
<file path=[Content_Types].xml><?xml version="1.0" encoding="utf-8"?>
<Types xmlns="http://schemas.openxmlformats.org/package/2006/content-types">
  <Default Extension="xml" ContentType="application/vnd.openxmlformats-package.core-properties+xml"/>
  <Default Extension="rels" ContentType="application/vnd.openxmlformats-package.relationships+xml"/>
  <Override PartName="/docProps/app.xml" ContentType="application/vnd.openxmlformats-officedocument.extended-properties+xml"/>
  <Override PartName="/ppt/presentation.xml" ContentType="application/vnd.openxmlformats-officedocument.presentationml.presentation.main+xml"/>
  <Override PartName="/ppt/theme/theme1.xml" ContentType="application/vnd.openxmlformats-officedocument.theme+xml"/>
  <Override PartName="/ppt/slideMasters/slideMaster1.xml" ContentType="application/vnd.openxmlformats-officedocument.presentationml.slideMaster+xml"/>
  <Override PartName="/ppt/slideMasters/theme/theme2.xml" ContentType="application/vnd.openxmlformats-officedocument.theme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notesMasters/notesMaster1.xml" ContentType="application/vnd.openxmlformats-officedocument.presentationml.notesMaster+xml"/>
  <Override PartName="/ppt/notesMasters/theme/theme3.xml" ContentType="application/vnd.openxmlformats-officedocument.theme+xml"/>
  <Override PartName="/ppt/presProps.xml" ContentType="application/vnd.openxmlformats-officedocument.presentationml.presProps+xml"/>
  <Override PartName="/ppt/tableStyles.xml" ContentType="application/vnd.openxmlformats-officedocument.presentationml.tableStyles+xml"/>
  <Override PartName="/ppt/slides/slide1.xml" ContentType="application/vnd.openxmlformats-officedocument.presentationml.slide+xml"/>
  <Override PartName="/ppt/notesSlides/notesSlide1.xml" ContentType="application/vnd.openxmlformats-officedocument.presentationml.notesSlide+xml"/>
  <Override PartName="/ppt/slides/slide2.xml" ContentType="application/vnd.openxmlformats-officedocument.presentationml.slide+xml"/>
  <Override PartName="/ppt/notesSlides/notesSlide2.xml" ContentType="application/vnd.openxmlformats-officedocument.presentationml.notesSlide+xml"/>
  <Override PartName="/ppt/slides/slide3.xml" ContentType="application/vnd.openxmlformats-officedocument.presentationml.slide+xml"/>
  <Override PartName="/ppt/notesSlides/notesSlide3.xml" ContentType="application/vnd.openxmlformats-officedocument.presentationml.notesSlide+xml"/>
  <Override PartName="/ppt/slides/slide4.xml" ContentType="application/vnd.openxmlformats-officedocument.presentationml.slide+xml"/>
  <Override PartName="/ppt/notesSlides/notesSlide4.xml" ContentType="application/vnd.openxmlformats-officedocument.presentationml.notesSlide+xml"/>
  <Override PartName="/ppt/slides/slide5.xml" ContentType="application/vnd.openxmlformats-officedocument.presentationml.slide+xml"/>
  <Override PartName="/ppt/notesSlides/notesSlide5.xml" ContentType="application/vnd.openxmlformats-officedocument.presentationml.notesSlide+xml"/>
  <Override PartName="/ppt/slides/slide6.xml" ContentType="application/vnd.openxmlformats-officedocument.presentationml.slide+xml"/>
  <Override PartName="/ppt/notesSlides/notesSlide6.xml" ContentType="application/vnd.openxmlformats-officedocument.presentationml.notesSlide+xml"/>
  <Override PartName="/ppt/slides/slide7.xml" ContentType="application/vnd.openxmlformats-officedocument.presentationml.slide+xml"/>
  <Override PartName="/ppt/notesSlides/notesSlide7.xml" ContentType="application/vnd.openxmlformats-officedocument.presentationml.notesSlide+xml"/>
</Types>
</file>

<file path=_rels/.rels>&#65279;<?xml version="1.0" encoding="utf-8"?><Relationships xmlns="http://schemas.openxmlformats.org/package/2006/relationships"><Relationship Type="http://schemas.openxmlformats.org/package/2006/relationships/metadata/core-properties" Target="/docProps/core.xml" Id="R25a0d67d743b44bb" /><Relationship Type="http://schemas.openxmlformats.org/officeDocument/2006/relationships/extended-properties" Target="/docProps/app.xml" Id="R97c3aa0ab6b04a91" /><Relationship Type="http://schemas.openxmlformats.org/officeDocument/2006/relationships/officeDocument" Target="/ppt/presentation.xml" Id="R67d6aeb0b09948f8" /></Relationships>
</file>

<file path=ppt/presentation.xml><?xml version="1.0" encoding="utf-8"?>
<p:presentation xmlns:p="http://schemas.openxmlformats.org/presentationml/2006/main">
  <p:sldMasterIdLst>
    <p:sldMasterId xmlns:r="http://schemas.openxmlformats.org/officeDocument/2006/relationships" id="2147483648" r:id="R9c01c476927b4c46"/>
  </p:sldMasterIdLst>
  <p:notesMasterIdLst>
    <p:notesMasterId xmlns:r="http://schemas.openxmlformats.org/officeDocument/2006/relationships" r:id="Rc1d1f32b116e4c0e"/>
  </p:notesMasterIdLst>
  <p:sldIdLst>
    <p:sldId xmlns:r="http://schemas.openxmlformats.org/officeDocument/2006/relationships" id="256" r:id="R8fa0c24b61144904"/>
    <p:sldId xmlns:r="http://schemas.openxmlformats.org/officeDocument/2006/relationships" id="257" r:id="R863c884b9e774e7e"/>
    <p:sldId xmlns:r="http://schemas.openxmlformats.org/officeDocument/2006/relationships" id="258" r:id="Re0ea669e029a4078"/>
    <p:sldId xmlns:r="http://schemas.openxmlformats.org/officeDocument/2006/relationships" id="259" r:id="Reb6349b868d54ed8"/>
    <p:sldId xmlns:r="http://schemas.openxmlformats.org/officeDocument/2006/relationships" id="260" r:id="R8174aaf2bf5c4731"/>
    <p:sldId xmlns:r="http://schemas.openxmlformats.org/officeDocument/2006/relationships" id="261" r:id="R8dba63d1ec7845dd"/>
    <p:sldId xmlns:r="http://schemas.openxmlformats.org/officeDocument/2006/relationships" id="262" r:id="Ra02b4d82e5d1473c"/>
  </p:sldIdLst>
  <p:sldSz cx="13106400" cy="7372350"/>
  <p:notesSz cx="6858000" cy="9144000"/>
</p:presentation>
</file>

<file path=ppt/presProps.xml><?xml version="1.0" encoding="utf-8"?>
<p:presentationPr xmlns:p="http://schemas.openxmlformats.org/presentationml/2006/main">
  <p:extLst>
    <p:ext xmlns:p14="http://schemas.microsoft.com/office/powerpoint/2010/main" uri="{E76CE94A-603C-4142-B9EB-6D1370010A27}">
      <p14:discardImageEditData val="0"/>
    </p:ext>
    <p:ext xmlns:p14="http://schemas.microsoft.com/office/powerpoint/2010/main" uri="{D31A062A-798A-4329-ABDD-BBA856620510}">
      <p14:defaultImageDpi val="32767"/>
    </p:ext>
    <p:ext xmlns:p15="http://schemas.microsoft.com/office/powerpoint/2012/main" uri="{FD5EFAAD-0ECE-453E-9831-46B23BE46B34}">
      <p15:chartTrackingRefBased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_rels/presentation.xml.rels>&#65279;<?xml version="1.0" encoding="utf-8"?><Relationships xmlns="http://schemas.openxmlformats.org/package/2006/relationships"><Relationship Type="http://schemas.openxmlformats.org/officeDocument/2006/relationships/theme" Target="/ppt/theme/theme1.xml" Id="R264e3eb84ab24def" /><Relationship Type="http://schemas.openxmlformats.org/officeDocument/2006/relationships/slideMaster" Target="/ppt/slideMasters/slideMaster1.xml" Id="R9c01c476927b4c46" /><Relationship Type="http://schemas.openxmlformats.org/officeDocument/2006/relationships/notesMaster" Target="/ppt/notesMasters/notesMaster1.xml" Id="Rc1d1f32b116e4c0e" /><Relationship Type="http://schemas.openxmlformats.org/officeDocument/2006/relationships/presProps" Target="/ppt/presProps.xml" Id="R6a6456d620e54845" /><Relationship Type="http://schemas.openxmlformats.org/officeDocument/2006/relationships/tableStyles" Target="/ppt/tableStyles.xml" Id="R83320b0dfa7940de" /><Relationship Type="http://schemas.openxmlformats.org/officeDocument/2006/relationships/slide" Target="/ppt/slides/slide1.xml" Id="R8fa0c24b61144904" /><Relationship Type="http://schemas.openxmlformats.org/officeDocument/2006/relationships/slide" Target="/ppt/slides/slide2.xml" Id="R863c884b9e774e7e" /><Relationship Type="http://schemas.openxmlformats.org/officeDocument/2006/relationships/slide" Target="/ppt/slides/slide3.xml" Id="Re0ea669e029a4078" /><Relationship Type="http://schemas.openxmlformats.org/officeDocument/2006/relationships/slide" Target="/ppt/slides/slide4.xml" Id="Reb6349b868d54ed8" /><Relationship Type="http://schemas.openxmlformats.org/officeDocument/2006/relationships/slide" Target="/ppt/slides/slide5.xml" Id="R8174aaf2bf5c4731" /><Relationship Type="http://schemas.openxmlformats.org/officeDocument/2006/relationships/slide" Target="/ppt/slides/slide6.xml" Id="R8dba63d1ec7845dd" /><Relationship Type="http://schemas.openxmlformats.org/officeDocument/2006/relationships/slide" Target="/ppt/slides/slide7.xml" Id="Ra02b4d82e5d1473c" /></Relationships>
</file>

<file path=ppt/notesMasters/_rels/notesMaster1.xml.rels>&#65279;<?xml version="1.0" encoding="utf-8"?><Relationships xmlns="http://schemas.openxmlformats.org/package/2006/relationships"><Relationship Type="http://schemas.openxmlformats.org/officeDocument/2006/relationships/theme" Target="/ppt/notesMasters/theme/theme3.xml" Id="R6188f5f7a0974bcf" /></Relationships>
</file>

<file path=ppt/notesMasters/notesMaster1.xml><?xml version="1.0" encoding="utf-8"?>
<p:notesMaster xmlns:p="http://schemas.openxmlformats.org/presentationml/2006/main">
  <p:cSld>
    <p:bg>
      <p:bgRef idx="1001">
        <a:schemeClr xmlns:a="http://schemas.openxmlformats.org/drawingml/2006/main" val="bg1"/>
      </p:bgRef>
    </p:bg>
    <p:spTree>
      <p:nvGrpSpPr>
        <p:cNvPr id="1" name=""/>
        <p:cNvGrpSpPr/>
        <p:nvPr/>
      </p:nvGrpSpPr>
      <p:grpSpPr>
        <a:xfrm xmlns:a="http://schemas.openxmlformats.org/drawingml/2006/main"/>
      </p:grpSpPr>
      <p:sp>
        <p:nvSpPr>
          <p:cNvPr id="2" name="Header Placeholder"/>
          <p:cNvSpPr/>
          <p:nvPr>
            <p:ph type="hdr" sz="quarter"/>
          </p:nvPr>
        </p:nvSpPr>
        <p:spPr>
          <a:prstGeom xmlns:a="http://schemas.openxmlformats.org/drawingml/2006/main" prst="rect">
            <a:avLst/>
          </a:prstGeom>
        </p:spPr>
        <p:txBody>
          <a:bodyPr xmlns:a="http://schemas.openxmlformats.org/drawingml/2006/main"/>
          <a:lstStyle xmlns:a="http://schemas.openxmlformats.org/drawingml/2006/main"/>
          <a:p xmlns:a="http://schemas.openxmlformats.org/drawingml/2006/main"/>
        </p:txBody>
      </p:sp>
      <p:sp>
        <p:nvSpPr>
          <p:cNvPr id="3" name="Date Placeholder"/>
          <p:cNvSpPr/>
          <p:nvPr>
            <p:ph type="dt" sz="quarter" idx="1"/>
          </p:nvPr>
        </p:nvSpPr>
        <p:spPr>
          <a:prstGeom xmlns:a="http://schemas.openxmlformats.org/drawingml/2006/main" prst="rect">
            <a:avLst/>
          </a:prstGeom>
        </p:spPr>
        <p:txBody>
          <a:bodyPr xmlns:a="http://schemas.openxmlformats.org/drawingml/2006/main"/>
          <a:lstStyle xmlns:a="http://schemas.openxmlformats.org/drawingml/2006/main"/>
          <a:p xmlns:a="http://schemas.openxmlformats.org/drawingml/2006/main"/>
        </p:txBody>
      </p:sp>
      <p:sp>
        <p:nvSpPr>
          <p:cNvPr id="4" name="Slide Image Placeholder"/>
          <p:cNvSpPr/>
          <p:nvPr>
            <p:ph type="sldImg" idx="2"/>
          </p:nvPr>
        </p:nvSpPr>
        <p:spPr>
          <a:prstGeom xmlns:a="http://schemas.openxmlformats.org/drawingml/2006/main" prst="rect">
            <a:avLst/>
          </a:prstGeom>
        </p:spPr>
        <p:txBody>
          <a:bodyPr xmlns:a="http://schemas.openxmlformats.org/drawingml/2006/main"/>
          <a:lstStyle xmlns:a="http://schemas.openxmlformats.org/drawingml/2006/main"/>
          <a:p xmlns:a="http://schemas.openxmlformats.org/drawingml/2006/main"/>
        </p:txBody>
      </p:sp>
      <p:sp>
        <p:nvSpPr>
          <p:cNvPr id="5" name="Notes Placeholder"/>
          <p:cNvSpPr/>
          <p:nvPr>
            <p:ph type="body" sz="quarter" idx="3"/>
          </p:nvPr>
        </p:nvSpPr>
        <p:spPr>
          <a:prstGeom xmlns:a="http://schemas.openxmlformats.org/drawingml/2006/main" prst="rect">
            <a:avLst/>
          </a:prstGeom>
        </p:spPr>
        <p:txBody>
          <a:bodyPr xmlns:a="http://schemas.openxmlformats.org/drawingml/2006/main"/>
          <a:lstStyle xmlns:a="http://schemas.openxmlformats.org/drawingml/2006/main"/>
          <a:p xmlns:a="http://schemas.openxmlformats.org/drawingml/2006/main"/>
        </p:txBody>
      </p:sp>
      <p:sp>
        <p:nvSpPr>
          <p:cNvPr id="6" name="Footer Placeholder"/>
          <p:cNvSpPr/>
          <p:nvPr>
            <p:ph type="ftr" sz="quarter" idx="4"/>
          </p:nvPr>
        </p:nvSpPr>
        <p:spPr>
          <a:prstGeom xmlns:a="http://schemas.openxmlformats.org/drawingml/2006/main" prst="rect">
            <a:avLst/>
          </a:prstGeom>
        </p:spPr>
        <p:txBody>
          <a:bodyPr xmlns:a="http://schemas.openxmlformats.org/drawingml/2006/main"/>
          <a:lstStyle xmlns:a="http://schemas.openxmlformats.org/drawingml/2006/main"/>
          <a:p xmlns:a="http://schemas.openxmlformats.org/drawingml/2006/main"/>
        </p:txBody>
      </p:sp>
      <p:sp>
        <p:nvSpPr>
          <p:cNvPr id="7" name="Slide Number Placeholder"/>
          <p:cNvSpPr/>
          <p:nvPr>
            <p:ph type="sldNum" sz="quarter" idx="5"/>
          </p:nvPr>
        </p:nvSpPr>
        <p:spPr>
          <a:prstGeom xmlns:a="http://schemas.openxmlformats.org/drawingml/2006/main" prst="rect">
            <a:avLst/>
          </a:prstGeom>
        </p:spPr>
        <p:txBody>
          <a:bodyPr xmlns:a="http://schemas.openxmlformats.org/drawingml/2006/main"/>
          <a:lstStyle xmlns:a="http://schemas.openxmlformats.org/drawingml/2006/main"/>
          <a:p xmlns:a="http://schemas.openxmlformats.org/drawingml/2006/main"/>
        </p:txBody>
      </p:sp>
    </p:spTree>
  </p:cSld>
  <p:clrMap bg1="lt1" tx1="dk1" bg2="lt2" tx2="dk2" accent1="accent1" accent2="accent2" accent3="accent3" accent4="accent4" accent5="accent5" accent6="accent6" hlink="hlink" folHlink="folHlink"/>
  <p:notesStyle>
    <a:lvl1pPr xmlns:a="http://schemas.openxmlformats.org/drawingml/2006/main" marL="0" algn="l" defTabSz="914400" rtl="0" eaLnBrk="1" latinLnBrk="0" hangingPunct="1">
      <a:defRPr sz="1200" kern="1200"/>
    </a:lvl1pPr>
  </p:notesStyle>
</p:notesMaster>
</file>

<file path=ppt/notesMasters/theme/theme3.xml><?xml version="1.0" encoding="utf-8"?>
<a:theme xmlns:a="http://schemas.openxmlformats.org/drawingml/2006/main" name="ChatGPT">
  <a:themeElements>
    <a:clrScheme name="ChatGPT">
      <a:dk1>
        <a:srgbClr val="000000"/>
      </a:dk1>
      <a:lt1>
        <a:srgbClr val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">
      <a:majorFont>
        <a:latin typeface="Aptos"/>
        <a:ea typeface=""/>
        <a:cs typeface=""/>
      </a:majorFont>
      <a:minorFont>
        <a:latin typeface="Aptos"/>
        <a:ea typeface=""/>
        <a:cs typeface=""/>
      </a:minorFont>
    </a:fontScheme>
    <a:fmtScheme name="ChatGPT">
      <a:fillStyleLst>
        <a:solidFill>
          <a:schemeClr val="phClr"/>
        </a:solidFill>
        <a:gradFill>
          <a:gsLst>
            <a:gs pos="0">
              <a:schemeClr val="phClr">
                <a:tint val="67000"/>
                <a:lumMod val="110000"/>
                <a:satMod val="105000"/>
              </a:schemeClr>
            </a:gs>
            <a:gs pos="50000">
              <a:schemeClr val="phClr">
                <a:tint val="73000"/>
                <a:lumMod val="105000"/>
                <a:satMod val="103000"/>
              </a:schemeClr>
            </a:gs>
            <a:gs pos="100000">
              <a:schemeClr val="phClr">
                <a:tint val="81000"/>
                <a:lumMod val="105000"/>
                <a:satMod val="109000"/>
              </a:schemeClr>
            </a:gs>
          </a:gsLst>
          <a:lin ang="5400000" scaled="0"/>
        </a:gradFill>
        <a:gradFill>
          <a:gsLst>
            <a:gs pos="0">
              <a:schemeClr val="phClr">
                <a:tint val="94000"/>
                <a:lumMod val="102000"/>
                <a:satMod val="103000"/>
              </a:schemeClr>
            </a:gs>
            <a:gs pos="50000">
              <a:schemeClr val="phClr">
                <a:shade val="100000"/>
                <a:lumMod val="100000"/>
                <a:satMod val="110000"/>
              </a:schemeClr>
            </a:gs>
            <a:gs pos="100000">
              <a:schemeClr val="phClr">
                <a:shade val="78000"/>
                <a:lumMod val="99000"/>
                <a:satMod val="120000"/>
              </a:schemeClr>
            </a:gs>
          </a:gsLst>
          <a:lin ang="5400000" scaled="0"/>
        </a:gradFill>
      </a:fillStyleLst>
      <a:lnStyleLst>
        <a:ln w="12700">
          <a:solidFill>
            <a:schemeClr val="phClr"/>
          </a:solidFill>
          <a:prstDash val="solid"/>
        </a:ln>
        <a:ln w="19050">
          <a:solidFill>
            <a:schemeClr val="phClr"/>
          </a:solidFill>
          <a:prstDash val="solid"/>
        </a:ln>
        <a:ln w="25400">
          <a:solidFill>
            <a:schemeClr val="phClr"/>
          </a:solidFill>
          <a:prstDash val="solid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>
              <a:srgbClr val="000000">
                <a:alpha val="16000"/>
              </a:srgbClr>
            </a:outerShdw>
          </a:effectLst>
        </a:effectStyle>
        <a:effectStyle>
          <a:effectLst>
            <a:outerShdw blurRad="19050" dist="9525" dir="5400000">
              <a:srgbClr val="000000">
                <a:alpha val="6000"/>
              </a:srgbClr>
            </a:outerShdw>
          </a:effectLst>
        </a:effectStyle>
        <a:effectStyle>
          <a:effectLst>
            <a:outerShdw blurRad="28575" dist="9525" dir="5400000">
              <a:srgbClr val="000000">
                <a:alpha val="8000"/>
              </a:srgbClr>
            </a:outerShdw>
          </a:effectLst>
        </a:effectStyle>
        <a:effectStyle>
          <a:effectLst>
            <a:outerShdw blurRad="57150" dist="19050" dir="5400000">
              <a:srgbClr val="000000">
                <a:alpha val="10000"/>
              </a:srgbClr>
            </a:outerShdw>
          </a:effectLst>
        </a:effectStyle>
        <a:effectStyle>
          <a:effectLst>
            <a:outerShdw blurRad="114300" dist="38100" dir="5400000">
              <a:srgbClr val="000000">
                <a:alpha val="12000"/>
              </a:srgbClr>
            </a:outerShdw>
          </a:effectLst>
        </a:effectStyle>
        <a:effectStyle>
          <a:effectLst>
            <a:outerShdw blurRad="171450" dist="57150" dir="5400000">
              <a:srgbClr val="000000">
                <a:alpha val="16000"/>
              </a:srgbClr>
            </a:outerShdw>
          </a:effectLst>
        </a:effectStyle>
        <a:effectStyle>
          <a:effectLst>
            <a:outerShdw blurRad="266700" dist="95250" dir="5400000">
              <a:srgbClr val="000000">
                <a:alpha val="24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>
          <a:gsLst>
            <a:gs pos="0">
              <a:schemeClr val="phClr">
                <a:tint val="93000"/>
                <a:shade val="98000"/>
                <a:lumMod val="102000"/>
                <a:satMod val="150000"/>
              </a:schemeClr>
            </a:gs>
            <a:gs pos="50000">
              <a:schemeClr val="phClr">
                <a:tint val="98000"/>
                <a:shade val="90000"/>
                <a:lumMod val="103000"/>
                <a:satMod val="130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</a:theme>
</file>

<file path=ppt/notesSlides/_rels/notesSlide1.xml.rels>&#65279;<?xml version="1.0" encoding="utf-8"?><Relationships xmlns="http://schemas.openxmlformats.org/package/2006/relationships"><Relationship Type="http://schemas.openxmlformats.org/officeDocument/2006/relationships/slide" Target="/ppt/slides/slide1.xml" Id="R759f1e0af3b74d1d" /><Relationship Type="http://schemas.openxmlformats.org/officeDocument/2006/relationships/notesMaster" Target="/ppt/notesMasters/notesMaster1.xml" Id="R4065ead6d2f24571" /></Relationships>
</file>

<file path=ppt/notesSlides/_rels/notesSlide2.xml.rels>&#65279;<?xml version="1.0" encoding="utf-8"?><Relationships xmlns="http://schemas.openxmlformats.org/package/2006/relationships"><Relationship Type="http://schemas.openxmlformats.org/officeDocument/2006/relationships/slide" Target="/ppt/slides/slide2.xml" Id="Rf712cba0f2084232" /><Relationship Type="http://schemas.openxmlformats.org/officeDocument/2006/relationships/notesMaster" Target="/ppt/notesMasters/notesMaster1.xml" Id="R2df746f55f874747" /></Relationships>
</file>

<file path=ppt/notesSlides/_rels/notesSlide3.xml.rels>&#65279;<?xml version="1.0" encoding="utf-8"?><Relationships xmlns="http://schemas.openxmlformats.org/package/2006/relationships"><Relationship Type="http://schemas.openxmlformats.org/officeDocument/2006/relationships/slide" Target="/ppt/slides/slide3.xml" Id="R15bd10a57ccc4061" /><Relationship Type="http://schemas.openxmlformats.org/officeDocument/2006/relationships/notesMaster" Target="/ppt/notesMasters/notesMaster1.xml" Id="R66b65e6cc47d4484" /></Relationships>
</file>

<file path=ppt/notesSlides/_rels/notesSlide4.xml.rels>&#65279;<?xml version="1.0" encoding="utf-8"?><Relationships xmlns="http://schemas.openxmlformats.org/package/2006/relationships"><Relationship Type="http://schemas.openxmlformats.org/officeDocument/2006/relationships/slide" Target="/ppt/slides/slide4.xml" Id="Ra601dc7ed3984415" /><Relationship Type="http://schemas.openxmlformats.org/officeDocument/2006/relationships/notesMaster" Target="/ppt/notesMasters/notesMaster1.xml" Id="R55e5f7d0a75144e1" /></Relationships>
</file>

<file path=ppt/notesSlides/_rels/notesSlide5.xml.rels>&#65279;<?xml version="1.0" encoding="utf-8"?><Relationships xmlns="http://schemas.openxmlformats.org/package/2006/relationships"><Relationship Type="http://schemas.openxmlformats.org/officeDocument/2006/relationships/slide" Target="/ppt/slides/slide5.xml" Id="R998c0d5f89824c20" /><Relationship Type="http://schemas.openxmlformats.org/officeDocument/2006/relationships/notesMaster" Target="/ppt/notesMasters/notesMaster1.xml" Id="R0ba1718e3246450a" /></Relationships>
</file>

<file path=ppt/notesSlides/_rels/notesSlide6.xml.rels>&#65279;<?xml version="1.0" encoding="utf-8"?><Relationships xmlns="http://schemas.openxmlformats.org/package/2006/relationships"><Relationship Type="http://schemas.openxmlformats.org/officeDocument/2006/relationships/slide" Target="/ppt/slides/slide6.xml" Id="Red6554b6322c4447" /><Relationship Type="http://schemas.openxmlformats.org/officeDocument/2006/relationships/notesMaster" Target="/ppt/notesMasters/notesMaster1.xml" Id="R6502c27aff884e17" /></Relationships>
</file>

<file path=ppt/notesSlides/_rels/notesSlide7.xml.rels>&#65279;<?xml version="1.0" encoding="utf-8"?><Relationships xmlns="http://schemas.openxmlformats.org/package/2006/relationships"><Relationship Type="http://schemas.openxmlformats.org/officeDocument/2006/relationships/slide" Target="/ppt/slides/slide7.xml" Id="R4e0b09cf452d4015" /><Relationship Type="http://schemas.openxmlformats.org/officeDocument/2006/relationships/notesMaster" Target="/ppt/notesMasters/notesMaster1.xml" Id="R861c4253e49f43d5" /></Relationships>
</file>

<file path=ppt/notesSlides/notesSlide1.xml><?xml version="1.0" encoding="utf-8"?>
<p:notes xmlns:p="http://schemas.openxmlformats.org/presentationml/2006/main">
  <p:cSld>
    <p:spTree>
      <p:nvGrpSpPr>
        <p:cNvPr id="1" name=""/>
        <p:cNvGrpSpPr/>
        <p:nvPr/>
      </p:nvGrpSpPr>
      <p:grpSpPr>
        <a:xfrm xmlns:a="http://schemas.openxmlformats.org/drawingml/2006/main"/>
      </p:grpSpPr>
      <p:sp>
        <p:nvSpPr>
          <p:cNvPr id="2" name="Slide Image Placeholder 1"/>
          <p:cNvSpPr>
            <a:spLocks xmlns:a="http://schemas.openxmlformats.org/drawingml/2006/main" noGrp="1"/>
          </p:cNvSpPr>
          <p:nvPr>
            <p:ph type="sldImg" idx="0"/>
          </p:nvPr>
        </p:nvSpPr>
        <p:spPr/>
      </p:sp>
      <p:sp>
        <p:nvSpPr>
          <p:cNvPr id="3" name="Notes Placeholder 2"/>
          <p:cNvSpPr>
            <a:spLocks xmlns:a="http://schemas.openxmlformats.org/drawingml/2006/main" noGrp="1"/>
          </p:cNvSpPr>
          <p:nvPr>
            <p:ph type="body" idx="1"/>
          </p:nvPr>
        </p:nvSpPr>
        <p:spPr/>
        <p:txBody>
          <a:bodyPr xmlns:a="http://schemas.openxmlformats.org/drawingml/2006/main"/>
          <a:lstStyle xmlns:a="http://schemas.openxmlformats.org/drawingml/2006/main"/>
          <a:p xmlns:a="http://schemas.openxmlformats.org/drawingml/2006/main">
            <a:r>
              <a:t>ReconstrucciÃ³n editable de la diapositiva 1 del archivo aportado por el usuario. Textos, fondos, marcos y diagramas nativos. Las ilustraciones se reconstruyeron como formas vectoriales agrupadas por color; el texto pequeÃ±o dentro de ellas es parte del trazado, no texto tipogrÃ¡fico. Pueden existir diferencias de textura y tipografÃ­a respecto al original rasterizado.</a:t>
            </a:r>
          </a:p>
        </p:txBody>
      </p:sp>
      <p:sp>
        <p:nvSpPr>
          <p:cNvPr id="4" name="Slide Number Placeholder 3"/>
          <p:cNvSpPr>
            <a:spLocks xmlns:a="http://schemas.openxmlformats.org/drawingml/2006/main" noGrp="1"/>
          </p:cNvSpPr>
          <p:nvPr>
            <p:ph type="sldNum" idx="5"/>
          </p:nvPr>
        </p:nvSpPr>
        <p:spPr/>
        <p:txBody>
          <a:bodyPr xmlns:a="http://schemas.openxmlformats.org/drawingml/2006/main"/>
          <a:lstStyle xmlns:a="http://schemas.openxmlformats.org/drawingml/2006/main"/>
          <a:p xmlns:a="http://schemas.openxmlformats.org/drawingml/2006/main"/>
        </p:txBody>
      </p:sp>
    </p:spTree>
  </p:cSld>
  <p:clrMapOvr>
    <a:masterClrMapping xmlns:a="http://schemas.openxmlformats.org/drawingml/2006/main"/>
  </p:clrMapOvr>
</p:notes>
</file>

<file path=ppt/notesSlides/notesSlide2.xml><?xml version="1.0" encoding="utf-8"?>
<p:notes xmlns:p="http://schemas.openxmlformats.org/presentationml/2006/main">
  <p:cSld>
    <p:spTree>
      <p:nvGrpSpPr>
        <p:cNvPr id="1" name=""/>
        <p:cNvGrpSpPr/>
        <p:nvPr/>
      </p:nvGrpSpPr>
      <p:grpSpPr>
        <a:xfrm xmlns:a="http://schemas.openxmlformats.org/drawingml/2006/main"/>
      </p:grpSpPr>
      <p:sp>
        <p:nvSpPr>
          <p:cNvPr id="2" name="Slide Image Placeholder 1"/>
          <p:cNvSpPr>
            <a:spLocks xmlns:a="http://schemas.openxmlformats.org/drawingml/2006/main" noGrp="1"/>
          </p:cNvSpPr>
          <p:nvPr>
            <p:ph type="sldImg" idx="0"/>
          </p:nvPr>
        </p:nvSpPr>
        <p:spPr/>
      </p:sp>
      <p:sp>
        <p:nvSpPr>
          <p:cNvPr id="3" name="Notes Placeholder 2"/>
          <p:cNvSpPr>
            <a:spLocks xmlns:a="http://schemas.openxmlformats.org/drawingml/2006/main" noGrp="1"/>
          </p:cNvSpPr>
          <p:nvPr>
            <p:ph type="body" idx="1"/>
          </p:nvPr>
        </p:nvSpPr>
        <p:spPr/>
        <p:txBody>
          <a:bodyPr xmlns:a="http://schemas.openxmlformats.org/drawingml/2006/main"/>
          <a:lstStyle xmlns:a="http://schemas.openxmlformats.org/drawingml/2006/main"/>
          <a:p xmlns:a="http://schemas.openxmlformats.org/drawingml/2006/main">
            <a:r>
              <a:t>ReconstrucciÃ³n editable de la diapositiva 2 del archivo aportado por el usuario. Textos, fondos, marcos y diagramas nativos. Las ilustraciones se reconstruyeron como formas vectoriales agrupadas por color; el texto pequeÃ±o dentro de ellas es parte del trazado, no texto tipogrÃ¡fico. Pueden existir diferencias de textura y tipografÃ­a respecto al original rasterizado.</a:t>
            </a:r>
          </a:p>
        </p:txBody>
      </p:sp>
      <p:sp>
        <p:nvSpPr>
          <p:cNvPr id="4" name="Slide Number Placeholder 3"/>
          <p:cNvSpPr>
            <a:spLocks xmlns:a="http://schemas.openxmlformats.org/drawingml/2006/main" noGrp="1"/>
          </p:cNvSpPr>
          <p:nvPr>
            <p:ph type="sldNum" idx="5"/>
          </p:nvPr>
        </p:nvSpPr>
        <p:spPr/>
        <p:txBody>
          <a:bodyPr xmlns:a="http://schemas.openxmlformats.org/drawingml/2006/main"/>
          <a:lstStyle xmlns:a="http://schemas.openxmlformats.org/drawingml/2006/main"/>
          <a:p xmlns:a="http://schemas.openxmlformats.org/drawingml/2006/main"/>
        </p:txBody>
      </p:sp>
    </p:spTree>
  </p:cSld>
  <p:clrMapOvr>
    <a:masterClrMapping xmlns:a="http://schemas.openxmlformats.org/drawingml/2006/main"/>
  </p:clrMapOvr>
</p:notes>
</file>

<file path=ppt/notesSlides/notesSlide3.xml><?xml version="1.0" encoding="utf-8"?>
<p:notes xmlns:p="http://schemas.openxmlformats.org/presentationml/2006/main">
  <p:cSld>
    <p:spTree>
      <p:nvGrpSpPr>
        <p:cNvPr id="1" name=""/>
        <p:cNvGrpSpPr/>
        <p:nvPr/>
      </p:nvGrpSpPr>
      <p:grpSpPr>
        <a:xfrm xmlns:a="http://schemas.openxmlformats.org/drawingml/2006/main"/>
      </p:grpSpPr>
      <p:sp>
        <p:nvSpPr>
          <p:cNvPr id="2" name="Slide Image Placeholder 1"/>
          <p:cNvSpPr>
            <a:spLocks xmlns:a="http://schemas.openxmlformats.org/drawingml/2006/main" noGrp="1"/>
          </p:cNvSpPr>
          <p:nvPr>
            <p:ph type="sldImg" idx="0"/>
          </p:nvPr>
        </p:nvSpPr>
        <p:spPr/>
      </p:sp>
      <p:sp>
        <p:nvSpPr>
          <p:cNvPr id="3" name="Notes Placeholder 2"/>
          <p:cNvSpPr>
            <a:spLocks xmlns:a="http://schemas.openxmlformats.org/drawingml/2006/main" noGrp="1"/>
          </p:cNvSpPr>
          <p:nvPr>
            <p:ph type="body" idx="1"/>
          </p:nvPr>
        </p:nvSpPr>
        <p:spPr/>
        <p:txBody>
          <a:bodyPr xmlns:a="http://schemas.openxmlformats.org/drawingml/2006/main"/>
          <a:lstStyle xmlns:a="http://schemas.openxmlformats.org/drawingml/2006/main"/>
          <a:p xmlns:a="http://schemas.openxmlformats.org/drawingml/2006/main">
            <a:r>
              <a:t>ReconstrucciÃ³n editable de la diapositiva 3 del archivo aportado por el usuario. Textos, fondos, marcos y diagramas nativos. Las ilustraciones se reconstruyeron como formas vectoriales agrupadas por color; el texto pequeÃ±o dentro de ellas es parte del trazado, no texto tipogrÃ¡fico. Pueden existir diferencias de textura y tipografÃ­a respecto al original rasterizado.</a:t>
            </a:r>
          </a:p>
        </p:txBody>
      </p:sp>
      <p:sp>
        <p:nvSpPr>
          <p:cNvPr id="4" name="Slide Number Placeholder 3"/>
          <p:cNvSpPr>
            <a:spLocks xmlns:a="http://schemas.openxmlformats.org/drawingml/2006/main" noGrp="1"/>
          </p:cNvSpPr>
          <p:nvPr>
            <p:ph type="sldNum" idx="5"/>
          </p:nvPr>
        </p:nvSpPr>
        <p:spPr/>
        <p:txBody>
          <a:bodyPr xmlns:a="http://schemas.openxmlformats.org/drawingml/2006/main"/>
          <a:lstStyle xmlns:a="http://schemas.openxmlformats.org/drawingml/2006/main"/>
          <a:p xmlns:a="http://schemas.openxmlformats.org/drawingml/2006/main"/>
        </p:txBody>
      </p:sp>
    </p:spTree>
  </p:cSld>
  <p:clrMapOvr>
    <a:masterClrMapping xmlns:a="http://schemas.openxmlformats.org/drawingml/2006/main"/>
  </p:clrMapOvr>
</p:notes>
</file>

<file path=ppt/notesSlides/notesSlide4.xml><?xml version="1.0" encoding="utf-8"?>
<p:notes xmlns:p="http://schemas.openxmlformats.org/presentationml/2006/main">
  <p:cSld>
    <p:spTree>
      <p:nvGrpSpPr>
        <p:cNvPr id="1" name=""/>
        <p:cNvGrpSpPr/>
        <p:nvPr/>
      </p:nvGrpSpPr>
      <p:grpSpPr>
        <a:xfrm xmlns:a="http://schemas.openxmlformats.org/drawingml/2006/main"/>
      </p:grpSpPr>
      <p:sp>
        <p:nvSpPr>
          <p:cNvPr id="2" name="Slide Image Placeholder 1"/>
          <p:cNvSpPr>
            <a:spLocks xmlns:a="http://schemas.openxmlformats.org/drawingml/2006/main" noGrp="1"/>
          </p:cNvSpPr>
          <p:nvPr>
            <p:ph type="sldImg" idx="0"/>
          </p:nvPr>
        </p:nvSpPr>
        <p:spPr/>
      </p:sp>
      <p:sp>
        <p:nvSpPr>
          <p:cNvPr id="3" name="Notes Placeholder 2"/>
          <p:cNvSpPr>
            <a:spLocks xmlns:a="http://schemas.openxmlformats.org/drawingml/2006/main" noGrp="1"/>
          </p:cNvSpPr>
          <p:nvPr>
            <p:ph type="body" idx="1"/>
          </p:nvPr>
        </p:nvSpPr>
        <p:spPr/>
        <p:txBody>
          <a:bodyPr xmlns:a="http://schemas.openxmlformats.org/drawingml/2006/main"/>
          <a:lstStyle xmlns:a="http://schemas.openxmlformats.org/drawingml/2006/main"/>
          <a:p xmlns:a="http://schemas.openxmlformats.org/drawingml/2006/main">
            <a:r>
              <a:t>ReconstrucciÃ³n editable de la diapositiva 4 del archivo aportado por el usuario. Textos, fondos, marcos y diagramas nativos. Las ilustraciones se reconstruyeron como formas vectoriales agrupadas por color; el texto pequeÃ±o dentro de ellas es parte del trazado, no texto tipogrÃ¡fico. Pueden existir diferencias de textura y tipografÃ­a respecto al original rasterizado.</a:t>
            </a:r>
          </a:p>
        </p:txBody>
      </p:sp>
      <p:sp>
        <p:nvSpPr>
          <p:cNvPr id="4" name="Slide Number Placeholder 3"/>
          <p:cNvSpPr>
            <a:spLocks xmlns:a="http://schemas.openxmlformats.org/drawingml/2006/main" noGrp="1"/>
          </p:cNvSpPr>
          <p:nvPr>
            <p:ph type="sldNum" idx="5"/>
          </p:nvPr>
        </p:nvSpPr>
        <p:spPr/>
        <p:txBody>
          <a:bodyPr xmlns:a="http://schemas.openxmlformats.org/drawingml/2006/main"/>
          <a:lstStyle xmlns:a="http://schemas.openxmlformats.org/drawingml/2006/main"/>
          <a:p xmlns:a="http://schemas.openxmlformats.org/drawingml/2006/main"/>
        </p:txBody>
      </p:sp>
    </p:spTree>
  </p:cSld>
  <p:clrMapOvr>
    <a:masterClrMapping xmlns:a="http://schemas.openxmlformats.org/drawingml/2006/main"/>
  </p:clrMapOvr>
</p:notes>
</file>

<file path=ppt/notesSlides/notesSlide5.xml><?xml version="1.0" encoding="utf-8"?>
<p:notes xmlns:p="http://schemas.openxmlformats.org/presentationml/2006/main">
  <p:cSld>
    <p:spTree>
      <p:nvGrpSpPr>
        <p:cNvPr id="1" name=""/>
        <p:cNvGrpSpPr/>
        <p:nvPr/>
      </p:nvGrpSpPr>
      <p:grpSpPr>
        <a:xfrm xmlns:a="http://schemas.openxmlformats.org/drawingml/2006/main"/>
      </p:grpSpPr>
      <p:sp>
        <p:nvSpPr>
          <p:cNvPr id="2" name="Slide Image Placeholder 1"/>
          <p:cNvSpPr>
            <a:spLocks xmlns:a="http://schemas.openxmlformats.org/drawingml/2006/main" noGrp="1"/>
          </p:cNvSpPr>
          <p:nvPr>
            <p:ph type="sldImg" idx="0"/>
          </p:nvPr>
        </p:nvSpPr>
        <p:spPr/>
      </p:sp>
      <p:sp>
        <p:nvSpPr>
          <p:cNvPr id="3" name="Notes Placeholder 2"/>
          <p:cNvSpPr>
            <a:spLocks xmlns:a="http://schemas.openxmlformats.org/drawingml/2006/main" noGrp="1"/>
          </p:cNvSpPr>
          <p:nvPr>
            <p:ph type="body" idx="1"/>
          </p:nvPr>
        </p:nvSpPr>
        <p:spPr/>
        <p:txBody>
          <a:bodyPr xmlns:a="http://schemas.openxmlformats.org/drawingml/2006/main"/>
          <a:lstStyle xmlns:a="http://schemas.openxmlformats.org/drawingml/2006/main"/>
          <a:p xmlns:a="http://schemas.openxmlformats.org/drawingml/2006/main">
            <a:r>
              <a:t>ReconstrucciÃ³n editable de la diapositiva 5 del archivo aportado por el usuario. Textos, fondos, marcos y diagramas nativos. Las ilustraciones se reconstruyeron como formas vectoriales agrupadas por color; el texto pequeÃ±o dentro de ellas es parte del trazado, no texto tipogrÃ¡fico. Pueden existir diferencias de textura y tipografÃ­a respecto al original rasterizado.</a:t>
            </a:r>
          </a:p>
        </p:txBody>
      </p:sp>
      <p:sp>
        <p:nvSpPr>
          <p:cNvPr id="4" name="Slide Number Placeholder 3"/>
          <p:cNvSpPr>
            <a:spLocks xmlns:a="http://schemas.openxmlformats.org/drawingml/2006/main" noGrp="1"/>
          </p:cNvSpPr>
          <p:nvPr>
            <p:ph type="sldNum" idx="5"/>
          </p:nvPr>
        </p:nvSpPr>
        <p:spPr/>
        <p:txBody>
          <a:bodyPr xmlns:a="http://schemas.openxmlformats.org/drawingml/2006/main"/>
          <a:lstStyle xmlns:a="http://schemas.openxmlformats.org/drawingml/2006/main"/>
          <a:p xmlns:a="http://schemas.openxmlformats.org/drawingml/2006/main"/>
        </p:txBody>
      </p:sp>
    </p:spTree>
  </p:cSld>
  <p:clrMapOvr>
    <a:masterClrMapping xmlns:a="http://schemas.openxmlformats.org/drawingml/2006/main"/>
  </p:clrMapOvr>
</p:notes>
</file>

<file path=ppt/notesSlides/notesSlide6.xml><?xml version="1.0" encoding="utf-8"?>
<p:notes xmlns:p="http://schemas.openxmlformats.org/presentationml/2006/main">
  <p:cSld>
    <p:spTree>
      <p:nvGrpSpPr>
        <p:cNvPr id="1" name=""/>
        <p:cNvGrpSpPr/>
        <p:nvPr/>
      </p:nvGrpSpPr>
      <p:grpSpPr>
        <a:xfrm xmlns:a="http://schemas.openxmlformats.org/drawingml/2006/main"/>
      </p:grpSpPr>
      <p:sp>
        <p:nvSpPr>
          <p:cNvPr id="2" name="Slide Image Placeholder 1"/>
          <p:cNvSpPr>
            <a:spLocks xmlns:a="http://schemas.openxmlformats.org/drawingml/2006/main" noGrp="1"/>
          </p:cNvSpPr>
          <p:nvPr>
            <p:ph type="sldImg" idx="0"/>
          </p:nvPr>
        </p:nvSpPr>
        <p:spPr/>
      </p:sp>
      <p:sp>
        <p:nvSpPr>
          <p:cNvPr id="3" name="Notes Placeholder 2"/>
          <p:cNvSpPr>
            <a:spLocks xmlns:a="http://schemas.openxmlformats.org/drawingml/2006/main" noGrp="1"/>
          </p:cNvSpPr>
          <p:nvPr>
            <p:ph type="body" idx="1"/>
          </p:nvPr>
        </p:nvSpPr>
        <p:spPr/>
        <p:txBody>
          <a:bodyPr xmlns:a="http://schemas.openxmlformats.org/drawingml/2006/main"/>
          <a:lstStyle xmlns:a="http://schemas.openxmlformats.org/drawingml/2006/main"/>
          <a:p xmlns:a="http://schemas.openxmlformats.org/drawingml/2006/main">
            <a:r>
              <a:t>ReconstrucciÃ³n editable de la diapositiva 6 del archivo aportado por el usuario. Textos, fondos, marcos y diagramas nativos. Las ilustraciones se reconstruyeron como formas vectoriales agrupadas por color; el texto pequeÃ±o dentro de ellas es parte del trazado, no texto tipogrÃ¡fico. Pueden existir diferencias de textura y tipografÃ­a respecto al original rasterizado.</a:t>
            </a:r>
          </a:p>
        </p:txBody>
      </p:sp>
      <p:sp>
        <p:nvSpPr>
          <p:cNvPr id="4" name="Slide Number Placeholder 3"/>
          <p:cNvSpPr>
            <a:spLocks xmlns:a="http://schemas.openxmlformats.org/drawingml/2006/main" noGrp="1"/>
          </p:cNvSpPr>
          <p:nvPr>
            <p:ph type="sldNum" idx="5"/>
          </p:nvPr>
        </p:nvSpPr>
        <p:spPr/>
        <p:txBody>
          <a:bodyPr xmlns:a="http://schemas.openxmlformats.org/drawingml/2006/main"/>
          <a:lstStyle xmlns:a="http://schemas.openxmlformats.org/drawingml/2006/main"/>
          <a:p xmlns:a="http://schemas.openxmlformats.org/drawingml/2006/main"/>
        </p:txBody>
      </p:sp>
    </p:spTree>
  </p:cSld>
  <p:clrMapOvr>
    <a:masterClrMapping xmlns:a="http://schemas.openxmlformats.org/drawingml/2006/main"/>
  </p:clrMapOvr>
</p:notes>
</file>

<file path=ppt/notesSlides/notesSlide7.xml><?xml version="1.0" encoding="utf-8"?>
<p:notes xmlns:p="http://schemas.openxmlformats.org/presentationml/2006/main">
  <p:cSld>
    <p:spTree>
      <p:nvGrpSpPr>
        <p:cNvPr id="1" name=""/>
        <p:cNvGrpSpPr/>
        <p:nvPr/>
      </p:nvGrpSpPr>
      <p:grpSpPr>
        <a:xfrm xmlns:a="http://schemas.openxmlformats.org/drawingml/2006/main"/>
      </p:grpSpPr>
      <p:sp>
        <p:nvSpPr>
          <p:cNvPr id="2" name="Slide Image Placeholder 1"/>
          <p:cNvSpPr>
            <a:spLocks xmlns:a="http://schemas.openxmlformats.org/drawingml/2006/main" noGrp="1"/>
          </p:cNvSpPr>
          <p:nvPr>
            <p:ph type="sldImg" idx="0"/>
          </p:nvPr>
        </p:nvSpPr>
        <p:spPr/>
      </p:sp>
      <p:sp>
        <p:nvSpPr>
          <p:cNvPr id="3" name="Notes Placeholder 2"/>
          <p:cNvSpPr>
            <a:spLocks xmlns:a="http://schemas.openxmlformats.org/drawingml/2006/main" noGrp="1"/>
          </p:cNvSpPr>
          <p:nvPr>
            <p:ph type="body" idx="1"/>
          </p:nvPr>
        </p:nvSpPr>
        <p:spPr/>
        <p:txBody>
          <a:bodyPr xmlns:a="http://schemas.openxmlformats.org/drawingml/2006/main"/>
          <a:lstStyle xmlns:a="http://schemas.openxmlformats.org/drawingml/2006/main"/>
          <a:p xmlns:a="http://schemas.openxmlformats.org/drawingml/2006/main">
            <a:r>
              <a:t>ReconstrucciÃ³n editable de la diapositiva 7 del archivo aportado por el usuario. Textos, fondos, marcos y diagramas nativos. Las ilustraciones se reconstruyeron como formas vectoriales agrupadas por color; el texto pequeÃ±o dentro de ellas es parte del trazado, no texto tipogrÃ¡fico. Pueden existir diferencias de textura y tipografÃ­a respecto al original rasterizado.</a:t>
            </a:r>
          </a:p>
        </p:txBody>
      </p:sp>
      <p:sp>
        <p:nvSpPr>
          <p:cNvPr id="4" name="Slide Number Placeholder 3"/>
          <p:cNvSpPr>
            <a:spLocks xmlns:a="http://schemas.openxmlformats.org/drawingml/2006/main" noGrp="1"/>
          </p:cNvSpPr>
          <p:nvPr>
            <p:ph type="sldNum" idx="5"/>
          </p:nvPr>
        </p:nvSpPr>
        <p:spPr/>
        <p:txBody>
          <a:bodyPr xmlns:a="http://schemas.openxmlformats.org/drawingml/2006/main"/>
          <a:lstStyle xmlns:a="http://schemas.openxmlformats.org/drawingml/2006/main"/>
          <a:p xmlns:a="http://schemas.openxmlformats.org/drawingml/2006/main"/>
        </p:txBody>
      </p:sp>
    </p:spTree>
  </p:cSld>
  <p:clrMapOvr>
    <a:masterClrMapping xmlns:a="http://schemas.openxmlformats.org/drawingml/2006/main"/>
  </p:clrMapOvr>
</p:notes>
</file>

<file path=ppt/slideLayouts/_rels/slideLayout1.xml.rels>&#65279;<?xml version="1.0" encoding="utf-8"?><Relationships xmlns="http://schemas.openxmlformats.org/package/2006/relationships"><Relationship Type="http://schemas.openxmlformats.org/officeDocument/2006/relationships/slideMaster" Target="/ppt/slideMasters/slideMaster1.xml" Id="R88fc5dead1354d02" /></Relationships>
</file>

<file path=ppt/slideLayouts/_rels/slideLayout2.xml.rels>&#65279;<?xml version="1.0" encoding="utf-8"?><Relationships xmlns="http://schemas.openxmlformats.org/package/2006/relationships"><Relationship Type="http://schemas.openxmlformats.org/officeDocument/2006/relationships/slideMaster" Target="/ppt/slideMasters/slideMaster1.xml" Id="Rff5ba8d32bef48ef" /></Relationships>
</file>

<file path=ppt/slideLayouts/_rels/slideLayout3.xml.rels>&#65279;<?xml version="1.0" encoding="utf-8"?><Relationships xmlns="http://schemas.openxmlformats.org/package/2006/relationships"><Relationship Type="http://schemas.openxmlformats.org/officeDocument/2006/relationships/slideMaster" Target="/ppt/slideMasters/slideMaster1.xml" Id="R50f67b879c9d4a5e" /></Relationships>
</file>

<file path=ppt/slideLayouts/_rels/slideLayout4.xml.rels>&#65279;<?xml version="1.0" encoding="utf-8"?><Relationships xmlns="http://schemas.openxmlformats.org/package/2006/relationships"><Relationship Type="http://schemas.openxmlformats.org/officeDocument/2006/relationships/slideMaster" Target="/ppt/slideMasters/slideMaster1.xml" Id="R880c18d0fe614bdc" /></Relationships>
</file>

<file path=ppt/slideLayouts/_rels/slideLayout5.xml.rels>&#65279;<?xml version="1.0" encoding="utf-8"?><Relationships xmlns="http://schemas.openxmlformats.org/package/2006/relationships"><Relationship Type="http://schemas.openxmlformats.org/officeDocument/2006/relationships/slideMaster" Target="/ppt/slideMasters/slideMaster1.xml" Id="R0b676ff8b8864e5f" /></Relationships>
</file>

<file path=ppt/slideLayouts/_rels/slideLayout6.xml.rels>&#65279;<?xml version="1.0" encoding="utf-8"?><Relationships xmlns="http://schemas.openxmlformats.org/package/2006/relationships"><Relationship Type="http://schemas.openxmlformats.org/officeDocument/2006/relationships/slideMaster" Target="/ppt/slideMasters/slideMaster1.xml" Id="R332d082b70e94dca" /></Relationships>
</file>

<file path=ppt/slideLayouts/slideLayout1.xml><?xml version="1.0" encoding="utf-8"?>
<p:sldLayout xmlns:p="http://schemas.openxmlformats.org/presentationml/2006/main" type="title">
  <p:cSld name="Title Slide">
    <p:spTree>
      <p:nvGrpSpPr>
        <p:cNvPr id="1" name=""/>
        <p:cNvGrpSpPr/>
        <p:nvPr/>
      </p:nvGrpSpPr>
      <p:grpSpPr>
        <a:xfrm xmlns:a="http://schemas.openxmlformats.org/drawingml/2006/main"/>
      </p:grpSpPr>
      <p:sp>
        <p:nvSpPr>
          <p:cNvPr id="3" name="Title">
            <a:extLst xmlns:a="http://schemas.openxmlformats.org/drawingml/2006/main">
              <a:ext uri="{FF2B5EF4-FFF2-40B4-BE49-F238E27FC236}">
                <a16:creationId xmlns:a16="http://schemas.microsoft.com/office/drawing/2014/main" id="{8E044C0A-D5BD-49A2-825F-78CFCFCDA1D1}"/>
              </a:ext>
            </a:extLst>
          </p:cNvPr>
          <p:cNvSpPr>
            <a:spLocks xmlns:a="http://schemas.openxmlformats.org/drawingml/2006/main" noGrp="1"/>
          </p:cNvSpPr>
          <p:nvPr>
            <p:ph type="title" idx="0"/>
          </p:nvPr>
        </p:nvSpPr>
        <p:spPr>
          <a:xfrm xmlns:a="http://schemas.openxmlformats.org/drawingml/2006/main">
            <a:off x="1310640" y="2785110"/>
            <a:ext cx="10485120" cy="106489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>
            <a:noFill/>
            <a:prstDash val="solid"/>
          </a:ln>
        </p:spPr>
        <p:txBody>
          <a:bodyPr xmlns:a="http://schemas.openxmlformats.org/drawingml/2006/main" wrap="square" lIns="0" tIns="0" rIns="0" bIns="0" anchor="ctr">
            <a:normAutofit/>
          </a:bodyPr>
          <a:lstStyle xmlns:a="http://schemas.openxmlformats.org/drawingml/2006/main">
            <a:defPPr algn="ctr">
              <a:defRPr sz="5160" b="1">
                <a:solidFill>
                  <a:schemeClr val="tx1"/>
                </a:solidFill>
                <a:latin typeface="+mj-lt"/>
                <a:ea typeface="+mj-lt"/>
                <a:cs typeface="+mj-lt"/>
              </a:defRPr>
            </a:defPPr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5160" b="1">
                <a:solidFill>
                  <a:schemeClr val="tx1"/>
                </a:solidFill>
                <a:latin typeface="+mj-lt"/>
                <a:ea typeface="+mj-lt"/>
                <a:cs typeface="+mj-lt"/>
              </a:defRPr>
            </a:lvl1pPr>
            <a:lvl2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5160" b="1">
                <a:solidFill>
                  <a:schemeClr val="tx1"/>
                </a:solidFill>
                <a:latin typeface="+mj-lt"/>
                <a:ea typeface="+mj-lt"/>
                <a:cs typeface="+mj-lt"/>
              </a:defRPr>
            </a:lvl2pPr>
            <a:lvl3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5160" b="1">
                <a:solidFill>
                  <a:schemeClr val="tx1"/>
                </a:solidFill>
                <a:latin typeface="+mj-lt"/>
                <a:ea typeface="+mj-lt"/>
                <a:cs typeface="+mj-lt"/>
              </a:defRPr>
            </a:lvl3pPr>
            <a:lvl4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5160" b="1">
                <a:solidFill>
                  <a:schemeClr val="tx1"/>
                </a:solidFill>
                <a:latin typeface="+mj-lt"/>
                <a:ea typeface="+mj-lt"/>
                <a:cs typeface="+mj-lt"/>
              </a:defRPr>
            </a:lvl4pPr>
            <a:lvl5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5160" b="1">
                <a:solidFill>
                  <a:schemeClr val="tx1"/>
                </a:solidFill>
                <a:latin typeface="+mj-lt"/>
                <a:ea typeface="+mj-lt"/>
                <a:cs typeface="+mj-lt"/>
              </a:defRPr>
            </a:lvl5pPr>
            <a:lvl6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5160" b="1">
                <a:solidFill>
                  <a:schemeClr val="tx1"/>
                </a:solidFill>
                <a:latin typeface="+mj-lt"/>
                <a:ea typeface="+mj-lt"/>
                <a:cs typeface="+mj-lt"/>
              </a:defRPr>
            </a:lvl6pPr>
            <a:lvl7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5160" b="1">
                <a:solidFill>
                  <a:schemeClr val="tx1"/>
                </a:solidFill>
                <a:latin typeface="+mj-lt"/>
                <a:ea typeface="+mj-lt"/>
                <a:cs typeface="+mj-lt"/>
              </a:defRPr>
            </a:lvl7pPr>
            <a:lvl8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5160" b="1">
                <a:solidFill>
                  <a:schemeClr val="tx1"/>
                </a:solidFill>
                <a:latin typeface="+mj-lt"/>
                <a:ea typeface="+mj-lt"/>
                <a:cs typeface="+mj-lt"/>
              </a:defRPr>
            </a:lvl8pPr>
            <a:lvl9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5160" b="1">
                <a:solidFill>
                  <a:schemeClr val="tx1"/>
                </a:solidFill>
                <a:latin typeface="+mj-lt"/>
                <a:ea typeface="+mj-lt"/>
                <a:cs typeface="+mj-lt"/>
              </a:defRPr>
            </a:lvl9pPr>
          </a:lstStyle>
          <a:p xmlns:a="http://schemas.openxmlformats.org/drawingml/2006/main"/>
        </p:txBody>
      </p:sp>
      <p:sp>
        <p:nvSpPr>
          <p:cNvPr id="2" name="Subtitle">
            <a:extLst xmlns:a="http://schemas.openxmlformats.org/drawingml/2006/main">
              <a:ext uri="{FF2B5EF4-FFF2-40B4-BE49-F238E27FC236}">
                <a16:creationId xmlns:a16="http://schemas.microsoft.com/office/drawing/2014/main" id="{4B166240-3924-4982-9FBE-81800E47D59D}"/>
              </a:ext>
            </a:extLst>
          </p:cNvPr>
          <p:cNvSpPr>
            <a:spLocks xmlns:a="http://schemas.openxmlformats.org/drawingml/2006/main" noGrp="1"/>
          </p:cNvSpPr>
          <p:nvPr>
            <p:ph type="subTitle" idx="1"/>
          </p:nvPr>
        </p:nvSpPr>
        <p:spPr>
          <a:xfrm xmlns:a="http://schemas.openxmlformats.org/drawingml/2006/main">
            <a:off x="1965960" y="4054793"/>
            <a:ext cx="9174480" cy="81915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>
            <a:noFill/>
            <a:prstDash val="solid"/>
          </a:ln>
        </p:spPr>
        <p:txBody>
          <a:bodyPr xmlns:a="http://schemas.openxmlformats.org/drawingml/2006/main" wrap="square" lIns="0" tIns="0" rIns="0" bIns="0" anchor="ctr">
            <a:normAutofit/>
          </a:bodyPr>
          <a:lstStyle xmlns:a="http://schemas.openxmlformats.org/drawingml/2006/main">
            <a:defPPr algn="ctr">
              <a:defRPr sz="2258" b="0">
                <a:solidFill>
                  <a:schemeClr val="tx1"/>
                </a:solidFill>
                <a:latin typeface="+mn-lt"/>
                <a:ea typeface="+mn-lt"/>
                <a:cs typeface="+mn-lt"/>
              </a:defRPr>
            </a:defPPr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2258" b="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1pPr>
            <a:lvl2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2258" b="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2pPr>
            <a:lvl3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2258" b="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3pPr>
            <a:lvl4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2258" b="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4pPr>
            <a:lvl5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2258" b="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5pPr>
            <a:lvl6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2258" b="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6pPr>
            <a:lvl7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2258" b="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7pPr>
            <a:lvl8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2258" b="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8pPr>
            <a:lvl9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2258" b="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9pPr>
          </a:lstStyle>
          <a:p xmlns:a="http://schemas.openxmlformats.org/drawingml/2006/main"/>
        </p:txBody>
      </p:sp>
    </p:spTree>
  </p:cSld>
</p:sldLayout>
</file>

<file path=ppt/slideLayouts/slideLayout2.xml><?xml version="1.0" encoding="utf-8"?>
<p:sldLayout xmlns:p="http://schemas.openxmlformats.org/presentationml/2006/main">
  <p:cSld name="Section Header">
    <p:spTree>
      <p:nvGrpSpPr>
        <p:cNvPr id="1" name=""/>
        <p:cNvGrpSpPr/>
        <p:nvPr/>
      </p:nvGrpSpPr>
      <p:grpSpPr>
        <a:xfrm xmlns:a="http://schemas.openxmlformats.org/drawingml/2006/main"/>
      </p:grpSpPr>
      <p:sp>
        <p:nvSpPr>
          <p:cNvPr id="2" name="Section title">
            <a:extLst xmlns:a="http://schemas.openxmlformats.org/drawingml/2006/main">
              <a:ext uri="{FF2B5EF4-FFF2-40B4-BE49-F238E27FC236}">
                <a16:creationId xmlns:a16="http://schemas.microsoft.com/office/drawing/2014/main" id="{99971D3A-3FE6-465F-B68E-BC3C8685055D}"/>
              </a:ext>
            </a:extLst>
          </p:cNvPr>
          <p:cNvSpPr>
            <a:spLocks xmlns:a="http://schemas.openxmlformats.org/drawingml/2006/main" noGrp="1"/>
          </p:cNvSpPr>
          <p:nvPr>
            <p:ph type="title" idx="0"/>
          </p:nvPr>
        </p:nvSpPr>
        <p:spPr>
          <a:xfrm xmlns:a="http://schemas.openxmlformats.org/drawingml/2006/main">
            <a:off x="1310640" y="3071813"/>
            <a:ext cx="10485120" cy="122872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>
            <a:noFill/>
            <a:prstDash val="solid"/>
          </a:ln>
        </p:spPr>
        <p:txBody>
          <a:bodyPr xmlns:a="http://schemas.openxmlformats.org/drawingml/2006/main" wrap="square" lIns="0" tIns="0" rIns="0" bIns="0" anchor="ctr">
            <a:normAutofit/>
          </a:bodyPr>
          <a:lstStyle xmlns:a="http://schemas.openxmlformats.org/drawingml/2006/main">
            <a:defPPr algn="ctr">
              <a:defRPr sz="4515" b="1">
                <a:solidFill>
                  <a:schemeClr val="tx1"/>
                </a:solidFill>
                <a:latin typeface="+mj-lt"/>
                <a:ea typeface="+mj-lt"/>
                <a:cs typeface="+mj-lt"/>
              </a:defRPr>
            </a:defPPr>
            <a:lvl1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4515" b="1">
                <a:solidFill>
                  <a:schemeClr val="tx1"/>
                </a:solidFill>
                <a:latin typeface="+mj-lt"/>
                <a:ea typeface="+mj-lt"/>
                <a:cs typeface="+mj-lt"/>
              </a:defRPr>
            </a:lvl1pPr>
            <a:lvl2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4515" b="1">
                <a:solidFill>
                  <a:schemeClr val="tx1"/>
                </a:solidFill>
                <a:latin typeface="+mj-lt"/>
                <a:ea typeface="+mj-lt"/>
                <a:cs typeface="+mj-lt"/>
              </a:defRPr>
            </a:lvl2pPr>
            <a:lvl3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4515" b="1">
                <a:solidFill>
                  <a:schemeClr val="tx1"/>
                </a:solidFill>
                <a:latin typeface="+mj-lt"/>
                <a:ea typeface="+mj-lt"/>
                <a:cs typeface="+mj-lt"/>
              </a:defRPr>
            </a:lvl3pPr>
            <a:lvl4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4515" b="1">
                <a:solidFill>
                  <a:schemeClr val="tx1"/>
                </a:solidFill>
                <a:latin typeface="+mj-lt"/>
                <a:ea typeface="+mj-lt"/>
                <a:cs typeface="+mj-lt"/>
              </a:defRPr>
            </a:lvl4pPr>
            <a:lvl5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4515" b="1">
                <a:solidFill>
                  <a:schemeClr val="tx1"/>
                </a:solidFill>
                <a:latin typeface="+mj-lt"/>
                <a:ea typeface="+mj-lt"/>
                <a:cs typeface="+mj-lt"/>
              </a:defRPr>
            </a:lvl5pPr>
            <a:lvl6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4515" b="1">
                <a:solidFill>
                  <a:schemeClr val="tx1"/>
                </a:solidFill>
                <a:latin typeface="+mj-lt"/>
                <a:ea typeface="+mj-lt"/>
                <a:cs typeface="+mj-lt"/>
              </a:defRPr>
            </a:lvl6pPr>
            <a:lvl7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4515" b="1">
                <a:solidFill>
                  <a:schemeClr val="tx1"/>
                </a:solidFill>
                <a:latin typeface="+mj-lt"/>
                <a:ea typeface="+mj-lt"/>
                <a:cs typeface="+mj-lt"/>
              </a:defRPr>
            </a:lvl7pPr>
            <a:lvl8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4515" b="1">
                <a:solidFill>
                  <a:schemeClr val="tx1"/>
                </a:solidFill>
                <a:latin typeface="+mj-lt"/>
                <a:ea typeface="+mj-lt"/>
                <a:cs typeface="+mj-lt"/>
              </a:defRPr>
            </a:lvl8pPr>
            <a:lvl9pPr marL="0" indent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4515" b="1">
                <a:solidFill>
                  <a:schemeClr val="tx1"/>
                </a:solidFill>
                <a:latin typeface="+mj-lt"/>
                <a:ea typeface="+mj-lt"/>
                <a:cs typeface="+mj-lt"/>
              </a:defRPr>
            </a:lvl9pPr>
          </a:lstStyle>
          <a:p xmlns:a="http://schemas.openxmlformats.org/drawingml/2006/main"/>
        </p:txBody>
      </p:sp>
    </p:spTree>
  </p:cSld>
</p:sldLayout>
</file>

<file path=ppt/slideLayouts/slideLayout3.xml><?xml version="1.0" encoding="utf-8"?>
<p:sldLayout xmlns:p="http://schemas.openxmlformats.org/presentationml/2006/main">
  <p:cSld name="Title and Body">
    <p:spTree>
      <p:nvGrpSpPr>
        <p:cNvPr id="1" name=""/>
        <p:cNvGrpSpPr/>
        <p:nvPr/>
      </p:nvGrpSpPr>
      <p:grpSpPr>
        <a:xfrm xmlns:a="http://schemas.openxmlformats.org/drawingml/2006/main"/>
      </p:grpSpPr>
      <p:sp>
        <p:nvSpPr>
          <p:cNvPr id="3" name="Title">
            <a:extLst xmlns:a="http://schemas.openxmlformats.org/drawingml/2006/main">
              <a:ext uri="{FF2B5EF4-FFF2-40B4-BE49-F238E27FC236}">
                <a16:creationId xmlns:a16="http://schemas.microsoft.com/office/drawing/2014/main" id="{967AA581-854F-422B-8FFB-0C3F3FFBAFBE}"/>
              </a:ext>
            </a:extLst>
          </p:cNvPr>
          <p:cNvSpPr>
            <a:spLocks xmlns:a="http://schemas.openxmlformats.org/drawingml/2006/main" noGrp="1"/>
          </p:cNvSpPr>
          <p:nvPr>
            <p:ph type="title" idx="0"/>
          </p:nvPr>
        </p:nvSpPr>
        <p:spPr>
          <a:xfrm xmlns:a="http://schemas.openxmlformats.org/drawingml/2006/main">
            <a:off x="737235" y="573405"/>
            <a:ext cx="11631930" cy="90106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>
            <a:noFill/>
            <a:prstDash val="solid"/>
          </a:ln>
        </p:spPr>
        <p:txBody>
          <a:bodyPr xmlns:a="http://schemas.openxmlformats.org/drawingml/2006/main" wrap="square" lIns="0" tIns="0" rIns="0" bIns="0" anchor="t">
            <a:normAutofit/>
          </a:bodyPr>
          <a:lstStyle xmlns:a="http://schemas.openxmlformats.org/drawingml/2006/main">
            <a:defPPr algn="l">
              <a:defRPr sz="3548" b="1">
                <a:solidFill>
                  <a:schemeClr val="tx1"/>
                </a:solidFill>
                <a:latin typeface="+mj-lt"/>
                <a:ea typeface="+mj-lt"/>
                <a:cs typeface="+mj-lt"/>
              </a:defRPr>
            </a:defPPr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3548" b="1">
                <a:solidFill>
                  <a:schemeClr val="tx1"/>
                </a:solidFill>
                <a:latin typeface="+mj-lt"/>
                <a:ea typeface="+mj-lt"/>
                <a:cs typeface="+mj-lt"/>
              </a:defRPr>
            </a:lvl1pPr>
            <a:lvl2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3548" b="1">
                <a:solidFill>
                  <a:schemeClr val="tx1"/>
                </a:solidFill>
                <a:latin typeface="+mj-lt"/>
                <a:ea typeface="+mj-lt"/>
                <a:cs typeface="+mj-lt"/>
              </a:defRPr>
            </a:lvl2pPr>
            <a:lvl3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3548" b="1">
                <a:solidFill>
                  <a:schemeClr val="tx1"/>
                </a:solidFill>
                <a:latin typeface="+mj-lt"/>
                <a:ea typeface="+mj-lt"/>
                <a:cs typeface="+mj-lt"/>
              </a:defRPr>
            </a:lvl3pPr>
            <a:lvl4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3548" b="1">
                <a:solidFill>
                  <a:schemeClr val="tx1"/>
                </a:solidFill>
                <a:latin typeface="+mj-lt"/>
                <a:ea typeface="+mj-lt"/>
                <a:cs typeface="+mj-lt"/>
              </a:defRPr>
            </a:lvl4pPr>
            <a:lvl5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3548" b="1">
                <a:solidFill>
                  <a:schemeClr val="tx1"/>
                </a:solidFill>
                <a:latin typeface="+mj-lt"/>
                <a:ea typeface="+mj-lt"/>
                <a:cs typeface="+mj-lt"/>
              </a:defRPr>
            </a:lvl5pPr>
            <a:lvl6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3548" b="1">
                <a:solidFill>
                  <a:schemeClr val="tx1"/>
                </a:solidFill>
                <a:latin typeface="+mj-lt"/>
                <a:ea typeface="+mj-lt"/>
                <a:cs typeface="+mj-lt"/>
              </a:defRPr>
            </a:lvl6pPr>
            <a:lvl7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3548" b="1">
                <a:solidFill>
                  <a:schemeClr val="tx1"/>
                </a:solidFill>
                <a:latin typeface="+mj-lt"/>
                <a:ea typeface="+mj-lt"/>
                <a:cs typeface="+mj-lt"/>
              </a:defRPr>
            </a:lvl7pPr>
            <a:lvl8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3548" b="1">
                <a:solidFill>
                  <a:schemeClr val="tx1"/>
                </a:solidFill>
                <a:latin typeface="+mj-lt"/>
                <a:ea typeface="+mj-lt"/>
                <a:cs typeface="+mj-lt"/>
              </a:defRPr>
            </a:lvl8pPr>
            <a:lvl9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3548" b="1">
                <a:solidFill>
                  <a:schemeClr val="tx1"/>
                </a:solidFill>
                <a:latin typeface="+mj-lt"/>
                <a:ea typeface="+mj-lt"/>
                <a:cs typeface="+mj-lt"/>
              </a:defRPr>
            </a:lvl9pPr>
          </a:lstStyle>
          <a:p xmlns:a="http://schemas.openxmlformats.org/drawingml/2006/main"/>
        </p:txBody>
      </p:sp>
      <p:sp>
        <p:nvSpPr>
          <p:cNvPr id="2" name="Body">
            <a:extLst xmlns:a="http://schemas.openxmlformats.org/drawingml/2006/main">
              <a:ext uri="{FF2B5EF4-FFF2-40B4-BE49-F238E27FC236}">
                <a16:creationId xmlns:a16="http://schemas.microsoft.com/office/drawing/2014/main" id="{74D924BF-0855-4087-A168-5BCFEBBA9AB7}"/>
              </a:ext>
            </a:extLst>
          </p:cNvPr>
          <p:cNvSpPr>
            <a:spLocks xmlns:a="http://schemas.openxmlformats.org/drawingml/2006/main" noGrp="1"/>
          </p:cNvSpPr>
          <p:nvPr>
            <p:ph type="body" idx="1"/>
          </p:nvPr>
        </p:nvSpPr>
        <p:spPr>
          <a:xfrm xmlns:a="http://schemas.openxmlformats.org/drawingml/2006/main">
            <a:off x="737235" y="2047875"/>
            <a:ext cx="11631930" cy="458724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>
            <a:noFill/>
            <a:prstDash val="solid"/>
          </a:ln>
        </p:spPr>
        <p:txBody>
          <a:bodyPr xmlns:a="http://schemas.openxmlformats.org/drawingml/2006/main" wrap="square" lIns="0" tIns="0" rIns="0" bIns="0" anchor="t">
            <a:normAutofit/>
          </a:bodyPr>
          <a:lstStyle xmlns:a="http://schemas.openxmlformats.org/drawingml/2006/main">
            <a:defPPr algn="l">
              <a:defRPr sz="2419" b="0">
                <a:solidFill>
                  <a:schemeClr val="tx1"/>
                </a:solidFill>
                <a:latin typeface="+mn-lt"/>
                <a:ea typeface="+mn-lt"/>
                <a:cs typeface="+mn-lt"/>
              </a:defRPr>
            </a:defPPr>
            <a:lvl1pPr marL="245745" indent="-245745" algn="l">
              <a:lnSpc>
                <a:spcPct val="110000"/>
              </a:lnSpc>
              <a:spcBef>
                <a:spcPts val="0"/>
              </a:spcBef>
              <a:spcAft>
                <a:spcPts val="1290"/>
              </a:spcAft>
              <a:buChar char="•"/>
              <a:defRPr sz="2419" b="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1pPr>
            <a:lvl2pPr marL="573405" indent="-245745" algn="l">
              <a:lnSpc>
                <a:spcPct val="110000"/>
              </a:lnSpc>
              <a:spcBef>
                <a:spcPts val="0"/>
              </a:spcBef>
              <a:spcAft>
                <a:spcPts val="1290"/>
              </a:spcAft>
              <a:buChar char="•"/>
              <a:defRPr sz="2419" b="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2pPr>
            <a:lvl3pPr marL="901065" indent="-245745" algn="l">
              <a:lnSpc>
                <a:spcPct val="110000"/>
              </a:lnSpc>
              <a:spcBef>
                <a:spcPts val="0"/>
              </a:spcBef>
              <a:spcAft>
                <a:spcPts val="1290"/>
              </a:spcAft>
              <a:buChar char="•"/>
              <a:defRPr sz="2419" b="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3pPr>
            <a:lvl4pPr marL="1228725" indent="-245745" algn="l">
              <a:lnSpc>
                <a:spcPct val="110000"/>
              </a:lnSpc>
              <a:spcBef>
                <a:spcPts val="0"/>
              </a:spcBef>
              <a:spcAft>
                <a:spcPts val="1290"/>
              </a:spcAft>
              <a:buChar char="•"/>
              <a:defRPr sz="2419" b="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4pPr>
            <a:lvl5pPr marL="1556385" indent="-245745" algn="l">
              <a:lnSpc>
                <a:spcPct val="110000"/>
              </a:lnSpc>
              <a:spcBef>
                <a:spcPts val="0"/>
              </a:spcBef>
              <a:spcAft>
                <a:spcPts val="1290"/>
              </a:spcAft>
              <a:buChar char="•"/>
              <a:defRPr sz="2419" b="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5pPr>
            <a:lvl6pPr marL="1884045" indent="-245745" algn="l">
              <a:lnSpc>
                <a:spcPct val="110000"/>
              </a:lnSpc>
              <a:spcBef>
                <a:spcPts val="0"/>
              </a:spcBef>
              <a:spcAft>
                <a:spcPts val="1290"/>
              </a:spcAft>
              <a:buChar char="•"/>
              <a:defRPr sz="2419" b="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6pPr>
            <a:lvl7pPr marL="2211705" indent="-245745" algn="l">
              <a:lnSpc>
                <a:spcPct val="110000"/>
              </a:lnSpc>
              <a:spcBef>
                <a:spcPts val="0"/>
              </a:spcBef>
              <a:spcAft>
                <a:spcPts val="1290"/>
              </a:spcAft>
              <a:buChar char="•"/>
              <a:defRPr sz="2419" b="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7pPr>
            <a:lvl8pPr marL="2539365" indent="-245745" algn="l">
              <a:lnSpc>
                <a:spcPct val="110000"/>
              </a:lnSpc>
              <a:spcBef>
                <a:spcPts val="0"/>
              </a:spcBef>
              <a:spcAft>
                <a:spcPts val="1290"/>
              </a:spcAft>
              <a:buChar char="•"/>
              <a:defRPr sz="2419" b="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8pPr>
            <a:lvl9pPr marL="2867025" indent="-245745" algn="l">
              <a:lnSpc>
                <a:spcPct val="110000"/>
              </a:lnSpc>
              <a:spcBef>
                <a:spcPts val="0"/>
              </a:spcBef>
              <a:spcAft>
                <a:spcPts val="1290"/>
              </a:spcAft>
              <a:buChar char="•"/>
              <a:defRPr sz="2419" b="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9pPr>
          </a:lstStyle>
          <a:p xmlns:a="http://schemas.openxmlformats.org/drawingml/2006/main"/>
        </p:txBody>
      </p:sp>
    </p:spTree>
  </p:cSld>
</p:sldLayout>
</file>

<file path=ppt/slideLayouts/slideLayout4.xml><?xml version="1.0" encoding="utf-8"?>
<p:sldLayout xmlns:p="http://schemas.openxmlformats.org/presentationml/2006/main">
  <p:cSld name="Title and Two Column">
    <p:spTree>
      <p:nvGrpSpPr>
        <p:cNvPr id="1" name=""/>
        <p:cNvGrpSpPr/>
        <p:nvPr/>
      </p:nvGrpSpPr>
      <p:grpSpPr>
        <a:xfrm xmlns:a="http://schemas.openxmlformats.org/drawingml/2006/main"/>
      </p:grpSpPr>
      <p:sp>
        <p:nvSpPr>
          <p:cNvPr id="4" name="Title">
            <a:extLst xmlns:a="http://schemas.openxmlformats.org/drawingml/2006/main">
              <a:ext uri="{FF2B5EF4-FFF2-40B4-BE49-F238E27FC236}">
                <a16:creationId xmlns:a16="http://schemas.microsoft.com/office/drawing/2014/main" id="{E413CAA8-DE72-4D32-99A6-04234B97B976}"/>
              </a:ext>
            </a:extLst>
          </p:cNvPr>
          <p:cNvSpPr>
            <a:spLocks xmlns:a="http://schemas.openxmlformats.org/drawingml/2006/main" noGrp="1"/>
          </p:cNvSpPr>
          <p:nvPr>
            <p:ph type="title" idx="0"/>
          </p:nvPr>
        </p:nvSpPr>
        <p:spPr>
          <a:xfrm xmlns:a="http://schemas.openxmlformats.org/drawingml/2006/main">
            <a:off x="737235" y="573405"/>
            <a:ext cx="11631930" cy="90106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>
            <a:noFill/>
            <a:prstDash val="solid"/>
          </a:ln>
        </p:spPr>
        <p:txBody>
          <a:bodyPr xmlns:a="http://schemas.openxmlformats.org/drawingml/2006/main" wrap="square" lIns="0" tIns="0" rIns="0" bIns="0" anchor="t">
            <a:normAutofit/>
          </a:bodyPr>
          <a:lstStyle xmlns:a="http://schemas.openxmlformats.org/drawingml/2006/main">
            <a:defPPr algn="l">
              <a:defRPr sz="3548" b="1">
                <a:solidFill>
                  <a:schemeClr val="tx1"/>
                </a:solidFill>
                <a:latin typeface="+mj-lt"/>
                <a:ea typeface="+mj-lt"/>
                <a:cs typeface="+mj-lt"/>
              </a:defRPr>
            </a:defPPr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3548" b="1">
                <a:solidFill>
                  <a:schemeClr val="tx1"/>
                </a:solidFill>
                <a:latin typeface="+mj-lt"/>
                <a:ea typeface="+mj-lt"/>
                <a:cs typeface="+mj-lt"/>
              </a:defRPr>
            </a:lvl1pPr>
            <a:lvl2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3548" b="1">
                <a:solidFill>
                  <a:schemeClr val="tx1"/>
                </a:solidFill>
                <a:latin typeface="+mj-lt"/>
                <a:ea typeface="+mj-lt"/>
                <a:cs typeface="+mj-lt"/>
              </a:defRPr>
            </a:lvl2pPr>
            <a:lvl3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3548" b="1">
                <a:solidFill>
                  <a:schemeClr val="tx1"/>
                </a:solidFill>
                <a:latin typeface="+mj-lt"/>
                <a:ea typeface="+mj-lt"/>
                <a:cs typeface="+mj-lt"/>
              </a:defRPr>
            </a:lvl3pPr>
            <a:lvl4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3548" b="1">
                <a:solidFill>
                  <a:schemeClr val="tx1"/>
                </a:solidFill>
                <a:latin typeface="+mj-lt"/>
                <a:ea typeface="+mj-lt"/>
                <a:cs typeface="+mj-lt"/>
              </a:defRPr>
            </a:lvl4pPr>
            <a:lvl5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3548" b="1">
                <a:solidFill>
                  <a:schemeClr val="tx1"/>
                </a:solidFill>
                <a:latin typeface="+mj-lt"/>
                <a:ea typeface="+mj-lt"/>
                <a:cs typeface="+mj-lt"/>
              </a:defRPr>
            </a:lvl5pPr>
            <a:lvl6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3548" b="1">
                <a:solidFill>
                  <a:schemeClr val="tx1"/>
                </a:solidFill>
                <a:latin typeface="+mj-lt"/>
                <a:ea typeface="+mj-lt"/>
                <a:cs typeface="+mj-lt"/>
              </a:defRPr>
            </a:lvl6pPr>
            <a:lvl7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3548" b="1">
                <a:solidFill>
                  <a:schemeClr val="tx1"/>
                </a:solidFill>
                <a:latin typeface="+mj-lt"/>
                <a:ea typeface="+mj-lt"/>
                <a:cs typeface="+mj-lt"/>
              </a:defRPr>
            </a:lvl7pPr>
            <a:lvl8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3548" b="1">
                <a:solidFill>
                  <a:schemeClr val="tx1"/>
                </a:solidFill>
                <a:latin typeface="+mj-lt"/>
                <a:ea typeface="+mj-lt"/>
                <a:cs typeface="+mj-lt"/>
              </a:defRPr>
            </a:lvl8pPr>
            <a:lvl9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3548" b="1">
                <a:solidFill>
                  <a:schemeClr val="tx1"/>
                </a:solidFill>
                <a:latin typeface="+mj-lt"/>
                <a:ea typeface="+mj-lt"/>
                <a:cs typeface="+mj-lt"/>
              </a:defRPr>
            </a:lvl9pPr>
          </a:lstStyle>
          <a:p xmlns:a="http://schemas.openxmlformats.org/drawingml/2006/main"/>
        </p:txBody>
      </p:sp>
      <p:sp>
        <p:nvSpPr>
          <p:cNvPr id="2" name="Left column">
            <a:extLst xmlns:a="http://schemas.openxmlformats.org/drawingml/2006/main">
              <a:ext uri="{FF2B5EF4-FFF2-40B4-BE49-F238E27FC236}">
                <a16:creationId xmlns:a16="http://schemas.microsoft.com/office/drawing/2014/main" id="{B8EB4558-5C30-4F81-BD6F-E6DC9A0F7778}"/>
              </a:ext>
            </a:extLst>
          </p:cNvPr>
          <p:cNvSpPr>
            <a:spLocks xmlns:a="http://schemas.openxmlformats.org/drawingml/2006/main" noGrp="1"/>
          </p:cNvSpPr>
          <p:nvPr>
            <p:ph type="body" idx="1"/>
          </p:nvPr>
        </p:nvSpPr>
        <p:spPr>
          <a:xfrm xmlns:a="http://schemas.openxmlformats.org/drawingml/2006/main">
            <a:off x="737235" y="2047875"/>
            <a:ext cx="5406390" cy="458724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>
            <a:noFill/>
            <a:prstDash val="solid"/>
          </a:ln>
        </p:spPr>
        <p:txBody>
          <a:bodyPr xmlns:a="http://schemas.openxmlformats.org/drawingml/2006/main" wrap="square" lIns="0" tIns="0" rIns="0" bIns="0" anchor="t">
            <a:normAutofit/>
          </a:bodyPr>
          <a:lstStyle xmlns:a="http://schemas.openxmlformats.org/drawingml/2006/main">
            <a:defPPr algn="l">
              <a:defRPr sz="2258" b="0">
                <a:solidFill>
                  <a:schemeClr val="tx1"/>
                </a:solidFill>
                <a:latin typeface="+mn-lt"/>
                <a:ea typeface="+mn-lt"/>
                <a:cs typeface="+mn-lt"/>
              </a:defRPr>
            </a:defPPr>
            <a:lvl1pPr marL="245745" indent="-245745" algn="l">
              <a:lnSpc>
                <a:spcPct val="110000"/>
              </a:lnSpc>
              <a:spcBef>
                <a:spcPts val="0"/>
              </a:spcBef>
              <a:spcAft>
                <a:spcPts val="1290"/>
              </a:spcAft>
              <a:buChar char="•"/>
              <a:defRPr sz="2258" b="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1pPr>
            <a:lvl2pPr marL="573405" indent="-245745" algn="l">
              <a:lnSpc>
                <a:spcPct val="110000"/>
              </a:lnSpc>
              <a:spcBef>
                <a:spcPts val="0"/>
              </a:spcBef>
              <a:spcAft>
                <a:spcPts val="1290"/>
              </a:spcAft>
              <a:buChar char="•"/>
              <a:defRPr sz="2258" b="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2pPr>
            <a:lvl3pPr marL="901065" indent="-245745" algn="l">
              <a:lnSpc>
                <a:spcPct val="110000"/>
              </a:lnSpc>
              <a:spcBef>
                <a:spcPts val="0"/>
              </a:spcBef>
              <a:spcAft>
                <a:spcPts val="1290"/>
              </a:spcAft>
              <a:buChar char="•"/>
              <a:defRPr sz="2258" b="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3pPr>
            <a:lvl4pPr marL="1228725" indent="-245745" algn="l">
              <a:lnSpc>
                <a:spcPct val="110000"/>
              </a:lnSpc>
              <a:spcBef>
                <a:spcPts val="0"/>
              </a:spcBef>
              <a:spcAft>
                <a:spcPts val="1290"/>
              </a:spcAft>
              <a:buChar char="•"/>
              <a:defRPr sz="2258" b="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4pPr>
            <a:lvl5pPr marL="1556385" indent="-245745" algn="l">
              <a:lnSpc>
                <a:spcPct val="110000"/>
              </a:lnSpc>
              <a:spcBef>
                <a:spcPts val="0"/>
              </a:spcBef>
              <a:spcAft>
                <a:spcPts val="1290"/>
              </a:spcAft>
              <a:buChar char="•"/>
              <a:defRPr sz="2258" b="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5pPr>
            <a:lvl6pPr marL="1884045" indent="-245745" algn="l">
              <a:lnSpc>
                <a:spcPct val="110000"/>
              </a:lnSpc>
              <a:spcBef>
                <a:spcPts val="0"/>
              </a:spcBef>
              <a:spcAft>
                <a:spcPts val="1290"/>
              </a:spcAft>
              <a:buChar char="•"/>
              <a:defRPr sz="2258" b="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6pPr>
            <a:lvl7pPr marL="2211705" indent="-245745" algn="l">
              <a:lnSpc>
                <a:spcPct val="110000"/>
              </a:lnSpc>
              <a:spcBef>
                <a:spcPts val="0"/>
              </a:spcBef>
              <a:spcAft>
                <a:spcPts val="1290"/>
              </a:spcAft>
              <a:buChar char="•"/>
              <a:defRPr sz="2258" b="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7pPr>
            <a:lvl8pPr marL="2539365" indent="-245745" algn="l">
              <a:lnSpc>
                <a:spcPct val="110000"/>
              </a:lnSpc>
              <a:spcBef>
                <a:spcPts val="0"/>
              </a:spcBef>
              <a:spcAft>
                <a:spcPts val="1290"/>
              </a:spcAft>
              <a:buChar char="•"/>
              <a:defRPr sz="2258" b="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8pPr>
            <a:lvl9pPr marL="2867025" indent="-245745" algn="l">
              <a:lnSpc>
                <a:spcPct val="110000"/>
              </a:lnSpc>
              <a:spcBef>
                <a:spcPts val="0"/>
              </a:spcBef>
              <a:spcAft>
                <a:spcPts val="1290"/>
              </a:spcAft>
              <a:buChar char="•"/>
              <a:defRPr sz="2258" b="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9pPr>
          </a:lstStyle>
          <a:p xmlns:a="http://schemas.openxmlformats.org/drawingml/2006/main"/>
        </p:txBody>
      </p:sp>
      <p:sp>
        <p:nvSpPr>
          <p:cNvPr id="3" name="Right column">
            <a:extLst xmlns:a="http://schemas.openxmlformats.org/drawingml/2006/main">
              <a:ext uri="{FF2B5EF4-FFF2-40B4-BE49-F238E27FC236}">
                <a16:creationId xmlns:a16="http://schemas.microsoft.com/office/drawing/2014/main" id="{89C2AC56-09A1-4D4C-AD47-9A69DDDEFC1C}"/>
              </a:ext>
            </a:extLst>
          </p:cNvPr>
          <p:cNvSpPr>
            <a:spLocks xmlns:a="http://schemas.openxmlformats.org/drawingml/2006/main" noGrp="1"/>
          </p:cNvSpPr>
          <p:nvPr>
            <p:ph type="body" idx="2"/>
          </p:nvPr>
        </p:nvSpPr>
        <p:spPr>
          <a:xfrm xmlns:a="http://schemas.openxmlformats.org/drawingml/2006/main">
            <a:off x="6962775" y="2047875"/>
            <a:ext cx="5406390" cy="458724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>
            <a:noFill/>
            <a:prstDash val="solid"/>
          </a:ln>
        </p:spPr>
        <p:txBody>
          <a:bodyPr xmlns:a="http://schemas.openxmlformats.org/drawingml/2006/main" wrap="square" lIns="0" tIns="0" rIns="0" bIns="0" anchor="t">
            <a:normAutofit/>
          </a:bodyPr>
          <a:lstStyle xmlns:a="http://schemas.openxmlformats.org/drawingml/2006/main">
            <a:defPPr algn="l">
              <a:defRPr sz="2258" b="0">
                <a:solidFill>
                  <a:schemeClr val="tx1"/>
                </a:solidFill>
                <a:latin typeface="+mn-lt"/>
                <a:ea typeface="+mn-lt"/>
                <a:cs typeface="+mn-lt"/>
              </a:defRPr>
            </a:defPPr>
            <a:lvl1pPr marL="245745" indent="-245745" algn="l">
              <a:lnSpc>
                <a:spcPct val="110000"/>
              </a:lnSpc>
              <a:spcBef>
                <a:spcPts val="0"/>
              </a:spcBef>
              <a:spcAft>
                <a:spcPts val="1290"/>
              </a:spcAft>
              <a:buChar char="•"/>
              <a:defRPr sz="2258" b="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1pPr>
            <a:lvl2pPr marL="573405" indent="-245745" algn="l">
              <a:lnSpc>
                <a:spcPct val="110000"/>
              </a:lnSpc>
              <a:spcBef>
                <a:spcPts val="0"/>
              </a:spcBef>
              <a:spcAft>
                <a:spcPts val="1290"/>
              </a:spcAft>
              <a:buChar char="•"/>
              <a:defRPr sz="2258" b="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2pPr>
            <a:lvl3pPr marL="901065" indent="-245745" algn="l">
              <a:lnSpc>
                <a:spcPct val="110000"/>
              </a:lnSpc>
              <a:spcBef>
                <a:spcPts val="0"/>
              </a:spcBef>
              <a:spcAft>
                <a:spcPts val="1290"/>
              </a:spcAft>
              <a:buChar char="•"/>
              <a:defRPr sz="2258" b="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3pPr>
            <a:lvl4pPr marL="1228725" indent="-245745" algn="l">
              <a:lnSpc>
                <a:spcPct val="110000"/>
              </a:lnSpc>
              <a:spcBef>
                <a:spcPts val="0"/>
              </a:spcBef>
              <a:spcAft>
                <a:spcPts val="1290"/>
              </a:spcAft>
              <a:buChar char="•"/>
              <a:defRPr sz="2258" b="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4pPr>
            <a:lvl5pPr marL="1556385" indent="-245745" algn="l">
              <a:lnSpc>
                <a:spcPct val="110000"/>
              </a:lnSpc>
              <a:spcBef>
                <a:spcPts val="0"/>
              </a:spcBef>
              <a:spcAft>
                <a:spcPts val="1290"/>
              </a:spcAft>
              <a:buChar char="•"/>
              <a:defRPr sz="2258" b="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5pPr>
            <a:lvl6pPr marL="1884045" indent="-245745" algn="l">
              <a:lnSpc>
                <a:spcPct val="110000"/>
              </a:lnSpc>
              <a:spcBef>
                <a:spcPts val="0"/>
              </a:spcBef>
              <a:spcAft>
                <a:spcPts val="1290"/>
              </a:spcAft>
              <a:buChar char="•"/>
              <a:defRPr sz="2258" b="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6pPr>
            <a:lvl7pPr marL="2211705" indent="-245745" algn="l">
              <a:lnSpc>
                <a:spcPct val="110000"/>
              </a:lnSpc>
              <a:spcBef>
                <a:spcPts val="0"/>
              </a:spcBef>
              <a:spcAft>
                <a:spcPts val="1290"/>
              </a:spcAft>
              <a:buChar char="•"/>
              <a:defRPr sz="2258" b="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7pPr>
            <a:lvl8pPr marL="2539365" indent="-245745" algn="l">
              <a:lnSpc>
                <a:spcPct val="110000"/>
              </a:lnSpc>
              <a:spcBef>
                <a:spcPts val="0"/>
              </a:spcBef>
              <a:spcAft>
                <a:spcPts val="1290"/>
              </a:spcAft>
              <a:buChar char="•"/>
              <a:defRPr sz="2258" b="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8pPr>
            <a:lvl9pPr marL="2867025" indent="-245745" algn="l">
              <a:lnSpc>
                <a:spcPct val="110000"/>
              </a:lnSpc>
              <a:spcBef>
                <a:spcPts val="0"/>
              </a:spcBef>
              <a:spcAft>
                <a:spcPts val="1290"/>
              </a:spcAft>
              <a:buChar char="•"/>
              <a:defRPr sz="2258" b="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9pPr>
          </a:lstStyle>
          <a:p xmlns:a="http://schemas.openxmlformats.org/drawingml/2006/main"/>
        </p:txBody>
      </p:sp>
    </p:spTree>
  </p:cSld>
</p:sldLayout>
</file>

<file path=ppt/slideLayouts/slideLayout5.xml><?xml version="1.0" encoding="utf-8"?>
<p:sldLayout xmlns:p="http://schemas.openxmlformats.org/presentationml/2006/main">
  <p:cSld name="Title and One Column">
    <p:spTree>
      <p:nvGrpSpPr>
        <p:cNvPr id="1" name=""/>
        <p:cNvGrpSpPr/>
        <p:nvPr/>
      </p:nvGrpSpPr>
      <p:grpSpPr>
        <a:xfrm xmlns:a="http://schemas.openxmlformats.org/drawingml/2006/main"/>
      </p:grpSpPr>
      <p:sp>
        <p:nvSpPr>
          <p:cNvPr id="3" name="Title">
            <a:extLst xmlns:a="http://schemas.openxmlformats.org/drawingml/2006/main">
              <a:ext uri="{FF2B5EF4-FFF2-40B4-BE49-F238E27FC236}">
                <a16:creationId xmlns:a16="http://schemas.microsoft.com/office/drawing/2014/main" id="{8FBFE0AB-3860-46FF-8E6D-0BB46A250156}"/>
              </a:ext>
            </a:extLst>
          </p:cNvPr>
          <p:cNvSpPr>
            <a:spLocks xmlns:a="http://schemas.openxmlformats.org/drawingml/2006/main" noGrp="1"/>
          </p:cNvSpPr>
          <p:nvPr>
            <p:ph type="title" idx="0"/>
          </p:nvPr>
        </p:nvSpPr>
        <p:spPr>
          <a:xfrm xmlns:a="http://schemas.openxmlformats.org/drawingml/2006/main">
            <a:off x="737235" y="573405"/>
            <a:ext cx="11631930" cy="90106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>
            <a:noFill/>
            <a:prstDash val="solid"/>
          </a:ln>
        </p:spPr>
        <p:txBody>
          <a:bodyPr xmlns:a="http://schemas.openxmlformats.org/drawingml/2006/main" wrap="square" lIns="0" tIns="0" rIns="0" bIns="0" anchor="t">
            <a:normAutofit/>
          </a:bodyPr>
          <a:lstStyle xmlns:a="http://schemas.openxmlformats.org/drawingml/2006/main">
            <a:defPPr algn="l">
              <a:defRPr sz="3548" b="1">
                <a:solidFill>
                  <a:schemeClr val="tx1"/>
                </a:solidFill>
                <a:latin typeface="+mj-lt"/>
                <a:ea typeface="+mj-lt"/>
                <a:cs typeface="+mj-lt"/>
              </a:defRPr>
            </a:defPPr>
            <a:lvl1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3548" b="1">
                <a:solidFill>
                  <a:schemeClr val="tx1"/>
                </a:solidFill>
                <a:latin typeface="+mj-lt"/>
                <a:ea typeface="+mj-lt"/>
                <a:cs typeface="+mj-lt"/>
              </a:defRPr>
            </a:lvl1pPr>
            <a:lvl2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3548" b="1">
                <a:solidFill>
                  <a:schemeClr val="tx1"/>
                </a:solidFill>
                <a:latin typeface="+mj-lt"/>
                <a:ea typeface="+mj-lt"/>
                <a:cs typeface="+mj-lt"/>
              </a:defRPr>
            </a:lvl2pPr>
            <a:lvl3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3548" b="1">
                <a:solidFill>
                  <a:schemeClr val="tx1"/>
                </a:solidFill>
                <a:latin typeface="+mj-lt"/>
                <a:ea typeface="+mj-lt"/>
                <a:cs typeface="+mj-lt"/>
              </a:defRPr>
            </a:lvl3pPr>
            <a:lvl4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3548" b="1">
                <a:solidFill>
                  <a:schemeClr val="tx1"/>
                </a:solidFill>
                <a:latin typeface="+mj-lt"/>
                <a:ea typeface="+mj-lt"/>
                <a:cs typeface="+mj-lt"/>
              </a:defRPr>
            </a:lvl4pPr>
            <a:lvl5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3548" b="1">
                <a:solidFill>
                  <a:schemeClr val="tx1"/>
                </a:solidFill>
                <a:latin typeface="+mj-lt"/>
                <a:ea typeface="+mj-lt"/>
                <a:cs typeface="+mj-lt"/>
              </a:defRPr>
            </a:lvl5pPr>
            <a:lvl6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3548" b="1">
                <a:solidFill>
                  <a:schemeClr val="tx1"/>
                </a:solidFill>
                <a:latin typeface="+mj-lt"/>
                <a:ea typeface="+mj-lt"/>
                <a:cs typeface="+mj-lt"/>
              </a:defRPr>
            </a:lvl6pPr>
            <a:lvl7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3548" b="1">
                <a:solidFill>
                  <a:schemeClr val="tx1"/>
                </a:solidFill>
                <a:latin typeface="+mj-lt"/>
                <a:ea typeface="+mj-lt"/>
                <a:cs typeface="+mj-lt"/>
              </a:defRPr>
            </a:lvl7pPr>
            <a:lvl8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3548" b="1">
                <a:solidFill>
                  <a:schemeClr val="tx1"/>
                </a:solidFill>
                <a:latin typeface="+mj-lt"/>
                <a:ea typeface="+mj-lt"/>
                <a:cs typeface="+mj-lt"/>
              </a:defRPr>
            </a:lvl8pPr>
            <a:lvl9pPr marL="0" indent="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3548" b="1">
                <a:solidFill>
                  <a:schemeClr val="tx1"/>
                </a:solidFill>
                <a:latin typeface="+mj-lt"/>
                <a:ea typeface="+mj-lt"/>
                <a:cs typeface="+mj-lt"/>
              </a:defRPr>
            </a:lvl9pPr>
          </a:lstStyle>
          <a:p xmlns:a="http://schemas.openxmlformats.org/drawingml/2006/main"/>
        </p:txBody>
      </p:sp>
      <p:sp>
        <p:nvSpPr>
          <p:cNvPr id="2" name="Left column">
            <a:extLst xmlns:a="http://schemas.openxmlformats.org/drawingml/2006/main">
              <a:ext uri="{FF2B5EF4-FFF2-40B4-BE49-F238E27FC236}">
                <a16:creationId xmlns:a16="http://schemas.microsoft.com/office/drawing/2014/main" id="{54C5F8AD-7B5F-4371-8876-8AAC9DE712C6}"/>
              </a:ext>
            </a:extLst>
          </p:cNvPr>
          <p:cNvSpPr>
            <a:spLocks xmlns:a="http://schemas.openxmlformats.org/drawingml/2006/main" noGrp="1"/>
          </p:cNvSpPr>
          <p:nvPr>
            <p:ph type="body" idx="1"/>
          </p:nvPr>
        </p:nvSpPr>
        <p:spPr>
          <a:xfrm xmlns:a="http://schemas.openxmlformats.org/drawingml/2006/main">
            <a:off x="737235" y="2047875"/>
            <a:ext cx="5406390" cy="458724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>
            <a:noFill/>
            <a:prstDash val="solid"/>
          </a:ln>
        </p:spPr>
        <p:txBody>
          <a:bodyPr xmlns:a="http://schemas.openxmlformats.org/drawingml/2006/main" wrap="square" lIns="0" tIns="0" rIns="0" bIns="0" anchor="t">
            <a:normAutofit/>
          </a:bodyPr>
          <a:lstStyle xmlns:a="http://schemas.openxmlformats.org/drawingml/2006/main">
            <a:defPPr algn="l">
              <a:defRPr sz="2419" b="0">
                <a:solidFill>
                  <a:schemeClr val="tx1"/>
                </a:solidFill>
                <a:latin typeface="+mn-lt"/>
                <a:ea typeface="+mn-lt"/>
                <a:cs typeface="+mn-lt"/>
              </a:defRPr>
            </a:defPPr>
            <a:lvl1pPr marL="245745" indent="-245745" algn="l">
              <a:lnSpc>
                <a:spcPct val="110000"/>
              </a:lnSpc>
              <a:spcBef>
                <a:spcPts val="0"/>
              </a:spcBef>
              <a:spcAft>
                <a:spcPts val="1290"/>
              </a:spcAft>
              <a:buChar char="•"/>
              <a:defRPr sz="2419" b="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1pPr>
            <a:lvl2pPr marL="573405" indent="-245745" algn="l">
              <a:lnSpc>
                <a:spcPct val="110000"/>
              </a:lnSpc>
              <a:spcBef>
                <a:spcPts val="0"/>
              </a:spcBef>
              <a:spcAft>
                <a:spcPts val="1290"/>
              </a:spcAft>
              <a:buChar char="•"/>
              <a:defRPr sz="2419" b="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2pPr>
            <a:lvl3pPr marL="901065" indent="-245745" algn="l">
              <a:lnSpc>
                <a:spcPct val="110000"/>
              </a:lnSpc>
              <a:spcBef>
                <a:spcPts val="0"/>
              </a:spcBef>
              <a:spcAft>
                <a:spcPts val="1290"/>
              </a:spcAft>
              <a:buChar char="•"/>
              <a:defRPr sz="2419" b="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3pPr>
            <a:lvl4pPr marL="1228725" indent="-245745" algn="l">
              <a:lnSpc>
                <a:spcPct val="110000"/>
              </a:lnSpc>
              <a:spcBef>
                <a:spcPts val="0"/>
              </a:spcBef>
              <a:spcAft>
                <a:spcPts val="1290"/>
              </a:spcAft>
              <a:buChar char="•"/>
              <a:defRPr sz="2419" b="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4pPr>
            <a:lvl5pPr marL="1556385" indent="-245745" algn="l">
              <a:lnSpc>
                <a:spcPct val="110000"/>
              </a:lnSpc>
              <a:spcBef>
                <a:spcPts val="0"/>
              </a:spcBef>
              <a:spcAft>
                <a:spcPts val="1290"/>
              </a:spcAft>
              <a:buChar char="•"/>
              <a:defRPr sz="2419" b="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5pPr>
            <a:lvl6pPr marL="1884045" indent="-245745" algn="l">
              <a:lnSpc>
                <a:spcPct val="110000"/>
              </a:lnSpc>
              <a:spcBef>
                <a:spcPts val="0"/>
              </a:spcBef>
              <a:spcAft>
                <a:spcPts val="1290"/>
              </a:spcAft>
              <a:buChar char="•"/>
              <a:defRPr sz="2419" b="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6pPr>
            <a:lvl7pPr marL="2211705" indent="-245745" algn="l">
              <a:lnSpc>
                <a:spcPct val="110000"/>
              </a:lnSpc>
              <a:spcBef>
                <a:spcPts val="0"/>
              </a:spcBef>
              <a:spcAft>
                <a:spcPts val="1290"/>
              </a:spcAft>
              <a:buChar char="•"/>
              <a:defRPr sz="2419" b="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7pPr>
            <a:lvl8pPr marL="2539365" indent="-245745" algn="l">
              <a:lnSpc>
                <a:spcPct val="110000"/>
              </a:lnSpc>
              <a:spcBef>
                <a:spcPts val="0"/>
              </a:spcBef>
              <a:spcAft>
                <a:spcPts val="1290"/>
              </a:spcAft>
              <a:buChar char="•"/>
              <a:defRPr sz="2419" b="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8pPr>
            <a:lvl9pPr marL="2867025" indent="-245745" algn="l">
              <a:lnSpc>
                <a:spcPct val="110000"/>
              </a:lnSpc>
              <a:spcBef>
                <a:spcPts val="0"/>
              </a:spcBef>
              <a:spcAft>
                <a:spcPts val="1290"/>
              </a:spcAft>
              <a:buChar char="•"/>
              <a:defRPr sz="2419" b="0">
                <a:solidFill>
                  <a:schemeClr val="tx1"/>
                </a:solidFill>
                <a:latin typeface="+mn-lt"/>
                <a:ea typeface="+mn-lt"/>
                <a:cs typeface="+mn-lt"/>
              </a:defRPr>
            </a:lvl9pPr>
          </a:lstStyle>
          <a:p xmlns:a="http://schemas.openxmlformats.org/drawingml/2006/main"/>
        </p:txBody>
      </p:sp>
    </p:spTree>
  </p:cSld>
</p:sldLayout>
</file>

<file path=ppt/slideLayouts/slideLayout6.xml><?xml version="1.0" encoding="utf-8"?>
<p:sldLayout xmlns:p="http://schemas.openxmlformats.org/presentationml/2006/main" type="blank">
  <p:cSld name="Blank">
    <p:spTree>
      <p:nvGrpSpPr>
        <p:cNvPr id="1" name=""/>
        <p:cNvGrpSpPr/>
        <p:nvPr/>
      </p:nvGrpSpPr>
      <p:grpSpPr>
        <a:xfrm xmlns:a="http://schemas.openxmlformats.org/drawingml/2006/main"/>
      </p:grpSpPr>
    </p:spTree>
  </p:cSld>
</p:sldLayout>
</file>

<file path=ppt/slideMasters/_rels/slideMaster1.xml.rels>&#65279;<?xml version="1.0" encoding="utf-8"?><Relationships xmlns="http://schemas.openxmlformats.org/package/2006/relationships"><Relationship Type="http://schemas.openxmlformats.org/officeDocument/2006/relationships/theme" Target="/ppt/slideMasters/theme/theme2.xml" Id="R879035d833934cab" /><Relationship Type="http://schemas.openxmlformats.org/officeDocument/2006/relationships/slideLayout" Target="/ppt/slideLayouts/slideLayout1.xml" Id="Rbabcc8c04552412d" /><Relationship Type="http://schemas.openxmlformats.org/officeDocument/2006/relationships/slideLayout" Target="/ppt/slideLayouts/slideLayout2.xml" Id="R8bc68747d5ee47d8" /><Relationship Type="http://schemas.openxmlformats.org/officeDocument/2006/relationships/slideLayout" Target="/ppt/slideLayouts/slideLayout3.xml" Id="Rc7dd8349c1be403f" /><Relationship Type="http://schemas.openxmlformats.org/officeDocument/2006/relationships/slideLayout" Target="/ppt/slideLayouts/slideLayout4.xml" Id="Rf8fa922a40234813" /><Relationship Type="http://schemas.openxmlformats.org/officeDocument/2006/relationships/slideLayout" Target="/ppt/slideLayouts/slideLayout5.xml" Id="R10188ac2f6c3497b" /><Relationship Type="http://schemas.openxmlformats.org/officeDocument/2006/relationships/slideLayout" Target="/ppt/slideLayouts/slideLayout6.xml" Id="R101f13a60143449d" /></Relationships>
</file>

<file path=ppt/slideMasters/slideMaster1.xml><?xml version="1.0" encoding="utf-8"?>
<p:sldMaster xmlns:p="http://schemas.openxmlformats.org/presentationml/2006/main">
  <p:cSld name="Master">
    <p:bg>
      <p:bgRef idx="1001">
        <a:schemeClr xmlns:a="http://schemas.openxmlformats.org/drawingml/2006/main" val="bg1"/>
      </p:bgRef>
    </p:bg>
    <p:spTree>
      <p:nvGrpSpPr>
        <p:cNvPr id="1" name=""/>
        <p:cNvGrpSpPr/>
        <p:nvPr/>
      </p:nvGrpSpPr>
      <p:grpSpPr>
        <a:xfrm xmlns:a="http://schemas.openxmlformats.org/drawingml/2006/main"/>
      </p:grpSpPr>
    </p:spTree>
  </p:cSld>
  <p:clrMap bg1="lt1" tx1="dk1" bg2="lt2" tx2="dk2" accent1="accent1" accent2="accent2" accent3="accent3" accent4="accent4" accent5="accent5" accent6="accent6" hlink="hlink" folHlink="folHlink"/>
  <p:sldLayoutIdLst>
    <p:sldLayoutId xmlns:r="http://schemas.openxmlformats.org/officeDocument/2006/relationships" id="2147483649" r:id="Rbabcc8c04552412d"/>
    <p:sldLayoutId xmlns:r="http://schemas.openxmlformats.org/officeDocument/2006/relationships" id="2147483650" r:id="R8bc68747d5ee47d8"/>
    <p:sldLayoutId xmlns:r="http://schemas.openxmlformats.org/officeDocument/2006/relationships" id="2147483651" r:id="Rc7dd8349c1be403f"/>
    <p:sldLayoutId xmlns:r="http://schemas.openxmlformats.org/officeDocument/2006/relationships" id="2147483652" r:id="Rf8fa922a40234813"/>
    <p:sldLayoutId xmlns:r="http://schemas.openxmlformats.org/officeDocument/2006/relationships" id="2147483653" r:id="R10188ac2f6c3497b"/>
    <p:sldLayoutId xmlns:r="http://schemas.openxmlformats.org/officeDocument/2006/relationships" id="2147483654" r:id="R101f13a60143449d"/>
  </p:sldLayoutIdLst>
  <p:txStyles>
    <p:titleStyle>
      <a:lvl1pPr xmlns:a="http://schemas.openxmlformats.org/drawingml/2006/main" algn="l">
        <a:lnSpc>
          <a:spcPct val="90000"/>
        </a:lnSpc>
        <a:spcBef>
          <a:spcPts val="0"/>
        </a:spcBef>
        <a:buNone/>
        <a:defRPr sz="4400">
          <a:solidFill>
            <a:schemeClr val="tx1"/>
          </a:solidFill>
          <a:latin typeface="+mj-lt"/>
          <a:ea typeface="+mj-lt"/>
          <a:cs typeface="+mj-lt"/>
        </a:defRPr>
      </a:lvl1pPr>
    </p:titleStyle>
    <p:bodyStyle>
      <a:lvl1pPr xmlns:a="http://schemas.openxmlformats.org/drawingml/2006/main" marL="228600" indent="-228600" algn="l">
        <a:lnSpc>
          <a:spcPct val="90000"/>
        </a:lnSpc>
        <a:spcBef>
          <a:spcPts val="1000"/>
        </a:spcBef>
        <a:buChar char="•"/>
        <a:defRPr sz="2800">
          <a:solidFill>
            <a:schemeClr val="tx1"/>
          </a:solidFill>
          <a:latin typeface="+mn-lt"/>
          <a:ea typeface="+mn-lt"/>
          <a:cs typeface="+mn-lt"/>
        </a:defRPr>
      </a:lvl1pPr>
      <a:lvl2pPr xmlns:a="http://schemas.openxmlformats.org/drawingml/2006/main" marL="685800" indent="-228600" algn="l">
        <a:lnSpc>
          <a:spcPct val="90000"/>
        </a:lnSpc>
        <a:spcBef>
          <a:spcPts val="500"/>
        </a:spcBef>
        <a:buChar char="•"/>
        <a:defRPr sz="2400">
          <a:solidFill>
            <a:schemeClr val="tx1"/>
          </a:solidFill>
          <a:latin typeface="+mn-lt"/>
          <a:ea typeface="+mn-lt"/>
          <a:cs typeface="+mn-lt"/>
        </a:defRPr>
      </a:lvl2pPr>
      <a:lvl3pPr xmlns:a="http://schemas.openxmlformats.org/drawingml/2006/main" marL="1143000" indent="-228600" algn="l">
        <a:lnSpc>
          <a:spcPct val="90000"/>
        </a:lnSpc>
        <a:spcBef>
          <a:spcPts val="500"/>
        </a:spcBef>
        <a:buChar char="•"/>
        <a:defRPr sz="2000">
          <a:solidFill>
            <a:schemeClr val="tx1"/>
          </a:solidFill>
          <a:latin typeface="+mn-lt"/>
          <a:ea typeface="+mn-lt"/>
          <a:cs typeface="+mn-lt"/>
        </a:defRPr>
      </a:lvl3pPr>
      <a:lvl4pPr xmlns:a="http://schemas.openxmlformats.org/drawingml/2006/main" marL="1600200" indent="-228600" algn="l">
        <a:lnSpc>
          <a:spcPct val="90000"/>
        </a:lnSpc>
        <a:spcBef>
          <a:spcPts val="500"/>
        </a:spcBef>
        <a:buChar char="•"/>
        <a:defRPr sz="1800">
          <a:solidFill>
            <a:schemeClr val="tx1"/>
          </a:solidFill>
          <a:latin typeface="+mn-lt"/>
          <a:ea typeface="+mn-lt"/>
          <a:cs typeface="+mn-lt"/>
        </a:defRPr>
      </a:lvl4pPr>
      <a:lvl5pPr xmlns:a="http://schemas.openxmlformats.org/drawingml/2006/main" marL="2057400" indent="-228600" algn="l">
        <a:lnSpc>
          <a:spcPct val="90000"/>
        </a:lnSpc>
        <a:spcBef>
          <a:spcPts val="500"/>
        </a:spcBef>
        <a:buChar char="•"/>
        <a:defRPr sz="1800">
          <a:solidFill>
            <a:schemeClr val="tx1"/>
          </a:solidFill>
          <a:latin typeface="+mn-lt"/>
          <a:ea typeface="+mn-lt"/>
          <a:cs typeface="+mn-lt"/>
        </a:defRPr>
      </a:lvl5pPr>
      <a:lvl6pPr xmlns:a="http://schemas.openxmlformats.org/drawingml/2006/main" marL="2514600" indent="-228600" algn="l">
        <a:lnSpc>
          <a:spcPct val="90000"/>
        </a:lnSpc>
        <a:spcBef>
          <a:spcPts val="500"/>
        </a:spcBef>
        <a:buChar char="•"/>
        <a:defRPr sz="1800">
          <a:solidFill>
            <a:schemeClr val="tx1"/>
          </a:solidFill>
          <a:latin typeface="+mn-lt"/>
          <a:ea typeface="+mn-lt"/>
          <a:cs typeface="+mn-lt"/>
        </a:defRPr>
      </a:lvl6pPr>
      <a:lvl7pPr xmlns:a="http://schemas.openxmlformats.org/drawingml/2006/main" marL="2971800" indent="-228600" algn="l">
        <a:lnSpc>
          <a:spcPct val="90000"/>
        </a:lnSpc>
        <a:spcBef>
          <a:spcPts val="500"/>
        </a:spcBef>
        <a:buChar char="•"/>
        <a:defRPr sz="1800">
          <a:solidFill>
            <a:schemeClr val="tx1"/>
          </a:solidFill>
          <a:latin typeface="+mn-lt"/>
          <a:ea typeface="+mn-lt"/>
          <a:cs typeface="+mn-lt"/>
        </a:defRPr>
      </a:lvl7pPr>
      <a:lvl8pPr xmlns:a="http://schemas.openxmlformats.org/drawingml/2006/main" marL="3429000" indent="-228600" algn="l">
        <a:lnSpc>
          <a:spcPct val="90000"/>
        </a:lnSpc>
        <a:spcBef>
          <a:spcPts val="500"/>
        </a:spcBef>
        <a:buChar char="•"/>
        <a:defRPr sz="1800">
          <a:solidFill>
            <a:schemeClr val="tx1"/>
          </a:solidFill>
          <a:latin typeface="+mn-lt"/>
          <a:ea typeface="+mn-lt"/>
          <a:cs typeface="+mn-lt"/>
        </a:defRPr>
      </a:lvl8pPr>
      <a:lvl9pPr xmlns:a="http://schemas.openxmlformats.org/drawingml/2006/main" marL="3886200" indent="-228600" algn="l">
        <a:lnSpc>
          <a:spcPct val="90000"/>
        </a:lnSpc>
        <a:spcBef>
          <a:spcPts val="500"/>
        </a:spcBef>
        <a:buChar char="•"/>
        <a:defRPr sz="1800">
          <a:solidFill>
            <a:schemeClr val="tx1"/>
          </a:solidFill>
          <a:latin typeface="+mn-lt"/>
          <a:ea typeface="+mn-lt"/>
          <a:cs typeface="+mn-lt"/>
        </a:defRPr>
      </a:lvl9pPr>
    </p:bodyStyle>
    <p:otherStyle>
      <a:lvl1pPr xmlns:a="http://schemas.openxmlformats.org/drawingml/2006/main" marL="0" algn="l">
        <a:buNone/>
        <a:defRPr sz="1800">
          <a:solidFill>
            <a:schemeClr val="tx1"/>
          </a:solidFill>
          <a:latin typeface="+mn-lt"/>
          <a:ea typeface="+mn-lt"/>
          <a:cs typeface="+mn-lt"/>
        </a:defRPr>
      </a:lvl1pPr>
      <a:lvl2pPr xmlns:a="http://schemas.openxmlformats.org/drawingml/2006/main" marL="457200" algn="l">
        <a:buNone/>
        <a:defRPr sz="1800">
          <a:solidFill>
            <a:schemeClr val="tx1"/>
          </a:solidFill>
          <a:latin typeface="+mn-lt"/>
          <a:ea typeface="+mn-lt"/>
          <a:cs typeface="+mn-lt"/>
        </a:defRPr>
      </a:lvl2pPr>
      <a:lvl3pPr xmlns:a="http://schemas.openxmlformats.org/drawingml/2006/main" marL="914400" algn="l">
        <a:buNone/>
        <a:defRPr sz="1800">
          <a:solidFill>
            <a:schemeClr val="tx1"/>
          </a:solidFill>
          <a:latin typeface="+mn-lt"/>
          <a:ea typeface="+mn-lt"/>
          <a:cs typeface="+mn-lt"/>
        </a:defRPr>
      </a:lvl3pPr>
      <a:lvl4pPr xmlns:a="http://schemas.openxmlformats.org/drawingml/2006/main" marL="1371600" algn="l">
        <a:buNone/>
        <a:defRPr sz="1800">
          <a:solidFill>
            <a:schemeClr val="tx1"/>
          </a:solidFill>
          <a:latin typeface="+mn-lt"/>
          <a:ea typeface="+mn-lt"/>
          <a:cs typeface="+mn-lt"/>
        </a:defRPr>
      </a:lvl4pPr>
      <a:lvl5pPr xmlns:a="http://schemas.openxmlformats.org/drawingml/2006/main" marL="1828800" algn="l">
        <a:buNone/>
        <a:defRPr sz="1800">
          <a:solidFill>
            <a:schemeClr val="tx1"/>
          </a:solidFill>
          <a:latin typeface="+mn-lt"/>
          <a:ea typeface="+mn-lt"/>
          <a:cs typeface="+mn-lt"/>
        </a:defRPr>
      </a:lvl5pPr>
      <a:lvl6pPr xmlns:a="http://schemas.openxmlformats.org/drawingml/2006/main" marL="2286000" algn="l">
        <a:buNone/>
        <a:defRPr sz="1800">
          <a:solidFill>
            <a:schemeClr val="tx1"/>
          </a:solidFill>
          <a:latin typeface="+mn-lt"/>
          <a:ea typeface="+mn-lt"/>
          <a:cs typeface="+mn-lt"/>
        </a:defRPr>
      </a:lvl6pPr>
      <a:lvl7pPr xmlns:a="http://schemas.openxmlformats.org/drawingml/2006/main" marL="2743200" algn="l">
        <a:buNone/>
        <a:defRPr sz="1800">
          <a:solidFill>
            <a:schemeClr val="tx1"/>
          </a:solidFill>
          <a:latin typeface="+mn-lt"/>
          <a:ea typeface="+mn-lt"/>
          <a:cs typeface="+mn-lt"/>
        </a:defRPr>
      </a:lvl7pPr>
      <a:lvl8pPr xmlns:a="http://schemas.openxmlformats.org/drawingml/2006/main" marL="3200400" algn="l">
        <a:buNone/>
        <a:defRPr sz="1800">
          <a:solidFill>
            <a:schemeClr val="tx1"/>
          </a:solidFill>
          <a:latin typeface="+mn-lt"/>
          <a:ea typeface="+mn-lt"/>
          <a:cs typeface="+mn-lt"/>
        </a:defRPr>
      </a:lvl8pPr>
      <a:lvl9pPr xmlns:a="http://schemas.openxmlformats.org/drawingml/2006/main" marL="3657600" algn="l">
        <a:buNone/>
        <a:defRPr sz="1800">
          <a:solidFill>
            <a:schemeClr val="tx1"/>
          </a:solidFill>
          <a:latin typeface="+mn-lt"/>
          <a:ea typeface="+mn-lt"/>
          <a:cs typeface="+mn-lt"/>
        </a:defRPr>
      </a:lvl9pPr>
    </p:otherStyle>
  </p:txStyles>
</p:sldMaster>
</file>

<file path=ppt/slideMasters/theme/theme2.xml><?xml version="1.0" encoding="utf-8"?>
<a:theme xmlns:a="http://schemas.openxmlformats.org/drawingml/2006/main" name="ChatGPT">
  <a:themeElements>
    <a:clrScheme name="ChatGPT">
      <a:dk1>
        <a:srgbClr val="000000"/>
      </a:dk1>
      <a:lt1>
        <a:srgbClr val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">
      <a:majorFont>
        <a:latin typeface="Aptos"/>
        <a:ea typeface=""/>
        <a:cs typeface=""/>
      </a:majorFont>
      <a:minorFont>
        <a:latin typeface="Aptos"/>
        <a:ea typeface=""/>
        <a:cs typeface=""/>
      </a:minorFont>
    </a:fontScheme>
    <a:fmtScheme name="ChatGPT">
      <a:fillStyleLst>
        <a:solidFill>
          <a:schemeClr val="phClr"/>
        </a:solidFill>
        <a:gradFill>
          <a:gsLst>
            <a:gs pos="0">
              <a:schemeClr val="phClr">
                <a:tint val="67000"/>
                <a:lumMod val="110000"/>
                <a:satMod val="105000"/>
              </a:schemeClr>
            </a:gs>
            <a:gs pos="50000">
              <a:schemeClr val="phClr">
                <a:tint val="73000"/>
                <a:lumMod val="105000"/>
                <a:satMod val="103000"/>
              </a:schemeClr>
            </a:gs>
            <a:gs pos="100000">
              <a:schemeClr val="phClr">
                <a:tint val="81000"/>
                <a:lumMod val="105000"/>
                <a:satMod val="109000"/>
              </a:schemeClr>
            </a:gs>
          </a:gsLst>
          <a:lin ang="5400000" scaled="0"/>
        </a:gradFill>
        <a:gradFill>
          <a:gsLst>
            <a:gs pos="0">
              <a:schemeClr val="phClr">
                <a:tint val="94000"/>
                <a:lumMod val="102000"/>
                <a:satMod val="103000"/>
              </a:schemeClr>
            </a:gs>
            <a:gs pos="50000">
              <a:schemeClr val="phClr">
                <a:shade val="100000"/>
                <a:lumMod val="100000"/>
                <a:satMod val="110000"/>
              </a:schemeClr>
            </a:gs>
            <a:gs pos="100000">
              <a:schemeClr val="phClr">
                <a:shade val="78000"/>
                <a:lumMod val="99000"/>
                <a:satMod val="120000"/>
              </a:schemeClr>
            </a:gs>
          </a:gsLst>
          <a:lin ang="5400000" scaled="0"/>
        </a:gradFill>
      </a:fillStyleLst>
      <a:lnStyleLst>
        <a:ln w="12700">
          <a:solidFill>
            <a:schemeClr val="phClr"/>
          </a:solidFill>
          <a:prstDash val="solid"/>
        </a:ln>
        <a:ln w="19050">
          <a:solidFill>
            <a:schemeClr val="phClr"/>
          </a:solidFill>
          <a:prstDash val="solid"/>
        </a:ln>
        <a:ln w="25400">
          <a:solidFill>
            <a:schemeClr val="phClr"/>
          </a:solidFill>
          <a:prstDash val="solid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>
              <a:srgbClr val="000000">
                <a:alpha val="16000"/>
              </a:srgbClr>
            </a:outerShdw>
          </a:effectLst>
        </a:effectStyle>
        <a:effectStyle>
          <a:effectLst>
            <a:outerShdw blurRad="19050" dist="9525" dir="5400000">
              <a:srgbClr val="000000">
                <a:alpha val="6000"/>
              </a:srgbClr>
            </a:outerShdw>
          </a:effectLst>
        </a:effectStyle>
        <a:effectStyle>
          <a:effectLst>
            <a:outerShdw blurRad="28575" dist="9525" dir="5400000">
              <a:srgbClr val="000000">
                <a:alpha val="8000"/>
              </a:srgbClr>
            </a:outerShdw>
          </a:effectLst>
        </a:effectStyle>
        <a:effectStyle>
          <a:effectLst>
            <a:outerShdw blurRad="57150" dist="19050" dir="5400000">
              <a:srgbClr val="000000">
                <a:alpha val="10000"/>
              </a:srgbClr>
            </a:outerShdw>
          </a:effectLst>
        </a:effectStyle>
        <a:effectStyle>
          <a:effectLst>
            <a:outerShdw blurRad="114300" dist="38100" dir="5400000">
              <a:srgbClr val="000000">
                <a:alpha val="12000"/>
              </a:srgbClr>
            </a:outerShdw>
          </a:effectLst>
        </a:effectStyle>
        <a:effectStyle>
          <a:effectLst>
            <a:outerShdw blurRad="171450" dist="57150" dir="5400000">
              <a:srgbClr val="000000">
                <a:alpha val="16000"/>
              </a:srgbClr>
            </a:outerShdw>
          </a:effectLst>
        </a:effectStyle>
        <a:effectStyle>
          <a:effectLst>
            <a:outerShdw blurRad="266700" dist="95250" dir="5400000">
              <a:srgbClr val="000000">
                <a:alpha val="24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>
          <a:gsLst>
            <a:gs pos="0">
              <a:schemeClr val="phClr">
                <a:tint val="93000"/>
                <a:shade val="98000"/>
                <a:lumMod val="102000"/>
                <a:satMod val="150000"/>
              </a:schemeClr>
            </a:gs>
            <a:gs pos="50000">
              <a:schemeClr val="phClr">
                <a:tint val="98000"/>
                <a:shade val="90000"/>
                <a:lumMod val="103000"/>
                <a:satMod val="130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</a:theme>
</file>

<file path=ppt/slides/_rels/slide1.xml.rels>&#65279;<?xml version="1.0" encoding="utf-8"?><Relationships xmlns="http://schemas.openxmlformats.org/package/2006/relationships"><Relationship Type="http://schemas.openxmlformats.org/officeDocument/2006/relationships/slideLayout" Target="/ppt/slideLayouts/slideLayout6.xml" Id="Rc0d5ca5f0cba4e1a" /><Relationship Type="http://schemas.openxmlformats.org/officeDocument/2006/relationships/notesSlide" Target="/ppt/notesSlides/notesSlide1.xml" Id="Ra9cef9b7c1874313" /></Relationships>
</file>

<file path=ppt/slides/_rels/slide2.xml.rels>&#65279;<?xml version="1.0" encoding="utf-8"?><Relationships xmlns="http://schemas.openxmlformats.org/package/2006/relationships"><Relationship Type="http://schemas.openxmlformats.org/officeDocument/2006/relationships/slideLayout" Target="/ppt/slideLayouts/slideLayout6.xml" Id="R8928325d4ab34d4a" /><Relationship Type="http://schemas.openxmlformats.org/officeDocument/2006/relationships/notesSlide" Target="/ppt/notesSlides/notesSlide2.xml" Id="R3bd79c678e18457b" /></Relationships>
</file>

<file path=ppt/slides/_rels/slide3.xml.rels>&#65279;<?xml version="1.0" encoding="utf-8"?><Relationships xmlns="http://schemas.openxmlformats.org/package/2006/relationships"><Relationship Type="http://schemas.openxmlformats.org/officeDocument/2006/relationships/slideLayout" Target="/ppt/slideLayouts/slideLayout6.xml" Id="Rcee5e8564e514588" /><Relationship Type="http://schemas.openxmlformats.org/officeDocument/2006/relationships/notesSlide" Target="/ppt/notesSlides/notesSlide3.xml" Id="Rb057b063e367496f" /></Relationships>
</file>

<file path=ppt/slides/_rels/slide4.xml.rels>&#65279;<?xml version="1.0" encoding="utf-8"?><Relationships xmlns="http://schemas.openxmlformats.org/package/2006/relationships"><Relationship Type="http://schemas.openxmlformats.org/officeDocument/2006/relationships/slideLayout" Target="/ppt/slideLayouts/slideLayout6.xml" Id="Rc7d350c0686b4a4e" /><Relationship Type="http://schemas.openxmlformats.org/officeDocument/2006/relationships/notesSlide" Target="/ppt/notesSlides/notesSlide4.xml" Id="R91626e18668749f7" /></Relationships>
</file>

<file path=ppt/slides/_rels/slide5.xml.rels>&#65279;<?xml version="1.0" encoding="utf-8"?><Relationships xmlns="http://schemas.openxmlformats.org/package/2006/relationships"><Relationship Type="http://schemas.openxmlformats.org/officeDocument/2006/relationships/slideLayout" Target="/ppt/slideLayouts/slideLayout6.xml" Id="Rfb802107ded24f2d" /><Relationship Type="http://schemas.openxmlformats.org/officeDocument/2006/relationships/notesSlide" Target="/ppt/notesSlides/notesSlide5.xml" Id="Rc5e701541f054e85" /></Relationships>
</file>

<file path=ppt/slides/_rels/slide6.xml.rels>&#65279;<?xml version="1.0" encoding="utf-8"?><Relationships xmlns="http://schemas.openxmlformats.org/package/2006/relationships"><Relationship Type="http://schemas.openxmlformats.org/officeDocument/2006/relationships/slideLayout" Target="/ppt/slideLayouts/slideLayout6.xml" Id="R40c622fd93634dad" /><Relationship Type="http://schemas.openxmlformats.org/officeDocument/2006/relationships/notesSlide" Target="/ppt/notesSlides/notesSlide6.xml" Id="R480f49a67208419b" /></Relationships>
</file>

<file path=ppt/slides/_rels/slide7.xml.rels>&#65279;<?xml version="1.0" encoding="utf-8"?><Relationships xmlns="http://schemas.openxmlformats.org/package/2006/relationships"><Relationship Type="http://schemas.openxmlformats.org/officeDocument/2006/relationships/slideLayout" Target="/ppt/slideLayouts/slideLayout6.xml" Id="R6ec7a508e36f4221" /><Relationship Type="http://schemas.openxmlformats.org/officeDocument/2006/relationships/notesSlide" Target="/ppt/notesSlides/notesSlide7.xml" Id="R37fedbd87b4b40cc" /></Relationships>
</file>

<file path=ppt/slides/slide1.xml><?xml version="1.0" encoding="utf-8"?>
<p:sld xmlns:p="http://schemas.openxmlformats.org/presentationml/2006/main">
  <p:cSld>
    <p:bg>
      <p:bgPr>
        <a:solidFill xmlns:a="http://schemas.openxmlformats.org/drawingml/2006/main">
          <a:srgbClr val="123C2A"/>
        </a:solidFill>
      </p:bgPr>
    </p:bg>
    <p:spTree>
      <p:nvGrpSpPr>
        <p:cNvPr id="1" name=""/>
        <p:cNvGrpSpPr/>
        <p:nvPr/>
      </p:nvGrpSpPr>
      <p:grpSpPr>
        <a:xfrm xmlns:a="http://schemas.openxmlformats.org/drawingml/2006/main"/>
      </p:grpSpPr>
      <p:sp>
        <p:nvSpPr>
          <p:cNvPr id="46" name="">
            <a:extLst xmlns:a="http://schemas.openxmlformats.org/drawingml/2006/main">
              <a:ext uri="{FF2B5EF4-FFF2-40B4-BE49-F238E27FC236}">
                <a16:creationId xmlns:a16="http://schemas.microsoft.com/office/drawing/2014/main" id="{9D9202FC-D227-484C-9B9A-9BE22BCDF0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077700" y="7153275"/>
            <a:ext cx="990600" cy="17145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l">
              <a:defRPr sz="750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defPPr>
            <a:lvl1pPr algn="l">
              <a:defRPr sz="750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1pPr>
            <a:lvl2pPr algn="l">
              <a:defRPr sz="750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2pPr>
            <a:lvl3pPr algn="l">
              <a:defRPr sz="750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3pPr>
            <a:lvl4pPr algn="l">
              <a:defRPr sz="750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4pPr>
            <a:lvl5pPr algn="l">
              <a:defRPr sz="750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5pPr>
            <a:lvl6pPr algn="l">
              <a:defRPr sz="750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6pPr>
            <a:lvl7pPr algn="l">
              <a:defRPr sz="750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7pPr>
            <a:lvl8pPr algn="l">
              <a:defRPr sz="750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8pPr>
            <a:lvl9pPr algn="l">
              <a:defRPr sz="750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l">
              <a:lnSpc>
                <a:spcPct val="105000"/>
              </a:lnSpc>
              <a:buNone/>
              <a:defRPr sz="750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pPr>
            <a:r>
              <a:rPr sz="750" b="1">
                <a:solidFill>
                  <a:srgbClr val="111111"/>
                </a:solidFill>
                <a:latin typeface="Arial"/>
                <a:ea typeface="Arial"/>
                <a:cs typeface="Arial"/>
              </a:rPr>
              <a:t>Gemini Notebook</a:t>
            </a:r>
          </a:p>
        </p:txBody>
      </p:sp>
      <p:sp>
        <p:nvSpPr>
          <p:cNvPr id="2" name="">
            <a:extLst xmlns:a="http://schemas.openxmlformats.org/drawingml/2006/main">
              <a:ext uri="{FF2B5EF4-FFF2-40B4-BE49-F238E27FC236}">
                <a16:creationId xmlns:a16="http://schemas.microsoft.com/office/drawing/2014/main" id="{98D9EFF5-C316-4AE0-9ED1-C7B55FCF9C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00025" y="152400"/>
            <a:ext cx="12696825" cy="7010400"/>
          </a:xfrm>
          <a:prstGeom xmlns:a="http://schemas.openxmlformats.org/drawingml/2006/main" prst="roundRect">
            <a:avLst>
              <a:gd name="adj" fmla="val 2989"/>
            </a:avLst>
          </a:prstGeom>
          <a:solidFill xmlns:a="http://schemas.openxmlformats.org/drawingml/2006/main">
            <a:srgbClr val="FAF6E9"/>
          </a:solidFill>
          <a:ln xmlns:a="http://schemas.openxmlformats.org/drawingml/2006/main" w="0">
            <a:noFill/>
          </a:ln>
        </p:spPr>
      </p:sp>
      <p:sp>
        <p:nvSpPr>
          <p:cNvPr id="3" name="">
            <a:extLst xmlns:a="http://schemas.openxmlformats.org/drawingml/2006/main">
              <a:ext uri="{FF2B5EF4-FFF2-40B4-BE49-F238E27FC236}">
                <a16:creationId xmlns:a16="http://schemas.microsoft.com/office/drawing/2014/main" id="{FA25A47B-349A-4116-9BAC-50B87DA57B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28675" y="152400"/>
            <a:ext cx="0" cy="7010400"/>
          </a:xfrm>
          <a:prstGeom xmlns:a="http://schemas.openxmlformats.org/drawingml/2006/main" prst="line">
            <a:avLst/>
          </a:prstGeom>
          <a:noFill xmlns:a="http://schemas.openxmlformats.org/drawingml/2006/main"/>
          <a:ln xmlns:a="http://schemas.openxmlformats.org/drawingml/2006/main" w="17145">
            <a:solidFill>
              <a:srgbClr val="1D4333"/>
            </a:solidFill>
          </a:ln>
        </p:spPr>
      </p:sp>
      <p:sp>
        <p:nvSpPr>
          <p:cNvPr id="4" name="">
            <a:extLst xmlns:a="http://schemas.openxmlformats.org/drawingml/2006/main">
              <a:ext uri="{FF2B5EF4-FFF2-40B4-BE49-F238E27FC236}">
                <a16:creationId xmlns:a16="http://schemas.microsoft.com/office/drawing/2014/main" id="{0474F277-F581-42E2-AD32-CFCD75D1C5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296775" y="152400"/>
            <a:ext cx="0" cy="7010400"/>
          </a:xfrm>
          <a:prstGeom xmlns:a="http://schemas.openxmlformats.org/drawingml/2006/main" prst="line">
            <a:avLst/>
          </a:prstGeom>
          <a:noFill xmlns:a="http://schemas.openxmlformats.org/drawingml/2006/main"/>
          <a:ln xmlns:a="http://schemas.openxmlformats.org/drawingml/2006/main" w="17145">
            <a:solidFill>
              <a:srgbClr val="1D4333"/>
            </a:solidFill>
          </a:ln>
        </p:spPr>
      </p:sp>
      <p:sp>
        <p:nvSpPr>
          <p:cNvPr id="5" name="">
            <a:extLst xmlns:a="http://schemas.openxmlformats.org/drawingml/2006/main">
              <a:ext uri="{FF2B5EF4-FFF2-40B4-BE49-F238E27FC236}">
                <a16:creationId xmlns:a16="http://schemas.microsoft.com/office/drawing/2014/main" id="{6EF06747-BE2E-46CE-A528-23BF1DAD45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00025" y="3057525"/>
            <a:ext cx="12696825" cy="0"/>
          </a:xfrm>
          <a:prstGeom xmlns:a="http://schemas.openxmlformats.org/drawingml/2006/main" prst="line">
            <a:avLst/>
          </a:prstGeom>
          <a:noFill xmlns:a="http://schemas.openxmlformats.org/drawingml/2006/main"/>
          <a:ln xmlns:a="http://schemas.openxmlformats.org/drawingml/2006/main" w="17145">
            <a:solidFill>
              <a:srgbClr val="1D4333"/>
            </a:solidFill>
          </a:ln>
        </p:spPr>
      </p:sp>
      <p:sp>
        <p:nvSpPr>
          <p:cNvPr id="6" name="">
            <a:extLst xmlns:a="http://schemas.openxmlformats.org/drawingml/2006/main">
              <a:ext uri="{FF2B5EF4-FFF2-40B4-BE49-F238E27FC236}">
                <a16:creationId xmlns:a16="http://schemas.microsoft.com/office/drawing/2014/main" id="{01CFB88E-FD62-4F16-A69A-E791600926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00025" y="5248275"/>
            <a:ext cx="12696825" cy="0"/>
          </a:xfrm>
          <a:prstGeom xmlns:a="http://schemas.openxmlformats.org/drawingml/2006/main" prst="line">
            <a:avLst/>
          </a:prstGeom>
          <a:noFill xmlns:a="http://schemas.openxmlformats.org/drawingml/2006/main"/>
          <a:ln xmlns:a="http://schemas.openxmlformats.org/drawingml/2006/main" w="17145">
            <a:solidFill>
              <a:srgbClr val="1D4333"/>
            </a:solidFill>
          </a:ln>
        </p:spPr>
      </p:sp>
      <p:sp>
        <p:nvSpPr>
          <p:cNvPr id="7" name="">
            <a:extLst xmlns:a="http://schemas.openxmlformats.org/drawingml/2006/main">
              <a:ext uri="{FF2B5EF4-FFF2-40B4-BE49-F238E27FC236}">
                <a16:creationId xmlns:a16="http://schemas.microsoft.com/office/drawing/2014/main" id="{DA663E20-A089-4F4C-8A03-91B8AED6F4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553200" y="6781800"/>
            <a:ext cx="0" cy="381000"/>
          </a:xfrm>
          <a:prstGeom xmlns:a="http://schemas.openxmlformats.org/drawingml/2006/main" prst="line">
            <a:avLst/>
          </a:prstGeom>
          <a:noFill xmlns:a="http://schemas.openxmlformats.org/drawingml/2006/main"/>
          <a:ln xmlns:a="http://schemas.openxmlformats.org/drawingml/2006/main" w="17145">
            <a:solidFill>
              <a:srgbClr val="1D4333"/>
            </a:solidFill>
          </a:ln>
        </p:spPr>
      </p:sp>
      <p:sp>
        <p:nvSpPr>
          <p:cNvPr id="8" name="">
            <a:extLst xmlns:a="http://schemas.openxmlformats.org/drawingml/2006/main">
              <a:ext uri="{FF2B5EF4-FFF2-40B4-BE49-F238E27FC236}">
                <a16:creationId xmlns:a16="http://schemas.microsoft.com/office/drawing/2014/main" id="{054FEB8F-3EE1-45E8-A356-E024865D6B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00150" y="95250"/>
            <a:ext cx="10953750" cy="132397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l">
              <a:defRPr sz="8925" b="1">
                <a:solidFill>
                  <a:srgbClr val="103D2B"/>
                </a:solidFill>
                <a:latin typeface="Arial"/>
                <a:ea typeface="Arial"/>
                <a:cs typeface="Arial"/>
              </a:defRPr>
            </a:defPPr>
            <a:lvl1pPr algn="l">
              <a:defRPr sz="8925" b="1">
                <a:solidFill>
                  <a:srgbClr val="103D2B"/>
                </a:solidFill>
                <a:latin typeface="Arial"/>
                <a:ea typeface="Arial"/>
                <a:cs typeface="Arial"/>
              </a:defRPr>
            </a:lvl1pPr>
            <a:lvl2pPr algn="l">
              <a:defRPr sz="8925" b="1">
                <a:solidFill>
                  <a:srgbClr val="103D2B"/>
                </a:solidFill>
                <a:latin typeface="Arial"/>
                <a:ea typeface="Arial"/>
                <a:cs typeface="Arial"/>
              </a:defRPr>
            </a:lvl2pPr>
            <a:lvl3pPr algn="l">
              <a:defRPr sz="8925" b="1">
                <a:solidFill>
                  <a:srgbClr val="103D2B"/>
                </a:solidFill>
                <a:latin typeface="Arial"/>
                <a:ea typeface="Arial"/>
                <a:cs typeface="Arial"/>
              </a:defRPr>
            </a:lvl3pPr>
            <a:lvl4pPr algn="l">
              <a:defRPr sz="8925" b="1">
                <a:solidFill>
                  <a:srgbClr val="103D2B"/>
                </a:solidFill>
                <a:latin typeface="Arial"/>
                <a:ea typeface="Arial"/>
                <a:cs typeface="Arial"/>
              </a:defRPr>
            </a:lvl4pPr>
            <a:lvl5pPr algn="l">
              <a:defRPr sz="8925" b="1">
                <a:solidFill>
                  <a:srgbClr val="103D2B"/>
                </a:solidFill>
                <a:latin typeface="Arial"/>
                <a:ea typeface="Arial"/>
                <a:cs typeface="Arial"/>
              </a:defRPr>
            </a:lvl5pPr>
            <a:lvl6pPr algn="l">
              <a:defRPr sz="8925" b="1">
                <a:solidFill>
                  <a:srgbClr val="103D2B"/>
                </a:solidFill>
                <a:latin typeface="Arial"/>
                <a:ea typeface="Arial"/>
                <a:cs typeface="Arial"/>
              </a:defRPr>
            </a:lvl6pPr>
            <a:lvl7pPr algn="l">
              <a:defRPr sz="8925" b="1">
                <a:solidFill>
                  <a:srgbClr val="103D2B"/>
                </a:solidFill>
                <a:latin typeface="Arial"/>
                <a:ea typeface="Arial"/>
                <a:cs typeface="Arial"/>
              </a:defRPr>
            </a:lvl7pPr>
            <a:lvl8pPr algn="l">
              <a:defRPr sz="8925" b="1">
                <a:solidFill>
                  <a:srgbClr val="103D2B"/>
                </a:solidFill>
                <a:latin typeface="Arial"/>
                <a:ea typeface="Arial"/>
                <a:cs typeface="Arial"/>
              </a:defRPr>
            </a:lvl8pPr>
            <a:lvl9pPr algn="l">
              <a:defRPr sz="8925" b="1">
                <a:solidFill>
                  <a:srgbClr val="103D2B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l">
              <a:lnSpc>
                <a:spcPct val="105000"/>
              </a:lnSpc>
              <a:buNone/>
              <a:defRPr sz="8925" b="1">
                <a:solidFill>
                  <a:srgbClr val="103D2B"/>
                </a:solidFill>
                <a:latin typeface="Arial"/>
                <a:ea typeface="Arial"/>
                <a:cs typeface="Arial"/>
              </a:defRPr>
            </a:pPr>
            <a:r>
              <a:rPr sz="8925" b="1">
                <a:solidFill>
                  <a:srgbClr val="103D2B"/>
                </a:solidFill>
                <a:latin typeface="Arial"/>
                <a:ea typeface="Arial"/>
                <a:cs typeface="Arial"/>
              </a:rPr>
              <a:t>Almacén de Bolsillo</a:t>
            </a:r>
          </a:p>
        </p:txBody>
      </p:sp>
      <p:sp>
        <p:nvSpPr>
          <p:cNvPr id="9" name="">
            <a:extLst xmlns:a="http://schemas.openxmlformats.org/drawingml/2006/main">
              <a:ext uri="{FF2B5EF4-FFF2-40B4-BE49-F238E27FC236}">
                <a16:creationId xmlns:a16="http://schemas.microsoft.com/office/drawing/2014/main" id="{5DB786A2-B90C-46F6-902B-81C4844EB7E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124450" y="1590675"/>
            <a:ext cx="2867025" cy="2752725"/>
          </a:xfrm>
          <a:prstGeom xmlns:a="http://schemas.openxmlformats.org/drawingml/2006/main" prst="rect">
            <a:avLst/>
          </a:prstGeom>
          <a:solidFill xmlns:a="http://schemas.openxmlformats.org/drawingml/2006/main">
            <a:srgbClr val="F5F2E8"/>
          </a:solidFill>
          <a:ln xmlns:a="http://schemas.openxmlformats.org/drawingml/2006/main" w="0">
            <a:noFill/>
          </a:ln>
        </p:spPr>
      </p:sp>
      <p:sp>
        <p:nvSpPr>
          <p:cNvPr id="10" name="logo vector #fef7e5">
            <a:extLst xmlns:a="http://schemas.openxmlformats.org/drawingml/2006/main">
              <a:ext uri="{FF2B5EF4-FFF2-40B4-BE49-F238E27FC236}">
                <a16:creationId xmlns:a16="http://schemas.microsoft.com/office/drawing/2014/main" id="{EC014C99-6035-423F-8EF7-5D46E963DB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124450" y="1590675"/>
            <a:ext cx="2867025" cy="2752725"/>
          </a:xfrm>
          <a:custGeom xmlns:a="http://schemas.openxmlformats.org/drawingml/2006/main">
            <a:pathLst>
              <a:path w="2428875" h="2333625">
                <a:moveTo>
                  <a:pt x="209550" y="0"/>
                </a:moveTo>
                <a:lnTo>
                  <a:pt x="228600" y="0"/>
                </a:lnTo>
                <a:lnTo>
                  <a:pt x="228600" y="9525"/>
                </a:lnTo>
                <a:lnTo>
                  <a:pt x="209550" y="9525"/>
                </a:lnTo>
                <a:close/>
                <a:moveTo>
                  <a:pt x="2200275" y="0"/>
                </a:moveTo>
                <a:lnTo>
                  <a:pt x="2247900" y="0"/>
                </a:lnTo>
                <a:lnTo>
                  <a:pt x="2247900" y="9525"/>
                </a:lnTo>
                <a:lnTo>
                  <a:pt x="2257425" y="9525"/>
                </a:lnTo>
                <a:lnTo>
                  <a:pt x="2257425" y="0"/>
                </a:lnTo>
                <a:lnTo>
                  <a:pt x="2266950" y="0"/>
                </a:lnTo>
                <a:lnTo>
                  <a:pt x="2266950" y="9525"/>
                </a:lnTo>
                <a:lnTo>
                  <a:pt x="2257425" y="9525"/>
                </a:lnTo>
                <a:lnTo>
                  <a:pt x="2257425" y="19050"/>
                </a:lnTo>
                <a:lnTo>
                  <a:pt x="2276475" y="19050"/>
                </a:lnTo>
                <a:lnTo>
                  <a:pt x="2276475" y="28575"/>
                </a:lnTo>
                <a:lnTo>
                  <a:pt x="2247900" y="28575"/>
                </a:lnTo>
                <a:lnTo>
                  <a:pt x="2247900" y="19050"/>
                </a:lnTo>
                <a:lnTo>
                  <a:pt x="2219325" y="19050"/>
                </a:lnTo>
                <a:lnTo>
                  <a:pt x="2219325" y="9525"/>
                </a:lnTo>
                <a:lnTo>
                  <a:pt x="2200275" y="9525"/>
                </a:lnTo>
                <a:close/>
                <a:moveTo>
                  <a:pt x="2324100" y="0"/>
                </a:moveTo>
                <a:lnTo>
                  <a:pt x="2390775" y="0"/>
                </a:lnTo>
                <a:lnTo>
                  <a:pt x="2390775" y="9525"/>
                </a:lnTo>
                <a:lnTo>
                  <a:pt x="2381250" y="9525"/>
                </a:lnTo>
                <a:lnTo>
                  <a:pt x="2381250" y="19050"/>
                </a:lnTo>
                <a:lnTo>
                  <a:pt x="2362200" y="19050"/>
                </a:lnTo>
                <a:lnTo>
                  <a:pt x="2362200" y="28575"/>
                </a:lnTo>
                <a:lnTo>
                  <a:pt x="2352675" y="28575"/>
                </a:lnTo>
                <a:lnTo>
                  <a:pt x="2352675" y="38100"/>
                </a:lnTo>
                <a:lnTo>
                  <a:pt x="2343150" y="38100"/>
                </a:lnTo>
                <a:lnTo>
                  <a:pt x="2343150" y="76200"/>
                </a:lnTo>
                <a:lnTo>
                  <a:pt x="2333625" y="76200"/>
                </a:lnTo>
                <a:lnTo>
                  <a:pt x="2333625" y="66675"/>
                </a:lnTo>
                <a:lnTo>
                  <a:pt x="2314575" y="66675"/>
                </a:lnTo>
                <a:lnTo>
                  <a:pt x="2314575" y="57150"/>
                </a:lnTo>
                <a:lnTo>
                  <a:pt x="2305050" y="57150"/>
                </a:lnTo>
                <a:lnTo>
                  <a:pt x="2305050" y="38100"/>
                </a:lnTo>
                <a:lnTo>
                  <a:pt x="2295525" y="38100"/>
                </a:lnTo>
                <a:lnTo>
                  <a:pt x="2295525" y="28575"/>
                </a:lnTo>
                <a:lnTo>
                  <a:pt x="2305050" y="28575"/>
                </a:lnTo>
                <a:lnTo>
                  <a:pt x="2305050" y="19050"/>
                </a:lnTo>
                <a:lnTo>
                  <a:pt x="2314575" y="19050"/>
                </a:lnTo>
                <a:lnTo>
                  <a:pt x="2314575" y="9525"/>
                </a:lnTo>
                <a:lnTo>
                  <a:pt x="2324100" y="9525"/>
                </a:lnTo>
                <a:close/>
                <a:moveTo>
                  <a:pt x="2419350" y="0"/>
                </a:moveTo>
                <a:lnTo>
                  <a:pt x="2428875" y="0"/>
                </a:lnTo>
                <a:lnTo>
                  <a:pt x="2428875" y="9525"/>
                </a:lnTo>
                <a:lnTo>
                  <a:pt x="2419350" y="9525"/>
                </a:lnTo>
                <a:close/>
                <a:moveTo>
                  <a:pt x="2343150" y="76200"/>
                </a:moveTo>
                <a:lnTo>
                  <a:pt x="2371725" y="76200"/>
                </a:lnTo>
                <a:lnTo>
                  <a:pt x="2371725" y="95250"/>
                </a:lnTo>
                <a:lnTo>
                  <a:pt x="2381250" y="95250"/>
                </a:lnTo>
                <a:lnTo>
                  <a:pt x="2381250" y="104775"/>
                </a:lnTo>
                <a:lnTo>
                  <a:pt x="2390775" y="104775"/>
                </a:lnTo>
                <a:lnTo>
                  <a:pt x="2390775" y="133350"/>
                </a:lnTo>
                <a:lnTo>
                  <a:pt x="2381250" y="133350"/>
                </a:lnTo>
                <a:lnTo>
                  <a:pt x="2381250" y="123825"/>
                </a:lnTo>
                <a:lnTo>
                  <a:pt x="2371725" y="123825"/>
                </a:lnTo>
                <a:lnTo>
                  <a:pt x="2371725" y="114300"/>
                </a:lnTo>
                <a:lnTo>
                  <a:pt x="2362200" y="114300"/>
                </a:lnTo>
                <a:lnTo>
                  <a:pt x="2362200" y="95250"/>
                </a:lnTo>
                <a:lnTo>
                  <a:pt x="2352675" y="95250"/>
                </a:lnTo>
                <a:lnTo>
                  <a:pt x="2352675" y="85725"/>
                </a:lnTo>
                <a:lnTo>
                  <a:pt x="2343150" y="85725"/>
                </a:lnTo>
                <a:close/>
                <a:moveTo>
                  <a:pt x="57150" y="95250"/>
                </a:moveTo>
                <a:lnTo>
                  <a:pt x="66675" y="95250"/>
                </a:lnTo>
                <a:lnTo>
                  <a:pt x="66675" y="133350"/>
                </a:lnTo>
                <a:lnTo>
                  <a:pt x="57150" y="133350"/>
                </a:lnTo>
                <a:lnTo>
                  <a:pt x="57150" y="142875"/>
                </a:lnTo>
                <a:lnTo>
                  <a:pt x="38100" y="142875"/>
                </a:lnTo>
                <a:lnTo>
                  <a:pt x="38100" y="114300"/>
                </a:lnTo>
                <a:lnTo>
                  <a:pt x="47625" y="114300"/>
                </a:lnTo>
                <a:lnTo>
                  <a:pt x="47625" y="104775"/>
                </a:lnTo>
                <a:lnTo>
                  <a:pt x="57150" y="104775"/>
                </a:lnTo>
                <a:close/>
                <a:moveTo>
                  <a:pt x="2419350" y="104775"/>
                </a:moveTo>
                <a:lnTo>
                  <a:pt x="2428875" y="104775"/>
                </a:lnTo>
                <a:lnTo>
                  <a:pt x="2428875" y="171450"/>
                </a:lnTo>
                <a:lnTo>
                  <a:pt x="2419350" y="171450"/>
                </a:lnTo>
                <a:lnTo>
                  <a:pt x="2419350" y="161925"/>
                </a:lnTo>
                <a:lnTo>
                  <a:pt x="2409825" y="161925"/>
                </a:lnTo>
                <a:lnTo>
                  <a:pt x="2409825" y="152400"/>
                </a:lnTo>
                <a:lnTo>
                  <a:pt x="2400300" y="152400"/>
                </a:lnTo>
                <a:lnTo>
                  <a:pt x="2400300" y="133350"/>
                </a:lnTo>
                <a:lnTo>
                  <a:pt x="2409825" y="133350"/>
                </a:lnTo>
                <a:lnTo>
                  <a:pt x="2409825" y="114300"/>
                </a:lnTo>
                <a:lnTo>
                  <a:pt x="2419350" y="114300"/>
                </a:lnTo>
                <a:close/>
                <a:moveTo>
                  <a:pt x="2419350" y="180975"/>
                </a:moveTo>
                <a:lnTo>
                  <a:pt x="2428875" y="180975"/>
                </a:lnTo>
                <a:lnTo>
                  <a:pt x="2428875" y="238125"/>
                </a:lnTo>
                <a:lnTo>
                  <a:pt x="2419350" y="238125"/>
                </a:lnTo>
                <a:lnTo>
                  <a:pt x="2419350" y="209550"/>
                </a:lnTo>
                <a:lnTo>
                  <a:pt x="2409825" y="209550"/>
                </a:lnTo>
                <a:lnTo>
                  <a:pt x="2409825" y="190500"/>
                </a:lnTo>
                <a:lnTo>
                  <a:pt x="2419350" y="190500"/>
                </a:lnTo>
                <a:close/>
                <a:moveTo>
                  <a:pt x="742950" y="219075"/>
                </a:moveTo>
                <a:lnTo>
                  <a:pt x="790575" y="219075"/>
                </a:lnTo>
                <a:lnTo>
                  <a:pt x="790575" y="238125"/>
                </a:lnTo>
                <a:lnTo>
                  <a:pt x="752475" y="238125"/>
                </a:lnTo>
                <a:lnTo>
                  <a:pt x="752475" y="228600"/>
                </a:lnTo>
                <a:lnTo>
                  <a:pt x="742950" y="228600"/>
                </a:lnTo>
                <a:close/>
                <a:moveTo>
                  <a:pt x="828675" y="219075"/>
                </a:moveTo>
                <a:lnTo>
                  <a:pt x="876300" y="219075"/>
                </a:lnTo>
                <a:lnTo>
                  <a:pt x="876300" y="228600"/>
                </a:lnTo>
                <a:lnTo>
                  <a:pt x="857250" y="228600"/>
                </a:lnTo>
                <a:lnTo>
                  <a:pt x="857250" y="247650"/>
                </a:lnTo>
                <a:lnTo>
                  <a:pt x="838200" y="247650"/>
                </a:lnTo>
                <a:lnTo>
                  <a:pt x="838200" y="257175"/>
                </a:lnTo>
                <a:lnTo>
                  <a:pt x="828675" y="257175"/>
                </a:lnTo>
                <a:lnTo>
                  <a:pt x="828675" y="247650"/>
                </a:lnTo>
                <a:lnTo>
                  <a:pt x="819150" y="247650"/>
                </a:lnTo>
                <a:lnTo>
                  <a:pt x="819150" y="238125"/>
                </a:lnTo>
                <a:lnTo>
                  <a:pt x="828675" y="238125"/>
                </a:lnTo>
                <a:close/>
                <a:moveTo>
                  <a:pt x="0" y="228600"/>
                </a:moveTo>
                <a:lnTo>
                  <a:pt x="9525" y="228600"/>
                </a:lnTo>
                <a:lnTo>
                  <a:pt x="9525" y="552450"/>
                </a:lnTo>
                <a:lnTo>
                  <a:pt x="0" y="552450"/>
                </a:lnTo>
                <a:close/>
                <a:moveTo>
                  <a:pt x="866775" y="257175"/>
                </a:moveTo>
                <a:lnTo>
                  <a:pt x="904875" y="257175"/>
                </a:lnTo>
                <a:lnTo>
                  <a:pt x="904875" y="276225"/>
                </a:lnTo>
                <a:lnTo>
                  <a:pt x="895350" y="276225"/>
                </a:lnTo>
                <a:lnTo>
                  <a:pt x="895350" y="285750"/>
                </a:lnTo>
                <a:lnTo>
                  <a:pt x="876300" y="285750"/>
                </a:lnTo>
                <a:lnTo>
                  <a:pt x="876300" y="295275"/>
                </a:lnTo>
                <a:lnTo>
                  <a:pt x="866775" y="295275"/>
                </a:lnTo>
                <a:close/>
                <a:moveTo>
                  <a:pt x="914400" y="257175"/>
                </a:moveTo>
                <a:lnTo>
                  <a:pt x="942975" y="257175"/>
                </a:lnTo>
                <a:lnTo>
                  <a:pt x="942975" y="266700"/>
                </a:lnTo>
                <a:lnTo>
                  <a:pt x="933450" y="266700"/>
                </a:lnTo>
                <a:lnTo>
                  <a:pt x="933450" y="276225"/>
                </a:lnTo>
                <a:lnTo>
                  <a:pt x="914400" y="276225"/>
                </a:lnTo>
                <a:close/>
                <a:moveTo>
                  <a:pt x="1714500" y="257175"/>
                </a:moveTo>
                <a:lnTo>
                  <a:pt x="1743075" y="257175"/>
                </a:lnTo>
                <a:lnTo>
                  <a:pt x="1743075" y="276225"/>
                </a:lnTo>
                <a:lnTo>
                  <a:pt x="1714500" y="276225"/>
                </a:lnTo>
                <a:close/>
                <a:moveTo>
                  <a:pt x="962025" y="266700"/>
                </a:moveTo>
                <a:lnTo>
                  <a:pt x="971550" y="266700"/>
                </a:lnTo>
                <a:lnTo>
                  <a:pt x="971550" y="276225"/>
                </a:lnTo>
                <a:lnTo>
                  <a:pt x="962025" y="276225"/>
                </a:lnTo>
                <a:close/>
                <a:moveTo>
                  <a:pt x="1485900" y="276225"/>
                </a:moveTo>
                <a:lnTo>
                  <a:pt x="1504950" y="276225"/>
                </a:lnTo>
                <a:lnTo>
                  <a:pt x="1504950" y="295275"/>
                </a:lnTo>
                <a:lnTo>
                  <a:pt x="1524000" y="295275"/>
                </a:lnTo>
                <a:lnTo>
                  <a:pt x="1524000" y="304800"/>
                </a:lnTo>
                <a:lnTo>
                  <a:pt x="1476375" y="304800"/>
                </a:lnTo>
                <a:lnTo>
                  <a:pt x="1476375" y="285750"/>
                </a:lnTo>
                <a:lnTo>
                  <a:pt x="1485900" y="285750"/>
                </a:lnTo>
                <a:close/>
                <a:moveTo>
                  <a:pt x="438150" y="285750"/>
                </a:moveTo>
                <a:lnTo>
                  <a:pt x="457200" y="285750"/>
                </a:lnTo>
                <a:lnTo>
                  <a:pt x="457200" y="295275"/>
                </a:lnTo>
                <a:lnTo>
                  <a:pt x="466725" y="295275"/>
                </a:lnTo>
                <a:lnTo>
                  <a:pt x="466725" y="314325"/>
                </a:lnTo>
                <a:lnTo>
                  <a:pt x="447675" y="314325"/>
                </a:lnTo>
                <a:lnTo>
                  <a:pt x="447675" y="333375"/>
                </a:lnTo>
                <a:lnTo>
                  <a:pt x="476250" y="333375"/>
                </a:lnTo>
                <a:lnTo>
                  <a:pt x="476250" y="342900"/>
                </a:lnTo>
                <a:lnTo>
                  <a:pt x="485775" y="342900"/>
                </a:lnTo>
                <a:lnTo>
                  <a:pt x="485775" y="352425"/>
                </a:lnTo>
                <a:lnTo>
                  <a:pt x="466725" y="352425"/>
                </a:lnTo>
                <a:lnTo>
                  <a:pt x="466725" y="361950"/>
                </a:lnTo>
                <a:lnTo>
                  <a:pt x="495300" y="361950"/>
                </a:lnTo>
                <a:lnTo>
                  <a:pt x="495300" y="342900"/>
                </a:lnTo>
                <a:lnTo>
                  <a:pt x="514350" y="342900"/>
                </a:lnTo>
                <a:lnTo>
                  <a:pt x="514350" y="352425"/>
                </a:lnTo>
                <a:lnTo>
                  <a:pt x="504825" y="352425"/>
                </a:lnTo>
                <a:lnTo>
                  <a:pt x="504825" y="381000"/>
                </a:lnTo>
                <a:lnTo>
                  <a:pt x="495300" y="381000"/>
                </a:lnTo>
                <a:lnTo>
                  <a:pt x="495300" y="390525"/>
                </a:lnTo>
                <a:lnTo>
                  <a:pt x="457200" y="390525"/>
                </a:lnTo>
                <a:lnTo>
                  <a:pt x="457200" y="371475"/>
                </a:lnTo>
                <a:lnTo>
                  <a:pt x="447675" y="371475"/>
                </a:lnTo>
                <a:lnTo>
                  <a:pt x="447675" y="361950"/>
                </a:lnTo>
                <a:lnTo>
                  <a:pt x="457200" y="361950"/>
                </a:lnTo>
                <a:lnTo>
                  <a:pt x="457200" y="352425"/>
                </a:lnTo>
                <a:lnTo>
                  <a:pt x="419100" y="352425"/>
                </a:lnTo>
                <a:lnTo>
                  <a:pt x="419100" y="342900"/>
                </a:lnTo>
                <a:lnTo>
                  <a:pt x="409575" y="342900"/>
                </a:lnTo>
                <a:lnTo>
                  <a:pt x="409575" y="333375"/>
                </a:lnTo>
                <a:lnTo>
                  <a:pt x="400050" y="333375"/>
                </a:lnTo>
                <a:lnTo>
                  <a:pt x="400050" y="323850"/>
                </a:lnTo>
                <a:lnTo>
                  <a:pt x="390525" y="323850"/>
                </a:lnTo>
                <a:lnTo>
                  <a:pt x="390525" y="314325"/>
                </a:lnTo>
                <a:lnTo>
                  <a:pt x="400050" y="314325"/>
                </a:lnTo>
                <a:lnTo>
                  <a:pt x="400050" y="323850"/>
                </a:lnTo>
                <a:lnTo>
                  <a:pt x="409575" y="323850"/>
                </a:lnTo>
                <a:lnTo>
                  <a:pt x="409575" y="314325"/>
                </a:lnTo>
                <a:lnTo>
                  <a:pt x="419100" y="314325"/>
                </a:lnTo>
                <a:lnTo>
                  <a:pt x="419100" y="295275"/>
                </a:lnTo>
                <a:lnTo>
                  <a:pt x="438150" y="295275"/>
                </a:lnTo>
                <a:close/>
                <a:moveTo>
                  <a:pt x="1428750" y="285750"/>
                </a:moveTo>
                <a:lnTo>
                  <a:pt x="1438275" y="285750"/>
                </a:lnTo>
                <a:lnTo>
                  <a:pt x="1438275" y="295275"/>
                </a:lnTo>
                <a:lnTo>
                  <a:pt x="1447800" y="295275"/>
                </a:lnTo>
                <a:lnTo>
                  <a:pt x="1447800" y="304800"/>
                </a:lnTo>
                <a:lnTo>
                  <a:pt x="1457325" y="304800"/>
                </a:lnTo>
                <a:lnTo>
                  <a:pt x="1457325" y="314325"/>
                </a:lnTo>
                <a:lnTo>
                  <a:pt x="1419225" y="314325"/>
                </a:lnTo>
                <a:lnTo>
                  <a:pt x="1419225" y="295275"/>
                </a:lnTo>
                <a:lnTo>
                  <a:pt x="1428750" y="295275"/>
                </a:lnTo>
                <a:close/>
                <a:moveTo>
                  <a:pt x="1571625" y="295275"/>
                </a:moveTo>
                <a:lnTo>
                  <a:pt x="1609725" y="295275"/>
                </a:lnTo>
                <a:lnTo>
                  <a:pt x="1609725" y="323850"/>
                </a:lnTo>
                <a:lnTo>
                  <a:pt x="1600200" y="323850"/>
                </a:lnTo>
                <a:lnTo>
                  <a:pt x="1600200" y="333375"/>
                </a:lnTo>
                <a:lnTo>
                  <a:pt x="1590675" y="333375"/>
                </a:lnTo>
                <a:lnTo>
                  <a:pt x="1590675" y="323850"/>
                </a:lnTo>
                <a:lnTo>
                  <a:pt x="1581150" y="323850"/>
                </a:lnTo>
                <a:lnTo>
                  <a:pt x="1581150" y="314325"/>
                </a:lnTo>
                <a:lnTo>
                  <a:pt x="1571625" y="314325"/>
                </a:lnTo>
                <a:close/>
                <a:moveTo>
                  <a:pt x="895350" y="304800"/>
                </a:moveTo>
                <a:lnTo>
                  <a:pt x="914400" y="304800"/>
                </a:lnTo>
                <a:lnTo>
                  <a:pt x="914400" y="314325"/>
                </a:lnTo>
                <a:lnTo>
                  <a:pt x="923925" y="314325"/>
                </a:lnTo>
                <a:lnTo>
                  <a:pt x="923925" y="323850"/>
                </a:lnTo>
                <a:lnTo>
                  <a:pt x="914400" y="323850"/>
                </a:lnTo>
                <a:lnTo>
                  <a:pt x="914400" y="333375"/>
                </a:lnTo>
                <a:lnTo>
                  <a:pt x="895350" y="333375"/>
                </a:lnTo>
                <a:lnTo>
                  <a:pt x="895350" y="323850"/>
                </a:lnTo>
                <a:lnTo>
                  <a:pt x="885825" y="323850"/>
                </a:lnTo>
                <a:lnTo>
                  <a:pt x="885825" y="314325"/>
                </a:lnTo>
                <a:lnTo>
                  <a:pt x="895350" y="314325"/>
                </a:lnTo>
                <a:close/>
                <a:moveTo>
                  <a:pt x="1019175" y="304800"/>
                </a:moveTo>
                <a:lnTo>
                  <a:pt x="1066800" y="304800"/>
                </a:lnTo>
                <a:lnTo>
                  <a:pt x="1066800" y="314325"/>
                </a:lnTo>
                <a:lnTo>
                  <a:pt x="1057275" y="314325"/>
                </a:lnTo>
                <a:lnTo>
                  <a:pt x="1057275" y="323850"/>
                </a:lnTo>
                <a:lnTo>
                  <a:pt x="1019175" y="323850"/>
                </a:lnTo>
                <a:close/>
                <a:moveTo>
                  <a:pt x="1524000" y="304800"/>
                </a:moveTo>
                <a:lnTo>
                  <a:pt x="1543050" y="304800"/>
                </a:lnTo>
                <a:lnTo>
                  <a:pt x="1543050" y="314325"/>
                </a:lnTo>
                <a:lnTo>
                  <a:pt x="1571625" y="314325"/>
                </a:lnTo>
                <a:lnTo>
                  <a:pt x="1571625" y="333375"/>
                </a:lnTo>
                <a:lnTo>
                  <a:pt x="1562100" y="333375"/>
                </a:lnTo>
                <a:lnTo>
                  <a:pt x="1562100" y="342900"/>
                </a:lnTo>
                <a:lnTo>
                  <a:pt x="1533525" y="342900"/>
                </a:lnTo>
                <a:lnTo>
                  <a:pt x="1533525" y="333375"/>
                </a:lnTo>
                <a:lnTo>
                  <a:pt x="1524000" y="333375"/>
                </a:lnTo>
                <a:close/>
                <a:moveTo>
                  <a:pt x="1981200" y="304800"/>
                </a:moveTo>
                <a:lnTo>
                  <a:pt x="2000250" y="304800"/>
                </a:lnTo>
                <a:lnTo>
                  <a:pt x="2000250" y="314325"/>
                </a:lnTo>
                <a:lnTo>
                  <a:pt x="2019300" y="314325"/>
                </a:lnTo>
                <a:lnTo>
                  <a:pt x="2019300" y="304800"/>
                </a:lnTo>
                <a:lnTo>
                  <a:pt x="2038350" y="304800"/>
                </a:lnTo>
                <a:lnTo>
                  <a:pt x="2038350" y="314325"/>
                </a:lnTo>
                <a:lnTo>
                  <a:pt x="2047875" y="314325"/>
                </a:lnTo>
                <a:lnTo>
                  <a:pt x="2047875" y="323850"/>
                </a:lnTo>
                <a:lnTo>
                  <a:pt x="2057400" y="323850"/>
                </a:lnTo>
                <a:lnTo>
                  <a:pt x="2057400" y="333375"/>
                </a:lnTo>
                <a:lnTo>
                  <a:pt x="2066925" y="333375"/>
                </a:lnTo>
                <a:lnTo>
                  <a:pt x="2066925" y="352425"/>
                </a:lnTo>
                <a:lnTo>
                  <a:pt x="2057400" y="352425"/>
                </a:lnTo>
                <a:lnTo>
                  <a:pt x="2057400" y="361950"/>
                </a:lnTo>
                <a:lnTo>
                  <a:pt x="2038350" y="361950"/>
                </a:lnTo>
                <a:lnTo>
                  <a:pt x="2038350" y="352425"/>
                </a:lnTo>
                <a:lnTo>
                  <a:pt x="2019300" y="352425"/>
                </a:lnTo>
                <a:lnTo>
                  <a:pt x="2019300" y="342900"/>
                </a:lnTo>
                <a:lnTo>
                  <a:pt x="1990725" y="342900"/>
                </a:lnTo>
                <a:lnTo>
                  <a:pt x="1990725" y="333375"/>
                </a:lnTo>
                <a:lnTo>
                  <a:pt x="1981200" y="333375"/>
                </a:lnTo>
                <a:close/>
                <a:moveTo>
                  <a:pt x="381000" y="323850"/>
                </a:moveTo>
                <a:lnTo>
                  <a:pt x="390525" y="323850"/>
                </a:lnTo>
                <a:lnTo>
                  <a:pt x="390525" y="342900"/>
                </a:lnTo>
                <a:lnTo>
                  <a:pt x="381000" y="342900"/>
                </a:lnTo>
                <a:close/>
                <a:moveTo>
                  <a:pt x="1962150" y="342900"/>
                </a:moveTo>
                <a:lnTo>
                  <a:pt x="1971675" y="342900"/>
                </a:lnTo>
                <a:lnTo>
                  <a:pt x="1971675" y="352425"/>
                </a:lnTo>
                <a:lnTo>
                  <a:pt x="1981200" y="352425"/>
                </a:lnTo>
                <a:lnTo>
                  <a:pt x="1981200" y="390525"/>
                </a:lnTo>
                <a:lnTo>
                  <a:pt x="1971675" y="390525"/>
                </a:lnTo>
                <a:lnTo>
                  <a:pt x="1971675" y="409575"/>
                </a:lnTo>
                <a:lnTo>
                  <a:pt x="1952625" y="409575"/>
                </a:lnTo>
                <a:lnTo>
                  <a:pt x="1952625" y="400050"/>
                </a:lnTo>
                <a:lnTo>
                  <a:pt x="1943100" y="400050"/>
                </a:lnTo>
                <a:lnTo>
                  <a:pt x="1943100" y="409575"/>
                </a:lnTo>
                <a:lnTo>
                  <a:pt x="1924050" y="409575"/>
                </a:lnTo>
                <a:lnTo>
                  <a:pt x="1924050" y="419100"/>
                </a:lnTo>
                <a:lnTo>
                  <a:pt x="1943100" y="419100"/>
                </a:lnTo>
                <a:lnTo>
                  <a:pt x="1943100" y="428625"/>
                </a:lnTo>
                <a:lnTo>
                  <a:pt x="1962150" y="428625"/>
                </a:lnTo>
                <a:lnTo>
                  <a:pt x="1962150" y="419100"/>
                </a:lnTo>
                <a:lnTo>
                  <a:pt x="1971675" y="419100"/>
                </a:lnTo>
                <a:lnTo>
                  <a:pt x="1971675" y="447675"/>
                </a:lnTo>
                <a:lnTo>
                  <a:pt x="1943100" y="447675"/>
                </a:lnTo>
                <a:lnTo>
                  <a:pt x="1943100" y="438150"/>
                </a:lnTo>
                <a:lnTo>
                  <a:pt x="1933575" y="438150"/>
                </a:lnTo>
                <a:lnTo>
                  <a:pt x="1933575" y="428625"/>
                </a:lnTo>
                <a:lnTo>
                  <a:pt x="1924050" y="428625"/>
                </a:lnTo>
                <a:lnTo>
                  <a:pt x="1924050" y="438150"/>
                </a:lnTo>
                <a:lnTo>
                  <a:pt x="1914525" y="438150"/>
                </a:lnTo>
                <a:lnTo>
                  <a:pt x="1914525" y="447675"/>
                </a:lnTo>
                <a:lnTo>
                  <a:pt x="1933575" y="447675"/>
                </a:lnTo>
                <a:lnTo>
                  <a:pt x="1933575" y="466725"/>
                </a:lnTo>
                <a:lnTo>
                  <a:pt x="1914525" y="466725"/>
                </a:lnTo>
                <a:lnTo>
                  <a:pt x="1914525" y="457200"/>
                </a:lnTo>
                <a:lnTo>
                  <a:pt x="1905000" y="457200"/>
                </a:lnTo>
                <a:lnTo>
                  <a:pt x="1905000" y="447675"/>
                </a:lnTo>
                <a:lnTo>
                  <a:pt x="1866900" y="447675"/>
                </a:lnTo>
                <a:lnTo>
                  <a:pt x="1866900" y="438150"/>
                </a:lnTo>
                <a:lnTo>
                  <a:pt x="1857375" y="438150"/>
                </a:lnTo>
                <a:lnTo>
                  <a:pt x="1857375" y="419100"/>
                </a:lnTo>
                <a:lnTo>
                  <a:pt x="1847850" y="419100"/>
                </a:lnTo>
                <a:lnTo>
                  <a:pt x="1847850" y="409575"/>
                </a:lnTo>
                <a:lnTo>
                  <a:pt x="1857375" y="409575"/>
                </a:lnTo>
                <a:lnTo>
                  <a:pt x="1857375" y="400050"/>
                </a:lnTo>
                <a:lnTo>
                  <a:pt x="1876425" y="400050"/>
                </a:lnTo>
                <a:lnTo>
                  <a:pt x="1876425" y="409575"/>
                </a:lnTo>
                <a:lnTo>
                  <a:pt x="1905000" y="409575"/>
                </a:lnTo>
                <a:lnTo>
                  <a:pt x="1905000" y="400050"/>
                </a:lnTo>
                <a:lnTo>
                  <a:pt x="1924050" y="400050"/>
                </a:lnTo>
                <a:lnTo>
                  <a:pt x="1924050" y="371475"/>
                </a:lnTo>
                <a:lnTo>
                  <a:pt x="1905000" y="371475"/>
                </a:lnTo>
                <a:lnTo>
                  <a:pt x="1905000" y="381000"/>
                </a:lnTo>
                <a:lnTo>
                  <a:pt x="1876425" y="381000"/>
                </a:lnTo>
                <a:lnTo>
                  <a:pt x="1876425" y="361950"/>
                </a:lnTo>
                <a:lnTo>
                  <a:pt x="1895475" y="361950"/>
                </a:lnTo>
                <a:lnTo>
                  <a:pt x="1895475" y="352425"/>
                </a:lnTo>
                <a:lnTo>
                  <a:pt x="1933575" y="352425"/>
                </a:lnTo>
                <a:lnTo>
                  <a:pt x="1933575" y="381000"/>
                </a:lnTo>
                <a:lnTo>
                  <a:pt x="1962150" y="381000"/>
                </a:lnTo>
                <a:lnTo>
                  <a:pt x="1962150" y="361950"/>
                </a:lnTo>
                <a:lnTo>
                  <a:pt x="1952625" y="361950"/>
                </a:lnTo>
                <a:lnTo>
                  <a:pt x="1952625" y="352425"/>
                </a:lnTo>
                <a:lnTo>
                  <a:pt x="1962150" y="352425"/>
                </a:lnTo>
                <a:close/>
                <a:moveTo>
                  <a:pt x="628650" y="381000"/>
                </a:moveTo>
                <a:lnTo>
                  <a:pt x="647700" y="381000"/>
                </a:lnTo>
                <a:lnTo>
                  <a:pt x="647700" y="390525"/>
                </a:lnTo>
                <a:lnTo>
                  <a:pt x="666750" y="390525"/>
                </a:lnTo>
                <a:lnTo>
                  <a:pt x="666750" y="400050"/>
                </a:lnTo>
                <a:lnTo>
                  <a:pt x="676275" y="400050"/>
                </a:lnTo>
                <a:lnTo>
                  <a:pt x="676275" y="419100"/>
                </a:lnTo>
                <a:lnTo>
                  <a:pt x="666750" y="419100"/>
                </a:lnTo>
                <a:lnTo>
                  <a:pt x="666750" y="428625"/>
                </a:lnTo>
                <a:lnTo>
                  <a:pt x="657225" y="428625"/>
                </a:lnTo>
                <a:lnTo>
                  <a:pt x="657225" y="438150"/>
                </a:lnTo>
                <a:lnTo>
                  <a:pt x="628650" y="438150"/>
                </a:lnTo>
                <a:lnTo>
                  <a:pt x="628650" y="447675"/>
                </a:lnTo>
                <a:lnTo>
                  <a:pt x="542925" y="447675"/>
                </a:lnTo>
                <a:lnTo>
                  <a:pt x="542925" y="438150"/>
                </a:lnTo>
                <a:lnTo>
                  <a:pt x="523875" y="438150"/>
                </a:lnTo>
                <a:lnTo>
                  <a:pt x="523875" y="419100"/>
                </a:lnTo>
                <a:lnTo>
                  <a:pt x="552450" y="419100"/>
                </a:lnTo>
                <a:lnTo>
                  <a:pt x="552450" y="428625"/>
                </a:lnTo>
                <a:lnTo>
                  <a:pt x="571500" y="428625"/>
                </a:lnTo>
                <a:lnTo>
                  <a:pt x="571500" y="400050"/>
                </a:lnTo>
                <a:lnTo>
                  <a:pt x="581025" y="400050"/>
                </a:lnTo>
                <a:lnTo>
                  <a:pt x="581025" y="390525"/>
                </a:lnTo>
                <a:lnTo>
                  <a:pt x="619125" y="390525"/>
                </a:lnTo>
                <a:lnTo>
                  <a:pt x="619125" y="400050"/>
                </a:lnTo>
                <a:lnTo>
                  <a:pt x="628650" y="400050"/>
                </a:lnTo>
                <a:close/>
                <a:moveTo>
                  <a:pt x="1381125" y="390525"/>
                </a:moveTo>
                <a:lnTo>
                  <a:pt x="1390650" y="390525"/>
                </a:lnTo>
                <a:lnTo>
                  <a:pt x="1390650" y="409575"/>
                </a:lnTo>
                <a:lnTo>
                  <a:pt x="1381125" y="409575"/>
                </a:lnTo>
                <a:close/>
                <a:moveTo>
                  <a:pt x="923925" y="409575"/>
                </a:moveTo>
                <a:lnTo>
                  <a:pt x="952500" y="409575"/>
                </a:lnTo>
                <a:lnTo>
                  <a:pt x="952500" y="419100"/>
                </a:lnTo>
                <a:lnTo>
                  <a:pt x="923925" y="419100"/>
                </a:lnTo>
                <a:close/>
                <a:moveTo>
                  <a:pt x="1419225" y="409575"/>
                </a:moveTo>
                <a:lnTo>
                  <a:pt x="1428750" y="409575"/>
                </a:lnTo>
                <a:lnTo>
                  <a:pt x="1428750" y="419100"/>
                </a:lnTo>
                <a:lnTo>
                  <a:pt x="1438275" y="419100"/>
                </a:lnTo>
                <a:lnTo>
                  <a:pt x="1438275" y="409575"/>
                </a:lnTo>
                <a:lnTo>
                  <a:pt x="1447800" y="409575"/>
                </a:lnTo>
                <a:lnTo>
                  <a:pt x="1447800" y="428625"/>
                </a:lnTo>
                <a:lnTo>
                  <a:pt x="1409700" y="428625"/>
                </a:lnTo>
                <a:lnTo>
                  <a:pt x="1409700" y="419100"/>
                </a:lnTo>
                <a:lnTo>
                  <a:pt x="1419225" y="419100"/>
                </a:lnTo>
                <a:close/>
                <a:moveTo>
                  <a:pt x="1809750" y="409575"/>
                </a:moveTo>
                <a:lnTo>
                  <a:pt x="1838325" y="409575"/>
                </a:lnTo>
                <a:lnTo>
                  <a:pt x="1838325" y="428625"/>
                </a:lnTo>
                <a:lnTo>
                  <a:pt x="1809750" y="428625"/>
                </a:lnTo>
                <a:close/>
                <a:moveTo>
                  <a:pt x="1238250" y="428625"/>
                </a:moveTo>
                <a:lnTo>
                  <a:pt x="1266825" y="428625"/>
                </a:lnTo>
                <a:lnTo>
                  <a:pt x="1266825" y="438150"/>
                </a:lnTo>
                <a:lnTo>
                  <a:pt x="1238250" y="438150"/>
                </a:lnTo>
                <a:close/>
                <a:moveTo>
                  <a:pt x="1333500" y="428625"/>
                </a:moveTo>
                <a:lnTo>
                  <a:pt x="1381125" y="428625"/>
                </a:lnTo>
                <a:lnTo>
                  <a:pt x="1381125" y="438150"/>
                </a:lnTo>
                <a:lnTo>
                  <a:pt x="1400175" y="438150"/>
                </a:lnTo>
                <a:lnTo>
                  <a:pt x="1400175" y="457200"/>
                </a:lnTo>
                <a:lnTo>
                  <a:pt x="1371600" y="457200"/>
                </a:lnTo>
                <a:lnTo>
                  <a:pt x="1371600" y="466725"/>
                </a:lnTo>
                <a:lnTo>
                  <a:pt x="1362075" y="466725"/>
                </a:lnTo>
                <a:lnTo>
                  <a:pt x="1362075" y="457200"/>
                </a:lnTo>
                <a:lnTo>
                  <a:pt x="1323975" y="457200"/>
                </a:lnTo>
                <a:lnTo>
                  <a:pt x="1323975" y="466725"/>
                </a:lnTo>
                <a:lnTo>
                  <a:pt x="1314450" y="466725"/>
                </a:lnTo>
                <a:lnTo>
                  <a:pt x="1314450" y="457200"/>
                </a:lnTo>
                <a:lnTo>
                  <a:pt x="1295400" y="457200"/>
                </a:lnTo>
                <a:lnTo>
                  <a:pt x="1295400" y="447675"/>
                </a:lnTo>
                <a:lnTo>
                  <a:pt x="1314450" y="447675"/>
                </a:lnTo>
                <a:lnTo>
                  <a:pt x="1314450" y="438150"/>
                </a:lnTo>
                <a:lnTo>
                  <a:pt x="1333500" y="438150"/>
                </a:lnTo>
                <a:close/>
                <a:moveTo>
                  <a:pt x="495300" y="438150"/>
                </a:moveTo>
                <a:lnTo>
                  <a:pt x="504825" y="438150"/>
                </a:lnTo>
                <a:lnTo>
                  <a:pt x="504825" y="447675"/>
                </a:lnTo>
                <a:lnTo>
                  <a:pt x="495300" y="447675"/>
                </a:lnTo>
                <a:close/>
                <a:moveTo>
                  <a:pt x="762000" y="438150"/>
                </a:moveTo>
                <a:lnTo>
                  <a:pt x="809625" y="438150"/>
                </a:lnTo>
                <a:lnTo>
                  <a:pt x="809625" y="447675"/>
                </a:lnTo>
                <a:lnTo>
                  <a:pt x="819150" y="447675"/>
                </a:lnTo>
                <a:lnTo>
                  <a:pt x="819150" y="476250"/>
                </a:lnTo>
                <a:lnTo>
                  <a:pt x="828675" y="476250"/>
                </a:lnTo>
                <a:lnTo>
                  <a:pt x="828675" y="466725"/>
                </a:lnTo>
                <a:lnTo>
                  <a:pt x="838200" y="466725"/>
                </a:lnTo>
                <a:lnTo>
                  <a:pt x="838200" y="447675"/>
                </a:lnTo>
                <a:lnTo>
                  <a:pt x="847725" y="447675"/>
                </a:lnTo>
                <a:lnTo>
                  <a:pt x="847725" y="466725"/>
                </a:lnTo>
                <a:lnTo>
                  <a:pt x="838200" y="466725"/>
                </a:lnTo>
                <a:lnTo>
                  <a:pt x="838200" y="485775"/>
                </a:lnTo>
                <a:lnTo>
                  <a:pt x="847725" y="485775"/>
                </a:lnTo>
                <a:lnTo>
                  <a:pt x="847725" y="495300"/>
                </a:lnTo>
                <a:lnTo>
                  <a:pt x="857250" y="495300"/>
                </a:lnTo>
                <a:lnTo>
                  <a:pt x="857250" y="523875"/>
                </a:lnTo>
                <a:lnTo>
                  <a:pt x="866775" y="523875"/>
                </a:lnTo>
                <a:lnTo>
                  <a:pt x="866775" y="533400"/>
                </a:lnTo>
                <a:lnTo>
                  <a:pt x="876300" y="533400"/>
                </a:lnTo>
                <a:lnTo>
                  <a:pt x="876300" y="647700"/>
                </a:lnTo>
                <a:lnTo>
                  <a:pt x="857250" y="647700"/>
                </a:lnTo>
                <a:lnTo>
                  <a:pt x="857250" y="628650"/>
                </a:lnTo>
                <a:lnTo>
                  <a:pt x="847725" y="628650"/>
                </a:lnTo>
                <a:lnTo>
                  <a:pt x="847725" y="609600"/>
                </a:lnTo>
                <a:lnTo>
                  <a:pt x="838200" y="609600"/>
                </a:lnTo>
                <a:lnTo>
                  <a:pt x="838200" y="590550"/>
                </a:lnTo>
                <a:lnTo>
                  <a:pt x="847725" y="590550"/>
                </a:lnTo>
                <a:lnTo>
                  <a:pt x="847725" y="581025"/>
                </a:lnTo>
                <a:lnTo>
                  <a:pt x="828675" y="581025"/>
                </a:lnTo>
                <a:lnTo>
                  <a:pt x="828675" y="571500"/>
                </a:lnTo>
                <a:lnTo>
                  <a:pt x="819150" y="571500"/>
                </a:lnTo>
                <a:lnTo>
                  <a:pt x="819150" y="552450"/>
                </a:lnTo>
                <a:lnTo>
                  <a:pt x="828675" y="552450"/>
                </a:lnTo>
                <a:lnTo>
                  <a:pt x="828675" y="523875"/>
                </a:lnTo>
                <a:lnTo>
                  <a:pt x="809625" y="523875"/>
                </a:lnTo>
                <a:lnTo>
                  <a:pt x="809625" y="485775"/>
                </a:lnTo>
                <a:lnTo>
                  <a:pt x="733425" y="485775"/>
                </a:lnTo>
                <a:lnTo>
                  <a:pt x="733425" y="495300"/>
                </a:lnTo>
                <a:lnTo>
                  <a:pt x="723900" y="495300"/>
                </a:lnTo>
                <a:lnTo>
                  <a:pt x="723900" y="514350"/>
                </a:lnTo>
                <a:lnTo>
                  <a:pt x="714375" y="514350"/>
                </a:lnTo>
                <a:lnTo>
                  <a:pt x="714375" y="533400"/>
                </a:lnTo>
                <a:lnTo>
                  <a:pt x="704850" y="533400"/>
                </a:lnTo>
                <a:lnTo>
                  <a:pt x="704850" y="542925"/>
                </a:lnTo>
                <a:lnTo>
                  <a:pt x="695325" y="542925"/>
                </a:lnTo>
                <a:lnTo>
                  <a:pt x="695325" y="552450"/>
                </a:lnTo>
                <a:lnTo>
                  <a:pt x="676275" y="552450"/>
                </a:lnTo>
                <a:lnTo>
                  <a:pt x="676275" y="542925"/>
                </a:lnTo>
                <a:lnTo>
                  <a:pt x="647700" y="542925"/>
                </a:lnTo>
                <a:lnTo>
                  <a:pt x="647700" y="523875"/>
                </a:lnTo>
                <a:lnTo>
                  <a:pt x="657225" y="523875"/>
                </a:lnTo>
                <a:lnTo>
                  <a:pt x="657225" y="514350"/>
                </a:lnTo>
                <a:lnTo>
                  <a:pt x="704850" y="514350"/>
                </a:lnTo>
                <a:lnTo>
                  <a:pt x="704850" y="495300"/>
                </a:lnTo>
                <a:lnTo>
                  <a:pt x="714375" y="495300"/>
                </a:lnTo>
                <a:lnTo>
                  <a:pt x="714375" y="476250"/>
                </a:lnTo>
                <a:lnTo>
                  <a:pt x="723900" y="476250"/>
                </a:lnTo>
                <a:lnTo>
                  <a:pt x="723900" y="466725"/>
                </a:lnTo>
                <a:lnTo>
                  <a:pt x="733425" y="466725"/>
                </a:lnTo>
                <a:lnTo>
                  <a:pt x="733425" y="457200"/>
                </a:lnTo>
                <a:lnTo>
                  <a:pt x="742950" y="457200"/>
                </a:lnTo>
                <a:lnTo>
                  <a:pt x="742950" y="447675"/>
                </a:lnTo>
                <a:lnTo>
                  <a:pt x="762000" y="447675"/>
                </a:lnTo>
                <a:close/>
                <a:moveTo>
                  <a:pt x="1981200" y="438150"/>
                </a:moveTo>
                <a:lnTo>
                  <a:pt x="2009775" y="438150"/>
                </a:lnTo>
                <a:lnTo>
                  <a:pt x="2009775" y="447675"/>
                </a:lnTo>
                <a:lnTo>
                  <a:pt x="1981200" y="447675"/>
                </a:lnTo>
                <a:close/>
                <a:moveTo>
                  <a:pt x="485775" y="447675"/>
                </a:moveTo>
                <a:lnTo>
                  <a:pt x="495300" y="447675"/>
                </a:lnTo>
                <a:lnTo>
                  <a:pt x="495300" y="457200"/>
                </a:lnTo>
                <a:lnTo>
                  <a:pt x="485775" y="457200"/>
                </a:lnTo>
                <a:close/>
                <a:moveTo>
                  <a:pt x="2047875" y="447675"/>
                </a:moveTo>
                <a:lnTo>
                  <a:pt x="2057400" y="447675"/>
                </a:lnTo>
                <a:lnTo>
                  <a:pt x="2057400" y="466725"/>
                </a:lnTo>
                <a:lnTo>
                  <a:pt x="2038350" y="466725"/>
                </a:lnTo>
                <a:lnTo>
                  <a:pt x="2038350" y="457200"/>
                </a:lnTo>
                <a:lnTo>
                  <a:pt x="2047875" y="457200"/>
                </a:lnTo>
                <a:close/>
                <a:moveTo>
                  <a:pt x="1285875" y="457200"/>
                </a:moveTo>
                <a:lnTo>
                  <a:pt x="1295400" y="457200"/>
                </a:lnTo>
                <a:lnTo>
                  <a:pt x="1295400" y="466725"/>
                </a:lnTo>
                <a:lnTo>
                  <a:pt x="1285875" y="466725"/>
                </a:lnTo>
                <a:close/>
                <a:moveTo>
                  <a:pt x="1266825" y="466725"/>
                </a:moveTo>
                <a:lnTo>
                  <a:pt x="1276350" y="466725"/>
                </a:lnTo>
                <a:lnTo>
                  <a:pt x="1276350" y="476250"/>
                </a:lnTo>
                <a:lnTo>
                  <a:pt x="1285875" y="476250"/>
                </a:lnTo>
                <a:lnTo>
                  <a:pt x="1285875" y="485775"/>
                </a:lnTo>
                <a:lnTo>
                  <a:pt x="1295400" y="485775"/>
                </a:lnTo>
                <a:lnTo>
                  <a:pt x="1295400" y="495300"/>
                </a:lnTo>
                <a:lnTo>
                  <a:pt x="1314450" y="495300"/>
                </a:lnTo>
                <a:lnTo>
                  <a:pt x="1314450" y="476250"/>
                </a:lnTo>
                <a:lnTo>
                  <a:pt x="1323975" y="476250"/>
                </a:lnTo>
                <a:lnTo>
                  <a:pt x="1323975" y="466725"/>
                </a:lnTo>
                <a:lnTo>
                  <a:pt x="1333500" y="466725"/>
                </a:lnTo>
                <a:lnTo>
                  <a:pt x="1333500" y="476250"/>
                </a:lnTo>
                <a:lnTo>
                  <a:pt x="1343025" y="476250"/>
                </a:lnTo>
                <a:lnTo>
                  <a:pt x="1343025" y="466725"/>
                </a:lnTo>
                <a:lnTo>
                  <a:pt x="1362075" y="466725"/>
                </a:lnTo>
                <a:lnTo>
                  <a:pt x="1362075" y="495300"/>
                </a:lnTo>
                <a:lnTo>
                  <a:pt x="1352550" y="495300"/>
                </a:lnTo>
                <a:lnTo>
                  <a:pt x="1352550" y="504825"/>
                </a:lnTo>
                <a:lnTo>
                  <a:pt x="1343025" y="504825"/>
                </a:lnTo>
                <a:lnTo>
                  <a:pt x="1343025" y="495300"/>
                </a:lnTo>
                <a:lnTo>
                  <a:pt x="1314450" y="495300"/>
                </a:lnTo>
                <a:lnTo>
                  <a:pt x="1314450" y="504825"/>
                </a:lnTo>
                <a:lnTo>
                  <a:pt x="1295400" y="504825"/>
                </a:lnTo>
                <a:lnTo>
                  <a:pt x="1295400" y="514350"/>
                </a:lnTo>
                <a:lnTo>
                  <a:pt x="1257300" y="514350"/>
                </a:lnTo>
                <a:lnTo>
                  <a:pt x="1257300" y="504825"/>
                </a:lnTo>
                <a:lnTo>
                  <a:pt x="1247775" y="504825"/>
                </a:lnTo>
                <a:lnTo>
                  <a:pt x="1247775" y="495300"/>
                </a:lnTo>
                <a:lnTo>
                  <a:pt x="1238250" y="495300"/>
                </a:lnTo>
                <a:lnTo>
                  <a:pt x="1238250" y="485775"/>
                </a:lnTo>
                <a:lnTo>
                  <a:pt x="1247775" y="485775"/>
                </a:lnTo>
                <a:lnTo>
                  <a:pt x="1247775" y="476250"/>
                </a:lnTo>
                <a:lnTo>
                  <a:pt x="1266825" y="476250"/>
                </a:lnTo>
                <a:close/>
                <a:moveTo>
                  <a:pt x="314325" y="476250"/>
                </a:moveTo>
                <a:lnTo>
                  <a:pt x="333375" y="476250"/>
                </a:lnTo>
                <a:lnTo>
                  <a:pt x="333375" y="485775"/>
                </a:lnTo>
                <a:lnTo>
                  <a:pt x="314325" y="485775"/>
                </a:lnTo>
                <a:close/>
                <a:moveTo>
                  <a:pt x="1695450" y="476250"/>
                </a:moveTo>
                <a:lnTo>
                  <a:pt x="1704975" y="476250"/>
                </a:lnTo>
                <a:lnTo>
                  <a:pt x="1704975" y="485775"/>
                </a:lnTo>
                <a:lnTo>
                  <a:pt x="1714500" y="485775"/>
                </a:lnTo>
                <a:lnTo>
                  <a:pt x="1714500" y="495300"/>
                </a:lnTo>
                <a:lnTo>
                  <a:pt x="1724025" y="495300"/>
                </a:lnTo>
                <a:lnTo>
                  <a:pt x="1724025" y="504825"/>
                </a:lnTo>
                <a:lnTo>
                  <a:pt x="1733550" y="504825"/>
                </a:lnTo>
                <a:lnTo>
                  <a:pt x="1733550" y="514350"/>
                </a:lnTo>
                <a:lnTo>
                  <a:pt x="1771650" y="514350"/>
                </a:lnTo>
                <a:lnTo>
                  <a:pt x="1771650" y="523875"/>
                </a:lnTo>
                <a:lnTo>
                  <a:pt x="1781175" y="523875"/>
                </a:lnTo>
                <a:lnTo>
                  <a:pt x="1781175" y="514350"/>
                </a:lnTo>
                <a:lnTo>
                  <a:pt x="1809750" y="514350"/>
                </a:lnTo>
                <a:lnTo>
                  <a:pt x="1809750" y="533400"/>
                </a:lnTo>
                <a:lnTo>
                  <a:pt x="1762125" y="533400"/>
                </a:lnTo>
                <a:lnTo>
                  <a:pt x="1762125" y="542925"/>
                </a:lnTo>
                <a:lnTo>
                  <a:pt x="1724025" y="542925"/>
                </a:lnTo>
                <a:lnTo>
                  <a:pt x="1724025" y="533400"/>
                </a:lnTo>
                <a:lnTo>
                  <a:pt x="1704975" y="533400"/>
                </a:lnTo>
                <a:lnTo>
                  <a:pt x="1704975" y="504825"/>
                </a:lnTo>
                <a:lnTo>
                  <a:pt x="1695450" y="504825"/>
                </a:lnTo>
                <a:close/>
                <a:moveTo>
                  <a:pt x="323850" y="495300"/>
                </a:moveTo>
                <a:lnTo>
                  <a:pt x="333375" y="495300"/>
                </a:lnTo>
                <a:lnTo>
                  <a:pt x="333375" y="533400"/>
                </a:lnTo>
                <a:lnTo>
                  <a:pt x="323850" y="533400"/>
                </a:lnTo>
                <a:close/>
                <a:moveTo>
                  <a:pt x="1209675" y="514350"/>
                </a:moveTo>
                <a:lnTo>
                  <a:pt x="1247775" y="514350"/>
                </a:lnTo>
                <a:lnTo>
                  <a:pt x="1247775" y="523875"/>
                </a:lnTo>
                <a:lnTo>
                  <a:pt x="1238250" y="523875"/>
                </a:lnTo>
                <a:lnTo>
                  <a:pt x="1238250" y="533400"/>
                </a:lnTo>
                <a:lnTo>
                  <a:pt x="1228725" y="533400"/>
                </a:lnTo>
                <a:lnTo>
                  <a:pt x="1228725" y="552450"/>
                </a:lnTo>
                <a:lnTo>
                  <a:pt x="1209675" y="552450"/>
                </a:lnTo>
                <a:close/>
                <a:moveTo>
                  <a:pt x="2152650" y="514350"/>
                </a:moveTo>
                <a:lnTo>
                  <a:pt x="2171700" y="514350"/>
                </a:lnTo>
                <a:lnTo>
                  <a:pt x="2171700" y="523875"/>
                </a:lnTo>
                <a:lnTo>
                  <a:pt x="2162175" y="523875"/>
                </a:lnTo>
                <a:lnTo>
                  <a:pt x="2162175" y="533400"/>
                </a:lnTo>
                <a:lnTo>
                  <a:pt x="2181225" y="533400"/>
                </a:lnTo>
                <a:lnTo>
                  <a:pt x="2181225" y="561975"/>
                </a:lnTo>
                <a:lnTo>
                  <a:pt x="2171700" y="561975"/>
                </a:lnTo>
                <a:lnTo>
                  <a:pt x="2171700" y="600075"/>
                </a:lnTo>
                <a:lnTo>
                  <a:pt x="2162175" y="600075"/>
                </a:lnTo>
                <a:lnTo>
                  <a:pt x="2162175" y="609600"/>
                </a:lnTo>
                <a:lnTo>
                  <a:pt x="2143125" y="609600"/>
                </a:lnTo>
                <a:lnTo>
                  <a:pt x="2143125" y="600075"/>
                </a:lnTo>
                <a:lnTo>
                  <a:pt x="2152650" y="600075"/>
                </a:lnTo>
                <a:lnTo>
                  <a:pt x="2152650" y="581025"/>
                </a:lnTo>
                <a:lnTo>
                  <a:pt x="2162175" y="581025"/>
                </a:lnTo>
                <a:lnTo>
                  <a:pt x="2162175" y="561975"/>
                </a:lnTo>
                <a:lnTo>
                  <a:pt x="2152650" y="561975"/>
                </a:lnTo>
                <a:lnTo>
                  <a:pt x="2152650" y="552450"/>
                </a:lnTo>
                <a:lnTo>
                  <a:pt x="2133600" y="552450"/>
                </a:lnTo>
                <a:lnTo>
                  <a:pt x="2133600" y="542925"/>
                </a:lnTo>
                <a:lnTo>
                  <a:pt x="2124075" y="542925"/>
                </a:lnTo>
                <a:lnTo>
                  <a:pt x="2124075" y="533400"/>
                </a:lnTo>
                <a:lnTo>
                  <a:pt x="2133600" y="533400"/>
                </a:lnTo>
                <a:lnTo>
                  <a:pt x="2133600" y="523875"/>
                </a:lnTo>
                <a:lnTo>
                  <a:pt x="2152650" y="523875"/>
                </a:lnTo>
                <a:close/>
                <a:moveTo>
                  <a:pt x="1647825" y="523875"/>
                </a:moveTo>
                <a:lnTo>
                  <a:pt x="1666875" y="523875"/>
                </a:lnTo>
                <a:lnTo>
                  <a:pt x="1666875" y="533400"/>
                </a:lnTo>
                <a:lnTo>
                  <a:pt x="1676400" y="533400"/>
                </a:lnTo>
                <a:lnTo>
                  <a:pt x="1676400" y="542925"/>
                </a:lnTo>
                <a:lnTo>
                  <a:pt x="1666875" y="542925"/>
                </a:lnTo>
                <a:lnTo>
                  <a:pt x="1666875" y="552450"/>
                </a:lnTo>
                <a:lnTo>
                  <a:pt x="1657350" y="552450"/>
                </a:lnTo>
                <a:lnTo>
                  <a:pt x="1657350" y="542925"/>
                </a:lnTo>
                <a:lnTo>
                  <a:pt x="1647825" y="542925"/>
                </a:lnTo>
                <a:close/>
                <a:moveTo>
                  <a:pt x="257175" y="533400"/>
                </a:moveTo>
                <a:lnTo>
                  <a:pt x="266700" y="533400"/>
                </a:lnTo>
                <a:lnTo>
                  <a:pt x="266700" y="561975"/>
                </a:lnTo>
                <a:lnTo>
                  <a:pt x="257175" y="561975"/>
                </a:lnTo>
                <a:close/>
                <a:moveTo>
                  <a:pt x="371475" y="533400"/>
                </a:moveTo>
                <a:lnTo>
                  <a:pt x="390525" y="533400"/>
                </a:lnTo>
                <a:lnTo>
                  <a:pt x="390525" y="542925"/>
                </a:lnTo>
                <a:lnTo>
                  <a:pt x="371475" y="542925"/>
                </a:lnTo>
                <a:close/>
                <a:moveTo>
                  <a:pt x="838200" y="533400"/>
                </a:moveTo>
                <a:lnTo>
                  <a:pt x="847725" y="533400"/>
                </a:lnTo>
                <a:lnTo>
                  <a:pt x="847725" y="523875"/>
                </a:lnTo>
                <a:lnTo>
                  <a:pt x="838200" y="523875"/>
                </a:lnTo>
                <a:close/>
                <a:moveTo>
                  <a:pt x="2105025" y="552450"/>
                </a:moveTo>
                <a:lnTo>
                  <a:pt x="2124075" y="552450"/>
                </a:lnTo>
                <a:lnTo>
                  <a:pt x="2124075" y="561975"/>
                </a:lnTo>
                <a:lnTo>
                  <a:pt x="2105025" y="561975"/>
                </a:lnTo>
                <a:close/>
                <a:moveTo>
                  <a:pt x="419100" y="571500"/>
                </a:moveTo>
                <a:lnTo>
                  <a:pt x="438150" y="571500"/>
                </a:lnTo>
                <a:lnTo>
                  <a:pt x="438150" y="581025"/>
                </a:lnTo>
                <a:lnTo>
                  <a:pt x="447675" y="581025"/>
                </a:lnTo>
                <a:lnTo>
                  <a:pt x="447675" y="590550"/>
                </a:lnTo>
                <a:lnTo>
                  <a:pt x="457200" y="590550"/>
                </a:lnTo>
                <a:lnTo>
                  <a:pt x="457200" y="609600"/>
                </a:lnTo>
                <a:lnTo>
                  <a:pt x="476250" y="609600"/>
                </a:lnTo>
                <a:lnTo>
                  <a:pt x="476250" y="619125"/>
                </a:lnTo>
                <a:lnTo>
                  <a:pt x="485775" y="619125"/>
                </a:lnTo>
                <a:lnTo>
                  <a:pt x="485775" y="628650"/>
                </a:lnTo>
                <a:lnTo>
                  <a:pt x="476250" y="628650"/>
                </a:lnTo>
                <a:lnTo>
                  <a:pt x="476250" y="638175"/>
                </a:lnTo>
                <a:lnTo>
                  <a:pt x="457200" y="638175"/>
                </a:lnTo>
                <a:lnTo>
                  <a:pt x="457200" y="647700"/>
                </a:lnTo>
                <a:lnTo>
                  <a:pt x="428625" y="647700"/>
                </a:lnTo>
                <a:lnTo>
                  <a:pt x="428625" y="638175"/>
                </a:lnTo>
                <a:lnTo>
                  <a:pt x="419100" y="638175"/>
                </a:lnTo>
                <a:lnTo>
                  <a:pt x="419100" y="628650"/>
                </a:lnTo>
                <a:lnTo>
                  <a:pt x="457200" y="628650"/>
                </a:lnTo>
                <a:lnTo>
                  <a:pt x="457200" y="619125"/>
                </a:lnTo>
                <a:lnTo>
                  <a:pt x="438150" y="619125"/>
                </a:lnTo>
                <a:lnTo>
                  <a:pt x="438150" y="609600"/>
                </a:lnTo>
                <a:lnTo>
                  <a:pt x="428625" y="609600"/>
                </a:lnTo>
                <a:lnTo>
                  <a:pt x="428625" y="600075"/>
                </a:lnTo>
                <a:lnTo>
                  <a:pt x="419100" y="600075"/>
                </a:lnTo>
                <a:lnTo>
                  <a:pt x="419100" y="609600"/>
                </a:lnTo>
                <a:lnTo>
                  <a:pt x="400050" y="609600"/>
                </a:lnTo>
                <a:lnTo>
                  <a:pt x="400050" y="619125"/>
                </a:lnTo>
                <a:lnTo>
                  <a:pt x="381000" y="619125"/>
                </a:lnTo>
                <a:lnTo>
                  <a:pt x="381000" y="600075"/>
                </a:lnTo>
                <a:lnTo>
                  <a:pt x="390525" y="600075"/>
                </a:lnTo>
                <a:lnTo>
                  <a:pt x="390525" y="590550"/>
                </a:lnTo>
                <a:lnTo>
                  <a:pt x="400050" y="590550"/>
                </a:lnTo>
                <a:lnTo>
                  <a:pt x="400050" y="600075"/>
                </a:lnTo>
                <a:lnTo>
                  <a:pt x="409575" y="600075"/>
                </a:lnTo>
                <a:lnTo>
                  <a:pt x="409575" y="581025"/>
                </a:lnTo>
                <a:lnTo>
                  <a:pt x="419100" y="581025"/>
                </a:lnTo>
                <a:close/>
                <a:moveTo>
                  <a:pt x="2066925" y="571500"/>
                </a:moveTo>
                <a:lnTo>
                  <a:pt x="2076450" y="571500"/>
                </a:lnTo>
                <a:lnTo>
                  <a:pt x="2076450" y="590550"/>
                </a:lnTo>
                <a:lnTo>
                  <a:pt x="2066925" y="590550"/>
                </a:lnTo>
                <a:close/>
                <a:moveTo>
                  <a:pt x="0" y="581025"/>
                </a:moveTo>
                <a:lnTo>
                  <a:pt x="9525" y="581025"/>
                </a:lnTo>
                <a:lnTo>
                  <a:pt x="9525" y="600075"/>
                </a:lnTo>
                <a:lnTo>
                  <a:pt x="0" y="600075"/>
                </a:lnTo>
                <a:close/>
                <a:moveTo>
                  <a:pt x="952500" y="581025"/>
                </a:moveTo>
                <a:lnTo>
                  <a:pt x="971550" y="581025"/>
                </a:lnTo>
                <a:lnTo>
                  <a:pt x="971550" y="657225"/>
                </a:lnTo>
                <a:lnTo>
                  <a:pt x="952500" y="657225"/>
                </a:lnTo>
                <a:close/>
                <a:moveTo>
                  <a:pt x="1466850" y="619125"/>
                </a:moveTo>
                <a:lnTo>
                  <a:pt x="1495425" y="619125"/>
                </a:lnTo>
                <a:lnTo>
                  <a:pt x="1495425" y="628650"/>
                </a:lnTo>
                <a:lnTo>
                  <a:pt x="1504950" y="628650"/>
                </a:lnTo>
                <a:lnTo>
                  <a:pt x="1504950" y="647700"/>
                </a:lnTo>
                <a:lnTo>
                  <a:pt x="1466850" y="647700"/>
                </a:lnTo>
                <a:lnTo>
                  <a:pt x="1466850" y="638175"/>
                </a:lnTo>
                <a:lnTo>
                  <a:pt x="1457325" y="638175"/>
                </a:lnTo>
                <a:lnTo>
                  <a:pt x="1457325" y="628650"/>
                </a:lnTo>
                <a:lnTo>
                  <a:pt x="1466850" y="628650"/>
                </a:lnTo>
                <a:close/>
                <a:moveTo>
                  <a:pt x="0" y="638175"/>
                </a:moveTo>
                <a:lnTo>
                  <a:pt x="9525" y="638175"/>
                </a:lnTo>
                <a:lnTo>
                  <a:pt x="9525" y="790575"/>
                </a:lnTo>
                <a:lnTo>
                  <a:pt x="0" y="790575"/>
                </a:lnTo>
                <a:close/>
                <a:moveTo>
                  <a:pt x="1962150" y="638175"/>
                </a:moveTo>
                <a:lnTo>
                  <a:pt x="1981200" y="638175"/>
                </a:lnTo>
                <a:lnTo>
                  <a:pt x="1981200" y="647700"/>
                </a:lnTo>
                <a:lnTo>
                  <a:pt x="1990725" y="647700"/>
                </a:lnTo>
                <a:lnTo>
                  <a:pt x="1990725" y="704850"/>
                </a:lnTo>
                <a:lnTo>
                  <a:pt x="1981200" y="704850"/>
                </a:lnTo>
                <a:lnTo>
                  <a:pt x="1981200" y="714375"/>
                </a:lnTo>
                <a:lnTo>
                  <a:pt x="1971675" y="714375"/>
                </a:lnTo>
                <a:lnTo>
                  <a:pt x="1971675" y="733425"/>
                </a:lnTo>
                <a:lnTo>
                  <a:pt x="1952625" y="733425"/>
                </a:lnTo>
                <a:lnTo>
                  <a:pt x="1952625" y="647700"/>
                </a:lnTo>
                <a:lnTo>
                  <a:pt x="1962150" y="647700"/>
                </a:lnTo>
                <a:close/>
                <a:moveTo>
                  <a:pt x="590550" y="676275"/>
                </a:moveTo>
                <a:lnTo>
                  <a:pt x="600075" y="676275"/>
                </a:lnTo>
                <a:lnTo>
                  <a:pt x="600075" y="685800"/>
                </a:lnTo>
                <a:lnTo>
                  <a:pt x="628650" y="685800"/>
                </a:lnTo>
                <a:lnTo>
                  <a:pt x="628650" y="695325"/>
                </a:lnTo>
                <a:lnTo>
                  <a:pt x="619125" y="695325"/>
                </a:lnTo>
                <a:lnTo>
                  <a:pt x="619125" y="704850"/>
                </a:lnTo>
                <a:lnTo>
                  <a:pt x="581025" y="704850"/>
                </a:lnTo>
                <a:lnTo>
                  <a:pt x="581025" y="685800"/>
                </a:lnTo>
                <a:lnTo>
                  <a:pt x="590550" y="685800"/>
                </a:lnTo>
                <a:close/>
                <a:moveTo>
                  <a:pt x="457200" y="685800"/>
                </a:moveTo>
                <a:lnTo>
                  <a:pt x="466725" y="685800"/>
                </a:lnTo>
                <a:lnTo>
                  <a:pt x="466725" y="695325"/>
                </a:lnTo>
                <a:lnTo>
                  <a:pt x="457200" y="695325"/>
                </a:lnTo>
                <a:close/>
                <a:moveTo>
                  <a:pt x="1504950" y="695325"/>
                </a:moveTo>
                <a:lnTo>
                  <a:pt x="1533525" y="695325"/>
                </a:lnTo>
                <a:lnTo>
                  <a:pt x="1533525" y="704850"/>
                </a:lnTo>
                <a:lnTo>
                  <a:pt x="1543050" y="704850"/>
                </a:lnTo>
                <a:lnTo>
                  <a:pt x="1543050" y="714375"/>
                </a:lnTo>
                <a:lnTo>
                  <a:pt x="1524000" y="714375"/>
                </a:lnTo>
                <a:lnTo>
                  <a:pt x="1524000" y="723900"/>
                </a:lnTo>
                <a:lnTo>
                  <a:pt x="1504950" y="723900"/>
                </a:lnTo>
                <a:lnTo>
                  <a:pt x="1504950" y="714375"/>
                </a:lnTo>
                <a:lnTo>
                  <a:pt x="1495425" y="714375"/>
                </a:lnTo>
                <a:lnTo>
                  <a:pt x="1495425" y="704850"/>
                </a:lnTo>
                <a:lnTo>
                  <a:pt x="1504950" y="704850"/>
                </a:lnTo>
                <a:close/>
                <a:moveTo>
                  <a:pt x="1847850" y="695325"/>
                </a:moveTo>
                <a:lnTo>
                  <a:pt x="1866900" y="695325"/>
                </a:lnTo>
                <a:lnTo>
                  <a:pt x="1866900" y="819150"/>
                </a:lnTo>
                <a:lnTo>
                  <a:pt x="1857375" y="819150"/>
                </a:lnTo>
                <a:lnTo>
                  <a:pt x="1857375" y="828675"/>
                </a:lnTo>
                <a:lnTo>
                  <a:pt x="1847850" y="828675"/>
                </a:lnTo>
                <a:lnTo>
                  <a:pt x="1847850" y="819150"/>
                </a:lnTo>
                <a:lnTo>
                  <a:pt x="1838325" y="819150"/>
                </a:lnTo>
                <a:lnTo>
                  <a:pt x="1838325" y="800100"/>
                </a:lnTo>
                <a:lnTo>
                  <a:pt x="1828800" y="800100"/>
                </a:lnTo>
                <a:lnTo>
                  <a:pt x="1828800" y="790575"/>
                </a:lnTo>
                <a:lnTo>
                  <a:pt x="1819275" y="790575"/>
                </a:lnTo>
                <a:lnTo>
                  <a:pt x="1819275" y="781050"/>
                </a:lnTo>
                <a:lnTo>
                  <a:pt x="1752600" y="781050"/>
                </a:lnTo>
                <a:lnTo>
                  <a:pt x="1752600" y="771525"/>
                </a:lnTo>
                <a:lnTo>
                  <a:pt x="1743075" y="771525"/>
                </a:lnTo>
                <a:lnTo>
                  <a:pt x="1743075" y="752475"/>
                </a:lnTo>
                <a:lnTo>
                  <a:pt x="1790700" y="752475"/>
                </a:lnTo>
                <a:lnTo>
                  <a:pt x="1790700" y="733425"/>
                </a:lnTo>
                <a:lnTo>
                  <a:pt x="1800225" y="733425"/>
                </a:lnTo>
                <a:lnTo>
                  <a:pt x="1800225" y="723900"/>
                </a:lnTo>
                <a:lnTo>
                  <a:pt x="1838325" y="723900"/>
                </a:lnTo>
                <a:lnTo>
                  <a:pt x="1838325" y="714375"/>
                </a:lnTo>
                <a:lnTo>
                  <a:pt x="1847850" y="714375"/>
                </a:lnTo>
                <a:close/>
                <a:moveTo>
                  <a:pt x="971550" y="704850"/>
                </a:moveTo>
                <a:lnTo>
                  <a:pt x="1028700" y="704850"/>
                </a:lnTo>
                <a:lnTo>
                  <a:pt x="1028700" y="723900"/>
                </a:lnTo>
                <a:lnTo>
                  <a:pt x="1000125" y="723900"/>
                </a:lnTo>
                <a:lnTo>
                  <a:pt x="1000125" y="733425"/>
                </a:lnTo>
                <a:lnTo>
                  <a:pt x="981075" y="733425"/>
                </a:lnTo>
                <a:lnTo>
                  <a:pt x="981075" y="723900"/>
                </a:lnTo>
                <a:lnTo>
                  <a:pt x="942975" y="723900"/>
                </a:lnTo>
                <a:lnTo>
                  <a:pt x="942975" y="714375"/>
                </a:lnTo>
                <a:lnTo>
                  <a:pt x="971550" y="714375"/>
                </a:lnTo>
                <a:close/>
                <a:moveTo>
                  <a:pt x="1038225" y="704850"/>
                </a:moveTo>
                <a:lnTo>
                  <a:pt x="1066800" y="704850"/>
                </a:lnTo>
                <a:lnTo>
                  <a:pt x="1066800" y="723900"/>
                </a:lnTo>
                <a:lnTo>
                  <a:pt x="1038225" y="723900"/>
                </a:lnTo>
                <a:close/>
                <a:moveTo>
                  <a:pt x="238125" y="723900"/>
                </a:moveTo>
                <a:lnTo>
                  <a:pt x="247650" y="723900"/>
                </a:lnTo>
                <a:lnTo>
                  <a:pt x="247650" y="733425"/>
                </a:lnTo>
                <a:lnTo>
                  <a:pt x="238125" y="733425"/>
                </a:lnTo>
                <a:close/>
                <a:moveTo>
                  <a:pt x="2114550" y="733425"/>
                </a:moveTo>
                <a:lnTo>
                  <a:pt x="2124075" y="733425"/>
                </a:lnTo>
                <a:lnTo>
                  <a:pt x="2124075" y="762000"/>
                </a:lnTo>
                <a:lnTo>
                  <a:pt x="2114550" y="762000"/>
                </a:lnTo>
                <a:close/>
                <a:moveTo>
                  <a:pt x="1323975" y="742950"/>
                </a:moveTo>
                <a:lnTo>
                  <a:pt x="1343025" y="742950"/>
                </a:lnTo>
                <a:lnTo>
                  <a:pt x="1343025" y="752475"/>
                </a:lnTo>
                <a:lnTo>
                  <a:pt x="1323975" y="752475"/>
                </a:lnTo>
                <a:close/>
                <a:moveTo>
                  <a:pt x="695325" y="762000"/>
                </a:moveTo>
                <a:lnTo>
                  <a:pt x="723900" y="762000"/>
                </a:lnTo>
                <a:lnTo>
                  <a:pt x="723900" y="771525"/>
                </a:lnTo>
                <a:lnTo>
                  <a:pt x="695325" y="771525"/>
                </a:lnTo>
                <a:close/>
                <a:moveTo>
                  <a:pt x="733425" y="762000"/>
                </a:moveTo>
                <a:lnTo>
                  <a:pt x="742950" y="762000"/>
                </a:lnTo>
                <a:lnTo>
                  <a:pt x="742950" y="771525"/>
                </a:lnTo>
                <a:lnTo>
                  <a:pt x="762000" y="771525"/>
                </a:lnTo>
                <a:lnTo>
                  <a:pt x="762000" y="781050"/>
                </a:lnTo>
                <a:lnTo>
                  <a:pt x="781050" y="781050"/>
                </a:lnTo>
                <a:lnTo>
                  <a:pt x="781050" y="819150"/>
                </a:lnTo>
                <a:lnTo>
                  <a:pt x="771525" y="819150"/>
                </a:lnTo>
                <a:lnTo>
                  <a:pt x="771525" y="809625"/>
                </a:lnTo>
                <a:lnTo>
                  <a:pt x="762000" y="809625"/>
                </a:lnTo>
                <a:lnTo>
                  <a:pt x="762000" y="800100"/>
                </a:lnTo>
                <a:lnTo>
                  <a:pt x="752475" y="800100"/>
                </a:lnTo>
                <a:lnTo>
                  <a:pt x="752475" y="790575"/>
                </a:lnTo>
                <a:lnTo>
                  <a:pt x="733425" y="790575"/>
                </a:lnTo>
                <a:lnTo>
                  <a:pt x="733425" y="781050"/>
                </a:lnTo>
                <a:lnTo>
                  <a:pt x="723900" y="781050"/>
                </a:lnTo>
                <a:lnTo>
                  <a:pt x="723900" y="771525"/>
                </a:lnTo>
                <a:lnTo>
                  <a:pt x="733425" y="771525"/>
                </a:lnTo>
                <a:close/>
                <a:moveTo>
                  <a:pt x="1819275" y="762000"/>
                </a:moveTo>
                <a:lnTo>
                  <a:pt x="1838325" y="762000"/>
                </a:lnTo>
                <a:lnTo>
                  <a:pt x="1838325" y="752475"/>
                </a:lnTo>
                <a:lnTo>
                  <a:pt x="1819275" y="752475"/>
                </a:lnTo>
                <a:close/>
                <a:moveTo>
                  <a:pt x="1733550" y="771525"/>
                </a:moveTo>
                <a:lnTo>
                  <a:pt x="1743075" y="771525"/>
                </a:lnTo>
                <a:lnTo>
                  <a:pt x="1743075" y="781050"/>
                </a:lnTo>
                <a:lnTo>
                  <a:pt x="1733550" y="781050"/>
                </a:lnTo>
                <a:close/>
                <a:moveTo>
                  <a:pt x="0" y="819150"/>
                </a:moveTo>
                <a:lnTo>
                  <a:pt x="9525" y="819150"/>
                </a:lnTo>
                <a:lnTo>
                  <a:pt x="9525" y="1009650"/>
                </a:lnTo>
                <a:lnTo>
                  <a:pt x="0" y="1009650"/>
                </a:lnTo>
                <a:close/>
                <a:moveTo>
                  <a:pt x="1704975" y="838200"/>
                </a:moveTo>
                <a:lnTo>
                  <a:pt x="1714500" y="838200"/>
                </a:lnTo>
                <a:lnTo>
                  <a:pt x="1714500" y="847725"/>
                </a:lnTo>
                <a:lnTo>
                  <a:pt x="1733550" y="847725"/>
                </a:lnTo>
                <a:lnTo>
                  <a:pt x="1733550" y="866775"/>
                </a:lnTo>
                <a:lnTo>
                  <a:pt x="1724025" y="866775"/>
                </a:lnTo>
                <a:lnTo>
                  <a:pt x="1724025" y="876300"/>
                </a:lnTo>
                <a:lnTo>
                  <a:pt x="1676400" y="876300"/>
                </a:lnTo>
                <a:lnTo>
                  <a:pt x="1676400" y="866775"/>
                </a:lnTo>
                <a:lnTo>
                  <a:pt x="1685925" y="866775"/>
                </a:lnTo>
                <a:lnTo>
                  <a:pt x="1685925" y="857250"/>
                </a:lnTo>
                <a:lnTo>
                  <a:pt x="1695450" y="857250"/>
                </a:lnTo>
                <a:lnTo>
                  <a:pt x="1695450" y="847725"/>
                </a:lnTo>
                <a:lnTo>
                  <a:pt x="1704975" y="847725"/>
                </a:lnTo>
                <a:close/>
                <a:moveTo>
                  <a:pt x="704850" y="866775"/>
                </a:moveTo>
                <a:lnTo>
                  <a:pt x="723900" y="866775"/>
                </a:lnTo>
                <a:lnTo>
                  <a:pt x="723900" y="876300"/>
                </a:lnTo>
                <a:lnTo>
                  <a:pt x="704850" y="876300"/>
                </a:lnTo>
                <a:close/>
                <a:moveTo>
                  <a:pt x="2133600" y="866775"/>
                </a:moveTo>
                <a:lnTo>
                  <a:pt x="2152650" y="866775"/>
                </a:lnTo>
                <a:lnTo>
                  <a:pt x="2152650" y="876300"/>
                </a:lnTo>
                <a:lnTo>
                  <a:pt x="2171700" y="876300"/>
                </a:lnTo>
                <a:lnTo>
                  <a:pt x="2171700" y="885825"/>
                </a:lnTo>
                <a:lnTo>
                  <a:pt x="2181225" y="885825"/>
                </a:lnTo>
                <a:lnTo>
                  <a:pt x="2181225" y="866775"/>
                </a:lnTo>
                <a:lnTo>
                  <a:pt x="2190750" y="866775"/>
                </a:lnTo>
                <a:lnTo>
                  <a:pt x="2190750" y="876300"/>
                </a:lnTo>
                <a:lnTo>
                  <a:pt x="2200275" y="876300"/>
                </a:lnTo>
                <a:lnTo>
                  <a:pt x="2200275" y="885825"/>
                </a:lnTo>
                <a:lnTo>
                  <a:pt x="2190750" y="885825"/>
                </a:lnTo>
                <a:lnTo>
                  <a:pt x="2190750" y="933450"/>
                </a:lnTo>
                <a:lnTo>
                  <a:pt x="2171700" y="933450"/>
                </a:lnTo>
                <a:lnTo>
                  <a:pt x="2171700" y="923925"/>
                </a:lnTo>
                <a:lnTo>
                  <a:pt x="2162175" y="923925"/>
                </a:lnTo>
                <a:lnTo>
                  <a:pt x="2162175" y="904875"/>
                </a:lnTo>
                <a:lnTo>
                  <a:pt x="2152650" y="904875"/>
                </a:lnTo>
                <a:lnTo>
                  <a:pt x="2152650" y="895350"/>
                </a:lnTo>
                <a:lnTo>
                  <a:pt x="2133600" y="895350"/>
                </a:lnTo>
                <a:close/>
                <a:moveTo>
                  <a:pt x="2095500" y="895350"/>
                </a:moveTo>
                <a:lnTo>
                  <a:pt x="2124075" y="895350"/>
                </a:lnTo>
                <a:lnTo>
                  <a:pt x="2124075" y="923925"/>
                </a:lnTo>
                <a:lnTo>
                  <a:pt x="2114550" y="923925"/>
                </a:lnTo>
                <a:lnTo>
                  <a:pt x="2114550" y="942975"/>
                </a:lnTo>
                <a:lnTo>
                  <a:pt x="2124075" y="942975"/>
                </a:lnTo>
                <a:lnTo>
                  <a:pt x="2124075" y="933450"/>
                </a:lnTo>
                <a:lnTo>
                  <a:pt x="2152650" y="933450"/>
                </a:lnTo>
                <a:lnTo>
                  <a:pt x="2152650" y="942975"/>
                </a:lnTo>
                <a:lnTo>
                  <a:pt x="2143125" y="942975"/>
                </a:lnTo>
                <a:lnTo>
                  <a:pt x="2143125" y="952500"/>
                </a:lnTo>
                <a:lnTo>
                  <a:pt x="2133600" y="952500"/>
                </a:lnTo>
                <a:lnTo>
                  <a:pt x="2133600" y="942975"/>
                </a:lnTo>
                <a:lnTo>
                  <a:pt x="2124075" y="942975"/>
                </a:lnTo>
                <a:lnTo>
                  <a:pt x="2124075" y="990600"/>
                </a:lnTo>
                <a:lnTo>
                  <a:pt x="2143125" y="990600"/>
                </a:lnTo>
                <a:lnTo>
                  <a:pt x="2143125" y="1009650"/>
                </a:lnTo>
                <a:lnTo>
                  <a:pt x="2133600" y="1009650"/>
                </a:lnTo>
                <a:lnTo>
                  <a:pt x="2133600" y="1019175"/>
                </a:lnTo>
                <a:lnTo>
                  <a:pt x="2124075" y="1019175"/>
                </a:lnTo>
                <a:lnTo>
                  <a:pt x="2124075" y="1028700"/>
                </a:lnTo>
                <a:lnTo>
                  <a:pt x="2114550" y="1028700"/>
                </a:lnTo>
                <a:lnTo>
                  <a:pt x="2114550" y="1009650"/>
                </a:lnTo>
                <a:lnTo>
                  <a:pt x="2105025" y="1009650"/>
                </a:lnTo>
                <a:lnTo>
                  <a:pt x="2105025" y="1028700"/>
                </a:lnTo>
                <a:lnTo>
                  <a:pt x="2114550" y="1028700"/>
                </a:lnTo>
                <a:lnTo>
                  <a:pt x="2114550" y="1038225"/>
                </a:lnTo>
                <a:lnTo>
                  <a:pt x="2105025" y="1038225"/>
                </a:lnTo>
                <a:lnTo>
                  <a:pt x="2105025" y="1047750"/>
                </a:lnTo>
                <a:lnTo>
                  <a:pt x="2066925" y="1047750"/>
                </a:lnTo>
                <a:lnTo>
                  <a:pt x="2066925" y="1066800"/>
                </a:lnTo>
                <a:lnTo>
                  <a:pt x="2076450" y="1066800"/>
                </a:lnTo>
                <a:lnTo>
                  <a:pt x="2076450" y="1095375"/>
                </a:lnTo>
                <a:lnTo>
                  <a:pt x="2057400" y="1095375"/>
                </a:lnTo>
                <a:lnTo>
                  <a:pt x="2057400" y="1085850"/>
                </a:lnTo>
                <a:lnTo>
                  <a:pt x="2038350" y="1085850"/>
                </a:lnTo>
                <a:lnTo>
                  <a:pt x="2038350" y="1076325"/>
                </a:lnTo>
                <a:lnTo>
                  <a:pt x="2028825" y="1076325"/>
                </a:lnTo>
                <a:lnTo>
                  <a:pt x="2028825" y="1057275"/>
                </a:lnTo>
                <a:lnTo>
                  <a:pt x="2019300" y="1057275"/>
                </a:lnTo>
                <a:lnTo>
                  <a:pt x="2019300" y="1038225"/>
                </a:lnTo>
                <a:lnTo>
                  <a:pt x="2009775" y="1038225"/>
                </a:lnTo>
                <a:lnTo>
                  <a:pt x="2009775" y="1019175"/>
                </a:lnTo>
                <a:lnTo>
                  <a:pt x="2000250" y="1019175"/>
                </a:lnTo>
                <a:lnTo>
                  <a:pt x="2000250" y="981075"/>
                </a:lnTo>
                <a:lnTo>
                  <a:pt x="2009775" y="981075"/>
                </a:lnTo>
                <a:lnTo>
                  <a:pt x="2009775" y="942975"/>
                </a:lnTo>
                <a:lnTo>
                  <a:pt x="2028825" y="942975"/>
                </a:lnTo>
                <a:lnTo>
                  <a:pt x="2028825" y="933450"/>
                </a:lnTo>
                <a:lnTo>
                  <a:pt x="2047875" y="933450"/>
                </a:lnTo>
                <a:lnTo>
                  <a:pt x="2047875" y="914400"/>
                </a:lnTo>
                <a:lnTo>
                  <a:pt x="2066925" y="914400"/>
                </a:lnTo>
                <a:lnTo>
                  <a:pt x="2066925" y="923925"/>
                </a:lnTo>
                <a:lnTo>
                  <a:pt x="2105025" y="923925"/>
                </a:lnTo>
                <a:lnTo>
                  <a:pt x="2105025" y="914400"/>
                </a:lnTo>
                <a:lnTo>
                  <a:pt x="2095500" y="914400"/>
                </a:lnTo>
                <a:close/>
                <a:moveTo>
                  <a:pt x="333375" y="942975"/>
                </a:moveTo>
                <a:lnTo>
                  <a:pt x="352425" y="942975"/>
                </a:lnTo>
                <a:lnTo>
                  <a:pt x="352425" y="952500"/>
                </a:lnTo>
                <a:lnTo>
                  <a:pt x="371475" y="952500"/>
                </a:lnTo>
                <a:lnTo>
                  <a:pt x="371475" y="942975"/>
                </a:lnTo>
                <a:lnTo>
                  <a:pt x="419100" y="942975"/>
                </a:lnTo>
                <a:lnTo>
                  <a:pt x="419100" y="952500"/>
                </a:lnTo>
                <a:lnTo>
                  <a:pt x="428625" y="952500"/>
                </a:lnTo>
                <a:lnTo>
                  <a:pt x="428625" y="962025"/>
                </a:lnTo>
                <a:lnTo>
                  <a:pt x="447675" y="962025"/>
                </a:lnTo>
                <a:lnTo>
                  <a:pt x="447675" y="971550"/>
                </a:lnTo>
                <a:lnTo>
                  <a:pt x="457200" y="971550"/>
                </a:lnTo>
                <a:lnTo>
                  <a:pt x="457200" y="990600"/>
                </a:lnTo>
                <a:lnTo>
                  <a:pt x="447675" y="990600"/>
                </a:lnTo>
                <a:lnTo>
                  <a:pt x="447675" y="1009650"/>
                </a:lnTo>
                <a:lnTo>
                  <a:pt x="438150" y="1009650"/>
                </a:lnTo>
                <a:lnTo>
                  <a:pt x="438150" y="1019175"/>
                </a:lnTo>
                <a:lnTo>
                  <a:pt x="428625" y="1019175"/>
                </a:lnTo>
                <a:lnTo>
                  <a:pt x="428625" y="1038225"/>
                </a:lnTo>
                <a:lnTo>
                  <a:pt x="419100" y="1038225"/>
                </a:lnTo>
                <a:lnTo>
                  <a:pt x="419100" y="1047750"/>
                </a:lnTo>
                <a:lnTo>
                  <a:pt x="409575" y="1047750"/>
                </a:lnTo>
                <a:lnTo>
                  <a:pt x="409575" y="1066800"/>
                </a:lnTo>
                <a:lnTo>
                  <a:pt x="400050" y="1066800"/>
                </a:lnTo>
                <a:lnTo>
                  <a:pt x="400050" y="1076325"/>
                </a:lnTo>
                <a:lnTo>
                  <a:pt x="390525" y="1076325"/>
                </a:lnTo>
                <a:lnTo>
                  <a:pt x="390525" y="1085850"/>
                </a:lnTo>
                <a:lnTo>
                  <a:pt x="352425" y="1085850"/>
                </a:lnTo>
                <a:lnTo>
                  <a:pt x="352425" y="1066800"/>
                </a:lnTo>
                <a:lnTo>
                  <a:pt x="342900" y="1066800"/>
                </a:lnTo>
                <a:lnTo>
                  <a:pt x="342900" y="1057275"/>
                </a:lnTo>
                <a:lnTo>
                  <a:pt x="314325" y="1057275"/>
                </a:lnTo>
                <a:lnTo>
                  <a:pt x="314325" y="1047750"/>
                </a:lnTo>
                <a:lnTo>
                  <a:pt x="304800" y="1047750"/>
                </a:lnTo>
                <a:lnTo>
                  <a:pt x="304800" y="1038225"/>
                </a:lnTo>
                <a:lnTo>
                  <a:pt x="285750" y="1038225"/>
                </a:lnTo>
                <a:lnTo>
                  <a:pt x="285750" y="1019175"/>
                </a:lnTo>
                <a:lnTo>
                  <a:pt x="276225" y="1019175"/>
                </a:lnTo>
                <a:lnTo>
                  <a:pt x="276225" y="1028700"/>
                </a:lnTo>
                <a:lnTo>
                  <a:pt x="266700" y="1028700"/>
                </a:lnTo>
                <a:lnTo>
                  <a:pt x="266700" y="1009650"/>
                </a:lnTo>
                <a:lnTo>
                  <a:pt x="247650" y="1009650"/>
                </a:lnTo>
                <a:lnTo>
                  <a:pt x="247650" y="1000125"/>
                </a:lnTo>
                <a:lnTo>
                  <a:pt x="257175" y="1000125"/>
                </a:lnTo>
                <a:lnTo>
                  <a:pt x="257175" y="990600"/>
                </a:lnTo>
                <a:lnTo>
                  <a:pt x="247650" y="990600"/>
                </a:lnTo>
                <a:lnTo>
                  <a:pt x="247650" y="952500"/>
                </a:lnTo>
                <a:lnTo>
                  <a:pt x="266700" y="952500"/>
                </a:lnTo>
                <a:lnTo>
                  <a:pt x="266700" y="962025"/>
                </a:lnTo>
                <a:lnTo>
                  <a:pt x="276225" y="962025"/>
                </a:lnTo>
                <a:lnTo>
                  <a:pt x="276225" y="971550"/>
                </a:lnTo>
                <a:lnTo>
                  <a:pt x="285750" y="971550"/>
                </a:lnTo>
                <a:lnTo>
                  <a:pt x="285750" y="990600"/>
                </a:lnTo>
                <a:lnTo>
                  <a:pt x="304800" y="990600"/>
                </a:lnTo>
                <a:lnTo>
                  <a:pt x="304800" y="971550"/>
                </a:lnTo>
                <a:lnTo>
                  <a:pt x="314325" y="971550"/>
                </a:lnTo>
                <a:lnTo>
                  <a:pt x="314325" y="962025"/>
                </a:lnTo>
                <a:lnTo>
                  <a:pt x="333375" y="962025"/>
                </a:lnTo>
                <a:close/>
                <a:moveTo>
                  <a:pt x="2085975" y="962025"/>
                </a:moveTo>
                <a:lnTo>
                  <a:pt x="2095500" y="962025"/>
                </a:lnTo>
                <a:lnTo>
                  <a:pt x="2095500" y="952500"/>
                </a:lnTo>
                <a:lnTo>
                  <a:pt x="2047875" y="952500"/>
                </a:lnTo>
                <a:lnTo>
                  <a:pt x="2047875" y="942975"/>
                </a:lnTo>
                <a:lnTo>
                  <a:pt x="2028825" y="942975"/>
                </a:lnTo>
                <a:lnTo>
                  <a:pt x="2028825" y="981075"/>
                </a:lnTo>
                <a:lnTo>
                  <a:pt x="2085975" y="981075"/>
                </a:lnTo>
                <a:close/>
                <a:moveTo>
                  <a:pt x="2171700" y="971550"/>
                </a:moveTo>
                <a:lnTo>
                  <a:pt x="2181225" y="971550"/>
                </a:lnTo>
                <a:lnTo>
                  <a:pt x="2181225" y="981075"/>
                </a:lnTo>
                <a:lnTo>
                  <a:pt x="2190750" y="981075"/>
                </a:lnTo>
                <a:lnTo>
                  <a:pt x="2190750" y="1019175"/>
                </a:lnTo>
                <a:lnTo>
                  <a:pt x="2181225" y="1019175"/>
                </a:lnTo>
                <a:lnTo>
                  <a:pt x="2181225" y="1000125"/>
                </a:lnTo>
                <a:lnTo>
                  <a:pt x="2162175" y="1000125"/>
                </a:lnTo>
                <a:lnTo>
                  <a:pt x="2162175" y="981075"/>
                </a:lnTo>
                <a:lnTo>
                  <a:pt x="2171700" y="981075"/>
                </a:lnTo>
                <a:close/>
                <a:moveTo>
                  <a:pt x="352425" y="981075"/>
                </a:moveTo>
                <a:lnTo>
                  <a:pt x="381000" y="981075"/>
                </a:lnTo>
                <a:lnTo>
                  <a:pt x="381000" y="962025"/>
                </a:lnTo>
                <a:lnTo>
                  <a:pt x="371475" y="962025"/>
                </a:lnTo>
                <a:lnTo>
                  <a:pt x="371475" y="971550"/>
                </a:lnTo>
                <a:lnTo>
                  <a:pt x="352425" y="971550"/>
                </a:lnTo>
                <a:lnTo>
                  <a:pt x="352425" y="962025"/>
                </a:lnTo>
                <a:lnTo>
                  <a:pt x="333375" y="962025"/>
                </a:lnTo>
                <a:lnTo>
                  <a:pt x="333375" y="981075"/>
                </a:lnTo>
                <a:lnTo>
                  <a:pt x="314325" y="981075"/>
                </a:lnTo>
                <a:lnTo>
                  <a:pt x="314325" y="990600"/>
                </a:lnTo>
                <a:lnTo>
                  <a:pt x="333375" y="990600"/>
                </a:lnTo>
                <a:lnTo>
                  <a:pt x="333375" y="1000125"/>
                </a:lnTo>
                <a:lnTo>
                  <a:pt x="314325" y="1000125"/>
                </a:lnTo>
                <a:lnTo>
                  <a:pt x="314325" y="1009650"/>
                </a:lnTo>
                <a:lnTo>
                  <a:pt x="352425" y="1009650"/>
                </a:lnTo>
                <a:lnTo>
                  <a:pt x="352425" y="1000125"/>
                </a:lnTo>
                <a:lnTo>
                  <a:pt x="342900" y="1000125"/>
                </a:lnTo>
                <a:lnTo>
                  <a:pt x="342900" y="990600"/>
                </a:lnTo>
                <a:lnTo>
                  <a:pt x="352425" y="990600"/>
                </a:lnTo>
                <a:close/>
                <a:moveTo>
                  <a:pt x="323850" y="1028700"/>
                </a:moveTo>
                <a:lnTo>
                  <a:pt x="333375" y="1028700"/>
                </a:lnTo>
                <a:lnTo>
                  <a:pt x="333375" y="1019175"/>
                </a:lnTo>
                <a:lnTo>
                  <a:pt x="323850" y="1019175"/>
                </a:lnTo>
                <a:close/>
                <a:moveTo>
                  <a:pt x="0" y="1085850"/>
                </a:moveTo>
                <a:lnTo>
                  <a:pt x="9525" y="1085850"/>
                </a:lnTo>
                <a:lnTo>
                  <a:pt x="9525" y="1152525"/>
                </a:lnTo>
                <a:lnTo>
                  <a:pt x="0" y="1152525"/>
                </a:lnTo>
                <a:close/>
                <a:moveTo>
                  <a:pt x="314325" y="1171575"/>
                </a:moveTo>
                <a:lnTo>
                  <a:pt x="323850" y="1171575"/>
                </a:lnTo>
                <a:lnTo>
                  <a:pt x="323850" y="1181100"/>
                </a:lnTo>
                <a:lnTo>
                  <a:pt x="333375" y="1181100"/>
                </a:lnTo>
                <a:lnTo>
                  <a:pt x="333375" y="1228725"/>
                </a:lnTo>
                <a:lnTo>
                  <a:pt x="342900" y="1228725"/>
                </a:lnTo>
                <a:lnTo>
                  <a:pt x="342900" y="1247775"/>
                </a:lnTo>
                <a:lnTo>
                  <a:pt x="295275" y="1247775"/>
                </a:lnTo>
                <a:lnTo>
                  <a:pt x="295275" y="1257300"/>
                </a:lnTo>
                <a:lnTo>
                  <a:pt x="304800" y="1257300"/>
                </a:lnTo>
                <a:lnTo>
                  <a:pt x="304800" y="1276350"/>
                </a:lnTo>
                <a:lnTo>
                  <a:pt x="295275" y="1276350"/>
                </a:lnTo>
                <a:lnTo>
                  <a:pt x="295275" y="1266825"/>
                </a:lnTo>
                <a:lnTo>
                  <a:pt x="266700" y="1266825"/>
                </a:lnTo>
                <a:lnTo>
                  <a:pt x="266700" y="1276350"/>
                </a:lnTo>
                <a:lnTo>
                  <a:pt x="257175" y="1276350"/>
                </a:lnTo>
                <a:lnTo>
                  <a:pt x="257175" y="1285875"/>
                </a:lnTo>
                <a:lnTo>
                  <a:pt x="238125" y="1285875"/>
                </a:lnTo>
                <a:lnTo>
                  <a:pt x="238125" y="1266825"/>
                </a:lnTo>
                <a:lnTo>
                  <a:pt x="228600" y="1266825"/>
                </a:lnTo>
                <a:lnTo>
                  <a:pt x="228600" y="1219200"/>
                </a:lnTo>
                <a:lnTo>
                  <a:pt x="238125" y="1219200"/>
                </a:lnTo>
                <a:lnTo>
                  <a:pt x="238125" y="1190625"/>
                </a:lnTo>
                <a:lnTo>
                  <a:pt x="295275" y="1190625"/>
                </a:lnTo>
                <a:lnTo>
                  <a:pt x="295275" y="1181100"/>
                </a:lnTo>
                <a:lnTo>
                  <a:pt x="314325" y="1181100"/>
                </a:lnTo>
                <a:close/>
                <a:moveTo>
                  <a:pt x="295275" y="1200150"/>
                </a:moveTo>
                <a:lnTo>
                  <a:pt x="314325" y="1200150"/>
                </a:lnTo>
                <a:lnTo>
                  <a:pt x="314325" y="1190625"/>
                </a:lnTo>
                <a:lnTo>
                  <a:pt x="295275" y="1190625"/>
                </a:lnTo>
                <a:close/>
                <a:moveTo>
                  <a:pt x="2190750" y="1200150"/>
                </a:moveTo>
                <a:lnTo>
                  <a:pt x="2200275" y="1200150"/>
                </a:lnTo>
                <a:lnTo>
                  <a:pt x="2200275" y="1209675"/>
                </a:lnTo>
                <a:lnTo>
                  <a:pt x="2190750" y="1209675"/>
                </a:lnTo>
                <a:close/>
                <a:moveTo>
                  <a:pt x="276225" y="1219200"/>
                </a:moveTo>
                <a:lnTo>
                  <a:pt x="285750" y="1219200"/>
                </a:lnTo>
                <a:lnTo>
                  <a:pt x="285750" y="1209675"/>
                </a:lnTo>
                <a:lnTo>
                  <a:pt x="276225" y="1209675"/>
                </a:lnTo>
                <a:close/>
                <a:moveTo>
                  <a:pt x="2152650" y="1238250"/>
                </a:moveTo>
                <a:lnTo>
                  <a:pt x="2200275" y="1238250"/>
                </a:lnTo>
                <a:lnTo>
                  <a:pt x="2200275" y="1266825"/>
                </a:lnTo>
                <a:lnTo>
                  <a:pt x="2209800" y="1266825"/>
                </a:lnTo>
                <a:lnTo>
                  <a:pt x="2209800" y="1276350"/>
                </a:lnTo>
                <a:lnTo>
                  <a:pt x="2200275" y="1276350"/>
                </a:lnTo>
                <a:lnTo>
                  <a:pt x="2200275" y="1285875"/>
                </a:lnTo>
                <a:lnTo>
                  <a:pt x="2181225" y="1285875"/>
                </a:lnTo>
                <a:lnTo>
                  <a:pt x="2181225" y="1276350"/>
                </a:lnTo>
                <a:lnTo>
                  <a:pt x="2162175" y="1276350"/>
                </a:lnTo>
                <a:lnTo>
                  <a:pt x="2162175" y="1257300"/>
                </a:lnTo>
                <a:lnTo>
                  <a:pt x="2152650" y="1257300"/>
                </a:lnTo>
                <a:close/>
                <a:moveTo>
                  <a:pt x="400050" y="1323975"/>
                </a:moveTo>
                <a:lnTo>
                  <a:pt x="438150" y="1323975"/>
                </a:lnTo>
                <a:lnTo>
                  <a:pt x="438150" y="1362075"/>
                </a:lnTo>
                <a:lnTo>
                  <a:pt x="428625" y="1362075"/>
                </a:lnTo>
                <a:lnTo>
                  <a:pt x="428625" y="1371600"/>
                </a:lnTo>
                <a:lnTo>
                  <a:pt x="409575" y="1371600"/>
                </a:lnTo>
                <a:lnTo>
                  <a:pt x="409575" y="1362075"/>
                </a:lnTo>
                <a:lnTo>
                  <a:pt x="400050" y="1362075"/>
                </a:lnTo>
                <a:lnTo>
                  <a:pt x="400050" y="1352550"/>
                </a:lnTo>
                <a:lnTo>
                  <a:pt x="390525" y="1352550"/>
                </a:lnTo>
                <a:lnTo>
                  <a:pt x="390525" y="1343025"/>
                </a:lnTo>
                <a:lnTo>
                  <a:pt x="381000" y="1343025"/>
                </a:lnTo>
                <a:lnTo>
                  <a:pt x="381000" y="1333500"/>
                </a:lnTo>
                <a:lnTo>
                  <a:pt x="400050" y="1333500"/>
                </a:lnTo>
                <a:close/>
                <a:moveTo>
                  <a:pt x="2114550" y="1323975"/>
                </a:moveTo>
                <a:lnTo>
                  <a:pt x="2152650" y="1323975"/>
                </a:lnTo>
                <a:lnTo>
                  <a:pt x="2152650" y="1333500"/>
                </a:lnTo>
                <a:lnTo>
                  <a:pt x="2143125" y="1333500"/>
                </a:lnTo>
                <a:lnTo>
                  <a:pt x="2143125" y="1362075"/>
                </a:lnTo>
                <a:lnTo>
                  <a:pt x="2124075" y="1362075"/>
                </a:lnTo>
                <a:lnTo>
                  <a:pt x="2124075" y="1371600"/>
                </a:lnTo>
                <a:lnTo>
                  <a:pt x="2114550" y="1371600"/>
                </a:lnTo>
                <a:lnTo>
                  <a:pt x="2114550" y="1409700"/>
                </a:lnTo>
                <a:lnTo>
                  <a:pt x="2105025" y="1409700"/>
                </a:lnTo>
                <a:lnTo>
                  <a:pt x="2105025" y="1419225"/>
                </a:lnTo>
                <a:lnTo>
                  <a:pt x="2066925" y="1419225"/>
                </a:lnTo>
                <a:lnTo>
                  <a:pt x="2066925" y="1409700"/>
                </a:lnTo>
                <a:lnTo>
                  <a:pt x="2085975" y="1409700"/>
                </a:lnTo>
                <a:lnTo>
                  <a:pt x="2085975" y="1390650"/>
                </a:lnTo>
                <a:lnTo>
                  <a:pt x="2066925" y="1390650"/>
                </a:lnTo>
                <a:lnTo>
                  <a:pt x="2066925" y="1371600"/>
                </a:lnTo>
                <a:lnTo>
                  <a:pt x="2057400" y="1371600"/>
                </a:lnTo>
                <a:lnTo>
                  <a:pt x="2057400" y="1362075"/>
                </a:lnTo>
                <a:lnTo>
                  <a:pt x="2076450" y="1362075"/>
                </a:lnTo>
                <a:lnTo>
                  <a:pt x="2076450" y="1352550"/>
                </a:lnTo>
                <a:lnTo>
                  <a:pt x="2085975" y="1352550"/>
                </a:lnTo>
                <a:lnTo>
                  <a:pt x="2085975" y="1362075"/>
                </a:lnTo>
                <a:lnTo>
                  <a:pt x="2114550" y="1362075"/>
                </a:lnTo>
                <a:lnTo>
                  <a:pt x="2114550" y="1352550"/>
                </a:lnTo>
                <a:lnTo>
                  <a:pt x="2133600" y="1352550"/>
                </a:lnTo>
                <a:lnTo>
                  <a:pt x="2133600" y="1333500"/>
                </a:lnTo>
                <a:lnTo>
                  <a:pt x="2114550" y="1333500"/>
                </a:lnTo>
                <a:close/>
                <a:moveTo>
                  <a:pt x="2162175" y="1323975"/>
                </a:moveTo>
                <a:lnTo>
                  <a:pt x="2181225" y="1323975"/>
                </a:lnTo>
                <a:lnTo>
                  <a:pt x="2181225" y="1352550"/>
                </a:lnTo>
                <a:lnTo>
                  <a:pt x="2171700" y="1352550"/>
                </a:lnTo>
                <a:lnTo>
                  <a:pt x="2171700" y="1343025"/>
                </a:lnTo>
                <a:lnTo>
                  <a:pt x="2162175" y="1343025"/>
                </a:lnTo>
                <a:close/>
                <a:moveTo>
                  <a:pt x="2009775" y="1343025"/>
                </a:moveTo>
                <a:lnTo>
                  <a:pt x="2038350" y="1343025"/>
                </a:lnTo>
                <a:lnTo>
                  <a:pt x="2038350" y="1352550"/>
                </a:lnTo>
                <a:lnTo>
                  <a:pt x="2047875" y="1352550"/>
                </a:lnTo>
                <a:lnTo>
                  <a:pt x="2047875" y="1362075"/>
                </a:lnTo>
                <a:lnTo>
                  <a:pt x="2019300" y="1362075"/>
                </a:lnTo>
                <a:lnTo>
                  <a:pt x="2019300" y="1352550"/>
                </a:lnTo>
                <a:lnTo>
                  <a:pt x="2009775" y="1352550"/>
                </a:lnTo>
                <a:close/>
                <a:moveTo>
                  <a:pt x="0" y="1362075"/>
                </a:moveTo>
                <a:lnTo>
                  <a:pt x="9525" y="1362075"/>
                </a:lnTo>
                <a:lnTo>
                  <a:pt x="9525" y="1524000"/>
                </a:lnTo>
                <a:lnTo>
                  <a:pt x="0" y="1524000"/>
                </a:lnTo>
                <a:close/>
                <a:moveTo>
                  <a:pt x="352425" y="1390650"/>
                </a:moveTo>
                <a:lnTo>
                  <a:pt x="361950" y="1390650"/>
                </a:lnTo>
                <a:lnTo>
                  <a:pt x="361950" y="1400175"/>
                </a:lnTo>
                <a:lnTo>
                  <a:pt x="371475" y="1400175"/>
                </a:lnTo>
                <a:lnTo>
                  <a:pt x="371475" y="1409700"/>
                </a:lnTo>
                <a:lnTo>
                  <a:pt x="381000" y="1409700"/>
                </a:lnTo>
                <a:lnTo>
                  <a:pt x="381000" y="1419225"/>
                </a:lnTo>
                <a:lnTo>
                  <a:pt x="390525" y="1419225"/>
                </a:lnTo>
                <a:lnTo>
                  <a:pt x="390525" y="1409700"/>
                </a:lnTo>
                <a:lnTo>
                  <a:pt x="400050" y="1409700"/>
                </a:lnTo>
                <a:lnTo>
                  <a:pt x="400050" y="1419225"/>
                </a:lnTo>
                <a:lnTo>
                  <a:pt x="428625" y="1419225"/>
                </a:lnTo>
                <a:lnTo>
                  <a:pt x="428625" y="1428750"/>
                </a:lnTo>
                <a:lnTo>
                  <a:pt x="438150" y="1428750"/>
                </a:lnTo>
                <a:lnTo>
                  <a:pt x="438150" y="1438275"/>
                </a:lnTo>
                <a:lnTo>
                  <a:pt x="333375" y="1438275"/>
                </a:lnTo>
                <a:lnTo>
                  <a:pt x="333375" y="1409700"/>
                </a:lnTo>
                <a:lnTo>
                  <a:pt x="342900" y="1409700"/>
                </a:lnTo>
                <a:lnTo>
                  <a:pt x="342900" y="1400175"/>
                </a:lnTo>
                <a:lnTo>
                  <a:pt x="352425" y="1400175"/>
                </a:lnTo>
                <a:close/>
                <a:moveTo>
                  <a:pt x="371475" y="1457325"/>
                </a:moveTo>
                <a:lnTo>
                  <a:pt x="390525" y="1457325"/>
                </a:lnTo>
                <a:lnTo>
                  <a:pt x="390525" y="1476375"/>
                </a:lnTo>
                <a:lnTo>
                  <a:pt x="381000" y="1476375"/>
                </a:lnTo>
                <a:lnTo>
                  <a:pt x="381000" y="1466850"/>
                </a:lnTo>
                <a:lnTo>
                  <a:pt x="371475" y="1466850"/>
                </a:lnTo>
                <a:close/>
                <a:moveTo>
                  <a:pt x="266700" y="1485900"/>
                </a:moveTo>
                <a:lnTo>
                  <a:pt x="285750" y="1485900"/>
                </a:lnTo>
                <a:lnTo>
                  <a:pt x="285750" y="1514475"/>
                </a:lnTo>
                <a:lnTo>
                  <a:pt x="276225" y="1514475"/>
                </a:lnTo>
                <a:lnTo>
                  <a:pt x="276225" y="1495425"/>
                </a:lnTo>
                <a:lnTo>
                  <a:pt x="266700" y="1495425"/>
                </a:lnTo>
                <a:close/>
                <a:moveTo>
                  <a:pt x="238125" y="1533525"/>
                </a:moveTo>
                <a:lnTo>
                  <a:pt x="247650" y="1533525"/>
                </a:lnTo>
                <a:lnTo>
                  <a:pt x="247650" y="1543050"/>
                </a:lnTo>
                <a:lnTo>
                  <a:pt x="257175" y="1543050"/>
                </a:lnTo>
                <a:lnTo>
                  <a:pt x="257175" y="1562100"/>
                </a:lnTo>
                <a:lnTo>
                  <a:pt x="247650" y="1562100"/>
                </a:lnTo>
                <a:lnTo>
                  <a:pt x="247650" y="1552575"/>
                </a:lnTo>
                <a:lnTo>
                  <a:pt x="238125" y="1552575"/>
                </a:lnTo>
                <a:close/>
                <a:moveTo>
                  <a:pt x="0" y="1590675"/>
                </a:moveTo>
                <a:lnTo>
                  <a:pt x="9525" y="1590675"/>
                </a:lnTo>
                <a:lnTo>
                  <a:pt x="9525" y="1600200"/>
                </a:lnTo>
                <a:lnTo>
                  <a:pt x="0" y="1600200"/>
                </a:lnTo>
                <a:close/>
                <a:moveTo>
                  <a:pt x="352425" y="1600200"/>
                </a:moveTo>
                <a:lnTo>
                  <a:pt x="400050" y="1600200"/>
                </a:lnTo>
                <a:lnTo>
                  <a:pt x="400050" y="1609725"/>
                </a:lnTo>
                <a:lnTo>
                  <a:pt x="428625" y="1609725"/>
                </a:lnTo>
                <a:lnTo>
                  <a:pt x="428625" y="1600200"/>
                </a:lnTo>
                <a:lnTo>
                  <a:pt x="438150" y="1600200"/>
                </a:lnTo>
                <a:lnTo>
                  <a:pt x="438150" y="1638300"/>
                </a:lnTo>
                <a:lnTo>
                  <a:pt x="419100" y="1638300"/>
                </a:lnTo>
                <a:lnTo>
                  <a:pt x="419100" y="1647825"/>
                </a:lnTo>
                <a:lnTo>
                  <a:pt x="409575" y="1647825"/>
                </a:lnTo>
                <a:lnTo>
                  <a:pt x="409575" y="1638300"/>
                </a:lnTo>
                <a:lnTo>
                  <a:pt x="381000" y="1638300"/>
                </a:lnTo>
                <a:lnTo>
                  <a:pt x="381000" y="1628775"/>
                </a:lnTo>
                <a:lnTo>
                  <a:pt x="371475" y="1628775"/>
                </a:lnTo>
                <a:lnTo>
                  <a:pt x="371475" y="1619250"/>
                </a:lnTo>
                <a:lnTo>
                  <a:pt x="342900" y="1619250"/>
                </a:lnTo>
                <a:lnTo>
                  <a:pt x="342900" y="1609725"/>
                </a:lnTo>
                <a:lnTo>
                  <a:pt x="352425" y="1609725"/>
                </a:lnTo>
                <a:close/>
                <a:moveTo>
                  <a:pt x="247650" y="1666875"/>
                </a:moveTo>
                <a:lnTo>
                  <a:pt x="257175" y="1666875"/>
                </a:lnTo>
                <a:lnTo>
                  <a:pt x="257175" y="1695450"/>
                </a:lnTo>
                <a:lnTo>
                  <a:pt x="238125" y="1695450"/>
                </a:lnTo>
                <a:lnTo>
                  <a:pt x="238125" y="1676400"/>
                </a:lnTo>
                <a:lnTo>
                  <a:pt x="247650" y="1676400"/>
                </a:lnTo>
                <a:close/>
                <a:moveTo>
                  <a:pt x="0" y="1685925"/>
                </a:moveTo>
                <a:lnTo>
                  <a:pt x="9525" y="1685925"/>
                </a:lnTo>
                <a:lnTo>
                  <a:pt x="9525" y="1695450"/>
                </a:lnTo>
                <a:lnTo>
                  <a:pt x="0" y="1695450"/>
                </a:lnTo>
                <a:close/>
                <a:moveTo>
                  <a:pt x="295275" y="1685925"/>
                </a:moveTo>
                <a:lnTo>
                  <a:pt x="304800" y="1685925"/>
                </a:lnTo>
                <a:lnTo>
                  <a:pt x="304800" y="1695450"/>
                </a:lnTo>
                <a:lnTo>
                  <a:pt x="295275" y="1695450"/>
                </a:lnTo>
                <a:close/>
                <a:moveTo>
                  <a:pt x="0" y="1724025"/>
                </a:moveTo>
                <a:lnTo>
                  <a:pt x="9525" y="1724025"/>
                </a:lnTo>
                <a:lnTo>
                  <a:pt x="9525" y="1800225"/>
                </a:lnTo>
                <a:lnTo>
                  <a:pt x="0" y="1800225"/>
                </a:lnTo>
                <a:close/>
                <a:moveTo>
                  <a:pt x="2085975" y="1752600"/>
                </a:moveTo>
                <a:lnTo>
                  <a:pt x="2095500" y="1752600"/>
                </a:lnTo>
                <a:lnTo>
                  <a:pt x="2095500" y="1771650"/>
                </a:lnTo>
                <a:lnTo>
                  <a:pt x="2076450" y="1771650"/>
                </a:lnTo>
                <a:lnTo>
                  <a:pt x="2076450" y="1762125"/>
                </a:lnTo>
                <a:lnTo>
                  <a:pt x="2085975" y="1762125"/>
                </a:lnTo>
                <a:close/>
                <a:moveTo>
                  <a:pt x="285750" y="1762125"/>
                </a:moveTo>
                <a:lnTo>
                  <a:pt x="314325" y="1762125"/>
                </a:lnTo>
                <a:lnTo>
                  <a:pt x="314325" y="1771650"/>
                </a:lnTo>
                <a:lnTo>
                  <a:pt x="304800" y="1771650"/>
                </a:lnTo>
                <a:lnTo>
                  <a:pt x="304800" y="1781175"/>
                </a:lnTo>
                <a:lnTo>
                  <a:pt x="295275" y="1781175"/>
                </a:lnTo>
                <a:lnTo>
                  <a:pt x="295275" y="1771650"/>
                </a:lnTo>
                <a:lnTo>
                  <a:pt x="285750" y="1771650"/>
                </a:lnTo>
                <a:close/>
                <a:moveTo>
                  <a:pt x="2009775" y="1771650"/>
                </a:moveTo>
                <a:lnTo>
                  <a:pt x="2038350" y="1771650"/>
                </a:lnTo>
                <a:lnTo>
                  <a:pt x="2038350" y="1790700"/>
                </a:lnTo>
                <a:lnTo>
                  <a:pt x="2028825" y="1790700"/>
                </a:lnTo>
                <a:lnTo>
                  <a:pt x="2028825" y="1800225"/>
                </a:lnTo>
                <a:lnTo>
                  <a:pt x="2038350" y="1800225"/>
                </a:lnTo>
                <a:lnTo>
                  <a:pt x="2038350" y="1809750"/>
                </a:lnTo>
                <a:lnTo>
                  <a:pt x="2009775" y="1809750"/>
                </a:lnTo>
                <a:lnTo>
                  <a:pt x="2009775" y="1800225"/>
                </a:lnTo>
                <a:lnTo>
                  <a:pt x="2000250" y="1800225"/>
                </a:lnTo>
                <a:lnTo>
                  <a:pt x="2000250" y="1781175"/>
                </a:lnTo>
                <a:lnTo>
                  <a:pt x="2009775" y="1781175"/>
                </a:lnTo>
                <a:close/>
                <a:moveTo>
                  <a:pt x="0" y="1847850"/>
                </a:moveTo>
                <a:lnTo>
                  <a:pt x="9525" y="1847850"/>
                </a:lnTo>
                <a:lnTo>
                  <a:pt x="9525" y="1990725"/>
                </a:lnTo>
                <a:lnTo>
                  <a:pt x="0" y="1990725"/>
                </a:lnTo>
                <a:close/>
                <a:moveTo>
                  <a:pt x="295275" y="1876425"/>
                </a:moveTo>
                <a:lnTo>
                  <a:pt x="323850" y="1876425"/>
                </a:lnTo>
                <a:lnTo>
                  <a:pt x="323850" y="1905000"/>
                </a:lnTo>
                <a:lnTo>
                  <a:pt x="314325" y="1905000"/>
                </a:lnTo>
                <a:lnTo>
                  <a:pt x="314325" y="1885950"/>
                </a:lnTo>
                <a:lnTo>
                  <a:pt x="295275" y="1885950"/>
                </a:lnTo>
                <a:close/>
                <a:moveTo>
                  <a:pt x="2085975" y="1876425"/>
                </a:moveTo>
                <a:lnTo>
                  <a:pt x="2105025" y="1876425"/>
                </a:lnTo>
                <a:lnTo>
                  <a:pt x="2105025" y="1895475"/>
                </a:lnTo>
                <a:lnTo>
                  <a:pt x="2095500" y="1895475"/>
                </a:lnTo>
                <a:lnTo>
                  <a:pt x="2095500" y="1885950"/>
                </a:lnTo>
                <a:lnTo>
                  <a:pt x="2085975" y="1885950"/>
                </a:lnTo>
                <a:close/>
                <a:moveTo>
                  <a:pt x="0" y="2000250"/>
                </a:moveTo>
                <a:lnTo>
                  <a:pt x="9525" y="2000250"/>
                </a:lnTo>
                <a:lnTo>
                  <a:pt x="9525" y="2009775"/>
                </a:lnTo>
                <a:lnTo>
                  <a:pt x="0" y="2009775"/>
                </a:lnTo>
                <a:close/>
                <a:moveTo>
                  <a:pt x="2419350" y="2095500"/>
                </a:moveTo>
                <a:lnTo>
                  <a:pt x="2428875" y="2095500"/>
                </a:lnTo>
                <a:lnTo>
                  <a:pt x="2428875" y="2114550"/>
                </a:lnTo>
                <a:lnTo>
                  <a:pt x="2419350" y="2114550"/>
                </a:lnTo>
                <a:close/>
                <a:moveTo>
                  <a:pt x="9525" y="2143125"/>
                </a:moveTo>
                <a:lnTo>
                  <a:pt x="19050" y="2143125"/>
                </a:lnTo>
                <a:lnTo>
                  <a:pt x="19050" y="2152650"/>
                </a:lnTo>
                <a:lnTo>
                  <a:pt x="38100" y="2152650"/>
                </a:lnTo>
                <a:lnTo>
                  <a:pt x="38100" y="2171700"/>
                </a:lnTo>
                <a:lnTo>
                  <a:pt x="47625" y="2171700"/>
                </a:lnTo>
                <a:lnTo>
                  <a:pt x="47625" y="2190750"/>
                </a:lnTo>
                <a:lnTo>
                  <a:pt x="57150" y="2190750"/>
                </a:lnTo>
                <a:lnTo>
                  <a:pt x="57150" y="2209800"/>
                </a:lnTo>
                <a:lnTo>
                  <a:pt x="66675" y="2209800"/>
                </a:lnTo>
                <a:lnTo>
                  <a:pt x="66675" y="2228850"/>
                </a:lnTo>
                <a:lnTo>
                  <a:pt x="76200" y="2228850"/>
                </a:lnTo>
                <a:lnTo>
                  <a:pt x="76200" y="2238375"/>
                </a:lnTo>
                <a:lnTo>
                  <a:pt x="66675" y="2238375"/>
                </a:lnTo>
                <a:lnTo>
                  <a:pt x="66675" y="2247900"/>
                </a:lnTo>
                <a:lnTo>
                  <a:pt x="57150" y="2247900"/>
                </a:lnTo>
                <a:lnTo>
                  <a:pt x="57150" y="2266950"/>
                </a:lnTo>
                <a:lnTo>
                  <a:pt x="47625" y="2266950"/>
                </a:lnTo>
                <a:lnTo>
                  <a:pt x="47625" y="2219325"/>
                </a:lnTo>
                <a:lnTo>
                  <a:pt x="28575" y="2219325"/>
                </a:lnTo>
                <a:lnTo>
                  <a:pt x="28575" y="2228850"/>
                </a:lnTo>
                <a:lnTo>
                  <a:pt x="19050" y="2228850"/>
                </a:lnTo>
                <a:lnTo>
                  <a:pt x="19050" y="2200275"/>
                </a:lnTo>
                <a:lnTo>
                  <a:pt x="9525" y="2200275"/>
                </a:lnTo>
                <a:lnTo>
                  <a:pt x="9525" y="2171700"/>
                </a:lnTo>
                <a:lnTo>
                  <a:pt x="19050" y="2171700"/>
                </a:lnTo>
                <a:lnTo>
                  <a:pt x="19050" y="2162175"/>
                </a:lnTo>
                <a:lnTo>
                  <a:pt x="0" y="2162175"/>
                </a:lnTo>
                <a:lnTo>
                  <a:pt x="0" y="2152650"/>
                </a:lnTo>
                <a:lnTo>
                  <a:pt x="9525" y="2152650"/>
                </a:lnTo>
                <a:close/>
                <a:moveTo>
                  <a:pt x="2409825" y="2209800"/>
                </a:moveTo>
                <a:lnTo>
                  <a:pt x="2419350" y="2209800"/>
                </a:lnTo>
                <a:lnTo>
                  <a:pt x="2419350" y="2228850"/>
                </a:lnTo>
                <a:lnTo>
                  <a:pt x="2409825" y="2228850"/>
                </a:lnTo>
                <a:close/>
                <a:moveTo>
                  <a:pt x="2362200" y="2228850"/>
                </a:moveTo>
                <a:lnTo>
                  <a:pt x="2371725" y="2228850"/>
                </a:lnTo>
                <a:lnTo>
                  <a:pt x="2371725" y="2238375"/>
                </a:lnTo>
                <a:lnTo>
                  <a:pt x="2362200" y="2238375"/>
                </a:lnTo>
                <a:close/>
                <a:moveTo>
                  <a:pt x="2343150" y="2238375"/>
                </a:moveTo>
                <a:lnTo>
                  <a:pt x="2362200" y="2238375"/>
                </a:lnTo>
                <a:lnTo>
                  <a:pt x="2362200" y="2257425"/>
                </a:lnTo>
                <a:lnTo>
                  <a:pt x="2381250" y="2257425"/>
                </a:lnTo>
                <a:lnTo>
                  <a:pt x="2381250" y="2276475"/>
                </a:lnTo>
                <a:lnTo>
                  <a:pt x="2409825" y="2276475"/>
                </a:lnTo>
                <a:lnTo>
                  <a:pt x="2409825" y="2295525"/>
                </a:lnTo>
                <a:lnTo>
                  <a:pt x="2400300" y="2295525"/>
                </a:lnTo>
                <a:lnTo>
                  <a:pt x="2400300" y="2286000"/>
                </a:lnTo>
                <a:lnTo>
                  <a:pt x="2390775" y="2286000"/>
                </a:lnTo>
                <a:lnTo>
                  <a:pt x="2390775" y="2295525"/>
                </a:lnTo>
                <a:lnTo>
                  <a:pt x="2371725" y="2295525"/>
                </a:lnTo>
                <a:lnTo>
                  <a:pt x="2371725" y="2305050"/>
                </a:lnTo>
                <a:lnTo>
                  <a:pt x="2381250" y="2305050"/>
                </a:lnTo>
                <a:lnTo>
                  <a:pt x="2381250" y="2333625"/>
                </a:lnTo>
                <a:lnTo>
                  <a:pt x="2362200" y="2333625"/>
                </a:lnTo>
                <a:lnTo>
                  <a:pt x="2362200" y="2314575"/>
                </a:lnTo>
                <a:lnTo>
                  <a:pt x="2352675" y="2314575"/>
                </a:lnTo>
                <a:lnTo>
                  <a:pt x="2352675" y="2305050"/>
                </a:lnTo>
                <a:lnTo>
                  <a:pt x="2333625" y="2305050"/>
                </a:lnTo>
                <a:lnTo>
                  <a:pt x="2333625" y="2295525"/>
                </a:lnTo>
                <a:lnTo>
                  <a:pt x="2324100" y="2295525"/>
                </a:lnTo>
                <a:lnTo>
                  <a:pt x="2324100" y="2305050"/>
                </a:lnTo>
                <a:lnTo>
                  <a:pt x="2314575" y="2305050"/>
                </a:lnTo>
                <a:lnTo>
                  <a:pt x="2314575" y="2314575"/>
                </a:lnTo>
                <a:lnTo>
                  <a:pt x="2305050" y="2314575"/>
                </a:lnTo>
                <a:lnTo>
                  <a:pt x="2305050" y="2324100"/>
                </a:lnTo>
                <a:lnTo>
                  <a:pt x="2286000" y="2324100"/>
                </a:lnTo>
                <a:lnTo>
                  <a:pt x="2286000" y="2314575"/>
                </a:lnTo>
                <a:lnTo>
                  <a:pt x="2257425" y="2314575"/>
                </a:lnTo>
                <a:lnTo>
                  <a:pt x="2257425" y="2305050"/>
                </a:lnTo>
                <a:lnTo>
                  <a:pt x="2266950" y="2305050"/>
                </a:lnTo>
                <a:lnTo>
                  <a:pt x="2266950" y="2295525"/>
                </a:lnTo>
                <a:lnTo>
                  <a:pt x="2295525" y="2295525"/>
                </a:lnTo>
                <a:lnTo>
                  <a:pt x="2295525" y="2286000"/>
                </a:lnTo>
                <a:lnTo>
                  <a:pt x="2305050" y="2286000"/>
                </a:lnTo>
                <a:lnTo>
                  <a:pt x="2305050" y="2276475"/>
                </a:lnTo>
                <a:lnTo>
                  <a:pt x="2314575" y="2276475"/>
                </a:lnTo>
                <a:lnTo>
                  <a:pt x="2314575" y="2266950"/>
                </a:lnTo>
                <a:lnTo>
                  <a:pt x="2324100" y="2266950"/>
                </a:lnTo>
                <a:lnTo>
                  <a:pt x="2324100" y="2257425"/>
                </a:lnTo>
                <a:lnTo>
                  <a:pt x="2333625" y="2257425"/>
                </a:lnTo>
                <a:lnTo>
                  <a:pt x="2333625" y="2247900"/>
                </a:lnTo>
                <a:lnTo>
                  <a:pt x="2343150" y="2247900"/>
                </a:lnTo>
                <a:close/>
                <a:moveTo>
                  <a:pt x="76200" y="2295525"/>
                </a:moveTo>
                <a:lnTo>
                  <a:pt x="85725" y="2295525"/>
                </a:lnTo>
                <a:lnTo>
                  <a:pt x="85725" y="2314575"/>
                </a:lnTo>
                <a:lnTo>
                  <a:pt x="76200" y="2314575"/>
                </a:lnTo>
                <a:close/>
                <a:moveTo>
                  <a:pt x="228600" y="2324100"/>
                </a:moveTo>
                <a:lnTo>
                  <a:pt x="238125" y="2324100"/>
                </a:lnTo>
                <a:lnTo>
                  <a:pt x="238125" y="2333625"/>
                </a:lnTo>
                <a:lnTo>
                  <a:pt x="228600" y="2333625"/>
                </a:lnTo>
                <a:close/>
                <a:moveTo>
                  <a:pt x="2419350" y="2324100"/>
                </a:moveTo>
                <a:lnTo>
                  <a:pt x="2428875" y="2324100"/>
                </a:lnTo>
                <a:lnTo>
                  <a:pt x="2428875" y="2333625"/>
                </a:lnTo>
                <a:lnTo>
                  <a:pt x="2419350" y="2333625"/>
                </a:lnTo>
                <a:close/>
              </a:path>
            </a:pathLst>
          </a:custGeom>
          <a:solidFill xmlns:a="http://schemas.openxmlformats.org/drawingml/2006/main">
            <a:srgbClr val="FEF7E5"/>
          </a:solidFill>
          <a:ln xmlns:a="http://schemas.openxmlformats.org/drawingml/2006/main" w="0">
            <a:noFill/>
          </a:ln>
        </p:spPr>
      </p:sp>
      <p:sp>
        <p:nvSpPr>
          <p:cNvPr id="11" name="logo vector #fef6e4">
            <a:extLst xmlns:a="http://schemas.openxmlformats.org/drawingml/2006/main">
              <a:ext uri="{FF2B5EF4-FFF2-40B4-BE49-F238E27FC236}">
                <a16:creationId xmlns:a16="http://schemas.microsoft.com/office/drawing/2014/main" id="{C40621CC-AE78-4E67-9406-15E96D4BF5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124450" y="1590675"/>
            <a:ext cx="2867025" cy="2752725"/>
          </a:xfrm>
          <a:custGeom xmlns:a="http://schemas.openxmlformats.org/drawingml/2006/main">
            <a:pathLst>
              <a:path w="2428875" h="2333625">
                <a:moveTo>
                  <a:pt x="200025" y="0"/>
                </a:moveTo>
                <a:lnTo>
                  <a:pt x="209550" y="0"/>
                </a:lnTo>
                <a:lnTo>
                  <a:pt x="209550" y="9525"/>
                </a:lnTo>
                <a:lnTo>
                  <a:pt x="200025" y="9525"/>
                </a:lnTo>
                <a:close/>
                <a:moveTo>
                  <a:pt x="180975" y="9525"/>
                </a:moveTo>
                <a:lnTo>
                  <a:pt x="200025" y="9525"/>
                </a:lnTo>
                <a:lnTo>
                  <a:pt x="200025" y="19050"/>
                </a:lnTo>
                <a:lnTo>
                  <a:pt x="190500" y="19050"/>
                </a:lnTo>
                <a:lnTo>
                  <a:pt x="190500" y="28575"/>
                </a:lnTo>
                <a:lnTo>
                  <a:pt x="180975" y="28575"/>
                </a:lnTo>
                <a:close/>
                <a:moveTo>
                  <a:pt x="2381250" y="133350"/>
                </a:moveTo>
                <a:lnTo>
                  <a:pt x="2390775" y="133350"/>
                </a:lnTo>
                <a:lnTo>
                  <a:pt x="2390775" y="142875"/>
                </a:lnTo>
                <a:lnTo>
                  <a:pt x="2381250" y="142875"/>
                </a:lnTo>
                <a:close/>
                <a:moveTo>
                  <a:pt x="2390775" y="152400"/>
                </a:moveTo>
                <a:lnTo>
                  <a:pt x="2400300" y="152400"/>
                </a:lnTo>
                <a:lnTo>
                  <a:pt x="2400300" y="161925"/>
                </a:lnTo>
                <a:lnTo>
                  <a:pt x="2390775" y="161925"/>
                </a:lnTo>
                <a:close/>
                <a:moveTo>
                  <a:pt x="695325" y="219075"/>
                </a:moveTo>
                <a:lnTo>
                  <a:pt x="742950" y="219075"/>
                </a:lnTo>
                <a:lnTo>
                  <a:pt x="742950" y="228600"/>
                </a:lnTo>
                <a:lnTo>
                  <a:pt x="752475" y="228600"/>
                </a:lnTo>
                <a:lnTo>
                  <a:pt x="752475" y="238125"/>
                </a:lnTo>
                <a:lnTo>
                  <a:pt x="790575" y="238125"/>
                </a:lnTo>
                <a:lnTo>
                  <a:pt x="790575" y="219075"/>
                </a:lnTo>
                <a:lnTo>
                  <a:pt x="828675" y="219075"/>
                </a:lnTo>
                <a:lnTo>
                  <a:pt x="828675" y="238125"/>
                </a:lnTo>
                <a:lnTo>
                  <a:pt x="819150" y="238125"/>
                </a:lnTo>
                <a:lnTo>
                  <a:pt x="819150" y="228600"/>
                </a:lnTo>
                <a:lnTo>
                  <a:pt x="800100" y="228600"/>
                </a:lnTo>
                <a:lnTo>
                  <a:pt x="800100" y="238125"/>
                </a:lnTo>
                <a:lnTo>
                  <a:pt x="790575" y="238125"/>
                </a:lnTo>
                <a:lnTo>
                  <a:pt x="790575" y="257175"/>
                </a:lnTo>
                <a:lnTo>
                  <a:pt x="800100" y="257175"/>
                </a:lnTo>
                <a:lnTo>
                  <a:pt x="800100" y="266700"/>
                </a:lnTo>
                <a:lnTo>
                  <a:pt x="809625" y="266700"/>
                </a:lnTo>
                <a:lnTo>
                  <a:pt x="809625" y="276225"/>
                </a:lnTo>
                <a:lnTo>
                  <a:pt x="733425" y="276225"/>
                </a:lnTo>
                <a:lnTo>
                  <a:pt x="733425" y="266700"/>
                </a:lnTo>
                <a:lnTo>
                  <a:pt x="695325" y="266700"/>
                </a:lnTo>
                <a:lnTo>
                  <a:pt x="695325" y="257175"/>
                </a:lnTo>
                <a:lnTo>
                  <a:pt x="676275" y="257175"/>
                </a:lnTo>
                <a:lnTo>
                  <a:pt x="676275" y="247650"/>
                </a:lnTo>
                <a:lnTo>
                  <a:pt x="685800" y="247650"/>
                </a:lnTo>
                <a:lnTo>
                  <a:pt x="685800" y="228600"/>
                </a:lnTo>
                <a:lnTo>
                  <a:pt x="695325" y="228600"/>
                </a:lnTo>
                <a:close/>
                <a:moveTo>
                  <a:pt x="876300" y="219075"/>
                </a:moveTo>
                <a:lnTo>
                  <a:pt x="933450" y="219075"/>
                </a:lnTo>
                <a:lnTo>
                  <a:pt x="933450" y="228600"/>
                </a:lnTo>
                <a:lnTo>
                  <a:pt x="914400" y="228600"/>
                </a:lnTo>
                <a:lnTo>
                  <a:pt x="914400" y="247650"/>
                </a:lnTo>
                <a:lnTo>
                  <a:pt x="933450" y="247650"/>
                </a:lnTo>
                <a:lnTo>
                  <a:pt x="933450" y="238125"/>
                </a:lnTo>
                <a:lnTo>
                  <a:pt x="952500" y="238125"/>
                </a:lnTo>
                <a:lnTo>
                  <a:pt x="952500" y="247650"/>
                </a:lnTo>
                <a:lnTo>
                  <a:pt x="962025" y="247650"/>
                </a:lnTo>
                <a:lnTo>
                  <a:pt x="962025" y="257175"/>
                </a:lnTo>
                <a:lnTo>
                  <a:pt x="952500" y="257175"/>
                </a:lnTo>
                <a:lnTo>
                  <a:pt x="952500" y="285750"/>
                </a:lnTo>
                <a:lnTo>
                  <a:pt x="962025" y="285750"/>
                </a:lnTo>
                <a:lnTo>
                  <a:pt x="962025" y="276225"/>
                </a:lnTo>
                <a:lnTo>
                  <a:pt x="990600" y="276225"/>
                </a:lnTo>
                <a:lnTo>
                  <a:pt x="990600" y="285750"/>
                </a:lnTo>
                <a:lnTo>
                  <a:pt x="981075" y="285750"/>
                </a:lnTo>
                <a:lnTo>
                  <a:pt x="981075" y="304800"/>
                </a:lnTo>
                <a:lnTo>
                  <a:pt x="971550" y="304800"/>
                </a:lnTo>
                <a:lnTo>
                  <a:pt x="971550" y="295275"/>
                </a:lnTo>
                <a:lnTo>
                  <a:pt x="962025" y="295275"/>
                </a:lnTo>
                <a:lnTo>
                  <a:pt x="962025" y="304800"/>
                </a:lnTo>
                <a:lnTo>
                  <a:pt x="952500" y="304800"/>
                </a:lnTo>
                <a:lnTo>
                  <a:pt x="952500" y="314325"/>
                </a:lnTo>
                <a:lnTo>
                  <a:pt x="933450" y="314325"/>
                </a:lnTo>
                <a:lnTo>
                  <a:pt x="933450" y="323850"/>
                </a:lnTo>
                <a:lnTo>
                  <a:pt x="923925" y="323850"/>
                </a:lnTo>
                <a:lnTo>
                  <a:pt x="923925" y="314325"/>
                </a:lnTo>
                <a:lnTo>
                  <a:pt x="914400" y="314325"/>
                </a:lnTo>
                <a:lnTo>
                  <a:pt x="914400" y="285750"/>
                </a:lnTo>
                <a:lnTo>
                  <a:pt x="895350" y="285750"/>
                </a:lnTo>
                <a:lnTo>
                  <a:pt x="895350" y="276225"/>
                </a:lnTo>
                <a:lnTo>
                  <a:pt x="904875" y="276225"/>
                </a:lnTo>
                <a:lnTo>
                  <a:pt x="904875" y="257175"/>
                </a:lnTo>
                <a:lnTo>
                  <a:pt x="885825" y="257175"/>
                </a:lnTo>
                <a:lnTo>
                  <a:pt x="885825" y="247650"/>
                </a:lnTo>
                <a:lnTo>
                  <a:pt x="895350" y="247650"/>
                </a:lnTo>
                <a:lnTo>
                  <a:pt x="895350" y="238125"/>
                </a:lnTo>
                <a:lnTo>
                  <a:pt x="876300" y="238125"/>
                </a:lnTo>
                <a:close/>
                <a:moveTo>
                  <a:pt x="962025" y="219075"/>
                </a:moveTo>
                <a:lnTo>
                  <a:pt x="981075" y="219075"/>
                </a:lnTo>
                <a:lnTo>
                  <a:pt x="981075" y="228600"/>
                </a:lnTo>
                <a:lnTo>
                  <a:pt x="1076325" y="228600"/>
                </a:lnTo>
                <a:lnTo>
                  <a:pt x="1076325" y="219075"/>
                </a:lnTo>
                <a:lnTo>
                  <a:pt x="1104900" y="219075"/>
                </a:lnTo>
                <a:lnTo>
                  <a:pt x="1104900" y="304800"/>
                </a:lnTo>
                <a:lnTo>
                  <a:pt x="1095375" y="304800"/>
                </a:lnTo>
                <a:lnTo>
                  <a:pt x="1095375" y="314325"/>
                </a:lnTo>
                <a:lnTo>
                  <a:pt x="1085850" y="314325"/>
                </a:lnTo>
                <a:lnTo>
                  <a:pt x="1085850" y="304800"/>
                </a:lnTo>
                <a:lnTo>
                  <a:pt x="1076325" y="304800"/>
                </a:lnTo>
                <a:lnTo>
                  <a:pt x="1076325" y="314325"/>
                </a:lnTo>
                <a:lnTo>
                  <a:pt x="1066800" y="314325"/>
                </a:lnTo>
                <a:lnTo>
                  <a:pt x="1066800" y="304800"/>
                </a:lnTo>
                <a:lnTo>
                  <a:pt x="1009650" y="304800"/>
                </a:lnTo>
                <a:lnTo>
                  <a:pt x="1009650" y="285750"/>
                </a:lnTo>
                <a:lnTo>
                  <a:pt x="1000125" y="285750"/>
                </a:lnTo>
                <a:lnTo>
                  <a:pt x="1000125" y="276225"/>
                </a:lnTo>
                <a:lnTo>
                  <a:pt x="1009650" y="276225"/>
                </a:lnTo>
                <a:lnTo>
                  <a:pt x="1009650" y="247650"/>
                </a:lnTo>
                <a:lnTo>
                  <a:pt x="990600" y="247650"/>
                </a:lnTo>
                <a:lnTo>
                  <a:pt x="990600" y="238125"/>
                </a:lnTo>
                <a:lnTo>
                  <a:pt x="971550" y="238125"/>
                </a:lnTo>
                <a:lnTo>
                  <a:pt x="971550" y="228600"/>
                </a:lnTo>
                <a:lnTo>
                  <a:pt x="962025" y="228600"/>
                </a:lnTo>
                <a:close/>
                <a:moveTo>
                  <a:pt x="1276350" y="219075"/>
                </a:moveTo>
                <a:lnTo>
                  <a:pt x="1304925" y="219075"/>
                </a:lnTo>
                <a:lnTo>
                  <a:pt x="1304925" y="228600"/>
                </a:lnTo>
                <a:lnTo>
                  <a:pt x="1323975" y="228600"/>
                </a:lnTo>
                <a:lnTo>
                  <a:pt x="1323975" y="238125"/>
                </a:lnTo>
                <a:lnTo>
                  <a:pt x="1352550" y="238125"/>
                </a:lnTo>
                <a:lnTo>
                  <a:pt x="1352550" y="228600"/>
                </a:lnTo>
                <a:lnTo>
                  <a:pt x="1362075" y="228600"/>
                </a:lnTo>
                <a:lnTo>
                  <a:pt x="1362075" y="238125"/>
                </a:lnTo>
                <a:lnTo>
                  <a:pt x="1390650" y="238125"/>
                </a:lnTo>
                <a:lnTo>
                  <a:pt x="1390650" y="228600"/>
                </a:lnTo>
                <a:lnTo>
                  <a:pt x="1428750" y="228600"/>
                </a:lnTo>
                <a:lnTo>
                  <a:pt x="1428750" y="219075"/>
                </a:lnTo>
                <a:lnTo>
                  <a:pt x="1438275" y="219075"/>
                </a:lnTo>
                <a:lnTo>
                  <a:pt x="1438275" y="238125"/>
                </a:lnTo>
                <a:lnTo>
                  <a:pt x="1457325" y="238125"/>
                </a:lnTo>
                <a:lnTo>
                  <a:pt x="1457325" y="247650"/>
                </a:lnTo>
                <a:lnTo>
                  <a:pt x="1466850" y="247650"/>
                </a:lnTo>
                <a:lnTo>
                  <a:pt x="1466850" y="228600"/>
                </a:lnTo>
                <a:lnTo>
                  <a:pt x="1485900" y="228600"/>
                </a:lnTo>
                <a:lnTo>
                  <a:pt x="1485900" y="247650"/>
                </a:lnTo>
                <a:lnTo>
                  <a:pt x="1476375" y="247650"/>
                </a:lnTo>
                <a:lnTo>
                  <a:pt x="1476375" y="257175"/>
                </a:lnTo>
                <a:lnTo>
                  <a:pt x="1457325" y="257175"/>
                </a:lnTo>
                <a:lnTo>
                  <a:pt x="1457325" y="276225"/>
                </a:lnTo>
                <a:lnTo>
                  <a:pt x="1438275" y="276225"/>
                </a:lnTo>
                <a:lnTo>
                  <a:pt x="1438275" y="285750"/>
                </a:lnTo>
                <a:lnTo>
                  <a:pt x="1428750" y="285750"/>
                </a:lnTo>
                <a:lnTo>
                  <a:pt x="1428750" y="295275"/>
                </a:lnTo>
                <a:lnTo>
                  <a:pt x="1419225" y="295275"/>
                </a:lnTo>
                <a:lnTo>
                  <a:pt x="1419225" y="314325"/>
                </a:lnTo>
                <a:lnTo>
                  <a:pt x="1390650" y="314325"/>
                </a:lnTo>
                <a:lnTo>
                  <a:pt x="1390650" y="295275"/>
                </a:lnTo>
                <a:lnTo>
                  <a:pt x="1400175" y="295275"/>
                </a:lnTo>
                <a:lnTo>
                  <a:pt x="1400175" y="285750"/>
                </a:lnTo>
                <a:lnTo>
                  <a:pt x="1409700" y="285750"/>
                </a:lnTo>
                <a:lnTo>
                  <a:pt x="1409700" y="266700"/>
                </a:lnTo>
                <a:lnTo>
                  <a:pt x="1419225" y="266700"/>
                </a:lnTo>
                <a:lnTo>
                  <a:pt x="1419225" y="257175"/>
                </a:lnTo>
                <a:lnTo>
                  <a:pt x="1381125" y="257175"/>
                </a:lnTo>
                <a:lnTo>
                  <a:pt x="1381125" y="266700"/>
                </a:lnTo>
                <a:lnTo>
                  <a:pt x="1352550" y="266700"/>
                </a:lnTo>
                <a:lnTo>
                  <a:pt x="1352550" y="257175"/>
                </a:lnTo>
                <a:lnTo>
                  <a:pt x="1343025" y="257175"/>
                </a:lnTo>
                <a:lnTo>
                  <a:pt x="1343025" y="247650"/>
                </a:lnTo>
                <a:lnTo>
                  <a:pt x="1304925" y="247650"/>
                </a:lnTo>
                <a:lnTo>
                  <a:pt x="1304925" y="257175"/>
                </a:lnTo>
                <a:lnTo>
                  <a:pt x="1276350" y="257175"/>
                </a:lnTo>
                <a:lnTo>
                  <a:pt x="1276350" y="247650"/>
                </a:lnTo>
                <a:lnTo>
                  <a:pt x="1266825" y="247650"/>
                </a:lnTo>
                <a:lnTo>
                  <a:pt x="1266825" y="257175"/>
                </a:lnTo>
                <a:lnTo>
                  <a:pt x="1247775" y="257175"/>
                </a:lnTo>
                <a:lnTo>
                  <a:pt x="1247775" y="247650"/>
                </a:lnTo>
                <a:lnTo>
                  <a:pt x="1238250" y="247650"/>
                </a:lnTo>
                <a:lnTo>
                  <a:pt x="1238250" y="228600"/>
                </a:lnTo>
                <a:lnTo>
                  <a:pt x="1276350" y="228600"/>
                </a:lnTo>
                <a:close/>
                <a:moveTo>
                  <a:pt x="1504950" y="219075"/>
                </a:moveTo>
                <a:lnTo>
                  <a:pt x="1533525" y="219075"/>
                </a:lnTo>
                <a:lnTo>
                  <a:pt x="1533525" y="228600"/>
                </a:lnTo>
                <a:lnTo>
                  <a:pt x="1504950" y="228600"/>
                </a:lnTo>
                <a:close/>
                <a:moveTo>
                  <a:pt x="1581150" y="219075"/>
                </a:moveTo>
                <a:lnTo>
                  <a:pt x="1590675" y="219075"/>
                </a:lnTo>
                <a:lnTo>
                  <a:pt x="1590675" y="228600"/>
                </a:lnTo>
                <a:lnTo>
                  <a:pt x="1600200" y="228600"/>
                </a:lnTo>
                <a:lnTo>
                  <a:pt x="1600200" y="219075"/>
                </a:lnTo>
                <a:lnTo>
                  <a:pt x="1666875" y="219075"/>
                </a:lnTo>
                <a:lnTo>
                  <a:pt x="1666875" y="228600"/>
                </a:lnTo>
                <a:lnTo>
                  <a:pt x="1619250" y="228600"/>
                </a:lnTo>
                <a:lnTo>
                  <a:pt x="1619250" y="238125"/>
                </a:lnTo>
                <a:lnTo>
                  <a:pt x="1638300" y="238125"/>
                </a:lnTo>
                <a:lnTo>
                  <a:pt x="1638300" y="257175"/>
                </a:lnTo>
                <a:lnTo>
                  <a:pt x="1628775" y="257175"/>
                </a:lnTo>
                <a:lnTo>
                  <a:pt x="1628775" y="266700"/>
                </a:lnTo>
                <a:lnTo>
                  <a:pt x="1571625" y="266700"/>
                </a:lnTo>
                <a:lnTo>
                  <a:pt x="1571625" y="276225"/>
                </a:lnTo>
                <a:lnTo>
                  <a:pt x="1562100" y="276225"/>
                </a:lnTo>
                <a:lnTo>
                  <a:pt x="1562100" y="285750"/>
                </a:lnTo>
                <a:lnTo>
                  <a:pt x="1543050" y="285750"/>
                </a:lnTo>
                <a:lnTo>
                  <a:pt x="1543050" y="266700"/>
                </a:lnTo>
                <a:lnTo>
                  <a:pt x="1552575" y="266700"/>
                </a:lnTo>
                <a:lnTo>
                  <a:pt x="1552575" y="238125"/>
                </a:lnTo>
                <a:lnTo>
                  <a:pt x="1543050" y="238125"/>
                </a:lnTo>
                <a:lnTo>
                  <a:pt x="1543050" y="228600"/>
                </a:lnTo>
                <a:lnTo>
                  <a:pt x="1581150" y="228600"/>
                </a:lnTo>
                <a:close/>
                <a:moveTo>
                  <a:pt x="1762125" y="219075"/>
                </a:moveTo>
                <a:lnTo>
                  <a:pt x="1771650" y="219075"/>
                </a:lnTo>
                <a:lnTo>
                  <a:pt x="1771650" y="228600"/>
                </a:lnTo>
                <a:lnTo>
                  <a:pt x="1781175" y="228600"/>
                </a:lnTo>
                <a:lnTo>
                  <a:pt x="1781175" y="238125"/>
                </a:lnTo>
                <a:lnTo>
                  <a:pt x="1800225" y="238125"/>
                </a:lnTo>
                <a:lnTo>
                  <a:pt x="1800225" y="228600"/>
                </a:lnTo>
                <a:lnTo>
                  <a:pt x="1819275" y="228600"/>
                </a:lnTo>
                <a:lnTo>
                  <a:pt x="1819275" y="238125"/>
                </a:lnTo>
                <a:lnTo>
                  <a:pt x="1847850" y="238125"/>
                </a:lnTo>
                <a:lnTo>
                  <a:pt x="1847850" y="266700"/>
                </a:lnTo>
                <a:lnTo>
                  <a:pt x="1838325" y="266700"/>
                </a:lnTo>
                <a:lnTo>
                  <a:pt x="1838325" y="276225"/>
                </a:lnTo>
                <a:lnTo>
                  <a:pt x="1819275" y="276225"/>
                </a:lnTo>
                <a:lnTo>
                  <a:pt x="1819275" y="285750"/>
                </a:lnTo>
                <a:lnTo>
                  <a:pt x="1800225" y="285750"/>
                </a:lnTo>
                <a:lnTo>
                  <a:pt x="1800225" y="276225"/>
                </a:lnTo>
                <a:lnTo>
                  <a:pt x="1790700" y="276225"/>
                </a:lnTo>
                <a:lnTo>
                  <a:pt x="1790700" y="266700"/>
                </a:lnTo>
                <a:lnTo>
                  <a:pt x="1781175" y="266700"/>
                </a:lnTo>
                <a:lnTo>
                  <a:pt x="1781175" y="276225"/>
                </a:lnTo>
                <a:lnTo>
                  <a:pt x="1771650" y="276225"/>
                </a:lnTo>
                <a:lnTo>
                  <a:pt x="1771650" y="285750"/>
                </a:lnTo>
                <a:lnTo>
                  <a:pt x="1781175" y="285750"/>
                </a:lnTo>
                <a:lnTo>
                  <a:pt x="1781175" y="295275"/>
                </a:lnTo>
                <a:lnTo>
                  <a:pt x="1724025" y="295275"/>
                </a:lnTo>
                <a:lnTo>
                  <a:pt x="1724025" y="323850"/>
                </a:lnTo>
                <a:lnTo>
                  <a:pt x="1714500" y="323850"/>
                </a:lnTo>
                <a:lnTo>
                  <a:pt x="1714500" y="314325"/>
                </a:lnTo>
                <a:lnTo>
                  <a:pt x="1695450" y="314325"/>
                </a:lnTo>
                <a:lnTo>
                  <a:pt x="1695450" y="304800"/>
                </a:lnTo>
                <a:lnTo>
                  <a:pt x="1685925" y="304800"/>
                </a:lnTo>
                <a:lnTo>
                  <a:pt x="1685925" y="295275"/>
                </a:lnTo>
                <a:lnTo>
                  <a:pt x="1666875" y="295275"/>
                </a:lnTo>
                <a:lnTo>
                  <a:pt x="1666875" y="304800"/>
                </a:lnTo>
                <a:lnTo>
                  <a:pt x="1657350" y="304800"/>
                </a:lnTo>
                <a:lnTo>
                  <a:pt x="1657350" y="314325"/>
                </a:lnTo>
                <a:lnTo>
                  <a:pt x="1647825" y="314325"/>
                </a:lnTo>
                <a:lnTo>
                  <a:pt x="1647825" y="323850"/>
                </a:lnTo>
                <a:lnTo>
                  <a:pt x="1619250" y="323850"/>
                </a:lnTo>
                <a:lnTo>
                  <a:pt x="1619250" y="333375"/>
                </a:lnTo>
                <a:lnTo>
                  <a:pt x="1600200" y="333375"/>
                </a:lnTo>
                <a:lnTo>
                  <a:pt x="1600200" y="323850"/>
                </a:lnTo>
                <a:lnTo>
                  <a:pt x="1609725" y="323850"/>
                </a:lnTo>
                <a:lnTo>
                  <a:pt x="1609725" y="304800"/>
                </a:lnTo>
                <a:lnTo>
                  <a:pt x="1628775" y="304800"/>
                </a:lnTo>
                <a:lnTo>
                  <a:pt x="1628775" y="295275"/>
                </a:lnTo>
                <a:lnTo>
                  <a:pt x="1638300" y="295275"/>
                </a:lnTo>
                <a:lnTo>
                  <a:pt x="1638300" y="276225"/>
                </a:lnTo>
                <a:lnTo>
                  <a:pt x="1647825" y="276225"/>
                </a:lnTo>
                <a:lnTo>
                  <a:pt x="1647825" y="266700"/>
                </a:lnTo>
                <a:lnTo>
                  <a:pt x="1657350" y="266700"/>
                </a:lnTo>
                <a:lnTo>
                  <a:pt x="1657350" y="257175"/>
                </a:lnTo>
                <a:lnTo>
                  <a:pt x="1666875" y="257175"/>
                </a:lnTo>
                <a:lnTo>
                  <a:pt x="1666875" y="247650"/>
                </a:lnTo>
                <a:lnTo>
                  <a:pt x="1685925" y="247650"/>
                </a:lnTo>
                <a:lnTo>
                  <a:pt x="1685925" y="238125"/>
                </a:lnTo>
                <a:lnTo>
                  <a:pt x="1676400" y="238125"/>
                </a:lnTo>
                <a:lnTo>
                  <a:pt x="1676400" y="228600"/>
                </a:lnTo>
                <a:lnTo>
                  <a:pt x="1762125" y="228600"/>
                </a:lnTo>
                <a:close/>
                <a:moveTo>
                  <a:pt x="1114425" y="228600"/>
                </a:moveTo>
                <a:lnTo>
                  <a:pt x="1123950" y="228600"/>
                </a:lnTo>
                <a:lnTo>
                  <a:pt x="1123950" y="238125"/>
                </a:lnTo>
                <a:lnTo>
                  <a:pt x="1114425" y="238125"/>
                </a:lnTo>
                <a:close/>
                <a:moveTo>
                  <a:pt x="1171575" y="228600"/>
                </a:moveTo>
                <a:lnTo>
                  <a:pt x="1219200" y="228600"/>
                </a:lnTo>
                <a:lnTo>
                  <a:pt x="1219200" y="238125"/>
                </a:lnTo>
                <a:lnTo>
                  <a:pt x="1209675" y="238125"/>
                </a:lnTo>
                <a:lnTo>
                  <a:pt x="1209675" y="257175"/>
                </a:lnTo>
                <a:lnTo>
                  <a:pt x="1152525" y="257175"/>
                </a:lnTo>
                <a:lnTo>
                  <a:pt x="1152525" y="238125"/>
                </a:lnTo>
                <a:lnTo>
                  <a:pt x="1171575" y="238125"/>
                </a:lnTo>
                <a:close/>
                <a:moveTo>
                  <a:pt x="647700" y="238125"/>
                </a:moveTo>
                <a:lnTo>
                  <a:pt x="666750" y="238125"/>
                </a:lnTo>
                <a:lnTo>
                  <a:pt x="666750" y="257175"/>
                </a:lnTo>
                <a:lnTo>
                  <a:pt x="647700" y="257175"/>
                </a:lnTo>
                <a:close/>
                <a:moveTo>
                  <a:pt x="542925" y="247650"/>
                </a:moveTo>
                <a:lnTo>
                  <a:pt x="561975" y="247650"/>
                </a:lnTo>
                <a:lnTo>
                  <a:pt x="561975" y="257175"/>
                </a:lnTo>
                <a:lnTo>
                  <a:pt x="571500" y="257175"/>
                </a:lnTo>
                <a:lnTo>
                  <a:pt x="571500" y="276225"/>
                </a:lnTo>
                <a:lnTo>
                  <a:pt x="561975" y="276225"/>
                </a:lnTo>
                <a:lnTo>
                  <a:pt x="561975" y="304800"/>
                </a:lnTo>
                <a:lnTo>
                  <a:pt x="523875" y="304800"/>
                </a:lnTo>
                <a:lnTo>
                  <a:pt x="523875" y="323850"/>
                </a:lnTo>
                <a:lnTo>
                  <a:pt x="533400" y="323850"/>
                </a:lnTo>
                <a:lnTo>
                  <a:pt x="533400" y="333375"/>
                </a:lnTo>
                <a:lnTo>
                  <a:pt x="523875" y="333375"/>
                </a:lnTo>
                <a:lnTo>
                  <a:pt x="523875" y="342900"/>
                </a:lnTo>
                <a:lnTo>
                  <a:pt x="495300" y="342900"/>
                </a:lnTo>
                <a:lnTo>
                  <a:pt x="495300" y="333375"/>
                </a:lnTo>
                <a:lnTo>
                  <a:pt x="485775" y="333375"/>
                </a:lnTo>
                <a:lnTo>
                  <a:pt x="485775" y="314325"/>
                </a:lnTo>
                <a:lnTo>
                  <a:pt x="466725" y="314325"/>
                </a:lnTo>
                <a:lnTo>
                  <a:pt x="466725" y="295275"/>
                </a:lnTo>
                <a:lnTo>
                  <a:pt x="457200" y="295275"/>
                </a:lnTo>
                <a:lnTo>
                  <a:pt x="457200" y="285750"/>
                </a:lnTo>
                <a:lnTo>
                  <a:pt x="495300" y="285750"/>
                </a:lnTo>
                <a:lnTo>
                  <a:pt x="495300" y="295275"/>
                </a:lnTo>
                <a:lnTo>
                  <a:pt x="504825" y="295275"/>
                </a:lnTo>
                <a:lnTo>
                  <a:pt x="504825" y="304800"/>
                </a:lnTo>
                <a:lnTo>
                  <a:pt x="514350" y="304800"/>
                </a:lnTo>
                <a:lnTo>
                  <a:pt x="514350" y="295275"/>
                </a:lnTo>
                <a:lnTo>
                  <a:pt x="523875" y="295275"/>
                </a:lnTo>
                <a:lnTo>
                  <a:pt x="523875" y="276225"/>
                </a:lnTo>
                <a:lnTo>
                  <a:pt x="533400" y="276225"/>
                </a:lnTo>
                <a:lnTo>
                  <a:pt x="533400" y="257175"/>
                </a:lnTo>
                <a:lnTo>
                  <a:pt x="542925" y="257175"/>
                </a:lnTo>
                <a:close/>
                <a:moveTo>
                  <a:pt x="838200" y="247650"/>
                </a:moveTo>
                <a:lnTo>
                  <a:pt x="847725" y="247650"/>
                </a:lnTo>
                <a:lnTo>
                  <a:pt x="847725" y="257175"/>
                </a:lnTo>
                <a:lnTo>
                  <a:pt x="838200" y="257175"/>
                </a:lnTo>
                <a:close/>
                <a:moveTo>
                  <a:pt x="1695450" y="257175"/>
                </a:moveTo>
                <a:lnTo>
                  <a:pt x="1704975" y="257175"/>
                </a:lnTo>
                <a:lnTo>
                  <a:pt x="1704975" y="247650"/>
                </a:lnTo>
                <a:lnTo>
                  <a:pt x="1695450" y="247650"/>
                </a:lnTo>
                <a:close/>
                <a:moveTo>
                  <a:pt x="933450" y="266700"/>
                </a:moveTo>
                <a:lnTo>
                  <a:pt x="942975" y="266700"/>
                </a:lnTo>
                <a:lnTo>
                  <a:pt x="942975" y="257175"/>
                </a:lnTo>
                <a:lnTo>
                  <a:pt x="914400" y="257175"/>
                </a:lnTo>
                <a:lnTo>
                  <a:pt x="914400" y="276225"/>
                </a:lnTo>
                <a:lnTo>
                  <a:pt x="933450" y="276225"/>
                </a:lnTo>
                <a:close/>
                <a:moveTo>
                  <a:pt x="1485900" y="266700"/>
                </a:moveTo>
                <a:lnTo>
                  <a:pt x="1495425" y="266700"/>
                </a:lnTo>
                <a:lnTo>
                  <a:pt x="1495425" y="276225"/>
                </a:lnTo>
                <a:lnTo>
                  <a:pt x="1485900" y="276225"/>
                </a:lnTo>
                <a:close/>
                <a:moveTo>
                  <a:pt x="838200" y="276225"/>
                </a:moveTo>
                <a:lnTo>
                  <a:pt x="866775" y="276225"/>
                </a:lnTo>
                <a:lnTo>
                  <a:pt x="866775" y="295275"/>
                </a:lnTo>
                <a:lnTo>
                  <a:pt x="876300" y="295275"/>
                </a:lnTo>
                <a:lnTo>
                  <a:pt x="876300" y="314325"/>
                </a:lnTo>
                <a:lnTo>
                  <a:pt x="885825" y="314325"/>
                </a:lnTo>
                <a:lnTo>
                  <a:pt x="885825" y="323850"/>
                </a:lnTo>
                <a:lnTo>
                  <a:pt x="838200" y="323850"/>
                </a:lnTo>
                <a:lnTo>
                  <a:pt x="838200" y="314325"/>
                </a:lnTo>
                <a:lnTo>
                  <a:pt x="828675" y="314325"/>
                </a:lnTo>
                <a:lnTo>
                  <a:pt x="828675" y="295275"/>
                </a:lnTo>
                <a:lnTo>
                  <a:pt x="838200" y="295275"/>
                </a:lnTo>
                <a:close/>
                <a:moveTo>
                  <a:pt x="1171575" y="276225"/>
                </a:moveTo>
                <a:lnTo>
                  <a:pt x="1190625" y="276225"/>
                </a:lnTo>
                <a:lnTo>
                  <a:pt x="1190625" y="285750"/>
                </a:lnTo>
                <a:lnTo>
                  <a:pt x="1181100" y="285750"/>
                </a:lnTo>
                <a:lnTo>
                  <a:pt x="1181100" y="295275"/>
                </a:lnTo>
                <a:lnTo>
                  <a:pt x="1171575" y="295275"/>
                </a:lnTo>
                <a:close/>
                <a:moveTo>
                  <a:pt x="1466850" y="276225"/>
                </a:moveTo>
                <a:lnTo>
                  <a:pt x="1485900" y="276225"/>
                </a:lnTo>
                <a:lnTo>
                  <a:pt x="1485900" y="285750"/>
                </a:lnTo>
                <a:lnTo>
                  <a:pt x="1476375" y="285750"/>
                </a:lnTo>
                <a:lnTo>
                  <a:pt x="1476375" y="304800"/>
                </a:lnTo>
                <a:lnTo>
                  <a:pt x="1524000" y="304800"/>
                </a:lnTo>
                <a:lnTo>
                  <a:pt x="1524000" y="323850"/>
                </a:lnTo>
                <a:lnTo>
                  <a:pt x="1419225" y="323850"/>
                </a:lnTo>
                <a:lnTo>
                  <a:pt x="1419225" y="314325"/>
                </a:lnTo>
                <a:lnTo>
                  <a:pt x="1457325" y="314325"/>
                </a:lnTo>
                <a:lnTo>
                  <a:pt x="1457325" y="304800"/>
                </a:lnTo>
                <a:lnTo>
                  <a:pt x="1447800" y="304800"/>
                </a:lnTo>
                <a:lnTo>
                  <a:pt x="1447800" y="295275"/>
                </a:lnTo>
                <a:lnTo>
                  <a:pt x="1457325" y="295275"/>
                </a:lnTo>
                <a:lnTo>
                  <a:pt x="1457325" y="304800"/>
                </a:lnTo>
                <a:lnTo>
                  <a:pt x="1466850" y="304800"/>
                </a:lnTo>
                <a:close/>
                <a:moveTo>
                  <a:pt x="1714500" y="276225"/>
                </a:moveTo>
                <a:lnTo>
                  <a:pt x="1743075" y="276225"/>
                </a:lnTo>
                <a:lnTo>
                  <a:pt x="1743075" y="257175"/>
                </a:lnTo>
                <a:lnTo>
                  <a:pt x="1714500" y="257175"/>
                </a:lnTo>
                <a:close/>
                <a:moveTo>
                  <a:pt x="1504950" y="285750"/>
                </a:moveTo>
                <a:lnTo>
                  <a:pt x="1514475" y="285750"/>
                </a:lnTo>
                <a:lnTo>
                  <a:pt x="1514475" y="295275"/>
                </a:lnTo>
                <a:lnTo>
                  <a:pt x="1504950" y="295275"/>
                </a:lnTo>
                <a:close/>
                <a:moveTo>
                  <a:pt x="1981200" y="285750"/>
                </a:moveTo>
                <a:lnTo>
                  <a:pt x="2000250" y="285750"/>
                </a:lnTo>
                <a:lnTo>
                  <a:pt x="2000250" y="295275"/>
                </a:lnTo>
                <a:lnTo>
                  <a:pt x="2028825" y="295275"/>
                </a:lnTo>
                <a:lnTo>
                  <a:pt x="2028825" y="304800"/>
                </a:lnTo>
                <a:lnTo>
                  <a:pt x="1981200" y="304800"/>
                </a:lnTo>
                <a:close/>
                <a:moveTo>
                  <a:pt x="1057275" y="295275"/>
                </a:moveTo>
                <a:lnTo>
                  <a:pt x="1085850" y="295275"/>
                </a:lnTo>
                <a:lnTo>
                  <a:pt x="1085850" y="285750"/>
                </a:lnTo>
                <a:lnTo>
                  <a:pt x="1066800" y="285750"/>
                </a:lnTo>
                <a:lnTo>
                  <a:pt x="1066800" y="276225"/>
                </a:lnTo>
                <a:lnTo>
                  <a:pt x="1057275" y="276225"/>
                </a:lnTo>
                <a:close/>
                <a:moveTo>
                  <a:pt x="1933575" y="295275"/>
                </a:moveTo>
                <a:lnTo>
                  <a:pt x="1952625" y="295275"/>
                </a:lnTo>
                <a:lnTo>
                  <a:pt x="1952625" y="314325"/>
                </a:lnTo>
                <a:lnTo>
                  <a:pt x="1962150" y="314325"/>
                </a:lnTo>
                <a:lnTo>
                  <a:pt x="1962150" y="323850"/>
                </a:lnTo>
                <a:lnTo>
                  <a:pt x="1952625" y="323850"/>
                </a:lnTo>
                <a:lnTo>
                  <a:pt x="1952625" y="333375"/>
                </a:lnTo>
                <a:lnTo>
                  <a:pt x="1933575" y="333375"/>
                </a:lnTo>
                <a:lnTo>
                  <a:pt x="1933575" y="323850"/>
                </a:lnTo>
                <a:lnTo>
                  <a:pt x="1924050" y="323850"/>
                </a:lnTo>
                <a:lnTo>
                  <a:pt x="1924050" y="304800"/>
                </a:lnTo>
                <a:lnTo>
                  <a:pt x="1933575" y="304800"/>
                </a:lnTo>
                <a:close/>
                <a:moveTo>
                  <a:pt x="400050" y="304800"/>
                </a:moveTo>
                <a:lnTo>
                  <a:pt x="419100" y="304800"/>
                </a:lnTo>
                <a:lnTo>
                  <a:pt x="419100" y="314325"/>
                </a:lnTo>
                <a:lnTo>
                  <a:pt x="400050" y="314325"/>
                </a:lnTo>
                <a:close/>
                <a:moveTo>
                  <a:pt x="1543050" y="304800"/>
                </a:moveTo>
                <a:lnTo>
                  <a:pt x="1571625" y="304800"/>
                </a:lnTo>
                <a:lnTo>
                  <a:pt x="1571625" y="314325"/>
                </a:lnTo>
                <a:lnTo>
                  <a:pt x="1543050" y="314325"/>
                </a:lnTo>
                <a:close/>
                <a:moveTo>
                  <a:pt x="447675" y="314325"/>
                </a:moveTo>
                <a:lnTo>
                  <a:pt x="466725" y="314325"/>
                </a:lnTo>
                <a:lnTo>
                  <a:pt x="466725" y="333375"/>
                </a:lnTo>
                <a:lnTo>
                  <a:pt x="447675" y="333375"/>
                </a:lnTo>
                <a:close/>
                <a:moveTo>
                  <a:pt x="1009650" y="314325"/>
                </a:moveTo>
                <a:lnTo>
                  <a:pt x="1019175" y="314325"/>
                </a:lnTo>
                <a:lnTo>
                  <a:pt x="1019175" y="323850"/>
                </a:lnTo>
                <a:lnTo>
                  <a:pt x="1009650" y="323850"/>
                </a:lnTo>
                <a:close/>
                <a:moveTo>
                  <a:pt x="1057275" y="314325"/>
                </a:moveTo>
                <a:lnTo>
                  <a:pt x="1066800" y="314325"/>
                </a:lnTo>
                <a:lnTo>
                  <a:pt x="1066800" y="323850"/>
                </a:lnTo>
                <a:lnTo>
                  <a:pt x="1057275" y="323850"/>
                </a:lnTo>
                <a:close/>
                <a:moveTo>
                  <a:pt x="1571625" y="314325"/>
                </a:moveTo>
                <a:lnTo>
                  <a:pt x="1581150" y="314325"/>
                </a:lnTo>
                <a:lnTo>
                  <a:pt x="1581150" y="323850"/>
                </a:lnTo>
                <a:lnTo>
                  <a:pt x="1590675" y="323850"/>
                </a:lnTo>
                <a:lnTo>
                  <a:pt x="1590675" y="333375"/>
                </a:lnTo>
                <a:lnTo>
                  <a:pt x="1571625" y="333375"/>
                </a:lnTo>
                <a:close/>
                <a:moveTo>
                  <a:pt x="390525" y="323850"/>
                </a:moveTo>
                <a:lnTo>
                  <a:pt x="400050" y="323850"/>
                </a:lnTo>
                <a:lnTo>
                  <a:pt x="400050" y="333375"/>
                </a:lnTo>
                <a:lnTo>
                  <a:pt x="409575" y="333375"/>
                </a:lnTo>
                <a:lnTo>
                  <a:pt x="409575" y="342900"/>
                </a:lnTo>
                <a:lnTo>
                  <a:pt x="419100" y="342900"/>
                </a:lnTo>
                <a:lnTo>
                  <a:pt x="419100" y="381000"/>
                </a:lnTo>
                <a:lnTo>
                  <a:pt x="457200" y="381000"/>
                </a:lnTo>
                <a:lnTo>
                  <a:pt x="457200" y="400050"/>
                </a:lnTo>
                <a:lnTo>
                  <a:pt x="466725" y="400050"/>
                </a:lnTo>
                <a:lnTo>
                  <a:pt x="466725" y="390525"/>
                </a:lnTo>
                <a:lnTo>
                  <a:pt x="495300" y="390525"/>
                </a:lnTo>
                <a:lnTo>
                  <a:pt x="495300" y="381000"/>
                </a:lnTo>
                <a:lnTo>
                  <a:pt x="504825" y="381000"/>
                </a:lnTo>
                <a:lnTo>
                  <a:pt x="504825" y="390525"/>
                </a:lnTo>
                <a:lnTo>
                  <a:pt x="514350" y="390525"/>
                </a:lnTo>
                <a:lnTo>
                  <a:pt x="514350" y="400050"/>
                </a:lnTo>
                <a:lnTo>
                  <a:pt x="466725" y="400050"/>
                </a:lnTo>
                <a:lnTo>
                  <a:pt x="466725" y="409575"/>
                </a:lnTo>
                <a:lnTo>
                  <a:pt x="447675" y="409575"/>
                </a:lnTo>
                <a:lnTo>
                  <a:pt x="447675" y="400050"/>
                </a:lnTo>
                <a:lnTo>
                  <a:pt x="438150" y="400050"/>
                </a:lnTo>
                <a:lnTo>
                  <a:pt x="438150" y="390525"/>
                </a:lnTo>
                <a:lnTo>
                  <a:pt x="419100" y="390525"/>
                </a:lnTo>
                <a:lnTo>
                  <a:pt x="419100" y="400050"/>
                </a:lnTo>
                <a:lnTo>
                  <a:pt x="409575" y="400050"/>
                </a:lnTo>
                <a:lnTo>
                  <a:pt x="409575" y="390525"/>
                </a:lnTo>
                <a:lnTo>
                  <a:pt x="400050" y="390525"/>
                </a:lnTo>
                <a:lnTo>
                  <a:pt x="400050" y="381000"/>
                </a:lnTo>
                <a:lnTo>
                  <a:pt x="390525" y="381000"/>
                </a:lnTo>
                <a:lnTo>
                  <a:pt x="390525" y="371475"/>
                </a:lnTo>
                <a:lnTo>
                  <a:pt x="381000" y="371475"/>
                </a:lnTo>
                <a:lnTo>
                  <a:pt x="381000" y="361950"/>
                </a:lnTo>
                <a:lnTo>
                  <a:pt x="371475" y="361950"/>
                </a:lnTo>
                <a:lnTo>
                  <a:pt x="371475" y="333375"/>
                </a:lnTo>
                <a:lnTo>
                  <a:pt x="381000" y="333375"/>
                </a:lnTo>
                <a:lnTo>
                  <a:pt x="381000" y="342900"/>
                </a:lnTo>
                <a:lnTo>
                  <a:pt x="390525" y="342900"/>
                </a:lnTo>
                <a:close/>
                <a:moveTo>
                  <a:pt x="885825" y="323850"/>
                </a:moveTo>
                <a:lnTo>
                  <a:pt x="895350" y="323850"/>
                </a:lnTo>
                <a:lnTo>
                  <a:pt x="895350" y="333375"/>
                </a:lnTo>
                <a:lnTo>
                  <a:pt x="885825" y="333375"/>
                </a:lnTo>
                <a:close/>
                <a:moveTo>
                  <a:pt x="914400" y="323850"/>
                </a:moveTo>
                <a:lnTo>
                  <a:pt x="923925" y="323850"/>
                </a:lnTo>
                <a:lnTo>
                  <a:pt x="923925" y="333375"/>
                </a:lnTo>
                <a:lnTo>
                  <a:pt x="914400" y="333375"/>
                </a:lnTo>
                <a:close/>
                <a:moveTo>
                  <a:pt x="542925" y="333375"/>
                </a:moveTo>
                <a:lnTo>
                  <a:pt x="638175" y="333375"/>
                </a:lnTo>
                <a:lnTo>
                  <a:pt x="638175" y="342900"/>
                </a:lnTo>
                <a:lnTo>
                  <a:pt x="647700" y="342900"/>
                </a:lnTo>
                <a:lnTo>
                  <a:pt x="647700" y="352425"/>
                </a:lnTo>
                <a:lnTo>
                  <a:pt x="638175" y="352425"/>
                </a:lnTo>
                <a:lnTo>
                  <a:pt x="638175" y="361950"/>
                </a:lnTo>
                <a:lnTo>
                  <a:pt x="628650" y="361950"/>
                </a:lnTo>
                <a:lnTo>
                  <a:pt x="628650" y="371475"/>
                </a:lnTo>
                <a:lnTo>
                  <a:pt x="638175" y="371475"/>
                </a:lnTo>
                <a:lnTo>
                  <a:pt x="638175" y="381000"/>
                </a:lnTo>
                <a:lnTo>
                  <a:pt x="619125" y="381000"/>
                </a:lnTo>
                <a:lnTo>
                  <a:pt x="619125" y="361950"/>
                </a:lnTo>
                <a:lnTo>
                  <a:pt x="600075" y="361950"/>
                </a:lnTo>
                <a:lnTo>
                  <a:pt x="600075" y="352425"/>
                </a:lnTo>
                <a:lnTo>
                  <a:pt x="590550" y="352425"/>
                </a:lnTo>
                <a:lnTo>
                  <a:pt x="590550" y="342900"/>
                </a:lnTo>
                <a:lnTo>
                  <a:pt x="571500" y="342900"/>
                </a:lnTo>
                <a:lnTo>
                  <a:pt x="571500" y="428625"/>
                </a:lnTo>
                <a:lnTo>
                  <a:pt x="552450" y="428625"/>
                </a:lnTo>
                <a:lnTo>
                  <a:pt x="552450" y="419100"/>
                </a:lnTo>
                <a:lnTo>
                  <a:pt x="542925" y="419100"/>
                </a:lnTo>
                <a:lnTo>
                  <a:pt x="542925" y="409575"/>
                </a:lnTo>
                <a:lnTo>
                  <a:pt x="533400" y="409575"/>
                </a:lnTo>
                <a:lnTo>
                  <a:pt x="533400" y="381000"/>
                </a:lnTo>
                <a:lnTo>
                  <a:pt x="523875" y="381000"/>
                </a:lnTo>
                <a:lnTo>
                  <a:pt x="523875" y="361950"/>
                </a:lnTo>
                <a:lnTo>
                  <a:pt x="533400" y="361950"/>
                </a:lnTo>
                <a:lnTo>
                  <a:pt x="533400" y="352425"/>
                </a:lnTo>
                <a:lnTo>
                  <a:pt x="552450" y="352425"/>
                </a:lnTo>
                <a:lnTo>
                  <a:pt x="552450" y="342900"/>
                </a:lnTo>
                <a:lnTo>
                  <a:pt x="542925" y="342900"/>
                </a:lnTo>
                <a:close/>
                <a:moveTo>
                  <a:pt x="1952625" y="333375"/>
                </a:moveTo>
                <a:lnTo>
                  <a:pt x="1990725" y="333375"/>
                </a:lnTo>
                <a:lnTo>
                  <a:pt x="1990725" y="352425"/>
                </a:lnTo>
                <a:lnTo>
                  <a:pt x="1971675" y="352425"/>
                </a:lnTo>
                <a:lnTo>
                  <a:pt x="1971675" y="342900"/>
                </a:lnTo>
                <a:lnTo>
                  <a:pt x="1952625" y="342900"/>
                </a:lnTo>
                <a:close/>
                <a:moveTo>
                  <a:pt x="1876425" y="342900"/>
                </a:moveTo>
                <a:lnTo>
                  <a:pt x="1885950" y="342900"/>
                </a:lnTo>
                <a:lnTo>
                  <a:pt x="1885950" y="352425"/>
                </a:lnTo>
                <a:lnTo>
                  <a:pt x="1876425" y="352425"/>
                </a:lnTo>
                <a:close/>
                <a:moveTo>
                  <a:pt x="2009775" y="342900"/>
                </a:moveTo>
                <a:lnTo>
                  <a:pt x="2019300" y="342900"/>
                </a:lnTo>
                <a:lnTo>
                  <a:pt x="2019300" y="352425"/>
                </a:lnTo>
                <a:lnTo>
                  <a:pt x="2009775" y="352425"/>
                </a:lnTo>
                <a:close/>
                <a:moveTo>
                  <a:pt x="2066925" y="342900"/>
                </a:moveTo>
                <a:lnTo>
                  <a:pt x="2076450" y="342900"/>
                </a:lnTo>
                <a:lnTo>
                  <a:pt x="2076450" y="371475"/>
                </a:lnTo>
                <a:lnTo>
                  <a:pt x="2085975" y="371475"/>
                </a:lnTo>
                <a:lnTo>
                  <a:pt x="2085975" y="400050"/>
                </a:lnTo>
                <a:lnTo>
                  <a:pt x="2095500" y="400050"/>
                </a:lnTo>
                <a:lnTo>
                  <a:pt x="2095500" y="419100"/>
                </a:lnTo>
                <a:lnTo>
                  <a:pt x="2124075" y="419100"/>
                </a:lnTo>
                <a:lnTo>
                  <a:pt x="2124075" y="447675"/>
                </a:lnTo>
                <a:lnTo>
                  <a:pt x="2114550" y="447675"/>
                </a:lnTo>
                <a:lnTo>
                  <a:pt x="2114550" y="476250"/>
                </a:lnTo>
                <a:lnTo>
                  <a:pt x="2105025" y="476250"/>
                </a:lnTo>
                <a:lnTo>
                  <a:pt x="2105025" y="485775"/>
                </a:lnTo>
                <a:lnTo>
                  <a:pt x="2095500" y="485775"/>
                </a:lnTo>
                <a:lnTo>
                  <a:pt x="2095500" y="476250"/>
                </a:lnTo>
                <a:lnTo>
                  <a:pt x="2085975" y="476250"/>
                </a:lnTo>
                <a:lnTo>
                  <a:pt x="2085975" y="466725"/>
                </a:lnTo>
                <a:lnTo>
                  <a:pt x="2095500" y="466725"/>
                </a:lnTo>
                <a:lnTo>
                  <a:pt x="2095500" y="438150"/>
                </a:lnTo>
                <a:lnTo>
                  <a:pt x="2076450" y="438150"/>
                </a:lnTo>
                <a:lnTo>
                  <a:pt x="2076450" y="466725"/>
                </a:lnTo>
                <a:lnTo>
                  <a:pt x="2057400" y="466725"/>
                </a:lnTo>
                <a:lnTo>
                  <a:pt x="2057400" y="447675"/>
                </a:lnTo>
                <a:lnTo>
                  <a:pt x="2047875" y="447675"/>
                </a:lnTo>
                <a:lnTo>
                  <a:pt x="2047875" y="438150"/>
                </a:lnTo>
                <a:lnTo>
                  <a:pt x="2057400" y="438150"/>
                </a:lnTo>
                <a:lnTo>
                  <a:pt x="2057400" y="409575"/>
                </a:lnTo>
                <a:lnTo>
                  <a:pt x="2038350" y="409575"/>
                </a:lnTo>
                <a:lnTo>
                  <a:pt x="2038350" y="419100"/>
                </a:lnTo>
                <a:lnTo>
                  <a:pt x="2019300" y="419100"/>
                </a:lnTo>
                <a:lnTo>
                  <a:pt x="2019300" y="447675"/>
                </a:lnTo>
                <a:lnTo>
                  <a:pt x="2028825" y="447675"/>
                </a:lnTo>
                <a:lnTo>
                  <a:pt x="2028825" y="457200"/>
                </a:lnTo>
                <a:lnTo>
                  <a:pt x="2038350" y="457200"/>
                </a:lnTo>
                <a:lnTo>
                  <a:pt x="2038350" y="466725"/>
                </a:lnTo>
                <a:lnTo>
                  <a:pt x="2028825" y="466725"/>
                </a:lnTo>
                <a:lnTo>
                  <a:pt x="2028825" y="495300"/>
                </a:lnTo>
                <a:lnTo>
                  <a:pt x="2019300" y="495300"/>
                </a:lnTo>
                <a:lnTo>
                  <a:pt x="2019300" y="504825"/>
                </a:lnTo>
                <a:lnTo>
                  <a:pt x="2000250" y="504825"/>
                </a:lnTo>
                <a:lnTo>
                  <a:pt x="2000250" y="495300"/>
                </a:lnTo>
                <a:lnTo>
                  <a:pt x="1990725" y="495300"/>
                </a:lnTo>
                <a:lnTo>
                  <a:pt x="1990725" y="476250"/>
                </a:lnTo>
                <a:lnTo>
                  <a:pt x="2000250" y="476250"/>
                </a:lnTo>
                <a:lnTo>
                  <a:pt x="2000250" y="466725"/>
                </a:lnTo>
                <a:lnTo>
                  <a:pt x="2009775" y="466725"/>
                </a:lnTo>
                <a:lnTo>
                  <a:pt x="2009775" y="457200"/>
                </a:lnTo>
                <a:lnTo>
                  <a:pt x="1990725" y="457200"/>
                </a:lnTo>
                <a:lnTo>
                  <a:pt x="1990725" y="466725"/>
                </a:lnTo>
                <a:lnTo>
                  <a:pt x="1981200" y="466725"/>
                </a:lnTo>
                <a:lnTo>
                  <a:pt x="1981200" y="457200"/>
                </a:lnTo>
                <a:lnTo>
                  <a:pt x="1971675" y="457200"/>
                </a:lnTo>
                <a:lnTo>
                  <a:pt x="1971675" y="466725"/>
                </a:lnTo>
                <a:lnTo>
                  <a:pt x="1962150" y="466725"/>
                </a:lnTo>
                <a:lnTo>
                  <a:pt x="1962150" y="476250"/>
                </a:lnTo>
                <a:lnTo>
                  <a:pt x="1933575" y="476250"/>
                </a:lnTo>
                <a:lnTo>
                  <a:pt x="1933575" y="457200"/>
                </a:lnTo>
                <a:lnTo>
                  <a:pt x="1943100" y="457200"/>
                </a:lnTo>
                <a:lnTo>
                  <a:pt x="1943100" y="447675"/>
                </a:lnTo>
                <a:lnTo>
                  <a:pt x="1971675" y="447675"/>
                </a:lnTo>
                <a:lnTo>
                  <a:pt x="1971675" y="419100"/>
                </a:lnTo>
                <a:lnTo>
                  <a:pt x="1962150" y="419100"/>
                </a:lnTo>
                <a:lnTo>
                  <a:pt x="1962150" y="428625"/>
                </a:lnTo>
                <a:lnTo>
                  <a:pt x="1943100" y="428625"/>
                </a:lnTo>
                <a:lnTo>
                  <a:pt x="1943100" y="419100"/>
                </a:lnTo>
                <a:lnTo>
                  <a:pt x="1933575" y="419100"/>
                </a:lnTo>
                <a:lnTo>
                  <a:pt x="1933575" y="409575"/>
                </a:lnTo>
                <a:lnTo>
                  <a:pt x="1943100" y="409575"/>
                </a:lnTo>
                <a:lnTo>
                  <a:pt x="1943100" y="400050"/>
                </a:lnTo>
                <a:lnTo>
                  <a:pt x="1952625" y="400050"/>
                </a:lnTo>
                <a:lnTo>
                  <a:pt x="1952625" y="409575"/>
                </a:lnTo>
                <a:lnTo>
                  <a:pt x="1971675" y="409575"/>
                </a:lnTo>
                <a:lnTo>
                  <a:pt x="1971675" y="390525"/>
                </a:lnTo>
                <a:lnTo>
                  <a:pt x="1981200" y="390525"/>
                </a:lnTo>
                <a:lnTo>
                  <a:pt x="1981200" y="400050"/>
                </a:lnTo>
                <a:lnTo>
                  <a:pt x="2019300" y="400050"/>
                </a:lnTo>
                <a:lnTo>
                  <a:pt x="2019300" y="390525"/>
                </a:lnTo>
                <a:lnTo>
                  <a:pt x="2009775" y="390525"/>
                </a:lnTo>
                <a:lnTo>
                  <a:pt x="2009775" y="381000"/>
                </a:lnTo>
                <a:lnTo>
                  <a:pt x="2028825" y="381000"/>
                </a:lnTo>
                <a:lnTo>
                  <a:pt x="2028825" y="371475"/>
                </a:lnTo>
                <a:lnTo>
                  <a:pt x="2038350" y="371475"/>
                </a:lnTo>
                <a:lnTo>
                  <a:pt x="2038350" y="361950"/>
                </a:lnTo>
                <a:lnTo>
                  <a:pt x="2028825" y="361950"/>
                </a:lnTo>
                <a:lnTo>
                  <a:pt x="2028825" y="352425"/>
                </a:lnTo>
                <a:lnTo>
                  <a:pt x="2038350" y="352425"/>
                </a:lnTo>
                <a:lnTo>
                  <a:pt x="2038350" y="361950"/>
                </a:lnTo>
                <a:lnTo>
                  <a:pt x="2057400" y="361950"/>
                </a:lnTo>
                <a:lnTo>
                  <a:pt x="2057400" y="352425"/>
                </a:lnTo>
                <a:lnTo>
                  <a:pt x="2066925" y="352425"/>
                </a:lnTo>
                <a:close/>
                <a:moveTo>
                  <a:pt x="1828800" y="352425"/>
                </a:moveTo>
                <a:lnTo>
                  <a:pt x="1847850" y="352425"/>
                </a:lnTo>
                <a:lnTo>
                  <a:pt x="1847850" y="361950"/>
                </a:lnTo>
                <a:lnTo>
                  <a:pt x="1876425" y="361950"/>
                </a:lnTo>
                <a:lnTo>
                  <a:pt x="1876425" y="381000"/>
                </a:lnTo>
                <a:lnTo>
                  <a:pt x="1895475" y="381000"/>
                </a:lnTo>
                <a:lnTo>
                  <a:pt x="1895475" y="409575"/>
                </a:lnTo>
                <a:lnTo>
                  <a:pt x="1876425" y="409575"/>
                </a:lnTo>
                <a:lnTo>
                  <a:pt x="1876425" y="400050"/>
                </a:lnTo>
                <a:lnTo>
                  <a:pt x="1857375" y="400050"/>
                </a:lnTo>
                <a:lnTo>
                  <a:pt x="1857375" y="409575"/>
                </a:lnTo>
                <a:lnTo>
                  <a:pt x="1847850" y="409575"/>
                </a:lnTo>
                <a:lnTo>
                  <a:pt x="1847850" y="419100"/>
                </a:lnTo>
                <a:lnTo>
                  <a:pt x="1857375" y="419100"/>
                </a:lnTo>
                <a:lnTo>
                  <a:pt x="1857375" y="438150"/>
                </a:lnTo>
                <a:lnTo>
                  <a:pt x="1847850" y="438150"/>
                </a:lnTo>
                <a:lnTo>
                  <a:pt x="1847850" y="447675"/>
                </a:lnTo>
                <a:lnTo>
                  <a:pt x="1838325" y="447675"/>
                </a:lnTo>
                <a:lnTo>
                  <a:pt x="1838325" y="438150"/>
                </a:lnTo>
                <a:lnTo>
                  <a:pt x="1800225" y="438150"/>
                </a:lnTo>
                <a:lnTo>
                  <a:pt x="1800225" y="419100"/>
                </a:lnTo>
                <a:lnTo>
                  <a:pt x="1809750" y="419100"/>
                </a:lnTo>
                <a:lnTo>
                  <a:pt x="1809750" y="428625"/>
                </a:lnTo>
                <a:lnTo>
                  <a:pt x="1838325" y="428625"/>
                </a:lnTo>
                <a:lnTo>
                  <a:pt x="1838325" y="409575"/>
                </a:lnTo>
                <a:lnTo>
                  <a:pt x="1819275" y="409575"/>
                </a:lnTo>
                <a:lnTo>
                  <a:pt x="1819275" y="361950"/>
                </a:lnTo>
                <a:lnTo>
                  <a:pt x="1828800" y="361950"/>
                </a:lnTo>
                <a:close/>
                <a:moveTo>
                  <a:pt x="676275" y="371475"/>
                </a:moveTo>
                <a:lnTo>
                  <a:pt x="685800" y="371475"/>
                </a:lnTo>
                <a:lnTo>
                  <a:pt x="685800" y="381000"/>
                </a:lnTo>
                <a:lnTo>
                  <a:pt x="676275" y="381000"/>
                </a:lnTo>
                <a:close/>
                <a:moveTo>
                  <a:pt x="1905000" y="371475"/>
                </a:moveTo>
                <a:lnTo>
                  <a:pt x="1924050" y="371475"/>
                </a:lnTo>
                <a:lnTo>
                  <a:pt x="1924050" y="381000"/>
                </a:lnTo>
                <a:lnTo>
                  <a:pt x="1905000" y="381000"/>
                </a:lnTo>
                <a:close/>
                <a:moveTo>
                  <a:pt x="647700" y="381000"/>
                </a:moveTo>
                <a:lnTo>
                  <a:pt x="657225" y="381000"/>
                </a:lnTo>
                <a:lnTo>
                  <a:pt x="657225" y="390525"/>
                </a:lnTo>
                <a:lnTo>
                  <a:pt x="647700" y="390525"/>
                </a:lnTo>
                <a:close/>
                <a:moveTo>
                  <a:pt x="685800" y="381000"/>
                </a:moveTo>
                <a:lnTo>
                  <a:pt x="695325" y="381000"/>
                </a:lnTo>
                <a:lnTo>
                  <a:pt x="695325" y="390525"/>
                </a:lnTo>
                <a:lnTo>
                  <a:pt x="685800" y="390525"/>
                </a:lnTo>
                <a:close/>
                <a:moveTo>
                  <a:pt x="666750" y="390525"/>
                </a:moveTo>
                <a:lnTo>
                  <a:pt x="685800" y="390525"/>
                </a:lnTo>
                <a:lnTo>
                  <a:pt x="685800" y="400050"/>
                </a:lnTo>
                <a:lnTo>
                  <a:pt x="666750" y="400050"/>
                </a:lnTo>
                <a:close/>
                <a:moveTo>
                  <a:pt x="1362075" y="390525"/>
                </a:moveTo>
                <a:lnTo>
                  <a:pt x="1381125" y="390525"/>
                </a:lnTo>
                <a:lnTo>
                  <a:pt x="1381125" y="409575"/>
                </a:lnTo>
                <a:lnTo>
                  <a:pt x="1390650" y="409575"/>
                </a:lnTo>
                <a:lnTo>
                  <a:pt x="1390650" y="390525"/>
                </a:lnTo>
                <a:lnTo>
                  <a:pt x="1400175" y="390525"/>
                </a:lnTo>
                <a:lnTo>
                  <a:pt x="1400175" y="400050"/>
                </a:lnTo>
                <a:lnTo>
                  <a:pt x="1419225" y="400050"/>
                </a:lnTo>
                <a:lnTo>
                  <a:pt x="1419225" y="419100"/>
                </a:lnTo>
                <a:lnTo>
                  <a:pt x="1409700" y="419100"/>
                </a:lnTo>
                <a:lnTo>
                  <a:pt x="1409700" y="428625"/>
                </a:lnTo>
                <a:lnTo>
                  <a:pt x="1438275" y="428625"/>
                </a:lnTo>
                <a:lnTo>
                  <a:pt x="1438275" y="438150"/>
                </a:lnTo>
                <a:lnTo>
                  <a:pt x="1419225" y="438150"/>
                </a:lnTo>
                <a:lnTo>
                  <a:pt x="1419225" y="447675"/>
                </a:lnTo>
                <a:lnTo>
                  <a:pt x="1409700" y="447675"/>
                </a:lnTo>
                <a:lnTo>
                  <a:pt x="1409700" y="457200"/>
                </a:lnTo>
                <a:lnTo>
                  <a:pt x="1400175" y="457200"/>
                </a:lnTo>
                <a:lnTo>
                  <a:pt x="1400175" y="438150"/>
                </a:lnTo>
                <a:lnTo>
                  <a:pt x="1381125" y="438150"/>
                </a:lnTo>
                <a:lnTo>
                  <a:pt x="1381125" y="428625"/>
                </a:lnTo>
                <a:lnTo>
                  <a:pt x="1333500" y="428625"/>
                </a:lnTo>
                <a:lnTo>
                  <a:pt x="1333500" y="438150"/>
                </a:lnTo>
                <a:lnTo>
                  <a:pt x="1314450" y="438150"/>
                </a:lnTo>
                <a:lnTo>
                  <a:pt x="1314450" y="447675"/>
                </a:lnTo>
                <a:lnTo>
                  <a:pt x="1295400" y="447675"/>
                </a:lnTo>
                <a:lnTo>
                  <a:pt x="1295400" y="457200"/>
                </a:lnTo>
                <a:lnTo>
                  <a:pt x="1285875" y="457200"/>
                </a:lnTo>
                <a:lnTo>
                  <a:pt x="1285875" y="466725"/>
                </a:lnTo>
                <a:lnTo>
                  <a:pt x="1295400" y="466725"/>
                </a:lnTo>
                <a:lnTo>
                  <a:pt x="1295400" y="457200"/>
                </a:lnTo>
                <a:lnTo>
                  <a:pt x="1314450" y="457200"/>
                </a:lnTo>
                <a:lnTo>
                  <a:pt x="1314450" y="466725"/>
                </a:lnTo>
                <a:lnTo>
                  <a:pt x="1323975" y="466725"/>
                </a:lnTo>
                <a:lnTo>
                  <a:pt x="1323975" y="457200"/>
                </a:lnTo>
                <a:lnTo>
                  <a:pt x="1362075" y="457200"/>
                </a:lnTo>
                <a:lnTo>
                  <a:pt x="1362075" y="466725"/>
                </a:lnTo>
                <a:lnTo>
                  <a:pt x="1343025" y="466725"/>
                </a:lnTo>
                <a:lnTo>
                  <a:pt x="1343025" y="476250"/>
                </a:lnTo>
                <a:lnTo>
                  <a:pt x="1333500" y="476250"/>
                </a:lnTo>
                <a:lnTo>
                  <a:pt x="1333500" y="466725"/>
                </a:lnTo>
                <a:lnTo>
                  <a:pt x="1323975" y="466725"/>
                </a:lnTo>
                <a:lnTo>
                  <a:pt x="1323975" y="476250"/>
                </a:lnTo>
                <a:lnTo>
                  <a:pt x="1314450" y="476250"/>
                </a:lnTo>
                <a:lnTo>
                  <a:pt x="1314450" y="495300"/>
                </a:lnTo>
                <a:lnTo>
                  <a:pt x="1295400" y="495300"/>
                </a:lnTo>
                <a:lnTo>
                  <a:pt x="1295400" y="485775"/>
                </a:lnTo>
                <a:lnTo>
                  <a:pt x="1285875" y="485775"/>
                </a:lnTo>
                <a:lnTo>
                  <a:pt x="1285875" y="476250"/>
                </a:lnTo>
                <a:lnTo>
                  <a:pt x="1276350" y="476250"/>
                </a:lnTo>
                <a:lnTo>
                  <a:pt x="1276350" y="466725"/>
                </a:lnTo>
                <a:lnTo>
                  <a:pt x="1266825" y="466725"/>
                </a:lnTo>
                <a:lnTo>
                  <a:pt x="1266825" y="457200"/>
                </a:lnTo>
                <a:lnTo>
                  <a:pt x="1238250" y="457200"/>
                </a:lnTo>
                <a:lnTo>
                  <a:pt x="1238250" y="476250"/>
                </a:lnTo>
                <a:lnTo>
                  <a:pt x="1247775" y="476250"/>
                </a:lnTo>
                <a:lnTo>
                  <a:pt x="1247775" y="485775"/>
                </a:lnTo>
                <a:lnTo>
                  <a:pt x="1238250" y="485775"/>
                </a:lnTo>
                <a:lnTo>
                  <a:pt x="1238250" y="495300"/>
                </a:lnTo>
                <a:lnTo>
                  <a:pt x="1247775" y="495300"/>
                </a:lnTo>
                <a:lnTo>
                  <a:pt x="1247775" y="504825"/>
                </a:lnTo>
                <a:lnTo>
                  <a:pt x="1257300" y="504825"/>
                </a:lnTo>
                <a:lnTo>
                  <a:pt x="1257300" y="523875"/>
                </a:lnTo>
                <a:lnTo>
                  <a:pt x="1247775" y="523875"/>
                </a:lnTo>
                <a:lnTo>
                  <a:pt x="1247775" y="514350"/>
                </a:lnTo>
                <a:lnTo>
                  <a:pt x="1209675" y="514350"/>
                </a:lnTo>
                <a:lnTo>
                  <a:pt x="1209675" y="504825"/>
                </a:lnTo>
                <a:lnTo>
                  <a:pt x="1219200" y="504825"/>
                </a:lnTo>
                <a:lnTo>
                  <a:pt x="1219200" y="495300"/>
                </a:lnTo>
                <a:lnTo>
                  <a:pt x="1228725" y="495300"/>
                </a:lnTo>
                <a:lnTo>
                  <a:pt x="1228725" y="476250"/>
                </a:lnTo>
                <a:lnTo>
                  <a:pt x="1219200" y="476250"/>
                </a:lnTo>
                <a:lnTo>
                  <a:pt x="1219200" y="466725"/>
                </a:lnTo>
                <a:lnTo>
                  <a:pt x="1209675" y="466725"/>
                </a:lnTo>
                <a:lnTo>
                  <a:pt x="1209675" y="457200"/>
                </a:lnTo>
                <a:lnTo>
                  <a:pt x="1228725" y="457200"/>
                </a:lnTo>
                <a:lnTo>
                  <a:pt x="1228725" y="438150"/>
                </a:lnTo>
                <a:lnTo>
                  <a:pt x="1266825" y="438150"/>
                </a:lnTo>
                <a:lnTo>
                  <a:pt x="1266825" y="428625"/>
                </a:lnTo>
                <a:lnTo>
                  <a:pt x="1247775" y="428625"/>
                </a:lnTo>
                <a:lnTo>
                  <a:pt x="1247775" y="419100"/>
                </a:lnTo>
                <a:lnTo>
                  <a:pt x="1276350" y="419100"/>
                </a:lnTo>
                <a:lnTo>
                  <a:pt x="1276350" y="438150"/>
                </a:lnTo>
                <a:lnTo>
                  <a:pt x="1295400" y="438150"/>
                </a:lnTo>
                <a:lnTo>
                  <a:pt x="1295400" y="409575"/>
                </a:lnTo>
                <a:lnTo>
                  <a:pt x="1333500" y="409575"/>
                </a:lnTo>
                <a:lnTo>
                  <a:pt x="1333500" y="419100"/>
                </a:lnTo>
                <a:lnTo>
                  <a:pt x="1352550" y="419100"/>
                </a:lnTo>
                <a:lnTo>
                  <a:pt x="1352550" y="400050"/>
                </a:lnTo>
                <a:lnTo>
                  <a:pt x="1362075" y="400050"/>
                </a:lnTo>
                <a:close/>
                <a:moveTo>
                  <a:pt x="923925" y="400050"/>
                </a:moveTo>
                <a:lnTo>
                  <a:pt x="952500" y="400050"/>
                </a:lnTo>
                <a:lnTo>
                  <a:pt x="952500" y="409575"/>
                </a:lnTo>
                <a:lnTo>
                  <a:pt x="923925" y="409575"/>
                </a:lnTo>
                <a:close/>
                <a:moveTo>
                  <a:pt x="1152525" y="400050"/>
                </a:moveTo>
                <a:lnTo>
                  <a:pt x="1200150" y="400050"/>
                </a:lnTo>
                <a:lnTo>
                  <a:pt x="1200150" y="409575"/>
                </a:lnTo>
                <a:lnTo>
                  <a:pt x="1228725" y="409575"/>
                </a:lnTo>
                <a:lnTo>
                  <a:pt x="1228725" y="419100"/>
                </a:lnTo>
                <a:lnTo>
                  <a:pt x="1219200" y="419100"/>
                </a:lnTo>
                <a:lnTo>
                  <a:pt x="1219200" y="447675"/>
                </a:lnTo>
                <a:lnTo>
                  <a:pt x="1200150" y="447675"/>
                </a:lnTo>
                <a:lnTo>
                  <a:pt x="1200150" y="438150"/>
                </a:lnTo>
                <a:lnTo>
                  <a:pt x="1190625" y="438150"/>
                </a:lnTo>
                <a:lnTo>
                  <a:pt x="1190625" y="428625"/>
                </a:lnTo>
                <a:lnTo>
                  <a:pt x="1162050" y="428625"/>
                </a:lnTo>
                <a:lnTo>
                  <a:pt x="1162050" y="438150"/>
                </a:lnTo>
                <a:lnTo>
                  <a:pt x="1152525" y="438150"/>
                </a:lnTo>
                <a:lnTo>
                  <a:pt x="1152525" y="447675"/>
                </a:lnTo>
                <a:lnTo>
                  <a:pt x="1114425" y="447675"/>
                </a:lnTo>
                <a:lnTo>
                  <a:pt x="1114425" y="428625"/>
                </a:lnTo>
                <a:lnTo>
                  <a:pt x="1104900" y="428625"/>
                </a:lnTo>
                <a:lnTo>
                  <a:pt x="1104900" y="419100"/>
                </a:lnTo>
                <a:lnTo>
                  <a:pt x="1114425" y="419100"/>
                </a:lnTo>
                <a:lnTo>
                  <a:pt x="1114425" y="409575"/>
                </a:lnTo>
                <a:lnTo>
                  <a:pt x="1123950" y="409575"/>
                </a:lnTo>
                <a:lnTo>
                  <a:pt x="1123950" y="419100"/>
                </a:lnTo>
                <a:lnTo>
                  <a:pt x="1143000" y="419100"/>
                </a:lnTo>
                <a:lnTo>
                  <a:pt x="1143000" y="409575"/>
                </a:lnTo>
                <a:lnTo>
                  <a:pt x="1152525" y="409575"/>
                </a:lnTo>
                <a:close/>
                <a:moveTo>
                  <a:pt x="1447800" y="400050"/>
                </a:moveTo>
                <a:lnTo>
                  <a:pt x="1466850" y="400050"/>
                </a:lnTo>
                <a:lnTo>
                  <a:pt x="1466850" y="409575"/>
                </a:lnTo>
                <a:lnTo>
                  <a:pt x="1485900" y="409575"/>
                </a:lnTo>
                <a:lnTo>
                  <a:pt x="1485900" y="428625"/>
                </a:lnTo>
                <a:lnTo>
                  <a:pt x="1447800" y="428625"/>
                </a:lnTo>
                <a:close/>
                <a:moveTo>
                  <a:pt x="552450" y="409575"/>
                </a:moveTo>
                <a:lnTo>
                  <a:pt x="561975" y="409575"/>
                </a:lnTo>
                <a:lnTo>
                  <a:pt x="561975" y="400050"/>
                </a:lnTo>
                <a:lnTo>
                  <a:pt x="552450" y="400050"/>
                </a:lnTo>
                <a:close/>
                <a:moveTo>
                  <a:pt x="914400" y="409575"/>
                </a:moveTo>
                <a:lnTo>
                  <a:pt x="923925" y="409575"/>
                </a:lnTo>
                <a:lnTo>
                  <a:pt x="923925" y="419100"/>
                </a:lnTo>
                <a:lnTo>
                  <a:pt x="952500" y="419100"/>
                </a:lnTo>
                <a:lnTo>
                  <a:pt x="952500" y="409575"/>
                </a:lnTo>
                <a:lnTo>
                  <a:pt x="1000125" y="409575"/>
                </a:lnTo>
                <a:lnTo>
                  <a:pt x="1000125" y="419100"/>
                </a:lnTo>
                <a:lnTo>
                  <a:pt x="1057275" y="419100"/>
                </a:lnTo>
                <a:lnTo>
                  <a:pt x="1057275" y="409575"/>
                </a:lnTo>
                <a:lnTo>
                  <a:pt x="1076325" y="409575"/>
                </a:lnTo>
                <a:lnTo>
                  <a:pt x="1076325" y="419100"/>
                </a:lnTo>
                <a:lnTo>
                  <a:pt x="1085850" y="419100"/>
                </a:lnTo>
                <a:lnTo>
                  <a:pt x="1085850" y="428625"/>
                </a:lnTo>
                <a:lnTo>
                  <a:pt x="1076325" y="428625"/>
                </a:lnTo>
                <a:lnTo>
                  <a:pt x="1076325" y="438150"/>
                </a:lnTo>
                <a:lnTo>
                  <a:pt x="1066800" y="438150"/>
                </a:lnTo>
                <a:lnTo>
                  <a:pt x="1066800" y="447675"/>
                </a:lnTo>
                <a:lnTo>
                  <a:pt x="1028700" y="447675"/>
                </a:lnTo>
                <a:lnTo>
                  <a:pt x="1028700" y="457200"/>
                </a:lnTo>
                <a:lnTo>
                  <a:pt x="1019175" y="457200"/>
                </a:lnTo>
                <a:lnTo>
                  <a:pt x="1019175" y="466725"/>
                </a:lnTo>
                <a:lnTo>
                  <a:pt x="1000125" y="466725"/>
                </a:lnTo>
                <a:lnTo>
                  <a:pt x="1000125" y="457200"/>
                </a:lnTo>
                <a:lnTo>
                  <a:pt x="981075" y="457200"/>
                </a:lnTo>
                <a:lnTo>
                  <a:pt x="981075" y="447675"/>
                </a:lnTo>
                <a:lnTo>
                  <a:pt x="952500" y="447675"/>
                </a:lnTo>
                <a:lnTo>
                  <a:pt x="952500" y="438150"/>
                </a:lnTo>
                <a:lnTo>
                  <a:pt x="914400" y="438150"/>
                </a:lnTo>
                <a:close/>
                <a:moveTo>
                  <a:pt x="1428750" y="409575"/>
                </a:moveTo>
                <a:lnTo>
                  <a:pt x="1438275" y="409575"/>
                </a:lnTo>
                <a:lnTo>
                  <a:pt x="1438275" y="419100"/>
                </a:lnTo>
                <a:lnTo>
                  <a:pt x="1428750" y="419100"/>
                </a:lnTo>
                <a:close/>
                <a:moveTo>
                  <a:pt x="476250" y="419100"/>
                </a:moveTo>
                <a:lnTo>
                  <a:pt x="485775" y="419100"/>
                </a:lnTo>
                <a:lnTo>
                  <a:pt x="485775" y="428625"/>
                </a:lnTo>
                <a:lnTo>
                  <a:pt x="476250" y="428625"/>
                </a:lnTo>
                <a:close/>
                <a:moveTo>
                  <a:pt x="361950" y="428625"/>
                </a:moveTo>
                <a:lnTo>
                  <a:pt x="381000" y="428625"/>
                </a:lnTo>
                <a:lnTo>
                  <a:pt x="381000" y="457200"/>
                </a:lnTo>
                <a:lnTo>
                  <a:pt x="400050" y="457200"/>
                </a:lnTo>
                <a:lnTo>
                  <a:pt x="400050" y="466725"/>
                </a:lnTo>
                <a:lnTo>
                  <a:pt x="409575" y="466725"/>
                </a:lnTo>
                <a:lnTo>
                  <a:pt x="409575" y="476250"/>
                </a:lnTo>
                <a:lnTo>
                  <a:pt x="361950" y="476250"/>
                </a:lnTo>
                <a:lnTo>
                  <a:pt x="361950" y="504825"/>
                </a:lnTo>
                <a:lnTo>
                  <a:pt x="352425" y="504825"/>
                </a:lnTo>
                <a:lnTo>
                  <a:pt x="352425" y="514350"/>
                </a:lnTo>
                <a:lnTo>
                  <a:pt x="342900" y="514350"/>
                </a:lnTo>
                <a:lnTo>
                  <a:pt x="342900" y="533400"/>
                </a:lnTo>
                <a:lnTo>
                  <a:pt x="333375" y="533400"/>
                </a:lnTo>
                <a:lnTo>
                  <a:pt x="333375" y="495300"/>
                </a:lnTo>
                <a:lnTo>
                  <a:pt x="323850" y="495300"/>
                </a:lnTo>
                <a:lnTo>
                  <a:pt x="323850" y="533400"/>
                </a:lnTo>
                <a:lnTo>
                  <a:pt x="314325" y="533400"/>
                </a:lnTo>
                <a:lnTo>
                  <a:pt x="314325" y="523875"/>
                </a:lnTo>
                <a:lnTo>
                  <a:pt x="295275" y="523875"/>
                </a:lnTo>
                <a:lnTo>
                  <a:pt x="295275" y="514350"/>
                </a:lnTo>
                <a:lnTo>
                  <a:pt x="266700" y="514350"/>
                </a:lnTo>
                <a:lnTo>
                  <a:pt x="266700" y="504825"/>
                </a:lnTo>
                <a:lnTo>
                  <a:pt x="276225" y="504825"/>
                </a:lnTo>
                <a:lnTo>
                  <a:pt x="276225" y="466725"/>
                </a:lnTo>
                <a:lnTo>
                  <a:pt x="285750" y="466725"/>
                </a:lnTo>
                <a:lnTo>
                  <a:pt x="285750" y="447675"/>
                </a:lnTo>
                <a:lnTo>
                  <a:pt x="314325" y="447675"/>
                </a:lnTo>
                <a:lnTo>
                  <a:pt x="314325" y="438150"/>
                </a:lnTo>
                <a:lnTo>
                  <a:pt x="333375" y="438150"/>
                </a:lnTo>
                <a:lnTo>
                  <a:pt x="333375" y="447675"/>
                </a:lnTo>
                <a:lnTo>
                  <a:pt x="361950" y="447675"/>
                </a:lnTo>
                <a:close/>
                <a:moveTo>
                  <a:pt x="428625" y="428625"/>
                </a:moveTo>
                <a:lnTo>
                  <a:pt x="447675" y="428625"/>
                </a:lnTo>
                <a:lnTo>
                  <a:pt x="447675" y="438150"/>
                </a:lnTo>
                <a:lnTo>
                  <a:pt x="457200" y="438150"/>
                </a:lnTo>
                <a:lnTo>
                  <a:pt x="457200" y="447675"/>
                </a:lnTo>
                <a:lnTo>
                  <a:pt x="438150" y="447675"/>
                </a:lnTo>
                <a:lnTo>
                  <a:pt x="438150" y="457200"/>
                </a:lnTo>
                <a:lnTo>
                  <a:pt x="428625" y="457200"/>
                </a:lnTo>
                <a:close/>
                <a:moveTo>
                  <a:pt x="485775" y="428625"/>
                </a:moveTo>
                <a:lnTo>
                  <a:pt x="514350" y="428625"/>
                </a:lnTo>
                <a:lnTo>
                  <a:pt x="514350" y="447675"/>
                </a:lnTo>
                <a:lnTo>
                  <a:pt x="504825" y="447675"/>
                </a:lnTo>
                <a:lnTo>
                  <a:pt x="504825" y="438150"/>
                </a:lnTo>
                <a:lnTo>
                  <a:pt x="495300" y="438150"/>
                </a:lnTo>
                <a:lnTo>
                  <a:pt x="495300" y="447675"/>
                </a:lnTo>
                <a:lnTo>
                  <a:pt x="485775" y="447675"/>
                </a:lnTo>
                <a:lnTo>
                  <a:pt x="485775" y="457200"/>
                </a:lnTo>
                <a:lnTo>
                  <a:pt x="476250" y="457200"/>
                </a:lnTo>
                <a:lnTo>
                  <a:pt x="476250" y="438150"/>
                </a:lnTo>
                <a:lnTo>
                  <a:pt x="485775" y="438150"/>
                </a:lnTo>
                <a:close/>
                <a:moveTo>
                  <a:pt x="838200" y="428625"/>
                </a:moveTo>
                <a:lnTo>
                  <a:pt x="895350" y="428625"/>
                </a:lnTo>
                <a:lnTo>
                  <a:pt x="895350" y="438150"/>
                </a:lnTo>
                <a:lnTo>
                  <a:pt x="904875" y="438150"/>
                </a:lnTo>
                <a:lnTo>
                  <a:pt x="904875" y="457200"/>
                </a:lnTo>
                <a:lnTo>
                  <a:pt x="885825" y="457200"/>
                </a:lnTo>
                <a:lnTo>
                  <a:pt x="885825" y="466725"/>
                </a:lnTo>
                <a:lnTo>
                  <a:pt x="866775" y="466725"/>
                </a:lnTo>
                <a:lnTo>
                  <a:pt x="866775" y="476250"/>
                </a:lnTo>
                <a:lnTo>
                  <a:pt x="857250" y="476250"/>
                </a:lnTo>
                <a:lnTo>
                  <a:pt x="857250" y="495300"/>
                </a:lnTo>
                <a:lnTo>
                  <a:pt x="847725" y="495300"/>
                </a:lnTo>
                <a:lnTo>
                  <a:pt x="847725" y="485775"/>
                </a:lnTo>
                <a:lnTo>
                  <a:pt x="838200" y="485775"/>
                </a:lnTo>
                <a:lnTo>
                  <a:pt x="838200" y="466725"/>
                </a:lnTo>
                <a:lnTo>
                  <a:pt x="828675" y="466725"/>
                </a:lnTo>
                <a:lnTo>
                  <a:pt x="828675" y="476250"/>
                </a:lnTo>
                <a:lnTo>
                  <a:pt x="819150" y="476250"/>
                </a:lnTo>
                <a:lnTo>
                  <a:pt x="819150" y="447675"/>
                </a:lnTo>
                <a:lnTo>
                  <a:pt x="809625" y="447675"/>
                </a:lnTo>
                <a:lnTo>
                  <a:pt x="809625" y="438150"/>
                </a:lnTo>
                <a:lnTo>
                  <a:pt x="838200" y="438150"/>
                </a:lnTo>
                <a:close/>
                <a:moveTo>
                  <a:pt x="962025" y="428625"/>
                </a:moveTo>
                <a:lnTo>
                  <a:pt x="971550" y="428625"/>
                </a:lnTo>
                <a:lnTo>
                  <a:pt x="971550" y="419100"/>
                </a:lnTo>
                <a:lnTo>
                  <a:pt x="952500" y="419100"/>
                </a:lnTo>
                <a:lnTo>
                  <a:pt x="952500" y="438150"/>
                </a:lnTo>
                <a:lnTo>
                  <a:pt x="962025" y="438150"/>
                </a:lnTo>
                <a:close/>
                <a:moveTo>
                  <a:pt x="523875" y="438150"/>
                </a:moveTo>
                <a:lnTo>
                  <a:pt x="542925" y="438150"/>
                </a:lnTo>
                <a:lnTo>
                  <a:pt x="542925" y="447675"/>
                </a:lnTo>
                <a:lnTo>
                  <a:pt x="523875" y="447675"/>
                </a:lnTo>
                <a:close/>
                <a:moveTo>
                  <a:pt x="628650" y="438150"/>
                </a:moveTo>
                <a:lnTo>
                  <a:pt x="647700" y="438150"/>
                </a:lnTo>
                <a:lnTo>
                  <a:pt x="647700" y="447675"/>
                </a:lnTo>
                <a:lnTo>
                  <a:pt x="628650" y="447675"/>
                </a:lnTo>
                <a:close/>
                <a:moveTo>
                  <a:pt x="1857375" y="438150"/>
                </a:moveTo>
                <a:lnTo>
                  <a:pt x="1866900" y="438150"/>
                </a:lnTo>
                <a:lnTo>
                  <a:pt x="1866900" y="447675"/>
                </a:lnTo>
                <a:lnTo>
                  <a:pt x="1857375" y="447675"/>
                </a:lnTo>
                <a:close/>
                <a:moveTo>
                  <a:pt x="1914525" y="438150"/>
                </a:moveTo>
                <a:lnTo>
                  <a:pt x="1924050" y="438150"/>
                </a:lnTo>
                <a:lnTo>
                  <a:pt x="1924050" y="447675"/>
                </a:lnTo>
                <a:lnTo>
                  <a:pt x="1914525" y="447675"/>
                </a:lnTo>
                <a:close/>
                <a:moveTo>
                  <a:pt x="409575" y="447675"/>
                </a:moveTo>
                <a:lnTo>
                  <a:pt x="419100" y="447675"/>
                </a:lnTo>
                <a:lnTo>
                  <a:pt x="419100" y="457200"/>
                </a:lnTo>
                <a:lnTo>
                  <a:pt x="409575" y="457200"/>
                </a:lnTo>
                <a:close/>
                <a:moveTo>
                  <a:pt x="495300" y="447675"/>
                </a:moveTo>
                <a:lnTo>
                  <a:pt x="504825" y="447675"/>
                </a:lnTo>
                <a:lnTo>
                  <a:pt x="504825" y="466725"/>
                </a:lnTo>
                <a:lnTo>
                  <a:pt x="495300" y="466725"/>
                </a:lnTo>
                <a:lnTo>
                  <a:pt x="495300" y="476250"/>
                </a:lnTo>
                <a:lnTo>
                  <a:pt x="476250" y="476250"/>
                </a:lnTo>
                <a:lnTo>
                  <a:pt x="476250" y="466725"/>
                </a:lnTo>
                <a:lnTo>
                  <a:pt x="485775" y="466725"/>
                </a:lnTo>
                <a:lnTo>
                  <a:pt x="485775" y="457200"/>
                </a:lnTo>
                <a:lnTo>
                  <a:pt x="495300" y="457200"/>
                </a:lnTo>
                <a:close/>
                <a:moveTo>
                  <a:pt x="1866900" y="447675"/>
                </a:moveTo>
                <a:lnTo>
                  <a:pt x="1905000" y="447675"/>
                </a:lnTo>
                <a:lnTo>
                  <a:pt x="1905000" y="457200"/>
                </a:lnTo>
                <a:lnTo>
                  <a:pt x="1866900" y="457200"/>
                </a:lnTo>
                <a:close/>
                <a:moveTo>
                  <a:pt x="1981200" y="447675"/>
                </a:moveTo>
                <a:lnTo>
                  <a:pt x="2009775" y="447675"/>
                </a:lnTo>
                <a:lnTo>
                  <a:pt x="2009775" y="438150"/>
                </a:lnTo>
                <a:lnTo>
                  <a:pt x="1981200" y="438150"/>
                </a:lnTo>
                <a:close/>
                <a:moveTo>
                  <a:pt x="1371600" y="457200"/>
                </a:moveTo>
                <a:lnTo>
                  <a:pt x="1381125" y="457200"/>
                </a:lnTo>
                <a:lnTo>
                  <a:pt x="1381125" y="466725"/>
                </a:lnTo>
                <a:lnTo>
                  <a:pt x="1371600" y="466725"/>
                </a:lnTo>
                <a:close/>
                <a:moveTo>
                  <a:pt x="1685925" y="457200"/>
                </a:moveTo>
                <a:lnTo>
                  <a:pt x="1704975" y="457200"/>
                </a:lnTo>
                <a:lnTo>
                  <a:pt x="1704975" y="466725"/>
                </a:lnTo>
                <a:lnTo>
                  <a:pt x="1714500" y="466725"/>
                </a:lnTo>
                <a:lnTo>
                  <a:pt x="1714500" y="476250"/>
                </a:lnTo>
                <a:lnTo>
                  <a:pt x="1724025" y="476250"/>
                </a:lnTo>
                <a:lnTo>
                  <a:pt x="1724025" y="495300"/>
                </a:lnTo>
                <a:lnTo>
                  <a:pt x="1714500" y="495300"/>
                </a:lnTo>
                <a:lnTo>
                  <a:pt x="1714500" y="485775"/>
                </a:lnTo>
                <a:lnTo>
                  <a:pt x="1704975" y="485775"/>
                </a:lnTo>
                <a:lnTo>
                  <a:pt x="1704975" y="476250"/>
                </a:lnTo>
                <a:lnTo>
                  <a:pt x="1695450" y="476250"/>
                </a:lnTo>
                <a:lnTo>
                  <a:pt x="1695450" y="504825"/>
                </a:lnTo>
                <a:lnTo>
                  <a:pt x="1704975" y="504825"/>
                </a:lnTo>
                <a:lnTo>
                  <a:pt x="1704975" y="533400"/>
                </a:lnTo>
                <a:lnTo>
                  <a:pt x="1685925" y="533400"/>
                </a:lnTo>
                <a:lnTo>
                  <a:pt x="1685925" y="542925"/>
                </a:lnTo>
                <a:lnTo>
                  <a:pt x="1676400" y="542925"/>
                </a:lnTo>
                <a:lnTo>
                  <a:pt x="1676400" y="533400"/>
                </a:lnTo>
                <a:lnTo>
                  <a:pt x="1666875" y="533400"/>
                </a:lnTo>
                <a:lnTo>
                  <a:pt x="1666875" y="523875"/>
                </a:lnTo>
                <a:lnTo>
                  <a:pt x="1647825" y="523875"/>
                </a:lnTo>
                <a:lnTo>
                  <a:pt x="1647825" y="514350"/>
                </a:lnTo>
                <a:lnTo>
                  <a:pt x="1657350" y="514350"/>
                </a:lnTo>
                <a:lnTo>
                  <a:pt x="1657350" y="504825"/>
                </a:lnTo>
                <a:lnTo>
                  <a:pt x="1666875" y="504825"/>
                </a:lnTo>
                <a:lnTo>
                  <a:pt x="1666875" y="476250"/>
                </a:lnTo>
                <a:lnTo>
                  <a:pt x="1676400" y="476250"/>
                </a:lnTo>
                <a:lnTo>
                  <a:pt x="1676400" y="466725"/>
                </a:lnTo>
                <a:lnTo>
                  <a:pt x="1685925" y="466725"/>
                </a:lnTo>
                <a:close/>
                <a:moveTo>
                  <a:pt x="1905000" y="457200"/>
                </a:moveTo>
                <a:lnTo>
                  <a:pt x="1914525" y="457200"/>
                </a:lnTo>
                <a:lnTo>
                  <a:pt x="1914525" y="466725"/>
                </a:lnTo>
                <a:lnTo>
                  <a:pt x="1905000" y="466725"/>
                </a:lnTo>
                <a:close/>
                <a:moveTo>
                  <a:pt x="838200" y="466725"/>
                </a:moveTo>
                <a:lnTo>
                  <a:pt x="847725" y="466725"/>
                </a:lnTo>
                <a:lnTo>
                  <a:pt x="847725" y="447675"/>
                </a:lnTo>
                <a:lnTo>
                  <a:pt x="838200" y="447675"/>
                </a:lnTo>
                <a:close/>
                <a:moveTo>
                  <a:pt x="1257300" y="466725"/>
                </a:moveTo>
                <a:lnTo>
                  <a:pt x="1266825" y="466725"/>
                </a:lnTo>
                <a:lnTo>
                  <a:pt x="1266825" y="476250"/>
                </a:lnTo>
                <a:lnTo>
                  <a:pt x="1257300" y="476250"/>
                </a:lnTo>
                <a:close/>
                <a:moveTo>
                  <a:pt x="1362075" y="466725"/>
                </a:moveTo>
                <a:lnTo>
                  <a:pt x="1371600" y="466725"/>
                </a:lnTo>
                <a:lnTo>
                  <a:pt x="1371600" y="476250"/>
                </a:lnTo>
                <a:lnTo>
                  <a:pt x="1362075" y="476250"/>
                </a:lnTo>
                <a:close/>
                <a:moveTo>
                  <a:pt x="314325" y="485775"/>
                </a:moveTo>
                <a:lnTo>
                  <a:pt x="333375" y="485775"/>
                </a:lnTo>
                <a:lnTo>
                  <a:pt x="333375" y="476250"/>
                </a:lnTo>
                <a:lnTo>
                  <a:pt x="314325" y="476250"/>
                </a:lnTo>
                <a:close/>
                <a:moveTo>
                  <a:pt x="800100" y="485775"/>
                </a:moveTo>
                <a:lnTo>
                  <a:pt x="809625" y="485775"/>
                </a:lnTo>
                <a:lnTo>
                  <a:pt x="809625" y="495300"/>
                </a:lnTo>
                <a:lnTo>
                  <a:pt x="800100" y="495300"/>
                </a:lnTo>
                <a:close/>
                <a:moveTo>
                  <a:pt x="2066925" y="485775"/>
                </a:moveTo>
                <a:lnTo>
                  <a:pt x="2095500" y="485775"/>
                </a:lnTo>
                <a:lnTo>
                  <a:pt x="2095500" y="504825"/>
                </a:lnTo>
                <a:lnTo>
                  <a:pt x="2114550" y="504825"/>
                </a:lnTo>
                <a:lnTo>
                  <a:pt x="2114550" y="495300"/>
                </a:lnTo>
                <a:lnTo>
                  <a:pt x="2162175" y="495300"/>
                </a:lnTo>
                <a:lnTo>
                  <a:pt x="2162175" y="504825"/>
                </a:lnTo>
                <a:lnTo>
                  <a:pt x="2171700" y="504825"/>
                </a:lnTo>
                <a:lnTo>
                  <a:pt x="2171700" y="514350"/>
                </a:lnTo>
                <a:lnTo>
                  <a:pt x="2133600" y="514350"/>
                </a:lnTo>
                <a:lnTo>
                  <a:pt x="2133600" y="533400"/>
                </a:lnTo>
                <a:lnTo>
                  <a:pt x="2124075" y="533400"/>
                </a:lnTo>
                <a:lnTo>
                  <a:pt x="2124075" y="542925"/>
                </a:lnTo>
                <a:lnTo>
                  <a:pt x="2133600" y="542925"/>
                </a:lnTo>
                <a:lnTo>
                  <a:pt x="2133600" y="552450"/>
                </a:lnTo>
                <a:lnTo>
                  <a:pt x="2152650" y="552450"/>
                </a:lnTo>
                <a:lnTo>
                  <a:pt x="2152650" y="561975"/>
                </a:lnTo>
                <a:lnTo>
                  <a:pt x="2162175" y="561975"/>
                </a:lnTo>
                <a:lnTo>
                  <a:pt x="2162175" y="581025"/>
                </a:lnTo>
                <a:lnTo>
                  <a:pt x="2152650" y="581025"/>
                </a:lnTo>
                <a:lnTo>
                  <a:pt x="2152650" y="600075"/>
                </a:lnTo>
                <a:lnTo>
                  <a:pt x="2143125" y="600075"/>
                </a:lnTo>
                <a:lnTo>
                  <a:pt x="2143125" y="571500"/>
                </a:lnTo>
                <a:lnTo>
                  <a:pt x="2124075" y="571500"/>
                </a:lnTo>
                <a:lnTo>
                  <a:pt x="2124075" y="552450"/>
                </a:lnTo>
                <a:lnTo>
                  <a:pt x="2114550" y="552450"/>
                </a:lnTo>
                <a:lnTo>
                  <a:pt x="2114550" y="542925"/>
                </a:lnTo>
                <a:lnTo>
                  <a:pt x="2105025" y="542925"/>
                </a:lnTo>
                <a:lnTo>
                  <a:pt x="2105025" y="523875"/>
                </a:lnTo>
                <a:lnTo>
                  <a:pt x="2095500" y="523875"/>
                </a:lnTo>
                <a:lnTo>
                  <a:pt x="2095500" y="514350"/>
                </a:lnTo>
                <a:lnTo>
                  <a:pt x="2076450" y="514350"/>
                </a:lnTo>
                <a:lnTo>
                  <a:pt x="2076450" y="504825"/>
                </a:lnTo>
                <a:lnTo>
                  <a:pt x="2057400" y="504825"/>
                </a:lnTo>
                <a:lnTo>
                  <a:pt x="2057400" y="495300"/>
                </a:lnTo>
                <a:lnTo>
                  <a:pt x="2066925" y="495300"/>
                </a:lnTo>
                <a:close/>
                <a:moveTo>
                  <a:pt x="1314450" y="495300"/>
                </a:moveTo>
                <a:lnTo>
                  <a:pt x="1343025" y="495300"/>
                </a:lnTo>
                <a:lnTo>
                  <a:pt x="1343025" y="504825"/>
                </a:lnTo>
                <a:lnTo>
                  <a:pt x="1352550" y="504825"/>
                </a:lnTo>
                <a:lnTo>
                  <a:pt x="1352550" y="495300"/>
                </a:lnTo>
                <a:lnTo>
                  <a:pt x="1362075" y="495300"/>
                </a:lnTo>
                <a:lnTo>
                  <a:pt x="1362075" y="514350"/>
                </a:lnTo>
                <a:lnTo>
                  <a:pt x="1295400" y="514350"/>
                </a:lnTo>
                <a:lnTo>
                  <a:pt x="1295400" y="504825"/>
                </a:lnTo>
                <a:lnTo>
                  <a:pt x="1314450" y="504825"/>
                </a:lnTo>
                <a:close/>
                <a:moveTo>
                  <a:pt x="1724025" y="495300"/>
                </a:moveTo>
                <a:lnTo>
                  <a:pt x="1733550" y="495300"/>
                </a:lnTo>
                <a:lnTo>
                  <a:pt x="1733550" y="504825"/>
                </a:lnTo>
                <a:lnTo>
                  <a:pt x="1724025" y="504825"/>
                </a:lnTo>
                <a:close/>
                <a:moveTo>
                  <a:pt x="695325" y="504825"/>
                </a:moveTo>
                <a:lnTo>
                  <a:pt x="704850" y="504825"/>
                </a:lnTo>
                <a:lnTo>
                  <a:pt x="704850" y="514350"/>
                </a:lnTo>
                <a:lnTo>
                  <a:pt x="695325" y="514350"/>
                </a:lnTo>
                <a:close/>
                <a:moveTo>
                  <a:pt x="1733550" y="504825"/>
                </a:moveTo>
                <a:lnTo>
                  <a:pt x="1743075" y="504825"/>
                </a:lnTo>
                <a:lnTo>
                  <a:pt x="1743075" y="514350"/>
                </a:lnTo>
                <a:lnTo>
                  <a:pt x="1733550" y="514350"/>
                </a:lnTo>
                <a:close/>
                <a:moveTo>
                  <a:pt x="257175" y="514350"/>
                </a:moveTo>
                <a:lnTo>
                  <a:pt x="266700" y="514350"/>
                </a:lnTo>
                <a:lnTo>
                  <a:pt x="266700" y="533400"/>
                </a:lnTo>
                <a:lnTo>
                  <a:pt x="257175" y="533400"/>
                </a:lnTo>
                <a:close/>
                <a:moveTo>
                  <a:pt x="647700" y="514350"/>
                </a:moveTo>
                <a:lnTo>
                  <a:pt x="657225" y="514350"/>
                </a:lnTo>
                <a:lnTo>
                  <a:pt x="657225" y="523875"/>
                </a:lnTo>
                <a:lnTo>
                  <a:pt x="647700" y="523875"/>
                </a:lnTo>
                <a:close/>
                <a:moveTo>
                  <a:pt x="714375" y="514350"/>
                </a:moveTo>
                <a:lnTo>
                  <a:pt x="723900" y="514350"/>
                </a:lnTo>
                <a:lnTo>
                  <a:pt x="723900" y="523875"/>
                </a:lnTo>
                <a:lnTo>
                  <a:pt x="714375" y="523875"/>
                </a:lnTo>
                <a:close/>
                <a:moveTo>
                  <a:pt x="857250" y="514350"/>
                </a:moveTo>
                <a:lnTo>
                  <a:pt x="866775" y="514350"/>
                </a:lnTo>
                <a:lnTo>
                  <a:pt x="866775" y="523875"/>
                </a:lnTo>
                <a:lnTo>
                  <a:pt x="857250" y="523875"/>
                </a:lnTo>
                <a:close/>
                <a:moveTo>
                  <a:pt x="1200150" y="514350"/>
                </a:moveTo>
                <a:lnTo>
                  <a:pt x="1209675" y="514350"/>
                </a:lnTo>
                <a:lnTo>
                  <a:pt x="1209675" y="542925"/>
                </a:lnTo>
                <a:lnTo>
                  <a:pt x="1200150" y="542925"/>
                </a:lnTo>
                <a:close/>
                <a:moveTo>
                  <a:pt x="1771650" y="514350"/>
                </a:moveTo>
                <a:lnTo>
                  <a:pt x="1781175" y="514350"/>
                </a:lnTo>
                <a:lnTo>
                  <a:pt x="1781175" y="523875"/>
                </a:lnTo>
                <a:lnTo>
                  <a:pt x="1771650" y="523875"/>
                </a:lnTo>
                <a:close/>
                <a:moveTo>
                  <a:pt x="371475" y="523875"/>
                </a:moveTo>
                <a:lnTo>
                  <a:pt x="428625" y="523875"/>
                </a:lnTo>
                <a:lnTo>
                  <a:pt x="428625" y="542925"/>
                </a:lnTo>
                <a:lnTo>
                  <a:pt x="447675" y="542925"/>
                </a:lnTo>
                <a:lnTo>
                  <a:pt x="447675" y="552450"/>
                </a:lnTo>
                <a:lnTo>
                  <a:pt x="438150" y="552450"/>
                </a:lnTo>
                <a:lnTo>
                  <a:pt x="438150" y="561975"/>
                </a:lnTo>
                <a:lnTo>
                  <a:pt x="428625" y="561975"/>
                </a:lnTo>
                <a:lnTo>
                  <a:pt x="428625" y="571500"/>
                </a:lnTo>
                <a:lnTo>
                  <a:pt x="419100" y="571500"/>
                </a:lnTo>
                <a:lnTo>
                  <a:pt x="419100" y="581025"/>
                </a:lnTo>
                <a:lnTo>
                  <a:pt x="409575" y="581025"/>
                </a:lnTo>
                <a:lnTo>
                  <a:pt x="409575" y="600075"/>
                </a:lnTo>
                <a:lnTo>
                  <a:pt x="400050" y="600075"/>
                </a:lnTo>
                <a:lnTo>
                  <a:pt x="400050" y="590550"/>
                </a:lnTo>
                <a:lnTo>
                  <a:pt x="390525" y="590550"/>
                </a:lnTo>
                <a:lnTo>
                  <a:pt x="390525" y="600075"/>
                </a:lnTo>
                <a:lnTo>
                  <a:pt x="381000" y="600075"/>
                </a:lnTo>
                <a:lnTo>
                  <a:pt x="381000" y="619125"/>
                </a:lnTo>
                <a:lnTo>
                  <a:pt x="400050" y="619125"/>
                </a:lnTo>
                <a:lnTo>
                  <a:pt x="400050" y="609600"/>
                </a:lnTo>
                <a:lnTo>
                  <a:pt x="419100" y="609600"/>
                </a:lnTo>
                <a:lnTo>
                  <a:pt x="419100" y="638175"/>
                </a:lnTo>
                <a:lnTo>
                  <a:pt x="428625" y="638175"/>
                </a:lnTo>
                <a:lnTo>
                  <a:pt x="428625" y="647700"/>
                </a:lnTo>
                <a:lnTo>
                  <a:pt x="400050" y="647700"/>
                </a:lnTo>
                <a:lnTo>
                  <a:pt x="400050" y="638175"/>
                </a:lnTo>
                <a:lnTo>
                  <a:pt x="381000" y="638175"/>
                </a:lnTo>
                <a:lnTo>
                  <a:pt x="381000" y="628650"/>
                </a:lnTo>
                <a:lnTo>
                  <a:pt x="371475" y="628650"/>
                </a:lnTo>
                <a:lnTo>
                  <a:pt x="371475" y="619125"/>
                </a:lnTo>
                <a:lnTo>
                  <a:pt x="361950" y="619125"/>
                </a:lnTo>
                <a:lnTo>
                  <a:pt x="361950" y="609600"/>
                </a:lnTo>
                <a:lnTo>
                  <a:pt x="371475" y="609600"/>
                </a:lnTo>
                <a:lnTo>
                  <a:pt x="371475" y="600075"/>
                </a:lnTo>
                <a:lnTo>
                  <a:pt x="361950" y="600075"/>
                </a:lnTo>
                <a:lnTo>
                  <a:pt x="361950" y="590550"/>
                </a:lnTo>
                <a:lnTo>
                  <a:pt x="371475" y="590550"/>
                </a:lnTo>
                <a:lnTo>
                  <a:pt x="371475" y="571500"/>
                </a:lnTo>
                <a:lnTo>
                  <a:pt x="381000" y="571500"/>
                </a:lnTo>
                <a:lnTo>
                  <a:pt x="381000" y="561975"/>
                </a:lnTo>
                <a:lnTo>
                  <a:pt x="371475" y="561975"/>
                </a:lnTo>
                <a:lnTo>
                  <a:pt x="371475" y="552450"/>
                </a:lnTo>
                <a:lnTo>
                  <a:pt x="361950" y="552450"/>
                </a:lnTo>
                <a:lnTo>
                  <a:pt x="361950" y="533400"/>
                </a:lnTo>
                <a:lnTo>
                  <a:pt x="371475" y="533400"/>
                </a:lnTo>
                <a:close/>
                <a:moveTo>
                  <a:pt x="809625" y="523875"/>
                </a:moveTo>
                <a:lnTo>
                  <a:pt x="828675" y="523875"/>
                </a:lnTo>
                <a:lnTo>
                  <a:pt x="828675" y="552450"/>
                </a:lnTo>
                <a:lnTo>
                  <a:pt x="819150" y="552450"/>
                </a:lnTo>
                <a:lnTo>
                  <a:pt x="819150" y="533400"/>
                </a:lnTo>
                <a:lnTo>
                  <a:pt x="809625" y="533400"/>
                </a:lnTo>
                <a:close/>
                <a:moveTo>
                  <a:pt x="838200" y="523875"/>
                </a:moveTo>
                <a:lnTo>
                  <a:pt x="847725" y="523875"/>
                </a:lnTo>
                <a:lnTo>
                  <a:pt x="847725" y="533400"/>
                </a:lnTo>
                <a:lnTo>
                  <a:pt x="838200" y="533400"/>
                </a:lnTo>
                <a:close/>
                <a:moveTo>
                  <a:pt x="866775" y="523875"/>
                </a:moveTo>
                <a:lnTo>
                  <a:pt x="876300" y="523875"/>
                </a:lnTo>
                <a:lnTo>
                  <a:pt x="876300" y="533400"/>
                </a:lnTo>
                <a:lnTo>
                  <a:pt x="866775" y="533400"/>
                </a:lnTo>
                <a:close/>
                <a:moveTo>
                  <a:pt x="1238250" y="523875"/>
                </a:moveTo>
                <a:lnTo>
                  <a:pt x="1247775" y="523875"/>
                </a:lnTo>
                <a:lnTo>
                  <a:pt x="1247775" y="533400"/>
                </a:lnTo>
                <a:lnTo>
                  <a:pt x="1238250" y="533400"/>
                </a:lnTo>
                <a:close/>
                <a:moveTo>
                  <a:pt x="1638300" y="523875"/>
                </a:moveTo>
                <a:lnTo>
                  <a:pt x="1647825" y="523875"/>
                </a:lnTo>
                <a:lnTo>
                  <a:pt x="1647825" y="542925"/>
                </a:lnTo>
                <a:lnTo>
                  <a:pt x="1638300" y="542925"/>
                </a:lnTo>
                <a:close/>
                <a:moveTo>
                  <a:pt x="1809750" y="523875"/>
                </a:moveTo>
                <a:lnTo>
                  <a:pt x="1819275" y="523875"/>
                </a:lnTo>
                <a:lnTo>
                  <a:pt x="1819275" y="533400"/>
                </a:lnTo>
                <a:lnTo>
                  <a:pt x="1809750" y="533400"/>
                </a:lnTo>
                <a:close/>
                <a:moveTo>
                  <a:pt x="2162175" y="523875"/>
                </a:moveTo>
                <a:lnTo>
                  <a:pt x="2181225" y="523875"/>
                </a:lnTo>
                <a:lnTo>
                  <a:pt x="2181225" y="533400"/>
                </a:lnTo>
                <a:lnTo>
                  <a:pt x="2162175" y="533400"/>
                </a:lnTo>
                <a:close/>
                <a:moveTo>
                  <a:pt x="638175" y="533400"/>
                </a:moveTo>
                <a:lnTo>
                  <a:pt x="647700" y="533400"/>
                </a:lnTo>
                <a:lnTo>
                  <a:pt x="647700" y="542925"/>
                </a:lnTo>
                <a:lnTo>
                  <a:pt x="638175" y="542925"/>
                </a:lnTo>
                <a:close/>
                <a:moveTo>
                  <a:pt x="704850" y="533400"/>
                </a:moveTo>
                <a:lnTo>
                  <a:pt x="714375" y="533400"/>
                </a:lnTo>
                <a:lnTo>
                  <a:pt x="714375" y="542925"/>
                </a:lnTo>
                <a:lnTo>
                  <a:pt x="704850" y="542925"/>
                </a:lnTo>
                <a:close/>
                <a:moveTo>
                  <a:pt x="1228725" y="533400"/>
                </a:moveTo>
                <a:lnTo>
                  <a:pt x="1238250" y="533400"/>
                </a:lnTo>
                <a:lnTo>
                  <a:pt x="1238250" y="542925"/>
                </a:lnTo>
                <a:lnTo>
                  <a:pt x="1228725" y="542925"/>
                </a:lnTo>
                <a:close/>
                <a:moveTo>
                  <a:pt x="1714500" y="533400"/>
                </a:moveTo>
                <a:lnTo>
                  <a:pt x="1724025" y="533400"/>
                </a:lnTo>
                <a:lnTo>
                  <a:pt x="1724025" y="542925"/>
                </a:lnTo>
                <a:lnTo>
                  <a:pt x="1714500" y="542925"/>
                </a:lnTo>
                <a:close/>
                <a:moveTo>
                  <a:pt x="1762125" y="533400"/>
                </a:moveTo>
                <a:lnTo>
                  <a:pt x="1771650" y="533400"/>
                </a:lnTo>
                <a:lnTo>
                  <a:pt x="1771650" y="542925"/>
                </a:lnTo>
                <a:lnTo>
                  <a:pt x="1762125" y="542925"/>
                </a:lnTo>
                <a:close/>
                <a:moveTo>
                  <a:pt x="2019300" y="533400"/>
                </a:moveTo>
                <a:lnTo>
                  <a:pt x="2028825" y="533400"/>
                </a:lnTo>
                <a:lnTo>
                  <a:pt x="2028825" y="552450"/>
                </a:lnTo>
                <a:lnTo>
                  <a:pt x="2009775" y="552450"/>
                </a:lnTo>
                <a:lnTo>
                  <a:pt x="2009775" y="542925"/>
                </a:lnTo>
                <a:lnTo>
                  <a:pt x="2019300" y="542925"/>
                </a:lnTo>
                <a:close/>
                <a:moveTo>
                  <a:pt x="2066925" y="533400"/>
                </a:moveTo>
                <a:lnTo>
                  <a:pt x="2085975" y="533400"/>
                </a:lnTo>
                <a:lnTo>
                  <a:pt x="2085975" y="552450"/>
                </a:lnTo>
                <a:lnTo>
                  <a:pt x="2076450" y="552450"/>
                </a:lnTo>
                <a:lnTo>
                  <a:pt x="2076450" y="561975"/>
                </a:lnTo>
                <a:lnTo>
                  <a:pt x="2057400" y="561975"/>
                </a:lnTo>
                <a:lnTo>
                  <a:pt x="2057400" y="552450"/>
                </a:lnTo>
                <a:lnTo>
                  <a:pt x="2066925" y="552450"/>
                </a:lnTo>
                <a:close/>
                <a:moveTo>
                  <a:pt x="295275" y="542925"/>
                </a:moveTo>
                <a:lnTo>
                  <a:pt x="304800" y="542925"/>
                </a:lnTo>
                <a:lnTo>
                  <a:pt x="304800" y="552450"/>
                </a:lnTo>
                <a:lnTo>
                  <a:pt x="295275" y="552450"/>
                </a:lnTo>
                <a:close/>
                <a:moveTo>
                  <a:pt x="371475" y="542925"/>
                </a:moveTo>
                <a:lnTo>
                  <a:pt x="390525" y="542925"/>
                </a:lnTo>
                <a:lnTo>
                  <a:pt x="390525" y="533400"/>
                </a:lnTo>
                <a:lnTo>
                  <a:pt x="371475" y="533400"/>
                </a:lnTo>
                <a:close/>
                <a:moveTo>
                  <a:pt x="647700" y="542925"/>
                </a:moveTo>
                <a:lnTo>
                  <a:pt x="676275" y="542925"/>
                </a:lnTo>
                <a:lnTo>
                  <a:pt x="676275" y="552450"/>
                </a:lnTo>
                <a:lnTo>
                  <a:pt x="647700" y="552450"/>
                </a:lnTo>
                <a:close/>
                <a:moveTo>
                  <a:pt x="695325" y="542925"/>
                </a:moveTo>
                <a:lnTo>
                  <a:pt x="704850" y="542925"/>
                </a:lnTo>
                <a:lnTo>
                  <a:pt x="704850" y="552450"/>
                </a:lnTo>
                <a:lnTo>
                  <a:pt x="695325" y="552450"/>
                </a:lnTo>
                <a:close/>
                <a:moveTo>
                  <a:pt x="2181225" y="542925"/>
                </a:moveTo>
                <a:lnTo>
                  <a:pt x="2190750" y="542925"/>
                </a:lnTo>
                <a:lnTo>
                  <a:pt x="2190750" y="581025"/>
                </a:lnTo>
                <a:lnTo>
                  <a:pt x="2181225" y="581025"/>
                </a:lnTo>
                <a:lnTo>
                  <a:pt x="2181225" y="628650"/>
                </a:lnTo>
                <a:lnTo>
                  <a:pt x="2190750" y="628650"/>
                </a:lnTo>
                <a:lnTo>
                  <a:pt x="2190750" y="781050"/>
                </a:lnTo>
                <a:lnTo>
                  <a:pt x="2200275" y="781050"/>
                </a:lnTo>
                <a:lnTo>
                  <a:pt x="2200275" y="800100"/>
                </a:lnTo>
                <a:lnTo>
                  <a:pt x="2190750" y="800100"/>
                </a:lnTo>
                <a:lnTo>
                  <a:pt x="2190750" y="838200"/>
                </a:lnTo>
                <a:lnTo>
                  <a:pt x="2181225" y="838200"/>
                </a:lnTo>
                <a:lnTo>
                  <a:pt x="2181225" y="819150"/>
                </a:lnTo>
                <a:lnTo>
                  <a:pt x="2162175" y="819150"/>
                </a:lnTo>
                <a:lnTo>
                  <a:pt x="2162175" y="828675"/>
                </a:lnTo>
                <a:lnTo>
                  <a:pt x="2152650" y="828675"/>
                </a:lnTo>
                <a:lnTo>
                  <a:pt x="2152650" y="838200"/>
                </a:lnTo>
                <a:lnTo>
                  <a:pt x="2162175" y="838200"/>
                </a:lnTo>
                <a:lnTo>
                  <a:pt x="2162175" y="847725"/>
                </a:lnTo>
                <a:lnTo>
                  <a:pt x="2171700" y="847725"/>
                </a:lnTo>
                <a:lnTo>
                  <a:pt x="2171700" y="838200"/>
                </a:lnTo>
                <a:lnTo>
                  <a:pt x="2181225" y="838200"/>
                </a:lnTo>
                <a:lnTo>
                  <a:pt x="2181225" y="847725"/>
                </a:lnTo>
                <a:lnTo>
                  <a:pt x="2190750" y="847725"/>
                </a:lnTo>
                <a:lnTo>
                  <a:pt x="2190750" y="866775"/>
                </a:lnTo>
                <a:lnTo>
                  <a:pt x="2181225" y="866775"/>
                </a:lnTo>
                <a:lnTo>
                  <a:pt x="2181225" y="885825"/>
                </a:lnTo>
                <a:lnTo>
                  <a:pt x="2171700" y="885825"/>
                </a:lnTo>
                <a:lnTo>
                  <a:pt x="2171700" y="876300"/>
                </a:lnTo>
                <a:lnTo>
                  <a:pt x="2152650" y="876300"/>
                </a:lnTo>
                <a:lnTo>
                  <a:pt x="2152650" y="866775"/>
                </a:lnTo>
                <a:lnTo>
                  <a:pt x="2133600" y="866775"/>
                </a:lnTo>
                <a:lnTo>
                  <a:pt x="2133600" y="895350"/>
                </a:lnTo>
                <a:lnTo>
                  <a:pt x="2085975" y="895350"/>
                </a:lnTo>
                <a:lnTo>
                  <a:pt x="2085975" y="876300"/>
                </a:lnTo>
                <a:lnTo>
                  <a:pt x="2095500" y="876300"/>
                </a:lnTo>
                <a:lnTo>
                  <a:pt x="2095500" y="847725"/>
                </a:lnTo>
                <a:lnTo>
                  <a:pt x="2066925" y="847725"/>
                </a:lnTo>
                <a:lnTo>
                  <a:pt x="2066925" y="838200"/>
                </a:lnTo>
                <a:lnTo>
                  <a:pt x="2057400" y="838200"/>
                </a:lnTo>
                <a:lnTo>
                  <a:pt x="2057400" y="828675"/>
                </a:lnTo>
                <a:lnTo>
                  <a:pt x="2076450" y="828675"/>
                </a:lnTo>
                <a:lnTo>
                  <a:pt x="2076450" y="819150"/>
                </a:lnTo>
                <a:lnTo>
                  <a:pt x="2095500" y="819150"/>
                </a:lnTo>
                <a:lnTo>
                  <a:pt x="2095500" y="809625"/>
                </a:lnTo>
                <a:lnTo>
                  <a:pt x="2105025" y="809625"/>
                </a:lnTo>
                <a:lnTo>
                  <a:pt x="2105025" y="800100"/>
                </a:lnTo>
                <a:lnTo>
                  <a:pt x="2114550" y="800100"/>
                </a:lnTo>
                <a:lnTo>
                  <a:pt x="2114550" y="762000"/>
                </a:lnTo>
                <a:lnTo>
                  <a:pt x="2124075" y="762000"/>
                </a:lnTo>
                <a:lnTo>
                  <a:pt x="2124075" y="733425"/>
                </a:lnTo>
                <a:lnTo>
                  <a:pt x="2114550" y="733425"/>
                </a:lnTo>
                <a:lnTo>
                  <a:pt x="2114550" y="723900"/>
                </a:lnTo>
                <a:lnTo>
                  <a:pt x="2133600" y="723900"/>
                </a:lnTo>
                <a:lnTo>
                  <a:pt x="2133600" y="695325"/>
                </a:lnTo>
                <a:lnTo>
                  <a:pt x="2124075" y="695325"/>
                </a:lnTo>
                <a:lnTo>
                  <a:pt x="2124075" y="609600"/>
                </a:lnTo>
                <a:lnTo>
                  <a:pt x="2133600" y="609600"/>
                </a:lnTo>
                <a:lnTo>
                  <a:pt x="2133600" y="600075"/>
                </a:lnTo>
                <a:lnTo>
                  <a:pt x="2143125" y="600075"/>
                </a:lnTo>
                <a:lnTo>
                  <a:pt x="2143125" y="609600"/>
                </a:lnTo>
                <a:lnTo>
                  <a:pt x="2162175" y="609600"/>
                </a:lnTo>
                <a:lnTo>
                  <a:pt x="2162175" y="600075"/>
                </a:lnTo>
                <a:lnTo>
                  <a:pt x="2171700" y="600075"/>
                </a:lnTo>
                <a:lnTo>
                  <a:pt x="2171700" y="561975"/>
                </a:lnTo>
                <a:lnTo>
                  <a:pt x="2181225" y="561975"/>
                </a:lnTo>
                <a:close/>
                <a:moveTo>
                  <a:pt x="0" y="552450"/>
                </a:moveTo>
                <a:lnTo>
                  <a:pt x="9525" y="552450"/>
                </a:lnTo>
                <a:lnTo>
                  <a:pt x="9525" y="581025"/>
                </a:lnTo>
                <a:lnTo>
                  <a:pt x="0" y="581025"/>
                </a:lnTo>
                <a:close/>
                <a:moveTo>
                  <a:pt x="1209675" y="552450"/>
                </a:moveTo>
                <a:lnTo>
                  <a:pt x="1228725" y="552450"/>
                </a:lnTo>
                <a:lnTo>
                  <a:pt x="1228725" y="561975"/>
                </a:lnTo>
                <a:lnTo>
                  <a:pt x="1209675" y="561975"/>
                </a:lnTo>
                <a:close/>
                <a:moveTo>
                  <a:pt x="247650" y="561975"/>
                </a:moveTo>
                <a:lnTo>
                  <a:pt x="276225" y="561975"/>
                </a:lnTo>
                <a:lnTo>
                  <a:pt x="276225" y="581025"/>
                </a:lnTo>
                <a:lnTo>
                  <a:pt x="247650" y="581025"/>
                </a:lnTo>
                <a:close/>
                <a:moveTo>
                  <a:pt x="285750" y="561975"/>
                </a:moveTo>
                <a:lnTo>
                  <a:pt x="314325" y="561975"/>
                </a:lnTo>
                <a:lnTo>
                  <a:pt x="314325" y="571500"/>
                </a:lnTo>
                <a:lnTo>
                  <a:pt x="285750" y="571500"/>
                </a:lnTo>
                <a:close/>
                <a:moveTo>
                  <a:pt x="2009775" y="561975"/>
                </a:moveTo>
                <a:lnTo>
                  <a:pt x="2019300" y="561975"/>
                </a:lnTo>
                <a:lnTo>
                  <a:pt x="2019300" y="571500"/>
                </a:lnTo>
                <a:lnTo>
                  <a:pt x="2009775" y="571500"/>
                </a:lnTo>
                <a:close/>
                <a:moveTo>
                  <a:pt x="2057400" y="571500"/>
                </a:moveTo>
                <a:lnTo>
                  <a:pt x="2066925" y="571500"/>
                </a:lnTo>
                <a:lnTo>
                  <a:pt x="2066925" y="581025"/>
                </a:lnTo>
                <a:lnTo>
                  <a:pt x="2057400" y="581025"/>
                </a:lnTo>
                <a:close/>
                <a:moveTo>
                  <a:pt x="2105025" y="571500"/>
                </a:moveTo>
                <a:lnTo>
                  <a:pt x="2114550" y="571500"/>
                </a:lnTo>
                <a:lnTo>
                  <a:pt x="2114550" y="581025"/>
                </a:lnTo>
                <a:lnTo>
                  <a:pt x="2105025" y="581025"/>
                </a:lnTo>
                <a:close/>
                <a:moveTo>
                  <a:pt x="457200" y="581025"/>
                </a:moveTo>
                <a:lnTo>
                  <a:pt x="466725" y="581025"/>
                </a:lnTo>
                <a:lnTo>
                  <a:pt x="466725" y="600075"/>
                </a:lnTo>
                <a:lnTo>
                  <a:pt x="476250" y="600075"/>
                </a:lnTo>
                <a:lnTo>
                  <a:pt x="476250" y="609600"/>
                </a:lnTo>
                <a:lnTo>
                  <a:pt x="457200" y="609600"/>
                </a:lnTo>
                <a:close/>
                <a:moveTo>
                  <a:pt x="828675" y="581025"/>
                </a:moveTo>
                <a:lnTo>
                  <a:pt x="847725" y="581025"/>
                </a:lnTo>
                <a:lnTo>
                  <a:pt x="847725" y="590550"/>
                </a:lnTo>
                <a:lnTo>
                  <a:pt x="828675" y="590550"/>
                </a:lnTo>
                <a:close/>
                <a:moveTo>
                  <a:pt x="2076450" y="581025"/>
                </a:moveTo>
                <a:lnTo>
                  <a:pt x="2085975" y="581025"/>
                </a:lnTo>
                <a:lnTo>
                  <a:pt x="2085975" y="590550"/>
                </a:lnTo>
                <a:lnTo>
                  <a:pt x="2076450" y="590550"/>
                </a:lnTo>
                <a:close/>
                <a:moveTo>
                  <a:pt x="247650" y="590550"/>
                </a:moveTo>
                <a:lnTo>
                  <a:pt x="257175" y="590550"/>
                </a:lnTo>
                <a:lnTo>
                  <a:pt x="257175" y="609600"/>
                </a:lnTo>
                <a:lnTo>
                  <a:pt x="266700" y="609600"/>
                </a:lnTo>
                <a:lnTo>
                  <a:pt x="266700" y="628650"/>
                </a:lnTo>
                <a:lnTo>
                  <a:pt x="247650" y="628650"/>
                </a:lnTo>
                <a:close/>
                <a:moveTo>
                  <a:pt x="333375" y="590550"/>
                </a:moveTo>
                <a:lnTo>
                  <a:pt x="342900" y="590550"/>
                </a:lnTo>
                <a:lnTo>
                  <a:pt x="342900" y="600075"/>
                </a:lnTo>
                <a:lnTo>
                  <a:pt x="333375" y="600075"/>
                </a:lnTo>
                <a:close/>
                <a:moveTo>
                  <a:pt x="0" y="600075"/>
                </a:moveTo>
                <a:lnTo>
                  <a:pt x="9525" y="600075"/>
                </a:lnTo>
                <a:lnTo>
                  <a:pt x="9525" y="638175"/>
                </a:lnTo>
                <a:lnTo>
                  <a:pt x="0" y="638175"/>
                </a:lnTo>
                <a:close/>
                <a:moveTo>
                  <a:pt x="1466850" y="609600"/>
                </a:moveTo>
                <a:lnTo>
                  <a:pt x="1504950" y="609600"/>
                </a:lnTo>
                <a:lnTo>
                  <a:pt x="1504950" y="619125"/>
                </a:lnTo>
                <a:lnTo>
                  <a:pt x="1514475" y="619125"/>
                </a:lnTo>
                <a:lnTo>
                  <a:pt x="1514475" y="638175"/>
                </a:lnTo>
                <a:lnTo>
                  <a:pt x="1504950" y="638175"/>
                </a:lnTo>
                <a:lnTo>
                  <a:pt x="1504950" y="628650"/>
                </a:lnTo>
                <a:lnTo>
                  <a:pt x="1495425" y="628650"/>
                </a:lnTo>
                <a:lnTo>
                  <a:pt x="1495425" y="619125"/>
                </a:lnTo>
                <a:lnTo>
                  <a:pt x="1466850" y="619125"/>
                </a:lnTo>
                <a:close/>
                <a:moveTo>
                  <a:pt x="447675" y="619125"/>
                </a:moveTo>
                <a:lnTo>
                  <a:pt x="457200" y="619125"/>
                </a:lnTo>
                <a:lnTo>
                  <a:pt x="457200" y="628650"/>
                </a:lnTo>
                <a:lnTo>
                  <a:pt x="447675" y="628650"/>
                </a:lnTo>
                <a:close/>
                <a:moveTo>
                  <a:pt x="1038225" y="619125"/>
                </a:moveTo>
                <a:lnTo>
                  <a:pt x="1057275" y="619125"/>
                </a:lnTo>
                <a:lnTo>
                  <a:pt x="1057275" y="657225"/>
                </a:lnTo>
                <a:lnTo>
                  <a:pt x="1038225" y="657225"/>
                </a:lnTo>
                <a:close/>
                <a:moveTo>
                  <a:pt x="1457325" y="619125"/>
                </a:moveTo>
                <a:lnTo>
                  <a:pt x="1466850" y="619125"/>
                </a:lnTo>
                <a:lnTo>
                  <a:pt x="1466850" y="628650"/>
                </a:lnTo>
                <a:lnTo>
                  <a:pt x="1457325" y="628650"/>
                </a:lnTo>
                <a:close/>
                <a:moveTo>
                  <a:pt x="476250" y="628650"/>
                </a:moveTo>
                <a:lnTo>
                  <a:pt x="485775" y="628650"/>
                </a:lnTo>
                <a:lnTo>
                  <a:pt x="485775" y="695325"/>
                </a:lnTo>
                <a:lnTo>
                  <a:pt x="476250" y="695325"/>
                </a:lnTo>
                <a:lnTo>
                  <a:pt x="476250" y="704850"/>
                </a:lnTo>
                <a:lnTo>
                  <a:pt x="457200" y="704850"/>
                </a:lnTo>
                <a:lnTo>
                  <a:pt x="457200" y="714375"/>
                </a:lnTo>
                <a:lnTo>
                  <a:pt x="447675" y="714375"/>
                </a:lnTo>
                <a:lnTo>
                  <a:pt x="447675" y="723900"/>
                </a:lnTo>
                <a:lnTo>
                  <a:pt x="466725" y="723900"/>
                </a:lnTo>
                <a:lnTo>
                  <a:pt x="466725" y="733425"/>
                </a:lnTo>
                <a:lnTo>
                  <a:pt x="476250" y="733425"/>
                </a:lnTo>
                <a:lnTo>
                  <a:pt x="476250" y="752475"/>
                </a:lnTo>
                <a:lnTo>
                  <a:pt x="438150" y="752475"/>
                </a:lnTo>
                <a:lnTo>
                  <a:pt x="438150" y="714375"/>
                </a:lnTo>
                <a:lnTo>
                  <a:pt x="419100" y="714375"/>
                </a:lnTo>
                <a:lnTo>
                  <a:pt x="419100" y="704850"/>
                </a:lnTo>
                <a:lnTo>
                  <a:pt x="409575" y="704850"/>
                </a:lnTo>
                <a:lnTo>
                  <a:pt x="409575" y="685800"/>
                </a:lnTo>
                <a:lnTo>
                  <a:pt x="428625" y="685800"/>
                </a:lnTo>
                <a:lnTo>
                  <a:pt x="428625" y="647700"/>
                </a:lnTo>
                <a:lnTo>
                  <a:pt x="457200" y="647700"/>
                </a:lnTo>
                <a:lnTo>
                  <a:pt x="457200" y="638175"/>
                </a:lnTo>
                <a:lnTo>
                  <a:pt x="476250" y="638175"/>
                </a:lnTo>
                <a:close/>
                <a:moveTo>
                  <a:pt x="1962150" y="628650"/>
                </a:moveTo>
                <a:lnTo>
                  <a:pt x="1990725" y="628650"/>
                </a:lnTo>
                <a:lnTo>
                  <a:pt x="1990725" y="647700"/>
                </a:lnTo>
                <a:lnTo>
                  <a:pt x="1981200" y="647700"/>
                </a:lnTo>
                <a:lnTo>
                  <a:pt x="1981200" y="638175"/>
                </a:lnTo>
                <a:lnTo>
                  <a:pt x="1962150" y="638175"/>
                </a:lnTo>
                <a:close/>
                <a:moveTo>
                  <a:pt x="1457325" y="638175"/>
                </a:moveTo>
                <a:lnTo>
                  <a:pt x="1466850" y="638175"/>
                </a:lnTo>
                <a:lnTo>
                  <a:pt x="1466850" y="647700"/>
                </a:lnTo>
                <a:lnTo>
                  <a:pt x="1457325" y="647700"/>
                </a:lnTo>
                <a:close/>
                <a:moveTo>
                  <a:pt x="1952625" y="638175"/>
                </a:moveTo>
                <a:lnTo>
                  <a:pt x="1962150" y="638175"/>
                </a:lnTo>
                <a:lnTo>
                  <a:pt x="1962150" y="647700"/>
                </a:lnTo>
                <a:lnTo>
                  <a:pt x="1952625" y="647700"/>
                </a:lnTo>
                <a:close/>
                <a:moveTo>
                  <a:pt x="238125" y="657225"/>
                </a:moveTo>
                <a:lnTo>
                  <a:pt x="247650" y="657225"/>
                </a:lnTo>
                <a:lnTo>
                  <a:pt x="247650" y="676275"/>
                </a:lnTo>
                <a:lnTo>
                  <a:pt x="238125" y="676275"/>
                </a:lnTo>
                <a:close/>
                <a:moveTo>
                  <a:pt x="276225" y="657225"/>
                </a:moveTo>
                <a:lnTo>
                  <a:pt x="314325" y="657225"/>
                </a:lnTo>
                <a:lnTo>
                  <a:pt x="314325" y="666750"/>
                </a:lnTo>
                <a:lnTo>
                  <a:pt x="304800" y="666750"/>
                </a:lnTo>
                <a:lnTo>
                  <a:pt x="304800" y="676275"/>
                </a:lnTo>
                <a:lnTo>
                  <a:pt x="285750" y="676275"/>
                </a:lnTo>
                <a:lnTo>
                  <a:pt x="285750" y="666750"/>
                </a:lnTo>
                <a:lnTo>
                  <a:pt x="276225" y="666750"/>
                </a:lnTo>
                <a:close/>
                <a:moveTo>
                  <a:pt x="361950" y="657225"/>
                </a:moveTo>
                <a:lnTo>
                  <a:pt x="381000" y="657225"/>
                </a:lnTo>
                <a:lnTo>
                  <a:pt x="381000" y="676275"/>
                </a:lnTo>
                <a:lnTo>
                  <a:pt x="361950" y="676275"/>
                </a:lnTo>
                <a:close/>
                <a:moveTo>
                  <a:pt x="457200" y="666750"/>
                </a:moveTo>
                <a:lnTo>
                  <a:pt x="466725" y="666750"/>
                </a:lnTo>
                <a:lnTo>
                  <a:pt x="466725" y="657225"/>
                </a:lnTo>
                <a:lnTo>
                  <a:pt x="447675" y="657225"/>
                </a:lnTo>
                <a:lnTo>
                  <a:pt x="447675" y="676275"/>
                </a:lnTo>
                <a:lnTo>
                  <a:pt x="457200" y="676275"/>
                </a:lnTo>
                <a:close/>
                <a:moveTo>
                  <a:pt x="581025" y="666750"/>
                </a:moveTo>
                <a:lnTo>
                  <a:pt x="609600" y="666750"/>
                </a:lnTo>
                <a:lnTo>
                  <a:pt x="609600" y="676275"/>
                </a:lnTo>
                <a:lnTo>
                  <a:pt x="619125" y="676275"/>
                </a:lnTo>
                <a:lnTo>
                  <a:pt x="619125" y="685800"/>
                </a:lnTo>
                <a:lnTo>
                  <a:pt x="600075" y="685800"/>
                </a:lnTo>
                <a:lnTo>
                  <a:pt x="600075" y="676275"/>
                </a:lnTo>
                <a:lnTo>
                  <a:pt x="590550" y="676275"/>
                </a:lnTo>
                <a:lnTo>
                  <a:pt x="590550" y="685800"/>
                </a:lnTo>
                <a:lnTo>
                  <a:pt x="581025" y="685800"/>
                </a:lnTo>
                <a:lnTo>
                  <a:pt x="581025" y="704850"/>
                </a:lnTo>
                <a:lnTo>
                  <a:pt x="619125" y="704850"/>
                </a:lnTo>
                <a:lnTo>
                  <a:pt x="619125" y="695325"/>
                </a:lnTo>
                <a:lnTo>
                  <a:pt x="628650" y="695325"/>
                </a:lnTo>
                <a:lnTo>
                  <a:pt x="628650" y="685800"/>
                </a:lnTo>
                <a:lnTo>
                  <a:pt x="638175" y="685800"/>
                </a:lnTo>
                <a:lnTo>
                  <a:pt x="638175" y="733425"/>
                </a:lnTo>
                <a:lnTo>
                  <a:pt x="619125" y="733425"/>
                </a:lnTo>
                <a:lnTo>
                  <a:pt x="619125" y="742950"/>
                </a:lnTo>
                <a:lnTo>
                  <a:pt x="638175" y="742950"/>
                </a:lnTo>
                <a:lnTo>
                  <a:pt x="638175" y="752475"/>
                </a:lnTo>
                <a:lnTo>
                  <a:pt x="609600" y="752475"/>
                </a:lnTo>
                <a:lnTo>
                  <a:pt x="609600" y="762000"/>
                </a:lnTo>
                <a:lnTo>
                  <a:pt x="628650" y="762000"/>
                </a:lnTo>
                <a:lnTo>
                  <a:pt x="628650" y="781050"/>
                </a:lnTo>
                <a:lnTo>
                  <a:pt x="619125" y="781050"/>
                </a:lnTo>
                <a:lnTo>
                  <a:pt x="619125" y="800100"/>
                </a:lnTo>
                <a:lnTo>
                  <a:pt x="600075" y="800100"/>
                </a:lnTo>
                <a:lnTo>
                  <a:pt x="600075" y="809625"/>
                </a:lnTo>
                <a:lnTo>
                  <a:pt x="590550" y="809625"/>
                </a:lnTo>
                <a:lnTo>
                  <a:pt x="590550" y="800100"/>
                </a:lnTo>
                <a:lnTo>
                  <a:pt x="581025" y="800100"/>
                </a:lnTo>
                <a:lnTo>
                  <a:pt x="581025" y="762000"/>
                </a:lnTo>
                <a:lnTo>
                  <a:pt x="571500" y="762000"/>
                </a:lnTo>
                <a:lnTo>
                  <a:pt x="571500" y="676275"/>
                </a:lnTo>
                <a:lnTo>
                  <a:pt x="581025" y="676275"/>
                </a:lnTo>
                <a:close/>
                <a:moveTo>
                  <a:pt x="1514475" y="685800"/>
                </a:moveTo>
                <a:lnTo>
                  <a:pt x="1533525" y="685800"/>
                </a:lnTo>
                <a:lnTo>
                  <a:pt x="1533525" y="695325"/>
                </a:lnTo>
                <a:lnTo>
                  <a:pt x="1514475" y="695325"/>
                </a:lnTo>
                <a:close/>
                <a:moveTo>
                  <a:pt x="1857375" y="685800"/>
                </a:moveTo>
                <a:lnTo>
                  <a:pt x="1866900" y="685800"/>
                </a:lnTo>
                <a:lnTo>
                  <a:pt x="1866900" y="695325"/>
                </a:lnTo>
                <a:lnTo>
                  <a:pt x="1857375" y="695325"/>
                </a:lnTo>
                <a:close/>
                <a:moveTo>
                  <a:pt x="238125" y="695325"/>
                </a:moveTo>
                <a:lnTo>
                  <a:pt x="247650" y="695325"/>
                </a:lnTo>
                <a:lnTo>
                  <a:pt x="247650" y="704850"/>
                </a:lnTo>
                <a:lnTo>
                  <a:pt x="257175" y="704850"/>
                </a:lnTo>
                <a:lnTo>
                  <a:pt x="257175" y="733425"/>
                </a:lnTo>
                <a:lnTo>
                  <a:pt x="266700" y="733425"/>
                </a:lnTo>
                <a:lnTo>
                  <a:pt x="266700" y="742950"/>
                </a:lnTo>
                <a:lnTo>
                  <a:pt x="257175" y="742950"/>
                </a:lnTo>
                <a:lnTo>
                  <a:pt x="257175" y="762000"/>
                </a:lnTo>
                <a:lnTo>
                  <a:pt x="266700" y="762000"/>
                </a:lnTo>
                <a:lnTo>
                  <a:pt x="266700" y="771525"/>
                </a:lnTo>
                <a:lnTo>
                  <a:pt x="257175" y="771525"/>
                </a:lnTo>
                <a:lnTo>
                  <a:pt x="257175" y="781050"/>
                </a:lnTo>
                <a:lnTo>
                  <a:pt x="247650" y="781050"/>
                </a:lnTo>
                <a:lnTo>
                  <a:pt x="247650" y="800100"/>
                </a:lnTo>
                <a:lnTo>
                  <a:pt x="238125" y="800100"/>
                </a:lnTo>
                <a:lnTo>
                  <a:pt x="238125" y="771525"/>
                </a:lnTo>
                <a:lnTo>
                  <a:pt x="247650" y="771525"/>
                </a:lnTo>
                <a:lnTo>
                  <a:pt x="247650" y="752475"/>
                </a:lnTo>
                <a:lnTo>
                  <a:pt x="238125" y="752475"/>
                </a:lnTo>
                <a:lnTo>
                  <a:pt x="238125" y="733425"/>
                </a:lnTo>
                <a:lnTo>
                  <a:pt x="247650" y="733425"/>
                </a:lnTo>
                <a:lnTo>
                  <a:pt x="247650" y="723900"/>
                </a:lnTo>
                <a:lnTo>
                  <a:pt x="238125" y="723900"/>
                </a:lnTo>
                <a:close/>
                <a:moveTo>
                  <a:pt x="323850" y="695325"/>
                </a:moveTo>
                <a:lnTo>
                  <a:pt x="333375" y="695325"/>
                </a:lnTo>
                <a:lnTo>
                  <a:pt x="333375" y="704850"/>
                </a:lnTo>
                <a:lnTo>
                  <a:pt x="323850" y="704850"/>
                </a:lnTo>
                <a:close/>
                <a:moveTo>
                  <a:pt x="457200" y="695325"/>
                </a:moveTo>
                <a:lnTo>
                  <a:pt x="466725" y="695325"/>
                </a:lnTo>
                <a:lnTo>
                  <a:pt x="466725" y="685800"/>
                </a:lnTo>
                <a:lnTo>
                  <a:pt x="457200" y="685800"/>
                </a:lnTo>
                <a:close/>
                <a:moveTo>
                  <a:pt x="1495425" y="695325"/>
                </a:moveTo>
                <a:lnTo>
                  <a:pt x="1504950" y="695325"/>
                </a:lnTo>
                <a:lnTo>
                  <a:pt x="1504950" y="704850"/>
                </a:lnTo>
                <a:lnTo>
                  <a:pt x="1495425" y="704850"/>
                </a:lnTo>
                <a:close/>
                <a:moveTo>
                  <a:pt x="1533525" y="695325"/>
                </a:moveTo>
                <a:lnTo>
                  <a:pt x="1543050" y="695325"/>
                </a:lnTo>
                <a:lnTo>
                  <a:pt x="1543050" y="704850"/>
                </a:lnTo>
                <a:lnTo>
                  <a:pt x="1533525" y="704850"/>
                </a:lnTo>
                <a:close/>
                <a:moveTo>
                  <a:pt x="942975" y="704850"/>
                </a:moveTo>
                <a:lnTo>
                  <a:pt x="971550" y="704850"/>
                </a:lnTo>
                <a:lnTo>
                  <a:pt x="971550" y="714375"/>
                </a:lnTo>
                <a:lnTo>
                  <a:pt x="942975" y="714375"/>
                </a:lnTo>
                <a:close/>
                <a:moveTo>
                  <a:pt x="1028700" y="704850"/>
                </a:moveTo>
                <a:lnTo>
                  <a:pt x="1038225" y="704850"/>
                </a:lnTo>
                <a:lnTo>
                  <a:pt x="1038225" y="723900"/>
                </a:lnTo>
                <a:lnTo>
                  <a:pt x="1028700" y="723900"/>
                </a:lnTo>
                <a:close/>
                <a:moveTo>
                  <a:pt x="1066800" y="704850"/>
                </a:moveTo>
                <a:lnTo>
                  <a:pt x="1085850" y="704850"/>
                </a:lnTo>
                <a:lnTo>
                  <a:pt x="1085850" y="723900"/>
                </a:lnTo>
                <a:lnTo>
                  <a:pt x="1066800" y="723900"/>
                </a:lnTo>
                <a:close/>
                <a:moveTo>
                  <a:pt x="1485900" y="704850"/>
                </a:moveTo>
                <a:lnTo>
                  <a:pt x="1495425" y="704850"/>
                </a:lnTo>
                <a:lnTo>
                  <a:pt x="1495425" y="714375"/>
                </a:lnTo>
                <a:lnTo>
                  <a:pt x="1504950" y="714375"/>
                </a:lnTo>
                <a:lnTo>
                  <a:pt x="1504950" y="723900"/>
                </a:lnTo>
                <a:lnTo>
                  <a:pt x="1485900" y="723900"/>
                </a:lnTo>
                <a:close/>
                <a:moveTo>
                  <a:pt x="1866900" y="704850"/>
                </a:moveTo>
                <a:lnTo>
                  <a:pt x="1876425" y="704850"/>
                </a:lnTo>
                <a:lnTo>
                  <a:pt x="1876425" y="714375"/>
                </a:lnTo>
                <a:lnTo>
                  <a:pt x="1866900" y="714375"/>
                </a:lnTo>
                <a:close/>
                <a:moveTo>
                  <a:pt x="1981200" y="704850"/>
                </a:moveTo>
                <a:lnTo>
                  <a:pt x="1990725" y="704850"/>
                </a:lnTo>
                <a:lnTo>
                  <a:pt x="1990725" y="714375"/>
                </a:lnTo>
                <a:lnTo>
                  <a:pt x="1981200" y="714375"/>
                </a:lnTo>
                <a:close/>
                <a:moveTo>
                  <a:pt x="933450" y="714375"/>
                </a:moveTo>
                <a:lnTo>
                  <a:pt x="942975" y="714375"/>
                </a:lnTo>
                <a:lnTo>
                  <a:pt x="942975" y="723900"/>
                </a:lnTo>
                <a:lnTo>
                  <a:pt x="933450" y="723900"/>
                </a:lnTo>
                <a:close/>
                <a:moveTo>
                  <a:pt x="1971675" y="714375"/>
                </a:moveTo>
                <a:lnTo>
                  <a:pt x="1981200" y="714375"/>
                </a:lnTo>
                <a:lnTo>
                  <a:pt x="1981200" y="762000"/>
                </a:lnTo>
                <a:lnTo>
                  <a:pt x="1971675" y="762000"/>
                </a:lnTo>
                <a:lnTo>
                  <a:pt x="1971675" y="771525"/>
                </a:lnTo>
                <a:lnTo>
                  <a:pt x="1962150" y="771525"/>
                </a:lnTo>
                <a:lnTo>
                  <a:pt x="1962150" y="762000"/>
                </a:lnTo>
                <a:lnTo>
                  <a:pt x="1952625" y="762000"/>
                </a:lnTo>
                <a:lnTo>
                  <a:pt x="1952625" y="733425"/>
                </a:lnTo>
                <a:lnTo>
                  <a:pt x="1971675" y="733425"/>
                </a:lnTo>
                <a:close/>
                <a:moveTo>
                  <a:pt x="971550" y="723900"/>
                </a:moveTo>
                <a:lnTo>
                  <a:pt x="981075" y="723900"/>
                </a:lnTo>
                <a:lnTo>
                  <a:pt x="981075" y="733425"/>
                </a:lnTo>
                <a:lnTo>
                  <a:pt x="971550" y="733425"/>
                </a:lnTo>
                <a:close/>
                <a:moveTo>
                  <a:pt x="2143125" y="723900"/>
                </a:moveTo>
                <a:lnTo>
                  <a:pt x="2162175" y="723900"/>
                </a:lnTo>
                <a:lnTo>
                  <a:pt x="2162175" y="714375"/>
                </a:lnTo>
                <a:lnTo>
                  <a:pt x="2143125" y="714375"/>
                </a:lnTo>
                <a:close/>
                <a:moveTo>
                  <a:pt x="1133475" y="733425"/>
                </a:moveTo>
                <a:lnTo>
                  <a:pt x="1143000" y="733425"/>
                </a:lnTo>
                <a:lnTo>
                  <a:pt x="1143000" y="742950"/>
                </a:lnTo>
                <a:lnTo>
                  <a:pt x="1133475" y="742950"/>
                </a:lnTo>
                <a:close/>
                <a:moveTo>
                  <a:pt x="1314450" y="733425"/>
                </a:moveTo>
                <a:lnTo>
                  <a:pt x="1333500" y="733425"/>
                </a:lnTo>
                <a:lnTo>
                  <a:pt x="1333500" y="742950"/>
                </a:lnTo>
                <a:lnTo>
                  <a:pt x="1323975" y="742950"/>
                </a:lnTo>
                <a:lnTo>
                  <a:pt x="1323975" y="762000"/>
                </a:lnTo>
                <a:lnTo>
                  <a:pt x="1314450" y="762000"/>
                </a:lnTo>
                <a:lnTo>
                  <a:pt x="1314450" y="752475"/>
                </a:lnTo>
                <a:lnTo>
                  <a:pt x="1304925" y="752475"/>
                </a:lnTo>
                <a:lnTo>
                  <a:pt x="1304925" y="742950"/>
                </a:lnTo>
                <a:lnTo>
                  <a:pt x="1314450" y="742950"/>
                </a:lnTo>
                <a:close/>
                <a:moveTo>
                  <a:pt x="2105025" y="733425"/>
                </a:moveTo>
                <a:lnTo>
                  <a:pt x="2114550" y="733425"/>
                </a:lnTo>
                <a:lnTo>
                  <a:pt x="2114550" y="752475"/>
                </a:lnTo>
                <a:lnTo>
                  <a:pt x="2105025" y="752475"/>
                </a:lnTo>
                <a:close/>
                <a:moveTo>
                  <a:pt x="323850" y="742950"/>
                </a:moveTo>
                <a:lnTo>
                  <a:pt x="342900" y="742950"/>
                </a:lnTo>
                <a:lnTo>
                  <a:pt x="342900" y="762000"/>
                </a:lnTo>
                <a:lnTo>
                  <a:pt x="323850" y="762000"/>
                </a:lnTo>
                <a:close/>
                <a:moveTo>
                  <a:pt x="1343025" y="742950"/>
                </a:moveTo>
                <a:lnTo>
                  <a:pt x="1352550" y="742950"/>
                </a:lnTo>
                <a:lnTo>
                  <a:pt x="1352550" y="752475"/>
                </a:lnTo>
                <a:lnTo>
                  <a:pt x="1343025" y="752475"/>
                </a:lnTo>
                <a:close/>
                <a:moveTo>
                  <a:pt x="1743075" y="742950"/>
                </a:moveTo>
                <a:lnTo>
                  <a:pt x="1771650" y="742950"/>
                </a:lnTo>
                <a:lnTo>
                  <a:pt x="1771650" y="752475"/>
                </a:lnTo>
                <a:lnTo>
                  <a:pt x="1743075" y="752475"/>
                </a:lnTo>
                <a:close/>
                <a:moveTo>
                  <a:pt x="676275" y="752475"/>
                </a:moveTo>
                <a:lnTo>
                  <a:pt x="723900" y="752475"/>
                </a:lnTo>
                <a:lnTo>
                  <a:pt x="723900" y="762000"/>
                </a:lnTo>
                <a:lnTo>
                  <a:pt x="695325" y="762000"/>
                </a:lnTo>
                <a:lnTo>
                  <a:pt x="695325" y="771525"/>
                </a:lnTo>
                <a:lnTo>
                  <a:pt x="723900" y="771525"/>
                </a:lnTo>
                <a:lnTo>
                  <a:pt x="723900" y="762000"/>
                </a:lnTo>
                <a:lnTo>
                  <a:pt x="733425" y="762000"/>
                </a:lnTo>
                <a:lnTo>
                  <a:pt x="733425" y="771525"/>
                </a:lnTo>
                <a:lnTo>
                  <a:pt x="723900" y="771525"/>
                </a:lnTo>
                <a:lnTo>
                  <a:pt x="723900" y="781050"/>
                </a:lnTo>
                <a:lnTo>
                  <a:pt x="647700" y="781050"/>
                </a:lnTo>
                <a:lnTo>
                  <a:pt x="647700" y="762000"/>
                </a:lnTo>
                <a:lnTo>
                  <a:pt x="676275" y="762000"/>
                </a:lnTo>
                <a:close/>
                <a:moveTo>
                  <a:pt x="790575" y="752475"/>
                </a:moveTo>
                <a:lnTo>
                  <a:pt x="800100" y="752475"/>
                </a:lnTo>
                <a:lnTo>
                  <a:pt x="800100" y="771525"/>
                </a:lnTo>
                <a:lnTo>
                  <a:pt x="790575" y="771525"/>
                </a:lnTo>
                <a:lnTo>
                  <a:pt x="790575" y="790575"/>
                </a:lnTo>
                <a:lnTo>
                  <a:pt x="781050" y="790575"/>
                </a:lnTo>
                <a:lnTo>
                  <a:pt x="781050" y="781050"/>
                </a:lnTo>
                <a:lnTo>
                  <a:pt x="762000" y="781050"/>
                </a:lnTo>
                <a:lnTo>
                  <a:pt x="762000" y="771525"/>
                </a:lnTo>
                <a:lnTo>
                  <a:pt x="771525" y="771525"/>
                </a:lnTo>
                <a:lnTo>
                  <a:pt x="771525" y="762000"/>
                </a:lnTo>
                <a:lnTo>
                  <a:pt x="790575" y="762000"/>
                </a:lnTo>
                <a:close/>
                <a:moveTo>
                  <a:pt x="1724025" y="752475"/>
                </a:moveTo>
                <a:lnTo>
                  <a:pt x="1743075" y="752475"/>
                </a:lnTo>
                <a:lnTo>
                  <a:pt x="1743075" y="771525"/>
                </a:lnTo>
                <a:lnTo>
                  <a:pt x="1724025" y="771525"/>
                </a:lnTo>
                <a:close/>
                <a:moveTo>
                  <a:pt x="1866900" y="762000"/>
                </a:moveTo>
                <a:lnTo>
                  <a:pt x="1876425" y="762000"/>
                </a:lnTo>
                <a:lnTo>
                  <a:pt x="1876425" y="809625"/>
                </a:lnTo>
                <a:lnTo>
                  <a:pt x="1866900" y="809625"/>
                </a:lnTo>
                <a:close/>
                <a:moveTo>
                  <a:pt x="1743075" y="771525"/>
                </a:moveTo>
                <a:lnTo>
                  <a:pt x="1752600" y="771525"/>
                </a:lnTo>
                <a:lnTo>
                  <a:pt x="1752600" y="781050"/>
                </a:lnTo>
                <a:lnTo>
                  <a:pt x="1743075" y="781050"/>
                </a:lnTo>
                <a:close/>
                <a:moveTo>
                  <a:pt x="2152650" y="771525"/>
                </a:moveTo>
                <a:lnTo>
                  <a:pt x="2171700" y="771525"/>
                </a:lnTo>
                <a:lnTo>
                  <a:pt x="2171700" y="762000"/>
                </a:lnTo>
                <a:lnTo>
                  <a:pt x="2152650" y="762000"/>
                </a:lnTo>
                <a:close/>
                <a:moveTo>
                  <a:pt x="323850" y="781050"/>
                </a:moveTo>
                <a:lnTo>
                  <a:pt x="342900" y="781050"/>
                </a:lnTo>
                <a:lnTo>
                  <a:pt x="342900" y="790575"/>
                </a:lnTo>
                <a:lnTo>
                  <a:pt x="352425" y="790575"/>
                </a:lnTo>
                <a:lnTo>
                  <a:pt x="352425" y="800100"/>
                </a:lnTo>
                <a:lnTo>
                  <a:pt x="323850" y="800100"/>
                </a:lnTo>
                <a:close/>
                <a:moveTo>
                  <a:pt x="371475" y="781050"/>
                </a:moveTo>
                <a:lnTo>
                  <a:pt x="390525" y="781050"/>
                </a:lnTo>
                <a:lnTo>
                  <a:pt x="390525" y="790575"/>
                </a:lnTo>
                <a:lnTo>
                  <a:pt x="371475" y="790575"/>
                </a:lnTo>
                <a:close/>
                <a:moveTo>
                  <a:pt x="409575" y="781050"/>
                </a:moveTo>
                <a:lnTo>
                  <a:pt x="428625" y="781050"/>
                </a:lnTo>
                <a:lnTo>
                  <a:pt x="428625" y="800100"/>
                </a:lnTo>
                <a:lnTo>
                  <a:pt x="409575" y="800100"/>
                </a:lnTo>
                <a:close/>
                <a:moveTo>
                  <a:pt x="0" y="790575"/>
                </a:moveTo>
                <a:lnTo>
                  <a:pt x="9525" y="790575"/>
                </a:lnTo>
                <a:lnTo>
                  <a:pt x="9525" y="819150"/>
                </a:lnTo>
                <a:lnTo>
                  <a:pt x="0" y="819150"/>
                </a:lnTo>
                <a:close/>
                <a:moveTo>
                  <a:pt x="1952625" y="790575"/>
                </a:moveTo>
                <a:lnTo>
                  <a:pt x="1971675" y="790575"/>
                </a:lnTo>
                <a:lnTo>
                  <a:pt x="1971675" y="809625"/>
                </a:lnTo>
                <a:lnTo>
                  <a:pt x="1962150" y="809625"/>
                </a:lnTo>
                <a:lnTo>
                  <a:pt x="1962150" y="800100"/>
                </a:lnTo>
                <a:lnTo>
                  <a:pt x="1952625" y="800100"/>
                </a:lnTo>
                <a:close/>
                <a:moveTo>
                  <a:pt x="247650" y="800100"/>
                </a:moveTo>
                <a:lnTo>
                  <a:pt x="266700" y="800100"/>
                </a:lnTo>
                <a:lnTo>
                  <a:pt x="266700" y="819150"/>
                </a:lnTo>
                <a:lnTo>
                  <a:pt x="257175" y="819150"/>
                </a:lnTo>
                <a:lnTo>
                  <a:pt x="257175" y="828675"/>
                </a:lnTo>
                <a:lnTo>
                  <a:pt x="247650" y="828675"/>
                </a:lnTo>
                <a:close/>
                <a:moveTo>
                  <a:pt x="390525" y="800100"/>
                </a:moveTo>
                <a:lnTo>
                  <a:pt x="400050" y="800100"/>
                </a:lnTo>
                <a:lnTo>
                  <a:pt x="400050" y="828675"/>
                </a:lnTo>
                <a:lnTo>
                  <a:pt x="390525" y="828675"/>
                </a:lnTo>
                <a:lnTo>
                  <a:pt x="390525" y="838200"/>
                </a:lnTo>
                <a:lnTo>
                  <a:pt x="381000" y="838200"/>
                </a:lnTo>
                <a:lnTo>
                  <a:pt x="381000" y="847725"/>
                </a:lnTo>
                <a:lnTo>
                  <a:pt x="371475" y="847725"/>
                </a:lnTo>
                <a:lnTo>
                  <a:pt x="371475" y="828675"/>
                </a:lnTo>
                <a:lnTo>
                  <a:pt x="381000" y="828675"/>
                </a:lnTo>
                <a:lnTo>
                  <a:pt x="381000" y="809625"/>
                </a:lnTo>
                <a:lnTo>
                  <a:pt x="390525" y="809625"/>
                </a:lnTo>
                <a:close/>
                <a:moveTo>
                  <a:pt x="762000" y="809625"/>
                </a:moveTo>
                <a:lnTo>
                  <a:pt x="771525" y="809625"/>
                </a:lnTo>
                <a:lnTo>
                  <a:pt x="771525" y="847725"/>
                </a:lnTo>
                <a:lnTo>
                  <a:pt x="762000" y="847725"/>
                </a:lnTo>
                <a:lnTo>
                  <a:pt x="762000" y="857250"/>
                </a:lnTo>
                <a:lnTo>
                  <a:pt x="742950" y="857250"/>
                </a:lnTo>
                <a:lnTo>
                  <a:pt x="742950" y="866775"/>
                </a:lnTo>
                <a:lnTo>
                  <a:pt x="733425" y="866775"/>
                </a:lnTo>
                <a:lnTo>
                  <a:pt x="733425" y="885825"/>
                </a:lnTo>
                <a:lnTo>
                  <a:pt x="714375" y="885825"/>
                </a:lnTo>
                <a:lnTo>
                  <a:pt x="714375" y="876300"/>
                </a:lnTo>
                <a:lnTo>
                  <a:pt x="723900" y="876300"/>
                </a:lnTo>
                <a:lnTo>
                  <a:pt x="723900" y="866775"/>
                </a:lnTo>
                <a:lnTo>
                  <a:pt x="704850" y="866775"/>
                </a:lnTo>
                <a:lnTo>
                  <a:pt x="704850" y="876300"/>
                </a:lnTo>
                <a:lnTo>
                  <a:pt x="685800" y="876300"/>
                </a:lnTo>
                <a:lnTo>
                  <a:pt x="685800" y="866775"/>
                </a:lnTo>
                <a:lnTo>
                  <a:pt x="695325" y="866775"/>
                </a:lnTo>
                <a:lnTo>
                  <a:pt x="695325" y="857250"/>
                </a:lnTo>
                <a:lnTo>
                  <a:pt x="714375" y="857250"/>
                </a:lnTo>
                <a:lnTo>
                  <a:pt x="714375" y="847725"/>
                </a:lnTo>
                <a:lnTo>
                  <a:pt x="723900" y="847725"/>
                </a:lnTo>
                <a:lnTo>
                  <a:pt x="723900" y="838200"/>
                </a:lnTo>
                <a:lnTo>
                  <a:pt x="752475" y="838200"/>
                </a:lnTo>
                <a:lnTo>
                  <a:pt x="752475" y="828675"/>
                </a:lnTo>
                <a:lnTo>
                  <a:pt x="762000" y="828675"/>
                </a:lnTo>
                <a:close/>
                <a:moveTo>
                  <a:pt x="2028825" y="809625"/>
                </a:moveTo>
                <a:lnTo>
                  <a:pt x="2038350" y="809625"/>
                </a:lnTo>
                <a:lnTo>
                  <a:pt x="2038350" y="819150"/>
                </a:lnTo>
                <a:lnTo>
                  <a:pt x="2028825" y="819150"/>
                </a:lnTo>
                <a:close/>
                <a:moveTo>
                  <a:pt x="323850" y="819150"/>
                </a:moveTo>
                <a:lnTo>
                  <a:pt x="333375" y="819150"/>
                </a:lnTo>
                <a:lnTo>
                  <a:pt x="333375" y="828675"/>
                </a:lnTo>
                <a:lnTo>
                  <a:pt x="342900" y="828675"/>
                </a:lnTo>
                <a:lnTo>
                  <a:pt x="342900" y="857250"/>
                </a:lnTo>
                <a:lnTo>
                  <a:pt x="333375" y="857250"/>
                </a:lnTo>
                <a:lnTo>
                  <a:pt x="333375" y="876300"/>
                </a:lnTo>
                <a:lnTo>
                  <a:pt x="323850" y="876300"/>
                </a:lnTo>
                <a:lnTo>
                  <a:pt x="323850" y="866775"/>
                </a:lnTo>
                <a:lnTo>
                  <a:pt x="314325" y="866775"/>
                </a:lnTo>
                <a:lnTo>
                  <a:pt x="314325" y="857250"/>
                </a:lnTo>
                <a:lnTo>
                  <a:pt x="304800" y="857250"/>
                </a:lnTo>
                <a:lnTo>
                  <a:pt x="304800" y="838200"/>
                </a:lnTo>
                <a:lnTo>
                  <a:pt x="314325" y="838200"/>
                </a:lnTo>
                <a:lnTo>
                  <a:pt x="314325" y="828675"/>
                </a:lnTo>
                <a:lnTo>
                  <a:pt x="323850" y="828675"/>
                </a:lnTo>
                <a:close/>
                <a:moveTo>
                  <a:pt x="1857375" y="819150"/>
                </a:moveTo>
                <a:lnTo>
                  <a:pt x="1866900" y="819150"/>
                </a:lnTo>
                <a:lnTo>
                  <a:pt x="1866900" y="828675"/>
                </a:lnTo>
                <a:lnTo>
                  <a:pt x="1857375" y="828675"/>
                </a:lnTo>
                <a:close/>
                <a:moveTo>
                  <a:pt x="2019300" y="819150"/>
                </a:moveTo>
                <a:lnTo>
                  <a:pt x="2028825" y="819150"/>
                </a:lnTo>
                <a:lnTo>
                  <a:pt x="2028825" y="828675"/>
                </a:lnTo>
                <a:lnTo>
                  <a:pt x="2019300" y="828675"/>
                </a:lnTo>
                <a:close/>
                <a:moveTo>
                  <a:pt x="238125" y="838200"/>
                </a:moveTo>
                <a:lnTo>
                  <a:pt x="247650" y="838200"/>
                </a:lnTo>
                <a:lnTo>
                  <a:pt x="247650" y="857250"/>
                </a:lnTo>
                <a:lnTo>
                  <a:pt x="257175" y="857250"/>
                </a:lnTo>
                <a:lnTo>
                  <a:pt x="257175" y="866775"/>
                </a:lnTo>
                <a:lnTo>
                  <a:pt x="247650" y="866775"/>
                </a:lnTo>
                <a:lnTo>
                  <a:pt x="247650" y="876300"/>
                </a:lnTo>
                <a:lnTo>
                  <a:pt x="238125" y="876300"/>
                </a:lnTo>
                <a:close/>
                <a:moveTo>
                  <a:pt x="1695450" y="838200"/>
                </a:moveTo>
                <a:lnTo>
                  <a:pt x="1704975" y="838200"/>
                </a:lnTo>
                <a:lnTo>
                  <a:pt x="1704975" y="847725"/>
                </a:lnTo>
                <a:lnTo>
                  <a:pt x="1695450" y="847725"/>
                </a:lnTo>
                <a:close/>
                <a:moveTo>
                  <a:pt x="1714500" y="838200"/>
                </a:moveTo>
                <a:lnTo>
                  <a:pt x="1724025" y="838200"/>
                </a:lnTo>
                <a:lnTo>
                  <a:pt x="1724025" y="847725"/>
                </a:lnTo>
                <a:lnTo>
                  <a:pt x="1714500" y="847725"/>
                </a:lnTo>
                <a:close/>
                <a:moveTo>
                  <a:pt x="1685925" y="847725"/>
                </a:moveTo>
                <a:lnTo>
                  <a:pt x="1695450" y="847725"/>
                </a:lnTo>
                <a:lnTo>
                  <a:pt x="1695450" y="857250"/>
                </a:lnTo>
                <a:lnTo>
                  <a:pt x="1685925" y="857250"/>
                </a:lnTo>
                <a:close/>
                <a:moveTo>
                  <a:pt x="1733550" y="847725"/>
                </a:moveTo>
                <a:lnTo>
                  <a:pt x="1743075" y="847725"/>
                </a:lnTo>
                <a:lnTo>
                  <a:pt x="1743075" y="866775"/>
                </a:lnTo>
                <a:lnTo>
                  <a:pt x="1752600" y="866775"/>
                </a:lnTo>
                <a:lnTo>
                  <a:pt x="1752600" y="876300"/>
                </a:lnTo>
                <a:lnTo>
                  <a:pt x="1733550" y="876300"/>
                </a:lnTo>
                <a:lnTo>
                  <a:pt x="1733550" y="885825"/>
                </a:lnTo>
                <a:lnTo>
                  <a:pt x="1685925" y="885825"/>
                </a:lnTo>
                <a:lnTo>
                  <a:pt x="1685925" y="895350"/>
                </a:lnTo>
                <a:lnTo>
                  <a:pt x="1666875" y="895350"/>
                </a:lnTo>
                <a:lnTo>
                  <a:pt x="1666875" y="876300"/>
                </a:lnTo>
                <a:lnTo>
                  <a:pt x="1724025" y="876300"/>
                </a:lnTo>
                <a:lnTo>
                  <a:pt x="1724025" y="866775"/>
                </a:lnTo>
                <a:lnTo>
                  <a:pt x="1733550" y="866775"/>
                </a:lnTo>
                <a:close/>
                <a:moveTo>
                  <a:pt x="2105025" y="847725"/>
                </a:moveTo>
                <a:lnTo>
                  <a:pt x="2114550" y="847725"/>
                </a:lnTo>
                <a:lnTo>
                  <a:pt x="2114550" y="828675"/>
                </a:lnTo>
                <a:lnTo>
                  <a:pt x="2105025" y="828675"/>
                </a:lnTo>
                <a:close/>
                <a:moveTo>
                  <a:pt x="1990725" y="857250"/>
                </a:moveTo>
                <a:lnTo>
                  <a:pt x="2009775" y="857250"/>
                </a:lnTo>
                <a:lnTo>
                  <a:pt x="2009775" y="866775"/>
                </a:lnTo>
                <a:lnTo>
                  <a:pt x="1990725" y="866775"/>
                </a:lnTo>
                <a:close/>
                <a:moveTo>
                  <a:pt x="2066925" y="866775"/>
                </a:moveTo>
                <a:lnTo>
                  <a:pt x="2076450" y="866775"/>
                </a:lnTo>
                <a:lnTo>
                  <a:pt x="2076450" y="876300"/>
                </a:lnTo>
                <a:lnTo>
                  <a:pt x="2066925" y="876300"/>
                </a:lnTo>
                <a:close/>
                <a:moveTo>
                  <a:pt x="2190750" y="866775"/>
                </a:moveTo>
                <a:lnTo>
                  <a:pt x="2200275" y="866775"/>
                </a:lnTo>
                <a:lnTo>
                  <a:pt x="2200275" y="876300"/>
                </a:lnTo>
                <a:lnTo>
                  <a:pt x="2190750" y="876300"/>
                </a:lnTo>
                <a:close/>
                <a:moveTo>
                  <a:pt x="247650" y="876300"/>
                </a:moveTo>
                <a:lnTo>
                  <a:pt x="257175" y="876300"/>
                </a:lnTo>
                <a:lnTo>
                  <a:pt x="257175" y="885825"/>
                </a:lnTo>
                <a:lnTo>
                  <a:pt x="266700" y="885825"/>
                </a:lnTo>
                <a:lnTo>
                  <a:pt x="266700" y="895350"/>
                </a:lnTo>
                <a:lnTo>
                  <a:pt x="276225" y="895350"/>
                </a:lnTo>
                <a:lnTo>
                  <a:pt x="276225" y="904875"/>
                </a:lnTo>
                <a:lnTo>
                  <a:pt x="266700" y="904875"/>
                </a:lnTo>
                <a:lnTo>
                  <a:pt x="266700" y="914400"/>
                </a:lnTo>
                <a:lnTo>
                  <a:pt x="276225" y="914400"/>
                </a:lnTo>
                <a:lnTo>
                  <a:pt x="276225" y="923925"/>
                </a:lnTo>
                <a:lnTo>
                  <a:pt x="247650" y="923925"/>
                </a:lnTo>
                <a:lnTo>
                  <a:pt x="247650" y="914400"/>
                </a:lnTo>
                <a:lnTo>
                  <a:pt x="238125" y="914400"/>
                </a:lnTo>
                <a:lnTo>
                  <a:pt x="238125" y="904875"/>
                </a:lnTo>
                <a:lnTo>
                  <a:pt x="247650" y="904875"/>
                </a:lnTo>
                <a:close/>
                <a:moveTo>
                  <a:pt x="371475" y="876300"/>
                </a:moveTo>
                <a:lnTo>
                  <a:pt x="381000" y="876300"/>
                </a:lnTo>
                <a:lnTo>
                  <a:pt x="381000" y="904875"/>
                </a:lnTo>
                <a:lnTo>
                  <a:pt x="361950" y="904875"/>
                </a:lnTo>
                <a:lnTo>
                  <a:pt x="361950" y="885825"/>
                </a:lnTo>
                <a:lnTo>
                  <a:pt x="371475" y="885825"/>
                </a:lnTo>
                <a:close/>
                <a:moveTo>
                  <a:pt x="1962150" y="876300"/>
                </a:moveTo>
                <a:lnTo>
                  <a:pt x="1981200" y="876300"/>
                </a:lnTo>
                <a:lnTo>
                  <a:pt x="1981200" y="885825"/>
                </a:lnTo>
                <a:lnTo>
                  <a:pt x="1990725" y="885825"/>
                </a:lnTo>
                <a:lnTo>
                  <a:pt x="1990725" y="904875"/>
                </a:lnTo>
                <a:lnTo>
                  <a:pt x="1981200" y="904875"/>
                </a:lnTo>
                <a:lnTo>
                  <a:pt x="1981200" y="914400"/>
                </a:lnTo>
                <a:lnTo>
                  <a:pt x="1962150" y="914400"/>
                </a:lnTo>
                <a:lnTo>
                  <a:pt x="1962150" y="904875"/>
                </a:lnTo>
                <a:lnTo>
                  <a:pt x="1952625" y="904875"/>
                </a:lnTo>
                <a:lnTo>
                  <a:pt x="1952625" y="895350"/>
                </a:lnTo>
                <a:lnTo>
                  <a:pt x="1962150" y="895350"/>
                </a:lnTo>
                <a:close/>
                <a:moveTo>
                  <a:pt x="2057400" y="876300"/>
                </a:moveTo>
                <a:lnTo>
                  <a:pt x="2066925" y="876300"/>
                </a:lnTo>
                <a:lnTo>
                  <a:pt x="2066925" y="885825"/>
                </a:lnTo>
                <a:lnTo>
                  <a:pt x="2057400" y="885825"/>
                </a:lnTo>
                <a:close/>
                <a:moveTo>
                  <a:pt x="314325" y="895350"/>
                </a:moveTo>
                <a:lnTo>
                  <a:pt x="342900" y="895350"/>
                </a:lnTo>
                <a:lnTo>
                  <a:pt x="342900" y="914400"/>
                </a:lnTo>
                <a:lnTo>
                  <a:pt x="333375" y="914400"/>
                </a:lnTo>
                <a:lnTo>
                  <a:pt x="333375" y="923925"/>
                </a:lnTo>
                <a:lnTo>
                  <a:pt x="323850" y="923925"/>
                </a:lnTo>
                <a:lnTo>
                  <a:pt x="323850" y="914400"/>
                </a:lnTo>
                <a:lnTo>
                  <a:pt x="314325" y="914400"/>
                </a:lnTo>
                <a:lnTo>
                  <a:pt x="314325" y="923925"/>
                </a:lnTo>
                <a:lnTo>
                  <a:pt x="304800" y="923925"/>
                </a:lnTo>
                <a:lnTo>
                  <a:pt x="304800" y="904875"/>
                </a:lnTo>
                <a:lnTo>
                  <a:pt x="314325" y="904875"/>
                </a:lnTo>
                <a:close/>
                <a:moveTo>
                  <a:pt x="2190750" y="904875"/>
                </a:moveTo>
                <a:lnTo>
                  <a:pt x="2200275" y="904875"/>
                </a:lnTo>
                <a:lnTo>
                  <a:pt x="2200275" y="971550"/>
                </a:lnTo>
                <a:lnTo>
                  <a:pt x="2190750" y="971550"/>
                </a:lnTo>
                <a:lnTo>
                  <a:pt x="2190750" y="981075"/>
                </a:lnTo>
                <a:lnTo>
                  <a:pt x="2181225" y="981075"/>
                </a:lnTo>
                <a:lnTo>
                  <a:pt x="2181225" y="962025"/>
                </a:lnTo>
                <a:lnTo>
                  <a:pt x="2190750" y="962025"/>
                </a:lnTo>
                <a:lnTo>
                  <a:pt x="2190750" y="942975"/>
                </a:lnTo>
                <a:lnTo>
                  <a:pt x="2181225" y="942975"/>
                </a:lnTo>
                <a:lnTo>
                  <a:pt x="2181225" y="933450"/>
                </a:lnTo>
                <a:lnTo>
                  <a:pt x="2190750" y="933450"/>
                </a:lnTo>
                <a:close/>
                <a:moveTo>
                  <a:pt x="371475" y="914400"/>
                </a:moveTo>
                <a:lnTo>
                  <a:pt x="381000" y="914400"/>
                </a:lnTo>
                <a:lnTo>
                  <a:pt x="381000" y="933450"/>
                </a:lnTo>
                <a:lnTo>
                  <a:pt x="390525" y="933450"/>
                </a:lnTo>
                <a:lnTo>
                  <a:pt x="390525" y="942975"/>
                </a:lnTo>
                <a:lnTo>
                  <a:pt x="371475" y="942975"/>
                </a:lnTo>
                <a:lnTo>
                  <a:pt x="371475" y="952500"/>
                </a:lnTo>
                <a:lnTo>
                  <a:pt x="352425" y="952500"/>
                </a:lnTo>
                <a:lnTo>
                  <a:pt x="352425" y="933450"/>
                </a:lnTo>
                <a:lnTo>
                  <a:pt x="371475" y="933450"/>
                </a:lnTo>
                <a:close/>
                <a:moveTo>
                  <a:pt x="2095500" y="914400"/>
                </a:moveTo>
                <a:lnTo>
                  <a:pt x="2105025" y="914400"/>
                </a:lnTo>
                <a:lnTo>
                  <a:pt x="2105025" y="923925"/>
                </a:lnTo>
                <a:lnTo>
                  <a:pt x="2095500" y="923925"/>
                </a:lnTo>
                <a:close/>
                <a:moveTo>
                  <a:pt x="314325" y="923925"/>
                </a:moveTo>
                <a:lnTo>
                  <a:pt x="323850" y="923925"/>
                </a:lnTo>
                <a:lnTo>
                  <a:pt x="323850" y="933450"/>
                </a:lnTo>
                <a:lnTo>
                  <a:pt x="333375" y="933450"/>
                </a:lnTo>
                <a:lnTo>
                  <a:pt x="333375" y="962025"/>
                </a:lnTo>
                <a:lnTo>
                  <a:pt x="314325" y="962025"/>
                </a:lnTo>
                <a:lnTo>
                  <a:pt x="314325" y="971550"/>
                </a:lnTo>
                <a:lnTo>
                  <a:pt x="295275" y="971550"/>
                </a:lnTo>
                <a:lnTo>
                  <a:pt x="295275" y="981075"/>
                </a:lnTo>
                <a:lnTo>
                  <a:pt x="285750" y="981075"/>
                </a:lnTo>
                <a:lnTo>
                  <a:pt x="285750" y="971550"/>
                </a:lnTo>
                <a:lnTo>
                  <a:pt x="276225" y="971550"/>
                </a:lnTo>
                <a:lnTo>
                  <a:pt x="276225" y="962025"/>
                </a:lnTo>
                <a:lnTo>
                  <a:pt x="266700" y="962025"/>
                </a:lnTo>
                <a:lnTo>
                  <a:pt x="266700" y="952500"/>
                </a:lnTo>
                <a:lnTo>
                  <a:pt x="247650" y="952500"/>
                </a:lnTo>
                <a:lnTo>
                  <a:pt x="247650" y="990600"/>
                </a:lnTo>
                <a:lnTo>
                  <a:pt x="257175" y="990600"/>
                </a:lnTo>
                <a:lnTo>
                  <a:pt x="257175" y="1000125"/>
                </a:lnTo>
                <a:lnTo>
                  <a:pt x="247650" y="1000125"/>
                </a:lnTo>
                <a:lnTo>
                  <a:pt x="247650" y="1009650"/>
                </a:lnTo>
                <a:lnTo>
                  <a:pt x="238125" y="1009650"/>
                </a:lnTo>
                <a:lnTo>
                  <a:pt x="238125" y="942975"/>
                </a:lnTo>
                <a:lnTo>
                  <a:pt x="276225" y="942975"/>
                </a:lnTo>
                <a:lnTo>
                  <a:pt x="276225" y="952500"/>
                </a:lnTo>
                <a:lnTo>
                  <a:pt x="285750" y="952500"/>
                </a:lnTo>
                <a:lnTo>
                  <a:pt x="285750" y="933450"/>
                </a:lnTo>
                <a:lnTo>
                  <a:pt x="295275" y="933450"/>
                </a:lnTo>
                <a:lnTo>
                  <a:pt x="295275" y="952500"/>
                </a:lnTo>
                <a:lnTo>
                  <a:pt x="304800" y="952500"/>
                </a:lnTo>
                <a:lnTo>
                  <a:pt x="304800" y="933450"/>
                </a:lnTo>
                <a:lnTo>
                  <a:pt x="314325" y="933450"/>
                </a:lnTo>
                <a:close/>
                <a:moveTo>
                  <a:pt x="428625" y="933450"/>
                </a:moveTo>
                <a:lnTo>
                  <a:pt x="438150" y="933450"/>
                </a:lnTo>
                <a:lnTo>
                  <a:pt x="438150" y="952500"/>
                </a:lnTo>
                <a:lnTo>
                  <a:pt x="428625" y="952500"/>
                </a:lnTo>
                <a:close/>
                <a:moveTo>
                  <a:pt x="2000250" y="933450"/>
                </a:moveTo>
                <a:lnTo>
                  <a:pt x="2019300" y="933450"/>
                </a:lnTo>
                <a:lnTo>
                  <a:pt x="2019300" y="942975"/>
                </a:lnTo>
                <a:lnTo>
                  <a:pt x="2009775" y="942975"/>
                </a:lnTo>
                <a:lnTo>
                  <a:pt x="2009775" y="981075"/>
                </a:lnTo>
                <a:lnTo>
                  <a:pt x="2000250" y="981075"/>
                </a:lnTo>
                <a:close/>
                <a:moveTo>
                  <a:pt x="2152650" y="933450"/>
                </a:moveTo>
                <a:lnTo>
                  <a:pt x="2162175" y="933450"/>
                </a:lnTo>
                <a:lnTo>
                  <a:pt x="2162175" y="942975"/>
                </a:lnTo>
                <a:lnTo>
                  <a:pt x="2152650" y="942975"/>
                </a:lnTo>
                <a:close/>
                <a:moveTo>
                  <a:pt x="2143125" y="942975"/>
                </a:moveTo>
                <a:lnTo>
                  <a:pt x="2152650" y="942975"/>
                </a:lnTo>
                <a:lnTo>
                  <a:pt x="2152650" y="952500"/>
                </a:lnTo>
                <a:lnTo>
                  <a:pt x="2143125" y="952500"/>
                </a:lnTo>
                <a:close/>
                <a:moveTo>
                  <a:pt x="438150" y="952500"/>
                </a:moveTo>
                <a:lnTo>
                  <a:pt x="447675" y="952500"/>
                </a:lnTo>
                <a:lnTo>
                  <a:pt x="447675" y="962025"/>
                </a:lnTo>
                <a:lnTo>
                  <a:pt x="438150" y="962025"/>
                </a:lnTo>
                <a:close/>
                <a:moveTo>
                  <a:pt x="2076450" y="952500"/>
                </a:moveTo>
                <a:lnTo>
                  <a:pt x="2095500" y="952500"/>
                </a:lnTo>
                <a:lnTo>
                  <a:pt x="2095500" y="962025"/>
                </a:lnTo>
                <a:lnTo>
                  <a:pt x="2085975" y="962025"/>
                </a:lnTo>
                <a:lnTo>
                  <a:pt x="2085975" y="981075"/>
                </a:lnTo>
                <a:lnTo>
                  <a:pt x="2076450" y="981075"/>
                </a:lnTo>
                <a:close/>
                <a:moveTo>
                  <a:pt x="342900" y="962025"/>
                </a:moveTo>
                <a:lnTo>
                  <a:pt x="352425" y="962025"/>
                </a:lnTo>
                <a:lnTo>
                  <a:pt x="352425" y="971550"/>
                </a:lnTo>
                <a:lnTo>
                  <a:pt x="371475" y="971550"/>
                </a:lnTo>
                <a:lnTo>
                  <a:pt x="371475" y="962025"/>
                </a:lnTo>
                <a:lnTo>
                  <a:pt x="381000" y="962025"/>
                </a:lnTo>
                <a:lnTo>
                  <a:pt x="381000" y="981075"/>
                </a:lnTo>
                <a:lnTo>
                  <a:pt x="352425" y="981075"/>
                </a:lnTo>
                <a:lnTo>
                  <a:pt x="352425" y="990600"/>
                </a:lnTo>
                <a:lnTo>
                  <a:pt x="342900" y="990600"/>
                </a:lnTo>
                <a:lnTo>
                  <a:pt x="342900" y="981075"/>
                </a:lnTo>
                <a:lnTo>
                  <a:pt x="333375" y="981075"/>
                </a:lnTo>
                <a:lnTo>
                  <a:pt x="333375" y="971550"/>
                </a:lnTo>
                <a:lnTo>
                  <a:pt x="342900" y="971550"/>
                </a:lnTo>
                <a:close/>
                <a:moveTo>
                  <a:pt x="447675" y="962025"/>
                </a:moveTo>
                <a:lnTo>
                  <a:pt x="457200" y="962025"/>
                </a:lnTo>
                <a:lnTo>
                  <a:pt x="457200" y="971550"/>
                </a:lnTo>
                <a:lnTo>
                  <a:pt x="447675" y="971550"/>
                </a:lnTo>
                <a:close/>
                <a:moveTo>
                  <a:pt x="2028825" y="971550"/>
                </a:moveTo>
                <a:lnTo>
                  <a:pt x="2038350" y="971550"/>
                </a:lnTo>
                <a:lnTo>
                  <a:pt x="2038350" y="981075"/>
                </a:lnTo>
                <a:lnTo>
                  <a:pt x="2028825" y="981075"/>
                </a:lnTo>
                <a:close/>
                <a:moveTo>
                  <a:pt x="1990725" y="990600"/>
                </a:moveTo>
                <a:lnTo>
                  <a:pt x="2000250" y="990600"/>
                </a:lnTo>
                <a:lnTo>
                  <a:pt x="2000250" y="1000125"/>
                </a:lnTo>
                <a:lnTo>
                  <a:pt x="1990725" y="1000125"/>
                </a:lnTo>
                <a:close/>
                <a:moveTo>
                  <a:pt x="2190750" y="990600"/>
                </a:moveTo>
                <a:lnTo>
                  <a:pt x="2200275" y="990600"/>
                </a:lnTo>
                <a:lnTo>
                  <a:pt x="2200275" y="1038225"/>
                </a:lnTo>
                <a:lnTo>
                  <a:pt x="2190750" y="1038225"/>
                </a:lnTo>
                <a:close/>
                <a:moveTo>
                  <a:pt x="0" y="1009650"/>
                </a:moveTo>
                <a:lnTo>
                  <a:pt x="9525" y="1009650"/>
                </a:lnTo>
                <a:lnTo>
                  <a:pt x="9525" y="1085850"/>
                </a:lnTo>
                <a:lnTo>
                  <a:pt x="0" y="1085850"/>
                </a:lnTo>
                <a:close/>
                <a:moveTo>
                  <a:pt x="247650" y="1019175"/>
                </a:moveTo>
                <a:lnTo>
                  <a:pt x="266700" y="1019175"/>
                </a:lnTo>
                <a:lnTo>
                  <a:pt x="266700" y="1028700"/>
                </a:lnTo>
                <a:lnTo>
                  <a:pt x="276225" y="1028700"/>
                </a:lnTo>
                <a:lnTo>
                  <a:pt x="276225" y="1038225"/>
                </a:lnTo>
                <a:lnTo>
                  <a:pt x="257175" y="1038225"/>
                </a:lnTo>
                <a:lnTo>
                  <a:pt x="257175" y="1028700"/>
                </a:lnTo>
                <a:lnTo>
                  <a:pt x="247650" y="1028700"/>
                </a:lnTo>
                <a:close/>
                <a:moveTo>
                  <a:pt x="323850" y="1019175"/>
                </a:moveTo>
                <a:lnTo>
                  <a:pt x="333375" y="1019175"/>
                </a:lnTo>
                <a:lnTo>
                  <a:pt x="333375" y="1028700"/>
                </a:lnTo>
                <a:lnTo>
                  <a:pt x="323850" y="1028700"/>
                </a:lnTo>
                <a:close/>
                <a:moveTo>
                  <a:pt x="428625" y="1019175"/>
                </a:moveTo>
                <a:lnTo>
                  <a:pt x="438150" y="1019175"/>
                </a:lnTo>
                <a:lnTo>
                  <a:pt x="438150" y="1028700"/>
                </a:lnTo>
                <a:lnTo>
                  <a:pt x="428625" y="1028700"/>
                </a:lnTo>
                <a:close/>
                <a:moveTo>
                  <a:pt x="2162175" y="1028700"/>
                </a:moveTo>
                <a:lnTo>
                  <a:pt x="2181225" y="1028700"/>
                </a:lnTo>
                <a:lnTo>
                  <a:pt x="2181225" y="1038225"/>
                </a:lnTo>
                <a:lnTo>
                  <a:pt x="2190750" y="1038225"/>
                </a:lnTo>
                <a:lnTo>
                  <a:pt x="2190750" y="1066800"/>
                </a:lnTo>
                <a:lnTo>
                  <a:pt x="2181225" y="1066800"/>
                </a:lnTo>
                <a:lnTo>
                  <a:pt x="2181225" y="1076325"/>
                </a:lnTo>
                <a:lnTo>
                  <a:pt x="2171700" y="1076325"/>
                </a:lnTo>
                <a:lnTo>
                  <a:pt x="2171700" y="1085850"/>
                </a:lnTo>
                <a:lnTo>
                  <a:pt x="2143125" y="1085850"/>
                </a:lnTo>
                <a:lnTo>
                  <a:pt x="2143125" y="1066800"/>
                </a:lnTo>
                <a:lnTo>
                  <a:pt x="2162175" y="1066800"/>
                </a:lnTo>
                <a:close/>
                <a:moveTo>
                  <a:pt x="419100" y="1038225"/>
                </a:moveTo>
                <a:lnTo>
                  <a:pt x="428625" y="1038225"/>
                </a:lnTo>
                <a:lnTo>
                  <a:pt x="428625" y="1047750"/>
                </a:lnTo>
                <a:lnTo>
                  <a:pt x="419100" y="1047750"/>
                </a:lnTo>
                <a:close/>
                <a:moveTo>
                  <a:pt x="2105025" y="1038225"/>
                </a:moveTo>
                <a:lnTo>
                  <a:pt x="2114550" y="1038225"/>
                </a:lnTo>
                <a:lnTo>
                  <a:pt x="2114550" y="1047750"/>
                </a:lnTo>
                <a:lnTo>
                  <a:pt x="2133600" y="1047750"/>
                </a:lnTo>
                <a:lnTo>
                  <a:pt x="2133600" y="1057275"/>
                </a:lnTo>
                <a:lnTo>
                  <a:pt x="2114550" y="1057275"/>
                </a:lnTo>
                <a:lnTo>
                  <a:pt x="2114550" y="1066800"/>
                </a:lnTo>
                <a:lnTo>
                  <a:pt x="2105025" y="1066800"/>
                </a:lnTo>
                <a:lnTo>
                  <a:pt x="2105025" y="1085850"/>
                </a:lnTo>
                <a:lnTo>
                  <a:pt x="2095500" y="1085850"/>
                </a:lnTo>
                <a:lnTo>
                  <a:pt x="2095500" y="1047750"/>
                </a:lnTo>
                <a:lnTo>
                  <a:pt x="2105025" y="1047750"/>
                </a:lnTo>
                <a:close/>
                <a:moveTo>
                  <a:pt x="285750" y="1047750"/>
                </a:moveTo>
                <a:lnTo>
                  <a:pt x="314325" y="1047750"/>
                </a:lnTo>
                <a:lnTo>
                  <a:pt x="314325" y="1057275"/>
                </a:lnTo>
                <a:lnTo>
                  <a:pt x="285750" y="1057275"/>
                </a:lnTo>
                <a:close/>
                <a:moveTo>
                  <a:pt x="409575" y="1047750"/>
                </a:moveTo>
                <a:lnTo>
                  <a:pt x="419100" y="1047750"/>
                </a:lnTo>
                <a:lnTo>
                  <a:pt x="419100" y="1066800"/>
                </a:lnTo>
                <a:lnTo>
                  <a:pt x="409575" y="1066800"/>
                </a:lnTo>
                <a:close/>
                <a:moveTo>
                  <a:pt x="333375" y="1057275"/>
                </a:moveTo>
                <a:lnTo>
                  <a:pt x="342900" y="1057275"/>
                </a:lnTo>
                <a:lnTo>
                  <a:pt x="342900" y="1066800"/>
                </a:lnTo>
                <a:lnTo>
                  <a:pt x="352425" y="1066800"/>
                </a:lnTo>
                <a:lnTo>
                  <a:pt x="352425" y="1085850"/>
                </a:lnTo>
                <a:lnTo>
                  <a:pt x="333375" y="1085850"/>
                </a:lnTo>
                <a:close/>
                <a:moveTo>
                  <a:pt x="2019300" y="1057275"/>
                </a:moveTo>
                <a:lnTo>
                  <a:pt x="2028825" y="1057275"/>
                </a:lnTo>
                <a:lnTo>
                  <a:pt x="2028825" y="1066800"/>
                </a:lnTo>
                <a:lnTo>
                  <a:pt x="2019300" y="1066800"/>
                </a:lnTo>
                <a:close/>
                <a:moveTo>
                  <a:pt x="400050" y="1066800"/>
                </a:moveTo>
                <a:lnTo>
                  <a:pt x="409575" y="1066800"/>
                </a:lnTo>
                <a:lnTo>
                  <a:pt x="409575" y="1076325"/>
                </a:lnTo>
                <a:lnTo>
                  <a:pt x="400050" y="1076325"/>
                </a:lnTo>
                <a:close/>
                <a:moveTo>
                  <a:pt x="390525" y="1076325"/>
                </a:moveTo>
                <a:lnTo>
                  <a:pt x="400050" y="1076325"/>
                </a:lnTo>
                <a:lnTo>
                  <a:pt x="400050" y="1085850"/>
                </a:lnTo>
                <a:lnTo>
                  <a:pt x="390525" y="1085850"/>
                </a:lnTo>
                <a:close/>
                <a:moveTo>
                  <a:pt x="361950" y="1085850"/>
                </a:moveTo>
                <a:lnTo>
                  <a:pt x="390525" y="1085850"/>
                </a:lnTo>
                <a:lnTo>
                  <a:pt x="390525" y="1095375"/>
                </a:lnTo>
                <a:lnTo>
                  <a:pt x="361950" y="1095375"/>
                </a:lnTo>
                <a:close/>
                <a:moveTo>
                  <a:pt x="2047875" y="1085850"/>
                </a:moveTo>
                <a:lnTo>
                  <a:pt x="2057400" y="1085850"/>
                </a:lnTo>
                <a:lnTo>
                  <a:pt x="2057400" y="1095375"/>
                </a:lnTo>
                <a:lnTo>
                  <a:pt x="2047875" y="1095375"/>
                </a:lnTo>
                <a:close/>
                <a:moveTo>
                  <a:pt x="0" y="1152525"/>
                </a:moveTo>
                <a:lnTo>
                  <a:pt x="9525" y="1152525"/>
                </a:lnTo>
                <a:lnTo>
                  <a:pt x="9525" y="1181100"/>
                </a:lnTo>
                <a:lnTo>
                  <a:pt x="0" y="1181100"/>
                </a:lnTo>
                <a:close/>
                <a:moveTo>
                  <a:pt x="295275" y="1152525"/>
                </a:moveTo>
                <a:lnTo>
                  <a:pt x="314325" y="1152525"/>
                </a:lnTo>
                <a:lnTo>
                  <a:pt x="314325" y="1162050"/>
                </a:lnTo>
                <a:lnTo>
                  <a:pt x="323850" y="1162050"/>
                </a:lnTo>
                <a:lnTo>
                  <a:pt x="323850" y="1171575"/>
                </a:lnTo>
                <a:lnTo>
                  <a:pt x="314325" y="1171575"/>
                </a:lnTo>
                <a:lnTo>
                  <a:pt x="314325" y="1181100"/>
                </a:lnTo>
                <a:lnTo>
                  <a:pt x="295275" y="1181100"/>
                </a:lnTo>
                <a:lnTo>
                  <a:pt x="295275" y="1171575"/>
                </a:lnTo>
                <a:lnTo>
                  <a:pt x="285750" y="1171575"/>
                </a:lnTo>
                <a:lnTo>
                  <a:pt x="285750" y="1162050"/>
                </a:lnTo>
                <a:lnTo>
                  <a:pt x="295275" y="1162050"/>
                </a:lnTo>
                <a:close/>
                <a:moveTo>
                  <a:pt x="238125" y="1171575"/>
                </a:moveTo>
                <a:lnTo>
                  <a:pt x="257175" y="1171575"/>
                </a:lnTo>
                <a:lnTo>
                  <a:pt x="257175" y="1190625"/>
                </a:lnTo>
                <a:lnTo>
                  <a:pt x="238125" y="1190625"/>
                </a:lnTo>
                <a:close/>
                <a:moveTo>
                  <a:pt x="323850" y="1171575"/>
                </a:moveTo>
                <a:lnTo>
                  <a:pt x="333375" y="1171575"/>
                </a:lnTo>
                <a:lnTo>
                  <a:pt x="333375" y="1181100"/>
                </a:lnTo>
                <a:lnTo>
                  <a:pt x="323850" y="1181100"/>
                </a:lnTo>
                <a:close/>
                <a:moveTo>
                  <a:pt x="2133600" y="1171575"/>
                </a:moveTo>
                <a:lnTo>
                  <a:pt x="2162175" y="1171575"/>
                </a:lnTo>
                <a:lnTo>
                  <a:pt x="2162175" y="1190625"/>
                </a:lnTo>
                <a:lnTo>
                  <a:pt x="2152650" y="1190625"/>
                </a:lnTo>
                <a:lnTo>
                  <a:pt x="2152650" y="1200150"/>
                </a:lnTo>
                <a:lnTo>
                  <a:pt x="2143125" y="1200150"/>
                </a:lnTo>
                <a:lnTo>
                  <a:pt x="2143125" y="1238250"/>
                </a:lnTo>
                <a:lnTo>
                  <a:pt x="2152650" y="1238250"/>
                </a:lnTo>
                <a:lnTo>
                  <a:pt x="2152650" y="1257300"/>
                </a:lnTo>
                <a:lnTo>
                  <a:pt x="2162175" y="1257300"/>
                </a:lnTo>
                <a:lnTo>
                  <a:pt x="2162175" y="1266825"/>
                </a:lnTo>
                <a:lnTo>
                  <a:pt x="2124075" y="1266825"/>
                </a:lnTo>
                <a:lnTo>
                  <a:pt x="2124075" y="1304925"/>
                </a:lnTo>
                <a:lnTo>
                  <a:pt x="2133600" y="1304925"/>
                </a:lnTo>
                <a:lnTo>
                  <a:pt x="2133600" y="1323975"/>
                </a:lnTo>
                <a:lnTo>
                  <a:pt x="2114550" y="1323975"/>
                </a:lnTo>
                <a:lnTo>
                  <a:pt x="2114550" y="1333500"/>
                </a:lnTo>
                <a:lnTo>
                  <a:pt x="2105025" y="1333500"/>
                </a:lnTo>
                <a:lnTo>
                  <a:pt x="2105025" y="1343025"/>
                </a:lnTo>
                <a:lnTo>
                  <a:pt x="2085975" y="1343025"/>
                </a:lnTo>
                <a:lnTo>
                  <a:pt x="2085975" y="1333500"/>
                </a:lnTo>
                <a:lnTo>
                  <a:pt x="2095500" y="1333500"/>
                </a:lnTo>
                <a:lnTo>
                  <a:pt x="2095500" y="1323975"/>
                </a:lnTo>
                <a:lnTo>
                  <a:pt x="2105025" y="1323975"/>
                </a:lnTo>
                <a:lnTo>
                  <a:pt x="2105025" y="1295400"/>
                </a:lnTo>
                <a:lnTo>
                  <a:pt x="2114550" y="1295400"/>
                </a:lnTo>
                <a:lnTo>
                  <a:pt x="2114550" y="1276350"/>
                </a:lnTo>
                <a:lnTo>
                  <a:pt x="2105025" y="1276350"/>
                </a:lnTo>
                <a:lnTo>
                  <a:pt x="2105025" y="1266825"/>
                </a:lnTo>
                <a:lnTo>
                  <a:pt x="2114550" y="1266825"/>
                </a:lnTo>
                <a:lnTo>
                  <a:pt x="2114550" y="1257300"/>
                </a:lnTo>
                <a:lnTo>
                  <a:pt x="2095500" y="1257300"/>
                </a:lnTo>
                <a:lnTo>
                  <a:pt x="2095500" y="1238250"/>
                </a:lnTo>
                <a:lnTo>
                  <a:pt x="2105025" y="1238250"/>
                </a:lnTo>
                <a:lnTo>
                  <a:pt x="2105025" y="1228725"/>
                </a:lnTo>
                <a:lnTo>
                  <a:pt x="2124075" y="1228725"/>
                </a:lnTo>
                <a:lnTo>
                  <a:pt x="2124075" y="1181100"/>
                </a:lnTo>
                <a:lnTo>
                  <a:pt x="2133600" y="1181100"/>
                </a:lnTo>
                <a:close/>
                <a:moveTo>
                  <a:pt x="2190750" y="1181100"/>
                </a:moveTo>
                <a:lnTo>
                  <a:pt x="2200275" y="1181100"/>
                </a:lnTo>
                <a:lnTo>
                  <a:pt x="2200275" y="1200150"/>
                </a:lnTo>
                <a:lnTo>
                  <a:pt x="2190750" y="1200150"/>
                </a:lnTo>
                <a:close/>
                <a:moveTo>
                  <a:pt x="228600" y="1190625"/>
                </a:moveTo>
                <a:lnTo>
                  <a:pt x="238125" y="1190625"/>
                </a:lnTo>
                <a:lnTo>
                  <a:pt x="238125" y="1219200"/>
                </a:lnTo>
                <a:lnTo>
                  <a:pt x="228600" y="1219200"/>
                </a:lnTo>
                <a:close/>
                <a:moveTo>
                  <a:pt x="333375" y="1190625"/>
                </a:moveTo>
                <a:lnTo>
                  <a:pt x="342900" y="1190625"/>
                </a:lnTo>
                <a:lnTo>
                  <a:pt x="342900" y="1228725"/>
                </a:lnTo>
                <a:lnTo>
                  <a:pt x="333375" y="1228725"/>
                </a:lnTo>
                <a:close/>
                <a:moveTo>
                  <a:pt x="2190750" y="1209675"/>
                </a:moveTo>
                <a:lnTo>
                  <a:pt x="2200275" y="1209675"/>
                </a:lnTo>
                <a:lnTo>
                  <a:pt x="2200275" y="1219200"/>
                </a:lnTo>
                <a:lnTo>
                  <a:pt x="2190750" y="1219200"/>
                </a:lnTo>
                <a:close/>
                <a:moveTo>
                  <a:pt x="342900" y="1228725"/>
                </a:moveTo>
                <a:lnTo>
                  <a:pt x="352425" y="1228725"/>
                </a:lnTo>
                <a:lnTo>
                  <a:pt x="352425" y="1238250"/>
                </a:lnTo>
                <a:lnTo>
                  <a:pt x="342900" y="1238250"/>
                </a:lnTo>
                <a:close/>
                <a:moveTo>
                  <a:pt x="323850" y="1247775"/>
                </a:moveTo>
                <a:lnTo>
                  <a:pt x="342900" y="1247775"/>
                </a:lnTo>
                <a:lnTo>
                  <a:pt x="342900" y="1266825"/>
                </a:lnTo>
                <a:lnTo>
                  <a:pt x="323850" y="1266825"/>
                </a:lnTo>
                <a:close/>
                <a:moveTo>
                  <a:pt x="2200275" y="1257300"/>
                </a:moveTo>
                <a:lnTo>
                  <a:pt x="2209800" y="1257300"/>
                </a:lnTo>
                <a:lnTo>
                  <a:pt x="2209800" y="1266825"/>
                </a:lnTo>
                <a:lnTo>
                  <a:pt x="2200275" y="1266825"/>
                </a:lnTo>
                <a:close/>
                <a:moveTo>
                  <a:pt x="228600" y="1266825"/>
                </a:moveTo>
                <a:lnTo>
                  <a:pt x="238125" y="1266825"/>
                </a:lnTo>
                <a:lnTo>
                  <a:pt x="238125" y="1285875"/>
                </a:lnTo>
                <a:lnTo>
                  <a:pt x="228600" y="1285875"/>
                </a:lnTo>
                <a:close/>
                <a:moveTo>
                  <a:pt x="266700" y="1266825"/>
                </a:moveTo>
                <a:lnTo>
                  <a:pt x="295275" y="1266825"/>
                </a:lnTo>
                <a:lnTo>
                  <a:pt x="295275" y="1276350"/>
                </a:lnTo>
                <a:lnTo>
                  <a:pt x="304800" y="1276350"/>
                </a:lnTo>
                <a:lnTo>
                  <a:pt x="304800" y="1266825"/>
                </a:lnTo>
                <a:lnTo>
                  <a:pt x="314325" y="1266825"/>
                </a:lnTo>
                <a:lnTo>
                  <a:pt x="314325" y="1276350"/>
                </a:lnTo>
                <a:lnTo>
                  <a:pt x="304800" y="1276350"/>
                </a:lnTo>
                <a:lnTo>
                  <a:pt x="304800" y="1285875"/>
                </a:lnTo>
                <a:lnTo>
                  <a:pt x="295275" y="1285875"/>
                </a:lnTo>
                <a:lnTo>
                  <a:pt x="295275" y="1295400"/>
                </a:lnTo>
                <a:lnTo>
                  <a:pt x="285750" y="1295400"/>
                </a:lnTo>
                <a:lnTo>
                  <a:pt x="285750" y="1304925"/>
                </a:lnTo>
                <a:lnTo>
                  <a:pt x="257175" y="1304925"/>
                </a:lnTo>
                <a:lnTo>
                  <a:pt x="257175" y="1295400"/>
                </a:lnTo>
                <a:lnTo>
                  <a:pt x="247650" y="1295400"/>
                </a:lnTo>
                <a:lnTo>
                  <a:pt x="247650" y="1304925"/>
                </a:lnTo>
                <a:lnTo>
                  <a:pt x="238125" y="1304925"/>
                </a:lnTo>
                <a:lnTo>
                  <a:pt x="238125" y="1285875"/>
                </a:lnTo>
                <a:lnTo>
                  <a:pt x="257175" y="1285875"/>
                </a:lnTo>
                <a:lnTo>
                  <a:pt x="257175" y="1276350"/>
                </a:lnTo>
                <a:lnTo>
                  <a:pt x="266700" y="1276350"/>
                </a:lnTo>
                <a:close/>
                <a:moveTo>
                  <a:pt x="0" y="1276350"/>
                </a:moveTo>
                <a:lnTo>
                  <a:pt x="9525" y="1276350"/>
                </a:lnTo>
                <a:lnTo>
                  <a:pt x="9525" y="1285875"/>
                </a:lnTo>
                <a:lnTo>
                  <a:pt x="0" y="1285875"/>
                </a:lnTo>
                <a:close/>
                <a:moveTo>
                  <a:pt x="2162175" y="1276350"/>
                </a:moveTo>
                <a:lnTo>
                  <a:pt x="2181225" y="1276350"/>
                </a:lnTo>
                <a:lnTo>
                  <a:pt x="2181225" y="1285875"/>
                </a:lnTo>
                <a:lnTo>
                  <a:pt x="2200275" y="1285875"/>
                </a:lnTo>
                <a:lnTo>
                  <a:pt x="2200275" y="1333500"/>
                </a:lnTo>
                <a:lnTo>
                  <a:pt x="2190750" y="1333500"/>
                </a:lnTo>
                <a:lnTo>
                  <a:pt x="2190750" y="1352550"/>
                </a:lnTo>
                <a:lnTo>
                  <a:pt x="2181225" y="1352550"/>
                </a:lnTo>
                <a:lnTo>
                  <a:pt x="2181225" y="1323975"/>
                </a:lnTo>
                <a:lnTo>
                  <a:pt x="2162175" y="1323975"/>
                </a:lnTo>
                <a:lnTo>
                  <a:pt x="2162175" y="1314450"/>
                </a:lnTo>
                <a:lnTo>
                  <a:pt x="2171700" y="1314450"/>
                </a:lnTo>
                <a:lnTo>
                  <a:pt x="2171700" y="1285875"/>
                </a:lnTo>
                <a:lnTo>
                  <a:pt x="2162175" y="1285875"/>
                </a:lnTo>
                <a:close/>
                <a:moveTo>
                  <a:pt x="381000" y="1314450"/>
                </a:moveTo>
                <a:lnTo>
                  <a:pt x="390525" y="1314450"/>
                </a:lnTo>
                <a:lnTo>
                  <a:pt x="390525" y="1323975"/>
                </a:lnTo>
                <a:lnTo>
                  <a:pt x="400050" y="1323975"/>
                </a:lnTo>
                <a:lnTo>
                  <a:pt x="400050" y="1333500"/>
                </a:lnTo>
                <a:lnTo>
                  <a:pt x="371475" y="1333500"/>
                </a:lnTo>
                <a:lnTo>
                  <a:pt x="371475" y="1323975"/>
                </a:lnTo>
                <a:lnTo>
                  <a:pt x="381000" y="1323975"/>
                </a:lnTo>
                <a:close/>
                <a:moveTo>
                  <a:pt x="2143125" y="1314450"/>
                </a:moveTo>
                <a:lnTo>
                  <a:pt x="2152650" y="1314450"/>
                </a:lnTo>
                <a:lnTo>
                  <a:pt x="2152650" y="1323975"/>
                </a:lnTo>
                <a:lnTo>
                  <a:pt x="2143125" y="1323975"/>
                </a:lnTo>
                <a:close/>
                <a:moveTo>
                  <a:pt x="0" y="1323975"/>
                </a:moveTo>
                <a:lnTo>
                  <a:pt x="9525" y="1323975"/>
                </a:lnTo>
                <a:lnTo>
                  <a:pt x="9525" y="1362075"/>
                </a:lnTo>
                <a:lnTo>
                  <a:pt x="0" y="1362075"/>
                </a:lnTo>
                <a:close/>
                <a:moveTo>
                  <a:pt x="2038350" y="1323975"/>
                </a:moveTo>
                <a:lnTo>
                  <a:pt x="2047875" y="1323975"/>
                </a:lnTo>
                <a:lnTo>
                  <a:pt x="2047875" y="1333500"/>
                </a:lnTo>
                <a:lnTo>
                  <a:pt x="2057400" y="1333500"/>
                </a:lnTo>
                <a:lnTo>
                  <a:pt x="2057400" y="1352550"/>
                </a:lnTo>
                <a:lnTo>
                  <a:pt x="2038350" y="1352550"/>
                </a:lnTo>
                <a:lnTo>
                  <a:pt x="2038350" y="1343025"/>
                </a:lnTo>
                <a:lnTo>
                  <a:pt x="2009775" y="1343025"/>
                </a:lnTo>
                <a:lnTo>
                  <a:pt x="2009775" y="1352550"/>
                </a:lnTo>
                <a:lnTo>
                  <a:pt x="2019300" y="1352550"/>
                </a:lnTo>
                <a:lnTo>
                  <a:pt x="2019300" y="1362075"/>
                </a:lnTo>
                <a:lnTo>
                  <a:pt x="2009775" y="1362075"/>
                </a:lnTo>
                <a:lnTo>
                  <a:pt x="2009775" y="1371600"/>
                </a:lnTo>
                <a:lnTo>
                  <a:pt x="2000250" y="1371600"/>
                </a:lnTo>
                <a:lnTo>
                  <a:pt x="2000250" y="1333500"/>
                </a:lnTo>
                <a:lnTo>
                  <a:pt x="2038350" y="1333500"/>
                </a:lnTo>
                <a:close/>
                <a:moveTo>
                  <a:pt x="342900" y="1333500"/>
                </a:moveTo>
                <a:lnTo>
                  <a:pt x="352425" y="1333500"/>
                </a:lnTo>
                <a:lnTo>
                  <a:pt x="352425" y="1352550"/>
                </a:lnTo>
                <a:lnTo>
                  <a:pt x="342900" y="1352550"/>
                </a:lnTo>
                <a:lnTo>
                  <a:pt x="342900" y="1362075"/>
                </a:lnTo>
                <a:lnTo>
                  <a:pt x="333375" y="1362075"/>
                </a:lnTo>
                <a:lnTo>
                  <a:pt x="333375" y="1381125"/>
                </a:lnTo>
                <a:lnTo>
                  <a:pt x="361950" y="1381125"/>
                </a:lnTo>
                <a:lnTo>
                  <a:pt x="361950" y="1362075"/>
                </a:lnTo>
                <a:lnTo>
                  <a:pt x="371475" y="1362075"/>
                </a:lnTo>
                <a:lnTo>
                  <a:pt x="371475" y="1352550"/>
                </a:lnTo>
                <a:lnTo>
                  <a:pt x="381000" y="1352550"/>
                </a:lnTo>
                <a:lnTo>
                  <a:pt x="381000" y="1343025"/>
                </a:lnTo>
                <a:lnTo>
                  <a:pt x="390525" y="1343025"/>
                </a:lnTo>
                <a:lnTo>
                  <a:pt x="390525" y="1352550"/>
                </a:lnTo>
                <a:lnTo>
                  <a:pt x="381000" y="1352550"/>
                </a:lnTo>
                <a:lnTo>
                  <a:pt x="381000" y="1390650"/>
                </a:lnTo>
                <a:lnTo>
                  <a:pt x="390525" y="1390650"/>
                </a:lnTo>
                <a:lnTo>
                  <a:pt x="390525" y="1381125"/>
                </a:lnTo>
                <a:lnTo>
                  <a:pt x="400050" y="1381125"/>
                </a:lnTo>
                <a:lnTo>
                  <a:pt x="400050" y="1362075"/>
                </a:lnTo>
                <a:lnTo>
                  <a:pt x="390525" y="1362075"/>
                </a:lnTo>
                <a:lnTo>
                  <a:pt x="390525" y="1352550"/>
                </a:lnTo>
                <a:lnTo>
                  <a:pt x="400050" y="1352550"/>
                </a:lnTo>
                <a:lnTo>
                  <a:pt x="400050" y="1362075"/>
                </a:lnTo>
                <a:lnTo>
                  <a:pt x="409575" y="1362075"/>
                </a:lnTo>
                <a:lnTo>
                  <a:pt x="409575" y="1371600"/>
                </a:lnTo>
                <a:lnTo>
                  <a:pt x="428625" y="1371600"/>
                </a:lnTo>
                <a:lnTo>
                  <a:pt x="428625" y="1362075"/>
                </a:lnTo>
                <a:lnTo>
                  <a:pt x="438150" y="1362075"/>
                </a:lnTo>
                <a:lnTo>
                  <a:pt x="438150" y="1428750"/>
                </a:lnTo>
                <a:lnTo>
                  <a:pt x="428625" y="1428750"/>
                </a:lnTo>
                <a:lnTo>
                  <a:pt x="428625" y="1419225"/>
                </a:lnTo>
                <a:lnTo>
                  <a:pt x="419100" y="1419225"/>
                </a:lnTo>
                <a:lnTo>
                  <a:pt x="419100" y="1409700"/>
                </a:lnTo>
                <a:lnTo>
                  <a:pt x="428625" y="1409700"/>
                </a:lnTo>
                <a:lnTo>
                  <a:pt x="428625" y="1381125"/>
                </a:lnTo>
                <a:lnTo>
                  <a:pt x="400050" y="1381125"/>
                </a:lnTo>
                <a:lnTo>
                  <a:pt x="400050" y="1400175"/>
                </a:lnTo>
                <a:lnTo>
                  <a:pt x="390525" y="1400175"/>
                </a:lnTo>
                <a:lnTo>
                  <a:pt x="390525" y="1419225"/>
                </a:lnTo>
                <a:lnTo>
                  <a:pt x="381000" y="1419225"/>
                </a:lnTo>
                <a:lnTo>
                  <a:pt x="381000" y="1409700"/>
                </a:lnTo>
                <a:lnTo>
                  <a:pt x="371475" y="1409700"/>
                </a:lnTo>
                <a:lnTo>
                  <a:pt x="371475" y="1400175"/>
                </a:lnTo>
                <a:lnTo>
                  <a:pt x="361950" y="1400175"/>
                </a:lnTo>
                <a:lnTo>
                  <a:pt x="361950" y="1390650"/>
                </a:lnTo>
                <a:lnTo>
                  <a:pt x="352425" y="1390650"/>
                </a:lnTo>
                <a:lnTo>
                  <a:pt x="352425" y="1400175"/>
                </a:lnTo>
                <a:lnTo>
                  <a:pt x="323850" y="1400175"/>
                </a:lnTo>
                <a:lnTo>
                  <a:pt x="323850" y="1390650"/>
                </a:lnTo>
                <a:lnTo>
                  <a:pt x="314325" y="1390650"/>
                </a:lnTo>
                <a:lnTo>
                  <a:pt x="314325" y="1371600"/>
                </a:lnTo>
                <a:lnTo>
                  <a:pt x="295275" y="1371600"/>
                </a:lnTo>
                <a:lnTo>
                  <a:pt x="295275" y="1352550"/>
                </a:lnTo>
                <a:lnTo>
                  <a:pt x="333375" y="1352550"/>
                </a:lnTo>
                <a:lnTo>
                  <a:pt x="333375" y="1343025"/>
                </a:lnTo>
                <a:lnTo>
                  <a:pt x="342900" y="1343025"/>
                </a:lnTo>
                <a:close/>
                <a:moveTo>
                  <a:pt x="438150" y="1333500"/>
                </a:moveTo>
                <a:lnTo>
                  <a:pt x="447675" y="1333500"/>
                </a:lnTo>
                <a:lnTo>
                  <a:pt x="447675" y="1343025"/>
                </a:lnTo>
                <a:lnTo>
                  <a:pt x="438150" y="1343025"/>
                </a:lnTo>
                <a:close/>
                <a:moveTo>
                  <a:pt x="257175" y="1352550"/>
                </a:moveTo>
                <a:lnTo>
                  <a:pt x="266700" y="1352550"/>
                </a:lnTo>
                <a:lnTo>
                  <a:pt x="266700" y="1362075"/>
                </a:lnTo>
                <a:lnTo>
                  <a:pt x="257175" y="1362075"/>
                </a:lnTo>
                <a:close/>
                <a:moveTo>
                  <a:pt x="2143125" y="1352550"/>
                </a:moveTo>
                <a:lnTo>
                  <a:pt x="2152650" y="1352550"/>
                </a:lnTo>
                <a:lnTo>
                  <a:pt x="2152650" y="1362075"/>
                </a:lnTo>
                <a:lnTo>
                  <a:pt x="2162175" y="1362075"/>
                </a:lnTo>
                <a:lnTo>
                  <a:pt x="2162175" y="1390650"/>
                </a:lnTo>
                <a:lnTo>
                  <a:pt x="2171700" y="1390650"/>
                </a:lnTo>
                <a:lnTo>
                  <a:pt x="2171700" y="1381125"/>
                </a:lnTo>
                <a:lnTo>
                  <a:pt x="2200275" y="1381125"/>
                </a:lnTo>
                <a:lnTo>
                  <a:pt x="2200275" y="1457325"/>
                </a:lnTo>
                <a:lnTo>
                  <a:pt x="2190750" y="1457325"/>
                </a:lnTo>
                <a:lnTo>
                  <a:pt x="2190750" y="1438275"/>
                </a:lnTo>
                <a:lnTo>
                  <a:pt x="2171700" y="1438275"/>
                </a:lnTo>
                <a:lnTo>
                  <a:pt x="2171700" y="1457325"/>
                </a:lnTo>
                <a:lnTo>
                  <a:pt x="2190750" y="1457325"/>
                </a:lnTo>
                <a:lnTo>
                  <a:pt x="2190750" y="1485900"/>
                </a:lnTo>
                <a:lnTo>
                  <a:pt x="2200275" y="1485900"/>
                </a:lnTo>
                <a:lnTo>
                  <a:pt x="2200275" y="1524000"/>
                </a:lnTo>
                <a:lnTo>
                  <a:pt x="2190750" y="1524000"/>
                </a:lnTo>
                <a:lnTo>
                  <a:pt x="2190750" y="1533525"/>
                </a:lnTo>
                <a:lnTo>
                  <a:pt x="2181225" y="1533525"/>
                </a:lnTo>
                <a:lnTo>
                  <a:pt x="2181225" y="1543050"/>
                </a:lnTo>
                <a:lnTo>
                  <a:pt x="2190750" y="1543050"/>
                </a:lnTo>
                <a:lnTo>
                  <a:pt x="2190750" y="1666875"/>
                </a:lnTo>
                <a:lnTo>
                  <a:pt x="2162175" y="1666875"/>
                </a:lnTo>
                <a:lnTo>
                  <a:pt x="2162175" y="1676400"/>
                </a:lnTo>
                <a:lnTo>
                  <a:pt x="2152650" y="1676400"/>
                </a:lnTo>
                <a:lnTo>
                  <a:pt x="2152650" y="1685925"/>
                </a:lnTo>
                <a:lnTo>
                  <a:pt x="2181225" y="1685925"/>
                </a:lnTo>
                <a:lnTo>
                  <a:pt x="2181225" y="1695450"/>
                </a:lnTo>
                <a:lnTo>
                  <a:pt x="2190750" y="1695450"/>
                </a:lnTo>
                <a:lnTo>
                  <a:pt x="2190750" y="1724025"/>
                </a:lnTo>
                <a:lnTo>
                  <a:pt x="2181225" y="1724025"/>
                </a:lnTo>
                <a:lnTo>
                  <a:pt x="2181225" y="1762125"/>
                </a:lnTo>
                <a:lnTo>
                  <a:pt x="2162175" y="1762125"/>
                </a:lnTo>
                <a:lnTo>
                  <a:pt x="2162175" y="1771650"/>
                </a:lnTo>
                <a:lnTo>
                  <a:pt x="2133600" y="1771650"/>
                </a:lnTo>
                <a:lnTo>
                  <a:pt x="2133600" y="1762125"/>
                </a:lnTo>
                <a:lnTo>
                  <a:pt x="2114550" y="1762125"/>
                </a:lnTo>
                <a:lnTo>
                  <a:pt x="2114550" y="1771650"/>
                </a:lnTo>
                <a:lnTo>
                  <a:pt x="2105025" y="1771650"/>
                </a:lnTo>
                <a:lnTo>
                  <a:pt x="2105025" y="1781175"/>
                </a:lnTo>
                <a:lnTo>
                  <a:pt x="2095500" y="1781175"/>
                </a:lnTo>
                <a:lnTo>
                  <a:pt x="2095500" y="1790700"/>
                </a:lnTo>
                <a:lnTo>
                  <a:pt x="2085975" y="1790700"/>
                </a:lnTo>
                <a:lnTo>
                  <a:pt x="2085975" y="1771650"/>
                </a:lnTo>
                <a:lnTo>
                  <a:pt x="2095500" y="1771650"/>
                </a:lnTo>
                <a:lnTo>
                  <a:pt x="2095500" y="1752600"/>
                </a:lnTo>
                <a:lnTo>
                  <a:pt x="2085975" y="1752600"/>
                </a:lnTo>
                <a:lnTo>
                  <a:pt x="2085975" y="1762125"/>
                </a:lnTo>
                <a:lnTo>
                  <a:pt x="2076450" y="1762125"/>
                </a:lnTo>
                <a:lnTo>
                  <a:pt x="2076450" y="1724025"/>
                </a:lnTo>
                <a:lnTo>
                  <a:pt x="2066925" y="1724025"/>
                </a:lnTo>
                <a:lnTo>
                  <a:pt x="2066925" y="1714500"/>
                </a:lnTo>
                <a:lnTo>
                  <a:pt x="2047875" y="1714500"/>
                </a:lnTo>
                <a:lnTo>
                  <a:pt x="2047875" y="1704975"/>
                </a:lnTo>
                <a:lnTo>
                  <a:pt x="2019300" y="1704975"/>
                </a:lnTo>
                <a:lnTo>
                  <a:pt x="2019300" y="1685925"/>
                </a:lnTo>
                <a:lnTo>
                  <a:pt x="2009775" y="1685925"/>
                </a:lnTo>
                <a:lnTo>
                  <a:pt x="2009775" y="1676400"/>
                </a:lnTo>
                <a:lnTo>
                  <a:pt x="2028825" y="1676400"/>
                </a:lnTo>
                <a:lnTo>
                  <a:pt x="2028825" y="1685925"/>
                </a:lnTo>
                <a:lnTo>
                  <a:pt x="2047875" y="1685925"/>
                </a:lnTo>
                <a:lnTo>
                  <a:pt x="2047875" y="1666875"/>
                </a:lnTo>
                <a:lnTo>
                  <a:pt x="2057400" y="1666875"/>
                </a:lnTo>
                <a:lnTo>
                  <a:pt x="2057400" y="1638300"/>
                </a:lnTo>
                <a:lnTo>
                  <a:pt x="2047875" y="1638300"/>
                </a:lnTo>
                <a:lnTo>
                  <a:pt x="2047875" y="1600200"/>
                </a:lnTo>
                <a:lnTo>
                  <a:pt x="2066925" y="1600200"/>
                </a:lnTo>
                <a:lnTo>
                  <a:pt x="2066925" y="1590675"/>
                </a:lnTo>
                <a:lnTo>
                  <a:pt x="2076450" y="1590675"/>
                </a:lnTo>
                <a:lnTo>
                  <a:pt x="2076450" y="1600200"/>
                </a:lnTo>
                <a:lnTo>
                  <a:pt x="2085975" y="1600200"/>
                </a:lnTo>
                <a:lnTo>
                  <a:pt x="2085975" y="1619250"/>
                </a:lnTo>
                <a:lnTo>
                  <a:pt x="2105025" y="1619250"/>
                </a:lnTo>
                <a:lnTo>
                  <a:pt x="2105025" y="1628775"/>
                </a:lnTo>
                <a:lnTo>
                  <a:pt x="2124075" y="1628775"/>
                </a:lnTo>
                <a:lnTo>
                  <a:pt x="2124075" y="1609725"/>
                </a:lnTo>
                <a:lnTo>
                  <a:pt x="2143125" y="1609725"/>
                </a:lnTo>
                <a:lnTo>
                  <a:pt x="2143125" y="1600200"/>
                </a:lnTo>
                <a:lnTo>
                  <a:pt x="2152650" y="1600200"/>
                </a:lnTo>
                <a:lnTo>
                  <a:pt x="2152650" y="1581150"/>
                </a:lnTo>
                <a:lnTo>
                  <a:pt x="2143125" y="1581150"/>
                </a:lnTo>
                <a:lnTo>
                  <a:pt x="2143125" y="1571625"/>
                </a:lnTo>
                <a:lnTo>
                  <a:pt x="2124075" y="1571625"/>
                </a:lnTo>
                <a:lnTo>
                  <a:pt x="2124075" y="1562100"/>
                </a:lnTo>
                <a:lnTo>
                  <a:pt x="2105025" y="1562100"/>
                </a:lnTo>
                <a:lnTo>
                  <a:pt x="2105025" y="1543050"/>
                </a:lnTo>
                <a:lnTo>
                  <a:pt x="2095500" y="1543050"/>
                </a:lnTo>
                <a:lnTo>
                  <a:pt x="2095500" y="1571625"/>
                </a:lnTo>
                <a:lnTo>
                  <a:pt x="2076450" y="1571625"/>
                </a:lnTo>
                <a:lnTo>
                  <a:pt x="2076450" y="1533525"/>
                </a:lnTo>
                <a:lnTo>
                  <a:pt x="2085975" y="1533525"/>
                </a:lnTo>
                <a:lnTo>
                  <a:pt x="2085975" y="1524000"/>
                </a:lnTo>
                <a:lnTo>
                  <a:pt x="2105025" y="1524000"/>
                </a:lnTo>
                <a:lnTo>
                  <a:pt x="2105025" y="1543050"/>
                </a:lnTo>
                <a:lnTo>
                  <a:pt x="2124075" y="1543050"/>
                </a:lnTo>
                <a:lnTo>
                  <a:pt x="2124075" y="1533525"/>
                </a:lnTo>
                <a:lnTo>
                  <a:pt x="2133600" y="1533525"/>
                </a:lnTo>
                <a:lnTo>
                  <a:pt x="2133600" y="1524000"/>
                </a:lnTo>
                <a:lnTo>
                  <a:pt x="2124075" y="1524000"/>
                </a:lnTo>
                <a:lnTo>
                  <a:pt x="2124075" y="1495425"/>
                </a:lnTo>
                <a:lnTo>
                  <a:pt x="2114550" y="1495425"/>
                </a:lnTo>
                <a:lnTo>
                  <a:pt x="2114550" y="1485900"/>
                </a:lnTo>
                <a:lnTo>
                  <a:pt x="2105025" y="1485900"/>
                </a:lnTo>
                <a:lnTo>
                  <a:pt x="2105025" y="1476375"/>
                </a:lnTo>
                <a:lnTo>
                  <a:pt x="2114550" y="1476375"/>
                </a:lnTo>
                <a:lnTo>
                  <a:pt x="2114550" y="1457325"/>
                </a:lnTo>
                <a:lnTo>
                  <a:pt x="2095500" y="1457325"/>
                </a:lnTo>
                <a:lnTo>
                  <a:pt x="2095500" y="1447800"/>
                </a:lnTo>
                <a:lnTo>
                  <a:pt x="2076450" y="1447800"/>
                </a:lnTo>
                <a:lnTo>
                  <a:pt x="2076450" y="1438275"/>
                </a:lnTo>
                <a:lnTo>
                  <a:pt x="2066925" y="1438275"/>
                </a:lnTo>
                <a:lnTo>
                  <a:pt x="2066925" y="1428750"/>
                </a:lnTo>
                <a:lnTo>
                  <a:pt x="2057400" y="1428750"/>
                </a:lnTo>
                <a:lnTo>
                  <a:pt x="2057400" y="1409700"/>
                </a:lnTo>
                <a:lnTo>
                  <a:pt x="2066925" y="1409700"/>
                </a:lnTo>
                <a:lnTo>
                  <a:pt x="2066925" y="1400175"/>
                </a:lnTo>
                <a:lnTo>
                  <a:pt x="2076450" y="1400175"/>
                </a:lnTo>
                <a:lnTo>
                  <a:pt x="2076450" y="1390650"/>
                </a:lnTo>
                <a:lnTo>
                  <a:pt x="2085975" y="1390650"/>
                </a:lnTo>
                <a:lnTo>
                  <a:pt x="2085975" y="1409700"/>
                </a:lnTo>
                <a:lnTo>
                  <a:pt x="2066925" y="1409700"/>
                </a:lnTo>
                <a:lnTo>
                  <a:pt x="2066925" y="1419225"/>
                </a:lnTo>
                <a:lnTo>
                  <a:pt x="2105025" y="1419225"/>
                </a:lnTo>
                <a:lnTo>
                  <a:pt x="2105025" y="1409700"/>
                </a:lnTo>
                <a:lnTo>
                  <a:pt x="2114550" y="1409700"/>
                </a:lnTo>
                <a:lnTo>
                  <a:pt x="2114550" y="1390650"/>
                </a:lnTo>
                <a:lnTo>
                  <a:pt x="2124075" y="1390650"/>
                </a:lnTo>
                <a:lnTo>
                  <a:pt x="2124075" y="1409700"/>
                </a:lnTo>
                <a:lnTo>
                  <a:pt x="2133600" y="1409700"/>
                </a:lnTo>
                <a:lnTo>
                  <a:pt x="2133600" y="1381125"/>
                </a:lnTo>
                <a:lnTo>
                  <a:pt x="2124075" y="1381125"/>
                </a:lnTo>
                <a:lnTo>
                  <a:pt x="2124075" y="1362075"/>
                </a:lnTo>
                <a:lnTo>
                  <a:pt x="2143125" y="1362075"/>
                </a:lnTo>
                <a:close/>
                <a:moveTo>
                  <a:pt x="2171700" y="1352550"/>
                </a:moveTo>
                <a:lnTo>
                  <a:pt x="2181225" y="1352550"/>
                </a:lnTo>
                <a:lnTo>
                  <a:pt x="2181225" y="1362075"/>
                </a:lnTo>
                <a:lnTo>
                  <a:pt x="2171700" y="1362075"/>
                </a:lnTo>
                <a:close/>
                <a:moveTo>
                  <a:pt x="247650" y="1362075"/>
                </a:moveTo>
                <a:lnTo>
                  <a:pt x="257175" y="1362075"/>
                </a:lnTo>
                <a:lnTo>
                  <a:pt x="257175" y="1371600"/>
                </a:lnTo>
                <a:lnTo>
                  <a:pt x="247650" y="1371600"/>
                </a:lnTo>
                <a:close/>
                <a:moveTo>
                  <a:pt x="266700" y="1371600"/>
                </a:moveTo>
                <a:lnTo>
                  <a:pt x="295275" y="1371600"/>
                </a:lnTo>
                <a:lnTo>
                  <a:pt x="295275" y="1524000"/>
                </a:lnTo>
                <a:lnTo>
                  <a:pt x="285750" y="1524000"/>
                </a:lnTo>
                <a:lnTo>
                  <a:pt x="285750" y="1533525"/>
                </a:lnTo>
                <a:lnTo>
                  <a:pt x="295275" y="1533525"/>
                </a:lnTo>
                <a:lnTo>
                  <a:pt x="295275" y="1552575"/>
                </a:lnTo>
                <a:lnTo>
                  <a:pt x="304800" y="1552575"/>
                </a:lnTo>
                <a:lnTo>
                  <a:pt x="304800" y="1562100"/>
                </a:lnTo>
                <a:lnTo>
                  <a:pt x="257175" y="1562100"/>
                </a:lnTo>
                <a:lnTo>
                  <a:pt x="257175" y="1543050"/>
                </a:lnTo>
                <a:lnTo>
                  <a:pt x="247650" y="1543050"/>
                </a:lnTo>
                <a:lnTo>
                  <a:pt x="247650" y="1533525"/>
                </a:lnTo>
                <a:lnTo>
                  <a:pt x="238125" y="1533525"/>
                </a:lnTo>
                <a:lnTo>
                  <a:pt x="238125" y="1524000"/>
                </a:lnTo>
                <a:lnTo>
                  <a:pt x="247650" y="1524000"/>
                </a:lnTo>
                <a:lnTo>
                  <a:pt x="247650" y="1504950"/>
                </a:lnTo>
                <a:lnTo>
                  <a:pt x="266700" y="1504950"/>
                </a:lnTo>
                <a:lnTo>
                  <a:pt x="266700" y="1495425"/>
                </a:lnTo>
                <a:lnTo>
                  <a:pt x="257175" y="1495425"/>
                </a:lnTo>
                <a:lnTo>
                  <a:pt x="257175" y="1485900"/>
                </a:lnTo>
                <a:lnTo>
                  <a:pt x="266700" y="1485900"/>
                </a:lnTo>
                <a:lnTo>
                  <a:pt x="266700" y="1466850"/>
                </a:lnTo>
                <a:lnTo>
                  <a:pt x="257175" y="1466850"/>
                </a:lnTo>
                <a:lnTo>
                  <a:pt x="257175" y="1457325"/>
                </a:lnTo>
                <a:lnTo>
                  <a:pt x="238125" y="1457325"/>
                </a:lnTo>
                <a:lnTo>
                  <a:pt x="238125" y="1438275"/>
                </a:lnTo>
                <a:lnTo>
                  <a:pt x="247650" y="1438275"/>
                </a:lnTo>
                <a:lnTo>
                  <a:pt x="247650" y="1381125"/>
                </a:lnTo>
                <a:lnTo>
                  <a:pt x="266700" y="1381125"/>
                </a:lnTo>
                <a:close/>
                <a:moveTo>
                  <a:pt x="304800" y="1390650"/>
                </a:moveTo>
                <a:lnTo>
                  <a:pt x="314325" y="1390650"/>
                </a:lnTo>
                <a:lnTo>
                  <a:pt x="314325" y="1409700"/>
                </a:lnTo>
                <a:lnTo>
                  <a:pt x="333375" y="1409700"/>
                </a:lnTo>
                <a:lnTo>
                  <a:pt x="333375" y="1438275"/>
                </a:lnTo>
                <a:lnTo>
                  <a:pt x="352425" y="1438275"/>
                </a:lnTo>
                <a:lnTo>
                  <a:pt x="352425" y="1457325"/>
                </a:lnTo>
                <a:lnTo>
                  <a:pt x="371475" y="1457325"/>
                </a:lnTo>
                <a:lnTo>
                  <a:pt x="371475" y="1466850"/>
                </a:lnTo>
                <a:lnTo>
                  <a:pt x="381000" y="1466850"/>
                </a:lnTo>
                <a:lnTo>
                  <a:pt x="381000" y="1476375"/>
                </a:lnTo>
                <a:lnTo>
                  <a:pt x="390525" y="1476375"/>
                </a:lnTo>
                <a:lnTo>
                  <a:pt x="390525" y="1457325"/>
                </a:lnTo>
                <a:lnTo>
                  <a:pt x="400050" y="1457325"/>
                </a:lnTo>
                <a:lnTo>
                  <a:pt x="400050" y="1438275"/>
                </a:lnTo>
                <a:lnTo>
                  <a:pt x="438150" y="1438275"/>
                </a:lnTo>
                <a:lnTo>
                  <a:pt x="438150" y="1485900"/>
                </a:lnTo>
                <a:lnTo>
                  <a:pt x="428625" y="1485900"/>
                </a:lnTo>
                <a:lnTo>
                  <a:pt x="428625" y="1495425"/>
                </a:lnTo>
                <a:lnTo>
                  <a:pt x="419100" y="1495425"/>
                </a:lnTo>
                <a:lnTo>
                  <a:pt x="419100" y="1504950"/>
                </a:lnTo>
                <a:lnTo>
                  <a:pt x="390525" y="1504950"/>
                </a:lnTo>
                <a:lnTo>
                  <a:pt x="390525" y="1514475"/>
                </a:lnTo>
                <a:lnTo>
                  <a:pt x="381000" y="1514475"/>
                </a:lnTo>
                <a:lnTo>
                  <a:pt x="381000" y="1524000"/>
                </a:lnTo>
                <a:lnTo>
                  <a:pt x="371475" y="1524000"/>
                </a:lnTo>
                <a:lnTo>
                  <a:pt x="371475" y="1533525"/>
                </a:lnTo>
                <a:lnTo>
                  <a:pt x="381000" y="1533525"/>
                </a:lnTo>
                <a:lnTo>
                  <a:pt x="381000" y="1543050"/>
                </a:lnTo>
                <a:lnTo>
                  <a:pt x="390525" y="1543050"/>
                </a:lnTo>
                <a:lnTo>
                  <a:pt x="390525" y="1533525"/>
                </a:lnTo>
                <a:lnTo>
                  <a:pt x="419100" y="1533525"/>
                </a:lnTo>
                <a:lnTo>
                  <a:pt x="419100" y="1543050"/>
                </a:lnTo>
                <a:lnTo>
                  <a:pt x="428625" y="1543050"/>
                </a:lnTo>
                <a:lnTo>
                  <a:pt x="428625" y="1533525"/>
                </a:lnTo>
                <a:lnTo>
                  <a:pt x="438150" y="1533525"/>
                </a:lnTo>
                <a:lnTo>
                  <a:pt x="438150" y="1600200"/>
                </a:lnTo>
                <a:lnTo>
                  <a:pt x="428625" y="1600200"/>
                </a:lnTo>
                <a:lnTo>
                  <a:pt x="428625" y="1609725"/>
                </a:lnTo>
                <a:lnTo>
                  <a:pt x="400050" y="1609725"/>
                </a:lnTo>
                <a:lnTo>
                  <a:pt x="400050" y="1600200"/>
                </a:lnTo>
                <a:lnTo>
                  <a:pt x="409575" y="1600200"/>
                </a:lnTo>
                <a:lnTo>
                  <a:pt x="409575" y="1581150"/>
                </a:lnTo>
                <a:lnTo>
                  <a:pt x="419100" y="1581150"/>
                </a:lnTo>
                <a:lnTo>
                  <a:pt x="419100" y="1571625"/>
                </a:lnTo>
                <a:lnTo>
                  <a:pt x="400050" y="1571625"/>
                </a:lnTo>
                <a:lnTo>
                  <a:pt x="400050" y="1562100"/>
                </a:lnTo>
                <a:lnTo>
                  <a:pt x="390525" y="1562100"/>
                </a:lnTo>
                <a:lnTo>
                  <a:pt x="390525" y="1571625"/>
                </a:lnTo>
                <a:lnTo>
                  <a:pt x="381000" y="1571625"/>
                </a:lnTo>
                <a:lnTo>
                  <a:pt x="381000" y="1581150"/>
                </a:lnTo>
                <a:lnTo>
                  <a:pt x="361950" y="1581150"/>
                </a:lnTo>
                <a:lnTo>
                  <a:pt x="361950" y="1571625"/>
                </a:lnTo>
                <a:lnTo>
                  <a:pt x="333375" y="1571625"/>
                </a:lnTo>
                <a:lnTo>
                  <a:pt x="333375" y="1562100"/>
                </a:lnTo>
                <a:lnTo>
                  <a:pt x="323850" y="1562100"/>
                </a:lnTo>
                <a:lnTo>
                  <a:pt x="323850" y="1552575"/>
                </a:lnTo>
                <a:lnTo>
                  <a:pt x="333375" y="1552575"/>
                </a:lnTo>
                <a:lnTo>
                  <a:pt x="333375" y="1543050"/>
                </a:lnTo>
                <a:lnTo>
                  <a:pt x="323850" y="1543050"/>
                </a:lnTo>
                <a:lnTo>
                  <a:pt x="323850" y="1504950"/>
                </a:lnTo>
                <a:lnTo>
                  <a:pt x="333375" y="1504950"/>
                </a:lnTo>
                <a:lnTo>
                  <a:pt x="333375" y="1485900"/>
                </a:lnTo>
                <a:lnTo>
                  <a:pt x="314325" y="1485900"/>
                </a:lnTo>
                <a:lnTo>
                  <a:pt x="314325" y="1419225"/>
                </a:lnTo>
                <a:lnTo>
                  <a:pt x="304800" y="1419225"/>
                </a:lnTo>
                <a:close/>
                <a:moveTo>
                  <a:pt x="2000250" y="1390650"/>
                </a:moveTo>
                <a:lnTo>
                  <a:pt x="2009775" y="1390650"/>
                </a:lnTo>
                <a:lnTo>
                  <a:pt x="2009775" y="1400175"/>
                </a:lnTo>
                <a:lnTo>
                  <a:pt x="2000250" y="1400175"/>
                </a:lnTo>
                <a:close/>
                <a:moveTo>
                  <a:pt x="2124075" y="1438275"/>
                </a:moveTo>
                <a:lnTo>
                  <a:pt x="2133600" y="1438275"/>
                </a:lnTo>
                <a:lnTo>
                  <a:pt x="2133600" y="1447800"/>
                </a:lnTo>
                <a:lnTo>
                  <a:pt x="2152650" y="1447800"/>
                </a:lnTo>
                <a:lnTo>
                  <a:pt x="2152650" y="1438275"/>
                </a:lnTo>
                <a:lnTo>
                  <a:pt x="2143125" y="1438275"/>
                </a:lnTo>
                <a:lnTo>
                  <a:pt x="2143125" y="1428750"/>
                </a:lnTo>
                <a:lnTo>
                  <a:pt x="2133600" y="1428750"/>
                </a:lnTo>
                <a:lnTo>
                  <a:pt x="2133600" y="1419225"/>
                </a:lnTo>
                <a:lnTo>
                  <a:pt x="2124075" y="1419225"/>
                </a:lnTo>
                <a:close/>
                <a:moveTo>
                  <a:pt x="257175" y="1447800"/>
                </a:moveTo>
                <a:lnTo>
                  <a:pt x="285750" y="1447800"/>
                </a:lnTo>
                <a:lnTo>
                  <a:pt x="285750" y="1428750"/>
                </a:lnTo>
                <a:lnTo>
                  <a:pt x="257175" y="1428750"/>
                </a:lnTo>
                <a:close/>
                <a:moveTo>
                  <a:pt x="2000250" y="1447800"/>
                </a:moveTo>
                <a:lnTo>
                  <a:pt x="2009775" y="1447800"/>
                </a:lnTo>
                <a:lnTo>
                  <a:pt x="2009775" y="1466850"/>
                </a:lnTo>
                <a:lnTo>
                  <a:pt x="2000250" y="1466850"/>
                </a:lnTo>
                <a:close/>
                <a:moveTo>
                  <a:pt x="2047875" y="1466850"/>
                </a:moveTo>
                <a:lnTo>
                  <a:pt x="2057400" y="1466850"/>
                </a:lnTo>
                <a:lnTo>
                  <a:pt x="2057400" y="1476375"/>
                </a:lnTo>
                <a:lnTo>
                  <a:pt x="2047875" y="1476375"/>
                </a:lnTo>
                <a:close/>
                <a:moveTo>
                  <a:pt x="2057400" y="1476375"/>
                </a:moveTo>
                <a:lnTo>
                  <a:pt x="2066925" y="1476375"/>
                </a:lnTo>
                <a:lnTo>
                  <a:pt x="2066925" y="1485900"/>
                </a:lnTo>
                <a:lnTo>
                  <a:pt x="2057400" y="1485900"/>
                </a:lnTo>
                <a:close/>
                <a:moveTo>
                  <a:pt x="266700" y="1495425"/>
                </a:moveTo>
                <a:lnTo>
                  <a:pt x="276225" y="1495425"/>
                </a:lnTo>
                <a:lnTo>
                  <a:pt x="276225" y="1514475"/>
                </a:lnTo>
                <a:lnTo>
                  <a:pt x="285750" y="1514475"/>
                </a:lnTo>
                <a:lnTo>
                  <a:pt x="285750" y="1485900"/>
                </a:lnTo>
                <a:lnTo>
                  <a:pt x="266700" y="1485900"/>
                </a:lnTo>
                <a:close/>
                <a:moveTo>
                  <a:pt x="2000250" y="1504950"/>
                </a:moveTo>
                <a:lnTo>
                  <a:pt x="2038350" y="1504950"/>
                </a:lnTo>
                <a:lnTo>
                  <a:pt x="2038350" y="1514475"/>
                </a:lnTo>
                <a:lnTo>
                  <a:pt x="2000250" y="1514475"/>
                </a:lnTo>
                <a:close/>
                <a:moveTo>
                  <a:pt x="0" y="1524000"/>
                </a:moveTo>
                <a:lnTo>
                  <a:pt x="9525" y="1524000"/>
                </a:lnTo>
                <a:lnTo>
                  <a:pt x="9525" y="1590675"/>
                </a:lnTo>
                <a:lnTo>
                  <a:pt x="0" y="1590675"/>
                </a:lnTo>
                <a:close/>
                <a:moveTo>
                  <a:pt x="238125" y="1552575"/>
                </a:moveTo>
                <a:lnTo>
                  <a:pt x="247650" y="1552575"/>
                </a:lnTo>
                <a:lnTo>
                  <a:pt x="247650" y="1562100"/>
                </a:lnTo>
                <a:lnTo>
                  <a:pt x="257175" y="1562100"/>
                </a:lnTo>
                <a:lnTo>
                  <a:pt x="257175" y="1581150"/>
                </a:lnTo>
                <a:lnTo>
                  <a:pt x="247650" y="1581150"/>
                </a:lnTo>
                <a:lnTo>
                  <a:pt x="247650" y="1590675"/>
                </a:lnTo>
                <a:lnTo>
                  <a:pt x="238125" y="1590675"/>
                </a:lnTo>
                <a:close/>
                <a:moveTo>
                  <a:pt x="247650" y="1590675"/>
                </a:moveTo>
                <a:lnTo>
                  <a:pt x="266700" y="1590675"/>
                </a:lnTo>
                <a:lnTo>
                  <a:pt x="266700" y="1666875"/>
                </a:lnTo>
                <a:lnTo>
                  <a:pt x="276225" y="1666875"/>
                </a:lnTo>
                <a:lnTo>
                  <a:pt x="276225" y="1676400"/>
                </a:lnTo>
                <a:lnTo>
                  <a:pt x="285750" y="1676400"/>
                </a:lnTo>
                <a:lnTo>
                  <a:pt x="285750" y="1685925"/>
                </a:lnTo>
                <a:lnTo>
                  <a:pt x="295275" y="1685925"/>
                </a:lnTo>
                <a:lnTo>
                  <a:pt x="295275" y="1695450"/>
                </a:lnTo>
                <a:lnTo>
                  <a:pt x="285750" y="1695450"/>
                </a:lnTo>
                <a:lnTo>
                  <a:pt x="285750" y="1704975"/>
                </a:lnTo>
                <a:lnTo>
                  <a:pt x="257175" y="1704975"/>
                </a:lnTo>
                <a:lnTo>
                  <a:pt x="257175" y="1714500"/>
                </a:lnTo>
                <a:lnTo>
                  <a:pt x="238125" y="1714500"/>
                </a:lnTo>
                <a:lnTo>
                  <a:pt x="238125" y="1695450"/>
                </a:lnTo>
                <a:lnTo>
                  <a:pt x="257175" y="1695450"/>
                </a:lnTo>
                <a:lnTo>
                  <a:pt x="257175" y="1666875"/>
                </a:lnTo>
                <a:lnTo>
                  <a:pt x="247650" y="1666875"/>
                </a:lnTo>
                <a:lnTo>
                  <a:pt x="247650" y="1676400"/>
                </a:lnTo>
                <a:lnTo>
                  <a:pt x="238125" y="1676400"/>
                </a:lnTo>
                <a:lnTo>
                  <a:pt x="238125" y="1657350"/>
                </a:lnTo>
                <a:lnTo>
                  <a:pt x="247650" y="1657350"/>
                </a:lnTo>
                <a:lnTo>
                  <a:pt x="247650" y="1628775"/>
                </a:lnTo>
                <a:lnTo>
                  <a:pt x="238125" y="1628775"/>
                </a:lnTo>
                <a:lnTo>
                  <a:pt x="238125" y="1619250"/>
                </a:lnTo>
                <a:lnTo>
                  <a:pt x="247650" y="1619250"/>
                </a:lnTo>
                <a:close/>
                <a:moveTo>
                  <a:pt x="352425" y="1590675"/>
                </a:moveTo>
                <a:lnTo>
                  <a:pt x="371475" y="1590675"/>
                </a:lnTo>
                <a:lnTo>
                  <a:pt x="371475" y="1600200"/>
                </a:lnTo>
                <a:lnTo>
                  <a:pt x="352425" y="1600200"/>
                </a:lnTo>
                <a:close/>
                <a:moveTo>
                  <a:pt x="0" y="1600200"/>
                </a:moveTo>
                <a:lnTo>
                  <a:pt x="9525" y="1600200"/>
                </a:lnTo>
                <a:lnTo>
                  <a:pt x="9525" y="1638300"/>
                </a:lnTo>
                <a:lnTo>
                  <a:pt x="0" y="1638300"/>
                </a:lnTo>
                <a:close/>
                <a:moveTo>
                  <a:pt x="295275" y="1619250"/>
                </a:moveTo>
                <a:lnTo>
                  <a:pt x="314325" y="1619250"/>
                </a:lnTo>
                <a:lnTo>
                  <a:pt x="314325" y="1638300"/>
                </a:lnTo>
                <a:lnTo>
                  <a:pt x="295275" y="1638300"/>
                </a:lnTo>
                <a:close/>
                <a:moveTo>
                  <a:pt x="2009775" y="1619250"/>
                </a:moveTo>
                <a:lnTo>
                  <a:pt x="2038350" y="1619250"/>
                </a:lnTo>
                <a:lnTo>
                  <a:pt x="2038350" y="1628775"/>
                </a:lnTo>
                <a:lnTo>
                  <a:pt x="2019300" y="1628775"/>
                </a:lnTo>
                <a:lnTo>
                  <a:pt x="2019300" y="1647825"/>
                </a:lnTo>
                <a:lnTo>
                  <a:pt x="2009775" y="1647825"/>
                </a:lnTo>
                <a:close/>
                <a:moveTo>
                  <a:pt x="419100" y="1638300"/>
                </a:moveTo>
                <a:lnTo>
                  <a:pt x="438150" y="1638300"/>
                </a:lnTo>
                <a:lnTo>
                  <a:pt x="438150" y="1647825"/>
                </a:lnTo>
                <a:lnTo>
                  <a:pt x="419100" y="1647825"/>
                </a:lnTo>
                <a:close/>
                <a:moveTo>
                  <a:pt x="2124075" y="1657350"/>
                </a:moveTo>
                <a:lnTo>
                  <a:pt x="2143125" y="1657350"/>
                </a:lnTo>
                <a:lnTo>
                  <a:pt x="2143125" y="1638300"/>
                </a:lnTo>
                <a:lnTo>
                  <a:pt x="2124075" y="1638300"/>
                </a:lnTo>
                <a:close/>
                <a:moveTo>
                  <a:pt x="0" y="1666875"/>
                </a:moveTo>
                <a:lnTo>
                  <a:pt x="9525" y="1666875"/>
                </a:lnTo>
                <a:lnTo>
                  <a:pt x="9525" y="1685925"/>
                </a:lnTo>
                <a:lnTo>
                  <a:pt x="0" y="1685925"/>
                </a:lnTo>
                <a:close/>
                <a:moveTo>
                  <a:pt x="0" y="1695450"/>
                </a:moveTo>
                <a:lnTo>
                  <a:pt x="9525" y="1695450"/>
                </a:lnTo>
                <a:lnTo>
                  <a:pt x="9525" y="1724025"/>
                </a:lnTo>
                <a:lnTo>
                  <a:pt x="0" y="1724025"/>
                </a:lnTo>
                <a:close/>
                <a:moveTo>
                  <a:pt x="2085975" y="1695450"/>
                </a:moveTo>
                <a:lnTo>
                  <a:pt x="2105025" y="1695450"/>
                </a:lnTo>
                <a:lnTo>
                  <a:pt x="2105025" y="1676400"/>
                </a:lnTo>
                <a:lnTo>
                  <a:pt x="2095500" y="1676400"/>
                </a:lnTo>
                <a:lnTo>
                  <a:pt x="2095500" y="1685925"/>
                </a:lnTo>
                <a:lnTo>
                  <a:pt x="2085975" y="1685925"/>
                </a:lnTo>
                <a:close/>
                <a:moveTo>
                  <a:pt x="247650" y="1752600"/>
                </a:moveTo>
                <a:lnTo>
                  <a:pt x="257175" y="1752600"/>
                </a:lnTo>
                <a:lnTo>
                  <a:pt x="257175" y="1762125"/>
                </a:lnTo>
                <a:lnTo>
                  <a:pt x="285750" y="1762125"/>
                </a:lnTo>
                <a:lnTo>
                  <a:pt x="285750" y="1752600"/>
                </a:lnTo>
                <a:lnTo>
                  <a:pt x="304800" y="1752600"/>
                </a:lnTo>
                <a:lnTo>
                  <a:pt x="304800" y="1762125"/>
                </a:lnTo>
                <a:lnTo>
                  <a:pt x="285750" y="1762125"/>
                </a:lnTo>
                <a:lnTo>
                  <a:pt x="285750" y="1771650"/>
                </a:lnTo>
                <a:lnTo>
                  <a:pt x="266700" y="1771650"/>
                </a:lnTo>
                <a:lnTo>
                  <a:pt x="266700" y="1781175"/>
                </a:lnTo>
                <a:lnTo>
                  <a:pt x="276225" y="1781175"/>
                </a:lnTo>
                <a:lnTo>
                  <a:pt x="276225" y="1828800"/>
                </a:lnTo>
                <a:lnTo>
                  <a:pt x="247650" y="1828800"/>
                </a:lnTo>
                <a:lnTo>
                  <a:pt x="247650" y="1819275"/>
                </a:lnTo>
                <a:lnTo>
                  <a:pt x="238125" y="1819275"/>
                </a:lnTo>
                <a:lnTo>
                  <a:pt x="238125" y="1762125"/>
                </a:lnTo>
                <a:lnTo>
                  <a:pt x="247650" y="1762125"/>
                </a:lnTo>
                <a:close/>
                <a:moveTo>
                  <a:pt x="2000250" y="1762125"/>
                </a:moveTo>
                <a:lnTo>
                  <a:pt x="2028825" y="1762125"/>
                </a:lnTo>
                <a:lnTo>
                  <a:pt x="2028825" y="1771650"/>
                </a:lnTo>
                <a:lnTo>
                  <a:pt x="2009775" y="1771650"/>
                </a:lnTo>
                <a:lnTo>
                  <a:pt x="2009775" y="1781175"/>
                </a:lnTo>
                <a:lnTo>
                  <a:pt x="2000250" y="1781175"/>
                </a:lnTo>
                <a:lnTo>
                  <a:pt x="2000250" y="1790700"/>
                </a:lnTo>
                <a:lnTo>
                  <a:pt x="1990725" y="1790700"/>
                </a:lnTo>
                <a:lnTo>
                  <a:pt x="1990725" y="1771650"/>
                </a:lnTo>
                <a:lnTo>
                  <a:pt x="2000250" y="1771650"/>
                </a:lnTo>
                <a:close/>
                <a:moveTo>
                  <a:pt x="285750" y="1771650"/>
                </a:moveTo>
                <a:lnTo>
                  <a:pt x="295275" y="1771650"/>
                </a:lnTo>
                <a:lnTo>
                  <a:pt x="295275" y="1781175"/>
                </a:lnTo>
                <a:lnTo>
                  <a:pt x="285750" y="1781175"/>
                </a:lnTo>
                <a:close/>
                <a:moveTo>
                  <a:pt x="304800" y="1771650"/>
                </a:moveTo>
                <a:lnTo>
                  <a:pt x="314325" y="1771650"/>
                </a:lnTo>
                <a:lnTo>
                  <a:pt x="314325" y="1790700"/>
                </a:lnTo>
                <a:lnTo>
                  <a:pt x="304800" y="1790700"/>
                </a:lnTo>
                <a:lnTo>
                  <a:pt x="304800" y="1809750"/>
                </a:lnTo>
                <a:lnTo>
                  <a:pt x="285750" y="1809750"/>
                </a:lnTo>
                <a:lnTo>
                  <a:pt x="285750" y="1790700"/>
                </a:lnTo>
                <a:lnTo>
                  <a:pt x="295275" y="1790700"/>
                </a:lnTo>
                <a:lnTo>
                  <a:pt x="295275" y="1781175"/>
                </a:lnTo>
                <a:lnTo>
                  <a:pt x="304800" y="1781175"/>
                </a:lnTo>
                <a:close/>
                <a:moveTo>
                  <a:pt x="2038350" y="1771650"/>
                </a:moveTo>
                <a:lnTo>
                  <a:pt x="2057400" y="1771650"/>
                </a:lnTo>
                <a:lnTo>
                  <a:pt x="2057400" y="1781175"/>
                </a:lnTo>
                <a:lnTo>
                  <a:pt x="2066925" y="1781175"/>
                </a:lnTo>
                <a:lnTo>
                  <a:pt x="2066925" y="1790700"/>
                </a:lnTo>
                <a:lnTo>
                  <a:pt x="2057400" y="1790700"/>
                </a:lnTo>
                <a:lnTo>
                  <a:pt x="2057400" y="1800225"/>
                </a:lnTo>
                <a:lnTo>
                  <a:pt x="2066925" y="1800225"/>
                </a:lnTo>
                <a:lnTo>
                  <a:pt x="2066925" y="1819275"/>
                </a:lnTo>
                <a:lnTo>
                  <a:pt x="2047875" y="1819275"/>
                </a:lnTo>
                <a:lnTo>
                  <a:pt x="2047875" y="1790700"/>
                </a:lnTo>
                <a:lnTo>
                  <a:pt x="2038350" y="1790700"/>
                </a:lnTo>
                <a:close/>
                <a:moveTo>
                  <a:pt x="247650" y="1781175"/>
                </a:moveTo>
                <a:lnTo>
                  <a:pt x="257175" y="1781175"/>
                </a:lnTo>
                <a:lnTo>
                  <a:pt x="257175" y="1771650"/>
                </a:lnTo>
                <a:lnTo>
                  <a:pt x="247650" y="1771650"/>
                </a:lnTo>
                <a:close/>
                <a:moveTo>
                  <a:pt x="2028825" y="1790700"/>
                </a:moveTo>
                <a:lnTo>
                  <a:pt x="2038350" y="1790700"/>
                </a:lnTo>
                <a:lnTo>
                  <a:pt x="2038350" y="1800225"/>
                </a:lnTo>
                <a:lnTo>
                  <a:pt x="2028825" y="1800225"/>
                </a:lnTo>
                <a:close/>
                <a:moveTo>
                  <a:pt x="0" y="1800225"/>
                </a:moveTo>
                <a:lnTo>
                  <a:pt x="9525" y="1800225"/>
                </a:lnTo>
                <a:lnTo>
                  <a:pt x="9525" y="1847850"/>
                </a:lnTo>
                <a:lnTo>
                  <a:pt x="0" y="1847850"/>
                </a:lnTo>
                <a:close/>
                <a:moveTo>
                  <a:pt x="2133600" y="1847850"/>
                </a:moveTo>
                <a:lnTo>
                  <a:pt x="2143125" y="1847850"/>
                </a:lnTo>
                <a:lnTo>
                  <a:pt x="2143125" y="1857375"/>
                </a:lnTo>
                <a:lnTo>
                  <a:pt x="2162175" y="1857375"/>
                </a:lnTo>
                <a:lnTo>
                  <a:pt x="2162175" y="1885950"/>
                </a:lnTo>
                <a:lnTo>
                  <a:pt x="2152650" y="1885950"/>
                </a:lnTo>
                <a:lnTo>
                  <a:pt x="2152650" y="1895475"/>
                </a:lnTo>
                <a:lnTo>
                  <a:pt x="2143125" y="1895475"/>
                </a:lnTo>
                <a:lnTo>
                  <a:pt x="2143125" y="1885950"/>
                </a:lnTo>
                <a:lnTo>
                  <a:pt x="2133600" y="1885950"/>
                </a:lnTo>
                <a:close/>
                <a:moveTo>
                  <a:pt x="295275" y="1866900"/>
                </a:moveTo>
                <a:lnTo>
                  <a:pt x="323850" y="1866900"/>
                </a:lnTo>
                <a:lnTo>
                  <a:pt x="323850" y="1876425"/>
                </a:lnTo>
                <a:lnTo>
                  <a:pt x="295275" y="1876425"/>
                </a:lnTo>
                <a:close/>
                <a:moveTo>
                  <a:pt x="2095500" y="1866900"/>
                </a:moveTo>
                <a:lnTo>
                  <a:pt x="2114550" y="1866900"/>
                </a:lnTo>
                <a:lnTo>
                  <a:pt x="2114550" y="1876425"/>
                </a:lnTo>
                <a:lnTo>
                  <a:pt x="2124075" y="1876425"/>
                </a:lnTo>
                <a:lnTo>
                  <a:pt x="2124075" y="1885950"/>
                </a:lnTo>
                <a:lnTo>
                  <a:pt x="2114550" y="1885950"/>
                </a:lnTo>
                <a:lnTo>
                  <a:pt x="2114550" y="1895475"/>
                </a:lnTo>
                <a:lnTo>
                  <a:pt x="2105025" y="1895475"/>
                </a:lnTo>
                <a:lnTo>
                  <a:pt x="2105025" y="1876425"/>
                </a:lnTo>
                <a:lnTo>
                  <a:pt x="2095500" y="1876425"/>
                </a:lnTo>
                <a:close/>
                <a:moveTo>
                  <a:pt x="285750" y="1885950"/>
                </a:moveTo>
                <a:lnTo>
                  <a:pt x="314325" y="1885950"/>
                </a:lnTo>
                <a:lnTo>
                  <a:pt x="314325" y="1905000"/>
                </a:lnTo>
                <a:lnTo>
                  <a:pt x="323850" y="1905000"/>
                </a:lnTo>
                <a:lnTo>
                  <a:pt x="323850" y="1914525"/>
                </a:lnTo>
                <a:lnTo>
                  <a:pt x="314325" y="1914525"/>
                </a:lnTo>
                <a:lnTo>
                  <a:pt x="314325" y="1924050"/>
                </a:lnTo>
                <a:lnTo>
                  <a:pt x="304800" y="1924050"/>
                </a:lnTo>
                <a:lnTo>
                  <a:pt x="304800" y="1914525"/>
                </a:lnTo>
                <a:lnTo>
                  <a:pt x="285750" y="1914525"/>
                </a:lnTo>
                <a:lnTo>
                  <a:pt x="285750" y="1905000"/>
                </a:lnTo>
                <a:lnTo>
                  <a:pt x="295275" y="1905000"/>
                </a:lnTo>
                <a:lnTo>
                  <a:pt x="295275" y="1895475"/>
                </a:lnTo>
                <a:lnTo>
                  <a:pt x="285750" y="1895475"/>
                </a:lnTo>
                <a:close/>
                <a:moveTo>
                  <a:pt x="2095500" y="1895475"/>
                </a:moveTo>
                <a:lnTo>
                  <a:pt x="2105025" y="1895475"/>
                </a:lnTo>
                <a:lnTo>
                  <a:pt x="2105025" y="1905000"/>
                </a:lnTo>
                <a:lnTo>
                  <a:pt x="2095500" y="1905000"/>
                </a:lnTo>
                <a:close/>
                <a:moveTo>
                  <a:pt x="0" y="1990725"/>
                </a:moveTo>
                <a:lnTo>
                  <a:pt x="9525" y="1990725"/>
                </a:lnTo>
                <a:lnTo>
                  <a:pt x="9525" y="2000250"/>
                </a:lnTo>
                <a:lnTo>
                  <a:pt x="0" y="2000250"/>
                </a:lnTo>
                <a:close/>
                <a:moveTo>
                  <a:pt x="0" y="2009775"/>
                </a:moveTo>
                <a:lnTo>
                  <a:pt x="9525" y="2009775"/>
                </a:lnTo>
                <a:lnTo>
                  <a:pt x="9525" y="2066925"/>
                </a:lnTo>
                <a:lnTo>
                  <a:pt x="0" y="2066925"/>
                </a:lnTo>
                <a:close/>
                <a:moveTo>
                  <a:pt x="304800" y="2019300"/>
                </a:moveTo>
                <a:lnTo>
                  <a:pt x="314325" y="2019300"/>
                </a:lnTo>
                <a:lnTo>
                  <a:pt x="314325" y="2028825"/>
                </a:lnTo>
                <a:lnTo>
                  <a:pt x="304800" y="2028825"/>
                </a:lnTo>
                <a:close/>
                <a:moveTo>
                  <a:pt x="2295525" y="2276475"/>
                </a:moveTo>
                <a:lnTo>
                  <a:pt x="2305050" y="2276475"/>
                </a:lnTo>
                <a:lnTo>
                  <a:pt x="2305050" y="2286000"/>
                </a:lnTo>
                <a:lnTo>
                  <a:pt x="2295525" y="2286000"/>
                </a:lnTo>
                <a:close/>
                <a:moveTo>
                  <a:pt x="2286000" y="2286000"/>
                </a:moveTo>
                <a:lnTo>
                  <a:pt x="2295525" y="2286000"/>
                </a:lnTo>
                <a:lnTo>
                  <a:pt x="2295525" y="2295525"/>
                </a:lnTo>
                <a:lnTo>
                  <a:pt x="2286000" y="2295525"/>
                </a:lnTo>
                <a:close/>
              </a:path>
            </a:pathLst>
          </a:custGeom>
          <a:solidFill xmlns:a="http://schemas.openxmlformats.org/drawingml/2006/main">
            <a:srgbClr val="FEF6E4"/>
          </a:solidFill>
          <a:ln xmlns:a="http://schemas.openxmlformats.org/drawingml/2006/main" w="0">
            <a:noFill/>
          </a:ln>
        </p:spPr>
      </p:sp>
      <p:sp>
        <p:nvSpPr>
          <p:cNvPr id="12" name="logo vector #fdf6e4">
            <a:extLst xmlns:a="http://schemas.openxmlformats.org/drawingml/2006/main">
              <a:ext uri="{FF2B5EF4-FFF2-40B4-BE49-F238E27FC236}">
                <a16:creationId xmlns:a16="http://schemas.microsoft.com/office/drawing/2014/main" id="{F352AF6A-4B17-4358-81E0-209DD35DFB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124450" y="1590675"/>
            <a:ext cx="2867025" cy="2752725"/>
          </a:xfrm>
          <a:custGeom xmlns:a="http://schemas.openxmlformats.org/drawingml/2006/main">
            <a:pathLst>
              <a:path w="2428875" h="2333625">
                <a:moveTo>
                  <a:pt x="0" y="0"/>
                </a:moveTo>
                <a:lnTo>
                  <a:pt x="200025" y="0"/>
                </a:lnTo>
                <a:lnTo>
                  <a:pt x="200025" y="9525"/>
                </a:lnTo>
                <a:lnTo>
                  <a:pt x="180975" y="9525"/>
                </a:lnTo>
                <a:lnTo>
                  <a:pt x="180975" y="28575"/>
                </a:lnTo>
                <a:lnTo>
                  <a:pt x="142875" y="28575"/>
                </a:lnTo>
                <a:lnTo>
                  <a:pt x="142875" y="38100"/>
                </a:lnTo>
                <a:lnTo>
                  <a:pt x="133350" y="38100"/>
                </a:lnTo>
                <a:lnTo>
                  <a:pt x="133350" y="47625"/>
                </a:lnTo>
                <a:lnTo>
                  <a:pt x="114300" y="47625"/>
                </a:lnTo>
                <a:lnTo>
                  <a:pt x="114300" y="57150"/>
                </a:lnTo>
                <a:lnTo>
                  <a:pt x="104775" y="57150"/>
                </a:lnTo>
                <a:lnTo>
                  <a:pt x="104775" y="66675"/>
                </a:lnTo>
                <a:lnTo>
                  <a:pt x="95250" y="66675"/>
                </a:lnTo>
                <a:lnTo>
                  <a:pt x="95250" y="76200"/>
                </a:lnTo>
                <a:lnTo>
                  <a:pt x="85725" y="76200"/>
                </a:lnTo>
                <a:lnTo>
                  <a:pt x="85725" y="95250"/>
                </a:lnTo>
                <a:lnTo>
                  <a:pt x="76200" y="95250"/>
                </a:lnTo>
                <a:lnTo>
                  <a:pt x="76200" y="114300"/>
                </a:lnTo>
                <a:lnTo>
                  <a:pt x="66675" y="114300"/>
                </a:lnTo>
                <a:lnTo>
                  <a:pt x="66675" y="95250"/>
                </a:lnTo>
                <a:lnTo>
                  <a:pt x="57150" y="95250"/>
                </a:lnTo>
                <a:lnTo>
                  <a:pt x="57150" y="104775"/>
                </a:lnTo>
                <a:lnTo>
                  <a:pt x="47625" y="104775"/>
                </a:lnTo>
                <a:lnTo>
                  <a:pt x="47625" y="114300"/>
                </a:lnTo>
                <a:lnTo>
                  <a:pt x="38100" y="114300"/>
                </a:lnTo>
                <a:lnTo>
                  <a:pt x="38100" y="142875"/>
                </a:lnTo>
                <a:lnTo>
                  <a:pt x="47625" y="142875"/>
                </a:lnTo>
                <a:lnTo>
                  <a:pt x="47625" y="152400"/>
                </a:lnTo>
                <a:lnTo>
                  <a:pt x="28575" y="152400"/>
                </a:lnTo>
                <a:lnTo>
                  <a:pt x="28575" y="200025"/>
                </a:lnTo>
                <a:lnTo>
                  <a:pt x="19050" y="200025"/>
                </a:lnTo>
                <a:lnTo>
                  <a:pt x="19050" y="247650"/>
                </a:lnTo>
                <a:lnTo>
                  <a:pt x="9525" y="247650"/>
                </a:lnTo>
                <a:lnTo>
                  <a:pt x="9525" y="228600"/>
                </a:lnTo>
                <a:lnTo>
                  <a:pt x="0" y="228600"/>
                </a:lnTo>
                <a:close/>
                <a:moveTo>
                  <a:pt x="2247900" y="0"/>
                </a:moveTo>
                <a:lnTo>
                  <a:pt x="2257425" y="0"/>
                </a:lnTo>
                <a:lnTo>
                  <a:pt x="2257425" y="9525"/>
                </a:lnTo>
                <a:lnTo>
                  <a:pt x="2247900" y="9525"/>
                </a:lnTo>
                <a:close/>
                <a:moveTo>
                  <a:pt x="2266950" y="0"/>
                </a:moveTo>
                <a:lnTo>
                  <a:pt x="2324100" y="0"/>
                </a:lnTo>
                <a:lnTo>
                  <a:pt x="2324100" y="9525"/>
                </a:lnTo>
                <a:lnTo>
                  <a:pt x="2314575" y="9525"/>
                </a:lnTo>
                <a:lnTo>
                  <a:pt x="2314575" y="19050"/>
                </a:lnTo>
                <a:lnTo>
                  <a:pt x="2305050" y="19050"/>
                </a:lnTo>
                <a:lnTo>
                  <a:pt x="2305050" y="28575"/>
                </a:lnTo>
                <a:lnTo>
                  <a:pt x="2295525" y="28575"/>
                </a:lnTo>
                <a:lnTo>
                  <a:pt x="2295525" y="38100"/>
                </a:lnTo>
                <a:lnTo>
                  <a:pt x="2305050" y="38100"/>
                </a:lnTo>
                <a:lnTo>
                  <a:pt x="2305050" y="57150"/>
                </a:lnTo>
                <a:lnTo>
                  <a:pt x="2295525" y="57150"/>
                </a:lnTo>
                <a:lnTo>
                  <a:pt x="2295525" y="47625"/>
                </a:lnTo>
                <a:lnTo>
                  <a:pt x="2286000" y="47625"/>
                </a:lnTo>
                <a:lnTo>
                  <a:pt x="2286000" y="38100"/>
                </a:lnTo>
                <a:lnTo>
                  <a:pt x="2266950" y="38100"/>
                </a:lnTo>
                <a:lnTo>
                  <a:pt x="2266950" y="28575"/>
                </a:lnTo>
                <a:lnTo>
                  <a:pt x="2276475" y="28575"/>
                </a:lnTo>
                <a:lnTo>
                  <a:pt x="2276475" y="19050"/>
                </a:lnTo>
                <a:lnTo>
                  <a:pt x="2257425" y="19050"/>
                </a:lnTo>
                <a:lnTo>
                  <a:pt x="2257425" y="9525"/>
                </a:lnTo>
                <a:lnTo>
                  <a:pt x="2266950" y="9525"/>
                </a:lnTo>
                <a:close/>
                <a:moveTo>
                  <a:pt x="2390775" y="0"/>
                </a:moveTo>
                <a:lnTo>
                  <a:pt x="2419350" y="0"/>
                </a:lnTo>
                <a:lnTo>
                  <a:pt x="2419350" y="9525"/>
                </a:lnTo>
                <a:lnTo>
                  <a:pt x="2428875" y="9525"/>
                </a:lnTo>
                <a:lnTo>
                  <a:pt x="2428875" y="104775"/>
                </a:lnTo>
                <a:lnTo>
                  <a:pt x="2419350" y="104775"/>
                </a:lnTo>
                <a:lnTo>
                  <a:pt x="2419350" y="114300"/>
                </a:lnTo>
                <a:lnTo>
                  <a:pt x="2409825" y="114300"/>
                </a:lnTo>
                <a:lnTo>
                  <a:pt x="2409825" y="133350"/>
                </a:lnTo>
                <a:lnTo>
                  <a:pt x="2400300" y="133350"/>
                </a:lnTo>
                <a:lnTo>
                  <a:pt x="2400300" y="152400"/>
                </a:lnTo>
                <a:lnTo>
                  <a:pt x="2390775" y="152400"/>
                </a:lnTo>
                <a:lnTo>
                  <a:pt x="2390775" y="104775"/>
                </a:lnTo>
                <a:lnTo>
                  <a:pt x="2381250" y="104775"/>
                </a:lnTo>
                <a:lnTo>
                  <a:pt x="2381250" y="95250"/>
                </a:lnTo>
                <a:lnTo>
                  <a:pt x="2371725" y="95250"/>
                </a:lnTo>
                <a:lnTo>
                  <a:pt x="2371725" y="76200"/>
                </a:lnTo>
                <a:lnTo>
                  <a:pt x="2343150" y="76200"/>
                </a:lnTo>
                <a:lnTo>
                  <a:pt x="2343150" y="38100"/>
                </a:lnTo>
                <a:lnTo>
                  <a:pt x="2352675" y="38100"/>
                </a:lnTo>
                <a:lnTo>
                  <a:pt x="2352675" y="28575"/>
                </a:lnTo>
                <a:lnTo>
                  <a:pt x="2362200" y="28575"/>
                </a:lnTo>
                <a:lnTo>
                  <a:pt x="2362200" y="19050"/>
                </a:lnTo>
                <a:lnTo>
                  <a:pt x="2381250" y="19050"/>
                </a:lnTo>
                <a:lnTo>
                  <a:pt x="2381250" y="9525"/>
                </a:lnTo>
                <a:lnTo>
                  <a:pt x="2390775" y="9525"/>
                </a:lnTo>
                <a:close/>
                <a:moveTo>
                  <a:pt x="209550" y="9525"/>
                </a:moveTo>
                <a:lnTo>
                  <a:pt x="219075" y="9525"/>
                </a:lnTo>
                <a:lnTo>
                  <a:pt x="219075" y="19050"/>
                </a:lnTo>
                <a:lnTo>
                  <a:pt x="209550" y="19050"/>
                </a:lnTo>
                <a:close/>
                <a:moveTo>
                  <a:pt x="2343150" y="85725"/>
                </a:moveTo>
                <a:lnTo>
                  <a:pt x="2352675" y="85725"/>
                </a:lnTo>
                <a:lnTo>
                  <a:pt x="2352675" y="95250"/>
                </a:lnTo>
                <a:lnTo>
                  <a:pt x="2343150" y="95250"/>
                </a:lnTo>
                <a:close/>
                <a:moveTo>
                  <a:pt x="2400300" y="152400"/>
                </a:moveTo>
                <a:lnTo>
                  <a:pt x="2409825" y="152400"/>
                </a:lnTo>
                <a:lnTo>
                  <a:pt x="2409825" y="161925"/>
                </a:lnTo>
                <a:lnTo>
                  <a:pt x="2419350" y="161925"/>
                </a:lnTo>
                <a:lnTo>
                  <a:pt x="2419350" y="171450"/>
                </a:lnTo>
                <a:lnTo>
                  <a:pt x="2428875" y="171450"/>
                </a:lnTo>
                <a:lnTo>
                  <a:pt x="2428875" y="180975"/>
                </a:lnTo>
                <a:lnTo>
                  <a:pt x="2419350" y="180975"/>
                </a:lnTo>
                <a:lnTo>
                  <a:pt x="2419350" y="190500"/>
                </a:lnTo>
                <a:lnTo>
                  <a:pt x="2409825" y="190500"/>
                </a:lnTo>
                <a:lnTo>
                  <a:pt x="2409825" y="171450"/>
                </a:lnTo>
                <a:lnTo>
                  <a:pt x="2400300" y="171450"/>
                </a:lnTo>
                <a:close/>
                <a:moveTo>
                  <a:pt x="800100" y="228600"/>
                </a:moveTo>
                <a:lnTo>
                  <a:pt x="819150" y="228600"/>
                </a:lnTo>
                <a:lnTo>
                  <a:pt x="819150" y="247650"/>
                </a:lnTo>
                <a:lnTo>
                  <a:pt x="828675" y="247650"/>
                </a:lnTo>
                <a:lnTo>
                  <a:pt x="828675" y="257175"/>
                </a:lnTo>
                <a:lnTo>
                  <a:pt x="847725" y="257175"/>
                </a:lnTo>
                <a:lnTo>
                  <a:pt x="847725" y="247650"/>
                </a:lnTo>
                <a:lnTo>
                  <a:pt x="857250" y="247650"/>
                </a:lnTo>
                <a:lnTo>
                  <a:pt x="857250" y="228600"/>
                </a:lnTo>
                <a:lnTo>
                  <a:pt x="876300" y="228600"/>
                </a:lnTo>
                <a:lnTo>
                  <a:pt x="876300" y="238125"/>
                </a:lnTo>
                <a:lnTo>
                  <a:pt x="895350" y="238125"/>
                </a:lnTo>
                <a:lnTo>
                  <a:pt x="895350" y="247650"/>
                </a:lnTo>
                <a:lnTo>
                  <a:pt x="885825" y="247650"/>
                </a:lnTo>
                <a:lnTo>
                  <a:pt x="885825" y="257175"/>
                </a:lnTo>
                <a:lnTo>
                  <a:pt x="866775" y="257175"/>
                </a:lnTo>
                <a:lnTo>
                  <a:pt x="866775" y="276225"/>
                </a:lnTo>
                <a:lnTo>
                  <a:pt x="838200" y="276225"/>
                </a:lnTo>
                <a:lnTo>
                  <a:pt x="838200" y="295275"/>
                </a:lnTo>
                <a:lnTo>
                  <a:pt x="828675" y="295275"/>
                </a:lnTo>
                <a:lnTo>
                  <a:pt x="828675" y="304800"/>
                </a:lnTo>
                <a:lnTo>
                  <a:pt x="819150" y="304800"/>
                </a:lnTo>
                <a:lnTo>
                  <a:pt x="819150" y="276225"/>
                </a:lnTo>
                <a:lnTo>
                  <a:pt x="809625" y="276225"/>
                </a:lnTo>
                <a:lnTo>
                  <a:pt x="809625" y="266700"/>
                </a:lnTo>
                <a:lnTo>
                  <a:pt x="800100" y="266700"/>
                </a:lnTo>
                <a:lnTo>
                  <a:pt x="800100" y="257175"/>
                </a:lnTo>
                <a:lnTo>
                  <a:pt x="790575" y="257175"/>
                </a:lnTo>
                <a:lnTo>
                  <a:pt x="790575" y="238125"/>
                </a:lnTo>
                <a:lnTo>
                  <a:pt x="800100" y="238125"/>
                </a:lnTo>
                <a:close/>
                <a:moveTo>
                  <a:pt x="914400" y="228600"/>
                </a:moveTo>
                <a:lnTo>
                  <a:pt x="971550" y="228600"/>
                </a:lnTo>
                <a:lnTo>
                  <a:pt x="971550" y="238125"/>
                </a:lnTo>
                <a:lnTo>
                  <a:pt x="990600" y="238125"/>
                </a:lnTo>
                <a:lnTo>
                  <a:pt x="990600" y="247650"/>
                </a:lnTo>
                <a:lnTo>
                  <a:pt x="1009650" y="247650"/>
                </a:lnTo>
                <a:lnTo>
                  <a:pt x="1009650" y="276225"/>
                </a:lnTo>
                <a:lnTo>
                  <a:pt x="1000125" y="276225"/>
                </a:lnTo>
                <a:lnTo>
                  <a:pt x="1000125" y="285750"/>
                </a:lnTo>
                <a:lnTo>
                  <a:pt x="1009650" y="285750"/>
                </a:lnTo>
                <a:lnTo>
                  <a:pt x="1009650" y="304800"/>
                </a:lnTo>
                <a:lnTo>
                  <a:pt x="1019175" y="304800"/>
                </a:lnTo>
                <a:lnTo>
                  <a:pt x="1019175" y="314325"/>
                </a:lnTo>
                <a:lnTo>
                  <a:pt x="981075" y="314325"/>
                </a:lnTo>
                <a:lnTo>
                  <a:pt x="981075" y="285750"/>
                </a:lnTo>
                <a:lnTo>
                  <a:pt x="990600" y="285750"/>
                </a:lnTo>
                <a:lnTo>
                  <a:pt x="990600" y="276225"/>
                </a:lnTo>
                <a:lnTo>
                  <a:pt x="971550" y="276225"/>
                </a:lnTo>
                <a:lnTo>
                  <a:pt x="971550" y="266700"/>
                </a:lnTo>
                <a:lnTo>
                  <a:pt x="962025" y="266700"/>
                </a:lnTo>
                <a:lnTo>
                  <a:pt x="962025" y="285750"/>
                </a:lnTo>
                <a:lnTo>
                  <a:pt x="952500" y="285750"/>
                </a:lnTo>
                <a:lnTo>
                  <a:pt x="952500" y="257175"/>
                </a:lnTo>
                <a:lnTo>
                  <a:pt x="962025" y="257175"/>
                </a:lnTo>
                <a:lnTo>
                  <a:pt x="962025" y="247650"/>
                </a:lnTo>
                <a:lnTo>
                  <a:pt x="952500" y="247650"/>
                </a:lnTo>
                <a:lnTo>
                  <a:pt x="952500" y="238125"/>
                </a:lnTo>
                <a:lnTo>
                  <a:pt x="933450" y="238125"/>
                </a:lnTo>
                <a:lnTo>
                  <a:pt x="933450" y="247650"/>
                </a:lnTo>
                <a:lnTo>
                  <a:pt x="914400" y="247650"/>
                </a:lnTo>
                <a:close/>
                <a:moveTo>
                  <a:pt x="1123950" y="228600"/>
                </a:moveTo>
                <a:lnTo>
                  <a:pt x="1133475" y="228600"/>
                </a:lnTo>
                <a:lnTo>
                  <a:pt x="1133475" y="238125"/>
                </a:lnTo>
                <a:lnTo>
                  <a:pt x="1123950" y="238125"/>
                </a:lnTo>
                <a:close/>
                <a:moveTo>
                  <a:pt x="1504950" y="228600"/>
                </a:moveTo>
                <a:lnTo>
                  <a:pt x="1543050" y="228600"/>
                </a:lnTo>
                <a:lnTo>
                  <a:pt x="1543050" y="238125"/>
                </a:lnTo>
                <a:lnTo>
                  <a:pt x="1552575" y="238125"/>
                </a:lnTo>
                <a:lnTo>
                  <a:pt x="1552575" y="266700"/>
                </a:lnTo>
                <a:lnTo>
                  <a:pt x="1543050" y="266700"/>
                </a:lnTo>
                <a:lnTo>
                  <a:pt x="1543050" y="285750"/>
                </a:lnTo>
                <a:lnTo>
                  <a:pt x="1562100" y="285750"/>
                </a:lnTo>
                <a:lnTo>
                  <a:pt x="1562100" y="276225"/>
                </a:lnTo>
                <a:lnTo>
                  <a:pt x="1571625" y="276225"/>
                </a:lnTo>
                <a:lnTo>
                  <a:pt x="1571625" y="266700"/>
                </a:lnTo>
                <a:lnTo>
                  <a:pt x="1638300" y="266700"/>
                </a:lnTo>
                <a:lnTo>
                  <a:pt x="1638300" y="238125"/>
                </a:lnTo>
                <a:lnTo>
                  <a:pt x="1619250" y="238125"/>
                </a:lnTo>
                <a:lnTo>
                  <a:pt x="1619250" y="228600"/>
                </a:lnTo>
                <a:lnTo>
                  <a:pt x="1676400" y="228600"/>
                </a:lnTo>
                <a:lnTo>
                  <a:pt x="1676400" y="238125"/>
                </a:lnTo>
                <a:lnTo>
                  <a:pt x="1685925" y="238125"/>
                </a:lnTo>
                <a:lnTo>
                  <a:pt x="1685925" y="247650"/>
                </a:lnTo>
                <a:lnTo>
                  <a:pt x="1666875" y="247650"/>
                </a:lnTo>
                <a:lnTo>
                  <a:pt x="1666875" y="257175"/>
                </a:lnTo>
                <a:lnTo>
                  <a:pt x="1657350" y="257175"/>
                </a:lnTo>
                <a:lnTo>
                  <a:pt x="1657350" y="266700"/>
                </a:lnTo>
                <a:lnTo>
                  <a:pt x="1647825" y="266700"/>
                </a:lnTo>
                <a:lnTo>
                  <a:pt x="1647825" y="276225"/>
                </a:lnTo>
                <a:lnTo>
                  <a:pt x="1638300" y="276225"/>
                </a:lnTo>
                <a:lnTo>
                  <a:pt x="1638300" y="295275"/>
                </a:lnTo>
                <a:lnTo>
                  <a:pt x="1628775" y="295275"/>
                </a:lnTo>
                <a:lnTo>
                  <a:pt x="1628775" y="304800"/>
                </a:lnTo>
                <a:lnTo>
                  <a:pt x="1609725" y="304800"/>
                </a:lnTo>
                <a:lnTo>
                  <a:pt x="1609725" y="295275"/>
                </a:lnTo>
                <a:lnTo>
                  <a:pt x="1571625" y="295275"/>
                </a:lnTo>
                <a:lnTo>
                  <a:pt x="1571625" y="304800"/>
                </a:lnTo>
                <a:lnTo>
                  <a:pt x="1524000" y="304800"/>
                </a:lnTo>
                <a:lnTo>
                  <a:pt x="1524000" y="295275"/>
                </a:lnTo>
                <a:lnTo>
                  <a:pt x="1514475" y="295275"/>
                </a:lnTo>
                <a:lnTo>
                  <a:pt x="1514475" y="285750"/>
                </a:lnTo>
                <a:lnTo>
                  <a:pt x="1504950" y="285750"/>
                </a:lnTo>
                <a:lnTo>
                  <a:pt x="1504950" y="276225"/>
                </a:lnTo>
                <a:lnTo>
                  <a:pt x="1495425" y="276225"/>
                </a:lnTo>
                <a:lnTo>
                  <a:pt x="1495425" y="266700"/>
                </a:lnTo>
                <a:lnTo>
                  <a:pt x="1476375" y="266700"/>
                </a:lnTo>
                <a:lnTo>
                  <a:pt x="1476375" y="247650"/>
                </a:lnTo>
                <a:lnTo>
                  <a:pt x="1485900" y="247650"/>
                </a:lnTo>
                <a:lnTo>
                  <a:pt x="1485900" y="238125"/>
                </a:lnTo>
                <a:lnTo>
                  <a:pt x="1495425" y="238125"/>
                </a:lnTo>
                <a:lnTo>
                  <a:pt x="1495425" y="247650"/>
                </a:lnTo>
                <a:lnTo>
                  <a:pt x="1485900" y="247650"/>
                </a:lnTo>
                <a:lnTo>
                  <a:pt x="1485900" y="257175"/>
                </a:lnTo>
                <a:lnTo>
                  <a:pt x="1504950" y="257175"/>
                </a:lnTo>
                <a:close/>
                <a:moveTo>
                  <a:pt x="1695450" y="247650"/>
                </a:moveTo>
                <a:lnTo>
                  <a:pt x="1704975" y="247650"/>
                </a:lnTo>
                <a:lnTo>
                  <a:pt x="1704975" y="257175"/>
                </a:lnTo>
                <a:lnTo>
                  <a:pt x="1695450" y="257175"/>
                </a:lnTo>
                <a:close/>
                <a:moveTo>
                  <a:pt x="1781175" y="266700"/>
                </a:moveTo>
                <a:lnTo>
                  <a:pt x="1790700" y="266700"/>
                </a:lnTo>
                <a:lnTo>
                  <a:pt x="1790700" y="276225"/>
                </a:lnTo>
                <a:lnTo>
                  <a:pt x="1800225" y="276225"/>
                </a:lnTo>
                <a:lnTo>
                  <a:pt x="1800225" y="295275"/>
                </a:lnTo>
                <a:lnTo>
                  <a:pt x="1781175" y="295275"/>
                </a:lnTo>
                <a:lnTo>
                  <a:pt x="1781175" y="285750"/>
                </a:lnTo>
                <a:lnTo>
                  <a:pt x="1771650" y="285750"/>
                </a:lnTo>
                <a:lnTo>
                  <a:pt x="1771650" y="276225"/>
                </a:lnTo>
                <a:lnTo>
                  <a:pt x="1781175" y="276225"/>
                </a:lnTo>
                <a:close/>
                <a:moveTo>
                  <a:pt x="1057275" y="276225"/>
                </a:moveTo>
                <a:lnTo>
                  <a:pt x="1066800" y="276225"/>
                </a:lnTo>
                <a:lnTo>
                  <a:pt x="1066800" y="285750"/>
                </a:lnTo>
                <a:lnTo>
                  <a:pt x="1085850" y="285750"/>
                </a:lnTo>
                <a:lnTo>
                  <a:pt x="1085850" y="295275"/>
                </a:lnTo>
                <a:lnTo>
                  <a:pt x="1057275" y="295275"/>
                </a:lnTo>
                <a:close/>
                <a:moveTo>
                  <a:pt x="1438275" y="276225"/>
                </a:moveTo>
                <a:lnTo>
                  <a:pt x="1466850" y="276225"/>
                </a:lnTo>
                <a:lnTo>
                  <a:pt x="1466850" y="304800"/>
                </a:lnTo>
                <a:lnTo>
                  <a:pt x="1457325" y="304800"/>
                </a:lnTo>
                <a:lnTo>
                  <a:pt x="1457325" y="295275"/>
                </a:lnTo>
                <a:lnTo>
                  <a:pt x="1438275" y="295275"/>
                </a:lnTo>
                <a:close/>
                <a:moveTo>
                  <a:pt x="876300" y="285750"/>
                </a:moveTo>
                <a:lnTo>
                  <a:pt x="914400" y="285750"/>
                </a:lnTo>
                <a:lnTo>
                  <a:pt x="914400" y="304800"/>
                </a:lnTo>
                <a:lnTo>
                  <a:pt x="895350" y="304800"/>
                </a:lnTo>
                <a:lnTo>
                  <a:pt x="895350" y="314325"/>
                </a:lnTo>
                <a:lnTo>
                  <a:pt x="876300" y="314325"/>
                </a:lnTo>
                <a:close/>
                <a:moveTo>
                  <a:pt x="1952625" y="295275"/>
                </a:moveTo>
                <a:lnTo>
                  <a:pt x="1981200" y="295275"/>
                </a:lnTo>
                <a:lnTo>
                  <a:pt x="1981200" y="333375"/>
                </a:lnTo>
                <a:lnTo>
                  <a:pt x="1952625" y="333375"/>
                </a:lnTo>
                <a:lnTo>
                  <a:pt x="1952625" y="323850"/>
                </a:lnTo>
                <a:lnTo>
                  <a:pt x="1962150" y="323850"/>
                </a:lnTo>
                <a:lnTo>
                  <a:pt x="1962150" y="314325"/>
                </a:lnTo>
                <a:lnTo>
                  <a:pt x="1952625" y="314325"/>
                </a:lnTo>
                <a:close/>
                <a:moveTo>
                  <a:pt x="2000250" y="304800"/>
                </a:moveTo>
                <a:lnTo>
                  <a:pt x="2019300" y="304800"/>
                </a:lnTo>
                <a:lnTo>
                  <a:pt x="2019300" y="314325"/>
                </a:lnTo>
                <a:lnTo>
                  <a:pt x="2000250" y="314325"/>
                </a:lnTo>
                <a:close/>
                <a:moveTo>
                  <a:pt x="400050" y="314325"/>
                </a:moveTo>
                <a:lnTo>
                  <a:pt x="409575" y="314325"/>
                </a:lnTo>
                <a:lnTo>
                  <a:pt x="409575" y="323850"/>
                </a:lnTo>
                <a:lnTo>
                  <a:pt x="400050" y="323850"/>
                </a:lnTo>
                <a:close/>
                <a:moveTo>
                  <a:pt x="466725" y="314325"/>
                </a:moveTo>
                <a:lnTo>
                  <a:pt x="485775" y="314325"/>
                </a:lnTo>
                <a:lnTo>
                  <a:pt x="485775" y="333375"/>
                </a:lnTo>
                <a:lnTo>
                  <a:pt x="495300" y="333375"/>
                </a:lnTo>
                <a:lnTo>
                  <a:pt x="495300" y="361950"/>
                </a:lnTo>
                <a:lnTo>
                  <a:pt x="466725" y="361950"/>
                </a:lnTo>
                <a:lnTo>
                  <a:pt x="466725" y="352425"/>
                </a:lnTo>
                <a:lnTo>
                  <a:pt x="485775" y="352425"/>
                </a:lnTo>
                <a:lnTo>
                  <a:pt x="485775" y="342900"/>
                </a:lnTo>
                <a:lnTo>
                  <a:pt x="476250" y="342900"/>
                </a:lnTo>
                <a:lnTo>
                  <a:pt x="476250" y="333375"/>
                </a:lnTo>
                <a:lnTo>
                  <a:pt x="466725" y="333375"/>
                </a:lnTo>
                <a:close/>
                <a:moveTo>
                  <a:pt x="1924050" y="323850"/>
                </a:moveTo>
                <a:lnTo>
                  <a:pt x="1933575" y="323850"/>
                </a:lnTo>
                <a:lnTo>
                  <a:pt x="1933575" y="333375"/>
                </a:lnTo>
                <a:lnTo>
                  <a:pt x="1952625" y="333375"/>
                </a:lnTo>
                <a:lnTo>
                  <a:pt x="1952625" y="342900"/>
                </a:lnTo>
                <a:lnTo>
                  <a:pt x="1962150" y="342900"/>
                </a:lnTo>
                <a:lnTo>
                  <a:pt x="1962150" y="352425"/>
                </a:lnTo>
                <a:lnTo>
                  <a:pt x="1952625" y="352425"/>
                </a:lnTo>
                <a:lnTo>
                  <a:pt x="1952625" y="361950"/>
                </a:lnTo>
                <a:lnTo>
                  <a:pt x="1962150" y="361950"/>
                </a:lnTo>
                <a:lnTo>
                  <a:pt x="1962150" y="381000"/>
                </a:lnTo>
                <a:lnTo>
                  <a:pt x="1933575" y="381000"/>
                </a:lnTo>
                <a:lnTo>
                  <a:pt x="1933575" y="352425"/>
                </a:lnTo>
                <a:lnTo>
                  <a:pt x="1895475" y="352425"/>
                </a:lnTo>
                <a:lnTo>
                  <a:pt x="1895475" y="361950"/>
                </a:lnTo>
                <a:lnTo>
                  <a:pt x="1847850" y="361950"/>
                </a:lnTo>
                <a:lnTo>
                  <a:pt x="1847850" y="333375"/>
                </a:lnTo>
                <a:lnTo>
                  <a:pt x="1924050" y="333375"/>
                </a:lnTo>
                <a:close/>
                <a:moveTo>
                  <a:pt x="523875" y="333375"/>
                </a:moveTo>
                <a:lnTo>
                  <a:pt x="542925" y="333375"/>
                </a:lnTo>
                <a:lnTo>
                  <a:pt x="542925" y="342900"/>
                </a:lnTo>
                <a:lnTo>
                  <a:pt x="552450" y="342900"/>
                </a:lnTo>
                <a:lnTo>
                  <a:pt x="552450" y="352425"/>
                </a:lnTo>
                <a:lnTo>
                  <a:pt x="533400" y="352425"/>
                </a:lnTo>
                <a:lnTo>
                  <a:pt x="533400" y="361950"/>
                </a:lnTo>
                <a:lnTo>
                  <a:pt x="523875" y="361950"/>
                </a:lnTo>
                <a:lnTo>
                  <a:pt x="523875" y="381000"/>
                </a:lnTo>
                <a:lnTo>
                  <a:pt x="533400" y="381000"/>
                </a:lnTo>
                <a:lnTo>
                  <a:pt x="533400" y="409575"/>
                </a:lnTo>
                <a:lnTo>
                  <a:pt x="542925" y="409575"/>
                </a:lnTo>
                <a:lnTo>
                  <a:pt x="542925" y="419100"/>
                </a:lnTo>
                <a:lnTo>
                  <a:pt x="523875" y="419100"/>
                </a:lnTo>
                <a:lnTo>
                  <a:pt x="523875" y="438150"/>
                </a:lnTo>
                <a:lnTo>
                  <a:pt x="514350" y="438150"/>
                </a:lnTo>
                <a:lnTo>
                  <a:pt x="514350" y="428625"/>
                </a:lnTo>
                <a:lnTo>
                  <a:pt x="485775" y="428625"/>
                </a:lnTo>
                <a:lnTo>
                  <a:pt x="485775" y="419100"/>
                </a:lnTo>
                <a:lnTo>
                  <a:pt x="466725" y="419100"/>
                </a:lnTo>
                <a:lnTo>
                  <a:pt x="466725" y="400050"/>
                </a:lnTo>
                <a:lnTo>
                  <a:pt x="457200" y="400050"/>
                </a:lnTo>
                <a:lnTo>
                  <a:pt x="457200" y="390525"/>
                </a:lnTo>
                <a:lnTo>
                  <a:pt x="466725" y="390525"/>
                </a:lnTo>
                <a:lnTo>
                  <a:pt x="466725" y="400050"/>
                </a:lnTo>
                <a:lnTo>
                  <a:pt x="514350" y="400050"/>
                </a:lnTo>
                <a:lnTo>
                  <a:pt x="514350" y="390525"/>
                </a:lnTo>
                <a:lnTo>
                  <a:pt x="504825" y="390525"/>
                </a:lnTo>
                <a:lnTo>
                  <a:pt x="504825" y="352425"/>
                </a:lnTo>
                <a:lnTo>
                  <a:pt x="514350" y="352425"/>
                </a:lnTo>
                <a:lnTo>
                  <a:pt x="514350" y="342900"/>
                </a:lnTo>
                <a:lnTo>
                  <a:pt x="523875" y="342900"/>
                </a:lnTo>
                <a:close/>
                <a:moveTo>
                  <a:pt x="571500" y="342900"/>
                </a:moveTo>
                <a:lnTo>
                  <a:pt x="590550" y="342900"/>
                </a:lnTo>
                <a:lnTo>
                  <a:pt x="590550" y="352425"/>
                </a:lnTo>
                <a:lnTo>
                  <a:pt x="600075" y="352425"/>
                </a:lnTo>
                <a:lnTo>
                  <a:pt x="600075" y="361950"/>
                </a:lnTo>
                <a:lnTo>
                  <a:pt x="619125" y="361950"/>
                </a:lnTo>
                <a:lnTo>
                  <a:pt x="619125" y="381000"/>
                </a:lnTo>
                <a:lnTo>
                  <a:pt x="628650" y="381000"/>
                </a:lnTo>
                <a:lnTo>
                  <a:pt x="628650" y="400050"/>
                </a:lnTo>
                <a:lnTo>
                  <a:pt x="619125" y="400050"/>
                </a:lnTo>
                <a:lnTo>
                  <a:pt x="619125" y="390525"/>
                </a:lnTo>
                <a:lnTo>
                  <a:pt x="581025" y="390525"/>
                </a:lnTo>
                <a:lnTo>
                  <a:pt x="581025" y="400050"/>
                </a:lnTo>
                <a:lnTo>
                  <a:pt x="571500" y="400050"/>
                </a:lnTo>
                <a:close/>
                <a:moveTo>
                  <a:pt x="1990725" y="342900"/>
                </a:moveTo>
                <a:lnTo>
                  <a:pt x="2009775" y="342900"/>
                </a:lnTo>
                <a:lnTo>
                  <a:pt x="2009775" y="352425"/>
                </a:lnTo>
                <a:lnTo>
                  <a:pt x="2028825" y="352425"/>
                </a:lnTo>
                <a:lnTo>
                  <a:pt x="2028825" y="361950"/>
                </a:lnTo>
                <a:lnTo>
                  <a:pt x="2038350" y="361950"/>
                </a:lnTo>
                <a:lnTo>
                  <a:pt x="2038350" y="371475"/>
                </a:lnTo>
                <a:lnTo>
                  <a:pt x="2028825" y="371475"/>
                </a:lnTo>
                <a:lnTo>
                  <a:pt x="2028825" y="381000"/>
                </a:lnTo>
                <a:lnTo>
                  <a:pt x="2009775" y="381000"/>
                </a:lnTo>
                <a:lnTo>
                  <a:pt x="2009775" y="400050"/>
                </a:lnTo>
                <a:lnTo>
                  <a:pt x="1981200" y="400050"/>
                </a:lnTo>
                <a:lnTo>
                  <a:pt x="1981200" y="352425"/>
                </a:lnTo>
                <a:lnTo>
                  <a:pt x="1990725" y="352425"/>
                </a:lnTo>
                <a:close/>
                <a:moveTo>
                  <a:pt x="419100" y="352425"/>
                </a:moveTo>
                <a:lnTo>
                  <a:pt x="457200" y="352425"/>
                </a:lnTo>
                <a:lnTo>
                  <a:pt x="457200" y="361950"/>
                </a:lnTo>
                <a:lnTo>
                  <a:pt x="447675" y="361950"/>
                </a:lnTo>
                <a:lnTo>
                  <a:pt x="447675" y="371475"/>
                </a:lnTo>
                <a:lnTo>
                  <a:pt x="457200" y="371475"/>
                </a:lnTo>
                <a:lnTo>
                  <a:pt x="457200" y="381000"/>
                </a:lnTo>
                <a:lnTo>
                  <a:pt x="419100" y="381000"/>
                </a:lnTo>
                <a:close/>
                <a:moveTo>
                  <a:pt x="1876425" y="352425"/>
                </a:moveTo>
                <a:lnTo>
                  <a:pt x="1885950" y="352425"/>
                </a:lnTo>
                <a:lnTo>
                  <a:pt x="1885950" y="342900"/>
                </a:lnTo>
                <a:lnTo>
                  <a:pt x="1876425" y="342900"/>
                </a:lnTo>
                <a:close/>
                <a:moveTo>
                  <a:pt x="628650" y="361950"/>
                </a:moveTo>
                <a:lnTo>
                  <a:pt x="647700" y="361950"/>
                </a:lnTo>
                <a:lnTo>
                  <a:pt x="647700" y="371475"/>
                </a:lnTo>
                <a:lnTo>
                  <a:pt x="657225" y="371475"/>
                </a:lnTo>
                <a:lnTo>
                  <a:pt x="657225" y="381000"/>
                </a:lnTo>
                <a:lnTo>
                  <a:pt x="638175" y="381000"/>
                </a:lnTo>
                <a:lnTo>
                  <a:pt x="638175" y="371475"/>
                </a:lnTo>
                <a:lnTo>
                  <a:pt x="628650" y="371475"/>
                </a:lnTo>
                <a:close/>
                <a:moveTo>
                  <a:pt x="657225" y="381000"/>
                </a:moveTo>
                <a:lnTo>
                  <a:pt x="685800" y="381000"/>
                </a:lnTo>
                <a:lnTo>
                  <a:pt x="685800" y="390525"/>
                </a:lnTo>
                <a:lnTo>
                  <a:pt x="657225" y="390525"/>
                </a:lnTo>
                <a:close/>
                <a:moveTo>
                  <a:pt x="1895475" y="381000"/>
                </a:moveTo>
                <a:lnTo>
                  <a:pt x="1924050" y="381000"/>
                </a:lnTo>
                <a:lnTo>
                  <a:pt x="1924050" y="400050"/>
                </a:lnTo>
                <a:lnTo>
                  <a:pt x="1905000" y="400050"/>
                </a:lnTo>
                <a:lnTo>
                  <a:pt x="1905000" y="409575"/>
                </a:lnTo>
                <a:lnTo>
                  <a:pt x="1895475" y="409575"/>
                </a:lnTo>
                <a:close/>
                <a:moveTo>
                  <a:pt x="552450" y="400050"/>
                </a:moveTo>
                <a:lnTo>
                  <a:pt x="561975" y="400050"/>
                </a:lnTo>
                <a:lnTo>
                  <a:pt x="561975" y="409575"/>
                </a:lnTo>
                <a:lnTo>
                  <a:pt x="552450" y="409575"/>
                </a:lnTo>
                <a:close/>
                <a:moveTo>
                  <a:pt x="1800225" y="400050"/>
                </a:moveTo>
                <a:lnTo>
                  <a:pt x="1819275" y="400050"/>
                </a:lnTo>
                <a:lnTo>
                  <a:pt x="1819275" y="409575"/>
                </a:lnTo>
                <a:lnTo>
                  <a:pt x="1809750" y="409575"/>
                </a:lnTo>
                <a:lnTo>
                  <a:pt x="1809750" y="419100"/>
                </a:lnTo>
                <a:lnTo>
                  <a:pt x="1790700" y="419100"/>
                </a:lnTo>
                <a:lnTo>
                  <a:pt x="1790700" y="409575"/>
                </a:lnTo>
                <a:lnTo>
                  <a:pt x="1800225" y="409575"/>
                </a:lnTo>
                <a:close/>
                <a:moveTo>
                  <a:pt x="409575" y="409575"/>
                </a:moveTo>
                <a:lnTo>
                  <a:pt x="419100" y="409575"/>
                </a:lnTo>
                <a:lnTo>
                  <a:pt x="419100" y="419100"/>
                </a:lnTo>
                <a:lnTo>
                  <a:pt x="409575" y="419100"/>
                </a:lnTo>
                <a:close/>
                <a:moveTo>
                  <a:pt x="1924050" y="409575"/>
                </a:moveTo>
                <a:lnTo>
                  <a:pt x="1933575" y="409575"/>
                </a:lnTo>
                <a:lnTo>
                  <a:pt x="1933575" y="419100"/>
                </a:lnTo>
                <a:lnTo>
                  <a:pt x="1924050" y="419100"/>
                </a:lnTo>
                <a:close/>
                <a:moveTo>
                  <a:pt x="2038350" y="409575"/>
                </a:moveTo>
                <a:lnTo>
                  <a:pt x="2057400" y="409575"/>
                </a:lnTo>
                <a:lnTo>
                  <a:pt x="2057400" y="438150"/>
                </a:lnTo>
                <a:lnTo>
                  <a:pt x="2047875" y="438150"/>
                </a:lnTo>
                <a:lnTo>
                  <a:pt x="2047875" y="457200"/>
                </a:lnTo>
                <a:lnTo>
                  <a:pt x="2028825" y="457200"/>
                </a:lnTo>
                <a:lnTo>
                  <a:pt x="2028825" y="447675"/>
                </a:lnTo>
                <a:lnTo>
                  <a:pt x="2019300" y="447675"/>
                </a:lnTo>
                <a:lnTo>
                  <a:pt x="2019300" y="419100"/>
                </a:lnTo>
                <a:lnTo>
                  <a:pt x="2038350" y="419100"/>
                </a:lnTo>
                <a:close/>
                <a:moveTo>
                  <a:pt x="428625" y="419100"/>
                </a:moveTo>
                <a:lnTo>
                  <a:pt x="438150" y="419100"/>
                </a:lnTo>
                <a:lnTo>
                  <a:pt x="438150" y="428625"/>
                </a:lnTo>
                <a:lnTo>
                  <a:pt x="428625" y="428625"/>
                </a:lnTo>
                <a:close/>
                <a:moveTo>
                  <a:pt x="952500" y="419100"/>
                </a:moveTo>
                <a:lnTo>
                  <a:pt x="971550" y="419100"/>
                </a:lnTo>
                <a:lnTo>
                  <a:pt x="971550" y="428625"/>
                </a:lnTo>
                <a:lnTo>
                  <a:pt x="962025" y="428625"/>
                </a:lnTo>
                <a:lnTo>
                  <a:pt x="962025" y="438150"/>
                </a:lnTo>
                <a:lnTo>
                  <a:pt x="952500" y="438150"/>
                </a:lnTo>
                <a:close/>
                <a:moveTo>
                  <a:pt x="381000" y="428625"/>
                </a:moveTo>
                <a:lnTo>
                  <a:pt x="400050" y="428625"/>
                </a:lnTo>
                <a:lnTo>
                  <a:pt x="400050" y="438150"/>
                </a:lnTo>
                <a:lnTo>
                  <a:pt x="409575" y="438150"/>
                </a:lnTo>
                <a:lnTo>
                  <a:pt x="409575" y="457200"/>
                </a:lnTo>
                <a:lnTo>
                  <a:pt x="419100" y="457200"/>
                </a:lnTo>
                <a:lnTo>
                  <a:pt x="419100" y="428625"/>
                </a:lnTo>
                <a:lnTo>
                  <a:pt x="428625" y="428625"/>
                </a:lnTo>
                <a:lnTo>
                  <a:pt x="428625" y="457200"/>
                </a:lnTo>
                <a:lnTo>
                  <a:pt x="438150" y="457200"/>
                </a:lnTo>
                <a:lnTo>
                  <a:pt x="438150" y="447675"/>
                </a:lnTo>
                <a:lnTo>
                  <a:pt x="476250" y="447675"/>
                </a:lnTo>
                <a:lnTo>
                  <a:pt x="476250" y="457200"/>
                </a:lnTo>
                <a:lnTo>
                  <a:pt x="485775" y="457200"/>
                </a:lnTo>
                <a:lnTo>
                  <a:pt x="485775" y="466725"/>
                </a:lnTo>
                <a:lnTo>
                  <a:pt x="476250" y="466725"/>
                </a:lnTo>
                <a:lnTo>
                  <a:pt x="476250" y="476250"/>
                </a:lnTo>
                <a:lnTo>
                  <a:pt x="447675" y="476250"/>
                </a:lnTo>
                <a:lnTo>
                  <a:pt x="447675" y="466725"/>
                </a:lnTo>
                <a:lnTo>
                  <a:pt x="419100" y="466725"/>
                </a:lnTo>
                <a:lnTo>
                  <a:pt x="419100" y="476250"/>
                </a:lnTo>
                <a:lnTo>
                  <a:pt x="409575" y="476250"/>
                </a:lnTo>
                <a:lnTo>
                  <a:pt x="409575" y="466725"/>
                </a:lnTo>
                <a:lnTo>
                  <a:pt x="400050" y="466725"/>
                </a:lnTo>
                <a:lnTo>
                  <a:pt x="400050" y="457200"/>
                </a:lnTo>
                <a:lnTo>
                  <a:pt x="381000" y="457200"/>
                </a:lnTo>
                <a:close/>
                <a:moveTo>
                  <a:pt x="1924050" y="428625"/>
                </a:moveTo>
                <a:lnTo>
                  <a:pt x="1933575" y="428625"/>
                </a:lnTo>
                <a:lnTo>
                  <a:pt x="1933575" y="438150"/>
                </a:lnTo>
                <a:lnTo>
                  <a:pt x="1943100" y="438150"/>
                </a:lnTo>
                <a:lnTo>
                  <a:pt x="1943100" y="457200"/>
                </a:lnTo>
                <a:lnTo>
                  <a:pt x="1933575" y="457200"/>
                </a:lnTo>
                <a:lnTo>
                  <a:pt x="1933575" y="447675"/>
                </a:lnTo>
                <a:lnTo>
                  <a:pt x="1924050" y="447675"/>
                </a:lnTo>
                <a:close/>
                <a:moveTo>
                  <a:pt x="2124075" y="438150"/>
                </a:moveTo>
                <a:lnTo>
                  <a:pt x="2133600" y="438150"/>
                </a:lnTo>
                <a:lnTo>
                  <a:pt x="2133600" y="466725"/>
                </a:lnTo>
                <a:lnTo>
                  <a:pt x="2114550" y="466725"/>
                </a:lnTo>
                <a:lnTo>
                  <a:pt x="2114550" y="447675"/>
                </a:lnTo>
                <a:lnTo>
                  <a:pt x="2124075" y="447675"/>
                </a:lnTo>
                <a:close/>
                <a:moveTo>
                  <a:pt x="1990725" y="457200"/>
                </a:moveTo>
                <a:lnTo>
                  <a:pt x="2009775" y="457200"/>
                </a:lnTo>
                <a:lnTo>
                  <a:pt x="2009775" y="466725"/>
                </a:lnTo>
                <a:lnTo>
                  <a:pt x="2000250" y="466725"/>
                </a:lnTo>
                <a:lnTo>
                  <a:pt x="2000250" y="476250"/>
                </a:lnTo>
                <a:lnTo>
                  <a:pt x="1990725" y="476250"/>
                </a:lnTo>
                <a:close/>
                <a:moveTo>
                  <a:pt x="2028825" y="466725"/>
                </a:moveTo>
                <a:lnTo>
                  <a:pt x="2066925" y="466725"/>
                </a:lnTo>
                <a:lnTo>
                  <a:pt x="2066925" y="485775"/>
                </a:lnTo>
                <a:lnTo>
                  <a:pt x="2047875" y="485775"/>
                </a:lnTo>
                <a:lnTo>
                  <a:pt x="2047875" y="504825"/>
                </a:lnTo>
                <a:lnTo>
                  <a:pt x="2038350" y="504825"/>
                </a:lnTo>
                <a:lnTo>
                  <a:pt x="2038350" y="495300"/>
                </a:lnTo>
                <a:lnTo>
                  <a:pt x="2028825" y="495300"/>
                </a:lnTo>
                <a:close/>
                <a:moveTo>
                  <a:pt x="2076450" y="476250"/>
                </a:moveTo>
                <a:lnTo>
                  <a:pt x="2095500" y="476250"/>
                </a:lnTo>
                <a:lnTo>
                  <a:pt x="2095500" y="485775"/>
                </a:lnTo>
                <a:lnTo>
                  <a:pt x="2076450" y="485775"/>
                </a:lnTo>
                <a:close/>
                <a:moveTo>
                  <a:pt x="361950" y="495300"/>
                </a:moveTo>
                <a:lnTo>
                  <a:pt x="371475" y="495300"/>
                </a:lnTo>
                <a:lnTo>
                  <a:pt x="371475" y="504825"/>
                </a:lnTo>
                <a:lnTo>
                  <a:pt x="381000" y="504825"/>
                </a:lnTo>
                <a:lnTo>
                  <a:pt x="381000" y="523875"/>
                </a:lnTo>
                <a:lnTo>
                  <a:pt x="371475" y="523875"/>
                </a:lnTo>
                <a:lnTo>
                  <a:pt x="371475" y="533400"/>
                </a:lnTo>
                <a:lnTo>
                  <a:pt x="361950" y="533400"/>
                </a:lnTo>
                <a:lnTo>
                  <a:pt x="361950" y="552450"/>
                </a:lnTo>
                <a:lnTo>
                  <a:pt x="371475" y="552450"/>
                </a:lnTo>
                <a:lnTo>
                  <a:pt x="371475" y="590550"/>
                </a:lnTo>
                <a:lnTo>
                  <a:pt x="361950" y="590550"/>
                </a:lnTo>
                <a:lnTo>
                  <a:pt x="361950" y="600075"/>
                </a:lnTo>
                <a:lnTo>
                  <a:pt x="371475" y="600075"/>
                </a:lnTo>
                <a:lnTo>
                  <a:pt x="371475" y="609600"/>
                </a:lnTo>
                <a:lnTo>
                  <a:pt x="361950" y="609600"/>
                </a:lnTo>
                <a:lnTo>
                  <a:pt x="361950" y="628650"/>
                </a:lnTo>
                <a:lnTo>
                  <a:pt x="352425" y="628650"/>
                </a:lnTo>
                <a:lnTo>
                  <a:pt x="352425" y="619125"/>
                </a:lnTo>
                <a:lnTo>
                  <a:pt x="333375" y="619125"/>
                </a:lnTo>
                <a:lnTo>
                  <a:pt x="333375" y="600075"/>
                </a:lnTo>
                <a:lnTo>
                  <a:pt x="342900" y="600075"/>
                </a:lnTo>
                <a:lnTo>
                  <a:pt x="342900" y="590550"/>
                </a:lnTo>
                <a:lnTo>
                  <a:pt x="333375" y="590550"/>
                </a:lnTo>
                <a:lnTo>
                  <a:pt x="333375" y="571500"/>
                </a:lnTo>
                <a:lnTo>
                  <a:pt x="314325" y="571500"/>
                </a:lnTo>
                <a:lnTo>
                  <a:pt x="314325" y="561975"/>
                </a:lnTo>
                <a:lnTo>
                  <a:pt x="285750" y="561975"/>
                </a:lnTo>
                <a:lnTo>
                  <a:pt x="285750" y="571500"/>
                </a:lnTo>
                <a:lnTo>
                  <a:pt x="276225" y="571500"/>
                </a:lnTo>
                <a:lnTo>
                  <a:pt x="276225" y="561975"/>
                </a:lnTo>
                <a:lnTo>
                  <a:pt x="266700" y="561975"/>
                </a:lnTo>
                <a:lnTo>
                  <a:pt x="266700" y="514350"/>
                </a:lnTo>
                <a:lnTo>
                  <a:pt x="295275" y="514350"/>
                </a:lnTo>
                <a:lnTo>
                  <a:pt x="295275" y="523875"/>
                </a:lnTo>
                <a:lnTo>
                  <a:pt x="314325" y="523875"/>
                </a:lnTo>
                <a:lnTo>
                  <a:pt x="314325" y="533400"/>
                </a:lnTo>
                <a:lnTo>
                  <a:pt x="342900" y="533400"/>
                </a:lnTo>
                <a:lnTo>
                  <a:pt x="342900" y="514350"/>
                </a:lnTo>
                <a:lnTo>
                  <a:pt x="352425" y="514350"/>
                </a:lnTo>
                <a:lnTo>
                  <a:pt x="352425" y="504825"/>
                </a:lnTo>
                <a:lnTo>
                  <a:pt x="361950" y="504825"/>
                </a:lnTo>
                <a:close/>
                <a:moveTo>
                  <a:pt x="2019300" y="495300"/>
                </a:moveTo>
                <a:lnTo>
                  <a:pt x="2028825" y="495300"/>
                </a:lnTo>
                <a:lnTo>
                  <a:pt x="2028825" y="514350"/>
                </a:lnTo>
                <a:lnTo>
                  <a:pt x="2019300" y="514350"/>
                </a:lnTo>
                <a:close/>
                <a:moveTo>
                  <a:pt x="2133600" y="514350"/>
                </a:moveTo>
                <a:lnTo>
                  <a:pt x="2152650" y="514350"/>
                </a:lnTo>
                <a:lnTo>
                  <a:pt x="2152650" y="523875"/>
                </a:lnTo>
                <a:lnTo>
                  <a:pt x="2133600" y="523875"/>
                </a:lnTo>
                <a:close/>
                <a:moveTo>
                  <a:pt x="2019300" y="523875"/>
                </a:moveTo>
                <a:lnTo>
                  <a:pt x="2028825" y="523875"/>
                </a:lnTo>
                <a:lnTo>
                  <a:pt x="2028825" y="533400"/>
                </a:lnTo>
                <a:lnTo>
                  <a:pt x="2019300" y="533400"/>
                </a:lnTo>
                <a:close/>
                <a:moveTo>
                  <a:pt x="2085975" y="523875"/>
                </a:moveTo>
                <a:lnTo>
                  <a:pt x="2095500" y="523875"/>
                </a:lnTo>
                <a:lnTo>
                  <a:pt x="2095500" y="533400"/>
                </a:lnTo>
                <a:lnTo>
                  <a:pt x="2105025" y="533400"/>
                </a:lnTo>
                <a:lnTo>
                  <a:pt x="2105025" y="542925"/>
                </a:lnTo>
                <a:lnTo>
                  <a:pt x="2114550" y="542925"/>
                </a:lnTo>
                <a:lnTo>
                  <a:pt x="2114550" y="552450"/>
                </a:lnTo>
                <a:lnTo>
                  <a:pt x="2105025" y="552450"/>
                </a:lnTo>
                <a:lnTo>
                  <a:pt x="2105025" y="561975"/>
                </a:lnTo>
                <a:lnTo>
                  <a:pt x="2124075" y="561975"/>
                </a:lnTo>
                <a:lnTo>
                  <a:pt x="2124075" y="571500"/>
                </a:lnTo>
                <a:lnTo>
                  <a:pt x="2105025" y="571500"/>
                </a:lnTo>
                <a:lnTo>
                  <a:pt x="2105025" y="628650"/>
                </a:lnTo>
                <a:lnTo>
                  <a:pt x="2085975" y="628650"/>
                </a:lnTo>
                <a:lnTo>
                  <a:pt x="2085975" y="619125"/>
                </a:lnTo>
                <a:lnTo>
                  <a:pt x="2076450" y="619125"/>
                </a:lnTo>
                <a:lnTo>
                  <a:pt x="2076450" y="590550"/>
                </a:lnTo>
                <a:lnTo>
                  <a:pt x="2085975" y="590550"/>
                </a:lnTo>
                <a:lnTo>
                  <a:pt x="2085975" y="581025"/>
                </a:lnTo>
                <a:lnTo>
                  <a:pt x="2076450" y="581025"/>
                </a:lnTo>
                <a:lnTo>
                  <a:pt x="2076450" y="571500"/>
                </a:lnTo>
                <a:lnTo>
                  <a:pt x="2057400" y="571500"/>
                </a:lnTo>
                <a:lnTo>
                  <a:pt x="2057400" y="561975"/>
                </a:lnTo>
                <a:lnTo>
                  <a:pt x="2076450" y="561975"/>
                </a:lnTo>
                <a:lnTo>
                  <a:pt x="2076450" y="552450"/>
                </a:lnTo>
                <a:lnTo>
                  <a:pt x="2085975" y="552450"/>
                </a:lnTo>
                <a:close/>
                <a:moveTo>
                  <a:pt x="2028825" y="533400"/>
                </a:moveTo>
                <a:lnTo>
                  <a:pt x="2066925" y="533400"/>
                </a:lnTo>
                <a:lnTo>
                  <a:pt x="2066925" y="552450"/>
                </a:lnTo>
                <a:lnTo>
                  <a:pt x="2047875" y="552450"/>
                </a:lnTo>
                <a:lnTo>
                  <a:pt x="2047875" y="561975"/>
                </a:lnTo>
                <a:lnTo>
                  <a:pt x="2028825" y="561975"/>
                </a:lnTo>
                <a:close/>
                <a:moveTo>
                  <a:pt x="295275" y="552450"/>
                </a:moveTo>
                <a:lnTo>
                  <a:pt x="304800" y="552450"/>
                </a:lnTo>
                <a:lnTo>
                  <a:pt x="304800" y="542925"/>
                </a:lnTo>
                <a:lnTo>
                  <a:pt x="295275" y="542925"/>
                </a:lnTo>
                <a:close/>
                <a:moveTo>
                  <a:pt x="438150" y="552450"/>
                </a:moveTo>
                <a:lnTo>
                  <a:pt x="457200" y="552450"/>
                </a:lnTo>
                <a:lnTo>
                  <a:pt x="457200" y="590550"/>
                </a:lnTo>
                <a:lnTo>
                  <a:pt x="447675" y="590550"/>
                </a:lnTo>
                <a:lnTo>
                  <a:pt x="447675" y="581025"/>
                </a:lnTo>
                <a:lnTo>
                  <a:pt x="438150" y="581025"/>
                </a:lnTo>
                <a:lnTo>
                  <a:pt x="438150" y="571500"/>
                </a:lnTo>
                <a:lnTo>
                  <a:pt x="428625" y="571500"/>
                </a:lnTo>
                <a:lnTo>
                  <a:pt x="428625" y="561975"/>
                </a:lnTo>
                <a:lnTo>
                  <a:pt x="438150" y="561975"/>
                </a:lnTo>
                <a:close/>
                <a:moveTo>
                  <a:pt x="1990725" y="561975"/>
                </a:moveTo>
                <a:lnTo>
                  <a:pt x="2009775" y="561975"/>
                </a:lnTo>
                <a:lnTo>
                  <a:pt x="2009775" y="600075"/>
                </a:lnTo>
                <a:lnTo>
                  <a:pt x="2000250" y="600075"/>
                </a:lnTo>
                <a:lnTo>
                  <a:pt x="2000250" y="590550"/>
                </a:lnTo>
                <a:lnTo>
                  <a:pt x="1990725" y="590550"/>
                </a:lnTo>
                <a:close/>
                <a:moveTo>
                  <a:pt x="2124075" y="581025"/>
                </a:moveTo>
                <a:lnTo>
                  <a:pt x="2143125" y="581025"/>
                </a:lnTo>
                <a:lnTo>
                  <a:pt x="2143125" y="600075"/>
                </a:lnTo>
                <a:lnTo>
                  <a:pt x="2133600" y="600075"/>
                </a:lnTo>
                <a:lnTo>
                  <a:pt x="2133600" y="609600"/>
                </a:lnTo>
                <a:lnTo>
                  <a:pt x="2124075" y="609600"/>
                </a:lnTo>
                <a:close/>
                <a:moveTo>
                  <a:pt x="419100" y="600075"/>
                </a:moveTo>
                <a:lnTo>
                  <a:pt x="428625" y="600075"/>
                </a:lnTo>
                <a:lnTo>
                  <a:pt x="428625" y="609600"/>
                </a:lnTo>
                <a:lnTo>
                  <a:pt x="438150" y="609600"/>
                </a:lnTo>
                <a:lnTo>
                  <a:pt x="438150" y="619125"/>
                </a:lnTo>
                <a:lnTo>
                  <a:pt x="447675" y="619125"/>
                </a:lnTo>
                <a:lnTo>
                  <a:pt x="447675" y="628650"/>
                </a:lnTo>
                <a:lnTo>
                  <a:pt x="419100" y="628650"/>
                </a:lnTo>
                <a:close/>
                <a:moveTo>
                  <a:pt x="247650" y="628650"/>
                </a:moveTo>
                <a:lnTo>
                  <a:pt x="266700" y="628650"/>
                </a:lnTo>
                <a:lnTo>
                  <a:pt x="266700" y="638175"/>
                </a:lnTo>
                <a:lnTo>
                  <a:pt x="285750" y="638175"/>
                </a:lnTo>
                <a:lnTo>
                  <a:pt x="285750" y="657225"/>
                </a:lnTo>
                <a:lnTo>
                  <a:pt x="276225" y="657225"/>
                </a:lnTo>
                <a:lnTo>
                  <a:pt x="276225" y="676275"/>
                </a:lnTo>
                <a:lnTo>
                  <a:pt x="266700" y="676275"/>
                </a:lnTo>
                <a:lnTo>
                  <a:pt x="266700" y="685800"/>
                </a:lnTo>
                <a:lnTo>
                  <a:pt x="247650" y="685800"/>
                </a:lnTo>
                <a:close/>
                <a:moveTo>
                  <a:pt x="381000" y="638175"/>
                </a:moveTo>
                <a:lnTo>
                  <a:pt x="400050" y="638175"/>
                </a:lnTo>
                <a:lnTo>
                  <a:pt x="400050" y="647700"/>
                </a:lnTo>
                <a:lnTo>
                  <a:pt x="381000" y="647700"/>
                </a:lnTo>
                <a:close/>
                <a:moveTo>
                  <a:pt x="1990725" y="638175"/>
                </a:moveTo>
                <a:lnTo>
                  <a:pt x="2000250" y="638175"/>
                </a:lnTo>
                <a:lnTo>
                  <a:pt x="2000250" y="647700"/>
                </a:lnTo>
                <a:lnTo>
                  <a:pt x="2009775" y="647700"/>
                </a:lnTo>
                <a:lnTo>
                  <a:pt x="2009775" y="657225"/>
                </a:lnTo>
                <a:lnTo>
                  <a:pt x="1990725" y="657225"/>
                </a:lnTo>
                <a:close/>
                <a:moveTo>
                  <a:pt x="304800" y="647700"/>
                </a:moveTo>
                <a:lnTo>
                  <a:pt x="314325" y="647700"/>
                </a:lnTo>
                <a:lnTo>
                  <a:pt x="314325" y="657225"/>
                </a:lnTo>
                <a:lnTo>
                  <a:pt x="304800" y="657225"/>
                </a:lnTo>
                <a:close/>
                <a:moveTo>
                  <a:pt x="400050" y="647700"/>
                </a:moveTo>
                <a:lnTo>
                  <a:pt x="428625" y="647700"/>
                </a:lnTo>
                <a:lnTo>
                  <a:pt x="428625" y="685800"/>
                </a:lnTo>
                <a:lnTo>
                  <a:pt x="409575" y="685800"/>
                </a:lnTo>
                <a:lnTo>
                  <a:pt x="409575" y="676275"/>
                </a:lnTo>
                <a:lnTo>
                  <a:pt x="400050" y="676275"/>
                </a:lnTo>
                <a:close/>
                <a:moveTo>
                  <a:pt x="2105025" y="647700"/>
                </a:moveTo>
                <a:lnTo>
                  <a:pt x="2114550" y="647700"/>
                </a:lnTo>
                <a:lnTo>
                  <a:pt x="2114550" y="657225"/>
                </a:lnTo>
                <a:lnTo>
                  <a:pt x="2105025" y="657225"/>
                </a:lnTo>
                <a:close/>
                <a:moveTo>
                  <a:pt x="342900" y="676275"/>
                </a:moveTo>
                <a:lnTo>
                  <a:pt x="361950" y="676275"/>
                </a:lnTo>
                <a:lnTo>
                  <a:pt x="361950" y="685800"/>
                </a:lnTo>
                <a:lnTo>
                  <a:pt x="352425" y="685800"/>
                </a:lnTo>
                <a:lnTo>
                  <a:pt x="352425" y="714375"/>
                </a:lnTo>
                <a:lnTo>
                  <a:pt x="342900" y="714375"/>
                </a:lnTo>
                <a:lnTo>
                  <a:pt x="342900" y="723900"/>
                </a:lnTo>
                <a:lnTo>
                  <a:pt x="304800" y="723900"/>
                </a:lnTo>
                <a:lnTo>
                  <a:pt x="304800" y="704850"/>
                </a:lnTo>
                <a:lnTo>
                  <a:pt x="314325" y="704850"/>
                </a:lnTo>
                <a:lnTo>
                  <a:pt x="314325" y="695325"/>
                </a:lnTo>
                <a:lnTo>
                  <a:pt x="323850" y="695325"/>
                </a:lnTo>
                <a:lnTo>
                  <a:pt x="323850" y="714375"/>
                </a:lnTo>
                <a:lnTo>
                  <a:pt x="333375" y="714375"/>
                </a:lnTo>
                <a:lnTo>
                  <a:pt x="333375" y="685800"/>
                </a:lnTo>
                <a:lnTo>
                  <a:pt x="342900" y="685800"/>
                </a:lnTo>
                <a:close/>
                <a:moveTo>
                  <a:pt x="247650" y="695325"/>
                </a:moveTo>
                <a:lnTo>
                  <a:pt x="257175" y="695325"/>
                </a:lnTo>
                <a:lnTo>
                  <a:pt x="257175" y="704850"/>
                </a:lnTo>
                <a:lnTo>
                  <a:pt x="247650" y="704850"/>
                </a:lnTo>
                <a:close/>
                <a:moveTo>
                  <a:pt x="371475" y="695325"/>
                </a:moveTo>
                <a:lnTo>
                  <a:pt x="381000" y="695325"/>
                </a:lnTo>
                <a:lnTo>
                  <a:pt x="381000" y="704850"/>
                </a:lnTo>
                <a:lnTo>
                  <a:pt x="400050" y="704850"/>
                </a:lnTo>
                <a:lnTo>
                  <a:pt x="400050" y="714375"/>
                </a:lnTo>
                <a:lnTo>
                  <a:pt x="361950" y="714375"/>
                </a:lnTo>
                <a:lnTo>
                  <a:pt x="361950" y="704850"/>
                </a:lnTo>
                <a:lnTo>
                  <a:pt x="371475" y="704850"/>
                </a:lnTo>
                <a:close/>
                <a:moveTo>
                  <a:pt x="2143125" y="714375"/>
                </a:moveTo>
                <a:lnTo>
                  <a:pt x="2162175" y="714375"/>
                </a:lnTo>
                <a:lnTo>
                  <a:pt x="2162175" y="723900"/>
                </a:lnTo>
                <a:lnTo>
                  <a:pt x="2143125" y="723900"/>
                </a:lnTo>
                <a:close/>
                <a:moveTo>
                  <a:pt x="1143000" y="733425"/>
                </a:moveTo>
                <a:lnTo>
                  <a:pt x="1152525" y="733425"/>
                </a:lnTo>
                <a:lnTo>
                  <a:pt x="1152525" y="742950"/>
                </a:lnTo>
                <a:lnTo>
                  <a:pt x="1143000" y="742950"/>
                </a:lnTo>
                <a:close/>
                <a:moveTo>
                  <a:pt x="257175" y="742950"/>
                </a:moveTo>
                <a:lnTo>
                  <a:pt x="266700" y="742950"/>
                </a:lnTo>
                <a:lnTo>
                  <a:pt x="266700" y="762000"/>
                </a:lnTo>
                <a:lnTo>
                  <a:pt x="257175" y="762000"/>
                </a:lnTo>
                <a:close/>
                <a:moveTo>
                  <a:pt x="1771650" y="742950"/>
                </a:moveTo>
                <a:lnTo>
                  <a:pt x="1790700" y="742950"/>
                </a:lnTo>
                <a:lnTo>
                  <a:pt x="1790700" y="752475"/>
                </a:lnTo>
                <a:lnTo>
                  <a:pt x="1771650" y="752475"/>
                </a:lnTo>
                <a:close/>
                <a:moveTo>
                  <a:pt x="666750" y="752475"/>
                </a:moveTo>
                <a:lnTo>
                  <a:pt x="676275" y="752475"/>
                </a:lnTo>
                <a:lnTo>
                  <a:pt x="676275" y="762000"/>
                </a:lnTo>
                <a:lnTo>
                  <a:pt x="666750" y="762000"/>
                </a:lnTo>
                <a:close/>
                <a:moveTo>
                  <a:pt x="1819275" y="752475"/>
                </a:moveTo>
                <a:lnTo>
                  <a:pt x="1838325" y="752475"/>
                </a:lnTo>
                <a:lnTo>
                  <a:pt x="1838325" y="762000"/>
                </a:lnTo>
                <a:lnTo>
                  <a:pt x="1819275" y="762000"/>
                </a:lnTo>
                <a:close/>
                <a:moveTo>
                  <a:pt x="2000250" y="752475"/>
                </a:moveTo>
                <a:lnTo>
                  <a:pt x="2028825" y="752475"/>
                </a:lnTo>
                <a:lnTo>
                  <a:pt x="2028825" y="781050"/>
                </a:lnTo>
                <a:lnTo>
                  <a:pt x="2000250" y="781050"/>
                </a:lnTo>
                <a:close/>
                <a:moveTo>
                  <a:pt x="2162175" y="819150"/>
                </a:moveTo>
                <a:lnTo>
                  <a:pt x="2181225" y="819150"/>
                </a:lnTo>
                <a:lnTo>
                  <a:pt x="2181225" y="838200"/>
                </a:lnTo>
                <a:lnTo>
                  <a:pt x="2171700" y="838200"/>
                </a:lnTo>
                <a:lnTo>
                  <a:pt x="2171700" y="847725"/>
                </a:lnTo>
                <a:lnTo>
                  <a:pt x="2162175" y="847725"/>
                </a:lnTo>
                <a:lnTo>
                  <a:pt x="2162175" y="838200"/>
                </a:lnTo>
                <a:lnTo>
                  <a:pt x="2152650" y="838200"/>
                </a:lnTo>
                <a:lnTo>
                  <a:pt x="2152650" y="828675"/>
                </a:lnTo>
                <a:lnTo>
                  <a:pt x="2162175" y="828675"/>
                </a:lnTo>
                <a:close/>
                <a:moveTo>
                  <a:pt x="2181225" y="838200"/>
                </a:moveTo>
                <a:lnTo>
                  <a:pt x="2190750" y="838200"/>
                </a:lnTo>
                <a:lnTo>
                  <a:pt x="2190750" y="847725"/>
                </a:lnTo>
                <a:lnTo>
                  <a:pt x="2181225" y="847725"/>
                </a:lnTo>
                <a:close/>
                <a:moveTo>
                  <a:pt x="247650" y="866775"/>
                </a:moveTo>
                <a:lnTo>
                  <a:pt x="257175" y="866775"/>
                </a:lnTo>
                <a:lnTo>
                  <a:pt x="257175" y="876300"/>
                </a:lnTo>
                <a:lnTo>
                  <a:pt x="247650" y="876300"/>
                </a:lnTo>
                <a:close/>
                <a:moveTo>
                  <a:pt x="257175" y="876300"/>
                </a:moveTo>
                <a:lnTo>
                  <a:pt x="276225" y="876300"/>
                </a:lnTo>
                <a:lnTo>
                  <a:pt x="276225" y="885825"/>
                </a:lnTo>
                <a:lnTo>
                  <a:pt x="257175" y="885825"/>
                </a:lnTo>
                <a:close/>
                <a:moveTo>
                  <a:pt x="2009775" y="876300"/>
                </a:moveTo>
                <a:lnTo>
                  <a:pt x="2028825" y="876300"/>
                </a:lnTo>
                <a:lnTo>
                  <a:pt x="2028825" y="885825"/>
                </a:lnTo>
                <a:lnTo>
                  <a:pt x="2038350" y="885825"/>
                </a:lnTo>
                <a:lnTo>
                  <a:pt x="2038350" y="895350"/>
                </a:lnTo>
                <a:lnTo>
                  <a:pt x="2047875" y="895350"/>
                </a:lnTo>
                <a:lnTo>
                  <a:pt x="2047875" y="885825"/>
                </a:lnTo>
                <a:lnTo>
                  <a:pt x="2066925" y="885825"/>
                </a:lnTo>
                <a:lnTo>
                  <a:pt x="2066925" y="876300"/>
                </a:lnTo>
                <a:lnTo>
                  <a:pt x="2085975" y="876300"/>
                </a:lnTo>
                <a:lnTo>
                  <a:pt x="2085975" y="895350"/>
                </a:lnTo>
                <a:lnTo>
                  <a:pt x="2095500" y="895350"/>
                </a:lnTo>
                <a:lnTo>
                  <a:pt x="2095500" y="923925"/>
                </a:lnTo>
                <a:lnTo>
                  <a:pt x="2066925" y="923925"/>
                </a:lnTo>
                <a:lnTo>
                  <a:pt x="2066925" y="914400"/>
                </a:lnTo>
                <a:lnTo>
                  <a:pt x="2047875" y="914400"/>
                </a:lnTo>
                <a:lnTo>
                  <a:pt x="2047875" y="933450"/>
                </a:lnTo>
                <a:lnTo>
                  <a:pt x="2028825" y="933450"/>
                </a:lnTo>
                <a:lnTo>
                  <a:pt x="2028825" y="942975"/>
                </a:lnTo>
                <a:lnTo>
                  <a:pt x="2019300" y="942975"/>
                </a:lnTo>
                <a:lnTo>
                  <a:pt x="2019300" y="933450"/>
                </a:lnTo>
                <a:lnTo>
                  <a:pt x="2009775" y="933450"/>
                </a:lnTo>
                <a:lnTo>
                  <a:pt x="2009775" y="923925"/>
                </a:lnTo>
                <a:lnTo>
                  <a:pt x="2019300" y="923925"/>
                </a:lnTo>
                <a:lnTo>
                  <a:pt x="2019300" y="904875"/>
                </a:lnTo>
                <a:lnTo>
                  <a:pt x="2028825" y="904875"/>
                </a:lnTo>
                <a:lnTo>
                  <a:pt x="2028825" y="895350"/>
                </a:lnTo>
                <a:lnTo>
                  <a:pt x="2009775" y="895350"/>
                </a:lnTo>
                <a:lnTo>
                  <a:pt x="2009775" y="904875"/>
                </a:lnTo>
                <a:lnTo>
                  <a:pt x="1990725" y="904875"/>
                </a:lnTo>
                <a:lnTo>
                  <a:pt x="1990725" y="885825"/>
                </a:lnTo>
                <a:lnTo>
                  <a:pt x="2009775" y="885825"/>
                </a:lnTo>
                <a:close/>
                <a:moveTo>
                  <a:pt x="323850" y="885825"/>
                </a:moveTo>
                <a:lnTo>
                  <a:pt x="342900" y="885825"/>
                </a:lnTo>
                <a:lnTo>
                  <a:pt x="342900" y="895350"/>
                </a:lnTo>
                <a:lnTo>
                  <a:pt x="323850" y="895350"/>
                </a:lnTo>
                <a:close/>
                <a:moveTo>
                  <a:pt x="342900" y="895350"/>
                </a:moveTo>
                <a:lnTo>
                  <a:pt x="352425" y="895350"/>
                </a:lnTo>
                <a:lnTo>
                  <a:pt x="352425" y="914400"/>
                </a:lnTo>
                <a:lnTo>
                  <a:pt x="361950" y="914400"/>
                </a:lnTo>
                <a:lnTo>
                  <a:pt x="361950" y="904875"/>
                </a:lnTo>
                <a:lnTo>
                  <a:pt x="381000" y="904875"/>
                </a:lnTo>
                <a:lnTo>
                  <a:pt x="381000" y="895350"/>
                </a:lnTo>
                <a:lnTo>
                  <a:pt x="400050" y="895350"/>
                </a:lnTo>
                <a:lnTo>
                  <a:pt x="400050" y="923925"/>
                </a:lnTo>
                <a:lnTo>
                  <a:pt x="409575" y="923925"/>
                </a:lnTo>
                <a:lnTo>
                  <a:pt x="409575" y="933450"/>
                </a:lnTo>
                <a:lnTo>
                  <a:pt x="428625" y="933450"/>
                </a:lnTo>
                <a:lnTo>
                  <a:pt x="428625" y="952500"/>
                </a:lnTo>
                <a:lnTo>
                  <a:pt x="419100" y="952500"/>
                </a:lnTo>
                <a:lnTo>
                  <a:pt x="419100" y="942975"/>
                </a:lnTo>
                <a:lnTo>
                  <a:pt x="390525" y="942975"/>
                </a:lnTo>
                <a:lnTo>
                  <a:pt x="390525" y="933450"/>
                </a:lnTo>
                <a:lnTo>
                  <a:pt x="381000" y="933450"/>
                </a:lnTo>
                <a:lnTo>
                  <a:pt x="381000" y="914400"/>
                </a:lnTo>
                <a:lnTo>
                  <a:pt x="371475" y="914400"/>
                </a:lnTo>
                <a:lnTo>
                  <a:pt x="371475" y="933450"/>
                </a:lnTo>
                <a:lnTo>
                  <a:pt x="352425" y="933450"/>
                </a:lnTo>
                <a:lnTo>
                  <a:pt x="352425" y="942975"/>
                </a:lnTo>
                <a:lnTo>
                  <a:pt x="333375" y="942975"/>
                </a:lnTo>
                <a:lnTo>
                  <a:pt x="333375" y="914400"/>
                </a:lnTo>
                <a:lnTo>
                  <a:pt x="342900" y="914400"/>
                </a:lnTo>
                <a:close/>
                <a:moveTo>
                  <a:pt x="2124075" y="895350"/>
                </a:moveTo>
                <a:lnTo>
                  <a:pt x="2152650" y="895350"/>
                </a:lnTo>
                <a:lnTo>
                  <a:pt x="2152650" y="904875"/>
                </a:lnTo>
                <a:lnTo>
                  <a:pt x="2162175" y="904875"/>
                </a:lnTo>
                <a:lnTo>
                  <a:pt x="2162175" y="923925"/>
                </a:lnTo>
                <a:lnTo>
                  <a:pt x="2171700" y="923925"/>
                </a:lnTo>
                <a:lnTo>
                  <a:pt x="2171700" y="933450"/>
                </a:lnTo>
                <a:lnTo>
                  <a:pt x="2181225" y="933450"/>
                </a:lnTo>
                <a:lnTo>
                  <a:pt x="2181225" y="942975"/>
                </a:lnTo>
                <a:lnTo>
                  <a:pt x="2190750" y="942975"/>
                </a:lnTo>
                <a:lnTo>
                  <a:pt x="2190750" y="962025"/>
                </a:lnTo>
                <a:lnTo>
                  <a:pt x="2181225" y="962025"/>
                </a:lnTo>
                <a:lnTo>
                  <a:pt x="2181225" y="971550"/>
                </a:lnTo>
                <a:lnTo>
                  <a:pt x="2171700" y="971550"/>
                </a:lnTo>
                <a:lnTo>
                  <a:pt x="2171700" y="981075"/>
                </a:lnTo>
                <a:lnTo>
                  <a:pt x="2162175" y="981075"/>
                </a:lnTo>
                <a:lnTo>
                  <a:pt x="2162175" y="1000125"/>
                </a:lnTo>
                <a:lnTo>
                  <a:pt x="2181225" y="1000125"/>
                </a:lnTo>
                <a:lnTo>
                  <a:pt x="2181225" y="1019175"/>
                </a:lnTo>
                <a:lnTo>
                  <a:pt x="2190750" y="1019175"/>
                </a:lnTo>
                <a:lnTo>
                  <a:pt x="2190750" y="1038225"/>
                </a:lnTo>
                <a:lnTo>
                  <a:pt x="2181225" y="1038225"/>
                </a:lnTo>
                <a:lnTo>
                  <a:pt x="2181225" y="1028700"/>
                </a:lnTo>
                <a:lnTo>
                  <a:pt x="2162175" y="1028700"/>
                </a:lnTo>
                <a:lnTo>
                  <a:pt x="2162175" y="1038225"/>
                </a:lnTo>
                <a:lnTo>
                  <a:pt x="2152650" y="1038225"/>
                </a:lnTo>
                <a:lnTo>
                  <a:pt x="2152650" y="1047750"/>
                </a:lnTo>
                <a:lnTo>
                  <a:pt x="2114550" y="1047750"/>
                </a:lnTo>
                <a:lnTo>
                  <a:pt x="2114550" y="1028700"/>
                </a:lnTo>
                <a:lnTo>
                  <a:pt x="2105025" y="1028700"/>
                </a:lnTo>
                <a:lnTo>
                  <a:pt x="2105025" y="1009650"/>
                </a:lnTo>
                <a:lnTo>
                  <a:pt x="2114550" y="1009650"/>
                </a:lnTo>
                <a:lnTo>
                  <a:pt x="2114550" y="1028700"/>
                </a:lnTo>
                <a:lnTo>
                  <a:pt x="2124075" y="1028700"/>
                </a:lnTo>
                <a:lnTo>
                  <a:pt x="2124075" y="1019175"/>
                </a:lnTo>
                <a:lnTo>
                  <a:pt x="2133600" y="1019175"/>
                </a:lnTo>
                <a:lnTo>
                  <a:pt x="2133600" y="1009650"/>
                </a:lnTo>
                <a:lnTo>
                  <a:pt x="2143125" y="1009650"/>
                </a:lnTo>
                <a:lnTo>
                  <a:pt x="2143125" y="990600"/>
                </a:lnTo>
                <a:lnTo>
                  <a:pt x="2124075" y="990600"/>
                </a:lnTo>
                <a:lnTo>
                  <a:pt x="2124075" y="942975"/>
                </a:lnTo>
                <a:lnTo>
                  <a:pt x="2114550" y="942975"/>
                </a:lnTo>
                <a:lnTo>
                  <a:pt x="2114550" y="923925"/>
                </a:lnTo>
                <a:lnTo>
                  <a:pt x="2124075" y="923925"/>
                </a:lnTo>
                <a:close/>
                <a:moveTo>
                  <a:pt x="276225" y="914400"/>
                </a:moveTo>
                <a:lnTo>
                  <a:pt x="304800" y="914400"/>
                </a:lnTo>
                <a:lnTo>
                  <a:pt x="304800" y="933450"/>
                </a:lnTo>
                <a:lnTo>
                  <a:pt x="285750" y="933450"/>
                </a:lnTo>
                <a:lnTo>
                  <a:pt x="285750" y="942975"/>
                </a:lnTo>
                <a:lnTo>
                  <a:pt x="247650" y="942975"/>
                </a:lnTo>
                <a:lnTo>
                  <a:pt x="247650" y="923925"/>
                </a:lnTo>
                <a:lnTo>
                  <a:pt x="276225" y="923925"/>
                </a:lnTo>
                <a:close/>
                <a:moveTo>
                  <a:pt x="314325" y="914400"/>
                </a:moveTo>
                <a:lnTo>
                  <a:pt x="323850" y="914400"/>
                </a:lnTo>
                <a:lnTo>
                  <a:pt x="323850" y="923925"/>
                </a:lnTo>
                <a:lnTo>
                  <a:pt x="314325" y="923925"/>
                </a:lnTo>
                <a:close/>
                <a:moveTo>
                  <a:pt x="2028825" y="942975"/>
                </a:moveTo>
                <a:lnTo>
                  <a:pt x="2047875" y="942975"/>
                </a:lnTo>
                <a:lnTo>
                  <a:pt x="2047875" y="952500"/>
                </a:lnTo>
                <a:lnTo>
                  <a:pt x="2076450" y="952500"/>
                </a:lnTo>
                <a:lnTo>
                  <a:pt x="2076450" y="981075"/>
                </a:lnTo>
                <a:lnTo>
                  <a:pt x="2038350" y="981075"/>
                </a:lnTo>
                <a:lnTo>
                  <a:pt x="2038350" y="971550"/>
                </a:lnTo>
                <a:lnTo>
                  <a:pt x="2028825" y="971550"/>
                </a:lnTo>
                <a:close/>
                <a:moveTo>
                  <a:pt x="2124075" y="942975"/>
                </a:moveTo>
                <a:lnTo>
                  <a:pt x="2133600" y="942975"/>
                </a:lnTo>
                <a:lnTo>
                  <a:pt x="2133600" y="952500"/>
                </a:lnTo>
                <a:lnTo>
                  <a:pt x="2152650" y="952500"/>
                </a:lnTo>
                <a:lnTo>
                  <a:pt x="2152650" y="942975"/>
                </a:lnTo>
                <a:lnTo>
                  <a:pt x="2162175" y="942975"/>
                </a:lnTo>
                <a:lnTo>
                  <a:pt x="2162175" y="933450"/>
                </a:lnTo>
                <a:lnTo>
                  <a:pt x="2124075" y="933450"/>
                </a:lnTo>
                <a:close/>
                <a:moveTo>
                  <a:pt x="428625" y="952500"/>
                </a:moveTo>
                <a:lnTo>
                  <a:pt x="438150" y="952500"/>
                </a:lnTo>
                <a:lnTo>
                  <a:pt x="438150" y="962025"/>
                </a:lnTo>
                <a:lnTo>
                  <a:pt x="428625" y="962025"/>
                </a:lnTo>
                <a:close/>
                <a:moveTo>
                  <a:pt x="333375" y="962025"/>
                </a:moveTo>
                <a:lnTo>
                  <a:pt x="342900" y="962025"/>
                </a:lnTo>
                <a:lnTo>
                  <a:pt x="342900" y="971550"/>
                </a:lnTo>
                <a:lnTo>
                  <a:pt x="333375" y="971550"/>
                </a:lnTo>
                <a:close/>
                <a:moveTo>
                  <a:pt x="295275" y="971550"/>
                </a:moveTo>
                <a:lnTo>
                  <a:pt x="304800" y="971550"/>
                </a:lnTo>
                <a:lnTo>
                  <a:pt x="304800" y="990600"/>
                </a:lnTo>
                <a:lnTo>
                  <a:pt x="285750" y="990600"/>
                </a:lnTo>
                <a:lnTo>
                  <a:pt x="285750" y="981075"/>
                </a:lnTo>
                <a:lnTo>
                  <a:pt x="295275" y="981075"/>
                </a:lnTo>
                <a:close/>
                <a:moveTo>
                  <a:pt x="314325" y="981075"/>
                </a:moveTo>
                <a:lnTo>
                  <a:pt x="342900" y="981075"/>
                </a:lnTo>
                <a:lnTo>
                  <a:pt x="342900" y="1000125"/>
                </a:lnTo>
                <a:lnTo>
                  <a:pt x="352425" y="1000125"/>
                </a:lnTo>
                <a:lnTo>
                  <a:pt x="352425" y="1009650"/>
                </a:lnTo>
                <a:lnTo>
                  <a:pt x="314325" y="1009650"/>
                </a:lnTo>
                <a:lnTo>
                  <a:pt x="314325" y="1000125"/>
                </a:lnTo>
                <a:lnTo>
                  <a:pt x="333375" y="1000125"/>
                </a:lnTo>
                <a:lnTo>
                  <a:pt x="333375" y="990600"/>
                </a:lnTo>
                <a:lnTo>
                  <a:pt x="314325" y="990600"/>
                </a:lnTo>
                <a:close/>
                <a:moveTo>
                  <a:pt x="247650" y="1009650"/>
                </a:moveTo>
                <a:lnTo>
                  <a:pt x="266700" y="1009650"/>
                </a:lnTo>
                <a:lnTo>
                  <a:pt x="266700" y="1019175"/>
                </a:lnTo>
                <a:lnTo>
                  <a:pt x="247650" y="1019175"/>
                </a:lnTo>
                <a:close/>
                <a:moveTo>
                  <a:pt x="276225" y="1019175"/>
                </a:moveTo>
                <a:lnTo>
                  <a:pt x="285750" y="1019175"/>
                </a:lnTo>
                <a:lnTo>
                  <a:pt x="285750" y="1038225"/>
                </a:lnTo>
                <a:lnTo>
                  <a:pt x="304800" y="1038225"/>
                </a:lnTo>
                <a:lnTo>
                  <a:pt x="304800" y="1047750"/>
                </a:lnTo>
                <a:lnTo>
                  <a:pt x="276225" y="1047750"/>
                </a:lnTo>
                <a:close/>
                <a:moveTo>
                  <a:pt x="2066925" y="1047750"/>
                </a:moveTo>
                <a:lnTo>
                  <a:pt x="2095500" y="1047750"/>
                </a:lnTo>
                <a:lnTo>
                  <a:pt x="2095500" y="1085850"/>
                </a:lnTo>
                <a:lnTo>
                  <a:pt x="2085975" y="1085850"/>
                </a:lnTo>
                <a:lnTo>
                  <a:pt x="2085975" y="1095375"/>
                </a:lnTo>
                <a:lnTo>
                  <a:pt x="2076450" y="1095375"/>
                </a:lnTo>
                <a:lnTo>
                  <a:pt x="2076450" y="1066800"/>
                </a:lnTo>
                <a:lnTo>
                  <a:pt x="2066925" y="1066800"/>
                </a:lnTo>
                <a:close/>
                <a:moveTo>
                  <a:pt x="304800" y="1057275"/>
                </a:moveTo>
                <a:lnTo>
                  <a:pt x="323850" y="1057275"/>
                </a:lnTo>
                <a:lnTo>
                  <a:pt x="323850" y="1066800"/>
                </a:lnTo>
                <a:lnTo>
                  <a:pt x="304800" y="1066800"/>
                </a:lnTo>
                <a:close/>
                <a:moveTo>
                  <a:pt x="2152650" y="1057275"/>
                </a:moveTo>
                <a:lnTo>
                  <a:pt x="2162175" y="1057275"/>
                </a:lnTo>
                <a:lnTo>
                  <a:pt x="2162175" y="1066800"/>
                </a:lnTo>
                <a:lnTo>
                  <a:pt x="2152650" y="1066800"/>
                </a:lnTo>
                <a:close/>
                <a:moveTo>
                  <a:pt x="2066925" y="1095375"/>
                </a:moveTo>
                <a:lnTo>
                  <a:pt x="2076450" y="1095375"/>
                </a:lnTo>
                <a:lnTo>
                  <a:pt x="2076450" y="1104900"/>
                </a:lnTo>
                <a:lnTo>
                  <a:pt x="2066925" y="1104900"/>
                </a:lnTo>
                <a:close/>
                <a:moveTo>
                  <a:pt x="257175" y="1171575"/>
                </a:moveTo>
                <a:lnTo>
                  <a:pt x="266700" y="1171575"/>
                </a:lnTo>
                <a:lnTo>
                  <a:pt x="266700" y="1181100"/>
                </a:lnTo>
                <a:lnTo>
                  <a:pt x="276225" y="1181100"/>
                </a:lnTo>
                <a:lnTo>
                  <a:pt x="276225" y="1171575"/>
                </a:lnTo>
                <a:lnTo>
                  <a:pt x="295275" y="1171575"/>
                </a:lnTo>
                <a:lnTo>
                  <a:pt x="295275" y="1190625"/>
                </a:lnTo>
                <a:lnTo>
                  <a:pt x="257175" y="1190625"/>
                </a:lnTo>
                <a:close/>
                <a:moveTo>
                  <a:pt x="2162175" y="1181100"/>
                </a:moveTo>
                <a:lnTo>
                  <a:pt x="2190750" y="1181100"/>
                </a:lnTo>
                <a:lnTo>
                  <a:pt x="2190750" y="1219200"/>
                </a:lnTo>
                <a:lnTo>
                  <a:pt x="2200275" y="1219200"/>
                </a:lnTo>
                <a:lnTo>
                  <a:pt x="2200275" y="1238250"/>
                </a:lnTo>
                <a:lnTo>
                  <a:pt x="2143125" y="1238250"/>
                </a:lnTo>
                <a:lnTo>
                  <a:pt x="2143125" y="1200150"/>
                </a:lnTo>
                <a:lnTo>
                  <a:pt x="2152650" y="1200150"/>
                </a:lnTo>
                <a:lnTo>
                  <a:pt x="2152650" y="1190625"/>
                </a:lnTo>
                <a:lnTo>
                  <a:pt x="2162175" y="1190625"/>
                </a:lnTo>
                <a:close/>
                <a:moveTo>
                  <a:pt x="295275" y="1190625"/>
                </a:moveTo>
                <a:lnTo>
                  <a:pt x="314325" y="1190625"/>
                </a:lnTo>
                <a:lnTo>
                  <a:pt x="314325" y="1200150"/>
                </a:lnTo>
                <a:lnTo>
                  <a:pt x="295275" y="1200150"/>
                </a:lnTo>
                <a:close/>
                <a:moveTo>
                  <a:pt x="2114550" y="1200150"/>
                </a:moveTo>
                <a:lnTo>
                  <a:pt x="2124075" y="1200150"/>
                </a:lnTo>
                <a:lnTo>
                  <a:pt x="2124075" y="1228725"/>
                </a:lnTo>
                <a:lnTo>
                  <a:pt x="2105025" y="1228725"/>
                </a:lnTo>
                <a:lnTo>
                  <a:pt x="2105025" y="1219200"/>
                </a:lnTo>
                <a:lnTo>
                  <a:pt x="2114550" y="1219200"/>
                </a:lnTo>
                <a:close/>
                <a:moveTo>
                  <a:pt x="276225" y="1209675"/>
                </a:moveTo>
                <a:lnTo>
                  <a:pt x="285750" y="1209675"/>
                </a:lnTo>
                <a:lnTo>
                  <a:pt x="285750" y="1219200"/>
                </a:lnTo>
                <a:lnTo>
                  <a:pt x="276225" y="1219200"/>
                </a:lnTo>
                <a:close/>
                <a:moveTo>
                  <a:pt x="295275" y="1247775"/>
                </a:moveTo>
                <a:lnTo>
                  <a:pt x="323850" y="1247775"/>
                </a:lnTo>
                <a:lnTo>
                  <a:pt x="323850" y="1266825"/>
                </a:lnTo>
                <a:lnTo>
                  <a:pt x="304800" y="1266825"/>
                </a:lnTo>
                <a:lnTo>
                  <a:pt x="304800" y="1257300"/>
                </a:lnTo>
                <a:lnTo>
                  <a:pt x="295275" y="1257300"/>
                </a:lnTo>
                <a:close/>
                <a:moveTo>
                  <a:pt x="2105025" y="1257300"/>
                </a:moveTo>
                <a:lnTo>
                  <a:pt x="2114550" y="1257300"/>
                </a:lnTo>
                <a:lnTo>
                  <a:pt x="2114550" y="1266825"/>
                </a:lnTo>
                <a:lnTo>
                  <a:pt x="2105025" y="1266825"/>
                </a:lnTo>
                <a:close/>
                <a:moveTo>
                  <a:pt x="2124075" y="1266825"/>
                </a:moveTo>
                <a:lnTo>
                  <a:pt x="2162175" y="1266825"/>
                </a:lnTo>
                <a:lnTo>
                  <a:pt x="2162175" y="1285875"/>
                </a:lnTo>
                <a:lnTo>
                  <a:pt x="2171700" y="1285875"/>
                </a:lnTo>
                <a:lnTo>
                  <a:pt x="2171700" y="1314450"/>
                </a:lnTo>
                <a:lnTo>
                  <a:pt x="2162175" y="1314450"/>
                </a:lnTo>
                <a:lnTo>
                  <a:pt x="2162175" y="1343025"/>
                </a:lnTo>
                <a:lnTo>
                  <a:pt x="2171700" y="1343025"/>
                </a:lnTo>
                <a:lnTo>
                  <a:pt x="2171700" y="1362075"/>
                </a:lnTo>
                <a:lnTo>
                  <a:pt x="2152650" y="1362075"/>
                </a:lnTo>
                <a:lnTo>
                  <a:pt x="2152650" y="1352550"/>
                </a:lnTo>
                <a:lnTo>
                  <a:pt x="2143125" y="1352550"/>
                </a:lnTo>
                <a:lnTo>
                  <a:pt x="2143125" y="1333500"/>
                </a:lnTo>
                <a:lnTo>
                  <a:pt x="2152650" y="1333500"/>
                </a:lnTo>
                <a:lnTo>
                  <a:pt x="2152650" y="1314450"/>
                </a:lnTo>
                <a:lnTo>
                  <a:pt x="2143125" y="1314450"/>
                </a:lnTo>
                <a:lnTo>
                  <a:pt x="2143125" y="1323975"/>
                </a:lnTo>
                <a:lnTo>
                  <a:pt x="2133600" y="1323975"/>
                </a:lnTo>
                <a:lnTo>
                  <a:pt x="2133600" y="1304925"/>
                </a:lnTo>
                <a:lnTo>
                  <a:pt x="2124075" y="1304925"/>
                </a:lnTo>
                <a:close/>
                <a:moveTo>
                  <a:pt x="352425" y="1333500"/>
                </a:moveTo>
                <a:lnTo>
                  <a:pt x="381000" y="1333500"/>
                </a:lnTo>
                <a:lnTo>
                  <a:pt x="381000" y="1352550"/>
                </a:lnTo>
                <a:lnTo>
                  <a:pt x="371475" y="1352550"/>
                </a:lnTo>
                <a:lnTo>
                  <a:pt x="371475" y="1362075"/>
                </a:lnTo>
                <a:lnTo>
                  <a:pt x="361950" y="1362075"/>
                </a:lnTo>
                <a:lnTo>
                  <a:pt x="361950" y="1381125"/>
                </a:lnTo>
                <a:lnTo>
                  <a:pt x="333375" y="1381125"/>
                </a:lnTo>
                <a:lnTo>
                  <a:pt x="333375" y="1362075"/>
                </a:lnTo>
                <a:lnTo>
                  <a:pt x="342900" y="1362075"/>
                </a:lnTo>
                <a:lnTo>
                  <a:pt x="342900" y="1352550"/>
                </a:lnTo>
                <a:lnTo>
                  <a:pt x="352425" y="1352550"/>
                </a:lnTo>
                <a:close/>
                <a:moveTo>
                  <a:pt x="2057400" y="1333500"/>
                </a:moveTo>
                <a:lnTo>
                  <a:pt x="2085975" y="1333500"/>
                </a:lnTo>
                <a:lnTo>
                  <a:pt x="2085975" y="1343025"/>
                </a:lnTo>
                <a:lnTo>
                  <a:pt x="2105025" y="1343025"/>
                </a:lnTo>
                <a:lnTo>
                  <a:pt x="2105025" y="1333500"/>
                </a:lnTo>
                <a:lnTo>
                  <a:pt x="2133600" y="1333500"/>
                </a:lnTo>
                <a:lnTo>
                  <a:pt x="2133600" y="1352550"/>
                </a:lnTo>
                <a:lnTo>
                  <a:pt x="2114550" y="1352550"/>
                </a:lnTo>
                <a:lnTo>
                  <a:pt x="2114550" y="1362075"/>
                </a:lnTo>
                <a:lnTo>
                  <a:pt x="2085975" y="1362075"/>
                </a:lnTo>
                <a:lnTo>
                  <a:pt x="2085975" y="1352550"/>
                </a:lnTo>
                <a:lnTo>
                  <a:pt x="2076450" y="1352550"/>
                </a:lnTo>
                <a:lnTo>
                  <a:pt x="2076450" y="1362075"/>
                </a:lnTo>
                <a:lnTo>
                  <a:pt x="2057400" y="1362075"/>
                </a:lnTo>
                <a:lnTo>
                  <a:pt x="2057400" y="1371600"/>
                </a:lnTo>
                <a:lnTo>
                  <a:pt x="2066925" y="1371600"/>
                </a:lnTo>
                <a:lnTo>
                  <a:pt x="2066925" y="1390650"/>
                </a:lnTo>
                <a:lnTo>
                  <a:pt x="2076450" y="1390650"/>
                </a:lnTo>
                <a:lnTo>
                  <a:pt x="2076450" y="1400175"/>
                </a:lnTo>
                <a:lnTo>
                  <a:pt x="2066925" y="1400175"/>
                </a:lnTo>
                <a:lnTo>
                  <a:pt x="2066925" y="1409700"/>
                </a:lnTo>
                <a:lnTo>
                  <a:pt x="2057400" y="1409700"/>
                </a:lnTo>
                <a:lnTo>
                  <a:pt x="2057400" y="1419225"/>
                </a:lnTo>
                <a:lnTo>
                  <a:pt x="2047875" y="1419225"/>
                </a:lnTo>
                <a:lnTo>
                  <a:pt x="2047875" y="1438275"/>
                </a:lnTo>
                <a:lnTo>
                  <a:pt x="2038350" y="1438275"/>
                </a:lnTo>
                <a:lnTo>
                  <a:pt x="2038350" y="1457325"/>
                </a:lnTo>
                <a:lnTo>
                  <a:pt x="2028825" y="1457325"/>
                </a:lnTo>
                <a:lnTo>
                  <a:pt x="2028825" y="1466850"/>
                </a:lnTo>
                <a:lnTo>
                  <a:pt x="2009775" y="1466850"/>
                </a:lnTo>
                <a:lnTo>
                  <a:pt x="2009775" y="1447800"/>
                </a:lnTo>
                <a:lnTo>
                  <a:pt x="2000250" y="1447800"/>
                </a:lnTo>
                <a:lnTo>
                  <a:pt x="2000250" y="1419225"/>
                </a:lnTo>
                <a:lnTo>
                  <a:pt x="2009775" y="1419225"/>
                </a:lnTo>
                <a:lnTo>
                  <a:pt x="2009775" y="1409700"/>
                </a:lnTo>
                <a:lnTo>
                  <a:pt x="2019300" y="1409700"/>
                </a:lnTo>
                <a:lnTo>
                  <a:pt x="2019300" y="1400175"/>
                </a:lnTo>
                <a:lnTo>
                  <a:pt x="2009775" y="1400175"/>
                </a:lnTo>
                <a:lnTo>
                  <a:pt x="2009775" y="1390650"/>
                </a:lnTo>
                <a:lnTo>
                  <a:pt x="2000250" y="1390650"/>
                </a:lnTo>
                <a:lnTo>
                  <a:pt x="2000250" y="1371600"/>
                </a:lnTo>
                <a:lnTo>
                  <a:pt x="2009775" y="1371600"/>
                </a:lnTo>
                <a:lnTo>
                  <a:pt x="2009775" y="1362075"/>
                </a:lnTo>
                <a:lnTo>
                  <a:pt x="2047875" y="1362075"/>
                </a:lnTo>
                <a:lnTo>
                  <a:pt x="2047875" y="1352550"/>
                </a:lnTo>
                <a:lnTo>
                  <a:pt x="2057400" y="1352550"/>
                </a:lnTo>
                <a:close/>
                <a:moveTo>
                  <a:pt x="266700" y="1352550"/>
                </a:moveTo>
                <a:lnTo>
                  <a:pt x="295275" y="1352550"/>
                </a:lnTo>
                <a:lnTo>
                  <a:pt x="295275" y="1371600"/>
                </a:lnTo>
                <a:lnTo>
                  <a:pt x="266700" y="1371600"/>
                </a:lnTo>
                <a:lnTo>
                  <a:pt x="266700" y="1381125"/>
                </a:lnTo>
                <a:lnTo>
                  <a:pt x="247650" y="1381125"/>
                </a:lnTo>
                <a:lnTo>
                  <a:pt x="247650" y="1371600"/>
                </a:lnTo>
                <a:lnTo>
                  <a:pt x="257175" y="1371600"/>
                </a:lnTo>
                <a:lnTo>
                  <a:pt x="257175" y="1362075"/>
                </a:lnTo>
                <a:lnTo>
                  <a:pt x="266700" y="1362075"/>
                </a:lnTo>
                <a:close/>
                <a:moveTo>
                  <a:pt x="381000" y="1352550"/>
                </a:moveTo>
                <a:lnTo>
                  <a:pt x="390525" y="1352550"/>
                </a:lnTo>
                <a:lnTo>
                  <a:pt x="390525" y="1362075"/>
                </a:lnTo>
                <a:lnTo>
                  <a:pt x="400050" y="1362075"/>
                </a:lnTo>
                <a:lnTo>
                  <a:pt x="400050" y="1381125"/>
                </a:lnTo>
                <a:lnTo>
                  <a:pt x="390525" y="1381125"/>
                </a:lnTo>
                <a:lnTo>
                  <a:pt x="390525" y="1390650"/>
                </a:lnTo>
                <a:lnTo>
                  <a:pt x="381000" y="1390650"/>
                </a:lnTo>
                <a:close/>
                <a:moveTo>
                  <a:pt x="2114550" y="1371600"/>
                </a:moveTo>
                <a:lnTo>
                  <a:pt x="2124075" y="1371600"/>
                </a:lnTo>
                <a:lnTo>
                  <a:pt x="2124075" y="1381125"/>
                </a:lnTo>
                <a:lnTo>
                  <a:pt x="2133600" y="1381125"/>
                </a:lnTo>
                <a:lnTo>
                  <a:pt x="2133600" y="1409700"/>
                </a:lnTo>
                <a:lnTo>
                  <a:pt x="2124075" y="1409700"/>
                </a:lnTo>
                <a:lnTo>
                  <a:pt x="2124075" y="1390650"/>
                </a:lnTo>
                <a:lnTo>
                  <a:pt x="2114550" y="1390650"/>
                </a:lnTo>
                <a:close/>
                <a:moveTo>
                  <a:pt x="400050" y="1381125"/>
                </a:moveTo>
                <a:lnTo>
                  <a:pt x="428625" y="1381125"/>
                </a:lnTo>
                <a:lnTo>
                  <a:pt x="428625" y="1409700"/>
                </a:lnTo>
                <a:lnTo>
                  <a:pt x="419100" y="1409700"/>
                </a:lnTo>
                <a:lnTo>
                  <a:pt x="419100" y="1419225"/>
                </a:lnTo>
                <a:lnTo>
                  <a:pt x="400050" y="1419225"/>
                </a:lnTo>
                <a:lnTo>
                  <a:pt x="400050" y="1409700"/>
                </a:lnTo>
                <a:lnTo>
                  <a:pt x="390525" y="1409700"/>
                </a:lnTo>
                <a:lnTo>
                  <a:pt x="390525" y="1400175"/>
                </a:lnTo>
                <a:lnTo>
                  <a:pt x="400050" y="1400175"/>
                </a:lnTo>
                <a:close/>
                <a:moveTo>
                  <a:pt x="2162175" y="1381125"/>
                </a:moveTo>
                <a:lnTo>
                  <a:pt x="2171700" y="1381125"/>
                </a:lnTo>
                <a:lnTo>
                  <a:pt x="2171700" y="1390650"/>
                </a:lnTo>
                <a:lnTo>
                  <a:pt x="2162175" y="1390650"/>
                </a:lnTo>
                <a:close/>
                <a:moveTo>
                  <a:pt x="314325" y="1390650"/>
                </a:moveTo>
                <a:lnTo>
                  <a:pt x="323850" y="1390650"/>
                </a:lnTo>
                <a:lnTo>
                  <a:pt x="323850" y="1400175"/>
                </a:lnTo>
                <a:lnTo>
                  <a:pt x="342900" y="1400175"/>
                </a:lnTo>
                <a:lnTo>
                  <a:pt x="342900" y="1409700"/>
                </a:lnTo>
                <a:lnTo>
                  <a:pt x="314325" y="1409700"/>
                </a:lnTo>
                <a:close/>
                <a:moveTo>
                  <a:pt x="2038350" y="1409700"/>
                </a:moveTo>
                <a:lnTo>
                  <a:pt x="2047875" y="1409700"/>
                </a:lnTo>
                <a:lnTo>
                  <a:pt x="2047875" y="1400175"/>
                </a:lnTo>
                <a:lnTo>
                  <a:pt x="2038350" y="1400175"/>
                </a:lnTo>
                <a:close/>
                <a:moveTo>
                  <a:pt x="2124075" y="1419225"/>
                </a:moveTo>
                <a:lnTo>
                  <a:pt x="2133600" y="1419225"/>
                </a:lnTo>
                <a:lnTo>
                  <a:pt x="2133600" y="1428750"/>
                </a:lnTo>
                <a:lnTo>
                  <a:pt x="2143125" y="1428750"/>
                </a:lnTo>
                <a:lnTo>
                  <a:pt x="2143125" y="1438275"/>
                </a:lnTo>
                <a:lnTo>
                  <a:pt x="2152650" y="1438275"/>
                </a:lnTo>
                <a:lnTo>
                  <a:pt x="2152650" y="1447800"/>
                </a:lnTo>
                <a:lnTo>
                  <a:pt x="2133600" y="1447800"/>
                </a:lnTo>
                <a:lnTo>
                  <a:pt x="2133600" y="1438275"/>
                </a:lnTo>
                <a:lnTo>
                  <a:pt x="2124075" y="1438275"/>
                </a:lnTo>
                <a:close/>
                <a:moveTo>
                  <a:pt x="257175" y="1428750"/>
                </a:moveTo>
                <a:lnTo>
                  <a:pt x="285750" y="1428750"/>
                </a:lnTo>
                <a:lnTo>
                  <a:pt x="285750" y="1447800"/>
                </a:lnTo>
                <a:lnTo>
                  <a:pt x="257175" y="1447800"/>
                </a:lnTo>
                <a:close/>
                <a:moveTo>
                  <a:pt x="352425" y="1438275"/>
                </a:moveTo>
                <a:lnTo>
                  <a:pt x="400050" y="1438275"/>
                </a:lnTo>
                <a:lnTo>
                  <a:pt x="400050" y="1457325"/>
                </a:lnTo>
                <a:lnTo>
                  <a:pt x="352425" y="1457325"/>
                </a:lnTo>
                <a:close/>
                <a:moveTo>
                  <a:pt x="2171700" y="1438275"/>
                </a:moveTo>
                <a:lnTo>
                  <a:pt x="2190750" y="1438275"/>
                </a:lnTo>
                <a:lnTo>
                  <a:pt x="2190750" y="1457325"/>
                </a:lnTo>
                <a:lnTo>
                  <a:pt x="2171700" y="1457325"/>
                </a:lnTo>
                <a:close/>
                <a:moveTo>
                  <a:pt x="314325" y="1485900"/>
                </a:moveTo>
                <a:lnTo>
                  <a:pt x="333375" y="1485900"/>
                </a:lnTo>
                <a:lnTo>
                  <a:pt x="333375" y="1504950"/>
                </a:lnTo>
                <a:lnTo>
                  <a:pt x="314325" y="1504950"/>
                </a:lnTo>
                <a:close/>
                <a:moveTo>
                  <a:pt x="2009775" y="1485900"/>
                </a:moveTo>
                <a:lnTo>
                  <a:pt x="2019300" y="1485900"/>
                </a:lnTo>
                <a:lnTo>
                  <a:pt x="2019300" y="1495425"/>
                </a:lnTo>
                <a:lnTo>
                  <a:pt x="2009775" y="1495425"/>
                </a:lnTo>
                <a:close/>
                <a:moveTo>
                  <a:pt x="247650" y="1495425"/>
                </a:moveTo>
                <a:lnTo>
                  <a:pt x="266700" y="1495425"/>
                </a:lnTo>
                <a:lnTo>
                  <a:pt x="266700" y="1504950"/>
                </a:lnTo>
                <a:lnTo>
                  <a:pt x="247650" y="1504950"/>
                </a:lnTo>
                <a:close/>
                <a:moveTo>
                  <a:pt x="295275" y="1504950"/>
                </a:moveTo>
                <a:lnTo>
                  <a:pt x="304800" y="1504950"/>
                </a:lnTo>
                <a:lnTo>
                  <a:pt x="304800" y="1514475"/>
                </a:lnTo>
                <a:lnTo>
                  <a:pt x="295275" y="1514475"/>
                </a:lnTo>
                <a:close/>
                <a:moveTo>
                  <a:pt x="409575" y="1524000"/>
                </a:moveTo>
                <a:lnTo>
                  <a:pt x="428625" y="1524000"/>
                </a:lnTo>
                <a:lnTo>
                  <a:pt x="428625" y="1543050"/>
                </a:lnTo>
                <a:lnTo>
                  <a:pt x="419100" y="1543050"/>
                </a:lnTo>
                <a:lnTo>
                  <a:pt x="419100" y="1533525"/>
                </a:lnTo>
                <a:lnTo>
                  <a:pt x="409575" y="1533525"/>
                </a:lnTo>
                <a:close/>
                <a:moveTo>
                  <a:pt x="2000250" y="1552575"/>
                </a:moveTo>
                <a:lnTo>
                  <a:pt x="2009775" y="1552575"/>
                </a:lnTo>
                <a:lnTo>
                  <a:pt x="2009775" y="1571625"/>
                </a:lnTo>
                <a:lnTo>
                  <a:pt x="2000250" y="1571625"/>
                </a:lnTo>
                <a:close/>
                <a:moveTo>
                  <a:pt x="257175" y="1562100"/>
                </a:moveTo>
                <a:lnTo>
                  <a:pt x="276225" y="1562100"/>
                </a:lnTo>
                <a:lnTo>
                  <a:pt x="276225" y="1571625"/>
                </a:lnTo>
                <a:lnTo>
                  <a:pt x="266700" y="1571625"/>
                </a:lnTo>
                <a:lnTo>
                  <a:pt x="266700" y="1581150"/>
                </a:lnTo>
                <a:lnTo>
                  <a:pt x="276225" y="1581150"/>
                </a:lnTo>
                <a:lnTo>
                  <a:pt x="276225" y="1590675"/>
                </a:lnTo>
                <a:lnTo>
                  <a:pt x="247650" y="1590675"/>
                </a:lnTo>
                <a:lnTo>
                  <a:pt x="247650" y="1581150"/>
                </a:lnTo>
                <a:lnTo>
                  <a:pt x="257175" y="1581150"/>
                </a:lnTo>
                <a:close/>
                <a:moveTo>
                  <a:pt x="390525" y="1562100"/>
                </a:moveTo>
                <a:lnTo>
                  <a:pt x="400050" y="1562100"/>
                </a:lnTo>
                <a:lnTo>
                  <a:pt x="400050" y="1571625"/>
                </a:lnTo>
                <a:lnTo>
                  <a:pt x="419100" y="1571625"/>
                </a:lnTo>
                <a:lnTo>
                  <a:pt x="419100" y="1581150"/>
                </a:lnTo>
                <a:lnTo>
                  <a:pt x="409575" y="1581150"/>
                </a:lnTo>
                <a:lnTo>
                  <a:pt x="409575" y="1600200"/>
                </a:lnTo>
                <a:lnTo>
                  <a:pt x="371475" y="1600200"/>
                </a:lnTo>
                <a:lnTo>
                  <a:pt x="371475" y="1590675"/>
                </a:lnTo>
                <a:lnTo>
                  <a:pt x="361950" y="1590675"/>
                </a:lnTo>
                <a:lnTo>
                  <a:pt x="361950" y="1581150"/>
                </a:lnTo>
                <a:lnTo>
                  <a:pt x="381000" y="1581150"/>
                </a:lnTo>
                <a:lnTo>
                  <a:pt x="381000" y="1571625"/>
                </a:lnTo>
                <a:lnTo>
                  <a:pt x="390525" y="1571625"/>
                </a:lnTo>
                <a:close/>
                <a:moveTo>
                  <a:pt x="2133600" y="1571625"/>
                </a:moveTo>
                <a:lnTo>
                  <a:pt x="2143125" y="1571625"/>
                </a:lnTo>
                <a:lnTo>
                  <a:pt x="2143125" y="1581150"/>
                </a:lnTo>
                <a:lnTo>
                  <a:pt x="2152650" y="1581150"/>
                </a:lnTo>
                <a:lnTo>
                  <a:pt x="2152650" y="1590675"/>
                </a:lnTo>
                <a:lnTo>
                  <a:pt x="2133600" y="1590675"/>
                </a:lnTo>
                <a:close/>
                <a:moveTo>
                  <a:pt x="333375" y="1590675"/>
                </a:moveTo>
                <a:lnTo>
                  <a:pt x="352425" y="1590675"/>
                </a:lnTo>
                <a:lnTo>
                  <a:pt x="352425" y="1609725"/>
                </a:lnTo>
                <a:lnTo>
                  <a:pt x="342900" y="1609725"/>
                </a:lnTo>
                <a:lnTo>
                  <a:pt x="342900" y="1619250"/>
                </a:lnTo>
                <a:lnTo>
                  <a:pt x="333375" y="1619250"/>
                </a:lnTo>
                <a:lnTo>
                  <a:pt x="333375" y="1609725"/>
                </a:lnTo>
                <a:lnTo>
                  <a:pt x="304800" y="1609725"/>
                </a:lnTo>
                <a:lnTo>
                  <a:pt x="304800" y="1600200"/>
                </a:lnTo>
                <a:lnTo>
                  <a:pt x="333375" y="1600200"/>
                </a:lnTo>
                <a:close/>
                <a:moveTo>
                  <a:pt x="2124075" y="1638300"/>
                </a:moveTo>
                <a:lnTo>
                  <a:pt x="2143125" y="1638300"/>
                </a:lnTo>
                <a:lnTo>
                  <a:pt x="2143125" y="1657350"/>
                </a:lnTo>
                <a:lnTo>
                  <a:pt x="2124075" y="1657350"/>
                </a:lnTo>
                <a:close/>
                <a:moveTo>
                  <a:pt x="285750" y="1666875"/>
                </a:moveTo>
                <a:lnTo>
                  <a:pt x="304800" y="1666875"/>
                </a:lnTo>
                <a:lnTo>
                  <a:pt x="304800" y="1685925"/>
                </a:lnTo>
                <a:lnTo>
                  <a:pt x="285750" y="1685925"/>
                </a:lnTo>
                <a:close/>
                <a:moveTo>
                  <a:pt x="285750" y="1695450"/>
                </a:moveTo>
                <a:lnTo>
                  <a:pt x="295275" y="1695450"/>
                </a:lnTo>
                <a:lnTo>
                  <a:pt x="295275" y="1704975"/>
                </a:lnTo>
                <a:lnTo>
                  <a:pt x="285750" y="1704975"/>
                </a:lnTo>
                <a:close/>
                <a:moveTo>
                  <a:pt x="276225" y="1743075"/>
                </a:moveTo>
                <a:lnTo>
                  <a:pt x="285750" y="1743075"/>
                </a:lnTo>
                <a:lnTo>
                  <a:pt x="285750" y="1762125"/>
                </a:lnTo>
                <a:lnTo>
                  <a:pt x="276225" y="1762125"/>
                </a:lnTo>
                <a:close/>
                <a:moveTo>
                  <a:pt x="247650" y="1771650"/>
                </a:moveTo>
                <a:lnTo>
                  <a:pt x="257175" y="1771650"/>
                </a:lnTo>
                <a:lnTo>
                  <a:pt x="257175" y="1781175"/>
                </a:lnTo>
                <a:lnTo>
                  <a:pt x="247650" y="1781175"/>
                </a:lnTo>
                <a:close/>
                <a:moveTo>
                  <a:pt x="266700" y="1771650"/>
                </a:moveTo>
                <a:lnTo>
                  <a:pt x="285750" y="1771650"/>
                </a:lnTo>
                <a:lnTo>
                  <a:pt x="285750" y="1781175"/>
                </a:lnTo>
                <a:lnTo>
                  <a:pt x="295275" y="1781175"/>
                </a:lnTo>
                <a:lnTo>
                  <a:pt x="295275" y="1790700"/>
                </a:lnTo>
                <a:lnTo>
                  <a:pt x="285750" y="1790700"/>
                </a:lnTo>
                <a:lnTo>
                  <a:pt x="285750" y="1809750"/>
                </a:lnTo>
                <a:lnTo>
                  <a:pt x="295275" y="1809750"/>
                </a:lnTo>
                <a:lnTo>
                  <a:pt x="295275" y="1819275"/>
                </a:lnTo>
                <a:lnTo>
                  <a:pt x="285750" y="1819275"/>
                </a:lnTo>
                <a:lnTo>
                  <a:pt x="285750" y="1828800"/>
                </a:lnTo>
                <a:lnTo>
                  <a:pt x="276225" y="1828800"/>
                </a:lnTo>
                <a:lnTo>
                  <a:pt x="276225" y="1781175"/>
                </a:lnTo>
                <a:lnTo>
                  <a:pt x="266700" y="1781175"/>
                </a:lnTo>
                <a:close/>
                <a:moveTo>
                  <a:pt x="2038350" y="1790700"/>
                </a:moveTo>
                <a:lnTo>
                  <a:pt x="2047875" y="1790700"/>
                </a:lnTo>
                <a:lnTo>
                  <a:pt x="2047875" y="1809750"/>
                </a:lnTo>
                <a:lnTo>
                  <a:pt x="2038350" y="1809750"/>
                </a:lnTo>
                <a:close/>
                <a:moveTo>
                  <a:pt x="2057400" y="1790700"/>
                </a:moveTo>
                <a:lnTo>
                  <a:pt x="2066925" y="1790700"/>
                </a:lnTo>
                <a:lnTo>
                  <a:pt x="2066925" y="1800225"/>
                </a:lnTo>
                <a:lnTo>
                  <a:pt x="2057400" y="1800225"/>
                </a:lnTo>
                <a:close/>
                <a:moveTo>
                  <a:pt x="2085975" y="1857375"/>
                </a:moveTo>
                <a:lnTo>
                  <a:pt x="2105025" y="1857375"/>
                </a:lnTo>
                <a:lnTo>
                  <a:pt x="2105025" y="1866900"/>
                </a:lnTo>
                <a:lnTo>
                  <a:pt x="2085975" y="1866900"/>
                </a:lnTo>
                <a:close/>
                <a:moveTo>
                  <a:pt x="314325" y="2019300"/>
                </a:moveTo>
                <a:lnTo>
                  <a:pt x="323850" y="2019300"/>
                </a:lnTo>
                <a:lnTo>
                  <a:pt x="323850" y="2028825"/>
                </a:lnTo>
                <a:lnTo>
                  <a:pt x="333375" y="2028825"/>
                </a:lnTo>
                <a:lnTo>
                  <a:pt x="333375" y="2038350"/>
                </a:lnTo>
                <a:lnTo>
                  <a:pt x="314325" y="2038350"/>
                </a:lnTo>
                <a:close/>
                <a:moveTo>
                  <a:pt x="0" y="2105025"/>
                </a:moveTo>
                <a:lnTo>
                  <a:pt x="19050" y="2105025"/>
                </a:lnTo>
                <a:lnTo>
                  <a:pt x="19050" y="2124075"/>
                </a:lnTo>
                <a:lnTo>
                  <a:pt x="28575" y="2124075"/>
                </a:lnTo>
                <a:lnTo>
                  <a:pt x="28575" y="2152650"/>
                </a:lnTo>
                <a:lnTo>
                  <a:pt x="19050" y="2152650"/>
                </a:lnTo>
                <a:lnTo>
                  <a:pt x="19050" y="2143125"/>
                </a:lnTo>
                <a:lnTo>
                  <a:pt x="9525" y="2143125"/>
                </a:lnTo>
                <a:lnTo>
                  <a:pt x="9525" y="2152650"/>
                </a:lnTo>
                <a:lnTo>
                  <a:pt x="0" y="2152650"/>
                </a:lnTo>
                <a:close/>
                <a:moveTo>
                  <a:pt x="2419350" y="2133600"/>
                </a:moveTo>
                <a:lnTo>
                  <a:pt x="2428875" y="2133600"/>
                </a:lnTo>
                <a:lnTo>
                  <a:pt x="2428875" y="2324100"/>
                </a:lnTo>
                <a:lnTo>
                  <a:pt x="2419350" y="2324100"/>
                </a:lnTo>
                <a:lnTo>
                  <a:pt x="2419350" y="2333625"/>
                </a:lnTo>
                <a:lnTo>
                  <a:pt x="2381250" y="2333625"/>
                </a:lnTo>
                <a:lnTo>
                  <a:pt x="2381250" y="2305050"/>
                </a:lnTo>
                <a:lnTo>
                  <a:pt x="2371725" y="2305050"/>
                </a:lnTo>
                <a:lnTo>
                  <a:pt x="2371725" y="2295525"/>
                </a:lnTo>
                <a:lnTo>
                  <a:pt x="2390775" y="2295525"/>
                </a:lnTo>
                <a:lnTo>
                  <a:pt x="2390775" y="2286000"/>
                </a:lnTo>
                <a:lnTo>
                  <a:pt x="2400300" y="2286000"/>
                </a:lnTo>
                <a:lnTo>
                  <a:pt x="2400300" y="2295525"/>
                </a:lnTo>
                <a:lnTo>
                  <a:pt x="2409825" y="2295525"/>
                </a:lnTo>
                <a:lnTo>
                  <a:pt x="2409825" y="2276475"/>
                </a:lnTo>
                <a:lnTo>
                  <a:pt x="2381250" y="2276475"/>
                </a:lnTo>
                <a:lnTo>
                  <a:pt x="2381250" y="2257425"/>
                </a:lnTo>
                <a:lnTo>
                  <a:pt x="2362200" y="2257425"/>
                </a:lnTo>
                <a:lnTo>
                  <a:pt x="2362200" y="2238375"/>
                </a:lnTo>
                <a:lnTo>
                  <a:pt x="2371725" y="2238375"/>
                </a:lnTo>
                <a:lnTo>
                  <a:pt x="2371725" y="2219325"/>
                </a:lnTo>
                <a:lnTo>
                  <a:pt x="2381250" y="2219325"/>
                </a:lnTo>
                <a:lnTo>
                  <a:pt x="2381250" y="2200275"/>
                </a:lnTo>
                <a:lnTo>
                  <a:pt x="2390775" y="2200275"/>
                </a:lnTo>
                <a:lnTo>
                  <a:pt x="2390775" y="2181225"/>
                </a:lnTo>
                <a:lnTo>
                  <a:pt x="2400300" y="2181225"/>
                </a:lnTo>
                <a:lnTo>
                  <a:pt x="2400300" y="2162175"/>
                </a:lnTo>
                <a:lnTo>
                  <a:pt x="2409825" y="2162175"/>
                </a:lnTo>
                <a:lnTo>
                  <a:pt x="2409825" y="2143125"/>
                </a:lnTo>
                <a:lnTo>
                  <a:pt x="2419350" y="2143125"/>
                </a:lnTo>
                <a:close/>
                <a:moveTo>
                  <a:pt x="0" y="2162175"/>
                </a:moveTo>
                <a:lnTo>
                  <a:pt x="19050" y="2162175"/>
                </a:lnTo>
                <a:lnTo>
                  <a:pt x="19050" y="2171700"/>
                </a:lnTo>
                <a:lnTo>
                  <a:pt x="9525" y="2171700"/>
                </a:lnTo>
                <a:lnTo>
                  <a:pt x="9525" y="2200275"/>
                </a:lnTo>
                <a:lnTo>
                  <a:pt x="19050" y="2200275"/>
                </a:lnTo>
                <a:lnTo>
                  <a:pt x="19050" y="2228850"/>
                </a:lnTo>
                <a:lnTo>
                  <a:pt x="28575" y="2228850"/>
                </a:lnTo>
                <a:lnTo>
                  <a:pt x="28575" y="2219325"/>
                </a:lnTo>
                <a:lnTo>
                  <a:pt x="47625" y="2219325"/>
                </a:lnTo>
                <a:lnTo>
                  <a:pt x="47625" y="2266950"/>
                </a:lnTo>
                <a:lnTo>
                  <a:pt x="57150" y="2266950"/>
                </a:lnTo>
                <a:lnTo>
                  <a:pt x="57150" y="2247900"/>
                </a:lnTo>
                <a:lnTo>
                  <a:pt x="66675" y="2247900"/>
                </a:lnTo>
                <a:lnTo>
                  <a:pt x="66675" y="2238375"/>
                </a:lnTo>
                <a:lnTo>
                  <a:pt x="76200" y="2238375"/>
                </a:lnTo>
                <a:lnTo>
                  <a:pt x="76200" y="2228850"/>
                </a:lnTo>
                <a:lnTo>
                  <a:pt x="66675" y="2228850"/>
                </a:lnTo>
                <a:lnTo>
                  <a:pt x="66675" y="2219325"/>
                </a:lnTo>
                <a:lnTo>
                  <a:pt x="76200" y="2219325"/>
                </a:lnTo>
                <a:lnTo>
                  <a:pt x="76200" y="2228850"/>
                </a:lnTo>
                <a:lnTo>
                  <a:pt x="85725" y="2228850"/>
                </a:lnTo>
                <a:lnTo>
                  <a:pt x="85725" y="2257425"/>
                </a:lnTo>
                <a:lnTo>
                  <a:pt x="95250" y="2257425"/>
                </a:lnTo>
                <a:lnTo>
                  <a:pt x="95250" y="2266950"/>
                </a:lnTo>
                <a:lnTo>
                  <a:pt x="104775" y="2266950"/>
                </a:lnTo>
                <a:lnTo>
                  <a:pt x="104775" y="2276475"/>
                </a:lnTo>
                <a:lnTo>
                  <a:pt x="114300" y="2276475"/>
                </a:lnTo>
                <a:lnTo>
                  <a:pt x="114300" y="2286000"/>
                </a:lnTo>
                <a:lnTo>
                  <a:pt x="133350" y="2286000"/>
                </a:lnTo>
                <a:lnTo>
                  <a:pt x="133350" y="2295525"/>
                </a:lnTo>
                <a:lnTo>
                  <a:pt x="142875" y="2295525"/>
                </a:lnTo>
                <a:lnTo>
                  <a:pt x="142875" y="2305050"/>
                </a:lnTo>
                <a:lnTo>
                  <a:pt x="190500" y="2305050"/>
                </a:lnTo>
                <a:lnTo>
                  <a:pt x="190500" y="2314575"/>
                </a:lnTo>
                <a:lnTo>
                  <a:pt x="200025" y="2314575"/>
                </a:lnTo>
                <a:lnTo>
                  <a:pt x="200025" y="2333625"/>
                </a:lnTo>
                <a:lnTo>
                  <a:pt x="0" y="2333625"/>
                </a:lnTo>
                <a:close/>
                <a:moveTo>
                  <a:pt x="57150" y="2200275"/>
                </a:moveTo>
                <a:lnTo>
                  <a:pt x="66675" y="2200275"/>
                </a:lnTo>
                <a:lnTo>
                  <a:pt x="66675" y="2209800"/>
                </a:lnTo>
                <a:lnTo>
                  <a:pt x="57150" y="2209800"/>
                </a:lnTo>
                <a:close/>
                <a:moveTo>
                  <a:pt x="2409825" y="2228850"/>
                </a:moveTo>
                <a:lnTo>
                  <a:pt x="2419350" y="2228850"/>
                </a:lnTo>
                <a:lnTo>
                  <a:pt x="2419350" y="2209800"/>
                </a:lnTo>
                <a:lnTo>
                  <a:pt x="2409825" y="2209800"/>
                </a:lnTo>
                <a:close/>
                <a:moveTo>
                  <a:pt x="2324100" y="2295525"/>
                </a:moveTo>
                <a:lnTo>
                  <a:pt x="2333625" y="2295525"/>
                </a:lnTo>
                <a:lnTo>
                  <a:pt x="2333625" y="2305050"/>
                </a:lnTo>
                <a:lnTo>
                  <a:pt x="2352675" y="2305050"/>
                </a:lnTo>
                <a:lnTo>
                  <a:pt x="2352675" y="2314575"/>
                </a:lnTo>
                <a:lnTo>
                  <a:pt x="2362200" y="2314575"/>
                </a:lnTo>
                <a:lnTo>
                  <a:pt x="2362200" y="2333625"/>
                </a:lnTo>
                <a:lnTo>
                  <a:pt x="2219325" y="2333625"/>
                </a:lnTo>
                <a:lnTo>
                  <a:pt x="2219325" y="2324100"/>
                </a:lnTo>
                <a:lnTo>
                  <a:pt x="2238375" y="2324100"/>
                </a:lnTo>
                <a:lnTo>
                  <a:pt x="2238375" y="2314575"/>
                </a:lnTo>
                <a:lnTo>
                  <a:pt x="2247900" y="2314575"/>
                </a:lnTo>
                <a:lnTo>
                  <a:pt x="2247900" y="2305050"/>
                </a:lnTo>
                <a:lnTo>
                  <a:pt x="2257425" y="2305050"/>
                </a:lnTo>
                <a:lnTo>
                  <a:pt x="2257425" y="2314575"/>
                </a:lnTo>
                <a:lnTo>
                  <a:pt x="2286000" y="2314575"/>
                </a:lnTo>
                <a:lnTo>
                  <a:pt x="2286000" y="2324100"/>
                </a:lnTo>
                <a:lnTo>
                  <a:pt x="2305050" y="2324100"/>
                </a:lnTo>
                <a:lnTo>
                  <a:pt x="2305050" y="2314575"/>
                </a:lnTo>
                <a:lnTo>
                  <a:pt x="2314575" y="2314575"/>
                </a:lnTo>
                <a:lnTo>
                  <a:pt x="2314575" y="2305050"/>
                </a:lnTo>
                <a:lnTo>
                  <a:pt x="2324100" y="2305050"/>
                </a:lnTo>
                <a:close/>
                <a:moveTo>
                  <a:pt x="76200" y="2314575"/>
                </a:moveTo>
                <a:lnTo>
                  <a:pt x="85725" y="2314575"/>
                </a:lnTo>
                <a:lnTo>
                  <a:pt x="85725" y="2295525"/>
                </a:lnTo>
                <a:lnTo>
                  <a:pt x="76200" y="2295525"/>
                </a:lnTo>
                <a:close/>
                <a:moveTo>
                  <a:pt x="2200275" y="2324100"/>
                </a:moveTo>
                <a:lnTo>
                  <a:pt x="2209800" y="2324100"/>
                </a:lnTo>
                <a:lnTo>
                  <a:pt x="2209800" y="2333625"/>
                </a:lnTo>
                <a:lnTo>
                  <a:pt x="2200275" y="2333625"/>
                </a:lnTo>
                <a:close/>
              </a:path>
            </a:pathLst>
          </a:custGeom>
          <a:solidFill xmlns:a="http://schemas.openxmlformats.org/drawingml/2006/main">
            <a:srgbClr val="FDF6E4"/>
          </a:solidFill>
          <a:ln xmlns:a="http://schemas.openxmlformats.org/drawingml/2006/main" w="0">
            <a:noFill/>
          </a:ln>
        </p:spPr>
      </p:sp>
      <p:sp>
        <p:nvSpPr>
          <p:cNvPr id="13" name="logo vector #fef6e1">
            <a:extLst xmlns:a="http://schemas.openxmlformats.org/drawingml/2006/main">
              <a:ext uri="{FF2B5EF4-FFF2-40B4-BE49-F238E27FC236}">
                <a16:creationId xmlns:a16="http://schemas.microsoft.com/office/drawing/2014/main" id="{8915D82A-13A0-45F3-89FE-E703CCD1D6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124450" y="1590675"/>
            <a:ext cx="2867025" cy="2752725"/>
          </a:xfrm>
          <a:custGeom xmlns:a="http://schemas.openxmlformats.org/drawingml/2006/main">
            <a:pathLst>
              <a:path w="2428875" h="2333625">
                <a:moveTo>
                  <a:pt x="704850" y="209550"/>
                </a:moveTo>
                <a:lnTo>
                  <a:pt x="1123950" y="209550"/>
                </a:lnTo>
                <a:lnTo>
                  <a:pt x="1123950" y="219075"/>
                </a:lnTo>
                <a:lnTo>
                  <a:pt x="1076325" y="219075"/>
                </a:lnTo>
                <a:lnTo>
                  <a:pt x="1076325" y="228600"/>
                </a:lnTo>
                <a:lnTo>
                  <a:pt x="981075" y="228600"/>
                </a:lnTo>
                <a:lnTo>
                  <a:pt x="981075" y="219075"/>
                </a:lnTo>
                <a:lnTo>
                  <a:pt x="962025" y="219075"/>
                </a:lnTo>
                <a:lnTo>
                  <a:pt x="962025" y="228600"/>
                </a:lnTo>
                <a:lnTo>
                  <a:pt x="933450" y="228600"/>
                </a:lnTo>
                <a:lnTo>
                  <a:pt x="933450" y="219075"/>
                </a:lnTo>
                <a:lnTo>
                  <a:pt x="704850" y="219075"/>
                </a:lnTo>
                <a:close/>
                <a:moveTo>
                  <a:pt x="1181100" y="209550"/>
                </a:moveTo>
                <a:lnTo>
                  <a:pt x="1209675" y="209550"/>
                </a:lnTo>
                <a:lnTo>
                  <a:pt x="1209675" y="219075"/>
                </a:lnTo>
                <a:lnTo>
                  <a:pt x="1181100" y="219075"/>
                </a:lnTo>
                <a:close/>
                <a:moveTo>
                  <a:pt x="1266825" y="209550"/>
                </a:moveTo>
                <a:lnTo>
                  <a:pt x="1333500" y="209550"/>
                </a:lnTo>
                <a:lnTo>
                  <a:pt x="1333500" y="219075"/>
                </a:lnTo>
                <a:lnTo>
                  <a:pt x="1390650" y="219075"/>
                </a:lnTo>
                <a:lnTo>
                  <a:pt x="1390650" y="228600"/>
                </a:lnTo>
                <a:lnTo>
                  <a:pt x="1352550" y="228600"/>
                </a:lnTo>
                <a:lnTo>
                  <a:pt x="1352550" y="238125"/>
                </a:lnTo>
                <a:lnTo>
                  <a:pt x="1323975" y="238125"/>
                </a:lnTo>
                <a:lnTo>
                  <a:pt x="1323975" y="228600"/>
                </a:lnTo>
                <a:lnTo>
                  <a:pt x="1304925" y="228600"/>
                </a:lnTo>
                <a:lnTo>
                  <a:pt x="1304925" y="219075"/>
                </a:lnTo>
                <a:lnTo>
                  <a:pt x="1266825" y="219075"/>
                </a:lnTo>
                <a:close/>
                <a:moveTo>
                  <a:pt x="1476375" y="209550"/>
                </a:moveTo>
                <a:lnTo>
                  <a:pt x="1495425" y="209550"/>
                </a:lnTo>
                <a:lnTo>
                  <a:pt x="1495425" y="219075"/>
                </a:lnTo>
                <a:lnTo>
                  <a:pt x="1504950" y="219075"/>
                </a:lnTo>
                <a:lnTo>
                  <a:pt x="1504950" y="228600"/>
                </a:lnTo>
                <a:lnTo>
                  <a:pt x="1495425" y="228600"/>
                </a:lnTo>
                <a:lnTo>
                  <a:pt x="1495425" y="238125"/>
                </a:lnTo>
                <a:lnTo>
                  <a:pt x="1485900" y="238125"/>
                </a:lnTo>
                <a:lnTo>
                  <a:pt x="1485900" y="228600"/>
                </a:lnTo>
                <a:lnTo>
                  <a:pt x="1466850" y="228600"/>
                </a:lnTo>
                <a:lnTo>
                  <a:pt x="1466850" y="219075"/>
                </a:lnTo>
                <a:lnTo>
                  <a:pt x="1476375" y="219075"/>
                </a:lnTo>
                <a:close/>
                <a:moveTo>
                  <a:pt x="1524000" y="209550"/>
                </a:moveTo>
                <a:lnTo>
                  <a:pt x="1581150" y="209550"/>
                </a:lnTo>
                <a:lnTo>
                  <a:pt x="1581150" y="228600"/>
                </a:lnTo>
                <a:lnTo>
                  <a:pt x="1533525" y="228600"/>
                </a:lnTo>
                <a:lnTo>
                  <a:pt x="1533525" y="219075"/>
                </a:lnTo>
                <a:lnTo>
                  <a:pt x="1524000" y="219075"/>
                </a:lnTo>
                <a:close/>
                <a:moveTo>
                  <a:pt x="1609725" y="209550"/>
                </a:moveTo>
                <a:lnTo>
                  <a:pt x="1676400" y="209550"/>
                </a:lnTo>
                <a:lnTo>
                  <a:pt x="1676400" y="219075"/>
                </a:lnTo>
                <a:lnTo>
                  <a:pt x="1743075" y="219075"/>
                </a:lnTo>
                <a:lnTo>
                  <a:pt x="1743075" y="209550"/>
                </a:lnTo>
                <a:lnTo>
                  <a:pt x="1752600" y="209550"/>
                </a:lnTo>
                <a:lnTo>
                  <a:pt x="1752600" y="219075"/>
                </a:lnTo>
                <a:lnTo>
                  <a:pt x="1762125" y="219075"/>
                </a:lnTo>
                <a:lnTo>
                  <a:pt x="1762125" y="228600"/>
                </a:lnTo>
                <a:lnTo>
                  <a:pt x="1666875" y="228600"/>
                </a:lnTo>
                <a:lnTo>
                  <a:pt x="1666875" y="219075"/>
                </a:lnTo>
                <a:lnTo>
                  <a:pt x="1609725" y="219075"/>
                </a:lnTo>
                <a:close/>
                <a:moveTo>
                  <a:pt x="628650" y="219075"/>
                </a:moveTo>
                <a:lnTo>
                  <a:pt x="647700" y="219075"/>
                </a:lnTo>
                <a:lnTo>
                  <a:pt x="647700" y="247650"/>
                </a:lnTo>
                <a:lnTo>
                  <a:pt x="638175" y="247650"/>
                </a:lnTo>
                <a:lnTo>
                  <a:pt x="638175" y="257175"/>
                </a:lnTo>
                <a:lnTo>
                  <a:pt x="647700" y="257175"/>
                </a:lnTo>
                <a:lnTo>
                  <a:pt x="647700" y="266700"/>
                </a:lnTo>
                <a:lnTo>
                  <a:pt x="657225" y="266700"/>
                </a:lnTo>
                <a:lnTo>
                  <a:pt x="657225" y="285750"/>
                </a:lnTo>
                <a:lnTo>
                  <a:pt x="676275" y="285750"/>
                </a:lnTo>
                <a:lnTo>
                  <a:pt x="676275" y="266700"/>
                </a:lnTo>
                <a:lnTo>
                  <a:pt x="685800" y="266700"/>
                </a:lnTo>
                <a:lnTo>
                  <a:pt x="685800" y="257175"/>
                </a:lnTo>
                <a:lnTo>
                  <a:pt x="695325" y="257175"/>
                </a:lnTo>
                <a:lnTo>
                  <a:pt x="695325" y="266700"/>
                </a:lnTo>
                <a:lnTo>
                  <a:pt x="733425" y="266700"/>
                </a:lnTo>
                <a:lnTo>
                  <a:pt x="733425" y="276225"/>
                </a:lnTo>
                <a:lnTo>
                  <a:pt x="819150" y="276225"/>
                </a:lnTo>
                <a:lnTo>
                  <a:pt x="819150" y="295275"/>
                </a:lnTo>
                <a:lnTo>
                  <a:pt x="809625" y="295275"/>
                </a:lnTo>
                <a:lnTo>
                  <a:pt x="809625" y="304800"/>
                </a:lnTo>
                <a:lnTo>
                  <a:pt x="828675" y="304800"/>
                </a:lnTo>
                <a:lnTo>
                  <a:pt x="828675" y="314325"/>
                </a:lnTo>
                <a:lnTo>
                  <a:pt x="838200" y="314325"/>
                </a:lnTo>
                <a:lnTo>
                  <a:pt x="838200" y="333375"/>
                </a:lnTo>
                <a:lnTo>
                  <a:pt x="762000" y="333375"/>
                </a:lnTo>
                <a:lnTo>
                  <a:pt x="762000" y="342900"/>
                </a:lnTo>
                <a:lnTo>
                  <a:pt x="752475" y="342900"/>
                </a:lnTo>
                <a:lnTo>
                  <a:pt x="752475" y="352425"/>
                </a:lnTo>
                <a:lnTo>
                  <a:pt x="733425" y="352425"/>
                </a:lnTo>
                <a:lnTo>
                  <a:pt x="733425" y="361950"/>
                </a:lnTo>
                <a:lnTo>
                  <a:pt x="714375" y="361950"/>
                </a:lnTo>
                <a:lnTo>
                  <a:pt x="714375" y="371475"/>
                </a:lnTo>
                <a:lnTo>
                  <a:pt x="695325" y="371475"/>
                </a:lnTo>
                <a:lnTo>
                  <a:pt x="695325" y="381000"/>
                </a:lnTo>
                <a:lnTo>
                  <a:pt x="685800" y="381000"/>
                </a:lnTo>
                <a:lnTo>
                  <a:pt x="685800" y="371475"/>
                </a:lnTo>
                <a:lnTo>
                  <a:pt x="676275" y="371475"/>
                </a:lnTo>
                <a:lnTo>
                  <a:pt x="676275" y="381000"/>
                </a:lnTo>
                <a:lnTo>
                  <a:pt x="657225" y="381000"/>
                </a:lnTo>
                <a:lnTo>
                  <a:pt x="657225" y="371475"/>
                </a:lnTo>
                <a:lnTo>
                  <a:pt x="647700" y="371475"/>
                </a:lnTo>
                <a:lnTo>
                  <a:pt x="647700" y="361950"/>
                </a:lnTo>
                <a:lnTo>
                  <a:pt x="638175" y="361950"/>
                </a:lnTo>
                <a:lnTo>
                  <a:pt x="638175" y="352425"/>
                </a:lnTo>
                <a:lnTo>
                  <a:pt x="647700" y="352425"/>
                </a:lnTo>
                <a:lnTo>
                  <a:pt x="647700" y="342900"/>
                </a:lnTo>
                <a:lnTo>
                  <a:pt x="638175" y="342900"/>
                </a:lnTo>
                <a:lnTo>
                  <a:pt x="638175" y="333375"/>
                </a:lnTo>
                <a:lnTo>
                  <a:pt x="590550" y="333375"/>
                </a:lnTo>
                <a:lnTo>
                  <a:pt x="590550" y="314325"/>
                </a:lnTo>
                <a:lnTo>
                  <a:pt x="571500" y="314325"/>
                </a:lnTo>
                <a:lnTo>
                  <a:pt x="571500" y="295275"/>
                </a:lnTo>
                <a:lnTo>
                  <a:pt x="561975" y="295275"/>
                </a:lnTo>
                <a:lnTo>
                  <a:pt x="561975" y="276225"/>
                </a:lnTo>
                <a:lnTo>
                  <a:pt x="571500" y="276225"/>
                </a:lnTo>
                <a:lnTo>
                  <a:pt x="571500" y="257175"/>
                </a:lnTo>
                <a:lnTo>
                  <a:pt x="561975" y="257175"/>
                </a:lnTo>
                <a:lnTo>
                  <a:pt x="561975" y="247650"/>
                </a:lnTo>
                <a:lnTo>
                  <a:pt x="552450" y="247650"/>
                </a:lnTo>
                <a:lnTo>
                  <a:pt x="552450" y="238125"/>
                </a:lnTo>
                <a:lnTo>
                  <a:pt x="581025" y="238125"/>
                </a:lnTo>
                <a:lnTo>
                  <a:pt x="581025" y="247650"/>
                </a:lnTo>
                <a:lnTo>
                  <a:pt x="571500" y="247650"/>
                </a:lnTo>
                <a:lnTo>
                  <a:pt x="571500" y="257175"/>
                </a:lnTo>
                <a:lnTo>
                  <a:pt x="581025" y="257175"/>
                </a:lnTo>
                <a:lnTo>
                  <a:pt x="581025" y="266700"/>
                </a:lnTo>
                <a:lnTo>
                  <a:pt x="590550" y="266700"/>
                </a:lnTo>
                <a:lnTo>
                  <a:pt x="590550" y="257175"/>
                </a:lnTo>
                <a:lnTo>
                  <a:pt x="609600" y="257175"/>
                </a:lnTo>
                <a:lnTo>
                  <a:pt x="609600" y="238125"/>
                </a:lnTo>
                <a:lnTo>
                  <a:pt x="619125" y="238125"/>
                </a:lnTo>
                <a:lnTo>
                  <a:pt x="619125" y="228600"/>
                </a:lnTo>
                <a:lnTo>
                  <a:pt x="628650" y="228600"/>
                </a:lnTo>
                <a:close/>
                <a:moveTo>
                  <a:pt x="666750" y="219075"/>
                </a:moveTo>
                <a:lnTo>
                  <a:pt x="685800" y="219075"/>
                </a:lnTo>
                <a:lnTo>
                  <a:pt x="685800" y="228600"/>
                </a:lnTo>
                <a:lnTo>
                  <a:pt x="666750" y="228600"/>
                </a:lnTo>
                <a:close/>
                <a:moveTo>
                  <a:pt x="1162050" y="219075"/>
                </a:moveTo>
                <a:lnTo>
                  <a:pt x="1181100" y="219075"/>
                </a:lnTo>
                <a:lnTo>
                  <a:pt x="1181100" y="228600"/>
                </a:lnTo>
                <a:lnTo>
                  <a:pt x="1171575" y="228600"/>
                </a:lnTo>
                <a:lnTo>
                  <a:pt x="1171575" y="238125"/>
                </a:lnTo>
                <a:lnTo>
                  <a:pt x="1162050" y="238125"/>
                </a:lnTo>
                <a:close/>
                <a:moveTo>
                  <a:pt x="1247775" y="219075"/>
                </a:moveTo>
                <a:lnTo>
                  <a:pt x="1257300" y="219075"/>
                </a:lnTo>
                <a:lnTo>
                  <a:pt x="1257300" y="228600"/>
                </a:lnTo>
                <a:lnTo>
                  <a:pt x="1247775" y="228600"/>
                </a:lnTo>
                <a:close/>
                <a:moveTo>
                  <a:pt x="1409700" y="219075"/>
                </a:moveTo>
                <a:lnTo>
                  <a:pt x="1428750" y="219075"/>
                </a:lnTo>
                <a:lnTo>
                  <a:pt x="1428750" y="228600"/>
                </a:lnTo>
                <a:lnTo>
                  <a:pt x="1409700" y="228600"/>
                </a:lnTo>
                <a:close/>
                <a:moveTo>
                  <a:pt x="1590675" y="219075"/>
                </a:moveTo>
                <a:lnTo>
                  <a:pt x="1600200" y="219075"/>
                </a:lnTo>
                <a:lnTo>
                  <a:pt x="1600200" y="228600"/>
                </a:lnTo>
                <a:lnTo>
                  <a:pt x="1590675" y="228600"/>
                </a:lnTo>
                <a:close/>
                <a:moveTo>
                  <a:pt x="1809750" y="219075"/>
                </a:moveTo>
                <a:lnTo>
                  <a:pt x="1819275" y="219075"/>
                </a:lnTo>
                <a:lnTo>
                  <a:pt x="1819275" y="228600"/>
                </a:lnTo>
                <a:lnTo>
                  <a:pt x="1809750" y="228600"/>
                </a:lnTo>
                <a:close/>
                <a:moveTo>
                  <a:pt x="1828800" y="228600"/>
                </a:moveTo>
                <a:lnTo>
                  <a:pt x="1857375" y="228600"/>
                </a:lnTo>
                <a:lnTo>
                  <a:pt x="1857375" y="238125"/>
                </a:lnTo>
                <a:lnTo>
                  <a:pt x="1876425" y="238125"/>
                </a:lnTo>
                <a:lnTo>
                  <a:pt x="1876425" y="247650"/>
                </a:lnTo>
                <a:lnTo>
                  <a:pt x="1895475" y="247650"/>
                </a:lnTo>
                <a:lnTo>
                  <a:pt x="1895475" y="257175"/>
                </a:lnTo>
                <a:lnTo>
                  <a:pt x="1914525" y="257175"/>
                </a:lnTo>
                <a:lnTo>
                  <a:pt x="1914525" y="266700"/>
                </a:lnTo>
                <a:lnTo>
                  <a:pt x="1924050" y="266700"/>
                </a:lnTo>
                <a:lnTo>
                  <a:pt x="1924050" y="276225"/>
                </a:lnTo>
                <a:lnTo>
                  <a:pt x="1943100" y="276225"/>
                </a:lnTo>
                <a:lnTo>
                  <a:pt x="1943100" y="295275"/>
                </a:lnTo>
                <a:lnTo>
                  <a:pt x="1933575" y="295275"/>
                </a:lnTo>
                <a:lnTo>
                  <a:pt x="1933575" y="304800"/>
                </a:lnTo>
                <a:lnTo>
                  <a:pt x="1924050" y="304800"/>
                </a:lnTo>
                <a:lnTo>
                  <a:pt x="1924050" y="333375"/>
                </a:lnTo>
                <a:lnTo>
                  <a:pt x="1857375" y="333375"/>
                </a:lnTo>
                <a:lnTo>
                  <a:pt x="1857375" y="323850"/>
                </a:lnTo>
                <a:lnTo>
                  <a:pt x="1838325" y="323850"/>
                </a:lnTo>
                <a:lnTo>
                  <a:pt x="1838325" y="342900"/>
                </a:lnTo>
                <a:lnTo>
                  <a:pt x="1828800" y="342900"/>
                </a:lnTo>
                <a:lnTo>
                  <a:pt x="1828800" y="352425"/>
                </a:lnTo>
                <a:lnTo>
                  <a:pt x="1819275" y="352425"/>
                </a:lnTo>
                <a:lnTo>
                  <a:pt x="1819275" y="400050"/>
                </a:lnTo>
                <a:lnTo>
                  <a:pt x="1800225" y="400050"/>
                </a:lnTo>
                <a:lnTo>
                  <a:pt x="1800225" y="390525"/>
                </a:lnTo>
                <a:lnTo>
                  <a:pt x="1790700" y="390525"/>
                </a:lnTo>
                <a:lnTo>
                  <a:pt x="1790700" y="381000"/>
                </a:lnTo>
                <a:lnTo>
                  <a:pt x="1752600" y="381000"/>
                </a:lnTo>
                <a:lnTo>
                  <a:pt x="1752600" y="371475"/>
                </a:lnTo>
                <a:lnTo>
                  <a:pt x="1743075" y="371475"/>
                </a:lnTo>
                <a:lnTo>
                  <a:pt x="1743075" y="361950"/>
                </a:lnTo>
                <a:lnTo>
                  <a:pt x="1714500" y="361950"/>
                </a:lnTo>
                <a:lnTo>
                  <a:pt x="1714500" y="352425"/>
                </a:lnTo>
                <a:lnTo>
                  <a:pt x="1695450" y="352425"/>
                </a:lnTo>
                <a:lnTo>
                  <a:pt x="1695450" y="342900"/>
                </a:lnTo>
                <a:lnTo>
                  <a:pt x="1657350" y="342900"/>
                </a:lnTo>
                <a:lnTo>
                  <a:pt x="1657350" y="333375"/>
                </a:lnTo>
                <a:lnTo>
                  <a:pt x="1647825" y="333375"/>
                </a:lnTo>
                <a:lnTo>
                  <a:pt x="1647825" y="314325"/>
                </a:lnTo>
                <a:lnTo>
                  <a:pt x="1657350" y="314325"/>
                </a:lnTo>
                <a:lnTo>
                  <a:pt x="1657350" y="304800"/>
                </a:lnTo>
                <a:lnTo>
                  <a:pt x="1666875" y="304800"/>
                </a:lnTo>
                <a:lnTo>
                  <a:pt x="1666875" y="295275"/>
                </a:lnTo>
                <a:lnTo>
                  <a:pt x="1676400" y="295275"/>
                </a:lnTo>
                <a:lnTo>
                  <a:pt x="1676400" y="304800"/>
                </a:lnTo>
                <a:lnTo>
                  <a:pt x="1695450" y="304800"/>
                </a:lnTo>
                <a:lnTo>
                  <a:pt x="1695450" y="314325"/>
                </a:lnTo>
                <a:lnTo>
                  <a:pt x="1714500" y="314325"/>
                </a:lnTo>
                <a:lnTo>
                  <a:pt x="1714500" y="342900"/>
                </a:lnTo>
                <a:lnTo>
                  <a:pt x="1733550" y="342900"/>
                </a:lnTo>
                <a:lnTo>
                  <a:pt x="1733550" y="314325"/>
                </a:lnTo>
                <a:lnTo>
                  <a:pt x="1724025" y="314325"/>
                </a:lnTo>
                <a:lnTo>
                  <a:pt x="1724025" y="295275"/>
                </a:lnTo>
                <a:lnTo>
                  <a:pt x="1800225" y="295275"/>
                </a:lnTo>
                <a:lnTo>
                  <a:pt x="1800225" y="285750"/>
                </a:lnTo>
                <a:lnTo>
                  <a:pt x="1819275" y="285750"/>
                </a:lnTo>
                <a:lnTo>
                  <a:pt x="1819275" y="276225"/>
                </a:lnTo>
                <a:lnTo>
                  <a:pt x="1838325" y="276225"/>
                </a:lnTo>
                <a:lnTo>
                  <a:pt x="1838325" y="285750"/>
                </a:lnTo>
                <a:lnTo>
                  <a:pt x="1847850" y="285750"/>
                </a:lnTo>
                <a:lnTo>
                  <a:pt x="1847850" y="276225"/>
                </a:lnTo>
                <a:lnTo>
                  <a:pt x="1857375" y="276225"/>
                </a:lnTo>
                <a:lnTo>
                  <a:pt x="1857375" y="266700"/>
                </a:lnTo>
                <a:lnTo>
                  <a:pt x="1847850" y="266700"/>
                </a:lnTo>
                <a:lnTo>
                  <a:pt x="1847850" y="238125"/>
                </a:lnTo>
                <a:lnTo>
                  <a:pt x="1828800" y="238125"/>
                </a:lnTo>
                <a:close/>
                <a:moveTo>
                  <a:pt x="1266825" y="247650"/>
                </a:moveTo>
                <a:lnTo>
                  <a:pt x="1276350" y="247650"/>
                </a:lnTo>
                <a:lnTo>
                  <a:pt x="1276350" y="257175"/>
                </a:lnTo>
                <a:lnTo>
                  <a:pt x="1266825" y="257175"/>
                </a:lnTo>
                <a:close/>
                <a:moveTo>
                  <a:pt x="1323975" y="247650"/>
                </a:moveTo>
                <a:lnTo>
                  <a:pt x="1343025" y="247650"/>
                </a:lnTo>
                <a:lnTo>
                  <a:pt x="1343025" y="257175"/>
                </a:lnTo>
                <a:lnTo>
                  <a:pt x="1333500" y="257175"/>
                </a:lnTo>
                <a:lnTo>
                  <a:pt x="1333500" y="266700"/>
                </a:lnTo>
                <a:lnTo>
                  <a:pt x="1343025" y="266700"/>
                </a:lnTo>
                <a:lnTo>
                  <a:pt x="1343025" y="276225"/>
                </a:lnTo>
                <a:lnTo>
                  <a:pt x="1352550" y="276225"/>
                </a:lnTo>
                <a:lnTo>
                  <a:pt x="1352550" y="285750"/>
                </a:lnTo>
                <a:lnTo>
                  <a:pt x="1343025" y="285750"/>
                </a:lnTo>
                <a:lnTo>
                  <a:pt x="1343025" y="295275"/>
                </a:lnTo>
                <a:lnTo>
                  <a:pt x="1314450" y="295275"/>
                </a:lnTo>
                <a:lnTo>
                  <a:pt x="1314450" y="257175"/>
                </a:lnTo>
                <a:lnTo>
                  <a:pt x="1323975" y="257175"/>
                </a:lnTo>
                <a:close/>
                <a:moveTo>
                  <a:pt x="1381125" y="257175"/>
                </a:moveTo>
                <a:lnTo>
                  <a:pt x="1409700" y="257175"/>
                </a:lnTo>
                <a:lnTo>
                  <a:pt x="1409700" y="285750"/>
                </a:lnTo>
                <a:lnTo>
                  <a:pt x="1400175" y="285750"/>
                </a:lnTo>
                <a:lnTo>
                  <a:pt x="1400175" y="266700"/>
                </a:lnTo>
                <a:lnTo>
                  <a:pt x="1381125" y="266700"/>
                </a:lnTo>
                <a:close/>
                <a:moveTo>
                  <a:pt x="476250" y="266700"/>
                </a:moveTo>
                <a:lnTo>
                  <a:pt x="504825" y="266700"/>
                </a:lnTo>
                <a:lnTo>
                  <a:pt x="504825" y="276225"/>
                </a:lnTo>
                <a:lnTo>
                  <a:pt x="476250" y="276225"/>
                </a:lnTo>
                <a:close/>
                <a:moveTo>
                  <a:pt x="1266825" y="266700"/>
                </a:moveTo>
                <a:lnTo>
                  <a:pt x="1295400" y="266700"/>
                </a:lnTo>
                <a:lnTo>
                  <a:pt x="1295400" y="285750"/>
                </a:lnTo>
                <a:lnTo>
                  <a:pt x="1276350" y="285750"/>
                </a:lnTo>
                <a:lnTo>
                  <a:pt x="1276350" y="276225"/>
                </a:lnTo>
                <a:lnTo>
                  <a:pt x="1266825" y="276225"/>
                </a:lnTo>
                <a:close/>
                <a:moveTo>
                  <a:pt x="438150" y="276225"/>
                </a:moveTo>
                <a:lnTo>
                  <a:pt x="457200" y="276225"/>
                </a:lnTo>
                <a:lnTo>
                  <a:pt x="457200" y="285750"/>
                </a:lnTo>
                <a:lnTo>
                  <a:pt x="438150" y="285750"/>
                </a:lnTo>
                <a:close/>
                <a:moveTo>
                  <a:pt x="1962150" y="276225"/>
                </a:moveTo>
                <a:lnTo>
                  <a:pt x="1971675" y="276225"/>
                </a:lnTo>
                <a:lnTo>
                  <a:pt x="1971675" y="285750"/>
                </a:lnTo>
                <a:lnTo>
                  <a:pt x="1981200" y="285750"/>
                </a:lnTo>
                <a:lnTo>
                  <a:pt x="1981200" y="295275"/>
                </a:lnTo>
                <a:lnTo>
                  <a:pt x="1962150" y="295275"/>
                </a:lnTo>
                <a:close/>
                <a:moveTo>
                  <a:pt x="419100" y="285750"/>
                </a:moveTo>
                <a:lnTo>
                  <a:pt x="438150" y="285750"/>
                </a:lnTo>
                <a:lnTo>
                  <a:pt x="438150" y="295275"/>
                </a:lnTo>
                <a:lnTo>
                  <a:pt x="419100" y="295275"/>
                </a:lnTo>
                <a:close/>
                <a:moveTo>
                  <a:pt x="1381125" y="285750"/>
                </a:moveTo>
                <a:lnTo>
                  <a:pt x="1400175" y="285750"/>
                </a:lnTo>
                <a:lnTo>
                  <a:pt x="1400175" y="295275"/>
                </a:lnTo>
                <a:lnTo>
                  <a:pt x="1381125" y="295275"/>
                </a:lnTo>
                <a:close/>
                <a:moveTo>
                  <a:pt x="2000250" y="285750"/>
                </a:moveTo>
                <a:lnTo>
                  <a:pt x="2009775" y="285750"/>
                </a:lnTo>
                <a:lnTo>
                  <a:pt x="2009775" y="295275"/>
                </a:lnTo>
                <a:lnTo>
                  <a:pt x="2000250" y="295275"/>
                </a:lnTo>
                <a:close/>
                <a:moveTo>
                  <a:pt x="400050" y="295275"/>
                </a:moveTo>
                <a:lnTo>
                  <a:pt x="419100" y="295275"/>
                </a:lnTo>
                <a:lnTo>
                  <a:pt x="419100" y="304800"/>
                </a:lnTo>
                <a:lnTo>
                  <a:pt x="400050" y="304800"/>
                </a:lnTo>
                <a:close/>
                <a:moveTo>
                  <a:pt x="1352550" y="295275"/>
                </a:moveTo>
                <a:lnTo>
                  <a:pt x="1362075" y="295275"/>
                </a:lnTo>
                <a:lnTo>
                  <a:pt x="1362075" y="304800"/>
                </a:lnTo>
                <a:lnTo>
                  <a:pt x="1352550" y="304800"/>
                </a:lnTo>
                <a:close/>
                <a:moveTo>
                  <a:pt x="2028825" y="295275"/>
                </a:moveTo>
                <a:lnTo>
                  <a:pt x="2038350" y="295275"/>
                </a:lnTo>
                <a:lnTo>
                  <a:pt x="2038350" y="304800"/>
                </a:lnTo>
                <a:lnTo>
                  <a:pt x="2028825" y="304800"/>
                </a:lnTo>
                <a:close/>
                <a:moveTo>
                  <a:pt x="390525" y="304800"/>
                </a:moveTo>
                <a:lnTo>
                  <a:pt x="400050" y="304800"/>
                </a:lnTo>
                <a:lnTo>
                  <a:pt x="400050" y="314325"/>
                </a:lnTo>
                <a:lnTo>
                  <a:pt x="390525" y="314325"/>
                </a:lnTo>
                <a:close/>
                <a:moveTo>
                  <a:pt x="2038350" y="304800"/>
                </a:moveTo>
                <a:lnTo>
                  <a:pt x="2047875" y="304800"/>
                </a:lnTo>
                <a:lnTo>
                  <a:pt x="2047875" y="314325"/>
                </a:lnTo>
                <a:lnTo>
                  <a:pt x="2038350" y="314325"/>
                </a:lnTo>
                <a:close/>
                <a:moveTo>
                  <a:pt x="381000" y="314325"/>
                </a:moveTo>
                <a:lnTo>
                  <a:pt x="390525" y="314325"/>
                </a:lnTo>
                <a:lnTo>
                  <a:pt x="390525" y="323850"/>
                </a:lnTo>
                <a:lnTo>
                  <a:pt x="381000" y="323850"/>
                </a:lnTo>
                <a:close/>
                <a:moveTo>
                  <a:pt x="1733550" y="314325"/>
                </a:moveTo>
                <a:lnTo>
                  <a:pt x="1743075" y="314325"/>
                </a:lnTo>
                <a:lnTo>
                  <a:pt x="1743075" y="304800"/>
                </a:lnTo>
                <a:lnTo>
                  <a:pt x="1733550" y="304800"/>
                </a:lnTo>
                <a:close/>
                <a:moveTo>
                  <a:pt x="2047875" y="314325"/>
                </a:moveTo>
                <a:lnTo>
                  <a:pt x="2057400" y="314325"/>
                </a:lnTo>
                <a:lnTo>
                  <a:pt x="2057400" y="323850"/>
                </a:lnTo>
                <a:lnTo>
                  <a:pt x="2047875" y="323850"/>
                </a:lnTo>
                <a:close/>
                <a:moveTo>
                  <a:pt x="371475" y="323850"/>
                </a:moveTo>
                <a:lnTo>
                  <a:pt x="381000" y="323850"/>
                </a:lnTo>
                <a:lnTo>
                  <a:pt x="381000" y="333375"/>
                </a:lnTo>
                <a:lnTo>
                  <a:pt x="371475" y="333375"/>
                </a:lnTo>
                <a:close/>
                <a:moveTo>
                  <a:pt x="1619250" y="323850"/>
                </a:moveTo>
                <a:lnTo>
                  <a:pt x="1628775" y="323850"/>
                </a:lnTo>
                <a:lnTo>
                  <a:pt x="1628775" y="333375"/>
                </a:lnTo>
                <a:lnTo>
                  <a:pt x="1619250" y="333375"/>
                </a:lnTo>
                <a:close/>
                <a:moveTo>
                  <a:pt x="2057400" y="323850"/>
                </a:moveTo>
                <a:lnTo>
                  <a:pt x="2066925" y="323850"/>
                </a:lnTo>
                <a:lnTo>
                  <a:pt x="2066925" y="333375"/>
                </a:lnTo>
                <a:lnTo>
                  <a:pt x="2057400" y="333375"/>
                </a:lnTo>
                <a:close/>
                <a:moveTo>
                  <a:pt x="2066925" y="333375"/>
                </a:moveTo>
                <a:lnTo>
                  <a:pt x="2076450" y="333375"/>
                </a:lnTo>
                <a:lnTo>
                  <a:pt x="2076450" y="342900"/>
                </a:lnTo>
                <a:lnTo>
                  <a:pt x="2066925" y="342900"/>
                </a:lnTo>
                <a:close/>
                <a:moveTo>
                  <a:pt x="361950" y="342900"/>
                </a:moveTo>
                <a:lnTo>
                  <a:pt x="371475" y="342900"/>
                </a:lnTo>
                <a:lnTo>
                  <a:pt x="371475" y="361950"/>
                </a:lnTo>
                <a:lnTo>
                  <a:pt x="381000" y="361950"/>
                </a:lnTo>
                <a:lnTo>
                  <a:pt x="381000" y="371475"/>
                </a:lnTo>
                <a:lnTo>
                  <a:pt x="371475" y="371475"/>
                </a:lnTo>
                <a:lnTo>
                  <a:pt x="371475" y="390525"/>
                </a:lnTo>
                <a:lnTo>
                  <a:pt x="381000" y="390525"/>
                </a:lnTo>
                <a:lnTo>
                  <a:pt x="381000" y="381000"/>
                </a:lnTo>
                <a:lnTo>
                  <a:pt x="390525" y="381000"/>
                </a:lnTo>
                <a:lnTo>
                  <a:pt x="390525" y="390525"/>
                </a:lnTo>
                <a:lnTo>
                  <a:pt x="409575" y="390525"/>
                </a:lnTo>
                <a:lnTo>
                  <a:pt x="409575" y="400050"/>
                </a:lnTo>
                <a:lnTo>
                  <a:pt x="419100" y="400050"/>
                </a:lnTo>
                <a:lnTo>
                  <a:pt x="419100" y="390525"/>
                </a:lnTo>
                <a:lnTo>
                  <a:pt x="438150" y="390525"/>
                </a:lnTo>
                <a:lnTo>
                  <a:pt x="438150" y="400050"/>
                </a:lnTo>
                <a:lnTo>
                  <a:pt x="447675" y="400050"/>
                </a:lnTo>
                <a:lnTo>
                  <a:pt x="447675" y="409575"/>
                </a:lnTo>
                <a:lnTo>
                  <a:pt x="466725" y="409575"/>
                </a:lnTo>
                <a:lnTo>
                  <a:pt x="466725" y="419100"/>
                </a:lnTo>
                <a:lnTo>
                  <a:pt x="476250" y="419100"/>
                </a:lnTo>
                <a:lnTo>
                  <a:pt x="476250" y="428625"/>
                </a:lnTo>
                <a:lnTo>
                  <a:pt x="485775" y="428625"/>
                </a:lnTo>
                <a:lnTo>
                  <a:pt x="485775" y="438150"/>
                </a:lnTo>
                <a:lnTo>
                  <a:pt x="476250" y="438150"/>
                </a:lnTo>
                <a:lnTo>
                  <a:pt x="476250" y="447675"/>
                </a:lnTo>
                <a:lnTo>
                  <a:pt x="457200" y="447675"/>
                </a:lnTo>
                <a:lnTo>
                  <a:pt x="457200" y="438150"/>
                </a:lnTo>
                <a:lnTo>
                  <a:pt x="447675" y="438150"/>
                </a:lnTo>
                <a:lnTo>
                  <a:pt x="447675" y="428625"/>
                </a:lnTo>
                <a:lnTo>
                  <a:pt x="438150" y="428625"/>
                </a:lnTo>
                <a:lnTo>
                  <a:pt x="438150" y="419100"/>
                </a:lnTo>
                <a:lnTo>
                  <a:pt x="419100" y="419100"/>
                </a:lnTo>
                <a:lnTo>
                  <a:pt x="419100" y="409575"/>
                </a:lnTo>
                <a:lnTo>
                  <a:pt x="409575" y="409575"/>
                </a:lnTo>
                <a:lnTo>
                  <a:pt x="409575" y="419100"/>
                </a:lnTo>
                <a:lnTo>
                  <a:pt x="390525" y="419100"/>
                </a:lnTo>
                <a:lnTo>
                  <a:pt x="390525" y="428625"/>
                </a:lnTo>
                <a:lnTo>
                  <a:pt x="361950" y="428625"/>
                </a:lnTo>
                <a:lnTo>
                  <a:pt x="361950" y="447675"/>
                </a:lnTo>
                <a:lnTo>
                  <a:pt x="333375" y="447675"/>
                </a:lnTo>
                <a:lnTo>
                  <a:pt x="333375" y="438150"/>
                </a:lnTo>
                <a:lnTo>
                  <a:pt x="323850" y="438150"/>
                </a:lnTo>
                <a:lnTo>
                  <a:pt x="323850" y="419100"/>
                </a:lnTo>
                <a:lnTo>
                  <a:pt x="333375" y="419100"/>
                </a:lnTo>
                <a:lnTo>
                  <a:pt x="333375" y="400050"/>
                </a:lnTo>
                <a:lnTo>
                  <a:pt x="342900" y="400050"/>
                </a:lnTo>
                <a:lnTo>
                  <a:pt x="342900" y="390525"/>
                </a:lnTo>
                <a:lnTo>
                  <a:pt x="361950" y="390525"/>
                </a:lnTo>
                <a:lnTo>
                  <a:pt x="361950" y="371475"/>
                </a:lnTo>
                <a:lnTo>
                  <a:pt x="352425" y="371475"/>
                </a:lnTo>
                <a:lnTo>
                  <a:pt x="352425" y="352425"/>
                </a:lnTo>
                <a:lnTo>
                  <a:pt x="361950" y="352425"/>
                </a:lnTo>
                <a:close/>
                <a:moveTo>
                  <a:pt x="2076450" y="352425"/>
                </a:moveTo>
                <a:lnTo>
                  <a:pt x="2085975" y="352425"/>
                </a:lnTo>
                <a:lnTo>
                  <a:pt x="2085975" y="361950"/>
                </a:lnTo>
                <a:lnTo>
                  <a:pt x="2076450" y="361950"/>
                </a:lnTo>
                <a:close/>
                <a:moveTo>
                  <a:pt x="2085975" y="361950"/>
                </a:moveTo>
                <a:lnTo>
                  <a:pt x="2095500" y="361950"/>
                </a:lnTo>
                <a:lnTo>
                  <a:pt x="2095500" y="381000"/>
                </a:lnTo>
                <a:lnTo>
                  <a:pt x="2105025" y="381000"/>
                </a:lnTo>
                <a:lnTo>
                  <a:pt x="2105025" y="390525"/>
                </a:lnTo>
                <a:lnTo>
                  <a:pt x="2095500" y="390525"/>
                </a:lnTo>
                <a:lnTo>
                  <a:pt x="2095500" y="400050"/>
                </a:lnTo>
                <a:lnTo>
                  <a:pt x="2085975" y="400050"/>
                </a:lnTo>
                <a:close/>
                <a:moveTo>
                  <a:pt x="2105025" y="390525"/>
                </a:moveTo>
                <a:lnTo>
                  <a:pt x="2114550" y="390525"/>
                </a:lnTo>
                <a:lnTo>
                  <a:pt x="2114550" y="400050"/>
                </a:lnTo>
                <a:lnTo>
                  <a:pt x="2105025" y="400050"/>
                </a:lnTo>
                <a:close/>
                <a:moveTo>
                  <a:pt x="952500" y="400050"/>
                </a:moveTo>
                <a:lnTo>
                  <a:pt x="962025" y="400050"/>
                </a:lnTo>
                <a:lnTo>
                  <a:pt x="962025" y="409575"/>
                </a:lnTo>
                <a:lnTo>
                  <a:pt x="952500" y="409575"/>
                </a:lnTo>
                <a:close/>
                <a:moveTo>
                  <a:pt x="1247775" y="400050"/>
                </a:moveTo>
                <a:lnTo>
                  <a:pt x="1295400" y="400050"/>
                </a:lnTo>
                <a:lnTo>
                  <a:pt x="1295400" y="438150"/>
                </a:lnTo>
                <a:lnTo>
                  <a:pt x="1276350" y="438150"/>
                </a:lnTo>
                <a:lnTo>
                  <a:pt x="1276350" y="419100"/>
                </a:lnTo>
                <a:lnTo>
                  <a:pt x="1247775" y="419100"/>
                </a:lnTo>
                <a:lnTo>
                  <a:pt x="1247775" y="428625"/>
                </a:lnTo>
                <a:lnTo>
                  <a:pt x="1238250" y="428625"/>
                </a:lnTo>
                <a:lnTo>
                  <a:pt x="1238250" y="438150"/>
                </a:lnTo>
                <a:lnTo>
                  <a:pt x="1228725" y="438150"/>
                </a:lnTo>
                <a:lnTo>
                  <a:pt x="1228725" y="457200"/>
                </a:lnTo>
                <a:lnTo>
                  <a:pt x="1190625" y="457200"/>
                </a:lnTo>
                <a:lnTo>
                  <a:pt x="1190625" y="466725"/>
                </a:lnTo>
                <a:lnTo>
                  <a:pt x="1219200" y="466725"/>
                </a:lnTo>
                <a:lnTo>
                  <a:pt x="1219200" y="476250"/>
                </a:lnTo>
                <a:lnTo>
                  <a:pt x="1228725" y="476250"/>
                </a:lnTo>
                <a:lnTo>
                  <a:pt x="1228725" y="495300"/>
                </a:lnTo>
                <a:lnTo>
                  <a:pt x="1219200" y="495300"/>
                </a:lnTo>
                <a:lnTo>
                  <a:pt x="1219200" y="504825"/>
                </a:lnTo>
                <a:lnTo>
                  <a:pt x="1209675" y="504825"/>
                </a:lnTo>
                <a:lnTo>
                  <a:pt x="1209675" y="514350"/>
                </a:lnTo>
                <a:lnTo>
                  <a:pt x="1143000" y="514350"/>
                </a:lnTo>
                <a:lnTo>
                  <a:pt x="1143000" y="504825"/>
                </a:lnTo>
                <a:lnTo>
                  <a:pt x="1123950" y="504825"/>
                </a:lnTo>
                <a:lnTo>
                  <a:pt x="1123950" y="485775"/>
                </a:lnTo>
                <a:lnTo>
                  <a:pt x="1095375" y="485775"/>
                </a:lnTo>
                <a:lnTo>
                  <a:pt x="1095375" y="495300"/>
                </a:lnTo>
                <a:lnTo>
                  <a:pt x="1066800" y="495300"/>
                </a:lnTo>
                <a:lnTo>
                  <a:pt x="1066800" y="485775"/>
                </a:lnTo>
                <a:lnTo>
                  <a:pt x="1019175" y="485775"/>
                </a:lnTo>
                <a:lnTo>
                  <a:pt x="1019175" y="476250"/>
                </a:lnTo>
                <a:lnTo>
                  <a:pt x="1000125" y="476250"/>
                </a:lnTo>
                <a:lnTo>
                  <a:pt x="1000125" y="466725"/>
                </a:lnTo>
                <a:lnTo>
                  <a:pt x="990600" y="466725"/>
                </a:lnTo>
                <a:lnTo>
                  <a:pt x="990600" y="457200"/>
                </a:lnTo>
                <a:lnTo>
                  <a:pt x="1000125" y="457200"/>
                </a:lnTo>
                <a:lnTo>
                  <a:pt x="1000125" y="466725"/>
                </a:lnTo>
                <a:lnTo>
                  <a:pt x="1019175" y="466725"/>
                </a:lnTo>
                <a:lnTo>
                  <a:pt x="1019175" y="457200"/>
                </a:lnTo>
                <a:lnTo>
                  <a:pt x="1028700" y="457200"/>
                </a:lnTo>
                <a:lnTo>
                  <a:pt x="1028700" y="447675"/>
                </a:lnTo>
                <a:lnTo>
                  <a:pt x="1047750" y="447675"/>
                </a:lnTo>
                <a:lnTo>
                  <a:pt x="1047750" y="457200"/>
                </a:lnTo>
                <a:lnTo>
                  <a:pt x="1028700" y="457200"/>
                </a:lnTo>
                <a:lnTo>
                  <a:pt x="1028700" y="466725"/>
                </a:lnTo>
                <a:lnTo>
                  <a:pt x="1047750" y="466725"/>
                </a:lnTo>
                <a:lnTo>
                  <a:pt x="1047750" y="476250"/>
                </a:lnTo>
                <a:lnTo>
                  <a:pt x="1066800" y="476250"/>
                </a:lnTo>
                <a:lnTo>
                  <a:pt x="1066800" y="466725"/>
                </a:lnTo>
                <a:lnTo>
                  <a:pt x="1095375" y="466725"/>
                </a:lnTo>
                <a:lnTo>
                  <a:pt x="1095375" y="457200"/>
                </a:lnTo>
                <a:lnTo>
                  <a:pt x="1114425" y="457200"/>
                </a:lnTo>
                <a:lnTo>
                  <a:pt x="1114425" y="447675"/>
                </a:lnTo>
                <a:lnTo>
                  <a:pt x="1123950" y="447675"/>
                </a:lnTo>
                <a:lnTo>
                  <a:pt x="1123950" y="457200"/>
                </a:lnTo>
                <a:lnTo>
                  <a:pt x="1133475" y="457200"/>
                </a:lnTo>
                <a:lnTo>
                  <a:pt x="1133475" y="466725"/>
                </a:lnTo>
                <a:lnTo>
                  <a:pt x="1143000" y="466725"/>
                </a:lnTo>
                <a:lnTo>
                  <a:pt x="1143000" y="457200"/>
                </a:lnTo>
                <a:lnTo>
                  <a:pt x="1152525" y="457200"/>
                </a:lnTo>
                <a:lnTo>
                  <a:pt x="1152525" y="438150"/>
                </a:lnTo>
                <a:lnTo>
                  <a:pt x="1162050" y="438150"/>
                </a:lnTo>
                <a:lnTo>
                  <a:pt x="1162050" y="428625"/>
                </a:lnTo>
                <a:lnTo>
                  <a:pt x="1190625" y="428625"/>
                </a:lnTo>
                <a:lnTo>
                  <a:pt x="1190625" y="438150"/>
                </a:lnTo>
                <a:lnTo>
                  <a:pt x="1200150" y="438150"/>
                </a:lnTo>
                <a:lnTo>
                  <a:pt x="1200150" y="447675"/>
                </a:lnTo>
                <a:lnTo>
                  <a:pt x="1219200" y="447675"/>
                </a:lnTo>
                <a:lnTo>
                  <a:pt x="1219200" y="419100"/>
                </a:lnTo>
                <a:lnTo>
                  <a:pt x="1228725" y="419100"/>
                </a:lnTo>
                <a:lnTo>
                  <a:pt x="1228725" y="409575"/>
                </a:lnTo>
                <a:lnTo>
                  <a:pt x="1247775" y="409575"/>
                </a:lnTo>
                <a:close/>
                <a:moveTo>
                  <a:pt x="2114550" y="400050"/>
                </a:moveTo>
                <a:lnTo>
                  <a:pt x="2124075" y="400050"/>
                </a:lnTo>
                <a:lnTo>
                  <a:pt x="2124075" y="409575"/>
                </a:lnTo>
                <a:lnTo>
                  <a:pt x="2114550" y="409575"/>
                </a:lnTo>
                <a:close/>
                <a:moveTo>
                  <a:pt x="904875" y="409575"/>
                </a:moveTo>
                <a:lnTo>
                  <a:pt x="914400" y="409575"/>
                </a:lnTo>
                <a:lnTo>
                  <a:pt x="914400" y="438150"/>
                </a:lnTo>
                <a:lnTo>
                  <a:pt x="923925" y="438150"/>
                </a:lnTo>
                <a:lnTo>
                  <a:pt x="923925" y="447675"/>
                </a:lnTo>
                <a:lnTo>
                  <a:pt x="904875" y="447675"/>
                </a:lnTo>
                <a:lnTo>
                  <a:pt x="904875" y="438150"/>
                </a:lnTo>
                <a:lnTo>
                  <a:pt x="895350" y="438150"/>
                </a:lnTo>
                <a:lnTo>
                  <a:pt x="895350" y="419100"/>
                </a:lnTo>
                <a:lnTo>
                  <a:pt x="904875" y="419100"/>
                </a:lnTo>
                <a:close/>
                <a:moveTo>
                  <a:pt x="1076325" y="409575"/>
                </a:moveTo>
                <a:lnTo>
                  <a:pt x="1085850" y="409575"/>
                </a:lnTo>
                <a:lnTo>
                  <a:pt x="1085850" y="419100"/>
                </a:lnTo>
                <a:lnTo>
                  <a:pt x="1076325" y="419100"/>
                </a:lnTo>
                <a:close/>
                <a:moveTo>
                  <a:pt x="1524000" y="419100"/>
                </a:moveTo>
                <a:lnTo>
                  <a:pt x="1533525" y="419100"/>
                </a:lnTo>
                <a:lnTo>
                  <a:pt x="1533525" y="428625"/>
                </a:lnTo>
                <a:lnTo>
                  <a:pt x="1524000" y="428625"/>
                </a:lnTo>
                <a:close/>
                <a:moveTo>
                  <a:pt x="2124075" y="419100"/>
                </a:moveTo>
                <a:lnTo>
                  <a:pt x="2133600" y="419100"/>
                </a:lnTo>
                <a:lnTo>
                  <a:pt x="2133600" y="428625"/>
                </a:lnTo>
                <a:lnTo>
                  <a:pt x="2143125" y="428625"/>
                </a:lnTo>
                <a:lnTo>
                  <a:pt x="2143125" y="447675"/>
                </a:lnTo>
                <a:lnTo>
                  <a:pt x="2133600" y="447675"/>
                </a:lnTo>
                <a:lnTo>
                  <a:pt x="2133600" y="438150"/>
                </a:lnTo>
                <a:lnTo>
                  <a:pt x="2124075" y="438150"/>
                </a:lnTo>
                <a:close/>
                <a:moveTo>
                  <a:pt x="304800" y="428625"/>
                </a:moveTo>
                <a:lnTo>
                  <a:pt x="314325" y="428625"/>
                </a:lnTo>
                <a:lnTo>
                  <a:pt x="314325" y="438150"/>
                </a:lnTo>
                <a:lnTo>
                  <a:pt x="304800" y="438150"/>
                </a:lnTo>
                <a:close/>
                <a:moveTo>
                  <a:pt x="1438275" y="428625"/>
                </a:moveTo>
                <a:lnTo>
                  <a:pt x="1495425" y="428625"/>
                </a:lnTo>
                <a:lnTo>
                  <a:pt x="1495425" y="447675"/>
                </a:lnTo>
                <a:lnTo>
                  <a:pt x="1466850" y="447675"/>
                </a:lnTo>
                <a:lnTo>
                  <a:pt x="1466850" y="466725"/>
                </a:lnTo>
                <a:lnTo>
                  <a:pt x="1438275" y="466725"/>
                </a:lnTo>
                <a:lnTo>
                  <a:pt x="1438275" y="457200"/>
                </a:lnTo>
                <a:lnTo>
                  <a:pt x="1409700" y="457200"/>
                </a:lnTo>
                <a:lnTo>
                  <a:pt x="1409700" y="447675"/>
                </a:lnTo>
                <a:lnTo>
                  <a:pt x="1419225" y="447675"/>
                </a:lnTo>
                <a:lnTo>
                  <a:pt x="1419225" y="438150"/>
                </a:lnTo>
                <a:lnTo>
                  <a:pt x="1438275" y="438150"/>
                </a:lnTo>
                <a:close/>
                <a:moveTo>
                  <a:pt x="1514475" y="428625"/>
                </a:moveTo>
                <a:lnTo>
                  <a:pt x="1524000" y="428625"/>
                </a:lnTo>
                <a:lnTo>
                  <a:pt x="1524000" y="438150"/>
                </a:lnTo>
                <a:lnTo>
                  <a:pt x="1514475" y="438150"/>
                </a:lnTo>
                <a:close/>
                <a:moveTo>
                  <a:pt x="285750" y="438150"/>
                </a:moveTo>
                <a:lnTo>
                  <a:pt x="295275" y="438150"/>
                </a:lnTo>
                <a:lnTo>
                  <a:pt x="295275" y="447675"/>
                </a:lnTo>
                <a:lnTo>
                  <a:pt x="285750" y="447675"/>
                </a:lnTo>
                <a:close/>
                <a:moveTo>
                  <a:pt x="514350" y="438150"/>
                </a:moveTo>
                <a:lnTo>
                  <a:pt x="523875" y="438150"/>
                </a:lnTo>
                <a:lnTo>
                  <a:pt x="523875" y="457200"/>
                </a:lnTo>
                <a:lnTo>
                  <a:pt x="514350" y="457200"/>
                </a:lnTo>
                <a:lnTo>
                  <a:pt x="514350" y="466725"/>
                </a:lnTo>
                <a:lnTo>
                  <a:pt x="504825" y="466725"/>
                </a:lnTo>
                <a:lnTo>
                  <a:pt x="504825" y="447675"/>
                </a:lnTo>
                <a:lnTo>
                  <a:pt x="514350" y="447675"/>
                </a:lnTo>
                <a:close/>
                <a:moveTo>
                  <a:pt x="1504950" y="438150"/>
                </a:moveTo>
                <a:lnTo>
                  <a:pt x="1514475" y="438150"/>
                </a:lnTo>
                <a:lnTo>
                  <a:pt x="1514475" y="447675"/>
                </a:lnTo>
                <a:lnTo>
                  <a:pt x="1504950" y="447675"/>
                </a:lnTo>
                <a:close/>
                <a:moveTo>
                  <a:pt x="2076450" y="438150"/>
                </a:moveTo>
                <a:lnTo>
                  <a:pt x="2095500" y="438150"/>
                </a:lnTo>
                <a:lnTo>
                  <a:pt x="2095500" y="466725"/>
                </a:lnTo>
                <a:lnTo>
                  <a:pt x="2085975" y="466725"/>
                </a:lnTo>
                <a:lnTo>
                  <a:pt x="2085975" y="476250"/>
                </a:lnTo>
                <a:lnTo>
                  <a:pt x="2076450" y="476250"/>
                </a:lnTo>
                <a:lnTo>
                  <a:pt x="2076450" y="485775"/>
                </a:lnTo>
                <a:lnTo>
                  <a:pt x="2066925" y="485775"/>
                </a:lnTo>
                <a:lnTo>
                  <a:pt x="2066925" y="466725"/>
                </a:lnTo>
                <a:lnTo>
                  <a:pt x="2076450" y="466725"/>
                </a:lnTo>
                <a:close/>
                <a:moveTo>
                  <a:pt x="276225" y="447675"/>
                </a:moveTo>
                <a:lnTo>
                  <a:pt x="285750" y="447675"/>
                </a:lnTo>
                <a:lnTo>
                  <a:pt x="285750" y="466725"/>
                </a:lnTo>
                <a:lnTo>
                  <a:pt x="276225" y="466725"/>
                </a:lnTo>
                <a:close/>
                <a:moveTo>
                  <a:pt x="933450" y="447675"/>
                </a:moveTo>
                <a:lnTo>
                  <a:pt x="952500" y="447675"/>
                </a:lnTo>
                <a:lnTo>
                  <a:pt x="952500" y="457200"/>
                </a:lnTo>
                <a:lnTo>
                  <a:pt x="933450" y="457200"/>
                </a:lnTo>
                <a:close/>
                <a:moveTo>
                  <a:pt x="1524000" y="447675"/>
                </a:moveTo>
                <a:lnTo>
                  <a:pt x="1533525" y="447675"/>
                </a:lnTo>
                <a:lnTo>
                  <a:pt x="1533525" y="457200"/>
                </a:lnTo>
                <a:lnTo>
                  <a:pt x="1524000" y="457200"/>
                </a:lnTo>
                <a:close/>
                <a:moveTo>
                  <a:pt x="1238250" y="457200"/>
                </a:moveTo>
                <a:lnTo>
                  <a:pt x="1266825" y="457200"/>
                </a:lnTo>
                <a:lnTo>
                  <a:pt x="1266825" y="466725"/>
                </a:lnTo>
                <a:lnTo>
                  <a:pt x="1257300" y="466725"/>
                </a:lnTo>
                <a:lnTo>
                  <a:pt x="1257300" y="476250"/>
                </a:lnTo>
                <a:lnTo>
                  <a:pt x="1238250" y="476250"/>
                </a:lnTo>
                <a:close/>
                <a:moveTo>
                  <a:pt x="1676400" y="457200"/>
                </a:moveTo>
                <a:lnTo>
                  <a:pt x="1685925" y="457200"/>
                </a:lnTo>
                <a:lnTo>
                  <a:pt x="1685925" y="466725"/>
                </a:lnTo>
                <a:lnTo>
                  <a:pt x="1676400" y="466725"/>
                </a:lnTo>
                <a:close/>
                <a:moveTo>
                  <a:pt x="1971675" y="457200"/>
                </a:moveTo>
                <a:lnTo>
                  <a:pt x="1981200" y="457200"/>
                </a:lnTo>
                <a:lnTo>
                  <a:pt x="1981200" y="466725"/>
                </a:lnTo>
                <a:lnTo>
                  <a:pt x="1990725" y="466725"/>
                </a:lnTo>
                <a:lnTo>
                  <a:pt x="1990725" y="495300"/>
                </a:lnTo>
                <a:lnTo>
                  <a:pt x="2000250" y="495300"/>
                </a:lnTo>
                <a:lnTo>
                  <a:pt x="2000250" y="504825"/>
                </a:lnTo>
                <a:lnTo>
                  <a:pt x="1990725" y="504825"/>
                </a:lnTo>
                <a:lnTo>
                  <a:pt x="1990725" y="514350"/>
                </a:lnTo>
                <a:lnTo>
                  <a:pt x="1981200" y="514350"/>
                </a:lnTo>
                <a:lnTo>
                  <a:pt x="1981200" y="504825"/>
                </a:lnTo>
                <a:lnTo>
                  <a:pt x="1971675" y="504825"/>
                </a:lnTo>
                <a:lnTo>
                  <a:pt x="1971675" y="495300"/>
                </a:lnTo>
                <a:lnTo>
                  <a:pt x="1962150" y="495300"/>
                </a:lnTo>
                <a:lnTo>
                  <a:pt x="1962150" y="485775"/>
                </a:lnTo>
                <a:lnTo>
                  <a:pt x="1952625" y="485775"/>
                </a:lnTo>
                <a:lnTo>
                  <a:pt x="1952625" y="476250"/>
                </a:lnTo>
                <a:lnTo>
                  <a:pt x="1962150" y="476250"/>
                </a:lnTo>
                <a:lnTo>
                  <a:pt x="1962150" y="466725"/>
                </a:lnTo>
                <a:lnTo>
                  <a:pt x="1971675" y="466725"/>
                </a:lnTo>
                <a:close/>
                <a:moveTo>
                  <a:pt x="2152650" y="457200"/>
                </a:moveTo>
                <a:lnTo>
                  <a:pt x="2162175" y="457200"/>
                </a:lnTo>
                <a:lnTo>
                  <a:pt x="2162175" y="485775"/>
                </a:lnTo>
                <a:lnTo>
                  <a:pt x="2171700" y="485775"/>
                </a:lnTo>
                <a:lnTo>
                  <a:pt x="2171700" y="495300"/>
                </a:lnTo>
                <a:lnTo>
                  <a:pt x="2181225" y="495300"/>
                </a:lnTo>
                <a:lnTo>
                  <a:pt x="2181225" y="523875"/>
                </a:lnTo>
                <a:lnTo>
                  <a:pt x="2171700" y="523875"/>
                </a:lnTo>
                <a:lnTo>
                  <a:pt x="2171700" y="504825"/>
                </a:lnTo>
                <a:lnTo>
                  <a:pt x="2162175" y="504825"/>
                </a:lnTo>
                <a:lnTo>
                  <a:pt x="2162175" y="495300"/>
                </a:lnTo>
                <a:lnTo>
                  <a:pt x="2114550" y="495300"/>
                </a:lnTo>
                <a:lnTo>
                  <a:pt x="2114550" y="504825"/>
                </a:lnTo>
                <a:lnTo>
                  <a:pt x="2095500" y="504825"/>
                </a:lnTo>
                <a:lnTo>
                  <a:pt x="2095500" y="485775"/>
                </a:lnTo>
                <a:lnTo>
                  <a:pt x="2105025" y="485775"/>
                </a:lnTo>
                <a:lnTo>
                  <a:pt x="2105025" y="476250"/>
                </a:lnTo>
                <a:lnTo>
                  <a:pt x="2114550" y="476250"/>
                </a:lnTo>
                <a:lnTo>
                  <a:pt x="2114550" y="466725"/>
                </a:lnTo>
                <a:lnTo>
                  <a:pt x="2152650" y="466725"/>
                </a:lnTo>
                <a:close/>
                <a:moveTo>
                  <a:pt x="419100" y="466725"/>
                </a:moveTo>
                <a:lnTo>
                  <a:pt x="447675" y="466725"/>
                </a:lnTo>
                <a:lnTo>
                  <a:pt x="447675" y="476250"/>
                </a:lnTo>
                <a:lnTo>
                  <a:pt x="485775" y="476250"/>
                </a:lnTo>
                <a:lnTo>
                  <a:pt x="485775" y="485775"/>
                </a:lnTo>
                <a:lnTo>
                  <a:pt x="466725" y="485775"/>
                </a:lnTo>
                <a:lnTo>
                  <a:pt x="466725" y="504825"/>
                </a:lnTo>
                <a:lnTo>
                  <a:pt x="457200" y="504825"/>
                </a:lnTo>
                <a:lnTo>
                  <a:pt x="457200" y="514350"/>
                </a:lnTo>
                <a:lnTo>
                  <a:pt x="466725" y="514350"/>
                </a:lnTo>
                <a:lnTo>
                  <a:pt x="466725" y="571500"/>
                </a:lnTo>
                <a:lnTo>
                  <a:pt x="476250" y="571500"/>
                </a:lnTo>
                <a:lnTo>
                  <a:pt x="476250" y="590550"/>
                </a:lnTo>
                <a:lnTo>
                  <a:pt x="466725" y="590550"/>
                </a:lnTo>
                <a:lnTo>
                  <a:pt x="466725" y="581025"/>
                </a:lnTo>
                <a:lnTo>
                  <a:pt x="457200" y="581025"/>
                </a:lnTo>
                <a:lnTo>
                  <a:pt x="457200" y="552450"/>
                </a:lnTo>
                <a:lnTo>
                  <a:pt x="447675" y="552450"/>
                </a:lnTo>
                <a:lnTo>
                  <a:pt x="447675" y="542925"/>
                </a:lnTo>
                <a:lnTo>
                  <a:pt x="428625" y="542925"/>
                </a:lnTo>
                <a:lnTo>
                  <a:pt x="428625" y="533400"/>
                </a:lnTo>
                <a:lnTo>
                  <a:pt x="438150" y="533400"/>
                </a:lnTo>
                <a:lnTo>
                  <a:pt x="438150" y="523875"/>
                </a:lnTo>
                <a:lnTo>
                  <a:pt x="381000" y="523875"/>
                </a:lnTo>
                <a:lnTo>
                  <a:pt x="381000" y="504825"/>
                </a:lnTo>
                <a:lnTo>
                  <a:pt x="371475" y="504825"/>
                </a:lnTo>
                <a:lnTo>
                  <a:pt x="371475" y="495300"/>
                </a:lnTo>
                <a:lnTo>
                  <a:pt x="361950" y="495300"/>
                </a:lnTo>
                <a:lnTo>
                  <a:pt x="361950" y="476250"/>
                </a:lnTo>
                <a:lnTo>
                  <a:pt x="419100" y="476250"/>
                </a:lnTo>
                <a:close/>
                <a:moveTo>
                  <a:pt x="495300" y="466725"/>
                </a:moveTo>
                <a:lnTo>
                  <a:pt x="504825" y="466725"/>
                </a:lnTo>
                <a:lnTo>
                  <a:pt x="504825" y="476250"/>
                </a:lnTo>
                <a:lnTo>
                  <a:pt x="495300" y="476250"/>
                </a:lnTo>
                <a:close/>
                <a:moveTo>
                  <a:pt x="1666875" y="466725"/>
                </a:moveTo>
                <a:lnTo>
                  <a:pt x="1676400" y="466725"/>
                </a:lnTo>
                <a:lnTo>
                  <a:pt x="1676400" y="476250"/>
                </a:lnTo>
                <a:lnTo>
                  <a:pt x="1666875" y="476250"/>
                </a:lnTo>
                <a:close/>
                <a:moveTo>
                  <a:pt x="266700" y="476250"/>
                </a:moveTo>
                <a:lnTo>
                  <a:pt x="276225" y="476250"/>
                </a:lnTo>
                <a:lnTo>
                  <a:pt x="276225" y="504825"/>
                </a:lnTo>
                <a:lnTo>
                  <a:pt x="266700" y="504825"/>
                </a:lnTo>
                <a:lnTo>
                  <a:pt x="266700" y="514350"/>
                </a:lnTo>
                <a:lnTo>
                  <a:pt x="257175" y="514350"/>
                </a:lnTo>
                <a:lnTo>
                  <a:pt x="257175" y="485775"/>
                </a:lnTo>
                <a:lnTo>
                  <a:pt x="266700" y="485775"/>
                </a:lnTo>
                <a:close/>
                <a:moveTo>
                  <a:pt x="2047875" y="485775"/>
                </a:moveTo>
                <a:lnTo>
                  <a:pt x="2066925" y="485775"/>
                </a:lnTo>
                <a:lnTo>
                  <a:pt x="2066925" y="495300"/>
                </a:lnTo>
                <a:lnTo>
                  <a:pt x="2047875" y="495300"/>
                </a:lnTo>
                <a:close/>
                <a:moveTo>
                  <a:pt x="1171575" y="495300"/>
                </a:moveTo>
                <a:lnTo>
                  <a:pt x="1181100" y="495300"/>
                </a:lnTo>
                <a:lnTo>
                  <a:pt x="1181100" y="485775"/>
                </a:lnTo>
                <a:lnTo>
                  <a:pt x="1162050" y="485775"/>
                </a:lnTo>
                <a:lnTo>
                  <a:pt x="1162050" y="504825"/>
                </a:lnTo>
                <a:lnTo>
                  <a:pt x="1171575" y="504825"/>
                </a:lnTo>
                <a:close/>
                <a:moveTo>
                  <a:pt x="1371600" y="495300"/>
                </a:moveTo>
                <a:lnTo>
                  <a:pt x="1381125" y="495300"/>
                </a:lnTo>
                <a:lnTo>
                  <a:pt x="1381125" y="504825"/>
                </a:lnTo>
                <a:lnTo>
                  <a:pt x="1371600" y="504825"/>
                </a:lnTo>
                <a:close/>
                <a:moveTo>
                  <a:pt x="247650" y="514350"/>
                </a:moveTo>
                <a:lnTo>
                  <a:pt x="257175" y="514350"/>
                </a:lnTo>
                <a:lnTo>
                  <a:pt x="257175" y="561975"/>
                </a:lnTo>
                <a:lnTo>
                  <a:pt x="247650" y="561975"/>
                </a:lnTo>
                <a:close/>
                <a:moveTo>
                  <a:pt x="1971675" y="523875"/>
                </a:moveTo>
                <a:lnTo>
                  <a:pt x="1981200" y="523875"/>
                </a:lnTo>
                <a:lnTo>
                  <a:pt x="1981200" y="552450"/>
                </a:lnTo>
                <a:lnTo>
                  <a:pt x="1971675" y="552450"/>
                </a:lnTo>
                <a:close/>
                <a:moveTo>
                  <a:pt x="2181225" y="523875"/>
                </a:moveTo>
                <a:lnTo>
                  <a:pt x="2190750" y="523875"/>
                </a:lnTo>
                <a:lnTo>
                  <a:pt x="2190750" y="533400"/>
                </a:lnTo>
                <a:lnTo>
                  <a:pt x="2181225" y="533400"/>
                </a:lnTo>
                <a:close/>
                <a:moveTo>
                  <a:pt x="619125" y="533400"/>
                </a:moveTo>
                <a:lnTo>
                  <a:pt x="628650" y="533400"/>
                </a:lnTo>
                <a:lnTo>
                  <a:pt x="628650" y="542925"/>
                </a:lnTo>
                <a:lnTo>
                  <a:pt x="647700" y="542925"/>
                </a:lnTo>
                <a:lnTo>
                  <a:pt x="647700" y="561975"/>
                </a:lnTo>
                <a:lnTo>
                  <a:pt x="638175" y="561975"/>
                </a:lnTo>
                <a:lnTo>
                  <a:pt x="638175" y="552450"/>
                </a:lnTo>
                <a:lnTo>
                  <a:pt x="619125" y="552450"/>
                </a:lnTo>
                <a:close/>
                <a:moveTo>
                  <a:pt x="238125" y="571500"/>
                </a:moveTo>
                <a:lnTo>
                  <a:pt x="247650" y="571500"/>
                </a:lnTo>
                <a:lnTo>
                  <a:pt x="247650" y="657225"/>
                </a:lnTo>
                <a:lnTo>
                  <a:pt x="238125" y="657225"/>
                </a:lnTo>
                <a:lnTo>
                  <a:pt x="238125" y="647700"/>
                </a:lnTo>
                <a:lnTo>
                  <a:pt x="228600" y="647700"/>
                </a:lnTo>
                <a:lnTo>
                  <a:pt x="228600" y="609600"/>
                </a:lnTo>
                <a:lnTo>
                  <a:pt x="238125" y="609600"/>
                </a:lnTo>
                <a:close/>
                <a:moveTo>
                  <a:pt x="2181225" y="581025"/>
                </a:moveTo>
                <a:lnTo>
                  <a:pt x="2190750" y="581025"/>
                </a:lnTo>
                <a:lnTo>
                  <a:pt x="2190750" y="590550"/>
                </a:lnTo>
                <a:lnTo>
                  <a:pt x="2181225" y="590550"/>
                </a:lnTo>
                <a:close/>
                <a:moveTo>
                  <a:pt x="2190750" y="590550"/>
                </a:moveTo>
                <a:lnTo>
                  <a:pt x="2200275" y="590550"/>
                </a:lnTo>
                <a:lnTo>
                  <a:pt x="2200275" y="628650"/>
                </a:lnTo>
                <a:lnTo>
                  <a:pt x="2190750" y="628650"/>
                </a:lnTo>
                <a:close/>
                <a:moveTo>
                  <a:pt x="2190750" y="638175"/>
                </a:moveTo>
                <a:lnTo>
                  <a:pt x="2200275" y="638175"/>
                </a:lnTo>
                <a:lnTo>
                  <a:pt x="2200275" y="714375"/>
                </a:lnTo>
                <a:lnTo>
                  <a:pt x="2209800" y="714375"/>
                </a:lnTo>
                <a:lnTo>
                  <a:pt x="2209800" y="819150"/>
                </a:lnTo>
                <a:lnTo>
                  <a:pt x="2200275" y="819150"/>
                </a:lnTo>
                <a:lnTo>
                  <a:pt x="2200275" y="847725"/>
                </a:lnTo>
                <a:lnTo>
                  <a:pt x="2209800" y="847725"/>
                </a:lnTo>
                <a:lnTo>
                  <a:pt x="2209800" y="1038225"/>
                </a:lnTo>
                <a:lnTo>
                  <a:pt x="2200275" y="1038225"/>
                </a:lnTo>
                <a:lnTo>
                  <a:pt x="2200275" y="990600"/>
                </a:lnTo>
                <a:lnTo>
                  <a:pt x="2190750" y="990600"/>
                </a:lnTo>
                <a:lnTo>
                  <a:pt x="2190750" y="971550"/>
                </a:lnTo>
                <a:lnTo>
                  <a:pt x="2200275" y="971550"/>
                </a:lnTo>
                <a:lnTo>
                  <a:pt x="2200275" y="904875"/>
                </a:lnTo>
                <a:lnTo>
                  <a:pt x="2190750" y="904875"/>
                </a:lnTo>
                <a:lnTo>
                  <a:pt x="2190750" y="885825"/>
                </a:lnTo>
                <a:lnTo>
                  <a:pt x="2200275" y="885825"/>
                </a:lnTo>
                <a:lnTo>
                  <a:pt x="2200275" y="866775"/>
                </a:lnTo>
                <a:lnTo>
                  <a:pt x="2190750" y="866775"/>
                </a:lnTo>
                <a:lnTo>
                  <a:pt x="2190750" y="800100"/>
                </a:lnTo>
                <a:lnTo>
                  <a:pt x="2200275" y="800100"/>
                </a:lnTo>
                <a:lnTo>
                  <a:pt x="2200275" y="781050"/>
                </a:lnTo>
                <a:lnTo>
                  <a:pt x="2190750" y="781050"/>
                </a:lnTo>
                <a:close/>
                <a:moveTo>
                  <a:pt x="609600" y="666750"/>
                </a:moveTo>
                <a:lnTo>
                  <a:pt x="628650" y="666750"/>
                </a:lnTo>
                <a:lnTo>
                  <a:pt x="628650" y="676275"/>
                </a:lnTo>
                <a:lnTo>
                  <a:pt x="638175" y="676275"/>
                </a:lnTo>
                <a:lnTo>
                  <a:pt x="638175" y="685800"/>
                </a:lnTo>
                <a:lnTo>
                  <a:pt x="619125" y="685800"/>
                </a:lnTo>
                <a:lnTo>
                  <a:pt x="619125" y="676275"/>
                </a:lnTo>
                <a:lnTo>
                  <a:pt x="609600" y="676275"/>
                </a:lnTo>
                <a:close/>
                <a:moveTo>
                  <a:pt x="228600" y="704850"/>
                </a:moveTo>
                <a:lnTo>
                  <a:pt x="238125" y="704850"/>
                </a:lnTo>
                <a:lnTo>
                  <a:pt x="238125" y="752475"/>
                </a:lnTo>
                <a:lnTo>
                  <a:pt x="247650" y="752475"/>
                </a:lnTo>
                <a:lnTo>
                  <a:pt x="247650" y="771525"/>
                </a:lnTo>
                <a:lnTo>
                  <a:pt x="238125" y="771525"/>
                </a:lnTo>
                <a:lnTo>
                  <a:pt x="238125" y="781050"/>
                </a:lnTo>
                <a:lnTo>
                  <a:pt x="228600" y="781050"/>
                </a:lnTo>
                <a:close/>
                <a:moveTo>
                  <a:pt x="904875" y="714375"/>
                </a:moveTo>
                <a:lnTo>
                  <a:pt x="923925" y="714375"/>
                </a:lnTo>
                <a:lnTo>
                  <a:pt x="923925" y="733425"/>
                </a:lnTo>
                <a:lnTo>
                  <a:pt x="933450" y="733425"/>
                </a:lnTo>
                <a:lnTo>
                  <a:pt x="933450" y="723900"/>
                </a:lnTo>
                <a:lnTo>
                  <a:pt x="971550" y="723900"/>
                </a:lnTo>
                <a:lnTo>
                  <a:pt x="971550" y="733425"/>
                </a:lnTo>
                <a:lnTo>
                  <a:pt x="1000125" y="733425"/>
                </a:lnTo>
                <a:lnTo>
                  <a:pt x="1000125" y="723900"/>
                </a:lnTo>
                <a:lnTo>
                  <a:pt x="1009650" y="723900"/>
                </a:lnTo>
                <a:lnTo>
                  <a:pt x="1009650" y="733425"/>
                </a:lnTo>
                <a:lnTo>
                  <a:pt x="1000125" y="733425"/>
                </a:lnTo>
                <a:lnTo>
                  <a:pt x="1000125" y="742950"/>
                </a:lnTo>
                <a:lnTo>
                  <a:pt x="981075" y="742950"/>
                </a:lnTo>
                <a:lnTo>
                  <a:pt x="981075" y="752475"/>
                </a:lnTo>
                <a:lnTo>
                  <a:pt x="962025" y="752475"/>
                </a:lnTo>
                <a:lnTo>
                  <a:pt x="962025" y="742950"/>
                </a:lnTo>
                <a:lnTo>
                  <a:pt x="914400" y="742950"/>
                </a:lnTo>
                <a:lnTo>
                  <a:pt x="914400" y="733425"/>
                </a:lnTo>
                <a:lnTo>
                  <a:pt x="904875" y="733425"/>
                </a:lnTo>
                <a:close/>
                <a:moveTo>
                  <a:pt x="1409700" y="714375"/>
                </a:moveTo>
                <a:lnTo>
                  <a:pt x="1419225" y="714375"/>
                </a:lnTo>
                <a:lnTo>
                  <a:pt x="1419225" y="723900"/>
                </a:lnTo>
                <a:lnTo>
                  <a:pt x="1409700" y="723900"/>
                </a:lnTo>
                <a:close/>
                <a:moveTo>
                  <a:pt x="1524000" y="714375"/>
                </a:moveTo>
                <a:lnTo>
                  <a:pt x="1543050" y="714375"/>
                </a:lnTo>
                <a:lnTo>
                  <a:pt x="1543050" y="723900"/>
                </a:lnTo>
                <a:lnTo>
                  <a:pt x="1524000" y="723900"/>
                </a:lnTo>
                <a:close/>
                <a:moveTo>
                  <a:pt x="1581150" y="714375"/>
                </a:moveTo>
                <a:lnTo>
                  <a:pt x="1590675" y="714375"/>
                </a:lnTo>
                <a:lnTo>
                  <a:pt x="1590675" y="723900"/>
                </a:lnTo>
                <a:lnTo>
                  <a:pt x="1600200" y="723900"/>
                </a:lnTo>
                <a:lnTo>
                  <a:pt x="1600200" y="733425"/>
                </a:lnTo>
                <a:lnTo>
                  <a:pt x="1562100" y="733425"/>
                </a:lnTo>
                <a:lnTo>
                  <a:pt x="1562100" y="723900"/>
                </a:lnTo>
                <a:lnTo>
                  <a:pt x="1581150" y="723900"/>
                </a:lnTo>
                <a:close/>
                <a:moveTo>
                  <a:pt x="1162050" y="723900"/>
                </a:moveTo>
                <a:lnTo>
                  <a:pt x="1171575" y="723900"/>
                </a:lnTo>
                <a:lnTo>
                  <a:pt x="1171575" y="733425"/>
                </a:lnTo>
                <a:lnTo>
                  <a:pt x="1162050" y="733425"/>
                </a:lnTo>
                <a:close/>
                <a:moveTo>
                  <a:pt x="1190625" y="723900"/>
                </a:moveTo>
                <a:lnTo>
                  <a:pt x="1209675" y="723900"/>
                </a:lnTo>
                <a:lnTo>
                  <a:pt x="1209675" y="733425"/>
                </a:lnTo>
                <a:lnTo>
                  <a:pt x="1228725" y="733425"/>
                </a:lnTo>
                <a:lnTo>
                  <a:pt x="1228725" y="742950"/>
                </a:lnTo>
                <a:lnTo>
                  <a:pt x="1238250" y="742950"/>
                </a:lnTo>
                <a:lnTo>
                  <a:pt x="1238250" y="762000"/>
                </a:lnTo>
                <a:lnTo>
                  <a:pt x="1228725" y="762000"/>
                </a:lnTo>
                <a:lnTo>
                  <a:pt x="1228725" y="771525"/>
                </a:lnTo>
                <a:lnTo>
                  <a:pt x="1219200" y="771525"/>
                </a:lnTo>
                <a:lnTo>
                  <a:pt x="1219200" y="762000"/>
                </a:lnTo>
                <a:lnTo>
                  <a:pt x="1143000" y="762000"/>
                </a:lnTo>
                <a:lnTo>
                  <a:pt x="1143000" y="752475"/>
                </a:lnTo>
                <a:lnTo>
                  <a:pt x="1133475" y="752475"/>
                </a:lnTo>
                <a:lnTo>
                  <a:pt x="1133475" y="742950"/>
                </a:lnTo>
                <a:lnTo>
                  <a:pt x="1123950" y="742950"/>
                </a:lnTo>
                <a:lnTo>
                  <a:pt x="1123950" y="733425"/>
                </a:lnTo>
                <a:lnTo>
                  <a:pt x="1133475" y="733425"/>
                </a:lnTo>
                <a:lnTo>
                  <a:pt x="1133475" y="742950"/>
                </a:lnTo>
                <a:lnTo>
                  <a:pt x="1200150" y="742950"/>
                </a:lnTo>
                <a:lnTo>
                  <a:pt x="1200150" y="733425"/>
                </a:lnTo>
                <a:lnTo>
                  <a:pt x="1190625" y="733425"/>
                </a:lnTo>
                <a:close/>
                <a:moveTo>
                  <a:pt x="1304925" y="723900"/>
                </a:moveTo>
                <a:lnTo>
                  <a:pt x="1314450" y="723900"/>
                </a:lnTo>
                <a:lnTo>
                  <a:pt x="1314450" y="742950"/>
                </a:lnTo>
                <a:lnTo>
                  <a:pt x="1304925" y="742950"/>
                </a:lnTo>
                <a:close/>
                <a:moveTo>
                  <a:pt x="1495425" y="723900"/>
                </a:moveTo>
                <a:lnTo>
                  <a:pt x="1514475" y="723900"/>
                </a:lnTo>
                <a:lnTo>
                  <a:pt x="1514475" y="733425"/>
                </a:lnTo>
                <a:lnTo>
                  <a:pt x="1495425" y="733425"/>
                </a:lnTo>
                <a:close/>
                <a:moveTo>
                  <a:pt x="647700" y="733425"/>
                </a:moveTo>
                <a:lnTo>
                  <a:pt x="657225" y="733425"/>
                </a:lnTo>
                <a:lnTo>
                  <a:pt x="657225" y="742950"/>
                </a:lnTo>
                <a:lnTo>
                  <a:pt x="666750" y="742950"/>
                </a:lnTo>
                <a:lnTo>
                  <a:pt x="666750" y="762000"/>
                </a:lnTo>
                <a:lnTo>
                  <a:pt x="647700" y="762000"/>
                </a:lnTo>
                <a:lnTo>
                  <a:pt x="647700" y="781050"/>
                </a:lnTo>
                <a:lnTo>
                  <a:pt x="733425" y="781050"/>
                </a:lnTo>
                <a:lnTo>
                  <a:pt x="733425" y="790575"/>
                </a:lnTo>
                <a:lnTo>
                  <a:pt x="628650" y="790575"/>
                </a:lnTo>
                <a:lnTo>
                  <a:pt x="628650" y="800100"/>
                </a:lnTo>
                <a:lnTo>
                  <a:pt x="619125" y="800100"/>
                </a:lnTo>
                <a:lnTo>
                  <a:pt x="619125" y="781050"/>
                </a:lnTo>
                <a:lnTo>
                  <a:pt x="628650" y="781050"/>
                </a:lnTo>
                <a:lnTo>
                  <a:pt x="628650" y="752475"/>
                </a:lnTo>
                <a:lnTo>
                  <a:pt x="638175" y="752475"/>
                </a:lnTo>
                <a:lnTo>
                  <a:pt x="638175" y="742950"/>
                </a:lnTo>
                <a:lnTo>
                  <a:pt x="647700" y="742950"/>
                </a:lnTo>
                <a:close/>
                <a:moveTo>
                  <a:pt x="781050" y="733425"/>
                </a:moveTo>
                <a:lnTo>
                  <a:pt x="800100" y="733425"/>
                </a:lnTo>
                <a:lnTo>
                  <a:pt x="800100" y="742950"/>
                </a:lnTo>
                <a:lnTo>
                  <a:pt x="819150" y="742950"/>
                </a:lnTo>
                <a:lnTo>
                  <a:pt x="819150" y="752475"/>
                </a:lnTo>
                <a:lnTo>
                  <a:pt x="828675" y="752475"/>
                </a:lnTo>
                <a:lnTo>
                  <a:pt x="828675" y="762000"/>
                </a:lnTo>
                <a:lnTo>
                  <a:pt x="819150" y="762000"/>
                </a:lnTo>
                <a:lnTo>
                  <a:pt x="819150" y="771525"/>
                </a:lnTo>
                <a:lnTo>
                  <a:pt x="809625" y="771525"/>
                </a:lnTo>
                <a:lnTo>
                  <a:pt x="809625" y="781050"/>
                </a:lnTo>
                <a:lnTo>
                  <a:pt x="800100" y="781050"/>
                </a:lnTo>
                <a:lnTo>
                  <a:pt x="800100" y="790575"/>
                </a:lnTo>
                <a:lnTo>
                  <a:pt x="790575" y="790575"/>
                </a:lnTo>
                <a:lnTo>
                  <a:pt x="790575" y="771525"/>
                </a:lnTo>
                <a:lnTo>
                  <a:pt x="800100" y="771525"/>
                </a:lnTo>
                <a:lnTo>
                  <a:pt x="800100" y="752475"/>
                </a:lnTo>
                <a:lnTo>
                  <a:pt x="790575" y="752475"/>
                </a:lnTo>
                <a:lnTo>
                  <a:pt x="790575" y="762000"/>
                </a:lnTo>
                <a:lnTo>
                  <a:pt x="771525" y="762000"/>
                </a:lnTo>
                <a:lnTo>
                  <a:pt x="771525" y="771525"/>
                </a:lnTo>
                <a:lnTo>
                  <a:pt x="762000" y="771525"/>
                </a:lnTo>
                <a:lnTo>
                  <a:pt x="762000" y="762000"/>
                </a:lnTo>
                <a:lnTo>
                  <a:pt x="752475" y="762000"/>
                </a:lnTo>
                <a:lnTo>
                  <a:pt x="752475" y="771525"/>
                </a:lnTo>
                <a:lnTo>
                  <a:pt x="742950" y="771525"/>
                </a:lnTo>
                <a:lnTo>
                  <a:pt x="742950" y="752475"/>
                </a:lnTo>
                <a:lnTo>
                  <a:pt x="762000" y="752475"/>
                </a:lnTo>
                <a:lnTo>
                  <a:pt x="762000" y="742950"/>
                </a:lnTo>
                <a:lnTo>
                  <a:pt x="781050" y="742950"/>
                </a:lnTo>
                <a:close/>
                <a:moveTo>
                  <a:pt x="1743075" y="733425"/>
                </a:moveTo>
                <a:lnTo>
                  <a:pt x="1752600" y="733425"/>
                </a:lnTo>
                <a:lnTo>
                  <a:pt x="1752600" y="742950"/>
                </a:lnTo>
                <a:lnTo>
                  <a:pt x="1743075" y="742950"/>
                </a:lnTo>
                <a:close/>
                <a:moveTo>
                  <a:pt x="476250" y="742950"/>
                </a:moveTo>
                <a:lnTo>
                  <a:pt x="485775" y="742950"/>
                </a:lnTo>
                <a:lnTo>
                  <a:pt x="485775" y="752475"/>
                </a:lnTo>
                <a:lnTo>
                  <a:pt x="476250" y="752475"/>
                </a:lnTo>
                <a:close/>
                <a:moveTo>
                  <a:pt x="704850" y="742950"/>
                </a:moveTo>
                <a:lnTo>
                  <a:pt x="733425" y="742950"/>
                </a:lnTo>
                <a:lnTo>
                  <a:pt x="733425" y="762000"/>
                </a:lnTo>
                <a:lnTo>
                  <a:pt x="723900" y="762000"/>
                </a:lnTo>
                <a:lnTo>
                  <a:pt x="723900" y="752475"/>
                </a:lnTo>
                <a:lnTo>
                  <a:pt x="704850" y="752475"/>
                </a:lnTo>
                <a:close/>
                <a:moveTo>
                  <a:pt x="1371600" y="742950"/>
                </a:moveTo>
                <a:lnTo>
                  <a:pt x="1390650" y="742950"/>
                </a:lnTo>
                <a:lnTo>
                  <a:pt x="1390650" y="752475"/>
                </a:lnTo>
                <a:lnTo>
                  <a:pt x="1371600" y="752475"/>
                </a:lnTo>
                <a:close/>
                <a:moveTo>
                  <a:pt x="1714500" y="742950"/>
                </a:moveTo>
                <a:lnTo>
                  <a:pt x="1724025" y="742950"/>
                </a:lnTo>
                <a:lnTo>
                  <a:pt x="1724025" y="752475"/>
                </a:lnTo>
                <a:lnTo>
                  <a:pt x="1714500" y="752475"/>
                </a:lnTo>
                <a:close/>
                <a:moveTo>
                  <a:pt x="1733550" y="742950"/>
                </a:moveTo>
                <a:lnTo>
                  <a:pt x="1743075" y="742950"/>
                </a:lnTo>
                <a:lnTo>
                  <a:pt x="1743075" y="752475"/>
                </a:lnTo>
                <a:lnTo>
                  <a:pt x="1733550" y="752475"/>
                </a:lnTo>
                <a:close/>
                <a:moveTo>
                  <a:pt x="438150" y="752475"/>
                </a:moveTo>
                <a:lnTo>
                  <a:pt x="476250" y="752475"/>
                </a:lnTo>
                <a:lnTo>
                  <a:pt x="476250" y="762000"/>
                </a:lnTo>
                <a:lnTo>
                  <a:pt x="466725" y="762000"/>
                </a:lnTo>
                <a:lnTo>
                  <a:pt x="466725" y="819150"/>
                </a:lnTo>
                <a:lnTo>
                  <a:pt x="457200" y="819150"/>
                </a:lnTo>
                <a:lnTo>
                  <a:pt x="457200" y="895350"/>
                </a:lnTo>
                <a:lnTo>
                  <a:pt x="447675" y="895350"/>
                </a:lnTo>
                <a:lnTo>
                  <a:pt x="447675" y="923925"/>
                </a:lnTo>
                <a:lnTo>
                  <a:pt x="438150" y="923925"/>
                </a:lnTo>
                <a:lnTo>
                  <a:pt x="438150" y="933450"/>
                </a:lnTo>
                <a:lnTo>
                  <a:pt x="409575" y="933450"/>
                </a:lnTo>
                <a:lnTo>
                  <a:pt x="409575" y="923925"/>
                </a:lnTo>
                <a:lnTo>
                  <a:pt x="400050" y="923925"/>
                </a:lnTo>
                <a:lnTo>
                  <a:pt x="400050" y="895350"/>
                </a:lnTo>
                <a:lnTo>
                  <a:pt x="381000" y="895350"/>
                </a:lnTo>
                <a:lnTo>
                  <a:pt x="381000" y="866775"/>
                </a:lnTo>
                <a:lnTo>
                  <a:pt x="400050" y="866775"/>
                </a:lnTo>
                <a:lnTo>
                  <a:pt x="400050" y="838200"/>
                </a:lnTo>
                <a:lnTo>
                  <a:pt x="390525" y="838200"/>
                </a:lnTo>
                <a:lnTo>
                  <a:pt x="390525" y="828675"/>
                </a:lnTo>
                <a:lnTo>
                  <a:pt x="400050" y="828675"/>
                </a:lnTo>
                <a:lnTo>
                  <a:pt x="400050" y="809625"/>
                </a:lnTo>
                <a:lnTo>
                  <a:pt x="409575" y="809625"/>
                </a:lnTo>
                <a:lnTo>
                  <a:pt x="409575" y="800100"/>
                </a:lnTo>
                <a:lnTo>
                  <a:pt x="428625" y="800100"/>
                </a:lnTo>
                <a:lnTo>
                  <a:pt x="428625" y="781050"/>
                </a:lnTo>
                <a:lnTo>
                  <a:pt x="419100" y="781050"/>
                </a:lnTo>
                <a:lnTo>
                  <a:pt x="419100" y="771525"/>
                </a:lnTo>
                <a:lnTo>
                  <a:pt x="438150" y="771525"/>
                </a:lnTo>
                <a:close/>
                <a:moveTo>
                  <a:pt x="1304925" y="752475"/>
                </a:moveTo>
                <a:lnTo>
                  <a:pt x="1314450" y="752475"/>
                </a:lnTo>
                <a:lnTo>
                  <a:pt x="1314450" y="762000"/>
                </a:lnTo>
                <a:lnTo>
                  <a:pt x="1304925" y="762000"/>
                </a:lnTo>
                <a:close/>
                <a:moveTo>
                  <a:pt x="1323975" y="752475"/>
                </a:moveTo>
                <a:lnTo>
                  <a:pt x="1371600" y="752475"/>
                </a:lnTo>
                <a:lnTo>
                  <a:pt x="1371600" y="762000"/>
                </a:lnTo>
                <a:lnTo>
                  <a:pt x="1323975" y="762000"/>
                </a:lnTo>
                <a:close/>
                <a:moveTo>
                  <a:pt x="1685925" y="752475"/>
                </a:moveTo>
                <a:lnTo>
                  <a:pt x="1714500" y="752475"/>
                </a:lnTo>
                <a:lnTo>
                  <a:pt x="1714500" y="762000"/>
                </a:lnTo>
                <a:lnTo>
                  <a:pt x="1724025" y="762000"/>
                </a:lnTo>
                <a:lnTo>
                  <a:pt x="1724025" y="771525"/>
                </a:lnTo>
                <a:lnTo>
                  <a:pt x="1733550" y="771525"/>
                </a:lnTo>
                <a:lnTo>
                  <a:pt x="1733550" y="781050"/>
                </a:lnTo>
                <a:lnTo>
                  <a:pt x="1819275" y="781050"/>
                </a:lnTo>
                <a:lnTo>
                  <a:pt x="1819275" y="790575"/>
                </a:lnTo>
                <a:lnTo>
                  <a:pt x="1714500" y="790575"/>
                </a:lnTo>
                <a:lnTo>
                  <a:pt x="1714500" y="800100"/>
                </a:lnTo>
                <a:lnTo>
                  <a:pt x="1695450" y="800100"/>
                </a:lnTo>
                <a:lnTo>
                  <a:pt x="1695450" y="781050"/>
                </a:lnTo>
                <a:lnTo>
                  <a:pt x="1685925" y="781050"/>
                </a:lnTo>
                <a:close/>
                <a:moveTo>
                  <a:pt x="228600" y="790575"/>
                </a:moveTo>
                <a:lnTo>
                  <a:pt x="238125" y="790575"/>
                </a:lnTo>
                <a:lnTo>
                  <a:pt x="238125" y="800100"/>
                </a:lnTo>
                <a:lnTo>
                  <a:pt x="247650" y="800100"/>
                </a:lnTo>
                <a:lnTo>
                  <a:pt x="247650" y="838200"/>
                </a:lnTo>
                <a:lnTo>
                  <a:pt x="238125" y="838200"/>
                </a:lnTo>
                <a:lnTo>
                  <a:pt x="238125" y="876300"/>
                </a:lnTo>
                <a:lnTo>
                  <a:pt x="247650" y="876300"/>
                </a:lnTo>
                <a:lnTo>
                  <a:pt x="247650" y="904875"/>
                </a:lnTo>
                <a:lnTo>
                  <a:pt x="238125" y="904875"/>
                </a:lnTo>
                <a:lnTo>
                  <a:pt x="238125" y="914400"/>
                </a:lnTo>
                <a:lnTo>
                  <a:pt x="247650" y="914400"/>
                </a:lnTo>
                <a:lnTo>
                  <a:pt x="247650" y="942975"/>
                </a:lnTo>
                <a:lnTo>
                  <a:pt x="238125" y="942975"/>
                </a:lnTo>
                <a:lnTo>
                  <a:pt x="238125" y="1009650"/>
                </a:lnTo>
                <a:lnTo>
                  <a:pt x="247650" y="1009650"/>
                </a:lnTo>
                <a:lnTo>
                  <a:pt x="247650" y="1028700"/>
                </a:lnTo>
                <a:lnTo>
                  <a:pt x="257175" y="1028700"/>
                </a:lnTo>
                <a:lnTo>
                  <a:pt x="257175" y="1038225"/>
                </a:lnTo>
                <a:lnTo>
                  <a:pt x="276225" y="1038225"/>
                </a:lnTo>
                <a:lnTo>
                  <a:pt x="276225" y="1047750"/>
                </a:lnTo>
                <a:lnTo>
                  <a:pt x="285750" y="1047750"/>
                </a:lnTo>
                <a:lnTo>
                  <a:pt x="285750" y="1057275"/>
                </a:lnTo>
                <a:lnTo>
                  <a:pt x="304800" y="1057275"/>
                </a:lnTo>
                <a:lnTo>
                  <a:pt x="304800" y="1066800"/>
                </a:lnTo>
                <a:lnTo>
                  <a:pt x="323850" y="1066800"/>
                </a:lnTo>
                <a:lnTo>
                  <a:pt x="323850" y="1057275"/>
                </a:lnTo>
                <a:lnTo>
                  <a:pt x="333375" y="1057275"/>
                </a:lnTo>
                <a:lnTo>
                  <a:pt x="333375" y="1085850"/>
                </a:lnTo>
                <a:lnTo>
                  <a:pt x="323850" y="1085850"/>
                </a:lnTo>
                <a:lnTo>
                  <a:pt x="323850" y="1095375"/>
                </a:lnTo>
                <a:lnTo>
                  <a:pt x="333375" y="1095375"/>
                </a:lnTo>
                <a:lnTo>
                  <a:pt x="333375" y="1085850"/>
                </a:lnTo>
                <a:lnTo>
                  <a:pt x="361950" y="1085850"/>
                </a:lnTo>
                <a:lnTo>
                  <a:pt x="361950" y="1095375"/>
                </a:lnTo>
                <a:lnTo>
                  <a:pt x="371475" y="1095375"/>
                </a:lnTo>
                <a:lnTo>
                  <a:pt x="371475" y="1114425"/>
                </a:lnTo>
                <a:lnTo>
                  <a:pt x="361950" y="1114425"/>
                </a:lnTo>
                <a:lnTo>
                  <a:pt x="361950" y="1123950"/>
                </a:lnTo>
                <a:lnTo>
                  <a:pt x="352425" y="1123950"/>
                </a:lnTo>
                <a:lnTo>
                  <a:pt x="352425" y="1114425"/>
                </a:lnTo>
                <a:lnTo>
                  <a:pt x="342900" y="1114425"/>
                </a:lnTo>
                <a:lnTo>
                  <a:pt x="342900" y="1123950"/>
                </a:lnTo>
                <a:lnTo>
                  <a:pt x="333375" y="1123950"/>
                </a:lnTo>
                <a:lnTo>
                  <a:pt x="333375" y="1104900"/>
                </a:lnTo>
                <a:lnTo>
                  <a:pt x="323850" y="1104900"/>
                </a:lnTo>
                <a:lnTo>
                  <a:pt x="323850" y="1123950"/>
                </a:lnTo>
                <a:lnTo>
                  <a:pt x="333375" y="1123950"/>
                </a:lnTo>
                <a:lnTo>
                  <a:pt x="333375" y="1162050"/>
                </a:lnTo>
                <a:lnTo>
                  <a:pt x="314325" y="1162050"/>
                </a:lnTo>
                <a:lnTo>
                  <a:pt x="314325" y="1152525"/>
                </a:lnTo>
                <a:lnTo>
                  <a:pt x="295275" y="1152525"/>
                </a:lnTo>
                <a:lnTo>
                  <a:pt x="295275" y="1162050"/>
                </a:lnTo>
                <a:lnTo>
                  <a:pt x="285750" y="1162050"/>
                </a:lnTo>
                <a:lnTo>
                  <a:pt x="285750" y="1171575"/>
                </a:lnTo>
                <a:lnTo>
                  <a:pt x="276225" y="1171575"/>
                </a:lnTo>
                <a:lnTo>
                  <a:pt x="276225" y="1181100"/>
                </a:lnTo>
                <a:lnTo>
                  <a:pt x="266700" y="1181100"/>
                </a:lnTo>
                <a:lnTo>
                  <a:pt x="266700" y="1171575"/>
                </a:lnTo>
                <a:lnTo>
                  <a:pt x="238125" y="1171575"/>
                </a:lnTo>
                <a:lnTo>
                  <a:pt x="238125" y="1162050"/>
                </a:lnTo>
                <a:lnTo>
                  <a:pt x="247650" y="1162050"/>
                </a:lnTo>
                <a:lnTo>
                  <a:pt x="247650" y="1152525"/>
                </a:lnTo>
                <a:lnTo>
                  <a:pt x="257175" y="1152525"/>
                </a:lnTo>
                <a:lnTo>
                  <a:pt x="257175" y="1143000"/>
                </a:lnTo>
                <a:lnTo>
                  <a:pt x="266700" y="1143000"/>
                </a:lnTo>
                <a:lnTo>
                  <a:pt x="266700" y="1133475"/>
                </a:lnTo>
                <a:lnTo>
                  <a:pt x="257175" y="1133475"/>
                </a:lnTo>
                <a:lnTo>
                  <a:pt x="257175" y="1057275"/>
                </a:lnTo>
                <a:lnTo>
                  <a:pt x="247650" y="1057275"/>
                </a:lnTo>
                <a:lnTo>
                  <a:pt x="247650" y="1047750"/>
                </a:lnTo>
                <a:lnTo>
                  <a:pt x="238125" y="1047750"/>
                </a:lnTo>
                <a:lnTo>
                  <a:pt x="238125" y="1019175"/>
                </a:lnTo>
                <a:lnTo>
                  <a:pt x="228600" y="1019175"/>
                </a:lnTo>
                <a:close/>
                <a:moveTo>
                  <a:pt x="742950" y="790575"/>
                </a:moveTo>
                <a:lnTo>
                  <a:pt x="752475" y="790575"/>
                </a:lnTo>
                <a:lnTo>
                  <a:pt x="752475" y="800100"/>
                </a:lnTo>
                <a:lnTo>
                  <a:pt x="742950" y="800100"/>
                </a:lnTo>
                <a:close/>
                <a:moveTo>
                  <a:pt x="781050" y="790575"/>
                </a:moveTo>
                <a:lnTo>
                  <a:pt x="790575" y="790575"/>
                </a:lnTo>
                <a:lnTo>
                  <a:pt x="790575" y="819150"/>
                </a:lnTo>
                <a:lnTo>
                  <a:pt x="781050" y="819150"/>
                </a:lnTo>
                <a:close/>
                <a:moveTo>
                  <a:pt x="600075" y="800100"/>
                </a:moveTo>
                <a:lnTo>
                  <a:pt x="619125" y="800100"/>
                </a:lnTo>
                <a:lnTo>
                  <a:pt x="619125" y="819150"/>
                </a:lnTo>
                <a:lnTo>
                  <a:pt x="590550" y="819150"/>
                </a:lnTo>
                <a:lnTo>
                  <a:pt x="590550" y="809625"/>
                </a:lnTo>
                <a:lnTo>
                  <a:pt x="600075" y="809625"/>
                </a:lnTo>
                <a:close/>
                <a:moveTo>
                  <a:pt x="752475" y="800100"/>
                </a:moveTo>
                <a:lnTo>
                  <a:pt x="762000" y="800100"/>
                </a:lnTo>
                <a:lnTo>
                  <a:pt x="762000" y="828675"/>
                </a:lnTo>
                <a:lnTo>
                  <a:pt x="752475" y="828675"/>
                </a:lnTo>
                <a:close/>
                <a:moveTo>
                  <a:pt x="771525" y="819150"/>
                </a:moveTo>
                <a:lnTo>
                  <a:pt x="781050" y="819150"/>
                </a:lnTo>
                <a:lnTo>
                  <a:pt x="781050" y="828675"/>
                </a:lnTo>
                <a:lnTo>
                  <a:pt x="771525" y="828675"/>
                </a:lnTo>
                <a:close/>
                <a:moveTo>
                  <a:pt x="1838325" y="819150"/>
                </a:moveTo>
                <a:lnTo>
                  <a:pt x="1847850" y="819150"/>
                </a:lnTo>
                <a:lnTo>
                  <a:pt x="1847850" y="828675"/>
                </a:lnTo>
                <a:lnTo>
                  <a:pt x="1857375" y="828675"/>
                </a:lnTo>
                <a:lnTo>
                  <a:pt x="1857375" y="838200"/>
                </a:lnTo>
                <a:lnTo>
                  <a:pt x="1866900" y="838200"/>
                </a:lnTo>
                <a:lnTo>
                  <a:pt x="1866900" y="847725"/>
                </a:lnTo>
                <a:lnTo>
                  <a:pt x="1857375" y="847725"/>
                </a:lnTo>
                <a:lnTo>
                  <a:pt x="1857375" y="857250"/>
                </a:lnTo>
                <a:lnTo>
                  <a:pt x="1847850" y="857250"/>
                </a:lnTo>
                <a:lnTo>
                  <a:pt x="1847850" y="866775"/>
                </a:lnTo>
                <a:lnTo>
                  <a:pt x="1838325" y="866775"/>
                </a:lnTo>
                <a:lnTo>
                  <a:pt x="1838325" y="876300"/>
                </a:lnTo>
                <a:lnTo>
                  <a:pt x="1828800" y="876300"/>
                </a:lnTo>
                <a:lnTo>
                  <a:pt x="1828800" y="885825"/>
                </a:lnTo>
                <a:lnTo>
                  <a:pt x="1809750" y="885825"/>
                </a:lnTo>
                <a:lnTo>
                  <a:pt x="1809750" y="876300"/>
                </a:lnTo>
                <a:lnTo>
                  <a:pt x="1800225" y="876300"/>
                </a:lnTo>
                <a:lnTo>
                  <a:pt x="1800225" y="866775"/>
                </a:lnTo>
                <a:lnTo>
                  <a:pt x="1781175" y="866775"/>
                </a:lnTo>
                <a:lnTo>
                  <a:pt x="1781175" y="876300"/>
                </a:lnTo>
                <a:lnTo>
                  <a:pt x="1752600" y="876300"/>
                </a:lnTo>
                <a:lnTo>
                  <a:pt x="1752600" y="866775"/>
                </a:lnTo>
                <a:lnTo>
                  <a:pt x="1743075" y="866775"/>
                </a:lnTo>
                <a:lnTo>
                  <a:pt x="1743075" y="847725"/>
                </a:lnTo>
                <a:lnTo>
                  <a:pt x="1724025" y="847725"/>
                </a:lnTo>
                <a:lnTo>
                  <a:pt x="1724025" y="838200"/>
                </a:lnTo>
                <a:lnTo>
                  <a:pt x="1781175" y="838200"/>
                </a:lnTo>
                <a:lnTo>
                  <a:pt x="1781175" y="847725"/>
                </a:lnTo>
                <a:lnTo>
                  <a:pt x="1828800" y="847725"/>
                </a:lnTo>
                <a:lnTo>
                  <a:pt x="1828800" y="838200"/>
                </a:lnTo>
                <a:lnTo>
                  <a:pt x="1838325" y="838200"/>
                </a:lnTo>
                <a:close/>
                <a:moveTo>
                  <a:pt x="742950" y="828675"/>
                </a:moveTo>
                <a:lnTo>
                  <a:pt x="752475" y="828675"/>
                </a:lnTo>
                <a:lnTo>
                  <a:pt x="752475" y="838200"/>
                </a:lnTo>
                <a:lnTo>
                  <a:pt x="742950" y="838200"/>
                </a:lnTo>
                <a:close/>
                <a:moveTo>
                  <a:pt x="2105025" y="828675"/>
                </a:moveTo>
                <a:lnTo>
                  <a:pt x="2114550" y="828675"/>
                </a:lnTo>
                <a:lnTo>
                  <a:pt x="2114550" y="847725"/>
                </a:lnTo>
                <a:lnTo>
                  <a:pt x="2105025" y="847725"/>
                </a:lnTo>
                <a:close/>
                <a:moveTo>
                  <a:pt x="676275" y="838200"/>
                </a:moveTo>
                <a:lnTo>
                  <a:pt x="723900" y="838200"/>
                </a:lnTo>
                <a:lnTo>
                  <a:pt x="723900" y="847725"/>
                </a:lnTo>
                <a:lnTo>
                  <a:pt x="714375" y="847725"/>
                </a:lnTo>
                <a:lnTo>
                  <a:pt x="714375" y="857250"/>
                </a:lnTo>
                <a:lnTo>
                  <a:pt x="695325" y="857250"/>
                </a:lnTo>
                <a:lnTo>
                  <a:pt x="695325" y="866775"/>
                </a:lnTo>
                <a:lnTo>
                  <a:pt x="685800" y="866775"/>
                </a:lnTo>
                <a:lnTo>
                  <a:pt x="685800" y="876300"/>
                </a:lnTo>
                <a:lnTo>
                  <a:pt x="676275" y="876300"/>
                </a:lnTo>
                <a:lnTo>
                  <a:pt x="676275" y="857250"/>
                </a:lnTo>
                <a:lnTo>
                  <a:pt x="657225" y="857250"/>
                </a:lnTo>
                <a:lnTo>
                  <a:pt x="657225" y="847725"/>
                </a:lnTo>
                <a:lnTo>
                  <a:pt x="676275" y="847725"/>
                </a:lnTo>
                <a:close/>
                <a:moveTo>
                  <a:pt x="1685925" y="838200"/>
                </a:moveTo>
                <a:lnTo>
                  <a:pt x="1695450" y="838200"/>
                </a:lnTo>
                <a:lnTo>
                  <a:pt x="1695450" y="847725"/>
                </a:lnTo>
                <a:lnTo>
                  <a:pt x="1685925" y="847725"/>
                </a:lnTo>
                <a:close/>
                <a:moveTo>
                  <a:pt x="742950" y="857250"/>
                </a:moveTo>
                <a:lnTo>
                  <a:pt x="752475" y="857250"/>
                </a:lnTo>
                <a:lnTo>
                  <a:pt x="752475" y="885825"/>
                </a:lnTo>
                <a:lnTo>
                  <a:pt x="733425" y="885825"/>
                </a:lnTo>
                <a:lnTo>
                  <a:pt x="733425" y="866775"/>
                </a:lnTo>
                <a:lnTo>
                  <a:pt x="742950" y="866775"/>
                </a:lnTo>
                <a:close/>
                <a:moveTo>
                  <a:pt x="1676400" y="857250"/>
                </a:moveTo>
                <a:lnTo>
                  <a:pt x="1685925" y="857250"/>
                </a:lnTo>
                <a:lnTo>
                  <a:pt x="1685925" y="866775"/>
                </a:lnTo>
                <a:lnTo>
                  <a:pt x="1676400" y="866775"/>
                </a:lnTo>
                <a:close/>
                <a:moveTo>
                  <a:pt x="781050" y="866775"/>
                </a:moveTo>
                <a:lnTo>
                  <a:pt x="790575" y="866775"/>
                </a:lnTo>
                <a:lnTo>
                  <a:pt x="790575" y="885825"/>
                </a:lnTo>
                <a:lnTo>
                  <a:pt x="781050" y="885825"/>
                </a:lnTo>
                <a:close/>
                <a:moveTo>
                  <a:pt x="1666875" y="866775"/>
                </a:moveTo>
                <a:lnTo>
                  <a:pt x="1676400" y="866775"/>
                </a:lnTo>
                <a:lnTo>
                  <a:pt x="1676400" y="876300"/>
                </a:lnTo>
                <a:lnTo>
                  <a:pt x="1666875" y="876300"/>
                </a:lnTo>
                <a:close/>
                <a:moveTo>
                  <a:pt x="685800" y="876300"/>
                </a:moveTo>
                <a:lnTo>
                  <a:pt x="714375" y="876300"/>
                </a:lnTo>
                <a:lnTo>
                  <a:pt x="714375" y="885825"/>
                </a:lnTo>
                <a:lnTo>
                  <a:pt x="685800" y="885825"/>
                </a:lnTo>
                <a:close/>
                <a:moveTo>
                  <a:pt x="1657350" y="876300"/>
                </a:moveTo>
                <a:lnTo>
                  <a:pt x="1666875" y="876300"/>
                </a:lnTo>
                <a:lnTo>
                  <a:pt x="1666875" y="895350"/>
                </a:lnTo>
                <a:lnTo>
                  <a:pt x="1657350" y="895350"/>
                </a:lnTo>
                <a:close/>
                <a:moveTo>
                  <a:pt x="1743075" y="876300"/>
                </a:moveTo>
                <a:lnTo>
                  <a:pt x="1752600" y="876300"/>
                </a:lnTo>
                <a:lnTo>
                  <a:pt x="1752600" y="885825"/>
                </a:lnTo>
                <a:lnTo>
                  <a:pt x="1743075" y="885825"/>
                </a:lnTo>
                <a:close/>
                <a:moveTo>
                  <a:pt x="838200" y="885825"/>
                </a:moveTo>
                <a:lnTo>
                  <a:pt x="847725" y="885825"/>
                </a:lnTo>
                <a:lnTo>
                  <a:pt x="847725" y="895350"/>
                </a:lnTo>
                <a:lnTo>
                  <a:pt x="838200" y="895350"/>
                </a:lnTo>
                <a:close/>
                <a:moveTo>
                  <a:pt x="1581150" y="885825"/>
                </a:moveTo>
                <a:lnTo>
                  <a:pt x="1600200" y="885825"/>
                </a:lnTo>
                <a:lnTo>
                  <a:pt x="1600200" y="895350"/>
                </a:lnTo>
                <a:lnTo>
                  <a:pt x="1581150" y="895350"/>
                </a:lnTo>
                <a:close/>
                <a:moveTo>
                  <a:pt x="2190750" y="1038225"/>
                </a:moveTo>
                <a:lnTo>
                  <a:pt x="2200275" y="1038225"/>
                </a:lnTo>
                <a:lnTo>
                  <a:pt x="2200275" y="1095375"/>
                </a:lnTo>
                <a:lnTo>
                  <a:pt x="2190750" y="1095375"/>
                </a:lnTo>
                <a:lnTo>
                  <a:pt x="2190750" y="1152525"/>
                </a:lnTo>
                <a:lnTo>
                  <a:pt x="2200275" y="1152525"/>
                </a:lnTo>
                <a:lnTo>
                  <a:pt x="2200275" y="1171575"/>
                </a:lnTo>
                <a:lnTo>
                  <a:pt x="2190750" y="1171575"/>
                </a:lnTo>
                <a:lnTo>
                  <a:pt x="2190750" y="1162050"/>
                </a:lnTo>
                <a:lnTo>
                  <a:pt x="2143125" y="1162050"/>
                </a:lnTo>
                <a:lnTo>
                  <a:pt x="2143125" y="1123950"/>
                </a:lnTo>
                <a:lnTo>
                  <a:pt x="2133600" y="1123950"/>
                </a:lnTo>
                <a:lnTo>
                  <a:pt x="2133600" y="1143000"/>
                </a:lnTo>
                <a:lnTo>
                  <a:pt x="2114550" y="1143000"/>
                </a:lnTo>
                <a:lnTo>
                  <a:pt x="2114550" y="1114425"/>
                </a:lnTo>
                <a:lnTo>
                  <a:pt x="2105025" y="1114425"/>
                </a:lnTo>
                <a:lnTo>
                  <a:pt x="2105025" y="1104900"/>
                </a:lnTo>
                <a:lnTo>
                  <a:pt x="2114550" y="1104900"/>
                </a:lnTo>
                <a:lnTo>
                  <a:pt x="2114550" y="1095375"/>
                </a:lnTo>
                <a:lnTo>
                  <a:pt x="2124075" y="1095375"/>
                </a:lnTo>
                <a:lnTo>
                  <a:pt x="2124075" y="1104900"/>
                </a:lnTo>
                <a:lnTo>
                  <a:pt x="2152650" y="1104900"/>
                </a:lnTo>
                <a:lnTo>
                  <a:pt x="2152650" y="1085850"/>
                </a:lnTo>
                <a:lnTo>
                  <a:pt x="2171700" y="1085850"/>
                </a:lnTo>
                <a:lnTo>
                  <a:pt x="2171700" y="1076325"/>
                </a:lnTo>
                <a:lnTo>
                  <a:pt x="2181225" y="1076325"/>
                </a:lnTo>
                <a:lnTo>
                  <a:pt x="2181225" y="1066800"/>
                </a:lnTo>
                <a:lnTo>
                  <a:pt x="2190750" y="1066800"/>
                </a:lnTo>
                <a:close/>
                <a:moveTo>
                  <a:pt x="228600" y="1171575"/>
                </a:moveTo>
                <a:lnTo>
                  <a:pt x="238125" y="1171575"/>
                </a:lnTo>
                <a:lnTo>
                  <a:pt x="238125" y="1190625"/>
                </a:lnTo>
                <a:lnTo>
                  <a:pt x="228600" y="1190625"/>
                </a:lnTo>
                <a:close/>
                <a:moveTo>
                  <a:pt x="2200275" y="1181100"/>
                </a:moveTo>
                <a:lnTo>
                  <a:pt x="2209800" y="1181100"/>
                </a:lnTo>
                <a:lnTo>
                  <a:pt x="2209800" y="1257300"/>
                </a:lnTo>
                <a:lnTo>
                  <a:pt x="2200275" y="1257300"/>
                </a:lnTo>
                <a:close/>
                <a:moveTo>
                  <a:pt x="314325" y="1266825"/>
                </a:moveTo>
                <a:lnTo>
                  <a:pt x="333375" y="1266825"/>
                </a:lnTo>
                <a:lnTo>
                  <a:pt x="333375" y="1276350"/>
                </a:lnTo>
                <a:lnTo>
                  <a:pt x="342900" y="1276350"/>
                </a:lnTo>
                <a:lnTo>
                  <a:pt x="342900" y="1295400"/>
                </a:lnTo>
                <a:lnTo>
                  <a:pt x="333375" y="1295400"/>
                </a:lnTo>
                <a:lnTo>
                  <a:pt x="333375" y="1304925"/>
                </a:lnTo>
                <a:lnTo>
                  <a:pt x="352425" y="1304925"/>
                </a:lnTo>
                <a:lnTo>
                  <a:pt x="352425" y="1314450"/>
                </a:lnTo>
                <a:lnTo>
                  <a:pt x="381000" y="1314450"/>
                </a:lnTo>
                <a:lnTo>
                  <a:pt x="381000" y="1323975"/>
                </a:lnTo>
                <a:lnTo>
                  <a:pt x="371475" y="1323975"/>
                </a:lnTo>
                <a:lnTo>
                  <a:pt x="371475" y="1333500"/>
                </a:lnTo>
                <a:lnTo>
                  <a:pt x="342900" y="1333500"/>
                </a:lnTo>
                <a:lnTo>
                  <a:pt x="342900" y="1343025"/>
                </a:lnTo>
                <a:lnTo>
                  <a:pt x="333375" y="1343025"/>
                </a:lnTo>
                <a:lnTo>
                  <a:pt x="333375" y="1352550"/>
                </a:lnTo>
                <a:lnTo>
                  <a:pt x="257175" y="1352550"/>
                </a:lnTo>
                <a:lnTo>
                  <a:pt x="257175" y="1362075"/>
                </a:lnTo>
                <a:lnTo>
                  <a:pt x="247650" y="1362075"/>
                </a:lnTo>
                <a:lnTo>
                  <a:pt x="247650" y="1438275"/>
                </a:lnTo>
                <a:lnTo>
                  <a:pt x="238125" y="1438275"/>
                </a:lnTo>
                <a:lnTo>
                  <a:pt x="238125" y="1390650"/>
                </a:lnTo>
                <a:lnTo>
                  <a:pt x="228600" y="1390650"/>
                </a:lnTo>
                <a:lnTo>
                  <a:pt x="228600" y="1333500"/>
                </a:lnTo>
                <a:lnTo>
                  <a:pt x="238125" y="1333500"/>
                </a:lnTo>
                <a:lnTo>
                  <a:pt x="238125" y="1304925"/>
                </a:lnTo>
                <a:lnTo>
                  <a:pt x="247650" y="1304925"/>
                </a:lnTo>
                <a:lnTo>
                  <a:pt x="247650" y="1314450"/>
                </a:lnTo>
                <a:lnTo>
                  <a:pt x="285750" y="1314450"/>
                </a:lnTo>
                <a:lnTo>
                  <a:pt x="285750" y="1295400"/>
                </a:lnTo>
                <a:lnTo>
                  <a:pt x="295275" y="1295400"/>
                </a:lnTo>
                <a:lnTo>
                  <a:pt x="295275" y="1285875"/>
                </a:lnTo>
                <a:lnTo>
                  <a:pt x="304800" y="1285875"/>
                </a:lnTo>
                <a:lnTo>
                  <a:pt x="304800" y="1276350"/>
                </a:lnTo>
                <a:lnTo>
                  <a:pt x="314325" y="1276350"/>
                </a:lnTo>
                <a:close/>
                <a:moveTo>
                  <a:pt x="2200275" y="1276350"/>
                </a:moveTo>
                <a:lnTo>
                  <a:pt x="2209800" y="1276350"/>
                </a:lnTo>
                <a:lnTo>
                  <a:pt x="2209800" y="1466850"/>
                </a:lnTo>
                <a:lnTo>
                  <a:pt x="2200275" y="1466850"/>
                </a:lnTo>
                <a:lnTo>
                  <a:pt x="2200275" y="1485900"/>
                </a:lnTo>
                <a:lnTo>
                  <a:pt x="2190750" y="1485900"/>
                </a:lnTo>
                <a:lnTo>
                  <a:pt x="2190750" y="1457325"/>
                </a:lnTo>
                <a:lnTo>
                  <a:pt x="2200275" y="1457325"/>
                </a:lnTo>
                <a:lnTo>
                  <a:pt x="2200275" y="1381125"/>
                </a:lnTo>
                <a:lnTo>
                  <a:pt x="2162175" y="1381125"/>
                </a:lnTo>
                <a:lnTo>
                  <a:pt x="2162175" y="1362075"/>
                </a:lnTo>
                <a:lnTo>
                  <a:pt x="2181225" y="1362075"/>
                </a:lnTo>
                <a:lnTo>
                  <a:pt x="2181225" y="1352550"/>
                </a:lnTo>
                <a:lnTo>
                  <a:pt x="2190750" y="1352550"/>
                </a:lnTo>
                <a:lnTo>
                  <a:pt x="2190750" y="1333500"/>
                </a:lnTo>
                <a:lnTo>
                  <a:pt x="2200275" y="1333500"/>
                </a:lnTo>
                <a:close/>
                <a:moveTo>
                  <a:pt x="2085975" y="1285875"/>
                </a:moveTo>
                <a:lnTo>
                  <a:pt x="2105025" y="1285875"/>
                </a:lnTo>
                <a:lnTo>
                  <a:pt x="2105025" y="1323975"/>
                </a:lnTo>
                <a:lnTo>
                  <a:pt x="2095500" y="1323975"/>
                </a:lnTo>
                <a:lnTo>
                  <a:pt x="2095500" y="1333500"/>
                </a:lnTo>
                <a:lnTo>
                  <a:pt x="2047875" y="1333500"/>
                </a:lnTo>
                <a:lnTo>
                  <a:pt x="2047875" y="1314450"/>
                </a:lnTo>
                <a:lnTo>
                  <a:pt x="2057400" y="1314450"/>
                </a:lnTo>
                <a:lnTo>
                  <a:pt x="2057400" y="1304925"/>
                </a:lnTo>
                <a:lnTo>
                  <a:pt x="2076450" y="1304925"/>
                </a:lnTo>
                <a:lnTo>
                  <a:pt x="2076450" y="1295400"/>
                </a:lnTo>
                <a:lnTo>
                  <a:pt x="2085975" y="1295400"/>
                </a:lnTo>
                <a:close/>
                <a:moveTo>
                  <a:pt x="1990725" y="1333500"/>
                </a:moveTo>
                <a:lnTo>
                  <a:pt x="2000250" y="1333500"/>
                </a:lnTo>
                <a:lnTo>
                  <a:pt x="2000250" y="1514475"/>
                </a:lnTo>
                <a:lnTo>
                  <a:pt x="1990725" y="1514475"/>
                </a:lnTo>
                <a:close/>
                <a:moveTo>
                  <a:pt x="438150" y="1343025"/>
                </a:moveTo>
                <a:lnTo>
                  <a:pt x="447675" y="1343025"/>
                </a:lnTo>
                <a:lnTo>
                  <a:pt x="447675" y="1533525"/>
                </a:lnTo>
                <a:lnTo>
                  <a:pt x="428625" y="1533525"/>
                </a:lnTo>
                <a:lnTo>
                  <a:pt x="428625" y="1524000"/>
                </a:lnTo>
                <a:lnTo>
                  <a:pt x="409575" y="1524000"/>
                </a:lnTo>
                <a:lnTo>
                  <a:pt x="409575" y="1533525"/>
                </a:lnTo>
                <a:lnTo>
                  <a:pt x="390525" y="1533525"/>
                </a:lnTo>
                <a:lnTo>
                  <a:pt x="390525" y="1543050"/>
                </a:lnTo>
                <a:lnTo>
                  <a:pt x="381000" y="1543050"/>
                </a:lnTo>
                <a:lnTo>
                  <a:pt x="381000" y="1533525"/>
                </a:lnTo>
                <a:lnTo>
                  <a:pt x="371475" y="1533525"/>
                </a:lnTo>
                <a:lnTo>
                  <a:pt x="371475" y="1524000"/>
                </a:lnTo>
                <a:lnTo>
                  <a:pt x="381000" y="1524000"/>
                </a:lnTo>
                <a:lnTo>
                  <a:pt x="381000" y="1514475"/>
                </a:lnTo>
                <a:lnTo>
                  <a:pt x="390525" y="1514475"/>
                </a:lnTo>
                <a:lnTo>
                  <a:pt x="390525" y="1504950"/>
                </a:lnTo>
                <a:lnTo>
                  <a:pt x="419100" y="1504950"/>
                </a:lnTo>
                <a:lnTo>
                  <a:pt x="419100" y="1495425"/>
                </a:lnTo>
                <a:lnTo>
                  <a:pt x="428625" y="1495425"/>
                </a:lnTo>
                <a:lnTo>
                  <a:pt x="428625" y="1485900"/>
                </a:lnTo>
                <a:lnTo>
                  <a:pt x="438150" y="1485900"/>
                </a:lnTo>
                <a:close/>
                <a:moveTo>
                  <a:pt x="228600" y="1438275"/>
                </a:moveTo>
                <a:lnTo>
                  <a:pt x="238125" y="1438275"/>
                </a:lnTo>
                <a:lnTo>
                  <a:pt x="238125" y="1457325"/>
                </a:lnTo>
                <a:lnTo>
                  <a:pt x="257175" y="1457325"/>
                </a:lnTo>
                <a:lnTo>
                  <a:pt x="257175" y="1466850"/>
                </a:lnTo>
                <a:lnTo>
                  <a:pt x="266700" y="1466850"/>
                </a:lnTo>
                <a:lnTo>
                  <a:pt x="266700" y="1485900"/>
                </a:lnTo>
                <a:lnTo>
                  <a:pt x="257175" y="1485900"/>
                </a:lnTo>
                <a:lnTo>
                  <a:pt x="257175" y="1495425"/>
                </a:lnTo>
                <a:lnTo>
                  <a:pt x="247650" y="1495425"/>
                </a:lnTo>
                <a:lnTo>
                  <a:pt x="247650" y="1524000"/>
                </a:lnTo>
                <a:lnTo>
                  <a:pt x="238125" y="1524000"/>
                </a:lnTo>
                <a:lnTo>
                  <a:pt x="238125" y="1581150"/>
                </a:lnTo>
                <a:lnTo>
                  <a:pt x="228600" y="1581150"/>
                </a:lnTo>
                <a:lnTo>
                  <a:pt x="228600" y="1495425"/>
                </a:lnTo>
                <a:lnTo>
                  <a:pt x="238125" y="1495425"/>
                </a:lnTo>
                <a:lnTo>
                  <a:pt x="238125" y="1466850"/>
                </a:lnTo>
                <a:lnTo>
                  <a:pt x="228600" y="1466850"/>
                </a:lnTo>
                <a:close/>
                <a:moveTo>
                  <a:pt x="2200275" y="1495425"/>
                </a:moveTo>
                <a:lnTo>
                  <a:pt x="2209800" y="1495425"/>
                </a:lnTo>
                <a:lnTo>
                  <a:pt x="2209800" y="1543050"/>
                </a:lnTo>
                <a:lnTo>
                  <a:pt x="2200275" y="1543050"/>
                </a:lnTo>
                <a:close/>
                <a:moveTo>
                  <a:pt x="438150" y="1543050"/>
                </a:moveTo>
                <a:lnTo>
                  <a:pt x="447675" y="1543050"/>
                </a:lnTo>
                <a:lnTo>
                  <a:pt x="447675" y="1647825"/>
                </a:lnTo>
                <a:lnTo>
                  <a:pt x="438150" y="1647825"/>
                </a:lnTo>
                <a:close/>
                <a:moveTo>
                  <a:pt x="2190750" y="1543050"/>
                </a:moveTo>
                <a:lnTo>
                  <a:pt x="2200275" y="1543050"/>
                </a:lnTo>
                <a:lnTo>
                  <a:pt x="2200275" y="1562100"/>
                </a:lnTo>
                <a:lnTo>
                  <a:pt x="2209800" y="1562100"/>
                </a:lnTo>
                <a:lnTo>
                  <a:pt x="2209800" y="1619250"/>
                </a:lnTo>
                <a:lnTo>
                  <a:pt x="2200275" y="1619250"/>
                </a:lnTo>
                <a:lnTo>
                  <a:pt x="2200275" y="1609725"/>
                </a:lnTo>
                <a:lnTo>
                  <a:pt x="2190750" y="1609725"/>
                </a:lnTo>
                <a:close/>
                <a:moveTo>
                  <a:pt x="1990725" y="1552575"/>
                </a:moveTo>
                <a:lnTo>
                  <a:pt x="2000250" y="1552575"/>
                </a:lnTo>
                <a:lnTo>
                  <a:pt x="2000250" y="1571625"/>
                </a:lnTo>
                <a:lnTo>
                  <a:pt x="1990725" y="1571625"/>
                </a:lnTo>
                <a:close/>
                <a:moveTo>
                  <a:pt x="266700" y="1571625"/>
                </a:moveTo>
                <a:lnTo>
                  <a:pt x="276225" y="1571625"/>
                </a:lnTo>
                <a:lnTo>
                  <a:pt x="276225" y="1581150"/>
                </a:lnTo>
                <a:lnTo>
                  <a:pt x="266700" y="1581150"/>
                </a:lnTo>
                <a:close/>
                <a:moveTo>
                  <a:pt x="276225" y="1581150"/>
                </a:moveTo>
                <a:lnTo>
                  <a:pt x="285750" y="1581150"/>
                </a:lnTo>
                <a:lnTo>
                  <a:pt x="285750" y="1590675"/>
                </a:lnTo>
                <a:lnTo>
                  <a:pt x="276225" y="1590675"/>
                </a:lnTo>
                <a:close/>
                <a:moveTo>
                  <a:pt x="238125" y="1590675"/>
                </a:moveTo>
                <a:lnTo>
                  <a:pt x="247650" y="1590675"/>
                </a:lnTo>
                <a:lnTo>
                  <a:pt x="247650" y="1619250"/>
                </a:lnTo>
                <a:lnTo>
                  <a:pt x="238125" y="1619250"/>
                </a:lnTo>
                <a:lnTo>
                  <a:pt x="238125" y="1628775"/>
                </a:lnTo>
                <a:lnTo>
                  <a:pt x="247650" y="1628775"/>
                </a:lnTo>
                <a:lnTo>
                  <a:pt x="247650" y="1657350"/>
                </a:lnTo>
                <a:lnTo>
                  <a:pt x="238125" y="1657350"/>
                </a:lnTo>
                <a:lnTo>
                  <a:pt x="238125" y="1714500"/>
                </a:lnTo>
                <a:lnTo>
                  <a:pt x="247650" y="1714500"/>
                </a:lnTo>
                <a:lnTo>
                  <a:pt x="247650" y="1724025"/>
                </a:lnTo>
                <a:lnTo>
                  <a:pt x="257175" y="1724025"/>
                </a:lnTo>
                <a:lnTo>
                  <a:pt x="257175" y="1714500"/>
                </a:lnTo>
                <a:lnTo>
                  <a:pt x="285750" y="1714500"/>
                </a:lnTo>
                <a:lnTo>
                  <a:pt x="285750" y="1704975"/>
                </a:lnTo>
                <a:lnTo>
                  <a:pt x="295275" y="1704975"/>
                </a:lnTo>
                <a:lnTo>
                  <a:pt x="295275" y="1695450"/>
                </a:lnTo>
                <a:lnTo>
                  <a:pt x="304800" y="1695450"/>
                </a:lnTo>
                <a:lnTo>
                  <a:pt x="304800" y="1666875"/>
                </a:lnTo>
                <a:lnTo>
                  <a:pt x="295275" y="1666875"/>
                </a:lnTo>
                <a:lnTo>
                  <a:pt x="295275" y="1657350"/>
                </a:lnTo>
                <a:lnTo>
                  <a:pt x="304800" y="1657350"/>
                </a:lnTo>
                <a:lnTo>
                  <a:pt x="304800" y="1647825"/>
                </a:lnTo>
                <a:lnTo>
                  <a:pt x="314325" y="1647825"/>
                </a:lnTo>
                <a:lnTo>
                  <a:pt x="314325" y="1704975"/>
                </a:lnTo>
                <a:lnTo>
                  <a:pt x="304800" y="1704975"/>
                </a:lnTo>
                <a:lnTo>
                  <a:pt x="304800" y="1714500"/>
                </a:lnTo>
                <a:lnTo>
                  <a:pt x="285750" y="1714500"/>
                </a:lnTo>
                <a:lnTo>
                  <a:pt x="285750" y="1724025"/>
                </a:lnTo>
                <a:lnTo>
                  <a:pt x="295275" y="1724025"/>
                </a:lnTo>
                <a:lnTo>
                  <a:pt x="295275" y="1733550"/>
                </a:lnTo>
                <a:lnTo>
                  <a:pt x="314325" y="1733550"/>
                </a:lnTo>
                <a:lnTo>
                  <a:pt x="314325" y="1743075"/>
                </a:lnTo>
                <a:lnTo>
                  <a:pt x="323850" y="1743075"/>
                </a:lnTo>
                <a:lnTo>
                  <a:pt x="323850" y="1762125"/>
                </a:lnTo>
                <a:lnTo>
                  <a:pt x="333375" y="1762125"/>
                </a:lnTo>
                <a:lnTo>
                  <a:pt x="333375" y="1781175"/>
                </a:lnTo>
                <a:lnTo>
                  <a:pt x="323850" y="1781175"/>
                </a:lnTo>
                <a:lnTo>
                  <a:pt x="323850" y="1809750"/>
                </a:lnTo>
                <a:lnTo>
                  <a:pt x="333375" y="1809750"/>
                </a:lnTo>
                <a:lnTo>
                  <a:pt x="333375" y="1847850"/>
                </a:lnTo>
                <a:lnTo>
                  <a:pt x="342900" y="1847850"/>
                </a:lnTo>
                <a:lnTo>
                  <a:pt x="342900" y="1857375"/>
                </a:lnTo>
                <a:lnTo>
                  <a:pt x="333375" y="1857375"/>
                </a:lnTo>
                <a:lnTo>
                  <a:pt x="333375" y="1914525"/>
                </a:lnTo>
                <a:lnTo>
                  <a:pt x="323850" y="1914525"/>
                </a:lnTo>
                <a:lnTo>
                  <a:pt x="323850" y="1866900"/>
                </a:lnTo>
                <a:lnTo>
                  <a:pt x="295275" y="1866900"/>
                </a:lnTo>
                <a:lnTo>
                  <a:pt x="295275" y="1885950"/>
                </a:lnTo>
                <a:lnTo>
                  <a:pt x="285750" y="1885950"/>
                </a:lnTo>
                <a:lnTo>
                  <a:pt x="285750" y="1866900"/>
                </a:lnTo>
                <a:lnTo>
                  <a:pt x="276225" y="1866900"/>
                </a:lnTo>
                <a:lnTo>
                  <a:pt x="276225" y="1847850"/>
                </a:lnTo>
                <a:lnTo>
                  <a:pt x="266700" y="1847850"/>
                </a:lnTo>
                <a:lnTo>
                  <a:pt x="266700" y="1838325"/>
                </a:lnTo>
                <a:lnTo>
                  <a:pt x="238125" y="1838325"/>
                </a:lnTo>
                <a:lnTo>
                  <a:pt x="238125" y="1819275"/>
                </a:lnTo>
                <a:lnTo>
                  <a:pt x="228600" y="1819275"/>
                </a:lnTo>
                <a:lnTo>
                  <a:pt x="228600" y="1752600"/>
                </a:lnTo>
                <a:lnTo>
                  <a:pt x="238125" y="1752600"/>
                </a:lnTo>
                <a:lnTo>
                  <a:pt x="238125" y="1724025"/>
                </a:lnTo>
                <a:lnTo>
                  <a:pt x="228600" y="1724025"/>
                </a:lnTo>
                <a:lnTo>
                  <a:pt x="228600" y="1609725"/>
                </a:lnTo>
                <a:lnTo>
                  <a:pt x="238125" y="1609725"/>
                </a:lnTo>
                <a:close/>
                <a:moveTo>
                  <a:pt x="266700" y="1590675"/>
                </a:moveTo>
                <a:lnTo>
                  <a:pt x="276225" y="1590675"/>
                </a:lnTo>
                <a:lnTo>
                  <a:pt x="276225" y="1600200"/>
                </a:lnTo>
                <a:lnTo>
                  <a:pt x="266700" y="1600200"/>
                </a:lnTo>
                <a:close/>
                <a:moveTo>
                  <a:pt x="314325" y="1609725"/>
                </a:moveTo>
                <a:lnTo>
                  <a:pt x="333375" y="1609725"/>
                </a:lnTo>
                <a:lnTo>
                  <a:pt x="333375" y="1619250"/>
                </a:lnTo>
                <a:lnTo>
                  <a:pt x="371475" y="1619250"/>
                </a:lnTo>
                <a:lnTo>
                  <a:pt x="371475" y="1628775"/>
                </a:lnTo>
                <a:lnTo>
                  <a:pt x="381000" y="1628775"/>
                </a:lnTo>
                <a:lnTo>
                  <a:pt x="381000" y="1638300"/>
                </a:lnTo>
                <a:lnTo>
                  <a:pt x="361950" y="1638300"/>
                </a:lnTo>
                <a:lnTo>
                  <a:pt x="361950" y="1628775"/>
                </a:lnTo>
                <a:lnTo>
                  <a:pt x="323850" y="1628775"/>
                </a:lnTo>
                <a:lnTo>
                  <a:pt x="323850" y="1638300"/>
                </a:lnTo>
                <a:lnTo>
                  <a:pt x="314325" y="1638300"/>
                </a:lnTo>
                <a:close/>
                <a:moveTo>
                  <a:pt x="381000" y="1638300"/>
                </a:moveTo>
                <a:lnTo>
                  <a:pt x="409575" y="1638300"/>
                </a:lnTo>
                <a:lnTo>
                  <a:pt x="409575" y="1647825"/>
                </a:lnTo>
                <a:lnTo>
                  <a:pt x="438150" y="1647825"/>
                </a:lnTo>
                <a:lnTo>
                  <a:pt x="438150" y="1657350"/>
                </a:lnTo>
                <a:lnTo>
                  <a:pt x="447675" y="1657350"/>
                </a:lnTo>
                <a:lnTo>
                  <a:pt x="447675" y="1666875"/>
                </a:lnTo>
                <a:lnTo>
                  <a:pt x="409575" y="1666875"/>
                </a:lnTo>
                <a:lnTo>
                  <a:pt x="409575" y="1657350"/>
                </a:lnTo>
                <a:lnTo>
                  <a:pt x="400050" y="1657350"/>
                </a:lnTo>
                <a:lnTo>
                  <a:pt x="400050" y="1647825"/>
                </a:lnTo>
                <a:lnTo>
                  <a:pt x="381000" y="1647825"/>
                </a:lnTo>
                <a:close/>
                <a:moveTo>
                  <a:pt x="2190750" y="1638300"/>
                </a:moveTo>
                <a:lnTo>
                  <a:pt x="2200275" y="1638300"/>
                </a:lnTo>
                <a:lnTo>
                  <a:pt x="2200275" y="1657350"/>
                </a:lnTo>
                <a:lnTo>
                  <a:pt x="2209800" y="1657350"/>
                </a:lnTo>
                <a:lnTo>
                  <a:pt x="2209800" y="1714500"/>
                </a:lnTo>
                <a:lnTo>
                  <a:pt x="2200275" y="1714500"/>
                </a:lnTo>
                <a:lnTo>
                  <a:pt x="2200275" y="1752600"/>
                </a:lnTo>
                <a:lnTo>
                  <a:pt x="2209800" y="1752600"/>
                </a:lnTo>
                <a:lnTo>
                  <a:pt x="2209800" y="1771650"/>
                </a:lnTo>
                <a:lnTo>
                  <a:pt x="2200275" y="1771650"/>
                </a:lnTo>
                <a:lnTo>
                  <a:pt x="2200275" y="1790700"/>
                </a:lnTo>
                <a:lnTo>
                  <a:pt x="2190750" y="1790700"/>
                </a:lnTo>
                <a:lnTo>
                  <a:pt x="2190750" y="1838325"/>
                </a:lnTo>
                <a:lnTo>
                  <a:pt x="2181225" y="1838325"/>
                </a:lnTo>
                <a:lnTo>
                  <a:pt x="2181225" y="1847850"/>
                </a:lnTo>
                <a:lnTo>
                  <a:pt x="2171700" y="1847850"/>
                </a:lnTo>
                <a:lnTo>
                  <a:pt x="2171700" y="1866900"/>
                </a:lnTo>
                <a:lnTo>
                  <a:pt x="2181225" y="1866900"/>
                </a:lnTo>
                <a:lnTo>
                  <a:pt x="2181225" y="1905000"/>
                </a:lnTo>
                <a:lnTo>
                  <a:pt x="2171700" y="1905000"/>
                </a:lnTo>
                <a:lnTo>
                  <a:pt x="2171700" y="1885950"/>
                </a:lnTo>
                <a:lnTo>
                  <a:pt x="2162175" y="1885950"/>
                </a:lnTo>
                <a:lnTo>
                  <a:pt x="2162175" y="1857375"/>
                </a:lnTo>
                <a:lnTo>
                  <a:pt x="2152650" y="1857375"/>
                </a:lnTo>
                <a:lnTo>
                  <a:pt x="2152650" y="1800225"/>
                </a:lnTo>
                <a:lnTo>
                  <a:pt x="2143125" y="1800225"/>
                </a:lnTo>
                <a:lnTo>
                  <a:pt x="2143125" y="1790700"/>
                </a:lnTo>
                <a:lnTo>
                  <a:pt x="2133600" y="1790700"/>
                </a:lnTo>
                <a:lnTo>
                  <a:pt x="2133600" y="1800225"/>
                </a:lnTo>
                <a:lnTo>
                  <a:pt x="2114550" y="1800225"/>
                </a:lnTo>
                <a:lnTo>
                  <a:pt x="2114550" y="1819275"/>
                </a:lnTo>
                <a:lnTo>
                  <a:pt x="2076450" y="1819275"/>
                </a:lnTo>
                <a:lnTo>
                  <a:pt x="2076450" y="1838325"/>
                </a:lnTo>
                <a:lnTo>
                  <a:pt x="2085975" y="1838325"/>
                </a:lnTo>
                <a:lnTo>
                  <a:pt x="2085975" y="1847850"/>
                </a:lnTo>
                <a:lnTo>
                  <a:pt x="2095500" y="1847850"/>
                </a:lnTo>
                <a:lnTo>
                  <a:pt x="2095500" y="1857375"/>
                </a:lnTo>
                <a:lnTo>
                  <a:pt x="2085975" y="1857375"/>
                </a:lnTo>
                <a:lnTo>
                  <a:pt x="2085975" y="1866900"/>
                </a:lnTo>
                <a:lnTo>
                  <a:pt x="2095500" y="1866900"/>
                </a:lnTo>
                <a:lnTo>
                  <a:pt x="2095500" y="1876425"/>
                </a:lnTo>
                <a:lnTo>
                  <a:pt x="2085975" y="1876425"/>
                </a:lnTo>
                <a:lnTo>
                  <a:pt x="2085975" y="1885950"/>
                </a:lnTo>
                <a:lnTo>
                  <a:pt x="2095500" y="1885950"/>
                </a:lnTo>
                <a:lnTo>
                  <a:pt x="2095500" y="1905000"/>
                </a:lnTo>
                <a:lnTo>
                  <a:pt x="2105025" y="1905000"/>
                </a:lnTo>
                <a:lnTo>
                  <a:pt x="2105025" y="1914525"/>
                </a:lnTo>
                <a:lnTo>
                  <a:pt x="2124075" y="1914525"/>
                </a:lnTo>
                <a:lnTo>
                  <a:pt x="2124075" y="1924050"/>
                </a:lnTo>
                <a:lnTo>
                  <a:pt x="2114550" y="1924050"/>
                </a:lnTo>
                <a:lnTo>
                  <a:pt x="2114550" y="1933575"/>
                </a:lnTo>
                <a:lnTo>
                  <a:pt x="2095500" y="1933575"/>
                </a:lnTo>
                <a:lnTo>
                  <a:pt x="2095500" y="1924050"/>
                </a:lnTo>
                <a:lnTo>
                  <a:pt x="2085975" y="1924050"/>
                </a:lnTo>
                <a:lnTo>
                  <a:pt x="2085975" y="1905000"/>
                </a:lnTo>
                <a:lnTo>
                  <a:pt x="2076450" y="1905000"/>
                </a:lnTo>
                <a:lnTo>
                  <a:pt x="2076450" y="1866900"/>
                </a:lnTo>
                <a:lnTo>
                  <a:pt x="2066925" y="1866900"/>
                </a:lnTo>
                <a:lnTo>
                  <a:pt x="2066925" y="1838325"/>
                </a:lnTo>
                <a:lnTo>
                  <a:pt x="2047875" y="1838325"/>
                </a:lnTo>
                <a:lnTo>
                  <a:pt x="2047875" y="1828800"/>
                </a:lnTo>
                <a:lnTo>
                  <a:pt x="2038350" y="1828800"/>
                </a:lnTo>
                <a:lnTo>
                  <a:pt x="2038350" y="1819275"/>
                </a:lnTo>
                <a:lnTo>
                  <a:pt x="2028825" y="1819275"/>
                </a:lnTo>
                <a:lnTo>
                  <a:pt x="2028825" y="1809750"/>
                </a:lnTo>
                <a:lnTo>
                  <a:pt x="2047875" y="1809750"/>
                </a:lnTo>
                <a:lnTo>
                  <a:pt x="2047875" y="1819275"/>
                </a:lnTo>
                <a:lnTo>
                  <a:pt x="2066925" y="1819275"/>
                </a:lnTo>
                <a:lnTo>
                  <a:pt x="2066925" y="1781175"/>
                </a:lnTo>
                <a:lnTo>
                  <a:pt x="2057400" y="1781175"/>
                </a:lnTo>
                <a:lnTo>
                  <a:pt x="2057400" y="1771650"/>
                </a:lnTo>
                <a:lnTo>
                  <a:pt x="2028825" y="1771650"/>
                </a:lnTo>
                <a:lnTo>
                  <a:pt x="2028825" y="1762125"/>
                </a:lnTo>
                <a:lnTo>
                  <a:pt x="2019300" y="1762125"/>
                </a:lnTo>
                <a:lnTo>
                  <a:pt x="2019300" y="1752600"/>
                </a:lnTo>
                <a:lnTo>
                  <a:pt x="2009775" y="1752600"/>
                </a:lnTo>
                <a:lnTo>
                  <a:pt x="2009775" y="1762125"/>
                </a:lnTo>
                <a:lnTo>
                  <a:pt x="2000250" y="1762125"/>
                </a:lnTo>
                <a:lnTo>
                  <a:pt x="2000250" y="1771650"/>
                </a:lnTo>
                <a:lnTo>
                  <a:pt x="1990725" y="1771650"/>
                </a:lnTo>
                <a:lnTo>
                  <a:pt x="1990725" y="1704975"/>
                </a:lnTo>
                <a:lnTo>
                  <a:pt x="2000250" y="1704975"/>
                </a:lnTo>
                <a:lnTo>
                  <a:pt x="2000250" y="1714500"/>
                </a:lnTo>
                <a:lnTo>
                  <a:pt x="2019300" y="1714500"/>
                </a:lnTo>
                <a:lnTo>
                  <a:pt x="2019300" y="1704975"/>
                </a:lnTo>
                <a:lnTo>
                  <a:pt x="2047875" y="1704975"/>
                </a:lnTo>
                <a:lnTo>
                  <a:pt x="2047875" y="1714500"/>
                </a:lnTo>
                <a:lnTo>
                  <a:pt x="2066925" y="1714500"/>
                </a:lnTo>
                <a:lnTo>
                  <a:pt x="2066925" y="1724025"/>
                </a:lnTo>
                <a:lnTo>
                  <a:pt x="2076450" y="1724025"/>
                </a:lnTo>
                <a:lnTo>
                  <a:pt x="2076450" y="1771650"/>
                </a:lnTo>
                <a:lnTo>
                  <a:pt x="2085975" y="1771650"/>
                </a:lnTo>
                <a:lnTo>
                  <a:pt x="2085975" y="1790700"/>
                </a:lnTo>
                <a:lnTo>
                  <a:pt x="2095500" y="1790700"/>
                </a:lnTo>
                <a:lnTo>
                  <a:pt x="2095500" y="1781175"/>
                </a:lnTo>
                <a:lnTo>
                  <a:pt x="2105025" y="1781175"/>
                </a:lnTo>
                <a:lnTo>
                  <a:pt x="2105025" y="1771650"/>
                </a:lnTo>
                <a:lnTo>
                  <a:pt x="2114550" y="1771650"/>
                </a:lnTo>
                <a:lnTo>
                  <a:pt x="2114550" y="1762125"/>
                </a:lnTo>
                <a:lnTo>
                  <a:pt x="2133600" y="1762125"/>
                </a:lnTo>
                <a:lnTo>
                  <a:pt x="2133600" y="1771650"/>
                </a:lnTo>
                <a:lnTo>
                  <a:pt x="2162175" y="1771650"/>
                </a:lnTo>
                <a:lnTo>
                  <a:pt x="2162175" y="1762125"/>
                </a:lnTo>
                <a:lnTo>
                  <a:pt x="2181225" y="1762125"/>
                </a:lnTo>
                <a:lnTo>
                  <a:pt x="2181225" y="1724025"/>
                </a:lnTo>
                <a:lnTo>
                  <a:pt x="2190750" y="1724025"/>
                </a:lnTo>
                <a:lnTo>
                  <a:pt x="2190750" y="1695450"/>
                </a:lnTo>
                <a:lnTo>
                  <a:pt x="2181225" y="1695450"/>
                </a:lnTo>
                <a:lnTo>
                  <a:pt x="2181225" y="1685925"/>
                </a:lnTo>
                <a:lnTo>
                  <a:pt x="2152650" y="1685925"/>
                </a:lnTo>
                <a:lnTo>
                  <a:pt x="2152650" y="1676400"/>
                </a:lnTo>
                <a:lnTo>
                  <a:pt x="2162175" y="1676400"/>
                </a:lnTo>
                <a:lnTo>
                  <a:pt x="2162175" y="1666875"/>
                </a:lnTo>
                <a:lnTo>
                  <a:pt x="2190750" y="1666875"/>
                </a:lnTo>
                <a:close/>
                <a:moveTo>
                  <a:pt x="2095500" y="1676400"/>
                </a:moveTo>
                <a:lnTo>
                  <a:pt x="2105025" y="1676400"/>
                </a:lnTo>
                <a:lnTo>
                  <a:pt x="2105025" y="1695450"/>
                </a:lnTo>
                <a:lnTo>
                  <a:pt x="2085975" y="1695450"/>
                </a:lnTo>
                <a:lnTo>
                  <a:pt x="2085975" y="1685925"/>
                </a:lnTo>
                <a:lnTo>
                  <a:pt x="2095500" y="1685925"/>
                </a:lnTo>
                <a:close/>
                <a:moveTo>
                  <a:pt x="304800" y="1790700"/>
                </a:moveTo>
                <a:lnTo>
                  <a:pt x="314325" y="1790700"/>
                </a:lnTo>
                <a:lnTo>
                  <a:pt x="314325" y="1762125"/>
                </a:lnTo>
                <a:lnTo>
                  <a:pt x="304800" y="1762125"/>
                </a:lnTo>
                <a:lnTo>
                  <a:pt x="304800" y="1752600"/>
                </a:lnTo>
                <a:lnTo>
                  <a:pt x="285750" y="1752600"/>
                </a:lnTo>
                <a:lnTo>
                  <a:pt x="285750" y="1743075"/>
                </a:lnTo>
                <a:lnTo>
                  <a:pt x="266700" y="1743075"/>
                </a:lnTo>
                <a:lnTo>
                  <a:pt x="266700" y="1752600"/>
                </a:lnTo>
                <a:lnTo>
                  <a:pt x="247650" y="1752600"/>
                </a:lnTo>
                <a:lnTo>
                  <a:pt x="247650" y="1762125"/>
                </a:lnTo>
                <a:lnTo>
                  <a:pt x="238125" y="1762125"/>
                </a:lnTo>
                <a:lnTo>
                  <a:pt x="238125" y="1819275"/>
                </a:lnTo>
                <a:lnTo>
                  <a:pt x="247650" y="1819275"/>
                </a:lnTo>
                <a:lnTo>
                  <a:pt x="247650" y="1828800"/>
                </a:lnTo>
                <a:lnTo>
                  <a:pt x="285750" y="1828800"/>
                </a:lnTo>
                <a:lnTo>
                  <a:pt x="285750" y="1819275"/>
                </a:lnTo>
                <a:lnTo>
                  <a:pt x="295275" y="1819275"/>
                </a:lnTo>
                <a:lnTo>
                  <a:pt x="295275" y="1809750"/>
                </a:lnTo>
                <a:lnTo>
                  <a:pt x="304800" y="1809750"/>
                </a:lnTo>
                <a:close/>
                <a:moveTo>
                  <a:pt x="1990725" y="1790700"/>
                </a:moveTo>
                <a:lnTo>
                  <a:pt x="2000250" y="1790700"/>
                </a:lnTo>
                <a:lnTo>
                  <a:pt x="2000250" y="1800225"/>
                </a:lnTo>
                <a:lnTo>
                  <a:pt x="2009775" y="1800225"/>
                </a:lnTo>
                <a:lnTo>
                  <a:pt x="2009775" y="1809750"/>
                </a:lnTo>
                <a:lnTo>
                  <a:pt x="1990725" y="1809750"/>
                </a:lnTo>
                <a:close/>
                <a:moveTo>
                  <a:pt x="2152650" y="1885950"/>
                </a:moveTo>
                <a:lnTo>
                  <a:pt x="2162175" y="1885950"/>
                </a:lnTo>
                <a:lnTo>
                  <a:pt x="2162175" y="1895475"/>
                </a:lnTo>
                <a:lnTo>
                  <a:pt x="2152650" y="1895475"/>
                </a:lnTo>
                <a:close/>
                <a:moveTo>
                  <a:pt x="276225" y="1914525"/>
                </a:moveTo>
                <a:lnTo>
                  <a:pt x="304800" y="1914525"/>
                </a:lnTo>
                <a:lnTo>
                  <a:pt x="304800" y="1924050"/>
                </a:lnTo>
                <a:lnTo>
                  <a:pt x="314325" y="1924050"/>
                </a:lnTo>
                <a:lnTo>
                  <a:pt x="314325" y="1914525"/>
                </a:lnTo>
                <a:lnTo>
                  <a:pt x="323850" y="1914525"/>
                </a:lnTo>
                <a:lnTo>
                  <a:pt x="323850" y="1933575"/>
                </a:lnTo>
                <a:lnTo>
                  <a:pt x="314325" y="1933575"/>
                </a:lnTo>
                <a:lnTo>
                  <a:pt x="314325" y="1943100"/>
                </a:lnTo>
                <a:lnTo>
                  <a:pt x="304800" y="1943100"/>
                </a:lnTo>
                <a:lnTo>
                  <a:pt x="304800" y="1952625"/>
                </a:lnTo>
                <a:lnTo>
                  <a:pt x="295275" y="1952625"/>
                </a:lnTo>
                <a:lnTo>
                  <a:pt x="295275" y="1962150"/>
                </a:lnTo>
                <a:lnTo>
                  <a:pt x="276225" y="1962150"/>
                </a:lnTo>
                <a:lnTo>
                  <a:pt x="276225" y="1952625"/>
                </a:lnTo>
                <a:lnTo>
                  <a:pt x="266700" y="1952625"/>
                </a:lnTo>
                <a:lnTo>
                  <a:pt x="266700" y="1924050"/>
                </a:lnTo>
                <a:lnTo>
                  <a:pt x="276225" y="1924050"/>
                </a:lnTo>
                <a:close/>
                <a:moveTo>
                  <a:pt x="314325" y="1990725"/>
                </a:moveTo>
                <a:lnTo>
                  <a:pt x="323850" y="1990725"/>
                </a:lnTo>
                <a:lnTo>
                  <a:pt x="323850" y="2000250"/>
                </a:lnTo>
                <a:lnTo>
                  <a:pt x="314325" y="2000250"/>
                </a:lnTo>
                <a:close/>
                <a:moveTo>
                  <a:pt x="304800" y="2000250"/>
                </a:moveTo>
                <a:lnTo>
                  <a:pt x="314325" y="2000250"/>
                </a:lnTo>
                <a:lnTo>
                  <a:pt x="314325" y="2019300"/>
                </a:lnTo>
                <a:lnTo>
                  <a:pt x="304800" y="2019300"/>
                </a:lnTo>
                <a:close/>
                <a:moveTo>
                  <a:pt x="333375" y="2009775"/>
                </a:moveTo>
                <a:lnTo>
                  <a:pt x="342900" y="2009775"/>
                </a:lnTo>
                <a:lnTo>
                  <a:pt x="342900" y="2019300"/>
                </a:lnTo>
                <a:lnTo>
                  <a:pt x="333375" y="2019300"/>
                </a:lnTo>
                <a:close/>
                <a:moveTo>
                  <a:pt x="295275" y="2019300"/>
                </a:moveTo>
                <a:lnTo>
                  <a:pt x="304800" y="2019300"/>
                </a:lnTo>
                <a:lnTo>
                  <a:pt x="304800" y="2028825"/>
                </a:lnTo>
                <a:lnTo>
                  <a:pt x="295275" y="2028825"/>
                </a:lnTo>
                <a:close/>
                <a:moveTo>
                  <a:pt x="304800" y="2028825"/>
                </a:moveTo>
                <a:lnTo>
                  <a:pt x="314325" y="2028825"/>
                </a:lnTo>
                <a:lnTo>
                  <a:pt x="314325" y="2047875"/>
                </a:lnTo>
                <a:lnTo>
                  <a:pt x="304800" y="2047875"/>
                </a:lnTo>
                <a:close/>
                <a:moveTo>
                  <a:pt x="333375" y="2057400"/>
                </a:moveTo>
                <a:lnTo>
                  <a:pt x="342900" y="2057400"/>
                </a:lnTo>
                <a:lnTo>
                  <a:pt x="342900" y="2066925"/>
                </a:lnTo>
                <a:lnTo>
                  <a:pt x="333375" y="2066925"/>
                </a:lnTo>
                <a:close/>
              </a:path>
            </a:pathLst>
          </a:custGeom>
          <a:solidFill xmlns:a="http://schemas.openxmlformats.org/drawingml/2006/main">
            <a:srgbClr val="FEF6E1"/>
          </a:solidFill>
          <a:ln xmlns:a="http://schemas.openxmlformats.org/drawingml/2006/main" w="0">
            <a:noFill/>
          </a:ln>
        </p:spPr>
      </p:sp>
      <p:sp>
        <p:nvSpPr>
          <p:cNvPr id="14" name="logo vector #fef5e3">
            <a:extLst xmlns:a="http://schemas.openxmlformats.org/drawingml/2006/main">
              <a:ext uri="{FF2B5EF4-FFF2-40B4-BE49-F238E27FC236}">
                <a16:creationId xmlns:a16="http://schemas.microsoft.com/office/drawing/2014/main" id="{D073980F-48C3-4506-8CA1-A8C9BFDB6C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124450" y="1590675"/>
            <a:ext cx="2867025" cy="2752725"/>
          </a:xfrm>
          <a:custGeom xmlns:a="http://schemas.openxmlformats.org/drawingml/2006/main">
            <a:pathLst>
              <a:path w="2428875" h="2333625">
                <a:moveTo>
                  <a:pt x="228600" y="0"/>
                </a:moveTo>
                <a:lnTo>
                  <a:pt x="238125" y="0"/>
                </a:lnTo>
                <a:lnTo>
                  <a:pt x="238125" y="9525"/>
                </a:lnTo>
                <a:lnTo>
                  <a:pt x="228600" y="9525"/>
                </a:lnTo>
                <a:close/>
                <a:moveTo>
                  <a:pt x="2190750" y="0"/>
                </a:moveTo>
                <a:lnTo>
                  <a:pt x="2200275" y="0"/>
                </a:lnTo>
                <a:lnTo>
                  <a:pt x="2200275" y="9525"/>
                </a:lnTo>
                <a:lnTo>
                  <a:pt x="2190750" y="9525"/>
                </a:lnTo>
                <a:close/>
                <a:moveTo>
                  <a:pt x="200025" y="9525"/>
                </a:moveTo>
                <a:lnTo>
                  <a:pt x="209550" y="9525"/>
                </a:lnTo>
                <a:lnTo>
                  <a:pt x="209550" y="19050"/>
                </a:lnTo>
                <a:lnTo>
                  <a:pt x="200025" y="19050"/>
                </a:lnTo>
                <a:close/>
                <a:moveTo>
                  <a:pt x="2238375" y="19050"/>
                </a:moveTo>
                <a:lnTo>
                  <a:pt x="2247900" y="19050"/>
                </a:lnTo>
                <a:lnTo>
                  <a:pt x="2247900" y="28575"/>
                </a:lnTo>
                <a:lnTo>
                  <a:pt x="2238375" y="28575"/>
                </a:lnTo>
                <a:close/>
                <a:moveTo>
                  <a:pt x="142875" y="28575"/>
                </a:moveTo>
                <a:lnTo>
                  <a:pt x="171450" y="28575"/>
                </a:lnTo>
                <a:lnTo>
                  <a:pt x="171450" y="38100"/>
                </a:lnTo>
                <a:lnTo>
                  <a:pt x="142875" y="38100"/>
                </a:lnTo>
                <a:close/>
                <a:moveTo>
                  <a:pt x="133350" y="38100"/>
                </a:moveTo>
                <a:lnTo>
                  <a:pt x="142875" y="38100"/>
                </a:lnTo>
                <a:lnTo>
                  <a:pt x="142875" y="47625"/>
                </a:lnTo>
                <a:lnTo>
                  <a:pt x="133350" y="47625"/>
                </a:lnTo>
                <a:close/>
                <a:moveTo>
                  <a:pt x="114300" y="47625"/>
                </a:moveTo>
                <a:lnTo>
                  <a:pt x="123825" y="47625"/>
                </a:lnTo>
                <a:lnTo>
                  <a:pt x="123825" y="57150"/>
                </a:lnTo>
                <a:lnTo>
                  <a:pt x="114300" y="57150"/>
                </a:lnTo>
                <a:close/>
                <a:moveTo>
                  <a:pt x="2324100" y="66675"/>
                </a:moveTo>
                <a:lnTo>
                  <a:pt x="2333625" y="66675"/>
                </a:lnTo>
                <a:lnTo>
                  <a:pt x="2333625" y="76200"/>
                </a:lnTo>
                <a:lnTo>
                  <a:pt x="2324100" y="76200"/>
                </a:lnTo>
                <a:close/>
                <a:moveTo>
                  <a:pt x="85725" y="76200"/>
                </a:moveTo>
                <a:lnTo>
                  <a:pt x="95250" y="76200"/>
                </a:lnTo>
                <a:lnTo>
                  <a:pt x="95250" y="85725"/>
                </a:lnTo>
                <a:lnTo>
                  <a:pt x="85725" y="85725"/>
                </a:lnTo>
                <a:close/>
                <a:moveTo>
                  <a:pt x="2333625" y="76200"/>
                </a:moveTo>
                <a:lnTo>
                  <a:pt x="2343150" y="76200"/>
                </a:lnTo>
                <a:lnTo>
                  <a:pt x="2343150" y="85725"/>
                </a:lnTo>
                <a:lnTo>
                  <a:pt x="2333625" y="85725"/>
                </a:lnTo>
                <a:close/>
                <a:moveTo>
                  <a:pt x="76200" y="95250"/>
                </a:moveTo>
                <a:lnTo>
                  <a:pt x="85725" y="95250"/>
                </a:lnTo>
                <a:lnTo>
                  <a:pt x="85725" y="104775"/>
                </a:lnTo>
                <a:lnTo>
                  <a:pt x="76200" y="104775"/>
                </a:lnTo>
                <a:close/>
                <a:moveTo>
                  <a:pt x="2352675" y="95250"/>
                </a:moveTo>
                <a:lnTo>
                  <a:pt x="2362200" y="95250"/>
                </a:lnTo>
                <a:lnTo>
                  <a:pt x="2362200" y="104775"/>
                </a:lnTo>
                <a:lnTo>
                  <a:pt x="2352675" y="104775"/>
                </a:lnTo>
                <a:close/>
                <a:moveTo>
                  <a:pt x="2362200" y="114300"/>
                </a:moveTo>
                <a:lnTo>
                  <a:pt x="2371725" y="114300"/>
                </a:lnTo>
                <a:lnTo>
                  <a:pt x="2371725" y="123825"/>
                </a:lnTo>
                <a:lnTo>
                  <a:pt x="2362200" y="123825"/>
                </a:lnTo>
                <a:close/>
                <a:moveTo>
                  <a:pt x="2371725" y="123825"/>
                </a:moveTo>
                <a:lnTo>
                  <a:pt x="2381250" y="123825"/>
                </a:lnTo>
                <a:lnTo>
                  <a:pt x="2381250" y="133350"/>
                </a:lnTo>
                <a:lnTo>
                  <a:pt x="2371725" y="133350"/>
                </a:lnTo>
                <a:close/>
                <a:moveTo>
                  <a:pt x="28575" y="152400"/>
                </a:moveTo>
                <a:lnTo>
                  <a:pt x="47625" y="152400"/>
                </a:lnTo>
                <a:lnTo>
                  <a:pt x="47625" y="161925"/>
                </a:lnTo>
                <a:lnTo>
                  <a:pt x="38100" y="161925"/>
                </a:lnTo>
                <a:lnTo>
                  <a:pt x="38100" y="180975"/>
                </a:lnTo>
                <a:lnTo>
                  <a:pt x="28575" y="180975"/>
                </a:lnTo>
                <a:close/>
                <a:moveTo>
                  <a:pt x="2400300" y="171450"/>
                </a:moveTo>
                <a:lnTo>
                  <a:pt x="2409825" y="171450"/>
                </a:lnTo>
                <a:lnTo>
                  <a:pt x="2409825" y="180975"/>
                </a:lnTo>
                <a:lnTo>
                  <a:pt x="2400300" y="180975"/>
                </a:lnTo>
                <a:close/>
                <a:moveTo>
                  <a:pt x="647700" y="219075"/>
                </a:moveTo>
                <a:lnTo>
                  <a:pt x="666750" y="219075"/>
                </a:lnTo>
                <a:lnTo>
                  <a:pt x="666750" y="228600"/>
                </a:lnTo>
                <a:lnTo>
                  <a:pt x="685800" y="228600"/>
                </a:lnTo>
                <a:lnTo>
                  <a:pt x="685800" y="219075"/>
                </a:lnTo>
                <a:lnTo>
                  <a:pt x="695325" y="219075"/>
                </a:lnTo>
                <a:lnTo>
                  <a:pt x="695325" y="228600"/>
                </a:lnTo>
                <a:lnTo>
                  <a:pt x="685800" y="228600"/>
                </a:lnTo>
                <a:lnTo>
                  <a:pt x="685800" y="247650"/>
                </a:lnTo>
                <a:lnTo>
                  <a:pt x="676275" y="247650"/>
                </a:lnTo>
                <a:lnTo>
                  <a:pt x="676275" y="257175"/>
                </a:lnTo>
                <a:lnTo>
                  <a:pt x="685800" y="257175"/>
                </a:lnTo>
                <a:lnTo>
                  <a:pt x="685800" y="266700"/>
                </a:lnTo>
                <a:lnTo>
                  <a:pt x="676275" y="266700"/>
                </a:lnTo>
                <a:lnTo>
                  <a:pt x="676275" y="285750"/>
                </a:lnTo>
                <a:lnTo>
                  <a:pt x="657225" y="285750"/>
                </a:lnTo>
                <a:lnTo>
                  <a:pt x="657225" y="266700"/>
                </a:lnTo>
                <a:lnTo>
                  <a:pt x="647700" y="266700"/>
                </a:lnTo>
                <a:lnTo>
                  <a:pt x="647700" y="257175"/>
                </a:lnTo>
                <a:lnTo>
                  <a:pt x="638175" y="257175"/>
                </a:lnTo>
                <a:lnTo>
                  <a:pt x="638175" y="247650"/>
                </a:lnTo>
                <a:lnTo>
                  <a:pt x="647700" y="247650"/>
                </a:lnTo>
                <a:lnTo>
                  <a:pt x="647700" y="257175"/>
                </a:lnTo>
                <a:lnTo>
                  <a:pt x="666750" y="257175"/>
                </a:lnTo>
                <a:lnTo>
                  <a:pt x="666750" y="238125"/>
                </a:lnTo>
                <a:lnTo>
                  <a:pt x="647700" y="238125"/>
                </a:lnTo>
                <a:close/>
                <a:moveTo>
                  <a:pt x="1104900" y="219075"/>
                </a:moveTo>
                <a:lnTo>
                  <a:pt x="1162050" y="219075"/>
                </a:lnTo>
                <a:lnTo>
                  <a:pt x="1162050" y="238125"/>
                </a:lnTo>
                <a:lnTo>
                  <a:pt x="1152525" y="238125"/>
                </a:lnTo>
                <a:lnTo>
                  <a:pt x="1152525" y="257175"/>
                </a:lnTo>
                <a:lnTo>
                  <a:pt x="1209675" y="257175"/>
                </a:lnTo>
                <a:lnTo>
                  <a:pt x="1209675" y="238125"/>
                </a:lnTo>
                <a:lnTo>
                  <a:pt x="1219200" y="238125"/>
                </a:lnTo>
                <a:lnTo>
                  <a:pt x="1219200" y="228600"/>
                </a:lnTo>
                <a:lnTo>
                  <a:pt x="1181100" y="228600"/>
                </a:lnTo>
                <a:lnTo>
                  <a:pt x="1181100" y="219075"/>
                </a:lnTo>
                <a:lnTo>
                  <a:pt x="1247775" y="219075"/>
                </a:lnTo>
                <a:lnTo>
                  <a:pt x="1247775" y="228600"/>
                </a:lnTo>
                <a:lnTo>
                  <a:pt x="1238250" y="228600"/>
                </a:lnTo>
                <a:lnTo>
                  <a:pt x="1238250" y="247650"/>
                </a:lnTo>
                <a:lnTo>
                  <a:pt x="1247775" y="247650"/>
                </a:lnTo>
                <a:lnTo>
                  <a:pt x="1247775" y="257175"/>
                </a:lnTo>
                <a:lnTo>
                  <a:pt x="1304925" y="257175"/>
                </a:lnTo>
                <a:lnTo>
                  <a:pt x="1304925" y="247650"/>
                </a:lnTo>
                <a:lnTo>
                  <a:pt x="1323975" y="247650"/>
                </a:lnTo>
                <a:lnTo>
                  <a:pt x="1323975" y="257175"/>
                </a:lnTo>
                <a:lnTo>
                  <a:pt x="1314450" y="257175"/>
                </a:lnTo>
                <a:lnTo>
                  <a:pt x="1314450" y="276225"/>
                </a:lnTo>
                <a:lnTo>
                  <a:pt x="1295400" y="276225"/>
                </a:lnTo>
                <a:lnTo>
                  <a:pt x="1295400" y="266700"/>
                </a:lnTo>
                <a:lnTo>
                  <a:pt x="1266825" y="266700"/>
                </a:lnTo>
                <a:lnTo>
                  <a:pt x="1266825" y="276225"/>
                </a:lnTo>
                <a:lnTo>
                  <a:pt x="1257300" y="276225"/>
                </a:lnTo>
                <a:lnTo>
                  <a:pt x="1257300" y="285750"/>
                </a:lnTo>
                <a:lnTo>
                  <a:pt x="1247775" y="285750"/>
                </a:lnTo>
                <a:lnTo>
                  <a:pt x="1247775" y="295275"/>
                </a:lnTo>
                <a:lnTo>
                  <a:pt x="1238250" y="295275"/>
                </a:lnTo>
                <a:lnTo>
                  <a:pt x="1238250" y="304800"/>
                </a:lnTo>
                <a:lnTo>
                  <a:pt x="1209675" y="304800"/>
                </a:lnTo>
                <a:lnTo>
                  <a:pt x="1209675" y="295275"/>
                </a:lnTo>
                <a:lnTo>
                  <a:pt x="1181100" y="295275"/>
                </a:lnTo>
                <a:lnTo>
                  <a:pt x="1181100" y="285750"/>
                </a:lnTo>
                <a:lnTo>
                  <a:pt x="1190625" y="285750"/>
                </a:lnTo>
                <a:lnTo>
                  <a:pt x="1190625" y="276225"/>
                </a:lnTo>
                <a:lnTo>
                  <a:pt x="1171575" y="276225"/>
                </a:lnTo>
                <a:lnTo>
                  <a:pt x="1171575" y="304800"/>
                </a:lnTo>
                <a:lnTo>
                  <a:pt x="1123950" y="304800"/>
                </a:lnTo>
                <a:lnTo>
                  <a:pt x="1123950" y="314325"/>
                </a:lnTo>
                <a:lnTo>
                  <a:pt x="1104900" y="314325"/>
                </a:lnTo>
                <a:lnTo>
                  <a:pt x="1104900" y="323850"/>
                </a:lnTo>
                <a:lnTo>
                  <a:pt x="1066800" y="323850"/>
                </a:lnTo>
                <a:lnTo>
                  <a:pt x="1066800" y="314325"/>
                </a:lnTo>
                <a:lnTo>
                  <a:pt x="1076325" y="314325"/>
                </a:lnTo>
                <a:lnTo>
                  <a:pt x="1076325" y="304800"/>
                </a:lnTo>
                <a:lnTo>
                  <a:pt x="1085850" y="304800"/>
                </a:lnTo>
                <a:lnTo>
                  <a:pt x="1085850" y="314325"/>
                </a:lnTo>
                <a:lnTo>
                  <a:pt x="1095375" y="314325"/>
                </a:lnTo>
                <a:lnTo>
                  <a:pt x="1095375" y="304800"/>
                </a:lnTo>
                <a:lnTo>
                  <a:pt x="1104900" y="304800"/>
                </a:lnTo>
                <a:close/>
                <a:moveTo>
                  <a:pt x="1257300" y="219075"/>
                </a:moveTo>
                <a:lnTo>
                  <a:pt x="1276350" y="219075"/>
                </a:lnTo>
                <a:lnTo>
                  <a:pt x="1276350" y="228600"/>
                </a:lnTo>
                <a:lnTo>
                  <a:pt x="1257300" y="228600"/>
                </a:lnTo>
                <a:close/>
                <a:moveTo>
                  <a:pt x="1390650" y="219075"/>
                </a:moveTo>
                <a:lnTo>
                  <a:pt x="1409700" y="219075"/>
                </a:lnTo>
                <a:lnTo>
                  <a:pt x="1409700" y="228600"/>
                </a:lnTo>
                <a:lnTo>
                  <a:pt x="1390650" y="228600"/>
                </a:lnTo>
                <a:close/>
                <a:moveTo>
                  <a:pt x="1438275" y="219075"/>
                </a:moveTo>
                <a:lnTo>
                  <a:pt x="1466850" y="219075"/>
                </a:lnTo>
                <a:lnTo>
                  <a:pt x="1466850" y="247650"/>
                </a:lnTo>
                <a:lnTo>
                  <a:pt x="1457325" y="247650"/>
                </a:lnTo>
                <a:lnTo>
                  <a:pt x="1457325" y="238125"/>
                </a:lnTo>
                <a:lnTo>
                  <a:pt x="1438275" y="238125"/>
                </a:lnTo>
                <a:close/>
                <a:moveTo>
                  <a:pt x="1771650" y="219075"/>
                </a:moveTo>
                <a:lnTo>
                  <a:pt x="1809750" y="219075"/>
                </a:lnTo>
                <a:lnTo>
                  <a:pt x="1809750" y="228600"/>
                </a:lnTo>
                <a:lnTo>
                  <a:pt x="1800225" y="228600"/>
                </a:lnTo>
                <a:lnTo>
                  <a:pt x="1800225" y="238125"/>
                </a:lnTo>
                <a:lnTo>
                  <a:pt x="1781175" y="238125"/>
                </a:lnTo>
                <a:lnTo>
                  <a:pt x="1781175" y="228600"/>
                </a:lnTo>
                <a:lnTo>
                  <a:pt x="1771650" y="228600"/>
                </a:lnTo>
                <a:close/>
                <a:moveTo>
                  <a:pt x="1362075" y="228600"/>
                </a:moveTo>
                <a:lnTo>
                  <a:pt x="1390650" y="228600"/>
                </a:lnTo>
                <a:lnTo>
                  <a:pt x="1390650" y="238125"/>
                </a:lnTo>
                <a:lnTo>
                  <a:pt x="1362075" y="238125"/>
                </a:lnTo>
                <a:close/>
                <a:moveTo>
                  <a:pt x="1495425" y="228600"/>
                </a:moveTo>
                <a:lnTo>
                  <a:pt x="1504950" y="228600"/>
                </a:lnTo>
                <a:lnTo>
                  <a:pt x="1504950" y="257175"/>
                </a:lnTo>
                <a:lnTo>
                  <a:pt x="1485900" y="257175"/>
                </a:lnTo>
                <a:lnTo>
                  <a:pt x="1485900" y="247650"/>
                </a:lnTo>
                <a:lnTo>
                  <a:pt x="1495425" y="247650"/>
                </a:lnTo>
                <a:close/>
                <a:moveTo>
                  <a:pt x="1819275" y="228600"/>
                </a:moveTo>
                <a:lnTo>
                  <a:pt x="1828800" y="228600"/>
                </a:lnTo>
                <a:lnTo>
                  <a:pt x="1828800" y="238125"/>
                </a:lnTo>
                <a:lnTo>
                  <a:pt x="1819275" y="238125"/>
                </a:lnTo>
                <a:close/>
                <a:moveTo>
                  <a:pt x="1114425" y="238125"/>
                </a:moveTo>
                <a:lnTo>
                  <a:pt x="1133475" y="238125"/>
                </a:lnTo>
                <a:lnTo>
                  <a:pt x="1133475" y="228600"/>
                </a:lnTo>
                <a:lnTo>
                  <a:pt x="1114425" y="228600"/>
                </a:lnTo>
                <a:close/>
                <a:moveTo>
                  <a:pt x="2419350" y="238125"/>
                </a:moveTo>
                <a:lnTo>
                  <a:pt x="2428875" y="238125"/>
                </a:lnTo>
                <a:lnTo>
                  <a:pt x="2428875" y="247650"/>
                </a:lnTo>
                <a:lnTo>
                  <a:pt x="2419350" y="247650"/>
                </a:lnTo>
                <a:close/>
                <a:moveTo>
                  <a:pt x="533400" y="247650"/>
                </a:moveTo>
                <a:lnTo>
                  <a:pt x="542925" y="247650"/>
                </a:lnTo>
                <a:lnTo>
                  <a:pt x="542925" y="257175"/>
                </a:lnTo>
                <a:lnTo>
                  <a:pt x="533400" y="257175"/>
                </a:lnTo>
                <a:close/>
                <a:moveTo>
                  <a:pt x="571500" y="247650"/>
                </a:moveTo>
                <a:lnTo>
                  <a:pt x="590550" y="247650"/>
                </a:lnTo>
                <a:lnTo>
                  <a:pt x="590550" y="266700"/>
                </a:lnTo>
                <a:lnTo>
                  <a:pt x="581025" y="266700"/>
                </a:lnTo>
                <a:lnTo>
                  <a:pt x="581025" y="257175"/>
                </a:lnTo>
                <a:lnTo>
                  <a:pt x="571500" y="257175"/>
                </a:lnTo>
                <a:close/>
                <a:moveTo>
                  <a:pt x="523875" y="257175"/>
                </a:moveTo>
                <a:lnTo>
                  <a:pt x="533400" y="257175"/>
                </a:lnTo>
                <a:lnTo>
                  <a:pt x="533400" y="276225"/>
                </a:lnTo>
                <a:lnTo>
                  <a:pt x="523875" y="276225"/>
                </a:lnTo>
                <a:lnTo>
                  <a:pt x="523875" y="295275"/>
                </a:lnTo>
                <a:lnTo>
                  <a:pt x="514350" y="295275"/>
                </a:lnTo>
                <a:lnTo>
                  <a:pt x="514350" y="304800"/>
                </a:lnTo>
                <a:lnTo>
                  <a:pt x="504825" y="304800"/>
                </a:lnTo>
                <a:lnTo>
                  <a:pt x="504825" y="295275"/>
                </a:lnTo>
                <a:lnTo>
                  <a:pt x="495300" y="295275"/>
                </a:lnTo>
                <a:lnTo>
                  <a:pt x="495300" y="285750"/>
                </a:lnTo>
                <a:lnTo>
                  <a:pt x="457200" y="285750"/>
                </a:lnTo>
                <a:lnTo>
                  <a:pt x="457200" y="276225"/>
                </a:lnTo>
                <a:lnTo>
                  <a:pt x="504825" y="276225"/>
                </a:lnTo>
                <a:lnTo>
                  <a:pt x="504825" y="266700"/>
                </a:lnTo>
                <a:lnTo>
                  <a:pt x="523875" y="266700"/>
                </a:lnTo>
                <a:close/>
                <a:moveTo>
                  <a:pt x="1333500" y="257175"/>
                </a:moveTo>
                <a:lnTo>
                  <a:pt x="1352550" y="257175"/>
                </a:lnTo>
                <a:lnTo>
                  <a:pt x="1352550" y="266700"/>
                </a:lnTo>
                <a:lnTo>
                  <a:pt x="1400175" y="266700"/>
                </a:lnTo>
                <a:lnTo>
                  <a:pt x="1400175" y="285750"/>
                </a:lnTo>
                <a:lnTo>
                  <a:pt x="1381125" y="285750"/>
                </a:lnTo>
                <a:lnTo>
                  <a:pt x="1381125" y="295275"/>
                </a:lnTo>
                <a:lnTo>
                  <a:pt x="1390650" y="295275"/>
                </a:lnTo>
                <a:lnTo>
                  <a:pt x="1390650" y="314325"/>
                </a:lnTo>
                <a:lnTo>
                  <a:pt x="1381125" y="314325"/>
                </a:lnTo>
                <a:lnTo>
                  <a:pt x="1381125" y="304800"/>
                </a:lnTo>
                <a:lnTo>
                  <a:pt x="1362075" y="304800"/>
                </a:lnTo>
                <a:lnTo>
                  <a:pt x="1362075" y="295275"/>
                </a:lnTo>
                <a:lnTo>
                  <a:pt x="1352550" y="295275"/>
                </a:lnTo>
                <a:lnTo>
                  <a:pt x="1352550" y="276225"/>
                </a:lnTo>
                <a:lnTo>
                  <a:pt x="1343025" y="276225"/>
                </a:lnTo>
                <a:lnTo>
                  <a:pt x="1343025" y="266700"/>
                </a:lnTo>
                <a:lnTo>
                  <a:pt x="1333500" y="266700"/>
                </a:lnTo>
                <a:close/>
                <a:moveTo>
                  <a:pt x="1409700" y="257175"/>
                </a:moveTo>
                <a:lnTo>
                  <a:pt x="1419225" y="257175"/>
                </a:lnTo>
                <a:lnTo>
                  <a:pt x="1419225" y="266700"/>
                </a:lnTo>
                <a:lnTo>
                  <a:pt x="1409700" y="266700"/>
                </a:lnTo>
                <a:close/>
                <a:moveTo>
                  <a:pt x="1457325" y="257175"/>
                </a:moveTo>
                <a:lnTo>
                  <a:pt x="1476375" y="257175"/>
                </a:lnTo>
                <a:lnTo>
                  <a:pt x="1476375" y="266700"/>
                </a:lnTo>
                <a:lnTo>
                  <a:pt x="1485900" y="266700"/>
                </a:lnTo>
                <a:lnTo>
                  <a:pt x="1485900" y="276225"/>
                </a:lnTo>
                <a:lnTo>
                  <a:pt x="1457325" y="276225"/>
                </a:lnTo>
                <a:close/>
                <a:moveTo>
                  <a:pt x="1628775" y="257175"/>
                </a:moveTo>
                <a:lnTo>
                  <a:pt x="1638300" y="257175"/>
                </a:lnTo>
                <a:lnTo>
                  <a:pt x="1638300" y="266700"/>
                </a:lnTo>
                <a:lnTo>
                  <a:pt x="1628775" y="266700"/>
                </a:lnTo>
                <a:close/>
                <a:moveTo>
                  <a:pt x="1838325" y="266700"/>
                </a:moveTo>
                <a:lnTo>
                  <a:pt x="1857375" y="266700"/>
                </a:lnTo>
                <a:lnTo>
                  <a:pt x="1857375" y="276225"/>
                </a:lnTo>
                <a:lnTo>
                  <a:pt x="1847850" y="276225"/>
                </a:lnTo>
                <a:lnTo>
                  <a:pt x="1847850" y="285750"/>
                </a:lnTo>
                <a:lnTo>
                  <a:pt x="1838325" y="285750"/>
                </a:lnTo>
                <a:close/>
                <a:moveTo>
                  <a:pt x="1943100" y="285750"/>
                </a:moveTo>
                <a:lnTo>
                  <a:pt x="1962150" y="285750"/>
                </a:lnTo>
                <a:lnTo>
                  <a:pt x="1962150" y="295275"/>
                </a:lnTo>
                <a:lnTo>
                  <a:pt x="1943100" y="295275"/>
                </a:lnTo>
                <a:close/>
                <a:moveTo>
                  <a:pt x="561975" y="295275"/>
                </a:moveTo>
                <a:lnTo>
                  <a:pt x="571500" y="295275"/>
                </a:lnTo>
                <a:lnTo>
                  <a:pt x="571500" y="314325"/>
                </a:lnTo>
                <a:lnTo>
                  <a:pt x="590550" y="314325"/>
                </a:lnTo>
                <a:lnTo>
                  <a:pt x="590550" y="333375"/>
                </a:lnTo>
                <a:lnTo>
                  <a:pt x="533400" y="333375"/>
                </a:lnTo>
                <a:lnTo>
                  <a:pt x="533400" y="323850"/>
                </a:lnTo>
                <a:lnTo>
                  <a:pt x="523875" y="323850"/>
                </a:lnTo>
                <a:lnTo>
                  <a:pt x="523875" y="304800"/>
                </a:lnTo>
                <a:lnTo>
                  <a:pt x="561975" y="304800"/>
                </a:lnTo>
                <a:close/>
                <a:moveTo>
                  <a:pt x="809625" y="295275"/>
                </a:moveTo>
                <a:lnTo>
                  <a:pt x="819150" y="295275"/>
                </a:lnTo>
                <a:lnTo>
                  <a:pt x="819150" y="304800"/>
                </a:lnTo>
                <a:lnTo>
                  <a:pt x="809625" y="304800"/>
                </a:lnTo>
                <a:close/>
                <a:moveTo>
                  <a:pt x="962025" y="295275"/>
                </a:moveTo>
                <a:lnTo>
                  <a:pt x="971550" y="295275"/>
                </a:lnTo>
                <a:lnTo>
                  <a:pt x="971550" y="304800"/>
                </a:lnTo>
                <a:lnTo>
                  <a:pt x="981075" y="304800"/>
                </a:lnTo>
                <a:lnTo>
                  <a:pt x="981075" y="314325"/>
                </a:lnTo>
                <a:lnTo>
                  <a:pt x="1009650" y="314325"/>
                </a:lnTo>
                <a:lnTo>
                  <a:pt x="1009650" y="323850"/>
                </a:lnTo>
                <a:lnTo>
                  <a:pt x="952500" y="323850"/>
                </a:lnTo>
                <a:lnTo>
                  <a:pt x="952500" y="333375"/>
                </a:lnTo>
                <a:lnTo>
                  <a:pt x="923925" y="333375"/>
                </a:lnTo>
                <a:lnTo>
                  <a:pt x="923925" y="323850"/>
                </a:lnTo>
                <a:lnTo>
                  <a:pt x="933450" y="323850"/>
                </a:lnTo>
                <a:lnTo>
                  <a:pt x="933450" y="314325"/>
                </a:lnTo>
                <a:lnTo>
                  <a:pt x="952500" y="314325"/>
                </a:lnTo>
                <a:lnTo>
                  <a:pt x="952500" y="304800"/>
                </a:lnTo>
                <a:lnTo>
                  <a:pt x="962025" y="304800"/>
                </a:lnTo>
                <a:close/>
                <a:moveTo>
                  <a:pt x="1676400" y="295275"/>
                </a:moveTo>
                <a:lnTo>
                  <a:pt x="1685925" y="295275"/>
                </a:lnTo>
                <a:lnTo>
                  <a:pt x="1685925" y="304800"/>
                </a:lnTo>
                <a:lnTo>
                  <a:pt x="1676400" y="304800"/>
                </a:lnTo>
                <a:close/>
                <a:moveTo>
                  <a:pt x="1733550" y="304800"/>
                </a:moveTo>
                <a:lnTo>
                  <a:pt x="1743075" y="304800"/>
                </a:lnTo>
                <a:lnTo>
                  <a:pt x="1743075" y="314325"/>
                </a:lnTo>
                <a:lnTo>
                  <a:pt x="1733550" y="314325"/>
                </a:lnTo>
                <a:close/>
                <a:moveTo>
                  <a:pt x="1390650" y="314325"/>
                </a:moveTo>
                <a:lnTo>
                  <a:pt x="1419225" y="314325"/>
                </a:lnTo>
                <a:lnTo>
                  <a:pt x="1419225" y="323850"/>
                </a:lnTo>
                <a:lnTo>
                  <a:pt x="1390650" y="323850"/>
                </a:lnTo>
                <a:close/>
                <a:moveTo>
                  <a:pt x="1724025" y="314325"/>
                </a:moveTo>
                <a:lnTo>
                  <a:pt x="1733550" y="314325"/>
                </a:lnTo>
                <a:lnTo>
                  <a:pt x="1733550" y="342900"/>
                </a:lnTo>
                <a:lnTo>
                  <a:pt x="1714500" y="342900"/>
                </a:lnTo>
                <a:lnTo>
                  <a:pt x="1714500" y="323850"/>
                </a:lnTo>
                <a:lnTo>
                  <a:pt x="1724025" y="323850"/>
                </a:lnTo>
                <a:close/>
                <a:moveTo>
                  <a:pt x="838200" y="323850"/>
                </a:moveTo>
                <a:lnTo>
                  <a:pt x="847725" y="323850"/>
                </a:lnTo>
                <a:lnTo>
                  <a:pt x="847725" y="333375"/>
                </a:lnTo>
                <a:lnTo>
                  <a:pt x="838200" y="333375"/>
                </a:lnTo>
                <a:close/>
                <a:moveTo>
                  <a:pt x="866775" y="323850"/>
                </a:moveTo>
                <a:lnTo>
                  <a:pt x="885825" y="323850"/>
                </a:lnTo>
                <a:lnTo>
                  <a:pt x="885825" y="333375"/>
                </a:lnTo>
                <a:lnTo>
                  <a:pt x="866775" y="333375"/>
                </a:lnTo>
                <a:close/>
                <a:moveTo>
                  <a:pt x="1476375" y="323850"/>
                </a:moveTo>
                <a:lnTo>
                  <a:pt x="1524000" y="323850"/>
                </a:lnTo>
                <a:lnTo>
                  <a:pt x="1524000" y="333375"/>
                </a:lnTo>
                <a:lnTo>
                  <a:pt x="1476375" y="333375"/>
                </a:lnTo>
                <a:close/>
                <a:moveTo>
                  <a:pt x="1628775" y="323850"/>
                </a:moveTo>
                <a:lnTo>
                  <a:pt x="1647825" y="323850"/>
                </a:lnTo>
                <a:lnTo>
                  <a:pt x="1647825" y="333375"/>
                </a:lnTo>
                <a:lnTo>
                  <a:pt x="1628775" y="333375"/>
                </a:lnTo>
                <a:close/>
                <a:moveTo>
                  <a:pt x="1838325" y="323850"/>
                </a:moveTo>
                <a:lnTo>
                  <a:pt x="1857375" y="323850"/>
                </a:lnTo>
                <a:lnTo>
                  <a:pt x="1857375" y="333375"/>
                </a:lnTo>
                <a:lnTo>
                  <a:pt x="1847850" y="333375"/>
                </a:lnTo>
                <a:lnTo>
                  <a:pt x="1847850" y="352425"/>
                </a:lnTo>
                <a:lnTo>
                  <a:pt x="1828800" y="352425"/>
                </a:lnTo>
                <a:lnTo>
                  <a:pt x="1828800" y="342900"/>
                </a:lnTo>
                <a:lnTo>
                  <a:pt x="1838325" y="342900"/>
                </a:lnTo>
                <a:close/>
                <a:moveTo>
                  <a:pt x="895350" y="333375"/>
                </a:moveTo>
                <a:lnTo>
                  <a:pt x="923925" y="333375"/>
                </a:lnTo>
                <a:lnTo>
                  <a:pt x="923925" y="342900"/>
                </a:lnTo>
                <a:lnTo>
                  <a:pt x="895350" y="342900"/>
                </a:lnTo>
                <a:close/>
                <a:moveTo>
                  <a:pt x="1562100" y="333375"/>
                </a:moveTo>
                <a:lnTo>
                  <a:pt x="1581150" y="333375"/>
                </a:lnTo>
                <a:lnTo>
                  <a:pt x="1581150" y="342900"/>
                </a:lnTo>
                <a:lnTo>
                  <a:pt x="1562100" y="342900"/>
                </a:lnTo>
                <a:close/>
                <a:moveTo>
                  <a:pt x="1819275" y="352425"/>
                </a:moveTo>
                <a:lnTo>
                  <a:pt x="1828800" y="352425"/>
                </a:lnTo>
                <a:lnTo>
                  <a:pt x="1828800" y="361950"/>
                </a:lnTo>
                <a:lnTo>
                  <a:pt x="1819275" y="361950"/>
                </a:lnTo>
                <a:close/>
                <a:moveTo>
                  <a:pt x="2076450" y="361950"/>
                </a:moveTo>
                <a:lnTo>
                  <a:pt x="2085975" y="361950"/>
                </a:lnTo>
                <a:lnTo>
                  <a:pt x="2085975" y="371475"/>
                </a:lnTo>
                <a:lnTo>
                  <a:pt x="2076450" y="371475"/>
                </a:lnTo>
                <a:close/>
                <a:moveTo>
                  <a:pt x="371475" y="371475"/>
                </a:moveTo>
                <a:lnTo>
                  <a:pt x="390525" y="371475"/>
                </a:lnTo>
                <a:lnTo>
                  <a:pt x="390525" y="381000"/>
                </a:lnTo>
                <a:lnTo>
                  <a:pt x="381000" y="381000"/>
                </a:lnTo>
                <a:lnTo>
                  <a:pt x="381000" y="390525"/>
                </a:lnTo>
                <a:lnTo>
                  <a:pt x="371475" y="390525"/>
                </a:lnTo>
                <a:close/>
                <a:moveTo>
                  <a:pt x="695325" y="371475"/>
                </a:moveTo>
                <a:lnTo>
                  <a:pt x="704850" y="371475"/>
                </a:lnTo>
                <a:lnTo>
                  <a:pt x="704850" y="390525"/>
                </a:lnTo>
                <a:lnTo>
                  <a:pt x="695325" y="390525"/>
                </a:lnTo>
                <a:close/>
                <a:moveTo>
                  <a:pt x="390525" y="381000"/>
                </a:moveTo>
                <a:lnTo>
                  <a:pt x="400050" y="381000"/>
                </a:lnTo>
                <a:lnTo>
                  <a:pt x="400050" y="390525"/>
                </a:lnTo>
                <a:lnTo>
                  <a:pt x="390525" y="390525"/>
                </a:lnTo>
                <a:close/>
                <a:moveTo>
                  <a:pt x="685800" y="390525"/>
                </a:moveTo>
                <a:lnTo>
                  <a:pt x="695325" y="390525"/>
                </a:lnTo>
                <a:lnTo>
                  <a:pt x="695325" y="400050"/>
                </a:lnTo>
                <a:lnTo>
                  <a:pt x="685800" y="400050"/>
                </a:lnTo>
                <a:close/>
                <a:moveTo>
                  <a:pt x="1095375" y="390525"/>
                </a:moveTo>
                <a:lnTo>
                  <a:pt x="1123950" y="390525"/>
                </a:lnTo>
                <a:lnTo>
                  <a:pt x="1123950" y="400050"/>
                </a:lnTo>
                <a:lnTo>
                  <a:pt x="1152525" y="400050"/>
                </a:lnTo>
                <a:lnTo>
                  <a:pt x="1152525" y="390525"/>
                </a:lnTo>
                <a:lnTo>
                  <a:pt x="1238250" y="390525"/>
                </a:lnTo>
                <a:lnTo>
                  <a:pt x="1238250" y="400050"/>
                </a:lnTo>
                <a:lnTo>
                  <a:pt x="1247775" y="400050"/>
                </a:lnTo>
                <a:lnTo>
                  <a:pt x="1247775" y="409575"/>
                </a:lnTo>
                <a:lnTo>
                  <a:pt x="1200150" y="409575"/>
                </a:lnTo>
                <a:lnTo>
                  <a:pt x="1200150" y="400050"/>
                </a:lnTo>
                <a:lnTo>
                  <a:pt x="1152525" y="400050"/>
                </a:lnTo>
                <a:lnTo>
                  <a:pt x="1152525" y="409575"/>
                </a:lnTo>
                <a:lnTo>
                  <a:pt x="1143000" y="409575"/>
                </a:lnTo>
                <a:lnTo>
                  <a:pt x="1143000" y="419100"/>
                </a:lnTo>
                <a:lnTo>
                  <a:pt x="1123950" y="419100"/>
                </a:lnTo>
                <a:lnTo>
                  <a:pt x="1123950" y="409575"/>
                </a:lnTo>
                <a:lnTo>
                  <a:pt x="1114425" y="409575"/>
                </a:lnTo>
                <a:lnTo>
                  <a:pt x="1114425" y="419100"/>
                </a:lnTo>
                <a:lnTo>
                  <a:pt x="1104900" y="419100"/>
                </a:lnTo>
                <a:lnTo>
                  <a:pt x="1104900" y="428625"/>
                </a:lnTo>
                <a:lnTo>
                  <a:pt x="1114425" y="428625"/>
                </a:lnTo>
                <a:lnTo>
                  <a:pt x="1114425" y="457200"/>
                </a:lnTo>
                <a:lnTo>
                  <a:pt x="1095375" y="457200"/>
                </a:lnTo>
                <a:lnTo>
                  <a:pt x="1095375" y="466725"/>
                </a:lnTo>
                <a:lnTo>
                  <a:pt x="1066800" y="466725"/>
                </a:lnTo>
                <a:lnTo>
                  <a:pt x="1066800" y="476250"/>
                </a:lnTo>
                <a:lnTo>
                  <a:pt x="1047750" y="476250"/>
                </a:lnTo>
                <a:lnTo>
                  <a:pt x="1047750" y="466725"/>
                </a:lnTo>
                <a:lnTo>
                  <a:pt x="1028700" y="466725"/>
                </a:lnTo>
                <a:lnTo>
                  <a:pt x="1028700" y="457200"/>
                </a:lnTo>
                <a:lnTo>
                  <a:pt x="1047750" y="457200"/>
                </a:lnTo>
                <a:lnTo>
                  <a:pt x="1047750" y="447675"/>
                </a:lnTo>
                <a:lnTo>
                  <a:pt x="1066800" y="447675"/>
                </a:lnTo>
                <a:lnTo>
                  <a:pt x="1066800" y="438150"/>
                </a:lnTo>
                <a:lnTo>
                  <a:pt x="1076325" y="438150"/>
                </a:lnTo>
                <a:lnTo>
                  <a:pt x="1076325" y="428625"/>
                </a:lnTo>
                <a:lnTo>
                  <a:pt x="1085850" y="428625"/>
                </a:lnTo>
                <a:lnTo>
                  <a:pt x="1085850" y="409575"/>
                </a:lnTo>
                <a:lnTo>
                  <a:pt x="1057275" y="409575"/>
                </a:lnTo>
                <a:lnTo>
                  <a:pt x="1057275" y="419100"/>
                </a:lnTo>
                <a:lnTo>
                  <a:pt x="1000125" y="419100"/>
                </a:lnTo>
                <a:lnTo>
                  <a:pt x="1000125" y="409575"/>
                </a:lnTo>
                <a:lnTo>
                  <a:pt x="1028700" y="409575"/>
                </a:lnTo>
                <a:lnTo>
                  <a:pt x="1028700" y="400050"/>
                </a:lnTo>
                <a:lnTo>
                  <a:pt x="1095375" y="400050"/>
                </a:lnTo>
                <a:close/>
                <a:moveTo>
                  <a:pt x="1295400" y="390525"/>
                </a:moveTo>
                <a:lnTo>
                  <a:pt x="1362075" y="390525"/>
                </a:lnTo>
                <a:lnTo>
                  <a:pt x="1362075" y="400050"/>
                </a:lnTo>
                <a:lnTo>
                  <a:pt x="1352550" y="400050"/>
                </a:lnTo>
                <a:lnTo>
                  <a:pt x="1352550" y="419100"/>
                </a:lnTo>
                <a:lnTo>
                  <a:pt x="1333500" y="419100"/>
                </a:lnTo>
                <a:lnTo>
                  <a:pt x="1333500" y="409575"/>
                </a:lnTo>
                <a:lnTo>
                  <a:pt x="1295400" y="409575"/>
                </a:lnTo>
                <a:close/>
                <a:moveTo>
                  <a:pt x="1400175" y="390525"/>
                </a:moveTo>
                <a:lnTo>
                  <a:pt x="1438275" y="390525"/>
                </a:lnTo>
                <a:lnTo>
                  <a:pt x="1438275" y="400050"/>
                </a:lnTo>
                <a:lnTo>
                  <a:pt x="1447800" y="400050"/>
                </a:lnTo>
                <a:lnTo>
                  <a:pt x="1447800" y="409575"/>
                </a:lnTo>
                <a:lnTo>
                  <a:pt x="1419225" y="409575"/>
                </a:lnTo>
                <a:lnTo>
                  <a:pt x="1419225" y="400050"/>
                </a:lnTo>
                <a:lnTo>
                  <a:pt x="1400175" y="400050"/>
                </a:lnTo>
                <a:close/>
                <a:moveTo>
                  <a:pt x="2009775" y="390525"/>
                </a:moveTo>
                <a:lnTo>
                  <a:pt x="2019300" y="390525"/>
                </a:lnTo>
                <a:lnTo>
                  <a:pt x="2019300" y="400050"/>
                </a:lnTo>
                <a:lnTo>
                  <a:pt x="2009775" y="400050"/>
                </a:lnTo>
                <a:close/>
                <a:moveTo>
                  <a:pt x="2095500" y="390525"/>
                </a:moveTo>
                <a:lnTo>
                  <a:pt x="2105025" y="390525"/>
                </a:lnTo>
                <a:lnTo>
                  <a:pt x="2105025" y="400050"/>
                </a:lnTo>
                <a:lnTo>
                  <a:pt x="2114550" y="400050"/>
                </a:lnTo>
                <a:lnTo>
                  <a:pt x="2114550" y="409575"/>
                </a:lnTo>
                <a:lnTo>
                  <a:pt x="2124075" y="409575"/>
                </a:lnTo>
                <a:lnTo>
                  <a:pt x="2124075" y="419100"/>
                </a:lnTo>
                <a:lnTo>
                  <a:pt x="2095500" y="419100"/>
                </a:lnTo>
                <a:close/>
                <a:moveTo>
                  <a:pt x="676275" y="400050"/>
                </a:moveTo>
                <a:lnTo>
                  <a:pt x="685800" y="400050"/>
                </a:lnTo>
                <a:lnTo>
                  <a:pt x="685800" y="419100"/>
                </a:lnTo>
                <a:lnTo>
                  <a:pt x="676275" y="419100"/>
                </a:lnTo>
                <a:close/>
                <a:moveTo>
                  <a:pt x="914400" y="400050"/>
                </a:moveTo>
                <a:lnTo>
                  <a:pt x="923925" y="400050"/>
                </a:lnTo>
                <a:lnTo>
                  <a:pt x="923925" y="409575"/>
                </a:lnTo>
                <a:lnTo>
                  <a:pt x="914400" y="409575"/>
                </a:lnTo>
                <a:close/>
                <a:moveTo>
                  <a:pt x="1466850" y="400050"/>
                </a:moveTo>
                <a:lnTo>
                  <a:pt x="1524000" y="400050"/>
                </a:lnTo>
                <a:lnTo>
                  <a:pt x="1524000" y="409575"/>
                </a:lnTo>
                <a:lnTo>
                  <a:pt x="1533525" y="409575"/>
                </a:lnTo>
                <a:lnTo>
                  <a:pt x="1533525" y="419100"/>
                </a:lnTo>
                <a:lnTo>
                  <a:pt x="1524000" y="419100"/>
                </a:lnTo>
                <a:lnTo>
                  <a:pt x="1524000" y="428625"/>
                </a:lnTo>
                <a:lnTo>
                  <a:pt x="1514475" y="428625"/>
                </a:lnTo>
                <a:lnTo>
                  <a:pt x="1514475" y="438150"/>
                </a:lnTo>
                <a:lnTo>
                  <a:pt x="1495425" y="438150"/>
                </a:lnTo>
                <a:lnTo>
                  <a:pt x="1495425" y="428625"/>
                </a:lnTo>
                <a:lnTo>
                  <a:pt x="1485900" y="428625"/>
                </a:lnTo>
                <a:lnTo>
                  <a:pt x="1485900" y="409575"/>
                </a:lnTo>
                <a:lnTo>
                  <a:pt x="1466850" y="409575"/>
                </a:lnTo>
                <a:close/>
                <a:moveTo>
                  <a:pt x="1781175" y="400050"/>
                </a:moveTo>
                <a:lnTo>
                  <a:pt x="1800225" y="400050"/>
                </a:lnTo>
                <a:lnTo>
                  <a:pt x="1800225" y="409575"/>
                </a:lnTo>
                <a:lnTo>
                  <a:pt x="1790700" y="409575"/>
                </a:lnTo>
                <a:lnTo>
                  <a:pt x="1790700" y="419100"/>
                </a:lnTo>
                <a:lnTo>
                  <a:pt x="1800225" y="419100"/>
                </a:lnTo>
                <a:lnTo>
                  <a:pt x="1800225" y="438150"/>
                </a:lnTo>
                <a:lnTo>
                  <a:pt x="1838325" y="438150"/>
                </a:lnTo>
                <a:lnTo>
                  <a:pt x="1838325" y="447675"/>
                </a:lnTo>
                <a:lnTo>
                  <a:pt x="1790700" y="447675"/>
                </a:lnTo>
                <a:lnTo>
                  <a:pt x="1790700" y="438150"/>
                </a:lnTo>
                <a:lnTo>
                  <a:pt x="1781175" y="438150"/>
                </a:lnTo>
                <a:close/>
                <a:moveTo>
                  <a:pt x="390525" y="419100"/>
                </a:moveTo>
                <a:lnTo>
                  <a:pt x="428625" y="419100"/>
                </a:lnTo>
                <a:lnTo>
                  <a:pt x="428625" y="428625"/>
                </a:lnTo>
                <a:lnTo>
                  <a:pt x="419100" y="428625"/>
                </a:lnTo>
                <a:lnTo>
                  <a:pt x="419100" y="447675"/>
                </a:lnTo>
                <a:lnTo>
                  <a:pt x="409575" y="447675"/>
                </a:lnTo>
                <a:lnTo>
                  <a:pt x="409575" y="438150"/>
                </a:lnTo>
                <a:lnTo>
                  <a:pt x="400050" y="438150"/>
                </a:lnTo>
                <a:lnTo>
                  <a:pt x="400050" y="428625"/>
                </a:lnTo>
                <a:lnTo>
                  <a:pt x="390525" y="428625"/>
                </a:lnTo>
                <a:close/>
                <a:moveTo>
                  <a:pt x="666750" y="419100"/>
                </a:moveTo>
                <a:lnTo>
                  <a:pt x="676275" y="419100"/>
                </a:lnTo>
                <a:lnTo>
                  <a:pt x="676275" y="428625"/>
                </a:lnTo>
                <a:lnTo>
                  <a:pt x="666750" y="428625"/>
                </a:lnTo>
                <a:close/>
                <a:moveTo>
                  <a:pt x="838200" y="419100"/>
                </a:moveTo>
                <a:lnTo>
                  <a:pt x="847725" y="419100"/>
                </a:lnTo>
                <a:lnTo>
                  <a:pt x="847725" y="428625"/>
                </a:lnTo>
                <a:lnTo>
                  <a:pt x="838200" y="428625"/>
                </a:lnTo>
                <a:close/>
                <a:moveTo>
                  <a:pt x="314325" y="428625"/>
                </a:moveTo>
                <a:lnTo>
                  <a:pt x="323850" y="428625"/>
                </a:lnTo>
                <a:lnTo>
                  <a:pt x="323850" y="438150"/>
                </a:lnTo>
                <a:lnTo>
                  <a:pt x="314325" y="438150"/>
                </a:lnTo>
                <a:close/>
                <a:moveTo>
                  <a:pt x="657225" y="428625"/>
                </a:moveTo>
                <a:lnTo>
                  <a:pt x="666750" y="428625"/>
                </a:lnTo>
                <a:lnTo>
                  <a:pt x="666750" y="438150"/>
                </a:lnTo>
                <a:lnTo>
                  <a:pt x="657225" y="438150"/>
                </a:lnTo>
                <a:close/>
                <a:moveTo>
                  <a:pt x="819150" y="428625"/>
                </a:moveTo>
                <a:lnTo>
                  <a:pt x="838200" y="428625"/>
                </a:lnTo>
                <a:lnTo>
                  <a:pt x="838200" y="438150"/>
                </a:lnTo>
                <a:lnTo>
                  <a:pt x="819150" y="438150"/>
                </a:lnTo>
                <a:close/>
                <a:moveTo>
                  <a:pt x="295275" y="438150"/>
                </a:moveTo>
                <a:lnTo>
                  <a:pt x="314325" y="438150"/>
                </a:lnTo>
                <a:lnTo>
                  <a:pt x="314325" y="447675"/>
                </a:lnTo>
                <a:lnTo>
                  <a:pt x="295275" y="447675"/>
                </a:lnTo>
                <a:close/>
                <a:moveTo>
                  <a:pt x="647700" y="438150"/>
                </a:moveTo>
                <a:lnTo>
                  <a:pt x="657225" y="438150"/>
                </a:lnTo>
                <a:lnTo>
                  <a:pt x="657225" y="447675"/>
                </a:lnTo>
                <a:lnTo>
                  <a:pt x="647700" y="447675"/>
                </a:lnTo>
                <a:close/>
                <a:moveTo>
                  <a:pt x="752475" y="438150"/>
                </a:moveTo>
                <a:lnTo>
                  <a:pt x="762000" y="438150"/>
                </a:lnTo>
                <a:lnTo>
                  <a:pt x="762000" y="447675"/>
                </a:lnTo>
                <a:lnTo>
                  <a:pt x="752475" y="447675"/>
                </a:lnTo>
                <a:close/>
                <a:moveTo>
                  <a:pt x="923925" y="438150"/>
                </a:moveTo>
                <a:lnTo>
                  <a:pt x="952500" y="438150"/>
                </a:lnTo>
                <a:lnTo>
                  <a:pt x="952500" y="447675"/>
                </a:lnTo>
                <a:lnTo>
                  <a:pt x="933450" y="447675"/>
                </a:lnTo>
                <a:lnTo>
                  <a:pt x="933450" y="457200"/>
                </a:lnTo>
                <a:lnTo>
                  <a:pt x="904875" y="457200"/>
                </a:lnTo>
                <a:lnTo>
                  <a:pt x="904875" y="447675"/>
                </a:lnTo>
                <a:lnTo>
                  <a:pt x="923925" y="447675"/>
                </a:lnTo>
                <a:close/>
                <a:moveTo>
                  <a:pt x="1847850" y="438150"/>
                </a:moveTo>
                <a:lnTo>
                  <a:pt x="1857375" y="438150"/>
                </a:lnTo>
                <a:lnTo>
                  <a:pt x="1857375" y="447675"/>
                </a:lnTo>
                <a:lnTo>
                  <a:pt x="1847850" y="447675"/>
                </a:lnTo>
                <a:close/>
                <a:moveTo>
                  <a:pt x="733425" y="447675"/>
                </a:moveTo>
                <a:lnTo>
                  <a:pt x="742950" y="447675"/>
                </a:lnTo>
                <a:lnTo>
                  <a:pt x="742950" y="457200"/>
                </a:lnTo>
                <a:lnTo>
                  <a:pt x="733425" y="457200"/>
                </a:lnTo>
                <a:close/>
                <a:moveTo>
                  <a:pt x="962025" y="447675"/>
                </a:moveTo>
                <a:lnTo>
                  <a:pt x="981075" y="447675"/>
                </a:lnTo>
                <a:lnTo>
                  <a:pt x="981075" y="457200"/>
                </a:lnTo>
                <a:lnTo>
                  <a:pt x="990600" y="457200"/>
                </a:lnTo>
                <a:lnTo>
                  <a:pt x="990600" y="466725"/>
                </a:lnTo>
                <a:lnTo>
                  <a:pt x="1000125" y="466725"/>
                </a:lnTo>
                <a:lnTo>
                  <a:pt x="1000125" y="476250"/>
                </a:lnTo>
                <a:lnTo>
                  <a:pt x="1019175" y="476250"/>
                </a:lnTo>
                <a:lnTo>
                  <a:pt x="1019175" y="485775"/>
                </a:lnTo>
                <a:lnTo>
                  <a:pt x="1009650" y="485775"/>
                </a:lnTo>
                <a:lnTo>
                  <a:pt x="1009650" y="495300"/>
                </a:lnTo>
                <a:lnTo>
                  <a:pt x="990600" y="495300"/>
                </a:lnTo>
                <a:lnTo>
                  <a:pt x="990600" y="476250"/>
                </a:lnTo>
                <a:lnTo>
                  <a:pt x="981075" y="476250"/>
                </a:lnTo>
                <a:lnTo>
                  <a:pt x="981075" y="466725"/>
                </a:lnTo>
                <a:lnTo>
                  <a:pt x="971550" y="466725"/>
                </a:lnTo>
                <a:lnTo>
                  <a:pt x="971550" y="457200"/>
                </a:lnTo>
                <a:lnTo>
                  <a:pt x="962025" y="457200"/>
                </a:lnTo>
                <a:close/>
                <a:moveTo>
                  <a:pt x="1123950" y="447675"/>
                </a:moveTo>
                <a:lnTo>
                  <a:pt x="1152525" y="447675"/>
                </a:lnTo>
                <a:lnTo>
                  <a:pt x="1152525" y="457200"/>
                </a:lnTo>
                <a:lnTo>
                  <a:pt x="1143000" y="457200"/>
                </a:lnTo>
                <a:lnTo>
                  <a:pt x="1143000" y="466725"/>
                </a:lnTo>
                <a:lnTo>
                  <a:pt x="1133475" y="466725"/>
                </a:lnTo>
                <a:lnTo>
                  <a:pt x="1133475" y="457200"/>
                </a:lnTo>
                <a:lnTo>
                  <a:pt x="1123950" y="457200"/>
                </a:lnTo>
                <a:close/>
                <a:moveTo>
                  <a:pt x="1676400" y="447675"/>
                </a:moveTo>
                <a:lnTo>
                  <a:pt x="1685925" y="447675"/>
                </a:lnTo>
                <a:lnTo>
                  <a:pt x="1685925" y="457200"/>
                </a:lnTo>
                <a:lnTo>
                  <a:pt x="1676400" y="457200"/>
                </a:lnTo>
                <a:close/>
                <a:moveTo>
                  <a:pt x="2133600" y="447675"/>
                </a:moveTo>
                <a:lnTo>
                  <a:pt x="2152650" y="447675"/>
                </a:lnTo>
                <a:lnTo>
                  <a:pt x="2152650" y="466725"/>
                </a:lnTo>
                <a:lnTo>
                  <a:pt x="2133600" y="466725"/>
                </a:lnTo>
                <a:close/>
                <a:moveTo>
                  <a:pt x="723900" y="457200"/>
                </a:moveTo>
                <a:lnTo>
                  <a:pt x="733425" y="457200"/>
                </a:lnTo>
                <a:lnTo>
                  <a:pt x="733425" y="466725"/>
                </a:lnTo>
                <a:lnTo>
                  <a:pt x="723900" y="466725"/>
                </a:lnTo>
                <a:close/>
                <a:moveTo>
                  <a:pt x="885825" y="457200"/>
                </a:moveTo>
                <a:lnTo>
                  <a:pt x="895350" y="457200"/>
                </a:lnTo>
                <a:lnTo>
                  <a:pt x="895350" y="466725"/>
                </a:lnTo>
                <a:lnTo>
                  <a:pt x="885825" y="466725"/>
                </a:lnTo>
                <a:close/>
                <a:moveTo>
                  <a:pt x="1190625" y="457200"/>
                </a:moveTo>
                <a:lnTo>
                  <a:pt x="1209675" y="457200"/>
                </a:lnTo>
                <a:lnTo>
                  <a:pt x="1209675" y="466725"/>
                </a:lnTo>
                <a:lnTo>
                  <a:pt x="1190625" y="466725"/>
                </a:lnTo>
                <a:close/>
                <a:moveTo>
                  <a:pt x="1381125" y="457200"/>
                </a:moveTo>
                <a:lnTo>
                  <a:pt x="1409700" y="457200"/>
                </a:lnTo>
                <a:lnTo>
                  <a:pt x="1409700" y="466725"/>
                </a:lnTo>
                <a:lnTo>
                  <a:pt x="1400175" y="466725"/>
                </a:lnTo>
                <a:lnTo>
                  <a:pt x="1400175" y="476250"/>
                </a:lnTo>
                <a:lnTo>
                  <a:pt x="1390650" y="476250"/>
                </a:lnTo>
                <a:lnTo>
                  <a:pt x="1390650" y="485775"/>
                </a:lnTo>
                <a:lnTo>
                  <a:pt x="1381125" y="485775"/>
                </a:lnTo>
                <a:lnTo>
                  <a:pt x="1381125" y="495300"/>
                </a:lnTo>
                <a:lnTo>
                  <a:pt x="1371600" y="495300"/>
                </a:lnTo>
                <a:lnTo>
                  <a:pt x="1371600" y="514350"/>
                </a:lnTo>
                <a:lnTo>
                  <a:pt x="1362075" y="514350"/>
                </a:lnTo>
                <a:lnTo>
                  <a:pt x="1362075" y="476250"/>
                </a:lnTo>
                <a:lnTo>
                  <a:pt x="1371600" y="476250"/>
                </a:lnTo>
                <a:lnTo>
                  <a:pt x="1371600" y="466725"/>
                </a:lnTo>
                <a:lnTo>
                  <a:pt x="1381125" y="466725"/>
                </a:lnTo>
                <a:close/>
                <a:moveTo>
                  <a:pt x="1666875" y="457200"/>
                </a:moveTo>
                <a:lnTo>
                  <a:pt x="1676400" y="457200"/>
                </a:lnTo>
                <a:lnTo>
                  <a:pt x="1676400" y="466725"/>
                </a:lnTo>
                <a:lnTo>
                  <a:pt x="1666875" y="466725"/>
                </a:lnTo>
                <a:close/>
                <a:moveTo>
                  <a:pt x="1704975" y="457200"/>
                </a:moveTo>
                <a:lnTo>
                  <a:pt x="1714500" y="457200"/>
                </a:lnTo>
                <a:lnTo>
                  <a:pt x="1714500" y="466725"/>
                </a:lnTo>
                <a:lnTo>
                  <a:pt x="1704975" y="466725"/>
                </a:lnTo>
                <a:close/>
                <a:moveTo>
                  <a:pt x="1895475" y="457200"/>
                </a:moveTo>
                <a:lnTo>
                  <a:pt x="1905000" y="457200"/>
                </a:lnTo>
                <a:lnTo>
                  <a:pt x="1905000" y="466725"/>
                </a:lnTo>
                <a:lnTo>
                  <a:pt x="1895475" y="466725"/>
                </a:lnTo>
                <a:close/>
                <a:moveTo>
                  <a:pt x="866775" y="466725"/>
                </a:moveTo>
                <a:lnTo>
                  <a:pt x="876300" y="466725"/>
                </a:lnTo>
                <a:lnTo>
                  <a:pt x="876300" y="476250"/>
                </a:lnTo>
                <a:lnTo>
                  <a:pt x="866775" y="476250"/>
                </a:lnTo>
                <a:close/>
                <a:moveTo>
                  <a:pt x="1714500" y="466725"/>
                </a:moveTo>
                <a:lnTo>
                  <a:pt x="1724025" y="466725"/>
                </a:lnTo>
                <a:lnTo>
                  <a:pt x="1724025" y="476250"/>
                </a:lnTo>
                <a:lnTo>
                  <a:pt x="1714500" y="476250"/>
                </a:lnTo>
                <a:close/>
                <a:moveTo>
                  <a:pt x="1914525" y="466725"/>
                </a:moveTo>
                <a:lnTo>
                  <a:pt x="1933575" y="466725"/>
                </a:lnTo>
                <a:lnTo>
                  <a:pt x="1933575" y="476250"/>
                </a:lnTo>
                <a:lnTo>
                  <a:pt x="1914525" y="476250"/>
                </a:lnTo>
                <a:close/>
                <a:moveTo>
                  <a:pt x="857250" y="476250"/>
                </a:moveTo>
                <a:lnTo>
                  <a:pt x="866775" y="476250"/>
                </a:lnTo>
                <a:lnTo>
                  <a:pt x="866775" y="485775"/>
                </a:lnTo>
                <a:lnTo>
                  <a:pt x="857250" y="485775"/>
                </a:lnTo>
                <a:close/>
                <a:moveTo>
                  <a:pt x="1657350" y="476250"/>
                </a:moveTo>
                <a:lnTo>
                  <a:pt x="1666875" y="476250"/>
                </a:lnTo>
                <a:lnTo>
                  <a:pt x="1666875" y="504825"/>
                </a:lnTo>
                <a:lnTo>
                  <a:pt x="1657350" y="504825"/>
                </a:lnTo>
                <a:lnTo>
                  <a:pt x="1657350" y="514350"/>
                </a:lnTo>
                <a:lnTo>
                  <a:pt x="1647825" y="514350"/>
                </a:lnTo>
                <a:lnTo>
                  <a:pt x="1647825" y="485775"/>
                </a:lnTo>
                <a:lnTo>
                  <a:pt x="1657350" y="485775"/>
                </a:lnTo>
                <a:close/>
                <a:moveTo>
                  <a:pt x="1933575" y="476250"/>
                </a:moveTo>
                <a:lnTo>
                  <a:pt x="1952625" y="476250"/>
                </a:lnTo>
                <a:lnTo>
                  <a:pt x="1952625" y="485775"/>
                </a:lnTo>
                <a:lnTo>
                  <a:pt x="1933575" y="485775"/>
                </a:lnTo>
                <a:close/>
                <a:moveTo>
                  <a:pt x="704850" y="485775"/>
                </a:moveTo>
                <a:lnTo>
                  <a:pt x="714375" y="485775"/>
                </a:lnTo>
                <a:lnTo>
                  <a:pt x="714375" y="495300"/>
                </a:lnTo>
                <a:lnTo>
                  <a:pt x="704850" y="495300"/>
                </a:lnTo>
                <a:close/>
                <a:moveTo>
                  <a:pt x="733425" y="485775"/>
                </a:moveTo>
                <a:lnTo>
                  <a:pt x="742950" y="485775"/>
                </a:lnTo>
                <a:lnTo>
                  <a:pt x="742950" y="495300"/>
                </a:lnTo>
                <a:lnTo>
                  <a:pt x="733425" y="495300"/>
                </a:lnTo>
                <a:close/>
                <a:moveTo>
                  <a:pt x="790575" y="485775"/>
                </a:moveTo>
                <a:lnTo>
                  <a:pt x="800100" y="485775"/>
                </a:lnTo>
                <a:lnTo>
                  <a:pt x="800100" y="495300"/>
                </a:lnTo>
                <a:lnTo>
                  <a:pt x="790575" y="495300"/>
                </a:lnTo>
                <a:close/>
                <a:moveTo>
                  <a:pt x="962025" y="485775"/>
                </a:moveTo>
                <a:lnTo>
                  <a:pt x="971550" y="485775"/>
                </a:lnTo>
                <a:lnTo>
                  <a:pt x="971550" y="495300"/>
                </a:lnTo>
                <a:lnTo>
                  <a:pt x="990600" y="495300"/>
                </a:lnTo>
                <a:lnTo>
                  <a:pt x="990600" y="514350"/>
                </a:lnTo>
                <a:lnTo>
                  <a:pt x="962025" y="514350"/>
                </a:lnTo>
                <a:close/>
                <a:moveTo>
                  <a:pt x="1162050" y="485775"/>
                </a:moveTo>
                <a:lnTo>
                  <a:pt x="1181100" y="485775"/>
                </a:lnTo>
                <a:lnTo>
                  <a:pt x="1181100" y="495300"/>
                </a:lnTo>
                <a:lnTo>
                  <a:pt x="1171575" y="495300"/>
                </a:lnTo>
                <a:lnTo>
                  <a:pt x="1171575" y="504825"/>
                </a:lnTo>
                <a:lnTo>
                  <a:pt x="1162050" y="504825"/>
                </a:lnTo>
                <a:close/>
                <a:moveTo>
                  <a:pt x="1724025" y="485775"/>
                </a:moveTo>
                <a:lnTo>
                  <a:pt x="1733550" y="485775"/>
                </a:lnTo>
                <a:lnTo>
                  <a:pt x="1733550" y="495300"/>
                </a:lnTo>
                <a:lnTo>
                  <a:pt x="1724025" y="495300"/>
                </a:lnTo>
                <a:close/>
                <a:moveTo>
                  <a:pt x="695325" y="495300"/>
                </a:moveTo>
                <a:lnTo>
                  <a:pt x="704850" y="495300"/>
                </a:lnTo>
                <a:lnTo>
                  <a:pt x="704850" y="504825"/>
                </a:lnTo>
                <a:lnTo>
                  <a:pt x="695325" y="504825"/>
                </a:lnTo>
                <a:close/>
                <a:moveTo>
                  <a:pt x="723900" y="495300"/>
                </a:moveTo>
                <a:lnTo>
                  <a:pt x="733425" y="495300"/>
                </a:lnTo>
                <a:lnTo>
                  <a:pt x="733425" y="504825"/>
                </a:lnTo>
                <a:lnTo>
                  <a:pt x="723900" y="504825"/>
                </a:lnTo>
                <a:close/>
                <a:moveTo>
                  <a:pt x="800100" y="495300"/>
                </a:moveTo>
                <a:lnTo>
                  <a:pt x="809625" y="495300"/>
                </a:lnTo>
                <a:lnTo>
                  <a:pt x="809625" y="514350"/>
                </a:lnTo>
                <a:lnTo>
                  <a:pt x="800100" y="514350"/>
                </a:lnTo>
                <a:close/>
                <a:moveTo>
                  <a:pt x="1733550" y="495300"/>
                </a:moveTo>
                <a:lnTo>
                  <a:pt x="1743075" y="495300"/>
                </a:lnTo>
                <a:lnTo>
                  <a:pt x="1743075" y="504825"/>
                </a:lnTo>
                <a:lnTo>
                  <a:pt x="1733550" y="504825"/>
                </a:lnTo>
                <a:close/>
                <a:moveTo>
                  <a:pt x="2028825" y="495300"/>
                </a:moveTo>
                <a:lnTo>
                  <a:pt x="2038350" y="495300"/>
                </a:lnTo>
                <a:lnTo>
                  <a:pt x="2038350" y="504825"/>
                </a:lnTo>
                <a:lnTo>
                  <a:pt x="2047875" y="504825"/>
                </a:lnTo>
                <a:lnTo>
                  <a:pt x="2047875" y="495300"/>
                </a:lnTo>
                <a:lnTo>
                  <a:pt x="2057400" y="495300"/>
                </a:lnTo>
                <a:lnTo>
                  <a:pt x="2057400" y="504825"/>
                </a:lnTo>
                <a:lnTo>
                  <a:pt x="2076450" y="504825"/>
                </a:lnTo>
                <a:lnTo>
                  <a:pt x="2076450" y="514350"/>
                </a:lnTo>
                <a:lnTo>
                  <a:pt x="2095500" y="514350"/>
                </a:lnTo>
                <a:lnTo>
                  <a:pt x="2095500" y="523875"/>
                </a:lnTo>
                <a:lnTo>
                  <a:pt x="2085975" y="523875"/>
                </a:lnTo>
                <a:lnTo>
                  <a:pt x="2085975" y="533400"/>
                </a:lnTo>
                <a:lnTo>
                  <a:pt x="2028825" y="533400"/>
                </a:lnTo>
                <a:lnTo>
                  <a:pt x="2028825" y="523875"/>
                </a:lnTo>
                <a:lnTo>
                  <a:pt x="2019300" y="523875"/>
                </a:lnTo>
                <a:lnTo>
                  <a:pt x="2019300" y="542925"/>
                </a:lnTo>
                <a:lnTo>
                  <a:pt x="2009775" y="542925"/>
                </a:lnTo>
                <a:lnTo>
                  <a:pt x="2009775" y="552450"/>
                </a:lnTo>
                <a:lnTo>
                  <a:pt x="2028825" y="552450"/>
                </a:lnTo>
                <a:lnTo>
                  <a:pt x="2028825" y="561975"/>
                </a:lnTo>
                <a:lnTo>
                  <a:pt x="2047875" y="561975"/>
                </a:lnTo>
                <a:lnTo>
                  <a:pt x="2047875" y="552450"/>
                </a:lnTo>
                <a:lnTo>
                  <a:pt x="2057400" y="552450"/>
                </a:lnTo>
                <a:lnTo>
                  <a:pt x="2057400" y="581025"/>
                </a:lnTo>
                <a:lnTo>
                  <a:pt x="2066925" y="581025"/>
                </a:lnTo>
                <a:lnTo>
                  <a:pt x="2066925" y="590550"/>
                </a:lnTo>
                <a:lnTo>
                  <a:pt x="2076450" y="590550"/>
                </a:lnTo>
                <a:lnTo>
                  <a:pt x="2076450" y="619125"/>
                </a:lnTo>
                <a:lnTo>
                  <a:pt x="2085975" y="619125"/>
                </a:lnTo>
                <a:lnTo>
                  <a:pt x="2085975" y="628650"/>
                </a:lnTo>
                <a:lnTo>
                  <a:pt x="2105025" y="628650"/>
                </a:lnTo>
                <a:lnTo>
                  <a:pt x="2105025" y="581025"/>
                </a:lnTo>
                <a:lnTo>
                  <a:pt x="2114550" y="581025"/>
                </a:lnTo>
                <a:lnTo>
                  <a:pt x="2114550" y="571500"/>
                </a:lnTo>
                <a:lnTo>
                  <a:pt x="2143125" y="571500"/>
                </a:lnTo>
                <a:lnTo>
                  <a:pt x="2143125" y="581025"/>
                </a:lnTo>
                <a:lnTo>
                  <a:pt x="2124075" y="581025"/>
                </a:lnTo>
                <a:lnTo>
                  <a:pt x="2124075" y="695325"/>
                </a:lnTo>
                <a:lnTo>
                  <a:pt x="2133600" y="695325"/>
                </a:lnTo>
                <a:lnTo>
                  <a:pt x="2133600" y="723900"/>
                </a:lnTo>
                <a:lnTo>
                  <a:pt x="2114550" y="723900"/>
                </a:lnTo>
                <a:lnTo>
                  <a:pt x="2114550" y="733425"/>
                </a:lnTo>
                <a:lnTo>
                  <a:pt x="2105025" y="733425"/>
                </a:lnTo>
                <a:lnTo>
                  <a:pt x="2105025" y="752475"/>
                </a:lnTo>
                <a:lnTo>
                  <a:pt x="2114550" y="752475"/>
                </a:lnTo>
                <a:lnTo>
                  <a:pt x="2114550" y="800100"/>
                </a:lnTo>
                <a:lnTo>
                  <a:pt x="2105025" y="800100"/>
                </a:lnTo>
                <a:lnTo>
                  <a:pt x="2105025" y="809625"/>
                </a:lnTo>
                <a:lnTo>
                  <a:pt x="2095500" y="809625"/>
                </a:lnTo>
                <a:lnTo>
                  <a:pt x="2095500" y="819150"/>
                </a:lnTo>
                <a:lnTo>
                  <a:pt x="2076450" y="819150"/>
                </a:lnTo>
                <a:lnTo>
                  <a:pt x="2076450" y="828675"/>
                </a:lnTo>
                <a:lnTo>
                  <a:pt x="2057400" y="828675"/>
                </a:lnTo>
                <a:lnTo>
                  <a:pt x="2057400" y="838200"/>
                </a:lnTo>
                <a:lnTo>
                  <a:pt x="2066925" y="838200"/>
                </a:lnTo>
                <a:lnTo>
                  <a:pt x="2066925" y="847725"/>
                </a:lnTo>
                <a:lnTo>
                  <a:pt x="2095500" y="847725"/>
                </a:lnTo>
                <a:lnTo>
                  <a:pt x="2095500" y="876300"/>
                </a:lnTo>
                <a:lnTo>
                  <a:pt x="2076450" y="876300"/>
                </a:lnTo>
                <a:lnTo>
                  <a:pt x="2076450" y="866775"/>
                </a:lnTo>
                <a:lnTo>
                  <a:pt x="2066925" y="866775"/>
                </a:lnTo>
                <a:lnTo>
                  <a:pt x="2066925" y="876300"/>
                </a:lnTo>
                <a:lnTo>
                  <a:pt x="2057400" y="876300"/>
                </a:lnTo>
                <a:lnTo>
                  <a:pt x="2057400" y="885825"/>
                </a:lnTo>
                <a:lnTo>
                  <a:pt x="2047875" y="885825"/>
                </a:lnTo>
                <a:lnTo>
                  <a:pt x="2047875" y="895350"/>
                </a:lnTo>
                <a:lnTo>
                  <a:pt x="2038350" y="895350"/>
                </a:lnTo>
                <a:lnTo>
                  <a:pt x="2038350" y="885825"/>
                </a:lnTo>
                <a:lnTo>
                  <a:pt x="2028825" y="885825"/>
                </a:lnTo>
                <a:lnTo>
                  <a:pt x="2028825" y="876300"/>
                </a:lnTo>
                <a:lnTo>
                  <a:pt x="2009775" y="876300"/>
                </a:lnTo>
                <a:lnTo>
                  <a:pt x="2009775" y="885825"/>
                </a:lnTo>
                <a:lnTo>
                  <a:pt x="1981200" y="885825"/>
                </a:lnTo>
                <a:lnTo>
                  <a:pt x="1981200" y="876300"/>
                </a:lnTo>
                <a:lnTo>
                  <a:pt x="1962150" y="876300"/>
                </a:lnTo>
                <a:lnTo>
                  <a:pt x="1962150" y="895350"/>
                </a:lnTo>
                <a:lnTo>
                  <a:pt x="1952625" y="895350"/>
                </a:lnTo>
                <a:lnTo>
                  <a:pt x="1952625" y="800100"/>
                </a:lnTo>
                <a:lnTo>
                  <a:pt x="1962150" y="800100"/>
                </a:lnTo>
                <a:lnTo>
                  <a:pt x="1962150" y="809625"/>
                </a:lnTo>
                <a:lnTo>
                  <a:pt x="1971675" y="809625"/>
                </a:lnTo>
                <a:lnTo>
                  <a:pt x="1971675" y="790575"/>
                </a:lnTo>
                <a:lnTo>
                  <a:pt x="1952625" y="790575"/>
                </a:lnTo>
                <a:lnTo>
                  <a:pt x="1952625" y="762000"/>
                </a:lnTo>
                <a:lnTo>
                  <a:pt x="1962150" y="762000"/>
                </a:lnTo>
                <a:lnTo>
                  <a:pt x="1962150" y="771525"/>
                </a:lnTo>
                <a:lnTo>
                  <a:pt x="1971675" y="771525"/>
                </a:lnTo>
                <a:lnTo>
                  <a:pt x="1971675" y="762000"/>
                </a:lnTo>
                <a:lnTo>
                  <a:pt x="1981200" y="762000"/>
                </a:lnTo>
                <a:lnTo>
                  <a:pt x="1981200" y="714375"/>
                </a:lnTo>
                <a:lnTo>
                  <a:pt x="1990725" y="714375"/>
                </a:lnTo>
                <a:lnTo>
                  <a:pt x="1990725" y="657225"/>
                </a:lnTo>
                <a:lnTo>
                  <a:pt x="2009775" y="657225"/>
                </a:lnTo>
                <a:lnTo>
                  <a:pt x="2009775" y="647700"/>
                </a:lnTo>
                <a:lnTo>
                  <a:pt x="2000250" y="647700"/>
                </a:lnTo>
                <a:lnTo>
                  <a:pt x="2000250" y="638175"/>
                </a:lnTo>
                <a:lnTo>
                  <a:pt x="1990725" y="638175"/>
                </a:lnTo>
                <a:lnTo>
                  <a:pt x="1990725" y="628650"/>
                </a:lnTo>
                <a:lnTo>
                  <a:pt x="1962150" y="628650"/>
                </a:lnTo>
                <a:lnTo>
                  <a:pt x="1962150" y="638175"/>
                </a:lnTo>
                <a:lnTo>
                  <a:pt x="1952625" y="638175"/>
                </a:lnTo>
                <a:lnTo>
                  <a:pt x="1952625" y="609600"/>
                </a:lnTo>
                <a:lnTo>
                  <a:pt x="1962150" y="609600"/>
                </a:lnTo>
                <a:lnTo>
                  <a:pt x="1962150" y="600075"/>
                </a:lnTo>
                <a:lnTo>
                  <a:pt x="1971675" y="600075"/>
                </a:lnTo>
                <a:lnTo>
                  <a:pt x="1971675" y="571500"/>
                </a:lnTo>
                <a:lnTo>
                  <a:pt x="1981200" y="571500"/>
                </a:lnTo>
                <a:lnTo>
                  <a:pt x="1981200" y="514350"/>
                </a:lnTo>
                <a:lnTo>
                  <a:pt x="1990725" y="514350"/>
                </a:lnTo>
                <a:lnTo>
                  <a:pt x="1990725" y="504825"/>
                </a:lnTo>
                <a:lnTo>
                  <a:pt x="2019300" y="504825"/>
                </a:lnTo>
                <a:lnTo>
                  <a:pt x="2019300" y="514350"/>
                </a:lnTo>
                <a:lnTo>
                  <a:pt x="2028825" y="514350"/>
                </a:lnTo>
                <a:close/>
                <a:moveTo>
                  <a:pt x="685800" y="504825"/>
                </a:moveTo>
                <a:lnTo>
                  <a:pt x="695325" y="504825"/>
                </a:lnTo>
                <a:lnTo>
                  <a:pt x="695325" y="514350"/>
                </a:lnTo>
                <a:lnTo>
                  <a:pt x="685800" y="514350"/>
                </a:lnTo>
                <a:close/>
                <a:moveTo>
                  <a:pt x="857250" y="504825"/>
                </a:moveTo>
                <a:lnTo>
                  <a:pt x="866775" y="504825"/>
                </a:lnTo>
                <a:lnTo>
                  <a:pt x="866775" y="514350"/>
                </a:lnTo>
                <a:lnTo>
                  <a:pt x="857250" y="514350"/>
                </a:lnTo>
                <a:close/>
                <a:moveTo>
                  <a:pt x="1743075" y="504825"/>
                </a:moveTo>
                <a:lnTo>
                  <a:pt x="1752600" y="504825"/>
                </a:lnTo>
                <a:lnTo>
                  <a:pt x="1752600" y="514350"/>
                </a:lnTo>
                <a:lnTo>
                  <a:pt x="1743075" y="514350"/>
                </a:lnTo>
                <a:close/>
                <a:moveTo>
                  <a:pt x="628650" y="514350"/>
                </a:moveTo>
                <a:lnTo>
                  <a:pt x="647700" y="514350"/>
                </a:lnTo>
                <a:lnTo>
                  <a:pt x="647700" y="533400"/>
                </a:lnTo>
                <a:lnTo>
                  <a:pt x="638175" y="533400"/>
                </a:lnTo>
                <a:lnTo>
                  <a:pt x="638175" y="542925"/>
                </a:lnTo>
                <a:lnTo>
                  <a:pt x="628650" y="542925"/>
                </a:lnTo>
                <a:lnTo>
                  <a:pt x="628650" y="533400"/>
                </a:lnTo>
                <a:lnTo>
                  <a:pt x="619125" y="533400"/>
                </a:lnTo>
                <a:lnTo>
                  <a:pt x="619125" y="523875"/>
                </a:lnTo>
                <a:lnTo>
                  <a:pt x="628650" y="523875"/>
                </a:lnTo>
                <a:close/>
                <a:moveTo>
                  <a:pt x="866775" y="514350"/>
                </a:moveTo>
                <a:lnTo>
                  <a:pt x="876300" y="514350"/>
                </a:lnTo>
                <a:lnTo>
                  <a:pt x="876300" y="523875"/>
                </a:lnTo>
                <a:lnTo>
                  <a:pt x="866775" y="523875"/>
                </a:lnTo>
                <a:close/>
                <a:moveTo>
                  <a:pt x="1190625" y="514350"/>
                </a:moveTo>
                <a:lnTo>
                  <a:pt x="1200150" y="514350"/>
                </a:lnTo>
                <a:lnTo>
                  <a:pt x="1200150" y="533400"/>
                </a:lnTo>
                <a:lnTo>
                  <a:pt x="1190625" y="533400"/>
                </a:lnTo>
                <a:close/>
                <a:moveTo>
                  <a:pt x="1257300" y="514350"/>
                </a:moveTo>
                <a:lnTo>
                  <a:pt x="1285875" y="514350"/>
                </a:lnTo>
                <a:lnTo>
                  <a:pt x="1285875" y="523875"/>
                </a:lnTo>
                <a:lnTo>
                  <a:pt x="1257300" y="523875"/>
                </a:lnTo>
                <a:close/>
                <a:moveTo>
                  <a:pt x="1333500" y="514350"/>
                </a:moveTo>
                <a:lnTo>
                  <a:pt x="1362075" y="514350"/>
                </a:lnTo>
                <a:lnTo>
                  <a:pt x="1362075" y="523875"/>
                </a:lnTo>
                <a:lnTo>
                  <a:pt x="1333500" y="523875"/>
                </a:lnTo>
                <a:close/>
                <a:moveTo>
                  <a:pt x="1638300" y="514350"/>
                </a:moveTo>
                <a:lnTo>
                  <a:pt x="1647825" y="514350"/>
                </a:lnTo>
                <a:lnTo>
                  <a:pt x="1647825" y="523875"/>
                </a:lnTo>
                <a:lnTo>
                  <a:pt x="1638300" y="523875"/>
                </a:lnTo>
                <a:close/>
                <a:moveTo>
                  <a:pt x="1809750" y="514350"/>
                </a:moveTo>
                <a:lnTo>
                  <a:pt x="1838325" y="514350"/>
                </a:lnTo>
                <a:lnTo>
                  <a:pt x="1838325" y="523875"/>
                </a:lnTo>
                <a:lnTo>
                  <a:pt x="1847850" y="523875"/>
                </a:lnTo>
                <a:lnTo>
                  <a:pt x="1847850" y="533400"/>
                </a:lnTo>
                <a:lnTo>
                  <a:pt x="1838325" y="533400"/>
                </a:lnTo>
                <a:lnTo>
                  <a:pt x="1838325" y="542925"/>
                </a:lnTo>
                <a:lnTo>
                  <a:pt x="1771650" y="542925"/>
                </a:lnTo>
                <a:lnTo>
                  <a:pt x="1771650" y="533400"/>
                </a:lnTo>
                <a:lnTo>
                  <a:pt x="1819275" y="533400"/>
                </a:lnTo>
                <a:lnTo>
                  <a:pt x="1819275" y="523875"/>
                </a:lnTo>
                <a:lnTo>
                  <a:pt x="1809750" y="523875"/>
                </a:lnTo>
                <a:close/>
                <a:moveTo>
                  <a:pt x="428625" y="523875"/>
                </a:moveTo>
                <a:lnTo>
                  <a:pt x="438150" y="523875"/>
                </a:lnTo>
                <a:lnTo>
                  <a:pt x="438150" y="533400"/>
                </a:lnTo>
                <a:lnTo>
                  <a:pt x="428625" y="533400"/>
                </a:lnTo>
                <a:close/>
                <a:moveTo>
                  <a:pt x="1628775" y="523875"/>
                </a:moveTo>
                <a:lnTo>
                  <a:pt x="1638300" y="523875"/>
                </a:lnTo>
                <a:lnTo>
                  <a:pt x="1638300" y="542925"/>
                </a:lnTo>
                <a:lnTo>
                  <a:pt x="1628775" y="542925"/>
                </a:lnTo>
                <a:close/>
                <a:moveTo>
                  <a:pt x="2095500" y="523875"/>
                </a:moveTo>
                <a:lnTo>
                  <a:pt x="2105025" y="523875"/>
                </a:lnTo>
                <a:lnTo>
                  <a:pt x="2105025" y="533400"/>
                </a:lnTo>
                <a:lnTo>
                  <a:pt x="2095500" y="533400"/>
                </a:lnTo>
                <a:close/>
                <a:moveTo>
                  <a:pt x="809625" y="533400"/>
                </a:moveTo>
                <a:lnTo>
                  <a:pt x="819150" y="533400"/>
                </a:lnTo>
                <a:lnTo>
                  <a:pt x="819150" y="542925"/>
                </a:lnTo>
                <a:lnTo>
                  <a:pt x="809625" y="542925"/>
                </a:lnTo>
                <a:close/>
                <a:moveTo>
                  <a:pt x="1685925" y="533400"/>
                </a:moveTo>
                <a:lnTo>
                  <a:pt x="1695450" y="533400"/>
                </a:lnTo>
                <a:lnTo>
                  <a:pt x="1695450" y="542925"/>
                </a:lnTo>
                <a:lnTo>
                  <a:pt x="1685925" y="542925"/>
                </a:lnTo>
                <a:close/>
                <a:moveTo>
                  <a:pt x="2181225" y="533400"/>
                </a:moveTo>
                <a:lnTo>
                  <a:pt x="2190750" y="533400"/>
                </a:lnTo>
                <a:lnTo>
                  <a:pt x="2190750" y="542925"/>
                </a:lnTo>
                <a:lnTo>
                  <a:pt x="2181225" y="542925"/>
                </a:lnTo>
                <a:close/>
                <a:moveTo>
                  <a:pt x="704850" y="542925"/>
                </a:moveTo>
                <a:lnTo>
                  <a:pt x="714375" y="542925"/>
                </a:lnTo>
                <a:lnTo>
                  <a:pt x="714375" y="552450"/>
                </a:lnTo>
                <a:lnTo>
                  <a:pt x="704850" y="552450"/>
                </a:lnTo>
                <a:close/>
                <a:moveTo>
                  <a:pt x="1638300" y="542925"/>
                </a:moveTo>
                <a:lnTo>
                  <a:pt x="1657350" y="542925"/>
                </a:lnTo>
                <a:lnTo>
                  <a:pt x="1657350" y="552450"/>
                </a:lnTo>
                <a:lnTo>
                  <a:pt x="1638300" y="552450"/>
                </a:lnTo>
                <a:close/>
                <a:moveTo>
                  <a:pt x="676275" y="552450"/>
                </a:moveTo>
                <a:lnTo>
                  <a:pt x="704850" y="552450"/>
                </a:lnTo>
                <a:lnTo>
                  <a:pt x="704850" y="561975"/>
                </a:lnTo>
                <a:lnTo>
                  <a:pt x="676275" y="561975"/>
                </a:lnTo>
                <a:close/>
                <a:moveTo>
                  <a:pt x="371475" y="561975"/>
                </a:moveTo>
                <a:lnTo>
                  <a:pt x="381000" y="561975"/>
                </a:lnTo>
                <a:lnTo>
                  <a:pt x="381000" y="571500"/>
                </a:lnTo>
                <a:lnTo>
                  <a:pt x="371475" y="571500"/>
                </a:lnTo>
                <a:close/>
                <a:moveTo>
                  <a:pt x="276225" y="571500"/>
                </a:moveTo>
                <a:lnTo>
                  <a:pt x="333375" y="571500"/>
                </a:lnTo>
                <a:lnTo>
                  <a:pt x="333375" y="619125"/>
                </a:lnTo>
                <a:lnTo>
                  <a:pt x="352425" y="619125"/>
                </a:lnTo>
                <a:lnTo>
                  <a:pt x="352425" y="628650"/>
                </a:lnTo>
                <a:lnTo>
                  <a:pt x="361950" y="628650"/>
                </a:lnTo>
                <a:lnTo>
                  <a:pt x="361950" y="619125"/>
                </a:lnTo>
                <a:lnTo>
                  <a:pt x="371475" y="619125"/>
                </a:lnTo>
                <a:lnTo>
                  <a:pt x="371475" y="628650"/>
                </a:lnTo>
                <a:lnTo>
                  <a:pt x="381000" y="628650"/>
                </a:lnTo>
                <a:lnTo>
                  <a:pt x="381000" y="647700"/>
                </a:lnTo>
                <a:lnTo>
                  <a:pt x="400050" y="647700"/>
                </a:lnTo>
                <a:lnTo>
                  <a:pt x="400050" y="676275"/>
                </a:lnTo>
                <a:lnTo>
                  <a:pt x="409575" y="676275"/>
                </a:lnTo>
                <a:lnTo>
                  <a:pt x="409575" y="704850"/>
                </a:lnTo>
                <a:lnTo>
                  <a:pt x="419100" y="704850"/>
                </a:lnTo>
                <a:lnTo>
                  <a:pt x="419100" y="714375"/>
                </a:lnTo>
                <a:lnTo>
                  <a:pt x="438150" y="714375"/>
                </a:lnTo>
                <a:lnTo>
                  <a:pt x="438150" y="771525"/>
                </a:lnTo>
                <a:lnTo>
                  <a:pt x="419100" y="771525"/>
                </a:lnTo>
                <a:lnTo>
                  <a:pt x="419100" y="781050"/>
                </a:lnTo>
                <a:lnTo>
                  <a:pt x="409575" y="781050"/>
                </a:lnTo>
                <a:lnTo>
                  <a:pt x="409575" y="809625"/>
                </a:lnTo>
                <a:lnTo>
                  <a:pt x="400050" y="809625"/>
                </a:lnTo>
                <a:lnTo>
                  <a:pt x="400050" y="800100"/>
                </a:lnTo>
                <a:lnTo>
                  <a:pt x="390525" y="800100"/>
                </a:lnTo>
                <a:lnTo>
                  <a:pt x="390525" y="809625"/>
                </a:lnTo>
                <a:lnTo>
                  <a:pt x="381000" y="809625"/>
                </a:lnTo>
                <a:lnTo>
                  <a:pt x="381000" y="828675"/>
                </a:lnTo>
                <a:lnTo>
                  <a:pt x="371475" y="828675"/>
                </a:lnTo>
                <a:lnTo>
                  <a:pt x="371475" y="847725"/>
                </a:lnTo>
                <a:lnTo>
                  <a:pt x="381000" y="847725"/>
                </a:lnTo>
                <a:lnTo>
                  <a:pt x="381000" y="838200"/>
                </a:lnTo>
                <a:lnTo>
                  <a:pt x="400050" y="838200"/>
                </a:lnTo>
                <a:lnTo>
                  <a:pt x="400050" y="866775"/>
                </a:lnTo>
                <a:lnTo>
                  <a:pt x="381000" y="866775"/>
                </a:lnTo>
                <a:lnTo>
                  <a:pt x="381000" y="876300"/>
                </a:lnTo>
                <a:lnTo>
                  <a:pt x="371475" y="876300"/>
                </a:lnTo>
                <a:lnTo>
                  <a:pt x="371475" y="885825"/>
                </a:lnTo>
                <a:lnTo>
                  <a:pt x="361950" y="885825"/>
                </a:lnTo>
                <a:lnTo>
                  <a:pt x="361950" y="914400"/>
                </a:lnTo>
                <a:lnTo>
                  <a:pt x="352425" y="914400"/>
                </a:lnTo>
                <a:lnTo>
                  <a:pt x="352425" y="895350"/>
                </a:lnTo>
                <a:lnTo>
                  <a:pt x="342900" y="895350"/>
                </a:lnTo>
                <a:lnTo>
                  <a:pt x="342900" y="885825"/>
                </a:lnTo>
                <a:lnTo>
                  <a:pt x="323850" y="885825"/>
                </a:lnTo>
                <a:lnTo>
                  <a:pt x="323850" y="895350"/>
                </a:lnTo>
                <a:lnTo>
                  <a:pt x="314325" y="895350"/>
                </a:lnTo>
                <a:lnTo>
                  <a:pt x="314325" y="904875"/>
                </a:lnTo>
                <a:lnTo>
                  <a:pt x="304800" y="904875"/>
                </a:lnTo>
                <a:lnTo>
                  <a:pt x="304800" y="914400"/>
                </a:lnTo>
                <a:lnTo>
                  <a:pt x="266700" y="914400"/>
                </a:lnTo>
                <a:lnTo>
                  <a:pt x="266700" y="904875"/>
                </a:lnTo>
                <a:lnTo>
                  <a:pt x="276225" y="904875"/>
                </a:lnTo>
                <a:lnTo>
                  <a:pt x="276225" y="895350"/>
                </a:lnTo>
                <a:lnTo>
                  <a:pt x="266700" y="895350"/>
                </a:lnTo>
                <a:lnTo>
                  <a:pt x="266700" y="885825"/>
                </a:lnTo>
                <a:lnTo>
                  <a:pt x="276225" y="885825"/>
                </a:lnTo>
                <a:lnTo>
                  <a:pt x="276225" y="876300"/>
                </a:lnTo>
                <a:lnTo>
                  <a:pt x="257175" y="876300"/>
                </a:lnTo>
                <a:lnTo>
                  <a:pt x="257175" y="857250"/>
                </a:lnTo>
                <a:lnTo>
                  <a:pt x="247650" y="857250"/>
                </a:lnTo>
                <a:lnTo>
                  <a:pt x="247650" y="828675"/>
                </a:lnTo>
                <a:lnTo>
                  <a:pt x="257175" y="828675"/>
                </a:lnTo>
                <a:lnTo>
                  <a:pt x="257175" y="819150"/>
                </a:lnTo>
                <a:lnTo>
                  <a:pt x="266700" y="819150"/>
                </a:lnTo>
                <a:lnTo>
                  <a:pt x="266700" y="800100"/>
                </a:lnTo>
                <a:lnTo>
                  <a:pt x="247650" y="800100"/>
                </a:lnTo>
                <a:lnTo>
                  <a:pt x="247650" y="781050"/>
                </a:lnTo>
                <a:lnTo>
                  <a:pt x="257175" y="781050"/>
                </a:lnTo>
                <a:lnTo>
                  <a:pt x="257175" y="771525"/>
                </a:lnTo>
                <a:lnTo>
                  <a:pt x="266700" y="771525"/>
                </a:lnTo>
                <a:lnTo>
                  <a:pt x="266700" y="733425"/>
                </a:lnTo>
                <a:lnTo>
                  <a:pt x="257175" y="733425"/>
                </a:lnTo>
                <a:lnTo>
                  <a:pt x="257175" y="695325"/>
                </a:lnTo>
                <a:lnTo>
                  <a:pt x="238125" y="695325"/>
                </a:lnTo>
                <a:lnTo>
                  <a:pt x="238125" y="676275"/>
                </a:lnTo>
                <a:lnTo>
                  <a:pt x="247650" y="676275"/>
                </a:lnTo>
                <a:lnTo>
                  <a:pt x="247650" y="685800"/>
                </a:lnTo>
                <a:lnTo>
                  <a:pt x="266700" y="685800"/>
                </a:lnTo>
                <a:lnTo>
                  <a:pt x="266700" y="676275"/>
                </a:lnTo>
                <a:lnTo>
                  <a:pt x="276225" y="676275"/>
                </a:lnTo>
                <a:lnTo>
                  <a:pt x="276225" y="666750"/>
                </a:lnTo>
                <a:lnTo>
                  <a:pt x="285750" y="666750"/>
                </a:lnTo>
                <a:lnTo>
                  <a:pt x="285750" y="676275"/>
                </a:lnTo>
                <a:lnTo>
                  <a:pt x="304800" y="676275"/>
                </a:lnTo>
                <a:lnTo>
                  <a:pt x="304800" y="666750"/>
                </a:lnTo>
                <a:lnTo>
                  <a:pt x="314325" y="666750"/>
                </a:lnTo>
                <a:lnTo>
                  <a:pt x="314325" y="647700"/>
                </a:lnTo>
                <a:lnTo>
                  <a:pt x="304800" y="647700"/>
                </a:lnTo>
                <a:lnTo>
                  <a:pt x="304800" y="657225"/>
                </a:lnTo>
                <a:lnTo>
                  <a:pt x="285750" y="657225"/>
                </a:lnTo>
                <a:lnTo>
                  <a:pt x="285750" y="638175"/>
                </a:lnTo>
                <a:lnTo>
                  <a:pt x="266700" y="638175"/>
                </a:lnTo>
                <a:lnTo>
                  <a:pt x="266700" y="609600"/>
                </a:lnTo>
                <a:lnTo>
                  <a:pt x="257175" y="609600"/>
                </a:lnTo>
                <a:lnTo>
                  <a:pt x="257175" y="590550"/>
                </a:lnTo>
                <a:lnTo>
                  <a:pt x="247650" y="590550"/>
                </a:lnTo>
                <a:lnTo>
                  <a:pt x="247650" y="581025"/>
                </a:lnTo>
                <a:lnTo>
                  <a:pt x="276225" y="581025"/>
                </a:lnTo>
                <a:close/>
                <a:moveTo>
                  <a:pt x="2009775" y="571500"/>
                </a:moveTo>
                <a:lnTo>
                  <a:pt x="2019300" y="571500"/>
                </a:lnTo>
                <a:lnTo>
                  <a:pt x="2019300" y="561975"/>
                </a:lnTo>
                <a:lnTo>
                  <a:pt x="1990725" y="561975"/>
                </a:lnTo>
                <a:lnTo>
                  <a:pt x="1990725" y="590550"/>
                </a:lnTo>
                <a:lnTo>
                  <a:pt x="2000250" y="590550"/>
                </a:lnTo>
                <a:lnTo>
                  <a:pt x="2000250" y="600075"/>
                </a:lnTo>
                <a:lnTo>
                  <a:pt x="2009775" y="600075"/>
                </a:lnTo>
                <a:close/>
                <a:moveTo>
                  <a:pt x="619125" y="581025"/>
                </a:moveTo>
                <a:lnTo>
                  <a:pt x="628650" y="581025"/>
                </a:lnTo>
                <a:lnTo>
                  <a:pt x="628650" y="590550"/>
                </a:lnTo>
                <a:lnTo>
                  <a:pt x="619125" y="590550"/>
                </a:lnTo>
                <a:close/>
                <a:moveTo>
                  <a:pt x="466725" y="590550"/>
                </a:moveTo>
                <a:lnTo>
                  <a:pt x="476250" y="590550"/>
                </a:lnTo>
                <a:lnTo>
                  <a:pt x="476250" y="600075"/>
                </a:lnTo>
                <a:lnTo>
                  <a:pt x="466725" y="600075"/>
                </a:lnTo>
                <a:close/>
                <a:moveTo>
                  <a:pt x="828675" y="590550"/>
                </a:moveTo>
                <a:lnTo>
                  <a:pt x="838200" y="590550"/>
                </a:lnTo>
                <a:lnTo>
                  <a:pt x="838200" y="600075"/>
                </a:lnTo>
                <a:lnTo>
                  <a:pt x="828675" y="600075"/>
                </a:lnTo>
                <a:close/>
                <a:moveTo>
                  <a:pt x="1038225" y="590550"/>
                </a:moveTo>
                <a:lnTo>
                  <a:pt x="1057275" y="590550"/>
                </a:lnTo>
                <a:lnTo>
                  <a:pt x="1057275" y="619125"/>
                </a:lnTo>
                <a:lnTo>
                  <a:pt x="1038225" y="619125"/>
                </a:lnTo>
                <a:close/>
                <a:moveTo>
                  <a:pt x="2181225" y="590550"/>
                </a:moveTo>
                <a:lnTo>
                  <a:pt x="2190750" y="590550"/>
                </a:lnTo>
                <a:lnTo>
                  <a:pt x="2190750" y="628650"/>
                </a:lnTo>
                <a:lnTo>
                  <a:pt x="2181225" y="628650"/>
                </a:lnTo>
                <a:close/>
                <a:moveTo>
                  <a:pt x="476250" y="600075"/>
                </a:moveTo>
                <a:lnTo>
                  <a:pt x="485775" y="600075"/>
                </a:lnTo>
                <a:lnTo>
                  <a:pt x="485775" y="619125"/>
                </a:lnTo>
                <a:lnTo>
                  <a:pt x="476250" y="619125"/>
                </a:lnTo>
                <a:close/>
                <a:moveTo>
                  <a:pt x="1495425" y="600075"/>
                </a:moveTo>
                <a:lnTo>
                  <a:pt x="1504950" y="600075"/>
                </a:lnTo>
                <a:lnTo>
                  <a:pt x="1504950" y="609600"/>
                </a:lnTo>
                <a:lnTo>
                  <a:pt x="1495425" y="609600"/>
                </a:lnTo>
                <a:close/>
                <a:moveTo>
                  <a:pt x="838200" y="609600"/>
                </a:moveTo>
                <a:lnTo>
                  <a:pt x="847725" y="609600"/>
                </a:lnTo>
                <a:lnTo>
                  <a:pt x="847725" y="619125"/>
                </a:lnTo>
                <a:lnTo>
                  <a:pt x="838200" y="619125"/>
                </a:lnTo>
                <a:close/>
                <a:moveTo>
                  <a:pt x="1457325" y="609600"/>
                </a:moveTo>
                <a:lnTo>
                  <a:pt x="1466850" y="609600"/>
                </a:lnTo>
                <a:lnTo>
                  <a:pt x="1466850" y="619125"/>
                </a:lnTo>
                <a:lnTo>
                  <a:pt x="1457325" y="619125"/>
                </a:lnTo>
                <a:close/>
                <a:moveTo>
                  <a:pt x="1504950" y="609600"/>
                </a:moveTo>
                <a:lnTo>
                  <a:pt x="1514475" y="609600"/>
                </a:lnTo>
                <a:lnTo>
                  <a:pt x="1514475" y="619125"/>
                </a:lnTo>
                <a:lnTo>
                  <a:pt x="1504950" y="619125"/>
                </a:lnTo>
                <a:close/>
                <a:moveTo>
                  <a:pt x="1447800" y="619125"/>
                </a:moveTo>
                <a:lnTo>
                  <a:pt x="1457325" y="619125"/>
                </a:lnTo>
                <a:lnTo>
                  <a:pt x="1457325" y="638175"/>
                </a:lnTo>
                <a:lnTo>
                  <a:pt x="1447800" y="638175"/>
                </a:lnTo>
                <a:close/>
                <a:moveTo>
                  <a:pt x="2190750" y="628650"/>
                </a:moveTo>
                <a:lnTo>
                  <a:pt x="2200275" y="628650"/>
                </a:lnTo>
                <a:lnTo>
                  <a:pt x="2200275" y="638175"/>
                </a:lnTo>
                <a:lnTo>
                  <a:pt x="2190750" y="638175"/>
                </a:lnTo>
                <a:close/>
                <a:moveTo>
                  <a:pt x="1609725" y="638175"/>
                </a:moveTo>
                <a:lnTo>
                  <a:pt x="1638300" y="638175"/>
                </a:lnTo>
                <a:lnTo>
                  <a:pt x="1638300" y="657225"/>
                </a:lnTo>
                <a:lnTo>
                  <a:pt x="1609725" y="657225"/>
                </a:lnTo>
                <a:close/>
                <a:moveTo>
                  <a:pt x="857250" y="647700"/>
                </a:moveTo>
                <a:lnTo>
                  <a:pt x="876300" y="647700"/>
                </a:lnTo>
                <a:lnTo>
                  <a:pt x="876300" y="657225"/>
                </a:lnTo>
                <a:lnTo>
                  <a:pt x="857250" y="657225"/>
                </a:lnTo>
                <a:close/>
                <a:moveTo>
                  <a:pt x="447675" y="657225"/>
                </a:moveTo>
                <a:lnTo>
                  <a:pt x="466725" y="657225"/>
                </a:lnTo>
                <a:lnTo>
                  <a:pt x="466725" y="666750"/>
                </a:lnTo>
                <a:lnTo>
                  <a:pt x="457200" y="666750"/>
                </a:lnTo>
                <a:lnTo>
                  <a:pt x="457200" y="676275"/>
                </a:lnTo>
                <a:lnTo>
                  <a:pt x="447675" y="676275"/>
                </a:lnTo>
                <a:close/>
                <a:moveTo>
                  <a:pt x="571500" y="657225"/>
                </a:moveTo>
                <a:lnTo>
                  <a:pt x="590550" y="657225"/>
                </a:lnTo>
                <a:lnTo>
                  <a:pt x="590550" y="666750"/>
                </a:lnTo>
                <a:lnTo>
                  <a:pt x="581025" y="666750"/>
                </a:lnTo>
                <a:lnTo>
                  <a:pt x="581025" y="676275"/>
                </a:lnTo>
                <a:lnTo>
                  <a:pt x="571500" y="676275"/>
                </a:lnTo>
                <a:lnTo>
                  <a:pt x="571500" y="762000"/>
                </a:lnTo>
                <a:lnTo>
                  <a:pt x="561975" y="762000"/>
                </a:lnTo>
                <a:lnTo>
                  <a:pt x="561975" y="666750"/>
                </a:lnTo>
                <a:lnTo>
                  <a:pt x="571500" y="666750"/>
                </a:lnTo>
                <a:close/>
                <a:moveTo>
                  <a:pt x="2105025" y="657225"/>
                </a:moveTo>
                <a:lnTo>
                  <a:pt x="2114550" y="657225"/>
                </a:lnTo>
                <a:lnTo>
                  <a:pt x="2114550" y="647700"/>
                </a:lnTo>
                <a:lnTo>
                  <a:pt x="2105025" y="647700"/>
                </a:lnTo>
                <a:close/>
                <a:moveTo>
                  <a:pt x="1847850" y="666750"/>
                </a:moveTo>
                <a:lnTo>
                  <a:pt x="1866900" y="666750"/>
                </a:lnTo>
                <a:lnTo>
                  <a:pt x="1866900" y="676275"/>
                </a:lnTo>
                <a:lnTo>
                  <a:pt x="1876425" y="676275"/>
                </a:lnTo>
                <a:lnTo>
                  <a:pt x="1876425" y="685800"/>
                </a:lnTo>
                <a:lnTo>
                  <a:pt x="1885950" y="685800"/>
                </a:lnTo>
                <a:lnTo>
                  <a:pt x="1885950" y="809625"/>
                </a:lnTo>
                <a:lnTo>
                  <a:pt x="1876425" y="809625"/>
                </a:lnTo>
                <a:lnTo>
                  <a:pt x="1876425" y="762000"/>
                </a:lnTo>
                <a:lnTo>
                  <a:pt x="1866900" y="762000"/>
                </a:lnTo>
                <a:lnTo>
                  <a:pt x="1866900" y="714375"/>
                </a:lnTo>
                <a:lnTo>
                  <a:pt x="1876425" y="714375"/>
                </a:lnTo>
                <a:lnTo>
                  <a:pt x="1876425" y="704850"/>
                </a:lnTo>
                <a:lnTo>
                  <a:pt x="1866900" y="704850"/>
                </a:lnTo>
                <a:lnTo>
                  <a:pt x="1866900" y="685800"/>
                </a:lnTo>
                <a:lnTo>
                  <a:pt x="1857375" y="685800"/>
                </a:lnTo>
                <a:lnTo>
                  <a:pt x="1857375" y="695325"/>
                </a:lnTo>
                <a:lnTo>
                  <a:pt x="1838325" y="695325"/>
                </a:lnTo>
                <a:lnTo>
                  <a:pt x="1838325" y="676275"/>
                </a:lnTo>
                <a:lnTo>
                  <a:pt x="1847850" y="676275"/>
                </a:lnTo>
                <a:close/>
                <a:moveTo>
                  <a:pt x="361950" y="676275"/>
                </a:moveTo>
                <a:lnTo>
                  <a:pt x="342900" y="676275"/>
                </a:lnTo>
                <a:lnTo>
                  <a:pt x="342900" y="685800"/>
                </a:lnTo>
                <a:lnTo>
                  <a:pt x="333375" y="685800"/>
                </a:lnTo>
                <a:lnTo>
                  <a:pt x="333375" y="695325"/>
                </a:lnTo>
                <a:lnTo>
                  <a:pt x="314325" y="695325"/>
                </a:lnTo>
                <a:lnTo>
                  <a:pt x="314325" y="704850"/>
                </a:lnTo>
                <a:lnTo>
                  <a:pt x="304800" y="704850"/>
                </a:lnTo>
                <a:lnTo>
                  <a:pt x="304800" y="723900"/>
                </a:lnTo>
                <a:lnTo>
                  <a:pt x="342900" y="723900"/>
                </a:lnTo>
                <a:lnTo>
                  <a:pt x="342900" y="714375"/>
                </a:lnTo>
                <a:lnTo>
                  <a:pt x="352425" y="714375"/>
                </a:lnTo>
                <a:lnTo>
                  <a:pt x="352425" y="685800"/>
                </a:lnTo>
                <a:lnTo>
                  <a:pt x="361950" y="685800"/>
                </a:lnTo>
                <a:close/>
                <a:moveTo>
                  <a:pt x="361950" y="676275"/>
                </a:moveTo>
                <a:lnTo>
                  <a:pt x="381000" y="676275"/>
                </a:lnTo>
                <a:lnTo>
                  <a:pt x="381000" y="657225"/>
                </a:lnTo>
                <a:lnTo>
                  <a:pt x="361950" y="657225"/>
                </a:lnTo>
                <a:close/>
                <a:moveTo>
                  <a:pt x="1514475" y="676275"/>
                </a:moveTo>
                <a:lnTo>
                  <a:pt x="1524000" y="676275"/>
                </a:lnTo>
                <a:lnTo>
                  <a:pt x="1524000" y="685800"/>
                </a:lnTo>
                <a:lnTo>
                  <a:pt x="1514475" y="685800"/>
                </a:lnTo>
                <a:close/>
                <a:moveTo>
                  <a:pt x="1504950" y="685800"/>
                </a:moveTo>
                <a:lnTo>
                  <a:pt x="1514475" y="685800"/>
                </a:lnTo>
                <a:lnTo>
                  <a:pt x="1514475" y="695325"/>
                </a:lnTo>
                <a:lnTo>
                  <a:pt x="1504950" y="695325"/>
                </a:lnTo>
                <a:close/>
                <a:moveTo>
                  <a:pt x="1533525" y="685800"/>
                </a:moveTo>
                <a:lnTo>
                  <a:pt x="1543050" y="685800"/>
                </a:lnTo>
                <a:lnTo>
                  <a:pt x="1543050" y="695325"/>
                </a:lnTo>
                <a:lnTo>
                  <a:pt x="1533525" y="695325"/>
                </a:lnTo>
                <a:close/>
                <a:moveTo>
                  <a:pt x="476250" y="695325"/>
                </a:moveTo>
                <a:lnTo>
                  <a:pt x="485775" y="695325"/>
                </a:lnTo>
                <a:lnTo>
                  <a:pt x="485775" y="742950"/>
                </a:lnTo>
                <a:lnTo>
                  <a:pt x="476250" y="742950"/>
                </a:lnTo>
                <a:lnTo>
                  <a:pt x="476250" y="733425"/>
                </a:lnTo>
                <a:lnTo>
                  <a:pt x="466725" y="733425"/>
                </a:lnTo>
                <a:lnTo>
                  <a:pt x="466725" y="723900"/>
                </a:lnTo>
                <a:lnTo>
                  <a:pt x="447675" y="723900"/>
                </a:lnTo>
                <a:lnTo>
                  <a:pt x="447675" y="714375"/>
                </a:lnTo>
                <a:lnTo>
                  <a:pt x="457200" y="714375"/>
                </a:lnTo>
                <a:lnTo>
                  <a:pt x="457200" y="704850"/>
                </a:lnTo>
                <a:lnTo>
                  <a:pt x="476250" y="704850"/>
                </a:lnTo>
                <a:close/>
                <a:moveTo>
                  <a:pt x="1381125" y="695325"/>
                </a:moveTo>
                <a:lnTo>
                  <a:pt x="1409700" y="695325"/>
                </a:lnTo>
                <a:lnTo>
                  <a:pt x="1409700" y="704850"/>
                </a:lnTo>
                <a:lnTo>
                  <a:pt x="1485900" y="704850"/>
                </a:lnTo>
                <a:lnTo>
                  <a:pt x="1485900" y="723900"/>
                </a:lnTo>
                <a:lnTo>
                  <a:pt x="1428750" y="723900"/>
                </a:lnTo>
                <a:lnTo>
                  <a:pt x="1428750" y="714375"/>
                </a:lnTo>
                <a:lnTo>
                  <a:pt x="1409700" y="714375"/>
                </a:lnTo>
                <a:lnTo>
                  <a:pt x="1409700" y="723900"/>
                </a:lnTo>
                <a:lnTo>
                  <a:pt x="1390650" y="723900"/>
                </a:lnTo>
                <a:lnTo>
                  <a:pt x="1390650" y="733425"/>
                </a:lnTo>
                <a:lnTo>
                  <a:pt x="1381125" y="733425"/>
                </a:lnTo>
                <a:lnTo>
                  <a:pt x="1381125" y="742950"/>
                </a:lnTo>
                <a:lnTo>
                  <a:pt x="1371600" y="742950"/>
                </a:lnTo>
                <a:lnTo>
                  <a:pt x="1371600" y="752475"/>
                </a:lnTo>
                <a:lnTo>
                  <a:pt x="1352550" y="752475"/>
                </a:lnTo>
                <a:lnTo>
                  <a:pt x="1352550" y="742950"/>
                </a:lnTo>
                <a:lnTo>
                  <a:pt x="1333500" y="742950"/>
                </a:lnTo>
                <a:lnTo>
                  <a:pt x="1333500" y="733425"/>
                </a:lnTo>
                <a:lnTo>
                  <a:pt x="1314450" y="733425"/>
                </a:lnTo>
                <a:lnTo>
                  <a:pt x="1314450" y="723900"/>
                </a:lnTo>
                <a:lnTo>
                  <a:pt x="1352550" y="723900"/>
                </a:lnTo>
                <a:lnTo>
                  <a:pt x="1352550" y="714375"/>
                </a:lnTo>
                <a:lnTo>
                  <a:pt x="1371600" y="714375"/>
                </a:lnTo>
                <a:lnTo>
                  <a:pt x="1371600" y="704850"/>
                </a:lnTo>
                <a:lnTo>
                  <a:pt x="1381125" y="704850"/>
                </a:lnTo>
                <a:close/>
                <a:moveTo>
                  <a:pt x="1543050" y="695325"/>
                </a:moveTo>
                <a:lnTo>
                  <a:pt x="1552575" y="695325"/>
                </a:lnTo>
                <a:lnTo>
                  <a:pt x="1552575" y="714375"/>
                </a:lnTo>
                <a:lnTo>
                  <a:pt x="1581150" y="714375"/>
                </a:lnTo>
                <a:lnTo>
                  <a:pt x="1581150" y="723900"/>
                </a:lnTo>
                <a:lnTo>
                  <a:pt x="1543050" y="723900"/>
                </a:lnTo>
                <a:close/>
                <a:moveTo>
                  <a:pt x="323850" y="704850"/>
                </a:moveTo>
                <a:lnTo>
                  <a:pt x="333375" y="704850"/>
                </a:lnTo>
                <a:lnTo>
                  <a:pt x="333375" y="714375"/>
                </a:lnTo>
                <a:lnTo>
                  <a:pt x="323850" y="714375"/>
                </a:lnTo>
                <a:close/>
                <a:moveTo>
                  <a:pt x="933450" y="704850"/>
                </a:moveTo>
                <a:lnTo>
                  <a:pt x="942975" y="704850"/>
                </a:lnTo>
                <a:lnTo>
                  <a:pt x="942975" y="714375"/>
                </a:lnTo>
                <a:lnTo>
                  <a:pt x="933450" y="714375"/>
                </a:lnTo>
                <a:close/>
                <a:moveTo>
                  <a:pt x="1085850" y="704850"/>
                </a:moveTo>
                <a:lnTo>
                  <a:pt x="1123950" y="704850"/>
                </a:lnTo>
                <a:lnTo>
                  <a:pt x="1123950" y="714375"/>
                </a:lnTo>
                <a:lnTo>
                  <a:pt x="1143000" y="714375"/>
                </a:lnTo>
                <a:lnTo>
                  <a:pt x="1143000" y="723900"/>
                </a:lnTo>
                <a:lnTo>
                  <a:pt x="1162050" y="723900"/>
                </a:lnTo>
                <a:lnTo>
                  <a:pt x="1162050" y="733425"/>
                </a:lnTo>
                <a:lnTo>
                  <a:pt x="1200150" y="733425"/>
                </a:lnTo>
                <a:lnTo>
                  <a:pt x="1200150" y="742950"/>
                </a:lnTo>
                <a:lnTo>
                  <a:pt x="1152525" y="742950"/>
                </a:lnTo>
                <a:lnTo>
                  <a:pt x="1152525" y="733425"/>
                </a:lnTo>
                <a:lnTo>
                  <a:pt x="1114425" y="733425"/>
                </a:lnTo>
                <a:lnTo>
                  <a:pt x="1114425" y="723900"/>
                </a:lnTo>
                <a:lnTo>
                  <a:pt x="1085850" y="723900"/>
                </a:lnTo>
                <a:close/>
                <a:moveTo>
                  <a:pt x="361950" y="714375"/>
                </a:moveTo>
                <a:lnTo>
                  <a:pt x="400050" y="714375"/>
                </a:lnTo>
                <a:lnTo>
                  <a:pt x="400050" y="704850"/>
                </a:lnTo>
                <a:lnTo>
                  <a:pt x="381000" y="704850"/>
                </a:lnTo>
                <a:lnTo>
                  <a:pt x="381000" y="695325"/>
                </a:lnTo>
                <a:lnTo>
                  <a:pt x="371475" y="695325"/>
                </a:lnTo>
                <a:lnTo>
                  <a:pt x="371475" y="704850"/>
                </a:lnTo>
                <a:lnTo>
                  <a:pt x="361950" y="704850"/>
                </a:lnTo>
                <a:close/>
                <a:moveTo>
                  <a:pt x="923925" y="714375"/>
                </a:moveTo>
                <a:lnTo>
                  <a:pt x="933450" y="714375"/>
                </a:lnTo>
                <a:lnTo>
                  <a:pt x="933450" y="733425"/>
                </a:lnTo>
                <a:lnTo>
                  <a:pt x="923925" y="733425"/>
                </a:lnTo>
                <a:close/>
                <a:moveTo>
                  <a:pt x="638175" y="723900"/>
                </a:moveTo>
                <a:lnTo>
                  <a:pt x="647700" y="723900"/>
                </a:lnTo>
                <a:lnTo>
                  <a:pt x="647700" y="742950"/>
                </a:lnTo>
                <a:lnTo>
                  <a:pt x="619125" y="742950"/>
                </a:lnTo>
                <a:lnTo>
                  <a:pt x="619125" y="733425"/>
                </a:lnTo>
                <a:lnTo>
                  <a:pt x="638175" y="733425"/>
                </a:lnTo>
                <a:close/>
                <a:moveTo>
                  <a:pt x="1771650" y="723900"/>
                </a:moveTo>
                <a:lnTo>
                  <a:pt x="1800225" y="723900"/>
                </a:lnTo>
                <a:lnTo>
                  <a:pt x="1800225" y="733425"/>
                </a:lnTo>
                <a:lnTo>
                  <a:pt x="1790700" y="733425"/>
                </a:lnTo>
                <a:lnTo>
                  <a:pt x="1790700" y="742950"/>
                </a:lnTo>
                <a:lnTo>
                  <a:pt x="1752600" y="742950"/>
                </a:lnTo>
                <a:lnTo>
                  <a:pt x="1752600" y="733425"/>
                </a:lnTo>
                <a:lnTo>
                  <a:pt x="1771650" y="733425"/>
                </a:lnTo>
                <a:close/>
                <a:moveTo>
                  <a:pt x="657225" y="733425"/>
                </a:moveTo>
                <a:lnTo>
                  <a:pt x="676275" y="733425"/>
                </a:lnTo>
                <a:lnTo>
                  <a:pt x="676275" y="742950"/>
                </a:lnTo>
                <a:lnTo>
                  <a:pt x="704850" y="742950"/>
                </a:lnTo>
                <a:lnTo>
                  <a:pt x="704850" y="752475"/>
                </a:lnTo>
                <a:lnTo>
                  <a:pt x="666750" y="752475"/>
                </a:lnTo>
                <a:lnTo>
                  <a:pt x="666750" y="742950"/>
                </a:lnTo>
                <a:lnTo>
                  <a:pt x="657225" y="742950"/>
                </a:lnTo>
                <a:close/>
                <a:moveTo>
                  <a:pt x="1724025" y="742950"/>
                </a:moveTo>
                <a:lnTo>
                  <a:pt x="1733550" y="742950"/>
                </a:lnTo>
                <a:lnTo>
                  <a:pt x="1733550" y="752475"/>
                </a:lnTo>
                <a:lnTo>
                  <a:pt x="1724025" y="752475"/>
                </a:lnTo>
                <a:close/>
                <a:moveTo>
                  <a:pt x="609600" y="752475"/>
                </a:moveTo>
                <a:lnTo>
                  <a:pt x="628650" y="752475"/>
                </a:lnTo>
                <a:lnTo>
                  <a:pt x="628650" y="762000"/>
                </a:lnTo>
                <a:lnTo>
                  <a:pt x="609600" y="762000"/>
                </a:lnTo>
                <a:close/>
                <a:moveTo>
                  <a:pt x="733425" y="752475"/>
                </a:moveTo>
                <a:lnTo>
                  <a:pt x="742950" y="752475"/>
                </a:lnTo>
                <a:lnTo>
                  <a:pt x="742950" y="762000"/>
                </a:lnTo>
                <a:lnTo>
                  <a:pt x="733425" y="762000"/>
                </a:lnTo>
                <a:close/>
                <a:moveTo>
                  <a:pt x="1714500" y="752475"/>
                </a:moveTo>
                <a:lnTo>
                  <a:pt x="1724025" y="752475"/>
                </a:lnTo>
                <a:lnTo>
                  <a:pt x="1724025" y="762000"/>
                </a:lnTo>
                <a:lnTo>
                  <a:pt x="1714500" y="762000"/>
                </a:lnTo>
                <a:close/>
                <a:moveTo>
                  <a:pt x="323850" y="762000"/>
                </a:moveTo>
                <a:lnTo>
                  <a:pt x="342900" y="762000"/>
                </a:lnTo>
                <a:lnTo>
                  <a:pt x="342900" y="742950"/>
                </a:lnTo>
                <a:lnTo>
                  <a:pt x="323850" y="742950"/>
                </a:lnTo>
                <a:close/>
                <a:moveTo>
                  <a:pt x="571500" y="762000"/>
                </a:moveTo>
                <a:lnTo>
                  <a:pt x="581025" y="762000"/>
                </a:lnTo>
                <a:lnTo>
                  <a:pt x="581025" y="800100"/>
                </a:lnTo>
                <a:lnTo>
                  <a:pt x="571500" y="800100"/>
                </a:lnTo>
                <a:close/>
                <a:moveTo>
                  <a:pt x="752475" y="762000"/>
                </a:moveTo>
                <a:lnTo>
                  <a:pt x="762000" y="762000"/>
                </a:lnTo>
                <a:lnTo>
                  <a:pt x="762000" y="771525"/>
                </a:lnTo>
                <a:lnTo>
                  <a:pt x="752475" y="771525"/>
                </a:lnTo>
                <a:close/>
                <a:moveTo>
                  <a:pt x="2152650" y="762000"/>
                </a:moveTo>
                <a:lnTo>
                  <a:pt x="2171700" y="762000"/>
                </a:lnTo>
                <a:lnTo>
                  <a:pt x="2171700" y="771525"/>
                </a:lnTo>
                <a:lnTo>
                  <a:pt x="2152650" y="771525"/>
                </a:lnTo>
                <a:close/>
                <a:moveTo>
                  <a:pt x="2000250" y="781050"/>
                </a:moveTo>
                <a:lnTo>
                  <a:pt x="2028825" y="781050"/>
                </a:lnTo>
                <a:lnTo>
                  <a:pt x="2028825" y="752475"/>
                </a:lnTo>
                <a:lnTo>
                  <a:pt x="2000250" y="752475"/>
                </a:lnTo>
                <a:close/>
                <a:moveTo>
                  <a:pt x="371475" y="790575"/>
                </a:moveTo>
                <a:lnTo>
                  <a:pt x="390525" y="790575"/>
                </a:lnTo>
                <a:lnTo>
                  <a:pt x="390525" y="781050"/>
                </a:lnTo>
                <a:lnTo>
                  <a:pt x="371475" y="781050"/>
                </a:lnTo>
                <a:close/>
                <a:moveTo>
                  <a:pt x="323850" y="800100"/>
                </a:moveTo>
                <a:lnTo>
                  <a:pt x="352425" y="800100"/>
                </a:lnTo>
                <a:lnTo>
                  <a:pt x="352425" y="790575"/>
                </a:lnTo>
                <a:lnTo>
                  <a:pt x="342900" y="790575"/>
                </a:lnTo>
                <a:lnTo>
                  <a:pt x="342900" y="781050"/>
                </a:lnTo>
                <a:lnTo>
                  <a:pt x="323850" y="781050"/>
                </a:lnTo>
                <a:close/>
                <a:moveTo>
                  <a:pt x="581025" y="800100"/>
                </a:moveTo>
                <a:lnTo>
                  <a:pt x="590550" y="800100"/>
                </a:lnTo>
                <a:lnTo>
                  <a:pt x="590550" y="809625"/>
                </a:lnTo>
                <a:lnTo>
                  <a:pt x="581025" y="809625"/>
                </a:lnTo>
                <a:close/>
                <a:moveTo>
                  <a:pt x="1866900" y="809625"/>
                </a:moveTo>
                <a:lnTo>
                  <a:pt x="1876425" y="809625"/>
                </a:lnTo>
                <a:lnTo>
                  <a:pt x="1876425" y="828675"/>
                </a:lnTo>
                <a:lnTo>
                  <a:pt x="1866900" y="828675"/>
                </a:lnTo>
                <a:close/>
                <a:moveTo>
                  <a:pt x="2028825" y="819150"/>
                </a:moveTo>
                <a:lnTo>
                  <a:pt x="2019300" y="819150"/>
                </a:lnTo>
                <a:lnTo>
                  <a:pt x="2019300" y="828675"/>
                </a:lnTo>
                <a:lnTo>
                  <a:pt x="2028825" y="828675"/>
                </a:lnTo>
                <a:close/>
                <a:moveTo>
                  <a:pt x="2028825" y="819150"/>
                </a:moveTo>
                <a:lnTo>
                  <a:pt x="2038350" y="819150"/>
                </a:lnTo>
                <a:lnTo>
                  <a:pt x="2038350" y="809625"/>
                </a:lnTo>
                <a:lnTo>
                  <a:pt x="2028825" y="809625"/>
                </a:lnTo>
                <a:close/>
                <a:moveTo>
                  <a:pt x="1695450" y="828675"/>
                </a:moveTo>
                <a:lnTo>
                  <a:pt x="1714500" y="828675"/>
                </a:lnTo>
                <a:lnTo>
                  <a:pt x="1714500" y="838200"/>
                </a:lnTo>
                <a:lnTo>
                  <a:pt x="1695450" y="838200"/>
                </a:lnTo>
                <a:close/>
                <a:moveTo>
                  <a:pt x="1857375" y="828675"/>
                </a:moveTo>
                <a:lnTo>
                  <a:pt x="1866900" y="828675"/>
                </a:lnTo>
                <a:lnTo>
                  <a:pt x="1866900" y="838200"/>
                </a:lnTo>
                <a:lnTo>
                  <a:pt x="1857375" y="838200"/>
                </a:lnTo>
                <a:close/>
                <a:moveTo>
                  <a:pt x="762000" y="847725"/>
                </a:moveTo>
                <a:lnTo>
                  <a:pt x="771525" y="847725"/>
                </a:lnTo>
                <a:lnTo>
                  <a:pt x="771525" y="866775"/>
                </a:lnTo>
                <a:lnTo>
                  <a:pt x="781050" y="866775"/>
                </a:lnTo>
                <a:lnTo>
                  <a:pt x="781050" y="895350"/>
                </a:lnTo>
                <a:lnTo>
                  <a:pt x="771525" y="895350"/>
                </a:lnTo>
                <a:lnTo>
                  <a:pt x="771525" y="885825"/>
                </a:lnTo>
                <a:lnTo>
                  <a:pt x="752475" y="885825"/>
                </a:lnTo>
                <a:lnTo>
                  <a:pt x="752475" y="857250"/>
                </a:lnTo>
                <a:lnTo>
                  <a:pt x="762000" y="857250"/>
                </a:lnTo>
                <a:close/>
                <a:moveTo>
                  <a:pt x="304800" y="857250"/>
                </a:moveTo>
                <a:lnTo>
                  <a:pt x="314325" y="857250"/>
                </a:lnTo>
                <a:lnTo>
                  <a:pt x="314325" y="866775"/>
                </a:lnTo>
                <a:lnTo>
                  <a:pt x="323850" y="866775"/>
                </a:lnTo>
                <a:lnTo>
                  <a:pt x="323850" y="876300"/>
                </a:lnTo>
                <a:lnTo>
                  <a:pt x="333375" y="876300"/>
                </a:lnTo>
                <a:lnTo>
                  <a:pt x="333375" y="857250"/>
                </a:lnTo>
                <a:lnTo>
                  <a:pt x="342900" y="857250"/>
                </a:lnTo>
                <a:lnTo>
                  <a:pt x="342900" y="828675"/>
                </a:lnTo>
                <a:lnTo>
                  <a:pt x="333375" y="828675"/>
                </a:lnTo>
                <a:lnTo>
                  <a:pt x="333375" y="819150"/>
                </a:lnTo>
                <a:lnTo>
                  <a:pt x="323850" y="819150"/>
                </a:lnTo>
                <a:lnTo>
                  <a:pt x="323850" y="828675"/>
                </a:lnTo>
                <a:lnTo>
                  <a:pt x="314325" y="828675"/>
                </a:lnTo>
                <a:lnTo>
                  <a:pt x="314325" y="838200"/>
                </a:lnTo>
                <a:lnTo>
                  <a:pt x="304800" y="838200"/>
                </a:lnTo>
                <a:close/>
                <a:moveTo>
                  <a:pt x="1990725" y="866775"/>
                </a:moveTo>
                <a:lnTo>
                  <a:pt x="2009775" y="866775"/>
                </a:lnTo>
                <a:lnTo>
                  <a:pt x="2009775" y="857250"/>
                </a:lnTo>
                <a:lnTo>
                  <a:pt x="1990725" y="857250"/>
                </a:lnTo>
                <a:close/>
                <a:moveTo>
                  <a:pt x="1733550" y="876300"/>
                </a:moveTo>
                <a:lnTo>
                  <a:pt x="1743075" y="876300"/>
                </a:lnTo>
                <a:lnTo>
                  <a:pt x="1743075" y="885825"/>
                </a:lnTo>
                <a:lnTo>
                  <a:pt x="1733550" y="885825"/>
                </a:lnTo>
                <a:close/>
                <a:moveTo>
                  <a:pt x="1685925" y="885825"/>
                </a:moveTo>
                <a:lnTo>
                  <a:pt x="1695450" y="885825"/>
                </a:lnTo>
                <a:lnTo>
                  <a:pt x="1695450" y="895350"/>
                </a:lnTo>
                <a:lnTo>
                  <a:pt x="1685925" y="895350"/>
                </a:lnTo>
                <a:close/>
                <a:moveTo>
                  <a:pt x="2009775" y="895350"/>
                </a:moveTo>
                <a:lnTo>
                  <a:pt x="2028825" y="895350"/>
                </a:lnTo>
                <a:lnTo>
                  <a:pt x="2028825" y="904875"/>
                </a:lnTo>
                <a:lnTo>
                  <a:pt x="2019300" y="904875"/>
                </a:lnTo>
                <a:lnTo>
                  <a:pt x="2019300" y="923925"/>
                </a:lnTo>
                <a:lnTo>
                  <a:pt x="2009775" y="923925"/>
                </a:lnTo>
                <a:lnTo>
                  <a:pt x="2009775" y="933450"/>
                </a:lnTo>
                <a:lnTo>
                  <a:pt x="2000250" y="933450"/>
                </a:lnTo>
                <a:lnTo>
                  <a:pt x="2000250" y="990600"/>
                </a:lnTo>
                <a:lnTo>
                  <a:pt x="1990725" y="990600"/>
                </a:lnTo>
                <a:lnTo>
                  <a:pt x="1990725" y="933450"/>
                </a:lnTo>
                <a:lnTo>
                  <a:pt x="1981200" y="933450"/>
                </a:lnTo>
                <a:lnTo>
                  <a:pt x="1981200" y="923925"/>
                </a:lnTo>
                <a:lnTo>
                  <a:pt x="1962150" y="923925"/>
                </a:lnTo>
                <a:lnTo>
                  <a:pt x="1962150" y="914400"/>
                </a:lnTo>
                <a:lnTo>
                  <a:pt x="1981200" y="914400"/>
                </a:lnTo>
                <a:lnTo>
                  <a:pt x="1981200" y="904875"/>
                </a:lnTo>
                <a:lnTo>
                  <a:pt x="2009775" y="904875"/>
                </a:lnTo>
                <a:close/>
                <a:moveTo>
                  <a:pt x="304800" y="923925"/>
                </a:moveTo>
                <a:lnTo>
                  <a:pt x="314325" y="923925"/>
                </a:lnTo>
                <a:lnTo>
                  <a:pt x="314325" y="933450"/>
                </a:lnTo>
                <a:lnTo>
                  <a:pt x="304800" y="933450"/>
                </a:lnTo>
                <a:close/>
                <a:moveTo>
                  <a:pt x="323850" y="923925"/>
                </a:moveTo>
                <a:lnTo>
                  <a:pt x="333375" y="923925"/>
                </a:lnTo>
                <a:lnTo>
                  <a:pt x="333375" y="933450"/>
                </a:lnTo>
                <a:lnTo>
                  <a:pt x="323850" y="933450"/>
                </a:lnTo>
                <a:close/>
                <a:moveTo>
                  <a:pt x="295275" y="933450"/>
                </a:moveTo>
                <a:lnTo>
                  <a:pt x="304800" y="933450"/>
                </a:lnTo>
                <a:lnTo>
                  <a:pt x="304800" y="952500"/>
                </a:lnTo>
                <a:lnTo>
                  <a:pt x="295275" y="952500"/>
                </a:lnTo>
                <a:close/>
                <a:moveTo>
                  <a:pt x="438150" y="933450"/>
                </a:moveTo>
                <a:lnTo>
                  <a:pt x="447675" y="933450"/>
                </a:lnTo>
                <a:lnTo>
                  <a:pt x="447675" y="952500"/>
                </a:lnTo>
                <a:lnTo>
                  <a:pt x="438150" y="952500"/>
                </a:lnTo>
                <a:close/>
                <a:moveTo>
                  <a:pt x="276225" y="942975"/>
                </a:moveTo>
                <a:lnTo>
                  <a:pt x="285750" y="942975"/>
                </a:lnTo>
                <a:lnTo>
                  <a:pt x="285750" y="952500"/>
                </a:lnTo>
                <a:lnTo>
                  <a:pt x="276225" y="952500"/>
                </a:lnTo>
                <a:close/>
                <a:moveTo>
                  <a:pt x="447675" y="952500"/>
                </a:moveTo>
                <a:lnTo>
                  <a:pt x="457200" y="952500"/>
                </a:lnTo>
                <a:lnTo>
                  <a:pt x="457200" y="962025"/>
                </a:lnTo>
                <a:lnTo>
                  <a:pt x="447675" y="962025"/>
                </a:lnTo>
                <a:close/>
                <a:moveTo>
                  <a:pt x="447675" y="990600"/>
                </a:moveTo>
                <a:lnTo>
                  <a:pt x="457200" y="990600"/>
                </a:lnTo>
                <a:lnTo>
                  <a:pt x="457200" y="1000125"/>
                </a:lnTo>
                <a:lnTo>
                  <a:pt x="447675" y="1000125"/>
                </a:lnTo>
                <a:close/>
                <a:moveTo>
                  <a:pt x="1990725" y="1000125"/>
                </a:moveTo>
                <a:lnTo>
                  <a:pt x="2000250" y="1000125"/>
                </a:lnTo>
                <a:lnTo>
                  <a:pt x="2000250" y="1019175"/>
                </a:lnTo>
                <a:lnTo>
                  <a:pt x="1990725" y="1019175"/>
                </a:lnTo>
                <a:close/>
                <a:moveTo>
                  <a:pt x="438150" y="1009650"/>
                </a:moveTo>
                <a:lnTo>
                  <a:pt x="447675" y="1009650"/>
                </a:lnTo>
                <a:lnTo>
                  <a:pt x="447675" y="1019175"/>
                </a:lnTo>
                <a:lnTo>
                  <a:pt x="438150" y="1019175"/>
                </a:lnTo>
                <a:close/>
                <a:moveTo>
                  <a:pt x="2000250" y="1019175"/>
                </a:moveTo>
                <a:lnTo>
                  <a:pt x="2009775" y="1019175"/>
                </a:lnTo>
                <a:lnTo>
                  <a:pt x="2009775" y="1038225"/>
                </a:lnTo>
                <a:lnTo>
                  <a:pt x="2000250" y="1038225"/>
                </a:lnTo>
                <a:close/>
                <a:moveTo>
                  <a:pt x="428625" y="1028700"/>
                </a:moveTo>
                <a:lnTo>
                  <a:pt x="438150" y="1028700"/>
                </a:lnTo>
                <a:lnTo>
                  <a:pt x="438150" y="1038225"/>
                </a:lnTo>
                <a:lnTo>
                  <a:pt x="428625" y="1038225"/>
                </a:lnTo>
                <a:close/>
                <a:moveTo>
                  <a:pt x="2009775" y="1038225"/>
                </a:moveTo>
                <a:lnTo>
                  <a:pt x="2019300" y="1038225"/>
                </a:lnTo>
                <a:lnTo>
                  <a:pt x="2019300" y="1047750"/>
                </a:lnTo>
                <a:lnTo>
                  <a:pt x="2009775" y="1047750"/>
                </a:lnTo>
                <a:close/>
                <a:moveTo>
                  <a:pt x="2152650" y="1038225"/>
                </a:moveTo>
                <a:lnTo>
                  <a:pt x="2162175" y="1038225"/>
                </a:lnTo>
                <a:lnTo>
                  <a:pt x="2162175" y="1057275"/>
                </a:lnTo>
                <a:lnTo>
                  <a:pt x="2152650" y="1057275"/>
                </a:lnTo>
                <a:lnTo>
                  <a:pt x="2152650" y="1066800"/>
                </a:lnTo>
                <a:lnTo>
                  <a:pt x="2143125" y="1066800"/>
                </a:lnTo>
                <a:lnTo>
                  <a:pt x="2143125" y="1085850"/>
                </a:lnTo>
                <a:lnTo>
                  <a:pt x="2152650" y="1085850"/>
                </a:lnTo>
                <a:lnTo>
                  <a:pt x="2152650" y="1104900"/>
                </a:lnTo>
                <a:lnTo>
                  <a:pt x="2124075" y="1104900"/>
                </a:lnTo>
                <a:lnTo>
                  <a:pt x="2124075" y="1095375"/>
                </a:lnTo>
                <a:lnTo>
                  <a:pt x="2114550" y="1095375"/>
                </a:lnTo>
                <a:lnTo>
                  <a:pt x="2114550" y="1104900"/>
                </a:lnTo>
                <a:lnTo>
                  <a:pt x="2105025" y="1104900"/>
                </a:lnTo>
                <a:lnTo>
                  <a:pt x="2105025" y="1114425"/>
                </a:lnTo>
                <a:lnTo>
                  <a:pt x="2066925" y="1114425"/>
                </a:lnTo>
                <a:lnTo>
                  <a:pt x="2066925" y="1104900"/>
                </a:lnTo>
                <a:lnTo>
                  <a:pt x="2057400" y="1104900"/>
                </a:lnTo>
                <a:lnTo>
                  <a:pt x="2057400" y="1095375"/>
                </a:lnTo>
                <a:lnTo>
                  <a:pt x="2066925" y="1095375"/>
                </a:lnTo>
                <a:lnTo>
                  <a:pt x="2066925" y="1104900"/>
                </a:lnTo>
                <a:lnTo>
                  <a:pt x="2076450" y="1104900"/>
                </a:lnTo>
                <a:lnTo>
                  <a:pt x="2076450" y="1095375"/>
                </a:lnTo>
                <a:lnTo>
                  <a:pt x="2085975" y="1095375"/>
                </a:lnTo>
                <a:lnTo>
                  <a:pt x="2085975" y="1085850"/>
                </a:lnTo>
                <a:lnTo>
                  <a:pt x="2105025" y="1085850"/>
                </a:lnTo>
                <a:lnTo>
                  <a:pt x="2105025" y="1066800"/>
                </a:lnTo>
                <a:lnTo>
                  <a:pt x="2114550" y="1066800"/>
                </a:lnTo>
                <a:lnTo>
                  <a:pt x="2114550" y="1057275"/>
                </a:lnTo>
                <a:lnTo>
                  <a:pt x="2133600" y="1057275"/>
                </a:lnTo>
                <a:lnTo>
                  <a:pt x="2133600" y="1047750"/>
                </a:lnTo>
                <a:lnTo>
                  <a:pt x="2152650" y="1047750"/>
                </a:lnTo>
                <a:close/>
                <a:moveTo>
                  <a:pt x="2028825" y="1076325"/>
                </a:moveTo>
                <a:lnTo>
                  <a:pt x="2038350" y="1076325"/>
                </a:lnTo>
                <a:lnTo>
                  <a:pt x="2038350" y="1085850"/>
                </a:lnTo>
                <a:lnTo>
                  <a:pt x="2028825" y="1085850"/>
                </a:lnTo>
                <a:close/>
                <a:moveTo>
                  <a:pt x="323850" y="1085850"/>
                </a:moveTo>
                <a:lnTo>
                  <a:pt x="333375" y="1085850"/>
                </a:lnTo>
                <a:lnTo>
                  <a:pt x="333375" y="1095375"/>
                </a:lnTo>
                <a:lnTo>
                  <a:pt x="323850" y="1095375"/>
                </a:lnTo>
                <a:close/>
                <a:moveTo>
                  <a:pt x="2038350" y="1085850"/>
                </a:moveTo>
                <a:lnTo>
                  <a:pt x="2047875" y="1085850"/>
                </a:lnTo>
                <a:lnTo>
                  <a:pt x="2047875" y="1095375"/>
                </a:lnTo>
                <a:lnTo>
                  <a:pt x="2038350" y="1095375"/>
                </a:lnTo>
                <a:close/>
                <a:moveTo>
                  <a:pt x="371475" y="1095375"/>
                </a:moveTo>
                <a:lnTo>
                  <a:pt x="381000" y="1095375"/>
                </a:lnTo>
                <a:lnTo>
                  <a:pt x="381000" y="1104900"/>
                </a:lnTo>
                <a:lnTo>
                  <a:pt x="371475" y="1104900"/>
                </a:lnTo>
                <a:close/>
                <a:moveTo>
                  <a:pt x="2133600" y="1123950"/>
                </a:moveTo>
                <a:lnTo>
                  <a:pt x="2143125" y="1123950"/>
                </a:lnTo>
                <a:lnTo>
                  <a:pt x="2143125" y="1162050"/>
                </a:lnTo>
                <a:lnTo>
                  <a:pt x="2190750" y="1162050"/>
                </a:lnTo>
                <a:lnTo>
                  <a:pt x="2190750" y="1171575"/>
                </a:lnTo>
                <a:lnTo>
                  <a:pt x="2200275" y="1171575"/>
                </a:lnTo>
                <a:lnTo>
                  <a:pt x="2200275" y="1181100"/>
                </a:lnTo>
                <a:lnTo>
                  <a:pt x="2162175" y="1181100"/>
                </a:lnTo>
                <a:lnTo>
                  <a:pt x="2162175" y="1171575"/>
                </a:lnTo>
                <a:lnTo>
                  <a:pt x="2133600" y="1171575"/>
                </a:lnTo>
                <a:lnTo>
                  <a:pt x="2133600" y="1181100"/>
                </a:lnTo>
                <a:lnTo>
                  <a:pt x="2124075" y="1181100"/>
                </a:lnTo>
                <a:lnTo>
                  <a:pt x="2124075" y="1200150"/>
                </a:lnTo>
                <a:lnTo>
                  <a:pt x="2114550" y="1200150"/>
                </a:lnTo>
                <a:lnTo>
                  <a:pt x="2114550" y="1219200"/>
                </a:lnTo>
                <a:lnTo>
                  <a:pt x="2105025" y="1219200"/>
                </a:lnTo>
                <a:lnTo>
                  <a:pt x="2105025" y="1238250"/>
                </a:lnTo>
                <a:lnTo>
                  <a:pt x="2095500" y="1238250"/>
                </a:lnTo>
                <a:lnTo>
                  <a:pt x="2095500" y="1257300"/>
                </a:lnTo>
                <a:lnTo>
                  <a:pt x="2105025" y="1257300"/>
                </a:lnTo>
                <a:lnTo>
                  <a:pt x="2105025" y="1276350"/>
                </a:lnTo>
                <a:lnTo>
                  <a:pt x="2114550" y="1276350"/>
                </a:lnTo>
                <a:lnTo>
                  <a:pt x="2114550" y="1295400"/>
                </a:lnTo>
                <a:lnTo>
                  <a:pt x="2105025" y="1295400"/>
                </a:lnTo>
                <a:lnTo>
                  <a:pt x="2105025" y="1285875"/>
                </a:lnTo>
                <a:lnTo>
                  <a:pt x="2095500" y="1285875"/>
                </a:lnTo>
                <a:lnTo>
                  <a:pt x="2095500" y="1276350"/>
                </a:lnTo>
                <a:lnTo>
                  <a:pt x="2085975" y="1276350"/>
                </a:lnTo>
                <a:lnTo>
                  <a:pt x="2085975" y="1171575"/>
                </a:lnTo>
                <a:lnTo>
                  <a:pt x="2095500" y="1171575"/>
                </a:lnTo>
                <a:lnTo>
                  <a:pt x="2095500" y="1152525"/>
                </a:lnTo>
                <a:lnTo>
                  <a:pt x="2114550" y="1152525"/>
                </a:lnTo>
                <a:lnTo>
                  <a:pt x="2114550" y="1143000"/>
                </a:lnTo>
                <a:lnTo>
                  <a:pt x="2133600" y="1143000"/>
                </a:lnTo>
                <a:close/>
                <a:moveTo>
                  <a:pt x="323850" y="1162050"/>
                </a:moveTo>
                <a:lnTo>
                  <a:pt x="333375" y="1162050"/>
                </a:lnTo>
                <a:lnTo>
                  <a:pt x="333375" y="1171575"/>
                </a:lnTo>
                <a:lnTo>
                  <a:pt x="323850" y="1171575"/>
                </a:lnTo>
                <a:close/>
                <a:moveTo>
                  <a:pt x="333375" y="1171575"/>
                </a:moveTo>
                <a:lnTo>
                  <a:pt x="342900" y="1171575"/>
                </a:lnTo>
                <a:lnTo>
                  <a:pt x="342900" y="1181100"/>
                </a:lnTo>
                <a:lnTo>
                  <a:pt x="352425" y="1181100"/>
                </a:lnTo>
                <a:lnTo>
                  <a:pt x="352425" y="1228725"/>
                </a:lnTo>
                <a:lnTo>
                  <a:pt x="342900" y="1228725"/>
                </a:lnTo>
                <a:lnTo>
                  <a:pt x="342900" y="1190625"/>
                </a:lnTo>
                <a:lnTo>
                  <a:pt x="333375" y="1190625"/>
                </a:lnTo>
                <a:close/>
                <a:moveTo>
                  <a:pt x="0" y="1181100"/>
                </a:moveTo>
                <a:lnTo>
                  <a:pt x="9525" y="1181100"/>
                </a:lnTo>
                <a:lnTo>
                  <a:pt x="9525" y="1219200"/>
                </a:lnTo>
                <a:lnTo>
                  <a:pt x="0" y="1219200"/>
                </a:lnTo>
                <a:close/>
                <a:moveTo>
                  <a:pt x="342900" y="1238250"/>
                </a:moveTo>
                <a:lnTo>
                  <a:pt x="352425" y="1238250"/>
                </a:lnTo>
                <a:lnTo>
                  <a:pt x="352425" y="1276350"/>
                </a:lnTo>
                <a:lnTo>
                  <a:pt x="333375" y="1276350"/>
                </a:lnTo>
                <a:lnTo>
                  <a:pt x="333375" y="1266825"/>
                </a:lnTo>
                <a:lnTo>
                  <a:pt x="342900" y="1266825"/>
                </a:lnTo>
                <a:close/>
                <a:moveTo>
                  <a:pt x="0" y="1285875"/>
                </a:moveTo>
                <a:lnTo>
                  <a:pt x="9525" y="1285875"/>
                </a:lnTo>
                <a:lnTo>
                  <a:pt x="9525" y="1323975"/>
                </a:lnTo>
                <a:lnTo>
                  <a:pt x="0" y="1323975"/>
                </a:lnTo>
                <a:close/>
                <a:moveTo>
                  <a:pt x="228600" y="1285875"/>
                </a:moveTo>
                <a:lnTo>
                  <a:pt x="238125" y="1285875"/>
                </a:lnTo>
                <a:lnTo>
                  <a:pt x="238125" y="1295400"/>
                </a:lnTo>
                <a:lnTo>
                  <a:pt x="228600" y="1295400"/>
                </a:lnTo>
                <a:close/>
                <a:moveTo>
                  <a:pt x="247650" y="1295400"/>
                </a:moveTo>
                <a:lnTo>
                  <a:pt x="257175" y="1295400"/>
                </a:lnTo>
                <a:lnTo>
                  <a:pt x="257175" y="1304925"/>
                </a:lnTo>
                <a:lnTo>
                  <a:pt x="285750" y="1304925"/>
                </a:lnTo>
                <a:lnTo>
                  <a:pt x="285750" y="1314450"/>
                </a:lnTo>
                <a:lnTo>
                  <a:pt x="247650" y="1314450"/>
                </a:lnTo>
                <a:close/>
                <a:moveTo>
                  <a:pt x="390525" y="1304925"/>
                </a:moveTo>
                <a:lnTo>
                  <a:pt x="409575" y="1304925"/>
                </a:lnTo>
                <a:lnTo>
                  <a:pt x="409575" y="1314450"/>
                </a:lnTo>
                <a:lnTo>
                  <a:pt x="428625" y="1314450"/>
                </a:lnTo>
                <a:lnTo>
                  <a:pt x="428625" y="1323975"/>
                </a:lnTo>
                <a:lnTo>
                  <a:pt x="390525" y="1323975"/>
                </a:lnTo>
                <a:close/>
                <a:moveTo>
                  <a:pt x="2038350" y="1314450"/>
                </a:moveTo>
                <a:lnTo>
                  <a:pt x="2047875" y="1314450"/>
                </a:lnTo>
                <a:lnTo>
                  <a:pt x="2047875" y="1323975"/>
                </a:lnTo>
                <a:lnTo>
                  <a:pt x="2038350" y="1323975"/>
                </a:lnTo>
                <a:close/>
                <a:moveTo>
                  <a:pt x="2000250" y="1323975"/>
                </a:moveTo>
                <a:lnTo>
                  <a:pt x="2038350" y="1323975"/>
                </a:lnTo>
                <a:lnTo>
                  <a:pt x="2038350" y="1333500"/>
                </a:lnTo>
                <a:lnTo>
                  <a:pt x="2000250" y="1333500"/>
                </a:lnTo>
                <a:close/>
                <a:moveTo>
                  <a:pt x="295275" y="1371600"/>
                </a:moveTo>
                <a:lnTo>
                  <a:pt x="314325" y="1371600"/>
                </a:lnTo>
                <a:lnTo>
                  <a:pt x="314325" y="1390650"/>
                </a:lnTo>
                <a:lnTo>
                  <a:pt x="304800" y="1390650"/>
                </a:lnTo>
                <a:lnTo>
                  <a:pt x="304800" y="1419225"/>
                </a:lnTo>
                <a:lnTo>
                  <a:pt x="314325" y="1419225"/>
                </a:lnTo>
                <a:lnTo>
                  <a:pt x="314325" y="1504950"/>
                </a:lnTo>
                <a:lnTo>
                  <a:pt x="323850" y="1504950"/>
                </a:lnTo>
                <a:lnTo>
                  <a:pt x="323850" y="1543050"/>
                </a:lnTo>
                <a:lnTo>
                  <a:pt x="333375" y="1543050"/>
                </a:lnTo>
                <a:lnTo>
                  <a:pt x="333375" y="1552575"/>
                </a:lnTo>
                <a:lnTo>
                  <a:pt x="323850" y="1552575"/>
                </a:lnTo>
                <a:lnTo>
                  <a:pt x="323850" y="1562100"/>
                </a:lnTo>
                <a:lnTo>
                  <a:pt x="333375" y="1562100"/>
                </a:lnTo>
                <a:lnTo>
                  <a:pt x="333375" y="1571625"/>
                </a:lnTo>
                <a:lnTo>
                  <a:pt x="361950" y="1571625"/>
                </a:lnTo>
                <a:lnTo>
                  <a:pt x="361950" y="1590675"/>
                </a:lnTo>
                <a:lnTo>
                  <a:pt x="333375" y="1590675"/>
                </a:lnTo>
                <a:lnTo>
                  <a:pt x="333375" y="1600200"/>
                </a:lnTo>
                <a:lnTo>
                  <a:pt x="304800" y="1600200"/>
                </a:lnTo>
                <a:lnTo>
                  <a:pt x="304800" y="1609725"/>
                </a:lnTo>
                <a:lnTo>
                  <a:pt x="314325" y="1609725"/>
                </a:lnTo>
                <a:lnTo>
                  <a:pt x="314325" y="1619250"/>
                </a:lnTo>
                <a:lnTo>
                  <a:pt x="295275" y="1619250"/>
                </a:lnTo>
                <a:lnTo>
                  <a:pt x="295275" y="1638300"/>
                </a:lnTo>
                <a:lnTo>
                  <a:pt x="314325" y="1638300"/>
                </a:lnTo>
                <a:lnTo>
                  <a:pt x="314325" y="1647825"/>
                </a:lnTo>
                <a:lnTo>
                  <a:pt x="304800" y="1647825"/>
                </a:lnTo>
                <a:lnTo>
                  <a:pt x="304800" y="1657350"/>
                </a:lnTo>
                <a:lnTo>
                  <a:pt x="295275" y="1657350"/>
                </a:lnTo>
                <a:lnTo>
                  <a:pt x="295275" y="1666875"/>
                </a:lnTo>
                <a:lnTo>
                  <a:pt x="285750" y="1666875"/>
                </a:lnTo>
                <a:lnTo>
                  <a:pt x="285750" y="1676400"/>
                </a:lnTo>
                <a:lnTo>
                  <a:pt x="276225" y="1676400"/>
                </a:lnTo>
                <a:lnTo>
                  <a:pt x="276225" y="1666875"/>
                </a:lnTo>
                <a:lnTo>
                  <a:pt x="266700" y="1666875"/>
                </a:lnTo>
                <a:lnTo>
                  <a:pt x="266700" y="1600200"/>
                </a:lnTo>
                <a:lnTo>
                  <a:pt x="276225" y="1600200"/>
                </a:lnTo>
                <a:lnTo>
                  <a:pt x="276225" y="1590675"/>
                </a:lnTo>
                <a:lnTo>
                  <a:pt x="285750" y="1590675"/>
                </a:lnTo>
                <a:lnTo>
                  <a:pt x="285750" y="1581150"/>
                </a:lnTo>
                <a:lnTo>
                  <a:pt x="276225" y="1581150"/>
                </a:lnTo>
                <a:lnTo>
                  <a:pt x="276225" y="1562100"/>
                </a:lnTo>
                <a:lnTo>
                  <a:pt x="304800" y="1562100"/>
                </a:lnTo>
                <a:lnTo>
                  <a:pt x="304800" y="1552575"/>
                </a:lnTo>
                <a:lnTo>
                  <a:pt x="295275" y="1552575"/>
                </a:lnTo>
                <a:lnTo>
                  <a:pt x="295275" y="1533525"/>
                </a:lnTo>
                <a:lnTo>
                  <a:pt x="285750" y="1533525"/>
                </a:lnTo>
                <a:lnTo>
                  <a:pt x="285750" y="1524000"/>
                </a:lnTo>
                <a:lnTo>
                  <a:pt x="295275" y="1524000"/>
                </a:lnTo>
                <a:lnTo>
                  <a:pt x="295275" y="1514475"/>
                </a:lnTo>
                <a:lnTo>
                  <a:pt x="304800" y="1514475"/>
                </a:lnTo>
                <a:lnTo>
                  <a:pt x="304800" y="1504950"/>
                </a:lnTo>
                <a:lnTo>
                  <a:pt x="295275" y="1504950"/>
                </a:lnTo>
                <a:close/>
                <a:moveTo>
                  <a:pt x="2000250" y="1400175"/>
                </a:moveTo>
                <a:lnTo>
                  <a:pt x="2019300" y="1400175"/>
                </a:lnTo>
                <a:lnTo>
                  <a:pt x="2019300" y="1409700"/>
                </a:lnTo>
                <a:lnTo>
                  <a:pt x="2009775" y="1409700"/>
                </a:lnTo>
                <a:lnTo>
                  <a:pt x="2009775" y="1419225"/>
                </a:lnTo>
                <a:lnTo>
                  <a:pt x="2000250" y="1419225"/>
                </a:lnTo>
                <a:close/>
                <a:moveTo>
                  <a:pt x="2038350" y="1400175"/>
                </a:moveTo>
                <a:lnTo>
                  <a:pt x="2047875" y="1400175"/>
                </a:lnTo>
                <a:lnTo>
                  <a:pt x="2047875" y="1409700"/>
                </a:lnTo>
                <a:lnTo>
                  <a:pt x="2038350" y="1409700"/>
                </a:lnTo>
                <a:close/>
                <a:moveTo>
                  <a:pt x="2047875" y="1419225"/>
                </a:moveTo>
                <a:lnTo>
                  <a:pt x="2057400" y="1419225"/>
                </a:lnTo>
                <a:lnTo>
                  <a:pt x="2057400" y="1428750"/>
                </a:lnTo>
                <a:lnTo>
                  <a:pt x="2066925" y="1428750"/>
                </a:lnTo>
                <a:lnTo>
                  <a:pt x="2066925" y="1438275"/>
                </a:lnTo>
                <a:lnTo>
                  <a:pt x="2076450" y="1438275"/>
                </a:lnTo>
                <a:lnTo>
                  <a:pt x="2076450" y="1447800"/>
                </a:lnTo>
                <a:lnTo>
                  <a:pt x="2095500" y="1447800"/>
                </a:lnTo>
                <a:lnTo>
                  <a:pt x="2095500" y="1457325"/>
                </a:lnTo>
                <a:lnTo>
                  <a:pt x="2114550" y="1457325"/>
                </a:lnTo>
                <a:lnTo>
                  <a:pt x="2114550" y="1476375"/>
                </a:lnTo>
                <a:lnTo>
                  <a:pt x="2105025" y="1476375"/>
                </a:lnTo>
                <a:lnTo>
                  <a:pt x="2105025" y="1485900"/>
                </a:lnTo>
                <a:lnTo>
                  <a:pt x="2114550" y="1485900"/>
                </a:lnTo>
                <a:lnTo>
                  <a:pt x="2114550" y="1495425"/>
                </a:lnTo>
                <a:lnTo>
                  <a:pt x="2124075" y="1495425"/>
                </a:lnTo>
                <a:lnTo>
                  <a:pt x="2124075" y="1524000"/>
                </a:lnTo>
                <a:lnTo>
                  <a:pt x="2133600" y="1524000"/>
                </a:lnTo>
                <a:lnTo>
                  <a:pt x="2133600" y="1533525"/>
                </a:lnTo>
                <a:lnTo>
                  <a:pt x="2124075" y="1533525"/>
                </a:lnTo>
                <a:lnTo>
                  <a:pt x="2124075" y="1543050"/>
                </a:lnTo>
                <a:lnTo>
                  <a:pt x="2105025" y="1543050"/>
                </a:lnTo>
                <a:lnTo>
                  <a:pt x="2105025" y="1524000"/>
                </a:lnTo>
                <a:lnTo>
                  <a:pt x="2085975" y="1524000"/>
                </a:lnTo>
                <a:lnTo>
                  <a:pt x="2085975" y="1533525"/>
                </a:lnTo>
                <a:lnTo>
                  <a:pt x="2076450" y="1533525"/>
                </a:lnTo>
                <a:lnTo>
                  <a:pt x="2076450" y="1571625"/>
                </a:lnTo>
                <a:lnTo>
                  <a:pt x="2095500" y="1571625"/>
                </a:lnTo>
                <a:lnTo>
                  <a:pt x="2095500" y="1543050"/>
                </a:lnTo>
                <a:lnTo>
                  <a:pt x="2105025" y="1543050"/>
                </a:lnTo>
                <a:lnTo>
                  <a:pt x="2105025" y="1562100"/>
                </a:lnTo>
                <a:lnTo>
                  <a:pt x="2124075" y="1562100"/>
                </a:lnTo>
                <a:lnTo>
                  <a:pt x="2124075" y="1571625"/>
                </a:lnTo>
                <a:lnTo>
                  <a:pt x="2133600" y="1571625"/>
                </a:lnTo>
                <a:lnTo>
                  <a:pt x="2133600" y="1590675"/>
                </a:lnTo>
                <a:lnTo>
                  <a:pt x="2152650" y="1590675"/>
                </a:lnTo>
                <a:lnTo>
                  <a:pt x="2152650" y="1600200"/>
                </a:lnTo>
                <a:lnTo>
                  <a:pt x="2143125" y="1600200"/>
                </a:lnTo>
                <a:lnTo>
                  <a:pt x="2143125" y="1609725"/>
                </a:lnTo>
                <a:lnTo>
                  <a:pt x="2124075" y="1609725"/>
                </a:lnTo>
                <a:lnTo>
                  <a:pt x="2124075" y="1628775"/>
                </a:lnTo>
                <a:lnTo>
                  <a:pt x="2105025" y="1628775"/>
                </a:lnTo>
                <a:lnTo>
                  <a:pt x="2105025" y="1619250"/>
                </a:lnTo>
                <a:lnTo>
                  <a:pt x="2085975" y="1619250"/>
                </a:lnTo>
                <a:lnTo>
                  <a:pt x="2085975" y="1600200"/>
                </a:lnTo>
                <a:lnTo>
                  <a:pt x="2076450" y="1600200"/>
                </a:lnTo>
                <a:lnTo>
                  <a:pt x="2076450" y="1590675"/>
                </a:lnTo>
                <a:lnTo>
                  <a:pt x="2066925" y="1590675"/>
                </a:lnTo>
                <a:lnTo>
                  <a:pt x="2066925" y="1600200"/>
                </a:lnTo>
                <a:lnTo>
                  <a:pt x="2047875" y="1600200"/>
                </a:lnTo>
                <a:lnTo>
                  <a:pt x="2047875" y="1638300"/>
                </a:lnTo>
                <a:lnTo>
                  <a:pt x="2057400" y="1638300"/>
                </a:lnTo>
                <a:lnTo>
                  <a:pt x="2057400" y="1666875"/>
                </a:lnTo>
                <a:lnTo>
                  <a:pt x="2047875" y="1666875"/>
                </a:lnTo>
                <a:lnTo>
                  <a:pt x="2047875" y="1685925"/>
                </a:lnTo>
                <a:lnTo>
                  <a:pt x="2028825" y="1685925"/>
                </a:lnTo>
                <a:lnTo>
                  <a:pt x="2028825" y="1676400"/>
                </a:lnTo>
                <a:lnTo>
                  <a:pt x="2009775" y="1676400"/>
                </a:lnTo>
                <a:lnTo>
                  <a:pt x="2009775" y="1685925"/>
                </a:lnTo>
                <a:lnTo>
                  <a:pt x="2019300" y="1685925"/>
                </a:lnTo>
                <a:lnTo>
                  <a:pt x="2019300" y="1714500"/>
                </a:lnTo>
                <a:lnTo>
                  <a:pt x="2000250" y="1714500"/>
                </a:lnTo>
                <a:lnTo>
                  <a:pt x="2000250" y="1704975"/>
                </a:lnTo>
                <a:lnTo>
                  <a:pt x="1990725" y="1704975"/>
                </a:lnTo>
                <a:lnTo>
                  <a:pt x="1990725" y="1571625"/>
                </a:lnTo>
                <a:lnTo>
                  <a:pt x="2009775" y="1571625"/>
                </a:lnTo>
                <a:lnTo>
                  <a:pt x="2009775" y="1552575"/>
                </a:lnTo>
                <a:lnTo>
                  <a:pt x="1990725" y="1552575"/>
                </a:lnTo>
                <a:lnTo>
                  <a:pt x="1990725" y="1514475"/>
                </a:lnTo>
                <a:lnTo>
                  <a:pt x="2038350" y="1514475"/>
                </a:lnTo>
                <a:lnTo>
                  <a:pt x="2038350" y="1504950"/>
                </a:lnTo>
                <a:lnTo>
                  <a:pt x="2000250" y="1504950"/>
                </a:lnTo>
                <a:lnTo>
                  <a:pt x="2000250" y="1466850"/>
                </a:lnTo>
                <a:lnTo>
                  <a:pt x="2028825" y="1466850"/>
                </a:lnTo>
                <a:lnTo>
                  <a:pt x="2028825" y="1457325"/>
                </a:lnTo>
                <a:lnTo>
                  <a:pt x="2038350" y="1457325"/>
                </a:lnTo>
                <a:lnTo>
                  <a:pt x="2038350" y="1438275"/>
                </a:lnTo>
                <a:lnTo>
                  <a:pt x="2047875" y="1438275"/>
                </a:lnTo>
                <a:close/>
                <a:moveTo>
                  <a:pt x="2047875" y="1476375"/>
                </a:moveTo>
                <a:lnTo>
                  <a:pt x="2057400" y="1476375"/>
                </a:lnTo>
                <a:lnTo>
                  <a:pt x="2057400" y="1466850"/>
                </a:lnTo>
                <a:lnTo>
                  <a:pt x="2047875" y="1466850"/>
                </a:lnTo>
                <a:close/>
                <a:moveTo>
                  <a:pt x="2057400" y="1485900"/>
                </a:moveTo>
                <a:lnTo>
                  <a:pt x="2066925" y="1485900"/>
                </a:lnTo>
                <a:lnTo>
                  <a:pt x="2066925" y="1476375"/>
                </a:lnTo>
                <a:lnTo>
                  <a:pt x="2057400" y="1476375"/>
                </a:lnTo>
                <a:close/>
                <a:moveTo>
                  <a:pt x="2009775" y="1495425"/>
                </a:moveTo>
                <a:lnTo>
                  <a:pt x="2019300" y="1495425"/>
                </a:lnTo>
                <a:lnTo>
                  <a:pt x="2019300" y="1485900"/>
                </a:lnTo>
                <a:lnTo>
                  <a:pt x="2009775" y="1485900"/>
                </a:lnTo>
                <a:close/>
                <a:moveTo>
                  <a:pt x="2190750" y="1524000"/>
                </a:moveTo>
                <a:lnTo>
                  <a:pt x="2200275" y="1524000"/>
                </a:lnTo>
                <a:lnTo>
                  <a:pt x="2200275" y="1543050"/>
                </a:lnTo>
                <a:lnTo>
                  <a:pt x="2181225" y="1543050"/>
                </a:lnTo>
                <a:lnTo>
                  <a:pt x="2181225" y="1533525"/>
                </a:lnTo>
                <a:lnTo>
                  <a:pt x="2190750" y="1533525"/>
                </a:lnTo>
                <a:close/>
                <a:moveTo>
                  <a:pt x="438150" y="1533525"/>
                </a:moveTo>
                <a:lnTo>
                  <a:pt x="447675" y="1533525"/>
                </a:lnTo>
                <a:lnTo>
                  <a:pt x="447675" y="1543050"/>
                </a:lnTo>
                <a:lnTo>
                  <a:pt x="438150" y="1543050"/>
                </a:lnTo>
                <a:close/>
                <a:moveTo>
                  <a:pt x="1581150" y="1590675"/>
                </a:moveTo>
                <a:lnTo>
                  <a:pt x="1647825" y="1590675"/>
                </a:lnTo>
                <a:lnTo>
                  <a:pt x="1647825" y="1609725"/>
                </a:lnTo>
                <a:lnTo>
                  <a:pt x="1581150" y="1609725"/>
                </a:lnTo>
                <a:close/>
                <a:moveTo>
                  <a:pt x="2190750" y="1609725"/>
                </a:moveTo>
                <a:lnTo>
                  <a:pt x="2200275" y="1609725"/>
                </a:lnTo>
                <a:lnTo>
                  <a:pt x="2200275" y="1638300"/>
                </a:lnTo>
                <a:lnTo>
                  <a:pt x="2190750" y="1638300"/>
                </a:lnTo>
                <a:close/>
                <a:moveTo>
                  <a:pt x="2019300" y="1628775"/>
                </a:moveTo>
                <a:lnTo>
                  <a:pt x="2038350" y="1628775"/>
                </a:lnTo>
                <a:lnTo>
                  <a:pt x="2038350" y="1619250"/>
                </a:lnTo>
                <a:lnTo>
                  <a:pt x="2009775" y="1619250"/>
                </a:lnTo>
                <a:lnTo>
                  <a:pt x="2009775" y="1647825"/>
                </a:lnTo>
                <a:lnTo>
                  <a:pt x="2019300" y="1647825"/>
                </a:lnTo>
                <a:close/>
                <a:moveTo>
                  <a:pt x="0" y="1638300"/>
                </a:moveTo>
                <a:lnTo>
                  <a:pt x="9525" y="1638300"/>
                </a:lnTo>
                <a:lnTo>
                  <a:pt x="9525" y="1666875"/>
                </a:lnTo>
                <a:lnTo>
                  <a:pt x="0" y="1666875"/>
                </a:lnTo>
                <a:close/>
                <a:moveTo>
                  <a:pt x="257175" y="1704975"/>
                </a:moveTo>
                <a:lnTo>
                  <a:pt x="285750" y="1704975"/>
                </a:lnTo>
                <a:lnTo>
                  <a:pt x="285750" y="1714500"/>
                </a:lnTo>
                <a:lnTo>
                  <a:pt x="257175" y="1714500"/>
                </a:lnTo>
                <a:close/>
                <a:moveTo>
                  <a:pt x="247650" y="1714500"/>
                </a:moveTo>
                <a:lnTo>
                  <a:pt x="257175" y="1714500"/>
                </a:lnTo>
                <a:lnTo>
                  <a:pt x="257175" y="1724025"/>
                </a:lnTo>
                <a:lnTo>
                  <a:pt x="247650" y="1724025"/>
                </a:lnTo>
                <a:close/>
                <a:moveTo>
                  <a:pt x="266700" y="1743075"/>
                </a:moveTo>
                <a:lnTo>
                  <a:pt x="276225" y="1743075"/>
                </a:lnTo>
                <a:lnTo>
                  <a:pt x="276225" y="1762125"/>
                </a:lnTo>
                <a:lnTo>
                  <a:pt x="257175" y="1762125"/>
                </a:lnTo>
                <a:lnTo>
                  <a:pt x="257175" y="1752600"/>
                </a:lnTo>
                <a:lnTo>
                  <a:pt x="266700" y="1752600"/>
                </a:lnTo>
                <a:close/>
                <a:moveTo>
                  <a:pt x="2009775" y="1752600"/>
                </a:moveTo>
                <a:lnTo>
                  <a:pt x="2019300" y="1752600"/>
                </a:lnTo>
                <a:lnTo>
                  <a:pt x="2019300" y="1762125"/>
                </a:lnTo>
                <a:lnTo>
                  <a:pt x="2009775" y="1762125"/>
                </a:lnTo>
                <a:close/>
                <a:moveTo>
                  <a:pt x="2076450" y="1819275"/>
                </a:moveTo>
                <a:lnTo>
                  <a:pt x="2114550" y="1819275"/>
                </a:lnTo>
                <a:lnTo>
                  <a:pt x="2114550" y="1828800"/>
                </a:lnTo>
                <a:lnTo>
                  <a:pt x="2124075" y="1828800"/>
                </a:lnTo>
                <a:lnTo>
                  <a:pt x="2124075" y="1838325"/>
                </a:lnTo>
                <a:lnTo>
                  <a:pt x="2133600" y="1838325"/>
                </a:lnTo>
                <a:lnTo>
                  <a:pt x="2133600" y="1828800"/>
                </a:lnTo>
                <a:lnTo>
                  <a:pt x="2143125" y="1828800"/>
                </a:lnTo>
                <a:lnTo>
                  <a:pt x="2143125" y="1838325"/>
                </a:lnTo>
                <a:lnTo>
                  <a:pt x="2152650" y="1838325"/>
                </a:lnTo>
                <a:lnTo>
                  <a:pt x="2152650" y="1857375"/>
                </a:lnTo>
                <a:lnTo>
                  <a:pt x="2143125" y="1857375"/>
                </a:lnTo>
                <a:lnTo>
                  <a:pt x="2143125" y="1847850"/>
                </a:lnTo>
                <a:lnTo>
                  <a:pt x="2133600" y="1847850"/>
                </a:lnTo>
                <a:lnTo>
                  <a:pt x="2133600" y="1885950"/>
                </a:lnTo>
                <a:lnTo>
                  <a:pt x="2143125" y="1885950"/>
                </a:lnTo>
                <a:lnTo>
                  <a:pt x="2143125" y="1895475"/>
                </a:lnTo>
                <a:lnTo>
                  <a:pt x="2162175" y="1895475"/>
                </a:lnTo>
                <a:lnTo>
                  <a:pt x="2162175" y="1885950"/>
                </a:lnTo>
                <a:lnTo>
                  <a:pt x="2171700" y="1885950"/>
                </a:lnTo>
                <a:lnTo>
                  <a:pt x="2171700" y="1905000"/>
                </a:lnTo>
                <a:lnTo>
                  <a:pt x="2152650" y="1905000"/>
                </a:lnTo>
                <a:lnTo>
                  <a:pt x="2152650" y="1914525"/>
                </a:lnTo>
                <a:lnTo>
                  <a:pt x="2143125" y="1914525"/>
                </a:lnTo>
                <a:lnTo>
                  <a:pt x="2143125" y="1905000"/>
                </a:lnTo>
                <a:lnTo>
                  <a:pt x="2124075" y="1905000"/>
                </a:lnTo>
                <a:lnTo>
                  <a:pt x="2124075" y="1914525"/>
                </a:lnTo>
                <a:lnTo>
                  <a:pt x="2105025" y="1914525"/>
                </a:lnTo>
                <a:lnTo>
                  <a:pt x="2105025" y="1895475"/>
                </a:lnTo>
                <a:lnTo>
                  <a:pt x="2114550" y="1895475"/>
                </a:lnTo>
                <a:lnTo>
                  <a:pt x="2114550" y="1885950"/>
                </a:lnTo>
                <a:lnTo>
                  <a:pt x="2124075" y="1885950"/>
                </a:lnTo>
                <a:lnTo>
                  <a:pt x="2124075" y="1876425"/>
                </a:lnTo>
                <a:lnTo>
                  <a:pt x="2114550" y="1876425"/>
                </a:lnTo>
                <a:lnTo>
                  <a:pt x="2114550" y="1866900"/>
                </a:lnTo>
                <a:lnTo>
                  <a:pt x="2105025" y="1866900"/>
                </a:lnTo>
                <a:lnTo>
                  <a:pt x="2105025" y="1857375"/>
                </a:lnTo>
                <a:lnTo>
                  <a:pt x="2095500" y="1857375"/>
                </a:lnTo>
                <a:lnTo>
                  <a:pt x="2095500" y="1847850"/>
                </a:lnTo>
                <a:lnTo>
                  <a:pt x="2085975" y="1847850"/>
                </a:lnTo>
                <a:lnTo>
                  <a:pt x="2085975" y="1838325"/>
                </a:lnTo>
                <a:lnTo>
                  <a:pt x="2076450" y="1838325"/>
                </a:lnTo>
                <a:close/>
                <a:moveTo>
                  <a:pt x="266700" y="1866900"/>
                </a:moveTo>
                <a:lnTo>
                  <a:pt x="285750" y="1866900"/>
                </a:lnTo>
                <a:lnTo>
                  <a:pt x="285750" y="1895475"/>
                </a:lnTo>
                <a:lnTo>
                  <a:pt x="295275" y="1895475"/>
                </a:lnTo>
                <a:lnTo>
                  <a:pt x="295275" y="1905000"/>
                </a:lnTo>
                <a:lnTo>
                  <a:pt x="285750" y="1905000"/>
                </a:lnTo>
                <a:lnTo>
                  <a:pt x="285750" y="1914525"/>
                </a:lnTo>
                <a:lnTo>
                  <a:pt x="276225" y="1914525"/>
                </a:lnTo>
                <a:lnTo>
                  <a:pt x="276225" y="1924050"/>
                </a:lnTo>
                <a:lnTo>
                  <a:pt x="266700" y="1924050"/>
                </a:lnTo>
                <a:close/>
                <a:moveTo>
                  <a:pt x="314325" y="2000250"/>
                </a:moveTo>
                <a:lnTo>
                  <a:pt x="323850" y="2000250"/>
                </a:lnTo>
                <a:lnTo>
                  <a:pt x="323850" y="2009775"/>
                </a:lnTo>
                <a:lnTo>
                  <a:pt x="333375" y="2009775"/>
                </a:lnTo>
                <a:lnTo>
                  <a:pt x="333375" y="2019300"/>
                </a:lnTo>
                <a:lnTo>
                  <a:pt x="342900" y="2019300"/>
                </a:lnTo>
                <a:lnTo>
                  <a:pt x="342900" y="2038350"/>
                </a:lnTo>
                <a:lnTo>
                  <a:pt x="352425" y="2038350"/>
                </a:lnTo>
                <a:lnTo>
                  <a:pt x="352425" y="2047875"/>
                </a:lnTo>
                <a:lnTo>
                  <a:pt x="342900" y="2047875"/>
                </a:lnTo>
                <a:lnTo>
                  <a:pt x="342900" y="2057400"/>
                </a:lnTo>
                <a:lnTo>
                  <a:pt x="323850" y="2057400"/>
                </a:lnTo>
                <a:lnTo>
                  <a:pt x="323850" y="2047875"/>
                </a:lnTo>
                <a:lnTo>
                  <a:pt x="314325" y="2047875"/>
                </a:lnTo>
                <a:lnTo>
                  <a:pt x="314325" y="2038350"/>
                </a:lnTo>
                <a:lnTo>
                  <a:pt x="333375" y="2038350"/>
                </a:lnTo>
                <a:lnTo>
                  <a:pt x="333375" y="2028825"/>
                </a:lnTo>
                <a:lnTo>
                  <a:pt x="323850" y="2028825"/>
                </a:lnTo>
                <a:lnTo>
                  <a:pt x="323850" y="2019300"/>
                </a:lnTo>
                <a:lnTo>
                  <a:pt x="314325" y="2019300"/>
                </a:lnTo>
                <a:close/>
                <a:moveTo>
                  <a:pt x="0" y="2066925"/>
                </a:moveTo>
                <a:lnTo>
                  <a:pt x="9525" y="2066925"/>
                </a:lnTo>
                <a:lnTo>
                  <a:pt x="9525" y="2076450"/>
                </a:lnTo>
                <a:lnTo>
                  <a:pt x="0" y="2076450"/>
                </a:lnTo>
                <a:close/>
                <a:moveTo>
                  <a:pt x="2419350" y="2114550"/>
                </a:moveTo>
                <a:lnTo>
                  <a:pt x="2428875" y="2114550"/>
                </a:lnTo>
                <a:lnTo>
                  <a:pt x="2428875" y="2133600"/>
                </a:lnTo>
                <a:lnTo>
                  <a:pt x="2419350" y="2133600"/>
                </a:lnTo>
                <a:lnTo>
                  <a:pt x="2419350" y="2143125"/>
                </a:lnTo>
                <a:lnTo>
                  <a:pt x="2409825" y="2143125"/>
                </a:lnTo>
                <a:lnTo>
                  <a:pt x="2409825" y="2124075"/>
                </a:lnTo>
                <a:lnTo>
                  <a:pt x="2419350" y="2124075"/>
                </a:lnTo>
                <a:close/>
                <a:moveTo>
                  <a:pt x="2400300" y="2152650"/>
                </a:moveTo>
                <a:lnTo>
                  <a:pt x="2409825" y="2152650"/>
                </a:lnTo>
                <a:lnTo>
                  <a:pt x="2409825" y="2162175"/>
                </a:lnTo>
                <a:lnTo>
                  <a:pt x="2400300" y="2162175"/>
                </a:lnTo>
                <a:close/>
                <a:moveTo>
                  <a:pt x="2390775" y="2171700"/>
                </a:moveTo>
                <a:lnTo>
                  <a:pt x="2400300" y="2171700"/>
                </a:lnTo>
                <a:lnTo>
                  <a:pt x="2400300" y="2181225"/>
                </a:lnTo>
                <a:lnTo>
                  <a:pt x="2390775" y="2181225"/>
                </a:lnTo>
                <a:close/>
                <a:moveTo>
                  <a:pt x="2381250" y="2190750"/>
                </a:moveTo>
                <a:lnTo>
                  <a:pt x="2390775" y="2190750"/>
                </a:lnTo>
                <a:lnTo>
                  <a:pt x="2390775" y="2200275"/>
                </a:lnTo>
                <a:lnTo>
                  <a:pt x="2381250" y="2200275"/>
                </a:lnTo>
                <a:close/>
                <a:moveTo>
                  <a:pt x="2371725" y="2209800"/>
                </a:moveTo>
                <a:lnTo>
                  <a:pt x="2381250" y="2209800"/>
                </a:lnTo>
                <a:lnTo>
                  <a:pt x="2381250" y="2219325"/>
                </a:lnTo>
                <a:lnTo>
                  <a:pt x="2371725" y="2219325"/>
                </a:lnTo>
                <a:close/>
                <a:moveTo>
                  <a:pt x="2362200" y="2219325"/>
                </a:moveTo>
                <a:lnTo>
                  <a:pt x="2371725" y="2219325"/>
                </a:lnTo>
                <a:lnTo>
                  <a:pt x="2371725" y="2228850"/>
                </a:lnTo>
                <a:lnTo>
                  <a:pt x="2362200" y="2228850"/>
                </a:lnTo>
                <a:close/>
                <a:moveTo>
                  <a:pt x="2352675" y="2228850"/>
                </a:moveTo>
                <a:lnTo>
                  <a:pt x="2362200" y="2228850"/>
                </a:lnTo>
                <a:lnTo>
                  <a:pt x="2362200" y="2238375"/>
                </a:lnTo>
                <a:lnTo>
                  <a:pt x="2352675" y="2238375"/>
                </a:lnTo>
                <a:close/>
                <a:moveTo>
                  <a:pt x="85725" y="2238375"/>
                </a:moveTo>
                <a:lnTo>
                  <a:pt x="95250" y="2238375"/>
                </a:lnTo>
                <a:lnTo>
                  <a:pt x="95250" y="2257425"/>
                </a:lnTo>
                <a:lnTo>
                  <a:pt x="85725" y="2257425"/>
                </a:lnTo>
                <a:close/>
                <a:moveTo>
                  <a:pt x="114300" y="2276475"/>
                </a:moveTo>
                <a:lnTo>
                  <a:pt x="133350" y="2276475"/>
                </a:lnTo>
                <a:lnTo>
                  <a:pt x="133350" y="2286000"/>
                </a:lnTo>
                <a:lnTo>
                  <a:pt x="114300" y="2286000"/>
                </a:lnTo>
                <a:close/>
                <a:moveTo>
                  <a:pt x="133350" y="2286000"/>
                </a:moveTo>
                <a:lnTo>
                  <a:pt x="142875" y="2286000"/>
                </a:lnTo>
                <a:lnTo>
                  <a:pt x="142875" y="2295525"/>
                </a:lnTo>
                <a:lnTo>
                  <a:pt x="133350" y="2295525"/>
                </a:lnTo>
                <a:close/>
                <a:moveTo>
                  <a:pt x="142875" y="2295525"/>
                </a:moveTo>
                <a:lnTo>
                  <a:pt x="171450" y="2295525"/>
                </a:lnTo>
                <a:lnTo>
                  <a:pt x="171450" y="2305050"/>
                </a:lnTo>
                <a:lnTo>
                  <a:pt x="142875" y="2305050"/>
                </a:lnTo>
                <a:close/>
                <a:moveTo>
                  <a:pt x="200025" y="2314575"/>
                </a:moveTo>
                <a:lnTo>
                  <a:pt x="209550" y="2314575"/>
                </a:lnTo>
                <a:lnTo>
                  <a:pt x="209550" y="2324100"/>
                </a:lnTo>
                <a:lnTo>
                  <a:pt x="228600" y="2324100"/>
                </a:lnTo>
                <a:lnTo>
                  <a:pt x="228600" y="2333625"/>
                </a:lnTo>
                <a:lnTo>
                  <a:pt x="200025" y="2333625"/>
                </a:lnTo>
                <a:close/>
                <a:moveTo>
                  <a:pt x="2228850" y="2314575"/>
                </a:moveTo>
                <a:lnTo>
                  <a:pt x="2238375" y="2314575"/>
                </a:lnTo>
                <a:lnTo>
                  <a:pt x="2238375" y="2324100"/>
                </a:lnTo>
                <a:lnTo>
                  <a:pt x="2228850" y="2324100"/>
                </a:lnTo>
                <a:close/>
                <a:moveTo>
                  <a:pt x="238125" y="2324100"/>
                </a:moveTo>
                <a:lnTo>
                  <a:pt x="247650" y="2324100"/>
                </a:lnTo>
                <a:lnTo>
                  <a:pt x="247650" y="2333625"/>
                </a:lnTo>
                <a:lnTo>
                  <a:pt x="238125" y="2333625"/>
                </a:lnTo>
                <a:close/>
                <a:moveTo>
                  <a:pt x="2209800" y="2324100"/>
                </a:moveTo>
                <a:lnTo>
                  <a:pt x="2219325" y="2324100"/>
                </a:lnTo>
                <a:lnTo>
                  <a:pt x="2219325" y="2333625"/>
                </a:lnTo>
                <a:lnTo>
                  <a:pt x="2209800" y="2333625"/>
                </a:lnTo>
                <a:close/>
              </a:path>
            </a:pathLst>
          </a:custGeom>
          <a:solidFill xmlns:a="http://schemas.openxmlformats.org/drawingml/2006/main">
            <a:srgbClr val="FEF5E3"/>
          </a:solidFill>
          <a:ln xmlns:a="http://schemas.openxmlformats.org/drawingml/2006/main" w="0">
            <a:noFill/>
          </a:ln>
        </p:spPr>
      </p:sp>
      <p:sp>
        <p:nvSpPr>
          <p:cNvPr id="15" name="logo vector #fef3e0">
            <a:extLst xmlns:a="http://schemas.openxmlformats.org/drawingml/2006/main">
              <a:ext uri="{FF2B5EF4-FFF2-40B4-BE49-F238E27FC236}">
                <a16:creationId xmlns:a16="http://schemas.microsoft.com/office/drawing/2014/main" id="{4E23A70E-8B0B-489C-AFC0-E3CEFE88C8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124450" y="1590675"/>
            <a:ext cx="2867025" cy="2752725"/>
          </a:xfrm>
          <a:custGeom xmlns:a="http://schemas.openxmlformats.org/drawingml/2006/main">
            <a:pathLst>
              <a:path w="2428875" h="2333625">
                <a:moveTo>
                  <a:pt x="238125" y="0"/>
                </a:moveTo>
                <a:lnTo>
                  <a:pt x="257175" y="0"/>
                </a:lnTo>
                <a:lnTo>
                  <a:pt x="257175" y="9525"/>
                </a:lnTo>
                <a:lnTo>
                  <a:pt x="238125" y="9525"/>
                </a:lnTo>
                <a:close/>
                <a:moveTo>
                  <a:pt x="2181225" y="0"/>
                </a:moveTo>
                <a:lnTo>
                  <a:pt x="2190750" y="0"/>
                </a:lnTo>
                <a:lnTo>
                  <a:pt x="2190750" y="9525"/>
                </a:lnTo>
                <a:lnTo>
                  <a:pt x="2181225" y="9525"/>
                </a:lnTo>
                <a:close/>
                <a:moveTo>
                  <a:pt x="2209800" y="9525"/>
                </a:moveTo>
                <a:lnTo>
                  <a:pt x="2219325" y="9525"/>
                </a:lnTo>
                <a:lnTo>
                  <a:pt x="2219325" y="19050"/>
                </a:lnTo>
                <a:lnTo>
                  <a:pt x="2209800" y="19050"/>
                </a:lnTo>
                <a:close/>
                <a:moveTo>
                  <a:pt x="190500" y="19050"/>
                </a:moveTo>
                <a:lnTo>
                  <a:pt x="200025" y="19050"/>
                </a:lnTo>
                <a:lnTo>
                  <a:pt x="200025" y="28575"/>
                </a:lnTo>
                <a:lnTo>
                  <a:pt x="190500" y="28575"/>
                </a:lnTo>
                <a:close/>
                <a:moveTo>
                  <a:pt x="2257425" y="28575"/>
                </a:moveTo>
                <a:lnTo>
                  <a:pt x="2266950" y="28575"/>
                </a:lnTo>
                <a:lnTo>
                  <a:pt x="2266950" y="38100"/>
                </a:lnTo>
                <a:lnTo>
                  <a:pt x="2257425" y="38100"/>
                </a:lnTo>
                <a:close/>
                <a:moveTo>
                  <a:pt x="142875" y="38100"/>
                </a:moveTo>
                <a:lnTo>
                  <a:pt x="152400" y="38100"/>
                </a:lnTo>
                <a:lnTo>
                  <a:pt x="152400" y="47625"/>
                </a:lnTo>
                <a:lnTo>
                  <a:pt x="142875" y="47625"/>
                </a:lnTo>
                <a:close/>
                <a:moveTo>
                  <a:pt x="2276475" y="38100"/>
                </a:moveTo>
                <a:lnTo>
                  <a:pt x="2286000" y="38100"/>
                </a:lnTo>
                <a:lnTo>
                  <a:pt x="2286000" y="47625"/>
                </a:lnTo>
                <a:lnTo>
                  <a:pt x="2276475" y="47625"/>
                </a:lnTo>
                <a:close/>
                <a:moveTo>
                  <a:pt x="123825" y="47625"/>
                </a:moveTo>
                <a:lnTo>
                  <a:pt x="142875" y="47625"/>
                </a:lnTo>
                <a:lnTo>
                  <a:pt x="142875" y="57150"/>
                </a:lnTo>
                <a:lnTo>
                  <a:pt x="123825" y="57150"/>
                </a:lnTo>
                <a:close/>
                <a:moveTo>
                  <a:pt x="104775" y="57150"/>
                </a:moveTo>
                <a:lnTo>
                  <a:pt x="123825" y="57150"/>
                </a:lnTo>
                <a:lnTo>
                  <a:pt x="123825" y="66675"/>
                </a:lnTo>
                <a:lnTo>
                  <a:pt x="114300" y="66675"/>
                </a:lnTo>
                <a:lnTo>
                  <a:pt x="114300" y="76200"/>
                </a:lnTo>
                <a:lnTo>
                  <a:pt x="104775" y="76200"/>
                </a:lnTo>
                <a:lnTo>
                  <a:pt x="104775" y="85725"/>
                </a:lnTo>
                <a:lnTo>
                  <a:pt x="95250" y="85725"/>
                </a:lnTo>
                <a:lnTo>
                  <a:pt x="95250" y="66675"/>
                </a:lnTo>
                <a:lnTo>
                  <a:pt x="104775" y="66675"/>
                </a:lnTo>
                <a:close/>
                <a:moveTo>
                  <a:pt x="2305050" y="57150"/>
                </a:moveTo>
                <a:lnTo>
                  <a:pt x="2314575" y="57150"/>
                </a:lnTo>
                <a:lnTo>
                  <a:pt x="2314575" y="66675"/>
                </a:lnTo>
                <a:lnTo>
                  <a:pt x="2305050" y="66675"/>
                </a:lnTo>
                <a:close/>
                <a:moveTo>
                  <a:pt x="85725" y="85725"/>
                </a:moveTo>
                <a:lnTo>
                  <a:pt x="95250" y="85725"/>
                </a:lnTo>
                <a:lnTo>
                  <a:pt x="95250" y="95250"/>
                </a:lnTo>
                <a:lnTo>
                  <a:pt x="85725" y="95250"/>
                </a:lnTo>
                <a:close/>
                <a:moveTo>
                  <a:pt x="2352675" y="104775"/>
                </a:moveTo>
                <a:lnTo>
                  <a:pt x="2362200" y="104775"/>
                </a:lnTo>
                <a:lnTo>
                  <a:pt x="2362200" y="114300"/>
                </a:lnTo>
                <a:lnTo>
                  <a:pt x="2352675" y="114300"/>
                </a:lnTo>
                <a:close/>
                <a:moveTo>
                  <a:pt x="66675" y="114300"/>
                </a:moveTo>
                <a:lnTo>
                  <a:pt x="76200" y="114300"/>
                </a:lnTo>
                <a:lnTo>
                  <a:pt x="76200" y="123825"/>
                </a:lnTo>
                <a:lnTo>
                  <a:pt x="66675" y="123825"/>
                </a:lnTo>
                <a:close/>
                <a:moveTo>
                  <a:pt x="2381250" y="142875"/>
                </a:moveTo>
                <a:lnTo>
                  <a:pt x="2390775" y="142875"/>
                </a:lnTo>
                <a:lnTo>
                  <a:pt x="2390775" y="152400"/>
                </a:lnTo>
                <a:lnTo>
                  <a:pt x="2381250" y="152400"/>
                </a:lnTo>
                <a:close/>
                <a:moveTo>
                  <a:pt x="2390775" y="161925"/>
                </a:moveTo>
                <a:lnTo>
                  <a:pt x="2400300" y="161925"/>
                </a:lnTo>
                <a:lnTo>
                  <a:pt x="2400300" y="171450"/>
                </a:lnTo>
                <a:lnTo>
                  <a:pt x="2390775" y="171450"/>
                </a:lnTo>
                <a:close/>
                <a:moveTo>
                  <a:pt x="2400300" y="180975"/>
                </a:moveTo>
                <a:lnTo>
                  <a:pt x="2409825" y="180975"/>
                </a:lnTo>
                <a:lnTo>
                  <a:pt x="2409825" y="190500"/>
                </a:lnTo>
                <a:lnTo>
                  <a:pt x="2400300" y="190500"/>
                </a:lnTo>
                <a:close/>
                <a:moveTo>
                  <a:pt x="19050" y="200025"/>
                </a:moveTo>
                <a:lnTo>
                  <a:pt x="28575" y="200025"/>
                </a:lnTo>
                <a:lnTo>
                  <a:pt x="28575" y="209550"/>
                </a:lnTo>
                <a:lnTo>
                  <a:pt x="19050" y="209550"/>
                </a:lnTo>
                <a:close/>
                <a:moveTo>
                  <a:pt x="628650" y="209550"/>
                </a:moveTo>
                <a:lnTo>
                  <a:pt x="704850" y="209550"/>
                </a:lnTo>
                <a:lnTo>
                  <a:pt x="704850" y="219075"/>
                </a:lnTo>
                <a:lnTo>
                  <a:pt x="628650" y="219075"/>
                </a:lnTo>
                <a:close/>
                <a:moveTo>
                  <a:pt x="1123950" y="209550"/>
                </a:moveTo>
                <a:lnTo>
                  <a:pt x="1181100" y="209550"/>
                </a:lnTo>
                <a:lnTo>
                  <a:pt x="1181100" y="219075"/>
                </a:lnTo>
                <a:lnTo>
                  <a:pt x="1123950" y="219075"/>
                </a:lnTo>
                <a:close/>
                <a:moveTo>
                  <a:pt x="1209675" y="209550"/>
                </a:moveTo>
                <a:lnTo>
                  <a:pt x="1266825" y="209550"/>
                </a:lnTo>
                <a:lnTo>
                  <a:pt x="1266825" y="219075"/>
                </a:lnTo>
                <a:lnTo>
                  <a:pt x="1209675" y="219075"/>
                </a:lnTo>
                <a:close/>
                <a:moveTo>
                  <a:pt x="1333500" y="209550"/>
                </a:moveTo>
                <a:lnTo>
                  <a:pt x="1476375" y="209550"/>
                </a:lnTo>
                <a:lnTo>
                  <a:pt x="1476375" y="219075"/>
                </a:lnTo>
                <a:lnTo>
                  <a:pt x="1333500" y="219075"/>
                </a:lnTo>
                <a:close/>
                <a:moveTo>
                  <a:pt x="1495425" y="209550"/>
                </a:moveTo>
                <a:lnTo>
                  <a:pt x="1524000" y="209550"/>
                </a:lnTo>
                <a:lnTo>
                  <a:pt x="1524000" y="219075"/>
                </a:lnTo>
                <a:lnTo>
                  <a:pt x="1495425" y="219075"/>
                </a:lnTo>
                <a:close/>
                <a:moveTo>
                  <a:pt x="1581150" y="209550"/>
                </a:moveTo>
                <a:lnTo>
                  <a:pt x="1609725" y="209550"/>
                </a:lnTo>
                <a:lnTo>
                  <a:pt x="1609725" y="219075"/>
                </a:lnTo>
                <a:lnTo>
                  <a:pt x="1581150" y="219075"/>
                </a:lnTo>
                <a:close/>
                <a:moveTo>
                  <a:pt x="1676400" y="209550"/>
                </a:moveTo>
                <a:lnTo>
                  <a:pt x="1743075" y="209550"/>
                </a:lnTo>
                <a:lnTo>
                  <a:pt x="1743075" y="219075"/>
                </a:lnTo>
                <a:lnTo>
                  <a:pt x="1676400" y="219075"/>
                </a:lnTo>
                <a:close/>
                <a:moveTo>
                  <a:pt x="1752600" y="209550"/>
                </a:moveTo>
                <a:lnTo>
                  <a:pt x="1819275" y="209550"/>
                </a:lnTo>
                <a:lnTo>
                  <a:pt x="1819275" y="219075"/>
                </a:lnTo>
                <a:lnTo>
                  <a:pt x="1752600" y="219075"/>
                </a:lnTo>
                <a:close/>
                <a:moveTo>
                  <a:pt x="2409825" y="209550"/>
                </a:moveTo>
                <a:lnTo>
                  <a:pt x="2419350" y="209550"/>
                </a:lnTo>
                <a:lnTo>
                  <a:pt x="2419350" y="219075"/>
                </a:lnTo>
                <a:lnTo>
                  <a:pt x="2409825" y="219075"/>
                </a:lnTo>
                <a:close/>
                <a:moveTo>
                  <a:pt x="600075" y="219075"/>
                </a:moveTo>
                <a:lnTo>
                  <a:pt x="628650" y="219075"/>
                </a:lnTo>
                <a:lnTo>
                  <a:pt x="628650" y="228600"/>
                </a:lnTo>
                <a:lnTo>
                  <a:pt x="619125" y="228600"/>
                </a:lnTo>
                <a:lnTo>
                  <a:pt x="619125" y="238125"/>
                </a:lnTo>
                <a:lnTo>
                  <a:pt x="609600" y="238125"/>
                </a:lnTo>
                <a:lnTo>
                  <a:pt x="609600" y="257175"/>
                </a:lnTo>
                <a:lnTo>
                  <a:pt x="590550" y="257175"/>
                </a:lnTo>
                <a:lnTo>
                  <a:pt x="590550" y="247650"/>
                </a:lnTo>
                <a:lnTo>
                  <a:pt x="581025" y="247650"/>
                </a:lnTo>
                <a:lnTo>
                  <a:pt x="581025" y="238125"/>
                </a:lnTo>
                <a:lnTo>
                  <a:pt x="552450" y="238125"/>
                </a:lnTo>
                <a:lnTo>
                  <a:pt x="552450" y="228600"/>
                </a:lnTo>
                <a:lnTo>
                  <a:pt x="600075" y="228600"/>
                </a:lnTo>
                <a:close/>
                <a:moveTo>
                  <a:pt x="1819275" y="219075"/>
                </a:moveTo>
                <a:lnTo>
                  <a:pt x="1857375" y="219075"/>
                </a:lnTo>
                <a:lnTo>
                  <a:pt x="1857375" y="228600"/>
                </a:lnTo>
                <a:lnTo>
                  <a:pt x="1819275" y="228600"/>
                </a:lnTo>
                <a:close/>
                <a:moveTo>
                  <a:pt x="1857375" y="228600"/>
                </a:moveTo>
                <a:lnTo>
                  <a:pt x="1895475" y="228600"/>
                </a:lnTo>
                <a:lnTo>
                  <a:pt x="1895475" y="238125"/>
                </a:lnTo>
                <a:lnTo>
                  <a:pt x="1914525" y="238125"/>
                </a:lnTo>
                <a:lnTo>
                  <a:pt x="1914525" y="247650"/>
                </a:lnTo>
                <a:lnTo>
                  <a:pt x="1943100" y="247650"/>
                </a:lnTo>
                <a:lnTo>
                  <a:pt x="1943100" y="257175"/>
                </a:lnTo>
                <a:lnTo>
                  <a:pt x="1962150" y="257175"/>
                </a:lnTo>
                <a:lnTo>
                  <a:pt x="1962150" y="266700"/>
                </a:lnTo>
                <a:lnTo>
                  <a:pt x="1981200" y="266700"/>
                </a:lnTo>
                <a:lnTo>
                  <a:pt x="1981200" y="276225"/>
                </a:lnTo>
                <a:lnTo>
                  <a:pt x="2000250" y="276225"/>
                </a:lnTo>
                <a:lnTo>
                  <a:pt x="2000250" y="285750"/>
                </a:lnTo>
                <a:lnTo>
                  <a:pt x="1971675" y="285750"/>
                </a:lnTo>
                <a:lnTo>
                  <a:pt x="1971675" y="276225"/>
                </a:lnTo>
                <a:lnTo>
                  <a:pt x="1962150" y="276225"/>
                </a:lnTo>
                <a:lnTo>
                  <a:pt x="1962150" y="285750"/>
                </a:lnTo>
                <a:lnTo>
                  <a:pt x="1943100" y="285750"/>
                </a:lnTo>
                <a:lnTo>
                  <a:pt x="1943100" y="276225"/>
                </a:lnTo>
                <a:lnTo>
                  <a:pt x="1924050" y="276225"/>
                </a:lnTo>
                <a:lnTo>
                  <a:pt x="1924050" y="266700"/>
                </a:lnTo>
                <a:lnTo>
                  <a:pt x="1914525" y="266700"/>
                </a:lnTo>
                <a:lnTo>
                  <a:pt x="1914525" y="257175"/>
                </a:lnTo>
                <a:lnTo>
                  <a:pt x="1895475" y="257175"/>
                </a:lnTo>
                <a:lnTo>
                  <a:pt x="1895475" y="247650"/>
                </a:lnTo>
                <a:lnTo>
                  <a:pt x="1876425" y="247650"/>
                </a:lnTo>
                <a:lnTo>
                  <a:pt x="1876425" y="238125"/>
                </a:lnTo>
                <a:lnTo>
                  <a:pt x="1857375" y="238125"/>
                </a:lnTo>
                <a:close/>
                <a:moveTo>
                  <a:pt x="523875" y="238125"/>
                </a:moveTo>
                <a:lnTo>
                  <a:pt x="552450" y="238125"/>
                </a:lnTo>
                <a:lnTo>
                  <a:pt x="552450" y="247650"/>
                </a:lnTo>
                <a:lnTo>
                  <a:pt x="533400" y="247650"/>
                </a:lnTo>
                <a:lnTo>
                  <a:pt x="533400" y="257175"/>
                </a:lnTo>
                <a:lnTo>
                  <a:pt x="523875" y="257175"/>
                </a:lnTo>
                <a:lnTo>
                  <a:pt x="523875" y="266700"/>
                </a:lnTo>
                <a:lnTo>
                  <a:pt x="476250" y="266700"/>
                </a:lnTo>
                <a:lnTo>
                  <a:pt x="476250" y="276225"/>
                </a:lnTo>
                <a:lnTo>
                  <a:pt x="457200" y="276225"/>
                </a:lnTo>
                <a:lnTo>
                  <a:pt x="457200" y="266700"/>
                </a:lnTo>
                <a:lnTo>
                  <a:pt x="466725" y="266700"/>
                </a:lnTo>
                <a:lnTo>
                  <a:pt x="466725" y="257175"/>
                </a:lnTo>
                <a:lnTo>
                  <a:pt x="495300" y="257175"/>
                </a:lnTo>
                <a:lnTo>
                  <a:pt x="495300" y="247650"/>
                </a:lnTo>
                <a:lnTo>
                  <a:pt x="523875" y="247650"/>
                </a:lnTo>
                <a:close/>
                <a:moveTo>
                  <a:pt x="9525" y="247650"/>
                </a:moveTo>
                <a:lnTo>
                  <a:pt x="19050" y="247650"/>
                </a:lnTo>
                <a:lnTo>
                  <a:pt x="19050" y="257175"/>
                </a:lnTo>
                <a:lnTo>
                  <a:pt x="9525" y="257175"/>
                </a:lnTo>
                <a:close/>
                <a:moveTo>
                  <a:pt x="2419350" y="247650"/>
                </a:moveTo>
                <a:lnTo>
                  <a:pt x="2428875" y="247650"/>
                </a:lnTo>
                <a:lnTo>
                  <a:pt x="2428875" y="266700"/>
                </a:lnTo>
                <a:lnTo>
                  <a:pt x="2419350" y="266700"/>
                </a:lnTo>
                <a:close/>
                <a:moveTo>
                  <a:pt x="428625" y="276225"/>
                </a:moveTo>
                <a:lnTo>
                  <a:pt x="438150" y="276225"/>
                </a:lnTo>
                <a:lnTo>
                  <a:pt x="438150" y="285750"/>
                </a:lnTo>
                <a:lnTo>
                  <a:pt x="428625" y="285750"/>
                </a:lnTo>
                <a:close/>
                <a:moveTo>
                  <a:pt x="1257300" y="276225"/>
                </a:moveTo>
                <a:lnTo>
                  <a:pt x="1276350" y="276225"/>
                </a:lnTo>
                <a:lnTo>
                  <a:pt x="1276350" y="285750"/>
                </a:lnTo>
                <a:lnTo>
                  <a:pt x="1295400" y="285750"/>
                </a:lnTo>
                <a:lnTo>
                  <a:pt x="1295400" y="276225"/>
                </a:lnTo>
                <a:lnTo>
                  <a:pt x="1314450" y="276225"/>
                </a:lnTo>
                <a:lnTo>
                  <a:pt x="1314450" y="295275"/>
                </a:lnTo>
                <a:lnTo>
                  <a:pt x="1343025" y="295275"/>
                </a:lnTo>
                <a:lnTo>
                  <a:pt x="1343025" y="285750"/>
                </a:lnTo>
                <a:lnTo>
                  <a:pt x="1352550" y="285750"/>
                </a:lnTo>
                <a:lnTo>
                  <a:pt x="1352550" y="304800"/>
                </a:lnTo>
                <a:lnTo>
                  <a:pt x="1381125" y="304800"/>
                </a:lnTo>
                <a:lnTo>
                  <a:pt x="1381125" y="314325"/>
                </a:lnTo>
                <a:lnTo>
                  <a:pt x="1390650" y="314325"/>
                </a:lnTo>
                <a:lnTo>
                  <a:pt x="1390650" y="323850"/>
                </a:lnTo>
                <a:lnTo>
                  <a:pt x="1343025" y="323850"/>
                </a:lnTo>
                <a:lnTo>
                  <a:pt x="1343025" y="314325"/>
                </a:lnTo>
                <a:lnTo>
                  <a:pt x="1133475" y="314325"/>
                </a:lnTo>
                <a:lnTo>
                  <a:pt x="1133475" y="323850"/>
                </a:lnTo>
                <a:lnTo>
                  <a:pt x="1104900" y="323850"/>
                </a:lnTo>
                <a:lnTo>
                  <a:pt x="1104900" y="314325"/>
                </a:lnTo>
                <a:lnTo>
                  <a:pt x="1123950" y="314325"/>
                </a:lnTo>
                <a:lnTo>
                  <a:pt x="1123950" y="304800"/>
                </a:lnTo>
                <a:lnTo>
                  <a:pt x="1171575" y="304800"/>
                </a:lnTo>
                <a:lnTo>
                  <a:pt x="1171575" y="295275"/>
                </a:lnTo>
                <a:lnTo>
                  <a:pt x="1209675" y="295275"/>
                </a:lnTo>
                <a:lnTo>
                  <a:pt x="1209675" y="304800"/>
                </a:lnTo>
                <a:lnTo>
                  <a:pt x="1238250" y="304800"/>
                </a:lnTo>
                <a:lnTo>
                  <a:pt x="1238250" y="295275"/>
                </a:lnTo>
                <a:lnTo>
                  <a:pt x="1247775" y="295275"/>
                </a:lnTo>
                <a:lnTo>
                  <a:pt x="1247775" y="285750"/>
                </a:lnTo>
                <a:lnTo>
                  <a:pt x="1257300" y="285750"/>
                </a:lnTo>
                <a:close/>
                <a:moveTo>
                  <a:pt x="409575" y="285750"/>
                </a:moveTo>
                <a:lnTo>
                  <a:pt x="419100" y="285750"/>
                </a:lnTo>
                <a:lnTo>
                  <a:pt x="419100" y="295275"/>
                </a:lnTo>
                <a:lnTo>
                  <a:pt x="409575" y="295275"/>
                </a:lnTo>
                <a:close/>
                <a:moveTo>
                  <a:pt x="2009775" y="285750"/>
                </a:moveTo>
                <a:lnTo>
                  <a:pt x="2028825" y="285750"/>
                </a:lnTo>
                <a:lnTo>
                  <a:pt x="2028825" y="295275"/>
                </a:lnTo>
                <a:lnTo>
                  <a:pt x="2009775" y="295275"/>
                </a:lnTo>
                <a:close/>
                <a:moveTo>
                  <a:pt x="381000" y="304800"/>
                </a:moveTo>
                <a:lnTo>
                  <a:pt x="390525" y="304800"/>
                </a:lnTo>
                <a:lnTo>
                  <a:pt x="390525" y="314325"/>
                </a:lnTo>
                <a:lnTo>
                  <a:pt x="381000" y="314325"/>
                </a:lnTo>
                <a:close/>
                <a:moveTo>
                  <a:pt x="2047875" y="304800"/>
                </a:moveTo>
                <a:lnTo>
                  <a:pt x="2057400" y="304800"/>
                </a:lnTo>
                <a:lnTo>
                  <a:pt x="2057400" y="314325"/>
                </a:lnTo>
                <a:lnTo>
                  <a:pt x="2047875" y="314325"/>
                </a:lnTo>
                <a:close/>
                <a:moveTo>
                  <a:pt x="371475" y="314325"/>
                </a:moveTo>
                <a:lnTo>
                  <a:pt x="381000" y="314325"/>
                </a:lnTo>
                <a:lnTo>
                  <a:pt x="381000" y="323850"/>
                </a:lnTo>
                <a:lnTo>
                  <a:pt x="371475" y="323850"/>
                </a:lnTo>
                <a:close/>
                <a:moveTo>
                  <a:pt x="2057400" y="314325"/>
                </a:moveTo>
                <a:lnTo>
                  <a:pt x="2066925" y="314325"/>
                </a:lnTo>
                <a:lnTo>
                  <a:pt x="2066925" y="323850"/>
                </a:lnTo>
                <a:lnTo>
                  <a:pt x="2057400" y="323850"/>
                </a:lnTo>
                <a:close/>
                <a:moveTo>
                  <a:pt x="361950" y="323850"/>
                </a:moveTo>
                <a:lnTo>
                  <a:pt x="371475" y="323850"/>
                </a:lnTo>
                <a:lnTo>
                  <a:pt x="371475" y="342900"/>
                </a:lnTo>
                <a:lnTo>
                  <a:pt x="361950" y="342900"/>
                </a:lnTo>
                <a:close/>
                <a:moveTo>
                  <a:pt x="847725" y="323850"/>
                </a:moveTo>
                <a:lnTo>
                  <a:pt x="866775" y="323850"/>
                </a:lnTo>
                <a:lnTo>
                  <a:pt x="866775" y="333375"/>
                </a:lnTo>
                <a:lnTo>
                  <a:pt x="895350" y="333375"/>
                </a:lnTo>
                <a:lnTo>
                  <a:pt x="895350" y="342900"/>
                </a:lnTo>
                <a:lnTo>
                  <a:pt x="847725" y="342900"/>
                </a:lnTo>
                <a:lnTo>
                  <a:pt x="847725" y="352425"/>
                </a:lnTo>
                <a:lnTo>
                  <a:pt x="771525" y="352425"/>
                </a:lnTo>
                <a:lnTo>
                  <a:pt x="771525" y="361950"/>
                </a:lnTo>
                <a:lnTo>
                  <a:pt x="762000" y="361950"/>
                </a:lnTo>
                <a:lnTo>
                  <a:pt x="762000" y="371475"/>
                </a:lnTo>
                <a:lnTo>
                  <a:pt x="733425" y="371475"/>
                </a:lnTo>
                <a:lnTo>
                  <a:pt x="733425" y="381000"/>
                </a:lnTo>
                <a:lnTo>
                  <a:pt x="723900" y="381000"/>
                </a:lnTo>
                <a:lnTo>
                  <a:pt x="723900" y="390525"/>
                </a:lnTo>
                <a:lnTo>
                  <a:pt x="714375" y="390525"/>
                </a:lnTo>
                <a:lnTo>
                  <a:pt x="714375" y="400050"/>
                </a:lnTo>
                <a:lnTo>
                  <a:pt x="704850" y="400050"/>
                </a:lnTo>
                <a:lnTo>
                  <a:pt x="704850" y="409575"/>
                </a:lnTo>
                <a:lnTo>
                  <a:pt x="695325" y="409575"/>
                </a:lnTo>
                <a:lnTo>
                  <a:pt x="695325" y="419100"/>
                </a:lnTo>
                <a:lnTo>
                  <a:pt x="685800" y="419100"/>
                </a:lnTo>
                <a:lnTo>
                  <a:pt x="685800" y="400050"/>
                </a:lnTo>
                <a:lnTo>
                  <a:pt x="695325" y="400050"/>
                </a:lnTo>
                <a:lnTo>
                  <a:pt x="695325" y="390525"/>
                </a:lnTo>
                <a:lnTo>
                  <a:pt x="704850" y="390525"/>
                </a:lnTo>
                <a:lnTo>
                  <a:pt x="704850" y="371475"/>
                </a:lnTo>
                <a:lnTo>
                  <a:pt x="714375" y="371475"/>
                </a:lnTo>
                <a:lnTo>
                  <a:pt x="714375" y="361950"/>
                </a:lnTo>
                <a:lnTo>
                  <a:pt x="733425" y="361950"/>
                </a:lnTo>
                <a:lnTo>
                  <a:pt x="733425" y="352425"/>
                </a:lnTo>
                <a:lnTo>
                  <a:pt x="752475" y="352425"/>
                </a:lnTo>
                <a:lnTo>
                  <a:pt x="752475" y="342900"/>
                </a:lnTo>
                <a:lnTo>
                  <a:pt x="762000" y="342900"/>
                </a:lnTo>
                <a:lnTo>
                  <a:pt x="762000" y="333375"/>
                </a:lnTo>
                <a:lnTo>
                  <a:pt x="847725" y="333375"/>
                </a:lnTo>
                <a:close/>
                <a:moveTo>
                  <a:pt x="952500" y="323850"/>
                </a:moveTo>
                <a:lnTo>
                  <a:pt x="1009650" y="323850"/>
                </a:lnTo>
                <a:lnTo>
                  <a:pt x="1009650" y="333375"/>
                </a:lnTo>
                <a:lnTo>
                  <a:pt x="952500" y="333375"/>
                </a:lnTo>
                <a:close/>
                <a:moveTo>
                  <a:pt x="1447800" y="323850"/>
                </a:moveTo>
                <a:lnTo>
                  <a:pt x="1476375" y="323850"/>
                </a:lnTo>
                <a:lnTo>
                  <a:pt x="1476375" y="333375"/>
                </a:lnTo>
                <a:lnTo>
                  <a:pt x="1447800" y="333375"/>
                </a:lnTo>
                <a:close/>
                <a:moveTo>
                  <a:pt x="2066925" y="323850"/>
                </a:moveTo>
                <a:lnTo>
                  <a:pt x="2076450" y="323850"/>
                </a:lnTo>
                <a:lnTo>
                  <a:pt x="2076450" y="333375"/>
                </a:lnTo>
                <a:lnTo>
                  <a:pt x="2066925" y="333375"/>
                </a:lnTo>
                <a:close/>
                <a:moveTo>
                  <a:pt x="923925" y="333375"/>
                </a:moveTo>
                <a:lnTo>
                  <a:pt x="933450" y="333375"/>
                </a:lnTo>
                <a:lnTo>
                  <a:pt x="933450" y="342900"/>
                </a:lnTo>
                <a:lnTo>
                  <a:pt x="923925" y="342900"/>
                </a:lnTo>
                <a:close/>
                <a:moveTo>
                  <a:pt x="1514475" y="333375"/>
                </a:moveTo>
                <a:lnTo>
                  <a:pt x="1533525" y="333375"/>
                </a:lnTo>
                <a:lnTo>
                  <a:pt x="1533525" y="342900"/>
                </a:lnTo>
                <a:lnTo>
                  <a:pt x="1514475" y="342900"/>
                </a:lnTo>
                <a:close/>
                <a:moveTo>
                  <a:pt x="1581150" y="333375"/>
                </a:moveTo>
                <a:lnTo>
                  <a:pt x="1657350" y="333375"/>
                </a:lnTo>
                <a:lnTo>
                  <a:pt x="1657350" y="342900"/>
                </a:lnTo>
                <a:lnTo>
                  <a:pt x="1695450" y="342900"/>
                </a:lnTo>
                <a:lnTo>
                  <a:pt x="1695450" y="352425"/>
                </a:lnTo>
                <a:lnTo>
                  <a:pt x="1714500" y="352425"/>
                </a:lnTo>
                <a:lnTo>
                  <a:pt x="1714500" y="361950"/>
                </a:lnTo>
                <a:lnTo>
                  <a:pt x="1743075" y="361950"/>
                </a:lnTo>
                <a:lnTo>
                  <a:pt x="1743075" y="371475"/>
                </a:lnTo>
                <a:lnTo>
                  <a:pt x="1752600" y="371475"/>
                </a:lnTo>
                <a:lnTo>
                  <a:pt x="1752600" y="381000"/>
                </a:lnTo>
                <a:lnTo>
                  <a:pt x="1790700" y="381000"/>
                </a:lnTo>
                <a:lnTo>
                  <a:pt x="1790700" y="390525"/>
                </a:lnTo>
                <a:lnTo>
                  <a:pt x="1800225" y="390525"/>
                </a:lnTo>
                <a:lnTo>
                  <a:pt x="1800225" y="400050"/>
                </a:lnTo>
                <a:lnTo>
                  <a:pt x="1781175" y="400050"/>
                </a:lnTo>
                <a:lnTo>
                  <a:pt x="1781175" y="438150"/>
                </a:lnTo>
                <a:lnTo>
                  <a:pt x="1771650" y="438150"/>
                </a:lnTo>
                <a:lnTo>
                  <a:pt x="1771650" y="419100"/>
                </a:lnTo>
                <a:lnTo>
                  <a:pt x="1762125" y="419100"/>
                </a:lnTo>
                <a:lnTo>
                  <a:pt x="1762125" y="409575"/>
                </a:lnTo>
                <a:lnTo>
                  <a:pt x="1752600" y="409575"/>
                </a:lnTo>
                <a:lnTo>
                  <a:pt x="1752600" y="400050"/>
                </a:lnTo>
                <a:lnTo>
                  <a:pt x="1743075" y="400050"/>
                </a:lnTo>
                <a:lnTo>
                  <a:pt x="1743075" y="390525"/>
                </a:lnTo>
                <a:lnTo>
                  <a:pt x="1724025" y="390525"/>
                </a:lnTo>
                <a:lnTo>
                  <a:pt x="1724025" y="381000"/>
                </a:lnTo>
                <a:lnTo>
                  <a:pt x="1714500" y="381000"/>
                </a:lnTo>
                <a:lnTo>
                  <a:pt x="1714500" y="371475"/>
                </a:lnTo>
                <a:lnTo>
                  <a:pt x="1685925" y="371475"/>
                </a:lnTo>
                <a:lnTo>
                  <a:pt x="1685925" y="361950"/>
                </a:lnTo>
                <a:lnTo>
                  <a:pt x="1666875" y="361950"/>
                </a:lnTo>
                <a:lnTo>
                  <a:pt x="1666875" y="352425"/>
                </a:lnTo>
                <a:lnTo>
                  <a:pt x="1590675" y="352425"/>
                </a:lnTo>
                <a:lnTo>
                  <a:pt x="1590675" y="342900"/>
                </a:lnTo>
                <a:lnTo>
                  <a:pt x="1581150" y="342900"/>
                </a:lnTo>
                <a:close/>
                <a:moveTo>
                  <a:pt x="352425" y="342900"/>
                </a:moveTo>
                <a:lnTo>
                  <a:pt x="361950" y="342900"/>
                </a:lnTo>
                <a:lnTo>
                  <a:pt x="361950" y="352425"/>
                </a:lnTo>
                <a:lnTo>
                  <a:pt x="352425" y="352425"/>
                </a:lnTo>
                <a:close/>
                <a:moveTo>
                  <a:pt x="2076450" y="342900"/>
                </a:moveTo>
                <a:lnTo>
                  <a:pt x="2085975" y="342900"/>
                </a:lnTo>
                <a:lnTo>
                  <a:pt x="2085975" y="352425"/>
                </a:lnTo>
                <a:lnTo>
                  <a:pt x="2076450" y="352425"/>
                </a:lnTo>
                <a:close/>
                <a:moveTo>
                  <a:pt x="342900" y="352425"/>
                </a:moveTo>
                <a:lnTo>
                  <a:pt x="352425" y="352425"/>
                </a:lnTo>
                <a:lnTo>
                  <a:pt x="352425" y="371475"/>
                </a:lnTo>
                <a:lnTo>
                  <a:pt x="361950" y="371475"/>
                </a:lnTo>
                <a:lnTo>
                  <a:pt x="361950" y="390525"/>
                </a:lnTo>
                <a:lnTo>
                  <a:pt x="342900" y="390525"/>
                </a:lnTo>
                <a:lnTo>
                  <a:pt x="342900" y="400050"/>
                </a:lnTo>
                <a:lnTo>
                  <a:pt x="333375" y="400050"/>
                </a:lnTo>
                <a:lnTo>
                  <a:pt x="333375" y="419100"/>
                </a:lnTo>
                <a:lnTo>
                  <a:pt x="323850" y="419100"/>
                </a:lnTo>
                <a:lnTo>
                  <a:pt x="323850" y="428625"/>
                </a:lnTo>
                <a:lnTo>
                  <a:pt x="304800" y="428625"/>
                </a:lnTo>
                <a:lnTo>
                  <a:pt x="304800" y="438150"/>
                </a:lnTo>
                <a:lnTo>
                  <a:pt x="285750" y="438150"/>
                </a:lnTo>
                <a:lnTo>
                  <a:pt x="285750" y="428625"/>
                </a:lnTo>
                <a:lnTo>
                  <a:pt x="295275" y="428625"/>
                </a:lnTo>
                <a:lnTo>
                  <a:pt x="295275" y="419100"/>
                </a:lnTo>
                <a:lnTo>
                  <a:pt x="304800" y="419100"/>
                </a:lnTo>
                <a:lnTo>
                  <a:pt x="304800" y="400050"/>
                </a:lnTo>
                <a:lnTo>
                  <a:pt x="314325" y="400050"/>
                </a:lnTo>
                <a:lnTo>
                  <a:pt x="314325" y="390525"/>
                </a:lnTo>
                <a:lnTo>
                  <a:pt x="323850" y="390525"/>
                </a:lnTo>
                <a:lnTo>
                  <a:pt x="323850" y="381000"/>
                </a:lnTo>
                <a:lnTo>
                  <a:pt x="333375" y="381000"/>
                </a:lnTo>
                <a:lnTo>
                  <a:pt x="333375" y="371475"/>
                </a:lnTo>
                <a:lnTo>
                  <a:pt x="342900" y="371475"/>
                </a:lnTo>
                <a:close/>
                <a:moveTo>
                  <a:pt x="2085975" y="352425"/>
                </a:moveTo>
                <a:lnTo>
                  <a:pt x="2095500" y="352425"/>
                </a:lnTo>
                <a:lnTo>
                  <a:pt x="2095500" y="361950"/>
                </a:lnTo>
                <a:lnTo>
                  <a:pt x="2085975" y="361950"/>
                </a:lnTo>
                <a:close/>
                <a:moveTo>
                  <a:pt x="2095500" y="361950"/>
                </a:moveTo>
                <a:lnTo>
                  <a:pt x="2105025" y="361950"/>
                </a:lnTo>
                <a:lnTo>
                  <a:pt x="2105025" y="371475"/>
                </a:lnTo>
                <a:lnTo>
                  <a:pt x="2114550" y="371475"/>
                </a:lnTo>
                <a:lnTo>
                  <a:pt x="2114550" y="390525"/>
                </a:lnTo>
                <a:lnTo>
                  <a:pt x="2105025" y="390525"/>
                </a:lnTo>
                <a:lnTo>
                  <a:pt x="2105025" y="381000"/>
                </a:lnTo>
                <a:lnTo>
                  <a:pt x="2095500" y="381000"/>
                </a:lnTo>
                <a:close/>
                <a:moveTo>
                  <a:pt x="1095375" y="381000"/>
                </a:moveTo>
                <a:lnTo>
                  <a:pt x="1219200" y="381000"/>
                </a:lnTo>
                <a:lnTo>
                  <a:pt x="1219200" y="390525"/>
                </a:lnTo>
                <a:lnTo>
                  <a:pt x="1152525" y="390525"/>
                </a:lnTo>
                <a:lnTo>
                  <a:pt x="1152525" y="400050"/>
                </a:lnTo>
                <a:lnTo>
                  <a:pt x="1123950" y="400050"/>
                </a:lnTo>
                <a:lnTo>
                  <a:pt x="1123950" y="390525"/>
                </a:lnTo>
                <a:lnTo>
                  <a:pt x="1095375" y="390525"/>
                </a:lnTo>
                <a:close/>
                <a:moveTo>
                  <a:pt x="1314450" y="381000"/>
                </a:moveTo>
                <a:lnTo>
                  <a:pt x="1390650" y="381000"/>
                </a:lnTo>
                <a:lnTo>
                  <a:pt x="1390650" y="390525"/>
                </a:lnTo>
                <a:lnTo>
                  <a:pt x="1314450" y="390525"/>
                </a:lnTo>
                <a:close/>
                <a:moveTo>
                  <a:pt x="990600" y="390525"/>
                </a:moveTo>
                <a:lnTo>
                  <a:pt x="1095375" y="390525"/>
                </a:lnTo>
                <a:lnTo>
                  <a:pt x="1095375" y="400050"/>
                </a:lnTo>
                <a:lnTo>
                  <a:pt x="1028700" y="400050"/>
                </a:lnTo>
                <a:lnTo>
                  <a:pt x="1028700" y="409575"/>
                </a:lnTo>
                <a:lnTo>
                  <a:pt x="962025" y="409575"/>
                </a:lnTo>
                <a:lnTo>
                  <a:pt x="962025" y="400050"/>
                </a:lnTo>
                <a:lnTo>
                  <a:pt x="990600" y="400050"/>
                </a:lnTo>
                <a:close/>
                <a:moveTo>
                  <a:pt x="1238250" y="390525"/>
                </a:moveTo>
                <a:lnTo>
                  <a:pt x="1295400" y="390525"/>
                </a:lnTo>
                <a:lnTo>
                  <a:pt x="1295400" y="400050"/>
                </a:lnTo>
                <a:lnTo>
                  <a:pt x="1238250" y="400050"/>
                </a:lnTo>
                <a:close/>
                <a:moveTo>
                  <a:pt x="1438275" y="390525"/>
                </a:moveTo>
                <a:lnTo>
                  <a:pt x="1485900" y="390525"/>
                </a:lnTo>
                <a:lnTo>
                  <a:pt x="1485900" y="400050"/>
                </a:lnTo>
                <a:lnTo>
                  <a:pt x="1438275" y="400050"/>
                </a:lnTo>
                <a:close/>
                <a:moveTo>
                  <a:pt x="2114550" y="390525"/>
                </a:moveTo>
                <a:lnTo>
                  <a:pt x="2124075" y="390525"/>
                </a:lnTo>
                <a:lnTo>
                  <a:pt x="2124075" y="400050"/>
                </a:lnTo>
                <a:lnTo>
                  <a:pt x="2114550" y="400050"/>
                </a:lnTo>
                <a:close/>
                <a:moveTo>
                  <a:pt x="904875" y="400050"/>
                </a:moveTo>
                <a:lnTo>
                  <a:pt x="914400" y="400050"/>
                </a:lnTo>
                <a:lnTo>
                  <a:pt x="914400" y="409575"/>
                </a:lnTo>
                <a:lnTo>
                  <a:pt x="904875" y="409575"/>
                </a:lnTo>
                <a:close/>
                <a:moveTo>
                  <a:pt x="1524000" y="400050"/>
                </a:moveTo>
                <a:lnTo>
                  <a:pt x="1543050" y="400050"/>
                </a:lnTo>
                <a:lnTo>
                  <a:pt x="1543050" y="409575"/>
                </a:lnTo>
                <a:lnTo>
                  <a:pt x="1590675" y="409575"/>
                </a:lnTo>
                <a:lnTo>
                  <a:pt x="1590675" y="419100"/>
                </a:lnTo>
                <a:lnTo>
                  <a:pt x="1638300" y="419100"/>
                </a:lnTo>
                <a:lnTo>
                  <a:pt x="1638300" y="428625"/>
                </a:lnTo>
                <a:lnTo>
                  <a:pt x="1657350" y="428625"/>
                </a:lnTo>
                <a:lnTo>
                  <a:pt x="1657350" y="438150"/>
                </a:lnTo>
                <a:lnTo>
                  <a:pt x="1695450" y="438150"/>
                </a:lnTo>
                <a:lnTo>
                  <a:pt x="1695450" y="447675"/>
                </a:lnTo>
                <a:lnTo>
                  <a:pt x="1714500" y="447675"/>
                </a:lnTo>
                <a:lnTo>
                  <a:pt x="1714500" y="457200"/>
                </a:lnTo>
                <a:lnTo>
                  <a:pt x="1685925" y="457200"/>
                </a:lnTo>
                <a:lnTo>
                  <a:pt x="1685925" y="447675"/>
                </a:lnTo>
                <a:lnTo>
                  <a:pt x="1676400" y="447675"/>
                </a:lnTo>
                <a:lnTo>
                  <a:pt x="1676400" y="457200"/>
                </a:lnTo>
                <a:lnTo>
                  <a:pt x="1666875" y="457200"/>
                </a:lnTo>
                <a:lnTo>
                  <a:pt x="1666875" y="476250"/>
                </a:lnTo>
                <a:lnTo>
                  <a:pt x="1657350" y="476250"/>
                </a:lnTo>
                <a:lnTo>
                  <a:pt x="1657350" y="485775"/>
                </a:lnTo>
                <a:lnTo>
                  <a:pt x="1638300" y="485775"/>
                </a:lnTo>
                <a:lnTo>
                  <a:pt x="1638300" y="476250"/>
                </a:lnTo>
                <a:lnTo>
                  <a:pt x="1628775" y="476250"/>
                </a:lnTo>
                <a:lnTo>
                  <a:pt x="1628775" y="466725"/>
                </a:lnTo>
                <a:lnTo>
                  <a:pt x="1600200" y="466725"/>
                </a:lnTo>
                <a:lnTo>
                  <a:pt x="1600200" y="476250"/>
                </a:lnTo>
                <a:lnTo>
                  <a:pt x="1590675" y="476250"/>
                </a:lnTo>
                <a:lnTo>
                  <a:pt x="1590675" y="485775"/>
                </a:lnTo>
                <a:lnTo>
                  <a:pt x="1571625" y="485775"/>
                </a:lnTo>
                <a:lnTo>
                  <a:pt x="1571625" y="504825"/>
                </a:lnTo>
                <a:lnTo>
                  <a:pt x="1562100" y="504825"/>
                </a:lnTo>
                <a:lnTo>
                  <a:pt x="1562100" y="533400"/>
                </a:lnTo>
                <a:lnTo>
                  <a:pt x="1552575" y="533400"/>
                </a:lnTo>
                <a:lnTo>
                  <a:pt x="1552575" y="542925"/>
                </a:lnTo>
                <a:lnTo>
                  <a:pt x="1543050" y="542925"/>
                </a:lnTo>
                <a:lnTo>
                  <a:pt x="1543050" y="552450"/>
                </a:lnTo>
                <a:lnTo>
                  <a:pt x="1514475" y="552450"/>
                </a:lnTo>
                <a:lnTo>
                  <a:pt x="1514475" y="542925"/>
                </a:lnTo>
                <a:lnTo>
                  <a:pt x="1504950" y="542925"/>
                </a:lnTo>
                <a:lnTo>
                  <a:pt x="1504950" y="533400"/>
                </a:lnTo>
                <a:lnTo>
                  <a:pt x="1485900" y="533400"/>
                </a:lnTo>
                <a:lnTo>
                  <a:pt x="1485900" y="523875"/>
                </a:lnTo>
                <a:lnTo>
                  <a:pt x="1457325" y="523875"/>
                </a:lnTo>
                <a:lnTo>
                  <a:pt x="1457325" y="514350"/>
                </a:lnTo>
                <a:lnTo>
                  <a:pt x="1447800" y="514350"/>
                </a:lnTo>
                <a:lnTo>
                  <a:pt x="1447800" y="523875"/>
                </a:lnTo>
                <a:lnTo>
                  <a:pt x="1419225" y="523875"/>
                </a:lnTo>
                <a:lnTo>
                  <a:pt x="1419225" y="533400"/>
                </a:lnTo>
                <a:lnTo>
                  <a:pt x="1409700" y="533400"/>
                </a:lnTo>
                <a:lnTo>
                  <a:pt x="1409700" y="542925"/>
                </a:lnTo>
                <a:lnTo>
                  <a:pt x="1400175" y="542925"/>
                </a:lnTo>
                <a:lnTo>
                  <a:pt x="1400175" y="552450"/>
                </a:lnTo>
                <a:lnTo>
                  <a:pt x="1390650" y="552450"/>
                </a:lnTo>
                <a:lnTo>
                  <a:pt x="1390650" y="561975"/>
                </a:lnTo>
                <a:lnTo>
                  <a:pt x="1362075" y="561975"/>
                </a:lnTo>
                <a:lnTo>
                  <a:pt x="1362075" y="542925"/>
                </a:lnTo>
                <a:lnTo>
                  <a:pt x="1343025" y="542925"/>
                </a:lnTo>
                <a:lnTo>
                  <a:pt x="1343025" y="533400"/>
                </a:lnTo>
                <a:lnTo>
                  <a:pt x="1333500" y="533400"/>
                </a:lnTo>
                <a:lnTo>
                  <a:pt x="1333500" y="523875"/>
                </a:lnTo>
                <a:lnTo>
                  <a:pt x="1285875" y="523875"/>
                </a:lnTo>
                <a:lnTo>
                  <a:pt x="1285875" y="514350"/>
                </a:lnTo>
                <a:lnTo>
                  <a:pt x="1333500" y="514350"/>
                </a:lnTo>
                <a:lnTo>
                  <a:pt x="1333500" y="523875"/>
                </a:lnTo>
                <a:lnTo>
                  <a:pt x="1362075" y="523875"/>
                </a:lnTo>
                <a:lnTo>
                  <a:pt x="1362075" y="514350"/>
                </a:lnTo>
                <a:lnTo>
                  <a:pt x="1371600" y="514350"/>
                </a:lnTo>
                <a:lnTo>
                  <a:pt x="1371600" y="504825"/>
                </a:lnTo>
                <a:lnTo>
                  <a:pt x="1381125" y="504825"/>
                </a:lnTo>
                <a:lnTo>
                  <a:pt x="1381125" y="485775"/>
                </a:lnTo>
                <a:lnTo>
                  <a:pt x="1390650" y="485775"/>
                </a:lnTo>
                <a:lnTo>
                  <a:pt x="1390650" y="476250"/>
                </a:lnTo>
                <a:lnTo>
                  <a:pt x="1400175" y="476250"/>
                </a:lnTo>
                <a:lnTo>
                  <a:pt x="1400175" y="466725"/>
                </a:lnTo>
                <a:lnTo>
                  <a:pt x="1409700" y="466725"/>
                </a:lnTo>
                <a:lnTo>
                  <a:pt x="1409700" y="457200"/>
                </a:lnTo>
                <a:lnTo>
                  <a:pt x="1438275" y="457200"/>
                </a:lnTo>
                <a:lnTo>
                  <a:pt x="1438275" y="466725"/>
                </a:lnTo>
                <a:lnTo>
                  <a:pt x="1466850" y="466725"/>
                </a:lnTo>
                <a:lnTo>
                  <a:pt x="1466850" y="447675"/>
                </a:lnTo>
                <a:lnTo>
                  <a:pt x="1495425" y="447675"/>
                </a:lnTo>
                <a:lnTo>
                  <a:pt x="1495425" y="438150"/>
                </a:lnTo>
                <a:lnTo>
                  <a:pt x="1504950" y="438150"/>
                </a:lnTo>
                <a:lnTo>
                  <a:pt x="1504950" y="447675"/>
                </a:lnTo>
                <a:lnTo>
                  <a:pt x="1514475" y="447675"/>
                </a:lnTo>
                <a:lnTo>
                  <a:pt x="1514475" y="438150"/>
                </a:lnTo>
                <a:lnTo>
                  <a:pt x="1524000" y="438150"/>
                </a:lnTo>
                <a:lnTo>
                  <a:pt x="1524000" y="428625"/>
                </a:lnTo>
                <a:lnTo>
                  <a:pt x="1533525" y="428625"/>
                </a:lnTo>
                <a:lnTo>
                  <a:pt x="1533525" y="409575"/>
                </a:lnTo>
                <a:lnTo>
                  <a:pt x="1524000" y="409575"/>
                </a:lnTo>
                <a:close/>
                <a:moveTo>
                  <a:pt x="2124075" y="400050"/>
                </a:moveTo>
                <a:lnTo>
                  <a:pt x="2133600" y="400050"/>
                </a:lnTo>
                <a:lnTo>
                  <a:pt x="2133600" y="409575"/>
                </a:lnTo>
                <a:lnTo>
                  <a:pt x="2143125" y="409575"/>
                </a:lnTo>
                <a:lnTo>
                  <a:pt x="2143125" y="428625"/>
                </a:lnTo>
                <a:lnTo>
                  <a:pt x="2133600" y="428625"/>
                </a:lnTo>
                <a:lnTo>
                  <a:pt x="2133600" y="419100"/>
                </a:lnTo>
                <a:lnTo>
                  <a:pt x="2124075" y="419100"/>
                </a:lnTo>
                <a:close/>
                <a:moveTo>
                  <a:pt x="876300" y="409575"/>
                </a:moveTo>
                <a:lnTo>
                  <a:pt x="904875" y="409575"/>
                </a:lnTo>
                <a:lnTo>
                  <a:pt x="904875" y="419100"/>
                </a:lnTo>
                <a:lnTo>
                  <a:pt x="895350" y="419100"/>
                </a:lnTo>
                <a:lnTo>
                  <a:pt x="895350" y="428625"/>
                </a:lnTo>
                <a:lnTo>
                  <a:pt x="847725" y="428625"/>
                </a:lnTo>
                <a:lnTo>
                  <a:pt x="847725" y="419100"/>
                </a:lnTo>
                <a:lnTo>
                  <a:pt x="876300" y="419100"/>
                </a:lnTo>
                <a:close/>
                <a:moveTo>
                  <a:pt x="676275" y="419100"/>
                </a:moveTo>
                <a:lnTo>
                  <a:pt x="685800" y="419100"/>
                </a:lnTo>
                <a:lnTo>
                  <a:pt x="685800" y="428625"/>
                </a:lnTo>
                <a:lnTo>
                  <a:pt x="676275" y="428625"/>
                </a:lnTo>
                <a:close/>
                <a:moveTo>
                  <a:pt x="809625" y="419100"/>
                </a:moveTo>
                <a:lnTo>
                  <a:pt x="838200" y="419100"/>
                </a:lnTo>
                <a:lnTo>
                  <a:pt x="838200" y="428625"/>
                </a:lnTo>
                <a:lnTo>
                  <a:pt x="819150" y="428625"/>
                </a:lnTo>
                <a:lnTo>
                  <a:pt x="819150" y="438150"/>
                </a:lnTo>
                <a:lnTo>
                  <a:pt x="762000" y="438150"/>
                </a:lnTo>
                <a:lnTo>
                  <a:pt x="762000" y="428625"/>
                </a:lnTo>
                <a:lnTo>
                  <a:pt x="809625" y="428625"/>
                </a:lnTo>
                <a:close/>
                <a:moveTo>
                  <a:pt x="666750" y="428625"/>
                </a:moveTo>
                <a:lnTo>
                  <a:pt x="676275" y="428625"/>
                </a:lnTo>
                <a:lnTo>
                  <a:pt x="676275" y="438150"/>
                </a:lnTo>
                <a:lnTo>
                  <a:pt x="666750" y="438150"/>
                </a:lnTo>
                <a:close/>
                <a:moveTo>
                  <a:pt x="2143125" y="428625"/>
                </a:moveTo>
                <a:lnTo>
                  <a:pt x="2152650" y="428625"/>
                </a:lnTo>
                <a:lnTo>
                  <a:pt x="2152650" y="438150"/>
                </a:lnTo>
                <a:lnTo>
                  <a:pt x="2162175" y="438150"/>
                </a:lnTo>
                <a:lnTo>
                  <a:pt x="2162175" y="457200"/>
                </a:lnTo>
                <a:lnTo>
                  <a:pt x="2152650" y="457200"/>
                </a:lnTo>
                <a:lnTo>
                  <a:pt x="2152650" y="447675"/>
                </a:lnTo>
                <a:lnTo>
                  <a:pt x="2143125" y="447675"/>
                </a:lnTo>
                <a:close/>
                <a:moveTo>
                  <a:pt x="276225" y="438150"/>
                </a:moveTo>
                <a:lnTo>
                  <a:pt x="285750" y="438150"/>
                </a:lnTo>
                <a:lnTo>
                  <a:pt x="285750" y="447675"/>
                </a:lnTo>
                <a:lnTo>
                  <a:pt x="276225" y="447675"/>
                </a:lnTo>
                <a:close/>
                <a:moveTo>
                  <a:pt x="657225" y="438150"/>
                </a:moveTo>
                <a:lnTo>
                  <a:pt x="666750" y="438150"/>
                </a:lnTo>
                <a:lnTo>
                  <a:pt x="666750" y="447675"/>
                </a:lnTo>
                <a:lnTo>
                  <a:pt x="657225" y="447675"/>
                </a:lnTo>
                <a:close/>
                <a:moveTo>
                  <a:pt x="742950" y="438150"/>
                </a:moveTo>
                <a:lnTo>
                  <a:pt x="752475" y="438150"/>
                </a:lnTo>
                <a:lnTo>
                  <a:pt x="752475" y="447675"/>
                </a:lnTo>
                <a:lnTo>
                  <a:pt x="742950" y="447675"/>
                </a:lnTo>
                <a:close/>
                <a:moveTo>
                  <a:pt x="1781175" y="438150"/>
                </a:moveTo>
                <a:lnTo>
                  <a:pt x="1790700" y="438150"/>
                </a:lnTo>
                <a:lnTo>
                  <a:pt x="1790700" y="447675"/>
                </a:lnTo>
                <a:lnTo>
                  <a:pt x="1781175" y="447675"/>
                </a:lnTo>
                <a:close/>
                <a:moveTo>
                  <a:pt x="523875" y="447675"/>
                </a:moveTo>
                <a:lnTo>
                  <a:pt x="619125" y="447675"/>
                </a:lnTo>
                <a:lnTo>
                  <a:pt x="619125" y="457200"/>
                </a:lnTo>
                <a:lnTo>
                  <a:pt x="542925" y="457200"/>
                </a:lnTo>
                <a:lnTo>
                  <a:pt x="542925" y="466725"/>
                </a:lnTo>
                <a:lnTo>
                  <a:pt x="523875" y="466725"/>
                </a:lnTo>
                <a:lnTo>
                  <a:pt x="523875" y="476250"/>
                </a:lnTo>
                <a:lnTo>
                  <a:pt x="514350" y="476250"/>
                </a:lnTo>
                <a:lnTo>
                  <a:pt x="514350" y="485775"/>
                </a:lnTo>
                <a:lnTo>
                  <a:pt x="504825" y="485775"/>
                </a:lnTo>
                <a:lnTo>
                  <a:pt x="504825" y="495300"/>
                </a:lnTo>
                <a:lnTo>
                  <a:pt x="495300" y="495300"/>
                </a:lnTo>
                <a:lnTo>
                  <a:pt x="495300" y="523875"/>
                </a:lnTo>
                <a:lnTo>
                  <a:pt x="485775" y="523875"/>
                </a:lnTo>
                <a:lnTo>
                  <a:pt x="485775" y="600075"/>
                </a:lnTo>
                <a:lnTo>
                  <a:pt x="476250" y="600075"/>
                </a:lnTo>
                <a:lnTo>
                  <a:pt x="476250" y="571500"/>
                </a:lnTo>
                <a:lnTo>
                  <a:pt x="466725" y="571500"/>
                </a:lnTo>
                <a:lnTo>
                  <a:pt x="466725" y="514350"/>
                </a:lnTo>
                <a:lnTo>
                  <a:pt x="457200" y="514350"/>
                </a:lnTo>
                <a:lnTo>
                  <a:pt x="457200" y="504825"/>
                </a:lnTo>
                <a:lnTo>
                  <a:pt x="466725" y="504825"/>
                </a:lnTo>
                <a:lnTo>
                  <a:pt x="466725" y="485775"/>
                </a:lnTo>
                <a:lnTo>
                  <a:pt x="485775" y="485775"/>
                </a:lnTo>
                <a:lnTo>
                  <a:pt x="485775" y="476250"/>
                </a:lnTo>
                <a:lnTo>
                  <a:pt x="504825" y="476250"/>
                </a:lnTo>
                <a:lnTo>
                  <a:pt x="504825" y="466725"/>
                </a:lnTo>
                <a:lnTo>
                  <a:pt x="514350" y="466725"/>
                </a:lnTo>
                <a:lnTo>
                  <a:pt x="514350" y="457200"/>
                </a:lnTo>
                <a:lnTo>
                  <a:pt x="523875" y="457200"/>
                </a:lnTo>
                <a:close/>
                <a:moveTo>
                  <a:pt x="952500" y="447675"/>
                </a:moveTo>
                <a:lnTo>
                  <a:pt x="962025" y="447675"/>
                </a:lnTo>
                <a:lnTo>
                  <a:pt x="962025" y="457200"/>
                </a:lnTo>
                <a:lnTo>
                  <a:pt x="971550" y="457200"/>
                </a:lnTo>
                <a:lnTo>
                  <a:pt x="971550" y="466725"/>
                </a:lnTo>
                <a:lnTo>
                  <a:pt x="981075" y="466725"/>
                </a:lnTo>
                <a:lnTo>
                  <a:pt x="981075" y="476250"/>
                </a:lnTo>
                <a:lnTo>
                  <a:pt x="990600" y="476250"/>
                </a:lnTo>
                <a:lnTo>
                  <a:pt x="990600" y="495300"/>
                </a:lnTo>
                <a:lnTo>
                  <a:pt x="971550" y="495300"/>
                </a:lnTo>
                <a:lnTo>
                  <a:pt x="971550" y="485775"/>
                </a:lnTo>
                <a:lnTo>
                  <a:pt x="962025" y="485775"/>
                </a:lnTo>
                <a:lnTo>
                  <a:pt x="962025" y="514350"/>
                </a:lnTo>
                <a:lnTo>
                  <a:pt x="990600" y="514350"/>
                </a:lnTo>
                <a:lnTo>
                  <a:pt x="990600" y="495300"/>
                </a:lnTo>
                <a:lnTo>
                  <a:pt x="1009650" y="495300"/>
                </a:lnTo>
                <a:lnTo>
                  <a:pt x="1009650" y="485775"/>
                </a:lnTo>
                <a:lnTo>
                  <a:pt x="1066800" y="485775"/>
                </a:lnTo>
                <a:lnTo>
                  <a:pt x="1066800" y="495300"/>
                </a:lnTo>
                <a:lnTo>
                  <a:pt x="1095375" y="495300"/>
                </a:lnTo>
                <a:lnTo>
                  <a:pt x="1095375" y="485775"/>
                </a:lnTo>
                <a:lnTo>
                  <a:pt x="1123950" y="485775"/>
                </a:lnTo>
                <a:lnTo>
                  <a:pt x="1123950" y="504825"/>
                </a:lnTo>
                <a:lnTo>
                  <a:pt x="1143000" y="504825"/>
                </a:lnTo>
                <a:lnTo>
                  <a:pt x="1143000" y="514350"/>
                </a:lnTo>
                <a:lnTo>
                  <a:pt x="1190625" y="514350"/>
                </a:lnTo>
                <a:lnTo>
                  <a:pt x="1190625" y="533400"/>
                </a:lnTo>
                <a:lnTo>
                  <a:pt x="1181100" y="533400"/>
                </a:lnTo>
                <a:lnTo>
                  <a:pt x="1181100" y="523875"/>
                </a:lnTo>
                <a:lnTo>
                  <a:pt x="1123950" y="523875"/>
                </a:lnTo>
                <a:lnTo>
                  <a:pt x="1123950" y="533400"/>
                </a:lnTo>
                <a:lnTo>
                  <a:pt x="1104900" y="533400"/>
                </a:lnTo>
                <a:lnTo>
                  <a:pt x="1104900" y="523875"/>
                </a:lnTo>
                <a:lnTo>
                  <a:pt x="1095375" y="523875"/>
                </a:lnTo>
                <a:lnTo>
                  <a:pt x="1095375" y="514350"/>
                </a:lnTo>
                <a:lnTo>
                  <a:pt x="1047750" y="514350"/>
                </a:lnTo>
                <a:lnTo>
                  <a:pt x="1047750" y="523875"/>
                </a:lnTo>
                <a:lnTo>
                  <a:pt x="990600" y="523875"/>
                </a:lnTo>
                <a:lnTo>
                  <a:pt x="990600" y="533400"/>
                </a:lnTo>
                <a:lnTo>
                  <a:pt x="952500" y="533400"/>
                </a:lnTo>
                <a:lnTo>
                  <a:pt x="952500" y="476250"/>
                </a:lnTo>
                <a:lnTo>
                  <a:pt x="942975" y="476250"/>
                </a:lnTo>
                <a:lnTo>
                  <a:pt x="942975" y="466725"/>
                </a:lnTo>
                <a:lnTo>
                  <a:pt x="895350" y="466725"/>
                </a:lnTo>
                <a:lnTo>
                  <a:pt x="895350" y="457200"/>
                </a:lnTo>
                <a:lnTo>
                  <a:pt x="952500" y="457200"/>
                </a:lnTo>
                <a:close/>
                <a:moveTo>
                  <a:pt x="1847850" y="447675"/>
                </a:moveTo>
                <a:lnTo>
                  <a:pt x="1866900" y="447675"/>
                </a:lnTo>
                <a:lnTo>
                  <a:pt x="1866900" y="457200"/>
                </a:lnTo>
                <a:lnTo>
                  <a:pt x="1847850" y="457200"/>
                </a:lnTo>
                <a:close/>
                <a:moveTo>
                  <a:pt x="266700" y="457200"/>
                </a:moveTo>
                <a:lnTo>
                  <a:pt x="276225" y="457200"/>
                </a:lnTo>
                <a:lnTo>
                  <a:pt x="276225" y="476250"/>
                </a:lnTo>
                <a:lnTo>
                  <a:pt x="266700" y="476250"/>
                </a:lnTo>
                <a:close/>
                <a:moveTo>
                  <a:pt x="1524000" y="457200"/>
                </a:moveTo>
                <a:lnTo>
                  <a:pt x="1533525" y="457200"/>
                </a:lnTo>
                <a:lnTo>
                  <a:pt x="1533525" y="447675"/>
                </a:lnTo>
                <a:lnTo>
                  <a:pt x="1524000" y="447675"/>
                </a:lnTo>
                <a:close/>
                <a:moveTo>
                  <a:pt x="1714500" y="457200"/>
                </a:moveTo>
                <a:lnTo>
                  <a:pt x="1724025" y="457200"/>
                </a:lnTo>
                <a:lnTo>
                  <a:pt x="1724025" y="466725"/>
                </a:lnTo>
                <a:lnTo>
                  <a:pt x="1714500" y="466725"/>
                </a:lnTo>
                <a:close/>
                <a:moveTo>
                  <a:pt x="2162175" y="457200"/>
                </a:moveTo>
                <a:lnTo>
                  <a:pt x="2171700" y="457200"/>
                </a:lnTo>
                <a:lnTo>
                  <a:pt x="2171700" y="485775"/>
                </a:lnTo>
                <a:lnTo>
                  <a:pt x="2162175" y="485775"/>
                </a:lnTo>
                <a:close/>
                <a:moveTo>
                  <a:pt x="876300" y="466725"/>
                </a:moveTo>
                <a:lnTo>
                  <a:pt x="895350" y="466725"/>
                </a:lnTo>
                <a:lnTo>
                  <a:pt x="895350" y="476250"/>
                </a:lnTo>
                <a:lnTo>
                  <a:pt x="876300" y="476250"/>
                </a:lnTo>
                <a:close/>
                <a:moveTo>
                  <a:pt x="1724025" y="466725"/>
                </a:moveTo>
                <a:lnTo>
                  <a:pt x="1733550" y="466725"/>
                </a:lnTo>
                <a:lnTo>
                  <a:pt x="1733550" y="485775"/>
                </a:lnTo>
                <a:lnTo>
                  <a:pt x="1724025" y="485775"/>
                </a:lnTo>
                <a:close/>
                <a:moveTo>
                  <a:pt x="1905000" y="466725"/>
                </a:moveTo>
                <a:lnTo>
                  <a:pt x="1914525" y="466725"/>
                </a:lnTo>
                <a:lnTo>
                  <a:pt x="1914525" y="476250"/>
                </a:lnTo>
                <a:lnTo>
                  <a:pt x="1905000" y="476250"/>
                </a:lnTo>
                <a:close/>
                <a:moveTo>
                  <a:pt x="257175" y="476250"/>
                </a:moveTo>
                <a:lnTo>
                  <a:pt x="266700" y="476250"/>
                </a:lnTo>
                <a:lnTo>
                  <a:pt x="266700" y="485775"/>
                </a:lnTo>
                <a:lnTo>
                  <a:pt x="257175" y="485775"/>
                </a:lnTo>
                <a:close/>
                <a:moveTo>
                  <a:pt x="1924050" y="476250"/>
                </a:moveTo>
                <a:lnTo>
                  <a:pt x="1933575" y="476250"/>
                </a:lnTo>
                <a:lnTo>
                  <a:pt x="1933575" y="485775"/>
                </a:lnTo>
                <a:lnTo>
                  <a:pt x="1924050" y="485775"/>
                </a:lnTo>
                <a:close/>
                <a:moveTo>
                  <a:pt x="742950" y="485775"/>
                </a:moveTo>
                <a:lnTo>
                  <a:pt x="752475" y="485775"/>
                </a:lnTo>
                <a:lnTo>
                  <a:pt x="752475" y="495300"/>
                </a:lnTo>
                <a:lnTo>
                  <a:pt x="742950" y="495300"/>
                </a:lnTo>
                <a:close/>
                <a:moveTo>
                  <a:pt x="1933575" y="485775"/>
                </a:moveTo>
                <a:lnTo>
                  <a:pt x="1962150" y="485775"/>
                </a:lnTo>
                <a:lnTo>
                  <a:pt x="1962150" y="495300"/>
                </a:lnTo>
                <a:lnTo>
                  <a:pt x="1971675" y="495300"/>
                </a:lnTo>
                <a:lnTo>
                  <a:pt x="1971675" y="504825"/>
                </a:lnTo>
                <a:lnTo>
                  <a:pt x="1981200" y="504825"/>
                </a:lnTo>
                <a:lnTo>
                  <a:pt x="1981200" y="523875"/>
                </a:lnTo>
                <a:lnTo>
                  <a:pt x="1971675" y="523875"/>
                </a:lnTo>
                <a:lnTo>
                  <a:pt x="1971675" y="552450"/>
                </a:lnTo>
                <a:lnTo>
                  <a:pt x="1981200" y="552450"/>
                </a:lnTo>
                <a:lnTo>
                  <a:pt x="1981200" y="571500"/>
                </a:lnTo>
                <a:lnTo>
                  <a:pt x="1971675" y="571500"/>
                </a:lnTo>
                <a:lnTo>
                  <a:pt x="1971675" y="600075"/>
                </a:lnTo>
                <a:lnTo>
                  <a:pt x="1962150" y="600075"/>
                </a:lnTo>
                <a:lnTo>
                  <a:pt x="1962150" y="609600"/>
                </a:lnTo>
                <a:lnTo>
                  <a:pt x="1952625" y="609600"/>
                </a:lnTo>
                <a:lnTo>
                  <a:pt x="1952625" y="523875"/>
                </a:lnTo>
                <a:lnTo>
                  <a:pt x="1943100" y="523875"/>
                </a:lnTo>
                <a:lnTo>
                  <a:pt x="1943100" y="504825"/>
                </a:lnTo>
                <a:lnTo>
                  <a:pt x="1933575" y="504825"/>
                </a:lnTo>
                <a:close/>
                <a:moveTo>
                  <a:pt x="2171700" y="485775"/>
                </a:moveTo>
                <a:lnTo>
                  <a:pt x="2181225" y="485775"/>
                </a:lnTo>
                <a:lnTo>
                  <a:pt x="2181225" y="495300"/>
                </a:lnTo>
                <a:lnTo>
                  <a:pt x="2171700" y="495300"/>
                </a:lnTo>
                <a:close/>
                <a:moveTo>
                  <a:pt x="733425" y="495300"/>
                </a:moveTo>
                <a:lnTo>
                  <a:pt x="742950" y="495300"/>
                </a:lnTo>
                <a:lnTo>
                  <a:pt x="742950" y="504825"/>
                </a:lnTo>
                <a:lnTo>
                  <a:pt x="733425" y="504825"/>
                </a:lnTo>
                <a:close/>
                <a:moveTo>
                  <a:pt x="247650" y="504825"/>
                </a:moveTo>
                <a:lnTo>
                  <a:pt x="257175" y="504825"/>
                </a:lnTo>
                <a:lnTo>
                  <a:pt x="257175" y="514350"/>
                </a:lnTo>
                <a:lnTo>
                  <a:pt x="247650" y="514350"/>
                </a:lnTo>
                <a:close/>
                <a:moveTo>
                  <a:pt x="676275" y="504825"/>
                </a:moveTo>
                <a:lnTo>
                  <a:pt x="685800" y="504825"/>
                </a:lnTo>
                <a:lnTo>
                  <a:pt x="685800" y="514350"/>
                </a:lnTo>
                <a:lnTo>
                  <a:pt x="676275" y="514350"/>
                </a:lnTo>
                <a:close/>
                <a:moveTo>
                  <a:pt x="723900" y="504825"/>
                </a:moveTo>
                <a:lnTo>
                  <a:pt x="733425" y="504825"/>
                </a:lnTo>
                <a:lnTo>
                  <a:pt x="733425" y="514350"/>
                </a:lnTo>
                <a:lnTo>
                  <a:pt x="723900" y="514350"/>
                </a:lnTo>
                <a:close/>
                <a:moveTo>
                  <a:pt x="1752600" y="504825"/>
                </a:moveTo>
                <a:lnTo>
                  <a:pt x="1762125" y="504825"/>
                </a:lnTo>
                <a:lnTo>
                  <a:pt x="1762125" y="514350"/>
                </a:lnTo>
                <a:lnTo>
                  <a:pt x="1752600" y="514350"/>
                </a:lnTo>
                <a:close/>
                <a:moveTo>
                  <a:pt x="2181225" y="504825"/>
                </a:moveTo>
                <a:lnTo>
                  <a:pt x="2190750" y="504825"/>
                </a:lnTo>
                <a:lnTo>
                  <a:pt x="2190750" y="523875"/>
                </a:lnTo>
                <a:lnTo>
                  <a:pt x="2181225" y="523875"/>
                </a:lnTo>
                <a:close/>
                <a:moveTo>
                  <a:pt x="590550" y="514350"/>
                </a:moveTo>
                <a:lnTo>
                  <a:pt x="628650" y="514350"/>
                </a:lnTo>
                <a:lnTo>
                  <a:pt x="628650" y="523875"/>
                </a:lnTo>
                <a:lnTo>
                  <a:pt x="619125" y="523875"/>
                </a:lnTo>
                <a:lnTo>
                  <a:pt x="619125" y="552450"/>
                </a:lnTo>
                <a:lnTo>
                  <a:pt x="638175" y="552450"/>
                </a:lnTo>
                <a:lnTo>
                  <a:pt x="638175" y="561975"/>
                </a:lnTo>
                <a:lnTo>
                  <a:pt x="647700" y="561975"/>
                </a:lnTo>
                <a:lnTo>
                  <a:pt x="647700" y="552450"/>
                </a:lnTo>
                <a:lnTo>
                  <a:pt x="676275" y="552450"/>
                </a:lnTo>
                <a:lnTo>
                  <a:pt x="676275" y="561975"/>
                </a:lnTo>
                <a:lnTo>
                  <a:pt x="704850" y="561975"/>
                </a:lnTo>
                <a:lnTo>
                  <a:pt x="704850" y="552450"/>
                </a:lnTo>
                <a:lnTo>
                  <a:pt x="714375" y="552450"/>
                </a:lnTo>
                <a:lnTo>
                  <a:pt x="714375" y="561975"/>
                </a:lnTo>
                <a:lnTo>
                  <a:pt x="704850" y="561975"/>
                </a:lnTo>
                <a:lnTo>
                  <a:pt x="704850" y="581025"/>
                </a:lnTo>
                <a:lnTo>
                  <a:pt x="695325" y="581025"/>
                </a:lnTo>
                <a:lnTo>
                  <a:pt x="695325" y="609600"/>
                </a:lnTo>
                <a:lnTo>
                  <a:pt x="685800" y="609600"/>
                </a:lnTo>
                <a:lnTo>
                  <a:pt x="685800" y="628650"/>
                </a:lnTo>
                <a:lnTo>
                  <a:pt x="676275" y="628650"/>
                </a:lnTo>
                <a:lnTo>
                  <a:pt x="676275" y="657225"/>
                </a:lnTo>
                <a:lnTo>
                  <a:pt x="666750" y="657225"/>
                </a:lnTo>
                <a:lnTo>
                  <a:pt x="666750" y="685800"/>
                </a:lnTo>
                <a:lnTo>
                  <a:pt x="657225" y="685800"/>
                </a:lnTo>
                <a:lnTo>
                  <a:pt x="657225" y="695325"/>
                </a:lnTo>
                <a:lnTo>
                  <a:pt x="647700" y="695325"/>
                </a:lnTo>
                <a:lnTo>
                  <a:pt x="647700" y="723900"/>
                </a:lnTo>
                <a:lnTo>
                  <a:pt x="638175" y="723900"/>
                </a:lnTo>
                <a:lnTo>
                  <a:pt x="638175" y="676275"/>
                </a:lnTo>
                <a:lnTo>
                  <a:pt x="628650" y="676275"/>
                </a:lnTo>
                <a:lnTo>
                  <a:pt x="628650" y="666750"/>
                </a:lnTo>
                <a:lnTo>
                  <a:pt x="590550" y="666750"/>
                </a:lnTo>
                <a:lnTo>
                  <a:pt x="590550" y="657225"/>
                </a:lnTo>
                <a:lnTo>
                  <a:pt x="571500" y="657225"/>
                </a:lnTo>
                <a:lnTo>
                  <a:pt x="571500" y="666750"/>
                </a:lnTo>
                <a:lnTo>
                  <a:pt x="561975" y="666750"/>
                </a:lnTo>
                <a:lnTo>
                  <a:pt x="561975" y="762000"/>
                </a:lnTo>
                <a:lnTo>
                  <a:pt x="571500" y="762000"/>
                </a:lnTo>
                <a:lnTo>
                  <a:pt x="571500" y="800100"/>
                </a:lnTo>
                <a:lnTo>
                  <a:pt x="581025" y="800100"/>
                </a:lnTo>
                <a:lnTo>
                  <a:pt x="581025" y="809625"/>
                </a:lnTo>
                <a:lnTo>
                  <a:pt x="590550" y="809625"/>
                </a:lnTo>
                <a:lnTo>
                  <a:pt x="590550" y="819150"/>
                </a:lnTo>
                <a:lnTo>
                  <a:pt x="619125" y="819150"/>
                </a:lnTo>
                <a:lnTo>
                  <a:pt x="619125" y="828675"/>
                </a:lnTo>
                <a:lnTo>
                  <a:pt x="628650" y="828675"/>
                </a:lnTo>
                <a:lnTo>
                  <a:pt x="628650" y="838200"/>
                </a:lnTo>
                <a:lnTo>
                  <a:pt x="676275" y="838200"/>
                </a:lnTo>
                <a:lnTo>
                  <a:pt x="676275" y="847725"/>
                </a:lnTo>
                <a:lnTo>
                  <a:pt x="657225" y="847725"/>
                </a:lnTo>
                <a:lnTo>
                  <a:pt x="657225" y="857250"/>
                </a:lnTo>
                <a:lnTo>
                  <a:pt x="676275" y="857250"/>
                </a:lnTo>
                <a:lnTo>
                  <a:pt x="676275" y="876300"/>
                </a:lnTo>
                <a:lnTo>
                  <a:pt x="685800" y="876300"/>
                </a:lnTo>
                <a:lnTo>
                  <a:pt x="685800" y="885825"/>
                </a:lnTo>
                <a:lnTo>
                  <a:pt x="771525" y="885825"/>
                </a:lnTo>
                <a:lnTo>
                  <a:pt x="771525" y="895350"/>
                </a:lnTo>
                <a:lnTo>
                  <a:pt x="781050" y="895350"/>
                </a:lnTo>
                <a:lnTo>
                  <a:pt x="781050" y="885825"/>
                </a:lnTo>
                <a:lnTo>
                  <a:pt x="790575" y="885825"/>
                </a:lnTo>
                <a:lnTo>
                  <a:pt x="790575" y="876300"/>
                </a:lnTo>
                <a:lnTo>
                  <a:pt x="800100" y="876300"/>
                </a:lnTo>
                <a:lnTo>
                  <a:pt x="800100" y="885825"/>
                </a:lnTo>
                <a:lnTo>
                  <a:pt x="828675" y="885825"/>
                </a:lnTo>
                <a:lnTo>
                  <a:pt x="828675" y="876300"/>
                </a:lnTo>
                <a:lnTo>
                  <a:pt x="895350" y="876300"/>
                </a:lnTo>
                <a:lnTo>
                  <a:pt x="895350" y="885825"/>
                </a:lnTo>
                <a:lnTo>
                  <a:pt x="952500" y="885825"/>
                </a:lnTo>
                <a:lnTo>
                  <a:pt x="952500" y="876300"/>
                </a:lnTo>
                <a:lnTo>
                  <a:pt x="962025" y="876300"/>
                </a:lnTo>
                <a:lnTo>
                  <a:pt x="962025" y="866775"/>
                </a:lnTo>
                <a:lnTo>
                  <a:pt x="1000125" y="866775"/>
                </a:lnTo>
                <a:lnTo>
                  <a:pt x="1000125" y="876300"/>
                </a:lnTo>
                <a:lnTo>
                  <a:pt x="1009650" y="876300"/>
                </a:lnTo>
                <a:lnTo>
                  <a:pt x="1009650" y="885825"/>
                </a:lnTo>
                <a:lnTo>
                  <a:pt x="1114425" y="885825"/>
                </a:lnTo>
                <a:lnTo>
                  <a:pt x="1114425" y="876300"/>
                </a:lnTo>
                <a:lnTo>
                  <a:pt x="1152525" y="876300"/>
                </a:lnTo>
                <a:lnTo>
                  <a:pt x="1152525" y="885825"/>
                </a:lnTo>
                <a:lnTo>
                  <a:pt x="1162050" y="885825"/>
                </a:lnTo>
                <a:lnTo>
                  <a:pt x="1162050" y="895350"/>
                </a:lnTo>
                <a:lnTo>
                  <a:pt x="1152525" y="895350"/>
                </a:lnTo>
                <a:lnTo>
                  <a:pt x="1152525" y="904875"/>
                </a:lnTo>
                <a:lnTo>
                  <a:pt x="809625" y="904875"/>
                </a:lnTo>
                <a:lnTo>
                  <a:pt x="809625" y="895350"/>
                </a:lnTo>
                <a:lnTo>
                  <a:pt x="781050" y="895350"/>
                </a:lnTo>
                <a:lnTo>
                  <a:pt x="781050" y="904875"/>
                </a:lnTo>
                <a:lnTo>
                  <a:pt x="733425" y="904875"/>
                </a:lnTo>
                <a:lnTo>
                  <a:pt x="733425" y="895350"/>
                </a:lnTo>
                <a:lnTo>
                  <a:pt x="590550" y="895350"/>
                </a:lnTo>
                <a:lnTo>
                  <a:pt x="590550" y="885825"/>
                </a:lnTo>
                <a:lnTo>
                  <a:pt x="571500" y="885825"/>
                </a:lnTo>
                <a:lnTo>
                  <a:pt x="571500" y="876300"/>
                </a:lnTo>
                <a:lnTo>
                  <a:pt x="561975" y="876300"/>
                </a:lnTo>
                <a:lnTo>
                  <a:pt x="561975" y="857250"/>
                </a:lnTo>
                <a:lnTo>
                  <a:pt x="571500" y="857250"/>
                </a:lnTo>
                <a:lnTo>
                  <a:pt x="571500" y="847725"/>
                </a:lnTo>
                <a:lnTo>
                  <a:pt x="561975" y="847725"/>
                </a:lnTo>
                <a:lnTo>
                  <a:pt x="561975" y="809625"/>
                </a:lnTo>
                <a:lnTo>
                  <a:pt x="552450" y="809625"/>
                </a:lnTo>
                <a:lnTo>
                  <a:pt x="552450" y="619125"/>
                </a:lnTo>
                <a:lnTo>
                  <a:pt x="561975" y="619125"/>
                </a:lnTo>
                <a:lnTo>
                  <a:pt x="561975" y="542925"/>
                </a:lnTo>
                <a:lnTo>
                  <a:pt x="571500" y="542925"/>
                </a:lnTo>
                <a:lnTo>
                  <a:pt x="571500" y="533400"/>
                </a:lnTo>
                <a:lnTo>
                  <a:pt x="581025" y="533400"/>
                </a:lnTo>
                <a:lnTo>
                  <a:pt x="581025" y="523875"/>
                </a:lnTo>
                <a:lnTo>
                  <a:pt x="590550" y="523875"/>
                </a:lnTo>
                <a:close/>
                <a:moveTo>
                  <a:pt x="800100" y="514350"/>
                </a:moveTo>
                <a:lnTo>
                  <a:pt x="809625" y="514350"/>
                </a:lnTo>
                <a:lnTo>
                  <a:pt x="809625" y="523875"/>
                </a:lnTo>
                <a:lnTo>
                  <a:pt x="800100" y="523875"/>
                </a:lnTo>
                <a:close/>
                <a:moveTo>
                  <a:pt x="1838325" y="514350"/>
                </a:moveTo>
                <a:lnTo>
                  <a:pt x="1857375" y="514350"/>
                </a:lnTo>
                <a:lnTo>
                  <a:pt x="1857375" y="523875"/>
                </a:lnTo>
                <a:lnTo>
                  <a:pt x="1866900" y="523875"/>
                </a:lnTo>
                <a:lnTo>
                  <a:pt x="1866900" y="542925"/>
                </a:lnTo>
                <a:lnTo>
                  <a:pt x="1876425" y="542925"/>
                </a:lnTo>
                <a:lnTo>
                  <a:pt x="1876425" y="561975"/>
                </a:lnTo>
                <a:lnTo>
                  <a:pt x="1866900" y="561975"/>
                </a:lnTo>
                <a:lnTo>
                  <a:pt x="1866900" y="590550"/>
                </a:lnTo>
                <a:lnTo>
                  <a:pt x="1876425" y="590550"/>
                </a:lnTo>
                <a:lnTo>
                  <a:pt x="1876425" y="657225"/>
                </a:lnTo>
                <a:lnTo>
                  <a:pt x="1885950" y="657225"/>
                </a:lnTo>
                <a:lnTo>
                  <a:pt x="1885950" y="685800"/>
                </a:lnTo>
                <a:lnTo>
                  <a:pt x="1876425" y="685800"/>
                </a:lnTo>
                <a:lnTo>
                  <a:pt x="1876425" y="676275"/>
                </a:lnTo>
                <a:lnTo>
                  <a:pt x="1866900" y="676275"/>
                </a:lnTo>
                <a:lnTo>
                  <a:pt x="1866900" y="666750"/>
                </a:lnTo>
                <a:lnTo>
                  <a:pt x="1847850" y="666750"/>
                </a:lnTo>
                <a:lnTo>
                  <a:pt x="1847850" y="676275"/>
                </a:lnTo>
                <a:lnTo>
                  <a:pt x="1838325" y="676275"/>
                </a:lnTo>
                <a:lnTo>
                  <a:pt x="1838325" y="581025"/>
                </a:lnTo>
                <a:lnTo>
                  <a:pt x="1828800" y="581025"/>
                </a:lnTo>
                <a:lnTo>
                  <a:pt x="1828800" y="571500"/>
                </a:lnTo>
                <a:lnTo>
                  <a:pt x="1819275" y="571500"/>
                </a:lnTo>
                <a:lnTo>
                  <a:pt x="1819275" y="561975"/>
                </a:lnTo>
                <a:lnTo>
                  <a:pt x="1809750" y="561975"/>
                </a:lnTo>
                <a:lnTo>
                  <a:pt x="1809750" y="552450"/>
                </a:lnTo>
                <a:lnTo>
                  <a:pt x="1790700" y="552450"/>
                </a:lnTo>
                <a:lnTo>
                  <a:pt x="1790700" y="542925"/>
                </a:lnTo>
                <a:lnTo>
                  <a:pt x="1838325" y="542925"/>
                </a:lnTo>
                <a:lnTo>
                  <a:pt x="1838325" y="533400"/>
                </a:lnTo>
                <a:lnTo>
                  <a:pt x="1847850" y="533400"/>
                </a:lnTo>
                <a:lnTo>
                  <a:pt x="1847850" y="523875"/>
                </a:lnTo>
                <a:lnTo>
                  <a:pt x="1838325" y="523875"/>
                </a:lnTo>
                <a:close/>
                <a:moveTo>
                  <a:pt x="238125" y="523875"/>
                </a:moveTo>
                <a:lnTo>
                  <a:pt x="247650" y="523875"/>
                </a:lnTo>
                <a:lnTo>
                  <a:pt x="247650" y="571500"/>
                </a:lnTo>
                <a:lnTo>
                  <a:pt x="238125" y="571500"/>
                </a:lnTo>
                <a:close/>
                <a:moveTo>
                  <a:pt x="714375" y="523875"/>
                </a:moveTo>
                <a:lnTo>
                  <a:pt x="723900" y="523875"/>
                </a:lnTo>
                <a:lnTo>
                  <a:pt x="723900" y="533400"/>
                </a:lnTo>
                <a:lnTo>
                  <a:pt x="714375" y="533400"/>
                </a:lnTo>
                <a:close/>
                <a:moveTo>
                  <a:pt x="1247775" y="523875"/>
                </a:moveTo>
                <a:lnTo>
                  <a:pt x="1257300" y="523875"/>
                </a:lnTo>
                <a:lnTo>
                  <a:pt x="1257300" y="533400"/>
                </a:lnTo>
                <a:lnTo>
                  <a:pt x="1247775" y="533400"/>
                </a:lnTo>
                <a:close/>
                <a:moveTo>
                  <a:pt x="1619250" y="523875"/>
                </a:moveTo>
                <a:lnTo>
                  <a:pt x="1628775" y="523875"/>
                </a:lnTo>
                <a:lnTo>
                  <a:pt x="1628775" y="542925"/>
                </a:lnTo>
                <a:lnTo>
                  <a:pt x="1619250" y="542925"/>
                </a:lnTo>
                <a:close/>
                <a:moveTo>
                  <a:pt x="1190625" y="533400"/>
                </a:moveTo>
                <a:lnTo>
                  <a:pt x="1200150" y="533400"/>
                </a:lnTo>
                <a:lnTo>
                  <a:pt x="1200150" y="542925"/>
                </a:lnTo>
                <a:lnTo>
                  <a:pt x="1190625" y="542925"/>
                </a:lnTo>
                <a:close/>
                <a:moveTo>
                  <a:pt x="1695450" y="533400"/>
                </a:moveTo>
                <a:lnTo>
                  <a:pt x="1714500" y="533400"/>
                </a:lnTo>
                <a:lnTo>
                  <a:pt x="1714500" y="542925"/>
                </a:lnTo>
                <a:lnTo>
                  <a:pt x="1695450" y="542925"/>
                </a:lnTo>
                <a:close/>
                <a:moveTo>
                  <a:pt x="2190750" y="533400"/>
                </a:moveTo>
                <a:lnTo>
                  <a:pt x="2200275" y="533400"/>
                </a:lnTo>
                <a:lnTo>
                  <a:pt x="2200275" y="590550"/>
                </a:lnTo>
                <a:lnTo>
                  <a:pt x="2190750" y="590550"/>
                </a:lnTo>
                <a:close/>
                <a:moveTo>
                  <a:pt x="809625" y="542925"/>
                </a:moveTo>
                <a:lnTo>
                  <a:pt x="819150" y="542925"/>
                </a:lnTo>
                <a:lnTo>
                  <a:pt x="819150" y="552450"/>
                </a:lnTo>
                <a:lnTo>
                  <a:pt x="809625" y="552450"/>
                </a:lnTo>
                <a:close/>
                <a:moveTo>
                  <a:pt x="1200150" y="542925"/>
                </a:moveTo>
                <a:lnTo>
                  <a:pt x="1209675" y="542925"/>
                </a:lnTo>
                <a:lnTo>
                  <a:pt x="1209675" y="552450"/>
                </a:lnTo>
                <a:lnTo>
                  <a:pt x="1200150" y="552450"/>
                </a:lnTo>
                <a:close/>
                <a:moveTo>
                  <a:pt x="1733550" y="542925"/>
                </a:moveTo>
                <a:lnTo>
                  <a:pt x="1752600" y="542925"/>
                </a:lnTo>
                <a:lnTo>
                  <a:pt x="1752600" y="552450"/>
                </a:lnTo>
                <a:lnTo>
                  <a:pt x="1733550" y="552450"/>
                </a:lnTo>
                <a:close/>
                <a:moveTo>
                  <a:pt x="952500" y="561975"/>
                </a:moveTo>
                <a:lnTo>
                  <a:pt x="962025" y="561975"/>
                </a:lnTo>
                <a:lnTo>
                  <a:pt x="962025" y="571500"/>
                </a:lnTo>
                <a:lnTo>
                  <a:pt x="971550" y="571500"/>
                </a:lnTo>
                <a:lnTo>
                  <a:pt x="971550" y="581025"/>
                </a:lnTo>
                <a:lnTo>
                  <a:pt x="952500" y="581025"/>
                </a:lnTo>
                <a:lnTo>
                  <a:pt x="952500" y="657225"/>
                </a:lnTo>
                <a:lnTo>
                  <a:pt x="971550" y="657225"/>
                </a:lnTo>
                <a:lnTo>
                  <a:pt x="971550" y="666750"/>
                </a:lnTo>
                <a:lnTo>
                  <a:pt x="942975" y="666750"/>
                </a:lnTo>
                <a:lnTo>
                  <a:pt x="942975" y="571500"/>
                </a:lnTo>
                <a:lnTo>
                  <a:pt x="952500" y="571500"/>
                </a:lnTo>
                <a:close/>
                <a:moveTo>
                  <a:pt x="1209675" y="561975"/>
                </a:moveTo>
                <a:lnTo>
                  <a:pt x="1228725" y="561975"/>
                </a:lnTo>
                <a:lnTo>
                  <a:pt x="1228725" y="581025"/>
                </a:lnTo>
                <a:lnTo>
                  <a:pt x="1209675" y="581025"/>
                </a:lnTo>
                <a:close/>
                <a:moveTo>
                  <a:pt x="819150" y="571500"/>
                </a:moveTo>
                <a:lnTo>
                  <a:pt x="828675" y="571500"/>
                </a:lnTo>
                <a:lnTo>
                  <a:pt x="828675" y="581025"/>
                </a:lnTo>
                <a:lnTo>
                  <a:pt x="819150" y="581025"/>
                </a:lnTo>
                <a:close/>
                <a:moveTo>
                  <a:pt x="228600" y="581025"/>
                </a:moveTo>
                <a:lnTo>
                  <a:pt x="238125" y="581025"/>
                </a:lnTo>
                <a:lnTo>
                  <a:pt x="238125" y="609600"/>
                </a:lnTo>
                <a:lnTo>
                  <a:pt x="228600" y="609600"/>
                </a:lnTo>
                <a:close/>
                <a:moveTo>
                  <a:pt x="619125" y="590550"/>
                </a:moveTo>
                <a:lnTo>
                  <a:pt x="628650" y="590550"/>
                </a:lnTo>
                <a:lnTo>
                  <a:pt x="628650" y="581025"/>
                </a:lnTo>
                <a:lnTo>
                  <a:pt x="619125" y="581025"/>
                </a:lnTo>
                <a:close/>
                <a:moveTo>
                  <a:pt x="1123950" y="590550"/>
                </a:moveTo>
                <a:lnTo>
                  <a:pt x="1143000" y="590550"/>
                </a:lnTo>
                <a:lnTo>
                  <a:pt x="1143000" y="657225"/>
                </a:lnTo>
                <a:lnTo>
                  <a:pt x="1123950" y="657225"/>
                </a:lnTo>
                <a:close/>
                <a:moveTo>
                  <a:pt x="1447800" y="590550"/>
                </a:moveTo>
                <a:lnTo>
                  <a:pt x="1476375" y="590550"/>
                </a:lnTo>
                <a:lnTo>
                  <a:pt x="1476375" y="600075"/>
                </a:lnTo>
                <a:lnTo>
                  <a:pt x="1495425" y="600075"/>
                </a:lnTo>
                <a:lnTo>
                  <a:pt x="1495425" y="609600"/>
                </a:lnTo>
                <a:lnTo>
                  <a:pt x="1457325" y="609600"/>
                </a:lnTo>
                <a:lnTo>
                  <a:pt x="1457325" y="619125"/>
                </a:lnTo>
                <a:lnTo>
                  <a:pt x="1447800" y="619125"/>
                </a:lnTo>
                <a:lnTo>
                  <a:pt x="1447800" y="628650"/>
                </a:lnTo>
                <a:lnTo>
                  <a:pt x="1438275" y="628650"/>
                </a:lnTo>
                <a:lnTo>
                  <a:pt x="1438275" y="600075"/>
                </a:lnTo>
                <a:lnTo>
                  <a:pt x="1447800" y="600075"/>
                </a:lnTo>
                <a:close/>
                <a:moveTo>
                  <a:pt x="742950" y="600075"/>
                </a:moveTo>
                <a:lnTo>
                  <a:pt x="762000" y="600075"/>
                </a:lnTo>
                <a:lnTo>
                  <a:pt x="762000" y="609600"/>
                </a:lnTo>
                <a:lnTo>
                  <a:pt x="742950" y="609600"/>
                </a:lnTo>
                <a:close/>
                <a:moveTo>
                  <a:pt x="2200275" y="600075"/>
                </a:moveTo>
                <a:lnTo>
                  <a:pt x="2209800" y="600075"/>
                </a:lnTo>
                <a:lnTo>
                  <a:pt x="2209800" y="714375"/>
                </a:lnTo>
                <a:lnTo>
                  <a:pt x="2200275" y="714375"/>
                </a:lnTo>
                <a:close/>
                <a:moveTo>
                  <a:pt x="1743075" y="609600"/>
                </a:moveTo>
                <a:lnTo>
                  <a:pt x="1762125" y="609600"/>
                </a:lnTo>
                <a:lnTo>
                  <a:pt x="1762125" y="666750"/>
                </a:lnTo>
                <a:lnTo>
                  <a:pt x="1743075" y="666750"/>
                </a:lnTo>
                <a:close/>
                <a:moveTo>
                  <a:pt x="838200" y="619125"/>
                </a:moveTo>
                <a:lnTo>
                  <a:pt x="847725" y="619125"/>
                </a:lnTo>
                <a:lnTo>
                  <a:pt x="847725" y="628650"/>
                </a:lnTo>
                <a:lnTo>
                  <a:pt x="838200" y="628650"/>
                </a:lnTo>
                <a:close/>
                <a:moveTo>
                  <a:pt x="847725" y="628650"/>
                </a:moveTo>
                <a:lnTo>
                  <a:pt x="857250" y="628650"/>
                </a:lnTo>
                <a:lnTo>
                  <a:pt x="857250" y="657225"/>
                </a:lnTo>
                <a:lnTo>
                  <a:pt x="847725" y="657225"/>
                </a:lnTo>
                <a:close/>
                <a:moveTo>
                  <a:pt x="1447800" y="638175"/>
                </a:moveTo>
                <a:lnTo>
                  <a:pt x="1457325" y="638175"/>
                </a:lnTo>
                <a:lnTo>
                  <a:pt x="1457325" y="647700"/>
                </a:lnTo>
                <a:lnTo>
                  <a:pt x="1447800" y="647700"/>
                </a:lnTo>
                <a:close/>
                <a:moveTo>
                  <a:pt x="1600200" y="638175"/>
                </a:moveTo>
                <a:lnTo>
                  <a:pt x="1609725" y="638175"/>
                </a:lnTo>
                <a:lnTo>
                  <a:pt x="1609725" y="657225"/>
                </a:lnTo>
                <a:lnTo>
                  <a:pt x="1600200" y="657225"/>
                </a:lnTo>
                <a:close/>
                <a:moveTo>
                  <a:pt x="1638300" y="638175"/>
                </a:moveTo>
                <a:lnTo>
                  <a:pt x="1657350" y="638175"/>
                </a:lnTo>
                <a:lnTo>
                  <a:pt x="1657350" y="657225"/>
                </a:lnTo>
                <a:lnTo>
                  <a:pt x="1638300" y="657225"/>
                </a:lnTo>
                <a:close/>
                <a:moveTo>
                  <a:pt x="228600" y="647700"/>
                </a:moveTo>
                <a:lnTo>
                  <a:pt x="238125" y="647700"/>
                </a:lnTo>
                <a:lnTo>
                  <a:pt x="238125" y="704850"/>
                </a:lnTo>
                <a:lnTo>
                  <a:pt x="228600" y="704850"/>
                </a:lnTo>
                <a:close/>
                <a:moveTo>
                  <a:pt x="1457325" y="647700"/>
                </a:moveTo>
                <a:lnTo>
                  <a:pt x="1485900" y="647700"/>
                </a:lnTo>
                <a:lnTo>
                  <a:pt x="1485900" y="657225"/>
                </a:lnTo>
                <a:lnTo>
                  <a:pt x="1457325" y="657225"/>
                </a:lnTo>
                <a:close/>
                <a:moveTo>
                  <a:pt x="1943100" y="647700"/>
                </a:moveTo>
                <a:lnTo>
                  <a:pt x="1952625" y="647700"/>
                </a:lnTo>
                <a:lnTo>
                  <a:pt x="1952625" y="666750"/>
                </a:lnTo>
                <a:lnTo>
                  <a:pt x="1943100" y="666750"/>
                </a:lnTo>
                <a:close/>
                <a:moveTo>
                  <a:pt x="857250" y="657225"/>
                </a:moveTo>
                <a:lnTo>
                  <a:pt x="876300" y="657225"/>
                </a:lnTo>
                <a:lnTo>
                  <a:pt x="876300" y="666750"/>
                </a:lnTo>
                <a:lnTo>
                  <a:pt x="857250" y="666750"/>
                </a:lnTo>
                <a:close/>
                <a:moveTo>
                  <a:pt x="1038225" y="657225"/>
                </a:moveTo>
                <a:lnTo>
                  <a:pt x="1057275" y="657225"/>
                </a:lnTo>
                <a:lnTo>
                  <a:pt x="1057275" y="666750"/>
                </a:lnTo>
                <a:lnTo>
                  <a:pt x="1038225" y="666750"/>
                </a:lnTo>
                <a:close/>
                <a:moveTo>
                  <a:pt x="1609725" y="657225"/>
                </a:moveTo>
                <a:lnTo>
                  <a:pt x="1628775" y="657225"/>
                </a:lnTo>
                <a:lnTo>
                  <a:pt x="1628775" y="666750"/>
                </a:lnTo>
                <a:lnTo>
                  <a:pt x="1609725" y="666750"/>
                </a:lnTo>
                <a:close/>
                <a:moveTo>
                  <a:pt x="733425" y="666750"/>
                </a:moveTo>
                <a:lnTo>
                  <a:pt x="762000" y="666750"/>
                </a:lnTo>
                <a:lnTo>
                  <a:pt x="762000" y="676275"/>
                </a:lnTo>
                <a:lnTo>
                  <a:pt x="771525" y="676275"/>
                </a:lnTo>
                <a:lnTo>
                  <a:pt x="771525" y="695325"/>
                </a:lnTo>
                <a:lnTo>
                  <a:pt x="762000" y="695325"/>
                </a:lnTo>
                <a:lnTo>
                  <a:pt x="762000" y="714375"/>
                </a:lnTo>
                <a:lnTo>
                  <a:pt x="771525" y="714375"/>
                </a:lnTo>
                <a:lnTo>
                  <a:pt x="771525" y="723900"/>
                </a:lnTo>
                <a:lnTo>
                  <a:pt x="819150" y="723900"/>
                </a:lnTo>
                <a:lnTo>
                  <a:pt x="819150" y="714375"/>
                </a:lnTo>
                <a:lnTo>
                  <a:pt x="904875" y="714375"/>
                </a:lnTo>
                <a:lnTo>
                  <a:pt x="904875" y="704850"/>
                </a:lnTo>
                <a:lnTo>
                  <a:pt x="933450" y="704850"/>
                </a:lnTo>
                <a:lnTo>
                  <a:pt x="933450" y="714375"/>
                </a:lnTo>
                <a:lnTo>
                  <a:pt x="904875" y="714375"/>
                </a:lnTo>
                <a:lnTo>
                  <a:pt x="904875" y="733425"/>
                </a:lnTo>
                <a:lnTo>
                  <a:pt x="914400" y="733425"/>
                </a:lnTo>
                <a:lnTo>
                  <a:pt x="914400" y="742950"/>
                </a:lnTo>
                <a:lnTo>
                  <a:pt x="962025" y="742950"/>
                </a:lnTo>
                <a:lnTo>
                  <a:pt x="962025" y="752475"/>
                </a:lnTo>
                <a:lnTo>
                  <a:pt x="981075" y="752475"/>
                </a:lnTo>
                <a:lnTo>
                  <a:pt x="981075" y="742950"/>
                </a:lnTo>
                <a:lnTo>
                  <a:pt x="1000125" y="742950"/>
                </a:lnTo>
                <a:lnTo>
                  <a:pt x="1000125" y="733425"/>
                </a:lnTo>
                <a:lnTo>
                  <a:pt x="1009650" y="733425"/>
                </a:lnTo>
                <a:lnTo>
                  <a:pt x="1009650" y="723900"/>
                </a:lnTo>
                <a:lnTo>
                  <a:pt x="1019175" y="723900"/>
                </a:lnTo>
                <a:lnTo>
                  <a:pt x="1019175" y="733425"/>
                </a:lnTo>
                <a:lnTo>
                  <a:pt x="1009650" y="733425"/>
                </a:lnTo>
                <a:lnTo>
                  <a:pt x="1009650" y="742950"/>
                </a:lnTo>
                <a:lnTo>
                  <a:pt x="1000125" y="742950"/>
                </a:lnTo>
                <a:lnTo>
                  <a:pt x="1000125" y="762000"/>
                </a:lnTo>
                <a:lnTo>
                  <a:pt x="990600" y="762000"/>
                </a:lnTo>
                <a:lnTo>
                  <a:pt x="990600" y="781050"/>
                </a:lnTo>
                <a:lnTo>
                  <a:pt x="971550" y="781050"/>
                </a:lnTo>
                <a:lnTo>
                  <a:pt x="971550" y="771525"/>
                </a:lnTo>
                <a:lnTo>
                  <a:pt x="933450" y="771525"/>
                </a:lnTo>
                <a:lnTo>
                  <a:pt x="933450" y="762000"/>
                </a:lnTo>
                <a:lnTo>
                  <a:pt x="914400" y="762000"/>
                </a:lnTo>
                <a:lnTo>
                  <a:pt x="914400" y="752475"/>
                </a:lnTo>
                <a:lnTo>
                  <a:pt x="904875" y="752475"/>
                </a:lnTo>
                <a:lnTo>
                  <a:pt x="904875" y="742950"/>
                </a:lnTo>
                <a:lnTo>
                  <a:pt x="895350" y="742950"/>
                </a:lnTo>
                <a:lnTo>
                  <a:pt x="895350" y="733425"/>
                </a:lnTo>
                <a:lnTo>
                  <a:pt x="866775" y="733425"/>
                </a:lnTo>
                <a:lnTo>
                  <a:pt x="866775" y="742950"/>
                </a:lnTo>
                <a:lnTo>
                  <a:pt x="857250" y="742950"/>
                </a:lnTo>
                <a:lnTo>
                  <a:pt x="857250" y="752475"/>
                </a:lnTo>
                <a:lnTo>
                  <a:pt x="847725" y="752475"/>
                </a:lnTo>
                <a:lnTo>
                  <a:pt x="847725" y="762000"/>
                </a:lnTo>
                <a:lnTo>
                  <a:pt x="838200" y="762000"/>
                </a:lnTo>
                <a:lnTo>
                  <a:pt x="838200" y="771525"/>
                </a:lnTo>
                <a:lnTo>
                  <a:pt x="819150" y="771525"/>
                </a:lnTo>
                <a:lnTo>
                  <a:pt x="819150" y="762000"/>
                </a:lnTo>
                <a:lnTo>
                  <a:pt x="828675" y="762000"/>
                </a:lnTo>
                <a:lnTo>
                  <a:pt x="828675" y="752475"/>
                </a:lnTo>
                <a:lnTo>
                  <a:pt x="819150" y="752475"/>
                </a:lnTo>
                <a:lnTo>
                  <a:pt x="819150" y="742950"/>
                </a:lnTo>
                <a:lnTo>
                  <a:pt x="800100" y="742950"/>
                </a:lnTo>
                <a:lnTo>
                  <a:pt x="800100" y="733425"/>
                </a:lnTo>
                <a:lnTo>
                  <a:pt x="781050" y="733425"/>
                </a:lnTo>
                <a:lnTo>
                  <a:pt x="781050" y="742950"/>
                </a:lnTo>
                <a:lnTo>
                  <a:pt x="762000" y="742950"/>
                </a:lnTo>
                <a:lnTo>
                  <a:pt x="762000" y="752475"/>
                </a:lnTo>
                <a:lnTo>
                  <a:pt x="733425" y="752475"/>
                </a:lnTo>
                <a:lnTo>
                  <a:pt x="733425" y="742950"/>
                </a:lnTo>
                <a:lnTo>
                  <a:pt x="676275" y="742950"/>
                </a:lnTo>
                <a:lnTo>
                  <a:pt x="676275" y="733425"/>
                </a:lnTo>
                <a:lnTo>
                  <a:pt x="714375" y="733425"/>
                </a:lnTo>
                <a:lnTo>
                  <a:pt x="714375" y="723900"/>
                </a:lnTo>
                <a:lnTo>
                  <a:pt x="723900" y="723900"/>
                </a:lnTo>
                <a:lnTo>
                  <a:pt x="723900" y="714375"/>
                </a:lnTo>
                <a:lnTo>
                  <a:pt x="733425" y="714375"/>
                </a:lnTo>
                <a:close/>
                <a:moveTo>
                  <a:pt x="1524000" y="676275"/>
                </a:moveTo>
                <a:lnTo>
                  <a:pt x="1533525" y="676275"/>
                </a:lnTo>
                <a:lnTo>
                  <a:pt x="1533525" y="685800"/>
                </a:lnTo>
                <a:lnTo>
                  <a:pt x="1524000" y="685800"/>
                </a:lnTo>
                <a:close/>
                <a:moveTo>
                  <a:pt x="1371600" y="685800"/>
                </a:moveTo>
                <a:lnTo>
                  <a:pt x="1409700" y="685800"/>
                </a:lnTo>
                <a:lnTo>
                  <a:pt x="1409700" y="695325"/>
                </a:lnTo>
                <a:lnTo>
                  <a:pt x="1381125" y="695325"/>
                </a:lnTo>
                <a:lnTo>
                  <a:pt x="1381125" y="704850"/>
                </a:lnTo>
                <a:lnTo>
                  <a:pt x="1371600" y="704850"/>
                </a:lnTo>
                <a:lnTo>
                  <a:pt x="1371600" y="714375"/>
                </a:lnTo>
                <a:lnTo>
                  <a:pt x="1352550" y="714375"/>
                </a:lnTo>
                <a:lnTo>
                  <a:pt x="1352550" y="723900"/>
                </a:lnTo>
                <a:lnTo>
                  <a:pt x="1304925" y="723900"/>
                </a:lnTo>
                <a:lnTo>
                  <a:pt x="1304925" y="762000"/>
                </a:lnTo>
                <a:lnTo>
                  <a:pt x="1323975" y="762000"/>
                </a:lnTo>
                <a:lnTo>
                  <a:pt x="1323975" y="771525"/>
                </a:lnTo>
                <a:lnTo>
                  <a:pt x="1314450" y="771525"/>
                </a:lnTo>
                <a:lnTo>
                  <a:pt x="1314450" y="781050"/>
                </a:lnTo>
                <a:lnTo>
                  <a:pt x="1304925" y="781050"/>
                </a:lnTo>
                <a:lnTo>
                  <a:pt x="1304925" y="771525"/>
                </a:lnTo>
                <a:lnTo>
                  <a:pt x="1295400" y="771525"/>
                </a:lnTo>
                <a:lnTo>
                  <a:pt x="1295400" y="733425"/>
                </a:lnTo>
                <a:lnTo>
                  <a:pt x="1285875" y="733425"/>
                </a:lnTo>
                <a:lnTo>
                  <a:pt x="1285875" y="704850"/>
                </a:lnTo>
                <a:lnTo>
                  <a:pt x="1362075" y="704850"/>
                </a:lnTo>
                <a:lnTo>
                  <a:pt x="1362075" y="695325"/>
                </a:lnTo>
                <a:lnTo>
                  <a:pt x="1371600" y="695325"/>
                </a:lnTo>
                <a:close/>
                <a:moveTo>
                  <a:pt x="1943100" y="685800"/>
                </a:moveTo>
                <a:lnTo>
                  <a:pt x="1952625" y="685800"/>
                </a:lnTo>
                <a:lnTo>
                  <a:pt x="1952625" y="714375"/>
                </a:lnTo>
                <a:lnTo>
                  <a:pt x="1943100" y="714375"/>
                </a:lnTo>
                <a:close/>
                <a:moveTo>
                  <a:pt x="1209675" y="695325"/>
                </a:moveTo>
                <a:lnTo>
                  <a:pt x="1238250" y="695325"/>
                </a:lnTo>
                <a:lnTo>
                  <a:pt x="1238250" y="704850"/>
                </a:lnTo>
                <a:lnTo>
                  <a:pt x="1247775" y="704850"/>
                </a:lnTo>
                <a:lnTo>
                  <a:pt x="1247775" y="714375"/>
                </a:lnTo>
                <a:lnTo>
                  <a:pt x="1257300" y="714375"/>
                </a:lnTo>
                <a:lnTo>
                  <a:pt x="1257300" y="723900"/>
                </a:lnTo>
                <a:lnTo>
                  <a:pt x="1247775" y="723900"/>
                </a:lnTo>
                <a:lnTo>
                  <a:pt x="1247775" y="771525"/>
                </a:lnTo>
                <a:lnTo>
                  <a:pt x="1238250" y="771525"/>
                </a:lnTo>
                <a:lnTo>
                  <a:pt x="1238250" y="781050"/>
                </a:lnTo>
                <a:lnTo>
                  <a:pt x="1228725" y="781050"/>
                </a:lnTo>
                <a:lnTo>
                  <a:pt x="1228725" y="762000"/>
                </a:lnTo>
                <a:lnTo>
                  <a:pt x="1238250" y="762000"/>
                </a:lnTo>
                <a:lnTo>
                  <a:pt x="1238250" y="742950"/>
                </a:lnTo>
                <a:lnTo>
                  <a:pt x="1228725" y="742950"/>
                </a:lnTo>
                <a:lnTo>
                  <a:pt x="1228725" y="733425"/>
                </a:lnTo>
                <a:lnTo>
                  <a:pt x="1209675" y="733425"/>
                </a:lnTo>
                <a:lnTo>
                  <a:pt x="1209675" y="723900"/>
                </a:lnTo>
                <a:lnTo>
                  <a:pt x="1190625" y="723900"/>
                </a:lnTo>
                <a:lnTo>
                  <a:pt x="1190625" y="733425"/>
                </a:lnTo>
                <a:lnTo>
                  <a:pt x="1171575" y="733425"/>
                </a:lnTo>
                <a:lnTo>
                  <a:pt x="1171575" y="723900"/>
                </a:lnTo>
                <a:lnTo>
                  <a:pt x="1143000" y="723900"/>
                </a:lnTo>
                <a:lnTo>
                  <a:pt x="1143000" y="714375"/>
                </a:lnTo>
                <a:lnTo>
                  <a:pt x="1123950" y="714375"/>
                </a:lnTo>
                <a:lnTo>
                  <a:pt x="1123950" y="704850"/>
                </a:lnTo>
                <a:lnTo>
                  <a:pt x="1209675" y="704850"/>
                </a:lnTo>
                <a:close/>
                <a:moveTo>
                  <a:pt x="1409700" y="695325"/>
                </a:moveTo>
                <a:lnTo>
                  <a:pt x="1419225" y="695325"/>
                </a:lnTo>
                <a:lnTo>
                  <a:pt x="1419225" y="704850"/>
                </a:lnTo>
                <a:lnTo>
                  <a:pt x="1409700" y="704850"/>
                </a:lnTo>
                <a:close/>
                <a:moveTo>
                  <a:pt x="1485900" y="695325"/>
                </a:moveTo>
                <a:lnTo>
                  <a:pt x="1495425" y="695325"/>
                </a:lnTo>
                <a:lnTo>
                  <a:pt x="1495425" y="704850"/>
                </a:lnTo>
                <a:lnTo>
                  <a:pt x="1485900" y="704850"/>
                </a:lnTo>
                <a:close/>
                <a:moveTo>
                  <a:pt x="1552575" y="695325"/>
                </a:moveTo>
                <a:lnTo>
                  <a:pt x="1562100" y="695325"/>
                </a:lnTo>
                <a:lnTo>
                  <a:pt x="1562100" y="704850"/>
                </a:lnTo>
                <a:lnTo>
                  <a:pt x="1590675" y="704850"/>
                </a:lnTo>
                <a:lnTo>
                  <a:pt x="1590675" y="714375"/>
                </a:lnTo>
                <a:lnTo>
                  <a:pt x="1552575" y="714375"/>
                </a:lnTo>
                <a:close/>
                <a:moveTo>
                  <a:pt x="1609725" y="704850"/>
                </a:moveTo>
                <a:lnTo>
                  <a:pt x="1666875" y="704850"/>
                </a:lnTo>
                <a:lnTo>
                  <a:pt x="1666875" y="714375"/>
                </a:lnTo>
                <a:lnTo>
                  <a:pt x="1762125" y="714375"/>
                </a:lnTo>
                <a:lnTo>
                  <a:pt x="1762125" y="723900"/>
                </a:lnTo>
                <a:lnTo>
                  <a:pt x="1771650" y="723900"/>
                </a:lnTo>
                <a:lnTo>
                  <a:pt x="1771650" y="733425"/>
                </a:lnTo>
                <a:lnTo>
                  <a:pt x="1743075" y="733425"/>
                </a:lnTo>
                <a:lnTo>
                  <a:pt x="1743075" y="742950"/>
                </a:lnTo>
                <a:lnTo>
                  <a:pt x="1714500" y="742950"/>
                </a:lnTo>
                <a:lnTo>
                  <a:pt x="1714500" y="752475"/>
                </a:lnTo>
                <a:lnTo>
                  <a:pt x="1685925" y="752475"/>
                </a:lnTo>
                <a:lnTo>
                  <a:pt x="1685925" y="781050"/>
                </a:lnTo>
                <a:lnTo>
                  <a:pt x="1676400" y="781050"/>
                </a:lnTo>
                <a:lnTo>
                  <a:pt x="1676400" y="771525"/>
                </a:lnTo>
                <a:lnTo>
                  <a:pt x="1666875" y="771525"/>
                </a:lnTo>
                <a:lnTo>
                  <a:pt x="1666875" y="762000"/>
                </a:lnTo>
                <a:lnTo>
                  <a:pt x="1657350" y="762000"/>
                </a:lnTo>
                <a:lnTo>
                  <a:pt x="1657350" y="752475"/>
                </a:lnTo>
                <a:lnTo>
                  <a:pt x="1600200" y="752475"/>
                </a:lnTo>
                <a:lnTo>
                  <a:pt x="1600200" y="762000"/>
                </a:lnTo>
                <a:lnTo>
                  <a:pt x="1571625" y="762000"/>
                </a:lnTo>
                <a:lnTo>
                  <a:pt x="1571625" y="752475"/>
                </a:lnTo>
                <a:lnTo>
                  <a:pt x="1562100" y="752475"/>
                </a:lnTo>
                <a:lnTo>
                  <a:pt x="1562100" y="733425"/>
                </a:lnTo>
                <a:lnTo>
                  <a:pt x="1552575" y="733425"/>
                </a:lnTo>
                <a:lnTo>
                  <a:pt x="1552575" y="723900"/>
                </a:lnTo>
                <a:lnTo>
                  <a:pt x="1562100" y="723900"/>
                </a:lnTo>
                <a:lnTo>
                  <a:pt x="1562100" y="733425"/>
                </a:lnTo>
                <a:lnTo>
                  <a:pt x="1600200" y="733425"/>
                </a:lnTo>
                <a:lnTo>
                  <a:pt x="1600200" y="723900"/>
                </a:lnTo>
                <a:lnTo>
                  <a:pt x="1590675" y="723900"/>
                </a:lnTo>
                <a:lnTo>
                  <a:pt x="1590675" y="714375"/>
                </a:lnTo>
                <a:lnTo>
                  <a:pt x="1609725" y="714375"/>
                </a:lnTo>
                <a:close/>
                <a:moveTo>
                  <a:pt x="1419225" y="714375"/>
                </a:moveTo>
                <a:lnTo>
                  <a:pt x="1428750" y="714375"/>
                </a:lnTo>
                <a:lnTo>
                  <a:pt x="1428750" y="723900"/>
                </a:lnTo>
                <a:lnTo>
                  <a:pt x="1419225" y="723900"/>
                </a:lnTo>
                <a:close/>
                <a:moveTo>
                  <a:pt x="647700" y="723900"/>
                </a:moveTo>
                <a:lnTo>
                  <a:pt x="657225" y="723900"/>
                </a:lnTo>
                <a:lnTo>
                  <a:pt x="657225" y="733425"/>
                </a:lnTo>
                <a:lnTo>
                  <a:pt x="647700" y="733425"/>
                </a:lnTo>
                <a:close/>
                <a:moveTo>
                  <a:pt x="1095375" y="723900"/>
                </a:moveTo>
                <a:lnTo>
                  <a:pt x="1114425" y="723900"/>
                </a:lnTo>
                <a:lnTo>
                  <a:pt x="1114425" y="733425"/>
                </a:lnTo>
                <a:lnTo>
                  <a:pt x="1095375" y="733425"/>
                </a:lnTo>
                <a:close/>
                <a:moveTo>
                  <a:pt x="1390650" y="723900"/>
                </a:moveTo>
                <a:lnTo>
                  <a:pt x="1409700" y="723900"/>
                </a:lnTo>
                <a:lnTo>
                  <a:pt x="1409700" y="733425"/>
                </a:lnTo>
                <a:lnTo>
                  <a:pt x="1400175" y="733425"/>
                </a:lnTo>
                <a:lnTo>
                  <a:pt x="1400175" y="771525"/>
                </a:lnTo>
                <a:lnTo>
                  <a:pt x="1381125" y="771525"/>
                </a:lnTo>
                <a:lnTo>
                  <a:pt x="1381125" y="762000"/>
                </a:lnTo>
                <a:lnTo>
                  <a:pt x="1371600" y="762000"/>
                </a:lnTo>
                <a:lnTo>
                  <a:pt x="1371600" y="752475"/>
                </a:lnTo>
                <a:lnTo>
                  <a:pt x="1390650" y="752475"/>
                </a:lnTo>
                <a:lnTo>
                  <a:pt x="1390650" y="742950"/>
                </a:lnTo>
                <a:lnTo>
                  <a:pt x="1381125" y="742950"/>
                </a:lnTo>
                <a:lnTo>
                  <a:pt x="1381125" y="733425"/>
                </a:lnTo>
                <a:lnTo>
                  <a:pt x="1390650" y="733425"/>
                </a:lnTo>
                <a:close/>
                <a:moveTo>
                  <a:pt x="1485900" y="723900"/>
                </a:moveTo>
                <a:lnTo>
                  <a:pt x="1495425" y="723900"/>
                </a:lnTo>
                <a:lnTo>
                  <a:pt x="1495425" y="733425"/>
                </a:lnTo>
                <a:lnTo>
                  <a:pt x="1485900" y="733425"/>
                </a:lnTo>
                <a:close/>
                <a:moveTo>
                  <a:pt x="1114425" y="733425"/>
                </a:moveTo>
                <a:lnTo>
                  <a:pt x="1123950" y="733425"/>
                </a:lnTo>
                <a:lnTo>
                  <a:pt x="1123950" y="742950"/>
                </a:lnTo>
                <a:lnTo>
                  <a:pt x="1114425" y="742950"/>
                </a:lnTo>
                <a:close/>
                <a:moveTo>
                  <a:pt x="1123950" y="742950"/>
                </a:moveTo>
                <a:lnTo>
                  <a:pt x="1133475" y="742950"/>
                </a:lnTo>
                <a:lnTo>
                  <a:pt x="1133475" y="752475"/>
                </a:lnTo>
                <a:lnTo>
                  <a:pt x="1143000" y="752475"/>
                </a:lnTo>
                <a:lnTo>
                  <a:pt x="1143000" y="762000"/>
                </a:lnTo>
                <a:lnTo>
                  <a:pt x="1152525" y="762000"/>
                </a:lnTo>
                <a:lnTo>
                  <a:pt x="1152525" y="771525"/>
                </a:lnTo>
                <a:lnTo>
                  <a:pt x="1133475" y="771525"/>
                </a:lnTo>
                <a:lnTo>
                  <a:pt x="1133475" y="762000"/>
                </a:lnTo>
                <a:lnTo>
                  <a:pt x="1123950" y="762000"/>
                </a:lnTo>
                <a:close/>
                <a:moveTo>
                  <a:pt x="476250" y="752475"/>
                </a:moveTo>
                <a:lnTo>
                  <a:pt x="485775" y="752475"/>
                </a:lnTo>
                <a:lnTo>
                  <a:pt x="485775" y="923925"/>
                </a:lnTo>
                <a:lnTo>
                  <a:pt x="476250" y="923925"/>
                </a:lnTo>
                <a:lnTo>
                  <a:pt x="476250" y="933450"/>
                </a:lnTo>
                <a:lnTo>
                  <a:pt x="466725" y="933450"/>
                </a:lnTo>
                <a:lnTo>
                  <a:pt x="466725" y="942975"/>
                </a:lnTo>
                <a:lnTo>
                  <a:pt x="457200" y="942975"/>
                </a:lnTo>
                <a:lnTo>
                  <a:pt x="457200" y="952500"/>
                </a:lnTo>
                <a:lnTo>
                  <a:pt x="447675" y="952500"/>
                </a:lnTo>
                <a:lnTo>
                  <a:pt x="447675" y="933450"/>
                </a:lnTo>
                <a:lnTo>
                  <a:pt x="438150" y="933450"/>
                </a:lnTo>
                <a:lnTo>
                  <a:pt x="438150" y="923925"/>
                </a:lnTo>
                <a:lnTo>
                  <a:pt x="447675" y="923925"/>
                </a:lnTo>
                <a:lnTo>
                  <a:pt x="447675" y="895350"/>
                </a:lnTo>
                <a:lnTo>
                  <a:pt x="457200" y="895350"/>
                </a:lnTo>
                <a:lnTo>
                  <a:pt x="457200" y="819150"/>
                </a:lnTo>
                <a:lnTo>
                  <a:pt x="466725" y="819150"/>
                </a:lnTo>
                <a:lnTo>
                  <a:pt x="466725" y="762000"/>
                </a:lnTo>
                <a:lnTo>
                  <a:pt x="476250" y="762000"/>
                </a:lnTo>
                <a:close/>
                <a:moveTo>
                  <a:pt x="809625" y="771525"/>
                </a:moveTo>
                <a:lnTo>
                  <a:pt x="819150" y="771525"/>
                </a:lnTo>
                <a:lnTo>
                  <a:pt x="819150" y="781050"/>
                </a:lnTo>
                <a:lnTo>
                  <a:pt x="809625" y="781050"/>
                </a:lnTo>
                <a:close/>
                <a:moveTo>
                  <a:pt x="228600" y="781050"/>
                </a:moveTo>
                <a:lnTo>
                  <a:pt x="238125" y="781050"/>
                </a:lnTo>
                <a:lnTo>
                  <a:pt x="238125" y="790575"/>
                </a:lnTo>
                <a:lnTo>
                  <a:pt x="228600" y="790575"/>
                </a:lnTo>
                <a:close/>
                <a:moveTo>
                  <a:pt x="800100" y="781050"/>
                </a:moveTo>
                <a:lnTo>
                  <a:pt x="809625" y="781050"/>
                </a:lnTo>
                <a:lnTo>
                  <a:pt x="809625" y="790575"/>
                </a:lnTo>
                <a:lnTo>
                  <a:pt x="800100" y="790575"/>
                </a:lnTo>
                <a:close/>
                <a:moveTo>
                  <a:pt x="1685925" y="781050"/>
                </a:moveTo>
                <a:lnTo>
                  <a:pt x="1695450" y="781050"/>
                </a:lnTo>
                <a:lnTo>
                  <a:pt x="1695450" y="800100"/>
                </a:lnTo>
                <a:lnTo>
                  <a:pt x="1714500" y="800100"/>
                </a:lnTo>
                <a:lnTo>
                  <a:pt x="1714500" y="790575"/>
                </a:lnTo>
                <a:lnTo>
                  <a:pt x="1724025" y="790575"/>
                </a:lnTo>
                <a:lnTo>
                  <a:pt x="1724025" y="800100"/>
                </a:lnTo>
                <a:lnTo>
                  <a:pt x="1714500" y="800100"/>
                </a:lnTo>
                <a:lnTo>
                  <a:pt x="1714500" y="828675"/>
                </a:lnTo>
                <a:lnTo>
                  <a:pt x="1695450" y="828675"/>
                </a:lnTo>
                <a:lnTo>
                  <a:pt x="1695450" y="838200"/>
                </a:lnTo>
                <a:lnTo>
                  <a:pt x="1685925" y="838200"/>
                </a:lnTo>
                <a:close/>
                <a:moveTo>
                  <a:pt x="628650" y="790575"/>
                </a:moveTo>
                <a:lnTo>
                  <a:pt x="638175" y="790575"/>
                </a:lnTo>
                <a:lnTo>
                  <a:pt x="638175" y="800100"/>
                </a:lnTo>
                <a:lnTo>
                  <a:pt x="628650" y="800100"/>
                </a:lnTo>
                <a:close/>
                <a:moveTo>
                  <a:pt x="733425" y="790575"/>
                </a:moveTo>
                <a:lnTo>
                  <a:pt x="742950" y="790575"/>
                </a:lnTo>
                <a:lnTo>
                  <a:pt x="742950" y="800100"/>
                </a:lnTo>
                <a:lnTo>
                  <a:pt x="733425" y="800100"/>
                </a:lnTo>
                <a:close/>
                <a:moveTo>
                  <a:pt x="790575" y="790575"/>
                </a:moveTo>
                <a:lnTo>
                  <a:pt x="800100" y="790575"/>
                </a:lnTo>
                <a:lnTo>
                  <a:pt x="800100" y="800100"/>
                </a:lnTo>
                <a:lnTo>
                  <a:pt x="790575" y="800100"/>
                </a:lnTo>
                <a:close/>
                <a:moveTo>
                  <a:pt x="981075" y="790575"/>
                </a:moveTo>
                <a:lnTo>
                  <a:pt x="990600" y="790575"/>
                </a:lnTo>
                <a:lnTo>
                  <a:pt x="990600" y="800100"/>
                </a:lnTo>
                <a:lnTo>
                  <a:pt x="981075" y="800100"/>
                </a:lnTo>
                <a:close/>
                <a:moveTo>
                  <a:pt x="1819275" y="790575"/>
                </a:moveTo>
                <a:lnTo>
                  <a:pt x="1828800" y="790575"/>
                </a:lnTo>
                <a:lnTo>
                  <a:pt x="1828800" y="800100"/>
                </a:lnTo>
                <a:lnTo>
                  <a:pt x="1819275" y="800100"/>
                </a:lnTo>
                <a:close/>
                <a:moveTo>
                  <a:pt x="619125" y="800100"/>
                </a:moveTo>
                <a:lnTo>
                  <a:pt x="628650" y="800100"/>
                </a:lnTo>
                <a:lnTo>
                  <a:pt x="628650" y="809625"/>
                </a:lnTo>
                <a:lnTo>
                  <a:pt x="619125" y="809625"/>
                </a:lnTo>
                <a:close/>
                <a:moveTo>
                  <a:pt x="742950" y="800100"/>
                </a:moveTo>
                <a:lnTo>
                  <a:pt x="752475" y="800100"/>
                </a:lnTo>
                <a:lnTo>
                  <a:pt x="752475" y="809625"/>
                </a:lnTo>
                <a:lnTo>
                  <a:pt x="742950" y="809625"/>
                </a:lnTo>
                <a:close/>
                <a:moveTo>
                  <a:pt x="1828800" y="800100"/>
                </a:moveTo>
                <a:lnTo>
                  <a:pt x="1838325" y="800100"/>
                </a:lnTo>
                <a:lnTo>
                  <a:pt x="1838325" y="809625"/>
                </a:lnTo>
                <a:lnTo>
                  <a:pt x="1828800" y="809625"/>
                </a:lnTo>
                <a:close/>
                <a:moveTo>
                  <a:pt x="1876425" y="809625"/>
                </a:moveTo>
                <a:lnTo>
                  <a:pt x="1885950" y="809625"/>
                </a:lnTo>
                <a:lnTo>
                  <a:pt x="1885950" y="838200"/>
                </a:lnTo>
                <a:lnTo>
                  <a:pt x="1876425" y="838200"/>
                </a:lnTo>
                <a:lnTo>
                  <a:pt x="1876425" y="876300"/>
                </a:lnTo>
                <a:lnTo>
                  <a:pt x="1866900" y="876300"/>
                </a:lnTo>
                <a:lnTo>
                  <a:pt x="1866900" y="885825"/>
                </a:lnTo>
                <a:lnTo>
                  <a:pt x="1857375" y="885825"/>
                </a:lnTo>
                <a:lnTo>
                  <a:pt x="1857375" y="895350"/>
                </a:lnTo>
                <a:lnTo>
                  <a:pt x="1714500" y="895350"/>
                </a:lnTo>
                <a:lnTo>
                  <a:pt x="1714500" y="904875"/>
                </a:lnTo>
                <a:lnTo>
                  <a:pt x="1543050" y="904875"/>
                </a:lnTo>
                <a:lnTo>
                  <a:pt x="1543050" y="885825"/>
                </a:lnTo>
                <a:lnTo>
                  <a:pt x="1562100" y="885825"/>
                </a:lnTo>
                <a:lnTo>
                  <a:pt x="1562100" y="876300"/>
                </a:lnTo>
                <a:lnTo>
                  <a:pt x="1600200" y="876300"/>
                </a:lnTo>
                <a:lnTo>
                  <a:pt x="1600200" y="885825"/>
                </a:lnTo>
                <a:lnTo>
                  <a:pt x="1581150" y="885825"/>
                </a:lnTo>
                <a:lnTo>
                  <a:pt x="1581150" y="895350"/>
                </a:lnTo>
                <a:lnTo>
                  <a:pt x="1600200" y="895350"/>
                </a:lnTo>
                <a:lnTo>
                  <a:pt x="1600200" y="885825"/>
                </a:lnTo>
                <a:lnTo>
                  <a:pt x="1647825" y="885825"/>
                </a:lnTo>
                <a:lnTo>
                  <a:pt x="1647825" y="876300"/>
                </a:lnTo>
                <a:lnTo>
                  <a:pt x="1657350" y="876300"/>
                </a:lnTo>
                <a:lnTo>
                  <a:pt x="1657350" y="895350"/>
                </a:lnTo>
                <a:lnTo>
                  <a:pt x="1695450" y="895350"/>
                </a:lnTo>
                <a:lnTo>
                  <a:pt x="1695450" y="885825"/>
                </a:lnTo>
                <a:lnTo>
                  <a:pt x="1752600" y="885825"/>
                </a:lnTo>
                <a:lnTo>
                  <a:pt x="1752600" y="876300"/>
                </a:lnTo>
                <a:lnTo>
                  <a:pt x="1781175" y="876300"/>
                </a:lnTo>
                <a:lnTo>
                  <a:pt x="1781175" y="866775"/>
                </a:lnTo>
                <a:lnTo>
                  <a:pt x="1800225" y="866775"/>
                </a:lnTo>
                <a:lnTo>
                  <a:pt x="1800225" y="876300"/>
                </a:lnTo>
                <a:lnTo>
                  <a:pt x="1809750" y="876300"/>
                </a:lnTo>
                <a:lnTo>
                  <a:pt x="1809750" y="885825"/>
                </a:lnTo>
                <a:lnTo>
                  <a:pt x="1828800" y="885825"/>
                </a:lnTo>
                <a:lnTo>
                  <a:pt x="1828800" y="876300"/>
                </a:lnTo>
                <a:lnTo>
                  <a:pt x="1838325" y="876300"/>
                </a:lnTo>
                <a:lnTo>
                  <a:pt x="1838325" y="866775"/>
                </a:lnTo>
                <a:lnTo>
                  <a:pt x="1847850" y="866775"/>
                </a:lnTo>
                <a:lnTo>
                  <a:pt x="1847850" y="857250"/>
                </a:lnTo>
                <a:lnTo>
                  <a:pt x="1857375" y="857250"/>
                </a:lnTo>
                <a:lnTo>
                  <a:pt x="1857375" y="847725"/>
                </a:lnTo>
                <a:lnTo>
                  <a:pt x="1866900" y="847725"/>
                </a:lnTo>
                <a:lnTo>
                  <a:pt x="1866900" y="828675"/>
                </a:lnTo>
                <a:lnTo>
                  <a:pt x="1876425" y="828675"/>
                </a:lnTo>
                <a:close/>
                <a:moveTo>
                  <a:pt x="742950" y="819150"/>
                </a:moveTo>
                <a:lnTo>
                  <a:pt x="752475" y="819150"/>
                </a:lnTo>
                <a:lnTo>
                  <a:pt x="752475" y="828675"/>
                </a:lnTo>
                <a:lnTo>
                  <a:pt x="742950" y="828675"/>
                </a:lnTo>
                <a:close/>
                <a:moveTo>
                  <a:pt x="2200275" y="819150"/>
                </a:moveTo>
                <a:lnTo>
                  <a:pt x="2209800" y="819150"/>
                </a:lnTo>
                <a:lnTo>
                  <a:pt x="2209800" y="847725"/>
                </a:lnTo>
                <a:lnTo>
                  <a:pt x="2200275" y="847725"/>
                </a:lnTo>
                <a:close/>
                <a:moveTo>
                  <a:pt x="733425" y="828675"/>
                </a:moveTo>
                <a:lnTo>
                  <a:pt x="742950" y="828675"/>
                </a:lnTo>
                <a:lnTo>
                  <a:pt x="742950" y="838200"/>
                </a:lnTo>
                <a:lnTo>
                  <a:pt x="733425" y="838200"/>
                </a:lnTo>
                <a:close/>
                <a:moveTo>
                  <a:pt x="771525" y="828675"/>
                </a:moveTo>
                <a:lnTo>
                  <a:pt x="781050" y="828675"/>
                </a:lnTo>
                <a:lnTo>
                  <a:pt x="781050" y="866775"/>
                </a:lnTo>
                <a:lnTo>
                  <a:pt x="771525" y="866775"/>
                </a:lnTo>
                <a:close/>
                <a:moveTo>
                  <a:pt x="1714500" y="828675"/>
                </a:moveTo>
                <a:lnTo>
                  <a:pt x="1724025" y="828675"/>
                </a:lnTo>
                <a:lnTo>
                  <a:pt x="1724025" y="838200"/>
                </a:lnTo>
                <a:lnTo>
                  <a:pt x="1714500" y="838200"/>
                </a:lnTo>
                <a:close/>
                <a:moveTo>
                  <a:pt x="1828800" y="828675"/>
                </a:moveTo>
                <a:lnTo>
                  <a:pt x="1838325" y="828675"/>
                </a:lnTo>
                <a:lnTo>
                  <a:pt x="1838325" y="838200"/>
                </a:lnTo>
                <a:lnTo>
                  <a:pt x="1828800" y="838200"/>
                </a:lnTo>
                <a:close/>
                <a:moveTo>
                  <a:pt x="1781175" y="838200"/>
                </a:moveTo>
                <a:lnTo>
                  <a:pt x="1828800" y="838200"/>
                </a:lnTo>
                <a:lnTo>
                  <a:pt x="1828800" y="847725"/>
                </a:lnTo>
                <a:lnTo>
                  <a:pt x="1781175" y="847725"/>
                </a:lnTo>
                <a:close/>
                <a:moveTo>
                  <a:pt x="1676400" y="847725"/>
                </a:moveTo>
                <a:lnTo>
                  <a:pt x="1685925" y="847725"/>
                </a:lnTo>
                <a:lnTo>
                  <a:pt x="1685925" y="857250"/>
                </a:lnTo>
                <a:lnTo>
                  <a:pt x="1676400" y="857250"/>
                </a:lnTo>
                <a:close/>
                <a:moveTo>
                  <a:pt x="1228725" y="866775"/>
                </a:moveTo>
                <a:lnTo>
                  <a:pt x="1257300" y="866775"/>
                </a:lnTo>
                <a:lnTo>
                  <a:pt x="1257300" y="876300"/>
                </a:lnTo>
                <a:lnTo>
                  <a:pt x="1266825" y="876300"/>
                </a:lnTo>
                <a:lnTo>
                  <a:pt x="1266825" y="895350"/>
                </a:lnTo>
                <a:lnTo>
                  <a:pt x="1209675" y="895350"/>
                </a:lnTo>
                <a:lnTo>
                  <a:pt x="1209675" y="885825"/>
                </a:lnTo>
                <a:lnTo>
                  <a:pt x="1219200" y="885825"/>
                </a:lnTo>
                <a:lnTo>
                  <a:pt x="1219200" y="876300"/>
                </a:lnTo>
                <a:lnTo>
                  <a:pt x="1228725" y="876300"/>
                </a:lnTo>
                <a:close/>
                <a:moveTo>
                  <a:pt x="838200" y="895350"/>
                </a:moveTo>
                <a:lnTo>
                  <a:pt x="847725" y="895350"/>
                </a:lnTo>
                <a:lnTo>
                  <a:pt x="847725" y="885825"/>
                </a:lnTo>
                <a:lnTo>
                  <a:pt x="838200" y="885825"/>
                </a:lnTo>
                <a:close/>
                <a:moveTo>
                  <a:pt x="1943100" y="904875"/>
                </a:moveTo>
                <a:lnTo>
                  <a:pt x="1962150" y="904875"/>
                </a:lnTo>
                <a:lnTo>
                  <a:pt x="1962150" y="923925"/>
                </a:lnTo>
                <a:lnTo>
                  <a:pt x="1981200" y="923925"/>
                </a:lnTo>
                <a:lnTo>
                  <a:pt x="1981200" y="933450"/>
                </a:lnTo>
                <a:lnTo>
                  <a:pt x="1990725" y="933450"/>
                </a:lnTo>
                <a:lnTo>
                  <a:pt x="1990725" y="952500"/>
                </a:lnTo>
                <a:lnTo>
                  <a:pt x="1981200" y="952500"/>
                </a:lnTo>
                <a:lnTo>
                  <a:pt x="1981200" y="942975"/>
                </a:lnTo>
                <a:lnTo>
                  <a:pt x="1971675" y="942975"/>
                </a:lnTo>
                <a:lnTo>
                  <a:pt x="1971675" y="933450"/>
                </a:lnTo>
                <a:lnTo>
                  <a:pt x="1952625" y="933450"/>
                </a:lnTo>
                <a:lnTo>
                  <a:pt x="1952625" y="923925"/>
                </a:lnTo>
                <a:lnTo>
                  <a:pt x="1943100" y="923925"/>
                </a:lnTo>
                <a:close/>
                <a:moveTo>
                  <a:pt x="447675" y="1000125"/>
                </a:moveTo>
                <a:lnTo>
                  <a:pt x="457200" y="1000125"/>
                </a:lnTo>
                <a:lnTo>
                  <a:pt x="457200" y="1019175"/>
                </a:lnTo>
                <a:lnTo>
                  <a:pt x="447675" y="1019175"/>
                </a:lnTo>
                <a:close/>
                <a:moveTo>
                  <a:pt x="228600" y="1019175"/>
                </a:moveTo>
                <a:lnTo>
                  <a:pt x="238125" y="1019175"/>
                </a:lnTo>
                <a:lnTo>
                  <a:pt x="238125" y="1047750"/>
                </a:lnTo>
                <a:lnTo>
                  <a:pt x="247650" y="1047750"/>
                </a:lnTo>
                <a:lnTo>
                  <a:pt x="247650" y="1057275"/>
                </a:lnTo>
                <a:lnTo>
                  <a:pt x="257175" y="1057275"/>
                </a:lnTo>
                <a:lnTo>
                  <a:pt x="257175" y="1133475"/>
                </a:lnTo>
                <a:lnTo>
                  <a:pt x="266700" y="1133475"/>
                </a:lnTo>
                <a:lnTo>
                  <a:pt x="266700" y="1143000"/>
                </a:lnTo>
                <a:lnTo>
                  <a:pt x="257175" y="1143000"/>
                </a:lnTo>
                <a:lnTo>
                  <a:pt x="257175" y="1152525"/>
                </a:lnTo>
                <a:lnTo>
                  <a:pt x="247650" y="1152525"/>
                </a:lnTo>
                <a:lnTo>
                  <a:pt x="247650" y="1162050"/>
                </a:lnTo>
                <a:lnTo>
                  <a:pt x="238125" y="1162050"/>
                </a:lnTo>
                <a:lnTo>
                  <a:pt x="238125" y="1171575"/>
                </a:lnTo>
                <a:lnTo>
                  <a:pt x="228600" y="1171575"/>
                </a:lnTo>
                <a:lnTo>
                  <a:pt x="228600" y="1095375"/>
                </a:lnTo>
                <a:lnTo>
                  <a:pt x="238125" y="1095375"/>
                </a:lnTo>
                <a:lnTo>
                  <a:pt x="238125" y="1066800"/>
                </a:lnTo>
                <a:lnTo>
                  <a:pt x="228600" y="1066800"/>
                </a:lnTo>
                <a:close/>
                <a:moveTo>
                  <a:pt x="438150" y="1019175"/>
                </a:moveTo>
                <a:lnTo>
                  <a:pt x="447675" y="1019175"/>
                </a:lnTo>
                <a:lnTo>
                  <a:pt x="447675" y="1028700"/>
                </a:lnTo>
                <a:lnTo>
                  <a:pt x="438150" y="1028700"/>
                </a:lnTo>
                <a:close/>
                <a:moveTo>
                  <a:pt x="1990725" y="1019175"/>
                </a:moveTo>
                <a:lnTo>
                  <a:pt x="2000250" y="1019175"/>
                </a:lnTo>
                <a:lnTo>
                  <a:pt x="2000250" y="1028700"/>
                </a:lnTo>
                <a:lnTo>
                  <a:pt x="1990725" y="1028700"/>
                </a:lnTo>
                <a:close/>
                <a:moveTo>
                  <a:pt x="428625" y="1038225"/>
                </a:moveTo>
                <a:lnTo>
                  <a:pt x="438150" y="1038225"/>
                </a:lnTo>
                <a:lnTo>
                  <a:pt x="438150" y="1047750"/>
                </a:lnTo>
                <a:lnTo>
                  <a:pt x="428625" y="1047750"/>
                </a:lnTo>
                <a:close/>
                <a:moveTo>
                  <a:pt x="2200275" y="1038225"/>
                </a:moveTo>
                <a:lnTo>
                  <a:pt x="2209800" y="1038225"/>
                </a:lnTo>
                <a:lnTo>
                  <a:pt x="2209800" y="1181100"/>
                </a:lnTo>
                <a:lnTo>
                  <a:pt x="2200275" y="1181100"/>
                </a:lnTo>
                <a:lnTo>
                  <a:pt x="2200275" y="1152525"/>
                </a:lnTo>
                <a:lnTo>
                  <a:pt x="2190750" y="1152525"/>
                </a:lnTo>
                <a:lnTo>
                  <a:pt x="2190750" y="1095375"/>
                </a:lnTo>
                <a:lnTo>
                  <a:pt x="2200275" y="1095375"/>
                </a:lnTo>
                <a:close/>
                <a:moveTo>
                  <a:pt x="419100" y="1047750"/>
                </a:moveTo>
                <a:lnTo>
                  <a:pt x="428625" y="1047750"/>
                </a:lnTo>
                <a:lnTo>
                  <a:pt x="428625" y="1057275"/>
                </a:lnTo>
                <a:lnTo>
                  <a:pt x="419100" y="1057275"/>
                </a:lnTo>
                <a:close/>
                <a:moveTo>
                  <a:pt x="2009775" y="1047750"/>
                </a:moveTo>
                <a:lnTo>
                  <a:pt x="2019300" y="1047750"/>
                </a:lnTo>
                <a:lnTo>
                  <a:pt x="2019300" y="1057275"/>
                </a:lnTo>
                <a:lnTo>
                  <a:pt x="2009775" y="1057275"/>
                </a:lnTo>
                <a:close/>
                <a:moveTo>
                  <a:pt x="409575" y="1066800"/>
                </a:moveTo>
                <a:lnTo>
                  <a:pt x="419100" y="1066800"/>
                </a:lnTo>
                <a:lnTo>
                  <a:pt x="419100" y="1076325"/>
                </a:lnTo>
                <a:lnTo>
                  <a:pt x="409575" y="1076325"/>
                </a:lnTo>
                <a:close/>
                <a:moveTo>
                  <a:pt x="2019300" y="1066800"/>
                </a:moveTo>
                <a:lnTo>
                  <a:pt x="2028825" y="1066800"/>
                </a:lnTo>
                <a:lnTo>
                  <a:pt x="2028825" y="1076325"/>
                </a:lnTo>
                <a:lnTo>
                  <a:pt x="2019300" y="1076325"/>
                </a:lnTo>
                <a:close/>
                <a:moveTo>
                  <a:pt x="400050" y="1076325"/>
                </a:moveTo>
                <a:lnTo>
                  <a:pt x="409575" y="1076325"/>
                </a:lnTo>
                <a:lnTo>
                  <a:pt x="409575" y="1085850"/>
                </a:lnTo>
                <a:lnTo>
                  <a:pt x="400050" y="1085850"/>
                </a:lnTo>
                <a:close/>
                <a:moveTo>
                  <a:pt x="390525" y="1085850"/>
                </a:moveTo>
                <a:lnTo>
                  <a:pt x="400050" y="1085850"/>
                </a:lnTo>
                <a:lnTo>
                  <a:pt x="400050" y="1104900"/>
                </a:lnTo>
                <a:lnTo>
                  <a:pt x="390525" y="1104900"/>
                </a:lnTo>
                <a:lnTo>
                  <a:pt x="390525" y="1114425"/>
                </a:lnTo>
                <a:lnTo>
                  <a:pt x="381000" y="1114425"/>
                </a:lnTo>
                <a:lnTo>
                  <a:pt x="381000" y="1123950"/>
                </a:lnTo>
                <a:lnTo>
                  <a:pt x="371475" y="1123950"/>
                </a:lnTo>
                <a:lnTo>
                  <a:pt x="371475" y="1143000"/>
                </a:lnTo>
                <a:lnTo>
                  <a:pt x="361950" y="1143000"/>
                </a:lnTo>
                <a:lnTo>
                  <a:pt x="361950" y="1152525"/>
                </a:lnTo>
                <a:lnTo>
                  <a:pt x="352425" y="1152525"/>
                </a:lnTo>
                <a:lnTo>
                  <a:pt x="352425" y="1181100"/>
                </a:lnTo>
                <a:lnTo>
                  <a:pt x="342900" y="1181100"/>
                </a:lnTo>
                <a:lnTo>
                  <a:pt x="342900" y="1171575"/>
                </a:lnTo>
                <a:lnTo>
                  <a:pt x="333375" y="1171575"/>
                </a:lnTo>
                <a:lnTo>
                  <a:pt x="333375" y="1123950"/>
                </a:lnTo>
                <a:lnTo>
                  <a:pt x="323850" y="1123950"/>
                </a:lnTo>
                <a:lnTo>
                  <a:pt x="323850" y="1104900"/>
                </a:lnTo>
                <a:lnTo>
                  <a:pt x="333375" y="1104900"/>
                </a:lnTo>
                <a:lnTo>
                  <a:pt x="333375" y="1123950"/>
                </a:lnTo>
                <a:lnTo>
                  <a:pt x="342900" y="1123950"/>
                </a:lnTo>
                <a:lnTo>
                  <a:pt x="342900" y="1114425"/>
                </a:lnTo>
                <a:lnTo>
                  <a:pt x="352425" y="1114425"/>
                </a:lnTo>
                <a:lnTo>
                  <a:pt x="352425" y="1123950"/>
                </a:lnTo>
                <a:lnTo>
                  <a:pt x="361950" y="1123950"/>
                </a:lnTo>
                <a:lnTo>
                  <a:pt x="361950" y="1114425"/>
                </a:lnTo>
                <a:lnTo>
                  <a:pt x="371475" y="1114425"/>
                </a:lnTo>
                <a:lnTo>
                  <a:pt x="371475" y="1104900"/>
                </a:lnTo>
                <a:lnTo>
                  <a:pt x="381000" y="1104900"/>
                </a:lnTo>
                <a:lnTo>
                  <a:pt x="381000" y="1095375"/>
                </a:lnTo>
                <a:lnTo>
                  <a:pt x="390525" y="1095375"/>
                </a:lnTo>
                <a:close/>
                <a:moveTo>
                  <a:pt x="2028825" y="1085850"/>
                </a:moveTo>
                <a:lnTo>
                  <a:pt x="2038350" y="1085850"/>
                </a:lnTo>
                <a:lnTo>
                  <a:pt x="2038350" y="1095375"/>
                </a:lnTo>
                <a:lnTo>
                  <a:pt x="2028825" y="1095375"/>
                </a:lnTo>
                <a:close/>
                <a:moveTo>
                  <a:pt x="2038350" y="1095375"/>
                </a:moveTo>
                <a:lnTo>
                  <a:pt x="2057400" y="1095375"/>
                </a:lnTo>
                <a:lnTo>
                  <a:pt x="2057400" y="1104900"/>
                </a:lnTo>
                <a:lnTo>
                  <a:pt x="2066925" y="1104900"/>
                </a:lnTo>
                <a:lnTo>
                  <a:pt x="2066925" y="1114425"/>
                </a:lnTo>
                <a:lnTo>
                  <a:pt x="2114550" y="1114425"/>
                </a:lnTo>
                <a:lnTo>
                  <a:pt x="2114550" y="1152525"/>
                </a:lnTo>
                <a:lnTo>
                  <a:pt x="2095500" y="1152525"/>
                </a:lnTo>
                <a:lnTo>
                  <a:pt x="2095500" y="1171575"/>
                </a:lnTo>
                <a:lnTo>
                  <a:pt x="2076450" y="1171575"/>
                </a:lnTo>
                <a:lnTo>
                  <a:pt x="2076450" y="1143000"/>
                </a:lnTo>
                <a:lnTo>
                  <a:pt x="2066925" y="1143000"/>
                </a:lnTo>
                <a:lnTo>
                  <a:pt x="2066925" y="1133475"/>
                </a:lnTo>
                <a:lnTo>
                  <a:pt x="2057400" y="1133475"/>
                </a:lnTo>
                <a:lnTo>
                  <a:pt x="2057400" y="1114425"/>
                </a:lnTo>
                <a:lnTo>
                  <a:pt x="2047875" y="1114425"/>
                </a:lnTo>
                <a:lnTo>
                  <a:pt x="2047875" y="1104900"/>
                </a:lnTo>
                <a:lnTo>
                  <a:pt x="2038350" y="1104900"/>
                </a:lnTo>
                <a:close/>
                <a:moveTo>
                  <a:pt x="352425" y="1238250"/>
                </a:moveTo>
                <a:lnTo>
                  <a:pt x="361950" y="1238250"/>
                </a:lnTo>
                <a:lnTo>
                  <a:pt x="361950" y="1266825"/>
                </a:lnTo>
                <a:lnTo>
                  <a:pt x="371475" y="1266825"/>
                </a:lnTo>
                <a:lnTo>
                  <a:pt x="371475" y="1276350"/>
                </a:lnTo>
                <a:lnTo>
                  <a:pt x="381000" y="1276350"/>
                </a:lnTo>
                <a:lnTo>
                  <a:pt x="381000" y="1285875"/>
                </a:lnTo>
                <a:lnTo>
                  <a:pt x="390525" y="1285875"/>
                </a:lnTo>
                <a:lnTo>
                  <a:pt x="390525" y="1295400"/>
                </a:lnTo>
                <a:lnTo>
                  <a:pt x="400050" y="1295400"/>
                </a:lnTo>
                <a:lnTo>
                  <a:pt x="400050" y="1304925"/>
                </a:lnTo>
                <a:lnTo>
                  <a:pt x="390525" y="1304925"/>
                </a:lnTo>
                <a:lnTo>
                  <a:pt x="390525" y="1314450"/>
                </a:lnTo>
                <a:lnTo>
                  <a:pt x="352425" y="1314450"/>
                </a:lnTo>
                <a:lnTo>
                  <a:pt x="352425" y="1304925"/>
                </a:lnTo>
                <a:lnTo>
                  <a:pt x="333375" y="1304925"/>
                </a:lnTo>
                <a:lnTo>
                  <a:pt x="333375" y="1295400"/>
                </a:lnTo>
                <a:lnTo>
                  <a:pt x="342900" y="1295400"/>
                </a:lnTo>
                <a:lnTo>
                  <a:pt x="342900" y="1276350"/>
                </a:lnTo>
                <a:lnTo>
                  <a:pt x="352425" y="1276350"/>
                </a:lnTo>
                <a:close/>
                <a:moveTo>
                  <a:pt x="2076450" y="1238250"/>
                </a:moveTo>
                <a:lnTo>
                  <a:pt x="2085975" y="1238250"/>
                </a:lnTo>
                <a:lnTo>
                  <a:pt x="2085975" y="1276350"/>
                </a:lnTo>
                <a:lnTo>
                  <a:pt x="2095500" y="1276350"/>
                </a:lnTo>
                <a:lnTo>
                  <a:pt x="2095500" y="1285875"/>
                </a:lnTo>
                <a:lnTo>
                  <a:pt x="2085975" y="1285875"/>
                </a:lnTo>
                <a:lnTo>
                  <a:pt x="2085975" y="1295400"/>
                </a:lnTo>
                <a:lnTo>
                  <a:pt x="2076450" y="1295400"/>
                </a:lnTo>
                <a:lnTo>
                  <a:pt x="2076450" y="1304925"/>
                </a:lnTo>
                <a:lnTo>
                  <a:pt x="2057400" y="1304925"/>
                </a:lnTo>
                <a:lnTo>
                  <a:pt x="2057400" y="1314450"/>
                </a:lnTo>
                <a:lnTo>
                  <a:pt x="2038350" y="1314450"/>
                </a:lnTo>
                <a:lnTo>
                  <a:pt x="2038350" y="1323975"/>
                </a:lnTo>
                <a:lnTo>
                  <a:pt x="2000250" y="1323975"/>
                </a:lnTo>
                <a:lnTo>
                  <a:pt x="2000250" y="1314450"/>
                </a:lnTo>
                <a:lnTo>
                  <a:pt x="2019300" y="1314450"/>
                </a:lnTo>
                <a:lnTo>
                  <a:pt x="2019300" y="1304925"/>
                </a:lnTo>
                <a:lnTo>
                  <a:pt x="2038350" y="1304925"/>
                </a:lnTo>
                <a:lnTo>
                  <a:pt x="2038350" y="1295400"/>
                </a:lnTo>
                <a:lnTo>
                  <a:pt x="2057400" y="1295400"/>
                </a:lnTo>
                <a:lnTo>
                  <a:pt x="2057400" y="1285875"/>
                </a:lnTo>
                <a:lnTo>
                  <a:pt x="2066925" y="1285875"/>
                </a:lnTo>
                <a:lnTo>
                  <a:pt x="2066925" y="1266825"/>
                </a:lnTo>
                <a:lnTo>
                  <a:pt x="2076450" y="1266825"/>
                </a:lnTo>
                <a:close/>
                <a:moveTo>
                  <a:pt x="0" y="1266825"/>
                </a:moveTo>
                <a:lnTo>
                  <a:pt x="9525" y="1266825"/>
                </a:lnTo>
                <a:lnTo>
                  <a:pt x="9525" y="1276350"/>
                </a:lnTo>
                <a:lnTo>
                  <a:pt x="0" y="1276350"/>
                </a:lnTo>
                <a:close/>
                <a:moveTo>
                  <a:pt x="228600" y="1295400"/>
                </a:moveTo>
                <a:lnTo>
                  <a:pt x="238125" y="1295400"/>
                </a:lnTo>
                <a:lnTo>
                  <a:pt x="238125" y="1333500"/>
                </a:lnTo>
                <a:lnTo>
                  <a:pt x="228600" y="1333500"/>
                </a:lnTo>
                <a:close/>
                <a:moveTo>
                  <a:pt x="409575" y="1304925"/>
                </a:moveTo>
                <a:lnTo>
                  <a:pt x="419100" y="1304925"/>
                </a:lnTo>
                <a:lnTo>
                  <a:pt x="419100" y="1314450"/>
                </a:lnTo>
                <a:lnTo>
                  <a:pt x="409575" y="1314450"/>
                </a:lnTo>
                <a:close/>
                <a:moveTo>
                  <a:pt x="428625" y="1314450"/>
                </a:moveTo>
                <a:lnTo>
                  <a:pt x="438150" y="1314450"/>
                </a:lnTo>
                <a:lnTo>
                  <a:pt x="438150" y="1323975"/>
                </a:lnTo>
                <a:lnTo>
                  <a:pt x="428625" y="1323975"/>
                </a:lnTo>
                <a:close/>
                <a:moveTo>
                  <a:pt x="438150" y="1323975"/>
                </a:moveTo>
                <a:lnTo>
                  <a:pt x="447675" y="1323975"/>
                </a:lnTo>
                <a:lnTo>
                  <a:pt x="447675" y="1333500"/>
                </a:lnTo>
                <a:lnTo>
                  <a:pt x="438150" y="1333500"/>
                </a:lnTo>
                <a:close/>
                <a:moveTo>
                  <a:pt x="1990725" y="1323975"/>
                </a:moveTo>
                <a:lnTo>
                  <a:pt x="2000250" y="1323975"/>
                </a:lnTo>
                <a:lnTo>
                  <a:pt x="2000250" y="1333500"/>
                </a:lnTo>
                <a:lnTo>
                  <a:pt x="1990725" y="1333500"/>
                </a:lnTo>
                <a:close/>
                <a:moveTo>
                  <a:pt x="447675" y="1352550"/>
                </a:moveTo>
                <a:lnTo>
                  <a:pt x="457200" y="1352550"/>
                </a:lnTo>
                <a:lnTo>
                  <a:pt x="457200" y="1400175"/>
                </a:lnTo>
                <a:lnTo>
                  <a:pt x="447675" y="1400175"/>
                </a:lnTo>
                <a:close/>
                <a:moveTo>
                  <a:pt x="1981200" y="1352550"/>
                </a:moveTo>
                <a:lnTo>
                  <a:pt x="1990725" y="1352550"/>
                </a:lnTo>
                <a:lnTo>
                  <a:pt x="1990725" y="1800225"/>
                </a:lnTo>
                <a:lnTo>
                  <a:pt x="1981200" y="1800225"/>
                </a:lnTo>
                <a:close/>
                <a:moveTo>
                  <a:pt x="228600" y="1390650"/>
                </a:moveTo>
                <a:lnTo>
                  <a:pt x="238125" y="1390650"/>
                </a:lnTo>
                <a:lnTo>
                  <a:pt x="238125" y="1438275"/>
                </a:lnTo>
                <a:lnTo>
                  <a:pt x="228600" y="1438275"/>
                </a:lnTo>
                <a:close/>
                <a:moveTo>
                  <a:pt x="447675" y="1428750"/>
                </a:moveTo>
                <a:lnTo>
                  <a:pt x="457200" y="1428750"/>
                </a:lnTo>
                <a:lnTo>
                  <a:pt x="457200" y="1438275"/>
                </a:lnTo>
                <a:lnTo>
                  <a:pt x="447675" y="1438275"/>
                </a:lnTo>
                <a:close/>
                <a:moveTo>
                  <a:pt x="447675" y="1447800"/>
                </a:moveTo>
                <a:lnTo>
                  <a:pt x="457200" y="1447800"/>
                </a:lnTo>
                <a:lnTo>
                  <a:pt x="457200" y="1666875"/>
                </a:lnTo>
                <a:lnTo>
                  <a:pt x="447675" y="1666875"/>
                </a:lnTo>
                <a:lnTo>
                  <a:pt x="447675" y="1657350"/>
                </a:lnTo>
                <a:lnTo>
                  <a:pt x="438150" y="1657350"/>
                </a:lnTo>
                <a:lnTo>
                  <a:pt x="438150" y="1647825"/>
                </a:lnTo>
                <a:lnTo>
                  <a:pt x="447675" y="1647825"/>
                </a:lnTo>
                <a:close/>
                <a:moveTo>
                  <a:pt x="228600" y="1466850"/>
                </a:moveTo>
                <a:lnTo>
                  <a:pt x="238125" y="1466850"/>
                </a:lnTo>
                <a:lnTo>
                  <a:pt x="238125" y="1495425"/>
                </a:lnTo>
                <a:lnTo>
                  <a:pt x="228600" y="1495425"/>
                </a:lnTo>
                <a:close/>
                <a:moveTo>
                  <a:pt x="2200275" y="1466850"/>
                </a:moveTo>
                <a:lnTo>
                  <a:pt x="2209800" y="1466850"/>
                </a:lnTo>
                <a:lnTo>
                  <a:pt x="2209800" y="1495425"/>
                </a:lnTo>
                <a:lnTo>
                  <a:pt x="2200275" y="1495425"/>
                </a:lnTo>
                <a:close/>
                <a:moveTo>
                  <a:pt x="2200275" y="1543050"/>
                </a:moveTo>
                <a:lnTo>
                  <a:pt x="2209800" y="1543050"/>
                </a:lnTo>
                <a:lnTo>
                  <a:pt x="2209800" y="1562100"/>
                </a:lnTo>
                <a:lnTo>
                  <a:pt x="2200275" y="1562100"/>
                </a:lnTo>
                <a:close/>
                <a:moveTo>
                  <a:pt x="228600" y="1581150"/>
                </a:moveTo>
                <a:lnTo>
                  <a:pt x="238125" y="1581150"/>
                </a:lnTo>
                <a:lnTo>
                  <a:pt x="238125" y="1609725"/>
                </a:lnTo>
                <a:lnTo>
                  <a:pt x="228600" y="1609725"/>
                </a:lnTo>
                <a:close/>
                <a:moveTo>
                  <a:pt x="1504950" y="1590675"/>
                </a:moveTo>
                <a:lnTo>
                  <a:pt x="1581150" y="1590675"/>
                </a:lnTo>
                <a:lnTo>
                  <a:pt x="1581150" y="1609725"/>
                </a:lnTo>
                <a:lnTo>
                  <a:pt x="1514475" y="1609725"/>
                </a:lnTo>
                <a:lnTo>
                  <a:pt x="1514475" y="1619250"/>
                </a:lnTo>
                <a:lnTo>
                  <a:pt x="1495425" y="1619250"/>
                </a:lnTo>
                <a:lnTo>
                  <a:pt x="1495425" y="1600200"/>
                </a:lnTo>
                <a:lnTo>
                  <a:pt x="1504950" y="1600200"/>
                </a:lnTo>
                <a:close/>
                <a:moveTo>
                  <a:pt x="1647825" y="1590675"/>
                </a:moveTo>
                <a:lnTo>
                  <a:pt x="1704975" y="1590675"/>
                </a:lnTo>
                <a:lnTo>
                  <a:pt x="1704975" y="1609725"/>
                </a:lnTo>
                <a:lnTo>
                  <a:pt x="1647825" y="1609725"/>
                </a:lnTo>
                <a:close/>
                <a:moveTo>
                  <a:pt x="2200275" y="1619250"/>
                </a:moveTo>
                <a:lnTo>
                  <a:pt x="2209800" y="1619250"/>
                </a:lnTo>
                <a:lnTo>
                  <a:pt x="2209800" y="1657350"/>
                </a:lnTo>
                <a:lnTo>
                  <a:pt x="2200275" y="1657350"/>
                </a:lnTo>
                <a:close/>
                <a:moveTo>
                  <a:pt x="352425" y="1628775"/>
                </a:moveTo>
                <a:lnTo>
                  <a:pt x="361950" y="1628775"/>
                </a:lnTo>
                <a:lnTo>
                  <a:pt x="361950" y="1638300"/>
                </a:lnTo>
                <a:lnTo>
                  <a:pt x="352425" y="1638300"/>
                </a:lnTo>
                <a:close/>
                <a:moveTo>
                  <a:pt x="419100" y="1666875"/>
                </a:moveTo>
                <a:lnTo>
                  <a:pt x="447675" y="1666875"/>
                </a:lnTo>
                <a:lnTo>
                  <a:pt x="447675" y="1685925"/>
                </a:lnTo>
                <a:lnTo>
                  <a:pt x="428625" y="1685925"/>
                </a:lnTo>
                <a:lnTo>
                  <a:pt x="428625" y="1676400"/>
                </a:lnTo>
                <a:lnTo>
                  <a:pt x="419100" y="1676400"/>
                </a:lnTo>
                <a:close/>
                <a:moveTo>
                  <a:pt x="1504950" y="1676400"/>
                </a:moveTo>
                <a:lnTo>
                  <a:pt x="1543050" y="1676400"/>
                </a:lnTo>
                <a:lnTo>
                  <a:pt x="1543050" y="1695450"/>
                </a:lnTo>
                <a:lnTo>
                  <a:pt x="1504950" y="1695450"/>
                </a:lnTo>
                <a:close/>
                <a:moveTo>
                  <a:pt x="1628775" y="1676400"/>
                </a:moveTo>
                <a:lnTo>
                  <a:pt x="1666875" y="1676400"/>
                </a:lnTo>
                <a:lnTo>
                  <a:pt x="1666875" y="1695450"/>
                </a:lnTo>
                <a:lnTo>
                  <a:pt x="1628775" y="1695450"/>
                </a:lnTo>
                <a:close/>
                <a:moveTo>
                  <a:pt x="1562100" y="1685925"/>
                </a:moveTo>
                <a:lnTo>
                  <a:pt x="1581150" y="1685925"/>
                </a:lnTo>
                <a:lnTo>
                  <a:pt x="1581150" y="1695450"/>
                </a:lnTo>
                <a:lnTo>
                  <a:pt x="1562100" y="1695450"/>
                </a:lnTo>
                <a:close/>
                <a:moveTo>
                  <a:pt x="304800" y="1704975"/>
                </a:moveTo>
                <a:lnTo>
                  <a:pt x="314325" y="1704975"/>
                </a:lnTo>
                <a:lnTo>
                  <a:pt x="314325" y="1733550"/>
                </a:lnTo>
                <a:lnTo>
                  <a:pt x="295275" y="1733550"/>
                </a:lnTo>
                <a:lnTo>
                  <a:pt x="295275" y="1724025"/>
                </a:lnTo>
                <a:lnTo>
                  <a:pt x="285750" y="1724025"/>
                </a:lnTo>
                <a:lnTo>
                  <a:pt x="285750" y="1714500"/>
                </a:lnTo>
                <a:lnTo>
                  <a:pt x="304800" y="1714500"/>
                </a:lnTo>
                <a:close/>
                <a:moveTo>
                  <a:pt x="2200275" y="1714500"/>
                </a:moveTo>
                <a:lnTo>
                  <a:pt x="2209800" y="1714500"/>
                </a:lnTo>
                <a:lnTo>
                  <a:pt x="2209800" y="1752600"/>
                </a:lnTo>
                <a:lnTo>
                  <a:pt x="2200275" y="1752600"/>
                </a:lnTo>
                <a:close/>
                <a:moveTo>
                  <a:pt x="228600" y="1724025"/>
                </a:moveTo>
                <a:lnTo>
                  <a:pt x="238125" y="1724025"/>
                </a:lnTo>
                <a:lnTo>
                  <a:pt x="238125" y="1752600"/>
                </a:lnTo>
                <a:lnTo>
                  <a:pt x="228600" y="1752600"/>
                </a:lnTo>
                <a:close/>
                <a:moveTo>
                  <a:pt x="2200275" y="1771650"/>
                </a:moveTo>
                <a:lnTo>
                  <a:pt x="2209800" y="1771650"/>
                </a:lnTo>
                <a:lnTo>
                  <a:pt x="2209800" y="1838325"/>
                </a:lnTo>
                <a:lnTo>
                  <a:pt x="2200275" y="1838325"/>
                </a:lnTo>
                <a:lnTo>
                  <a:pt x="2200275" y="1876425"/>
                </a:lnTo>
                <a:lnTo>
                  <a:pt x="2190750" y="1876425"/>
                </a:lnTo>
                <a:lnTo>
                  <a:pt x="2190750" y="1924050"/>
                </a:lnTo>
                <a:lnTo>
                  <a:pt x="2181225" y="1924050"/>
                </a:lnTo>
                <a:lnTo>
                  <a:pt x="2181225" y="1943100"/>
                </a:lnTo>
                <a:lnTo>
                  <a:pt x="2171700" y="1943100"/>
                </a:lnTo>
                <a:lnTo>
                  <a:pt x="2171700" y="1952625"/>
                </a:lnTo>
                <a:lnTo>
                  <a:pt x="2133600" y="1952625"/>
                </a:lnTo>
                <a:lnTo>
                  <a:pt x="2133600" y="1943100"/>
                </a:lnTo>
                <a:lnTo>
                  <a:pt x="2114550" y="1943100"/>
                </a:lnTo>
                <a:lnTo>
                  <a:pt x="2114550" y="1924050"/>
                </a:lnTo>
                <a:lnTo>
                  <a:pt x="2124075" y="1924050"/>
                </a:lnTo>
                <a:lnTo>
                  <a:pt x="2124075" y="1905000"/>
                </a:lnTo>
                <a:lnTo>
                  <a:pt x="2143125" y="1905000"/>
                </a:lnTo>
                <a:lnTo>
                  <a:pt x="2143125" y="1914525"/>
                </a:lnTo>
                <a:lnTo>
                  <a:pt x="2152650" y="1914525"/>
                </a:lnTo>
                <a:lnTo>
                  <a:pt x="2152650" y="1905000"/>
                </a:lnTo>
                <a:lnTo>
                  <a:pt x="2181225" y="1905000"/>
                </a:lnTo>
                <a:lnTo>
                  <a:pt x="2181225" y="1866900"/>
                </a:lnTo>
                <a:lnTo>
                  <a:pt x="2171700" y="1866900"/>
                </a:lnTo>
                <a:lnTo>
                  <a:pt x="2171700" y="1847850"/>
                </a:lnTo>
                <a:lnTo>
                  <a:pt x="2181225" y="1847850"/>
                </a:lnTo>
                <a:lnTo>
                  <a:pt x="2181225" y="1838325"/>
                </a:lnTo>
                <a:lnTo>
                  <a:pt x="2190750" y="1838325"/>
                </a:lnTo>
                <a:lnTo>
                  <a:pt x="2190750" y="1790700"/>
                </a:lnTo>
                <a:lnTo>
                  <a:pt x="2200275" y="1790700"/>
                </a:lnTo>
                <a:close/>
                <a:moveTo>
                  <a:pt x="323850" y="1781175"/>
                </a:moveTo>
                <a:lnTo>
                  <a:pt x="342900" y="1781175"/>
                </a:lnTo>
                <a:lnTo>
                  <a:pt x="342900" y="1819275"/>
                </a:lnTo>
                <a:lnTo>
                  <a:pt x="352425" y="1819275"/>
                </a:lnTo>
                <a:lnTo>
                  <a:pt x="352425" y="1828800"/>
                </a:lnTo>
                <a:lnTo>
                  <a:pt x="361950" y="1828800"/>
                </a:lnTo>
                <a:lnTo>
                  <a:pt x="361950" y="1838325"/>
                </a:lnTo>
                <a:lnTo>
                  <a:pt x="371475" y="1838325"/>
                </a:lnTo>
                <a:lnTo>
                  <a:pt x="371475" y="1847850"/>
                </a:lnTo>
                <a:lnTo>
                  <a:pt x="361950" y="1847850"/>
                </a:lnTo>
                <a:lnTo>
                  <a:pt x="361950" y="1857375"/>
                </a:lnTo>
                <a:lnTo>
                  <a:pt x="352425" y="1857375"/>
                </a:lnTo>
                <a:lnTo>
                  <a:pt x="352425" y="1866900"/>
                </a:lnTo>
                <a:lnTo>
                  <a:pt x="342900" y="1866900"/>
                </a:lnTo>
                <a:lnTo>
                  <a:pt x="342900" y="1895475"/>
                </a:lnTo>
                <a:lnTo>
                  <a:pt x="333375" y="1895475"/>
                </a:lnTo>
                <a:lnTo>
                  <a:pt x="333375" y="1857375"/>
                </a:lnTo>
                <a:lnTo>
                  <a:pt x="342900" y="1857375"/>
                </a:lnTo>
                <a:lnTo>
                  <a:pt x="342900" y="1847850"/>
                </a:lnTo>
                <a:lnTo>
                  <a:pt x="333375" y="1847850"/>
                </a:lnTo>
                <a:lnTo>
                  <a:pt x="333375" y="1809750"/>
                </a:lnTo>
                <a:lnTo>
                  <a:pt x="323850" y="1809750"/>
                </a:lnTo>
                <a:close/>
                <a:moveTo>
                  <a:pt x="2133600" y="1790700"/>
                </a:moveTo>
                <a:lnTo>
                  <a:pt x="2143125" y="1790700"/>
                </a:lnTo>
                <a:lnTo>
                  <a:pt x="2143125" y="1800225"/>
                </a:lnTo>
                <a:lnTo>
                  <a:pt x="2152650" y="1800225"/>
                </a:lnTo>
                <a:lnTo>
                  <a:pt x="2152650" y="1838325"/>
                </a:lnTo>
                <a:lnTo>
                  <a:pt x="2143125" y="1838325"/>
                </a:lnTo>
                <a:lnTo>
                  <a:pt x="2143125" y="1828800"/>
                </a:lnTo>
                <a:lnTo>
                  <a:pt x="2133600" y="1828800"/>
                </a:lnTo>
                <a:lnTo>
                  <a:pt x="2133600" y="1838325"/>
                </a:lnTo>
                <a:lnTo>
                  <a:pt x="2124075" y="1838325"/>
                </a:lnTo>
                <a:lnTo>
                  <a:pt x="2124075" y="1828800"/>
                </a:lnTo>
                <a:lnTo>
                  <a:pt x="2114550" y="1828800"/>
                </a:lnTo>
                <a:lnTo>
                  <a:pt x="2114550" y="1800225"/>
                </a:lnTo>
                <a:lnTo>
                  <a:pt x="2133600" y="1800225"/>
                </a:lnTo>
                <a:close/>
                <a:moveTo>
                  <a:pt x="228600" y="1819275"/>
                </a:moveTo>
                <a:lnTo>
                  <a:pt x="238125" y="1819275"/>
                </a:lnTo>
                <a:lnTo>
                  <a:pt x="238125" y="1838325"/>
                </a:lnTo>
                <a:lnTo>
                  <a:pt x="266700" y="1838325"/>
                </a:lnTo>
                <a:lnTo>
                  <a:pt x="266700" y="1847850"/>
                </a:lnTo>
                <a:lnTo>
                  <a:pt x="276225" y="1847850"/>
                </a:lnTo>
                <a:lnTo>
                  <a:pt x="276225" y="1866900"/>
                </a:lnTo>
                <a:lnTo>
                  <a:pt x="266700" y="1866900"/>
                </a:lnTo>
                <a:lnTo>
                  <a:pt x="266700" y="1952625"/>
                </a:lnTo>
                <a:lnTo>
                  <a:pt x="276225" y="1952625"/>
                </a:lnTo>
                <a:lnTo>
                  <a:pt x="276225" y="1962150"/>
                </a:lnTo>
                <a:lnTo>
                  <a:pt x="295275" y="1962150"/>
                </a:lnTo>
                <a:lnTo>
                  <a:pt x="295275" y="1952625"/>
                </a:lnTo>
                <a:lnTo>
                  <a:pt x="304800" y="1952625"/>
                </a:lnTo>
                <a:lnTo>
                  <a:pt x="304800" y="1943100"/>
                </a:lnTo>
                <a:lnTo>
                  <a:pt x="314325" y="1943100"/>
                </a:lnTo>
                <a:lnTo>
                  <a:pt x="314325" y="1933575"/>
                </a:lnTo>
                <a:lnTo>
                  <a:pt x="323850" y="1933575"/>
                </a:lnTo>
                <a:lnTo>
                  <a:pt x="323850" y="1914525"/>
                </a:lnTo>
                <a:lnTo>
                  <a:pt x="333375" y="1914525"/>
                </a:lnTo>
                <a:lnTo>
                  <a:pt x="333375" y="1990725"/>
                </a:lnTo>
                <a:lnTo>
                  <a:pt x="342900" y="1990725"/>
                </a:lnTo>
                <a:lnTo>
                  <a:pt x="342900" y="2000250"/>
                </a:lnTo>
                <a:lnTo>
                  <a:pt x="352425" y="2000250"/>
                </a:lnTo>
                <a:lnTo>
                  <a:pt x="352425" y="2038350"/>
                </a:lnTo>
                <a:lnTo>
                  <a:pt x="342900" y="2038350"/>
                </a:lnTo>
                <a:lnTo>
                  <a:pt x="342900" y="2009775"/>
                </a:lnTo>
                <a:lnTo>
                  <a:pt x="323850" y="2009775"/>
                </a:lnTo>
                <a:lnTo>
                  <a:pt x="323850" y="1990725"/>
                </a:lnTo>
                <a:lnTo>
                  <a:pt x="314325" y="1990725"/>
                </a:lnTo>
                <a:lnTo>
                  <a:pt x="314325" y="2000250"/>
                </a:lnTo>
                <a:lnTo>
                  <a:pt x="304800" y="2000250"/>
                </a:lnTo>
                <a:lnTo>
                  <a:pt x="304800" y="2019300"/>
                </a:lnTo>
                <a:lnTo>
                  <a:pt x="285750" y="2019300"/>
                </a:lnTo>
                <a:lnTo>
                  <a:pt x="285750" y="1990725"/>
                </a:lnTo>
                <a:lnTo>
                  <a:pt x="276225" y="1990725"/>
                </a:lnTo>
                <a:lnTo>
                  <a:pt x="276225" y="1971675"/>
                </a:lnTo>
                <a:lnTo>
                  <a:pt x="266700" y="1971675"/>
                </a:lnTo>
                <a:lnTo>
                  <a:pt x="266700" y="1962150"/>
                </a:lnTo>
                <a:lnTo>
                  <a:pt x="257175" y="1962150"/>
                </a:lnTo>
                <a:lnTo>
                  <a:pt x="257175" y="1933575"/>
                </a:lnTo>
                <a:lnTo>
                  <a:pt x="247650" y="1933575"/>
                </a:lnTo>
                <a:lnTo>
                  <a:pt x="247650" y="1876425"/>
                </a:lnTo>
                <a:lnTo>
                  <a:pt x="238125" y="1876425"/>
                </a:lnTo>
                <a:lnTo>
                  <a:pt x="238125" y="1847850"/>
                </a:lnTo>
                <a:lnTo>
                  <a:pt x="228600" y="1847850"/>
                </a:lnTo>
                <a:close/>
                <a:moveTo>
                  <a:pt x="2057400" y="1838325"/>
                </a:moveTo>
                <a:lnTo>
                  <a:pt x="2066925" y="1838325"/>
                </a:lnTo>
                <a:lnTo>
                  <a:pt x="2066925" y="1847850"/>
                </a:lnTo>
                <a:lnTo>
                  <a:pt x="2057400" y="1847850"/>
                </a:lnTo>
                <a:close/>
                <a:moveTo>
                  <a:pt x="295275" y="2028825"/>
                </a:moveTo>
                <a:lnTo>
                  <a:pt x="304800" y="2028825"/>
                </a:lnTo>
                <a:lnTo>
                  <a:pt x="304800" y="2038350"/>
                </a:lnTo>
                <a:lnTo>
                  <a:pt x="295275" y="2038350"/>
                </a:lnTo>
                <a:close/>
                <a:moveTo>
                  <a:pt x="352425" y="2038350"/>
                </a:moveTo>
                <a:lnTo>
                  <a:pt x="361950" y="2038350"/>
                </a:lnTo>
                <a:lnTo>
                  <a:pt x="361950" y="2066925"/>
                </a:lnTo>
                <a:lnTo>
                  <a:pt x="352425" y="2066925"/>
                </a:lnTo>
                <a:lnTo>
                  <a:pt x="352425" y="2076450"/>
                </a:lnTo>
                <a:lnTo>
                  <a:pt x="333375" y="2076450"/>
                </a:lnTo>
                <a:lnTo>
                  <a:pt x="333375" y="2066925"/>
                </a:lnTo>
                <a:lnTo>
                  <a:pt x="323850" y="2066925"/>
                </a:lnTo>
                <a:lnTo>
                  <a:pt x="323850" y="2057400"/>
                </a:lnTo>
                <a:lnTo>
                  <a:pt x="314325" y="2057400"/>
                </a:lnTo>
                <a:lnTo>
                  <a:pt x="314325" y="2047875"/>
                </a:lnTo>
                <a:lnTo>
                  <a:pt x="323850" y="2047875"/>
                </a:lnTo>
                <a:lnTo>
                  <a:pt x="323850" y="2057400"/>
                </a:lnTo>
                <a:lnTo>
                  <a:pt x="333375" y="2057400"/>
                </a:lnTo>
                <a:lnTo>
                  <a:pt x="333375" y="2066925"/>
                </a:lnTo>
                <a:lnTo>
                  <a:pt x="342900" y="2066925"/>
                </a:lnTo>
                <a:lnTo>
                  <a:pt x="342900" y="2047875"/>
                </a:lnTo>
                <a:lnTo>
                  <a:pt x="352425" y="2047875"/>
                </a:lnTo>
                <a:close/>
                <a:moveTo>
                  <a:pt x="0" y="2076450"/>
                </a:moveTo>
                <a:lnTo>
                  <a:pt x="9525" y="2076450"/>
                </a:lnTo>
                <a:lnTo>
                  <a:pt x="9525" y="2085975"/>
                </a:lnTo>
                <a:lnTo>
                  <a:pt x="19050" y="2085975"/>
                </a:lnTo>
                <a:lnTo>
                  <a:pt x="19050" y="2105025"/>
                </a:lnTo>
                <a:lnTo>
                  <a:pt x="0" y="2105025"/>
                </a:lnTo>
                <a:close/>
                <a:moveTo>
                  <a:pt x="2419350" y="2076450"/>
                </a:moveTo>
                <a:lnTo>
                  <a:pt x="2428875" y="2076450"/>
                </a:lnTo>
                <a:lnTo>
                  <a:pt x="2428875" y="2095500"/>
                </a:lnTo>
                <a:lnTo>
                  <a:pt x="2419350" y="2095500"/>
                </a:lnTo>
                <a:close/>
                <a:moveTo>
                  <a:pt x="2409825" y="2114550"/>
                </a:moveTo>
                <a:lnTo>
                  <a:pt x="2419350" y="2114550"/>
                </a:lnTo>
                <a:lnTo>
                  <a:pt x="2419350" y="2124075"/>
                </a:lnTo>
                <a:lnTo>
                  <a:pt x="2409825" y="2124075"/>
                </a:lnTo>
                <a:close/>
                <a:moveTo>
                  <a:pt x="28575" y="2143125"/>
                </a:moveTo>
                <a:lnTo>
                  <a:pt x="38100" y="2143125"/>
                </a:lnTo>
                <a:lnTo>
                  <a:pt x="38100" y="2152650"/>
                </a:lnTo>
                <a:lnTo>
                  <a:pt x="28575" y="2152650"/>
                </a:lnTo>
                <a:close/>
                <a:moveTo>
                  <a:pt x="2400300" y="2143125"/>
                </a:moveTo>
                <a:lnTo>
                  <a:pt x="2409825" y="2143125"/>
                </a:lnTo>
                <a:lnTo>
                  <a:pt x="2409825" y="2152650"/>
                </a:lnTo>
                <a:lnTo>
                  <a:pt x="2400300" y="2152650"/>
                </a:lnTo>
                <a:close/>
                <a:moveTo>
                  <a:pt x="47625" y="2181225"/>
                </a:moveTo>
                <a:lnTo>
                  <a:pt x="57150" y="2181225"/>
                </a:lnTo>
                <a:lnTo>
                  <a:pt x="57150" y="2190750"/>
                </a:lnTo>
                <a:lnTo>
                  <a:pt x="47625" y="2190750"/>
                </a:lnTo>
                <a:close/>
                <a:moveTo>
                  <a:pt x="2381250" y="2181225"/>
                </a:moveTo>
                <a:lnTo>
                  <a:pt x="2390775" y="2181225"/>
                </a:lnTo>
                <a:lnTo>
                  <a:pt x="2390775" y="2190750"/>
                </a:lnTo>
                <a:lnTo>
                  <a:pt x="2381250" y="2190750"/>
                </a:lnTo>
                <a:close/>
                <a:moveTo>
                  <a:pt x="2371725" y="2200275"/>
                </a:moveTo>
                <a:lnTo>
                  <a:pt x="2381250" y="2200275"/>
                </a:lnTo>
                <a:lnTo>
                  <a:pt x="2381250" y="2209800"/>
                </a:lnTo>
                <a:lnTo>
                  <a:pt x="2371725" y="2209800"/>
                </a:lnTo>
                <a:close/>
                <a:moveTo>
                  <a:pt x="66675" y="2209800"/>
                </a:moveTo>
                <a:lnTo>
                  <a:pt x="76200" y="2209800"/>
                </a:lnTo>
                <a:lnTo>
                  <a:pt x="76200" y="2219325"/>
                </a:lnTo>
                <a:lnTo>
                  <a:pt x="66675" y="2219325"/>
                </a:lnTo>
                <a:close/>
                <a:moveTo>
                  <a:pt x="2362200" y="2209800"/>
                </a:moveTo>
                <a:lnTo>
                  <a:pt x="2371725" y="2209800"/>
                </a:lnTo>
                <a:lnTo>
                  <a:pt x="2371725" y="2219325"/>
                </a:lnTo>
                <a:lnTo>
                  <a:pt x="2362200" y="2219325"/>
                </a:lnTo>
                <a:close/>
                <a:moveTo>
                  <a:pt x="95250" y="2247900"/>
                </a:moveTo>
                <a:lnTo>
                  <a:pt x="104775" y="2247900"/>
                </a:lnTo>
                <a:lnTo>
                  <a:pt x="104775" y="2257425"/>
                </a:lnTo>
                <a:lnTo>
                  <a:pt x="114300" y="2257425"/>
                </a:lnTo>
                <a:lnTo>
                  <a:pt x="114300" y="2266950"/>
                </a:lnTo>
                <a:lnTo>
                  <a:pt x="123825" y="2266950"/>
                </a:lnTo>
                <a:lnTo>
                  <a:pt x="123825" y="2276475"/>
                </a:lnTo>
                <a:lnTo>
                  <a:pt x="104775" y="2276475"/>
                </a:lnTo>
                <a:lnTo>
                  <a:pt x="104775" y="2266950"/>
                </a:lnTo>
                <a:lnTo>
                  <a:pt x="95250" y="2266950"/>
                </a:lnTo>
                <a:close/>
                <a:moveTo>
                  <a:pt x="2305050" y="2266950"/>
                </a:moveTo>
                <a:lnTo>
                  <a:pt x="2314575" y="2266950"/>
                </a:lnTo>
                <a:lnTo>
                  <a:pt x="2314575" y="2276475"/>
                </a:lnTo>
                <a:lnTo>
                  <a:pt x="2305050" y="2276475"/>
                </a:lnTo>
                <a:close/>
                <a:moveTo>
                  <a:pt x="133350" y="2276475"/>
                </a:moveTo>
                <a:lnTo>
                  <a:pt x="142875" y="2276475"/>
                </a:lnTo>
                <a:lnTo>
                  <a:pt x="142875" y="2286000"/>
                </a:lnTo>
                <a:lnTo>
                  <a:pt x="133350" y="2286000"/>
                </a:lnTo>
                <a:close/>
                <a:moveTo>
                  <a:pt x="142875" y="2286000"/>
                </a:moveTo>
                <a:lnTo>
                  <a:pt x="152400" y="2286000"/>
                </a:lnTo>
                <a:lnTo>
                  <a:pt x="152400" y="2295525"/>
                </a:lnTo>
                <a:lnTo>
                  <a:pt x="142875" y="2295525"/>
                </a:lnTo>
                <a:close/>
                <a:moveTo>
                  <a:pt x="2276475" y="2286000"/>
                </a:moveTo>
                <a:lnTo>
                  <a:pt x="2286000" y="2286000"/>
                </a:lnTo>
                <a:lnTo>
                  <a:pt x="2286000" y="2295525"/>
                </a:lnTo>
                <a:lnTo>
                  <a:pt x="2276475" y="2295525"/>
                </a:lnTo>
                <a:close/>
                <a:moveTo>
                  <a:pt x="209550" y="2314575"/>
                </a:moveTo>
                <a:lnTo>
                  <a:pt x="219075" y="2314575"/>
                </a:lnTo>
                <a:lnTo>
                  <a:pt x="219075" y="2324100"/>
                </a:lnTo>
                <a:lnTo>
                  <a:pt x="209550" y="2324100"/>
                </a:lnTo>
                <a:close/>
                <a:moveTo>
                  <a:pt x="2219325" y="2314575"/>
                </a:moveTo>
                <a:lnTo>
                  <a:pt x="2228850" y="2314575"/>
                </a:lnTo>
                <a:lnTo>
                  <a:pt x="2228850" y="2324100"/>
                </a:lnTo>
                <a:lnTo>
                  <a:pt x="2219325" y="2324100"/>
                </a:lnTo>
                <a:close/>
                <a:moveTo>
                  <a:pt x="247650" y="2324100"/>
                </a:moveTo>
                <a:lnTo>
                  <a:pt x="257175" y="2324100"/>
                </a:lnTo>
                <a:lnTo>
                  <a:pt x="257175" y="2333625"/>
                </a:lnTo>
                <a:lnTo>
                  <a:pt x="247650" y="2333625"/>
                </a:lnTo>
                <a:close/>
                <a:moveTo>
                  <a:pt x="2190750" y="2324100"/>
                </a:moveTo>
                <a:lnTo>
                  <a:pt x="2200275" y="2324100"/>
                </a:lnTo>
                <a:lnTo>
                  <a:pt x="2200275" y="2333625"/>
                </a:lnTo>
                <a:lnTo>
                  <a:pt x="2190750" y="2333625"/>
                </a:lnTo>
                <a:close/>
              </a:path>
            </a:pathLst>
          </a:custGeom>
          <a:solidFill xmlns:a="http://schemas.openxmlformats.org/drawingml/2006/main">
            <a:srgbClr val="FEF3E0"/>
          </a:solidFill>
          <a:ln xmlns:a="http://schemas.openxmlformats.org/drawingml/2006/main" w="0">
            <a:noFill/>
          </a:ln>
        </p:spPr>
      </p:sp>
      <p:sp>
        <p:nvSpPr>
          <p:cNvPr id="16" name="logo vector #fdedd0">
            <a:extLst xmlns:a="http://schemas.openxmlformats.org/drawingml/2006/main">
              <a:ext uri="{FF2B5EF4-FFF2-40B4-BE49-F238E27FC236}">
                <a16:creationId xmlns:a16="http://schemas.microsoft.com/office/drawing/2014/main" id="{D4907CCE-261C-412D-AE68-CD1D9EFF10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124450" y="1590675"/>
            <a:ext cx="2867025" cy="2752725"/>
          </a:xfrm>
          <a:custGeom xmlns:a="http://schemas.openxmlformats.org/drawingml/2006/main">
            <a:pathLst>
              <a:path w="2428875" h="2333625">
                <a:moveTo>
                  <a:pt x="257175" y="0"/>
                </a:moveTo>
                <a:lnTo>
                  <a:pt x="304800" y="0"/>
                </a:lnTo>
                <a:lnTo>
                  <a:pt x="304800" y="9525"/>
                </a:lnTo>
                <a:lnTo>
                  <a:pt x="257175" y="9525"/>
                </a:lnTo>
                <a:close/>
                <a:moveTo>
                  <a:pt x="904875" y="0"/>
                </a:moveTo>
                <a:lnTo>
                  <a:pt x="914400" y="0"/>
                </a:lnTo>
                <a:lnTo>
                  <a:pt x="914400" y="9525"/>
                </a:lnTo>
                <a:lnTo>
                  <a:pt x="904875" y="9525"/>
                </a:lnTo>
                <a:close/>
                <a:moveTo>
                  <a:pt x="971550" y="0"/>
                </a:moveTo>
                <a:lnTo>
                  <a:pt x="990600" y="0"/>
                </a:lnTo>
                <a:lnTo>
                  <a:pt x="990600" y="9525"/>
                </a:lnTo>
                <a:lnTo>
                  <a:pt x="971550" y="9525"/>
                </a:lnTo>
                <a:close/>
                <a:moveTo>
                  <a:pt x="1133475" y="0"/>
                </a:moveTo>
                <a:lnTo>
                  <a:pt x="1238250" y="0"/>
                </a:lnTo>
                <a:lnTo>
                  <a:pt x="1238250" y="9525"/>
                </a:lnTo>
                <a:lnTo>
                  <a:pt x="1133475" y="9525"/>
                </a:lnTo>
                <a:close/>
                <a:moveTo>
                  <a:pt x="1285875" y="0"/>
                </a:moveTo>
                <a:lnTo>
                  <a:pt x="1371600" y="0"/>
                </a:lnTo>
                <a:lnTo>
                  <a:pt x="1371600" y="9525"/>
                </a:lnTo>
                <a:lnTo>
                  <a:pt x="1285875" y="9525"/>
                </a:lnTo>
                <a:close/>
                <a:moveTo>
                  <a:pt x="1933575" y="0"/>
                </a:moveTo>
                <a:lnTo>
                  <a:pt x="1943100" y="0"/>
                </a:lnTo>
                <a:lnTo>
                  <a:pt x="1943100" y="9525"/>
                </a:lnTo>
                <a:lnTo>
                  <a:pt x="1933575" y="9525"/>
                </a:lnTo>
                <a:close/>
                <a:moveTo>
                  <a:pt x="2143125" y="0"/>
                </a:moveTo>
                <a:lnTo>
                  <a:pt x="2181225" y="0"/>
                </a:lnTo>
                <a:lnTo>
                  <a:pt x="2181225" y="9525"/>
                </a:lnTo>
                <a:lnTo>
                  <a:pt x="2143125" y="9525"/>
                </a:lnTo>
                <a:close/>
                <a:moveTo>
                  <a:pt x="219075" y="9525"/>
                </a:moveTo>
                <a:lnTo>
                  <a:pt x="228600" y="9525"/>
                </a:lnTo>
                <a:lnTo>
                  <a:pt x="228600" y="19050"/>
                </a:lnTo>
                <a:lnTo>
                  <a:pt x="219075" y="19050"/>
                </a:lnTo>
                <a:close/>
                <a:moveTo>
                  <a:pt x="171450" y="28575"/>
                </a:moveTo>
                <a:lnTo>
                  <a:pt x="180975" y="28575"/>
                </a:lnTo>
                <a:lnTo>
                  <a:pt x="180975" y="38100"/>
                </a:lnTo>
                <a:lnTo>
                  <a:pt x="171450" y="38100"/>
                </a:lnTo>
                <a:close/>
                <a:moveTo>
                  <a:pt x="152400" y="38100"/>
                </a:moveTo>
                <a:lnTo>
                  <a:pt x="161925" y="38100"/>
                </a:lnTo>
                <a:lnTo>
                  <a:pt x="161925" y="47625"/>
                </a:lnTo>
                <a:lnTo>
                  <a:pt x="152400" y="47625"/>
                </a:lnTo>
                <a:close/>
                <a:moveTo>
                  <a:pt x="123825" y="57150"/>
                </a:moveTo>
                <a:lnTo>
                  <a:pt x="133350" y="57150"/>
                </a:lnTo>
                <a:lnTo>
                  <a:pt x="133350" y="66675"/>
                </a:lnTo>
                <a:lnTo>
                  <a:pt x="123825" y="66675"/>
                </a:lnTo>
                <a:close/>
                <a:moveTo>
                  <a:pt x="2314575" y="66675"/>
                </a:moveTo>
                <a:lnTo>
                  <a:pt x="2324100" y="66675"/>
                </a:lnTo>
                <a:lnTo>
                  <a:pt x="2324100" y="76200"/>
                </a:lnTo>
                <a:lnTo>
                  <a:pt x="2314575" y="76200"/>
                </a:lnTo>
                <a:close/>
                <a:moveTo>
                  <a:pt x="2324100" y="76200"/>
                </a:moveTo>
                <a:lnTo>
                  <a:pt x="2333625" y="76200"/>
                </a:lnTo>
                <a:lnTo>
                  <a:pt x="2333625" y="85725"/>
                </a:lnTo>
                <a:lnTo>
                  <a:pt x="2324100" y="85725"/>
                </a:lnTo>
                <a:close/>
                <a:moveTo>
                  <a:pt x="2333625" y="85725"/>
                </a:moveTo>
                <a:lnTo>
                  <a:pt x="2343150" y="85725"/>
                </a:lnTo>
                <a:lnTo>
                  <a:pt x="2343150" y="95250"/>
                </a:lnTo>
                <a:lnTo>
                  <a:pt x="2333625" y="95250"/>
                </a:lnTo>
                <a:close/>
                <a:moveTo>
                  <a:pt x="2343150" y="95250"/>
                </a:moveTo>
                <a:lnTo>
                  <a:pt x="2352675" y="95250"/>
                </a:lnTo>
                <a:lnTo>
                  <a:pt x="2352675" y="104775"/>
                </a:lnTo>
                <a:lnTo>
                  <a:pt x="2343150" y="104775"/>
                </a:lnTo>
                <a:close/>
                <a:moveTo>
                  <a:pt x="76200" y="104775"/>
                </a:moveTo>
                <a:lnTo>
                  <a:pt x="85725" y="104775"/>
                </a:lnTo>
                <a:lnTo>
                  <a:pt x="85725" y="114300"/>
                </a:lnTo>
                <a:lnTo>
                  <a:pt x="76200" y="114300"/>
                </a:lnTo>
                <a:close/>
                <a:moveTo>
                  <a:pt x="2371725" y="133350"/>
                </a:moveTo>
                <a:lnTo>
                  <a:pt x="2381250" y="133350"/>
                </a:lnTo>
                <a:lnTo>
                  <a:pt x="2381250" y="142875"/>
                </a:lnTo>
                <a:lnTo>
                  <a:pt x="2371725" y="142875"/>
                </a:lnTo>
                <a:close/>
                <a:moveTo>
                  <a:pt x="47625" y="142875"/>
                </a:moveTo>
                <a:lnTo>
                  <a:pt x="57150" y="142875"/>
                </a:lnTo>
                <a:lnTo>
                  <a:pt x="57150" y="152400"/>
                </a:lnTo>
                <a:lnTo>
                  <a:pt x="47625" y="152400"/>
                </a:lnTo>
                <a:close/>
                <a:moveTo>
                  <a:pt x="28575" y="180975"/>
                </a:moveTo>
                <a:lnTo>
                  <a:pt x="38100" y="180975"/>
                </a:lnTo>
                <a:lnTo>
                  <a:pt x="38100" y="190500"/>
                </a:lnTo>
                <a:lnTo>
                  <a:pt x="28575" y="190500"/>
                </a:lnTo>
                <a:close/>
                <a:moveTo>
                  <a:pt x="600075" y="209550"/>
                </a:moveTo>
                <a:lnTo>
                  <a:pt x="628650" y="209550"/>
                </a:lnTo>
                <a:lnTo>
                  <a:pt x="628650" y="219075"/>
                </a:lnTo>
                <a:lnTo>
                  <a:pt x="600075" y="219075"/>
                </a:lnTo>
                <a:close/>
                <a:moveTo>
                  <a:pt x="1819275" y="209550"/>
                </a:moveTo>
                <a:lnTo>
                  <a:pt x="1847850" y="209550"/>
                </a:lnTo>
                <a:lnTo>
                  <a:pt x="1847850" y="219075"/>
                </a:lnTo>
                <a:lnTo>
                  <a:pt x="1819275" y="219075"/>
                </a:lnTo>
                <a:close/>
                <a:moveTo>
                  <a:pt x="552450" y="219075"/>
                </a:moveTo>
                <a:lnTo>
                  <a:pt x="600075" y="219075"/>
                </a:lnTo>
                <a:lnTo>
                  <a:pt x="600075" y="228600"/>
                </a:lnTo>
                <a:lnTo>
                  <a:pt x="552450" y="228600"/>
                </a:lnTo>
                <a:close/>
                <a:moveTo>
                  <a:pt x="1857375" y="219075"/>
                </a:moveTo>
                <a:lnTo>
                  <a:pt x="1885950" y="219075"/>
                </a:lnTo>
                <a:lnTo>
                  <a:pt x="1885950" y="228600"/>
                </a:lnTo>
                <a:lnTo>
                  <a:pt x="1857375" y="228600"/>
                </a:lnTo>
                <a:close/>
                <a:moveTo>
                  <a:pt x="523875" y="228600"/>
                </a:moveTo>
                <a:lnTo>
                  <a:pt x="552450" y="228600"/>
                </a:lnTo>
                <a:lnTo>
                  <a:pt x="552450" y="238125"/>
                </a:lnTo>
                <a:lnTo>
                  <a:pt x="523875" y="238125"/>
                </a:lnTo>
                <a:close/>
                <a:moveTo>
                  <a:pt x="1895475" y="228600"/>
                </a:moveTo>
                <a:lnTo>
                  <a:pt x="1914525" y="228600"/>
                </a:lnTo>
                <a:lnTo>
                  <a:pt x="1914525" y="238125"/>
                </a:lnTo>
                <a:lnTo>
                  <a:pt x="1895475" y="238125"/>
                </a:lnTo>
                <a:close/>
                <a:moveTo>
                  <a:pt x="495300" y="238125"/>
                </a:moveTo>
                <a:lnTo>
                  <a:pt x="523875" y="238125"/>
                </a:lnTo>
                <a:lnTo>
                  <a:pt x="523875" y="247650"/>
                </a:lnTo>
                <a:lnTo>
                  <a:pt x="495300" y="247650"/>
                </a:lnTo>
                <a:close/>
                <a:moveTo>
                  <a:pt x="1914525" y="238125"/>
                </a:moveTo>
                <a:lnTo>
                  <a:pt x="1943100" y="238125"/>
                </a:lnTo>
                <a:lnTo>
                  <a:pt x="1943100" y="247650"/>
                </a:lnTo>
                <a:lnTo>
                  <a:pt x="1914525" y="247650"/>
                </a:lnTo>
                <a:close/>
                <a:moveTo>
                  <a:pt x="476250" y="247650"/>
                </a:moveTo>
                <a:lnTo>
                  <a:pt x="495300" y="247650"/>
                </a:lnTo>
                <a:lnTo>
                  <a:pt x="495300" y="257175"/>
                </a:lnTo>
                <a:lnTo>
                  <a:pt x="476250" y="257175"/>
                </a:lnTo>
                <a:close/>
                <a:moveTo>
                  <a:pt x="1943100" y="247650"/>
                </a:moveTo>
                <a:lnTo>
                  <a:pt x="1962150" y="247650"/>
                </a:lnTo>
                <a:lnTo>
                  <a:pt x="1962150" y="257175"/>
                </a:lnTo>
                <a:lnTo>
                  <a:pt x="1943100" y="257175"/>
                </a:lnTo>
                <a:close/>
                <a:moveTo>
                  <a:pt x="9525" y="257175"/>
                </a:moveTo>
                <a:lnTo>
                  <a:pt x="19050" y="257175"/>
                </a:lnTo>
                <a:lnTo>
                  <a:pt x="19050" y="266700"/>
                </a:lnTo>
                <a:lnTo>
                  <a:pt x="9525" y="266700"/>
                </a:lnTo>
                <a:close/>
                <a:moveTo>
                  <a:pt x="457200" y="257175"/>
                </a:moveTo>
                <a:lnTo>
                  <a:pt x="466725" y="257175"/>
                </a:lnTo>
                <a:lnTo>
                  <a:pt x="466725" y="266700"/>
                </a:lnTo>
                <a:lnTo>
                  <a:pt x="457200" y="266700"/>
                </a:lnTo>
                <a:close/>
                <a:moveTo>
                  <a:pt x="1962150" y="257175"/>
                </a:moveTo>
                <a:lnTo>
                  <a:pt x="1981200" y="257175"/>
                </a:lnTo>
                <a:lnTo>
                  <a:pt x="1981200" y="266700"/>
                </a:lnTo>
                <a:lnTo>
                  <a:pt x="1962150" y="266700"/>
                </a:lnTo>
                <a:close/>
                <a:moveTo>
                  <a:pt x="438150" y="266700"/>
                </a:moveTo>
                <a:lnTo>
                  <a:pt x="457200" y="266700"/>
                </a:lnTo>
                <a:lnTo>
                  <a:pt x="457200" y="276225"/>
                </a:lnTo>
                <a:lnTo>
                  <a:pt x="438150" y="276225"/>
                </a:lnTo>
                <a:close/>
                <a:moveTo>
                  <a:pt x="1981200" y="266700"/>
                </a:moveTo>
                <a:lnTo>
                  <a:pt x="2000250" y="266700"/>
                </a:lnTo>
                <a:lnTo>
                  <a:pt x="2000250" y="276225"/>
                </a:lnTo>
                <a:lnTo>
                  <a:pt x="1981200" y="276225"/>
                </a:lnTo>
                <a:close/>
                <a:moveTo>
                  <a:pt x="2419350" y="266700"/>
                </a:moveTo>
                <a:lnTo>
                  <a:pt x="2428875" y="266700"/>
                </a:lnTo>
                <a:lnTo>
                  <a:pt x="2428875" y="457200"/>
                </a:lnTo>
                <a:lnTo>
                  <a:pt x="2419350" y="457200"/>
                </a:lnTo>
                <a:close/>
                <a:moveTo>
                  <a:pt x="419100" y="276225"/>
                </a:moveTo>
                <a:lnTo>
                  <a:pt x="428625" y="276225"/>
                </a:lnTo>
                <a:lnTo>
                  <a:pt x="428625" y="285750"/>
                </a:lnTo>
                <a:lnTo>
                  <a:pt x="419100" y="285750"/>
                </a:lnTo>
                <a:close/>
                <a:moveTo>
                  <a:pt x="2000250" y="276225"/>
                </a:moveTo>
                <a:lnTo>
                  <a:pt x="2019300" y="276225"/>
                </a:lnTo>
                <a:lnTo>
                  <a:pt x="2019300" y="285750"/>
                </a:lnTo>
                <a:lnTo>
                  <a:pt x="2000250" y="285750"/>
                </a:lnTo>
                <a:close/>
                <a:moveTo>
                  <a:pt x="390525" y="295275"/>
                </a:moveTo>
                <a:lnTo>
                  <a:pt x="400050" y="295275"/>
                </a:lnTo>
                <a:lnTo>
                  <a:pt x="400050" y="304800"/>
                </a:lnTo>
                <a:lnTo>
                  <a:pt x="390525" y="304800"/>
                </a:lnTo>
                <a:close/>
                <a:moveTo>
                  <a:pt x="2038350" y="295275"/>
                </a:moveTo>
                <a:lnTo>
                  <a:pt x="2047875" y="295275"/>
                </a:lnTo>
                <a:lnTo>
                  <a:pt x="2047875" y="304800"/>
                </a:lnTo>
                <a:lnTo>
                  <a:pt x="2038350" y="304800"/>
                </a:lnTo>
                <a:close/>
                <a:moveTo>
                  <a:pt x="1133475" y="314325"/>
                </a:moveTo>
                <a:lnTo>
                  <a:pt x="1343025" y="314325"/>
                </a:lnTo>
                <a:lnTo>
                  <a:pt x="1343025" y="323850"/>
                </a:lnTo>
                <a:lnTo>
                  <a:pt x="1133475" y="323850"/>
                </a:lnTo>
                <a:close/>
                <a:moveTo>
                  <a:pt x="1009650" y="323850"/>
                </a:moveTo>
                <a:lnTo>
                  <a:pt x="1028700" y="323850"/>
                </a:lnTo>
                <a:lnTo>
                  <a:pt x="1028700" y="333375"/>
                </a:lnTo>
                <a:lnTo>
                  <a:pt x="1009650" y="333375"/>
                </a:lnTo>
                <a:close/>
                <a:moveTo>
                  <a:pt x="1428750" y="323850"/>
                </a:moveTo>
                <a:lnTo>
                  <a:pt x="1447800" y="323850"/>
                </a:lnTo>
                <a:lnTo>
                  <a:pt x="1447800" y="333375"/>
                </a:lnTo>
                <a:lnTo>
                  <a:pt x="1428750" y="333375"/>
                </a:lnTo>
                <a:close/>
                <a:moveTo>
                  <a:pt x="352425" y="333375"/>
                </a:moveTo>
                <a:lnTo>
                  <a:pt x="361950" y="333375"/>
                </a:lnTo>
                <a:lnTo>
                  <a:pt x="361950" y="342900"/>
                </a:lnTo>
                <a:lnTo>
                  <a:pt x="352425" y="342900"/>
                </a:lnTo>
                <a:close/>
                <a:moveTo>
                  <a:pt x="933450" y="333375"/>
                </a:moveTo>
                <a:lnTo>
                  <a:pt x="942975" y="333375"/>
                </a:lnTo>
                <a:lnTo>
                  <a:pt x="942975" y="342900"/>
                </a:lnTo>
                <a:lnTo>
                  <a:pt x="933450" y="342900"/>
                </a:lnTo>
                <a:close/>
                <a:moveTo>
                  <a:pt x="1504950" y="333375"/>
                </a:moveTo>
                <a:lnTo>
                  <a:pt x="1514475" y="333375"/>
                </a:lnTo>
                <a:lnTo>
                  <a:pt x="1514475" y="342900"/>
                </a:lnTo>
                <a:lnTo>
                  <a:pt x="1504950" y="342900"/>
                </a:lnTo>
                <a:close/>
                <a:moveTo>
                  <a:pt x="2076450" y="333375"/>
                </a:moveTo>
                <a:lnTo>
                  <a:pt x="2085975" y="333375"/>
                </a:lnTo>
                <a:lnTo>
                  <a:pt x="2085975" y="342900"/>
                </a:lnTo>
                <a:lnTo>
                  <a:pt x="2076450" y="342900"/>
                </a:lnTo>
                <a:close/>
                <a:moveTo>
                  <a:pt x="342900" y="342900"/>
                </a:moveTo>
                <a:lnTo>
                  <a:pt x="352425" y="342900"/>
                </a:lnTo>
                <a:lnTo>
                  <a:pt x="352425" y="352425"/>
                </a:lnTo>
                <a:lnTo>
                  <a:pt x="342900" y="352425"/>
                </a:lnTo>
                <a:close/>
                <a:moveTo>
                  <a:pt x="847725" y="342900"/>
                </a:moveTo>
                <a:lnTo>
                  <a:pt x="866775" y="342900"/>
                </a:lnTo>
                <a:lnTo>
                  <a:pt x="866775" y="352425"/>
                </a:lnTo>
                <a:lnTo>
                  <a:pt x="847725" y="352425"/>
                </a:lnTo>
                <a:close/>
                <a:moveTo>
                  <a:pt x="1581150" y="342900"/>
                </a:moveTo>
                <a:lnTo>
                  <a:pt x="1590675" y="342900"/>
                </a:lnTo>
                <a:lnTo>
                  <a:pt x="1590675" y="352425"/>
                </a:lnTo>
                <a:lnTo>
                  <a:pt x="1581150" y="352425"/>
                </a:lnTo>
                <a:close/>
                <a:moveTo>
                  <a:pt x="2085975" y="342900"/>
                </a:moveTo>
                <a:lnTo>
                  <a:pt x="2095500" y="342900"/>
                </a:lnTo>
                <a:lnTo>
                  <a:pt x="2095500" y="352425"/>
                </a:lnTo>
                <a:lnTo>
                  <a:pt x="2085975" y="352425"/>
                </a:lnTo>
                <a:close/>
                <a:moveTo>
                  <a:pt x="333375" y="352425"/>
                </a:moveTo>
                <a:lnTo>
                  <a:pt x="342900" y="352425"/>
                </a:lnTo>
                <a:lnTo>
                  <a:pt x="342900" y="371475"/>
                </a:lnTo>
                <a:lnTo>
                  <a:pt x="333375" y="371475"/>
                </a:lnTo>
                <a:lnTo>
                  <a:pt x="333375" y="381000"/>
                </a:lnTo>
                <a:lnTo>
                  <a:pt x="323850" y="381000"/>
                </a:lnTo>
                <a:lnTo>
                  <a:pt x="323850" y="361950"/>
                </a:lnTo>
                <a:lnTo>
                  <a:pt x="333375" y="361950"/>
                </a:lnTo>
                <a:close/>
                <a:moveTo>
                  <a:pt x="771525" y="352425"/>
                </a:moveTo>
                <a:lnTo>
                  <a:pt x="819150" y="352425"/>
                </a:lnTo>
                <a:lnTo>
                  <a:pt x="819150" y="361950"/>
                </a:lnTo>
                <a:lnTo>
                  <a:pt x="771525" y="361950"/>
                </a:lnTo>
                <a:close/>
                <a:moveTo>
                  <a:pt x="1628775" y="352425"/>
                </a:moveTo>
                <a:lnTo>
                  <a:pt x="1666875" y="352425"/>
                </a:lnTo>
                <a:lnTo>
                  <a:pt x="1666875" y="361950"/>
                </a:lnTo>
                <a:lnTo>
                  <a:pt x="1628775" y="361950"/>
                </a:lnTo>
                <a:close/>
                <a:moveTo>
                  <a:pt x="2095500" y="352425"/>
                </a:moveTo>
                <a:lnTo>
                  <a:pt x="2105025" y="352425"/>
                </a:lnTo>
                <a:lnTo>
                  <a:pt x="2105025" y="361950"/>
                </a:lnTo>
                <a:lnTo>
                  <a:pt x="2095500" y="361950"/>
                </a:lnTo>
                <a:close/>
                <a:moveTo>
                  <a:pt x="762000" y="361950"/>
                </a:moveTo>
                <a:lnTo>
                  <a:pt x="771525" y="361950"/>
                </a:lnTo>
                <a:lnTo>
                  <a:pt x="771525" y="371475"/>
                </a:lnTo>
                <a:lnTo>
                  <a:pt x="762000" y="371475"/>
                </a:lnTo>
                <a:close/>
                <a:moveTo>
                  <a:pt x="1676400" y="361950"/>
                </a:moveTo>
                <a:lnTo>
                  <a:pt x="1685925" y="361950"/>
                </a:lnTo>
                <a:lnTo>
                  <a:pt x="1685925" y="371475"/>
                </a:lnTo>
                <a:lnTo>
                  <a:pt x="1676400" y="371475"/>
                </a:lnTo>
                <a:close/>
                <a:moveTo>
                  <a:pt x="2105025" y="361950"/>
                </a:moveTo>
                <a:lnTo>
                  <a:pt x="2114550" y="361950"/>
                </a:lnTo>
                <a:lnTo>
                  <a:pt x="2114550" y="371475"/>
                </a:lnTo>
                <a:lnTo>
                  <a:pt x="2105025" y="371475"/>
                </a:lnTo>
                <a:close/>
                <a:moveTo>
                  <a:pt x="733425" y="371475"/>
                </a:moveTo>
                <a:lnTo>
                  <a:pt x="752475" y="371475"/>
                </a:lnTo>
                <a:lnTo>
                  <a:pt x="752475" y="381000"/>
                </a:lnTo>
                <a:lnTo>
                  <a:pt x="733425" y="381000"/>
                </a:lnTo>
                <a:close/>
                <a:moveTo>
                  <a:pt x="1704975" y="371475"/>
                </a:moveTo>
                <a:lnTo>
                  <a:pt x="1714500" y="371475"/>
                </a:lnTo>
                <a:lnTo>
                  <a:pt x="1714500" y="381000"/>
                </a:lnTo>
                <a:lnTo>
                  <a:pt x="1704975" y="381000"/>
                </a:lnTo>
                <a:close/>
                <a:moveTo>
                  <a:pt x="314325" y="381000"/>
                </a:moveTo>
                <a:lnTo>
                  <a:pt x="323850" y="381000"/>
                </a:lnTo>
                <a:lnTo>
                  <a:pt x="323850" y="390525"/>
                </a:lnTo>
                <a:lnTo>
                  <a:pt x="314325" y="390525"/>
                </a:lnTo>
                <a:close/>
                <a:moveTo>
                  <a:pt x="723900" y="381000"/>
                </a:moveTo>
                <a:lnTo>
                  <a:pt x="733425" y="381000"/>
                </a:lnTo>
                <a:lnTo>
                  <a:pt x="733425" y="390525"/>
                </a:lnTo>
                <a:lnTo>
                  <a:pt x="723900" y="390525"/>
                </a:lnTo>
                <a:close/>
                <a:moveTo>
                  <a:pt x="1066800" y="381000"/>
                </a:moveTo>
                <a:lnTo>
                  <a:pt x="1095375" y="381000"/>
                </a:lnTo>
                <a:lnTo>
                  <a:pt x="1095375" y="390525"/>
                </a:lnTo>
                <a:lnTo>
                  <a:pt x="1066800" y="390525"/>
                </a:lnTo>
                <a:close/>
                <a:moveTo>
                  <a:pt x="1219200" y="381000"/>
                </a:moveTo>
                <a:lnTo>
                  <a:pt x="1314450" y="381000"/>
                </a:lnTo>
                <a:lnTo>
                  <a:pt x="1314450" y="390525"/>
                </a:lnTo>
                <a:lnTo>
                  <a:pt x="1219200" y="390525"/>
                </a:lnTo>
                <a:close/>
                <a:moveTo>
                  <a:pt x="1390650" y="381000"/>
                </a:moveTo>
                <a:lnTo>
                  <a:pt x="1419225" y="381000"/>
                </a:lnTo>
                <a:lnTo>
                  <a:pt x="1419225" y="390525"/>
                </a:lnTo>
                <a:lnTo>
                  <a:pt x="1390650" y="390525"/>
                </a:lnTo>
                <a:close/>
                <a:moveTo>
                  <a:pt x="2114550" y="381000"/>
                </a:moveTo>
                <a:lnTo>
                  <a:pt x="2124075" y="381000"/>
                </a:lnTo>
                <a:lnTo>
                  <a:pt x="2124075" y="390525"/>
                </a:lnTo>
                <a:lnTo>
                  <a:pt x="2114550" y="390525"/>
                </a:lnTo>
                <a:close/>
                <a:moveTo>
                  <a:pt x="304800" y="390525"/>
                </a:moveTo>
                <a:lnTo>
                  <a:pt x="314325" y="390525"/>
                </a:lnTo>
                <a:lnTo>
                  <a:pt x="314325" y="400050"/>
                </a:lnTo>
                <a:lnTo>
                  <a:pt x="304800" y="400050"/>
                </a:lnTo>
                <a:close/>
                <a:moveTo>
                  <a:pt x="971550" y="390525"/>
                </a:moveTo>
                <a:lnTo>
                  <a:pt x="990600" y="390525"/>
                </a:lnTo>
                <a:lnTo>
                  <a:pt x="990600" y="400050"/>
                </a:lnTo>
                <a:lnTo>
                  <a:pt x="971550" y="400050"/>
                </a:lnTo>
                <a:close/>
                <a:moveTo>
                  <a:pt x="1485900" y="390525"/>
                </a:moveTo>
                <a:lnTo>
                  <a:pt x="1495425" y="390525"/>
                </a:lnTo>
                <a:lnTo>
                  <a:pt x="1495425" y="400050"/>
                </a:lnTo>
                <a:lnTo>
                  <a:pt x="1485900" y="400050"/>
                </a:lnTo>
                <a:close/>
                <a:moveTo>
                  <a:pt x="1733550" y="390525"/>
                </a:moveTo>
                <a:lnTo>
                  <a:pt x="1743075" y="390525"/>
                </a:lnTo>
                <a:lnTo>
                  <a:pt x="1743075" y="400050"/>
                </a:lnTo>
                <a:lnTo>
                  <a:pt x="1733550" y="400050"/>
                </a:lnTo>
                <a:close/>
                <a:moveTo>
                  <a:pt x="2124075" y="390525"/>
                </a:moveTo>
                <a:lnTo>
                  <a:pt x="2133600" y="390525"/>
                </a:lnTo>
                <a:lnTo>
                  <a:pt x="2133600" y="400050"/>
                </a:lnTo>
                <a:lnTo>
                  <a:pt x="2124075" y="400050"/>
                </a:lnTo>
                <a:close/>
                <a:moveTo>
                  <a:pt x="295275" y="400050"/>
                </a:moveTo>
                <a:lnTo>
                  <a:pt x="304800" y="400050"/>
                </a:lnTo>
                <a:lnTo>
                  <a:pt x="304800" y="419100"/>
                </a:lnTo>
                <a:lnTo>
                  <a:pt x="295275" y="419100"/>
                </a:lnTo>
                <a:close/>
                <a:moveTo>
                  <a:pt x="895350" y="400050"/>
                </a:moveTo>
                <a:lnTo>
                  <a:pt x="904875" y="400050"/>
                </a:lnTo>
                <a:lnTo>
                  <a:pt x="904875" y="409575"/>
                </a:lnTo>
                <a:lnTo>
                  <a:pt x="895350" y="409575"/>
                </a:lnTo>
                <a:close/>
                <a:moveTo>
                  <a:pt x="1543050" y="400050"/>
                </a:moveTo>
                <a:lnTo>
                  <a:pt x="1562100" y="400050"/>
                </a:lnTo>
                <a:lnTo>
                  <a:pt x="1562100" y="409575"/>
                </a:lnTo>
                <a:lnTo>
                  <a:pt x="1543050" y="409575"/>
                </a:lnTo>
                <a:close/>
                <a:moveTo>
                  <a:pt x="1743075" y="400050"/>
                </a:moveTo>
                <a:lnTo>
                  <a:pt x="1752600" y="400050"/>
                </a:lnTo>
                <a:lnTo>
                  <a:pt x="1752600" y="409575"/>
                </a:lnTo>
                <a:lnTo>
                  <a:pt x="1743075" y="409575"/>
                </a:lnTo>
                <a:close/>
                <a:moveTo>
                  <a:pt x="2133600" y="400050"/>
                </a:moveTo>
                <a:lnTo>
                  <a:pt x="2143125" y="400050"/>
                </a:lnTo>
                <a:lnTo>
                  <a:pt x="2143125" y="409575"/>
                </a:lnTo>
                <a:lnTo>
                  <a:pt x="2133600" y="409575"/>
                </a:lnTo>
                <a:close/>
                <a:moveTo>
                  <a:pt x="847725" y="409575"/>
                </a:moveTo>
                <a:lnTo>
                  <a:pt x="876300" y="409575"/>
                </a:lnTo>
                <a:lnTo>
                  <a:pt x="876300" y="419100"/>
                </a:lnTo>
                <a:lnTo>
                  <a:pt x="847725" y="419100"/>
                </a:lnTo>
                <a:close/>
                <a:moveTo>
                  <a:pt x="1590675" y="409575"/>
                </a:moveTo>
                <a:lnTo>
                  <a:pt x="1600200" y="409575"/>
                </a:lnTo>
                <a:lnTo>
                  <a:pt x="1600200" y="419100"/>
                </a:lnTo>
                <a:lnTo>
                  <a:pt x="1590675" y="419100"/>
                </a:lnTo>
                <a:close/>
                <a:moveTo>
                  <a:pt x="1752600" y="409575"/>
                </a:moveTo>
                <a:lnTo>
                  <a:pt x="1762125" y="409575"/>
                </a:lnTo>
                <a:lnTo>
                  <a:pt x="1762125" y="419100"/>
                </a:lnTo>
                <a:lnTo>
                  <a:pt x="1752600" y="419100"/>
                </a:lnTo>
                <a:close/>
                <a:moveTo>
                  <a:pt x="2143125" y="409575"/>
                </a:moveTo>
                <a:lnTo>
                  <a:pt x="2152650" y="409575"/>
                </a:lnTo>
                <a:lnTo>
                  <a:pt x="2152650" y="428625"/>
                </a:lnTo>
                <a:lnTo>
                  <a:pt x="2143125" y="428625"/>
                </a:lnTo>
                <a:close/>
                <a:moveTo>
                  <a:pt x="285750" y="419100"/>
                </a:moveTo>
                <a:lnTo>
                  <a:pt x="295275" y="419100"/>
                </a:lnTo>
                <a:lnTo>
                  <a:pt x="295275" y="428625"/>
                </a:lnTo>
                <a:lnTo>
                  <a:pt x="285750" y="428625"/>
                </a:lnTo>
                <a:close/>
                <a:moveTo>
                  <a:pt x="800100" y="419100"/>
                </a:moveTo>
                <a:lnTo>
                  <a:pt x="809625" y="419100"/>
                </a:lnTo>
                <a:lnTo>
                  <a:pt x="809625" y="428625"/>
                </a:lnTo>
                <a:lnTo>
                  <a:pt x="800100" y="428625"/>
                </a:lnTo>
                <a:close/>
                <a:moveTo>
                  <a:pt x="1638300" y="419100"/>
                </a:moveTo>
                <a:lnTo>
                  <a:pt x="1647825" y="419100"/>
                </a:lnTo>
                <a:lnTo>
                  <a:pt x="1647825" y="428625"/>
                </a:lnTo>
                <a:lnTo>
                  <a:pt x="1638300" y="428625"/>
                </a:lnTo>
                <a:close/>
                <a:moveTo>
                  <a:pt x="1762125" y="419100"/>
                </a:moveTo>
                <a:lnTo>
                  <a:pt x="1771650" y="419100"/>
                </a:lnTo>
                <a:lnTo>
                  <a:pt x="1771650" y="428625"/>
                </a:lnTo>
                <a:lnTo>
                  <a:pt x="1762125" y="428625"/>
                </a:lnTo>
                <a:close/>
                <a:moveTo>
                  <a:pt x="276225" y="428625"/>
                </a:moveTo>
                <a:lnTo>
                  <a:pt x="285750" y="428625"/>
                </a:lnTo>
                <a:lnTo>
                  <a:pt x="285750" y="438150"/>
                </a:lnTo>
                <a:lnTo>
                  <a:pt x="276225" y="438150"/>
                </a:lnTo>
                <a:close/>
                <a:moveTo>
                  <a:pt x="1657350" y="428625"/>
                </a:moveTo>
                <a:lnTo>
                  <a:pt x="1685925" y="428625"/>
                </a:lnTo>
                <a:lnTo>
                  <a:pt x="1685925" y="438150"/>
                </a:lnTo>
                <a:lnTo>
                  <a:pt x="1657350" y="438150"/>
                </a:lnTo>
                <a:close/>
                <a:moveTo>
                  <a:pt x="2152650" y="428625"/>
                </a:moveTo>
                <a:lnTo>
                  <a:pt x="2162175" y="428625"/>
                </a:lnTo>
                <a:lnTo>
                  <a:pt x="2162175" y="438150"/>
                </a:lnTo>
                <a:lnTo>
                  <a:pt x="2152650" y="438150"/>
                </a:lnTo>
                <a:close/>
                <a:moveTo>
                  <a:pt x="1695450" y="438150"/>
                </a:moveTo>
                <a:lnTo>
                  <a:pt x="1704975" y="438150"/>
                </a:lnTo>
                <a:lnTo>
                  <a:pt x="1704975" y="447675"/>
                </a:lnTo>
                <a:lnTo>
                  <a:pt x="1695450" y="447675"/>
                </a:lnTo>
                <a:close/>
                <a:moveTo>
                  <a:pt x="266700" y="447675"/>
                </a:moveTo>
                <a:lnTo>
                  <a:pt x="276225" y="447675"/>
                </a:lnTo>
                <a:lnTo>
                  <a:pt x="276225" y="457200"/>
                </a:lnTo>
                <a:lnTo>
                  <a:pt x="266700" y="457200"/>
                </a:lnTo>
                <a:close/>
                <a:moveTo>
                  <a:pt x="619125" y="447675"/>
                </a:moveTo>
                <a:lnTo>
                  <a:pt x="647700" y="447675"/>
                </a:lnTo>
                <a:lnTo>
                  <a:pt x="647700" y="457200"/>
                </a:lnTo>
                <a:lnTo>
                  <a:pt x="619125" y="457200"/>
                </a:lnTo>
                <a:close/>
                <a:moveTo>
                  <a:pt x="1809750" y="447675"/>
                </a:moveTo>
                <a:lnTo>
                  <a:pt x="1847850" y="447675"/>
                </a:lnTo>
                <a:lnTo>
                  <a:pt x="1847850" y="457200"/>
                </a:lnTo>
                <a:lnTo>
                  <a:pt x="1809750" y="457200"/>
                </a:lnTo>
                <a:close/>
                <a:moveTo>
                  <a:pt x="2162175" y="447675"/>
                </a:moveTo>
                <a:lnTo>
                  <a:pt x="2171700" y="447675"/>
                </a:lnTo>
                <a:lnTo>
                  <a:pt x="2171700" y="457200"/>
                </a:lnTo>
                <a:lnTo>
                  <a:pt x="2162175" y="457200"/>
                </a:lnTo>
                <a:close/>
                <a:moveTo>
                  <a:pt x="542925" y="457200"/>
                </a:moveTo>
                <a:lnTo>
                  <a:pt x="552450" y="457200"/>
                </a:lnTo>
                <a:lnTo>
                  <a:pt x="552450" y="466725"/>
                </a:lnTo>
                <a:lnTo>
                  <a:pt x="542925" y="466725"/>
                </a:lnTo>
                <a:close/>
                <a:moveTo>
                  <a:pt x="1885950" y="457200"/>
                </a:moveTo>
                <a:lnTo>
                  <a:pt x="1895475" y="457200"/>
                </a:lnTo>
                <a:lnTo>
                  <a:pt x="1895475" y="466725"/>
                </a:lnTo>
                <a:lnTo>
                  <a:pt x="1885950" y="466725"/>
                </a:lnTo>
                <a:close/>
                <a:moveTo>
                  <a:pt x="257175" y="466725"/>
                </a:moveTo>
                <a:lnTo>
                  <a:pt x="266700" y="466725"/>
                </a:lnTo>
                <a:lnTo>
                  <a:pt x="266700" y="476250"/>
                </a:lnTo>
                <a:lnTo>
                  <a:pt x="257175" y="476250"/>
                </a:lnTo>
                <a:close/>
                <a:moveTo>
                  <a:pt x="523875" y="466725"/>
                </a:moveTo>
                <a:lnTo>
                  <a:pt x="533400" y="466725"/>
                </a:lnTo>
                <a:lnTo>
                  <a:pt x="533400" y="476250"/>
                </a:lnTo>
                <a:lnTo>
                  <a:pt x="523875" y="476250"/>
                </a:lnTo>
                <a:close/>
                <a:moveTo>
                  <a:pt x="714375" y="466725"/>
                </a:moveTo>
                <a:lnTo>
                  <a:pt x="723900" y="466725"/>
                </a:lnTo>
                <a:lnTo>
                  <a:pt x="723900" y="476250"/>
                </a:lnTo>
                <a:lnTo>
                  <a:pt x="714375" y="476250"/>
                </a:lnTo>
                <a:close/>
                <a:moveTo>
                  <a:pt x="933450" y="466725"/>
                </a:moveTo>
                <a:lnTo>
                  <a:pt x="942975" y="466725"/>
                </a:lnTo>
                <a:lnTo>
                  <a:pt x="942975" y="476250"/>
                </a:lnTo>
                <a:lnTo>
                  <a:pt x="933450" y="476250"/>
                </a:lnTo>
                <a:close/>
                <a:moveTo>
                  <a:pt x="1600200" y="466725"/>
                </a:moveTo>
                <a:lnTo>
                  <a:pt x="1628775" y="466725"/>
                </a:lnTo>
                <a:lnTo>
                  <a:pt x="1628775" y="476250"/>
                </a:lnTo>
                <a:lnTo>
                  <a:pt x="1600200" y="476250"/>
                </a:lnTo>
                <a:close/>
                <a:moveTo>
                  <a:pt x="2171700" y="466725"/>
                </a:moveTo>
                <a:lnTo>
                  <a:pt x="2181225" y="466725"/>
                </a:lnTo>
                <a:lnTo>
                  <a:pt x="2181225" y="485775"/>
                </a:lnTo>
                <a:lnTo>
                  <a:pt x="2171700" y="485775"/>
                </a:lnTo>
                <a:close/>
                <a:moveTo>
                  <a:pt x="514350" y="476250"/>
                </a:moveTo>
                <a:lnTo>
                  <a:pt x="523875" y="476250"/>
                </a:lnTo>
                <a:lnTo>
                  <a:pt x="523875" y="485775"/>
                </a:lnTo>
                <a:lnTo>
                  <a:pt x="514350" y="485775"/>
                </a:lnTo>
                <a:close/>
                <a:moveTo>
                  <a:pt x="866775" y="476250"/>
                </a:moveTo>
                <a:lnTo>
                  <a:pt x="876300" y="476250"/>
                </a:lnTo>
                <a:lnTo>
                  <a:pt x="876300" y="485775"/>
                </a:lnTo>
                <a:lnTo>
                  <a:pt x="866775" y="485775"/>
                </a:lnTo>
                <a:close/>
                <a:moveTo>
                  <a:pt x="942975" y="476250"/>
                </a:moveTo>
                <a:lnTo>
                  <a:pt x="952500" y="476250"/>
                </a:lnTo>
                <a:lnTo>
                  <a:pt x="952500" y="533400"/>
                </a:lnTo>
                <a:lnTo>
                  <a:pt x="971550" y="533400"/>
                </a:lnTo>
                <a:lnTo>
                  <a:pt x="971550" y="542925"/>
                </a:lnTo>
                <a:lnTo>
                  <a:pt x="962025" y="542925"/>
                </a:lnTo>
                <a:lnTo>
                  <a:pt x="962025" y="561975"/>
                </a:lnTo>
                <a:lnTo>
                  <a:pt x="952500" y="561975"/>
                </a:lnTo>
                <a:lnTo>
                  <a:pt x="952500" y="571500"/>
                </a:lnTo>
                <a:lnTo>
                  <a:pt x="942975" y="571500"/>
                </a:lnTo>
                <a:close/>
                <a:moveTo>
                  <a:pt x="1914525" y="476250"/>
                </a:moveTo>
                <a:lnTo>
                  <a:pt x="1924050" y="476250"/>
                </a:lnTo>
                <a:lnTo>
                  <a:pt x="1924050" y="485775"/>
                </a:lnTo>
                <a:lnTo>
                  <a:pt x="1914525" y="485775"/>
                </a:lnTo>
                <a:close/>
                <a:moveTo>
                  <a:pt x="752475" y="485775"/>
                </a:moveTo>
                <a:lnTo>
                  <a:pt x="762000" y="485775"/>
                </a:lnTo>
                <a:lnTo>
                  <a:pt x="762000" y="495300"/>
                </a:lnTo>
                <a:lnTo>
                  <a:pt x="752475" y="495300"/>
                </a:lnTo>
                <a:close/>
                <a:moveTo>
                  <a:pt x="857250" y="485775"/>
                </a:moveTo>
                <a:lnTo>
                  <a:pt x="866775" y="485775"/>
                </a:lnTo>
                <a:lnTo>
                  <a:pt x="866775" y="504825"/>
                </a:lnTo>
                <a:lnTo>
                  <a:pt x="857250" y="504825"/>
                </a:lnTo>
                <a:close/>
                <a:moveTo>
                  <a:pt x="1571625" y="485775"/>
                </a:moveTo>
                <a:lnTo>
                  <a:pt x="1581150" y="485775"/>
                </a:lnTo>
                <a:lnTo>
                  <a:pt x="1581150" y="504825"/>
                </a:lnTo>
                <a:lnTo>
                  <a:pt x="1571625" y="504825"/>
                </a:lnTo>
                <a:close/>
                <a:moveTo>
                  <a:pt x="1733550" y="485775"/>
                </a:moveTo>
                <a:lnTo>
                  <a:pt x="1743075" y="485775"/>
                </a:lnTo>
                <a:lnTo>
                  <a:pt x="1743075" y="495300"/>
                </a:lnTo>
                <a:lnTo>
                  <a:pt x="1733550" y="495300"/>
                </a:lnTo>
                <a:close/>
                <a:moveTo>
                  <a:pt x="1924050" y="485775"/>
                </a:moveTo>
                <a:lnTo>
                  <a:pt x="1933575" y="485775"/>
                </a:lnTo>
                <a:lnTo>
                  <a:pt x="1933575" y="495300"/>
                </a:lnTo>
                <a:lnTo>
                  <a:pt x="1924050" y="495300"/>
                </a:lnTo>
                <a:close/>
                <a:moveTo>
                  <a:pt x="2419350" y="485775"/>
                </a:moveTo>
                <a:lnTo>
                  <a:pt x="2428875" y="485775"/>
                </a:lnTo>
                <a:lnTo>
                  <a:pt x="2428875" y="495300"/>
                </a:lnTo>
                <a:lnTo>
                  <a:pt x="2419350" y="495300"/>
                </a:lnTo>
                <a:close/>
                <a:moveTo>
                  <a:pt x="247650" y="495300"/>
                </a:moveTo>
                <a:lnTo>
                  <a:pt x="257175" y="495300"/>
                </a:lnTo>
                <a:lnTo>
                  <a:pt x="257175" y="504825"/>
                </a:lnTo>
                <a:lnTo>
                  <a:pt x="247650" y="504825"/>
                </a:lnTo>
                <a:close/>
                <a:moveTo>
                  <a:pt x="495300" y="495300"/>
                </a:moveTo>
                <a:lnTo>
                  <a:pt x="504825" y="495300"/>
                </a:lnTo>
                <a:lnTo>
                  <a:pt x="504825" y="504825"/>
                </a:lnTo>
                <a:lnTo>
                  <a:pt x="495300" y="504825"/>
                </a:lnTo>
                <a:close/>
                <a:moveTo>
                  <a:pt x="1743075" y="495300"/>
                </a:moveTo>
                <a:lnTo>
                  <a:pt x="1752600" y="495300"/>
                </a:lnTo>
                <a:lnTo>
                  <a:pt x="1752600" y="504825"/>
                </a:lnTo>
                <a:lnTo>
                  <a:pt x="1743075" y="504825"/>
                </a:lnTo>
                <a:close/>
                <a:moveTo>
                  <a:pt x="2181225" y="495300"/>
                </a:moveTo>
                <a:lnTo>
                  <a:pt x="2190750" y="495300"/>
                </a:lnTo>
                <a:lnTo>
                  <a:pt x="2190750" y="504825"/>
                </a:lnTo>
                <a:lnTo>
                  <a:pt x="2181225" y="504825"/>
                </a:lnTo>
                <a:close/>
                <a:moveTo>
                  <a:pt x="657225" y="504825"/>
                </a:moveTo>
                <a:lnTo>
                  <a:pt x="676275" y="504825"/>
                </a:lnTo>
                <a:lnTo>
                  <a:pt x="676275" y="514350"/>
                </a:lnTo>
                <a:lnTo>
                  <a:pt x="657225" y="514350"/>
                </a:lnTo>
                <a:close/>
                <a:moveTo>
                  <a:pt x="1562100" y="504825"/>
                </a:moveTo>
                <a:lnTo>
                  <a:pt x="1571625" y="504825"/>
                </a:lnTo>
                <a:lnTo>
                  <a:pt x="1571625" y="523875"/>
                </a:lnTo>
                <a:lnTo>
                  <a:pt x="1562100" y="523875"/>
                </a:lnTo>
                <a:close/>
                <a:moveTo>
                  <a:pt x="1638300" y="504825"/>
                </a:moveTo>
                <a:lnTo>
                  <a:pt x="1647825" y="504825"/>
                </a:lnTo>
                <a:lnTo>
                  <a:pt x="1647825" y="514350"/>
                </a:lnTo>
                <a:lnTo>
                  <a:pt x="1638300" y="514350"/>
                </a:lnTo>
                <a:close/>
                <a:moveTo>
                  <a:pt x="1762125" y="504825"/>
                </a:moveTo>
                <a:lnTo>
                  <a:pt x="1771650" y="504825"/>
                </a:lnTo>
                <a:lnTo>
                  <a:pt x="1771650" y="514350"/>
                </a:lnTo>
                <a:lnTo>
                  <a:pt x="1762125" y="514350"/>
                </a:lnTo>
                <a:close/>
                <a:moveTo>
                  <a:pt x="238125" y="514350"/>
                </a:moveTo>
                <a:lnTo>
                  <a:pt x="247650" y="514350"/>
                </a:lnTo>
                <a:lnTo>
                  <a:pt x="247650" y="523875"/>
                </a:lnTo>
                <a:lnTo>
                  <a:pt x="238125" y="523875"/>
                </a:lnTo>
                <a:close/>
                <a:moveTo>
                  <a:pt x="571500" y="514350"/>
                </a:moveTo>
                <a:lnTo>
                  <a:pt x="590550" y="514350"/>
                </a:lnTo>
                <a:lnTo>
                  <a:pt x="590550" y="523875"/>
                </a:lnTo>
                <a:lnTo>
                  <a:pt x="581025" y="523875"/>
                </a:lnTo>
                <a:lnTo>
                  <a:pt x="581025" y="533400"/>
                </a:lnTo>
                <a:lnTo>
                  <a:pt x="571500" y="533400"/>
                </a:lnTo>
                <a:lnTo>
                  <a:pt x="571500" y="542925"/>
                </a:lnTo>
                <a:lnTo>
                  <a:pt x="561975" y="542925"/>
                </a:lnTo>
                <a:lnTo>
                  <a:pt x="561975" y="619125"/>
                </a:lnTo>
                <a:lnTo>
                  <a:pt x="552450" y="619125"/>
                </a:lnTo>
                <a:lnTo>
                  <a:pt x="552450" y="533400"/>
                </a:lnTo>
                <a:lnTo>
                  <a:pt x="561975" y="533400"/>
                </a:lnTo>
                <a:lnTo>
                  <a:pt x="561975" y="523875"/>
                </a:lnTo>
                <a:lnTo>
                  <a:pt x="571500" y="523875"/>
                </a:lnTo>
                <a:close/>
                <a:moveTo>
                  <a:pt x="1047750" y="514350"/>
                </a:moveTo>
                <a:lnTo>
                  <a:pt x="1095375" y="514350"/>
                </a:lnTo>
                <a:lnTo>
                  <a:pt x="1095375" y="523875"/>
                </a:lnTo>
                <a:lnTo>
                  <a:pt x="1047750" y="523875"/>
                </a:lnTo>
                <a:close/>
                <a:moveTo>
                  <a:pt x="1447800" y="514350"/>
                </a:moveTo>
                <a:lnTo>
                  <a:pt x="1457325" y="514350"/>
                </a:lnTo>
                <a:lnTo>
                  <a:pt x="1457325" y="523875"/>
                </a:lnTo>
                <a:lnTo>
                  <a:pt x="1447800" y="523875"/>
                </a:lnTo>
                <a:close/>
                <a:moveTo>
                  <a:pt x="1628775" y="514350"/>
                </a:moveTo>
                <a:lnTo>
                  <a:pt x="1638300" y="514350"/>
                </a:lnTo>
                <a:lnTo>
                  <a:pt x="1638300" y="523875"/>
                </a:lnTo>
                <a:lnTo>
                  <a:pt x="1628775" y="523875"/>
                </a:lnTo>
                <a:close/>
                <a:moveTo>
                  <a:pt x="1857375" y="514350"/>
                </a:moveTo>
                <a:lnTo>
                  <a:pt x="1866900" y="514350"/>
                </a:lnTo>
                <a:lnTo>
                  <a:pt x="1866900" y="523875"/>
                </a:lnTo>
                <a:lnTo>
                  <a:pt x="1857375" y="523875"/>
                </a:lnTo>
                <a:close/>
                <a:moveTo>
                  <a:pt x="2190750" y="514350"/>
                </a:moveTo>
                <a:lnTo>
                  <a:pt x="2200275" y="514350"/>
                </a:lnTo>
                <a:lnTo>
                  <a:pt x="2200275" y="533400"/>
                </a:lnTo>
                <a:lnTo>
                  <a:pt x="2190750" y="533400"/>
                </a:lnTo>
                <a:close/>
                <a:moveTo>
                  <a:pt x="485775" y="523875"/>
                </a:moveTo>
                <a:lnTo>
                  <a:pt x="495300" y="523875"/>
                </a:lnTo>
                <a:lnTo>
                  <a:pt x="495300" y="923925"/>
                </a:lnTo>
                <a:lnTo>
                  <a:pt x="485775" y="923925"/>
                </a:lnTo>
                <a:close/>
                <a:moveTo>
                  <a:pt x="990600" y="523875"/>
                </a:moveTo>
                <a:lnTo>
                  <a:pt x="1009650" y="523875"/>
                </a:lnTo>
                <a:lnTo>
                  <a:pt x="1009650" y="533400"/>
                </a:lnTo>
                <a:lnTo>
                  <a:pt x="990600" y="533400"/>
                </a:lnTo>
                <a:close/>
                <a:moveTo>
                  <a:pt x="1028700" y="523875"/>
                </a:moveTo>
                <a:lnTo>
                  <a:pt x="1047750" y="523875"/>
                </a:lnTo>
                <a:lnTo>
                  <a:pt x="1047750" y="533400"/>
                </a:lnTo>
                <a:lnTo>
                  <a:pt x="1028700" y="533400"/>
                </a:lnTo>
                <a:close/>
                <a:moveTo>
                  <a:pt x="1095375" y="523875"/>
                </a:moveTo>
                <a:lnTo>
                  <a:pt x="1104900" y="523875"/>
                </a:lnTo>
                <a:lnTo>
                  <a:pt x="1104900" y="533400"/>
                </a:lnTo>
                <a:lnTo>
                  <a:pt x="1095375" y="533400"/>
                </a:lnTo>
                <a:close/>
                <a:moveTo>
                  <a:pt x="1123950" y="523875"/>
                </a:moveTo>
                <a:lnTo>
                  <a:pt x="1133475" y="523875"/>
                </a:lnTo>
                <a:lnTo>
                  <a:pt x="1133475" y="533400"/>
                </a:lnTo>
                <a:lnTo>
                  <a:pt x="1123950" y="533400"/>
                </a:lnTo>
                <a:close/>
                <a:moveTo>
                  <a:pt x="1257300" y="523875"/>
                </a:moveTo>
                <a:lnTo>
                  <a:pt x="1266825" y="523875"/>
                </a:lnTo>
                <a:lnTo>
                  <a:pt x="1266825" y="533400"/>
                </a:lnTo>
                <a:lnTo>
                  <a:pt x="1257300" y="533400"/>
                </a:lnTo>
                <a:close/>
                <a:moveTo>
                  <a:pt x="1323975" y="523875"/>
                </a:moveTo>
                <a:lnTo>
                  <a:pt x="1333500" y="523875"/>
                </a:lnTo>
                <a:lnTo>
                  <a:pt x="1333500" y="533400"/>
                </a:lnTo>
                <a:lnTo>
                  <a:pt x="1323975" y="533400"/>
                </a:lnTo>
                <a:close/>
                <a:moveTo>
                  <a:pt x="1419225" y="523875"/>
                </a:moveTo>
                <a:lnTo>
                  <a:pt x="1438275" y="523875"/>
                </a:lnTo>
                <a:lnTo>
                  <a:pt x="1438275" y="533400"/>
                </a:lnTo>
                <a:lnTo>
                  <a:pt x="1419225" y="533400"/>
                </a:lnTo>
                <a:close/>
                <a:moveTo>
                  <a:pt x="1476375" y="523875"/>
                </a:moveTo>
                <a:lnTo>
                  <a:pt x="1485900" y="523875"/>
                </a:lnTo>
                <a:lnTo>
                  <a:pt x="1485900" y="533400"/>
                </a:lnTo>
                <a:lnTo>
                  <a:pt x="1476375" y="533400"/>
                </a:lnTo>
                <a:close/>
                <a:moveTo>
                  <a:pt x="1866900" y="523875"/>
                </a:moveTo>
                <a:lnTo>
                  <a:pt x="1876425" y="523875"/>
                </a:lnTo>
                <a:lnTo>
                  <a:pt x="1876425" y="533400"/>
                </a:lnTo>
                <a:lnTo>
                  <a:pt x="1885950" y="533400"/>
                </a:lnTo>
                <a:lnTo>
                  <a:pt x="1885950" y="657225"/>
                </a:lnTo>
                <a:lnTo>
                  <a:pt x="1876425" y="657225"/>
                </a:lnTo>
                <a:lnTo>
                  <a:pt x="1876425" y="590550"/>
                </a:lnTo>
                <a:lnTo>
                  <a:pt x="1866900" y="590550"/>
                </a:lnTo>
                <a:lnTo>
                  <a:pt x="1866900" y="561975"/>
                </a:lnTo>
                <a:lnTo>
                  <a:pt x="1876425" y="561975"/>
                </a:lnTo>
                <a:lnTo>
                  <a:pt x="1876425" y="542925"/>
                </a:lnTo>
                <a:lnTo>
                  <a:pt x="1866900" y="542925"/>
                </a:lnTo>
                <a:close/>
                <a:moveTo>
                  <a:pt x="1943100" y="523875"/>
                </a:moveTo>
                <a:lnTo>
                  <a:pt x="1952625" y="523875"/>
                </a:lnTo>
                <a:lnTo>
                  <a:pt x="1952625" y="647700"/>
                </a:lnTo>
                <a:lnTo>
                  <a:pt x="1943100" y="647700"/>
                </a:lnTo>
                <a:close/>
                <a:moveTo>
                  <a:pt x="2419350" y="523875"/>
                </a:moveTo>
                <a:lnTo>
                  <a:pt x="2428875" y="523875"/>
                </a:lnTo>
                <a:lnTo>
                  <a:pt x="2428875" y="561975"/>
                </a:lnTo>
                <a:lnTo>
                  <a:pt x="2419350" y="561975"/>
                </a:lnTo>
                <a:close/>
                <a:moveTo>
                  <a:pt x="714375" y="533400"/>
                </a:moveTo>
                <a:lnTo>
                  <a:pt x="723900" y="533400"/>
                </a:lnTo>
                <a:lnTo>
                  <a:pt x="723900" y="542925"/>
                </a:lnTo>
                <a:lnTo>
                  <a:pt x="714375" y="542925"/>
                </a:lnTo>
                <a:close/>
                <a:moveTo>
                  <a:pt x="1552575" y="533400"/>
                </a:moveTo>
                <a:lnTo>
                  <a:pt x="1562100" y="533400"/>
                </a:lnTo>
                <a:lnTo>
                  <a:pt x="1562100" y="542925"/>
                </a:lnTo>
                <a:lnTo>
                  <a:pt x="1552575" y="542925"/>
                </a:lnTo>
                <a:close/>
                <a:moveTo>
                  <a:pt x="1352550" y="542925"/>
                </a:moveTo>
                <a:lnTo>
                  <a:pt x="1362075" y="542925"/>
                </a:lnTo>
                <a:lnTo>
                  <a:pt x="1362075" y="552450"/>
                </a:lnTo>
                <a:lnTo>
                  <a:pt x="1352550" y="552450"/>
                </a:lnTo>
                <a:close/>
                <a:moveTo>
                  <a:pt x="1666875" y="542925"/>
                </a:moveTo>
                <a:lnTo>
                  <a:pt x="1676400" y="542925"/>
                </a:lnTo>
                <a:lnTo>
                  <a:pt x="1676400" y="552450"/>
                </a:lnTo>
                <a:lnTo>
                  <a:pt x="1666875" y="552450"/>
                </a:lnTo>
                <a:close/>
                <a:moveTo>
                  <a:pt x="228600" y="552450"/>
                </a:moveTo>
                <a:lnTo>
                  <a:pt x="238125" y="552450"/>
                </a:lnTo>
                <a:lnTo>
                  <a:pt x="238125" y="581025"/>
                </a:lnTo>
                <a:lnTo>
                  <a:pt x="228600" y="581025"/>
                </a:lnTo>
                <a:close/>
                <a:moveTo>
                  <a:pt x="1524000" y="552450"/>
                </a:moveTo>
                <a:lnTo>
                  <a:pt x="1533525" y="552450"/>
                </a:lnTo>
                <a:lnTo>
                  <a:pt x="1533525" y="561975"/>
                </a:lnTo>
                <a:lnTo>
                  <a:pt x="1524000" y="561975"/>
                </a:lnTo>
                <a:close/>
                <a:moveTo>
                  <a:pt x="1647825" y="552450"/>
                </a:moveTo>
                <a:lnTo>
                  <a:pt x="1657350" y="552450"/>
                </a:lnTo>
                <a:lnTo>
                  <a:pt x="1657350" y="561975"/>
                </a:lnTo>
                <a:lnTo>
                  <a:pt x="1647825" y="561975"/>
                </a:lnTo>
                <a:close/>
                <a:moveTo>
                  <a:pt x="704850" y="561975"/>
                </a:moveTo>
                <a:lnTo>
                  <a:pt x="714375" y="561975"/>
                </a:lnTo>
                <a:lnTo>
                  <a:pt x="714375" y="571500"/>
                </a:lnTo>
                <a:lnTo>
                  <a:pt x="704850" y="571500"/>
                </a:lnTo>
                <a:close/>
                <a:moveTo>
                  <a:pt x="1362075" y="561975"/>
                </a:moveTo>
                <a:lnTo>
                  <a:pt x="1381125" y="561975"/>
                </a:lnTo>
                <a:lnTo>
                  <a:pt x="1381125" y="590550"/>
                </a:lnTo>
                <a:lnTo>
                  <a:pt x="1362075" y="590550"/>
                </a:lnTo>
                <a:close/>
                <a:moveTo>
                  <a:pt x="2200275" y="561975"/>
                </a:moveTo>
                <a:lnTo>
                  <a:pt x="2209800" y="561975"/>
                </a:lnTo>
                <a:lnTo>
                  <a:pt x="2209800" y="600075"/>
                </a:lnTo>
                <a:lnTo>
                  <a:pt x="2200275" y="600075"/>
                </a:lnTo>
                <a:close/>
                <a:moveTo>
                  <a:pt x="1285875" y="571500"/>
                </a:moveTo>
                <a:lnTo>
                  <a:pt x="1295400" y="571500"/>
                </a:lnTo>
                <a:lnTo>
                  <a:pt x="1295400" y="590550"/>
                </a:lnTo>
                <a:lnTo>
                  <a:pt x="1285875" y="590550"/>
                </a:lnTo>
                <a:close/>
                <a:moveTo>
                  <a:pt x="1447800" y="571500"/>
                </a:moveTo>
                <a:lnTo>
                  <a:pt x="1457325" y="571500"/>
                </a:lnTo>
                <a:lnTo>
                  <a:pt x="1457325" y="581025"/>
                </a:lnTo>
                <a:lnTo>
                  <a:pt x="1466850" y="581025"/>
                </a:lnTo>
                <a:lnTo>
                  <a:pt x="1466850" y="590550"/>
                </a:lnTo>
                <a:lnTo>
                  <a:pt x="1447800" y="590550"/>
                </a:lnTo>
                <a:lnTo>
                  <a:pt x="1447800" y="600075"/>
                </a:lnTo>
                <a:lnTo>
                  <a:pt x="1438275" y="600075"/>
                </a:lnTo>
                <a:lnTo>
                  <a:pt x="1438275" y="581025"/>
                </a:lnTo>
                <a:lnTo>
                  <a:pt x="1447800" y="581025"/>
                </a:lnTo>
                <a:close/>
                <a:moveTo>
                  <a:pt x="2419350" y="571500"/>
                </a:moveTo>
                <a:lnTo>
                  <a:pt x="2428875" y="571500"/>
                </a:lnTo>
                <a:lnTo>
                  <a:pt x="2428875" y="590550"/>
                </a:lnTo>
                <a:lnTo>
                  <a:pt x="2419350" y="590550"/>
                </a:lnTo>
                <a:close/>
                <a:moveTo>
                  <a:pt x="695325" y="581025"/>
                </a:moveTo>
                <a:lnTo>
                  <a:pt x="704850" y="581025"/>
                </a:lnTo>
                <a:lnTo>
                  <a:pt x="704850" y="590550"/>
                </a:lnTo>
                <a:lnTo>
                  <a:pt x="695325" y="590550"/>
                </a:lnTo>
                <a:close/>
                <a:moveTo>
                  <a:pt x="1123950" y="581025"/>
                </a:moveTo>
                <a:lnTo>
                  <a:pt x="1143000" y="581025"/>
                </a:lnTo>
                <a:lnTo>
                  <a:pt x="1143000" y="590550"/>
                </a:lnTo>
                <a:lnTo>
                  <a:pt x="1123950" y="590550"/>
                </a:lnTo>
                <a:close/>
                <a:moveTo>
                  <a:pt x="1209675" y="581025"/>
                </a:moveTo>
                <a:lnTo>
                  <a:pt x="1238250" y="581025"/>
                </a:lnTo>
                <a:lnTo>
                  <a:pt x="1238250" y="590550"/>
                </a:lnTo>
                <a:lnTo>
                  <a:pt x="1247775" y="590550"/>
                </a:lnTo>
                <a:lnTo>
                  <a:pt x="1247775" y="600075"/>
                </a:lnTo>
                <a:lnTo>
                  <a:pt x="1238250" y="600075"/>
                </a:lnTo>
                <a:lnTo>
                  <a:pt x="1238250" y="609600"/>
                </a:lnTo>
                <a:lnTo>
                  <a:pt x="1228725" y="609600"/>
                </a:lnTo>
                <a:lnTo>
                  <a:pt x="1228725" y="628650"/>
                </a:lnTo>
                <a:lnTo>
                  <a:pt x="1209675" y="628650"/>
                </a:lnTo>
                <a:close/>
                <a:moveTo>
                  <a:pt x="1581150" y="581025"/>
                </a:moveTo>
                <a:lnTo>
                  <a:pt x="1600200" y="581025"/>
                </a:lnTo>
                <a:lnTo>
                  <a:pt x="1600200" y="600075"/>
                </a:lnTo>
                <a:lnTo>
                  <a:pt x="1590675" y="600075"/>
                </a:lnTo>
                <a:lnTo>
                  <a:pt x="1590675" y="590550"/>
                </a:lnTo>
                <a:lnTo>
                  <a:pt x="1581150" y="590550"/>
                </a:lnTo>
                <a:close/>
                <a:moveTo>
                  <a:pt x="1828800" y="581025"/>
                </a:moveTo>
                <a:lnTo>
                  <a:pt x="1838325" y="581025"/>
                </a:lnTo>
                <a:lnTo>
                  <a:pt x="1838325" y="685800"/>
                </a:lnTo>
                <a:lnTo>
                  <a:pt x="1828800" y="685800"/>
                </a:lnTo>
                <a:close/>
                <a:moveTo>
                  <a:pt x="828675" y="600075"/>
                </a:moveTo>
                <a:lnTo>
                  <a:pt x="838200" y="600075"/>
                </a:lnTo>
                <a:lnTo>
                  <a:pt x="838200" y="609600"/>
                </a:lnTo>
                <a:lnTo>
                  <a:pt x="828675" y="609600"/>
                </a:lnTo>
                <a:close/>
                <a:moveTo>
                  <a:pt x="1743075" y="600075"/>
                </a:moveTo>
                <a:lnTo>
                  <a:pt x="1762125" y="600075"/>
                </a:lnTo>
                <a:lnTo>
                  <a:pt x="1762125" y="609600"/>
                </a:lnTo>
                <a:lnTo>
                  <a:pt x="1743075" y="609600"/>
                </a:lnTo>
                <a:close/>
                <a:moveTo>
                  <a:pt x="219075" y="609600"/>
                </a:moveTo>
                <a:lnTo>
                  <a:pt x="228600" y="609600"/>
                </a:lnTo>
                <a:lnTo>
                  <a:pt x="228600" y="1057275"/>
                </a:lnTo>
                <a:lnTo>
                  <a:pt x="219075" y="1057275"/>
                </a:lnTo>
                <a:close/>
                <a:moveTo>
                  <a:pt x="685800" y="609600"/>
                </a:moveTo>
                <a:lnTo>
                  <a:pt x="695325" y="609600"/>
                </a:lnTo>
                <a:lnTo>
                  <a:pt x="695325" y="619125"/>
                </a:lnTo>
                <a:lnTo>
                  <a:pt x="685800" y="619125"/>
                </a:lnTo>
                <a:close/>
                <a:moveTo>
                  <a:pt x="742950" y="609600"/>
                </a:moveTo>
                <a:lnTo>
                  <a:pt x="762000" y="609600"/>
                </a:lnTo>
                <a:lnTo>
                  <a:pt x="762000" y="619125"/>
                </a:lnTo>
                <a:lnTo>
                  <a:pt x="742950" y="619125"/>
                </a:lnTo>
                <a:close/>
                <a:moveTo>
                  <a:pt x="676275" y="628650"/>
                </a:moveTo>
                <a:lnTo>
                  <a:pt x="685800" y="628650"/>
                </a:lnTo>
                <a:lnTo>
                  <a:pt x="685800" y="647700"/>
                </a:lnTo>
                <a:lnTo>
                  <a:pt x="676275" y="647700"/>
                </a:lnTo>
                <a:close/>
                <a:moveTo>
                  <a:pt x="838200" y="628650"/>
                </a:moveTo>
                <a:lnTo>
                  <a:pt x="847725" y="628650"/>
                </a:lnTo>
                <a:lnTo>
                  <a:pt x="847725" y="638175"/>
                </a:lnTo>
                <a:lnTo>
                  <a:pt x="838200" y="638175"/>
                </a:lnTo>
                <a:close/>
                <a:moveTo>
                  <a:pt x="1438275" y="628650"/>
                </a:moveTo>
                <a:lnTo>
                  <a:pt x="1447800" y="628650"/>
                </a:lnTo>
                <a:lnTo>
                  <a:pt x="1447800" y="638175"/>
                </a:lnTo>
                <a:lnTo>
                  <a:pt x="1438275" y="638175"/>
                </a:lnTo>
                <a:close/>
                <a:moveTo>
                  <a:pt x="1590675" y="628650"/>
                </a:moveTo>
                <a:lnTo>
                  <a:pt x="1628775" y="628650"/>
                </a:lnTo>
                <a:lnTo>
                  <a:pt x="1628775" y="638175"/>
                </a:lnTo>
                <a:lnTo>
                  <a:pt x="1600200" y="638175"/>
                </a:lnTo>
                <a:lnTo>
                  <a:pt x="1600200" y="657225"/>
                </a:lnTo>
                <a:lnTo>
                  <a:pt x="1590675" y="657225"/>
                </a:lnTo>
                <a:close/>
                <a:moveTo>
                  <a:pt x="1657350" y="628650"/>
                </a:moveTo>
                <a:lnTo>
                  <a:pt x="1676400" y="628650"/>
                </a:lnTo>
                <a:lnTo>
                  <a:pt x="1676400" y="657225"/>
                </a:lnTo>
                <a:lnTo>
                  <a:pt x="1666875" y="657225"/>
                </a:lnTo>
                <a:lnTo>
                  <a:pt x="1666875" y="666750"/>
                </a:lnTo>
                <a:lnTo>
                  <a:pt x="1657350" y="666750"/>
                </a:lnTo>
                <a:close/>
                <a:moveTo>
                  <a:pt x="1504950" y="638175"/>
                </a:moveTo>
                <a:lnTo>
                  <a:pt x="1514475" y="638175"/>
                </a:lnTo>
                <a:lnTo>
                  <a:pt x="1514475" y="647700"/>
                </a:lnTo>
                <a:lnTo>
                  <a:pt x="1504950" y="647700"/>
                </a:lnTo>
                <a:close/>
                <a:moveTo>
                  <a:pt x="1485900" y="647700"/>
                </a:moveTo>
                <a:lnTo>
                  <a:pt x="1495425" y="647700"/>
                </a:lnTo>
                <a:lnTo>
                  <a:pt x="1495425" y="657225"/>
                </a:lnTo>
                <a:lnTo>
                  <a:pt x="1485900" y="657225"/>
                </a:lnTo>
                <a:close/>
                <a:moveTo>
                  <a:pt x="666750" y="657225"/>
                </a:moveTo>
                <a:lnTo>
                  <a:pt x="676275" y="657225"/>
                </a:lnTo>
                <a:lnTo>
                  <a:pt x="676275" y="666750"/>
                </a:lnTo>
                <a:lnTo>
                  <a:pt x="666750" y="666750"/>
                </a:lnTo>
                <a:close/>
                <a:moveTo>
                  <a:pt x="847725" y="657225"/>
                </a:moveTo>
                <a:lnTo>
                  <a:pt x="857250" y="657225"/>
                </a:lnTo>
                <a:lnTo>
                  <a:pt x="857250" y="666750"/>
                </a:lnTo>
                <a:lnTo>
                  <a:pt x="847725" y="666750"/>
                </a:lnTo>
                <a:close/>
                <a:moveTo>
                  <a:pt x="1600200" y="657225"/>
                </a:moveTo>
                <a:lnTo>
                  <a:pt x="1609725" y="657225"/>
                </a:lnTo>
                <a:lnTo>
                  <a:pt x="1609725" y="666750"/>
                </a:lnTo>
                <a:lnTo>
                  <a:pt x="1600200" y="666750"/>
                </a:lnTo>
                <a:close/>
                <a:moveTo>
                  <a:pt x="723900" y="666750"/>
                </a:moveTo>
                <a:lnTo>
                  <a:pt x="733425" y="666750"/>
                </a:lnTo>
                <a:lnTo>
                  <a:pt x="733425" y="695325"/>
                </a:lnTo>
                <a:lnTo>
                  <a:pt x="723900" y="695325"/>
                </a:lnTo>
                <a:close/>
                <a:moveTo>
                  <a:pt x="762000" y="666750"/>
                </a:moveTo>
                <a:lnTo>
                  <a:pt x="771525" y="666750"/>
                </a:lnTo>
                <a:lnTo>
                  <a:pt x="771525" y="676275"/>
                </a:lnTo>
                <a:lnTo>
                  <a:pt x="762000" y="676275"/>
                </a:lnTo>
                <a:close/>
                <a:moveTo>
                  <a:pt x="857250" y="666750"/>
                </a:moveTo>
                <a:lnTo>
                  <a:pt x="866775" y="666750"/>
                </a:lnTo>
                <a:lnTo>
                  <a:pt x="866775" y="676275"/>
                </a:lnTo>
                <a:lnTo>
                  <a:pt x="857250" y="676275"/>
                </a:lnTo>
                <a:close/>
                <a:moveTo>
                  <a:pt x="1514475" y="666750"/>
                </a:moveTo>
                <a:lnTo>
                  <a:pt x="1533525" y="666750"/>
                </a:lnTo>
                <a:lnTo>
                  <a:pt x="1533525" y="676275"/>
                </a:lnTo>
                <a:lnTo>
                  <a:pt x="1514475" y="676275"/>
                </a:lnTo>
                <a:close/>
                <a:moveTo>
                  <a:pt x="1743075" y="666750"/>
                </a:moveTo>
                <a:lnTo>
                  <a:pt x="1762125" y="666750"/>
                </a:lnTo>
                <a:lnTo>
                  <a:pt x="1762125" y="676275"/>
                </a:lnTo>
                <a:lnTo>
                  <a:pt x="1743075" y="676275"/>
                </a:lnTo>
                <a:close/>
                <a:moveTo>
                  <a:pt x="1943100" y="666750"/>
                </a:moveTo>
                <a:lnTo>
                  <a:pt x="1952625" y="666750"/>
                </a:lnTo>
                <a:lnTo>
                  <a:pt x="1952625" y="685800"/>
                </a:lnTo>
                <a:lnTo>
                  <a:pt x="1943100" y="685800"/>
                </a:lnTo>
                <a:close/>
                <a:moveTo>
                  <a:pt x="2419350" y="666750"/>
                </a:moveTo>
                <a:lnTo>
                  <a:pt x="2428875" y="666750"/>
                </a:lnTo>
                <a:lnTo>
                  <a:pt x="2428875" y="723900"/>
                </a:lnTo>
                <a:lnTo>
                  <a:pt x="2419350" y="723900"/>
                </a:lnTo>
                <a:close/>
                <a:moveTo>
                  <a:pt x="771525" y="676275"/>
                </a:moveTo>
                <a:lnTo>
                  <a:pt x="781050" y="676275"/>
                </a:lnTo>
                <a:lnTo>
                  <a:pt x="781050" y="685800"/>
                </a:lnTo>
                <a:lnTo>
                  <a:pt x="771525" y="685800"/>
                </a:lnTo>
                <a:close/>
                <a:moveTo>
                  <a:pt x="1381125" y="676275"/>
                </a:moveTo>
                <a:lnTo>
                  <a:pt x="1400175" y="676275"/>
                </a:lnTo>
                <a:lnTo>
                  <a:pt x="1400175" y="685800"/>
                </a:lnTo>
                <a:lnTo>
                  <a:pt x="1381125" y="685800"/>
                </a:lnTo>
                <a:close/>
                <a:moveTo>
                  <a:pt x="1504950" y="676275"/>
                </a:moveTo>
                <a:lnTo>
                  <a:pt x="1514475" y="676275"/>
                </a:lnTo>
                <a:lnTo>
                  <a:pt x="1514475" y="685800"/>
                </a:lnTo>
                <a:lnTo>
                  <a:pt x="1504950" y="685800"/>
                </a:lnTo>
                <a:close/>
                <a:moveTo>
                  <a:pt x="1219200" y="685800"/>
                </a:moveTo>
                <a:lnTo>
                  <a:pt x="1238250" y="685800"/>
                </a:lnTo>
                <a:lnTo>
                  <a:pt x="1238250" y="695325"/>
                </a:lnTo>
                <a:lnTo>
                  <a:pt x="1219200" y="695325"/>
                </a:lnTo>
                <a:close/>
                <a:moveTo>
                  <a:pt x="1495425" y="685800"/>
                </a:moveTo>
                <a:lnTo>
                  <a:pt x="1504950" y="685800"/>
                </a:lnTo>
                <a:lnTo>
                  <a:pt x="1504950" y="695325"/>
                </a:lnTo>
                <a:lnTo>
                  <a:pt x="1495425" y="695325"/>
                </a:lnTo>
                <a:close/>
                <a:moveTo>
                  <a:pt x="762000" y="695325"/>
                </a:moveTo>
                <a:lnTo>
                  <a:pt x="771525" y="695325"/>
                </a:lnTo>
                <a:lnTo>
                  <a:pt x="771525" y="714375"/>
                </a:lnTo>
                <a:lnTo>
                  <a:pt x="762000" y="714375"/>
                </a:lnTo>
                <a:close/>
                <a:moveTo>
                  <a:pt x="1038225" y="695325"/>
                </a:moveTo>
                <a:lnTo>
                  <a:pt x="1057275" y="695325"/>
                </a:lnTo>
                <a:lnTo>
                  <a:pt x="1057275" y="704850"/>
                </a:lnTo>
                <a:lnTo>
                  <a:pt x="1038225" y="704850"/>
                </a:lnTo>
                <a:close/>
                <a:moveTo>
                  <a:pt x="1114425" y="695325"/>
                </a:moveTo>
                <a:lnTo>
                  <a:pt x="1209675" y="695325"/>
                </a:lnTo>
                <a:lnTo>
                  <a:pt x="1209675" y="704850"/>
                </a:lnTo>
                <a:lnTo>
                  <a:pt x="1114425" y="704850"/>
                </a:lnTo>
                <a:close/>
                <a:moveTo>
                  <a:pt x="1238250" y="695325"/>
                </a:moveTo>
                <a:lnTo>
                  <a:pt x="1247775" y="695325"/>
                </a:lnTo>
                <a:lnTo>
                  <a:pt x="1247775" y="704850"/>
                </a:lnTo>
                <a:lnTo>
                  <a:pt x="1238250" y="704850"/>
                </a:lnTo>
                <a:close/>
                <a:moveTo>
                  <a:pt x="1295400" y="695325"/>
                </a:moveTo>
                <a:lnTo>
                  <a:pt x="1323975" y="695325"/>
                </a:lnTo>
                <a:lnTo>
                  <a:pt x="1323975" y="704850"/>
                </a:lnTo>
                <a:lnTo>
                  <a:pt x="1295400" y="704850"/>
                </a:lnTo>
                <a:close/>
                <a:moveTo>
                  <a:pt x="1352550" y="695325"/>
                </a:moveTo>
                <a:lnTo>
                  <a:pt x="1362075" y="695325"/>
                </a:lnTo>
                <a:lnTo>
                  <a:pt x="1362075" y="704850"/>
                </a:lnTo>
                <a:lnTo>
                  <a:pt x="1352550" y="704850"/>
                </a:lnTo>
                <a:close/>
                <a:moveTo>
                  <a:pt x="1419225" y="695325"/>
                </a:moveTo>
                <a:lnTo>
                  <a:pt x="1428750" y="695325"/>
                </a:lnTo>
                <a:lnTo>
                  <a:pt x="1428750" y="704850"/>
                </a:lnTo>
                <a:lnTo>
                  <a:pt x="1419225" y="704850"/>
                </a:lnTo>
                <a:close/>
                <a:moveTo>
                  <a:pt x="1476375" y="695325"/>
                </a:moveTo>
                <a:lnTo>
                  <a:pt x="1485900" y="695325"/>
                </a:lnTo>
                <a:lnTo>
                  <a:pt x="1485900" y="704850"/>
                </a:lnTo>
                <a:lnTo>
                  <a:pt x="1476375" y="704850"/>
                </a:lnTo>
                <a:close/>
                <a:moveTo>
                  <a:pt x="1638300" y="695325"/>
                </a:moveTo>
                <a:lnTo>
                  <a:pt x="1657350" y="695325"/>
                </a:lnTo>
                <a:lnTo>
                  <a:pt x="1657350" y="704850"/>
                </a:lnTo>
                <a:lnTo>
                  <a:pt x="1638300" y="704850"/>
                </a:lnTo>
                <a:close/>
                <a:moveTo>
                  <a:pt x="1838325" y="695325"/>
                </a:moveTo>
                <a:lnTo>
                  <a:pt x="1847850" y="695325"/>
                </a:lnTo>
                <a:lnTo>
                  <a:pt x="1847850" y="714375"/>
                </a:lnTo>
                <a:lnTo>
                  <a:pt x="1838325" y="714375"/>
                </a:lnTo>
                <a:close/>
                <a:moveTo>
                  <a:pt x="885825" y="704850"/>
                </a:moveTo>
                <a:lnTo>
                  <a:pt x="904875" y="704850"/>
                </a:lnTo>
                <a:lnTo>
                  <a:pt x="904875" y="714375"/>
                </a:lnTo>
                <a:lnTo>
                  <a:pt x="885825" y="714375"/>
                </a:lnTo>
                <a:close/>
                <a:moveTo>
                  <a:pt x="1247775" y="704850"/>
                </a:moveTo>
                <a:lnTo>
                  <a:pt x="1285875" y="704850"/>
                </a:lnTo>
                <a:lnTo>
                  <a:pt x="1285875" y="723900"/>
                </a:lnTo>
                <a:lnTo>
                  <a:pt x="1257300" y="723900"/>
                </a:lnTo>
                <a:lnTo>
                  <a:pt x="1257300" y="714375"/>
                </a:lnTo>
                <a:lnTo>
                  <a:pt x="1247775" y="714375"/>
                </a:lnTo>
                <a:close/>
                <a:moveTo>
                  <a:pt x="1590675" y="704850"/>
                </a:moveTo>
                <a:lnTo>
                  <a:pt x="1609725" y="704850"/>
                </a:lnTo>
                <a:lnTo>
                  <a:pt x="1609725" y="714375"/>
                </a:lnTo>
                <a:lnTo>
                  <a:pt x="1590675" y="714375"/>
                </a:lnTo>
                <a:close/>
                <a:moveTo>
                  <a:pt x="1666875" y="704850"/>
                </a:moveTo>
                <a:lnTo>
                  <a:pt x="1676400" y="704850"/>
                </a:lnTo>
                <a:lnTo>
                  <a:pt x="1676400" y="714375"/>
                </a:lnTo>
                <a:lnTo>
                  <a:pt x="1666875" y="714375"/>
                </a:lnTo>
                <a:close/>
                <a:moveTo>
                  <a:pt x="771525" y="714375"/>
                </a:moveTo>
                <a:lnTo>
                  <a:pt x="781050" y="714375"/>
                </a:lnTo>
                <a:lnTo>
                  <a:pt x="781050" y="723900"/>
                </a:lnTo>
                <a:lnTo>
                  <a:pt x="771525" y="723900"/>
                </a:lnTo>
                <a:close/>
                <a:moveTo>
                  <a:pt x="800100" y="714375"/>
                </a:moveTo>
                <a:lnTo>
                  <a:pt x="819150" y="714375"/>
                </a:lnTo>
                <a:lnTo>
                  <a:pt x="819150" y="723900"/>
                </a:lnTo>
                <a:lnTo>
                  <a:pt x="800100" y="723900"/>
                </a:lnTo>
                <a:close/>
                <a:moveTo>
                  <a:pt x="1762125" y="714375"/>
                </a:moveTo>
                <a:lnTo>
                  <a:pt x="1771650" y="714375"/>
                </a:lnTo>
                <a:lnTo>
                  <a:pt x="1771650" y="723900"/>
                </a:lnTo>
                <a:lnTo>
                  <a:pt x="1762125" y="723900"/>
                </a:lnTo>
                <a:close/>
                <a:moveTo>
                  <a:pt x="1943100" y="714375"/>
                </a:moveTo>
                <a:lnTo>
                  <a:pt x="1952625" y="714375"/>
                </a:lnTo>
                <a:lnTo>
                  <a:pt x="1952625" y="904875"/>
                </a:lnTo>
                <a:lnTo>
                  <a:pt x="1943100" y="904875"/>
                </a:lnTo>
                <a:close/>
                <a:moveTo>
                  <a:pt x="2209800" y="714375"/>
                </a:moveTo>
                <a:lnTo>
                  <a:pt x="2219325" y="714375"/>
                </a:lnTo>
                <a:lnTo>
                  <a:pt x="2219325" y="771525"/>
                </a:lnTo>
                <a:lnTo>
                  <a:pt x="2209800" y="771525"/>
                </a:lnTo>
                <a:close/>
                <a:moveTo>
                  <a:pt x="704850" y="723900"/>
                </a:moveTo>
                <a:lnTo>
                  <a:pt x="714375" y="723900"/>
                </a:lnTo>
                <a:lnTo>
                  <a:pt x="714375" y="733425"/>
                </a:lnTo>
                <a:lnTo>
                  <a:pt x="704850" y="733425"/>
                </a:lnTo>
                <a:close/>
                <a:moveTo>
                  <a:pt x="1019175" y="723900"/>
                </a:moveTo>
                <a:lnTo>
                  <a:pt x="1095375" y="723900"/>
                </a:lnTo>
                <a:lnTo>
                  <a:pt x="1095375" y="733425"/>
                </a:lnTo>
                <a:lnTo>
                  <a:pt x="1019175" y="733425"/>
                </a:lnTo>
                <a:close/>
                <a:moveTo>
                  <a:pt x="1247775" y="723900"/>
                </a:moveTo>
                <a:lnTo>
                  <a:pt x="1257300" y="723900"/>
                </a:lnTo>
                <a:lnTo>
                  <a:pt x="1257300" y="733425"/>
                </a:lnTo>
                <a:lnTo>
                  <a:pt x="1247775" y="733425"/>
                </a:lnTo>
                <a:close/>
                <a:moveTo>
                  <a:pt x="1438275" y="723900"/>
                </a:moveTo>
                <a:lnTo>
                  <a:pt x="1466850" y="723900"/>
                </a:lnTo>
                <a:lnTo>
                  <a:pt x="1466850" y="733425"/>
                </a:lnTo>
                <a:lnTo>
                  <a:pt x="1438275" y="733425"/>
                </a:lnTo>
                <a:close/>
                <a:moveTo>
                  <a:pt x="1514475" y="723900"/>
                </a:moveTo>
                <a:lnTo>
                  <a:pt x="1524000" y="723900"/>
                </a:lnTo>
                <a:lnTo>
                  <a:pt x="1524000" y="733425"/>
                </a:lnTo>
                <a:lnTo>
                  <a:pt x="1514475" y="733425"/>
                </a:lnTo>
                <a:close/>
                <a:moveTo>
                  <a:pt x="1543050" y="723900"/>
                </a:moveTo>
                <a:lnTo>
                  <a:pt x="1552575" y="723900"/>
                </a:lnTo>
                <a:lnTo>
                  <a:pt x="1552575" y="733425"/>
                </a:lnTo>
                <a:lnTo>
                  <a:pt x="1543050" y="733425"/>
                </a:lnTo>
                <a:close/>
                <a:moveTo>
                  <a:pt x="866775" y="733425"/>
                </a:moveTo>
                <a:lnTo>
                  <a:pt x="895350" y="733425"/>
                </a:lnTo>
                <a:lnTo>
                  <a:pt x="895350" y="742950"/>
                </a:lnTo>
                <a:lnTo>
                  <a:pt x="866775" y="742950"/>
                </a:lnTo>
                <a:close/>
                <a:moveTo>
                  <a:pt x="1009650" y="733425"/>
                </a:moveTo>
                <a:lnTo>
                  <a:pt x="1019175" y="733425"/>
                </a:lnTo>
                <a:lnTo>
                  <a:pt x="1019175" y="742950"/>
                </a:lnTo>
                <a:lnTo>
                  <a:pt x="1009650" y="742950"/>
                </a:lnTo>
                <a:close/>
                <a:moveTo>
                  <a:pt x="1104900" y="733425"/>
                </a:moveTo>
                <a:lnTo>
                  <a:pt x="1114425" y="733425"/>
                </a:lnTo>
                <a:lnTo>
                  <a:pt x="1114425" y="742950"/>
                </a:lnTo>
                <a:lnTo>
                  <a:pt x="1104900" y="742950"/>
                </a:lnTo>
                <a:close/>
                <a:moveTo>
                  <a:pt x="1495425" y="733425"/>
                </a:moveTo>
                <a:lnTo>
                  <a:pt x="1514475" y="733425"/>
                </a:lnTo>
                <a:lnTo>
                  <a:pt x="1514475" y="742950"/>
                </a:lnTo>
                <a:lnTo>
                  <a:pt x="1495425" y="742950"/>
                </a:lnTo>
                <a:close/>
                <a:moveTo>
                  <a:pt x="1552575" y="733425"/>
                </a:moveTo>
                <a:lnTo>
                  <a:pt x="1562100" y="733425"/>
                </a:lnTo>
                <a:lnTo>
                  <a:pt x="1562100" y="742950"/>
                </a:lnTo>
                <a:lnTo>
                  <a:pt x="1552575" y="742950"/>
                </a:lnTo>
                <a:close/>
                <a:moveTo>
                  <a:pt x="857250" y="742950"/>
                </a:moveTo>
                <a:lnTo>
                  <a:pt x="866775" y="742950"/>
                </a:lnTo>
                <a:lnTo>
                  <a:pt x="866775" y="752475"/>
                </a:lnTo>
                <a:lnTo>
                  <a:pt x="857250" y="752475"/>
                </a:lnTo>
                <a:close/>
                <a:moveTo>
                  <a:pt x="895350" y="742950"/>
                </a:moveTo>
                <a:lnTo>
                  <a:pt x="904875" y="742950"/>
                </a:lnTo>
                <a:lnTo>
                  <a:pt x="904875" y="752475"/>
                </a:lnTo>
                <a:lnTo>
                  <a:pt x="914400" y="752475"/>
                </a:lnTo>
                <a:lnTo>
                  <a:pt x="914400" y="762000"/>
                </a:lnTo>
                <a:lnTo>
                  <a:pt x="933450" y="762000"/>
                </a:lnTo>
                <a:lnTo>
                  <a:pt x="933450" y="771525"/>
                </a:lnTo>
                <a:lnTo>
                  <a:pt x="971550" y="771525"/>
                </a:lnTo>
                <a:lnTo>
                  <a:pt x="971550" y="781050"/>
                </a:lnTo>
                <a:lnTo>
                  <a:pt x="990600" y="781050"/>
                </a:lnTo>
                <a:lnTo>
                  <a:pt x="990600" y="762000"/>
                </a:lnTo>
                <a:lnTo>
                  <a:pt x="1000125" y="762000"/>
                </a:lnTo>
                <a:lnTo>
                  <a:pt x="1000125" y="866775"/>
                </a:lnTo>
                <a:lnTo>
                  <a:pt x="962025" y="866775"/>
                </a:lnTo>
                <a:lnTo>
                  <a:pt x="962025" y="790575"/>
                </a:lnTo>
                <a:lnTo>
                  <a:pt x="952500" y="790575"/>
                </a:lnTo>
                <a:lnTo>
                  <a:pt x="952500" y="781050"/>
                </a:lnTo>
                <a:lnTo>
                  <a:pt x="895350" y="781050"/>
                </a:lnTo>
                <a:close/>
                <a:moveTo>
                  <a:pt x="1000125" y="742950"/>
                </a:moveTo>
                <a:lnTo>
                  <a:pt x="1009650" y="742950"/>
                </a:lnTo>
                <a:lnTo>
                  <a:pt x="1009650" y="752475"/>
                </a:lnTo>
                <a:lnTo>
                  <a:pt x="1000125" y="752475"/>
                </a:lnTo>
                <a:close/>
                <a:moveTo>
                  <a:pt x="1114425" y="742950"/>
                </a:moveTo>
                <a:lnTo>
                  <a:pt x="1123950" y="742950"/>
                </a:lnTo>
                <a:lnTo>
                  <a:pt x="1123950" y="752475"/>
                </a:lnTo>
                <a:lnTo>
                  <a:pt x="1114425" y="752475"/>
                </a:lnTo>
                <a:close/>
                <a:moveTo>
                  <a:pt x="847725" y="752475"/>
                </a:moveTo>
                <a:lnTo>
                  <a:pt x="857250" y="752475"/>
                </a:lnTo>
                <a:lnTo>
                  <a:pt x="857250" y="762000"/>
                </a:lnTo>
                <a:lnTo>
                  <a:pt x="847725" y="762000"/>
                </a:lnTo>
                <a:close/>
                <a:moveTo>
                  <a:pt x="1400175" y="752475"/>
                </a:moveTo>
                <a:lnTo>
                  <a:pt x="1409700" y="752475"/>
                </a:lnTo>
                <a:lnTo>
                  <a:pt x="1409700" y="771525"/>
                </a:lnTo>
                <a:lnTo>
                  <a:pt x="1400175" y="771525"/>
                </a:lnTo>
                <a:close/>
                <a:moveTo>
                  <a:pt x="1562100" y="752475"/>
                </a:moveTo>
                <a:lnTo>
                  <a:pt x="1571625" y="752475"/>
                </a:lnTo>
                <a:lnTo>
                  <a:pt x="1571625" y="762000"/>
                </a:lnTo>
                <a:lnTo>
                  <a:pt x="1590675" y="762000"/>
                </a:lnTo>
                <a:lnTo>
                  <a:pt x="1590675" y="771525"/>
                </a:lnTo>
                <a:lnTo>
                  <a:pt x="1581150" y="771525"/>
                </a:lnTo>
                <a:lnTo>
                  <a:pt x="1581150" y="781050"/>
                </a:lnTo>
                <a:lnTo>
                  <a:pt x="1571625" y="781050"/>
                </a:lnTo>
                <a:lnTo>
                  <a:pt x="1571625" y="771525"/>
                </a:lnTo>
                <a:lnTo>
                  <a:pt x="1562100" y="771525"/>
                </a:lnTo>
                <a:close/>
                <a:moveTo>
                  <a:pt x="1600200" y="752475"/>
                </a:moveTo>
                <a:lnTo>
                  <a:pt x="1657350" y="752475"/>
                </a:lnTo>
                <a:lnTo>
                  <a:pt x="1657350" y="762000"/>
                </a:lnTo>
                <a:lnTo>
                  <a:pt x="1600200" y="762000"/>
                </a:lnTo>
                <a:close/>
                <a:moveTo>
                  <a:pt x="838200" y="762000"/>
                </a:moveTo>
                <a:lnTo>
                  <a:pt x="847725" y="762000"/>
                </a:lnTo>
                <a:lnTo>
                  <a:pt x="847725" y="771525"/>
                </a:lnTo>
                <a:lnTo>
                  <a:pt x="838200" y="771525"/>
                </a:lnTo>
                <a:close/>
                <a:moveTo>
                  <a:pt x="1123950" y="762000"/>
                </a:moveTo>
                <a:lnTo>
                  <a:pt x="1133475" y="762000"/>
                </a:lnTo>
                <a:lnTo>
                  <a:pt x="1133475" y="771525"/>
                </a:lnTo>
                <a:lnTo>
                  <a:pt x="1152525" y="771525"/>
                </a:lnTo>
                <a:lnTo>
                  <a:pt x="1152525" y="762000"/>
                </a:lnTo>
                <a:lnTo>
                  <a:pt x="1162050" y="762000"/>
                </a:lnTo>
                <a:lnTo>
                  <a:pt x="1162050" y="771525"/>
                </a:lnTo>
                <a:lnTo>
                  <a:pt x="1152525" y="771525"/>
                </a:lnTo>
                <a:lnTo>
                  <a:pt x="1152525" y="781050"/>
                </a:lnTo>
                <a:lnTo>
                  <a:pt x="1123950" y="781050"/>
                </a:lnTo>
                <a:close/>
                <a:moveTo>
                  <a:pt x="1209675" y="762000"/>
                </a:moveTo>
                <a:lnTo>
                  <a:pt x="1219200" y="762000"/>
                </a:lnTo>
                <a:lnTo>
                  <a:pt x="1219200" y="771525"/>
                </a:lnTo>
                <a:lnTo>
                  <a:pt x="1209675" y="771525"/>
                </a:lnTo>
                <a:close/>
                <a:moveTo>
                  <a:pt x="1323975" y="762000"/>
                </a:moveTo>
                <a:lnTo>
                  <a:pt x="1333500" y="762000"/>
                </a:lnTo>
                <a:lnTo>
                  <a:pt x="1333500" y="771525"/>
                </a:lnTo>
                <a:lnTo>
                  <a:pt x="1323975" y="771525"/>
                </a:lnTo>
                <a:close/>
                <a:moveTo>
                  <a:pt x="1371600" y="762000"/>
                </a:moveTo>
                <a:lnTo>
                  <a:pt x="1381125" y="762000"/>
                </a:lnTo>
                <a:lnTo>
                  <a:pt x="1381125" y="771525"/>
                </a:lnTo>
                <a:lnTo>
                  <a:pt x="1371600" y="771525"/>
                </a:lnTo>
                <a:close/>
                <a:moveTo>
                  <a:pt x="1657350" y="762000"/>
                </a:moveTo>
                <a:lnTo>
                  <a:pt x="1666875" y="762000"/>
                </a:lnTo>
                <a:lnTo>
                  <a:pt x="1666875" y="771525"/>
                </a:lnTo>
                <a:lnTo>
                  <a:pt x="1657350" y="771525"/>
                </a:lnTo>
                <a:close/>
                <a:moveTo>
                  <a:pt x="2419350" y="762000"/>
                </a:moveTo>
                <a:lnTo>
                  <a:pt x="2428875" y="762000"/>
                </a:lnTo>
                <a:lnTo>
                  <a:pt x="2428875" y="809625"/>
                </a:lnTo>
                <a:lnTo>
                  <a:pt x="2419350" y="809625"/>
                </a:lnTo>
                <a:close/>
                <a:moveTo>
                  <a:pt x="819150" y="771525"/>
                </a:moveTo>
                <a:lnTo>
                  <a:pt x="838200" y="771525"/>
                </a:lnTo>
                <a:lnTo>
                  <a:pt x="838200" y="781050"/>
                </a:lnTo>
                <a:lnTo>
                  <a:pt x="819150" y="781050"/>
                </a:lnTo>
                <a:close/>
                <a:moveTo>
                  <a:pt x="1238250" y="771525"/>
                </a:moveTo>
                <a:lnTo>
                  <a:pt x="1247775" y="771525"/>
                </a:lnTo>
                <a:lnTo>
                  <a:pt x="1247775" y="781050"/>
                </a:lnTo>
                <a:lnTo>
                  <a:pt x="1238250" y="781050"/>
                </a:lnTo>
                <a:close/>
                <a:moveTo>
                  <a:pt x="1295400" y="771525"/>
                </a:moveTo>
                <a:lnTo>
                  <a:pt x="1304925" y="771525"/>
                </a:lnTo>
                <a:lnTo>
                  <a:pt x="1304925" y="781050"/>
                </a:lnTo>
                <a:lnTo>
                  <a:pt x="1295400" y="781050"/>
                </a:lnTo>
                <a:close/>
                <a:moveTo>
                  <a:pt x="1666875" y="771525"/>
                </a:moveTo>
                <a:lnTo>
                  <a:pt x="1676400" y="771525"/>
                </a:lnTo>
                <a:lnTo>
                  <a:pt x="1676400" y="781050"/>
                </a:lnTo>
                <a:lnTo>
                  <a:pt x="1666875" y="781050"/>
                </a:lnTo>
                <a:close/>
                <a:moveTo>
                  <a:pt x="1676400" y="781050"/>
                </a:moveTo>
                <a:lnTo>
                  <a:pt x="1685925" y="781050"/>
                </a:lnTo>
                <a:lnTo>
                  <a:pt x="1685925" y="800100"/>
                </a:lnTo>
                <a:lnTo>
                  <a:pt x="1676400" y="800100"/>
                </a:lnTo>
                <a:close/>
                <a:moveTo>
                  <a:pt x="638175" y="790575"/>
                </a:moveTo>
                <a:lnTo>
                  <a:pt x="733425" y="790575"/>
                </a:lnTo>
                <a:lnTo>
                  <a:pt x="733425" y="800100"/>
                </a:lnTo>
                <a:lnTo>
                  <a:pt x="638175" y="800100"/>
                </a:lnTo>
                <a:close/>
                <a:moveTo>
                  <a:pt x="1724025" y="790575"/>
                </a:moveTo>
                <a:lnTo>
                  <a:pt x="1819275" y="790575"/>
                </a:lnTo>
                <a:lnTo>
                  <a:pt x="1819275" y="800100"/>
                </a:lnTo>
                <a:lnTo>
                  <a:pt x="1724025" y="800100"/>
                </a:lnTo>
                <a:close/>
                <a:moveTo>
                  <a:pt x="628650" y="800100"/>
                </a:moveTo>
                <a:lnTo>
                  <a:pt x="638175" y="800100"/>
                </a:lnTo>
                <a:lnTo>
                  <a:pt x="638175" y="809625"/>
                </a:lnTo>
                <a:lnTo>
                  <a:pt x="628650" y="809625"/>
                </a:lnTo>
                <a:close/>
                <a:moveTo>
                  <a:pt x="790575" y="800100"/>
                </a:moveTo>
                <a:lnTo>
                  <a:pt x="800100" y="800100"/>
                </a:lnTo>
                <a:lnTo>
                  <a:pt x="800100" y="809625"/>
                </a:lnTo>
                <a:lnTo>
                  <a:pt x="790575" y="809625"/>
                </a:lnTo>
                <a:close/>
                <a:moveTo>
                  <a:pt x="981075" y="800100"/>
                </a:moveTo>
                <a:lnTo>
                  <a:pt x="990600" y="800100"/>
                </a:lnTo>
                <a:lnTo>
                  <a:pt x="990600" y="790575"/>
                </a:lnTo>
                <a:lnTo>
                  <a:pt x="981075" y="790575"/>
                </a:lnTo>
                <a:close/>
                <a:moveTo>
                  <a:pt x="1714500" y="800100"/>
                </a:moveTo>
                <a:lnTo>
                  <a:pt x="1724025" y="800100"/>
                </a:lnTo>
                <a:lnTo>
                  <a:pt x="1724025" y="809625"/>
                </a:lnTo>
                <a:lnTo>
                  <a:pt x="1714500" y="809625"/>
                </a:lnTo>
                <a:close/>
                <a:moveTo>
                  <a:pt x="552450" y="809625"/>
                </a:moveTo>
                <a:lnTo>
                  <a:pt x="561975" y="809625"/>
                </a:lnTo>
                <a:lnTo>
                  <a:pt x="561975" y="847725"/>
                </a:lnTo>
                <a:lnTo>
                  <a:pt x="571500" y="847725"/>
                </a:lnTo>
                <a:lnTo>
                  <a:pt x="571500" y="857250"/>
                </a:lnTo>
                <a:lnTo>
                  <a:pt x="561975" y="857250"/>
                </a:lnTo>
                <a:lnTo>
                  <a:pt x="561975" y="876300"/>
                </a:lnTo>
                <a:lnTo>
                  <a:pt x="571500" y="876300"/>
                </a:lnTo>
                <a:lnTo>
                  <a:pt x="571500" y="885825"/>
                </a:lnTo>
                <a:lnTo>
                  <a:pt x="590550" y="885825"/>
                </a:lnTo>
                <a:lnTo>
                  <a:pt x="590550" y="895350"/>
                </a:lnTo>
                <a:lnTo>
                  <a:pt x="733425" y="895350"/>
                </a:lnTo>
                <a:lnTo>
                  <a:pt x="733425" y="904875"/>
                </a:lnTo>
                <a:lnTo>
                  <a:pt x="581025" y="904875"/>
                </a:lnTo>
                <a:lnTo>
                  <a:pt x="581025" y="895350"/>
                </a:lnTo>
                <a:lnTo>
                  <a:pt x="561975" y="895350"/>
                </a:lnTo>
                <a:lnTo>
                  <a:pt x="561975" y="885825"/>
                </a:lnTo>
                <a:lnTo>
                  <a:pt x="552450" y="885825"/>
                </a:lnTo>
                <a:close/>
                <a:moveTo>
                  <a:pt x="619125" y="809625"/>
                </a:moveTo>
                <a:lnTo>
                  <a:pt x="628650" y="809625"/>
                </a:lnTo>
                <a:lnTo>
                  <a:pt x="628650" y="819150"/>
                </a:lnTo>
                <a:lnTo>
                  <a:pt x="638175" y="819150"/>
                </a:lnTo>
                <a:lnTo>
                  <a:pt x="638175" y="828675"/>
                </a:lnTo>
                <a:lnTo>
                  <a:pt x="733425" y="828675"/>
                </a:lnTo>
                <a:lnTo>
                  <a:pt x="733425" y="838200"/>
                </a:lnTo>
                <a:lnTo>
                  <a:pt x="628650" y="838200"/>
                </a:lnTo>
                <a:lnTo>
                  <a:pt x="628650" y="828675"/>
                </a:lnTo>
                <a:lnTo>
                  <a:pt x="619125" y="828675"/>
                </a:lnTo>
                <a:close/>
                <a:moveTo>
                  <a:pt x="742950" y="809625"/>
                </a:moveTo>
                <a:lnTo>
                  <a:pt x="752475" y="809625"/>
                </a:lnTo>
                <a:lnTo>
                  <a:pt x="752475" y="819150"/>
                </a:lnTo>
                <a:lnTo>
                  <a:pt x="742950" y="819150"/>
                </a:lnTo>
                <a:close/>
                <a:moveTo>
                  <a:pt x="1181100" y="809625"/>
                </a:moveTo>
                <a:lnTo>
                  <a:pt x="1190625" y="809625"/>
                </a:lnTo>
                <a:lnTo>
                  <a:pt x="1190625" y="819150"/>
                </a:lnTo>
                <a:lnTo>
                  <a:pt x="1200150" y="819150"/>
                </a:lnTo>
                <a:lnTo>
                  <a:pt x="1200150" y="828675"/>
                </a:lnTo>
                <a:lnTo>
                  <a:pt x="1190625" y="828675"/>
                </a:lnTo>
                <a:lnTo>
                  <a:pt x="1190625" y="838200"/>
                </a:lnTo>
                <a:lnTo>
                  <a:pt x="1181100" y="838200"/>
                </a:lnTo>
                <a:lnTo>
                  <a:pt x="1181100" y="828675"/>
                </a:lnTo>
                <a:lnTo>
                  <a:pt x="1171575" y="828675"/>
                </a:lnTo>
                <a:lnTo>
                  <a:pt x="1171575" y="819150"/>
                </a:lnTo>
                <a:lnTo>
                  <a:pt x="1181100" y="819150"/>
                </a:lnTo>
                <a:close/>
                <a:moveTo>
                  <a:pt x="1828800" y="809625"/>
                </a:moveTo>
                <a:lnTo>
                  <a:pt x="1838325" y="809625"/>
                </a:lnTo>
                <a:lnTo>
                  <a:pt x="1838325" y="828675"/>
                </a:lnTo>
                <a:lnTo>
                  <a:pt x="1828800" y="828675"/>
                </a:lnTo>
                <a:close/>
                <a:moveTo>
                  <a:pt x="781050" y="819150"/>
                </a:moveTo>
                <a:lnTo>
                  <a:pt x="790575" y="819150"/>
                </a:lnTo>
                <a:lnTo>
                  <a:pt x="790575" y="866775"/>
                </a:lnTo>
                <a:lnTo>
                  <a:pt x="781050" y="866775"/>
                </a:lnTo>
                <a:close/>
                <a:moveTo>
                  <a:pt x="1714500" y="819150"/>
                </a:moveTo>
                <a:lnTo>
                  <a:pt x="1724025" y="819150"/>
                </a:lnTo>
                <a:lnTo>
                  <a:pt x="1724025" y="828675"/>
                </a:lnTo>
                <a:lnTo>
                  <a:pt x="1714500" y="828675"/>
                </a:lnTo>
                <a:close/>
                <a:moveTo>
                  <a:pt x="1724025" y="828675"/>
                </a:moveTo>
                <a:lnTo>
                  <a:pt x="1828800" y="828675"/>
                </a:lnTo>
                <a:lnTo>
                  <a:pt x="1828800" y="838200"/>
                </a:lnTo>
                <a:lnTo>
                  <a:pt x="1724025" y="838200"/>
                </a:lnTo>
                <a:close/>
                <a:moveTo>
                  <a:pt x="1876425" y="838200"/>
                </a:moveTo>
                <a:lnTo>
                  <a:pt x="1885950" y="838200"/>
                </a:lnTo>
                <a:lnTo>
                  <a:pt x="1885950" y="885825"/>
                </a:lnTo>
                <a:lnTo>
                  <a:pt x="1876425" y="885825"/>
                </a:lnTo>
                <a:lnTo>
                  <a:pt x="1876425" y="895350"/>
                </a:lnTo>
                <a:lnTo>
                  <a:pt x="1857375" y="895350"/>
                </a:lnTo>
                <a:lnTo>
                  <a:pt x="1857375" y="885825"/>
                </a:lnTo>
                <a:lnTo>
                  <a:pt x="1866900" y="885825"/>
                </a:lnTo>
                <a:lnTo>
                  <a:pt x="1866900" y="876300"/>
                </a:lnTo>
                <a:lnTo>
                  <a:pt x="1876425" y="876300"/>
                </a:lnTo>
                <a:close/>
                <a:moveTo>
                  <a:pt x="2419350" y="838200"/>
                </a:moveTo>
                <a:lnTo>
                  <a:pt x="2428875" y="838200"/>
                </a:lnTo>
                <a:lnTo>
                  <a:pt x="2428875" y="847725"/>
                </a:lnTo>
                <a:lnTo>
                  <a:pt x="2419350" y="847725"/>
                </a:lnTo>
                <a:close/>
                <a:moveTo>
                  <a:pt x="2209800" y="847725"/>
                </a:moveTo>
                <a:lnTo>
                  <a:pt x="2219325" y="847725"/>
                </a:lnTo>
                <a:lnTo>
                  <a:pt x="2219325" y="971550"/>
                </a:lnTo>
                <a:lnTo>
                  <a:pt x="2209800" y="971550"/>
                </a:lnTo>
                <a:close/>
                <a:moveTo>
                  <a:pt x="1228725" y="857250"/>
                </a:moveTo>
                <a:lnTo>
                  <a:pt x="1247775" y="857250"/>
                </a:lnTo>
                <a:lnTo>
                  <a:pt x="1247775" y="866775"/>
                </a:lnTo>
                <a:lnTo>
                  <a:pt x="1228725" y="866775"/>
                </a:lnTo>
                <a:close/>
                <a:moveTo>
                  <a:pt x="1666875" y="857250"/>
                </a:moveTo>
                <a:lnTo>
                  <a:pt x="1676400" y="857250"/>
                </a:lnTo>
                <a:lnTo>
                  <a:pt x="1676400" y="866775"/>
                </a:lnTo>
                <a:lnTo>
                  <a:pt x="1666875" y="866775"/>
                </a:lnTo>
                <a:close/>
                <a:moveTo>
                  <a:pt x="790575" y="866775"/>
                </a:moveTo>
                <a:lnTo>
                  <a:pt x="800100" y="866775"/>
                </a:lnTo>
                <a:lnTo>
                  <a:pt x="800100" y="876300"/>
                </a:lnTo>
                <a:lnTo>
                  <a:pt x="790575" y="876300"/>
                </a:lnTo>
                <a:close/>
                <a:moveTo>
                  <a:pt x="952500" y="866775"/>
                </a:moveTo>
                <a:lnTo>
                  <a:pt x="962025" y="866775"/>
                </a:lnTo>
                <a:lnTo>
                  <a:pt x="962025" y="876300"/>
                </a:lnTo>
                <a:lnTo>
                  <a:pt x="952500" y="876300"/>
                </a:lnTo>
                <a:close/>
                <a:moveTo>
                  <a:pt x="1000125" y="866775"/>
                </a:moveTo>
                <a:lnTo>
                  <a:pt x="1009650" y="866775"/>
                </a:lnTo>
                <a:lnTo>
                  <a:pt x="1009650" y="876300"/>
                </a:lnTo>
                <a:lnTo>
                  <a:pt x="1000125" y="876300"/>
                </a:lnTo>
                <a:close/>
                <a:moveTo>
                  <a:pt x="1114425" y="866775"/>
                </a:moveTo>
                <a:lnTo>
                  <a:pt x="1152525" y="866775"/>
                </a:lnTo>
                <a:lnTo>
                  <a:pt x="1152525" y="876300"/>
                </a:lnTo>
                <a:lnTo>
                  <a:pt x="1114425" y="876300"/>
                </a:lnTo>
                <a:close/>
                <a:moveTo>
                  <a:pt x="1219200" y="866775"/>
                </a:moveTo>
                <a:lnTo>
                  <a:pt x="1228725" y="866775"/>
                </a:lnTo>
                <a:lnTo>
                  <a:pt x="1228725" y="876300"/>
                </a:lnTo>
                <a:lnTo>
                  <a:pt x="1219200" y="876300"/>
                </a:lnTo>
                <a:close/>
                <a:moveTo>
                  <a:pt x="1390650" y="866775"/>
                </a:moveTo>
                <a:lnTo>
                  <a:pt x="1409700" y="866775"/>
                </a:lnTo>
                <a:lnTo>
                  <a:pt x="1409700" y="876300"/>
                </a:lnTo>
                <a:lnTo>
                  <a:pt x="1419225" y="876300"/>
                </a:lnTo>
                <a:lnTo>
                  <a:pt x="1419225" y="885825"/>
                </a:lnTo>
                <a:lnTo>
                  <a:pt x="1438275" y="885825"/>
                </a:lnTo>
                <a:lnTo>
                  <a:pt x="1438275" y="876300"/>
                </a:lnTo>
                <a:lnTo>
                  <a:pt x="1533525" y="876300"/>
                </a:lnTo>
                <a:lnTo>
                  <a:pt x="1533525" y="885825"/>
                </a:lnTo>
                <a:lnTo>
                  <a:pt x="1543050" y="885825"/>
                </a:lnTo>
                <a:lnTo>
                  <a:pt x="1543050" y="904875"/>
                </a:lnTo>
                <a:lnTo>
                  <a:pt x="1152525" y="904875"/>
                </a:lnTo>
                <a:lnTo>
                  <a:pt x="1152525" y="895350"/>
                </a:lnTo>
                <a:lnTo>
                  <a:pt x="1162050" y="895350"/>
                </a:lnTo>
                <a:lnTo>
                  <a:pt x="1162050" y="885825"/>
                </a:lnTo>
                <a:lnTo>
                  <a:pt x="1152525" y="885825"/>
                </a:lnTo>
                <a:lnTo>
                  <a:pt x="1152525" y="876300"/>
                </a:lnTo>
                <a:lnTo>
                  <a:pt x="1171575" y="876300"/>
                </a:lnTo>
                <a:lnTo>
                  <a:pt x="1171575" y="885825"/>
                </a:lnTo>
                <a:lnTo>
                  <a:pt x="1200150" y="885825"/>
                </a:lnTo>
                <a:lnTo>
                  <a:pt x="1200150" y="876300"/>
                </a:lnTo>
                <a:lnTo>
                  <a:pt x="1219200" y="876300"/>
                </a:lnTo>
                <a:lnTo>
                  <a:pt x="1219200" y="885825"/>
                </a:lnTo>
                <a:lnTo>
                  <a:pt x="1209675" y="885825"/>
                </a:lnTo>
                <a:lnTo>
                  <a:pt x="1209675" y="895350"/>
                </a:lnTo>
                <a:lnTo>
                  <a:pt x="1266825" y="895350"/>
                </a:lnTo>
                <a:lnTo>
                  <a:pt x="1266825" y="876300"/>
                </a:lnTo>
                <a:lnTo>
                  <a:pt x="1333500" y="876300"/>
                </a:lnTo>
                <a:lnTo>
                  <a:pt x="1333500" y="885825"/>
                </a:lnTo>
                <a:lnTo>
                  <a:pt x="1371600" y="885825"/>
                </a:lnTo>
                <a:lnTo>
                  <a:pt x="1371600" y="876300"/>
                </a:lnTo>
                <a:lnTo>
                  <a:pt x="1390650" y="876300"/>
                </a:lnTo>
                <a:close/>
                <a:moveTo>
                  <a:pt x="1571625" y="866775"/>
                </a:moveTo>
                <a:lnTo>
                  <a:pt x="1590675" y="866775"/>
                </a:lnTo>
                <a:lnTo>
                  <a:pt x="1590675" y="876300"/>
                </a:lnTo>
                <a:lnTo>
                  <a:pt x="1571625" y="876300"/>
                </a:lnTo>
                <a:close/>
                <a:moveTo>
                  <a:pt x="1657350" y="866775"/>
                </a:moveTo>
                <a:lnTo>
                  <a:pt x="1666875" y="866775"/>
                </a:lnTo>
                <a:lnTo>
                  <a:pt x="1666875" y="876300"/>
                </a:lnTo>
                <a:lnTo>
                  <a:pt x="1657350" y="876300"/>
                </a:lnTo>
                <a:close/>
                <a:moveTo>
                  <a:pt x="800100" y="876300"/>
                </a:moveTo>
                <a:lnTo>
                  <a:pt x="828675" y="876300"/>
                </a:lnTo>
                <a:lnTo>
                  <a:pt x="828675" y="885825"/>
                </a:lnTo>
                <a:lnTo>
                  <a:pt x="800100" y="885825"/>
                </a:lnTo>
                <a:close/>
                <a:moveTo>
                  <a:pt x="895350" y="876300"/>
                </a:moveTo>
                <a:lnTo>
                  <a:pt x="952500" y="876300"/>
                </a:lnTo>
                <a:lnTo>
                  <a:pt x="952500" y="885825"/>
                </a:lnTo>
                <a:lnTo>
                  <a:pt x="895350" y="885825"/>
                </a:lnTo>
                <a:close/>
                <a:moveTo>
                  <a:pt x="1009650" y="876300"/>
                </a:moveTo>
                <a:lnTo>
                  <a:pt x="1028700" y="876300"/>
                </a:lnTo>
                <a:lnTo>
                  <a:pt x="1028700" y="885825"/>
                </a:lnTo>
                <a:lnTo>
                  <a:pt x="1009650" y="885825"/>
                </a:lnTo>
                <a:close/>
                <a:moveTo>
                  <a:pt x="1057275" y="876300"/>
                </a:moveTo>
                <a:lnTo>
                  <a:pt x="1114425" y="876300"/>
                </a:lnTo>
                <a:lnTo>
                  <a:pt x="1114425" y="885825"/>
                </a:lnTo>
                <a:lnTo>
                  <a:pt x="1057275" y="885825"/>
                </a:lnTo>
                <a:close/>
                <a:moveTo>
                  <a:pt x="1552575" y="876300"/>
                </a:moveTo>
                <a:lnTo>
                  <a:pt x="1562100" y="876300"/>
                </a:lnTo>
                <a:lnTo>
                  <a:pt x="1562100" y="885825"/>
                </a:lnTo>
                <a:lnTo>
                  <a:pt x="1552575" y="885825"/>
                </a:lnTo>
                <a:close/>
                <a:moveTo>
                  <a:pt x="1600200" y="876300"/>
                </a:moveTo>
                <a:lnTo>
                  <a:pt x="1609725" y="876300"/>
                </a:lnTo>
                <a:lnTo>
                  <a:pt x="1609725" y="885825"/>
                </a:lnTo>
                <a:lnTo>
                  <a:pt x="1600200" y="885825"/>
                </a:lnTo>
                <a:close/>
                <a:moveTo>
                  <a:pt x="1638300" y="876300"/>
                </a:moveTo>
                <a:lnTo>
                  <a:pt x="1647825" y="876300"/>
                </a:lnTo>
                <a:lnTo>
                  <a:pt x="1647825" y="885825"/>
                </a:lnTo>
                <a:lnTo>
                  <a:pt x="1638300" y="885825"/>
                </a:lnTo>
                <a:close/>
                <a:moveTo>
                  <a:pt x="781050" y="895350"/>
                </a:moveTo>
                <a:lnTo>
                  <a:pt x="809625" y="895350"/>
                </a:lnTo>
                <a:lnTo>
                  <a:pt x="809625" y="904875"/>
                </a:lnTo>
                <a:lnTo>
                  <a:pt x="781050" y="904875"/>
                </a:lnTo>
                <a:close/>
                <a:moveTo>
                  <a:pt x="1714500" y="895350"/>
                </a:moveTo>
                <a:lnTo>
                  <a:pt x="1857375" y="895350"/>
                </a:lnTo>
                <a:lnTo>
                  <a:pt x="1857375" y="904875"/>
                </a:lnTo>
                <a:lnTo>
                  <a:pt x="1714500" y="904875"/>
                </a:lnTo>
                <a:close/>
                <a:moveTo>
                  <a:pt x="476250" y="923925"/>
                </a:moveTo>
                <a:lnTo>
                  <a:pt x="485775" y="923925"/>
                </a:lnTo>
                <a:lnTo>
                  <a:pt x="485775" y="933450"/>
                </a:lnTo>
                <a:lnTo>
                  <a:pt x="476250" y="933450"/>
                </a:lnTo>
                <a:close/>
                <a:moveTo>
                  <a:pt x="2419350" y="923925"/>
                </a:moveTo>
                <a:lnTo>
                  <a:pt x="2428875" y="923925"/>
                </a:lnTo>
                <a:lnTo>
                  <a:pt x="2428875" y="971550"/>
                </a:lnTo>
                <a:lnTo>
                  <a:pt x="2419350" y="971550"/>
                </a:lnTo>
                <a:close/>
                <a:moveTo>
                  <a:pt x="1981200" y="990600"/>
                </a:moveTo>
                <a:lnTo>
                  <a:pt x="1990725" y="990600"/>
                </a:lnTo>
                <a:lnTo>
                  <a:pt x="1990725" y="1019175"/>
                </a:lnTo>
                <a:lnTo>
                  <a:pt x="1981200" y="1019175"/>
                </a:lnTo>
                <a:close/>
                <a:moveTo>
                  <a:pt x="2000250" y="1038225"/>
                </a:moveTo>
                <a:lnTo>
                  <a:pt x="2009775" y="1038225"/>
                </a:lnTo>
                <a:lnTo>
                  <a:pt x="2009775" y="1047750"/>
                </a:lnTo>
                <a:lnTo>
                  <a:pt x="2000250" y="1047750"/>
                </a:lnTo>
                <a:close/>
                <a:moveTo>
                  <a:pt x="419100" y="1057275"/>
                </a:moveTo>
                <a:lnTo>
                  <a:pt x="428625" y="1057275"/>
                </a:lnTo>
                <a:lnTo>
                  <a:pt x="428625" y="1066800"/>
                </a:lnTo>
                <a:lnTo>
                  <a:pt x="419100" y="1066800"/>
                </a:lnTo>
                <a:close/>
                <a:moveTo>
                  <a:pt x="2009775" y="1057275"/>
                </a:moveTo>
                <a:lnTo>
                  <a:pt x="2019300" y="1057275"/>
                </a:lnTo>
                <a:lnTo>
                  <a:pt x="2019300" y="1066800"/>
                </a:lnTo>
                <a:lnTo>
                  <a:pt x="2009775" y="1066800"/>
                </a:lnTo>
                <a:close/>
                <a:moveTo>
                  <a:pt x="228600" y="1066800"/>
                </a:moveTo>
                <a:lnTo>
                  <a:pt x="238125" y="1066800"/>
                </a:lnTo>
                <a:lnTo>
                  <a:pt x="238125" y="1095375"/>
                </a:lnTo>
                <a:lnTo>
                  <a:pt x="228600" y="1095375"/>
                </a:lnTo>
                <a:close/>
                <a:moveTo>
                  <a:pt x="400050" y="1085850"/>
                </a:moveTo>
                <a:lnTo>
                  <a:pt x="409575" y="1085850"/>
                </a:lnTo>
                <a:lnTo>
                  <a:pt x="409575" y="1095375"/>
                </a:lnTo>
                <a:lnTo>
                  <a:pt x="400050" y="1095375"/>
                </a:lnTo>
                <a:close/>
                <a:moveTo>
                  <a:pt x="2038350" y="1104900"/>
                </a:moveTo>
                <a:lnTo>
                  <a:pt x="2047875" y="1104900"/>
                </a:lnTo>
                <a:lnTo>
                  <a:pt x="2047875" y="1114425"/>
                </a:lnTo>
                <a:lnTo>
                  <a:pt x="2038350" y="1114425"/>
                </a:lnTo>
                <a:close/>
                <a:moveTo>
                  <a:pt x="381000" y="1114425"/>
                </a:moveTo>
                <a:lnTo>
                  <a:pt x="390525" y="1114425"/>
                </a:lnTo>
                <a:lnTo>
                  <a:pt x="390525" y="1123950"/>
                </a:lnTo>
                <a:lnTo>
                  <a:pt x="381000" y="1123950"/>
                </a:lnTo>
                <a:close/>
                <a:moveTo>
                  <a:pt x="2047875" y="1114425"/>
                </a:moveTo>
                <a:lnTo>
                  <a:pt x="2057400" y="1114425"/>
                </a:lnTo>
                <a:lnTo>
                  <a:pt x="2057400" y="1123950"/>
                </a:lnTo>
                <a:lnTo>
                  <a:pt x="2047875" y="1123950"/>
                </a:lnTo>
                <a:close/>
                <a:moveTo>
                  <a:pt x="371475" y="1123950"/>
                </a:moveTo>
                <a:lnTo>
                  <a:pt x="381000" y="1123950"/>
                </a:lnTo>
                <a:lnTo>
                  <a:pt x="381000" y="1133475"/>
                </a:lnTo>
                <a:lnTo>
                  <a:pt x="371475" y="1133475"/>
                </a:lnTo>
                <a:close/>
                <a:moveTo>
                  <a:pt x="2057400" y="1133475"/>
                </a:moveTo>
                <a:lnTo>
                  <a:pt x="2066925" y="1133475"/>
                </a:lnTo>
                <a:lnTo>
                  <a:pt x="2066925" y="1143000"/>
                </a:lnTo>
                <a:lnTo>
                  <a:pt x="2057400" y="1143000"/>
                </a:lnTo>
                <a:close/>
                <a:moveTo>
                  <a:pt x="219075" y="1143000"/>
                </a:moveTo>
                <a:lnTo>
                  <a:pt x="228600" y="1143000"/>
                </a:lnTo>
                <a:lnTo>
                  <a:pt x="228600" y="1838325"/>
                </a:lnTo>
                <a:lnTo>
                  <a:pt x="219075" y="1838325"/>
                </a:lnTo>
                <a:close/>
                <a:moveTo>
                  <a:pt x="361950" y="1143000"/>
                </a:moveTo>
                <a:lnTo>
                  <a:pt x="371475" y="1143000"/>
                </a:lnTo>
                <a:lnTo>
                  <a:pt x="371475" y="1152525"/>
                </a:lnTo>
                <a:lnTo>
                  <a:pt x="361950" y="1152525"/>
                </a:lnTo>
                <a:close/>
                <a:moveTo>
                  <a:pt x="2066925" y="1143000"/>
                </a:moveTo>
                <a:lnTo>
                  <a:pt x="2076450" y="1143000"/>
                </a:lnTo>
                <a:lnTo>
                  <a:pt x="2076450" y="1152525"/>
                </a:lnTo>
                <a:lnTo>
                  <a:pt x="2066925" y="1152525"/>
                </a:lnTo>
                <a:close/>
                <a:moveTo>
                  <a:pt x="352425" y="1152525"/>
                </a:moveTo>
                <a:lnTo>
                  <a:pt x="361950" y="1152525"/>
                </a:lnTo>
                <a:lnTo>
                  <a:pt x="361950" y="1171575"/>
                </a:lnTo>
                <a:lnTo>
                  <a:pt x="352425" y="1171575"/>
                </a:lnTo>
                <a:close/>
                <a:moveTo>
                  <a:pt x="2076450" y="1171575"/>
                </a:moveTo>
                <a:lnTo>
                  <a:pt x="2085975" y="1171575"/>
                </a:lnTo>
                <a:lnTo>
                  <a:pt x="2085975" y="1181100"/>
                </a:lnTo>
                <a:lnTo>
                  <a:pt x="2076450" y="1181100"/>
                </a:lnTo>
                <a:close/>
                <a:moveTo>
                  <a:pt x="2209800" y="1181100"/>
                </a:moveTo>
                <a:lnTo>
                  <a:pt x="2219325" y="1181100"/>
                </a:lnTo>
                <a:lnTo>
                  <a:pt x="2219325" y="1295400"/>
                </a:lnTo>
                <a:lnTo>
                  <a:pt x="2209800" y="1295400"/>
                </a:lnTo>
                <a:close/>
                <a:moveTo>
                  <a:pt x="2419350" y="1209675"/>
                </a:moveTo>
                <a:lnTo>
                  <a:pt x="2428875" y="1209675"/>
                </a:lnTo>
                <a:lnTo>
                  <a:pt x="2428875" y="1219200"/>
                </a:lnTo>
                <a:lnTo>
                  <a:pt x="2419350" y="1219200"/>
                </a:lnTo>
                <a:close/>
                <a:moveTo>
                  <a:pt x="352425" y="1228725"/>
                </a:moveTo>
                <a:lnTo>
                  <a:pt x="361950" y="1228725"/>
                </a:lnTo>
                <a:lnTo>
                  <a:pt x="361950" y="1238250"/>
                </a:lnTo>
                <a:lnTo>
                  <a:pt x="352425" y="1238250"/>
                </a:lnTo>
                <a:close/>
                <a:moveTo>
                  <a:pt x="2076450" y="1228725"/>
                </a:moveTo>
                <a:lnTo>
                  <a:pt x="2085975" y="1228725"/>
                </a:lnTo>
                <a:lnTo>
                  <a:pt x="2085975" y="1238250"/>
                </a:lnTo>
                <a:lnTo>
                  <a:pt x="2076450" y="1238250"/>
                </a:lnTo>
                <a:close/>
                <a:moveTo>
                  <a:pt x="2066925" y="1257300"/>
                </a:moveTo>
                <a:lnTo>
                  <a:pt x="2076450" y="1257300"/>
                </a:lnTo>
                <a:lnTo>
                  <a:pt x="2076450" y="1266825"/>
                </a:lnTo>
                <a:lnTo>
                  <a:pt x="2066925" y="1266825"/>
                </a:lnTo>
                <a:close/>
                <a:moveTo>
                  <a:pt x="2057400" y="1276350"/>
                </a:moveTo>
                <a:lnTo>
                  <a:pt x="2066925" y="1276350"/>
                </a:lnTo>
                <a:lnTo>
                  <a:pt x="2066925" y="1285875"/>
                </a:lnTo>
                <a:lnTo>
                  <a:pt x="2057400" y="1285875"/>
                </a:lnTo>
                <a:close/>
                <a:moveTo>
                  <a:pt x="2047875" y="1285875"/>
                </a:moveTo>
                <a:lnTo>
                  <a:pt x="2057400" y="1285875"/>
                </a:lnTo>
                <a:lnTo>
                  <a:pt x="2057400" y="1295400"/>
                </a:lnTo>
                <a:lnTo>
                  <a:pt x="2047875" y="1295400"/>
                </a:lnTo>
                <a:close/>
                <a:moveTo>
                  <a:pt x="438150" y="1314450"/>
                </a:moveTo>
                <a:lnTo>
                  <a:pt x="447675" y="1314450"/>
                </a:lnTo>
                <a:lnTo>
                  <a:pt x="447675" y="1323975"/>
                </a:lnTo>
                <a:lnTo>
                  <a:pt x="438150" y="1323975"/>
                </a:lnTo>
                <a:close/>
                <a:moveTo>
                  <a:pt x="1990725" y="1314450"/>
                </a:moveTo>
                <a:lnTo>
                  <a:pt x="2000250" y="1314450"/>
                </a:lnTo>
                <a:lnTo>
                  <a:pt x="2000250" y="1323975"/>
                </a:lnTo>
                <a:lnTo>
                  <a:pt x="1990725" y="1323975"/>
                </a:lnTo>
                <a:close/>
                <a:moveTo>
                  <a:pt x="447675" y="1323975"/>
                </a:moveTo>
                <a:lnTo>
                  <a:pt x="457200" y="1323975"/>
                </a:lnTo>
                <a:lnTo>
                  <a:pt x="457200" y="1352550"/>
                </a:lnTo>
                <a:lnTo>
                  <a:pt x="447675" y="1352550"/>
                </a:lnTo>
                <a:close/>
                <a:moveTo>
                  <a:pt x="1981200" y="1323975"/>
                </a:moveTo>
                <a:lnTo>
                  <a:pt x="1990725" y="1323975"/>
                </a:lnTo>
                <a:lnTo>
                  <a:pt x="1990725" y="1352550"/>
                </a:lnTo>
                <a:lnTo>
                  <a:pt x="1981200" y="1352550"/>
                </a:lnTo>
                <a:close/>
                <a:moveTo>
                  <a:pt x="2419350" y="1371600"/>
                </a:moveTo>
                <a:lnTo>
                  <a:pt x="2428875" y="1371600"/>
                </a:lnTo>
                <a:lnTo>
                  <a:pt x="2428875" y="1419225"/>
                </a:lnTo>
                <a:lnTo>
                  <a:pt x="2419350" y="1419225"/>
                </a:lnTo>
                <a:close/>
                <a:moveTo>
                  <a:pt x="447675" y="1400175"/>
                </a:moveTo>
                <a:lnTo>
                  <a:pt x="457200" y="1400175"/>
                </a:lnTo>
                <a:lnTo>
                  <a:pt x="457200" y="1428750"/>
                </a:lnTo>
                <a:lnTo>
                  <a:pt x="447675" y="1428750"/>
                </a:lnTo>
                <a:close/>
                <a:moveTo>
                  <a:pt x="447675" y="1438275"/>
                </a:moveTo>
                <a:lnTo>
                  <a:pt x="457200" y="1438275"/>
                </a:lnTo>
                <a:lnTo>
                  <a:pt x="457200" y="1447800"/>
                </a:lnTo>
                <a:lnTo>
                  <a:pt x="447675" y="1447800"/>
                </a:lnTo>
                <a:close/>
                <a:moveTo>
                  <a:pt x="2209800" y="1495425"/>
                </a:moveTo>
                <a:lnTo>
                  <a:pt x="2219325" y="1495425"/>
                </a:lnTo>
                <a:lnTo>
                  <a:pt x="2219325" y="1543050"/>
                </a:lnTo>
                <a:lnTo>
                  <a:pt x="2209800" y="1543050"/>
                </a:lnTo>
                <a:close/>
                <a:moveTo>
                  <a:pt x="1704975" y="1590675"/>
                </a:moveTo>
                <a:lnTo>
                  <a:pt x="1714500" y="1590675"/>
                </a:lnTo>
                <a:lnTo>
                  <a:pt x="1714500" y="1600200"/>
                </a:lnTo>
                <a:lnTo>
                  <a:pt x="1724025" y="1600200"/>
                </a:lnTo>
                <a:lnTo>
                  <a:pt x="1724025" y="1619250"/>
                </a:lnTo>
                <a:lnTo>
                  <a:pt x="1704975" y="1619250"/>
                </a:lnTo>
                <a:close/>
                <a:moveTo>
                  <a:pt x="1514475" y="1609725"/>
                </a:moveTo>
                <a:lnTo>
                  <a:pt x="1524000" y="1609725"/>
                </a:lnTo>
                <a:lnTo>
                  <a:pt x="1524000" y="1619250"/>
                </a:lnTo>
                <a:lnTo>
                  <a:pt x="1514475" y="1619250"/>
                </a:lnTo>
                <a:close/>
                <a:moveTo>
                  <a:pt x="1495425" y="1619250"/>
                </a:moveTo>
                <a:lnTo>
                  <a:pt x="1514475" y="1619250"/>
                </a:lnTo>
                <a:lnTo>
                  <a:pt x="1514475" y="1628775"/>
                </a:lnTo>
                <a:lnTo>
                  <a:pt x="1495425" y="1628775"/>
                </a:lnTo>
                <a:close/>
                <a:moveTo>
                  <a:pt x="447675" y="1666875"/>
                </a:moveTo>
                <a:lnTo>
                  <a:pt x="457200" y="1666875"/>
                </a:lnTo>
                <a:lnTo>
                  <a:pt x="457200" y="1695450"/>
                </a:lnTo>
                <a:lnTo>
                  <a:pt x="438150" y="1695450"/>
                </a:lnTo>
                <a:lnTo>
                  <a:pt x="438150" y="1685925"/>
                </a:lnTo>
                <a:lnTo>
                  <a:pt x="447675" y="1685925"/>
                </a:lnTo>
                <a:close/>
                <a:moveTo>
                  <a:pt x="1543050" y="1676400"/>
                </a:moveTo>
                <a:lnTo>
                  <a:pt x="1590675" y="1676400"/>
                </a:lnTo>
                <a:lnTo>
                  <a:pt x="1590675" y="1685925"/>
                </a:lnTo>
                <a:lnTo>
                  <a:pt x="1609725" y="1685925"/>
                </a:lnTo>
                <a:lnTo>
                  <a:pt x="1609725" y="1676400"/>
                </a:lnTo>
                <a:lnTo>
                  <a:pt x="1628775" y="1676400"/>
                </a:lnTo>
                <a:lnTo>
                  <a:pt x="1628775" y="1704975"/>
                </a:lnTo>
                <a:lnTo>
                  <a:pt x="1504950" y="1704975"/>
                </a:lnTo>
                <a:lnTo>
                  <a:pt x="1504950" y="1695450"/>
                </a:lnTo>
                <a:lnTo>
                  <a:pt x="1495425" y="1695450"/>
                </a:lnTo>
                <a:lnTo>
                  <a:pt x="1495425" y="1685925"/>
                </a:lnTo>
                <a:lnTo>
                  <a:pt x="1504950" y="1685925"/>
                </a:lnTo>
                <a:lnTo>
                  <a:pt x="1504950" y="1695450"/>
                </a:lnTo>
                <a:lnTo>
                  <a:pt x="1543050" y="1695450"/>
                </a:lnTo>
                <a:close/>
                <a:moveTo>
                  <a:pt x="1666875" y="1676400"/>
                </a:moveTo>
                <a:lnTo>
                  <a:pt x="1714500" y="1676400"/>
                </a:lnTo>
                <a:lnTo>
                  <a:pt x="1714500" y="1685925"/>
                </a:lnTo>
                <a:lnTo>
                  <a:pt x="1704975" y="1685925"/>
                </a:lnTo>
                <a:lnTo>
                  <a:pt x="1704975" y="1695450"/>
                </a:lnTo>
                <a:lnTo>
                  <a:pt x="1666875" y="1695450"/>
                </a:lnTo>
                <a:close/>
                <a:moveTo>
                  <a:pt x="1562100" y="1695450"/>
                </a:moveTo>
                <a:lnTo>
                  <a:pt x="1581150" y="1695450"/>
                </a:lnTo>
                <a:lnTo>
                  <a:pt x="1581150" y="1685925"/>
                </a:lnTo>
                <a:lnTo>
                  <a:pt x="1562100" y="1685925"/>
                </a:lnTo>
                <a:close/>
                <a:moveTo>
                  <a:pt x="314325" y="1724025"/>
                </a:moveTo>
                <a:lnTo>
                  <a:pt x="323850" y="1724025"/>
                </a:lnTo>
                <a:lnTo>
                  <a:pt x="323850" y="1743075"/>
                </a:lnTo>
                <a:lnTo>
                  <a:pt x="314325" y="1743075"/>
                </a:lnTo>
                <a:close/>
                <a:moveTo>
                  <a:pt x="1352550" y="1743075"/>
                </a:moveTo>
                <a:lnTo>
                  <a:pt x="1371600" y="1743075"/>
                </a:lnTo>
                <a:lnTo>
                  <a:pt x="1371600" y="1809750"/>
                </a:lnTo>
                <a:lnTo>
                  <a:pt x="1352550" y="1809750"/>
                </a:lnTo>
                <a:lnTo>
                  <a:pt x="1352550" y="1800225"/>
                </a:lnTo>
                <a:lnTo>
                  <a:pt x="1343025" y="1800225"/>
                </a:lnTo>
                <a:lnTo>
                  <a:pt x="1343025" y="1752600"/>
                </a:lnTo>
                <a:lnTo>
                  <a:pt x="1352550" y="1752600"/>
                </a:lnTo>
                <a:close/>
                <a:moveTo>
                  <a:pt x="342900" y="1790700"/>
                </a:moveTo>
                <a:lnTo>
                  <a:pt x="352425" y="1790700"/>
                </a:lnTo>
                <a:lnTo>
                  <a:pt x="352425" y="1809750"/>
                </a:lnTo>
                <a:lnTo>
                  <a:pt x="361950" y="1809750"/>
                </a:lnTo>
                <a:lnTo>
                  <a:pt x="361950" y="1819275"/>
                </a:lnTo>
                <a:lnTo>
                  <a:pt x="371475" y="1819275"/>
                </a:lnTo>
                <a:lnTo>
                  <a:pt x="371475" y="1828800"/>
                </a:lnTo>
                <a:lnTo>
                  <a:pt x="390525" y="1828800"/>
                </a:lnTo>
                <a:lnTo>
                  <a:pt x="390525" y="1838325"/>
                </a:lnTo>
                <a:lnTo>
                  <a:pt x="400050" y="1838325"/>
                </a:lnTo>
                <a:lnTo>
                  <a:pt x="400050" y="1857375"/>
                </a:lnTo>
                <a:lnTo>
                  <a:pt x="361950" y="1857375"/>
                </a:lnTo>
                <a:lnTo>
                  <a:pt x="361950" y="1847850"/>
                </a:lnTo>
                <a:lnTo>
                  <a:pt x="371475" y="1847850"/>
                </a:lnTo>
                <a:lnTo>
                  <a:pt x="371475" y="1838325"/>
                </a:lnTo>
                <a:lnTo>
                  <a:pt x="361950" y="1838325"/>
                </a:lnTo>
                <a:lnTo>
                  <a:pt x="361950" y="1828800"/>
                </a:lnTo>
                <a:lnTo>
                  <a:pt x="352425" y="1828800"/>
                </a:lnTo>
                <a:lnTo>
                  <a:pt x="352425" y="1819275"/>
                </a:lnTo>
                <a:lnTo>
                  <a:pt x="342900" y="1819275"/>
                </a:lnTo>
                <a:close/>
                <a:moveTo>
                  <a:pt x="1981200" y="1800225"/>
                </a:moveTo>
                <a:lnTo>
                  <a:pt x="1990725" y="1800225"/>
                </a:lnTo>
                <a:lnTo>
                  <a:pt x="1990725" y="1809750"/>
                </a:lnTo>
                <a:lnTo>
                  <a:pt x="1981200" y="1809750"/>
                </a:lnTo>
                <a:close/>
                <a:moveTo>
                  <a:pt x="2019300" y="1809750"/>
                </a:moveTo>
                <a:lnTo>
                  <a:pt x="2028825" y="1809750"/>
                </a:lnTo>
                <a:lnTo>
                  <a:pt x="2028825" y="1819275"/>
                </a:lnTo>
                <a:lnTo>
                  <a:pt x="2019300" y="1819275"/>
                </a:lnTo>
                <a:close/>
                <a:moveTo>
                  <a:pt x="2200275" y="1838325"/>
                </a:moveTo>
                <a:lnTo>
                  <a:pt x="2209800" y="1838325"/>
                </a:lnTo>
                <a:lnTo>
                  <a:pt x="2209800" y="1876425"/>
                </a:lnTo>
                <a:lnTo>
                  <a:pt x="2200275" y="1876425"/>
                </a:lnTo>
                <a:close/>
                <a:moveTo>
                  <a:pt x="228600" y="1847850"/>
                </a:moveTo>
                <a:lnTo>
                  <a:pt x="238125" y="1847850"/>
                </a:lnTo>
                <a:lnTo>
                  <a:pt x="238125" y="1876425"/>
                </a:lnTo>
                <a:lnTo>
                  <a:pt x="228600" y="1876425"/>
                </a:lnTo>
                <a:close/>
                <a:moveTo>
                  <a:pt x="2066925" y="1866900"/>
                </a:moveTo>
                <a:lnTo>
                  <a:pt x="2076450" y="1866900"/>
                </a:lnTo>
                <a:lnTo>
                  <a:pt x="2076450" y="1876425"/>
                </a:lnTo>
                <a:lnTo>
                  <a:pt x="2066925" y="1876425"/>
                </a:lnTo>
                <a:close/>
                <a:moveTo>
                  <a:pt x="238125" y="1876425"/>
                </a:moveTo>
                <a:lnTo>
                  <a:pt x="247650" y="1876425"/>
                </a:lnTo>
                <a:lnTo>
                  <a:pt x="247650" y="1924050"/>
                </a:lnTo>
                <a:lnTo>
                  <a:pt x="238125" y="1924050"/>
                </a:lnTo>
                <a:close/>
                <a:moveTo>
                  <a:pt x="2190750" y="1876425"/>
                </a:moveTo>
                <a:lnTo>
                  <a:pt x="2200275" y="1876425"/>
                </a:lnTo>
                <a:lnTo>
                  <a:pt x="2200275" y="1924050"/>
                </a:lnTo>
                <a:lnTo>
                  <a:pt x="2190750" y="1924050"/>
                </a:lnTo>
                <a:close/>
                <a:moveTo>
                  <a:pt x="333375" y="1895475"/>
                </a:moveTo>
                <a:lnTo>
                  <a:pt x="342900" y="1895475"/>
                </a:lnTo>
                <a:lnTo>
                  <a:pt x="342900" y="1981200"/>
                </a:lnTo>
                <a:lnTo>
                  <a:pt x="352425" y="1981200"/>
                </a:lnTo>
                <a:lnTo>
                  <a:pt x="352425" y="2000250"/>
                </a:lnTo>
                <a:lnTo>
                  <a:pt x="342900" y="2000250"/>
                </a:lnTo>
                <a:lnTo>
                  <a:pt x="342900" y="1990725"/>
                </a:lnTo>
                <a:lnTo>
                  <a:pt x="333375" y="1990725"/>
                </a:lnTo>
                <a:close/>
                <a:moveTo>
                  <a:pt x="2076450" y="1905000"/>
                </a:moveTo>
                <a:lnTo>
                  <a:pt x="2085975" y="1905000"/>
                </a:lnTo>
                <a:lnTo>
                  <a:pt x="2085975" y="1914525"/>
                </a:lnTo>
                <a:lnTo>
                  <a:pt x="2076450" y="1914525"/>
                </a:lnTo>
                <a:close/>
                <a:moveTo>
                  <a:pt x="2085975" y="1924050"/>
                </a:moveTo>
                <a:lnTo>
                  <a:pt x="2095500" y="1924050"/>
                </a:lnTo>
                <a:lnTo>
                  <a:pt x="2095500" y="1933575"/>
                </a:lnTo>
                <a:lnTo>
                  <a:pt x="2085975" y="1933575"/>
                </a:lnTo>
                <a:close/>
                <a:moveTo>
                  <a:pt x="2181225" y="1924050"/>
                </a:moveTo>
                <a:lnTo>
                  <a:pt x="2190750" y="1924050"/>
                </a:lnTo>
                <a:lnTo>
                  <a:pt x="2190750" y="1943100"/>
                </a:lnTo>
                <a:lnTo>
                  <a:pt x="2181225" y="1943100"/>
                </a:lnTo>
                <a:close/>
                <a:moveTo>
                  <a:pt x="247650" y="1933575"/>
                </a:moveTo>
                <a:lnTo>
                  <a:pt x="257175" y="1933575"/>
                </a:lnTo>
                <a:lnTo>
                  <a:pt x="257175" y="1952625"/>
                </a:lnTo>
                <a:lnTo>
                  <a:pt x="247650" y="1952625"/>
                </a:lnTo>
                <a:close/>
                <a:moveTo>
                  <a:pt x="2095500" y="1933575"/>
                </a:moveTo>
                <a:lnTo>
                  <a:pt x="2114550" y="1933575"/>
                </a:lnTo>
                <a:lnTo>
                  <a:pt x="2114550" y="1943100"/>
                </a:lnTo>
                <a:lnTo>
                  <a:pt x="2095500" y="1943100"/>
                </a:lnTo>
                <a:close/>
                <a:moveTo>
                  <a:pt x="2171700" y="1943100"/>
                </a:moveTo>
                <a:lnTo>
                  <a:pt x="2181225" y="1943100"/>
                </a:lnTo>
                <a:lnTo>
                  <a:pt x="2181225" y="1971675"/>
                </a:lnTo>
                <a:lnTo>
                  <a:pt x="2171700" y="1971675"/>
                </a:lnTo>
                <a:lnTo>
                  <a:pt x="2171700" y="1981200"/>
                </a:lnTo>
                <a:lnTo>
                  <a:pt x="2152650" y="1981200"/>
                </a:lnTo>
                <a:lnTo>
                  <a:pt x="2152650" y="1971675"/>
                </a:lnTo>
                <a:lnTo>
                  <a:pt x="2143125" y="1971675"/>
                </a:lnTo>
                <a:lnTo>
                  <a:pt x="2143125" y="1952625"/>
                </a:lnTo>
                <a:lnTo>
                  <a:pt x="2171700" y="1952625"/>
                </a:lnTo>
                <a:close/>
                <a:moveTo>
                  <a:pt x="257175" y="1962150"/>
                </a:moveTo>
                <a:lnTo>
                  <a:pt x="266700" y="1962150"/>
                </a:lnTo>
                <a:lnTo>
                  <a:pt x="266700" y="1971675"/>
                </a:lnTo>
                <a:lnTo>
                  <a:pt x="257175" y="1971675"/>
                </a:lnTo>
                <a:close/>
                <a:moveTo>
                  <a:pt x="266700" y="1971675"/>
                </a:moveTo>
                <a:lnTo>
                  <a:pt x="276225" y="1971675"/>
                </a:lnTo>
                <a:lnTo>
                  <a:pt x="276225" y="1990725"/>
                </a:lnTo>
                <a:lnTo>
                  <a:pt x="266700" y="1990725"/>
                </a:lnTo>
                <a:close/>
                <a:moveTo>
                  <a:pt x="276225" y="1990725"/>
                </a:moveTo>
                <a:lnTo>
                  <a:pt x="285750" y="1990725"/>
                </a:lnTo>
                <a:lnTo>
                  <a:pt x="285750" y="2009775"/>
                </a:lnTo>
                <a:lnTo>
                  <a:pt x="276225" y="2009775"/>
                </a:lnTo>
                <a:close/>
                <a:moveTo>
                  <a:pt x="285750" y="2019300"/>
                </a:moveTo>
                <a:lnTo>
                  <a:pt x="295275" y="2019300"/>
                </a:lnTo>
                <a:lnTo>
                  <a:pt x="295275" y="2028825"/>
                </a:lnTo>
                <a:lnTo>
                  <a:pt x="285750" y="2028825"/>
                </a:lnTo>
                <a:close/>
                <a:moveTo>
                  <a:pt x="352425" y="2019300"/>
                </a:moveTo>
                <a:lnTo>
                  <a:pt x="361950" y="2019300"/>
                </a:lnTo>
                <a:lnTo>
                  <a:pt x="361950" y="2038350"/>
                </a:lnTo>
                <a:lnTo>
                  <a:pt x="352425" y="2038350"/>
                </a:lnTo>
                <a:close/>
                <a:moveTo>
                  <a:pt x="295275" y="2038350"/>
                </a:moveTo>
                <a:lnTo>
                  <a:pt x="304800" y="2038350"/>
                </a:lnTo>
                <a:lnTo>
                  <a:pt x="304800" y="2047875"/>
                </a:lnTo>
                <a:lnTo>
                  <a:pt x="295275" y="2047875"/>
                </a:lnTo>
                <a:close/>
                <a:moveTo>
                  <a:pt x="361950" y="2038350"/>
                </a:moveTo>
                <a:lnTo>
                  <a:pt x="371475" y="2038350"/>
                </a:lnTo>
                <a:lnTo>
                  <a:pt x="371475" y="2066925"/>
                </a:lnTo>
                <a:lnTo>
                  <a:pt x="361950" y="2066925"/>
                </a:lnTo>
                <a:close/>
                <a:moveTo>
                  <a:pt x="2419350" y="2038350"/>
                </a:moveTo>
                <a:lnTo>
                  <a:pt x="2428875" y="2038350"/>
                </a:lnTo>
                <a:lnTo>
                  <a:pt x="2428875" y="2076450"/>
                </a:lnTo>
                <a:lnTo>
                  <a:pt x="2419350" y="2076450"/>
                </a:lnTo>
                <a:close/>
                <a:moveTo>
                  <a:pt x="304800" y="2047875"/>
                </a:moveTo>
                <a:lnTo>
                  <a:pt x="314325" y="2047875"/>
                </a:lnTo>
                <a:lnTo>
                  <a:pt x="314325" y="2057400"/>
                </a:lnTo>
                <a:lnTo>
                  <a:pt x="304800" y="2057400"/>
                </a:lnTo>
                <a:close/>
                <a:moveTo>
                  <a:pt x="314325" y="2057400"/>
                </a:moveTo>
                <a:lnTo>
                  <a:pt x="323850" y="2057400"/>
                </a:lnTo>
                <a:lnTo>
                  <a:pt x="323850" y="2066925"/>
                </a:lnTo>
                <a:lnTo>
                  <a:pt x="314325" y="2066925"/>
                </a:lnTo>
                <a:close/>
                <a:moveTo>
                  <a:pt x="323850" y="2066925"/>
                </a:moveTo>
                <a:lnTo>
                  <a:pt x="333375" y="2066925"/>
                </a:lnTo>
                <a:lnTo>
                  <a:pt x="333375" y="2076450"/>
                </a:lnTo>
                <a:lnTo>
                  <a:pt x="323850" y="2076450"/>
                </a:lnTo>
                <a:close/>
                <a:moveTo>
                  <a:pt x="352425" y="2066925"/>
                </a:moveTo>
                <a:lnTo>
                  <a:pt x="361950" y="2066925"/>
                </a:lnTo>
                <a:lnTo>
                  <a:pt x="361950" y="2076450"/>
                </a:lnTo>
                <a:lnTo>
                  <a:pt x="352425" y="2076450"/>
                </a:lnTo>
                <a:close/>
                <a:moveTo>
                  <a:pt x="333375" y="2076450"/>
                </a:moveTo>
                <a:lnTo>
                  <a:pt x="352425" y="2076450"/>
                </a:lnTo>
                <a:lnTo>
                  <a:pt x="352425" y="2085975"/>
                </a:lnTo>
                <a:lnTo>
                  <a:pt x="333375" y="2085975"/>
                </a:lnTo>
                <a:close/>
                <a:moveTo>
                  <a:pt x="1352550" y="2114550"/>
                </a:moveTo>
                <a:lnTo>
                  <a:pt x="1362075" y="2114550"/>
                </a:lnTo>
                <a:lnTo>
                  <a:pt x="1362075" y="2124075"/>
                </a:lnTo>
                <a:lnTo>
                  <a:pt x="1371600" y="2124075"/>
                </a:lnTo>
                <a:lnTo>
                  <a:pt x="1371600" y="2114550"/>
                </a:lnTo>
                <a:lnTo>
                  <a:pt x="1514475" y="2114550"/>
                </a:lnTo>
                <a:lnTo>
                  <a:pt x="1514475" y="2133600"/>
                </a:lnTo>
                <a:lnTo>
                  <a:pt x="1504950" y="2133600"/>
                </a:lnTo>
                <a:lnTo>
                  <a:pt x="1504950" y="2143125"/>
                </a:lnTo>
                <a:lnTo>
                  <a:pt x="1495425" y="2143125"/>
                </a:lnTo>
                <a:lnTo>
                  <a:pt x="1495425" y="2152650"/>
                </a:lnTo>
                <a:lnTo>
                  <a:pt x="1485900" y="2152650"/>
                </a:lnTo>
                <a:lnTo>
                  <a:pt x="1485900" y="2143125"/>
                </a:lnTo>
                <a:lnTo>
                  <a:pt x="1466850" y="2143125"/>
                </a:lnTo>
                <a:lnTo>
                  <a:pt x="1466850" y="2133600"/>
                </a:lnTo>
                <a:lnTo>
                  <a:pt x="1457325" y="2133600"/>
                </a:lnTo>
                <a:lnTo>
                  <a:pt x="1457325" y="2143125"/>
                </a:lnTo>
                <a:lnTo>
                  <a:pt x="1438275" y="2143125"/>
                </a:lnTo>
                <a:lnTo>
                  <a:pt x="1438275" y="2152650"/>
                </a:lnTo>
                <a:lnTo>
                  <a:pt x="1419225" y="2152650"/>
                </a:lnTo>
                <a:lnTo>
                  <a:pt x="1419225" y="2143125"/>
                </a:lnTo>
                <a:lnTo>
                  <a:pt x="1381125" y="2143125"/>
                </a:lnTo>
                <a:lnTo>
                  <a:pt x="1381125" y="2133600"/>
                </a:lnTo>
                <a:lnTo>
                  <a:pt x="1362075" y="2133600"/>
                </a:lnTo>
                <a:lnTo>
                  <a:pt x="1362075" y="2143125"/>
                </a:lnTo>
                <a:lnTo>
                  <a:pt x="1314450" y="2143125"/>
                </a:lnTo>
                <a:lnTo>
                  <a:pt x="1314450" y="2133600"/>
                </a:lnTo>
                <a:lnTo>
                  <a:pt x="1285875" y="2133600"/>
                </a:lnTo>
                <a:lnTo>
                  <a:pt x="1285875" y="2124075"/>
                </a:lnTo>
                <a:lnTo>
                  <a:pt x="1352550" y="2124075"/>
                </a:lnTo>
                <a:close/>
                <a:moveTo>
                  <a:pt x="1666875" y="2114550"/>
                </a:moveTo>
                <a:lnTo>
                  <a:pt x="1733550" y="2114550"/>
                </a:lnTo>
                <a:lnTo>
                  <a:pt x="1733550" y="2124075"/>
                </a:lnTo>
                <a:lnTo>
                  <a:pt x="1724025" y="2124075"/>
                </a:lnTo>
                <a:lnTo>
                  <a:pt x="1724025" y="2133600"/>
                </a:lnTo>
                <a:lnTo>
                  <a:pt x="1695450" y="2133600"/>
                </a:lnTo>
                <a:lnTo>
                  <a:pt x="1695450" y="2124075"/>
                </a:lnTo>
                <a:lnTo>
                  <a:pt x="1685925" y="2124075"/>
                </a:lnTo>
                <a:lnTo>
                  <a:pt x="1685925" y="2133600"/>
                </a:lnTo>
                <a:lnTo>
                  <a:pt x="1666875" y="2133600"/>
                </a:lnTo>
                <a:close/>
                <a:moveTo>
                  <a:pt x="1762125" y="2114550"/>
                </a:moveTo>
                <a:lnTo>
                  <a:pt x="1809750" y="2114550"/>
                </a:lnTo>
                <a:lnTo>
                  <a:pt x="1809750" y="2133600"/>
                </a:lnTo>
                <a:lnTo>
                  <a:pt x="1800225" y="2133600"/>
                </a:lnTo>
                <a:lnTo>
                  <a:pt x="1800225" y="2143125"/>
                </a:lnTo>
                <a:lnTo>
                  <a:pt x="1771650" y="2143125"/>
                </a:lnTo>
                <a:lnTo>
                  <a:pt x="1771650" y="2133600"/>
                </a:lnTo>
                <a:lnTo>
                  <a:pt x="1743075" y="2133600"/>
                </a:lnTo>
                <a:lnTo>
                  <a:pt x="1743075" y="2124075"/>
                </a:lnTo>
                <a:lnTo>
                  <a:pt x="1762125" y="2124075"/>
                </a:lnTo>
                <a:close/>
                <a:moveTo>
                  <a:pt x="1962150" y="2114550"/>
                </a:moveTo>
                <a:lnTo>
                  <a:pt x="2057400" y="2114550"/>
                </a:lnTo>
                <a:lnTo>
                  <a:pt x="2057400" y="2133600"/>
                </a:lnTo>
                <a:lnTo>
                  <a:pt x="2038350" y="2133600"/>
                </a:lnTo>
                <a:lnTo>
                  <a:pt x="2038350" y="2143125"/>
                </a:lnTo>
                <a:lnTo>
                  <a:pt x="2028825" y="2143125"/>
                </a:lnTo>
                <a:lnTo>
                  <a:pt x="2028825" y="2152650"/>
                </a:lnTo>
                <a:lnTo>
                  <a:pt x="2009775" y="2152650"/>
                </a:lnTo>
                <a:lnTo>
                  <a:pt x="2009775" y="2162175"/>
                </a:lnTo>
                <a:lnTo>
                  <a:pt x="1990725" y="2162175"/>
                </a:lnTo>
                <a:lnTo>
                  <a:pt x="1990725" y="2171700"/>
                </a:lnTo>
                <a:lnTo>
                  <a:pt x="1971675" y="2171700"/>
                </a:lnTo>
                <a:lnTo>
                  <a:pt x="1971675" y="2162175"/>
                </a:lnTo>
                <a:lnTo>
                  <a:pt x="1952625" y="2162175"/>
                </a:lnTo>
                <a:lnTo>
                  <a:pt x="1952625" y="2152650"/>
                </a:lnTo>
                <a:lnTo>
                  <a:pt x="1943100" y="2152650"/>
                </a:lnTo>
                <a:lnTo>
                  <a:pt x="1943100" y="2143125"/>
                </a:lnTo>
                <a:lnTo>
                  <a:pt x="1933575" y="2143125"/>
                </a:lnTo>
                <a:lnTo>
                  <a:pt x="1933575" y="2133600"/>
                </a:lnTo>
                <a:lnTo>
                  <a:pt x="1943100" y="2133600"/>
                </a:lnTo>
                <a:lnTo>
                  <a:pt x="1943100" y="2124075"/>
                </a:lnTo>
                <a:lnTo>
                  <a:pt x="1962150" y="2124075"/>
                </a:lnTo>
                <a:close/>
                <a:moveTo>
                  <a:pt x="695325" y="2124075"/>
                </a:moveTo>
                <a:lnTo>
                  <a:pt x="857250" y="2124075"/>
                </a:lnTo>
                <a:lnTo>
                  <a:pt x="857250" y="2133600"/>
                </a:lnTo>
                <a:lnTo>
                  <a:pt x="828675" y="2133600"/>
                </a:lnTo>
                <a:lnTo>
                  <a:pt x="828675" y="2143125"/>
                </a:lnTo>
                <a:lnTo>
                  <a:pt x="742950" y="2143125"/>
                </a:lnTo>
                <a:lnTo>
                  <a:pt x="742950" y="2152650"/>
                </a:lnTo>
                <a:lnTo>
                  <a:pt x="723900" y="2152650"/>
                </a:lnTo>
                <a:lnTo>
                  <a:pt x="723900" y="2162175"/>
                </a:lnTo>
                <a:lnTo>
                  <a:pt x="704850" y="2162175"/>
                </a:lnTo>
                <a:lnTo>
                  <a:pt x="704850" y="2171700"/>
                </a:lnTo>
                <a:lnTo>
                  <a:pt x="695325" y="2171700"/>
                </a:lnTo>
                <a:lnTo>
                  <a:pt x="695325" y="2162175"/>
                </a:lnTo>
                <a:lnTo>
                  <a:pt x="676275" y="2162175"/>
                </a:lnTo>
                <a:lnTo>
                  <a:pt x="676275" y="2171700"/>
                </a:lnTo>
                <a:lnTo>
                  <a:pt x="657225" y="2171700"/>
                </a:lnTo>
                <a:lnTo>
                  <a:pt x="657225" y="2181225"/>
                </a:lnTo>
                <a:lnTo>
                  <a:pt x="666750" y="2181225"/>
                </a:lnTo>
                <a:lnTo>
                  <a:pt x="666750" y="2200275"/>
                </a:lnTo>
                <a:lnTo>
                  <a:pt x="647700" y="2200275"/>
                </a:lnTo>
                <a:lnTo>
                  <a:pt x="647700" y="2209800"/>
                </a:lnTo>
                <a:lnTo>
                  <a:pt x="619125" y="2209800"/>
                </a:lnTo>
                <a:lnTo>
                  <a:pt x="619125" y="2219325"/>
                </a:lnTo>
                <a:lnTo>
                  <a:pt x="600075" y="2219325"/>
                </a:lnTo>
                <a:lnTo>
                  <a:pt x="600075" y="2209800"/>
                </a:lnTo>
                <a:lnTo>
                  <a:pt x="581025" y="2209800"/>
                </a:lnTo>
                <a:lnTo>
                  <a:pt x="581025" y="2200275"/>
                </a:lnTo>
                <a:lnTo>
                  <a:pt x="571500" y="2200275"/>
                </a:lnTo>
                <a:lnTo>
                  <a:pt x="571500" y="2209800"/>
                </a:lnTo>
                <a:lnTo>
                  <a:pt x="542925" y="2209800"/>
                </a:lnTo>
                <a:lnTo>
                  <a:pt x="542925" y="2200275"/>
                </a:lnTo>
                <a:lnTo>
                  <a:pt x="533400" y="2200275"/>
                </a:lnTo>
                <a:lnTo>
                  <a:pt x="533400" y="2181225"/>
                </a:lnTo>
                <a:lnTo>
                  <a:pt x="552450" y="2181225"/>
                </a:lnTo>
                <a:lnTo>
                  <a:pt x="552450" y="2171700"/>
                </a:lnTo>
                <a:lnTo>
                  <a:pt x="581025" y="2171700"/>
                </a:lnTo>
                <a:lnTo>
                  <a:pt x="581025" y="2162175"/>
                </a:lnTo>
                <a:lnTo>
                  <a:pt x="590550" y="2162175"/>
                </a:lnTo>
                <a:lnTo>
                  <a:pt x="590550" y="2152650"/>
                </a:lnTo>
                <a:lnTo>
                  <a:pt x="619125" y="2152650"/>
                </a:lnTo>
                <a:lnTo>
                  <a:pt x="619125" y="2143125"/>
                </a:lnTo>
                <a:lnTo>
                  <a:pt x="638175" y="2143125"/>
                </a:lnTo>
                <a:lnTo>
                  <a:pt x="638175" y="2133600"/>
                </a:lnTo>
                <a:lnTo>
                  <a:pt x="666750" y="2133600"/>
                </a:lnTo>
                <a:lnTo>
                  <a:pt x="666750" y="2143125"/>
                </a:lnTo>
                <a:lnTo>
                  <a:pt x="676275" y="2143125"/>
                </a:lnTo>
                <a:lnTo>
                  <a:pt x="676275" y="2133600"/>
                </a:lnTo>
                <a:lnTo>
                  <a:pt x="695325" y="2133600"/>
                </a:lnTo>
                <a:close/>
                <a:moveTo>
                  <a:pt x="1009650" y="2124075"/>
                </a:moveTo>
                <a:lnTo>
                  <a:pt x="1038225" y="2124075"/>
                </a:lnTo>
                <a:lnTo>
                  <a:pt x="1038225" y="2133600"/>
                </a:lnTo>
                <a:lnTo>
                  <a:pt x="1009650" y="2133600"/>
                </a:lnTo>
                <a:close/>
                <a:moveTo>
                  <a:pt x="1057275" y="2124075"/>
                </a:moveTo>
                <a:lnTo>
                  <a:pt x="1133475" y="2124075"/>
                </a:lnTo>
                <a:lnTo>
                  <a:pt x="1133475" y="2133600"/>
                </a:lnTo>
                <a:lnTo>
                  <a:pt x="1095375" y="2133600"/>
                </a:lnTo>
                <a:lnTo>
                  <a:pt x="1095375" y="2143125"/>
                </a:lnTo>
                <a:lnTo>
                  <a:pt x="1057275" y="2143125"/>
                </a:lnTo>
                <a:close/>
                <a:moveTo>
                  <a:pt x="1181100" y="2124075"/>
                </a:moveTo>
                <a:lnTo>
                  <a:pt x="1257300" y="2124075"/>
                </a:lnTo>
                <a:lnTo>
                  <a:pt x="1257300" y="2133600"/>
                </a:lnTo>
                <a:lnTo>
                  <a:pt x="1276350" y="2133600"/>
                </a:lnTo>
                <a:lnTo>
                  <a:pt x="1276350" y="2162175"/>
                </a:lnTo>
                <a:lnTo>
                  <a:pt x="1295400" y="2162175"/>
                </a:lnTo>
                <a:lnTo>
                  <a:pt x="1295400" y="2181225"/>
                </a:lnTo>
                <a:lnTo>
                  <a:pt x="1285875" y="2181225"/>
                </a:lnTo>
                <a:lnTo>
                  <a:pt x="1285875" y="2200275"/>
                </a:lnTo>
                <a:lnTo>
                  <a:pt x="1295400" y="2200275"/>
                </a:lnTo>
                <a:lnTo>
                  <a:pt x="1295400" y="2209800"/>
                </a:lnTo>
                <a:lnTo>
                  <a:pt x="1276350" y="2209800"/>
                </a:lnTo>
                <a:lnTo>
                  <a:pt x="1276350" y="2200275"/>
                </a:lnTo>
                <a:lnTo>
                  <a:pt x="1266825" y="2200275"/>
                </a:lnTo>
                <a:lnTo>
                  <a:pt x="1266825" y="2209800"/>
                </a:lnTo>
                <a:lnTo>
                  <a:pt x="1247775" y="2209800"/>
                </a:lnTo>
                <a:lnTo>
                  <a:pt x="1247775" y="2200275"/>
                </a:lnTo>
                <a:lnTo>
                  <a:pt x="1238250" y="2200275"/>
                </a:lnTo>
                <a:lnTo>
                  <a:pt x="1238250" y="2190750"/>
                </a:lnTo>
                <a:lnTo>
                  <a:pt x="1219200" y="2190750"/>
                </a:lnTo>
                <a:lnTo>
                  <a:pt x="1219200" y="2200275"/>
                </a:lnTo>
                <a:lnTo>
                  <a:pt x="1200150" y="2200275"/>
                </a:lnTo>
                <a:lnTo>
                  <a:pt x="1200150" y="2190750"/>
                </a:lnTo>
                <a:lnTo>
                  <a:pt x="1181100" y="2190750"/>
                </a:lnTo>
                <a:lnTo>
                  <a:pt x="1181100" y="2181225"/>
                </a:lnTo>
                <a:lnTo>
                  <a:pt x="1238250" y="2181225"/>
                </a:lnTo>
                <a:lnTo>
                  <a:pt x="1238250" y="2171700"/>
                </a:lnTo>
                <a:lnTo>
                  <a:pt x="1219200" y="2171700"/>
                </a:lnTo>
                <a:lnTo>
                  <a:pt x="1219200" y="2152650"/>
                </a:lnTo>
                <a:lnTo>
                  <a:pt x="1209675" y="2152650"/>
                </a:lnTo>
                <a:lnTo>
                  <a:pt x="1209675" y="2143125"/>
                </a:lnTo>
                <a:lnTo>
                  <a:pt x="1190625" y="2143125"/>
                </a:lnTo>
                <a:lnTo>
                  <a:pt x="1190625" y="2171700"/>
                </a:lnTo>
                <a:lnTo>
                  <a:pt x="1181100" y="2171700"/>
                </a:lnTo>
                <a:lnTo>
                  <a:pt x="1181100" y="2143125"/>
                </a:lnTo>
                <a:lnTo>
                  <a:pt x="1162050" y="2143125"/>
                </a:lnTo>
                <a:lnTo>
                  <a:pt x="1162050" y="2152650"/>
                </a:lnTo>
                <a:lnTo>
                  <a:pt x="1133475" y="2152650"/>
                </a:lnTo>
                <a:lnTo>
                  <a:pt x="1133475" y="2143125"/>
                </a:lnTo>
                <a:lnTo>
                  <a:pt x="1143000" y="2143125"/>
                </a:lnTo>
                <a:lnTo>
                  <a:pt x="1143000" y="2133600"/>
                </a:lnTo>
                <a:lnTo>
                  <a:pt x="1181100" y="2133600"/>
                </a:lnTo>
                <a:close/>
                <a:moveTo>
                  <a:pt x="933450" y="2133600"/>
                </a:moveTo>
                <a:lnTo>
                  <a:pt x="962025" y="2133600"/>
                </a:lnTo>
                <a:lnTo>
                  <a:pt x="962025" y="2143125"/>
                </a:lnTo>
                <a:lnTo>
                  <a:pt x="952500" y="2143125"/>
                </a:lnTo>
                <a:lnTo>
                  <a:pt x="952500" y="2152650"/>
                </a:lnTo>
                <a:lnTo>
                  <a:pt x="933450" y="2152650"/>
                </a:lnTo>
                <a:close/>
                <a:moveTo>
                  <a:pt x="981075" y="2133600"/>
                </a:moveTo>
                <a:lnTo>
                  <a:pt x="1000125" y="2133600"/>
                </a:lnTo>
                <a:lnTo>
                  <a:pt x="1000125" y="2143125"/>
                </a:lnTo>
                <a:lnTo>
                  <a:pt x="1009650" y="2143125"/>
                </a:lnTo>
                <a:lnTo>
                  <a:pt x="1009650" y="2152650"/>
                </a:lnTo>
                <a:lnTo>
                  <a:pt x="971550" y="2152650"/>
                </a:lnTo>
                <a:lnTo>
                  <a:pt x="971550" y="2143125"/>
                </a:lnTo>
                <a:lnTo>
                  <a:pt x="981075" y="2143125"/>
                </a:lnTo>
                <a:close/>
                <a:moveTo>
                  <a:pt x="1543050" y="2143125"/>
                </a:moveTo>
                <a:lnTo>
                  <a:pt x="1552575" y="2143125"/>
                </a:lnTo>
                <a:lnTo>
                  <a:pt x="1552575" y="2162175"/>
                </a:lnTo>
                <a:lnTo>
                  <a:pt x="1543050" y="2162175"/>
                </a:lnTo>
                <a:close/>
                <a:moveTo>
                  <a:pt x="38100" y="2162175"/>
                </a:moveTo>
                <a:lnTo>
                  <a:pt x="47625" y="2162175"/>
                </a:lnTo>
                <a:lnTo>
                  <a:pt x="47625" y="2171700"/>
                </a:lnTo>
                <a:lnTo>
                  <a:pt x="38100" y="2171700"/>
                </a:lnTo>
                <a:close/>
                <a:moveTo>
                  <a:pt x="1504950" y="2162175"/>
                </a:moveTo>
                <a:lnTo>
                  <a:pt x="1514475" y="2162175"/>
                </a:lnTo>
                <a:lnTo>
                  <a:pt x="1514475" y="2171700"/>
                </a:lnTo>
                <a:lnTo>
                  <a:pt x="1504950" y="2171700"/>
                </a:lnTo>
                <a:close/>
                <a:moveTo>
                  <a:pt x="1524000" y="2162175"/>
                </a:moveTo>
                <a:lnTo>
                  <a:pt x="1533525" y="2162175"/>
                </a:lnTo>
                <a:lnTo>
                  <a:pt x="1533525" y="2171700"/>
                </a:lnTo>
                <a:lnTo>
                  <a:pt x="1543050" y="2171700"/>
                </a:lnTo>
                <a:lnTo>
                  <a:pt x="1543050" y="2219325"/>
                </a:lnTo>
                <a:lnTo>
                  <a:pt x="1533525" y="2219325"/>
                </a:lnTo>
                <a:lnTo>
                  <a:pt x="1533525" y="2200275"/>
                </a:lnTo>
                <a:lnTo>
                  <a:pt x="1524000" y="2200275"/>
                </a:lnTo>
                <a:lnTo>
                  <a:pt x="1524000" y="2209800"/>
                </a:lnTo>
                <a:lnTo>
                  <a:pt x="1485900" y="2209800"/>
                </a:lnTo>
                <a:lnTo>
                  <a:pt x="1485900" y="2190750"/>
                </a:lnTo>
                <a:lnTo>
                  <a:pt x="1504950" y="2190750"/>
                </a:lnTo>
                <a:lnTo>
                  <a:pt x="1504950" y="2200275"/>
                </a:lnTo>
                <a:lnTo>
                  <a:pt x="1514475" y="2200275"/>
                </a:lnTo>
                <a:lnTo>
                  <a:pt x="1514475" y="2190750"/>
                </a:lnTo>
                <a:lnTo>
                  <a:pt x="1533525" y="2190750"/>
                </a:lnTo>
                <a:lnTo>
                  <a:pt x="1533525" y="2181225"/>
                </a:lnTo>
                <a:lnTo>
                  <a:pt x="1524000" y="2181225"/>
                </a:lnTo>
                <a:close/>
                <a:moveTo>
                  <a:pt x="2390775" y="2162175"/>
                </a:moveTo>
                <a:lnTo>
                  <a:pt x="2400300" y="2162175"/>
                </a:lnTo>
                <a:lnTo>
                  <a:pt x="2400300" y="2171700"/>
                </a:lnTo>
                <a:lnTo>
                  <a:pt x="2390775" y="2171700"/>
                </a:lnTo>
                <a:close/>
                <a:moveTo>
                  <a:pt x="952500" y="2171700"/>
                </a:moveTo>
                <a:lnTo>
                  <a:pt x="962025" y="2171700"/>
                </a:lnTo>
                <a:lnTo>
                  <a:pt x="962025" y="2190750"/>
                </a:lnTo>
                <a:lnTo>
                  <a:pt x="942975" y="2190750"/>
                </a:lnTo>
                <a:lnTo>
                  <a:pt x="942975" y="2181225"/>
                </a:lnTo>
                <a:lnTo>
                  <a:pt x="952500" y="2181225"/>
                </a:lnTo>
                <a:close/>
                <a:moveTo>
                  <a:pt x="1571625" y="2171700"/>
                </a:moveTo>
                <a:lnTo>
                  <a:pt x="1581150" y="2171700"/>
                </a:lnTo>
                <a:lnTo>
                  <a:pt x="1581150" y="2181225"/>
                </a:lnTo>
                <a:lnTo>
                  <a:pt x="1609725" y="2181225"/>
                </a:lnTo>
                <a:lnTo>
                  <a:pt x="1609725" y="2190750"/>
                </a:lnTo>
                <a:lnTo>
                  <a:pt x="1657350" y="2190750"/>
                </a:lnTo>
                <a:lnTo>
                  <a:pt x="1657350" y="2209800"/>
                </a:lnTo>
                <a:lnTo>
                  <a:pt x="1609725" y="2209800"/>
                </a:lnTo>
                <a:lnTo>
                  <a:pt x="1609725" y="2200275"/>
                </a:lnTo>
                <a:lnTo>
                  <a:pt x="1600200" y="2200275"/>
                </a:lnTo>
                <a:lnTo>
                  <a:pt x="1600200" y="2209800"/>
                </a:lnTo>
                <a:lnTo>
                  <a:pt x="1552575" y="2209800"/>
                </a:lnTo>
                <a:lnTo>
                  <a:pt x="1552575" y="2200275"/>
                </a:lnTo>
                <a:lnTo>
                  <a:pt x="1562100" y="2200275"/>
                </a:lnTo>
                <a:lnTo>
                  <a:pt x="1562100" y="2181225"/>
                </a:lnTo>
                <a:lnTo>
                  <a:pt x="1571625" y="2181225"/>
                </a:lnTo>
                <a:close/>
                <a:moveTo>
                  <a:pt x="1171575" y="2190750"/>
                </a:moveTo>
                <a:lnTo>
                  <a:pt x="1181100" y="2190750"/>
                </a:lnTo>
                <a:lnTo>
                  <a:pt x="1181100" y="2200275"/>
                </a:lnTo>
                <a:lnTo>
                  <a:pt x="1171575" y="2200275"/>
                </a:lnTo>
                <a:close/>
                <a:moveTo>
                  <a:pt x="1304925" y="2190750"/>
                </a:moveTo>
                <a:lnTo>
                  <a:pt x="1343025" y="2190750"/>
                </a:lnTo>
                <a:lnTo>
                  <a:pt x="1343025" y="2219325"/>
                </a:lnTo>
                <a:lnTo>
                  <a:pt x="1333500" y="2219325"/>
                </a:lnTo>
                <a:lnTo>
                  <a:pt x="1333500" y="2209800"/>
                </a:lnTo>
                <a:lnTo>
                  <a:pt x="1314450" y="2209800"/>
                </a:lnTo>
                <a:lnTo>
                  <a:pt x="1314450" y="2219325"/>
                </a:lnTo>
                <a:lnTo>
                  <a:pt x="1295400" y="2219325"/>
                </a:lnTo>
                <a:lnTo>
                  <a:pt x="1295400" y="2209800"/>
                </a:lnTo>
                <a:lnTo>
                  <a:pt x="1304925" y="2209800"/>
                </a:lnTo>
                <a:close/>
                <a:moveTo>
                  <a:pt x="1409700" y="2200275"/>
                </a:moveTo>
                <a:lnTo>
                  <a:pt x="1419225" y="2200275"/>
                </a:lnTo>
                <a:lnTo>
                  <a:pt x="1419225" y="2209800"/>
                </a:lnTo>
                <a:lnTo>
                  <a:pt x="1409700" y="2209800"/>
                </a:lnTo>
                <a:close/>
                <a:moveTo>
                  <a:pt x="76200" y="2219325"/>
                </a:moveTo>
                <a:lnTo>
                  <a:pt x="85725" y="2219325"/>
                </a:lnTo>
                <a:lnTo>
                  <a:pt x="85725" y="2228850"/>
                </a:lnTo>
                <a:lnTo>
                  <a:pt x="76200" y="2228850"/>
                </a:lnTo>
                <a:close/>
                <a:moveTo>
                  <a:pt x="2352675" y="2219325"/>
                </a:moveTo>
                <a:lnTo>
                  <a:pt x="2362200" y="2219325"/>
                </a:lnTo>
                <a:lnTo>
                  <a:pt x="2362200" y="2228850"/>
                </a:lnTo>
                <a:lnTo>
                  <a:pt x="2352675" y="2228850"/>
                </a:lnTo>
                <a:close/>
                <a:moveTo>
                  <a:pt x="2314575" y="2257425"/>
                </a:moveTo>
                <a:lnTo>
                  <a:pt x="2324100" y="2257425"/>
                </a:lnTo>
                <a:lnTo>
                  <a:pt x="2324100" y="2266950"/>
                </a:lnTo>
                <a:lnTo>
                  <a:pt x="2314575" y="2266950"/>
                </a:lnTo>
                <a:close/>
                <a:moveTo>
                  <a:pt x="152400" y="2286000"/>
                </a:moveTo>
                <a:lnTo>
                  <a:pt x="161925" y="2286000"/>
                </a:lnTo>
                <a:lnTo>
                  <a:pt x="161925" y="2295525"/>
                </a:lnTo>
                <a:lnTo>
                  <a:pt x="152400" y="2295525"/>
                </a:lnTo>
                <a:close/>
                <a:moveTo>
                  <a:pt x="2257425" y="2295525"/>
                </a:moveTo>
                <a:lnTo>
                  <a:pt x="2266950" y="2295525"/>
                </a:lnTo>
                <a:lnTo>
                  <a:pt x="2266950" y="2305050"/>
                </a:lnTo>
                <a:lnTo>
                  <a:pt x="2257425" y="2305050"/>
                </a:lnTo>
                <a:close/>
                <a:moveTo>
                  <a:pt x="190500" y="2305050"/>
                </a:moveTo>
                <a:lnTo>
                  <a:pt x="200025" y="2305050"/>
                </a:lnTo>
                <a:lnTo>
                  <a:pt x="200025" y="2314575"/>
                </a:lnTo>
                <a:lnTo>
                  <a:pt x="190500" y="2314575"/>
                </a:lnTo>
                <a:close/>
                <a:moveTo>
                  <a:pt x="2238375" y="2305050"/>
                </a:moveTo>
                <a:lnTo>
                  <a:pt x="2247900" y="2305050"/>
                </a:lnTo>
                <a:lnTo>
                  <a:pt x="2247900" y="2314575"/>
                </a:lnTo>
                <a:lnTo>
                  <a:pt x="2238375" y="2314575"/>
                </a:lnTo>
                <a:close/>
                <a:moveTo>
                  <a:pt x="257175" y="2324100"/>
                </a:moveTo>
                <a:lnTo>
                  <a:pt x="266700" y="2324100"/>
                </a:lnTo>
                <a:lnTo>
                  <a:pt x="266700" y="2333625"/>
                </a:lnTo>
                <a:lnTo>
                  <a:pt x="257175" y="2333625"/>
                </a:lnTo>
                <a:close/>
                <a:moveTo>
                  <a:pt x="2181225" y="2324100"/>
                </a:moveTo>
                <a:lnTo>
                  <a:pt x="2190750" y="2324100"/>
                </a:lnTo>
                <a:lnTo>
                  <a:pt x="2190750" y="2333625"/>
                </a:lnTo>
                <a:lnTo>
                  <a:pt x="2181225" y="2333625"/>
                </a:lnTo>
                <a:close/>
              </a:path>
            </a:pathLst>
          </a:custGeom>
          <a:solidFill xmlns:a="http://schemas.openxmlformats.org/drawingml/2006/main">
            <a:srgbClr val="FDEDD0"/>
          </a:solidFill>
          <a:ln xmlns:a="http://schemas.openxmlformats.org/drawingml/2006/main" w="0">
            <a:noFill/>
          </a:ln>
        </p:spPr>
      </p:sp>
      <p:sp>
        <p:nvSpPr>
          <p:cNvPr id="17" name="logo vector #fde6c1">
            <a:extLst xmlns:a="http://schemas.openxmlformats.org/drawingml/2006/main">
              <a:ext uri="{FF2B5EF4-FFF2-40B4-BE49-F238E27FC236}">
                <a16:creationId xmlns:a16="http://schemas.microsoft.com/office/drawing/2014/main" id="{3D5AF2B6-86DF-473E-BEFB-A3A962B9BE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124450" y="1590675"/>
            <a:ext cx="2867025" cy="2752725"/>
          </a:xfrm>
          <a:custGeom xmlns:a="http://schemas.openxmlformats.org/drawingml/2006/main">
            <a:pathLst>
              <a:path w="2428875" h="2333625">
                <a:moveTo>
                  <a:pt x="647700" y="200025"/>
                </a:moveTo>
                <a:lnTo>
                  <a:pt x="1790700" y="200025"/>
                </a:lnTo>
                <a:lnTo>
                  <a:pt x="1790700" y="209550"/>
                </a:lnTo>
                <a:lnTo>
                  <a:pt x="647700" y="209550"/>
                </a:lnTo>
                <a:close/>
                <a:moveTo>
                  <a:pt x="581025" y="209550"/>
                </a:moveTo>
                <a:lnTo>
                  <a:pt x="590550" y="209550"/>
                </a:lnTo>
                <a:lnTo>
                  <a:pt x="590550" y="219075"/>
                </a:lnTo>
                <a:lnTo>
                  <a:pt x="581025" y="219075"/>
                </a:lnTo>
                <a:close/>
                <a:moveTo>
                  <a:pt x="1857375" y="209550"/>
                </a:moveTo>
                <a:lnTo>
                  <a:pt x="1866900" y="209550"/>
                </a:lnTo>
                <a:lnTo>
                  <a:pt x="1866900" y="219075"/>
                </a:lnTo>
                <a:lnTo>
                  <a:pt x="1857375" y="219075"/>
                </a:lnTo>
                <a:close/>
                <a:moveTo>
                  <a:pt x="542925" y="219075"/>
                </a:moveTo>
                <a:lnTo>
                  <a:pt x="552450" y="219075"/>
                </a:lnTo>
                <a:lnTo>
                  <a:pt x="552450" y="228600"/>
                </a:lnTo>
                <a:lnTo>
                  <a:pt x="542925" y="228600"/>
                </a:lnTo>
                <a:close/>
                <a:moveTo>
                  <a:pt x="1895475" y="219075"/>
                </a:moveTo>
                <a:lnTo>
                  <a:pt x="1905000" y="219075"/>
                </a:lnTo>
                <a:lnTo>
                  <a:pt x="1905000" y="228600"/>
                </a:lnTo>
                <a:lnTo>
                  <a:pt x="1895475" y="228600"/>
                </a:lnTo>
                <a:close/>
                <a:moveTo>
                  <a:pt x="514350" y="228600"/>
                </a:moveTo>
                <a:lnTo>
                  <a:pt x="523875" y="228600"/>
                </a:lnTo>
                <a:lnTo>
                  <a:pt x="523875" y="238125"/>
                </a:lnTo>
                <a:lnTo>
                  <a:pt x="514350" y="238125"/>
                </a:lnTo>
                <a:close/>
                <a:moveTo>
                  <a:pt x="485775" y="238125"/>
                </a:moveTo>
                <a:lnTo>
                  <a:pt x="495300" y="238125"/>
                </a:lnTo>
                <a:lnTo>
                  <a:pt x="495300" y="247650"/>
                </a:lnTo>
                <a:lnTo>
                  <a:pt x="485775" y="247650"/>
                </a:lnTo>
                <a:close/>
                <a:moveTo>
                  <a:pt x="1943100" y="238125"/>
                </a:moveTo>
                <a:lnTo>
                  <a:pt x="1952625" y="238125"/>
                </a:lnTo>
                <a:lnTo>
                  <a:pt x="1952625" y="247650"/>
                </a:lnTo>
                <a:lnTo>
                  <a:pt x="1943100" y="247650"/>
                </a:lnTo>
                <a:close/>
                <a:moveTo>
                  <a:pt x="466725" y="247650"/>
                </a:moveTo>
                <a:lnTo>
                  <a:pt x="476250" y="247650"/>
                </a:lnTo>
                <a:lnTo>
                  <a:pt x="476250" y="257175"/>
                </a:lnTo>
                <a:lnTo>
                  <a:pt x="466725" y="257175"/>
                </a:lnTo>
                <a:close/>
                <a:moveTo>
                  <a:pt x="1962150" y="247650"/>
                </a:moveTo>
                <a:lnTo>
                  <a:pt x="1971675" y="247650"/>
                </a:lnTo>
                <a:lnTo>
                  <a:pt x="1971675" y="257175"/>
                </a:lnTo>
                <a:lnTo>
                  <a:pt x="1962150" y="257175"/>
                </a:lnTo>
                <a:close/>
                <a:moveTo>
                  <a:pt x="447675" y="257175"/>
                </a:moveTo>
                <a:lnTo>
                  <a:pt x="457200" y="257175"/>
                </a:lnTo>
                <a:lnTo>
                  <a:pt x="457200" y="266700"/>
                </a:lnTo>
                <a:lnTo>
                  <a:pt x="447675" y="266700"/>
                </a:lnTo>
                <a:close/>
                <a:moveTo>
                  <a:pt x="1981200" y="257175"/>
                </a:moveTo>
                <a:lnTo>
                  <a:pt x="1990725" y="257175"/>
                </a:lnTo>
                <a:lnTo>
                  <a:pt x="1990725" y="266700"/>
                </a:lnTo>
                <a:lnTo>
                  <a:pt x="1981200" y="266700"/>
                </a:lnTo>
                <a:close/>
                <a:moveTo>
                  <a:pt x="428625" y="266700"/>
                </a:moveTo>
                <a:lnTo>
                  <a:pt x="438150" y="266700"/>
                </a:lnTo>
                <a:lnTo>
                  <a:pt x="438150" y="276225"/>
                </a:lnTo>
                <a:lnTo>
                  <a:pt x="428625" y="276225"/>
                </a:lnTo>
                <a:close/>
                <a:moveTo>
                  <a:pt x="2000250" y="266700"/>
                </a:moveTo>
                <a:lnTo>
                  <a:pt x="2009775" y="266700"/>
                </a:lnTo>
                <a:lnTo>
                  <a:pt x="2009775" y="276225"/>
                </a:lnTo>
                <a:lnTo>
                  <a:pt x="2000250" y="276225"/>
                </a:lnTo>
                <a:close/>
                <a:moveTo>
                  <a:pt x="361950" y="314325"/>
                </a:moveTo>
                <a:lnTo>
                  <a:pt x="371475" y="314325"/>
                </a:lnTo>
                <a:lnTo>
                  <a:pt x="371475" y="323850"/>
                </a:lnTo>
                <a:lnTo>
                  <a:pt x="361950" y="323850"/>
                </a:lnTo>
                <a:close/>
                <a:moveTo>
                  <a:pt x="352425" y="323850"/>
                </a:moveTo>
                <a:lnTo>
                  <a:pt x="361950" y="323850"/>
                </a:lnTo>
                <a:lnTo>
                  <a:pt x="361950" y="333375"/>
                </a:lnTo>
                <a:lnTo>
                  <a:pt x="352425" y="333375"/>
                </a:lnTo>
                <a:close/>
                <a:moveTo>
                  <a:pt x="1409700" y="323850"/>
                </a:moveTo>
                <a:lnTo>
                  <a:pt x="1419225" y="323850"/>
                </a:lnTo>
                <a:lnTo>
                  <a:pt x="1419225" y="333375"/>
                </a:lnTo>
                <a:lnTo>
                  <a:pt x="1409700" y="333375"/>
                </a:lnTo>
                <a:close/>
                <a:moveTo>
                  <a:pt x="304800" y="381000"/>
                </a:moveTo>
                <a:lnTo>
                  <a:pt x="314325" y="381000"/>
                </a:lnTo>
                <a:lnTo>
                  <a:pt x="314325" y="390525"/>
                </a:lnTo>
                <a:lnTo>
                  <a:pt x="304800" y="390525"/>
                </a:lnTo>
                <a:close/>
                <a:moveTo>
                  <a:pt x="1047750" y="381000"/>
                </a:moveTo>
                <a:lnTo>
                  <a:pt x="1057275" y="381000"/>
                </a:lnTo>
                <a:lnTo>
                  <a:pt x="1057275" y="390525"/>
                </a:lnTo>
                <a:lnTo>
                  <a:pt x="1047750" y="390525"/>
                </a:lnTo>
                <a:close/>
                <a:moveTo>
                  <a:pt x="2124075" y="381000"/>
                </a:moveTo>
                <a:lnTo>
                  <a:pt x="2133600" y="381000"/>
                </a:lnTo>
                <a:lnTo>
                  <a:pt x="2133600" y="390525"/>
                </a:lnTo>
                <a:lnTo>
                  <a:pt x="2124075" y="390525"/>
                </a:lnTo>
                <a:close/>
                <a:moveTo>
                  <a:pt x="962025" y="390525"/>
                </a:moveTo>
                <a:lnTo>
                  <a:pt x="971550" y="390525"/>
                </a:lnTo>
                <a:lnTo>
                  <a:pt x="971550" y="400050"/>
                </a:lnTo>
                <a:lnTo>
                  <a:pt x="962025" y="400050"/>
                </a:lnTo>
                <a:close/>
                <a:moveTo>
                  <a:pt x="1562100" y="400050"/>
                </a:moveTo>
                <a:lnTo>
                  <a:pt x="1571625" y="400050"/>
                </a:lnTo>
                <a:lnTo>
                  <a:pt x="1571625" y="409575"/>
                </a:lnTo>
                <a:lnTo>
                  <a:pt x="1562100" y="409575"/>
                </a:lnTo>
                <a:close/>
                <a:moveTo>
                  <a:pt x="838200" y="409575"/>
                </a:moveTo>
                <a:lnTo>
                  <a:pt x="847725" y="409575"/>
                </a:lnTo>
                <a:lnTo>
                  <a:pt x="847725" y="419100"/>
                </a:lnTo>
                <a:lnTo>
                  <a:pt x="838200" y="419100"/>
                </a:lnTo>
                <a:close/>
                <a:moveTo>
                  <a:pt x="1609725" y="409575"/>
                </a:moveTo>
                <a:lnTo>
                  <a:pt x="1619250" y="409575"/>
                </a:lnTo>
                <a:lnTo>
                  <a:pt x="1619250" y="419100"/>
                </a:lnTo>
                <a:lnTo>
                  <a:pt x="1609725" y="419100"/>
                </a:lnTo>
                <a:close/>
                <a:moveTo>
                  <a:pt x="752475" y="428625"/>
                </a:moveTo>
                <a:lnTo>
                  <a:pt x="762000" y="428625"/>
                </a:lnTo>
                <a:lnTo>
                  <a:pt x="762000" y="438150"/>
                </a:lnTo>
                <a:lnTo>
                  <a:pt x="752475" y="438150"/>
                </a:lnTo>
                <a:close/>
                <a:moveTo>
                  <a:pt x="266700" y="438150"/>
                </a:moveTo>
                <a:lnTo>
                  <a:pt x="276225" y="438150"/>
                </a:lnTo>
                <a:lnTo>
                  <a:pt x="276225" y="447675"/>
                </a:lnTo>
                <a:lnTo>
                  <a:pt x="266700" y="447675"/>
                </a:lnTo>
                <a:close/>
                <a:moveTo>
                  <a:pt x="2162175" y="438150"/>
                </a:moveTo>
                <a:lnTo>
                  <a:pt x="2171700" y="438150"/>
                </a:lnTo>
                <a:lnTo>
                  <a:pt x="2171700" y="447675"/>
                </a:lnTo>
                <a:lnTo>
                  <a:pt x="2162175" y="447675"/>
                </a:lnTo>
                <a:close/>
                <a:moveTo>
                  <a:pt x="257175" y="457200"/>
                </a:moveTo>
                <a:lnTo>
                  <a:pt x="266700" y="457200"/>
                </a:lnTo>
                <a:lnTo>
                  <a:pt x="266700" y="466725"/>
                </a:lnTo>
                <a:lnTo>
                  <a:pt x="257175" y="466725"/>
                </a:lnTo>
                <a:close/>
                <a:moveTo>
                  <a:pt x="2181225" y="485775"/>
                </a:moveTo>
                <a:lnTo>
                  <a:pt x="2190750" y="485775"/>
                </a:lnTo>
                <a:lnTo>
                  <a:pt x="2190750" y="495300"/>
                </a:lnTo>
                <a:lnTo>
                  <a:pt x="2181225" y="495300"/>
                </a:lnTo>
                <a:close/>
                <a:moveTo>
                  <a:pt x="238125" y="504825"/>
                </a:moveTo>
                <a:lnTo>
                  <a:pt x="247650" y="504825"/>
                </a:lnTo>
                <a:lnTo>
                  <a:pt x="247650" y="514350"/>
                </a:lnTo>
                <a:lnTo>
                  <a:pt x="238125" y="514350"/>
                </a:lnTo>
                <a:close/>
                <a:moveTo>
                  <a:pt x="619125" y="504825"/>
                </a:moveTo>
                <a:lnTo>
                  <a:pt x="638175" y="504825"/>
                </a:lnTo>
                <a:lnTo>
                  <a:pt x="638175" y="514350"/>
                </a:lnTo>
                <a:lnTo>
                  <a:pt x="619125" y="514350"/>
                </a:lnTo>
                <a:close/>
                <a:moveTo>
                  <a:pt x="866775" y="504825"/>
                </a:moveTo>
                <a:lnTo>
                  <a:pt x="876300" y="504825"/>
                </a:lnTo>
                <a:lnTo>
                  <a:pt x="876300" y="514350"/>
                </a:lnTo>
                <a:lnTo>
                  <a:pt x="866775" y="514350"/>
                </a:lnTo>
                <a:close/>
                <a:moveTo>
                  <a:pt x="1781175" y="504825"/>
                </a:moveTo>
                <a:lnTo>
                  <a:pt x="1800225" y="504825"/>
                </a:lnTo>
                <a:lnTo>
                  <a:pt x="1800225" y="514350"/>
                </a:lnTo>
                <a:lnTo>
                  <a:pt x="1781175" y="514350"/>
                </a:lnTo>
                <a:close/>
                <a:moveTo>
                  <a:pt x="723900" y="514350"/>
                </a:moveTo>
                <a:lnTo>
                  <a:pt x="733425" y="514350"/>
                </a:lnTo>
                <a:lnTo>
                  <a:pt x="733425" y="523875"/>
                </a:lnTo>
                <a:lnTo>
                  <a:pt x="723900" y="523875"/>
                </a:lnTo>
                <a:close/>
                <a:moveTo>
                  <a:pt x="1866900" y="514350"/>
                </a:moveTo>
                <a:lnTo>
                  <a:pt x="1876425" y="514350"/>
                </a:lnTo>
                <a:lnTo>
                  <a:pt x="1876425" y="523875"/>
                </a:lnTo>
                <a:lnTo>
                  <a:pt x="1866900" y="523875"/>
                </a:lnTo>
                <a:close/>
                <a:moveTo>
                  <a:pt x="876300" y="523875"/>
                </a:moveTo>
                <a:lnTo>
                  <a:pt x="885825" y="523875"/>
                </a:lnTo>
                <a:lnTo>
                  <a:pt x="885825" y="552450"/>
                </a:lnTo>
                <a:lnTo>
                  <a:pt x="876300" y="552450"/>
                </a:lnTo>
                <a:close/>
                <a:moveTo>
                  <a:pt x="1047750" y="523875"/>
                </a:moveTo>
                <a:lnTo>
                  <a:pt x="1057275" y="523875"/>
                </a:lnTo>
                <a:lnTo>
                  <a:pt x="1057275" y="533400"/>
                </a:lnTo>
                <a:lnTo>
                  <a:pt x="1047750" y="533400"/>
                </a:lnTo>
                <a:close/>
                <a:moveTo>
                  <a:pt x="1447800" y="523875"/>
                </a:moveTo>
                <a:lnTo>
                  <a:pt x="1466850" y="523875"/>
                </a:lnTo>
                <a:lnTo>
                  <a:pt x="1466850" y="533400"/>
                </a:lnTo>
                <a:lnTo>
                  <a:pt x="1447800" y="533400"/>
                </a:lnTo>
                <a:close/>
                <a:moveTo>
                  <a:pt x="1876425" y="523875"/>
                </a:moveTo>
                <a:lnTo>
                  <a:pt x="1885950" y="523875"/>
                </a:lnTo>
                <a:lnTo>
                  <a:pt x="1885950" y="533400"/>
                </a:lnTo>
                <a:lnTo>
                  <a:pt x="1876425" y="533400"/>
                </a:lnTo>
                <a:close/>
                <a:moveTo>
                  <a:pt x="1104900" y="533400"/>
                </a:moveTo>
                <a:lnTo>
                  <a:pt x="1123950" y="533400"/>
                </a:lnTo>
                <a:lnTo>
                  <a:pt x="1123950" y="542925"/>
                </a:lnTo>
                <a:lnTo>
                  <a:pt x="1104900" y="542925"/>
                </a:lnTo>
                <a:close/>
                <a:moveTo>
                  <a:pt x="228600" y="542925"/>
                </a:moveTo>
                <a:lnTo>
                  <a:pt x="238125" y="542925"/>
                </a:lnTo>
                <a:lnTo>
                  <a:pt x="238125" y="552450"/>
                </a:lnTo>
                <a:lnTo>
                  <a:pt x="228600" y="552450"/>
                </a:lnTo>
                <a:close/>
                <a:moveTo>
                  <a:pt x="2200275" y="542925"/>
                </a:moveTo>
                <a:lnTo>
                  <a:pt x="2209800" y="542925"/>
                </a:lnTo>
                <a:lnTo>
                  <a:pt x="2209800" y="552450"/>
                </a:lnTo>
                <a:lnTo>
                  <a:pt x="2200275" y="552450"/>
                </a:lnTo>
                <a:close/>
                <a:moveTo>
                  <a:pt x="1524000" y="561975"/>
                </a:moveTo>
                <a:lnTo>
                  <a:pt x="1533525" y="561975"/>
                </a:lnTo>
                <a:lnTo>
                  <a:pt x="1533525" y="571500"/>
                </a:lnTo>
                <a:lnTo>
                  <a:pt x="1524000" y="571500"/>
                </a:lnTo>
                <a:close/>
                <a:moveTo>
                  <a:pt x="1590675" y="571500"/>
                </a:moveTo>
                <a:lnTo>
                  <a:pt x="1600200" y="571500"/>
                </a:lnTo>
                <a:lnTo>
                  <a:pt x="1600200" y="581025"/>
                </a:lnTo>
                <a:lnTo>
                  <a:pt x="1590675" y="581025"/>
                </a:lnTo>
                <a:close/>
                <a:moveTo>
                  <a:pt x="219075" y="581025"/>
                </a:moveTo>
                <a:lnTo>
                  <a:pt x="228600" y="581025"/>
                </a:lnTo>
                <a:lnTo>
                  <a:pt x="228600" y="600075"/>
                </a:lnTo>
                <a:lnTo>
                  <a:pt x="219075" y="600075"/>
                </a:lnTo>
                <a:close/>
                <a:moveTo>
                  <a:pt x="1504950" y="600075"/>
                </a:moveTo>
                <a:lnTo>
                  <a:pt x="1514475" y="600075"/>
                </a:lnTo>
                <a:lnTo>
                  <a:pt x="1514475" y="609600"/>
                </a:lnTo>
                <a:lnTo>
                  <a:pt x="1504950" y="609600"/>
                </a:lnTo>
                <a:close/>
                <a:moveTo>
                  <a:pt x="2209800" y="600075"/>
                </a:moveTo>
                <a:lnTo>
                  <a:pt x="2219325" y="600075"/>
                </a:lnTo>
                <a:lnTo>
                  <a:pt x="2219325" y="619125"/>
                </a:lnTo>
                <a:lnTo>
                  <a:pt x="2209800" y="619125"/>
                </a:lnTo>
                <a:close/>
                <a:moveTo>
                  <a:pt x="771525" y="666750"/>
                </a:moveTo>
                <a:lnTo>
                  <a:pt x="781050" y="666750"/>
                </a:lnTo>
                <a:lnTo>
                  <a:pt x="781050" y="676275"/>
                </a:lnTo>
                <a:lnTo>
                  <a:pt x="771525" y="676275"/>
                </a:lnTo>
                <a:close/>
                <a:moveTo>
                  <a:pt x="1057275" y="695325"/>
                </a:moveTo>
                <a:lnTo>
                  <a:pt x="1095375" y="695325"/>
                </a:lnTo>
                <a:lnTo>
                  <a:pt x="1095375" y="704850"/>
                </a:lnTo>
                <a:lnTo>
                  <a:pt x="1057275" y="704850"/>
                </a:lnTo>
                <a:close/>
                <a:moveTo>
                  <a:pt x="1333500" y="695325"/>
                </a:moveTo>
                <a:lnTo>
                  <a:pt x="1352550" y="695325"/>
                </a:lnTo>
                <a:lnTo>
                  <a:pt x="1352550" y="704850"/>
                </a:lnTo>
                <a:lnTo>
                  <a:pt x="1333500" y="704850"/>
                </a:lnTo>
                <a:close/>
                <a:moveTo>
                  <a:pt x="857250" y="704850"/>
                </a:moveTo>
                <a:lnTo>
                  <a:pt x="866775" y="704850"/>
                </a:lnTo>
                <a:lnTo>
                  <a:pt x="866775" y="714375"/>
                </a:lnTo>
                <a:lnTo>
                  <a:pt x="857250" y="714375"/>
                </a:lnTo>
                <a:close/>
                <a:moveTo>
                  <a:pt x="781050" y="714375"/>
                </a:moveTo>
                <a:lnTo>
                  <a:pt x="800100" y="714375"/>
                </a:lnTo>
                <a:lnTo>
                  <a:pt x="800100" y="723900"/>
                </a:lnTo>
                <a:lnTo>
                  <a:pt x="781050" y="723900"/>
                </a:lnTo>
                <a:close/>
                <a:moveTo>
                  <a:pt x="1781175" y="714375"/>
                </a:moveTo>
                <a:lnTo>
                  <a:pt x="1800225" y="714375"/>
                </a:lnTo>
                <a:lnTo>
                  <a:pt x="1800225" y="723900"/>
                </a:lnTo>
                <a:lnTo>
                  <a:pt x="1781175" y="723900"/>
                </a:lnTo>
                <a:close/>
                <a:moveTo>
                  <a:pt x="1276350" y="723900"/>
                </a:moveTo>
                <a:lnTo>
                  <a:pt x="1285875" y="723900"/>
                </a:lnTo>
                <a:lnTo>
                  <a:pt x="1285875" y="733425"/>
                </a:lnTo>
                <a:lnTo>
                  <a:pt x="1276350" y="733425"/>
                </a:lnTo>
                <a:close/>
                <a:moveTo>
                  <a:pt x="1285875" y="733425"/>
                </a:moveTo>
                <a:lnTo>
                  <a:pt x="1295400" y="733425"/>
                </a:lnTo>
                <a:lnTo>
                  <a:pt x="1295400" y="742950"/>
                </a:lnTo>
                <a:lnTo>
                  <a:pt x="1285875" y="742950"/>
                </a:lnTo>
                <a:close/>
                <a:moveTo>
                  <a:pt x="1447800" y="733425"/>
                </a:moveTo>
                <a:lnTo>
                  <a:pt x="1457325" y="733425"/>
                </a:lnTo>
                <a:lnTo>
                  <a:pt x="1457325" y="742950"/>
                </a:lnTo>
                <a:lnTo>
                  <a:pt x="1447800" y="742950"/>
                </a:lnTo>
                <a:close/>
                <a:moveTo>
                  <a:pt x="1495425" y="742950"/>
                </a:moveTo>
                <a:lnTo>
                  <a:pt x="1514475" y="742950"/>
                </a:lnTo>
                <a:lnTo>
                  <a:pt x="1514475" y="762000"/>
                </a:lnTo>
                <a:lnTo>
                  <a:pt x="1495425" y="762000"/>
                </a:lnTo>
                <a:close/>
                <a:moveTo>
                  <a:pt x="1552575" y="752475"/>
                </a:moveTo>
                <a:lnTo>
                  <a:pt x="1562100" y="752475"/>
                </a:lnTo>
                <a:lnTo>
                  <a:pt x="1562100" y="781050"/>
                </a:lnTo>
                <a:lnTo>
                  <a:pt x="1581150" y="781050"/>
                </a:lnTo>
                <a:lnTo>
                  <a:pt x="1581150" y="771525"/>
                </a:lnTo>
                <a:lnTo>
                  <a:pt x="1590675" y="771525"/>
                </a:lnTo>
                <a:lnTo>
                  <a:pt x="1590675" y="781050"/>
                </a:lnTo>
                <a:lnTo>
                  <a:pt x="1581150" y="781050"/>
                </a:lnTo>
                <a:lnTo>
                  <a:pt x="1581150" y="790575"/>
                </a:lnTo>
                <a:lnTo>
                  <a:pt x="1552575" y="790575"/>
                </a:lnTo>
                <a:close/>
                <a:moveTo>
                  <a:pt x="847725" y="762000"/>
                </a:moveTo>
                <a:lnTo>
                  <a:pt x="857250" y="762000"/>
                </a:lnTo>
                <a:lnTo>
                  <a:pt x="857250" y="771525"/>
                </a:lnTo>
                <a:lnTo>
                  <a:pt x="847725" y="771525"/>
                </a:lnTo>
                <a:close/>
                <a:moveTo>
                  <a:pt x="885825" y="762000"/>
                </a:moveTo>
                <a:lnTo>
                  <a:pt x="895350" y="762000"/>
                </a:lnTo>
                <a:lnTo>
                  <a:pt x="895350" y="771525"/>
                </a:lnTo>
                <a:lnTo>
                  <a:pt x="885825" y="771525"/>
                </a:lnTo>
                <a:close/>
                <a:moveTo>
                  <a:pt x="1000125" y="762000"/>
                </a:moveTo>
                <a:lnTo>
                  <a:pt x="1009650" y="762000"/>
                </a:lnTo>
                <a:lnTo>
                  <a:pt x="1009650" y="857250"/>
                </a:lnTo>
                <a:lnTo>
                  <a:pt x="1000125" y="857250"/>
                </a:lnTo>
                <a:close/>
                <a:moveTo>
                  <a:pt x="1162050" y="762000"/>
                </a:moveTo>
                <a:lnTo>
                  <a:pt x="1171575" y="762000"/>
                </a:lnTo>
                <a:lnTo>
                  <a:pt x="1171575" y="771525"/>
                </a:lnTo>
                <a:lnTo>
                  <a:pt x="1162050" y="771525"/>
                </a:lnTo>
                <a:close/>
                <a:moveTo>
                  <a:pt x="1200150" y="762000"/>
                </a:moveTo>
                <a:lnTo>
                  <a:pt x="1209675" y="762000"/>
                </a:lnTo>
                <a:lnTo>
                  <a:pt x="1209675" y="771525"/>
                </a:lnTo>
                <a:lnTo>
                  <a:pt x="1200150" y="771525"/>
                </a:lnTo>
                <a:close/>
                <a:moveTo>
                  <a:pt x="1362075" y="762000"/>
                </a:moveTo>
                <a:lnTo>
                  <a:pt x="1371600" y="762000"/>
                </a:lnTo>
                <a:lnTo>
                  <a:pt x="1371600" y="771525"/>
                </a:lnTo>
                <a:lnTo>
                  <a:pt x="1362075" y="771525"/>
                </a:lnTo>
                <a:close/>
                <a:moveTo>
                  <a:pt x="838200" y="771525"/>
                </a:moveTo>
                <a:lnTo>
                  <a:pt x="847725" y="771525"/>
                </a:lnTo>
                <a:lnTo>
                  <a:pt x="847725" y="781050"/>
                </a:lnTo>
                <a:lnTo>
                  <a:pt x="838200" y="781050"/>
                </a:lnTo>
                <a:close/>
                <a:moveTo>
                  <a:pt x="1219200" y="771525"/>
                </a:moveTo>
                <a:lnTo>
                  <a:pt x="1228725" y="771525"/>
                </a:lnTo>
                <a:lnTo>
                  <a:pt x="1228725" y="781050"/>
                </a:lnTo>
                <a:lnTo>
                  <a:pt x="1219200" y="781050"/>
                </a:lnTo>
                <a:close/>
                <a:moveTo>
                  <a:pt x="1314450" y="771525"/>
                </a:moveTo>
                <a:lnTo>
                  <a:pt x="1323975" y="771525"/>
                </a:lnTo>
                <a:lnTo>
                  <a:pt x="1323975" y="781050"/>
                </a:lnTo>
                <a:lnTo>
                  <a:pt x="1314450" y="781050"/>
                </a:lnTo>
                <a:close/>
                <a:moveTo>
                  <a:pt x="1657350" y="771525"/>
                </a:moveTo>
                <a:lnTo>
                  <a:pt x="1666875" y="771525"/>
                </a:lnTo>
                <a:lnTo>
                  <a:pt x="1666875" y="781050"/>
                </a:lnTo>
                <a:lnTo>
                  <a:pt x="1657350" y="781050"/>
                </a:lnTo>
                <a:close/>
                <a:moveTo>
                  <a:pt x="809625" y="781050"/>
                </a:moveTo>
                <a:lnTo>
                  <a:pt x="819150" y="781050"/>
                </a:lnTo>
                <a:lnTo>
                  <a:pt x="819150" y="790575"/>
                </a:lnTo>
                <a:lnTo>
                  <a:pt x="809625" y="790575"/>
                </a:lnTo>
                <a:close/>
                <a:moveTo>
                  <a:pt x="904875" y="781050"/>
                </a:moveTo>
                <a:lnTo>
                  <a:pt x="914400" y="781050"/>
                </a:lnTo>
                <a:lnTo>
                  <a:pt x="914400" y="790575"/>
                </a:lnTo>
                <a:lnTo>
                  <a:pt x="904875" y="790575"/>
                </a:lnTo>
                <a:close/>
                <a:moveTo>
                  <a:pt x="1228725" y="781050"/>
                </a:moveTo>
                <a:lnTo>
                  <a:pt x="1238250" y="781050"/>
                </a:lnTo>
                <a:lnTo>
                  <a:pt x="1238250" y="790575"/>
                </a:lnTo>
                <a:lnTo>
                  <a:pt x="1228725" y="790575"/>
                </a:lnTo>
                <a:close/>
                <a:moveTo>
                  <a:pt x="1295400" y="781050"/>
                </a:moveTo>
                <a:lnTo>
                  <a:pt x="1314450" y="781050"/>
                </a:lnTo>
                <a:lnTo>
                  <a:pt x="1314450" y="790575"/>
                </a:lnTo>
                <a:lnTo>
                  <a:pt x="1295400" y="790575"/>
                </a:lnTo>
                <a:close/>
                <a:moveTo>
                  <a:pt x="1666875" y="781050"/>
                </a:moveTo>
                <a:lnTo>
                  <a:pt x="1676400" y="781050"/>
                </a:lnTo>
                <a:lnTo>
                  <a:pt x="1676400" y="790575"/>
                </a:lnTo>
                <a:lnTo>
                  <a:pt x="1666875" y="790575"/>
                </a:lnTo>
                <a:close/>
                <a:moveTo>
                  <a:pt x="800100" y="790575"/>
                </a:moveTo>
                <a:lnTo>
                  <a:pt x="809625" y="790575"/>
                </a:lnTo>
                <a:lnTo>
                  <a:pt x="809625" y="800100"/>
                </a:lnTo>
                <a:lnTo>
                  <a:pt x="800100" y="800100"/>
                </a:lnTo>
                <a:close/>
                <a:moveTo>
                  <a:pt x="895350" y="790575"/>
                </a:moveTo>
                <a:lnTo>
                  <a:pt x="904875" y="790575"/>
                </a:lnTo>
                <a:lnTo>
                  <a:pt x="904875" y="800100"/>
                </a:lnTo>
                <a:lnTo>
                  <a:pt x="895350" y="800100"/>
                </a:lnTo>
                <a:close/>
                <a:moveTo>
                  <a:pt x="1181100" y="800100"/>
                </a:moveTo>
                <a:lnTo>
                  <a:pt x="1190625" y="800100"/>
                </a:lnTo>
                <a:lnTo>
                  <a:pt x="1190625" y="809625"/>
                </a:lnTo>
                <a:lnTo>
                  <a:pt x="1181100" y="809625"/>
                </a:lnTo>
                <a:close/>
                <a:moveTo>
                  <a:pt x="1381125" y="800100"/>
                </a:moveTo>
                <a:lnTo>
                  <a:pt x="1390650" y="800100"/>
                </a:lnTo>
                <a:lnTo>
                  <a:pt x="1390650" y="809625"/>
                </a:lnTo>
                <a:lnTo>
                  <a:pt x="1400175" y="809625"/>
                </a:lnTo>
                <a:lnTo>
                  <a:pt x="1400175" y="819150"/>
                </a:lnTo>
                <a:lnTo>
                  <a:pt x="1381125" y="819150"/>
                </a:lnTo>
                <a:close/>
                <a:moveTo>
                  <a:pt x="1676400" y="800100"/>
                </a:moveTo>
                <a:lnTo>
                  <a:pt x="1685925" y="800100"/>
                </a:lnTo>
                <a:lnTo>
                  <a:pt x="1685925" y="809625"/>
                </a:lnTo>
                <a:lnTo>
                  <a:pt x="1676400" y="809625"/>
                </a:lnTo>
                <a:close/>
                <a:moveTo>
                  <a:pt x="1619250" y="809625"/>
                </a:moveTo>
                <a:lnTo>
                  <a:pt x="1628775" y="809625"/>
                </a:lnTo>
                <a:lnTo>
                  <a:pt x="1628775" y="819150"/>
                </a:lnTo>
                <a:lnTo>
                  <a:pt x="1619250" y="819150"/>
                </a:lnTo>
                <a:close/>
                <a:moveTo>
                  <a:pt x="952500" y="819150"/>
                </a:moveTo>
                <a:lnTo>
                  <a:pt x="962025" y="819150"/>
                </a:lnTo>
                <a:lnTo>
                  <a:pt x="962025" y="847725"/>
                </a:lnTo>
                <a:lnTo>
                  <a:pt x="952500" y="847725"/>
                </a:lnTo>
                <a:close/>
                <a:moveTo>
                  <a:pt x="1628775" y="819150"/>
                </a:moveTo>
                <a:lnTo>
                  <a:pt x="1638300" y="819150"/>
                </a:lnTo>
                <a:lnTo>
                  <a:pt x="1638300" y="838200"/>
                </a:lnTo>
                <a:lnTo>
                  <a:pt x="1628775" y="838200"/>
                </a:lnTo>
                <a:close/>
                <a:moveTo>
                  <a:pt x="1171575" y="828675"/>
                </a:moveTo>
                <a:lnTo>
                  <a:pt x="1181100" y="828675"/>
                </a:lnTo>
                <a:lnTo>
                  <a:pt x="1181100" y="838200"/>
                </a:lnTo>
                <a:lnTo>
                  <a:pt x="1171575" y="838200"/>
                </a:lnTo>
                <a:close/>
                <a:moveTo>
                  <a:pt x="1190625" y="828675"/>
                </a:moveTo>
                <a:lnTo>
                  <a:pt x="1200150" y="828675"/>
                </a:lnTo>
                <a:lnTo>
                  <a:pt x="1200150" y="838200"/>
                </a:lnTo>
                <a:lnTo>
                  <a:pt x="1190625" y="838200"/>
                </a:lnTo>
                <a:close/>
                <a:moveTo>
                  <a:pt x="1609725" y="828675"/>
                </a:moveTo>
                <a:lnTo>
                  <a:pt x="1619250" y="828675"/>
                </a:lnTo>
                <a:lnTo>
                  <a:pt x="1619250" y="838200"/>
                </a:lnTo>
                <a:lnTo>
                  <a:pt x="1609725" y="838200"/>
                </a:lnTo>
                <a:close/>
                <a:moveTo>
                  <a:pt x="1238250" y="847725"/>
                </a:moveTo>
                <a:lnTo>
                  <a:pt x="1247775" y="847725"/>
                </a:lnTo>
                <a:lnTo>
                  <a:pt x="1247775" y="857250"/>
                </a:lnTo>
                <a:lnTo>
                  <a:pt x="1238250" y="857250"/>
                </a:lnTo>
                <a:close/>
                <a:moveTo>
                  <a:pt x="1114425" y="857250"/>
                </a:moveTo>
                <a:lnTo>
                  <a:pt x="1123950" y="857250"/>
                </a:lnTo>
                <a:lnTo>
                  <a:pt x="1123950" y="866775"/>
                </a:lnTo>
                <a:lnTo>
                  <a:pt x="1114425" y="866775"/>
                </a:lnTo>
                <a:close/>
                <a:moveTo>
                  <a:pt x="1247775" y="857250"/>
                </a:moveTo>
                <a:lnTo>
                  <a:pt x="1257300" y="857250"/>
                </a:lnTo>
                <a:lnTo>
                  <a:pt x="1257300" y="866775"/>
                </a:lnTo>
                <a:lnTo>
                  <a:pt x="1247775" y="866775"/>
                </a:lnTo>
                <a:close/>
                <a:moveTo>
                  <a:pt x="1104900" y="866775"/>
                </a:moveTo>
                <a:lnTo>
                  <a:pt x="1114425" y="866775"/>
                </a:lnTo>
                <a:lnTo>
                  <a:pt x="1114425" y="876300"/>
                </a:lnTo>
                <a:lnTo>
                  <a:pt x="1104900" y="876300"/>
                </a:lnTo>
                <a:close/>
                <a:moveTo>
                  <a:pt x="1257300" y="866775"/>
                </a:moveTo>
                <a:lnTo>
                  <a:pt x="1266825" y="866775"/>
                </a:lnTo>
                <a:lnTo>
                  <a:pt x="1266825" y="876300"/>
                </a:lnTo>
                <a:lnTo>
                  <a:pt x="1257300" y="876300"/>
                </a:lnTo>
                <a:close/>
                <a:moveTo>
                  <a:pt x="1304925" y="866775"/>
                </a:moveTo>
                <a:lnTo>
                  <a:pt x="1323975" y="866775"/>
                </a:lnTo>
                <a:lnTo>
                  <a:pt x="1323975" y="876300"/>
                </a:lnTo>
                <a:lnTo>
                  <a:pt x="1304925" y="876300"/>
                </a:lnTo>
                <a:close/>
                <a:moveTo>
                  <a:pt x="1504950" y="866775"/>
                </a:moveTo>
                <a:lnTo>
                  <a:pt x="1524000" y="866775"/>
                </a:lnTo>
                <a:lnTo>
                  <a:pt x="1524000" y="876300"/>
                </a:lnTo>
                <a:lnTo>
                  <a:pt x="1504950" y="876300"/>
                </a:lnTo>
                <a:close/>
                <a:moveTo>
                  <a:pt x="1562100" y="866775"/>
                </a:moveTo>
                <a:lnTo>
                  <a:pt x="1571625" y="866775"/>
                </a:lnTo>
                <a:lnTo>
                  <a:pt x="1571625" y="876300"/>
                </a:lnTo>
                <a:lnTo>
                  <a:pt x="1562100" y="876300"/>
                </a:lnTo>
                <a:close/>
                <a:moveTo>
                  <a:pt x="1171575" y="876300"/>
                </a:moveTo>
                <a:lnTo>
                  <a:pt x="1200150" y="876300"/>
                </a:lnTo>
                <a:lnTo>
                  <a:pt x="1200150" y="885825"/>
                </a:lnTo>
                <a:lnTo>
                  <a:pt x="1171575" y="885825"/>
                </a:lnTo>
                <a:close/>
                <a:moveTo>
                  <a:pt x="1343025" y="876300"/>
                </a:moveTo>
                <a:lnTo>
                  <a:pt x="1362075" y="876300"/>
                </a:lnTo>
                <a:lnTo>
                  <a:pt x="1362075" y="885825"/>
                </a:lnTo>
                <a:lnTo>
                  <a:pt x="1343025" y="885825"/>
                </a:lnTo>
                <a:close/>
                <a:moveTo>
                  <a:pt x="1609725" y="876300"/>
                </a:moveTo>
                <a:lnTo>
                  <a:pt x="1638300" y="876300"/>
                </a:lnTo>
                <a:lnTo>
                  <a:pt x="1638300" y="885825"/>
                </a:lnTo>
                <a:lnTo>
                  <a:pt x="1609725" y="885825"/>
                </a:lnTo>
                <a:close/>
                <a:moveTo>
                  <a:pt x="2209800" y="1057275"/>
                </a:moveTo>
                <a:lnTo>
                  <a:pt x="2219325" y="1057275"/>
                </a:lnTo>
                <a:lnTo>
                  <a:pt x="2219325" y="1162050"/>
                </a:lnTo>
                <a:lnTo>
                  <a:pt x="2209800" y="1162050"/>
                </a:lnTo>
                <a:close/>
                <a:moveTo>
                  <a:pt x="2019300" y="1076325"/>
                </a:moveTo>
                <a:lnTo>
                  <a:pt x="2028825" y="1076325"/>
                </a:lnTo>
                <a:lnTo>
                  <a:pt x="2028825" y="1085850"/>
                </a:lnTo>
                <a:lnTo>
                  <a:pt x="2019300" y="1085850"/>
                </a:lnTo>
                <a:close/>
                <a:moveTo>
                  <a:pt x="2047875" y="1123950"/>
                </a:moveTo>
                <a:lnTo>
                  <a:pt x="2057400" y="1123950"/>
                </a:lnTo>
                <a:lnTo>
                  <a:pt x="2057400" y="1133475"/>
                </a:lnTo>
                <a:lnTo>
                  <a:pt x="2047875" y="1133475"/>
                </a:lnTo>
                <a:close/>
                <a:moveTo>
                  <a:pt x="352425" y="1171575"/>
                </a:moveTo>
                <a:lnTo>
                  <a:pt x="361950" y="1171575"/>
                </a:lnTo>
                <a:lnTo>
                  <a:pt x="361950" y="1181100"/>
                </a:lnTo>
                <a:lnTo>
                  <a:pt x="352425" y="1181100"/>
                </a:lnTo>
                <a:close/>
                <a:moveTo>
                  <a:pt x="400050" y="1295400"/>
                </a:moveTo>
                <a:lnTo>
                  <a:pt x="409575" y="1295400"/>
                </a:lnTo>
                <a:lnTo>
                  <a:pt x="409575" y="1304925"/>
                </a:lnTo>
                <a:lnTo>
                  <a:pt x="400050" y="1304925"/>
                </a:lnTo>
                <a:close/>
                <a:moveTo>
                  <a:pt x="523875" y="1343025"/>
                </a:moveTo>
                <a:lnTo>
                  <a:pt x="581025" y="1343025"/>
                </a:lnTo>
                <a:lnTo>
                  <a:pt x="581025" y="1352550"/>
                </a:lnTo>
                <a:lnTo>
                  <a:pt x="590550" y="1352550"/>
                </a:lnTo>
                <a:lnTo>
                  <a:pt x="590550" y="1362075"/>
                </a:lnTo>
                <a:lnTo>
                  <a:pt x="600075" y="1362075"/>
                </a:lnTo>
                <a:lnTo>
                  <a:pt x="600075" y="1428750"/>
                </a:lnTo>
                <a:lnTo>
                  <a:pt x="590550" y="1428750"/>
                </a:lnTo>
                <a:lnTo>
                  <a:pt x="590550" y="1457325"/>
                </a:lnTo>
                <a:lnTo>
                  <a:pt x="581025" y="1457325"/>
                </a:lnTo>
                <a:lnTo>
                  <a:pt x="581025" y="1476375"/>
                </a:lnTo>
                <a:lnTo>
                  <a:pt x="590550" y="1476375"/>
                </a:lnTo>
                <a:lnTo>
                  <a:pt x="590550" y="1524000"/>
                </a:lnTo>
                <a:lnTo>
                  <a:pt x="600075" y="1524000"/>
                </a:lnTo>
                <a:lnTo>
                  <a:pt x="600075" y="1543050"/>
                </a:lnTo>
                <a:lnTo>
                  <a:pt x="590550" y="1543050"/>
                </a:lnTo>
                <a:lnTo>
                  <a:pt x="590550" y="1571625"/>
                </a:lnTo>
                <a:lnTo>
                  <a:pt x="581025" y="1571625"/>
                </a:lnTo>
                <a:lnTo>
                  <a:pt x="581025" y="1581150"/>
                </a:lnTo>
                <a:lnTo>
                  <a:pt x="561975" y="1581150"/>
                </a:lnTo>
                <a:lnTo>
                  <a:pt x="561975" y="1609725"/>
                </a:lnTo>
                <a:lnTo>
                  <a:pt x="571500" y="1609725"/>
                </a:lnTo>
                <a:lnTo>
                  <a:pt x="571500" y="1619250"/>
                </a:lnTo>
                <a:lnTo>
                  <a:pt x="581025" y="1619250"/>
                </a:lnTo>
                <a:lnTo>
                  <a:pt x="581025" y="1638300"/>
                </a:lnTo>
                <a:lnTo>
                  <a:pt x="590550" y="1638300"/>
                </a:lnTo>
                <a:lnTo>
                  <a:pt x="590550" y="1647825"/>
                </a:lnTo>
                <a:lnTo>
                  <a:pt x="600075" y="1647825"/>
                </a:lnTo>
                <a:lnTo>
                  <a:pt x="600075" y="1704975"/>
                </a:lnTo>
                <a:lnTo>
                  <a:pt x="581025" y="1704975"/>
                </a:lnTo>
                <a:lnTo>
                  <a:pt x="581025" y="1695450"/>
                </a:lnTo>
                <a:lnTo>
                  <a:pt x="571500" y="1695450"/>
                </a:lnTo>
                <a:lnTo>
                  <a:pt x="571500" y="1685925"/>
                </a:lnTo>
                <a:lnTo>
                  <a:pt x="533400" y="1685925"/>
                </a:lnTo>
                <a:lnTo>
                  <a:pt x="533400" y="1695450"/>
                </a:lnTo>
                <a:lnTo>
                  <a:pt x="514350" y="1695450"/>
                </a:lnTo>
                <a:lnTo>
                  <a:pt x="514350" y="1704975"/>
                </a:lnTo>
                <a:lnTo>
                  <a:pt x="495300" y="1704975"/>
                </a:lnTo>
                <a:lnTo>
                  <a:pt x="495300" y="1714500"/>
                </a:lnTo>
                <a:lnTo>
                  <a:pt x="485775" y="1714500"/>
                </a:lnTo>
                <a:lnTo>
                  <a:pt x="485775" y="1724025"/>
                </a:lnTo>
                <a:lnTo>
                  <a:pt x="476250" y="1724025"/>
                </a:lnTo>
                <a:lnTo>
                  <a:pt x="476250" y="1733550"/>
                </a:lnTo>
                <a:lnTo>
                  <a:pt x="457200" y="1733550"/>
                </a:lnTo>
                <a:lnTo>
                  <a:pt x="457200" y="1704975"/>
                </a:lnTo>
                <a:lnTo>
                  <a:pt x="466725" y="1704975"/>
                </a:lnTo>
                <a:lnTo>
                  <a:pt x="466725" y="1362075"/>
                </a:lnTo>
                <a:lnTo>
                  <a:pt x="457200" y="1362075"/>
                </a:lnTo>
                <a:lnTo>
                  <a:pt x="457200" y="1352550"/>
                </a:lnTo>
                <a:lnTo>
                  <a:pt x="523875" y="1352550"/>
                </a:lnTo>
                <a:close/>
                <a:moveTo>
                  <a:pt x="1857375" y="1343025"/>
                </a:moveTo>
                <a:lnTo>
                  <a:pt x="1905000" y="1343025"/>
                </a:lnTo>
                <a:lnTo>
                  <a:pt x="1905000" y="1352550"/>
                </a:lnTo>
                <a:lnTo>
                  <a:pt x="1971675" y="1352550"/>
                </a:lnTo>
                <a:lnTo>
                  <a:pt x="1971675" y="1343025"/>
                </a:lnTo>
                <a:lnTo>
                  <a:pt x="1981200" y="1343025"/>
                </a:lnTo>
                <a:lnTo>
                  <a:pt x="1981200" y="1352550"/>
                </a:lnTo>
                <a:lnTo>
                  <a:pt x="1971675" y="1352550"/>
                </a:lnTo>
                <a:lnTo>
                  <a:pt x="1971675" y="1800225"/>
                </a:lnTo>
                <a:lnTo>
                  <a:pt x="1981200" y="1800225"/>
                </a:lnTo>
                <a:lnTo>
                  <a:pt x="1981200" y="1809750"/>
                </a:lnTo>
                <a:lnTo>
                  <a:pt x="1990725" y="1809750"/>
                </a:lnTo>
                <a:lnTo>
                  <a:pt x="1990725" y="1819275"/>
                </a:lnTo>
                <a:lnTo>
                  <a:pt x="1962150" y="1819275"/>
                </a:lnTo>
                <a:lnTo>
                  <a:pt x="1962150" y="1828800"/>
                </a:lnTo>
                <a:lnTo>
                  <a:pt x="1943100" y="1828800"/>
                </a:lnTo>
                <a:lnTo>
                  <a:pt x="1943100" y="1838325"/>
                </a:lnTo>
                <a:lnTo>
                  <a:pt x="1933575" y="1838325"/>
                </a:lnTo>
                <a:lnTo>
                  <a:pt x="1933575" y="1857375"/>
                </a:lnTo>
                <a:lnTo>
                  <a:pt x="1924050" y="1857375"/>
                </a:lnTo>
                <a:lnTo>
                  <a:pt x="1924050" y="1876425"/>
                </a:lnTo>
                <a:lnTo>
                  <a:pt x="1914525" y="1876425"/>
                </a:lnTo>
                <a:lnTo>
                  <a:pt x="1914525" y="1914525"/>
                </a:lnTo>
                <a:lnTo>
                  <a:pt x="1905000" y="1914525"/>
                </a:lnTo>
                <a:lnTo>
                  <a:pt x="1905000" y="1924050"/>
                </a:lnTo>
                <a:lnTo>
                  <a:pt x="1866900" y="1924050"/>
                </a:lnTo>
                <a:lnTo>
                  <a:pt x="1866900" y="1933575"/>
                </a:lnTo>
                <a:lnTo>
                  <a:pt x="1857375" y="1933575"/>
                </a:lnTo>
                <a:lnTo>
                  <a:pt x="1857375" y="1943100"/>
                </a:lnTo>
                <a:lnTo>
                  <a:pt x="1838325" y="1943100"/>
                </a:lnTo>
                <a:lnTo>
                  <a:pt x="1838325" y="1800225"/>
                </a:lnTo>
                <a:lnTo>
                  <a:pt x="1847850" y="1800225"/>
                </a:lnTo>
                <a:lnTo>
                  <a:pt x="1847850" y="1781175"/>
                </a:lnTo>
                <a:lnTo>
                  <a:pt x="1838325" y="1781175"/>
                </a:lnTo>
                <a:lnTo>
                  <a:pt x="1838325" y="1400175"/>
                </a:lnTo>
                <a:lnTo>
                  <a:pt x="1828800" y="1400175"/>
                </a:lnTo>
                <a:lnTo>
                  <a:pt x="1828800" y="1381125"/>
                </a:lnTo>
                <a:lnTo>
                  <a:pt x="1819275" y="1381125"/>
                </a:lnTo>
                <a:lnTo>
                  <a:pt x="1819275" y="1362075"/>
                </a:lnTo>
                <a:lnTo>
                  <a:pt x="1828800" y="1362075"/>
                </a:lnTo>
                <a:lnTo>
                  <a:pt x="1828800" y="1352550"/>
                </a:lnTo>
                <a:lnTo>
                  <a:pt x="1857375" y="1352550"/>
                </a:lnTo>
                <a:close/>
                <a:moveTo>
                  <a:pt x="1285875" y="1352550"/>
                </a:moveTo>
                <a:lnTo>
                  <a:pt x="1362075" y="1352550"/>
                </a:lnTo>
                <a:lnTo>
                  <a:pt x="1362075" y="1362075"/>
                </a:lnTo>
                <a:lnTo>
                  <a:pt x="1390650" y="1362075"/>
                </a:lnTo>
                <a:lnTo>
                  <a:pt x="1390650" y="1371600"/>
                </a:lnTo>
                <a:lnTo>
                  <a:pt x="1400175" y="1371600"/>
                </a:lnTo>
                <a:lnTo>
                  <a:pt x="1400175" y="1381125"/>
                </a:lnTo>
                <a:lnTo>
                  <a:pt x="1390650" y="1381125"/>
                </a:lnTo>
                <a:lnTo>
                  <a:pt x="1390650" y="1390650"/>
                </a:lnTo>
                <a:lnTo>
                  <a:pt x="1381125" y="1390650"/>
                </a:lnTo>
                <a:lnTo>
                  <a:pt x="1381125" y="1409700"/>
                </a:lnTo>
                <a:lnTo>
                  <a:pt x="1371600" y="1409700"/>
                </a:lnTo>
                <a:lnTo>
                  <a:pt x="1371600" y="1485900"/>
                </a:lnTo>
                <a:lnTo>
                  <a:pt x="1352550" y="1485900"/>
                </a:lnTo>
                <a:lnTo>
                  <a:pt x="1352550" y="1495425"/>
                </a:lnTo>
                <a:lnTo>
                  <a:pt x="1323975" y="1495425"/>
                </a:lnTo>
                <a:lnTo>
                  <a:pt x="1323975" y="1504950"/>
                </a:lnTo>
                <a:lnTo>
                  <a:pt x="1295400" y="1504950"/>
                </a:lnTo>
                <a:lnTo>
                  <a:pt x="1295400" y="1562100"/>
                </a:lnTo>
                <a:lnTo>
                  <a:pt x="1304925" y="1562100"/>
                </a:lnTo>
                <a:lnTo>
                  <a:pt x="1304925" y="1571625"/>
                </a:lnTo>
                <a:lnTo>
                  <a:pt x="1352550" y="1571625"/>
                </a:lnTo>
                <a:lnTo>
                  <a:pt x="1352550" y="1581150"/>
                </a:lnTo>
                <a:lnTo>
                  <a:pt x="1371600" y="1581150"/>
                </a:lnTo>
                <a:lnTo>
                  <a:pt x="1371600" y="1485900"/>
                </a:lnTo>
                <a:lnTo>
                  <a:pt x="1381125" y="1485900"/>
                </a:lnTo>
                <a:lnTo>
                  <a:pt x="1381125" y="1619250"/>
                </a:lnTo>
                <a:lnTo>
                  <a:pt x="1371600" y="1619250"/>
                </a:lnTo>
                <a:lnTo>
                  <a:pt x="1371600" y="1714500"/>
                </a:lnTo>
                <a:lnTo>
                  <a:pt x="1295400" y="1714500"/>
                </a:lnTo>
                <a:lnTo>
                  <a:pt x="1295400" y="1762125"/>
                </a:lnTo>
                <a:lnTo>
                  <a:pt x="1304925" y="1762125"/>
                </a:lnTo>
                <a:lnTo>
                  <a:pt x="1304925" y="1771650"/>
                </a:lnTo>
                <a:lnTo>
                  <a:pt x="1314450" y="1771650"/>
                </a:lnTo>
                <a:lnTo>
                  <a:pt x="1314450" y="1800225"/>
                </a:lnTo>
                <a:lnTo>
                  <a:pt x="1323975" y="1800225"/>
                </a:lnTo>
                <a:lnTo>
                  <a:pt x="1323975" y="1819275"/>
                </a:lnTo>
                <a:lnTo>
                  <a:pt x="1352550" y="1819275"/>
                </a:lnTo>
                <a:lnTo>
                  <a:pt x="1352550" y="1828800"/>
                </a:lnTo>
                <a:lnTo>
                  <a:pt x="1362075" y="1828800"/>
                </a:lnTo>
                <a:lnTo>
                  <a:pt x="1362075" y="1819275"/>
                </a:lnTo>
                <a:lnTo>
                  <a:pt x="1371600" y="1819275"/>
                </a:lnTo>
                <a:lnTo>
                  <a:pt x="1371600" y="1714500"/>
                </a:lnTo>
                <a:lnTo>
                  <a:pt x="1381125" y="1714500"/>
                </a:lnTo>
                <a:lnTo>
                  <a:pt x="1381125" y="1828800"/>
                </a:lnTo>
                <a:lnTo>
                  <a:pt x="1371600" y="1828800"/>
                </a:lnTo>
                <a:lnTo>
                  <a:pt x="1371600" y="1895475"/>
                </a:lnTo>
                <a:lnTo>
                  <a:pt x="1304925" y="1895475"/>
                </a:lnTo>
                <a:lnTo>
                  <a:pt x="1304925" y="1933575"/>
                </a:lnTo>
                <a:lnTo>
                  <a:pt x="1314450" y="1933575"/>
                </a:lnTo>
                <a:lnTo>
                  <a:pt x="1314450" y="1962150"/>
                </a:lnTo>
                <a:lnTo>
                  <a:pt x="1323975" y="1962150"/>
                </a:lnTo>
                <a:lnTo>
                  <a:pt x="1323975" y="1971675"/>
                </a:lnTo>
                <a:lnTo>
                  <a:pt x="1343025" y="1971675"/>
                </a:lnTo>
                <a:lnTo>
                  <a:pt x="1343025" y="1981200"/>
                </a:lnTo>
                <a:lnTo>
                  <a:pt x="1371600" y="1981200"/>
                </a:lnTo>
                <a:lnTo>
                  <a:pt x="1371600" y="2009775"/>
                </a:lnTo>
                <a:lnTo>
                  <a:pt x="1362075" y="2009775"/>
                </a:lnTo>
                <a:lnTo>
                  <a:pt x="1362075" y="2019300"/>
                </a:lnTo>
                <a:lnTo>
                  <a:pt x="1247775" y="2019300"/>
                </a:lnTo>
                <a:lnTo>
                  <a:pt x="1247775" y="2009775"/>
                </a:lnTo>
                <a:lnTo>
                  <a:pt x="1276350" y="2009775"/>
                </a:lnTo>
                <a:lnTo>
                  <a:pt x="1276350" y="1990725"/>
                </a:lnTo>
                <a:lnTo>
                  <a:pt x="1247775" y="1990725"/>
                </a:lnTo>
                <a:lnTo>
                  <a:pt x="1247775" y="1981200"/>
                </a:lnTo>
                <a:lnTo>
                  <a:pt x="1228725" y="1981200"/>
                </a:lnTo>
                <a:lnTo>
                  <a:pt x="1228725" y="1971675"/>
                </a:lnTo>
                <a:lnTo>
                  <a:pt x="1162050" y="1971675"/>
                </a:lnTo>
                <a:lnTo>
                  <a:pt x="1162050" y="1962150"/>
                </a:lnTo>
                <a:lnTo>
                  <a:pt x="1143000" y="1962150"/>
                </a:lnTo>
                <a:lnTo>
                  <a:pt x="1143000" y="1952625"/>
                </a:lnTo>
                <a:lnTo>
                  <a:pt x="1266825" y="1952625"/>
                </a:lnTo>
                <a:lnTo>
                  <a:pt x="1266825" y="1943100"/>
                </a:lnTo>
                <a:lnTo>
                  <a:pt x="1276350" y="1943100"/>
                </a:lnTo>
                <a:lnTo>
                  <a:pt x="1276350" y="1924050"/>
                </a:lnTo>
                <a:lnTo>
                  <a:pt x="1285875" y="1924050"/>
                </a:lnTo>
                <a:lnTo>
                  <a:pt x="1285875" y="1905000"/>
                </a:lnTo>
                <a:lnTo>
                  <a:pt x="1276350" y="1905000"/>
                </a:lnTo>
                <a:lnTo>
                  <a:pt x="1276350" y="1676400"/>
                </a:lnTo>
                <a:lnTo>
                  <a:pt x="1285875" y="1676400"/>
                </a:lnTo>
                <a:lnTo>
                  <a:pt x="1285875" y="1590675"/>
                </a:lnTo>
                <a:lnTo>
                  <a:pt x="1276350" y="1590675"/>
                </a:lnTo>
                <a:lnTo>
                  <a:pt x="1276350" y="1457325"/>
                </a:lnTo>
                <a:lnTo>
                  <a:pt x="1285875" y="1457325"/>
                </a:lnTo>
                <a:lnTo>
                  <a:pt x="1285875" y="1381125"/>
                </a:lnTo>
                <a:lnTo>
                  <a:pt x="1276350" y="1381125"/>
                </a:lnTo>
                <a:lnTo>
                  <a:pt x="1276350" y="1362075"/>
                </a:lnTo>
                <a:lnTo>
                  <a:pt x="1285875" y="1362075"/>
                </a:lnTo>
                <a:close/>
                <a:moveTo>
                  <a:pt x="1562100" y="1581150"/>
                </a:moveTo>
                <a:lnTo>
                  <a:pt x="1600200" y="1581150"/>
                </a:lnTo>
                <a:lnTo>
                  <a:pt x="1600200" y="1590675"/>
                </a:lnTo>
                <a:lnTo>
                  <a:pt x="1562100" y="1590675"/>
                </a:lnTo>
                <a:close/>
                <a:moveTo>
                  <a:pt x="1609725" y="1581150"/>
                </a:moveTo>
                <a:lnTo>
                  <a:pt x="1647825" y="1581150"/>
                </a:lnTo>
                <a:lnTo>
                  <a:pt x="1647825" y="1590675"/>
                </a:lnTo>
                <a:lnTo>
                  <a:pt x="1609725" y="1590675"/>
                </a:lnTo>
                <a:close/>
                <a:moveTo>
                  <a:pt x="1495425" y="1590675"/>
                </a:moveTo>
                <a:lnTo>
                  <a:pt x="1504950" y="1590675"/>
                </a:lnTo>
                <a:lnTo>
                  <a:pt x="1504950" y="1600200"/>
                </a:lnTo>
                <a:lnTo>
                  <a:pt x="1495425" y="1600200"/>
                </a:lnTo>
                <a:close/>
                <a:moveTo>
                  <a:pt x="1485900" y="1600200"/>
                </a:moveTo>
                <a:lnTo>
                  <a:pt x="1495425" y="1600200"/>
                </a:lnTo>
                <a:lnTo>
                  <a:pt x="1495425" y="1638300"/>
                </a:lnTo>
                <a:lnTo>
                  <a:pt x="1504950" y="1638300"/>
                </a:lnTo>
                <a:lnTo>
                  <a:pt x="1504950" y="1657350"/>
                </a:lnTo>
                <a:lnTo>
                  <a:pt x="1485900" y="1657350"/>
                </a:lnTo>
                <a:close/>
                <a:moveTo>
                  <a:pt x="1495425" y="1666875"/>
                </a:moveTo>
                <a:lnTo>
                  <a:pt x="1504950" y="1666875"/>
                </a:lnTo>
                <a:lnTo>
                  <a:pt x="1504950" y="1676400"/>
                </a:lnTo>
                <a:lnTo>
                  <a:pt x="1495425" y="1676400"/>
                </a:lnTo>
                <a:close/>
                <a:moveTo>
                  <a:pt x="581025" y="1762125"/>
                </a:moveTo>
                <a:lnTo>
                  <a:pt x="590550" y="1762125"/>
                </a:lnTo>
                <a:lnTo>
                  <a:pt x="590550" y="1781175"/>
                </a:lnTo>
                <a:lnTo>
                  <a:pt x="600075" y="1781175"/>
                </a:lnTo>
                <a:lnTo>
                  <a:pt x="600075" y="1838325"/>
                </a:lnTo>
                <a:lnTo>
                  <a:pt x="590550" y="1838325"/>
                </a:lnTo>
                <a:lnTo>
                  <a:pt x="590550" y="1857375"/>
                </a:lnTo>
                <a:lnTo>
                  <a:pt x="581025" y="1857375"/>
                </a:lnTo>
                <a:lnTo>
                  <a:pt x="581025" y="1847850"/>
                </a:lnTo>
                <a:lnTo>
                  <a:pt x="552450" y="1847850"/>
                </a:lnTo>
                <a:lnTo>
                  <a:pt x="552450" y="1838325"/>
                </a:lnTo>
                <a:lnTo>
                  <a:pt x="533400" y="1838325"/>
                </a:lnTo>
                <a:lnTo>
                  <a:pt x="533400" y="1819275"/>
                </a:lnTo>
                <a:lnTo>
                  <a:pt x="542925" y="1819275"/>
                </a:lnTo>
                <a:lnTo>
                  <a:pt x="542925" y="1809750"/>
                </a:lnTo>
                <a:lnTo>
                  <a:pt x="552450" y="1809750"/>
                </a:lnTo>
                <a:lnTo>
                  <a:pt x="552450" y="1800225"/>
                </a:lnTo>
                <a:lnTo>
                  <a:pt x="561975" y="1800225"/>
                </a:lnTo>
                <a:lnTo>
                  <a:pt x="561975" y="1781175"/>
                </a:lnTo>
                <a:lnTo>
                  <a:pt x="571500" y="1781175"/>
                </a:lnTo>
                <a:lnTo>
                  <a:pt x="571500" y="1771650"/>
                </a:lnTo>
                <a:lnTo>
                  <a:pt x="581025" y="1771650"/>
                </a:lnTo>
                <a:close/>
                <a:moveTo>
                  <a:pt x="1866900" y="1800225"/>
                </a:moveTo>
                <a:lnTo>
                  <a:pt x="1876425" y="1800225"/>
                </a:lnTo>
                <a:lnTo>
                  <a:pt x="1876425" y="1790700"/>
                </a:lnTo>
                <a:lnTo>
                  <a:pt x="1857375" y="1790700"/>
                </a:lnTo>
                <a:lnTo>
                  <a:pt x="1857375" y="1828800"/>
                </a:lnTo>
                <a:lnTo>
                  <a:pt x="1866900" y="1828800"/>
                </a:lnTo>
                <a:close/>
                <a:moveTo>
                  <a:pt x="2209800" y="1819275"/>
                </a:moveTo>
                <a:lnTo>
                  <a:pt x="2219325" y="1819275"/>
                </a:lnTo>
                <a:lnTo>
                  <a:pt x="2219325" y="1847850"/>
                </a:lnTo>
                <a:lnTo>
                  <a:pt x="2209800" y="1847850"/>
                </a:lnTo>
                <a:close/>
                <a:moveTo>
                  <a:pt x="219075" y="1847850"/>
                </a:moveTo>
                <a:lnTo>
                  <a:pt x="228600" y="1847850"/>
                </a:lnTo>
                <a:lnTo>
                  <a:pt x="228600" y="1857375"/>
                </a:lnTo>
                <a:lnTo>
                  <a:pt x="219075" y="1857375"/>
                </a:lnTo>
                <a:close/>
                <a:moveTo>
                  <a:pt x="342900" y="1876425"/>
                </a:moveTo>
                <a:lnTo>
                  <a:pt x="352425" y="1876425"/>
                </a:lnTo>
                <a:lnTo>
                  <a:pt x="352425" y="1885950"/>
                </a:lnTo>
                <a:lnTo>
                  <a:pt x="342900" y="1885950"/>
                </a:lnTo>
                <a:close/>
                <a:moveTo>
                  <a:pt x="1295400" y="1876425"/>
                </a:moveTo>
                <a:lnTo>
                  <a:pt x="1304925" y="1876425"/>
                </a:lnTo>
                <a:lnTo>
                  <a:pt x="1304925" y="1885950"/>
                </a:lnTo>
                <a:lnTo>
                  <a:pt x="1314450" y="1885950"/>
                </a:lnTo>
                <a:lnTo>
                  <a:pt x="1314450" y="1857375"/>
                </a:lnTo>
                <a:lnTo>
                  <a:pt x="1304925" y="1857375"/>
                </a:lnTo>
                <a:lnTo>
                  <a:pt x="1304925" y="1866900"/>
                </a:lnTo>
                <a:lnTo>
                  <a:pt x="1295400" y="1866900"/>
                </a:lnTo>
                <a:close/>
                <a:moveTo>
                  <a:pt x="228600" y="1885950"/>
                </a:moveTo>
                <a:lnTo>
                  <a:pt x="238125" y="1885950"/>
                </a:lnTo>
                <a:lnTo>
                  <a:pt x="238125" y="1895475"/>
                </a:lnTo>
                <a:lnTo>
                  <a:pt x="228600" y="1895475"/>
                </a:lnTo>
                <a:close/>
                <a:moveTo>
                  <a:pt x="2200275" y="1885950"/>
                </a:moveTo>
                <a:lnTo>
                  <a:pt x="2209800" y="1885950"/>
                </a:lnTo>
                <a:lnTo>
                  <a:pt x="2209800" y="1895475"/>
                </a:lnTo>
                <a:lnTo>
                  <a:pt x="2200275" y="1895475"/>
                </a:lnTo>
                <a:close/>
                <a:moveTo>
                  <a:pt x="1371600" y="1905000"/>
                </a:moveTo>
                <a:lnTo>
                  <a:pt x="1381125" y="1905000"/>
                </a:lnTo>
                <a:lnTo>
                  <a:pt x="1381125" y="1971675"/>
                </a:lnTo>
                <a:lnTo>
                  <a:pt x="1371600" y="1971675"/>
                </a:lnTo>
                <a:close/>
                <a:moveTo>
                  <a:pt x="581025" y="1924050"/>
                </a:moveTo>
                <a:lnTo>
                  <a:pt x="590550" y="1924050"/>
                </a:lnTo>
                <a:lnTo>
                  <a:pt x="590550" y="1933575"/>
                </a:lnTo>
                <a:lnTo>
                  <a:pt x="600075" y="1933575"/>
                </a:lnTo>
                <a:lnTo>
                  <a:pt x="600075" y="1943100"/>
                </a:lnTo>
                <a:lnTo>
                  <a:pt x="609600" y="1943100"/>
                </a:lnTo>
                <a:lnTo>
                  <a:pt x="609600" y="1952625"/>
                </a:lnTo>
                <a:lnTo>
                  <a:pt x="1038225" y="1952625"/>
                </a:lnTo>
                <a:lnTo>
                  <a:pt x="1038225" y="1962150"/>
                </a:lnTo>
                <a:lnTo>
                  <a:pt x="1028700" y="1962150"/>
                </a:lnTo>
                <a:lnTo>
                  <a:pt x="1028700" y="1971675"/>
                </a:lnTo>
                <a:lnTo>
                  <a:pt x="1038225" y="1971675"/>
                </a:lnTo>
                <a:lnTo>
                  <a:pt x="1038225" y="1981200"/>
                </a:lnTo>
                <a:lnTo>
                  <a:pt x="1028700" y="1981200"/>
                </a:lnTo>
                <a:lnTo>
                  <a:pt x="1028700" y="1990725"/>
                </a:lnTo>
                <a:lnTo>
                  <a:pt x="1133475" y="1990725"/>
                </a:lnTo>
                <a:lnTo>
                  <a:pt x="1133475" y="2000250"/>
                </a:lnTo>
                <a:lnTo>
                  <a:pt x="1152525" y="2000250"/>
                </a:lnTo>
                <a:lnTo>
                  <a:pt x="1152525" y="2009775"/>
                </a:lnTo>
                <a:lnTo>
                  <a:pt x="1219200" y="2009775"/>
                </a:lnTo>
                <a:lnTo>
                  <a:pt x="1219200" y="2019300"/>
                </a:lnTo>
                <a:lnTo>
                  <a:pt x="638175" y="2019300"/>
                </a:lnTo>
                <a:lnTo>
                  <a:pt x="638175" y="2000250"/>
                </a:lnTo>
                <a:lnTo>
                  <a:pt x="647700" y="2000250"/>
                </a:lnTo>
                <a:lnTo>
                  <a:pt x="647700" y="1990725"/>
                </a:lnTo>
                <a:lnTo>
                  <a:pt x="638175" y="1990725"/>
                </a:lnTo>
                <a:lnTo>
                  <a:pt x="638175" y="1981200"/>
                </a:lnTo>
                <a:lnTo>
                  <a:pt x="628650" y="1981200"/>
                </a:lnTo>
                <a:lnTo>
                  <a:pt x="628650" y="1971675"/>
                </a:lnTo>
                <a:lnTo>
                  <a:pt x="609600" y="1971675"/>
                </a:lnTo>
                <a:lnTo>
                  <a:pt x="609600" y="1981200"/>
                </a:lnTo>
                <a:lnTo>
                  <a:pt x="581025" y="1981200"/>
                </a:lnTo>
                <a:lnTo>
                  <a:pt x="581025" y="1971675"/>
                </a:lnTo>
                <a:lnTo>
                  <a:pt x="571500" y="1971675"/>
                </a:lnTo>
                <a:lnTo>
                  <a:pt x="571500" y="1933575"/>
                </a:lnTo>
                <a:lnTo>
                  <a:pt x="581025" y="1933575"/>
                </a:lnTo>
                <a:close/>
                <a:moveTo>
                  <a:pt x="2190750" y="1924050"/>
                </a:moveTo>
                <a:lnTo>
                  <a:pt x="2200275" y="1924050"/>
                </a:lnTo>
                <a:lnTo>
                  <a:pt x="2200275" y="1933575"/>
                </a:lnTo>
                <a:lnTo>
                  <a:pt x="2190750" y="1933575"/>
                </a:lnTo>
                <a:close/>
                <a:moveTo>
                  <a:pt x="247650" y="1952625"/>
                </a:moveTo>
                <a:lnTo>
                  <a:pt x="257175" y="1952625"/>
                </a:lnTo>
                <a:lnTo>
                  <a:pt x="257175" y="1962150"/>
                </a:lnTo>
                <a:lnTo>
                  <a:pt x="247650" y="1962150"/>
                </a:lnTo>
                <a:close/>
                <a:moveTo>
                  <a:pt x="342900" y="1952625"/>
                </a:moveTo>
                <a:lnTo>
                  <a:pt x="352425" y="1952625"/>
                </a:lnTo>
                <a:lnTo>
                  <a:pt x="352425" y="1971675"/>
                </a:lnTo>
                <a:lnTo>
                  <a:pt x="342900" y="1971675"/>
                </a:lnTo>
                <a:close/>
                <a:moveTo>
                  <a:pt x="1066800" y="1952625"/>
                </a:moveTo>
                <a:lnTo>
                  <a:pt x="1076325" y="1952625"/>
                </a:lnTo>
                <a:lnTo>
                  <a:pt x="1076325" y="1962150"/>
                </a:lnTo>
                <a:lnTo>
                  <a:pt x="1066800" y="1962150"/>
                </a:lnTo>
                <a:close/>
                <a:moveTo>
                  <a:pt x="257175" y="1971675"/>
                </a:moveTo>
                <a:lnTo>
                  <a:pt x="266700" y="1971675"/>
                </a:lnTo>
                <a:lnTo>
                  <a:pt x="266700" y="1981200"/>
                </a:lnTo>
                <a:lnTo>
                  <a:pt x="257175" y="1981200"/>
                </a:lnTo>
                <a:close/>
                <a:moveTo>
                  <a:pt x="2171700" y="1971675"/>
                </a:moveTo>
                <a:lnTo>
                  <a:pt x="2181225" y="1971675"/>
                </a:lnTo>
                <a:lnTo>
                  <a:pt x="2181225" y="1981200"/>
                </a:lnTo>
                <a:lnTo>
                  <a:pt x="2171700" y="1981200"/>
                </a:lnTo>
                <a:close/>
                <a:moveTo>
                  <a:pt x="2152650" y="1990725"/>
                </a:moveTo>
                <a:lnTo>
                  <a:pt x="2171700" y="1990725"/>
                </a:lnTo>
                <a:lnTo>
                  <a:pt x="2171700" y="2000250"/>
                </a:lnTo>
                <a:lnTo>
                  <a:pt x="2152650" y="2000250"/>
                </a:lnTo>
                <a:close/>
                <a:moveTo>
                  <a:pt x="352425" y="2000250"/>
                </a:moveTo>
                <a:lnTo>
                  <a:pt x="361950" y="2000250"/>
                </a:lnTo>
                <a:lnTo>
                  <a:pt x="361950" y="2009775"/>
                </a:lnTo>
                <a:lnTo>
                  <a:pt x="352425" y="2009775"/>
                </a:lnTo>
                <a:close/>
                <a:moveTo>
                  <a:pt x="914400" y="2000250"/>
                </a:moveTo>
                <a:lnTo>
                  <a:pt x="933450" y="2000250"/>
                </a:lnTo>
                <a:lnTo>
                  <a:pt x="933450" y="2009775"/>
                </a:lnTo>
                <a:lnTo>
                  <a:pt x="942975" y="2009775"/>
                </a:lnTo>
                <a:lnTo>
                  <a:pt x="942975" y="2000250"/>
                </a:lnTo>
                <a:lnTo>
                  <a:pt x="962025" y="2000250"/>
                </a:lnTo>
                <a:lnTo>
                  <a:pt x="962025" y="2009775"/>
                </a:lnTo>
                <a:lnTo>
                  <a:pt x="1009650" y="2009775"/>
                </a:lnTo>
                <a:lnTo>
                  <a:pt x="1009650" y="1990725"/>
                </a:lnTo>
                <a:lnTo>
                  <a:pt x="1000125" y="1990725"/>
                </a:lnTo>
                <a:lnTo>
                  <a:pt x="1000125" y="1981200"/>
                </a:lnTo>
                <a:lnTo>
                  <a:pt x="981075" y="1981200"/>
                </a:lnTo>
                <a:lnTo>
                  <a:pt x="981075" y="1971675"/>
                </a:lnTo>
                <a:lnTo>
                  <a:pt x="952500" y="1971675"/>
                </a:lnTo>
                <a:lnTo>
                  <a:pt x="952500" y="1981200"/>
                </a:lnTo>
                <a:lnTo>
                  <a:pt x="933450" y="1981200"/>
                </a:lnTo>
                <a:lnTo>
                  <a:pt x="933450" y="1990725"/>
                </a:lnTo>
                <a:lnTo>
                  <a:pt x="914400" y="1990725"/>
                </a:lnTo>
                <a:close/>
                <a:moveTo>
                  <a:pt x="285750" y="2028825"/>
                </a:moveTo>
                <a:lnTo>
                  <a:pt x="295275" y="2028825"/>
                </a:lnTo>
                <a:lnTo>
                  <a:pt x="295275" y="2038350"/>
                </a:lnTo>
                <a:lnTo>
                  <a:pt x="285750" y="2038350"/>
                </a:lnTo>
                <a:close/>
                <a:moveTo>
                  <a:pt x="304800" y="2057400"/>
                </a:moveTo>
                <a:lnTo>
                  <a:pt x="314325" y="2057400"/>
                </a:lnTo>
                <a:lnTo>
                  <a:pt x="314325" y="2066925"/>
                </a:lnTo>
                <a:lnTo>
                  <a:pt x="304800" y="2066925"/>
                </a:lnTo>
                <a:close/>
                <a:moveTo>
                  <a:pt x="342900" y="2085975"/>
                </a:moveTo>
                <a:lnTo>
                  <a:pt x="352425" y="2085975"/>
                </a:lnTo>
                <a:lnTo>
                  <a:pt x="352425" y="2095500"/>
                </a:lnTo>
                <a:lnTo>
                  <a:pt x="342900" y="2095500"/>
                </a:lnTo>
                <a:close/>
                <a:moveTo>
                  <a:pt x="1371600" y="2105025"/>
                </a:moveTo>
                <a:lnTo>
                  <a:pt x="1428750" y="2105025"/>
                </a:lnTo>
                <a:lnTo>
                  <a:pt x="1428750" y="2114550"/>
                </a:lnTo>
                <a:lnTo>
                  <a:pt x="1371600" y="2114550"/>
                </a:lnTo>
                <a:close/>
                <a:moveTo>
                  <a:pt x="1990725" y="2105025"/>
                </a:moveTo>
                <a:lnTo>
                  <a:pt x="2000250" y="2105025"/>
                </a:lnTo>
                <a:lnTo>
                  <a:pt x="2000250" y="2114550"/>
                </a:lnTo>
                <a:lnTo>
                  <a:pt x="1990725" y="2114550"/>
                </a:lnTo>
                <a:close/>
                <a:moveTo>
                  <a:pt x="2057400" y="2105025"/>
                </a:moveTo>
                <a:lnTo>
                  <a:pt x="2066925" y="2105025"/>
                </a:lnTo>
                <a:lnTo>
                  <a:pt x="2066925" y="2114550"/>
                </a:lnTo>
                <a:lnTo>
                  <a:pt x="2057400" y="2114550"/>
                </a:lnTo>
                <a:close/>
                <a:moveTo>
                  <a:pt x="381000" y="2114550"/>
                </a:moveTo>
                <a:lnTo>
                  <a:pt x="590550" y="2114550"/>
                </a:lnTo>
                <a:lnTo>
                  <a:pt x="590550" y="2124075"/>
                </a:lnTo>
                <a:lnTo>
                  <a:pt x="419100" y="2124075"/>
                </a:lnTo>
                <a:lnTo>
                  <a:pt x="419100" y="2143125"/>
                </a:lnTo>
                <a:lnTo>
                  <a:pt x="428625" y="2143125"/>
                </a:lnTo>
                <a:lnTo>
                  <a:pt x="428625" y="2152650"/>
                </a:lnTo>
                <a:lnTo>
                  <a:pt x="447675" y="2152650"/>
                </a:lnTo>
                <a:lnTo>
                  <a:pt x="447675" y="2162175"/>
                </a:lnTo>
                <a:lnTo>
                  <a:pt x="466725" y="2162175"/>
                </a:lnTo>
                <a:lnTo>
                  <a:pt x="466725" y="2171700"/>
                </a:lnTo>
                <a:lnTo>
                  <a:pt x="485775" y="2171700"/>
                </a:lnTo>
                <a:lnTo>
                  <a:pt x="485775" y="2181225"/>
                </a:lnTo>
                <a:lnTo>
                  <a:pt x="495300" y="2181225"/>
                </a:lnTo>
                <a:lnTo>
                  <a:pt x="495300" y="2190750"/>
                </a:lnTo>
                <a:lnTo>
                  <a:pt x="504825" y="2190750"/>
                </a:lnTo>
                <a:lnTo>
                  <a:pt x="504825" y="2200275"/>
                </a:lnTo>
                <a:lnTo>
                  <a:pt x="485775" y="2200275"/>
                </a:lnTo>
                <a:lnTo>
                  <a:pt x="485775" y="2190750"/>
                </a:lnTo>
                <a:lnTo>
                  <a:pt x="466725" y="2190750"/>
                </a:lnTo>
                <a:lnTo>
                  <a:pt x="466725" y="2181225"/>
                </a:lnTo>
                <a:lnTo>
                  <a:pt x="447675" y="2181225"/>
                </a:lnTo>
                <a:lnTo>
                  <a:pt x="447675" y="2171700"/>
                </a:lnTo>
                <a:lnTo>
                  <a:pt x="438150" y="2171700"/>
                </a:lnTo>
                <a:lnTo>
                  <a:pt x="438150" y="2162175"/>
                </a:lnTo>
                <a:lnTo>
                  <a:pt x="419100" y="2162175"/>
                </a:lnTo>
                <a:lnTo>
                  <a:pt x="419100" y="2152650"/>
                </a:lnTo>
                <a:lnTo>
                  <a:pt x="400050" y="2152650"/>
                </a:lnTo>
                <a:lnTo>
                  <a:pt x="400050" y="2143125"/>
                </a:lnTo>
                <a:lnTo>
                  <a:pt x="390525" y="2143125"/>
                </a:lnTo>
                <a:lnTo>
                  <a:pt x="390525" y="2133600"/>
                </a:lnTo>
                <a:lnTo>
                  <a:pt x="381000" y="2133600"/>
                </a:lnTo>
                <a:close/>
                <a:moveTo>
                  <a:pt x="2066925" y="2114550"/>
                </a:moveTo>
                <a:lnTo>
                  <a:pt x="2076450" y="2114550"/>
                </a:lnTo>
                <a:lnTo>
                  <a:pt x="2076450" y="2124075"/>
                </a:lnTo>
                <a:lnTo>
                  <a:pt x="2066925" y="2124075"/>
                </a:lnTo>
                <a:close/>
                <a:moveTo>
                  <a:pt x="2019300" y="2152650"/>
                </a:moveTo>
                <a:lnTo>
                  <a:pt x="2028825" y="2152650"/>
                </a:lnTo>
                <a:lnTo>
                  <a:pt x="2028825" y="2162175"/>
                </a:lnTo>
                <a:lnTo>
                  <a:pt x="2019300" y="2162175"/>
                </a:lnTo>
                <a:close/>
                <a:moveTo>
                  <a:pt x="2000250" y="2162175"/>
                </a:moveTo>
                <a:lnTo>
                  <a:pt x="2009775" y="2162175"/>
                </a:lnTo>
                <a:lnTo>
                  <a:pt x="2009775" y="2171700"/>
                </a:lnTo>
                <a:lnTo>
                  <a:pt x="2000250" y="2171700"/>
                </a:lnTo>
                <a:close/>
                <a:moveTo>
                  <a:pt x="1971675" y="2171700"/>
                </a:moveTo>
                <a:lnTo>
                  <a:pt x="1990725" y="2171700"/>
                </a:lnTo>
                <a:lnTo>
                  <a:pt x="1990725" y="2181225"/>
                </a:lnTo>
                <a:lnTo>
                  <a:pt x="1971675" y="2181225"/>
                </a:lnTo>
                <a:close/>
                <a:moveTo>
                  <a:pt x="1943100" y="2181225"/>
                </a:moveTo>
                <a:lnTo>
                  <a:pt x="1971675" y="2181225"/>
                </a:lnTo>
                <a:lnTo>
                  <a:pt x="1971675" y="2190750"/>
                </a:lnTo>
                <a:lnTo>
                  <a:pt x="1952625" y="2190750"/>
                </a:lnTo>
                <a:lnTo>
                  <a:pt x="1952625" y="2200275"/>
                </a:lnTo>
                <a:lnTo>
                  <a:pt x="1924050" y="2200275"/>
                </a:lnTo>
                <a:lnTo>
                  <a:pt x="1924050" y="2209800"/>
                </a:lnTo>
                <a:lnTo>
                  <a:pt x="1885950" y="2209800"/>
                </a:lnTo>
                <a:lnTo>
                  <a:pt x="1885950" y="2219325"/>
                </a:lnTo>
                <a:lnTo>
                  <a:pt x="1847850" y="2219325"/>
                </a:lnTo>
                <a:lnTo>
                  <a:pt x="1847850" y="2228850"/>
                </a:lnTo>
                <a:lnTo>
                  <a:pt x="1771650" y="2228850"/>
                </a:lnTo>
                <a:lnTo>
                  <a:pt x="1771650" y="2219325"/>
                </a:lnTo>
                <a:lnTo>
                  <a:pt x="1838325" y="2219325"/>
                </a:lnTo>
                <a:lnTo>
                  <a:pt x="1838325" y="2209800"/>
                </a:lnTo>
                <a:lnTo>
                  <a:pt x="1866900" y="2209800"/>
                </a:lnTo>
                <a:lnTo>
                  <a:pt x="1866900" y="2200275"/>
                </a:lnTo>
                <a:lnTo>
                  <a:pt x="1905000" y="2200275"/>
                </a:lnTo>
                <a:lnTo>
                  <a:pt x="1905000" y="2190750"/>
                </a:lnTo>
                <a:lnTo>
                  <a:pt x="1943100" y="2190750"/>
                </a:lnTo>
                <a:close/>
                <a:moveTo>
                  <a:pt x="504825" y="2200275"/>
                </a:moveTo>
                <a:lnTo>
                  <a:pt x="523875" y="2200275"/>
                </a:lnTo>
                <a:lnTo>
                  <a:pt x="523875" y="2209800"/>
                </a:lnTo>
                <a:lnTo>
                  <a:pt x="504825" y="2209800"/>
                </a:lnTo>
                <a:close/>
                <a:moveTo>
                  <a:pt x="533400" y="2209800"/>
                </a:moveTo>
                <a:lnTo>
                  <a:pt x="571500" y="2209800"/>
                </a:lnTo>
                <a:lnTo>
                  <a:pt x="571500" y="2219325"/>
                </a:lnTo>
                <a:lnTo>
                  <a:pt x="533400" y="2219325"/>
                </a:lnTo>
                <a:close/>
                <a:moveTo>
                  <a:pt x="571500" y="2219325"/>
                </a:moveTo>
                <a:lnTo>
                  <a:pt x="600075" y="2219325"/>
                </a:lnTo>
                <a:lnTo>
                  <a:pt x="600075" y="2228850"/>
                </a:lnTo>
                <a:lnTo>
                  <a:pt x="571500" y="2228850"/>
                </a:lnTo>
                <a:close/>
                <a:moveTo>
                  <a:pt x="638175" y="2219325"/>
                </a:moveTo>
                <a:lnTo>
                  <a:pt x="742950" y="2219325"/>
                </a:lnTo>
                <a:lnTo>
                  <a:pt x="742950" y="2228850"/>
                </a:lnTo>
                <a:lnTo>
                  <a:pt x="638175" y="2228850"/>
                </a:lnTo>
                <a:close/>
                <a:moveTo>
                  <a:pt x="1476375" y="2228850"/>
                </a:moveTo>
                <a:lnTo>
                  <a:pt x="1676400" y="2228850"/>
                </a:lnTo>
                <a:lnTo>
                  <a:pt x="1676400" y="2238375"/>
                </a:lnTo>
                <a:lnTo>
                  <a:pt x="1476375" y="2238375"/>
                </a:lnTo>
                <a:close/>
              </a:path>
            </a:pathLst>
          </a:custGeom>
          <a:solidFill xmlns:a="http://schemas.openxmlformats.org/drawingml/2006/main">
            <a:srgbClr val="FDE6C1"/>
          </a:solidFill>
          <a:ln xmlns:a="http://schemas.openxmlformats.org/drawingml/2006/main" w="0">
            <a:noFill/>
          </a:ln>
        </p:spPr>
      </p:sp>
      <p:sp>
        <p:nvSpPr>
          <p:cNvPr id="18" name="logo vector #fae8c6">
            <a:extLst xmlns:a="http://schemas.openxmlformats.org/drawingml/2006/main">
              <a:ext uri="{FF2B5EF4-FFF2-40B4-BE49-F238E27FC236}">
                <a16:creationId xmlns:a16="http://schemas.microsoft.com/office/drawing/2014/main" id="{26D1EA09-D850-40D1-BDE1-77487C31E0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124450" y="1590675"/>
            <a:ext cx="2867025" cy="2752725"/>
          </a:xfrm>
          <a:custGeom xmlns:a="http://schemas.openxmlformats.org/drawingml/2006/main">
            <a:pathLst>
              <a:path w="2428875" h="2333625">
                <a:moveTo>
                  <a:pt x="304800" y="0"/>
                </a:moveTo>
                <a:lnTo>
                  <a:pt x="904875" y="0"/>
                </a:lnTo>
                <a:lnTo>
                  <a:pt x="904875" y="9525"/>
                </a:lnTo>
                <a:lnTo>
                  <a:pt x="304800" y="9525"/>
                </a:lnTo>
                <a:close/>
                <a:moveTo>
                  <a:pt x="914400" y="0"/>
                </a:moveTo>
                <a:lnTo>
                  <a:pt x="971550" y="0"/>
                </a:lnTo>
                <a:lnTo>
                  <a:pt x="971550" y="9525"/>
                </a:lnTo>
                <a:lnTo>
                  <a:pt x="914400" y="9525"/>
                </a:lnTo>
                <a:close/>
                <a:moveTo>
                  <a:pt x="990600" y="0"/>
                </a:moveTo>
                <a:lnTo>
                  <a:pt x="1133475" y="0"/>
                </a:lnTo>
                <a:lnTo>
                  <a:pt x="1133475" y="9525"/>
                </a:lnTo>
                <a:lnTo>
                  <a:pt x="990600" y="9525"/>
                </a:lnTo>
                <a:close/>
                <a:moveTo>
                  <a:pt x="1238250" y="0"/>
                </a:moveTo>
                <a:lnTo>
                  <a:pt x="1285875" y="0"/>
                </a:lnTo>
                <a:lnTo>
                  <a:pt x="1285875" y="9525"/>
                </a:lnTo>
                <a:lnTo>
                  <a:pt x="1238250" y="9525"/>
                </a:lnTo>
                <a:close/>
                <a:moveTo>
                  <a:pt x="1371600" y="0"/>
                </a:moveTo>
                <a:lnTo>
                  <a:pt x="1933575" y="0"/>
                </a:lnTo>
                <a:lnTo>
                  <a:pt x="1933575" y="9525"/>
                </a:lnTo>
                <a:lnTo>
                  <a:pt x="1371600" y="9525"/>
                </a:lnTo>
                <a:close/>
                <a:moveTo>
                  <a:pt x="1943100" y="0"/>
                </a:moveTo>
                <a:lnTo>
                  <a:pt x="2143125" y="0"/>
                </a:lnTo>
                <a:lnTo>
                  <a:pt x="2143125" y="9525"/>
                </a:lnTo>
                <a:lnTo>
                  <a:pt x="1943100" y="9525"/>
                </a:lnTo>
                <a:close/>
                <a:moveTo>
                  <a:pt x="2286000" y="47625"/>
                </a:moveTo>
                <a:lnTo>
                  <a:pt x="2295525" y="47625"/>
                </a:lnTo>
                <a:lnTo>
                  <a:pt x="2295525" y="57150"/>
                </a:lnTo>
                <a:lnTo>
                  <a:pt x="2286000" y="57150"/>
                </a:lnTo>
                <a:close/>
                <a:moveTo>
                  <a:pt x="114300" y="66675"/>
                </a:moveTo>
                <a:lnTo>
                  <a:pt x="123825" y="66675"/>
                </a:lnTo>
                <a:lnTo>
                  <a:pt x="123825" y="76200"/>
                </a:lnTo>
                <a:lnTo>
                  <a:pt x="114300" y="76200"/>
                </a:lnTo>
                <a:close/>
                <a:moveTo>
                  <a:pt x="85725" y="95250"/>
                </a:moveTo>
                <a:lnTo>
                  <a:pt x="95250" y="95250"/>
                </a:lnTo>
                <a:lnTo>
                  <a:pt x="95250" y="104775"/>
                </a:lnTo>
                <a:lnTo>
                  <a:pt x="85725" y="104775"/>
                </a:lnTo>
                <a:close/>
                <a:moveTo>
                  <a:pt x="38100" y="161925"/>
                </a:moveTo>
                <a:lnTo>
                  <a:pt x="47625" y="161925"/>
                </a:lnTo>
                <a:lnTo>
                  <a:pt x="47625" y="171450"/>
                </a:lnTo>
                <a:lnTo>
                  <a:pt x="38100" y="171450"/>
                </a:lnTo>
                <a:close/>
                <a:moveTo>
                  <a:pt x="19050" y="209550"/>
                </a:moveTo>
                <a:lnTo>
                  <a:pt x="28575" y="209550"/>
                </a:lnTo>
                <a:lnTo>
                  <a:pt x="28575" y="219075"/>
                </a:lnTo>
                <a:lnTo>
                  <a:pt x="19050" y="219075"/>
                </a:lnTo>
                <a:close/>
                <a:moveTo>
                  <a:pt x="590550" y="209550"/>
                </a:moveTo>
                <a:lnTo>
                  <a:pt x="600075" y="209550"/>
                </a:lnTo>
                <a:lnTo>
                  <a:pt x="600075" y="219075"/>
                </a:lnTo>
                <a:lnTo>
                  <a:pt x="590550" y="219075"/>
                </a:lnTo>
                <a:close/>
                <a:moveTo>
                  <a:pt x="1847850" y="209550"/>
                </a:moveTo>
                <a:lnTo>
                  <a:pt x="1857375" y="209550"/>
                </a:lnTo>
                <a:lnTo>
                  <a:pt x="1857375" y="219075"/>
                </a:lnTo>
                <a:lnTo>
                  <a:pt x="1847850" y="219075"/>
                </a:lnTo>
                <a:close/>
                <a:moveTo>
                  <a:pt x="1885950" y="219075"/>
                </a:moveTo>
                <a:lnTo>
                  <a:pt x="1895475" y="219075"/>
                </a:lnTo>
                <a:lnTo>
                  <a:pt x="1895475" y="228600"/>
                </a:lnTo>
                <a:lnTo>
                  <a:pt x="1885950" y="228600"/>
                </a:lnTo>
                <a:close/>
                <a:moveTo>
                  <a:pt x="2409825" y="219075"/>
                </a:moveTo>
                <a:lnTo>
                  <a:pt x="2419350" y="219075"/>
                </a:lnTo>
                <a:lnTo>
                  <a:pt x="2419350" y="228600"/>
                </a:lnTo>
                <a:lnTo>
                  <a:pt x="2409825" y="228600"/>
                </a:lnTo>
                <a:close/>
                <a:moveTo>
                  <a:pt x="1914525" y="228600"/>
                </a:moveTo>
                <a:lnTo>
                  <a:pt x="1924050" y="228600"/>
                </a:lnTo>
                <a:lnTo>
                  <a:pt x="1924050" y="238125"/>
                </a:lnTo>
                <a:lnTo>
                  <a:pt x="1914525" y="238125"/>
                </a:lnTo>
                <a:close/>
                <a:moveTo>
                  <a:pt x="9525" y="266700"/>
                </a:moveTo>
                <a:lnTo>
                  <a:pt x="19050" y="266700"/>
                </a:lnTo>
                <a:lnTo>
                  <a:pt x="19050" y="276225"/>
                </a:lnTo>
                <a:lnTo>
                  <a:pt x="9525" y="276225"/>
                </a:lnTo>
                <a:close/>
                <a:moveTo>
                  <a:pt x="400050" y="285750"/>
                </a:moveTo>
                <a:lnTo>
                  <a:pt x="409575" y="285750"/>
                </a:lnTo>
                <a:lnTo>
                  <a:pt x="409575" y="295275"/>
                </a:lnTo>
                <a:lnTo>
                  <a:pt x="400050" y="295275"/>
                </a:lnTo>
                <a:close/>
                <a:moveTo>
                  <a:pt x="2028825" y="285750"/>
                </a:moveTo>
                <a:lnTo>
                  <a:pt x="2038350" y="285750"/>
                </a:lnTo>
                <a:lnTo>
                  <a:pt x="2038350" y="295275"/>
                </a:lnTo>
                <a:lnTo>
                  <a:pt x="2028825" y="295275"/>
                </a:lnTo>
                <a:close/>
                <a:moveTo>
                  <a:pt x="1028700" y="323850"/>
                </a:moveTo>
                <a:lnTo>
                  <a:pt x="1047750" y="323850"/>
                </a:lnTo>
                <a:lnTo>
                  <a:pt x="1047750" y="333375"/>
                </a:lnTo>
                <a:lnTo>
                  <a:pt x="1028700" y="333375"/>
                </a:lnTo>
                <a:close/>
                <a:moveTo>
                  <a:pt x="1419225" y="323850"/>
                </a:moveTo>
                <a:lnTo>
                  <a:pt x="1428750" y="323850"/>
                </a:lnTo>
                <a:lnTo>
                  <a:pt x="1428750" y="333375"/>
                </a:lnTo>
                <a:lnTo>
                  <a:pt x="1419225" y="333375"/>
                </a:lnTo>
                <a:close/>
                <a:moveTo>
                  <a:pt x="942975" y="333375"/>
                </a:moveTo>
                <a:lnTo>
                  <a:pt x="952500" y="333375"/>
                </a:lnTo>
                <a:lnTo>
                  <a:pt x="952500" y="342900"/>
                </a:lnTo>
                <a:lnTo>
                  <a:pt x="942975" y="342900"/>
                </a:lnTo>
                <a:close/>
                <a:moveTo>
                  <a:pt x="866775" y="342900"/>
                </a:moveTo>
                <a:lnTo>
                  <a:pt x="876300" y="342900"/>
                </a:lnTo>
                <a:lnTo>
                  <a:pt x="876300" y="352425"/>
                </a:lnTo>
                <a:lnTo>
                  <a:pt x="866775" y="352425"/>
                </a:lnTo>
                <a:close/>
                <a:moveTo>
                  <a:pt x="1571625" y="342900"/>
                </a:moveTo>
                <a:lnTo>
                  <a:pt x="1581150" y="342900"/>
                </a:lnTo>
                <a:lnTo>
                  <a:pt x="1581150" y="352425"/>
                </a:lnTo>
                <a:lnTo>
                  <a:pt x="1571625" y="352425"/>
                </a:lnTo>
                <a:close/>
                <a:moveTo>
                  <a:pt x="819150" y="352425"/>
                </a:moveTo>
                <a:lnTo>
                  <a:pt x="828675" y="352425"/>
                </a:lnTo>
                <a:lnTo>
                  <a:pt x="828675" y="361950"/>
                </a:lnTo>
                <a:lnTo>
                  <a:pt x="819150" y="361950"/>
                </a:lnTo>
                <a:close/>
                <a:moveTo>
                  <a:pt x="1619250" y="352425"/>
                </a:moveTo>
                <a:lnTo>
                  <a:pt x="1628775" y="352425"/>
                </a:lnTo>
                <a:lnTo>
                  <a:pt x="1628775" y="361950"/>
                </a:lnTo>
                <a:lnTo>
                  <a:pt x="1619250" y="361950"/>
                </a:lnTo>
                <a:close/>
                <a:moveTo>
                  <a:pt x="771525" y="361950"/>
                </a:moveTo>
                <a:lnTo>
                  <a:pt x="781050" y="361950"/>
                </a:lnTo>
                <a:lnTo>
                  <a:pt x="781050" y="371475"/>
                </a:lnTo>
                <a:lnTo>
                  <a:pt x="771525" y="371475"/>
                </a:lnTo>
                <a:close/>
                <a:moveTo>
                  <a:pt x="1666875" y="361950"/>
                </a:moveTo>
                <a:lnTo>
                  <a:pt x="1676400" y="361950"/>
                </a:lnTo>
                <a:lnTo>
                  <a:pt x="1676400" y="371475"/>
                </a:lnTo>
                <a:lnTo>
                  <a:pt x="1666875" y="371475"/>
                </a:lnTo>
                <a:close/>
                <a:moveTo>
                  <a:pt x="314325" y="371475"/>
                </a:moveTo>
                <a:lnTo>
                  <a:pt x="323850" y="371475"/>
                </a:lnTo>
                <a:lnTo>
                  <a:pt x="323850" y="381000"/>
                </a:lnTo>
                <a:lnTo>
                  <a:pt x="314325" y="381000"/>
                </a:lnTo>
                <a:close/>
                <a:moveTo>
                  <a:pt x="1695450" y="371475"/>
                </a:moveTo>
                <a:lnTo>
                  <a:pt x="1704975" y="371475"/>
                </a:lnTo>
                <a:lnTo>
                  <a:pt x="1704975" y="381000"/>
                </a:lnTo>
                <a:lnTo>
                  <a:pt x="1695450" y="381000"/>
                </a:lnTo>
                <a:close/>
                <a:moveTo>
                  <a:pt x="2114550" y="371475"/>
                </a:moveTo>
                <a:lnTo>
                  <a:pt x="2124075" y="371475"/>
                </a:lnTo>
                <a:lnTo>
                  <a:pt x="2124075" y="381000"/>
                </a:lnTo>
                <a:lnTo>
                  <a:pt x="2114550" y="381000"/>
                </a:lnTo>
                <a:close/>
                <a:moveTo>
                  <a:pt x="1057275" y="381000"/>
                </a:moveTo>
                <a:lnTo>
                  <a:pt x="1066800" y="381000"/>
                </a:lnTo>
                <a:lnTo>
                  <a:pt x="1066800" y="390525"/>
                </a:lnTo>
                <a:lnTo>
                  <a:pt x="1057275" y="390525"/>
                </a:lnTo>
                <a:close/>
                <a:moveTo>
                  <a:pt x="1419225" y="381000"/>
                </a:moveTo>
                <a:lnTo>
                  <a:pt x="1428750" y="381000"/>
                </a:lnTo>
                <a:lnTo>
                  <a:pt x="1428750" y="390525"/>
                </a:lnTo>
                <a:lnTo>
                  <a:pt x="1419225" y="390525"/>
                </a:lnTo>
                <a:close/>
                <a:moveTo>
                  <a:pt x="1714500" y="381000"/>
                </a:moveTo>
                <a:lnTo>
                  <a:pt x="1724025" y="381000"/>
                </a:lnTo>
                <a:lnTo>
                  <a:pt x="1724025" y="390525"/>
                </a:lnTo>
                <a:lnTo>
                  <a:pt x="1714500" y="390525"/>
                </a:lnTo>
                <a:close/>
                <a:moveTo>
                  <a:pt x="1495425" y="390525"/>
                </a:moveTo>
                <a:lnTo>
                  <a:pt x="1504950" y="390525"/>
                </a:lnTo>
                <a:lnTo>
                  <a:pt x="1504950" y="400050"/>
                </a:lnTo>
                <a:lnTo>
                  <a:pt x="1495425" y="400050"/>
                </a:lnTo>
                <a:close/>
                <a:moveTo>
                  <a:pt x="285750" y="409575"/>
                </a:moveTo>
                <a:lnTo>
                  <a:pt x="295275" y="409575"/>
                </a:lnTo>
                <a:lnTo>
                  <a:pt x="295275" y="419100"/>
                </a:lnTo>
                <a:lnTo>
                  <a:pt x="285750" y="419100"/>
                </a:lnTo>
                <a:close/>
                <a:moveTo>
                  <a:pt x="1600200" y="409575"/>
                </a:moveTo>
                <a:lnTo>
                  <a:pt x="1609725" y="409575"/>
                </a:lnTo>
                <a:lnTo>
                  <a:pt x="1609725" y="419100"/>
                </a:lnTo>
                <a:lnTo>
                  <a:pt x="1600200" y="419100"/>
                </a:lnTo>
                <a:close/>
                <a:moveTo>
                  <a:pt x="790575" y="419100"/>
                </a:moveTo>
                <a:lnTo>
                  <a:pt x="800100" y="419100"/>
                </a:lnTo>
                <a:lnTo>
                  <a:pt x="800100" y="428625"/>
                </a:lnTo>
                <a:lnTo>
                  <a:pt x="790575" y="428625"/>
                </a:lnTo>
                <a:close/>
                <a:moveTo>
                  <a:pt x="1647825" y="419100"/>
                </a:moveTo>
                <a:lnTo>
                  <a:pt x="1657350" y="419100"/>
                </a:lnTo>
                <a:lnTo>
                  <a:pt x="1657350" y="428625"/>
                </a:lnTo>
                <a:lnTo>
                  <a:pt x="1647825" y="428625"/>
                </a:lnTo>
                <a:close/>
                <a:moveTo>
                  <a:pt x="647700" y="447675"/>
                </a:moveTo>
                <a:lnTo>
                  <a:pt x="657225" y="447675"/>
                </a:lnTo>
                <a:lnTo>
                  <a:pt x="657225" y="457200"/>
                </a:lnTo>
                <a:lnTo>
                  <a:pt x="647700" y="457200"/>
                </a:lnTo>
                <a:close/>
                <a:moveTo>
                  <a:pt x="1790700" y="447675"/>
                </a:moveTo>
                <a:lnTo>
                  <a:pt x="1809750" y="447675"/>
                </a:lnTo>
                <a:lnTo>
                  <a:pt x="1809750" y="457200"/>
                </a:lnTo>
                <a:lnTo>
                  <a:pt x="1790700" y="457200"/>
                </a:lnTo>
                <a:close/>
                <a:moveTo>
                  <a:pt x="2419350" y="457200"/>
                </a:moveTo>
                <a:lnTo>
                  <a:pt x="2428875" y="457200"/>
                </a:lnTo>
                <a:lnTo>
                  <a:pt x="2428875" y="485775"/>
                </a:lnTo>
                <a:lnTo>
                  <a:pt x="2419350" y="485775"/>
                </a:lnTo>
                <a:close/>
                <a:moveTo>
                  <a:pt x="895350" y="466725"/>
                </a:moveTo>
                <a:lnTo>
                  <a:pt x="904875" y="466725"/>
                </a:lnTo>
                <a:lnTo>
                  <a:pt x="904875" y="476250"/>
                </a:lnTo>
                <a:lnTo>
                  <a:pt x="895350" y="476250"/>
                </a:lnTo>
                <a:close/>
                <a:moveTo>
                  <a:pt x="1590675" y="476250"/>
                </a:moveTo>
                <a:lnTo>
                  <a:pt x="1600200" y="476250"/>
                </a:lnTo>
                <a:lnTo>
                  <a:pt x="1600200" y="485775"/>
                </a:lnTo>
                <a:lnTo>
                  <a:pt x="1590675" y="485775"/>
                </a:lnTo>
                <a:close/>
                <a:moveTo>
                  <a:pt x="247650" y="485775"/>
                </a:moveTo>
                <a:lnTo>
                  <a:pt x="257175" y="485775"/>
                </a:lnTo>
                <a:lnTo>
                  <a:pt x="257175" y="495300"/>
                </a:lnTo>
                <a:lnTo>
                  <a:pt x="247650" y="495300"/>
                </a:lnTo>
                <a:close/>
                <a:moveTo>
                  <a:pt x="504825" y="485775"/>
                </a:moveTo>
                <a:lnTo>
                  <a:pt x="514350" y="485775"/>
                </a:lnTo>
                <a:lnTo>
                  <a:pt x="514350" y="495300"/>
                </a:lnTo>
                <a:lnTo>
                  <a:pt x="504825" y="495300"/>
                </a:lnTo>
                <a:close/>
                <a:moveTo>
                  <a:pt x="762000" y="485775"/>
                </a:moveTo>
                <a:lnTo>
                  <a:pt x="771525" y="485775"/>
                </a:lnTo>
                <a:lnTo>
                  <a:pt x="771525" y="495300"/>
                </a:lnTo>
                <a:lnTo>
                  <a:pt x="762000" y="495300"/>
                </a:lnTo>
                <a:close/>
                <a:moveTo>
                  <a:pt x="1581150" y="485775"/>
                </a:moveTo>
                <a:lnTo>
                  <a:pt x="1590675" y="485775"/>
                </a:lnTo>
                <a:lnTo>
                  <a:pt x="1590675" y="495300"/>
                </a:lnTo>
                <a:lnTo>
                  <a:pt x="1581150" y="495300"/>
                </a:lnTo>
                <a:close/>
                <a:moveTo>
                  <a:pt x="2419350" y="495300"/>
                </a:moveTo>
                <a:lnTo>
                  <a:pt x="2428875" y="495300"/>
                </a:lnTo>
                <a:lnTo>
                  <a:pt x="2428875" y="523875"/>
                </a:lnTo>
                <a:lnTo>
                  <a:pt x="2419350" y="523875"/>
                </a:lnTo>
                <a:close/>
                <a:moveTo>
                  <a:pt x="495300" y="504825"/>
                </a:moveTo>
                <a:lnTo>
                  <a:pt x="504825" y="504825"/>
                </a:lnTo>
                <a:lnTo>
                  <a:pt x="504825" y="514350"/>
                </a:lnTo>
                <a:lnTo>
                  <a:pt x="495300" y="514350"/>
                </a:lnTo>
                <a:close/>
                <a:moveTo>
                  <a:pt x="638175" y="504825"/>
                </a:moveTo>
                <a:lnTo>
                  <a:pt x="657225" y="504825"/>
                </a:lnTo>
                <a:lnTo>
                  <a:pt x="657225" y="514350"/>
                </a:lnTo>
                <a:lnTo>
                  <a:pt x="638175" y="514350"/>
                </a:lnTo>
                <a:close/>
                <a:moveTo>
                  <a:pt x="1771650" y="504825"/>
                </a:moveTo>
                <a:lnTo>
                  <a:pt x="1781175" y="504825"/>
                </a:lnTo>
                <a:lnTo>
                  <a:pt x="1781175" y="514350"/>
                </a:lnTo>
                <a:lnTo>
                  <a:pt x="1771650" y="514350"/>
                </a:lnTo>
                <a:close/>
                <a:moveTo>
                  <a:pt x="1933575" y="504825"/>
                </a:moveTo>
                <a:lnTo>
                  <a:pt x="1943100" y="504825"/>
                </a:lnTo>
                <a:lnTo>
                  <a:pt x="1943100" y="514350"/>
                </a:lnTo>
                <a:lnTo>
                  <a:pt x="1933575" y="514350"/>
                </a:lnTo>
                <a:close/>
                <a:moveTo>
                  <a:pt x="1009650" y="523875"/>
                </a:moveTo>
                <a:lnTo>
                  <a:pt x="1028700" y="523875"/>
                </a:lnTo>
                <a:lnTo>
                  <a:pt x="1028700" y="533400"/>
                </a:lnTo>
                <a:lnTo>
                  <a:pt x="1009650" y="533400"/>
                </a:lnTo>
                <a:close/>
                <a:moveTo>
                  <a:pt x="1085850" y="523875"/>
                </a:moveTo>
                <a:lnTo>
                  <a:pt x="1095375" y="523875"/>
                </a:lnTo>
                <a:lnTo>
                  <a:pt x="1095375" y="533400"/>
                </a:lnTo>
                <a:lnTo>
                  <a:pt x="1085850" y="533400"/>
                </a:lnTo>
                <a:close/>
                <a:moveTo>
                  <a:pt x="1438275" y="523875"/>
                </a:moveTo>
                <a:lnTo>
                  <a:pt x="1447800" y="523875"/>
                </a:lnTo>
                <a:lnTo>
                  <a:pt x="1447800" y="533400"/>
                </a:lnTo>
                <a:lnTo>
                  <a:pt x="1438275" y="533400"/>
                </a:lnTo>
                <a:close/>
                <a:moveTo>
                  <a:pt x="1466850" y="523875"/>
                </a:moveTo>
                <a:lnTo>
                  <a:pt x="1476375" y="523875"/>
                </a:lnTo>
                <a:lnTo>
                  <a:pt x="1476375" y="533400"/>
                </a:lnTo>
                <a:lnTo>
                  <a:pt x="1466850" y="533400"/>
                </a:lnTo>
                <a:close/>
                <a:moveTo>
                  <a:pt x="1562100" y="523875"/>
                </a:moveTo>
                <a:lnTo>
                  <a:pt x="1571625" y="523875"/>
                </a:lnTo>
                <a:lnTo>
                  <a:pt x="1571625" y="533400"/>
                </a:lnTo>
                <a:lnTo>
                  <a:pt x="1562100" y="533400"/>
                </a:lnTo>
                <a:close/>
                <a:moveTo>
                  <a:pt x="1238250" y="533400"/>
                </a:moveTo>
                <a:lnTo>
                  <a:pt x="1247775" y="533400"/>
                </a:lnTo>
                <a:lnTo>
                  <a:pt x="1247775" y="542925"/>
                </a:lnTo>
                <a:lnTo>
                  <a:pt x="1238250" y="542925"/>
                </a:lnTo>
                <a:close/>
                <a:moveTo>
                  <a:pt x="1409700" y="533400"/>
                </a:moveTo>
                <a:lnTo>
                  <a:pt x="1419225" y="533400"/>
                </a:lnTo>
                <a:lnTo>
                  <a:pt x="1419225" y="542925"/>
                </a:lnTo>
                <a:lnTo>
                  <a:pt x="1409700" y="542925"/>
                </a:lnTo>
                <a:close/>
                <a:moveTo>
                  <a:pt x="1495425" y="533400"/>
                </a:moveTo>
                <a:lnTo>
                  <a:pt x="1504950" y="533400"/>
                </a:lnTo>
                <a:lnTo>
                  <a:pt x="1504950" y="542925"/>
                </a:lnTo>
                <a:lnTo>
                  <a:pt x="1495425" y="542925"/>
                </a:lnTo>
                <a:close/>
                <a:moveTo>
                  <a:pt x="1228725" y="542925"/>
                </a:moveTo>
                <a:lnTo>
                  <a:pt x="1238250" y="542925"/>
                </a:lnTo>
                <a:lnTo>
                  <a:pt x="1238250" y="552450"/>
                </a:lnTo>
                <a:lnTo>
                  <a:pt x="1228725" y="552450"/>
                </a:lnTo>
                <a:close/>
                <a:moveTo>
                  <a:pt x="1504950" y="542925"/>
                </a:moveTo>
                <a:lnTo>
                  <a:pt x="1514475" y="542925"/>
                </a:lnTo>
                <a:lnTo>
                  <a:pt x="1514475" y="552450"/>
                </a:lnTo>
                <a:lnTo>
                  <a:pt x="1504950" y="552450"/>
                </a:lnTo>
                <a:close/>
                <a:moveTo>
                  <a:pt x="1543050" y="542925"/>
                </a:moveTo>
                <a:lnTo>
                  <a:pt x="1552575" y="542925"/>
                </a:lnTo>
                <a:lnTo>
                  <a:pt x="1552575" y="552450"/>
                </a:lnTo>
                <a:lnTo>
                  <a:pt x="1543050" y="552450"/>
                </a:lnTo>
                <a:close/>
                <a:moveTo>
                  <a:pt x="1752600" y="542925"/>
                </a:moveTo>
                <a:lnTo>
                  <a:pt x="1762125" y="542925"/>
                </a:lnTo>
                <a:lnTo>
                  <a:pt x="1762125" y="552450"/>
                </a:lnTo>
                <a:lnTo>
                  <a:pt x="1752600" y="552450"/>
                </a:lnTo>
                <a:close/>
                <a:moveTo>
                  <a:pt x="1781175" y="542925"/>
                </a:moveTo>
                <a:lnTo>
                  <a:pt x="1790700" y="542925"/>
                </a:lnTo>
                <a:lnTo>
                  <a:pt x="1790700" y="552450"/>
                </a:lnTo>
                <a:lnTo>
                  <a:pt x="1781175" y="552450"/>
                </a:lnTo>
                <a:close/>
                <a:moveTo>
                  <a:pt x="1514475" y="552450"/>
                </a:moveTo>
                <a:lnTo>
                  <a:pt x="1524000" y="552450"/>
                </a:lnTo>
                <a:lnTo>
                  <a:pt x="1524000" y="561975"/>
                </a:lnTo>
                <a:lnTo>
                  <a:pt x="1514475" y="561975"/>
                </a:lnTo>
                <a:close/>
                <a:moveTo>
                  <a:pt x="1533525" y="552450"/>
                </a:moveTo>
                <a:lnTo>
                  <a:pt x="1543050" y="552450"/>
                </a:lnTo>
                <a:lnTo>
                  <a:pt x="1543050" y="561975"/>
                </a:lnTo>
                <a:lnTo>
                  <a:pt x="1533525" y="561975"/>
                </a:lnTo>
                <a:close/>
                <a:moveTo>
                  <a:pt x="1657350" y="552450"/>
                </a:moveTo>
                <a:lnTo>
                  <a:pt x="1666875" y="552450"/>
                </a:lnTo>
                <a:lnTo>
                  <a:pt x="1666875" y="561975"/>
                </a:lnTo>
                <a:lnTo>
                  <a:pt x="1657350" y="561975"/>
                </a:lnTo>
                <a:close/>
                <a:moveTo>
                  <a:pt x="2200275" y="552450"/>
                </a:moveTo>
                <a:lnTo>
                  <a:pt x="2209800" y="552450"/>
                </a:lnTo>
                <a:lnTo>
                  <a:pt x="2209800" y="561975"/>
                </a:lnTo>
                <a:lnTo>
                  <a:pt x="2200275" y="561975"/>
                </a:lnTo>
                <a:close/>
                <a:moveTo>
                  <a:pt x="1381125" y="561975"/>
                </a:moveTo>
                <a:lnTo>
                  <a:pt x="1390650" y="561975"/>
                </a:lnTo>
                <a:lnTo>
                  <a:pt x="1390650" y="571500"/>
                </a:lnTo>
                <a:lnTo>
                  <a:pt x="1381125" y="571500"/>
                </a:lnTo>
                <a:close/>
                <a:moveTo>
                  <a:pt x="2419350" y="561975"/>
                </a:moveTo>
                <a:lnTo>
                  <a:pt x="2428875" y="561975"/>
                </a:lnTo>
                <a:lnTo>
                  <a:pt x="2428875" y="571500"/>
                </a:lnTo>
                <a:lnTo>
                  <a:pt x="2419350" y="571500"/>
                </a:lnTo>
                <a:close/>
                <a:moveTo>
                  <a:pt x="1133475" y="571500"/>
                </a:moveTo>
                <a:lnTo>
                  <a:pt x="1143000" y="571500"/>
                </a:lnTo>
                <a:lnTo>
                  <a:pt x="1143000" y="581025"/>
                </a:lnTo>
                <a:lnTo>
                  <a:pt x="1133475" y="581025"/>
                </a:lnTo>
                <a:close/>
                <a:moveTo>
                  <a:pt x="1276350" y="571500"/>
                </a:moveTo>
                <a:lnTo>
                  <a:pt x="1285875" y="571500"/>
                </a:lnTo>
                <a:lnTo>
                  <a:pt x="1285875" y="590550"/>
                </a:lnTo>
                <a:lnTo>
                  <a:pt x="1276350" y="590550"/>
                </a:lnTo>
                <a:close/>
                <a:moveTo>
                  <a:pt x="1295400" y="571500"/>
                </a:moveTo>
                <a:lnTo>
                  <a:pt x="1304925" y="571500"/>
                </a:lnTo>
                <a:lnTo>
                  <a:pt x="1304925" y="581025"/>
                </a:lnTo>
                <a:lnTo>
                  <a:pt x="1295400" y="581025"/>
                </a:lnTo>
                <a:close/>
                <a:moveTo>
                  <a:pt x="1457325" y="571500"/>
                </a:moveTo>
                <a:lnTo>
                  <a:pt x="1466850" y="571500"/>
                </a:lnTo>
                <a:lnTo>
                  <a:pt x="1466850" y="581025"/>
                </a:lnTo>
                <a:lnTo>
                  <a:pt x="1457325" y="581025"/>
                </a:lnTo>
                <a:close/>
                <a:moveTo>
                  <a:pt x="1038225" y="581025"/>
                </a:moveTo>
                <a:lnTo>
                  <a:pt x="1057275" y="581025"/>
                </a:lnTo>
                <a:lnTo>
                  <a:pt x="1057275" y="590550"/>
                </a:lnTo>
                <a:lnTo>
                  <a:pt x="1038225" y="590550"/>
                </a:lnTo>
                <a:close/>
                <a:moveTo>
                  <a:pt x="1143000" y="581025"/>
                </a:moveTo>
                <a:lnTo>
                  <a:pt x="1152525" y="581025"/>
                </a:lnTo>
                <a:lnTo>
                  <a:pt x="1152525" y="657225"/>
                </a:lnTo>
                <a:lnTo>
                  <a:pt x="1143000" y="657225"/>
                </a:lnTo>
                <a:close/>
                <a:moveTo>
                  <a:pt x="1466850" y="581025"/>
                </a:moveTo>
                <a:lnTo>
                  <a:pt x="1476375" y="581025"/>
                </a:lnTo>
                <a:lnTo>
                  <a:pt x="1476375" y="590550"/>
                </a:lnTo>
                <a:lnTo>
                  <a:pt x="1466850" y="590550"/>
                </a:lnTo>
                <a:close/>
                <a:moveTo>
                  <a:pt x="742950" y="590550"/>
                </a:moveTo>
                <a:lnTo>
                  <a:pt x="752475" y="590550"/>
                </a:lnTo>
                <a:lnTo>
                  <a:pt x="752475" y="600075"/>
                </a:lnTo>
                <a:lnTo>
                  <a:pt x="742950" y="600075"/>
                </a:lnTo>
                <a:close/>
                <a:moveTo>
                  <a:pt x="1476375" y="590550"/>
                </a:moveTo>
                <a:lnTo>
                  <a:pt x="1485900" y="590550"/>
                </a:lnTo>
                <a:lnTo>
                  <a:pt x="1485900" y="600075"/>
                </a:lnTo>
                <a:lnTo>
                  <a:pt x="1476375" y="600075"/>
                </a:lnTo>
                <a:close/>
                <a:moveTo>
                  <a:pt x="2419350" y="590550"/>
                </a:moveTo>
                <a:lnTo>
                  <a:pt x="2428875" y="590550"/>
                </a:lnTo>
                <a:lnTo>
                  <a:pt x="2428875" y="666750"/>
                </a:lnTo>
                <a:lnTo>
                  <a:pt x="2419350" y="666750"/>
                </a:lnTo>
                <a:close/>
                <a:moveTo>
                  <a:pt x="219075" y="600075"/>
                </a:moveTo>
                <a:lnTo>
                  <a:pt x="228600" y="600075"/>
                </a:lnTo>
                <a:lnTo>
                  <a:pt x="228600" y="609600"/>
                </a:lnTo>
                <a:lnTo>
                  <a:pt x="219075" y="609600"/>
                </a:lnTo>
                <a:close/>
                <a:moveTo>
                  <a:pt x="733425" y="600075"/>
                </a:moveTo>
                <a:lnTo>
                  <a:pt x="742950" y="600075"/>
                </a:lnTo>
                <a:lnTo>
                  <a:pt x="742950" y="619125"/>
                </a:lnTo>
                <a:lnTo>
                  <a:pt x="733425" y="619125"/>
                </a:lnTo>
                <a:close/>
                <a:moveTo>
                  <a:pt x="1238250" y="600075"/>
                </a:moveTo>
                <a:lnTo>
                  <a:pt x="1247775" y="600075"/>
                </a:lnTo>
                <a:lnTo>
                  <a:pt x="1247775" y="609600"/>
                </a:lnTo>
                <a:lnTo>
                  <a:pt x="1238250" y="609600"/>
                </a:lnTo>
                <a:close/>
                <a:moveTo>
                  <a:pt x="1028700" y="609600"/>
                </a:moveTo>
                <a:lnTo>
                  <a:pt x="1038225" y="609600"/>
                </a:lnTo>
                <a:lnTo>
                  <a:pt x="1038225" y="638175"/>
                </a:lnTo>
                <a:lnTo>
                  <a:pt x="1028700" y="638175"/>
                </a:lnTo>
                <a:close/>
                <a:moveTo>
                  <a:pt x="1228725" y="609600"/>
                </a:moveTo>
                <a:lnTo>
                  <a:pt x="1238250" y="609600"/>
                </a:lnTo>
                <a:lnTo>
                  <a:pt x="1238250" y="619125"/>
                </a:lnTo>
                <a:lnTo>
                  <a:pt x="1228725" y="619125"/>
                </a:lnTo>
                <a:close/>
                <a:moveTo>
                  <a:pt x="742950" y="619125"/>
                </a:moveTo>
                <a:lnTo>
                  <a:pt x="752475" y="619125"/>
                </a:lnTo>
                <a:lnTo>
                  <a:pt x="752475" y="628650"/>
                </a:lnTo>
                <a:lnTo>
                  <a:pt x="742950" y="628650"/>
                </a:lnTo>
                <a:close/>
                <a:moveTo>
                  <a:pt x="1657350" y="619125"/>
                </a:moveTo>
                <a:lnTo>
                  <a:pt x="1666875" y="619125"/>
                </a:lnTo>
                <a:lnTo>
                  <a:pt x="1666875" y="628650"/>
                </a:lnTo>
                <a:lnTo>
                  <a:pt x="1657350" y="628650"/>
                </a:lnTo>
                <a:close/>
                <a:moveTo>
                  <a:pt x="2209800" y="619125"/>
                </a:moveTo>
                <a:lnTo>
                  <a:pt x="2219325" y="619125"/>
                </a:lnTo>
                <a:lnTo>
                  <a:pt x="2219325" y="714375"/>
                </a:lnTo>
                <a:lnTo>
                  <a:pt x="2209800" y="714375"/>
                </a:lnTo>
                <a:close/>
                <a:moveTo>
                  <a:pt x="1285875" y="628650"/>
                </a:moveTo>
                <a:lnTo>
                  <a:pt x="1295400" y="628650"/>
                </a:lnTo>
                <a:lnTo>
                  <a:pt x="1295400" y="638175"/>
                </a:lnTo>
                <a:lnTo>
                  <a:pt x="1304925" y="638175"/>
                </a:lnTo>
                <a:lnTo>
                  <a:pt x="1304925" y="647700"/>
                </a:lnTo>
                <a:lnTo>
                  <a:pt x="1285875" y="647700"/>
                </a:lnTo>
                <a:close/>
                <a:moveTo>
                  <a:pt x="1647825" y="628650"/>
                </a:moveTo>
                <a:lnTo>
                  <a:pt x="1657350" y="628650"/>
                </a:lnTo>
                <a:lnTo>
                  <a:pt x="1657350" y="638175"/>
                </a:lnTo>
                <a:lnTo>
                  <a:pt x="1647825" y="638175"/>
                </a:lnTo>
                <a:close/>
                <a:moveTo>
                  <a:pt x="1581150" y="638175"/>
                </a:moveTo>
                <a:lnTo>
                  <a:pt x="1590675" y="638175"/>
                </a:lnTo>
                <a:lnTo>
                  <a:pt x="1590675" y="647700"/>
                </a:lnTo>
                <a:lnTo>
                  <a:pt x="1581150" y="647700"/>
                </a:lnTo>
                <a:close/>
                <a:moveTo>
                  <a:pt x="1504950" y="647700"/>
                </a:moveTo>
                <a:lnTo>
                  <a:pt x="1514475" y="647700"/>
                </a:lnTo>
                <a:lnTo>
                  <a:pt x="1514475" y="657225"/>
                </a:lnTo>
                <a:lnTo>
                  <a:pt x="1504950" y="657225"/>
                </a:lnTo>
                <a:close/>
                <a:moveTo>
                  <a:pt x="1133475" y="657225"/>
                </a:moveTo>
                <a:lnTo>
                  <a:pt x="1143000" y="657225"/>
                </a:lnTo>
                <a:lnTo>
                  <a:pt x="1143000" y="666750"/>
                </a:lnTo>
                <a:lnTo>
                  <a:pt x="1133475" y="666750"/>
                </a:lnTo>
                <a:close/>
                <a:moveTo>
                  <a:pt x="666750" y="666750"/>
                </a:moveTo>
                <a:lnTo>
                  <a:pt x="676275" y="666750"/>
                </a:lnTo>
                <a:lnTo>
                  <a:pt x="676275" y="676275"/>
                </a:lnTo>
                <a:lnTo>
                  <a:pt x="666750" y="676275"/>
                </a:lnTo>
                <a:close/>
                <a:moveTo>
                  <a:pt x="952500" y="666750"/>
                </a:moveTo>
                <a:lnTo>
                  <a:pt x="962025" y="666750"/>
                </a:lnTo>
                <a:lnTo>
                  <a:pt x="962025" y="676275"/>
                </a:lnTo>
                <a:lnTo>
                  <a:pt x="952500" y="676275"/>
                </a:lnTo>
                <a:close/>
                <a:moveTo>
                  <a:pt x="714375" y="676275"/>
                </a:moveTo>
                <a:lnTo>
                  <a:pt x="723900" y="676275"/>
                </a:lnTo>
                <a:lnTo>
                  <a:pt x="723900" y="685800"/>
                </a:lnTo>
                <a:lnTo>
                  <a:pt x="714375" y="685800"/>
                </a:lnTo>
                <a:close/>
                <a:moveTo>
                  <a:pt x="1533525" y="676275"/>
                </a:moveTo>
                <a:lnTo>
                  <a:pt x="1543050" y="676275"/>
                </a:lnTo>
                <a:lnTo>
                  <a:pt x="1543050" y="685800"/>
                </a:lnTo>
                <a:lnTo>
                  <a:pt x="1533525" y="685800"/>
                </a:lnTo>
                <a:close/>
                <a:moveTo>
                  <a:pt x="1209675" y="685800"/>
                </a:moveTo>
                <a:lnTo>
                  <a:pt x="1219200" y="685800"/>
                </a:lnTo>
                <a:lnTo>
                  <a:pt x="1219200" y="695325"/>
                </a:lnTo>
                <a:lnTo>
                  <a:pt x="1209675" y="695325"/>
                </a:lnTo>
                <a:close/>
                <a:moveTo>
                  <a:pt x="1543050" y="685800"/>
                </a:moveTo>
                <a:lnTo>
                  <a:pt x="1552575" y="685800"/>
                </a:lnTo>
                <a:lnTo>
                  <a:pt x="1552575" y="695325"/>
                </a:lnTo>
                <a:lnTo>
                  <a:pt x="1543050" y="695325"/>
                </a:lnTo>
                <a:close/>
                <a:moveTo>
                  <a:pt x="723900" y="695325"/>
                </a:moveTo>
                <a:lnTo>
                  <a:pt x="733425" y="695325"/>
                </a:lnTo>
                <a:lnTo>
                  <a:pt x="733425" y="714375"/>
                </a:lnTo>
                <a:lnTo>
                  <a:pt x="723900" y="714375"/>
                </a:lnTo>
                <a:close/>
                <a:moveTo>
                  <a:pt x="1095375" y="695325"/>
                </a:moveTo>
                <a:lnTo>
                  <a:pt x="1114425" y="695325"/>
                </a:lnTo>
                <a:lnTo>
                  <a:pt x="1114425" y="704850"/>
                </a:lnTo>
                <a:lnTo>
                  <a:pt x="1095375" y="704850"/>
                </a:lnTo>
                <a:close/>
                <a:moveTo>
                  <a:pt x="1247775" y="695325"/>
                </a:moveTo>
                <a:lnTo>
                  <a:pt x="1257300" y="695325"/>
                </a:lnTo>
                <a:lnTo>
                  <a:pt x="1257300" y="704850"/>
                </a:lnTo>
                <a:lnTo>
                  <a:pt x="1247775" y="704850"/>
                </a:lnTo>
                <a:close/>
                <a:moveTo>
                  <a:pt x="1285875" y="695325"/>
                </a:moveTo>
                <a:lnTo>
                  <a:pt x="1295400" y="695325"/>
                </a:lnTo>
                <a:lnTo>
                  <a:pt x="1295400" y="704850"/>
                </a:lnTo>
                <a:lnTo>
                  <a:pt x="1285875" y="704850"/>
                </a:lnTo>
                <a:close/>
                <a:moveTo>
                  <a:pt x="1323975" y="695325"/>
                </a:moveTo>
                <a:lnTo>
                  <a:pt x="1333500" y="695325"/>
                </a:lnTo>
                <a:lnTo>
                  <a:pt x="1333500" y="704850"/>
                </a:lnTo>
                <a:lnTo>
                  <a:pt x="1323975" y="704850"/>
                </a:lnTo>
                <a:close/>
                <a:moveTo>
                  <a:pt x="1657350" y="695325"/>
                </a:moveTo>
                <a:lnTo>
                  <a:pt x="1666875" y="695325"/>
                </a:lnTo>
                <a:lnTo>
                  <a:pt x="1666875" y="704850"/>
                </a:lnTo>
                <a:lnTo>
                  <a:pt x="1657350" y="704850"/>
                </a:lnTo>
                <a:close/>
                <a:moveTo>
                  <a:pt x="866775" y="704850"/>
                </a:moveTo>
                <a:lnTo>
                  <a:pt x="885825" y="704850"/>
                </a:lnTo>
                <a:lnTo>
                  <a:pt x="885825" y="714375"/>
                </a:lnTo>
                <a:lnTo>
                  <a:pt x="866775" y="714375"/>
                </a:lnTo>
                <a:close/>
                <a:moveTo>
                  <a:pt x="647700" y="714375"/>
                </a:moveTo>
                <a:lnTo>
                  <a:pt x="657225" y="714375"/>
                </a:lnTo>
                <a:lnTo>
                  <a:pt x="657225" y="723900"/>
                </a:lnTo>
                <a:lnTo>
                  <a:pt x="647700" y="723900"/>
                </a:lnTo>
                <a:close/>
                <a:moveTo>
                  <a:pt x="1771650" y="714375"/>
                </a:moveTo>
                <a:lnTo>
                  <a:pt x="1781175" y="714375"/>
                </a:lnTo>
                <a:lnTo>
                  <a:pt x="1781175" y="723900"/>
                </a:lnTo>
                <a:lnTo>
                  <a:pt x="1771650" y="723900"/>
                </a:lnTo>
                <a:close/>
                <a:moveTo>
                  <a:pt x="1828800" y="714375"/>
                </a:moveTo>
                <a:lnTo>
                  <a:pt x="1838325" y="714375"/>
                </a:lnTo>
                <a:lnTo>
                  <a:pt x="1838325" y="723900"/>
                </a:lnTo>
                <a:lnTo>
                  <a:pt x="1828800" y="723900"/>
                </a:lnTo>
                <a:close/>
                <a:moveTo>
                  <a:pt x="657225" y="723900"/>
                </a:moveTo>
                <a:lnTo>
                  <a:pt x="704850" y="723900"/>
                </a:lnTo>
                <a:lnTo>
                  <a:pt x="704850" y="733425"/>
                </a:lnTo>
                <a:lnTo>
                  <a:pt x="657225" y="733425"/>
                </a:lnTo>
                <a:close/>
                <a:moveTo>
                  <a:pt x="2419350" y="723900"/>
                </a:moveTo>
                <a:lnTo>
                  <a:pt x="2428875" y="723900"/>
                </a:lnTo>
                <a:lnTo>
                  <a:pt x="2428875" y="762000"/>
                </a:lnTo>
                <a:lnTo>
                  <a:pt x="2419350" y="762000"/>
                </a:lnTo>
                <a:close/>
                <a:moveTo>
                  <a:pt x="885825" y="742950"/>
                </a:moveTo>
                <a:lnTo>
                  <a:pt x="895350" y="742950"/>
                </a:lnTo>
                <a:lnTo>
                  <a:pt x="895350" y="752475"/>
                </a:lnTo>
                <a:lnTo>
                  <a:pt x="885825" y="752475"/>
                </a:lnTo>
                <a:close/>
                <a:moveTo>
                  <a:pt x="1552575" y="742950"/>
                </a:moveTo>
                <a:lnTo>
                  <a:pt x="1562100" y="742950"/>
                </a:lnTo>
                <a:lnTo>
                  <a:pt x="1562100" y="752475"/>
                </a:lnTo>
                <a:lnTo>
                  <a:pt x="1552575" y="752475"/>
                </a:lnTo>
                <a:close/>
                <a:moveTo>
                  <a:pt x="1000125" y="752475"/>
                </a:moveTo>
                <a:lnTo>
                  <a:pt x="1009650" y="752475"/>
                </a:lnTo>
                <a:lnTo>
                  <a:pt x="1009650" y="762000"/>
                </a:lnTo>
                <a:lnTo>
                  <a:pt x="1000125" y="762000"/>
                </a:lnTo>
                <a:close/>
                <a:moveTo>
                  <a:pt x="1590675" y="762000"/>
                </a:moveTo>
                <a:lnTo>
                  <a:pt x="1600200" y="762000"/>
                </a:lnTo>
                <a:lnTo>
                  <a:pt x="1600200" y="771525"/>
                </a:lnTo>
                <a:lnTo>
                  <a:pt x="1590675" y="771525"/>
                </a:lnTo>
                <a:close/>
                <a:moveTo>
                  <a:pt x="1647825" y="762000"/>
                </a:moveTo>
                <a:lnTo>
                  <a:pt x="1657350" y="762000"/>
                </a:lnTo>
                <a:lnTo>
                  <a:pt x="1657350" y="771525"/>
                </a:lnTo>
                <a:lnTo>
                  <a:pt x="1647825" y="771525"/>
                </a:lnTo>
                <a:close/>
                <a:moveTo>
                  <a:pt x="885825" y="771525"/>
                </a:moveTo>
                <a:lnTo>
                  <a:pt x="895350" y="771525"/>
                </a:lnTo>
                <a:lnTo>
                  <a:pt x="895350" y="781050"/>
                </a:lnTo>
                <a:lnTo>
                  <a:pt x="904875" y="781050"/>
                </a:lnTo>
                <a:lnTo>
                  <a:pt x="904875" y="790575"/>
                </a:lnTo>
                <a:lnTo>
                  <a:pt x="885825" y="790575"/>
                </a:lnTo>
                <a:close/>
                <a:moveTo>
                  <a:pt x="1381125" y="771525"/>
                </a:moveTo>
                <a:lnTo>
                  <a:pt x="1400175" y="771525"/>
                </a:lnTo>
                <a:lnTo>
                  <a:pt x="1400175" y="781050"/>
                </a:lnTo>
                <a:lnTo>
                  <a:pt x="1381125" y="781050"/>
                </a:lnTo>
                <a:close/>
                <a:moveTo>
                  <a:pt x="1562100" y="771525"/>
                </a:moveTo>
                <a:lnTo>
                  <a:pt x="1571625" y="771525"/>
                </a:lnTo>
                <a:lnTo>
                  <a:pt x="1571625" y="781050"/>
                </a:lnTo>
                <a:lnTo>
                  <a:pt x="1562100" y="781050"/>
                </a:lnTo>
                <a:close/>
                <a:moveTo>
                  <a:pt x="2209800" y="771525"/>
                </a:moveTo>
                <a:lnTo>
                  <a:pt x="2219325" y="771525"/>
                </a:lnTo>
                <a:lnTo>
                  <a:pt x="2219325" y="847725"/>
                </a:lnTo>
                <a:lnTo>
                  <a:pt x="2209800" y="847725"/>
                </a:lnTo>
                <a:close/>
                <a:moveTo>
                  <a:pt x="1123950" y="781050"/>
                </a:moveTo>
                <a:lnTo>
                  <a:pt x="1143000" y="781050"/>
                </a:lnTo>
                <a:lnTo>
                  <a:pt x="1143000" y="790575"/>
                </a:lnTo>
                <a:lnTo>
                  <a:pt x="1123950" y="790575"/>
                </a:lnTo>
                <a:close/>
                <a:moveTo>
                  <a:pt x="733425" y="800100"/>
                </a:moveTo>
                <a:lnTo>
                  <a:pt x="742950" y="800100"/>
                </a:lnTo>
                <a:lnTo>
                  <a:pt x="742950" y="809625"/>
                </a:lnTo>
                <a:lnTo>
                  <a:pt x="733425" y="809625"/>
                </a:lnTo>
                <a:close/>
                <a:moveTo>
                  <a:pt x="1819275" y="800100"/>
                </a:moveTo>
                <a:lnTo>
                  <a:pt x="1828800" y="800100"/>
                </a:lnTo>
                <a:lnTo>
                  <a:pt x="1828800" y="809625"/>
                </a:lnTo>
                <a:lnTo>
                  <a:pt x="1819275" y="809625"/>
                </a:lnTo>
                <a:close/>
                <a:moveTo>
                  <a:pt x="1171575" y="809625"/>
                </a:moveTo>
                <a:lnTo>
                  <a:pt x="1181100" y="809625"/>
                </a:lnTo>
                <a:lnTo>
                  <a:pt x="1181100" y="819150"/>
                </a:lnTo>
                <a:lnTo>
                  <a:pt x="1171575" y="819150"/>
                </a:lnTo>
                <a:close/>
                <a:moveTo>
                  <a:pt x="1190625" y="809625"/>
                </a:moveTo>
                <a:lnTo>
                  <a:pt x="1200150" y="809625"/>
                </a:lnTo>
                <a:lnTo>
                  <a:pt x="1200150" y="819150"/>
                </a:lnTo>
                <a:lnTo>
                  <a:pt x="1190625" y="819150"/>
                </a:lnTo>
                <a:close/>
                <a:moveTo>
                  <a:pt x="2419350" y="809625"/>
                </a:moveTo>
                <a:lnTo>
                  <a:pt x="2428875" y="809625"/>
                </a:lnTo>
                <a:lnTo>
                  <a:pt x="2428875" y="838200"/>
                </a:lnTo>
                <a:lnTo>
                  <a:pt x="2419350" y="838200"/>
                </a:lnTo>
                <a:close/>
                <a:moveTo>
                  <a:pt x="733425" y="819150"/>
                </a:moveTo>
                <a:lnTo>
                  <a:pt x="742950" y="819150"/>
                </a:lnTo>
                <a:lnTo>
                  <a:pt x="742950" y="828675"/>
                </a:lnTo>
                <a:lnTo>
                  <a:pt x="733425" y="828675"/>
                </a:lnTo>
                <a:close/>
                <a:moveTo>
                  <a:pt x="1295400" y="819150"/>
                </a:moveTo>
                <a:lnTo>
                  <a:pt x="1314450" y="819150"/>
                </a:lnTo>
                <a:lnTo>
                  <a:pt x="1314450" y="838200"/>
                </a:lnTo>
                <a:lnTo>
                  <a:pt x="1295400" y="838200"/>
                </a:lnTo>
                <a:close/>
                <a:moveTo>
                  <a:pt x="1609725" y="819150"/>
                </a:moveTo>
                <a:lnTo>
                  <a:pt x="1628775" y="819150"/>
                </a:lnTo>
                <a:lnTo>
                  <a:pt x="1628775" y="838200"/>
                </a:lnTo>
                <a:lnTo>
                  <a:pt x="1619250" y="838200"/>
                </a:lnTo>
                <a:lnTo>
                  <a:pt x="1619250" y="828675"/>
                </a:lnTo>
                <a:lnTo>
                  <a:pt x="1609725" y="828675"/>
                </a:lnTo>
                <a:close/>
                <a:moveTo>
                  <a:pt x="1819275" y="819150"/>
                </a:moveTo>
                <a:lnTo>
                  <a:pt x="1828800" y="819150"/>
                </a:lnTo>
                <a:lnTo>
                  <a:pt x="1828800" y="828675"/>
                </a:lnTo>
                <a:lnTo>
                  <a:pt x="1819275" y="828675"/>
                </a:lnTo>
                <a:close/>
                <a:moveTo>
                  <a:pt x="1676400" y="838200"/>
                </a:moveTo>
                <a:lnTo>
                  <a:pt x="1685925" y="838200"/>
                </a:lnTo>
                <a:lnTo>
                  <a:pt x="1685925" y="847725"/>
                </a:lnTo>
                <a:lnTo>
                  <a:pt x="1676400" y="847725"/>
                </a:lnTo>
                <a:close/>
                <a:moveTo>
                  <a:pt x="2419350" y="847725"/>
                </a:moveTo>
                <a:lnTo>
                  <a:pt x="2428875" y="847725"/>
                </a:lnTo>
                <a:lnTo>
                  <a:pt x="2428875" y="923925"/>
                </a:lnTo>
                <a:lnTo>
                  <a:pt x="2419350" y="923925"/>
                </a:lnTo>
                <a:close/>
                <a:moveTo>
                  <a:pt x="952500" y="857250"/>
                </a:moveTo>
                <a:lnTo>
                  <a:pt x="962025" y="857250"/>
                </a:lnTo>
                <a:lnTo>
                  <a:pt x="962025" y="866775"/>
                </a:lnTo>
                <a:lnTo>
                  <a:pt x="952500" y="866775"/>
                </a:lnTo>
                <a:close/>
                <a:moveTo>
                  <a:pt x="1000125" y="857250"/>
                </a:moveTo>
                <a:lnTo>
                  <a:pt x="1009650" y="857250"/>
                </a:lnTo>
                <a:lnTo>
                  <a:pt x="1009650" y="866775"/>
                </a:lnTo>
                <a:lnTo>
                  <a:pt x="1000125" y="866775"/>
                </a:lnTo>
                <a:close/>
                <a:moveTo>
                  <a:pt x="1123950" y="857250"/>
                </a:moveTo>
                <a:lnTo>
                  <a:pt x="1143000" y="857250"/>
                </a:lnTo>
                <a:lnTo>
                  <a:pt x="1143000" y="866775"/>
                </a:lnTo>
                <a:lnTo>
                  <a:pt x="1123950" y="866775"/>
                </a:lnTo>
                <a:close/>
                <a:moveTo>
                  <a:pt x="876300" y="866775"/>
                </a:moveTo>
                <a:lnTo>
                  <a:pt x="895350" y="866775"/>
                </a:lnTo>
                <a:lnTo>
                  <a:pt x="895350" y="876300"/>
                </a:lnTo>
                <a:lnTo>
                  <a:pt x="876300" y="876300"/>
                </a:lnTo>
                <a:close/>
                <a:moveTo>
                  <a:pt x="942975" y="866775"/>
                </a:moveTo>
                <a:lnTo>
                  <a:pt x="952500" y="866775"/>
                </a:lnTo>
                <a:lnTo>
                  <a:pt x="952500" y="876300"/>
                </a:lnTo>
                <a:lnTo>
                  <a:pt x="942975" y="876300"/>
                </a:lnTo>
                <a:close/>
                <a:moveTo>
                  <a:pt x="1009650" y="866775"/>
                </a:moveTo>
                <a:lnTo>
                  <a:pt x="1019175" y="866775"/>
                </a:lnTo>
                <a:lnTo>
                  <a:pt x="1019175" y="876300"/>
                </a:lnTo>
                <a:lnTo>
                  <a:pt x="1009650" y="876300"/>
                </a:lnTo>
                <a:close/>
                <a:moveTo>
                  <a:pt x="1438275" y="866775"/>
                </a:moveTo>
                <a:lnTo>
                  <a:pt x="1466850" y="866775"/>
                </a:lnTo>
                <a:lnTo>
                  <a:pt x="1466850" y="876300"/>
                </a:lnTo>
                <a:lnTo>
                  <a:pt x="1438275" y="876300"/>
                </a:lnTo>
                <a:close/>
                <a:moveTo>
                  <a:pt x="1028700" y="876300"/>
                </a:moveTo>
                <a:lnTo>
                  <a:pt x="1057275" y="876300"/>
                </a:lnTo>
                <a:lnTo>
                  <a:pt x="1057275" y="885825"/>
                </a:lnTo>
                <a:lnTo>
                  <a:pt x="1028700" y="885825"/>
                </a:lnTo>
                <a:close/>
                <a:moveTo>
                  <a:pt x="1333500" y="876300"/>
                </a:moveTo>
                <a:lnTo>
                  <a:pt x="1343025" y="876300"/>
                </a:lnTo>
                <a:lnTo>
                  <a:pt x="1343025" y="885825"/>
                </a:lnTo>
                <a:lnTo>
                  <a:pt x="1333500" y="885825"/>
                </a:lnTo>
                <a:close/>
                <a:moveTo>
                  <a:pt x="1362075" y="876300"/>
                </a:moveTo>
                <a:lnTo>
                  <a:pt x="1371600" y="876300"/>
                </a:lnTo>
                <a:lnTo>
                  <a:pt x="1371600" y="885825"/>
                </a:lnTo>
                <a:lnTo>
                  <a:pt x="1362075" y="885825"/>
                </a:lnTo>
                <a:close/>
                <a:moveTo>
                  <a:pt x="1419225" y="876300"/>
                </a:moveTo>
                <a:lnTo>
                  <a:pt x="1438275" y="876300"/>
                </a:lnTo>
                <a:lnTo>
                  <a:pt x="1438275" y="885825"/>
                </a:lnTo>
                <a:lnTo>
                  <a:pt x="1419225" y="885825"/>
                </a:lnTo>
                <a:close/>
                <a:moveTo>
                  <a:pt x="1533525" y="876300"/>
                </a:moveTo>
                <a:lnTo>
                  <a:pt x="1552575" y="876300"/>
                </a:lnTo>
                <a:lnTo>
                  <a:pt x="1552575" y="885825"/>
                </a:lnTo>
                <a:lnTo>
                  <a:pt x="1533525" y="885825"/>
                </a:lnTo>
                <a:close/>
                <a:moveTo>
                  <a:pt x="571500" y="895350"/>
                </a:moveTo>
                <a:lnTo>
                  <a:pt x="581025" y="895350"/>
                </a:lnTo>
                <a:lnTo>
                  <a:pt x="581025" y="904875"/>
                </a:lnTo>
                <a:lnTo>
                  <a:pt x="571500" y="904875"/>
                </a:lnTo>
                <a:close/>
                <a:moveTo>
                  <a:pt x="1857375" y="895350"/>
                </a:moveTo>
                <a:lnTo>
                  <a:pt x="1866900" y="895350"/>
                </a:lnTo>
                <a:lnTo>
                  <a:pt x="1866900" y="904875"/>
                </a:lnTo>
                <a:lnTo>
                  <a:pt x="1857375" y="904875"/>
                </a:lnTo>
                <a:close/>
                <a:moveTo>
                  <a:pt x="485775" y="923925"/>
                </a:moveTo>
                <a:lnTo>
                  <a:pt x="495300" y="923925"/>
                </a:lnTo>
                <a:lnTo>
                  <a:pt x="495300" y="933450"/>
                </a:lnTo>
                <a:lnTo>
                  <a:pt x="485775" y="933450"/>
                </a:lnTo>
                <a:close/>
                <a:moveTo>
                  <a:pt x="1943100" y="923925"/>
                </a:moveTo>
                <a:lnTo>
                  <a:pt x="1952625" y="923925"/>
                </a:lnTo>
                <a:lnTo>
                  <a:pt x="1952625" y="933450"/>
                </a:lnTo>
                <a:lnTo>
                  <a:pt x="1943100" y="933450"/>
                </a:lnTo>
                <a:close/>
                <a:moveTo>
                  <a:pt x="466725" y="933450"/>
                </a:moveTo>
                <a:lnTo>
                  <a:pt x="476250" y="933450"/>
                </a:lnTo>
                <a:lnTo>
                  <a:pt x="476250" y="942975"/>
                </a:lnTo>
                <a:lnTo>
                  <a:pt x="466725" y="942975"/>
                </a:lnTo>
                <a:close/>
                <a:moveTo>
                  <a:pt x="457200" y="942975"/>
                </a:moveTo>
                <a:lnTo>
                  <a:pt x="466725" y="942975"/>
                </a:lnTo>
                <a:lnTo>
                  <a:pt x="466725" y="952500"/>
                </a:lnTo>
                <a:lnTo>
                  <a:pt x="457200" y="952500"/>
                </a:lnTo>
                <a:close/>
                <a:moveTo>
                  <a:pt x="1981200" y="952500"/>
                </a:moveTo>
                <a:lnTo>
                  <a:pt x="1990725" y="952500"/>
                </a:lnTo>
                <a:lnTo>
                  <a:pt x="1990725" y="990600"/>
                </a:lnTo>
                <a:lnTo>
                  <a:pt x="1981200" y="990600"/>
                </a:lnTo>
                <a:close/>
                <a:moveTo>
                  <a:pt x="2209800" y="971550"/>
                </a:moveTo>
                <a:lnTo>
                  <a:pt x="2219325" y="971550"/>
                </a:lnTo>
                <a:lnTo>
                  <a:pt x="2219325" y="1057275"/>
                </a:lnTo>
                <a:lnTo>
                  <a:pt x="2209800" y="1057275"/>
                </a:lnTo>
                <a:close/>
                <a:moveTo>
                  <a:pt x="2419350" y="971550"/>
                </a:moveTo>
                <a:lnTo>
                  <a:pt x="2428875" y="971550"/>
                </a:lnTo>
                <a:lnTo>
                  <a:pt x="2428875" y="1209675"/>
                </a:lnTo>
                <a:lnTo>
                  <a:pt x="2419350" y="1209675"/>
                </a:lnTo>
                <a:close/>
                <a:moveTo>
                  <a:pt x="438150" y="1028700"/>
                </a:moveTo>
                <a:lnTo>
                  <a:pt x="447675" y="1028700"/>
                </a:lnTo>
                <a:lnTo>
                  <a:pt x="447675" y="1038225"/>
                </a:lnTo>
                <a:lnTo>
                  <a:pt x="438150" y="1038225"/>
                </a:lnTo>
                <a:close/>
                <a:moveTo>
                  <a:pt x="219075" y="1057275"/>
                </a:moveTo>
                <a:lnTo>
                  <a:pt x="228600" y="1057275"/>
                </a:lnTo>
                <a:lnTo>
                  <a:pt x="228600" y="1143000"/>
                </a:lnTo>
                <a:lnTo>
                  <a:pt x="219075" y="1143000"/>
                </a:lnTo>
                <a:close/>
                <a:moveTo>
                  <a:pt x="371475" y="1133475"/>
                </a:moveTo>
                <a:lnTo>
                  <a:pt x="381000" y="1133475"/>
                </a:lnTo>
                <a:lnTo>
                  <a:pt x="381000" y="1143000"/>
                </a:lnTo>
                <a:lnTo>
                  <a:pt x="371475" y="1143000"/>
                </a:lnTo>
                <a:close/>
                <a:moveTo>
                  <a:pt x="2066925" y="1152525"/>
                </a:moveTo>
                <a:lnTo>
                  <a:pt x="2076450" y="1152525"/>
                </a:lnTo>
                <a:lnTo>
                  <a:pt x="2076450" y="1162050"/>
                </a:lnTo>
                <a:lnTo>
                  <a:pt x="2066925" y="1162050"/>
                </a:lnTo>
                <a:close/>
                <a:moveTo>
                  <a:pt x="2209800" y="1162050"/>
                </a:moveTo>
                <a:lnTo>
                  <a:pt x="2219325" y="1162050"/>
                </a:lnTo>
                <a:lnTo>
                  <a:pt x="2219325" y="1181100"/>
                </a:lnTo>
                <a:lnTo>
                  <a:pt x="2209800" y="1181100"/>
                </a:lnTo>
                <a:close/>
                <a:moveTo>
                  <a:pt x="0" y="1219200"/>
                </a:moveTo>
                <a:lnTo>
                  <a:pt x="9525" y="1219200"/>
                </a:lnTo>
                <a:lnTo>
                  <a:pt x="9525" y="1228725"/>
                </a:lnTo>
                <a:lnTo>
                  <a:pt x="0" y="1228725"/>
                </a:lnTo>
                <a:close/>
                <a:moveTo>
                  <a:pt x="361950" y="1257300"/>
                </a:moveTo>
                <a:lnTo>
                  <a:pt x="371475" y="1257300"/>
                </a:lnTo>
                <a:lnTo>
                  <a:pt x="371475" y="1266825"/>
                </a:lnTo>
                <a:lnTo>
                  <a:pt x="361950" y="1266825"/>
                </a:lnTo>
                <a:close/>
                <a:moveTo>
                  <a:pt x="2419350" y="1266825"/>
                </a:moveTo>
                <a:lnTo>
                  <a:pt x="2428875" y="1266825"/>
                </a:lnTo>
                <a:lnTo>
                  <a:pt x="2428875" y="1371600"/>
                </a:lnTo>
                <a:lnTo>
                  <a:pt x="2419350" y="1371600"/>
                </a:lnTo>
                <a:close/>
                <a:moveTo>
                  <a:pt x="2209800" y="1295400"/>
                </a:moveTo>
                <a:lnTo>
                  <a:pt x="2219325" y="1295400"/>
                </a:lnTo>
                <a:lnTo>
                  <a:pt x="2219325" y="1495425"/>
                </a:lnTo>
                <a:lnTo>
                  <a:pt x="2209800" y="1495425"/>
                </a:lnTo>
                <a:close/>
                <a:moveTo>
                  <a:pt x="419100" y="1304925"/>
                </a:moveTo>
                <a:lnTo>
                  <a:pt x="428625" y="1304925"/>
                </a:lnTo>
                <a:lnTo>
                  <a:pt x="428625" y="1314450"/>
                </a:lnTo>
                <a:lnTo>
                  <a:pt x="419100" y="1314450"/>
                </a:lnTo>
                <a:close/>
                <a:moveTo>
                  <a:pt x="1971675" y="1352550"/>
                </a:moveTo>
                <a:lnTo>
                  <a:pt x="1981200" y="1352550"/>
                </a:lnTo>
                <a:lnTo>
                  <a:pt x="1981200" y="1800225"/>
                </a:lnTo>
                <a:lnTo>
                  <a:pt x="1971675" y="1800225"/>
                </a:lnTo>
                <a:close/>
                <a:moveTo>
                  <a:pt x="457200" y="1362075"/>
                </a:moveTo>
                <a:lnTo>
                  <a:pt x="466725" y="1362075"/>
                </a:lnTo>
                <a:lnTo>
                  <a:pt x="466725" y="1704975"/>
                </a:lnTo>
                <a:lnTo>
                  <a:pt x="457200" y="1704975"/>
                </a:lnTo>
                <a:lnTo>
                  <a:pt x="457200" y="1714500"/>
                </a:lnTo>
                <a:lnTo>
                  <a:pt x="447675" y="1714500"/>
                </a:lnTo>
                <a:lnTo>
                  <a:pt x="447675" y="1704975"/>
                </a:lnTo>
                <a:lnTo>
                  <a:pt x="438150" y="1704975"/>
                </a:lnTo>
                <a:lnTo>
                  <a:pt x="438150" y="1695450"/>
                </a:lnTo>
                <a:lnTo>
                  <a:pt x="457200" y="1695450"/>
                </a:lnTo>
                <a:close/>
                <a:moveTo>
                  <a:pt x="2419350" y="1419225"/>
                </a:moveTo>
                <a:lnTo>
                  <a:pt x="2428875" y="1419225"/>
                </a:lnTo>
                <a:lnTo>
                  <a:pt x="2428875" y="2038350"/>
                </a:lnTo>
                <a:lnTo>
                  <a:pt x="2419350" y="2038350"/>
                </a:lnTo>
                <a:close/>
                <a:moveTo>
                  <a:pt x="1352550" y="1485900"/>
                </a:moveTo>
                <a:lnTo>
                  <a:pt x="1371600" y="1485900"/>
                </a:lnTo>
                <a:lnTo>
                  <a:pt x="1371600" y="1581150"/>
                </a:lnTo>
                <a:lnTo>
                  <a:pt x="1352550" y="1581150"/>
                </a:lnTo>
                <a:lnTo>
                  <a:pt x="1352550" y="1571625"/>
                </a:lnTo>
                <a:lnTo>
                  <a:pt x="1304925" y="1571625"/>
                </a:lnTo>
                <a:lnTo>
                  <a:pt x="1304925" y="1562100"/>
                </a:lnTo>
                <a:lnTo>
                  <a:pt x="1295400" y="1562100"/>
                </a:lnTo>
                <a:lnTo>
                  <a:pt x="1295400" y="1504950"/>
                </a:lnTo>
                <a:lnTo>
                  <a:pt x="1323975" y="1504950"/>
                </a:lnTo>
                <a:lnTo>
                  <a:pt x="1323975" y="1495425"/>
                </a:lnTo>
                <a:lnTo>
                  <a:pt x="1352550" y="1495425"/>
                </a:lnTo>
                <a:close/>
                <a:moveTo>
                  <a:pt x="2209800" y="1543050"/>
                </a:moveTo>
                <a:lnTo>
                  <a:pt x="2219325" y="1543050"/>
                </a:lnTo>
                <a:lnTo>
                  <a:pt x="2219325" y="1819275"/>
                </a:lnTo>
                <a:lnTo>
                  <a:pt x="2209800" y="1819275"/>
                </a:lnTo>
                <a:close/>
                <a:moveTo>
                  <a:pt x="1600200" y="1581150"/>
                </a:moveTo>
                <a:lnTo>
                  <a:pt x="1609725" y="1581150"/>
                </a:lnTo>
                <a:lnTo>
                  <a:pt x="1609725" y="1590675"/>
                </a:lnTo>
                <a:lnTo>
                  <a:pt x="1600200" y="1590675"/>
                </a:lnTo>
                <a:close/>
                <a:moveTo>
                  <a:pt x="1524000" y="1609725"/>
                </a:moveTo>
                <a:lnTo>
                  <a:pt x="1543050" y="1609725"/>
                </a:lnTo>
                <a:lnTo>
                  <a:pt x="1543050" y="1619250"/>
                </a:lnTo>
                <a:lnTo>
                  <a:pt x="1524000" y="1619250"/>
                </a:lnTo>
                <a:close/>
                <a:moveTo>
                  <a:pt x="1571625" y="1609725"/>
                </a:moveTo>
                <a:lnTo>
                  <a:pt x="1581150" y="1609725"/>
                </a:lnTo>
                <a:lnTo>
                  <a:pt x="1581150" y="1619250"/>
                </a:lnTo>
                <a:lnTo>
                  <a:pt x="1571625" y="1619250"/>
                </a:lnTo>
                <a:close/>
                <a:moveTo>
                  <a:pt x="1609725" y="1609725"/>
                </a:moveTo>
                <a:lnTo>
                  <a:pt x="1628775" y="1609725"/>
                </a:lnTo>
                <a:lnTo>
                  <a:pt x="1628775" y="1619250"/>
                </a:lnTo>
                <a:lnTo>
                  <a:pt x="1609725" y="1619250"/>
                </a:lnTo>
                <a:close/>
                <a:moveTo>
                  <a:pt x="1495425" y="1628775"/>
                </a:moveTo>
                <a:lnTo>
                  <a:pt x="1504950" y="1628775"/>
                </a:lnTo>
                <a:lnTo>
                  <a:pt x="1504950" y="1638300"/>
                </a:lnTo>
                <a:lnTo>
                  <a:pt x="1495425" y="1638300"/>
                </a:lnTo>
                <a:close/>
                <a:moveTo>
                  <a:pt x="390525" y="1647825"/>
                </a:moveTo>
                <a:lnTo>
                  <a:pt x="400050" y="1647825"/>
                </a:lnTo>
                <a:lnTo>
                  <a:pt x="400050" y="1657350"/>
                </a:lnTo>
                <a:lnTo>
                  <a:pt x="390525" y="1657350"/>
                </a:lnTo>
                <a:close/>
                <a:moveTo>
                  <a:pt x="1704975" y="1666875"/>
                </a:moveTo>
                <a:lnTo>
                  <a:pt x="1724025" y="1666875"/>
                </a:lnTo>
                <a:lnTo>
                  <a:pt x="1724025" y="1685925"/>
                </a:lnTo>
                <a:lnTo>
                  <a:pt x="1714500" y="1685925"/>
                </a:lnTo>
                <a:lnTo>
                  <a:pt x="1714500" y="1676400"/>
                </a:lnTo>
                <a:lnTo>
                  <a:pt x="1704975" y="1676400"/>
                </a:lnTo>
                <a:close/>
                <a:moveTo>
                  <a:pt x="1495425" y="1676400"/>
                </a:moveTo>
                <a:lnTo>
                  <a:pt x="1504950" y="1676400"/>
                </a:lnTo>
                <a:lnTo>
                  <a:pt x="1504950" y="1685925"/>
                </a:lnTo>
                <a:lnTo>
                  <a:pt x="1495425" y="1685925"/>
                </a:lnTo>
                <a:close/>
                <a:moveTo>
                  <a:pt x="1590675" y="1676400"/>
                </a:moveTo>
                <a:lnTo>
                  <a:pt x="1609725" y="1676400"/>
                </a:lnTo>
                <a:lnTo>
                  <a:pt x="1609725" y="1685925"/>
                </a:lnTo>
                <a:lnTo>
                  <a:pt x="1590675" y="1685925"/>
                </a:lnTo>
                <a:close/>
                <a:moveTo>
                  <a:pt x="1704975" y="1685925"/>
                </a:moveTo>
                <a:lnTo>
                  <a:pt x="1714500" y="1685925"/>
                </a:lnTo>
                <a:lnTo>
                  <a:pt x="1714500" y="1695450"/>
                </a:lnTo>
                <a:lnTo>
                  <a:pt x="1704975" y="1695450"/>
                </a:lnTo>
                <a:close/>
                <a:moveTo>
                  <a:pt x="1628775" y="1695450"/>
                </a:moveTo>
                <a:lnTo>
                  <a:pt x="1704975" y="1695450"/>
                </a:lnTo>
                <a:lnTo>
                  <a:pt x="1704975" y="1704975"/>
                </a:lnTo>
                <a:lnTo>
                  <a:pt x="1628775" y="1704975"/>
                </a:lnTo>
                <a:close/>
                <a:moveTo>
                  <a:pt x="314325" y="1714500"/>
                </a:moveTo>
                <a:lnTo>
                  <a:pt x="323850" y="1714500"/>
                </a:lnTo>
                <a:lnTo>
                  <a:pt x="323850" y="1724025"/>
                </a:lnTo>
                <a:lnTo>
                  <a:pt x="314325" y="1724025"/>
                </a:lnTo>
                <a:close/>
                <a:moveTo>
                  <a:pt x="1295400" y="1714500"/>
                </a:moveTo>
                <a:lnTo>
                  <a:pt x="1371600" y="1714500"/>
                </a:lnTo>
                <a:lnTo>
                  <a:pt x="1371600" y="1743075"/>
                </a:lnTo>
                <a:lnTo>
                  <a:pt x="1352550" y="1743075"/>
                </a:lnTo>
                <a:lnTo>
                  <a:pt x="1352550" y="1752600"/>
                </a:lnTo>
                <a:lnTo>
                  <a:pt x="1343025" y="1752600"/>
                </a:lnTo>
                <a:lnTo>
                  <a:pt x="1343025" y="1800225"/>
                </a:lnTo>
                <a:lnTo>
                  <a:pt x="1352550" y="1800225"/>
                </a:lnTo>
                <a:lnTo>
                  <a:pt x="1352550" y="1809750"/>
                </a:lnTo>
                <a:lnTo>
                  <a:pt x="1371600" y="1809750"/>
                </a:lnTo>
                <a:lnTo>
                  <a:pt x="1371600" y="1819275"/>
                </a:lnTo>
                <a:lnTo>
                  <a:pt x="1362075" y="1819275"/>
                </a:lnTo>
                <a:lnTo>
                  <a:pt x="1362075" y="1828800"/>
                </a:lnTo>
                <a:lnTo>
                  <a:pt x="1352550" y="1828800"/>
                </a:lnTo>
                <a:lnTo>
                  <a:pt x="1352550" y="1819275"/>
                </a:lnTo>
                <a:lnTo>
                  <a:pt x="1323975" y="1819275"/>
                </a:lnTo>
                <a:lnTo>
                  <a:pt x="1323975" y="1800225"/>
                </a:lnTo>
                <a:lnTo>
                  <a:pt x="1314450" y="1800225"/>
                </a:lnTo>
                <a:lnTo>
                  <a:pt x="1314450" y="1771650"/>
                </a:lnTo>
                <a:lnTo>
                  <a:pt x="1304925" y="1771650"/>
                </a:lnTo>
                <a:lnTo>
                  <a:pt x="1304925" y="1762125"/>
                </a:lnTo>
                <a:lnTo>
                  <a:pt x="1295400" y="1762125"/>
                </a:lnTo>
                <a:close/>
                <a:moveTo>
                  <a:pt x="323850" y="1752600"/>
                </a:moveTo>
                <a:lnTo>
                  <a:pt x="333375" y="1752600"/>
                </a:lnTo>
                <a:lnTo>
                  <a:pt x="333375" y="1762125"/>
                </a:lnTo>
                <a:lnTo>
                  <a:pt x="323850" y="1762125"/>
                </a:lnTo>
                <a:close/>
                <a:moveTo>
                  <a:pt x="333375" y="1771650"/>
                </a:moveTo>
                <a:lnTo>
                  <a:pt x="342900" y="1771650"/>
                </a:lnTo>
                <a:lnTo>
                  <a:pt x="342900" y="1781175"/>
                </a:lnTo>
                <a:lnTo>
                  <a:pt x="333375" y="1781175"/>
                </a:lnTo>
                <a:close/>
                <a:moveTo>
                  <a:pt x="352425" y="1800225"/>
                </a:moveTo>
                <a:lnTo>
                  <a:pt x="361950" y="1800225"/>
                </a:lnTo>
                <a:lnTo>
                  <a:pt x="361950" y="1809750"/>
                </a:lnTo>
                <a:lnTo>
                  <a:pt x="352425" y="1809750"/>
                </a:lnTo>
                <a:close/>
                <a:moveTo>
                  <a:pt x="361950" y="1809750"/>
                </a:moveTo>
                <a:lnTo>
                  <a:pt x="371475" y="1809750"/>
                </a:lnTo>
                <a:lnTo>
                  <a:pt x="371475" y="1819275"/>
                </a:lnTo>
                <a:lnTo>
                  <a:pt x="361950" y="1819275"/>
                </a:lnTo>
                <a:close/>
                <a:moveTo>
                  <a:pt x="2009775" y="1809750"/>
                </a:moveTo>
                <a:lnTo>
                  <a:pt x="2019300" y="1809750"/>
                </a:lnTo>
                <a:lnTo>
                  <a:pt x="2019300" y="1819275"/>
                </a:lnTo>
                <a:lnTo>
                  <a:pt x="2009775" y="1819275"/>
                </a:lnTo>
                <a:close/>
                <a:moveTo>
                  <a:pt x="371475" y="1819275"/>
                </a:moveTo>
                <a:lnTo>
                  <a:pt x="381000" y="1819275"/>
                </a:lnTo>
                <a:lnTo>
                  <a:pt x="381000" y="1828800"/>
                </a:lnTo>
                <a:lnTo>
                  <a:pt x="371475" y="1828800"/>
                </a:lnTo>
                <a:close/>
                <a:moveTo>
                  <a:pt x="219075" y="1838325"/>
                </a:moveTo>
                <a:lnTo>
                  <a:pt x="228600" y="1838325"/>
                </a:lnTo>
                <a:lnTo>
                  <a:pt x="228600" y="1847850"/>
                </a:lnTo>
                <a:lnTo>
                  <a:pt x="219075" y="1847850"/>
                </a:lnTo>
                <a:close/>
                <a:moveTo>
                  <a:pt x="400050" y="1838325"/>
                </a:moveTo>
                <a:lnTo>
                  <a:pt x="409575" y="1838325"/>
                </a:lnTo>
                <a:lnTo>
                  <a:pt x="409575" y="1857375"/>
                </a:lnTo>
                <a:lnTo>
                  <a:pt x="400050" y="1857375"/>
                </a:lnTo>
                <a:close/>
                <a:moveTo>
                  <a:pt x="2057400" y="1847850"/>
                </a:moveTo>
                <a:lnTo>
                  <a:pt x="2066925" y="1847850"/>
                </a:lnTo>
                <a:lnTo>
                  <a:pt x="2066925" y="1857375"/>
                </a:lnTo>
                <a:lnTo>
                  <a:pt x="2057400" y="1857375"/>
                </a:lnTo>
                <a:close/>
                <a:moveTo>
                  <a:pt x="352425" y="1857375"/>
                </a:moveTo>
                <a:lnTo>
                  <a:pt x="361950" y="1857375"/>
                </a:lnTo>
                <a:lnTo>
                  <a:pt x="361950" y="1866900"/>
                </a:lnTo>
                <a:lnTo>
                  <a:pt x="352425" y="1866900"/>
                </a:lnTo>
                <a:close/>
                <a:moveTo>
                  <a:pt x="1304925" y="1857375"/>
                </a:moveTo>
                <a:lnTo>
                  <a:pt x="1314450" y="1857375"/>
                </a:lnTo>
                <a:lnTo>
                  <a:pt x="1314450" y="1885950"/>
                </a:lnTo>
                <a:lnTo>
                  <a:pt x="1304925" y="1885950"/>
                </a:lnTo>
                <a:lnTo>
                  <a:pt x="1304925" y="1876425"/>
                </a:lnTo>
                <a:lnTo>
                  <a:pt x="1295400" y="1876425"/>
                </a:lnTo>
                <a:lnTo>
                  <a:pt x="1295400" y="1866900"/>
                </a:lnTo>
                <a:lnTo>
                  <a:pt x="1304925" y="1866900"/>
                </a:lnTo>
                <a:close/>
                <a:moveTo>
                  <a:pt x="342900" y="1866900"/>
                </a:moveTo>
                <a:lnTo>
                  <a:pt x="352425" y="1866900"/>
                </a:lnTo>
                <a:lnTo>
                  <a:pt x="352425" y="1876425"/>
                </a:lnTo>
                <a:lnTo>
                  <a:pt x="342900" y="1876425"/>
                </a:lnTo>
                <a:close/>
                <a:moveTo>
                  <a:pt x="228600" y="1876425"/>
                </a:moveTo>
                <a:lnTo>
                  <a:pt x="238125" y="1876425"/>
                </a:lnTo>
                <a:lnTo>
                  <a:pt x="238125" y="1885950"/>
                </a:lnTo>
                <a:lnTo>
                  <a:pt x="228600" y="1885950"/>
                </a:lnTo>
                <a:close/>
                <a:moveTo>
                  <a:pt x="2200275" y="1876425"/>
                </a:moveTo>
                <a:lnTo>
                  <a:pt x="2209800" y="1876425"/>
                </a:lnTo>
                <a:lnTo>
                  <a:pt x="2209800" y="1885950"/>
                </a:lnTo>
                <a:lnTo>
                  <a:pt x="2200275" y="1885950"/>
                </a:lnTo>
                <a:close/>
                <a:moveTo>
                  <a:pt x="1304925" y="1895475"/>
                </a:moveTo>
                <a:lnTo>
                  <a:pt x="1371600" y="1895475"/>
                </a:lnTo>
                <a:lnTo>
                  <a:pt x="1371600" y="1981200"/>
                </a:lnTo>
                <a:lnTo>
                  <a:pt x="1343025" y="1981200"/>
                </a:lnTo>
                <a:lnTo>
                  <a:pt x="1343025" y="1971675"/>
                </a:lnTo>
                <a:lnTo>
                  <a:pt x="1323975" y="1971675"/>
                </a:lnTo>
                <a:lnTo>
                  <a:pt x="1323975" y="1962150"/>
                </a:lnTo>
                <a:lnTo>
                  <a:pt x="1314450" y="1962150"/>
                </a:lnTo>
                <a:lnTo>
                  <a:pt x="1314450" y="1933575"/>
                </a:lnTo>
                <a:lnTo>
                  <a:pt x="1304925" y="1933575"/>
                </a:lnTo>
                <a:close/>
                <a:moveTo>
                  <a:pt x="2076450" y="1914525"/>
                </a:moveTo>
                <a:lnTo>
                  <a:pt x="2085975" y="1914525"/>
                </a:lnTo>
                <a:lnTo>
                  <a:pt x="2085975" y="1933575"/>
                </a:lnTo>
                <a:lnTo>
                  <a:pt x="2076450" y="1933575"/>
                </a:lnTo>
                <a:close/>
                <a:moveTo>
                  <a:pt x="238125" y="1924050"/>
                </a:moveTo>
                <a:lnTo>
                  <a:pt x="247650" y="1924050"/>
                </a:lnTo>
                <a:lnTo>
                  <a:pt x="247650" y="1933575"/>
                </a:lnTo>
                <a:lnTo>
                  <a:pt x="238125" y="1933575"/>
                </a:lnTo>
                <a:close/>
                <a:moveTo>
                  <a:pt x="2085975" y="1933575"/>
                </a:moveTo>
                <a:lnTo>
                  <a:pt x="2095500" y="1933575"/>
                </a:lnTo>
                <a:lnTo>
                  <a:pt x="2095500" y="1943100"/>
                </a:lnTo>
                <a:lnTo>
                  <a:pt x="2085975" y="1943100"/>
                </a:lnTo>
                <a:close/>
                <a:moveTo>
                  <a:pt x="2124075" y="1943100"/>
                </a:moveTo>
                <a:lnTo>
                  <a:pt x="2133600" y="1943100"/>
                </a:lnTo>
                <a:lnTo>
                  <a:pt x="2133600" y="1952625"/>
                </a:lnTo>
                <a:lnTo>
                  <a:pt x="2124075" y="1952625"/>
                </a:lnTo>
                <a:close/>
                <a:moveTo>
                  <a:pt x="2181225" y="1943100"/>
                </a:moveTo>
                <a:lnTo>
                  <a:pt x="2190750" y="1943100"/>
                </a:lnTo>
                <a:lnTo>
                  <a:pt x="2190750" y="1952625"/>
                </a:lnTo>
                <a:lnTo>
                  <a:pt x="2181225" y="1952625"/>
                </a:lnTo>
                <a:close/>
                <a:moveTo>
                  <a:pt x="1038225" y="1952625"/>
                </a:moveTo>
                <a:lnTo>
                  <a:pt x="1066800" y="1952625"/>
                </a:lnTo>
                <a:lnTo>
                  <a:pt x="1066800" y="1962150"/>
                </a:lnTo>
                <a:lnTo>
                  <a:pt x="1076325" y="1962150"/>
                </a:lnTo>
                <a:lnTo>
                  <a:pt x="1076325" y="1952625"/>
                </a:lnTo>
                <a:lnTo>
                  <a:pt x="1143000" y="1952625"/>
                </a:lnTo>
                <a:lnTo>
                  <a:pt x="1143000" y="1962150"/>
                </a:lnTo>
                <a:lnTo>
                  <a:pt x="1162050" y="1962150"/>
                </a:lnTo>
                <a:lnTo>
                  <a:pt x="1162050" y="1971675"/>
                </a:lnTo>
                <a:lnTo>
                  <a:pt x="1228725" y="1971675"/>
                </a:lnTo>
                <a:lnTo>
                  <a:pt x="1228725" y="1981200"/>
                </a:lnTo>
                <a:lnTo>
                  <a:pt x="1247775" y="1981200"/>
                </a:lnTo>
                <a:lnTo>
                  <a:pt x="1247775" y="1990725"/>
                </a:lnTo>
                <a:lnTo>
                  <a:pt x="1276350" y="1990725"/>
                </a:lnTo>
                <a:lnTo>
                  <a:pt x="1276350" y="2009775"/>
                </a:lnTo>
                <a:lnTo>
                  <a:pt x="1247775" y="2009775"/>
                </a:lnTo>
                <a:lnTo>
                  <a:pt x="1247775" y="2019300"/>
                </a:lnTo>
                <a:lnTo>
                  <a:pt x="1219200" y="2019300"/>
                </a:lnTo>
                <a:lnTo>
                  <a:pt x="1219200" y="2009775"/>
                </a:lnTo>
                <a:lnTo>
                  <a:pt x="1152525" y="2009775"/>
                </a:lnTo>
                <a:lnTo>
                  <a:pt x="1152525" y="2000250"/>
                </a:lnTo>
                <a:lnTo>
                  <a:pt x="1133475" y="2000250"/>
                </a:lnTo>
                <a:lnTo>
                  <a:pt x="1133475" y="1990725"/>
                </a:lnTo>
                <a:lnTo>
                  <a:pt x="1028700" y="1990725"/>
                </a:lnTo>
                <a:lnTo>
                  <a:pt x="1028700" y="1981200"/>
                </a:lnTo>
                <a:lnTo>
                  <a:pt x="1038225" y="1981200"/>
                </a:lnTo>
                <a:lnTo>
                  <a:pt x="1038225" y="1971675"/>
                </a:lnTo>
                <a:lnTo>
                  <a:pt x="1028700" y="1971675"/>
                </a:lnTo>
                <a:lnTo>
                  <a:pt x="1028700" y="1962150"/>
                </a:lnTo>
                <a:lnTo>
                  <a:pt x="1038225" y="1962150"/>
                </a:lnTo>
                <a:close/>
                <a:moveTo>
                  <a:pt x="2133600" y="1952625"/>
                </a:moveTo>
                <a:lnTo>
                  <a:pt x="2143125" y="1952625"/>
                </a:lnTo>
                <a:lnTo>
                  <a:pt x="2143125" y="1962150"/>
                </a:lnTo>
                <a:lnTo>
                  <a:pt x="2133600" y="1962150"/>
                </a:lnTo>
                <a:close/>
                <a:moveTo>
                  <a:pt x="342900" y="1971675"/>
                </a:moveTo>
                <a:lnTo>
                  <a:pt x="352425" y="1971675"/>
                </a:lnTo>
                <a:lnTo>
                  <a:pt x="352425" y="1981200"/>
                </a:lnTo>
                <a:lnTo>
                  <a:pt x="342900" y="1981200"/>
                </a:lnTo>
                <a:close/>
                <a:moveTo>
                  <a:pt x="952500" y="1971675"/>
                </a:moveTo>
                <a:lnTo>
                  <a:pt x="981075" y="1971675"/>
                </a:lnTo>
                <a:lnTo>
                  <a:pt x="981075" y="1981200"/>
                </a:lnTo>
                <a:lnTo>
                  <a:pt x="1000125" y="1981200"/>
                </a:lnTo>
                <a:lnTo>
                  <a:pt x="1000125" y="1990725"/>
                </a:lnTo>
                <a:lnTo>
                  <a:pt x="1009650" y="1990725"/>
                </a:lnTo>
                <a:lnTo>
                  <a:pt x="1009650" y="2009775"/>
                </a:lnTo>
                <a:lnTo>
                  <a:pt x="962025" y="2009775"/>
                </a:lnTo>
                <a:lnTo>
                  <a:pt x="962025" y="2000250"/>
                </a:lnTo>
                <a:lnTo>
                  <a:pt x="942975" y="2000250"/>
                </a:lnTo>
                <a:lnTo>
                  <a:pt x="942975" y="2009775"/>
                </a:lnTo>
                <a:lnTo>
                  <a:pt x="933450" y="2009775"/>
                </a:lnTo>
                <a:lnTo>
                  <a:pt x="933450" y="2000250"/>
                </a:lnTo>
                <a:lnTo>
                  <a:pt x="914400" y="2000250"/>
                </a:lnTo>
                <a:lnTo>
                  <a:pt x="914400" y="1990725"/>
                </a:lnTo>
                <a:lnTo>
                  <a:pt x="933450" y="1990725"/>
                </a:lnTo>
                <a:lnTo>
                  <a:pt x="933450" y="1981200"/>
                </a:lnTo>
                <a:lnTo>
                  <a:pt x="952500" y="1981200"/>
                </a:lnTo>
                <a:close/>
                <a:moveTo>
                  <a:pt x="2152650" y="1981200"/>
                </a:moveTo>
                <a:lnTo>
                  <a:pt x="2171700" y="1981200"/>
                </a:lnTo>
                <a:lnTo>
                  <a:pt x="2171700" y="1990725"/>
                </a:lnTo>
                <a:lnTo>
                  <a:pt x="2152650" y="1990725"/>
                </a:lnTo>
                <a:close/>
                <a:moveTo>
                  <a:pt x="266700" y="1990725"/>
                </a:moveTo>
                <a:lnTo>
                  <a:pt x="276225" y="1990725"/>
                </a:lnTo>
                <a:lnTo>
                  <a:pt x="276225" y="2000250"/>
                </a:lnTo>
                <a:lnTo>
                  <a:pt x="266700" y="2000250"/>
                </a:lnTo>
                <a:close/>
                <a:moveTo>
                  <a:pt x="276225" y="2009775"/>
                </a:moveTo>
                <a:lnTo>
                  <a:pt x="285750" y="2009775"/>
                </a:lnTo>
                <a:lnTo>
                  <a:pt x="285750" y="2019300"/>
                </a:lnTo>
                <a:lnTo>
                  <a:pt x="276225" y="2019300"/>
                </a:lnTo>
                <a:close/>
                <a:moveTo>
                  <a:pt x="352425" y="2009775"/>
                </a:moveTo>
                <a:lnTo>
                  <a:pt x="361950" y="2009775"/>
                </a:lnTo>
                <a:lnTo>
                  <a:pt x="361950" y="2019300"/>
                </a:lnTo>
                <a:lnTo>
                  <a:pt x="352425" y="2019300"/>
                </a:lnTo>
                <a:close/>
                <a:moveTo>
                  <a:pt x="314325" y="2066925"/>
                </a:moveTo>
                <a:lnTo>
                  <a:pt x="323850" y="2066925"/>
                </a:lnTo>
                <a:lnTo>
                  <a:pt x="323850" y="2076450"/>
                </a:lnTo>
                <a:lnTo>
                  <a:pt x="314325" y="2076450"/>
                </a:lnTo>
                <a:close/>
                <a:moveTo>
                  <a:pt x="9525" y="2076450"/>
                </a:moveTo>
                <a:lnTo>
                  <a:pt x="19050" y="2076450"/>
                </a:lnTo>
                <a:lnTo>
                  <a:pt x="19050" y="2085975"/>
                </a:lnTo>
                <a:lnTo>
                  <a:pt x="9525" y="2085975"/>
                </a:lnTo>
                <a:close/>
                <a:moveTo>
                  <a:pt x="323850" y="2076450"/>
                </a:moveTo>
                <a:lnTo>
                  <a:pt x="333375" y="2076450"/>
                </a:lnTo>
                <a:lnTo>
                  <a:pt x="333375" y="2085975"/>
                </a:lnTo>
                <a:lnTo>
                  <a:pt x="323850" y="2085975"/>
                </a:lnTo>
                <a:close/>
                <a:moveTo>
                  <a:pt x="333375" y="2085975"/>
                </a:moveTo>
                <a:lnTo>
                  <a:pt x="342900" y="2085975"/>
                </a:lnTo>
                <a:lnTo>
                  <a:pt x="342900" y="2095500"/>
                </a:lnTo>
                <a:lnTo>
                  <a:pt x="333375" y="2095500"/>
                </a:lnTo>
                <a:close/>
                <a:moveTo>
                  <a:pt x="2000250" y="2105025"/>
                </a:moveTo>
                <a:lnTo>
                  <a:pt x="2057400" y="2105025"/>
                </a:lnTo>
                <a:lnTo>
                  <a:pt x="2057400" y="2114550"/>
                </a:lnTo>
                <a:lnTo>
                  <a:pt x="2000250" y="2114550"/>
                </a:lnTo>
                <a:close/>
                <a:moveTo>
                  <a:pt x="19050" y="2114550"/>
                </a:moveTo>
                <a:lnTo>
                  <a:pt x="28575" y="2114550"/>
                </a:lnTo>
                <a:lnTo>
                  <a:pt x="28575" y="2124075"/>
                </a:lnTo>
                <a:lnTo>
                  <a:pt x="19050" y="2124075"/>
                </a:lnTo>
                <a:close/>
                <a:moveTo>
                  <a:pt x="590550" y="2114550"/>
                </a:moveTo>
                <a:lnTo>
                  <a:pt x="1352550" y="2114550"/>
                </a:lnTo>
                <a:lnTo>
                  <a:pt x="1352550" y="2124075"/>
                </a:lnTo>
                <a:lnTo>
                  <a:pt x="1285875" y="2124075"/>
                </a:lnTo>
                <a:lnTo>
                  <a:pt x="1285875" y="2133600"/>
                </a:lnTo>
                <a:lnTo>
                  <a:pt x="1314450" y="2133600"/>
                </a:lnTo>
                <a:lnTo>
                  <a:pt x="1314450" y="2143125"/>
                </a:lnTo>
                <a:lnTo>
                  <a:pt x="1362075" y="2143125"/>
                </a:lnTo>
                <a:lnTo>
                  <a:pt x="1362075" y="2133600"/>
                </a:lnTo>
                <a:lnTo>
                  <a:pt x="1381125" y="2133600"/>
                </a:lnTo>
                <a:lnTo>
                  <a:pt x="1381125" y="2143125"/>
                </a:lnTo>
                <a:lnTo>
                  <a:pt x="1419225" y="2143125"/>
                </a:lnTo>
                <a:lnTo>
                  <a:pt x="1419225" y="2152650"/>
                </a:lnTo>
                <a:lnTo>
                  <a:pt x="1438275" y="2152650"/>
                </a:lnTo>
                <a:lnTo>
                  <a:pt x="1438275" y="2143125"/>
                </a:lnTo>
                <a:lnTo>
                  <a:pt x="1457325" y="2143125"/>
                </a:lnTo>
                <a:lnTo>
                  <a:pt x="1457325" y="2133600"/>
                </a:lnTo>
                <a:lnTo>
                  <a:pt x="1466850" y="2133600"/>
                </a:lnTo>
                <a:lnTo>
                  <a:pt x="1466850" y="2143125"/>
                </a:lnTo>
                <a:lnTo>
                  <a:pt x="1485900" y="2143125"/>
                </a:lnTo>
                <a:lnTo>
                  <a:pt x="1485900" y="2152650"/>
                </a:lnTo>
                <a:lnTo>
                  <a:pt x="1495425" y="2152650"/>
                </a:lnTo>
                <a:lnTo>
                  <a:pt x="1495425" y="2143125"/>
                </a:lnTo>
                <a:lnTo>
                  <a:pt x="1504950" y="2143125"/>
                </a:lnTo>
                <a:lnTo>
                  <a:pt x="1504950" y="2133600"/>
                </a:lnTo>
                <a:lnTo>
                  <a:pt x="1514475" y="2133600"/>
                </a:lnTo>
                <a:lnTo>
                  <a:pt x="1514475" y="2114550"/>
                </a:lnTo>
                <a:lnTo>
                  <a:pt x="1666875" y="2114550"/>
                </a:lnTo>
                <a:lnTo>
                  <a:pt x="1666875" y="2133600"/>
                </a:lnTo>
                <a:lnTo>
                  <a:pt x="1685925" y="2133600"/>
                </a:lnTo>
                <a:lnTo>
                  <a:pt x="1685925" y="2124075"/>
                </a:lnTo>
                <a:lnTo>
                  <a:pt x="1695450" y="2124075"/>
                </a:lnTo>
                <a:lnTo>
                  <a:pt x="1695450" y="2133600"/>
                </a:lnTo>
                <a:lnTo>
                  <a:pt x="1724025" y="2133600"/>
                </a:lnTo>
                <a:lnTo>
                  <a:pt x="1724025" y="2124075"/>
                </a:lnTo>
                <a:lnTo>
                  <a:pt x="1733550" y="2124075"/>
                </a:lnTo>
                <a:lnTo>
                  <a:pt x="1733550" y="2114550"/>
                </a:lnTo>
                <a:lnTo>
                  <a:pt x="1762125" y="2114550"/>
                </a:lnTo>
                <a:lnTo>
                  <a:pt x="1762125" y="2124075"/>
                </a:lnTo>
                <a:lnTo>
                  <a:pt x="1743075" y="2124075"/>
                </a:lnTo>
                <a:lnTo>
                  <a:pt x="1743075" y="2133600"/>
                </a:lnTo>
                <a:lnTo>
                  <a:pt x="1771650" y="2133600"/>
                </a:lnTo>
                <a:lnTo>
                  <a:pt x="1771650" y="2143125"/>
                </a:lnTo>
                <a:lnTo>
                  <a:pt x="1800225" y="2143125"/>
                </a:lnTo>
                <a:lnTo>
                  <a:pt x="1800225" y="2133600"/>
                </a:lnTo>
                <a:lnTo>
                  <a:pt x="1809750" y="2133600"/>
                </a:lnTo>
                <a:lnTo>
                  <a:pt x="1809750" y="2114550"/>
                </a:lnTo>
                <a:lnTo>
                  <a:pt x="1962150" y="2114550"/>
                </a:lnTo>
                <a:lnTo>
                  <a:pt x="1962150" y="2124075"/>
                </a:lnTo>
                <a:lnTo>
                  <a:pt x="1943100" y="2124075"/>
                </a:lnTo>
                <a:lnTo>
                  <a:pt x="1943100" y="2133600"/>
                </a:lnTo>
                <a:lnTo>
                  <a:pt x="1933575" y="2133600"/>
                </a:lnTo>
                <a:lnTo>
                  <a:pt x="1933575" y="2143125"/>
                </a:lnTo>
                <a:lnTo>
                  <a:pt x="1943100" y="2143125"/>
                </a:lnTo>
                <a:lnTo>
                  <a:pt x="1943100" y="2152650"/>
                </a:lnTo>
                <a:lnTo>
                  <a:pt x="1952625" y="2152650"/>
                </a:lnTo>
                <a:lnTo>
                  <a:pt x="1952625" y="2162175"/>
                </a:lnTo>
                <a:lnTo>
                  <a:pt x="1971675" y="2162175"/>
                </a:lnTo>
                <a:lnTo>
                  <a:pt x="1971675" y="2181225"/>
                </a:lnTo>
                <a:lnTo>
                  <a:pt x="1943100" y="2181225"/>
                </a:lnTo>
                <a:lnTo>
                  <a:pt x="1943100" y="2190750"/>
                </a:lnTo>
                <a:lnTo>
                  <a:pt x="1905000" y="2190750"/>
                </a:lnTo>
                <a:lnTo>
                  <a:pt x="1905000" y="2200275"/>
                </a:lnTo>
                <a:lnTo>
                  <a:pt x="1866900" y="2200275"/>
                </a:lnTo>
                <a:lnTo>
                  <a:pt x="1866900" y="2209800"/>
                </a:lnTo>
                <a:lnTo>
                  <a:pt x="1838325" y="2209800"/>
                </a:lnTo>
                <a:lnTo>
                  <a:pt x="1838325" y="2219325"/>
                </a:lnTo>
                <a:lnTo>
                  <a:pt x="1771650" y="2219325"/>
                </a:lnTo>
                <a:lnTo>
                  <a:pt x="1771650" y="2228850"/>
                </a:lnTo>
                <a:lnTo>
                  <a:pt x="742950" y="2228850"/>
                </a:lnTo>
                <a:lnTo>
                  <a:pt x="742950" y="2219325"/>
                </a:lnTo>
                <a:lnTo>
                  <a:pt x="638175" y="2219325"/>
                </a:lnTo>
                <a:lnTo>
                  <a:pt x="638175" y="2228850"/>
                </a:lnTo>
                <a:lnTo>
                  <a:pt x="600075" y="2228850"/>
                </a:lnTo>
                <a:lnTo>
                  <a:pt x="600075" y="2219325"/>
                </a:lnTo>
                <a:lnTo>
                  <a:pt x="571500" y="2219325"/>
                </a:lnTo>
                <a:lnTo>
                  <a:pt x="571500" y="2200275"/>
                </a:lnTo>
                <a:lnTo>
                  <a:pt x="581025" y="2200275"/>
                </a:lnTo>
                <a:lnTo>
                  <a:pt x="581025" y="2209800"/>
                </a:lnTo>
                <a:lnTo>
                  <a:pt x="600075" y="2209800"/>
                </a:lnTo>
                <a:lnTo>
                  <a:pt x="600075" y="2219325"/>
                </a:lnTo>
                <a:lnTo>
                  <a:pt x="619125" y="2219325"/>
                </a:lnTo>
                <a:lnTo>
                  <a:pt x="619125" y="2209800"/>
                </a:lnTo>
                <a:lnTo>
                  <a:pt x="647700" y="2209800"/>
                </a:lnTo>
                <a:lnTo>
                  <a:pt x="647700" y="2200275"/>
                </a:lnTo>
                <a:lnTo>
                  <a:pt x="666750" y="2200275"/>
                </a:lnTo>
                <a:lnTo>
                  <a:pt x="666750" y="2181225"/>
                </a:lnTo>
                <a:lnTo>
                  <a:pt x="657225" y="2181225"/>
                </a:lnTo>
                <a:lnTo>
                  <a:pt x="657225" y="2171700"/>
                </a:lnTo>
                <a:lnTo>
                  <a:pt x="676275" y="2171700"/>
                </a:lnTo>
                <a:lnTo>
                  <a:pt x="676275" y="2162175"/>
                </a:lnTo>
                <a:lnTo>
                  <a:pt x="695325" y="2162175"/>
                </a:lnTo>
                <a:lnTo>
                  <a:pt x="695325" y="2171700"/>
                </a:lnTo>
                <a:lnTo>
                  <a:pt x="704850" y="2171700"/>
                </a:lnTo>
                <a:lnTo>
                  <a:pt x="704850" y="2162175"/>
                </a:lnTo>
                <a:lnTo>
                  <a:pt x="723900" y="2162175"/>
                </a:lnTo>
                <a:lnTo>
                  <a:pt x="723900" y="2152650"/>
                </a:lnTo>
                <a:lnTo>
                  <a:pt x="742950" y="2152650"/>
                </a:lnTo>
                <a:lnTo>
                  <a:pt x="742950" y="2143125"/>
                </a:lnTo>
                <a:lnTo>
                  <a:pt x="828675" y="2143125"/>
                </a:lnTo>
                <a:lnTo>
                  <a:pt x="828675" y="2133600"/>
                </a:lnTo>
                <a:lnTo>
                  <a:pt x="857250" y="2133600"/>
                </a:lnTo>
                <a:lnTo>
                  <a:pt x="857250" y="2124075"/>
                </a:lnTo>
                <a:lnTo>
                  <a:pt x="695325" y="2124075"/>
                </a:lnTo>
                <a:lnTo>
                  <a:pt x="695325" y="2133600"/>
                </a:lnTo>
                <a:lnTo>
                  <a:pt x="676275" y="2133600"/>
                </a:lnTo>
                <a:lnTo>
                  <a:pt x="676275" y="2143125"/>
                </a:lnTo>
                <a:lnTo>
                  <a:pt x="666750" y="2143125"/>
                </a:lnTo>
                <a:lnTo>
                  <a:pt x="666750" y="2133600"/>
                </a:lnTo>
                <a:lnTo>
                  <a:pt x="638175" y="2133600"/>
                </a:lnTo>
                <a:lnTo>
                  <a:pt x="638175" y="2143125"/>
                </a:lnTo>
                <a:lnTo>
                  <a:pt x="619125" y="2143125"/>
                </a:lnTo>
                <a:lnTo>
                  <a:pt x="619125" y="2152650"/>
                </a:lnTo>
                <a:lnTo>
                  <a:pt x="590550" y="2152650"/>
                </a:lnTo>
                <a:lnTo>
                  <a:pt x="590550" y="2162175"/>
                </a:lnTo>
                <a:lnTo>
                  <a:pt x="581025" y="2162175"/>
                </a:lnTo>
                <a:lnTo>
                  <a:pt x="581025" y="2171700"/>
                </a:lnTo>
                <a:lnTo>
                  <a:pt x="552450" y="2171700"/>
                </a:lnTo>
                <a:lnTo>
                  <a:pt x="552450" y="2181225"/>
                </a:lnTo>
                <a:lnTo>
                  <a:pt x="533400" y="2181225"/>
                </a:lnTo>
                <a:lnTo>
                  <a:pt x="533400" y="2200275"/>
                </a:lnTo>
                <a:lnTo>
                  <a:pt x="542925" y="2200275"/>
                </a:lnTo>
                <a:lnTo>
                  <a:pt x="542925" y="2209800"/>
                </a:lnTo>
                <a:lnTo>
                  <a:pt x="523875" y="2209800"/>
                </a:lnTo>
                <a:lnTo>
                  <a:pt x="523875" y="2200275"/>
                </a:lnTo>
                <a:lnTo>
                  <a:pt x="504825" y="2200275"/>
                </a:lnTo>
                <a:lnTo>
                  <a:pt x="504825" y="2190750"/>
                </a:lnTo>
                <a:lnTo>
                  <a:pt x="495300" y="2190750"/>
                </a:lnTo>
                <a:lnTo>
                  <a:pt x="495300" y="2181225"/>
                </a:lnTo>
                <a:lnTo>
                  <a:pt x="485775" y="2181225"/>
                </a:lnTo>
                <a:lnTo>
                  <a:pt x="485775" y="2171700"/>
                </a:lnTo>
                <a:lnTo>
                  <a:pt x="466725" y="2171700"/>
                </a:lnTo>
                <a:lnTo>
                  <a:pt x="466725" y="2162175"/>
                </a:lnTo>
                <a:lnTo>
                  <a:pt x="447675" y="2162175"/>
                </a:lnTo>
                <a:lnTo>
                  <a:pt x="447675" y="2152650"/>
                </a:lnTo>
                <a:lnTo>
                  <a:pt x="428625" y="2152650"/>
                </a:lnTo>
                <a:lnTo>
                  <a:pt x="428625" y="2143125"/>
                </a:lnTo>
                <a:lnTo>
                  <a:pt x="419100" y="2143125"/>
                </a:lnTo>
                <a:lnTo>
                  <a:pt x="419100" y="2124075"/>
                </a:lnTo>
                <a:lnTo>
                  <a:pt x="590550" y="2124075"/>
                </a:lnTo>
                <a:close/>
                <a:moveTo>
                  <a:pt x="1362075" y="2114550"/>
                </a:moveTo>
                <a:lnTo>
                  <a:pt x="1371600" y="2114550"/>
                </a:lnTo>
                <a:lnTo>
                  <a:pt x="1371600" y="2124075"/>
                </a:lnTo>
                <a:lnTo>
                  <a:pt x="1362075" y="2124075"/>
                </a:lnTo>
                <a:close/>
                <a:moveTo>
                  <a:pt x="2057400" y="2114550"/>
                </a:moveTo>
                <a:lnTo>
                  <a:pt x="2066925" y="2114550"/>
                </a:lnTo>
                <a:lnTo>
                  <a:pt x="2066925" y="2124075"/>
                </a:lnTo>
                <a:lnTo>
                  <a:pt x="2057400" y="2124075"/>
                </a:lnTo>
                <a:close/>
                <a:moveTo>
                  <a:pt x="1009650" y="2133600"/>
                </a:moveTo>
                <a:lnTo>
                  <a:pt x="1038225" y="2133600"/>
                </a:lnTo>
                <a:lnTo>
                  <a:pt x="1038225" y="2124075"/>
                </a:lnTo>
                <a:lnTo>
                  <a:pt x="1009650" y="2124075"/>
                </a:lnTo>
                <a:close/>
                <a:moveTo>
                  <a:pt x="1095375" y="2133600"/>
                </a:moveTo>
                <a:lnTo>
                  <a:pt x="1133475" y="2133600"/>
                </a:lnTo>
                <a:lnTo>
                  <a:pt x="1133475" y="2124075"/>
                </a:lnTo>
                <a:lnTo>
                  <a:pt x="1057275" y="2124075"/>
                </a:lnTo>
                <a:lnTo>
                  <a:pt x="1057275" y="2143125"/>
                </a:lnTo>
                <a:lnTo>
                  <a:pt x="1095375" y="2143125"/>
                </a:lnTo>
                <a:close/>
                <a:moveTo>
                  <a:pt x="2038350" y="2133600"/>
                </a:moveTo>
                <a:lnTo>
                  <a:pt x="2047875" y="2133600"/>
                </a:lnTo>
                <a:lnTo>
                  <a:pt x="2047875" y="2143125"/>
                </a:lnTo>
                <a:lnTo>
                  <a:pt x="2038350" y="2143125"/>
                </a:lnTo>
                <a:close/>
                <a:moveTo>
                  <a:pt x="952500" y="2143125"/>
                </a:moveTo>
                <a:lnTo>
                  <a:pt x="962025" y="2143125"/>
                </a:lnTo>
                <a:lnTo>
                  <a:pt x="962025" y="2133600"/>
                </a:lnTo>
                <a:lnTo>
                  <a:pt x="933450" y="2133600"/>
                </a:lnTo>
                <a:lnTo>
                  <a:pt x="933450" y="2152650"/>
                </a:lnTo>
                <a:lnTo>
                  <a:pt x="952500" y="2152650"/>
                </a:lnTo>
                <a:close/>
                <a:moveTo>
                  <a:pt x="1162050" y="2143125"/>
                </a:moveTo>
                <a:lnTo>
                  <a:pt x="1181100" y="2143125"/>
                </a:lnTo>
                <a:lnTo>
                  <a:pt x="1181100" y="2171700"/>
                </a:lnTo>
                <a:lnTo>
                  <a:pt x="1190625" y="2171700"/>
                </a:lnTo>
                <a:lnTo>
                  <a:pt x="1190625" y="2143125"/>
                </a:lnTo>
                <a:lnTo>
                  <a:pt x="1209675" y="2143125"/>
                </a:lnTo>
                <a:lnTo>
                  <a:pt x="1209675" y="2152650"/>
                </a:lnTo>
                <a:lnTo>
                  <a:pt x="1219200" y="2152650"/>
                </a:lnTo>
                <a:lnTo>
                  <a:pt x="1219200" y="2171700"/>
                </a:lnTo>
                <a:lnTo>
                  <a:pt x="1238250" y="2171700"/>
                </a:lnTo>
                <a:lnTo>
                  <a:pt x="1238250" y="2181225"/>
                </a:lnTo>
                <a:lnTo>
                  <a:pt x="1181100" y="2181225"/>
                </a:lnTo>
                <a:lnTo>
                  <a:pt x="1181100" y="2190750"/>
                </a:lnTo>
                <a:lnTo>
                  <a:pt x="1171575" y="2190750"/>
                </a:lnTo>
                <a:lnTo>
                  <a:pt x="1171575" y="2200275"/>
                </a:lnTo>
                <a:lnTo>
                  <a:pt x="1181100" y="2200275"/>
                </a:lnTo>
                <a:lnTo>
                  <a:pt x="1181100" y="2190750"/>
                </a:lnTo>
                <a:lnTo>
                  <a:pt x="1200150" y="2190750"/>
                </a:lnTo>
                <a:lnTo>
                  <a:pt x="1200150" y="2200275"/>
                </a:lnTo>
                <a:lnTo>
                  <a:pt x="1219200" y="2200275"/>
                </a:lnTo>
                <a:lnTo>
                  <a:pt x="1219200" y="2190750"/>
                </a:lnTo>
                <a:lnTo>
                  <a:pt x="1238250" y="2190750"/>
                </a:lnTo>
                <a:lnTo>
                  <a:pt x="1238250" y="2200275"/>
                </a:lnTo>
                <a:lnTo>
                  <a:pt x="1247775" y="2200275"/>
                </a:lnTo>
                <a:lnTo>
                  <a:pt x="1247775" y="2209800"/>
                </a:lnTo>
                <a:lnTo>
                  <a:pt x="1266825" y="2209800"/>
                </a:lnTo>
                <a:lnTo>
                  <a:pt x="1266825" y="2200275"/>
                </a:lnTo>
                <a:lnTo>
                  <a:pt x="1276350" y="2200275"/>
                </a:lnTo>
                <a:lnTo>
                  <a:pt x="1276350" y="2209800"/>
                </a:lnTo>
                <a:lnTo>
                  <a:pt x="1295400" y="2209800"/>
                </a:lnTo>
                <a:lnTo>
                  <a:pt x="1295400" y="2200275"/>
                </a:lnTo>
                <a:lnTo>
                  <a:pt x="1285875" y="2200275"/>
                </a:lnTo>
                <a:lnTo>
                  <a:pt x="1285875" y="2181225"/>
                </a:lnTo>
                <a:lnTo>
                  <a:pt x="1295400" y="2181225"/>
                </a:lnTo>
                <a:lnTo>
                  <a:pt x="1295400" y="2162175"/>
                </a:lnTo>
                <a:lnTo>
                  <a:pt x="1276350" y="2162175"/>
                </a:lnTo>
                <a:lnTo>
                  <a:pt x="1276350" y="2133600"/>
                </a:lnTo>
                <a:lnTo>
                  <a:pt x="1257300" y="2133600"/>
                </a:lnTo>
                <a:lnTo>
                  <a:pt x="1257300" y="2124075"/>
                </a:lnTo>
                <a:lnTo>
                  <a:pt x="1181100" y="2124075"/>
                </a:lnTo>
                <a:lnTo>
                  <a:pt x="1181100" y="2133600"/>
                </a:lnTo>
                <a:lnTo>
                  <a:pt x="1143000" y="2133600"/>
                </a:lnTo>
                <a:lnTo>
                  <a:pt x="1143000" y="2143125"/>
                </a:lnTo>
                <a:lnTo>
                  <a:pt x="1133475" y="2143125"/>
                </a:lnTo>
                <a:lnTo>
                  <a:pt x="1133475" y="2152650"/>
                </a:lnTo>
                <a:lnTo>
                  <a:pt x="1162050" y="2152650"/>
                </a:lnTo>
                <a:close/>
                <a:moveTo>
                  <a:pt x="2028825" y="2143125"/>
                </a:moveTo>
                <a:lnTo>
                  <a:pt x="2038350" y="2143125"/>
                </a:lnTo>
                <a:lnTo>
                  <a:pt x="2038350" y="2152650"/>
                </a:lnTo>
                <a:lnTo>
                  <a:pt x="2028825" y="2152650"/>
                </a:lnTo>
                <a:close/>
                <a:moveTo>
                  <a:pt x="971550" y="2152650"/>
                </a:moveTo>
                <a:lnTo>
                  <a:pt x="1009650" y="2152650"/>
                </a:lnTo>
                <a:lnTo>
                  <a:pt x="1009650" y="2143125"/>
                </a:lnTo>
                <a:lnTo>
                  <a:pt x="1000125" y="2143125"/>
                </a:lnTo>
                <a:lnTo>
                  <a:pt x="1000125" y="2133600"/>
                </a:lnTo>
                <a:lnTo>
                  <a:pt x="981075" y="2133600"/>
                </a:lnTo>
                <a:lnTo>
                  <a:pt x="981075" y="2143125"/>
                </a:lnTo>
                <a:lnTo>
                  <a:pt x="971550" y="2143125"/>
                </a:lnTo>
                <a:close/>
                <a:moveTo>
                  <a:pt x="2009775" y="2152650"/>
                </a:moveTo>
                <a:lnTo>
                  <a:pt x="2019300" y="2152650"/>
                </a:lnTo>
                <a:lnTo>
                  <a:pt x="2019300" y="2162175"/>
                </a:lnTo>
                <a:lnTo>
                  <a:pt x="2009775" y="2162175"/>
                </a:lnTo>
                <a:close/>
                <a:moveTo>
                  <a:pt x="1543050" y="2162175"/>
                </a:moveTo>
                <a:lnTo>
                  <a:pt x="1552575" y="2162175"/>
                </a:lnTo>
                <a:lnTo>
                  <a:pt x="1552575" y="2143125"/>
                </a:lnTo>
                <a:lnTo>
                  <a:pt x="1543050" y="2143125"/>
                </a:lnTo>
                <a:close/>
                <a:moveTo>
                  <a:pt x="1990725" y="2162175"/>
                </a:moveTo>
                <a:lnTo>
                  <a:pt x="2000250" y="2162175"/>
                </a:lnTo>
                <a:lnTo>
                  <a:pt x="2000250" y="2171700"/>
                </a:lnTo>
                <a:lnTo>
                  <a:pt x="1990725" y="2171700"/>
                </a:lnTo>
                <a:close/>
                <a:moveTo>
                  <a:pt x="1504950" y="2171700"/>
                </a:moveTo>
                <a:lnTo>
                  <a:pt x="1514475" y="2171700"/>
                </a:lnTo>
                <a:lnTo>
                  <a:pt x="1514475" y="2162175"/>
                </a:lnTo>
                <a:lnTo>
                  <a:pt x="1504950" y="2162175"/>
                </a:lnTo>
                <a:close/>
                <a:moveTo>
                  <a:pt x="1524000" y="2181225"/>
                </a:moveTo>
                <a:lnTo>
                  <a:pt x="1533525" y="2181225"/>
                </a:lnTo>
                <a:lnTo>
                  <a:pt x="1533525" y="2190750"/>
                </a:lnTo>
                <a:lnTo>
                  <a:pt x="1514475" y="2190750"/>
                </a:lnTo>
                <a:lnTo>
                  <a:pt x="1514475" y="2200275"/>
                </a:lnTo>
                <a:lnTo>
                  <a:pt x="1504950" y="2200275"/>
                </a:lnTo>
                <a:lnTo>
                  <a:pt x="1504950" y="2190750"/>
                </a:lnTo>
                <a:lnTo>
                  <a:pt x="1485900" y="2190750"/>
                </a:lnTo>
                <a:lnTo>
                  <a:pt x="1485900" y="2209800"/>
                </a:lnTo>
                <a:lnTo>
                  <a:pt x="1524000" y="2209800"/>
                </a:lnTo>
                <a:lnTo>
                  <a:pt x="1524000" y="2200275"/>
                </a:lnTo>
                <a:lnTo>
                  <a:pt x="1533525" y="2200275"/>
                </a:lnTo>
                <a:lnTo>
                  <a:pt x="1533525" y="2219325"/>
                </a:lnTo>
                <a:lnTo>
                  <a:pt x="1543050" y="2219325"/>
                </a:lnTo>
                <a:lnTo>
                  <a:pt x="1543050" y="2171700"/>
                </a:lnTo>
                <a:lnTo>
                  <a:pt x="1533525" y="2171700"/>
                </a:lnTo>
                <a:lnTo>
                  <a:pt x="1533525" y="2162175"/>
                </a:lnTo>
                <a:lnTo>
                  <a:pt x="1524000" y="2162175"/>
                </a:lnTo>
                <a:close/>
                <a:moveTo>
                  <a:pt x="942975" y="2190750"/>
                </a:moveTo>
                <a:lnTo>
                  <a:pt x="962025" y="2190750"/>
                </a:lnTo>
                <a:lnTo>
                  <a:pt x="962025" y="2171700"/>
                </a:lnTo>
                <a:lnTo>
                  <a:pt x="952500" y="2171700"/>
                </a:lnTo>
                <a:lnTo>
                  <a:pt x="952500" y="2181225"/>
                </a:lnTo>
                <a:lnTo>
                  <a:pt x="942975" y="2181225"/>
                </a:lnTo>
                <a:close/>
                <a:moveTo>
                  <a:pt x="1600200" y="2200275"/>
                </a:moveTo>
                <a:lnTo>
                  <a:pt x="1609725" y="2200275"/>
                </a:lnTo>
                <a:lnTo>
                  <a:pt x="1609725" y="2209800"/>
                </a:lnTo>
                <a:lnTo>
                  <a:pt x="1657350" y="2209800"/>
                </a:lnTo>
                <a:lnTo>
                  <a:pt x="1657350" y="2190750"/>
                </a:lnTo>
                <a:lnTo>
                  <a:pt x="1609725" y="2190750"/>
                </a:lnTo>
                <a:lnTo>
                  <a:pt x="1609725" y="2181225"/>
                </a:lnTo>
                <a:lnTo>
                  <a:pt x="1581150" y="2181225"/>
                </a:lnTo>
                <a:lnTo>
                  <a:pt x="1581150" y="2171700"/>
                </a:lnTo>
                <a:lnTo>
                  <a:pt x="1571625" y="2171700"/>
                </a:lnTo>
                <a:lnTo>
                  <a:pt x="1571625" y="2181225"/>
                </a:lnTo>
                <a:lnTo>
                  <a:pt x="1562100" y="2181225"/>
                </a:lnTo>
                <a:lnTo>
                  <a:pt x="1562100" y="2200275"/>
                </a:lnTo>
                <a:lnTo>
                  <a:pt x="1552575" y="2200275"/>
                </a:lnTo>
                <a:lnTo>
                  <a:pt x="1552575" y="2209800"/>
                </a:lnTo>
                <a:lnTo>
                  <a:pt x="1600200" y="2209800"/>
                </a:lnTo>
                <a:close/>
                <a:moveTo>
                  <a:pt x="1314450" y="2209800"/>
                </a:moveTo>
                <a:lnTo>
                  <a:pt x="1333500" y="2209800"/>
                </a:lnTo>
                <a:lnTo>
                  <a:pt x="1333500" y="2219325"/>
                </a:lnTo>
                <a:lnTo>
                  <a:pt x="1343025" y="2219325"/>
                </a:lnTo>
                <a:lnTo>
                  <a:pt x="1343025" y="2190750"/>
                </a:lnTo>
                <a:lnTo>
                  <a:pt x="1304925" y="2190750"/>
                </a:lnTo>
                <a:lnTo>
                  <a:pt x="1304925" y="2209800"/>
                </a:lnTo>
                <a:lnTo>
                  <a:pt x="1295400" y="2209800"/>
                </a:lnTo>
                <a:lnTo>
                  <a:pt x="1295400" y="2219325"/>
                </a:lnTo>
                <a:lnTo>
                  <a:pt x="1314450" y="2219325"/>
                </a:lnTo>
                <a:close/>
                <a:moveTo>
                  <a:pt x="1409700" y="2209800"/>
                </a:moveTo>
                <a:lnTo>
                  <a:pt x="1419225" y="2209800"/>
                </a:lnTo>
                <a:lnTo>
                  <a:pt x="1419225" y="2200275"/>
                </a:lnTo>
                <a:lnTo>
                  <a:pt x="1409700" y="2200275"/>
                </a:lnTo>
                <a:close/>
                <a:moveTo>
                  <a:pt x="85725" y="2228850"/>
                </a:moveTo>
                <a:lnTo>
                  <a:pt x="95250" y="2228850"/>
                </a:lnTo>
                <a:lnTo>
                  <a:pt x="95250" y="2238375"/>
                </a:lnTo>
                <a:lnTo>
                  <a:pt x="85725" y="2238375"/>
                </a:lnTo>
                <a:close/>
                <a:moveTo>
                  <a:pt x="2343150" y="2228850"/>
                </a:moveTo>
                <a:lnTo>
                  <a:pt x="2352675" y="2228850"/>
                </a:lnTo>
                <a:lnTo>
                  <a:pt x="2352675" y="2238375"/>
                </a:lnTo>
                <a:lnTo>
                  <a:pt x="2343150" y="2238375"/>
                </a:lnTo>
                <a:close/>
                <a:moveTo>
                  <a:pt x="2333625" y="2238375"/>
                </a:moveTo>
                <a:lnTo>
                  <a:pt x="2343150" y="2238375"/>
                </a:lnTo>
                <a:lnTo>
                  <a:pt x="2343150" y="2247900"/>
                </a:lnTo>
                <a:lnTo>
                  <a:pt x="2333625" y="2247900"/>
                </a:lnTo>
                <a:close/>
                <a:moveTo>
                  <a:pt x="2324100" y="2247900"/>
                </a:moveTo>
                <a:lnTo>
                  <a:pt x="2333625" y="2247900"/>
                </a:lnTo>
                <a:lnTo>
                  <a:pt x="2333625" y="2257425"/>
                </a:lnTo>
                <a:lnTo>
                  <a:pt x="2324100" y="2257425"/>
                </a:lnTo>
                <a:close/>
                <a:moveTo>
                  <a:pt x="123825" y="2266950"/>
                </a:moveTo>
                <a:lnTo>
                  <a:pt x="133350" y="2266950"/>
                </a:lnTo>
                <a:lnTo>
                  <a:pt x="133350" y="2276475"/>
                </a:lnTo>
                <a:lnTo>
                  <a:pt x="123825" y="2276475"/>
                </a:lnTo>
                <a:close/>
                <a:moveTo>
                  <a:pt x="171450" y="2295525"/>
                </a:moveTo>
                <a:lnTo>
                  <a:pt x="180975" y="2295525"/>
                </a:lnTo>
                <a:lnTo>
                  <a:pt x="180975" y="2305050"/>
                </a:lnTo>
                <a:lnTo>
                  <a:pt x="171450" y="2305050"/>
                </a:lnTo>
                <a:close/>
                <a:moveTo>
                  <a:pt x="219075" y="2314575"/>
                </a:moveTo>
                <a:lnTo>
                  <a:pt x="228600" y="2314575"/>
                </a:lnTo>
                <a:lnTo>
                  <a:pt x="228600" y="2324100"/>
                </a:lnTo>
                <a:lnTo>
                  <a:pt x="219075" y="2324100"/>
                </a:lnTo>
                <a:close/>
                <a:moveTo>
                  <a:pt x="2209800" y="2314575"/>
                </a:moveTo>
                <a:lnTo>
                  <a:pt x="2219325" y="2314575"/>
                </a:lnTo>
                <a:lnTo>
                  <a:pt x="2219325" y="2324100"/>
                </a:lnTo>
                <a:lnTo>
                  <a:pt x="2209800" y="2324100"/>
                </a:lnTo>
                <a:close/>
                <a:moveTo>
                  <a:pt x="266700" y="2324100"/>
                </a:moveTo>
                <a:lnTo>
                  <a:pt x="276225" y="2324100"/>
                </a:lnTo>
                <a:lnTo>
                  <a:pt x="276225" y="2333625"/>
                </a:lnTo>
                <a:lnTo>
                  <a:pt x="266700" y="2333625"/>
                </a:lnTo>
                <a:close/>
                <a:moveTo>
                  <a:pt x="2171700" y="2324100"/>
                </a:moveTo>
                <a:lnTo>
                  <a:pt x="2181225" y="2324100"/>
                </a:lnTo>
                <a:lnTo>
                  <a:pt x="2181225" y="2333625"/>
                </a:lnTo>
                <a:lnTo>
                  <a:pt x="2171700" y="2333625"/>
                </a:lnTo>
                <a:close/>
              </a:path>
            </a:pathLst>
          </a:custGeom>
          <a:solidFill xmlns:a="http://schemas.openxmlformats.org/drawingml/2006/main">
            <a:srgbClr val="FAE8C6"/>
          </a:solidFill>
          <a:ln xmlns:a="http://schemas.openxmlformats.org/drawingml/2006/main" w="0">
            <a:noFill/>
          </a:ln>
        </p:spPr>
      </p:sp>
      <p:sp>
        <p:nvSpPr>
          <p:cNvPr id="19" name="logo vector #fedbb0">
            <a:extLst xmlns:a="http://schemas.openxmlformats.org/drawingml/2006/main">
              <a:ext uri="{FF2B5EF4-FFF2-40B4-BE49-F238E27FC236}">
                <a16:creationId xmlns:a16="http://schemas.microsoft.com/office/drawing/2014/main" id="{ABEC5485-CA93-453F-AD9A-BF87182DFF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124450" y="1590675"/>
            <a:ext cx="2867025" cy="2752725"/>
          </a:xfrm>
          <a:custGeom xmlns:a="http://schemas.openxmlformats.org/drawingml/2006/main">
            <a:pathLst>
              <a:path w="2428875" h="2333625">
                <a:moveTo>
                  <a:pt x="619125" y="200025"/>
                </a:moveTo>
                <a:lnTo>
                  <a:pt x="647700" y="200025"/>
                </a:lnTo>
                <a:lnTo>
                  <a:pt x="647700" y="209550"/>
                </a:lnTo>
                <a:lnTo>
                  <a:pt x="619125" y="209550"/>
                </a:lnTo>
                <a:close/>
                <a:moveTo>
                  <a:pt x="1790700" y="200025"/>
                </a:moveTo>
                <a:lnTo>
                  <a:pt x="1828800" y="200025"/>
                </a:lnTo>
                <a:lnTo>
                  <a:pt x="1828800" y="209550"/>
                </a:lnTo>
                <a:lnTo>
                  <a:pt x="1790700" y="209550"/>
                </a:lnTo>
                <a:close/>
                <a:moveTo>
                  <a:pt x="561975" y="209550"/>
                </a:moveTo>
                <a:lnTo>
                  <a:pt x="581025" y="209550"/>
                </a:lnTo>
                <a:lnTo>
                  <a:pt x="581025" y="219075"/>
                </a:lnTo>
                <a:lnTo>
                  <a:pt x="561975" y="219075"/>
                </a:lnTo>
                <a:close/>
                <a:moveTo>
                  <a:pt x="1866900" y="209550"/>
                </a:moveTo>
                <a:lnTo>
                  <a:pt x="1876425" y="209550"/>
                </a:lnTo>
                <a:lnTo>
                  <a:pt x="1876425" y="219075"/>
                </a:lnTo>
                <a:lnTo>
                  <a:pt x="1866900" y="219075"/>
                </a:lnTo>
                <a:close/>
                <a:moveTo>
                  <a:pt x="533400" y="219075"/>
                </a:moveTo>
                <a:lnTo>
                  <a:pt x="542925" y="219075"/>
                </a:lnTo>
                <a:lnTo>
                  <a:pt x="542925" y="228600"/>
                </a:lnTo>
                <a:lnTo>
                  <a:pt x="533400" y="228600"/>
                </a:lnTo>
                <a:close/>
                <a:moveTo>
                  <a:pt x="1905000" y="219075"/>
                </a:moveTo>
                <a:lnTo>
                  <a:pt x="1914525" y="219075"/>
                </a:lnTo>
                <a:lnTo>
                  <a:pt x="1914525" y="228600"/>
                </a:lnTo>
                <a:lnTo>
                  <a:pt x="1905000" y="228600"/>
                </a:lnTo>
                <a:close/>
                <a:moveTo>
                  <a:pt x="504825" y="228600"/>
                </a:moveTo>
                <a:lnTo>
                  <a:pt x="514350" y="228600"/>
                </a:lnTo>
                <a:lnTo>
                  <a:pt x="514350" y="238125"/>
                </a:lnTo>
                <a:lnTo>
                  <a:pt x="504825" y="238125"/>
                </a:lnTo>
                <a:close/>
                <a:moveTo>
                  <a:pt x="1924050" y="228600"/>
                </a:moveTo>
                <a:lnTo>
                  <a:pt x="1933575" y="228600"/>
                </a:lnTo>
                <a:lnTo>
                  <a:pt x="1933575" y="238125"/>
                </a:lnTo>
                <a:lnTo>
                  <a:pt x="1924050" y="238125"/>
                </a:lnTo>
                <a:close/>
                <a:moveTo>
                  <a:pt x="457200" y="247650"/>
                </a:moveTo>
                <a:lnTo>
                  <a:pt x="466725" y="247650"/>
                </a:lnTo>
                <a:lnTo>
                  <a:pt x="466725" y="257175"/>
                </a:lnTo>
                <a:lnTo>
                  <a:pt x="457200" y="257175"/>
                </a:lnTo>
                <a:close/>
                <a:moveTo>
                  <a:pt x="1971675" y="247650"/>
                </a:moveTo>
                <a:lnTo>
                  <a:pt x="1981200" y="247650"/>
                </a:lnTo>
                <a:lnTo>
                  <a:pt x="1981200" y="257175"/>
                </a:lnTo>
                <a:lnTo>
                  <a:pt x="1971675" y="257175"/>
                </a:lnTo>
                <a:close/>
                <a:moveTo>
                  <a:pt x="1990725" y="257175"/>
                </a:moveTo>
                <a:lnTo>
                  <a:pt x="2000250" y="257175"/>
                </a:lnTo>
                <a:lnTo>
                  <a:pt x="2000250" y="266700"/>
                </a:lnTo>
                <a:lnTo>
                  <a:pt x="1990725" y="266700"/>
                </a:lnTo>
                <a:close/>
                <a:moveTo>
                  <a:pt x="409575" y="276225"/>
                </a:moveTo>
                <a:lnTo>
                  <a:pt x="419100" y="276225"/>
                </a:lnTo>
                <a:lnTo>
                  <a:pt x="419100" y="285750"/>
                </a:lnTo>
                <a:lnTo>
                  <a:pt x="409575" y="285750"/>
                </a:lnTo>
                <a:close/>
                <a:moveTo>
                  <a:pt x="2019300" y="276225"/>
                </a:moveTo>
                <a:lnTo>
                  <a:pt x="2028825" y="276225"/>
                </a:lnTo>
                <a:lnTo>
                  <a:pt x="2028825" y="285750"/>
                </a:lnTo>
                <a:lnTo>
                  <a:pt x="2019300" y="285750"/>
                </a:lnTo>
                <a:close/>
                <a:moveTo>
                  <a:pt x="371475" y="304800"/>
                </a:moveTo>
                <a:lnTo>
                  <a:pt x="381000" y="304800"/>
                </a:lnTo>
                <a:lnTo>
                  <a:pt x="381000" y="314325"/>
                </a:lnTo>
                <a:lnTo>
                  <a:pt x="371475" y="314325"/>
                </a:lnTo>
                <a:close/>
                <a:moveTo>
                  <a:pt x="2066925" y="314325"/>
                </a:moveTo>
                <a:lnTo>
                  <a:pt x="2076450" y="314325"/>
                </a:lnTo>
                <a:lnTo>
                  <a:pt x="2076450" y="323850"/>
                </a:lnTo>
                <a:lnTo>
                  <a:pt x="2066925" y="323850"/>
                </a:lnTo>
                <a:close/>
                <a:moveTo>
                  <a:pt x="2076450" y="323850"/>
                </a:moveTo>
                <a:lnTo>
                  <a:pt x="2085975" y="323850"/>
                </a:lnTo>
                <a:lnTo>
                  <a:pt x="2085975" y="333375"/>
                </a:lnTo>
                <a:lnTo>
                  <a:pt x="2076450" y="333375"/>
                </a:lnTo>
                <a:close/>
                <a:moveTo>
                  <a:pt x="342900" y="333375"/>
                </a:moveTo>
                <a:lnTo>
                  <a:pt x="352425" y="333375"/>
                </a:lnTo>
                <a:lnTo>
                  <a:pt x="352425" y="342900"/>
                </a:lnTo>
                <a:lnTo>
                  <a:pt x="342900" y="342900"/>
                </a:lnTo>
                <a:close/>
                <a:moveTo>
                  <a:pt x="2085975" y="333375"/>
                </a:moveTo>
                <a:lnTo>
                  <a:pt x="2095500" y="333375"/>
                </a:lnTo>
                <a:lnTo>
                  <a:pt x="2095500" y="342900"/>
                </a:lnTo>
                <a:lnTo>
                  <a:pt x="2085975" y="342900"/>
                </a:lnTo>
                <a:close/>
                <a:moveTo>
                  <a:pt x="333375" y="342900"/>
                </a:moveTo>
                <a:lnTo>
                  <a:pt x="342900" y="342900"/>
                </a:lnTo>
                <a:lnTo>
                  <a:pt x="342900" y="352425"/>
                </a:lnTo>
                <a:lnTo>
                  <a:pt x="333375" y="352425"/>
                </a:lnTo>
                <a:close/>
                <a:moveTo>
                  <a:pt x="2095500" y="342900"/>
                </a:moveTo>
                <a:lnTo>
                  <a:pt x="2105025" y="342900"/>
                </a:lnTo>
                <a:lnTo>
                  <a:pt x="2105025" y="352425"/>
                </a:lnTo>
                <a:lnTo>
                  <a:pt x="2095500" y="352425"/>
                </a:lnTo>
                <a:close/>
                <a:moveTo>
                  <a:pt x="323850" y="352425"/>
                </a:moveTo>
                <a:lnTo>
                  <a:pt x="333375" y="352425"/>
                </a:lnTo>
                <a:lnTo>
                  <a:pt x="333375" y="361950"/>
                </a:lnTo>
                <a:lnTo>
                  <a:pt x="323850" y="361950"/>
                </a:lnTo>
                <a:close/>
                <a:moveTo>
                  <a:pt x="2105025" y="352425"/>
                </a:moveTo>
                <a:lnTo>
                  <a:pt x="2114550" y="352425"/>
                </a:lnTo>
                <a:lnTo>
                  <a:pt x="2114550" y="361950"/>
                </a:lnTo>
                <a:lnTo>
                  <a:pt x="2105025" y="361950"/>
                </a:lnTo>
                <a:close/>
                <a:moveTo>
                  <a:pt x="314325" y="361950"/>
                </a:moveTo>
                <a:lnTo>
                  <a:pt x="323850" y="361950"/>
                </a:lnTo>
                <a:lnTo>
                  <a:pt x="323850" y="371475"/>
                </a:lnTo>
                <a:lnTo>
                  <a:pt x="314325" y="371475"/>
                </a:lnTo>
                <a:close/>
                <a:moveTo>
                  <a:pt x="2114550" y="361950"/>
                </a:moveTo>
                <a:lnTo>
                  <a:pt x="2124075" y="361950"/>
                </a:lnTo>
                <a:lnTo>
                  <a:pt x="2124075" y="371475"/>
                </a:lnTo>
                <a:lnTo>
                  <a:pt x="2114550" y="371475"/>
                </a:lnTo>
                <a:close/>
                <a:moveTo>
                  <a:pt x="295275" y="390525"/>
                </a:moveTo>
                <a:lnTo>
                  <a:pt x="304800" y="390525"/>
                </a:lnTo>
                <a:lnTo>
                  <a:pt x="304800" y="400050"/>
                </a:lnTo>
                <a:lnTo>
                  <a:pt x="295275" y="400050"/>
                </a:lnTo>
                <a:close/>
                <a:moveTo>
                  <a:pt x="2133600" y="390525"/>
                </a:moveTo>
                <a:lnTo>
                  <a:pt x="2143125" y="390525"/>
                </a:lnTo>
                <a:lnTo>
                  <a:pt x="2143125" y="400050"/>
                </a:lnTo>
                <a:lnTo>
                  <a:pt x="2133600" y="400050"/>
                </a:lnTo>
                <a:close/>
                <a:moveTo>
                  <a:pt x="276225" y="419100"/>
                </a:moveTo>
                <a:lnTo>
                  <a:pt x="285750" y="419100"/>
                </a:lnTo>
                <a:lnTo>
                  <a:pt x="285750" y="428625"/>
                </a:lnTo>
                <a:lnTo>
                  <a:pt x="276225" y="428625"/>
                </a:lnTo>
                <a:close/>
                <a:moveTo>
                  <a:pt x="2152650" y="419100"/>
                </a:moveTo>
                <a:lnTo>
                  <a:pt x="2162175" y="419100"/>
                </a:lnTo>
                <a:lnTo>
                  <a:pt x="2162175" y="428625"/>
                </a:lnTo>
                <a:lnTo>
                  <a:pt x="2152650" y="428625"/>
                </a:lnTo>
                <a:close/>
                <a:moveTo>
                  <a:pt x="2171700" y="457200"/>
                </a:moveTo>
                <a:lnTo>
                  <a:pt x="2181225" y="457200"/>
                </a:lnTo>
                <a:lnTo>
                  <a:pt x="2181225" y="466725"/>
                </a:lnTo>
                <a:lnTo>
                  <a:pt x="2171700" y="466725"/>
                </a:lnTo>
                <a:close/>
                <a:moveTo>
                  <a:pt x="247650" y="476250"/>
                </a:moveTo>
                <a:lnTo>
                  <a:pt x="257175" y="476250"/>
                </a:lnTo>
                <a:lnTo>
                  <a:pt x="257175" y="485775"/>
                </a:lnTo>
                <a:lnTo>
                  <a:pt x="247650" y="485775"/>
                </a:lnTo>
                <a:close/>
                <a:moveTo>
                  <a:pt x="2181225" y="476250"/>
                </a:moveTo>
                <a:lnTo>
                  <a:pt x="2190750" y="476250"/>
                </a:lnTo>
                <a:lnTo>
                  <a:pt x="2190750" y="485775"/>
                </a:lnTo>
                <a:lnTo>
                  <a:pt x="2181225" y="485775"/>
                </a:lnTo>
                <a:close/>
                <a:moveTo>
                  <a:pt x="2190750" y="504825"/>
                </a:moveTo>
                <a:lnTo>
                  <a:pt x="2200275" y="504825"/>
                </a:lnTo>
                <a:lnTo>
                  <a:pt x="2200275" y="514350"/>
                </a:lnTo>
                <a:lnTo>
                  <a:pt x="2190750" y="514350"/>
                </a:lnTo>
                <a:close/>
                <a:moveTo>
                  <a:pt x="228600" y="533400"/>
                </a:moveTo>
                <a:lnTo>
                  <a:pt x="238125" y="533400"/>
                </a:lnTo>
                <a:lnTo>
                  <a:pt x="238125" y="542925"/>
                </a:lnTo>
                <a:lnTo>
                  <a:pt x="228600" y="542925"/>
                </a:lnTo>
                <a:close/>
                <a:moveTo>
                  <a:pt x="2200275" y="533400"/>
                </a:moveTo>
                <a:lnTo>
                  <a:pt x="2209800" y="533400"/>
                </a:lnTo>
                <a:lnTo>
                  <a:pt x="2209800" y="542925"/>
                </a:lnTo>
                <a:lnTo>
                  <a:pt x="2200275" y="542925"/>
                </a:lnTo>
                <a:close/>
                <a:moveTo>
                  <a:pt x="219075" y="571500"/>
                </a:moveTo>
                <a:lnTo>
                  <a:pt x="228600" y="571500"/>
                </a:lnTo>
                <a:lnTo>
                  <a:pt x="228600" y="581025"/>
                </a:lnTo>
                <a:lnTo>
                  <a:pt x="219075" y="581025"/>
                </a:lnTo>
                <a:close/>
                <a:moveTo>
                  <a:pt x="2209800" y="581025"/>
                </a:moveTo>
                <a:lnTo>
                  <a:pt x="2219325" y="581025"/>
                </a:lnTo>
                <a:lnTo>
                  <a:pt x="2219325" y="600075"/>
                </a:lnTo>
                <a:lnTo>
                  <a:pt x="2209800" y="600075"/>
                </a:lnTo>
                <a:close/>
                <a:moveTo>
                  <a:pt x="1257300" y="723900"/>
                </a:moveTo>
                <a:lnTo>
                  <a:pt x="1276350" y="723900"/>
                </a:lnTo>
                <a:lnTo>
                  <a:pt x="1276350" y="733425"/>
                </a:lnTo>
                <a:lnTo>
                  <a:pt x="1257300" y="733425"/>
                </a:lnTo>
                <a:close/>
                <a:moveTo>
                  <a:pt x="1114425" y="752475"/>
                </a:moveTo>
                <a:lnTo>
                  <a:pt x="1123950" y="752475"/>
                </a:lnTo>
                <a:lnTo>
                  <a:pt x="1123950" y="762000"/>
                </a:lnTo>
                <a:lnTo>
                  <a:pt x="1114425" y="762000"/>
                </a:lnTo>
                <a:close/>
                <a:moveTo>
                  <a:pt x="1438275" y="752475"/>
                </a:moveTo>
                <a:lnTo>
                  <a:pt x="1447800" y="752475"/>
                </a:lnTo>
                <a:lnTo>
                  <a:pt x="1447800" y="781050"/>
                </a:lnTo>
                <a:lnTo>
                  <a:pt x="1438275" y="781050"/>
                </a:lnTo>
                <a:close/>
                <a:moveTo>
                  <a:pt x="1495425" y="762000"/>
                </a:moveTo>
                <a:lnTo>
                  <a:pt x="1514475" y="762000"/>
                </a:lnTo>
                <a:lnTo>
                  <a:pt x="1514475" y="847725"/>
                </a:lnTo>
                <a:lnTo>
                  <a:pt x="1495425" y="847725"/>
                </a:lnTo>
                <a:close/>
                <a:moveTo>
                  <a:pt x="1600200" y="762000"/>
                </a:moveTo>
                <a:lnTo>
                  <a:pt x="1619250" y="762000"/>
                </a:lnTo>
                <a:lnTo>
                  <a:pt x="1619250" y="771525"/>
                </a:lnTo>
                <a:lnTo>
                  <a:pt x="1600200" y="771525"/>
                </a:lnTo>
                <a:close/>
                <a:moveTo>
                  <a:pt x="1638300" y="762000"/>
                </a:moveTo>
                <a:lnTo>
                  <a:pt x="1647825" y="762000"/>
                </a:lnTo>
                <a:lnTo>
                  <a:pt x="1647825" y="771525"/>
                </a:lnTo>
                <a:lnTo>
                  <a:pt x="1638300" y="771525"/>
                </a:lnTo>
                <a:close/>
                <a:moveTo>
                  <a:pt x="914400" y="781050"/>
                </a:moveTo>
                <a:lnTo>
                  <a:pt x="923925" y="781050"/>
                </a:lnTo>
                <a:lnTo>
                  <a:pt x="923925" y="790575"/>
                </a:lnTo>
                <a:lnTo>
                  <a:pt x="914400" y="790575"/>
                </a:lnTo>
                <a:close/>
                <a:moveTo>
                  <a:pt x="876300" y="790575"/>
                </a:moveTo>
                <a:lnTo>
                  <a:pt x="895350" y="790575"/>
                </a:lnTo>
                <a:lnTo>
                  <a:pt x="895350" y="809625"/>
                </a:lnTo>
                <a:lnTo>
                  <a:pt x="876300" y="809625"/>
                </a:lnTo>
                <a:close/>
                <a:moveTo>
                  <a:pt x="1114425" y="790575"/>
                </a:moveTo>
                <a:lnTo>
                  <a:pt x="1133475" y="790575"/>
                </a:lnTo>
                <a:lnTo>
                  <a:pt x="1133475" y="809625"/>
                </a:lnTo>
                <a:lnTo>
                  <a:pt x="1114425" y="809625"/>
                </a:lnTo>
                <a:close/>
                <a:moveTo>
                  <a:pt x="1552575" y="790575"/>
                </a:moveTo>
                <a:lnTo>
                  <a:pt x="1571625" y="790575"/>
                </a:lnTo>
                <a:lnTo>
                  <a:pt x="1571625" y="809625"/>
                </a:lnTo>
                <a:lnTo>
                  <a:pt x="1552575" y="809625"/>
                </a:lnTo>
                <a:close/>
                <a:moveTo>
                  <a:pt x="1390650" y="800100"/>
                </a:moveTo>
                <a:lnTo>
                  <a:pt x="1400175" y="800100"/>
                </a:lnTo>
                <a:lnTo>
                  <a:pt x="1400175" y="809625"/>
                </a:lnTo>
                <a:lnTo>
                  <a:pt x="1390650" y="809625"/>
                </a:lnTo>
                <a:close/>
                <a:moveTo>
                  <a:pt x="790575" y="809625"/>
                </a:moveTo>
                <a:lnTo>
                  <a:pt x="800100" y="809625"/>
                </a:lnTo>
                <a:lnTo>
                  <a:pt x="800100" y="819150"/>
                </a:lnTo>
                <a:lnTo>
                  <a:pt x="790575" y="819150"/>
                </a:lnTo>
                <a:close/>
                <a:moveTo>
                  <a:pt x="1400175" y="809625"/>
                </a:moveTo>
                <a:lnTo>
                  <a:pt x="1409700" y="809625"/>
                </a:lnTo>
                <a:lnTo>
                  <a:pt x="1409700" y="828675"/>
                </a:lnTo>
                <a:lnTo>
                  <a:pt x="1390650" y="828675"/>
                </a:lnTo>
                <a:lnTo>
                  <a:pt x="1390650" y="819150"/>
                </a:lnTo>
                <a:lnTo>
                  <a:pt x="1400175" y="819150"/>
                </a:lnTo>
                <a:close/>
                <a:moveTo>
                  <a:pt x="1609725" y="809625"/>
                </a:moveTo>
                <a:lnTo>
                  <a:pt x="1619250" y="809625"/>
                </a:lnTo>
                <a:lnTo>
                  <a:pt x="1619250" y="819150"/>
                </a:lnTo>
                <a:lnTo>
                  <a:pt x="1609725" y="819150"/>
                </a:lnTo>
                <a:close/>
                <a:moveTo>
                  <a:pt x="1628775" y="809625"/>
                </a:moveTo>
                <a:lnTo>
                  <a:pt x="1638300" y="809625"/>
                </a:lnTo>
                <a:lnTo>
                  <a:pt x="1638300" y="819150"/>
                </a:lnTo>
                <a:lnTo>
                  <a:pt x="1628775" y="819150"/>
                </a:lnTo>
                <a:close/>
                <a:moveTo>
                  <a:pt x="828675" y="819150"/>
                </a:moveTo>
                <a:lnTo>
                  <a:pt x="847725" y="819150"/>
                </a:lnTo>
                <a:lnTo>
                  <a:pt x="847725" y="838200"/>
                </a:lnTo>
                <a:lnTo>
                  <a:pt x="838200" y="838200"/>
                </a:lnTo>
                <a:lnTo>
                  <a:pt x="838200" y="847725"/>
                </a:lnTo>
                <a:lnTo>
                  <a:pt x="828675" y="847725"/>
                </a:lnTo>
                <a:lnTo>
                  <a:pt x="828675" y="838200"/>
                </a:lnTo>
                <a:lnTo>
                  <a:pt x="819150" y="838200"/>
                </a:lnTo>
                <a:lnTo>
                  <a:pt x="819150" y="828675"/>
                </a:lnTo>
                <a:lnTo>
                  <a:pt x="828675" y="828675"/>
                </a:lnTo>
                <a:close/>
                <a:moveTo>
                  <a:pt x="1057275" y="819150"/>
                </a:moveTo>
                <a:lnTo>
                  <a:pt x="1076325" y="819150"/>
                </a:lnTo>
                <a:lnTo>
                  <a:pt x="1076325" y="828675"/>
                </a:lnTo>
                <a:lnTo>
                  <a:pt x="1085850" y="828675"/>
                </a:lnTo>
                <a:lnTo>
                  <a:pt x="1085850" y="838200"/>
                </a:lnTo>
                <a:lnTo>
                  <a:pt x="1076325" y="838200"/>
                </a:lnTo>
                <a:lnTo>
                  <a:pt x="1076325" y="847725"/>
                </a:lnTo>
                <a:lnTo>
                  <a:pt x="1057275" y="847725"/>
                </a:lnTo>
                <a:lnTo>
                  <a:pt x="1057275" y="838200"/>
                </a:lnTo>
                <a:lnTo>
                  <a:pt x="1047750" y="838200"/>
                </a:lnTo>
                <a:lnTo>
                  <a:pt x="1047750" y="828675"/>
                </a:lnTo>
                <a:lnTo>
                  <a:pt x="1057275" y="828675"/>
                </a:lnTo>
                <a:close/>
                <a:moveTo>
                  <a:pt x="866775" y="828675"/>
                </a:moveTo>
                <a:lnTo>
                  <a:pt x="885825" y="828675"/>
                </a:lnTo>
                <a:lnTo>
                  <a:pt x="885825" y="838200"/>
                </a:lnTo>
                <a:lnTo>
                  <a:pt x="866775" y="838200"/>
                </a:lnTo>
                <a:close/>
                <a:moveTo>
                  <a:pt x="1181100" y="838200"/>
                </a:moveTo>
                <a:lnTo>
                  <a:pt x="1190625" y="838200"/>
                </a:lnTo>
                <a:lnTo>
                  <a:pt x="1190625" y="847725"/>
                </a:lnTo>
                <a:lnTo>
                  <a:pt x="1181100" y="847725"/>
                </a:lnTo>
                <a:close/>
                <a:moveTo>
                  <a:pt x="1619250" y="838200"/>
                </a:moveTo>
                <a:lnTo>
                  <a:pt x="1628775" y="838200"/>
                </a:lnTo>
                <a:lnTo>
                  <a:pt x="1628775" y="847725"/>
                </a:lnTo>
                <a:lnTo>
                  <a:pt x="1619250" y="847725"/>
                </a:lnTo>
                <a:close/>
                <a:moveTo>
                  <a:pt x="1123950" y="847725"/>
                </a:moveTo>
                <a:lnTo>
                  <a:pt x="1133475" y="847725"/>
                </a:lnTo>
                <a:lnTo>
                  <a:pt x="1133475" y="857250"/>
                </a:lnTo>
                <a:lnTo>
                  <a:pt x="1123950" y="857250"/>
                </a:lnTo>
                <a:close/>
                <a:moveTo>
                  <a:pt x="1390650" y="857250"/>
                </a:moveTo>
                <a:lnTo>
                  <a:pt x="1400175" y="857250"/>
                </a:lnTo>
                <a:lnTo>
                  <a:pt x="1400175" y="866775"/>
                </a:lnTo>
                <a:lnTo>
                  <a:pt x="1390650" y="866775"/>
                </a:lnTo>
                <a:close/>
                <a:moveTo>
                  <a:pt x="1571625" y="857250"/>
                </a:moveTo>
                <a:lnTo>
                  <a:pt x="1581150" y="857250"/>
                </a:lnTo>
                <a:lnTo>
                  <a:pt x="1581150" y="866775"/>
                </a:lnTo>
                <a:lnTo>
                  <a:pt x="1571625" y="866775"/>
                </a:lnTo>
                <a:close/>
                <a:moveTo>
                  <a:pt x="895350" y="866775"/>
                </a:moveTo>
                <a:lnTo>
                  <a:pt x="904875" y="866775"/>
                </a:lnTo>
                <a:lnTo>
                  <a:pt x="904875" y="876300"/>
                </a:lnTo>
                <a:lnTo>
                  <a:pt x="895350" y="876300"/>
                </a:lnTo>
                <a:close/>
                <a:moveTo>
                  <a:pt x="1295400" y="866775"/>
                </a:moveTo>
                <a:lnTo>
                  <a:pt x="1304925" y="866775"/>
                </a:lnTo>
                <a:lnTo>
                  <a:pt x="1304925" y="876300"/>
                </a:lnTo>
                <a:lnTo>
                  <a:pt x="1295400" y="876300"/>
                </a:lnTo>
                <a:close/>
                <a:moveTo>
                  <a:pt x="1381125" y="866775"/>
                </a:moveTo>
                <a:lnTo>
                  <a:pt x="1390650" y="866775"/>
                </a:lnTo>
                <a:lnTo>
                  <a:pt x="1390650" y="876300"/>
                </a:lnTo>
                <a:lnTo>
                  <a:pt x="1381125" y="876300"/>
                </a:lnTo>
                <a:close/>
                <a:moveTo>
                  <a:pt x="1409700" y="866775"/>
                </a:moveTo>
                <a:lnTo>
                  <a:pt x="1419225" y="866775"/>
                </a:lnTo>
                <a:lnTo>
                  <a:pt x="1419225" y="876300"/>
                </a:lnTo>
                <a:lnTo>
                  <a:pt x="1409700" y="876300"/>
                </a:lnTo>
                <a:close/>
                <a:moveTo>
                  <a:pt x="1495425" y="866775"/>
                </a:moveTo>
                <a:lnTo>
                  <a:pt x="1504950" y="866775"/>
                </a:lnTo>
                <a:lnTo>
                  <a:pt x="1504950" y="876300"/>
                </a:lnTo>
                <a:lnTo>
                  <a:pt x="1495425" y="876300"/>
                </a:lnTo>
                <a:close/>
                <a:moveTo>
                  <a:pt x="447675" y="1314450"/>
                </a:moveTo>
                <a:lnTo>
                  <a:pt x="457200" y="1314450"/>
                </a:lnTo>
                <a:lnTo>
                  <a:pt x="457200" y="1323975"/>
                </a:lnTo>
                <a:lnTo>
                  <a:pt x="447675" y="1323975"/>
                </a:lnTo>
                <a:close/>
                <a:moveTo>
                  <a:pt x="1981200" y="1314450"/>
                </a:moveTo>
                <a:lnTo>
                  <a:pt x="1990725" y="1314450"/>
                </a:lnTo>
                <a:lnTo>
                  <a:pt x="1990725" y="1323975"/>
                </a:lnTo>
                <a:lnTo>
                  <a:pt x="1981200" y="1323975"/>
                </a:lnTo>
                <a:close/>
                <a:moveTo>
                  <a:pt x="457200" y="1323975"/>
                </a:moveTo>
                <a:lnTo>
                  <a:pt x="466725" y="1323975"/>
                </a:lnTo>
                <a:lnTo>
                  <a:pt x="466725" y="1333500"/>
                </a:lnTo>
                <a:lnTo>
                  <a:pt x="457200" y="1333500"/>
                </a:lnTo>
                <a:close/>
                <a:moveTo>
                  <a:pt x="1971675" y="1323975"/>
                </a:moveTo>
                <a:lnTo>
                  <a:pt x="1981200" y="1323975"/>
                </a:lnTo>
                <a:lnTo>
                  <a:pt x="1981200" y="1333500"/>
                </a:lnTo>
                <a:lnTo>
                  <a:pt x="1971675" y="1333500"/>
                </a:lnTo>
                <a:close/>
                <a:moveTo>
                  <a:pt x="533400" y="1333500"/>
                </a:moveTo>
                <a:lnTo>
                  <a:pt x="581025" y="1333500"/>
                </a:lnTo>
                <a:lnTo>
                  <a:pt x="581025" y="1343025"/>
                </a:lnTo>
                <a:lnTo>
                  <a:pt x="533400" y="1343025"/>
                </a:lnTo>
                <a:close/>
                <a:moveTo>
                  <a:pt x="914400" y="1333500"/>
                </a:moveTo>
                <a:lnTo>
                  <a:pt x="962025" y="1333500"/>
                </a:lnTo>
                <a:lnTo>
                  <a:pt x="962025" y="1343025"/>
                </a:lnTo>
                <a:lnTo>
                  <a:pt x="952500" y="1343025"/>
                </a:lnTo>
                <a:lnTo>
                  <a:pt x="952500" y="1352550"/>
                </a:lnTo>
                <a:lnTo>
                  <a:pt x="914400" y="1352550"/>
                </a:lnTo>
                <a:close/>
                <a:moveTo>
                  <a:pt x="1095375" y="1333500"/>
                </a:moveTo>
                <a:lnTo>
                  <a:pt x="1133475" y="1333500"/>
                </a:lnTo>
                <a:lnTo>
                  <a:pt x="1133475" y="1352550"/>
                </a:lnTo>
                <a:lnTo>
                  <a:pt x="1095375" y="1352550"/>
                </a:lnTo>
                <a:close/>
                <a:moveTo>
                  <a:pt x="1295400" y="1333500"/>
                </a:moveTo>
                <a:lnTo>
                  <a:pt x="1343025" y="1333500"/>
                </a:lnTo>
                <a:lnTo>
                  <a:pt x="1343025" y="1343025"/>
                </a:lnTo>
                <a:lnTo>
                  <a:pt x="1371600" y="1343025"/>
                </a:lnTo>
                <a:lnTo>
                  <a:pt x="1371600" y="1352550"/>
                </a:lnTo>
                <a:lnTo>
                  <a:pt x="1409700" y="1352550"/>
                </a:lnTo>
                <a:lnTo>
                  <a:pt x="1409700" y="1343025"/>
                </a:lnTo>
                <a:lnTo>
                  <a:pt x="1428750" y="1343025"/>
                </a:lnTo>
                <a:lnTo>
                  <a:pt x="1428750" y="1362075"/>
                </a:lnTo>
                <a:lnTo>
                  <a:pt x="1409700" y="1362075"/>
                </a:lnTo>
                <a:lnTo>
                  <a:pt x="1409700" y="1371600"/>
                </a:lnTo>
                <a:lnTo>
                  <a:pt x="1390650" y="1371600"/>
                </a:lnTo>
                <a:lnTo>
                  <a:pt x="1390650" y="1362075"/>
                </a:lnTo>
                <a:lnTo>
                  <a:pt x="1362075" y="1362075"/>
                </a:lnTo>
                <a:lnTo>
                  <a:pt x="1362075" y="1352550"/>
                </a:lnTo>
                <a:lnTo>
                  <a:pt x="1285875" y="1352550"/>
                </a:lnTo>
                <a:lnTo>
                  <a:pt x="1285875" y="1362075"/>
                </a:lnTo>
                <a:lnTo>
                  <a:pt x="1266825" y="1362075"/>
                </a:lnTo>
                <a:lnTo>
                  <a:pt x="1266825" y="1343025"/>
                </a:lnTo>
                <a:lnTo>
                  <a:pt x="1295400" y="1343025"/>
                </a:lnTo>
                <a:close/>
                <a:moveTo>
                  <a:pt x="1457325" y="1333500"/>
                </a:moveTo>
                <a:lnTo>
                  <a:pt x="1476375" y="1333500"/>
                </a:lnTo>
                <a:lnTo>
                  <a:pt x="1476375" y="1352550"/>
                </a:lnTo>
                <a:lnTo>
                  <a:pt x="1457325" y="1352550"/>
                </a:lnTo>
                <a:close/>
                <a:moveTo>
                  <a:pt x="1514475" y="1333500"/>
                </a:moveTo>
                <a:lnTo>
                  <a:pt x="1543050" y="1333500"/>
                </a:lnTo>
                <a:lnTo>
                  <a:pt x="1543050" y="1352550"/>
                </a:lnTo>
                <a:lnTo>
                  <a:pt x="1514475" y="1352550"/>
                </a:lnTo>
                <a:close/>
                <a:moveTo>
                  <a:pt x="1847850" y="1333500"/>
                </a:moveTo>
                <a:lnTo>
                  <a:pt x="1895475" y="1333500"/>
                </a:lnTo>
                <a:lnTo>
                  <a:pt x="1895475" y="1343025"/>
                </a:lnTo>
                <a:lnTo>
                  <a:pt x="1857375" y="1343025"/>
                </a:lnTo>
                <a:lnTo>
                  <a:pt x="1857375" y="1352550"/>
                </a:lnTo>
                <a:lnTo>
                  <a:pt x="1828800" y="1352550"/>
                </a:lnTo>
                <a:lnTo>
                  <a:pt x="1828800" y="1343025"/>
                </a:lnTo>
                <a:lnTo>
                  <a:pt x="1847850" y="1343025"/>
                </a:lnTo>
                <a:close/>
                <a:moveTo>
                  <a:pt x="476250" y="1343025"/>
                </a:moveTo>
                <a:lnTo>
                  <a:pt x="523875" y="1343025"/>
                </a:lnTo>
                <a:lnTo>
                  <a:pt x="523875" y="1352550"/>
                </a:lnTo>
                <a:lnTo>
                  <a:pt x="476250" y="1352550"/>
                </a:lnTo>
                <a:close/>
                <a:moveTo>
                  <a:pt x="581025" y="1343025"/>
                </a:moveTo>
                <a:lnTo>
                  <a:pt x="609600" y="1343025"/>
                </a:lnTo>
                <a:lnTo>
                  <a:pt x="609600" y="1362075"/>
                </a:lnTo>
                <a:lnTo>
                  <a:pt x="590550" y="1362075"/>
                </a:lnTo>
                <a:lnTo>
                  <a:pt x="590550" y="1352550"/>
                </a:lnTo>
                <a:lnTo>
                  <a:pt x="581025" y="1352550"/>
                </a:lnTo>
                <a:close/>
                <a:moveTo>
                  <a:pt x="1905000" y="1343025"/>
                </a:moveTo>
                <a:lnTo>
                  <a:pt x="1952625" y="1343025"/>
                </a:lnTo>
                <a:lnTo>
                  <a:pt x="1952625" y="1352550"/>
                </a:lnTo>
                <a:lnTo>
                  <a:pt x="1905000" y="1352550"/>
                </a:lnTo>
                <a:close/>
                <a:moveTo>
                  <a:pt x="1800225" y="1352550"/>
                </a:moveTo>
                <a:lnTo>
                  <a:pt x="1828800" y="1352550"/>
                </a:lnTo>
                <a:lnTo>
                  <a:pt x="1828800" y="1362075"/>
                </a:lnTo>
                <a:lnTo>
                  <a:pt x="1819275" y="1362075"/>
                </a:lnTo>
                <a:lnTo>
                  <a:pt x="1819275" y="1371600"/>
                </a:lnTo>
                <a:lnTo>
                  <a:pt x="1809750" y="1371600"/>
                </a:lnTo>
                <a:lnTo>
                  <a:pt x="1809750" y="1362075"/>
                </a:lnTo>
                <a:lnTo>
                  <a:pt x="1800225" y="1362075"/>
                </a:lnTo>
                <a:close/>
                <a:moveTo>
                  <a:pt x="1276350" y="1381125"/>
                </a:moveTo>
                <a:lnTo>
                  <a:pt x="1285875" y="1381125"/>
                </a:lnTo>
                <a:lnTo>
                  <a:pt x="1285875" y="1457325"/>
                </a:lnTo>
                <a:lnTo>
                  <a:pt x="1276350" y="1457325"/>
                </a:lnTo>
                <a:close/>
                <a:moveTo>
                  <a:pt x="590550" y="1428750"/>
                </a:moveTo>
                <a:lnTo>
                  <a:pt x="600075" y="1428750"/>
                </a:lnTo>
                <a:lnTo>
                  <a:pt x="600075" y="1495425"/>
                </a:lnTo>
                <a:lnTo>
                  <a:pt x="590550" y="1495425"/>
                </a:lnTo>
                <a:lnTo>
                  <a:pt x="590550" y="1476375"/>
                </a:lnTo>
                <a:lnTo>
                  <a:pt x="581025" y="1476375"/>
                </a:lnTo>
                <a:lnTo>
                  <a:pt x="581025" y="1457325"/>
                </a:lnTo>
                <a:lnTo>
                  <a:pt x="590550" y="1457325"/>
                </a:lnTo>
                <a:close/>
                <a:moveTo>
                  <a:pt x="676275" y="1447800"/>
                </a:moveTo>
                <a:lnTo>
                  <a:pt x="1209675" y="1447800"/>
                </a:lnTo>
                <a:lnTo>
                  <a:pt x="1209675" y="1457325"/>
                </a:lnTo>
                <a:lnTo>
                  <a:pt x="1219200" y="1457325"/>
                </a:lnTo>
                <a:lnTo>
                  <a:pt x="1219200" y="1876425"/>
                </a:lnTo>
                <a:lnTo>
                  <a:pt x="1209675" y="1876425"/>
                </a:lnTo>
                <a:lnTo>
                  <a:pt x="1209675" y="1885950"/>
                </a:lnTo>
                <a:lnTo>
                  <a:pt x="1152525" y="1885950"/>
                </a:lnTo>
                <a:lnTo>
                  <a:pt x="1152525" y="1876425"/>
                </a:lnTo>
                <a:lnTo>
                  <a:pt x="1143000" y="1876425"/>
                </a:lnTo>
                <a:lnTo>
                  <a:pt x="1143000" y="1819275"/>
                </a:lnTo>
                <a:lnTo>
                  <a:pt x="1133475" y="1819275"/>
                </a:lnTo>
                <a:lnTo>
                  <a:pt x="1133475" y="1800225"/>
                </a:lnTo>
                <a:lnTo>
                  <a:pt x="1123950" y="1800225"/>
                </a:lnTo>
                <a:lnTo>
                  <a:pt x="1123950" y="1790700"/>
                </a:lnTo>
                <a:lnTo>
                  <a:pt x="1114425" y="1790700"/>
                </a:lnTo>
                <a:lnTo>
                  <a:pt x="1114425" y="1781175"/>
                </a:lnTo>
                <a:lnTo>
                  <a:pt x="1076325" y="1781175"/>
                </a:lnTo>
                <a:lnTo>
                  <a:pt x="1076325" y="1790700"/>
                </a:lnTo>
                <a:lnTo>
                  <a:pt x="1066800" y="1790700"/>
                </a:lnTo>
                <a:lnTo>
                  <a:pt x="1066800" y="1809750"/>
                </a:lnTo>
                <a:lnTo>
                  <a:pt x="1047750" y="1809750"/>
                </a:lnTo>
                <a:lnTo>
                  <a:pt x="1047750" y="1800225"/>
                </a:lnTo>
                <a:lnTo>
                  <a:pt x="1038225" y="1800225"/>
                </a:lnTo>
                <a:lnTo>
                  <a:pt x="1038225" y="1771650"/>
                </a:lnTo>
                <a:lnTo>
                  <a:pt x="1028700" y="1771650"/>
                </a:lnTo>
                <a:lnTo>
                  <a:pt x="1028700" y="1762125"/>
                </a:lnTo>
                <a:lnTo>
                  <a:pt x="933450" y="1762125"/>
                </a:lnTo>
                <a:lnTo>
                  <a:pt x="933450" y="1771650"/>
                </a:lnTo>
                <a:lnTo>
                  <a:pt x="923925" y="1771650"/>
                </a:lnTo>
                <a:lnTo>
                  <a:pt x="923925" y="1876425"/>
                </a:lnTo>
                <a:lnTo>
                  <a:pt x="904875" y="1876425"/>
                </a:lnTo>
                <a:lnTo>
                  <a:pt x="904875" y="1828800"/>
                </a:lnTo>
                <a:lnTo>
                  <a:pt x="895350" y="1828800"/>
                </a:lnTo>
                <a:lnTo>
                  <a:pt x="895350" y="1781175"/>
                </a:lnTo>
                <a:lnTo>
                  <a:pt x="885825" y="1781175"/>
                </a:lnTo>
                <a:lnTo>
                  <a:pt x="885825" y="1771650"/>
                </a:lnTo>
                <a:lnTo>
                  <a:pt x="876300" y="1771650"/>
                </a:lnTo>
                <a:lnTo>
                  <a:pt x="876300" y="1762125"/>
                </a:lnTo>
                <a:lnTo>
                  <a:pt x="723900" y="1762125"/>
                </a:lnTo>
                <a:lnTo>
                  <a:pt x="723900" y="1771650"/>
                </a:lnTo>
                <a:lnTo>
                  <a:pt x="714375" y="1771650"/>
                </a:lnTo>
                <a:lnTo>
                  <a:pt x="714375" y="1828800"/>
                </a:lnTo>
                <a:lnTo>
                  <a:pt x="704850" y="1828800"/>
                </a:lnTo>
                <a:lnTo>
                  <a:pt x="704850" y="1838325"/>
                </a:lnTo>
                <a:lnTo>
                  <a:pt x="695325" y="1838325"/>
                </a:lnTo>
                <a:lnTo>
                  <a:pt x="695325" y="1876425"/>
                </a:lnTo>
                <a:lnTo>
                  <a:pt x="685800" y="1876425"/>
                </a:lnTo>
                <a:lnTo>
                  <a:pt x="685800" y="1885950"/>
                </a:lnTo>
                <a:lnTo>
                  <a:pt x="676275" y="1885950"/>
                </a:lnTo>
                <a:lnTo>
                  <a:pt x="676275" y="1876425"/>
                </a:lnTo>
                <a:lnTo>
                  <a:pt x="666750" y="1876425"/>
                </a:lnTo>
                <a:lnTo>
                  <a:pt x="666750" y="1752600"/>
                </a:lnTo>
                <a:lnTo>
                  <a:pt x="676275" y="1752600"/>
                </a:lnTo>
                <a:lnTo>
                  <a:pt x="676275" y="1743075"/>
                </a:lnTo>
                <a:lnTo>
                  <a:pt x="685800" y="1743075"/>
                </a:lnTo>
                <a:lnTo>
                  <a:pt x="685800" y="1733550"/>
                </a:lnTo>
                <a:lnTo>
                  <a:pt x="714375" y="1733550"/>
                </a:lnTo>
                <a:lnTo>
                  <a:pt x="714375" y="1743075"/>
                </a:lnTo>
                <a:lnTo>
                  <a:pt x="1104900" y="1743075"/>
                </a:lnTo>
                <a:lnTo>
                  <a:pt x="1104900" y="1733550"/>
                </a:lnTo>
                <a:lnTo>
                  <a:pt x="1152525" y="1733550"/>
                </a:lnTo>
                <a:lnTo>
                  <a:pt x="1152525" y="1724025"/>
                </a:lnTo>
                <a:lnTo>
                  <a:pt x="1171575" y="1724025"/>
                </a:lnTo>
                <a:lnTo>
                  <a:pt x="1171575" y="1704975"/>
                </a:lnTo>
                <a:lnTo>
                  <a:pt x="1181100" y="1704975"/>
                </a:lnTo>
                <a:lnTo>
                  <a:pt x="1181100" y="1685925"/>
                </a:lnTo>
                <a:lnTo>
                  <a:pt x="1171575" y="1685925"/>
                </a:lnTo>
                <a:lnTo>
                  <a:pt x="1171575" y="1676400"/>
                </a:lnTo>
                <a:lnTo>
                  <a:pt x="1152525" y="1676400"/>
                </a:lnTo>
                <a:lnTo>
                  <a:pt x="1152525" y="1666875"/>
                </a:lnTo>
                <a:lnTo>
                  <a:pt x="1143000" y="1666875"/>
                </a:lnTo>
                <a:lnTo>
                  <a:pt x="1143000" y="1657350"/>
                </a:lnTo>
                <a:lnTo>
                  <a:pt x="1152525" y="1657350"/>
                </a:lnTo>
                <a:lnTo>
                  <a:pt x="1152525" y="1600200"/>
                </a:lnTo>
                <a:lnTo>
                  <a:pt x="1143000" y="1600200"/>
                </a:lnTo>
                <a:lnTo>
                  <a:pt x="1143000" y="1552575"/>
                </a:lnTo>
                <a:lnTo>
                  <a:pt x="1133475" y="1552575"/>
                </a:lnTo>
                <a:lnTo>
                  <a:pt x="1133475" y="1543050"/>
                </a:lnTo>
                <a:lnTo>
                  <a:pt x="1123950" y="1543050"/>
                </a:lnTo>
                <a:lnTo>
                  <a:pt x="1123950" y="1533525"/>
                </a:lnTo>
                <a:lnTo>
                  <a:pt x="1038225" y="1533525"/>
                </a:lnTo>
                <a:lnTo>
                  <a:pt x="1038225" y="1543050"/>
                </a:lnTo>
                <a:lnTo>
                  <a:pt x="1028700" y="1543050"/>
                </a:lnTo>
                <a:lnTo>
                  <a:pt x="1028700" y="1590675"/>
                </a:lnTo>
                <a:lnTo>
                  <a:pt x="1019175" y="1590675"/>
                </a:lnTo>
                <a:lnTo>
                  <a:pt x="1019175" y="1666875"/>
                </a:lnTo>
                <a:lnTo>
                  <a:pt x="1000125" y="1666875"/>
                </a:lnTo>
                <a:lnTo>
                  <a:pt x="1000125" y="1552575"/>
                </a:lnTo>
                <a:lnTo>
                  <a:pt x="990600" y="1552575"/>
                </a:lnTo>
                <a:lnTo>
                  <a:pt x="990600" y="1543050"/>
                </a:lnTo>
                <a:lnTo>
                  <a:pt x="981075" y="1543050"/>
                </a:lnTo>
                <a:lnTo>
                  <a:pt x="981075" y="1533525"/>
                </a:lnTo>
                <a:lnTo>
                  <a:pt x="866775" y="1533525"/>
                </a:lnTo>
                <a:lnTo>
                  <a:pt x="866775" y="1543050"/>
                </a:lnTo>
                <a:lnTo>
                  <a:pt x="857250" y="1543050"/>
                </a:lnTo>
                <a:lnTo>
                  <a:pt x="857250" y="1552575"/>
                </a:lnTo>
                <a:lnTo>
                  <a:pt x="847725" y="1552575"/>
                </a:lnTo>
                <a:lnTo>
                  <a:pt x="847725" y="1562100"/>
                </a:lnTo>
                <a:lnTo>
                  <a:pt x="838200" y="1562100"/>
                </a:lnTo>
                <a:lnTo>
                  <a:pt x="838200" y="1552575"/>
                </a:lnTo>
                <a:lnTo>
                  <a:pt x="828675" y="1552575"/>
                </a:lnTo>
                <a:lnTo>
                  <a:pt x="828675" y="1543050"/>
                </a:lnTo>
                <a:lnTo>
                  <a:pt x="819150" y="1543050"/>
                </a:lnTo>
                <a:lnTo>
                  <a:pt x="819150" y="1533525"/>
                </a:lnTo>
                <a:lnTo>
                  <a:pt x="809625" y="1533525"/>
                </a:lnTo>
                <a:lnTo>
                  <a:pt x="809625" y="1485900"/>
                </a:lnTo>
                <a:lnTo>
                  <a:pt x="800100" y="1485900"/>
                </a:lnTo>
                <a:lnTo>
                  <a:pt x="800100" y="1476375"/>
                </a:lnTo>
                <a:lnTo>
                  <a:pt x="771525" y="1476375"/>
                </a:lnTo>
                <a:lnTo>
                  <a:pt x="771525" y="1485900"/>
                </a:lnTo>
                <a:lnTo>
                  <a:pt x="762000" y="1485900"/>
                </a:lnTo>
                <a:lnTo>
                  <a:pt x="762000" y="1495425"/>
                </a:lnTo>
                <a:lnTo>
                  <a:pt x="752475" y="1495425"/>
                </a:lnTo>
                <a:lnTo>
                  <a:pt x="752475" y="1504950"/>
                </a:lnTo>
                <a:lnTo>
                  <a:pt x="762000" y="1504950"/>
                </a:lnTo>
                <a:lnTo>
                  <a:pt x="762000" y="1524000"/>
                </a:lnTo>
                <a:lnTo>
                  <a:pt x="752475" y="1524000"/>
                </a:lnTo>
                <a:lnTo>
                  <a:pt x="752475" y="1543050"/>
                </a:lnTo>
                <a:lnTo>
                  <a:pt x="742950" y="1543050"/>
                </a:lnTo>
                <a:lnTo>
                  <a:pt x="742950" y="1552575"/>
                </a:lnTo>
                <a:lnTo>
                  <a:pt x="733425" y="1552575"/>
                </a:lnTo>
                <a:lnTo>
                  <a:pt x="733425" y="1619250"/>
                </a:lnTo>
                <a:lnTo>
                  <a:pt x="723900" y="1619250"/>
                </a:lnTo>
                <a:lnTo>
                  <a:pt x="723900" y="1666875"/>
                </a:lnTo>
                <a:lnTo>
                  <a:pt x="714375" y="1666875"/>
                </a:lnTo>
                <a:lnTo>
                  <a:pt x="714375" y="1676400"/>
                </a:lnTo>
                <a:lnTo>
                  <a:pt x="676275" y="1676400"/>
                </a:lnTo>
                <a:lnTo>
                  <a:pt x="676275" y="1666875"/>
                </a:lnTo>
                <a:lnTo>
                  <a:pt x="666750" y="1666875"/>
                </a:lnTo>
                <a:lnTo>
                  <a:pt x="666750" y="1457325"/>
                </a:lnTo>
                <a:lnTo>
                  <a:pt x="676275" y="1457325"/>
                </a:lnTo>
                <a:close/>
                <a:moveTo>
                  <a:pt x="590550" y="1504950"/>
                </a:moveTo>
                <a:lnTo>
                  <a:pt x="600075" y="1504950"/>
                </a:lnTo>
                <a:lnTo>
                  <a:pt x="600075" y="1524000"/>
                </a:lnTo>
                <a:lnTo>
                  <a:pt x="590550" y="1524000"/>
                </a:lnTo>
                <a:close/>
                <a:moveTo>
                  <a:pt x="590550" y="1543050"/>
                </a:moveTo>
                <a:lnTo>
                  <a:pt x="600075" y="1543050"/>
                </a:lnTo>
                <a:lnTo>
                  <a:pt x="600075" y="1647825"/>
                </a:lnTo>
                <a:lnTo>
                  <a:pt x="590550" y="1647825"/>
                </a:lnTo>
                <a:lnTo>
                  <a:pt x="590550" y="1638300"/>
                </a:lnTo>
                <a:lnTo>
                  <a:pt x="581025" y="1638300"/>
                </a:lnTo>
                <a:lnTo>
                  <a:pt x="581025" y="1619250"/>
                </a:lnTo>
                <a:lnTo>
                  <a:pt x="571500" y="1619250"/>
                </a:lnTo>
                <a:lnTo>
                  <a:pt x="571500" y="1609725"/>
                </a:lnTo>
                <a:lnTo>
                  <a:pt x="561975" y="1609725"/>
                </a:lnTo>
                <a:lnTo>
                  <a:pt x="561975" y="1581150"/>
                </a:lnTo>
                <a:lnTo>
                  <a:pt x="581025" y="1581150"/>
                </a:lnTo>
                <a:lnTo>
                  <a:pt x="581025" y="1571625"/>
                </a:lnTo>
                <a:lnTo>
                  <a:pt x="590550" y="1571625"/>
                </a:lnTo>
                <a:close/>
                <a:moveTo>
                  <a:pt x="1276350" y="1590675"/>
                </a:moveTo>
                <a:lnTo>
                  <a:pt x="1285875" y="1590675"/>
                </a:lnTo>
                <a:lnTo>
                  <a:pt x="1285875" y="1676400"/>
                </a:lnTo>
                <a:lnTo>
                  <a:pt x="1276350" y="1676400"/>
                </a:lnTo>
                <a:close/>
                <a:moveTo>
                  <a:pt x="838200" y="1609725"/>
                </a:moveTo>
                <a:lnTo>
                  <a:pt x="847725" y="1609725"/>
                </a:lnTo>
                <a:lnTo>
                  <a:pt x="847725" y="1619250"/>
                </a:lnTo>
                <a:lnTo>
                  <a:pt x="857250" y="1619250"/>
                </a:lnTo>
                <a:lnTo>
                  <a:pt x="857250" y="1647825"/>
                </a:lnTo>
                <a:lnTo>
                  <a:pt x="847725" y="1647825"/>
                </a:lnTo>
                <a:lnTo>
                  <a:pt x="847725" y="1657350"/>
                </a:lnTo>
                <a:lnTo>
                  <a:pt x="838200" y="1657350"/>
                </a:lnTo>
                <a:close/>
                <a:moveTo>
                  <a:pt x="561975" y="1685925"/>
                </a:moveTo>
                <a:lnTo>
                  <a:pt x="571500" y="1685925"/>
                </a:lnTo>
                <a:lnTo>
                  <a:pt x="571500" y="1695450"/>
                </a:lnTo>
                <a:lnTo>
                  <a:pt x="561975" y="1695450"/>
                </a:lnTo>
                <a:close/>
                <a:moveTo>
                  <a:pt x="571500" y="1695450"/>
                </a:moveTo>
                <a:lnTo>
                  <a:pt x="581025" y="1695450"/>
                </a:lnTo>
                <a:lnTo>
                  <a:pt x="581025" y="1704975"/>
                </a:lnTo>
                <a:lnTo>
                  <a:pt x="571500" y="1704975"/>
                </a:lnTo>
                <a:close/>
                <a:moveTo>
                  <a:pt x="495300" y="1704975"/>
                </a:moveTo>
                <a:lnTo>
                  <a:pt x="504825" y="1704975"/>
                </a:lnTo>
                <a:lnTo>
                  <a:pt x="504825" y="1714500"/>
                </a:lnTo>
                <a:lnTo>
                  <a:pt x="495300" y="1714500"/>
                </a:lnTo>
                <a:close/>
                <a:moveTo>
                  <a:pt x="581025" y="1704975"/>
                </a:moveTo>
                <a:lnTo>
                  <a:pt x="600075" y="1704975"/>
                </a:lnTo>
                <a:lnTo>
                  <a:pt x="600075" y="1781175"/>
                </a:lnTo>
                <a:lnTo>
                  <a:pt x="590550" y="1781175"/>
                </a:lnTo>
                <a:lnTo>
                  <a:pt x="590550" y="1762125"/>
                </a:lnTo>
                <a:lnTo>
                  <a:pt x="581025" y="1762125"/>
                </a:lnTo>
                <a:lnTo>
                  <a:pt x="581025" y="1771650"/>
                </a:lnTo>
                <a:lnTo>
                  <a:pt x="571500" y="1771650"/>
                </a:lnTo>
                <a:lnTo>
                  <a:pt x="571500" y="1733550"/>
                </a:lnTo>
                <a:lnTo>
                  <a:pt x="581025" y="1733550"/>
                </a:lnTo>
                <a:close/>
                <a:moveTo>
                  <a:pt x="485775" y="1714500"/>
                </a:moveTo>
                <a:lnTo>
                  <a:pt x="495300" y="1714500"/>
                </a:lnTo>
                <a:lnTo>
                  <a:pt x="495300" y="1724025"/>
                </a:lnTo>
                <a:lnTo>
                  <a:pt x="485775" y="1724025"/>
                </a:lnTo>
                <a:close/>
                <a:moveTo>
                  <a:pt x="476250" y="1724025"/>
                </a:moveTo>
                <a:lnTo>
                  <a:pt x="485775" y="1724025"/>
                </a:lnTo>
                <a:lnTo>
                  <a:pt x="485775" y="1733550"/>
                </a:lnTo>
                <a:lnTo>
                  <a:pt x="476250" y="1733550"/>
                </a:lnTo>
                <a:close/>
                <a:moveTo>
                  <a:pt x="561975" y="1771650"/>
                </a:moveTo>
                <a:lnTo>
                  <a:pt x="571500" y="1771650"/>
                </a:lnTo>
                <a:lnTo>
                  <a:pt x="571500" y="1781175"/>
                </a:lnTo>
                <a:lnTo>
                  <a:pt x="561975" y="1781175"/>
                </a:lnTo>
                <a:close/>
                <a:moveTo>
                  <a:pt x="1838325" y="1781175"/>
                </a:moveTo>
                <a:lnTo>
                  <a:pt x="1847850" y="1781175"/>
                </a:lnTo>
                <a:lnTo>
                  <a:pt x="1847850" y="1800225"/>
                </a:lnTo>
                <a:lnTo>
                  <a:pt x="1838325" y="1800225"/>
                </a:lnTo>
                <a:close/>
                <a:moveTo>
                  <a:pt x="1857375" y="1790700"/>
                </a:moveTo>
                <a:lnTo>
                  <a:pt x="1876425" y="1790700"/>
                </a:lnTo>
                <a:lnTo>
                  <a:pt x="1876425" y="1800225"/>
                </a:lnTo>
                <a:lnTo>
                  <a:pt x="1866900" y="1800225"/>
                </a:lnTo>
                <a:lnTo>
                  <a:pt x="1866900" y="1828800"/>
                </a:lnTo>
                <a:lnTo>
                  <a:pt x="1857375" y="1828800"/>
                </a:lnTo>
                <a:close/>
                <a:moveTo>
                  <a:pt x="523875" y="1828800"/>
                </a:moveTo>
                <a:lnTo>
                  <a:pt x="533400" y="1828800"/>
                </a:lnTo>
                <a:lnTo>
                  <a:pt x="533400" y="1838325"/>
                </a:lnTo>
                <a:lnTo>
                  <a:pt x="552450" y="1838325"/>
                </a:lnTo>
                <a:lnTo>
                  <a:pt x="552450" y="1847850"/>
                </a:lnTo>
                <a:lnTo>
                  <a:pt x="581025" y="1847850"/>
                </a:lnTo>
                <a:lnTo>
                  <a:pt x="581025" y="1857375"/>
                </a:lnTo>
                <a:lnTo>
                  <a:pt x="590550" y="1857375"/>
                </a:lnTo>
                <a:lnTo>
                  <a:pt x="590550" y="1838325"/>
                </a:lnTo>
                <a:lnTo>
                  <a:pt x="600075" y="1838325"/>
                </a:lnTo>
                <a:lnTo>
                  <a:pt x="600075" y="1933575"/>
                </a:lnTo>
                <a:lnTo>
                  <a:pt x="590550" y="1933575"/>
                </a:lnTo>
                <a:lnTo>
                  <a:pt x="590550" y="1924050"/>
                </a:lnTo>
                <a:lnTo>
                  <a:pt x="581025" y="1924050"/>
                </a:lnTo>
                <a:lnTo>
                  <a:pt x="581025" y="1933575"/>
                </a:lnTo>
                <a:lnTo>
                  <a:pt x="571500" y="1933575"/>
                </a:lnTo>
                <a:lnTo>
                  <a:pt x="571500" y="1971675"/>
                </a:lnTo>
                <a:lnTo>
                  <a:pt x="581025" y="1971675"/>
                </a:lnTo>
                <a:lnTo>
                  <a:pt x="581025" y="1981200"/>
                </a:lnTo>
                <a:lnTo>
                  <a:pt x="609600" y="1981200"/>
                </a:lnTo>
                <a:lnTo>
                  <a:pt x="609600" y="1971675"/>
                </a:lnTo>
                <a:lnTo>
                  <a:pt x="628650" y="1971675"/>
                </a:lnTo>
                <a:lnTo>
                  <a:pt x="628650" y="1981200"/>
                </a:lnTo>
                <a:lnTo>
                  <a:pt x="609600" y="1981200"/>
                </a:lnTo>
                <a:lnTo>
                  <a:pt x="609600" y="1990725"/>
                </a:lnTo>
                <a:lnTo>
                  <a:pt x="581025" y="1990725"/>
                </a:lnTo>
                <a:lnTo>
                  <a:pt x="581025" y="2009775"/>
                </a:lnTo>
                <a:lnTo>
                  <a:pt x="619125" y="2009775"/>
                </a:lnTo>
                <a:lnTo>
                  <a:pt x="619125" y="2000250"/>
                </a:lnTo>
                <a:lnTo>
                  <a:pt x="638175" y="2000250"/>
                </a:lnTo>
                <a:lnTo>
                  <a:pt x="638175" y="2019300"/>
                </a:lnTo>
                <a:lnTo>
                  <a:pt x="1362075" y="2019300"/>
                </a:lnTo>
                <a:lnTo>
                  <a:pt x="1362075" y="2009775"/>
                </a:lnTo>
                <a:lnTo>
                  <a:pt x="1371600" y="2009775"/>
                </a:lnTo>
                <a:lnTo>
                  <a:pt x="1371600" y="2028825"/>
                </a:lnTo>
                <a:lnTo>
                  <a:pt x="561975" y="2028825"/>
                </a:lnTo>
                <a:lnTo>
                  <a:pt x="561975" y="1924050"/>
                </a:lnTo>
                <a:lnTo>
                  <a:pt x="571500" y="1924050"/>
                </a:lnTo>
                <a:lnTo>
                  <a:pt x="571500" y="1876425"/>
                </a:lnTo>
                <a:lnTo>
                  <a:pt x="561975" y="1876425"/>
                </a:lnTo>
                <a:lnTo>
                  <a:pt x="561975" y="1866900"/>
                </a:lnTo>
                <a:lnTo>
                  <a:pt x="552450" y="1866900"/>
                </a:lnTo>
                <a:lnTo>
                  <a:pt x="552450" y="1857375"/>
                </a:lnTo>
                <a:lnTo>
                  <a:pt x="504825" y="1857375"/>
                </a:lnTo>
                <a:lnTo>
                  <a:pt x="504825" y="1838325"/>
                </a:lnTo>
                <a:lnTo>
                  <a:pt x="523875" y="1838325"/>
                </a:lnTo>
                <a:close/>
                <a:moveTo>
                  <a:pt x="1943100" y="1828800"/>
                </a:moveTo>
                <a:lnTo>
                  <a:pt x="1952625" y="1828800"/>
                </a:lnTo>
                <a:lnTo>
                  <a:pt x="1952625" y="1838325"/>
                </a:lnTo>
                <a:lnTo>
                  <a:pt x="1943100" y="1838325"/>
                </a:lnTo>
                <a:close/>
                <a:moveTo>
                  <a:pt x="1933575" y="1838325"/>
                </a:moveTo>
                <a:lnTo>
                  <a:pt x="1943100" y="1838325"/>
                </a:lnTo>
                <a:lnTo>
                  <a:pt x="1943100" y="1847850"/>
                </a:lnTo>
                <a:lnTo>
                  <a:pt x="1933575" y="1847850"/>
                </a:lnTo>
                <a:close/>
                <a:moveTo>
                  <a:pt x="409575" y="1847850"/>
                </a:moveTo>
                <a:lnTo>
                  <a:pt x="438150" y="1847850"/>
                </a:lnTo>
                <a:lnTo>
                  <a:pt x="438150" y="1866900"/>
                </a:lnTo>
                <a:lnTo>
                  <a:pt x="409575" y="1866900"/>
                </a:lnTo>
                <a:close/>
                <a:moveTo>
                  <a:pt x="2209800" y="1847850"/>
                </a:moveTo>
                <a:lnTo>
                  <a:pt x="2219325" y="1847850"/>
                </a:lnTo>
                <a:lnTo>
                  <a:pt x="2219325" y="1866900"/>
                </a:lnTo>
                <a:lnTo>
                  <a:pt x="2209800" y="1866900"/>
                </a:lnTo>
                <a:close/>
                <a:moveTo>
                  <a:pt x="219075" y="1857375"/>
                </a:moveTo>
                <a:lnTo>
                  <a:pt x="228600" y="1857375"/>
                </a:lnTo>
                <a:lnTo>
                  <a:pt x="228600" y="1876425"/>
                </a:lnTo>
                <a:lnTo>
                  <a:pt x="219075" y="1876425"/>
                </a:lnTo>
                <a:close/>
                <a:moveTo>
                  <a:pt x="361950" y="1857375"/>
                </a:moveTo>
                <a:lnTo>
                  <a:pt x="371475" y="1857375"/>
                </a:lnTo>
                <a:lnTo>
                  <a:pt x="371475" y="1866900"/>
                </a:lnTo>
                <a:lnTo>
                  <a:pt x="361950" y="1866900"/>
                </a:lnTo>
                <a:close/>
                <a:moveTo>
                  <a:pt x="352425" y="1866900"/>
                </a:moveTo>
                <a:lnTo>
                  <a:pt x="361950" y="1866900"/>
                </a:lnTo>
                <a:lnTo>
                  <a:pt x="361950" y="1876425"/>
                </a:lnTo>
                <a:lnTo>
                  <a:pt x="352425" y="1876425"/>
                </a:lnTo>
                <a:close/>
                <a:moveTo>
                  <a:pt x="342900" y="1885950"/>
                </a:moveTo>
                <a:lnTo>
                  <a:pt x="352425" y="1885950"/>
                </a:lnTo>
                <a:lnTo>
                  <a:pt x="352425" y="1952625"/>
                </a:lnTo>
                <a:lnTo>
                  <a:pt x="342900" y="1952625"/>
                </a:lnTo>
                <a:close/>
                <a:moveTo>
                  <a:pt x="228600" y="1895475"/>
                </a:moveTo>
                <a:lnTo>
                  <a:pt x="238125" y="1895475"/>
                </a:lnTo>
                <a:lnTo>
                  <a:pt x="238125" y="1914525"/>
                </a:lnTo>
                <a:lnTo>
                  <a:pt x="228600" y="1914525"/>
                </a:lnTo>
                <a:close/>
                <a:moveTo>
                  <a:pt x="2200275" y="1895475"/>
                </a:moveTo>
                <a:lnTo>
                  <a:pt x="2209800" y="1895475"/>
                </a:lnTo>
                <a:lnTo>
                  <a:pt x="2209800" y="1905000"/>
                </a:lnTo>
                <a:lnTo>
                  <a:pt x="2200275" y="1905000"/>
                </a:lnTo>
                <a:close/>
                <a:moveTo>
                  <a:pt x="1276350" y="1905000"/>
                </a:moveTo>
                <a:lnTo>
                  <a:pt x="1285875" y="1905000"/>
                </a:lnTo>
                <a:lnTo>
                  <a:pt x="1285875" y="1924050"/>
                </a:lnTo>
                <a:lnTo>
                  <a:pt x="1276350" y="1924050"/>
                </a:lnTo>
                <a:close/>
                <a:moveTo>
                  <a:pt x="238125" y="1933575"/>
                </a:moveTo>
                <a:lnTo>
                  <a:pt x="247650" y="1933575"/>
                </a:lnTo>
                <a:lnTo>
                  <a:pt x="247650" y="1943100"/>
                </a:lnTo>
                <a:lnTo>
                  <a:pt x="238125" y="1943100"/>
                </a:lnTo>
                <a:close/>
                <a:moveTo>
                  <a:pt x="2190750" y="1933575"/>
                </a:moveTo>
                <a:lnTo>
                  <a:pt x="2200275" y="1933575"/>
                </a:lnTo>
                <a:lnTo>
                  <a:pt x="2200275" y="1943100"/>
                </a:lnTo>
                <a:lnTo>
                  <a:pt x="2190750" y="1943100"/>
                </a:lnTo>
                <a:close/>
                <a:moveTo>
                  <a:pt x="2181225" y="1952625"/>
                </a:moveTo>
                <a:lnTo>
                  <a:pt x="2190750" y="1952625"/>
                </a:lnTo>
                <a:lnTo>
                  <a:pt x="2190750" y="1962150"/>
                </a:lnTo>
                <a:lnTo>
                  <a:pt x="2181225" y="1962150"/>
                </a:lnTo>
                <a:close/>
                <a:moveTo>
                  <a:pt x="247650" y="1962150"/>
                </a:moveTo>
                <a:lnTo>
                  <a:pt x="257175" y="1962150"/>
                </a:lnTo>
                <a:lnTo>
                  <a:pt x="257175" y="1971675"/>
                </a:lnTo>
                <a:lnTo>
                  <a:pt x="247650" y="1971675"/>
                </a:lnTo>
                <a:close/>
                <a:moveTo>
                  <a:pt x="257175" y="1981200"/>
                </a:moveTo>
                <a:lnTo>
                  <a:pt x="266700" y="1981200"/>
                </a:lnTo>
                <a:lnTo>
                  <a:pt x="266700" y="1990725"/>
                </a:lnTo>
                <a:lnTo>
                  <a:pt x="257175" y="1990725"/>
                </a:lnTo>
                <a:close/>
                <a:moveTo>
                  <a:pt x="352425" y="1990725"/>
                </a:moveTo>
                <a:lnTo>
                  <a:pt x="361950" y="1990725"/>
                </a:lnTo>
                <a:lnTo>
                  <a:pt x="361950" y="2000250"/>
                </a:lnTo>
                <a:lnTo>
                  <a:pt x="352425" y="2000250"/>
                </a:lnTo>
                <a:close/>
                <a:moveTo>
                  <a:pt x="266700" y="2000250"/>
                </a:moveTo>
                <a:lnTo>
                  <a:pt x="276225" y="2000250"/>
                </a:lnTo>
                <a:lnTo>
                  <a:pt x="276225" y="2009775"/>
                </a:lnTo>
                <a:lnTo>
                  <a:pt x="266700" y="2009775"/>
                </a:lnTo>
                <a:close/>
                <a:moveTo>
                  <a:pt x="2152650" y="2000250"/>
                </a:moveTo>
                <a:lnTo>
                  <a:pt x="2171700" y="2000250"/>
                </a:lnTo>
                <a:lnTo>
                  <a:pt x="2171700" y="2009775"/>
                </a:lnTo>
                <a:lnTo>
                  <a:pt x="2152650" y="2009775"/>
                </a:lnTo>
                <a:close/>
                <a:moveTo>
                  <a:pt x="276225" y="2019300"/>
                </a:moveTo>
                <a:lnTo>
                  <a:pt x="285750" y="2019300"/>
                </a:lnTo>
                <a:lnTo>
                  <a:pt x="285750" y="2028825"/>
                </a:lnTo>
                <a:lnTo>
                  <a:pt x="276225" y="2028825"/>
                </a:lnTo>
                <a:close/>
                <a:moveTo>
                  <a:pt x="361950" y="2028825"/>
                </a:moveTo>
                <a:lnTo>
                  <a:pt x="371475" y="2028825"/>
                </a:lnTo>
                <a:lnTo>
                  <a:pt x="371475" y="2038350"/>
                </a:lnTo>
                <a:lnTo>
                  <a:pt x="361950" y="2038350"/>
                </a:lnTo>
                <a:close/>
                <a:moveTo>
                  <a:pt x="371475" y="2047875"/>
                </a:moveTo>
                <a:lnTo>
                  <a:pt x="381000" y="2047875"/>
                </a:lnTo>
                <a:lnTo>
                  <a:pt x="381000" y="2066925"/>
                </a:lnTo>
                <a:lnTo>
                  <a:pt x="371475" y="2066925"/>
                </a:lnTo>
                <a:close/>
                <a:moveTo>
                  <a:pt x="352425" y="2085975"/>
                </a:moveTo>
                <a:lnTo>
                  <a:pt x="361950" y="2085975"/>
                </a:lnTo>
                <a:lnTo>
                  <a:pt x="361950" y="2105025"/>
                </a:lnTo>
                <a:lnTo>
                  <a:pt x="1371600" y="2105025"/>
                </a:lnTo>
                <a:lnTo>
                  <a:pt x="1371600" y="2114550"/>
                </a:lnTo>
                <a:lnTo>
                  <a:pt x="381000" y="2114550"/>
                </a:lnTo>
                <a:lnTo>
                  <a:pt x="381000" y="2133600"/>
                </a:lnTo>
                <a:lnTo>
                  <a:pt x="371475" y="2133600"/>
                </a:lnTo>
                <a:lnTo>
                  <a:pt x="371475" y="2124075"/>
                </a:lnTo>
                <a:lnTo>
                  <a:pt x="361950" y="2124075"/>
                </a:lnTo>
                <a:lnTo>
                  <a:pt x="361950" y="2114550"/>
                </a:lnTo>
                <a:lnTo>
                  <a:pt x="352425" y="2114550"/>
                </a:lnTo>
                <a:lnTo>
                  <a:pt x="352425" y="2105025"/>
                </a:lnTo>
                <a:lnTo>
                  <a:pt x="342900" y="2105025"/>
                </a:lnTo>
                <a:lnTo>
                  <a:pt x="342900" y="2095500"/>
                </a:lnTo>
                <a:lnTo>
                  <a:pt x="352425" y="2095500"/>
                </a:lnTo>
                <a:close/>
                <a:moveTo>
                  <a:pt x="1828800" y="2105025"/>
                </a:moveTo>
                <a:lnTo>
                  <a:pt x="1990725" y="2105025"/>
                </a:lnTo>
                <a:lnTo>
                  <a:pt x="1990725" y="2114550"/>
                </a:lnTo>
                <a:lnTo>
                  <a:pt x="1828800" y="2114550"/>
                </a:lnTo>
                <a:close/>
                <a:moveTo>
                  <a:pt x="2066925" y="2105025"/>
                </a:moveTo>
                <a:lnTo>
                  <a:pt x="2076450" y="2105025"/>
                </a:lnTo>
                <a:lnTo>
                  <a:pt x="2076450" y="2114550"/>
                </a:lnTo>
                <a:lnTo>
                  <a:pt x="2066925" y="2114550"/>
                </a:lnTo>
                <a:close/>
                <a:moveTo>
                  <a:pt x="2057400" y="2124075"/>
                </a:moveTo>
                <a:lnTo>
                  <a:pt x="2066925" y="2124075"/>
                </a:lnTo>
                <a:lnTo>
                  <a:pt x="2066925" y="2133600"/>
                </a:lnTo>
                <a:lnTo>
                  <a:pt x="2057400" y="2133600"/>
                </a:lnTo>
                <a:close/>
                <a:moveTo>
                  <a:pt x="381000" y="2133600"/>
                </a:moveTo>
                <a:lnTo>
                  <a:pt x="390525" y="2133600"/>
                </a:lnTo>
                <a:lnTo>
                  <a:pt x="390525" y="2143125"/>
                </a:lnTo>
                <a:lnTo>
                  <a:pt x="381000" y="2143125"/>
                </a:lnTo>
                <a:close/>
                <a:moveTo>
                  <a:pt x="2047875" y="2133600"/>
                </a:moveTo>
                <a:lnTo>
                  <a:pt x="2057400" y="2133600"/>
                </a:lnTo>
                <a:lnTo>
                  <a:pt x="2057400" y="2143125"/>
                </a:lnTo>
                <a:lnTo>
                  <a:pt x="2047875" y="2143125"/>
                </a:lnTo>
                <a:close/>
                <a:moveTo>
                  <a:pt x="390525" y="2143125"/>
                </a:moveTo>
                <a:lnTo>
                  <a:pt x="400050" y="2143125"/>
                </a:lnTo>
                <a:lnTo>
                  <a:pt x="400050" y="2152650"/>
                </a:lnTo>
                <a:lnTo>
                  <a:pt x="390525" y="2152650"/>
                </a:lnTo>
                <a:close/>
                <a:moveTo>
                  <a:pt x="2038350" y="2143125"/>
                </a:moveTo>
                <a:lnTo>
                  <a:pt x="2047875" y="2143125"/>
                </a:lnTo>
                <a:lnTo>
                  <a:pt x="2047875" y="2152650"/>
                </a:lnTo>
                <a:lnTo>
                  <a:pt x="2038350" y="2152650"/>
                </a:lnTo>
                <a:close/>
                <a:moveTo>
                  <a:pt x="409575" y="2152650"/>
                </a:moveTo>
                <a:lnTo>
                  <a:pt x="419100" y="2152650"/>
                </a:lnTo>
                <a:lnTo>
                  <a:pt x="419100" y="2162175"/>
                </a:lnTo>
                <a:lnTo>
                  <a:pt x="409575" y="2162175"/>
                </a:lnTo>
                <a:close/>
                <a:moveTo>
                  <a:pt x="419100" y="2162175"/>
                </a:moveTo>
                <a:lnTo>
                  <a:pt x="438150" y="2162175"/>
                </a:lnTo>
                <a:lnTo>
                  <a:pt x="438150" y="2171700"/>
                </a:lnTo>
                <a:lnTo>
                  <a:pt x="419100" y="2171700"/>
                </a:lnTo>
                <a:close/>
                <a:moveTo>
                  <a:pt x="2009775" y="2162175"/>
                </a:moveTo>
                <a:lnTo>
                  <a:pt x="2019300" y="2162175"/>
                </a:lnTo>
                <a:lnTo>
                  <a:pt x="2019300" y="2171700"/>
                </a:lnTo>
                <a:lnTo>
                  <a:pt x="2009775" y="2171700"/>
                </a:lnTo>
                <a:close/>
                <a:moveTo>
                  <a:pt x="438150" y="2171700"/>
                </a:moveTo>
                <a:lnTo>
                  <a:pt x="447675" y="2171700"/>
                </a:lnTo>
                <a:lnTo>
                  <a:pt x="447675" y="2181225"/>
                </a:lnTo>
                <a:lnTo>
                  <a:pt x="438150" y="2181225"/>
                </a:lnTo>
                <a:close/>
                <a:moveTo>
                  <a:pt x="1990725" y="2171700"/>
                </a:moveTo>
                <a:lnTo>
                  <a:pt x="2000250" y="2171700"/>
                </a:lnTo>
                <a:lnTo>
                  <a:pt x="2000250" y="2181225"/>
                </a:lnTo>
                <a:lnTo>
                  <a:pt x="1990725" y="2181225"/>
                </a:lnTo>
                <a:close/>
                <a:moveTo>
                  <a:pt x="457200" y="2181225"/>
                </a:moveTo>
                <a:lnTo>
                  <a:pt x="466725" y="2181225"/>
                </a:lnTo>
                <a:lnTo>
                  <a:pt x="466725" y="2190750"/>
                </a:lnTo>
                <a:lnTo>
                  <a:pt x="457200" y="2190750"/>
                </a:lnTo>
                <a:close/>
                <a:moveTo>
                  <a:pt x="1971675" y="2181225"/>
                </a:moveTo>
                <a:lnTo>
                  <a:pt x="1981200" y="2181225"/>
                </a:lnTo>
                <a:lnTo>
                  <a:pt x="1981200" y="2190750"/>
                </a:lnTo>
                <a:lnTo>
                  <a:pt x="1971675" y="2190750"/>
                </a:lnTo>
                <a:close/>
                <a:moveTo>
                  <a:pt x="476250" y="2190750"/>
                </a:moveTo>
                <a:lnTo>
                  <a:pt x="485775" y="2190750"/>
                </a:lnTo>
                <a:lnTo>
                  <a:pt x="485775" y="2200275"/>
                </a:lnTo>
                <a:lnTo>
                  <a:pt x="476250" y="2200275"/>
                </a:lnTo>
                <a:close/>
                <a:moveTo>
                  <a:pt x="1952625" y="2190750"/>
                </a:moveTo>
                <a:lnTo>
                  <a:pt x="1962150" y="2190750"/>
                </a:lnTo>
                <a:lnTo>
                  <a:pt x="1962150" y="2200275"/>
                </a:lnTo>
                <a:lnTo>
                  <a:pt x="1952625" y="2200275"/>
                </a:lnTo>
                <a:close/>
                <a:moveTo>
                  <a:pt x="495300" y="2200275"/>
                </a:moveTo>
                <a:lnTo>
                  <a:pt x="504825" y="2200275"/>
                </a:lnTo>
                <a:lnTo>
                  <a:pt x="504825" y="2209800"/>
                </a:lnTo>
                <a:lnTo>
                  <a:pt x="495300" y="2209800"/>
                </a:lnTo>
                <a:close/>
                <a:moveTo>
                  <a:pt x="1924050" y="2200275"/>
                </a:moveTo>
                <a:lnTo>
                  <a:pt x="1943100" y="2200275"/>
                </a:lnTo>
                <a:lnTo>
                  <a:pt x="1943100" y="2209800"/>
                </a:lnTo>
                <a:lnTo>
                  <a:pt x="1924050" y="2209800"/>
                </a:lnTo>
                <a:close/>
                <a:moveTo>
                  <a:pt x="523875" y="2209800"/>
                </a:moveTo>
                <a:lnTo>
                  <a:pt x="533400" y="2209800"/>
                </a:lnTo>
                <a:lnTo>
                  <a:pt x="533400" y="2219325"/>
                </a:lnTo>
                <a:lnTo>
                  <a:pt x="523875" y="2219325"/>
                </a:lnTo>
                <a:close/>
                <a:moveTo>
                  <a:pt x="1885950" y="2209800"/>
                </a:moveTo>
                <a:lnTo>
                  <a:pt x="1914525" y="2209800"/>
                </a:lnTo>
                <a:lnTo>
                  <a:pt x="1914525" y="2219325"/>
                </a:lnTo>
                <a:lnTo>
                  <a:pt x="1885950" y="2219325"/>
                </a:lnTo>
                <a:close/>
                <a:moveTo>
                  <a:pt x="552450" y="2219325"/>
                </a:moveTo>
                <a:lnTo>
                  <a:pt x="571500" y="2219325"/>
                </a:lnTo>
                <a:lnTo>
                  <a:pt x="571500" y="2228850"/>
                </a:lnTo>
                <a:lnTo>
                  <a:pt x="552450" y="2228850"/>
                </a:lnTo>
                <a:close/>
                <a:moveTo>
                  <a:pt x="1847850" y="2219325"/>
                </a:moveTo>
                <a:lnTo>
                  <a:pt x="1876425" y="2219325"/>
                </a:lnTo>
                <a:lnTo>
                  <a:pt x="1876425" y="2228850"/>
                </a:lnTo>
                <a:lnTo>
                  <a:pt x="1847850" y="2228850"/>
                </a:lnTo>
                <a:close/>
                <a:moveTo>
                  <a:pt x="609600" y="2228850"/>
                </a:moveTo>
                <a:lnTo>
                  <a:pt x="1476375" y="2228850"/>
                </a:lnTo>
                <a:lnTo>
                  <a:pt x="1476375" y="2238375"/>
                </a:lnTo>
                <a:lnTo>
                  <a:pt x="609600" y="2238375"/>
                </a:lnTo>
                <a:close/>
                <a:moveTo>
                  <a:pt x="1676400" y="2228850"/>
                </a:moveTo>
                <a:lnTo>
                  <a:pt x="1828800" y="2228850"/>
                </a:lnTo>
                <a:lnTo>
                  <a:pt x="1828800" y="2238375"/>
                </a:lnTo>
                <a:lnTo>
                  <a:pt x="1676400" y="2238375"/>
                </a:lnTo>
                <a:close/>
              </a:path>
            </a:pathLst>
          </a:custGeom>
          <a:solidFill xmlns:a="http://schemas.openxmlformats.org/drawingml/2006/main">
            <a:srgbClr val="FEDBB0"/>
          </a:solidFill>
          <a:ln xmlns:a="http://schemas.openxmlformats.org/drawingml/2006/main" w="0">
            <a:noFill/>
          </a:ln>
        </p:spPr>
      </p:sp>
      <p:sp>
        <p:nvSpPr>
          <p:cNvPr id="20" name="logo vector #f6d7b5">
            <a:extLst xmlns:a="http://schemas.openxmlformats.org/drawingml/2006/main">
              <a:ext uri="{FF2B5EF4-FFF2-40B4-BE49-F238E27FC236}">
                <a16:creationId xmlns:a16="http://schemas.microsoft.com/office/drawing/2014/main" id="{2B35B880-8EE6-4872-9FD3-20C6EEFAB8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124450" y="1590675"/>
            <a:ext cx="2867025" cy="2752725"/>
          </a:xfrm>
          <a:custGeom xmlns:a="http://schemas.openxmlformats.org/drawingml/2006/main">
            <a:pathLst>
              <a:path w="2428875" h="2333625">
                <a:moveTo>
                  <a:pt x="228600" y="9525"/>
                </a:moveTo>
                <a:lnTo>
                  <a:pt x="238125" y="9525"/>
                </a:lnTo>
                <a:lnTo>
                  <a:pt x="238125" y="19050"/>
                </a:lnTo>
                <a:lnTo>
                  <a:pt x="228600" y="19050"/>
                </a:lnTo>
                <a:close/>
                <a:moveTo>
                  <a:pt x="2200275" y="9525"/>
                </a:moveTo>
                <a:lnTo>
                  <a:pt x="2209800" y="9525"/>
                </a:lnTo>
                <a:lnTo>
                  <a:pt x="2209800" y="19050"/>
                </a:lnTo>
                <a:lnTo>
                  <a:pt x="2200275" y="19050"/>
                </a:lnTo>
                <a:close/>
                <a:moveTo>
                  <a:pt x="200025" y="19050"/>
                </a:moveTo>
                <a:lnTo>
                  <a:pt x="209550" y="19050"/>
                </a:lnTo>
                <a:lnTo>
                  <a:pt x="209550" y="28575"/>
                </a:lnTo>
                <a:lnTo>
                  <a:pt x="200025" y="28575"/>
                </a:lnTo>
                <a:close/>
                <a:moveTo>
                  <a:pt x="2228850" y="19050"/>
                </a:moveTo>
                <a:lnTo>
                  <a:pt x="2238375" y="19050"/>
                </a:lnTo>
                <a:lnTo>
                  <a:pt x="2238375" y="28575"/>
                </a:lnTo>
                <a:lnTo>
                  <a:pt x="2228850" y="28575"/>
                </a:lnTo>
                <a:close/>
                <a:moveTo>
                  <a:pt x="2247900" y="28575"/>
                </a:moveTo>
                <a:lnTo>
                  <a:pt x="2257425" y="28575"/>
                </a:lnTo>
                <a:lnTo>
                  <a:pt x="2257425" y="38100"/>
                </a:lnTo>
                <a:lnTo>
                  <a:pt x="2247900" y="38100"/>
                </a:lnTo>
                <a:close/>
                <a:moveTo>
                  <a:pt x="2266950" y="38100"/>
                </a:moveTo>
                <a:lnTo>
                  <a:pt x="2276475" y="38100"/>
                </a:lnTo>
                <a:lnTo>
                  <a:pt x="2276475" y="47625"/>
                </a:lnTo>
                <a:lnTo>
                  <a:pt x="2266950" y="47625"/>
                </a:lnTo>
                <a:close/>
                <a:moveTo>
                  <a:pt x="142875" y="47625"/>
                </a:moveTo>
                <a:lnTo>
                  <a:pt x="152400" y="47625"/>
                </a:lnTo>
                <a:lnTo>
                  <a:pt x="152400" y="57150"/>
                </a:lnTo>
                <a:lnTo>
                  <a:pt x="142875" y="57150"/>
                </a:lnTo>
                <a:close/>
                <a:moveTo>
                  <a:pt x="104775" y="76200"/>
                </a:moveTo>
                <a:lnTo>
                  <a:pt x="114300" y="76200"/>
                </a:lnTo>
                <a:lnTo>
                  <a:pt x="114300" y="85725"/>
                </a:lnTo>
                <a:lnTo>
                  <a:pt x="104775" y="85725"/>
                </a:lnTo>
                <a:close/>
                <a:moveTo>
                  <a:pt x="95250" y="85725"/>
                </a:moveTo>
                <a:lnTo>
                  <a:pt x="104775" y="85725"/>
                </a:lnTo>
                <a:lnTo>
                  <a:pt x="104775" y="95250"/>
                </a:lnTo>
                <a:lnTo>
                  <a:pt x="95250" y="95250"/>
                </a:lnTo>
                <a:close/>
                <a:moveTo>
                  <a:pt x="2362200" y="123825"/>
                </a:moveTo>
                <a:lnTo>
                  <a:pt x="2371725" y="123825"/>
                </a:lnTo>
                <a:lnTo>
                  <a:pt x="2371725" y="133350"/>
                </a:lnTo>
                <a:lnTo>
                  <a:pt x="2362200" y="133350"/>
                </a:lnTo>
                <a:close/>
                <a:moveTo>
                  <a:pt x="57150" y="133350"/>
                </a:moveTo>
                <a:lnTo>
                  <a:pt x="66675" y="133350"/>
                </a:lnTo>
                <a:lnTo>
                  <a:pt x="66675" y="142875"/>
                </a:lnTo>
                <a:lnTo>
                  <a:pt x="57150" y="142875"/>
                </a:lnTo>
                <a:close/>
                <a:moveTo>
                  <a:pt x="2381250" y="152400"/>
                </a:moveTo>
                <a:lnTo>
                  <a:pt x="2390775" y="152400"/>
                </a:lnTo>
                <a:lnTo>
                  <a:pt x="2390775" y="161925"/>
                </a:lnTo>
                <a:lnTo>
                  <a:pt x="2381250" y="161925"/>
                </a:lnTo>
                <a:close/>
                <a:moveTo>
                  <a:pt x="2390775" y="171450"/>
                </a:moveTo>
                <a:lnTo>
                  <a:pt x="2400300" y="171450"/>
                </a:lnTo>
                <a:lnTo>
                  <a:pt x="2400300" y="180975"/>
                </a:lnTo>
                <a:lnTo>
                  <a:pt x="2390775" y="180975"/>
                </a:lnTo>
                <a:close/>
                <a:moveTo>
                  <a:pt x="2400300" y="190500"/>
                </a:moveTo>
                <a:lnTo>
                  <a:pt x="2409825" y="190500"/>
                </a:lnTo>
                <a:lnTo>
                  <a:pt x="2409825" y="200025"/>
                </a:lnTo>
                <a:lnTo>
                  <a:pt x="2400300" y="200025"/>
                </a:lnTo>
                <a:close/>
                <a:moveTo>
                  <a:pt x="2409825" y="228600"/>
                </a:moveTo>
                <a:lnTo>
                  <a:pt x="2419350" y="228600"/>
                </a:lnTo>
                <a:lnTo>
                  <a:pt x="2419350" y="238125"/>
                </a:lnTo>
                <a:lnTo>
                  <a:pt x="2409825" y="238125"/>
                </a:lnTo>
                <a:close/>
                <a:moveTo>
                  <a:pt x="9525" y="276225"/>
                </a:moveTo>
                <a:lnTo>
                  <a:pt x="19050" y="276225"/>
                </a:lnTo>
                <a:lnTo>
                  <a:pt x="19050" y="1228725"/>
                </a:lnTo>
                <a:lnTo>
                  <a:pt x="9525" y="1228725"/>
                </a:lnTo>
                <a:close/>
                <a:moveTo>
                  <a:pt x="381000" y="295275"/>
                </a:moveTo>
                <a:lnTo>
                  <a:pt x="390525" y="295275"/>
                </a:lnTo>
                <a:lnTo>
                  <a:pt x="390525" y="304800"/>
                </a:lnTo>
                <a:lnTo>
                  <a:pt x="381000" y="304800"/>
                </a:lnTo>
                <a:close/>
                <a:moveTo>
                  <a:pt x="2047875" y="295275"/>
                </a:moveTo>
                <a:lnTo>
                  <a:pt x="2057400" y="295275"/>
                </a:lnTo>
                <a:lnTo>
                  <a:pt x="2057400" y="304800"/>
                </a:lnTo>
                <a:lnTo>
                  <a:pt x="2047875" y="304800"/>
                </a:lnTo>
                <a:close/>
                <a:moveTo>
                  <a:pt x="2057400" y="304800"/>
                </a:moveTo>
                <a:lnTo>
                  <a:pt x="2066925" y="304800"/>
                </a:lnTo>
                <a:lnTo>
                  <a:pt x="2066925" y="314325"/>
                </a:lnTo>
                <a:lnTo>
                  <a:pt x="2057400" y="314325"/>
                </a:lnTo>
                <a:close/>
                <a:moveTo>
                  <a:pt x="1047750" y="323850"/>
                </a:moveTo>
                <a:lnTo>
                  <a:pt x="1085850" y="323850"/>
                </a:lnTo>
                <a:lnTo>
                  <a:pt x="1085850" y="333375"/>
                </a:lnTo>
                <a:lnTo>
                  <a:pt x="1047750" y="333375"/>
                </a:lnTo>
                <a:close/>
                <a:moveTo>
                  <a:pt x="1371600" y="323850"/>
                </a:moveTo>
                <a:lnTo>
                  <a:pt x="1409700" y="323850"/>
                </a:lnTo>
                <a:lnTo>
                  <a:pt x="1409700" y="333375"/>
                </a:lnTo>
                <a:lnTo>
                  <a:pt x="1371600" y="333375"/>
                </a:lnTo>
                <a:close/>
                <a:moveTo>
                  <a:pt x="952500" y="333375"/>
                </a:moveTo>
                <a:lnTo>
                  <a:pt x="971550" y="333375"/>
                </a:lnTo>
                <a:lnTo>
                  <a:pt x="971550" y="342900"/>
                </a:lnTo>
                <a:lnTo>
                  <a:pt x="952500" y="342900"/>
                </a:lnTo>
                <a:close/>
                <a:moveTo>
                  <a:pt x="1485900" y="333375"/>
                </a:moveTo>
                <a:lnTo>
                  <a:pt x="1504950" y="333375"/>
                </a:lnTo>
                <a:lnTo>
                  <a:pt x="1504950" y="342900"/>
                </a:lnTo>
                <a:lnTo>
                  <a:pt x="1485900" y="342900"/>
                </a:lnTo>
                <a:close/>
                <a:moveTo>
                  <a:pt x="876300" y="342900"/>
                </a:moveTo>
                <a:lnTo>
                  <a:pt x="895350" y="342900"/>
                </a:lnTo>
                <a:lnTo>
                  <a:pt x="895350" y="352425"/>
                </a:lnTo>
                <a:lnTo>
                  <a:pt x="876300" y="352425"/>
                </a:lnTo>
                <a:close/>
                <a:moveTo>
                  <a:pt x="1552575" y="342900"/>
                </a:moveTo>
                <a:lnTo>
                  <a:pt x="1571625" y="342900"/>
                </a:lnTo>
                <a:lnTo>
                  <a:pt x="1571625" y="352425"/>
                </a:lnTo>
                <a:lnTo>
                  <a:pt x="1552575" y="352425"/>
                </a:lnTo>
                <a:close/>
                <a:moveTo>
                  <a:pt x="828675" y="352425"/>
                </a:moveTo>
                <a:lnTo>
                  <a:pt x="847725" y="352425"/>
                </a:lnTo>
                <a:lnTo>
                  <a:pt x="847725" y="361950"/>
                </a:lnTo>
                <a:lnTo>
                  <a:pt x="828675" y="361950"/>
                </a:lnTo>
                <a:close/>
                <a:moveTo>
                  <a:pt x="1609725" y="352425"/>
                </a:moveTo>
                <a:lnTo>
                  <a:pt x="1619250" y="352425"/>
                </a:lnTo>
                <a:lnTo>
                  <a:pt x="1619250" y="361950"/>
                </a:lnTo>
                <a:lnTo>
                  <a:pt x="1609725" y="361950"/>
                </a:lnTo>
                <a:close/>
                <a:moveTo>
                  <a:pt x="781050" y="361950"/>
                </a:moveTo>
                <a:lnTo>
                  <a:pt x="800100" y="361950"/>
                </a:lnTo>
                <a:lnTo>
                  <a:pt x="800100" y="371475"/>
                </a:lnTo>
                <a:lnTo>
                  <a:pt x="781050" y="371475"/>
                </a:lnTo>
                <a:close/>
                <a:moveTo>
                  <a:pt x="1657350" y="361950"/>
                </a:moveTo>
                <a:lnTo>
                  <a:pt x="1666875" y="361950"/>
                </a:lnTo>
                <a:lnTo>
                  <a:pt x="1666875" y="371475"/>
                </a:lnTo>
                <a:lnTo>
                  <a:pt x="1657350" y="371475"/>
                </a:lnTo>
                <a:close/>
                <a:moveTo>
                  <a:pt x="752475" y="371475"/>
                </a:moveTo>
                <a:lnTo>
                  <a:pt x="762000" y="371475"/>
                </a:lnTo>
                <a:lnTo>
                  <a:pt x="762000" y="381000"/>
                </a:lnTo>
                <a:lnTo>
                  <a:pt x="752475" y="381000"/>
                </a:lnTo>
                <a:close/>
                <a:moveTo>
                  <a:pt x="1685925" y="371475"/>
                </a:moveTo>
                <a:lnTo>
                  <a:pt x="1695450" y="371475"/>
                </a:lnTo>
                <a:lnTo>
                  <a:pt x="1695450" y="381000"/>
                </a:lnTo>
                <a:lnTo>
                  <a:pt x="1685925" y="381000"/>
                </a:lnTo>
                <a:close/>
                <a:moveTo>
                  <a:pt x="733425" y="381000"/>
                </a:moveTo>
                <a:lnTo>
                  <a:pt x="742950" y="381000"/>
                </a:lnTo>
                <a:lnTo>
                  <a:pt x="742950" y="390525"/>
                </a:lnTo>
                <a:lnTo>
                  <a:pt x="733425" y="390525"/>
                </a:lnTo>
                <a:close/>
                <a:moveTo>
                  <a:pt x="1028700" y="381000"/>
                </a:moveTo>
                <a:lnTo>
                  <a:pt x="1047750" y="381000"/>
                </a:lnTo>
                <a:lnTo>
                  <a:pt x="1047750" y="390525"/>
                </a:lnTo>
                <a:lnTo>
                  <a:pt x="1028700" y="390525"/>
                </a:lnTo>
                <a:close/>
                <a:moveTo>
                  <a:pt x="1428750" y="381000"/>
                </a:moveTo>
                <a:lnTo>
                  <a:pt x="1447800" y="381000"/>
                </a:lnTo>
                <a:lnTo>
                  <a:pt x="1447800" y="390525"/>
                </a:lnTo>
                <a:lnTo>
                  <a:pt x="1428750" y="390525"/>
                </a:lnTo>
                <a:close/>
                <a:moveTo>
                  <a:pt x="714375" y="390525"/>
                </a:moveTo>
                <a:lnTo>
                  <a:pt x="723900" y="390525"/>
                </a:lnTo>
                <a:lnTo>
                  <a:pt x="723900" y="400050"/>
                </a:lnTo>
                <a:lnTo>
                  <a:pt x="714375" y="400050"/>
                </a:lnTo>
                <a:close/>
                <a:moveTo>
                  <a:pt x="942975" y="390525"/>
                </a:moveTo>
                <a:lnTo>
                  <a:pt x="962025" y="390525"/>
                </a:lnTo>
                <a:lnTo>
                  <a:pt x="962025" y="400050"/>
                </a:lnTo>
                <a:lnTo>
                  <a:pt x="942975" y="400050"/>
                </a:lnTo>
                <a:close/>
                <a:moveTo>
                  <a:pt x="1504950" y="390525"/>
                </a:moveTo>
                <a:lnTo>
                  <a:pt x="1524000" y="390525"/>
                </a:lnTo>
                <a:lnTo>
                  <a:pt x="1524000" y="400050"/>
                </a:lnTo>
                <a:lnTo>
                  <a:pt x="1504950" y="400050"/>
                </a:lnTo>
                <a:close/>
                <a:moveTo>
                  <a:pt x="1724025" y="390525"/>
                </a:moveTo>
                <a:lnTo>
                  <a:pt x="1733550" y="390525"/>
                </a:lnTo>
                <a:lnTo>
                  <a:pt x="1733550" y="400050"/>
                </a:lnTo>
                <a:lnTo>
                  <a:pt x="1724025" y="400050"/>
                </a:lnTo>
                <a:close/>
                <a:moveTo>
                  <a:pt x="876300" y="400050"/>
                </a:moveTo>
                <a:lnTo>
                  <a:pt x="895350" y="400050"/>
                </a:lnTo>
                <a:lnTo>
                  <a:pt x="895350" y="409575"/>
                </a:lnTo>
                <a:lnTo>
                  <a:pt x="876300" y="409575"/>
                </a:lnTo>
                <a:close/>
                <a:moveTo>
                  <a:pt x="1571625" y="400050"/>
                </a:moveTo>
                <a:lnTo>
                  <a:pt x="1581150" y="400050"/>
                </a:lnTo>
                <a:lnTo>
                  <a:pt x="1581150" y="409575"/>
                </a:lnTo>
                <a:lnTo>
                  <a:pt x="1571625" y="409575"/>
                </a:lnTo>
                <a:close/>
                <a:moveTo>
                  <a:pt x="819150" y="409575"/>
                </a:moveTo>
                <a:lnTo>
                  <a:pt x="838200" y="409575"/>
                </a:lnTo>
                <a:lnTo>
                  <a:pt x="838200" y="419100"/>
                </a:lnTo>
                <a:lnTo>
                  <a:pt x="819150" y="419100"/>
                </a:lnTo>
                <a:close/>
                <a:moveTo>
                  <a:pt x="1619250" y="409575"/>
                </a:moveTo>
                <a:lnTo>
                  <a:pt x="1628775" y="409575"/>
                </a:lnTo>
                <a:lnTo>
                  <a:pt x="1628775" y="419100"/>
                </a:lnTo>
                <a:lnTo>
                  <a:pt x="1619250" y="419100"/>
                </a:lnTo>
                <a:close/>
                <a:moveTo>
                  <a:pt x="781050" y="419100"/>
                </a:moveTo>
                <a:lnTo>
                  <a:pt x="790575" y="419100"/>
                </a:lnTo>
                <a:lnTo>
                  <a:pt x="790575" y="428625"/>
                </a:lnTo>
                <a:lnTo>
                  <a:pt x="781050" y="428625"/>
                </a:lnTo>
                <a:close/>
                <a:moveTo>
                  <a:pt x="1657350" y="419100"/>
                </a:moveTo>
                <a:lnTo>
                  <a:pt x="1666875" y="419100"/>
                </a:lnTo>
                <a:lnTo>
                  <a:pt x="1666875" y="428625"/>
                </a:lnTo>
                <a:lnTo>
                  <a:pt x="1657350" y="428625"/>
                </a:lnTo>
                <a:close/>
                <a:moveTo>
                  <a:pt x="1685925" y="428625"/>
                </a:moveTo>
                <a:lnTo>
                  <a:pt x="1695450" y="428625"/>
                </a:lnTo>
                <a:lnTo>
                  <a:pt x="1695450" y="438150"/>
                </a:lnTo>
                <a:lnTo>
                  <a:pt x="1685925" y="438150"/>
                </a:lnTo>
                <a:close/>
                <a:moveTo>
                  <a:pt x="666750" y="438150"/>
                </a:moveTo>
                <a:lnTo>
                  <a:pt x="676275" y="438150"/>
                </a:lnTo>
                <a:lnTo>
                  <a:pt x="676275" y="447675"/>
                </a:lnTo>
                <a:lnTo>
                  <a:pt x="666750" y="447675"/>
                </a:lnTo>
                <a:close/>
                <a:moveTo>
                  <a:pt x="1771650" y="438150"/>
                </a:moveTo>
                <a:lnTo>
                  <a:pt x="1781175" y="438150"/>
                </a:lnTo>
                <a:lnTo>
                  <a:pt x="1781175" y="447675"/>
                </a:lnTo>
                <a:lnTo>
                  <a:pt x="1771650" y="447675"/>
                </a:lnTo>
                <a:close/>
                <a:moveTo>
                  <a:pt x="657225" y="447675"/>
                </a:moveTo>
                <a:lnTo>
                  <a:pt x="666750" y="447675"/>
                </a:lnTo>
                <a:lnTo>
                  <a:pt x="666750" y="457200"/>
                </a:lnTo>
                <a:lnTo>
                  <a:pt x="657225" y="457200"/>
                </a:lnTo>
                <a:close/>
                <a:moveTo>
                  <a:pt x="1781175" y="447675"/>
                </a:moveTo>
                <a:lnTo>
                  <a:pt x="1790700" y="447675"/>
                </a:lnTo>
                <a:lnTo>
                  <a:pt x="1790700" y="457200"/>
                </a:lnTo>
                <a:lnTo>
                  <a:pt x="1781175" y="457200"/>
                </a:lnTo>
                <a:close/>
                <a:moveTo>
                  <a:pt x="552450" y="457200"/>
                </a:moveTo>
                <a:lnTo>
                  <a:pt x="561975" y="457200"/>
                </a:lnTo>
                <a:lnTo>
                  <a:pt x="561975" y="466725"/>
                </a:lnTo>
                <a:lnTo>
                  <a:pt x="552450" y="466725"/>
                </a:lnTo>
                <a:close/>
                <a:moveTo>
                  <a:pt x="1876425" y="457200"/>
                </a:moveTo>
                <a:lnTo>
                  <a:pt x="1885950" y="457200"/>
                </a:lnTo>
                <a:lnTo>
                  <a:pt x="1885950" y="466725"/>
                </a:lnTo>
                <a:lnTo>
                  <a:pt x="1876425" y="466725"/>
                </a:lnTo>
                <a:close/>
                <a:moveTo>
                  <a:pt x="904875" y="466725"/>
                </a:moveTo>
                <a:lnTo>
                  <a:pt x="933450" y="466725"/>
                </a:lnTo>
                <a:lnTo>
                  <a:pt x="933450" y="476250"/>
                </a:lnTo>
                <a:lnTo>
                  <a:pt x="904875" y="476250"/>
                </a:lnTo>
                <a:close/>
                <a:moveTo>
                  <a:pt x="1895475" y="466725"/>
                </a:moveTo>
                <a:lnTo>
                  <a:pt x="1905000" y="466725"/>
                </a:lnTo>
                <a:lnTo>
                  <a:pt x="1905000" y="476250"/>
                </a:lnTo>
                <a:lnTo>
                  <a:pt x="1895475" y="476250"/>
                </a:lnTo>
                <a:close/>
                <a:moveTo>
                  <a:pt x="704850" y="476250"/>
                </a:moveTo>
                <a:lnTo>
                  <a:pt x="714375" y="476250"/>
                </a:lnTo>
                <a:lnTo>
                  <a:pt x="714375" y="485775"/>
                </a:lnTo>
                <a:lnTo>
                  <a:pt x="704850" y="485775"/>
                </a:lnTo>
                <a:close/>
                <a:moveTo>
                  <a:pt x="933450" y="476250"/>
                </a:moveTo>
                <a:lnTo>
                  <a:pt x="942975" y="476250"/>
                </a:lnTo>
                <a:lnTo>
                  <a:pt x="942975" y="485775"/>
                </a:lnTo>
                <a:lnTo>
                  <a:pt x="933450" y="485775"/>
                </a:lnTo>
                <a:close/>
                <a:moveTo>
                  <a:pt x="1628775" y="476250"/>
                </a:moveTo>
                <a:lnTo>
                  <a:pt x="1638300" y="476250"/>
                </a:lnTo>
                <a:lnTo>
                  <a:pt x="1638300" y="485775"/>
                </a:lnTo>
                <a:lnTo>
                  <a:pt x="1628775" y="485775"/>
                </a:lnTo>
                <a:close/>
                <a:moveTo>
                  <a:pt x="1733550" y="476250"/>
                </a:moveTo>
                <a:lnTo>
                  <a:pt x="1743075" y="476250"/>
                </a:lnTo>
                <a:lnTo>
                  <a:pt x="1743075" y="485775"/>
                </a:lnTo>
                <a:lnTo>
                  <a:pt x="1733550" y="485775"/>
                </a:lnTo>
                <a:close/>
                <a:moveTo>
                  <a:pt x="771525" y="485775"/>
                </a:moveTo>
                <a:lnTo>
                  <a:pt x="790575" y="485775"/>
                </a:lnTo>
                <a:lnTo>
                  <a:pt x="790575" y="495300"/>
                </a:lnTo>
                <a:lnTo>
                  <a:pt x="771525" y="495300"/>
                </a:lnTo>
                <a:close/>
                <a:moveTo>
                  <a:pt x="1638300" y="485775"/>
                </a:moveTo>
                <a:lnTo>
                  <a:pt x="1647825" y="485775"/>
                </a:lnTo>
                <a:lnTo>
                  <a:pt x="1647825" y="504825"/>
                </a:lnTo>
                <a:lnTo>
                  <a:pt x="1638300" y="504825"/>
                </a:lnTo>
                <a:close/>
                <a:moveTo>
                  <a:pt x="790575" y="495300"/>
                </a:moveTo>
                <a:lnTo>
                  <a:pt x="800100" y="495300"/>
                </a:lnTo>
                <a:lnTo>
                  <a:pt x="800100" y="504825"/>
                </a:lnTo>
                <a:lnTo>
                  <a:pt x="790575" y="504825"/>
                </a:lnTo>
                <a:close/>
                <a:moveTo>
                  <a:pt x="590550" y="504825"/>
                </a:moveTo>
                <a:lnTo>
                  <a:pt x="619125" y="504825"/>
                </a:lnTo>
                <a:lnTo>
                  <a:pt x="619125" y="514350"/>
                </a:lnTo>
                <a:lnTo>
                  <a:pt x="590550" y="514350"/>
                </a:lnTo>
                <a:close/>
                <a:moveTo>
                  <a:pt x="1800225" y="504825"/>
                </a:moveTo>
                <a:lnTo>
                  <a:pt x="1847850" y="504825"/>
                </a:lnTo>
                <a:lnTo>
                  <a:pt x="1847850" y="514350"/>
                </a:lnTo>
                <a:lnTo>
                  <a:pt x="1800225" y="514350"/>
                </a:lnTo>
                <a:close/>
                <a:moveTo>
                  <a:pt x="561975" y="514350"/>
                </a:moveTo>
                <a:lnTo>
                  <a:pt x="571500" y="514350"/>
                </a:lnTo>
                <a:lnTo>
                  <a:pt x="571500" y="523875"/>
                </a:lnTo>
                <a:lnTo>
                  <a:pt x="561975" y="523875"/>
                </a:lnTo>
                <a:close/>
                <a:moveTo>
                  <a:pt x="876300" y="514350"/>
                </a:moveTo>
                <a:lnTo>
                  <a:pt x="885825" y="514350"/>
                </a:lnTo>
                <a:lnTo>
                  <a:pt x="885825" y="523875"/>
                </a:lnTo>
                <a:lnTo>
                  <a:pt x="876300" y="523875"/>
                </a:lnTo>
                <a:close/>
                <a:moveTo>
                  <a:pt x="1933575" y="514350"/>
                </a:moveTo>
                <a:lnTo>
                  <a:pt x="1943100" y="514350"/>
                </a:lnTo>
                <a:lnTo>
                  <a:pt x="1943100" y="523875"/>
                </a:lnTo>
                <a:lnTo>
                  <a:pt x="1933575" y="523875"/>
                </a:lnTo>
                <a:close/>
                <a:moveTo>
                  <a:pt x="552450" y="523875"/>
                </a:moveTo>
                <a:lnTo>
                  <a:pt x="561975" y="523875"/>
                </a:lnTo>
                <a:lnTo>
                  <a:pt x="561975" y="533400"/>
                </a:lnTo>
                <a:lnTo>
                  <a:pt x="552450" y="533400"/>
                </a:lnTo>
                <a:close/>
                <a:moveTo>
                  <a:pt x="800100" y="523875"/>
                </a:moveTo>
                <a:lnTo>
                  <a:pt x="809625" y="523875"/>
                </a:lnTo>
                <a:lnTo>
                  <a:pt x="809625" y="533400"/>
                </a:lnTo>
                <a:lnTo>
                  <a:pt x="800100" y="533400"/>
                </a:lnTo>
                <a:close/>
                <a:moveTo>
                  <a:pt x="1057275" y="523875"/>
                </a:moveTo>
                <a:lnTo>
                  <a:pt x="1085850" y="523875"/>
                </a:lnTo>
                <a:lnTo>
                  <a:pt x="1085850" y="533400"/>
                </a:lnTo>
                <a:lnTo>
                  <a:pt x="1057275" y="533400"/>
                </a:lnTo>
                <a:close/>
                <a:moveTo>
                  <a:pt x="1133475" y="523875"/>
                </a:moveTo>
                <a:lnTo>
                  <a:pt x="1152525" y="523875"/>
                </a:lnTo>
                <a:lnTo>
                  <a:pt x="1152525" y="533400"/>
                </a:lnTo>
                <a:lnTo>
                  <a:pt x="1133475" y="533400"/>
                </a:lnTo>
                <a:close/>
                <a:moveTo>
                  <a:pt x="1171575" y="523875"/>
                </a:moveTo>
                <a:lnTo>
                  <a:pt x="1181100" y="523875"/>
                </a:lnTo>
                <a:lnTo>
                  <a:pt x="1181100" y="533400"/>
                </a:lnTo>
                <a:lnTo>
                  <a:pt x="1171575" y="533400"/>
                </a:lnTo>
                <a:close/>
                <a:moveTo>
                  <a:pt x="1266825" y="523875"/>
                </a:moveTo>
                <a:lnTo>
                  <a:pt x="1276350" y="523875"/>
                </a:lnTo>
                <a:lnTo>
                  <a:pt x="1276350" y="533400"/>
                </a:lnTo>
                <a:lnTo>
                  <a:pt x="1266825" y="533400"/>
                </a:lnTo>
                <a:close/>
                <a:moveTo>
                  <a:pt x="1304925" y="523875"/>
                </a:moveTo>
                <a:lnTo>
                  <a:pt x="1323975" y="523875"/>
                </a:lnTo>
                <a:lnTo>
                  <a:pt x="1323975" y="533400"/>
                </a:lnTo>
                <a:lnTo>
                  <a:pt x="1304925" y="533400"/>
                </a:lnTo>
                <a:close/>
                <a:moveTo>
                  <a:pt x="1609725" y="523875"/>
                </a:moveTo>
                <a:lnTo>
                  <a:pt x="1619250" y="523875"/>
                </a:lnTo>
                <a:lnTo>
                  <a:pt x="1619250" y="542925"/>
                </a:lnTo>
                <a:lnTo>
                  <a:pt x="1609725" y="542925"/>
                </a:lnTo>
                <a:close/>
                <a:moveTo>
                  <a:pt x="1333500" y="533400"/>
                </a:moveTo>
                <a:lnTo>
                  <a:pt x="1343025" y="533400"/>
                </a:lnTo>
                <a:lnTo>
                  <a:pt x="1343025" y="542925"/>
                </a:lnTo>
                <a:lnTo>
                  <a:pt x="1333500" y="542925"/>
                </a:lnTo>
                <a:close/>
                <a:moveTo>
                  <a:pt x="1562100" y="533400"/>
                </a:moveTo>
                <a:lnTo>
                  <a:pt x="1571625" y="533400"/>
                </a:lnTo>
                <a:lnTo>
                  <a:pt x="1571625" y="542925"/>
                </a:lnTo>
                <a:lnTo>
                  <a:pt x="1562100" y="542925"/>
                </a:lnTo>
                <a:close/>
                <a:moveTo>
                  <a:pt x="714375" y="542925"/>
                </a:moveTo>
                <a:lnTo>
                  <a:pt x="723900" y="542925"/>
                </a:lnTo>
                <a:lnTo>
                  <a:pt x="723900" y="552450"/>
                </a:lnTo>
                <a:lnTo>
                  <a:pt x="714375" y="552450"/>
                </a:lnTo>
                <a:close/>
                <a:moveTo>
                  <a:pt x="1343025" y="542925"/>
                </a:moveTo>
                <a:lnTo>
                  <a:pt x="1352550" y="542925"/>
                </a:lnTo>
                <a:lnTo>
                  <a:pt x="1352550" y="552450"/>
                </a:lnTo>
                <a:lnTo>
                  <a:pt x="1343025" y="552450"/>
                </a:lnTo>
                <a:close/>
                <a:moveTo>
                  <a:pt x="1400175" y="542925"/>
                </a:moveTo>
                <a:lnTo>
                  <a:pt x="1409700" y="542925"/>
                </a:lnTo>
                <a:lnTo>
                  <a:pt x="1409700" y="552450"/>
                </a:lnTo>
                <a:lnTo>
                  <a:pt x="1400175" y="552450"/>
                </a:lnTo>
                <a:close/>
                <a:moveTo>
                  <a:pt x="1628775" y="542925"/>
                </a:moveTo>
                <a:lnTo>
                  <a:pt x="1638300" y="542925"/>
                </a:lnTo>
                <a:lnTo>
                  <a:pt x="1638300" y="552450"/>
                </a:lnTo>
                <a:lnTo>
                  <a:pt x="1628775" y="552450"/>
                </a:lnTo>
                <a:close/>
                <a:moveTo>
                  <a:pt x="1724025" y="542925"/>
                </a:moveTo>
                <a:lnTo>
                  <a:pt x="1733550" y="542925"/>
                </a:lnTo>
                <a:lnTo>
                  <a:pt x="1733550" y="552450"/>
                </a:lnTo>
                <a:lnTo>
                  <a:pt x="1724025" y="552450"/>
                </a:lnTo>
                <a:close/>
                <a:moveTo>
                  <a:pt x="1762125" y="542925"/>
                </a:moveTo>
                <a:lnTo>
                  <a:pt x="1781175" y="542925"/>
                </a:lnTo>
                <a:lnTo>
                  <a:pt x="1781175" y="552450"/>
                </a:lnTo>
                <a:lnTo>
                  <a:pt x="1762125" y="552450"/>
                </a:lnTo>
                <a:close/>
                <a:moveTo>
                  <a:pt x="1885950" y="542925"/>
                </a:moveTo>
                <a:lnTo>
                  <a:pt x="1895475" y="542925"/>
                </a:lnTo>
                <a:lnTo>
                  <a:pt x="1895475" y="876300"/>
                </a:lnTo>
                <a:lnTo>
                  <a:pt x="1885950" y="876300"/>
                </a:lnTo>
                <a:close/>
                <a:moveTo>
                  <a:pt x="809625" y="552450"/>
                </a:moveTo>
                <a:lnTo>
                  <a:pt x="819150" y="552450"/>
                </a:lnTo>
                <a:lnTo>
                  <a:pt x="819150" y="561975"/>
                </a:lnTo>
                <a:lnTo>
                  <a:pt x="809625" y="561975"/>
                </a:lnTo>
                <a:close/>
                <a:moveTo>
                  <a:pt x="876300" y="552450"/>
                </a:moveTo>
                <a:lnTo>
                  <a:pt x="885825" y="552450"/>
                </a:lnTo>
                <a:lnTo>
                  <a:pt x="885825" y="666750"/>
                </a:lnTo>
                <a:lnTo>
                  <a:pt x="876300" y="666750"/>
                </a:lnTo>
                <a:close/>
                <a:moveTo>
                  <a:pt x="1200150" y="552450"/>
                </a:moveTo>
                <a:lnTo>
                  <a:pt x="1209675" y="552450"/>
                </a:lnTo>
                <a:lnTo>
                  <a:pt x="1209675" y="561975"/>
                </a:lnTo>
                <a:lnTo>
                  <a:pt x="1200150" y="561975"/>
                </a:lnTo>
                <a:close/>
                <a:moveTo>
                  <a:pt x="1352550" y="552450"/>
                </a:moveTo>
                <a:lnTo>
                  <a:pt x="1362075" y="552450"/>
                </a:lnTo>
                <a:lnTo>
                  <a:pt x="1362075" y="561975"/>
                </a:lnTo>
                <a:lnTo>
                  <a:pt x="1352550" y="561975"/>
                </a:lnTo>
                <a:close/>
                <a:moveTo>
                  <a:pt x="1390650" y="552450"/>
                </a:moveTo>
                <a:lnTo>
                  <a:pt x="1400175" y="552450"/>
                </a:lnTo>
                <a:lnTo>
                  <a:pt x="1400175" y="561975"/>
                </a:lnTo>
                <a:lnTo>
                  <a:pt x="1390650" y="561975"/>
                </a:lnTo>
                <a:close/>
                <a:moveTo>
                  <a:pt x="1638300" y="552450"/>
                </a:moveTo>
                <a:lnTo>
                  <a:pt x="1647825" y="552450"/>
                </a:lnTo>
                <a:lnTo>
                  <a:pt x="1647825" y="561975"/>
                </a:lnTo>
                <a:lnTo>
                  <a:pt x="1638300" y="561975"/>
                </a:lnTo>
                <a:close/>
                <a:moveTo>
                  <a:pt x="1800225" y="552450"/>
                </a:moveTo>
                <a:lnTo>
                  <a:pt x="1809750" y="552450"/>
                </a:lnTo>
                <a:lnTo>
                  <a:pt x="1809750" y="561975"/>
                </a:lnTo>
                <a:lnTo>
                  <a:pt x="1800225" y="561975"/>
                </a:lnTo>
                <a:close/>
                <a:moveTo>
                  <a:pt x="1285875" y="561975"/>
                </a:moveTo>
                <a:lnTo>
                  <a:pt x="1295400" y="561975"/>
                </a:lnTo>
                <a:lnTo>
                  <a:pt x="1295400" y="571500"/>
                </a:lnTo>
                <a:lnTo>
                  <a:pt x="1285875" y="571500"/>
                </a:lnTo>
                <a:close/>
                <a:moveTo>
                  <a:pt x="1447800" y="561975"/>
                </a:moveTo>
                <a:lnTo>
                  <a:pt x="1466850" y="561975"/>
                </a:lnTo>
                <a:lnTo>
                  <a:pt x="1466850" y="571500"/>
                </a:lnTo>
                <a:lnTo>
                  <a:pt x="1447800" y="571500"/>
                </a:lnTo>
                <a:close/>
                <a:moveTo>
                  <a:pt x="1514475" y="561975"/>
                </a:moveTo>
                <a:lnTo>
                  <a:pt x="1524000" y="561975"/>
                </a:lnTo>
                <a:lnTo>
                  <a:pt x="1524000" y="571500"/>
                </a:lnTo>
                <a:lnTo>
                  <a:pt x="1514475" y="571500"/>
                </a:lnTo>
                <a:close/>
                <a:moveTo>
                  <a:pt x="1647825" y="561975"/>
                </a:moveTo>
                <a:lnTo>
                  <a:pt x="1666875" y="561975"/>
                </a:lnTo>
                <a:lnTo>
                  <a:pt x="1666875" y="581025"/>
                </a:lnTo>
                <a:lnTo>
                  <a:pt x="1657350" y="581025"/>
                </a:lnTo>
                <a:lnTo>
                  <a:pt x="1657350" y="571500"/>
                </a:lnTo>
                <a:lnTo>
                  <a:pt x="1647825" y="571500"/>
                </a:lnTo>
                <a:close/>
                <a:moveTo>
                  <a:pt x="1809750" y="561975"/>
                </a:moveTo>
                <a:lnTo>
                  <a:pt x="1819275" y="561975"/>
                </a:lnTo>
                <a:lnTo>
                  <a:pt x="1819275" y="571500"/>
                </a:lnTo>
                <a:lnTo>
                  <a:pt x="1809750" y="571500"/>
                </a:lnTo>
                <a:close/>
                <a:moveTo>
                  <a:pt x="704850" y="571500"/>
                </a:moveTo>
                <a:lnTo>
                  <a:pt x="714375" y="571500"/>
                </a:lnTo>
                <a:lnTo>
                  <a:pt x="714375" y="581025"/>
                </a:lnTo>
                <a:lnTo>
                  <a:pt x="704850" y="581025"/>
                </a:lnTo>
                <a:close/>
                <a:moveTo>
                  <a:pt x="1038225" y="571500"/>
                </a:moveTo>
                <a:lnTo>
                  <a:pt x="1057275" y="571500"/>
                </a:lnTo>
                <a:lnTo>
                  <a:pt x="1057275" y="581025"/>
                </a:lnTo>
                <a:lnTo>
                  <a:pt x="1038225" y="581025"/>
                </a:lnTo>
                <a:close/>
                <a:moveTo>
                  <a:pt x="1228725" y="571500"/>
                </a:moveTo>
                <a:lnTo>
                  <a:pt x="1238250" y="571500"/>
                </a:lnTo>
                <a:lnTo>
                  <a:pt x="1238250" y="581025"/>
                </a:lnTo>
                <a:lnTo>
                  <a:pt x="1228725" y="581025"/>
                </a:lnTo>
                <a:close/>
                <a:moveTo>
                  <a:pt x="1266825" y="571500"/>
                </a:moveTo>
                <a:lnTo>
                  <a:pt x="1276350" y="571500"/>
                </a:lnTo>
                <a:lnTo>
                  <a:pt x="1276350" y="590550"/>
                </a:lnTo>
                <a:lnTo>
                  <a:pt x="1266825" y="590550"/>
                </a:lnTo>
                <a:lnTo>
                  <a:pt x="1266825" y="600075"/>
                </a:lnTo>
                <a:lnTo>
                  <a:pt x="1247775" y="600075"/>
                </a:lnTo>
                <a:lnTo>
                  <a:pt x="1247775" y="590550"/>
                </a:lnTo>
                <a:lnTo>
                  <a:pt x="1238250" y="590550"/>
                </a:lnTo>
                <a:lnTo>
                  <a:pt x="1238250" y="581025"/>
                </a:lnTo>
                <a:lnTo>
                  <a:pt x="1266825" y="581025"/>
                </a:lnTo>
                <a:close/>
                <a:moveTo>
                  <a:pt x="1438275" y="571500"/>
                </a:moveTo>
                <a:lnTo>
                  <a:pt x="1447800" y="571500"/>
                </a:lnTo>
                <a:lnTo>
                  <a:pt x="1447800" y="581025"/>
                </a:lnTo>
                <a:lnTo>
                  <a:pt x="1438275" y="581025"/>
                </a:lnTo>
                <a:close/>
                <a:moveTo>
                  <a:pt x="1466850" y="571500"/>
                </a:moveTo>
                <a:lnTo>
                  <a:pt x="1476375" y="571500"/>
                </a:lnTo>
                <a:lnTo>
                  <a:pt x="1476375" y="581025"/>
                </a:lnTo>
                <a:lnTo>
                  <a:pt x="1466850" y="581025"/>
                </a:lnTo>
                <a:close/>
                <a:moveTo>
                  <a:pt x="1819275" y="571500"/>
                </a:moveTo>
                <a:lnTo>
                  <a:pt x="1828800" y="571500"/>
                </a:lnTo>
                <a:lnTo>
                  <a:pt x="1828800" y="581025"/>
                </a:lnTo>
                <a:lnTo>
                  <a:pt x="1819275" y="581025"/>
                </a:lnTo>
                <a:close/>
                <a:moveTo>
                  <a:pt x="742950" y="581025"/>
                </a:moveTo>
                <a:lnTo>
                  <a:pt x="752475" y="581025"/>
                </a:lnTo>
                <a:lnTo>
                  <a:pt x="752475" y="590550"/>
                </a:lnTo>
                <a:lnTo>
                  <a:pt x="742950" y="590550"/>
                </a:lnTo>
                <a:close/>
                <a:moveTo>
                  <a:pt x="819150" y="581025"/>
                </a:moveTo>
                <a:lnTo>
                  <a:pt x="828675" y="581025"/>
                </a:lnTo>
                <a:lnTo>
                  <a:pt x="828675" y="590550"/>
                </a:lnTo>
                <a:lnTo>
                  <a:pt x="819150" y="590550"/>
                </a:lnTo>
                <a:close/>
                <a:moveTo>
                  <a:pt x="1028700" y="581025"/>
                </a:moveTo>
                <a:lnTo>
                  <a:pt x="1038225" y="581025"/>
                </a:lnTo>
                <a:lnTo>
                  <a:pt x="1038225" y="609600"/>
                </a:lnTo>
                <a:lnTo>
                  <a:pt x="1028700" y="609600"/>
                </a:lnTo>
                <a:close/>
                <a:moveTo>
                  <a:pt x="1057275" y="581025"/>
                </a:moveTo>
                <a:lnTo>
                  <a:pt x="1066800" y="581025"/>
                </a:lnTo>
                <a:lnTo>
                  <a:pt x="1066800" y="666750"/>
                </a:lnTo>
                <a:lnTo>
                  <a:pt x="1057275" y="666750"/>
                </a:lnTo>
                <a:close/>
                <a:moveTo>
                  <a:pt x="1600200" y="581025"/>
                </a:moveTo>
                <a:lnTo>
                  <a:pt x="1609725" y="581025"/>
                </a:lnTo>
                <a:lnTo>
                  <a:pt x="1609725" y="590550"/>
                </a:lnTo>
                <a:lnTo>
                  <a:pt x="1600200" y="590550"/>
                </a:lnTo>
                <a:close/>
                <a:moveTo>
                  <a:pt x="695325" y="590550"/>
                </a:moveTo>
                <a:lnTo>
                  <a:pt x="704850" y="590550"/>
                </a:lnTo>
                <a:lnTo>
                  <a:pt x="704850" y="600075"/>
                </a:lnTo>
                <a:lnTo>
                  <a:pt x="695325" y="600075"/>
                </a:lnTo>
                <a:close/>
                <a:moveTo>
                  <a:pt x="733425" y="590550"/>
                </a:moveTo>
                <a:lnTo>
                  <a:pt x="742950" y="590550"/>
                </a:lnTo>
                <a:lnTo>
                  <a:pt x="742950" y="600075"/>
                </a:lnTo>
                <a:lnTo>
                  <a:pt x="733425" y="600075"/>
                </a:lnTo>
                <a:close/>
                <a:moveTo>
                  <a:pt x="752475" y="590550"/>
                </a:moveTo>
                <a:lnTo>
                  <a:pt x="762000" y="590550"/>
                </a:lnTo>
                <a:lnTo>
                  <a:pt x="762000" y="600075"/>
                </a:lnTo>
                <a:lnTo>
                  <a:pt x="752475" y="600075"/>
                </a:lnTo>
                <a:close/>
                <a:moveTo>
                  <a:pt x="1362075" y="590550"/>
                </a:moveTo>
                <a:lnTo>
                  <a:pt x="1381125" y="590550"/>
                </a:lnTo>
                <a:lnTo>
                  <a:pt x="1381125" y="666750"/>
                </a:lnTo>
                <a:lnTo>
                  <a:pt x="1390650" y="666750"/>
                </a:lnTo>
                <a:lnTo>
                  <a:pt x="1390650" y="676275"/>
                </a:lnTo>
                <a:lnTo>
                  <a:pt x="1381125" y="676275"/>
                </a:lnTo>
                <a:lnTo>
                  <a:pt x="1381125" y="685800"/>
                </a:lnTo>
                <a:lnTo>
                  <a:pt x="1371600" y="685800"/>
                </a:lnTo>
                <a:lnTo>
                  <a:pt x="1371600" y="657225"/>
                </a:lnTo>
                <a:lnTo>
                  <a:pt x="1362075" y="657225"/>
                </a:lnTo>
                <a:close/>
                <a:moveTo>
                  <a:pt x="1504950" y="590550"/>
                </a:moveTo>
                <a:lnTo>
                  <a:pt x="1524000" y="590550"/>
                </a:lnTo>
                <a:lnTo>
                  <a:pt x="1524000" y="609600"/>
                </a:lnTo>
                <a:lnTo>
                  <a:pt x="1514475" y="609600"/>
                </a:lnTo>
                <a:lnTo>
                  <a:pt x="1514475" y="600075"/>
                </a:lnTo>
                <a:lnTo>
                  <a:pt x="1504950" y="600075"/>
                </a:lnTo>
                <a:close/>
                <a:moveTo>
                  <a:pt x="1743075" y="590550"/>
                </a:moveTo>
                <a:lnTo>
                  <a:pt x="1752600" y="590550"/>
                </a:lnTo>
                <a:lnTo>
                  <a:pt x="1752600" y="600075"/>
                </a:lnTo>
                <a:lnTo>
                  <a:pt x="1743075" y="600075"/>
                </a:lnTo>
                <a:close/>
                <a:moveTo>
                  <a:pt x="1733550" y="600075"/>
                </a:moveTo>
                <a:lnTo>
                  <a:pt x="1743075" y="600075"/>
                </a:lnTo>
                <a:lnTo>
                  <a:pt x="1743075" y="676275"/>
                </a:lnTo>
                <a:lnTo>
                  <a:pt x="1733550" y="676275"/>
                </a:lnTo>
                <a:close/>
                <a:moveTo>
                  <a:pt x="828675" y="609600"/>
                </a:moveTo>
                <a:lnTo>
                  <a:pt x="838200" y="609600"/>
                </a:lnTo>
                <a:lnTo>
                  <a:pt x="838200" y="619125"/>
                </a:lnTo>
                <a:lnTo>
                  <a:pt x="828675" y="619125"/>
                </a:lnTo>
                <a:close/>
                <a:moveTo>
                  <a:pt x="685800" y="619125"/>
                </a:moveTo>
                <a:lnTo>
                  <a:pt x="695325" y="619125"/>
                </a:lnTo>
                <a:lnTo>
                  <a:pt x="695325" y="628650"/>
                </a:lnTo>
                <a:lnTo>
                  <a:pt x="685800" y="628650"/>
                </a:lnTo>
                <a:close/>
                <a:moveTo>
                  <a:pt x="1209675" y="628650"/>
                </a:moveTo>
                <a:lnTo>
                  <a:pt x="1228725" y="628650"/>
                </a:lnTo>
                <a:lnTo>
                  <a:pt x="1228725" y="638175"/>
                </a:lnTo>
                <a:lnTo>
                  <a:pt x="1209675" y="638175"/>
                </a:lnTo>
                <a:close/>
                <a:moveTo>
                  <a:pt x="1514475" y="628650"/>
                </a:moveTo>
                <a:lnTo>
                  <a:pt x="1524000" y="628650"/>
                </a:lnTo>
                <a:lnTo>
                  <a:pt x="1524000" y="666750"/>
                </a:lnTo>
                <a:lnTo>
                  <a:pt x="1504950" y="666750"/>
                </a:lnTo>
                <a:lnTo>
                  <a:pt x="1504950" y="657225"/>
                </a:lnTo>
                <a:lnTo>
                  <a:pt x="1495425" y="657225"/>
                </a:lnTo>
                <a:lnTo>
                  <a:pt x="1495425" y="647700"/>
                </a:lnTo>
                <a:lnTo>
                  <a:pt x="1504950" y="647700"/>
                </a:lnTo>
                <a:lnTo>
                  <a:pt x="1504950" y="657225"/>
                </a:lnTo>
                <a:lnTo>
                  <a:pt x="1514475" y="657225"/>
                </a:lnTo>
                <a:close/>
                <a:moveTo>
                  <a:pt x="1628775" y="628650"/>
                </a:moveTo>
                <a:lnTo>
                  <a:pt x="1647825" y="628650"/>
                </a:lnTo>
                <a:lnTo>
                  <a:pt x="1647825" y="638175"/>
                </a:lnTo>
                <a:lnTo>
                  <a:pt x="1628775" y="638175"/>
                </a:lnTo>
                <a:close/>
                <a:moveTo>
                  <a:pt x="838200" y="638175"/>
                </a:moveTo>
                <a:lnTo>
                  <a:pt x="847725" y="638175"/>
                </a:lnTo>
                <a:lnTo>
                  <a:pt x="847725" y="647700"/>
                </a:lnTo>
                <a:lnTo>
                  <a:pt x="838200" y="647700"/>
                </a:lnTo>
                <a:close/>
                <a:moveTo>
                  <a:pt x="1028700" y="638175"/>
                </a:moveTo>
                <a:lnTo>
                  <a:pt x="1038225" y="638175"/>
                </a:lnTo>
                <a:lnTo>
                  <a:pt x="1038225" y="666750"/>
                </a:lnTo>
                <a:lnTo>
                  <a:pt x="1028700" y="666750"/>
                </a:lnTo>
                <a:close/>
                <a:moveTo>
                  <a:pt x="1276350" y="638175"/>
                </a:moveTo>
                <a:lnTo>
                  <a:pt x="1285875" y="638175"/>
                </a:lnTo>
                <a:lnTo>
                  <a:pt x="1285875" y="647700"/>
                </a:lnTo>
                <a:lnTo>
                  <a:pt x="1276350" y="647700"/>
                </a:lnTo>
                <a:close/>
                <a:moveTo>
                  <a:pt x="676275" y="647700"/>
                </a:moveTo>
                <a:lnTo>
                  <a:pt x="685800" y="647700"/>
                </a:lnTo>
                <a:lnTo>
                  <a:pt x="685800" y="657225"/>
                </a:lnTo>
                <a:lnTo>
                  <a:pt x="676275" y="657225"/>
                </a:lnTo>
                <a:close/>
                <a:moveTo>
                  <a:pt x="1285875" y="647700"/>
                </a:moveTo>
                <a:lnTo>
                  <a:pt x="1295400" y="647700"/>
                </a:lnTo>
                <a:lnTo>
                  <a:pt x="1295400" y="657225"/>
                </a:lnTo>
                <a:lnTo>
                  <a:pt x="1285875" y="657225"/>
                </a:lnTo>
                <a:close/>
                <a:moveTo>
                  <a:pt x="752475" y="657225"/>
                </a:moveTo>
                <a:lnTo>
                  <a:pt x="771525" y="657225"/>
                </a:lnTo>
                <a:lnTo>
                  <a:pt x="771525" y="666750"/>
                </a:lnTo>
                <a:lnTo>
                  <a:pt x="752475" y="666750"/>
                </a:lnTo>
                <a:close/>
                <a:moveTo>
                  <a:pt x="1123950" y="657225"/>
                </a:moveTo>
                <a:lnTo>
                  <a:pt x="1133475" y="657225"/>
                </a:lnTo>
                <a:lnTo>
                  <a:pt x="1133475" y="666750"/>
                </a:lnTo>
                <a:lnTo>
                  <a:pt x="1123950" y="666750"/>
                </a:lnTo>
                <a:close/>
                <a:moveTo>
                  <a:pt x="1143000" y="657225"/>
                </a:moveTo>
                <a:lnTo>
                  <a:pt x="1152525" y="657225"/>
                </a:lnTo>
                <a:lnTo>
                  <a:pt x="1152525" y="666750"/>
                </a:lnTo>
                <a:lnTo>
                  <a:pt x="1143000" y="666750"/>
                </a:lnTo>
                <a:close/>
                <a:moveTo>
                  <a:pt x="1628775" y="657225"/>
                </a:moveTo>
                <a:lnTo>
                  <a:pt x="1638300" y="657225"/>
                </a:lnTo>
                <a:lnTo>
                  <a:pt x="1638300" y="666750"/>
                </a:lnTo>
                <a:lnTo>
                  <a:pt x="1628775" y="666750"/>
                </a:lnTo>
                <a:close/>
                <a:moveTo>
                  <a:pt x="1666875" y="657225"/>
                </a:moveTo>
                <a:lnTo>
                  <a:pt x="1676400" y="657225"/>
                </a:lnTo>
                <a:lnTo>
                  <a:pt x="1676400" y="666750"/>
                </a:lnTo>
                <a:lnTo>
                  <a:pt x="1666875" y="666750"/>
                </a:lnTo>
                <a:close/>
                <a:moveTo>
                  <a:pt x="847725" y="666750"/>
                </a:moveTo>
                <a:lnTo>
                  <a:pt x="857250" y="666750"/>
                </a:lnTo>
                <a:lnTo>
                  <a:pt x="857250" y="676275"/>
                </a:lnTo>
                <a:lnTo>
                  <a:pt x="847725" y="676275"/>
                </a:lnTo>
                <a:close/>
                <a:moveTo>
                  <a:pt x="866775" y="666750"/>
                </a:moveTo>
                <a:lnTo>
                  <a:pt x="876300" y="666750"/>
                </a:lnTo>
                <a:lnTo>
                  <a:pt x="876300" y="676275"/>
                </a:lnTo>
                <a:lnTo>
                  <a:pt x="866775" y="676275"/>
                </a:lnTo>
                <a:close/>
                <a:moveTo>
                  <a:pt x="1038225" y="666750"/>
                </a:moveTo>
                <a:lnTo>
                  <a:pt x="1057275" y="666750"/>
                </a:lnTo>
                <a:lnTo>
                  <a:pt x="1057275" y="676275"/>
                </a:lnTo>
                <a:lnTo>
                  <a:pt x="1038225" y="676275"/>
                </a:lnTo>
                <a:close/>
                <a:moveTo>
                  <a:pt x="1743075" y="676275"/>
                </a:moveTo>
                <a:lnTo>
                  <a:pt x="1762125" y="676275"/>
                </a:lnTo>
                <a:lnTo>
                  <a:pt x="1762125" y="685800"/>
                </a:lnTo>
                <a:lnTo>
                  <a:pt x="1743075" y="685800"/>
                </a:lnTo>
                <a:close/>
                <a:moveTo>
                  <a:pt x="714375" y="685800"/>
                </a:moveTo>
                <a:lnTo>
                  <a:pt x="723900" y="685800"/>
                </a:lnTo>
                <a:lnTo>
                  <a:pt x="723900" y="695325"/>
                </a:lnTo>
                <a:lnTo>
                  <a:pt x="714375" y="695325"/>
                </a:lnTo>
                <a:close/>
                <a:moveTo>
                  <a:pt x="771525" y="685800"/>
                </a:moveTo>
                <a:lnTo>
                  <a:pt x="781050" y="685800"/>
                </a:lnTo>
                <a:lnTo>
                  <a:pt x="781050" y="695325"/>
                </a:lnTo>
                <a:lnTo>
                  <a:pt x="771525" y="695325"/>
                </a:lnTo>
                <a:close/>
                <a:moveTo>
                  <a:pt x="1295400" y="685800"/>
                </a:moveTo>
                <a:lnTo>
                  <a:pt x="1314450" y="685800"/>
                </a:lnTo>
                <a:lnTo>
                  <a:pt x="1314450" y="695325"/>
                </a:lnTo>
                <a:lnTo>
                  <a:pt x="1295400" y="695325"/>
                </a:lnTo>
                <a:close/>
                <a:moveTo>
                  <a:pt x="1362075" y="685800"/>
                </a:moveTo>
                <a:lnTo>
                  <a:pt x="1371600" y="685800"/>
                </a:lnTo>
                <a:lnTo>
                  <a:pt x="1371600" y="695325"/>
                </a:lnTo>
                <a:lnTo>
                  <a:pt x="1362075" y="695325"/>
                </a:lnTo>
                <a:close/>
                <a:moveTo>
                  <a:pt x="1409700" y="685800"/>
                </a:moveTo>
                <a:lnTo>
                  <a:pt x="1419225" y="685800"/>
                </a:lnTo>
                <a:lnTo>
                  <a:pt x="1419225" y="695325"/>
                </a:lnTo>
                <a:lnTo>
                  <a:pt x="1409700" y="695325"/>
                </a:lnTo>
                <a:close/>
                <a:moveTo>
                  <a:pt x="1647825" y="685800"/>
                </a:moveTo>
                <a:lnTo>
                  <a:pt x="1666875" y="685800"/>
                </a:lnTo>
                <a:lnTo>
                  <a:pt x="1666875" y="695325"/>
                </a:lnTo>
                <a:lnTo>
                  <a:pt x="1647825" y="695325"/>
                </a:lnTo>
                <a:close/>
                <a:moveTo>
                  <a:pt x="1828800" y="685800"/>
                </a:moveTo>
                <a:lnTo>
                  <a:pt x="1838325" y="685800"/>
                </a:lnTo>
                <a:lnTo>
                  <a:pt x="1838325" y="695325"/>
                </a:lnTo>
                <a:lnTo>
                  <a:pt x="1828800" y="695325"/>
                </a:lnTo>
                <a:close/>
                <a:moveTo>
                  <a:pt x="647700" y="695325"/>
                </a:moveTo>
                <a:lnTo>
                  <a:pt x="657225" y="695325"/>
                </a:lnTo>
                <a:lnTo>
                  <a:pt x="657225" y="704850"/>
                </a:lnTo>
                <a:lnTo>
                  <a:pt x="647700" y="704850"/>
                </a:lnTo>
                <a:close/>
                <a:moveTo>
                  <a:pt x="1028700" y="695325"/>
                </a:moveTo>
                <a:lnTo>
                  <a:pt x="1038225" y="695325"/>
                </a:lnTo>
                <a:lnTo>
                  <a:pt x="1038225" y="704850"/>
                </a:lnTo>
                <a:lnTo>
                  <a:pt x="1028700" y="704850"/>
                </a:lnTo>
                <a:close/>
                <a:moveTo>
                  <a:pt x="1257300" y="695325"/>
                </a:moveTo>
                <a:lnTo>
                  <a:pt x="1285875" y="695325"/>
                </a:lnTo>
                <a:lnTo>
                  <a:pt x="1285875" y="704850"/>
                </a:lnTo>
                <a:lnTo>
                  <a:pt x="1257300" y="704850"/>
                </a:lnTo>
                <a:close/>
                <a:moveTo>
                  <a:pt x="1428750" y="695325"/>
                </a:moveTo>
                <a:lnTo>
                  <a:pt x="1438275" y="695325"/>
                </a:lnTo>
                <a:lnTo>
                  <a:pt x="1438275" y="704850"/>
                </a:lnTo>
                <a:lnTo>
                  <a:pt x="1428750" y="704850"/>
                </a:lnTo>
                <a:close/>
                <a:moveTo>
                  <a:pt x="1466850" y="695325"/>
                </a:moveTo>
                <a:lnTo>
                  <a:pt x="1476375" y="695325"/>
                </a:lnTo>
                <a:lnTo>
                  <a:pt x="1476375" y="704850"/>
                </a:lnTo>
                <a:lnTo>
                  <a:pt x="1466850" y="704850"/>
                </a:lnTo>
                <a:close/>
                <a:moveTo>
                  <a:pt x="1562100" y="695325"/>
                </a:moveTo>
                <a:lnTo>
                  <a:pt x="1571625" y="695325"/>
                </a:lnTo>
                <a:lnTo>
                  <a:pt x="1571625" y="704850"/>
                </a:lnTo>
                <a:lnTo>
                  <a:pt x="1562100" y="704850"/>
                </a:lnTo>
                <a:close/>
                <a:moveTo>
                  <a:pt x="1628775" y="695325"/>
                </a:moveTo>
                <a:lnTo>
                  <a:pt x="1638300" y="695325"/>
                </a:lnTo>
                <a:lnTo>
                  <a:pt x="1638300" y="704850"/>
                </a:lnTo>
                <a:lnTo>
                  <a:pt x="1628775" y="704850"/>
                </a:lnTo>
                <a:close/>
                <a:moveTo>
                  <a:pt x="1666875" y="695325"/>
                </a:moveTo>
                <a:lnTo>
                  <a:pt x="1676400" y="695325"/>
                </a:lnTo>
                <a:lnTo>
                  <a:pt x="1676400" y="704850"/>
                </a:lnTo>
                <a:lnTo>
                  <a:pt x="1666875" y="704850"/>
                </a:lnTo>
                <a:close/>
                <a:moveTo>
                  <a:pt x="771525" y="704850"/>
                </a:moveTo>
                <a:lnTo>
                  <a:pt x="781050" y="704850"/>
                </a:lnTo>
                <a:lnTo>
                  <a:pt x="781050" y="714375"/>
                </a:lnTo>
                <a:lnTo>
                  <a:pt x="771525" y="714375"/>
                </a:lnTo>
                <a:close/>
                <a:moveTo>
                  <a:pt x="847725" y="704850"/>
                </a:moveTo>
                <a:lnTo>
                  <a:pt x="857250" y="704850"/>
                </a:lnTo>
                <a:lnTo>
                  <a:pt x="857250" y="714375"/>
                </a:lnTo>
                <a:lnTo>
                  <a:pt x="847725" y="714375"/>
                </a:lnTo>
                <a:close/>
                <a:moveTo>
                  <a:pt x="1676400" y="704850"/>
                </a:moveTo>
                <a:lnTo>
                  <a:pt x="1685925" y="704850"/>
                </a:lnTo>
                <a:lnTo>
                  <a:pt x="1685925" y="714375"/>
                </a:lnTo>
                <a:lnTo>
                  <a:pt x="1676400" y="714375"/>
                </a:lnTo>
                <a:close/>
                <a:moveTo>
                  <a:pt x="1743075" y="704850"/>
                </a:moveTo>
                <a:lnTo>
                  <a:pt x="1762125" y="704850"/>
                </a:lnTo>
                <a:lnTo>
                  <a:pt x="1762125" y="714375"/>
                </a:lnTo>
                <a:lnTo>
                  <a:pt x="1743075" y="714375"/>
                </a:lnTo>
                <a:close/>
                <a:moveTo>
                  <a:pt x="1828800" y="704850"/>
                </a:moveTo>
                <a:lnTo>
                  <a:pt x="1838325" y="704850"/>
                </a:lnTo>
                <a:lnTo>
                  <a:pt x="1838325" y="714375"/>
                </a:lnTo>
                <a:lnTo>
                  <a:pt x="1828800" y="714375"/>
                </a:lnTo>
                <a:close/>
                <a:moveTo>
                  <a:pt x="714375" y="714375"/>
                </a:moveTo>
                <a:lnTo>
                  <a:pt x="723900" y="714375"/>
                </a:lnTo>
                <a:lnTo>
                  <a:pt x="723900" y="723900"/>
                </a:lnTo>
                <a:lnTo>
                  <a:pt x="714375" y="723900"/>
                </a:lnTo>
                <a:close/>
                <a:moveTo>
                  <a:pt x="1800225" y="714375"/>
                </a:moveTo>
                <a:lnTo>
                  <a:pt x="1828800" y="714375"/>
                </a:lnTo>
                <a:lnTo>
                  <a:pt x="1828800" y="723900"/>
                </a:lnTo>
                <a:lnTo>
                  <a:pt x="1800225" y="723900"/>
                </a:lnTo>
                <a:close/>
                <a:moveTo>
                  <a:pt x="1409700" y="723900"/>
                </a:moveTo>
                <a:lnTo>
                  <a:pt x="1438275" y="723900"/>
                </a:lnTo>
                <a:lnTo>
                  <a:pt x="1438275" y="733425"/>
                </a:lnTo>
                <a:lnTo>
                  <a:pt x="1409700" y="733425"/>
                </a:lnTo>
                <a:close/>
                <a:moveTo>
                  <a:pt x="1466850" y="723900"/>
                </a:moveTo>
                <a:lnTo>
                  <a:pt x="1485900" y="723900"/>
                </a:lnTo>
                <a:lnTo>
                  <a:pt x="1485900" y="733425"/>
                </a:lnTo>
                <a:lnTo>
                  <a:pt x="1466850" y="733425"/>
                </a:lnTo>
                <a:close/>
                <a:moveTo>
                  <a:pt x="1524000" y="723900"/>
                </a:moveTo>
                <a:lnTo>
                  <a:pt x="1543050" y="723900"/>
                </a:lnTo>
                <a:lnTo>
                  <a:pt x="1543050" y="733425"/>
                </a:lnTo>
                <a:lnTo>
                  <a:pt x="1524000" y="733425"/>
                </a:lnTo>
                <a:close/>
                <a:moveTo>
                  <a:pt x="1247775" y="733425"/>
                </a:moveTo>
                <a:lnTo>
                  <a:pt x="1257300" y="733425"/>
                </a:lnTo>
                <a:lnTo>
                  <a:pt x="1257300" y="742950"/>
                </a:lnTo>
                <a:lnTo>
                  <a:pt x="1247775" y="742950"/>
                </a:lnTo>
                <a:close/>
                <a:moveTo>
                  <a:pt x="1276350" y="733425"/>
                </a:moveTo>
                <a:lnTo>
                  <a:pt x="1285875" y="733425"/>
                </a:lnTo>
                <a:lnTo>
                  <a:pt x="1285875" y="742950"/>
                </a:lnTo>
                <a:lnTo>
                  <a:pt x="1276350" y="742950"/>
                </a:lnTo>
                <a:close/>
                <a:moveTo>
                  <a:pt x="1400175" y="733425"/>
                </a:moveTo>
                <a:lnTo>
                  <a:pt x="1409700" y="733425"/>
                </a:lnTo>
                <a:lnTo>
                  <a:pt x="1409700" y="752475"/>
                </a:lnTo>
                <a:lnTo>
                  <a:pt x="1400175" y="752475"/>
                </a:lnTo>
                <a:close/>
                <a:moveTo>
                  <a:pt x="1438275" y="733425"/>
                </a:moveTo>
                <a:lnTo>
                  <a:pt x="1447800" y="733425"/>
                </a:lnTo>
                <a:lnTo>
                  <a:pt x="1447800" y="742950"/>
                </a:lnTo>
                <a:lnTo>
                  <a:pt x="1438275" y="742950"/>
                </a:lnTo>
                <a:close/>
                <a:moveTo>
                  <a:pt x="1457325" y="733425"/>
                </a:moveTo>
                <a:lnTo>
                  <a:pt x="1466850" y="733425"/>
                </a:lnTo>
                <a:lnTo>
                  <a:pt x="1466850" y="742950"/>
                </a:lnTo>
                <a:lnTo>
                  <a:pt x="1457325" y="742950"/>
                </a:lnTo>
                <a:close/>
                <a:moveTo>
                  <a:pt x="1485900" y="733425"/>
                </a:moveTo>
                <a:lnTo>
                  <a:pt x="1495425" y="733425"/>
                </a:lnTo>
                <a:lnTo>
                  <a:pt x="1495425" y="742950"/>
                </a:lnTo>
                <a:lnTo>
                  <a:pt x="1485900" y="742950"/>
                </a:lnTo>
                <a:close/>
                <a:moveTo>
                  <a:pt x="1514475" y="733425"/>
                </a:moveTo>
                <a:lnTo>
                  <a:pt x="1524000" y="733425"/>
                </a:lnTo>
                <a:lnTo>
                  <a:pt x="1524000" y="742950"/>
                </a:lnTo>
                <a:lnTo>
                  <a:pt x="1514475" y="742950"/>
                </a:lnTo>
                <a:close/>
                <a:moveTo>
                  <a:pt x="1543050" y="733425"/>
                </a:moveTo>
                <a:lnTo>
                  <a:pt x="1552575" y="733425"/>
                </a:lnTo>
                <a:lnTo>
                  <a:pt x="1552575" y="742950"/>
                </a:lnTo>
                <a:lnTo>
                  <a:pt x="1543050" y="742950"/>
                </a:lnTo>
                <a:close/>
                <a:moveTo>
                  <a:pt x="876300" y="742950"/>
                </a:moveTo>
                <a:lnTo>
                  <a:pt x="885825" y="742950"/>
                </a:lnTo>
                <a:lnTo>
                  <a:pt x="885825" y="752475"/>
                </a:lnTo>
                <a:lnTo>
                  <a:pt x="876300" y="752475"/>
                </a:lnTo>
                <a:close/>
                <a:moveTo>
                  <a:pt x="1285875" y="742950"/>
                </a:moveTo>
                <a:lnTo>
                  <a:pt x="1295400" y="742950"/>
                </a:lnTo>
                <a:lnTo>
                  <a:pt x="1295400" y="790575"/>
                </a:lnTo>
                <a:lnTo>
                  <a:pt x="1304925" y="790575"/>
                </a:lnTo>
                <a:lnTo>
                  <a:pt x="1304925" y="819150"/>
                </a:lnTo>
                <a:lnTo>
                  <a:pt x="1295400" y="819150"/>
                </a:lnTo>
                <a:lnTo>
                  <a:pt x="1295400" y="838200"/>
                </a:lnTo>
                <a:lnTo>
                  <a:pt x="1285875" y="838200"/>
                </a:lnTo>
                <a:close/>
                <a:moveTo>
                  <a:pt x="885825" y="752475"/>
                </a:moveTo>
                <a:lnTo>
                  <a:pt x="895350" y="752475"/>
                </a:lnTo>
                <a:lnTo>
                  <a:pt x="895350" y="762000"/>
                </a:lnTo>
                <a:lnTo>
                  <a:pt x="885825" y="762000"/>
                </a:lnTo>
                <a:close/>
                <a:moveTo>
                  <a:pt x="1171575" y="762000"/>
                </a:moveTo>
                <a:lnTo>
                  <a:pt x="1200150" y="762000"/>
                </a:lnTo>
                <a:lnTo>
                  <a:pt x="1200150" y="771525"/>
                </a:lnTo>
                <a:lnTo>
                  <a:pt x="1171575" y="771525"/>
                </a:lnTo>
                <a:close/>
                <a:moveTo>
                  <a:pt x="1333500" y="762000"/>
                </a:moveTo>
                <a:lnTo>
                  <a:pt x="1362075" y="762000"/>
                </a:lnTo>
                <a:lnTo>
                  <a:pt x="1362075" y="771525"/>
                </a:lnTo>
                <a:lnTo>
                  <a:pt x="1333500" y="771525"/>
                </a:lnTo>
                <a:close/>
                <a:moveTo>
                  <a:pt x="1400175" y="771525"/>
                </a:moveTo>
                <a:lnTo>
                  <a:pt x="1409700" y="771525"/>
                </a:lnTo>
                <a:lnTo>
                  <a:pt x="1409700" y="809625"/>
                </a:lnTo>
                <a:lnTo>
                  <a:pt x="1400175" y="809625"/>
                </a:lnTo>
                <a:lnTo>
                  <a:pt x="1400175" y="800100"/>
                </a:lnTo>
                <a:lnTo>
                  <a:pt x="1381125" y="800100"/>
                </a:lnTo>
                <a:lnTo>
                  <a:pt x="1381125" y="790575"/>
                </a:lnTo>
                <a:lnTo>
                  <a:pt x="1390650" y="790575"/>
                </a:lnTo>
                <a:lnTo>
                  <a:pt x="1390650" y="781050"/>
                </a:lnTo>
                <a:lnTo>
                  <a:pt x="1400175" y="781050"/>
                </a:lnTo>
                <a:close/>
                <a:moveTo>
                  <a:pt x="942975" y="781050"/>
                </a:moveTo>
                <a:lnTo>
                  <a:pt x="952500" y="781050"/>
                </a:lnTo>
                <a:lnTo>
                  <a:pt x="952500" y="790575"/>
                </a:lnTo>
                <a:lnTo>
                  <a:pt x="942975" y="790575"/>
                </a:lnTo>
                <a:close/>
                <a:moveTo>
                  <a:pt x="1238250" y="781050"/>
                </a:moveTo>
                <a:lnTo>
                  <a:pt x="1247775" y="781050"/>
                </a:lnTo>
                <a:lnTo>
                  <a:pt x="1247775" y="790575"/>
                </a:lnTo>
                <a:lnTo>
                  <a:pt x="1238250" y="790575"/>
                </a:lnTo>
                <a:close/>
                <a:moveTo>
                  <a:pt x="952500" y="790575"/>
                </a:moveTo>
                <a:lnTo>
                  <a:pt x="962025" y="790575"/>
                </a:lnTo>
                <a:lnTo>
                  <a:pt x="962025" y="800100"/>
                </a:lnTo>
                <a:lnTo>
                  <a:pt x="952500" y="800100"/>
                </a:lnTo>
                <a:close/>
                <a:moveTo>
                  <a:pt x="628650" y="809625"/>
                </a:moveTo>
                <a:lnTo>
                  <a:pt x="638175" y="809625"/>
                </a:lnTo>
                <a:lnTo>
                  <a:pt x="638175" y="819150"/>
                </a:lnTo>
                <a:lnTo>
                  <a:pt x="628650" y="819150"/>
                </a:lnTo>
                <a:close/>
                <a:moveTo>
                  <a:pt x="1676400" y="809625"/>
                </a:moveTo>
                <a:lnTo>
                  <a:pt x="1685925" y="809625"/>
                </a:lnTo>
                <a:lnTo>
                  <a:pt x="1685925" y="838200"/>
                </a:lnTo>
                <a:lnTo>
                  <a:pt x="1676400" y="838200"/>
                </a:lnTo>
                <a:close/>
                <a:moveTo>
                  <a:pt x="1714500" y="809625"/>
                </a:moveTo>
                <a:lnTo>
                  <a:pt x="1724025" y="809625"/>
                </a:lnTo>
                <a:lnTo>
                  <a:pt x="1724025" y="819150"/>
                </a:lnTo>
                <a:lnTo>
                  <a:pt x="1714500" y="819150"/>
                </a:lnTo>
                <a:close/>
                <a:moveTo>
                  <a:pt x="942975" y="828675"/>
                </a:moveTo>
                <a:lnTo>
                  <a:pt x="952500" y="828675"/>
                </a:lnTo>
                <a:lnTo>
                  <a:pt x="952500" y="838200"/>
                </a:lnTo>
                <a:lnTo>
                  <a:pt x="942975" y="838200"/>
                </a:lnTo>
                <a:close/>
                <a:moveTo>
                  <a:pt x="933450" y="838200"/>
                </a:moveTo>
                <a:lnTo>
                  <a:pt x="942975" y="838200"/>
                </a:lnTo>
                <a:lnTo>
                  <a:pt x="942975" y="847725"/>
                </a:lnTo>
                <a:lnTo>
                  <a:pt x="933450" y="847725"/>
                </a:lnTo>
                <a:close/>
                <a:moveTo>
                  <a:pt x="1295400" y="838200"/>
                </a:moveTo>
                <a:lnTo>
                  <a:pt x="1314450" y="838200"/>
                </a:lnTo>
                <a:lnTo>
                  <a:pt x="1314450" y="847725"/>
                </a:lnTo>
                <a:lnTo>
                  <a:pt x="1295400" y="847725"/>
                </a:lnTo>
                <a:close/>
                <a:moveTo>
                  <a:pt x="952500" y="847725"/>
                </a:moveTo>
                <a:lnTo>
                  <a:pt x="962025" y="847725"/>
                </a:lnTo>
                <a:lnTo>
                  <a:pt x="962025" y="857250"/>
                </a:lnTo>
                <a:lnTo>
                  <a:pt x="952500" y="857250"/>
                </a:lnTo>
                <a:close/>
                <a:moveTo>
                  <a:pt x="828675" y="866775"/>
                </a:moveTo>
                <a:lnTo>
                  <a:pt x="847725" y="866775"/>
                </a:lnTo>
                <a:lnTo>
                  <a:pt x="847725" y="876300"/>
                </a:lnTo>
                <a:lnTo>
                  <a:pt x="828675" y="876300"/>
                </a:lnTo>
                <a:close/>
                <a:moveTo>
                  <a:pt x="866775" y="866775"/>
                </a:moveTo>
                <a:lnTo>
                  <a:pt x="876300" y="866775"/>
                </a:lnTo>
                <a:lnTo>
                  <a:pt x="876300" y="876300"/>
                </a:lnTo>
                <a:lnTo>
                  <a:pt x="866775" y="876300"/>
                </a:lnTo>
                <a:close/>
                <a:moveTo>
                  <a:pt x="1152525" y="866775"/>
                </a:moveTo>
                <a:lnTo>
                  <a:pt x="1162050" y="866775"/>
                </a:lnTo>
                <a:lnTo>
                  <a:pt x="1162050" y="876300"/>
                </a:lnTo>
                <a:lnTo>
                  <a:pt x="1152525" y="876300"/>
                </a:lnTo>
                <a:close/>
                <a:moveTo>
                  <a:pt x="552450" y="885825"/>
                </a:moveTo>
                <a:lnTo>
                  <a:pt x="561975" y="885825"/>
                </a:lnTo>
                <a:lnTo>
                  <a:pt x="561975" y="895350"/>
                </a:lnTo>
                <a:lnTo>
                  <a:pt x="552450" y="895350"/>
                </a:lnTo>
                <a:close/>
                <a:moveTo>
                  <a:pt x="1876425" y="885825"/>
                </a:moveTo>
                <a:lnTo>
                  <a:pt x="1885950" y="885825"/>
                </a:lnTo>
                <a:lnTo>
                  <a:pt x="1885950" y="895350"/>
                </a:lnTo>
                <a:lnTo>
                  <a:pt x="1876425" y="895350"/>
                </a:lnTo>
                <a:close/>
                <a:moveTo>
                  <a:pt x="561975" y="895350"/>
                </a:moveTo>
                <a:lnTo>
                  <a:pt x="571500" y="895350"/>
                </a:lnTo>
                <a:lnTo>
                  <a:pt x="571500" y="904875"/>
                </a:lnTo>
                <a:lnTo>
                  <a:pt x="561975" y="904875"/>
                </a:lnTo>
                <a:close/>
                <a:moveTo>
                  <a:pt x="1866900" y="895350"/>
                </a:moveTo>
                <a:lnTo>
                  <a:pt x="1876425" y="895350"/>
                </a:lnTo>
                <a:lnTo>
                  <a:pt x="1876425" y="904875"/>
                </a:lnTo>
                <a:lnTo>
                  <a:pt x="1866900" y="904875"/>
                </a:lnTo>
                <a:close/>
                <a:moveTo>
                  <a:pt x="495300" y="914400"/>
                </a:moveTo>
                <a:lnTo>
                  <a:pt x="504825" y="914400"/>
                </a:lnTo>
                <a:lnTo>
                  <a:pt x="504825" y="923925"/>
                </a:lnTo>
                <a:lnTo>
                  <a:pt x="495300" y="923925"/>
                </a:lnTo>
                <a:close/>
                <a:moveTo>
                  <a:pt x="476250" y="933450"/>
                </a:moveTo>
                <a:lnTo>
                  <a:pt x="485775" y="933450"/>
                </a:lnTo>
                <a:lnTo>
                  <a:pt x="485775" y="942975"/>
                </a:lnTo>
                <a:lnTo>
                  <a:pt x="476250" y="942975"/>
                </a:lnTo>
                <a:close/>
                <a:moveTo>
                  <a:pt x="1962150" y="933450"/>
                </a:moveTo>
                <a:lnTo>
                  <a:pt x="1971675" y="933450"/>
                </a:lnTo>
                <a:lnTo>
                  <a:pt x="1971675" y="942975"/>
                </a:lnTo>
                <a:lnTo>
                  <a:pt x="1962150" y="942975"/>
                </a:lnTo>
                <a:close/>
                <a:moveTo>
                  <a:pt x="1971675" y="942975"/>
                </a:moveTo>
                <a:lnTo>
                  <a:pt x="1981200" y="942975"/>
                </a:lnTo>
                <a:lnTo>
                  <a:pt x="1981200" y="952500"/>
                </a:lnTo>
                <a:lnTo>
                  <a:pt x="1971675" y="952500"/>
                </a:lnTo>
                <a:close/>
                <a:moveTo>
                  <a:pt x="447675" y="1019175"/>
                </a:moveTo>
                <a:lnTo>
                  <a:pt x="457200" y="1019175"/>
                </a:lnTo>
                <a:lnTo>
                  <a:pt x="457200" y="1028700"/>
                </a:lnTo>
                <a:lnTo>
                  <a:pt x="447675" y="1028700"/>
                </a:lnTo>
                <a:close/>
                <a:moveTo>
                  <a:pt x="1990725" y="1028700"/>
                </a:moveTo>
                <a:lnTo>
                  <a:pt x="2000250" y="1028700"/>
                </a:lnTo>
                <a:lnTo>
                  <a:pt x="2000250" y="1038225"/>
                </a:lnTo>
                <a:lnTo>
                  <a:pt x="1990725" y="1038225"/>
                </a:lnTo>
                <a:close/>
                <a:moveTo>
                  <a:pt x="428625" y="1047750"/>
                </a:moveTo>
                <a:lnTo>
                  <a:pt x="438150" y="1047750"/>
                </a:lnTo>
                <a:lnTo>
                  <a:pt x="438150" y="1057275"/>
                </a:lnTo>
                <a:lnTo>
                  <a:pt x="428625" y="1057275"/>
                </a:lnTo>
                <a:close/>
                <a:moveTo>
                  <a:pt x="2000250" y="1047750"/>
                </a:moveTo>
                <a:lnTo>
                  <a:pt x="2009775" y="1047750"/>
                </a:lnTo>
                <a:lnTo>
                  <a:pt x="2009775" y="1057275"/>
                </a:lnTo>
                <a:lnTo>
                  <a:pt x="2000250" y="1057275"/>
                </a:lnTo>
                <a:close/>
                <a:moveTo>
                  <a:pt x="409575" y="1076325"/>
                </a:moveTo>
                <a:lnTo>
                  <a:pt x="419100" y="1076325"/>
                </a:lnTo>
                <a:lnTo>
                  <a:pt x="419100" y="1085850"/>
                </a:lnTo>
                <a:lnTo>
                  <a:pt x="409575" y="1085850"/>
                </a:lnTo>
                <a:close/>
                <a:moveTo>
                  <a:pt x="2028825" y="1095375"/>
                </a:moveTo>
                <a:lnTo>
                  <a:pt x="2038350" y="1095375"/>
                </a:lnTo>
                <a:lnTo>
                  <a:pt x="2038350" y="1104900"/>
                </a:lnTo>
                <a:lnTo>
                  <a:pt x="2028825" y="1104900"/>
                </a:lnTo>
                <a:close/>
                <a:moveTo>
                  <a:pt x="390525" y="1104900"/>
                </a:moveTo>
                <a:lnTo>
                  <a:pt x="400050" y="1104900"/>
                </a:lnTo>
                <a:lnTo>
                  <a:pt x="400050" y="1114425"/>
                </a:lnTo>
                <a:lnTo>
                  <a:pt x="390525" y="1114425"/>
                </a:lnTo>
                <a:close/>
                <a:moveTo>
                  <a:pt x="381000" y="1123950"/>
                </a:moveTo>
                <a:lnTo>
                  <a:pt x="390525" y="1123950"/>
                </a:lnTo>
                <a:lnTo>
                  <a:pt x="390525" y="1133475"/>
                </a:lnTo>
                <a:lnTo>
                  <a:pt x="381000" y="1133475"/>
                </a:lnTo>
                <a:close/>
                <a:moveTo>
                  <a:pt x="2057400" y="1143000"/>
                </a:moveTo>
                <a:lnTo>
                  <a:pt x="2066925" y="1143000"/>
                </a:lnTo>
                <a:lnTo>
                  <a:pt x="2066925" y="1152525"/>
                </a:lnTo>
                <a:lnTo>
                  <a:pt x="2057400" y="1152525"/>
                </a:lnTo>
                <a:close/>
                <a:moveTo>
                  <a:pt x="361950" y="1152525"/>
                </a:moveTo>
                <a:lnTo>
                  <a:pt x="371475" y="1152525"/>
                </a:lnTo>
                <a:lnTo>
                  <a:pt x="371475" y="1162050"/>
                </a:lnTo>
                <a:lnTo>
                  <a:pt x="361950" y="1162050"/>
                </a:lnTo>
                <a:close/>
                <a:moveTo>
                  <a:pt x="352425" y="1181100"/>
                </a:moveTo>
                <a:lnTo>
                  <a:pt x="361950" y="1181100"/>
                </a:lnTo>
                <a:lnTo>
                  <a:pt x="361950" y="1190625"/>
                </a:lnTo>
                <a:lnTo>
                  <a:pt x="352425" y="1190625"/>
                </a:lnTo>
                <a:close/>
                <a:moveTo>
                  <a:pt x="2076450" y="1181100"/>
                </a:moveTo>
                <a:lnTo>
                  <a:pt x="2085975" y="1181100"/>
                </a:lnTo>
                <a:lnTo>
                  <a:pt x="2085975" y="1228725"/>
                </a:lnTo>
                <a:lnTo>
                  <a:pt x="2076450" y="1228725"/>
                </a:lnTo>
                <a:close/>
                <a:moveTo>
                  <a:pt x="352425" y="1209675"/>
                </a:moveTo>
                <a:lnTo>
                  <a:pt x="361950" y="1209675"/>
                </a:lnTo>
                <a:lnTo>
                  <a:pt x="361950" y="1228725"/>
                </a:lnTo>
                <a:lnTo>
                  <a:pt x="352425" y="1228725"/>
                </a:lnTo>
                <a:close/>
                <a:moveTo>
                  <a:pt x="2419350" y="1219200"/>
                </a:moveTo>
                <a:lnTo>
                  <a:pt x="2428875" y="1219200"/>
                </a:lnTo>
                <a:lnTo>
                  <a:pt x="2428875" y="1228725"/>
                </a:lnTo>
                <a:lnTo>
                  <a:pt x="2419350" y="1228725"/>
                </a:lnTo>
                <a:close/>
                <a:moveTo>
                  <a:pt x="0" y="1228725"/>
                </a:moveTo>
                <a:lnTo>
                  <a:pt x="9525" y="1228725"/>
                </a:lnTo>
                <a:lnTo>
                  <a:pt x="9525" y="1238250"/>
                </a:lnTo>
                <a:lnTo>
                  <a:pt x="0" y="1238250"/>
                </a:lnTo>
                <a:close/>
                <a:moveTo>
                  <a:pt x="0" y="1257300"/>
                </a:moveTo>
                <a:lnTo>
                  <a:pt x="9525" y="1257300"/>
                </a:lnTo>
                <a:lnTo>
                  <a:pt x="9525" y="1266825"/>
                </a:lnTo>
                <a:lnTo>
                  <a:pt x="0" y="1266825"/>
                </a:lnTo>
                <a:close/>
                <a:moveTo>
                  <a:pt x="9525" y="1266825"/>
                </a:moveTo>
                <a:lnTo>
                  <a:pt x="19050" y="1266825"/>
                </a:lnTo>
                <a:lnTo>
                  <a:pt x="19050" y="2076450"/>
                </a:lnTo>
                <a:lnTo>
                  <a:pt x="9525" y="2076450"/>
                </a:lnTo>
                <a:close/>
                <a:moveTo>
                  <a:pt x="371475" y="1266825"/>
                </a:moveTo>
                <a:lnTo>
                  <a:pt x="381000" y="1266825"/>
                </a:lnTo>
                <a:lnTo>
                  <a:pt x="381000" y="1276350"/>
                </a:lnTo>
                <a:lnTo>
                  <a:pt x="371475" y="1276350"/>
                </a:lnTo>
                <a:close/>
                <a:moveTo>
                  <a:pt x="2057400" y="1266825"/>
                </a:moveTo>
                <a:lnTo>
                  <a:pt x="2066925" y="1266825"/>
                </a:lnTo>
                <a:lnTo>
                  <a:pt x="2066925" y="1276350"/>
                </a:lnTo>
                <a:lnTo>
                  <a:pt x="2057400" y="1276350"/>
                </a:lnTo>
                <a:close/>
                <a:moveTo>
                  <a:pt x="2028825" y="1295400"/>
                </a:moveTo>
                <a:lnTo>
                  <a:pt x="2038350" y="1295400"/>
                </a:lnTo>
                <a:lnTo>
                  <a:pt x="2038350" y="1304925"/>
                </a:lnTo>
                <a:lnTo>
                  <a:pt x="2028825" y="1304925"/>
                </a:lnTo>
                <a:close/>
                <a:moveTo>
                  <a:pt x="2009775" y="1304925"/>
                </a:moveTo>
                <a:lnTo>
                  <a:pt x="2019300" y="1304925"/>
                </a:lnTo>
                <a:lnTo>
                  <a:pt x="2019300" y="1314450"/>
                </a:lnTo>
                <a:lnTo>
                  <a:pt x="2009775" y="1314450"/>
                </a:lnTo>
                <a:close/>
                <a:moveTo>
                  <a:pt x="457200" y="1333500"/>
                </a:moveTo>
                <a:lnTo>
                  <a:pt x="466725" y="1333500"/>
                </a:lnTo>
                <a:lnTo>
                  <a:pt x="466725" y="1343025"/>
                </a:lnTo>
                <a:lnTo>
                  <a:pt x="476250" y="1343025"/>
                </a:lnTo>
                <a:lnTo>
                  <a:pt x="476250" y="1352550"/>
                </a:lnTo>
                <a:lnTo>
                  <a:pt x="457200" y="1352550"/>
                </a:lnTo>
                <a:close/>
                <a:moveTo>
                  <a:pt x="523875" y="1333500"/>
                </a:moveTo>
                <a:lnTo>
                  <a:pt x="533400" y="1333500"/>
                </a:lnTo>
                <a:lnTo>
                  <a:pt x="533400" y="1343025"/>
                </a:lnTo>
                <a:lnTo>
                  <a:pt x="523875" y="1343025"/>
                </a:lnTo>
                <a:close/>
                <a:moveTo>
                  <a:pt x="1476375" y="1333500"/>
                </a:moveTo>
                <a:lnTo>
                  <a:pt x="1514475" y="1333500"/>
                </a:lnTo>
                <a:lnTo>
                  <a:pt x="1514475" y="1352550"/>
                </a:lnTo>
                <a:lnTo>
                  <a:pt x="1476375" y="1352550"/>
                </a:lnTo>
                <a:close/>
                <a:moveTo>
                  <a:pt x="1895475" y="1333500"/>
                </a:moveTo>
                <a:lnTo>
                  <a:pt x="1905000" y="1333500"/>
                </a:lnTo>
                <a:lnTo>
                  <a:pt x="1905000" y="1343025"/>
                </a:lnTo>
                <a:lnTo>
                  <a:pt x="1895475" y="1343025"/>
                </a:lnTo>
                <a:close/>
                <a:moveTo>
                  <a:pt x="1962150" y="1333500"/>
                </a:moveTo>
                <a:lnTo>
                  <a:pt x="1981200" y="1333500"/>
                </a:lnTo>
                <a:lnTo>
                  <a:pt x="1981200" y="1343025"/>
                </a:lnTo>
                <a:lnTo>
                  <a:pt x="1971675" y="1343025"/>
                </a:lnTo>
                <a:lnTo>
                  <a:pt x="1971675" y="1352550"/>
                </a:lnTo>
                <a:lnTo>
                  <a:pt x="1952625" y="1352550"/>
                </a:lnTo>
                <a:lnTo>
                  <a:pt x="1952625" y="1343025"/>
                </a:lnTo>
                <a:lnTo>
                  <a:pt x="1962150" y="1343025"/>
                </a:lnTo>
                <a:close/>
                <a:moveTo>
                  <a:pt x="952500" y="1343025"/>
                </a:moveTo>
                <a:lnTo>
                  <a:pt x="962025" y="1343025"/>
                </a:lnTo>
                <a:lnTo>
                  <a:pt x="962025" y="1352550"/>
                </a:lnTo>
                <a:lnTo>
                  <a:pt x="952500" y="1352550"/>
                </a:lnTo>
                <a:close/>
                <a:moveTo>
                  <a:pt x="1800225" y="1362075"/>
                </a:moveTo>
                <a:lnTo>
                  <a:pt x="1809750" y="1362075"/>
                </a:lnTo>
                <a:lnTo>
                  <a:pt x="1809750" y="1371600"/>
                </a:lnTo>
                <a:lnTo>
                  <a:pt x="1800225" y="1371600"/>
                </a:lnTo>
                <a:close/>
                <a:moveTo>
                  <a:pt x="1809750" y="1371600"/>
                </a:moveTo>
                <a:lnTo>
                  <a:pt x="1819275" y="1371600"/>
                </a:lnTo>
                <a:lnTo>
                  <a:pt x="1819275" y="1381125"/>
                </a:lnTo>
                <a:lnTo>
                  <a:pt x="1809750" y="1381125"/>
                </a:lnTo>
                <a:close/>
                <a:moveTo>
                  <a:pt x="1819275" y="1381125"/>
                </a:moveTo>
                <a:lnTo>
                  <a:pt x="1828800" y="1381125"/>
                </a:lnTo>
                <a:lnTo>
                  <a:pt x="1828800" y="1390650"/>
                </a:lnTo>
                <a:lnTo>
                  <a:pt x="1819275" y="1390650"/>
                </a:lnTo>
                <a:close/>
                <a:moveTo>
                  <a:pt x="1828800" y="1400175"/>
                </a:moveTo>
                <a:lnTo>
                  <a:pt x="1838325" y="1400175"/>
                </a:lnTo>
                <a:lnTo>
                  <a:pt x="1838325" y="1609725"/>
                </a:lnTo>
                <a:lnTo>
                  <a:pt x="1828800" y="1609725"/>
                </a:lnTo>
                <a:close/>
                <a:moveTo>
                  <a:pt x="1371600" y="1409700"/>
                </a:moveTo>
                <a:lnTo>
                  <a:pt x="1381125" y="1409700"/>
                </a:lnTo>
                <a:lnTo>
                  <a:pt x="1381125" y="1485900"/>
                </a:lnTo>
                <a:lnTo>
                  <a:pt x="1371600" y="1485900"/>
                </a:lnTo>
                <a:close/>
                <a:moveTo>
                  <a:pt x="590550" y="1495425"/>
                </a:moveTo>
                <a:lnTo>
                  <a:pt x="600075" y="1495425"/>
                </a:lnTo>
                <a:lnTo>
                  <a:pt x="600075" y="1504950"/>
                </a:lnTo>
                <a:lnTo>
                  <a:pt x="590550" y="1504950"/>
                </a:lnTo>
                <a:close/>
                <a:moveTo>
                  <a:pt x="1495425" y="1581150"/>
                </a:moveTo>
                <a:lnTo>
                  <a:pt x="1562100" y="1581150"/>
                </a:lnTo>
                <a:lnTo>
                  <a:pt x="1562100" y="1590675"/>
                </a:lnTo>
                <a:lnTo>
                  <a:pt x="1495425" y="1590675"/>
                </a:lnTo>
                <a:close/>
                <a:moveTo>
                  <a:pt x="1647825" y="1581150"/>
                </a:moveTo>
                <a:lnTo>
                  <a:pt x="1657350" y="1581150"/>
                </a:lnTo>
                <a:lnTo>
                  <a:pt x="1657350" y="1590675"/>
                </a:lnTo>
                <a:lnTo>
                  <a:pt x="1647825" y="1590675"/>
                </a:lnTo>
                <a:close/>
                <a:moveTo>
                  <a:pt x="1676400" y="1581150"/>
                </a:moveTo>
                <a:lnTo>
                  <a:pt x="1714500" y="1581150"/>
                </a:lnTo>
                <a:lnTo>
                  <a:pt x="1714500" y="1590675"/>
                </a:lnTo>
                <a:lnTo>
                  <a:pt x="1676400" y="1590675"/>
                </a:lnTo>
                <a:close/>
                <a:moveTo>
                  <a:pt x="1485900" y="1590675"/>
                </a:moveTo>
                <a:lnTo>
                  <a:pt x="1495425" y="1590675"/>
                </a:lnTo>
                <a:lnTo>
                  <a:pt x="1495425" y="1600200"/>
                </a:lnTo>
                <a:lnTo>
                  <a:pt x="1485900" y="1600200"/>
                </a:lnTo>
                <a:close/>
                <a:moveTo>
                  <a:pt x="1714500" y="1590675"/>
                </a:moveTo>
                <a:lnTo>
                  <a:pt x="1724025" y="1590675"/>
                </a:lnTo>
                <a:lnTo>
                  <a:pt x="1724025" y="1600200"/>
                </a:lnTo>
                <a:lnTo>
                  <a:pt x="1714500" y="1600200"/>
                </a:lnTo>
                <a:close/>
                <a:moveTo>
                  <a:pt x="1724025" y="1600200"/>
                </a:moveTo>
                <a:lnTo>
                  <a:pt x="1733550" y="1600200"/>
                </a:lnTo>
                <a:lnTo>
                  <a:pt x="1733550" y="1657350"/>
                </a:lnTo>
                <a:lnTo>
                  <a:pt x="1724025" y="1657350"/>
                </a:lnTo>
                <a:lnTo>
                  <a:pt x="1724025" y="1666875"/>
                </a:lnTo>
                <a:lnTo>
                  <a:pt x="1714500" y="1666875"/>
                </a:lnTo>
                <a:lnTo>
                  <a:pt x="1714500" y="1628775"/>
                </a:lnTo>
                <a:lnTo>
                  <a:pt x="1704975" y="1628775"/>
                </a:lnTo>
                <a:lnTo>
                  <a:pt x="1704975" y="1619250"/>
                </a:lnTo>
                <a:lnTo>
                  <a:pt x="1628775" y="1619250"/>
                </a:lnTo>
                <a:lnTo>
                  <a:pt x="1628775" y="1609725"/>
                </a:lnTo>
                <a:lnTo>
                  <a:pt x="1704975" y="1609725"/>
                </a:lnTo>
                <a:lnTo>
                  <a:pt x="1704975" y="1619250"/>
                </a:lnTo>
                <a:lnTo>
                  <a:pt x="1724025" y="1619250"/>
                </a:lnTo>
                <a:close/>
                <a:moveTo>
                  <a:pt x="1543050" y="1609725"/>
                </a:moveTo>
                <a:lnTo>
                  <a:pt x="1571625" y="1609725"/>
                </a:lnTo>
                <a:lnTo>
                  <a:pt x="1571625" y="1619250"/>
                </a:lnTo>
                <a:lnTo>
                  <a:pt x="1543050" y="1619250"/>
                </a:lnTo>
                <a:close/>
                <a:moveTo>
                  <a:pt x="1581150" y="1609725"/>
                </a:moveTo>
                <a:lnTo>
                  <a:pt x="1609725" y="1609725"/>
                </a:lnTo>
                <a:lnTo>
                  <a:pt x="1609725" y="1619250"/>
                </a:lnTo>
                <a:lnTo>
                  <a:pt x="1581150" y="1619250"/>
                </a:lnTo>
                <a:close/>
                <a:moveTo>
                  <a:pt x="1371600" y="1619250"/>
                </a:moveTo>
                <a:lnTo>
                  <a:pt x="1381125" y="1619250"/>
                </a:lnTo>
                <a:lnTo>
                  <a:pt x="1381125" y="1714500"/>
                </a:lnTo>
                <a:lnTo>
                  <a:pt x="1371600" y="1714500"/>
                </a:lnTo>
                <a:close/>
                <a:moveTo>
                  <a:pt x="1514475" y="1619250"/>
                </a:moveTo>
                <a:lnTo>
                  <a:pt x="1524000" y="1619250"/>
                </a:lnTo>
                <a:lnTo>
                  <a:pt x="1524000" y="1628775"/>
                </a:lnTo>
                <a:lnTo>
                  <a:pt x="1514475" y="1628775"/>
                </a:lnTo>
                <a:close/>
                <a:moveTo>
                  <a:pt x="342900" y="1628775"/>
                </a:moveTo>
                <a:lnTo>
                  <a:pt x="352425" y="1628775"/>
                </a:lnTo>
                <a:lnTo>
                  <a:pt x="352425" y="1638300"/>
                </a:lnTo>
                <a:lnTo>
                  <a:pt x="342900" y="1638300"/>
                </a:lnTo>
                <a:close/>
                <a:moveTo>
                  <a:pt x="1504950" y="1628775"/>
                </a:moveTo>
                <a:lnTo>
                  <a:pt x="1514475" y="1628775"/>
                </a:lnTo>
                <a:lnTo>
                  <a:pt x="1514475" y="1638300"/>
                </a:lnTo>
                <a:lnTo>
                  <a:pt x="1504950" y="1638300"/>
                </a:lnTo>
                <a:close/>
                <a:moveTo>
                  <a:pt x="371475" y="1638300"/>
                </a:moveTo>
                <a:lnTo>
                  <a:pt x="381000" y="1638300"/>
                </a:lnTo>
                <a:lnTo>
                  <a:pt x="381000" y="1647825"/>
                </a:lnTo>
                <a:lnTo>
                  <a:pt x="371475" y="1647825"/>
                </a:lnTo>
                <a:close/>
                <a:moveTo>
                  <a:pt x="1485900" y="1657350"/>
                </a:moveTo>
                <a:lnTo>
                  <a:pt x="1504950" y="1657350"/>
                </a:lnTo>
                <a:lnTo>
                  <a:pt x="1504950" y="1666875"/>
                </a:lnTo>
                <a:lnTo>
                  <a:pt x="1495425" y="1666875"/>
                </a:lnTo>
                <a:lnTo>
                  <a:pt x="1495425" y="1695450"/>
                </a:lnTo>
                <a:lnTo>
                  <a:pt x="1485900" y="1695450"/>
                </a:lnTo>
                <a:close/>
                <a:moveTo>
                  <a:pt x="1504950" y="1666875"/>
                </a:moveTo>
                <a:lnTo>
                  <a:pt x="1514475" y="1666875"/>
                </a:lnTo>
                <a:lnTo>
                  <a:pt x="1514475" y="1676400"/>
                </a:lnTo>
                <a:lnTo>
                  <a:pt x="1504950" y="1676400"/>
                </a:lnTo>
                <a:close/>
                <a:moveTo>
                  <a:pt x="1638300" y="1666875"/>
                </a:moveTo>
                <a:lnTo>
                  <a:pt x="1666875" y="1666875"/>
                </a:lnTo>
                <a:lnTo>
                  <a:pt x="1666875" y="1676400"/>
                </a:lnTo>
                <a:lnTo>
                  <a:pt x="1638300" y="1676400"/>
                </a:lnTo>
                <a:close/>
                <a:moveTo>
                  <a:pt x="1828800" y="1666875"/>
                </a:moveTo>
                <a:lnTo>
                  <a:pt x="1838325" y="1666875"/>
                </a:lnTo>
                <a:lnTo>
                  <a:pt x="1838325" y="1790700"/>
                </a:lnTo>
                <a:lnTo>
                  <a:pt x="1828800" y="1790700"/>
                </a:lnTo>
                <a:close/>
                <a:moveTo>
                  <a:pt x="428625" y="1685925"/>
                </a:moveTo>
                <a:lnTo>
                  <a:pt x="438150" y="1685925"/>
                </a:lnTo>
                <a:lnTo>
                  <a:pt x="438150" y="1695450"/>
                </a:lnTo>
                <a:lnTo>
                  <a:pt x="428625" y="1695450"/>
                </a:lnTo>
                <a:close/>
                <a:moveTo>
                  <a:pt x="533400" y="1685925"/>
                </a:moveTo>
                <a:lnTo>
                  <a:pt x="542925" y="1685925"/>
                </a:lnTo>
                <a:lnTo>
                  <a:pt x="542925" y="1695450"/>
                </a:lnTo>
                <a:lnTo>
                  <a:pt x="533400" y="1695450"/>
                </a:lnTo>
                <a:close/>
                <a:moveTo>
                  <a:pt x="1714500" y="1685925"/>
                </a:moveTo>
                <a:lnTo>
                  <a:pt x="1724025" y="1685925"/>
                </a:lnTo>
                <a:lnTo>
                  <a:pt x="1724025" y="1695450"/>
                </a:lnTo>
                <a:lnTo>
                  <a:pt x="1714500" y="1695450"/>
                </a:lnTo>
                <a:close/>
                <a:moveTo>
                  <a:pt x="1495425" y="1695450"/>
                </a:moveTo>
                <a:lnTo>
                  <a:pt x="1504950" y="1695450"/>
                </a:lnTo>
                <a:lnTo>
                  <a:pt x="1504950" y="1704975"/>
                </a:lnTo>
                <a:lnTo>
                  <a:pt x="1495425" y="1704975"/>
                </a:lnTo>
                <a:close/>
                <a:moveTo>
                  <a:pt x="1704975" y="1695450"/>
                </a:moveTo>
                <a:lnTo>
                  <a:pt x="1714500" y="1695450"/>
                </a:lnTo>
                <a:lnTo>
                  <a:pt x="1714500" y="1704975"/>
                </a:lnTo>
                <a:lnTo>
                  <a:pt x="1704975" y="1704975"/>
                </a:lnTo>
                <a:close/>
                <a:moveTo>
                  <a:pt x="314325" y="1704975"/>
                </a:moveTo>
                <a:lnTo>
                  <a:pt x="323850" y="1704975"/>
                </a:lnTo>
                <a:lnTo>
                  <a:pt x="323850" y="1714500"/>
                </a:lnTo>
                <a:lnTo>
                  <a:pt x="314325" y="1714500"/>
                </a:lnTo>
                <a:close/>
                <a:moveTo>
                  <a:pt x="571500" y="1704975"/>
                </a:moveTo>
                <a:lnTo>
                  <a:pt x="581025" y="1704975"/>
                </a:lnTo>
                <a:lnTo>
                  <a:pt x="581025" y="1733550"/>
                </a:lnTo>
                <a:lnTo>
                  <a:pt x="571500" y="1733550"/>
                </a:lnTo>
                <a:close/>
                <a:moveTo>
                  <a:pt x="447675" y="1714500"/>
                </a:moveTo>
                <a:lnTo>
                  <a:pt x="457200" y="1714500"/>
                </a:lnTo>
                <a:lnTo>
                  <a:pt x="457200" y="1724025"/>
                </a:lnTo>
                <a:lnTo>
                  <a:pt x="447675" y="1724025"/>
                </a:lnTo>
                <a:close/>
                <a:moveTo>
                  <a:pt x="466725" y="1733550"/>
                </a:moveTo>
                <a:lnTo>
                  <a:pt x="476250" y="1733550"/>
                </a:lnTo>
                <a:lnTo>
                  <a:pt x="476250" y="1743075"/>
                </a:lnTo>
                <a:lnTo>
                  <a:pt x="466725" y="1743075"/>
                </a:lnTo>
                <a:close/>
                <a:moveTo>
                  <a:pt x="323850" y="1743075"/>
                </a:moveTo>
                <a:lnTo>
                  <a:pt x="333375" y="1743075"/>
                </a:lnTo>
                <a:lnTo>
                  <a:pt x="333375" y="1752600"/>
                </a:lnTo>
                <a:lnTo>
                  <a:pt x="323850" y="1752600"/>
                </a:lnTo>
                <a:close/>
                <a:moveTo>
                  <a:pt x="552450" y="1790700"/>
                </a:moveTo>
                <a:lnTo>
                  <a:pt x="561975" y="1790700"/>
                </a:lnTo>
                <a:lnTo>
                  <a:pt x="561975" y="1800225"/>
                </a:lnTo>
                <a:lnTo>
                  <a:pt x="552450" y="1800225"/>
                </a:lnTo>
                <a:close/>
                <a:moveTo>
                  <a:pt x="1990725" y="1809750"/>
                </a:moveTo>
                <a:lnTo>
                  <a:pt x="2009775" y="1809750"/>
                </a:lnTo>
                <a:lnTo>
                  <a:pt x="2009775" y="1819275"/>
                </a:lnTo>
                <a:lnTo>
                  <a:pt x="1990725" y="1819275"/>
                </a:lnTo>
                <a:close/>
                <a:moveTo>
                  <a:pt x="2028825" y="1819275"/>
                </a:moveTo>
                <a:lnTo>
                  <a:pt x="2038350" y="1819275"/>
                </a:lnTo>
                <a:lnTo>
                  <a:pt x="2038350" y="1828800"/>
                </a:lnTo>
                <a:lnTo>
                  <a:pt x="2028825" y="1828800"/>
                </a:lnTo>
                <a:close/>
                <a:moveTo>
                  <a:pt x="390525" y="1828800"/>
                </a:moveTo>
                <a:lnTo>
                  <a:pt x="400050" y="1828800"/>
                </a:lnTo>
                <a:lnTo>
                  <a:pt x="400050" y="1838325"/>
                </a:lnTo>
                <a:lnTo>
                  <a:pt x="390525" y="1838325"/>
                </a:lnTo>
                <a:close/>
                <a:moveTo>
                  <a:pt x="1371600" y="1828800"/>
                </a:moveTo>
                <a:lnTo>
                  <a:pt x="1381125" y="1828800"/>
                </a:lnTo>
                <a:lnTo>
                  <a:pt x="1381125" y="1905000"/>
                </a:lnTo>
                <a:lnTo>
                  <a:pt x="1371600" y="1905000"/>
                </a:lnTo>
                <a:close/>
                <a:moveTo>
                  <a:pt x="1828800" y="1828800"/>
                </a:moveTo>
                <a:lnTo>
                  <a:pt x="1838325" y="1828800"/>
                </a:lnTo>
                <a:lnTo>
                  <a:pt x="1838325" y="1943100"/>
                </a:lnTo>
                <a:lnTo>
                  <a:pt x="1847850" y="1943100"/>
                </a:lnTo>
                <a:lnTo>
                  <a:pt x="1847850" y="1971675"/>
                </a:lnTo>
                <a:lnTo>
                  <a:pt x="1828800" y="1971675"/>
                </a:lnTo>
                <a:close/>
                <a:moveTo>
                  <a:pt x="409575" y="1838325"/>
                </a:moveTo>
                <a:lnTo>
                  <a:pt x="419100" y="1838325"/>
                </a:lnTo>
                <a:lnTo>
                  <a:pt x="419100" y="1847850"/>
                </a:lnTo>
                <a:lnTo>
                  <a:pt x="409575" y="1847850"/>
                </a:lnTo>
                <a:close/>
                <a:moveTo>
                  <a:pt x="1924050" y="1857375"/>
                </a:moveTo>
                <a:lnTo>
                  <a:pt x="1933575" y="1857375"/>
                </a:lnTo>
                <a:lnTo>
                  <a:pt x="1933575" y="1866900"/>
                </a:lnTo>
                <a:lnTo>
                  <a:pt x="1924050" y="1866900"/>
                </a:lnTo>
                <a:close/>
                <a:moveTo>
                  <a:pt x="1914525" y="1876425"/>
                </a:moveTo>
                <a:lnTo>
                  <a:pt x="1924050" y="1876425"/>
                </a:lnTo>
                <a:lnTo>
                  <a:pt x="1924050" y="1895475"/>
                </a:lnTo>
                <a:lnTo>
                  <a:pt x="1914525" y="1895475"/>
                </a:lnTo>
                <a:close/>
                <a:moveTo>
                  <a:pt x="2066925" y="1876425"/>
                </a:moveTo>
                <a:lnTo>
                  <a:pt x="2076450" y="1876425"/>
                </a:lnTo>
                <a:lnTo>
                  <a:pt x="2076450" y="1885950"/>
                </a:lnTo>
                <a:lnTo>
                  <a:pt x="2066925" y="1885950"/>
                </a:lnTo>
                <a:close/>
                <a:moveTo>
                  <a:pt x="1371600" y="1971675"/>
                </a:moveTo>
                <a:lnTo>
                  <a:pt x="1381125" y="1971675"/>
                </a:lnTo>
                <a:lnTo>
                  <a:pt x="1381125" y="2019300"/>
                </a:lnTo>
                <a:lnTo>
                  <a:pt x="1371600" y="2019300"/>
                </a:lnTo>
                <a:close/>
                <a:moveTo>
                  <a:pt x="2143125" y="1971675"/>
                </a:moveTo>
                <a:lnTo>
                  <a:pt x="2152650" y="1971675"/>
                </a:lnTo>
                <a:lnTo>
                  <a:pt x="2152650" y="1981200"/>
                </a:lnTo>
                <a:lnTo>
                  <a:pt x="2143125" y="1981200"/>
                </a:lnTo>
                <a:close/>
                <a:moveTo>
                  <a:pt x="609600" y="1981200"/>
                </a:moveTo>
                <a:lnTo>
                  <a:pt x="638175" y="1981200"/>
                </a:lnTo>
                <a:lnTo>
                  <a:pt x="638175" y="1990725"/>
                </a:lnTo>
                <a:lnTo>
                  <a:pt x="647700" y="1990725"/>
                </a:lnTo>
                <a:lnTo>
                  <a:pt x="647700" y="2000250"/>
                </a:lnTo>
                <a:lnTo>
                  <a:pt x="619125" y="2000250"/>
                </a:lnTo>
                <a:lnTo>
                  <a:pt x="619125" y="2009775"/>
                </a:lnTo>
                <a:lnTo>
                  <a:pt x="581025" y="2009775"/>
                </a:lnTo>
                <a:lnTo>
                  <a:pt x="581025" y="1990725"/>
                </a:lnTo>
                <a:lnTo>
                  <a:pt x="609600" y="1990725"/>
                </a:lnTo>
                <a:close/>
                <a:moveTo>
                  <a:pt x="1828800" y="2000250"/>
                </a:moveTo>
                <a:lnTo>
                  <a:pt x="1847850" y="2000250"/>
                </a:lnTo>
                <a:lnTo>
                  <a:pt x="1847850" y="2019300"/>
                </a:lnTo>
                <a:lnTo>
                  <a:pt x="1828800" y="2019300"/>
                </a:lnTo>
                <a:close/>
                <a:moveTo>
                  <a:pt x="295275" y="2047875"/>
                </a:moveTo>
                <a:lnTo>
                  <a:pt x="304800" y="2047875"/>
                </a:lnTo>
                <a:lnTo>
                  <a:pt x="304800" y="2057400"/>
                </a:lnTo>
                <a:lnTo>
                  <a:pt x="295275" y="2057400"/>
                </a:lnTo>
                <a:close/>
                <a:moveTo>
                  <a:pt x="361950" y="2066925"/>
                </a:moveTo>
                <a:lnTo>
                  <a:pt x="371475" y="2066925"/>
                </a:lnTo>
                <a:lnTo>
                  <a:pt x="371475" y="2076450"/>
                </a:lnTo>
                <a:lnTo>
                  <a:pt x="361950" y="2076450"/>
                </a:lnTo>
                <a:close/>
                <a:moveTo>
                  <a:pt x="352425" y="2076450"/>
                </a:moveTo>
                <a:lnTo>
                  <a:pt x="361950" y="2076450"/>
                </a:lnTo>
                <a:lnTo>
                  <a:pt x="361950" y="2085975"/>
                </a:lnTo>
                <a:lnTo>
                  <a:pt x="352425" y="2085975"/>
                </a:lnTo>
                <a:close/>
                <a:moveTo>
                  <a:pt x="361950" y="2095500"/>
                </a:moveTo>
                <a:lnTo>
                  <a:pt x="371475" y="2095500"/>
                </a:lnTo>
                <a:lnTo>
                  <a:pt x="371475" y="2105025"/>
                </a:lnTo>
                <a:lnTo>
                  <a:pt x="361950" y="2105025"/>
                </a:lnTo>
                <a:close/>
                <a:moveTo>
                  <a:pt x="1428750" y="2105025"/>
                </a:moveTo>
                <a:lnTo>
                  <a:pt x="1828800" y="2105025"/>
                </a:lnTo>
                <a:lnTo>
                  <a:pt x="1828800" y="2114550"/>
                </a:lnTo>
                <a:lnTo>
                  <a:pt x="1428750" y="2114550"/>
                </a:lnTo>
                <a:close/>
                <a:moveTo>
                  <a:pt x="2409825" y="2105025"/>
                </a:moveTo>
                <a:lnTo>
                  <a:pt x="2419350" y="2105025"/>
                </a:lnTo>
                <a:lnTo>
                  <a:pt x="2419350" y="2114550"/>
                </a:lnTo>
                <a:lnTo>
                  <a:pt x="2409825" y="2114550"/>
                </a:lnTo>
                <a:close/>
                <a:moveTo>
                  <a:pt x="28575" y="2133600"/>
                </a:moveTo>
                <a:lnTo>
                  <a:pt x="38100" y="2133600"/>
                </a:lnTo>
                <a:lnTo>
                  <a:pt x="38100" y="2143125"/>
                </a:lnTo>
                <a:lnTo>
                  <a:pt x="28575" y="2143125"/>
                </a:lnTo>
                <a:close/>
                <a:moveTo>
                  <a:pt x="2400300" y="2133600"/>
                </a:moveTo>
                <a:lnTo>
                  <a:pt x="2409825" y="2133600"/>
                </a:lnTo>
                <a:lnTo>
                  <a:pt x="2409825" y="2143125"/>
                </a:lnTo>
                <a:lnTo>
                  <a:pt x="2400300" y="2143125"/>
                </a:lnTo>
                <a:close/>
                <a:moveTo>
                  <a:pt x="57150" y="2190750"/>
                </a:moveTo>
                <a:lnTo>
                  <a:pt x="66675" y="2190750"/>
                </a:lnTo>
                <a:lnTo>
                  <a:pt x="66675" y="2200275"/>
                </a:lnTo>
                <a:lnTo>
                  <a:pt x="57150" y="2200275"/>
                </a:lnTo>
                <a:close/>
                <a:moveTo>
                  <a:pt x="2371725" y="2190750"/>
                </a:moveTo>
                <a:lnTo>
                  <a:pt x="2381250" y="2190750"/>
                </a:lnTo>
                <a:lnTo>
                  <a:pt x="2381250" y="2200275"/>
                </a:lnTo>
                <a:lnTo>
                  <a:pt x="2371725" y="2200275"/>
                </a:lnTo>
                <a:close/>
                <a:moveTo>
                  <a:pt x="95250" y="2238375"/>
                </a:moveTo>
                <a:lnTo>
                  <a:pt x="104775" y="2238375"/>
                </a:lnTo>
                <a:lnTo>
                  <a:pt x="104775" y="2247900"/>
                </a:lnTo>
                <a:lnTo>
                  <a:pt x="95250" y="2247900"/>
                </a:lnTo>
                <a:close/>
                <a:moveTo>
                  <a:pt x="104775" y="2247900"/>
                </a:moveTo>
                <a:lnTo>
                  <a:pt x="114300" y="2247900"/>
                </a:lnTo>
                <a:lnTo>
                  <a:pt x="114300" y="2257425"/>
                </a:lnTo>
                <a:lnTo>
                  <a:pt x="104775" y="2257425"/>
                </a:lnTo>
                <a:close/>
                <a:moveTo>
                  <a:pt x="114300" y="2257425"/>
                </a:moveTo>
                <a:lnTo>
                  <a:pt x="123825" y="2257425"/>
                </a:lnTo>
                <a:lnTo>
                  <a:pt x="123825" y="2266950"/>
                </a:lnTo>
                <a:lnTo>
                  <a:pt x="114300" y="2266950"/>
                </a:lnTo>
                <a:close/>
                <a:moveTo>
                  <a:pt x="142875" y="2276475"/>
                </a:moveTo>
                <a:lnTo>
                  <a:pt x="152400" y="2276475"/>
                </a:lnTo>
                <a:lnTo>
                  <a:pt x="152400" y="2286000"/>
                </a:lnTo>
                <a:lnTo>
                  <a:pt x="142875" y="2286000"/>
                </a:lnTo>
                <a:close/>
                <a:moveTo>
                  <a:pt x="2286000" y="2276475"/>
                </a:moveTo>
                <a:lnTo>
                  <a:pt x="2295525" y="2276475"/>
                </a:lnTo>
                <a:lnTo>
                  <a:pt x="2295525" y="2286000"/>
                </a:lnTo>
                <a:lnTo>
                  <a:pt x="2286000" y="2286000"/>
                </a:lnTo>
                <a:close/>
                <a:moveTo>
                  <a:pt x="228600" y="2314575"/>
                </a:moveTo>
                <a:lnTo>
                  <a:pt x="238125" y="2314575"/>
                </a:lnTo>
                <a:lnTo>
                  <a:pt x="238125" y="2324100"/>
                </a:lnTo>
                <a:lnTo>
                  <a:pt x="228600" y="2324100"/>
                </a:lnTo>
                <a:close/>
                <a:moveTo>
                  <a:pt x="2200275" y="2314575"/>
                </a:moveTo>
                <a:lnTo>
                  <a:pt x="2209800" y="2314575"/>
                </a:lnTo>
                <a:lnTo>
                  <a:pt x="2209800" y="2324100"/>
                </a:lnTo>
                <a:lnTo>
                  <a:pt x="2200275" y="2324100"/>
                </a:lnTo>
                <a:close/>
                <a:moveTo>
                  <a:pt x="276225" y="2324100"/>
                </a:moveTo>
                <a:lnTo>
                  <a:pt x="2171700" y="2324100"/>
                </a:lnTo>
                <a:lnTo>
                  <a:pt x="2171700" y="2333625"/>
                </a:lnTo>
                <a:lnTo>
                  <a:pt x="276225" y="2333625"/>
                </a:lnTo>
                <a:close/>
              </a:path>
            </a:pathLst>
          </a:custGeom>
          <a:solidFill xmlns:a="http://schemas.openxmlformats.org/drawingml/2006/main">
            <a:srgbClr val="F6D7B5"/>
          </a:solidFill>
          <a:ln xmlns:a="http://schemas.openxmlformats.org/drawingml/2006/main" w="0">
            <a:noFill/>
          </a:ln>
        </p:spPr>
      </p:sp>
      <p:sp>
        <p:nvSpPr>
          <p:cNvPr id="21" name="logo vector #f6bf8c">
            <a:extLst xmlns:a="http://schemas.openxmlformats.org/drawingml/2006/main">
              <a:ext uri="{FF2B5EF4-FFF2-40B4-BE49-F238E27FC236}">
                <a16:creationId xmlns:a16="http://schemas.microsoft.com/office/drawing/2014/main" id="{E811BDB7-DC62-45ED-B588-C208E2AFB5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124450" y="1590675"/>
            <a:ext cx="2867025" cy="2752725"/>
          </a:xfrm>
          <a:custGeom xmlns:a="http://schemas.openxmlformats.org/drawingml/2006/main">
            <a:pathLst>
              <a:path w="2428875" h="2333625">
                <a:moveTo>
                  <a:pt x="600075" y="200025"/>
                </a:moveTo>
                <a:lnTo>
                  <a:pt x="619125" y="200025"/>
                </a:lnTo>
                <a:lnTo>
                  <a:pt x="619125" y="209550"/>
                </a:lnTo>
                <a:lnTo>
                  <a:pt x="600075" y="209550"/>
                </a:lnTo>
                <a:close/>
                <a:moveTo>
                  <a:pt x="1828800" y="200025"/>
                </a:moveTo>
                <a:lnTo>
                  <a:pt x="1847850" y="200025"/>
                </a:lnTo>
                <a:lnTo>
                  <a:pt x="1847850" y="209550"/>
                </a:lnTo>
                <a:lnTo>
                  <a:pt x="1828800" y="209550"/>
                </a:lnTo>
                <a:close/>
                <a:moveTo>
                  <a:pt x="552450" y="209550"/>
                </a:moveTo>
                <a:lnTo>
                  <a:pt x="561975" y="209550"/>
                </a:lnTo>
                <a:lnTo>
                  <a:pt x="561975" y="219075"/>
                </a:lnTo>
                <a:lnTo>
                  <a:pt x="552450" y="219075"/>
                </a:lnTo>
                <a:close/>
                <a:moveTo>
                  <a:pt x="1876425" y="209550"/>
                </a:moveTo>
                <a:lnTo>
                  <a:pt x="1885950" y="209550"/>
                </a:lnTo>
                <a:lnTo>
                  <a:pt x="1885950" y="219075"/>
                </a:lnTo>
                <a:lnTo>
                  <a:pt x="1876425" y="219075"/>
                </a:lnTo>
                <a:close/>
                <a:moveTo>
                  <a:pt x="523875" y="219075"/>
                </a:moveTo>
                <a:lnTo>
                  <a:pt x="533400" y="219075"/>
                </a:lnTo>
                <a:lnTo>
                  <a:pt x="533400" y="228600"/>
                </a:lnTo>
                <a:lnTo>
                  <a:pt x="523875" y="228600"/>
                </a:lnTo>
                <a:close/>
                <a:moveTo>
                  <a:pt x="495300" y="228600"/>
                </a:moveTo>
                <a:lnTo>
                  <a:pt x="504825" y="228600"/>
                </a:lnTo>
                <a:lnTo>
                  <a:pt x="504825" y="238125"/>
                </a:lnTo>
                <a:lnTo>
                  <a:pt x="495300" y="238125"/>
                </a:lnTo>
                <a:close/>
                <a:moveTo>
                  <a:pt x="1933575" y="228600"/>
                </a:moveTo>
                <a:lnTo>
                  <a:pt x="1943100" y="228600"/>
                </a:lnTo>
                <a:lnTo>
                  <a:pt x="1943100" y="238125"/>
                </a:lnTo>
                <a:lnTo>
                  <a:pt x="1933575" y="238125"/>
                </a:lnTo>
                <a:close/>
                <a:moveTo>
                  <a:pt x="476250" y="238125"/>
                </a:moveTo>
                <a:lnTo>
                  <a:pt x="485775" y="238125"/>
                </a:lnTo>
                <a:lnTo>
                  <a:pt x="485775" y="247650"/>
                </a:lnTo>
                <a:lnTo>
                  <a:pt x="476250" y="247650"/>
                </a:lnTo>
                <a:close/>
                <a:moveTo>
                  <a:pt x="1952625" y="238125"/>
                </a:moveTo>
                <a:lnTo>
                  <a:pt x="1962150" y="238125"/>
                </a:lnTo>
                <a:lnTo>
                  <a:pt x="1962150" y="247650"/>
                </a:lnTo>
                <a:lnTo>
                  <a:pt x="1952625" y="247650"/>
                </a:lnTo>
                <a:close/>
                <a:moveTo>
                  <a:pt x="438150" y="257175"/>
                </a:moveTo>
                <a:lnTo>
                  <a:pt x="447675" y="257175"/>
                </a:lnTo>
                <a:lnTo>
                  <a:pt x="447675" y="266700"/>
                </a:lnTo>
                <a:lnTo>
                  <a:pt x="438150" y="266700"/>
                </a:lnTo>
                <a:close/>
                <a:moveTo>
                  <a:pt x="2009775" y="266700"/>
                </a:moveTo>
                <a:lnTo>
                  <a:pt x="2019300" y="266700"/>
                </a:lnTo>
                <a:lnTo>
                  <a:pt x="2019300" y="276225"/>
                </a:lnTo>
                <a:lnTo>
                  <a:pt x="2009775" y="276225"/>
                </a:lnTo>
                <a:close/>
                <a:moveTo>
                  <a:pt x="2038350" y="285750"/>
                </a:moveTo>
                <a:lnTo>
                  <a:pt x="2047875" y="285750"/>
                </a:lnTo>
                <a:lnTo>
                  <a:pt x="2047875" y="295275"/>
                </a:lnTo>
                <a:lnTo>
                  <a:pt x="2038350" y="295275"/>
                </a:lnTo>
                <a:close/>
                <a:moveTo>
                  <a:pt x="1647825" y="361950"/>
                </a:moveTo>
                <a:lnTo>
                  <a:pt x="1657350" y="361950"/>
                </a:lnTo>
                <a:lnTo>
                  <a:pt x="1657350" y="371475"/>
                </a:lnTo>
                <a:lnTo>
                  <a:pt x="1647825" y="371475"/>
                </a:lnTo>
                <a:close/>
                <a:moveTo>
                  <a:pt x="304800" y="371475"/>
                </a:moveTo>
                <a:lnTo>
                  <a:pt x="314325" y="371475"/>
                </a:lnTo>
                <a:lnTo>
                  <a:pt x="314325" y="381000"/>
                </a:lnTo>
                <a:lnTo>
                  <a:pt x="304800" y="381000"/>
                </a:lnTo>
                <a:close/>
                <a:moveTo>
                  <a:pt x="1181100" y="371475"/>
                </a:moveTo>
                <a:lnTo>
                  <a:pt x="1285875" y="371475"/>
                </a:lnTo>
                <a:lnTo>
                  <a:pt x="1285875" y="381000"/>
                </a:lnTo>
                <a:lnTo>
                  <a:pt x="1181100" y="381000"/>
                </a:lnTo>
                <a:close/>
                <a:moveTo>
                  <a:pt x="2124075" y="371475"/>
                </a:moveTo>
                <a:lnTo>
                  <a:pt x="2133600" y="371475"/>
                </a:lnTo>
                <a:lnTo>
                  <a:pt x="2133600" y="381000"/>
                </a:lnTo>
                <a:lnTo>
                  <a:pt x="2124075" y="381000"/>
                </a:lnTo>
                <a:close/>
                <a:moveTo>
                  <a:pt x="285750" y="400050"/>
                </a:moveTo>
                <a:lnTo>
                  <a:pt x="295275" y="400050"/>
                </a:lnTo>
                <a:lnTo>
                  <a:pt x="295275" y="409575"/>
                </a:lnTo>
                <a:lnTo>
                  <a:pt x="285750" y="409575"/>
                </a:lnTo>
                <a:close/>
                <a:moveTo>
                  <a:pt x="2143125" y="400050"/>
                </a:moveTo>
                <a:lnTo>
                  <a:pt x="2152650" y="400050"/>
                </a:lnTo>
                <a:lnTo>
                  <a:pt x="2152650" y="409575"/>
                </a:lnTo>
                <a:lnTo>
                  <a:pt x="2143125" y="409575"/>
                </a:lnTo>
                <a:close/>
                <a:moveTo>
                  <a:pt x="266700" y="428625"/>
                </a:moveTo>
                <a:lnTo>
                  <a:pt x="276225" y="428625"/>
                </a:lnTo>
                <a:lnTo>
                  <a:pt x="276225" y="438150"/>
                </a:lnTo>
                <a:lnTo>
                  <a:pt x="266700" y="438150"/>
                </a:lnTo>
                <a:close/>
                <a:moveTo>
                  <a:pt x="2162175" y="428625"/>
                </a:moveTo>
                <a:lnTo>
                  <a:pt x="2171700" y="428625"/>
                </a:lnTo>
                <a:lnTo>
                  <a:pt x="2171700" y="438150"/>
                </a:lnTo>
                <a:lnTo>
                  <a:pt x="2162175" y="438150"/>
                </a:lnTo>
                <a:close/>
                <a:moveTo>
                  <a:pt x="257175" y="447675"/>
                </a:moveTo>
                <a:lnTo>
                  <a:pt x="266700" y="447675"/>
                </a:lnTo>
                <a:lnTo>
                  <a:pt x="266700" y="457200"/>
                </a:lnTo>
                <a:lnTo>
                  <a:pt x="257175" y="457200"/>
                </a:lnTo>
                <a:close/>
                <a:moveTo>
                  <a:pt x="2171700" y="447675"/>
                </a:moveTo>
                <a:lnTo>
                  <a:pt x="2181225" y="447675"/>
                </a:lnTo>
                <a:lnTo>
                  <a:pt x="2181225" y="457200"/>
                </a:lnTo>
                <a:lnTo>
                  <a:pt x="2171700" y="457200"/>
                </a:lnTo>
                <a:close/>
                <a:moveTo>
                  <a:pt x="247650" y="466725"/>
                </a:moveTo>
                <a:lnTo>
                  <a:pt x="257175" y="466725"/>
                </a:lnTo>
                <a:lnTo>
                  <a:pt x="257175" y="476250"/>
                </a:lnTo>
                <a:lnTo>
                  <a:pt x="247650" y="476250"/>
                </a:lnTo>
                <a:close/>
                <a:moveTo>
                  <a:pt x="238125" y="495300"/>
                </a:moveTo>
                <a:lnTo>
                  <a:pt x="247650" y="495300"/>
                </a:lnTo>
                <a:lnTo>
                  <a:pt x="247650" y="504825"/>
                </a:lnTo>
                <a:lnTo>
                  <a:pt x="238125" y="504825"/>
                </a:lnTo>
                <a:close/>
                <a:moveTo>
                  <a:pt x="2190750" y="495300"/>
                </a:moveTo>
                <a:lnTo>
                  <a:pt x="2200275" y="495300"/>
                </a:lnTo>
                <a:lnTo>
                  <a:pt x="2200275" y="504825"/>
                </a:lnTo>
                <a:lnTo>
                  <a:pt x="2190750" y="504825"/>
                </a:lnTo>
                <a:close/>
                <a:moveTo>
                  <a:pt x="228600" y="523875"/>
                </a:moveTo>
                <a:lnTo>
                  <a:pt x="238125" y="523875"/>
                </a:lnTo>
                <a:lnTo>
                  <a:pt x="238125" y="533400"/>
                </a:lnTo>
                <a:lnTo>
                  <a:pt x="228600" y="533400"/>
                </a:lnTo>
                <a:close/>
                <a:moveTo>
                  <a:pt x="2200275" y="523875"/>
                </a:moveTo>
                <a:lnTo>
                  <a:pt x="2209800" y="523875"/>
                </a:lnTo>
                <a:lnTo>
                  <a:pt x="2209800" y="533400"/>
                </a:lnTo>
                <a:lnTo>
                  <a:pt x="2200275" y="533400"/>
                </a:lnTo>
                <a:close/>
                <a:moveTo>
                  <a:pt x="219075" y="561975"/>
                </a:moveTo>
                <a:lnTo>
                  <a:pt x="228600" y="561975"/>
                </a:lnTo>
                <a:lnTo>
                  <a:pt x="228600" y="571500"/>
                </a:lnTo>
                <a:lnTo>
                  <a:pt x="219075" y="571500"/>
                </a:lnTo>
                <a:close/>
                <a:moveTo>
                  <a:pt x="2209800" y="571500"/>
                </a:moveTo>
                <a:lnTo>
                  <a:pt x="2219325" y="571500"/>
                </a:lnTo>
                <a:lnTo>
                  <a:pt x="2219325" y="581025"/>
                </a:lnTo>
                <a:lnTo>
                  <a:pt x="2209800" y="581025"/>
                </a:lnTo>
                <a:close/>
                <a:moveTo>
                  <a:pt x="752475" y="619125"/>
                </a:moveTo>
                <a:lnTo>
                  <a:pt x="762000" y="619125"/>
                </a:lnTo>
                <a:lnTo>
                  <a:pt x="762000" y="628650"/>
                </a:lnTo>
                <a:lnTo>
                  <a:pt x="752475" y="628650"/>
                </a:lnTo>
                <a:close/>
                <a:moveTo>
                  <a:pt x="209550" y="638175"/>
                </a:moveTo>
                <a:lnTo>
                  <a:pt x="219075" y="638175"/>
                </a:lnTo>
                <a:lnTo>
                  <a:pt x="219075" y="1828800"/>
                </a:lnTo>
                <a:lnTo>
                  <a:pt x="209550" y="1828800"/>
                </a:lnTo>
                <a:close/>
                <a:moveTo>
                  <a:pt x="1095375" y="733425"/>
                </a:moveTo>
                <a:lnTo>
                  <a:pt x="1104900" y="733425"/>
                </a:lnTo>
                <a:lnTo>
                  <a:pt x="1104900" y="742950"/>
                </a:lnTo>
                <a:lnTo>
                  <a:pt x="1095375" y="742950"/>
                </a:lnTo>
                <a:close/>
                <a:moveTo>
                  <a:pt x="1104900" y="742950"/>
                </a:moveTo>
                <a:lnTo>
                  <a:pt x="1114425" y="742950"/>
                </a:lnTo>
                <a:lnTo>
                  <a:pt x="1114425" y="752475"/>
                </a:lnTo>
                <a:lnTo>
                  <a:pt x="1104900" y="752475"/>
                </a:lnTo>
                <a:close/>
                <a:moveTo>
                  <a:pt x="1247775" y="742950"/>
                </a:moveTo>
                <a:lnTo>
                  <a:pt x="1257300" y="742950"/>
                </a:lnTo>
                <a:lnTo>
                  <a:pt x="1257300" y="809625"/>
                </a:lnTo>
                <a:lnTo>
                  <a:pt x="1238250" y="809625"/>
                </a:lnTo>
                <a:lnTo>
                  <a:pt x="1238250" y="790575"/>
                </a:lnTo>
                <a:lnTo>
                  <a:pt x="1247775" y="790575"/>
                </a:lnTo>
                <a:close/>
                <a:moveTo>
                  <a:pt x="1057275" y="762000"/>
                </a:moveTo>
                <a:lnTo>
                  <a:pt x="1076325" y="762000"/>
                </a:lnTo>
                <a:lnTo>
                  <a:pt x="1076325" y="771525"/>
                </a:lnTo>
                <a:lnTo>
                  <a:pt x="1085850" y="771525"/>
                </a:lnTo>
                <a:lnTo>
                  <a:pt x="1085850" y="781050"/>
                </a:lnTo>
                <a:lnTo>
                  <a:pt x="1076325" y="781050"/>
                </a:lnTo>
                <a:lnTo>
                  <a:pt x="1076325" y="790575"/>
                </a:lnTo>
                <a:lnTo>
                  <a:pt x="1057275" y="790575"/>
                </a:lnTo>
                <a:lnTo>
                  <a:pt x="1057275" y="781050"/>
                </a:lnTo>
                <a:lnTo>
                  <a:pt x="1047750" y="781050"/>
                </a:lnTo>
                <a:lnTo>
                  <a:pt x="1047750" y="771525"/>
                </a:lnTo>
                <a:lnTo>
                  <a:pt x="1057275" y="771525"/>
                </a:lnTo>
                <a:close/>
                <a:moveTo>
                  <a:pt x="1409700" y="762000"/>
                </a:moveTo>
                <a:lnTo>
                  <a:pt x="1419225" y="762000"/>
                </a:lnTo>
                <a:lnTo>
                  <a:pt x="1419225" y="781050"/>
                </a:lnTo>
                <a:lnTo>
                  <a:pt x="1409700" y="781050"/>
                </a:lnTo>
                <a:close/>
                <a:moveTo>
                  <a:pt x="1447800" y="762000"/>
                </a:moveTo>
                <a:lnTo>
                  <a:pt x="1457325" y="762000"/>
                </a:lnTo>
                <a:lnTo>
                  <a:pt x="1457325" y="781050"/>
                </a:lnTo>
                <a:lnTo>
                  <a:pt x="1447800" y="781050"/>
                </a:lnTo>
                <a:close/>
                <a:moveTo>
                  <a:pt x="1619250" y="762000"/>
                </a:moveTo>
                <a:lnTo>
                  <a:pt x="1638300" y="762000"/>
                </a:lnTo>
                <a:lnTo>
                  <a:pt x="1638300" y="771525"/>
                </a:lnTo>
                <a:lnTo>
                  <a:pt x="1619250" y="771525"/>
                </a:lnTo>
                <a:close/>
                <a:moveTo>
                  <a:pt x="847725" y="771525"/>
                </a:moveTo>
                <a:lnTo>
                  <a:pt x="857250" y="771525"/>
                </a:lnTo>
                <a:lnTo>
                  <a:pt x="857250" y="781050"/>
                </a:lnTo>
                <a:lnTo>
                  <a:pt x="847725" y="781050"/>
                </a:lnTo>
                <a:close/>
                <a:moveTo>
                  <a:pt x="876300" y="781050"/>
                </a:moveTo>
                <a:lnTo>
                  <a:pt x="885825" y="781050"/>
                </a:lnTo>
                <a:lnTo>
                  <a:pt x="885825" y="790575"/>
                </a:lnTo>
                <a:lnTo>
                  <a:pt x="876300" y="790575"/>
                </a:lnTo>
                <a:close/>
                <a:moveTo>
                  <a:pt x="1114425" y="781050"/>
                </a:moveTo>
                <a:lnTo>
                  <a:pt x="1123950" y="781050"/>
                </a:lnTo>
                <a:lnTo>
                  <a:pt x="1123950" y="790575"/>
                </a:lnTo>
                <a:lnTo>
                  <a:pt x="1114425" y="790575"/>
                </a:lnTo>
                <a:close/>
                <a:moveTo>
                  <a:pt x="1133475" y="790575"/>
                </a:moveTo>
                <a:lnTo>
                  <a:pt x="1143000" y="790575"/>
                </a:lnTo>
                <a:lnTo>
                  <a:pt x="1143000" y="800100"/>
                </a:lnTo>
                <a:lnTo>
                  <a:pt x="1133475" y="800100"/>
                </a:lnTo>
                <a:close/>
                <a:moveTo>
                  <a:pt x="1352550" y="790575"/>
                </a:moveTo>
                <a:lnTo>
                  <a:pt x="1362075" y="790575"/>
                </a:lnTo>
                <a:lnTo>
                  <a:pt x="1362075" y="800100"/>
                </a:lnTo>
                <a:lnTo>
                  <a:pt x="1381125" y="800100"/>
                </a:lnTo>
                <a:lnTo>
                  <a:pt x="1381125" y="819150"/>
                </a:lnTo>
                <a:lnTo>
                  <a:pt x="1371600" y="819150"/>
                </a:lnTo>
                <a:lnTo>
                  <a:pt x="1371600" y="809625"/>
                </a:lnTo>
                <a:lnTo>
                  <a:pt x="1352550" y="809625"/>
                </a:lnTo>
                <a:close/>
                <a:moveTo>
                  <a:pt x="676275" y="800100"/>
                </a:moveTo>
                <a:lnTo>
                  <a:pt x="733425" y="800100"/>
                </a:lnTo>
                <a:lnTo>
                  <a:pt x="733425" y="809625"/>
                </a:lnTo>
                <a:lnTo>
                  <a:pt x="676275" y="809625"/>
                </a:lnTo>
                <a:close/>
                <a:moveTo>
                  <a:pt x="1190625" y="800100"/>
                </a:moveTo>
                <a:lnTo>
                  <a:pt x="1200150" y="800100"/>
                </a:lnTo>
                <a:lnTo>
                  <a:pt x="1200150" y="809625"/>
                </a:lnTo>
                <a:lnTo>
                  <a:pt x="1190625" y="809625"/>
                </a:lnTo>
                <a:close/>
                <a:moveTo>
                  <a:pt x="1619250" y="800100"/>
                </a:moveTo>
                <a:lnTo>
                  <a:pt x="1638300" y="800100"/>
                </a:lnTo>
                <a:lnTo>
                  <a:pt x="1638300" y="809625"/>
                </a:lnTo>
                <a:lnTo>
                  <a:pt x="1619250" y="809625"/>
                </a:lnTo>
                <a:close/>
                <a:moveTo>
                  <a:pt x="828675" y="809625"/>
                </a:moveTo>
                <a:lnTo>
                  <a:pt x="847725" y="809625"/>
                </a:lnTo>
                <a:lnTo>
                  <a:pt x="847725" y="819150"/>
                </a:lnTo>
                <a:lnTo>
                  <a:pt x="828675" y="819150"/>
                </a:lnTo>
                <a:close/>
                <a:moveTo>
                  <a:pt x="876300" y="809625"/>
                </a:moveTo>
                <a:lnTo>
                  <a:pt x="895350" y="809625"/>
                </a:lnTo>
                <a:lnTo>
                  <a:pt x="895350" y="819150"/>
                </a:lnTo>
                <a:lnTo>
                  <a:pt x="885825" y="819150"/>
                </a:lnTo>
                <a:lnTo>
                  <a:pt x="885825" y="828675"/>
                </a:lnTo>
                <a:lnTo>
                  <a:pt x="866775" y="828675"/>
                </a:lnTo>
                <a:lnTo>
                  <a:pt x="866775" y="819150"/>
                </a:lnTo>
                <a:lnTo>
                  <a:pt x="876300" y="819150"/>
                </a:lnTo>
                <a:close/>
                <a:moveTo>
                  <a:pt x="952500" y="809625"/>
                </a:moveTo>
                <a:lnTo>
                  <a:pt x="962025" y="809625"/>
                </a:lnTo>
                <a:lnTo>
                  <a:pt x="962025" y="819150"/>
                </a:lnTo>
                <a:lnTo>
                  <a:pt x="952500" y="819150"/>
                </a:lnTo>
                <a:close/>
                <a:moveTo>
                  <a:pt x="1114425" y="809625"/>
                </a:moveTo>
                <a:lnTo>
                  <a:pt x="1133475" y="809625"/>
                </a:lnTo>
                <a:lnTo>
                  <a:pt x="1133475" y="819150"/>
                </a:lnTo>
                <a:lnTo>
                  <a:pt x="1114425" y="819150"/>
                </a:lnTo>
                <a:close/>
                <a:moveTo>
                  <a:pt x="1200150" y="809625"/>
                </a:moveTo>
                <a:lnTo>
                  <a:pt x="1209675" y="809625"/>
                </a:lnTo>
                <a:lnTo>
                  <a:pt x="1209675" y="838200"/>
                </a:lnTo>
                <a:lnTo>
                  <a:pt x="1200150" y="838200"/>
                </a:lnTo>
                <a:close/>
                <a:moveTo>
                  <a:pt x="1552575" y="809625"/>
                </a:moveTo>
                <a:lnTo>
                  <a:pt x="1571625" y="809625"/>
                </a:lnTo>
                <a:lnTo>
                  <a:pt x="1571625" y="847725"/>
                </a:lnTo>
                <a:lnTo>
                  <a:pt x="1552575" y="847725"/>
                </a:lnTo>
                <a:close/>
                <a:moveTo>
                  <a:pt x="1638300" y="809625"/>
                </a:moveTo>
                <a:lnTo>
                  <a:pt x="1647825" y="809625"/>
                </a:lnTo>
                <a:lnTo>
                  <a:pt x="1647825" y="828675"/>
                </a:lnTo>
                <a:lnTo>
                  <a:pt x="1638300" y="828675"/>
                </a:lnTo>
                <a:close/>
                <a:moveTo>
                  <a:pt x="819150" y="819150"/>
                </a:moveTo>
                <a:lnTo>
                  <a:pt x="828675" y="819150"/>
                </a:lnTo>
                <a:lnTo>
                  <a:pt x="828675" y="828675"/>
                </a:lnTo>
                <a:lnTo>
                  <a:pt x="819150" y="828675"/>
                </a:lnTo>
                <a:close/>
                <a:moveTo>
                  <a:pt x="942975" y="819150"/>
                </a:moveTo>
                <a:lnTo>
                  <a:pt x="952500" y="819150"/>
                </a:lnTo>
                <a:lnTo>
                  <a:pt x="952500" y="828675"/>
                </a:lnTo>
                <a:lnTo>
                  <a:pt x="942975" y="828675"/>
                </a:lnTo>
                <a:close/>
                <a:moveTo>
                  <a:pt x="1076325" y="819150"/>
                </a:moveTo>
                <a:lnTo>
                  <a:pt x="1085850" y="819150"/>
                </a:lnTo>
                <a:lnTo>
                  <a:pt x="1085850" y="828675"/>
                </a:lnTo>
                <a:lnTo>
                  <a:pt x="1076325" y="828675"/>
                </a:lnTo>
                <a:close/>
                <a:moveTo>
                  <a:pt x="1381125" y="819150"/>
                </a:moveTo>
                <a:lnTo>
                  <a:pt x="1390650" y="819150"/>
                </a:lnTo>
                <a:lnTo>
                  <a:pt x="1390650" y="828675"/>
                </a:lnTo>
                <a:lnTo>
                  <a:pt x="1381125" y="828675"/>
                </a:lnTo>
                <a:close/>
                <a:moveTo>
                  <a:pt x="933450" y="828675"/>
                </a:moveTo>
                <a:lnTo>
                  <a:pt x="942975" y="828675"/>
                </a:lnTo>
                <a:lnTo>
                  <a:pt x="942975" y="838200"/>
                </a:lnTo>
                <a:lnTo>
                  <a:pt x="933450" y="838200"/>
                </a:lnTo>
                <a:close/>
                <a:moveTo>
                  <a:pt x="1238250" y="828675"/>
                </a:moveTo>
                <a:lnTo>
                  <a:pt x="1257300" y="828675"/>
                </a:lnTo>
                <a:lnTo>
                  <a:pt x="1257300" y="857250"/>
                </a:lnTo>
                <a:lnTo>
                  <a:pt x="1247775" y="857250"/>
                </a:lnTo>
                <a:lnTo>
                  <a:pt x="1247775" y="847725"/>
                </a:lnTo>
                <a:lnTo>
                  <a:pt x="1238250" y="847725"/>
                </a:lnTo>
                <a:close/>
                <a:moveTo>
                  <a:pt x="1314450" y="828675"/>
                </a:moveTo>
                <a:lnTo>
                  <a:pt x="1323975" y="828675"/>
                </a:lnTo>
                <a:lnTo>
                  <a:pt x="1323975" y="838200"/>
                </a:lnTo>
                <a:lnTo>
                  <a:pt x="1314450" y="838200"/>
                </a:lnTo>
                <a:close/>
                <a:moveTo>
                  <a:pt x="1390650" y="828675"/>
                </a:moveTo>
                <a:lnTo>
                  <a:pt x="1409700" y="828675"/>
                </a:lnTo>
                <a:lnTo>
                  <a:pt x="1409700" y="838200"/>
                </a:lnTo>
                <a:lnTo>
                  <a:pt x="1390650" y="838200"/>
                </a:lnTo>
                <a:close/>
                <a:moveTo>
                  <a:pt x="819150" y="838200"/>
                </a:moveTo>
                <a:lnTo>
                  <a:pt x="828675" y="838200"/>
                </a:lnTo>
                <a:lnTo>
                  <a:pt x="828675" y="847725"/>
                </a:lnTo>
                <a:lnTo>
                  <a:pt x="819150" y="847725"/>
                </a:lnTo>
                <a:close/>
                <a:moveTo>
                  <a:pt x="866775" y="838200"/>
                </a:moveTo>
                <a:lnTo>
                  <a:pt x="885825" y="838200"/>
                </a:lnTo>
                <a:lnTo>
                  <a:pt x="885825" y="847725"/>
                </a:lnTo>
                <a:lnTo>
                  <a:pt x="866775" y="847725"/>
                </a:lnTo>
                <a:close/>
                <a:moveTo>
                  <a:pt x="923925" y="838200"/>
                </a:moveTo>
                <a:lnTo>
                  <a:pt x="933450" y="838200"/>
                </a:lnTo>
                <a:lnTo>
                  <a:pt x="933450" y="847725"/>
                </a:lnTo>
                <a:lnTo>
                  <a:pt x="942975" y="847725"/>
                </a:lnTo>
                <a:lnTo>
                  <a:pt x="942975" y="838200"/>
                </a:lnTo>
                <a:lnTo>
                  <a:pt x="952500" y="838200"/>
                </a:lnTo>
                <a:lnTo>
                  <a:pt x="952500" y="847725"/>
                </a:lnTo>
                <a:lnTo>
                  <a:pt x="942975" y="847725"/>
                </a:lnTo>
                <a:lnTo>
                  <a:pt x="942975" y="857250"/>
                </a:lnTo>
                <a:lnTo>
                  <a:pt x="923925" y="857250"/>
                </a:lnTo>
                <a:close/>
                <a:moveTo>
                  <a:pt x="1076325" y="838200"/>
                </a:moveTo>
                <a:lnTo>
                  <a:pt x="1085850" y="838200"/>
                </a:lnTo>
                <a:lnTo>
                  <a:pt x="1085850" y="847725"/>
                </a:lnTo>
                <a:lnTo>
                  <a:pt x="1076325" y="847725"/>
                </a:lnTo>
                <a:close/>
                <a:moveTo>
                  <a:pt x="1190625" y="838200"/>
                </a:moveTo>
                <a:lnTo>
                  <a:pt x="1200150" y="838200"/>
                </a:lnTo>
                <a:lnTo>
                  <a:pt x="1200150" y="847725"/>
                </a:lnTo>
                <a:lnTo>
                  <a:pt x="1190625" y="847725"/>
                </a:lnTo>
                <a:close/>
                <a:moveTo>
                  <a:pt x="1285875" y="838200"/>
                </a:moveTo>
                <a:lnTo>
                  <a:pt x="1295400" y="838200"/>
                </a:lnTo>
                <a:lnTo>
                  <a:pt x="1295400" y="847725"/>
                </a:lnTo>
                <a:lnTo>
                  <a:pt x="1285875" y="847725"/>
                </a:lnTo>
                <a:close/>
                <a:moveTo>
                  <a:pt x="1133475" y="847725"/>
                </a:moveTo>
                <a:lnTo>
                  <a:pt x="1143000" y="847725"/>
                </a:lnTo>
                <a:lnTo>
                  <a:pt x="1143000" y="857250"/>
                </a:lnTo>
                <a:lnTo>
                  <a:pt x="1133475" y="857250"/>
                </a:lnTo>
                <a:close/>
                <a:moveTo>
                  <a:pt x="1295400" y="847725"/>
                </a:moveTo>
                <a:lnTo>
                  <a:pt x="1304925" y="847725"/>
                </a:lnTo>
                <a:lnTo>
                  <a:pt x="1304925" y="857250"/>
                </a:lnTo>
                <a:lnTo>
                  <a:pt x="1295400" y="857250"/>
                </a:lnTo>
                <a:close/>
                <a:moveTo>
                  <a:pt x="1666875" y="847725"/>
                </a:moveTo>
                <a:lnTo>
                  <a:pt x="1676400" y="847725"/>
                </a:lnTo>
                <a:lnTo>
                  <a:pt x="1676400" y="857250"/>
                </a:lnTo>
                <a:lnTo>
                  <a:pt x="1666875" y="857250"/>
                </a:lnTo>
                <a:close/>
                <a:moveTo>
                  <a:pt x="876300" y="857250"/>
                </a:moveTo>
                <a:lnTo>
                  <a:pt x="885825" y="857250"/>
                </a:lnTo>
                <a:lnTo>
                  <a:pt x="885825" y="866775"/>
                </a:lnTo>
                <a:lnTo>
                  <a:pt x="876300" y="866775"/>
                </a:lnTo>
                <a:close/>
                <a:moveTo>
                  <a:pt x="1143000" y="857250"/>
                </a:moveTo>
                <a:lnTo>
                  <a:pt x="1152525" y="857250"/>
                </a:lnTo>
                <a:lnTo>
                  <a:pt x="1152525" y="866775"/>
                </a:lnTo>
                <a:lnTo>
                  <a:pt x="1143000" y="866775"/>
                </a:lnTo>
                <a:close/>
                <a:moveTo>
                  <a:pt x="1304925" y="857250"/>
                </a:moveTo>
                <a:lnTo>
                  <a:pt x="1314450" y="857250"/>
                </a:lnTo>
                <a:lnTo>
                  <a:pt x="1314450" y="866775"/>
                </a:lnTo>
                <a:lnTo>
                  <a:pt x="1304925" y="866775"/>
                </a:lnTo>
                <a:close/>
                <a:moveTo>
                  <a:pt x="1400175" y="857250"/>
                </a:moveTo>
                <a:lnTo>
                  <a:pt x="1409700" y="857250"/>
                </a:lnTo>
                <a:lnTo>
                  <a:pt x="1409700" y="866775"/>
                </a:lnTo>
                <a:lnTo>
                  <a:pt x="1400175" y="866775"/>
                </a:lnTo>
                <a:close/>
                <a:moveTo>
                  <a:pt x="1447800" y="857250"/>
                </a:moveTo>
                <a:lnTo>
                  <a:pt x="1466850" y="857250"/>
                </a:lnTo>
                <a:lnTo>
                  <a:pt x="1466850" y="866775"/>
                </a:lnTo>
                <a:lnTo>
                  <a:pt x="1447800" y="866775"/>
                </a:lnTo>
                <a:close/>
                <a:moveTo>
                  <a:pt x="1657350" y="857250"/>
                </a:moveTo>
                <a:lnTo>
                  <a:pt x="1666875" y="857250"/>
                </a:lnTo>
                <a:lnTo>
                  <a:pt x="1666875" y="866775"/>
                </a:lnTo>
                <a:lnTo>
                  <a:pt x="1657350" y="866775"/>
                </a:lnTo>
                <a:close/>
                <a:moveTo>
                  <a:pt x="1466850" y="866775"/>
                </a:moveTo>
                <a:lnTo>
                  <a:pt x="1476375" y="866775"/>
                </a:lnTo>
                <a:lnTo>
                  <a:pt x="1476375" y="876300"/>
                </a:lnTo>
                <a:lnTo>
                  <a:pt x="1466850" y="876300"/>
                </a:lnTo>
                <a:close/>
                <a:moveTo>
                  <a:pt x="1647825" y="866775"/>
                </a:moveTo>
                <a:lnTo>
                  <a:pt x="1657350" y="866775"/>
                </a:lnTo>
                <a:lnTo>
                  <a:pt x="1657350" y="876300"/>
                </a:lnTo>
                <a:lnTo>
                  <a:pt x="1647825" y="876300"/>
                </a:lnTo>
                <a:close/>
                <a:moveTo>
                  <a:pt x="933450" y="1257300"/>
                </a:moveTo>
                <a:lnTo>
                  <a:pt x="942975" y="1257300"/>
                </a:lnTo>
                <a:lnTo>
                  <a:pt x="942975" y="1266825"/>
                </a:lnTo>
                <a:lnTo>
                  <a:pt x="952500" y="1266825"/>
                </a:lnTo>
                <a:lnTo>
                  <a:pt x="952500" y="1276350"/>
                </a:lnTo>
                <a:lnTo>
                  <a:pt x="962025" y="1276350"/>
                </a:lnTo>
                <a:lnTo>
                  <a:pt x="962025" y="1285875"/>
                </a:lnTo>
                <a:lnTo>
                  <a:pt x="971550" y="1285875"/>
                </a:lnTo>
                <a:lnTo>
                  <a:pt x="971550" y="1295400"/>
                </a:lnTo>
                <a:lnTo>
                  <a:pt x="981075" y="1295400"/>
                </a:lnTo>
                <a:lnTo>
                  <a:pt x="981075" y="1304925"/>
                </a:lnTo>
                <a:lnTo>
                  <a:pt x="1009650" y="1304925"/>
                </a:lnTo>
                <a:lnTo>
                  <a:pt x="1009650" y="1314450"/>
                </a:lnTo>
                <a:lnTo>
                  <a:pt x="1047750" y="1314450"/>
                </a:lnTo>
                <a:lnTo>
                  <a:pt x="1047750" y="1304925"/>
                </a:lnTo>
                <a:lnTo>
                  <a:pt x="1076325" y="1304925"/>
                </a:lnTo>
                <a:lnTo>
                  <a:pt x="1076325" y="1295400"/>
                </a:lnTo>
                <a:lnTo>
                  <a:pt x="1095375" y="1295400"/>
                </a:lnTo>
                <a:lnTo>
                  <a:pt x="1095375" y="1285875"/>
                </a:lnTo>
                <a:lnTo>
                  <a:pt x="1104900" y="1285875"/>
                </a:lnTo>
                <a:lnTo>
                  <a:pt x="1104900" y="1276350"/>
                </a:lnTo>
                <a:lnTo>
                  <a:pt x="1114425" y="1276350"/>
                </a:lnTo>
                <a:lnTo>
                  <a:pt x="1114425" y="1266825"/>
                </a:lnTo>
                <a:lnTo>
                  <a:pt x="1133475" y="1266825"/>
                </a:lnTo>
                <a:lnTo>
                  <a:pt x="1133475" y="1276350"/>
                </a:lnTo>
                <a:lnTo>
                  <a:pt x="1143000" y="1276350"/>
                </a:lnTo>
                <a:lnTo>
                  <a:pt x="1143000" y="1285875"/>
                </a:lnTo>
                <a:lnTo>
                  <a:pt x="1152525" y="1285875"/>
                </a:lnTo>
                <a:lnTo>
                  <a:pt x="1152525" y="1295400"/>
                </a:lnTo>
                <a:lnTo>
                  <a:pt x="1171575" y="1295400"/>
                </a:lnTo>
                <a:lnTo>
                  <a:pt x="1171575" y="1304925"/>
                </a:lnTo>
                <a:lnTo>
                  <a:pt x="1200150" y="1304925"/>
                </a:lnTo>
                <a:lnTo>
                  <a:pt x="1200150" y="1314450"/>
                </a:lnTo>
                <a:lnTo>
                  <a:pt x="1247775" y="1314450"/>
                </a:lnTo>
                <a:lnTo>
                  <a:pt x="1247775" y="1304925"/>
                </a:lnTo>
                <a:lnTo>
                  <a:pt x="1266825" y="1304925"/>
                </a:lnTo>
                <a:lnTo>
                  <a:pt x="1266825" y="1295400"/>
                </a:lnTo>
                <a:lnTo>
                  <a:pt x="1285875" y="1295400"/>
                </a:lnTo>
                <a:lnTo>
                  <a:pt x="1285875" y="1285875"/>
                </a:lnTo>
                <a:lnTo>
                  <a:pt x="1295400" y="1285875"/>
                </a:lnTo>
                <a:lnTo>
                  <a:pt x="1295400" y="1276350"/>
                </a:lnTo>
                <a:lnTo>
                  <a:pt x="1304925" y="1276350"/>
                </a:lnTo>
                <a:lnTo>
                  <a:pt x="1304925" y="1257300"/>
                </a:lnTo>
                <a:lnTo>
                  <a:pt x="1314450" y="1257300"/>
                </a:lnTo>
                <a:lnTo>
                  <a:pt x="1314450" y="1266825"/>
                </a:lnTo>
                <a:lnTo>
                  <a:pt x="1323975" y="1266825"/>
                </a:lnTo>
                <a:lnTo>
                  <a:pt x="1323975" y="1276350"/>
                </a:lnTo>
                <a:lnTo>
                  <a:pt x="1333500" y="1276350"/>
                </a:lnTo>
                <a:lnTo>
                  <a:pt x="1333500" y="1285875"/>
                </a:lnTo>
                <a:lnTo>
                  <a:pt x="1343025" y="1285875"/>
                </a:lnTo>
                <a:lnTo>
                  <a:pt x="1343025" y="1295400"/>
                </a:lnTo>
                <a:lnTo>
                  <a:pt x="1362075" y="1295400"/>
                </a:lnTo>
                <a:lnTo>
                  <a:pt x="1362075" y="1304925"/>
                </a:lnTo>
                <a:lnTo>
                  <a:pt x="1390650" y="1304925"/>
                </a:lnTo>
                <a:lnTo>
                  <a:pt x="1390650" y="1314450"/>
                </a:lnTo>
                <a:lnTo>
                  <a:pt x="1419225" y="1314450"/>
                </a:lnTo>
                <a:lnTo>
                  <a:pt x="1419225" y="1304925"/>
                </a:lnTo>
                <a:lnTo>
                  <a:pt x="1457325" y="1304925"/>
                </a:lnTo>
                <a:lnTo>
                  <a:pt x="1457325" y="1295400"/>
                </a:lnTo>
                <a:lnTo>
                  <a:pt x="1466850" y="1295400"/>
                </a:lnTo>
                <a:lnTo>
                  <a:pt x="1466850" y="1285875"/>
                </a:lnTo>
                <a:lnTo>
                  <a:pt x="1476375" y="1285875"/>
                </a:lnTo>
                <a:lnTo>
                  <a:pt x="1476375" y="1276350"/>
                </a:lnTo>
                <a:lnTo>
                  <a:pt x="1485900" y="1276350"/>
                </a:lnTo>
                <a:lnTo>
                  <a:pt x="1485900" y="1266825"/>
                </a:lnTo>
                <a:lnTo>
                  <a:pt x="1495425" y="1266825"/>
                </a:lnTo>
                <a:lnTo>
                  <a:pt x="1495425" y="1257300"/>
                </a:lnTo>
                <a:lnTo>
                  <a:pt x="1504950" y="1257300"/>
                </a:lnTo>
                <a:lnTo>
                  <a:pt x="1504950" y="1266825"/>
                </a:lnTo>
                <a:lnTo>
                  <a:pt x="1514475" y="1266825"/>
                </a:lnTo>
                <a:lnTo>
                  <a:pt x="1514475" y="1276350"/>
                </a:lnTo>
                <a:lnTo>
                  <a:pt x="1524000" y="1276350"/>
                </a:lnTo>
                <a:lnTo>
                  <a:pt x="1524000" y="1285875"/>
                </a:lnTo>
                <a:lnTo>
                  <a:pt x="1533525" y="1285875"/>
                </a:lnTo>
                <a:lnTo>
                  <a:pt x="1533525" y="1295400"/>
                </a:lnTo>
                <a:lnTo>
                  <a:pt x="1543050" y="1295400"/>
                </a:lnTo>
                <a:lnTo>
                  <a:pt x="1543050" y="1304925"/>
                </a:lnTo>
                <a:lnTo>
                  <a:pt x="1571625" y="1304925"/>
                </a:lnTo>
                <a:lnTo>
                  <a:pt x="1571625" y="1314450"/>
                </a:lnTo>
                <a:lnTo>
                  <a:pt x="1628775" y="1314450"/>
                </a:lnTo>
                <a:lnTo>
                  <a:pt x="1628775" y="1304925"/>
                </a:lnTo>
                <a:lnTo>
                  <a:pt x="1647825" y="1304925"/>
                </a:lnTo>
                <a:lnTo>
                  <a:pt x="1647825" y="1295400"/>
                </a:lnTo>
                <a:lnTo>
                  <a:pt x="1666875" y="1295400"/>
                </a:lnTo>
                <a:lnTo>
                  <a:pt x="1666875" y="1285875"/>
                </a:lnTo>
                <a:lnTo>
                  <a:pt x="1676400" y="1285875"/>
                </a:lnTo>
                <a:lnTo>
                  <a:pt x="1676400" y="1266825"/>
                </a:lnTo>
                <a:lnTo>
                  <a:pt x="1685925" y="1266825"/>
                </a:lnTo>
                <a:lnTo>
                  <a:pt x="1685925" y="1257300"/>
                </a:lnTo>
                <a:lnTo>
                  <a:pt x="1695450" y="1257300"/>
                </a:lnTo>
                <a:lnTo>
                  <a:pt x="1695450" y="1266825"/>
                </a:lnTo>
                <a:lnTo>
                  <a:pt x="1704975" y="1266825"/>
                </a:lnTo>
                <a:lnTo>
                  <a:pt x="1704975" y="1276350"/>
                </a:lnTo>
                <a:lnTo>
                  <a:pt x="1714500" y="1276350"/>
                </a:lnTo>
                <a:lnTo>
                  <a:pt x="1714500" y="1285875"/>
                </a:lnTo>
                <a:lnTo>
                  <a:pt x="1724025" y="1285875"/>
                </a:lnTo>
                <a:lnTo>
                  <a:pt x="1724025" y="1295400"/>
                </a:lnTo>
                <a:lnTo>
                  <a:pt x="1743075" y="1295400"/>
                </a:lnTo>
                <a:lnTo>
                  <a:pt x="1743075" y="1304925"/>
                </a:lnTo>
                <a:lnTo>
                  <a:pt x="1771650" y="1304925"/>
                </a:lnTo>
                <a:lnTo>
                  <a:pt x="1771650" y="1314450"/>
                </a:lnTo>
                <a:lnTo>
                  <a:pt x="1800225" y="1314450"/>
                </a:lnTo>
                <a:lnTo>
                  <a:pt x="1800225" y="1304925"/>
                </a:lnTo>
                <a:lnTo>
                  <a:pt x="1838325" y="1304925"/>
                </a:lnTo>
                <a:lnTo>
                  <a:pt x="1838325" y="1295400"/>
                </a:lnTo>
                <a:lnTo>
                  <a:pt x="1847850" y="1295400"/>
                </a:lnTo>
                <a:lnTo>
                  <a:pt x="1847850" y="1285875"/>
                </a:lnTo>
                <a:lnTo>
                  <a:pt x="1857375" y="1285875"/>
                </a:lnTo>
                <a:lnTo>
                  <a:pt x="1857375" y="1276350"/>
                </a:lnTo>
                <a:lnTo>
                  <a:pt x="1866900" y="1276350"/>
                </a:lnTo>
                <a:lnTo>
                  <a:pt x="1866900" y="1266825"/>
                </a:lnTo>
                <a:lnTo>
                  <a:pt x="1895475" y="1266825"/>
                </a:lnTo>
                <a:lnTo>
                  <a:pt x="1895475" y="1276350"/>
                </a:lnTo>
                <a:lnTo>
                  <a:pt x="1905000" y="1276350"/>
                </a:lnTo>
                <a:lnTo>
                  <a:pt x="1905000" y="1285875"/>
                </a:lnTo>
                <a:lnTo>
                  <a:pt x="1914525" y="1285875"/>
                </a:lnTo>
                <a:lnTo>
                  <a:pt x="1914525" y="1295400"/>
                </a:lnTo>
                <a:lnTo>
                  <a:pt x="1924050" y="1295400"/>
                </a:lnTo>
                <a:lnTo>
                  <a:pt x="1924050" y="1304925"/>
                </a:lnTo>
                <a:lnTo>
                  <a:pt x="1943100" y="1304925"/>
                </a:lnTo>
                <a:lnTo>
                  <a:pt x="1943100" y="1314450"/>
                </a:lnTo>
                <a:lnTo>
                  <a:pt x="1981200" y="1314450"/>
                </a:lnTo>
                <a:lnTo>
                  <a:pt x="1981200" y="1323975"/>
                </a:lnTo>
                <a:lnTo>
                  <a:pt x="1971675" y="1323975"/>
                </a:lnTo>
                <a:lnTo>
                  <a:pt x="1971675" y="1333500"/>
                </a:lnTo>
                <a:lnTo>
                  <a:pt x="1962150" y="1333500"/>
                </a:lnTo>
                <a:lnTo>
                  <a:pt x="1962150" y="1343025"/>
                </a:lnTo>
                <a:lnTo>
                  <a:pt x="1905000" y="1343025"/>
                </a:lnTo>
                <a:lnTo>
                  <a:pt x="1905000" y="1333500"/>
                </a:lnTo>
                <a:lnTo>
                  <a:pt x="1847850" y="1333500"/>
                </a:lnTo>
                <a:lnTo>
                  <a:pt x="1847850" y="1343025"/>
                </a:lnTo>
                <a:lnTo>
                  <a:pt x="1828800" y="1343025"/>
                </a:lnTo>
                <a:lnTo>
                  <a:pt x="1828800" y="1352550"/>
                </a:lnTo>
                <a:lnTo>
                  <a:pt x="1800225" y="1352550"/>
                </a:lnTo>
                <a:lnTo>
                  <a:pt x="1800225" y="1362075"/>
                </a:lnTo>
                <a:lnTo>
                  <a:pt x="1781175" y="1362075"/>
                </a:lnTo>
                <a:lnTo>
                  <a:pt x="1781175" y="1352550"/>
                </a:lnTo>
                <a:lnTo>
                  <a:pt x="1543050" y="1352550"/>
                </a:lnTo>
                <a:lnTo>
                  <a:pt x="1543050" y="1333500"/>
                </a:lnTo>
                <a:lnTo>
                  <a:pt x="1457325" y="1333500"/>
                </a:lnTo>
                <a:lnTo>
                  <a:pt x="1457325" y="1352550"/>
                </a:lnTo>
                <a:lnTo>
                  <a:pt x="1428750" y="1352550"/>
                </a:lnTo>
                <a:lnTo>
                  <a:pt x="1428750" y="1343025"/>
                </a:lnTo>
                <a:lnTo>
                  <a:pt x="1409700" y="1343025"/>
                </a:lnTo>
                <a:lnTo>
                  <a:pt x="1409700" y="1352550"/>
                </a:lnTo>
                <a:lnTo>
                  <a:pt x="1371600" y="1352550"/>
                </a:lnTo>
                <a:lnTo>
                  <a:pt x="1371600" y="1343025"/>
                </a:lnTo>
                <a:lnTo>
                  <a:pt x="1343025" y="1343025"/>
                </a:lnTo>
                <a:lnTo>
                  <a:pt x="1343025" y="1333500"/>
                </a:lnTo>
                <a:lnTo>
                  <a:pt x="1295400" y="1333500"/>
                </a:lnTo>
                <a:lnTo>
                  <a:pt x="1295400" y="1343025"/>
                </a:lnTo>
                <a:lnTo>
                  <a:pt x="1266825" y="1343025"/>
                </a:lnTo>
                <a:lnTo>
                  <a:pt x="1266825" y="1352550"/>
                </a:lnTo>
                <a:lnTo>
                  <a:pt x="1133475" y="1352550"/>
                </a:lnTo>
                <a:lnTo>
                  <a:pt x="1133475" y="1333500"/>
                </a:lnTo>
                <a:lnTo>
                  <a:pt x="1095375" y="1333500"/>
                </a:lnTo>
                <a:lnTo>
                  <a:pt x="1095375" y="1352550"/>
                </a:lnTo>
                <a:lnTo>
                  <a:pt x="962025" y="1352550"/>
                </a:lnTo>
                <a:lnTo>
                  <a:pt x="962025" y="1333500"/>
                </a:lnTo>
                <a:lnTo>
                  <a:pt x="914400" y="1333500"/>
                </a:lnTo>
                <a:lnTo>
                  <a:pt x="914400" y="1352550"/>
                </a:lnTo>
                <a:lnTo>
                  <a:pt x="619125" y="1352550"/>
                </a:lnTo>
                <a:lnTo>
                  <a:pt x="619125" y="1362075"/>
                </a:lnTo>
                <a:lnTo>
                  <a:pt x="609600" y="1362075"/>
                </a:lnTo>
                <a:lnTo>
                  <a:pt x="609600" y="1343025"/>
                </a:lnTo>
                <a:lnTo>
                  <a:pt x="581025" y="1343025"/>
                </a:lnTo>
                <a:lnTo>
                  <a:pt x="581025" y="1333500"/>
                </a:lnTo>
                <a:lnTo>
                  <a:pt x="523875" y="1333500"/>
                </a:lnTo>
                <a:lnTo>
                  <a:pt x="523875" y="1343025"/>
                </a:lnTo>
                <a:lnTo>
                  <a:pt x="466725" y="1343025"/>
                </a:lnTo>
                <a:lnTo>
                  <a:pt x="466725" y="1323975"/>
                </a:lnTo>
                <a:lnTo>
                  <a:pt x="457200" y="1323975"/>
                </a:lnTo>
                <a:lnTo>
                  <a:pt x="457200" y="1314450"/>
                </a:lnTo>
                <a:lnTo>
                  <a:pt x="495300" y="1314450"/>
                </a:lnTo>
                <a:lnTo>
                  <a:pt x="495300" y="1304925"/>
                </a:lnTo>
                <a:lnTo>
                  <a:pt x="514350" y="1304925"/>
                </a:lnTo>
                <a:lnTo>
                  <a:pt x="514350" y="1295400"/>
                </a:lnTo>
                <a:lnTo>
                  <a:pt x="523875" y="1295400"/>
                </a:lnTo>
                <a:lnTo>
                  <a:pt x="523875" y="1285875"/>
                </a:lnTo>
                <a:lnTo>
                  <a:pt x="533400" y="1285875"/>
                </a:lnTo>
                <a:lnTo>
                  <a:pt x="533400" y="1276350"/>
                </a:lnTo>
                <a:lnTo>
                  <a:pt x="542925" y="1276350"/>
                </a:lnTo>
                <a:lnTo>
                  <a:pt x="542925" y="1266825"/>
                </a:lnTo>
                <a:lnTo>
                  <a:pt x="571500" y="1266825"/>
                </a:lnTo>
                <a:lnTo>
                  <a:pt x="571500" y="1276350"/>
                </a:lnTo>
                <a:lnTo>
                  <a:pt x="581025" y="1276350"/>
                </a:lnTo>
                <a:lnTo>
                  <a:pt x="581025" y="1285875"/>
                </a:lnTo>
                <a:lnTo>
                  <a:pt x="590550" y="1285875"/>
                </a:lnTo>
                <a:lnTo>
                  <a:pt x="590550" y="1295400"/>
                </a:lnTo>
                <a:lnTo>
                  <a:pt x="600075" y="1295400"/>
                </a:lnTo>
                <a:lnTo>
                  <a:pt x="600075" y="1304925"/>
                </a:lnTo>
                <a:lnTo>
                  <a:pt x="628650" y="1304925"/>
                </a:lnTo>
                <a:lnTo>
                  <a:pt x="628650" y="1314450"/>
                </a:lnTo>
                <a:lnTo>
                  <a:pt x="666750" y="1314450"/>
                </a:lnTo>
                <a:lnTo>
                  <a:pt x="666750" y="1304925"/>
                </a:lnTo>
                <a:lnTo>
                  <a:pt x="695325" y="1304925"/>
                </a:lnTo>
                <a:lnTo>
                  <a:pt x="695325" y="1295400"/>
                </a:lnTo>
                <a:lnTo>
                  <a:pt x="714375" y="1295400"/>
                </a:lnTo>
                <a:lnTo>
                  <a:pt x="714375" y="1285875"/>
                </a:lnTo>
                <a:lnTo>
                  <a:pt x="723900" y="1285875"/>
                </a:lnTo>
                <a:lnTo>
                  <a:pt x="723900" y="1276350"/>
                </a:lnTo>
                <a:lnTo>
                  <a:pt x="733425" y="1276350"/>
                </a:lnTo>
                <a:lnTo>
                  <a:pt x="733425" y="1266825"/>
                </a:lnTo>
                <a:lnTo>
                  <a:pt x="752475" y="1266825"/>
                </a:lnTo>
                <a:lnTo>
                  <a:pt x="752475" y="1276350"/>
                </a:lnTo>
                <a:lnTo>
                  <a:pt x="762000" y="1276350"/>
                </a:lnTo>
                <a:lnTo>
                  <a:pt x="762000" y="1285875"/>
                </a:lnTo>
                <a:lnTo>
                  <a:pt x="771525" y="1285875"/>
                </a:lnTo>
                <a:lnTo>
                  <a:pt x="771525" y="1295400"/>
                </a:lnTo>
                <a:lnTo>
                  <a:pt x="790575" y="1295400"/>
                </a:lnTo>
                <a:lnTo>
                  <a:pt x="790575" y="1304925"/>
                </a:lnTo>
                <a:lnTo>
                  <a:pt x="809625" y="1304925"/>
                </a:lnTo>
                <a:lnTo>
                  <a:pt x="809625" y="1314450"/>
                </a:lnTo>
                <a:lnTo>
                  <a:pt x="876300" y="1314450"/>
                </a:lnTo>
                <a:lnTo>
                  <a:pt x="876300" y="1304925"/>
                </a:lnTo>
                <a:lnTo>
                  <a:pt x="895350" y="1304925"/>
                </a:lnTo>
                <a:lnTo>
                  <a:pt x="895350" y="1295400"/>
                </a:lnTo>
                <a:lnTo>
                  <a:pt x="904875" y="1295400"/>
                </a:lnTo>
                <a:lnTo>
                  <a:pt x="904875" y="1285875"/>
                </a:lnTo>
                <a:lnTo>
                  <a:pt x="914400" y="1285875"/>
                </a:lnTo>
                <a:lnTo>
                  <a:pt x="914400" y="1276350"/>
                </a:lnTo>
                <a:lnTo>
                  <a:pt x="923925" y="1276350"/>
                </a:lnTo>
                <a:lnTo>
                  <a:pt x="923925" y="1266825"/>
                </a:lnTo>
                <a:lnTo>
                  <a:pt x="933450" y="1266825"/>
                </a:lnTo>
                <a:close/>
                <a:moveTo>
                  <a:pt x="600075" y="1362075"/>
                </a:moveTo>
                <a:lnTo>
                  <a:pt x="609600" y="1362075"/>
                </a:lnTo>
                <a:lnTo>
                  <a:pt x="609600" y="1371600"/>
                </a:lnTo>
                <a:lnTo>
                  <a:pt x="600075" y="1371600"/>
                </a:lnTo>
                <a:close/>
                <a:moveTo>
                  <a:pt x="666750" y="1409700"/>
                </a:moveTo>
                <a:lnTo>
                  <a:pt x="685800" y="1409700"/>
                </a:lnTo>
                <a:lnTo>
                  <a:pt x="685800" y="1419225"/>
                </a:lnTo>
                <a:lnTo>
                  <a:pt x="885825" y="1419225"/>
                </a:lnTo>
                <a:lnTo>
                  <a:pt x="885825" y="1409700"/>
                </a:lnTo>
                <a:lnTo>
                  <a:pt x="1200150" y="1409700"/>
                </a:lnTo>
                <a:lnTo>
                  <a:pt x="1200150" y="1419225"/>
                </a:lnTo>
                <a:lnTo>
                  <a:pt x="1209675" y="1419225"/>
                </a:lnTo>
                <a:lnTo>
                  <a:pt x="1209675" y="1428750"/>
                </a:lnTo>
                <a:lnTo>
                  <a:pt x="1219200" y="1428750"/>
                </a:lnTo>
                <a:lnTo>
                  <a:pt x="1219200" y="1457325"/>
                </a:lnTo>
                <a:lnTo>
                  <a:pt x="1209675" y="1457325"/>
                </a:lnTo>
                <a:lnTo>
                  <a:pt x="1209675" y="1447800"/>
                </a:lnTo>
                <a:lnTo>
                  <a:pt x="676275" y="1447800"/>
                </a:lnTo>
                <a:lnTo>
                  <a:pt x="676275" y="1457325"/>
                </a:lnTo>
                <a:lnTo>
                  <a:pt x="666750" y="1457325"/>
                </a:lnTo>
                <a:lnTo>
                  <a:pt x="666750" y="1666875"/>
                </a:lnTo>
                <a:lnTo>
                  <a:pt x="657225" y="1666875"/>
                </a:lnTo>
                <a:lnTo>
                  <a:pt x="657225" y="1419225"/>
                </a:lnTo>
                <a:lnTo>
                  <a:pt x="666750" y="1419225"/>
                </a:lnTo>
                <a:close/>
                <a:moveTo>
                  <a:pt x="771525" y="1476375"/>
                </a:moveTo>
                <a:lnTo>
                  <a:pt x="800100" y="1476375"/>
                </a:lnTo>
                <a:lnTo>
                  <a:pt x="800100" y="1485900"/>
                </a:lnTo>
                <a:lnTo>
                  <a:pt x="771525" y="1485900"/>
                </a:lnTo>
                <a:close/>
                <a:moveTo>
                  <a:pt x="1476375" y="1476375"/>
                </a:moveTo>
                <a:lnTo>
                  <a:pt x="1552575" y="1476375"/>
                </a:lnTo>
                <a:lnTo>
                  <a:pt x="1552575" y="1485900"/>
                </a:lnTo>
                <a:lnTo>
                  <a:pt x="1571625" y="1485900"/>
                </a:lnTo>
                <a:lnTo>
                  <a:pt x="1571625" y="1476375"/>
                </a:lnTo>
                <a:lnTo>
                  <a:pt x="1733550" y="1476375"/>
                </a:lnTo>
                <a:lnTo>
                  <a:pt x="1733550" y="1485900"/>
                </a:lnTo>
                <a:lnTo>
                  <a:pt x="1752600" y="1485900"/>
                </a:lnTo>
                <a:lnTo>
                  <a:pt x="1752600" y="1552575"/>
                </a:lnTo>
                <a:lnTo>
                  <a:pt x="1743075" y="1552575"/>
                </a:lnTo>
                <a:lnTo>
                  <a:pt x="1743075" y="1628775"/>
                </a:lnTo>
                <a:lnTo>
                  <a:pt x="1733550" y="1628775"/>
                </a:lnTo>
                <a:lnTo>
                  <a:pt x="1733550" y="1600200"/>
                </a:lnTo>
                <a:lnTo>
                  <a:pt x="1724025" y="1600200"/>
                </a:lnTo>
                <a:lnTo>
                  <a:pt x="1724025" y="1590675"/>
                </a:lnTo>
                <a:lnTo>
                  <a:pt x="1714500" y="1590675"/>
                </a:lnTo>
                <a:lnTo>
                  <a:pt x="1714500" y="1581150"/>
                </a:lnTo>
                <a:lnTo>
                  <a:pt x="1724025" y="1581150"/>
                </a:lnTo>
                <a:lnTo>
                  <a:pt x="1724025" y="1562100"/>
                </a:lnTo>
                <a:lnTo>
                  <a:pt x="1704975" y="1562100"/>
                </a:lnTo>
                <a:lnTo>
                  <a:pt x="1704975" y="1552575"/>
                </a:lnTo>
                <a:lnTo>
                  <a:pt x="1695450" y="1552575"/>
                </a:lnTo>
                <a:lnTo>
                  <a:pt x="1695450" y="1562100"/>
                </a:lnTo>
                <a:lnTo>
                  <a:pt x="1657350" y="1562100"/>
                </a:lnTo>
                <a:lnTo>
                  <a:pt x="1657350" y="1552575"/>
                </a:lnTo>
                <a:lnTo>
                  <a:pt x="1647825" y="1552575"/>
                </a:lnTo>
                <a:lnTo>
                  <a:pt x="1647825" y="1543050"/>
                </a:lnTo>
                <a:lnTo>
                  <a:pt x="1638300" y="1543050"/>
                </a:lnTo>
                <a:lnTo>
                  <a:pt x="1638300" y="1533525"/>
                </a:lnTo>
                <a:lnTo>
                  <a:pt x="1628775" y="1533525"/>
                </a:lnTo>
                <a:lnTo>
                  <a:pt x="1628775" y="1504950"/>
                </a:lnTo>
                <a:lnTo>
                  <a:pt x="1619250" y="1504950"/>
                </a:lnTo>
                <a:lnTo>
                  <a:pt x="1619250" y="1495425"/>
                </a:lnTo>
                <a:lnTo>
                  <a:pt x="1590675" y="1495425"/>
                </a:lnTo>
                <a:lnTo>
                  <a:pt x="1590675" y="1514475"/>
                </a:lnTo>
                <a:lnTo>
                  <a:pt x="1581150" y="1514475"/>
                </a:lnTo>
                <a:lnTo>
                  <a:pt x="1581150" y="1533525"/>
                </a:lnTo>
                <a:lnTo>
                  <a:pt x="1571625" y="1533525"/>
                </a:lnTo>
                <a:lnTo>
                  <a:pt x="1571625" y="1543050"/>
                </a:lnTo>
                <a:lnTo>
                  <a:pt x="1562100" y="1543050"/>
                </a:lnTo>
                <a:lnTo>
                  <a:pt x="1562100" y="1562100"/>
                </a:lnTo>
                <a:lnTo>
                  <a:pt x="1552575" y="1562100"/>
                </a:lnTo>
                <a:lnTo>
                  <a:pt x="1552575" y="1571625"/>
                </a:lnTo>
                <a:lnTo>
                  <a:pt x="1543050" y="1571625"/>
                </a:lnTo>
                <a:lnTo>
                  <a:pt x="1543050" y="1562100"/>
                </a:lnTo>
                <a:lnTo>
                  <a:pt x="1533525" y="1562100"/>
                </a:lnTo>
                <a:lnTo>
                  <a:pt x="1533525" y="1552575"/>
                </a:lnTo>
                <a:lnTo>
                  <a:pt x="1514475" y="1552575"/>
                </a:lnTo>
                <a:lnTo>
                  <a:pt x="1514475" y="1543050"/>
                </a:lnTo>
                <a:lnTo>
                  <a:pt x="1504950" y="1543050"/>
                </a:lnTo>
                <a:lnTo>
                  <a:pt x="1504950" y="1533525"/>
                </a:lnTo>
                <a:lnTo>
                  <a:pt x="1495425" y="1533525"/>
                </a:lnTo>
                <a:lnTo>
                  <a:pt x="1495425" y="1543050"/>
                </a:lnTo>
                <a:lnTo>
                  <a:pt x="1485900" y="1543050"/>
                </a:lnTo>
                <a:lnTo>
                  <a:pt x="1485900" y="1695450"/>
                </a:lnTo>
                <a:lnTo>
                  <a:pt x="1495425" y="1695450"/>
                </a:lnTo>
                <a:lnTo>
                  <a:pt x="1495425" y="1704975"/>
                </a:lnTo>
                <a:lnTo>
                  <a:pt x="1514475" y="1704975"/>
                </a:lnTo>
                <a:lnTo>
                  <a:pt x="1514475" y="1724025"/>
                </a:lnTo>
                <a:lnTo>
                  <a:pt x="1524000" y="1724025"/>
                </a:lnTo>
                <a:lnTo>
                  <a:pt x="1524000" y="1704975"/>
                </a:lnTo>
                <a:lnTo>
                  <a:pt x="1600200" y="1704975"/>
                </a:lnTo>
                <a:lnTo>
                  <a:pt x="1600200" y="1724025"/>
                </a:lnTo>
                <a:lnTo>
                  <a:pt x="1638300" y="1724025"/>
                </a:lnTo>
                <a:lnTo>
                  <a:pt x="1638300" y="1704975"/>
                </a:lnTo>
                <a:lnTo>
                  <a:pt x="1666875" y="1704975"/>
                </a:lnTo>
                <a:lnTo>
                  <a:pt x="1666875" y="1714500"/>
                </a:lnTo>
                <a:lnTo>
                  <a:pt x="1676400" y="1714500"/>
                </a:lnTo>
                <a:lnTo>
                  <a:pt x="1676400" y="1733550"/>
                </a:lnTo>
                <a:lnTo>
                  <a:pt x="1666875" y="1733550"/>
                </a:lnTo>
                <a:lnTo>
                  <a:pt x="1666875" y="1743075"/>
                </a:lnTo>
                <a:lnTo>
                  <a:pt x="1676400" y="1743075"/>
                </a:lnTo>
                <a:lnTo>
                  <a:pt x="1676400" y="1752600"/>
                </a:lnTo>
                <a:lnTo>
                  <a:pt x="1657350" y="1752600"/>
                </a:lnTo>
                <a:lnTo>
                  <a:pt x="1657350" y="1762125"/>
                </a:lnTo>
                <a:lnTo>
                  <a:pt x="1476375" y="1762125"/>
                </a:lnTo>
                <a:lnTo>
                  <a:pt x="1476375" y="1752600"/>
                </a:lnTo>
                <a:lnTo>
                  <a:pt x="1466850" y="1752600"/>
                </a:lnTo>
                <a:lnTo>
                  <a:pt x="1466850" y="1695450"/>
                </a:lnTo>
                <a:lnTo>
                  <a:pt x="1476375" y="1695450"/>
                </a:lnTo>
                <a:lnTo>
                  <a:pt x="1476375" y="1581150"/>
                </a:lnTo>
                <a:lnTo>
                  <a:pt x="1466850" y="1581150"/>
                </a:lnTo>
                <a:lnTo>
                  <a:pt x="1466850" y="1485900"/>
                </a:lnTo>
                <a:lnTo>
                  <a:pt x="1476375" y="1485900"/>
                </a:lnTo>
                <a:close/>
                <a:moveTo>
                  <a:pt x="762000" y="1485900"/>
                </a:moveTo>
                <a:lnTo>
                  <a:pt x="771525" y="1485900"/>
                </a:lnTo>
                <a:lnTo>
                  <a:pt x="771525" y="1495425"/>
                </a:lnTo>
                <a:lnTo>
                  <a:pt x="762000" y="1495425"/>
                </a:lnTo>
                <a:close/>
                <a:moveTo>
                  <a:pt x="800100" y="1485900"/>
                </a:moveTo>
                <a:lnTo>
                  <a:pt x="809625" y="1485900"/>
                </a:lnTo>
                <a:lnTo>
                  <a:pt x="809625" y="1495425"/>
                </a:lnTo>
                <a:lnTo>
                  <a:pt x="800100" y="1495425"/>
                </a:lnTo>
                <a:close/>
                <a:moveTo>
                  <a:pt x="752475" y="1495425"/>
                </a:moveTo>
                <a:lnTo>
                  <a:pt x="762000" y="1495425"/>
                </a:lnTo>
                <a:lnTo>
                  <a:pt x="762000" y="1504950"/>
                </a:lnTo>
                <a:lnTo>
                  <a:pt x="752475" y="1504950"/>
                </a:lnTo>
                <a:close/>
                <a:moveTo>
                  <a:pt x="800100" y="1514475"/>
                </a:moveTo>
                <a:lnTo>
                  <a:pt x="809625" y="1514475"/>
                </a:lnTo>
                <a:lnTo>
                  <a:pt x="809625" y="1533525"/>
                </a:lnTo>
                <a:lnTo>
                  <a:pt x="819150" y="1533525"/>
                </a:lnTo>
                <a:lnTo>
                  <a:pt x="819150" y="1543050"/>
                </a:lnTo>
                <a:lnTo>
                  <a:pt x="828675" y="1543050"/>
                </a:lnTo>
                <a:lnTo>
                  <a:pt x="828675" y="1552575"/>
                </a:lnTo>
                <a:lnTo>
                  <a:pt x="838200" y="1552575"/>
                </a:lnTo>
                <a:lnTo>
                  <a:pt x="838200" y="1562100"/>
                </a:lnTo>
                <a:lnTo>
                  <a:pt x="847725" y="1562100"/>
                </a:lnTo>
                <a:lnTo>
                  <a:pt x="847725" y="1552575"/>
                </a:lnTo>
                <a:lnTo>
                  <a:pt x="857250" y="1552575"/>
                </a:lnTo>
                <a:lnTo>
                  <a:pt x="857250" y="1543050"/>
                </a:lnTo>
                <a:lnTo>
                  <a:pt x="866775" y="1543050"/>
                </a:lnTo>
                <a:lnTo>
                  <a:pt x="866775" y="1533525"/>
                </a:lnTo>
                <a:lnTo>
                  <a:pt x="981075" y="1533525"/>
                </a:lnTo>
                <a:lnTo>
                  <a:pt x="981075" y="1543050"/>
                </a:lnTo>
                <a:lnTo>
                  <a:pt x="866775" y="1543050"/>
                </a:lnTo>
                <a:lnTo>
                  <a:pt x="866775" y="1552575"/>
                </a:lnTo>
                <a:lnTo>
                  <a:pt x="857250" y="1552575"/>
                </a:lnTo>
                <a:lnTo>
                  <a:pt x="857250" y="1619250"/>
                </a:lnTo>
                <a:lnTo>
                  <a:pt x="847725" y="1619250"/>
                </a:lnTo>
                <a:lnTo>
                  <a:pt x="847725" y="1609725"/>
                </a:lnTo>
                <a:lnTo>
                  <a:pt x="838200" y="1609725"/>
                </a:lnTo>
                <a:lnTo>
                  <a:pt x="838200" y="1657350"/>
                </a:lnTo>
                <a:lnTo>
                  <a:pt x="847725" y="1657350"/>
                </a:lnTo>
                <a:lnTo>
                  <a:pt x="847725" y="1647825"/>
                </a:lnTo>
                <a:lnTo>
                  <a:pt x="857250" y="1647825"/>
                </a:lnTo>
                <a:lnTo>
                  <a:pt x="857250" y="1666875"/>
                </a:lnTo>
                <a:lnTo>
                  <a:pt x="847725" y="1666875"/>
                </a:lnTo>
                <a:lnTo>
                  <a:pt x="847725" y="1676400"/>
                </a:lnTo>
                <a:lnTo>
                  <a:pt x="838200" y="1676400"/>
                </a:lnTo>
                <a:lnTo>
                  <a:pt x="838200" y="1666875"/>
                </a:lnTo>
                <a:lnTo>
                  <a:pt x="828675" y="1666875"/>
                </a:lnTo>
                <a:lnTo>
                  <a:pt x="828675" y="1562100"/>
                </a:lnTo>
                <a:lnTo>
                  <a:pt x="819150" y="1562100"/>
                </a:lnTo>
                <a:lnTo>
                  <a:pt x="819150" y="1552575"/>
                </a:lnTo>
                <a:lnTo>
                  <a:pt x="809625" y="1552575"/>
                </a:lnTo>
                <a:lnTo>
                  <a:pt x="809625" y="1543050"/>
                </a:lnTo>
                <a:lnTo>
                  <a:pt x="800100" y="1543050"/>
                </a:lnTo>
                <a:close/>
                <a:moveTo>
                  <a:pt x="752475" y="1524000"/>
                </a:moveTo>
                <a:lnTo>
                  <a:pt x="762000" y="1524000"/>
                </a:lnTo>
                <a:lnTo>
                  <a:pt x="762000" y="1543050"/>
                </a:lnTo>
                <a:lnTo>
                  <a:pt x="752475" y="1543050"/>
                </a:lnTo>
                <a:close/>
                <a:moveTo>
                  <a:pt x="1038225" y="1533525"/>
                </a:moveTo>
                <a:lnTo>
                  <a:pt x="1123950" y="1533525"/>
                </a:lnTo>
                <a:lnTo>
                  <a:pt x="1123950" y="1543050"/>
                </a:lnTo>
                <a:lnTo>
                  <a:pt x="1038225" y="1543050"/>
                </a:lnTo>
                <a:close/>
                <a:moveTo>
                  <a:pt x="1600200" y="1533525"/>
                </a:moveTo>
                <a:lnTo>
                  <a:pt x="1619250" y="1533525"/>
                </a:lnTo>
                <a:lnTo>
                  <a:pt x="1619250" y="1543050"/>
                </a:lnTo>
                <a:lnTo>
                  <a:pt x="1628775" y="1543050"/>
                </a:lnTo>
                <a:lnTo>
                  <a:pt x="1628775" y="1562100"/>
                </a:lnTo>
                <a:lnTo>
                  <a:pt x="1638300" y="1562100"/>
                </a:lnTo>
                <a:lnTo>
                  <a:pt x="1638300" y="1571625"/>
                </a:lnTo>
                <a:lnTo>
                  <a:pt x="1647825" y="1571625"/>
                </a:lnTo>
                <a:lnTo>
                  <a:pt x="1647825" y="1581150"/>
                </a:lnTo>
                <a:lnTo>
                  <a:pt x="1571625" y="1581150"/>
                </a:lnTo>
                <a:lnTo>
                  <a:pt x="1571625" y="1571625"/>
                </a:lnTo>
                <a:lnTo>
                  <a:pt x="1581150" y="1571625"/>
                </a:lnTo>
                <a:lnTo>
                  <a:pt x="1581150" y="1552575"/>
                </a:lnTo>
                <a:lnTo>
                  <a:pt x="1590675" y="1552575"/>
                </a:lnTo>
                <a:lnTo>
                  <a:pt x="1590675" y="1543050"/>
                </a:lnTo>
                <a:lnTo>
                  <a:pt x="1600200" y="1543050"/>
                </a:lnTo>
                <a:close/>
                <a:moveTo>
                  <a:pt x="742950" y="1543050"/>
                </a:moveTo>
                <a:lnTo>
                  <a:pt x="752475" y="1543050"/>
                </a:lnTo>
                <a:lnTo>
                  <a:pt x="752475" y="1552575"/>
                </a:lnTo>
                <a:lnTo>
                  <a:pt x="742950" y="1552575"/>
                </a:lnTo>
                <a:close/>
                <a:moveTo>
                  <a:pt x="981075" y="1543050"/>
                </a:moveTo>
                <a:lnTo>
                  <a:pt x="990600" y="1543050"/>
                </a:lnTo>
                <a:lnTo>
                  <a:pt x="990600" y="1552575"/>
                </a:lnTo>
                <a:lnTo>
                  <a:pt x="981075" y="1552575"/>
                </a:lnTo>
                <a:close/>
                <a:moveTo>
                  <a:pt x="1028700" y="1543050"/>
                </a:moveTo>
                <a:lnTo>
                  <a:pt x="1038225" y="1543050"/>
                </a:lnTo>
                <a:lnTo>
                  <a:pt x="1038225" y="1590675"/>
                </a:lnTo>
                <a:lnTo>
                  <a:pt x="1028700" y="1590675"/>
                </a:lnTo>
                <a:close/>
                <a:moveTo>
                  <a:pt x="1123950" y="1543050"/>
                </a:moveTo>
                <a:lnTo>
                  <a:pt x="1133475" y="1543050"/>
                </a:lnTo>
                <a:lnTo>
                  <a:pt x="1133475" y="1552575"/>
                </a:lnTo>
                <a:lnTo>
                  <a:pt x="1123950" y="1552575"/>
                </a:lnTo>
                <a:close/>
                <a:moveTo>
                  <a:pt x="733425" y="1552575"/>
                </a:moveTo>
                <a:lnTo>
                  <a:pt x="742950" y="1552575"/>
                </a:lnTo>
                <a:lnTo>
                  <a:pt x="742950" y="1581150"/>
                </a:lnTo>
                <a:lnTo>
                  <a:pt x="733425" y="1581150"/>
                </a:lnTo>
                <a:close/>
                <a:moveTo>
                  <a:pt x="990600" y="1552575"/>
                </a:moveTo>
                <a:lnTo>
                  <a:pt x="1000125" y="1552575"/>
                </a:lnTo>
                <a:lnTo>
                  <a:pt x="1000125" y="1666875"/>
                </a:lnTo>
                <a:lnTo>
                  <a:pt x="990600" y="1666875"/>
                </a:lnTo>
                <a:close/>
                <a:moveTo>
                  <a:pt x="1133475" y="1552575"/>
                </a:moveTo>
                <a:lnTo>
                  <a:pt x="1143000" y="1552575"/>
                </a:lnTo>
                <a:lnTo>
                  <a:pt x="1143000" y="1590675"/>
                </a:lnTo>
                <a:lnTo>
                  <a:pt x="1133475" y="1590675"/>
                </a:lnTo>
                <a:close/>
                <a:moveTo>
                  <a:pt x="1019175" y="1590675"/>
                </a:moveTo>
                <a:lnTo>
                  <a:pt x="1028700" y="1590675"/>
                </a:lnTo>
                <a:lnTo>
                  <a:pt x="1028700" y="1666875"/>
                </a:lnTo>
                <a:lnTo>
                  <a:pt x="1019175" y="1666875"/>
                </a:lnTo>
                <a:close/>
                <a:moveTo>
                  <a:pt x="1724025" y="1590675"/>
                </a:moveTo>
                <a:lnTo>
                  <a:pt x="1733550" y="1590675"/>
                </a:lnTo>
                <a:lnTo>
                  <a:pt x="1733550" y="1581150"/>
                </a:lnTo>
                <a:lnTo>
                  <a:pt x="1724025" y="1581150"/>
                </a:lnTo>
                <a:close/>
                <a:moveTo>
                  <a:pt x="1143000" y="1600200"/>
                </a:moveTo>
                <a:lnTo>
                  <a:pt x="1152525" y="1600200"/>
                </a:lnTo>
                <a:lnTo>
                  <a:pt x="1152525" y="1657350"/>
                </a:lnTo>
                <a:lnTo>
                  <a:pt x="1143000" y="1657350"/>
                </a:lnTo>
                <a:close/>
                <a:moveTo>
                  <a:pt x="1828800" y="1609725"/>
                </a:moveTo>
                <a:lnTo>
                  <a:pt x="1838325" y="1609725"/>
                </a:lnTo>
                <a:lnTo>
                  <a:pt x="1838325" y="1666875"/>
                </a:lnTo>
                <a:lnTo>
                  <a:pt x="1828800" y="1666875"/>
                </a:lnTo>
                <a:close/>
                <a:moveTo>
                  <a:pt x="723900" y="1619250"/>
                </a:moveTo>
                <a:lnTo>
                  <a:pt x="733425" y="1619250"/>
                </a:lnTo>
                <a:lnTo>
                  <a:pt x="733425" y="1676400"/>
                </a:lnTo>
                <a:lnTo>
                  <a:pt x="714375" y="1676400"/>
                </a:lnTo>
                <a:lnTo>
                  <a:pt x="714375" y="1666875"/>
                </a:lnTo>
                <a:lnTo>
                  <a:pt x="723900" y="1666875"/>
                </a:lnTo>
                <a:close/>
                <a:moveTo>
                  <a:pt x="1133475" y="1657350"/>
                </a:moveTo>
                <a:lnTo>
                  <a:pt x="1143000" y="1657350"/>
                </a:lnTo>
                <a:lnTo>
                  <a:pt x="1143000" y="1666875"/>
                </a:lnTo>
                <a:lnTo>
                  <a:pt x="1133475" y="1666875"/>
                </a:lnTo>
                <a:close/>
                <a:moveTo>
                  <a:pt x="666750" y="1666875"/>
                </a:moveTo>
                <a:lnTo>
                  <a:pt x="676275" y="1666875"/>
                </a:lnTo>
                <a:lnTo>
                  <a:pt x="676275" y="1676400"/>
                </a:lnTo>
                <a:lnTo>
                  <a:pt x="666750" y="1676400"/>
                </a:lnTo>
                <a:close/>
                <a:moveTo>
                  <a:pt x="1000125" y="1666875"/>
                </a:moveTo>
                <a:lnTo>
                  <a:pt x="1019175" y="1666875"/>
                </a:lnTo>
                <a:lnTo>
                  <a:pt x="1019175" y="1676400"/>
                </a:lnTo>
                <a:lnTo>
                  <a:pt x="1000125" y="1676400"/>
                </a:lnTo>
                <a:close/>
                <a:moveTo>
                  <a:pt x="1143000" y="1666875"/>
                </a:moveTo>
                <a:lnTo>
                  <a:pt x="1152525" y="1666875"/>
                </a:lnTo>
                <a:lnTo>
                  <a:pt x="1152525" y="1676400"/>
                </a:lnTo>
                <a:lnTo>
                  <a:pt x="1143000" y="1676400"/>
                </a:lnTo>
                <a:close/>
                <a:moveTo>
                  <a:pt x="666750" y="1714500"/>
                </a:moveTo>
                <a:lnTo>
                  <a:pt x="762000" y="1714500"/>
                </a:lnTo>
                <a:lnTo>
                  <a:pt x="762000" y="1724025"/>
                </a:lnTo>
                <a:lnTo>
                  <a:pt x="857250" y="1724025"/>
                </a:lnTo>
                <a:lnTo>
                  <a:pt x="857250" y="1714500"/>
                </a:lnTo>
                <a:lnTo>
                  <a:pt x="1171575" y="1714500"/>
                </a:lnTo>
                <a:lnTo>
                  <a:pt x="1171575" y="1724025"/>
                </a:lnTo>
                <a:lnTo>
                  <a:pt x="1152525" y="1724025"/>
                </a:lnTo>
                <a:lnTo>
                  <a:pt x="1152525" y="1733550"/>
                </a:lnTo>
                <a:lnTo>
                  <a:pt x="1104900" y="1733550"/>
                </a:lnTo>
                <a:lnTo>
                  <a:pt x="1104900" y="1743075"/>
                </a:lnTo>
                <a:lnTo>
                  <a:pt x="714375" y="1743075"/>
                </a:lnTo>
                <a:lnTo>
                  <a:pt x="714375" y="1733550"/>
                </a:lnTo>
                <a:lnTo>
                  <a:pt x="685800" y="1733550"/>
                </a:lnTo>
                <a:lnTo>
                  <a:pt x="685800" y="1743075"/>
                </a:lnTo>
                <a:lnTo>
                  <a:pt x="676275" y="1743075"/>
                </a:lnTo>
                <a:lnTo>
                  <a:pt x="676275" y="1752600"/>
                </a:lnTo>
                <a:lnTo>
                  <a:pt x="666750" y="1752600"/>
                </a:lnTo>
                <a:lnTo>
                  <a:pt x="666750" y="1876425"/>
                </a:lnTo>
                <a:lnTo>
                  <a:pt x="676275" y="1876425"/>
                </a:lnTo>
                <a:lnTo>
                  <a:pt x="676275" y="1885950"/>
                </a:lnTo>
                <a:lnTo>
                  <a:pt x="685800" y="1885950"/>
                </a:lnTo>
                <a:lnTo>
                  <a:pt x="685800" y="1876425"/>
                </a:lnTo>
                <a:lnTo>
                  <a:pt x="704850" y="1876425"/>
                </a:lnTo>
                <a:lnTo>
                  <a:pt x="704850" y="1885950"/>
                </a:lnTo>
                <a:lnTo>
                  <a:pt x="695325" y="1885950"/>
                </a:lnTo>
                <a:lnTo>
                  <a:pt x="695325" y="1895475"/>
                </a:lnTo>
                <a:lnTo>
                  <a:pt x="666750" y="1895475"/>
                </a:lnTo>
                <a:lnTo>
                  <a:pt x="666750" y="1885950"/>
                </a:lnTo>
                <a:lnTo>
                  <a:pt x="657225" y="1885950"/>
                </a:lnTo>
                <a:lnTo>
                  <a:pt x="657225" y="1724025"/>
                </a:lnTo>
                <a:lnTo>
                  <a:pt x="666750" y="1724025"/>
                </a:lnTo>
                <a:close/>
                <a:moveTo>
                  <a:pt x="1733550" y="1743075"/>
                </a:moveTo>
                <a:lnTo>
                  <a:pt x="1743075" y="1743075"/>
                </a:lnTo>
                <a:lnTo>
                  <a:pt x="1743075" y="1752600"/>
                </a:lnTo>
                <a:lnTo>
                  <a:pt x="1733550" y="1752600"/>
                </a:lnTo>
                <a:close/>
                <a:moveTo>
                  <a:pt x="723900" y="1762125"/>
                </a:moveTo>
                <a:lnTo>
                  <a:pt x="876300" y="1762125"/>
                </a:lnTo>
                <a:lnTo>
                  <a:pt x="876300" y="1771650"/>
                </a:lnTo>
                <a:lnTo>
                  <a:pt x="733425" y="1771650"/>
                </a:lnTo>
                <a:lnTo>
                  <a:pt x="733425" y="1781175"/>
                </a:lnTo>
                <a:lnTo>
                  <a:pt x="723900" y="1781175"/>
                </a:lnTo>
                <a:lnTo>
                  <a:pt x="723900" y="1828800"/>
                </a:lnTo>
                <a:lnTo>
                  <a:pt x="714375" y="1828800"/>
                </a:lnTo>
                <a:lnTo>
                  <a:pt x="714375" y="1771650"/>
                </a:lnTo>
                <a:lnTo>
                  <a:pt x="723900" y="1771650"/>
                </a:lnTo>
                <a:close/>
                <a:moveTo>
                  <a:pt x="933450" y="1762125"/>
                </a:moveTo>
                <a:lnTo>
                  <a:pt x="942975" y="1762125"/>
                </a:lnTo>
                <a:lnTo>
                  <a:pt x="942975" y="1771650"/>
                </a:lnTo>
                <a:lnTo>
                  <a:pt x="933450" y="1771650"/>
                </a:lnTo>
                <a:close/>
                <a:moveTo>
                  <a:pt x="876300" y="1771650"/>
                </a:moveTo>
                <a:lnTo>
                  <a:pt x="885825" y="1771650"/>
                </a:lnTo>
                <a:lnTo>
                  <a:pt x="885825" y="1781175"/>
                </a:lnTo>
                <a:lnTo>
                  <a:pt x="876300" y="1781175"/>
                </a:lnTo>
                <a:close/>
                <a:moveTo>
                  <a:pt x="923925" y="1771650"/>
                </a:moveTo>
                <a:lnTo>
                  <a:pt x="933450" y="1771650"/>
                </a:lnTo>
                <a:lnTo>
                  <a:pt x="933450" y="1885950"/>
                </a:lnTo>
                <a:lnTo>
                  <a:pt x="923925" y="1885950"/>
                </a:lnTo>
                <a:lnTo>
                  <a:pt x="923925" y="1895475"/>
                </a:lnTo>
                <a:lnTo>
                  <a:pt x="914400" y="1895475"/>
                </a:lnTo>
                <a:lnTo>
                  <a:pt x="914400" y="1885950"/>
                </a:lnTo>
                <a:lnTo>
                  <a:pt x="904875" y="1885950"/>
                </a:lnTo>
                <a:lnTo>
                  <a:pt x="904875" y="1876425"/>
                </a:lnTo>
                <a:lnTo>
                  <a:pt x="923925" y="1876425"/>
                </a:lnTo>
                <a:close/>
                <a:moveTo>
                  <a:pt x="885825" y="1781175"/>
                </a:moveTo>
                <a:lnTo>
                  <a:pt x="895350" y="1781175"/>
                </a:lnTo>
                <a:lnTo>
                  <a:pt x="895350" y="1828800"/>
                </a:lnTo>
                <a:lnTo>
                  <a:pt x="885825" y="1828800"/>
                </a:lnTo>
                <a:close/>
                <a:moveTo>
                  <a:pt x="1076325" y="1781175"/>
                </a:moveTo>
                <a:lnTo>
                  <a:pt x="1085850" y="1781175"/>
                </a:lnTo>
                <a:lnTo>
                  <a:pt x="1085850" y="1790700"/>
                </a:lnTo>
                <a:lnTo>
                  <a:pt x="1076325" y="1790700"/>
                </a:lnTo>
                <a:close/>
                <a:moveTo>
                  <a:pt x="1066800" y="1790700"/>
                </a:moveTo>
                <a:lnTo>
                  <a:pt x="1076325" y="1790700"/>
                </a:lnTo>
                <a:lnTo>
                  <a:pt x="1076325" y="1809750"/>
                </a:lnTo>
                <a:lnTo>
                  <a:pt x="1066800" y="1809750"/>
                </a:lnTo>
                <a:close/>
                <a:moveTo>
                  <a:pt x="1828800" y="1790700"/>
                </a:moveTo>
                <a:lnTo>
                  <a:pt x="1838325" y="1790700"/>
                </a:lnTo>
                <a:lnTo>
                  <a:pt x="1838325" y="1828800"/>
                </a:lnTo>
                <a:lnTo>
                  <a:pt x="1828800" y="1828800"/>
                </a:lnTo>
                <a:close/>
                <a:moveTo>
                  <a:pt x="1038225" y="1800225"/>
                </a:moveTo>
                <a:lnTo>
                  <a:pt x="1047750" y="1800225"/>
                </a:lnTo>
                <a:lnTo>
                  <a:pt x="1047750" y="1809750"/>
                </a:lnTo>
                <a:lnTo>
                  <a:pt x="1066800" y="1809750"/>
                </a:lnTo>
                <a:lnTo>
                  <a:pt x="1066800" y="1828800"/>
                </a:lnTo>
                <a:lnTo>
                  <a:pt x="1057275" y="1828800"/>
                </a:lnTo>
                <a:lnTo>
                  <a:pt x="1057275" y="1885950"/>
                </a:lnTo>
                <a:lnTo>
                  <a:pt x="1038225" y="1885950"/>
                </a:lnTo>
                <a:close/>
                <a:moveTo>
                  <a:pt x="1123950" y="1800225"/>
                </a:moveTo>
                <a:lnTo>
                  <a:pt x="1133475" y="1800225"/>
                </a:lnTo>
                <a:lnTo>
                  <a:pt x="1133475" y="1819275"/>
                </a:lnTo>
                <a:lnTo>
                  <a:pt x="1143000" y="1819275"/>
                </a:lnTo>
                <a:lnTo>
                  <a:pt x="1143000" y="1876425"/>
                </a:lnTo>
                <a:lnTo>
                  <a:pt x="1152525" y="1876425"/>
                </a:lnTo>
                <a:lnTo>
                  <a:pt x="1152525" y="1885950"/>
                </a:lnTo>
                <a:lnTo>
                  <a:pt x="1209675" y="1885950"/>
                </a:lnTo>
                <a:lnTo>
                  <a:pt x="1209675" y="1876425"/>
                </a:lnTo>
                <a:lnTo>
                  <a:pt x="1219200" y="1876425"/>
                </a:lnTo>
                <a:lnTo>
                  <a:pt x="1219200" y="1885950"/>
                </a:lnTo>
                <a:lnTo>
                  <a:pt x="1209675" y="1885950"/>
                </a:lnTo>
                <a:lnTo>
                  <a:pt x="1209675" y="1895475"/>
                </a:lnTo>
                <a:lnTo>
                  <a:pt x="1143000" y="1895475"/>
                </a:lnTo>
                <a:lnTo>
                  <a:pt x="1143000" y="1885950"/>
                </a:lnTo>
                <a:lnTo>
                  <a:pt x="1133475" y="1885950"/>
                </a:lnTo>
                <a:lnTo>
                  <a:pt x="1133475" y="1828800"/>
                </a:lnTo>
                <a:lnTo>
                  <a:pt x="1123950" y="1828800"/>
                </a:lnTo>
                <a:close/>
                <a:moveTo>
                  <a:pt x="704850" y="1828800"/>
                </a:moveTo>
                <a:lnTo>
                  <a:pt x="714375" y="1828800"/>
                </a:lnTo>
                <a:lnTo>
                  <a:pt x="714375" y="1838325"/>
                </a:lnTo>
                <a:lnTo>
                  <a:pt x="704850" y="1838325"/>
                </a:lnTo>
                <a:close/>
                <a:moveTo>
                  <a:pt x="895350" y="1828800"/>
                </a:moveTo>
                <a:lnTo>
                  <a:pt x="904875" y="1828800"/>
                </a:lnTo>
                <a:lnTo>
                  <a:pt x="904875" y="1838325"/>
                </a:lnTo>
                <a:lnTo>
                  <a:pt x="895350" y="1838325"/>
                </a:lnTo>
                <a:close/>
                <a:moveTo>
                  <a:pt x="695325" y="1838325"/>
                </a:moveTo>
                <a:lnTo>
                  <a:pt x="704850" y="1838325"/>
                </a:lnTo>
                <a:lnTo>
                  <a:pt x="704850" y="1847850"/>
                </a:lnTo>
                <a:lnTo>
                  <a:pt x="695325" y="1847850"/>
                </a:lnTo>
                <a:close/>
                <a:moveTo>
                  <a:pt x="438150" y="1847850"/>
                </a:moveTo>
                <a:lnTo>
                  <a:pt x="447675" y="1847850"/>
                </a:lnTo>
                <a:lnTo>
                  <a:pt x="447675" y="1866900"/>
                </a:lnTo>
                <a:lnTo>
                  <a:pt x="438150" y="1866900"/>
                </a:lnTo>
                <a:close/>
                <a:moveTo>
                  <a:pt x="476250" y="1847850"/>
                </a:moveTo>
                <a:lnTo>
                  <a:pt x="504825" y="1847850"/>
                </a:lnTo>
                <a:lnTo>
                  <a:pt x="504825" y="1857375"/>
                </a:lnTo>
                <a:lnTo>
                  <a:pt x="552450" y="1857375"/>
                </a:lnTo>
                <a:lnTo>
                  <a:pt x="552450" y="1866900"/>
                </a:lnTo>
                <a:lnTo>
                  <a:pt x="476250" y="1866900"/>
                </a:lnTo>
                <a:close/>
                <a:moveTo>
                  <a:pt x="371475" y="1857375"/>
                </a:moveTo>
                <a:lnTo>
                  <a:pt x="409575" y="1857375"/>
                </a:lnTo>
                <a:lnTo>
                  <a:pt x="409575" y="1866900"/>
                </a:lnTo>
                <a:lnTo>
                  <a:pt x="371475" y="1866900"/>
                </a:lnTo>
                <a:close/>
                <a:moveTo>
                  <a:pt x="552450" y="1866900"/>
                </a:moveTo>
                <a:lnTo>
                  <a:pt x="561975" y="1866900"/>
                </a:lnTo>
                <a:lnTo>
                  <a:pt x="561975" y="1876425"/>
                </a:lnTo>
                <a:lnTo>
                  <a:pt x="552450" y="1876425"/>
                </a:lnTo>
                <a:close/>
                <a:moveTo>
                  <a:pt x="2209800" y="1866900"/>
                </a:moveTo>
                <a:lnTo>
                  <a:pt x="2219325" y="1866900"/>
                </a:lnTo>
                <a:lnTo>
                  <a:pt x="2219325" y="1876425"/>
                </a:lnTo>
                <a:lnTo>
                  <a:pt x="2209800" y="1876425"/>
                </a:lnTo>
                <a:close/>
                <a:moveTo>
                  <a:pt x="219075" y="1876425"/>
                </a:moveTo>
                <a:lnTo>
                  <a:pt x="228600" y="1876425"/>
                </a:lnTo>
                <a:lnTo>
                  <a:pt x="228600" y="1885950"/>
                </a:lnTo>
                <a:lnTo>
                  <a:pt x="219075" y="1885950"/>
                </a:lnTo>
                <a:close/>
                <a:moveTo>
                  <a:pt x="561975" y="1876425"/>
                </a:moveTo>
                <a:lnTo>
                  <a:pt x="571500" y="1876425"/>
                </a:lnTo>
                <a:lnTo>
                  <a:pt x="571500" y="1924050"/>
                </a:lnTo>
                <a:lnTo>
                  <a:pt x="561975" y="1924050"/>
                </a:lnTo>
                <a:close/>
                <a:moveTo>
                  <a:pt x="2200275" y="1905000"/>
                </a:moveTo>
                <a:lnTo>
                  <a:pt x="2209800" y="1905000"/>
                </a:lnTo>
                <a:lnTo>
                  <a:pt x="2209800" y="1914525"/>
                </a:lnTo>
                <a:lnTo>
                  <a:pt x="2200275" y="1914525"/>
                </a:lnTo>
                <a:close/>
                <a:moveTo>
                  <a:pt x="228600" y="1914525"/>
                </a:moveTo>
                <a:lnTo>
                  <a:pt x="238125" y="1914525"/>
                </a:lnTo>
                <a:lnTo>
                  <a:pt x="238125" y="1924050"/>
                </a:lnTo>
                <a:lnTo>
                  <a:pt x="228600" y="1924050"/>
                </a:lnTo>
                <a:close/>
                <a:moveTo>
                  <a:pt x="238125" y="1943100"/>
                </a:moveTo>
                <a:lnTo>
                  <a:pt x="247650" y="1943100"/>
                </a:lnTo>
                <a:lnTo>
                  <a:pt x="247650" y="1952625"/>
                </a:lnTo>
                <a:lnTo>
                  <a:pt x="238125" y="1952625"/>
                </a:lnTo>
                <a:close/>
                <a:moveTo>
                  <a:pt x="2181225" y="1962150"/>
                </a:moveTo>
                <a:lnTo>
                  <a:pt x="2190750" y="1962150"/>
                </a:lnTo>
                <a:lnTo>
                  <a:pt x="2190750" y="1971675"/>
                </a:lnTo>
                <a:lnTo>
                  <a:pt x="2181225" y="1971675"/>
                </a:lnTo>
                <a:close/>
                <a:moveTo>
                  <a:pt x="247650" y="1971675"/>
                </a:moveTo>
                <a:lnTo>
                  <a:pt x="257175" y="1971675"/>
                </a:lnTo>
                <a:lnTo>
                  <a:pt x="257175" y="1981200"/>
                </a:lnTo>
                <a:lnTo>
                  <a:pt x="247650" y="1981200"/>
                </a:lnTo>
                <a:close/>
                <a:moveTo>
                  <a:pt x="352425" y="1981200"/>
                </a:moveTo>
                <a:lnTo>
                  <a:pt x="361950" y="1981200"/>
                </a:lnTo>
                <a:lnTo>
                  <a:pt x="361950" y="1990725"/>
                </a:lnTo>
                <a:lnTo>
                  <a:pt x="352425" y="1990725"/>
                </a:lnTo>
                <a:close/>
                <a:moveTo>
                  <a:pt x="2171700" y="1981200"/>
                </a:moveTo>
                <a:lnTo>
                  <a:pt x="2181225" y="1981200"/>
                </a:lnTo>
                <a:lnTo>
                  <a:pt x="2181225" y="1990725"/>
                </a:lnTo>
                <a:lnTo>
                  <a:pt x="2171700" y="1990725"/>
                </a:lnTo>
                <a:close/>
                <a:moveTo>
                  <a:pt x="257175" y="1990725"/>
                </a:moveTo>
                <a:lnTo>
                  <a:pt x="266700" y="1990725"/>
                </a:lnTo>
                <a:lnTo>
                  <a:pt x="266700" y="2000250"/>
                </a:lnTo>
                <a:lnTo>
                  <a:pt x="257175" y="2000250"/>
                </a:lnTo>
                <a:close/>
                <a:moveTo>
                  <a:pt x="552450" y="1990725"/>
                </a:moveTo>
                <a:lnTo>
                  <a:pt x="561975" y="1990725"/>
                </a:lnTo>
                <a:lnTo>
                  <a:pt x="561975" y="2028825"/>
                </a:lnTo>
                <a:lnTo>
                  <a:pt x="552450" y="2028825"/>
                </a:lnTo>
                <a:close/>
                <a:moveTo>
                  <a:pt x="361950" y="2019300"/>
                </a:moveTo>
                <a:lnTo>
                  <a:pt x="371475" y="2019300"/>
                </a:lnTo>
                <a:lnTo>
                  <a:pt x="371475" y="2028825"/>
                </a:lnTo>
                <a:lnTo>
                  <a:pt x="361950" y="2028825"/>
                </a:lnTo>
                <a:close/>
                <a:moveTo>
                  <a:pt x="1371600" y="2019300"/>
                </a:moveTo>
                <a:lnTo>
                  <a:pt x="1381125" y="2019300"/>
                </a:lnTo>
                <a:lnTo>
                  <a:pt x="1381125" y="2028825"/>
                </a:lnTo>
                <a:lnTo>
                  <a:pt x="1371600" y="2028825"/>
                </a:lnTo>
                <a:close/>
                <a:moveTo>
                  <a:pt x="1838325" y="2019300"/>
                </a:moveTo>
                <a:lnTo>
                  <a:pt x="1847850" y="2019300"/>
                </a:lnTo>
                <a:lnTo>
                  <a:pt x="1847850" y="2028825"/>
                </a:lnTo>
                <a:lnTo>
                  <a:pt x="1838325" y="2028825"/>
                </a:lnTo>
                <a:close/>
                <a:moveTo>
                  <a:pt x="561975" y="2028825"/>
                </a:moveTo>
                <a:lnTo>
                  <a:pt x="1371600" y="2028825"/>
                </a:lnTo>
                <a:lnTo>
                  <a:pt x="1371600" y="2038350"/>
                </a:lnTo>
                <a:lnTo>
                  <a:pt x="561975" y="2038350"/>
                </a:lnTo>
                <a:close/>
                <a:moveTo>
                  <a:pt x="285750" y="2038350"/>
                </a:moveTo>
                <a:lnTo>
                  <a:pt x="295275" y="2038350"/>
                </a:lnTo>
                <a:lnTo>
                  <a:pt x="295275" y="2047875"/>
                </a:lnTo>
                <a:lnTo>
                  <a:pt x="285750" y="2047875"/>
                </a:lnTo>
                <a:close/>
                <a:moveTo>
                  <a:pt x="371475" y="2038350"/>
                </a:moveTo>
                <a:lnTo>
                  <a:pt x="381000" y="2038350"/>
                </a:lnTo>
                <a:lnTo>
                  <a:pt x="381000" y="2047875"/>
                </a:lnTo>
                <a:lnTo>
                  <a:pt x="371475" y="2047875"/>
                </a:lnTo>
                <a:close/>
                <a:moveTo>
                  <a:pt x="381000" y="2057400"/>
                </a:moveTo>
                <a:lnTo>
                  <a:pt x="390525" y="2057400"/>
                </a:lnTo>
                <a:lnTo>
                  <a:pt x="390525" y="2066925"/>
                </a:lnTo>
                <a:lnTo>
                  <a:pt x="381000" y="2066925"/>
                </a:lnTo>
                <a:close/>
                <a:moveTo>
                  <a:pt x="371475" y="2066925"/>
                </a:moveTo>
                <a:lnTo>
                  <a:pt x="381000" y="2066925"/>
                </a:lnTo>
                <a:lnTo>
                  <a:pt x="381000" y="2076450"/>
                </a:lnTo>
                <a:lnTo>
                  <a:pt x="371475" y="2076450"/>
                </a:lnTo>
                <a:close/>
                <a:moveTo>
                  <a:pt x="314325" y="2076450"/>
                </a:moveTo>
                <a:lnTo>
                  <a:pt x="323850" y="2076450"/>
                </a:lnTo>
                <a:lnTo>
                  <a:pt x="323850" y="2085975"/>
                </a:lnTo>
                <a:lnTo>
                  <a:pt x="314325" y="2085975"/>
                </a:lnTo>
                <a:close/>
                <a:moveTo>
                  <a:pt x="361950" y="2076450"/>
                </a:moveTo>
                <a:lnTo>
                  <a:pt x="371475" y="2076450"/>
                </a:lnTo>
                <a:lnTo>
                  <a:pt x="371475" y="2085975"/>
                </a:lnTo>
                <a:lnTo>
                  <a:pt x="361950" y="2085975"/>
                </a:lnTo>
                <a:close/>
                <a:moveTo>
                  <a:pt x="323850" y="2085975"/>
                </a:moveTo>
                <a:lnTo>
                  <a:pt x="333375" y="2085975"/>
                </a:lnTo>
                <a:lnTo>
                  <a:pt x="333375" y="2095500"/>
                </a:lnTo>
                <a:lnTo>
                  <a:pt x="323850" y="2095500"/>
                </a:lnTo>
                <a:close/>
                <a:moveTo>
                  <a:pt x="333375" y="2095500"/>
                </a:moveTo>
                <a:lnTo>
                  <a:pt x="342900" y="2095500"/>
                </a:lnTo>
                <a:lnTo>
                  <a:pt x="342900" y="2105025"/>
                </a:lnTo>
                <a:lnTo>
                  <a:pt x="333375" y="2105025"/>
                </a:lnTo>
                <a:close/>
                <a:moveTo>
                  <a:pt x="342900" y="2105025"/>
                </a:moveTo>
                <a:lnTo>
                  <a:pt x="352425" y="2105025"/>
                </a:lnTo>
                <a:lnTo>
                  <a:pt x="352425" y="2114550"/>
                </a:lnTo>
                <a:lnTo>
                  <a:pt x="342900" y="2114550"/>
                </a:lnTo>
                <a:close/>
                <a:moveTo>
                  <a:pt x="352425" y="2114550"/>
                </a:moveTo>
                <a:lnTo>
                  <a:pt x="361950" y="2114550"/>
                </a:lnTo>
                <a:lnTo>
                  <a:pt x="361950" y="2124075"/>
                </a:lnTo>
                <a:lnTo>
                  <a:pt x="352425" y="2124075"/>
                </a:lnTo>
                <a:close/>
                <a:moveTo>
                  <a:pt x="361950" y="2124075"/>
                </a:moveTo>
                <a:lnTo>
                  <a:pt x="371475" y="2124075"/>
                </a:lnTo>
                <a:lnTo>
                  <a:pt x="371475" y="2133600"/>
                </a:lnTo>
                <a:lnTo>
                  <a:pt x="361950" y="2133600"/>
                </a:lnTo>
                <a:close/>
                <a:moveTo>
                  <a:pt x="371475" y="2133600"/>
                </a:moveTo>
                <a:lnTo>
                  <a:pt x="381000" y="2133600"/>
                </a:lnTo>
                <a:lnTo>
                  <a:pt x="381000" y="2143125"/>
                </a:lnTo>
                <a:lnTo>
                  <a:pt x="371475" y="2143125"/>
                </a:lnTo>
                <a:close/>
                <a:moveTo>
                  <a:pt x="400050" y="2152650"/>
                </a:moveTo>
                <a:lnTo>
                  <a:pt x="409575" y="2152650"/>
                </a:lnTo>
                <a:lnTo>
                  <a:pt x="409575" y="2162175"/>
                </a:lnTo>
                <a:lnTo>
                  <a:pt x="400050" y="2162175"/>
                </a:lnTo>
                <a:close/>
                <a:moveTo>
                  <a:pt x="2028825" y="2152650"/>
                </a:moveTo>
                <a:lnTo>
                  <a:pt x="2038350" y="2152650"/>
                </a:lnTo>
                <a:lnTo>
                  <a:pt x="2038350" y="2162175"/>
                </a:lnTo>
                <a:lnTo>
                  <a:pt x="2028825" y="2162175"/>
                </a:lnTo>
                <a:close/>
                <a:moveTo>
                  <a:pt x="409575" y="2162175"/>
                </a:moveTo>
                <a:lnTo>
                  <a:pt x="419100" y="2162175"/>
                </a:lnTo>
                <a:lnTo>
                  <a:pt x="419100" y="2171700"/>
                </a:lnTo>
                <a:lnTo>
                  <a:pt x="409575" y="2171700"/>
                </a:lnTo>
                <a:close/>
                <a:moveTo>
                  <a:pt x="2019300" y="2162175"/>
                </a:moveTo>
                <a:lnTo>
                  <a:pt x="2028825" y="2162175"/>
                </a:lnTo>
                <a:lnTo>
                  <a:pt x="2028825" y="2171700"/>
                </a:lnTo>
                <a:lnTo>
                  <a:pt x="2019300" y="2171700"/>
                </a:lnTo>
                <a:close/>
                <a:moveTo>
                  <a:pt x="428625" y="2171700"/>
                </a:moveTo>
                <a:lnTo>
                  <a:pt x="438150" y="2171700"/>
                </a:lnTo>
                <a:lnTo>
                  <a:pt x="438150" y="2181225"/>
                </a:lnTo>
                <a:lnTo>
                  <a:pt x="428625" y="2181225"/>
                </a:lnTo>
                <a:close/>
                <a:moveTo>
                  <a:pt x="2000250" y="2171700"/>
                </a:moveTo>
                <a:lnTo>
                  <a:pt x="2009775" y="2171700"/>
                </a:lnTo>
                <a:lnTo>
                  <a:pt x="2009775" y="2181225"/>
                </a:lnTo>
                <a:lnTo>
                  <a:pt x="2000250" y="2181225"/>
                </a:lnTo>
                <a:close/>
                <a:moveTo>
                  <a:pt x="447675" y="2181225"/>
                </a:moveTo>
                <a:lnTo>
                  <a:pt x="457200" y="2181225"/>
                </a:lnTo>
                <a:lnTo>
                  <a:pt x="457200" y="2190750"/>
                </a:lnTo>
                <a:lnTo>
                  <a:pt x="447675" y="2190750"/>
                </a:lnTo>
                <a:close/>
                <a:moveTo>
                  <a:pt x="1981200" y="2181225"/>
                </a:moveTo>
                <a:lnTo>
                  <a:pt x="1990725" y="2181225"/>
                </a:lnTo>
                <a:lnTo>
                  <a:pt x="1990725" y="2190750"/>
                </a:lnTo>
                <a:lnTo>
                  <a:pt x="1981200" y="2190750"/>
                </a:lnTo>
                <a:close/>
                <a:moveTo>
                  <a:pt x="466725" y="2190750"/>
                </a:moveTo>
                <a:lnTo>
                  <a:pt x="476250" y="2190750"/>
                </a:lnTo>
                <a:lnTo>
                  <a:pt x="476250" y="2200275"/>
                </a:lnTo>
                <a:lnTo>
                  <a:pt x="466725" y="2200275"/>
                </a:lnTo>
                <a:close/>
                <a:moveTo>
                  <a:pt x="1962150" y="2190750"/>
                </a:moveTo>
                <a:lnTo>
                  <a:pt x="1971675" y="2190750"/>
                </a:lnTo>
                <a:lnTo>
                  <a:pt x="1971675" y="2200275"/>
                </a:lnTo>
                <a:lnTo>
                  <a:pt x="1962150" y="2200275"/>
                </a:lnTo>
                <a:close/>
                <a:moveTo>
                  <a:pt x="485775" y="2200275"/>
                </a:moveTo>
                <a:lnTo>
                  <a:pt x="495300" y="2200275"/>
                </a:lnTo>
                <a:lnTo>
                  <a:pt x="495300" y="2209800"/>
                </a:lnTo>
                <a:lnTo>
                  <a:pt x="485775" y="2209800"/>
                </a:lnTo>
                <a:close/>
                <a:moveTo>
                  <a:pt x="1943100" y="2200275"/>
                </a:moveTo>
                <a:lnTo>
                  <a:pt x="1952625" y="2200275"/>
                </a:lnTo>
                <a:lnTo>
                  <a:pt x="1952625" y="2209800"/>
                </a:lnTo>
                <a:lnTo>
                  <a:pt x="1943100" y="2209800"/>
                </a:lnTo>
                <a:close/>
                <a:moveTo>
                  <a:pt x="514350" y="2209800"/>
                </a:moveTo>
                <a:lnTo>
                  <a:pt x="523875" y="2209800"/>
                </a:lnTo>
                <a:lnTo>
                  <a:pt x="523875" y="2219325"/>
                </a:lnTo>
                <a:lnTo>
                  <a:pt x="514350" y="2219325"/>
                </a:lnTo>
                <a:close/>
                <a:moveTo>
                  <a:pt x="1914525" y="2209800"/>
                </a:moveTo>
                <a:lnTo>
                  <a:pt x="1924050" y="2209800"/>
                </a:lnTo>
                <a:lnTo>
                  <a:pt x="1924050" y="2219325"/>
                </a:lnTo>
                <a:lnTo>
                  <a:pt x="1914525" y="2219325"/>
                </a:lnTo>
                <a:close/>
                <a:moveTo>
                  <a:pt x="542925" y="2219325"/>
                </a:moveTo>
                <a:lnTo>
                  <a:pt x="552450" y="2219325"/>
                </a:lnTo>
                <a:lnTo>
                  <a:pt x="552450" y="2228850"/>
                </a:lnTo>
                <a:lnTo>
                  <a:pt x="542925" y="2228850"/>
                </a:lnTo>
                <a:close/>
                <a:moveTo>
                  <a:pt x="1876425" y="2219325"/>
                </a:moveTo>
                <a:lnTo>
                  <a:pt x="1905000" y="2219325"/>
                </a:lnTo>
                <a:lnTo>
                  <a:pt x="1905000" y="2228850"/>
                </a:lnTo>
                <a:lnTo>
                  <a:pt x="1876425" y="2228850"/>
                </a:lnTo>
                <a:close/>
                <a:moveTo>
                  <a:pt x="581025" y="2228850"/>
                </a:moveTo>
                <a:lnTo>
                  <a:pt x="609600" y="2228850"/>
                </a:lnTo>
                <a:lnTo>
                  <a:pt x="609600" y="2238375"/>
                </a:lnTo>
                <a:lnTo>
                  <a:pt x="581025" y="2238375"/>
                </a:lnTo>
                <a:close/>
                <a:moveTo>
                  <a:pt x="1828800" y="2228850"/>
                </a:moveTo>
                <a:lnTo>
                  <a:pt x="1857375" y="2228850"/>
                </a:lnTo>
                <a:lnTo>
                  <a:pt x="1857375" y="2238375"/>
                </a:lnTo>
                <a:lnTo>
                  <a:pt x="1828800" y="2238375"/>
                </a:lnTo>
                <a:close/>
                <a:moveTo>
                  <a:pt x="733425" y="2238375"/>
                </a:moveTo>
                <a:lnTo>
                  <a:pt x="771525" y="2238375"/>
                </a:lnTo>
                <a:lnTo>
                  <a:pt x="771525" y="2247900"/>
                </a:lnTo>
                <a:lnTo>
                  <a:pt x="733425" y="2247900"/>
                </a:lnTo>
                <a:close/>
                <a:moveTo>
                  <a:pt x="800100" y="2238375"/>
                </a:moveTo>
                <a:lnTo>
                  <a:pt x="809625" y="2238375"/>
                </a:lnTo>
                <a:lnTo>
                  <a:pt x="809625" y="2247900"/>
                </a:lnTo>
                <a:lnTo>
                  <a:pt x="800100" y="2247900"/>
                </a:lnTo>
                <a:close/>
                <a:moveTo>
                  <a:pt x="828675" y="2238375"/>
                </a:moveTo>
                <a:lnTo>
                  <a:pt x="876300" y="2238375"/>
                </a:lnTo>
                <a:lnTo>
                  <a:pt x="876300" y="2247900"/>
                </a:lnTo>
                <a:lnTo>
                  <a:pt x="828675" y="2247900"/>
                </a:lnTo>
                <a:close/>
                <a:moveTo>
                  <a:pt x="895350" y="2238375"/>
                </a:moveTo>
                <a:lnTo>
                  <a:pt x="942975" y="2238375"/>
                </a:lnTo>
                <a:lnTo>
                  <a:pt x="942975" y="2247900"/>
                </a:lnTo>
                <a:lnTo>
                  <a:pt x="895350" y="2247900"/>
                </a:lnTo>
                <a:close/>
                <a:moveTo>
                  <a:pt x="962025" y="2238375"/>
                </a:moveTo>
                <a:lnTo>
                  <a:pt x="1028700" y="2238375"/>
                </a:lnTo>
                <a:lnTo>
                  <a:pt x="1028700" y="2247900"/>
                </a:lnTo>
                <a:lnTo>
                  <a:pt x="962025" y="2247900"/>
                </a:lnTo>
                <a:close/>
                <a:moveTo>
                  <a:pt x="1047750" y="2238375"/>
                </a:moveTo>
                <a:lnTo>
                  <a:pt x="1057275" y="2238375"/>
                </a:lnTo>
                <a:lnTo>
                  <a:pt x="1057275" y="2247900"/>
                </a:lnTo>
                <a:lnTo>
                  <a:pt x="1047750" y="2247900"/>
                </a:lnTo>
                <a:close/>
                <a:moveTo>
                  <a:pt x="1066800" y="2238375"/>
                </a:moveTo>
                <a:lnTo>
                  <a:pt x="1781175" y="2238375"/>
                </a:lnTo>
                <a:lnTo>
                  <a:pt x="1781175" y="2247900"/>
                </a:lnTo>
                <a:lnTo>
                  <a:pt x="1066800" y="2247900"/>
                </a:lnTo>
                <a:close/>
              </a:path>
            </a:pathLst>
          </a:custGeom>
          <a:solidFill xmlns:a="http://schemas.openxmlformats.org/drawingml/2006/main">
            <a:srgbClr val="F6BF8C"/>
          </a:solidFill>
          <a:ln xmlns:a="http://schemas.openxmlformats.org/drawingml/2006/main" w="0">
            <a:noFill/>
          </a:ln>
        </p:spPr>
      </p:sp>
      <p:sp>
        <p:nvSpPr>
          <p:cNvPr id="22" name="logo vector #e7b68f">
            <a:extLst xmlns:a="http://schemas.openxmlformats.org/drawingml/2006/main">
              <a:ext uri="{FF2B5EF4-FFF2-40B4-BE49-F238E27FC236}">
                <a16:creationId xmlns:a16="http://schemas.microsoft.com/office/drawing/2014/main" id="{C7C71336-F262-4128-8B27-AF7CF3CFF1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124450" y="1590675"/>
            <a:ext cx="2867025" cy="2752725"/>
          </a:xfrm>
          <a:custGeom xmlns:a="http://schemas.openxmlformats.org/drawingml/2006/main">
            <a:pathLst>
              <a:path w="2428875" h="2333625">
                <a:moveTo>
                  <a:pt x="238125" y="9525"/>
                </a:moveTo>
                <a:lnTo>
                  <a:pt x="257175" y="9525"/>
                </a:lnTo>
                <a:lnTo>
                  <a:pt x="257175" y="19050"/>
                </a:lnTo>
                <a:lnTo>
                  <a:pt x="238125" y="19050"/>
                </a:lnTo>
                <a:close/>
                <a:moveTo>
                  <a:pt x="2171700" y="9525"/>
                </a:moveTo>
                <a:lnTo>
                  <a:pt x="2200275" y="9525"/>
                </a:lnTo>
                <a:lnTo>
                  <a:pt x="2200275" y="19050"/>
                </a:lnTo>
                <a:lnTo>
                  <a:pt x="2171700" y="19050"/>
                </a:lnTo>
                <a:close/>
                <a:moveTo>
                  <a:pt x="209550" y="19050"/>
                </a:moveTo>
                <a:lnTo>
                  <a:pt x="219075" y="19050"/>
                </a:lnTo>
                <a:lnTo>
                  <a:pt x="219075" y="28575"/>
                </a:lnTo>
                <a:lnTo>
                  <a:pt x="209550" y="28575"/>
                </a:lnTo>
                <a:close/>
                <a:moveTo>
                  <a:pt x="2219325" y="19050"/>
                </a:moveTo>
                <a:lnTo>
                  <a:pt x="2228850" y="19050"/>
                </a:lnTo>
                <a:lnTo>
                  <a:pt x="2228850" y="28575"/>
                </a:lnTo>
                <a:lnTo>
                  <a:pt x="2219325" y="28575"/>
                </a:lnTo>
                <a:close/>
                <a:moveTo>
                  <a:pt x="180975" y="28575"/>
                </a:moveTo>
                <a:lnTo>
                  <a:pt x="190500" y="28575"/>
                </a:lnTo>
                <a:lnTo>
                  <a:pt x="190500" y="38100"/>
                </a:lnTo>
                <a:lnTo>
                  <a:pt x="180975" y="38100"/>
                </a:lnTo>
                <a:close/>
                <a:moveTo>
                  <a:pt x="161925" y="38100"/>
                </a:moveTo>
                <a:lnTo>
                  <a:pt x="171450" y="38100"/>
                </a:lnTo>
                <a:lnTo>
                  <a:pt x="171450" y="47625"/>
                </a:lnTo>
                <a:lnTo>
                  <a:pt x="161925" y="47625"/>
                </a:lnTo>
                <a:close/>
                <a:moveTo>
                  <a:pt x="2276475" y="47625"/>
                </a:moveTo>
                <a:lnTo>
                  <a:pt x="2286000" y="47625"/>
                </a:lnTo>
                <a:lnTo>
                  <a:pt x="2286000" y="57150"/>
                </a:lnTo>
                <a:lnTo>
                  <a:pt x="2276475" y="57150"/>
                </a:lnTo>
                <a:close/>
                <a:moveTo>
                  <a:pt x="133350" y="57150"/>
                </a:moveTo>
                <a:lnTo>
                  <a:pt x="142875" y="57150"/>
                </a:lnTo>
                <a:lnTo>
                  <a:pt x="142875" y="66675"/>
                </a:lnTo>
                <a:lnTo>
                  <a:pt x="133350" y="66675"/>
                </a:lnTo>
                <a:close/>
                <a:moveTo>
                  <a:pt x="2295525" y="57150"/>
                </a:moveTo>
                <a:lnTo>
                  <a:pt x="2305050" y="57150"/>
                </a:lnTo>
                <a:lnTo>
                  <a:pt x="2305050" y="66675"/>
                </a:lnTo>
                <a:lnTo>
                  <a:pt x="2295525" y="66675"/>
                </a:lnTo>
                <a:close/>
                <a:moveTo>
                  <a:pt x="2305050" y="66675"/>
                </a:moveTo>
                <a:lnTo>
                  <a:pt x="2314575" y="66675"/>
                </a:lnTo>
                <a:lnTo>
                  <a:pt x="2314575" y="76200"/>
                </a:lnTo>
                <a:lnTo>
                  <a:pt x="2305050" y="76200"/>
                </a:lnTo>
                <a:close/>
                <a:moveTo>
                  <a:pt x="2343150" y="104775"/>
                </a:moveTo>
                <a:lnTo>
                  <a:pt x="2352675" y="104775"/>
                </a:lnTo>
                <a:lnTo>
                  <a:pt x="2352675" y="114300"/>
                </a:lnTo>
                <a:lnTo>
                  <a:pt x="2343150" y="114300"/>
                </a:lnTo>
                <a:close/>
                <a:moveTo>
                  <a:pt x="76200" y="114300"/>
                </a:moveTo>
                <a:lnTo>
                  <a:pt x="85725" y="114300"/>
                </a:lnTo>
                <a:lnTo>
                  <a:pt x="85725" y="123825"/>
                </a:lnTo>
                <a:lnTo>
                  <a:pt x="76200" y="123825"/>
                </a:lnTo>
                <a:close/>
                <a:moveTo>
                  <a:pt x="2352675" y="114300"/>
                </a:moveTo>
                <a:lnTo>
                  <a:pt x="2362200" y="114300"/>
                </a:lnTo>
                <a:lnTo>
                  <a:pt x="2362200" y="123825"/>
                </a:lnTo>
                <a:lnTo>
                  <a:pt x="2352675" y="123825"/>
                </a:lnTo>
                <a:close/>
                <a:moveTo>
                  <a:pt x="66675" y="123825"/>
                </a:moveTo>
                <a:lnTo>
                  <a:pt x="76200" y="123825"/>
                </a:lnTo>
                <a:lnTo>
                  <a:pt x="76200" y="133350"/>
                </a:lnTo>
                <a:lnTo>
                  <a:pt x="66675" y="133350"/>
                </a:lnTo>
                <a:close/>
                <a:moveTo>
                  <a:pt x="2371725" y="142875"/>
                </a:moveTo>
                <a:lnTo>
                  <a:pt x="2381250" y="142875"/>
                </a:lnTo>
                <a:lnTo>
                  <a:pt x="2381250" y="152400"/>
                </a:lnTo>
                <a:lnTo>
                  <a:pt x="2371725" y="152400"/>
                </a:lnTo>
                <a:close/>
                <a:moveTo>
                  <a:pt x="47625" y="152400"/>
                </a:moveTo>
                <a:lnTo>
                  <a:pt x="57150" y="152400"/>
                </a:lnTo>
                <a:lnTo>
                  <a:pt x="57150" y="161925"/>
                </a:lnTo>
                <a:lnTo>
                  <a:pt x="47625" y="161925"/>
                </a:lnTo>
                <a:close/>
                <a:moveTo>
                  <a:pt x="38100" y="171450"/>
                </a:moveTo>
                <a:lnTo>
                  <a:pt x="47625" y="171450"/>
                </a:lnTo>
                <a:lnTo>
                  <a:pt x="47625" y="180975"/>
                </a:lnTo>
                <a:lnTo>
                  <a:pt x="38100" y="180975"/>
                </a:lnTo>
                <a:close/>
                <a:moveTo>
                  <a:pt x="28575" y="190500"/>
                </a:moveTo>
                <a:lnTo>
                  <a:pt x="38100" y="190500"/>
                </a:lnTo>
                <a:lnTo>
                  <a:pt x="38100" y="200025"/>
                </a:lnTo>
                <a:lnTo>
                  <a:pt x="28575" y="200025"/>
                </a:lnTo>
                <a:close/>
                <a:moveTo>
                  <a:pt x="590550" y="200025"/>
                </a:moveTo>
                <a:lnTo>
                  <a:pt x="600075" y="200025"/>
                </a:lnTo>
                <a:lnTo>
                  <a:pt x="600075" y="209550"/>
                </a:lnTo>
                <a:lnTo>
                  <a:pt x="590550" y="209550"/>
                </a:lnTo>
                <a:close/>
                <a:moveTo>
                  <a:pt x="1847850" y="200025"/>
                </a:moveTo>
                <a:lnTo>
                  <a:pt x="1857375" y="200025"/>
                </a:lnTo>
                <a:lnTo>
                  <a:pt x="1857375" y="209550"/>
                </a:lnTo>
                <a:lnTo>
                  <a:pt x="1847850" y="209550"/>
                </a:lnTo>
                <a:close/>
                <a:moveTo>
                  <a:pt x="2400300" y="200025"/>
                </a:moveTo>
                <a:lnTo>
                  <a:pt x="2409825" y="200025"/>
                </a:lnTo>
                <a:lnTo>
                  <a:pt x="2409825" y="209550"/>
                </a:lnTo>
                <a:lnTo>
                  <a:pt x="2400300" y="209550"/>
                </a:lnTo>
                <a:close/>
                <a:moveTo>
                  <a:pt x="1885950" y="209550"/>
                </a:moveTo>
                <a:lnTo>
                  <a:pt x="1895475" y="209550"/>
                </a:lnTo>
                <a:lnTo>
                  <a:pt x="1895475" y="219075"/>
                </a:lnTo>
                <a:lnTo>
                  <a:pt x="1885950" y="219075"/>
                </a:lnTo>
                <a:close/>
                <a:moveTo>
                  <a:pt x="19050" y="219075"/>
                </a:moveTo>
                <a:lnTo>
                  <a:pt x="28575" y="219075"/>
                </a:lnTo>
                <a:lnTo>
                  <a:pt x="28575" y="247650"/>
                </a:lnTo>
                <a:lnTo>
                  <a:pt x="19050" y="247650"/>
                </a:lnTo>
                <a:close/>
                <a:moveTo>
                  <a:pt x="514350" y="219075"/>
                </a:moveTo>
                <a:lnTo>
                  <a:pt x="523875" y="219075"/>
                </a:lnTo>
                <a:lnTo>
                  <a:pt x="523875" y="228600"/>
                </a:lnTo>
                <a:lnTo>
                  <a:pt x="514350" y="228600"/>
                </a:lnTo>
                <a:close/>
                <a:moveTo>
                  <a:pt x="1914525" y="219075"/>
                </a:moveTo>
                <a:lnTo>
                  <a:pt x="1924050" y="219075"/>
                </a:lnTo>
                <a:lnTo>
                  <a:pt x="1924050" y="228600"/>
                </a:lnTo>
                <a:lnTo>
                  <a:pt x="1914525" y="228600"/>
                </a:lnTo>
                <a:close/>
                <a:moveTo>
                  <a:pt x="466725" y="238125"/>
                </a:moveTo>
                <a:lnTo>
                  <a:pt x="476250" y="238125"/>
                </a:lnTo>
                <a:lnTo>
                  <a:pt x="476250" y="247650"/>
                </a:lnTo>
                <a:lnTo>
                  <a:pt x="466725" y="247650"/>
                </a:lnTo>
                <a:close/>
                <a:moveTo>
                  <a:pt x="1962150" y="238125"/>
                </a:moveTo>
                <a:lnTo>
                  <a:pt x="1971675" y="238125"/>
                </a:lnTo>
                <a:lnTo>
                  <a:pt x="1971675" y="247650"/>
                </a:lnTo>
                <a:lnTo>
                  <a:pt x="1962150" y="247650"/>
                </a:lnTo>
                <a:close/>
                <a:moveTo>
                  <a:pt x="2409825" y="238125"/>
                </a:moveTo>
                <a:lnTo>
                  <a:pt x="2419350" y="238125"/>
                </a:lnTo>
                <a:lnTo>
                  <a:pt x="2419350" y="257175"/>
                </a:lnTo>
                <a:lnTo>
                  <a:pt x="2409825" y="257175"/>
                </a:lnTo>
                <a:close/>
                <a:moveTo>
                  <a:pt x="447675" y="247650"/>
                </a:moveTo>
                <a:lnTo>
                  <a:pt x="457200" y="247650"/>
                </a:lnTo>
                <a:lnTo>
                  <a:pt x="457200" y="257175"/>
                </a:lnTo>
                <a:lnTo>
                  <a:pt x="447675" y="257175"/>
                </a:lnTo>
                <a:close/>
                <a:moveTo>
                  <a:pt x="1981200" y="247650"/>
                </a:moveTo>
                <a:lnTo>
                  <a:pt x="1990725" y="247650"/>
                </a:lnTo>
                <a:lnTo>
                  <a:pt x="1990725" y="257175"/>
                </a:lnTo>
                <a:lnTo>
                  <a:pt x="1981200" y="257175"/>
                </a:lnTo>
                <a:close/>
                <a:moveTo>
                  <a:pt x="419100" y="266700"/>
                </a:moveTo>
                <a:lnTo>
                  <a:pt x="428625" y="266700"/>
                </a:lnTo>
                <a:lnTo>
                  <a:pt x="428625" y="276225"/>
                </a:lnTo>
                <a:lnTo>
                  <a:pt x="419100" y="276225"/>
                </a:lnTo>
                <a:close/>
                <a:moveTo>
                  <a:pt x="400050" y="276225"/>
                </a:moveTo>
                <a:lnTo>
                  <a:pt x="409575" y="276225"/>
                </a:lnTo>
                <a:lnTo>
                  <a:pt x="409575" y="285750"/>
                </a:lnTo>
                <a:lnTo>
                  <a:pt x="400050" y="285750"/>
                </a:lnTo>
                <a:close/>
                <a:moveTo>
                  <a:pt x="2028825" y="276225"/>
                </a:moveTo>
                <a:lnTo>
                  <a:pt x="2038350" y="276225"/>
                </a:lnTo>
                <a:lnTo>
                  <a:pt x="2038350" y="285750"/>
                </a:lnTo>
                <a:lnTo>
                  <a:pt x="2028825" y="285750"/>
                </a:lnTo>
                <a:close/>
                <a:moveTo>
                  <a:pt x="390525" y="285750"/>
                </a:moveTo>
                <a:lnTo>
                  <a:pt x="400050" y="285750"/>
                </a:lnTo>
                <a:lnTo>
                  <a:pt x="400050" y="295275"/>
                </a:lnTo>
                <a:lnTo>
                  <a:pt x="390525" y="295275"/>
                </a:lnTo>
                <a:close/>
                <a:moveTo>
                  <a:pt x="2066925" y="304800"/>
                </a:moveTo>
                <a:lnTo>
                  <a:pt x="2076450" y="304800"/>
                </a:lnTo>
                <a:lnTo>
                  <a:pt x="2076450" y="314325"/>
                </a:lnTo>
                <a:lnTo>
                  <a:pt x="2066925" y="314325"/>
                </a:lnTo>
                <a:close/>
                <a:moveTo>
                  <a:pt x="352425" y="314325"/>
                </a:moveTo>
                <a:lnTo>
                  <a:pt x="361950" y="314325"/>
                </a:lnTo>
                <a:lnTo>
                  <a:pt x="361950" y="323850"/>
                </a:lnTo>
                <a:lnTo>
                  <a:pt x="352425" y="323850"/>
                </a:lnTo>
                <a:close/>
                <a:moveTo>
                  <a:pt x="2076450" y="314325"/>
                </a:moveTo>
                <a:lnTo>
                  <a:pt x="2085975" y="314325"/>
                </a:lnTo>
                <a:lnTo>
                  <a:pt x="2085975" y="323850"/>
                </a:lnTo>
                <a:lnTo>
                  <a:pt x="2076450" y="323850"/>
                </a:lnTo>
                <a:close/>
                <a:moveTo>
                  <a:pt x="342900" y="323850"/>
                </a:moveTo>
                <a:lnTo>
                  <a:pt x="352425" y="323850"/>
                </a:lnTo>
                <a:lnTo>
                  <a:pt x="352425" y="333375"/>
                </a:lnTo>
                <a:lnTo>
                  <a:pt x="342900" y="333375"/>
                </a:lnTo>
                <a:close/>
                <a:moveTo>
                  <a:pt x="1085850" y="323850"/>
                </a:moveTo>
                <a:lnTo>
                  <a:pt x="1162050" y="323850"/>
                </a:lnTo>
                <a:lnTo>
                  <a:pt x="1162050" y="333375"/>
                </a:lnTo>
                <a:lnTo>
                  <a:pt x="1085850" y="333375"/>
                </a:lnTo>
                <a:close/>
                <a:moveTo>
                  <a:pt x="1295400" y="323850"/>
                </a:moveTo>
                <a:lnTo>
                  <a:pt x="1371600" y="323850"/>
                </a:lnTo>
                <a:lnTo>
                  <a:pt x="1371600" y="333375"/>
                </a:lnTo>
                <a:lnTo>
                  <a:pt x="1295400" y="333375"/>
                </a:lnTo>
                <a:close/>
                <a:moveTo>
                  <a:pt x="2085975" y="323850"/>
                </a:moveTo>
                <a:lnTo>
                  <a:pt x="2095500" y="323850"/>
                </a:lnTo>
                <a:lnTo>
                  <a:pt x="2095500" y="333375"/>
                </a:lnTo>
                <a:lnTo>
                  <a:pt x="2085975" y="333375"/>
                </a:lnTo>
                <a:close/>
                <a:moveTo>
                  <a:pt x="971550" y="333375"/>
                </a:moveTo>
                <a:lnTo>
                  <a:pt x="1009650" y="333375"/>
                </a:lnTo>
                <a:lnTo>
                  <a:pt x="1009650" y="342900"/>
                </a:lnTo>
                <a:lnTo>
                  <a:pt x="971550" y="342900"/>
                </a:lnTo>
                <a:close/>
                <a:moveTo>
                  <a:pt x="1438275" y="333375"/>
                </a:moveTo>
                <a:lnTo>
                  <a:pt x="1485900" y="333375"/>
                </a:lnTo>
                <a:lnTo>
                  <a:pt x="1485900" y="342900"/>
                </a:lnTo>
                <a:lnTo>
                  <a:pt x="1438275" y="342900"/>
                </a:lnTo>
                <a:close/>
                <a:moveTo>
                  <a:pt x="2095500" y="333375"/>
                </a:moveTo>
                <a:lnTo>
                  <a:pt x="2105025" y="333375"/>
                </a:lnTo>
                <a:lnTo>
                  <a:pt x="2105025" y="342900"/>
                </a:lnTo>
                <a:lnTo>
                  <a:pt x="2095500" y="342900"/>
                </a:lnTo>
                <a:close/>
                <a:moveTo>
                  <a:pt x="895350" y="342900"/>
                </a:moveTo>
                <a:lnTo>
                  <a:pt x="923925" y="342900"/>
                </a:lnTo>
                <a:lnTo>
                  <a:pt x="923925" y="352425"/>
                </a:lnTo>
                <a:lnTo>
                  <a:pt x="895350" y="352425"/>
                </a:lnTo>
                <a:close/>
                <a:moveTo>
                  <a:pt x="1524000" y="342900"/>
                </a:moveTo>
                <a:lnTo>
                  <a:pt x="1552575" y="342900"/>
                </a:lnTo>
                <a:lnTo>
                  <a:pt x="1552575" y="352425"/>
                </a:lnTo>
                <a:lnTo>
                  <a:pt x="1524000" y="352425"/>
                </a:lnTo>
                <a:close/>
                <a:moveTo>
                  <a:pt x="847725" y="352425"/>
                </a:moveTo>
                <a:lnTo>
                  <a:pt x="857250" y="352425"/>
                </a:lnTo>
                <a:lnTo>
                  <a:pt x="857250" y="361950"/>
                </a:lnTo>
                <a:lnTo>
                  <a:pt x="847725" y="361950"/>
                </a:lnTo>
                <a:close/>
                <a:moveTo>
                  <a:pt x="1590675" y="352425"/>
                </a:moveTo>
                <a:lnTo>
                  <a:pt x="1609725" y="352425"/>
                </a:lnTo>
                <a:lnTo>
                  <a:pt x="1609725" y="361950"/>
                </a:lnTo>
                <a:lnTo>
                  <a:pt x="1590675" y="361950"/>
                </a:lnTo>
                <a:close/>
                <a:moveTo>
                  <a:pt x="800100" y="361950"/>
                </a:moveTo>
                <a:lnTo>
                  <a:pt x="809625" y="361950"/>
                </a:lnTo>
                <a:lnTo>
                  <a:pt x="809625" y="371475"/>
                </a:lnTo>
                <a:lnTo>
                  <a:pt x="800100" y="371475"/>
                </a:lnTo>
                <a:close/>
                <a:moveTo>
                  <a:pt x="1638300" y="361950"/>
                </a:moveTo>
                <a:lnTo>
                  <a:pt x="1647825" y="361950"/>
                </a:lnTo>
                <a:lnTo>
                  <a:pt x="1647825" y="371475"/>
                </a:lnTo>
                <a:lnTo>
                  <a:pt x="1638300" y="371475"/>
                </a:lnTo>
                <a:close/>
                <a:moveTo>
                  <a:pt x="762000" y="371475"/>
                </a:moveTo>
                <a:lnTo>
                  <a:pt x="771525" y="371475"/>
                </a:lnTo>
                <a:lnTo>
                  <a:pt x="771525" y="381000"/>
                </a:lnTo>
                <a:lnTo>
                  <a:pt x="762000" y="381000"/>
                </a:lnTo>
                <a:close/>
                <a:moveTo>
                  <a:pt x="1123950" y="371475"/>
                </a:moveTo>
                <a:lnTo>
                  <a:pt x="1181100" y="371475"/>
                </a:lnTo>
                <a:lnTo>
                  <a:pt x="1181100" y="381000"/>
                </a:lnTo>
                <a:lnTo>
                  <a:pt x="1123950" y="381000"/>
                </a:lnTo>
                <a:close/>
                <a:moveTo>
                  <a:pt x="1285875" y="371475"/>
                </a:moveTo>
                <a:lnTo>
                  <a:pt x="1362075" y="371475"/>
                </a:lnTo>
                <a:lnTo>
                  <a:pt x="1362075" y="381000"/>
                </a:lnTo>
                <a:lnTo>
                  <a:pt x="1285875" y="381000"/>
                </a:lnTo>
                <a:close/>
                <a:moveTo>
                  <a:pt x="1676400" y="371475"/>
                </a:moveTo>
                <a:lnTo>
                  <a:pt x="1685925" y="371475"/>
                </a:lnTo>
                <a:lnTo>
                  <a:pt x="1685925" y="381000"/>
                </a:lnTo>
                <a:lnTo>
                  <a:pt x="1676400" y="381000"/>
                </a:lnTo>
                <a:close/>
                <a:moveTo>
                  <a:pt x="295275" y="381000"/>
                </a:moveTo>
                <a:lnTo>
                  <a:pt x="304800" y="381000"/>
                </a:lnTo>
                <a:lnTo>
                  <a:pt x="304800" y="390525"/>
                </a:lnTo>
                <a:lnTo>
                  <a:pt x="295275" y="390525"/>
                </a:lnTo>
                <a:close/>
                <a:moveTo>
                  <a:pt x="742950" y="381000"/>
                </a:moveTo>
                <a:lnTo>
                  <a:pt x="752475" y="381000"/>
                </a:lnTo>
                <a:lnTo>
                  <a:pt x="752475" y="390525"/>
                </a:lnTo>
                <a:lnTo>
                  <a:pt x="742950" y="390525"/>
                </a:lnTo>
                <a:close/>
                <a:moveTo>
                  <a:pt x="990600" y="381000"/>
                </a:moveTo>
                <a:lnTo>
                  <a:pt x="1028700" y="381000"/>
                </a:lnTo>
                <a:lnTo>
                  <a:pt x="1028700" y="390525"/>
                </a:lnTo>
                <a:lnTo>
                  <a:pt x="990600" y="390525"/>
                </a:lnTo>
                <a:close/>
                <a:moveTo>
                  <a:pt x="1447800" y="381000"/>
                </a:moveTo>
                <a:lnTo>
                  <a:pt x="1476375" y="381000"/>
                </a:lnTo>
                <a:lnTo>
                  <a:pt x="1476375" y="390525"/>
                </a:lnTo>
                <a:lnTo>
                  <a:pt x="1447800" y="390525"/>
                </a:lnTo>
                <a:close/>
                <a:moveTo>
                  <a:pt x="1704975" y="381000"/>
                </a:moveTo>
                <a:lnTo>
                  <a:pt x="1714500" y="381000"/>
                </a:lnTo>
                <a:lnTo>
                  <a:pt x="1714500" y="390525"/>
                </a:lnTo>
                <a:lnTo>
                  <a:pt x="1704975" y="390525"/>
                </a:lnTo>
                <a:close/>
                <a:moveTo>
                  <a:pt x="2133600" y="381000"/>
                </a:moveTo>
                <a:lnTo>
                  <a:pt x="2143125" y="381000"/>
                </a:lnTo>
                <a:lnTo>
                  <a:pt x="2143125" y="390525"/>
                </a:lnTo>
                <a:lnTo>
                  <a:pt x="2133600" y="390525"/>
                </a:lnTo>
                <a:close/>
                <a:moveTo>
                  <a:pt x="723900" y="390525"/>
                </a:moveTo>
                <a:lnTo>
                  <a:pt x="733425" y="390525"/>
                </a:lnTo>
                <a:lnTo>
                  <a:pt x="733425" y="400050"/>
                </a:lnTo>
                <a:lnTo>
                  <a:pt x="723900" y="400050"/>
                </a:lnTo>
                <a:close/>
                <a:moveTo>
                  <a:pt x="914400" y="390525"/>
                </a:moveTo>
                <a:lnTo>
                  <a:pt x="942975" y="390525"/>
                </a:lnTo>
                <a:lnTo>
                  <a:pt x="942975" y="400050"/>
                </a:lnTo>
                <a:lnTo>
                  <a:pt x="914400" y="400050"/>
                </a:lnTo>
                <a:close/>
                <a:moveTo>
                  <a:pt x="1524000" y="390525"/>
                </a:moveTo>
                <a:lnTo>
                  <a:pt x="1543050" y="390525"/>
                </a:lnTo>
                <a:lnTo>
                  <a:pt x="1543050" y="400050"/>
                </a:lnTo>
                <a:lnTo>
                  <a:pt x="1524000" y="400050"/>
                </a:lnTo>
                <a:close/>
                <a:moveTo>
                  <a:pt x="704850" y="400050"/>
                </a:moveTo>
                <a:lnTo>
                  <a:pt x="714375" y="400050"/>
                </a:lnTo>
                <a:lnTo>
                  <a:pt x="714375" y="409575"/>
                </a:lnTo>
                <a:lnTo>
                  <a:pt x="704850" y="409575"/>
                </a:lnTo>
                <a:close/>
                <a:moveTo>
                  <a:pt x="857250" y="400050"/>
                </a:moveTo>
                <a:lnTo>
                  <a:pt x="876300" y="400050"/>
                </a:lnTo>
                <a:lnTo>
                  <a:pt x="876300" y="409575"/>
                </a:lnTo>
                <a:lnTo>
                  <a:pt x="857250" y="409575"/>
                </a:lnTo>
                <a:close/>
                <a:moveTo>
                  <a:pt x="1581150" y="400050"/>
                </a:moveTo>
                <a:lnTo>
                  <a:pt x="1600200" y="400050"/>
                </a:lnTo>
                <a:lnTo>
                  <a:pt x="1600200" y="409575"/>
                </a:lnTo>
                <a:lnTo>
                  <a:pt x="1581150" y="409575"/>
                </a:lnTo>
                <a:close/>
                <a:moveTo>
                  <a:pt x="1733550" y="400050"/>
                </a:moveTo>
                <a:lnTo>
                  <a:pt x="1743075" y="400050"/>
                </a:lnTo>
                <a:lnTo>
                  <a:pt x="1743075" y="409575"/>
                </a:lnTo>
                <a:lnTo>
                  <a:pt x="1733550" y="409575"/>
                </a:lnTo>
                <a:close/>
                <a:moveTo>
                  <a:pt x="276225" y="409575"/>
                </a:moveTo>
                <a:lnTo>
                  <a:pt x="285750" y="409575"/>
                </a:lnTo>
                <a:lnTo>
                  <a:pt x="285750" y="419100"/>
                </a:lnTo>
                <a:lnTo>
                  <a:pt x="276225" y="419100"/>
                </a:lnTo>
                <a:close/>
                <a:moveTo>
                  <a:pt x="695325" y="409575"/>
                </a:moveTo>
                <a:lnTo>
                  <a:pt x="704850" y="409575"/>
                </a:lnTo>
                <a:lnTo>
                  <a:pt x="704850" y="419100"/>
                </a:lnTo>
                <a:lnTo>
                  <a:pt x="695325" y="419100"/>
                </a:lnTo>
                <a:close/>
                <a:moveTo>
                  <a:pt x="800100" y="409575"/>
                </a:moveTo>
                <a:lnTo>
                  <a:pt x="819150" y="409575"/>
                </a:lnTo>
                <a:lnTo>
                  <a:pt x="819150" y="419100"/>
                </a:lnTo>
                <a:lnTo>
                  <a:pt x="800100" y="419100"/>
                </a:lnTo>
                <a:close/>
                <a:moveTo>
                  <a:pt x="1628775" y="409575"/>
                </a:moveTo>
                <a:lnTo>
                  <a:pt x="1647825" y="409575"/>
                </a:lnTo>
                <a:lnTo>
                  <a:pt x="1647825" y="419100"/>
                </a:lnTo>
                <a:lnTo>
                  <a:pt x="1628775" y="419100"/>
                </a:lnTo>
                <a:close/>
                <a:moveTo>
                  <a:pt x="1743075" y="409575"/>
                </a:moveTo>
                <a:lnTo>
                  <a:pt x="1752600" y="409575"/>
                </a:lnTo>
                <a:lnTo>
                  <a:pt x="1752600" y="419100"/>
                </a:lnTo>
                <a:lnTo>
                  <a:pt x="1743075" y="419100"/>
                </a:lnTo>
                <a:close/>
                <a:moveTo>
                  <a:pt x="2152650" y="409575"/>
                </a:moveTo>
                <a:lnTo>
                  <a:pt x="2162175" y="409575"/>
                </a:lnTo>
                <a:lnTo>
                  <a:pt x="2162175" y="419100"/>
                </a:lnTo>
                <a:lnTo>
                  <a:pt x="2152650" y="419100"/>
                </a:lnTo>
                <a:close/>
                <a:moveTo>
                  <a:pt x="685800" y="419100"/>
                </a:moveTo>
                <a:lnTo>
                  <a:pt x="695325" y="419100"/>
                </a:lnTo>
                <a:lnTo>
                  <a:pt x="695325" y="428625"/>
                </a:lnTo>
                <a:lnTo>
                  <a:pt x="685800" y="428625"/>
                </a:lnTo>
                <a:close/>
                <a:moveTo>
                  <a:pt x="771525" y="419100"/>
                </a:moveTo>
                <a:lnTo>
                  <a:pt x="781050" y="419100"/>
                </a:lnTo>
                <a:lnTo>
                  <a:pt x="781050" y="428625"/>
                </a:lnTo>
                <a:lnTo>
                  <a:pt x="771525" y="428625"/>
                </a:lnTo>
                <a:close/>
                <a:moveTo>
                  <a:pt x="1666875" y="419100"/>
                </a:moveTo>
                <a:lnTo>
                  <a:pt x="1676400" y="419100"/>
                </a:lnTo>
                <a:lnTo>
                  <a:pt x="1676400" y="428625"/>
                </a:lnTo>
                <a:lnTo>
                  <a:pt x="1666875" y="428625"/>
                </a:lnTo>
                <a:close/>
                <a:moveTo>
                  <a:pt x="1752600" y="419100"/>
                </a:moveTo>
                <a:lnTo>
                  <a:pt x="1762125" y="419100"/>
                </a:lnTo>
                <a:lnTo>
                  <a:pt x="1762125" y="428625"/>
                </a:lnTo>
                <a:lnTo>
                  <a:pt x="1752600" y="428625"/>
                </a:lnTo>
                <a:close/>
                <a:moveTo>
                  <a:pt x="676275" y="428625"/>
                </a:moveTo>
                <a:lnTo>
                  <a:pt x="685800" y="428625"/>
                </a:lnTo>
                <a:lnTo>
                  <a:pt x="685800" y="438150"/>
                </a:lnTo>
                <a:lnTo>
                  <a:pt x="676275" y="438150"/>
                </a:lnTo>
                <a:close/>
                <a:moveTo>
                  <a:pt x="742950" y="428625"/>
                </a:moveTo>
                <a:lnTo>
                  <a:pt x="752475" y="428625"/>
                </a:lnTo>
                <a:lnTo>
                  <a:pt x="752475" y="438150"/>
                </a:lnTo>
                <a:lnTo>
                  <a:pt x="742950" y="438150"/>
                </a:lnTo>
                <a:close/>
                <a:moveTo>
                  <a:pt x="1762125" y="428625"/>
                </a:moveTo>
                <a:lnTo>
                  <a:pt x="1771650" y="428625"/>
                </a:lnTo>
                <a:lnTo>
                  <a:pt x="1771650" y="438150"/>
                </a:lnTo>
                <a:lnTo>
                  <a:pt x="1762125" y="438150"/>
                </a:lnTo>
                <a:close/>
                <a:moveTo>
                  <a:pt x="733425" y="438150"/>
                </a:moveTo>
                <a:lnTo>
                  <a:pt x="742950" y="438150"/>
                </a:lnTo>
                <a:lnTo>
                  <a:pt x="742950" y="447675"/>
                </a:lnTo>
                <a:lnTo>
                  <a:pt x="733425" y="447675"/>
                </a:lnTo>
                <a:close/>
                <a:moveTo>
                  <a:pt x="1704975" y="438150"/>
                </a:moveTo>
                <a:lnTo>
                  <a:pt x="1714500" y="438150"/>
                </a:lnTo>
                <a:lnTo>
                  <a:pt x="1714500" y="447675"/>
                </a:lnTo>
                <a:lnTo>
                  <a:pt x="1704975" y="447675"/>
                </a:lnTo>
                <a:close/>
                <a:moveTo>
                  <a:pt x="723900" y="447675"/>
                </a:moveTo>
                <a:lnTo>
                  <a:pt x="733425" y="447675"/>
                </a:lnTo>
                <a:lnTo>
                  <a:pt x="733425" y="457200"/>
                </a:lnTo>
                <a:lnTo>
                  <a:pt x="723900" y="457200"/>
                </a:lnTo>
                <a:close/>
                <a:moveTo>
                  <a:pt x="1714500" y="447675"/>
                </a:moveTo>
                <a:lnTo>
                  <a:pt x="1724025" y="447675"/>
                </a:lnTo>
                <a:lnTo>
                  <a:pt x="1724025" y="457200"/>
                </a:lnTo>
                <a:lnTo>
                  <a:pt x="1714500" y="457200"/>
                </a:lnTo>
                <a:close/>
                <a:moveTo>
                  <a:pt x="561975" y="457200"/>
                </a:moveTo>
                <a:lnTo>
                  <a:pt x="581025" y="457200"/>
                </a:lnTo>
                <a:lnTo>
                  <a:pt x="581025" y="466725"/>
                </a:lnTo>
                <a:lnTo>
                  <a:pt x="561975" y="466725"/>
                </a:lnTo>
                <a:close/>
                <a:moveTo>
                  <a:pt x="714375" y="457200"/>
                </a:moveTo>
                <a:lnTo>
                  <a:pt x="723900" y="457200"/>
                </a:lnTo>
                <a:lnTo>
                  <a:pt x="723900" y="466725"/>
                </a:lnTo>
                <a:lnTo>
                  <a:pt x="714375" y="466725"/>
                </a:lnTo>
                <a:close/>
                <a:moveTo>
                  <a:pt x="1724025" y="457200"/>
                </a:moveTo>
                <a:lnTo>
                  <a:pt x="1733550" y="457200"/>
                </a:lnTo>
                <a:lnTo>
                  <a:pt x="1733550" y="466725"/>
                </a:lnTo>
                <a:lnTo>
                  <a:pt x="1724025" y="466725"/>
                </a:lnTo>
                <a:close/>
                <a:moveTo>
                  <a:pt x="1866900" y="457200"/>
                </a:moveTo>
                <a:lnTo>
                  <a:pt x="1876425" y="457200"/>
                </a:lnTo>
                <a:lnTo>
                  <a:pt x="1876425" y="466725"/>
                </a:lnTo>
                <a:lnTo>
                  <a:pt x="1866900" y="466725"/>
                </a:lnTo>
                <a:close/>
                <a:moveTo>
                  <a:pt x="533400" y="466725"/>
                </a:moveTo>
                <a:lnTo>
                  <a:pt x="542925" y="466725"/>
                </a:lnTo>
                <a:lnTo>
                  <a:pt x="542925" y="476250"/>
                </a:lnTo>
                <a:lnTo>
                  <a:pt x="533400" y="476250"/>
                </a:lnTo>
                <a:close/>
                <a:moveTo>
                  <a:pt x="1733550" y="466725"/>
                </a:moveTo>
                <a:lnTo>
                  <a:pt x="1743075" y="466725"/>
                </a:lnTo>
                <a:lnTo>
                  <a:pt x="1743075" y="476250"/>
                </a:lnTo>
                <a:lnTo>
                  <a:pt x="1733550" y="476250"/>
                </a:lnTo>
                <a:close/>
                <a:moveTo>
                  <a:pt x="2181225" y="466725"/>
                </a:moveTo>
                <a:lnTo>
                  <a:pt x="2190750" y="466725"/>
                </a:lnTo>
                <a:lnTo>
                  <a:pt x="2190750" y="476250"/>
                </a:lnTo>
                <a:lnTo>
                  <a:pt x="2181225" y="476250"/>
                </a:lnTo>
                <a:close/>
                <a:moveTo>
                  <a:pt x="523875" y="476250"/>
                </a:moveTo>
                <a:lnTo>
                  <a:pt x="533400" y="476250"/>
                </a:lnTo>
                <a:lnTo>
                  <a:pt x="533400" y="485775"/>
                </a:lnTo>
                <a:lnTo>
                  <a:pt x="523875" y="485775"/>
                </a:lnTo>
                <a:close/>
                <a:moveTo>
                  <a:pt x="1600200" y="476250"/>
                </a:moveTo>
                <a:lnTo>
                  <a:pt x="1628775" y="476250"/>
                </a:lnTo>
                <a:lnTo>
                  <a:pt x="1628775" y="485775"/>
                </a:lnTo>
                <a:lnTo>
                  <a:pt x="1600200" y="485775"/>
                </a:lnTo>
                <a:close/>
                <a:moveTo>
                  <a:pt x="1905000" y="476250"/>
                </a:moveTo>
                <a:lnTo>
                  <a:pt x="1914525" y="476250"/>
                </a:lnTo>
                <a:lnTo>
                  <a:pt x="1914525" y="485775"/>
                </a:lnTo>
                <a:lnTo>
                  <a:pt x="1905000" y="485775"/>
                </a:lnTo>
                <a:close/>
                <a:moveTo>
                  <a:pt x="238125" y="485775"/>
                </a:moveTo>
                <a:lnTo>
                  <a:pt x="247650" y="485775"/>
                </a:lnTo>
                <a:lnTo>
                  <a:pt x="247650" y="495300"/>
                </a:lnTo>
                <a:lnTo>
                  <a:pt x="238125" y="495300"/>
                </a:lnTo>
                <a:close/>
                <a:moveTo>
                  <a:pt x="514350" y="485775"/>
                </a:moveTo>
                <a:lnTo>
                  <a:pt x="523875" y="485775"/>
                </a:lnTo>
                <a:lnTo>
                  <a:pt x="523875" y="495300"/>
                </a:lnTo>
                <a:lnTo>
                  <a:pt x="514350" y="495300"/>
                </a:lnTo>
                <a:close/>
                <a:moveTo>
                  <a:pt x="695325" y="485775"/>
                </a:moveTo>
                <a:lnTo>
                  <a:pt x="704850" y="485775"/>
                </a:lnTo>
                <a:lnTo>
                  <a:pt x="704850" y="495300"/>
                </a:lnTo>
                <a:lnTo>
                  <a:pt x="695325" y="495300"/>
                </a:lnTo>
                <a:close/>
                <a:moveTo>
                  <a:pt x="1628775" y="485775"/>
                </a:moveTo>
                <a:lnTo>
                  <a:pt x="1638300" y="485775"/>
                </a:lnTo>
                <a:lnTo>
                  <a:pt x="1638300" y="495300"/>
                </a:lnTo>
                <a:lnTo>
                  <a:pt x="1628775" y="495300"/>
                </a:lnTo>
                <a:close/>
                <a:moveTo>
                  <a:pt x="1743075" y="485775"/>
                </a:moveTo>
                <a:lnTo>
                  <a:pt x="1752600" y="485775"/>
                </a:lnTo>
                <a:lnTo>
                  <a:pt x="1752600" y="495300"/>
                </a:lnTo>
                <a:lnTo>
                  <a:pt x="1743075" y="495300"/>
                </a:lnTo>
                <a:close/>
                <a:moveTo>
                  <a:pt x="1914525" y="485775"/>
                </a:moveTo>
                <a:lnTo>
                  <a:pt x="1924050" y="485775"/>
                </a:lnTo>
                <a:lnTo>
                  <a:pt x="1924050" y="495300"/>
                </a:lnTo>
                <a:lnTo>
                  <a:pt x="1914525" y="495300"/>
                </a:lnTo>
                <a:close/>
                <a:moveTo>
                  <a:pt x="2190750" y="485775"/>
                </a:moveTo>
                <a:lnTo>
                  <a:pt x="2200275" y="485775"/>
                </a:lnTo>
                <a:lnTo>
                  <a:pt x="2200275" y="495300"/>
                </a:lnTo>
                <a:lnTo>
                  <a:pt x="2190750" y="495300"/>
                </a:lnTo>
                <a:close/>
                <a:moveTo>
                  <a:pt x="504825" y="495300"/>
                </a:moveTo>
                <a:lnTo>
                  <a:pt x="514350" y="495300"/>
                </a:lnTo>
                <a:lnTo>
                  <a:pt x="514350" y="504825"/>
                </a:lnTo>
                <a:lnTo>
                  <a:pt x="504825" y="504825"/>
                </a:lnTo>
                <a:close/>
                <a:moveTo>
                  <a:pt x="685800" y="495300"/>
                </a:moveTo>
                <a:lnTo>
                  <a:pt x="695325" y="495300"/>
                </a:lnTo>
                <a:lnTo>
                  <a:pt x="695325" y="504825"/>
                </a:lnTo>
                <a:lnTo>
                  <a:pt x="685800" y="504825"/>
                </a:lnTo>
                <a:close/>
                <a:moveTo>
                  <a:pt x="781050" y="495300"/>
                </a:moveTo>
                <a:lnTo>
                  <a:pt x="790575" y="495300"/>
                </a:lnTo>
                <a:lnTo>
                  <a:pt x="790575" y="504825"/>
                </a:lnTo>
                <a:lnTo>
                  <a:pt x="781050" y="504825"/>
                </a:lnTo>
                <a:close/>
                <a:moveTo>
                  <a:pt x="866775" y="495300"/>
                </a:moveTo>
                <a:lnTo>
                  <a:pt x="876300" y="495300"/>
                </a:lnTo>
                <a:lnTo>
                  <a:pt x="876300" y="504825"/>
                </a:lnTo>
                <a:lnTo>
                  <a:pt x="866775" y="504825"/>
                </a:lnTo>
                <a:close/>
                <a:moveTo>
                  <a:pt x="1752600" y="495300"/>
                </a:moveTo>
                <a:lnTo>
                  <a:pt x="1762125" y="495300"/>
                </a:lnTo>
                <a:lnTo>
                  <a:pt x="1762125" y="504825"/>
                </a:lnTo>
                <a:lnTo>
                  <a:pt x="1752600" y="504825"/>
                </a:lnTo>
                <a:close/>
                <a:moveTo>
                  <a:pt x="1924050" y="495300"/>
                </a:moveTo>
                <a:lnTo>
                  <a:pt x="1933575" y="495300"/>
                </a:lnTo>
                <a:lnTo>
                  <a:pt x="1933575" y="504825"/>
                </a:lnTo>
                <a:lnTo>
                  <a:pt x="1924050" y="504825"/>
                </a:lnTo>
                <a:close/>
                <a:moveTo>
                  <a:pt x="571500" y="504825"/>
                </a:moveTo>
                <a:lnTo>
                  <a:pt x="590550" y="504825"/>
                </a:lnTo>
                <a:lnTo>
                  <a:pt x="590550" y="514350"/>
                </a:lnTo>
                <a:lnTo>
                  <a:pt x="571500" y="514350"/>
                </a:lnTo>
                <a:close/>
                <a:moveTo>
                  <a:pt x="790575" y="504825"/>
                </a:moveTo>
                <a:lnTo>
                  <a:pt x="800100" y="504825"/>
                </a:lnTo>
                <a:lnTo>
                  <a:pt x="800100" y="514350"/>
                </a:lnTo>
                <a:lnTo>
                  <a:pt x="790575" y="514350"/>
                </a:lnTo>
                <a:close/>
                <a:moveTo>
                  <a:pt x="1571625" y="504825"/>
                </a:moveTo>
                <a:lnTo>
                  <a:pt x="1581150" y="504825"/>
                </a:lnTo>
                <a:lnTo>
                  <a:pt x="1581150" y="523875"/>
                </a:lnTo>
                <a:lnTo>
                  <a:pt x="1609725" y="523875"/>
                </a:lnTo>
                <a:lnTo>
                  <a:pt x="1609725" y="542925"/>
                </a:lnTo>
                <a:lnTo>
                  <a:pt x="1571625" y="542925"/>
                </a:lnTo>
                <a:close/>
                <a:moveTo>
                  <a:pt x="1628775" y="504825"/>
                </a:moveTo>
                <a:lnTo>
                  <a:pt x="1638300" y="504825"/>
                </a:lnTo>
                <a:lnTo>
                  <a:pt x="1638300" y="514350"/>
                </a:lnTo>
                <a:lnTo>
                  <a:pt x="1628775" y="514350"/>
                </a:lnTo>
                <a:close/>
                <a:moveTo>
                  <a:pt x="1847850" y="504825"/>
                </a:moveTo>
                <a:lnTo>
                  <a:pt x="1866900" y="504825"/>
                </a:lnTo>
                <a:lnTo>
                  <a:pt x="1866900" y="514350"/>
                </a:lnTo>
                <a:lnTo>
                  <a:pt x="1847850" y="514350"/>
                </a:lnTo>
                <a:close/>
                <a:moveTo>
                  <a:pt x="228600" y="514350"/>
                </a:moveTo>
                <a:lnTo>
                  <a:pt x="238125" y="514350"/>
                </a:lnTo>
                <a:lnTo>
                  <a:pt x="238125" y="523875"/>
                </a:lnTo>
                <a:lnTo>
                  <a:pt x="228600" y="523875"/>
                </a:lnTo>
                <a:close/>
                <a:moveTo>
                  <a:pt x="495300" y="514350"/>
                </a:moveTo>
                <a:lnTo>
                  <a:pt x="504825" y="514350"/>
                </a:lnTo>
                <a:lnTo>
                  <a:pt x="504825" y="542925"/>
                </a:lnTo>
                <a:lnTo>
                  <a:pt x="495300" y="542925"/>
                </a:lnTo>
                <a:close/>
                <a:moveTo>
                  <a:pt x="1619250" y="514350"/>
                </a:moveTo>
                <a:lnTo>
                  <a:pt x="1628775" y="514350"/>
                </a:lnTo>
                <a:lnTo>
                  <a:pt x="1628775" y="523875"/>
                </a:lnTo>
                <a:lnTo>
                  <a:pt x="1619250" y="523875"/>
                </a:lnTo>
                <a:close/>
                <a:moveTo>
                  <a:pt x="2200275" y="514350"/>
                </a:moveTo>
                <a:lnTo>
                  <a:pt x="2209800" y="514350"/>
                </a:lnTo>
                <a:lnTo>
                  <a:pt x="2209800" y="523875"/>
                </a:lnTo>
                <a:lnTo>
                  <a:pt x="2200275" y="523875"/>
                </a:lnTo>
                <a:close/>
                <a:moveTo>
                  <a:pt x="723900" y="523875"/>
                </a:moveTo>
                <a:lnTo>
                  <a:pt x="733425" y="523875"/>
                </a:lnTo>
                <a:lnTo>
                  <a:pt x="733425" y="533400"/>
                </a:lnTo>
                <a:lnTo>
                  <a:pt x="723900" y="533400"/>
                </a:lnTo>
                <a:close/>
                <a:moveTo>
                  <a:pt x="1152525" y="523875"/>
                </a:moveTo>
                <a:lnTo>
                  <a:pt x="1171575" y="523875"/>
                </a:lnTo>
                <a:lnTo>
                  <a:pt x="1171575" y="533400"/>
                </a:lnTo>
                <a:lnTo>
                  <a:pt x="1152525" y="533400"/>
                </a:lnTo>
                <a:close/>
                <a:moveTo>
                  <a:pt x="1276350" y="523875"/>
                </a:moveTo>
                <a:lnTo>
                  <a:pt x="1304925" y="523875"/>
                </a:lnTo>
                <a:lnTo>
                  <a:pt x="1304925" y="533400"/>
                </a:lnTo>
                <a:lnTo>
                  <a:pt x="1276350" y="533400"/>
                </a:lnTo>
                <a:close/>
                <a:moveTo>
                  <a:pt x="1933575" y="523875"/>
                </a:moveTo>
                <a:lnTo>
                  <a:pt x="1943100" y="523875"/>
                </a:lnTo>
                <a:lnTo>
                  <a:pt x="1943100" y="828675"/>
                </a:lnTo>
                <a:lnTo>
                  <a:pt x="1933575" y="828675"/>
                </a:lnTo>
                <a:close/>
                <a:moveTo>
                  <a:pt x="800100" y="533400"/>
                </a:moveTo>
                <a:lnTo>
                  <a:pt x="809625" y="533400"/>
                </a:lnTo>
                <a:lnTo>
                  <a:pt x="809625" y="542925"/>
                </a:lnTo>
                <a:lnTo>
                  <a:pt x="800100" y="542925"/>
                </a:lnTo>
                <a:close/>
                <a:moveTo>
                  <a:pt x="971550" y="533400"/>
                </a:moveTo>
                <a:lnTo>
                  <a:pt x="1000125" y="533400"/>
                </a:lnTo>
                <a:lnTo>
                  <a:pt x="1000125" y="542925"/>
                </a:lnTo>
                <a:lnTo>
                  <a:pt x="971550" y="542925"/>
                </a:lnTo>
                <a:close/>
                <a:moveTo>
                  <a:pt x="1028700" y="533400"/>
                </a:moveTo>
                <a:lnTo>
                  <a:pt x="1047750" y="533400"/>
                </a:lnTo>
                <a:lnTo>
                  <a:pt x="1047750" y="542925"/>
                </a:lnTo>
                <a:lnTo>
                  <a:pt x="1028700" y="542925"/>
                </a:lnTo>
                <a:close/>
                <a:moveTo>
                  <a:pt x="1095375" y="533400"/>
                </a:moveTo>
                <a:lnTo>
                  <a:pt x="1104900" y="533400"/>
                </a:lnTo>
                <a:lnTo>
                  <a:pt x="1104900" y="542925"/>
                </a:lnTo>
                <a:lnTo>
                  <a:pt x="1095375" y="542925"/>
                </a:lnTo>
                <a:close/>
                <a:moveTo>
                  <a:pt x="1123950" y="533400"/>
                </a:moveTo>
                <a:lnTo>
                  <a:pt x="1133475" y="533400"/>
                </a:lnTo>
                <a:lnTo>
                  <a:pt x="1133475" y="542925"/>
                </a:lnTo>
                <a:lnTo>
                  <a:pt x="1123950" y="542925"/>
                </a:lnTo>
                <a:close/>
                <a:moveTo>
                  <a:pt x="1181100" y="533400"/>
                </a:moveTo>
                <a:lnTo>
                  <a:pt x="1190625" y="533400"/>
                </a:lnTo>
                <a:lnTo>
                  <a:pt x="1190625" y="542925"/>
                </a:lnTo>
                <a:lnTo>
                  <a:pt x="1181100" y="542925"/>
                </a:lnTo>
                <a:close/>
                <a:moveTo>
                  <a:pt x="1247775" y="533400"/>
                </a:moveTo>
                <a:lnTo>
                  <a:pt x="1257300" y="533400"/>
                </a:lnTo>
                <a:lnTo>
                  <a:pt x="1257300" y="542925"/>
                </a:lnTo>
                <a:lnTo>
                  <a:pt x="1247775" y="542925"/>
                </a:lnTo>
                <a:close/>
                <a:moveTo>
                  <a:pt x="1419225" y="533400"/>
                </a:moveTo>
                <a:lnTo>
                  <a:pt x="1428750" y="533400"/>
                </a:lnTo>
                <a:lnTo>
                  <a:pt x="1428750" y="542925"/>
                </a:lnTo>
                <a:lnTo>
                  <a:pt x="1419225" y="542925"/>
                </a:lnTo>
                <a:close/>
                <a:moveTo>
                  <a:pt x="1485900" y="533400"/>
                </a:moveTo>
                <a:lnTo>
                  <a:pt x="1495425" y="533400"/>
                </a:lnTo>
                <a:lnTo>
                  <a:pt x="1495425" y="542925"/>
                </a:lnTo>
                <a:lnTo>
                  <a:pt x="1485900" y="542925"/>
                </a:lnTo>
                <a:close/>
                <a:moveTo>
                  <a:pt x="1885950" y="533400"/>
                </a:moveTo>
                <a:lnTo>
                  <a:pt x="1895475" y="533400"/>
                </a:lnTo>
                <a:lnTo>
                  <a:pt x="1895475" y="542925"/>
                </a:lnTo>
                <a:lnTo>
                  <a:pt x="1885950" y="542925"/>
                </a:lnTo>
                <a:close/>
                <a:moveTo>
                  <a:pt x="542925" y="542925"/>
                </a:moveTo>
                <a:lnTo>
                  <a:pt x="552450" y="542925"/>
                </a:lnTo>
                <a:lnTo>
                  <a:pt x="552450" y="885825"/>
                </a:lnTo>
                <a:lnTo>
                  <a:pt x="542925" y="885825"/>
                </a:lnTo>
                <a:close/>
                <a:moveTo>
                  <a:pt x="962025" y="542925"/>
                </a:moveTo>
                <a:lnTo>
                  <a:pt x="971550" y="542925"/>
                </a:lnTo>
                <a:lnTo>
                  <a:pt x="971550" y="552450"/>
                </a:lnTo>
                <a:lnTo>
                  <a:pt x="962025" y="552450"/>
                </a:lnTo>
                <a:close/>
                <a:moveTo>
                  <a:pt x="1190625" y="542925"/>
                </a:moveTo>
                <a:lnTo>
                  <a:pt x="1200150" y="542925"/>
                </a:lnTo>
                <a:lnTo>
                  <a:pt x="1200150" y="552450"/>
                </a:lnTo>
                <a:lnTo>
                  <a:pt x="1190625" y="552450"/>
                </a:lnTo>
                <a:close/>
                <a:moveTo>
                  <a:pt x="1238250" y="542925"/>
                </a:moveTo>
                <a:lnTo>
                  <a:pt x="1247775" y="542925"/>
                </a:lnTo>
                <a:lnTo>
                  <a:pt x="1247775" y="552450"/>
                </a:lnTo>
                <a:lnTo>
                  <a:pt x="1238250" y="552450"/>
                </a:lnTo>
                <a:close/>
                <a:moveTo>
                  <a:pt x="1495425" y="542925"/>
                </a:moveTo>
                <a:lnTo>
                  <a:pt x="1504950" y="542925"/>
                </a:lnTo>
                <a:lnTo>
                  <a:pt x="1504950" y="552450"/>
                </a:lnTo>
                <a:lnTo>
                  <a:pt x="1495425" y="552450"/>
                </a:lnTo>
                <a:close/>
                <a:moveTo>
                  <a:pt x="1552575" y="542925"/>
                </a:moveTo>
                <a:lnTo>
                  <a:pt x="1562100" y="542925"/>
                </a:lnTo>
                <a:lnTo>
                  <a:pt x="1562100" y="552450"/>
                </a:lnTo>
                <a:lnTo>
                  <a:pt x="1552575" y="552450"/>
                </a:lnTo>
                <a:close/>
                <a:moveTo>
                  <a:pt x="1619250" y="542925"/>
                </a:moveTo>
                <a:lnTo>
                  <a:pt x="1628775" y="542925"/>
                </a:lnTo>
                <a:lnTo>
                  <a:pt x="1628775" y="552450"/>
                </a:lnTo>
                <a:lnTo>
                  <a:pt x="1619250" y="552450"/>
                </a:lnTo>
                <a:close/>
                <a:moveTo>
                  <a:pt x="1676400" y="542925"/>
                </a:moveTo>
                <a:lnTo>
                  <a:pt x="1724025" y="542925"/>
                </a:lnTo>
                <a:lnTo>
                  <a:pt x="1724025" y="552450"/>
                </a:lnTo>
                <a:lnTo>
                  <a:pt x="1676400" y="552450"/>
                </a:lnTo>
                <a:close/>
                <a:moveTo>
                  <a:pt x="219075" y="552450"/>
                </a:moveTo>
                <a:lnTo>
                  <a:pt x="228600" y="552450"/>
                </a:lnTo>
                <a:lnTo>
                  <a:pt x="228600" y="561975"/>
                </a:lnTo>
                <a:lnTo>
                  <a:pt x="219075" y="561975"/>
                </a:lnTo>
                <a:close/>
                <a:moveTo>
                  <a:pt x="714375" y="552450"/>
                </a:moveTo>
                <a:lnTo>
                  <a:pt x="723900" y="552450"/>
                </a:lnTo>
                <a:lnTo>
                  <a:pt x="723900" y="561975"/>
                </a:lnTo>
                <a:lnTo>
                  <a:pt x="714375" y="561975"/>
                </a:lnTo>
                <a:close/>
                <a:moveTo>
                  <a:pt x="1228725" y="552450"/>
                </a:moveTo>
                <a:lnTo>
                  <a:pt x="1238250" y="552450"/>
                </a:lnTo>
                <a:lnTo>
                  <a:pt x="1238250" y="571500"/>
                </a:lnTo>
                <a:lnTo>
                  <a:pt x="1228725" y="571500"/>
                </a:lnTo>
                <a:close/>
                <a:moveTo>
                  <a:pt x="1504950" y="552450"/>
                </a:moveTo>
                <a:lnTo>
                  <a:pt x="1514475" y="552450"/>
                </a:lnTo>
                <a:lnTo>
                  <a:pt x="1514475" y="561975"/>
                </a:lnTo>
                <a:lnTo>
                  <a:pt x="1504950" y="561975"/>
                </a:lnTo>
                <a:close/>
                <a:moveTo>
                  <a:pt x="1666875" y="552450"/>
                </a:moveTo>
                <a:lnTo>
                  <a:pt x="1676400" y="552450"/>
                </a:lnTo>
                <a:lnTo>
                  <a:pt x="1676400" y="561975"/>
                </a:lnTo>
                <a:lnTo>
                  <a:pt x="1666875" y="561975"/>
                </a:lnTo>
                <a:close/>
                <a:moveTo>
                  <a:pt x="2209800" y="552450"/>
                </a:moveTo>
                <a:lnTo>
                  <a:pt x="2219325" y="552450"/>
                </a:lnTo>
                <a:lnTo>
                  <a:pt x="2219325" y="571500"/>
                </a:lnTo>
                <a:lnTo>
                  <a:pt x="2209800" y="571500"/>
                </a:lnTo>
                <a:close/>
                <a:moveTo>
                  <a:pt x="809625" y="561975"/>
                </a:moveTo>
                <a:lnTo>
                  <a:pt x="819150" y="561975"/>
                </a:lnTo>
                <a:lnTo>
                  <a:pt x="819150" y="571500"/>
                </a:lnTo>
                <a:lnTo>
                  <a:pt x="809625" y="571500"/>
                </a:lnTo>
                <a:close/>
                <a:moveTo>
                  <a:pt x="962025" y="561975"/>
                </a:moveTo>
                <a:lnTo>
                  <a:pt x="971550" y="561975"/>
                </a:lnTo>
                <a:lnTo>
                  <a:pt x="971550" y="571500"/>
                </a:lnTo>
                <a:lnTo>
                  <a:pt x="962025" y="571500"/>
                </a:lnTo>
                <a:close/>
                <a:moveTo>
                  <a:pt x="1123950" y="561975"/>
                </a:moveTo>
                <a:lnTo>
                  <a:pt x="1143000" y="561975"/>
                </a:lnTo>
                <a:lnTo>
                  <a:pt x="1143000" y="571500"/>
                </a:lnTo>
                <a:lnTo>
                  <a:pt x="1133475" y="571500"/>
                </a:lnTo>
                <a:lnTo>
                  <a:pt x="1133475" y="581025"/>
                </a:lnTo>
                <a:lnTo>
                  <a:pt x="1123950" y="581025"/>
                </a:lnTo>
                <a:lnTo>
                  <a:pt x="1123950" y="666750"/>
                </a:lnTo>
                <a:lnTo>
                  <a:pt x="1114425" y="666750"/>
                </a:lnTo>
                <a:lnTo>
                  <a:pt x="1114425" y="571500"/>
                </a:lnTo>
                <a:lnTo>
                  <a:pt x="1123950" y="571500"/>
                </a:lnTo>
                <a:close/>
                <a:moveTo>
                  <a:pt x="1200150" y="561975"/>
                </a:moveTo>
                <a:lnTo>
                  <a:pt x="1209675" y="561975"/>
                </a:lnTo>
                <a:lnTo>
                  <a:pt x="1209675" y="581025"/>
                </a:lnTo>
                <a:lnTo>
                  <a:pt x="1200150" y="581025"/>
                </a:lnTo>
                <a:close/>
                <a:moveTo>
                  <a:pt x="1276350" y="561975"/>
                </a:moveTo>
                <a:lnTo>
                  <a:pt x="1285875" y="561975"/>
                </a:lnTo>
                <a:lnTo>
                  <a:pt x="1285875" y="571500"/>
                </a:lnTo>
                <a:lnTo>
                  <a:pt x="1276350" y="571500"/>
                </a:lnTo>
                <a:close/>
                <a:moveTo>
                  <a:pt x="1352550" y="561975"/>
                </a:moveTo>
                <a:lnTo>
                  <a:pt x="1362075" y="561975"/>
                </a:lnTo>
                <a:lnTo>
                  <a:pt x="1362075" y="581025"/>
                </a:lnTo>
                <a:lnTo>
                  <a:pt x="1352550" y="581025"/>
                </a:lnTo>
                <a:close/>
                <a:moveTo>
                  <a:pt x="742950" y="571500"/>
                </a:moveTo>
                <a:lnTo>
                  <a:pt x="762000" y="571500"/>
                </a:lnTo>
                <a:lnTo>
                  <a:pt x="762000" y="590550"/>
                </a:lnTo>
                <a:lnTo>
                  <a:pt x="752475" y="590550"/>
                </a:lnTo>
                <a:lnTo>
                  <a:pt x="752475" y="581025"/>
                </a:lnTo>
                <a:lnTo>
                  <a:pt x="742950" y="581025"/>
                </a:lnTo>
                <a:close/>
                <a:moveTo>
                  <a:pt x="1143000" y="571500"/>
                </a:moveTo>
                <a:lnTo>
                  <a:pt x="1152525" y="571500"/>
                </a:lnTo>
                <a:lnTo>
                  <a:pt x="1152525" y="581025"/>
                </a:lnTo>
                <a:lnTo>
                  <a:pt x="1143000" y="581025"/>
                </a:lnTo>
                <a:close/>
                <a:moveTo>
                  <a:pt x="1238250" y="571500"/>
                </a:moveTo>
                <a:lnTo>
                  <a:pt x="1247775" y="571500"/>
                </a:lnTo>
                <a:lnTo>
                  <a:pt x="1247775" y="581025"/>
                </a:lnTo>
                <a:lnTo>
                  <a:pt x="1238250" y="581025"/>
                </a:lnTo>
                <a:close/>
                <a:moveTo>
                  <a:pt x="1381125" y="571500"/>
                </a:moveTo>
                <a:lnTo>
                  <a:pt x="1390650" y="571500"/>
                </a:lnTo>
                <a:lnTo>
                  <a:pt x="1390650" y="581025"/>
                </a:lnTo>
                <a:lnTo>
                  <a:pt x="1381125" y="581025"/>
                </a:lnTo>
                <a:close/>
                <a:moveTo>
                  <a:pt x="1514475" y="571500"/>
                </a:moveTo>
                <a:lnTo>
                  <a:pt x="1533525" y="571500"/>
                </a:lnTo>
                <a:lnTo>
                  <a:pt x="1533525" y="581025"/>
                </a:lnTo>
                <a:lnTo>
                  <a:pt x="1524000" y="581025"/>
                </a:lnTo>
                <a:lnTo>
                  <a:pt x="1524000" y="590550"/>
                </a:lnTo>
                <a:lnTo>
                  <a:pt x="1504950" y="590550"/>
                </a:lnTo>
                <a:lnTo>
                  <a:pt x="1504950" y="581025"/>
                </a:lnTo>
                <a:lnTo>
                  <a:pt x="1514475" y="581025"/>
                </a:lnTo>
                <a:close/>
                <a:moveTo>
                  <a:pt x="1581150" y="571500"/>
                </a:moveTo>
                <a:lnTo>
                  <a:pt x="1590675" y="571500"/>
                </a:lnTo>
                <a:lnTo>
                  <a:pt x="1590675" y="581025"/>
                </a:lnTo>
                <a:lnTo>
                  <a:pt x="1581150" y="581025"/>
                </a:lnTo>
                <a:close/>
                <a:moveTo>
                  <a:pt x="1600200" y="571500"/>
                </a:moveTo>
                <a:lnTo>
                  <a:pt x="1609725" y="571500"/>
                </a:lnTo>
                <a:lnTo>
                  <a:pt x="1609725" y="581025"/>
                </a:lnTo>
                <a:lnTo>
                  <a:pt x="1600200" y="581025"/>
                </a:lnTo>
                <a:close/>
                <a:moveTo>
                  <a:pt x="1666875" y="571500"/>
                </a:moveTo>
                <a:lnTo>
                  <a:pt x="1676400" y="571500"/>
                </a:lnTo>
                <a:lnTo>
                  <a:pt x="1676400" y="628650"/>
                </a:lnTo>
                <a:lnTo>
                  <a:pt x="1666875" y="628650"/>
                </a:lnTo>
                <a:lnTo>
                  <a:pt x="1666875" y="619125"/>
                </a:lnTo>
                <a:lnTo>
                  <a:pt x="1657350" y="619125"/>
                </a:lnTo>
                <a:lnTo>
                  <a:pt x="1657350" y="581025"/>
                </a:lnTo>
                <a:lnTo>
                  <a:pt x="1666875" y="581025"/>
                </a:lnTo>
                <a:close/>
                <a:moveTo>
                  <a:pt x="704850" y="581025"/>
                </a:moveTo>
                <a:lnTo>
                  <a:pt x="714375" y="581025"/>
                </a:lnTo>
                <a:lnTo>
                  <a:pt x="714375" y="590550"/>
                </a:lnTo>
                <a:lnTo>
                  <a:pt x="704850" y="590550"/>
                </a:lnTo>
                <a:close/>
                <a:moveTo>
                  <a:pt x="733425" y="581025"/>
                </a:moveTo>
                <a:lnTo>
                  <a:pt x="742950" y="581025"/>
                </a:lnTo>
                <a:lnTo>
                  <a:pt x="742950" y="590550"/>
                </a:lnTo>
                <a:lnTo>
                  <a:pt x="733425" y="590550"/>
                </a:lnTo>
                <a:close/>
                <a:moveTo>
                  <a:pt x="971550" y="581025"/>
                </a:moveTo>
                <a:lnTo>
                  <a:pt x="981075" y="581025"/>
                </a:lnTo>
                <a:lnTo>
                  <a:pt x="981075" y="666750"/>
                </a:lnTo>
                <a:lnTo>
                  <a:pt x="971550" y="666750"/>
                </a:lnTo>
                <a:close/>
                <a:moveTo>
                  <a:pt x="1295400" y="581025"/>
                </a:moveTo>
                <a:lnTo>
                  <a:pt x="1304925" y="581025"/>
                </a:lnTo>
                <a:lnTo>
                  <a:pt x="1304925" y="590550"/>
                </a:lnTo>
                <a:lnTo>
                  <a:pt x="1295400" y="590550"/>
                </a:lnTo>
                <a:close/>
                <a:moveTo>
                  <a:pt x="1571625" y="581025"/>
                </a:moveTo>
                <a:lnTo>
                  <a:pt x="1581150" y="581025"/>
                </a:lnTo>
                <a:lnTo>
                  <a:pt x="1581150" y="590550"/>
                </a:lnTo>
                <a:lnTo>
                  <a:pt x="1571625" y="590550"/>
                </a:lnTo>
                <a:close/>
                <a:moveTo>
                  <a:pt x="1819275" y="581025"/>
                </a:moveTo>
                <a:lnTo>
                  <a:pt x="1828800" y="581025"/>
                </a:lnTo>
                <a:lnTo>
                  <a:pt x="1828800" y="600075"/>
                </a:lnTo>
                <a:lnTo>
                  <a:pt x="1819275" y="600075"/>
                </a:lnTo>
                <a:close/>
                <a:moveTo>
                  <a:pt x="819150" y="590550"/>
                </a:moveTo>
                <a:lnTo>
                  <a:pt x="828675" y="590550"/>
                </a:lnTo>
                <a:lnTo>
                  <a:pt x="828675" y="600075"/>
                </a:lnTo>
                <a:lnTo>
                  <a:pt x="819150" y="600075"/>
                </a:lnTo>
                <a:close/>
                <a:moveTo>
                  <a:pt x="1266825" y="590550"/>
                </a:moveTo>
                <a:lnTo>
                  <a:pt x="1295400" y="590550"/>
                </a:lnTo>
                <a:lnTo>
                  <a:pt x="1295400" y="600075"/>
                </a:lnTo>
                <a:lnTo>
                  <a:pt x="1266825" y="600075"/>
                </a:lnTo>
                <a:close/>
                <a:moveTo>
                  <a:pt x="1428750" y="590550"/>
                </a:moveTo>
                <a:lnTo>
                  <a:pt x="1438275" y="590550"/>
                </a:lnTo>
                <a:lnTo>
                  <a:pt x="1438275" y="619125"/>
                </a:lnTo>
                <a:lnTo>
                  <a:pt x="1428750" y="619125"/>
                </a:lnTo>
                <a:close/>
                <a:moveTo>
                  <a:pt x="1485900" y="590550"/>
                </a:moveTo>
                <a:lnTo>
                  <a:pt x="1504950" y="590550"/>
                </a:lnTo>
                <a:lnTo>
                  <a:pt x="1504950" y="600075"/>
                </a:lnTo>
                <a:lnTo>
                  <a:pt x="1485900" y="600075"/>
                </a:lnTo>
                <a:close/>
                <a:moveTo>
                  <a:pt x="1581150" y="590550"/>
                </a:moveTo>
                <a:lnTo>
                  <a:pt x="1590675" y="590550"/>
                </a:lnTo>
                <a:lnTo>
                  <a:pt x="1590675" y="600075"/>
                </a:lnTo>
                <a:lnTo>
                  <a:pt x="1581150" y="600075"/>
                </a:lnTo>
                <a:close/>
                <a:moveTo>
                  <a:pt x="1752600" y="590550"/>
                </a:moveTo>
                <a:lnTo>
                  <a:pt x="1771650" y="590550"/>
                </a:lnTo>
                <a:lnTo>
                  <a:pt x="1771650" y="685800"/>
                </a:lnTo>
                <a:lnTo>
                  <a:pt x="1762125" y="685800"/>
                </a:lnTo>
                <a:lnTo>
                  <a:pt x="1762125" y="600075"/>
                </a:lnTo>
                <a:lnTo>
                  <a:pt x="1752600" y="600075"/>
                </a:lnTo>
                <a:close/>
                <a:moveTo>
                  <a:pt x="695325" y="600075"/>
                </a:moveTo>
                <a:lnTo>
                  <a:pt x="704850" y="600075"/>
                </a:lnTo>
                <a:lnTo>
                  <a:pt x="704850" y="609600"/>
                </a:lnTo>
                <a:lnTo>
                  <a:pt x="695325" y="609600"/>
                </a:lnTo>
                <a:close/>
                <a:moveTo>
                  <a:pt x="1247775" y="600075"/>
                </a:moveTo>
                <a:lnTo>
                  <a:pt x="1257300" y="600075"/>
                </a:lnTo>
                <a:lnTo>
                  <a:pt x="1257300" y="609600"/>
                </a:lnTo>
                <a:lnTo>
                  <a:pt x="1247775" y="609600"/>
                </a:lnTo>
                <a:close/>
                <a:moveTo>
                  <a:pt x="209550" y="609600"/>
                </a:moveTo>
                <a:lnTo>
                  <a:pt x="219075" y="609600"/>
                </a:lnTo>
                <a:lnTo>
                  <a:pt x="219075" y="638175"/>
                </a:lnTo>
                <a:lnTo>
                  <a:pt x="209550" y="638175"/>
                </a:lnTo>
                <a:close/>
                <a:moveTo>
                  <a:pt x="495300" y="609600"/>
                </a:moveTo>
                <a:lnTo>
                  <a:pt x="504825" y="609600"/>
                </a:lnTo>
                <a:lnTo>
                  <a:pt x="504825" y="809625"/>
                </a:lnTo>
                <a:lnTo>
                  <a:pt x="495300" y="809625"/>
                </a:lnTo>
                <a:close/>
                <a:moveTo>
                  <a:pt x="723900" y="609600"/>
                </a:moveTo>
                <a:lnTo>
                  <a:pt x="733425" y="609600"/>
                </a:lnTo>
                <a:lnTo>
                  <a:pt x="733425" y="619125"/>
                </a:lnTo>
                <a:lnTo>
                  <a:pt x="723900" y="619125"/>
                </a:lnTo>
                <a:close/>
                <a:moveTo>
                  <a:pt x="762000" y="609600"/>
                </a:moveTo>
                <a:lnTo>
                  <a:pt x="771525" y="609600"/>
                </a:lnTo>
                <a:lnTo>
                  <a:pt x="771525" y="619125"/>
                </a:lnTo>
                <a:lnTo>
                  <a:pt x="762000" y="619125"/>
                </a:lnTo>
                <a:close/>
                <a:moveTo>
                  <a:pt x="1238250" y="609600"/>
                </a:moveTo>
                <a:lnTo>
                  <a:pt x="1247775" y="609600"/>
                </a:lnTo>
                <a:lnTo>
                  <a:pt x="1247775" y="619125"/>
                </a:lnTo>
                <a:lnTo>
                  <a:pt x="1238250" y="619125"/>
                </a:lnTo>
                <a:close/>
                <a:moveTo>
                  <a:pt x="1514475" y="609600"/>
                </a:moveTo>
                <a:lnTo>
                  <a:pt x="1524000" y="609600"/>
                </a:lnTo>
                <a:lnTo>
                  <a:pt x="1524000" y="628650"/>
                </a:lnTo>
                <a:lnTo>
                  <a:pt x="1514475" y="628650"/>
                </a:lnTo>
                <a:close/>
                <a:moveTo>
                  <a:pt x="733425" y="619125"/>
                </a:moveTo>
                <a:lnTo>
                  <a:pt x="742950" y="619125"/>
                </a:lnTo>
                <a:lnTo>
                  <a:pt x="742950" y="628650"/>
                </a:lnTo>
                <a:lnTo>
                  <a:pt x="733425" y="628650"/>
                </a:lnTo>
                <a:close/>
                <a:moveTo>
                  <a:pt x="828675" y="619125"/>
                </a:moveTo>
                <a:lnTo>
                  <a:pt x="838200" y="619125"/>
                </a:lnTo>
                <a:lnTo>
                  <a:pt x="838200" y="628650"/>
                </a:lnTo>
                <a:lnTo>
                  <a:pt x="828675" y="628650"/>
                </a:lnTo>
                <a:close/>
                <a:moveTo>
                  <a:pt x="1228725" y="619125"/>
                </a:moveTo>
                <a:lnTo>
                  <a:pt x="1238250" y="619125"/>
                </a:lnTo>
                <a:lnTo>
                  <a:pt x="1238250" y="628650"/>
                </a:lnTo>
                <a:lnTo>
                  <a:pt x="1228725" y="628650"/>
                </a:lnTo>
                <a:close/>
                <a:moveTo>
                  <a:pt x="1285875" y="619125"/>
                </a:moveTo>
                <a:lnTo>
                  <a:pt x="1295400" y="619125"/>
                </a:lnTo>
                <a:lnTo>
                  <a:pt x="1295400" y="628650"/>
                </a:lnTo>
                <a:lnTo>
                  <a:pt x="1285875" y="628650"/>
                </a:lnTo>
                <a:close/>
                <a:moveTo>
                  <a:pt x="1647825" y="619125"/>
                </a:moveTo>
                <a:lnTo>
                  <a:pt x="1657350" y="619125"/>
                </a:lnTo>
                <a:lnTo>
                  <a:pt x="1657350" y="628650"/>
                </a:lnTo>
                <a:lnTo>
                  <a:pt x="1647825" y="628650"/>
                </a:lnTo>
                <a:close/>
                <a:moveTo>
                  <a:pt x="685800" y="628650"/>
                </a:moveTo>
                <a:lnTo>
                  <a:pt x="695325" y="628650"/>
                </a:lnTo>
                <a:lnTo>
                  <a:pt x="695325" y="638175"/>
                </a:lnTo>
                <a:lnTo>
                  <a:pt x="685800" y="638175"/>
                </a:lnTo>
                <a:close/>
                <a:moveTo>
                  <a:pt x="1276350" y="628650"/>
                </a:moveTo>
                <a:lnTo>
                  <a:pt x="1285875" y="628650"/>
                </a:lnTo>
                <a:lnTo>
                  <a:pt x="1285875" y="638175"/>
                </a:lnTo>
                <a:lnTo>
                  <a:pt x="1276350" y="638175"/>
                </a:lnTo>
                <a:close/>
                <a:moveTo>
                  <a:pt x="1295400" y="628650"/>
                </a:moveTo>
                <a:lnTo>
                  <a:pt x="1304925" y="628650"/>
                </a:lnTo>
                <a:lnTo>
                  <a:pt x="1304925" y="638175"/>
                </a:lnTo>
                <a:lnTo>
                  <a:pt x="1295400" y="638175"/>
                </a:lnTo>
                <a:close/>
                <a:moveTo>
                  <a:pt x="1581150" y="628650"/>
                </a:moveTo>
                <a:lnTo>
                  <a:pt x="1590675" y="628650"/>
                </a:lnTo>
                <a:lnTo>
                  <a:pt x="1590675" y="638175"/>
                </a:lnTo>
                <a:lnTo>
                  <a:pt x="1581150" y="638175"/>
                </a:lnTo>
                <a:close/>
                <a:moveTo>
                  <a:pt x="1209675" y="638175"/>
                </a:moveTo>
                <a:lnTo>
                  <a:pt x="1228725" y="638175"/>
                </a:lnTo>
                <a:lnTo>
                  <a:pt x="1228725" y="676275"/>
                </a:lnTo>
                <a:lnTo>
                  <a:pt x="1238250" y="676275"/>
                </a:lnTo>
                <a:lnTo>
                  <a:pt x="1238250" y="685800"/>
                </a:lnTo>
                <a:lnTo>
                  <a:pt x="1219200" y="685800"/>
                </a:lnTo>
                <a:lnTo>
                  <a:pt x="1219200" y="676275"/>
                </a:lnTo>
                <a:lnTo>
                  <a:pt x="1209675" y="676275"/>
                </a:lnTo>
                <a:close/>
                <a:moveTo>
                  <a:pt x="1438275" y="638175"/>
                </a:moveTo>
                <a:lnTo>
                  <a:pt x="1447800" y="638175"/>
                </a:lnTo>
                <a:lnTo>
                  <a:pt x="1447800" y="647700"/>
                </a:lnTo>
                <a:lnTo>
                  <a:pt x="1438275" y="647700"/>
                </a:lnTo>
                <a:close/>
                <a:moveTo>
                  <a:pt x="2219325" y="638175"/>
                </a:moveTo>
                <a:lnTo>
                  <a:pt x="2228850" y="638175"/>
                </a:lnTo>
                <a:lnTo>
                  <a:pt x="2228850" y="1028700"/>
                </a:lnTo>
                <a:lnTo>
                  <a:pt x="2219325" y="1028700"/>
                </a:lnTo>
                <a:close/>
                <a:moveTo>
                  <a:pt x="838200" y="647700"/>
                </a:moveTo>
                <a:lnTo>
                  <a:pt x="847725" y="647700"/>
                </a:lnTo>
                <a:lnTo>
                  <a:pt x="847725" y="657225"/>
                </a:lnTo>
                <a:lnTo>
                  <a:pt x="838200" y="657225"/>
                </a:lnTo>
                <a:close/>
                <a:moveTo>
                  <a:pt x="1276350" y="647700"/>
                </a:moveTo>
                <a:lnTo>
                  <a:pt x="1285875" y="647700"/>
                </a:lnTo>
                <a:lnTo>
                  <a:pt x="1285875" y="657225"/>
                </a:lnTo>
                <a:lnTo>
                  <a:pt x="1276350" y="657225"/>
                </a:lnTo>
                <a:close/>
                <a:moveTo>
                  <a:pt x="1295400" y="647700"/>
                </a:moveTo>
                <a:lnTo>
                  <a:pt x="1304925" y="647700"/>
                </a:lnTo>
                <a:lnTo>
                  <a:pt x="1304925" y="657225"/>
                </a:lnTo>
                <a:lnTo>
                  <a:pt x="1295400" y="657225"/>
                </a:lnTo>
                <a:close/>
                <a:moveTo>
                  <a:pt x="1447800" y="647700"/>
                </a:moveTo>
                <a:lnTo>
                  <a:pt x="1457325" y="647700"/>
                </a:lnTo>
                <a:lnTo>
                  <a:pt x="1457325" y="657225"/>
                </a:lnTo>
                <a:lnTo>
                  <a:pt x="1447800" y="657225"/>
                </a:lnTo>
                <a:close/>
                <a:moveTo>
                  <a:pt x="1581150" y="647700"/>
                </a:moveTo>
                <a:lnTo>
                  <a:pt x="1590675" y="647700"/>
                </a:lnTo>
                <a:lnTo>
                  <a:pt x="1590675" y="657225"/>
                </a:lnTo>
                <a:lnTo>
                  <a:pt x="1581150" y="657225"/>
                </a:lnTo>
                <a:close/>
                <a:moveTo>
                  <a:pt x="676275" y="657225"/>
                </a:moveTo>
                <a:lnTo>
                  <a:pt x="685800" y="657225"/>
                </a:lnTo>
                <a:lnTo>
                  <a:pt x="685800" y="666750"/>
                </a:lnTo>
                <a:lnTo>
                  <a:pt x="676275" y="666750"/>
                </a:lnTo>
                <a:close/>
                <a:moveTo>
                  <a:pt x="723900" y="657225"/>
                </a:moveTo>
                <a:lnTo>
                  <a:pt x="752475" y="657225"/>
                </a:lnTo>
                <a:lnTo>
                  <a:pt x="752475" y="666750"/>
                </a:lnTo>
                <a:lnTo>
                  <a:pt x="723900" y="666750"/>
                </a:lnTo>
                <a:close/>
                <a:moveTo>
                  <a:pt x="771525" y="657225"/>
                </a:moveTo>
                <a:lnTo>
                  <a:pt x="781050" y="657225"/>
                </a:lnTo>
                <a:lnTo>
                  <a:pt x="781050" y="666750"/>
                </a:lnTo>
                <a:lnTo>
                  <a:pt x="771525" y="666750"/>
                </a:lnTo>
                <a:close/>
                <a:moveTo>
                  <a:pt x="1362075" y="657225"/>
                </a:moveTo>
                <a:lnTo>
                  <a:pt x="1371600" y="657225"/>
                </a:lnTo>
                <a:lnTo>
                  <a:pt x="1371600" y="666750"/>
                </a:lnTo>
                <a:lnTo>
                  <a:pt x="1362075" y="666750"/>
                </a:lnTo>
                <a:close/>
                <a:moveTo>
                  <a:pt x="1381125" y="657225"/>
                </a:moveTo>
                <a:lnTo>
                  <a:pt x="1390650" y="657225"/>
                </a:lnTo>
                <a:lnTo>
                  <a:pt x="1390650" y="666750"/>
                </a:lnTo>
                <a:lnTo>
                  <a:pt x="1381125" y="666750"/>
                </a:lnTo>
                <a:close/>
                <a:moveTo>
                  <a:pt x="1466850" y="657225"/>
                </a:moveTo>
                <a:lnTo>
                  <a:pt x="1485900" y="657225"/>
                </a:lnTo>
                <a:lnTo>
                  <a:pt x="1485900" y="666750"/>
                </a:lnTo>
                <a:lnTo>
                  <a:pt x="1466850" y="666750"/>
                </a:lnTo>
                <a:close/>
                <a:moveTo>
                  <a:pt x="1524000" y="657225"/>
                </a:moveTo>
                <a:lnTo>
                  <a:pt x="1533525" y="657225"/>
                </a:lnTo>
                <a:lnTo>
                  <a:pt x="1533525" y="666750"/>
                </a:lnTo>
                <a:lnTo>
                  <a:pt x="1524000" y="666750"/>
                </a:lnTo>
                <a:close/>
                <a:moveTo>
                  <a:pt x="1590675" y="657225"/>
                </a:moveTo>
                <a:lnTo>
                  <a:pt x="1600200" y="657225"/>
                </a:lnTo>
                <a:lnTo>
                  <a:pt x="1600200" y="666750"/>
                </a:lnTo>
                <a:lnTo>
                  <a:pt x="1590675" y="666750"/>
                </a:lnTo>
                <a:close/>
                <a:moveTo>
                  <a:pt x="1638300" y="657225"/>
                </a:moveTo>
                <a:lnTo>
                  <a:pt x="1657350" y="657225"/>
                </a:lnTo>
                <a:lnTo>
                  <a:pt x="1657350" y="666750"/>
                </a:lnTo>
                <a:lnTo>
                  <a:pt x="1638300" y="666750"/>
                </a:lnTo>
                <a:close/>
                <a:moveTo>
                  <a:pt x="714375" y="666750"/>
                </a:moveTo>
                <a:lnTo>
                  <a:pt x="723900" y="666750"/>
                </a:lnTo>
                <a:lnTo>
                  <a:pt x="723900" y="676275"/>
                </a:lnTo>
                <a:lnTo>
                  <a:pt x="714375" y="676275"/>
                </a:lnTo>
                <a:close/>
                <a:moveTo>
                  <a:pt x="781050" y="666750"/>
                </a:moveTo>
                <a:lnTo>
                  <a:pt x="790575" y="666750"/>
                </a:lnTo>
                <a:lnTo>
                  <a:pt x="790575" y="685800"/>
                </a:lnTo>
                <a:lnTo>
                  <a:pt x="781050" y="685800"/>
                </a:lnTo>
                <a:close/>
                <a:moveTo>
                  <a:pt x="876300" y="666750"/>
                </a:moveTo>
                <a:lnTo>
                  <a:pt x="885825" y="666750"/>
                </a:lnTo>
                <a:lnTo>
                  <a:pt x="885825" y="676275"/>
                </a:lnTo>
                <a:lnTo>
                  <a:pt x="876300" y="676275"/>
                </a:lnTo>
                <a:close/>
                <a:moveTo>
                  <a:pt x="942975" y="666750"/>
                </a:moveTo>
                <a:lnTo>
                  <a:pt x="952500" y="666750"/>
                </a:lnTo>
                <a:lnTo>
                  <a:pt x="952500" y="676275"/>
                </a:lnTo>
                <a:lnTo>
                  <a:pt x="942975" y="676275"/>
                </a:lnTo>
                <a:close/>
                <a:moveTo>
                  <a:pt x="962025" y="666750"/>
                </a:moveTo>
                <a:lnTo>
                  <a:pt x="971550" y="666750"/>
                </a:lnTo>
                <a:lnTo>
                  <a:pt x="971550" y="676275"/>
                </a:lnTo>
                <a:lnTo>
                  <a:pt x="962025" y="676275"/>
                </a:lnTo>
                <a:close/>
                <a:moveTo>
                  <a:pt x="1028700" y="666750"/>
                </a:moveTo>
                <a:lnTo>
                  <a:pt x="1038225" y="666750"/>
                </a:lnTo>
                <a:lnTo>
                  <a:pt x="1038225" y="676275"/>
                </a:lnTo>
                <a:lnTo>
                  <a:pt x="1028700" y="676275"/>
                </a:lnTo>
                <a:close/>
                <a:moveTo>
                  <a:pt x="1123950" y="666750"/>
                </a:moveTo>
                <a:lnTo>
                  <a:pt x="1143000" y="666750"/>
                </a:lnTo>
                <a:lnTo>
                  <a:pt x="1143000" y="676275"/>
                </a:lnTo>
                <a:lnTo>
                  <a:pt x="1123950" y="676275"/>
                </a:lnTo>
                <a:close/>
                <a:moveTo>
                  <a:pt x="1390650" y="666750"/>
                </a:moveTo>
                <a:lnTo>
                  <a:pt x="1400175" y="666750"/>
                </a:lnTo>
                <a:lnTo>
                  <a:pt x="1400175" y="676275"/>
                </a:lnTo>
                <a:lnTo>
                  <a:pt x="1390650" y="676275"/>
                </a:lnTo>
                <a:close/>
                <a:moveTo>
                  <a:pt x="1657350" y="666750"/>
                </a:moveTo>
                <a:lnTo>
                  <a:pt x="1676400" y="666750"/>
                </a:lnTo>
                <a:lnTo>
                  <a:pt x="1676400" y="685800"/>
                </a:lnTo>
                <a:lnTo>
                  <a:pt x="1657350" y="685800"/>
                </a:lnTo>
                <a:close/>
                <a:moveTo>
                  <a:pt x="666750" y="676275"/>
                </a:moveTo>
                <a:lnTo>
                  <a:pt x="676275" y="676275"/>
                </a:lnTo>
                <a:lnTo>
                  <a:pt x="676275" y="685800"/>
                </a:lnTo>
                <a:lnTo>
                  <a:pt x="666750" y="685800"/>
                </a:lnTo>
                <a:close/>
                <a:moveTo>
                  <a:pt x="857250" y="676275"/>
                </a:moveTo>
                <a:lnTo>
                  <a:pt x="876300" y="676275"/>
                </a:lnTo>
                <a:lnTo>
                  <a:pt x="876300" y="685800"/>
                </a:lnTo>
                <a:lnTo>
                  <a:pt x="857250" y="685800"/>
                </a:lnTo>
                <a:close/>
                <a:moveTo>
                  <a:pt x="1038225" y="676275"/>
                </a:moveTo>
                <a:lnTo>
                  <a:pt x="1057275" y="676275"/>
                </a:lnTo>
                <a:lnTo>
                  <a:pt x="1057275" y="685800"/>
                </a:lnTo>
                <a:lnTo>
                  <a:pt x="1066800" y="685800"/>
                </a:lnTo>
                <a:lnTo>
                  <a:pt x="1066800" y="695325"/>
                </a:lnTo>
                <a:lnTo>
                  <a:pt x="1028700" y="695325"/>
                </a:lnTo>
                <a:lnTo>
                  <a:pt x="1028700" y="685800"/>
                </a:lnTo>
                <a:lnTo>
                  <a:pt x="1038225" y="685800"/>
                </a:lnTo>
                <a:close/>
                <a:moveTo>
                  <a:pt x="1400175" y="676275"/>
                </a:moveTo>
                <a:lnTo>
                  <a:pt x="1409700" y="676275"/>
                </a:lnTo>
                <a:lnTo>
                  <a:pt x="1409700" y="685800"/>
                </a:lnTo>
                <a:lnTo>
                  <a:pt x="1400175" y="685800"/>
                </a:lnTo>
                <a:close/>
                <a:moveTo>
                  <a:pt x="1733550" y="676275"/>
                </a:moveTo>
                <a:lnTo>
                  <a:pt x="1743075" y="676275"/>
                </a:lnTo>
                <a:lnTo>
                  <a:pt x="1743075" y="685800"/>
                </a:lnTo>
                <a:lnTo>
                  <a:pt x="1733550" y="685800"/>
                </a:lnTo>
                <a:close/>
                <a:moveTo>
                  <a:pt x="657225" y="685800"/>
                </a:moveTo>
                <a:lnTo>
                  <a:pt x="666750" y="685800"/>
                </a:lnTo>
                <a:lnTo>
                  <a:pt x="666750" y="695325"/>
                </a:lnTo>
                <a:lnTo>
                  <a:pt x="657225" y="695325"/>
                </a:lnTo>
                <a:close/>
                <a:moveTo>
                  <a:pt x="1123950" y="685800"/>
                </a:moveTo>
                <a:lnTo>
                  <a:pt x="1152525" y="685800"/>
                </a:lnTo>
                <a:lnTo>
                  <a:pt x="1152525" y="695325"/>
                </a:lnTo>
                <a:lnTo>
                  <a:pt x="1123950" y="695325"/>
                </a:lnTo>
                <a:close/>
                <a:moveTo>
                  <a:pt x="1238250" y="685800"/>
                </a:moveTo>
                <a:lnTo>
                  <a:pt x="1247775" y="685800"/>
                </a:lnTo>
                <a:lnTo>
                  <a:pt x="1247775" y="695325"/>
                </a:lnTo>
                <a:lnTo>
                  <a:pt x="1238250" y="695325"/>
                </a:lnTo>
                <a:close/>
                <a:moveTo>
                  <a:pt x="1314450" y="685800"/>
                </a:moveTo>
                <a:lnTo>
                  <a:pt x="1323975" y="685800"/>
                </a:lnTo>
                <a:lnTo>
                  <a:pt x="1323975" y="695325"/>
                </a:lnTo>
                <a:lnTo>
                  <a:pt x="1314450" y="695325"/>
                </a:lnTo>
                <a:close/>
                <a:moveTo>
                  <a:pt x="1485900" y="685800"/>
                </a:moveTo>
                <a:lnTo>
                  <a:pt x="1495425" y="685800"/>
                </a:lnTo>
                <a:lnTo>
                  <a:pt x="1495425" y="695325"/>
                </a:lnTo>
                <a:lnTo>
                  <a:pt x="1485900" y="695325"/>
                </a:lnTo>
                <a:close/>
                <a:moveTo>
                  <a:pt x="1743075" y="685800"/>
                </a:moveTo>
                <a:lnTo>
                  <a:pt x="1762125" y="685800"/>
                </a:lnTo>
                <a:lnTo>
                  <a:pt x="1762125" y="704850"/>
                </a:lnTo>
                <a:lnTo>
                  <a:pt x="1743075" y="704850"/>
                </a:lnTo>
                <a:lnTo>
                  <a:pt x="1743075" y="714375"/>
                </a:lnTo>
                <a:lnTo>
                  <a:pt x="1685925" y="714375"/>
                </a:lnTo>
                <a:lnTo>
                  <a:pt x="1685925" y="704850"/>
                </a:lnTo>
                <a:lnTo>
                  <a:pt x="1733550" y="704850"/>
                </a:lnTo>
                <a:lnTo>
                  <a:pt x="1733550" y="695325"/>
                </a:lnTo>
                <a:lnTo>
                  <a:pt x="1743075" y="695325"/>
                </a:lnTo>
                <a:close/>
                <a:moveTo>
                  <a:pt x="771525" y="695325"/>
                </a:moveTo>
                <a:lnTo>
                  <a:pt x="781050" y="695325"/>
                </a:lnTo>
                <a:lnTo>
                  <a:pt x="781050" y="704850"/>
                </a:lnTo>
                <a:lnTo>
                  <a:pt x="771525" y="704850"/>
                </a:lnTo>
                <a:close/>
                <a:moveTo>
                  <a:pt x="942975" y="695325"/>
                </a:moveTo>
                <a:lnTo>
                  <a:pt x="1028700" y="695325"/>
                </a:lnTo>
                <a:lnTo>
                  <a:pt x="1028700" y="704850"/>
                </a:lnTo>
                <a:lnTo>
                  <a:pt x="942975" y="704850"/>
                </a:lnTo>
                <a:close/>
                <a:moveTo>
                  <a:pt x="1438275" y="695325"/>
                </a:moveTo>
                <a:lnTo>
                  <a:pt x="1466850" y="695325"/>
                </a:lnTo>
                <a:lnTo>
                  <a:pt x="1466850" y="704850"/>
                </a:lnTo>
                <a:lnTo>
                  <a:pt x="1438275" y="704850"/>
                </a:lnTo>
                <a:close/>
                <a:moveTo>
                  <a:pt x="1571625" y="695325"/>
                </a:moveTo>
                <a:lnTo>
                  <a:pt x="1581150" y="695325"/>
                </a:lnTo>
                <a:lnTo>
                  <a:pt x="1581150" y="704850"/>
                </a:lnTo>
                <a:lnTo>
                  <a:pt x="1571625" y="704850"/>
                </a:lnTo>
                <a:close/>
                <a:moveTo>
                  <a:pt x="647700" y="704850"/>
                </a:moveTo>
                <a:lnTo>
                  <a:pt x="657225" y="704850"/>
                </a:lnTo>
                <a:lnTo>
                  <a:pt x="657225" y="714375"/>
                </a:lnTo>
                <a:lnTo>
                  <a:pt x="647700" y="714375"/>
                </a:lnTo>
                <a:close/>
                <a:moveTo>
                  <a:pt x="819150" y="704850"/>
                </a:moveTo>
                <a:lnTo>
                  <a:pt x="847725" y="704850"/>
                </a:lnTo>
                <a:lnTo>
                  <a:pt x="847725" y="714375"/>
                </a:lnTo>
                <a:lnTo>
                  <a:pt x="819150" y="714375"/>
                </a:lnTo>
                <a:close/>
                <a:moveTo>
                  <a:pt x="1762125" y="704850"/>
                </a:moveTo>
                <a:lnTo>
                  <a:pt x="1771650" y="704850"/>
                </a:lnTo>
                <a:lnTo>
                  <a:pt x="1771650" y="714375"/>
                </a:lnTo>
                <a:lnTo>
                  <a:pt x="1762125" y="714375"/>
                </a:lnTo>
                <a:close/>
                <a:moveTo>
                  <a:pt x="1019175" y="733425"/>
                </a:moveTo>
                <a:lnTo>
                  <a:pt x="1028700" y="733425"/>
                </a:lnTo>
                <a:lnTo>
                  <a:pt x="1028700" y="742950"/>
                </a:lnTo>
                <a:lnTo>
                  <a:pt x="1019175" y="742950"/>
                </a:lnTo>
                <a:close/>
                <a:moveTo>
                  <a:pt x="1257300" y="733425"/>
                </a:moveTo>
                <a:lnTo>
                  <a:pt x="1266825" y="733425"/>
                </a:lnTo>
                <a:lnTo>
                  <a:pt x="1266825" y="742950"/>
                </a:lnTo>
                <a:lnTo>
                  <a:pt x="1257300" y="742950"/>
                </a:lnTo>
                <a:close/>
                <a:moveTo>
                  <a:pt x="1409700" y="733425"/>
                </a:moveTo>
                <a:lnTo>
                  <a:pt x="1419225" y="733425"/>
                </a:lnTo>
                <a:lnTo>
                  <a:pt x="1419225" y="742950"/>
                </a:lnTo>
                <a:lnTo>
                  <a:pt x="1409700" y="742950"/>
                </a:lnTo>
                <a:close/>
                <a:moveTo>
                  <a:pt x="1476375" y="733425"/>
                </a:moveTo>
                <a:lnTo>
                  <a:pt x="1485900" y="733425"/>
                </a:lnTo>
                <a:lnTo>
                  <a:pt x="1485900" y="742950"/>
                </a:lnTo>
                <a:lnTo>
                  <a:pt x="1476375" y="742950"/>
                </a:lnTo>
                <a:close/>
                <a:moveTo>
                  <a:pt x="866775" y="742950"/>
                </a:moveTo>
                <a:lnTo>
                  <a:pt x="876300" y="742950"/>
                </a:lnTo>
                <a:lnTo>
                  <a:pt x="876300" y="752475"/>
                </a:lnTo>
                <a:lnTo>
                  <a:pt x="885825" y="752475"/>
                </a:lnTo>
                <a:lnTo>
                  <a:pt x="885825" y="781050"/>
                </a:lnTo>
                <a:lnTo>
                  <a:pt x="876300" y="781050"/>
                </a:lnTo>
                <a:lnTo>
                  <a:pt x="876300" y="762000"/>
                </a:lnTo>
                <a:lnTo>
                  <a:pt x="866775" y="762000"/>
                </a:lnTo>
                <a:lnTo>
                  <a:pt x="866775" y="771525"/>
                </a:lnTo>
                <a:lnTo>
                  <a:pt x="857250" y="771525"/>
                </a:lnTo>
                <a:lnTo>
                  <a:pt x="857250" y="752475"/>
                </a:lnTo>
                <a:lnTo>
                  <a:pt x="866775" y="752475"/>
                </a:lnTo>
                <a:close/>
                <a:moveTo>
                  <a:pt x="1009650" y="742950"/>
                </a:moveTo>
                <a:lnTo>
                  <a:pt x="1019175" y="742950"/>
                </a:lnTo>
                <a:lnTo>
                  <a:pt x="1019175" y="771525"/>
                </a:lnTo>
                <a:lnTo>
                  <a:pt x="1009650" y="771525"/>
                </a:lnTo>
                <a:close/>
                <a:moveTo>
                  <a:pt x="1438275" y="742950"/>
                </a:moveTo>
                <a:lnTo>
                  <a:pt x="1457325" y="742950"/>
                </a:lnTo>
                <a:lnTo>
                  <a:pt x="1457325" y="762000"/>
                </a:lnTo>
                <a:lnTo>
                  <a:pt x="1447800" y="762000"/>
                </a:lnTo>
                <a:lnTo>
                  <a:pt x="1447800" y="752475"/>
                </a:lnTo>
                <a:lnTo>
                  <a:pt x="1438275" y="752475"/>
                </a:lnTo>
                <a:close/>
                <a:moveTo>
                  <a:pt x="1485900" y="742950"/>
                </a:moveTo>
                <a:lnTo>
                  <a:pt x="1495425" y="742950"/>
                </a:lnTo>
                <a:lnTo>
                  <a:pt x="1495425" y="752475"/>
                </a:lnTo>
                <a:lnTo>
                  <a:pt x="1485900" y="752475"/>
                </a:lnTo>
                <a:close/>
                <a:moveTo>
                  <a:pt x="1409700" y="752475"/>
                </a:moveTo>
                <a:lnTo>
                  <a:pt x="1419225" y="752475"/>
                </a:lnTo>
                <a:lnTo>
                  <a:pt x="1419225" y="762000"/>
                </a:lnTo>
                <a:lnTo>
                  <a:pt x="1409700" y="762000"/>
                </a:lnTo>
                <a:close/>
                <a:moveTo>
                  <a:pt x="1114425" y="762000"/>
                </a:moveTo>
                <a:lnTo>
                  <a:pt x="1123950" y="762000"/>
                </a:lnTo>
                <a:lnTo>
                  <a:pt x="1123950" y="781050"/>
                </a:lnTo>
                <a:lnTo>
                  <a:pt x="1114425" y="781050"/>
                </a:lnTo>
                <a:close/>
                <a:moveTo>
                  <a:pt x="1428750" y="762000"/>
                </a:moveTo>
                <a:lnTo>
                  <a:pt x="1438275" y="762000"/>
                </a:lnTo>
                <a:lnTo>
                  <a:pt x="1438275" y="781050"/>
                </a:lnTo>
                <a:lnTo>
                  <a:pt x="1428750" y="781050"/>
                </a:lnTo>
                <a:close/>
                <a:moveTo>
                  <a:pt x="1152525" y="771525"/>
                </a:moveTo>
                <a:lnTo>
                  <a:pt x="1162050" y="771525"/>
                </a:lnTo>
                <a:lnTo>
                  <a:pt x="1162050" y="781050"/>
                </a:lnTo>
                <a:lnTo>
                  <a:pt x="1152525" y="781050"/>
                </a:lnTo>
                <a:close/>
                <a:moveTo>
                  <a:pt x="1209675" y="771525"/>
                </a:moveTo>
                <a:lnTo>
                  <a:pt x="1219200" y="771525"/>
                </a:lnTo>
                <a:lnTo>
                  <a:pt x="1219200" y="781050"/>
                </a:lnTo>
                <a:lnTo>
                  <a:pt x="1209675" y="781050"/>
                </a:lnTo>
                <a:close/>
                <a:moveTo>
                  <a:pt x="1371600" y="771525"/>
                </a:moveTo>
                <a:lnTo>
                  <a:pt x="1381125" y="771525"/>
                </a:lnTo>
                <a:lnTo>
                  <a:pt x="1381125" y="781050"/>
                </a:lnTo>
                <a:lnTo>
                  <a:pt x="1371600" y="781050"/>
                </a:lnTo>
                <a:close/>
                <a:moveTo>
                  <a:pt x="1590675" y="771525"/>
                </a:moveTo>
                <a:lnTo>
                  <a:pt x="1600200" y="771525"/>
                </a:lnTo>
                <a:lnTo>
                  <a:pt x="1600200" y="781050"/>
                </a:lnTo>
                <a:lnTo>
                  <a:pt x="1590675" y="781050"/>
                </a:lnTo>
                <a:close/>
                <a:moveTo>
                  <a:pt x="1647825" y="771525"/>
                </a:moveTo>
                <a:lnTo>
                  <a:pt x="1657350" y="771525"/>
                </a:lnTo>
                <a:lnTo>
                  <a:pt x="1657350" y="781050"/>
                </a:lnTo>
                <a:lnTo>
                  <a:pt x="1647825" y="781050"/>
                </a:lnTo>
                <a:close/>
                <a:moveTo>
                  <a:pt x="819150" y="781050"/>
                </a:moveTo>
                <a:lnTo>
                  <a:pt x="828675" y="781050"/>
                </a:lnTo>
                <a:lnTo>
                  <a:pt x="828675" y="790575"/>
                </a:lnTo>
                <a:lnTo>
                  <a:pt x="819150" y="790575"/>
                </a:lnTo>
                <a:close/>
                <a:moveTo>
                  <a:pt x="923925" y="781050"/>
                </a:moveTo>
                <a:lnTo>
                  <a:pt x="942975" y="781050"/>
                </a:lnTo>
                <a:lnTo>
                  <a:pt x="942975" y="790575"/>
                </a:lnTo>
                <a:lnTo>
                  <a:pt x="952500" y="790575"/>
                </a:lnTo>
                <a:lnTo>
                  <a:pt x="952500" y="800100"/>
                </a:lnTo>
                <a:lnTo>
                  <a:pt x="904875" y="800100"/>
                </a:lnTo>
                <a:lnTo>
                  <a:pt x="904875" y="790575"/>
                </a:lnTo>
                <a:lnTo>
                  <a:pt x="923925" y="790575"/>
                </a:lnTo>
                <a:close/>
                <a:moveTo>
                  <a:pt x="1143000" y="781050"/>
                </a:moveTo>
                <a:lnTo>
                  <a:pt x="1152525" y="781050"/>
                </a:lnTo>
                <a:lnTo>
                  <a:pt x="1152525" y="790575"/>
                </a:lnTo>
                <a:lnTo>
                  <a:pt x="1143000" y="790575"/>
                </a:lnTo>
                <a:close/>
                <a:moveTo>
                  <a:pt x="1219200" y="781050"/>
                </a:moveTo>
                <a:lnTo>
                  <a:pt x="1228725" y="781050"/>
                </a:lnTo>
                <a:lnTo>
                  <a:pt x="1228725" y="790575"/>
                </a:lnTo>
                <a:lnTo>
                  <a:pt x="1219200" y="790575"/>
                </a:lnTo>
                <a:close/>
                <a:moveTo>
                  <a:pt x="1381125" y="781050"/>
                </a:moveTo>
                <a:lnTo>
                  <a:pt x="1390650" y="781050"/>
                </a:lnTo>
                <a:lnTo>
                  <a:pt x="1390650" y="790575"/>
                </a:lnTo>
                <a:lnTo>
                  <a:pt x="1381125" y="790575"/>
                </a:lnTo>
                <a:close/>
                <a:moveTo>
                  <a:pt x="1438275" y="781050"/>
                </a:moveTo>
                <a:lnTo>
                  <a:pt x="1457325" y="781050"/>
                </a:lnTo>
                <a:lnTo>
                  <a:pt x="1457325" y="857250"/>
                </a:lnTo>
                <a:lnTo>
                  <a:pt x="1447800" y="857250"/>
                </a:lnTo>
                <a:lnTo>
                  <a:pt x="1447800" y="866775"/>
                </a:lnTo>
                <a:lnTo>
                  <a:pt x="1438275" y="866775"/>
                </a:lnTo>
                <a:lnTo>
                  <a:pt x="1438275" y="876300"/>
                </a:lnTo>
                <a:lnTo>
                  <a:pt x="1419225" y="876300"/>
                </a:lnTo>
                <a:lnTo>
                  <a:pt x="1419225" y="866775"/>
                </a:lnTo>
                <a:lnTo>
                  <a:pt x="1409700" y="866775"/>
                </a:lnTo>
                <a:lnTo>
                  <a:pt x="1409700" y="857250"/>
                </a:lnTo>
                <a:lnTo>
                  <a:pt x="1390650" y="857250"/>
                </a:lnTo>
                <a:lnTo>
                  <a:pt x="1390650" y="838200"/>
                </a:lnTo>
                <a:lnTo>
                  <a:pt x="1409700" y="838200"/>
                </a:lnTo>
                <a:lnTo>
                  <a:pt x="1409700" y="857250"/>
                </a:lnTo>
                <a:lnTo>
                  <a:pt x="1419225" y="857250"/>
                </a:lnTo>
                <a:lnTo>
                  <a:pt x="1419225" y="866775"/>
                </a:lnTo>
                <a:lnTo>
                  <a:pt x="1428750" y="866775"/>
                </a:lnTo>
                <a:lnTo>
                  <a:pt x="1428750" y="857250"/>
                </a:lnTo>
                <a:lnTo>
                  <a:pt x="1438275" y="857250"/>
                </a:lnTo>
                <a:close/>
                <a:moveTo>
                  <a:pt x="1581150" y="781050"/>
                </a:moveTo>
                <a:lnTo>
                  <a:pt x="1590675" y="781050"/>
                </a:lnTo>
                <a:lnTo>
                  <a:pt x="1590675" y="790575"/>
                </a:lnTo>
                <a:lnTo>
                  <a:pt x="1581150" y="790575"/>
                </a:lnTo>
                <a:close/>
                <a:moveTo>
                  <a:pt x="1657350" y="781050"/>
                </a:moveTo>
                <a:lnTo>
                  <a:pt x="1666875" y="781050"/>
                </a:lnTo>
                <a:lnTo>
                  <a:pt x="1666875" y="790575"/>
                </a:lnTo>
                <a:lnTo>
                  <a:pt x="1657350" y="790575"/>
                </a:lnTo>
                <a:close/>
                <a:moveTo>
                  <a:pt x="809625" y="790575"/>
                </a:moveTo>
                <a:lnTo>
                  <a:pt x="819150" y="790575"/>
                </a:lnTo>
                <a:lnTo>
                  <a:pt x="819150" y="800100"/>
                </a:lnTo>
                <a:lnTo>
                  <a:pt x="809625" y="800100"/>
                </a:lnTo>
                <a:close/>
                <a:moveTo>
                  <a:pt x="1104900" y="790575"/>
                </a:moveTo>
                <a:lnTo>
                  <a:pt x="1114425" y="790575"/>
                </a:lnTo>
                <a:lnTo>
                  <a:pt x="1114425" y="809625"/>
                </a:lnTo>
                <a:lnTo>
                  <a:pt x="1104900" y="809625"/>
                </a:lnTo>
                <a:close/>
                <a:moveTo>
                  <a:pt x="1228725" y="790575"/>
                </a:moveTo>
                <a:lnTo>
                  <a:pt x="1238250" y="790575"/>
                </a:lnTo>
                <a:lnTo>
                  <a:pt x="1238250" y="800100"/>
                </a:lnTo>
                <a:lnTo>
                  <a:pt x="1228725" y="800100"/>
                </a:lnTo>
                <a:close/>
                <a:moveTo>
                  <a:pt x="1304925" y="790575"/>
                </a:moveTo>
                <a:lnTo>
                  <a:pt x="1314450" y="790575"/>
                </a:lnTo>
                <a:lnTo>
                  <a:pt x="1314450" y="819150"/>
                </a:lnTo>
                <a:lnTo>
                  <a:pt x="1304925" y="819150"/>
                </a:lnTo>
                <a:close/>
                <a:moveTo>
                  <a:pt x="1571625" y="790575"/>
                </a:moveTo>
                <a:lnTo>
                  <a:pt x="1581150" y="790575"/>
                </a:lnTo>
                <a:lnTo>
                  <a:pt x="1581150" y="800100"/>
                </a:lnTo>
                <a:lnTo>
                  <a:pt x="1571625" y="800100"/>
                </a:lnTo>
                <a:close/>
                <a:moveTo>
                  <a:pt x="1666875" y="790575"/>
                </a:moveTo>
                <a:lnTo>
                  <a:pt x="1676400" y="790575"/>
                </a:lnTo>
                <a:lnTo>
                  <a:pt x="1676400" y="800100"/>
                </a:lnTo>
                <a:lnTo>
                  <a:pt x="1666875" y="800100"/>
                </a:lnTo>
                <a:close/>
                <a:moveTo>
                  <a:pt x="638175" y="800100"/>
                </a:moveTo>
                <a:lnTo>
                  <a:pt x="676275" y="800100"/>
                </a:lnTo>
                <a:lnTo>
                  <a:pt x="676275" y="809625"/>
                </a:lnTo>
                <a:lnTo>
                  <a:pt x="742950" y="809625"/>
                </a:lnTo>
                <a:lnTo>
                  <a:pt x="742950" y="819150"/>
                </a:lnTo>
                <a:lnTo>
                  <a:pt x="733425" y="819150"/>
                </a:lnTo>
                <a:lnTo>
                  <a:pt x="733425" y="828675"/>
                </a:lnTo>
                <a:lnTo>
                  <a:pt x="638175" y="828675"/>
                </a:lnTo>
                <a:close/>
                <a:moveTo>
                  <a:pt x="800100" y="800100"/>
                </a:moveTo>
                <a:lnTo>
                  <a:pt x="809625" y="800100"/>
                </a:lnTo>
                <a:lnTo>
                  <a:pt x="809625" y="809625"/>
                </a:lnTo>
                <a:lnTo>
                  <a:pt x="800100" y="809625"/>
                </a:lnTo>
                <a:close/>
                <a:moveTo>
                  <a:pt x="895350" y="800100"/>
                </a:moveTo>
                <a:lnTo>
                  <a:pt x="904875" y="800100"/>
                </a:lnTo>
                <a:lnTo>
                  <a:pt x="904875" y="809625"/>
                </a:lnTo>
                <a:lnTo>
                  <a:pt x="895350" y="809625"/>
                </a:lnTo>
                <a:close/>
                <a:moveTo>
                  <a:pt x="952500" y="800100"/>
                </a:moveTo>
                <a:lnTo>
                  <a:pt x="962025" y="800100"/>
                </a:lnTo>
                <a:lnTo>
                  <a:pt x="962025" y="809625"/>
                </a:lnTo>
                <a:lnTo>
                  <a:pt x="952500" y="809625"/>
                </a:lnTo>
                <a:close/>
                <a:moveTo>
                  <a:pt x="1609725" y="800100"/>
                </a:moveTo>
                <a:lnTo>
                  <a:pt x="1619250" y="800100"/>
                </a:lnTo>
                <a:lnTo>
                  <a:pt x="1619250" y="809625"/>
                </a:lnTo>
                <a:lnTo>
                  <a:pt x="1609725" y="809625"/>
                </a:lnTo>
                <a:close/>
                <a:moveTo>
                  <a:pt x="1724025" y="800100"/>
                </a:moveTo>
                <a:lnTo>
                  <a:pt x="1819275" y="800100"/>
                </a:lnTo>
                <a:lnTo>
                  <a:pt x="1819275" y="809625"/>
                </a:lnTo>
                <a:lnTo>
                  <a:pt x="1828800" y="809625"/>
                </a:lnTo>
                <a:lnTo>
                  <a:pt x="1828800" y="819150"/>
                </a:lnTo>
                <a:lnTo>
                  <a:pt x="1819275" y="819150"/>
                </a:lnTo>
                <a:lnTo>
                  <a:pt x="1819275" y="828675"/>
                </a:lnTo>
                <a:lnTo>
                  <a:pt x="1724025" y="828675"/>
                </a:lnTo>
                <a:close/>
                <a:moveTo>
                  <a:pt x="866775" y="809625"/>
                </a:moveTo>
                <a:lnTo>
                  <a:pt x="876300" y="809625"/>
                </a:lnTo>
                <a:lnTo>
                  <a:pt x="876300" y="819150"/>
                </a:lnTo>
                <a:lnTo>
                  <a:pt x="866775" y="819150"/>
                </a:lnTo>
                <a:close/>
                <a:moveTo>
                  <a:pt x="923925" y="809625"/>
                </a:moveTo>
                <a:lnTo>
                  <a:pt x="933450" y="809625"/>
                </a:lnTo>
                <a:lnTo>
                  <a:pt x="933450" y="819150"/>
                </a:lnTo>
                <a:lnTo>
                  <a:pt x="942975" y="819150"/>
                </a:lnTo>
                <a:lnTo>
                  <a:pt x="942975" y="809625"/>
                </a:lnTo>
                <a:lnTo>
                  <a:pt x="952500" y="809625"/>
                </a:lnTo>
                <a:lnTo>
                  <a:pt x="952500" y="819150"/>
                </a:lnTo>
                <a:lnTo>
                  <a:pt x="942975" y="819150"/>
                </a:lnTo>
                <a:lnTo>
                  <a:pt x="942975" y="828675"/>
                </a:lnTo>
                <a:lnTo>
                  <a:pt x="933450" y="828675"/>
                </a:lnTo>
                <a:lnTo>
                  <a:pt x="933450" y="838200"/>
                </a:lnTo>
                <a:lnTo>
                  <a:pt x="923925" y="838200"/>
                </a:lnTo>
                <a:close/>
                <a:moveTo>
                  <a:pt x="1238250" y="809625"/>
                </a:moveTo>
                <a:lnTo>
                  <a:pt x="1257300" y="809625"/>
                </a:lnTo>
                <a:lnTo>
                  <a:pt x="1257300" y="828675"/>
                </a:lnTo>
                <a:lnTo>
                  <a:pt x="1238250" y="828675"/>
                </a:lnTo>
                <a:close/>
                <a:moveTo>
                  <a:pt x="1362075" y="809625"/>
                </a:moveTo>
                <a:lnTo>
                  <a:pt x="1371600" y="809625"/>
                </a:lnTo>
                <a:lnTo>
                  <a:pt x="1371600" y="819150"/>
                </a:lnTo>
                <a:lnTo>
                  <a:pt x="1362075" y="819150"/>
                </a:lnTo>
                <a:close/>
                <a:moveTo>
                  <a:pt x="1600200" y="809625"/>
                </a:moveTo>
                <a:lnTo>
                  <a:pt x="1609725" y="809625"/>
                </a:lnTo>
                <a:lnTo>
                  <a:pt x="1609725" y="838200"/>
                </a:lnTo>
                <a:lnTo>
                  <a:pt x="1600200" y="838200"/>
                </a:lnTo>
                <a:close/>
                <a:moveTo>
                  <a:pt x="790575" y="819150"/>
                </a:moveTo>
                <a:lnTo>
                  <a:pt x="800100" y="819150"/>
                </a:lnTo>
                <a:lnTo>
                  <a:pt x="800100" y="857250"/>
                </a:lnTo>
                <a:lnTo>
                  <a:pt x="809625" y="857250"/>
                </a:lnTo>
                <a:lnTo>
                  <a:pt x="809625" y="866775"/>
                </a:lnTo>
                <a:lnTo>
                  <a:pt x="819150" y="866775"/>
                </a:lnTo>
                <a:lnTo>
                  <a:pt x="819150" y="857250"/>
                </a:lnTo>
                <a:lnTo>
                  <a:pt x="828675" y="857250"/>
                </a:lnTo>
                <a:lnTo>
                  <a:pt x="828675" y="847725"/>
                </a:lnTo>
                <a:lnTo>
                  <a:pt x="838200" y="847725"/>
                </a:lnTo>
                <a:lnTo>
                  <a:pt x="838200" y="838200"/>
                </a:lnTo>
                <a:lnTo>
                  <a:pt x="847725" y="838200"/>
                </a:lnTo>
                <a:lnTo>
                  <a:pt x="847725" y="847725"/>
                </a:lnTo>
                <a:lnTo>
                  <a:pt x="838200" y="847725"/>
                </a:lnTo>
                <a:lnTo>
                  <a:pt x="838200" y="857250"/>
                </a:lnTo>
                <a:lnTo>
                  <a:pt x="847725" y="857250"/>
                </a:lnTo>
                <a:lnTo>
                  <a:pt x="847725" y="866775"/>
                </a:lnTo>
                <a:lnTo>
                  <a:pt x="828675" y="866775"/>
                </a:lnTo>
                <a:lnTo>
                  <a:pt x="828675" y="876300"/>
                </a:lnTo>
                <a:lnTo>
                  <a:pt x="800100" y="876300"/>
                </a:lnTo>
                <a:lnTo>
                  <a:pt x="800100" y="866775"/>
                </a:lnTo>
                <a:lnTo>
                  <a:pt x="790575" y="866775"/>
                </a:lnTo>
                <a:close/>
                <a:moveTo>
                  <a:pt x="1009650" y="819150"/>
                </a:moveTo>
                <a:lnTo>
                  <a:pt x="1019175" y="819150"/>
                </a:lnTo>
                <a:lnTo>
                  <a:pt x="1019175" y="857250"/>
                </a:lnTo>
                <a:lnTo>
                  <a:pt x="1028700" y="857250"/>
                </a:lnTo>
                <a:lnTo>
                  <a:pt x="1028700" y="866775"/>
                </a:lnTo>
                <a:lnTo>
                  <a:pt x="1104900" y="866775"/>
                </a:lnTo>
                <a:lnTo>
                  <a:pt x="1104900" y="857250"/>
                </a:lnTo>
                <a:lnTo>
                  <a:pt x="1114425" y="857250"/>
                </a:lnTo>
                <a:lnTo>
                  <a:pt x="1114425" y="847725"/>
                </a:lnTo>
                <a:lnTo>
                  <a:pt x="1123950" y="847725"/>
                </a:lnTo>
                <a:lnTo>
                  <a:pt x="1123950" y="838200"/>
                </a:lnTo>
                <a:lnTo>
                  <a:pt x="1133475" y="838200"/>
                </a:lnTo>
                <a:lnTo>
                  <a:pt x="1133475" y="847725"/>
                </a:lnTo>
                <a:lnTo>
                  <a:pt x="1123950" y="847725"/>
                </a:lnTo>
                <a:lnTo>
                  <a:pt x="1123950" y="857250"/>
                </a:lnTo>
                <a:lnTo>
                  <a:pt x="1114425" y="857250"/>
                </a:lnTo>
                <a:lnTo>
                  <a:pt x="1114425" y="866775"/>
                </a:lnTo>
                <a:lnTo>
                  <a:pt x="1104900" y="866775"/>
                </a:lnTo>
                <a:lnTo>
                  <a:pt x="1104900" y="876300"/>
                </a:lnTo>
                <a:lnTo>
                  <a:pt x="1019175" y="876300"/>
                </a:lnTo>
                <a:lnTo>
                  <a:pt x="1019175" y="866775"/>
                </a:lnTo>
                <a:lnTo>
                  <a:pt x="1009650" y="866775"/>
                </a:lnTo>
                <a:close/>
                <a:moveTo>
                  <a:pt x="1314450" y="819150"/>
                </a:moveTo>
                <a:lnTo>
                  <a:pt x="1323975" y="819150"/>
                </a:lnTo>
                <a:lnTo>
                  <a:pt x="1323975" y="828675"/>
                </a:lnTo>
                <a:lnTo>
                  <a:pt x="1314450" y="828675"/>
                </a:lnTo>
                <a:close/>
                <a:moveTo>
                  <a:pt x="1323975" y="828675"/>
                </a:moveTo>
                <a:lnTo>
                  <a:pt x="1343025" y="828675"/>
                </a:lnTo>
                <a:lnTo>
                  <a:pt x="1343025" y="838200"/>
                </a:lnTo>
                <a:lnTo>
                  <a:pt x="1352550" y="838200"/>
                </a:lnTo>
                <a:lnTo>
                  <a:pt x="1352550" y="847725"/>
                </a:lnTo>
                <a:lnTo>
                  <a:pt x="1323975" y="847725"/>
                </a:lnTo>
                <a:lnTo>
                  <a:pt x="1323975" y="866775"/>
                </a:lnTo>
                <a:lnTo>
                  <a:pt x="1314450" y="866775"/>
                </a:lnTo>
                <a:lnTo>
                  <a:pt x="1314450" y="857250"/>
                </a:lnTo>
                <a:lnTo>
                  <a:pt x="1304925" y="857250"/>
                </a:lnTo>
                <a:lnTo>
                  <a:pt x="1304925" y="847725"/>
                </a:lnTo>
                <a:lnTo>
                  <a:pt x="1314450" y="847725"/>
                </a:lnTo>
                <a:lnTo>
                  <a:pt x="1314450" y="838200"/>
                </a:lnTo>
                <a:lnTo>
                  <a:pt x="1323975" y="838200"/>
                </a:lnTo>
                <a:close/>
                <a:moveTo>
                  <a:pt x="1638300" y="828675"/>
                </a:moveTo>
                <a:lnTo>
                  <a:pt x="1647825" y="828675"/>
                </a:lnTo>
                <a:lnTo>
                  <a:pt x="1647825" y="838200"/>
                </a:lnTo>
                <a:lnTo>
                  <a:pt x="1638300" y="838200"/>
                </a:lnTo>
                <a:close/>
                <a:moveTo>
                  <a:pt x="914400" y="838200"/>
                </a:moveTo>
                <a:lnTo>
                  <a:pt x="923925" y="838200"/>
                </a:lnTo>
                <a:lnTo>
                  <a:pt x="923925" y="847725"/>
                </a:lnTo>
                <a:lnTo>
                  <a:pt x="914400" y="847725"/>
                </a:lnTo>
                <a:close/>
                <a:moveTo>
                  <a:pt x="1609725" y="838200"/>
                </a:moveTo>
                <a:lnTo>
                  <a:pt x="1619250" y="838200"/>
                </a:lnTo>
                <a:lnTo>
                  <a:pt x="1619250" y="847725"/>
                </a:lnTo>
                <a:lnTo>
                  <a:pt x="1609725" y="847725"/>
                </a:lnTo>
                <a:close/>
                <a:moveTo>
                  <a:pt x="1628775" y="838200"/>
                </a:moveTo>
                <a:lnTo>
                  <a:pt x="1638300" y="838200"/>
                </a:lnTo>
                <a:lnTo>
                  <a:pt x="1638300" y="847725"/>
                </a:lnTo>
                <a:lnTo>
                  <a:pt x="1628775" y="847725"/>
                </a:lnTo>
                <a:close/>
                <a:moveTo>
                  <a:pt x="1666875" y="838200"/>
                </a:moveTo>
                <a:lnTo>
                  <a:pt x="1676400" y="838200"/>
                </a:lnTo>
                <a:lnTo>
                  <a:pt x="1676400" y="847725"/>
                </a:lnTo>
                <a:lnTo>
                  <a:pt x="1666875" y="847725"/>
                </a:lnTo>
                <a:close/>
                <a:moveTo>
                  <a:pt x="866775" y="847725"/>
                </a:moveTo>
                <a:lnTo>
                  <a:pt x="885825" y="847725"/>
                </a:lnTo>
                <a:lnTo>
                  <a:pt x="885825" y="857250"/>
                </a:lnTo>
                <a:lnTo>
                  <a:pt x="876300" y="857250"/>
                </a:lnTo>
                <a:lnTo>
                  <a:pt x="876300" y="866775"/>
                </a:lnTo>
                <a:lnTo>
                  <a:pt x="866775" y="866775"/>
                </a:lnTo>
                <a:close/>
                <a:moveTo>
                  <a:pt x="942975" y="847725"/>
                </a:moveTo>
                <a:lnTo>
                  <a:pt x="952500" y="847725"/>
                </a:lnTo>
                <a:lnTo>
                  <a:pt x="952500" y="866775"/>
                </a:lnTo>
                <a:lnTo>
                  <a:pt x="942975" y="866775"/>
                </a:lnTo>
                <a:lnTo>
                  <a:pt x="942975" y="876300"/>
                </a:lnTo>
                <a:lnTo>
                  <a:pt x="904875" y="876300"/>
                </a:lnTo>
                <a:lnTo>
                  <a:pt x="904875" y="866775"/>
                </a:lnTo>
                <a:lnTo>
                  <a:pt x="914400" y="866775"/>
                </a:lnTo>
                <a:lnTo>
                  <a:pt x="914400" y="857250"/>
                </a:lnTo>
                <a:lnTo>
                  <a:pt x="942975" y="857250"/>
                </a:lnTo>
                <a:close/>
                <a:moveTo>
                  <a:pt x="1228725" y="847725"/>
                </a:moveTo>
                <a:lnTo>
                  <a:pt x="1238250" y="847725"/>
                </a:lnTo>
                <a:lnTo>
                  <a:pt x="1238250" y="857250"/>
                </a:lnTo>
                <a:lnTo>
                  <a:pt x="1228725" y="857250"/>
                </a:lnTo>
                <a:close/>
                <a:moveTo>
                  <a:pt x="1495425" y="847725"/>
                </a:moveTo>
                <a:lnTo>
                  <a:pt x="1514475" y="847725"/>
                </a:lnTo>
                <a:lnTo>
                  <a:pt x="1514475" y="857250"/>
                </a:lnTo>
                <a:lnTo>
                  <a:pt x="1524000" y="857250"/>
                </a:lnTo>
                <a:lnTo>
                  <a:pt x="1524000" y="866775"/>
                </a:lnTo>
                <a:lnTo>
                  <a:pt x="1495425" y="866775"/>
                </a:lnTo>
                <a:close/>
                <a:moveTo>
                  <a:pt x="1562100" y="847725"/>
                </a:moveTo>
                <a:lnTo>
                  <a:pt x="1581150" y="847725"/>
                </a:lnTo>
                <a:lnTo>
                  <a:pt x="1581150" y="857250"/>
                </a:lnTo>
                <a:lnTo>
                  <a:pt x="1571625" y="857250"/>
                </a:lnTo>
                <a:lnTo>
                  <a:pt x="1571625" y="866775"/>
                </a:lnTo>
                <a:lnTo>
                  <a:pt x="1562100" y="866775"/>
                </a:lnTo>
                <a:close/>
                <a:moveTo>
                  <a:pt x="885825" y="857250"/>
                </a:moveTo>
                <a:lnTo>
                  <a:pt x="895350" y="857250"/>
                </a:lnTo>
                <a:lnTo>
                  <a:pt x="895350" y="866775"/>
                </a:lnTo>
                <a:lnTo>
                  <a:pt x="885825" y="866775"/>
                </a:lnTo>
                <a:close/>
                <a:moveTo>
                  <a:pt x="1219200" y="857250"/>
                </a:moveTo>
                <a:lnTo>
                  <a:pt x="1228725" y="857250"/>
                </a:lnTo>
                <a:lnTo>
                  <a:pt x="1228725" y="866775"/>
                </a:lnTo>
                <a:lnTo>
                  <a:pt x="1219200" y="866775"/>
                </a:lnTo>
                <a:close/>
                <a:moveTo>
                  <a:pt x="1257300" y="857250"/>
                </a:moveTo>
                <a:lnTo>
                  <a:pt x="1266825" y="857250"/>
                </a:lnTo>
                <a:lnTo>
                  <a:pt x="1266825" y="866775"/>
                </a:lnTo>
                <a:lnTo>
                  <a:pt x="1257300" y="866775"/>
                </a:lnTo>
                <a:close/>
                <a:moveTo>
                  <a:pt x="1295400" y="857250"/>
                </a:moveTo>
                <a:lnTo>
                  <a:pt x="1304925" y="857250"/>
                </a:lnTo>
                <a:lnTo>
                  <a:pt x="1304925" y="866775"/>
                </a:lnTo>
                <a:lnTo>
                  <a:pt x="1295400" y="866775"/>
                </a:lnTo>
                <a:close/>
                <a:moveTo>
                  <a:pt x="1381125" y="857250"/>
                </a:moveTo>
                <a:lnTo>
                  <a:pt x="1390650" y="857250"/>
                </a:lnTo>
                <a:lnTo>
                  <a:pt x="1390650" y="866775"/>
                </a:lnTo>
                <a:lnTo>
                  <a:pt x="1381125" y="866775"/>
                </a:lnTo>
                <a:close/>
                <a:moveTo>
                  <a:pt x="1581150" y="857250"/>
                </a:moveTo>
                <a:lnTo>
                  <a:pt x="1590675" y="857250"/>
                </a:lnTo>
                <a:lnTo>
                  <a:pt x="1590675" y="866775"/>
                </a:lnTo>
                <a:lnTo>
                  <a:pt x="1581150" y="866775"/>
                </a:lnTo>
                <a:close/>
                <a:moveTo>
                  <a:pt x="495300" y="866775"/>
                </a:moveTo>
                <a:lnTo>
                  <a:pt x="504825" y="866775"/>
                </a:lnTo>
                <a:lnTo>
                  <a:pt x="504825" y="914400"/>
                </a:lnTo>
                <a:lnTo>
                  <a:pt x="495300" y="914400"/>
                </a:lnTo>
                <a:close/>
                <a:moveTo>
                  <a:pt x="847725" y="866775"/>
                </a:moveTo>
                <a:lnTo>
                  <a:pt x="866775" y="866775"/>
                </a:lnTo>
                <a:lnTo>
                  <a:pt x="866775" y="876300"/>
                </a:lnTo>
                <a:lnTo>
                  <a:pt x="847725" y="876300"/>
                </a:lnTo>
                <a:close/>
                <a:moveTo>
                  <a:pt x="1162050" y="866775"/>
                </a:moveTo>
                <a:lnTo>
                  <a:pt x="1171575" y="866775"/>
                </a:lnTo>
                <a:lnTo>
                  <a:pt x="1171575" y="876300"/>
                </a:lnTo>
                <a:lnTo>
                  <a:pt x="1162050" y="876300"/>
                </a:lnTo>
                <a:close/>
                <a:moveTo>
                  <a:pt x="1200150" y="866775"/>
                </a:moveTo>
                <a:lnTo>
                  <a:pt x="1219200" y="866775"/>
                </a:lnTo>
                <a:lnTo>
                  <a:pt x="1219200" y="876300"/>
                </a:lnTo>
                <a:lnTo>
                  <a:pt x="1200150" y="876300"/>
                </a:lnTo>
                <a:close/>
                <a:moveTo>
                  <a:pt x="1266825" y="866775"/>
                </a:moveTo>
                <a:lnTo>
                  <a:pt x="1295400" y="866775"/>
                </a:lnTo>
                <a:lnTo>
                  <a:pt x="1295400" y="876300"/>
                </a:lnTo>
                <a:lnTo>
                  <a:pt x="1266825" y="876300"/>
                </a:lnTo>
                <a:close/>
                <a:moveTo>
                  <a:pt x="1323975" y="866775"/>
                </a:moveTo>
                <a:lnTo>
                  <a:pt x="1333500" y="866775"/>
                </a:lnTo>
                <a:lnTo>
                  <a:pt x="1333500" y="876300"/>
                </a:lnTo>
                <a:lnTo>
                  <a:pt x="1323975" y="876300"/>
                </a:lnTo>
                <a:close/>
                <a:moveTo>
                  <a:pt x="1362075" y="866775"/>
                </a:moveTo>
                <a:lnTo>
                  <a:pt x="1381125" y="866775"/>
                </a:lnTo>
                <a:lnTo>
                  <a:pt x="1381125" y="876300"/>
                </a:lnTo>
                <a:lnTo>
                  <a:pt x="1362075" y="876300"/>
                </a:lnTo>
                <a:close/>
                <a:moveTo>
                  <a:pt x="1476375" y="866775"/>
                </a:moveTo>
                <a:lnTo>
                  <a:pt x="1495425" y="866775"/>
                </a:lnTo>
                <a:lnTo>
                  <a:pt x="1495425" y="876300"/>
                </a:lnTo>
                <a:lnTo>
                  <a:pt x="1476375" y="876300"/>
                </a:lnTo>
                <a:close/>
                <a:moveTo>
                  <a:pt x="1524000" y="866775"/>
                </a:moveTo>
                <a:lnTo>
                  <a:pt x="1562100" y="866775"/>
                </a:lnTo>
                <a:lnTo>
                  <a:pt x="1562100" y="876300"/>
                </a:lnTo>
                <a:lnTo>
                  <a:pt x="1524000" y="876300"/>
                </a:lnTo>
                <a:close/>
                <a:moveTo>
                  <a:pt x="1590675" y="866775"/>
                </a:moveTo>
                <a:lnTo>
                  <a:pt x="1609725" y="866775"/>
                </a:lnTo>
                <a:lnTo>
                  <a:pt x="1609725" y="876300"/>
                </a:lnTo>
                <a:lnTo>
                  <a:pt x="1590675" y="876300"/>
                </a:lnTo>
                <a:close/>
                <a:moveTo>
                  <a:pt x="1638300" y="866775"/>
                </a:moveTo>
                <a:lnTo>
                  <a:pt x="1647825" y="866775"/>
                </a:lnTo>
                <a:lnTo>
                  <a:pt x="1647825" y="876300"/>
                </a:lnTo>
                <a:lnTo>
                  <a:pt x="1638300" y="876300"/>
                </a:lnTo>
                <a:close/>
                <a:moveTo>
                  <a:pt x="1885950" y="876300"/>
                </a:moveTo>
                <a:lnTo>
                  <a:pt x="1895475" y="876300"/>
                </a:lnTo>
                <a:lnTo>
                  <a:pt x="1895475" y="885825"/>
                </a:lnTo>
                <a:lnTo>
                  <a:pt x="1885950" y="885825"/>
                </a:lnTo>
                <a:close/>
                <a:moveTo>
                  <a:pt x="1933575" y="895350"/>
                </a:moveTo>
                <a:lnTo>
                  <a:pt x="1943100" y="895350"/>
                </a:lnTo>
                <a:lnTo>
                  <a:pt x="1943100" y="933450"/>
                </a:lnTo>
                <a:lnTo>
                  <a:pt x="1962150" y="933450"/>
                </a:lnTo>
                <a:lnTo>
                  <a:pt x="1962150" y="942975"/>
                </a:lnTo>
                <a:lnTo>
                  <a:pt x="1933575" y="942975"/>
                </a:lnTo>
                <a:lnTo>
                  <a:pt x="1933575" y="933450"/>
                </a:lnTo>
                <a:lnTo>
                  <a:pt x="1924050" y="933450"/>
                </a:lnTo>
                <a:lnTo>
                  <a:pt x="1924050" y="923925"/>
                </a:lnTo>
                <a:lnTo>
                  <a:pt x="1933575" y="923925"/>
                </a:lnTo>
                <a:close/>
                <a:moveTo>
                  <a:pt x="581025" y="904875"/>
                </a:moveTo>
                <a:lnTo>
                  <a:pt x="1866900" y="904875"/>
                </a:lnTo>
                <a:lnTo>
                  <a:pt x="1866900" y="914400"/>
                </a:lnTo>
                <a:lnTo>
                  <a:pt x="581025" y="914400"/>
                </a:lnTo>
                <a:close/>
                <a:moveTo>
                  <a:pt x="495300" y="923925"/>
                </a:moveTo>
                <a:lnTo>
                  <a:pt x="504825" y="923925"/>
                </a:lnTo>
                <a:lnTo>
                  <a:pt x="504825" y="933450"/>
                </a:lnTo>
                <a:lnTo>
                  <a:pt x="495300" y="933450"/>
                </a:lnTo>
                <a:close/>
                <a:moveTo>
                  <a:pt x="485775" y="933450"/>
                </a:moveTo>
                <a:lnTo>
                  <a:pt x="495300" y="933450"/>
                </a:lnTo>
                <a:lnTo>
                  <a:pt x="495300" y="942975"/>
                </a:lnTo>
                <a:lnTo>
                  <a:pt x="485775" y="942975"/>
                </a:lnTo>
                <a:close/>
                <a:moveTo>
                  <a:pt x="466725" y="942975"/>
                </a:moveTo>
                <a:lnTo>
                  <a:pt x="476250" y="942975"/>
                </a:lnTo>
                <a:lnTo>
                  <a:pt x="476250" y="952500"/>
                </a:lnTo>
                <a:lnTo>
                  <a:pt x="466725" y="952500"/>
                </a:lnTo>
                <a:close/>
                <a:moveTo>
                  <a:pt x="457200" y="952500"/>
                </a:moveTo>
                <a:lnTo>
                  <a:pt x="466725" y="952500"/>
                </a:lnTo>
                <a:lnTo>
                  <a:pt x="466725" y="1019175"/>
                </a:lnTo>
                <a:lnTo>
                  <a:pt x="457200" y="1019175"/>
                </a:lnTo>
                <a:close/>
                <a:moveTo>
                  <a:pt x="1981200" y="1019175"/>
                </a:moveTo>
                <a:lnTo>
                  <a:pt x="1990725" y="1019175"/>
                </a:lnTo>
                <a:lnTo>
                  <a:pt x="1990725" y="1028700"/>
                </a:lnTo>
                <a:lnTo>
                  <a:pt x="1981200" y="1028700"/>
                </a:lnTo>
                <a:close/>
                <a:moveTo>
                  <a:pt x="438150" y="1038225"/>
                </a:moveTo>
                <a:lnTo>
                  <a:pt x="447675" y="1038225"/>
                </a:lnTo>
                <a:lnTo>
                  <a:pt x="447675" y="1047750"/>
                </a:lnTo>
                <a:lnTo>
                  <a:pt x="438150" y="1047750"/>
                </a:lnTo>
                <a:close/>
                <a:moveTo>
                  <a:pt x="1990725" y="1038225"/>
                </a:moveTo>
                <a:lnTo>
                  <a:pt x="2000250" y="1038225"/>
                </a:lnTo>
                <a:lnTo>
                  <a:pt x="2000250" y="1047750"/>
                </a:lnTo>
                <a:lnTo>
                  <a:pt x="1990725" y="1047750"/>
                </a:lnTo>
                <a:close/>
                <a:moveTo>
                  <a:pt x="419100" y="1066800"/>
                </a:moveTo>
                <a:lnTo>
                  <a:pt x="428625" y="1066800"/>
                </a:lnTo>
                <a:lnTo>
                  <a:pt x="428625" y="1076325"/>
                </a:lnTo>
                <a:lnTo>
                  <a:pt x="419100" y="1076325"/>
                </a:lnTo>
                <a:close/>
                <a:moveTo>
                  <a:pt x="2009775" y="1066800"/>
                </a:moveTo>
                <a:lnTo>
                  <a:pt x="2019300" y="1066800"/>
                </a:lnTo>
                <a:lnTo>
                  <a:pt x="2019300" y="1076325"/>
                </a:lnTo>
                <a:lnTo>
                  <a:pt x="2009775" y="1076325"/>
                </a:lnTo>
                <a:close/>
                <a:moveTo>
                  <a:pt x="2019300" y="1085850"/>
                </a:moveTo>
                <a:lnTo>
                  <a:pt x="2028825" y="1085850"/>
                </a:lnTo>
                <a:lnTo>
                  <a:pt x="2028825" y="1095375"/>
                </a:lnTo>
                <a:lnTo>
                  <a:pt x="2019300" y="1095375"/>
                </a:lnTo>
                <a:close/>
                <a:moveTo>
                  <a:pt x="400050" y="1095375"/>
                </a:moveTo>
                <a:lnTo>
                  <a:pt x="409575" y="1095375"/>
                </a:lnTo>
                <a:lnTo>
                  <a:pt x="409575" y="1104900"/>
                </a:lnTo>
                <a:lnTo>
                  <a:pt x="400050" y="1104900"/>
                </a:lnTo>
                <a:close/>
                <a:moveTo>
                  <a:pt x="2028825" y="1104900"/>
                </a:moveTo>
                <a:lnTo>
                  <a:pt x="2038350" y="1104900"/>
                </a:lnTo>
                <a:lnTo>
                  <a:pt x="2038350" y="1114425"/>
                </a:lnTo>
                <a:lnTo>
                  <a:pt x="2028825" y="1114425"/>
                </a:lnTo>
                <a:close/>
                <a:moveTo>
                  <a:pt x="390525" y="1114425"/>
                </a:moveTo>
                <a:lnTo>
                  <a:pt x="400050" y="1114425"/>
                </a:lnTo>
                <a:lnTo>
                  <a:pt x="400050" y="1123950"/>
                </a:lnTo>
                <a:lnTo>
                  <a:pt x="390525" y="1123950"/>
                </a:lnTo>
                <a:close/>
                <a:moveTo>
                  <a:pt x="2038350" y="1114425"/>
                </a:moveTo>
                <a:lnTo>
                  <a:pt x="2047875" y="1114425"/>
                </a:lnTo>
                <a:lnTo>
                  <a:pt x="2047875" y="1123950"/>
                </a:lnTo>
                <a:lnTo>
                  <a:pt x="2038350" y="1123950"/>
                </a:lnTo>
                <a:close/>
                <a:moveTo>
                  <a:pt x="2047875" y="1133475"/>
                </a:moveTo>
                <a:lnTo>
                  <a:pt x="2057400" y="1133475"/>
                </a:lnTo>
                <a:lnTo>
                  <a:pt x="2057400" y="1143000"/>
                </a:lnTo>
                <a:lnTo>
                  <a:pt x="2047875" y="1143000"/>
                </a:lnTo>
                <a:close/>
                <a:moveTo>
                  <a:pt x="371475" y="1143000"/>
                </a:moveTo>
                <a:lnTo>
                  <a:pt x="381000" y="1143000"/>
                </a:lnTo>
                <a:lnTo>
                  <a:pt x="381000" y="1152525"/>
                </a:lnTo>
                <a:lnTo>
                  <a:pt x="371475" y="1152525"/>
                </a:lnTo>
                <a:close/>
                <a:moveTo>
                  <a:pt x="361950" y="1162050"/>
                </a:moveTo>
                <a:lnTo>
                  <a:pt x="371475" y="1162050"/>
                </a:lnTo>
                <a:lnTo>
                  <a:pt x="371475" y="1171575"/>
                </a:lnTo>
                <a:lnTo>
                  <a:pt x="361950" y="1171575"/>
                </a:lnTo>
                <a:close/>
                <a:moveTo>
                  <a:pt x="2066925" y="1162050"/>
                </a:moveTo>
                <a:lnTo>
                  <a:pt x="2076450" y="1162050"/>
                </a:lnTo>
                <a:lnTo>
                  <a:pt x="2076450" y="1171575"/>
                </a:lnTo>
                <a:lnTo>
                  <a:pt x="2066925" y="1171575"/>
                </a:lnTo>
                <a:close/>
                <a:moveTo>
                  <a:pt x="2219325" y="1171575"/>
                </a:moveTo>
                <a:lnTo>
                  <a:pt x="2228850" y="1171575"/>
                </a:lnTo>
                <a:lnTo>
                  <a:pt x="2228850" y="1314450"/>
                </a:lnTo>
                <a:lnTo>
                  <a:pt x="2219325" y="1314450"/>
                </a:lnTo>
                <a:close/>
                <a:moveTo>
                  <a:pt x="352425" y="1190625"/>
                </a:moveTo>
                <a:lnTo>
                  <a:pt x="361950" y="1190625"/>
                </a:lnTo>
                <a:lnTo>
                  <a:pt x="361950" y="1209675"/>
                </a:lnTo>
                <a:lnTo>
                  <a:pt x="352425" y="1209675"/>
                </a:lnTo>
                <a:close/>
                <a:moveTo>
                  <a:pt x="361950" y="1247775"/>
                </a:moveTo>
                <a:lnTo>
                  <a:pt x="371475" y="1247775"/>
                </a:lnTo>
                <a:lnTo>
                  <a:pt x="371475" y="1257300"/>
                </a:lnTo>
                <a:lnTo>
                  <a:pt x="361950" y="1257300"/>
                </a:lnTo>
                <a:close/>
                <a:moveTo>
                  <a:pt x="2066925" y="1247775"/>
                </a:moveTo>
                <a:lnTo>
                  <a:pt x="2076450" y="1247775"/>
                </a:lnTo>
                <a:lnTo>
                  <a:pt x="2076450" y="1257300"/>
                </a:lnTo>
                <a:lnTo>
                  <a:pt x="2066925" y="1257300"/>
                </a:lnTo>
                <a:close/>
                <a:moveTo>
                  <a:pt x="742950" y="1257300"/>
                </a:moveTo>
                <a:lnTo>
                  <a:pt x="752475" y="1257300"/>
                </a:lnTo>
                <a:lnTo>
                  <a:pt x="752475" y="1266825"/>
                </a:lnTo>
                <a:lnTo>
                  <a:pt x="742950" y="1266825"/>
                </a:lnTo>
                <a:close/>
                <a:moveTo>
                  <a:pt x="752475" y="1266825"/>
                </a:moveTo>
                <a:lnTo>
                  <a:pt x="762000" y="1266825"/>
                </a:lnTo>
                <a:lnTo>
                  <a:pt x="762000" y="1276350"/>
                </a:lnTo>
                <a:lnTo>
                  <a:pt x="752475" y="1276350"/>
                </a:lnTo>
                <a:close/>
                <a:moveTo>
                  <a:pt x="1295400" y="1266825"/>
                </a:moveTo>
                <a:lnTo>
                  <a:pt x="1304925" y="1266825"/>
                </a:lnTo>
                <a:lnTo>
                  <a:pt x="1304925" y="1276350"/>
                </a:lnTo>
                <a:lnTo>
                  <a:pt x="1295400" y="1276350"/>
                </a:lnTo>
                <a:close/>
                <a:moveTo>
                  <a:pt x="381000" y="1276350"/>
                </a:moveTo>
                <a:lnTo>
                  <a:pt x="390525" y="1276350"/>
                </a:lnTo>
                <a:lnTo>
                  <a:pt x="390525" y="1285875"/>
                </a:lnTo>
                <a:lnTo>
                  <a:pt x="381000" y="1285875"/>
                </a:lnTo>
                <a:close/>
                <a:moveTo>
                  <a:pt x="762000" y="1276350"/>
                </a:moveTo>
                <a:lnTo>
                  <a:pt x="771525" y="1276350"/>
                </a:lnTo>
                <a:lnTo>
                  <a:pt x="771525" y="1285875"/>
                </a:lnTo>
                <a:lnTo>
                  <a:pt x="762000" y="1285875"/>
                </a:lnTo>
                <a:close/>
                <a:moveTo>
                  <a:pt x="1666875" y="1276350"/>
                </a:moveTo>
                <a:lnTo>
                  <a:pt x="1676400" y="1276350"/>
                </a:lnTo>
                <a:lnTo>
                  <a:pt x="1676400" y="1285875"/>
                </a:lnTo>
                <a:lnTo>
                  <a:pt x="1666875" y="1285875"/>
                </a:lnTo>
                <a:close/>
                <a:moveTo>
                  <a:pt x="2047875" y="1276350"/>
                </a:moveTo>
                <a:lnTo>
                  <a:pt x="2057400" y="1276350"/>
                </a:lnTo>
                <a:lnTo>
                  <a:pt x="2057400" y="1285875"/>
                </a:lnTo>
                <a:lnTo>
                  <a:pt x="2047875" y="1285875"/>
                </a:lnTo>
                <a:close/>
                <a:moveTo>
                  <a:pt x="390525" y="1285875"/>
                </a:moveTo>
                <a:lnTo>
                  <a:pt x="400050" y="1285875"/>
                </a:lnTo>
                <a:lnTo>
                  <a:pt x="400050" y="1295400"/>
                </a:lnTo>
                <a:lnTo>
                  <a:pt x="390525" y="1295400"/>
                </a:lnTo>
                <a:close/>
                <a:moveTo>
                  <a:pt x="771525" y="1285875"/>
                </a:moveTo>
                <a:lnTo>
                  <a:pt x="781050" y="1285875"/>
                </a:lnTo>
                <a:lnTo>
                  <a:pt x="781050" y="1295400"/>
                </a:lnTo>
                <a:lnTo>
                  <a:pt x="771525" y="1295400"/>
                </a:lnTo>
                <a:close/>
                <a:moveTo>
                  <a:pt x="1152525" y="1285875"/>
                </a:moveTo>
                <a:lnTo>
                  <a:pt x="1162050" y="1285875"/>
                </a:lnTo>
                <a:lnTo>
                  <a:pt x="1162050" y="1295400"/>
                </a:lnTo>
                <a:lnTo>
                  <a:pt x="1152525" y="1295400"/>
                </a:lnTo>
                <a:close/>
                <a:moveTo>
                  <a:pt x="1657350" y="1285875"/>
                </a:moveTo>
                <a:lnTo>
                  <a:pt x="1666875" y="1285875"/>
                </a:lnTo>
                <a:lnTo>
                  <a:pt x="1666875" y="1295400"/>
                </a:lnTo>
                <a:lnTo>
                  <a:pt x="1657350" y="1295400"/>
                </a:lnTo>
                <a:close/>
                <a:moveTo>
                  <a:pt x="2038350" y="1285875"/>
                </a:moveTo>
                <a:lnTo>
                  <a:pt x="2047875" y="1285875"/>
                </a:lnTo>
                <a:lnTo>
                  <a:pt x="2047875" y="1295400"/>
                </a:lnTo>
                <a:lnTo>
                  <a:pt x="2038350" y="1295400"/>
                </a:lnTo>
                <a:close/>
                <a:moveTo>
                  <a:pt x="409575" y="1295400"/>
                </a:moveTo>
                <a:lnTo>
                  <a:pt x="419100" y="1295400"/>
                </a:lnTo>
                <a:lnTo>
                  <a:pt x="419100" y="1304925"/>
                </a:lnTo>
                <a:lnTo>
                  <a:pt x="409575" y="1304925"/>
                </a:lnTo>
                <a:close/>
                <a:moveTo>
                  <a:pt x="885825" y="1295400"/>
                </a:moveTo>
                <a:lnTo>
                  <a:pt x="895350" y="1295400"/>
                </a:lnTo>
                <a:lnTo>
                  <a:pt x="895350" y="1304925"/>
                </a:lnTo>
                <a:lnTo>
                  <a:pt x="885825" y="1304925"/>
                </a:lnTo>
                <a:close/>
                <a:moveTo>
                  <a:pt x="1543050" y="1295400"/>
                </a:moveTo>
                <a:lnTo>
                  <a:pt x="1552575" y="1295400"/>
                </a:lnTo>
                <a:lnTo>
                  <a:pt x="1552575" y="1304925"/>
                </a:lnTo>
                <a:lnTo>
                  <a:pt x="1543050" y="1304925"/>
                </a:lnTo>
                <a:close/>
                <a:moveTo>
                  <a:pt x="1924050" y="1295400"/>
                </a:moveTo>
                <a:lnTo>
                  <a:pt x="1933575" y="1295400"/>
                </a:lnTo>
                <a:lnTo>
                  <a:pt x="1933575" y="1304925"/>
                </a:lnTo>
                <a:lnTo>
                  <a:pt x="1924050" y="1304925"/>
                </a:lnTo>
                <a:close/>
                <a:moveTo>
                  <a:pt x="2019300" y="1295400"/>
                </a:moveTo>
                <a:lnTo>
                  <a:pt x="2028825" y="1295400"/>
                </a:lnTo>
                <a:lnTo>
                  <a:pt x="2028825" y="1304925"/>
                </a:lnTo>
                <a:lnTo>
                  <a:pt x="2019300" y="1304925"/>
                </a:lnTo>
                <a:close/>
                <a:moveTo>
                  <a:pt x="428625" y="1304925"/>
                </a:moveTo>
                <a:lnTo>
                  <a:pt x="447675" y="1304925"/>
                </a:lnTo>
                <a:lnTo>
                  <a:pt x="447675" y="1314450"/>
                </a:lnTo>
                <a:lnTo>
                  <a:pt x="428625" y="1314450"/>
                </a:lnTo>
                <a:close/>
                <a:moveTo>
                  <a:pt x="485775" y="1304925"/>
                </a:moveTo>
                <a:lnTo>
                  <a:pt x="495300" y="1304925"/>
                </a:lnTo>
                <a:lnTo>
                  <a:pt x="495300" y="1314450"/>
                </a:lnTo>
                <a:lnTo>
                  <a:pt x="485775" y="1314450"/>
                </a:lnTo>
                <a:close/>
                <a:moveTo>
                  <a:pt x="809625" y="1304925"/>
                </a:moveTo>
                <a:lnTo>
                  <a:pt x="819150" y="1304925"/>
                </a:lnTo>
                <a:lnTo>
                  <a:pt x="819150" y="1314450"/>
                </a:lnTo>
                <a:lnTo>
                  <a:pt x="809625" y="1314450"/>
                </a:lnTo>
                <a:close/>
                <a:moveTo>
                  <a:pt x="866775" y="1304925"/>
                </a:moveTo>
                <a:lnTo>
                  <a:pt x="876300" y="1304925"/>
                </a:lnTo>
                <a:lnTo>
                  <a:pt x="876300" y="1314450"/>
                </a:lnTo>
                <a:lnTo>
                  <a:pt x="866775" y="1314450"/>
                </a:lnTo>
                <a:close/>
                <a:moveTo>
                  <a:pt x="1200150" y="1304925"/>
                </a:moveTo>
                <a:lnTo>
                  <a:pt x="1209675" y="1304925"/>
                </a:lnTo>
                <a:lnTo>
                  <a:pt x="1209675" y="1314450"/>
                </a:lnTo>
                <a:lnTo>
                  <a:pt x="1200150" y="1314450"/>
                </a:lnTo>
                <a:close/>
                <a:moveTo>
                  <a:pt x="1238250" y="1304925"/>
                </a:moveTo>
                <a:lnTo>
                  <a:pt x="1247775" y="1304925"/>
                </a:lnTo>
                <a:lnTo>
                  <a:pt x="1247775" y="1314450"/>
                </a:lnTo>
                <a:lnTo>
                  <a:pt x="1238250" y="1314450"/>
                </a:lnTo>
                <a:close/>
                <a:moveTo>
                  <a:pt x="1571625" y="1304925"/>
                </a:moveTo>
                <a:lnTo>
                  <a:pt x="1581150" y="1304925"/>
                </a:lnTo>
                <a:lnTo>
                  <a:pt x="1581150" y="1314450"/>
                </a:lnTo>
                <a:lnTo>
                  <a:pt x="1571625" y="1314450"/>
                </a:lnTo>
                <a:close/>
                <a:moveTo>
                  <a:pt x="1943100" y="1304925"/>
                </a:moveTo>
                <a:lnTo>
                  <a:pt x="1952625" y="1304925"/>
                </a:lnTo>
                <a:lnTo>
                  <a:pt x="1952625" y="1314450"/>
                </a:lnTo>
                <a:lnTo>
                  <a:pt x="1943100" y="1314450"/>
                </a:lnTo>
                <a:close/>
                <a:moveTo>
                  <a:pt x="1990725" y="1304925"/>
                </a:moveTo>
                <a:lnTo>
                  <a:pt x="2009775" y="1304925"/>
                </a:lnTo>
                <a:lnTo>
                  <a:pt x="2009775" y="1314450"/>
                </a:lnTo>
                <a:lnTo>
                  <a:pt x="1990725" y="1314450"/>
                </a:lnTo>
                <a:close/>
                <a:moveTo>
                  <a:pt x="619125" y="1352550"/>
                </a:moveTo>
                <a:lnTo>
                  <a:pt x="1266825" y="1352550"/>
                </a:lnTo>
                <a:lnTo>
                  <a:pt x="1266825" y="1362075"/>
                </a:lnTo>
                <a:lnTo>
                  <a:pt x="619125" y="1362075"/>
                </a:lnTo>
                <a:close/>
                <a:moveTo>
                  <a:pt x="1428750" y="1352550"/>
                </a:moveTo>
                <a:lnTo>
                  <a:pt x="1781175" y="1352550"/>
                </a:lnTo>
                <a:lnTo>
                  <a:pt x="1781175" y="1362075"/>
                </a:lnTo>
                <a:lnTo>
                  <a:pt x="1428750" y="1362075"/>
                </a:lnTo>
                <a:close/>
                <a:moveTo>
                  <a:pt x="1266825" y="1362075"/>
                </a:moveTo>
                <a:lnTo>
                  <a:pt x="1276350" y="1362075"/>
                </a:lnTo>
                <a:lnTo>
                  <a:pt x="1276350" y="1371600"/>
                </a:lnTo>
                <a:lnTo>
                  <a:pt x="1266825" y="1371600"/>
                </a:lnTo>
                <a:close/>
                <a:moveTo>
                  <a:pt x="1409700" y="1362075"/>
                </a:moveTo>
                <a:lnTo>
                  <a:pt x="1419225" y="1362075"/>
                </a:lnTo>
                <a:lnTo>
                  <a:pt x="1419225" y="1371600"/>
                </a:lnTo>
                <a:lnTo>
                  <a:pt x="1409700" y="1371600"/>
                </a:lnTo>
                <a:close/>
                <a:moveTo>
                  <a:pt x="1381125" y="1390650"/>
                </a:moveTo>
                <a:lnTo>
                  <a:pt x="1390650" y="1390650"/>
                </a:lnTo>
                <a:lnTo>
                  <a:pt x="1390650" y="1400175"/>
                </a:lnTo>
                <a:lnTo>
                  <a:pt x="1381125" y="1400175"/>
                </a:lnTo>
                <a:close/>
                <a:moveTo>
                  <a:pt x="657225" y="1409700"/>
                </a:moveTo>
                <a:lnTo>
                  <a:pt x="666750" y="1409700"/>
                </a:lnTo>
                <a:lnTo>
                  <a:pt x="666750" y="1419225"/>
                </a:lnTo>
                <a:lnTo>
                  <a:pt x="657225" y="1419225"/>
                </a:lnTo>
                <a:close/>
                <a:moveTo>
                  <a:pt x="685800" y="1409700"/>
                </a:moveTo>
                <a:lnTo>
                  <a:pt x="781050" y="1409700"/>
                </a:lnTo>
                <a:lnTo>
                  <a:pt x="781050" y="1419225"/>
                </a:lnTo>
                <a:lnTo>
                  <a:pt x="685800" y="1419225"/>
                </a:lnTo>
                <a:close/>
                <a:moveTo>
                  <a:pt x="819150" y="1409700"/>
                </a:moveTo>
                <a:lnTo>
                  <a:pt x="885825" y="1409700"/>
                </a:lnTo>
                <a:lnTo>
                  <a:pt x="885825" y="1419225"/>
                </a:lnTo>
                <a:lnTo>
                  <a:pt x="819150" y="1419225"/>
                </a:lnTo>
                <a:close/>
                <a:moveTo>
                  <a:pt x="1200150" y="1409700"/>
                </a:moveTo>
                <a:lnTo>
                  <a:pt x="1209675" y="1409700"/>
                </a:lnTo>
                <a:lnTo>
                  <a:pt x="1209675" y="1419225"/>
                </a:lnTo>
                <a:lnTo>
                  <a:pt x="1200150" y="1419225"/>
                </a:lnTo>
                <a:close/>
                <a:moveTo>
                  <a:pt x="2219325" y="1409700"/>
                </a:moveTo>
                <a:lnTo>
                  <a:pt x="2228850" y="1409700"/>
                </a:lnTo>
                <a:lnTo>
                  <a:pt x="2228850" y="1657350"/>
                </a:lnTo>
                <a:lnTo>
                  <a:pt x="2219325" y="1657350"/>
                </a:lnTo>
                <a:close/>
                <a:moveTo>
                  <a:pt x="1209675" y="1419225"/>
                </a:moveTo>
                <a:lnTo>
                  <a:pt x="1219200" y="1419225"/>
                </a:lnTo>
                <a:lnTo>
                  <a:pt x="1219200" y="1428750"/>
                </a:lnTo>
                <a:lnTo>
                  <a:pt x="1209675" y="1428750"/>
                </a:lnTo>
                <a:close/>
                <a:moveTo>
                  <a:pt x="1219200" y="1438275"/>
                </a:moveTo>
                <a:lnTo>
                  <a:pt x="1228725" y="1438275"/>
                </a:lnTo>
                <a:lnTo>
                  <a:pt x="1228725" y="1885950"/>
                </a:lnTo>
                <a:lnTo>
                  <a:pt x="1219200" y="1885950"/>
                </a:lnTo>
                <a:close/>
                <a:moveTo>
                  <a:pt x="1476375" y="1447800"/>
                </a:moveTo>
                <a:lnTo>
                  <a:pt x="1504950" y="1447800"/>
                </a:lnTo>
                <a:lnTo>
                  <a:pt x="1504950" y="1457325"/>
                </a:lnTo>
                <a:lnTo>
                  <a:pt x="1533525" y="1457325"/>
                </a:lnTo>
                <a:lnTo>
                  <a:pt x="1533525" y="1466850"/>
                </a:lnTo>
                <a:lnTo>
                  <a:pt x="1543050" y="1466850"/>
                </a:lnTo>
                <a:lnTo>
                  <a:pt x="1543050" y="1476375"/>
                </a:lnTo>
                <a:lnTo>
                  <a:pt x="1476375" y="1476375"/>
                </a:lnTo>
                <a:lnTo>
                  <a:pt x="1476375" y="1485900"/>
                </a:lnTo>
                <a:lnTo>
                  <a:pt x="1466850" y="1485900"/>
                </a:lnTo>
                <a:lnTo>
                  <a:pt x="1466850" y="1457325"/>
                </a:lnTo>
                <a:lnTo>
                  <a:pt x="1476375" y="1457325"/>
                </a:lnTo>
                <a:close/>
                <a:moveTo>
                  <a:pt x="1666875" y="1447800"/>
                </a:moveTo>
                <a:lnTo>
                  <a:pt x="1743075" y="1447800"/>
                </a:lnTo>
                <a:lnTo>
                  <a:pt x="1743075" y="1457325"/>
                </a:lnTo>
                <a:lnTo>
                  <a:pt x="1752600" y="1457325"/>
                </a:lnTo>
                <a:lnTo>
                  <a:pt x="1752600" y="1485900"/>
                </a:lnTo>
                <a:lnTo>
                  <a:pt x="1733550" y="1485900"/>
                </a:lnTo>
                <a:lnTo>
                  <a:pt x="1733550" y="1476375"/>
                </a:lnTo>
                <a:lnTo>
                  <a:pt x="1619250" y="1476375"/>
                </a:lnTo>
                <a:lnTo>
                  <a:pt x="1619250" y="1466850"/>
                </a:lnTo>
                <a:lnTo>
                  <a:pt x="1638300" y="1466850"/>
                </a:lnTo>
                <a:lnTo>
                  <a:pt x="1638300" y="1457325"/>
                </a:lnTo>
                <a:lnTo>
                  <a:pt x="1666875" y="1457325"/>
                </a:lnTo>
                <a:close/>
                <a:moveTo>
                  <a:pt x="1552575" y="1476375"/>
                </a:moveTo>
                <a:lnTo>
                  <a:pt x="1571625" y="1476375"/>
                </a:lnTo>
                <a:lnTo>
                  <a:pt x="1571625" y="1485900"/>
                </a:lnTo>
                <a:lnTo>
                  <a:pt x="1552575" y="1485900"/>
                </a:lnTo>
                <a:close/>
                <a:moveTo>
                  <a:pt x="800100" y="1495425"/>
                </a:moveTo>
                <a:lnTo>
                  <a:pt x="809625" y="1495425"/>
                </a:lnTo>
                <a:lnTo>
                  <a:pt x="809625" y="1514475"/>
                </a:lnTo>
                <a:lnTo>
                  <a:pt x="800100" y="1514475"/>
                </a:lnTo>
                <a:close/>
                <a:moveTo>
                  <a:pt x="1590675" y="1495425"/>
                </a:moveTo>
                <a:lnTo>
                  <a:pt x="1600200" y="1495425"/>
                </a:lnTo>
                <a:lnTo>
                  <a:pt x="1600200" y="1504950"/>
                </a:lnTo>
                <a:lnTo>
                  <a:pt x="1590675" y="1504950"/>
                </a:lnTo>
                <a:close/>
                <a:moveTo>
                  <a:pt x="1619250" y="1504950"/>
                </a:moveTo>
                <a:lnTo>
                  <a:pt x="1628775" y="1504950"/>
                </a:lnTo>
                <a:lnTo>
                  <a:pt x="1628775" y="1514475"/>
                </a:lnTo>
                <a:lnTo>
                  <a:pt x="1619250" y="1514475"/>
                </a:lnTo>
                <a:close/>
                <a:moveTo>
                  <a:pt x="1581150" y="1514475"/>
                </a:moveTo>
                <a:lnTo>
                  <a:pt x="1590675" y="1514475"/>
                </a:lnTo>
                <a:lnTo>
                  <a:pt x="1590675" y="1533525"/>
                </a:lnTo>
                <a:lnTo>
                  <a:pt x="1600200" y="1533525"/>
                </a:lnTo>
                <a:lnTo>
                  <a:pt x="1600200" y="1543050"/>
                </a:lnTo>
                <a:lnTo>
                  <a:pt x="1590675" y="1543050"/>
                </a:lnTo>
                <a:lnTo>
                  <a:pt x="1590675" y="1552575"/>
                </a:lnTo>
                <a:lnTo>
                  <a:pt x="1581150" y="1552575"/>
                </a:lnTo>
                <a:lnTo>
                  <a:pt x="1581150" y="1571625"/>
                </a:lnTo>
                <a:lnTo>
                  <a:pt x="1571625" y="1571625"/>
                </a:lnTo>
                <a:lnTo>
                  <a:pt x="1571625" y="1552575"/>
                </a:lnTo>
                <a:lnTo>
                  <a:pt x="1562100" y="1552575"/>
                </a:lnTo>
                <a:lnTo>
                  <a:pt x="1562100" y="1543050"/>
                </a:lnTo>
                <a:lnTo>
                  <a:pt x="1571625" y="1543050"/>
                </a:lnTo>
                <a:lnTo>
                  <a:pt x="1571625" y="1533525"/>
                </a:lnTo>
                <a:lnTo>
                  <a:pt x="1581150" y="1533525"/>
                </a:lnTo>
                <a:close/>
                <a:moveTo>
                  <a:pt x="1495425" y="1533525"/>
                </a:moveTo>
                <a:lnTo>
                  <a:pt x="1504950" y="1533525"/>
                </a:lnTo>
                <a:lnTo>
                  <a:pt x="1504950" y="1543050"/>
                </a:lnTo>
                <a:lnTo>
                  <a:pt x="1514475" y="1543050"/>
                </a:lnTo>
                <a:lnTo>
                  <a:pt x="1514475" y="1552575"/>
                </a:lnTo>
                <a:lnTo>
                  <a:pt x="1533525" y="1552575"/>
                </a:lnTo>
                <a:lnTo>
                  <a:pt x="1533525" y="1562100"/>
                </a:lnTo>
                <a:lnTo>
                  <a:pt x="1543050" y="1562100"/>
                </a:lnTo>
                <a:lnTo>
                  <a:pt x="1543050" y="1571625"/>
                </a:lnTo>
                <a:lnTo>
                  <a:pt x="1571625" y="1571625"/>
                </a:lnTo>
                <a:lnTo>
                  <a:pt x="1571625" y="1581150"/>
                </a:lnTo>
                <a:lnTo>
                  <a:pt x="1495425" y="1581150"/>
                </a:lnTo>
                <a:lnTo>
                  <a:pt x="1495425" y="1590675"/>
                </a:lnTo>
                <a:lnTo>
                  <a:pt x="1485900" y="1590675"/>
                </a:lnTo>
                <a:lnTo>
                  <a:pt x="1485900" y="1543050"/>
                </a:lnTo>
                <a:lnTo>
                  <a:pt x="1495425" y="1543050"/>
                </a:lnTo>
                <a:close/>
                <a:moveTo>
                  <a:pt x="1628775" y="1552575"/>
                </a:moveTo>
                <a:lnTo>
                  <a:pt x="1638300" y="1552575"/>
                </a:lnTo>
                <a:lnTo>
                  <a:pt x="1638300" y="1562100"/>
                </a:lnTo>
                <a:lnTo>
                  <a:pt x="1628775" y="1562100"/>
                </a:lnTo>
                <a:close/>
                <a:moveTo>
                  <a:pt x="1647825" y="1552575"/>
                </a:moveTo>
                <a:lnTo>
                  <a:pt x="1657350" y="1552575"/>
                </a:lnTo>
                <a:lnTo>
                  <a:pt x="1657350" y="1562100"/>
                </a:lnTo>
                <a:lnTo>
                  <a:pt x="1647825" y="1562100"/>
                </a:lnTo>
                <a:close/>
                <a:moveTo>
                  <a:pt x="1695450" y="1552575"/>
                </a:moveTo>
                <a:lnTo>
                  <a:pt x="1704975" y="1552575"/>
                </a:lnTo>
                <a:lnTo>
                  <a:pt x="1704975" y="1562100"/>
                </a:lnTo>
                <a:lnTo>
                  <a:pt x="1724025" y="1562100"/>
                </a:lnTo>
                <a:lnTo>
                  <a:pt x="1724025" y="1581150"/>
                </a:lnTo>
                <a:lnTo>
                  <a:pt x="1676400" y="1581150"/>
                </a:lnTo>
                <a:lnTo>
                  <a:pt x="1676400" y="1590675"/>
                </a:lnTo>
                <a:lnTo>
                  <a:pt x="1657350" y="1590675"/>
                </a:lnTo>
                <a:lnTo>
                  <a:pt x="1657350" y="1581150"/>
                </a:lnTo>
                <a:lnTo>
                  <a:pt x="1647825" y="1581150"/>
                </a:lnTo>
                <a:lnTo>
                  <a:pt x="1647825" y="1571625"/>
                </a:lnTo>
                <a:lnTo>
                  <a:pt x="1638300" y="1571625"/>
                </a:lnTo>
                <a:lnTo>
                  <a:pt x="1638300" y="1562100"/>
                </a:lnTo>
                <a:lnTo>
                  <a:pt x="1647825" y="1562100"/>
                </a:lnTo>
                <a:lnTo>
                  <a:pt x="1647825" y="1571625"/>
                </a:lnTo>
                <a:lnTo>
                  <a:pt x="1657350" y="1571625"/>
                </a:lnTo>
                <a:lnTo>
                  <a:pt x="1657350" y="1562100"/>
                </a:lnTo>
                <a:lnTo>
                  <a:pt x="1695450" y="1562100"/>
                </a:lnTo>
                <a:close/>
                <a:moveTo>
                  <a:pt x="1743075" y="1552575"/>
                </a:moveTo>
                <a:lnTo>
                  <a:pt x="1752600" y="1552575"/>
                </a:lnTo>
                <a:lnTo>
                  <a:pt x="1752600" y="1752600"/>
                </a:lnTo>
                <a:lnTo>
                  <a:pt x="1743075" y="1752600"/>
                </a:lnTo>
                <a:lnTo>
                  <a:pt x="1743075" y="1743075"/>
                </a:lnTo>
                <a:lnTo>
                  <a:pt x="1733550" y="1743075"/>
                </a:lnTo>
                <a:lnTo>
                  <a:pt x="1733550" y="1752600"/>
                </a:lnTo>
                <a:lnTo>
                  <a:pt x="1743075" y="1752600"/>
                </a:lnTo>
                <a:lnTo>
                  <a:pt x="1743075" y="1762125"/>
                </a:lnTo>
                <a:lnTo>
                  <a:pt x="1657350" y="1762125"/>
                </a:lnTo>
                <a:lnTo>
                  <a:pt x="1657350" y="1752600"/>
                </a:lnTo>
                <a:lnTo>
                  <a:pt x="1676400" y="1752600"/>
                </a:lnTo>
                <a:lnTo>
                  <a:pt x="1676400" y="1743075"/>
                </a:lnTo>
                <a:lnTo>
                  <a:pt x="1666875" y="1743075"/>
                </a:lnTo>
                <a:lnTo>
                  <a:pt x="1666875" y="1733550"/>
                </a:lnTo>
                <a:lnTo>
                  <a:pt x="1676400" y="1733550"/>
                </a:lnTo>
                <a:lnTo>
                  <a:pt x="1676400" y="1714500"/>
                </a:lnTo>
                <a:lnTo>
                  <a:pt x="1666875" y="1714500"/>
                </a:lnTo>
                <a:lnTo>
                  <a:pt x="1666875" y="1704975"/>
                </a:lnTo>
                <a:lnTo>
                  <a:pt x="1714500" y="1704975"/>
                </a:lnTo>
                <a:lnTo>
                  <a:pt x="1714500" y="1695450"/>
                </a:lnTo>
                <a:lnTo>
                  <a:pt x="1724025" y="1695450"/>
                </a:lnTo>
                <a:lnTo>
                  <a:pt x="1724025" y="1657350"/>
                </a:lnTo>
                <a:lnTo>
                  <a:pt x="1733550" y="1657350"/>
                </a:lnTo>
                <a:lnTo>
                  <a:pt x="1733550" y="1628775"/>
                </a:lnTo>
                <a:lnTo>
                  <a:pt x="1743075" y="1628775"/>
                </a:lnTo>
                <a:close/>
                <a:moveTo>
                  <a:pt x="1466850" y="1581150"/>
                </a:moveTo>
                <a:lnTo>
                  <a:pt x="1476375" y="1581150"/>
                </a:lnTo>
                <a:lnTo>
                  <a:pt x="1476375" y="1695450"/>
                </a:lnTo>
                <a:lnTo>
                  <a:pt x="1466850" y="1695450"/>
                </a:lnTo>
                <a:lnTo>
                  <a:pt x="1466850" y="1657350"/>
                </a:lnTo>
                <a:lnTo>
                  <a:pt x="1457325" y="1657350"/>
                </a:lnTo>
                <a:lnTo>
                  <a:pt x="1457325" y="1619250"/>
                </a:lnTo>
                <a:lnTo>
                  <a:pt x="1466850" y="1619250"/>
                </a:lnTo>
                <a:close/>
                <a:moveTo>
                  <a:pt x="1724025" y="1581150"/>
                </a:moveTo>
                <a:lnTo>
                  <a:pt x="1733550" y="1581150"/>
                </a:lnTo>
                <a:lnTo>
                  <a:pt x="1733550" y="1590675"/>
                </a:lnTo>
                <a:lnTo>
                  <a:pt x="1724025" y="1590675"/>
                </a:lnTo>
                <a:close/>
                <a:moveTo>
                  <a:pt x="1524000" y="1619250"/>
                </a:moveTo>
                <a:lnTo>
                  <a:pt x="1543050" y="1619250"/>
                </a:lnTo>
                <a:lnTo>
                  <a:pt x="1543050" y="1628775"/>
                </a:lnTo>
                <a:lnTo>
                  <a:pt x="1524000" y="1628775"/>
                </a:lnTo>
                <a:close/>
                <a:moveTo>
                  <a:pt x="1571625" y="1619250"/>
                </a:moveTo>
                <a:lnTo>
                  <a:pt x="1581150" y="1619250"/>
                </a:lnTo>
                <a:lnTo>
                  <a:pt x="1581150" y="1628775"/>
                </a:lnTo>
                <a:lnTo>
                  <a:pt x="1571625" y="1628775"/>
                </a:lnTo>
                <a:close/>
                <a:moveTo>
                  <a:pt x="1590675" y="1619250"/>
                </a:moveTo>
                <a:lnTo>
                  <a:pt x="1628775" y="1619250"/>
                </a:lnTo>
                <a:lnTo>
                  <a:pt x="1628775" y="1628775"/>
                </a:lnTo>
                <a:lnTo>
                  <a:pt x="1590675" y="1628775"/>
                </a:lnTo>
                <a:close/>
                <a:moveTo>
                  <a:pt x="1657350" y="1619250"/>
                </a:moveTo>
                <a:lnTo>
                  <a:pt x="1685925" y="1619250"/>
                </a:lnTo>
                <a:lnTo>
                  <a:pt x="1685925" y="1666875"/>
                </a:lnTo>
                <a:lnTo>
                  <a:pt x="1695450" y="1666875"/>
                </a:lnTo>
                <a:lnTo>
                  <a:pt x="1695450" y="1619250"/>
                </a:lnTo>
                <a:lnTo>
                  <a:pt x="1704975" y="1619250"/>
                </a:lnTo>
                <a:lnTo>
                  <a:pt x="1704975" y="1628775"/>
                </a:lnTo>
                <a:lnTo>
                  <a:pt x="1714500" y="1628775"/>
                </a:lnTo>
                <a:lnTo>
                  <a:pt x="1714500" y="1666875"/>
                </a:lnTo>
                <a:lnTo>
                  <a:pt x="1704975" y="1666875"/>
                </a:lnTo>
                <a:lnTo>
                  <a:pt x="1704975" y="1676400"/>
                </a:lnTo>
                <a:lnTo>
                  <a:pt x="1666875" y="1676400"/>
                </a:lnTo>
                <a:lnTo>
                  <a:pt x="1666875" y="1666875"/>
                </a:lnTo>
                <a:lnTo>
                  <a:pt x="1638300" y="1666875"/>
                </a:lnTo>
                <a:lnTo>
                  <a:pt x="1638300" y="1657350"/>
                </a:lnTo>
                <a:lnTo>
                  <a:pt x="1657350" y="1657350"/>
                </a:lnTo>
                <a:close/>
                <a:moveTo>
                  <a:pt x="323850" y="1628775"/>
                </a:moveTo>
                <a:lnTo>
                  <a:pt x="342900" y="1628775"/>
                </a:lnTo>
                <a:lnTo>
                  <a:pt x="342900" y="1638300"/>
                </a:lnTo>
                <a:lnTo>
                  <a:pt x="323850" y="1638300"/>
                </a:lnTo>
                <a:close/>
                <a:moveTo>
                  <a:pt x="1514475" y="1628775"/>
                </a:moveTo>
                <a:lnTo>
                  <a:pt x="1524000" y="1628775"/>
                </a:lnTo>
                <a:lnTo>
                  <a:pt x="1524000" y="1638300"/>
                </a:lnTo>
                <a:lnTo>
                  <a:pt x="1514475" y="1638300"/>
                </a:lnTo>
                <a:close/>
                <a:moveTo>
                  <a:pt x="314325" y="1638300"/>
                </a:moveTo>
                <a:lnTo>
                  <a:pt x="323850" y="1638300"/>
                </a:lnTo>
                <a:lnTo>
                  <a:pt x="323850" y="1704975"/>
                </a:lnTo>
                <a:lnTo>
                  <a:pt x="314325" y="1704975"/>
                </a:lnTo>
                <a:close/>
                <a:moveTo>
                  <a:pt x="361950" y="1638300"/>
                </a:moveTo>
                <a:lnTo>
                  <a:pt x="371475" y="1638300"/>
                </a:lnTo>
                <a:lnTo>
                  <a:pt x="371475" y="1647825"/>
                </a:lnTo>
                <a:lnTo>
                  <a:pt x="361950" y="1647825"/>
                </a:lnTo>
                <a:close/>
                <a:moveTo>
                  <a:pt x="1504950" y="1638300"/>
                </a:moveTo>
                <a:lnTo>
                  <a:pt x="1514475" y="1638300"/>
                </a:lnTo>
                <a:lnTo>
                  <a:pt x="1514475" y="1647825"/>
                </a:lnTo>
                <a:lnTo>
                  <a:pt x="1504950" y="1647825"/>
                </a:lnTo>
                <a:close/>
                <a:moveTo>
                  <a:pt x="1600200" y="1638300"/>
                </a:moveTo>
                <a:lnTo>
                  <a:pt x="1619250" y="1638300"/>
                </a:lnTo>
                <a:lnTo>
                  <a:pt x="1619250" y="1657350"/>
                </a:lnTo>
                <a:lnTo>
                  <a:pt x="1628775" y="1657350"/>
                </a:lnTo>
                <a:lnTo>
                  <a:pt x="1628775" y="1666875"/>
                </a:lnTo>
                <a:lnTo>
                  <a:pt x="1638300" y="1666875"/>
                </a:lnTo>
                <a:lnTo>
                  <a:pt x="1638300" y="1676400"/>
                </a:lnTo>
                <a:lnTo>
                  <a:pt x="1571625" y="1676400"/>
                </a:lnTo>
                <a:lnTo>
                  <a:pt x="1571625" y="1666875"/>
                </a:lnTo>
                <a:lnTo>
                  <a:pt x="1600200" y="1666875"/>
                </a:lnTo>
                <a:close/>
                <a:moveTo>
                  <a:pt x="381000" y="1647825"/>
                </a:moveTo>
                <a:lnTo>
                  <a:pt x="390525" y="1647825"/>
                </a:lnTo>
                <a:lnTo>
                  <a:pt x="390525" y="1657350"/>
                </a:lnTo>
                <a:lnTo>
                  <a:pt x="381000" y="1657350"/>
                </a:lnTo>
                <a:close/>
                <a:moveTo>
                  <a:pt x="400050" y="1657350"/>
                </a:moveTo>
                <a:lnTo>
                  <a:pt x="409575" y="1657350"/>
                </a:lnTo>
                <a:lnTo>
                  <a:pt x="409575" y="1666875"/>
                </a:lnTo>
                <a:lnTo>
                  <a:pt x="400050" y="1666875"/>
                </a:lnTo>
                <a:close/>
                <a:moveTo>
                  <a:pt x="1504950" y="1657350"/>
                </a:moveTo>
                <a:lnTo>
                  <a:pt x="1514475" y="1657350"/>
                </a:lnTo>
                <a:lnTo>
                  <a:pt x="1514475" y="1666875"/>
                </a:lnTo>
                <a:lnTo>
                  <a:pt x="1504950" y="1666875"/>
                </a:lnTo>
                <a:close/>
                <a:moveTo>
                  <a:pt x="1666875" y="1657350"/>
                </a:moveTo>
                <a:lnTo>
                  <a:pt x="1676400" y="1657350"/>
                </a:lnTo>
                <a:lnTo>
                  <a:pt x="1676400" y="1628775"/>
                </a:lnTo>
                <a:lnTo>
                  <a:pt x="1666875" y="1628775"/>
                </a:lnTo>
                <a:close/>
                <a:moveTo>
                  <a:pt x="409575" y="1666875"/>
                </a:moveTo>
                <a:lnTo>
                  <a:pt x="419100" y="1666875"/>
                </a:lnTo>
                <a:lnTo>
                  <a:pt x="419100" y="1676400"/>
                </a:lnTo>
                <a:lnTo>
                  <a:pt x="409575" y="1676400"/>
                </a:lnTo>
                <a:close/>
                <a:moveTo>
                  <a:pt x="1514475" y="1666875"/>
                </a:moveTo>
                <a:lnTo>
                  <a:pt x="1543050" y="1666875"/>
                </a:lnTo>
                <a:lnTo>
                  <a:pt x="1543050" y="1676400"/>
                </a:lnTo>
                <a:lnTo>
                  <a:pt x="1514475" y="1676400"/>
                </a:lnTo>
                <a:close/>
                <a:moveTo>
                  <a:pt x="419100" y="1676400"/>
                </a:moveTo>
                <a:lnTo>
                  <a:pt x="428625" y="1676400"/>
                </a:lnTo>
                <a:lnTo>
                  <a:pt x="428625" y="1685925"/>
                </a:lnTo>
                <a:lnTo>
                  <a:pt x="419100" y="1685925"/>
                </a:lnTo>
                <a:close/>
                <a:moveTo>
                  <a:pt x="1162050" y="1676400"/>
                </a:moveTo>
                <a:lnTo>
                  <a:pt x="1171575" y="1676400"/>
                </a:lnTo>
                <a:lnTo>
                  <a:pt x="1171575" y="1685925"/>
                </a:lnTo>
                <a:lnTo>
                  <a:pt x="1162050" y="1685925"/>
                </a:lnTo>
                <a:close/>
                <a:moveTo>
                  <a:pt x="542925" y="1685925"/>
                </a:moveTo>
                <a:lnTo>
                  <a:pt x="561975" y="1685925"/>
                </a:lnTo>
                <a:lnTo>
                  <a:pt x="561975" y="1695450"/>
                </a:lnTo>
                <a:lnTo>
                  <a:pt x="542925" y="1695450"/>
                </a:lnTo>
                <a:close/>
                <a:moveTo>
                  <a:pt x="1171575" y="1685925"/>
                </a:moveTo>
                <a:lnTo>
                  <a:pt x="1181100" y="1685925"/>
                </a:lnTo>
                <a:lnTo>
                  <a:pt x="1181100" y="1704975"/>
                </a:lnTo>
                <a:lnTo>
                  <a:pt x="1171575" y="1704975"/>
                </a:lnTo>
                <a:close/>
                <a:moveTo>
                  <a:pt x="514350" y="1695450"/>
                </a:moveTo>
                <a:lnTo>
                  <a:pt x="523875" y="1695450"/>
                </a:lnTo>
                <a:lnTo>
                  <a:pt x="523875" y="1704975"/>
                </a:lnTo>
                <a:lnTo>
                  <a:pt x="514350" y="1704975"/>
                </a:lnTo>
                <a:close/>
                <a:moveTo>
                  <a:pt x="438150" y="1704975"/>
                </a:moveTo>
                <a:lnTo>
                  <a:pt x="447675" y="1704975"/>
                </a:lnTo>
                <a:lnTo>
                  <a:pt x="447675" y="1714500"/>
                </a:lnTo>
                <a:lnTo>
                  <a:pt x="438150" y="1714500"/>
                </a:lnTo>
                <a:close/>
                <a:moveTo>
                  <a:pt x="504825" y="1704975"/>
                </a:moveTo>
                <a:lnTo>
                  <a:pt x="514350" y="1704975"/>
                </a:lnTo>
                <a:lnTo>
                  <a:pt x="514350" y="1714500"/>
                </a:lnTo>
                <a:lnTo>
                  <a:pt x="504825" y="1714500"/>
                </a:lnTo>
                <a:close/>
                <a:moveTo>
                  <a:pt x="1162050" y="1704975"/>
                </a:moveTo>
                <a:lnTo>
                  <a:pt x="1171575" y="1704975"/>
                </a:lnTo>
                <a:lnTo>
                  <a:pt x="1171575" y="1714500"/>
                </a:lnTo>
                <a:lnTo>
                  <a:pt x="1162050" y="1714500"/>
                </a:lnTo>
                <a:close/>
                <a:moveTo>
                  <a:pt x="1514475" y="1704975"/>
                </a:moveTo>
                <a:lnTo>
                  <a:pt x="1524000" y="1704975"/>
                </a:lnTo>
                <a:lnTo>
                  <a:pt x="1524000" y="1724025"/>
                </a:lnTo>
                <a:lnTo>
                  <a:pt x="1514475" y="1724025"/>
                </a:lnTo>
                <a:close/>
                <a:moveTo>
                  <a:pt x="1600200" y="1704975"/>
                </a:moveTo>
                <a:lnTo>
                  <a:pt x="1638300" y="1704975"/>
                </a:lnTo>
                <a:lnTo>
                  <a:pt x="1638300" y="1724025"/>
                </a:lnTo>
                <a:lnTo>
                  <a:pt x="1600200" y="1724025"/>
                </a:lnTo>
                <a:close/>
                <a:moveTo>
                  <a:pt x="762000" y="1714500"/>
                </a:moveTo>
                <a:lnTo>
                  <a:pt x="857250" y="1714500"/>
                </a:lnTo>
                <a:lnTo>
                  <a:pt x="857250" y="1724025"/>
                </a:lnTo>
                <a:lnTo>
                  <a:pt x="762000" y="1724025"/>
                </a:lnTo>
                <a:close/>
                <a:moveTo>
                  <a:pt x="447675" y="1724025"/>
                </a:moveTo>
                <a:lnTo>
                  <a:pt x="457200" y="1724025"/>
                </a:lnTo>
                <a:lnTo>
                  <a:pt x="457200" y="1733550"/>
                </a:lnTo>
                <a:lnTo>
                  <a:pt x="447675" y="1733550"/>
                </a:lnTo>
                <a:close/>
                <a:moveTo>
                  <a:pt x="323850" y="1733550"/>
                </a:moveTo>
                <a:lnTo>
                  <a:pt x="333375" y="1733550"/>
                </a:lnTo>
                <a:lnTo>
                  <a:pt x="333375" y="1743075"/>
                </a:lnTo>
                <a:lnTo>
                  <a:pt x="323850" y="1743075"/>
                </a:lnTo>
                <a:close/>
                <a:moveTo>
                  <a:pt x="457200" y="1733550"/>
                </a:moveTo>
                <a:lnTo>
                  <a:pt x="466725" y="1733550"/>
                </a:lnTo>
                <a:lnTo>
                  <a:pt x="466725" y="1743075"/>
                </a:lnTo>
                <a:lnTo>
                  <a:pt x="476250" y="1743075"/>
                </a:lnTo>
                <a:lnTo>
                  <a:pt x="476250" y="1733550"/>
                </a:lnTo>
                <a:lnTo>
                  <a:pt x="485775" y="1733550"/>
                </a:lnTo>
                <a:lnTo>
                  <a:pt x="485775" y="1743075"/>
                </a:lnTo>
                <a:lnTo>
                  <a:pt x="476250" y="1743075"/>
                </a:lnTo>
                <a:lnTo>
                  <a:pt x="476250" y="1752600"/>
                </a:lnTo>
                <a:lnTo>
                  <a:pt x="457200" y="1752600"/>
                </a:lnTo>
                <a:close/>
                <a:moveTo>
                  <a:pt x="561975" y="1752600"/>
                </a:moveTo>
                <a:lnTo>
                  <a:pt x="571500" y="1752600"/>
                </a:lnTo>
                <a:lnTo>
                  <a:pt x="571500" y="1771650"/>
                </a:lnTo>
                <a:lnTo>
                  <a:pt x="561975" y="1771650"/>
                </a:lnTo>
                <a:close/>
                <a:moveTo>
                  <a:pt x="1466850" y="1752600"/>
                </a:moveTo>
                <a:lnTo>
                  <a:pt x="1476375" y="1752600"/>
                </a:lnTo>
                <a:lnTo>
                  <a:pt x="1476375" y="1762125"/>
                </a:lnTo>
                <a:lnTo>
                  <a:pt x="1466850" y="1762125"/>
                </a:lnTo>
                <a:close/>
                <a:moveTo>
                  <a:pt x="333375" y="1762125"/>
                </a:moveTo>
                <a:lnTo>
                  <a:pt x="342900" y="1762125"/>
                </a:lnTo>
                <a:lnTo>
                  <a:pt x="342900" y="1771650"/>
                </a:lnTo>
                <a:lnTo>
                  <a:pt x="333375" y="1771650"/>
                </a:lnTo>
                <a:close/>
                <a:moveTo>
                  <a:pt x="1019175" y="1762125"/>
                </a:moveTo>
                <a:lnTo>
                  <a:pt x="1028700" y="1762125"/>
                </a:lnTo>
                <a:lnTo>
                  <a:pt x="1028700" y="1771650"/>
                </a:lnTo>
                <a:lnTo>
                  <a:pt x="1019175" y="1771650"/>
                </a:lnTo>
                <a:close/>
                <a:moveTo>
                  <a:pt x="1476375" y="1762125"/>
                </a:moveTo>
                <a:lnTo>
                  <a:pt x="1562100" y="1762125"/>
                </a:lnTo>
                <a:lnTo>
                  <a:pt x="1562100" y="1771650"/>
                </a:lnTo>
                <a:lnTo>
                  <a:pt x="1476375" y="1771650"/>
                </a:lnTo>
                <a:close/>
                <a:moveTo>
                  <a:pt x="1590675" y="1762125"/>
                </a:moveTo>
                <a:lnTo>
                  <a:pt x="1647825" y="1762125"/>
                </a:lnTo>
                <a:lnTo>
                  <a:pt x="1647825" y="1771650"/>
                </a:lnTo>
                <a:lnTo>
                  <a:pt x="1590675" y="1771650"/>
                </a:lnTo>
                <a:close/>
                <a:moveTo>
                  <a:pt x="1028700" y="1771650"/>
                </a:moveTo>
                <a:lnTo>
                  <a:pt x="1038225" y="1771650"/>
                </a:lnTo>
                <a:lnTo>
                  <a:pt x="1038225" y="1781175"/>
                </a:lnTo>
                <a:lnTo>
                  <a:pt x="1028700" y="1781175"/>
                </a:lnTo>
                <a:close/>
                <a:moveTo>
                  <a:pt x="342900" y="1781175"/>
                </a:moveTo>
                <a:lnTo>
                  <a:pt x="352425" y="1781175"/>
                </a:lnTo>
                <a:lnTo>
                  <a:pt x="352425" y="1790700"/>
                </a:lnTo>
                <a:lnTo>
                  <a:pt x="342900" y="1790700"/>
                </a:lnTo>
                <a:close/>
                <a:moveTo>
                  <a:pt x="552450" y="1781175"/>
                </a:moveTo>
                <a:lnTo>
                  <a:pt x="561975" y="1781175"/>
                </a:lnTo>
                <a:lnTo>
                  <a:pt x="561975" y="1790700"/>
                </a:lnTo>
                <a:lnTo>
                  <a:pt x="552450" y="1790700"/>
                </a:lnTo>
                <a:close/>
                <a:moveTo>
                  <a:pt x="352425" y="1790700"/>
                </a:moveTo>
                <a:lnTo>
                  <a:pt x="361950" y="1790700"/>
                </a:lnTo>
                <a:lnTo>
                  <a:pt x="361950" y="1800225"/>
                </a:lnTo>
                <a:lnTo>
                  <a:pt x="352425" y="1800225"/>
                </a:lnTo>
                <a:close/>
                <a:moveTo>
                  <a:pt x="542925" y="1800225"/>
                </a:moveTo>
                <a:lnTo>
                  <a:pt x="552450" y="1800225"/>
                </a:lnTo>
                <a:lnTo>
                  <a:pt x="552450" y="1809750"/>
                </a:lnTo>
                <a:lnTo>
                  <a:pt x="542925" y="1809750"/>
                </a:lnTo>
                <a:close/>
                <a:moveTo>
                  <a:pt x="533400" y="1809750"/>
                </a:moveTo>
                <a:lnTo>
                  <a:pt x="542925" y="1809750"/>
                </a:lnTo>
                <a:lnTo>
                  <a:pt x="542925" y="1819275"/>
                </a:lnTo>
                <a:lnTo>
                  <a:pt x="533400" y="1819275"/>
                </a:lnTo>
                <a:close/>
                <a:moveTo>
                  <a:pt x="381000" y="1819275"/>
                </a:moveTo>
                <a:lnTo>
                  <a:pt x="390525" y="1819275"/>
                </a:lnTo>
                <a:lnTo>
                  <a:pt x="390525" y="1828800"/>
                </a:lnTo>
                <a:lnTo>
                  <a:pt x="381000" y="1828800"/>
                </a:lnTo>
                <a:close/>
                <a:moveTo>
                  <a:pt x="523875" y="1819275"/>
                </a:moveTo>
                <a:lnTo>
                  <a:pt x="533400" y="1819275"/>
                </a:lnTo>
                <a:lnTo>
                  <a:pt x="533400" y="1828800"/>
                </a:lnTo>
                <a:lnTo>
                  <a:pt x="523875" y="1828800"/>
                </a:lnTo>
                <a:close/>
                <a:moveTo>
                  <a:pt x="1962150" y="1819275"/>
                </a:moveTo>
                <a:lnTo>
                  <a:pt x="1971675" y="1819275"/>
                </a:lnTo>
                <a:lnTo>
                  <a:pt x="1971675" y="1828800"/>
                </a:lnTo>
                <a:lnTo>
                  <a:pt x="1962150" y="1828800"/>
                </a:lnTo>
                <a:close/>
                <a:moveTo>
                  <a:pt x="2019300" y="1819275"/>
                </a:moveTo>
                <a:lnTo>
                  <a:pt x="2028825" y="1819275"/>
                </a:lnTo>
                <a:lnTo>
                  <a:pt x="2028825" y="1828800"/>
                </a:lnTo>
                <a:lnTo>
                  <a:pt x="2019300" y="1828800"/>
                </a:lnTo>
                <a:close/>
                <a:moveTo>
                  <a:pt x="209550" y="1828800"/>
                </a:moveTo>
                <a:lnTo>
                  <a:pt x="219075" y="1828800"/>
                </a:lnTo>
                <a:lnTo>
                  <a:pt x="219075" y="1838325"/>
                </a:lnTo>
                <a:lnTo>
                  <a:pt x="209550" y="1838325"/>
                </a:lnTo>
                <a:close/>
                <a:moveTo>
                  <a:pt x="514350" y="1828800"/>
                </a:moveTo>
                <a:lnTo>
                  <a:pt x="523875" y="1828800"/>
                </a:lnTo>
                <a:lnTo>
                  <a:pt x="523875" y="1838325"/>
                </a:lnTo>
                <a:lnTo>
                  <a:pt x="514350" y="1838325"/>
                </a:lnTo>
                <a:close/>
                <a:moveTo>
                  <a:pt x="1952625" y="1828800"/>
                </a:moveTo>
                <a:lnTo>
                  <a:pt x="1962150" y="1828800"/>
                </a:lnTo>
                <a:lnTo>
                  <a:pt x="1962150" y="1838325"/>
                </a:lnTo>
                <a:lnTo>
                  <a:pt x="1952625" y="1838325"/>
                </a:lnTo>
                <a:close/>
                <a:moveTo>
                  <a:pt x="2038350" y="1828800"/>
                </a:moveTo>
                <a:lnTo>
                  <a:pt x="2047875" y="1828800"/>
                </a:lnTo>
                <a:lnTo>
                  <a:pt x="2047875" y="1838325"/>
                </a:lnTo>
                <a:lnTo>
                  <a:pt x="2038350" y="1838325"/>
                </a:lnTo>
                <a:close/>
                <a:moveTo>
                  <a:pt x="419100" y="1838325"/>
                </a:moveTo>
                <a:lnTo>
                  <a:pt x="428625" y="1838325"/>
                </a:lnTo>
                <a:lnTo>
                  <a:pt x="428625" y="1847850"/>
                </a:lnTo>
                <a:lnTo>
                  <a:pt x="419100" y="1847850"/>
                </a:lnTo>
                <a:close/>
                <a:moveTo>
                  <a:pt x="495300" y="1838325"/>
                </a:moveTo>
                <a:lnTo>
                  <a:pt x="504825" y="1838325"/>
                </a:lnTo>
                <a:lnTo>
                  <a:pt x="504825" y="1847850"/>
                </a:lnTo>
                <a:lnTo>
                  <a:pt x="495300" y="1847850"/>
                </a:lnTo>
                <a:close/>
                <a:moveTo>
                  <a:pt x="895350" y="1838325"/>
                </a:moveTo>
                <a:lnTo>
                  <a:pt x="904875" y="1838325"/>
                </a:lnTo>
                <a:lnTo>
                  <a:pt x="904875" y="1847850"/>
                </a:lnTo>
                <a:lnTo>
                  <a:pt x="895350" y="1847850"/>
                </a:lnTo>
                <a:close/>
                <a:moveTo>
                  <a:pt x="1943100" y="1838325"/>
                </a:moveTo>
                <a:lnTo>
                  <a:pt x="1952625" y="1838325"/>
                </a:lnTo>
                <a:lnTo>
                  <a:pt x="1952625" y="1847850"/>
                </a:lnTo>
                <a:lnTo>
                  <a:pt x="1943100" y="1847850"/>
                </a:lnTo>
                <a:close/>
                <a:moveTo>
                  <a:pt x="2047875" y="1838325"/>
                </a:moveTo>
                <a:lnTo>
                  <a:pt x="2057400" y="1838325"/>
                </a:lnTo>
                <a:lnTo>
                  <a:pt x="2057400" y="1847850"/>
                </a:lnTo>
                <a:lnTo>
                  <a:pt x="2047875" y="1847850"/>
                </a:lnTo>
                <a:close/>
                <a:moveTo>
                  <a:pt x="695325" y="1847850"/>
                </a:moveTo>
                <a:lnTo>
                  <a:pt x="704850" y="1847850"/>
                </a:lnTo>
                <a:lnTo>
                  <a:pt x="704850" y="1876425"/>
                </a:lnTo>
                <a:lnTo>
                  <a:pt x="695325" y="1876425"/>
                </a:lnTo>
                <a:close/>
                <a:moveTo>
                  <a:pt x="1933575" y="1847850"/>
                </a:moveTo>
                <a:lnTo>
                  <a:pt x="1943100" y="1847850"/>
                </a:lnTo>
                <a:lnTo>
                  <a:pt x="1943100" y="1857375"/>
                </a:lnTo>
                <a:lnTo>
                  <a:pt x="1933575" y="1857375"/>
                </a:lnTo>
                <a:close/>
                <a:moveTo>
                  <a:pt x="2057400" y="1857375"/>
                </a:moveTo>
                <a:lnTo>
                  <a:pt x="2066925" y="1857375"/>
                </a:lnTo>
                <a:lnTo>
                  <a:pt x="2066925" y="1866900"/>
                </a:lnTo>
                <a:lnTo>
                  <a:pt x="2057400" y="1866900"/>
                </a:lnTo>
                <a:close/>
                <a:moveTo>
                  <a:pt x="1924050" y="1866900"/>
                </a:moveTo>
                <a:lnTo>
                  <a:pt x="1933575" y="1866900"/>
                </a:lnTo>
                <a:lnTo>
                  <a:pt x="1933575" y="1876425"/>
                </a:lnTo>
                <a:lnTo>
                  <a:pt x="1924050" y="1876425"/>
                </a:lnTo>
                <a:close/>
                <a:moveTo>
                  <a:pt x="2209800" y="1876425"/>
                </a:moveTo>
                <a:lnTo>
                  <a:pt x="2219325" y="1876425"/>
                </a:lnTo>
                <a:lnTo>
                  <a:pt x="2219325" y="1885950"/>
                </a:lnTo>
                <a:lnTo>
                  <a:pt x="2209800" y="1885950"/>
                </a:lnTo>
                <a:close/>
                <a:moveTo>
                  <a:pt x="219075" y="1885950"/>
                </a:moveTo>
                <a:lnTo>
                  <a:pt x="228600" y="1885950"/>
                </a:lnTo>
                <a:lnTo>
                  <a:pt x="228600" y="1895475"/>
                </a:lnTo>
                <a:lnTo>
                  <a:pt x="219075" y="1895475"/>
                </a:lnTo>
                <a:close/>
                <a:moveTo>
                  <a:pt x="1209675" y="1885950"/>
                </a:moveTo>
                <a:lnTo>
                  <a:pt x="1219200" y="1885950"/>
                </a:lnTo>
                <a:lnTo>
                  <a:pt x="1219200" y="1895475"/>
                </a:lnTo>
                <a:lnTo>
                  <a:pt x="1209675" y="1895475"/>
                </a:lnTo>
                <a:close/>
                <a:moveTo>
                  <a:pt x="2066925" y="1885950"/>
                </a:moveTo>
                <a:lnTo>
                  <a:pt x="2076450" y="1885950"/>
                </a:lnTo>
                <a:lnTo>
                  <a:pt x="2076450" y="1895475"/>
                </a:lnTo>
                <a:lnTo>
                  <a:pt x="2066925" y="1895475"/>
                </a:lnTo>
                <a:close/>
                <a:moveTo>
                  <a:pt x="1914525" y="1895475"/>
                </a:moveTo>
                <a:lnTo>
                  <a:pt x="1924050" y="1895475"/>
                </a:lnTo>
                <a:lnTo>
                  <a:pt x="1924050" y="1924050"/>
                </a:lnTo>
                <a:lnTo>
                  <a:pt x="1914525" y="1924050"/>
                </a:lnTo>
                <a:lnTo>
                  <a:pt x="1914525" y="1933575"/>
                </a:lnTo>
                <a:lnTo>
                  <a:pt x="1905000" y="1933575"/>
                </a:lnTo>
                <a:lnTo>
                  <a:pt x="1905000" y="1914525"/>
                </a:lnTo>
                <a:lnTo>
                  <a:pt x="1914525" y="1914525"/>
                </a:lnTo>
                <a:close/>
                <a:moveTo>
                  <a:pt x="2200275" y="1914525"/>
                </a:moveTo>
                <a:lnTo>
                  <a:pt x="2209800" y="1914525"/>
                </a:lnTo>
                <a:lnTo>
                  <a:pt x="2209800" y="1924050"/>
                </a:lnTo>
                <a:lnTo>
                  <a:pt x="2200275" y="1924050"/>
                </a:lnTo>
                <a:close/>
                <a:moveTo>
                  <a:pt x="228600" y="1924050"/>
                </a:moveTo>
                <a:lnTo>
                  <a:pt x="238125" y="1924050"/>
                </a:lnTo>
                <a:lnTo>
                  <a:pt x="238125" y="1933575"/>
                </a:lnTo>
                <a:lnTo>
                  <a:pt x="228600" y="1933575"/>
                </a:lnTo>
                <a:close/>
                <a:moveTo>
                  <a:pt x="1866900" y="1924050"/>
                </a:moveTo>
                <a:lnTo>
                  <a:pt x="1885950" y="1924050"/>
                </a:lnTo>
                <a:lnTo>
                  <a:pt x="1885950" y="1933575"/>
                </a:lnTo>
                <a:lnTo>
                  <a:pt x="1866900" y="1933575"/>
                </a:lnTo>
                <a:close/>
                <a:moveTo>
                  <a:pt x="600075" y="1933575"/>
                </a:moveTo>
                <a:lnTo>
                  <a:pt x="609600" y="1933575"/>
                </a:lnTo>
                <a:lnTo>
                  <a:pt x="609600" y="1943100"/>
                </a:lnTo>
                <a:lnTo>
                  <a:pt x="600075" y="1943100"/>
                </a:lnTo>
                <a:close/>
                <a:moveTo>
                  <a:pt x="1266825" y="1933575"/>
                </a:moveTo>
                <a:lnTo>
                  <a:pt x="1276350" y="1933575"/>
                </a:lnTo>
                <a:lnTo>
                  <a:pt x="1276350" y="1943100"/>
                </a:lnTo>
                <a:lnTo>
                  <a:pt x="1266825" y="1943100"/>
                </a:lnTo>
                <a:close/>
                <a:moveTo>
                  <a:pt x="1857375" y="1933575"/>
                </a:moveTo>
                <a:lnTo>
                  <a:pt x="1866900" y="1933575"/>
                </a:lnTo>
                <a:lnTo>
                  <a:pt x="1866900" y="1943100"/>
                </a:lnTo>
                <a:lnTo>
                  <a:pt x="1857375" y="1943100"/>
                </a:lnTo>
                <a:close/>
                <a:moveTo>
                  <a:pt x="2076450" y="1933575"/>
                </a:moveTo>
                <a:lnTo>
                  <a:pt x="2085975" y="1933575"/>
                </a:lnTo>
                <a:lnTo>
                  <a:pt x="2085975" y="1943100"/>
                </a:lnTo>
                <a:lnTo>
                  <a:pt x="2076450" y="1943100"/>
                </a:lnTo>
                <a:close/>
                <a:moveTo>
                  <a:pt x="609600" y="1943100"/>
                </a:moveTo>
                <a:lnTo>
                  <a:pt x="1266825" y="1943100"/>
                </a:lnTo>
                <a:lnTo>
                  <a:pt x="1266825" y="1952625"/>
                </a:lnTo>
                <a:lnTo>
                  <a:pt x="609600" y="1952625"/>
                </a:lnTo>
                <a:close/>
                <a:moveTo>
                  <a:pt x="1847850" y="1943100"/>
                </a:moveTo>
                <a:lnTo>
                  <a:pt x="1857375" y="1943100"/>
                </a:lnTo>
                <a:lnTo>
                  <a:pt x="1857375" y="1952625"/>
                </a:lnTo>
                <a:lnTo>
                  <a:pt x="1847850" y="1952625"/>
                </a:lnTo>
                <a:close/>
                <a:moveTo>
                  <a:pt x="2114550" y="1943100"/>
                </a:moveTo>
                <a:lnTo>
                  <a:pt x="2124075" y="1943100"/>
                </a:lnTo>
                <a:lnTo>
                  <a:pt x="2124075" y="1952625"/>
                </a:lnTo>
                <a:lnTo>
                  <a:pt x="2114550" y="1952625"/>
                </a:lnTo>
                <a:close/>
                <a:moveTo>
                  <a:pt x="2190750" y="1943100"/>
                </a:moveTo>
                <a:lnTo>
                  <a:pt x="2200275" y="1943100"/>
                </a:lnTo>
                <a:lnTo>
                  <a:pt x="2200275" y="1952625"/>
                </a:lnTo>
                <a:lnTo>
                  <a:pt x="2190750" y="1952625"/>
                </a:lnTo>
                <a:close/>
                <a:moveTo>
                  <a:pt x="238125" y="1952625"/>
                </a:moveTo>
                <a:lnTo>
                  <a:pt x="247650" y="1952625"/>
                </a:lnTo>
                <a:lnTo>
                  <a:pt x="247650" y="1962150"/>
                </a:lnTo>
                <a:lnTo>
                  <a:pt x="238125" y="1962150"/>
                </a:lnTo>
                <a:close/>
                <a:moveTo>
                  <a:pt x="2124075" y="1952625"/>
                </a:moveTo>
                <a:lnTo>
                  <a:pt x="2133600" y="1952625"/>
                </a:lnTo>
                <a:lnTo>
                  <a:pt x="2133600" y="1962150"/>
                </a:lnTo>
                <a:lnTo>
                  <a:pt x="2124075" y="1962150"/>
                </a:lnTo>
                <a:close/>
                <a:moveTo>
                  <a:pt x="352425" y="1962150"/>
                </a:moveTo>
                <a:lnTo>
                  <a:pt x="361950" y="1962150"/>
                </a:lnTo>
                <a:lnTo>
                  <a:pt x="361950" y="1981200"/>
                </a:lnTo>
                <a:lnTo>
                  <a:pt x="352425" y="1981200"/>
                </a:lnTo>
                <a:close/>
                <a:moveTo>
                  <a:pt x="2133600" y="1962150"/>
                </a:moveTo>
                <a:lnTo>
                  <a:pt x="2143125" y="1962150"/>
                </a:lnTo>
                <a:lnTo>
                  <a:pt x="2143125" y="1971675"/>
                </a:lnTo>
                <a:lnTo>
                  <a:pt x="2133600" y="1971675"/>
                </a:lnTo>
                <a:close/>
                <a:moveTo>
                  <a:pt x="1828800" y="1971675"/>
                </a:moveTo>
                <a:lnTo>
                  <a:pt x="1847850" y="1971675"/>
                </a:lnTo>
                <a:lnTo>
                  <a:pt x="1847850" y="2000250"/>
                </a:lnTo>
                <a:lnTo>
                  <a:pt x="1828800" y="2000250"/>
                </a:lnTo>
                <a:close/>
                <a:moveTo>
                  <a:pt x="2181225" y="1971675"/>
                </a:moveTo>
                <a:lnTo>
                  <a:pt x="2190750" y="1971675"/>
                </a:lnTo>
                <a:lnTo>
                  <a:pt x="2190750" y="1981200"/>
                </a:lnTo>
                <a:lnTo>
                  <a:pt x="2181225" y="1981200"/>
                </a:lnTo>
                <a:close/>
                <a:moveTo>
                  <a:pt x="552450" y="1981200"/>
                </a:moveTo>
                <a:lnTo>
                  <a:pt x="561975" y="1981200"/>
                </a:lnTo>
                <a:lnTo>
                  <a:pt x="561975" y="1990725"/>
                </a:lnTo>
                <a:lnTo>
                  <a:pt x="552450" y="1990725"/>
                </a:lnTo>
                <a:close/>
                <a:moveTo>
                  <a:pt x="2143125" y="1981200"/>
                </a:moveTo>
                <a:lnTo>
                  <a:pt x="2152650" y="1981200"/>
                </a:lnTo>
                <a:lnTo>
                  <a:pt x="2152650" y="1990725"/>
                </a:lnTo>
                <a:lnTo>
                  <a:pt x="2143125" y="1990725"/>
                </a:lnTo>
                <a:close/>
                <a:moveTo>
                  <a:pt x="2171700" y="1990725"/>
                </a:moveTo>
                <a:lnTo>
                  <a:pt x="2181225" y="1990725"/>
                </a:lnTo>
                <a:lnTo>
                  <a:pt x="2181225" y="2000250"/>
                </a:lnTo>
                <a:lnTo>
                  <a:pt x="2171700" y="2000250"/>
                </a:lnTo>
                <a:close/>
                <a:moveTo>
                  <a:pt x="266700" y="2009775"/>
                </a:moveTo>
                <a:lnTo>
                  <a:pt x="276225" y="2009775"/>
                </a:lnTo>
                <a:lnTo>
                  <a:pt x="276225" y="2019300"/>
                </a:lnTo>
                <a:lnTo>
                  <a:pt x="266700" y="2019300"/>
                </a:lnTo>
                <a:close/>
                <a:moveTo>
                  <a:pt x="361950" y="2009775"/>
                </a:moveTo>
                <a:lnTo>
                  <a:pt x="371475" y="2009775"/>
                </a:lnTo>
                <a:lnTo>
                  <a:pt x="371475" y="2019300"/>
                </a:lnTo>
                <a:lnTo>
                  <a:pt x="361950" y="2019300"/>
                </a:lnTo>
                <a:close/>
                <a:moveTo>
                  <a:pt x="1828800" y="2019300"/>
                </a:moveTo>
                <a:lnTo>
                  <a:pt x="1838325" y="2019300"/>
                </a:lnTo>
                <a:lnTo>
                  <a:pt x="1838325" y="2028825"/>
                </a:lnTo>
                <a:lnTo>
                  <a:pt x="1828800" y="2028825"/>
                </a:lnTo>
                <a:close/>
                <a:moveTo>
                  <a:pt x="276225" y="2028825"/>
                </a:moveTo>
                <a:lnTo>
                  <a:pt x="285750" y="2028825"/>
                </a:lnTo>
                <a:lnTo>
                  <a:pt x="285750" y="2038350"/>
                </a:lnTo>
                <a:lnTo>
                  <a:pt x="276225" y="2038350"/>
                </a:lnTo>
                <a:close/>
                <a:moveTo>
                  <a:pt x="1838325" y="2028825"/>
                </a:moveTo>
                <a:lnTo>
                  <a:pt x="1847850" y="2028825"/>
                </a:lnTo>
                <a:lnTo>
                  <a:pt x="1847850" y="2038350"/>
                </a:lnTo>
                <a:lnTo>
                  <a:pt x="1838325" y="2038350"/>
                </a:lnTo>
                <a:close/>
                <a:moveTo>
                  <a:pt x="295275" y="2057400"/>
                </a:moveTo>
                <a:lnTo>
                  <a:pt x="304800" y="2057400"/>
                </a:lnTo>
                <a:lnTo>
                  <a:pt x="304800" y="2066925"/>
                </a:lnTo>
                <a:lnTo>
                  <a:pt x="295275" y="2066925"/>
                </a:lnTo>
                <a:close/>
                <a:moveTo>
                  <a:pt x="304800" y="2066925"/>
                </a:moveTo>
                <a:lnTo>
                  <a:pt x="314325" y="2066925"/>
                </a:lnTo>
                <a:lnTo>
                  <a:pt x="314325" y="2076450"/>
                </a:lnTo>
                <a:lnTo>
                  <a:pt x="304800" y="2076450"/>
                </a:lnTo>
                <a:close/>
                <a:moveTo>
                  <a:pt x="2409825" y="2085975"/>
                </a:moveTo>
                <a:lnTo>
                  <a:pt x="2419350" y="2085975"/>
                </a:lnTo>
                <a:lnTo>
                  <a:pt x="2419350" y="2105025"/>
                </a:lnTo>
                <a:lnTo>
                  <a:pt x="2409825" y="2105025"/>
                </a:lnTo>
                <a:close/>
                <a:moveTo>
                  <a:pt x="19050" y="2095500"/>
                </a:moveTo>
                <a:lnTo>
                  <a:pt x="28575" y="2095500"/>
                </a:lnTo>
                <a:lnTo>
                  <a:pt x="28575" y="2114550"/>
                </a:lnTo>
                <a:lnTo>
                  <a:pt x="19050" y="2114550"/>
                </a:lnTo>
                <a:close/>
                <a:moveTo>
                  <a:pt x="1333500" y="2095500"/>
                </a:moveTo>
                <a:lnTo>
                  <a:pt x="1362075" y="2095500"/>
                </a:lnTo>
                <a:lnTo>
                  <a:pt x="1362075" y="2105025"/>
                </a:lnTo>
                <a:lnTo>
                  <a:pt x="1333500" y="2105025"/>
                </a:lnTo>
                <a:close/>
                <a:moveTo>
                  <a:pt x="1971675" y="2095500"/>
                </a:moveTo>
                <a:lnTo>
                  <a:pt x="1990725" y="2095500"/>
                </a:lnTo>
                <a:lnTo>
                  <a:pt x="1990725" y="2105025"/>
                </a:lnTo>
                <a:lnTo>
                  <a:pt x="1971675" y="2105025"/>
                </a:lnTo>
                <a:close/>
                <a:moveTo>
                  <a:pt x="2076450" y="2105025"/>
                </a:moveTo>
                <a:lnTo>
                  <a:pt x="2085975" y="2105025"/>
                </a:lnTo>
                <a:lnTo>
                  <a:pt x="2085975" y="2124075"/>
                </a:lnTo>
                <a:lnTo>
                  <a:pt x="2076450" y="2124075"/>
                </a:lnTo>
                <a:close/>
                <a:moveTo>
                  <a:pt x="2066925" y="2124075"/>
                </a:moveTo>
                <a:lnTo>
                  <a:pt x="2076450" y="2124075"/>
                </a:lnTo>
                <a:lnTo>
                  <a:pt x="2076450" y="2133600"/>
                </a:lnTo>
                <a:lnTo>
                  <a:pt x="2066925" y="2133600"/>
                </a:lnTo>
                <a:close/>
                <a:moveTo>
                  <a:pt x="2400300" y="2124075"/>
                </a:moveTo>
                <a:lnTo>
                  <a:pt x="2409825" y="2124075"/>
                </a:lnTo>
                <a:lnTo>
                  <a:pt x="2409825" y="2133600"/>
                </a:lnTo>
                <a:lnTo>
                  <a:pt x="2400300" y="2133600"/>
                </a:lnTo>
                <a:close/>
                <a:moveTo>
                  <a:pt x="2057400" y="2133600"/>
                </a:moveTo>
                <a:lnTo>
                  <a:pt x="2066925" y="2133600"/>
                </a:lnTo>
                <a:lnTo>
                  <a:pt x="2066925" y="2143125"/>
                </a:lnTo>
                <a:lnTo>
                  <a:pt x="2057400" y="2143125"/>
                </a:lnTo>
                <a:close/>
                <a:moveTo>
                  <a:pt x="381000" y="2143125"/>
                </a:moveTo>
                <a:lnTo>
                  <a:pt x="390525" y="2143125"/>
                </a:lnTo>
                <a:lnTo>
                  <a:pt x="390525" y="2152650"/>
                </a:lnTo>
                <a:lnTo>
                  <a:pt x="381000" y="2152650"/>
                </a:lnTo>
                <a:close/>
                <a:moveTo>
                  <a:pt x="2047875" y="2143125"/>
                </a:moveTo>
                <a:lnTo>
                  <a:pt x="2057400" y="2143125"/>
                </a:lnTo>
                <a:lnTo>
                  <a:pt x="2057400" y="2152650"/>
                </a:lnTo>
                <a:lnTo>
                  <a:pt x="2047875" y="2152650"/>
                </a:lnTo>
                <a:close/>
                <a:moveTo>
                  <a:pt x="38100" y="2152650"/>
                </a:moveTo>
                <a:lnTo>
                  <a:pt x="47625" y="2152650"/>
                </a:lnTo>
                <a:lnTo>
                  <a:pt x="47625" y="2162175"/>
                </a:lnTo>
                <a:lnTo>
                  <a:pt x="38100" y="2162175"/>
                </a:lnTo>
                <a:close/>
                <a:moveTo>
                  <a:pt x="2390775" y="2152650"/>
                </a:moveTo>
                <a:lnTo>
                  <a:pt x="2400300" y="2152650"/>
                </a:lnTo>
                <a:lnTo>
                  <a:pt x="2400300" y="2162175"/>
                </a:lnTo>
                <a:lnTo>
                  <a:pt x="2390775" y="2162175"/>
                </a:lnTo>
                <a:close/>
                <a:moveTo>
                  <a:pt x="47625" y="2171700"/>
                </a:moveTo>
                <a:lnTo>
                  <a:pt x="57150" y="2171700"/>
                </a:lnTo>
                <a:lnTo>
                  <a:pt x="57150" y="2181225"/>
                </a:lnTo>
                <a:lnTo>
                  <a:pt x="47625" y="2181225"/>
                </a:lnTo>
                <a:close/>
                <a:moveTo>
                  <a:pt x="2381250" y="2171700"/>
                </a:moveTo>
                <a:lnTo>
                  <a:pt x="2390775" y="2171700"/>
                </a:lnTo>
                <a:lnTo>
                  <a:pt x="2390775" y="2181225"/>
                </a:lnTo>
                <a:lnTo>
                  <a:pt x="2381250" y="2181225"/>
                </a:lnTo>
                <a:close/>
                <a:moveTo>
                  <a:pt x="1990725" y="2181225"/>
                </a:moveTo>
                <a:lnTo>
                  <a:pt x="2000250" y="2181225"/>
                </a:lnTo>
                <a:lnTo>
                  <a:pt x="2000250" y="2190750"/>
                </a:lnTo>
                <a:lnTo>
                  <a:pt x="1990725" y="2190750"/>
                </a:lnTo>
                <a:close/>
                <a:moveTo>
                  <a:pt x="1971675" y="2190750"/>
                </a:moveTo>
                <a:lnTo>
                  <a:pt x="1981200" y="2190750"/>
                </a:lnTo>
                <a:lnTo>
                  <a:pt x="1981200" y="2200275"/>
                </a:lnTo>
                <a:lnTo>
                  <a:pt x="1971675" y="2200275"/>
                </a:lnTo>
                <a:close/>
                <a:moveTo>
                  <a:pt x="66675" y="2200275"/>
                </a:moveTo>
                <a:lnTo>
                  <a:pt x="76200" y="2200275"/>
                </a:lnTo>
                <a:lnTo>
                  <a:pt x="76200" y="2209800"/>
                </a:lnTo>
                <a:lnTo>
                  <a:pt x="66675" y="2209800"/>
                </a:lnTo>
                <a:close/>
                <a:moveTo>
                  <a:pt x="2362200" y="2200275"/>
                </a:moveTo>
                <a:lnTo>
                  <a:pt x="2371725" y="2200275"/>
                </a:lnTo>
                <a:lnTo>
                  <a:pt x="2371725" y="2209800"/>
                </a:lnTo>
                <a:lnTo>
                  <a:pt x="2362200" y="2209800"/>
                </a:lnTo>
                <a:close/>
                <a:moveTo>
                  <a:pt x="504825" y="2209800"/>
                </a:moveTo>
                <a:lnTo>
                  <a:pt x="514350" y="2209800"/>
                </a:lnTo>
                <a:lnTo>
                  <a:pt x="514350" y="2219325"/>
                </a:lnTo>
                <a:lnTo>
                  <a:pt x="504825" y="2219325"/>
                </a:lnTo>
                <a:close/>
                <a:moveTo>
                  <a:pt x="1924050" y="2209800"/>
                </a:moveTo>
                <a:lnTo>
                  <a:pt x="1933575" y="2209800"/>
                </a:lnTo>
                <a:lnTo>
                  <a:pt x="1933575" y="2219325"/>
                </a:lnTo>
                <a:lnTo>
                  <a:pt x="1924050" y="2219325"/>
                </a:lnTo>
                <a:close/>
                <a:moveTo>
                  <a:pt x="2352675" y="2209800"/>
                </a:moveTo>
                <a:lnTo>
                  <a:pt x="2362200" y="2209800"/>
                </a:lnTo>
                <a:lnTo>
                  <a:pt x="2362200" y="2219325"/>
                </a:lnTo>
                <a:lnTo>
                  <a:pt x="2352675" y="2219325"/>
                </a:lnTo>
                <a:close/>
                <a:moveTo>
                  <a:pt x="533400" y="2219325"/>
                </a:moveTo>
                <a:lnTo>
                  <a:pt x="542925" y="2219325"/>
                </a:lnTo>
                <a:lnTo>
                  <a:pt x="542925" y="2228850"/>
                </a:lnTo>
                <a:lnTo>
                  <a:pt x="533400" y="2228850"/>
                </a:lnTo>
                <a:close/>
                <a:moveTo>
                  <a:pt x="571500" y="2228850"/>
                </a:moveTo>
                <a:lnTo>
                  <a:pt x="581025" y="2228850"/>
                </a:lnTo>
                <a:lnTo>
                  <a:pt x="581025" y="2238375"/>
                </a:lnTo>
                <a:lnTo>
                  <a:pt x="571500" y="2238375"/>
                </a:lnTo>
                <a:close/>
                <a:moveTo>
                  <a:pt x="1857375" y="2228850"/>
                </a:moveTo>
                <a:lnTo>
                  <a:pt x="1866900" y="2228850"/>
                </a:lnTo>
                <a:lnTo>
                  <a:pt x="1866900" y="2238375"/>
                </a:lnTo>
                <a:lnTo>
                  <a:pt x="1857375" y="2238375"/>
                </a:lnTo>
                <a:close/>
                <a:moveTo>
                  <a:pt x="666750" y="2238375"/>
                </a:moveTo>
                <a:lnTo>
                  <a:pt x="733425" y="2238375"/>
                </a:lnTo>
                <a:lnTo>
                  <a:pt x="733425" y="2247900"/>
                </a:lnTo>
                <a:lnTo>
                  <a:pt x="666750" y="2247900"/>
                </a:lnTo>
                <a:close/>
                <a:moveTo>
                  <a:pt x="771525" y="2238375"/>
                </a:moveTo>
                <a:lnTo>
                  <a:pt x="800100" y="2238375"/>
                </a:lnTo>
                <a:lnTo>
                  <a:pt x="800100" y="2247900"/>
                </a:lnTo>
                <a:lnTo>
                  <a:pt x="771525" y="2247900"/>
                </a:lnTo>
                <a:close/>
                <a:moveTo>
                  <a:pt x="809625" y="2238375"/>
                </a:moveTo>
                <a:lnTo>
                  <a:pt x="828675" y="2238375"/>
                </a:lnTo>
                <a:lnTo>
                  <a:pt x="828675" y="2247900"/>
                </a:lnTo>
                <a:lnTo>
                  <a:pt x="809625" y="2247900"/>
                </a:lnTo>
                <a:close/>
                <a:moveTo>
                  <a:pt x="876300" y="2238375"/>
                </a:moveTo>
                <a:lnTo>
                  <a:pt x="895350" y="2238375"/>
                </a:lnTo>
                <a:lnTo>
                  <a:pt x="895350" y="2247900"/>
                </a:lnTo>
                <a:lnTo>
                  <a:pt x="876300" y="2247900"/>
                </a:lnTo>
                <a:close/>
                <a:moveTo>
                  <a:pt x="942975" y="2238375"/>
                </a:moveTo>
                <a:lnTo>
                  <a:pt x="962025" y="2238375"/>
                </a:lnTo>
                <a:lnTo>
                  <a:pt x="962025" y="2247900"/>
                </a:lnTo>
                <a:lnTo>
                  <a:pt x="942975" y="2247900"/>
                </a:lnTo>
                <a:close/>
                <a:moveTo>
                  <a:pt x="1028700" y="2238375"/>
                </a:moveTo>
                <a:lnTo>
                  <a:pt x="1047750" y="2238375"/>
                </a:lnTo>
                <a:lnTo>
                  <a:pt x="1047750" y="2247900"/>
                </a:lnTo>
                <a:lnTo>
                  <a:pt x="1028700" y="2247900"/>
                </a:lnTo>
                <a:close/>
                <a:moveTo>
                  <a:pt x="1057275" y="2238375"/>
                </a:moveTo>
                <a:lnTo>
                  <a:pt x="1066800" y="2238375"/>
                </a:lnTo>
                <a:lnTo>
                  <a:pt x="1066800" y="2247900"/>
                </a:lnTo>
                <a:lnTo>
                  <a:pt x="1057275" y="2247900"/>
                </a:lnTo>
                <a:close/>
                <a:moveTo>
                  <a:pt x="1781175" y="2238375"/>
                </a:moveTo>
                <a:lnTo>
                  <a:pt x="1790700" y="2238375"/>
                </a:lnTo>
                <a:lnTo>
                  <a:pt x="1790700" y="2247900"/>
                </a:lnTo>
                <a:lnTo>
                  <a:pt x="1781175" y="2247900"/>
                </a:lnTo>
                <a:close/>
                <a:moveTo>
                  <a:pt x="133350" y="2266950"/>
                </a:moveTo>
                <a:lnTo>
                  <a:pt x="142875" y="2266950"/>
                </a:lnTo>
                <a:lnTo>
                  <a:pt x="142875" y="2276475"/>
                </a:lnTo>
                <a:lnTo>
                  <a:pt x="133350" y="2276475"/>
                </a:lnTo>
                <a:close/>
                <a:moveTo>
                  <a:pt x="2295525" y="2266950"/>
                </a:moveTo>
                <a:lnTo>
                  <a:pt x="2305050" y="2266950"/>
                </a:lnTo>
                <a:lnTo>
                  <a:pt x="2305050" y="2276475"/>
                </a:lnTo>
                <a:lnTo>
                  <a:pt x="2295525" y="2276475"/>
                </a:lnTo>
                <a:close/>
                <a:moveTo>
                  <a:pt x="161925" y="2286000"/>
                </a:moveTo>
                <a:lnTo>
                  <a:pt x="171450" y="2286000"/>
                </a:lnTo>
                <a:lnTo>
                  <a:pt x="171450" y="2295525"/>
                </a:lnTo>
                <a:lnTo>
                  <a:pt x="161925" y="2295525"/>
                </a:lnTo>
                <a:close/>
                <a:moveTo>
                  <a:pt x="2266950" y="2286000"/>
                </a:moveTo>
                <a:lnTo>
                  <a:pt x="2276475" y="2286000"/>
                </a:lnTo>
                <a:lnTo>
                  <a:pt x="2276475" y="2295525"/>
                </a:lnTo>
                <a:lnTo>
                  <a:pt x="2266950" y="2295525"/>
                </a:lnTo>
                <a:close/>
                <a:moveTo>
                  <a:pt x="180975" y="2295525"/>
                </a:moveTo>
                <a:lnTo>
                  <a:pt x="190500" y="2295525"/>
                </a:lnTo>
                <a:lnTo>
                  <a:pt x="190500" y="2305050"/>
                </a:lnTo>
                <a:lnTo>
                  <a:pt x="180975" y="2305050"/>
                </a:lnTo>
                <a:close/>
                <a:moveTo>
                  <a:pt x="2247900" y="2295525"/>
                </a:moveTo>
                <a:lnTo>
                  <a:pt x="2257425" y="2295525"/>
                </a:lnTo>
                <a:lnTo>
                  <a:pt x="2257425" y="2305050"/>
                </a:lnTo>
                <a:lnTo>
                  <a:pt x="2247900" y="2305050"/>
                </a:lnTo>
                <a:close/>
                <a:moveTo>
                  <a:pt x="200025" y="2305050"/>
                </a:moveTo>
                <a:lnTo>
                  <a:pt x="219075" y="2305050"/>
                </a:lnTo>
                <a:lnTo>
                  <a:pt x="219075" y="2314575"/>
                </a:lnTo>
                <a:lnTo>
                  <a:pt x="200025" y="2314575"/>
                </a:lnTo>
                <a:close/>
                <a:moveTo>
                  <a:pt x="2219325" y="2305050"/>
                </a:moveTo>
                <a:lnTo>
                  <a:pt x="2238375" y="2305050"/>
                </a:lnTo>
                <a:lnTo>
                  <a:pt x="2238375" y="2314575"/>
                </a:lnTo>
                <a:lnTo>
                  <a:pt x="2219325" y="2314575"/>
                </a:lnTo>
                <a:close/>
                <a:moveTo>
                  <a:pt x="238125" y="2314575"/>
                </a:moveTo>
                <a:lnTo>
                  <a:pt x="257175" y="2314575"/>
                </a:lnTo>
                <a:lnTo>
                  <a:pt x="257175" y="2324100"/>
                </a:lnTo>
                <a:lnTo>
                  <a:pt x="238125" y="2324100"/>
                </a:lnTo>
                <a:close/>
                <a:moveTo>
                  <a:pt x="2181225" y="2314575"/>
                </a:moveTo>
                <a:lnTo>
                  <a:pt x="2200275" y="2314575"/>
                </a:lnTo>
                <a:lnTo>
                  <a:pt x="2200275" y="2324100"/>
                </a:lnTo>
                <a:lnTo>
                  <a:pt x="2181225" y="2324100"/>
                </a:lnTo>
                <a:close/>
              </a:path>
            </a:pathLst>
          </a:custGeom>
          <a:solidFill xmlns:a="http://schemas.openxmlformats.org/drawingml/2006/main">
            <a:srgbClr val="E7B68F"/>
          </a:solidFill>
          <a:ln xmlns:a="http://schemas.openxmlformats.org/drawingml/2006/main" w="0">
            <a:noFill/>
          </a:ln>
        </p:spPr>
      </p:sp>
      <p:sp>
        <p:nvSpPr>
          <p:cNvPr id="23" name="logo vector #eb8f47">
            <a:extLst xmlns:a="http://schemas.openxmlformats.org/drawingml/2006/main">
              <a:ext uri="{FF2B5EF4-FFF2-40B4-BE49-F238E27FC236}">
                <a16:creationId xmlns:a16="http://schemas.microsoft.com/office/drawing/2014/main" id="{C178771E-72FE-4094-95C9-19CC99C2625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124450" y="1590675"/>
            <a:ext cx="2867025" cy="2752725"/>
          </a:xfrm>
          <a:custGeom xmlns:a="http://schemas.openxmlformats.org/drawingml/2006/main">
            <a:pathLst>
              <a:path w="2428875" h="2333625">
                <a:moveTo>
                  <a:pt x="619125" y="171450"/>
                </a:moveTo>
                <a:lnTo>
                  <a:pt x="933450" y="171450"/>
                </a:lnTo>
                <a:lnTo>
                  <a:pt x="933450" y="180975"/>
                </a:lnTo>
                <a:lnTo>
                  <a:pt x="990600" y="180975"/>
                </a:lnTo>
                <a:lnTo>
                  <a:pt x="990600" y="171450"/>
                </a:lnTo>
                <a:lnTo>
                  <a:pt x="1028700" y="171450"/>
                </a:lnTo>
                <a:lnTo>
                  <a:pt x="1028700" y="180975"/>
                </a:lnTo>
                <a:lnTo>
                  <a:pt x="1047750" y="180975"/>
                </a:lnTo>
                <a:lnTo>
                  <a:pt x="1047750" y="171450"/>
                </a:lnTo>
                <a:lnTo>
                  <a:pt x="1371600" y="171450"/>
                </a:lnTo>
                <a:lnTo>
                  <a:pt x="1371600" y="180975"/>
                </a:lnTo>
                <a:lnTo>
                  <a:pt x="1381125" y="180975"/>
                </a:lnTo>
                <a:lnTo>
                  <a:pt x="1381125" y="171450"/>
                </a:lnTo>
                <a:lnTo>
                  <a:pt x="1457325" y="171450"/>
                </a:lnTo>
                <a:lnTo>
                  <a:pt x="1457325" y="180975"/>
                </a:lnTo>
                <a:lnTo>
                  <a:pt x="1476375" y="180975"/>
                </a:lnTo>
                <a:lnTo>
                  <a:pt x="1476375" y="171450"/>
                </a:lnTo>
                <a:lnTo>
                  <a:pt x="1524000" y="171450"/>
                </a:lnTo>
                <a:lnTo>
                  <a:pt x="1524000" y="180975"/>
                </a:lnTo>
                <a:lnTo>
                  <a:pt x="1552575" y="180975"/>
                </a:lnTo>
                <a:lnTo>
                  <a:pt x="1552575" y="171450"/>
                </a:lnTo>
                <a:lnTo>
                  <a:pt x="1847850" y="171450"/>
                </a:lnTo>
                <a:lnTo>
                  <a:pt x="1847850" y="180975"/>
                </a:lnTo>
                <a:lnTo>
                  <a:pt x="1895475" y="180975"/>
                </a:lnTo>
                <a:lnTo>
                  <a:pt x="1895475" y="190500"/>
                </a:lnTo>
                <a:lnTo>
                  <a:pt x="1914525" y="190500"/>
                </a:lnTo>
                <a:lnTo>
                  <a:pt x="1914525" y="200025"/>
                </a:lnTo>
                <a:lnTo>
                  <a:pt x="1924050" y="200025"/>
                </a:lnTo>
                <a:lnTo>
                  <a:pt x="1924050" y="219075"/>
                </a:lnTo>
                <a:lnTo>
                  <a:pt x="1895475" y="219075"/>
                </a:lnTo>
                <a:lnTo>
                  <a:pt x="1895475" y="209550"/>
                </a:lnTo>
                <a:lnTo>
                  <a:pt x="1857375" y="209550"/>
                </a:lnTo>
                <a:lnTo>
                  <a:pt x="1857375" y="200025"/>
                </a:lnTo>
                <a:lnTo>
                  <a:pt x="609600" y="200025"/>
                </a:lnTo>
                <a:lnTo>
                  <a:pt x="609600" y="180975"/>
                </a:lnTo>
                <a:lnTo>
                  <a:pt x="619125" y="180975"/>
                </a:lnTo>
                <a:close/>
                <a:moveTo>
                  <a:pt x="561975" y="200025"/>
                </a:moveTo>
                <a:lnTo>
                  <a:pt x="590550" y="200025"/>
                </a:lnTo>
                <a:lnTo>
                  <a:pt x="590550" y="209550"/>
                </a:lnTo>
                <a:lnTo>
                  <a:pt x="561975" y="209550"/>
                </a:lnTo>
                <a:close/>
                <a:moveTo>
                  <a:pt x="523875" y="209550"/>
                </a:moveTo>
                <a:lnTo>
                  <a:pt x="552450" y="209550"/>
                </a:lnTo>
                <a:lnTo>
                  <a:pt x="552450" y="219075"/>
                </a:lnTo>
                <a:lnTo>
                  <a:pt x="523875" y="219075"/>
                </a:lnTo>
                <a:close/>
                <a:moveTo>
                  <a:pt x="495300" y="219075"/>
                </a:moveTo>
                <a:lnTo>
                  <a:pt x="514350" y="219075"/>
                </a:lnTo>
                <a:lnTo>
                  <a:pt x="514350" y="228600"/>
                </a:lnTo>
                <a:lnTo>
                  <a:pt x="495300" y="228600"/>
                </a:lnTo>
                <a:close/>
                <a:moveTo>
                  <a:pt x="1924050" y="219075"/>
                </a:moveTo>
                <a:lnTo>
                  <a:pt x="1943100" y="219075"/>
                </a:lnTo>
                <a:lnTo>
                  <a:pt x="1943100" y="228600"/>
                </a:lnTo>
                <a:lnTo>
                  <a:pt x="1924050" y="228600"/>
                </a:lnTo>
                <a:close/>
                <a:moveTo>
                  <a:pt x="476250" y="228600"/>
                </a:moveTo>
                <a:lnTo>
                  <a:pt x="495300" y="228600"/>
                </a:lnTo>
                <a:lnTo>
                  <a:pt x="495300" y="238125"/>
                </a:lnTo>
                <a:lnTo>
                  <a:pt x="476250" y="238125"/>
                </a:lnTo>
                <a:close/>
                <a:moveTo>
                  <a:pt x="1943100" y="228600"/>
                </a:moveTo>
                <a:lnTo>
                  <a:pt x="1962150" y="228600"/>
                </a:lnTo>
                <a:lnTo>
                  <a:pt x="1962150" y="238125"/>
                </a:lnTo>
                <a:lnTo>
                  <a:pt x="1943100" y="238125"/>
                </a:lnTo>
                <a:close/>
                <a:moveTo>
                  <a:pt x="457200" y="238125"/>
                </a:moveTo>
                <a:lnTo>
                  <a:pt x="466725" y="238125"/>
                </a:lnTo>
                <a:lnTo>
                  <a:pt x="466725" y="247650"/>
                </a:lnTo>
                <a:lnTo>
                  <a:pt x="457200" y="247650"/>
                </a:lnTo>
                <a:close/>
                <a:moveTo>
                  <a:pt x="1971675" y="238125"/>
                </a:moveTo>
                <a:lnTo>
                  <a:pt x="1981200" y="238125"/>
                </a:lnTo>
                <a:lnTo>
                  <a:pt x="1981200" y="247650"/>
                </a:lnTo>
                <a:lnTo>
                  <a:pt x="1971675" y="247650"/>
                </a:lnTo>
                <a:close/>
                <a:moveTo>
                  <a:pt x="400050" y="247650"/>
                </a:moveTo>
                <a:lnTo>
                  <a:pt x="447675" y="247650"/>
                </a:lnTo>
                <a:lnTo>
                  <a:pt x="447675" y="257175"/>
                </a:lnTo>
                <a:lnTo>
                  <a:pt x="438150" y="257175"/>
                </a:lnTo>
                <a:lnTo>
                  <a:pt x="438150" y="266700"/>
                </a:lnTo>
                <a:lnTo>
                  <a:pt x="419100" y="266700"/>
                </a:lnTo>
                <a:lnTo>
                  <a:pt x="419100" y="276225"/>
                </a:lnTo>
                <a:lnTo>
                  <a:pt x="400050" y="276225"/>
                </a:lnTo>
                <a:lnTo>
                  <a:pt x="400050" y="285750"/>
                </a:lnTo>
                <a:lnTo>
                  <a:pt x="390525" y="285750"/>
                </a:lnTo>
                <a:lnTo>
                  <a:pt x="390525" y="295275"/>
                </a:lnTo>
                <a:lnTo>
                  <a:pt x="381000" y="295275"/>
                </a:lnTo>
                <a:lnTo>
                  <a:pt x="381000" y="304800"/>
                </a:lnTo>
                <a:lnTo>
                  <a:pt x="371475" y="304800"/>
                </a:lnTo>
                <a:lnTo>
                  <a:pt x="371475" y="314325"/>
                </a:lnTo>
                <a:lnTo>
                  <a:pt x="352425" y="314325"/>
                </a:lnTo>
                <a:lnTo>
                  <a:pt x="352425" y="323850"/>
                </a:lnTo>
                <a:lnTo>
                  <a:pt x="342900" y="323850"/>
                </a:lnTo>
                <a:lnTo>
                  <a:pt x="342900" y="342900"/>
                </a:lnTo>
                <a:lnTo>
                  <a:pt x="333375" y="342900"/>
                </a:lnTo>
                <a:lnTo>
                  <a:pt x="333375" y="333375"/>
                </a:lnTo>
                <a:lnTo>
                  <a:pt x="323850" y="333375"/>
                </a:lnTo>
                <a:lnTo>
                  <a:pt x="323850" y="323850"/>
                </a:lnTo>
                <a:lnTo>
                  <a:pt x="333375" y="323850"/>
                </a:lnTo>
                <a:lnTo>
                  <a:pt x="333375" y="295275"/>
                </a:lnTo>
                <a:lnTo>
                  <a:pt x="342900" y="295275"/>
                </a:lnTo>
                <a:lnTo>
                  <a:pt x="342900" y="285750"/>
                </a:lnTo>
                <a:lnTo>
                  <a:pt x="352425" y="285750"/>
                </a:lnTo>
                <a:lnTo>
                  <a:pt x="352425" y="276225"/>
                </a:lnTo>
                <a:lnTo>
                  <a:pt x="371475" y="276225"/>
                </a:lnTo>
                <a:lnTo>
                  <a:pt x="371475" y="266700"/>
                </a:lnTo>
                <a:lnTo>
                  <a:pt x="381000" y="266700"/>
                </a:lnTo>
                <a:lnTo>
                  <a:pt x="381000" y="257175"/>
                </a:lnTo>
                <a:lnTo>
                  <a:pt x="400050" y="257175"/>
                </a:lnTo>
                <a:close/>
                <a:moveTo>
                  <a:pt x="1990725" y="247650"/>
                </a:moveTo>
                <a:lnTo>
                  <a:pt x="2009775" y="247650"/>
                </a:lnTo>
                <a:lnTo>
                  <a:pt x="2009775" y="257175"/>
                </a:lnTo>
                <a:lnTo>
                  <a:pt x="2019300" y="257175"/>
                </a:lnTo>
                <a:lnTo>
                  <a:pt x="2019300" y="247650"/>
                </a:lnTo>
                <a:lnTo>
                  <a:pt x="2028825" y="247650"/>
                </a:lnTo>
                <a:lnTo>
                  <a:pt x="2028825" y="257175"/>
                </a:lnTo>
                <a:lnTo>
                  <a:pt x="2057400" y="257175"/>
                </a:lnTo>
                <a:lnTo>
                  <a:pt x="2057400" y="266700"/>
                </a:lnTo>
                <a:lnTo>
                  <a:pt x="2066925" y="266700"/>
                </a:lnTo>
                <a:lnTo>
                  <a:pt x="2066925" y="276225"/>
                </a:lnTo>
                <a:lnTo>
                  <a:pt x="2085975" y="276225"/>
                </a:lnTo>
                <a:lnTo>
                  <a:pt x="2085975" y="285750"/>
                </a:lnTo>
                <a:lnTo>
                  <a:pt x="2095500" y="285750"/>
                </a:lnTo>
                <a:lnTo>
                  <a:pt x="2095500" y="295275"/>
                </a:lnTo>
                <a:lnTo>
                  <a:pt x="2105025" y="295275"/>
                </a:lnTo>
                <a:lnTo>
                  <a:pt x="2105025" y="304800"/>
                </a:lnTo>
                <a:lnTo>
                  <a:pt x="2114550" y="304800"/>
                </a:lnTo>
                <a:lnTo>
                  <a:pt x="2114550" y="314325"/>
                </a:lnTo>
                <a:lnTo>
                  <a:pt x="2124075" y="314325"/>
                </a:lnTo>
                <a:lnTo>
                  <a:pt x="2124075" y="323850"/>
                </a:lnTo>
                <a:lnTo>
                  <a:pt x="2133600" y="323850"/>
                </a:lnTo>
                <a:lnTo>
                  <a:pt x="2133600" y="371475"/>
                </a:lnTo>
                <a:lnTo>
                  <a:pt x="2124075" y="371475"/>
                </a:lnTo>
                <a:lnTo>
                  <a:pt x="2124075" y="361950"/>
                </a:lnTo>
                <a:lnTo>
                  <a:pt x="2114550" y="361950"/>
                </a:lnTo>
                <a:lnTo>
                  <a:pt x="2114550" y="352425"/>
                </a:lnTo>
                <a:lnTo>
                  <a:pt x="2105025" y="352425"/>
                </a:lnTo>
                <a:lnTo>
                  <a:pt x="2105025" y="333375"/>
                </a:lnTo>
                <a:lnTo>
                  <a:pt x="2095500" y="333375"/>
                </a:lnTo>
                <a:lnTo>
                  <a:pt x="2095500" y="323850"/>
                </a:lnTo>
                <a:lnTo>
                  <a:pt x="2085975" y="323850"/>
                </a:lnTo>
                <a:lnTo>
                  <a:pt x="2085975" y="314325"/>
                </a:lnTo>
                <a:lnTo>
                  <a:pt x="2076450" y="314325"/>
                </a:lnTo>
                <a:lnTo>
                  <a:pt x="2076450" y="304800"/>
                </a:lnTo>
                <a:lnTo>
                  <a:pt x="2057400" y="304800"/>
                </a:lnTo>
                <a:lnTo>
                  <a:pt x="2057400" y="295275"/>
                </a:lnTo>
                <a:lnTo>
                  <a:pt x="2047875" y="295275"/>
                </a:lnTo>
                <a:lnTo>
                  <a:pt x="2047875" y="285750"/>
                </a:lnTo>
                <a:lnTo>
                  <a:pt x="2038350" y="285750"/>
                </a:lnTo>
                <a:lnTo>
                  <a:pt x="2038350" y="276225"/>
                </a:lnTo>
                <a:lnTo>
                  <a:pt x="2019300" y="276225"/>
                </a:lnTo>
                <a:lnTo>
                  <a:pt x="2019300" y="266700"/>
                </a:lnTo>
                <a:lnTo>
                  <a:pt x="2000250" y="266700"/>
                </a:lnTo>
                <a:lnTo>
                  <a:pt x="2000250" y="257175"/>
                </a:lnTo>
                <a:lnTo>
                  <a:pt x="1990725" y="257175"/>
                </a:lnTo>
                <a:close/>
                <a:moveTo>
                  <a:pt x="1162050" y="323850"/>
                </a:moveTo>
                <a:lnTo>
                  <a:pt x="1171575" y="323850"/>
                </a:lnTo>
                <a:lnTo>
                  <a:pt x="1171575" y="333375"/>
                </a:lnTo>
                <a:lnTo>
                  <a:pt x="1162050" y="333375"/>
                </a:lnTo>
                <a:close/>
                <a:moveTo>
                  <a:pt x="1285875" y="323850"/>
                </a:moveTo>
                <a:lnTo>
                  <a:pt x="1295400" y="323850"/>
                </a:lnTo>
                <a:lnTo>
                  <a:pt x="1295400" y="333375"/>
                </a:lnTo>
                <a:lnTo>
                  <a:pt x="1285875" y="333375"/>
                </a:lnTo>
                <a:close/>
                <a:moveTo>
                  <a:pt x="1009650" y="333375"/>
                </a:moveTo>
                <a:lnTo>
                  <a:pt x="1019175" y="333375"/>
                </a:lnTo>
                <a:lnTo>
                  <a:pt x="1019175" y="342900"/>
                </a:lnTo>
                <a:lnTo>
                  <a:pt x="1009650" y="342900"/>
                </a:lnTo>
                <a:close/>
                <a:moveTo>
                  <a:pt x="323850" y="342900"/>
                </a:moveTo>
                <a:lnTo>
                  <a:pt x="333375" y="342900"/>
                </a:lnTo>
                <a:lnTo>
                  <a:pt x="333375" y="352425"/>
                </a:lnTo>
                <a:lnTo>
                  <a:pt x="323850" y="352425"/>
                </a:lnTo>
                <a:close/>
                <a:moveTo>
                  <a:pt x="314325" y="352425"/>
                </a:moveTo>
                <a:lnTo>
                  <a:pt x="323850" y="352425"/>
                </a:lnTo>
                <a:lnTo>
                  <a:pt x="323850" y="361950"/>
                </a:lnTo>
                <a:lnTo>
                  <a:pt x="314325" y="361950"/>
                </a:lnTo>
                <a:close/>
                <a:moveTo>
                  <a:pt x="2114550" y="352425"/>
                </a:moveTo>
                <a:lnTo>
                  <a:pt x="2124075" y="352425"/>
                </a:lnTo>
                <a:lnTo>
                  <a:pt x="2124075" y="342900"/>
                </a:lnTo>
                <a:lnTo>
                  <a:pt x="2114550" y="342900"/>
                </a:lnTo>
                <a:close/>
                <a:moveTo>
                  <a:pt x="304800" y="361950"/>
                </a:moveTo>
                <a:lnTo>
                  <a:pt x="314325" y="361950"/>
                </a:lnTo>
                <a:lnTo>
                  <a:pt x="314325" y="371475"/>
                </a:lnTo>
                <a:lnTo>
                  <a:pt x="304800" y="371475"/>
                </a:lnTo>
                <a:close/>
                <a:moveTo>
                  <a:pt x="295275" y="371475"/>
                </a:moveTo>
                <a:lnTo>
                  <a:pt x="304800" y="371475"/>
                </a:lnTo>
                <a:lnTo>
                  <a:pt x="304800" y="381000"/>
                </a:lnTo>
                <a:lnTo>
                  <a:pt x="295275" y="381000"/>
                </a:lnTo>
                <a:close/>
                <a:moveTo>
                  <a:pt x="1114425" y="371475"/>
                </a:moveTo>
                <a:lnTo>
                  <a:pt x="1123950" y="371475"/>
                </a:lnTo>
                <a:lnTo>
                  <a:pt x="1123950" y="381000"/>
                </a:lnTo>
                <a:lnTo>
                  <a:pt x="1114425" y="381000"/>
                </a:lnTo>
                <a:close/>
                <a:moveTo>
                  <a:pt x="2133600" y="371475"/>
                </a:moveTo>
                <a:lnTo>
                  <a:pt x="2143125" y="371475"/>
                </a:lnTo>
                <a:lnTo>
                  <a:pt x="2143125" y="381000"/>
                </a:lnTo>
                <a:lnTo>
                  <a:pt x="2133600" y="381000"/>
                </a:lnTo>
                <a:close/>
                <a:moveTo>
                  <a:pt x="2143125" y="381000"/>
                </a:moveTo>
                <a:lnTo>
                  <a:pt x="2152650" y="381000"/>
                </a:lnTo>
                <a:lnTo>
                  <a:pt x="2152650" y="400050"/>
                </a:lnTo>
                <a:lnTo>
                  <a:pt x="2143125" y="400050"/>
                </a:lnTo>
                <a:close/>
                <a:moveTo>
                  <a:pt x="285750" y="390525"/>
                </a:moveTo>
                <a:lnTo>
                  <a:pt x="295275" y="390525"/>
                </a:lnTo>
                <a:lnTo>
                  <a:pt x="295275" y="400050"/>
                </a:lnTo>
                <a:lnTo>
                  <a:pt x="285750" y="400050"/>
                </a:lnTo>
                <a:close/>
                <a:moveTo>
                  <a:pt x="1543050" y="390525"/>
                </a:moveTo>
                <a:lnTo>
                  <a:pt x="1552575" y="390525"/>
                </a:lnTo>
                <a:lnTo>
                  <a:pt x="1552575" y="400050"/>
                </a:lnTo>
                <a:lnTo>
                  <a:pt x="1543050" y="400050"/>
                </a:lnTo>
                <a:close/>
                <a:moveTo>
                  <a:pt x="276225" y="400050"/>
                </a:moveTo>
                <a:lnTo>
                  <a:pt x="285750" y="400050"/>
                </a:lnTo>
                <a:lnTo>
                  <a:pt x="285750" y="409575"/>
                </a:lnTo>
                <a:lnTo>
                  <a:pt x="276225" y="409575"/>
                </a:lnTo>
                <a:close/>
                <a:moveTo>
                  <a:pt x="1600200" y="400050"/>
                </a:moveTo>
                <a:lnTo>
                  <a:pt x="1609725" y="400050"/>
                </a:lnTo>
                <a:lnTo>
                  <a:pt x="1609725" y="409575"/>
                </a:lnTo>
                <a:lnTo>
                  <a:pt x="1600200" y="409575"/>
                </a:lnTo>
                <a:close/>
                <a:moveTo>
                  <a:pt x="2152650" y="400050"/>
                </a:moveTo>
                <a:lnTo>
                  <a:pt x="2162175" y="400050"/>
                </a:lnTo>
                <a:lnTo>
                  <a:pt x="2162175" y="409575"/>
                </a:lnTo>
                <a:lnTo>
                  <a:pt x="2152650" y="409575"/>
                </a:lnTo>
                <a:close/>
                <a:moveTo>
                  <a:pt x="266700" y="409575"/>
                </a:moveTo>
                <a:lnTo>
                  <a:pt x="276225" y="409575"/>
                </a:lnTo>
                <a:lnTo>
                  <a:pt x="276225" y="428625"/>
                </a:lnTo>
                <a:lnTo>
                  <a:pt x="266700" y="428625"/>
                </a:lnTo>
                <a:close/>
                <a:moveTo>
                  <a:pt x="2162175" y="409575"/>
                </a:moveTo>
                <a:lnTo>
                  <a:pt x="2171700" y="409575"/>
                </a:lnTo>
                <a:lnTo>
                  <a:pt x="2171700" y="428625"/>
                </a:lnTo>
                <a:lnTo>
                  <a:pt x="2162175" y="428625"/>
                </a:lnTo>
                <a:close/>
                <a:moveTo>
                  <a:pt x="257175" y="438150"/>
                </a:moveTo>
                <a:lnTo>
                  <a:pt x="266700" y="438150"/>
                </a:lnTo>
                <a:lnTo>
                  <a:pt x="266700" y="447675"/>
                </a:lnTo>
                <a:lnTo>
                  <a:pt x="257175" y="447675"/>
                </a:lnTo>
                <a:close/>
                <a:moveTo>
                  <a:pt x="2171700" y="438150"/>
                </a:moveTo>
                <a:lnTo>
                  <a:pt x="2181225" y="438150"/>
                </a:lnTo>
                <a:lnTo>
                  <a:pt x="2181225" y="447675"/>
                </a:lnTo>
                <a:lnTo>
                  <a:pt x="2171700" y="447675"/>
                </a:lnTo>
                <a:close/>
                <a:moveTo>
                  <a:pt x="247650" y="457200"/>
                </a:moveTo>
                <a:lnTo>
                  <a:pt x="257175" y="457200"/>
                </a:lnTo>
                <a:lnTo>
                  <a:pt x="257175" y="466725"/>
                </a:lnTo>
                <a:lnTo>
                  <a:pt x="247650" y="466725"/>
                </a:lnTo>
                <a:close/>
                <a:moveTo>
                  <a:pt x="581025" y="457200"/>
                </a:moveTo>
                <a:lnTo>
                  <a:pt x="590550" y="457200"/>
                </a:lnTo>
                <a:lnTo>
                  <a:pt x="590550" y="466725"/>
                </a:lnTo>
                <a:lnTo>
                  <a:pt x="581025" y="466725"/>
                </a:lnTo>
                <a:close/>
                <a:moveTo>
                  <a:pt x="2181225" y="457200"/>
                </a:moveTo>
                <a:lnTo>
                  <a:pt x="2190750" y="457200"/>
                </a:lnTo>
                <a:lnTo>
                  <a:pt x="2190750" y="466725"/>
                </a:lnTo>
                <a:lnTo>
                  <a:pt x="2181225" y="466725"/>
                </a:lnTo>
                <a:close/>
                <a:moveTo>
                  <a:pt x="2190750" y="466725"/>
                </a:moveTo>
                <a:lnTo>
                  <a:pt x="2200275" y="466725"/>
                </a:lnTo>
                <a:lnTo>
                  <a:pt x="2200275" y="476250"/>
                </a:lnTo>
                <a:lnTo>
                  <a:pt x="2209800" y="476250"/>
                </a:lnTo>
                <a:lnTo>
                  <a:pt x="2209800" y="485775"/>
                </a:lnTo>
                <a:lnTo>
                  <a:pt x="2228850" y="485775"/>
                </a:lnTo>
                <a:lnTo>
                  <a:pt x="2228850" y="542925"/>
                </a:lnTo>
                <a:lnTo>
                  <a:pt x="2219325" y="542925"/>
                </a:lnTo>
                <a:lnTo>
                  <a:pt x="2219325" y="552450"/>
                </a:lnTo>
                <a:lnTo>
                  <a:pt x="2209800" y="552450"/>
                </a:lnTo>
                <a:lnTo>
                  <a:pt x="2209800" y="514350"/>
                </a:lnTo>
                <a:lnTo>
                  <a:pt x="2200275" y="514350"/>
                </a:lnTo>
                <a:lnTo>
                  <a:pt x="2200275" y="485775"/>
                </a:lnTo>
                <a:lnTo>
                  <a:pt x="2190750" y="485775"/>
                </a:lnTo>
                <a:close/>
                <a:moveTo>
                  <a:pt x="238125" y="476250"/>
                </a:moveTo>
                <a:lnTo>
                  <a:pt x="247650" y="476250"/>
                </a:lnTo>
                <a:lnTo>
                  <a:pt x="247650" y="485775"/>
                </a:lnTo>
                <a:lnTo>
                  <a:pt x="238125" y="485775"/>
                </a:lnTo>
                <a:close/>
                <a:moveTo>
                  <a:pt x="219075" y="495300"/>
                </a:moveTo>
                <a:lnTo>
                  <a:pt x="238125" y="495300"/>
                </a:lnTo>
                <a:lnTo>
                  <a:pt x="238125" y="514350"/>
                </a:lnTo>
                <a:lnTo>
                  <a:pt x="228600" y="514350"/>
                </a:lnTo>
                <a:lnTo>
                  <a:pt x="228600" y="552450"/>
                </a:lnTo>
                <a:lnTo>
                  <a:pt x="219075" y="552450"/>
                </a:lnTo>
                <a:lnTo>
                  <a:pt x="219075" y="609600"/>
                </a:lnTo>
                <a:lnTo>
                  <a:pt x="209550" y="609600"/>
                </a:lnTo>
                <a:lnTo>
                  <a:pt x="209550" y="561975"/>
                </a:lnTo>
                <a:lnTo>
                  <a:pt x="200025" y="561975"/>
                </a:lnTo>
                <a:lnTo>
                  <a:pt x="200025" y="523875"/>
                </a:lnTo>
                <a:lnTo>
                  <a:pt x="209550" y="523875"/>
                </a:lnTo>
                <a:lnTo>
                  <a:pt x="209550" y="504825"/>
                </a:lnTo>
                <a:lnTo>
                  <a:pt x="219075" y="504825"/>
                </a:lnTo>
                <a:close/>
                <a:moveTo>
                  <a:pt x="542925" y="533400"/>
                </a:moveTo>
                <a:lnTo>
                  <a:pt x="552450" y="533400"/>
                </a:lnTo>
                <a:lnTo>
                  <a:pt x="552450" y="542925"/>
                </a:lnTo>
                <a:lnTo>
                  <a:pt x="542925" y="542925"/>
                </a:lnTo>
                <a:close/>
                <a:moveTo>
                  <a:pt x="495300" y="542925"/>
                </a:moveTo>
                <a:lnTo>
                  <a:pt x="504825" y="542925"/>
                </a:lnTo>
                <a:lnTo>
                  <a:pt x="504825" y="552450"/>
                </a:lnTo>
                <a:lnTo>
                  <a:pt x="495300" y="552450"/>
                </a:lnTo>
                <a:close/>
                <a:moveTo>
                  <a:pt x="2219325" y="571500"/>
                </a:moveTo>
                <a:lnTo>
                  <a:pt x="2228850" y="571500"/>
                </a:lnTo>
                <a:lnTo>
                  <a:pt x="2228850" y="638175"/>
                </a:lnTo>
                <a:lnTo>
                  <a:pt x="2219325" y="638175"/>
                </a:lnTo>
                <a:close/>
                <a:moveTo>
                  <a:pt x="1743075" y="581025"/>
                </a:moveTo>
                <a:lnTo>
                  <a:pt x="1762125" y="581025"/>
                </a:lnTo>
                <a:lnTo>
                  <a:pt x="1762125" y="590550"/>
                </a:lnTo>
                <a:lnTo>
                  <a:pt x="1743075" y="590550"/>
                </a:lnTo>
                <a:close/>
                <a:moveTo>
                  <a:pt x="1733550" y="590550"/>
                </a:moveTo>
                <a:lnTo>
                  <a:pt x="1743075" y="590550"/>
                </a:lnTo>
                <a:lnTo>
                  <a:pt x="1743075" y="600075"/>
                </a:lnTo>
                <a:lnTo>
                  <a:pt x="1733550" y="600075"/>
                </a:lnTo>
                <a:close/>
                <a:moveTo>
                  <a:pt x="495300" y="600075"/>
                </a:moveTo>
                <a:lnTo>
                  <a:pt x="504825" y="600075"/>
                </a:lnTo>
                <a:lnTo>
                  <a:pt x="504825" y="609600"/>
                </a:lnTo>
                <a:lnTo>
                  <a:pt x="495300" y="609600"/>
                </a:lnTo>
                <a:close/>
                <a:moveTo>
                  <a:pt x="200025" y="657225"/>
                </a:moveTo>
                <a:lnTo>
                  <a:pt x="209550" y="657225"/>
                </a:lnTo>
                <a:lnTo>
                  <a:pt x="209550" y="714375"/>
                </a:lnTo>
                <a:lnTo>
                  <a:pt x="200025" y="714375"/>
                </a:lnTo>
                <a:close/>
                <a:moveTo>
                  <a:pt x="1028700" y="733425"/>
                </a:moveTo>
                <a:lnTo>
                  <a:pt x="1095375" y="733425"/>
                </a:lnTo>
                <a:lnTo>
                  <a:pt x="1095375" y="742950"/>
                </a:lnTo>
                <a:lnTo>
                  <a:pt x="1028700" y="742950"/>
                </a:lnTo>
                <a:close/>
                <a:moveTo>
                  <a:pt x="1428750" y="733425"/>
                </a:moveTo>
                <a:lnTo>
                  <a:pt x="1438275" y="733425"/>
                </a:lnTo>
                <a:lnTo>
                  <a:pt x="1438275" y="742950"/>
                </a:lnTo>
                <a:lnTo>
                  <a:pt x="1428750" y="742950"/>
                </a:lnTo>
                <a:close/>
                <a:moveTo>
                  <a:pt x="1466850" y="733425"/>
                </a:moveTo>
                <a:lnTo>
                  <a:pt x="1476375" y="733425"/>
                </a:lnTo>
                <a:lnTo>
                  <a:pt x="1476375" y="742950"/>
                </a:lnTo>
                <a:lnTo>
                  <a:pt x="1466850" y="742950"/>
                </a:lnTo>
                <a:close/>
                <a:moveTo>
                  <a:pt x="1533525" y="733425"/>
                </a:moveTo>
                <a:lnTo>
                  <a:pt x="1543050" y="733425"/>
                </a:lnTo>
                <a:lnTo>
                  <a:pt x="1543050" y="742950"/>
                </a:lnTo>
                <a:lnTo>
                  <a:pt x="1533525" y="742950"/>
                </a:lnTo>
                <a:close/>
                <a:moveTo>
                  <a:pt x="200025" y="742950"/>
                </a:moveTo>
                <a:lnTo>
                  <a:pt x="209550" y="742950"/>
                </a:lnTo>
                <a:lnTo>
                  <a:pt x="209550" y="1000125"/>
                </a:lnTo>
                <a:lnTo>
                  <a:pt x="200025" y="1000125"/>
                </a:lnTo>
                <a:lnTo>
                  <a:pt x="200025" y="981075"/>
                </a:lnTo>
                <a:lnTo>
                  <a:pt x="190500" y="981075"/>
                </a:lnTo>
                <a:lnTo>
                  <a:pt x="190500" y="962025"/>
                </a:lnTo>
                <a:lnTo>
                  <a:pt x="180975" y="962025"/>
                </a:lnTo>
                <a:lnTo>
                  <a:pt x="180975" y="942975"/>
                </a:lnTo>
                <a:lnTo>
                  <a:pt x="190500" y="942975"/>
                </a:lnTo>
                <a:lnTo>
                  <a:pt x="190500" y="914400"/>
                </a:lnTo>
                <a:lnTo>
                  <a:pt x="200025" y="914400"/>
                </a:lnTo>
                <a:close/>
                <a:moveTo>
                  <a:pt x="1019175" y="742950"/>
                </a:moveTo>
                <a:lnTo>
                  <a:pt x="1028700" y="742950"/>
                </a:lnTo>
                <a:lnTo>
                  <a:pt x="1028700" y="752475"/>
                </a:lnTo>
                <a:lnTo>
                  <a:pt x="1019175" y="752475"/>
                </a:lnTo>
                <a:close/>
                <a:moveTo>
                  <a:pt x="1457325" y="742950"/>
                </a:moveTo>
                <a:lnTo>
                  <a:pt x="1466850" y="742950"/>
                </a:lnTo>
                <a:lnTo>
                  <a:pt x="1466850" y="857250"/>
                </a:lnTo>
                <a:lnTo>
                  <a:pt x="1457325" y="857250"/>
                </a:lnTo>
                <a:close/>
                <a:moveTo>
                  <a:pt x="1543050" y="742950"/>
                </a:moveTo>
                <a:lnTo>
                  <a:pt x="1552575" y="742950"/>
                </a:lnTo>
                <a:lnTo>
                  <a:pt x="1552575" y="838200"/>
                </a:lnTo>
                <a:lnTo>
                  <a:pt x="1543050" y="838200"/>
                </a:lnTo>
                <a:close/>
                <a:moveTo>
                  <a:pt x="1428750" y="752475"/>
                </a:moveTo>
                <a:lnTo>
                  <a:pt x="1438275" y="752475"/>
                </a:lnTo>
                <a:lnTo>
                  <a:pt x="1438275" y="762000"/>
                </a:lnTo>
                <a:lnTo>
                  <a:pt x="1428750" y="762000"/>
                </a:lnTo>
                <a:close/>
                <a:moveTo>
                  <a:pt x="1485900" y="752475"/>
                </a:moveTo>
                <a:lnTo>
                  <a:pt x="1495425" y="752475"/>
                </a:lnTo>
                <a:lnTo>
                  <a:pt x="1495425" y="847725"/>
                </a:lnTo>
                <a:lnTo>
                  <a:pt x="1485900" y="847725"/>
                </a:lnTo>
                <a:close/>
                <a:moveTo>
                  <a:pt x="866775" y="762000"/>
                </a:moveTo>
                <a:lnTo>
                  <a:pt x="876300" y="762000"/>
                </a:lnTo>
                <a:lnTo>
                  <a:pt x="876300" y="809625"/>
                </a:lnTo>
                <a:lnTo>
                  <a:pt x="866775" y="809625"/>
                </a:lnTo>
                <a:lnTo>
                  <a:pt x="866775" y="847725"/>
                </a:lnTo>
                <a:lnTo>
                  <a:pt x="847725" y="847725"/>
                </a:lnTo>
                <a:lnTo>
                  <a:pt x="847725" y="809625"/>
                </a:lnTo>
                <a:lnTo>
                  <a:pt x="828675" y="809625"/>
                </a:lnTo>
                <a:lnTo>
                  <a:pt x="828675" y="800100"/>
                </a:lnTo>
                <a:lnTo>
                  <a:pt x="819150" y="800100"/>
                </a:lnTo>
                <a:lnTo>
                  <a:pt x="819150" y="790575"/>
                </a:lnTo>
                <a:lnTo>
                  <a:pt x="828675" y="790575"/>
                </a:lnTo>
                <a:lnTo>
                  <a:pt x="828675" y="781050"/>
                </a:lnTo>
                <a:lnTo>
                  <a:pt x="857250" y="781050"/>
                </a:lnTo>
                <a:lnTo>
                  <a:pt x="857250" y="771525"/>
                </a:lnTo>
                <a:lnTo>
                  <a:pt x="866775" y="771525"/>
                </a:lnTo>
                <a:close/>
                <a:moveTo>
                  <a:pt x="1076325" y="762000"/>
                </a:moveTo>
                <a:lnTo>
                  <a:pt x="1085850" y="762000"/>
                </a:lnTo>
                <a:lnTo>
                  <a:pt x="1085850" y="771525"/>
                </a:lnTo>
                <a:lnTo>
                  <a:pt x="1076325" y="771525"/>
                </a:lnTo>
                <a:close/>
                <a:moveTo>
                  <a:pt x="1419225" y="762000"/>
                </a:moveTo>
                <a:lnTo>
                  <a:pt x="1428750" y="762000"/>
                </a:lnTo>
                <a:lnTo>
                  <a:pt x="1428750" y="771525"/>
                </a:lnTo>
                <a:lnTo>
                  <a:pt x="1419225" y="771525"/>
                </a:lnTo>
                <a:close/>
                <a:moveTo>
                  <a:pt x="1009650" y="771525"/>
                </a:moveTo>
                <a:lnTo>
                  <a:pt x="1019175" y="771525"/>
                </a:lnTo>
                <a:lnTo>
                  <a:pt x="1019175" y="819150"/>
                </a:lnTo>
                <a:lnTo>
                  <a:pt x="1009650" y="819150"/>
                </a:lnTo>
                <a:close/>
                <a:moveTo>
                  <a:pt x="1323975" y="771525"/>
                </a:moveTo>
                <a:lnTo>
                  <a:pt x="1333500" y="771525"/>
                </a:lnTo>
                <a:lnTo>
                  <a:pt x="1333500" y="781050"/>
                </a:lnTo>
                <a:lnTo>
                  <a:pt x="1323975" y="781050"/>
                </a:lnTo>
                <a:close/>
                <a:moveTo>
                  <a:pt x="1076325" y="781050"/>
                </a:moveTo>
                <a:lnTo>
                  <a:pt x="1085850" y="781050"/>
                </a:lnTo>
                <a:lnTo>
                  <a:pt x="1085850" y="790575"/>
                </a:lnTo>
                <a:lnTo>
                  <a:pt x="1076325" y="790575"/>
                </a:lnTo>
                <a:close/>
                <a:moveTo>
                  <a:pt x="1314450" y="781050"/>
                </a:moveTo>
                <a:lnTo>
                  <a:pt x="1323975" y="781050"/>
                </a:lnTo>
                <a:lnTo>
                  <a:pt x="1323975" y="790575"/>
                </a:lnTo>
                <a:lnTo>
                  <a:pt x="1314450" y="790575"/>
                </a:lnTo>
                <a:close/>
                <a:moveTo>
                  <a:pt x="857250" y="790575"/>
                </a:moveTo>
                <a:lnTo>
                  <a:pt x="866775" y="790575"/>
                </a:lnTo>
                <a:lnTo>
                  <a:pt x="866775" y="781050"/>
                </a:lnTo>
                <a:lnTo>
                  <a:pt x="857250" y="781050"/>
                </a:lnTo>
                <a:close/>
                <a:moveTo>
                  <a:pt x="1181100" y="790575"/>
                </a:moveTo>
                <a:lnTo>
                  <a:pt x="1200150" y="790575"/>
                </a:lnTo>
                <a:lnTo>
                  <a:pt x="1200150" y="800100"/>
                </a:lnTo>
                <a:lnTo>
                  <a:pt x="1181100" y="800100"/>
                </a:lnTo>
                <a:close/>
                <a:moveTo>
                  <a:pt x="1362075" y="790575"/>
                </a:moveTo>
                <a:lnTo>
                  <a:pt x="1381125" y="790575"/>
                </a:lnTo>
                <a:lnTo>
                  <a:pt x="1381125" y="800100"/>
                </a:lnTo>
                <a:lnTo>
                  <a:pt x="1362075" y="800100"/>
                </a:lnTo>
                <a:close/>
                <a:moveTo>
                  <a:pt x="923925" y="800100"/>
                </a:moveTo>
                <a:lnTo>
                  <a:pt x="933450" y="800100"/>
                </a:lnTo>
                <a:lnTo>
                  <a:pt x="933450" y="809625"/>
                </a:lnTo>
                <a:lnTo>
                  <a:pt x="923925" y="809625"/>
                </a:lnTo>
                <a:close/>
                <a:moveTo>
                  <a:pt x="942975" y="800100"/>
                </a:moveTo>
                <a:lnTo>
                  <a:pt x="952500" y="800100"/>
                </a:lnTo>
                <a:lnTo>
                  <a:pt x="952500" y="809625"/>
                </a:lnTo>
                <a:lnTo>
                  <a:pt x="942975" y="809625"/>
                </a:lnTo>
                <a:close/>
                <a:moveTo>
                  <a:pt x="1133475" y="800100"/>
                </a:moveTo>
                <a:lnTo>
                  <a:pt x="1143000" y="800100"/>
                </a:lnTo>
                <a:lnTo>
                  <a:pt x="1143000" y="809625"/>
                </a:lnTo>
                <a:lnTo>
                  <a:pt x="1133475" y="809625"/>
                </a:lnTo>
                <a:close/>
                <a:moveTo>
                  <a:pt x="1171575" y="800100"/>
                </a:moveTo>
                <a:lnTo>
                  <a:pt x="1181100" y="800100"/>
                </a:lnTo>
                <a:lnTo>
                  <a:pt x="1181100" y="809625"/>
                </a:lnTo>
                <a:lnTo>
                  <a:pt x="1171575" y="809625"/>
                </a:lnTo>
                <a:close/>
                <a:moveTo>
                  <a:pt x="1200150" y="800100"/>
                </a:moveTo>
                <a:lnTo>
                  <a:pt x="1209675" y="800100"/>
                </a:lnTo>
                <a:lnTo>
                  <a:pt x="1209675" y="809625"/>
                </a:lnTo>
                <a:lnTo>
                  <a:pt x="1200150" y="809625"/>
                </a:lnTo>
                <a:close/>
                <a:moveTo>
                  <a:pt x="1343025" y="800100"/>
                </a:moveTo>
                <a:lnTo>
                  <a:pt x="1352550" y="800100"/>
                </a:lnTo>
                <a:lnTo>
                  <a:pt x="1352550" y="809625"/>
                </a:lnTo>
                <a:lnTo>
                  <a:pt x="1343025" y="809625"/>
                </a:lnTo>
                <a:close/>
                <a:moveTo>
                  <a:pt x="1666875" y="800100"/>
                </a:moveTo>
                <a:lnTo>
                  <a:pt x="1676400" y="800100"/>
                </a:lnTo>
                <a:lnTo>
                  <a:pt x="1676400" y="809625"/>
                </a:lnTo>
                <a:lnTo>
                  <a:pt x="1666875" y="809625"/>
                </a:lnTo>
                <a:close/>
                <a:moveTo>
                  <a:pt x="495300" y="809625"/>
                </a:moveTo>
                <a:lnTo>
                  <a:pt x="504825" y="809625"/>
                </a:lnTo>
                <a:lnTo>
                  <a:pt x="504825" y="866775"/>
                </a:lnTo>
                <a:lnTo>
                  <a:pt x="495300" y="866775"/>
                </a:lnTo>
                <a:close/>
                <a:moveTo>
                  <a:pt x="819150" y="809625"/>
                </a:moveTo>
                <a:lnTo>
                  <a:pt x="828675" y="809625"/>
                </a:lnTo>
                <a:lnTo>
                  <a:pt x="828675" y="819150"/>
                </a:lnTo>
                <a:lnTo>
                  <a:pt x="819150" y="819150"/>
                </a:lnTo>
                <a:close/>
                <a:moveTo>
                  <a:pt x="914400" y="809625"/>
                </a:moveTo>
                <a:lnTo>
                  <a:pt x="923925" y="809625"/>
                </a:lnTo>
                <a:lnTo>
                  <a:pt x="923925" y="838200"/>
                </a:lnTo>
                <a:lnTo>
                  <a:pt x="914400" y="838200"/>
                </a:lnTo>
                <a:close/>
                <a:moveTo>
                  <a:pt x="933450" y="809625"/>
                </a:moveTo>
                <a:lnTo>
                  <a:pt x="942975" y="809625"/>
                </a:lnTo>
                <a:lnTo>
                  <a:pt x="942975" y="819150"/>
                </a:lnTo>
                <a:lnTo>
                  <a:pt x="933450" y="819150"/>
                </a:lnTo>
                <a:close/>
                <a:moveTo>
                  <a:pt x="1057275" y="809625"/>
                </a:moveTo>
                <a:lnTo>
                  <a:pt x="1085850" y="809625"/>
                </a:lnTo>
                <a:lnTo>
                  <a:pt x="1085850" y="819150"/>
                </a:lnTo>
                <a:lnTo>
                  <a:pt x="1057275" y="819150"/>
                </a:lnTo>
                <a:close/>
                <a:moveTo>
                  <a:pt x="1162050" y="809625"/>
                </a:moveTo>
                <a:lnTo>
                  <a:pt x="1171575" y="809625"/>
                </a:lnTo>
                <a:lnTo>
                  <a:pt x="1171575" y="838200"/>
                </a:lnTo>
                <a:lnTo>
                  <a:pt x="1162050" y="838200"/>
                </a:lnTo>
                <a:close/>
                <a:moveTo>
                  <a:pt x="1352550" y="809625"/>
                </a:moveTo>
                <a:lnTo>
                  <a:pt x="1362075" y="809625"/>
                </a:lnTo>
                <a:lnTo>
                  <a:pt x="1362075" y="819150"/>
                </a:lnTo>
                <a:lnTo>
                  <a:pt x="1352550" y="819150"/>
                </a:lnTo>
                <a:close/>
                <a:moveTo>
                  <a:pt x="885825" y="819150"/>
                </a:moveTo>
                <a:lnTo>
                  <a:pt x="895350" y="819150"/>
                </a:lnTo>
                <a:lnTo>
                  <a:pt x="895350" y="828675"/>
                </a:lnTo>
                <a:lnTo>
                  <a:pt x="885825" y="828675"/>
                </a:lnTo>
                <a:close/>
                <a:moveTo>
                  <a:pt x="1047750" y="819150"/>
                </a:moveTo>
                <a:lnTo>
                  <a:pt x="1057275" y="819150"/>
                </a:lnTo>
                <a:lnTo>
                  <a:pt x="1057275" y="828675"/>
                </a:lnTo>
                <a:lnTo>
                  <a:pt x="1047750" y="828675"/>
                </a:lnTo>
                <a:close/>
                <a:moveTo>
                  <a:pt x="1085850" y="819150"/>
                </a:moveTo>
                <a:lnTo>
                  <a:pt x="1095375" y="819150"/>
                </a:lnTo>
                <a:lnTo>
                  <a:pt x="1095375" y="838200"/>
                </a:lnTo>
                <a:lnTo>
                  <a:pt x="1085850" y="838200"/>
                </a:lnTo>
                <a:close/>
                <a:moveTo>
                  <a:pt x="800100" y="828675"/>
                </a:moveTo>
                <a:lnTo>
                  <a:pt x="819150" y="828675"/>
                </a:lnTo>
                <a:lnTo>
                  <a:pt x="819150" y="847725"/>
                </a:lnTo>
                <a:lnTo>
                  <a:pt x="800100" y="847725"/>
                </a:lnTo>
                <a:close/>
                <a:moveTo>
                  <a:pt x="1343025" y="828675"/>
                </a:moveTo>
                <a:lnTo>
                  <a:pt x="1352550" y="828675"/>
                </a:lnTo>
                <a:lnTo>
                  <a:pt x="1352550" y="838200"/>
                </a:lnTo>
                <a:lnTo>
                  <a:pt x="1343025" y="838200"/>
                </a:lnTo>
                <a:close/>
                <a:moveTo>
                  <a:pt x="1933575" y="828675"/>
                </a:moveTo>
                <a:lnTo>
                  <a:pt x="1943100" y="828675"/>
                </a:lnTo>
                <a:lnTo>
                  <a:pt x="1943100" y="866775"/>
                </a:lnTo>
                <a:lnTo>
                  <a:pt x="1933575" y="866775"/>
                </a:lnTo>
                <a:close/>
                <a:moveTo>
                  <a:pt x="1133475" y="838200"/>
                </a:moveTo>
                <a:lnTo>
                  <a:pt x="1143000" y="838200"/>
                </a:lnTo>
                <a:lnTo>
                  <a:pt x="1143000" y="847725"/>
                </a:lnTo>
                <a:lnTo>
                  <a:pt x="1133475" y="847725"/>
                </a:lnTo>
                <a:close/>
                <a:moveTo>
                  <a:pt x="1171575" y="838200"/>
                </a:moveTo>
                <a:lnTo>
                  <a:pt x="1181100" y="838200"/>
                </a:lnTo>
                <a:lnTo>
                  <a:pt x="1181100" y="847725"/>
                </a:lnTo>
                <a:lnTo>
                  <a:pt x="1171575" y="847725"/>
                </a:lnTo>
                <a:close/>
                <a:moveTo>
                  <a:pt x="1228725" y="838200"/>
                </a:moveTo>
                <a:lnTo>
                  <a:pt x="1238250" y="838200"/>
                </a:lnTo>
                <a:lnTo>
                  <a:pt x="1238250" y="847725"/>
                </a:lnTo>
                <a:lnTo>
                  <a:pt x="1228725" y="847725"/>
                </a:lnTo>
                <a:close/>
                <a:moveTo>
                  <a:pt x="1352550" y="838200"/>
                </a:moveTo>
                <a:lnTo>
                  <a:pt x="1362075" y="838200"/>
                </a:lnTo>
                <a:lnTo>
                  <a:pt x="1362075" y="847725"/>
                </a:lnTo>
                <a:lnTo>
                  <a:pt x="1352550" y="847725"/>
                </a:lnTo>
                <a:close/>
                <a:moveTo>
                  <a:pt x="819150" y="847725"/>
                </a:moveTo>
                <a:lnTo>
                  <a:pt x="828675" y="847725"/>
                </a:lnTo>
                <a:lnTo>
                  <a:pt x="828675" y="857250"/>
                </a:lnTo>
                <a:lnTo>
                  <a:pt x="819150" y="857250"/>
                </a:lnTo>
                <a:close/>
                <a:moveTo>
                  <a:pt x="838200" y="847725"/>
                </a:moveTo>
                <a:lnTo>
                  <a:pt x="847725" y="847725"/>
                </a:lnTo>
                <a:lnTo>
                  <a:pt x="847725" y="857250"/>
                </a:lnTo>
                <a:lnTo>
                  <a:pt x="838200" y="857250"/>
                </a:lnTo>
                <a:close/>
                <a:moveTo>
                  <a:pt x="885825" y="847725"/>
                </a:moveTo>
                <a:lnTo>
                  <a:pt x="895350" y="847725"/>
                </a:lnTo>
                <a:lnTo>
                  <a:pt x="895350" y="857250"/>
                </a:lnTo>
                <a:lnTo>
                  <a:pt x="885825" y="857250"/>
                </a:lnTo>
                <a:close/>
                <a:moveTo>
                  <a:pt x="914400" y="847725"/>
                </a:moveTo>
                <a:lnTo>
                  <a:pt x="923925" y="847725"/>
                </a:lnTo>
                <a:lnTo>
                  <a:pt x="923925" y="857250"/>
                </a:lnTo>
                <a:lnTo>
                  <a:pt x="914400" y="857250"/>
                </a:lnTo>
                <a:close/>
                <a:moveTo>
                  <a:pt x="1285875" y="847725"/>
                </a:moveTo>
                <a:lnTo>
                  <a:pt x="1295400" y="847725"/>
                </a:lnTo>
                <a:lnTo>
                  <a:pt x="1295400" y="866775"/>
                </a:lnTo>
                <a:lnTo>
                  <a:pt x="1285875" y="866775"/>
                </a:lnTo>
                <a:close/>
                <a:moveTo>
                  <a:pt x="1343025" y="847725"/>
                </a:moveTo>
                <a:lnTo>
                  <a:pt x="1352550" y="847725"/>
                </a:lnTo>
                <a:lnTo>
                  <a:pt x="1352550" y="857250"/>
                </a:lnTo>
                <a:lnTo>
                  <a:pt x="1362075" y="857250"/>
                </a:lnTo>
                <a:lnTo>
                  <a:pt x="1362075" y="876300"/>
                </a:lnTo>
                <a:lnTo>
                  <a:pt x="1333500" y="876300"/>
                </a:lnTo>
                <a:lnTo>
                  <a:pt x="1333500" y="866775"/>
                </a:lnTo>
                <a:lnTo>
                  <a:pt x="1343025" y="866775"/>
                </a:lnTo>
                <a:close/>
                <a:moveTo>
                  <a:pt x="1514475" y="847725"/>
                </a:moveTo>
                <a:lnTo>
                  <a:pt x="1524000" y="847725"/>
                </a:lnTo>
                <a:lnTo>
                  <a:pt x="1524000" y="857250"/>
                </a:lnTo>
                <a:lnTo>
                  <a:pt x="1514475" y="857250"/>
                </a:lnTo>
                <a:close/>
                <a:moveTo>
                  <a:pt x="847725" y="857250"/>
                </a:moveTo>
                <a:lnTo>
                  <a:pt x="866775" y="857250"/>
                </a:lnTo>
                <a:lnTo>
                  <a:pt x="866775" y="866775"/>
                </a:lnTo>
                <a:lnTo>
                  <a:pt x="847725" y="866775"/>
                </a:lnTo>
                <a:close/>
                <a:moveTo>
                  <a:pt x="895350" y="857250"/>
                </a:moveTo>
                <a:lnTo>
                  <a:pt x="904875" y="857250"/>
                </a:lnTo>
                <a:lnTo>
                  <a:pt x="904875" y="866775"/>
                </a:lnTo>
                <a:lnTo>
                  <a:pt x="895350" y="866775"/>
                </a:lnTo>
                <a:close/>
                <a:moveTo>
                  <a:pt x="1466850" y="857250"/>
                </a:moveTo>
                <a:lnTo>
                  <a:pt x="1476375" y="857250"/>
                </a:lnTo>
                <a:lnTo>
                  <a:pt x="1476375" y="866775"/>
                </a:lnTo>
                <a:lnTo>
                  <a:pt x="1466850" y="866775"/>
                </a:lnTo>
                <a:close/>
                <a:moveTo>
                  <a:pt x="1524000" y="857250"/>
                </a:moveTo>
                <a:lnTo>
                  <a:pt x="1533525" y="857250"/>
                </a:lnTo>
                <a:lnTo>
                  <a:pt x="1533525" y="866775"/>
                </a:lnTo>
                <a:lnTo>
                  <a:pt x="1524000" y="866775"/>
                </a:lnTo>
                <a:close/>
                <a:moveTo>
                  <a:pt x="1552575" y="857250"/>
                </a:moveTo>
                <a:lnTo>
                  <a:pt x="1562100" y="857250"/>
                </a:lnTo>
                <a:lnTo>
                  <a:pt x="1562100" y="866775"/>
                </a:lnTo>
                <a:lnTo>
                  <a:pt x="1552575" y="866775"/>
                </a:lnTo>
                <a:close/>
                <a:moveTo>
                  <a:pt x="1171575" y="866775"/>
                </a:moveTo>
                <a:lnTo>
                  <a:pt x="1200150" y="866775"/>
                </a:lnTo>
                <a:lnTo>
                  <a:pt x="1200150" y="876300"/>
                </a:lnTo>
                <a:lnTo>
                  <a:pt x="1171575" y="876300"/>
                </a:lnTo>
                <a:close/>
                <a:moveTo>
                  <a:pt x="1609725" y="866775"/>
                </a:moveTo>
                <a:lnTo>
                  <a:pt x="1638300" y="866775"/>
                </a:lnTo>
                <a:lnTo>
                  <a:pt x="1638300" y="876300"/>
                </a:lnTo>
                <a:lnTo>
                  <a:pt x="1609725" y="876300"/>
                </a:lnTo>
                <a:close/>
                <a:moveTo>
                  <a:pt x="1933575" y="885825"/>
                </a:moveTo>
                <a:lnTo>
                  <a:pt x="1943100" y="885825"/>
                </a:lnTo>
                <a:lnTo>
                  <a:pt x="1943100" y="895350"/>
                </a:lnTo>
                <a:lnTo>
                  <a:pt x="1933575" y="895350"/>
                </a:lnTo>
                <a:close/>
                <a:moveTo>
                  <a:pt x="504825" y="923925"/>
                </a:moveTo>
                <a:lnTo>
                  <a:pt x="514350" y="923925"/>
                </a:lnTo>
                <a:lnTo>
                  <a:pt x="514350" y="933450"/>
                </a:lnTo>
                <a:lnTo>
                  <a:pt x="504825" y="933450"/>
                </a:lnTo>
                <a:close/>
                <a:moveTo>
                  <a:pt x="495300" y="933450"/>
                </a:moveTo>
                <a:lnTo>
                  <a:pt x="504825" y="933450"/>
                </a:lnTo>
                <a:lnTo>
                  <a:pt x="504825" y="942975"/>
                </a:lnTo>
                <a:lnTo>
                  <a:pt x="495300" y="942975"/>
                </a:lnTo>
                <a:close/>
                <a:moveTo>
                  <a:pt x="2219325" y="1028700"/>
                </a:moveTo>
                <a:lnTo>
                  <a:pt x="2228850" y="1028700"/>
                </a:lnTo>
                <a:lnTo>
                  <a:pt x="2228850" y="1171575"/>
                </a:lnTo>
                <a:lnTo>
                  <a:pt x="2219325" y="1171575"/>
                </a:lnTo>
                <a:close/>
                <a:moveTo>
                  <a:pt x="200025" y="1152525"/>
                </a:moveTo>
                <a:lnTo>
                  <a:pt x="209550" y="1152525"/>
                </a:lnTo>
                <a:lnTo>
                  <a:pt x="209550" y="1323975"/>
                </a:lnTo>
                <a:lnTo>
                  <a:pt x="200025" y="1323975"/>
                </a:lnTo>
                <a:lnTo>
                  <a:pt x="200025" y="1314450"/>
                </a:lnTo>
                <a:lnTo>
                  <a:pt x="190500" y="1314450"/>
                </a:lnTo>
                <a:lnTo>
                  <a:pt x="190500" y="1304925"/>
                </a:lnTo>
                <a:lnTo>
                  <a:pt x="180975" y="1304925"/>
                </a:lnTo>
                <a:lnTo>
                  <a:pt x="180975" y="1162050"/>
                </a:lnTo>
                <a:lnTo>
                  <a:pt x="200025" y="1162050"/>
                </a:lnTo>
                <a:close/>
                <a:moveTo>
                  <a:pt x="2228850" y="1190625"/>
                </a:moveTo>
                <a:lnTo>
                  <a:pt x="2238375" y="1190625"/>
                </a:lnTo>
                <a:lnTo>
                  <a:pt x="2238375" y="1228725"/>
                </a:lnTo>
                <a:lnTo>
                  <a:pt x="2228850" y="1228725"/>
                </a:lnTo>
                <a:close/>
                <a:moveTo>
                  <a:pt x="742950" y="1247775"/>
                </a:moveTo>
                <a:lnTo>
                  <a:pt x="752475" y="1247775"/>
                </a:lnTo>
                <a:lnTo>
                  <a:pt x="752475" y="1257300"/>
                </a:lnTo>
                <a:lnTo>
                  <a:pt x="742950" y="1257300"/>
                </a:lnTo>
                <a:close/>
                <a:moveTo>
                  <a:pt x="933450" y="1247775"/>
                </a:moveTo>
                <a:lnTo>
                  <a:pt x="942975" y="1247775"/>
                </a:lnTo>
                <a:lnTo>
                  <a:pt x="942975" y="1257300"/>
                </a:lnTo>
                <a:lnTo>
                  <a:pt x="933450" y="1257300"/>
                </a:lnTo>
                <a:close/>
                <a:moveTo>
                  <a:pt x="2228850" y="1247775"/>
                </a:moveTo>
                <a:lnTo>
                  <a:pt x="2238375" y="1247775"/>
                </a:lnTo>
                <a:lnTo>
                  <a:pt x="2238375" y="1266825"/>
                </a:lnTo>
                <a:lnTo>
                  <a:pt x="2247900" y="1266825"/>
                </a:lnTo>
                <a:lnTo>
                  <a:pt x="2247900" y="1276350"/>
                </a:lnTo>
                <a:lnTo>
                  <a:pt x="2238375" y="1276350"/>
                </a:lnTo>
                <a:lnTo>
                  <a:pt x="2238375" y="1295400"/>
                </a:lnTo>
                <a:lnTo>
                  <a:pt x="2228850" y="1295400"/>
                </a:lnTo>
                <a:close/>
                <a:moveTo>
                  <a:pt x="542925" y="1257300"/>
                </a:moveTo>
                <a:lnTo>
                  <a:pt x="571500" y="1257300"/>
                </a:lnTo>
                <a:lnTo>
                  <a:pt x="571500" y="1266825"/>
                </a:lnTo>
                <a:lnTo>
                  <a:pt x="542925" y="1266825"/>
                </a:lnTo>
                <a:close/>
                <a:moveTo>
                  <a:pt x="733425" y="1257300"/>
                </a:moveTo>
                <a:lnTo>
                  <a:pt x="742950" y="1257300"/>
                </a:lnTo>
                <a:lnTo>
                  <a:pt x="742950" y="1266825"/>
                </a:lnTo>
                <a:lnTo>
                  <a:pt x="733425" y="1266825"/>
                </a:lnTo>
                <a:close/>
                <a:moveTo>
                  <a:pt x="923925" y="1257300"/>
                </a:moveTo>
                <a:lnTo>
                  <a:pt x="933450" y="1257300"/>
                </a:lnTo>
                <a:lnTo>
                  <a:pt x="933450" y="1266825"/>
                </a:lnTo>
                <a:lnTo>
                  <a:pt x="923925" y="1266825"/>
                </a:lnTo>
                <a:close/>
                <a:moveTo>
                  <a:pt x="942975" y="1257300"/>
                </a:moveTo>
                <a:lnTo>
                  <a:pt x="952500" y="1257300"/>
                </a:lnTo>
                <a:lnTo>
                  <a:pt x="952500" y="1266825"/>
                </a:lnTo>
                <a:lnTo>
                  <a:pt x="942975" y="1266825"/>
                </a:lnTo>
                <a:close/>
                <a:moveTo>
                  <a:pt x="1114425" y="1257300"/>
                </a:moveTo>
                <a:lnTo>
                  <a:pt x="1133475" y="1257300"/>
                </a:lnTo>
                <a:lnTo>
                  <a:pt x="1133475" y="1266825"/>
                </a:lnTo>
                <a:lnTo>
                  <a:pt x="1114425" y="1266825"/>
                </a:lnTo>
                <a:close/>
                <a:moveTo>
                  <a:pt x="1314450" y="1257300"/>
                </a:moveTo>
                <a:lnTo>
                  <a:pt x="1323975" y="1257300"/>
                </a:lnTo>
                <a:lnTo>
                  <a:pt x="1323975" y="1266825"/>
                </a:lnTo>
                <a:lnTo>
                  <a:pt x="1314450" y="1266825"/>
                </a:lnTo>
                <a:close/>
                <a:moveTo>
                  <a:pt x="1485900" y="1257300"/>
                </a:moveTo>
                <a:lnTo>
                  <a:pt x="1495425" y="1257300"/>
                </a:lnTo>
                <a:lnTo>
                  <a:pt x="1495425" y="1266825"/>
                </a:lnTo>
                <a:lnTo>
                  <a:pt x="1485900" y="1266825"/>
                </a:lnTo>
                <a:close/>
                <a:moveTo>
                  <a:pt x="1504950" y="1257300"/>
                </a:moveTo>
                <a:lnTo>
                  <a:pt x="1514475" y="1257300"/>
                </a:lnTo>
                <a:lnTo>
                  <a:pt x="1514475" y="1266825"/>
                </a:lnTo>
                <a:lnTo>
                  <a:pt x="1504950" y="1266825"/>
                </a:lnTo>
                <a:close/>
                <a:moveTo>
                  <a:pt x="1695450" y="1257300"/>
                </a:moveTo>
                <a:lnTo>
                  <a:pt x="1704975" y="1257300"/>
                </a:lnTo>
                <a:lnTo>
                  <a:pt x="1704975" y="1266825"/>
                </a:lnTo>
                <a:lnTo>
                  <a:pt x="1695450" y="1266825"/>
                </a:lnTo>
                <a:close/>
                <a:moveTo>
                  <a:pt x="1866900" y="1257300"/>
                </a:moveTo>
                <a:lnTo>
                  <a:pt x="1885950" y="1257300"/>
                </a:lnTo>
                <a:lnTo>
                  <a:pt x="1885950" y="1266825"/>
                </a:lnTo>
                <a:lnTo>
                  <a:pt x="1866900" y="1266825"/>
                </a:lnTo>
                <a:close/>
                <a:moveTo>
                  <a:pt x="571500" y="1266825"/>
                </a:moveTo>
                <a:lnTo>
                  <a:pt x="581025" y="1266825"/>
                </a:lnTo>
                <a:lnTo>
                  <a:pt x="581025" y="1276350"/>
                </a:lnTo>
                <a:lnTo>
                  <a:pt x="571500" y="1276350"/>
                </a:lnTo>
                <a:close/>
                <a:moveTo>
                  <a:pt x="723900" y="1266825"/>
                </a:moveTo>
                <a:lnTo>
                  <a:pt x="733425" y="1266825"/>
                </a:lnTo>
                <a:lnTo>
                  <a:pt x="733425" y="1276350"/>
                </a:lnTo>
                <a:lnTo>
                  <a:pt x="723900" y="1276350"/>
                </a:lnTo>
                <a:close/>
                <a:moveTo>
                  <a:pt x="914400" y="1266825"/>
                </a:moveTo>
                <a:lnTo>
                  <a:pt x="923925" y="1266825"/>
                </a:lnTo>
                <a:lnTo>
                  <a:pt x="923925" y="1276350"/>
                </a:lnTo>
                <a:lnTo>
                  <a:pt x="914400" y="1276350"/>
                </a:lnTo>
                <a:close/>
                <a:moveTo>
                  <a:pt x="1104900" y="1266825"/>
                </a:moveTo>
                <a:lnTo>
                  <a:pt x="1114425" y="1266825"/>
                </a:lnTo>
                <a:lnTo>
                  <a:pt x="1114425" y="1276350"/>
                </a:lnTo>
                <a:lnTo>
                  <a:pt x="1104900" y="1276350"/>
                </a:lnTo>
                <a:close/>
                <a:moveTo>
                  <a:pt x="1133475" y="1266825"/>
                </a:moveTo>
                <a:lnTo>
                  <a:pt x="1143000" y="1266825"/>
                </a:lnTo>
                <a:lnTo>
                  <a:pt x="1143000" y="1276350"/>
                </a:lnTo>
                <a:lnTo>
                  <a:pt x="1133475" y="1276350"/>
                </a:lnTo>
                <a:close/>
                <a:moveTo>
                  <a:pt x="1323975" y="1266825"/>
                </a:moveTo>
                <a:lnTo>
                  <a:pt x="1333500" y="1266825"/>
                </a:lnTo>
                <a:lnTo>
                  <a:pt x="1333500" y="1276350"/>
                </a:lnTo>
                <a:lnTo>
                  <a:pt x="1323975" y="1276350"/>
                </a:lnTo>
                <a:close/>
                <a:moveTo>
                  <a:pt x="1476375" y="1266825"/>
                </a:moveTo>
                <a:lnTo>
                  <a:pt x="1485900" y="1266825"/>
                </a:lnTo>
                <a:lnTo>
                  <a:pt x="1485900" y="1276350"/>
                </a:lnTo>
                <a:lnTo>
                  <a:pt x="1476375" y="1276350"/>
                </a:lnTo>
                <a:close/>
                <a:moveTo>
                  <a:pt x="1704975" y="1266825"/>
                </a:moveTo>
                <a:lnTo>
                  <a:pt x="1714500" y="1266825"/>
                </a:lnTo>
                <a:lnTo>
                  <a:pt x="1714500" y="1276350"/>
                </a:lnTo>
                <a:lnTo>
                  <a:pt x="1704975" y="1276350"/>
                </a:lnTo>
                <a:close/>
                <a:moveTo>
                  <a:pt x="1857375" y="1266825"/>
                </a:moveTo>
                <a:lnTo>
                  <a:pt x="1866900" y="1266825"/>
                </a:lnTo>
                <a:lnTo>
                  <a:pt x="1866900" y="1276350"/>
                </a:lnTo>
                <a:lnTo>
                  <a:pt x="1857375" y="1276350"/>
                </a:lnTo>
                <a:close/>
                <a:moveTo>
                  <a:pt x="581025" y="1276350"/>
                </a:moveTo>
                <a:lnTo>
                  <a:pt x="590550" y="1276350"/>
                </a:lnTo>
                <a:lnTo>
                  <a:pt x="590550" y="1285875"/>
                </a:lnTo>
                <a:lnTo>
                  <a:pt x="581025" y="1285875"/>
                </a:lnTo>
                <a:close/>
                <a:moveTo>
                  <a:pt x="714375" y="1276350"/>
                </a:moveTo>
                <a:lnTo>
                  <a:pt x="723900" y="1276350"/>
                </a:lnTo>
                <a:lnTo>
                  <a:pt x="723900" y="1285875"/>
                </a:lnTo>
                <a:lnTo>
                  <a:pt x="714375" y="1285875"/>
                </a:lnTo>
                <a:close/>
                <a:moveTo>
                  <a:pt x="1095375" y="1276350"/>
                </a:moveTo>
                <a:lnTo>
                  <a:pt x="1104900" y="1276350"/>
                </a:lnTo>
                <a:lnTo>
                  <a:pt x="1104900" y="1285875"/>
                </a:lnTo>
                <a:lnTo>
                  <a:pt x="1095375" y="1285875"/>
                </a:lnTo>
                <a:close/>
                <a:moveTo>
                  <a:pt x="1143000" y="1276350"/>
                </a:moveTo>
                <a:lnTo>
                  <a:pt x="1152525" y="1276350"/>
                </a:lnTo>
                <a:lnTo>
                  <a:pt x="1152525" y="1285875"/>
                </a:lnTo>
                <a:lnTo>
                  <a:pt x="1143000" y="1285875"/>
                </a:lnTo>
                <a:close/>
                <a:moveTo>
                  <a:pt x="1285875" y="1276350"/>
                </a:moveTo>
                <a:lnTo>
                  <a:pt x="1295400" y="1276350"/>
                </a:lnTo>
                <a:lnTo>
                  <a:pt x="1295400" y="1285875"/>
                </a:lnTo>
                <a:lnTo>
                  <a:pt x="1285875" y="1285875"/>
                </a:lnTo>
                <a:close/>
                <a:moveTo>
                  <a:pt x="1333500" y="1276350"/>
                </a:moveTo>
                <a:lnTo>
                  <a:pt x="1343025" y="1276350"/>
                </a:lnTo>
                <a:lnTo>
                  <a:pt x="1343025" y="1285875"/>
                </a:lnTo>
                <a:lnTo>
                  <a:pt x="1333500" y="1285875"/>
                </a:lnTo>
                <a:close/>
                <a:moveTo>
                  <a:pt x="1466850" y="1276350"/>
                </a:moveTo>
                <a:lnTo>
                  <a:pt x="1476375" y="1276350"/>
                </a:lnTo>
                <a:lnTo>
                  <a:pt x="1476375" y="1285875"/>
                </a:lnTo>
                <a:lnTo>
                  <a:pt x="1466850" y="1285875"/>
                </a:lnTo>
                <a:close/>
                <a:moveTo>
                  <a:pt x="1714500" y="1276350"/>
                </a:moveTo>
                <a:lnTo>
                  <a:pt x="1724025" y="1276350"/>
                </a:lnTo>
                <a:lnTo>
                  <a:pt x="1724025" y="1285875"/>
                </a:lnTo>
                <a:lnTo>
                  <a:pt x="1714500" y="1285875"/>
                </a:lnTo>
                <a:close/>
                <a:moveTo>
                  <a:pt x="1847850" y="1276350"/>
                </a:moveTo>
                <a:lnTo>
                  <a:pt x="1857375" y="1276350"/>
                </a:lnTo>
                <a:lnTo>
                  <a:pt x="1857375" y="1285875"/>
                </a:lnTo>
                <a:lnTo>
                  <a:pt x="1847850" y="1285875"/>
                </a:lnTo>
                <a:close/>
                <a:moveTo>
                  <a:pt x="590550" y="1285875"/>
                </a:moveTo>
                <a:lnTo>
                  <a:pt x="600075" y="1285875"/>
                </a:lnTo>
                <a:lnTo>
                  <a:pt x="600075" y="1295400"/>
                </a:lnTo>
                <a:lnTo>
                  <a:pt x="590550" y="1295400"/>
                </a:lnTo>
                <a:close/>
                <a:moveTo>
                  <a:pt x="695325" y="1285875"/>
                </a:moveTo>
                <a:lnTo>
                  <a:pt x="714375" y="1285875"/>
                </a:lnTo>
                <a:lnTo>
                  <a:pt x="714375" y="1295400"/>
                </a:lnTo>
                <a:lnTo>
                  <a:pt x="695325" y="1295400"/>
                </a:lnTo>
                <a:close/>
                <a:moveTo>
                  <a:pt x="971550" y="1285875"/>
                </a:moveTo>
                <a:lnTo>
                  <a:pt x="981075" y="1285875"/>
                </a:lnTo>
                <a:lnTo>
                  <a:pt x="981075" y="1295400"/>
                </a:lnTo>
                <a:lnTo>
                  <a:pt x="971550" y="1295400"/>
                </a:lnTo>
                <a:close/>
                <a:moveTo>
                  <a:pt x="1085850" y="1285875"/>
                </a:moveTo>
                <a:lnTo>
                  <a:pt x="1095375" y="1285875"/>
                </a:lnTo>
                <a:lnTo>
                  <a:pt x="1095375" y="1295400"/>
                </a:lnTo>
                <a:lnTo>
                  <a:pt x="1085850" y="1295400"/>
                </a:lnTo>
                <a:close/>
                <a:moveTo>
                  <a:pt x="1276350" y="1285875"/>
                </a:moveTo>
                <a:lnTo>
                  <a:pt x="1285875" y="1285875"/>
                </a:lnTo>
                <a:lnTo>
                  <a:pt x="1285875" y="1295400"/>
                </a:lnTo>
                <a:lnTo>
                  <a:pt x="1276350" y="1295400"/>
                </a:lnTo>
                <a:close/>
                <a:moveTo>
                  <a:pt x="1343025" y="1285875"/>
                </a:moveTo>
                <a:lnTo>
                  <a:pt x="1352550" y="1285875"/>
                </a:lnTo>
                <a:lnTo>
                  <a:pt x="1352550" y="1295400"/>
                </a:lnTo>
                <a:lnTo>
                  <a:pt x="1343025" y="1295400"/>
                </a:lnTo>
                <a:close/>
                <a:moveTo>
                  <a:pt x="1457325" y="1285875"/>
                </a:moveTo>
                <a:lnTo>
                  <a:pt x="1466850" y="1285875"/>
                </a:lnTo>
                <a:lnTo>
                  <a:pt x="1466850" y="1295400"/>
                </a:lnTo>
                <a:lnTo>
                  <a:pt x="1457325" y="1295400"/>
                </a:lnTo>
                <a:close/>
                <a:moveTo>
                  <a:pt x="1724025" y="1285875"/>
                </a:moveTo>
                <a:lnTo>
                  <a:pt x="1733550" y="1285875"/>
                </a:lnTo>
                <a:lnTo>
                  <a:pt x="1733550" y="1295400"/>
                </a:lnTo>
                <a:lnTo>
                  <a:pt x="1724025" y="1295400"/>
                </a:lnTo>
                <a:close/>
                <a:moveTo>
                  <a:pt x="1838325" y="1285875"/>
                </a:moveTo>
                <a:lnTo>
                  <a:pt x="1847850" y="1285875"/>
                </a:lnTo>
                <a:lnTo>
                  <a:pt x="1847850" y="1295400"/>
                </a:lnTo>
                <a:lnTo>
                  <a:pt x="1838325" y="1295400"/>
                </a:lnTo>
                <a:close/>
                <a:moveTo>
                  <a:pt x="504825" y="1295400"/>
                </a:moveTo>
                <a:lnTo>
                  <a:pt x="514350" y="1295400"/>
                </a:lnTo>
                <a:lnTo>
                  <a:pt x="514350" y="1304925"/>
                </a:lnTo>
                <a:lnTo>
                  <a:pt x="504825" y="1304925"/>
                </a:lnTo>
                <a:close/>
                <a:moveTo>
                  <a:pt x="600075" y="1295400"/>
                </a:moveTo>
                <a:lnTo>
                  <a:pt x="619125" y="1295400"/>
                </a:lnTo>
                <a:lnTo>
                  <a:pt x="619125" y="1304925"/>
                </a:lnTo>
                <a:lnTo>
                  <a:pt x="600075" y="1304925"/>
                </a:lnTo>
                <a:close/>
                <a:moveTo>
                  <a:pt x="676275" y="1295400"/>
                </a:moveTo>
                <a:lnTo>
                  <a:pt x="695325" y="1295400"/>
                </a:lnTo>
                <a:lnTo>
                  <a:pt x="695325" y="1304925"/>
                </a:lnTo>
                <a:lnTo>
                  <a:pt x="676275" y="1304925"/>
                </a:lnTo>
                <a:close/>
                <a:moveTo>
                  <a:pt x="790575" y="1295400"/>
                </a:moveTo>
                <a:lnTo>
                  <a:pt x="800100" y="1295400"/>
                </a:lnTo>
                <a:lnTo>
                  <a:pt x="800100" y="1304925"/>
                </a:lnTo>
                <a:lnTo>
                  <a:pt x="790575" y="1304925"/>
                </a:lnTo>
                <a:close/>
                <a:moveTo>
                  <a:pt x="981075" y="1295400"/>
                </a:moveTo>
                <a:lnTo>
                  <a:pt x="1000125" y="1295400"/>
                </a:lnTo>
                <a:lnTo>
                  <a:pt x="1000125" y="1304925"/>
                </a:lnTo>
                <a:lnTo>
                  <a:pt x="981075" y="1304925"/>
                </a:lnTo>
                <a:close/>
                <a:moveTo>
                  <a:pt x="1057275" y="1295400"/>
                </a:moveTo>
                <a:lnTo>
                  <a:pt x="1076325" y="1295400"/>
                </a:lnTo>
                <a:lnTo>
                  <a:pt x="1076325" y="1304925"/>
                </a:lnTo>
                <a:lnTo>
                  <a:pt x="1057275" y="1304925"/>
                </a:lnTo>
                <a:close/>
                <a:moveTo>
                  <a:pt x="1171575" y="1295400"/>
                </a:moveTo>
                <a:lnTo>
                  <a:pt x="1181100" y="1295400"/>
                </a:lnTo>
                <a:lnTo>
                  <a:pt x="1181100" y="1304925"/>
                </a:lnTo>
                <a:lnTo>
                  <a:pt x="1171575" y="1304925"/>
                </a:lnTo>
                <a:close/>
                <a:moveTo>
                  <a:pt x="1257300" y="1295400"/>
                </a:moveTo>
                <a:lnTo>
                  <a:pt x="1266825" y="1295400"/>
                </a:lnTo>
                <a:lnTo>
                  <a:pt x="1266825" y="1304925"/>
                </a:lnTo>
                <a:lnTo>
                  <a:pt x="1257300" y="1304925"/>
                </a:lnTo>
                <a:close/>
                <a:moveTo>
                  <a:pt x="1362075" y="1295400"/>
                </a:moveTo>
                <a:lnTo>
                  <a:pt x="1381125" y="1295400"/>
                </a:lnTo>
                <a:lnTo>
                  <a:pt x="1381125" y="1304925"/>
                </a:lnTo>
                <a:lnTo>
                  <a:pt x="1362075" y="1304925"/>
                </a:lnTo>
                <a:close/>
                <a:moveTo>
                  <a:pt x="1438275" y="1295400"/>
                </a:moveTo>
                <a:lnTo>
                  <a:pt x="1457325" y="1295400"/>
                </a:lnTo>
                <a:lnTo>
                  <a:pt x="1457325" y="1304925"/>
                </a:lnTo>
                <a:lnTo>
                  <a:pt x="1438275" y="1304925"/>
                </a:lnTo>
                <a:close/>
                <a:moveTo>
                  <a:pt x="1638300" y="1295400"/>
                </a:moveTo>
                <a:lnTo>
                  <a:pt x="1647825" y="1295400"/>
                </a:lnTo>
                <a:lnTo>
                  <a:pt x="1647825" y="1304925"/>
                </a:lnTo>
                <a:lnTo>
                  <a:pt x="1638300" y="1304925"/>
                </a:lnTo>
                <a:close/>
                <a:moveTo>
                  <a:pt x="1743075" y="1295400"/>
                </a:moveTo>
                <a:lnTo>
                  <a:pt x="1762125" y="1295400"/>
                </a:lnTo>
                <a:lnTo>
                  <a:pt x="1762125" y="1304925"/>
                </a:lnTo>
                <a:lnTo>
                  <a:pt x="1743075" y="1304925"/>
                </a:lnTo>
                <a:close/>
                <a:moveTo>
                  <a:pt x="1809750" y="1295400"/>
                </a:moveTo>
                <a:lnTo>
                  <a:pt x="1838325" y="1295400"/>
                </a:lnTo>
                <a:lnTo>
                  <a:pt x="1838325" y="1304925"/>
                </a:lnTo>
                <a:lnTo>
                  <a:pt x="1809750" y="1304925"/>
                </a:lnTo>
                <a:close/>
                <a:moveTo>
                  <a:pt x="476250" y="1304925"/>
                </a:moveTo>
                <a:lnTo>
                  <a:pt x="485775" y="1304925"/>
                </a:lnTo>
                <a:lnTo>
                  <a:pt x="485775" y="1314450"/>
                </a:lnTo>
                <a:lnTo>
                  <a:pt x="476250" y="1314450"/>
                </a:lnTo>
                <a:close/>
                <a:moveTo>
                  <a:pt x="628650" y="1304925"/>
                </a:moveTo>
                <a:lnTo>
                  <a:pt x="666750" y="1304925"/>
                </a:lnTo>
                <a:lnTo>
                  <a:pt x="666750" y="1314450"/>
                </a:lnTo>
                <a:lnTo>
                  <a:pt x="628650" y="1314450"/>
                </a:lnTo>
                <a:close/>
                <a:moveTo>
                  <a:pt x="819150" y="1304925"/>
                </a:moveTo>
                <a:lnTo>
                  <a:pt x="866775" y="1304925"/>
                </a:lnTo>
                <a:lnTo>
                  <a:pt x="866775" y="1314450"/>
                </a:lnTo>
                <a:lnTo>
                  <a:pt x="819150" y="1314450"/>
                </a:lnTo>
                <a:close/>
                <a:moveTo>
                  <a:pt x="1009650" y="1304925"/>
                </a:moveTo>
                <a:lnTo>
                  <a:pt x="1047750" y="1304925"/>
                </a:lnTo>
                <a:lnTo>
                  <a:pt x="1047750" y="1314450"/>
                </a:lnTo>
                <a:lnTo>
                  <a:pt x="1009650" y="1314450"/>
                </a:lnTo>
                <a:close/>
                <a:moveTo>
                  <a:pt x="1209675" y="1304925"/>
                </a:moveTo>
                <a:lnTo>
                  <a:pt x="1238250" y="1304925"/>
                </a:lnTo>
                <a:lnTo>
                  <a:pt x="1238250" y="1314450"/>
                </a:lnTo>
                <a:lnTo>
                  <a:pt x="1209675" y="1314450"/>
                </a:lnTo>
                <a:close/>
                <a:moveTo>
                  <a:pt x="1390650" y="1304925"/>
                </a:moveTo>
                <a:lnTo>
                  <a:pt x="1419225" y="1304925"/>
                </a:lnTo>
                <a:lnTo>
                  <a:pt x="1419225" y="1314450"/>
                </a:lnTo>
                <a:lnTo>
                  <a:pt x="1390650" y="1314450"/>
                </a:lnTo>
                <a:close/>
                <a:moveTo>
                  <a:pt x="1581150" y="1304925"/>
                </a:moveTo>
                <a:lnTo>
                  <a:pt x="1628775" y="1304925"/>
                </a:lnTo>
                <a:lnTo>
                  <a:pt x="1628775" y="1314450"/>
                </a:lnTo>
                <a:lnTo>
                  <a:pt x="1581150" y="1314450"/>
                </a:lnTo>
                <a:close/>
                <a:moveTo>
                  <a:pt x="1771650" y="1304925"/>
                </a:moveTo>
                <a:lnTo>
                  <a:pt x="1800225" y="1304925"/>
                </a:lnTo>
                <a:lnTo>
                  <a:pt x="1800225" y="1314450"/>
                </a:lnTo>
                <a:lnTo>
                  <a:pt x="1771650" y="1314450"/>
                </a:lnTo>
                <a:close/>
                <a:moveTo>
                  <a:pt x="1952625" y="1304925"/>
                </a:moveTo>
                <a:lnTo>
                  <a:pt x="1962150" y="1304925"/>
                </a:lnTo>
                <a:lnTo>
                  <a:pt x="1962150" y="1314450"/>
                </a:lnTo>
                <a:lnTo>
                  <a:pt x="1952625" y="1314450"/>
                </a:lnTo>
                <a:close/>
                <a:moveTo>
                  <a:pt x="2219325" y="1314450"/>
                </a:moveTo>
                <a:lnTo>
                  <a:pt x="2228850" y="1314450"/>
                </a:lnTo>
                <a:lnTo>
                  <a:pt x="2228850" y="1409700"/>
                </a:lnTo>
                <a:lnTo>
                  <a:pt x="2219325" y="1409700"/>
                </a:lnTo>
                <a:close/>
                <a:moveTo>
                  <a:pt x="781050" y="1409700"/>
                </a:moveTo>
                <a:lnTo>
                  <a:pt x="819150" y="1409700"/>
                </a:lnTo>
                <a:lnTo>
                  <a:pt x="819150" y="1419225"/>
                </a:lnTo>
                <a:lnTo>
                  <a:pt x="781050" y="1419225"/>
                </a:lnTo>
                <a:close/>
                <a:moveTo>
                  <a:pt x="1209675" y="1409700"/>
                </a:moveTo>
                <a:lnTo>
                  <a:pt x="1219200" y="1409700"/>
                </a:lnTo>
                <a:lnTo>
                  <a:pt x="1219200" y="1419225"/>
                </a:lnTo>
                <a:lnTo>
                  <a:pt x="1209675" y="1419225"/>
                </a:lnTo>
                <a:close/>
                <a:moveTo>
                  <a:pt x="647700" y="1419225"/>
                </a:moveTo>
                <a:lnTo>
                  <a:pt x="657225" y="1419225"/>
                </a:lnTo>
                <a:lnTo>
                  <a:pt x="657225" y="1666875"/>
                </a:lnTo>
                <a:lnTo>
                  <a:pt x="647700" y="1666875"/>
                </a:lnTo>
                <a:close/>
                <a:moveTo>
                  <a:pt x="1219200" y="1419225"/>
                </a:moveTo>
                <a:lnTo>
                  <a:pt x="1228725" y="1419225"/>
                </a:lnTo>
                <a:lnTo>
                  <a:pt x="1228725" y="1438275"/>
                </a:lnTo>
                <a:lnTo>
                  <a:pt x="1219200" y="1438275"/>
                </a:lnTo>
                <a:close/>
                <a:moveTo>
                  <a:pt x="200025" y="1428750"/>
                </a:moveTo>
                <a:lnTo>
                  <a:pt x="209550" y="1428750"/>
                </a:lnTo>
                <a:lnTo>
                  <a:pt x="209550" y="1838325"/>
                </a:lnTo>
                <a:lnTo>
                  <a:pt x="219075" y="1838325"/>
                </a:lnTo>
                <a:lnTo>
                  <a:pt x="219075" y="1885950"/>
                </a:lnTo>
                <a:lnTo>
                  <a:pt x="209550" y="1885950"/>
                </a:lnTo>
                <a:lnTo>
                  <a:pt x="209550" y="1857375"/>
                </a:lnTo>
                <a:lnTo>
                  <a:pt x="200025" y="1857375"/>
                </a:lnTo>
                <a:lnTo>
                  <a:pt x="200025" y="1847850"/>
                </a:lnTo>
                <a:lnTo>
                  <a:pt x="190500" y="1847850"/>
                </a:lnTo>
                <a:lnTo>
                  <a:pt x="190500" y="1828800"/>
                </a:lnTo>
                <a:lnTo>
                  <a:pt x="180975" y="1828800"/>
                </a:lnTo>
                <a:lnTo>
                  <a:pt x="180975" y="1647825"/>
                </a:lnTo>
                <a:lnTo>
                  <a:pt x="200025" y="1647825"/>
                </a:lnTo>
                <a:lnTo>
                  <a:pt x="200025" y="1638300"/>
                </a:lnTo>
                <a:lnTo>
                  <a:pt x="180975" y="1638300"/>
                </a:lnTo>
                <a:lnTo>
                  <a:pt x="180975" y="1628775"/>
                </a:lnTo>
                <a:lnTo>
                  <a:pt x="200025" y="1628775"/>
                </a:lnTo>
                <a:lnTo>
                  <a:pt x="200025" y="1619250"/>
                </a:lnTo>
                <a:lnTo>
                  <a:pt x="190500" y="1619250"/>
                </a:lnTo>
                <a:lnTo>
                  <a:pt x="190500" y="1609725"/>
                </a:lnTo>
                <a:lnTo>
                  <a:pt x="180975" y="1609725"/>
                </a:lnTo>
                <a:lnTo>
                  <a:pt x="180975" y="1485900"/>
                </a:lnTo>
                <a:lnTo>
                  <a:pt x="200025" y="1485900"/>
                </a:lnTo>
                <a:close/>
                <a:moveTo>
                  <a:pt x="1466850" y="1447800"/>
                </a:moveTo>
                <a:lnTo>
                  <a:pt x="1476375" y="1447800"/>
                </a:lnTo>
                <a:lnTo>
                  <a:pt x="1476375" y="1457325"/>
                </a:lnTo>
                <a:lnTo>
                  <a:pt x="1466850" y="1457325"/>
                </a:lnTo>
                <a:close/>
                <a:moveTo>
                  <a:pt x="1504950" y="1447800"/>
                </a:moveTo>
                <a:lnTo>
                  <a:pt x="1666875" y="1447800"/>
                </a:lnTo>
                <a:lnTo>
                  <a:pt x="1666875" y="1457325"/>
                </a:lnTo>
                <a:lnTo>
                  <a:pt x="1638300" y="1457325"/>
                </a:lnTo>
                <a:lnTo>
                  <a:pt x="1638300" y="1466850"/>
                </a:lnTo>
                <a:lnTo>
                  <a:pt x="1619250" y="1466850"/>
                </a:lnTo>
                <a:lnTo>
                  <a:pt x="1619250" y="1476375"/>
                </a:lnTo>
                <a:lnTo>
                  <a:pt x="1543050" y="1476375"/>
                </a:lnTo>
                <a:lnTo>
                  <a:pt x="1543050" y="1466850"/>
                </a:lnTo>
                <a:lnTo>
                  <a:pt x="1533525" y="1466850"/>
                </a:lnTo>
                <a:lnTo>
                  <a:pt x="1533525" y="1457325"/>
                </a:lnTo>
                <a:lnTo>
                  <a:pt x="1504950" y="1457325"/>
                </a:lnTo>
                <a:close/>
                <a:moveTo>
                  <a:pt x="1457325" y="1457325"/>
                </a:moveTo>
                <a:lnTo>
                  <a:pt x="1466850" y="1457325"/>
                </a:lnTo>
                <a:lnTo>
                  <a:pt x="1466850" y="1619250"/>
                </a:lnTo>
                <a:lnTo>
                  <a:pt x="1457325" y="1619250"/>
                </a:lnTo>
                <a:close/>
                <a:moveTo>
                  <a:pt x="771525" y="1485900"/>
                </a:moveTo>
                <a:lnTo>
                  <a:pt x="800100" y="1485900"/>
                </a:lnTo>
                <a:lnTo>
                  <a:pt x="800100" y="1514475"/>
                </a:lnTo>
                <a:lnTo>
                  <a:pt x="771525" y="1514475"/>
                </a:lnTo>
                <a:lnTo>
                  <a:pt x="771525" y="1543050"/>
                </a:lnTo>
                <a:lnTo>
                  <a:pt x="762000" y="1543050"/>
                </a:lnTo>
                <a:lnTo>
                  <a:pt x="762000" y="1495425"/>
                </a:lnTo>
                <a:lnTo>
                  <a:pt x="771525" y="1495425"/>
                </a:lnTo>
                <a:close/>
                <a:moveTo>
                  <a:pt x="1609725" y="1495425"/>
                </a:moveTo>
                <a:lnTo>
                  <a:pt x="1619250" y="1495425"/>
                </a:lnTo>
                <a:lnTo>
                  <a:pt x="1619250" y="1504950"/>
                </a:lnTo>
                <a:lnTo>
                  <a:pt x="1609725" y="1504950"/>
                </a:lnTo>
                <a:close/>
                <a:moveTo>
                  <a:pt x="1619250" y="1514475"/>
                </a:moveTo>
                <a:lnTo>
                  <a:pt x="1628775" y="1514475"/>
                </a:lnTo>
                <a:lnTo>
                  <a:pt x="1628775" y="1524000"/>
                </a:lnTo>
                <a:lnTo>
                  <a:pt x="1619250" y="1524000"/>
                </a:lnTo>
                <a:close/>
                <a:moveTo>
                  <a:pt x="1590675" y="1524000"/>
                </a:moveTo>
                <a:lnTo>
                  <a:pt x="1600200" y="1524000"/>
                </a:lnTo>
                <a:lnTo>
                  <a:pt x="1600200" y="1533525"/>
                </a:lnTo>
                <a:lnTo>
                  <a:pt x="1590675" y="1533525"/>
                </a:lnTo>
                <a:close/>
                <a:moveTo>
                  <a:pt x="752475" y="1543050"/>
                </a:moveTo>
                <a:lnTo>
                  <a:pt x="762000" y="1543050"/>
                </a:lnTo>
                <a:lnTo>
                  <a:pt x="762000" y="1552575"/>
                </a:lnTo>
                <a:lnTo>
                  <a:pt x="752475" y="1552575"/>
                </a:lnTo>
                <a:close/>
                <a:moveTo>
                  <a:pt x="866775" y="1543050"/>
                </a:moveTo>
                <a:lnTo>
                  <a:pt x="933450" y="1543050"/>
                </a:lnTo>
                <a:lnTo>
                  <a:pt x="933450" y="1552575"/>
                </a:lnTo>
                <a:lnTo>
                  <a:pt x="876300" y="1552575"/>
                </a:lnTo>
                <a:lnTo>
                  <a:pt x="876300" y="1562100"/>
                </a:lnTo>
                <a:lnTo>
                  <a:pt x="866775" y="1562100"/>
                </a:lnTo>
                <a:lnTo>
                  <a:pt x="866775" y="1666875"/>
                </a:lnTo>
                <a:lnTo>
                  <a:pt x="857250" y="1666875"/>
                </a:lnTo>
                <a:lnTo>
                  <a:pt x="857250" y="1552575"/>
                </a:lnTo>
                <a:lnTo>
                  <a:pt x="866775" y="1552575"/>
                </a:lnTo>
                <a:close/>
                <a:moveTo>
                  <a:pt x="971550" y="1543050"/>
                </a:moveTo>
                <a:lnTo>
                  <a:pt x="981075" y="1543050"/>
                </a:lnTo>
                <a:lnTo>
                  <a:pt x="981075" y="1552575"/>
                </a:lnTo>
                <a:lnTo>
                  <a:pt x="971550" y="1552575"/>
                </a:lnTo>
                <a:close/>
                <a:moveTo>
                  <a:pt x="1038225" y="1543050"/>
                </a:moveTo>
                <a:lnTo>
                  <a:pt x="1057275" y="1543050"/>
                </a:lnTo>
                <a:lnTo>
                  <a:pt x="1057275" y="1552575"/>
                </a:lnTo>
                <a:lnTo>
                  <a:pt x="1038225" y="1552575"/>
                </a:lnTo>
                <a:close/>
                <a:moveTo>
                  <a:pt x="1114425" y="1543050"/>
                </a:moveTo>
                <a:lnTo>
                  <a:pt x="1123950" y="1543050"/>
                </a:lnTo>
                <a:lnTo>
                  <a:pt x="1123950" y="1552575"/>
                </a:lnTo>
                <a:lnTo>
                  <a:pt x="1114425" y="1552575"/>
                </a:lnTo>
                <a:close/>
                <a:moveTo>
                  <a:pt x="1638300" y="1543050"/>
                </a:moveTo>
                <a:lnTo>
                  <a:pt x="1647825" y="1543050"/>
                </a:lnTo>
                <a:lnTo>
                  <a:pt x="1647825" y="1562100"/>
                </a:lnTo>
                <a:lnTo>
                  <a:pt x="1638300" y="1562100"/>
                </a:lnTo>
                <a:close/>
                <a:moveTo>
                  <a:pt x="742950" y="1552575"/>
                </a:moveTo>
                <a:lnTo>
                  <a:pt x="752475" y="1552575"/>
                </a:lnTo>
                <a:lnTo>
                  <a:pt x="752475" y="1562100"/>
                </a:lnTo>
                <a:lnTo>
                  <a:pt x="742950" y="1562100"/>
                </a:lnTo>
                <a:close/>
                <a:moveTo>
                  <a:pt x="809625" y="1552575"/>
                </a:moveTo>
                <a:lnTo>
                  <a:pt x="819150" y="1552575"/>
                </a:lnTo>
                <a:lnTo>
                  <a:pt x="819150" y="1562100"/>
                </a:lnTo>
                <a:lnTo>
                  <a:pt x="809625" y="1562100"/>
                </a:lnTo>
                <a:close/>
                <a:moveTo>
                  <a:pt x="981075" y="1552575"/>
                </a:moveTo>
                <a:lnTo>
                  <a:pt x="990600" y="1552575"/>
                </a:lnTo>
                <a:lnTo>
                  <a:pt x="990600" y="1590675"/>
                </a:lnTo>
                <a:lnTo>
                  <a:pt x="981075" y="1590675"/>
                </a:lnTo>
                <a:close/>
                <a:moveTo>
                  <a:pt x="1123950" y="1552575"/>
                </a:moveTo>
                <a:lnTo>
                  <a:pt x="1133475" y="1552575"/>
                </a:lnTo>
                <a:lnTo>
                  <a:pt x="1133475" y="1590675"/>
                </a:lnTo>
                <a:lnTo>
                  <a:pt x="1143000" y="1590675"/>
                </a:lnTo>
                <a:lnTo>
                  <a:pt x="1143000" y="1657350"/>
                </a:lnTo>
                <a:lnTo>
                  <a:pt x="1133475" y="1657350"/>
                </a:lnTo>
                <a:lnTo>
                  <a:pt x="1133475" y="1666875"/>
                </a:lnTo>
                <a:lnTo>
                  <a:pt x="1143000" y="1666875"/>
                </a:lnTo>
                <a:lnTo>
                  <a:pt x="1143000" y="1676400"/>
                </a:lnTo>
                <a:lnTo>
                  <a:pt x="1104900" y="1676400"/>
                </a:lnTo>
                <a:lnTo>
                  <a:pt x="1104900" y="1657350"/>
                </a:lnTo>
                <a:lnTo>
                  <a:pt x="1114425" y="1657350"/>
                </a:lnTo>
                <a:lnTo>
                  <a:pt x="1114425" y="1647825"/>
                </a:lnTo>
                <a:lnTo>
                  <a:pt x="1123950" y="1647825"/>
                </a:lnTo>
                <a:close/>
                <a:moveTo>
                  <a:pt x="1562100" y="1552575"/>
                </a:moveTo>
                <a:lnTo>
                  <a:pt x="1571625" y="1552575"/>
                </a:lnTo>
                <a:lnTo>
                  <a:pt x="1571625" y="1571625"/>
                </a:lnTo>
                <a:lnTo>
                  <a:pt x="1552575" y="1571625"/>
                </a:lnTo>
                <a:lnTo>
                  <a:pt x="1552575" y="1562100"/>
                </a:lnTo>
                <a:lnTo>
                  <a:pt x="1562100" y="1562100"/>
                </a:lnTo>
                <a:close/>
                <a:moveTo>
                  <a:pt x="819150" y="1562100"/>
                </a:moveTo>
                <a:lnTo>
                  <a:pt x="828675" y="1562100"/>
                </a:lnTo>
                <a:lnTo>
                  <a:pt x="828675" y="1666875"/>
                </a:lnTo>
                <a:lnTo>
                  <a:pt x="819150" y="1666875"/>
                </a:lnTo>
                <a:close/>
                <a:moveTo>
                  <a:pt x="1647825" y="1562100"/>
                </a:moveTo>
                <a:lnTo>
                  <a:pt x="1657350" y="1562100"/>
                </a:lnTo>
                <a:lnTo>
                  <a:pt x="1657350" y="1571625"/>
                </a:lnTo>
                <a:lnTo>
                  <a:pt x="1647825" y="1571625"/>
                </a:lnTo>
                <a:close/>
                <a:moveTo>
                  <a:pt x="1038225" y="1571625"/>
                </a:moveTo>
                <a:lnTo>
                  <a:pt x="1047750" y="1571625"/>
                </a:lnTo>
                <a:lnTo>
                  <a:pt x="1047750" y="1600200"/>
                </a:lnTo>
                <a:lnTo>
                  <a:pt x="1038225" y="1600200"/>
                </a:lnTo>
                <a:lnTo>
                  <a:pt x="1038225" y="1657350"/>
                </a:lnTo>
                <a:lnTo>
                  <a:pt x="1057275" y="1657350"/>
                </a:lnTo>
                <a:lnTo>
                  <a:pt x="1057275" y="1666875"/>
                </a:lnTo>
                <a:lnTo>
                  <a:pt x="1066800" y="1666875"/>
                </a:lnTo>
                <a:lnTo>
                  <a:pt x="1066800" y="1676400"/>
                </a:lnTo>
                <a:lnTo>
                  <a:pt x="1019175" y="1676400"/>
                </a:lnTo>
                <a:lnTo>
                  <a:pt x="1019175" y="1666875"/>
                </a:lnTo>
                <a:lnTo>
                  <a:pt x="1028700" y="1666875"/>
                </a:lnTo>
                <a:lnTo>
                  <a:pt x="1028700" y="1590675"/>
                </a:lnTo>
                <a:lnTo>
                  <a:pt x="1038225" y="1590675"/>
                </a:lnTo>
                <a:close/>
                <a:moveTo>
                  <a:pt x="733425" y="1581150"/>
                </a:moveTo>
                <a:lnTo>
                  <a:pt x="742950" y="1581150"/>
                </a:lnTo>
                <a:lnTo>
                  <a:pt x="742950" y="1666875"/>
                </a:lnTo>
                <a:lnTo>
                  <a:pt x="733425" y="1666875"/>
                </a:lnTo>
                <a:close/>
                <a:moveTo>
                  <a:pt x="1457325" y="1657350"/>
                </a:moveTo>
                <a:lnTo>
                  <a:pt x="1466850" y="1657350"/>
                </a:lnTo>
                <a:lnTo>
                  <a:pt x="1466850" y="1762125"/>
                </a:lnTo>
                <a:lnTo>
                  <a:pt x="1457325" y="1762125"/>
                </a:lnTo>
                <a:close/>
                <a:moveTo>
                  <a:pt x="2219325" y="1657350"/>
                </a:moveTo>
                <a:lnTo>
                  <a:pt x="2228850" y="1657350"/>
                </a:lnTo>
                <a:lnTo>
                  <a:pt x="2228850" y="1866900"/>
                </a:lnTo>
                <a:lnTo>
                  <a:pt x="2219325" y="1866900"/>
                </a:lnTo>
                <a:close/>
                <a:moveTo>
                  <a:pt x="657225" y="1666875"/>
                </a:moveTo>
                <a:lnTo>
                  <a:pt x="666750" y="1666875"/>
                </a:lnTo>
                <a:lnTo>
                  <a:pt x="666750" y="1676400"/>
                </a:lnTo>
                <a:lnTo>
                  <a:pt x="657225" y="1676400"/>
                </a:lnTo>
                <a:close/>
                <a:moveTo>
                  <a:pt x="828675" y="1666875"/>
                </a:moveTo>
                <a:lnTo>
                  <a:pt x="838200" y="1666875"/>
                </a:lnTo>
                <a:lnTo>
                  <a:pt x="838200" y="1676400"/>
                </a:lnTo>
                <a:lnTo>
                  <a:pt x="828675" y="1676400"/>
                </a:lnTo>
                <a:close/>
                <a:moveTo>
                  <a:pt x="847725" y="1666875"/>
                </a:moveTo>
                <a:lnTo>
                  <a:pt x="857250" y="1666875"/>
                </a:lnTo>
                <a:lnTo>
                  <a:pt x="857250" y="1676400"/>
                </a:lnTo>
                <a:lnTo>
                  <a:pt x="847725" y="1676400"/>
                </a:lnTo>
                <a:close/>
                <a:moveTo>
                  <a:pt x="990600" y="1666875"/>
                </a:moveTo>
                <a:lnTo>
                  <a:pt x="1000125" y="1666875"/>
                </a:lnTo>
                <a:lnTo>
                  <a:pt x="1000125" y="1676400"/>
                </a:lnTo>
                <a:lnTo>
                  <a:pt x="990600" y="1676400"/>
                </a:lnTo>
                <a:close/>
                <a:moveTo>
                  <a:pt x="657225" y="1714500"/>
                </a:moveTo>
                <a:lnTo>
                  <a:pt x="666750" y="1714500"/>
                </a:lnTo>
                <a:lnTo>
                  <a:pt x="666750" y="1724025"/>
                </a:lnTo>
                <a:lnTo>
                  <a:pt x="657225" y="1724025"/>
                </a:lnTo>
                <a:close/>
                <a:moveTo>
                  <a:pt x="647700" y="1724025"/>
                </a:moveTo>
                <a:lnTo>
                  <a:pt x="657225" y="1724025"/>
                </a:lnTo>
                <a:lnTo>
                  <a:pt x="657225" y="1885950"/>
                </a:lnTo>
                <a:lnTo>
                  <a:pt x="647700" y="1885950"/>
                </a:lnTo>
                <a:close/>
                <a:moveTo>
                  <a:pt x="1743075" y="1752600"/>
                </a:moveTo>
                <a:lnTo>
                  <a:pt x="1752600" y="1752600"/>
                </a:lnTo>
                <a:lnTo>
                  <a:pt x="1752600" y="1762125"/>
                </a:lnTo>
                <a:lnTo>
                  <a:pt x="1743075" y="1762125"/>
                </a:lnTo>
                <a:close/>
                <a:moveTo>
                  <a:pt x="942975" y="1762125"/>
                </a:moveTo>
                <a:lnTo>
                  <a:pt x="1019175" y="1762125"/>
                </a:lnTo>
                <a:lnTo>
                  <a:pt x="1019175" y="1771650"/>
                </a:lnTo>
                <a:lnTo>
                  <a:pt x="942975" y="1771650"/>
                </a:lnTo>
                <a:close/>
                <a:moveTo>
                  <a:pt x="1466850" y="1762125"/>
                </a:moveTo>
                <a:lnTo>
                  <a:pt x="1476375" y="1762125"/>
                </a:lnTo>
                <a:lnTo>
                  <a:pt x="1476375" y="1771650"/>
                </a:lnTo>
                <a:lnTo>
                  <a:pt x="1466850" y="1771650"/>
                </a:lnTo>
                <a:close/>
                <a:moveTo>
                  <a:pt x="1562100" y="1762125"/>
                </a:moveTo>
                <a:lnTo>
                  <a:pt x="1590675" y="1762125"/>
                </a:lnTo>
                <a:lnTo>
                  <a:pt x="1590675" y="1771650"/>
                </a:lnTo>
                <a:lnTo>
                  <a:pt x="1562100" y="1771650"/>
                </a:lnTo>
                <a:close/>
                <a:moveTo>
                  <a:pt x="1647825" y="1762125"/>
                </a:moveTo>
                <a:lnTo>
                  <a:pt x="1743075" y="1762125"/>
                </a:lnTo>
                <a:lnTo>
                  <a:pt x="1743075" y="1771650"/>
                </a:lnTo>
                <a:lnTo>
                  <a:pt x="1647825" y="1771650"/>
                </a:lnTo>
                <a:close/>
                <a:moveTo>
                  <a:pt x="866775" y="1771650"/>
                </a:moveTo>
                <a:lnTo>
                  <a:pt x="876300" y="1771650"/>
                </a:lnTo>
                <a:lnTo>
                  <a:pt x="876300" y="1781175"/>
                </a:lnTo>
                <a:lnTo>
                  <a:pt x="866775" y="1781175"/>
                </a:lnTo>
                <a:close/>
                <a:moveTo>
                  <a:pt x="933450" y="1771650"/>
                </a:moveTo>
                <a:lnTo>
                  <a:pt x="942975" y="1771650"/>
                </a:lnTo>
                <a:lnTo>
                  <a:pt x="942975" y="1781175"/>
                </a:lnTo>
                <a:lnTo>
                  <a:pt x="933450" y="1781175"/>
                </a:lnTo>
                <a:close/>
                <a:moveTo>
                  <a:pt x="1019175" y="1771650"/>
                </a:moveTo>
                <a:lnTo>
                  <a:pt x="1028700" y="1771650"/>
                </a:lnTo>
                <a:lnTo>
                  <a:pt x="1028700" y="1781175"/>
                </a:lnTo>
                <a:lnTo>
                  <a:pt x="1019175" y="1781175"/>
                </a:lnTo>
                <a:close/>
                <a:moveTo>
                  <a:pt x="876300" y="1781175"/>
                </a:moveTo>
                <a:lnTo>
                  <a:pt x="885825" y="1781175"/>
                </a:lnTo>
                <a:lnTo>
                  <a:pt x="885825" y="1828800"/>
                </a:lnTo>
                <a:lnTo>
                  <a:pt x="876300" y="1828800"/>
                </a:lnTo>
                <a:close/>
                <a:moveTo>
                  <a:pt x="1028700" y="1781175"/>
                </a:moveTo>
                <a:lnTo>
                  <a:pt x="1038225" y="1781175"/>
                </a:lnTo>
                <a:lnTo>
                  <a:pt x="1038225" y="1885950"/>
                </a:lnTo>
                <a:lnTo>
                  <a:pt x="1028700" y="1885950"/>
                </a:lnTo>
                <a:close/>
                <a:moveTo>
                  <a:pt x="1085850" y="1781175"/>
                </a:moveTo>
                <a:lnTo>
                  <a:pt x="1114425" y="1781175"/>
                </a:lnTo>
                <a:lnTo>
                  <a:pt x="1114425" y="1790700"/>
                </a:lnTo>
                <a:lnTo>
                  <a:pt x="1123950" y="1790700"/>
                </a:lnTo>
                <a:lnTo>
                  <a:pt x="1123950" y="1828800"/>
                </a:lnTo>
                <a:lnTo>
                  <a:pt x="1114425" y="1828800"/>
                </a:lnTo>
                <a:lnTo>
                  <a:pt x="1114425" y="1800225"/>
                </a:lnTo>
                <a:lnTo>
                  <a:pt x="1104900" y="1800225"/>
                </a:lnTo>
                <a:lnTo>
                  <a:pt x="1104900" y="1790700"/>
                </a:lnTo>
                <a:lnTo>
                  <a:pt x="1085850" y="1790700"/>
                </a:lnTo>
                <a:close/>
                <a:moveTo>
                  <a:pt x="1076325" y="1790700"/>
                </a:moveTo>
                <a:lnTo>
                  <a:pt x="1085850" y="1790700"/>
                </a:lnTo>
                <a:lnTo>
                  <a:pt x="1085850" y="1800225"/>
                </a:lnTo>
                <a:lnTo>
                  <a:pt x="1076325" y="1800225"/>
                </a:lnTo>
                <a:close/>
                <a:moveTo>
                  <a:pt x="933450" y="1800225"/>
                </a:moveTo>
                <a:lnTo>
                  <a:pt x="942975" y="1800225"/>
                </a:lnTo>
                <a:lnTo>
                  <a:pt x="942975" y="1885950"/>
                </a:lnTo>
                <a:lnTo>
                  <a:pt x="933450" y="1885950"/>
                </a:lnTo>
                <a:close/>
                <a:moveTo>
                  <a:pt x="1066800" y="1809750"/>
                </a:moveTo>
                <a:lnTo>
                  <a:pt x="1076325" y="1809750"/>
                </a:lnTo>
                <a:lnTo>
                  <a:pt x="1076325" y="1828800"/>
                </a:lnTo>
                <a:lnTo>
                  <a:pt x="1066800" y="1828800"/>
                </a:lnTo>
                <a:close/>
                <a:moveTo>
                  <a:pt x="885825" y="1828800"/>
                </a:moveTo>
                <a:lnTo>
                  <a:pt x="895350" y="1828800"/>
                </a:lnTo>
                <a:lnTo>
                  <a:pt x="895350" y="1838325"/>
                </a:lnTo>
                <a:lnTo>
                  <a:pt x="885825" y="1838325"/>
                </a:lnTo>
                <a:close/>
                <a:moveTo>
                  <a:pt x="1057275" y="1828800"/>
                </a:moveTo>
                <a:lnTo>
                  <a:pt x="1066800" y="1828800"/>
                </a:lnTo>
                <a:lnTo>
                  <a:pt x="1066800" y="1885950"/>
                </a:lnTo>
                <a:lnTo>
                  <a:pt x="1057275" y="1885950"/>
                </a:lnTo>
                <a:close/>
                <a:moveTo>
                  <a:pt x="1123950" y="1828800"/>
                </a:moveTo>
                <a:lnTo>
                  <a:pt x="1133475" y="1828800"/>
                </a:lnTo>
                <a:lnTo>
                  <a:pt x="1133475" y="1885950"/>
                </a:lnTo>
                <a:lnTo>
                  <a:pt x="1123950" y="1885950"/>
                </a:lnTo>
                <a:close/>
                <a:moveTo>
                  <a:pt x="704850" y="1838325"/>
                </a:moveTo>
                <a:lnTo>
                  <a:pt x="714375" y="1838325"/>
                </a:lnTo>
                <a:lnTo>
                  <a:pt x="714375" y="1847850"/>
                </a:lnTo>
                <a:lnTo>
                  <a:pt x="704850" y="1847850"/>
                </a:lnTo>
                <a:close/>
                <a:moveTo>
                  <a:pt x="447675" y="1847850"/>
                </a:moveTo>
                <a:lnTo>
                  <a:pt x="476250" y="1847850"/>
                </a:lnTo>
                <a:lnTo>
                  <a:pt x="476250" y="1866900"/>
                </a:lnTo>
                <a:lnTo>
                  <a:pt x="523875" y="1866900"/>
                </a:lnTo>
                <a:lnTo>
                  <a:pt x="523875" y="1876425"/>
                </a:lnTo>
                <a:lnTo>
                  <a:pt x="381000" y="1876425"/>
                </a:lnTo>
                <a:lnTo>
                  <a:pt x="381000" y="1885950"/>
                </a:lnTo>
                <a:lnTo>
                  <a:pt x="371475" y="1885950"/>
                </a:lnTo>
                <a:lnTo>
                  <a:pt x="371475" y="1914525"/>
                </a:lnTo>
                <a:lnTo>
                  <a:pt x="361950" y="1914525"/>
                </a:lnTo>
                <a:lnTo>
                  <a:pt x="361950" y="1952625"/>
                </a:lnTo>
                <a:lnTo>
                  <a:pt x="371475" y="1952625"/>
                </a:lnTo>
                <a:lnTo>
                  <a:pt x="371475" y="1981200"/>
                </a:lnTo>
                <a:lnTo>
                  <a:pt x="381000" y="1981200"/>
                </a:lnTo>
                <a:lnTo>
                  <a:pt x="381000" y="2009775"/>
                </a:lnTo>
                <a:lnTo>
                  <a:pt x="390525" y="2009775"/>
                </a:lnTo>
                <a:lnTo>
                  <a:pt x="390525" y="2038350"/>
                </a:lnTo>
                <a:lnTo>
                  <a:pt x="400050" y="2038350"/>
                </a:lnTo>
                <a:lnTo>
                  <a:pt x="400050" y="2066925"/>
                </a:lnTo>
                <a:lnTo>
                  <a:pt x="390525" y="2066925"/>
                </a:lnTo>
                <a:lnTo>
                  <a:pt x="390525" y="2057400"/>
                </a:lnTo>
                <a:lnTo>
                  <a:pt x="381000" y="2057400"/>
                </a:lnTo>
                <a:lnTo>
                  <a:pt x="381000" y="2038350"/>
                </a:lnTo>
                <a:lnTo>
                  <a:pt x="371475" y="2038350"/>
                </a:lnTo>
                <a:lnTo>
                  <a:pt x="371475" y="2009775"/>
                </a:lnTo>
                <a:lnTo>
                  <a:pt x="361950" y="2009775"/>
                </a:lnTo>
                <a:lnTo>
                  <a:pt x="361950" y="1962150"/>
                </a:lnTo>
                <a:lnTo>
                  <a:pt x="352425" y="1962150"/>
                </a:lnTo>
                <a:lnTo>
                  <a:pt x="352425" y="1876425"/>
                </a:lnTo>
                <a:lnTo>
                  <a:pt x="361950" y="1876425"/>
                </a:lnTo>
                <a:lnTo>
                  <a:pt x="361950" y="1866900"/>
                </a:lnTo>
                <a:lnTo>
                  <a:pt x="447675" y="1866900"/>
                </a:lnTo>
                <a:close/>
                <a:moveTo>
                  <a:pt x="895350" y="1847850"/>
                </a:moveTo>
                <a:lnTo>
                  <a:pt x="904875" y="1847850"/>
                </a:lnTo>
                <a:lnTo>
                  <a:pt x="904875" y="1885950"/>
                </a:lnTo>
                <a:lnTo>
                  <a:pt x="895350" y="1885950"/>
                </a:lnTo>
                <a:close/>
                <a:moveTo>
                  <a:pt x="542925" y="1866900"/>
                </a:moveTo>
                <a:lnTo>
                  <a:pt x="552450" y="1866900"/>
                </a:lnTo>
                <a:lnTo>
                  <a:pt x="552450" y="1876425"/>
                </a:lnTo>
                <a:lnTo>
                  <a:pt x="542925" y="1876425"/>
                </a:lnTo>
                <a:close/>
                <a:moveTo>
                  <a:pt x="552450" y="1876425"/>
                </a:moveTo>
                <a:lnTo>
                  <a:pt x="561975" y="1876425"/>
                </a:lnTo>
                <a:lnTo>
                  <a:pt x="561975" y="1981200"/>
                </a:lnTo>
                <a:lnTo>
                  <a:pt x="552450" y="1981200"/>
                </a:lnTo>
                <a:close/>
                <a:moveTo>
                  <a:pt x="657225" y="1885950"/>
                </a:moveTo>
                <a:lnTo>
                  <a:pt x="666750" y="1885950"/>
                </a:lnTo>
                <a:lnTo>
                  <a:pt x="666750" y="1895475"/>
                </a:lnTo>
                <a:lnTo>
                  <a:pt x="657225" y="1895475"/>
                </a:lnTo>
                <a:close/>
                <a:moveTo>
                  <a:pt x="904875" y="1885950"/>
                </a:moveTo>
                <a:lnTo>
                  <a:pt x="914400" y="1885950"/>
                </a:lnTo>
                <a:lnTo>
                  <a:pt x="914400" y="1895475"/>
                </a:lnTo>
                <a:lnTo>
                  <a:pt x="904875" y="1895475"/>
                </a:lnTo>
                <a:close/>
                <a:moveTo>
                  <a:pt x="923925" y="1885950"/>
                </a:moveTo>
                <a:lnTo>
                  <a:pt x="933450" y="1885950"/>
                </a:lnTo>
                <a:lnTo>
                  <a:pt x="933450" y="1895475"/>
                </a:lnTo>
                <a:lnTo>
                  <a:pt x="923925" y="1895475"/>
                </a:lnTo>
                <a:close/>
                <a:moveTo>
                  <a:pt x="1038225" y="1885950"/>
                </a:moveTo>
                <a:lnTo>
                  <a:pt x="1057275" y="1885950"/>
                </a:lnTo>
                <a:lnTo>
                  <a:pt x="1057275" y="1895475"/>
                </a:lnTo>
                <a:lnTo>
                  <a:pt x="1038225" y="1895475"/>
                </a:lnTo>
                <a:close/>
                <a:moveTo>
                  <a:pt x="1133475" y="1885950"/>
                </a:moveTo>
                <a:lnTo>
                  <a:pt x="1143000" y="1885950"/>
                </a:lnTo>
                <a:lnTo>
                  <a:pt x="1143000" y="1895475"/>
                </a:lnTo>
                <a:lnTo>
                  <a:pt x="1133475" y="1895475"/>
                </a:lnTo>
                <a:close/>
                <a:moveTo>
                  <a:pt x="2209800" y="1885950"/>
                </a:moveTo>
                <a:lnTo>
                  <a:pt x="2219325" y="1885950"/>
                </a:lnTo>
                <a:lnTo>
                  <a:pt x="2219325" y="1895475"/>
                </a:lnTo>
                <a:lnTo>
                  <a:pt x="2228850" y="1895475"/>
                </a:lnTo>
                <a:lnTo>
                  <a:pt x="2228850" y="1962150"/>
                </a:lnTo>
                <a:lnTo>
                  <a:pt x="2219325" y="1962150"/>
                </a:lnTo>
                <a:lnTo>
                  <a:pt x="2219325" y="1981200"/>
                </a:lnTo>
                <a:lnTo>
                  <a:pt x="2209800" y="1981200"/>
                </a:lnTo>
                <a:lnTo>
                  <a:pt x="2209800" y="2000250"/>
                </a:lnTo>
                <a:lnTo>
                  <a:pt x="2200275" y="2000250"/>
                </a:lnTo>
                <a:lnTo>
                  <a:pt x="2200275" y="2019300"/>
                </a:lnTo>
                <a:lnTo>
                  <a:pt x="2181225" y="2019300"/>
                </a:lnTo>
                <a:lnTo>
                  <a:pt x="2181225" y="2028825"/>
                </a:lnTo>
                <a:lnTo>
                  <a:pt x="2171700" y="2028825"/>
                </a:lnTo>
                <a:lnTo>
                  <a:pt x="2171700" y="2038350"/>
                </a:lnTo>
                <a:lnTo>
                  <a:pt x="2162175" y="2038350"/>
                </a:lnTo>
                <a:lnTo>
                  <a:pt x="2162175" y="2047875"/>
                </a:lnTo>
                <a:lnTo>
                  <a:pt x="2152650" y="2047875"/>
                </a:lnTo>
                <a:lnTo>
                  <a:pt x="2152650" y="2009775"/>
                </a:lnTo>
                <a:lnTo>
                  <a:pt x="2171700" y="2009775"/>
                </a:lnTo>
                <a:lnTo>
                  <a:pt x="2171700" y="2000250"/>
                </a:lnTo>
                <a:lnTo>
                  <a:pt x="2181225" y="2000250"/>
                </a:lnTo>
                <a:lnTo>
                  <a:pt x="2181225" y="1981200"/>
                </a:lnTo>
                <a:lnTo>
                  <a:pt x="2190750" y="1981200"/>
                </a:lnTo>
                <a:lnTo>
                  <a:pt x="2190750" y="1952625"/>
                </a:lnTo>
                <a:lnTo>
                  <a:pt x="2200275" y="1952625"/>
                </a:lnTo>
                <a:lnTo>
                  <a:pt x="2200275" y="1924050"/>
                </a:lnTo>
                <a:lnTo>
                  <a:pt x="2209800" y="1924050"/>
                </a:lnTo>
                <a:close/>
                <a:moveTo>
                  <a:pt x="219075" y="1895475"/>
                </a:moveTo>
                <a:lnTo>
                  <a:pt x="228600" y="1895475"/>
                </a:lnTo>
                <a:lnTo>
                  <a:pt x="228600" y="1924050"/>
                </a:lnTo>
                <a:lnTo>
                  <a:pt x="219075" y="1924050"/>
                </a:lnTo>
                <a:close/>
                <a:moveTo>
                  <a:pt x="228600" y="1933575"/>
                </a:moveTo>
                <a:lnTo>
                  <a:pt x="238125" y="1933575"/>
                </a:lnTo>
                <a:lnTo>
                  <a:pt x="238125" y="1952625"/>
                </a:lnTo>
                <a:lnTo>
                  <a:pt x="228600" y="1952625"/>
                </a:lnTo>
                <a:close/>
                <a:moveTo>
                  <a:pt x="238125" y="1962150"/>
                </a:moveTo>
                <a:lnTo>
                  <a:pt x="247650" y="1962150"/>
                </a:lnTo>
                <a:lnTo>
                  <a:pt x="247650" y="1971675"/>
                </a:lnTo>
                <a:lnTo>
                  <a:pt x="238125" y="1971675"/>
                </a:lnTo>
                <a:close/>
                <a:moveTo>
                  <a:pt x="247650" y="1981200"/>
                </a:moveTo>
                <a:lnTo>
                  <a:pt x="257175" y="1981200"/>
                </a:lnTo>
                <a:lnTo>
                  <a:pt x="257175" y="2000250"/>
                </a:lnTo>
                <a:lnTo>
                  <a:pt x="266700" y="2000250"/>
                </a:lnTo>
                <a:lnTo>
                  <a:pt x="266700" y="2019300"/>
                </a:lnTo>
                <a:lnTo>
                  <a:pt x="276225" y="2019300"/>
                </a:lnTo>
                <a:lnTo>
                  <a:pt x="276225" y="2038350"/>
                </a:lnTo>
                <a:lnTo>
                  <a:pt x="285750" y="2038350"/>
                </a:lnTo>
                <a:lnTo>
                  <a:pt x="285750" y="2047875"/>
                </a:lnTo>
                <a:lnTo>
                  <a:pt x="295275" y="2047875"/>
                </a:lnTo>
                <a:lnTo>
                  <a:pt x="295275" y="2066925"/>
                </a:lnTo>
                <a:lnTo>
                  <a:pt x="304800" y="2066925"/>
                </a:lnTo>
                <a:lnTo>
                  <a:pt x="304800" y="2076450"/>
                </a:lnTo>
                <a:lnTo>
                  <a:pt x="314325" y="2076450"/>
                </a:lnTo>
                <a:lnTo>
                  <a:pt x="314325" y="2085975"/>
                </a:lnTo>
                <a:lnTo>
                  <a:pt x="323850" y="2085975"/>
                </a:lnTo>
                <a:lnTo>
                  <a:pt x="323850" y="2095500"/>
                </a:lnTo>
                <a:lnTo>
                  <a:pt x="333375" y="2095500"/>
                </a:lnTo>
                <a:lnTo>
                  <a:pt x="333375" y="2105025"/>
                </a:lnTo>
                <a:lnTo>
                  <a:pt x="342900" y="2105025"/>
                </a:lnTo>
                <a:lnTo>
                  <a:pt x="342900" y="2114550"/>
                </a:lnTo>
                <a:lnTo>
                  <a:pt x="333375" y="2114550"/>
                </a:lnTo>
                <a:lnTo>
                  <a:pt x="333375" y="2124075"/>
                </a:lnTo>
                <a:lnTo>
                  <a:pt x="342900" y="2124075"/>
                </a:lnTo>
                <a:lnTo>
                  <a:pt x="342900" y="2114550"/>
                </a:lnTo>
                <a:lnTo>
                  <a:pt x="352425" y="2114550"/>
                </a:lnTo>
                <a:lnTo>
                  <a:pt x="352425" y="2124075"/>
                </a:lnTo>
                <a:lnTo>
                  <a:pt x="342900" y="2124075"/>
                </a:lnTo>
                <a:lnTo>
                  <a:pt x="342900" y="2133600"/>
                </a:lnTo>
                <a:lnTo>
                  <a:pt x="323850" y="2133600"/>
                </a:lnTo>
                <a:lnTo>
                  <a:pt x="323850" y="2124075"/>
                </a:lnTo>
                <a:lnTo>
                  <a:pt x="304800" y="2124075"/>
                </a:lnTo>
                <a:lnTo>
                  <a:pt x="304800" y="2114550"/>
                </a:lnTo>
                <a:lnTo>
                  <a:pt x="295275" y="2114550"/>
                </a:lnTo>
                <a:lnTo>
                  <a:pt x="295275" y="2095500"/>
                </a:lnTo>
                <a:lnTo>
                  <a:pt x="285750" y="2095500"/>
                </a:lnTo>
                <a:lnTo>
                  <a:pt x="285750" y="2085975"/>
                </a:lnTo>
                <a:lnTo>
                  <a:pt x="276225" y="2085975"/>
                </a:lnTo>
                <a:lnTo>
                  <a:pt x="276225" y="2076450"/>
                </a:lnTo>
                <a:lnTo>
                  <a:pt x="266700" y="2076450"/>
                </a:lnTo>
                <a:lnTo>
                  <a:pt x="266700" y="2057400"/>
                </a:lnTo>
                <a:lnTo>
                  <a:pt x="257175" y="2057400"/>
                </a:lnTo>
                <a:lnTo>
                  <a:pt x="257175" y="2047875"/>
                </a:lnTo>
                <a:lnTo>
                  <a:pt x="247650" y="2047875"/>
                </a:lnTo>
                <a:lnTo>
                  <a:pt x="247650" y="2019300"/>
                </a:lnTo>
                <a:lnTo>
                  <a:pt x="238125" y="2019300"/>
                </a:lnTo>
                <a:lnTo>
                  <a:pt x="238125" y="2009775"/>
                </a:lnTo>
                <a:lnTo>
                  <a:pt x="247650" y="2009775"/>
                </a:lnTo>
                <a:close/>
                <a:moveTo>
                  <a:pt x="542925" y="2000250"/>
                </a:moveTo>
                <a:lnTo>
                  <a:pt x="552450" y="2000250"/>
                </a:lnTo>
                <a:lnTo>
                  <a:pt x="552450" y="2028825"/>
                </a:lnTo>
                <a:lnTo>
                  <a:pt x="542925" y="2028825"/>
                </a:lnTo>
                <a:close/>
                <a:moveTo>
                  <a:pt x="1847850" y="2019300"/>
                </a:moveTo>
                <a:lnTo>
                  <a:pt x="1857375" y="2019300"/>
                </a:lnTo>
                <a:lnTo>
                  <a:pt x="1857375" y="2028825"/>
                </a:lnTo>
                <a:lnTo>
                  <a:pt x="1866900" y="2028825"/>
                </a:lnTo>
                <a:lnTo>
                  <a:pt x="1866900" y="2038350"/>
                </a:lnTo>
                <a:lnTo>
                  <a:pt x="1971675" y="2038350"/>
                </a:lnTo>
                <a:lnTo>
                  <a:pt x="1971675" y="2047875"/>
                </a:lnTo>
                <a:lnTo>
                  <a:pt x="1981200" y="2047875"/>
                </a:lnTo>
                <a:lnTo>
                  <a:pt x="1981200" y="2095500"/>
                </a:lnTo>
                <a:lnTo>
                  <a:pt x="1971675" y="2095500"/>
                </a:lnTo>
                <a:lnTo>
                  <a:pt x="1971675" y="2105025"/>
                </a:lnTo>
                <a:lnTo>
                  <a:pt x="1838325" y="2105025"/>
                </a:lnTo>
                <a:lnTo>
                  <a:pt x="1838325" y="2095500"/>
                </a:lnTo>
                <a:lnTo>
                  <a:pt x="1885950" y="2095500"/>
                </a:lnTo>
                <a:lnTo>
                  <a:pt x="1885950" y="2085975"/>
                </a:lnTo>
                <a:lnTo>
                  <a:pt x="1943100" y="2085975"/>
                </a:lnTo>
                <a:lnTo>
                  <a:pt x="1943100" y="2076450"/>
                </a:lnTo>
                <a:lnTo>
                  <a:pt x="1962150" y="2076450"/>
                </a:lnTo>
                <a:lnTo>
                  <a:pt x="1962150" y="2057400"/>
                </a:lnTo>
                <a:lnTo>
                  <a:pt x="1952625" y="2057400"/>
                </a:lnTo>
                <a:lnTo>
                  <a:pt x="1952625" y="2047875"/>
                </a:lnTo>
                <a:lnTo>
                  <a:pt x="1895475" y="2047875"/>
                </a:lnTo>
                <a:lnTo>
                  <a:pt x="1895475" y="2057400"/>
                </a:lnTo>
                <a:lnTo>
                  <a:pt x="1876425" y="2057400"/>
                </a:lnTo>
                <a:lnTo>
                  <a:pt x="1876425" y="2047875"/>
                </a:lnTo>
                <a:lnTo>
                  <a:pt x="1838325" y="2047875"/>
                </a:lnTo>
                <a:lnTo>
                  <a:pt x="1838325" y="2038350"/>
                </a:lnTo>
                <a:lnTo>
                  <a:pt x="1847850" y="2038350"/>
                </a:lnTo>
                <a:close/>
                <a:moveTo>
                  <a:pt x="552450" y="2028825"/>
                </a:moveTo>
                <a:lnTo>
                  <a:pt x="561975" y="2028825"/>
                </a:lnTo>
                <a:lnTo>
                  <a:pt x="561975" y="2038350"/>
                </a:lnTo>
                <a:lnTo>
                  <a:pt x="552450" y="2038350"/>
                </a:lnTo>
                <a:close/>
                <a:moveTo>
                  <a:pt x="561975" y="2038350"/>
                </a:moveTo>
                <a:lnTo>
                  <a:pt x="1371600" y="2038350"/>
                </a:lnTo>
                <a:lnTo>
                  <a:pt x="1371600" y="2047875"/>
                </a:lnTo>
                <a:lnTo>
                  <a:pt x="561975" y="2047875"/>
                </a:lnTo>
                <a:close/>
                <a:moveTo>
                  <a:pt x="381000" y="2066925"/>
                </a:moveTo>
                <a:lnTo>
                  <a:pt x="390525" y="2066925"/>
                </a:lnTo>
                <a:lnTo>
                  <a:pt x="390525" y="2076450"/>
                </a:lnTo>
                <a:lnTo>
                  <a:pt x="381000" y="2076450"/>
                </a:lnTo>
                <a:close/>
                <a:moveTo>
                  <a:pt x="1333500" y="2076450"/>
                </a:moveTo>
                <a:lnTo>
                  <a:pt x="1352550" y="2076450"/>
                </a:lnTo>
                <a:lnTo>
                  <a:pt x="1352550" y="2085975"/>
                </a:lnTo>
                <a:lnTo>
                  <a:pt x="1371600" y="2085975"/>
                </a:lnTo>
                <a:lnTo>
                  <a:pt x="1371600" y="2095500"/>
                </a:lnTo>
                <a:lnTo>
                  <a:pt x="1381125" y="2095500"/>
                </a:lnTo>
                <a:lnTo>
                  <a:pt x="1381125" y="2105025"/>
                </a:lnTo>
                <a:lnTo>
                  <a:pt x="1362075" y="2105025"/>
                </a:lnTo>
                <a:lnTo>
                  <a:pt x="1362075" y="2095500"/>
                </a:lnTo>
                <a:lnTo>
                  <a:pt x="1333500" y="2095500"/>
                </a:lnTo>
                <a:lnTo>
                  <a:pt x="1333500" y="2105025"/>
                </a:lnTo>
                <a:lnTo>
                  <a:pt x="371475" y="2105025"/>
                </a:lnTo>
                <a:lnTo>
                  <a:pt x="371475" y="2095500"/>
                </a:lnTo>
                <a:lnTo>
                  <a:pt x="361950" y="2095500"/>
                </a:lnTo>
                <a:lnTo>
                  <a:pt x="361950" y="2085975"/>
                </a:lnTo>
                <a:lnTo>
                  <a:pt x="371475" y="2085975"/>
                </a:lnTo>
                <a:lnTo>
                  <a:pt x="371475" y="2095500"/>
                </a:lnTo>
                <a:lnTo>
                  <a:pt x="704850" y="2095500"/>
                </a:lnTo>
                <a:lnTo>
                  <a:pt x="704850" y="2085975"/>
                </a:lnTo>
                <a:lnTo>
                  <a:pt x="857250" y="2085975"/>
                </a:lnTo>
                <a:lnTo>
                  <a:pt x="857250" y="2095500"/>
                </a:lnTo>
                <a:lnTo>
                  <a:pt x="1000125" y="2095500"/>
                </a:lnTo>
                <a:lnTo>
                  <a:pt x="1000125" y="2085975"/>
                </a:lnTo>
                <a:lnTo>
                  <a:pt x="1152525" y="2085975"/>
                </a:lnTo>
                <a:lnTo>
                  <a:pt x="1152525" y="2095500"/>
                </a:lnTo>
                <a:lnTo>
                  <a:pt x="1276350" y="2095500"/>
                </a:lnTo>
                <a:lnTo>
                  <a:pt x="1276350" y="2085975"/>
                </a:lnTo>
                <a:lnTo>
                  <a:pt x="1333500" y="2085975"/>
                </a:lnTo>
                <a:close/>
                <a:moveTo>
                  <a:pt x="1990725" y="2095500"/>
                </a:moveTo>
                <a:lnTo>
                  <a:pt x="2000250" y="2095500"/>
                </a:lnTo>
                <a:lnTo>
                  <a:pt x="2000250" y="2105025"/>
                </a:lnTo>
                <a:lnTo>
                  <a:pt x="1990725" y="2105025"/>
                </a:lnTo>
                <a:close/>
                <a:moveTo>
                  <a:pt x="2085975" y="2105025"/>
                </a:moveTo>
                <a:lnTo>
                  <a:pt x="2105025" y="2105025"/>
                </a:lnTo>
                <a:lnTo>
                  <a:pt x="2105025" y="2114550"/>
                </a:lnTo>
                <a:lnTo>
                  <a:pt x="2124075" y="2114550"/>
                </a:lnTo>
                <a:lnTo>
                  <a:pt x="2124075" y="2124075"/>
                </a:lnTo>
                <a:lnTo>
                  <a:pt x="2114550" y="2124075"/>
                </a:lnTo>
                <a:lnTo>
                  <a:pt x="2114550" y="2133600"/>
                </a:lnTo>
                <a:lnTo>
                  <a:pt x="2105025" y="2133600"/>
                </a:lnTo>
                <a:lnTo>
                  <a:pt x="2105025" y="2143125"/>
                </a:lnTo>
                <a:lnTo>
                  <a:pt x="2095500" y="2143125"/>
                </a:lnTo>
                <a:lnTo>
                  <a:pt x="2095500" y="2152650"/>
                </a:lnTo>
                <a:lnTo>
                  <a:pt x="2085975" y="2152650"/>
                </a:lnTo>
                <a:lnTo>
                  <a:pt x="2085975" y="2162175"/>
                </a:lnTo>
                <a:lnTo>
                  <a:pt x="2076450" y="2162175"/>
                </a:lnTo>
                <a:lnTo>
                  <a:pt x="2076450" y="2171700"/>
                </a:lnTo>
                <a:lnTo>
                  <a:pt x="2066925" y="2171700"/>
                </a:lnTo>
                <a:lnTo>
                  <a:pt x="2066925" y="2181225"/>
                </a:lnTo>
                <a:lnTo>
                  <a:pt x="2057400" y="2181225"/>
                </a:lnTo>
                <a:lnTo>
                  <a:pt x="2057400" y="2190750"/>
                </a:lnTo>
                <a:lnTo>
                  <a:pt x="2038350" y="2190750"/>
                </a:lnTo>
                <a:lnTo>
                  <a:pt x="2038350" y="2200275"/>
                </a:lnTo>
                <a:lnTo>
                  <a:pt x="1981200" y="2200275"/>
                </a:lnTo>
                <a:lnTo>
                  <a:pt x="1981200" y="2190750"/>
                </a:lnTo>
                <a:lnTo>
                  <a:pt x="2000250" y="2190750"/>
                </a:lnTo>
                <a:lnTo>
                  <a:pt x="2000250" y="2181225"/>
                </a:lnTo>
                <a:lnTo>
                  <a:pt x="2009775" y="2181225"/>
                </a:lnTo>
                <a:lnTo>
                  <a:pt x="2009775" y="2171700"/>
                </a:lnTo>
                <a:lnTo>
                  <a:pt x="2028825" y="2171700"/>
                </a:lnTo>
                <a:lnTo>
                  <a:pt x="2028825" y="2162175"/>
                </a:lnTo>
                <a:lnTo>
                  <a:pt x="2038350" y="2162175"/>
                </a:lnTo>
                <a:lnTo>
                  <a:pt x="2038350" y="2152650"/>
                </a:lnTo>
                <a:lnTo>
                  <a:pt x="2057400" y="2152650"/>
                </a:lnTo>
                <a:lnTo>
                  <a:pt x="2057400" y="2143125"/>
                </a:lnTo>
                <a:lnTo>
                  <a:pt x="2066925" y="2143125"/>
                </a:lnTo>
                <a:lnTo>
                  <a:pt x="2066925" y="2133600"/>
                </a:lnTo>
                <a:lnTo>
                  <a:pt x="2076450" y="2133600"/>
                </a:lnTo>
                <a:lnTo>
                  <a:pt x="2076450" y="2124075"/>
                </a:lnTo>
                <a:lnTo>
                  <a:pt x="2085975" y="2124075"/>
                </a:lnTo>
                <a:close/>
                <a:moveTo>
                  <a:pt x="352425" y="2124075"/>
                </a:moveTo>
                <a:lnTo>
                  <a:pt x="361950" y="2124075"/>
                </a:lnTo>
                <a:lnTo>
                  <a:pt x="361950" y="2133600"/>
                </a:lnTo>
                <a:lnTo>
                  <a:pt x="352425" y="2133600"/>
                </a:lnTo>
                <a:close/>
                <a:moveTo>
                  <a:pt x="361950" y="2133600"/>
                </a:moveTo>
                <a:lnTo>
                  <a:pt x="371475" y="2133600"/>
                </a:lnTo>
                <a:lnTo>
                  <a:pt x="371475" y="2143125"/>
                </a:lnTo>
                <a:lnTo>
                  <a:pt x="361950" y="2143125"/>
                </a:lnTo>
                <a:close/>
                <a:moveTo>
                  <a:pt x="390525" y="2152650"/>
                </a:moveTo>
                <a:lnTo>
                  <a:pt x="400050" y="2152650"/>
                </a:lnTo>
                <a:lnTo>
                  <a:pt x="400050" y="2162175"/>
                </a:lnTo>
                <a:lnTo>
                  <a:pt x="390525" y="2162175"/>
                </a:lnTo>
                <a:close/>
                <a:moveTo>
                  <a:pt x="400050" y="2162175"/>
                </a:moveTo>
                <a:lnTo>
                  <a:pt x="409575" y="2162175"/>
                </a:lnTo>
                <a:lnTo>
                  <a:pt x="409575" y="2171700"/>
                </a:lnTo>
                <a:lnTo>
                  <a:pt x="400050" y="2171700"/>
                </a:lnTo>
                <a:close/>
                <a:moveTo>
                  <a:pt x="419100" y="2171700"/>
                </a:moveTo>
                <a:lnTo>
                  <a:pt x="428625" y="2171700"/>
                </a:lnTo>
                <a:lnTo>
                  <a:pt x="428625" y="2181225"/>
                </a:lnTo>
                <a:lnTo>
                  <a:pt x="419100" y="2181225"/>
                </a:lnTo>
                <a:close/>
                <a:moveTo>
                  <a:pt x="428625" y="2181225"/>
                </a:moveTo>
                <a:lnTo>
                  <a:pt x="447675" y="2181225"/>
                </a:lnTo>
                <a:lnTo>
                  <a:pt x="447675" y="2190750"/>
                </a:lnTo>
                <a:lnTo>
                  <a:pt x="466725" y="2190750"/>
                </a:lnTo>
                <a:lnTo>
                  <a:pt x="466725" y="2200275"/>
                </a:lnTo>
                <a:lnTo>
                  <a:pt x="485775" y="2200275"/>
                </a:lnTo>
                <a:lnTo>
                  <a:pt x="485775" y="2209800"/>
                </a:lnTo>
                <a:lnTo>
                  <a:pt x="504825" y="2209800"/>
                </a:lnTo>
                <a:lnTo>
                  <a:pt x="504825" y="2219325"/>
                </a:lnTo>
                <a:lnTo>
                  <a:pt x="533400" y="2219325"/>
                </a:lnTo>
                <a:lnTo>
                  <a:pt x="533400" y="2228850"/>
                </a:lnTo>
                <a:lnTo>
                  <a:pt x="571500" y="2228850"/>
                </a:lnTo>
                <a:lnTo>
                  <a:pt x="571500" y="2238375"/>
                </a:lnTo>
                <a:lnTo>
                  <a:pt x="666750" y="2238375"/>
                </a:lnTo>
                <a:lnTo>
                  <a:pt x="666750" y="2247900"/>
                </a:lnTo>
                <a:lnTo>
                  <a:pt x="590550" y="2247900"/>
                </a:lnTo>
                <a:lnTo>
                  <a:pt x="590550" y="2257425"/>
                </a:lnTo>
                <a:lnTo>
                  <a:pt x="600075" y="2257425"/>
                </a:lnTo>
                <a:lnTo>
                  <a:pt x="600075" y="2266950"/>
                </a:lnTo>
                <a:lnTo>
                  <a:pt x="561975" y="2266950"/>
                </a:lnTo>
                <a:lnTo>
                  <a:pt x="561975" y="2257425"/>
                </a:lnTo>
                <a:lnTo>
                  <a:pt x="523875" y="2257425"/>
                </a:lnTo>
                <a:lnTo>
                  <a:pt x="523875" y="2247900"/>
                </a:lnTo>
                <a:lnTo>
                  <a:pt x="495300" y="2247900"/>
                </a:lnTo>
                <a:lnTo>
                  <a:pt x="495300" y="2238375"/>
                </a:lnTo>
                <a:lnTo>
                  <a:pt x="466725" y="2238375"/>
                </a:lnTo>
                <a:lnTo>
                  <a:pt x="466725" y="2228850"/>
                </a:lnTo>
                <a:lnTo>
                  <a:pt x="447675" y="2228850"/>
                </a:lnTo>
                <a:lnTo>
                  <a:pt x="447675" y="2219325"/>
                </a:lnTo>
                <a:lnTo>
                  <a:pt x="438150" y="2219325"/>
                </a:lnTo>
                <a:lnTo>
                  <a:pt x="438150" y="2190750"/>
                </a:lnTo>
                <a:lnTo>
                  <a:pt x="428625" y="2190750"/>
                </a:lnTo>
                <a:close/>
                <a:moveTo>
                  <a:pt x="1952625" y="2200275"/>
                </a:moveTo>
                <a:lnTo>
                  <a:pt x="1971675" y="2200275"/>
                </a:lnTo>
                <a:lnTo>
                  <a:pt x="1971675" y="2209800"/>
                </a:lnTo>
                <a:lnTo>
                  <a:pt x="1952625" y="2209800"/>
                </a:lnTo>
                <a:close/>
                <a:moveTo>
                  <a:pt x="1933575" y="2209800"/>
                </a:moveTo>
                <a:lnTo>
                  <a:pt x="1952625" y="2209800"/>
                </a:lnTo>
                <a:lnTo>
                  <a:pt x="1952625" y="2219325"/>
                </a:lnTo>
                <a:lnTo>
                  <a:pt x="1933575" y="2219325"/>
                </a:lnTo>
                <a:close/>
                <a:moveTo>
                  <a:pt x="1905000" y="2219325"/>
                </a:moveTo>
                <a:lnTo>
                  <a:pt x="1924050" y="2219325"/>
                </a:lnTo>
                <a:lnTo>
                  <a:pt x="1924050" y="2228850"/>
                </a:lnTo>
                <a:lnTo>
                  <a:pt x="1905000" y="2228850"/>
                </a:lnTo>
                <a:close/>
                <a:moveTo>
                  <a:pt x="1866900" y="2228850"/>
                </a:moveTo>
                <a:lnTo>
                  <a:pt x="1895475" y="2228850"/>
                </a:lnTo>
                <a:lnTo>
                  <a:pt x="1895475" y="2238375"/>
                </a:lnTo>
                <a:lnTo>
                  <a:pt x="1866900" y="2238375"/>
                </a:lnTo>
                <a:close/>
                <a:moveTo>
                  <a:pt x="1790700" y="2238375"/>
                </a:moveTo>
                <a:lnTo>
                  <a:pt x="1838325" y="2238375"/>
                </a:lnTo>
                <a:lnTo>
                  <a:pt x="1838325" y="2247900"/>
                </a:lnTo>
                <a:lnTo>
                  <a:pt x="1828800" y="2247900"/>
                </a:lnTo>
                <a:lnTo>
                  <a:pt x="1828800" y="2257425"/>
                </a:lnTo>
                <a:lnTo>
                  <a:pt x="1790700" y="2257425"/>
                </a:lnTo>
                <a:lnTo>
                  <a:pt x="1790700" y="2266950"/>
                </a:lnTo>
                <a:lnTo>
                  <a:pt x="1819275" y="2266950"/>
                </a:lnTo>
                <a:lnTo>
                  <a:pt x="1819275" y="2276475"/>
                </a:lnTo>
                <a:lnTo>
                  <a:pt x="1600200" y="2276475"/>
                </a:lnTo>
                <a:lnTo>
                  <a:pt x="1600200" y="2266950"/>
                </a:lnTo>
                <a:lnTo>
                  <a:pt x="1590675" y="2266950"/>
                </a:lnTo>
                <a:lnTo>
                  <a:pt x="1590675" y="2257425"/>
                </a:lnTo>
                <a:lnTo>
                  <a:pt x="1571625" y="2257425"/>
                </a:lnTo>
                <a:lnTo>
                  <a:pt x="1571625" y="2247900"/>
                </a:lnTo>
                <a:lnTo>
                  <a:pt x="1790700" y="2247900"/>
                </a:lnTo>
                <a:close/>
                <a:moveTo>
                  <a:pt x="1600200" y="2266950"/>
                </a:moveTo>
                <a:lnTo>
                  <a:pt x="1609725" y="2266950"/>
                </a:lnTo>
                <a:lnTo>
                  <a:pt x="1609725" y="2257425"/>
                </a:lnTo>
                <a:lnTo>
                  <a:pt x="1600200" y="2257425"/>
                </a:lnTo>
                <a:close/>
                <a:moveTo>
                  <a:pt x="1619250" y="2266950"/>
                </a:moveTo>
                <a:lnTo>
                  <a:pt x="1628775" y="2266950"/>
                </a:lnTo>
                <a:lnTo>
                  <a:pt x="1628775" y="2257425"/>
                </a:lnTo>
                <a:lnTo>
                  <a:pt x="1619250" y="2257425"/>
                </a:lnTo>
                <a:close/>
              </a:path>
            </a:pathLst>
          </a:custGeom>
          <a:solidFill xmlns:a="http://schemas.openxmlformats.org/drawingml/2006/main">
            <a:srgbClr val="EB8F47"/>
          </a:solidFill>
          <a:ln xmlns:a="http://schemas.openxmlformats.org/drawingml/2006/main" w="0">
            <a:noFill/>
          </a:ln>
        </p:spPr>
      </p:sp>
      <p:sp>
        <p:nvSpPr>
          <p:cNvPr id="24" name="logo vector #ef7b2c">
            <a:extLst xmlns:a="http://schemas.openxmlformats.org/drawingml/2006/main">
              <a:ext uri="{FF2B5EF4-FFF2-40B4-BE49-F238E27FC236}">
                <a16:creationId xmlns:a16="http://schemas.microsoft.com/office/drawing/2014/main" id="{06727496-AFB3-4E81-976D-700BFEE1E8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124450" y="1590675"/>
            <a:ext cx="2867025" cy="2752725"/>
          </a:xfrm>
          <a:custGeom xmlns:a="http://schemas.openxmlformats.org/drawingml/2006/main">
            <a:pathLst>
              <a:path w="2428875" h="2333625">
                <a:moveTo>
                  <a:pt x="571500" y="171450"/>
                </a:moveTo>
                <a:lnTo>
                  <a:pt x="619125" y="171450"/>
                </a:lnTo>
                <a:lnTo>
                  <a:pt x="619125" y="180975"/>
                </a:lnTo>
                <a:lnTo>
                  <a:pt x="609600" y="180975"/>
                </a:lnTo>
                <a:lnTo>
                  <a:pt x="609600" y="200025"/>
                </a:lnTo>
                <a:lnTo>
                  <a:pt x="561975" y="200025"/>
                </a:lnTo>
                <a:lnTo>
                  <a:pt x="561975" y="209550"/>
                </a:lnTo>
                <a:lnTo>
                  <a:pt x="523875" y="209550"/>
                </a:lnTo>
                <a:lnTo>
                  <a:pt x="523875" y="219075"/>
                </a:lnTo>
                <a:lnTo>
                  <a:pt x="495300" y="219075"/>
                </a:lnTo>
                <a:lnTo>
                  <a:pt x="495300" y="228600"/>
                </a:lnTo>
                <a:lnTo>
                  <a:pt x="476250" y="228600"/>
                </a:lnTo>
                <a:lnTo>
                  <a:pt x="476250" y="238125"/>
                </a:lnTo>
                <a:lnTo>
                  <a:pt x="457200" y="238125"/>
                </a:lnTo>
                <a:lnTo>
                  <a:pt x="457200" y="247650"/>
                </a:lnTo>
                <a:lnTo>
                  <a:pt x="409575" y="247650"/>
                </a:lnTo>
                <a:lnTo>
                  <a:pt x="409575" y="238125"/>
                </a:lnTo>
                <a:lnTo>
                  <a:pt x="419100" y="238125"/>
                </a:lnTo>
                <a:lnTo>
                  <a:pt x="419100" y="228600"/>
                </a:lnTo>
                <a:lnTo>
                  <a:pt x="438150" y="228600"/>
                </a:lnTo>
                <a:lnTo>
                  <a:pt x="438150" y="219075"/>
                </a:lnTo>
                <a:lnTo>
                  <a:pt x="457200" y="219075"/>
                </a:lnTo>
                <a:lnTo>
                  <a:pt x="457200" y="209550"/>
                </a:lnTo>
                <a:lnTo>
                  <a:pt x="476250" y="209550"/>
                </a:lnTo>
                <a:lnTo>
                  <a:pt x="476250" y="200025"/>
                </a:lnTo>
                <a:lnTo>
                  <a:pt x="495300" y="200025"/>
                </a:lnTo>
                <a:lnTo>
                  <a:pt x="495300" y="190500"/>
                </a:lnTo>
                <a:lnTo>
                  <a:pt x="533400" y="190500"/>
                </a:lnTo>
                <a:lnTo>
                  <a:pt x="533400" y="180975"/>
                </a:lnTo>
                <a:lnTo>
                  <a:pt x="571500" y="180975"/>
                </a:lnTo>
                <a:close/>
                <a:moveTo>
                  <a:pt x="933450" y="171450"/>
                </a:moveTo>
                <a:lnTo>
                  <a:pt x="981075" y="171450"/>
                </a:lnTo>
                <a:lnTo>
                  <a:pt x="981075" y="180975"/>
                </a:lnTo>
                <a:lnTo>
                  <a:pt x="933450" y="180975"/>
                </a:lnTo>
                <a:close/>
                <a:moveTo>
                  <a:pt x="1847850" y="171450"/>
                </a:moveTo>
                <a:lnTo>
                  <a:pt x="1857375" y="171450"/>
                </a:lnTo>
                <a:lnTo>
                  <a:pt x="1857375" y="180975"/>
                </a:lnTo>
                <a:lnTo>
                  <a:pt x="1847850" y="180975"/>
                </a:lnTo>
                <a:close/>
                <a:moveTo>
                  <a:pt x="1895475" y="180975"/>
                </a:moveTo>
                <a:lnTo>
                  <a:pt x="1905000" y="180975"/>
                </a:lnTo>
                <a:lnTo>
                  <a:pt x="1905000" y="190500"/>
                </a:lnTo>
                <a:lnTo>
                  <a:pt x="1895475" y="190500"/>
                </a:lnTo>
                <a:close/>
                <a:moveTo>
                  <a:pt x="1914525" y="190500"/>
                </a:moveTo>
                <a:lnTo>
                  <a:pt x="1933575" y="190500"/>
                </a:lnTo>
                <a:lnTo>
                  <a:pt x="1933575" y="200025"/>
                </a:lnTo>
                <a:lnTo>
                  <a:pt x="1962150" y="200025"/>
                </a:lnTo>
                <a:lnTo>
                  <a:pt x="1962150" y="209550"/>
                </a:lnTo>
                <a:lnTo>
                  <a:pt x="1981200" y="209550"/>
                </a:lnTo>
                <a:lnTo>
                  <a:pt x="1981200" y="219075"/>
                </a:lnTo>
                <a:lnTo>
                  <a:pt x="2000250" y="219075"/>
                </a:lnTo>
                <a:lnTo>
                  <a:pt x="2000250" y="228600"/>
                </a:lnTo>
                <a:lnTo>
                  <a:pt x="2019300" y="228600"/>
                </a:lnTo>
                <a:lnTo>
                  <a:pt x="2019300" y="238125"/>
                </a:lnTo>
                <a:lnTo>
                  <a:pt x="2038350" y="238125"/>
                </a:lnTo>
                <a:lnTo>
                  <a:pt x="2038350" y="247650"/>
                </a:lnTo>
                <a:lnTo>
                  <a:pt x="2047875" y="247650"/>
                </a:lnTo>
                <a:lnTo>
                  <a:pt x="2047875" y="257175"/>
                </a:lnTo>
                <a:lnTo>
                  <a:pt x="2028825" y="257175"/>
                </a:lnTo>
                <a:lnTo>
                  <a:pt x="2028825" y="247650"/>
                </a:lnTo>
                <a:lnTo>
                  <a:pt x="2019300" y="247650"/>
                </a:lnTo>
                <a:lnTo>
                  <a:pt x="2019300" y="257175"/>
                </a:lnTo>
                <a:lnTo>
                  <a:pt x="2009775" y="257175"/>
                </a:lnTo>
                <a:lnTo>
                  <a:pt x="2009775" y="247650"/>
                </a:lnTo>
                <a:lnTo>
                  <a:pt x="1981200" y="247650"/>
                </a:lnTo>
                <a:lnTo>
                  <a:pt x="1981200" y="238125"/>
                </a:lnTo>
                <a:lnTo>
                  <a:pt x="1962150" y="238125"/>
                </a:lnTo>
                <a:lnTo>
                  <a:pt x="1962150" y="228600"/>
                </a:lnTo>
                <a:lnTo>
                  <a:pt x="1943100" y="228600"/>
                </a:lnTo>
                <a:lnTo>
                  <a:pt x="1943100" y="219075"/>
                </a:lnTo>
                <a:lnTo>
                  <a:pt x="1924050" y="219075"/>
                </a:lnTo>
                <a:lnTo>
                  <a:pt x="1924050" y="200025"/>
                </a:lnTo>
                <a:lnTo>
                  <a:pt x="1914525" y="200025"/>
                </a:lnTo>
                <a:close/>
                <a:moveTo>
                  <a:pt x="390525" y="247650"/>
                </a:moveTo>
                <a:lnTo>
                  <a:pt x="400050" y="247650"/>
                </a:lnTo>
                <a:lnTo>
                  <a:pt x="400050" y="257175"/>
                </a:lnTo>
                <a:lnTo>
                  <a:pt x="390525" y="257175"/>
                </a:lnTo>
                <a:close/>
                <a:moveTo>
                  <a:pt x="323850" y="304800"/>
                </a:moveTo>
                <a:lnTo>
                  <a:pt x="333375" y="304800"/>
                </a:lnTo>
                <a:lnTo>
                  <a:pt x="333375" y="323850"/>
                </a:lnTo>
                <a:lnTo>
                  <a:pt x="323850" y="323850"/>
                </a:lnTo>
                <a:lnTo>
                  <a:pt x="323850" y="342900"/>
                </a:lnTo>
                <a:lnTo>
                  <a:pt x="314325" y="342900"/>
                </a:lnTo>
                <a:lnTo>
                  <a:pt x="314325" y="352425"/>
                </a:lnTo>
                <a:lnTo>
                  <a:pt x="304800" y="352425"/>
                </a:lnTo>
                <a:lnTo>
                  <a:pt x="304800" y="371475"/>
                </a:lnTo>
                <a:lnTo>
                  <a:pt x="295275" y="371475"/>
                </a:lnTo>
                <a:lnTo>
                  <a:pt x="295275" y="390525"/>
                </a:lnTo>
                <a:lnTo>
                  <a:pt x="285750" y="390525"/>
                </a:lnTo>
                <a:lnTo>
                  <a:pt x="285750" y="400050"/>
                </a:lnTo>
                <a:lnTo>
                  <a:pt x="276225" y="400050"/>
                </a:lnTo>
                <a:lnTo>
                  <a:pt x="276225" y="409575"/>
                </a:lnTo>
                <a:lnTo>
                  <a:pt x="266700" y="409575"/>
                </a:lnTo>
                <a:lnTo>
                  <a:pt x="266700" y="428625"/>
                </a:lnTo>
                <a:lnTo>
                  <a:pt x="257175" y="428625"/>
                </a:lnTo>
                <a:lnTo>
                  <a:pt x="257175" y="447675"/>
                </a:lnTo>
                <a:lnTo>
                  <a:pt x="247650" y="447675"/>
                </a:lnTo>
                <a:lnTo>
                  <a:pt x="247650" y="466725"/>
                </a:lnTo>
                <a:lnTo>
                  <a:pt x="238125" y="466725"/>
                </a:lnTo>
                <a:lnTo>
                  <a:pt x="238125" y="495300"/>
                </a:lnTo>
                <a:lnTo>
                  <a:pt x="219075" y="495300"/>
                </a:lnTo>
                <a:lnTo>
                  <a:pt x="219075" y="504825"/>
                </a:lnTo>
                <a:lnTo>
                  <a:pt x="209550" y="504825"/>
                </a:lnTo>
                <a:lnTo>
                  <a:pt x="209550" y="476250"/>
                </a:lnTo>
                <a:lnTo>
                  <a:pt x="219075" y="476250"/>
                </a:lnTo>
                <a:lnTo>
                  <a:pt x="219075" y="457200"/>
                </a:lnTo>
                <a:lnTo>
                  <a:pt x="228600" y="457200"/>
                </a:lnTo>
                <a:lnTo>
                  <a:pt x="228600" y="428625"/>
                </a:lnTo>
                <a:lnTo>
                  <a:pt x="238125" y="428625"/>
                </a:lnTo>
                <a:lnTo>
                  <a:pt x="238125" y="409575"/>
                </a:lnTo>
                <a:lnTo>
                  <a:pt x="247650" y="409575"/>
                </a:lnTo>
                <a:lnTo>
                  <a:pt x="247650" y="400050"/>
                </a:lnTo>
                <a:lnTo>
                  <a:pt x="257175" y="400050"/>
                </a:lnTo>
                <a:lnTo>
                  <a:pt x="257175" y="381000"/>
                </a:lnTo>
                <a:lnTo>
                  <a:pt x="266700" y="381000"/>
                </a:lnTo>
                <a:lnTo>
                  <a:pt x="266700" y="371475"/>
                </a:lnTo>
                <a:lnTo>
                  <a:pt x="276225" y="371475"/>
                </a:lnTo>
                <a:lnTo>
                  <a:pt x="276225" y="352425"/>
                </a:lnTo>
                <a:lnTo>
                  <a:pt x="285750" y="352425"/>
                </a:lnTo>
                <a:lnTo>
                  <a:pt x="285750" y="342900"/>
                </a:lnTo>
                <a:lnTo>
                  <a:pt x="295275" y="342900"/>
                </a:lnTo>
                <a:lnTo>
                  <a:pt x="295275" y="333375"/>
                </a:lnTo>
                <a:lnTo>
                  <a:pt x="304800" y="333375"/>
                </a:lnTo>
                <a:lnTo>
                  <a:pt x="304800" y="323850"/>
                </a:lnTo>
                <a:lnTo>
                  <a:pt x="314325" y="323850"/>
                </a:lnTo>
                <a:lnTo>
                  <a:pt x="314325" y="314325"/>
                </a:lnTo>
                <a:lnTo>
                  <a:pt x="323850" y="314325"/>
                </a:lnTo>
                <a:close/>
                <a:moveTo>
                  <a:pt x="2133600" y="333375"/>
                </a:moveTo>
                <a:lnTo>
                  <a:pt x="2143125" y="333375"/>
                </a:lnTo>
                <a:lnTo>
                  <a:pt x="2143125" y="342900"/>
                </a:lnTo>
                <a:lnTo>
                  <a:pt x="2152650" y="342900"/>
                </a:lnTo>
                <a:lnTo>
                  <a:pt x="2152650" y="361950"/>
                </a:lnTo>
                <a:lnTo>
                  <a:pt x="2162175" y="361950"/>
                </a:lnTo>
                <a:lnTo>
                  <a:pt x="2162175" y="371475"/>
                </a:lnTo>
                <a:lnTo>
                  <a:pt x="2171700" y="371475"/>
                </a:lnTo>
                <a:lnTo>
                  <a:pt x="2171700" y="381000"/>
                </a:lnTo>
                <a:lnTo>
                  <a:pt x="2181225" y="381000"/>
                </a:lnTo>
                <a:lnTo>
                  <a:pt x="2181225" y="400050"/>
                </a:lnTo>
                <a:lnTo>
                  <a:pt x="2190750" y="400050"/>
                </a:lnTo>
                <a:lnTo>
                  <a:pt x="2190750" y="419100"/>
                </a:lnTo>
                <a:lnTo>
                  <a:pt x="2200275" y="419100"/>
                </a:lnTo>
                <a:lnTo>
                  <a:pt x="2200275" y="428625"/>
                </a:lnTo>
                <a:lnTo>
                  <a:pt x="2209800" y="428625"/>
                </a:lnTo>
                <a:lnTo>
                  <a:pt x="2209800" y="457200"/>
                </a:lnTo>
                <a:lnTo>
                  <a:pt x="2219325" y="457200"/>
                </a:lnTo>
                <a:lnTo>
                  <a:pt x="2219325" y="476250"/>
                </a:lnTo>
                <a:lnTo>
                  <a:pt x="2228850" y="476250"/>
                </a:lnTo>
                <a:lnTo>
                  <a:pt x="2228850" y="485775"/>
                </a:lnTo>
                <a:lnTo>
                  <a:pt x="2209800" y="485775"/>
                </a:lnTo>
                <a:lnTo>
                  <a:pt x="2209800" y="476250"/>
                </a:lnTo>
                <a:lnTo>
                  <a:pt x="2200275" y="476250"/>
                </a:lnTo>
                <a:lnTo>
                  <a:pt x="2200275" y="466725"/>
                </a:lnTo>
                <a:lnTo>
                  <a:pt x="2190750" y="466725"/>
                </a:lnTo>
                <a:lnTo>
                  <a:pt x="2190750" y="447675"/>
                </a:lnTo>
                <a:lnTo>
                  <a:pt x="2181225" y="447675"/>
                </a:lnTo>
                <a:lnTo>
                  <a:pt x="2181225" y="428625"/>
                </a:lnTo>
                <a:lnTo>
                  <a:pt x="2171700" y="428625"/>
                </a:lnTo>
                <a:lnTo>
                  <a:pt x="2171700" y="409575"/>
                </a:lnTo>
                <a:lnTo>
                  <a:pt x="2162175" y="409575"/>
                </a:lnTo>
                <a:lnTo>
                  <a:pt x="2162175" y="400050"/>
                </a:lnTo>
                <a:lnTo>
                  <a:pt x="2152650" y="400050"/>
                </a:lnTo>
                <a:lnTo>
                  <a:pt x="2152650" y="381000"/>
                </a:lnTo>
                <a:lnTo>
                  <a:pt x="2143125" y="381000"/>
                </a:lnTo>
                <a:lnTo>
                  <a:pt x="2143125" y="371475"/>
                </a:lnTo>
                <a:lnTo>
                  <a:pt x="2133600" y="371475"/>
                </a:lnTo>
                <a:close/>
                <a:moveTo>
                  <a:pt x="200025" y="504825"/>
                </a:moveTo>
                <a:lnTo>
                  <a:pt x="209550" y="504825"/>
                </a:lnTo>
                <a:lnTo>
                  <a:pt x="209550" y="523875"/>
                </a:lnTo>
                <a:lnTo>
                  <a:pt x="200025" y="523875"/>
                </a:lnTo>
                <a:close/>
                <a:moveTo>
                  <a:pt x="2228850" y="504825"/>
                </a:moveTo>
                <a:lnTo>
                  <a:pt x="2238375" y="504825"/>
                </a:lnTo>
                <a:lnTo>
                  <a:pt x="2238375" y="542925"/>
                </a:lnTo>
                <a:lnTo>
                  <a:pt x="2247900" y="542925"/>
                </a:lnTo>
                <a:lnTo>
                  <a:pt x="2247900" y="609600"/>
                </a:lnTo>
                <a:lnTo>
                  <a:pt x="2257425" y="609600"/>
                </a:lnTo>
                <a:lnTo>
                  <a:pt x="2257425" y="1847850"/>
                </a:lnTo>
                <a:lnTo>
                  <a:pt x="2247900" y="1847850"/>
                </a:lnTo>
                <a:lnTo>
                  <a:pt x="2247900" y="1905000"/>
                </a:lnTo>
                <a:lnTo>
                  <a:pt x="2238375" y="1905000"/>
                </a:lnTo>
                <a:lnTo>
                  <a:pt x="2238375" y="1943100"/>
                </a:lnTo>
                <a:lnTo>
                  <a:pt x="2228850" y="1943100"/>
                </a:lnTo>
                <a:lnTo>
                  <a:pt x="2228850" y="1895475"/>
                </a:lnTo>
                <a:lnTo>
                  <a:pt x="2219325" y="1895475"/>
                </a:lnTo>
                <a:lnTo>
                  <a:pt x="2219325" y="1866900"/>
                </a:lnTo>
                <a:lnTo>
                  <a:pt x="2228850" y="1866900"/>
                </a:lnTo>
                <a:lnTo>
                  <a:pt x="2228850" y="1295400"/>
                </a:lnTo>
                <a:lnTo>
                  <a:pt x="2238375" y="1295400"/>
                </a:lnTo>
                <a:lnTo>
                  <a:pt x="2238375" y="1276350"/>
                </a:lnTo>
                <a:lnTo>
                  <a:pt x="2247900" y="1276350"/>
                </a:lnTo>
                <a:lnTo>
                  <a:pt x="2247900" y="1266825"/>
                </a:lnTo>
                <a:lnTo>
                  <a:pt x="2238375" y="1266825"/>
                </a:lnTo>
                <a:lnTo>
                  <a:pt x="2238375" y="1247775"/>
                </a:lnTo>
                <a:lnTo>
                  <a:pt x="2228850" y="1247775"/>
                </a:lnTo>
                <a:lnTo>
                  <a:pt x="2228850" y="1228725"/>
                </a:lnTo>
                <a:lnTo>
                  <a:pt x="2238375" y="1228725"/>
                </a:lnTo>
                <a:lnTo>
                  <a:pt x="2238375" y="1190625"/>
                </a:lnTo>
                <a:lnTo>
                  <a:pt x="2228850" y="1190625"/>
                </a:lnTo>
                <a:lnTo>
                  <a:pt x="2228850" y="571500"/>
                </a:lnTo>
                <a:lnTo>
                  <a:pt x="2219325" y="571500"/>
                </a:lnTo>
                <a:lnTo>
                  <a:pt x="2219325" y="561975"/>
                </a:lnTo>
                <a:lnTo>
                  <a:pt x="2228850" y="561975"/>
                </a:lnTo>
                <a:close/>
                <a:moveTo>
                  <a:pt x="190500" y="533400"/>
                </a:moveTo>
                <a:lnTo>
                  <a:pt x="200025" y="533400"/>
                </a:lnTo>
                <a:lnTo>
                  <a:pt x="200025" y="561975"/>
                </a:lnTo>
                <a:lnTo>
                  <a:pt x="209550" y="561975"/>
                </a:lnTo>
                <a:lnTo>
                  <a:pt x="209550" y="657225"/>
                </a:lnTo>
                <a:lnTo>
                  <a:pt x="200025" y="657225"/>
                </a:lnTo>
                <a:lnTo>
                  <a:pt x="200025" y="714375"/>
                </a:lnTo>
                <a:lnTo>
                  <a:pt x="209550" y="714375"/>
                </a:lnTo>
                <a:lnTo>
                  <a:pt x="209550" y="742950"/>
                </a:lnTo>
                <a:lnTo>
                  <a:pt x="200025" y="742950"/>
                </a:lnTo>
                <a:lnTo>
                  <a:pt x="200025" y="914400"/>
                </a:lnTo>
                <a:lnTo>
                  <a:pt x="190500" y="914400"/>
                </a:lnTo>
                <a:lnTo>
                  <a:pt x="190500" y="942975"/>
                </a:lnTo>
                <a:lnTo>
                  <a:pt x="180975" y="942975"/>
                </a:lnTo>
                <a:lnTo>
                  <a:pt x="180975" y="590550"/>
                </a:lnTo>
                <a:lnTo>
                  <a:pt x="190500" y="590550"/>
                </a:lnTo>
                <a:close/>
                <a:moveTo>
                  <a:pt x="1019175" y="790575"/>
                </a:moveTo>
                <a:lnTo>
                  <a:pt x="1028700" y="790575"/>
                </a:lnTo>
                <a:lnTo>
                  <a:pt x="1028700" y="809625"/>
                </a:lnTo>
                <a:lnTo>
                  <a:pt x="1019175" y="809625"/>
                </a:lnTo>
                <a:close/>
                <a:moveTo>
                  <a:pt x="180975" y="962025"/>
                </a:moveTo>
                <a:lnTo>
                  <a:pt x="190500" y="962025"/>
                </a:lnTo>
                <a:lnTo>
                  <a:pt x="190500" y="981075"/>
                </a:lnTo>
                <a:lnTo>
                  <a:pt x="200025" y="981075"/>
                </a:lnTo>
                <a:lnTo>
                  <a:pt x="200025" y="1000125"/>
                </a:lnTo>
                <a:lnTo>
                  <a:pt x="209550" y="1000125"/>
                </a:lnTo>
                <a:lnTo>
                  <a:pt x="209550" y="1152525"/>
                </a:lnTo>
                <a:lnTo>
                  <a:pt x="200025" y="1152525"/>
                </a:lnTo>
                <a:lnTo>
                  <a:pt x="200025" y="1162050"/>
                </a:lnTo>
                <a:lnTo>
                  <a:pt x="180975" y="1162050"/>
                </a:lnTo>
                <a:close/>
                <a:moveTo>
                  <a:pt x="628650" y="1009650"/>
                </a:moveTo>
                <a:lnTo>
                  <a:pt x="781050" y="1009650"/>
                </a:lnTo>
                <a:lnTo>
                  <a:pt x="781050" y="1019175"/>
                </a:lnTo>
                <a:lnTo>
                  <a:pt x="790575" y="1019175"/>
                </a:lnTo>
                <a:lnTo>
                  <a:pt x="790575" y="1038225"/>
                </a:lnTo>
                <a:lnTo>
                  <a:pt x="781050" y="1038225"/>
                </a:lnTo>
                <a:lnTo>
                  <a:pt x="781050" y="1076325"/>
                </a:lnTo>
                <a:lnTo>
                  <a:pt x="771525" y="1076325"/>
                </a:lnTo>
                <a:lnTo>
                  <a:pt x="771525" y="1104900"/>
                </a:lnTo>
                <a:lnTo>
                  <a:pt x="762000" y="1104900"/>
                </a:lnTo>
                <a:lnTo>
                  <a:pt x="762000" y="1143000"/>
                </a:lnTo>
                <a:lnTo>
                  <a:pt x="752475" y="1143000"/>
                </a:lnTo>
                <a:lnTo>
                  <a:pt x="752475" y="1181100"/>
                </a:lnTo>
                <a:lnTo>
                  <a:pt x="742950" y="1181100"/>
                </a:lnTo>
                <a:lnTo>
                  <a:pt x="742950" y="1257300"/>
                </a:lnTo>
                <a:lnTo>
                  <a:pt x="733425" y="1257300"/>
                </a:lnTo>
                <a:lnTo>
                  <a:pt x="733425" y="1266825"/>
                </a:lnTo>
                <a:lnTo>
                  <a:pt x="723900" y="1266825"/>
                </a:lnTo>
                <a:lnTo>
                  <a:pt x="723900" y="1276350"/>
                </a:lnTo>
                <a:lnTo>
                  <a:pt x="714375" y="1276350"/>
                </a:lnTo>
                <a:lnTo>
                  <a:pt x="714375" y="1285875"/>
                </a:lnTo>
                <a:lnTo>
                  <a:pt x="695325" y="1285875"/>
                </a:lnTo>
                <a:lnTo>
                  <a:pt x="695325" y="1295400"/>
                </a:lnTo>
                <a:lnTo>
                  <a:pt x="676275" y="1295400"/>
                </a:lnTo>
                <a:lnTo>
                  <a:pt x="676275" y="1304925"/>
                </a:lnTo>
                <a:lnTo>
                  <a:pt x="619125" y="1304925"/>
                </a:lnTo>
                <a:lnTo>
                  <a:pt x="619125" y="1295400"/>
                </a:lnTo>
                <a:lnTo>
                  <a:pt x="600075" y="1295400"/>
                </a:lnTo>
                <a:lnTo>
                  <a:pt x="600075" y="1285875"/>
                </a:lnTo>
                <a:lnTo>
                  <a:pt x="590550" y="1285875"/>
                </a:lnTo>
                <a:lnTo>
                  <a:pt x="590550" y="1276350"/>
                </a:lnTo>
                <a:lnTo>
                  <a:pt x="581025" y="1276350"/>
                </a:lnTo>
                <a:lnTo>
                  <a:pt x="581025" y="1266825"/>
                </a:lnTo>
                <a:lnTo>
                  <a:pt x="571500" y="1266825"/>
                </a:lnTo>
                <a:lnTo>
                  <a:pt x="571500" y="1257300"/>
                </a:lnTo>
                <a:lnTo>
                  <a:pt x="552450" y="1257300"/>
                </a:lnTo>
                <a:lnTo>
                  <a:pt x="552450" y="1238250"/>
                </a:lnTo>
                <a:lnTo>
                  <a:pt x="561975" y="1238250"/>
                </a:lnTo>
                <a:lnTo>
                  <a:pt x="561975" y="1152525"/>
                </a:lnTo>
                <a:lnTo>
                  <a:pt x="571500" y="1152525"/>
                </a:lnTo>
                <a:lnTo>
                  <a:pt x="571500" y="1133475"/>
                </a:lnTo>
                <a:lnTo>
                  <a:pt x="581025" y="1133475"/>
                </a:lnTo>
                <a:lnTo>
                  <a:pt x="581025" y="1104900"/>
                </a:lnTo>
                <a:lnTo>
                  <a:pt x="590550" y="1104900"/>
                </a:lnTo>
                <a:lnTo>
                  <a:pt x="590550" y="1085850"/>
                </a:lnTo>
                <a:lnTo>
                  <a:pt x="600075" y="1085850"/>
                </a:lnTo>
                <a:lnTo>
                  <a:pt x="600075" y="1066800"/>
                </a:lnTo>
                <a:lnTo>
                  <a:pt x="609600" y="1066800"/>
                </a:lnTo>
                <a:lnTo>
                  <a:pt x="609600" y="1038225"/>
                </a:lnTo>
                <a:lnTo>
                  <a:pt x="619125" y="1038225"/>
                </a:lnTo>
                <a:lnTo>
                  <a:pt x="619125" y="1019175"/>
                </a:lnTo>
                <a:lnTo>
                  <a:pt x="628650" y="1019175"/>
                </a:lnTo>
                <a:close/>
                <a:moveTo>
                  <a:pt x="971550" y="1009650"/>
                </a:moveTo>
                <a:lnTo>
                  <a:pt x="1123950" y="1009650"/>
                </a:lnTo>
                <a:lnTo>
                  <a:pt x="1123950" y="1019175"/>
                </a:lnTo>
                <a:lnTo>
                  <a:pt x="1133475" y="1019175"/>
                </a:lnTo>
                <a:lnTo>
                  <a:pt x="1133475" y="1085850"/>
                </a:lnTo>
                <a:lnTo>
                  <a:pt x="1123950" y="1085850"/>
                </a:lnTo>
                <a:lnTo>
                  <a:pt x="1123950" y="1247775"/>
                </a:lnTo>
                <a:lnTo>
                  <a:pt x="1133475" y="1247775"/>
                </a:lnTo>
                <a:lnTo>
                  <a:pt x="1133475" y="1257300"/>
                </a:lnTo>
                <a:lnTo>
                  <a:pt x="1114425" y="1257300"/>
                </a:lnTo>
                <a:lnTo>
                  <a:pt x="1114425" y="1266825"/>
                </a:lnTo>
                <a:lnTo>
                  <a:pt x="1104900" y="1266825"/>
                </a:lnTo>
                <a:lnTo>
                  <a:pt x="1104900" y="1276350"/>
                </a:lnTo>
                <a:lnTo>
                  <a:pt x="1095375" y="1276350"/>
                </a:lnTo>
                <a:lnTo>
                  <a:pt x="1095375" y="1285875"/>
                </a:lnTo>
                <a:lnTo>
                  <a:pt x="1085850" y="1285875"/>
                </a:lnTo>
                <a:lnTo>
                  <a:pt x="1085850" y="1295400"/>
                </a:lnTo>
                <a:lnTo>
                  <a:pt x="1057275" y="1295400"/>
                </a:lnTo>
                <a:lnTo>
                  <a:pt x="1057275" y="1304925"/>
                </a:lnTo>
                <a:lnTo>
                  <a:pt x="1000125" y="1304925"/>
                </a:lnTo>
                <a:lnTo>
                  <a:pt x="1000125" y="1295400"/>
                </a:lnTo>
                <a:lnTo>
                  <a:pt x="981075" y="1295400"/>
                </a:lnTo>
                <a:lnTo>
                  <a:pt x="981075" y="1285875"/>
                </a:lnTo>
                <a:lnTo>
                  <a:pt x="962025" y="1285875"/>
                </a:lnTo>
                <a:lnTo>
                  <a:pt x="962025" y="1276350"/>
                </a:lnTo>
                <a:lnTo>
                  <a:pt x="952500" y="1276350"/>
                </a:lnTo>
                <a:lnTo>
                  <a:pt x="952500" y="1257300"/>
                </a:lnTo>
                <a:lnTo>
                  <a:pt x="942975" y="1257300"/>
                </a:lnTo>
                <a:lnTo>
                  <a:pt x="942975" y="1247775"/>
                </a:lnTo>
                <a:lnTo>
                  <a:pt x="933450" y="1247775"/>
                </a:lnTo>
                <a:lnTo>
                  <a:pt x="933450" y="1238250"/>
                </a:lnTo>
                <a:lnTo>
                  <a:pt x="942975" y="1238250"/>
                </a:lnTo>
                <a:lnTo>
                  <a:pt x="942975" y="1114425"/>
                </a:lnTo>
                <a:lnTo>
                  <a:pt x="952500" y="1114425"/>
                </a:lnTo>
                <a:lnTo>
                  <a:pt x="952500" y="1057275"/>
                </a:lnTo>
                <a:lnTo>
                  <a:pt x="962025" y="1057275"/>
                </a:lnTo>
                <a:lnTo>
                  <a:pt x="962025" y="1019175"/>
                </a:lnTo>
                <a:lnTo>
                  <a:pt x="971550" y="1019175"/>
                </a:lnTo>
                <a:close/>
                <a:moveTo>
                  <a:pt x="1314450" y="1009650"/>
                </a:moveTo>
                <a:lnTo>
                  <a:pt x="1466850" y="1009650"/>
                </a:lnTo>
                <a:lnTo>
                  <a:pt x="1466850" y="1019175"/>
                </a:lnTo>
                <a:lnTo>
                  <a:pt x="1476375" y="1019175"/>
                </a:lnTo>
                <a:lnTo>
                  <a:pt x="1476375" y="1047750"/>
                </a:lnTo>
                <a:lnTo>
                  <a:pt x="1485900" y="1047750"/>
                </a:lnTo>
                <a:lnTo>
                  <a:pt x="1485900" y="1104900"/>
                </a:lnTo>
                <a:lnTo>
                  <a:pt x="1495425" y="1104900"/>
                </a:lnTo>
                <a:lnTo>
                  <a:pt x="1495425" y="1238250"/>
                </a:lnTo>
                <a:lnTo>
                  <a:pt x="1504950" y="1238250"/>
                </a:lnTo>
                <a:lnTo>
                  <a:pt x="1504950" y="1257300"/>
                </a:lnTo>
                <a:lnTo>
                  <a:pt x="1485900" y="1257300"/>
                </a:lnTo>
                <a:lnTo>
                  <a:pt x="1485900" y="1266825"/>
                </a:lnTo>
                <a:lnTo>
                  <a:pt x="1476375" y="1266825"/>
                </a:lnTo>
                <a:lnTo>
                  <a:pt x="1476375" y="1276350"/>
                </a:lnTo>
                <a:lnTo>
                  <a:pt x="1466850" y="1276350"/>
                </a:lnTo>
                <a:lnTo>
                  <a:pt x="1466850" y="1285875"/>
                </a:lnTo>
                <a:lnTo>
                  <a:pt x="1457325" y="1285875"/>
                </a:lnTo>
                <a:lnTo>
                  <a:pt x="1457325" y="1295400"/>
                </a:lnTo>
                <a:lnTo>
                  <a:pt x="1438275" y="1295400"/>
                </a:lnTo>
                <a:lnTo>
                  <a:pt x="1438275" y="1304925"/>
                </a:lnTo>
                <a:lnTo>
                  <a:pt x="1381125" y="1304925"/>
                </a:lnTo>
                <a:lnTo>
                  <a:pt x="1381125" y="1295400"/>
                </a:lnTo>
                <a:lnTo>
                  <a:pt x="1352550" y="1295400"/>
                </a:lnTo>
                <a:lnTo>
                  <a:pt x="1352550" y="1285875"/>
                </a:lnTo>
                <a:lnTo>
                  <a:pt x="1343025" y="1285875"/>
                </a:lnTo>
                <a:lnTo>
                  <a:pt x="1343025" y="1276350"/>
                </a:lnTo>
                <a:lnTo>
                  <a:pt x="1333500" y="1276350"/>
                </a:lnTo>
                <a:lnTo>
                  <a:pt x="1333500" y="1266825"/>
                </a:lnTo>
                <a:lnTo>
                  <a:pt x="1323975" y="1266825"/>
                </a:lnTo>
                <a:lnTo>
                  <a:pt x="1323975" y="1257300"/>
                </a:lnTo>
                <a:lnTo>
                  <a:pt x="1304925" y="1257300"/>
                </a:lnTo>
                <a:lnTo>
                  <a:pt x="1304925" y="1247775"/>
                </a:lnTo>
                <a:lnTo>
                  <a:pt x="1314450" y="1247775"/>
                </a:lnTo>
                <a:lnTo>
                  <a:pt x="1314450" y="1114425"/>
                </a:lnTo>
                <a:lnTo>
                  <a:pt x="1304925" y="1114425"/>
                </a:lnTo>
                <a:lnTo>
                  <a:pt x="1304925" y="1019175"/>
                </a:lnTo>
                <a:lnTo>
                  <a:pt x="1314450" y="1019175"/>
                </a:lnTo>
                <a:close/>
                <a:moveTo>
                  <a:pt x="1657350" y="1009650"/>
                </a:moveTo>
                <a:lnTo>
                  <a:pt x="1809750" y="1009650"/>
                </a:lnTo>
                <a:lnTo>
                  <a:pt x="1809750" y="1019175"/>
                </a:lnTo>
                <a:lnTo>
                  <a:pt x="1819275" y="1019175"/>
                </a:lnTo>
                <a:lnTo>
                  <a:pt x="1819275" y="1047750"/>
                </a:lnTo>
                <a:lnTo>
                  <a:pt x="1828800" y="1047750"/>
                </a:lnTo>
                <a:lnTo>
                  <a:pt x="1828800" y="1066800"/>
                </a:lnTo>
                <a:lnTo>
                  <a:pt x="1838325" y="1066800"/>
                </a:lnTo>
                <a:lnTo>
                  <a:pt x="1838325" y="1085850"/>
                </a:lnTo>
                <a:lnTo>
                  <a:pt x="1847850" y="1085850"/>
                </a:lnTo>
                <a:lnTo>
                  <a:pt x="1847850" y="1114425"/>
                </a:lnTo>
                <a:lnTo>
                  <a:pt x="1857375" y="1114425"/>
                </a:lnTo>
                <a:lnTo>
                  <a:pt x="1857375" y="1133475"/>
                </a:lnTo>
                <a:lnTo>
                  <a:pt x="1866900" y="1133475"/>
                </a:lnTo>
                <a:lnTo>
                  <a:pt x="1866900" y="1162050"/>
                </a:lnTo>
                <a:lnTo>
                  <a:pt x="1876425" y="1162050"/>
                </a:lnTo>
                <a:lnTo>
                  <a:pt x="1876425" y="1247775"/>
                </a:lnTo>
                <a:lnTo>
                  <a:pt x="1885950" y="1247775"/>
                </a:lnTo>
                <a:lnTo>
                  <a:pt x="1885950" y="1257300"/>
                </a:lnTo>
                <a:lnTo>
                  <a:pt x="1866900" y="1257300"/>
                </a:lnTo>
                <a:lnTo>
                  <a:pt x="1866900" y="1266825"/>
                </a:lnTo>
                <a:lnTo>
                  <a:pt x="1857375" y="1266825"/>
                </a:lnTo>
                <a:lnTo>
                  <a:pt x="1857375" y="1276350"/>
                </a:lnTo>
                <a:lnTo>
                  <a:pt x="1847850" y="1276350"/>
                </a:lnTo>
                <a:lnTo>
                  <a:pt x="1847850" y="1285875"/>
                </a:lnTo>
                <a:lnTo>
                  <a:pt x="1838325" y="1285875"/>
                </a:lnTo>
                <a:lnTo>
                  <a:pt x="1838325" y="1295400"/>
                </a:lnTo>
                <a:lnTo>
                  <a:pt x="1809750" y="1295400"/>
                </a:lnTo>
                <a:lnTo>
                  <a:pt x="1809750" y="1304925"/>
                </a:lnTo>
                <a:lnTo>
                  <a:pt x="1762125" y="1304925"/>
                </a:lnTo>
                <a:lnTo>
                  <a:pt x="1762125" y="1295400"/>
                </a:lnTo>
                <a:lnTo>
                  <a:pt x="1733550" y="1295400"/>
                </a:lnTo>
                <a:lnTo>
                  <a:pt x="1733550" y="1285875"/>
                </a:lnTo>
                <a:lnTo>
                  <a:pt x="1724025" y="1285875"/>
                </a:lnTo>
                <a:lnTo>
                  <a:pt x="1724025" y="1276350"/>
                </a:lnTo>
                <a:lnTo>
                  <a:pt x="1714500" y="1276350"/>
                </a:lnTo>
                <a:lnTo>
                  <a:pt x="1714500" y="1266825"/>
                </a:lnTo>
                <a:lnTo>
                  <a:pt x="1704975" y="1266825"/>
                </a:lnTo>
                <a:lnTo>
                  <a:pt x="1704975" y="1257300"/>
                </a:lnTo>
                <a:lnTo>
                  <a:pt x="1685925" y="1257300"/>
                </a:lnTo>
                <a:lnTo>
                  <a:pt x="1685925" y="1238250"/>
                </a:lnTo>
                <a:lnTo>
                  <a:pt x="1695450" y="1238250"/>
                </a:lnTo>
                <a:lnTo>
                  <a:pt x="1695450" y="1171575"/>
                </a:lnTo>
                <a:lnTo>
                  <a:pt x="1685925" y="1171575"/>
                </a:lnTo>
                <a:lnTo>
                  <a:pt x="1685925" y="1133475"/>
                </a:lnTo>
                <a:lnTo>
                  <a:pt x="1676400" y="1133475"/>
                </a:lnTo>
                <a:lnTo>
                  <a:pt x="1676400" y="1104900"/>
                </a:lnTo>
                <a:lnTo>
                  <a:pt x="1666875" y="1104900"/>
                </a:lnTo>
                <a:lnTo>
                  <a:pt x="1666875" y="1066800"/>
                </a:lnTo>
                <a:lnTo>
                  <a:pt x="1657350" y="1066800"/>
                </a:lnTo>
                <a:lnTo>
                  <a:pt x="1657350" y="1038225"/>
                </a:lnTo>
                <a:lnTo>
                  <a:pt x="1647825" y="1038225"/>
                </a:lnTo>
                <a:lnTo>
                  <a:pt x="1647825" y="1019175"/>
                </a:lnTo>
                <a:lnTo>
                  <a:pt x="1657350" y="1019175"/>
                </a:lnTo>
                <a:close/>
                <a:moveTo>
                  <a:pt x="180975" y="1304925"/>
                </a:moveTo>
                <a:lnTo>
                  <a:pt x="190500" y="1304925"/>
                </a:lnTo>
                <a:lnTo>
                  <a:pt x="190500" y="1314450"/>
                </a:lnTo>
                <a:lnTo>
                  <a:pt x="200025" y="1314450"/>
                </a:lnTo>
                <a:lnTo>
                  <a:pt x="200025" y="1323975"/>
                </a:lnTo>
                <a:lnTo>
                  <a:pt x="209550" y="1323975"/>
                </a:lnTo>
                <a:lnTo>
                  <a:pt x="209550" y="1428750"/>
                </a:lnTo>
                <a:lnTo>
                  <a:pt x="200025" y="1428750"/>
                </a:lnTo>
                <a:lnTo>
                  <a:pt x="200025" y="1485900"/>
                </a:lnTo>
                <a:lnTo>
                  <a:pt x="180975" y="1485900"/>
                </a:lnTo>
                <a:close/>
                <a:moveTo>
                  <a:pt x="771525" y="1514475"/>
                </a:moveTo>
                <a:lnTo>
                  <a:pt x="800100" y="1514475"/>
                </a:lnTo>
                <a:lnTo>
                  <a:pt x="800100" y="1543050"/>
                </a:lnTo>
                <a:lnTo>
                  <a:pt x="809625" y="1543050"/>
                </a:lnTo>
                <a:lnTo>
                  <a:pt x="809625" y="1562100"/>
                </a:lnTo>
                <a:lnTo>
                  <a:pt x="819150" y="1562100"/>
                </a:lnTo>
                <a:lnTo>
                  <a:pt x="819150" y="1676400"/>
                </a:lnTo>
                <a:lnTo>
                  <a:pt x="742950" y="1676400"/>
                </a:lnTo>
                <a:lnTo>
                  <a:pt x="742950" y="1562100"/>
                </a:lnTo>
                <a:lnTo>
                  <a:pt x="752475" y="1562100"/>
                </a:lnTo>
                <a:lnTo>
                  <a:pt x="752475" y="1552575"/>
                </a:lnTo>
                <a:lnTo>
                  <a:pt x="762000" y="1552575"/>
                </a:lnTo>
                <a:lnTo>
                  <a:pt x="762000" y="1543050"/>
                </a:lnTo>
                <a:lnTo>
                  <a:pt x="771525" y="1543050"/>
                </a:lnTo>
                <a:close/>
                <a:moveTo>
                  <a:pt x="876300" y="1552575"/>
                </a:moveTo>
                <a:lnTo>
                  <a:pt x="962025" y="1552575"/>
                </a:lnTo>
                <a:lnTo>
                  <a:pt x="962025" y="1571625"/>
                </a:lnTo>
                <a:lnTo>
                  <a:pt x="981075" y="1571625"/>
                </a:lnTo>
                <a:lnTo>
                  <a:pt x="981075" y="1581150"/>
                </a:lnTo>
                <a:lnTo>
                  <a:pt x="962025" y="1581150"/>
                </a:lnTo>
                <a:lnTo>
                  <a:pt x="962025" y="1590675"/>
                </a:lnTo>
                <a:lnTo>
                  <a:pt x="923925" y="1590675"/>
                </a:lnTo>
                <a:lnTo>
                  <a:pt x="923925" y="1600200"/>
                </a:lnTo>
                <a:lnTo>
                  <a:pt x="866775" y="1600200"/>
                </a:lnTo>
                <a:lnTo>
                  <a:pt x="866775" y="1562100"/>
                </a:lnTo>
                <a:lnTo>
                  <a:pt x="876300" y="1562100"/>
                </a:lnTo>
                <a:close/>
                <a:moveTo>
                  <a:pt x="1047750" y="1552575"/>
                </a:moveTo>
                <a:lnTo>
                  <a:pt x="1095375" y="1552575"/>
                </a:lnTo>
                <a:lnTo>
                  <a:pt x="1095375" y="1562100"/>
                </a:lnTo>
                <a:lnTo>
                  <a:pt x="1104900" y="1562100"/>
                </a:lnTo>
                <a:lnTo>
                  <a:pt x="1104900" y="1571625"/>
                </a:lnTo>
                <a:lnTo>
                  <a:pt x="1114425" y="1571625"/>
                </a:lnTo>
                <a:lnTo>
                  <a:pt x="1114425" y="1562100"/>
                </a:lnTo>
                <a:lnTo>
                  <a:pt x="1123950" y="1562100"/>
                </a:lnTo>
                <a:lnTo>
                  <a:pt x="1123950" y="1647825"/>
                </a:lnTo>
                <a:lnTo>
                  <a:pt x="1114425" y="1647825"/>
                </a:lnTo>
                <a:lnTo>
                  <a:pt x="1114425" y="1657350"/>
                </a:lnTo>
                <a:lnTo>
                  <a:pt x="1104900" y="1657350"/>
                </a:lnTo>
                <a:lnTo>
                  <a:pt x="1104900" y="1676400"/>
                </a:lnTo>
                <a:lnTo>
                  <a:pt x="1066800" y="1676400"/>
                </a:lnTo>
                <a:lnTo>
                  <a:pt x="1066800" y="1666875"/>
                </a:lnTo>
                <a:lnTo>
                  <a:pt x="1057275" y="1666875"/>
                </a:lnTo>
                <a:lnTo>
                  <a:pt x="1057275" y="1657350"/>
                </a:lnTo>
                <a:lnTo>
                  <a:pt x="1038225" y="1657350"/>
                </a:lnTo>
                <a:lnTo>
                  <a:pt x="1038225" y="1600200"/>
                </a:lnTo>
                <a:lnTo>
                  <a:pt x="1047750" y="1600200"/>
                </a:lnTo>
                <a:lnTo>
                  <a:pt x="1047750" y="1571625"/>
                </a:lnTo>
                <a:lnTo>
                  <a:pt x="1038225" y="1571625"/>
                </a:lnTo>
                <a:lnTo>
                  <a:pt x="1038225" y="1562100"/>
                </a:lnTo>
                <a:lnTo>
                  <a:pt x="1047750" y="1562100"/>
                </a:lnTo>
                <a:close/>
                <a:moveTo>
                  <a:pt x="180975" y="1609725"/>
                </a:moveTo>
                <a:lnTo>
                  <a:pt x="190500" y="1609725"/>
                </a:lnTo>
                <a:lnTo>
                  <a:pt x="190500" y="1619250"/>
                </a:lnTo>
                <a:lnTo>
                  <a:pt x="200025" y="1619250"/>
                </a:lnTo>
                <a:lnTo>
                  <a:pt x="200025" y="1628775"/>
                </a:lnTo>
                <a:lnTo>
                  <a:pt x="180975" y="1628775"/>
                </a:lnTo>
                <a:close/>
                <a:moveTo>
                  <a:pt x="180975" y="1638300"/>
                </a:moveTo>
                <a:lnTo>
                  <a:pt x="200025" y="1638300"/>
                </a:lnTo>
                <a:lnTo>
                  <a:pt x="200025" y="1647825"/>
                </a:lnTo>
                <a:lnTo>
                  <a:pt x="180975" y="1647825"/>
                </a:lnTo>
                <a:close/>
                <a:moveTo>
                  <a:pt x="733425" y="1771650"/>
                </a:moveTo>
                <a:lnTo>
                  <a:pt x="866775" y="1771650"/>
                </a:lnTo>
                <a:lnTo>
                  <a:pt x="866775" y="1781175"/>
                </a:lnTo>
                <a:lnTo>
                  <a:pt x="876300" y="1781175"/>
                </a:lnTo>
                <a:lnTo>
                  <a:pt x="876300" y="1828800"/>
                </a:lnTo>
                <a:lnTo>
                  <a:pt x="885825" y="1828800"/>
                </a:lnTo>
                <a:lnTo>
                  <a:pt x="885825" y="1838325"/>
                </a:lnTo>
                <a:lnTo>
                  <a:pt x="714375" y="1838325"/>
                </a:lnTo>
                <a:lnTo>
                  <a:pt x="714375" y="1828800"/>
                </a:lnTo>
                <a:lnTo>
                  <a:pt x="723900" y="1828800"/>
                </a:lnTo>
                <a:lnTo>
                  <a:pt x="723900" y="1781175"/>
                </a:lnTo>
                <a:lnTo>
                  <a:pt x="733425" y="1781175"/>
                </a:lnTo>
                <a:close/>
                <a:moveTo>
                  <a:pt x="942975" y="1771650"/>
                </a:moveTo>
                <a:lnTo>
                  <a:pt x="1019175" y="1771650"/>
                </a:lnTo>
                <a:lnTo>
                  <a:pt x="1019175" y="1781175"/>
                </a:lnTo>
                <a:lnTo>
                  <a:pt x="1028700" y="1781175"/>
                </a:lnTo>
                <a:lnTo>
                  <a:pt x="1028700" y="1885950"/>
                </a:lnTo>
                <a:lnTo>
                  <a:pt x="1038225" y="1885950"/>
                </a:lnTo>
                <a:lnTo>
                  <a:pt x="1038225" y="1895475"/>
                </a:lnTo>
                <a:lnTo>
                  <a:pt x="933450" y="1895475"/>
                </a:lnTo>
                <a:lnTo>
                  <a:pt x="933450" y="1885950"/>
                </a:lnTo>
                <a:lnTo>
                  <a:pt x="942975" y="1885950"/>
                </a:lnTo>
                <a:lnTo>
                  <a:pt x="942975" y="1800225"/>
                </a:lnTo>
                <a:lnTo>
                  <a:pt x="933450" y="1800225"/>
                </a:lnTo>
                <a:lnTo>
                  <a:pt x="933450" y="1781175"/>
                </a:lnTo>
                <a:lnTo>
                  <a:pt x="942975" y="1781175"/>
                </a:lnTo>
                <a:close/>
                <a:moveTo>
                  <a:pt x="1085850" y="1790700"/>
                </a:moveTo>
                <a:lnTo>
                  <a:pt x="1104900" y="1790700"/>
                </a:lnTo>
                <a:lnTo>
                  <a:pt x="1104900" y="1800225"/>
                </a:lnTo>
                <a:lnTo>
                  <a:pt x="1114425" y="1800225"/>
                </a:lnTo>
                <a:lnTo>
                  <a:pt x="1114425" y="1828800"/>
                </a:lnTo>
                <a:lnTo>
                  <a:pt x="1123950" y="1828800"/>
                </a:lnTo>
                <a:lnTo>
                  <a:pt x="1123950" y="1885950"/>
                </a:lnTo>
                <a:lnTo>
                  <a:pt x="1133475" y="1885950"/>
                </a:lnTo>
                <a:lnTo>
                  <a:pt x="1133475" y="1895475"/>
                </a:lnTo>
                <a:lnTo>
                  <a:pt x="1057275" y="1895475"/>
                </a:lnTo>
                <a:lnTo>
                  <a:pt x="1057275" y="1885950"/>
                </a:lnTo>
                <a:lnTo>
                  <a:pt x="1066800" y="1885950"/>
                </a:lnTo>
                <a:lnTo>
                  <a:pt x="1066800" y="1828800"/>
                </a:lnTo>
                <a:lnTo>
                  <a:pt x="1076325" y="1828800"/>
                </a:lnTo>
                <a:lnTo>
                  <a:pt x="1076325" y="1800225"/>
                </a:lnTo>
                <a:lnTo>
                  <a:pt x="1085850" y="1800225"/>
                </a:lnTo>
                <a:close/>
                <a:moveTo>
                  <a:pt x="1447800" y="1809750"/>
                </a:moveTo>
                <a:lnTo>
                  <a:pt x="1476375" y="1809750"/>
                </a:lnTo>
                <a:lnTo>
                  <a:pt x="1476375" y="1819275"/>
                </a:lnTo>
                <a:lnTo>
                  <a:pt x="1485900" y="1819275"/>
                </a:lnTo>
                <a:lnTo>
                  <a:pt x="1485900" y="1838325"/>
                </a:lnTo>
                <a:lnTo>
                  <a:pt x="1476375" y="1838325"/>
                </a:lnTo>
                <a:lnTo>
                  <a:pt x="1476375" y="1847850"/>
                </a:lnTo>
                <a:lnTo>
                  <a:pt x="1447800" y="1847850"/>
                </a:lnTo>
                <a:lnTo>
                  <a:pt x="1447800" y="1838325"/>
                </a:lnTo>
                <a:lnTo>
                  <a:pt x="1438275" y="1838325"/>
                </a:lnTo>
                <a:lnTo>
                  <a:pt x="1438275" y="1819275"/>
                </a:lnTo>
                <a:lnTo>
                  <a:pt x="1447800" y="1819275"/>
                </a:lnTo>
                <a:close/>
                <a:moveTo>
                  <a:pt x="180975" y="1828800"/>
                </a:moveTo>
                <a:lnTo>
                  <a:pt x="190500" y="1828800"/>
                </a:lnTo>
                <a:lnTo>
                  <a:pt x="190500" y="1847850"/>
                </a:lnTo>
                <a:lnTo>
                  <a:pt x="180975" y="1847850"/>
                </a:lnTo>
                <a:close/>
                <a:moveTo>
                  <a:pt x="190500" y="1847850"/>
                </a:moveTo>
                <a:lnTo>
                  <a:pt x="200025" y="1847850"/>
                </a:lnTo>
                <a:lnTo>
                  <a:pt x="200025" y="1857375"/>
                </a:lnTo>
                <a:lnTo>
                  <a:pt x="209550" y="1857375"/>
                </a:lnTo>
                <a:lnTo>
                  <a:pt x="209550" y="1905000"/>
                </a:lnTo>
                <a:lnTo>
                  <a:pt x="219075" y="1905000"/>
                </a:lnTo>
                <a:lnTo>
                  <a:pt x="219075" y="1924050"/>
                </a:lnTo>
                <a:lnTo>
                  <a:pt x="228600" y="1924050"/>
                </a:lnTo>
                <a:lnTo>
                  <a:pt x="228600" y="1952625"/>
                </a:lnTo>
                <a:lnTo>
                  <a:pt x="238125" y="1952625"/>
                </a:lnTo>
                <a:lnTo>
                  <a:pt x="238125" y="1971675"/>
                </a:lnTo>
                <a:lnTo>
                  <a:pt x="247650" y="1971675"/>
                </a:lnTo>
                <a:lnTo>
                  <a:pt x="247650" y="2009775"/>
                </a:lnTo>
                <a:lnTo>
                  <a:pt x="228600" y="2009775"/>
                </a:lnTo>
                <a:lnTo>
                  <a:pt x="228600" y="1990725"/>
                </a:lnTo>
                <a:lnTo>
                  <a:pt x="219075" y="1990725"/>
                </a:lnTo>
                <a:lnTo>
                  <a:pt x="219075" y="1971675"/>
                </a:lnTo>
                <a:lnTo>
                  <a:pt x="209550" y="1971675"/>
                </a:lnTo>
                <a:lnTo>
                  <a:pt x="209550" y="1943100"/>
                </a:lnTo>
                <a:lnTo>
                  <a:pt x="200025" y="1943100"/>
                </a:lnTo>
                <a:lnTo>
                  <a:pt x="200025" y="1914525"/>
                </a:lnTo>
                <a:lnTo>
                  <a:pt x="190500" y="1914525"/>
                </a:lnTo>
                <a:close/>
                <a:moveTo>
                  <a:pt x="523875" y="1866900"/>
                </a:moveTo>
                <a:lnTo>
                  <a:pt x="542925" y="1866900"/>
                </a:lnTo>
                <a:lnTo>
                  <a:pt x="542925" y="1876425"/>
                </a:lnTo>
                <a:lnTo>
                  <a:pt x="552450" y="1876425"/>
                </a:lnTo>
                <a:lnTo>
                  <a:pt x="552450" y="2000250"/>
                </a:lnTo>
                <a:lnTo>
                  <a:pt x="542925" y="2000250"/>
                </a:lnTo>
                <a:lnTo>
                  <a:pt x="542925" y="2028825"/>
                </a:lnTo>
                <a:lnTo>
                  <a:pt x="552450" y="2028825"/>
                </a:lnTo>
                <a:lnTo>
                  <a:pt x="552450" y="2038350"/>
                </a:lnTo>
                <a:lnTo>
                  <a:pt x="561975" y="2038350"/>
                </a:lnTo>
                <a:lnTo>
                  <a:pt x="561975" y="2047875"/>
                </a:lnTo>
                <a:lnTo>
                  <a:pt x="1381125" y="2047875"/>
                </a:lnTo>
                <a:lnTo>
                  <a:pt x="1381125" y="2095500"/>
                </a:lnTo>
                <a:lnTo>
                  <a:pt x="1371600" y="2095500"/>
                </a:lnTo>
                <a:lnTo>
                  <a:pt x="1371600" y="2085975"/>
                </a:lnTo>
                <a:lnTo>
                  <a:pt x="1352550" y="2085975"/>
                </a:lnTo>
                <a:lnTo>
                  <a:pt x="1352550" y="2076450"/>
                </a:lnTo>
                <a:lnTo>
                  <a:pt x="1333500" y="2076450"/>
                </a:lnTo>
                <a:lnTo>
                  <a:pt x="1333500" y="2085975"/>
                </a:lnTo>
                <a:lnTo>
                  <a:pt x="1276350" y="2085975"/>
                </a:lnTo>
                <a:lnTo>
                  <a:pt x="1276350" y="2095500"/>
                </a:lnTo>
                <a:lnTo>
                  <a:pt x="1152525" y="2095500"/>
                </a:lnTo>
                <a:lnTo>
                  <a:pt x="1152525" y="2085975"/>
                </a:lnTo>
                <a:lnTo>
                  <a:pt x="1000125" y="2085975"/>
                </a:lnTo>
                <a:lnTo>
                  <a:pt x="1000125" y="2095500"/>
                </a:lnTo>
                <a:lnTo>
                  <a:pt x="857250" y="2095500"/>
                </a:lnTo>
                <a:lnTo>
                  <a:pt x="857250" y="2085975"/>
                </a:lnTo>
                <a:lnTo>
                  <a:pt x="704850" y="2085975"/>
                </a:lnTo>
                <a:lnTo>
                  <a:pt x="704850" y="2095500"/>
                </a:lnTo>
                <a:lnTo>
                  <a:pt x="390525" y="2095500"/>
                </a:lnTo>
                <a:lnTo>
                  <a:pt x="390525" y="2066925"/>
                </a:lnTo>
                <a:lnTo>
                  <a:pt x="400050" y="2066925"/>
                </a:lnTo>
                <a:lnTo>
                  <a:pt x="400050" y="2038350"/>
                </a:lnTo>
                <a:lnTo>
                  <a:pt x="390525" y="2038350"/>
                </a:lnTo>
                <a:lnTo>
                  <a:pt x="390525" y="2009775"/>
                </a:lnTo>
                <a:lnTo>
                  <a:pt x="381000" y="2009775"/>
                </a:lnTo>
                <a:lnTo>
                  <a:pt x="381000" y="1981200"/>
                </a:lnTo>
                <a:lnTo>
                  <a:pt x="371475" y="1981200"/>
                </a:lnTo>
                <a:lnTo>
                  <a:pt x="371475" y="1952625"/>
                </a:lnTo>
                <a:lnTo>
                  <a:pt x="361950" y="1952625"/>
                </a:lnTo>
                <a:lnTo>
                  <a:pt x="361950" y="1914525"/>
                </a:lnTo>
                <a:lnTo>
                  <a:pt x="371475" y="1914525"/>
                </a:lnTo>
                <a:lnTo>
                  <a:pt x="371475" y="1885950"/>
                </a:lnTo>
                <a:lnTo>
                  <a:pt x="381000" y="1885950"/>
                </a:lnTo>
                <a:lnTo>
                  <a:pt x="381000" y="1876425"/>
                </a:lnTo>
                <a:lnTo>
                  <a:pt x="523875" y="1876425"/>
                </a:lnTo>
                <a:close/>
                <a:moveTo>
                  <a:pt x="2209800" y="1981200"/>
                </a:moveTo>
                <a:lnTo>
                  <a:pt x="2219325" y="1981200"/>
                </a:lnTo>
                <a:lnTo>
                  <a:pt x="2219325" y="1990725"/>
                </a:lnTo>
                <a:lnTo>
                  <a:pt x="2209800" y="1990725"/>
                </a:lnTo>
                <a:close/>
                <a:moveTo>
                  <a:pt x="2200275" y="2000250"/>
                </a:moveTo>
                <a:lnTo>
                  <a:pt x="2209800" y="2000250"/>
                </a:lnTo>
                <a:lnTo>
                  <a:pt x="2209800" y="2009775"/>
                </a:lnTo>
                <a:lnTo>
                  <a:pt x="2200275" y="2009775"/>
                </a:lnTo>
                <a:close/>
                <a:moveTo>
                  <a:pt x="238125" y="2019300"/>
                </a:moveTo>
                <a:lnTo>
                  <a:pt x="247650" y="2019300"/>
                </a:lnTo>
                <a:lnTo>
                  <a:pt x="247650" y="2028825"/>
                </a:lnTo>
                <a:lnTo>
                  <a:pt x="238125" y="2028825"/>
                </a:lnTo>
                <a:close/>
                <a:moveTo>
                  <a:pt x="2181225" y="2019300"/>
                </a:moveTo>
                <a:lnTo>
                  <a:pt x="2200275" y="2019300"/>
                </a:lnTo>
                <a:lnTo>
                  <a:pt x="2200275" y="2028825"/>
                </a:lnTo>
                <a:lnTo>
                  <a:pt x="2190750" y="2028825"/>
                </a:lnTo>
                <a:lnTo>
                  <a:pt x="2190750" y="2038350"/>
                </a:lnTo>
                <a:lnTo>
                  <a:pt x="2181225" y="2038350"/>
                </a:lnTo>
                <a:lnTo>
                  <a:pt x="2181225" y="2057400"/>
                </a:lnTo>
                <a:lnTo>
                  <a:pt x="2171700" y="2057400"/>
                </a:lnTo>
                <a:lnTo>
                  <a:pt x="2171700" y="2066925"/>
                </a:lnTo>
                <a:lnTo>
                  <a:pt x="2162175" y="2066925"/>
                </a:lnTo>
                <a:lnTo>
                  <a:pt x="2162175" y="2085975"/>
                </a:lnTo>
                <a:lnTo>
                  <a:pt x="2152650" y="2085975"/>
                </a:lnTo>
                <a:lnTo>
                  <a:pt x="2152650" y="2095500"/>
                </a:lnTo>
                <a:lnTo>
                  <a:pt x="2143125" y="2095500"/>
                </a:lnTo>
                <a:lnTo>
                  <a:pt x="2143125" y="2105025"/>
                </a:lnTo>
                <a:lnTo>
                  <a:pt x="2133600" y="2105025"/>
                </a:lnTo>
                <a:lnTo>
                  <a:pt x="2133600" y="2124075"/>
                </a:lnTo>
                <a:lnTo>
                  <a:pt x="2124075" y="2124075"/>
                </a:lnTo>
                <a:lnTo>
                  <a:pt x="2124075" y="2114550"/>
                </a:lnTo>
                <a:lnTo>
                  <a:pt x="2105025" y="2114550"/>
                </a:lnTo>
                <a:lnTo>
                  <a:pt x="2105025" y="2095500"/>
                </a:lnTo>
                <a:lnTo>
                  <a:pt x="2114550" y="2095500"/>
                </a:lnTo>
                <a:lnTo>
                  <a:pt x="2114550" y="2085975"/>
                </a:lnTo>
                <a:lnTo>
                  <a:pt x="2124075" y="2085975"/>
                </a:lnTo>
                <a:lnTo>
                  <a:pt x="2124075" y="2076450"/>
                </a:lnTo>
                <a:lnTo>
                  <a:pt x="2133600" y="2076450"/>
                </a:lnTo>
                <a:lnTo>
                  <a:pt x="2133600" y="2066925"/>
                </a:lnTo>
                <a:lnTo>
                  <a:pt x="2143125" y="2066925"/>
                </a:lnTo>
                <a:lnTo>
                  <a:pt x="2143125" y="2047875"/>
                </a:lnTo>
                <a:lnTo>
                  <a:pt x="2162175" y="2047875"/>
                </a:lnTo>
                <a:lnTo>
                  <a:pt x="2162175" y="2038350"/>
                </a:lnTo>
                <a:lnTo>
                  <a:pt x="2171700" y="2038350"/>
                </a:lnTo>
                <a:lnTo>
                  <a:pt x="2171700" y="2028825"/>
                </a:lnTo>
                <a:lnTo>
                  <a:pt x="2181225" y="2028825"/>
                </a:lnTo>
                <a:close/>
                <a:moveTo>
                  <a:pt x="1838325" y="2047875"/>
                </a:moveTo>
                <a:lnTo>
                  <a:pt x="1876425" y="2047875"/>
                </a:lnTo>
                <a:lnTo>
                  <a:pt x="1876425" y="2057400"/>
                </a:lnTo>
                <a:lnTo>
                  <a:pt x="1895475" y="2057400"/>
                </a:lnTo>
                <a:lnTo>
                  <a:pt x="1895475" y="2047875"/>
                </a:lnTo>
                <a:lnTo>
                  <a:pt x="1952625" y="2047875"/>
                </a:lnTo>
                <a:lnTo>
                  <a:pt x="1952625" y="2057400"/>
                </a:lnTo>
                <a:lnTo>
                  <a:pt x="1962150" y="2057400"/>
                </a:lnTo>
                <a:lnTo>
                  <a:pt x="1962150" y="2076450"/>
                </a:lnTo>
                <a:lnTo>
                  <a:pt x="1943100" y="2076450"/>
                </a:lnTo>
                <a:lnTo>
                  <a:pt x="1943100" y="2085975"/>
                </a:lnTo>
                <a:lnTo>
                  <a:pt x="1885950" y="2085975"/>
                </a:lnTo>
                <a:lnTo>
                  <a:pt x="1885950" y="2095500"/>
                </a:lnTo>
                <a:lnTo>
                  <a:pt x="1838325" y="2095500"/>
                </a:lnTo>
                <a:lnTo>
                  <a:pt x="1838325" y="2076450"/>
                </a:lnTo>
                <a:lnTo>
                  <a:pt x="1828800" y="2076450"/>
                </a:lnTo>
                <a:lnTo>
                  <a:pt x="1828800" y="2057400"/>
                </a:lnTo>
                <a:lnTo>
                  <a:pt x="1838325" y="2057400"/>
                </a:lnTo>
                <a:close/>
                <a:moveTo>
                  <a:pt x="314325" y="2124075"/>
                </a:moveTo>
                <a:lnTo>
                  <a:pt x="323850" y="2124075"/>
                </a:lnTo>
                <a:lnTo>
                  <a:pt x="323850" y="2133600"/>
                </a:lnTo>
                <a:lnTo>
                  <a:pt x="314325" y="2133600"/>
                </a:lnTo>
                <a:close/>
                <a:moveTo>
                  <a:pt x="2114550" y="2124075"/>
                </a:moveTo>
                <a:lnTo>
                  <a:pt x="2124075" y="2124075"/>
                </a:lnTo>
                <a:lnTo>
                  <a:pt x="2124075" y="2133600"/>
                </a:lnTo>
                <a:lnTo>
                  <a:pt x="2114550" y="2133600"/>
                </a:lnTo>
                <a:close/>
                <a:moveTo>
                  <a:pt x="323850" y="2133600"/>
                </a:moveTo>
                <a:lnTo>
                  <a:pt x="361950" y="2133600"/>
                </a:lnTo>
                <a:lnTo>
                  <a:pt x="361950" y="2143125"/>
                </a:lnTo>
                <a:lnTo>
                  <a:pt x="381000" y="2143125"/>
                </a:lnTo>
                <a:lnTo>
                  <a:pt x="381000" y="2152650"/>
                </a:lnTo>
                <a:lnTo>
                  <a:pt x="390525" y="2152650"/>
                </a:lnTo>
                <a:lnTo>
                  <a:pt x="390525" y="2162175"/>
                </a:lnTo>
                <a:lnTo>
                  <a:pt x="400050" y="2162175"/>
                </a:lnTo>
                <a:lnTo>
                  <a:pt x="400050" y="2171700"/>
                </a:lnTo>
                <a:lnTo>
                  <a:pt x="419100" y="2171700"/>
                </a:lnTo>
                <a:lnTo>
                  <a:pt x="419100" y="2181225"/>
                </a:lnTo>
                <a:lnTo>
                  <a:pt x="428625" y="2181225"/>
                </a:lnTo>
                <a:lnTo>
                  <a:pt x="428625" y="2190750"/>
                </a:lnTo>
                <a:lnTo>
                  <a:pt x="438150" y="2190750"/>
                </a:lnTo>
                <a:lnTo>
                  <a:pt x="438150" y="2219325"/>
                </a:lnTo>
                <a:lnTo>
                  <a:pt x="428625" y="2219325"/>
                </a:lnTo>
                <a:lnTo>
                  <a:pt x="428625" y="2209800"/>
                </a:lnTo>
                <a:lnTo>
                  <a:pt x="409575" y="2209800"/>
                </a:lnTo>
                <a:lnTo>
                  <a:pt x="409575" y="2200275"/>
                </a:lnTo>
                <a:lnTo>
                  <a:pt x="400050" y="2200275"/>
                </a:lnTo>
                <a:lnTo>
                  <a:pt x="400050" y="2190750"/>
                </a:lnTo>
                <a:lnTo>
                  <a:pt x="381000" y="2190750"/>
                </a:lnTo>
                <a:lnTo>
                  <a:pt x="381000" y="2181225"/>
                </a:lnTo>
                <a:lnTo>
                  <a:pt x="371475" y="2181225"/>
                </a:lnTo>
                <a:lnTo>
                  <a:pt x="371475" y="2171700"/>
                </a:lnTo>
                <a:lnTo>
                  <a:pt x="361950" y="2171700"/>
                </a:lnTo>
                <a:lnTo>
                  <a:pt x="361950" y="2162175"/>
                </a:lnTo>
                <a:lnTo>
                  <a:pt x="352425" y="2162175"/>
                </a:lnTo>
                <a:lnTo>
                  <a:pt x="352425" y="2152650"/>
                </a:lnTo>
                <a:lnTo>
                  <a:pt x="333375" y="2152650"/>
                </a:lnTo>
                <a:lnTo>
                  <a:pt x="333375" y="2143125"/>
                </a:lnTo>
                <a:lnTo>
                  <a:pt x="323850" y="2143125"/>
                </a:lnTo>
                <a:close/>
                <a:moveTo>
                  <a:pt x="1971675" y="2200275"/>
                </a:moveTo>
                <a:lnTo>
                  <a:pt x="2028825" y="2200275"/>
                </a:lnTo>
                <a:lnTo>
                  <a:pt x="2028825" y="2209800"/>
                </a:lnTo>
                <a:lnTo>
                  <a:pt x="2009775" y="2209800"/>
                </a:lnTo>
                <a:lnTo>
                  <a:pt x="2009775" y="2219325"/>
                </a:lnTo>
                <a:lnTo>
                  <a:pt x="1990725" y="2219325"/>
                </a:lnTo>
                <a:lnTo>
                  <a:pt x="1990725" y="2228850"/>
                </a:lnTo>
                <a:lnTo>
                  <a:pt x="1971675" y="2228850"/>
                </a:lnTo>
                <a:lnTo>
                  <a:pt x="1971675" y="2238375"/>
                </a:lnTo>
                <a:lnTo>
                  <a:pt x="1952625" y="2238375"/>
                </a:lnTo>
                <a:lnTo>
                  <a:pt x="1952625" y="2247900"/>
                </a:lnTo>
                <a:lnTo>
                  <a:pt x="1924050" y="2247900"/>
                </a:lnTo>
                <a:lnTo>
                  <a:pt x="1924050" y="2257425"/>
                </a:lnTo>
                <a:lnTo>
                  <a:pt x="1885950" y="2257425"/>
                </a:lnTo>
                <a:lnTo>
                  <a:pt x="1885950" y="2266950"/>
                </a:lnTo>
                <a:lnTo>
                  <a:pt x="1790700" y="2266950"/>
                </a:lnTo>
                <a:lnTo>
                  <a:pt x="1790700" y="2257425"/>
                </a:lnTo>
                <a:lnTo>
                  <a:pt x="1828800" y="2257425"/>
                </a:lnTo>
                <a:lnTo>
                  <a:pt x="1828800" y="2247900"/>
                </a:lnTo>
                <a:lnTo>
                  <a:pt x="1838325" y="2247900"/>
                </a:lnTo>
                <a:lnTo>
                  <a:pt x="1838325" y="2238375"/>
                </a:lnTo>
                <a:lnTo>
                  <a:pt x="1895475" y="2238375"/>
                </a:lnTo>
                <a:lnTo>
                  <a:pt x="1895475" y="2228850"/>
                </a:lnTo>
                <a:lnTo>
                  <a:pt x="1924050" y="2228850"/>
                </a:lnTo>
                <a:lnTo>
                  <a:pt x="1924050" y="2219325"/>
                </a:lnTo>
                <a:lnTo>
                  <a:pt x="1952625" y="2219325"/>
                </a:lnTo>
                <a:lnTo>
                  <a:pt x="1952625" y="2209800"/>
                </a:lnTo>
                <a:lnTo>
                  <a:pt x="1971675" y="2209800"/>
                </a:lnTo>
                <a:close/>
                <a:moveTo>
                  <a:pt x="590550" y="2247900"/>
                </a:moveTo>
                <a:lnTo>
                  <a:pt x="1571625" y="2247900"/>
                </a:lnTo>
                <a:lnTo>
                  <a:pt x="1571625" y="2257425"/>
                </a:lnTo>
                <a:lnTo>
                  <a:pt x="1590675" y="2257425"/>
                </a:lnTo>
                <a:lnTo>
                  <a:pt x="1590675" y="2266950"/>
                </a:lnTo>
                <a:lnTo>
                  <a:pt x="1600200" y="2266950"/>
                </a:lnTo>
                <a:lnTo>
                  <a:pt x="1600200" y="2257425"/>
                </a:lnTo>
                <a:lnTo>
                  <a:pt x="1609725" y="2257425"/>
                </a:lnTo>
                <a:lnTo>
                  <a:pt x="1609725" y="2266950"/>
                </a:lnTo>
                <a:lnTo>
                  <a:pt x="1600200" y="2266950"/>
                </a:lnTo>
                <a:lnTo>
                  <a:pt x="1600200" y="2276475"/>
                </a:lnTo>
                <a:lnTo>
                  <a:pt x="619125" y="2276475"/>
                </a:lnTo>
                <a:lnTo>
                  <a:pt x="619125" y="2266950"/>
                </a:lnTo>
                <a:lnTo>
                  <a:pt x="600075" y="2266950"/>
                </a:lnTo>
                <a:lnTo>
                  <a:pt x="600075" y="2257425"/>
                </a:lnTo>
                <a:lnTo>
                  <a:pt x="590550" y="2257425"/>
                </a:lnTo>
                <a:close/>
                <a:moveTo>
                  <a:pt x="1619250" y="2257425"/>
                </a:moveTo>
                <a:lnTo>
                  <a:pt x="1628775" y="2257425"/>
                </a:lnTo>
                <a:lnTo>
                  <a:pt x="1628775" y="2266950"/>
                </a:lnTo>
                <a:lnTo>
                  <a:pt x="1619250" y="2266950"/>
                </a:lnTo>
                <a:close/>
              </a:path>
            </a:pathLst>
          </a:custGeom>
          <a:solidFill xmlns:a="http://schemas.openxmlformats.org/drawingml/2006/main">
            <a:srgbClr val="EF7B2C"/>
          </a:solidFill>
          <a:ln xmlns:a="http://schemas.openxmlformats.org/drawingml/2006/main" w="0">
            <a:noFill/>
          </a:ln>
        </p:spPr>
      </p:sp>
      <p:sp>
        <p:nvSpPr>
          <p:cNvPr id="25" name="logo vector #d57444">
            <a:extLst xmlns:a="http://schemas.openxmlformats.org/drawingml/2006/main">
              <a:ext uri="{FF2B5EF4-FFF2-40B4-BE49-F238E27FC236}">
                <a16:creationId xmlns:a16="http://schemas.microsoft.com/office/drawing/2014/main" id="{E1479AA8-F67F-43B6-B160-8F9E6488AA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124450" y="1590675"/>
            <a:ext cx="2867025" cy="2752725"/>
          </a:xfrm>
          <a:custGeom xmlns:a="http://schemas.openxmlformats.org/drawingml/2006/main">
            <a:pathLst>
              <a:path w="2428875" h="2333625">
                <a:moveTo>
                  <a:pt x="600075" y="161925"/>
                </a:moveTo>
                <a:lnTo>
                  <a:pt x="1847850" y="161925"/>
                </a:lnTo>
                <a:lnTo>
                  <a:pt x="1847850" y="171450"/>
                </a:lnTo>
                <a:lnTo>
                  <a:pt x="1552575" y="171450"/>
                </a:lnTo>
                <a:lnTo>
                  <a:pt x="1552575" y="180975"/>
                </a:lnTo>
                <a:lnTo>
                  <a:pt x="1524000" y="180975"/>
                </a:lnTo>
                <a:lnTo>
                  <a:pt x="1524000" y="171450"/>
                </a:lnTo>
                <a:lnTo>
                  <a:pt x="1476375" y="171450"/>
                </a:lnTo>
                <a:lnTo>
                  <a:pt x="1476375" y="180975"/>
                </a:lnTo>
                <a:lnTo>
                  <a:pt x="1457325" y="180975"/>
                </a:lnTo>
                <a:lnTo>
                  <a:pt x="1457325" y="171450"/>
                </a:lnTo>
                <a:lnTo>
                  <a:pt x="1381125" y="171450"/>
                </a:lnTo>
                <a:lnTo>
                  <a:pt x="1381125" y="180975"/>
                </a:lnTo>
                <a:lnTo>
                  <a:pt x="1371600" y="180975"/>
                </a:lnTo>
                <a:lnTo>
                  <a:pt x="1371600" y="171450"/>
                </a:lnTo>
                <a:lnTo>
                  <a:pt x="1047750" y="171450"/>
                </a:lnTo>
                <a:lnTo>
                  <a:pt x="1047750" y="180975"/>
                </a:lnTo>
                <a:lnTo>
                  <a:pt x="1028700" y="180975"/>
                </a:lnTo>
                <a:lnTo>
                  <a:pt x="1028700" y="171450"/>
                </a:lnTo>
                <a:lnTo>
                  <a:pt x="990600" y="171450"/>
                </a:lnTo>
                <a:lnTo>
                  <a:pt x="990600" y="180975"/>
                </a:lnTo>
                <a:lnTo>
                  <a:pt x="981075" y="180975"/>
                </a:lnTo>
                <a:lnTo>
                  <a:pt x="981075" y="171450"/>
                </a:lnTo>
                <a:lnTo>
                  <a:pt x="600075" y="171450"/>
                </a:lnTo>
                <a:close/>
                <a:moveTo>
                  <a:pt x="552450" y="171450"/>
                </a:moveTo>
                <a:lnTo>
                  <a:pt x="571500" y="171450"/>
                </a:lnTo>
                <a:lnTo>
                  <a:pt x="571500" y="180975"/>
                </a:lnTo>
                <a:lnTo>
                  <a:pt x="552450" y="180975"/>
                </a:lnTo>
                <a:close/>
                <a:moveTo>
                  <a:pt x="1857375" y="171450"/>
                </a:moveTo>
                <a:lnTo>
                  <a:pt x="1895475" y="171450"/>
                </a:lnTo>
                <a:lnTo>
                  <a:pt x="1895475" y="180975"/>
                </a:lnTo>
                <a:lnTo>
                  <a:pt x="1857375" y="180975"/>
                </a:lnTo>
                <a:close/>
                <a:moveTo>
                  <a:pt x="514350" y="180975"/>
                </a:moveTo>
                <a:lnTo>
                  <a:pt x="533400" y="180975"/>
                </a:lnTo>
                <a:lnTo>
                  <a:pt x="533400" y="190500"/>
                </a:lnTo>
                <a:lnTo>
                  <a:pt x="514350" y="190500"/>
                </a:lnTo>
                <a:close/>
                <a:moveTo>
                  <a:pt x="1905000" y="180975"/>
                </a:moveTo>
                <a:lnTo>
                  <a:pt x="1933575" y="180975"/>
                </a:lnTo>
                <a:lnTo>
                  <a:pt x="1933575" y="190500"/>
                </a:lnTo>
                <a:lnTo>
                  <a:pt x="1905000" y="190500"/>
                </a:lnTo>
                <a:close/>
                <a:moveTo>
                  <a:pt x="485775" y="190500"/>
                </a:moveTo>
                <a:lnTo>
                  <a:pt x="495300" y="190500"/>
                </a:lnTo>
                <a:lnTo>
                  <a:pt x="495300" y="200025"/>
                </a:lnTo>
                <a:lnTo>
                  <a:pt x="485775" y="200025"/>
                </a:lnTo>
                <a:close/>
                <a:moveTo>
                  <a:pt x="1933575" y="190500"/>
                </a:moveTo>
                <a:lnTo>
                  <a:pt x="1952625" y="190500"/>
                </a:lnTo>
                <a:lnTo>
                  <a:pt x="1952625" y="200025"/>
                </a:lnTo>
                <a:lnTo>
                  <a:pt x="1933575" y="200025"/>
                </a:lnTo>
                <a:close/>
                <a:moveTo>
                  <a:pt x="466725" y="200025"/>
                </a:moveTo>
                <a:lnTo>
                  <a:pt x="476250" y="200025"/>
                </a:lnTo>
                <a:lnTo>
                  <a:pt x="476250" y="209550"/>
                </a:lnTo>
                <a:lnTo>
                  <a:pt x="466725" y="209550"/>
                </a:lnTo>
                <a:close/>
                <a:moveTo>
                  <a:pt x="1962150" y="200025"/>
                </a:moveTo>
                <a:lnTo>
                  <a:pt x="1981200" y="200025"/>
                </a:lnTo>
                <a:lnTo>
                  <a:pt x="1981200" y="209550"/>
                </a:lnTo>
                <a:lnTo>
                  <a:pt x="1962150" y="209550"/>
                </a:lnTo>
                <a:close/>
                <a:moveTo>
                  <a:pt x="447675" y="209550"/>
                </a:moveTo>
                <a:lnTo>
                  <a:pt x="457200" y="209550"/>
                </a:lnTo>
                <a:lnTo>
                  <a:pt x="457200" y="219075"/>
                </a:lnTo>
                <a:lnTo>
                  <a:pt x="447675" y="219075"/>
                </a:lnTo>
                <a:close/>
                <a:moveTo>
                  <a:pt x="1981200" y="209550"/>
                </a:moveTo>
                <a:lnTo>
                  <a:pt x="1990725" y="209550"/>
                </a:lnTo>
                <a:lnTo>
                  <a:pt x="1990725" y="219075"/>
                </a:lnTo>
                <a:lnTo>
                  <a:pt x="1981200" y="219075"/>
                </a:lnTo>
                <a:close/>
                <a:moveTo>
                  <a:pt x="428625" y="219075"/>
                </a:moveTo>
                <a:lnTo>
                  <a:pt x="438150" y="219075"/>
                </a:lnTo>
                <a:lnTo>
                  <a:pt x="438150" y="228600"/>
                </a:lnTo>
                <a:lnTo>
                  <a:pt x="428625" y="228600"/>
                </a:lnTo>
                <a:close/>
                <a:moveTo>
                  <a:pt x="2000250" y="219075"/>
                </a:moveTo>
                <a:lnTo>
                  <a:pt x="2009775" y="219075"/>
                </a:lnTo>
                <a:lnTo>
                  <a:pt x="2009775" y="228600"/>
                </a:lnTo>
                <a:lnTo>
                  <a:pt x="2000250" y="228600"/>
                </a:lnTo>
                <a:close/>
                <a:moveTo>
                  <a:pt x="409575" y="228600"/>
                </a:moveTo>
                <a:lnTo>
                  <a:pt x="419100" y="228600"/>
                </a:lnTo>
                <a:lnTo>
                  <a:pt x="419100" y="238125"/>
                </a:lnTo>
                <a:lnTo>
                  <a:pt x="409575" y="238125"/>
                </a:lnTo>
                <a:close/>
                <a:moveTo>
                  <a:pt x="2019300" y="228600"/>
                </a:moveTo>
                <a:lnTo>
                  <a:pt x="2028825" y="228600"/>
                </a:lnTo>
                <a:lnTo>
                  <a:pt x="2028825" y="238125"/>
                </a:lnTo>
                <a:lnTo>
                  <a:pt x="2019300" y="238125"/>
                </a:lnTo>
                <a:close/>
                <a:moveTo>
                  <a:pt x="400050" y="238125"/>
                </a:moveTo>
                <a:lnTo>
                  <a:pt x="409575" y="238125"/>
                </a:lnTo>
                <a:lnTo>
                  <a:pt x="409575" y="247650"/>
                </a:lnTo>
                <a:lnTo>
                  <a:pt x="400050" y="247650"/>
                </a:lnTo>
                <a:close/>
                <a:moveTo>
                  <a:pt x="2038350" y="238125"/>
                </a:moveTo>
                <a:lnTo>
                  <a:pt x="2047875" y="238125"/>
                </a:lnTo>
                <a:lnTo>
                  <a:pt x="2047875" y="247650"/>
                </a:lnTo>
                <a:lnTo>
                  <a:pt x="2038350" y="247650"/>
                </a:lnTo>
                <a:close/>
                <a:moveTo>
                  <a:pt x="381000" y="247650"/>
                </a:moveTo>
                <a:lnTo>
                  <a:pt x="390525" y="247650"/>
                </a:lnTo>
                <a:lnTo>
                  <a:pt x="390525" y="257175"/>
                </a:lnTo>
                <a:lnTo>
                  <a:pt x="381000" y="257175"/>
                </a:lnTo>
                <a:close/>
                <a:moveTo>
                  <a:pt x="2047875" y="247650"/>
                </a:moveTo>
                <a:lnTo>
                  <a:pt x="2057400" y="247650"/>
                </a:lnTo>
                <a:lnTo>
                  <a:pt x="2057400" y="257175"/>
                </a:lnTo>
                <a:lnTo>
                  <a:pt x="2047875" y="257175"/>
                </a:lnTo>
                <a:close/>
                <a:moveTo>
                  <a:pt x="371475" y="257175"/>
                </a:moveTo>
                <a:lnTo>
                  <a:pt x="381000" y="257175"/>
                </a:lnTo>
                <a:lnTo>
                  <a:pt x="381000" y="266700"/>
                </a:lnTo>
                <a:lnTo>
                  <a:pt x="371475" y="266700"/>
                </a:lnTo>
                <a:close/>
                <a:moveTo>
                  <a:pt x="2057400" y="257175"/>
                </a:moveTo>
                <a:lnTo>
                  <a:pt x="2066925" y="257175"/>
                </a:lnTo>
                <a:lnTo>
                  <a:pt x="2066925" y="266700"/>
                </a:lnTo>
                <a:lnTo>
                  <a:pt x="2057400" y="266700"/>
                </a:lnTo>
                <a:close/>
                <a:moveTo>
                  <a:pt x="352425" y="266700"/>
                </a:moveTo>
                <a:lnTo>
                  <a:pt x="371475" y="266700"/>
                </a:lnTo>
                <a:lnTo>
                  <a:pt x="371475" y="276225"/>
                </a:lnTo>
                <a:lnTo>
                  <a:pt x="352425" y="276225"/>
                </a:lnTo>
                <a:close/>
                <a:moveTo>
                  <a:pt x="2066925" y="266700"/>
                </a:moveTo>
                <a:lnTo>
                  <a:pt x="2085975" y="266700"/>
                </a:lnTo>
                <a:lnTo>
                  <a:pt x="2085975" y="276225"/>
                </a:lnTo>
                <a:lnTo>
                  <a:pt x="2066925" y="276225"/>
                </a:lnTo>
                <a:close/>
                <a:moveTo>
                  <a:pt x="342900" y="276225"/>
                </a:moveTo>
                <a:lnTo>
                  <a:pt x="352425" y="276225"/>
                </a:lnTo>
                <a:lnTo>
                  <a:pt x="352425" y="285750"/>
                </a:lnTo>
                <a:lnTo>
                  <a:pt x="342900" y="285750"/>
                </a:lnTo>
                <a:close/>
                <a:moveTo>
                  <a:pt x="2085975" y="276225"/>
                </a:moveTo>
                <a:lnTo>
                  <a:pt x="2095500" y="276225"/>
                </a:lnTo>
                <a:lnTo>
                  <a:pt x="2095500" y="285750"/>
                </a:lnTo>
                <a:lnTo>
                  <a:pt x="2085975" y="285750"/>
                </a:lnTo>
                <a:close/>
                <a:moveTo>
                  <a:pt x="333375" y="285750"/>
                </a:moveTo>
                <a:lnTo>
                  <a:pt x="342900" y="285750"/>
                </a:lnTo>
                <a:lnTo>
                  <a:pt x="342900" y="295275"/>
                </a:lnTo>
                <a:lnTo>
                  <a:pt x="333375" y="295275"/>
                </a:lnTo>
                <a:close/>
                <a:moveTo>
                  <a:pt x="2095500" y="285750"/>
                </a:moveTo>
                <a:lnTo>
                  <a:pt x="2105025" y="285750"/>
                </a:lnTo>
                <a:lnTo>
                  <a:pt x="2105025" y="295275"/>
                </a:lnTo>
                <a:lnTo>
                  <a:pt x="2095500" y="295275"/>
                </a:lnTo>
                <a:close/>
                <a:moveTo>
                  <a:pt x="323850" y="295275"/>
                </a:moveTo>
                <a:lnTo>
                  <a:pt x="333375" y="295275"/>
                </a:lnTo>
                <a:lnTo>
                  <a:pt x="333375" y="304800"/>
                </a:lnTo>
                <a:lnTo>
                  <a:pt x="323850" y="304800"/>
                </a:lnTo>
                <a:close/>
                <a:moveTo>
                  <a:pt x="2105025" y="295275"/>
                </a:moveTo>
                <a:lnTo>
                  <a:pt x="2114550" y="295275"/>
                </a:lnTo>
                <a:lnTo>
                  <a:pt x="2114550" y="304800"/>
                </a:lnTo>
                <a:lnTo>
                  <a:pt x="2105025" y="304800"/>
                </a:lnTo>
                <a:close/>
                <a:moveTo>
                  <a:pt x="314325" y="304800"/>
                </a:moveTo>
                <a:lnTo>
                  <a:pt x="323850" y="304800"/>
                </a:lnTo>
                <a:lnTo>
                  <a:pt x="323850" y="314325"/>
                </a:lnTo>
                <a:lnTo>
                  <a:pt x="314325" y="314325"/>
                </a:lnTo>
                <a:close/>
                <a:moveTo>
                  <a:pt x="2114550" y="304800"/>
                </a:moveTo>
                <a:lnTo>
                  <a:pt x="2124075" y="304800"/>
                </a:lnTo>
                <a:lnTo>
                  <a:pt x="2124075" y="314325"/>
                </a:lnTo>
                <a:lnTo>
                  <a:pt x="2114550" y="314325"/>
                </a:lnTo>
                <a:close/>
                <a:moveTo>
                  <a:pt x="304800" y="314325"/>
                </a:moveTo>
                <a:lnTo>
                  <a:pt x="314325" y="314325"/>
                </a:lnTo>
                <a:lnTo>
                  <a:pt x="314325" y="323850"/>
                </a:lnTo>
                <a:lnTo>
                  <a:pt x="304800" y="323850"/>
                </a:lnTo>
                <a:close/>
                <a:moveTo>
                  <a:pt x="2124075" y="314325"/>
                </a:moveTo>
                <a:lnTo>
                  <a:pt x="2133600" y="314325"/>
                </a:lnTo>
                <a:lnTo>
                  <a:pt x="2133600" y="323850"/>
                </a:lnTo>
                <a:lnTo>
                  <a:pt x="2124075" y="323850"/>
                </a:lnTo>
                <a:close/>
                <a:moveTo>
                  <a:pt x="295275" y="323850"/>
                </a:moveTo>
                <a:lnTo>
                  <a:pt x="304800" y="323850"/>
                </a:lnTo>
                <a:lnTo>
                  <a:pt x="304800" y="333375"/>
                </a:lnTo>
                <a:lnTo>
                  <a:pt x="295275" y="333375"/>
                </a:lnTo>
                <a:close/>
                <a:moveTo>
                  <a:pt x="1171575" y="323850"/>
                </a:moveTo>
                <a:lnTo>
                  <a:pt x="1200150" y="323850"/>
                </a:lnTo>
                <a:lnTo>
                  <a:pt x="1200150" y="333375"/>
                </a:lnTo>
                <a:lnTo>
                  <a:pt x="1171575" y="333375"/>
                </a:lnTo>
                <a:close/>
                <a:moveTo>
                  <a:pt x="1228725" y="323850"/>
                </a:moveTo>
                <a:lnTo>
                  <a:pt x="1285875" y="323850"/>
                </a:lnTo>
                <a:lnTo>
                  <a:pt x="1285875" y="333375"/>
                </a:lnTo>
                <a:lnTo>
                  <a:pt x="1228725" y="333375"/>
                </a:lnTo>
                <a:close/>
                <a:moveTo>
                  <a:pt x="2133600" y="323850"/>
                </a:moveTo>
                <a:lnTo>
                  <a:pt x="2143125" y="323850"/>
                </a:lnTo>
                <a:lnTo>
                  <a:pt x="2143125" y="333375"/>
                </a:lnTo>
                <a:lnTo>
                  <a:pt x="2133600" y="333375"/>
                </a:lnTo>
                <a:close/>
                <a:moveTo>
                  <a:pt x="323850" y="333375"/>
                </a:moveTo>
                <a:lnTo>
                  <a:pt x="333375" y="333375"/>
                </a:lnTo>
                <a:lnTo>
                  <a:pt x="333375" y="342900"/>
                </a:lnTo>
                <a:lnTo>
                  <a:pt x="323850" y="342900"/>
                </a:lnTo>
                <a:close/>
                <a:moveTo>
                  <a:pt x="1019175" y="333375"/>
                </a:moveTo>
                <a:lnTo>
                  <a:pt x="1038225" y="333375"/>
                </a:lnTo>
                <a:lnTo>
                  <a:pt x="1038225" y="342900"/>
                </a:lnTo>
                <a:lnTo>
                  <a:pt x="1019175" y="342900"/>
                </a:lnTo>
                <a:close/>
                <a:moveTo>
                  <a:pt x="1419225" y="333375"/>
                </a:moveTo>
                <a:lnTo>
                  <a:pt x="1438275" y="333375"/>
                </a:lnTo>
                <a:lnTo>
                  <a:pt x="1438275" y="342900"/>
                </a:lnTo>
                <a:lnTo>
                  <a:pt x="1419225" y="342900"/>
                </a:lnTo>
                <a:close/>
                <a:moveTo>
                  <a:pt x="2143125" y="333375"/>
                </a:moveTo>
                <a:lnTo>
                  <a:pt x="2152650" y="333375"/>
                </a:lnTo>
                <a:lnTo>
                  <a:pt x="2152650" y="342900"/>
                </a:lnTo>
                <a:lnTo>
                  <a:pt x="2143125" y="342900"/>
                </a:lnTo>
                <a:close/>
                <a:moveTo>
                  <a:pt x="314325" y="342900"/>
                </a:moveTo>
                <a:lnTo>
                  <a:pt x="323850" y="342900"/>
                </a:lnTo>
                <a:lnTo>
                  <a:pt x="323850" y="352425"/>
                </a:lnTo>
                <a:lnTo>
                  <a:pt x="314325" y="352425"/>
                </a:lnTo>
                <a:close/>
                <a:moveTo>
                  <a:pt x="923925" y="342900"/>
                </a:moveTo>
                <a:lnTo>
                  <a:pt x="933450" y="342900"/>
                </a:lnTo>
                <a:lnTo>
                  <a:pt x="933450" y="352425"/>
                </a:lnTo>
                <a:lnTo>
                  <a:pt x="923925" y="352425"/>
                </a:lnTo>
                <a:close/>
                <a:moveTo>
                  <a:pt x="1514475" y="342900"/>
                </a:moveTo>
                <a:lnTo>
                  <a:pt x="1524000" y="342900"/>
                </a:lnTo>
                <a:lnTo>
                  <a:pt x="1524000" y="352425"/>
                </a:lnTo>
                <a:lnTo>
                  <a:pt x="1514475" y="352425"/>
                </a:lnTo>
                <a:close/>
                <a:moveTo>
                  <a:pt x="2114550" y="342900"/>
                </a:moveTo>
                <a:lnTo>
                  <a:pt x="2124075" y="342900"/>
                </a:lnTo>
                <a:lnTo>
                  <a:pt x="2124075" y="352425"/>
                </a:lnTo>
                <a:lnTo>
                  <a:pt x="2114550" y="352425"/>
                </a:lnTo>
                <a:close/>
                <a:moveTo>
                  <a:pt x="304800" y="352425"/>
                </a:moveTo>
                <a:lnTo>
                  <a:pt x="314325" y="352425"/>
                </a:lnTo>
                <a:lnTo>
                  <a:pt x="314325" y="361950"/>
                </a:lnTo>
                <a:lnTo>
                  <a:pt x="304800" y="361950"/>
                </a:lnTo>
                <a:close/>
                <a:moveTo>
                  <a:pt x="2152650" y="352425"/>
                </a:moveTo>
                <a:lnTo>
                  <a:pt x="2162175" y="352425"/>
                </a:lnTo>
                <a:lnTo>
                  <a:pt x="2162175" y="361950"/>
                </a:lnTo>
                <a:lnTo>
                  <a:pt x="2152650" y="361950"/>
                </a:lnTo>
                <a:close/>
                <a:moveTo>
                  <a:pt x="266700" y="361950"/>
                </a:moveTo>
                <a:lnTo>
                  <a:pt x="276225" y="361950"/>
                </a:lnTo>
                <a:lnTo>
                  <a:pt x="276225" y="371475"/>
                </a:lnTo>
                <a:lnTo>
                  <a:pt x="266700" y="371475"/>
                </a:lnTo>
                <a:close/>
                <a:moveTo>
                  <a:pt x="2162175" y="361950"/>
                </a:moveTo>
                <a:lnTo>
                  <a:pt x="2171700" y="361950"/>
                </a:lnTo>
                <a:lnTo>
                  <a:pt x="2171700" y="371475"/>
                </a:lnTo>
                <a:lnTo>
                  <a:pt x="2162175" y="371475"/>
                </a:lnTo>
                <a:close/>
                <a:moveTo>
                  <a:pt x="1104900" y="371475"/>
                </a:moveTo>
                <a:lnTo>
                  <a:pt x="1114425" y="371475"/>
                </a:lnTo>
                <a:lnTo>
                  <a:pt x="1114425" y="381000"/>
                </a:lnTo>
                <a:lnTo>
                  <a:pt x="1104900" y="381000"/>
                </a:lnTo>
                <a:close/>
                <a:moveTo>
                  <a:pt x="1362075" y="371475"/>
                </a:moveTo>
                <a:lnTo>
                  <a:pt x="1381125" y="371475"/>
                </a:lnTo>
                <a:lnTo>
                  <a:pt x="1381125" y="381000"/>
                </a:lnTo>
                <a:lnTo>
                  <a:pt x="1362075" y="381000"/>
                </a:lnTo>
                <a:close/>
                <a:moveTo>
                  <a:pt x="2171700" y="371475"/>
                </a:moveTo>
                <a:lnTo>
                  <a:pt x="2181225" y="371475"/>
                </a:lnTo>
                <a:lnTo>
                  <a:pt x="2181225" y="381000"/>
                </a:lnTo>
                <a:lnTo>
                  <a:pt x="2171700" y="381000"/>
                </a:lnTo>
                <a:close/>
                <a:moveTo>
                  <a:pt x="1695450" y="381000"/>
                </a:moveTo>
                <a:lnTo>
                  <a:pt x="1704975" y="381000"/>
                </a:lnTo>
                <a:lnTo>
                  <a:pt x="1704975" y="390525"/>
                </a:lnTo>
                <a:lnTo>
                  <a:pt x="1695450" y="390525"/>
                </a:lnTo>
                <a:close/>
                <a:moveTo>
                  <a:pt x="247650" y="390525"/>
                </a:moveTo>
                <a:lnTo>
                  <a:pt x="257175" y="390525"/>
                </a:lnTo>
                <a:lnTo>
                  <a:pt x="257175" y="400050"/>
                </a:lnTo>
                <a:lnTo>
                  <a:pt x="247650" y="400050"/>
                </a:lnTo>
                <a:close/>
                <a:moveTo>
                  <a:pt x="904875" y="390525"/>
                </a:moveTo>
                <a:lnTo>
                  <a:pt x="914400" y="390525"/>
                </a:lnTo>
                <a:lnTo>
                  <a:pt x="914400" y="400050"/>
                </a:lnTo>
                <a:lnTo>
                  <a:pt x="904875" y="400050"/>
                </a:lnTo>
                <a:close/>
                <a:moveTo>
                  <a:pt x="1552575" y="390525"/>
                </a:moveTo>
                <a:lnTo>
                  <a:pt x="1562100" y="390525"/>
                </a:lnTo>
                <a:lnTo>
                  <a:pt x="1562100" y="400050"/>
                </a:lnTo>
                <a:lnTo>
                  <a:pt x="1552575" y="400050"/>
                </a:lnTo>
                <a:close/>
                <a:moveTo>
                  <a:pt x="1714500" y="390525"/>
                </a:moveTo>
                <a:lnTo>
                  <a:pt x="1724025" y="390525"/>
                </a:lnTo>
                <a:lnTo>
                  <a:pt x="1724025" y="400050"/>
                </a:lnTo>
                <a:lnTo>
                  <a:pt x="1714500" y="400050"/>
                </a:lnTo>
                <a:close/>
                <a:moveTo>
                  <a:pt x="2181225" y="390525"/>
                </a:moveTo>
                <a:lnTo>
                  <a:pt x="2190750" y="390525"/>
                </a:lnTo>
                <a:lnTo>
                  <a:pt x="2190750" y="400050"/>
                </a:lnTo>
                <a:lnTo>
                  <a:pt x="2181225" y="400050"/>
                </a:lnTo>
                <a:close/>
                <a:moveTo>
                  <a:pt x="238125" y="400050"/>
                </a:moveTo>
                <a:lnTo>
                  <a:pt x="247650" y="400050"/>
                </a:lnTo>
                <a:lnTo>
                  <a:pt x="247650" y="409575"/>
                </a:lnTo>
                <a:lnTo>
                  <a:pt x="238125" y="409575"/>
                </a:lnTo>
                <a:close/>
                <a:moveTo>
                  <a:pt x="847725" y="400050"/>
                </a:moveTo>
                <a:lnTo>
                  <a:pt x="857250" y="400050"/>
                </a:lnTo>
                <a:lnTo>
                  <a:pt x="857250" y="409575"/>
                </a:lnTo>
                <a:lnTo>
                  <a:pt x="847725" y="409575"/>
                </a:lnTo>
                <a:close/>
                <a:moveTo>
                  <a:pt x="1609725" y="400050"/>
                </a:moveTo>
                <a:lnTo>
                  <a:pt x="1619250" y="400050"/>
                </a:lnTo>
                <a:lnTo>
                  <a:pt x="1619250" y="409575"/>
                </a:lnTo>
                <a:lnTo>
                  <a:pt x="1609725" y="409575"/>
                </a:lnTo>
                <a:close/>
                <a:moveTo>
                  <a:pt x="2190750" y="400050"/>
                </a:moveTo>
                <a:lnTo>
                  <a:pt x="2200275" y="400050"/>
                </a:lnTo>
                <a:lnTo>
                  <a:pt x="2200275" y="419100"/>
                </a:lnTo>
                <a:lnTo>
                  <a:pt x="2190750" y="419100"/>
                </a:lnTo>
                <a:close/>
                <a:moveTo>
                  <a:pt x="1647825" y="409575"/>
                </a:moveTo>
                <a:lnTo>
                  <a:pt x="1657350" y="409575"/>
                </a:lnTo>
                <a:lnTo>
                  <a:pt x="1657350" y="419100"/>
                </a:lnTo>
                <a:lnTo>
                  <a:pt x="1647825" y="419100"/>
                </a:lnTo>
                <a:close/>
                <a:moveTo>
                  <a:pt x="228600" y="419100"/>
                </a:moveTo>
                <a:lnTo>
                  <a:pt x="238125" y="419100"/>
                </a:lnTo>
                <a:lnTo>
                  <a:pt x="238125" y="428625"/>
                </a:lnTo>
                <a:lnTo>
                  <a:pt x="228600" y="428625"/>
                </a:lnTo>
                <a:close/>
                <a:moveTo>
                  <a:pt x="762000" y="419100"/>
                </a:moveTo>
                <a:lnTo>
                  <a:pt x="771525" y="419100"/>
                </a:lnTo>
                <a:lnTo>
                  <a:pt x="771525" y="428625"/>
                </a:lnTo>
                <a:lnTo>
                  <a:pt x="762000" y="428625"/>
                </a:lnTo>
                <a:close/>
                <a:moveTo>
                  <a:pt x="1676400" y="419100"/>
                </a:moveTo>
                <a:lnTo>
                  <a:pt x="1685925" y="419100"/>
                </a:lnTo>
                <a:lnTo>
                  <a:pt x="1685925" y="428625"/>
                </a:lnTo>
                <a:lnTo>
                  <a:pt x="1676400" y="428625"/>
                </a:lnTo>
                <a:close/>
                <a:moveTo>
                  <a:pt x="2200275" y="419100"/>
                </a:moveTo>
                <a:lnTo>
                  <a:pt x="2209800" y="419100"/>
                </a:lnTo>
                <a:lnTo>
                  <a:pt x="2209800" y="428625"/>
                </a:lnTo>
                <a:lnTo>
                  <a:pt x="2200275" y="428625"/>
                </a:lnTo>
                <a:close/>
                <a:moveTo>
                  <a:pt x="257175" y="428625"/>
                </a:moveTo>
                <a:lnTo>
                  <a:pt x="266700" y="428625"/>
                </a:lnTo>
                <a:lnTo>
                  <a:pt x="266700" y="438150"/>
                </a:lnTo>
                <a:lnTo>
                  <a:pt x="257175" y="438150"/>
                </a:lnTo>
                <a:close/>
                <a:moveTo>
                  <a:pt x="2171700" y="428625"/>
                </a:moveTo>
                <a:lnTo>
                  <a:pt x="2181225" y="428625"/>
                </a:lnTo>
                <a:lnTo>
                  <a:pt x="2181225" y="438150"/>
                </a:lnTo>
                <a:lnTo>
                  <a:pt x="2171700" y="438150"/>
                </a:lnTo>
                <a:close/>
                <a:moveTo>
                  <a:pt x="219075" y="438150"/>
                </a:moveTo>
                <a:lnTo>
                  <a:pt x="228600" y="438150"/>
                </a:lnTo>
                <a:lnTo>
                  <a:pt x="228600" y="457200"/>
                </a:lnTo>
                <a:lnTo>
                  <a:pt x="219075" y="457200"/>
                </a:lnTo>
                <a:close/>
                <a:moveTo>
                  <a:pt x="2209800" y="438150"/>
                </a:moveTo>
                <a:lnTo>
                  <a:pt x="2219325" y="438150"/>
                </a:lnTo>
                <a:lnTo>
                  <a:pt x="2219325" y="457200"/>
                </a:lnTo>
                <a:lnTo>
                  <a:pt x="2209800" y="457200"/>
                </a:lnTo>
                <a:close/>
                <a:moveTo>
                  <a:pt x="247650" y="447675"/>
                </a:moveTo>
                <a:lnTo>
                  <a:pt x="257175" y="447675"/>
                </a:lnTo>
                <a:lnTo>
                  <a:pt x="257175" y="457200"/>
                </a:lnTo>
                <a:lnTo>
                  <a:pt x="247650" y="457200"/>
                </a:lnTo>
                <a:close/>
                <a:moveTo>
                  <a:pt x="2181225" y="447675"/>
                </a:moveTo>
                <a:lnTo>
                  <a:pt x="2190750" y="447675"/>
                </a:lnTo>
                <a:lnTo>
                  <a:pt x="2190750" y="457200"/>
                </a:lnTo>
                <a:lnTo>
                  <a:pt x="2181225" y="457200"/>
                </a:lnTo>
                <a:close/>
                <a:moveTo>
                  <a:pt x="209550" y="457200"/>
                </a:moveTo>
                <a:lnTo>
                  <a:pt x="219075" y="457200"/>
                </a:lnTo>
                <a:lnTo>
                  <a:pt x="219075" y="476250"/>
                </a:lnTo>
                <a:lnTo>
                  <a:pt x="209550" y="476250"/>
                </a:lnTo>
                <a:close/>
                <a:moveTo>
                  <a:pt x="590550" y="457200"/>
                </a:moveTo>
                <a:lnTo>
                  <a:pt x="609600" y="457200"/>
                </a:lnTo>
                <a:lnTo>
                  <a:pt x="609600" y="466725"/>
                </a:lnTo>
                <a:lnTo>
                  <a:pt x="590550" y="466725"/>
                </a:lnTo>
                <a:close/>
                <a:moveTo>
                  <a:pt x="1857375" y="457200"/>
                </a:moveTo>
                <a:lnTo>
                  <a:pt x="1866900" y="457200"/>
                </a:lnTo>
                <a:lnTo>
                  <a:pt x="1866900" y="466725"/>
                </a:lnTo>
                <a:lnTo>
                  <a:pt x="1857375" y="466725"/>
                </a:lnTo>
                <a:close/>
                <a:moveTo>
                  <a:pt x="238125" y="466725"/>
                </a:moveTo>
                <a:lnTo>
                  <a:pt x="247650" y="466725"/>
                </a:lnTo>
                <a:lnTo>
                  <a:pt x="247650" y="476250"/>
                </a:lnTo>
                <a:lnTo>
                  <a:pt x="238125" y="476250"/>
                </a:lnTo>
                <a:close/>
                <a:moveTo>
                  <a:pt x="704850" y="466725"/>
                </a:moveTo>
                <a:lnTo>
                  <a:pt x="714375" y="466725"/>
                </a:lnTo>
                <a:lnTo>
                  <a:pt x="714375" y="476250"/>
                </a:lnTo>
                <a:lnTo>
                  <a:pt x="704850" y="476250"/>
                </a:lnTo>
                <a:close/>
                <a:moveTo>
                  <a:pt x="2219325" y="466725"/>
                </a:moveTo>
                <a:lnTo>
                  <a:pt x="2228850" y="466725"/>
                </a:lnTo>
                <a:lnTo>
                  <a:pt x="2228850" y="476250"/>
                </a:lnTo>
                <a:lnTo>
                  <a:pt x="2219325" y="476250"/>
                </a:lnTo>
                <a:close/>
                <a:moveTo>
                  <a:pt x="200025" y="485775"/>
                </a:moveTo>
                <a:lnTo>
                  <a:pt x="209550" y="485775"/>
                </a:lnTo>
                <a:lnTo>
                  <a:pt x="209550" y="504825"/>
                </a:lnTo>
                <a:lnTo>
                  <a:pt x="200025" y="504825"/>
                </a:lnTo>
                <a:close/>
                <a:moveTo>
                  <a:pt x="2228850" y="485775"/>
                </a:moveTo>
                <a:lnTo>
                  <a:pt x="2238375" y="485775"/>
                </a:lnTo>
                <a:lnTo>
                  <a:pt x="2238375" y="504825"/>
                </a:lnTo>
                <a:lnTo>
                  <a:pt x="2228850" y="504825"/>
                </a:lnTo>
                <a:close/>
                <a:moveTo>
                  <a:pt x="676275" y="495300"/>
                </a:moveTo>
                <a:lnTo>
                  <a:pt x="685800" y="495300"/>
                </a:lnTo>
                <a:lnTo>
                  <a:pt x="685800" y="504825"/>
                </a:lnTo>
                <a:lnTo>
                  <a:pt x="676275" y="504825"/>
                </a:lnTo>
                <a:close/>
                <a:moveTo>
                  <a:pt x="190500" y="514350"/>
                </a:moveTo>
                <a:lnTo>
                  <a:pt x="200025" y="514350"/>
                </a:lnTo>
                <a:lnTo>
                  <a:pt x="200025" y="533400"/>
                </a:lnTo>
                <a:lnTo>
                  <a:pt x="190500" y="533400"/>
                </a:lnTo>
                <a:close/>
                <a:moveTo>
                  <a:pt x="2238375" y="514350"/>
                </a:moveTo>
                <a:lnTo>
                  <a:pt x="2247900" y="514350"/>
                </a:lnTo>
                <a:lnTo>
                  <a:pt x="2247900" y="542925"/>
                </a:lnTo>
                <a:lnTo>
                  <a:pt x="2238375" y="542925"/>
                </a:lnTo>
                <a:close/>
                <a:moveTo>
                  <a:pt x="1019175" y="533400"/>
                </a:moveTo>
                <a:lnTo>
                  <a:pt x="1028700" y="533400"/>
                </a:lnTo>
                <a:lnTo>
                  <a:pt x="1028700" y="542925"/>
                </a:lnTo>
                <a:lnTo>
                  <a:pt x="1019175" y="542925"/>
                </a:lnTo>
                <a:close/>
                <a:moveTo>
                  <a:pt x="2219325" y="542925"/>
                </a:moveTo>
                <a:lnTo>
                  <a:pt x="2228850" y="542925"/>
                </a:lnTo>
                <a:lnTo>
                  <a:pt x="2228850" y="561975"/>
                </a:lnTo>
                <a:lnTo>
                  <a:pt x="2219325" y="561975"/>
                </a:lnTo>
                <a:close/>
                <a:moveTo>
                  <a:pt x="180975" y="552450"/>
                </a:moveTo>
                <a:lnTo>
                  <a:pt x="190500" y="552450"/>
                </a:lnTo>
                <a:lnTo>
                  <a:pt x="190500" y="590550"/>
                </a:lnTo>
                <a:lnTo>
                  <a:pt x="180975" y="590550"/>
                </a:lnTo>
                <a:close/>
                <a:moveTo>
                  <a:pt x="495300" y="552450"/>
                </a:moveTo>
                <a:lnTo>
                  <a:pt x="504825" y="552450"/>
                </a:lnTo>
                <a:lnTo>
                  <a:pt x="504825" y="600075"/>
                </a:lnTo>
                <a:lnTo>
                  <a:pt x="495300" y="600075"/>
                </a:lnTo>
                <a:close/>
                <a:moveTo>
                  <a:pt x="1733550" y="552450"/>
                </a:moveTo>
                <a:lnTo>
                  <a:pt x="1743075" y="552450"/>
                </a:lnTo>
                <a:lnTo>
                  <a:pt x="1743075" y="561975"/>
                </a:lnTo>
                <a:lnTo>
                  <a:pt x="1733550" y="561975"/>
                </a:lnTo>
                <a:close/>
                <a:moveTo>
                  <a:pt x="2247900" y="561975"/>
                </a:moveTo>
                <a:lnTo>
                  <a:pt x="2257425" y="561975"/>
                </a:lnTo>
                <a:lnTo>
                  <a:pt x="2257425" y="609600"/>
                </a:lnTo>
                <a:lnTo>
                  <a:pt x="2247900" y="609600"/>
                </a:lnTo>
                <a:close/>
                <a:moveTo>
                  <a:pt x="1200150" y="581025"/>
                </a:moveTo>
                <a:lnTo>
                  <a:pt x="1209675" y="581025"/>
                </a:lnTo>
                <a:lnTo>
                  <a:pt x="1209675" y="590550"/>
                </a:lnTo>
                <a:lnTo>
                  <a:pt x="1200150" y="590550"/>
                </a:lnTo>
                <a:close/>
                <a:moveTo>
                  <a:pt x="1352550" y="581025"/>
                </a:moveTo>
                <a:lnTo>
                  <a:pt x="1362075" y="581025"/>
                </a:lnTo>
                <a:lnTo>
                  <a:pt x="1362075" y="609600"/>
                </a:lnTo>
                <a:lnTo>
                  <a:pt x="1352550" y="609600"/>
                </a:lnTo>
                <a:close/>
                <a:moveTo>
                  <a:pt x="695325" y="609600"/>
                </a:moveTo>
                <a:lnTo>
                  <a:pt x="704850" y="609600"/>
                </a:lnTo>
                <a:lnTo>
                  <a:pt x="704850" y="619125"/>
                </a:lnTo>
                <a:lnTo>
                  <a:pt x="695325" y="619125"/>
                </a:lnTo>
                <a:close/>
                <a:moveTo>
                  <a:pt x="1200150" y="647700"/>
                </a:moveTo>
                <a:lnTo>
                  <a:pt x="1209675" y="647700"/>
                </a:lnTo>
                <a:lnTo>
                  <a:pt x="1209675" y="657225"/>
                </a:lnTo>
                <a:lnTo>
                  <a:pt x="1200150" y="657225"/>
                </a:lnTo>
                <a:close/>
                <a:moveTo>
                  <a:pt x="933450" y="657225"/>
                </a:moveTo>
                <a:lnTo>
                  <a:pt x="942975" y="657225"/>
                </a:lnTo>
                <a:lnTo>
                  <a:pt x="942975" y="666750"/>
                </a:lnTo>
                <a:lnTo>
                  <a:pt x="933450" y="666750"/>
                </a:lnTo>
                <a:close/>
                <a:moveTo>
                  <a:pt x="1457325" y="657225"/>
                </a:moveTo>
                <a:lnTo>
                  <a:pt x="1466850" y="657225"/>
                </a:lnTo>
                <a:lnTo>
                  <a:pt x="1466850" y="666750"/>
                </a:lnTo>
                <a:lnTo>
                  <a:pt x="1457325" y="666750"/>
                </a:lnTo>
                <a:close/>
                <a:moveTo>
                  <a:pt x="1819275" y="666750"/>
                </a:moveTo>
                <a:lnTo>
                  <a:pt x="1828800" y="666750"/>
                </a:lnTo>
                <a:lnTo>
                  <a:pt x="1828800" y="676275"/>
                </a:lnTo>
                <a:lnTo>
                  <a:pt x="1819275" y="676275"/>
                </a:lnTo>
                <a:close/>
                <a:moveTo>
                  <a:pt x="704850" y="676275"/>
                </a:moveTo>
                <a:lnTo>
                  <a:pt x="714375" y="676275"/>
                </a:lnTo>
                <a:lnTo>
                  <a:pt x="714375" y="685800"/>
                </a:lnTo>
                <a:lnTo>
                  <a:pt x="704850" y="685800"/>
                </a:lnTo>
                <a:close/>
                <a:moveTo>
                  <a:pt x="714375" y="695325"/>
                </a:moveTo>
                <a:lnTo>
                  <a:pt x="723900" y="695325"/>
                </a:lnTo>
                <a:lnTo>
                  <a:pt x="723900" y="704850"/>
                </a:lnTo>
                <a:lnTo>
                  <a:pt x="714375" y="704850"/>
                </a:lnTo>
                <a:close/>
                <a:moveTo>
                  <a:pt x="1524000" y="733425"/>
                </a:moveTo>
                <a:lnTo>
                  <a:pt x="1533525" y="733425"/>
                </a:lnTo>
                <a:lnTo>
                  <a:pt x="1533525" y="742950"/>
                </a:lnTo>
                <a:lnTo>
                  <a:pt x="1524000" y="742950"/>
                </a:lnTo>
                <a:close/>
                <a:moveTo>
                  <a:pt x="1047750" y="742950"/>
                </a:moveTo>
                <a:lnTo>
                  <a:pt x="1104900" y="742950"/>
                </a:lnTo>
                <a:lnTo>
                  <a:pt x="1104900" y="752475"/>
                </a:lnTo>
                <a:lnTo>
                  <a:pt x="1114425" y="752475"/>
                </a:lnTo>
                <a:lnTo>
                  <a:pt x="1114425" y="771525"/>
                </a:lnTo>
                <a:lnTo>
                  <a:pt x="1095375" y="771525"/>
                </a:lnTo>
                <a:lnTo>
                  <a:pt x="1095375" y="781050"/>
                </a:lnTo>
                <a:lnTo>
                  <a:pt x="1085850" y="781050"/>
                </a:lnTo>
                <a:lnTo>
                  <a:pt x="1085850" y="762000"/>
                </a:lnTo>
                <a:lnTo>
                  <a:pt x="1057275" y="762000"/>
                </a:lnTo>
                <a:lnTo>
                  <a:pt x="1057275" y="771525"/>
                </a:lnTo>
                <a:lnTo>
                  <a:pt x="1047750" y="771525"/>
                </a:lnTo>
                <a:lnTo>
                  <a:pt x="1047750" y="781050"/>
                </a:lnTo>
                <a:lnTo>
                  <a:pt x="1038225" y="781050"/>
                </a:lnTo>
                <a:lnTo>
                  <a:pt x="1038225" y="762000"/>
                </a:lnTo>
                <a:lnTo>
                  <a:pt x="1047750" y="762000"/>
                </a:lnTo>
                <a:close/>
                <a:moveTo>
                  <a:pt x="1257300" y="742950"/>
                </a:moveTo>
                <a:lnTo>
                  <a:pt x="1266825" y="742950"/>
                </a:lnTo>
                <a:lnTo>
                  <a:pt x="1266825" y="762000"/>
                </a:lnTo>
                <a:lnTo>
                  <a:pt x="1276350" y="762000"/>
                </a:lnTo>
                <a:lnTo>
                  <a:pt x="1276350" y="742950"/>
                </a:lnTo>
                <a:lnTo>
                  <a:pt x="1285875" y="742950"/>
                </a:lnTo>
                <a:lnTo>
                  <a:pt x="1285875" y="866775"/>
                </a:lnTo>
                <a:lnTo>
                  <a:pt x="1266825" y="866775"/>
                </a:lnTo>
                <a:lnTo>
                  <a:pt x="1266825" y="857250"/>
                </a:lnTo>
                <a:lnTo>
                  <a:pt x="1257300" y="857250"/>
                </a:lnTo>
                <a:close/>
                <a:moveTo>
                  <a:pt x="1409700" y="742950"/>
                </a:moveTo>
                <a:lnTo>
                  <a:pt x="1419225" y="742950"/>
                </a:lnTo>
                <a:lnTo>
                  <a:pt x="1419225" y="752475"/>
                </a:lnTo>
                <a:lnTo>
                  <a:pt x="1409700" y="752475"/>
                </a:lnTo>
                <a:close/>
                <a:moveTo>
                  <a:pt x="1428750" y="742950"/>
                </a:moveTo>
                <a:lnTo>
                  <a:pt x="1438275" y="742950"/>
                </a:lnTo>
                <a:lnTo>
                  <a:pt x="1438275" y="752475"/>
                </a:lnTo>
                <a:lnTo>
                  <a:pt x="1428750" y="752475"/>
                </a:lnTo>
                <a:close/>
                <a:moveTo>
                  <a:pt x="1466850" y="742950"/>
                </a:moveTo>
                <a:lnTo>
                  <a:pt x="1485900" y="742950"/>
                </a:lnTo>
                <a:lnTo>
                  <a:pt x="1485900" y="752475"/>
                </a:lnTo>
                <a:lnTo>
                  <a:pt x="1466850" y="752475"/>
                </a:lnTo>
                <a:close/>
                <a:moveTo>
                  <a:pt x="1514475" y="742950"/>
                </a:moveTo>
                <a:lnTo>
                  <a:pt x="1524000" y="742950"/>
                </a:lnTo>
                <a:lnTo>
                  <a:pt x="1524000" y="847725"/>
                </a:lnTo>
                <a:lnTo>
                  <a:pt x="1514475" y="847725"/>
                </a:lnTo>
                <a:close/>
                <a:moveTo>
                  <a:pt x="1419225" y="752475"/>
                </a:moveTo>
                <a:lnTo>
                  <a:pt x="1428750" y="752475"/>
                </a:lnTo>
                <a:lnTo>
                  <a:pt x="1428750" y="762000"/>
                </a:lnTo>
                <a:lnTo>
                  <a:pt x="1419225" y="762000"/>
                </a:lnTo>
                <a:close/>
                <a:moveTo>
                  <a:pt x="1162050" y="771525"/>
                </a:moveTo>
                <a:lnTo>
                  <a:pt x="1209675" y="771525"/>
                </a:lnTo>
                <a:lnTo>
                  <a:pt x="1209675" y="781050"/>
                </a:lnTo>
                <a:lnTo>
                  <a:pt x="1200150" y="781050"/>
                </a:lnTo>
                <a:lnTo>
                  <a:pt x="1200150" y="790575"/>
                </a:lnTo>
                <a:lnTo>
                  <a:pt x="1181100" y="790575"/>
                </a:lnTo>
                <a:lnTo>
                  <a:pt x="1181100" y="800100"/>
                </a:lnTo>
                <a:lnTo>
                  <a:pt x="1171575" y="800100"/>
                </a:lnTo>
                <a:lnTo>
                  <a:pt x="1171575" y="781050"/>
                </a:lnTo>
                <a:lnTo>
                  <a:pt x="1162050" y="781050"/>
                </a:lnTo>
                <a:close/>
                <a:moveTo>
                  <a:pt x="1333500" y="771525"/>
                </a:moveTo>
                <a:lnTo>
                  <a:pt x="1371600" y="771525"/>
                </a:lnTo>
                <a:lnTo>
                  <a:pt x="1371600" y="781050"/>
                </a:lnTo>
                <a:lnTo>
                  <a:pt x="1381125" y="781050"/>
                </a:lnTo>
                <a:lnTo>
                  <a:pt x="1381125" y="790575"/>
                </a:lnTo>
                <a:lnTo>
                  <a:pt x="1352550" y="790575"/>
                </a:lnTo>
                <a:lnTo>
                  <a:pt x="1352550" y="800100"/>
                </a:lnTo>
                <a:lnTo>
                  <a:pt x="1343025" y="800100"/>
                </a:lnTo>
                <a:lnTo>
                  <a:pt x="1343025" y="790575"/>
                </a:lnTo>
                <a:lnTo>
                  <a:pt x="1323975" y="790575"/>
                </a:lnTo>
                <a:lnTo>
                  <a:pt x="1323975" y="781050"/>
                </a:lnTo>
                <a:lnTo>
                  <a:pt x="1333500" y="781050"/>
                </a:lnTo>
                <a:close/>
                <a:moveTo>
                  <a:pt x="1419225" y="771525"/>
                </a:moveTo>
                <a:lnTo>
                  <a:pt x="1428750" y="771525"/>
                </a:lnTo>
                <a:lnTo>
                  <a:pt x="1428750" y="781050"/>
                </a:lnTo>
                <a:lnTo>
                  <a:pt x="1438275" y="781050"/>
                </a:lnTo>
                <a:lnTo>
                  <a:pt x="1438275" y="790575"/>
                </a:lnTo>
                <a:lnTo>
                  <a:pt x="1419225" y="790575"/>
                </a:lnTo>
                <a:lnTo>
                  <a:pt x="1419225" y="857250"/>
                </a:lnTo>
                <a:lnTo>
                  <a:pt x="1409700" y="857250"/>
                </a:lnTo>
                <a:lnTo>
                  <a:pt x="1409700" y="781050"/>
                </a:lnTo>
                <a:lnTo>
                  <a:pt x="1419225" y="781050"/>
                </a:lnTo>
                <a:close/>
                <a:moveTo>
                  <a:pt x="1600200" y="771525"/>
                </a:moveTo>
                <a:lnTo>
                  <a:pt x="1619250" y="771525"/>
                </a:lnTo>
                <a:lnTo>
                  <a:pt x="1619250" y="781050"/>
                </a:lnTo>
                <a:lnTo>
                  <a:pt x="1600200" y="781050"/>
                </a:lnTo>
                <a:close/>
                <a:moveTo>
                  <a:pt x="1638300" y="771525"/>
                </a:moveTo>
                <a:lnTo>
                  <a:pt x="1647825" y="771525"/>
                </a:lnTo>
                <a:lnTo>
                  <a:pt x="1647825" y="781050"/>
                </a:lnTo>
                <a:lnTo>
                  <a:pt x="1638300" y="781050"/>
                </a:lnTo>
                <a:close/>
                <a:moveTo>
                  <a:pt x="857250" y="781050"/>
                </a:moveTo>
                <a:lnTo>
                  <a:pt x="866775" y="781050"/>
                </a:lnTo>
                <a:lnTo>
                  <a:pt x="866775" y="790575"/>
                </a:lnTo>
                <a:lnTo>
                  <a:pt x="857250" y="790575"/>
                </a:lnTo>
                <a:close/>
                <a:moveTo>
                  <a:pt x="1047750" y="781050"/>
                </a:moveTo>
                <a:lnTo>
                  <a:pt x="1057275" y="781050"/>
                </a:lnTo>
                <a:lnTo>
                  <a:pt x="1057275" y="790575"/>
                </a:lnTo>
                <a:lnTo>
                  <a:pt x="1047750" y="790575"/>
                </a:lnTo>
                <a:close/>
                <a:moveTo>
                  <a:pt x="1152525" y="781050"/>
                </a:moveTo>
                <a:lnTo>
                  <a:pt x="1162050" y="781050"/>
                </a:lnTo>
                <a:lnTo>
                  <a:pt x="1162050" y="790575"/>
                </a:lnTo>
                <a:lnTo>
                  <a:pt x="1152525" y="790575"/>
                </a:lnTo>
                <a:close/>
                <a:moveTo>
                  <a:pt x="1209675" y="781050"/>
                </a:moveTo>
                <a:lnTo>
                  <a:pt x="1219200" y="781050"/>
                </a:lnTo>
                <a:lnTo>
                  <a:pt x="1219200" y="790575"/>
                </a:lnTo>
                <a:lnTo>
                  <a:pt x="1209675" y="790575"/>
                </a:lnTo>
                <a:close/>
                <a:moveTo>
                  <a:pt x="1143000" y="790575"/>
                </a:moveTo>
                <a:lnTo>
                  <a:pt x="1152525" y="790575"/>
                </a:lnTo>
                <a:lnTo>
                  <a:pt x="1152525" y="800100"/>
                </a:lnTo>
                <a:lnTo>
                  <a:pt x="1143000" y="800100"/>
                </a:lnTo>
                <a:close/>
                <a:moveTo>
                  <a:pt x="1219200" y="790575"/>
                </a:moveTo>
                <a:lnTo>
                  <a:pt x="1228725" y="790575"/>
                </a:lnTo>
                <a:lnTo>
                  <a:pt x="1228725" y="800100"/>
                </a:lnTo>
                <a:lnTo>
                  <a:pt x="1219200" y="800100"/>
                </a:lnTo>
                <a:close/>
                <a:moveTo>
                  <a:pt x="1609725" y="790575"/>
                </a:moveTo>
                <a:lnTo>
                  <a:pt x="1638300" y="790575"/>
                </a:lnTo>
                <a:lnTo>
                  <a:pt x="1638300" y="800100"/>
                </a:lnTo>
                <a:lnTo>
                  <a:pt x="1609725" y="800100"/>
                </a:lnTo>
                <a:close/>
                <a:moveTo>
                  <a:pt x="809625" y="800100"/>
                </a:moveTo>
                <a:lnTo>
                  <a:pt x="828675" y="800100"/>
                </a:lnTo>
                <a:lnTo>
                  <a:pt x="828675" y="809625"/>
                </a:lnTo>
                <a:lnTo>
                  <a:pt x="819150" y="809625"/>
                </a:lnTo>
                <a:lnTo>
                  <a:pt x="819150" y="828675"/>
                </a:lnTo>
                <a:lnTo>
                  <a:pt x="800100" y="828675"/>
                </a:lnTo>
                <a:lnTo>
                  <a:pt x="800100" y="809625"/>
                </a:lnTo>
                <a:lnTo>
                  <a:pt x="809625" y="809625"/>
                </a:lnTo>
                <a:close/>
                <a:moveTo>
                  <a:pt x="904875" y="800100"/>
                </a:moveTo>
                <a:lnTo>
                  <a:pt x="923925" y="800100"/>
                </a:lnTo>
                <a:lnTo>
                  <a:pt x="923925" y="809625"/>
                </a:lnTo>
                <a:lnTo>
                  <a:pt x="914400" y="809625"/>
                </a:lnTo>
                <a:lnTo>
                  <a:pt x="914400" y="866775"/>
                </a:lnTo>
                <a:lnTo>
                  <a:pt x="904875" y="866775"/>
                </a:lnTo>
                <a:lnTo>
                  <a:pt x="904875" y="857250"/>
                </a:lnTo>
                <a:lnTo>
                  <a:pt x="895350" y="857250"/>
                </a:lnTo>
                <a:lnTo>
                  <a:pt x="895350" y="847725"/>
                </a:lnTo>
                <a:lnTo>
                  <a:pt x="885825" y="847725"/>
                </a:lnTo>
                <a:lnTo>
                  <a:pt x="885825" y="828675"/>
                </a:lnTo>
                <a:lnTo>
                  <a:pt x="895350" y="828675"/>
                </a:lnTo>
                <a:lnTo>
                  <a:pt x="895350" y="809625"/>
                </a:lnTo>
                <a:lnTo>
                  <a:pt x="904875" y="809625"/>
                </a:lnTo>
                <a:close/>
                <a:moveTo>
                  <a:pt x="933450" y="800100"/>
                </a:moveTo>
                <a:lnTo>
                  <a:pt x="942975" y="800100"/>
                </a:lnTo>
                <a:lnTo>
                  <a:pt x="942975" y="809625"/>
                </a:lnTo>
                <a:lnTo>
                  <a:pt x="933450" y="809625"/>
                </a:lnTo>
                <a:close/>
                <a:moveTo>
                  <a:pt x="1162050" y="800100"/>
                </a:moveTo>
                <a:lnTo>
                  <a:pt x="1171575" y="800100"/>
                </a:lnTo>
                <a:lnTo>
                  <a:pt x="1171575" y="809625"/>
                </a:lnTo>
                <a:lnTo>
                  <a:pt x="1162050" y="809625"/>
                </a:lnTo>
                <a:close/>
                <a:moveTo>
                  <a:pt x="1228725" y="800100"/>
                </a:moveTo>
                <a:lnTo>
                  <a:pt x="1238250" y="800100"/>
                </a:lnTo>
                <a:lnTo>
                  <a:pt x="1238250" y="838200"/>
                </a:lnTo>
                <a:lnTo>
                  <a:pt x="1228725" y="838200"/>
                </a:lnTo>
                <a:lnTo>
                  <a:pt x="1228725" y="828675"/>
                </a:lnTo>
                <a:lnTo>
                  <a:pt x="1209675" y="828675"/>
                </a:lnTo>
                <a:lnTo>
                  <a:pt x="1209675" y="809625"/>
                </a:lnTo>
                <a:lnTo>
                  <a:pt x="1228725" y="809625"/>
                </a:lnTo>
                <a:close/>
                <a:moveTo>
                  <a:pt x="1333500" y="800100"/>
                </a:moveTo>
                <a:lnTo>
                  <a:pt x="1343025" y="800100"/>
                </a:lnTo>
                <a:lnTo>
                  <a:pt x="1343025" y="809625"/>
                </a:lnTo>
                <a:lnTo>
                  <a:pt x="1333500" y="809625"/>
                </a:lnTo>
                <a:close/>
                <a:moveTo>
                  <a:pt x="1571625" y="800100"/>
                </a:moveTo>
                <a:lnTo>
                  <a:pt x="1581150" y="800100"/>
                </a:lnTo>
                <a:lnTo>
                  <a:pt x="1581150" y="847725"/>
                </a:lnTo>
                <a:lnTo>
                  <a:pt x="1571625" y="847725"/>
                </a:lnTo>
                <a:close/>
                <a:moveTo>
                  <a:pt x="1600200" y="800100"/>
                </a:moveTo>
                <a:lnTo>
                  <a:pt x="1609725" y="800100"/>
                </a:lnTo>
                <a:lnTo>
                  <a:pt x="1609725" y="809625"/>
                </a:lnTo>
                <a:lnTo>
                  <a:pt x="1600200" y="809625"/>
                </a:lnTo>
                <a:close/>
                <a:moveTo>
                  <a:pt x="1638300" y="800100"/>
                </a:moveTo>
                <a:lnTo>
                  <a:pt x="1647825" y="800100"/>
                </a:lnTo>
                <a:lnTo>
                  <a:pt x="1647825" y="809625"/>
                </a:lnTo>
                <a:lnTo>
                  <a:pt x="1638300" y="809625"/>
                </a:lnTo>
                <a:close/>
                <a:moveTo>
                  <a:pt x="1047750" y="809625"/>
                </a:moveTo>
                <a:lnTo>
                  <a:pt x="1057275" y="809625"/>
                </a:lnTo>
                <a:lnTo>
                  <a:pt x="1057275" y="819150"/>
                </a:lnTo>
                <a:lnTo>
                  <a:pt x="1047750" y="819150"/>
                </a:lnTo>
                <a:close/>
                <a:moveTo>
                  <a:pt x="1133475" y="809625"/>
                </a:moveTo>
                <a:lnTo>
                  <a:pt x="1143000" y="809625"/>
                </a:lnTo>
                <a:lnTo>
                  <a:pt x="1143000" y="838200"/>
                </a:lnTo>
                <a:lnTo>
                  <a:pt x="1123950" y="838200"/>
                </a:lnTo>
                <a:lnTo>
                  <a:pt x="1123950" y="847725"/>
                </a:lnTo>
                <a:lnTo>
                  <a:pt x="1114425" y="847725"/>
                </a:lnTo>
                <a:lnTo>
                  <a:pt x="1114425" y="819150"/>
                </a:lnTo>
                <a:lnTo>
                  <a:pt x="1133475" y="819150"/>
                </a:lnTo>
                <a:close/>
                <a:moveTo>
                  <a:pt x="1314450" y="809625"/>
                </a:moveTo>
                <a:lnTo>
                  <a:pt x="1323975" y="809625"/>
                </a:lnTo>
                <a:lnTo>
                  <a:pt x="1323975" y="819150"/>
                </a:lnTo>
                <a:lnTo>
                  <a:pt x="1314450" y="819150"/>
                </a:lnTo>
                <a:close/>
                <a:moveTo>
                  <a:pt x="1343025" y="809625"/>
                </a:moveTo>
                <a:lnTo>
                  <a:pt x="1352550" y="809625"/>
                </a:lnTo>
                <a:lnTo>
                  <a:pt x="1352550" y="819150"/>
                </a:lnTo>
                <a:lnTo>
                  <a:pt x="1381125" y="819150"/>
                </a:lnTo>
                <a:lnTo>
                  <a:pt x="1381125" y="828675"/>
                </a:lnTo>
                <a:lnTo>
                  <a:pt x="1362075" y="828675"/>
                </a:lnTo>
                <a:lnTo>
                  <a:pt x="1362075" y="838200"/>
                </a:lnTo>
                <a:lnTo>
                  <a:pt x="1352550" y="838200"/>
                </a:lnTo>
                <a:lnTo>
                  <a:pt x="1352550" y="828675"/>
                </a:lnTo>
                <a:lnTo>
                  <a:pt x="1323975" y="828675"/>
                </a:lnTo>
                <a:lnTo>
                  <a:pt x="1323975" y="819150"/>
                </a:lnTo>
                <a:lnTo>
                  <a:pt x="1343025" y="819150"/>
                </a:lnTo>
                <a:close/>
                <a:moveTo>
                  <a:pt x="1666875" y="809625"/>
                </a:moveTo>
                <a:lnTo>
                  <a:pt x="1676400" y="809625"/>
                </a:lnTo>
                <a:lnTo>
                  <a:pt x="1676400" y="838200"/>
                </a:lnTo>
                <a:lnTo>
                  <a:pt x="1666875" y="838200"/>
                </a:lnTo>
                <a:close/>
                <a:moveTo>
                  <a:pt x="1038225" y="819150"/>
                </a:moveTo>
                <a:lnTo>
                  <a:pt x="1047750" y="819150"/>
                </a:lnTo>
                <a:lnTo>
                  <a:pt x="1047750" y="838200"/>
                </a:lnTo>
                <a:lnTo>
                  <a:pt x="1038225" y="838200"/>
                </a:lnTo>
                <a:close/>
                <a:moveTo>
                  <a:pt x="171450" y="828675"/>
                </a:moveTo>
                <a:lnTo>
                  <a:pt x="180975" y="828675"/>
                </a:lnTo>
                <a:lnTo>
                  <a:pt x="180975" y="857250"/>
                </a:lnTo>
                <a:lnTo>
                  <a:pt x="171450" y="857250"/>
                </a:lnTo>
                <a:close/>
                <a:moveTo>
                  <a:pt x="1381125" y="828675"/>
                </a:moveTo>
                <a:lnTo>
                  <a:pt x="1390650" y="828675"/>
                </a:lnTo>
                <a:lnTo>
                  <a:pt x="1390650" y="838200"/>
                </a:lnTo>
                <a:lnTo>
                  <a:pt x="1381125" y="838200"/>
                </a:lnTo>
                <a:close/>
                <a:moveTo>
                  <a:pt x="1047750" y="838200"/>
                </a:moveTo>
                <a:lnTo>
                  <a:pt x="1057275" y="838200"/>
                </a:lnTo>
                <a:lnTo>
                  <a:pt x="1057275" y="847725"/>
                </a:lnTo>
                <a:lnTo>
                  <a:pt x="1047750" y="847725"/>
                </a:lnTo>
                <a:close/>
                <a:moveTo>
                  <a:pt x="1200150" y="838200"/>
                </a:moveTo>
                <a:lnTo>
                  <a:pt x="1209675" y="838200"/>
                </a:lnTo>
                <a:lnTo>
                  <a:pt x="1209675" y="847725"/>
                </a:lnTo>
                <a:lnTo>
                  <a:pt x="1200150" y="847725"/>
                </a:lnTo>
                <a:close/>
                <a:moveTo>
                  <a:pt x="1362075" y="838200"/>
                </a:moveTo>
                <a:lnTo>
                  <a:pt x="1371600" y="838200"/>
                </a:lnTo>
                <a:lnTo>
                  <a:pt x="1371600" y="857250"/>
                </a:lnTo>
                <a:lnTo>
                  <a:pt x="1381125" y="857250"/>
                </a:lnTo>
                <a:lnTo>
                  <a:pt x="1381125" y="847725"/>
                </a:lnTo>
                <a:lnTo>
                  <a:pt x="1390650" y="847725"/>
                </a:lnTo>
                <a:lnTo>
                  <a:pt x="1390650" y="857250"/>
                </a:lnTo>
                <a:lnTo>
                  <a:pt x="1381125" y="857250"/>
                </a:lnTo>
                <a:lnTo>
                  <a:pt x="1381125" y="866775"/>
                </a:lnTo>
                <a:lnTo>
                  <a:pt x="1362075" y="866775"/>
                </a:lnTo>
                <a:lnTo>
                  <a:pt x="1362075" y="857250"/>
                </a:lnTo>
                <a:lnTo>
                  <a:pt x="1352550" y="857250"/>
                </a:lnTo>
                <a:lnTo>
                  <a:pt x="1352550" y="847725"/>
                </a:lnTo>
                <a:lnTo>
                  <a:pt x="1362075" y="847725"/>
                </a:lnTo>
                <a:close/>
                <a:moveTo>
                  <a:pt x="1543050" y="838200"/>
                </a:moveTo>
                <a:lnTo>
                  <a:pt x="1552575" y="838200"/>
                </a:lnTo>
                <a:lnTo>
                  <a:pt x="1552575" y="847725"/>
                </a:lnTo>
                <a:lnTo>
                  <a:pt x="1543050" y="847725"/>
                </a:lnTo>
                <a:close/>
                <a:moveTo>
                  <a:pt x="1590675" y="838200"/>
                </a:moveTo>
                <a:lnTo>
                  <a:pt x="1609725" y="838200"/>
                </a:lnTo>
                <a:lnTo>
                  <a:pt x="1609725" y="847725"/>
                </a:lnTo>
                <a:lnTo>
                  <a:pt x="1638300" y="847725"/>
                </a:lnTo>
                <a:lnTo>
                  <a:pt x="1638300" y="838200"/>
                </a:lnTo>
                <a:lnTo>
                  <a:pt x="1647825" y="838200"/>
                </a:lnTo>
                <a:lnTo>
                  <a:pt x="1647825" y="847725"/>
                </a:lnTo>
                <a:lnTo>
                  <a:pt x="1638300" y="847725"/>
                </a:lnTo>
                <a:lnTo>
                  <a:pt x="1638300" y="857250"/>
                </a:lnTo>
                <a:lnTo>
                  <a:pt x="1657350" y="857250"/>
                </a:lnTo>
                <a:lnTo>
                  <a:pt x="1657350" y="847725"/>
                </a:lnTo>
                <a:lnTo>
                  <a:pt x="1666875" y="847725"/>
                </a:lnTo>
                <a:lnTo>
                  <a:pt x="1666875" y="857250"/>
                </a:lnTo>
                <a:lnTo>
                  <a:pt x="1657350" y="857250"/>
                </a:lnTo>
                <a:lnTo>
                  <a:pt x="1657350" y="866775"/>
                </a:lnTo>
                <a:lnTo>
                  <a:pt x="1590675" y="866775"/>
                </a:lnTo>
                <a:lnTo>
                  <a:pt x="1590675" y="857250"/>
                </a:lnTo>
                <a:lnTo>
                  <a:pt x="1581150" y="857250"/>
                </a:lnTo>
                <a:lnTo>
                  <a:pt x="1581150" y="847725"/>
                </a:lnTo>
                <a:lnTo>
                  <a:pt x="1590675" y="847725"/>
                </a:lnTo>
                <a:close/>
                <a:moveTo>
                  <a:pt x="800100" y="847725"/>
                </a:moveTo>
                <a:lnTo>
                  <a:pt x="819150" y="847725"/>
                </a:lnTo>
                <a:lnTo>
                  <a:pt x="819150" y="866775"/>
                </a:lnTo>
                <a:lnTo>
                  <a:pt x="809625" y="866775"/>
                </a:lnTo>
                <a:lnTo>
                  <a:pt x="809625" y="857250"/>
                </a:lnTo>
                <a:lnTo>
                  <a:pt x="800100" y="857250"/>
                </a:lnTo>
                <a:close/>
                <a:moveTo>
                  <a:pt x="847725" y="847725"/>
                </a:moveTo>
                <a:lnTo>
                  <a:pt x="866775" y="847725"/>
                </a:lnTo>
                <a:lnTo>
                  <a:pt x="866775" y="857250"/>
                </a:lnTo>
                <a:lnTo>
                  <a:pt x="847725" y="857250"/>
                </a:lnTo>
                <a:close/>
                <a:moveTo>
                  <a:pt x="1143000" y="847725"/>
                </a:moveTo>
                <a:lnTo>
                  <a:pt x="1152525" y="847725"/>
                </a:lnTo>
                <a:lnTo>
                  <a:pt x="1152525" y="857250"/>
                </a:lnTo>
                <a:lnTo>
                  <a:pt x="1143000" y="857250"/>
                </a:lnTo>
                <a:close/>
                <a:moveTo>
                  <a:pt x="1181100" y="847725"/>
                </a:moveTo>
                <a:lnTo>
                  <a:pt x="1200150" y="847725"/>
                </a:lnTo>
                <a:lnTo>
                  <a:pt x="1200150" y="857250"/>
                </a:lnTo>
                <a:lnTo>
                  <a:pt x="1219200" y="857250"/>
                </a:lnTo>
                <a:lnTo>
                  <a:pt x="1219200" y="847725"/>
                </a:lnTo>
                <a:lnTo>
                  <a:pt x="1228725" y="847725"/>
                </a:lnTo>
                <a:lnTo>
                  <a:pt x="1228725" y="857250"/>
                </a:lnTo>
                <a:lnTo>
                  <a:pt x="1219200" y="857250"/>
                </a:lnTo>
                <a:lnTo>
                  <a:pt x="1219200" y="866775"/>
                </a:lnTo>
                <a:lnTo>
                  <a:pt x="1181100" y="866775"/>
                </a:lnTo>
                <a:close/>
                <a:moveTo>
                  <a:pt x="1323975" y="847725"/>
                </a:moveTo>
                <a:lnTo>
                  <a:pt x="1343025" y="847725"/>
                </a:lnTo>
                <a:lnTo>
                  <a:pt x="1343025" y="866775"/>
                </a:lnTo>
                <a:lnTo>
                  <a:pt x="1323975" y="866775"/>
                </a:lnTo>
                <a:close/>
                <a:moveTo>
                  <a:pt x="1552575" y="847725"/>
                </a:moveTo>
                <a:lnTo>
                  <a:pt x="1562100" y="847725"/>
                </a:lnTo>
                <a:lnTo>
                  <a:pt x="1562100" y="857250"/>
                </a:lnTo>
                <a:lnTo>
                  <a:pt x="1552575" y="857250"/>
                </a:lnTo>
                <a:close/>
                <a:moveTo>
                  <a:pt x="1152525" y="857250"/>
                </a:moveTo>
                <a:lnTo>
                  <a:pt x="1162050" y="857250"/>
                </a:lnTo>
                <a:lnTo>
                  <a:pt x="1162050" y="866775"/>
                </a:lnTo>
                <a:lnTo>
                  <a:pt x="1152525" y="866775"/>
                </a:lnTo>
                <a:close/>
                <a:moveTo>
                  <a:pt x="1419225" y="857250"/>
                </a:moveTo>
                <a:lnTo>
                  <a:pt x="1428750" y="857250"/>
                </a:lnTo>
                <a:lnTo>
                  <a:pt x="1428750" y="866775"/>
                </a:lnTo>
                <a:lnTo>
                  <a:pt x="1419225" y="866775"/>
                </a:lnTo>
                <a:close/>
                <a:moveTo>
                  <a:pt x="1485900" y="857250"/>
                </a:moveTo>
                <a:lnTo>
                  <a:pt x="1495425" y="857250"/>
                </a:lnTo>
                <a:lnTo>
                  <a:pt x="1495425" y="866775"/>
                </a:lnTo>
                <a:lnTo>
                  <a:pt x="1485900" y="866775"/>
                </a:lnTo>
                <a:close/>
                <a:moveTo>
                  <a:pt x="1933575" y="866775"/>
                </a:moveTo>
                <a:lnTo>
                  <a:pt x="1943100" y="866775"/>
                </a:lnTo>
                <a:lnTo>
                  <a:pt x="1943100" y="885825"/>
                </a:lnTo>
                <a:lnTo>
                  <a:pt x="1933575" y="885825"/>
                </a:lnTo>
                <a:close/>
                <a:moveTo>
                  <a:pt x="171450" y="876300"/>
                </a:moveTo>
                <a:lnTo>
                  <a:pt x="180975" y="876300"/>
                </a:lnTo>
                <a:lnTo>
                  <a:pt x="180975" y="914400"/>
                </a:lnTo>
                <a:lnTo>
                  <a:pt x="171450" y="914400"/>
                </a:lnTo>
                <a:close/>
                <a:moveTo>
                  <a:pt x="571500" y="904875"/>
                </a:moveTo>
                <a:lnTo>
                  <a:pt x="581025" y="904875"/>
                </a:lnTo>
                <a:lnTo>
                  <a:pt x="581025" y="914400"/>
                </a:lnTo>
                <a:lnTo>
                  <a:pt x="571500" y="914400"/>
                </a:lnTo>
                <a:close/>
                <a:moveTo>
                  <a:pt x="409575" y="1085850"/>
                </a:moveTo>
                <a:lnTo>
                  <a:pt x="419100" y="1085850"/>
                </a:lnTo>
                <a:lnTo>
                  <a:pt x="419100" y="1095375"/>
                </a:lnTo>
                <a:lnTo>
                  <a:pt x="409575" y="1095375"/>
                </a:lnTo>
                <a:close/>
                <a:moveTo>
                  <a:pt x="381000" y="1133475"/>
                </a:moveTo>
                <a:lnTo>
                  <a:pt x="390525" y="1133475"/>
                </a:lnTo>
                <a:lnTo>
                  <a:pt x="390525" y="1143000"/>
                </a:lnTo>
                <a:lnTo>
                  <a:pt x="381000" y="1143000"/>
                </a:lnTo>
                <a:close/>
                <a:moveTo>
                  <a:pt x="171450" y="1171575"/>
                </a:moveTo>
                <a:lnTo>
                  <a:pt x="180975" y="1171575"/>
                </a:lnTo>
                <a:lnTo>
                  <a:pt x="180975" y="1304925"/>
                </a:lnTo>
                <a:lnTo>
                  <a:pt x="171450" y="1304925"/>
                </a:lnTo>
                <a:close/>
                <a:moveTo>
                  <a:pt x="2257425" y="1181100"/>
                </a:moveTo>
                <a:lnTo>
                  <a:pt x="2266950" y="1181100"/>
                </a:lnTo>
                <a:lnTo>
                  <a:pt x="2266950" y="1200150"/>
                </a:lnTo>
                <a:lnTo>
                  <a:pt x="2257425" y="1200150"/>
                </a:lnTo>
                <a:close/>
                <a:moveTo>
                  <a:pt x="923925" y="1247775"/>
                </a:moveTo>
                <a:lnTo>
                  <a:pt x="933450" y="1247775"/>
                </a:lnTo>
                <a:lnTo>
                  <a:pt x="933450" y="1257300"/>
                </a:lnTo>
                <a:lnTo>
                  <a:pt x="923925" y="1257300"/>
                </a:lnTo>
                <a:close/>
                <a:moveTo>
                  <a:pt x="2257425" y="1247775"/>
                </a:moveTo>
                <a:lnTo>
                  <a:pt x="2266950" y="1247775"/>
                </a:lnTo>
                <a:lnTo>
                  <a:pt x="2266950" y="1285875"/>
                </a:lnTo>
                <a:lnTo>
                  <a:pt x="2257425" y="1285875"/>
                </a:lnTo>
                <a:close/>
                <a:moveTo>
                  <a:pt x="1676400" y="1257300"/>
                </a:moveTo>
                <a:lnTo>
                  <a:pt x="1685925" y="1257300"/>
                </a:lnTo>
                <a:lnTo>
                  <a:pt x="1685925" y="1266825"/>
                </a:lnTo>
                <a:lnTo>
                  <a:pt x="1676400" y="1266825"/>
                </a:lnTo>
                <a:close/>
                <a:moveTo>
                  <a:pt x="1885950" y="1257300"/>
                </a:moveTo>
                <a:lnTo>
                  <a:pt x="1895475" y="1257300"/>
                </a:lnTo>
                <a:lnTo>
                  <a:pt x="1895475" y="1266825"/>
                </a:lnTo>
                <a:lnTo>
                  <a:pt x="1885950" y="1266825"/>
                </a:lnTo>
                <a:close/>
                <a:moveTo>
                  <a:pt x="1514475" y="1266825"/>
                </a:moveTo>
                <a:lnTo>
                  <a:pt x="1524000" y="1266825"/>
                </a:lnTo>
                <a:lnTo>
                  <a:pt x="1524000" y="1276350"/>
                </a:lnTo>
                <a:lnTo>
                  <a:pt x="1514475" y="1276350"/>
                </a:lnTo>
                <a:close/>
                <a:moveTo>
                  <a:pt x="904875" y="1276350"/>
                </a:moveTo>
                <a:lnTo>
                  <a:pt x="914400" y="1276350"/>
                </a:lnTo>
                <a:lnTo>
                  <a:pt x="914400" y="1285875"/>
                </a:lnTo>
                <a:lnTo>
                  <a:pt x="904875" y="1285875"/>
                </a:lnTo>
                <a:close/>
                <a:moveTo>
                  <a:pt x="1524000" y="1276350"/>
                </a:moveTo>
                <a:lnTo>
                  <a:pt x="1533525" y="1276350"/>
                </a:lnTo>
                <a:lnTo>
                  <a:pt x="1533525" y="1285875"/>
                </a:lnTo>
                <a:lnTo>
                  <a:pt x="1524000" y="1285875"/>
                </a:lnTo>
                <a:close/>
                <a:moveTo>
                  <a:pt x="895350" y="1285875"/>
                </a:moveTo>
                <a:lnTo>
                  <a:pt x="904875" y="1285875"/>
                </a:lnTo>
                <a:lnTo>
                  <a:pt x="904875" y="1295400"/>
                </a:lnTo>
                <a:lnTo>
                  <a:pt x="895350" y="1295400"/>
                </a:lnTo>
                <a:close/>
                <a:moveTo>
                  <a:pt x="1533525" y="1285875"/>
                </a:moveTo>
                <a:lnTo>
                  <a:pt x="1543050" y="1285875"/>
                </a:lnTo>
                <a:lnTo>
                  <a:pt x="1543050" y="1295400"/>
                </a:lnTo>
                <a:lnTo>
                  <a:pt x="1533525" y="1295400"/>
                </a:lnTo>
                <a:close/>
                <a:moveTo>
                  <a:pt x="1552575" y="1295400"/>
                </a:moveTo>
                <a:lnTo>
                  <a:pt x="1562100" y="1295400"/>
                </a:lnTo>
                <a:lnTo>
                  <a:pt x="1562100" y="1304925"/>
                </a:lnTo>
                <a:lnTo>
                  <a:pt x="1552575" y="1304925"/>
                </a:lnTo>
                <a:close/>
                <a:moveTo>
                  <a:pt x="447675" y="1304925"/>
                </a:moveTo>
                <a:lnTo>
                  <a:pt x="476250" y="1304925"/>
                </a:lnTo>
                <a:lnTo>
                  <a:pt x="476250" y="1314450"/>
                </a:lnTo>
                <a:lnTo>
                  <a:pt x="447675" y="1314450"/>
                </a:lnTo>
                <a:close/>
                <a:moveTo>
                  <a:pt x="1962150" y="1304925"/>
                </a:moveTo>
                <a:lnTo>
                  <a:pt x="1990725" y="1304925"/>
                </a:lnTo>
                <a:lnTo>
                  <a:pt x="1990725" y="1314450"/>
                </a:lnTo>
                <a:lnTo>
                  <a:pt x="1962150" y="1314450"/>
                </a:lnTo>
                <a:close/>
                <a:moveTo>
                  <a:pt x="609600" y="1362075"/>
                </a:moveTo>
                <a:lnTo>
                  <a:pt x="619125" y="1362075"/>
                </a:lnTo>
                <a:lnTo>
                  <a:pt x="619125" y="1371600"/>
                </a:lnTo>
                <a:lnTo>
                  <a:pt x="609600" y="1371600"/>
                </a:lnTo>
                <a:close/>
                <a:moveTo>
                  <a:pt x="600075" y="1371600"/>
                </a:moveTo>
                <a:lnTo>
                  <a:pt x="609600" y="1371600"/>
                </a:lnTo>
                <a:lnTo>
                  <a:pt x="609600" y="1438275"/>
                </a:lnTo>
                <a:lnTo>
                  <a:pt x="600075" y="1438275"/>
                </a:lnTo>
                <a:close/>
                <a:moveTo>
                  <a:pt x="1381125" y="1400175"/>
                </a:moveTo>
                <a:lnTo>
                  <a:pt x="1390650" y="1400175"/>
                </a:lnTo>
                <a:lnTo>
                  <a:pt x="1390650" y="1409700"/>
                </a:lnTo>
                <a:lnTo>
                  <a:pt x="1381125" y="1409700"/>
                </a:lnTo>
                <a:close/>
                <a:moveTo>
                  <a:pt x="600075" y="1447800"/>
                </a:moveTo>
                <a:lnTo>
                  <a:pt x="609600" y="1447800"/>
                </a:lnTo>
                <a:lnTo>
                  <a:pt x="609600" y="1590675"/>
                </a:lnTo>
                <a:lnTo>
                  <a:pt x="600075" y="1590675"/>
                </a:lnTo>
                <a:close/>
                <a:moveTo>
                  <a:pt x="171450" y="1495425"/>
                </a:moveTo>
                <a:lnTo>
                  <a:pt x="180975" y="1495425"/>
                </a:lnTo>
                <a:lnTo>
                  <a:pt x="180975" y="1609725"/>
                </a:lnTo>
                <a:lnTo>
                  <a:pt x="171450" y="1609725"/>
                </a:lnTo>
                <a:close/>
                <a:moveTo>
                  <a:pt x="1266825" y="1504950"/>
                </a:moveTo>
                <a:lnTo>
                  <a:pt x="1276350" y="1504950"/>
                </a:lnTo>
                <a:lnTo>
                  <a:pt x="1276350" y="1562100"/>
                </a:lnTo>
                <a:lnTo>
                  <a:pt x="1266825" y="1562100"/>
                </a:lnTo>
                <a:close/>
                <a:moveTo>
                  <a:pt x="1600200" y="1524000"/>
                </a:moveTo>
                <a:lnTo>
                  <a:pt x="1628775" y="1524000"/>
                </a:lnTo>
                <a:lnTo>
                  <a:pt x="1628775" y="1533525"/>
                </a:lnTo>
                <a:lnTo>
                  <a:pt x="1638300" y="1533525"/>
                </a:lnTo>
                <a:lnTo>
                  <a:pt x="1638300" y="1552575"/>
                </a:lnTo>
                <a:lnTo>
                  <a:pt x="1628775" y="1552575"/>
                </a:lnTo>
                <a:lnTo>
                  <a:pt x="1628775" y="1543050"/>
                </a:lnTo>
                <a:lnTo>
                  <a:pt x="1619250" y="1543050"/>
                </a:lnTo>
                <a:lnTo>
                  <a:pt x="1619250" y="1533525"/>
                </a:lnTo>
                <a:lnTo>
                  <a:pt x="1600200" y="1533525"/>
                </a:lnTo>
                <a:close/>
                <a:moveTo>
                  <a:pt x="933450" y="1543050"/>
                </a:moveTo>
                <a:lnTo>
                  <a:pt x="971550" y="1543050"/>
                </a:lnTo>
                <a:lnTo>
                  <a:pt x="971550" y="1552575"/>
                </a:lnTo>
                <a:lnTo>
                  <a:pt x="933450" y="1552575"/>
                </a:lnTo>
                <a:close/>
                <a:moveTo>
                  <a:pt x="1057275" y="1543050"/>
                </a:moveTo>
                <a:lnTo>
                  <a:pt x="1114425" y="1543050"/>
                </a:lnTo>
                <a:lnTo>
                  <a:pt x="1114425" y="1552575"/>
                </a:lnTo>
                <a:lnTo>
                  <a:pt x="1057275" y="1552575"/>
                </a:lnTo>
                <a:close/>
                <a:moveTo>
                  <a:pt x="971550" y="1552575"/>
                </a:moveTo>
                <a:lnTo>
                  <a:pt x="981075" y="1552575"/>
                </a:lnTo>
                <a:lnTo>
                  <a:pt x="981075" y="1562100"/>
                </a:lnTo>
                <a:lnTo>
                  <a:pt x="971550" y="1562100"/>
                </a:lnTo>
                <a:close/>
                <a:moveTo>
                  <a:pt x="1038225" y="1552575"/>
                </a:moveTo>
                <a:lnTo>
                  <a:pt x="1047750" y="1552575"/>
                </a:lnTo>
                <a:lnTo>
                  <a:pt x="1047750" y="1562100"/>
                </a:lnTo>
                <a:lnTo>
                  <a:pt x="1038225" y="1562100"/>
                </a:lnTo>
                <a:close/>
                <a:moveTo>
                  <a:pt x="1114425" y="1552575"/>
                </a:moveTo>
                <a:lnTo>
                  <a:pt x="1123950" y="1552575"/>
                </a:lnTo>
                <a:lnTo>
                  <a:pt x="1123950" y="1562100"/>
                </a:lnTo>
                <a:lnTo>
                  <a:pt x="1114425" y="1562100"/>
                </a:lnTo>
                <a:close/>
                <a:moveTo>
                  <a:pt x="981075" y="1590675"/>
                </a:moveTo>
                <a:lnTo>
                  <a:pt x="990600" y="1590675"/>
                </a:lnTo>
                <a:lnTo>
                  <a:pt x="990600" y="1666875"/>
                </a:lnTo>
                <a:lnTo>
                  <a:pt x="981075" y="1666875"/>
                </a:lnTo>
                <a:close/>
                <a:moveTo>
                  <a:pt x="600075" y="1638300"/>
                </a:moveTo>
                <a:lnTo>
                  <a:pt x="609600" y="1638300"/>
                </a:lnTo>
                <a:lnTo>
                  <a:pt x="609600" y="1866900"/>
                </a:lnTo>
                <a:lnTo>
                  <a:pt x="600075" y="1866900"/>
                </a:lnTo>
                <a:close/>
                <a:moveTo>
                  <a:pt x="1571625" y="1647825"/>
                </a:moveTo>
                <a:lnTo>
                  <a:pt x="1581150" y="1647825"/>
                </a:lnTo>
                <a:lnTo>
                  <a:pt x="1581150" y="1666875"/>
                </a:lnTo>
                <a:lnTo>
                  <a:pt x="1571625" y="1666875"/>
                </a:lnTo>
                <a:close/>
                <a:moveTo>
                  <a:pt x="1590675" y="1647825"/>
                </a:moveTo>
                <a:lnTo>
                  <a:pt x="1600200" y="1647825"/>
                </a:lnTo>
                <a:lnTo>
                  <a:pt x="1600200" y="1666875"/>
                </a:lnTo>
                <a:lnTo>
                  <a:pt x="1590675" y="1666875"/>
                </a:lnTo>
                <a:close/>
                <a:moveTo>
                  <a:pt x="733425" y="1666875"/>
                </a:moveTo>
                <a:lnTo>
                  <a:pt x="742950" y="1666875"/>
                </a:lnTo>
                <a:lnTo>
                  <a:pt x="742950" y="1676400"/>
                </a:lnTo>
                <a:lnTo>
                  <a:pt x="733425" y="1676400"/>
                </a:lnTo>
                <a:close/>
                <a:moveTo>
                  <a:pt x="819150" y="1666875"/>
                </a:moveTo>
                <a:lnTo>
                  <a:pt x="828675" y="1666875"/>
                </a:lnTo>
                <a:lnTo>
                  <a:pt x="828675" y="1676400"/>
                </a:lnTo>
                <a:lnTo>
                  <a:pt x="819150" y="1676400"/>
                </a:lnTo>
                <a:close/>
                <a:moveTo>
                  <a:pt x="1266825" y="1666875"/>
                </a:moveTo>
                <a:lnTo>
                  <a:pt x="1276350" y="1666875"/>
                </a:lnTo>
                <a:lnTo>
                  <a:pt x="1276350" y="1771650"/>
                </a:lnTo>
                <a:lnTo>
                  <a:pt x="1266825" y="1771650"/>
                </a:lnTo>
                <a:close/>
                <a:moveTo>
                  <a:pt x="171450" y="1771650"/>
                </a:moveTo>
                <a:lnTo>
                  <a:pt x="180975" y="1771650"/>
                </a:lnTo>
                <a:lnTo>
                  <a:pt x="180975" y="1800225"/>
                </a:lnTo>
                <a:lnTo>
                  <a:pt x="171450" y="1800225"/>
                </a:lnTo>
                <a:close/>
                <a:moveTo>
                  <a:pt x="885825" y="1838325"/>
                </a:moveTo>
                <a:lnTo>
                  <a:pt x="895350" y="1838325"/>
                </a:lnTo>
                <a:lnTo>
                  <a:pt x="895350" y="1847850"/>
                </a:lnTo>
                <a:lnTo>
                  <a:pt x="885825" y="1847850"/>
                </a:lnTo>
                <a:close/>
                <a:moveTo>
                  <a:pt x="180975" y="1847850"/>
                </a:moveTo>
                <a:lnTo>
                  <a:pt x="190500" y="1847850"/>
                </a:lnTo>
                <a:lnTo>
                  <a:pt x="190500" y="1885950"/>
                </a:lnTo>
                <a:lnTo>
                  <a:pt x="180975" y="1885950"/>
                </a:lnTo>
                <a:close/>
                <a:moveTo>
                  <a:pt x="2247900" y="1847850"/>
                </a:moveTo>
                <a:lnTo>
                  <a:pt x="2257425" y="1847850"/>
                </a:lnTo>
                <a:lnTo>
                  <a:pt x="2257425" y="1876425"/>
                </a:lnTo>
                <a:lnTo>
                  <a:pt x="2247900" y="1876425"/>
                </a:lnTo>
                <a:close/>
                <a:moveTo>
                  <a:pt x="209550" y="1885950"/>
                </a:moveTo>
                <a:lnTo>
                  <a:pt x="219075" y="1885950"/>
                </a:lnTo>
                <a:lnTo>
                  <a:pt x="219075" y="1905000"/>
                </a:lnTo>
                <a:lnTo>
                  <a:pt x="209550" y="1905000"/>
                </a:lnTo>
                <a:close/>
                <a:moveTo>
                  <a:pt x="2238375" y="1905000"/>
                </a:moveTo>
                <a:lnTo>
                  <a:pt x="2247900" y="1905000"/>
                </a:lnTo>
                <a:lnTo>
                  <a:pt x="2247900" y="1933575"/>
                </a:lnTo>
                <a:lnTo>
                  <a:pt x="2238375" y="1933575"/>
                </a:lnTo>
                <a:close/>
                <a:moveTo>
                  <a:pt x="190500" y="1914525"/>
                </a:moveTo>
                <a:lnTo>
                  <a:pt x="200025" y="1914525"/>
                </a:lnTo>
                <a:lnTo>
                  <a:pt x="200025" y="1924050"/>
                </a:lnTo>
                <a:lnTo>
                  <a:pt x="190500" y="1924050"/>
                </a:lnTo>
                <a:close/>
                <a:moveTo>
                  <a:pt x="200025" y="1943100"/>
                </a:moveTo>
                <a:lnTo>
                  <a:pt x="209550" y="1943100"/>
                </a:lnTo>
                <a:lnTo>
                  <a:pt x="209550" y="1952625"/>
                </a:lnTo>
                <a:lnTo>
                  <a:pt x="200025" y="1952625"/>
                </a:lnTo>
                <a:close/>
                <a:moveTo>
                  <a:pt x="2228850" y="1943100"/>
                </a:moveTo>
                <a:lnTo>
                  <a:pt x="2238375" y="1943100"/>
                </a:lnTo>
                <a:lnTo>
                  <a:pt x="2238375" y="1962150"/>
                </a:lnTo>
                <a:lnTo>
                  <a:pt x="2228850" y="1962150"/>
                </a:lnTo>
                <a:close/>
                <a:moveTo>
                  <a:pt x="2219325" y="1962150"/>
                </a:moveTo>
                <a:lnTo>
                  <a:pt x="2228850" y="1962150"/>
                </a:lnTo>
                <a:lnTo>
                  <a:pt x="2228850" y="1981200"/>
                </a:lnTo>
                <a:lnTo>
                  <a:pt x="2219325" y="1981200"/>
                </a:lnTo>
                <a:close/>
                <a:moveTo>
                  <a:pt x="209550" y="1971675"/>
                </a:moveTo>
                <a:lnTo>
                  <a:pt x="219075" y="1971675"/>
                </a:lnTo>
                <a:lnTo>
                  <a:pt x="219075" y="1981200"/>
                </a:lnTo>
                <a:lnTo>
                  <a:pt x="209550" y="1981200"/>
                </a:lnTo>
                <a:close/>
                <a:moveTo>
                  <a:pt x="219075" y="1990725"/>
                </a:moveTo>
                <a:lnTo>
                  <a:pt x="228600" y="1990725"/>
                </a:lnTo>
                <a:lnTo>
                  <a:pt x="228600" y="2000250"/>
                </a:lnTo>
                <a:lnTo>
                  <a:pt x="219075" y="2000250"/>
                </a:lnTo>
                <a:close/>
                <a:moveTo>
                  <a:pt x="2209800" y="1990725"/>
                </a:moveTo>
                <a:lnTo>
                  <a:pt x="2219325" y="1990725"/>
                </a:lnTo>
                <a:lnTo>
                  <a:pt x="2219325" y="2000250"/>
                </a:lnTo>
                <a:lnTo>
                  <a:pt x="2209800" y="2000250"/>
                </a:lnTo>
                <a:close/>
                <a:moveTo>
                  <a:pt x="228600" y="2009775"/>
                </a:moveTo>
                <a:lnTo>
                  <a:pt x="238125" y="2009775"/>
                </a:lnTo>
                <a:lnTo>
                  <a:pt x="238125" y="2019300"/>
                </a:lnTo>
                <a:lnTo>
                  <a:pt x="228600" y="2019300"/>
                </a:lnTo>
                <a:close/>
                <a:moveTo>
                  <a:pt x="2200275" y="2009775"/>
                </a:moveTo>
                <a:lnTo>
                  <a:pt x="2209800" y="2009775"/>
                </a:lnTo>
                <a:lnTo>
                  <a:pt x="2209800" y="2019300"/>
                </a:lnTo>
                <a:lnTo>
                  <a:pt x="2200275" y="2019300"/>
                </a:lnTo>
                <a:close/>
                <a:moveTo>
                  <a:pt x="238125" y="2028825"/>
                </a:moveTo>
                <a:lnTo>
                  <a:pt x="247650" y="2028825"/>
                </a:lnTo>
                <a:lnTo>
                  <a:pt x="247650" y="2038350"/>
                </a:lnTo>
                <a:lnTo>
                  <a:pt x="238125" y="2038350"/>
                </a:lnTo>
                <a:close/>
                <a:moveTo>
                  <a:pt x="1371600" y="2028825"/>
                </a:moveTo>
                <a:lnTo>
                  <a:pt x="1381125" y="2028825"/>
                </a:lnTo>
                <a:lnTo>
                  <a:pt x="1381125" y="2047875"/>
                </a:lnTo>
                <a:lnTo>
                  <a:pt x="1371600" y="2047875"/>
                </a:lnTo>
                <a:close/>
                <a:moveTo>
                  <a:pt x="1828800" y="2028825"/>
                </a:moveTo>
                <a:lnTo>
                  <a:pt x="1838325" y="2028825"/>
                </a:lnTo>
                <a:lnTo>
                  <a:pt x="1838325" y="2038350"/>
                </a:lnTo>
                <a:lnTo>
                  <a:pt x="1828800" y="2038350"/>
                </a:lnTo>
                <a:close/>
                <a:moveTo>
                  <a:pt x="1866900" y="2028825"/>
                </a:moveTo>
                <a:lnTo>
                  <a:pt x="1962150" y="2028825"/>
                </a:lnTo>
                <a:lnTo>
                  <a:pt x="1962150" y="2038350"/>
                </a:lnTo>
                <a:lnTo>
                  <a:pt x="1866900" y="2038350"/>
                </a:lnTo>
                <a:close/>
                <a:moveTo>
                  <a:pt x="2143125" y="2028825"/>
                </a:moveTo>
                <a:lnTo>
                  <a:pt x="2152650" y="2028825"/>
                </a:lnTo>
                <a:lnTo>
                  <a:pt x="2152650" y="2047875"/>
                </a:lnTo>
                <a:lnTo>
                  <a:pt x="2143125" y="2047875"/>
                </a:lnTo>
                <a:close/>
                <a:moveTo>
                  <a:pt x="2190750" y="2028825"/>
                </a:moveTo>
                <a:lnTo>
                  <a:pt x="2200275" y="2028825"/>
                </a:lnTo>
                <a:lnTo>
                  <a:pt x="2200275" y="2038350"/>
                </a:lnTo>
                <a:lnTo>
                  <a:pt x="2190750" y="2038350"/>
                </a:lnTo>
                <a:close/>
                <a:moveTo>
                  <a:pt x="2181225" y="2038350"/>
                </a:moveTo>
                <a:lnTo>
                  <a:pt x="2190750" y="2038350"/>
                </a:lnTo>
                <a:lnTo>
                  <a:pt x="2190750" y="2047875"/>
                </a:lnTo>
                <a:lnTo>
                  <a:pt x="2181225" y="2047875"/>
                </a:lnTo>
                <a:close/>
                <a:moveTo>
                  <a:pt x="247650" y="2047875"/>
                </a:moveTo>
                <a:lnTo>
                  <a:pt x="257175" y="2047875"/>
                </a:lnTo>
                <a:lnTo>
                  <a:pt x="257175" y="2057400"/>
                </a:lnTo>
                <a:lnTo>
                  <a:pt x="247650" y="2057400"/>
                </a:lnTo>
                <a:close/>
                <a:moveTo>
                  <a:pt x="257175" y="2057400"/>
                </a:moveTo>
                <a:lnTo>
                  <a:pt x="266700" y="2057400"/>
                </a:lnTo>
                <a:lnTo>
                  <a:pt x="266700" y="2076450"/>
                </a:lnTo>
                <a:lnTo>
                  <a:pt x="257175" y="2076450"/>
                </a:lnTo>
                <a:close/>
                <a:moveTo>
                  <a:pt x="1981200" y="2057400"/>
                </a:moveTo>
                <a:lnTo>
                  <a:pt x="1990725" y="2057400"/>
                </a:lnTo>
                <a:lnTo>
                  <a:pt x="1990725" y="2095500"/>
                </a:lnTo>
                <a:lnTo>
                  <a:pt x="1981200" y="2095500"/>
                </a:lnTo>
                <a:close/>
                <a:moveTo>
                  <a:pt x="2133600" y="2057400"/>
                </a:moveTo>
                <a:lnTo>
                  <a:pt x="2143125" y="2057400"/>
                </a:lnTo>
                <a:lnTo>
                  <a:pt x="2143125" y="2066925"/>
                </a:lnTo>
                <a:lnTo>
                  <a:pt x="2133600" y="2066925"/>
                </a:lnTo>
                <a:close/>
                <a:moveTo>
                  <a:pt x="2171700" y="2057400"/>
                </a:moveTo>
                <a:lnTo>
                  <a:pt x="2181225" y="2057400"/>
                </a:lnTo>
                <a:lnTo>
                  <a:pt x="2181225" y="2066925"/>
                </a:lnTo>
                <a:lnTo>
                  <a:pt x="2171700" y="2066925"/>
                </a:lnTo>
                <a:close/>
                <a:moveTo>
                  <a:pt x="2124075" y="2066925"/>
                </a:moveTo>
                <a:lnTo>
                  <a:pt x="2133600" y="2066925"/>
                </a:lnTo>
                <a:lnTo>
                  <a:pt x="2133600" y="2076450"/>
                </a:lnTo>
                <a:lnTo>
                  <a:pt x="2124075" y="2076450"/>
                </a:lnTo>
                <a:close/>
                <a:moveTo>
                  <a:pt x="2162175" y="2066925"/>
                </a:moveTo>
                <a:lnTo>
                  <a:pt x="2171700" y="2066925"/>
                </a:lnTo>
                <a:lnTo>
                  <a:pt x="2171700" y="2076450"/>
                </a:lnTo>
                <a:lnTo>
                  <a:pt x="2162175" y="2076450"/>
                </a:lnTo>
                <a:close/>
                <a:moveTo>
                  <a:pt x="266700" y="2076450"/>
                </a:moveTo>
                <a:lnTo>
                  <a:pt x="276225" y="2076450"/>
                </a:lnTo>
                <a:lnTo>
                  <a:pt x="276225" y="2085975"/>
                </a:lnTo>
                <a:lnTo>
                  <a:pt x="266700" y="2085975"/>
                </a:lnTo>
                <a:close/>
                <a:moveTo>
                  <a:pt x="371475" y="2076450"/>
                </a:moveTo>
                <a:lnTo>
                  <a:pt x="390525" y="2076450"/>
                </a:lnTo>
                <a:lnTo>
                  <a:pt x="390525" y="2095500"/>
                </a:lnTo>
                <a:lnTo>
                  <a:pt x="371475" y="2095500"/>
                </a:lnTo>
                <a:close/>
                <a:moveTo>
                  <a:pt x="2114550" y="2076450"/>
                </a:moveTo>
                <a:lnTo>
                  <a:pt x="2124075" y="2076450"/>
                </a:lnTo>
                <a:lnTo>
                  <a:pt x="2124075" y="2085975"/>
                </a:lnTo>
                <a:lnTo>
                  <a:pt x="2114550" y="2085975"/>
                </a:lnTo>
                <a:close/>
                <a:moveTo>
                  <a:pt x="276225" y="2085975"/>
                </a:moveTo>
                <a:lnTo>
                  <a:pt x="285750" y="2085975"/>
                </a:lnTo>
                <a:lnTo>
                  <a:pt x="285750" y="2095500"/>
                </a:lnTo>
                <a:lnTo>
                  <a:pt x="276225" y="2095500"/>
                </a:lnTo>
                <a:close/>
                <a:moveTo>
                  <a:pt x="2105025" y="2085975"/>
                </a:moveTo>
                <a:lnTo>
                  <a:pt x="2114550" y="2085975"/>
                </a:lnTo>
                <a:lnTo>
                  <a:pt x="2114550" y="2095500"/>
                </a:lnTo>
                <a:lnTo>
                  <a:pt x="2105025" y="2095500"/>
                </a:lnTo>
                <a:close/>
                <a:moveTo>
                  <a:pt x="285750" y="2095500"/>
                </a:moveTo>
                <a:lnTo>
                  <a:pt x="295275" y="2095500"/>
                </a:lnTo>
                <a:lnTo>
                  <a:pt x="295275" y="2114550"/>
                </a:lnTo>
                <a:lnTo>
                  <a:pt x="285750" y="2114550"/>
                </a:lnTo>
                <a:close/>
                <a:moveTo>
                  <a:pt x="1381125" y="2095500"/>
                </a:moveTo>
                <a:lnTo>
                  <a:pt x="1390650" y="2095500"/>
                </a:lnTo>
                <a:lnTo>
                  <a:pt x="1390650" y="2105025"/>
                </a:lnTo>
                <a:lnTo>
                  <a:pt x="1381125" y="2105025"/>
                </a:lnTo>
                <a:close/>
                <a:moveTo>
                  <a:pt x="1828800" y="2095500"/>
                </a:moveTo>
                <a:lnTo>
                  <a:pt x="1838325" y="2095500"/>
                </a:lnTo>
                <a:lnTo>
                  <a:pt x="1838325" y="2105025"/>
                </a:lnTo>
                <a:lnTo>
                  <a:pt x="1828800" y="2105025"/>
                </a:lnTo>
                <a:close/>
                <a:moveTo>
                  <a:pt x="2095500" y="2095500"/>
                </a:moveTo>
                <a:lnTo>
                  <a:pt x="2105025" y="2095500"/>
                </a:lnTo>
                <a:lnTo>
                  <a:pt x="2105025" y="2105025"/>
                </a:lnTo>
                <a:lnTo>
                  <a:pt x="2095500" y="2105025"/>
                </a:lnTo>
                <a:close/>
                <a:moveTo>
                  <a:pt x="2143125" y="2095500"/>
                </a:moveTo>
                <a:lnTo>
                  <a:pt x="2152650" y="2095500"/>
                </a:lnTo>
                <a:lnTo>
                  <a:pt x="2152650" y="2105025"/>
                </a:lnTo>
                <a:lnTo>
                  <a:pt x="2143125" y="2105025"/>
                </a:lnTo>
                <a:close/>
                <a:moveTo>
                  <a:pt x="2133600" y="2105025"/>
                </a:moveTo>
                <a:lnTo>
                  <a:pt x="2143125" y="2105025"/>
                </a:lnTo>
                <a:lnTo>
                  <a:pt x="2143125" y="2114550"/>
                </a:lnTo>
                <a:lnTo>
                  <a:pt x="2133600" y="2114550"/>
                </a:lnTo>
                <a:close/>
                <a:moveTo>
                  <a:pt x="295275" y="2114550"/>
                </a:moveTo>
                <a:lnTo>
                  <a:pt x="304800" y="2114550"/>
                </a:lnTo>
                <a:lnTo>
                  <a:pt x="304800" y="2124075"/>
                </a:lnTo>
                <a:lnTo>
                  <a:pt x="295275" y="2124075"/>
                </a:lnTo>
                <a:close/>
                <a:moveTo>
                  <a:pt x="333375" y="2114550"/>
                </a:moveTo>
                <a:lnTo>
                  <a:pt x="342900" y="2114550"/>
                </a:lnTo>
                <a:lnTo>
                  <a:pt x="342900" y="2124075"/>
                </a:lnTo>
                <a:lnTo>
                  <a:pt x="333375" y="2124075"/>
                </a:lnTo>
                <a:close/>
                <a:moveTo>
                  <a:pt x="304800" y="2124075"/>
                </a:moveTo>
                <a:lnTo>
                  <a:pt x="314325" y="2124075"/>
                </a:lnTo>
                <a:lnTo>
                  <a:pt x="314325" y="2133600"/>
                </a:lnTo>
                <a:lnTo>
                  <a:pt x="304800" y="2133600"/>
                </a:lnTo>
                <a:close/>
                <a:moveTo>
                  <a:pt x="342900" y="2124075"/>
                </a:moveTo>
                <a:lnTo>
                  <a:pt x="352425" y="2124075"/>
                </a:lnTo>
                <a:lnTo>
                  <a:pt x="352425" y="2133600"/>
                </a:lnTo>
                <a:lnTo>
                  <a:pt x="342900" y="2133600"/>
                </a:lnTo>
                <a:close/>
                <a:moveTo>
                  <a:pt x="2105025" y="2133600"/>
                </a:moveTo>
                <a:lnTo>
                  <a:pt x="2114550" y="2133600"/>
                </a:lnTo>
                <a:lnTo>
                  <a:pt x="2114550" y="2152650"/>
                </a:lnTo>
                <a:lnTo>
                  <a:pt x="2105025" y="2152650"/>
                </a:lnTo>
                <a:lnTo>
                  <a:pt x="2105025" y="2162175"/>
                </a:lnTo>
                <a:lnTo>
                  <a:pt x="2085975" y="2162175"/>
                </a:lnTo>
                <a:lnTo>
                  <a:pt x="2085975" y="2152650"/>
                </a:lnTo>
                <a:lnTo>
                  <a:pt x="2095500" y="2152650"/>
                </a:lnTo>
                <a:lnTo>
                  <a:pt x="2095500" y="2143125"/>
                </a:lnTo>
                <a:lnTo>
                  <a:pt x="2105025" y="2143125"/>
                </a:lnTo>
                <a:close/>
                <a:moveTo>
                  <a:pt x="342900" y="2152650"/>
                </a:moveTo>
                <a:lnTo>
                  <a:pt x="352425" y="2152650"/>
                </a:lnTo>
                <a:lnTo>
                  <a:pt x="352425" y="2162175"/>
                </a:lnTo>
                <a:lnTo>
                  <a:pt x="342900" y="2162175"/>
                </a:lnTo>
                <a:close/>
                <a:moveTo>
                  <a:pt x="352425" y="2162175"/>
                </a:moveTo>
                <a:lnTo>
                  <a:pt x="361950" y="2162175"/>
                </a:lnTo>
                <a:lnTo>
                  <a:pt x="361950" y="2171700"/>
                </a:lnTo>
                <a:lnTo>
                  <a:pt x="352425" y="2171700"/>
                </a:lnTo>
                <a:close/>
                <a:moveTo>
                  <a:pt x="2076450" y="2162175"/>
                </a:moveTo>
                <a:lnTo>
                  <a:pt x="2085975" y="2162175"/>
                </a:lnTo>
                <a:lnTo>
                  <a:pt x="2085975" y="2171700"/>
                </a:lnTo>
                <a:lnTo>
                  <a:pt x="2076450" y="2171700"/>
                </a:lnTo>
                <a:close/>
                <a:moveTo>
                  <a:pt x="361950" y="2171700"/>
                </a:moveTo>
                <a:lnTo>
                  <a:pt x="371475" y="2171700"/>
                </a:lnTo>
                <a:lnTo>
                  <a:pt x="371475" y="2181225"/>
                </a:lnTo>
                <a:lnTo>
                  <a:pt x="361950" y="2181225"/>
                </a:lnTo>
                <a:close/>
                <a:moveTo>
                  <a:pt x="2066925" y="2171700"/>
                </a:moveTo>
                <a:lnTo>
                  <a:pt x="2076450" y="2171700"/>
                </a:lnTo>
                <a:lnTo>
                  <a:pt x="2076450" y="2181225"/>
                </a:lnTo>
                <a:lnTo>
                  <a:pt x="2066925" y="2181225"/>
                </a:lnTo>
                <a:close/>
                <a:moveTo>
                  <a:pt x="371475" y="2181225"/>
                </a:moveTo>
                <a:lnTo>
                  <a:pt x="381000" y="2181225"/>
                </a:lnTo>
                <a:lnTo>
                  <a:pt x="381000" y="2190750"/>
                </a:lnTo>
                <a:lnTo>
                  <a:pt x="371475" y="2190750"/>
                </a:lnTo>
                <a:close/>
                <a:moveTo>
                  <a:pt x="2057400" y="2181225"/>
                </a:moveTo>
                <a:lnTo>
                  <a:pt x="2066925" y="2181225"/>
                </a:lnTo>
                <a:lnTo>
                  <a:pt x="2066925" y="2190750"/>
                </a:lnTo>
                <a:lnTo>
                  <a:pt x="2057400" y="2190750"/>
                </a:lnTo>
                <a:close/>
                <a:moveTo>
                  <a:pt x="390525" y="2190750"/>
                </a:moveTo>
                <a:lnTo>
                  <a:pt x="400050" y="2190750"/>
                </a:lnTo>
                <a:lnTo>
                  <a:pt x="400050" y="2200275"/>
                </a:lnTo>
                <a:lnTo>
                  <a:pt x="390525" y="2200275"/>
                </a:lnTo>
                <a:close/>
                <a:moveTo>
                  <a:pt x="2038350" y="2190750"/>
                </a:moveTo>
                <a:lnTo>
                  <a:pt x="2057400" y="2190750"/>
                </a:lnTo>
                <a:lnTo>
                  <a:pt x="2057400" y="2200275"/>
                </a:lnTo>
                <a:lnTo>
                  <a:pt x="2038350" y="2200275"/>
                </a:lnTo>
                <a:close/>
                <a:moveTo>
                  <a:pt x="400050" y="2200275"/>
                </a:moveTo>
                <a:lnTo>
                  <a:pt x="409575" y="2200275"/>
                </a:lnTo>
                <a:lnTo>
                  <a:pt x="409575" y="2209800"/>
                </a:lnTo>
                <a:lnTo>
                  <a:pt x="400050" y="2209800"/>
                </a:lnTo>
                <a:close/>
                <a:moveTo>
                  <a:pt x="2028825" y="2200275"/>
                </a:moveTo>
                <a:lnTo>
                  <a:pt x="2038350" y="2200275"/>
                </a:lnTo>
                <a:lnTo>
                  <a:pt x="2038350" y="2209800"/>
                </a:lnTo>
                <a:lnTo>
                  <a:pt x="2028825" y="2209800"/>
                </a:lnTo>
                <a:close/>
                <a:moveTo>
                  <a:pt x="419100" y="2209800"/>
                </a:moveTo>
                <a:lnTo>
                  <a:pt x="428625" y="2209800"/>
                </a:lnTo>
                <a:lnTo>
                  <a:pt x="428625" y="2219325"/>
                </a:lnTo>
                <a:lnTo>
                  <a:pt x="419100" y="2219325"/>
                </a:lnTo>
                <a:close/>
                <a:moveTo>
                  <a:pt x="2009775" y="2209800"/>
                </a:moveTo>
                <a:lnTo>
                  <a:pt x="2019300" y="2209800"/>
                </a:lnTo>
                <a:lnTo>
                  <a:pt x="2019300" y="2219325"/>
                </a:lnTo>
                <a:lnTo>
                  <a:pt x="2009775" y="2219325"/>
                </a:lnTo>
                <a:close/>
                <a:moveTo>
                  <a:pt x="428625" y="2219325"/>
                </a:moveTo>
                <a:lnTo>
                  <a:pt x="447675" y="2219325"/>
                </a:lnTo>
                <a:lnTo>
                  <a:pt x="447675" y="2228850"/>
                </a:lnTo>
                <a:lnTo>
                  <a:pt x="428625" y="2228850"/>
                </a:lnTo>
                <a:close/>
                <a:moveTo>
                  <a:pt x="1990725" y="2219325"/>
                </a:moveTo>
                <a:lnTo>
                  <a:pt x="2000250" y="2219325"/>
                </a:lnTo>
                <a:lnTo>
                  <a:pt x="2000250" y="2228850"/>
                </a:lnTo>
                <a:lnTo>
                  <a:pt x="1990725" y="2228850"/>
                </a:lnTo>
                <a:close/>
                <a:moveTo>
                  <a:pt x="447675" y="2228850"/>
                </a:moveTo>
                <a:lnTo>
                  <a:pt x="466725" y="2228850"/>
                </a:lnTo>
                <a:lnTo>
                  <a:pt x="466725" y="2238375"/>
                </a:lnTo>
                <a:lnTo>
                  <a:pt x="447675" y="2238375"/>
                </a:lnTo>
                <a:close/>
                <a:moveTo>
                  <a:pt x="1971675" y="2228850"/>
                </a:moveTo>
                <a:lnTo>
                  <a:pt x="1981200" y="2228850"/>
                </a:lnTo>
                <a:lnTo>
                  <a:pt x="1981200" y="2238375"/>
                </a:lnTo>
                <a:lnTo>
                  <a:pt x="1971675" y="2238375"/>
                </a:lnTo>
                <a:close/>
                <a:moveTo>
                  <a:pt x="476250" y="2238375"/>
                </a:moveTo>
                <a:lnTo>
                  <a:pt x="495300" y="2238375"/>
                </a:lnTo>
                <a:lnTo>
                  <a:pt x="495300" y="2247900"/>
                </a:lnTo>
                <a:lnTo>
                  <a:pt x="523875" y="2247900"/>
                </a:lnTo>
                <a:lnTo>
                  <a:pt x="523875" y="2257425"/>
                </a:lnTo>
                <a:lnTo>
                  <a:pt x="561975" y="2257425"/>
                </a:lnTo>
                <a:lnTo>
                  <a:pt x="561975" y="2266950"/>
                </a:lnTo>
                <a:lnTo>
                  <a:pt x="514350" y="2266950"/>
                </a:lnTo>
                <a:lnTo>
                  <a:pt x="514350" y="2257425"/>
                </a:lnTo>
                <a:lnTo>
                  <a:pt x="485775" y="2257425"/>
                </a:lnTo>
                <a:lnTo>
                  <a:pt x="485775" y="2247900"/>
                </a:lnTo>
                <a:lnTo>
                  <a:pt x="476250" y="2247900"/>
                </a:lnTo>
                <a:close/>
                <a:moveTo>
                  <a:pt x="1952625" y="2238375"/>
                </a:moveTo>
                <a:lnTo>
                  <a:pt x="1962150" y="2238375"/>
                </a:lnTo>
                <a:lnTo>
                  <a:pt x="1962150" y="2247900"/>
                </a:lnTo>
                <a:lnTo>
                  <a:pt x="1952625" y="2247900"/>
                </a:lnTo>
                <a:close/>
                <a:moveTo>
                  <a:pt x="1924050" y="2247900"/>
                </a:moveTo>
                <a:lnTo>
                  <a:pt x="1933575" y="2247900"/>
                </a:lnTo>
                <a:lnTo>
                  <a:pt x="1933575" y="2257425"/>
                </a:lnTo>
                <a:lnTo>
                  <a:pt x="1924050" y="2257425"/>
                </a:lnTo>
                <a:close/>
                <a:moveTo>
                  <a:pt x="1885950" y="2257425"/>
                </a:moveTo>
                <a:lnTo>
                  <a:pt x="1905000" y="2257425"/>
                </a:lnTo>
                <a:lnTo>
                  <a:pt x="1905000" y="2266950"/>
                </a:lnTo>
                <a:lnTo>
                  <a:pt x="1885950" y="2266950"/>
                </a:lnTo>
                <a:close/>
                <a:moveTo>
                  <a:pt x="571500" y="2266950"/>
                </a:moveTo>
                <a:lnTo>
                  <a:pt x="619125" y="2266950"/>
                </a:lnTo>
                <a:lnTo>
                  <a:pt x="619125" y="2276475"/>
                </a:lnTo>
                <a:lnTo>
                  <a:pt x="571500" y="2276475"/>
                </a:lnTo>
                <a:close/>
                <a:moveTo>
                  <a:pt x="1819275" y="2266950"/>
                </a:moveTo>
                <a:lnTo>
                  <a:pt x="1866900" y="2266950"/>
                </a:lnTo>
                <a:lnTo>
                  <a:pt x="1866900" y="2276475"/>
                </a:lnTo>
                <a:lnTo>
                  <a:pt x="1828800" y="2276475"/>
                </a:lnTo>
                <a:lnTo>
                  <a:pt x="1828800" y="2286000"/>
                </a:lnTo>
                <a:lnTo>
                  <a:pt x="1800225" y="2286000"/>
                </a:lnTo>
                <a:lnTo>
                  <a:pt x="1800225" y="2295525"/>
                </a:lnTo>
                <a:lnTo>
                  <a:pt x="1762125" y="2295525"/>
                </a:lnTo>
                <a:lnTo>
                  <a:pt x="1762125" y="2286000"/>
                </a:lnTo>
                <a:lnTo>
                  <a:pt x="1752600" y="2286000"/>
                </a:lnTo>
                <a:lnTo>
                  <a:pt x="1752600" y="2295525"/>
                </a:lnTo>
                <a:lnTo>
                  <a:pt x="1743075" y="2295525"/>
                </a:lnTo>
                <a:lnTo>
                  <a:pt x="1743075" y="2286000"/>
                </a:lnTo>
                <a:lnTo>
                  <a:pt x="1428750" y="2286000"/>
                </a:lnTo>
                <a:lnTo>
                  <a:pt x="1428750" y="2276475"/>
                </a:lnTo>
                <a:lnTo>
                  <a:pt x="1819275" y="2276475"/>
                </a:lnTo>
                <a:close/>
                <a:moveTo>
                  <a:pt x="1000125" y="2276475"/>
                </a:moveTo>
                <a:lnTo>
                  <a:pt x="1123950" y="2276475"/>
                </a:lnTo>
                <a:lnTo>
                  <a:pt x="1123950" y="2286000"/>
                </a:lnTo>
                <a:lnTo>
                  <a:pt x="1000125" y="2286000"/>
                </a:lnTo>
                <a:close/>
                <a:moveTo>
                  <a:pt x="1162050" y="2276475"/>
                </a:moveTo>
                <a:lnTo>
                  <a:pt x="1238250" y="2276475"/>
                </a:lnTo>
                <a:lnTo>
                  <a:pt x="1238250" y="2286000"/>
                </a:lnTo>
                <a:lnTo>
                  <a:pt x="1162050" y="2286000"/>
                </a:lnTo>
                <a:close/>
                <a:moveTo>
                  <a:pt x="1390650" y="2276475"/>
                </a:moveTo>
                <a:lnTo>
                  <a:pt x="1409700" y="2276475"/>
                </a:lnTo>
                <a:lnTo>
                  <a:pt x="1409700" y="2286000"/>
                </a:lnTo>
                <a:lnTo>
                  <a:pt x="1390650" y="2286000"/>
                </a:lnTo>
                <a:close/>
              </a:path>
            </a:pathLst>
          </a:custGeom>
          <a:solidFill xmlns:a="http://schemas.openxmlformats.org/drawingml/2006/main">
            <a:srgbClr val="D57444"/>
          </a:solidFill>
          <a:ln xmlns:a="http://schemas.openxmlformats.org/drawingml/2006/main" w="0">
            <a:noFill/>
          </a:ln>
        </p:spPr>
      </p:sp>
      <p:sp>
        <p:nvSpPr>
          <p:cNvPr id="26" name="logo vector #cd6943">
            <a:extLst xmlns:a="http://schemas.openxmlformats.org/drawingml/2006/main">
              <a:ext uri="{FF2B5EF4-FFF2-40B4-BE49-F238E27FC236}">
                <a16:creationId xmlns:a16="http://schemas.microsoft.com/office/drawing/2014/main" id="{BE4259F1-DEE5-47C1-B738-DEFC9370A8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124450" y="1590675"/>
            <a:ext cx="2867025" cy="2752725"/>
          </a:xfrm>
          <a:custGeom xmlns:a="http://schemas.openxmlformats.org/drawingml/2006/main">
            <a:pathLst>
              <a:path w="2428875" h="2333625">
                <a:moveTo>
                  <a:pt x="180975" y="76200"/>
                </a:moveTo>
                <a:lnTo>
                  <a:pt x="190500" y="76200"/>
                </a:lnTo>
                <a:lnTo>
                  <a:pt x="190500" y="85725"/>
                </a:lnTo>
                <a:lnTo>
                  <a:pt x="180975" y="85725"/>
                </a:lnTo>
                <a:close/>
                <a:moveTo>
                  <a:pt x="609600" y="142875"/>
                </a:moveTo>
                <a:lnTo>
                  <a:pt x="1809750" y="142875"/>
                </a:lnTo>
                <a:lnTo>
                  <a:pt x="1809750" y="152400"/>
                </a:lnTo>
                <a:lnTo>
                  <a:pt x="1819275" y="152400"/>
                </a:lnTo>
                <a:lnTo>
                  <a:pt x="1819275" y="142875"/>
                </a:lnTo>
                <a:lnTo>
                  <a:pt x="1838325" y="142875"/>
                </a:lnTo>
                <a:lnTo>
                  <a:pt x="1838325" y="152400"/>
                </a:lnTo>
                <a:lnTo>
                  <a:pt x="1885950" y="152400"/>
                </a:lnTo>
                <a:lnTo>
                  <a:pt x="1885950" y="161925"/>
                </a:lnTo>
                <a:lnTo>
                  <a:pt x="1914525" y="161925"/>
                </a:lnTo>
                <a:lnTo>
                  <a:pt x="1914525" y="171450"/>
                </a:lnTo>
                <a:lnTo>
                  <a:pt x="1952625" y="171450"/>
                </a:lnTo>
                <a:lnTo>
                  <a:pt x="1952625" y="180975"/>
                </a:lnTo>
                <a:lnTo>
                  <a:pt x="1981200" y="180975"/>
                </a:lnTo>
                <a:lnTo>
                  <a:pt x="1981200" y="190500"/>
                </a:lnTo>
                <a:lnTo>
                  <a:pt x="2000250" y="190500"/>
                </a:lnTo>
                <a:lnTo>
                  <a:pt x="2000250" y="200025"/>
                </a:lnTo>
                <a:lnTo>
                  <a:pt x="2019300" y="200025"/>
                </a:lnTo>
                <a:lnTo>
                  <a:pt x="2019300" y="209550"/>
                </a:lnTo>
                <a:lnTo>
                  <a:pt x="2028825" y="209550"/>
                </a:lnTo>
                <a:lnTo>
                  <a:pt x="2028825" y="219075"/>
                </a:lnTo>
                <a:lnTo>
                  <a:pt x="2047875" y="219075"/>
                </a:lnTo>
                <a:lnTo>
                  <a:pt x="2047875" y="228600"/>
                </a:lnTo>
                <a:lnTo>
                  <a:pt x="2066925" y="228600"/>
                </a:lnTo>
                <a:lnTo>
                  <a:pt x="2066925" y="238125"/>
                </a:lnTo>
                <a:lnTo>
                  <a:pt x="2076450" y="238125"/>
                </a:lnTo>
                <a:lnTo>
                  <a:pt x="2076450" y="247650"/>
                </a:lnTo>
                <a:lnTo>
                  <a:pt x="2085975" y="247650"/>
                </a:lnTo>
                <a:lnTo>
                  <a:pt x="2085975" y="257175"/>
                </a:lnTo>
                <a:lnTo>
                  <a:pt x="2095500" y="257175"/>
                </a:lnTo>
                <a:lnTo>
                  <a:pt x="2095500" y="266700"/>
                </a:lnTo>
                <a:lnTo>
                  <a:pt x="2105025" y="266700"/>
                </a:lnTo>
                <a:lnTo>
                  <a:pt x="2105025" y="276225"/>
                </a:lnTo>
                <a:lnTo>
                  <a:pt x="2114550" y="276225"/>
                </a:lnTo>
                <a:lnTo>
                  <a:pt x="2114550" y="285750"/>
                </a:lnTo>
                <a:lnTo>
                  <a:pt x="2124075" y="285750"/>
                </a:lnTo>
                <a:lnTo>
                  <a:pt x="2124075" y="295275"/>
                </a:lnTo>
                <a:lnTo>
                  <a:pt x="2143125" y="295275"/>
                </a:lnTo>
                <a:lnTo>
                  <a:pt x="2143125" y="314325"/>
                </a:lnTo>
                <a:lnTo>
                  <a:pt x="2152650" y="314325"/>
                </a:lnTo>
                <a:lnTo>
                  <a:pt x="2152650" y="323850"/>
                </a:lnTo>
                <a:lnTo>
                  <a:pt x="2162175" y="323850"/>
                </a:lnTo>
                <a:lnTo>
                  <a:pt x="2162175" y="333375"/>
                </a:lnTo>
                <a:lnTo>
                  <a:pt x="2171700" y="333375"/>
                </a:lnTo>
                <a:lnTo>
                  <a:pt x="2171700" y="342900"/>
                </a:lnTo>
                <a:lnTo>
                  <a:pt x="2181225" y="342900"/>
                </a:lnTo>
                <a:lnTo>
                  <a:pt x="2181225" y="361950"/>
                </a:lnTo>
                <a:lnTo>
                  <a:pt x="2190750" y="361950"/>
                </a:lnTo>
                <a:lnTo>
                  <a:pt x="2190750" y="371475"/>
                </a:lnTo>
                <a:lnTo>
                  <a:pt x="2200275" y="371475"/>
                </a:lnTo>
                <a:lnTo>
                  <a:pt x="2200275" y="381000"/>
                </a:lnTo>
                <a:lnTo>
                  <a:pt x="2209800" y="381000"/>
                </a:lnTo>
                <a:lnTo>
                  <a:pt x="2209800" y="390525"/>
                </a:lnTo>
                <a:lnTo>
                  <a:pt x="2219325" y="390525"/>
                </a:lnTo>
                <a:lnTo>
                  <a:pt x="2219325" y="409575"/>
                </a:lnTo>
                <a:lnTo>
                  <a:pt x="2228850" y="409575"/>
                </a:lnTo>
                <a:lnTo>
                  <a:pt x="2228850" y="438150"/>
                </a:lnTo>
                <a:lnTo>
                  <a:pt x="2238375" y="438150"/>
                </a:lnTo>
                <a:lnTo>
                  <a:pt x="2238375" y="457200"/>
                </a:lnTo>
                <a:lnTo>
                  <a:pt x="2247900" y="457200"/>
                </a:lnTo>
                <a:lnTo>
                  <a:pt x="2247900" y="495300"/>
                </a:lnTo>
                <a:lnTo>
                  <a:pt x="2257425" y="495300"/>
                </a:lnTo>
                <a:lnTo>
                  <a:pt x="2257425" y="514350"/>
                </a:lnTo>
                <a:lnTo>
                  <a:pt x="2266950" y="514350"/>
                </a:lnTo>
                <a:lnTo>
                  <a:pt x="2266950" y="571500"/>
                </a:lnTo>
                <a:lnTo>
                  <a:pt x="2276475" y="571500"/>
                </a:lnTo>
                <a:lnTo>
                  <a:pt x="2276475" y="1866900"/>
                </a:lnTo>
                <a:lnTo>
                  <a:pt x="2266950" y="1866900"/>
                </a:lnTo>
                <a:lnTo>
                  <a:pt x="2266950" y="1933575"/>
                </a:lnTo>
                <a:lnTo>
                  <a:pt x="2257425" y="1933575"/>
                </a:lnTo>
                <a:lnTo>
                  <a:pt x="2257425" y="1952625"/>
                </a:lnTo>
                <a:lnTo>
                  <a:pt x="2247900" y="1952625"/>
                </a:lnTo>
                <a:lnTo>
                  <a:pt x="2247900" y="1981200"/>
                </a:lnTo>
                <a:lnTo>
                  <a:pt x="2238375" y="1981200"/>
                </a:lnTo>
                <a:lnTo>
                  <a:pt x="2238375" y="2000250"/>
                </a:lnTo>
                <a:lnTo>
                  <a:pt x="2228850" y="2000250"/>
                </a:lnTo>
                <a:lnTo>
                  <a:pt x="2228850" y="2028825"/>
                </a:lnTo>
                <a:lnTo>
                  <a:pt x="2219325" y="2028825"/>
                </a:lnTo>
                <a:lnTo>
                  <a:pt x="2219325" y="2038350"/>
                </a:lnTo>
                <a:lnTo>
                  <a:pt x="2209800" y="2038350"/>
                </a:lnTo>
                <a:lnTo>
                  <a:pt x="2209800" y="2057400"/>
                </a:lnTo>
                <a:lnTo>
                  <a:pt x="2200275" y="2057400"/>
                </a:lnTo>
                <a:lnTo>
                  <a:pt x="2200275" y="2066925"/>
                </a:lnTo>
                <a:lnTo>
                  <a:pt x="2190750" y="2066925"/>
                </a:lnTo>
                <a:lnTo>
                  <a:pt x="2190750" y="2085975"/>
                </a:lnTo>
                <a:lnTo>
                  <a:pt x="2181225" y="2085975"/>
                </a:lnTo>
                <a:lnTo>
                  <a:pt x="2181225" y="2095500"/>
                </a:lnTo>
                <a:lnTo>
                  <a:pt x="2171700" y="2095500"/>
                </a:lnTo>
                <a:lnTo>
                  <a:pt x="2171700" y="2114550"/>
                </a:lnTo>
                <a:lnTo>
                  <a:pt x="2162175" y="2114550"/>
                </a:lnTo>
                <a:lnTo>
                  <a:pt x="2162175" y="2133600"/>
                </a:lnTo>
                <a:lnTo>
                  <a:pt x="2143125" y="2133600"/>
                </a:lnTo>
                <a:lnTo>
                  <a:pt x="2143125" y="2143125"/>
                </a:lnTo>
                <a:lnTo>
                  <a:pt x="2133600" y="2143125"/>
                </a:lnTo>
                <a:lnTo>
                  <a:pt x="2133600" y="2152650"/>
                </a:lnTo>
                <a:lnTo>
                  <a:pt x="2124075" y="2152650"/>
                </a:lnTo>
                <a:lnTo>
                  <a:pt x="2124075" y="2162175"/>
                </a:lnTo>
                <a:lnTo>
                  <a:pt x="2114550" y="2162175"/>
                </a:lnTo>
                <a:lnTo>
                  <a:pt x="2114550" y="2171700"/>
                </a:lnTo>
                <a:lnTo>
                  <a:pt x="2105025" y="2171700"/>
                </a:lnTo>
                <a:lnTo>
                  <a:pt x="2105025" y="2181225"/>
                </a:lnTo>
                <a:lnTo>
                  <a:pt x="2095500" y="2181225"/>
                </a:lnTo>
                <a:lnTo>
                  <a:pt x="2095500" y="2190750"/>
                </a:lnTo>
                <a:lnTo>
                  <a:pt x="2085975" y="2190750"/>
                </a:lnTo>
                <a:lnTo>
                  <a:pt x="2085975" y="2200275"/>
                </a:lnTo>
                <a:lnTo>
                  <a:pt x="2076450" y="2200275"/>
                </a:lnTo>
                <a:lnTo>
                  <a:pt x="2076450" y="2209800"/>
                </a:lnTo>
                <a:lnTo>
                  <a:pt x="2057400" y="2209800"/>
                </a:lnTo>
                <a:lnTo>
                  <a:pt x="2057400" y="2219325"/>
                </a:lnTo>
                <a:lnTo>
                  <a:pt x="2038350" y="2219325"/>
                </a:lnTo>
                <a:lnTo>
                  <a:pt x="2038350" y="2228850"/>
                </a:lnTo>
                <a:lnTo>
                  <a:pt x="2028825" y="2228850"/>
                </a:lnTo>
                <a:lnTo>
                  <a:pt x="2028825" y="2238375"/>
                </a:lnTo>
                <a:lnTo>
                  <a:pt x="2009775" y="2238375"/>
                </a:lnTo>
                <a:lnTo>
                  <a:pt x="2009775" y="2247900"/>
                </a:lnTo>
                <a:lnTo>
                  <a:pt x="1990725" y="2247900"/>
                </a:lnTo>
                <a:lnTo>
                  <a:pt x="1990725" y="2257425"/>
                </a:lnTo>
                <a:lnTo>
                  <a:pt x="1971675" y="2257425"/>
                </a:lnTo>
                <a:lnTo>
                  <a:pt x="1971675" y="2266950"/>
                </a:lnTo>
                <a:lnTo>
                  <a:pt x="1933575" y="2266950"/>
                </a:lnTo>
                <a:lnTo>
                  <a:pt x="1933575" y="2276475"/>
                </a:lnTo>
                <a:lnTo>
                  <a:pt x="1914525" y="2276475"/>
                </a:lnTo>
                <a:lnTo>
                  <a:pt x="1914525" y="2286000"/>
                </a:lnTo>
                <a:lnTo>
                  <a:pt x="1828800" y="2286000"/>
                </a:lnTo>
                <a:lnTo>
                  <a:pt x="1828800" y="2276475"/>
                </a:lnTo>
                <a:lnTo>
                  <a:pt x="1866900" y="2276475"/>
                </a:lnTo>
                <a:lnTo>
                  <a:pt x="1866900" y="2266950"/>
                </a:lnTo>
                <a:lnTo>
                  <a:pt x="1905000" y="2266950"/>
                </a:lnTo>
                <a:lnTo>
                  <a:pt x="1905000" y="2257425"/>
                </a:lnTo>
                <a:lnTo>
                  <a:pt x="1933575" y="2257425"/>
                </a:lnTo>
                <a:lnTo>
                  <a:pt x="1933575" y="2247900"/>
                </a:lnTo>
                <a:lnTo>
                  <a:pt x="1962150" y="2247900"/>
                </a:lnTo>
                <a:lnTo>
                  <a:pt x="1962150" y="2238375"/>
                </a:lnTo>
                <a:lnTo>
                  <a:pt x="1981200" y="2238375"/>
                </a:lnTo>
                <a:lnTo>
                  <a:pt x="1981200" y="2228850"/>
                </a:lnTo>
                <a:lnTo>
                  <a:pt x="2000250" y="2228850"/>
                </a:lnTo>
                <a:lnTo>
                  <a:pt x="2000250" y="2219325"/>
                </a:lnTo>
                <a:lnTo>
                  <a:pt x="2019300" y="2219325"/>
                </a:lnTo>
                <a:lnTo>
                  <a:pt x="2019300" y="2209800"/>
                </a:lnTo>
                <a:lnTo>
                  <a:pt x="2038350" y="2209800"/>
                </a:lnTo>
                <a:lnTo>
                  <a:pt x="2038350" y="2200275"/>
                </a:lnTo>
                <a:lnTo>
                  <a:pt x="2057400" y="2200275"/>
                </a:lnTo>
                <a:lnTo>
                  <a:pt x="2057400" y="2190750"/>
                </a:lnTo>
                <a:lnTo>
                  <a:pt x="2066925" y="2190750"/>
                </a:lnTo>
                <a:lnTo>
                  <a:pt x="2066925" y="2181225"/>
                </a:lnTo>
                <a:lnTo>
                  <a:pt x="2076450" y="2181225"/>
                </a:lnTo>
                <a:lnTo>
                  <a:pt x="2076450" y="2171700"/>
                </a:lnTo>
                <a:lnTo>
                  <a:pt x="2085975" y="2171700"/>
                </a:lnTo>
                <a:lnTo>
                  <a:pt x="2085975" y="2162175"/>
                </a:lnTo>
                <a:lnTo>
                  <a:pt x="2105025" y="2162175"/>
                </a:lnTo>
                <a:lnTo>
                  <a:pt x="2105025" y="2152650"/>
                </a:lnTo>
                <a:lnTo>
                  <a:pt x="2114550" y="2152650"/>
                </a:lnTo>
                <a:lnTo>
                  <a:pt x="2114550" y="2133600"/>
                </a:lnTo>
                <a:lnTo>
                  <a:pt x="2124075" y="2133600"/>
                </a:lnTo>
                <a:lnTo>
                  <a:pt x="2124075" y="2124075"/>
                </a:lnTo>
                <a:lnTo>
                  <a:pt x="2133600" y="2124075"/>
                </a:lnTo>
                <a:lnTo>
                  <a:pt x="2133600" y="2114550"/>
                </a:lnTo>
                <a:lnTo>
                  <a:pt x="2143125" y="2114550"/>
                </a:lnTo>
                <a:lnTo>
                  <a:pt x="2143125" y="2105025"/>
                </a:lnTo>
                <a:lnTo>
                  <a:pt x="2152650" y="2105025"/>
                </a:lnTo>
                <a:lnTo>
                  <a:pt x="2152650" y="2085975"/>
                </a:lnTo>
                <a:lnTo>
                  <a:pt x="2162175" y="2085975"/>
                </a:lnTo>
                <a:lnTo>
                  <a:pt x="2162175" y="2076450"/>
                </a:lnTo>
                <a:lnTo>
                  <a:pt x="2171700" y="2076450"/>
                </a:lnTo>
                <a:lnTo>
                  <a:pt x="2171700" y="2066925"/>
                </a:lnTo>
                <a:lnTo>
                  <a:pt x="2181225" y="2066925"/>
                </a:lnTo>
                <a:lnTo>
                  <a:pt x="2181225" y="2047875"/>
                </a:lnTo>
                <a:lnTo>
                  <a:pt x="2190750" y="2047875"/>
                </a:lnTo>
                <a:lnTo>
                  <a:pt x="2190750" y="2038350"/>
                </a:lnTo>
                <a:lnTo>
                  <a:pt x="2200275" y="2038350"/>
                </a:lnTo>
                <a:lnTo>
                  <a:pt x="2200275" y="2019300"/>
                </a:lnTo>
                <a:lnTo>
                  <a:pt x="2209800" y="2019300"/>
                </a:lnTo>
                <a:lnTo>
                  <a:pt x="2209800" y="2000250"/>
                </a:lnTo>
                <a:lnTo>
                  <a:pt x="2219325" y="2000250"/>
                </a:lnTo>
                <a:lnTo>
                  <a:pt x="2219325" y="1981200"/>
                </a:lnTo>
                <a:lnTo>
                  <a:pt x="2228850" y="1981200"/>
                </a:lnTo>
                <a:lnTo>
                  <a:pt x="2228850" y="1962150"/>
                </a:lnTo>
                <a:lnTo>
                  <a:pt x="2238375" y="1962150"/>
                </a:lnTo>
                <a:lnTo>
                  <a:pt x="2238375" y="1933575"/>
                </a:lnTo>
                <a:lnTo>
                  <a:pt x="2247900" y="1933575"/>
                </a:lnTo>
                <a:lnTo>
                  <a:pt x="2247900" y="1876425"/>
                </a:lnTo>
                <a:lnTo>
                  <a:pt x="2257425" y="1876425"/>
                </a:lnTo>
                <a:lnTo>
                  <a:pt x="2257425" y="1285875"/>
                </a:lnTo>
                <a:lnTo>
                  <a:pt x="2266950" y="1285875"/>
                </a:lnTo>
                <a:lnTo>
                  <a:pt x="2266950" y="1247775"/>
                </a:lnTo>
                <a:lnTo>
                  <a:pt x="2257425" y="1247775"/>
                </a:lnTo>
                <a:lnTo>
                  <a:pt x="2257425" y="1200150"/>
                </a:lnTo>
                <a:lnTo>
                  <a:pt x="2266950" y="1200150"/>
                </a:lnTo>
                <a:lnTo>
                  <a:pt x="2266950" y="1181100"/>
                </a:lnTo>
                <a:lnTo>
                  <a:pt x="2257425" y="1181100"/>
                </a:lnTo>
                <a:lnTo>
                  <a:pt x="2257425" y="561975"/>
                </a:lnTo>
                <a:lnTo>
                  <a:pt x="2247900" y="561975"/>
                </a:lnTo>
                <a:lnTo>
                  <a:pt x="2247900" y="514350"/>
                </a:lnTo>
                <a:lnTo>
                  <a:pt x="2238375" y="514350"/>
                </a:lnTo>
                <a:lnTo>
                  <a:pt x="2238375" y="485775"/>
                </a:lnTo>
                <a:lnTo>
                  <a:pt x="2228850" y="485775"/>
                </a:lnTo>
                <a:lnTo>
                  <a:pt x="2228850" y="466725"/>
                </a:lnTo>
                <a:lnTo>
                  <a:pt x="2219325" y="466725"/>
                </a:lnTo>
                <a:lnTo>
                  <a:pt x="2219325" y="438150"/>
                </a:lnTo>
                <a:lnTo>
                  <a:pt x="2209800" y="438150"/>
                </a:lnTo>
                <a:lnTo>
                  <a:pt x="2209800" y="419100"/>
                </a:lnTo>
                <a:lnTo>
                  <a:pt x="2200275" y="419100"/>
                </a:lnTo>
                <a:lnTo>
                  <a:pt x="2200275" y="400050"/>
                </a:lnTo>
                <a:lnTo>
                  <a:pt x="2190750" y="400050"/>
                </a:lnTo>
                <a:lnTo>
                  <a:pt x="2190750" y="390525"/>
                </a:lnTo>
                <a:lnTo>
                  <a:pt x="2181225" y="390525"/>
                </a:lnTo>
                <a:lnTo>
                  <a:pt x="2181225" y="371475"/>
                </a:lnTo>
                <a:lnTo>
                  <a:pt x="2171700" y="371475"/>
                </a:lnTo>
                <a:lnTo>
                  <a:pt x="2171700" y="361950"/>
                </a:lnTo>
                <a:lnTo>
                  <a:pt x="2162175" y="361950"/>
                </a:lnTo>
                <a:lnTo>
                  <a:pt x="2162175" y="352425"/>
                </a:lnTo>
                <a:lnTo>
                  <a:pt x="2152650" y="352425"/>
                </a:lnTo>
                <a:lnTo>
                  <a:pt x="2152650" y="333375"/>
                </a:lnTo>
                <a:lnTo>
                  <a:pt x="2143125" y="333375"/>
                </a:lnTo>
                <a:lnTo>
                  <a:pt x="2143125" y="323850"/>
                </a:lnTo>
                <a:lnTo>
                  <a:pt x="2133600" y="323850"/>
                </a:lnTo>
                <a:lnTo>
                  <a:pt x="2133600" y="314325"/>
                </a:lnTo>
                <a:lnTo>
                  <a:pt x="2124075" y="314325"/>
                </a:lnTo>
                <a:lnTo>
                  <a:pt x="2124075" y="304800"/>
                </a:lnTo>
                <a:lnTo>
                  <a:pt x="2114550" y="304800"/>
                </a:lnTo>
                <a:lnTo>
                  <a:pt x="2114550" y="295275"/>
                </a:lnTo>
                <a:lnTo>
                  <a:pt x="2105025" y="295275"/>
                </a:lnTo>
                <a:lnTo>
                  <a:pt x="2105025" y="285750"/>
                </a:lnTo>
                <a:lnTo>
                  <a:pt x="2095500" y="285750"/>
                </a:lnTo>
                <a:lnTo>
                  <a:pt x="2095500" y="276225"/>
                </a:lnTo>
                <a:lnTo>
                  <a:pt x="2085975" y="276225"/>
                </a:lnTo>
                <a:lnTo>
                  <a:pt x="2085975" y="266700"/>
                </a:lnTo>
                <a:lnTo>
                  <a:pt x="2066925" y="266700"/>
                </a:lnTo>
                <a:lnTo>
                  <a:pt x="2066925" y="257175"/>
                </a:lnTo>
                <a:lnTo>
                  <a:pt x="2057400" y="257175"/>
                </a:lnTo>
                <a:lnTo>
                  <a:pt x="2057400" y="247650"/>
                </a:lnTo>
                <a:lnTo>
                  <a:pt x="2047875" y="247650"/>
                </a:lnTo>
                <a:lnTo>
                  <a:pt x="2047875" y="238125"/>
                </a:lnTo>
                <a:lnTo>
                  <a:pt x="2028825" y="238125"/>
                </a:lnTo>
                <a:lnTo>
                  <a:pt x="2028825" y="228600"/>
                </a:lnTo>
                <a:lnTo>
                  <a:pt x="2009775" y="228600"/>
                </a:lnTo>
                <a:lnTo>
                  <a:pt x="2009775" y="219075"/>
                </a:lnTo>
                <a:lnTo>
                  <a:pt x="1990725" y="219075"/>
                </a:lnTo>
                <a:lnTo>
                  <a:pt x="1990725" y="209550"/>
                </a:lnTo>
                <a:lnTo>
                  <a:pt x="1981200" y="209550"/>
                </a:lnTo>
                <a:lnTo>
                  <a:pt x="1981200" y="200025"/>
                </a:lnTo>
                <a:lnTo>
                  <a:pt x="1952625" y="200025"/>
                </a:lnTo>
                <a:lnTo>
                  <a:pt x="1952625" y="190500"/>
                </a:lnTo>
                <a:lnTo>
                  <a:pt x="1933575" y="190500"/>
                </a:lnTo>
                <a:lnTo>
                  <a:pt x="1933575" y="180975"/>
                </a:lnTo>
                <a:lnTo>
                  <a:pt x="1895475" y="180975"/>
                </a:lnTo>
                <a:lnTo>
                  <a:pt x="1895475" y="171450"/>
                </a:lnTo>
                <a:lnTo>
                  <a:pt x="1847850" y="171450"/>
                </a:lnTo>
                <a:lnTo>
                  <a:pt x="1847850" y="161925"/>
                </a:lnTo>
                <a:lnTo>
                  <a:pt x="600075" y="161925"/>
                </a:lnTo>
                <a:lnTo>
                  <a:pt x="600075" y="171450"/>
                </a:lnTo>
                <a:lnTo>
                  <a:pt x="552450" y="171450"/>
                </a:lnTo>
                <a:lnTo>
                  <a:pt x="552450" y="180975"/>
                </a:lnTo>
                <a:lnTo>
                  <a:pt x="514350" y="180975"/>
                </a:lnTo>
                <a:lnTo>
                  <a:pt x="514350" y="190500"/>
                </a:lnTo>
                <a:lnTo>
                  <a:pt x="485775" y="190500"/>
                </a:lnTo>
                <a:lnTo>
                  <a:pt x="485775" y="200025"/>
                </a:lnTo>
                <a:lnTo>
                  <a:pt x="466725" y="200025"/>
                </a:lnTo>
                <a:lnTo>
                  <a:pt x="466725" y="209550"/>
                </a:lnTo>
                <a:lnTo>
                  <a:pt x="447675" y="209550"/>
                </a:lnTo>
                <a:lnTo>
                  <a:pt x="447675" y="219075"/>
                </a:lnTo>
                <a:lnTo>
                  <a:pt x="428625" y="219075"/>
                </a:lnTo>
                <a:lnTo>
                  <a:pt x="428625" y="228600"/>
                </a:lnTo>
                <a:lnTo>
                  <a:pt x="409575" y="228600"/>
                </a:lnTo>
                <a:lnTo>
                  <a:pt x="409575" y="238125"/>
                </a:lnTo>
                <a:lnTo>
                  <a:pt x="400050" y="238125"/>
                </a:lnTo>
                <a:lnTo>
                  <a:pt x="400050" y="247650"/>
                </a:lnTo>
                <a:lnTo>
                  <a:pt x="381000" y="247650"/>
                </a:lnTo>
                <a:lnTo>
                  <a:pt x="381000" y="257175"/>
                </a:lnTo>
                <a:lnTo>
                  <a:pt x="371475" y="257175"/>
                </a:lnTo>
                <a:lnTo>
                  <a:pt x="371475" y="266700"/>
                </a:lnTo>
                <a:lnTo>
                  <a:pt x="352425" y="266700"/>
                </a:lnTo>
                <a:lnTo>
                  <a:pt x="352425" y="276225"/>
                </a:lnTo>
                <a:lnTo>
                  <a:pt x="342900" y="276225"/>
                </a:lnTo>
                <a:lnTo>
                  <a:pt x="342900" y="285750"/>
                </a:lnTo>
                <a:lnTo>
                  <a:pt x="333375" y="285750"/>
                </a:lnTo>
                <a:lnTo>
                  <a:pt x="333375" y="295275"/>
                </a:lnTo>
                <a:lnTo>
                  <a:pt x="323850" y="295275"/>
                </a:lnTo>
                <a:lnTo>
                  <a:pt x="323850" y="304800"/>
                </a:lnTo>
                <a:lnTo>
                  <a:pt x="314325" y="304800"/>
                </a:lnTo>
                <a:lnTo>
                  <a:pt x="314325" y="314325"/>
                </a:lnTo>
                <a:lnTo>
                  <a:pt x="304800" y="314325"/>
                </a:lnTo>
                <a:lnTo>
                  <a:pt x="304800" y="323850"/>
                </a:lnTo>
                <a:lnTo>
                  <a:pt x="295275" y="323850"/>
                </a:lnTo>
                <a:lnTo>
                  <a:pt x="295275" y="342900"/>
                </a:lnTo>
                <a:lnTo>
                  <a:pt x="285750" y="342900"/>
                </a:lnTo>
                <a:lnTo>
                  <a:pt x="285750" y="352425"/>
                </a:lnTo>
                <a:lnTo>
                  <a:pt x="276225" y="352425"/>
                </a:lnTo>
                <a:lnTo>
                  <a:pt x="276225" y="361950"/>
                </a:lnTo>
                <a:lnTo>
                  <a:pt x="266700" y="361950"/>
                </a:lnTo>
                <a:lnTo>
                  <a:pt x="266700" y="381000"/>
                </a:lnTo>
                <a:lnTo>
                  <a:pt x="257175" y="381000"/>
                </a:lnTo>
                <a:lnTo>
                  <a:pt x="257175" y="390525"/>
                </a:lnTo>
                <a:lnTo>
                  <a:pt x="247650" y="390525"/>
                </a:lnTo>
                <a:lnTo>
                  <a:pt x="247650" y="400050"/>
                </a:lnTo>
                <a:lnTo>
                  <a:pt x="238125" y="400050"/>
                </a:lnTo>
                <a:lnTo>
                  <a:pt x="238125" y="419100"/>
                </a:lnTo>
                <a:lnTo>
                  <a:pt x="228600" y="419100"/>
                </a:lnTo>
                <a:lnTo>
                  <a:pt x="228600" y="438150"/>
                </a:lnTo>
                <a:lnTo>
                  <a:pt x="219075" y="438150"/>
                </a:lnTo>
                <a:lnTo>
                  <a:pt x="219075" y="457200"/>
                </a:lnTo>
                <a:lnTo>
                  <a:pt x="209550" y="457200"/>
                </a:lnTo>
                <a:lnTo>
                  <a:pt x="209550" y="485775"/>
                </a:lnTo>
                <a:lnTo>
                  <a:pt x="200025" y="485775"/>
                </a:lnTo>
                <a:lnTo>
                  <a:pt x="200025" y="514350"/>
                </a:lnTo>
                <a:lnTo>
                  <a:pt x="190500" y="514350"/>
                </a:lnTo>
                <a:lnTo>
                  <a:pt x="190500" y="552450"/>
                </a:lnTo>
                <a:lnTo>
                  <a:pt x="180975" y="552450"/>
                </a:lnTo>
                <a:lnTo>
                  <a:pt x="180975" y="828675"/>
                </a:lnTo>
                <a:lnTo>
                  <a:pt x="171450" y="828675"/>
                </a:lnTo>
                <a:lnTo>
                  <a:pt x="171450" y="857250"/>
                </a:lnTo>
                <a:lnTo>
                  <a:pt x="180975" y="857250"/>
                </a:lnTo>
                <a:lnTo>
                  <a:pt x="180975" y="876300"/>
                </a:lnTo>
                <a:lnTo>
                  <a:pt x="171450" y="876300"/>
                </a:lnTo>
                <a:lnTo>
                  <a:pt x="171450" y="914400"/>
                </a:lnTo>
                <a:lnTo>
                  <a:pt x="180975" y="914400"/>
                </a:lnTo>
                <a:lnTo>
                  <a:pt x="180975" y="1171575"/>
                </a:lnTo>
                <a:lnTo>
                  <a:pt x="171450" y="1171575"/>
                </a:lnTo>
                <a:lnTo>
                  <a:pt x="171450" y="1304925"/>
                </a:lnTo>
                <a:lnTo>
                  <a:pt x="180975" y="1304925"/>
                </a:lnTo>
                <a:lnTo>
                  <a:pt x="180975" y="1495425"/>
                </a:lnTo>
                <a:lnTo>
                  <a:pt x="171450" y="1495425"/>
                </a:lnTo>
                <a:lnTo>
                  <a:pt x="171450" y="1609725"/>
                </a:lnTo>
                <a:lnTo>
                  <a:pt x="180975" y="1609725"/>
                </a:lnTo>
                <a:lnTo>
                  <a:pt x="180975" y="1771650"/>
                </a:lnTo>
                <a:lnTo>
                  <a:pt x="171450" y="1771650"/>
                </a:lnTo>
                <a:lnTo>
                  <a:pt x="171450" y="1800225"/>
                </a:lnTo>
                <a:lnTo>
                  <a:pt x="180975" y="1800225"/>
                </a:lnTo>
                <a:lnTo>
                  <a:pt x="180975" y="1885950"/>
                </a:lnTo>
                <a:lnTo>
                  <a:pt x="190500" y="1885950"/>
                </a:lnTo>
                <a:lnTo>
                  <a:pt x="190500" y="1924050"/>
                </a:lnTo>
                <a:lnTo>
                  <a:pt x="200025" y="1924050"/>
                </a:lnTo>
                <a:lnTo>
                  <a:pt x="200025" y="1952625"/>
                </a:lnTo>
                <a:lnTo>
                  <a:pt x="209550" y="1952625"/>
                </a:lnTo>
                <a:lnTo>
                  <a:pt x="209550" y="1981200"/>
                </a:lnTo>
                <a:lnTo>
                  <a:pt x="219075" y="1981200"/>
                </a:lnTo>
                <a:lnTo>
                  <a:pt x="219075" y="2000250"/>
                </a:lnTo>
                <a:lnTo>
                  <a:pt x="228600" y="2000250"/>
                </a:lnTo>
                <a:lnTo>
                  <a:pt x="228600" y="2019300"/>
                </a:lnTo>
                <a:lnTo>
                  <a:pt x="238125" y="2019300"/>
                </a:lnTo>
                <a:lnTo>
                  <a:pt x="238125" y="2038350"/>
                </a:lnTo>
                <a:lnTo>
                  <a:pt x="247650" y="2038350"/>
                </a:lnTo>
                <a:lnTo>
                  <a:pt x="247650" y="2057400"/>
                </a:lnTo>
                <a:lnTo>
                  <a:pt x="257175" y="2057400"/>
                </a:lnTo>
                <a:lnTo>
                  <a:pt x="257175" y="2076450"/>
                </a:lnTo>
                <a:lnTo>
                  <a:pt x="266700" y="2076450"/>
                </a:lnTo>
                <a:lnTo>
                  <a:pt x="266700" y="2085975"/>
                </a:lnTo>
                <a:lnTo>
                  <a:pt x="276225" y="2085975"/>
                </a:lnTo>
                <a:lnTo>
                  <a:pt x="276225" y="2095500"/>
                </a:lnTo>
                <a:lnTo>
                  <a:pt x="285750" y="2095500"/>
                </a:lnTo>
                <a:lnTo>
                  <a:pt x="285750" y="2114550"/>
                </a:lnTo>
                <a:lnTo>
                  <a:pt x="295275" y="2114550"/>
                </a:lnTo>
                <a:lnTo>
                  <a:pt x="295275" y="2124075"/>
                </a:lnTo>
                <a:lnTo>
                  <a:pt x="304800" y="2124075"/>
                </a:lnTo>
                <a:lnTo>
                  <a:pt x="304800" y="2133600"/>
                </a:lnTo>
                <a:lnTo>
                  <a:pt x="323850" y="2133600"/>
                </a:lnTo>
                <a:lnTo>
                  <a:pt x="323850" y="2143125"/>
                </a:lnTo>
                <a:lnTo>
                  <a:pt x="333375" y="2143125"/>
                </a:lnTo>
                <a:lnTo>
                  <a:pt x="333375" y="2152650"/>
                </a:lnTo>
                <a:lnTo>
                  <a:pt x="342900" y="2152650"/>
                </a:lnTo>
                <a:lnTo>
                  <a:pt x="342900" y="2162175"/>
                </a:lnTo>
                <a:lnTo>
                  <a:pt x="352425" y="2162175"/>
                </a:lnTo>
                <a:lnTo>
                  <a:pt x="352425" y="2171700"/>
                </a:lnTo>
                <a:lnTo>
                  <a:pt x="361950" y="2171700"/>
                </a:lnTo>
                <a:lnTo>
                  <a:pt x="361950" y="2181225"/>
                </a:lnTo>
                <a:lnTo>
                  <a:pt x="371475" y="2181225"/>
                </a:lnTo>
                <a:lnTo>
                  <a:pt x="371475" y="2190750"/>
                </a:lnTo>
                <a:lnTo>
                  <a:pt x="390525" y="2190750"/>
                </a:lnTo>
                <a:lnTo>
                  <a:pt x="390525" y="2200275"/>
                </a:lnTo>
                <a:lnTo>
                  <a:pt x="400050" y="2200275"/>
                </a:lnTo>
                <a:lnTo>
                  <a:pt x="400050" y="2209800"/>
                </a:lnTo>
                <a:lnTo>
                  <a:pt x="419100" y="2209800"/>
                </a:lnTo>
                <a:lnTo>
                  <a:pt x="419100" y="2219325"/>
                </a:lnTo>
                <a:lnTo>
                  <a:pt x="428625" y="2219325"/>
                </a:lnTo>
                <a:lnTo>
                  <a:pt x="428625" y="2228850"/>
                </a:lnTo>
                <a:lnTo>
                  <a:pt x="447675" y="2228850"/>
                </a:lnTo>
                <a:lnTo>
                  <a:pt x="447675" y="2238375"/>
                </a:lnTo>
                <a:lnTo>
                  <a:pt x="476250" y="2238375"/>
                </a:lnTo>
                <a:lnTo>
                  <a:pt x="476250" y="2247900"/>
                </a:lnTo>
                <a:lnTo>
                  <a:pt x="485775" y="2247900"/>
                </a:lnTo>
                <a:lnTo>
                  <a:pt x="485775" y="2257425"/>
                </a:lnTo>
                <a:lnTo>
                  <a:pt x="466725" y="2257425"/>
                </a:lnTo>
                <a:lnTo>
                  <a:pt x="466725" y="2247900"/>
                </a:lnTo>
                <a:lnTo>
                  <a:pt x="438150" y="2247900"/>
                </a:lnTo>
                <a:lnTo>
                  <a:pt x="438150" y="2238375"/>
                </a:lnTo>
                <a:lnTo>
                  <a:pt x="409575" y="2238375"/>
                </a:lnTo>
                <a:lnTo>
                  <a:pt x="409575" y="2228850"/>
                </a:lnTo>
                <a:lnTo>
                  <a:pt x="400050" y="2228850"/>
                </a:lnTo>
                <a:lnTo>
                  <a:pt x="400050" y="2219325"/>
                </a:lnTo>
                <a:lnTo>
                  <a:pt x="381000" y="2219325"/>
                </a:lnTo>
                <a:lnTo>
                  <a:pt x="381000" y="2209800"/>
                </a:lnTo>
                <a:lnTo>
                  <a:pt x="371475" y="2209800"/>
                </a:lnTo>
                <a:lnTo>
                  <a:pt x="371475" y="2200275"/>
                </a:lnTo>
                <a:lnTo>
                  <a:pt x="352425" y="2200275"/>
                </a:lnTo>
                <a:lnTo>
                  <a:pt x="352425" y="2190750"/>
                </a:lnTo>
                <a:lnTo>
                  <a:pt x="342900" y="2190750"/>
                </a:lnTo>
                <a:lnTo>
                  <a:pt x="342900" y="2181225"/>
                </a:lnTo>
                <a:lnTo>
                  <a:pt x="333375" y="2181225"/>
                </a:lnTo>
                <a:lnTo>
                  <a:pt x="333375" y="2171700"/>
                </a:lnTo>
                <a:lnTo>
                  <a:pt x="323850" y="2171700"/>
                </a:lnTo>
                <a:lnTo>
                  <a:pt x="323850" y="2162175"/>
                </a:lnTo>
                <a:lnTo>
                  <a:pt x="314325" y="2162175"/>
                </a:lnTo>
                <a:lnTo>
                  <a:pt x="314325" y="2152650"/>
                </a:lnTo>
                <a:lnTo>
                  <a:pt x="304800" y="2152650"/>
                </a:lnTo>
                <a:lnTo>
                  <a:pt x="304800" y="2143125"/>
                </a:lnTo>
                <a:lnTo>
                  <a:pt x="295275" y="2143125"/>
                </a:lnTo>
                <a:lnTo>
                  <a:pt x="295275" y="2133600"/>
                </a:lnTo>
                <a:lnTo>
                  <a:pt x="285750" y="2133600"/>
                </a:lnTo>
                <a:lnTo>
                  <a:pt x="285750" y="2124075"/>
                </a:lnTo>
                <a:lnTo>
                  <a:pt x="276225" y="2124075"/>
                </a:lnTo>
                <a:lnTo>
                  <a:pt x="276225" y="2114550"/>
                </a:lnTo>
                <a:lnTo>
                  <a:pt x="266700" y="2114550"/>
                </a:lnTo>
                <a:lnTo>
                  <a:pt x="266700" y="2105025"/>
                </a:lnTo>
                <a:lnTo>
                  <a:pt x="257175" y="2105025"/>
                </a:lnTo>
                <a:lnTo>
                  <a:pt x="257175" y="2085975"/>
                </a:lnTo>
                <a:lnTo>
                  <a:pt x="247650" y="2085975"/>
                </a:lnTo>
                <a:lnTo>
                  <a:pt x="247650" y="2076450"/>
                </a:lnTo>
                <a:lnTo>
                  <a:pt x="238125" y="2076450"/>
                </a:lnTo>
                <a:lnTo>
                  <a:pt x="238125" y="2057400"/>
                </a:lnTo>
                <a:lnTo>
                  <a:pt x="228600" y="2057400"/>
                </a:lnTo>
                <a:lnTo>
                  <a:pt x="228600" y="2038350"/>
                </a:lnTo>
                <a:lnTo>
                  <a:pt x="219075" y="2038350"/>
                </a:lnTo>
                <a:lnTo>
                  <a:pt x="219075" y="2019300"/>
                </a:lnTo>
                <a:lnTo>
                  <a:pt x="209550" y="2019300"/>
                </a:lnTo>
                <a:lnTo>
                  <a:pt x="209550" y="2009775"/>
                </a:lnTo>
                <a:lnTo>
                  <a:pt x="200025" y="2009775"/>
                </a:lnTo>
                <a:lnTo>
                  <a:pt x="200025" y="1981200"/>
                </a:lnTo>
                <a:lnTo>
                  <a:pt x="190500" y="1981200"/>
                </a:lnTo>
                <a:lnTo>
                  <a:pt x="190500" y="1971675"/>
                </a:lnTo>
                <a:lnTo>
                  <a:pt x="180975" y="1971675"/>
                </a:lnTo>
                <a:lnTo>
                  <a:pt x="180975" y="1933575"/>
                </a:lnTo>
                <a:lnTo>
                  <a:pt x="171450" y="1933575"/>
                </a:lnTo>
                <a:lnTo>
                  <a:pt x="171450" y="1905000"/>
                </a:lnTo>
                <a:lnTo>
                  <a:pt x="161925" y="1905000"/>
                </a:lnTo>
                <a:lnTo>
                  <a:pt x="161925" y="1733550"/>
                </a:lnTo>
                <a:lnTo>
                  <a:pt x="152400" y="1733550"/>
                </a:lnTo>
                <a:lnTo>
                  <a:pt x="152400" y="1724025"/>
                </a:lnTo>
                <a:lnTo>
                  <a:pt x="161925" y="1724025"/>
                </a:lnTo>
                <a:lnTo>
                  <a:pt x="161925" y="1381125"/>
                </a:lnTo>
                <a:lnTo>
                  <a:pt x="152400" y="1381125"/>
                </a:lnTo>
                <a:lnTo>
                  <a:pt x="152400" y="1352550"/>
                </a:lnTo>
                <a:lnTo>
                  <a:pt x="161925" y="1352550"/>
                </a:lnTo>
                <a:lnTo>
                  <a:pt x="161925" y="1114425"/>
                </a:lnTo>
                <a:lnTo>
                  <a:pt x="152400" y="1114425"/>
                </a:lnTo>
                <a:lnTo>
                  <a:pt x="152400" y="1095375"/>
                </a:lnTo>
                <a:lnTo>
                  <a:pt x="161925" y="1095375"/>
                </a:lnTo>
                <a:lnTo>
                  <a:pt x="161925" y="561975"/>
                </a:lnTo>
                <a:lnTo>
                  <a:pt x="171450" y="561975"/>
                </a:lnTo>
                <a:lnTo>
                  <a:pt x="171450" y="552450"/>
                </a:lnTo>
                <a:lnTo>
                  <a:pt x="161925" y="552450"/>
                </a:lnTo>
                <a:lnTo>
                  <a:pt x="161925" y="542925"/>
                </a:lnTo>
                <a:lnTo>
                  <a:pt x="171450" y="542925"/>
                </a:lnTo>
                <a:lnTo>
                  <a:pt x="171450" y="514350"/>
                </a:lnTo>
                <a:lnTo>
                  <a:pt x="180975" y="514350"/>
                </a:lnTo>
                <a:lnTo>
                  <a:pt x="180975" y="495300"/>
                </a:lnTo>
                <a:lnTo>
                  <a:pt x="190500" y="495300"/>
                </a:lnTo>
                <a:lnTo>
                  <a:pt x="190500" y="457200"/>
                </a:lnTo>
                <a:lnTo>
                  <a:pt x="200025" y="457200"/>
                </a:lnTo>
                <a:lnTo>
                  <a:pt x="200025" y="438150"/>
                </a:lnTo>
                <a:lnTo>
                  <a:pt x="209550" y="438150"/>
                </a:lnTo>
                <a:lnTo>
                  <a:pt x="209550" y="419100"/>
                </a:lnTo>
                <a:lnTo>
                  <a:pt x="219075" y="419100"/>
                </a:lnTo>
                <a:lnTo>
                  <a:pt x="219075" y="390525"/>
                </a:lnTo>
                <a:lnTo>
                  <a:pt x="228600" y="390525"/>
                </a:lnTo>
                <a:lnTo>
                  <a:pt x="228600" y="371475"/>
                </a:lnTo>
                <a:lnTo>
                  <a:pt x="238125" y="371475"/>
                </a:lnTo>
                <a:lnTo>
                  <a:pt x="238125" y="361950"/>
                </a:lnTo>
                <a:lnTo>
                  <a:pt x="247650" y="361950"/>
                </a:lnTo>
                <a:lnTo>
                  <a:pt x="247650" y="352425"/>
                </a:lnTo>
                <a:lnTo>
                  <a:pt x="257175" y="352425"/>
                </a:lnTo>
                <a:lnTo>
                  <a:pt x="257175" y="342900"/>
                </a:lnTo>
                <a:lnTo>
                  <a:pt x="266700" y="342900"/>
                </a:lnTo>
                <a:lnTo>
                  <a:pt x="266700" y="333375"/>
                </a:lnTo>
                <a:lnTo>
                  <a:pt x="276225" y="333375"/>
                </a:lnTo>
                <a:lnTo>
                  <a:pt x="276225" y="323850"/>
                </a:lnTo>
                <a:lnTo>
                  <a:pt x="285750" y="323850"/>
                </a:lnTo>
                <a:lnTo>
                  <a:pt x="285750" y="314325"/>
                </a:lnTo>
                <a:lnTo>
                  <a:pt x="295275" y="314325"/>
                </a:lnTo>
                <a:lnTo>
                  <a:pt x="295275" y="304800"/>
                </a:lnTo>
                <a:lnTo>
                  <a:pt x="304800" y="304800"/>
                </a:lnTo>
                <a:lnTo>
                  <a:pt x="304800" y="295275"/>
                </a:lnTo>
                <a:lnTo>
                  <a:pt x="314325" y="295275"/>
                </a:lnTo>
                <a:lnTo>
                  <a:pt x="314325" y="285750"/>
                </a:lnTo>
                <a:lnTo>
                  <a:pt x="323850" y="285750"/>
                </a:lnTo>
                <a:lnTo>
                  <a:pt x="323850" y="276225"/>
                </a:lnTo>
                <a:lnTo>
                  <a:pt x="333375" y="276225"/>
                </a:lnTo>
                <a:lnTo>
                  <a:pt x="333375" y="266700"/>
                </a:lnTo>
                <a:lnTo>
                  <a:pt x="342900" y="266700"/>
                </a:lnTo>
                <a:lnTo>
                  <a:pt x="342900" y="257175"/>
                </a:lnTo>
                <a:lnTo>
                  <a:pt x="352425" y="257175"/>
                </a:lnTo>
                <a:lnTo>
                  <a:pt x="352425" y="247650"/>
                </a:lnTo>
                <a:lnTo>
                  <a:pt x="371475" y="247650"/>
                </a:lnTo>
                <a:lnTo>
                  <a:pt x="371475" y="238125"/>
                </a:lnTo>
                <a:lnTo>
                  <a:pt x="381000" y="238125"/>
                </a:lnTo>
                <a:lnTo>
                  <a:pt x="381000" y="228600"/>
                </a:lnTo>
                <a:lnTo>
                  <a:pt x="390525" y="228600"/>
                </a:lnTo>
                <a:lnTo>
                  <a:pt x="390525" y="219075"/>
                </a:lnTo>
                <a:lnTo>
                  <a:pt x="400050" y="219075"/>
                </a:lnTo>
                <a:lnTo>
                  <a:pt x="400050" y="209550"/>
                </a:lnTo>
                <a:lnTo>
                  <a:pt x="409575" y="209550"/>
                </a:lnTo>
                <a:lnTo>
                  <a:pt x="409575" y="200025"/>
                </a:lnTo>
                <a:lnTo>
                  <a:pt x="447675" y="200025"/>
                </a:lnTo>
                <a:lnTo>
                  <a:pt x="447675" y="190500"/>
                </a:lnTo>
                <a:lnTo>
                  <a:pt x="466725" y="190500"/>
                </a:lnTo>
                <a:lnTo>
                  <a:pt x="466725" y="180975"/>
                </a:lnTo>
                <a:lnTo>
                  <a:pt x="485775" y="180975"/>
                </a:lnTo>
                <a:lnTo>
                  <a:pt x="485775" y="171450"/>
                </a:lnTo>
                <a:lnTo>
                  <a:pt x="523875" y="171450"/>
                </a:lnTo>
                <a:lnTo>
                  <a:pt x="523875" y="161925"/>
                </a:lnTo>
                <a:lnTo>
                  <a:pt x="542925" y="161925"/>
                </a:lnTo>
                <a:lnTo>
                  <a:pt x="542925" y="152400"/>
                </a:lnTo>
                <a:lnTo>
                  <a:pt x="609600" y="152400"/>
                </a:lnTo>
                <a:close/>
                <a:moveTo>
                  <a:pt x="1066800" y="333375"/>
                </a:moveTo>
                <a:lnTo>
                  <a:pt x="1076325" y="333375"/>
                </a:lnTo>
                <a:lnTo>
                  <a:pt x="1076325" y="342900"/>
                </a:lnTo>
                <a:lnTo>
                  <a:pt x="1066800" y="342900"/>
                </a:lnTo>
                <a:close/>
                <a:moveTo>
                  <a:pt x="590550" y="495300"/>
                </a:moveTo>
                <a:lnTo>
                  <a:pt x="600075" y="495300"/>
                </a:lnTo>
                <a:lnTo>
                  <a:pt x="600075" y="504825"/>
                </a:lnTo>
                <a:lnTo>
                  <a:pt x="590550" y="504825"/>
                </a:lnTo>
                <a:close/>
                <a:moveTo>
                  <a:pt x="1838325" y="495300"/>
                </a:moveTo>
                <a:lnTo>
                  <a:pt x="1847850" y="495300"/>
                </a:lnTo>
                <a:lnTo>
                  <a:pt x="1847850" y="504825"/>
                </a:lnTo>
                <a:lnTo>
                  <a:pt x="1838325" y="504825"/>
                </a:lnTo>
                <a:close/>
                <a:moveTo>
                  <a:pt x="1028700" y="742950"/>
                </a:moveTo>
                <a:lnTo>
                  <a:pt x="1047750" y="742950"/>
                </a:lnTo>
                <a:lnTo>
                  <a:pt x="1047750" y="762000"/>
                </a:lnTo>
                <a:lnTo>
                  <a:pt x="1038225" y="762000"/>
                </a:lnTo>
                <a:lnTo>
                  <a:pt x="1038225" y="771525"/>
                </a:lnTo>
                <a:lnTo>
                  <a:pt x="1019175" y="771525"/>
                </a:lnTo>
                <a:lnTo>
                  <a:pt x="1019175" y="752475"/>
                </a:lnTo>
                <a:lnTo>
                  <a:pt x="1028700" y="752475"/>
                </a:lnTo>
                <a:close/>
                <a:moveTo>
                  <a:pt x="1266825" y="752475"/>
                </a:moveTo>
                <a:lnTo>
                  <a:pt x="1276350" y="752475"/>
                </a:lnTo>
                <a:lnTo>
                  <a:pt x="1276350" y="762000"/>
                </a:lnTo>
                <a:lnTo>
                  <a:pt x="1266825" y="762000"/>
                </a:lnTo>
                <a:close/>
                <a:moveTo>
                  <a:pt x="1466850" y="752475"/>
                </a:moveTo>
                <a:lnTo>
                  <a:pt x="1485900" y="752475"/>
                </a:lnTo>
                <a:lnTo>
                  <a:pt x="1485900" y="847725"/>
                </a:lnTo>
                <a:lnTo>
                  <a:pt x="1495425" y="847725"/>
                </a:lnTo>
                <a:lnTo>
                  <a:pt x="1495425" y="857250"/>
                </a:lnTo>
                <a:lnTo>
                  <a:pt x="1485900" y="857250"/>
                </a:lnTo>
                <a:lnTo>
                  <a:pt x="1485900" y="866775"/>
                </a:lnTo>
                <a:lnTo>
                  <a:pt x="1476375" y="866775"/>
                </a:lnTo>
                <a:lnTo>
                  <a:pt x="1476375" y="857250"/>
                </a:lnTo>
                <a:lnTo>
                  <a:pt x="1466850" y="857250"/>
                </a:lnTo>
                <a:close/>
                <a:moveTo>
                  <a:pt x="1524000" y="752475"/>
                </a:moveTo>
                <a:lnTo>
                  <a:pt x="1543050" y="752475"/>
                </a:lnTo>
                <a:lnTo>
                  <a:pt x="1543050" y="847725"/>
                </a:lnTo>
                <a:lnTo>
                  <a:pt x="1552575" y="847725"/>
                </a:lnTo>
                <a:lnTo>
                  <a:pt x="1552575" y="866775"/>
                </a:lnTo>
                <a:lnTo>
                  <a:pt x="1533525" y="866775"/>
                </a:lnTo>
                <a:lnTo>
                  <a:pt x="1533525" y="857250"/>
                </a:lnTo>
                <a:lnTo>
                  <a:pt x="1524000" y="857250"/>
                </a:lnTo>
                <a:close/>
                <a:moveTo>
                  <a:pt x="1095375" y="771525"/>
                </a:moveTo>
                <a:lnTo>
                  <a:pt x="1114425" y="771525"/>
                </a:lnTo>
                <a:lnTo>
                  <a:pt x="1114425" y="790575"/>
                </a:lnTo>
                <a:lnTo>
                  <a:pt x="1104900" y="790575"/>
                </a:lnTo>
                <a:lnTo>
                  <a:pt x="1104900" y="809625"/>
                </a:lnTo>
                <a:lnTo>
                  <a:pt x="1114425" y="809625"/>
                </a:lnTo>
                <a:lnTo>
                  <a:pt x="1114425" y="828675"/>
                </a:lnTo>
                <a:lnTo>
                  <a:pt x="1095375" y="828675"/>
                </a:lnTo>
                <a:lnTo>
                  <a:pt x="1095375" y="819150"/>
                </a:lnTo>
                <a:lnTo>
                  <a:pt x="1085850" y="819150"/>
                </a:lnTo>
                <a:lnTo>
                  <a:pt x="1085850" y="809625"/>
                </a:lnTo>
                <a:lnTo>
                  <a:pt x="1047750" y="809625"/>
                </a:lnTo>
                <a:lnTo>
                  <a:pt x="1047750" y="790575"/>
                </a:lnTo>
                <a:lnTo>
                  <a:pt x="1085850" y="790575"/>
                </a:lnTo>
                <a:lnTo>
                  <a:pt x="1085850" y="781050"/>
                </a:lnTo>
                <a:lnTo>
                  <a:pt x="1095375" y="781050"/>
                </a:lnTo>
                <a:close/>
                <a:moveTo>
                  <a:pt x="1619250" y="771525"/>
                </a:moveTo>
                <a:lnTo>
                  <a:pt x="1638300" y="771525"/>
                </a:lnTo>
                <a:lnTo>
                  <a:pt x="1638300" y="781050"/>
                </a:lnTo>
                <a:lnTo>
                  <a:pt x="1657350" y="781050"/>
                </a:lnTo>
                <a:lnTo>
                  <a:pt x="1657350" y="790575"/>
                </a:lnTo>
                <a:lnTo>
                  <a:pt x="1590675" y="790575"/>
                </a:lnTo>
                <a:lnTo>
                  <a:pt x="1590675" y="781050"/>
                </a:lnTo>
                <a:lnTo>
                  <a:pt x="1619250" y="781050"/>
                </a:lnTo>
                <a:close/>
                <a:moveTo>
                  <a:pt x="1162050" y="781050"/>
                </a:moveTo>
                <a:lnTo>
                  <a:pt x="1171575" y="781050"/>
                </a:lnTo>
                <a:lnTo>
                  <a:pt x="1171575" y="800100"/>
                </a:lnTo>
                <a:lnTo>
                  <a:pt x="1162050" y="800100"/>
                </a:lnTo>
                <a:lnTo>
                  <a:pt x="1162050" y="838200"/>
                </a:lnTo>
                <a:lnTo>
                  <a:pt x="1171575" y="838200"/>
                </a:lnTo>
                <a:lnTo>
                  <a:pt x="1171575" y="847725"/>
                </a:lnTo>
                <a:lnTo>
                  <a:pt x="1181100" y="847725"/>
                </a:lnTo>
                <a:lnTo>
                  <a:pt x="1181100" y="866775"/>
                </a:lnTo>
                <a:lnTo>
                  <a:pt x="1162050" y="866775"/>
                </a:lnTo>
                <a:lnTo>
                  <a:pt x="1162050" y="857250"/>
                </a:lnTo>
                <a:lnTo>
                  <a:pt x="1152525" y="857250"/>
                </a:lnTo>
                <a:lnTo>
                  <a:pt x="1152525" y="847725"/>
                </a:lnTo>
                <a:lnTo>
                  <a:pt x="1143000" y="847725"/>
                </a:lnTo>
                <a:lnTo>
                  <a:pt x="1143000" y="800100"/>
                </a:lnTo>
                <a:lnTo>
                  <a:pt x="1152525" y="800100"/>
                </a:lnTo>
                <a:lnTo>
                  <a:pt x="1152525" y="790575"/>
                </a:lnTo>
                <a:lnTo>
                  <a:pt x="1162050" y="790575"/>
                </a:lnTo>
                <a:close/>
                <a:moveTo>
                  <a:pt x="1200150" y="781050"/>
                </a:moveTo>
                <a:lnTo>
                  <a:pt x="1209675" y="781050"/>
                </a:lnTo>
                <a:lnTo>
                  <a:pt x="1209675" y="790575"/>
                </a:lnTo>
                <a:lnTo>
                  <a:pt x="1219200" y="790575"/>
                </a:lnTo>
                <a:lnTo>
                  <a:pt x="1219200" y="800100"/>
                </a:lnTo>
                <a:lnTo>
                  <a:pt x="1228725" y="800100"/>
                </a:lnTo>
                <a:lnTo>
                  <a:pt x="1228725" y="809625"/>
                </a:lnTo>
                <a:lnTo>
                  <a:pt x="1209675" y="809625"/>
                </a:lnTo>
                <a:lnTo>
                  <a:pt x="1209675" y="800100"/>
                </a:lnTo>
                <a:lnTo>
                  <a:pt x="1200150" y="800100"/>
                </a:lnTo>
                <a:close/>
                <a:moveTo>
                  <a:pt x="1314450" y="790575"/>
                </a:moveTo>
                <a:lnTo>
                  <a:pt x="1343025" y="790575"/>
                </a:lnTo>
                <a:lnTo>
                  <a:pt x="1343025" y="800100"/>
                </a:lnTo>
                <a:lnTo>
                  <a:pt x="1333500" y="800100"/>
                </a:lnTo>
                <a:lnTo>
                  <a:pt x="1333500" y="809625"/>
                </a:lnTo>
                <a:lnTo>
                  <a:pt x="1343025" y="809625"/>
                </a:lnTo>
                <a:lnTo>
                  <a:pt x="1343025" y="819150"/>
                </a:lnTo>
                <a:lnTo>
                  <a:pt x="1323975" y="819150"/>
                </a:lnTo>
                <a:lnTo>
                  <a:pt x="1323975" y="809625"/>
                </a:lnTo>
                <a:lnTo>
                  <a:pt x="1314450" y="809625"/>
                </a:lnTo>
                <a:close/>
                <a:moveTo>
                  <a:pt x="1419225" y="790575"/>
                </a:moveTo>
                <a:lnTo>
                  <a:pt x="1438275" y="790575"/>
                </a:lnTo>
                <a:lnTo>
                  <a:pt x="1438275" y="857250"/>
                </a:lnTo>
                <a:lnTo>
                  <a:pt x="1419225" y="857250"/>
                </a:lnTo>
                <a:close/>
                <a:moveTo>
                  <a:pt x="1581150" y="790575"/>
                </a:moveTo>
                <a:lnTo>
                  <a:pt x="1590675" y="790575"/>
                </a:lnTo>
                <a:lnTo>
                  <a:pt x="1590675" y="800100"/>
                </a:lnTo>
                <a:lnTo>
                  <a:pt x="1581150" y="800100"/>
                </a:lnTo>
                <a:close/>
                <a:moveTo>
                  <a:pt x="1657350" y="790575"/>
                </a:moveTo>
                <a:lnTo>
                  <a:pt x="1666875" y="790575"/>
                </a:lnTo>
                <a:lnTo>
                  <a:pt x="1666875" y="847725"/>
                </a:lnTo>
                <a:lnTo>
                  <a:pt x="1657350" y="847725"/>
                </a:lnTo>
                <a:lnTo>
                  <a:pt x="1657350" y="857250"/>
                </a:lnTo>
                <a:lnTo>
                  <a:pt x="1638300" y="857250"/>
                </a:lnTo>
                <a:lnTo>
                  <a:pt x="1638300" y="847725"/>
                </a:lnTo>
                <a:lnTo>
                  <a:pt x="1647825" y="847725"/>
                </a:lnTo>
                <a:lnTo>
                  <a:pt x="1647825" y="809625"/>
                </a:lnTo>
                <a:lnTo>
                  <a:pt x="1657350" y="809625"/>
                </a:lnTo>
                <a:close/>
                <a:moveTo>
                  <a:pt x="1581150" y="819150"/>
                </a:moveTo>
                <a:lnTo>
                  <a:pt x="1600200" y="819150"/>
                </a:lnTo>
                <a:lnTo>
                  <a:pt x="1600200" y="838200"/>
                </a:lnTo>
                <a:lnTo>
                  <a:pt x="1590675" y="838200"/>
                </a:lnTo>
                <a:lnTo>
                  <a:pt x="1590675" y="847725"/>
                </a:lnTo>
                <a:lnTo>
                  <a:pt x="1581150" y="847725"/>
                </a:lnTo>
                <a:close/>
                <a:moveTo>
                  <a:pt x="1209675" y="828675"/>
                </a:moveTo>
                <a:lnTo>
                  <a:pt x="1228725" y="828675"/>
                </a:lnTo>
                <a:lnTo>
                  <a:pt x="1228725" y="847725"/>
                </a:lnTo>
                <a:lnTo>
                  <a:pt x="1219200" y="847725"/>
                </a:lnTo>
                <a:lnTo>
                  <a:pt x="1219200" y="857250"/>
                </a:lnTo>
                <a:lnTo>
                  <a:pt x="1200150" y="857250"/>
                </a:lnTo>
                <a:lnTo>
                  <a:pt x="1200150" y="847725"/>
                </a:lnTo>
                <a:lnTo>
                  <a:pt x="1209675" y="847725"/>
                </a:lnTo>
                <a:close/>
                <a:moveTo>
                  <a:pt x="1362075" y="828675"/>
                </a:moveTo>
                <a:lnTo>
                  <a:pt x="1381125" y="828675"/>
                </a:lnTo>
                <a:lnTo>
                  <a:pt x="1381125" y="838200"/>
                </a:lnTo>
                <a:lnTo>
                  <a:pt x="1390650" y="838200"/>
                </a:lnTo>
                <a:lnTo>
                  <a:pt x="1390650" y="847725"/>
                </a:lnTo>
                <a:lnTo>
                  <a:pt x="1381125" y="847725"/>
                </a:lnTo>
                <a:lnTo>
                  <a:pt x="1381125" y="857250"/>
                </a:lnTo>
                <a:lnTo>
                  <a:pt x="1371600" y="857250"/>
                </a:lnTo>
                <a:lnTo>
                  <a:pt x="1371600" y="838200"/>
                </a:lnTo>
                <a:lnTo>
                  <a:pt x="1362075" y="838200"/>
                </a:lnTo>
                <a:close/>
                <a:moveTo>
                  <a:pt x="1038225" y="838200"/>
                </a:moveTo>
                <a:lnTo>
                  <a:pt x="1047750" y="838200"/>
                </a:lnTo>
                <a:lnTo>
                  <a:pt x="1047750" y="847725"/>
                </a:lnTo>
                <a:lnTo>
                  <a:pt x="1085850" y="847725"/>
                </a:lnTo>
                <a:lnTo>
                  <a:pt x="1085850" y="838200"/>
                </a:lnTo>
                <a:lnTo>
                  <a:pt x="1114425" y="838200"/>
                </a:lnTo>
                <a:lnTo>
                  <a:pt x="1114425" y="857250"/>
                </a:lnTo>
                <a:lnTo>
                  <a:pt x="1104900" y="857250"/>
                </a:lnTo>
                <a:lnTo>
                  <a:pt x="1104900" y="866775"/>
                </a:lnTo>
                <a:lnTo>
                  <a:pt x="1028700" y="866775"/>
                </a:lnTo>
                <a:lnTo>
                  <a:pt x="1028700" y="857250"/>
                </a:lnTo>
                <a:lnTo>
                  <a:pt x="1019175" y="857250"/>
                </a:lnTo>
                <a:lnTo>
                  <a:pt x="1019175" y="847725"/>
                </a:lnTo>
                <a:lnTo>
                  <a:pt x="1038225" y="847725"/>
                </a:lnTo>
                <a:close/>
                <a:moveTo>
                  <a:pt x="457200" y="1019175"/>
                </a:moveTo>
                <a:lnTo>
                  <a:pt x="466725" y="1019175"/>
                </a:lnTo>
                <a:lnTo>
                  <a:pt x="466725" y="1028700"/>
                </a:lnTo>
                <a:lnTo>
                  <a:pt x="457200" y="1028700"/>
                </a:lnTo>
                <a:close/>
                <a:moveTo>
                  <a:pt x="438150" y="1047750"/>
                </a:moveTo>
                <a:lnTo>
                  <a:pt x="447675" y="1047750"/>
                </a:lnTo>
                <a:lnTo>
                  <a:pt x="447675" y="1057275"/>
                </a:lnTo>
                <a:lnTo>
                  <a:pt x="438150" y="1057275"/>
                </a:lnTo>
                <a:close/>
                <a:moveTo>
                  <a:pt x="419100" y="1076325"/>
                </a:moveTo>
                <a:lnTo>
                  <a:pt x="428625" y="1076325"/>
                </a:lnTo>
                <a:lnTo>
                  <a:pt x="428625" y="1085850"/>
                </a:lnTo>
                <a:lnTo>
                  <a:pt x="419100" y="1085850"/>
                </a:lnTo>
                <a:close/>
                <a:moveTo>
                  <a:pt x="390525" y="1123950"/>
                </a:moveTo>
                <a:lnTo>
                  <a:pt x="400050" y="1123950"/>
                </a:lnTo>
                <a:lnTo>
                  <a:pt x="400050" y="1133475"/>
                </a:lnTo>
                <a:lnTo>
                  <a:pt x="390525" y="1133475"/>
                </a:lnTo>
                <a:close/>
                <a:moveTo>
                  <a:pt x="1504950" y="1247775"/>
                </a:moveTo>
                <a:lnTo>
                  <a:pt x="1514475" y="1247775"/>
                </a:lnTo>
                <a:lnTo>
                  <a:pt x="1514475" y="1257300"/>
                </a:lnTo>
                <a:lnTo>
                  <a:pt x="1504950" y="1257300"/>
                </a:lnTo>
                <a:close/>
                <a:moveTo>
                  <a:pt x="752475" y="1257300"/>
                </a:moveTo>
                <a:lnTo>
                  <a:pt x="762000" y="1257300"/>
                </a:lnTo>
                <a:lnTo>
                  <a:pt x="762000" y="1266825"/>
                </a:lnTo>
                <a:lnTo>
                  <a:pt x="752475" y="1266825"/>
                </a:lnTo>
                <a:close/>
                <a:moveTo>
                  <a:pt x="1295400" y="1257300"/>
                </a:moveTo>
                <a:lnTo>
                  <a:pt x="1304925" y="1257300"/>
                </a:lnTo>
                <a:lnTo>
                  <a:pt x="1304925" y="1266825"/>
                </a:lnTo>
                <a:lnTo>
                  <a:pt x="1295400" y="1266825"/>
                </a:lnTo>
                <a:close/>
                <a:moveTo>
                  <a:pt x="1666875" y="1266825"/>
                </a:moveTo>
                <a:lnTo>
                  <a:pt x="1676400" y="1266825"/>
                </a:lnTo>
                <a:lnTo>
                  <a:pt x="1676400" y="1276350"/>
                </a:lnTo>
                <a:lnTo>
                  <a:pt x="1666875" y="1276350"/>
                </a:lnTo>
                <a:close/>
                <a:moveTo>
                  <a:pt x="1657350" y="1276350"/>
                </a:moveTo>
                <a:lnTo>
                  <a:pt x="1666875" y="1276350"/>
                </a:lnTo>
                <a:lnTo>
                  <a:pt x="1666875" y="1285875"/>
                </a:lnTo>
                <a:lnTo>
                  <a:pt x="1657350" y="1285875"/>
                </a:lnTo>
                <a:close/>
                <a:moveTo>
                  <a:pt x="1162050" y="1285875"/>
                </a:moveTo>
                <a:lnTo>
                  <a:pt x="1171575" y="1285875"/>
                </a:lnTo>
                <a:lnTo>
                  <a:pt x="1171575" y="1295400"/>
                </a:lnTo>
                <a:lnTo>
                  <a:pt x="1162050" y="1295400"/>
                </a:lnTo>
                <a:close/>
                <a:moveTo>
                  <a:pt x="1647825" y="1285875"/>
                </a:moveTo>
                <a:lnTo>
                  <a:pt x="1657350" y="1285875"/>
                </a:lnTo>
                <a:lnTo>
                  <a:pt x="1657350" y="1295400"/>
                </a:lnTo>
                <a:lnTo>
                  <a:pt x="1647825" y="1295400"/>
                </a:lnTo>
                <a:close/>
                <a:moveTo>
                  <a:pt x="495300" y="1295400"/>
                </a:moveTo>
                <a:lnTo>
                  <a:pt x="504825" y="1295400"/>
                </a:lnTo>
                <a:lnTo>
                  <a:pt x="504825" y="1304925"/>
                </a:lnTo>
                <a:lnTo>
                  <a:pt x="495300" y="1304925"/>
                </a:lnTo>
                <a:close/>
                <a:moveTo>
                  <a:pt x="800100" y="1295400"/>
                </a:moveTo>
                <a:lnTo>
                  <a:pt x="809625" y="1295400"/>
                </a:lnTo>
                <a:lnTo>
                  <a:pt x="809625" y="1304925"/>
                </a:lnTo>
                <a:lnTo>
                  <a:pt x="800100" y="1304925"/>
                </a:lnTo>
                <a:close/>
                <a:moveTo>
                  <a:pt x="1181100" y="1295400"/>
                </a:moveTo>
                <a:lnTo>
                  <a:pt x="1190625" y="1295400"/>
                </a:lnTo>
                <a:lnTo>
                  <a:pt x="1190625" y="1304925"/>
                </a:lnTo>
                <a:lnTo>
                  <a:pt x="1181100" y="1304925"/>
                </a:lnTo>
                <a:close/>
                <a:moveTo>
                  <a:pt x="1247775" y="1295400"/>
                </a:moveTo>
                <a:lnTo>
                  <a:pt x="1257300" y="1295400"/>
                </a:lnTo>
                <a:lnTo>
                  <a:pt x="1257300" y="1304925"/>
                </a:lnTo>
                <a:lnTo>
                  <a:pt x="1247775" y="1304925"/>
                </a:lnTo>
                <a:close/>
                <a:moveTo>
                  <a:pt x="1714500" y="1438275"/>
                </a:moveTo>
                <a:lnTo>
                  <a:pt x="1724025" y="1438275"/>
                </a:lnTo>
                <a:lnTo>
                  <a:pt x="1724025" y="1447800"/>
                </a:lnTo>
                <a:lnTo>
                  <a:pt x="1714500" y="1447800"/>
                </a:lnTo>
                <a:close/>
                <a:moveTo>
                  <a:pt x="857250" y="1666875"/>
                </a:moveTo>
                <a:lnTo>
                  <a:pt x="866775" y="1666875"/>
                </a:lnTo>
                <a:lnTo>
                  <a:pt x="866775" y="1676400"/>
                </a:lnTo>
                <a:lnTo>
                  <a:pt x="857250" y="1676400"/>
                </a:lnTo>
                <a:close/>
                <a:moveTo>
                  <a:pt x="1047750" y="1676400"/>
                </a:moveTo>
                <a:lnTo>
                  <a:pt x="1114425" y="1676400"/>
                </a:lnTo>
                <a:lnTo>
                  <a:pt x="1114425" y="1685925"/>
                </a:lnTo>
                <a:lnTo>
                  <a:pt x="1047750" y="1685925"/>
                </a:lnTo>
                <a:close/>
                <a:moveTo>
                  <a:pt x="1828800" y="2038350"/>
                </a:moveTo>
                <a:lnTo>
                  <a:pt x="1838325" y="2038350"/>
                </a:lnTo>
                <a:lnTo>
                  <a:pt x="1838325" y="2057400"/>
                </a:lnTo>
                <a:lnTo>
                  <a:pt x="1828800" y="2057400"/>
                </a:lnTo>
                <a:close/>
                <a:moveTo>
                  <a:pt x="1819275" y="2095500"/>
                </a:moveTo>
                <a:lnTo>
                  <a:pt x="1828800" y="2095500"/>
                </a:lnTo>
                <a:lnTo>
                  <a:pt x="1828800" y="2105025"/>
                </a:lnTo>
                <a:lnTo>
                  <a:pt x="1819275" y="2105025"/>
                </a:lnTo>
                <a:close/>
                <a:moveTo>
                  <a:pt x="485775" y="2257425"/>
                </a:moveTo>
                <a:lnTo>
                  <a:pt x="514350" y="2257425"/>
                </a:lnTo>
                <a:lnTo>
                  <a:pt x="514350" y="2266950"/>
                </a:lnTo>
                <a:lnTo>
                  <a:pt x="485775" y="2266950"/>
                </a:lnTo>
                <a:close/>
                <a:moveTo>
                  <a:pt x="514350" y="2266950"/>
                </a:moveTo>
                <a:lnTo>
                  <a:pt x="571500" y="2266950"/>
                </a:lnTo>
                <a:lnTo>
                  <a:pt x="571500" y="2276475"/>
                </a:lnTo>
                <a:lnTo>
                  <a:pt x="1000125" y="2276475"/>
                </a:lnTo>
                <a:lnTo>
                  <a:pt x="1000125" y="2286000"/>
                </a:lnTo>
                <a:lnTo>
                  <a:pt x="1047750" y="2286000"/>
                </a:lnTo>
                <a:lnTo>
                  <a:pt x="1047750" y="2295525"/>
                </a:lnTo>
                <a:lnTo>
                  <a:pt x="990600" y="2295525"/>
                </a:lnTo>
                <a:lnTo>
                  <a:pt x="990600" y="2286000"/>
                </a:lnTo>
                <a:lnTo>
                  <a:pt x="914400" y="2286000"/>
                </a:lnTo>
                <a:lnTo>
                  <a:pt x="914400" y="2295525"/>
                </a:lnTo>
                <a:lnTo>
                  <a:pt x="828675" y="2295525"/>
                </a:lnTo>
                <a:lnTo>
                  <a:pt x="828675" y="2286000"/>
                </a:lnTo>
                <a:lnTo>
                  <a:pt x="819150" y="2286000"/>
                </a:lnTo>
                <a:lnTo>
                  <a:pt x="819150" y="2295525"/>
                </a:lnTo>
                <a:lnTo>
                  <a:pt x="800100" y="2295525"/>
                </a:lnTo>
                <a:lnTo>
                  <a:pt x="800100" y="2286000"/>
                </a:lnTo>
                <a:lnTo>
                  <a:pt x="752475" y="2286000"/>
                </a:lnTo>
                <a:lnTo>
                  <a:pt x="752475" y="2295525"/>
                </a:lnTo>
                <a:lnTo>
                  <a:pt x="609600" y="2295525"/>
                </a:lnTo>
                <a:lnTo>
                  <a:pt x="609600" y="2286000"/>
                </a:lnTo>
                <a:lnTo>
                  <a:pt x="600075" y="2286000"/>
                </a:lnTo>
                <a:lnTo>
                  <a:pt x="600075" y="2295525"/>
                </a:lnTo>
                <a:lnTo>
                  <a:pt x="590550" y="2295525"/>
                </a:lnTo>
                <a:lnTo>
                  <a:pt x="590550" y="2286000"/>
                </a:lnTo>
                <a:lnTo>
                  <a:pt x="552450" y="2286000"/>
                </a:lnTo>
                <a:lnTo>
                  <a:pt x="552450" y="2276475"/>
                </a:lnTo>
                <a:lnTo>
                  <a:pt x="514350" y="2276475"/>
                </a:lnTo>
                <a:close/>
                <a:moveTo>
                  <a:pt x="1123950" y="2276475"/>
                </a:moveTo>
                <a:lnTo>
                  <a:pt x="1162050" y="2276475"/>
                </a:lnTo>
                <a:lnTo>
                  <a:pt x="1162050" y="2286000"/>
                </a:lnTo>
                <a:lnTo>
                  <a:pt x="1171575" y="2286000"/>
                </a:lnTo>
                <a:lnTo>
                  <a:pt x="1171575" y="2295525"/>
                </a:lnTo>
                <a:lnTo>
                  <a:pt x="1133475" y="2295525"/>
                </a:lnTo>
                <a:lnTo>
                  <a:pt x="1133475" y="2286000"/>
                </a:lnTo>
                <a:lnTo>
                  <a:pt x="1123950" y="2286000"/>
                </a:lnTo>
                <a:close/>
                <a:moveTo>
                  <a:pt x="1238250" y="2276475"/>
                </a:moveTo>
                <a:lnTo>
                  <a:pt x="1390650" y="2276475"/>
                </a:lnTo>
                <a:lnTo>
                  <a:pt x="1390650" y="2286000"/>
                </a:lnTo>
                <a:lnTo>
                  <a:pt x="1409700" y="2286000"/>
                </a:lnTo>
                <a:lnTo>
                  <a:pt x="1409700" y="2276475"/>
                </a:lnTo>
                <a:lnTo>
                  <a:pt x="1428750" y="2276475"/>
                </a:lnTo>
                <a:lnTo>
                  <a:pt x="1428750" y="2286000"/>
                </a:lnTo>
                <a:lnTo>
                  <a:pt x="1657350" y="2286000"/>
                </a:lnTo>
                <a:lnTo>
                  <a:pt x="1657350" y="2295525"/>
                </a:lnTo>
                <a:lnTo>
                  <a:pt x="1181100" y="2295525"/>
                </a:lnTo>
                <a:lnTo>
                  <a:pt x="1181100" y="2286000"/>
                </a:lnTo>
                <a:lnTo>
                  <a:pt x="1238250" y="2286000"/>
                </a:lnTo>
                <a:close/>
              </a:path>
            </a:pathLst>
          </a:custGeom>
          <a:solidFill xmlns:a="http://schemas.openxmlformats.org/drawingml/2006/main">
            <a:srgbClr val="CD6943"/>
          </a:solidFill>
          <a:ln xmlns:a="http://schemas.openxmlformats.org/drawingml/2006/main" w="0">
            <a:noFill/>
          </a:ln>
        </p:spPr>
      </p:sp>
      <p:sp>
        <p:nvSpPr>
          <p:cNvPr id="27" name="logo vector #ca6848">
            <a:extLst xmlns:a="http://schemas.openxmlformats.org/drawingml/2006/main">
              <a:ext uri="{FF2B5EF4-FFF2-40B4-BE49-F238E27FC236}">
                <a16:creationId xmlns:a16="http://schemas.microsoft.com/office/drawing/2014/main" id="{32D2CE12-5DA2-4DDB-86AC-66FEC6DBF0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124450" y="1590675"/>
            <a:ext cx="2867025" cy="2752725"/>
          </a:xfrm>
          <a:custGeom xmlns:a="http://schemas.openxmlformats.org/drawingml/2006/main">
            <a:pathLst>
              <a:path w="2428875" h="2333625">
                <a:moveTo>
                  <a:pt x="257175" y="38100"/>
                </a:moveTo>
                <a:lnTo>
                  <a:pt x="314325" y="38100"/>
                </a:lnTo>
                <a:lnTo>
                  <a:pt x="314325" y="57150"/>
                </a:lnTo>
                <a:lnTo>
                  <a:pt x="266700" y="57150"/>
                </a:lnTo>
                <a:lnTo>
                  <a:pt x="266700" y="66675"/>
                </a:lnTo>
                <a:lnTo>
                  <a:pt x="257175" y="66675"/>
                </a:lnTo>
                <a:lnTo>
                  <a:pt x="257175" y="76200"/>
                </a:lnTo>
                <a:lnTo>
                  <a:pt x="219075" y="76200"/>
                </a:lnTo>
                <a:lnTo>
                  <a:pt x="219075" y="47625"/>
                </a:lnTo>
                <a:lnTo>
                  <a:pt x="257175" y="47625"/>
                </a:lnTo>
                <a:close/>
                <a:moveTo>
                  <a:pt x="381000" y="38100"/>
                </a:moveTo>
                <a:lnTo>
                  <a:pt x="428625" y="38100"/>
                </a:lnTo>
                <a:lnTo>
                  <a:pt x="428625" y="47625"/>
                </a:lnTo>
                <a:lnTo>
                  <a:pt x="438150" y="47625"/>
                </a:lnTo>
                <a:lnTo>
                  <a:pt x="438150" y="57150"/>
                </a:lnTo>
                <a:lnTo>
                  <a:pt x="428625" y="57150"/>
                </a:lnTo>
                <a:lnTo>
                  <a:pt x="428625" y="66675"/>
                </a:lnTo>
                <a:lnTo>
                  <a:pt x="419100" y="66675"/>
                </a:lnTo>
                <a:lnTo>
                  <a:pt x="419100" y="57150"/>
                </a:lnTo>
                <a:lnTo>
                  <a:pt x="371475" y="57150"/>
                </a:lnTo>
                <a:lnTo>
                  <a:pt x="371475" y="47625"/>
                </a:lnTo>
                <a:lnTo>
                  <a:pt x="381000" y="47625"/>
                </a:lnTo>
                <a:close/>
                <a:moveTo>
                  <a:pt x="457200" y="38100"/>
                </a:moveTo>
                <a:lnTo>
                  <a:pt x="552450" y="38100"/>
                </a:lnTo>
                <a:lnTo>
                  <a:pt x="552450" y="47625"/>
                </a:lnTo>
                <a:lnTo>
                  <a:pt x="571500" y="47625"/>
                </a:lnTo>
                <a:lnTo>
                  <a:pt x="571500" y="38100"/>
                </a:lnTo>
                <a:lnTo>
                  <a:pt x="676275" y="38100"/>
                </a:lnTo>
                <a:lnTo>
                  <a:pt x="676275" y="47625"/>
                </a:lnTo>
                <a:lnTo>
                  <a:pt x="695325" y="47625"/>
                </a:lnTo>
                <a:lnTo>
                  <a:pt x="695325" y="38100"/>
                </a:lnTo>
                <a:lnTo>
                  <a:pt x="752475" y="38100"/>
                </a:lnTo>
                <a:lnTo>
                  <a:pt x="752475" y="47625"/>
                </a:lnTo>
                <a:lnTo>
                  <a:pt x="809625" y="47625"/>
                </a:lnTo>
                <a:lnTo>
                  <a:pt x="809625" y="38100"/>
                </a:lnTo>
                <a:lnTo>
                  <a:pt x="895350" y="38100"/>
                </a:lnTo>
                <a:lnTo>
                  <a:pt x="895350" y="47625"/>
                </a:lnTo>
                <a:lnTo>
                  <a:pt x="914400" y="47625"/>
                </a:lnTo>
                <a:lnTo>
                  <a:pt x="914400" y="38100"/>
                </a:lnTo>
                <a:lnTo>
                  <a:pt x="962025" y="38100"/>
                </a:lnTo>
                <a:lnTo>
                  <a:pt x="962025" y="47625"/>
                </a:lnTo>
                <a:lnTo>
                  <a:pt x="990600" y="47625"/>
                </a:lnTo>
                <a:lnTo>
                  <a:pt x="990600" y="66675"/>
                </a:lnTo>
                <a:lnTo>
                  <a:pt x="1028700" y="66675"/>
                </a:lnTo>
                <a:lnTo>
                  <a:pt x="1028700" y="57150"/>
                </a:lnTo>
                <a:lnTo>
                  <a:pt x="1009650" y="57150"/>
                </a:lnTo>
                <a:lnTo>
                  <a:pt x="1009650" y="47625"/>
                </a:lnTo>
                <a:lnTo>
                  <a:pt x="1028700" y="47625"/>
                </a:lnTo>
                <a:lnTo>
                  <a:pt x="1028700" y="38100"/>
                </a:lnTo>
                <a:lnTo>
                  <a:pt x="1057275" y="38100"/>
                </a:lnTo>
                <a:lnTo>
                  <a:pt x="1057275" y="47625"/>
                </a:lnTo>
                <a:lnTo>
                  <a:pt x="1085850" y="47625"/>
                </a:lnTo>
                <a:lnTo>
                  <a:pt x="1085850" y="38100"/>
                </a:lnTo>
                <a:lnTo>
                  <a:pt x="1123950" y="38100"/>
                </a:lnTo>
                <a:lnTo>
                  <a:pt x="1123950" y="47625"/>
                </a:lnTo>
                <a:lnTo>
                  <a:pt x="1133475" y="47625"/>
                </a:lnTo>
                <a:lnTo>
                  <a:pt x="1133475" y="57150"/>
                </a:lnTo>
                <a:lnTo>
                  <a:pt x="1123950" y="57150"/>
                </a:lnTo>
                <a:lnTo>
                  <a:pt x="1123950" y="66675"/>
                </a:lnTo>
                <a:lnTo>
                  <a:pt x="1133475" y="66675"/>
                </a:lnTo>
                <a:lnTo>
                  <a:pt x="1133475" y="85725"/>
                </a:lnTo>
                <a:lnTo>
                  <a:pt x="1152525" y="85725"/>
                </a:lnTo>
                <a:lnTo>
                  <a:pt x="1152525" y="95250"/>
                </a:lnTo>
                <a:lnTo>
                  <a:pt x="1171575" y="95250"/>
                </a:lnTo>
                <a:lnTo>
                  <a:pt x="1171575" y="104775"/>
                </a:lnTo>
                <a:lnTo>
                  <a:pt x="1181100" y="104775"/>
                </a:lnTo>
                <a:lnTo>
                  <a:pt x="1181100" y="95250"/>
                </a:lnTo>
                <a:lnTo>
                  <a:pt x="1190625" y="95250"/>
                </a:lnTo>
                <a:lnTo>
                  <a:pt x="1190625" y="85725"/>
                </a:lnTo>
                <a:lnTo>
                  <a:pt x="1200150" y="85725"/>
                </a:lnTo>
                <a:lnTo>
                  <a:pt x="1200150" y="66675"/>
                </a:lnTo>
                <a:lnTo>
                  <a:pt x="1219200" y="66675"/>
                </a:lnTo>
                <a:lnTo>
                  <a:pt x="1219200" y="85725"/>
                </a:lnTo>
                <a:lnTo>
                  <a:pt x="1238250" y="85725"/>
                </a:lnTo>
                <a:lnTo>
                  <a:pt x="1238250" y="66675"/>
                </a:lnTo>
                <a:lnTo>
                  <a:pt x="1228725" y="66675"/>
                </a:lnTo>
                <a:lnTo>
                  <a:pt x="1228725" y="57150"/>
                </a:lnTo>
                <a:lnTo>
                  <a:pt x="1171575" y="57150"/>
                </a:lnTo>
                <a:lnTo>
                  <a:pt x="1171575" y="47625"/>
                </a:lnTo>
                <a:lnTo>
                  <a:pt x="1228725" y="47625"/>
                </a:lnTo>
                <a:lnTo>
                  <a:pt x="1228725" y="38100"/>
                </a:lnTo>
                <a:lnTo>
                  <a:pt x="1257300" y="38100"/>
                </a:lnTo>
                <a:lnTo>
                  <a:pt x="1257300" y="47625"/>
                </a:lnTo>
                <a:lnTo>
                  <a:pt x="1266825" y="47625"/>
                </a:lnTo>
                <a:lnTo>
                  <a:pt x="1266825" y="66675"/>
                </a:lnTo>
                <a:lnTo>
                  <a:pt x="1276350" y="66675"/>
                </a:lnTo>
                <a:lnTo>
                  <a:pt x="1276350" y="85725"/>
                </a:lnTo>
                <a:lnTo>
                  <a:pt x="1295400" y="85725"/>
                </a:lnTo>
                <a:lnTo>
                  <a:pt x="1295400" y="104775"/>
                </a:lnTo>
                <a:lnTo>
                  <a:pt x="1304925" y="104775"/>
                </a:lnTo>
                <a:lnTo>
                  <a:pt x="1304925" y="57150"/>
                </a:lnTo>
                <a:lnTo>
                  <a:pt x="1295400" y="57150"/>
                </a:lnTo>
                <a:lnTo>
                  <a:pt x="1295400" y="47625"/>
                </a:lnTo>
                <a:lnTo>
                  <a:pt x="1304925" y="47625"/>
                </a:lnTo>
                <a:lnTo>
                  <a:pt x="1304925" y="38100"/>
                </a:lnTo>
                <a:lnTo>
                  <a:pt x="1314450" y="38100"/>
                </a:lnTo>
                <a:lnTo>
                  <a:pt x="1314450" y="47625"/>
                </a:lnTo>
                <a:lnTo>
                  <a:pt x="1323975" y="47625"/>
                </a:lnTo>
                <a:lnTo>
                  <a:pt x="1323975" y="38100"/>
                </a:lnTo>
                <a:lnTo>
                  <a:pt x="1362075" y="38100"/>
                </a:lnTo>
                <a:lnTo>
                  <a:pt x="1362075" y="47625"/>
                </a:lnTo>
                <a:lnTo>
                  <a:pt x="1371600" y="47625"/>
                </a:lnTo>
                <a:lnTo>
                  <a:pt x="1371600" y="57150"/>
                </a:lnTo>
                <a:lnTo>
                  <a:pt x="1352550" y="57150"/>
                </a:lnTo>
                <a:lnTo>
                  <a:pt x="1352550" y="76200"/>
                </a:lnTo>
                <a:lnTo>
                  <a:pt x="1343025" y="76200"/>
                </a:lnTo>
                <a:lnTo>
                  <a:pt x="1343025" y="85725"/>
                </a:lnTo>
                <a:lnTo>
                  <a:pt x="1333500" y="85725"/>
                </a:lnTo>
                <a:lnTo>
                  <a:pt x="1333500" y="95250"/>
                </a:lnTo>
                <a:lnTo>
                  <a:pt x="1343025" y="95250"/>
                </a:lnTo>
                <a:lnTo>
                  <a:pt x="1343025" y="104775"/>
                </a:lnTo>
                <a:lnTo>
                  <a:pt x="1352550" y="104775"/>
                </a:lnTo>
                <a:lnTo>
                  <a:pt x="1352550" y="95250"/>
                </a:lnTo>
                <a:lnTo>
                  <a:pt x="1400175" y="95250"/>
                </a:lnTo>
                <a:lnTo>
                  <a:pt x="1400175" y="85725"/>
                </a:lnTo>
                <a:lnTo>
                  <a:pt x="1419225" y="85725"/>
                </a:lnTo>
                <a:lnTo>
                  <a:pt x="1419225" y="123825"/>
                </a:lnTo>
                <a:lnTo>
                  <a:pt x="1457325" y="123825"/>
                </a:lnTo>
                <a:lnTo>
                  <a:pt x="1457325" y="133350"/>
                </a:lnTo>
                <a:lnTo>
                  <a:pt x="1485900" y="133350"/>
                </a:lnTo>
                <a:lnTo>
                  <a:pt x="1485900" y="142875"/>
                </a:lnTo>
                <a:lnTo>
                  <a:pt x="1076325" y="142875"/>
                </a:lnTo>
                <a:lnTo>
                  <a:pt x="1076325" y="133350"/>
                </a:lnTo>
                <a:lnTo>
                  <a:pt x="1085850" y="133350"/>
                </a:lnTo>
                <a:lnTo>
                  <a:pt x="1085850" y="123825"/>
                </a:lnTo>
                <a:lnTo>
                  <a:pt x="1104900" y="123825"/>
                </a:lnTo>
                <a:lnTo>
                  <a:pt x="1104900" y="133350"/>
                </a:lnTo>
                <a:lnTo>
                  <a:pt x="1143000" y="133350"/>
                </a:lnTo>
                <a:lnTo>
                  <a:pt x="1143000" y="114300"/>
                </a:lnTo>
                <a:lnTo>
                  <a:pt x="1133475" y="114300"/>
                </a:lnTo>
                <a:lnTo>
                  <a:pt x="1133475" y="104775"/>
                </a:lnTo>
                <a:lnTo>
                  <a:pt x="1123950" y="104775"/>
                </a:lnTo>
                <a:lnTo>
                  <a:pt x="1123950" y="95250"/>
                </a:lnTo>
                <a:lnTo>
                  <a:pt x="1104900" y="95250"/>
                </a:lnTo>
                <a:lnTo>
                  <a:pt x="1104900" y="114300"/>
                </a:lnTo>
                <a:lnTo>
                  <a:pt x="1085850" y="114300"/>
                </a:lnTo>
                <a:lnTo>
                  <a:pt x="1085850" y="104775"/>
                </a:lnTo>
                <a:lnTo>
                  <a:pt x="1076325" y="104775"/>
                </a:lnTo>
                <a:lnTo>
                  <a:pt x="1076325" y="95250"/>
                </a:lnTo>
                <a:lnTo>
                  <a:pt x="1038225" y="95250"/>
                </a:lnTo>
                <a:lnTo>
                  <a:pt x="1038225" y="76200"/>
                </a:lnTo>
                <a:lnTo>
                  <a:pt x="990600" y="76200"/>
                </a:lnTo>
                <a:lnTo>
                  <a:pt x="990600" y="85725"/>
                </a:lnTo>
                <a:lnTo>
                  <a:pt x="962025" y="85725"/>
                </a:lnTo>
                <a:lnTo>
                  <a:pt x="962025" y="76200"/>
                </a:lnTo>
                <a:lnTo>
                  <a:pt x="933450" y="76200"/>
                </a:lnTo>
                <a:lnTo>
                  <a:pt x="933450" y="85725"/>
                </a:lnTo>
                <a:lnTo>
                  <a:pt x="895350" y="85725"/>
                </a:lnTo>
                <a:lnTo>
                  <a:pt x="895350" y="76200"/>
                </a:lnTo>
                <a:lnTo>
                  <a:pt x="885825" y="76200"/>
                </a:lnTo>
                <a:lnTo>
                  <a:pt x="885825" y="66675"/>
                </a:lnTo>
                <a:lnTo>
                  <a:pt x="866775" y="66675"/>
                </a:lnTo>
                <a:lnTo>
                  <a:pt x="866775" y="76200"/>
                </a:lnTo>
                <a:lnTo>
                  <a:pt x="857250" y="76200"/>
                </a:lnTo>
                <a:lnTo>
                  <a:pt x="857250" y="66675"/>
                </a:lnTo>
                <a:lnTo>
                  <a:pt x="847725" y="66675"/>
                </a:lnTo>
                <a:lnTo>
                  <a:pt x="847725" y="57150"/>
                </a:lnTo>
                <a:lnTo>
                  <a:pt x="838200" y="57150"/>
                </a:lnTo>
                <a:lnTo>
                  <a:pt x="838200" y="66675"/>
                </a:lnTo>
                <a:lnTo>
                  <a:pt x="809625" y="66675"/>
                </a:lnTo>
                <a:lnTo>
                  <a:pt x="809625" y="57150"/>
                </a:lnTo>
                <a:lnTo>
                  <a:pt x="733425" y="57150"/>
                </a:lnTo>
                <a:lnTo>
                  <a:pt x="733425" y="76200"/>
                </a:lnTo>
                <a:lnTo>
                  <a:pt x="742950" y="76200"/>
                </a:lnTo>
                <a:lnTo>
                  <a:pt x="742950" y="85725"/>
                </a:lnTo>
                <a:lnTo>
                  <a:pt x="781050" y="85725"/>
                </a:lnTo>
                <a:lnTo>
                  <a:pt x="781050" y="95250"/>
                </a:lnTo>
                <a:lnTo>
                  <a:pt x="771525" y="95250"/>
                </a:lnTo>
                <a:lnTo>
                  <a:pt x="771525" y="123825"/>
                </a:lnTo>
                <a:lnTo>
                  <a:pt x="809625" y="123825"/>
                </a:lnTo>
                <a:lnTo>
                  <a:pt x="809625" y="95250"/>
                </a:lnTo>
                <a:lnTo>
                  <a:pt x="828675" y="95250"/>
                </a:lnTo>
                <a:lnTo>
                  <a:pt x="828675" y="85725"/>
                </a:lnTo>
                <a:lnTo>
                  <a:pt x="866775" y="85725"/>
                </a:lnTo>
                <a:lnTo>
                  <a:pt x="866775" y="95250"/>
                </a:lnTo>
                <a:lnTo>
                  <a:pt x="857250" y="95250"/>
                </a:lnTo>
                <a:lnTo>
                  <a:pt x="857250" y="114300"/>
                </a:lnTo>
                <a:lnTo>
                  <a:pt x="847725" y="114300"/>
                </a:lnTo>
                <a:lnTo>
                  <a:pt x="847725" y="123825"/>
                </a:lnTo>
                <a:lnTo>
                  <a:pt x="857250" y="123825"/>
                </a:lnTo>
                <a:lnTo>
                  <a:pt x="857250" y="133350"/>
                </a:lnTo>
                <a:lnTo>
                  <a:pt x="923925" y="133350"/>
                </a:lnTo>
                <a:lnTo>
                  <a:pt x="923925" y="142875"/>
                </a:lnTo>
                <a:lnTo>
                  <a:pt x="609600" y="142875"/>
                </a:lnTo>
                <a:lnTo>
                  <a:pt x="609600" y="152400"/>
                </a:lnTo>
                <a:lnTo>
                  <a:pt x="542925" y="152400"/>
                </a:lnTo>
                <a:lnTo>
                  <a:pt x="542925" y="161925"/>
                </a:lnTo>
                <a:lnTo>
                  <a:pt x="533400" y="161925"/>
                </a:lnTo>
                <a:lnTo>
                  <a:pt x="533400" y="142875"/>
                </a:lnTo>
                <a:lnTo>
                  <a:pt x="542925" y="142875"/>
                </a:lnTo>
                <a:lnTo>
                  <a:pt x="542925" y="133350"/>
                </a:lnTo>
                <a:lnTo>
                  <a:pt x="533400" y="133350"/>
                </a:lnTo>
                <a:lnTo>
                  <a:pt x="533400" y="123825"/>
                </a:lnTo>
                <a:lnTo>
                  <a:pt x="523875" y="123825"/>
                </a:lnTo>
                <a:lnTo>
                  <a:pt x="523875" y="114300"/>
                </a:lnTo>
                <a:lnTo>
                  <a:pt x="514350" y="114300"/>
                </a:lnTo>
                <a:lnTo>
                  <a:pt x="514350" y="104775"/>
                </a:lnTo>
                <a:lnTo>
                  <a:pt x="485775" y="104775"/>
                </a:lnTo>
                <a:lnTo>
                  <a:pt x="485775" y="114300"/>
                </a:lnTo>
                <a:lnTo>
                  <a:pt x="476250" y="114300"/>
                </a:lnTo>
                <a:lnTo>
                  <a:pt x="476250" y="104775"/>
                </a:lnTo>
                <a:lnTo>
                  <a:pt x="466725" y="104775"/>
                </a:lnTo>
                <a:lnTo>
                  <a:pt x="466725" y="76200"/>
                </a:lnTo>
                <a:lnTo>
                  <a:pt x="495300" y="76200"/>
                </a:lnTo>
                <a:lnTo>
                  <a:pt x="495300" y="66675"/>
                </a:lnTo>
                <a:lnTo>
                  <a:pt x="457200" y="66675"/>
                </a:lnTo>
                <a:close/>
                <a:moveTo>
                  <a:pt x="1400175" y="38100"/>
                </a:moveTo>
                <a:lnTo>
                  <a:pt x="1771650" y="38100"/>
                </a:lnTo>
                <a:lnTo>
                  <a:pt x="1771650" y="47625"/>
                </a:lnTo>
                <a:lnTo>
                  <a:pt x="1800225" y="47625"/>
                </a:lnTo>
                <a:lnTo>
                  <a:pt x="1800225" y="38100"/>
                </a:lnTo>
                <a:lnTo>
                  <a:pt x="1819275" y="38100"/>
                </a:lnTo>
                <a:lnTo>
                  <a:pt x="1819275" y="47625"/>
                </a:lnTo>
                <a:lnTo>
                  <a:pt x="1857375" y="47625"/>
                </a:lnTo>
                <a:lnTo>
                  <a:pt x="1857375" y="76200"/>
                </a:lnTo>
                <a:lnTo>
                  <a:pt x="1866900" y="76200"/>
                </a:lnTo>
                <a:lnTo>
                  <a:pt x="1866900" y="66675"/>
                </a:lnTo>
                <a:lnTo>
                  <a:pt x="1876425" y="66675"/>
                </a:lnTo>
                <a:lnTo>
                  <a:pt x="1876425" y="47625"/>
                </a:lnTo>
                <a:lnTo>
                  <a:pt x="1885950" y="47625"/>
                </a:lnTo>
                <a:lnTo>
                  <a:pt x="1885950" y="38100"/>
                </a:lnTo>
                <a:lnTo>
                  <a:pt x="1962150" y="38100"/>
                </a:lnTo>
                <a:lnTo>
                  <a:pt x="1962150" y="47625"/>
                </a:lnTo>
                <a:lnTo>
                  <a:pt x="1990725" y="47625"/>
                </a:lnTo>
                <a:lnTo>
                  <a:pt x="1990725" y="57150"/>
                </a:lnTo>
                <a:lnTo>
                  <a:pt x="1962150" y="57150"/>
                </a:lnTo>
                <a:lnTo>
                  <a:pt x="1962150" y="66675"/>
                </a:lnTo>
                <a:lnTo>
                  <a:pt x="1952625" y="66675"/>
                </a:lnTo>
                <a:lnTo>
                  <a:pt x="1952625" y="95250"/>
                </a:lnTo>
                <a:lnTo>
                  <a:pt x="1962150" y="95250"/>
                </a:lnTo>
                <a:lnTo>
                  <a:pt x="1962150" y="104775"/>
                </a:lnTo>
                <a:lnTo>
                  <a:pt x="1952625" y="104775"/>
                </a:lnTo>
                <a:lnTo>
                  <a:pt x="1952625" y="114300"/>
                </a:lnTo>
                <a:lnTo>
                  <a:pt x="1914525" y="114300"/>
                </a:lnTo>
                <a:lnTo>
                  <a:pt x="1914525" y="123825"/>
                </a:lnTo>
                <a:lnTo>
                  <a:pt x="1905000" y="123825"/>
                </a:lnTo>
                <a:lnTo>
                  <a:pt x="1905000" y="133350"/>
                </a:lnTo>
                <a:lnTo>
                  <a:pt x="1876425" y="133350"/>
                </a:lnTo>
                <a:lnTo>
                  <a:pt x="1876425" y="142875"/>
                </a:lnTo>
                <a:lnTo>
                  <a:pt x="1885950" y="142875"/>
                </a:lnTo>
                <a:lnTo>
                  <a:pt x="1885950" y="152400"/>
                </a:lnTo>
                <a:lnTo>
                  <a:pt x="1838325" y="152400"/>
                </a:lnTo>
                <a:lnTo>
                  <a:pt x="1838325" y="142875"/>
                </a:lnTo>
                <a:lnTo>
                  <a:pt x="1819275" y="142875"/>
                </a:lnTo>
                <a:lnTo>
                  <a:pt x="1819275" y="152400"/>
                </a:lnTo>
                <a:lnTo>
                  <a:pt x="1809750" y="152400"/>
                </a:lnTo>
                <a:lnTo>
                  <a:pt x="1809750" y="142875"/>
                </a:lnTo>
                <a:lnTo>
                  <a:pt x="1704975" y="142875"/>
                </a:lnTo>
                <a:lnTo>
                  <a:pt x="1704975" y="133350"/>
                </a:lnTo>
                <a:lnTo>
                  <a:pt x="1714500" y="133350"/>
                </a:lnTo>
                <a:lnTo>
                  <a:pt x="1714500" y="123825"/>
                </a:lnTo>
                <a:lnTo>
                  <a:pt x="1733550" y="123825"/>
                </a:lnTo>
                <a:lnTo>
                  <a:pt x="1733550" y="114300"/>
                </a:lnTo>
                <a:lnTo>
                  <a:pt x="1743075" y="114300"/>
                </a:lnTo>
                <a:lnTo>
                  <a:pt x="1743075" y="123825"/>
                </a:lnTo>
                <a:lnTo>
                  <a:pt x="1762125" y="123825"/>
                </a:lnTo>
                <a:lnTo>
                  <a:pt x="1762125" y="114300"/>
                </a:lnTo>
                <a:lnTo>
                  <a:pt x="1771650" y="114300"/>
                </a:lnTo>
                <a:lnTo>
                  <a:pt x="1771650" y="104775"/>
                </a:lnTo>
                <a:lnTo>
                  <a:pt x="1762125" y="104775"/>
                </a:lnTo>
                <a:lnTo>
                  <a:pt x="1762125" y="76200"/>
                </a:lnTo>
                <a:lnTo>
                  <a:pt x="1743075" y="76200"/>
                </a:lnTo>
                <a:lnTo>
                  <a:pt x="1743075" y="66675"/>
                </a:lnTo>
                <a:lnTo>
                  <a:pt x="1666875" y="66675"/>
                </a:lnTo>
                <a:lnTo>
                  <a:pt x="1666875" y="57150"/>
                </a:lnTo>
                <a:lnTo>
                  <a:pt x="1638300" y="57150"/>
                </a:lnTo>
                <a:lnTo>
                  <a:pt x="1638300" y="66675"/>
                </a:lnTo>
                <a:lnTo>
                  <a:pt x="1590675" y="66675"/>
                </a:lnTo>
                <a:lnTo>
                  <a:pt x="1590675" y="104775"/>
                </a:lnTo>
                <a:lnTo>
                  <a:pt x="1571625" y="104775"/>
                </a:lnTo>
                <a:lnTo>
                  <a:pt x="1571625" y="76200"/>
                </a:lnTo>
                <a:lnTo>
                  <a:pt x="1552575" y="76200"/>
                </a:lnTo>
                <a:lnTo>
                  <a:pt x="1552575" y="85725"/>
                </a:lnTo>
                <a:lnTo>
                  <a:pt x="1533525" y="85725"/>
                </a:lnTo>
                <a:lnTo>
                  <a:pt x="1533525" y="95250"/>
                </a:lnTo>
                <a:lnTo>
                  <a:pt x="1514475" y="95250"/>
                </a:lnTo>
                <a:lnTo>
                  <a:pt x="1514475" y="104775"/>
                </a:lnTo>
                <a:lnTo>
                  <a:pt x="1504950" y="104775"/>
                </a:lnTo>
                <a:lnTo>
                  <a:pt x="1504950" y="114300"/>
                </a:lnTo>
                <a:lnTo>
                  <a:pt x="1495425" y="114300"/>
                </a:lnTo>
                <a:lnTo>
                  <a:pt x="1495425" y="123825"/>
                </a:lnTo>
                <a:lnTo>
                  <a:pt x="1485900" y="123825"/>
                </a:lnTo>
                <a:lnTo>
                  <a:pt x="1485900" y="114300"/>
                </a:lnTo>
                <a:lnTo>
                  <a:pt x="1466850" y="114300"/>
                </a:lnTo>
                <a:lnTo>
                  <a:pt x="1466850" y="104775"/>
                </a:lnTo>
                <a:lnTo>
                  <a:pt x="1447800" y="104775"/>
                </a:lnTo>
                <a:lnTo>
                  <a:pt x="1447800" y="95250"/>
                </a:lnTo>
                <a:lnTo>
                  <a:pt x="1438275" y="95250"/>
                </a:lnTo>
                <a:lnTo>
                  <a:pt x="1438275" y="85725"/>
                </a:lnTo>
                <a:lnTo>
                  <a:pt x="1428750" y="85725"/>
                </a:lnTo>
                <a:lnTo>
                  <a:pt x="1428750" y="76200"/>
                </a:lnTo>
                <a:lnTo>
                  <a:pt x="1466850" y="76200"/>
                </a:lnTo>
                <a:lnTo>
                  <a:pt x="1466850" y="85725"/>
                </a:lnTo>
                <a:lnTo>
                  <a:pt x="1485900" y="85725"/>
                </a:lnTo>
                <a:lnTo>
                  <a:pt x="1485900" y="57150"/>
                </a:lnTo>
                <a:lnTo>
                  <a:pt x="1390650" y="57150"/>
                </a:lnTo>
                <a:lnTo>
                  <a:pt x="1390650" y="47625"/>
                </a:lnTo>
                <a:lnTo>
                  <a:pt x="1400175" y="47625"/>
                </a:lnTo>
                <a:close/>
                <a:moveTo>
                  <a:pt x="2000250" y="38100"/>
                </a:moveTo>
                <a:lnTo>
                  <a:pt x="2009775" y="38100"/>
                </a:lnTo>
                <a:lnTo>
                  <a:pt x="2009775" y="57150"/>
                </a:lnTo>
                <a:lnTo>
                  <a:pt x="2000250" y="57150"/>
                </a:lnTo>
                <a:close/>
                <a:moveTo>
                  <a:pt x="2019300" y="38100"/>
                </a:moveTo>
                <a:lnTo>
                  <a:pt x="2057400" y="38100"/>
                </a:lnTo>
                <a:lnTo>
                  <a:pt x="2057400" y="57150"/>
                </a:lnTo>
                <a:lnTo>
                  <a:pt x="2019300" y="57150"/>
                </a:lnTo>
                <a:close/>
                <a:moveTo>
                  <a:pt x="2066925" y="38100"/>
                </a:moveTo>
                <a:lnTo>
                  <a:pt x="2076450" y="38100"/>
                </a:lnTo>
                <a:lnTo>
                  <a:pt x="2076450" y="57150"/>
                </a:lnTo>
                <a:lnTo>
                  <a:pt x="2066925" y="57150"/>
                </a:lnTo>
                <a:close/>
                <a:moveTo>
                  <a:pt x="2143125" y="38100"/>
                </a:moveTo>
                <a:lnTo>
                  <a:pt x="2190750" y="38100"/>
                </a:lnTo>
                <a:lnTo>
                  <a:pt x="2190750" y="47625"/>
                </a:lnTo>
                <a:lnTo>
                  <a:pt x="2228850" y="47625"/>
                </a:lnTo>
                <a:lnTo>
                  <a:pt x="2228850" y="57150"/>
                </a:lnTo>
                <a:lnTo>
                  <a:pt x="2247900" y="57150"/>
                </a:lnTo>
                <a:lnTo>
                  <a:pt x="2247900" y="76200"/>
                </a:lnTo>
                <a:lnTo>
                  <a:pt x="2228850" y="76200"/>
                </a:lnTo>
                <a:lnTo>
                  <a:pt x="2228850" y="85725"/>
                </a:lnTo>
                <a:lnTo>
                  <a:pt x="2219325" y="85725"/>
                </a:lnTo>
                <a:lnTo>
                  <a:pt x="2219325" y="95250"/>
                </a:lnTo>
                <a:lnTo>
                  <a:pt x="2181225" y="95250"/>
                </a:lnTo>
                <a:lnTo>
                  <a:pt x="2181225" y="104775"/>
                </a:lnTo>
                <a:lnTo>
                  <a:pt x="2171700" y="104775"/>
                </a:lnTo>
                <a:lnTo>
                  <a:pt x="2171700" y="114300"/>
                </a:lnTo>
                <a:lnTo>
                  <a:pt x="2143125" y="114300"/>
                </a:lnTo>
                <a:lnTo>
                  <a:pt x="2143125" y="142875"/>
                </a:lnTo>
                <a:lnTo>
                  <a:pt x="2105025" y="142875"/>
                </a:lnTo>
                <a:lnTo>
                  <a:pt x="2105025" y="152400"/>
                </a:lnTo>
                <a:lnTo>
                  <a:pt x="2095500" y="152400"/>
                </a:lnTo>
                <a:lnTo>
                  <a:pt x="2095500" y="142875"/>
                </a:lnTo>
                <a:lnTo>
                  <a:pt x="2085975" y="142875"/>
                </a:lnTo>
                <a:lnTo>
                  <a:pt x="2085975" y="133350"/>
                </a:lnTo>
                <a:lnTo>
                  <a:pt x="2057400" y="133350"/>
                </a:lnTo>
                <a:lnTo>
                  <a:pt x="2057400" y="142875"/>
                </a:lnTo>
                <a:lnTo>
                  <a:pt x="2038350" y="142875"/>
                </a:lnTo>
                <a:lnTo>
                  <a:pt x="2038350" y="152400"/>
                </a:lnTo>
                <a:lnTo>
                  <a:pt x="2028825" y="152400"/>
                </a:lnTo>
                <a:lnTo>
                  <a:pt x="2028825" y="171450"/>
                </a:lnTo>
                <a:lnTo>
                  <a:pt x="2000250" y="171450"/>
                </a:lnTo>
                <a:lnTo>
                  <a:pt x="2000250" y="190500"/>
                </a:lnTo>
                <a:lnTo>
                  <a:pt x="1981200" y="190500"/>
                </a:lnTo>
                <a:lnTo>
                  <a:pt x="1981200" y="180975"/>
                </a:lnTo>
                <a:lnTo>
                  <a:pt x="1952625" y="180975"/>
                </a:lnTo>
                <a:lnTo>
                  <a:pt x="1952625" y="171450"/>
                </a:lnTo>
                <a:lnTo>
                  <a:pt x="1914525" y="171450"/>
                </a:lnTo>
                <a:lnTo>
                  <a:pt x="1914525" y="161925"/>
                </a:lnTo>
                <a:lnTo>
                  <a:pt x="1885950" y="161925"/>
                </a:lnTo>
                <a:lnTo>
                  <a:pt x="1885950" y="152400"/>
                </a:lnTo>
                <a:lnTo>
                  <a:pt x="1914525" y="152400"/>
                </a:lnTo>
                <a:lnTo>
                  <a:pt x="1914525" y="142875"/>
                </a:lnTo>
                <a:lnTo>
                  <a:pt x="1943100" y="142875"/>
                </a:lnTo>
                <a:lnTo>
                  <a:pt x="1943100" y="152400"/>
                </a:lnTo>
                <a:lnTo>
                  <a:pt x="1962150" y="152400"/>
                </a:lnTo>
                <a:lnTo>
                  <a:pt x="1962150" y="133350"/>
                </a:lnTo>
                <a:lnTo>
                  <a:pt x="2019300" y="133350"/>
                </a:lnTo>
                <a:lnTo>
                  <a:pt x="2019300" y="114300"/>
                </a:lnTo>
                <a:lnTo>
                  <a:pt x="2028825" y="114300"/>
                </a:lnTo>
                <a:lnTo>
                  <a:pt x="2028825" y="123825"/>
                </a:lnTo>
                <a:lnTo>
                  <a:pt x="2047875" y="123825"/>
                </a:lnTo>
                <a:lnTo>
                  <a:pt x="2047875" y="104775"/>
                </a:lnTo>
                <a:lnTo>
                  <a:pt x="2066925" y="104775"/>
                </a:lnTo>
                <a:lnTo>
                  <a:pt x="2066925" y="95250"/>
                </a:lnTo>
                <a:lnTo>
                  <a:pt x="2085975" y="95250"/>
                </a:lnTo>
                <a:lnTo>
                  <a:pt x="2085975" y="85725"/>
                </a:lnTo>
                <a:lnTo>
                  <a:pt x="2105025" y="85725"/>
                </a:lnTo>
                <a:lnTo>
                  <a:pt x="2105025" y="57150"/>
                </a:lnTo>
                <a:lnTo>
                  <a:pt x="2085975" y="57150"/>
                </a:lnTo>
                <a:lnTo>
                  <a:pt x="2085975" y="47625"/>
                </a:lnTo>
                <a:lnTo>
                  <a:pt x="2143125" y="47625"/>
                </a:lnTo>
                <a:close/>
                <a:moveTo>
                  <a:pt x="323850" y="47625"/>
                </a:moveTo>
                <a:lnTo>
                  <a:pt x="352425" y="47625"/>
                </a:lnTo>
                <a:lnTo>
                  <a:pt x="352425" y="57150"/>
                </a:lnTo>
                <a:lnTo>
                  <a:pt x="323850" y="57150"/>
                </a:lnTo>
                <a:close/>
                <a:moveTo>
                  <a:pt x="771525" y="66675"/>
                </a:moveTo>
                <a:lnTo>
                  <a:pt x="790575" y="66675"/>
                </a:lnTo>
                <a:lnTo>
                  <a:pt x="790575" y="76200"/>
                </a:lnTo>
                <a:lnTo>
                  <a:pt x="771525" y="76200"/>
                </a:lnTo>
                <a:close/>
                <a:moveTo>
                  <a:pt x="895350" y="66675"/>
                </a:moveTo>
                <a:lnTo>
                  <a:pt x="904875" y="66675"/>
                </a:lnTo>
                <a:lnTo>
                  <a:pt x="904875" y="57150"/>
                </a:lnTo>
                <a:lnTo>
                  <a:pt x="895350" y="57150"/>
                </a:lnTo>
                <a:close/>
                <a:moveTo>
                  <a:pt x="1771650" y="66675"/>
                </a:moveTo>
                <a:lnTo>
                  <a:pt x="1790700" y="66675"/>
                </a:lnTo>
                <a:lnTo>
                  <a:pt x="1790700" y="57150"/>
                </a:lnTo>
                <a:lnTo>
                  <a:pt x="1771650" y="57150"/>
                </a:lnTo>
                <a:close/>
                <a:moveTo>
                  <a:pt x="2124075" y="66675"/>
                </a:moveTo>
                <a:lnTo>
                  <a:pt x="2133600" y="66675"/>
                </a:lnTo>
                <a:lnTo>
                  <a:pt x="2133600" y="57150"/>
                </a:lnTo>
                <a:lnTo>
                  <a:pt x="2114550" y="57150"/>
                </a:lnTo>
                <a:lnTo>
                  <a:pt x="2114550" y="76200"/>
                </a:lnTo>
                <a:lnTo>
                  <a:pt x="2124075" y="76200"/>
                </a:lnTo>
                <a:close/>
                <a:moveTo>
                  <a:pt x="304800" y="76200"/>
                </a:moveTo>
                <a:lnTo>
                  <a:pt x="323850" y="76200"/>
                </a:lnTo>
                <a:lnTo>
                  <a:pt x="323850" y="95250"/>
                </a:lnTo>
                <a:lnTo>
                  <a:pt x="314325" y="95250"/>
                </a:lnTo>
                <a:lnTo>
                  <a:pt x="314325" y="104775"/>
                </a:lnTo>
                <a:lnTo>
                  <a:pt x="304800" y="104775"/>
                </a:lnTo>
                <a:lnTo>
                  <a:pt x="304800" y="114300"/>
                </a:lnTo>
                <a:lnTo>
                  <a:pt x="295275" y="114300"/>
                </a:lnTo>
                <a:lnTo>
                  <a:pt x="295275" y="95250"/>
                </a:lnTo>
                <a:lnTo>
                  <a:pt x="304800" y="95250"/>
                </a:lnTo>
                <a:close/>
                <a:moveTo>
                  <a:pt x="1704975" y="85725"/>
                </a:moveTo>
                <a:lnTo>
                  <a:pt x="1714500" y="85725"/>
                </a:lnTo>
                <a:lnTo>
                  <a:pt x="1714500" y="95250"/>
                </a:lnTo>
                <a:lnTo>
                  <a:pt x="1724025" y="95250"/>
                </a:lnTo>
                <a:lnTo>
                  <a:pt x="1724025" y="114300"/>
                </a:lnTo>
                <a:lnTo>
                  <a:pt x="1704975" y="114300"/>
                </a:lnTo>
                <a:lnTo>
                  <a:pt x="1704975" y="104775"/>
                </a:lnTo>
                <a:lnTo>
                  <a:pt x="1695450" y="104775"/>
                </a:lnTo>
                <a:lnTo>
                  <a:pt x="1695450" y="95250"/>
                </a:lnTo>
                <a:lnTo>
                  <a:pt x="1704975" y="95250"/>
                </a:lnTo>
                <a:close/>
                <a:moveTo>
                  <a:pt x="1828800" y="85725"/>
                </a:moveTo>
                <a:lnTo>
                  <a:pt x="1838325" y="85725"/>
                </a:lnTo>
                <a:lnTo>
                  <a:pt x="1838325" y="66675"/>
                </a:lnTo>
                <a:lnTo>
                  <a:pt x="1828800" y="66675"/>
                </a:lnTo>
                <a:close/>
                <a:moveTo>
                  <a:pt x="2124075" y="95250"/>
                </a:moveTo>
                <a:lnTo>
                  <a:pt x="2133600" y="95250"/>
                </a:lnTo>
                <a:lnTo>
                  <a:pt x="2133600" y="104775"/>
                </a:lnTo>
                <a:lnTo>
                  <a:pt x="2143125" y="104775"/>
                </a:lnTo>
                <a:lnTo>
                  <a:pt x="2143125" y="76200"/>
                </a:lnTo>
                <a:lnTo>
                  <a:pt x="2124075" y="76200"/>
                </a:lnTo>
                <a:close/>
                <a:moveTo>
                  <a:pt x="123825" y="104775"/>
                </a:moveTo>
                <a:lnTo>
                  <a:pt x="133350" y="104775"/>
                </a:lnTo>
                <a:lnTo>
                  <a:pt x="133350" y="123825"/>
                </a:lnTo>
                <a:lnTo>
                  <a:pt x="123825" y="123825"/>
                </a:lnTo>
                <a:close/>
                <a:moveTo>
                  <a:pt x="2305050" y="104775"/>
                </a:moveTo>
                <a:lnTo>
                  <a:pt x="2314575" y="104775"/>
                </a:lnTo>
                <a:lnTo>
                  <a:pt x="2314575" y="114300"/>
                </a:lnTo>
                <a:lnTo>
                  <a:pt x="2324100" y="114300"/>
                </a:lnTo>
                <a:lnTo>
                  <a:pt x="2324100" y="123825"/>
                </a:lnTo>
                <a:lnTo>
                  <a:pt x="2333625" y="123825"/>
                </a:lnTo>
                <a:lnTo>
                  <a:pt x="2333625" y="133350"/>
                </a:lnTo>
                <a:lnTo>
                  <a:pt x="2343150" y="133350"/>
                </a:lnTo>
                <a:lnTo>
                  <a:pt x="2343150" y="152400"/>
                </a:lnTo>
                <a:lnTo>
                  <a:pt x="2352675" y="152400"/>
                </a:lnTo>
                <a:lnTo>
                  <a:pt x="2352675" y="171450"/>
                </a:lnTo>
                <a:lnTo>
                  <a:pt x="2362200" y="171450"/>
                </a:lnTo>
                <a:lnTo>
                  <a:pt x="2362200" y="209550"/>
                </a:lnTo>
                <a:lnTo>
                  <a:pt x="2371725" y="209550"/>
                </a:lnTo>
                <a:lnTo>
                  <a:pt x="2371725" y="228600"/>
                </a:lnTo>
                <a:lnTo>
                  <a:pt x="2352675" y="228600"/>
                </a:lnTo>
                <a:lnTo>
                  <a:pt x="2352675" y="247650"/>
                </a:lnTo>
                <a:lnTo>
                  <a:pt x="2343150" y="247650"/>
                </a:lnTo>
                <a:lnTo>
                  <a:pt x="2343150" y="257175"/>
                </a:lnTo>
                <a:lnTo>
                  <a:pt x="2324100" y="257175"/>
                </a:lnTo>
                <a:lnTo>
                  <a:pt x="2324100" y="266700"/>
                </a:lnTo>
                <a:lnTo>
                  <a:pt x="2352675" y="266700"/>
                </a:lnTo>
                <a:lnTo>
                  <a:pt x="2352675" y="257175"/>
                </a:lnTo>
                <a:lnTo>
                  <a:pt x="2371725" y="257175"/>
                </a:lnTo>
                <a:lnTo>
                  <a:pt x="2371725" y="238125"/>
                </a:lnTo>
                <a:lnTo>
                  <a:pt x="2390775" y="238125"/>
                </a:lnTo>
                <a:lnTo>
                  <a:pt x="2390775" y="333375"/>
                </a:lnTo>
                <a:lnTo>
                  <a:pt x="2381250" y="333375"/>
                </a:lnTo>
                <a:lnTo>
                  <a:pt x="2381250" y="342900"/>
                </a:lnTo>
                <a:lnTo>
                  <a:pt x="2371725" y="342900"/>
                </a:lnTo>
                <a:lnTo>
                  <a:pt x="2371725" y="333375"/>
                </a:lnTo>
                <a:lnTo>
                  <a:pt x="2352675" y="333375"/>
                </a:lnTo>
                <a:lnTo>
                  <a:pt x="2352675" y="323850"/>
                </a:lnTo>
                <a:lnTo>
                  <a:pt x="2286000" y="323850"/>
                </a:lnTo>
                <a:lnTo>
                  <a:pt x="2286000" y="304800"/>
                </a:lnTo>
                <a:lnTo>
                  <a:pt x="2295525" y="304800"/>
                </a:lnTo>
                <a:lnTo>
                  <a:pt x="2295525" y="295275"/>
                </a:lnTo>
                <a:lnTo>
                  <a:pt x="2305050" y="295275"/>
                </a:lnTo>
                <a:lnTo>
                  <a:pt x="2305050" y="276225"/>
                </a:lnTo>
                <a:lnTo>
                  <a:pt x="2295525" y="276225"/>
                </a:lnTo>
                <a:lnTo>
                  <a:pt x="2295525" y="247650"/>
                </a:lnTo>
                <a:lnTo>
                  <a:pt x="2305050" y="247650"/>
                </a:lnTo>
                <a:lnTo>
                  <a:pt x="2305050" y="238125"/>
                </a:lnTo>
                <a:lnTo>
                  <a:pt x="2314575" y="238125"/>
                </a:lnTo>
                <a:lnTo>
                  <a:pt x="2314575" y="228600"/>
                </a:lnTo>
                <a:lnTo>
                  <a:pt x="2324100" y="228600"/>
                </a:lnTo>
                <a:lnTo>
                  <a:pt x="2324100" y="209550"/>
                </a:lnTo>
                <a:lnTo>
                  <a:pt x="2333625" y="209550"/>
                </a:lnTo>
                <a:lnTo>
                  <a:pt x="2333625" y="200025"/>
                </a:lnTo>
                <a:lnTo>
                  <a:pt x="2343150" y="200025"/>
                </a:lnTo>
                <a:lnTo>
                  <a:pt x="2343150" y="190500"/>
                </a:lnTo>
                <a:lnTo>
                  <a:pt x="2333625" y="190500"/>
                </a:lnTo>
                <a:lnTo>
                  <a:pt x="2333625" y="180975"/>
                </a:lnTo>
                <a:lnTo>
                  <a:pt x="2314575" y="180975"/>
                </a:lnTo>
                <a:lnTo>
                  <a:pt x="2314575" y="190500"/>
                </a:lnTo>
                <a:lnTo>
                  <a:pt x="2305050" y="190500"/>
                </a:lnTo>
                <a:lnTo>
                  <a:pt x="2305050" y="209550"/>
                </a:lnTo>
                <a:lnTo>
                  <a:pt x="2295525" y="209550"/>
                </a:lnTo>
                <a:lnTo>
                  <a:pt x="2295525" y="219075"/>
                </a:lnTo>
                <a:lnTo>
                  <a:pt x="2286000" y="219075"/>
                </a:lnTo>
                <a:lnTo>
                  <a:pt x="2286000" y="228600"/>
                </a:lnTo>
                <a:lnTo>
                  <a:pt x="2276475" y="228600"/>
                </a:lnTo>
                <a:lnTo>
                  <a:pt x="2276475" y="219075"/>
                </a:lnTo>
                <a:lnTo>
                  <a:pt x="2257425" y="219075"/>
                </a:lnTo>
                <a:lnTo>
                  <a:pt x="2257425" y="209550"/>
                </a:lnTo>
                <a:lnTo>
                  <a:pt x="2238375" y="209550"/>
                </a:lnTo>
                <a:lnTo>
                  <a:pt x="2238375" y="228600"/>
                </a:lnTo>
                <a:lnTo>
                  <a:pt x="2247900" y="228600"/>
                </a:lnTo>
                <a:lnTo>
                  <a:pt x="2247900" y="238125"/>
                </a:lnTo>
                <a:lnTo>
                  <a:pt x="2266950" y="238125"/>
                </a:lnTo>
                <a:lnTo>
                  <a:pt x="2266950" y="257175"/>
                </a:lnTo>
                <a:lnTo>
                  <a:pt x="2238375" y="257175"/>
                </a:lnTo>
                <a:lnTo>
                  <a:pt x="2238375" y="247650"/>
                </a:lnTo>
                <a:lnTo>
                  <a:pt x="2190750" y="247650"/>
                </a:lnTo>
                <a:lnTo>
                  <a:pt x="2190750" y="257175"/>
                </a:lnTo>
                <a:lnTo>
                  <a:pt x="2181225" y="257175"/>
                </a:lnTo>
                <a:lnTo>
                  <a:pt x="2181225" y="247650"/>
                </a:lnTo>
                <a:lnTo>
                  <a:pt x="2133600" y="247650"/>
                </a:lnTo>
                <a:lnTo>
                  <a:pt x="2133600" y="285750"/>
                </a:lnTo>
                <a:lnTo>
                  <a:pt x="2143125" y="285750"/>
                </a:lnTo>
                <a:lnTo>
                  <a:pt x="2143125" y="295275"/>
                </a:lnTo>
                <a:lnTo>
                  <a:pt x="2124075" y="295275"/>
                </a:lnTo>
                <a:lnTo>
                  <a:pt x="2124075" y="285750"/>
                </a:lnTo>
                <a:lnTo>
                  <a:pt x="2114550" y="285750"/>
                </a:lnTo>
                <a:lnTo>
                  <a:pt x="2114550" y="276225"/>
                </a:lnTo>
                <a:lnTo>
                  <a:pt x="2105025" y="276225"/>
                </a:lnTo>
                <a:lnTo>
                  <a:pt x="2105025" y="266700"/>
                </a:lnTo>
                <a:lnTo>
                  <a:pt x="2095500" y="266700"/>
                </a:lnTo>
                <a:lnTo>
                  <a:pt x="2095500" y="257175"/>
                </a:lnTo>
                <a:lnTo>
                  <a:pt x="2085975" y="257175"/>
                </a:lnTo>
                <a:lnTo>
                  <a:pt x="2085975" y="247650"/>
                </a:lnTo>
                <a:lnTo>
                  <a:pt x="2076450" y="247650"/>
                </a:lnTo>
                <a:lnTo>
                  <a:pt x="2076450" y="238125"/>
                </a:lnTo>
                <a:lnTo>
                  <a:pt x="2066925" y="238125"/>
                </a:lnTo>
                <a:lnTo>
                  <a:pt x="2066925" y="228600"/>
                </a:lnTo>
                <a:lnTo>
                  <a:pt x="2076450" y="228600"/>
                </a:lnTo>
                <a:lnTo>
                  <a:pt x="2076450" y="219075"/>
                </a:lnTo>
                <a:lnTo>
                  <a:pt x="2095500" y="219075"/>
                </a:lnTo>
                <a:lnTo>
                  <a:pt x="2095500" y="228600"/>
                </a:lnTo>
                <a:lnTo>
                  <a:pt x="2133600" y="228600"/>
                </a:lnTo>
                <a:lnTo>
                  <a:pt x="2133600" y="219075"/>
                </a:lnTo>
                <a:lnTo>
                  <a:pt x="2152650" y="219075"/>
                </a:lnTo>
                <a:lnTo>
                  <a:pt x="2152650" y="209550"/>
                </a:lnTo>
                <a:lnTo>
                  <a:pt x="2171700" y="209550"/>
                </a:lnTo>
                <a:lnTo>
                  <a:pt x="2171700" y="200025"/>
                </a:lnTo>
                <a:lnTo>
                  <a:pt x="2181225" y="200025"/>
                </a:lnTo>
                <a:lnTo>
                  <a:pt x="2181225" y="180975"/>
                </a:lnTo>
                <a:lnTo>
                  <a:pt x="2238375" y="180975"/>
                </a:lnTo>
                <a:lnTo>
                  <a:pt x="2238375" y="171450"/>
                </a:lnTo>
                <a:lnTo>
                  <a:pt x="2228850" y="171450"/>
                </a:lnTo>
                <a:lnTo>
                  <a:pt x="2228850" y="133350"/>
                </a:lnTo>
                <a:lnTo>
                  <a:pt x="2247900" y="133350"/>
                </a:lnTo>
                <a:lnTo>
                  <a:pt x="2247900" y="142875"/>
                </a:lnTo>
                <a:lnTo>
                  <a:pt x="2257425" y="142875"/>
                </a:lnTo>
                <a:lnTo>
                  <a:pt x="2257425" y="152400"/>
                </a:lnTo>
                <a:lnTo>
                  <a:pt x="2276475" y="152400"/>
                </a:lnTo>
                <a:lnTo>
                  <a:pt x="2276475" y="142875"/>
                </a:lnTo>
                <a:lnTo>
                  <a:pt x="2286000" y="142875"/>
                </a:lnTo>
                <a:lnTo>
                  <a:pt x="2286000" y="133350"/>
                </a:lnTo>
                <a:lnTo>
                  <a:pt x="2295525" y="133350"/>
                </a:lnTo>
                <a:lnTo>
                  <a:pt x="2295525" y="114300"/>
                </a:lnTo>
                <a:lnTo>
                  <a:pt x="2305050" y="114300"/>
                </a:lnTo>
                <a:close/>
                <a:moveTo>
                  <a:pt x="180975" y="114300"/>
                </a:moveTo>
                <a:lnTo>
                  <a:pt x="190500" y="114300"/>
                </a:lnTo>
                <a:lnTo>
                  <a:pt x="190500" y="123825"/>
                </a:lnTo>
                <a:lnTo>
                  <a:pt x="200025" y="123825"/>
                </a:lnTo>
                <a:lnTo>
                  <a:pt x="200025" y="133350"/>
                </a:lnTo>
                <a:lnTo>
                  <a:pt x="209550" y="133350"/>
                </a:lnTo>
                <a:lnTo>
                  <a:pt x="209550" y="152400"/>
                </a:lnTo>
                <a:lnTo>
                  <a:pt x="190500" y="152400"/>
                </a:lnTo>
                <a:lnTo>
                  <a:pt x="190500" y="142875"/>
                </a:lnTo>
                <a:lnTo>
                  <a:pt x="180975" y="142875"/>
                </a:lnTo>
                <a:lnTo>
                  <a:pt x="180975" y="133350"/>
                </a:lnTo>
                <a:lnTo>
                  <a:pt x="171450" y="133350"/>
                </a:lnTo>
                <a:lnTo>
                  <a:pt x="171450" y="123825"/>
                </a:lnTo>
                <a:lnTo>
                  <a:pt x="180975" y="123825"/>
                </a:lnTo>
                <a:close/>
                <a:moveTo>
                  <a:pt x="561975" y="114300"/>
                </a:moveTo>
                <a:lnTo>
                  <a:pt x="571500" y="114300"/>
                </a:lnTo>
                <a:lnTo>
                  <a:pt x="571500" y="123825"/>
                </a:lnTo>
                <a:lnTo>
                  <a:pt x="581025" y="123825"/>
                </a:lnTo>
                <a:lnTo>
                  <a:pt x="581025" y="104775"/>
                </a:lnTo>
                <a:lnTo>
                  <a:pt x="561975" y="104775"/>
                </a:lnTo>
                <a:close/>
                <a:moveTo>
                  <a:pt x="1638300" y="114300"/>
                </a:moveTo>
                <a:lnTo>
                  <a:pt x="1657350" y="114300"/>
                </a:lnTo>
                <a:lnTo>
                  <a:pt x="1657350" y="123825"/>
                </a:lnTo>
                <a:lnTo>
                  <a:pt x="1666875" y="123825"/>
                </a:lnTo>
                <a:lnTo>
                  <a:pt x="1666875" y="133350"/>
                </a:lnTo>
                <a:lnTo>
                  <a:pt x="1685925" y="133350"/>
                </a:lnTo>
                <a:lnTo>
                  <a:pt x="1685925" y="142875"/>
                </a:lnTo>
                <a:lnTo>
                  <a:pt x="1562100" y="142875"/>
                </a:lnTo>
                <a:lnTo>
                  <a:pt x="1562100" y="133350"/>
                </a:lnTo>
                <a:lnTo>
                  <a:pt x="1628775" y="133350"/>
                </a:lnTo>
                <a:lnTo>
                  <a:pt x="1628775" y="123825"/>
                </a:lnTo>
                <a:lnTo>
                  <a:pt x="1638300" y="123825"/>
                </a:lnTo>
                <a:close/>
                <a:moveTo>
                  <a:pt x="104775" y="123825"/>
                </a:moveTo>
                <a:lnTo>
                  <a:pt x="123825" y="123825"/>
                </a:lnTo>
                <a:lnTo>
                  <a:pt x="123825" y="133350"/>
                </a:lnTo>
                <a:lnTo>
                  <a:pt x="114300" y="133350"/>
                </a:lnTo>
                <a:lnTo>
                  <a:pt x="114300" y="161925"/>
                </a:lnTo>
                <a:lnTo>
                  <a:pt x="133350" y="161925"/>
                </a:lnTo>
                <a:lnTo>
                  <a:pt x="133350" y="171450"/>
                </a:lnTo>
                <a:lnTo>
                  <a:pt x="142875" y="171450"/>
                </a:lnTo>
                <a:lnTo>
                  <a:pt x="142875" y="161925"/>
                </a:lnTo>
                <a:lnTo>
                  <a:pt x="171450" y="161925"/>
                </a:lnTo>
                <a:lnTo>
                  <a:pt x="171450" y="171450"/>
                </a:lnTo>
                <a:lnTo>
                  <a:pt x="180975" y="171450"/>
                </a:lnTo>
                <a:lnTo>
                  <a:pt x="180975" y="161925"/>
                </a:lnTo>
                <a:lnTo>
                  <a:pt x="200025" y="161925"/>
                </a:lnTo>
                <a:lnTo>
                  <a:pt x="200025" y="171450"/>
                </a:lnTo>
                <a:lnTo>
                  <a:pt x="209550" y="171450"/>
                </a:lnTo>
                <a:lnTo>
                  <a:pt x="209550" y="180975"/>
                </a:lnTo>
                <a:lnTo>
                  <a:pt x="228600" y="180975"/>
                </a:lnTo>
                <a:lnTo>
                  <a:pt x="228600" y="171450"/>
                </a:lnTo>
                <a:lnTo>
                  <a:pt x="238125" y="171450"/>
                </a:lnTo>
                <a:lnTo>
                  <a:pt x="238125" y="180975"/>
                </a:lnTo>
                <a:lnTo>
                  <a:pt x="257175" y="180975"/>
                </a:lnTo>
                <a:lnTo>
                  <a:pt x="257175" y="190500"/>
                </a:lnTo>
                <a:lnTo>
                  <a:pt x="266700" y="190500"/>
                </a:lnTo>
                <a:lnTo>
                  <a:pt x="266700" y="209550"/>
                </a:lnTo>
                <a:lnTo>
                  <a:pt x="285750" y="209550"/>
                </a:lnTo>
                <a:lnTo>
                  <a:pt x="285750" y="219075"/>
                </a:lnTo>
                <a:lnTo>
                  <a:pt x="323850" y="219075"/>
                </a:lnTo>
                <a:lnTo>
                  <a:pt x="323850" y="209550"/>
                </a:lnTo>
                <a:lnTo>
                  <a:pt x="342900" y="209550"/>
                </a:lnTo>
                <a:lnTo>
                  <a:pt x="342900" y="200025"/>
                </a:lnTo>
                <a:lnTo>
                  <a:pt x="352425" y="200025"/>
                </a:lnTo>
                <a:lnTo>
                  <a:pt x="352425" y="209550"/>
                </a:lnTo>
                <a:lnTo>
                  <a:pt x="361950" y="209550"/>
                </a:lnTo>
                <a:lnTo>
                  <a:pt x="361950" y="219075"/>
                </a:lnTo>
                <a:lnTo>
                  <a:pt x="342900" y="219075"/>
                </a:lnTo>
                <a:lnTo>
                  <a:pt x="342900" y="238125"/>
                </a:lnTo>
                <a:lnTo>
                  <a:pt x="352425" y="238125"/>
                </a:lnTo>
                <a:lnTo>
                  <a:pt x="352425" y="257175"/>
                </a:lnTo>
                <a:lnTo>
                  <a:pt x="342900" y="257175"/>
                </a:lnTo>
                <a:lnTo>
                  <a:pt x="342900" y="266700"/>
                </a:lnTo>
                <a:lnTo>
                  <a:pt x="333375" y="266700"/>
                </a:lnTo>
                <a:lnTo>
                  <a:pt x="333375" y="276225"/>
                </a:lnTo>
                <a:lnTo>
                  <a:pt x="323850" y="276225"/>
                </a:lnTo>
                <a:lnTo>
                  <a:pt x="323850" y="285750"/>
                </a:lnTo>
                <a:lnTo>
                  <a:pt x="314325" y="285750"/>
                </a:lnTo>
                <a:lnTo>
                  <a:pt x="314325" y="295275"/>
                </a:lnTo>
                <a:lnTo>
                  <a:pt x="304800" y="295275"/>
                </a:lnTo>
                <a:lnTo>
                  <a:pt x="304800" y="304800"/>
                </a:lnTo>
                <a:lnTo>
                  <a:pt x="295275" y="304800"/>
                </a:lnTo>
                <a:lnTo>
                  <a:pt x="295275" y="314325"/>
                </a:lnTo>
                <a:lnTo>
                  <a:pt x="285750" y="314325"/>
                </a:lnTo>
                <a:lnTo>
                  <a:pt x="285750" y="295275"/>
                </a:lnTo>
                <a:lnTo>
                  <a:pt x="266700" y="295275"/>
                </a:lnTo>
                <a:lnTo>
                  <a:pt x="266700" y="314325"/>
                </a:lnTo>
                <a:lnTo>
                  <a:pt x="247650" y="314325"/>
                </a:lnTo>
                <a:lnTo>
                  <a:pt x="247650" y="295275"/>
                </a:lnTo>
                <a:lnTo>
                  <a:pt x="257175" y="295275"/>
                </a:lnTo>
                <a:lnTo>
                  <a:pt x="257175" y="285750"/>
                </a:lnTo>
                <a:lnTo>
                  <a:pt x="247650" y="285750"/>
                </a:lnTo>
                <a:lnTo>
                  <a:pt x="247650" y="276225"/>
                </a:lnTo>
                <a:lnTo>
                  <a:pt x="228600" y="276225"/>
                </a:lnTo>
                <a:lnTo>
                  <a:pt x="228600" y="257175"/>
                </a:lnTo>
                <a:lnTo>
                  <a:pt x="219075" y="257175"/>
                </a:lnTo>
                <a:lnTo>
                  <a:pt x="219075" y="247650"/>
                </a:lnTo>
                <a:lnTo>
                  <a:pt x="209550" y="247650"/>
                </a:lnTo>
                <a:lnTo>
                  <a:pt x="209550" y="228600"/>
                </a:lnTo>
                <a:lnTo>
                  <a:pt x="200025" y="228600"/>
                </a:lnTo>
                <a:lnTo>
                  <a:pt x="200025" y="238125"/>
                </a:lnTo>
                <a:lnTo>
                  <a:pt x="190500" y="238125"/>
                </a:lnTo>
                <a:lnTo>
                  <a:pt x="190500" y="247650"/>
                </a:lnTo>
                <a:lnTo>
                  <a:pt x="180975" y="247650"/>
                </a:lnTo>
                <a:lnTo>
                  <a:pt x="180975" y="238125"/>
                </a:lnTo>
                <a:lnTo>
                  <a:pt x="161925" y="238125"/>
                </a:lnTo>
                <a:lnTo>
                  <a:pt x="161925" y="228600"/>
                </a:lnTo>
                <a:lnTo>
                  <a:pt x="142875" y="228600"/>
                </a:lnTo>
                <a:lnTo>
                  <a:pt x="142875" y="219075"/>
                </a:lnTo>
                <a:lnTo>
                  <a:pt x="133350" y="219075"/>
                </a:lnTo>
                <a:lnTo>
                  <a:pt x="133350" y="200025"/>
                </a:lnTo>
                <a:lnTo>
                  <a:pt x="76200" y="200025"/>
                </a:lnTo>
                <a:lnTo>
                  <a:pt x="76200" y="161925"/>
                </a:lnTo>
                <a:lnTo>
                  <a:pt x="85725" y="161925"/>
                </a:lnTo>
                <a:lnTo>
                  <a:pt x="85725" y="152400"/>
                </a:lnTo>
                <a:lnTo>
                  <a:pt x="95250" y="152400"/>
                </a:lnTo>
                <a:lnTo>
                  <a:pt x="95250" y="142875"/>
                </a:lnTo>
                <a:lnTo>
                  <a:pt x="104775" y="142875"/>
                </a:lnTo>
                <a:close/>
                <a:moveTo>
                  <a:pt x="809625" y="133350"/>
                </a:moveTo>
                <a:lnTo>
                  <a:pt x="819150" y="133350"/>
                </a:lnTo>
                <a:lnTo>
                  <a:pt x="819150" y="123825"/>
                </a:lnTo>
                <a:lnTo>
                  <a:pt x="809625" y="123825"/>
                </a:lnTo>
                <a:close/>
                <a:moveTo>
                  <a:pt x="1543050" y="133350"/>
                </a:moveTo>
                <a:lnTo>
                  <a:pt x="1552575" y="133350"/>
                </a:lnTo>
                <a:lnTo>
                  <a:pt x="1552575" y="142875"/>
                </a:lnTo>
                <a:lnTo>
                  <a:pt x="1543050" y="142875"/>
                </a:lnTo>
                <a:close/>
                <a:moveTo>
                  <a:pt x="295275" y="152400"/>
                </a:moveTo>
                <a:lnTo>
                  <a:pt x="314325" y="152400"/>
                </a:lnTo>
                <a:lnTo>
                  <a:pt x="314325" y="161925"/>
                </a:lnTo>
                <a:lnTo>
                  <a:pt x="295275" y="161925"/>
                </a:lnTo>
                <a:close/>
                <a:moveTo>
                  <a:pt x="295275" y="171450"/>
                </a:moveTo>
                <a:lnTo>
                  <a:pt x="304800" y="171450"/>
                </a:lnTo>
                <a:lnTo>
                  <a:pt x="304800" y="180975"/>
                </a:lnTo>
                <a:lnTo>
                  <a:pt x="295275" y="180975"/>
                </a:lnTo>
                <a:close/>
                <a:moveTo>
                  <a:pt x="2000250" y="190500"/>
                </a:moveTo>
                <a:lnTo>
                  <a:pt x="2009775" y="190500"/>
                </a:lnTo>
                <a:lnTo>
                  <a:pt x="2009775" y="200025"/>
                </a:lnTo>
                <a:lnTo>
                  <a:pt x="2000250" y="200025"/>
                </a:lnTo>
                <a:close/>
                <a:moveTo>
                  <a:pt x="209550" y="228600"/>
                </a:moveTo>
                <a:lnTo>
                  <a:pt x="238125" y="228600"/>
                </a:lnTo>
                <a:lnTo>
                  <a:pt x="238125" y="219075"/>
                </a:lnTo>
                <a:lnTo>
                  <a:pt x="209550" y="219075"/>
                </a:lnTo>
                <a:close/>
                <a:moveTo>
                  <a:pt x="57150" y="247650"/>
                </a:moveTo>
                <a:lnTo>
                  <a:pt x="66675" y="247650"/>
                </a:lnTo>
                <a:lnTo>
                  <a:pt x="66675" y="257175"/>
                </a:lnTo>
                <a:lnTo>
                  <a:pt x="76200" y="257175"/>
                </a:lnTo>
                <a:lnTo>
                  <a:pt x="76200" y="266700"/>
                </a:lnTo>
                <a:lnTo>
                  <a:pt x="85725" y="266700"/>
                </a:lnTo>
                <a:lnTo>
                  <a:pt x="85725" y="285750"/>
                </a:lnTo>
                <a:lnTo>
                  <a:pt x="95250" y="285750"/>
                </a:lnTo>
                <a:lnTo>
                  <a:pt x="95250" y="295275"/>
                </a:lnTo>
                <a:lnTo>
                  <a:pt x="104775" y="295275"/>
                </a:lnTo>
                <a:lnTo>
                  <a:pt x="104775" y="304800"/>
                </a:lnTo>
                <a:lnTo>
                  <a:pt x="123825" y="304800"/>
                </a:lnTo>
                <a:lnTo>
                  <a:pt x="123825" y="314325"/>
                </a:lnTo>
                <a:lnTo>
                  <a:pt x="142875" y="314325"/>
                </a:lnTo>
                <a:lnTo>
                  <a:pt x="142875" y="323850"/>
                </a:lnTo>
                <a:lnTo>
                  <a:pt x="152400" y="323850"/>
                </a:lnTo>
                <a:lnTo>
                  <a:pt x="152400" y="333375"/>
                </a:lnTo>
                <a:lnTo>
                  <a:pt x="171450" y="333375"/>
                </a:lnTo>
                <a:lnTo>
                  <a:pt x="171450" y="342900"/>
                </a:lnTo>
                <a:lnTo>
                  <a:pt x="190500" y="342900"/>
                </a:lnTo>
                <a:lnTo>
                  <a:pt x="190500" y="352425"/>
                </a:lnTo>
                <a:lnTo>
                  <a:pt x="200025" y="352425"/>
                </a:lnTo>
                <a:lnTo>
                  <a:pt x="200025" y="361950"/>
                </a:lnTo>
                <a:lnTo>
                  <a:pt x="238125" y="361950"/>
                </a:lnTo>
                <a:lnTo>
                  <a:pt x="238125" y="371475"/>
                </a:lnTo>
                <a:lnTo>
                  <a:pt x="228600" y="371475"/>
                </a:lnTo>
                <a:lnTo>
                  <a:pt x="228600" y="390525"/>
                </a:lnTo>
                <a:lnTo>
                  <a:pt x="219075" y="390525"/>
                </a:lnTo>
                <a:lnTo>
                  <a:pt x="219075" y="419100"/>
                </a:lnTo>
                <a:lnTo>
                  <a:pt x="209550" y="419100"/>
                </a:lnTo>
                <a:lnTo>
                  <a:pt x="209550" y="438150"/>
                </a:lnTo>
                <a:lnTo>
                  <a:pt x="200025" y="438150"/>
                </a:lnTo>
                <a:lnTo>
                  <a:pt x="200025" y="457200"/>
                </a:lnTo>
                <a:lnTo>
                  <a:pt x="190500" y="457200"/>
                </a:lnTo>
                <a:lnTo>
                  <a:pt x="190500" y="495300"/>
                </a:lnTo>
                <a:lnTo>
                  <a:pt x="180975" y="495300"/>
                </a:lnTo>
                <a:lnTo>
                  <a:pt x="180975" y="514350"/>
                </a:lnTo>
                <a:lnTo>
                  <a:pt x="171450" y="514350"/>
                </a:lnTo>
                <a:lnTo>
                  <a:pt x="171450" y="438150"/>
                </a:lnTo>
                <a:lnTo>
                  <a:pt x="161925" y="438150"/>
                </a:lnTo>
                <a:lnTo>
                  <a:pt x="161925" y="447675"/>
                </a:lnTo>
                <a:lnTo>
                  <a:pt x="152400" y="447675"/>
                </a:lnTo>
                <a:lnTo>
                  <a:pt x="152400" y="514350"/>
                </a:lnTo>
                <a:lnTo>
                  <a:pt x="171450" y="514350"/>
                </a:lnTo>
                <a:lnTo>
                  <a:pt x="171450" y="542925"/>
                </a:lnTo>
                <a:lnTo>
                  <a:pt x="161925" y="542925"/>
                </a:lnTo>
                <a:lnTo>
                  <a:pt x="161925" y="552450"/>
                </a:lnTo>
                <a:lnTo>
                  <a:pt x="171450" y="552450"/>
                </a:lnTo>
                <a:lnTo>
                  <a:pt x="171450" y="561975"/>
                </a:lnTo>
                <a:lnTo>
                  <a:pt x="142875" y="561975"/>
                </a:lnTo>
                <a:lnTo>
                  <a:pt x="142875" y="542925"/>
                </a:lnTo>
                <a:lnTo>
                  <a:pt x="133350" y="542925"/>
                </a:lnTo>
                <a:lnTo>
                  <a:pt x="133350" y="533400"/>
                </a:lnTo>
                <a:lnTo>
                  <a:pt x="123825" y="533400"/>
                </a:lnTo>
                <a:lnTo>
                  <a:pt x="123825" y="523875"/>
                </a:lnTo>
                <a:lnTo>
                  <a:pt x="104775" y="523875"/>
                </a:lnTo>
                <a:lnTo>
                  <a:pt x="104775" y="514350"/>
                </a:lnTo>
                <a:lnTo>
                  <a:pt x="114300" y="514350"/>
                </a:lnTo>
                <a:lnTo>
                  <a:pt x="114300" y="495300"/>
                </a:lnTo>
                <a:lnTo>
                  <a:pt x="66675" y="495300"/>
                </a:lnTo>
                <a:lnTo>
                  <a:pt x="66675" y="485775"/>
                </a:lnTo>
                <a:lnTo>
                  <a:pt x="76200" y="485775"/>
                </a:lnTo>
                <a:lnTo>
                  <a:pt x="76200" y="466725"/>
                </a:lnTo>
                <a:lnTo>
                  <a:pt x="66675" y="466725"/>
                </a:lnTo>
                <a:lnTo>
                  <a:pt x="66675" y="447675"/>
                </a:lnTo>
                <a:lnTo>
                  <a:pt x="57150" y="447675"/>
                </a:lnTo>
                <a:lnTo>
                  <a:pt x="57150" y="409575"/>
                </a:lnTo>
                <a:lnTo>
                  <a:pt x="76200" y="409575"/>
                </a:lnTo>
                <a:lnTo>
                  <a:pt x="76200" y="428625"/>
                </a:lnTo>
                <a:lnTo>
                  <a:pt x="85725" y="428625"/>
                </a:lnTo>
                <a:lnTo>
                  <a:pt x="85725" y="438150"/>
                </a:lnTo>
                <a:lnTo>
                  <a:pt x="95250" y="438150"/>
                </a:lnTo>
                <a:lnTo>
                  <a:pt x="95250" y="447675"/>
                </a:lnTo>
                <a:lnTo>
                  <a:pt x="133350" y="447675"/>
                </a:lnTo>
                <a:lnTo>
                  <a:pt x="133350" y="419100"/>
                </a:lnTo>
                <a:lnTo>
                  <a:pt x="114300" y="419100"/>
                </a:lnTo>
                <a:lnTo>
                  <a:pt x="114300" y="400050"/>
                </a:lnTo>
                <a:lnTo>
                  <a:pt x="104775" y="400050"/>
                </a:lnTo>
                <a:lnTo>
                  <a:pt x="104775" y="361950"/>
                </a:lnTo>
                <a:lnTo>
                  <a:pt x="114300" y="361950"/>
                </a:lnTo>
                <a:lnTo>
                  <a:pt x="114300" y="352425"/>
                </a:lnTo>
                <a:lnTo>
                  <a:pt x="123825" y="352425"/>
                </a:lnTo>
                <a:lnTo>
                  <a:pt x="123825" y="361950"/>
                </a:lnTo>
                <a:lnTo>
                  <a:pt x="133350" y="361950"/>
                </a:lnTo>
                <a:lnTo>
                  <a:pt x="133350" y="342900"/>
                </a:lnTo>
                <a:lnTo>
                  <a:pt x="114300" y="342900"/>
                </a:lnTo>
                <a:lnTo>
                  <a:pt x="114300" y="333375"/>
                </a:lnTo>
                <a:lnTo>
                  <a:pt x="95250" y="333375"/>
                </a:lnTo>
                <a:lnTo>
                  <a:pt x="95250" y="342900"/>
                </a:lnTo>
                <a:lnTo>
                  <a:pt x="76200" y="342900"/>
                </a:lnTo>
                <a:lnTo>
                  <a:pt x="76200" y="361950"/>
                </a:lnTo>
                <a:lnTo>
                  <a:pt x="66675" y="361950"/>
                </a:lnTo>
                <a:lnTo>
                  <a:pt x="66675" y="342900"/>
                </a:lnTo>
                <a:lnTo>
                  <a:pt x="57150" y="342900"/>
                </a:lnTo>
                <a:lnTo>
                  <a:pt x="57150" y="333375"/>
                </a:lnTo>
                <a:lnTo>
                  <a:pt x="47625" y="333375"/>
                </a:lnTo>
                <a:lnTo>
                  <a:pt x="47625" y="257175"/>
                </a:lnTo>
                <a:lnTo>
                  <a:pt x="57150" y="257175"/>
                </a:lnTo>
                <a:close/>
                <a:moveTo>
                  <a:pt x="2171700" y="285750"/>
                </a:moveTo>
                <a:lnTo>
                  <a:pt x="2181225" y="285750"/>
                </a:lnTo>
                <a:lnTo>
                  <a:pt x="2181225" y="295275"/>
                </a:lnTo>
                <a:lnTo>
                  <a:pt x="2190750" y="295275"/>
                </a:lnTo>
                <a:lnTo>
                  <a:pt x="2190750" y="285750"/>
                </a:lnTo>
                <a:lnTo>
                  <a:pt x="2219325" y="285750"/>
                </a:lnTo>
                <a:lnTo>
                  <a:pt x="2219325" y="295275"/>
                </a:lnTo>
                <a:lnTo>
                  <a:pt x="2238375" y="295275"/>
                </a:lnTo>
                <a:lnTo>
                  <a:pt x="2238375" y="304800"/>
                </a:lnTo>
                <a:lnTo>
                  <a:pt x="2219325" y="304800"/>
                </a:lnTo>
                <a:lnTo>
                  <a:pt x="2219325" y="314325"/>
                </a:lnTo>
                <a:lnTo>
                  <a:pt x="2200275" y="314325"/>
                </a:lnTo>
                <a:lnTo>
                  <a:pt x="2200275" y="333375"/>
                </a:lnTo>
                <a:lnTo>
                  <a:pt x="2209800" y="333375"/>
                </a:lnTo>
                <a:lnTo>
                  <a:pt x="2209800" y="342900"/>
                </a:lnTo>
                <a:lnTo>
                  <a:pt x="2190750" y="342900"/>
                </a:lnTo>
                <a:lnTo>
                  <a:pt x="2190750" y="352425"/>
                </a:lnTo>
                <a:lnTo>
                  <a:pt x="2209800" y="352425"/>
                </a:lnTo>
                <a:lnTo>
                  <a:pt x="2209800" y="361950"/>
                </a:lnTo>
                <a:lnTo>
                  <a:pt x="2200275" y="361950"/>
                </a:lnTo>
                <a:lnTo>
                  <a:pt x="2200275" y="371475"/>
                </a:lnTo>
                <a:lnTo>
                  <a:pt x="2190750" y="371475"/>
                </a:lnTo>
                <a:lnTo>
                  <a:pt x="2190750" y="361950"/>
                </a:lnTo>
                <a:lnTo>
                  <a:pt x="2181225" y="361950"/>
                </a:lnTo>
                <a:lnTo>
                  <a:pt x="2181225" y="342900"/>
                </a:lnTo>
                <a:lnTo>
                  <a:pt x="2171700" y="342900"/>
                </a:lnTo>
                <a:lnTo>
                  <a:pt x="2171700" y="333375"/>
                </a:lnTo>
                <a:lnTo>
                  <a:pt x="2162175" y="333375"/>
                </a:lnTo>
                <a:lnTo>
                  <a:pt x="2162175" y="323850"/>
                </a:lnTo>
                <a:lnTo>
                  <a:pt x="2152650" y="323850"/>
                </a:lnTo>
                <a:lnTo>
                  <a:pt x="2152650" y="314325"/>
                </a:lnTo>
                <a:lnTo>
                  <a:pt x="2143125" y="314325"/>
                </a:lnTo>
                <a:lnTo>
                  <a:pt x="2143125" y="295275"/>
                </a:lnTo>
                <a:lnTo>
                  <a:pt x="2152650" y="295275"/>
                </a:lnTo>
                <a:lnTo>
                  <a:pt x="2152650" y="304800"/>
                </a:lnTo>
                <a:lnTo>
                  <a:pt x="2171700" y="304800"/>
                </a:lnTo>
                <a:close/>
                <a:moveTo>
                  <a:pt x="266700" y="314325"/>
                </a:moveTo>
                <a:lnTo>
                  <a:pt x="285750" y="314325"/>
                </a:lnTo>
                <a:lnTo>
                  <a:pt x="285750" y="323850"/>
                </a:lnTo>
                <a:lnTo>
                  <a:pt x="276225" y="323850"/>
                </a:lnTo>
                <a:lnTo>
                  <a:pt x="276225" y="333375"/>
                </a:lnTo>
                <a:lnTo>
                  <a:pt x="266700" y="333375"/>
                </a:lnTo>
                <a:lnTo>
                  <a:pt x="266700" y="342900"/>
                </a:lnTo>
                <a:lnTo>
                  <a:pt x="257175" y="342900"/>
                </a:lnTo>
                <a:lnTo>
                  <a:pt x="257175" y="323850"/>
                </a:lnTo>
                <a:lnTo>
                  <a:pt x="266700" y="323850"/>
                </a:lnTo>
                <a:close/>
                <a:moveTo>
                  <a:pt x="1200150" y="323850"/>
                </a:moveTo>
                <a:lnTo>
                  <a:pt x="1228725" y="323850"/>
                </a:lnTo>
                <a:lnTo>
                  <a:pt x="1228725" y="333375"/>
                </a:lnTo>
                <a:lnTo>
                  <a:pt x="1200150" y="333375"/>
                </a:lnTo>
                <a:close/>
                <a:moveTo>
                  <a:pt x="1038225" y="333375"/>
                </a:moveTo>
                <a:lnTo>
                  <a:pt x="1066800" y="333375"/>
                </a:lnTo>
                <a:lnTo>
                  <a:pt x="1066800" y="342900"/>
                </a:lnTo>
                <a:lnTo>
                  <a:pt x="1038225" y="342900"/>
                </a:lnTo>
                <a:close/>
                <a:moveTo>
                  <a:pt x="1390650" y="333375"/>
                </a:moveTo>
                <a:lnTo>
                  <a:pt x="1419225" y="333375"/>
                </a:lnTo>
                <a:lnTo>
                  <a:pt x="1419225" y="342900"/>
                </a:lnTo>
                <a:lnTo>
                  <a:pt x="1390650" y="342900"/>
                </a:lnTo>
                <a:close/>
                <a:moveTo>
                  <a:pt x="247650" y="342900"/>
                </a:moveTo>
                <a:lnTo>
                  <a:pt x="257175" y="342900"/>
                </a:lnTo>
                <a:lnTo>
                  <a:pt x="257175" y="352425"/>
                </a:lnTo>
                <a:lnTo>
                  <a:pt x="247650" y="352425"/>
                </a:lnTo>
                <a:close/>
                <a:moveTo>
                  <a:pt x="933450" y="342900"/>
                </a:moveTo>
                <a:lnTo>
                  <a:pt x="942975" y="342900"/>
                </a:lnTo>
                <a:lnTo>
                  <a:pt x="942975" y="352425"/>
                </a:lnTo>
                <a:lnTo>
                  <a:pt x="933450" y="352425"/>
                </a:lnTo>
                <a:close/>
                <a:moveTo>
                  <a:pt x="1504950" y="342900"/>
                </a:moveTo>
                <a:lnTo>
                  <a:pt x="1514475" y="342900"/>
                </a:lnTo>
                <a:lnTo>
                  <a:pt x="1514475" y="352425"/>
                </a:lnTo>
                <a:lnTo>
                  <a:pt x="1504950" y="352425"/>
                </a:lnTo>
                <a:close/>
                <a:moveTo>
                  <a:pt x="2276475" y="352425"/>
                </a:moveTo>
                <a:lnTo>
                  <a:pt x="2295525" y="352425"/>
                </a:lnTo>
                <a:lnTo>
                  <a:pt x="2295525" y="361950"/>
                </a:lnTo>
                <a:lnTo>
                  <a:pt x="2276475" y="361950"/>
                </a:lnTo>
                <a:close/>
                <a:moveTo>
                  <a:pt x="809625" y="361950"/>
                </a:moveTo>
                <a:lnTo>
                  <a:pt x="819150" y="361950"/>
                </a:lnTo>
                <a:lnTo>
                  <a:pt x="819150" y="371475"/>
                </a:lnTo>
                <a:lnTo>
                  <a:pt x="809625" y="371475"/>
                </a:lnTo>
                <a:close/>
                <a:moveTo>
                  <a:pt x="1628775" y="361950"/>
                </a:moveTo>
                <a:lnTo>
                  <a:pt x="1638300" y="361950"/>
                </a:lnTo>
                <a:lnTo>
                  <a:pt x="1638300" y="371475"/>
                </a:lnTo>
                <a:lnTo>
                  <a:pt x="1628775" y="371475"/>
                </a:lnTo>
                <a:close/>
                <a:moveTo>
                  <a:pt x="771525" y="371475"/>
                </a:moveTo>
                <a:lnTo>
                  <a:pt x="781050" y="371475"/>
                </a:lnTo>
                <a:lnTo>
                  <a:pt x="781050" y="381000"/>
                </a:lnTo>
                <a:lnTo>
                  <a:pt x="771525" y="381000"/>
                </a:lnTo>
                <a:close/>
                <a:moveTo>
                  <a:pt x="1047750" y="371475"/>
                </a:moveTo>
                <a:lnTo>
                  <a:pt x="1066800" y="371475"/>
                </a:lnTo>
                <a:lnTo>
                  <a:pt x="1066800" y="381000"/>
                </a:lnTo>
                <a:lnTo>
                  <a:pt x="1047750" y="381000"/>
                </a:lnTo>
                <a:close/>
                <a:moveTo>
                  <a:pt x="1085850" y="371475"/>
                </a:moveTo>
                <a:lnTo>
                  <a:pt x="1104900" y="371475"/>
                </a:lnTo>
                <a:lnTo>
                  <a:pt x="1104900" y="381000"/>
                </a:lnTo>
                <a:lnTo>
                  <a:pt x="1085850" y="381000"/>
                </a:lnTo>
                <a:close/>
                <a:moveTo>
                  <a:pt x="1381125" y="371475"/>
                </a:moveTo>
                <a:lnTo>
                  <a:pt x="1390650" y="371475"/>
                </a:lnTo>
                <a:lnTo>
                  <a:pt x="1390650" y="381000"/>
                </a:lnTo>
                <a:lnTo>
                  <a:pt x="1381125" y="381000"/>
                </a:lnTo>
                <a:close/>
                <a:moveTo>
                  <a:pt x="1409700" y="371475"/>
                </a:moveTo>
                <a:lnTo>
                  <a:pt x="1428750" y="371475"/>
                </a:lnTo>
                <a:lnTo>
                  <a:pt x="1428750" y="381000"/>
                </a:lnTo>
                <a:lnTo>
                  <a:pt x="1409700" y="381000"/>
                </a:lnTo>
                <a:close/>
                <a:moveTo>
                  <a:pt x="1666875" y="371475"/>
                </a:moveTo>
                <a:lnTo>
                  <a:pt x="1676400" y="371475"/>
                </a:lnTo>
                <a:lnTo>
                  <a:pt x="1676400" y="381000"/>
                </a:lnTo>
                <a:lnTo>
                  <a:pt x="1666875" y="381000"/>
                </a:lnTo>
                <a:close/>
                <a:moveTo>
                  <a:pt x="2200275" y="371475"/>
                </a:moveTo>
                <a:lnTo>
                  <a:pt x="2209800" y="371475"/>
                </a:lnTo>
                <a:lnTo>
                  <a:pt x="2209800" y="381000"/>
                </a:lnTo>
                <a:lnTo>
                  <a:pt x="2200275" y="381000"/>
                </a:lnTo>
                <a:close/>
                <a:moveTo>
                  <a:pt x="2247900" y="371475"/>
                </a:moveTo>
                <a:lnTo>
                  <a:pt x="2333625" y="371475"/>
                </a:lnTo>
                <a:lnTo>
                  <a:pt x="2333625" y="381000"/>
                </a:lnTo>
                <a:lnTo>
                  <a:pt x="2343150" y="381000"/>
                </a:lnTo>
                <a:lnTo>
                  <a:pt x="2343150" y="400050"/>
                </a:lnTo>
                <a:lnTo>
                  <a:pt x="2324100" y="400050"/>
                </a:lnTo>
                <a:lnTo>
                  <a:pt x="2324100" y="390525"/>
                </a:lnTo>
                <a:lnTo>
                  <a:pt x="2314575" y="390525"/>
                </a:lnTo>
                <a:lnTo>
                  <a:pt x="2314575" y="381000"/>
                </a:lnTo>
                <a:lnTo>
                  <a:pt x="2305050" y="381000"/>
                </a:lnTo>
                <a:lnTo>
                  <a:pt x="2305050" y="390525"/>
                </a:lnTo>
                <a:lnTo>
                  <a:pt x="2295525" y="390525"/>
                </a:lnTo>
                <a:lnTo>
                  <a:pt x="2295525" y="381000"/>
                </a:lnTo>
                <a:lnTo>
                  <a:pt x="2276475" y="381000"/>
                </a:lnTo>
                <a:lnTo>
                  <a:pt x="2276475" y="390525"/>
                </a:lnTo>
                <a:lnTo>
                  <a:pt x="2238375" y="390525"/>
                </a:lnTo>
                <a:lnTo>
                  <a:pt x="2238375" y="381000"/>
                </a:lnTo>
                <a:lnTo>
                  <a:pt x="2247900" y="381000"/>
                </a:lnTo>
                <a:close/>
                <a:moveTo>
                  <a:pt x="2371725" y="371475"/>
                </a:moveTo>
                <a:lnTo>
                  <a:pt x="2381250" y="371475"/>
                </a:lnTo>
                <a:lnTo>
                  <a:pt x="2381250" y="400050"/>
                </a:lnTo>
                <a:lnTo>
                  <a:pt x="2371725" y="400050"/>
                </a:lnTo>
                <a:close/>
                <a:moveTo>
                  <a:pt x="2209800" y="381000"/>
                </a:moveTo>
                <a:lnTo>
                  <a:pt x="2219325" y="381000"/>
                </a:lnTo>
                <a:lnTo>
                  <a:pt x="2219325" y="390525"/>
                </a:lnTo>
                <a:lnTo>
                  <a:pt x="2209800" y="390525"/>
                </a:lnTo>
                <a:close/>
                <a:moveTo>
                  <a:pt x="895350" y="390525"/>
                </a:moveTo>
                <a:lnTo>
                  <a:pt x="904875" y="390525"/>
                </a:lnTo>
                <a:lnTo>
                  <a:pt x="904875" y="400050"/>
                </a:lnTo>
                <a:lnTo>
                  <a:pt x="895350" y="400050"/>
                </a:lnTo>
                <a:close/>
                <a:moveTo>
                  <a:pt x="1562100" y="390525"/>
                </a:moveTo>
                <a:lnTo>
                  <a:pt x="1581150" y="390525"/>
                </a:lnTo>
                <a:lnTo>
                  <a:pt x="1581150" y="400050"/>
                </a:lnTo>
                <a:lnTo>
                  <a:pt x="1562100" y="400050"/>
                </a:lnTo>
                <a:close/>
                <a:moveTo>
                  <a:pt x="2219325" y="390525"/>
                </a:moveTo>
                <a:lnTo>
                  <a:pt x="2238375" y="390525"/>
                </a:lnTo>
                <a:lnTo>
                  <a:pt x="2238375" y="428625"/>
                </a:lnTo>
                <a:lnTo>
                  <a:pt x="2247900" y="428625"/>
                </a:lnTo>
                <a:lnTo>
                  <a:pt x="2247900" y="447675"/>
                </a:lnTo>
                <a:lnTo>
                  <a:pt x="2276475" y="447675"/>
                </a:lnTo>
                <a:lnTo>
                  <a:pt x="2276475" y="438150"/>
                </a:lnTo>
                <a:lnTo>
                  <a:pt x="2286000" y="438150"/>
                </a:lnTo>
                <a:lnTo>
                  <a:pt x="2286000" y="428625"/>
                </a:lnTo>
                <a:lnTo>
                  <a:pt x="2295525" y="428625"/>
                </a:lnTo>
                <a:lnTo>
                  <a:pt x="2295525" y="419100"/>
                </a:lnTo>
                <a:lnTo>
                  <a:pt x="2324100" y="419100"/>
                </a:lnTo>
                <a:lnTo>
                  <a:pt x="2324100" y="428625"/>
                </a:lnTo>
                <a:lnTo>
                  <a:pt x="2314575" y="428625"/>
                </a:lnTo>
                <a:lnTo>
                  <a:pt x="2314575" y="438150"/>
                </a:lnTo>
                <a:lnTo>
                  <a:pt x="2324100" y="438150"/>
                </a:lnTo>
                <a:lnTo>
                  <a:pt x="2324100" y="428625"/>
                </a:lnTo>
                <a:lnTo>
                  <a:pt x="2333625" y="428625"/>
                </a:lnTo>
                <a:lnTo>
                  <a:pt x="2333625" y="419100"/>
                </a:lnTo>
                <a:lnTo>
                  <a:pt x="2362200" y="419100"/>
                </a:lnTo>
                <a:lnTo>
                  <a:pt x="2362200" y="428625"/>
                </a:lnTo>
                <a:lnTo>
                  <a:pt x="2371725" y="428625"/>
                </a:lnTo>
                <a:lnTo>
                  <a:pt x="2371725" y="409575"/>
                </a:lnTo>
                <a:lnTo>
                  <a:pt x="2381250" y="409575"/>
                </a:lnTo>
                <a:lnTo>
                  <a:pt x="2381250" y="447675"/>
                </a:lnTo>
                <a:lnTo>
                  <a:pt x="2390775" y="447675"/>
                </a:lnTo>
                <a:lnTo>
                  <a:pt x="2390775" y="638175"/>
                </a:lnTo>
                <a:lnTo>
                  <a:pt x="2381250" y="638175"/>
                </a:lnTo>
                <a:lnTo>
                  <a:pt x="2381250" y="647700"/>
                </a:lnTo>
                <a:lnTo>
                  <a:pt x="2371725" y="647700"/>
                </a:lnTo>
                <a:lnTo>
                  <a:pt x="2371725" y="638175"/>
                </a:lnTo>
                <a:lnTo>
                  <a:pt x="2362200" y="638175"/>
                </a:lnTo>
                <a:lnTo>
                  <a:pt x="2362200" y="628650"/>
                </a:lnTo>
                <a:lnTo>
                  <a:pt x="2352675" y="628650"/>
                </a:lnTo>
                <a:lnTo>
                  <a:pt x="2352675" y="666750"/>
                </a:lnTo>
                <a:lnTo>
                  <a:pt x="2343150" y="666750"/>
                </a:lnTo>
                <a:lnTo>
                  <a:pt x="2343150" y="657225"/>
                </a:lnTo>
                <a:lnTo>
                  <a:pt x="2324100" y="657225"/>
                </a:lnTo>
                <a:lnTo>
                  <a:pt x="2324100" y="647700"/>
                </a:lnTo>
                <a:lnTo>
                  <a:pt x="2305050" y="647700"/>
                </a:lnTo>
                <a:lnTo>
                  <a:pt x="2305050" y="638175"/>
                </a:lnTo>
                <a:lnTo>
                  <a:pt x="2295525" y="638175"/>
                </a:lnTo>
                <a:lnTo>
                  <a:pt x="2295525" y="666750"/>
                </a:lnTo>
                <a:lnTo>
                  <a:pt x="2305050" y="666750"/>
                </a:lnTo>
                <a:lnTo>
                  <a:pt x="2305050" y="704850"/>
                </a:lnTo>
                <a:lnTo>
                  <a:pt x="2286000" y="704850"/>
                </a:lnTo>
                <a:lnTo>
                  <a:pt x="2286000" y="714375"/>
                </a:lnTo>
                <a:lnTo>
                  <a:pt x="2276475" y="714375"/>
                </a:lnTo>
                <a:lnTo>
                  <a:pt x="2276475" y="609600"/>
                </a:lnTo>
                <a:lnTo>
                  <a:pt x="2295525" y="609600"/>
                </a:lnTo>
                <a:lnTo>
                  <a:pt x="2295525" y="581025"/>
                </a:lnTo>
                <a:lnTo>
                  <a:pt x="2305050" y="581025"/>
                </a:lnTo>
                <a:lnTo>
                  <a:pt x="2305050" y="552450"/>
                </a:lnTo>
                <a:lnTo>
                  <a:pt x="2343150" y="552450"/>
                </a:lnTo>
                <a:lnTo>
                  <a:pt x="2343150" y="561975"/>
                </a:lnTo>
                <a:lnTo>
                  <a:pt x="2352675" y="561975"/>
                </a:lnTo>
                <a:lnTo>
                  <a:pt x="2352675" y="571500"/>
                </a:lnTo>
                <a:lnTo>
                  <a:pt x="2362200" y="571500"/>
                </a:lnTo>
                <a:lnTo>
                  <a:pt x="2362200" y="552450"/>
                </a:lnTo>
                <a:lnTo>
                  <a:pt x="2371725" y="552450"/>
                </a:lnTo>
                <a:lnTo>
                  <a:pt x="2371725" y="485775"/>
                </a:lnTo>
                <a:lnTo>
                  <a:pt x="2362200" y="485775"/>
                </a:lnTo>
                <a:lnTo>
                  <a:pt x="2362200" y="457200"/>
                </a:lnTo>
                <a:lnTo>
                  <a:pt x="2333625" y="457200"/>
                </a:lnTo>
                <a:lnTo>
                  <a:pt x="2333625" y="466725"/>
                </a:lnTo>
                <a:lnTo>
                  <a:pt x="2352675" y="466725"/>
                </a:lnTo>
                <a:lnTo>
                  <a:pt x="2352675" y="476250"/>
                </a:lnTo>
                <a:lnTo>
                  <a:pt x="2343150" y="476250"/>
                </a:lnTo>
                <a:lnTo>
                  <a:pt x="2343150" y="495300"/>
                </a:lnTo>
                <a:lnTo>
                  <a:pt x="2324100" y="495300"/>
                </a:lnTo>
                <a:lnTo>
                  <a:pt x="2324100" y="504825"/>
                </a:lnTo>
                <a:lnTo>
                  <a:pt x="2305050" y="504825"/>
                </a:lnTo>
                <a:lnTo>
                  <a:pt x="2305050" y="523875"/>
                </a:lnTo>
                <a:lnTo>
                  <a:pt x="2295525" y="523875"/>
                </a:lnTo>
                <a:lnTo>
                  <a:pt x="2295525" y="533400"/>
                </a:lnTo>
                <a:lnTo>
                  <a:pt x="2286000" y="533400"/>
                </a:lnTo>
                <a:lnTo>
                  <a:pt x="2286000" y="552450"/>
                </a:lnTo>
                <a:lnTo>
                  <a:pt x="2276475" y="552450"/>
                </a:lnTo>
                <a:lnTo>
                  <a:pt x="2276475" y="571500"/>
                </a:lnTo>
                <a:lnTo>
                  <a:pt x="2266950" y="571500"/>
                </a:lnTo>
                <a:lnTo>
                  <a:pt x="2266950" y="514350"/>
                </a:lnTo>
                <a:lnTo>
                  <a:pt x="2257425" y="514350"/>
                </a:lnTo>
                <a:lnTo>
                  <a:pt x="2257425" y="495300"/>
                </a:lnTo>
                <a:lnTo>
                  <a:pt x="2247900" y="495300"/>
                </a:lnTo>
                <a:lnTo>
                  <a:pt x="2247900" y="457200"/>
                </a:lnTo>
                <a:lnTo>
                  <a:pt x="2238375" y="457200"/>
                </a:lnTo>
                <a:lnTo>
                  <a:pt x="2238375" y="438150"/>
                </a:lnTo>
                <a:lnTo>
                  <a:pt x="2228850" y="438150"/>
                </a:lnTo>
                <a:lnTo>
                  <a:pt x="2228850" y="409575"/>
                </a:lnTo>
                <a:lnTo>
                  <a:pt x="2219325" y="409575"/>
                </a:lnTo>
                <a:close/>
                <a:moveTo>
                  <a:pt x="133350" y="400050"/>
                </a:moveTo>
                <a:lnTo>
                  <a:pt x="142875" y="400050"/>
                </a:lnTo>
                <a:lnTo>
                  <a:pt x="142875" y="390525"/>
                </a:lnTo>
                <a:lnTo>
                  <a:pt x="133350" y="390525"/>
                </a:lnTo>
                <a:close/>
                <a:moveTo>
                  <a:pt x="838200" y="400050"/>
                </a:moveTo>
                <a:lnTo>
                  <a:pt x="847725" y="400050"/>
                </a:lnTo>
                <a:lnTo>
                  <a:pt x="847725" y="409575"/>
                </a:lnTo>
                <a:lnTo>
                  <a:pt x="838200" y="409575"/>
                </a:lnTo>
                <a:close/>
                <a:moveTo>
                  <a:pt x="1619250" y="400050"/>
                </a:moveTo>
                <a:lnTo>
                  <a:pt x="1628775" y="400050"/>
                </a:lnTo>
                <a:lnTo>
                  <a:pt x="1628775" y="409575"/>
                </a:lnTo>
                <a:lnTo>
                  <a:pt x="1619250" y="409575"/>
                </a:lnTo>
                <a:close/>
                <a:moveTo>
                  <a:pt x="1657350" y="409575"/>
                </a:moveTo>
                <a:lnTo>
                  <a:pt x="1666875" y="409575"/>
                </a:lnTo>
                <a:lnTo>
                  <a:pt x="1666875" y="419100"/>
                </a:lnTo>
                <a:lnTo>
                  <a:pt x="1657350" y="419100"/>
                </a:lnTo>
                <a:close/>
                <a:moveTo>
                  <a:pt x="1695450" y="428625"/>
                </a:moveTo>
                <a:lnTo>
                  <a:pt x="1704975" y="428625"/>
                </a:lnTo>
                <a:lnTo>
                  <a:pt x="1704975" y="438150"/>
                </a:lnTo>
                <a:lnTo>
                  <a:pt x="1695450" y="438150"/>
                </a:lnTo>
                <a:close/>
                <a:moveTo>
                  <a:pt x="676275" y="438150"/>
                </a:moveTo>
                <a:lnTo>
                  <a:pt x="685800" y="438150"/>
                </a:lnTo>
                <a:lnTo>
                  <a:pt x="685800" y="447675"/>
                </a:lnTo>
                <a:lnTo>
                  <a:pt x="676275" y="447675"/>
                </a:lnTo>
                <a:close/>
                <a:moveTo>
                  <a:pt x="1762125" y="438150"/>
                </a:moveTo>
                <a:lnTo>
                  <a:pt x="1771650" y="438150"/>
                </a:lnTo>
                <a:lnTo>
                  <a:pt x="1771650" y="447675"/>
                </a:lnTo>
                <a:lnTo>
                  <a:pt x="1762125" y="447675"/>
                </a:lnTo>
                <a:close/>
                <a:moveTo>
                  <a:pt x="180975" y="447675"/>
                </a:moveTo>
                <a:lnTo>
                  <a:pt x="190500" y="447675"/>
                </a:lnTo>
                <a:lnTo>
                  <a:pt x="190500" y="438150"/>
                </a:lnTo>
                <a:lnTo>
                  <a:pt x="180975" y="438150"/>
                </a:lnTo>
                <a:close/>
                <a:moveTo>
                  <a:pt x="666750" y="447675"/>
                </a:moveTo>
                <a:lnTo>
                  <a:pt x="676275" y="447675"/>
                </a:lnTo>
                <a:lnTo>
                  <a:pt x="676275" y="457200"/>
                </a:lnTo>
                <a:lnTo>
                  <a:pt x="666750" y="457200"/>
                </a:lnTo>
                <a:close/>
                <a:moveTo>
                  <a:pt x="1771650" y="447675"/>
                </a:moveTo>
                <a:lnTo>
                  <a:pt x="1781175" y="447675"/>
                </a:lnTo>
                <a:lnTo>
                  <a:pt x="1781175" y="457200"/>
                </a:lnTo>
                <a:lnTo>
                  <a:pt x="1771650" y="457200"/>
                </a:lnTo>
                <a:close/>
                <a:moveTo>
                  <a:pt x="609600" y="457200"/>
                </a:moveTo>
                <a:lnTo>
                  <a:pt x="666750" y="457200"/>
                </a:lnTo>
                <a:lnTo>
                  <a:pt x="666750" y="466725"/>
                </a:lnTo>
                <a:lnTo>
                  <a:pt x="609600" y="466725"/>
                </a:lnTo>
                <a:close/>
                <a:moveTo>
                  <a:pt x="1781175" y="457200"/>
                </a:moveTo>
                <a:lnTo>
                  <a:pt x="1857375" y="457200"/>
                </a:lnTo>
                <a:lnTo>
                  <a:pt x="1857375" y="466725"/>
                </a:lnTo>
                <a:lnTo>
                  <a:pt x="1781175" y="466725"/>
                </a:lnTo>
                <a:close/>
                <a:moveTo>
                  <a:pt x="695325" y="476250"/>
                </a:moveTo>
                <a:lnTo>
                  <a:pt x="704850" y="476250"/>
                </a:lnTo>
                <a:lnTo>
                  <a:pt x="704850" y="485775"/>
                </a:lnTo>
                <a:lnTo>
                  <a:pt x="695325" y="485775"/>
                </a:lnTo>
                <a:close/>
                <a:moveTo>
                  <a:pt x="1743075" y="476250"/>
                </a:moveTo>
                <a:lnTo>
                  <a:pt x="1752600" y="476250"/>
                </a:lnTo>
                <a:lnTo>
                  <a:pt x="1752600" y="485775"/>
                </a:lnTo>
                <a:lnTo>
                  <a:pt x="1743075" y="485775"/>
                </a:lnTo>
                <a:close/>
                <a:moveTo>
                  <a:pt x="2266950" y="476250"/>
                </a:moveTo>
                <a:lnTo>
                  <a:pt x="2276475" y="476250"/>
                </a:lnTo>
                <a:lnTo>
                  <a:pt x="2276475" y="466725"/>
                </a:lnTo>
                <a:lnTo>
                  <a:pt x="2266950" y="466725"/>
                </a:lnTo>
                <a:close/>
                <a:moveTo>
                  <a:pt x="933450" y="485775"/>
                </a:moveTo>
                <a:lnTo>
                  <a:pt x="942975" y="485775"/>
                </a:lnTo>
                <a:lnTo>
                  <a:pt x="942975" y="657225"/>
                </a:lnTo>
                <a:lnTo>
                  <a:pt x="933450" y="657225"/>
                </a:lnTo>
                <a:close/>
                <a:moveTo>
                  <a:pt x="600075" y="495300"/>
                </a:moveTo>
                <a:lnTo>
                  <a:pt x="676275" y="495300"/>
                </a:lnTo>
                <a:lnTo>
                  <a:pt x="676275" y="504825"/>
                </a:lnTo>
                <a:lnTo>
                  <a:pt x="600075" y="504825"/>
                </a:lnTo>
                <a:close/>
                <a:moveTo>
                  <a:pt x="1771650" y="495300"/>
                </a:moveTo>
                <a:lnTo>
                  <a:pt x="1819275" y="495300"/>
                </a:lnTo>
                <a:lnTo>
                  <a:pt x="1819275" y="504825"/>
                </a:lnTo>
                <a:lnTo>
                  <a:pt x="1771650" y="504825"/>
                </a:lnTo>
                <a:close/>
                <a:moveTo>
                  <a:pt x="2286000" y="495300"/>
                </a:moveTo>
                <a:lnTo>
                  <a:pt x="2295525" y="495300"/>
                </a:lnTo>
                <a:lnTo>
                  <a:pt x="2295525" y="485775"/>
                </a:lnTo>
                <a:lnTo>
                  <a:pt x="2286000" y="485775"/>
                </a:lnTo>
                <a:close/>
                <a:moveTo>
                  <a:pt x="561975" y="504825"/>
                </a:moveTo>
                <a:lnTo>
                  <a:pt x="571500" y="504825"/>
                </a:lnTo>
                <a:lnTo>
                  <a:pt x="571500" y="514350"/>
                </a:lnTo>
                <a:lnTo>
                  <a:pt x="561975" y="514350"/>
                </a:lnTo>
                <a:close/>
                <a:moveTo>
                  <a:pt x="1866900" y="504825"/>
                </a:moveTo>
                <a:lnTo>
                  <a:pt x="1876425" y="504825"/>
                </a:lnTo>
                <a:lnTo>
                  <a:pt x="1876425" y="514350"/>
                </a:lnTo>
                <a:lnTo>
                  <a:pt x="1866900" y="514350"/>
                </a:lnTo>
                <a:close/>
                <a:moveTo>
                  <a:pt x="1609725" y="514350"/>
                </a:moveTo>
                <a:lnTo>
                  <a:pt x="1619250" y="514350"/>
                </a:lnTo>
                <a:lnTo>
                  <a:pt x="1619250" y="523875"/>
                </a:lnTo>
                <a:lnTo>
                  <a:pt x="1609725" y="523875"/>
                </a:lnTo>
                <a:close/>
                <a:moveTo>
                  <a:pt x="1876425" y="514350"/>
                </a:moveTo>
                <a:lnTo>
                  <a:pt x="1885950" y="514350"/>
                </a:lnTo>
                <a:lnTo>
                  <a:pt x="1885950" y="523875"/>
                </a:lnTo>
                <a:lnTo>
                  <a:pt x="1876425" y="523875"/>
                </a:lnTo>
                <a:close/>
                <a:moveTo>
                  <a:pt x="57150" y="533400"/>
                </a:moveTo>
                <a:lnTo>
                  <a:pt x="85725" y="533400"/>
                </a:lnTo>
                <a:lnTo>
                  <a:pt x="85725" y="552450"/>
                </a:lnTo>
                <a:lnTo>
                  <a:pt x="104775" y="552450"/>
                </a:lnTo>
                <a:lnTo>
                  <a:pt x="104775" y="571500"/>
                </a:lnTo>
                <a:lnTo>
                  <a:pt x="114300" y="571500"/>
                </a:lnTo>
                <a:lnTo>
                  <a:pt x="114300" y="581025"/>
                </a:lnTo>
                <a:lnTo>
                  <a:pt x="85725" y="581025"/>
                </a:lnTo>
                <a:lnTo>
                  <a:pt x="85725" y="590550"/>
                </a:lnTo>
                <a:lnTo>
                  <a:pt x="76200" y="590550"/>
                </a:lnTo>
                <a:lnTo>
                  <a:pt x="76200" y="600075"/>
                </a:lnTo>
                <a:lnTo>
                  <a:pt x="66675" y="600075"/>
                </a:lnTo>
                <a:lnTo>
                  <a:pt x="66675" y="590550"/>
                </a:lnTo>
                <a:lnTo>
                  <a:pt x="57150" y="590550"/>
                </a:lnTo>
                <a:close/>
                <a:moveTo>
                  <a:pt x="1724025" y="552450"/>
                </a:moveTo>
                <a:lnTo>
                  <a:pt x="1733550" y="552450"/>
                </a:lnTo>
                <a:lnTo>
                  <a:pt x="1733550" y="561975"/>
                </a:lnTo>
                <a:lnTo>
                  <a:pt x="1724025" y="561975"/>
                </a:lnTo>
                <a:close/>
                <a:moveTo>
                  <a:pt x="1590675" y="561975"/>
                </a:moveTo>
                <a:lnTo>
                  <a:pt x="1600200" y="561975"/>
                </a:lnTo>
                <a:lnTo>
                  <a:pt x="1600200" y="571500"/>
                </a:lnTo>
                <a:lnTo>
                  <a:pt x="1590675" y="571500"/>
                </a:lnTo>
                <a:close/>
                <a:moveTo>
                  <a:pt x="971550" y="571500"/>
                </a:moveTo>
                <a:lnTo>
                  <a:pt x="981075" y="571500"/>
                </a:lnTo>
                <a:lnTo>
                  <a:pt x="981075" y="581025"/>
                </a:lnTo>
                <a:lnTo>
                  <a:pt x="971550" y="581025"/>
                </a:lnTo>
                <a:close/>
                <a:moveTo>
                  <a:pt x="1057275" y="571500"/>
                </a:moveTo>
                <a:lnTo>
                  <a:pt x="1066800" y="571500"/>
                </a:lnTo>
                <a:lnTo>
                  <a:pt x="1066800" y="581025"/>
                </a:lnTo>
                <a:lnTo>
                  <a:pt x="1057275" y="581025"/>
                </a:lnTo>
                <a:close/>
                <a:moveTo>
                  <a:pt x="1381125" y="581025"/>
                </a:moveTo>
                <a:lnTo>
                  <a:pt x="1390650" y="581025"/>
                </a:lnTo>
                <a:lnTo>
                  <a:pt x="1390650" y="590550"/>
                </a:lnTo>
                <a:lnTo>
                  <a:pt x="1381125" y="590550"/>
                </a:lnTo>
                <a:close/>
                <a:moveTo>
                  <a:pt x="2333625" y="590550"/>
                </a:moveTo>
                <a:lnTo>
                  <a:pt x="2343150" y="590550"/>
                </a:lnTo>
                <a:lnTo>
                  <a:pt x="2343150" y="571500"/>
                </a:lnTo>
                <a:lnTo>
                  <a:pt x="2333625" y="571500"/>
                </a:lnTo>
                <a:lnTo>
                  <a:pt x="2333625" y="581025"/>
                </a:lnTo>
                <a:lnTo>
                  <a:pt x="2314575" y="581025"/>
                </a:lnTo>
                <a:lnTo>
                  <a:pt x="2314575" y="619125"/>
                </a:lnTo>
                <a:lnTo>
                  <a:pt x="2324100" y="619125"/>
                </a:lnTo>
                <a:lnTo>
                  <a:pt x="2324100" y="609600"/>
                </a:lnTo>
                <a:lnTo>
                  <a:pt x="2333625" y="609600"/>
                </a:lnTo>
                <a:close/>
                <a:moveTo>
                  <a:pt x="762000" y="600075"/>
                </a:moveTo>
                <a:lnTo>
                  <a:pt x="771525" y="600075"/>
                </a:lnTo>
                <a:lnTo>
                  <a:pt x="771525" y="609600"/>
                </a:lnTo>
                <a:lnTo>
                  <a:pt x="762000" y="609600"/>
                </a:lnTo>
                <a:close/>
                <a:moveTo>
                  <a:pt x="142875" y="609600"/>
                </a:moveTo>
                <a:lnTo>
                  <a:pt x="161925" y="609600"/>
                </a:lnTo>
                <a:lnTo>
                  <a:pt x="161925" y="628650"/>
                </a:lnTo>
                <a:lnTo>
                  <a:pt x="142875" y="628650"/>
                </a:lnTo>
                <a:close/>
                <a:moveTo>
                  <a:pt x="1352550" y="609600"/>
                </a:moveTo>
                <a:lnTo>
                  <a:pt x="1362075" y="609600"/>
                </a:lnTo>
                <a:lnTo>
                  <a:pt x="1362075" y="657225"/>
                </a:lnTo>
                <a:lnTo>
                  <a:pt x="1352550" y="657225"/>
                </a:lnTo>
                <a:close/>
                <a:moveTo>
                  <a:pt x="1819275" y="609600"/>
                </a:moveTo>
                <a:lnTo>
                  <a:pt x="1828800" y="609600"/>
                </a:lnTo>
                <a:lnTo>
                  <a:pt x="1828800" y="666750"/>
                </a:lnTo>
                <a:lnTo>
                  <a:pt x="1819275" y="666750"/>
                </a:lnTo>
                <a:close/>
                <a:moveTo>
                  <a:pt x="104775" y="619125"/>
                </a:moveTo>
                <a:lnTo>
                  <a:pt x="133350" y="619125"/>
                </a:lnTo>
                <a:lnTo>
                  <a:pt x="133350" y="628650"/>
                </a:lnTo>
                <a:lnTo>
                  <a:pt x="104775" y="628650"/>
                </a:lnTo>
                <a:close/>
                <a:moveTo>
                  <a:pt x="1200150" y="628650"/>
                </a:moveTo>
                <a:lnTo>
                  <a:pt x="1209675" y="628650"/>
                </a:lnTo>
                <a:lnTo>
                  <a:pt x="1209675" y="647700"/>
                </a:lnTo>
                <a:lnTo>
                  <a:pt x="1200150" y="647700"/>
                </a:lnTo>
                <a:close/>
                <a:moveTo>
                  <a:pt x="1381125" y="647700"/>
                </a:moveTo>
                <a:lnTo>
                  <a:pt x="1390650" y="647700"/>
                </a:lnTo>
                <a:lnTo>
                  <a:pt x="1390650" y="657225"/>
                </a:lnTo>
                <a:lnTo>
                  <a:pt x="1381125" y="657225"/>
                </a:lnTo>
                <a:close/>
                <a:moveTo>
                  <a:pt x="142875" y="657225"/>
                </a:moveTo>
                <a:lnTo>
                  <a:pt x="161925" y="657225"/>
                </a:lnTo>
                <a:lnTo>
                  <a:pt x="161925" y="695325"/>
                </a:lnTo>
                <a:lnTo>
                  <a:pt x="152400" y="695325"/>
                </a:lnTo>
                <a:lnTo>
                  <a:pt x="152400" y="685800"/>
                </a:lnTo>
                <a:lnTo>
                  <a:pt x="142875" y="685800"/>
                </a:lnTo>
                <a:lnTo>
                  <a:pt x="142875" y="676275"/>
                </a:lnTo>
                <a:lnTo>
                  <a:pt x="133350" y="676275"/>
                </a:lnTo>
                <a:lnTo>
                  <a:pt x="133350" y="666750"/>
                </a:lnTo>
                <a:lnTo>
                  <a:pt x="142875" y="666750"/>
                </a:lnTo>
                <a:close/>
                <a:moveTo>
                  <a:pt x="1200150" y="657225"/>
                </a:moveTo>
                <a:lnTo>
                  <a:pt x="1209675" y="657225"/>
                </a:lnTo>
                <a:lnTo>
                  <a:pt x="1209675" y="666750"/>
                </a:lnTo>
                <a:lnTo>
                  <a:pt x="1200150" y="666750"/>
                </a:lnTo>
                <a:close/>
                <a:moveTo>
                  <a:pt x="1285875" y="657225"/>
                </a:moveTo>
                <a:lnTo>
                  <a:pt x="1295400" y="657225"/>
                </a:lnTo>
                <a:lnTo>
                  <a:pt x="1295400" y="666750"/>
                </a:lnTo>
                <a:lnTo>
                  <a:pt x="1285875" y="666750"/>
                </a:lnTo>
                <a:close/>
                <a:moveTo>
                  <a:pt x="942975" y="676275"/>
                </a:moveTo>
                <a:lnTo>
                  <a:pt x="962025" y="676275"/>
                </a:lnTo>
                <a:lnTo>
                  <a:pt x="962025" y="685800"/>
                </a:lnTo>
                <a:lnTo>
                  <a:pt x="971550" y="685800"/>
                </a:lnTo>
                <a:lnTo>
                  <a:pt x="971550" y="695325"/>
                </a:lnTo>
                <a:lnTo>
                  <a:pt x="952500" y="695325"/>
                </a:lnTo>
                <a:lnTo>
                  <a:pt x="952500" y="685800"/>
                </a:lnTo>
                <a:lnTo>
                  <a:pt x="942975" y="685800"/>
                </a:lnTo>
                <a:close/>
                <a:moveTo>
                  <a:pt x="1819275" y="676275"/>
                </a:moveTo>
                <a:lnTo>
                  <a:pt x="1828800" y="676275"/>
                </a:lnTo>
                <a:lnTo>
                  <a:pt x="1828800" y="685800"/>
                </a:lnTo>
                <a:lnTo>
                  <a:pt x="1819275" y="685800"/>
                </a:lnTo>
                <a:close/>
                <a:moveTo>
                  <a:pt x="104775" y="685800"/>
                </a:moveTo>
                <a:lnTo>
                  <a:pt x="123825" y="685800"/>
                </a:lnTo>
                <a:lnTo>
                  <a:pt x="123825" y="695325"/>
                </a:lnTo>
                <a:lnTo>
                  <a:pt x="133350" y="695325"/>
                </a:lnTo>
                <a:lnTo>
                  <a:pt x="133350" y="704850"/>
                </a:lnTo>
                <a:lnTo>
                  <a:pt x="123825" y="704850"/>
                </a:lnTo>
                <a:lnTo>
                  <a:pt x="123825" y="714375"/>
                </a:lnTo>
                <a:lnTo>
                  <a:pt x="133350" y="714375"/>
                </a:lnTo>
                <a:lnTo>
                  <a:pt x="133350" y="723900"/>
                </a:lnTo>
                <a:lnTo>
                  <a:pt x="114300" y="723900"/>
                </a:lnTo>
                <a:lnTo>
                  <a:pt x="114300" y="714375"/>
                </a:lnTo>
                <a:lnTo>
                  <a:pt x="104775" y="714375"/>
                </a:lnTo>
                <a:lnTo>
                  <a:pt x="104775" y="704850"/>
                </a:lnTo>
                <a:lnTo>
                  <a:pt x="95250" y="704850"/>
                </a:lnTo>
                <a:lnTo>
                  <a:pt x="95250" y="695325"/>
                </a:lnTo>
                <a:lnTo>
                  <a:pt x="104775" y="695325"/>
                </a:lnTo>
                <a:close/>
                <a:moveTo>
                  <a:pt x="152400" y="704850"/>
                </a:moveTo>
                <a:lnTo>
                  <a:pt x="161925" y="704850"/>
                </a:lnTo>
                <a:lnTo>
                  <a:pt x="161925" y="714375"/>
                </a:lnTo>
                <a:lnTo>
                  <a:pt x="152400" y="714375"/>
                </a:lnTo>
                <a:close/>
                <a:moveTo>
                  <a:pt x="2276475" y="723900"/>
                </a:moveTo>
                <a:lnTo>
                  <a:pt x="2286000" y="723900"/>
                </a:lnTo>
                <a:lnTo>
                  <a:pt x="2286000" y="733425"/>
                </a:lnTo>
                <a:lnTo>
                  <a:pt x="2305050" y="733425"/>
                </a:lnTo>
                <a:lnTo>
                  <a:pt x="2305050" y="752475"/>
                </a:lnTo>
                <a:lnTo>
                  <a:pt x="2295525" y="752475"/>
                </a:lnTo>
                <a:lnTo>
                  <a:pt x="2295525" y="762000"/>
                </a:lnTo>
                <a:lnTo>
                  <a:pt x="2286000" y="762000"/>
                </a:lnTo>
                <a:lnTo>
                  <a:pt x="2286000" y="781050"/>
                </a:lnTo>
                <a:lnTo>
                  <a:pt x="2314575" y="781050"/>
                </a:lnTo>
                <a:lnTo>
                  <a:pt x="2314575" y="771525"/>
                </a:lnTo>
                <a:lnTo>
                  <a:pt x="2324100" y="771525"/>
                </a:lnTo>
                <a:lnTo>
                  <a:pt x="2324100" y="781050"/>
                </a:lnTo>
                <a:lnTo>
                  <a:pt x="2343150" y="781050"/>
                </a:lnTo>
                <a:lnTo>
                  <a:pt x="2343150" y="790575"/>
                </a:lnTo>
                <a:lnTo>
                  <a:pt x="2352675" y="790575"/>
                </a:lnTo>
                <a:lnTo>
                  <a:pt x="2352675" y="800100"/>
                </a:lnTo>
                <a:lnTo>
                  <a:pt x="2343150" y="800100"/>
                </a:lnTo>
                <a:lnTo>
                  <a:pt x="2343150" y="809625"/>
                </a:lnTo>
                <a:lnTo>
                  <a:pt x="2362200" y="809625"/>
                </a:lnTo>
                <a:lnTo>
                  <a:pt x="2362200" y="838200"/>
                </a:lnTo>
                <a:lnTo>
                  <a:pt x="2343150" y="838200"/>
                </a:lnTo>
                <a:lnTo>
                  <a:pt x="2343150" y="828675"/>
                </a:lnTo>
                <a:lnTo>
                  <a:pt x="2333625" y="828675"/>
                </a:lnTo>
                <a:lnTo>
                  <a:pt x="2333625" y="838200"/>
                </a:lnTo>
                <a:lnTo>
                  <a:pt x="2324100" y="838200"/>
                </a:lnTo>
                <a:lnTo>
                  <a:pt x="2324100" y="847725"/>
                </a:lnTo>
                <a:lnTo>
                  <a:pt x="2305050" y="847725"/>
                </a:lnTo>
                <a:lnTo>
                  <a:pt x="2305050" y="857250"/>
                </a:lnTo>
                <a:lnTo>
                  <a:pt x="2314575" y="857250"/>
                </a:lnTo>
                <a:lnTo>
                  <a:pt x="2314575" y="866775"/>
                </a:lnTo>
                <a:lnTo>
                  <a:pt x="2324100" y="866775"/>
                </a:lnTo>
                <a:lnTo>
                  <a:pt x="2324100" y="857250"/>
                </a:lnTo>
                <a:lnTo>
                  <a:pt x="2352675" y="857250"/>
                </a:lnTo>
                <a:lnTo>
                  <a:pt x="2352675" y="876300"/>
                </a:lnTo>
                <a:lnTo>
                  <a:pt x="2343150" y="876300"/>
                </a:lnTo>
                <a:lnTo>
                  <a:pt x="2343150" y="895350"/>
                </a:lnTo>
                <a:lnTo>
                  <a:pt x="2314575" y="895350"/>
                </a:lnTo>
                <a:lnTo>
                  <a:pt x="2314575" y="904875"/>
                </a:lnTo>
                <a:lnTo>
                  <a:pt x="2305050" y="904875"/>
                </a:lnTo>
                <a:lnTo>
                  <a:pt x="2305050" y="952500"/>
                </a:lnTo>
                <a:lnTo>
                  <a:pt x="2314575" y="952500"/>
                </a:lnTo>
                <a:lnTo>
                  <a:pt x="2314575" y="962025"/>
                </a:lnTo>
                <a:lnTo>
                  <a:pt x="2305050" y="962025"/>
                </a:lnTo>
                <a:lnTo>
                  <a:pt x="2305050" y="971550"/>
                </a:lnTo>
                <a:lnTo>
                  <a:pt x="2295525" y="971550"/>
                </a:lnTo>
                <a:lnTo>
                  <a:pt x="2295525" y="981075"/>
                </a:lnTo>
                <a:lnTo>
                  <a:pt x="2286000" y="981075"/>
                </a:lnTo>
                <a:lnTo>
                  <a:pt x="2286000" y="990600"/>
                </a:lnTo>
                <a:lnTo>
                  <a:pt x="2295525" y="990600"/>
                </a:lnTo>
                <a:lnTo>
                  <a:pt x="2295525" y="1028700"/>
                </a:lnTo>
                <a:lnTo>
                  <a:pt x="2286000" y="1028700"/>
                </a:lnTo>
                <a:lnTo>
                  <a:pt x="2286000" y="1038225"/>
                </a:lnTo>
                <a:lnTo>
                  <a:pt x="2276475" y="1038225"/>
                </a:lnTo>
                <a:close/>
                <a:moveTo>
                  <a:pt x="66675" y="752475"/>
                </a:moveTo>
                <a:lnTo>
                  <a:pt x="76200" y="752475"/>
                </a:lnTo>
                <a:lnTo>
                  <a:pt x="76200" y="771525"/>
                </a:lnTo>
                <a:lnTo>
                  <a:pt x="104775" y="771525"/>
                </a:lnTo>
                <a:lnTo>
                  <a:pt x="104775" y="762000"/>
                </a:lnTo>
                <a:lnTo>
                  <a:pt x="114300" y="762000"/>
                </a:lnTo>
                <a:lnTo>
                  <a:pt x="114300" y="752475"/>
                </a:lnTo>
                <a:lnTo>
                  <a:pt x="133350" y="752475"/>
                </a:lnTo>
                <a:lnTo>
                  <a:pt x="133350" y="762000"/>
                </a:lnTo>
                <a:lnTo>
                  <a:pt x="142875" y="762000"/>
                </a:lnTo>
                <a:lnTo>
                  <a:pt x="142875" y="771525"/>
                </a:lnTo>
                <a:lnTo>
                  <a:pt x="114300" y="771525"/>
                </a:lnTo>
                <a:lnTo>
                  <a:pt x="114300" y="781050"/>
                </a:lnTo>
                <a:lnTo>
                  <a:pt x="104775" y="781050"/>
                </a:lnTo>
                <a:lnTo>
                  <a:pt x="104775" y="800100"/>
                </a:lnTo>
                <a:lnTo>
                  <a:pt x="95250" y="800100"/>
                </a:lnTo>
                <a:lnTo>
                  <a:pt x="95250" y="819150"/>
                </a:lnTo>
                <a:lnTo>
                  <a:pt x="85725" y="819150"/>
                </a:lnTo>
                <a:lnTo>
                  <a:pt x="85725" y="800100"/>
                </a:lnTo>
                <a:lnTo>
                  <a:pt x="76200" y="800100"/>
                </a:lnTo>
                <a:lnTo>
                  <a:pt x="76200" y="809625"/>
                </a:lnTo>
                <a:lnTo>
                  <a:pt x="66675" y="809625"/>
                </a:lnTo>
                <a:close/>
                <a:moveTo>
                  <a:pt x="2371725" y="819150"/>
                </a:moveTo>
                <a:lnTo>
                  <a:pt x="2381250" y="819150"/>
                </a:lnTo>
                <a:lnTo>
                  <a:pt x="2381250" y="847725"/>
                </a:lnTo>
                <a:lnTo>
                  <a:pt x="2390775" y="847725"/>
                </a:lnTo>
                <a:lnTo>
                  <a:pt x="2390775" y="866775"/>
                </a:lnTo>
                <a:lnTo>
                  <a:pt x="2371725" y="866775"/>
                </a:lnTo>
                <a:close/>
                <a:moveTo>
                  <a:pt x="95250" y="828675"/>
                </a:moveTo>
                <a:lnTo>
                  <a:pt x="123825" y="828675"/>
                </a:lnTo>
                <a:lnTo>
                  <a:pt x="123825" y="838200"/>
                </a:lnTo>
                <a:lnTo>
                  <a:pt x="133350" y="838200"/>
                </a:lnTo>
                <a:lnTo>
                  <a:pt x="133350" y="847725"/>
                </a:lnTo>
                <a:lnTo>
                  <a:pt x="152400" y="847725"/>
                </a:lnTo>
                <a:lnTo>
                  <a:pt x="152400" y="838200"/>
                </a:lnTo>
                <a:lnTo>
                  <a:pt x="161925" y="838200"/>
                </a:lnTo>
                <a:lnTo>
                  <a:pt x="161925" y="952500"/>
                </a:lnTo>
                <a:lnTo>
                  <a:pt x="152400" y="952500"/>
                </a:lnTo>
                <a:lnTo>
                  <a:pt x="152400" y="942975"/>
                </a:lnTo>
                <a:lnTo>
                  <a:pt x="142875" y="942975"/>
                </a:lnTo>
                <a:lnTo>
                  <a:pt x="142875" y="923925"/>
                </a:lnTo>
                <a:lnTo>
                  <a:pt x="133350" y="923925"/>
                </a:lnTo>
                <a:lnTo>
                  <a:pt x="133350" y="942975"/>
                </a:lnTo>
                <a:lnTo>
                  <a:pt x="123825" y="942975"/>
                </a:lnTo>
                <a:lnTo>
                  <a:pt x="123825" y="952500"/>
                </a:lnTo>
                <a:lnTo>
                  <a:pt x="133350" y="952500"/>
                </a:lnTo>
                <a:lnTo>
                  <a:pt x="133350" y="962025"/>
                </a:lnTo>
                <a:lnTo>
                  <a:pt x="114300" y="962025"/>
                </a:lnTo>
                <a:lnTo>
                  <a:pt x="114300" y="971550"/>
                </a:lnTo>
                <a:lnTo>
                  <a:pt x="104775" y="971550"/>
                </a:lnTo>
                <a:lnTo>
                  <a:pt x="104775" y="981075"/>
                </a:lnTo>
                <a:lnTo>
                  <a:pt x="95250" y="981075"/>
                </a:lnTo>
                <a:lnTo>
                  <a:pt x="95250" y="952500"/>
                </a:lnTo>
                <a:lnTo>
                  <a:pt x="104775" y="952500"/>
                </a:lnTo>
                <a:lnTo>
                  <a:pt x="104775" y="933450"/>
                </a:lnTo>
                <a:lnTo>
                  <a:pt x="114300" y="933450"/>
                </a:lnTo>
                <a:lnTo>
                  <a:pt x="114300" y="923925"/>
                </a:lnTo>
                <a:lnTo>
                  <a:pt x="104775" y="923925"/>
                </a:lnTo>
                <a:lnTo>
                  <a:pt x="104775" y="914400"/>
                </a:lnTo>
                <a:lnTo>
                  <a:pt x="142875" y="914400"/>
                </a:lnTo>
                <a:lnTo>
                  <a:pt x="142875" y="904875"/>
                </a:lnTo>
                <a:lnTo>
                  <a:pt x="133350" y="904875"/>
                </a:lnTo>
                <a:lnTo>
                  <a:pt x="133350" y="895350"/>
                </a:lnTo>
                <a:lnTo>
                  <a:pt x="123825" y="895350"/>
                </a:lnTo>
                <a:lnTo>
                  <a:pt x="123825" y="904875"/>
                </a:lnTo>
                <a:lnTo>
                  <a:pt x="104775" y="904875"/>
                </a:lnTo>
                <a:lnTo>
                  <a:pt x="104775" y="895350"/>
                </a:lnTo>
                <a:lnTo>
                  <a:pt x="95250" y="895350"/>
                </a:lnTo>
                <a:lnTo>
                  <a:pt x="95250" y="876300"/>
                </a:lnTo>
                <a:lnTo>
                  <a:pt x="104775" y="876300"/>
                </a:lnTo>
                <a:lnTo>
                  <a:pt x="104775" y="866775"/>
                </a:lnTo>
                <a:lnTo>
                  <a:pt x="114300" y="866775"/>
                </a:lnTo>
                <a:lnTo>
                  <a:pt x="114300" y="857250"/>
                </a:lnTo>
                <a:lnTo>
                  <a:pt x="104775" y="857250"/>
                </a:lnTo>
                <a:lnTo>
                  <a:pt x="104775" y="838200"/>
                </a:lnTo>
                <a:lnTo>
                  <a:pt x="95250" y="838200"/>
                </a:lnTo>
                <a:close/>
                <a:moveTo>
                  <a:pt x="133350" y="866775"/>
                </a:moveTo>
                <a:lnTo>
                  <a:pt x="152400" y="866775"/>
                </a:lnTo>
                <a:lnTo>
                  <a:pt x="152400" y="857250"/>
                </a:lnTo>
                <a:lnTo>
                  <a:pt x="133350" y="857250"/>
                </a:lnTo>
                <a:close/>
                <a:moveTo>
                  <a:pt x="542925" y="885825"/>
                </a:moveTo>
                <a:lnTo>
                  <a:pt x="552450" y="885825"/>
                </a:lnTo>
                <a:lnTo>
                  <a:pt x="552450" y="895350"/>
                </a:lnTo>
                <a:lnTo>
                  <a:pt x="542925" y="895350"/>
                </a:lnTo>
                <a:close/>
                <a:moveTo>
                  <a:pt x="1885950" y="885825"/>
                </a:moveTo>
                <a:lnTo>
                  <a:pt x="1895475" y="885825"/>
                </a:lnTo>
                <a:lnTo>
                  <a:pt x="1895475" y="895350"/>
                </a:lnTo>
                <a:lnTo>
                  <a:pt x="1885950" y="895350"/>
                </a:lnTo>
                <a:close/>
                <a:moveTo>
                  <a:pt x="1876425" y="895350"/>
                </a:moveTo>
                <a:lnTo>
                  <a:pt x="1885950" y="895350"/>
                </a:lnTo>
                <a:lnTo>
                  <a:pt x="1885950" y="904875"/>
                </a:lnTo>
                <a:lnTo>
                  <a:pt x="1876425" y="904875"/>
                </a:lnTo>
                <a:close/>
                <a:moveTo>
                  <a:pt x="1866900" y="904875"/>
                </a:moveTo>
                <a:lnTo>
                  <a:pt x="1876425" y="904875"/>
                </a:lnTo>
                <a:lnTo>
                  <a:pt x="1876425" y="914400"/>
                </a:lnTo>
                <a:lnTo>
                  <a:pt x="1866900" y="914400"/>
                </a:lnTo>
                <a:close/>
                <a:moveTo>
                  <a:pt x="66675" y="1000125"/>
                </a:moveTo>
                <a:lnTo>
                  <a:pt x="76200" y="1000125"/>
                </a:lnTo>
                <a:lnTo>
                  <a:pt x="76200" y="1019175"/>
                </a:lnTo>
                <a:lnTo>
                  <a:pt x="85725" y="1019175"/>
                </a:lnTo>
                <a:lnTo>
                  <a:pt x="85725" y="1047750"/>
                </a:lnTo>
                <a:lnTo>
                  <a:pt x="76200" y="1047750"/>
                </a:lnTo>
                <a:lnTo>
                  <a:pt x="76200" y="1066800"/>
                </a:lnTo>
                <a:lnTo>
                  <a:pt x="57150" y="1066800"/>
                </a:lnTo>
                <a:lnTo>
                  <a:pt x="57150" y="1009650"/>
                </a:lnTo>
                <a:lnTo>
                  <a:pt x="66675" y="1009650"/>
                </a:lnTo>
                <a:close/>
                <a:moveTo>
                  <a:pt x="1971675" y="1009650"/>
                </a:moveTo>
                <a:lnTo>
                  <a:pt x="1981200" y="1009650"/>
                </a:lnTo>
                <a:lnTo>
                  <a:pt x="1981200" y="1019175"/>
                </a:lnTo>
                <a:lnTo>
                  <a:pt x="1971675" y="1019175"/>
                </a:lnTo>
                <a:close/>
                <a:moveTo>
                  <a:pt x="447675" y="1028700"/>
                </a:moveTo>
                <a:lnTo>
                  <a:pt x="457200" y="1028700"/>
                </a:lnTo>
                <a:lnTo>
                  <a:pt x="457200" y="1038225"/>
                </a:lnTo>
                <a:lnTo>
                  <a:pt x="447675" y="1038225"/>
                </a:lnTo>
                <a:close/>
                <a:moveTo>
                  <a:pt x="1981200" y="1028700"/>
                </a:moveTo>
                <a:lnTo>
                  <a:pt x="1990725" y="1028700"/>
                </a:lnTo>
                <a:lnTo>
                  <a:pt x="1990725" y="1038225"/>
                </a:lnTo>
                <a:lnTo>
                  <a:pt x="1981200" y="1038225"/>
                </a:lnTo>
                <a:close/>
                <a:moveTo>
                  <a:pt x="428625" y="1057275"/>
                </a:moveTo>
                <a:lnTo>
                  <a:pt x="438150" y="1057275"/>
                </a:lnTo>
                <a:lnTo>
                  <a:pt x="438150" y="1066800"/>
                </a:lnTo>
                <a:lnTo>
                  <a:pt x="428625" y="1066800"/>
                </a:lnTo>
                <a:close/>
                <a:moveTo>
                  <a:pt x="2000250" y="1057275"/>
                </a:moveTo>
                <a:lnTo>
                  <a:pt x="2009775" y="1057275"/>
                </a:lnTo>
                <a:lnTo>
                  <a:pt x="2009775" y="1066800"/>
                </a:lnTo>
                <a:lnTo>
                  <a:pt x="2000250" y="1066800"/>
                </a:lnTo>
                <a:close/>
                <a:moveTo>
                  <a:pt x="66675" y="1076325"/>
                </a:moveTo>
                <a:lnTo>
                  <a:pt x="76200" y="1076325"/>
                </a:lnTo>
                <a:lnTo>
                  <a:pt x="76200" y="1085850"/>
                </a:lnTo>
                <a:lnTo>
                  <a:pt x="66675" y="1085850"/>
                </a:lnTo>
                <a:close/>
                <a:moveTo>
                  <a:pt x="2009775" y="1076325"/>
                </a:moveTo>
                <a:lnTo>
                  <a:pt x="2019300" y="1076325"/>
                </a:lnTo>
                <a:lnTo>
                  <a:pt x="2019300" y="1085850"/>
                </a:lnTo>
                <a:lnTo>
                  <a:pt x="2009775" y="1085850"/>
                </a:lnTo>
                <a:close/>
                <a:moveTo>
                  <a:pt x="2019300" y="1095375"/>
                </a:moveTo>
                <a:lnTo>
                  <a:pt x="2028825" y="1095375"/>
                </a:lnTo>
                <a:lnTo>
                  <a:pt x="2028825" y="1104900"/>
                </a:lnTo>
                <a:lnTo>
                  <a:pt x="2019300" y="1104900"/>
                </a:lnTo>
                <a:close/>
                <a:moveTo>
                  <a:pt x="47625" y="1114425"/>
                </a:moveTo>
                <a:lnTo>
                  <a:pt x="66675" y="1114425"/>
                </a:lnTo>
                <a:lnTo>
                  <a:pt x="66675" y="1123950"/>
                </a:lnTo>
                <a:lnTo>
                  <a:pt x="76200" y="1123950"/>
                </a:lnTo>
                <a:lnTo>
                  <a:pt x="76200" y="1133475"/>
                </a:lnTo>
                <a:lnTo>
                  <a:pt x="95250" y="1133475"/>
                </a:lnTo>
                <a:lnTo>
                  <a:pt x="95250" y="1123950"/>
                </a:lnTo>
                <a:lnTo>
                  <a:pt x="104775" y="1123950"/>
                </a:lnTo>
                <a:lnTo>
                  <a:pt x="104775" y="1114425"/>
                </a:lnTo>
                <a:lnTo>
                  <a:pt x="123825" y="1114425"/>
                </a:lnTo>
                <a:lnTo>
                  <a:pt x="123825" y="1152525"/>
                </a:lnTo>
                <a:lnTo>
                  <a:pt x="142875" y="1152525"/>
                </a:lnTo>
                <a:lnTo>
                  <a:pt x="142875" y="1181100"/>
                </a:lnTo>
                <a:lnTo>
                  <a:pt x="161925" y="1181100"/>
                </a:lnTo>
                <a:lnTo>
                  <a:pt x="161925" y="1209675"/>
                </a:lnTo>
                <a:lnTo>
                  <a:pt x="142875" y="1209675"/>
                </a:lnTo>
                <a:lnTo>
                  <a:pt x="142875" y="1219200"/>
                </a:lnTo>
                <a:lnTo>
                  <a:pt x="133350" y="1219200"/>
                </a:lnTo>
                <a:lnTo>
                  <a:pt x="133350" y="1238250"/>
                </a:lnTo>
                <a:lnTo>
                  <a:pt x="142875" y="1238250"/>
                </a:lnTo>
                <a:lnTo>
                  <a:pt x="142875" y="1247775"/>
                </a:lnTo>
                <a:lnTo>
                  <a:pt x="161925" y="1247775"/>
                </a:lnTo>
                <a:lnTo>
                  <a:pt x="161925" y="1304925"/>
                </a:lnTo>
                <a:lnTo>
                  <a:pt x="133350" y="1304925"/>
                </a:lnTo>
                <a:lnTo>
                  <a:pt x="133350" y="1295400"/>
                </a:lnTo>
                <a:lnTo>
                  <a:pt x="104775" y="1295400"/>
                </a:lnTo>
                <a:lnTo>
                  <a:pt x="104775" y="1276350"/>
                </a:lnTo>
                <a:lnTo>
                  <a:pt x="95250" y="1276350"/>
                </a:lnTo>
                <a:lnTo>
                  <a:pt x="95250" y="1247775"/>
                </a:lnTo>
                <a:lnTo>
                  <a:pt x="66675" y="1247775"/>
                </a:lnTo>
                <a:lnTo>
                  <a:pt x="66675" y="1238250"/>
                </a:lnTo>
                <a:lnTo>
                  <a:pt x="57150" y="1238250"/>
                </a:lnTo>
                <a:lnTo>
                  <a:pt x="57150" y="1219200"/>
                </a:lnTo>
                <a:lnTo>
                  <a:pt x="47625" y="1219200"/>
                </a:lnTo>
                <a:close/>
                <a:moveTo>
                  <a:pt x="2038350" y="1123950"/>
                </a:moveTo>
                <a:lnTo>
                  <a:pt x="2047875" y="1123950"/>
                </a:lnTo>
                <a:lnTo>
                  <a:pt x="2047875" y="1133475"/>
                </a:lnTo>
                <a:lnTo>
                  <a:pt x="2038350" y="1133475"/>
                </a:lnTo>
                <a:close/>
                <a:moveTo>
                  <a:pt x="2305050" y="1133475"/>
                </a:moveTo>
                <a:lnTo>
                  <a:pt x="2324100" y="1133475"/>
                </a:lnTo>
                <a:lnTo>
                  <a:pt x="2324100" y="1143000"/>
                </a:lnTo>
                <a:lnTo>
                  <a:pt x="2343150" y="1143000"/>
                </a:lnTo>
                <a:lnTo>
                  <a:pt x="2343150" y="1152525"/>
                </a:lnTo>
                <a:lnTo>
                  <a:pt x="2352675" y="1152525"/>
                </a:lnTo>
                <a:lnTo>
                  <a:pt x="2352675" y="1181100"/>
                </a:lnTo>
                <a:lnTo>
                  <a:pt x="2371725" y="1181100"/>
                </a:lnTo>
                <a:lnTo>
                  <a:pt x="2371725" y="1162050"/>
                </a:lnTo>
                <a:lnTo>
                  <a:pt x="2390775" y="1162050"/>
                </a:lnTo>
                <a:lnTo>
                  <a:pt x="2390775" y="1209675"/>
                </a:lnTo>
                <a:lnTo>
                  <a:pt x="2381250" y="1209675"/>
                </a:lnTo>
                <a:lnTo>
                  <a:pt x="2381250" y="1219200"/>
                </a:lnTo>
                <a:lnTo>
                  <a:pt x="2371725" y="1219200"/>
                </a:lnTo>
                <a:lnTo>
                  <a:pt x="2371725" y="1209675"/>
                </a:lnTo>
                <a:lnTo>
                  <a:pt x="2362200" y="1209675"/>
                </a:lnTo>
                <a:lnTo>
                  <a:pt x="2362200" y="1247775"/>
                </a:lnTo>
                <a:lnTo>
                  <a:pt x="2381250" y="1247775"/>
                </a:lnTo>
                <a:lnTo>
                  <a:pt x="2381250" y="1276350"/>
                </a:lnTo>
                <a:lnTo>
                  <a:pt x="2362200" y="1276350"/>
                </a:lnTo>
                <a:lnTo>
                  <a:pt x="2362200" y="1314450"/>
                </a:lnTo>
                <a:lnTo>
                  <a:pt x="2352675" y="1314450"/>
                </a:lnTo>
                <a:lnTo>
                  <a:pt x="2352675" y="1323975"/>
                </a:lnTo>
                <a:lnTo>
                  <a:pt x="2343150" y="1323975"/>
                </a:lnTo>
                <a:lnTo>
                  <a:pt x="2343150" y="1314450"/>
                </a:lnTo>
                <a:lnTo>
                  <a:pt x="2314575" y="1314450"/>
                </a:lnTo>
                <a:lnTo>
                  <a:pt x="2314575" y="1323975"/>
                </a:lnTo>
                <a:lnTo>
                  <a:pt x="2305050" y="1323975"/>
                </a:lnTo>
                <a:lnTo>
                  <a:pt x="2305050" y="1314450"/>
                </a:lnTo>
                <a:lnTo>
                  <a:pt x="2286000" y="1314450"/>
                </a:lnTo>
                <a:lnTo>
                  <a:pt x="2286000" y="1323975"/>
                </a:lnTo>
                <a:lnTo>
                  <a:pt x="2276475" y="1323975"/>
                </a:lnTo>
                <a:lnTo>
                  <a:pt x="2276475" y="1209675"/>
                </a:lnTo>
                <a:lnTo>
                  <a:pt x="2295525" y="1209675"/>
                </a:lnTo>
                <a:lnTo>
                  <a:pt x="2295525" y="1200150"/>
                </a:lnTo>
                <a:lnTo>
                  <a:pt x="2276475" y="1200150"/>
                </a:lnTo>
                <a:lnTo>
                  <a:pt x="2276475" y="1152525"/>
                </a:lnTo>
                <a:lnTo>
                  <a:pt x="2286000" y="1152525"/>
                </a:lnTo>
                <a:lnTo>
                  <a:pt x="2286000" y="1162050"/>
                </a:lnTo>
                <a:lnTo>
                  <a:pt x="2295525" y="1162050"/>
                </a:lnTo>
                <a:lnTo>
                  <a:pt x="2295525" y="1152525"/>
                </a:lnTo>
                <a:lnTo>
                  <a:pt x="2305050" y="1152525"/>
                </a:lnTo>
                <a:close/>
                <a:moveTo>
                  <a:pt x="2057400" y="1152525"/>
                </a:moveTo>
                <a:lnTo>
                  <a:pt x="2066925" y="1152525"/>
                </a:lnTo>
                <a:lnTo>
                  <a:pt x="2066925" y="1162050"/>
                </a:lnTo>
                <a:lnTo>
                  <a:pt x="2057400" y="1162050"/>
                </a:lnTo>
                <a:close/>
                <a:moveTo>
                  <a:pt x="533400" y="1266825"/>
                </a:moveTo>
                <a:lnTo>
                  <a:pt x="542925" y="1266825"/>
                </a:lnTo>
                <a:lnTo>
                  <a:pt x="542925" y="1276350"/>
                </a:lnTo>
                <a:lnTo>
                  <a:pt x="533400" y="1276350"/>
                </a:lnTo>
                <a:close/>
                <a:moveTo>
                  <a:pt x="2286000" y="1266825"/>
                </a:moveTo>
                <a:lnTo>
                  <a:pt x="2324100" y="1266825"/>
                </a:lnTo>
                <a:lnTo>
                  <a:pt x="2324100" y="1247775"/>
                </a:lnTo>
                <a:lnTo>
                  <a:pt x="2314575" y="1247775"/>
                </a:lnTo>
                <a:lnTo>
                  <a:pt x="2314575" y="1238250"/>
                </a:lnTo>
                <a:lnTo>
                  <a:pt x="2295525" y="1238250"/>
                </a:lnTo>
                <a:lnTo>
                  <a:pt x="2295525" y="1247775"/>
                </a:lnTo>
                <a:lnTo>
                  <a:pt x="2286000" y="1247775"/>
                </a:lnTo>
                <a:close/>
                <a:moveTo>
                  <a:pt x="523875" y="1276350"/>
                </a:moveTo>
                <a:lnTo>
                  <a:pt x="533400" y="1276350"/>
                </a:lnTo>
                <a:lnTo>
                  <a:pt x="533400" y="1285875"/>
                </a:lnTo>
                <a:lnTo>
                  <a:pt x="523875" y="1285875"/>
                </a:lnTo>
                <a:close/>
                <a:moveTo>
                  <a:pt x="514350" y="1285875"/>
                </a:moveTo>
                <a:lnTo>
                  <a:pt x="523875" y="1285875"/>
                </a:lnTo>
                <a:lnTo>
                  <a:pt x="523875" y="1295400"/>
                </a:lnTo>
                <a:lnTo>
                  <a:pt x="514350" y="1295400"/>
                </a:lnTo>
                <a:close/>
                <a:moveTo>
                  <a:pt x="1914525" y="1285875"/>
                </a:moveTo>
                <a:lnTo>
                  <a:pt x="1924050" y="1285875"/>
                </a:lnTo>
                <a:lnTo>
                  <a:pt x="1924050" y="1295400"/>
                </a:lnTo>
                <a:lnTo>
                  <a:pt x="1914525" y="1295400"/>
                </a:lnTo>
                <a:close/>
                <a:moveTo>
                  <a:pt x="876300" y="1295400"/>
                </a:moveTo>
                <a:lnTo>
                  <a:pt x="885825" y="1295400"/>
                </a:lnTo>
                <a:lnTo>
                  <a:pt x="885825" y="1304925"/>
                </a:lnTo>
                <a:lnTo>
                  <a:pt x="876300" y="1304925"/>
                </a:lnTo>
                <a:close/>
                <a:moveTo>
                  <a:pt x="1933575" y="1295400"/>
                </a:moveTo>
                <a:lnTo>
                  <a:pt x="1943100" y="1295400"/>
                </a:lnTo>
                <a:lnTo>
                  <a:pt x="1943100" y="1304925"/>
                </a:lnTo>
                <a:lnTo>
                  <a:pt x="1933575" y="1304925"/>
                </a:lnTo>
                <a:close/>
                <a:moveTo>
                  <a:pt x="2371725" y="1323975"/>
                </a:moveTo>
                <a:lnTo>
                  <a:pt x="2390775" y="1323975"/>
                </a:lnTo>
                <a:lnTo>
                  <a:pt x="2390775" y="1333500"/>
                </a:lnTo>
                <a:lnTo>
                  <a:pt x="2381250" y="1333500"/>
                </a:lnTo>
                <a:lnTo>
                  <a:pt x="2381250" y="1343025"/>
                </a:lnTo>
                <a:lnTo>
                  <a:pt x="2371725" y="1343025"/>
                </a:lnTo>
                <a:close/>
                <a:moveTo>
                  <a:pt x="2371725" y="1362075"/>
                </a:moveTo>
                <a:lnTo>
                  <a:pt x="2381250" y="1362075"/>
                </a:lnTo>
                <a:lnTo>
                  <a:pt x="2381250" y="1390650"/>
                </a:lnTo>
                <a:lnTo>
                  <a:pt x="2371725" y="1390650"/>
                </a:lnTo>
                <a:close/>
                <a:moveTo>
                  <a:pt x="2295525" y="1390650"/>
                </a:moveTo>
                <a:lnTo>
                  <a:pt x="2314575" y="1390650"/>
                </a:lnTo>
                <a:lnTo>
                  <a:pt x="2314575" y="1400175"/>
                </a:lnTo>
                <a:lnTo>
                  <a:pt x="2324100" y="1400175"/>
                </a:lnTo>
                <a:lnTo>
                  <a:pt x="2324100" y="1409700"/>
                </a:lnTo>
                <a:lnTo>
                  <a:pt x="2305050" y="1409700"/>
                </a:lnTo>
                <a:lnTo>
                  <a:pt x="2305050" y="1400175"/>
                </a:lnTo>
                <a:lnTo>
                  <a:pt x="2295525" y="1400175"/>
                </a:lnTo>
                <a:close/>
                <a:moveTo>
                  <a:pt x="57150" y="1400175"/>
                </a:moveTo>
                <a:lnTo>
                  <a:pt x="76200" y="1400175"/>
                </a:lnTo>
                <a:lnTo>
                  <a:pt x="76200" y="1409700"/>
                </a:lnTo>
                <a:lnTo>
                  <a:pt x="85725" y="1409700"/>
                </a:lnTo>
                <a:lnTo>
                  <a:pt x="85725" y="1419225"/>
                </a:lnTo>
                <a:lnTo>
                  <a:pt x="76200" y="1419225"/>
                </a:lnTo>
                <a:lnTo>
                  <a:pt x="76200" y="1552575"/>
                </a:lnTo>
                <a:lnTo>
                  <a:pt x="66675" y="1552575"/>
                </a:lnTo>
                <a:lnTo>
                  <a:pt x="66675" y="1533525"/>
                </a:lnTo>
                <a:lnTo>
                  <a:pt x="57150" y="1533525"/>
                </a:lnTo>
                <a:lnTo>
                  <a:pt x="57150" y="1504950"/>
                </a:lnTo>
                <a:lnTo>
                  <a:pt x="66675" y="1504950"/>
                </a:lnTo>
                <a:lnTo>
                  <a:pt x="66675" y="1457325"/>
                </a:lnTo>
                <a:lnTo>
                  <a:pt x="57150" y="1457325"/>
                </a:lnTo>
                <a:close/>
                <a:moveTo>
                  <a:pt x="2343150" y="1400175"/>
                </a:moveTo>
                <a:lnTo>
                  <a:pt x="2381250" y="1400175"/>
                </a:lnTo>
                <a:lnTo>
                  <a:pt x="2381250" y="1419225"/>
                </a:lnTo>
                <a:lnTo>
                  <a:pt x="2343150" y="1419225"/>
                </a:lnTo>
                <a:close/>
                <a:moveTo>
                  <a:pt x="600075" y="1438275"/>
                </a:moveTo>
                <a:lnTo>
                  <a:pt x="609600" y="1438275"/>
                </a:lnTo>
                <a:lnTo>
                  <a:pt x="609600" y="1447800"/>
                </a:lnTo>
                <a:lnTo>
                  <a:pt x="600075" y="1447800"/>
                </a:lnTo>
                <a:close/>
                <a:moveTo>
                  <a:pt x="2276475" y="1447800"/>
                </a:moveTo>
                <a:lnTo>
                  <a:pt x="2286000" y="1447800"/>
                </a:lnTo>
                <a:lnTo>
                  <a:pt x="2286000" y="1495425"/>
                </a:lnTo>
                <a:lnTo>
                  <a:pt x="2305050" y="1495425"/>
                </a:lnTo>
                <a:lnTo>
                  <a:pt x="2305050" y="1504950"/>
                </a:lnTo>
                <a:lnTo>
                  <a:pt x="2314575" y="1504950"/>
                </a:lnTo>
                <a:lnTo>
                  <a:pt x="2314575" y="1514475"/>
                </a:lnTo>
                <a:lnTo>
                  <a:pt x="2343150" y="1514475"/>
                </a:lnTo>
                <a:lnTo>
                  <a:pt x="2343150" y="1543050"/>
                </a:lnTo>
                <a:lnTo>
                  <a:pt x="2333625" y="1543050"/>
                </a:lnTo>
                <a:lnTo>
                  <a:pt x="2333625" y="1552575"/>
                </a:lnTo>
                <a:lnTo>
                  <a:pt x="2324100" y="1552575"/>
                </a:lnTo>
                <a:lnTo>
                  <a:pt x="2324100" y="1543050"/>
                </a:lnTo>
                <a:lnTo>
                  <a:pt x="2314575" y="1543050"/>
                </a:lnTo>
                <a:lnTo>
                  <a:pt x="2314575" y="1533525"/>
                </a:lnTo>
                <a:lnTo>
                  <a:pt x="2305050" y="1533525"/>
                </a:lnTo>
                <a:lnTo>
                  <a:pt x="2305050" y="1524000"/>
                </a:lnTo>
                <a:lnTo>
                  <a:pt x="2286000" y="1524000"/>
                </a:lnTo>
                <a:lnTo>
                  <a:pt x="2286000" y="1533525"/>
                </a:lnTo>
                <a:lnTo>
                  <a:pt x="2276475" y="1533525"/>
                </a:lnTo>
                <a:close/>
                <a:moveTo>
                  <a:pt x="2324100" y="1447800"/>
                </a:moveTo>
                <a:lnTo>
                  <a:pt x="2343150" y="1447800"/>
                </a:lnTo>
                <a:lnTo>
                  <a:pt x="2343150" y="1457325"/>
                </a:lnTo>
                <a:lnTo>
                  <a:pt x="2352675" y="1457325"/>
                </a:lnTo>
                <a:lnTo>
                  <a:pt x="2352675" y="1466850"/>
                </a:lnTo>
                <a:lnTo>
                  <a:pt x="2333625" y="1466850"/>
                </a:lnTo>
                <a:lnTo>
                  <a:pt x="2333625" y="1476375"/>
                </a:lnTo>
                <a:lnTo>
                  <a:pt x="2324100" y="1476375"/>
                </a:lnTo>
                <a:close/>
                <a:moveTo>
                  <a:pt x="152400" y="1457325"/>
                </a:moveTo>
                <a:lnTo>
                  <a:pt x="161925" y="1457325"/>
                </a:lnTo>
                <a:lnTo>
                  <a:pt x="161925" y="1466850"/>
                </a:lnTo>
                <a:lnTo>
                  <a:pt x="152400" y="1466850"/>
                </a:lnTo>
                <a:close/>
                <a:moveTo>
                  <a:pt x="95250" y="1466850"/>
                </a:moveTo>
                <a:lnTo>
                  <a:pt x="123825" y="1466850"/>
                </a:lnTo>
                <a:lnTo>
                  <a:pt x="123825" y="1485900"/>
                </a:lnTo>
                <a:lnTo>
                  <a:pt x="133350" y="1485900"/>
                </a:lnTo>
                <a:lnTo>
                  <a:pt x="133350" y="1495425"/>
                </a:lnTo>
                <a:lnTo>
                  <a:pt x="142875" y="1495425"/>
                </a:lnTo>
                <a:lnTo>
                  <a:pt x="142875" y="1533525"/>
                </a:lnTo>
                <a:lnTo>
                  <a:pt x="152400" y="1533525"/>
                </a:lnTo>
                <a:lnTo>
                  <a:pt x="152400" y="1514475"/>
                </a:lnTo>
                <a:lnTo>
                  <a:pt x="161925" y="1514475"/>
                </a:lnTo>
                <a:lnTo>
                  <a:pt x="161925" y="1619250"/>
                </a:lnTo>
                <a:lnTo>
                  <a:pt x="133350" y="1619250"/>
                </a:lnTo>
                <a:lnTo>
                  <a:pt x="133350" y="1609725"/>
                </a:lnTo>
                <a:lnTo>
                  <a:pt x="104775" y="1609725"/>
                </a:lnTo>
                <a:lnTo>
                  <a:pt x="104775" y="1619250"/>
                </a:lnTo>
                <a:lnTo>
                  <a:pt x="85725" y="1619250"/>
                </a:lnTo>
                <a:lnTo>
                  <a:pt x="85725" y="1628775"/>
                </a:lnTo>
                <a:lnTo>
                  <a:pt x="76200" y="1628775"/>
                </a:lnTo>
                <a:lnTo>
                  <a:pt x="76200" y="1638300"/>
                </a:lnTo>
                <a:lnTo>
                  <a:pt x="57150" y="1638300"/>
                </a:lnTo>
                <a:lnTo>
                  <a:pt x="57150" y="1562100"/>
                </a:lnTo>
                <a:lnTo>
                  <a:pt x="76200" y="1562100"/>
                </a:lnTo>
                <a:lnTo>
                  <a:pt x="76200" y="1581150"/>
                </a:lnTo>
                <a:lnTo>
                  <a:pt x="95250" y="1581150"/>
                </a:lnTo>
                <a:lnTo>
                  <a:pt x="95250" y="1533525"/>
                </a:lnTo>
                <a:lnTo>
                  <a:pt x="104775" y="1533525"/>
                </a:lnTo>
                <a:lnTo>
                  <a:pt x="104775" y="1514475"/>
                </a:lnTo>
                <a:lnTo>
                  <a:pt x="114300" y="1514475"/>
                </a:lnTo>
                <a:lnTo>
                  <a:pt x="114300" y="1495425"/>
                </a:lnTo>
                <a:lnTo>
                  <a:pt x="95250" y="1495425"/>
                </a:lnTo>
                <a:lnTo>
                  <a:pt x="95250" y="1485900"/>
                </a:lnTo>
                <a:lnTo>
                  <a:pt x="85725" y="1485900"/>
                </a:lnTo>
                <a:lnTo>
                  <a:pt x="85725" y="1476375"/>
                </a:lnTo>
                <a:lnTo>
                  <a:pt x="95250" y="1476375"/>
                </a:lnTo>
                <a:close/>
                <a:moveTo>
                  <a:pt x="1590675" y="1504950"/>
                </a:moveTo>
                <a:lnTo>
                  <a:pt x="1600200" y="1504950"/>
                </a:lnTo>
                <a:lnTo>
                  <a:pt x="1600200" y="1524000"/>
                </a:lnTo>
                <a:lnTo>
                  <a:pt x="1590675" y="1524000"/>
                </a:lnTo>
                <a:close/>
                <a:moveTo>
                  <a:pt x="2276475" y="1552575"/>
                </a:moveTo>
                <a:lnTo>
                  <a:pt x="2286000" y="1552575"/>
                </a:lnTo>
                <a:lnTo>
                  <a:pt x="2286000" y="1571625"/>
                </a:lnTo>
                <a:lnTo>
                  <a:pt x="2295525" y="1571625"/>
                </a:lnTo>
                <a:lnTo>
                  <a:pt x="2295525" y="1562100"/>
                </a:lnTo>
                <a:lnTo>
                  <a:pt x="2305050" y="1562100"/>
                </a:lnTo>
                <a:lnTo>
                  <a:pt x="2305050" y="1571625"/>
                </a:lnTo>
                <a:lnTo>
                  <a:pt x="2314575" y="1571625"/>
                </a:lnTo>
                <a:lnTo>
                  <a:pt x="2314575" y="1581150"/>
                </a:lnTo>
                <a:lnTo>
                  <a:pt x="2286000" y="1581150"/>
                </a:lnTo>
                <a:lnTo>
                  <a:pt x="2286000" y="1619250"/>
                </a:lnTo>
                <a:lnTo>
                  <a:pt x="2295525" y="1619250"/>
                </a:lnTo>
                <a:lnTo>
                  <a:pt x="2295525" y="1628775"/>
                </a:lnTo>
                <a:lnTo>
                  <a:pt x="2286000" y="1628775"/>
                </a:lnTo>
                <a:lnTo>
                  <a:pt x="2286000" y="1695450"/>
                </a:lnTo>
                <a:lnTo>
                  <a:pt x="2276475" y="1695450"/>
                </a:lnTo>
                <a:close/>
                <a:moveTo>
                  <a:pt x="2324100" y="1562100"/>
                </a:moveTo>
                <a:lnTo>
                  <a:pt x="2352675" y="1562100"/>
                </a:lnTo>
                <a:lnTo>
                  <a:pt x="2352675" y="1571625"/>
                </a:lnTo>
                <a:lnTo>
                  <a:pt x="2343150" y="1571625"/>
                </a:lnTo>
                <a:lnTo>
                  <a:pt x="2343150" y="1581150"/>
                </a:lnTo>
                <a:lnTo>
                  <a:pt x="2333625" y="1581150"/>
                </a:lnTo>
                <a:lnTo>
                  <a:pt x="2333625" y="1571625"/>
                </a:lnTo>
                <a:lnTo>
                  <a:pt x="2324100" y="1571625"/>
                </a:lnTo>
                <a:close/>
                <a:moveTo>
                  <a:pt x="600075" y="1590675"/>
                </a:moveTo>
                <a:lnTo>
                  <a:pt x="609600" y="1590675"/>
                </a:lnTo>
                <a:lnTo>
                  <a:pt x="609600" y="1638300"/>
                </a:lnTo>
                <a:lnTo>
                  <a:pt x="600075" y="1638300"/>
                </a:lnTo>
                <a:close/>
                <a:moveTo>
                  <a:pt x="2333625" y="1600200"/>
                </a:moveTo>
                <a:lnTo>
                  <a:pt x="2352675" y="1600200"/>
                </a:lnTo>
                <a:lnTo>
                  <a:pt x="2352675" y="1619250"/>
                </a:lnTo>
                <a:lnTo>
                  <a:pt x="2343150" y="1619250"/>
                </a:lnTo>
                <a:lnTo>
                  <a:pt x="2343150" y="1609725"/>
                </a:lnTo>
                <a:lnTo>
                  <a:pt x="2333625" y="1609725"/>
                </a:lnTo>
                <a:close/>
                <a:moveTo>
                  <a:pt x="1581150" y="1619250"/>
                </a:moveTo>
                <a:lnTo>
                  <a:pt x="1590675" y="1619250"/>
                </a:lnTo>
                <a:lnTo>
                  <a:pt x="1590675" y="1628775"/>
                </a:lnTo>
                <a:lnTo>
                  <a:pt x="1581150" y="1628775"/>
                </a:lnTo>
                <a:close/>
                <a:moveTo>
                  <a:pt x="1524000" y="1628775"/>
                </a:moveTo>
                <a:lnTo>
                  <a:pt x="1543050" y="1628775"/>
                </a:lnTo>
                <a:lnTo>
                  <a:pt x="1543050" y="1638300"/>
                </a:lnTo>
                <a:lnTo>
                  <a:pt x="1524000" y="1638300"/>
                </a:lnTo>
                <a:close/>
                <a:moveTo>
                  <a:pt x="1571625" y="1628775"/>
                </a:moveTo>
                <a:lnTo>
                  <a:pt x="1581150" y="1628775"/>
                </a:lnTo>
                <a:lnTo>
                  <a:pt x="1581150" y="1647825"/>
                </a:lnTo>
                <a:lnTo>
                  <a:pt x="1571625" y="1647825"/>
                </a:lnTo>
                <a:close/>
                <a:moveTo>
                  <a:pt x="1590675" y="1628775"/>
                </a:moveTo>
                <a:lnTo>
                  <a:pt x="1600200" y="1628775"/>
                </a:lnTo>
                <a:lnTo>
                  <a:pt x="1600200" y="1647825"/>
                </a:lnTo>
                <a:lnTo>
                  <a:pt x="1590675" y="1647825"/>
                </a:lnTo>
                <a:close/>
                <a:moveTo>
                  <a:pt x="2305050" y="1628775"/>
                </a:moveTo>
                <a:lnTo>
                  <a:pt x="2314575" y="1628775"/>
                </a:lnTo>
                <a:lnTo>
                  <a:pt x="2314575" y="1638300"/>
                </a:lnTo>
                <a:lnTo>
                  <a:pt x="2305050" y="1638300"/>
                </a:lnTo>
                <a:close/>
                <a:moveTo>
                  <a:pt x="133350" y="1638300"/>
                </a:moveTo>
                <a:lnTo>
                  <a:pt x="152400" y="1638300"/>
                </a:lnTo>
                <a:lnTo>
                  <a:pt x="152400" y="1657350"/>
                </a:lnTo>
                <a:lnTo>
                  <a:pt x="123825" y="1657350"/>
                </a:lnTo>
                <a:lnTo>
                  <a:pt x="123825" y="1647825"/>
                </a:lnTo>
                <a:lnTo>
                  <a:pt x="133350" y="1647825"/>
                </a:lnTo>
                <a:close/>
                <a:moveTo>
                  <a:pt x="1266825" y="1657350"/>
                </a:moveTo>
                <a:lnTo>
                  <a:pt x="1276350" y="1657350"/>
                </a:lnTo>
                <a:lnTo>
                  <a:pt x="1276350" y="1666875"/>
                </a:lnTo>
                <a:lnTo>
                  <a:pt x="1266825" y="1666875"/>
                </a:lnTo>
                <a:close/>
                <a:moveTo>
                  <a:pt x="2371725" y="1676400"/>
                </a:moveTo>
                <a:lnTo>
                  <a:pt x="2390775" y="1676400"/>
                </a:lnTo>
                <a:lnTo>
                  <a:pt x="2390775" y="1743075"/>
                </a:lnTo>
                <a:lnTo>
                  <a:pt x="2362200" y="1743075"/>
                </a:lnTo>
                <a:lnTo>
                  <a:pt x="2362200" y="1733550"/>
                </a:lnTo>
                <a:lnTo>
                  <a:pt x="2371725" y="1733550"/>
                </a:lnTo>
                <a:close/>
                <a:moveTo>
                  <a:pt x="2314575" y="1685925"/>
                </a:moveTo>
                <a:lnTo>
                  <a:pt x="2324100" y="1685925"/>
                </a:lnTo>
                <a:lnTo>
                  <a:pt x="2324100" y="1695450"/>
                </a:lnTo>
                <a:lnTo>
                  <a:pt x="2333625" y="1695450"/>
                </a:lnTo>
                <a:lnTo>
                  <a:pt x="2333625" y="1714500"/>
                </a:lnTo>
                <a:lnTo>
                  <a:pt x="2352675" y="1714500"/>
                </a:lnTo>
                <a:lnTo>
                  <a:pt x="2352675" y="1743075"/>
                </a:lnTo>
                <a:lnTo>
                  <a:pt x="2343150" y="1743075"/>
                </a:lnTo>
                <a:lnTo>
                  <a:pt x="2343150" y="1733550"/>
                </a:lnTo>
                <a:lnTo>
                  <a:pt x="2324100" y="1733550"/>
                </a:lnTo>
                <a:lnTo>
                  <a:pt x="2324100" y="1724025"/>
                </a:lnTo>
                <a:lnTo>
                  <a:pt x="2314575" y="1724025"/>
                </a:lnTo>
                <a:lnTo>
                  <a:pt x="2314575" y="1704975"/>
                </a:lnTo>
                <a:lnTo>
                  <a:pt x="2305050" y="1704975"/>
                </a:lnTo>
                <a:lnTo>
                  <a:pt x="2305050" y="1695450"/>
                </a:lnTo>
                <a:lnTo>
                  <a:pt x="2314575" y="1695450"/>
                </a:lnTo>
                <a:close/>
                <a:moveTo>
                  <a:pt x="85725" y="1704975"/>
                </a:moveTo>
                <a:lnTo>
                  <a:pt x="95250" y="1704975"/>
                </a:lnTo>
                <a:lnTo>
                  <a:pt x="95250" y="1714500"/>
                </a:lnTo>
                <a:lnTo>
                  <a:pt x="104775" y="1714500"/>
                </a:lnTo>
                <a:lnTo>
                  <a:pt x="104775" y="1743075"/>
                </a:lnTo>
                <a:lnTo>
                  <a:pt x="76200" y="1743075"/>
                </a:lnTo>
                <a:lnTo>
                  <a:pt x="76200" y="1752600"/>
                </a:lnTo>
                <a:lnTo>
                  <a:pt x="85725" y="1752600"/>
                </a:lnTo>
                <a:lnTo>
                  <a:pt x="85725" y="1771650"/>
                </a:lnTo>
                <a:lnTo>
                  <a:pt x="66675" y="1771650"/>
                </a:lnTo>
                <a:lnTo>
                  <a:pt x="66675" y="1743075"/>
                </a:lnTo>
                <a:lnTo>
                  <a:pt x="57150" y="1743075"/>
                </a:lnTo>
                <a:lnTo>
                  <a:pt x="57150" y="1733550"/>
                </a:lnTo>
                <a:lnTo>
                  <a:pt x="66675" y="1733550"/>
                </a:lnTo>
                <a:lnTo>
                  <a:pt x="66675" y="1724025"/>
                </a:lnTo>
                <a:lnTo>
                  <a:pt x="76200" y="1724025"/>
                </a:lnTo>
                <a:lnTo>
                  <a:pt x="76200" y="1714500"/>
                </a:lnTo>
                <a:lnTo>
                  <a:pt x="85725" y="1714500"/>
                </a:lnTo>
                <a:close/>
                <a:moveTo>
                  <a:pt x="142875" y="1714500"/>
                </a:moveTo>
                <a:lnTo>
                  <a:pt x="152400" y="1714500"/>
                </a:lnTo>
                <a:lnTo>
                  <a:pt x="152400" y="1743075"/>
                </a:lnTo>
                <a:lnTo>
                  <a:pt x="142875" y="1743075"/>
                </a:lnTo>
                <a:lnTo>
                  <a:pt x="142875" y="1752600"/>
                </a:lnTo>
                <a:lnTo>
                  <a:pt x="123825" y="1752600"/>
                </a:lnTo>
                <a:lnTo>
                  <a:pt x="123825" y="1743075"/>
                </a:lnTo>
                <a:lnTo>
                  <a:pt x="114300" y="1743075"/>
                </a:lnTo>
                <a:lnTo>
                  <a:pt x="114300" y="1733550"/>
                </a:lnTo>
                <a:lnTo>
                  <a:pt x="133350" y="1733550"/>
                </a:lnTo>
                <a:lnTo>
                  <a:pt x="133350" y="1724025"/>
                </a:lnTo>
                <a:lnTo>
                  <a:pt x="142875" y="1724025"/>
                </a:lnTo>
                <a:close/>
                <a:moveTo>
                  <a:pt x="2276475" y="1733550"/>
                </a:moveTo>
                <a:lnTo>
                  <a:pt x="2286000" y="1733550"/>
                </a:lnTo>
                <a:lnTo>
                  <a:pt x="2286000" y="1743075"/>
                </a:lnTo>
                <a:lnTo>
                  <a:pt x="2295525" y="1743075"/>
                </a:lnTo>
                <a:lnTo>
                  <a:pt x="2295525" y="1752600"/>
                </a:lnTo>
                <a:lnTo>
                  <a:pt x="2333625" y="1752600"/>
                </a:lnTo>
                <a:lnTo>
                  <a:pt x="2333625" y="1762125"/>
                </a:lnTo>
                <a:lnTo>
                  <a:pt x="2343150" y="1762125"/>
                </a:lnTo>
                <a:lnTo>
                  <a:pt x="2343150" y="1771650"/>
                </a:lnTo>
                <a:lnTo>
                  <a:pt x="2295525" y="1771650"/>
                </a:lnTo>
                <a:lnTo>
                  <a:pt x="2295525" y="1819275"/>
                </a:lnTo>
                <a:lnTo>
                  <a:pt x="2286000" y="1819275"/>
                </a:lnTo>
                <a:lnTo>
                  <a:pt x="2286000" y="1828800"/>
                </a:lnTo>
                <a:lnTo>
                  <a:pt x="2276475" y="1828800"/>
                </a:lnTo>
                <a:close/>
                <a:moveTo>
                  <a:pt x="2362200" y="1752600"/>
                </a:moveTo>
                <a:lnTo>
                  <a:pt x="2381250" y="1752600"/>
                </a:lnTo>
                <a:lnTo>
                  <a:pt x="2381250" y="1762125"/>
                </a:lnTo>
                <a:lnTo>
                  <a:pt x="2362200" y="1762125"/>
                </a:lnTo>
                <a:close/>
                <a:moveTo>
                  <a:pt x="123825" y="1771650"/>
                </a:moveTo>
                <a:lnTo>
                  <a:pt x="161925" y="1771650"/>
                </a:lnTo>
                <a:lnTo>
                  <a:pt x="161925" y="1876425"/>
                </a:lnTo>
                <a:lnTo>
                  <a:pt x="123825" y="1876425"/>
                </a:lnTo>
                <a:lnTo>
                  <a:pt x="123825" y="1885950"/>
                </a:lnTo>
                <a:lnTo>
                  <a:pt x="95250" y="1885950"/>
                </a:lnTo>
                <a:lnTo>
                  <a:pt x="95250" y="1895475"/>
                </a:lnTo>
                <a:lnTo>
                  <a:pt x="76200" y="1895475"/>
                </a:lnTo>
                <a:lnTo>
                  <a:pt x="76200" y="1914525"/>
                </a:lnTo>
                <a:lnTo>
                  <a:pt x="85725" y="1914525"/>
                </a:lnTo>
                <a:lnTo>
                  <a:pt x="85725" y="1924050"/>
                </a:lnTo>
                <a:lnTo>
                  <a:pt x="95250" y="1924050"/>
                </a:lnTo>
                <a:lnTo>
                  <a:pt x="95250" y="1933575"/>
                </a:lnTo>
                <a:lnTo>
                  <a:pt x="76200" y="1933575"/>
                </a:lnTo>
                <a:lnTo>
                  <a:pt x="76200" y="1943100"/>
                </a:lnTo>
                <a:lnTo>
                  <a:pt x="57150" y="1943100"/>
                </a:lnTo>
                <a:lnTo>
                  <a:pt x="57150" y="1933575"/>
                </a:lnTo>
                <a:lnTo>
                  <a:pt x="47625" y="1933575"/>
                </a:lnTo>
                <a:lnTo>
                  <a:pt x="47625" y="1905000"/>
                </a:lnTo>
                <a:lnTo>
                  <a:pt x="57150" y="1905000"/>
                </a:lnTo>
                <a:lnTo>
                  <a:pt x="57150" y="1885950"/>
                </a:lnTo>
                <a:lnTo>
                  <a:pt x="66675" y="1885950"/>
                </a:lnTo>
                <a:lnTo>
                  <a:pt x="66675" y="1876425"/>
                </a:lnTo>
                <a:lnTo>
                  <a:pt x="57150" y="1876425"/>
                </a:lnTo>
                <a:lnTo>
                  <a:pt x="57150" y="1866900"/>
                </a:lnTo>
                <a:lnTo>
                  <a:pt x="66675" y="1866900"/>
                </a:lnTo>
                <a:lnTo>
                  <a:pt x="66675" y="1857375"/>
                </a:lnTo>
                <a:lnTo>
                  <a:pt x="85725" y="1857375"/>
                </a:lnTo>
                <a:lnTo>
                  <a:pt x="85725" y="1847850"/>
                </a:lnTo>
                <a:lnTo>
                  <a:pt x="104775" y="1847850"/>
                </a:lnTo>
                <a:lnTo>
                  <a:pt x="104775" y="1838325"/>
                </a:lnTo>
                <a:lnTo>
                  <a:pt x="114300" y="1838325"/>
                </a:lnTo>
                <a:lnTo>
                  <a:pt x="114300" y="1828800"/>
                </a:lnTo>
                <a:lnTo>
                  <a:pt x="104775" y="1828800"/>
                </a:lnTo>
                <a:lnTo>
                  <a:pt x="104775" y="1819275"/>
                </a:lnTo>
                <a:lnTo>
                  <a:pt x="95250" y="1819275"/>
                </a:lnTo>
                <a:lnTo>
                  <a:pt x="95250" y="1800225"/>
                </a:lnTo>
                <a:lnTo>
                  <a:pt x="123825" y="1800225"/>
                </a:lnTo>
                <a:close/>
                <a:moveTo>
                  <a:pt x="2371725" y="1771650"/>
                </a:moveTo>
                <a:lnTo>
                  <a:pt x="2381250" y="1771650"/>
                </a:lnTo>
                <a:lnTo>
                  <a:pt x="2381250" y="1781175"/>
                </a:lnTo>
                <a:lnTo>
                  <a:pt x="2371725" y="1781175"/>
                </a:lnTo>
                <a:close/>
                <a:moveTo>
                  <a:pt x="2314575" y="1809750"/>
                </a:moveTo>
                <a:lnTo>
                  <a:pt x="2343150" y="1809750"/>
                </a:lnTo>
                <a:lnTo>
                  <a:pt x="2343150" y="1819275"/>
                </a:lnTo>
                <a:lnTo>
                  <a:pt x="2352675" y="1819275"/>
                </a:lnTo>
                <a:lnTo>
                  <a:pt x="2352675" y="1838325"/>
                </a:lnTo>
                <a:lnTo>
                  <a:pt x="2362200" y="1838325"/>
                </a:lnTo>
                <a:lnTo>
                  <a:pt x="2362200" y="1847850"/>
                </a:lnTo>
                <a:lnTo>
                  <a:pt x="2371725" y="1847850"/>
                </a:lnTo>
                <a:lnTo>
                  <a:pt x="2371725" y="1838325"/>
                </a:lnTo>
                <a:lnTo>
                  <a:pt x="2381250" y="1838325"/>
                </a:lnTo>
                <a:lnTo>
                  <a:pt x="2381250" y="1895475"/>
                </a:lnTo>
                <a:lnTo>
                  <a:pt x="2362200" y="1895475"/>
                </a:lnTo>
                <a:lnTo>
                  <a:pt x="2362200" y="1905000"/>
                </a:lnTo>
                <a:lnTo>
                  <a:pt x="2352675" y="1905000"/>
                </a:lnTo>
                <a:lnTo>
                  <a:pt x="2352675" y="1943100"/>
                </a:lnTo>
                <a:lnTo>
                  <a:pt x="2343150" y="1943100"/>
                </a:lnTo>
                <a:lnTo>
                  <a:pt x="2343150" y="1962150"/>
                </a:lnTo>
                <a:lnTo>
                  <a:pt x="2324100" y="1962150"/>
                </a:lnTo>
                <a:lnTo>
                  <a:pt x="2324100" y="1971675"/>
                </a:lnTo>
                <a:lnTo>
                  <a:pt x="2314575" y="1971675"/>
                </a:lnTo>
                <a:lnTo>
                  <a:pt x="2314575" y="1990725"/>
                </a:lnTo>
                <a:lnTo>
                  <a:pt x="2333625" y="1990725"/>
                </a:lnTo>
                <a:lnTo>
                  <a:pt x="2333625" y="1981200"/>
                </a:lnTo>
                <a:lnTo>
                  <a:pt x="2343150" y="1981200"/>
                </a:lnTo>
                <a:lnTo>
                  <a:pt x="2343150" y="1971675"/>
                </a:lnTo>
                <a:lnTo>
                  <a:pt x="2362200" y="1971675"/>
                </a:lnTo>
                <a:lnTo>
                  <a:pt x="2362200" y="1962150"/>
                </a:lnTo>
                <a:lnTo>
                  <a:pt x="2371725" y="1962150"/>
                </a:lnTo>
                <a:lnTo>
                  <a:pt x="2371725" y="1933575"/>
                </a:lnTo>
                <a:lnTo>
                  <a:pt x="2381250" y="1933575"/>
                </a:lnTo>
                <a:lnTo>
                  <a:pt x="2381250" y="1943100"/>
                </a:lnTo>
                <a:lnTo>
                  <a:pt x="2390775" y="1943100"/>
                </a:lnTo>
                <a:lnTo>
                  <a:pt x="2390775" y="2095500"/>
                </a:lnTo>
                <a:lnTo>
                  <a:pt x="2381250" y="2095500"/>
                </a:lnTo>
                <a:lnTo>
                  <a:pt x="2381250" y="2105025"/>
                </a:lnTo>
                <a:lnTo>
                  <a:pt x="2362200" y="2105025"/>
                </a:lnTo>
                <a:lnTo>
                  <a:pt x="2362200" y="2095500"/>
                </a:lnTo>
                <a:lnTo>
                  <a:pt x="2333625" y="2095500"/>
                </a:lnTo>
                <a:lnTo>
                  <a:pt x="2333625" y="2114550"/>
                </a:lnTo>
                <a:lnTo>
                  <a:pt x="2324100" y="2114550"/>
                </a:lnTo>
                <a:lnTo>
                  <a:pt x="2324100" y="2124075"/>
                </a:lnTo>
                <a:lnTo>
                  <a:pt x="2314575" y="2124075"/>
                </a:lnTo>
                <a:lnTo>
                  <a:pt x="2314575" y="2095500"/>
                </a:lnTo>
                <a:lnTo>
                  <a:pt x="2305050" y="2095500"/>
                </a:lnTo>
                <a:lnTo>
                  <a:pt x="2305050" y="2076450"/>
                </a:lnTo>
                <a:lnTo>
                  <a:pt x="2295525" y="2076450"/>
                </a:lnTo>
                <a:lnTo>
                  <a:pt x="2295525" y="2066925"/>
                </a:lnTo>
                <a:lnTo>
                  <a:pt x="2286000" y="2066925"/>
                </a:lnTo>
                <a:lnTo>
                  <a:pt x="2286000" y="2057400"/>
                </a:lnTo>
                <a:lnTo>
                  <a:pt x="2305050" y="2057400"/>
                </a:lnTo>
                <a:lnTo>
                  <a:pt x="2305050" y="2047875"/>
                </a:lnTo>
                <a:lnTo>
                  <a:pt x="2314575" y="2047875"/>
                </a:lnTo>
                <a:lnTo>
                  <a:pt x="2314575" y="2057400"/>
                </a:lnTo>
                <a:lnTo>
                  <a:pt x="2324100" y="2057400"/>
                </a:lnTo>
                <a:lnTo>
                  <a:pt x="2324100" y="2047875"/>
                </a:lnTo>
                <a:lnTo>
                  <a:pt x="2333625" y="2047875"/>
                </a:lnTo>
                <a:lnTo>
                  <a:pt x="2333625" y="2038350"/>
                </a:lnTo>
                <a:lnTo>
                  <a:pt x="2324100" y="2038350"/>
                </a:lnTo>
                <a:lnTo>
                  <a:pt x="2324100" y="2028825"/>
                </a:lnTo>
                <a:lnTo>
                  <a:pt x="2276475" y="2028825"/>
                </a:lnTo>
                <a:lnTo>
                  <a:pt x="2276475" y="2009775"/>
                </a:lnTo>
                <a:lnTo>
                  <a:pt x="2228850" y="2009775"/>
                </a:lnTo>
                <a:lnTo>
                  <a:pt x="2228850" y="2000250"/>
                </a:lnTo>
                <a:lnTo>
                  <a:pt x="2238375" y="2000250"/>
                </a:lnTo>
                <a:lnTo>
                  <a:pt x="2238375" y="1981200"/>
                </a:lnTo>
                <a:lnTo>
                  <a:pt x="2247900" y="1981200"/>
                </a:lnTo>
                <a:lnTo>
                  <a:pt x="2247900" y="1952625"/>
                </a:lnTo>
                <a:lnTo>
                  <a:pt x="2257425" y="1952625"/>
                </a:lnTo>
                <a:lnTo>
                  <a:pt x="2257425" y="1933575"/>
                </a:lnTo>
                <a:lnTo>
                  <a:pt x="2266950" y="1933575"/>
                </a:lnTo>
                <a:lnTo>
                  <a:pt x="2266950" y="1866900"/>
                </a:lnTo>
                <a:lnTo>
                  <a:pt x="2286000" y="1866900"/>
                </a:lnTo>
                <a:lnTo>
                  <a:pt x="2286000" y="1876425"/>
                </a:lnTo>
                <a:lnTo>
                  <a:pt x="2305050" y="1876425"/>
                </a:lnTo>
                <a:lnTo>
                  <a:pt x="2305050" y="1885950"/>
                </a:lnTo>
                <a:lnTo>
                  <a:pt x="2324100" y="1885950"/>
                </a:lnTo>
                <a:lnTo>
                  <a:pt x="2324100" y="1895475"/>
                </a:lnTo>
                <a:lnTo>
                  <a:pt x="2333625" y="1895475"/>
                </a:lnTo>
                <a:lnTo>
                  <a:pt x="2333625" y="1885950"/>
                </a:lnTo>
                <a:lnTo>
                  <a:pt x="2343150" y="1885950"/>
                </a:lnTo>
                <a:lnTo>
                  <a:pt x="2343150" y="1866900"/>
                </a:lnTo>
                <a:lnTo>
                  <a:pt x="2362200" y="1866900"/>
                </a:lnTo>
                <a:lnTo>
                  <a:pt x="2362200" y="1876425"/>
                </a:lnTo>
                <a:lnTo>
                  <a:pt x="2371725" y="1876425"/>
                </a:lnTo>
                <a:lnTo>
                  <a:pt x="2371725" y="1857375"/>
                </a:lnTo>
                <a:lnTo>
                  <a:pt x="2343150" y="1857375"/>
                </a:lnTo>
                <a:lnTo>
                  <a:pt x="2343150" y="1847850"/>
                </a:lnTo>
                <a:lnTo>
                  <a:pt x="2333625" y="1847850"/>
                </a:lnTo>
                <a:lnTo>
                  <a:pt x="2333625" y="1828800"/>
                </a:lnTo>
                <a:lnTo>
                  <a:pt x="2314575" y="1828800"/>
                </a:lnTo>
                <a:close/>
                <a:moveTo>
                  <a:pt x="600075" y="1866900"/>
                </a:moveTo>
                <a:lnTo>
                  <a:pt x="609600" y="1866900"/>
                </a:lnTo>
                <a:lnTo>
                  <a:pt x="609600" y="1933575"/>
                </a:lnTo>
                <a:lnTo>
                  <a:pt x="600075" y="1933575"/>
                </a:lnTo>
                <a:close/>
                <a:moveTo>
                  <a:pt x="95250" y="1952625"/>
                </a:moveTo>
                <a:lnTo>
                  <a:pt x="114300" y="1952625"/>
                </a:lnTo>
                <a:lnTo>
                  <a:pt x="114300" y="1971675"/>
                </a:lnTo>
                <a:lnTo>
                  <a:pt x="95250" y="1971675"/>
                </a:lnTo>
                <a:close/>
                <a:moveTo>
                  <a:pt x="180975" y="1971675"/>
                </a:moveTo>
                <a:lnTo>
                  <a:pt x="190500" y="1971675"/>
                </a:lnTo>
                <a:lnTo>
                  <a:pt x="190500" y="1981200"/>
                </a:lnTo>
                <a:lnTo>
                  <a:pt x="200025" y="1981200"/>
                </a:lnTo>
                <a:lnTo>
                  <a:pt x="200025" y="2009775"/>
                </a:lnTo>
                <a:lnTo>
                  <a:pt x="209550" y="2009775"/>
                </a:lnTo>
                <a:lnTo>
                  <a:pt x="209550" y="2019300"/>
                </a:lnTo>
                <a:lnTo>
                  <a:pt x="219075" y="2019300"/>
                </a:lnTo>
                <a:lnTo>
                  <a:pt x="219075" y="2038350"/>
                </a:lnTo>
                <a:lnTo>
                  <a:pt x="228600" y="2038350"/>
                </a:lnTo>
                <a:lnTo>
                  <a:pt x="228600" y="2057400"/>
                </a:lnTo>
                <a:lnTo>
                  <a:pt x="238125" y="2057400"/>
                </a:lnTo>
                <a:lnTo>
                  <a:pt x="238125" y="2076450"/>
                </a:lnTo>
                <a:lnTo>
                  <a:pt x="247650" y="2076450"/>
                </a:lnTo>
                <a:lnTo>
                  <a:pt x="247650" y="2085975"/>
                </a:lnTo>
                <a:lnTo>
                  <a:pt x="257175" y="2085975"/>
                </a:lnTo>
                <a:lnTo>
                  <a:pt x="257175" y="2105025"/>
                </a:lnTo>
                <a:lnTo>
                  <a:pt x="266700" y="2105025"/>
                </a:lnTo>
                <a:lnTo>
                  <a:pt x="266700" y="2114550"/>
                </a:lnTo>
                <a:lnTo>
                  <a:pt x="276225" y="2114550"/>
                </a:lnTo>
                <a:lnTo>
                  <a:pt x="276225" y="2124075"/>
                </a:lnTo>
                <a:lnTo>
                  <a:pt x="285750" y="2124075"/>
                </a:lnTo>
                <a:lnTo>
                  <a:pt x="285750" y="2133600"/>
                </a:lnTo>
                <a:lnTo>
                  <a:pt x="295275" y="2133600"/>
                </a:lnTo>
                <a:lnTo>
                  <a:pt x="295275" y="2143125"/>
                </a:lnTo>
                <a:lnTo>
                  <a:pt x="304800" y="2143125"/>
                </a:lnTo>
                <a:lnTo>
                  <a:pt x="304800" y="2152650"/>
                </a:lnTo>
                <a:lnTo>
                  <a:pt x="314325" y="2152650"/>
                </a:lnTo>
                <a:lnTo>
                  <a:pt x="314325" y="2162175"/>
                </a:lnTo>
                <a:lnTo>
                  <a:pt x="323850" y="2162175"/>
                </a:lnTo>
                <a:lnTo>
                  <a:pt x="323850" y="2171700"/>
                </a:lnTo>
                <a:lnTo>
                  <a:pt x="333375" y="2171700"/>
                </a:lnTo>
                <a:lnTo>
                  <a:pt x="333375" y="2181225"/>
                </a:lnTo>
                <a:lnTo>
                  <a:pt x="342900" y="2181225"/>
                </a:lnTo>
                <a:lnTo>
                  <a:pt x="342900" y="2190750"/>
                </a:lnTo>
                <a:lnTo>
                  <a:pt x="352425" y="2190750"/>
                </a:lnTo>
                <a:lnTo>
                  <a:pt x="352425" y="2200275"/>
                </a:lnTo>
                <a:lnTo>
                  <a:pt x="371475" y="2200275"/>
                </a:lnTo>
                <a:lnTo>
                  <a:pt x="371475" y="2209800"/>
                </a:lnTo>
                <a:lnTo>
                  <a:pt x="381000" y="2209800"/>
                </a:lnTo>
                <a:lnTo>
                  <a:pt x="381000" y="2219325"/>
                </a:lnTo>
                <a:lnTo>
                  <a:pt x="400050" y="2219325"/>
                </a:lnTo>
                <a:lnTo>
                  <a:pt x="400050" y="2228850"/>
                </a:lnTo>
                <a:lnTo>
                  <a:pt x="409575" y="2228850"/>
                </a:lnTo>
                <a:lnTo>
                  <a:pt x="409575" y="2238375"/>
                </a:lnTo>
                <a:lnTo>
                  <a:pt x="438150" y="2238375"/>
                </a:lnTo>
                <a:lnTo>
                  <a:pt x="438150" y="2247900"/>
                </a:lnTo>
                <a:lnTo>
                  <a:pt x="466725" y="2247900"/>
                </a:lnTo>
                <a:lnTo>
                  <a:pt x="466725" y="2257425"/>
                </a:lnTo>
                <a:lnTo>
                  <a:pt x="485775" y="2257425"/>
                </a:lnTo>
                <a:lnTo>
                  <a:pt x="485775" y="2266950"/>
                </a:lnTo>
                <a:lnTo>
                  <a:pt x="514350" y="2266950"/>
                </a:lnTo>
                <a:lnTo>
                  <a:pt x="514350" y="2276475"/>
                </a:lnTo>
                <a:lnTo>
                  <a:pt x="552450" y="2276475"/>
                </a:lnTo>
                <a:lnTo>
                  <a:pt x="552450" y="2286000"/>
                </a:lnTo>
                <a:lnTo>
                  <a:pt x="590550" y="2286000"/>
                </a:lnTo>
                <a:lnTo>
                  <a:pt x="590550" y="2295525"/>
                </a:lnTo>
                <a:lnTo>
                  <a:pt x="438150" y="2295525"/>
                </a:lnTo>
                <a:lnTo>
                  <a:pt x="438150" y="2305050"/>
                </a:lnTo>
                <a:lnTo>
                  <a:pt x="409575" y="2305050"/>
                </a:lnTo>
                <a:lnTo>
                  <a:pt x="409575" y="2295525"/>
                </a:lnTo>
                <a:lnTo>
                  <a:pt x="285750" y="2295525"/>
                </a:lnTo>
                <a:lnTo>
                  <a:pt x="285750" y="2276475"/>
                </a:lnTo>
                <a:lnTo>
                  <a:pt x="295275" y="2276475"/>
                </a:lnTo>
                <a:lnTo>
                  <a:pt x="295275" y="2266950"/>
                </a:lnTo>
                <a:lnTo>
                  <a:pt x="285750" y="2266950"/>
                </a:lnTo>
                <a:lnTo>
                  <a:pt x="285750" y="2257425"/>
                </a:lnTo>
                <a:lnTo>
                  <a:pt x="276225" y="2257425"/>
                </a:lnTo>
                <a:lnTo>
                  <a:pt x="276225" y="2209800"/>
                </a:lnTo>
                <a:lnTo>
                  <a:pt x="285750" y="2209800"/>
                </a:lnTo>
                <a:lnTo>
                  <a:pt x="285750" y="2190750"/>
                </a:lnTo>
                <a:lnTo>
                  <a:pt x="276225" y="2190750"/>
                </a:lnTo>
                <a:lnTo>
                  <a:pt x="276225" y="2181225"/>
                </a:lnTo>
                <a:lnTo>
                  <a:pt x="247650" y="2181225"/>
                </a:lnTo>
                <a:lnTo>
                  <a:pt x="247650" y="2162175"/>
                </a:lnTo>
                <a:lnTo>
                  <a:pt x="228600" y="2162175"/>
                </a:lnTo>
                <a:lnTo>
                  <a:pt x="228600" y="2171700"/>
                </a:lnTo>
                <a:lnTo>
                  <a:pt x="219075" y="2171700"/>
                </a:lnTo>
                <a:lnTo>
                  <a:pt x="219075" y="2190750"/>
                </a:lnTo>
                <a:lnTo>
                  <a:pt x="200025" y="2190750"/>
                </a:lnTo>
                <a:lnTo>
                  <a:pt x="200025" y="2200275"/>
                </a:lnTo>
                <a:lnTo>
                  <a:pt x="190500" y="2200275"/>
                </a:lnTo>
                <a:lnTo>
                  <a:pt x="190500" y="2209800"/>
                </a:lnTo>
                <a:lnTo>
                  <a:pt x="180975" y="2209800"/>
                </a:lnTo>
                <a:lnTo>
                  <a:pt x="180975" y="2219325"/>
                </a:lnTo>
                <a:lnTo>
                  <a:pt x="171450" y="2219325"/>
                </a:lnTo>
                <a:lnTo>
                  <a:pt x="171450" y="2209800"/>
                </a:lnTo>
                <a:lnTo>
                  <a:pt x="152400" y="2209800"/>
                </a:lnTo>
                <a:lnTo>
                  <a:pt x="152400" y="2219325"/>
                </a:lnTo>
                <a:lnTo>
                  <a:pt x="142875" y="2219325"/>
                </a:lnTo>
                <a:lnTo>
                  <a:pt x="142875" y="2228850"/>
                </a:lnTo>
                <a:lnTo>
                  <a:pt x="123825" y="2228850"/>
                </a:lnTo>
                <a:lnTo>
                  <a:pt x="123825" y="2219325"/>
                </a:lnTo>
                <a:lnTo>
                  <a:pt x="114300" y="2219325"/>
                </a:lnTo>
                <a:lnTo>
                  <a:pt x="114300" y="2209800"/>
                </a:lnTo>
                <a:lnTo>
                  <a:pt x="104775" y="2209800"/>
                </a:lnTo>
                <a:lnTo>
                  <a:pt x="104775" y="2200275"/>
                </a:lnTo>
                <a:lnTo>
                  <a:pt x="95250" y="2200275"/>
                </a:lnTo>
                <a:lnTo>
                  <a:pt x="95250" y="2181225"/>
                </a:lnTo>
                <a:lnTo>
                  <a:pt x="85725" y="2181225"/>
                </a:lnTo>
                <a:lnTo>
                  <a:pt x="85725" y="2171700"/>
                </a:lnTo>
                <a:lnTo>
                  <a:pt x="76200" y="2171700"/>
                </a:lnTo>
                <a:lnTo>
                  <a:pt x="76200" y="2152650"/>
                </a:lnTo>
                <a:lnTo>
                  <a:pt x="66675" y="2152650"/>
                </a:lnTo>
                <a:lnTo>
                  <a:pt x="66675" y="2133600"/>
                </a:lnTo>
                <a:lnTo>
                  <a:pt x="57150" y="2133600"/>
                </a:lnTo>
                <a:lnTo>
                  <a:pt x="57150" y="2095500"/>
                </a:lnTo>
                <a:lnTo>
                  <a:pt x="95250" y="2095500"/>
                </a:lnTo>
                <a:lnTo>
                  <a:pt x="95250" y="2085975"/>
                </a:lnTo>
                <a:lnTo>
                  <a:pt x="123825" y="2085975"/>
                </a:lnTo>
                <a:lnTo>
                  <a:pt x="123825" y="2076450"/>
                </a:lnTo>
                <a:lnTo>
                  <a:pt x="133350" y="2076450"/>
                </a:lnTo>
                <a:lnTo>
                  <a:pt x="133350" y="2066925"/>
                </a:lnTo>
                <a:lnTo>
                  <a:pt x="142875" y="2066925"/>
                </a:lnTo>
                <a:lnTo>
                  <a:pt x="142875" y="2028825"/>
                </a:lnTo>
                <a:lnTo>
                  <a:pt x="152400" y="2028825"/>
                </a:lnTo>
                <a:lnTo>
                  <a:pt x="152400" y="2019300"/>
                </a:lnTo>
                <a:lnTo>
                  <a:pt x="123825" y="2019300"/>
                </a:lnTo>
                <a:lnTo>
                  <a:pt x="123825" y="2028825"/>
                </a:lnTo>
                <a:lnTo>
                  <a:pt x="114300" y="2028825"/>
                </a:lnTo>
                <a:lnTo>
                  <a:pt x="114300" y="2019300"/>
                </a:lnTo>
                <a:lnTo>
                  <a:pt x="104775" y="2019300"/>
                </a:lnTo>
                <a:lnTo>
                  <a:pt x="104775" y="2009775"/>
                </a:lnTo>
                <a:lnTo>
                  <a:pt x="114300" y="2009775"/>
                </a:lnTo>
                <a:lnTo>
                  <a:pt x="114300" y="2000250"/>
                </a:lnTo>
                <a:lnTo>
                  <a:pt x="123825" y="2000250"/>
                </a:lnTo>
                <a:lnTo>
                  <a:pt x="123825" y="1990725"/>
                </a:lnTo>
                <a:lnTo>
                  <a:pt x="152400" y="1990725"/>
                </a:lnTo>
                <a:lnTo>
                  <a:pt x="152400" y="2000250"/>
                </a:lnTo>
                <a:lnTo>
                  <a:pt x="142875" y="2000250"/>
                </a:lnTo>
                <a:lnTo>
                  <a:pt x="142875" y="2009775"/>
                </a:lnTo>
                <a:lnTo>
                  <a:pt x="152400" y="2009775"/>
                </a:lnTo>
                <a:lnTo>
                  <a:pt x="152400" y="2000250"/>
                </a:lnTo>
                <a:lnTo>
                  <a:pt x="180975" y="2000250"/>
                </a:lnTo>
                <a:close/>
                <a:moveTo>
                  <a:pt x="190500" y="2038350"/>
                </a:moveTo>
                <a:lnTo>
                  <a:pt x="209550" y="2038350"/>
                </a:lnTo>
                <a:lnTo>
                  <a:pt x="209550" y="2028825"/>
                </a:lnTo>
                <a:lnTo>
                  <a:pt x="190500" y="2028825"/>
                </a:lnTo>
                <a:close/>
                <a:moveTo>
                  <a:pt x="2209800" y="2038350"/>
                </a:moveTo>
                <a:lnTo>
                  <a:pt x="2228850" y="2038350"/>
                </a:lnTo>
                <a:lnTo>
                  <a:pt x="2228850" y="2047875"/>
                </a:lnTo>
                <a:lnTo>
                  <a:pt x="2238375" y="2047875"/>
                </a:lnTo>
                <a:lnTo>
                  <a:pt x="2238375" y="2057400"/>
                </a:lnTo>
                <a:lnTo>
                  <a:pt x="2257425" y="2057400"/>
                </a:lnTo>
                <a:lnTo>
                  <a:pt x="2257425" y="2124075"/>
                </a:lnTo>
                <a:lnTo>
                  <a:pt x="2266950" y="2124075"/>
                </a:lnTo>
                <a:lnTo>
                  <a:pt x="2266950" y="2171700"/>
                </a:lnTo>
                <a:lnTo>
                  <a:pt x="2276475" y="2171700"/>
                </a:lnTo>
                <a:lnTo>
                  <a:pt x="2276475" y="2190750"/>
                </a:lnTo>
                <a:lnTo>
                  <a:pt x="2286000" y="2190750"/>
                </a:lnTo>
                <a:lnTo>
                  <a:pt x="2286000" y="2209800"/>
                </a:lnTo>
                <a:lnTo>
                  <a:pt x="2295525" y="2209800"/>
                </a:lnTo>
                <a:lnTo>
                  <a:pt x="2295525" y="2219325"/>
                </a:lnTo>
                <a:lnTo>
                  <a:pt x="2305050" y="2219325"/>
                </a:lnTo>
                <a:lnTo>
                  <a:pt x="2305050" y="2209800"/>
                </a:lnTo>
                <a:lnTo>
                  <a:pt x="2314575" y="2209800"/>
                </a:lnTo>
                <a:lnTo>
                  <a:pt x="2314575" y="2228850"/>
                </a:lnTo>
                <a:lnTo>
                  <a:pt x="2305050" y="2228850"/>
                </a:lnTo>
                <a:lnTo>
                  <a:pt x="2305050" y="2238375"/>
                </a:lnTo>
                <a:lnTo>
                  <a:pt x="2295525" y="2238375"/>
                </a:lnTo>
                <a:lnTo>
                  <a:pt x="2295525" y="2247900"/>
                </a:lnTo>
                <a:lnTo>
                  <a:pt x="2286000" y="2247900"/>
                </a:lnTo>
                <a:lnTo>
                  <a:pt x="2286000" y="2257425"/>
                </a:lnTo>
                <a:lnTo>
                  <a:pt x="2257425" y="2257425"/>
                </a:lnTo>
                <a:lnTo>
                  <a:pt x="2257425" y="2266950"/>
                </a:lnTo>
                <a:lnTo>
                  <a:pt x="2238375" y="2266950"/>
                </a:lnTo>
                <a:lnTo>
                  <a:pt x="2238375" y="2276475"/>
                </a:lnTo>
                <a:lnTo>
                  <a:pt x="2228850" y="2276475"/>
                </a:lnTo>
                <a:lnTo>
                  <a:pt x="2228850" y="2286000"/>
                </a:lnTo>
                <a:lnTo>
                  <a:pt x="2190750" y="2286000"/>
                </a:lnTo>
                <a:lnTo>
                  <a:pt x="2190750" y="2295525"/>
                </a:lnTo>
                <a:lnTo>
                  <a:pt x="2105025" y="2295525"/>
                </a:lnTo>
                <a:lnTo>
                  <a:pt x="2105025" y="2286000"/>
                </a:lnTo>
                <a:lnTo>
                  <a:pt x="2095500" y="2286000"/>
                </a:lnTo>
                <a:lnTo>
                  <a:pt x="2095500" y="2266950"/>
                </a:lnTo>
                <a:lnTo>
                  <a:pt x="2076450" y="2266950"/>
                </a:lnTo>
                <a:lnTo>
                  <a:pt x="2076450" y="2276475"/>
                </a:lnTo>
                <a:lnTo>
                  <a:pt x="2085975" y="2276475"/>
                </a:lnTo>
                <a:lnTo>
                  <a:pt x="2085975" y="2286000"/>
                </a:lnTo>
                <a:lnTo>
                  <a:pt x="2038350" y="2286000"/>
                </a:lnTo>
                <a:lnTo>
                  <a:pt x="2038350" y="2295525"/>
                </a:lnTo>
                <a:lnTo>
                  <a:pt x="1933575" y="2295525"/>
                </a:lnTo>
                <a:lnTo>
                  <a:pt x="1933575" y="2286000"/>
                </a:lnTo>
                <a:lnTo>
                  <a:pt x="1914525" y="2286000"/>
                </a:lnTo>
                <a:lnTo>
                  <a:pt x="1914525" y="2276475"/>
                </a:lnTo>
                <a:lnTo>
                  <a:pt x="1933575" y="2276475"/>
                </a:lnTo>
                <a:lnTo>
                  <a:pt x="1933575" y="2266950"/>
                </a:lnTo>
                <a:lnTo>
                  <a:pt x="1971675" y="2266950"/>
                </a:lnTo>
                <a:lnTo>
                  <a:pt x="1971675" y="2257425"/>
                </a:lnTo>
                <a:lnTo>
                  <a:pt x="1990725" y="2257425"/>
                </a:lnTo>
                <a:lnTo>
                  <a:pt x="1990725" y="2247900"/>
                </a:lnTo>
                <a:lnTo>
                  <a:pt x="2009775" y="2247900"/>
                </a:lnTo>
                <a:lnTo>
                  <a:pt x="2009775" y="2238375"/>
                </a:lnTo>
                <a:lnTo>
                  <a:pt x="2028825" y="2238375"/>
                </a:lnTo>
                <a:lnTo>
                  <a:pt x="2028825" y="2228850"/>
                </a:lnTo>
                <a:lnTo>
                  <a:pt x="2038350" y="2228850"/>
                </a:lnTo>
                <a:lnTo>
                  <a:pt x="2038350" y="2219325"/>
                </a:lnTo>
                <a:lnTo>
                  <a:pt x="2057400" y="2219325"/>
                </a:lnTo>
                <a:lnTo>
                  <a:pt x="2057400" y="2209800"/>
                </a:lnTo>
                <a:lnTo>
                  <a:pt x="2076450" y="2209800"/>
                </a:lnTo>
                <a:lnTo>
                  <a:pt x="2076450" y="2200275"/>
                </a:lnTo>
                <a:lnTo>
                  <a:pt x="2085975" y="2200275"/>
                </a:lnTo>
                <a:lnTo>
                  <a:pt x="2085975" y="2190750"/>
                </a:lnTo>
                <a:lnTo>
                  <a:pt x="2095500" y="2190750"/>
                </a:lnTo>
                <a:lnTo>
                  <a:pt x="2095500" y="2181225"/>
                </a:lnTo>
                <a:lnTo>
                  <a:pt x="2105025" y="2181225"/>
                </a:lnTo>
                <a:lnTo>
                  <a:pt x="2105025" y="2171700"/>
                </a:lnTo>
                <a:lnTo>
                  <a:pt x="2114550" y="2171700"/>
                </a:lnTo>
                <a:lnTo>
                  <a:pt x="2114550" y="2162175"/>
                </a:lnTo>
                <a:lnTo>
                  <a:pt x="2124075" y="2162175"/>
                </a:lnTo>
                <a:lnTo>
                  <a:pt x="2124075" y="2152650"/>
                </a:lnTo>
                <a:lnTo>
                  <a:pt x="2133600" y="2152650"/>
                </a:lnTo>
                <a:lnTo>
                  <a:pt x="2133600" y="2143125"/>
                </a:lnTo>
                <a:lnTo>
                  <a:pt x="2143125" y="2143125"/>
                </a:lnTo>
                <a:lnTo>
                  <a:pt x="2143125" y="2133600"/>
                </a:lnTo>
                <a:lnTo>
                  <a:pt x="2162175" y="2133600"/>
                </a:lnTo>
                <a:lnTo>
                  <a:pt x="2162175" y="2114550"/>
                </a:lnTo>
                <a:lnTo>
                  <a:pt x="2171700" y="2114550"/>
                </a:lnTo>
                <a:lnTo>
                  <a:pt x="2171700" y="2095500"/>
                </a:lnTo>
                <a:lnTo>
                  <a:pt x="2181225" y="2095500"/>
                </a:lnTo>
                <a:lnTo>
                  <a:pt x="2181225" y="2085975"/>
                </a:lnTo>
                <a:lnTo>
                  <a:pt x="2190750" y="2085975"/>
                </a:lnTo>
                <a:lnTo>
                  <a:pt x="2190750" y="2105025"/>
                </a:lnTo>
                <a:lnTo>
                  <a:pt x="2209800" y="2105025"/>
                </a:lnTo>
                <a:lnTo>
                  <a:pt x="2209800" y="2095500"/>
                </a:lnTo>
                <a:lnTo>
                  <a:pt x="2228850" y="2095500"/>
                </a:lnTo>
                <a:lnTo>
                  <a:pt x="2228850" y="2076450"/>
                </a:lnTo>
                <a:lnTo>
                  <a:pt x="2190750" y="2076450"/>
                </a:lnTo>
                <a:lnTo>
                  <a:pt x="2190750" y="2066925"/>
                </a:lnTo>
                <a:lnTo>
                  <a:pt x="2200275" y="2066925"/>
                </a:lnTo>
                <a:lnTo>
                  <a:pt x="2200275" y="2057400"/>
                </a:lnTo>
                <a:lnTo>
                  <a:pt x="2209800" y="2057400"/>
                </a:lnTo>
                <a:close/>
                <a:moveTo>
                  <a:pt x="1419225" y="2095500"/>
                </a:moveTo>
                <a:lnTo>
                  <a:pt x="1676400" y="2095500"/>
                </a:lnTo>
                <a:lnTo>
                  <a:pt x="1676400" y="2105025"/>
                </a:lnTo>
                <a:lnTo>
                  <a:pt x="1419225" y="2105025"/>
                </a:lnTo>
                <a:close/>
                <a:moveTo>
                  <a:pt x="180975" y="2114550"/>
                </a:moveTo>
                <a:lnTo>
                  <a:pt x="200025" y="2114550"/>
                </a:lnTo>
                <a:lnTo>
                  <a:pt x="200025" y="2105025"/>
                </a:lnTo>
                <a:lnTo>
                  <a:pt x="180975" y="2105025"/>
                </a:lnTo>
                <a:close/>
                <a:moveTo>
                  <a:pt x="2276475" y="2133600"/>
                </a:moveTo>
                <a:lnTo>
                  <a:pt x="2286000" y="2133600"/>
                </a:lnTo>
                <a:lnTo>
                  <a:pt x="2286000" y="2143125"/>
                </a:lnTo>
                <a:lnTo>
                  <a:pt x="2276475" y="2143125"/>
                </a:lnTo>
                <a:close/>
                <a:moveTo>
                  <a:pt x="190500" y="2238375"/>
                </a:moveTo>
                <a:lnTo>
                  <a:pt x="209550" y="2238375"/>
                </a:lnTo>
                <a:lnTo>
                  <a:pt x="209550" y="2247900"/>
                </a:lnTo>
                <a:lnTo>
                  <a:pt x="190500" y="2247900"/>
                </a:lnTo>
                <a:close/>
                <a:moveTo>
                  <a:pt x="600075" y="2286000"/>
                </a:moveTo>
                <a:lnTo>
                  <a:pt x="609600" y="2286000"/>
                </a:lnTo>
                <a:lnTo>
                  <a:pt x="609600" y="2295525"/>
                </a:lnTo>
                <a:lnTo>
                  <a:pt x="600075" y="2295525"/>
                </a:lnTo>
                <a:close/>
                <a:moveTo>
                  <a:pt x="752475" y="2286000"/>
                </a:moveTo>
                <a:lnTo>
                  <a:pt x="762000" y="2286000"/>
                </a:lnTo>
                <a:lnTo>
                  <a:pt x="762000" y="2295525"/>
                </a:lnTo>
                <a:lnTo>
                  <a:pt x="752475" y="2295525"/>
                </a:lnTo>
                <a:close/>
                <a:moveTo>
                  <a:pt x="790575" y="2286000"/>
                </a:moveTo>
                <a:lnTo>
                  <a:pt x="800100" y="2286000"/>
                </a:lnTo>
                <a:lnTo>
                  <a:pt x="800100" y="2295525"/>
                </a:lnTo>
                <a:lnTo>
                  <a:pt x="790575" y="2295525"/>
                </a:lnTo>
                <a:close/>
                <a:moveTo>
                  <a:pt x="952500" y="2286000"/>
                </a:moveTo>
                <a:lnTo>
                  <a:pt x="990600" y="2286000"/>
                </a:lnTo>
                <a:lnTo>
                  <a:pt x="990600" y="2295525"/>
                </a:lnTo>
                <a:lnTo>
                  <a:pt x="952500" y="2295525"/>
                </a:lnTo>
                <a:close/>
                <a:moveTo>
                  <a:pt x="1047750" y="2286000"/>
                </a:moveTo>
                <a:lnTo>
                  <a:pt x="1085850" y="2286000"/>
                </a:lnTo>
                <a:lnTo>
                  <a:pt x="1085850" y="2295525"/>
                </a:lnTo>
                <a:lnTo>
                  <a:pt x="1047750" y="2295525"/>
                </a:lnTo>
                <a:close/>
                <a:moveTo>
                  <a:pt x="1095375" y="2286000"/>
                </a:moveTo>
                <a:lnTo>
                  <a:pt x="1133475" y="2286000"/>
                </a:lnTo>
                <a:lnTo>
                  <a:pt x="1133475" y="2295525"/>
                </a:lnTo>
                <a:lnTo>
                  <a:pt x="1095375" y="2295525"/>
                </a:lnTo>
                <a:close/>
                <a:moveTo>
                  <a:pt x="1171575" y="2286000"/>
                </a:moveTo>
                <a:lnTo>
                  <a:pt x="1181100" y="2286000"/>
                </a:lnTo>
                <a:lnTo>
                  <a:pt x="1181100" y="2295525"/>
                </a:lnTo>
                <a:lnTo>
                  <a:pt x="1171575" y="2295525"/>
                </a:lnTo>
                <a:close/>
                <a:moveTo>
                  <a:pt x="1657350" y="2286000"/>
                </a:moveTo>
                <a:lnTo>
                  <a:pt x="1743075" y="2286000"/>
                </a:lnTo>
                <a:lnTo>
                  <a:pt x="1743075" y="2295525"/>
                </a:lnTo>
                <a:lnTo>
                  <a:pt x="1657350" y="2295525"/>
                </a:lnTo>
                <a:close/>
                <a:moveTo>
                  <a:pt x="1752600" y="2286000"/>
                </a:moveTo>
                <a:lnTo>
                  <a:pt x="1762125" y="2286000"/>
                </a:lnTo>
                <a:lnTo>
                  <a:pt x="1762125" y="2295525"/>
                </a:lnTo>
                <a:lnTo>
                  <a:pt x="1752600" y="2295525"/>
                </a:lnTo>
                <a:close/>
                <a:moveTo>
                  <a:pt x="1800225" y="2286000"/>
                </a:moveTo>
                <a:lnTo>
                  <a:pt x="1914525" y="2286000"/>
                </a:lnTo>
                <a:lnTo>
                  <a:pt x="1914525" y="2295525"/>
                </a:lnTo>
                <a:lnTo>
                  <a:pt x="1876425" y="2295525"/>
                </a:lnTo>
                <a:lnTo>
                  <a:pt x="1876425" y="2305050"/>
                </a:lnTo>
                <a:lnTo>
                  <a:pt x="1781175" y="2305050"/>
                </a:lnTo>
                <a:lnTo>
                  <a:pt x="1781175" y="2295525"/>
                </a:lnTo>
                <a:lnTo>
                  <a:pt x="1800225" y="2295525"/>
                </a:lnTo>
                <a:close/>
              </a:path>
            </a:pathLst>
          </a:custGeom>
          <a:solidFill xmlns:a="http://schemas.openxmlformats.org/drawingml/2006/main">
            <a:srgbClr val="CA6848"/>
          </a:solidFill>
          <a:ln xmlns:a="http://schemas.openxmlformats.org/drawingml/2006/main" w="0">
            <a:noFill/>
          </a:ln>
        </p:spPr>
      </p:sp>
      <p:sp>
        <p:nvSpPr>
          <p:cNvPr id="28" name="logo vector #c96848">
            <a:extLst xmlns:a="http://schemas.openxmlformats.org/drawingml/2006/main">
              <a:ext uri="{FF2B5EF4-FFF2-40B4-BE49-F238E27FC236}">
                <a16:creationId xmlns:a16="http://schemas.microsoft.com/office/drawing/2014/main" id="{912C426E-BA4E-443E-8487-967213FFE8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124450" y="1590675"/>
            <a:ext cx="2867025" cy="2752725"/>
          </a:xfrm>
          <a:custGeom xmlns:a="http://schemas.openxmlformats.org/drawingml/2006/main">
            <a:pathLst>
              <a:path w="2428875" h="2333625">
                <a:moveTo>
                  <a:pt x="257175" y="9525"/>
                </a:moveTo>
                <a:lnTo>
                  <a:pt x="266700" y="9525"/>
                </a:lnTo>
                <a:lnTo>
                  <a:pt x="266700" y="19050"/>
                </a:lnTo>
                <a:lnTo>
                  <a:pt x="257175" y="19050"/>
                </a:lnTo>
                <a:close/>
                <a:moveTo>
                  <a:pt x="276225" y="28575"/>
                </a:moveTo>
                <a:lnTo>
                  <a:pt x="2143125" y="28575"/>
                </a:lnTo>
                <a:lnTo>
                  <a:pt x="2143125" y="47625"/>
                </a:lnTo>
                <a:lnTo>
                  <a:pt x="2085975" y="47625"/>
                </a:lnTo>
                <a:lnTo>
                  <a:pt x="2085975" y="57150"/>
                </a:lnTo>
                <a:lnTo>
                  <a:pt x="2105025" y="57150"/>
                </a:lnTo>
                <a:lnTo>
                  <a:pt x="2105025" y="85725"/>
                </a:lnTo>
                <a:lnTo>
                  <a:pt x="2085975" y="85725"/>
                </a:lnTo>
                <a:lnTo>
                  <a:pt x="2085975" y="95250"/>
                </a:lnTo>
                <a:lnTo>
                  <a:pt x="2066925" y="95250"/>
                </a:lnTo>
                <a:lnTo>
                  <a:pt x="2066925" y="104775"/>
                </a:lnTo>
                <a:lnTo>
                  <a:pt x="2047875" y="104775"/>
                </a:lnTo>
                <a:lnTo>
                  <a:pt x="2047875" y="123825"/>
                </a:lnTo>
                <a:lnTo>
                  <a:pt x="2028825" y="123825"/>
                </a:lnTo>
                <a:lnTo>
                  <a:pt x="2028825" y="114300"/>
                </a:lnTo>
                <a:lnTo>
                  <a:pt x="2019300" y="114300"/>
                </a:lnTo>
                <a:lnTo>
                  <a:pt x="2019300" y="133350"/>
                </a:lnTo>
                <a:lnTo>
                  <a:pt x="1962150" y="133350"/>
                </a:lnTo>
                <a:lnTo>
                  <a:pt x="1962150" y="152400"/>
                </a:lnTo>
                <a:lnTo>
                  <a:pt x="1943100" y="152400"/>
                </a:lnTo>
                <a:lnTo>
                  <a:pt x="1943100" y="142875"/>
                </a:lnTo>
                <a:lnTo>
                  <a:pt x="1914525" y="142875"/>
                </a:lnTo>
                <a:lnTo>
                  <a:pt x="1914525" y="152400"/>
                </a:lnTo>
                <a:lnTo>
                  <a:pt x="1885950" y="152400"/>
                </a:lnTo>
                <a:lnTo>
                  <a:pt x="1885950" y="142875"/>
                </a:lnTo>
                <a:lnTo>
                  <a:pt x="1876425" y="142875"/>
                </a:lnTo>
                <a:lnTo>
                  <a:pt x="1876425" y="133350"/>
                </a:lnTo>
                <a:lnTo>
                  <a:pt x="1905000" y="133350"/>
                </a:lnTo>
                <a:lnTo>
                  <a:pt x="1905000" y="123825"/>
                </a:lnTo>
                <a:lnTo>
                  <a:pt x="1914525" y="123825"/>
                </a:lnTo>
                <a:lnTo>
                  <a:pt x="1914525" y="114300"/>
                </a:lnTo>
                <a:lnTo>
                  <a:pt x="1952625" y="114300"/>
                </a:lnTo>
                <a:lnTo>
                  <a:pt x="1952625" y="104775"/>
                </a:lnTo>
                <a:lnTo>
                  <a:pt x="1962150" y="104775"/>
                </a:lnTo>
                <a:lnTo>
                  <a:pt x="1962150" y="95250"/>
                </a:lnTo>
                <a:lnTo>
                  <a:pt x="1952625" y="95250"/>
                </a:lnTo>
                <a:lnTo>
                  <a:pt x="1952625" y="66675"/>
                </a:lnTo>
                <a:lnTo>
                  <a:pt x="1962150" y="66675"/>
                </a:lnTo>
                <a:lnTo>
                  <a:pt x="1962150" y="57150"/>
                </a:lnTo>
                <a:lnTo>
                  <a:pt x="1990725" y="57150"/>
                </a:lnTo>
                <a:lnTo>
                  <a:pt x="1990725" y="47625"/>
                </a:lnTo>
                <a:lnTo>
                  <a:pt x="1962150" y="47625"/>
                </a:lnTo>
                <a:lnTo>
                  <a:pt x="1962150" y="38100"/>
                </a:lnTo>
                <a:lnTo>
                  <a:pt x="1885950" y="38100"/>
                </a:lnTo>
                <a:lnTo>
                  <a:pt x="1885950" y="47625"/>
                </a:lnTo>
                <a:lnTo>
                  <a:pt x="1876425" y="47625"/>
                </a:lnTo>
                <a:lnTo>
                  <a:pt x="1876425" y="66675"/>
                </a:lnTo>
                <a:lnTo>
                  <a:pt x="1866900" y="66675"/>
                </a:lnTo>
                <a:lnTo>
                  <a:pt x="1866900" y="76200"/>
                </a:lnTo>
                <a:lnTo>
                  <a:pt x="1857375" y="76200"/>
                </a:lnTo>
                <a:lnTo>
                  <a:pt x="1857375" y="47625"/>
                </a:lnTo>
                <a:lnTo>
                  <a:pt x="1819275" y="47625"/>
                </a:lnTo>
                <a:lnTo>
                  <a:pt x="1819275" y="38100"/>
                </a:lnTo>
                <a:lnTo>
                  <a:pt x="1800225" y="38100"/>
                </a:lnTo>
                <a:lnTo>
                  <a:pt x="1800225" y="47625"/>
                </a:lnTo>
                <a:lnTo>
                  <a:pt x="1771650" y="47625"/>
                </a:lnTo>
                <a:lnTo>
                  <a:pt x="1771650" y="38100"/>
                </a:lnTo>
                <a:lnTo>
                  <a:pt x="1400175" y="38100"/>
                </a:lnTo>
                <a:lnTo>
                  <a:pt x="1400175" y="47625"/>
                </a:lnTo>
                <a:lnTo>
                  <a:pt x="1390650" y="47625"/>
                </a:lnTo>
                <a:lnTo>
                  <a:pt x="1390650" y="57150"/>
                </a:lnTo>
                <a:lnTo>
                  <a:pt x="1485900" y="57150"/>
                </a:lnTo>
                <a:lnTo>
                  <a:pt x="1485900" y="85725"/>
                </a:lnTo>
                <a:lnTo>
                  <a:pt x="1466850" y="85725"/>
                </a:lnTo>
                <a:lnTo>
                  <a:pt x="1466850" y="76200"/>
                </a:lnTo>
                <a:lnTo>
                  <a:pt x="1428750" y="76200"/>
                </a:lnTo>
                <a:lnTo>
                  <a:pt x="1428750" y="85725"/>
                </a:lnTo>
                <a:lnTo>
                  <a:pt x="1438275" y="85725"/>
                </a:lnTo>
                <a:lnTo>
                  <a:pt x="1438275" y="95250"/>
                </a:lnTo>
                <a:lnTo>
                  <a:pt x="1447800" y="95250"/>
                </a:lnTo>
                <a:lnTo>
                  <a:pt x="1447800" y="104775"/>
                </a:lnTo>
                <a:lnTo>
                  <a:pt x="1466850" y="104775"/>
                </a:lnTo>
                <a:lnTo>
                  <a:pt x="1466850" y="114300"/>
                </a:lnTo>
                <a:lnTo>
                  <a:pt x="1485900" y="114300"/>
                </a:lnTo>
                <a:lnTo>
                  <a:pt x="1485900" y="123825"/>
                </a:lnTo>
                <a:lnTo>
                  <a:pt x="1495425" y="123825"/>
                </a:lnTo>
                <a:lnTo>
                  <a:pt x="1495425" y="114300"/>
                </a:lnTo>
                <a:lnTo>
                  <a:pt x="1504950" y="114300"/>
                </a:lnTo>
                <a:lnTo>
                  <a:pt x="1504950" y="104775"/>
                </a:lnTo>
                <a:lnTo>
                  <a:pt x="1514475" y="104775"/>
                </a:lnTo>
                <a:lnTo>
                  <a:pt x="1514475" y="95250"/>
                </a:lnTo>
                <a:lnTo>
                  <a:pt x="1533525" y="95250"/>
                </a:lnTo>
                <a:lnTo>
                  <a:pt x="1533525" y="85725"/>
                </a:lnTo>
                <a:lnTo>
                  <a:pt x="1552575" y="85725"/>
                </a:lnTo>
                <a:lnTo>
                  <a:pt x="1552575" y="76200"/>
                </a:lnTo>
                <a:lnTo>
                  <a:pt x="1571625" y="76200"/>
                </a:lnTo>
                <a:lnTo>
                  <a:pt x="1571625" y="104775"/>
                </a:lnTo>
                <a:lnTo>
                  <a:pt x="1590675" y="104775"/>
                </a:lnTo>
                <a:lnTo>
                  <a:pt x="1590675" y="66675"/>
                </a:lnTo>
                <a:lnTo>
                  <a:pt x="1638300" y="66675"/>
                </a:lnTo>
                <a:lnTo>
                  <a:pt x="1638300" y="57150"/>
                </a:lnTo>
                <a:lnTo>
                  <a:pt x="1666875" y="57150"/>
                </a:lnTo>
                <a:lnTo>
                  <a:pt x="1666875" y="66675"/>
                </a:lnTo>
                <a:lnTo>
                  <a:pt x="1743075" y="66675"/>
                </a:lnTo>
                <a:lnTo>
                  <a:pt x="1743075" y="76200"/>
                </a:lnTo>
                <a:lnTo>
                  <a:pt x="1762125" y="76200"/>
                </a:lnTo>
                <a:lnTo>
                  <a:pt x="1762125" y="104775"/>
                </a:lnTo>
                <a:lnTo>
                  <a:pt x="1771650" y="104775"/>
                </a:lnTo>
                <a:lnTo>
                  <a:pt x="1771650" y="114300"/>
                </a:lnTo>
                <a:lnTo>
                  <a:pt x="1762125" y="114300"/>
                </a:lnTo>
                <a:lnTo>
                  <a:pt x="1762125" y="123825"/>
                </a:lnTo>
                <a:lnTo>
                  <a:pt x="1743075" y="123825"/>
                </a:lnTo>
                <a:lnTo>
                  <a:pt x="1743075" y="114300"/>
                </a:lnTo>
                <a:lnTo>
                  <a:pt x="1733550" y="114300"/>
                </a:lnTo>
                <a:lnTo>
                  <a:pt x="1733550" y="123825"/>
                </a:lnTo>
                <a:lnTo>
                  <a:pt x="1714500" y="123825"/>
                </a:lnTo>
                <a:lnTo>
                  <a:pt x="1714500" y="133350"/>
                </a:lnTo>
                <a:lnTo>
                  <a:pt x="1704975" y="133350"/>
                </a:lnTo>
                <a:lnTo>
                  <a:pt x="1704975" y="142875"/>
                </a:lnTo>
                <a:lnTo>
                  <a:pt x="1685925" y="142875"/>
                </a:lnTo>
                <a:lnTo>
                  <a:pt x="1685925" y="133350"/>
                </a:lnTo>
                <a:lnTo>
                  <a:pt x="1666875" y="133350"/>
                </a:lnTo>
                <a:lnTo>
                  <a:pt x="1666875" y="123825"/>
                </a:lnTo>
                <a:lnTo>
                  <a:pt x="1657350" y="123825"/>
                </a:lnTo>
                <a:lnTo>
                  <a:pt x="1657350" y="114300"/>
                </a:lnTo>
                <a:lnTo>
                  <a:pt x="1638300" y="114300"/>
                </a:lnTo>
                <a:lnTo>
                  <a:pt x="1638300" y="123825"/>
                </a:lnTo>
                <a:lnTo>
                  <a:pt x="1628775" y="123825"/>
                </a:lnTo>
                <a:lnTo>
                  <a:pt x="1628775" y="133350"/>
                </a:lnTo>
                <a:lnTo>
                  <a:pt x="1562100" y="133350"/>
                </a:lnTo>
                <a:lnTo>
                  <a:pt x="1562100" y="142875"/>
                </a:lnTo>
                <a:lnTo>
                  <a:pt x="1552575" y="142875"/>
                </a:lnTo>
                <a:lnTo>
                  <a:pt x="1552575" y="133350"/>
                </a:lnTo>
                <a:lnTo>
                  <a:pt x="1543050" y="133350"/>
                </a:lnTo>
                <a:lnTo>
                  <a:pt x="1543050" y="142875"/>
                </a:lnTo>
                <a:lnTo>
                  <a:pt x="1485900" y="142875"/>
                </a:lnTo>
                <a:lnTo>
                  <a:pt x="1485900" y="133350"/>
                </a:lnTo>
                <a:lnTo>
                  <a:pt x="1457325" y="133350"/>
                </a:lnTo>
                <a:lnTo>
                  <a:pt x="1457325" y="123825"/>
                </a:lnTo>
                <a:lnTo>
                  <a:pt x="1419225" y="123825"/>
                </a:lnTo>
                <a:lnTo>
                  <a:pt x="1419225" y="85725"/>
                </a:lnTo>
                <a:lnTo>
                  <a:pt x="1400175" y="85725"/>
                </a:lnTo>
                <a:lnTo>
                  <a:pt x="1400175" y="95250"/>
                </a:lnTo>
                <a:lnTo>
                  <a:pt x="1352550" y="95250"/>
                </a:lnTo>
                <a:lnTo>
                  <a:pt x="1352550" y="104775"/>
                </a:lnTo>
                <a:lnTo>
                  <a:pt x="1343025" y="104775"/>
                </a:lnTo>
                <a:lnTo>
                  <a:pt x="1343025" y="95250"/>
                </a:lnTo>
                <a:lnTo>
                  <a:pt x="1333500" y="95250"/>
                </a:lnTo>
                <a:lnTo>
                  <a:pt x="1333500" y="85725"/>
                </a:lnTo>
                <a:lnTo>
                  <a:pt x="1343025" y="85725"/>
                </a:lnTo>
                <a:lnTo>
                  <a:pt x="1343025" y="76200"/>
                </a:lnTo>
                <a:lnTo>
                  <a:pt x="1352550" y="76200"/>
                </a:lnTo>
                <a:lnTo>
                  <a:pt x="1352550" y="57150"/>
                </a:lnTo>
                <a:lnTo>
                  <a:pt x="1371600" y="57150"/>
                </a:lnTo>
                <a:lnTo>
                  <a:pt x="1371600" y="47625"/>
                </a:lnTo>
                <a:lnTo>
                  <a:pt x="1362075" y="47625"/>
                </a:lnTo>
                <a:lnTo>
                  <a:pt x="1362075" y="38100"/>
                </a:lnTo>
                <a:lnTo>
                  <a:pt x="1323975" y="38100"/>
                </a:lnTo>
                <a:lnTo>
                  <a:pt x="1323975" y="47625"/>
                </a:lnTo>
                <a:lnTo>
                  <a:pt x="1314450" y="47625"/>
                </a:lnTo>
                <a:lnTo>
                  <a:pt x="1314450" y="38100"/>
                </a:lnTo>
                <a:lnTo>
                  <a:pt x="1304925" y="38100"/>
                </a:lnTo>
                <a:lnTo>
                  <a:pt x="1304925" y="47625"/>
                </a:lnTo>
                <a:lnTo>
                  <a:pt x="1295400" y="47625"/>
                </a:lnTo>
                <a:lnTo>
                  <a:pt x="1295400" y="57150"/>
                </a:lnTo>
                <a:lnTo>
                  <a:pt x="1304925" y="57150"/>
                </a:lnTo>
                <a:lnTo>
                  <a:pt x="1304925" y="104775"/>
                </a:lnTo>
                <a:lnTo>
                  <a:pt x="1295400" y="104775"/>
                </a:lnTo>
                <a:lnTo>
                  <a:pt x="1295400" y="85725"/>
                </a:lnTo>
                <a:lnTo>
                  <a:pt x="1276350" y="85725"/>
                </a:lnTo>
                <a:lnTo>
                  <a:pt x="1276350" y="66675"/>
                </a:lnTo>
                <a:lnTo>
                  <a:pt x="1266825" y="66675"/>
                </a:lnTo>
                <a:lnTo>
                  <a:pt x="1266825" y="47625"/>
                </a:lnTo>
                <a:lnTo>
                  <a:pt x="1257300" y="47625"/>
                </a:lnTo>
                <a:lnTo>
                  <a:pt x="1257300" y="38100"/>
                </a:lnTo>
                <a:lnTo>
                  <a:pt x="1228725" y="38100"/>
                </a:lnTo>
                <a:lnTo>
                  <a:pt x="1228725" y="47625"/>
                </a:lnTo>
                <a:lnTo>
                  <a:pt x="1171575" y="47625"/>
                </a:lnTo>
                <a:lnTo>
                  <a:pt x="1171575" y="57150"/>
                </a:lnTo>
                <a:lnTo>
                  <a:pt x="1228725" y="57150"/>
                </a:lnTo>
                <a:lnTo>
                  <a:pt x="1228725" y="66675"/>
                </a:lnTo>
                <a:lnTo>
                  <a:pt x="1238250" y="66675"/>
                </a:lnTo>
                <a:lnTo>
                  <a:pt x="1238250" y="85725"/>
                </a:lnTo>
                <a:lnTo>
                  <a:pt x="1219200" y="85725"/>
                </a:lnTo>
                <a:lnTo>
                  <a:pt x="1219200" y="66675"/>
                </a:lnTo>
                <a:lnTo>
                  <a:pt x="1200150" y="66675"/>
                </a:lnTo>
                <a:lnTo>
                  <a:pt x="1200150" y="85725"/>
                </a:lnTo>
                <a:lnTo>
                  <a:pt x="1190625" y="85725"/>
                </a:lnTo>
                <a:lnTo>
                  <a:pt x="1190625" y="95250"/>
                </a:lnTo>
                <a:lnTo>
                  <a:pt x="1181100" y="95250"/>
                </a:lnTo>
                <a:lnTo>
                  <a:pt x="1181100" y="104775"/>
                </a:lnTo>
                <a:lnTo>
                  <a:pt x="1171575" y="104775"/>
                </a:lnTo>
                <a:lnTo>
                  <a:pt x="1171575" y="95250"/>
                </a:lnTo>
                <a:lnTo>
                  <a:pt x="1152525" y="95250"/>
                </a:lnTo>
                <a:lnTo>
                  <a:pt x="1152525" y="85725"/>
                </a:lnTo>
                <a:lnTo>
                  <a:pt x="1133475" y="85725"/>
                </a:lnTo>
                <a:lnTo>
                  <a:pt x="1133475" y="66675"/>
                </a:lnTo>
                <a:lnTo>
                  <a:pt x="1123950" y="66675"/>
                </a:lnTo>
                <a:lnTo>
                  <a:pt x="1123950" y="57150"/>
                </a:lnTo>
                <a:lnTo>
                  <a:pt x="1133475" y="57150"/>
                </a:lnTo>
                <a:lnTo>
                  <a:pt x="1133475" y="47625"/>
                </a:lnTo>
                <a:lnTo>
                  <a:pt x="1123950" y="47625"/>
                </a:lnTo>
                <a:lnTo>
                  <a:pt x="1123950" y="38100"/>
                </a:lnTo>
                <a:lnTo>
                  <a:pt x="1085850" y="38100"/>
                </a:lnTo>
                <a:lnTo>
                  <a:pt x="1085850" y="47625"/>
                </a:lnTo>
                <a:lnTo>
                  <a:pt x="1057275" y="47625"/>
                </a:lnTo>
                <a:lnTo>
                  <a:pt x="1057275" y="38100"/>
                </a:lnTo>
                <a:lnTo>
                  <a:pt x="1028700" y="38100"/>
                </a:lnTo>
                <a:lnTo>
                  <a:pt x="1028700" y="47625"/>
                </a:lnTo>
                <a:lnTo>
                  <a:pt x="1009650" y="47625"/>
                </a:lnTo>
                <a:lnTo>
                  <a:pt x="1009650" y="57150"/>
                </a:lnTo>
                <a:lnTo>
                  <a:pt x="1028700" y="57150"/>
                </a:lnTo>
                <a:lnTo>
                  <a:pt x="1028700" y="66675"/>
                </a:lnTo>
                <a:lnTo>
                  <a:pt x="990600" y="66675"/>
                </a:lnTo>
                <a:lnTo>
                  <a:pt x="990600" y="47625"/>
                </a:lnTo>
                <a:lnTo>
                  <a:pt x="962025" y="47625"/>
                </a:lnTo>
                <a:lnTo>
                  <a:pt x="962025" y="38100"/>
                </a:lnTo>
                <a:lnTo>
                  <a:pt x="914400" y="38100"/>
                </a:lnTo>
                <a:lnTo>
                  <a:pt x="914400" y="47625"/>
                </a:lnTo>
                <a:lnTo>
                  <a:pt x="895350" y="47625"/>
                </a:lnTo>
                <a:lnTo>
                  <a:pt x="895350" y="38100"/>
                </a:lnTo>
                <a:lnTo>
                  <a:pt x="809625" y="38100"/>
                </a:lnTo>
                <a:lnTo>
                  <a:pt x="809625" y="47625"/>
                </a:lnTo>
                <a:lnTo>
                  <a:pt x="752475" y="47625"/>
                </a:lnTo>
                <a:lnTo>
                  <a:pt x="752475" y="38100"/>
                </a:lnTo>
                <a:lnTo>
                  <a:pt x="695325" y="38100"/>
                </a:lnTo>
                <a:lnTo>
                  <a:pt x="695325" y="47625"/>
                </a:lnTo>
                <a:lnTo>
                  <a:pt x="676275" y="47625"/>
                </a:lnTo>
                <a:lnTo>
                  <a:pt x="676275" y="38100"/>
                </a:lnTo>
                <a:lnTo>
                  <a:pt x="571500" y="38100"/>
                </a:lnTo>
                <a:lnTo>
                  <a:pt x="571500" y="47625"/>
                </a:lnTo>
                <a:lnTo>
                  <a:pt x="552450" y="47625"/>
                </a:lnTo>
                <a:lnTo>
                  <a:pt x="552450" y="38100"/>
                </a:lnTo>
                <a:lnTo>
                  <a:pt x="457200" y="38100"/>
                </a:lnTo>
                <a:lnTo>
                  <a:pt x="457200" y="66675"/>
                </a:lnTo>
                <a:lnTo>
                  <a:pt x="495300" y="66675"/>
                </a:lnTo>
                <a:lnTo>
                  <a:pt x="495300" y="76200"/>
                </a:lnTo>
                <a:lnTo>
                  <a:pt x="466725" y="76200"/>
                </a:lnTo>
                <a:lnTo>
                  <a:pt x="466725" y="104775"/>
                </a:lnTo>
                <a:lnTo>
                  <a:pt x="476250" y="104775"/>
                </a:lnTo>
                <a:lnTo>
                  <a:pt x="476250" y="114300"/>
                </a:lnTo>
                <a:lnTo>
                  <a:pt x="485775" y="114300"/>
                </a:lnTo>
                <a:lnTo>
                  <a:pt x="485775" y="104775"/>
                </a:lnTo>
                <a:lnTo>
                  <a:pt x="514350" y="104775"/>
                </a:lnTo>
                <a:lnTo>
                  <a:pt x="514350" y="114300"/>
                </a:lnTo>
                <a:lnTo>
                  <a:pt x="523875" y="114300"/>
                </a:lnTo>
                <a:lnTo>
                  <a:pt x="523875" y="123825"/>
                </a:lnTo>
                <a:lnTo>
                  <a:pt x="533400" y="123825"/>
                </a:lnTo>
                <a:lnTo>
                  <a:pt x="533400" y="133350"/>
                </a:lnTo>
                <a:lnTo>
                  <a:pt x="542925" y="133350"/>
                </a:lnTo>
                <a:lnTo>
                  <a:pt x="542925" y="142875"/>
                </a:lnTo>
                <a:lnTo>
                  <a:pt x="533400" y="142875"/>
                </a:lnTo>
                <a:lnTo>
                  <a:pt x="533400" y="161925"/>
                </a:lnTo>
                <a:lnTo>
                  <a:pt x="523875" y="161925"/>
                </a:lnTo>
                <a:lnTo>
                  <a:pt x="523875" y="171450"/>
                </a:lnTo>
                <a:lnTo>
                  <a:pt x="485775" y="171450"/>
                </a:lnTo>
                <a:lnTo>
                  <a:pt x="485775" y="180975"/>
                </a:lnTo>
                <a:lnTo>
                  <a:pt x="466725" y="180975"/>
                </a:lnTo>
                <a:lnTo>
                  <a:pt x="466725" y="190500"/>
                </a:lnTo>
                <a:lnTo>
                  <a:pt x="447675" y="190500"/>
                </a:lnTo>
                <a:lnTo>
                  <a:pt x="447675" y="200025"/>
                </a:lnTo>
                <a:lnTo>
                  <a:pt x="409575" y="200025"/>
                </a:lnTo>
                <a:lnTo>
                  <a:pt x="409575" y="209550"/>
                </a:lnTo>
                <a:lnTo>
                  <a:pt x="400050" y="209550"/>
                </a:lnTo>
                <a:lnTo>
                  <a:pt x="400050" y="219075"/>
                </a:lnTo>
                <a:lnTo>
                  <a:pt x="390525" y="219075"/>
                </a:lnTo>
                <a:lnTo>
                  <a:pt x="390525" y="228600"/>
                </a:lnTo>
                <a:lnTo>
                  <a:pt x="381000" y="228600"/>
                </a:lnTo>
                <a:lnTo>
                  <a:pt x="381000" y="238125"/>
                </a:lnTo>
                <a:lnTo>
                  <a:pt x="371475" y="238125"/>
                </a:lnTo>
                <a:lnTo>
                  <a:pt x="371475" y="247650"/>
                </a:lnTo>
                <a:lnTo>
                  <a:pt x="352425" y="247650"/>
                </a:lnTo>
                <a:lnTo>
                  <a:pt x="352425" y="238125"/>
                </a:lnTo>
                <a:lnTo>
                  <a:pt x="342900" y="238125"/>
                </a:lnTo>
                <a:lnTo>
                  <a:pt x="342900" y="219075"/>
                </a:lnTo>
                <a:lnTo>
                  <a:pt x="361950" y="219075"/>
                </a:lnTo>
                <a:lnTo>
                  <a:pt x="361950" y="209550"/>
                </a:lnTo>
                <a:lnTo>
                  <a:pt x="352425" y="209550"/>
                </a:lnTo>
                <a:lnTo>
                  <a:pt x="352425" y="200025"/>
                </a:lnTo>
                <a:lnTo>
                  <a:pt x="342900" y="200025"/>
                </a:lnTo>
                <a:lnTo>
                  <a:pt x="342900" y="209550"/>
                </a:lnTo>
                <a:lnTo>
                  <a:pt x="323850" y="209550"/>
                </a:lnTo>
                <a:lnTo>
                  <a:pt x="323850" y="219075"/>
                </a:lnTo>
                <a:lnTo>
                  <a:pt x="285750" y="219075"/>
                </a:lnTo>
                <a:lnTo>
                  <a:pt x="285750" y="209550"/>
                </a:lnTo>
                <a:lnTo>
                  <a:pt x="266700" y="209550"/>
                </a:lnTo>
                <a:lnTo>
                  <a:pt x="266700" y="190500"/>
                </a:lnTo>
                <a:lnTo>
                  <a:pt x="257175" y="190500"/>
                </a:lnTo>
                <a:lnTo>
                  <a:pt x="257175" y="180975"/>
                </a:lnTo>
                <a:lnTo>
                  <a:pt x="238125" y="180975"/>
                </a:lnTo>
                <a:lnTo>
                  <a:pt x="238125" y="171450"/>
                </a:lnTo>
                <a:lnTo>
                  <a:pt x="228600" y="171450"/>
                </a:lnTo>
                <a:lnTo>
                  <a:pt x="228600" y="180975"/>
                </a:lnTo>
                <a:lnTo>
                  <a:pt x="209550" y="180975"/>
                </a:lnTo>
                <a:lnTo>
                  <a:pt x="209550" y="171450"/>
                </a:lnTo>
                <a:lnTo>
                  <a:pt x="200025" y="171450"/>
                </a:lnTo>
                <a:lnTo>
                  <a:pt x="200025" y="161925"/>
                </a:lnTo>
                <a:lnTo>
                  <a:pt x="180975" y="161925"/>
                </a:lnTo>
                <a:lnTo>
                  <a:pt x="180975" y="171450"/>
                </a:lnTo>
                <a:lnTo>
                  <a:pt x="171450" y="171450"/>
                </a:lnTo>
                <a:lnTo>
                  <a:pt x="171450" y="161925"/>
                </a:lnTo>
                <a:lnTo>
                  <a:pt x="142875" y="161925"/>
                </a:lnTo>
                <a:lnTo>
                  <a:pt x="142875" y="171450"/>
                </a:lnTo>
                <a:lnTo>
                  <a:pt x="133350" y="171450"/>
                </a:lnTo>
                <a:lnTo>
                  <a:pt x="133350" y="161925"/>
                </a:lnTo>
                <a:lnTo>
                  <a:pt x="114300" y="161925"/>
                </a:lnTo>
                <a:lnTo>
                  <a:pt x="114300" y="133350"/>
                </a:lnTo>
                <a:lnTo>
                  <a:pt x="123825" y="133350"/>
                </a:lnTo>
                <a:lnTo>
                  <a:pt x="123825" y="123825"/>
                </a:lnTo>
                <a:lnTo>
                  <a:pt x="114300" y="123825"/>
                </a:lnTo>
                <a:lnTo>
                  <a:pt x="114300" y="114300"/>
                </a:lnTo>
                <a:lnTo>
                  <a:pt x="123825" y="114300"/>
                </a:lnTo>
                <a:lnTo>
                  <a:pt x="123825" y="123825"/>
                </a:lnTo>
                <a:lnTo>
                  <a:pt x="133350" y="123825"/>
                </a:lnTo>
                <a:lnTo>
                  <a:pt x="133350" y="95250"/>
                </a:lnTo>
                <a:lnTo>
                  <a:pt x="142875" y="95250"/>
                </a:lnTo>
                <a:lnTo>
                  <a:pt x="142875" y="85725"/>
                </a:lnTo>
                <a:lnTo>
                  <a:pt x="152400" y="85725"/>
                </a:lnTo>
                <a:lnTo>
                  <a:pt x="152400" y="76200"/>
                </a:lnTo>
                <a:lnTo>
                  <a:pt x="171450" y="76200"/>
                </a:lnTo>
                <a:lnTo>
                  <a:pt x="171450" y="66675"/>
                </a:lnTo>
                <a:lnTo>
                  <a:pt x="180975" y="66675"/>
                </a:lnTo>
                <a:lnTo>
                  <a:pt x="180975" y="57150"/>
                </a:lnTo>
                <a:lnTo>
                  <a:pt x="200025" y="57150"/>
                </a:lnTo>
                <a:lnTo>
                  <a:pt x="200025" y="47625"/>
                </a:lnTo>
                <a:lnTo>
                  <a:pt x="219075" y="47625"/>
                </a:lnTo>
                <a:lnTo>
                  <a:pt x="219075" y="76200"/>
                </a:lnTo>
                <a:lnTo>
                  <a:pt x="257175" y="76200"/>
                </a:lnTo>
                <a:lnTo>
                  <a:pt x="257175" y="66675"/>
                </a:lnTo>
                <a:lnTo>
                  <a:pt x="266700" y="66675"/>
                </a:lnTo>
                <a:lnTo>
                  <a:pt x="266700" y="57150"/>
                </a:lnTo>
                <a:lnTo>
                  <a:pt x="314325" y="57150"/>
                </a:lnTo>
                <a:lnTo>
                  <a:pt x="314325" y="38100"/>
                </a:lnTo>
                <a:lnTo>
                  <a:pt x="276225" y="38100"/>
                </a:lnTo>
                <a:close/>
                <a:moveTo>
                  <a:pt x="228600" y="38100"/>
                </a:moveTo>
                <a:lnTo>
                  <a:pt x="257175" y="38100"/>
                </a:lnTo>
                <a:lnTo>
                  <a:pt x="257175" y="47625"/>
                </a:lnTo>
                <a:lnTo>
                  <a:pt x="228600" y="47625"/>
                </a:lnTo>
                <a:close/>
                <a:moveTo>
                  <a:pt x="2190750" y="38100"/>
                </a:moveTo>
                <a:lnTo>
                  <a:pt x="2209800" y="38100"/>
                </a:lnTo>
                <a:lnTo>
                  <a:pt x="2209800" y="47625"/>
                </a:lnTo>
                <a:lnTo>
                  <a:pt x="2190750" y="47625"/>
                </a:lnTo>
                <a:close/>
                <a:moveTo>
                  <a:pt x="2228850" y="47625"/>
                </a:moveTo>
                <a:lnTo>
                  <a:pt x="2238375" y="47625"/>
                </a:lnTo>
                <a:lnTo>
                  <a:pt x="2238375" y="57150"/>
                </a:lnTo>
                <a:lnTo>
                  <a:pt x="2228850" y="57150"/>
                </a:lnTo>
                <a:close/>
                <a:moveTo>
                  <a:pt x="323850" y="57150"/>
                </a:moveTo>
                <a:lnTo>
                  <a:pt x="352425" y="57150"/>
                </a:lnTo>
                <a:lnTo>
                  <a:pt x="352425" y="47625"/>
                </a:lnTo>
                <a:lnTo>
                  <a:pt x="323850" y="47625"/>
                </a:lnTo>
                <a:close/>
                <a:moveTo>
                  <a:pt x="371475" y="57150"/>
                </a:moveTo>
                <a:lnTo>
                  <a:pt x="419100" y="57150"/>
                </a:lnTo>
                <a:lnTo>
                  <a:pt x="419100" y="66675"/>
                </a:lnTo>
                <a:lnTo>
                  <a:pt x="428625" y="66675"/>
                </a:lnTo>
                <a:lnTo>
                  <a:pt x="428625" y="57150"/>
                </a:lnTo>
                <a:lnTo>
                  <a:pt x="438150" y="57150"/>
                </a:lnTo>
                <a:lnTo>
                  <a:pt x="438150" y="47625"/>
                </a:lnTo>
                <a:lnTo>
                  <a:pt x="428625" y="47625"/>
                </a:lnTo>
                <a:lnTo>
                  <a:pt x="428625" y="38100"/>
                </a:lnTo>
                <a:lnTo>
                  <a:pt x="381000" y="38100"/>
                </a:lnTo>
                <a:lnTo>
                  <a:pt x="381000" y="47625"/>
                </a:lnTo>
                <a:lnTo>
                  <a:pt x="371475" y="47625"/>
                </a:lnTo>
                <a:close/>
                <a:moveTo>
                  <a:pt x="733425" y="57150"/>
                </a:moveTo>
                <a:lnTo>
                  <a:pt x="809625" y="57150"/>
                </a:lnTo>
                <a:lnTo>
                  <a:pt x="809625" y="66675"/>
                </a:lnTo>
                <a:lnTo>
                  <a:pt x="838200" y="66675"/>
                </a:lnTo>
                <a:lnTo>
                  <a:pt x="838200" y="57150"/>
                </a:lnTo>
                <a:lnTo>
                  <a:pt x="847725" y="57150"/>
                </a:lnTo>
                <a:lnTo>
                  <a:pt x="847725" y="66675"/>
                </a:lnTo>
                <a:lnTo>
                  <a:pt x="857250" y="66675"/>
                </a:lnTo>
                <a:lnTo>
                  <a:pt x="857250" y="76200"/>
                </a:lnTo>
                <a:lnTo>
                  <a:pt x="866775" y="76200"/>
                </a:lnTo>
                <a:lnTo>
                  <a:pt x="866775" y="66675"/>
                </a:lnTo>
                <a:lnTo>
                  <a:pt x="885825" y="66675"/>
                </a:lnTo>
                <a:lnTo>
                  <a:pt x="885825" y="76200"/>
                </a:lnTo>
                <a:lnTo>
                  <a:pt x="895350" y="76200"/>
                </a:lnTo>
                <a:lnTo>
                  <a:pt x="895350" y="85725"/>
                </a:lnTo>
                <a:lnTo>
                  <a:pt x="933450" y="85725"/>
                </a:lnTo>
                <a:lnTo>
                  <a:pt x="933450" y="76200"/>
                </a:lnTo>
                <a:lnTo>
                  <a:pt x="962025" y="76200"/>
                </a:lnTo>
                <a:lnTo>
                  <a:pt x="962025" y="85725"/>
                </a:lnTo>
                <a:lnTo>
                  <a:pt x="990600" y="85725"/>
                </a:lnTo>
                <a:lnTo>
                  <a:pt x="990600" y="76200"/>
                </a:lnTo>
                <a:lnTo>
                  <a:pt x="1038225" y="76200"/>
                </a:lnTo>
                <a:lnTo>
                  <a:pt x="1038225" y="95250"/>
                </a:lnTo>
                <a:lnTo>
                  <a:pt x="1076325" y="95250"/>
                </a:lnTo>
                <a:lnTo>
                  <a:pt x="1076325" y="104775"/>
                </a:lnTo>
                <a:lnTo>
                  <a:pt x="1085850" y="104775"/>
                </a:lnTo>
                <a:lnTo>
                  <a:pt x="1085850" y="114300"/>
                </a:lnTo>
                <a:lnTo>
                  <a:pt x="1104900" y="114300"/>
                </a:lnTo>
                <a:lnTo>
                  <a:pt x="1104900" y="95250"/>
                </a:lnTo>
                <a:lnTo>
                  <a:pt x="1123950" y="95250"/>
                </a:lnTo>
                <a:lnTo>
                  <a:pt x="1123950" y="104775"/>
                </a:lnTo>
                <a:lnTo>
                  <a:pt x="1133475" y="104775"/>
                </a:lnTo>
                <a:lnTo>
                  <a:pt x="1133475" y="114300"/>
                </a:lnTo>
                <a:lnTo>
                  <a:pt x="1143000" y="114300"/>
                </a:lnTo>
                <a:lnTo>
                  <a:pt x="1143000" y="133350"/>
                </a:lnTo>
                <a:lnTo>
                  <a:pt x="1104900" y="133350"/>
                </a:lnTo>
                <a:lnTo>
                  <a:pt x="1104900" y="123825"/>
                </a:lnTo>
                <a:lnTo>
                  <a:pt x="1085850" y="123825"/>
                </a:lnTo>
                <a:lnTo>
                  <a:pt x="1085850" y="133350"/>
                </a:lnTo>
                <a:lnTo>
                  <a:pt x="1076325" y="133350"/>
                </a:lnTo>
                <a:lnTo>
                  <a:pt x="1076325" y="142875"/>
                </a:lnTo>
                <a:lnTo>
                  <a:pt x="923925" y="142875"/>
                </a:lnTo>
                <a:lnTo>
                  <a:pt x="923925" y="133350"/>
                </a:lnTo>
                <a:lnTo>
                  <a:pt x="857250" y="133350"/>
                </a:lnTo>
                <a:lnTo>
                  <a:pt x="857250" y="123825"/>
                </a:lnTo>
                <a:lnTo>
                  <a:pt x="847725" y="123825"/>
                </a:lnTo>
                <a:lnTo>
                  <a:pt x="847725" y="114300"/>
                </a:lnTo>
                <a:lnTo>
                  <a:pt x="857250" y="114300"/>
                </a:lnTo>
                <a:lnTo>
                  <a:pt x="857250" y="95250"/>
                </a:lnTo>
                <a:lnTo>
                  <a:pt x="866775" y="95250"/>
                </a:lnTo>
                <a:lnTo>
                  <a:pt x="866775" y="85725"/>
                </a:lnTo>
                <a:lnTo>
                  <a:pt x="828675" y="85725"/>
                </a:lnTo>
                <a:lnTo>
                  <a:pt x="828675" y="95250"/>
                </a:lnTo>
                <a:lnTo>
                  <a:pt x="809625" y="95250"/>
                </a:lnTo>
                <a:lnTo>
                  <a:pt x="809625" y="123825"/>
                </a:lnTo>
                <a:lnTo>
                  <a:pt x="771525" y="123825"/>
                </a:lnTo>
                <a:lnTo>
                  <a:pt x="771525" y="95250"/>
                </a:lnTo>
                <a:lnTo>
                  <a:pt x="781050" y="95250"/>
                </a:lnTo>
                <a:lnTo>
                  <a:pt x="781050" y="85725"/>
                </a:lnTo>
                <a:lnTo>
                  <a:pt x="742950" y="85725"/>
                </a:lnTo>
                <a:lnTo>
                  <a:pt x="742950" y="76200"/>
                </a:lnTo>
                <a:lnTo>
                  <a:pt x="733425" y="76200"/>
                </a:lnTo>
                <a:close/>
                <a:moveTo>
                  <a:pt x="895350" y="57150"/>
                </a:moveTo>
                <a:lnTo>
                  <a:pt x="904875" y="57150"/>
                </a:lnTo>
                <a:lnTo>
                  <a:pt x="904875" y="66675"/>
                </a:lnTo>
                <a:lnTo>
                  <a:pt x="895350" y="66675"/>
                </a:lnTo>
                <a:close/>
                <a:moveTo>
                  <a:pt x="1771650" y="57150"/>
                </a:moveTo>
                <a:lnTo>
                  <a:pt x="1790700" y="57150"/>
                </a:lnTo>
                <a:lnTo>
                  <a:pt x="1790700" y="66675"/>
                </a:lnTo>
                <a:lnTo>
                  <a:pt x="1771650" y="66675"/>
                </a:lnTo>
                <a:close/>
                <a:moveTo>
                  <a:pt x="2000250" y="57150"/>
                </a:moveTo>
                <a:lnTo>
                  <a:pt x="2009775" y="57150"/>
                </a:lnTo>
                <a:lnTo>
                  <a:pt x="2009775" y="38100"/>
                </a:lnTo>
                <a:lnTo>
                  <a:pt x="2000250" y="38100"/>
                </a:lnTo>
                <a:close/>
                <a:moveTo>
                  <a:pt x="2019300" y="57150"/>
                </a:moveTo>
                <a:lnTo>
                  <a:pt x="2057400" y="57150"/>
                </a:lnTo>
                <a:lnTo>
                  <a:pt x="2057400" y="38100"/>
                </a:lnTo>
                <a:lnTo>
                  <a:pt x="2019300" y="38100"/>
                </a:lnTo>
                <a:close/>
                <a:moveTo>
                  <a:pt x="2066925" y="57150"/>
                </a:moveTo>
                <a:lnTo>
                  <a:pt x="2076450" y="57150"/>
                </a:lnTo>
                <a:lnTo>
                  <a:pt x="2076450" y="38100"/>
                </a:lnTo>
                <a:lnTo>
                  <a:pt x="2066925" y="38100"/>
                </a:lnTo>
                <a:close/>
                <a:moveTo>
                  <a:pt x="2114550" y="57150"/>
                </a:moveTo>
                <a:lnTo>
                  <a:pt x="2133600" y="57150"/>
                </a:lnTo>
                <a:lnTo>
                  <a:pt x="2133600" y="66675"/>
                </a:lnTo>
                <a:lnTo>
                  <a:pt x="2124075" y="66675"/>
                </a:lnTo>
                <a:lnTo>
                  <a:pt x="2124075" y="76200"/>
                </a:lnTo>
                <a:lnTo>
                  <a:pt x="2114550" y="76200"/>
                </a:lnTo>
                <a:close/>
                <a:moveTo>
                  <a:pt x="2247900" y="57150"/>
                </a:moveTo>
                <a:lnTo>
                  <a:pt x="2257425" y="57150"/>
                </a:lnTo>
                <a:lnTo>
                  <a:pt x="2257425" y="66675"/>
                </a:lnTo>
                <a:lnTo>
                  <a:pt x="2266950" y="66675"/>
                </a:lnTo>
                <a:lnTo>
                  <a:pt x="2266950" y="76200"/>
                </a:lnTo>
                <a:lnTo>
                  <a:pt x="2286000" y="76200"/>
                </a:lnTo>
                <a:lnTo>
                  <a:pt x="2286000" y="85725"/>
                </a:lnTo>
                <a:lnTo>
                  <a:pt x="2295525" y="85725"/>
                </a:lnTo>
                <a:lnTo>
                  <a:pt x="2295525" y="95250"/>
                </a:lnTo>
                <a:lnTo>
                  <a:pt x="2305050" y="95250"/>
                </a:lnTo>
                <a:lnTo>
                  <a:pt x="2305050" y="114300"/>
                </a:lnTo>
                <a:lnTo>
                  <a:pt x="2295525" y="114300"/>
                </a:lnTo>
                <a:lnTo>
                  <a:pt x="2295525" y="133350"/>
                </a:lnTo>
                <a:lnTo>
                  <a:pt x="2286000" y="133350"/>
                </a:lnTo>
                <a:lnTo>
                  <a:pt x="2286000" y="142875"/>
                </a:lnTo>
                <a:lnTo>
                  <a:pt x="2276475" y="142875"/>
                </a:lnTo>
                <a:lnTo>
                  <a:pt x="2276475" y="152400"/>
                </a:lnTo>
                <a:lnTo>
                  <a:pt x="2257425" y="152400"/>
                </a:lnTo>
                <a:lnTo>
                  <a:pt x="2257425" y="142875"/>
                </a:lnTo>
                <a:lnTo>
                  <a:pt x="2247900" y="142875"/>
                </a:lnTo>
                <a:lnTo>
                  <a:pt x="2247900" y="133350"/>
                </a:lnTo>
                <a:lnTo>
                  <a:pt x="2228850" y="133350"/>
                </a:lnTo>
                <a:lnTo>
                  <a:pt x="2228850" y="171450"/>
                </a:lnTo>
                <a:lnTo>
                  <a:pt x="2238375" y="171450"/>
                </a:lnTo>
                <a:lnTo>
                  <a:pt x="2238375" y="180975"/>
                </a:lnTo>
                <a:lnTo>
                  <a:pt x="2181225" y="180975"/>
                </a:lnTo>
                <a:lnTo>
                  <a:pt x="2181225" y="200025"/>
                </a:lnTo>
                <a:lnTo>
                  <a:pt x="2171700" y="200025"/>
                </a:lnTo>
                <a:lnTo>
                  <a:pt x="2171700" y="209550"/>
                </a:lnTo>
                <a:lnTo>
                  <a:pt x="2152650" y="209550"/>
                </a:lnTo>
                <a:lnTo>
                  <a:pt x="2152650" y="219075"/>
                </a:lnTo>
                <a:lnTo>
                  <a:pt x="2133600" y="219075"/>
                </a:lnTo>
                <a:lnTo>
                  <a:pt x="2133600" y="228600"/>
                </a:lnTo>
                <a:lnTo>
                  <a:pt x="2095500" y="228600"/>
                </a:lnTo>
                <a:lnTo>
                  <a:pt x="2095500" y="219075"/>
                </a:lnTo>
                <a:lnTo>
                  <a:pt x="2076450" y="219075"/>
                </a:lnTo>
                <a:lnTo>
                  <a:pt x="2076450" y="228600"/>
                </a:lnTo>
                <a:lnTo>
                  <a:pt x="2047875" y="228600"/>
                </a:lnTo>
                <a:lnTo>
                  <a:pt x="2047875" y="219075"/>
                </a:lnTo>
                <a:lnTo>
                  <a:pt x="2028825" y="219075"/>
                </a:lnTo>
                <a:lnTo>
                  <a:pt x="2028825" y="209550"/>
                </a:lnTo>
                <a:lnTo>
                  <a:pt x="2019300" y="209550"/>
                </a:lnTo>
                <a:lnTo>
                  <a:pt x="2019300" y="200025"/>
                </a:lnTo>
                <a:lnTo>
                  <a:pt x="2009775" y="200025"/>
                </a:lnTo>
                <a:lnTo>
                  <a:pt x="2009775" y="190500"/>
                </a:lnTo>
                <a:lnTo>
                  <a:pt x="2000250" y="190500"/>
                </a:lnTo>
                <a:lnTo>
                  <a:pt x="2000250" y="171450"/>
                </a:lnTo>
                <a:lnTo>
                  <a:pt x="2028825" y="171450"/>
                </a:lnTo>
                <a:lnTo>
                  <a:pt x="2028825" y="152400"/>
                </a:lnTo>
                <a:lnTo>
                  <a:pt x="2038350" y="152400"/>
                </a:lnTo>
                <a:lnTo>
                  <a:pt x="2038350" y="142875"/>
                </a:lnTo>
                <a:lnTo>
                  <a:pt x="2057400" y="142875"/>
                </a:lnTo>
                <a:lnTo>
                  <a:pt x="2057400" y="133350"/>
                </a:lnTo>
                <a:lnTo>
                  <a:pt x="2085975" y="133350"/>
                </a:lnTo>
                <a:lnTo>
                  <a:pt x="2085975" y="142875"/>
                </a:lnTo>
                <a:lnTo>
                  <a:pt x="2095500" y="142875"/>
                </a:lnTo>
                <a:lnTo>
                  <a:pt x="2095500" y="152400"/>
                </a:lnTo>
                <a:lnTo>
                  <a:pt x="2105025" y="152400"/>
                </a:lnTo>
                <a:lnTo>
                  <a:pt x="2105025" y="142875"/>
                </a:lnTo>
                <a:lnTo>
                  <a:pt x="2143125" y="142875"/>
                </a:lnTo>
                <a:lnTo>
                  <a:pt x="2143125" y="114300"/>
                </a:lnTo>
                <a:lnTo>
                  <a:pt x="2171700" y="114300"/>
                </a:lnTo>
                <a:lnTo>
                  <a:pt x="2171700" y="104775"/>
                </a:lnTo>
                <a:lnTo>
                  <a:pt x="2181225" y="104775"/>
                </a:lnTo>
                <a:lnTo>
                  <a:pt x="2181225" y="95250"/>
                </a:lnTo>
                <a:lnTo>
                  <a:pt x="2219325" y="95250"/>
                </a:lnTo>
                <a:lnTo>
                  <a:pt x="2219325" y="85725"/>
                </a:lnTo>
                <a:lnTo>
                  <a:pt x="2228850" y="85725"/>
                </a:lnTo>
                <a:lnTo>
                  <a:pt x="2228850" y="76200"/>
                </a:lnTo>
                <a:lnTo>
                  <a:pt x="2247900" y="76200"/>
                </a:lnTo>
                <a:close/>
                <a:moveTo>
                  <a:pt x="1828800" y="66675"/>
                </a:moveTo>
                <a:lnTo>
                  <a:pt x="1838325" y="66675"/>
                </a:lnTo>
                <a:lnTo>
                  <a:pt x="1838325" y="85725"/>
                </a:lnTo>
                <a:lnTo>
                  <a:pt x="1828800" y="85725"/>
                </a:lnTo>
                <a:close/>
                <a:moveTo>
                  <a:pt x="771525" y="76200"/>
                </a:moveTo>
                <a:lnTo>
                  <a:pt x="790575" y="76200"/>
                </a:lnTo>
                <a:lnTo>
                  <a:pt x="790575" y="66675"/>
                </a:lnTo>
                <a:lnTo>
                  <a:pt x="771525" y="66675"/>
                </a:lnTo>
                <a:close/>
                <a:moveTo>
                  <a:pt x="2124075" y="76200"/>
                </a:moveTo>
                <a:lnTo>
                  <a:pt x="2143125" y="76200"/>
                </a:lnTo>
                <a:lnTo>
                  <a:pt x="2143125" y="104775"/>
                </a:lnTo>
                <a:lnTo>
                  <a:pt x="2133600" y="104775"/>
                </a:lnTo>
                <a:lnTo>
                  <a:pt x="2133600" y="95250"/>
                </a:lnTo>
                <a:lnTo>
                  <a:pt x="2124075" y="95250"/>
                </a:lnTo>
                <a:close/>
                <a:moveTo>
                  <a:pt x="180975" y="85725"/>
                </a:moveTo>
                <a:lnTo>
                  <a:pt x="190500" y="85725"/>
                </a:lnTo>
                <a:lnTo>
                  <a:pt x="190500" y="76200"/>
                </a:lnTo>
                <a:lnTo>
                  <a:pt x="180975" y="76200"/>
                </a:lnTo>
                <a:close/>
                <a:moveTo>
                  <a:pt x="314325" y="95250"/>
                </a:moveTo>
                <a:lnTo>
                  <a:pt x="323850" y="95250"/>
                </a:lnTo>
                <a:lnTo>
                  <a:pt x="323850" y="76200"/>
                </a:lnTo>
                <a:lnTo>
                  <a:pt x="304800" y="76200"/>
                </a:lnTo>
                <a:lnTo>
                  <a:pt x="304800" y="95250"/>
                </a:lnTo>
                <a:lnTo>
                  <a:pt x="295275" y="95250"/>
                </a:lnTo>
                <a:lnTo>
                  <a:pt x="295275" y="114300"/>
                </a:lnTo>
                <a:lnTo>
                  <a:pt x="304800" y="114300"/>
                </a:lnTo>
                <a:lnTo>
                  <a:pt x="304800" y="104775"/>
                </a:lnTo>
                <a:lnTo>
                  <a:pt x="314325" y="104775"/>
                </a:lnTo>
                <a:close/>
                <a:moveTo>
                  <a:pt x="561975" y="104775"/>
                </a:moveTo>
                <a:lnTo>
                  <a:pt x="581025" y="104775"/>
                </a:lnTo>
                <a:lnTo>
                  <a:pt x="581025" y="123825"/>
                </a:lnTo>
                <a:lnTo>
                  <a:pt x="571500" y="123825"/>
                </a:lnTo>
                <a:lnTo>
                  <a:pt x="571500" y="114300"/>
                </a:lnTo>
                <a:lnTo>
                  <a:pt x="561975" y="114300"/>
                </a:lnTo>
                <a:close/>
                <a:moveTo>
                  <a:pt x="1695450" y="104775"/>
                </a:moveTo>
                <a:lnTo>
                  <a:pt x="1704975" y="104775"/>
                </a:lnTo>
                <a:lnTo>
                  <a:pt x="1704975" y="114300"/>
                </a:lnTo>
                <a:lnTo>
                  <a:pt x="1724025" y="114300"/>
                </a:lnTo>
                <a:lnTo>
                  <a:pt x="1724025" y="95250"/>
                </a:lnTo>
                <a:lnTo>
                  <a:pt x="1714500" y="95250"/>
                </a:lnTo>
                <a:lnTo>
                  <a:pt x="1714500" y="85725"/>
                </a:lnTo>
                <a:lnTo>
                  <a:pt x="1704975" y="85725"/>
                </a:lnTo>
                <a:lnTo>
                  <a:pt x="1704975" y="95250"/>
                </a:lnTo>
                <a:lnTo>
                  <a:pt x="1695450" y="95250"/>
                </a:lnTo>
                <a:close/>
                <a:moveTo>
                  <a:pt x="809625" y="123825"/>
                </a:moveTo>
                <a:lnTo>
                  <a:pt x="819150" y="123825"/>
                </a:lnTo>
                <a:lnTo>
                  <a:pt x="819150" y="133350"/>
                </a:lnTo>
                <a:lnTo>
                  <a:pt x="809625" y="133350"/>
                </a:lnTo>
                <a:close/>
                <a:moveTo>
                  <a:pt x="95250" y="133350"/>
                </a:moveTo>
                <a:lnTo>
                  <a:pt x="104775" y="133350"/>
                </a:lnTo>
                <a:lnTo>
                  <a:pt x="104775" y="142875"/>
                </a:lnTo>
                <a:lnTo>
                  <a:pt x="95250" y="142875"/>
                </a:lnTo>
                <a:close/>
                <a:moveTo>
                  <a:pt x="171450" y="133350"/>
                </a:moveTo>
                <a:lnTo>
                  <a:pt x="180975" y="133350"/>
                </a:lnTo>
                <a:lnTo>
                  <a:pt x="180975" y="142875"/>
                </a:lnTo>
                <a:lnTo>
                  <a:pt x="190500" y="142875"/>
                </a:lnTo>
                <a:lnTo>
                  <a:pt x="190500" y="152400"/>
                </a:lnTo>
                <a:lnTo>
                  <a:pt x="209550" y="152400"/>
                </a:lnTo>
                <a:lnTo>
                  <a:pt x="209550" y="133350"/>
                </a:lnTo>
                <a:lnTo>
                  <a:pt x="200025" y="133350"/>
                </a:lnTo>
                <a:lnTo>
                  <a:pt x="200025" y="123825"/>
                </a:lnTo>
                <a:lnTo>
                  <a:pt x="190500" y="123825"/>
                </a:lnTo>
                <a:lnTo>
                  <a:pt x="190500" y="114300"/>
                </a:lnTo>
                <a:lnTo>
                  <a:pt x="180975" y="114300"/>
                </a:lnTo>
                <a:lnTo>
                  <a:pt x="180975" y="123825"/>
                </a:lnTo>
                <a:lnTo>
                  <a:pt x="171450" y="123825"/>
                </a:lnTo>
                <a:close/>
                <a:moveTo>
                  <a:pt x="85725" y="142875"/>
                </a:moveTo>
                <a:lnTo>
                  <a:pt x="95250" y="142875"/>
                </a:lnTo>
                <a:lnTo>
                  <a:pt x="95250" y="152400"/>
                </a:lnTo>
                <a:lnTo>
                  <a:pt x="85725" y="152400"/>
                </a:lnTo>
                <a:close/>
                <a:moveTo>
                  <a:pt x="2343150" y="142875"/>
                </a:moveTo>
                <a:lnTo>
                  <a:pt x="2352675" y="142875"/>
                </a:lnTo>
                <a:lnTo>
                  <a:pt x="2352675" y="152400"/>
                </a:lnTo>
                <a:lnTo>
                  <a:pt x="2343150" y="152400"/>
                </a:lnTo>
                <a:close/>
                <a:moveTo>
                  <a:pt x="76200" y="152400"/>
                </a:moveTo>
                <a:lnTo>
                  <a:pt x="85725" y="152400"/>
                </a:lnTo>
                <a:lnTo>
                  <a:pt x="85725" y="161925"/>
                </a:lnTo>
                <a:lnTo>
                  <a:pt x="76200" y="161925"/>
                </a:lnTo>
                <a:close/>
                <a:moveTo>
                  <a:pt x="295275" y="161925"/>
                </a:moveTo>
                <a:lnTo>
                  <a:pt x="314325" y="161925"/>
                </a:lnTo>
                <a:lnTo>
                  <a:pt x="314325" y="152400"/>
                </a:lnTo>
                <a:lnTo>
                  <a:pt x="295275" y="152400"/>
                </a:lnTo>
                <a:close/>
                <a:moveTo>
                  <a:pt x="2352675" y="161925"/>
                </a:moveTo>
                <a:lnTo>
                  <a:pt x="2362200" y="161925"/>
                </a:lnTo>
                <a:lnTo>
                  <a:pt x="2362200" y="171450"/>
                </a:lnTo>
                <a:lnTo>
                  <a:pt x="2352675" y="171450"/>
                </a:lnTo>
                <a:close/>
                <a:moveTo>
                  <a:pt x="66675" y="171450"/>
                </a:moveTo>
                <a:lnTo>
                  <a:pt x="76200" y="171450"/>
                </a:lnTo>
                <a:lnTo>
                  <a:pt x="76200" y="200025"/>
                </a:lnTo>
                <a:lnTo>
                  <a:pt x="133350" y="200025"/>
                </a:lnTo>
                <a:lnTo>
                  <a:pt x="133350" y="219075"/>
                </a:lnTo>
                <a:lnTo>
                  <a:pt x="142875" y="219075"/>
                </a:lnTo>
                <a:lnTo>
                  <a:pt x="142875" y="228600"/>
                </a:lnTo>
                <a:lnTo>
                  <a:pt x="161925" y="228600"/>
                </a:lnTo>
                <a:lnTo>
                  <a:pt x="161925" y="238125"/>
                </a:lnTo>
                <a:lnTo>
                  <a:pt x="180975" y="238125"/>
                </a:lnTo>
                <a:lnTo>
                  <a:pt x="180975" y="247650"/>
                </a:lnTo>
                <a:lnTo>
                  <a:pt x="190500" y="247650"/>
                </a:lnTo>
                <a:lnTo>
                  <a:pt x="190500" y="238125"/>
                </a:lnTo>
                <a:lnTo>
                  <a:pt x="200025" y="238125"/>
                </a:lnTo>
                <a:lnTo>
                  <a:pt x="200025" y="228600"/>
                </a:lnTo>
                <a:lnTo>
                  <a:pt x="209550" y="228600"/>
                </a:lnTo>
                <a:lnTo>
                  <a:pt x="209550" y="219075"/>
                </a:lnTo>
                <a:lnTo>
                  <a:pt x="238125" y="219075"/>
                </a:lnTo>
                <a:lnTo>
                  <a:pt x="238125" y="228600"/>
                </a:lnTo>
                <a:lnTo>
                  <a:pt x="209550" y="228600"/>
                </a:lnTo>
                <a:lnTo>
                  <a:pt x="209550" y="247650"/>
                </a:lnTo>
                <a:lnTo>
                  <a:pt x="219075" y="247650"/>
                </a:lnTo>
                <a:lnTo>
                  <a:pt x="219075" y="257175"/>
                </a:lnTo>
                <a:lnTo>
                  <a:pt x="228600" y="257175"/>
                </a:lnTo>
                <a:lnTo>
                  <a:pt x="228600" y="276225"/>
                </a:lnTo>
                <a:lnTo>
                  <a:pt x="247650" y="276225"/>
                </a:lnTo>
                <a:lnTo>
                  <a:pt x="247650" y="285750"/>
                </a:lnTo>
                <a:lnTo>
                  <a:pt x="257175" y="285750"/>
                </a:lnTo>
                <a:lnTo>
                  <a:pt x="257175" y="295275"/>
                </a:lnTo>
                <a:lnTo>
                  <a:pt x="247650" y="295275"/>
                </a:lnTo>
                <a:lnTo>
                  <a:pt x="247650" y="314325"/>
                </a:lnTo>
                <a:lnTo>
                  <a:pt x="266700" y="314325"/>
                </a:lnTo>
                <a:lnTo>
                  <a:pt x="266700" y="295275"/>
                </a:lnTo>
                <a:lnTo>
                  <a:pt x="285750" y="295275"/>
                </a:lnTo>
                <a:lnTo>
                  <a:pt x="285750" y="314325"/>
                </a:lnTo>
                <a:lnTo>
                  <a:pt x="266700" y="314325"/>
                </a:lnTo>
                <a:lnTo>
                  <a:pt x="266700" y="323850"/>
                </a:lnTo>
                <a:lnTo>
                  <a:pt x="257175" y="323850"/>
                </a:lnTo>
                <a:lnTo>
                  <a:pt x="257175" y="342900"/>
                </a:lnTo>
                <a:lnTo>
                  <a:pt x="247650" y="342900"/>
                </a:lnTo>
                <a:lnTo>
                  <a:pt x="247650" y="361950"/>
                </a:lnTo>
                <a:lnTo>
                  <a:pt x="200025" y="361950"/>
                </a:lnTo>
                <a:lnTo>
                  <a:pt x="200025" y="352425"/>
                </a:lnTo>
                <a:lnTo>
                  <a:pt x="190500" y="352425"/>
                </a:lnTo>
                <a:lnTo>
                  <a:pt x="190500" y="342900"/>
                </a:lnTo>
                <a:lnTo>
                  <a:pt x="171450" y="342900"/>
                </a:lnTo>
                <a:lnTo>
                  <a:pt x="171450" y="333375"/>
                </a:lnTo>
                <a:lnTo>
                  <a:pt x="152400" y="333375"/>
                </a:lnTo>
                <a:lnTo>
                  <a:pt x="152400" y="323850"/>
                </a:lnTo>
                <a:lnTo>
                  <a:pt x="142875" y="323850"/>
                </a:lnTo>
                <a:lnTo>
                  <a:pt x="142875" y="314325"/>
                </a:lnTo>
                <a:lnTo>
                  <a:pt x="123825" y="314325"/>
                </a:lnTo>
                <a:lnTo>
                  <a:pt x="123825" y="304800"/>
                </a:lnTo>
                <a:lnTo>
                  <a:pt x="104775" y="304800"/>
                </a:lnTo>
                <a:lnTo>
                  <a:pt x="104775" y="295275"/>
                </a:lnTo>
                <a:lnTo>
                  <a:pt x="95250" y="295275"/>
                </a:lnTo>
                <a:lnTo>
                  <a:pt x="95250" y="285750"/>
                </a:lnTo>
                <a:lnTo>
                  <a:pt x="85725" y="285750"/>
                </a:lnTo>
                <a:lnTo>
                  <a:pt x="85725" y="266700"/>
                </a:lnTo>
                <a:lnTo>
                  <a:pt x="76200" y="266700"/>
                </a:lnTo>
                <a:lnTo>
                  <a:pt x="76200" y="257175"/>
                </a:lnTo>
                <a:lnTo>
                  <a:pt x="66675" y="257175"/>
                </a:lnTo>
                <a:lnTo>
                  <a:pt x="66675" y="247650"/>
                </a:lnTo>
                <a:lnTo>
                  <a:pt x="57150" y="247650"/>
                </a:lnTo>
                <a:lnTo>
                  <a:pt x="57150" y="257175"/>
                </a:lnTo>
                <a:lnTo>
                  <a:pt x="47625" y="257175"/>
                </a:lnTo>
                <a:lnTo>
                  <a:pt x="47625" y="219075"/>
                </a:lnTo>
                <a:lnTo>
                  <a:pt x="57150" y="219075"/>
                </a:lnTo>
                <a:lnTo>
                  <a:pt x="57150" y="190500"/>
                </a:lnTo>
                <a:lnTo>
                  <a:pt x="66675" y="190500"/>
                </a:lnTo>
                <a:close/>
                <a:moveTo>
                  <a:pt x="295275" y="180975"/>
                </a:moveTo>
                <a:lnTo>
                  <a:pt x="304800" y="180975"/>
                </a:lnTo>
                <a:lnTo>
                  <a:pt x="304800" y="171450"/>
                </a:lnTo>
                <a:lnTo>
                  <a:pt x="295275" y="171450"/>
                </a:lnTo>
                <a:close/>
                <a:moveTo>
                  <a:pt x="2314575" y="180975"/>
                </a:moveTo>
                <a:lnTo>
                  <a:pt x="2333625" y="180975"/>
                </a:lnTo>
                <a:lnTo>
                  <a:pt x="2333625" y="190500"/>
                </a:lnTo>
                <a:lnTo>
                  <a:pt x="2343150" y="190500"/>
                </a:lnTo>
                <a:lnTo>
                  <a:pt x="2343150" y="200025"/>
                </a:lnTo>
                <a:lnTo>
                  <a:pt x="2333625" y="200025"/>
                </a:lnTo>
                <a:lnTo>
                  <a:pt x="2333625" y="209550"/>
                </a:lnTo>
                <a:lnTo>
                  <a:pt x="2324100" y="209550"/>
                </a:lnTo>
                <a:lnTo>
                  <a:pt x="2324100" y="228600"/>
                </a:lnTo>
                <a:lnTo>
                  <a:pt x="2314575" y="228600"/>
                </a:lnTo>
                <a:lnTo>
                  <a:pt x="2314575" y="238125"/>
                </a:lnTo>
                <a:lnTo>
                  <a:pt x="2305050" y="238125"/>
                </a:lnTo>
                <a:lnTo>
                  <a:pt x="2305050" y="247650"/>
                </a:lnTo>
                <a:lnTo>
                  <a:pt x="2295525" y="247650"/>
                </a:lnTo>
                <a:lnTo>
                  <a:pt x="2295525" y="276225"/>
                </a:lnTo>
                <a:lnTo>
                  <a:pt x="2305050" y="276225"/>
                </a:lnTo>
                <a:lnTo>
                  <a:pt x="2305050" y="295275"/>
                </a:lnTo>
                <a:lnTo>
                  <a:pt x="2295525" y="295275"/>
                </a:lnTo>
                <a:lnTo>
                  <a:pt x="2295525" y="304800"/>
                </a:lnTo>
                <a:lnTo>
                  <a:pt x="2286000" y="304800"/>
                </a:lnTo>
                <a:lnTo>
                  <a:pt x="2286000" y="323850"/>
                </a:lnTo>
                <a:lnTo>
                  <a:pt x="2352675" y="323850"/>
                </a:lnTo>
                <a:lnTo>
                  <a:pt x="2352675" y="333375"/>
                </a:lnTo>
                <a:lnTo>
                  <a:pt x="2371725" y="333375"/>
                </a:lnTo>
                <a:lnTo>
                  <a:pt x="2371725" y="342900"/>
                </a:lnTo>
                <a:lnTo>
                  <a:pt x="2381250" y="342900"/>
                </a:lnTo>
                <a:lnTo>
                  <a:pt x="2381250" y="333375"/>
                </a:lnTo>
                <a:lnTo>
                  <a:pt x="2390775" y="333375"/>
                </a:lnTo>
                <a:lnTo>
                  <a:pt x="2390775" y="276225"/>
                </a:lnTo>
                <a:lnTo>
                  <a:pt x="2400300" y="276225"/>
                </a:lnTo>
                <a:lnTo>
                  <a:pt x="2400300" y="2076450"/>
                </a:lnTo>
                <a:lnTo>
                  <a:pt x="2390775" y="2076450"/>
                </a:lnTo>
                <a:lnTo>
                  <a:pt x="2390775" y="1943100"/>
                </a:lnTo>
                <a:lnTo>
                  <a:pt x="2381250" y="1943100"/>
                </a:lnTo>
                <a:lnTo>
                  <a:pt x="2381250" y="1933575"/>
                </a:lnTo>
                <a:lnTo>
                  <a:pt x="2371725" y="1933575"/>
                </a:lnTo>
                <a:lnTo>
                  <a:pt x="2371725" y="1962150"/>
                </a:lnTo>
                <a:lnTo>
                  <a:pt x="2362200" y="1962150"/>
                </a:lnTo>
                <a:lnTo>
                  <a:pt x="2362200" y="1971675"/>
                </a:lnTo>
                <a:lnTo>
                  <a:pt x="2343150" y="1971675"/>
                </a:lnTo>
                <a:lnTo>
                  <a:pt x="2343150" y="1981200"/>
                </a:lnTo>
                <a:lnTo>
                  <a:pt x="2333625" y="1981200"/>
                </a:lnTo>
                <a:lnTo>
                  <a:pt x="2333625" y="1990725"/>
                </a:lnTo>
                <a:lnTo>
                  <a:pt x="2314575" y="1990725"/>
                </a:lnTo>
                <a:lnTo>
                  <a:pt x="2314575" y="1971675"/>
                </a:lnTo>
                <a:lnTo>
                  <a:pt x="2324100" y="1971675"/>
                </a:lnTo>
                <a:lnTo>
                  <a:pt x="2324100" y="1962150"/>
                </a:lnTo>
                <a:lnTo>
                  <a:pt x="2343150" y="1962150"/>
                </a:lnTo>
                <a:lnTo>
                  <a:pt x="2343150" y="1943100"/>
                </a:lnTo>
                <a:lnTo>
                  <a:pt x="2352675" y="1943100"/>
                </a:lnTo>
                <a:lnTo>
                  <a:pt x="2352675" y="1905000"/>
                </a:lnTo>
                <a:lnTo>
                  <a:pt x="2362200" y="1905000"/>
                </a:lnTo>
                <a:lnTo>
                  <a:pt x="2362200" y="1895475"/>
                </a:lnTo>
                <a:lnTo>
                  <a:pt x="2381250" y="1895475"/>
                </a:lnTo>
                <a:lnTo>
                  <a:pt x="2381250" y="1838325"/>
                </a:lnTo>
                <a:lnTo>
                  <a:pt x="2371725" y="1838325"/>
                </a:lnTo>
                <a:lnTo>
                  <a:pt x="2371725" y="1847850"/>
                </a:lnTo>
                <a:lnTo>
                  <a:pt x="2362200" y="1847850"/>
                </a:lnTo>
                <a:lnTo>
                  <a:pt x="2362200" y="1838325"/>
                </a:lnTo>
                <a:lnTo>
                  <a:pt x="2352675" y="1838325"/>
                </a:lnTo>
                <a:lnTo>
                  <a:pt x="2352675" y="1819275"/>
                </a:lnTo>
                <a:lnTo>
                  <a:pt x="2343150" y="1819275"/>
                </a:lnTo>
                <a:lnTo>
                  <a:pt x="2343150" y="1809750"/>
                </a:lnTo>
                <a:lnTo>
                  <a:pt x="2314575" y="1809750"/>
                </a:lnTo>
                <a:lnTo>
                  <a:pt x="2314575" y="1828800"/>
                </a:lnTo>
                <a:lnTo>
                  <a:pt x="2333625" y="1828800"/>
                </a:lnTo>
                <a:lnTo>
                  <a:pt x="2333625" y="1847850"/>
                </a:lnTo>
                <a:lnTo>
                  <a:pt x="2343150" y="1847850"/>
                </a:lnTo>
                <a:lnTo>
                  <a:pt x="2343150" y="1857375"/>
                </a:lnTo>
                <a:lnTo>
                  <a:pt x="2371725" y="1857375"/>
                </a:lnTo>
                <a:lnTo>
                  <a:pt x="2371725" y="1876425"/>
                </a:lnTo>
                <a:lnTo>
                  <a:pt x="2362200" y="1876425"/>
                </a:lnTo>
                <a:lnTo>
                  <a:pt x="2362200" y="1866900"/>
                </a:lnTo>
                <a:lnTo>
                  <a:pt x="2343150" y="1866900"/>
                </a:lnTo>
                <a:lnTo>
                  <a:pt x="2343150" y="1885950"/>
                </a:lnTo>
                <a:lnTo>
                  <a:pt x="2333625" y="1885950"/>
                </a:lnTo>
                <a:lnTo>
                  <a:pt x="2333625" y="1895475"/>
                </a:lnTo>
                <a:lnTo>
                  <a:pt x="2324100" y="1895475"/>
                </a:lnTo>
                <a:lnTo>
                  <a:pt x="2324100" y="1885950"/>
                </a:lnTo>
                <a:lnTo>
                  <a:pt x="2305050" y="1885950"/>
                </a:lnTo>
                <a:lnTo>
                  <a:pt x="2305050" y="1876425"/>
                </a:lnTo>
                <a:lnTo>
                  <a:pt x="2286000" y="1876425"/>
                </a:lnTo>
                <a:lnTo>
                  <a:pt x="2286000" y="1866900"/>
                </a:lnTo>
                <a:lnTo>
                  <a:pt x="2276475" y="1866900"/>
                </a:lnTo>
                <a:lnTo>
                  <a:pt x="2276475" y="1828800"/>
                </a:lnTo>
                <a:lnTo>
                  <a:pt x="2286000" y="1828800"/>
                </a:lnTo>
                <a:lnTo>
                  <a:pt x="2286000" y="1819275"/>
                </a:lnTo>
                <a:lnTo>
                  <a:pt x="2295525" y="1819275"/>
                </a:lnTo>
                <a:lnTo>
                  <a:pt x="2295525" y="1771650"/>
                </a:lnTo>
                <a:lnTo>
                  <a:pt x="2343150" y="1771650"/>
                </a:lnTo>
                <a:lnTo>
                  <a:pt x="2343150" y="1762125"/>
                </a:lnTo>
                <a:lnTo>
                  <a:pt x="2333625" y="1762125"/>
                </a:lnTo>
                <a:lnTo>
                  <a:pt x="2333625" y="1752600"/>
                </a:lnTo>
                <a:lnTo>
                  <a:pt x="2295525" y="1752600"/>
                </a:lnTo>
                <a:lnTo>
                  <a:pt x="2295525" y="1743075"/>
                </a:lnTo>
                <a:lnTo>
                  <a:pt x="2286000" y="1743075"/>
                </a:lnTo>
                <a:lnTo>
                  <a:pt x="2286000" y="1733550"/>
                </a:lnTo>
                <a:lnTo>
                  <a:pt x="2276475" y="1733550"/>
                </a:lnTo>
                <a:lnTo>
                  <a:pt x="2276475" y="1695450"/>
                </a:lnTo>
                <a:lnTo>
                  <a:pt x="2286000" y="1695450"/>
                </a:lnTo>
                <a:lnTo>
                  <a:pt x="2286000" y="1628775"/>
                </a:lnTo>
                <a:lnTo>
                  <a:pt x="2295525" y="1628775"/>
                </a:lnTo>
                <a:lnTo>
                  <a:pt x="2295525" y="1619250"/>
                </a:lnTo>
                <a:lnTo>
                  <a:pt x="2286000" y="1619250"/>
                </a:lnTo>
                <a:lnTo>
                  <a:pt x="2286000" y="1581150"/>
                </a:lnTo>
                <a:lnTo>
                  <a:pt x="2314575" y="1581150"/>
                </a:lnTo>
                <a:lnTo>
                  <a:pt x="2314575" y="1571625"/>
                </a:lnTo>
                <a:lnTo>
                  <a:pt x="2305050" y="1571625"/>
                </a:lnTo>
                <a:lnTo>
                  <a:pt x="2305050" y="1562100"/>
                </a:lnTo>
                <a:lnTo>
                  <a:pt x="2295525" y="1562100"/>
                </a:lnTo>
                <a:lnTo>
                  <a:pt x="2295525" y="1571625"/>
                </a:lnTo>
                <a:lnTo>
                  <a:pt x="2286000" y="1571625"/>
                </a:lnTo>
                <a:lnTo>
                  <a:pt x="2286000" y="1552575"/>
                </a:lnTo>
                <a:lnTo>
                  <a:pt x="2276475" y="1552575"/>
                </a:lnTo>
                <a:lnTo>
                  <a:pt x="2276475" y="1533525"/>
                </a:lnTo>
                <a:lnTo>
                  <a:pt x="2286000" y="1533525"/>
                </a:lnTo>
                <a:lnTo>
                  <a:pt x="2286000" y="1524000"/>
                </a:lnTo>
                <a:lnTo>
                  <a:pt x="2305050" y="1524000"/>
                </a:lnTo>
                <a:lnTo>
                  <a:pt x="2305050" y="1533525"/>
                </a:lnTo>
                <a:lnTo>
                  <a:pt x="2314575" y="1533525"/>
                </a:lnTo>
                <a:lnTo>
                  <a:pt x="2314575" y="1543050"/>
                </a:lnTo>
                <a:lnTo>
                  <a:pt x="2324100" y="1543050"/>
                </a:lnTo>
                <a:lnTo>
                  <a:pt x="2324100" y="1552575"/>
                </a:lnTo>
                <a:lnTo>
                  <a:pt x="2333625" y="1552575"/>
                </a:lnTo>
                <a:lnTo>
                  <a:pt x="2333625" y="1543050"/>
                </a:lnTo>
                <a:lnTo>
                  <a:pt x="2343150" y="1543050"/>
                </a:lnTo>
                <a:lnTo>
                  <a:pt x="2343150" y="1514475"/>
                </a:lnTo>
                <a:lnTo>
                  <a:pt x="2314575" y="1514475"/>
                </a:lnTo>
                <a:lnTo>
                  <a:pt x="2314575" y="1504950"/>
                </a:lnTo>
                <a:lnTo>
                  <a:pt x="2305050" y="1504950"/>
                </a:lnTo>
                <a:lnTo>
                  <a:pt x="2305050" y="1495425"/>
                </a:lnTo>
                <a:lnTo>
                  <a:pt x="2286000" y="1495425"/>
                </a:lnTo>
                <a:lnTo>
                  <a:pt x="2286000" y="1447800"/>
                </a:lnTo>
                <a:lnTo>
                  <a:pt x="2276475" y="1447800"/>
                </a:lnTo>
                <a:lnTo>
                  <a:pt x="2276475" y="1323975"/>
                </a:lnTo>
                <a:lnTo>
                  <a:pt x="2286000" y="1323975"/>
                </a:lnTo>
                <a:lnTo>
                  <a:pt x="2286000" y="1314450"/>
                </a:lnTo>
                <a:lnTo>
                  <a:pt x="2305050" y="1314450"/>
                </a:lnTo>
                <a:lnTo>
                  <a:pt x="2305050" y="1323975"/>
                </a:lnTo>
                <a:lnTo>
                  <a:pt x="2314575" y="1323975"/>
                </a:lnTo>
                <a:lnTo>
                  <a:pt x="2314575" y="1314450"/>
                </a:lnTo>
                <a:lnTo>
                  <a:pt x="2343150" y="1314450"/>
                </a:lnTo>
                <a:lnTo>
                  <a:pt x="2343150" y="1323975"/>
                </a:lnTo>
                <a:lnTo>
                  <a:pt x="2352675" y="1323975"/>
                </a:lnTo>
                <a:lnTo>
                  <a:pt x="2352675" y="1314450"/>
                </a:lnTo>
                <a:lnTo>
                  <a:pt x="2362200" y="1314450"/>
                </a:lnTo>
                <a:lnTo>
                  <a:pt x="2362200" y="1276350"/>
                </a:lnTo>
                <a:lnTo>
                  <a:pt x="2381250" y="1276350"/>
                </a:lnTo>
                <a:lnTo>
                  <a:pt x="2381250" y="1247775"/>
                </a:lnTo>
                <a:lnTo>
                  <a:pt x="2362200" y="1247775"/>
                </a:lnTo>
                <a:lnTo>
                  <a:pt x="2362200" y="1209675"/>
                </a:lnTo>
                <a:lnTo>
                  <a:pt x="2371725" y="1209675"/>
                </a:lnTo>
                <a:lnTo>
                  <a:pt x="2371725" y="1219200"/>
                </a:lnTo>
                <a:lnTo>
                  <a:pt x="2381250" y="1219200"/>
                </a:lnTo>
                <a:lnTo>
                  <a:pt x="2381250" y="1209675"/>
                </a:lnTo>
                <a:lnTo>
                  <a:pt x="2390775" y="1209675"/>
                </a:lnTo>
                <a:lnTo>
                  <a:pt x="2390775" y="1162050"/>
                </a:lnTo>
                <a:lnTo>
                  <a:pt x="2371725" y="1162050"/>
                </a:lnTo>
                <a:lnTo>
                  <a:pt x="2371725" y="1181100"/>
                </a:lnTo>
                <a:lnTo>
                  <a:pt x="2352675" y="1181100"/>
                </a:lnTo>
                <a:lnTo>
                  <a:pt x="2352675" y="1152525"/>
                </a:lnTo>
                <a:lnTo>
                  <a:pt x="2343150" y="1152525"/>
                </a:lnTo>
                <a:lnTo>
                  <a:pt x="2343150" y="1143000"/>
                </a:lnTo>
                <a:lnTo>
                  <a:pt x="2324100" y="1143000"/>
                </a:lnTo>
                <a:lnTo>
                  <a:pt x="2324100" y="1133475"/>
                </a:lnTo>
                <a:lnTo>
                  <a:pt x="2305050" y="1133475"/>
                </a:lnTo>
                <a:lnTo>
                  <a:pt x="2305050" y="1152525"/>
                </a:lnTo>
                <a:lnTo>
                  <a:pt x="2295525" y="1152525"/>
                </a:lnTo>
                <a:lnTo>
                  <a:pt x="2295525" y="1162050"/>
                </a:lnTo>
                <a:lnTo>
                  <a:pt x="2286000" y="1162050"/>
                </a:lnTo>
                <a:lnTo>
                  <a:pt x="2286000" y="1152525"/>
                </a:lnTo>
                <a:lnTo>
                  <a:pt x="2276475" y="1152525"/>
                </a:lnTo>
                <a:lnTo>
                  <a:pt x="2276475" y="1038225"/>
                </a:lnTo>
                <a:lnTo>
                  <a:pt x="2286000" y="1038225"/>
                </a:lnTo>
                <a:lnTo>
                  <a:pt x="2286000" y="1028700"/>
                </a:lnTo>
                <a:lnTo>
                  <a:pt x="2295525" y="1028700"/>
                </a:lnTo>
                <a:lnTo>
                  <a:pt x="2295525" y="990600"/>
                </a:lnTo>
                <a:lnTo>
                  <a:pt x="2286000" y="990600"/>
                </a:lnTo>
                <a:lnTo>
                  <a:pt x="2286000" y="981075"/>
                </a:lnTo>
                <a:lnTo>
                  <a:pt x="2295525" y="981075"/>
                </a:lnTo>
                <a:lnTo>
                  <a:pt x="2295525" y="971550"/>
                </a:lnTo>
                <a:lnTo>
                  <a:pt x="2305050" y="971550"/>
                </a:lnTo>
                <a:lnTo>
                  <a:pt x="2305050" y="962025"/>
                </a:lnTo>
                <a:lnTo>
                  <a:pt x="2314575" y="962025"/>
                </a:lnTo>
                <a:lnTo>
                  <a:pt x="2314575" y="952500"/>
                </a:lnTo>
                <a:lnTo>
                  <a:pt x="2305050" y="952500"/>
                </a:lnTo>
                <a:lnTo>
                  <a:pt x="2305050" y="904875"/>
                </a:lnTo>
                <a:lnTo>
                  <a:pt x="2314575" y="904875"/>
                </a:lnTo>
                <a:lnTo>
                  <a:pt x="2314575" y="895350"/>
                </a:lnTo>
                <a:lnTo>
                  <a:pt x="2343150" y="895350"/>
                </a:lnTo>
                <a:lnTo>
                  <a:pt x="2343150" y="876300"/>
                </a:lnTo>
                <a:lnTo>
                  <a:pt x="2352675" y="876300"/>
                </a:lnTo>
                <a:lnTo>
                  <a:pt x="2352675" y="857250"/>
                </a:lnTo>
                <a:lnTo>
                  <a:pt x="2324100" y="857250"/>
                </a:lnTo>
                <a:lnTo>
                  <a:pt x="2324100" y="866775"/>
                </a:lnTo>
                <a:lnTo>
                  <a:pt x="2314575" y="866775"/>
                </a:lnTo>
                <a:lnTo>
                  <a:pt x="2314575" y="857250"/>
                </a:lnTo>
                <a:lnTo>
                  <a:pt x="2305050" y="857250"/>
                </a:lnTo>
                <a:lnTo>
                  <a:pt x="2305050" y="847725"/>
                </a:lnTo>
                <a:lnTo>
                  <a:pt x="2324100" y="847725"/>
                </a:lnTo>
                <a:lnTo>
                  <a:pt x="2324100" y="838200"/>
                </a:lnTo>
                <a:lnTo>
                  <a:pt x="2333625" y="838200"/>
                </a:lnTo>
                <a:lnTo>
                  <a:pt x="2333625" y="828675"/>
                </a:lnTo>
                <a:lnTo>
                  <a:pt x="2343150" y="828675"/>
                </a:lnTo>
                <a:lnTo>
                  <a:pt x="2343150" y="838200"/>
                </a:lnTo>
                <a:lnTo>
                  <a:pt x="2362200" y="838200"/>
                </a:lnTo>
                <a:lnTo>
                  <a:pt x="2362200" y="809625"/>
                </a:lnTo>
                <a:lnTo>
                  <a:pt x="2343150" y="809625"/>
                </a:lnTo>
                <a:lnTo>
                  <a:pt x="2343150" y="800100"/>
                </a:lnTo>
                <a:lnTo>
                  <a:pt x="2352675" y="800100"/>
                </a:lnTo>
                <a:lnTo>
                  <a:pt x="2352675" y="790575"/>
                </a:lnTo>
                <a:lnTo>
                  <a:pt x="2343150" y="790575"/>
                </a:lnTo>
                <a:lnTo>
                  <a:pt x="2343150" y="781050"/>
                </a:lnTo>
                <a:lnTo>
                  <a:pt x="2324100" y="781050"/>
                </a:lnTo>
                <a:lnTo>
                  <a:pt x="2324100" y="771525"/>
                </a:lnTo>
                <a:lnTo>
                  <a:pt x="2314575" y="771525"/>
                </a:lnTo>
                <a:lnTo>
                  <a:pt x="2314575" y="781050"/>
                </a:lnTo>
                <a:lnTo>
                  <a:pt x="2286000" y="781050"/>
                </a:lnTo>
                <a:lnTo>
                  <a:pt x="2286000" y="762000"/>
                </a:lnTo>
                <a:lnTo>
                  <a:pt x="2295525" y="762000"/>
                </a:lnTo>
                <a:lnTo>
                  <a:pt x="2295525" y="752475"/>
                </a:lnTo>
                <a:lnTo>
                  <a:pt x="2305050" y="752475"/>
                </a:lnTo>
                <a:lnTo>
                  <a:pt x="2305050" y="733425"/>
                </a:lnTo>
                <a:lnTo>
                  <a:pt x="2286000" y="733425"/>
                </a:lnTo>
                <a:lnTo>
                  <a:pt x="2286000" y="723900"/>
                </a:lnTo>
                <a:lnTo>
                  <a:pt x="2276475" y="723900"/>
                </a:lnTo>
                <a:lnTo>
                  <a:pt x="2276475" y="714375"/>
                </a:lnTo>
                <a:lnTo>
                  <a:pt x="2286000" y="714375"/>
                </a:lnTo>
                <a:lnTo>
                  <a:pt x="2286000" y="704850"/>
                </a:lnTo>
                <a:lnTo>
                  <a:pt x="2305050" y="704850"/>
                </a:lnTo>
                <a:lnTo>
                  <a:pt x="2305050" y="666750"/>
                </a:lnTo>
                <a:lnTo>
                  <a:pt x="2295525" y="666750"/>
                </a:lnTo>
                <a:lnTo>
                  <a:pt x="2295525" y="638175"/>
                </a:lnTo>
                <a:lnTo>
                  <a:pt x="2305050" y="638175"/>
                </a:lnTo>
                <a:lnTo>
                  <a:pt x="2305050" y="647700"/>
                </a:lnTo>
                <a:lnTo>
                  <a:pt x="2324100" y="647700"/>
                </a:lnTo>
                <a:lnTo>
                  <a:pt x="2324100" y="657225"/>
                </a:lnTo>
                <a:lnTo>
                  <a:pt x="2343150" y="657225"/>
                </a:lnTo>
                <a:lnTo>
                  <a:pt x="2343150" y="666750"/>
                </a:lnTo>
                <a:lnTo>
                  <a:pt x="2352675" y="666750"/>
                </a:lnTo>
                <a:lnTo>
                  <a:pt x="2352675" y="628650"/>
                </a:lnTo>
                <a:lnTo>
                  <a:pt x="2362200" y="628650"/>
                </a:lnTo>
                <a:lnTo>
                  <a:pt x="2362200" y="638175"/>
                </a:lnTo>
                <a:lnTo>
                  <a:pt x="2371725" y="638175"/>
                </a:lnTo>
                <a:lnTo>
                  <a:pt x="2371725" y="647700"/>
                </a:lnTo>
                <a:lnTo>
                  <a:pt x="2381250" y="647700"/>
                </a:lnTo>
                <a:lnTo>
                  <a:pt x="2381250" y="638175"/>
                </a:lnTo>
                <a:lnTo>
                  <a:pt x="2390775" y="638175"/>
                </a:lnTo>
                <a:lnTo>
                  <a:pt x="2390775" y="447675"/>
                </a:lnTo>
                <a:lnTo>
                  <a:pt x="2381250" y="447675"/>
                </a:lnTo>
                <a:lnTo>
                  <a:pt x="2381250" y="409575"/>
                </a:lnTo>
                <a:lnTo>
                  <a:pt x="2371725" y="409575"/>
                </a:lnTo>
                <a:lnTo>
                  <a:pt x="2371725" y="428625"/>
                </a:lnTo>
                <a:lnTo>
                  <a:pt x="2362200" y="428625"/>
                </a:lnTo>
                <a:lnTo>
                  <a:pt x="2362200" y="419100"/>
                </a:lnTo>
                <a:lnTo>
                  <a:pt x="2333625" y="419100"/>
                </a:lnTo>
                <a:lnTo>
                  <a:pt x="2333625" y="428625"/>
                </a:lnTo>
                <a:lnTo>
                  <a:pt x="2324100" y="428625"/>
                </a:lnTo>
                <a:lnTo>
                  <a:pt x="2324100" y="419100"/>
                </a:lnTo>
                <a:lnTo>
                  <a:pt x="2295525" y="419100"/>
                </a:lnTo>
                <a:lnTo>
                  <a:pt x="2295525" y="428625"/>
                </a:lnTo>
                <a:lnTo>
                  <a:pt x="2286000" y="428625"/>
                </a:lnTo>
                <a:lnTo>
                  <a:pt x="2286000" y="438150"/>
                </a:lnTo>
                <a:lnTo>
                  <a:pt x="2276475" y="438150"/>
                </a:lnTo>
                <a:lnTo>
                  <a:pt x="2276475" y="447675"/>
                </a:lnTo>
                <a:lnTo>
                  <a:pt x="2247900" y="447675"/>
                </a:lnTo>
                <a:lnTo>
                  <a:pt x="2247900" y="428625"/>
                </a:lnTo>
                <a:lnTo>
                  <a:pt x="2238375" y="428625"/>
                </a:lnTo>
                <a:lnTo>
                  <a:pt x="2238375" y="390525"/>
                </a:lnTo>
                <a:lnTo>
                  <a:pt x="2219325" y="390525"/>
                </a:lnTo>
                <a:lnTo>
                  <a:pt x="2219325" y="381000"/>
                </a:lnTo>
                <a:lnTo>
                  <a:pt x="2209800" y="381000"/>
                </a:lnTo>
                <a:lnTo>
                  <a:pt x="2209800" y="371475"/>
                </a:lnTo>
                <a:lnTo>
                  <a:pt x="2200275" y="371475"/>
                </a:lnTo>
                <a:lnTo>
                  <a:pt x="2200275" y="361950"/>
                </a:lnTo>
                <a:lnTo>
                  <a:pt x="2209800" y="361950"/>
                </a:lnTo>
                <a:lnTo>
                  <a:pt x="2209800" y="352425"/>
                </a:lnTo>
                <a:lnTo>
                  <a:pt x="2190750" y="352425"/>
                </a:lnTo>
                <a:lnTo>
                  <a:pt x="2190750" y="342900"/>
                </a:lnTo>
                <a:lnTo>
                  <a:pt x="2209800" y="342900"/>
                </a:lnTo>
                <a:lnTo>
                  <a:pt x="2209800" y="333375"/>
                </a:lnTo>
                <a:lnTo>
                  <a:pt x="2200275" y="333375"/>
                </a:lnTo>
                <a:lnTo>
                  <a:pt x="2200275" y="314325"/>
                </a:lnTo>
                <a:lnTo>
                  <a:pt x="2219325" y="314325"/>
                </a:lnTo>
                <a:lnTo>
                  <a:pt x="2219325" y="304800"/>
                </a:lnTo>
                <a:lnTo>
                  <a:pt x="2238375" y="304800"/>
                </a:lnTo>
                <a:lnTo>
                  <a:pt x="2238375" y="295275"/>
                </a:lnTo>
                <a:lnTo>
                  <a:pt x="2219325" y="295275"/>
                </a:lnTo>
                <a:lnTo>
                  <a:pt x="2219325" y="285750"/>
                </a:lnTo>
                <a:lnTo>
                  <a:pt x="2190750" y="285750"/>
                </a:lnTo>
                <a:lnTo>
                  <a:pt x="2190750" y="295275"/>
                </a:lnTo>
                <a:lnTo>
                  <a:pt x="2181225" y="295275"/>
                </a:lnTo>
                <a:lnTo>
                  <a:pt x="2181225" y="285750"/>
                </a:lnTo>
                <a:lnTo>
                  <a:pt x="2171700" y="285750"/>
                </a:lnTo>
                <a:lnTo>
                  <a:pt x="2171700" y="304800"/>
                </a:lnTo>
                <a:lnTo>
                  <a:pt x="2152650" y="304800"/>
                </a:lnTo>
                <a:lnTo>
                  <a:pt x="2152650" y="295275"/>
                </a:lnTo>
                <a:lnTo>
                  <a:pt x="2143125" y="295275"/>
                </a:lnTo>
                <a:lnTo>
                  <a:pt x="2143125" y="285750"/>
                </a:lnTo>
                <a:lnTo>
                  <a:pt x="2133600" y="285750"/>
                </a:lnTo>
                <a:lnTo>
                  <a:pt x="2133600" y="247650"/>
                </a:lnTo>
                <a:lnTo>
                  <a:pt x="2181225" y="247650"/>
                </a:lnTo>
                <a:lnTo>
                  <a:pt x="2181225" y="257175"/>
                </a:lnTo>
                <a:lnTo>
                  <a:pt x="2190750" y="257175"/>
                </a:lnTo>
                <a:lnTo>
                  <a:pt x="2190750" y="247650"/>
                </a:lnTo>
                <a:lnTo>
                  <a:pt x="2238375" y="247650"/>
                </a:lnTo>
                <a:lnTo>
                  <a:pt x="2238375" y="257175"/>
                </a:lnTo>
                <a:lnTo>
                  <a:pt x="2266950" y="257175"/>
                </a:lnTo>
                <a:lnTo>
                  <a:pt x="2266950" y="238125"/>
                </a:lnTo>
                <a:lnTo>
                  <a:pt x="2247900" y="238125"/>
                </a:lnTo>
                <a:lnTo>
                  <a:pt x="2247900" y="228600"/>
                </a:lnTo>
                <a:lnTo>
                  <a:pt x="2238375" y="228600"/>
                </a:lnTo>
                <a:lnTo>
                  <a:pt x="2238375" y="209550"/>
                </a:lnTo>
                <a:lnTo>
                  <a:pt x="2257425" y="209550"/>
                </a:lnTo>
                <a:lnTo>
                  <a:pt x="2257425" y="219075"/>
                </a:lnTo>
                <a:lnTo>
                  <a:pt x="2276475" y="219075"/>
                </a:lnTo>
                <a:lnTo>
                  <a:pt x="2276475" y="228600"/>
                </a:lnTo>
                <a:lnTo>
                  <a:pt x="2286000" y="228600"/>
                </a:lnTo>
                <a:lnTo>
                  <a:pt x="2286000" y="219075"/>
                </a:lnTo>
                <a:lnTo>
                  <a:pt x="2295525" y="219075"/>
                </a:lnTo>
                <a:lnTo>
                  <a:pt x="2295525" y="209550"/>
                </a:lnTo>
                <a:lnTo>
                  <a:pt x="2305050" y="209550"/>
                </a:lnTo>
                <a:lnTo>
                  <a:pt x="2305050" y="190500"/>
                </a:lnTo>
                <a:lnTo>
                  <a:pt x="2314575" y="190500"/>
                </a:lnTo>
                <a:close/>
                <a:moveTo>
                  <a:pt x="2362200" y="180975"/>
                </a:moveTo>
                <a:lnTo>
                  <a:pt x="2371725" y="180975"/>
                </a:lnTo>
                <a:lnTo>
                  <a:pt x="2371725" y="200025"/>
                </a:lnTo>
                <a:lnTo>
                  <a:pt x="2381250" y="200025"/>
                </a:lnTo>
                <a:lnTo>
                  <a:pt x="2381250" y="228600"/>
                </a:lnTo>
                <a:lnTo>
                  <a:pt x="2390775" y="228600"/>
                </a:lnTo>
                <a:lnTo>
                  <a:pt x="2390775" y="238125"/>
                </a:lnTo>
                <a:lnTo>
                  <a:pt x="2371725" y="238125"/>
                </a:lnTo>
                <a:lnTo>
                  <a:pt x="2371725" y="257175"/>
                </a:lnTo>
                <a:lnTo>
                  <a:pt x="2352675" y="257175"/>
                </a:lnTo>
                <a:lnTo>
                  <a:pt x="2352675" y="266700"/>
                </a:lnTo>
                <a:lnTo>
                  <a:pt x="2324100" y="266700"/>
                </a:lnTo>
                <a:lnTo>
                  <a:pt x="2324100" y="257175"/>
                </a:lnTo>
                <a:lnTo>
                  <a:pt x="2343150" y="257175"/>
                </a:lnTo>
                <a:lnTo>
                  <a:pt x="2343150" y="247650"/>
                </a:lnTo>
                <a:lnTo>
                  <a:pt x="2352675" y="247650"/>
                </a:lnTo>
                <a:lnTo>
                  <a:pt x="2352675" y="228600"/>
                </a:lnTo>
                <a:lnTo>
                  <a:pt x="2371725" y="228600"/>
                </a:lnTo>
                <a:lnTo>
                  <a:pt x="2371725" y="209550"/>
                </a:lnTo>
                <a:lnTo>
                  <a:pt x="2362200" y="209550"/>
                </a:lnTo>
                <a:close/>
                <a:moveTo>
                  <a:pt x="38100" y="266700"/>
                </a:moveTo>
                <a:lnTo>
                  <a:pt x="47625" y="266700"/>
                </a:lnTo>
                <a:lnTo>
                  <a:pt x="47625" y="333375"/>
                </a:lnTo>
                <a:lnTo>
                  <a:pt x="57150" y="333375"/>
                </a:lnTo>
                <a:lnTo>
                  <a:pt x="57150" y="342900"/>
                </a:lnTo>
                <a:lnTo>
                  <a:pt x="66675" y="342900"/>
                </a:lnTo>
                <a:lnTo>
                  <a:pt x="66675" y="361950"/>
                </a:lnTo>
                <a:lnTo>
                  <a:pt x="76200" y="361950"/>
                </a:lnTo>
                <a:lnTo>
                  <a:pt x="76200" y="342900"/>
                </a:lnTo>
                <a:lnTo>
                  <a:pt x="95250" y="342900"/>
                </a:lnTo>
                <a:lnTo>
                  <a:pt x="95250" y="333375"/>
                </a:lnTo>
                <a:lnTo>
                  <a:pt x="114300" y="333375"/>
                </a:lnTo>
                <a:lnTo>
                  <a:pt x="114300" y="342900"/>
                </a:lnTo>
                <a:lnTo>
                  <a:pt x="133350" y="342900"/>
                </a:lnTo>
                <a:lnTo>
                  <a:pt x="133350" y="361950"/>
                </a:lnTo>
                <a:lnTo>
                  <a:pt x="123825" y="361950"/>
                </a:lnTo>
                <a:lnTo>
                  <a:pt x="123825" y="352425"/>
                </a:lnTo>
                <a:lnTo>
                  <a:pt x="114300" y="352425"/>
                </a:lnTo>
                <a:lnTo>
                  <a:pt x="114300" y="361950"/>
                </a:lnTo>
                <a:lnTo>
                  <a:pt x="104775" y="361950"/>
                </a:lnTo>
                <a:lnTo>
                  <a:pt x="104775" y="400050"/>
                </a:lnTo>
                <a:lnTo>
                  <a:pt x="114300" y="400050"/>
                </a:lnTo>
                <a:lnTo>
                  <a:pt x="114300" y="419100"/>
                </a:lnTo>
                <a:lnTo>
                  <a:pt x="133350" y="419100"/>
                </a:lnTo>
                <a:lnTo>
                  <a:pt x="133350" y="447675"/>
                </a:lnTo>
                <a:lnTo>
                  <a:pt x="95250" y="447675"/>
                </a:lnTo>
                <a:lnTo>
                  <a:pt x="95250" y="438150"/>
                </a:lnTo>
                <a:lnTo>
                  <a:pt x="85725" y="438150"/>
                </a:lnTo>
                <a:lnTo>
                  <a:pt x="85725" y="428625"/>
                </a:lnTo>
                <a:lnTo>
                  <a:pt x="76200" y="428625"/>
                </a:lnTo>
                <a:lnTo>
                  <a:pt x="76200" y="409575"/>
                </a:lnTo>
                <a:lnTo>
                  <a:pt x="57150" y="409575"/>
                </a:lnTo>
                <a:lnTo>
                  <a:pt x="57150" y="447675"/>
                </a:lnTo>
                <a:lnTo>
                  <a:pt x="66675" y="447675"/>
                </a:lnTo>
                <a:lnTo>
                  <a:pt x="66675" y="466725"/>
                </a:lnTo>
                <a:lnTo>
                  <a:pt x="76200" y="466725"/>
                </a:lnTo>
                <a:lnTo>
                  <a:pt x="76200" y="485775"/>
                </a:lnTo>
                <a:lnTo>
                  <a:pt x="66675" y="485775"/>
                </a:lnTo>
                <a:lnTo>
                  <a:pt x="66675" y="495300"/>
                </a:lnTo>
                <a:lnTo>
                  <a:pt x="114300" y="495300"/>
                </a:lnTo>
                <a:lnTo>
                  <a:pt x="114300" y="514350"/>
                </a:lnTo>
                <a:lnTo>
                  <a:pt x="104775" y="514350"/>
                </a:lnTo>
                <a:lnTo>
                  <a:pt x="104775" y="523875"/>
                </a:lnTo>
                <a:lnTo>
                  <a:pt x="123825" y="523875"/>
                </a:lnTo>
                <a:lnTo>
                  <a:pt x="123825" y="533400"/>
                </a:lnTo>
                <a:lnTo>
                  <a:pt x="133350" y="533400"/>
                </a:lnTo>
                <a:lnTo>
                  <a:pt x="133350" y="542925"/>
                </a:lnTo>
                <a:lnTo>
                  <a:pt x="142875" y="542925"/>
                </a:lnTo>
                <a:lnTo>
                  <a:pt x="142875" y="561975"/>
                </a:lnTo>
                <a:lnTo>
                  <a:pt x="161925" y="561975"/>
                </a:lnTo>
                <a:lnTo>
                  <a:pt x="161925" y="609600"/>
                </a:lnTo>
                <a:lnTo>
                  <a:pt x="142875" y="609600"/>
                </a:lnTo>
                <a:lnTo>
                  <a:pt x="142875" y="628650"/>
                </a:lnTo>
                <a:lnTo>
                  <a:pt x="161925" y="628650"/>
                </a:lnTo>
                <a:lnTo>
                  <a:pt x="161925" y="657225"/>
                </a:lnTo>
                <a:lnTo>
                  <a:pt x="142875" y="657225"/>
                </a:lnTo>
                <a:lnTo>
                  <a:pt x="142875" y="666750"/>
                </a:lnTo>
                <a:lnTo>
                  <a:pt x="133350" y="666750"/>
                </a:lnTo>
                <a:lnTo>
                  <a:pt x="133350" y="676275"/>
                </a:lnTo>
                <a:lnTo>
                  <a:pt x="142875" y="676275"/>
                </a:lnTo>
                <a:lnTo>
                  <a:pt x="142875" y="685800"/>
                </a:lnTo>
                <a:lnTo>
                  <a:pt x="152400" y="685800"/>
                </a:lnTo>
                <a:lnTo>
                  <a:pt x="152400" y="695325"/>
                </a:lnTo>
                <a:lnTo>
                  <a:pt x="161925" y="695325"/>
                </a:lnTo>
                <a:lnTo>
                  <a:pt x="161925" y="704850"/>
                </a:lnTo>
                <a:lnTo>
                  <a:pt x="152400" y="704850"/>
                </a:lnTo>
                <a:lnTo>
                  <a:pt x="152400" y="714375"/>
                </a:lnTo>
                <a:lnTo>
                  <a:pt x="161925" y="714375"/>
                </a:lnTo>
                <a:lnTo>
                  <a:pt x="161925" y="838200"/>
                </a:lnTo>
                <a:lnTo>
                  <a:pt x="152400" y="838200"/>
                </a:lnTo>
                <a:lnTo>
                  <a:pt x="152400" y="847725"/>
                </a:lnTo>
                <a:lnTo>
                  <a:pt x="133350" y="847725"/>
                </a:lnTo>
                <a:lnTo>
                  <a:pt x="133350" y="838200"/>
                </a:lnTo>
                <a:lnTo>
                  <a:pt x="123825" y="838200"/>
                </a:lnTo>
                <a:lnTo>
                  <a:pt x="123825" y="828675"/>
                </a:lnTo>
                <a:lnTo>
                  <a:pt x="95250" y="828675"/>
                </a:lnTo>
                <a:lnTo>
                  <a:pt x="95250" y="838200"/>
                </a:lnTo>
                <a:lnTo>
                  <a:pt x="104775" y="838200"/>
                </a:lnTo>
                <a:lnTo>
                  <a:pt x="104775" y="857250"/>
                </a:lnTo>
                <a:lnTo>
                  <a:pt x="114300" y="857250"/>
                </a:lnTo>
                <a:lnTo>
                  <a:pt x="114300" y="866775"/>
                </a:lnTo>
                <a:lnTo>
                  <a:pt x="104775" y="866775"/>
                </a:lnTo>
                <a:lnTo>
                  <a:pt x="104775" y="876300"/>
                </a:lnTo>
                <a:lnTo>
                  <a:pt x="95250" y="876300"/>
                </a:lnTo>
                <a:lnTo>
                  <a:pt x="95250" y="895350"/>
                </a:lnTo>
                <a:lnTo>
                  <a:pt x="104775" y="895350"/>
                </a:lnTo>
                <a:lnTo>
                  <a:pt x="104775" y="904875"/>
                </a:lnTo>
                <a:lnTo>
                  <a:pt x="123825" y="904875"/>
                </a:lnTo>
                <a:lnTo>
                  <a:pt x="123825" y="895350"/>
                </a:lnTo>
                <a:lnTo>
                  <a:pt x="133350" y="895350"/>
                </a:lnTo>
                <a:lnTo>
                  <a:pt x="133350" y="904875"/>
                </a:lnTo>
                <a:lnTo>
                  <a:pt x="142875" y="904875"/>
                </a:lnTo>
                <a:lnTo>
                  <a:pt x="142875" y="914400"/>
                </a:lnTo>
                <a:lnTo>
                  <a:pt x="104775" y="914400"/>
                </a:lnTo>
                <a:lnTo>
                  <a:pt x="104775" y="923925"/>
                </a:lnTo>
                <a:lnTo>
                  <a:pt x="114300" y="923925"/>
                </a:lnTo>
                <a:lnTo>
                  <a:pt x="114300" y="933450"/>
                </a:lnTo>
                <a:lnTo>
                  <a:pt x="104775" y="933450"/>
                </a:lnTo>
                <a:lnTo>
                  <a:pt x="104775" y="952500"/>
                </a:lnTo>
                <a:lnTo>
                  <a:pt x="95250" y="952500"/>
                </a:lnTo>
                <a:lnTo>
                  <a:pt x="95250" y="981075"/>
                </a:lnTo>
                <a:lnTo>
                  <a:pt x="104775" y="981075"/>
                </a:lnTo>
                <a:lnTo>
                  <a:pt x="104775" y="971550"/>
                </a:lnTo>
                <a:lnTo>
                  <a:pt x="114300" y="971550"/>
                </a:lnTo>
                <a:lnTo>
                  <a:pt x="114300" y="962025"/>
                </a:lnTo>
                <a:lnTo>
                  <a:pt x="133350" y="962025"/>
                </a:lnTo>
                <a:lnTo>
                  <a:pt x="133350" y="952500"/>
                </a:lnTo>
                <a:lnTo>
                  <a:pt x="123825" y="952500"/>
                </a:lnTo>
                <a:lnTo>
                  <a:pt x="123825" y="942975"/>
                </a:lnTo>
                <a:lnTo>
                  <a:pt x="133350" y="942975"/>
                </a:lnTo>
                <a:lnTo>
                  <a:pt x="133350" y="923925"/>
                </a:lnTo>
                <a:lnTo>
                  <a:pt x="142875" y="923925"/>
                </a:lnTo>
                <a:lnTo>
                  <a:pt x="142875" y="942975"/>
                </a:lnTo>
                <a:lnTo>
                  <a:pt x="152400" y="942975"/>
                </a:lnTo>
                <a:lnTo>
                  <a:pt x="152400" y="952500"/>
                </a:lnTo>
                <a:lnTo>
                  <a:pt x="161925" y="952500"/>
                </a:lnTo>
                <a:lnTo>
                  <a:pt x="161925" y="1095375"/>
                </a:lnTo>
                <a:lnTo>
                  <a:pt x="152400" y="1095375"/>
                </a:lnTo>
                <a:lnTo>
                  <a:pt x="152400" y="1114425"/>
                </a:lnTo>
                <a:lnTo>
                  <a:pt x="161925" y="1114425"/>
                </a:lnTo>
                <a:lnTo>
                  <a:pt x="161925" y="1181100"/>
                </a:lnTo>
                <a:lnTo>
                  <a:pt x="142875" y="1181100"/>
                </a:lnTo>
                <a:lnTo>
                  <a:pt x="142875" y="1152525"/>
                </a:lnTo>
                <a:lnTo>
                  <a:pt x="123825" y="1152525"/>
                </a:lnTo>
                <a:lnTo>
                  <a:pt x="123825" y="1114425"/>
                </a:lnTo>
                <a:lnTo>
                  <a:pt x="104775" y="1114425"/>
                </a:lnTo>
                <a:lnTo>
                  <a:pt x="104775" y="1123950"/>
                </a:lnTo>
                <a:lnTo>
                  <a:pt x="95250" y="1123950"/>
                </a:lnTo>
                <a:lnTo>
                  <a:pt x="95250" y="1133475"/>
                </a:lnTo>
                <a:lnTo>
                  <a:pt x="76200" y="1133475"/>
                </a:lnTo>
                <a:lnTo>
                  <a:pt x="76200" y="1123950"/>
                </a:lnTo>
                <a:lnTo>
                  <a:pt x="66675" y="1123950"/>
                </a:lnTo>
                <a:lnTo>
                  <a:pt x="66675" y="1114425"/>
                </a:lnTo>
                <a:lnTo>
                  <a:pt x="47625" y="1114425"/>
                </a:lnTo>
                <a:lnTo>
                  <a:pt x="47625" y="1219200"/>
                </a:lnTo>
                <a:lnTo>
                  <a:pt x="57150" y="1219200"/>
                </a:lnTo>
                <a:lnTo>
                  <a:pt x="57150" y="1238250"/>
                </a:lnTo>
                <a:lnTo>
                  <a:pt x="66675" y="1238250"/>
                </a:lnTo>
                <a:lnTo>
                  <a:pt x="66675" y="1247775"/>
                </a:lnTo>
                <a:lnTo>
                  <a:pt x="95250" y="1247775"/>
                </a:lnTo>
                <a:lnTo>
                  <a:pt x="95250" y="1276350"/>
                </a:lnTo>
                <a:lnTo>
                  <a:pt x="104775" y="1276350"/>
                </a:lnTo>
                <a:lnTo>
                  <a:pt x="104775" y="1295400"/>
                </a:lnTo>
                <a:lnTo>
                  <a:pt x="133350" y="1295400"/>
                </a:lnTo>
                <a:lnTo>
                  <a:pt x="133350" y="1304925"/>
                </a:lnTo>
                <a:lnTo>
                  <a:pt x="161925" y="1304925"/>
                </a:lnTo>
                <a:lnTo>
                  <a:pt x="161925" y="1352550"/>
                </a:lnTo>
                <a:lnTo>
                  <a:pt x="152400" y="1352550"/>
                </a:lnTo>
                <a:lnTo>
                  <a:pt x="152400" y="1381125"/>
                </a:lnTo>
                <a:lnTo>
                  <a:pt x="161925" y="1381125"/>
                </a:lnTo>
                <a:lnTo>
                  <a:pt x="161925" y="1457325"/>
                </a:lnTo>
                <a:lnTo>
                  <a:pt x="152400" y="1457325"/>
                </a:lnTo>
                <a:lnTo>
                  <a:pt x="152400" y="1466850"/>
                </a:lnTo>
                <a:lnTo>
                  <a:pt x="161925" y="1466850"/>
                </a:lnTo>
                <a:lnTo>
                  <a:pt x="161925" y="1514475"/>
                </a:lnTo>
                <a:lnTo>
                  <a:pt x="152400" y="1514475"/>
                </a:lnTo>
                <a:lnTo>
                  <a:pt x="152400" y="1533525"/>
                </a:lnTo>
                <a:lnTo>
                  <a:pt x="142875" y="1533525"/>
                </a:lnTo>
                <a:lnTo>
                  <a:pt x="142875" y="1495425"/>
                </a:lnTo>
                <a:lnTo>
                  <a:pt x="133350" y="1495425"/>
                </a:lnTo>
                <a:lnTo>
                  <a:pt x="133350" y="1485900"/>
                </a:lnTo>
                <a:lnTo>
                  <a:pt x="123825" y="1485900"/>
                </a:lnTo>
                <a:lnTo>
                  <a:pt x="123825" y="1466850"/>
                </a:lnTo>
                <a:lnTo>
                  <a:pt x="95250" y="1466850"/>
                </a:lnTo>
                <a:lnTo>
                  <a:pt x="95250" y="1476375"/>
                </a:lnTo>
                <a:lnTo>
                  <a:pt x="85725" y="1476375"/>
                </a:lnTo>
                <a:lnTo>
                  <a:pt x="85725" y="1485900"/>
                </a:lnTo>
                <a:lnTo>
                  <a:pt x="95250" y="1485900"/>
                </a:lnTo>
                <a:lnTo>
                  <a:pt x="95250" y="1495425"/>
                </a:lnTo>
                <a:lnTo>
                  <a:pt x="114300" y="1495425"/>
                </a:lnTo>
                <a:lnTo>
                  <a:pt x="114300" y="1514475"/>
                </a:lnTo>
                <a:lnTo>
                  <a:pt x="104775" y="1514475"/>
                </a:lnTo>
                <a:lnTo>
                  <a:pt x="104775" y="1533525"/>
                </a:lnTo>
                <a:lnTo>
                  <a:pt x="95250" y="1533525"/>
                </a:lnTo>
                <a:lnTo>
                  <a:pt x="95250" y="1581150"/>
                </a:lnTo>
                <a:lnTo>
                  <a:pt x="76200" y="1581150"/>
                </a:lnTo>
                <a:lnTo>
                  <a:pt x="76200" y="1562100"/>
                </a:lnTo>
                <a:lnTo>
                  <a:pt x="57150" y="1562100"/>
                </a:lnTo>
                <a:lnTo>
                  <a:pt x="57150" y="1638300"/>
                </a:lnTo>
                <a:lnTo>
                  <a:pt x="76200" y="1638300"/>
                </a:lnTo>
                <a:lnTo>
                  <a:pt x="76200" y="1628775"/>
                </a:lnTo>
                <a:lnTo>
                  <a:pt x="85725" y="1628775"/>
                </a:lnTo>
                <a:lnTo>
                  <a:pt x="85725" y="1619250"/>
                </a:lnTo>
                <a:lnTo>
                  <a:pt x="104775" y="1619250"/>
                </a:lnTo>
                <a:lnTo>
                  <a:pt x="104775" y="1609725"/>
                </a:lnTo>
                <a:lnTo>
                  <a:pt x="133350" y="1609725"/>
                </a:lnTo>
                <a:lnTo>
                  <a:pt x="133350" y="1619250"/>
                </a:lnTo>
                <a:lnTo>
                  <a:pt x="161925" y="1619250"/>
                </a:lnTo>
                <a:lnTo>
                  <a:pt x="161925" y="1724025"/>
                </a:lnTo>
                <a:lnTo>
                  <a:pt x="152400" y="1724025"/>
                </a:lnTo>
                <a:lnTo>
                  <a:pt x="152400" y="1714500"/>
                </a:lnTo>
                <a:lnTo>
                  <a:pt x="142875" y="1714500"/>
                </a:lnTo>
                <a:lnTo>
                  <a:pt x="142875" y="1724025"/>
                </a:lnTo>
                <a:lnTo>
                  <a:pt x="133350" y="1724025"/>
                </a:lnTo>
                <a:lnTo>
                  <a:pt x="133350" y="1733550"/>
                </a:lnTo>
                <a:lnTo>
                  <a:pt x="114300" y="1733550"/>
                </a:lnTo>
                <a:lnTo>
                  <a:pt x="114300" y="1743075"/>
                </a:lnTo>
                <a:lnTo>
                  <a:pt x="123825" y="1743075"/>
                </a:lnTo>
                <a:lnTo>
                  <a:pt x="123825" y="1752600"/>
                </a:lnTo>
                <a:lnTo>
                  <a:pt x="142875" y="1752600"/>
                </a:lnTo>
                <a:lnTo>
                  <a:pt x="142875" y="1743075"/>
                </a:lnTo>
                <a:lnTo>
                  <a:pt x="152400" y="1743075"/>
                </a:lnTo>
                <a:lnTo>
                  <a:pt x="152400" y="1733550"/>
                </a:lnTo>
                <a:lnTo>
                  <a:pt x="161925" y="1733550"/>
                </a:lnTo>
                <a:lnTo>
                  <a:pt x="161925" y="1771650"/>
                </a:lnTo>
                <a:lnTo>
                  <a:pt x="123825" y="1771650"/>
                </a:lnTo>
                <a:lnTo>
                  <a:pt x="123825" y="1800225"/>
                </a:lnTo>
                <a:lnTo>
                  <a:pt x="95250" y="1800225"/>
                </a:lnTo>
                <a:lnTo>
                  <a:pt x="95250" y="1819275"/>
                </a:lnTo>
                <a:lnTo>
                  <a:pt x="104775" y="1819275"/>
                </a:lnTo>
                <a:lnTo>
                  <a:pt x="104775" y="1828800"/>
                </a:lnTo>
                <a:lnTo>
                  <a:pt x="114300" y="1828800"/>
                </a:lnTo>
                <a:lnTo>
                  <a:pt x="114300" y="1838325"/>
                </a:lnTo>
                <a:lnTo>
                  <a:pt x="104775" y="1838325"/>
                </a:lnTo>
                <a:lnTo>
                  <a:pt x="104775" y="1847850"/>
                </a:lnTo>
                <a:lnTo>
                  <a:pt x="85725" y="1847850"/>
                </a:lnTo>
                <a:lnTo>
                  <a:pt x="85725" y="1857375"/>
                </a:lnTo>
                <a:lnTo>
                  <a:pt x="66675" y="1857375"/>
                </a:lnTo>
                <a:lnTo>
                  <a:pt x="66675" y="1866900"/>
                </a:lnTo>
                <a:lnTo>
                  <a:pt x="57150" y="1866900"/>
                </a:lnTo>
                <a:lnTo>
                  <a:pt x="57150" y="1876425"/>
                </a:lnTo>
                <a:lnTo>
                  <a:pt x="66675" y="1876425"/>
                </a:lnTo>
                <a:lnTo>
                  <a:pt x="66675" y="1885950"/>
                </a:lnTo>
                <a:lnTo>
                  <a:pt x="57150" y="1885950"/>
                </a:lnTo>
                <a:lnTo>
                  <a:pt x="57150" y="1905000"/>
                </a:lnTo>
                <a:lnTo>
                  <a:pt x="47625" y="1905000"/>
                </a:lnTo>
                <a:lnTo>
                  <a:pt x="47625" y="1933575"/>
                </a:lnTo>
                <a:lnTo>
                  <a:pt x="57150" y="1933575"/>
                </a:lnTo>
                <a:lnTo>
                  <a:pt x="57150" y="1943100"/>
                </a:lnTo>
                <a:lnTo>
                  <a:pt x="76200" y="1943100"/>
                </a:lnTo>
                <a:lnTo>
                  <a:pt x="76200" y="1933575"/>
                </a:lnTo>
                <a:lnTo>
                  <a:pt x="95250" y="1933575"/>
                </a:lnTo>
                <a:lnTo>
                  <a:pt x="95250" y="1924050"/>
                </a:lnTo>
                <a:lnTo>
                  <a:pt x="85725" y="1924050"/>
                </a:lnTo>
                <a:lnTo>
                  <a:pt x="85725" y="1914525"/>
                </a:lnTo>
                <a:lnTo>
                  <a:pt x="76200" y="1914525"/>
                </a:lnTo>
                <a:lnTo>
                  <a:pt x="76200" y="1895475"/>
                </a:lnTo>
                <a:lnTo>
                  <a:pt x="95250" y="1895475"/>
                </a:lnTo>
                <a:lnTo>
                  <a:pt x="95250" y="1885950"/>
                </a:lnTo>
                <a:lnTo>
                  <a:pt x="123825" y="1885950"/>
                </a:lnTo>
                <a:lnTo>
                  <a:pt x="123825" y="1876425"/>
                </a:lnTo>
                <a:lnTo>
                  <a:pt x="161925" y="1876425"/>
                </a:lnTo>
                <a:lnTo>
                  <a:pt x="161925" y="1905000"/>
                </a:lnTo>
                <a:lnTo>
                  <a:pt x="171450" y="1905000"/>
                </a:lnTo>
                <a:lnTo>
                  <a:pt x="171450" y="1933575"/>
                </a:lnTo>
                <a:lnTo>
                  <a:pt x="180975" y="1933575"/>
                </a:lnTo>
                <a:lnTo>
                  <a:pt x="180975" y="2000250"/>
                </a:lnTo>
                <a:lnTo>
                  <a:pt x="152400" y="2000250"/>
                </a:lnTo>
                <a:lnTo>
                  <a:pt x="152400" y="1990725"/>
                </a:lnTo>
                <a:lnTo>
                  <a:pt x="123825" y="1990725"/>
                </a:lnTo>
                <a:lnTo>
                  <a:pt x="123825" y="2000250"/>
                </a:lnTo>
                <a:lnTo>
                  <a:pt x="114300" y="2000250"/>
                </a:lnTo>
                <a:lnTo>
                  <a:pt x="114300" y="2009775"/>
                </a:lnTo>
                <a:lnTo>
                  <a:pt x="104775" y="2009775"/>
                </a:lnTo>
                <a:lnTo>
                  <a:pt x="104775" y="2019300"/>
                </a:lnTo>
                <a:lnTo>
                  <a:pt x="114300" y="2019300"/>
                </a:lnTo>
                <a:lnTo>
                  <a:pt x="114300" y="2028825"/>
                </a:lnTo>
                <a:lnTo>
                  <a:pt x="123825" y="2028825"/>
                </a:lnTo>
                <a:lnTo>
                  <a:pt x="123825" y="2019300"/>
                </a:lnTo>
                <a:lnTo>
                  <a:pt x="152400" y="2019300"/>
                </a:lnTo>
                <a:lnTo>
                  <a:pt x="152400" y="2028825"/>
                </a:lnTo>
                <a:lnTo>
                  <a:pt x="142875" y="2028825"/>
                </a:lnTo>
                <a:lnTo>
                  <a:pt x="142875" y="2066925"/>
                </a:lnTo>
                <a:lnTo>
                  <a:pt x="133350" y="2066925"/>
                </a:lnTo>
                <a:lnTo>
                  <a:pt x="133350" y="2076450"/>
                </a:lnTo>
                <a:lnTo>
                  <a:pt x="123825" y="2076450"/>
                </a:lnTo>
                <a:lnTo>
                  <a:pt x="123825" y="2085975"/>
                </a:lnTo>
                <a:lnTo>
                  <a:pt x="95250" y="2085975"/>
                </a:lnTo>
                <a:lnTo>
                  <a:pt x="95250" y="2095500"/>
                </a:lnTo>
                <a:lnTo>
                  <a:pt x="57150" y="2095500"/>
                </a:lnTo>
                <a:lnTo>
                  <a:pt x="57150" y="2114550"/>
                </a:lnTo>
                <a:lnTo>
                  <a:pt x="47625" y="2114550"/>
                </a:lnTo>
                <a:lnTo>
                  <a:pt x="47625" y="2076450"/>
                </a:lnTo>
                <a:lnTo>
                  <a:pt x="38100" y="2076450"/>
                </a:lnTo>
                <a:close/>
                <a:moveTo>
                  <a:pt x="942975" y="342900"/>
                </a:moveTo>
                <a:lnTo>
                  <a:pt x="971550" y="342900"/>
                </a:lnTo>
                <a:lnTo>
                  <a:pt x="971550" y="352425"/>
                </a:lnTo>
                <a:lnTo>
                  <a:pt x="942975" y="352425"/>
                </a:lnTo>
                <a:close/>
                <a:moveTo>
                  <a:pt x="1485900" y="342900"/>
                </a:moveTo>
                <a:lnTo>
                  <a:pt x="1504950" y="342900"/>
                </a:lnTo>
                <a:lnTo>
                  <a:pt x="1504950" y="352425"/>
                </a:lnTo>
                <a:lnTo>
                  <a:pt x="1485900" y="352425"/>
                </a:lnTo>
                <a:close/>
                <a:moveTo>
                  <a:pt x="857250" y="352425"/>
                </a:moveTo>
                <a:lnTo>
                  <a:pt x="885825" y="352425"/>
                </a:lnTo>
                <a:lnTo>
                  <a:pt x="885825" y="361950"/>
                </a:lnTo>
                <a:lnTo>
                  <a:pt x="857250" y="361950"/>
                </a:lnTo>
                <a:close/>
                <a:moveTo>
                  <a:pt x="1562100" y="352425"/>
                </a:moveTo>
                <a:lnTo>
                  <a:pt x="1590675" y="352425"/>
                </a:lnTo>
                <a:lnTo>
                  <a:pt x="1590675" y="361950"/>
                </a:lnTo>
                <a:lnTo>
                  <a:pt x="1562100" y="361950"/>
                </a:lnTo>
                <a:close/>
                <a:moveTo>
                  <a:pt x="819150" y="361950"/>
                </a:moveTo>
                <a:lnTo>
                  <a:pt x="828675" y="361950"/>
                </a:lnTo>
                <a:lnTo>
                  <a:pt x="828675" y="371475"/>
                </a:lnTo>
                <a:lnTo>
                  <a:pt x="819150" y="371475"/>
                </a:lnTo>
                <a:close/>
                <a:moveTo>
                  <a:pt x="1619250" y="361950"/>
                </a:moveTo>
                <a:lnTo>
                  <a:pt x="1628775" y="361950"/>
                </a:lnTo>
                <a:lnTo>
                  <a:pt x="1628775" y="371475"/>
                </a:lnTo>
                <a:lnTo>
                  <a:pt x="1619250" y="371475"/>
                </a:lnTo>
                <a:close/>
                <a:moveTo>
                  <a:pt x="2276475" y="361950"/>
                </a:moveTo>
                <a:lnTo>
                  <a:pt x="2295525" y="361950"/>
                </a:lnTo>
                <a:lnTo>
                  <a:pt x="2295525" y="352425"/>
                </a:lnTo>
                <a:lnTo>
                  <a:pt x="2276475" y="352425"/>
                </a:lnTo>
                <a:close/>
                <a:moveTo>
                  <a:pt x="781050" y="371475"/>
                </a:moveTo>
                <a:lnTo>
                  <a:pt x="790575" y="371475"/>
                </a:lnTo>
                <a:lnTo>
                  <a:pt x="790575" y="381000"/>
                </a:lnTo>
                <a:lnTo>
                  <a:pt x="781050" y="381000"/>
                </a:lnTo>
                <a:close/>
                <a:moveTo>
                  <a:pt x="1066800" y="371475"/>
                </a:moveTo>
                <a:lnTo>
                  <a:pt x="1085850" y="371475"/>
                </a:lnTo>
                <a:lnTo>
                  <a:pt x="1085850" y="381000"/>
                </a:lnTo>
                <a:lnTo>
                  <a:pt x="1066800" y="381000"/>
                </a:lnTo>
                <a:close/>
                <a:moveTo>
                  <a:pt x="1390650" y="371475"/>
                </a:moveTo>
                <a:lnTo>
                  <a:pt x="1409700" y="371475"/>
                </a:lnTo>
                <a:lnTo>
                  <a:pt x="1409700" y="381000"/>
                </a:lnTo>
                <a:lnTo>
                  <a:pt x="1390650" y="381000"/>
                </a:lnTo>
                <a:close/>
                <a:moveTo>
                  <a:pt x="1657350" y="371475"/>
                </a:moveTo>
                <a:lnTo>
                  <a:pt x="1666875" y="371475"/>
                </a:lnTo>
                <a:lnTo>
                  <a:pt x="1666875" y="381000"/>
                </a:lnTo>
                <a:lnTo>
                  <a:pt x="1657350" y="381000"/>
                </a:lnTo>
                <a:close/>
                <a:moveTo>
                  <a:pt x="752475" y="381000"/>
                </a:moveTo>
                <a:lnTo>
                  <a:pt x="762000" y="381000"/>
                </a:lnTo>
                <a:lnTo>
                  <a:pt x="762000" y="390525"/>
                </a:lnTo>
                <a:lnTo>
                  <a:pt x="752475" y="390525"/>
                </a:lnTo>
                <a:close/>
                <a:moveTo>
                  <a:pt x="952500" y="381000"/>
                </a:moveTo>
                <a:lnTo>
                  <a:pt x="990600" y="381000"/>
                </a:lnTo>
                <a:lnTo>
                  <a:pt x="990600" y="390525"/>
                </a:lnTo>
                <a:lnTo>
                  <a:pt x="952500" y="390525"/>
                </a:lnTo>
                <a:close/>
                <a:moveTo>
                  <a:pt x="1476375" y="381000"/>
                </a:moveTo>
                <a:lnTo>
                  <a:pt x="1514475" y="381000"/>
                </a:lnTo>
                <a:lnTo>
                  <a:pt x="1514475" y="390525"/>
                </a:lnTo>
                <a:lnTo>
                  <a:pt x="1476375" y="390525"/>
                </a:lnTo>
                <a:close/>
                <a:moveTo>
                  <a:pt x="2276475" y="381000"/>
                </a:moveTo>
                <a:lnTo>
                  <a:pt x="2295525" y="381000"/>
                </a:lnTo>
                <a:lnTo>
                  <a:pt x="2295525" y="390525"/>
                </a:lnTo>
                <a:lnTo>
                  <a:pt x="2305050" y="390525"/>
                </a:lnTo>
                <a:lnTo>
                  <a:pt x="2305050" y="381000"/>
                </a:lnTo>
                <a:lnTo>
                  <a:pt x="2314575" y="381000"/>
                </a:lnTo>
                <a:lnTo>
                  <a:pt x="2314575" y="390525"/>
                </a:lnTo>
                <a:lnTo>
                  <a:pt x="2324100" y="390525"/>
                </a:lnTo>
                <a:lnTo>
                  <a:pt x="2324100" y="400050"/>
                </a:lnTo>
                <a:lnTo>
                  <a:pt x="2343150" y="400050"/>
                </a:lnTo>
                <a:lnTo>
                  <a:pt x="2343150" y="381000"/>
                </a:lnTo>
                <a:lnTo>
                  <a:pt x="2333625" y="381000"/>
                </a:lnTo>
                <a:lnTo>
                  <a:pt x="2333625" y="371475"/>
                </a:lnTo>
                <a:lnTo>
                  <a:pt x="2247900" y="371475"/>
                </a:lnTo>
                <a:lnTo>
                  <a:pt x="2247900" y="381000"/>
                </a:lnTo>
                <a:lnTo>
                  <a:pt x="2238375" y="381000"/>
                </a:lnTo>
                <a:lnTo>
                  <a:pt x="2238375" y="390525"/>
                </a:lnTo>
                <a:lnTo>
                  <a:pt x="2276475" y="390525"/>
                </a:lnTo>
                <a:close/>
                <a:moveTo>
                  <a:pt x="133350" y="390525"/>
                </a:moveTo>
                <a:lnTo>
                  <a:pt x="142875" y="390525"/>
                </a:lnTo>
                <a:lnTo>
                  <a:pt x="142875" y="400050"/>
                </a:lnTo>
                <a:lnTo>
                  <a:pt x="133350" y="400050"/>
                </a:lnTo>
                <a:close/>
                <a:moveTo>
                  <a:pt x="885825" y="390525"/>
                </a:moveTo>
                <a:lnTo>
                  <a:pt x="895350" y="390525"/>
                </a:lnTo>
                <a:lnTo>
                  <a:pt x="895350" y="400050"/>
                </a:lnTo>
                <a:lnTo>
                  <a:pt x="885825" y="400050"/>
                </a:lnTo>
                <a:close/>
                <a:moveTo>
                  <a:pt x="714375" y="400050"/>
                </a:moveTo>
                <a:lnTo>
                  <a:pt x="723900" y="400050"/>
                </a:lnTo>
                <a:lnTo>
                  <a:pt x="723900" y="409575"/>
                </a:lnTo>
                <a:lnTo>
                  <a:pt x="714375" y="409575"/>
                </a:lnTo>
                <a:close/>
                <a:moveTo>
                  <a:pt x="1724025" y="400050"/>
                </a:moveTo>
                <a:lnTo>
                  <a:pt x="1733550" y="400050"/>
                </a:lnTo>
                <a:lnTo>
                  <a:pt x="1733550" y="409575"/>
                </a:lnTo>
                <a:lnTo>
                  <a:pt x="1724025" y="409575"/>
                </a:lnTo>
                <a:close/>
                <a:moveTo>
                  <a:pt x="2371725" y="400050"/>
                </a:moveTo>
                <a:lnTo>
                  <a:pt x="2381250" y="400050"/>
                </a:lnTo>
                <a:lnTo>
                  <a:pt x="2381250" y="371475"/>
                </a:lnTo>
                <a:lnTo>
                  <a:pt x="2371725" y="371475"/>
                </a:lnTo>
                <a:close/>
                <a:moveTo>
                  <a:pt x="790575" y="409575"/>
                </a:moveTo>
                <a:lnTo>
                  <a:pt x="800100" y="409575"/>
                </a:lnTo>
                <a:lnTo>
                  <a:pt x="800100" y="419100"/>
                </a:lnTo>
                <a:lnTo>
                  <a:pt x="790575" y="419100"/>
                </a:lnTo>
                <a:close/>
                <a:moveTo>
                  <a:pt x="2314575" y="428625"/>
                </a:moveTo>
                <a:lnTo>
                  <a:pt x="2324100" y="428625"/>
                </a:lnTo>
                <a:lnTo>
                  <a:pt x="2324100" y="438150"/>
                </a:lnTo>
                <a:lnTo>
                  <a:pt x="2314575" y="438150"/>
                </a:lnTo>
                <a:close/>
                <a:moveTo>
                  <a:pt x="161925" y="438150"/>
                </a:moveTo>
                <a:lnTo>
                  <a:pt x="171450" y="438150"/>
                </a:lnTo>
                <a:lnTo>
                  <a:pt x="171450" y="514350"/>
                </a:lnTo>
                <a:lnTo>
                  <a:pt x="152400" y="514350"/>
                </a:lnTo>
                <a:lnTo>
                  <a:pt x="152400" y="447675"/>
                </a:lnTo>
                <a:lnTo>
                  <a:pt x="161925" y="447675"/>
                </a:lnTo>
                <a:close/>
                <a:moveTo>
                  <a:pt x="180975" y="438150"/>
                </a:moveTo>
                <a:lnTo>
                  <a:pt x="190500" y="438150"/>
                </a:lnTo>
                <a:lnTo>
                  <a:pt x="190500" y="447675"/>
                </a:lnTo>
                <a:lnTo>
                  <a:pt x="180975" y="447675"/>
                </a:lnTo>
                <a:close/>
                <a:moveTo>
                  <a:pt x="723900" y="438150"/>
                </a:moveTo>
                <a:lnTo>
                  <a:pt x="733425" y="438150"/>
                </a:lnTo>
                <a:lnTo>
                  <a:pt x="733425" y="447675"/>
                </a:lnTo>
                <a:lnTo>
                  <a:pt x="723900" y="447675"/>
                </a:lnTo>
                <a:close/>
                <a:moveTo>
                  <a:pt x="1714500" y="438150"/>
                </a:moveTo>
                <a:lnTo>
                  <a:pt x="1724025" y="438150"/>
                </a:lnTo>
                <a:lnTo>
                  <a:pt x="1724025" y="447675"/>
                </a:lnTo>
                <a:lnTo>
                  <a:pt x="1714500" y="447675"/>
                </a:lnTo>
                <a:close/>
                <a:moveTo>
                  <a:pt x="714375" y="447675"/>
                </a:moveTo>
                <a:lnTo>
                  <a:pt x="723900" y="447675"/>
                </a:lnTo>
                <a:lnTo>
                  <a:pt x="723900" y="457200"/>
                </a:lnTo>
                <a:lnTo>
                  <a:pt x="714375" y="457200"/>
                </a:lnTo>
                <a:close/>
                <a:moveTo>
                  <a:pt x="1724025" y="447675"/>
                </a:moveTo>
                <a:lnTo>
                  <a:pt x="1733550" y="447675"/>
                </a:lnTo>
                <a:lnTo>
                  <a:pt x="1733550" y="457200"/>
                </a:lnTo>
                <a:lnTo>
                  <a:pt x="1724025" y="457200"/>
                </a:lnTo>
                <a:close/>
                <a:moveTo>
                  <a:pt x="704850" y="457200"/>
                </a:moveTo>
                <a:lnTo>
                  <a:pt x="714375" y="457200"/>
                </a:lnTo>
                <a:lnTo>
                  <a:pt x="714375" y="466725"/>
                </a:lnTo>
                <a:lnTo>
                  <a:pt x="704850" y="466725"/>
                </a:lnTo>
                <a:close/>
                <a:moveTo>
                  <a:pt x="2333625" y="457200"/>
                </a:moveTo>
                <a:lnTo>
                  <a:pt x="2362200" y="457200"/>
                </a:lnTo>
                <a:lnTo>
                  <a:pt x="2362200" y="485775"/>
                </a:lnTo>
                <a:lnTo>
                  <a:pt x="2371725" y="485775"/>
                </a:lnTo>
                <a:lnTo>
                  <a:pt x="2371725" y="552450"/>
                </a:lnTo>
                <a:lnTo>
                  <a:pt x="2362200" y="552450"/>
                </a:lnTo>
                <a:lnTo>
                  <a:pt x="2362200" y="571500"/>
                </a:lnTo>
                <a:lnTo>
                  <a:pt x="2352675" y="571500"/>
                </a:lnTo>
                <a:lnTo>
                  <a:pt x="2352675" y="561975"/>
                </a:lnTo>
                <a:lnTo>
                  <a:pt x="2343150" y="561975"/>
                </a:lnTo>
                <a:lnTo>
                  <a:pt x="2343150" y="552450"/>
                </a:lnTo>
                <a:lnTo>
                  <a:pt x="2305050" y="552450"/>
                </a:lnTo>
                <a:lnTo>
                  <a:pt x="2305050" y="581025"/>
                </a:lnTo>
                <a:lnTo>
                  <a:pt x="2295525" y="581025"/>
                </a:lnTo>
                <a:lnTo>
                  <a:pt x="2295525" y="609600"/>
                </a:lnTo>
                <a:lnTo>
                  <a:pt x="2276475" y="609600"/>
                </a:lnTo>
                <a:lnTo>
                  <a:pt x="2276475" y="552450"/>
                </a:lnTo>
                <a:lnTo>
                  <a:pt x="2286000" y="552450"/>
                </a:lnTo>
                <a:lnTo>
                  <a:pt x="2286000" y="533400"/>
                </a:lnTo>
                <a:lnTo>
                  <a:pt x="2295525" y="533400"/>
                </a:lnTo>
                <a:lnTo>
                  <a:pt x="2295525" y="523875"/>
                </a:lnTo>
                <a:lnTo>
                  <a:pt x="2305050" y="523875"/>
                </a:lnTo>
                <a:lnTo>
                  <a:pt x="2305050" y="504825"/>
                </a:lnTo>
                <a:lnTo>
                  <a:pt x="2324100" y="504825"/>
                </a:lnTo>
                <a:lnTo>
                  <a:pt x="2324100" y="495300"/>
                </a:lnTo>
                <a:lnTo>
                  <a:pt x="2343150" y="495300"/>
                </a:lnTo>
                <a:lnTo>
                  <a:pt x="2343150" y="476250"/>
                </a:lnTo>
                <a:lnTo>
                  <a:pt x="2352675" y="476250"/>
                </a:lnTo>
                <a:lnTo>
                  <a:pt x="2352675" y="466725"/>
                </a:lnTo>
                <a:lnTo>
                  <a:pt x="2333625" y="466725"/>
                </a:lnTo>
                <a:close/>
                <a:moveTo>
                  <a:pt x="542925" y="466725"/>
                </a:moveTo>
                <a:lnTo>
                  <a:pt x="552450" y="466725"/>
                </a:lnTo>
                <a:lnTo>
                  <a:pt x="552450" y="476250"/>
                </a:lnTo>
                <a:lnTo>
                  <a:pt x="542925" y="476250"/>
                </a:lnTo>
                <a:close/>
                <a:moveTo>
                  <a:pt x="1885950" y="466725"/>
                </a:moveTo>
                <a:lnTo>
                  <a:pt x="1895475" y="466725"/>
                </a:lnTo>
                <a:lnTo>
                  <a:pt x="1895475" y="476250"/>
                </a:lnTo>
                <a:lnTo>
                  <a:pt x="1885950" y="476250"/>
                </a:lnTo>
                <a:close/>
                <a:moveTo>
                  <a:pt x="2266950" y="466725"/>
                </a:moveTo>
                <a:lnTo>
                  <a:pt x="2276475" y="466725"/>
                </a:lnTo>
                <a:lnTo>
                  <a:pt x="2276475" y="476250"/>
                </a:lnTo>
                <a:lnTo>
                  <a:pt x="2266950" y="476250"/>
                </a:lnTo>
                <a:close/>
                <a:moveTo>
                  <a:pt x="876300" y="476250"/>
                </a:moveTo>
                <a:lnTo>
                  <a:pt x="895350" y="476250"/>
                </a:lnTo>
                <a:lnTo>
                  <a:pt x="895350" y="485775"/>
                </a:lnTo>
                <a:lnTo>
                  <a:pt x="876300" y="485775"/>
                </a:lnTo>
                <a:close/>
                <a:moveTo>
                  <a:pt x="923925" y="476250"/>
                </a:moveTo>
                <a:lnTo>
                  <a:pt x="933450" y="476250"/>
                </a:lnTo>
                <a:lnTo>
                  <a:pt x="933450" y="485775"/>
                </a:lnTo>
                <a:lnTo>
                  <a:pt x="923925" y="485775"/>
                </a:lnTo>
                <a:close/>
                <a:moveTo>
                  <a:pt x="685800" y="485775"/>
                </a:moveTo>
                <a:lnTo>
                  <a:pt x="695325" y="485775"/>
                </a:lnTo>
                <a:lnTo>
                  <a:pt x="695325" y="495300"/>
                </a:lnTo>
                <a:lnTo>
                  <a:pt x="685800" y="495300"/>
                </a:lnTo>
                <a:close/>
                <a:moveTo>
                  <a:pt x="866775" y="485775"/>
                </a:moveTo>
                <a:lnTo>
                  <a:pt x="876300" y="485775"/>
                </a:lnTo>
                <a:lnTo>
                  <a:pt x="876300" y="495300"/>
                </a:lnTo>
                <a:lnTo>
                  <a:pt x="866775" y="495300"/>
                </a:lnTo>
                <a:close/>
                <a:moveTo>
                  <a:pt x="1590675" y="485775"/>
                </a:moveTo>
                <a:lnTo>
                  <a:pt x="1600200" y="485775"/>
                </a:lnTo>
                <a:lnTo>
                  <a:pt x="1600200" y="495300"/>
                </a:lnTo>
                <a:lnTo>
                  <a:pt x="1590675" y="495300"/>
                </a:lnTo>
                <a:close/>
                <a:moveTo>
                  <a:pt x="1752600" y="485775"/>
                </a:moveTo>
                <a:lnTo>
                  <a:pt x="1762125" y="485775"/>
                </a:lnTo>
                <a:lnTo>
                  <a:pt x="1762125" y="495300"/>
                </a:lnTo>
                <a:lnTo>
                  <a:pt x="1752600" y="495300"/>
                </a:lnTo>
                <a:close/>
                <a:moveTo>
                  <a:pt x="2286000" y="485775"/>
                </a:moveTo>
                <a:lnTo>
                  <a:pt x="2295525" y="485775"/>
                </a:lnTo>
                <a:lnTo>
                  <a:pt x="2295525" y="495300"/>
                </a:lnTo>
                <a:lnTo>
                  <a:pt x="2286000" y="495300"/>
                </a:lnTo>
                <a:close/>
                <a:moveTo>
                  <a:pt x="742950" y="495300"/>
                </a:moveTo>
                <a:lnTo>
                  <a:pt x="771525" y="495300"/>
                </a:lnTo>
                <a:lnTo>
                  <a:pt x="771525" y="504825"/>
                </a:lnTo>
                <a:lnTo>
                  <a:pt x="742950" y="504825"/>
                </a:lnTo>
                <a:close/>
                <a:moveTo>
                  <a:pt x="1581150" y="495300"/>
                </a:moveTo>
                <a:lnTo>
                  <a:pt x="1590675" y="495300"/>
                </a:lnTo>
                <a:lnTo>
                  <a:pt x="1590675" y="504825"/>
                </a:lnTo>
                <a:lnTo>
                  <a:pt x="1581150" y="504825"/>
                </a:lnTo>
                <a:close/>
                <a:moveTo>
                  <a:pt x="1762125" y="495300"/>
                </a:moveTo>
                <a:lnTo>
                  <a:pt x="1771650" y="495300"/>
                </a:lnTo>
                <a:lnTo>
                  <a:pt x="1771650" y="504825"/>
                </a:lnTo>
                <a:lnTo>
                  <a:pt x="1762125" y="504825"/>
                </a:lnTo>
                <a:close/>
                <a:moveTo>
                  <a:pt x="1819275" y="495300"/>
                </a:moveTo>
                <a:lnTo>
                  <a:pt x="1838325" y="495300"/>
                </a:lnTo>
                <a:lnTo>
                  <a:pt x="1838325" y="504825"/>
                </a:lnTo>
                <a:lnTo>
                  <a:pt x="1819275" y="504825"/>
                </a:lnTo>
                <a:close/>
                <a:moveTo>
                  <a:pt x="504825" y="504825"/>
                </a:moveTo>
                <a:lnTo>
                  <a:pt x="514350" y="504825"/>
                </a:lnTo>
                <a:lnTo>
                  <a:pt x="514350" y="514350"/>
                </a:lnTo>
                <a:lnTo>
                  <a:pt x="504825" y="514350"/>
                </a:lnTo>
                <a:close/>
                <a:moveTo>
                  <a:pt x="733425" y="504825"/>
                </a:moveTo>
                <a:lnTo>
                  <a:pt x="742950" y="504825"/>
                </a:lnTo>
                <a:lnTo>
                  <a:pt x="742950" y="514350"/>
                </a:lnTo>
                <a:lnTo>
                  <a:pt x="733425" y="514350"/>
                </a:lnTo>
                <a:close/>
                <a:moveTo>
                  <a:pt x="1924050" y="504825"/>
                </a:moveTo>
                <a:lnTo>
                  <a:pt x="1933575" y="504825"/>
                </a:lnTo>
                <a:lnTo>
                  <a:pt x="1933575" y="514350"/>
                </a:lnTo>
                <a:lnTo>
                  <a:pt x="1924050" y="514350"/>
                </a:lnTo>
                <a:close/>
                <a:moveTo>
                  <a:pt x="552450" y="514350"/>
                </a:moveTo>
                <a:lnTo>
                  <a:pt x="561975" y="514350"/>
                </a:lnTo>
                <a:lnTo>
                  <a:pt x="561975" y="523875"/>
                </a:lnTo>
                <a:lnTo>
                  <a:pt x="552450" y="523875"/>
                </a:lnTo>
                <a:close/>
                <a:moveTo>
                  <a:pt x="542925" y="523875"/>
                </a:moveTo>
                <a:lnTo>
                  <a:pt x="552450" y="523875"/>
                </a:lnTo>
                <a:lnTo>
                  <a:pt x="552450" y="533400"/>
                </a:lnTo>
                <a:lnTo>
                  <a:pt x="542925" y="533400"/>
                </a:lnTo>
                <a:close/>
                <a:moveTo>
                  <a:pt x="1885950" y="523875"/>
                </a:moveTo>
                <a:lnTo>
                  <a:pt x="1895475" y="523875"/>
                </a:lnTo>
                <a:lnTo>
                  <a:pt x="1895475" y="533400"/>
                </a:lnTo>
                <a:lnTo>
                  <a:pt x="1885950" y="533400"/>
                </a:lnTo>
                <a:close/>
                <a:moveTo>
                  <a:pt x="1009650" y="533400"/>
                </a:moveTo>
                <a:lnTo>
                  <a:pt x="1019175" y="533400"/>
                </a:lnTo>
                <a:lnTo>
                  <a:pt x="1019175" y="542925"/>
                </a:lnTo>
                <a:lnTo>
                  <a:pt x="1009650" y="542925"/>
                </a:lnTo>
                <a:close/>
                <a:moveTo>
                  <a:pt x="1428750" y="533400"/>
                </a:moveTo>
                <a:lnTo>
                  <a:pt x="1438275" y="533400"/>
                </a:lnTo>
                <a:lnTo>
                  <a:pt x="1438275" y="542925"/>
                </a:lnTo>
                <a:lnTo>
                  <a:pt x="1428750" y="542925"/>
                </a:lnTo>
                <a:close/>
                <a:moveTo>
                  <a:pt x="1476375" y="533400"/>
                </a:moveTo>
                <a:lnTo>
                  <a:pt x="1485900" y="533400"/>
                </a:lnTo>
                <a:lnTo>
                  <a:pt x="1485900" y="542925"/>
                </a:lnTo>
                <a:lnTo>
                  <a:pt x="1476375" y="542925"/>
                </a:lnTo>
                <a:close/>
                <a:moveTo>
                  <a:pt x="800100" y="542925"/>
                </a:moveTo>
                <a:lnTo>
                  <a:pt x="809625" y="542925"/>
                </a:lnTo>
                <a:lnTo>
                  <a:pt x="809625" y="552450"/>
                </a:lnTo>
                <a:lnTo>
                  <a:pt x="800100" y="552450"/>
                </a:lnTo>
                <a:close/>
                <a:moveTo>
                  <a:pt x="1104900" y="542925"/>
                </a:moveTo>
                <a:lnTo>
                  <a:pt x="1123950" y="542925"/>
                </a:lnTo>
                <a:lnTo>
                  <a:pt x="1123950" y="552450"/>
                </a:lnTo>
                <a:lnTo>
                  <a:pt x="1104900" y="552450"/>
                </a:lnTo>
                <a:close/>
                <a:moveTo>
                  <a:pt x="1409700" y="542925"/>
                </a:moveTo>
                <a:lnTo>
                  <a:pt x="1419225" y="542925"/>
                </a:lnTo>
                <a:lnTo>
                  <a:pt x="1419225" y="552450"/>
                </a:lnTo>
                <a:lnTo>
                  <a:pt x="1409700" y="552450"/>
                </a:lnTo>
                <a:close/>
                <a:moveTo>
                  <a:pt x="962025" y="552450"/>
                </a:moveTo>
                <a:lnTo>
                  <a:pt x="971550" y="552450"/>
                </a:lnTo>
                <a:lnTo>
                  <a:pt x="971550" y="561975"/>
                </a:lnTo>
                <a:lnTo>
                  <a:pt x="962025" y="561975"/>
                </a:lnTo>
                <a:close/>
                <a:moveTo>
                  <a:pt x="1276350" y="552450"/>
                </a:moveTo>
                <a:lnTo>
                  <a:pt x="1295400" y="552450"/>
                </a:lnTo>
                <a:lnTo>
                  <a:pt x="1295400" y="561975"/>
                </a:lnTo>
                <a:lnTo>
                  <a:pt x="1276350" y="561975"/>
                </a:lnTo>
                <a:close/>
                <a:moveTo>
                  <a:pt x="1400175" y="552450"/>
                </a:moveTo>
                <a:lnTo>
                  <a:pt x="1409700" y="552450"/>
                </a:lnTo>
                <a:lnTo>
                  <a:pt x="1409700" y="561975"/>
                </a:lnTo>
                <a:lnTo>
                  <a:pt x="1400175" y="561975"/>
                </a:lnTo>
                <a:close/>
                <a:moveTo>
                  <a:pt x="1543050" y="552450"/>
                </a:moveTo>
                <a:lnTo>
                  <a:pt x="1552575" y="552450"/>
                </a:lnTo>
                <a:lnTo>
                  <a:pt x="1552575" y="561975"/>
                </a:lnTo>
                <a:lnTo>
                  <a:pt x="1543050" y="561975"/>
                </a:lnTo>
                <a:close/>
                <a:moveTo>
                  <a:pt x="1743075" y="552450"/>
                </a:moveTo>
                <a:lnTo>
                  <a:pt x="1752600" y="552450"/>
                </a:lnTo>
                <a:lnTo>
                  <a:pt x="1752600" y="561975"/>
                </a:lnTo>
                <a:lnTo>
                  <a:pt x="1743075" y="561975"/>
                </a:lnTo>
                <a:close/>
                <a:moveTo>
                  <a:pt x="1790700" y="552450"/>
                </a:moveTo>
                <a:lnTo>
                  <a:pt x="1800225" y="552450"/>
                </a:lnTo>
                <a:lnTo>
                  <a:pt x="1800225" y="561975"/>
                </a:lnTo>
                <a:lnTo>
                  <a:pt x="1790700" y="561975"/>
                </a:lnTo>
                <a:close/>
                <a:moveTo>
                  <a:pt x="714375" y="561975"/>
                </a:moveTo>
                <a:lnTo>
                  <a:pt x="723900" y="561975"/>
                </a:lnTo>
                <a:lnTo>
                  <a:pt x="723900" y="571500"/>
                </a:lnTo>
                <a:lnTo>
                  <a:pt x="714375" y="571500"/>
                </a:lnTo>
                <a:close/>
                <a:moveTo>
                  <a:pt x="1038225" y="561975"/>
                </a:moveTo>
                <a:lnTo>
                  <a:pt x="1057275" y="561975"/>
                </a:lnTo>
                <a:lnTo>
                  <a:pt x="1057275" y="571500"/>
                </a:lnTo>
                <a:lnTo>
                  <a:pt x="1038225" y="571500"/>
                </a:lnTo>
                <a:close/>
                <a:moveTo>
                  <a:pt x="1266825" y="561975"/>
                </a:moveTo>
                <a:lnTo>
                  <a:pt x="1276350" y="561975"/>
                </a:lnTo>
                <a:lnTo>
                  <a:pt x="1276350" y="571500"/>
                </a:lnTo>
                <a:lnTo>
                  <a:pt x="1266825" y="571500"/>
                </a:lnTo>
                <a:close/>
                <a:moveTo>
                  <a:pt x="1295400" y="561975"/>
                </a:moveTo>
                <a:lnTo>
                  <a:pt x="1304925" y="561975"/>
                </a:lnTo>
                <a:lnTo>
                  <a:pt x="1304925" y="571500"/>
                </a:lnTo>
                <a:lnTo>
                  <a:pt x="1295400" y="571500"/>
                </a:lnTo>
                <a:close/>
                <a:moveTo>
                  <a:pt x="1390650" y="561975"/>
                </a:moveTo>
                <a:lnTo>
                  <a:pt x="1400175" y="561975"/>
                </a:lnTo>
                <a:lnTo>
                  <a:pt x="1400175" y="571500"/>
                </a:lnTo>
                <a:lnTo>
                  <a:pt x="1390650" y="571500"/>
                </a:lnTo>
                <a:close/>
                <a:moveTo>
                  <a:pt x="1533525" y="561975"/>
                </a:moveTo>
                <a:lnTo>
                  <a:pt x="1543050" y="561975"/>
                </a:lnTo>
                <a:lnTo>
                  <a:pt x="1543050" y="571500"/>
                </a:lnTo>
                <a:lnTo>
                  <a:pt x="1533525" y="571500"/>
                </a:lnTo>
                <a:close/>
                <a:moveTo>
                  <a:pt x="1581150" y="561975"/>
                </a:moveTo>
                <a:lnTo>
                  <a:pt x="1590675" y="561975"/>
                </a:lnTo>
                <a:lnTo>
                  <a:pt x="1590675" y="571500"/>
                </a:lnTo>
                <a:lnTo>
                  <a:pt x="1581150" y="571500"/>
                </a:lnTo>
                <a:close/>
                <a:moveTo>
                  <a:pt x="1600200" y="561975"/>
                </a:moveTo>
                <a:lnTo>
                  <a:pt x="1609725" y="561975"/>
                </a:lnTo>
                <a:lnTo>
                  <a:pt x="1609725" y="571500"/>
                </a:lnTo>
                <a:lnTo>
                  <a:pt x="1600200" y="571500"/>
                </a:lnTo>
                <a:close/>
                <a:moveTo>
                  <a:pt x="809625" y="571500"/>
                </a:moveTo>
                <a:lnTo>
                  <a:pt x="819150" y="571500"/>
                </a:lnTo>
                <a:lnTo>
                  <a:pt x="819150" y="581025"/>
                </a:lnTo>
                <a:lnTo>
                  <a:pt x="809625" y="581025"/>
                </a:lnTo>
                <a:close/>
                <a:moveTo>
                  <a:pt x="1028700" y="571500"/>
                </a:moveTo>
                <a:lnTo>
                  <a:pt x="1038225" y="571500"/>
                </a:lnTo>
                <a:lnTo>
                  <a:pt x="1038225" y="581025"/>
                </a:lnTo>
                <a:lnTo>
                  <a:pt x="1028700" y="581025"/>
                </a:lnTo>
                <a:close/>
                <a:moveTo>
                  <a:pt x="1257300" y="571500"/>
                </a:moveTo>
                <a:lnTo>
                  <a:pt x="1266825" y="571500"/>
                </a:lnTo>
                <a:lnTo>
                  <a:pt x="1266825" y="581025"/>
                </a:lnTo>
                <a:lnTo>
                  <a:pt x="1257300" y="581025"/>
                </a:lnTo>
                <a:close/>
                <a:moveTo>
                  <a:pt x="1304925" y="571500"/>
                </a:moveTo>
                <a:lnTo>
                  <a:pt x="1314450" y="571500"/>
                </a:lnTo>
                <a:lnTo>
                  <a:pt x="1314450" y="590550"/>
                </a:lnTo>
                <a:lnTo>
                  <a:pt x="1304925" y="590550"/>
                </a:lnTo>
                <a:close/>
                <a:moveTo>
                  <a:pt x="1571625" y="571500"/>
                </a:moveTo>
                <a:lnTo>
                  <a:pt x="1581150" y="571500"/>
                </a:lnTo>
                <a:lnTo>
                  <a:pt x="1581150" y="581025"/>
                </a:lnTo>
                <a:lnTo>
                  <a:pt x="1571625" y="581025"/>
                </a:lnTo>
                <a:close/>
                <a:moveTo>
                  <a:pt x="1609725" y="571500"/>
                </a:moveTo>
                <a:lnTo>
                  <a:pt x="1619250" y="571500"/>
                </a:lnTo>
                <a:lnTo>
                  <a:pt x="1619250" y="600075"/>
                </a:lnTo>
                <a:lnTo>
                  <a:pt x="1609725" y="600075"/>
                </a:lnTo>
                <a:lnTo>
                  <a:pt x="1609725" y="619125"/>
                </a:lnTo>
                <a:lnTo>
                  <a:pt x="1628775" y="619125"/>
                </a:lnTo>
                <a:lnTo>
                  <a:pt x="1628775" y="628650"/>
                </a:lnTo>
                <a:lnTo>
                  <a:pt x="1581150" y="628650"/>
                </a:lnTo>
                <a:lnTo>
                  <a:pt x="1581150" y="619125"/>
                </a:lnTo>
                <a:lnTo>
                  <a:pt x="1590675" y="619125"/>
                </a:lnTo>
                <a:lnTo>
                  <a:pt x="1590675" y="609600"/>
                </a:lnTo>
                <a:lnTo>
                  <a:pt x="1581150" y="609600"/>
                </a:lnTo>
                <a:lnTo>
                  <a:pt x="1581150" y="600075"/>
                </a:lnTo>
                <a:lnTo>
                  <a:pt x="1571625" y="600075"/>
                </a:lnTo>
                <a:lnTo>
                  <a:pt x="1571625" y="590550"/>
                </a:lnTo>
                <a:lnTo>
                  <a:pt x="1581150" y="590550"/>
                </a:lnTo>
                <a:lnTo>
                  <a:pt x="1581150" y="600075"/>
                </a:lnTo>
                <a:lnTo>
                  <a:pt x="1600200" y="600075"/>
                </a:lnTo>
                <a:lnTo>
                  <a:pt x="1600200" y="590550"/>
                </a:lnTo>
                <a:lnTo>
                  <a:pt x="1609725" y="590550"/>
                </a:lnTo>
                <a:close/>
                <a:moveTo>
                  <a:pt x="1647825" y="571500"/>
                </a:moveTo>
                <a:lnTo>
                  <a:pt x="1657350" y="571500"/>
                </a:lnTo>
                <a:lnTo>
                  <a:pt x="1657350" y="581025"/>
                </a:lnTo>
                <a:lnTo>
                  <a:pt x="1647825" y="581025"/>
                </a:lnTo>
                <a:close/>
                <a:moveTo>
                  <a:pt x="2333625" y="571500"/>
                </a:moveTo>
                <a:lnTo>
                  <a:pt x="2343150" y="571500"/>
                </a:lnTo>
                <a:lnTo>
                  <a:pt x="2343150" y="590550"/>
                </a:lnTo>
                <a:lnTo>
                  <a:pt x="2333625" y="590550"/>
                </a:lnTo>
                <a:lnTo>
                  <a:pt x="2333625" y="609600"/>
                </a:lnTo>
                <a:lnTo>
                  <a:pt x="2324100" y="609600"/>
                </a:lnTo>
                <a:lnTo>
                  <a:pt x="2324100" y="619125"/>
                </a:lnTo>
                <a:lnTo>
                  <a:pt x="2314575" y="619125"/>
                </a:lnTo>
                <a:lnTo>
                  <a:pt x="2314575" y="581025"/>
                </a:lnTo>
                <a:lnTo>
                  <a:pt x="2333625" y="581025"/>
                </a:lnTo>
                <a:close/>
                <a:moveTo>
                  <a:pt x="85725" y="581025"/>
                </a:moveTo>
                <a:lnTo>
                  <a:pt x="114300" y="581025"/>
                </a:lnTo>
                <a:lnTo>
                  <a:pt x="114300" y="571500"/>
                </a:lnTo>
                <a:lnTo>
                  <a:pt x="104775" y="571500"/>
                </a:lnTo>
                <a:lnTo>
                  <a:pt x="104775" y="552450"/>
                </a:lnTo>
                <a:lnTo>
                  <a:pt x="85725" y="552450"/>
                </a:lnTo>
                <a:lnTo>
                  <a:pt x="85725" y="533400"/>
                </a:lnTo>
                <a:lnTo>
                  <a:pt x="57150" y="533400"/>
                </a:lnTo>
                <a:lnTo>
                  <a:pt x="57150" y="590550"/>
                </a:lnTo>
                <a:lnTo>
                  <a:pt x="66675" y="590550"/>
                </a:lnTo>
                <a:lnTo>
                  <a:pt x="66675" y="600075"/>
                </a:lnTo>
                <a:lnTo>
                  <a:pt x="76200" y="600075"/>
                </a:lnTo>
                <a:lnTo>
                  <a:pt x="76200" y="590550"/>
                </a:lnTo>
                <a:lnTo>
                  <a:pt x="85725" y="590550"/>
                </a:lnTo>
                <a:close/>
                <a:moveTo>
                  <a:pt x="1428750" y="581025"/>
                </a:moveTo>
                <a:lnTo>
                  <a:pt x="1438275" y="581025"/>
                </a:lnTo>
                <a:lnTo>
                  <a:pt x="1438275" y="590550"/>
                </a:lnTo>
                <a:lnTo>
                  <a:pt x="1428750" y="590550"/>
                </a:lnTo>
                <a:close/>
                <a:moveTo>
                  <a:pt x="1676400" y="581025"/>
                </a:moveTo>
                <a:lnTo>
                  <a:pt x="1685925" y="581025"/>
                </a:lnTo>
                <a:lnTo>
                  <a:pt x="1685925" y="676275"/>
                </a:lnTo>
                <a:lnTo>
                  <a:pt x="1676400" y="676275"/>
                </a:lnTo>
                <a:close/>
                <a:moveTo>
                  <a:pt x="704850" y="590550"/>
                </a:moveTo>
                <a:lnTo>
                  <a:pt x="714375" y="590550"/>
                </a:lnTo>
                <a:lnTo>
                  <a:pt x="714375" y="600075"/>
                </a:lnTo>
                <a:lnTo>
                  <a:pt x="704850" y="600075"/>
                </a:lnTo>
                <a:close/>
                <a:moveTo>
                  <a:pt x="1200150" y="590550"/>
                </a:moveTo>
                <a:lnTo>
                  <a:pt x="1209675" y="590550"/>
                </a:lnTo>
                <a:lnTo>
                  <a:pt x="1209675" y="628650"/>
                </a:lnTo>
                <a:lnTo>
                  <a:pt x="1200150" y="628650"/>
                </a:lnTo>
                <a:close/>
                <a:moveTo>
                  <a:pt x="1295400" y="590550"/>
                </a:moveTo>
                <a:lnTo>
                  <a:pt x="1304925" y="590550"/>
                </a:lnTo>
                <a:lnTo>
                  <a:pt x="1304925" y="600075"/>
                </a:lnTo>
                <a:lnTo>
                  <a:pt x="1295400" y="600075"/>
                </a:lnTo>
                <a:close/>
                <a:moveTo>
                  <a:pt x="819150" y="600075"/>
                </a:moveTo>
                <a:lnTo>
                  <a:pt x="828675" y="600075"/>
                </a:lnTo>
                <a:lnTo>
                  <a:pt x="828675" y="609600"/>
                </a:lnTo>
                <a:lnTo>
                  <a:pt x="819150" y="609600"/>
                </a:lnTo>
                <a:close/>
                <a:moveTo>
                  <a:pt x="1819275" y="600075"/>
                </a:moveTo>
                <a:lnTo>
                  <a:pt x="1828800" y="600075"/>
                </a:lnTo>
                <a:lnTo>
                  <a:pt x="1828800" y="609600"/>
                </a:lnTo>
                <a:lnTo>
                  <a:pt x="1819275" y="609600"/>
                </a:lnTo>
                <a:close/>
                <a:moveTo>
                  <a:pt x="1295400" y="619125"/>
                </a:moveTo>
                <a:lnTo>
                  <a:pt x="1304925" y="619125"/>
                </a:lnTo>
                <a:lnTo>
                  <a:pt x="1304925" y="628650"/>
                </a:lnTo>
                <a:lnTo>
                  <a:pt x="1295400" y="628650"/>
                </a:lnTo>
                <a:close/>
                <a:moveTo>
                  <a:pt x="1428750" y="619125"/>
                </a:moveTo>
                <a:lnTo>
                  <a:pt x="1438275" y="619125"/>
                </a:lnTo>
                <a:lnTo>
                  <a:pt x="1438275" y="628650"/>
                </a:lnTo>
                <a:lnTo>
                  <a:pt x="1428750" y="628650"/>
                </a:lnTo>
                <a:close/>
                <a:moveTo>
                  <a:pt x="104775" y="628650"/>
                </a:moveTo>
                <a:lnTo>
                  <a:pt x="133350" y="628650"/>
                </a:lnTo>
                <a:lnTo>
                  <a:pt x="133350" y="619125"/>
                </a:lnTo>
                <a:lnTo>
                  <a:pt x="104775" y="619125"/>
                </a:lnTo>
                <a:close/>
                <a:moveTo>
                  <a:pt x="828675" y="628650"/>
                </a:moveTo>
                <a:lnTo>
                  <a:pt x="838200" y="628650"/>
                </a:lnTo>
                <a:lnTo>
                  <a:pt x="838200" y="638175"/>
                </a:lnTo>
                <a:lnTo>
                  <a:pt x="828675" y="638175"/>
                </a:lnTo>
                <a:close/>
                <a:moveTo>
                  <a:pt x="1304925" y="628650"/>
                </a:moveTo>
                <a:lnTo>
                  <a:pt x="1314450" y="628650"/>
                </a:lnTo>
                <a:lnTo>
                  <a:pt x="1314450" y="647700"/>
                </a:lnTo>
                <a:lnTo>
                  <a:pt x="1304925" y="647700"/>
                </a:lnTo>
                <a:close/>
                <a:moveTo>
                  <a:pt x="1571625" y="628650"/>
                </a:moveTo>
                <a:lnTo>
                  <a:pt x="1581150" y="628650"/>
                </a:lnTo>
                <a:lnTo>
                  <a:pt x="1581150" y="647700"/>
                </a:lnTo>
                <a:lnTo>
                  <a:pt x="1571625" y="647700"/>
                </a:lnTo>
                <a:close/>
                <a:moveTo>
                  <a:pt x="685800" y="638175"/>
                </a:moveTo>
                <a:lnTo>
                  <a:pt x="695325" y="638175"/>
                </a:lnTo>
                <a:lnTo>
                  <a:pt x="695325" y="647700"/>
                </a:lnTo>
                <a:lnTo>
                  <a:pt x="685800" y="647700"/>
                </a:lnTo>
                <a:close/>
                <a:moveTo>
                  <a:pt x="1266825" y="638175"/>
                </a:moveTo>
                <a:lnTo>
                  <a:pt x="1276350" y="638175"/>
                </a:lnTo>
                <a:lnTo>
                  <a:pt x="1276350" y="657225"/>
                </a:lnTo>
                <a:lnTo>
                  <a:pt x="1266825" y="657225"/>
                </a:lnTo>
                <a:close/>
                <a:moveTo>
                  <a:pt x="1524000" y="647700"/>
                </a:moveTo>
                <a:lnTo>
                  <a:pt x="1533525" y="647700"/>
                </a:lnTo>
                <a:lnTo>
                  <a:pt x="1533525" y="657225"/>
                </a:lnTo>
                <a:lnTo>
                  <a:pt x="1524000" y="657225"/>
                </a:lnTo>
                <a:close/>
                <a:moveTo>
                  <a:pt x="714375" y="657225"/>
                </a:moveTo>
                <a:lnTo>
                  <a:pt x="723900" y="657225"/>
                </a:lnTo>
                <a:lnTo>
                  <a:pt x="723900" y="666750"/>
                </a:lnTo>
                <a:lnTo>
                  <a:pt x="714375" y="666750"/>
                </a:lnTo>
                <a:close/>
                <a:moveTo>
                  <a:pt x="838200" y="657225"/>
                </a:moveTo>
                <a:lnTo>
                  <a:pt x="847725" y="657225"/>
                </a:lnTo>
                <a:lnTo>
                  <a:pt x="847725" y="666750"/>
                </a:lnTo>
                <a:lnTo>
                  <a:pt x="838200" y="666750"/>
                </a:lnTo>
                <a:close/>
                <a:moveTo>
                  <a:pt x="1276350" y="657225"/>
                </a:moveTo>
                <a:lnTo>
                  <a:pt x="1285875" y="657225"/>
                </a:lnTo>
                <a:lnTo>
                  <a:pt x="1285875" y="666750"/>
                </a:lnTo>
                <a:lnTo>
                  <a:pt x="1276350" y="666750"/>
                </a:lnTo>
                <a:close/>
                <a:moveTo>
                  <a:pt x="1485900" y="657225"/>
                </a:moveTo>
                <a:lnTo>
                  <a:pt x="1504950" y="657225"/>
                </a:lnTo>
                <a:lnTo>
                  <a:pt x="1504950" y="666750"/>
                </a:lnTo>
                <a:lnTo>
                  <a:pt x="1485900" y="666750"/>
                </a:lnTo>
                <a:close/>
                <a:moveTo>
                  <a:pt x="704850" y="666750"/>
                </a:moveTo>
                <a:lnTo>
                  <a:pt x="714375" y="666750"/>
                </a:lnTo>
                <a:lnTo>
                  <a:pt x="714375" y="676275"/>
                </a:lnTo>
                <a:lnTo>
                  <a:pt x="704850" y="676275"/>
                </a:lnTo>
                <a:close/>
                <a:moveTo>
                  <a:pt x="1057275" y="666750"/>
                </a:moveTo>
                <a:lnTo>
                  <a:pt x="1066800" y="666750"/>
                </a:lnTo>
                <a:lnTo>
                  <a:pt x="1066800" y="676275"/>
                </a:lnTo>
                <a:lnTo>
                  <a:pt x="1057275" y="676275"/>
                </a:lnTo>
                <a:close/>
                <a:moveTo>
                  <a:pt x="1143000" y="666750"/>
                </a:moveTo>
                <a:lnTo>
                  <a:pt x="1152525" y="666750"/>
                </a:lnTo>
                <a:lnTo>
                  <a:pt x="1152525" y="685800"/>
                </a:lnTo>
                <a:lnTo>
                  <a:pt x="1133475" y="685800"/>
                </a:lnTo>
                <a:lnTo>
                  <a:pt x="1133475" y="676275"/>
                </a:lnTo>
                <a:lnTo>
                  <a:pt x="1143000" y="676275"/>
                </a:lnTo>
                <a:close/>
                <a:moveTo>
                  <a:pt x="1362075" y="666750"/>
                </a:moveTo>
                <a:lnTo>
                  <a:pt x="1371600" y="666750"/>
                </a:lnTo>
                <a:lnTo>
                  <a:pt x="1371600" y="676275"/>
                </a:lnTo>
                <a:lnTo>
                  <a:pt x="1362075" y="676275"/>
                </a:lnTo>
                <a:close/>
                <a:moveTo>
                  <a:pt x="1533525" y="666750"/>
                </a:moveTo>
                <a:lnTo>
                  <a:pt x="1543050" y="666750"/>
                </a:lnTo>
                <a:lnTo>
                  <a:pt x="1543050" y="676275"/>
                </a:lnTo>
                <a:lnTo>
                  <a:pt x="1533525" y="676275"/>
                </a:lnTo>
                <a:close/>
                <a:moveTo>
                  <a:pt x="1600200" y="666750"/>
                </a:moveTo>
                <a:lnTo>
                  <a:pt x="1628775" y="666750"/>
                </a:lnTo>
                <a:lnTo>
                  <a:pt x="1628775" y="676275"/>
                </a:lnTo>
                <a:lnTo>
                  <a:pt x="1600200" y="676275"/>
                </a:lnTo>
                <a:close/>
                <a:moveTo>
                  <a:pt x="962025" y="676275"/>
                </a:moveTo>
                <a:lnTo>
                  <a:pt x="971550" y="676275"/>
                </a:lnTo>
                <a:lnTo>
                  <a:pt x="971550" y="685800"/>
                </a:lnTo>
                <a:lnTo>
                  <a:pt x="962025" y="685800"/>
                </a:lnTo>
                <a:close/>
                <a:moveTo>
                  <a:pt x="1543050" y="676275"/>
                </a:moveTo>
                <a:lnTo>
                  <a:pt x="1552575" y="676275"/>
                </a:lnTo>
                <a:lnTo>
                  <a:pt x="1552575" y="685800"/>
                </a:lnTo>
                <a:lnTo>
                  <a:pt x="1543050" y="685800"/>
                </a:lnTo>
                <a:close/>
                <a:moveTo>
                  <a:pt x="857250" y="685800"/>
                </a:moveTo>
                <a:lnTo>
                  <a:pt x="876300" y="685800"/>
                </a:lnTo>
                <a:lnTo>
                  <a:pt x="876300" y="704850"/>
                </a:lnTo>
                <a:lnTo>
                  <a:pt x="857250" y="704850"/>
                </a:lnTo>
                <a:close/>
                <a:moveTo>
                  <a:pt x="942975" y="685800"/>
                </a:moveTo>
                <a:lnTo>
                  <a:pt x="952500" y="685800"/>
                </a:lnTo>
                <a:lnTo>
                  <a:pt x="952500" y="695325"/>
                </a:lnTo>
                <a:lnTo>
                  <a:pt x="942975" y="695325"/>
                </a:lnTo>
                <a:close/>
                <a:moveTo>
                  <a:pt x="1552575" y="685800"/>
                </a:moveTo>
                <a:lnTo>
                  <a:pt x="1562100" y="685800"/>
                </a:lnTo>
                <a:lnTo>
                  <a:pt x="1562100" y="695325"/>
                </a:lnTo>
                <a:lnTo>
                  <a:pt x="1552575" y="695325"/>
                </a:lnTo>
                <a:close/>
                <a:moveTo>
                  <a:pt x="923925" y="695325"/>
                </a:moveTo>
                <a:lnTo>
                  <a:pt x="942975" y="695325"/>
                </a:lnTo>
                <a:lnTo>
                  <a:pt x="942975" y="704850"/>
                </a:lnTo>
                <a:lnTo>
                  <a:pt x="923925" y="704850"/>
                </a:lnTo>
                <a:close/>
                <a:moveTo>
                  <a:pt x="1581150" y="695325"/>
                </a:moveTo>
                <a:lnTo>
                  <a:pt x="1628775" y="695325"/>
                </a:lnTo>
                <a:lnTo>
                  <a:pt x="1628775" y="704850"/>
                </a:lnTo>
                <a:lnTo>
                  <a:pt x="1581150" y="704850"/>
                </a:lnTo>
                <a:close/>
                <a:moveTo>
                  <a:pt x="1828800" y="695325"/>
                </a:moveTo>
                <a:lnTo>
                  <a:pt x="1838325" y="695325"/>
                </a:lnTo>
                <a:lnTo>
                  <a:pt x="1838325" y="704850"/>
                </a:lnTo>
                <a:lnTo>
                  <a:pt x="1828800" y="704850"/>
                </a:lnTo>
                <a:close/>
                <a:moveTo>
                  <a:pt x="95250" y="704850"/>
                </a:moveTo>
                <a:lnTo>
                  <a:pt x="104775" y="704850"/>
                </a:lnTo>
                <a:lnTo>
                  <a:pt x="104775" y="714375"/>
                </a:lnTo>
                <a:lnTo>
                  <a:pt x="114300" y="714375"/>
                </a:lnTo>
                <a:lnTo>
                  <a:pt x="114300" y="723900"/>
                </a:lnTo>
                <a:lnTo>
                  <a:pt x="133350" y="723900"/>
                </a:lnTo>
                <a:lnTo>
                  <a:pt x="133350" y="714375"/>
                </a:lnTo>
                <a:lnTo>
                  <a:pt x="123825" y="714375"/>
                </a:lnTo>
                <a:lnTo>
                  <a:pt x="123825" y="704850"/>
                </a:lnTo>
                <a:lnTo>
                  <a:pt x="133350" y="704850"/>
                </a:lnTo>
                <a:lnTo>
                  <a:pt x="133350" y="695325"/>
                </a:lnTo>
                <a:lnTo>
                  <a:pt x="123825" y="695325"/>
                </a:lnTo>
                <a:lnTo>
                  <a:pt x="123825" y="685800"/>
                </a:lnTo>
                <a:lnTo>
                  <a:pt x="104775" y="685800"/>
                </a:lnTo>
                <a:lnTo>
                  <a:pt x="104775" y="695325"/>
                </a:lnTo>
                <a:lnTo>
                  <a:pt x="95250" y="695325"/>
                </a:lnTo>
                <a:close/>
                <a:moveTo>
                  <a:pt x="714375" y="704850"/>
                </a:moveTo>
                <a:lnTo>
                  <a:pt x="723900" y="704850"/>
                </a:lnTo>
                <a:lnTo>
                  <a:pt x="723900" y="714375"/>
                </a:lnTo>
                <a:lnTo>
                  <a:pt x="714375" y="714375"/>
                </a:lnTo>
                <a:close/>
                <a:moveTo>
                  <a:pt x="800100" y="704850"/>
                </a:moveTo>
                <a:lnTo>
                  <a:pt x="819150" y="704850"/>
                </a:lnTo>
                <a:lnTo>
                  <a:pt x="819150" y="714375"/>
                </a:lnTo>
                <a:lnTo>
                  <a:pt x="800100" y="714375"/>
                </a:lnTo>
                <a:close/>
                <a:moveTo>
                  <a:pt x="676275" y="714375"/>
                </a:moveTo>
                <a:lnTo>
                  <a:pt x="714375" y="714375"/>
                </a:lnTo>
                <a:lnTo>
                  <a:pt x="714375" y="723900"/>
                </a:lnTo>
                <a:lnTo>
                  <a:pt x="676275" y="723900"/>
                </a:lnTo>
                <a:close/>
                <a:moveTo>
                  <a:pt x="1266825" y="733425"/>
                </a:moveTo>
                <a:lnTo>
                  <a:pt x="1276350" y="733425"/>
                </a:lnTo>
                <a:lnTo>
                  <a:pt x="1276350" y="752475"/>
                </a:lnTo>
                <a:lnTo>
                  <a:pt x="1266825" y="752475"/>
                </a:lnTo>
                <a:close/>
                <a:moveTo>
                  <a:pt x="1524000" y="742950"/>
                </a:moveTo>
                <a:lnTo>
                  <a:pt x="1543050" y="742950"/>
                </a:lnTo>
                <a:lnTo>
                  <a:pt x="1543050" y="752475"/>
                </a:lnTo>
                <a:lnTo>
                  <a:pt x="1524000" y="752475"/>
                </a:lnTo>
                <a:close/>
                <a:moveTo>
                  <a:pt x="114300" y="771525"/>
                </a:moveTo>
                <a:lnTo>
                  <a:pt x="142875" y="771525"/>
                </a:lnTo>
                <a:lnTo>
                  <a:pt x="142875" y="762000"/>
                </a:lnTo>
                <a:lnTo>
                  <a:pt x="133350" y="762000"/>
                </a:lnTo>
                <a:lnTo>
                  <a:pt x="133350" y="752475"/>
                </a:lnTo>
                <a:lnTo>
                  <a:pt x="114300" y="752475"/>
                </a:lnTo>
                <a:lnTo>
                  <a:pt x="114300" y="762000"/>
                </a:lnTo>
                <a:lnTo>
                  <a:pt x="104775" y="762000"/>
                </a:lnTo>
                <a:lnTo>
                  <a:pt x="104775" y="771525"/>
                </a:lnTo>
                <a:lnTo>
                  <a:pt x="76200" y="771525"/>
                </a:lnTo>
                <a:lnTo>
                  <a:pt x="76200" y="752475"/>
                </a:lnTo>
                <a:lnTo>
                  <a:pt x="66675" y="752475"/>
                </a:lnTo>
                <a:lnTo>
                  <a:pt x="66675" y="809625"/>
                </a:lnTo>
                <a:lnTo>
                  <a:pt x="76200" y="809625"/>
                </a:lnTo>
                <a:lnTo>
                  <a:pt x="76200" y="800100"/>
                </a:lnTo>
                <a:lnTo>
                  <a:pt x="85725" y="800100"/>
                </a:lnTo>
                <a:lnTo>
                  <a:pt x="85725" y="819150"/>
                </a:lnTo>
                <a:lnTo>
                  <a:pt x="95250" y="819150"/>
                </a:lnTo>
                <a:lnTo>
                  <a:pt x="95250" y="800100"/>
                </a:lnTo>
                <a:lnTo>
                  <a:pt x="104775" y="800100"/>
                </a:lnTo>
                <a:lnTo>
                  <a:pt x="104775" y="781050"/>
                </a:lnTo>
                <a:lnTo>
                  <a:pt x="114300" y="781050"/>
                </a:lnTo>
                <a:close/>
                <a:moveTo>
                  <a:pt x="133350" y="857250"/>
                </a:moveTo>
                <a:lnTo>
                  <a:pt x="152400" y="857250"/>
                </a:lnTo>
                <a:lnTo>
                  <a:pt x="152400" y="866775"/>
                </a:lnTo>
                <a:lnTo>
                  <a:pt x="133350" y="866775"/>
                </a:lnTo>
                <a:close/>
                <a:moveTo>
                  <a:pt x="2371725" y="866775"/>
                </a:moveTo>
                <a:lnTo>
                  <a:pt x="2390775" y="866775"/>
                </a:lnTo>
                <a:lnTo>
                  <a:pt x="2390775" y="847725"/>
                </a:lnTo>
                <a:lnTo>
                  <a:pt x="2381250" y="847725"/>
                </a:lnTo>
                <a:lnTo>
                  <a:pt x="2381250" y="819150"/>
                </a:lnTo>
                <a:lnTo>
                  <a:pt x="2371725" y="819150"/>
                </a:lnTo>
                <a:close/>
                <a:moveTo>
                  <a:pt x="552450" y="895350"/>
                </a:moveTo>
                <a:lnTo>
                  <a:pt x="561975" y="895350"/>
                </a:lnTo>
                <a:lnTo>
                  <a:pt x="561975" y="904875"/>
                </a:lnTo>
                <a:lnTo>
                  <a:pt x="552450" y="904875"/>
                </a:lnTo>
                <a:close/>
                <a:moveTo>
                  <a:pt x="1971675" y="981075"/>
                </a:moveTo>
                <a:lnTo>
                  <a:pt x="1981200" y="981075"/>
                </a:lnTo>
                <a:lnTo>
                  <a:pt x="1981200" y="1009650"/>
                </a:lnTo>
                <a:lnTo>
                  <a:pt x="1971675" y="1009650"/>
                </a:lnTo>
                <a:close/>
                <a:moveTo>
                  <a:pt x="76200" y="1047750"/>
                </a:moveTo>
                <a:lnTo>
                  <a:pt x="85725" y="1047750"/>
                </a:lnTo>
                <a:lnTo>
                  <a:pt x="85725" y="1019175"/>
                </a:lnTo>
                <a:lnTo>
                  <a:pt x="76200" y="1019175"/>
                </a:lnTo>
                <a:lnTo>
                  <a:pt x="76200" y="1000125"/>
                </a:lnTo>
                <a:lnTo>
                  <a:pt x="66675" y="1000125"/>
                </a:lnTo>
                <a:lnTo>
                  <a:pt x="66675" y="1009650"/>
                </a:lnTo>
                <a:lnTo>
                  <a:pt x="57150" y="1009650"/>
                </a:lnTo>
                <a:lnTo>
                  <a:pt x="57150" y="1066800"/>
                </a:lnTo>
                <a:lnTo>
                  <a:pt x="76200" y="1066800"/>
                </a:lnTo>
                <a:close/>
                <a:moveTo>
                  <a:pt x="66675" y="1085850"/>
                </a:moveTo>
                <a:lnTo>
                  <a:pt x="76200" y="1085850"/>
                </a:lnTo>
                <a:lnTo>
                  <a:pt x="76200" y="1076325"/>
                </a:lnTo>
                <a:lnTo>
                  <a:pt x="66675" y="1076325"/>
                </a:lnTo>
                <a:close/>
                <a:moveTo>
                  <a:pt x="400050" y="1104900"/>
                </a:moveTo>
                <a:lnTo>
                  <a:pt x="409575" y="1104900"/>
                </a:lnTo>
                <a:lnTo>
                  <a:pt x="409575" y="1114425"/>
                </a:lnTo>
                <a:lnTo>
                  <a:pt x="400050" y="1114425"/>
                </a:lnTo>
                <a:close/>
                <a:moveTo>
                  <a:pt x="371475" y="1152525"/>
                </a:moveTo>
                <a:lnTo>
                  <a:pt x="381000" y="1152525"/>
                </a:lnTo>
                <a:lnTo>
                  <a:pt x="381000" y="1162050"/>
                </a:lnTo>
                <a:lnTo>
                  <a:pt x="371475" y="1162050"/>
                </a:lnTo>
                <a:close/>
                <a:moveTo>
                  <a:pt x="2066925" y="1171575"/>
                </a:moveTo>
                <a:lnTo>
                  <a:pt x="2076450" y="1171575"/>
                </a:lnTo>
                <a:lnTo>
                  <a:pt x="2076450" y="1181100"/>
                </a:lnTo>
                <a:lnTo>
                  <a:pt x="2066925" y="1181100"/>
                </a:lnTo>
                <a:close/>
                <a:moveTo>
                  <a:pt x="2276475" y="1200150"/>
                </a:moveTo>
                <a:lnTo>
                  <a:pt x="2295525" y="1200150"/>
                </a:lnTo>
                <a:lnTo>
                  <a:pt x="2295525" y="1209675"/>
                </a:lnTo>
                <a:lnTo>
                  <a:pt x="2276475" y="1209675"/>
                </a:lnTo>
                <a:close/>
                <a:moveTo>
                  <a:pt x="142875" y="1209675"/>
                </a:moveTo>
                <a:lnTo>
                  <a:pt x="161925" y="1209675"/>
                </a:lnTo>
                <a:lnTo>
                  <a:pt x="161925" y="1247775"/>
                </a:lnTo>
                <a:lnTo>
                  <a:pt x="142875" y="1247775"/>
                </a:lnTo>
                <a:lnTo>
                  <a:pt x="142875" y="1238250"/>
                </a:lnTo>
                <a:lnTo>
                  <a:pt x="133350" y="1238250"/>
                </a:lnTo>
                <a:lnTo>
                  <a:pt x="133350" y="1219200"/>
                </a:lnTo>
                <a:lnTo>
                  <a:pt x="142875" y="1219200"/>
                </a:lnTo>
                <a:close/>
                <a:moveTo>
                  <a:pt x="361950" y="1238250"/>
                </a:moveTo>
                <a:lnTo>
                  <a:pt x="371475" y="1238250"/>
                </a:lnTo>
                <a:lnTo>
                  <a:pt x="371475" y="1247775"/>
                </a:lnTo>
                <a:lnTo>
                  <a:pt x="361950" y="1247775"/>
                </a:lnTo>
                <a:close/>
                <a:moveTo>
                  <a:pt x="2066925" y="1238250"/>
                </a:moveTo>
                <a:lnTo>
                  <a:pt x="2076450" y="1238250"/>
                </a:lnTo>
                <a:lnTo>
                  <a:pt x="2076450" y="1247775"/>
                </a:lnTo>
                <a:lnTo>
                  <a:pt x="2066925" y="1247775"/>
                </a:lnTo>
                <a:close/>
                <a:moveTo>
                  <a:pt x="2295525" y="1238250"/>
                </a:moveTo>
                <a:lnTo>
                  <a:pt x="2314575" y="1238250"/>
                </a:lnTo>
                <a:lnTo>
                  <a:pt x="2314575" y="1247775"/>
                </a:lnTo>
                <a:lnTo>
                  <a:pt x="2324100" y="1247775"/>
                </a:lnTo>
                <a:lnTo>
                  <a:pt x="2324100" y="1266825"/>
                </a:lnTo>
                <a:lnTo>
                  <a:pt x="2286000" y="1266825"/>
                </a:lnTo>
                <a:lnTo>
                  <a:pt x="2286000" y="1247775"/>
                </a:lnTo>
                <a:lnTo>
                  <a:pt x="2295525" y="1247775"/>
                </a:lnTo>
                <a:close/>
                <a:moveTo>
                  <a:pt x="371475" y="1257300"/>
                </a:moveTo>
                <a:lnTo>
                  <a:pt x="381000" y="1257300"/>
                </a:lnTo>
                <a:lnTo>
                  <a:pt x="381000" y="1266825"/>
                </a:lnTo>
                <a:lnTo>
                  <a:pt x="371475" y="1266825"/>
                </a:lnTo>
                <a:close/>
                <a:moveTo>
                  <a:pt x="2057400" y="1257300"/>
                </a:moveTo>
                <a:lnTo>
                  <a:pt x="2066925" y="1257300"/>
                </a:lnTo>
                <a:lnTo>
                  <a:pt x="2066925" y="1266825"/>
                </a:lnTo>
                <a:lnTo>
                  <a:pt x="2057400" y="1266825"/>
                </a:lnTo>
                <a:close/>
                <a:moveTo>
                  <a:pt x="1895475" y="1266825"/>
                </a:moveTo>
                <a:lnTo>
                  <a:pt x="1905000" y="1266825"/>
                </a:lnTo>
                <a:lnTo>
                  <a:pt x="1905000" y="1276350"/>
                </a:lnTo>
                <a:lnTo>
                  <a:pt x="1895475" y="1276350"/>
                </a:lnTo>
                <a:close/>
                <a:moveTo>
                  <a:pt x="1905000" y="1276350"/>
                </a:moveTo>
                <a:lnTo>
                  <a:pt x="1914525" y="1276350"/>
                </a:lnTo>
                <a:lnTo>
                  <a:pt x="1914525" y="1285875"/>
                </a:lnTo>
                <a:lnTo>
                  <a:pt x="1905000" y="1285875"/>
                </a:lnTo>
                <a:close/>
                <a:moveTo>
                  <a:pt x="419100" y="1295400"/>
                </a:moveTo>
                <a:lnTo>
                  <a:pt x="428625" y="1295400"/>
                </a:lnTo>
                <a:lnTo>
                  <a:pt x="428625" y="1304925"/>
                </a:lnTo>
                <a:lnTo>
                  <a:pt x="419100" y="1304925"/>
                </a:lnTo>
                <a:close/>
                <a:moveTo>
                  <a:pt x="2381250" y="1333500"/>
                </a:moveTo>
                <a:lnTo>
                  <a:pt x="2390775" y="1333500"/>
                </a:lnTo>
                <a:lnTo>
                  <a:pt x="2390775" y="1323975"/>
                </a:lnTo>
                <a:lnTo>
                  <a:pt x="2371725" y="1323975"/>
                </a:lnTo>
                <a:lnTo>
                  <a:pt x="2371725" y="1343025"/>
                </a:lnTo>
                <a:lnTo>
                  <a:pt x="2381250" y="1343025"/>
                </a:lnTo>
                <a:close/>
                <a:moveTo>
                  <a:pt x="1266825" y="1371600"/>
                </a:moveTo>
                <a:lnTo>
                  <a:pt x="1276350" y="1371600"/>
                </a:lnTo>
                <a:lnTo>
                  <a:pt x="1276350" y="1504950"/>
                </a:lnTo>
                <a:lnTo>
                  <a:pt x="1266825" y="1504950"/>
                </a:lnTo>
                <a:close/>
                <a:moveTo>
                  <a:pt x="1400175" y="1371600"/>
                </a:moveTo>
                <a:lnTo>
                  <a:pt x="1409700" y="1371600"/>
                </a:lnTo>
                <a:lnTo>
                  <a:pt x="1409700" y="1381125"/>
                </a:lnTo>
                <a:lnTo>
                  <a:pt x="1400175" y="1381125"/>
                </a:lnTo>
                <a:close/>
                <a:moveTo>
                  <a:pt x="1390650" y="1381125"/>
                </a:moveTo>
                <a:lnTo>
                  <a:pt x="1400175" y="1381125"/>
                </a:lnTo>
                <a:lnTo>
                  <a:pt x="1400175" y="1390650"/>
                </a:lnTo>
                <a:lnTo>
                  <a:pt x="1390650" y="1390650"/>
                </a:lnTo>
                <a:close/>
                <a:moveTo>
                  <a:pt x="1819275" y="1390650"/>
                </a:moveTo>
                <a:lnTo>
                  <a:pt x="1828800" y="1390650"/>
                </a:lnTo>
                <a:lnTo>
                  <a:pt x="1828800" y="1400175"/>
                </a:lnTo>
                <a:lnTo>
                  <a:pt x="1819275" y="1400175"/>
                </a:lnTo>
                <a:close/>
                <a:moveTo>
                  <a:pt x="2371725" y="1390650"/>
                </a:moveTo>
                <a:lnTo>
                  <a:pt x="2381250" y="1390650"/>
                </a:lnTo>
                <a:lnTo>
                  <a:pt x="2381250" y="1362075"/>
                </a:lnTo>
                <a:lnTo>
                  <a:pt x="2371725" y="1362075"/>
                </a:lnTo>
                <a:close/>
                <a:moveTo>
                  <a:pt x="2295525" y="1400175"/>
                </a:moveTo>
                <a:lnTo>
                  <a:pt x="2305050" y="1400175"/>
                </a:lnTo>
                <a:lnTo>
                  <a:pt x="2305050" y="1409700"/>
                </a:lnTo>
                <a:lnTo>
                  <a:pt x="2324100" y="1409700"/>
                </a:lnTo>
                <a:lnTo>
                  <a:pt x="2324100" y="1400175"/>
                </a:lnTo>
                <a:lnTo>
                  <a:pt x="2314575" y="1400175"/>
                </a:lnTo>
                <a:lnTo>
                  <a:pt x="2314575" y="1390650"/>
                </a:lnTo>
                <a:lnTo>
                  <a:pt x="2295525" y="1390650"/>
                </a:lnTo>
                <a:close/>
                <a:moveTo>
                  <a:pt x="76200" y="1419225"/>
                </a:moveTo>
                <a:lnTo>
                  <a:pt x="85725" y="1419225"/>
                </a:lnTo>
                <a:lnTo>
                  <a:pt x="85725" y="1409700"/>
                </a:lnTo>
                <a:lnTo>
                  <a:pt x="76200" y="1409700"/>
                </a:lnTo>
                <a:lnTo>
                  <a:pt x="76200" y="1400175"/>
                </a:lnTo>
                <a:lnTo>
                  <a:pt x="57150" y="1400175"/>
                </a:lnTo>
                <a:lnTo>
                  <a:pt x="57150" y="1457325"/>
                </a:lnTo>
                <a:lnTo>
                  <a:pt x="66675" y="1457325"/>
                </a:lnTo>
                <a:lnTo>
                  <a:pt x="66675" y="1504950"/>
                </a:lnTo>
                <a:lnTo>
                  <a:pt x="57150" y="1504950"/>
                </a:lnTo>
                <a:lnTo>
                  <a:pt x="57150" y="1533525"/>
                </a:lnTo>
                <a:lnTo>
                  <a:pt x="66675" y="1533525"/>
                </a:lnTo>
                <a:lnTo>
                  <a:pt x="66675" y="1552575"/>
                </a:lnTo>
                <a:lnTo>
                  <a:pt x="76200" y="1552575"/>
                </a:lnTo>
                <a:close/>
                <a:moveTo>
                  <a:pt x="2343150" y="1419225"/>
                </a:moveTo>
                <a:lnTo>
                  <a:pt x="2381250" y="1419225"/>
                </a:lnTo>
                <a:lnTo>
                  <a:pt x="2381250" y="1400175"/>
                </a:lnTo>
                <a:lnTo>
                  <a:pt x="2343150" y="1400175"/>
                </a:lnTo>
                <a:close/>
                <a:moveTo>
                  <a:pt x="2333625" y="1466850"/>
                </a:moveTo>
                <a:lnTo>
                  <a:pt x="2352675" y="1466850"/>
                </a:lnTo>
                <a:lnTo>
                  <a:pt x="2352675" y="1457325"/>
                </a:lnTo>
                <a:lnTo>
                  <a:pt x="2343150" y="1457325"/>
                </a:lnTo>
                <a:lnTo>
                  <a:pt x="2343150" y="1447800"/>
                </a:lnTo>
                <a:lnTo>
                  <a:pt x="2324100" y="1447800"/>
                </a:lnTo>
                <a:lnTo>
                  <a:pt x="2324100" y="1476375"/>
                </a:lnTo>
                <a:lnTo>
                  <a:pt x="2333625" y="1476375"/>
                </a:lnTo>
                <a:close/>
                <a:moveTo>
                  <a:pt x="1609725" y="1514475"/>
                </a:moveTo>
                <a:lnTo>
                  <a:pt x="1619250" y="1514475"/>
                </a:lnTo>
                <a:lnTo>
                  <a:pt x="1619250" y="1524000"/>
                </a:lnTo>
                <a:lnTo>
                  <a:pt x="1609725" y="1524000"/>
                </a:lnTo>
                <a:close/>
                <a:moveTo>
                  <a:pt x="1266825" y="1562100"/>
                </a:moveTo>
                <a:lnTo>
                  <a:pt x="1276350" y="1562100"/>
                </a:lnTo>
                <a:lnTo>
                  <a:pt x="1276350" y="1657350"/>
                </a:lnTo>
                <a:lnTo>
                  <a:pt x="1266825" y="1657350"/>
                </a:lnTo>
                <a:close/>
                <a:moveTo>
                  <a:pt x="2324100" y="1571625"/>
                </a:moveTo>
                <a:lnTo>
                  <a:pt x="2333625" y="1571625"/>
                </a:lnTo>
                <a:lnTo>
                  <a:pt x="2333625" y="1581150"/>
                </a:lnTo>
                <a:lnTo>
                  <a:pt x="2343150" y="1581150"/>
                </a:lnTo>
                <a:lnTo>
                  <a:pt x="2343150" y="1571625"/>
                </a:lnTo>
                <a:lnTo>
                  <a:pt x="2352675" y="1571625"/>
                </a:lnTo>
                <a:lnTo>
                  <a:pt x="2352675" y="1562100"/>
                </a:lnTo>
                <a:lnTo>
                  <a:pt x="2324100" y="1562100"/>
                </a:lnTo>
                <a:close/>
                <a:moveTo>
                  <a:pt x="2333625" y="1609725"/>
                </a:moveTo>
                <a:lnTo>
                  <a:pt x="2343150" y="1609725"/>
                </a:lnTo>
                <a:lnTo>
                  <a:pt x="2343150" y="1619250"/>
                </a:lnTo>
                <a:lnTo>
                  <a:pt x="2352675" y="1619250"/>
                </a:lnTo>
                <a:lnTo>
                  <a:pt x="2352675" y="1600200"/>
                </a:lnTo>
                <a:lnTo>
                  <a:pt x="2333625" y="1600200"/>
                </a:lnTo>
                <a:close/>
                <a:moveTo>
                  <a:pt x="1543050" y="1619250"/>
                </a:moveTo>
                <a:lnTo>
                  <a:pt x="1571625" y="1619250"/>
                </a:lnTo>
                <a:lnTo>
                  <a:pt x="1571625" y="1638300"/>
                </a:lnTo>
                <a:lnTo>
                  <a:pt x="1543050" y="1638300"/>
                </a:lnTo>
                <a:close/>
                <a:moveTo>
                  <a:pt x="1628775" y="1619250"/>
                </a:moveTo>
                <a:lnTo>
                  <a:pt x="1657350" y="1619250"/>
                </a:lnTo>
                <a:lnTo>
                  <a:pt x="1657350" y="1657350"/>
                </a:lnTo>
                <a:lnTo>
                  <a:pt x="1638300" y="1657350"/>
                </a:lnTo>
                <a:lnTo>
                  <a:pt x="1638300" y="1628775"/>
                </a:lnTo>
                <a:lnTo>
                  <a:pt x="1628775" y="1628775"/>
                </a:lnTo>
                <a:close/>
                <a:moveTo>
                  <a:pt x="1685925" y="1619250"/>
                </a:moveTo>
                <a:lnTo>
                  <a:pt x="1695450" y="1619250"/>
                </a:lnTo>
                <a:lnTo>
                  <a:pt x="1695450" y="1628775"/>
                </a:lnTo>
                <a:lnTo>
                  <a:pt x="1685925" y="1628775"/>
                </a:lnTo>
                <a:close/>
                <a:moveTo>
                  <a:pt x="1600200" y="1628775"/>
                </a:moveTo>
                <a:lnTo>
                  <a:pt x="1619250" y="1628775"/>
                </a:lnTo>
                <a:lnTo>
                  <a:pt x="1619250" y="1638300"/>
                </a:lnTo>
                <a:lnTo>
                  <a:pt x="1600200" y="1638300"/>
                </a:lnTo>
                <a:close/>
                <a:moveTo>
                  <a:pt x="1666875" y="1628775"/>
                </a:moveTo>
                <a:lnTo>
                  <a:pt x="1676400" y="1628775"/>
                </a:lnTo>
                <a:lnTo>
                  <a:pt x="1676400" y="1657350"/>
                </a:lnTo>
                <a:lnTo>
                  <a:pt x="1666875" y="1657350"/>
                </a:lnTo>
                <a:close/>
                <a:moveTo>
                  <a:pt x="1514475" y="1638300"/>
                </a:moveTo>
                <a:lnTo>
                  <a:pt x="1543050" y="1638300"/>
                </a:lnTo>
                <a:lnTo>
                  <a:pt x="1543050" y="1647825"/>
                </a:lnTo>
                <a:lnTo>
                  <a:pt x="1562100" y="1647825"/>
                </a:lnTo>
                <a:lnTo>
                  <a:pt x="1562100" y="1657350"/>
                </a:lnTo>
                <a:lnTo>
                  <a:pt x="1571625" y="1657350"/>
                </a:lnTo>
                <a:lnTo>
                  <a:pt x="1571625" y="1676400"/>
                </a:lnTo>
                <a:lnTo>
                  <a:pt x="1543050" y="1676400"/>
                </a:lnTo>
                <a:lnTo>
                  <a:pt x="1543050" y="1666875"/>
                </a:lnTo>
                <a:lnTo>
                  <a:pt x="1524000" y="1666875"/>
                </a:lnTo>
                <a:lnTo>
                  <a:pt x="1524000" y="1647825"/>
                </a:lnTo>
                <a:lnTo>
                  <a:pt x="1514475" y="1647825"/>
                </a:lnTo>
                <a:close/>
                <a:moveTo>
                  <a:pt x="1619250" y="1638300"/>
                </a:moveTo>
                <a:lnTo>
                  <a:pt x="1628775" y="1638300"/>
                </a:lnTo>
                <a:lnTo>
                  <a:pt x="1628775" y="1657350"/>
                </a:lnTo>
                <a:lnTo>
                  <a:pt x="1619250" y="1657350"/>
                </a:lnTo>
                <a:close/>
                <a:moveTo>
                  <a:pt x="2305050" y="1638300"/>
                </a:moveTo>
                <a:lnTo>
                  <a:pt x="2314575" y="1638300"/>
                </a:lnTo>
                <a:lnTo>
                  <a:pt x="2314575" y="1628775"/>
                </a:lnTo>
                <a:lnTo>
                  <a:pt x="2305050" y="1628775"/>
                </a:lnTo>
                <a:close/>
                <a:moveTo>
                  <a:pt x="1504950" y="1647825"/>
                </a:moveTo>
                <a:lnTo>
                  <a:pt x="1514475" y="1647825"/>
                </a:lnTo>
                <a:lnTo>
                  <a:pt x="1514475" y="1657350"/>
                </a:lnTo>
                <a:lnTo>
                  <a:pt x="1504950" y="1657350"/>
                </a:lnTo>
                <a:close/>
                <a:moveTo>
                  <a:pt x="123825" y="1657350"/>
                </a:moveTo>
                <a:lnTo>
                  <a:pt x="152400" y="1657350"/>
                </a:lnTo>
                <a:lnTo>
                  <a:pt x="152400" y="1638300"/>
                </a:lnTo>
                <a:lnTo>
                  <a:pt x="133350" y="1638300"/>
                </a:lnTo>
                <a:lnTo>
                  <a:pt x="133350" y="1647825"/>
                </a:lnTo>
                <a:lnTo>
                  <a:pt x="123825" y="1647825"/>
                </a:lnTo>
                <a:close/>
                <a:moveTo>
                  <a:pt x="1628775" y="1657350"/>
                </a:moveTo>
                <a:lnTo>
                  <a:pt x="1638300" y="1657350"/>
                </a:lnTo>
                <a:lnTo>
                  <a:pt x="1638300" y="1666875"/>
                </a:lnTo>
                <a:lnTo>
                  <a:pt x="1628775" y="1666875"/>
                </a:lnTo>
                <a:close/>
                <a:moveTo>
                  <a:pt x="647700" y="1666875"/>
                </a:moveTo>
                <a:lnTo>
                  <a:pt x="657225" y="1666875"/>
                </a:lnTo>
                <a:lnTo>
                  <a:pt x="657225" y="1676400"/>
                </a:lnTo>
                <a:lnTo>
                  <a:pt x="647700" y="1676400"/>
                </a:lnTo>
                <a:close/>
                <a:moveTo>
                  <a:pt x="981075" y="1666875"/>
                </a:moveTo>
                <a:lnTo>
                  <a:pt x="990600" y="1666875"/>
                </a:lnTo>
                <a:lnTo>
                  <a:pt x="990600" y="1676400"/>
                </a:lnTo>
                <a:lnTo>
                  <a:pt x="981075" y="1676400"/>
                </a:lnTo>
                <a:close/>
                <a:moveTo>
                  <a:pt x="2305050" y="1704975"/>
                </a:moveTo>
                <a:lnTo>
                  <a:pt x="2314575" y="1704975"/>
                </a:lnTo>
                <a:lnTo>
                  <a:pt x="2314575" y="1724025"/>
                </a:lnTo>
                <a:lnTo>
                  <a:pt x="2324100" y="1724025"/>
                </a:lnTo>
                <a:lnTo>
                  <a:pt x="2324100" y="1733550"/>
                </a:lnTo>
                <a:lnTo>
                  <a:pt x="2343150" y="1733550"/>
                </a:lnTo>
                <a:lnTo>
                  <a:pt x="2343150" y="1743075"/>
                </a:lnTo>
                <a:lnTo>
                  <a:pt x="2352675" y="1743075"/>
                </a:lnTo>
                <a:lnTo>
                  <a:pt x="2352675" y="1714500"/>
                </a:lnTo>
                <a:lnTo>
                  <a:pt x="2333625" y="1714500"/>
                </a:lnTo>
                <a:lnTo>
                  <a:pt x="2333625" y="1695450"/>
                </a:lnTo>
                <a:lnTo>
                  <a:pt x="2324100" y="1695450"/>
                </a:lnTo>
                <a:lnTo>
                  <a:pt x="2324100" y="1685925"/>
                </a:lnTo>
                <a:lnTo>
                  <a:pt x="2314575" y="1685925"/>
                </a:lnTo>
                <a:lnTo>
                  <a:pt x="2314575" y="1695450"/>
                </a:lnTo>
                <a:lnTo>
                  <a:pt x="2305050" y="1695450"/>
                </a:lnTo>
                <a:close/>
                <a:moveTo>
                  <a:pt x="647700" y="1714500"/>
                </a:moveTo>
                <a:lnTo>
                  <a:pt x="657225" y="1714500"/>
                </a:lnTo>
                <a:lnTo>
                  <a:pt x="657225" y="1724025"/>
                </a:lnTo>
                <a:lnTo>
                  <a:pt x="647700" y="1724025"/>
                </a:lnTo>
                <a:close/>
                <a:moveTo>
                  <a:pt x="57150" y="1743075"/>
                </a:moveTo>
                <a:lnTo>
                  <a:pt x="66675" y="1743075"/>
                </a:lnTo>
                <a:lnTo>
                  <a:pt x="66675" y="1771650"/>
                </a:lnTo>
                <a:lnTo>
                  <a:pt x="85725" y="1771650"/>
                </a:lnTo>
                <a:lnTo>
                  <a:pt x="85725" y="1752600"/>
                </a:lnTo>
                <a:lnTo>
                  <a:pt x="76200" y="1752600"/>
                </a:lnTo>
                <a:lnTo>
                  <a:pt x="76200" y="1743075"/>
                </a:lnTo>
                <a:lnTo>
                  <a:pt x="104775" y="1743075"/>
                </a:lnTo>
                <a:lnTo>
                  <a:pt x="104775" y="1714500"/>
                </a:lnTo>
                <a:lnTo>
                  <a:pt x="95250" y="1714500"/>
                </a:lnTo>
                <a:lnTo>
                  <a:pt x="95250" y="1704975"/>
                </a:lnTo>
                <a:lnTo>
                  <a:pt x="85725" y="1704975"/>
                </a:lnTo>
                <a:lnTo>
                  <a:pt x="85725" y="1714500"/>
                </a:lnTo>
                <a:lnTo>
                  <a:pt x="76200" y="1714500"/>
                </a:lnTo>
                <a:lnTo>
                  <a:pt x="76200" y="1724025"/>
                </a:lnTo>
                <a:lnTo>
                  <a:pt x="66675" y="1724025"/>
                </a:lnTo>
                <a:lnTo>
                  <a:pt x="66675" y="1733550"/>
                </a:lnTo>
                <a:lnTo>
                  <a:pt x="57150" y="1733550"/>
                </a:lnTo>
                <a:close/>
                <a:moveTo>
                  <a:pt x="2362200" y="1743075"/>
                </a:moveTo>
                <a:lnTo>
                  <a:pt x="2390775" y="1743075"/>
                </a:lnTo>
                <a:lnTo>
                  <a:pt x="2390775" y="1676400"/>
                </a:lnTo>
                <a:lnTo>
                  <a:pt x="2371725" y="1676400"/>
                </a:lnTo>
                <a:lnTo>
                  <a:pt x="2371725" y="1733550"/>
                </a:lnTo>
                <a:lnTo>
                  <a:pt x="2362200" y="1733550"/>
                </a:lnTo>
                <a:close/>
                <a:moveTo>
                  <a:pt x="2362200" y="1762125"/>
                </a:moveTo>
                <a:lnTo>
                  <a:pt x="2381250" y="1762125"/>
                </a:lnTo>
                <a:lnTo>
                  <a:pt x="2381250" y="1752600"/>
                </a:lnTo>
                <a:lnTo>
                  <a:pt x="2362200" y="1752600"/>
                </a:lnTo>
                <a:close/>
                <a:moveTo>
                  <a:pt x="1266825" y="1771650"/>
                </a:moveTo>
                <a:lnTo>
                  <a:pt x="1276350" y="1771650"/>
                </a:lnTo>
                <a:lnTo>
                  <a:pt x="1276350" y="1933575"/>
                </a:lnTo>
                <a:lnTo>
                  <a:pt x="1266825" y="1933575"/>
                </a:lnTo>
                <a:close/>
                <a:moveTo>
                  <a:pt x="2371725" y="1781175"/>
                </a:moveTo>
                <a:lnTo>
                  <a:pt x="2381250" y="1781175"/>
                </a:lnTo>
                <a:lnTo>
                  <a:pt x="2381250" y="1771650"/>
                </a:lnTo>
                <a:lnTo>
                  <a:pt x="2371725" y="1771650"/>
                </a:lnTo>
                <a:close/>
                <a:moveTo>
                  <a:pt x="609600" y="1933575"/>
                </a:moveTo>
                <a:lnTo>
                  <a:pt x="619125" y="1933575"/>
                </a:lnTo>
                <a:lnTo>
                  <a:pt x="619125" y="1943100"/>
                </a:lnTo>
                <a:lnTo>
                  <a:pt x="609600" y="1943100"/>
                </a:lnTo>
                <a:close/>
                <a:moveTo>
                  <a:pt x="1257300" y="1933575"/>
                </a:moveTo>
                <a:lnTo>
                  <a:pt x="1266825" y="1933575"/>
                </a:lnTo>
                <a:lnTo>
                  <a:pt x="1266825" y="1943100"/>
                </a:lnTo>
                <a:lnTo>
                  <a:pt x="1257300" y="1943100"/>
                </a:lnTo>
                <a:close/>
                <a:moveTo>
                  <a:pt x="95250" y="1971675"/>
                </a:moveTo>
                <a:lnTo>
                  <a:pt x="114300" y="1971675"/>
                </a:lnTo>
                <a:lnTo>
                  <a:pt x="114300" y="1952625"/>
                </a:lnTo>
                <a:lnTo>
                  <a:pt x="95250" y="1952625"/>
                </a:lnTo>
                <a:close/>
                <a:moveTo>
                  <a:pt x="142875" y="2000250"/>
                </a:moveTo>
                <a:lnTo>
                  <a:pt x="152400" y="2000250"/>
                </a:lnTo>
                <a:lnTo>
                  <a:pt x="152400" y="2009775"/>
                </a:lnTo>
                <a:lnTo>
                  <a:pt x="142875" y="2009775"/>
                </a:lnTo>
                <a:close/>
                <a:moveTo>
                  <a:pt x="2228850" y="2009775"/>
                </a:moveTo>
                <a:lnTo>
                  <a:pt x="2276475" y="2009775"/>
                </a:lnTo>
                <a:lnTo>
                  <a:pt x="2276475" y="2028825"/>
                </a:lnTo>
                <a:lnTo>
                  <a:pt x="2324100" y="2028825"/>
                </a:lnTo>
                <a:lnTo>
                  <a:pt x="2324100" y="2038350"/>
                </a:lnTo>
                <a:lnTo>
                  <a:pt x="2333625" y="2038350"/>
                </a:lnTo>
                <a:lnTo>
                  <a:pt x="2333625" y="2047875"/>
                </a:lnTo>
                <a:lnTo>
                  <a:pt x="2324100" y="2047875"/>
                </a:lnTo>
                <a:lnTo>
                  <a:pt x="2324100" y="2057400"/>
                </a:lnTo>
                <a:lnTo>
                  <a:pt x="2314575" y="2057400"/>
                </a:lnTo>
                <a:lnTo>
                  <a:pt x="2314575" y="2047875"/>
                </a:lnTo>
                <a:lnTo>
                  <a:pt x="2305050" y="2047875"/>
                </a:lnTo>
                <a:lnTo>
                  <a:pt x="2305050" y="2057400"/>
                </a:lnTo>
                <a:lnTo>
                  <a:pt x="2286000" y="2057400"/>
                </a:lnTo>
                <a:lnTo>
                  <a:pt x="2286000" y="2066925"/>
                </a:lnTo>
                <a:lnTo>
                  <a:pt x="2295525" y="2066925"/>
                </a:lnTo>
                <a:lnTo>
                  <a:pt x="2295525" y="2076450"/>
                </a:lnTo>
                <a:lnTo>
                  <a:pt x="2305050" y="2076450"/>
                </a:lnTo>
                <a:lnTo>
                  <a:pt x="2305050" y="2095500"/>
                </a:lnTo>
                <a:lnTo>
                  <a:pt x="2314575" y="2095500"/>
                </a:lnTo>
                <a:lnTo>
                  <a:pt x="2314575" y="2124075"/>
                </a:lnTo>
                <a:lnTo>
                  <a:pt x="2324100" y="2124075"/>
                </a:lnTo>
                <a:lnTo>
                  <a:pt x="2324100" y="2114550"/>
                </a:lnTo>
                <a:lnTo>
                  <a:pt x="2333625" y="2114550"/>
                </a:lnTo>
                <a:lnTo>
                  <a:pt x="2333625" y="2095500"/>
                </a:lnTo>
                <a:lnTo>
                  <a:pt x="2362200" y="2095500"/>
                </a:lnTo>
                <a:lnTo>
                  <a:pt x="2362200" y="2105025"/>
                </a:lnTo>
                <a:lnTo>
                  <a:pt x="2381250" y="2105025"/>
                </a:lnTo>
                <a:lnTo>
                  <a:pt x="2381250" y="2095500"/>
                </a:lnTo>
                <a:lnTo>
                  <a:pt x="2390775" y="2095500"/>
                </a:lnTo>
                <a:lnTo>
                  <a:pt x="2390775" y="2114550"/>
                </a:lnTo>
                <a:lnTo>
                  <a:pt x="2381250" y="2114550"/>
                </a:lnTo>
                <a:lnTo>
                  <a:pt x="2381250" y="2143125"/>
                </a:lnTo>
                <a:lnTo>
                  <a:pt x="2371725" y="2143125"/>
                </a:lnTo>
                <a:lnTo>
                  <a:pt x="2371725" y="2162175"/>
                </a:lnTo>
                <a:lnTo>
                  <a:pt x="2362200" y="2162175"/>
                </a:lnTo>
                <a:lnTo>
                  <a:pt x="2362200" y="2171700"/>
                </a:lnTo>
                <a:lnTo>
                  <a:pt x="2352675" y="2171700"/>
                </a:lnTo>
                <a:lnTo>
                  <a:pt x="2352675" y="2190750"/>
                </a:lnTo>
                <a:lnTo>
                  <a:pt x="2343150" y="2190750"/>
                </a:lnTo>
                <a:lnTo>
                  <a:pt x="2343150" y="2200275"/>
                </a:lnTo>
                <a:lnTo>
                  <a:pt x="2333625" y="2200275"/>
                </a:lnTo>
                <a:lnTo>
                  <a:pt x="2333625" y="2209800"/>
                </a:lnTo>
                <a:lnTo>
                  <a:pt x="2324100" y="2209800"/>
                </a:lnTo>
                <a:lnTo>
                  <a:pt x="2324100" y="2228850"/>
                </a:lnTo>
                <a:lnTo>
                  <a:pt x="2314575" y="2228850"/>
                </a:lnTo>
                <a:lnTo>
                  <a:pt x="2314575" y="2209800"/>
                </a:lnTo>
                <a:lnTo>
                  <a:pt x="2305050" y="2209800"/>
                </a:lnTo>
                <a:lnTo>
                  <a:pt x="2305050" y="2219325"/>
                </a:lnTo>
                <a:lnTo>
                  <a:pt x="2295525" y="2219325"/>
                </a:lnTo>
                <a:lnTo>
                  <a:pt x="2295525" y="2209800"/>
                </a:lnTo>
                <a:lnTo>
                  <a:pt x="2286000" y="2209800"/>
                </a:lnTo>
                <a:lnTo>
                  <a:pt x="2286000" y="2190750"/>
                </a:lnTo>
                <a:lnTo>
                  <a:pt x="2276475" y="2190750"/>
                </a:lnTo>
                <a:lnTo>
                  <a:pt x="2276475" y="2171700"/>
                </a:lnTo>
                <a:lnTo>
                  <a:pt x="2266950" y="2171700"/>
                </a:lnTo>
                <a:lnTo>
                  <a:pt x="2266950" y="2124075"/>
                </a:lnTo>
                <a:lnTo>
                  <a:pt x="2257425" y="2124075"/>
                </a:lnTo>
                <a:lnTo>
                  <a:pt x="2257425" y="2057400"/>
                </a:lnTo>
                <a:lnTo>
                  <a:pt x="2238375" y="2057400"/>
                </a:lnTo>
                <a:lnTo>
                  <a:pt x="2238375" y="2047875"/>
                </a:lnTo>
                <a:lnTo>
                  <a:pt x="2228850" y="2047875"/>
                </a:lnTo>
                <a:lnTo>
                  <a:pt x="2228850" y="2038350"/>
                </a:lnTo>
                <a:lnTo>
                  <a:pt x="2219325" y="2038350"/>
                </a:lnTo>
                <a:lnTo>
                  <a:pt x="2219325" y="2028825"/>
                </a:lnTo>
                <a:lnTo>
                  <a:pt x="2228850" y="2028825"/>
                </a:lnTo>
                <a:close/>
                <a:moveTo>
                  <a:pt x="190500" y="2028825"/>
                </a:moveTo>
                <a:lnTo>
                  <a:pt x="209550" y="2028825"/>
                </a:lnTo>
                <a:lnTo>
                  <a:pt x="209550" y="2038350"/>
                </a:lnTo>
                <a:lnTo>
                  <a:pt x="190500" y="2038350"/>
                </a:lnTo>
                <a:close/>
                <a:moveTo>
                  <a:pt x="2190750" y="2076450"/>
                </a:moveTo>
                <a:lnTo>
                  <a:pt x="2228850" y="2076450"/>
                </a:lnTo>
                <a:lnTo>
                  <a:pt x="2228850" y="2095500"/>
                </a:lnTo>
                <a:lnTo>
                  <a:pt x="2209800" y="2095500"/>
                </a:lnTo>
                <a:lnTo>
                  <a:pt x="2209800" y="2105025"/>
                </a:lnTo>
                <a:lnTo>
                  <a:pt x="2190750" y="2105025"/>
                </a:lnTo>
                <a:close/>
                <a:moveTo>
                  <a:pt x="1390650" y="2095500"/>
                </a:moveTo>
                <a:lnTo>
                  <a:pt x="1419225" y="2095500"/>
                </a:lnTo>
                <a:lnTo>
                  <a:pt x="1419225" y="2105025"/>
                </a:lnTo>
                <a:lnTo>
                  <a:pt x="1390650" y="2105025"/>
                </a:lnTo>
                <a:close/>
                <a:moveTo>
                  <a:pt x="1676400" y="2095500"/>
                </a:moveTo>
                <a:lnTo>
                  <a:pt x="1800225" y="2095500"/>
                </a:lnTo>
                <a:lnTo>
                  <a:pt x="1800225" y="2105025"/>
                </a:lnTo>
                <a:lnTo>
                  <a:pt x="1676400" y="2105025"/>
                </a:lnTo>
                <a:close/>
                <a:moveTo>
                  <a:pt x="180975" y="2105025"/>
                </a:moveTo>
                <a:lnTo>
                  <a:pt x="200025" y="2105025"/>
                </a:lnTo>
                <a:lnTo>
                  <a:pt x="200025" y="2114550"/>
                </a:lnTo>
                <a:lnTo>
                  <a:pt x="180975" y="2114550"/>
                </a:lnTo>
                <a:close/>
                <a:moveTo>
                  <a:pt x="57150" y="2133600"/>
                </a:moveTo>
                <a:lnTo>
                  <a:pt x="66675" y="2133600"/>
                </a:lnTo>
                <a:lnTo>
                  <a:pt x="66675" y="2143125"/>
                </a:lnTo>
                <a:lnTo>
                  <a:pt x="57150" y="2143125"/>
                </a:lnTo>
                <a:close/>
                <a:moveTo>
                  <a:pt x="2276475" y="2143125"/>
                </a:moveTo>
                <a:lnTo>
                  <a:pt x="2286000" y="2143125"/>
                </a:lnTo>
                <a:lnTo>
                  <a:pt x="2286000" y="2133600"/>
                </a:lnTo>
                <a:lnTo>
                  <a:pt x="2276475" y="2133600"/>
                </a:lnTo>
                <a:close/>
                <a:moveTo>
                  <a:pt x="66675" y="2152650"/>
                </a:moveTo>
                <a:lnTo>
                  <a:pt x="76200" y="2152650"/>
                </a:lnTo>
                <a:lnTo>
                  <a:pt x="76200" y="2162175"/>
                </a:lnTo>
                <a:lnTo>
                  <a:pt x="66675" y="2162175"/>
                </a:lnTo>
                <a:close/>
                <a:moveTo>
                  <a:pt x="228600" y="2162175"/>
                </a:moveTo>
                <a:lnTo>
                  <a:pt x="247650" y="2162175"/>
                </a:lnTo>
                <a:lnTo>
                  <a:pt x="247650" y="2181225"/>
                </a:lnTo>
                <a:lnTo>
                  <a:pt x="276225" y="2181225"/>
                </a:lnTo>
                <a:lnTo>
                  <a:pt x="276225" y="2190750"/>
                </a:lnTo>
                <a:lnTo>
                  <a:pt x="285750" y="2190750"/>
                </a:lnTo>
                <a:lnTo>
                  <a:pt x="285750" y="2209800"/>
                </a:lnTo>
                <a:lnTo>
                  <a:pt x="276225" y="2209800"/>
                </a:lnTo>
                <a:lnTo>
                  <a:pt x="276225" y="2257425"/>
                </a:lnTo>
                <a:lnTo>
                  <a:pt x="285750" y="2257425"/>
                </a:lnTo>
                <a:lnTo>
                  <a:pt x="285750" y="2266950"/>
                </a:lnTo>
                <a:lnTo>
                  <a:pt x="295275" y="2266950"/>
                </a:lnTo>
                <a:lnTo>
                  <a:pt x="295275" y="2276475"/>
                </a:lnTo>
                <a:lnTo>
                  <a:pt x="285750" y="2276475"/>
                </a:lnTo>
                <a:lnTo>
                  <a:pt x="285750" y="2295525"/>
                </a:lnTo>
                <a:lnTo>
                  <a:pt x="409575" y="2295525"/>
                </a:lnTo>
                <a:lnTo>
                  <a:pt x="409575" y="2305050"/>
                </a:lnTo>
                <a:lnTo>
                  <a:pt x="266700" y="2305050"/>
                </a:lnTo>
                <a:lnTo>
                  <a:pt x="266700" y="2295525"/>
                </a:lnTo>
                <a:lnTo>
                  <a:pt x="228600" y="2295525"/>
                </a:lnTo>
                <a:lnTo>
                  <a:pt x="228600" y="2286000"/>
                </a:lnTo>
                <a:lnTo>
                  <a:pt x="200025" y="2286000"/>
                </a:lnTo>
                <a:lnTo>
                  <a:pt x="200025" y="2276475"/>
                </a:lnTo>
                <a:lnTo>
                  <a:pt x="180975" y="2276475"/>
                </a:lnTo>
                <a:lnTo>
                  <a:pt x="180975" y="2266950"/>
                </a:lnTo>
                <a:lnTo>
                  <a:pt x="171450" y="2266950"/>
                </a:lnTo>
                <a:lnTo>
                  <a:pt x="171450" y="2257425"/>
                </a:lnTo>
                <a:lnTo>
                  <a:pt x="152400" y="2257425"/>
                </a:lnTo>
                <a:lnTo>
                  <a:pt x="152400" y="2247900"/>
                </a:lnTo>
                <a:lnTo>
                  <a:pt x="142875" y="2247900"/>
                </a:lnTo>
                <a:lnTo>
                  <a:pt x="142875" y="2238375"/>
                </a:lnTo>
                <a:lnTo>
                  <a:pt x="133350" y="2238375"/>
                </a:lnTo>
                <a:lnTo>
                  <a:pt x="133350" y="2228850"/>
                </a:lnTo>
                <a:lnTo>
                  <a:pt x="142875" y="2228850"/>
                </a:lnTo>
                <a:lnTo>
                  <a:pt x="142875" y="2219325"/>
                </a:lnTo>
                <a:lnTo>
                  <a:pt x="152400" y="2219325"/>
                </a:lnTo>
                <a:lnTo>
                  <a:pt x="152400" y="2209800"/>
                </a:lnTo>
                <a:lnTo>
                  <a:pt x="171450" y="2209800"/>
                </a:lnTo>
                <a:lnTo>
                  <a:pt x="171450" y="2219325"/>
                </a:lnTo>
                <a:lnTo>
                  <a:pt x="180975" y="2219325"/>
                </a:lnTo>
                <a:lnTo>
                  <a:pt x="180975" y="2209800"/>
                </a:lnTo>
                <a:lnTo>
                  <a:pt x="190500" y="2209800"/>
                </a:lnTo>
                <a:lnTo>
                  <a:pt x="190500" y="2200275"/>
                </a:lnTo>
                <a:lnTo>
                  <a:pt x="200025" y="2200275"/>
                </a:lnTo>
                <a:lnTo>
                  <a:pt x="200025" y="2190750"/>
                </a:lnTo>
                <a:lnTo>
                  <a:pt x="219075" y="2190750"/>
                </a:lnTo>
                <a:lnTo>
                  <a:pt x="219075" y="2171700"/>
                </a:lnTo>
                <a:lnTo>
                  <a:pt x="228600" y="2171700"/>
                </a:lnTo>
                <a:close/>
                <a:moveTo>
                  <a:pt x="76200" y="2171700"/>
                </a:moveTo>
                <a:lnTo>
                  <a:pt x="85725" y="2171700"/>
                </a:lnTo>
                <a:lnTo>
                  <a:pt x="85725" y="2181225"/>
                </a:lnTo>
                <a:lnTo>
                  <a:pt x="76200" y="2181225"/>
                </a:lnTo>
                <a:close/>
                <a:moveTo>
                  <a:pt x="85725" y="2181225"/>
                </a:moveTo>
                <a:lnTo>
                  <a:pt x="95250" y="2181225"/>
                </a:lnTo>
                <a:lnTo>
                  <a:pt x="95250" y="2190750"/>
                </a:lnTo>
                <a:lnTo>
                  <a:pt x="85725" y="2190750"/>
                </a:lnTo>
                <a:close/>
                <a:moveTo>
                  <a:pt x="104775" y="2209800"/>
                </a:moveTo>
                <a:lnTo>
                  <a:pt x="114300" y="2209800"/>
                </a:lnTo>
                <a:lnTo>
                  <a:pt x="114300" y="2219325"/>
                </a:lnTo>
                <a:lnTo>
                  <a:pt x="104775" y="2219325"/>
                </a:lnTo>
                <a:close/>
                <a:moveTo>
                  <a:pt x="114300" y="2219325"/>
                </a:moveTo>
                <a:lnTo>
                  <a:pt x="123825" y="2219325"/>
                </a:lnTo>
                <a:lnTo>
                  <a:pt x="123825" y="2228850"/>
                </a:lnTo>
                <a:lnTo>
                  <a:pt x="114300" y="2228850"/>
                </a:lnTo>
                <a:close/>
                <a:moveTo>
                  <a:pt x="2305050" y="2228850"/>
                </a:moveTo>
                <a:lnTo>
                  <a:pt x="2314575" y="2228850"/>
                </a:lnTo>
                <a:lnTo>
                  <a:pt x="2314575" y="2238375"/>
                </a:lnTo>
                <a:lnTo>
                  <a:pt x="2305050" y="2238375"/>
                </a:lnTo>
                <a:close/>
                <a:moveTo>
                  <a:pt x="2295525" y="2238375"/>
                </a:moveTo>
                <a:lnTo>
                  <a:pt x="2305050" y="2238375"/>
                </a:lnTo>
                <a:lnTo>
                  <a:pt x="2305050" y="2247900"/>
                </a:lnTo>
                <a:lnTo>
                  <a:pt x="2295525" y="2247900"/>
                </a:lnTo>
                <a:close/>
                <a:moveTo>
                  <a:pt x="190500" y="2247900"/>
                </a:moveTo>
                <a:lnTo>
                  <a:pt x="209550" y="2247900"/>
                </a:lnTo>
                <a:lnTo>
                  <a:pt x="209550" y="2238375"/>
                </a:lnTo>
                <a:lnTo>
                  <a:pt x="190500" y="2238375"/>
                </a:lnTo>
                <a:close/>
                <a:moveTo>
                  <a:pt x="2257425" y="2257425"/>
                </a:moveTo>
                <a:lnTo>
                  <a:pt x="2276475" y="2257425"/>
                </a:lnTo>
                <a:lnTo>
                  <a:pt x="2276475" y="2266950"/>
                </a:lnTo>
                <a:lnTo>
                  <a:pt x="2257425" y="2266950"/>
                </a:lnTo>
                <a:close/>
                <a:moveTo>
                  <a:pt x="2305050" y="2257425"/>
                </a:moveTo>
                <a:lnTo>
                  <a:pt x="2314575" y="2257425"/>
                </a:lnTo>
                <a:lnTo>
                  <a:pt x="2314575" y="2266950"/>
                </a:lnTo>
                <a:lnTo>
                  <a:pt x="2305050" y="2266950"/>
                </a:lnTo>
                <a:close/>
                <a:moveTo>
                  <a:pt x="2076450" y="2266950"/>
                </a:moveTo>
                <a:lnTo>
                  <a:pt x="2095500" y="2266950"/>
                </a:lnTo>
                <a:lnTo>
                  <a:pt x="2095500" y="2286000"/>
                </a:lnTo>
                <a:lnTo>
                  <a:pt x="2105025" y="2286000"/>
                </a:lnTo>
                <a:lnTo>
                  <a:pt x="2105025" y="2295525"/>
                </a:lnTo>
                <a:lnTo>
                  <a:pt x="2162175" y="2295525"/>
                </a:lnTo>
                <a:lnTo>
                  <a:pt x="2162175" y="2305050"/>
                </a:lnTo>
                <a:lnTo>
                  <a:pt x="1876425" y="2305050"/>
                </a:lnTo>
                <a:lnTo>
                  <a:pt x="1876425" y="2295525"/>
                </a:lnTo>
                <a:lnTo>
                  <a:pt x="1914525" y="2295525"/>
                </a:lnTo>
                <a:lnTo>
                  <a:pt x="1914525" y="2286000"/>
                </a:lnTo>
                <a:lnTo>
                  <a:pt x="1933575" y="2286000"/>
                </a:lnTo>
                <a:lnTo>
                  <a:pt x="1933575" y="2295525"/>
                </a:lnTo>
                <a:lnTo>
                  <a:pt x="2038350" y="2295525"/>
                </a:lnTo>
                <a:lnTo>
                  <a:pt x="2038350" y="2286000"/>
                </a:lnTo>
                <a:lnTo>
                  <a:pt x="2085975" y="2286000"/>
                </a:lnTo>
                <a:lnTo>
                  <a:pt x="2085975" y="2276475"/>
                </a:lnTo>
                <a:lnTo>
                  <a:pt x="2076450" y="2276475"/>
                </a:lnTo>
                <a:close/>
                <a:moveTo>
                  <a:pt x="2238375" y="2266950"/>
                </a:moveTo>
                <a:lnTo>
                  <a:pt x="2257425" y="2266950"/>
                </a:lnTo>
                <a:lnTo>
                  <a:pt x="2257425" y="2276475"/>
                </a:lnTo>
                <a:lnTo>
                  <a:pt x="2238375" y="2276475"/>
                </a:lnTo>
                <a:close/>
                <a:moveTo>
                  <a:pt x="2228850" y="2276475"/>
                </a:moveTo>
                <a:lnTo>
                  <a:pt x="2238375" y="2276475"/>
                </a:lnTo>
                <a:lnTo>
                  <a:pt x="2238375" y="2286000"/>
                </a:lnTo>
                <a:lnTo>
                  <a:pt x="2228850" y="2286000"/>
                </a:lnTo>
                <a:close/>
                <a:moveTo>
                  <a:pt x="762000" y="2286000"/>
                </a:moveTo>
                <a:lnTo>
                  <a:pt x="790575" y="2286000"/>
                </a:lnTo>
                <a:lnTo>
                  <a:pt x="790575" y="2295525"/>
                </a:lnTo>
                <a:lnTo>
                  <a:pt x="819150" y="2295525"/>
                </a:lnTo>
                <a:lnTo>
                  <a:pt x="819150" y="2286000"/>
                </a:lnTo>
                <a:lnTo>
                  <a:pt x="828675" y="2286000"/>
                </a:lnTo>
                <a:lnTo>
                  <a:pt x="828675" y="2295525"/>
                </a:lnTo>
                <a:lnTo>
                  <a:pt x="914400" y="2295525"/>
                </a:lnTo>
                <a:lnTo>
                  <a:pt x="914400" y="2286000"/>
                </a:lnTo>
                <a:lnTo>
                  <a:pt x="952500" y="2286000"/>
                </a:lnTo>
                <a:lnTo>
                  <a:pt x="952500" y="2295525"/>
                </a:lnTo>
                <a:lnTo>
                  <a:pt x="1085850" y="2295525"/>
                </a:lnTo>
                <a:lnTo>
                  <a:pt x="1085850" y="2286000"/>
                </a:lnTo>
                <a:lnTo>
                  <a:pt x="1095375" y="2286000"/>
                </a:lnTo>
                <a:lnTo>
                  <a:pt x="1095375" y="2295525"/>
                </a:lnTo>
                <a:lnTo>
                  <a:pt x="1781175" y="2295525"/>
                </a:lnTo>
                <a:lnTo>
                  <a:pt x="1781175" y="2305050"/>
                </a:lnTo>
                <a:lnTo>
                  <a:pt x="438150" y="2305050"/>
                </a:lnTo>
                <a:lnTo>
                  <a:pt x="438150" y="2295525"/>
                </a:lnTo>
                <a:lnTo>
                  <a:pt x="762000" y="2295525"/>
                </a:lnTo>
                <a:close/>
                <a:moveTo>
                  <a:pt x="2190750" y="2286000"/>
                </a:moveTo>
                <a:lnTo>
                  <a:pt x="2219325" y="2286000"/>
                </a:lnTo>
                <a:lnTo>
                  <a:pt x="2219325" y="2295525"/>
                </a:lnTo>
                <a:lnTo>
                  <a:pt x="2190750" y="2295525"/>
                </a:lnTo>
                <a:close/>
              </a:path>
            </a:pathLst>
          </a:custGeom>
          <a:solidFill xmlns:a="http://schemas.openxmlformats.org/drawingml/2006/main">
            <a:srgbClr val="C96848"/>
          </a:solidFill>
          <a:ln xmlns:a="http://schemas.openxmlformats.org/drawingml/2006/main" w="0">
            <a:noFill/>
          </a:ln>
        </p:spPr>
      </p:sp>
      <p:sp>
        <p:nvSpPr>
          <p:cNvPr id="29" name="logo vector #ac7243">
            <a:extLst xmlns:a="http://schemas.openxmlformats.org/drawingml/2006/main">
              <a:ext uri="{FF2B5EF4-FFF2-40B4-BE49-F238E27FC236}">
                <a16:creationId xmlns:a16="http://schemas.microsoft.com/office/drawing/2014/main" id="{33998F69-E243-4B1D-A879-6E0A1B67A9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124450" y="1590675"/>
            <a:ext cx="2867025" cy="2752725"/>
          </a:xfrm>
          <a:custGeom xmlns:a="http://schemas.openxmlformats.org/drawingml/2006/main">
            <a:pathLst>
              <a:path w="2428875" h="2333625">
                <a:moveTo>
                  <a:pt x="266700" y="9525"/>
                </a:moveTo>
                <a:lnTo>
                  <a:pt x="304800" y="9525"/>
                </a:lnTo>
                <a:lnTo>
                  <a:pt x="304800" y="19050"/>
                </a:lnTo>
                <a:lnTo>
                  <a:pt x="266700" y="19050"/>
                </a:lnTo>
                <a:close/>
                <a:moveTo>
                  <a:pt x="2143125" y="9525"/>
                </a:moveTo>
                <a:lnTo>
                  <a:pt x="2171700" y="9525"/>
                </a:lnTo>
                <a:lnTo>
                  <a:pt x="2171700" y="19050"/>
                </a:lnTo>
                <a:lnTo>
                  <a:pt x="2143125" y="19050"/>
                </a:lnTo>
                <a:close/>
                <a:moveTo>
                  <a:pt x="219075" y="19050"/>
                </a:moveTo>
                <a:lnTo>
                  <a:pt x="228600" y="19050"/>
                </a:lnTo>
                <a:lnTo>
                  <a:pt x="228600" y="28575"/>
                </a:lnTo>
                <a:lnTo>
                  <a:pt x="219075" y="28575"/>
                </a:lnTo>
                <a:close/>
                <a:moveTo>
                  <a:pt x="2209800" y="19050"/>
                </a:moveTo>
                <a:lnTo>
                  <a:pt x="2219325" y="19050"/>
                </a:lnTo>
                <a:lnTo>
                  <a:pt x="2219325" y="28575"/>
                </a:lnTo>
                <a:lnTo>
                  <a:pt x="2209800" y="28575"/>
                </a:lnTo>
                <a:close/>
                <a:moveTo>
                  <a:pt x="190500" y="28575"/>
                </a:moveTo>
                <a:lnTo>
                  <a:pt x="200025" y="28575"/>
                </a:lnTo>
                <a:lnTo>
                  <a:pt x="200025" y="38100"/>
                </a:lnTo>
                <a:lnTo>
                  <a:pt x="190500" y="38100"/>
                </a:lnTo>
                <a:close/>
                <a:moveTo>
                  <a:pt x="2238375" y="28575"/>
                </a:moveTo>
                <a:lnTo>
                  <a:pt x="2247900" y="28575"/>
                </a:lnTo>
                <a:lnTo>
                  <a:pt x="2247900" y="38100"/>
                </a:lnTo>
                <a:lnTo>
                  <a:pt x="2238375" y="38100"/>
                </a:lnTo>
                <a:close/>
                <a:moveTo>
                  <a:pt x="2257425" y="38100"/>
                </a:moveTo>
                <a:lnTo>
                  <a:pt x="2266950" y="38100"/>
                </a:lnTo>
                <a:lnTo>
                  <a:pt x="2266950" y="47625"/>
                </a:lnTo>
                <a:lnTo>
                  <a:pt x="2257425" y="47625"/>
                </a:lnTo>
                <a:close/>
                <a:moveTo>
                  <a:pt x="152400" y="47625"/>
                </a:moveTo>
                <a:lnTo>
                  <a:pt x="161925" y="47625"/>
                </a:lnTo>
                <a:lnTo>
                  <a:pt x="161925" y="57150"/>
                </a:lnTo>
                <a:lnTo>
                  <a:pt x="152400" y="57150"/>
                </a:lnTo>
                <a:close/>
                <a:moveTo>
                  <a:pt x="123825" y="66675"/>
                </a:moveTo>
                <a:lnTo>
                  <a:pt x="133350" y="66675"/>
                </a:lnTo>
                <a:lnTo>
                  <a:pt x="133350" y="76200"/>
                </a:lnTo>
                <a:lnTo>
                  <a:pt x="123825" y="76200"/>
                </a:lnTo>
                <a:close/>
                <a:moveTo>
                  <a:pt x="114300" y="76200"/>
                </a:moveTo>
                <a:lnTo>
                  <a:pt x="123825" y="76200"/>
                </a:lnTo>
                <a:lnTo>
                  <a:pt x="123825" y="85725"/>
                </a:lnTo>
                <a:lnTo>
                  <a:pt x="114300" y="85725"/>
                </a:lnTo>
                <a:close/>
                <a:moveTo>
                  <a:pt x="2314575" y="76200"/>
                </a:moveTo>
                <a:lnTo>
                  <a:pt x="2324100" y="76200"/>
                </a:lnTo>
                <a:lnTo>
                  <a:pt x="2324100" y="85725"/>
                </a:lnTo>
                <a:lnTo>
                  <a:pt x="2314575" y="85725"/>
                </a:lnTo>
                <a:close/>
                <a:moveTo>
                  <a:pt x="104775" y="85725"/>
                </a:moveTo>
                <a:lnTo>
                  <a:pt x="114300" y="85725"/>
                </a:lnTo>
                <a:lnTo>
                  <a:pt x="114300" y="95250"/>
                </a:lnTo>
                <a:lnTo>
                  <a:pt x="104775" y="95250"/>
                </a:lnTo>
                <a:close/>
                <a:moveTo>
                  <a:pt x="2324100" y="85725"/>
                </a:moveTo>
                <a:lnTo>
                  <a:pt x="2333625" y="85725"/>
                </a:lnTo>
                <a:lnTo>
                  <a:pt x="2333625" y="95250"/>
                </a:lnTo>
                <a:lnTo>
                  <a:pt x="2324100" y="95250"/>
                </a:lnTo>
                <a:close/>
                <a:moveTo>
                  <a:pt x="95250" y="95250"/>
                </a:moveTo>
                <a:lnTo>
                  <a:pt x="104775" y="95250"/>
                </a:lnTo>
                <a:lnTo>
                  <a:pt x="104775" y="104775"/>
                </a:lnTo>
                <a:lnTo>
                  <a:pt x="95250" y="104775"/>
                </a:lnTo>
                <a:close/>
                <a:moveTo>
                  <a:pt x="2333625" y="95250"/>
                </a:moveTo>
                <a:lnTo>
                  <a:pt x="2343150" y="95250"/>
                </a:lnTo>
                <a:lnTo>
                  <a:pt x="2343150" y="104775"/>
                </a:lnTo>
                <a:lnTo>
                  <a:pt x="2333625" y="104775"/>
                </a:lnTo>
                <a:close/>
                <a:moveTo>
                  <a:pt x="85725" y="104775"/>
                </a:moveTo>
                <a:lnTo>
                  <a:pt x="95250" y="104775"/>
                </a:lnTo>
                <a:lnTo>
                  <a:pt x="95250" y="114300"/>
                </a:lnTo>
                <a:lnTo>
                  <a:pt x="85725" y="114300"/>
                </a:lnTo>
                <a:close/>
                <a:moveTo>
                  <a:pt x="2362200" y="133350"/>
                </a:moveTo>
                <a:lnTo>
                  <a:pt x="2371725" y="133350"/>
                </a:lnTo>
                <a:lnTo>
                  <a:pt x="2371725" y="142875"/>
                </a:lnTo>
                <a:lnTo>
                  <a:pt x="2362200" y="142875"/>
                </a:lnTo>
                <a:close/>
                <a:moveTo>
                  <a:pt x="57150" y="142875"/>
                </a:moveTo>
                <a:lnTo>
                  <a:pt x="66675" y="142875"/>
                </a:lnTo>
                <a:lnTo>
                  <a:pt x="66675" y="152400"/>
                </a:lnTo>
                <a:lnTo>
                  <a:pt x="57150" y="152400"/>
                </a:lnTo>
                <a:close/>
                <a:moveTo>
                  <a:pt x="2381250" y="161925"/>
                </a:moveTo>
                <a:lnTo>
                  <a:pt x="2390775" y="161925"/>
                </a:lnTo>
                <a:lnTo>
                  <a:pt x="2390775" y="171450"/>
                </a:lnTo>
                <a:lnTo>
                  <a:pt x="2381250" y="171450"/>
                </a:lnTo>
                <a:close/>
                <a:moveTo>
                  <a:pt x="2390775" y="180975"/>
                </a:moveTo>
                <a:lnTo>
                  <a:pt x="2400300" y="180975"/>
                </a:lnTo>
                <a:lnTo>
                  <a:pt x="2400300" y="190500"/>
                </a:lnTo>
                <a:lnTo>
                  <a:pt x="2390775" y="190500"/>
                </a:lnTo>
                <a:close/>
                <a:moveTo>
                  <a:pt x="28575" y="200025"/>
                </a:moveTo>
                <a:lnTo>
                  <a:pt x="38100" y="200025"/>
                </a:lnTo>
                <a:lnTo>
                  <a:pt x="38100" y="209550"/>
                </a:lnTo>
                <a:lnTo>
                  <a:pt x="28575" y="209550"/>
                </a:lnTo>
                <a:close/>
                <a:moveTo>
                  <a:pt x="2400300" y="209550"/>
                </a:moveTo>
                <a:lnTo>
                  <a:pt x="2409825" y="209550"/>
                </a:lnTo>
                <a:lnTo>
                  <a:pt x="2409825" y="228600"/>
                </a:lnTo>
                <a:lnTo>
                  <a:pt x="2400300" y="228600"/>
                </a:lnTo>
                <a:close/>
                <a:moveTo>
                  <a:pt x="19050" y="247650"/>
                </a:moveTo>
                <a:lnTo>
                  <a:pt x="28575" y="247650"/>
                </a:lnTo>
                <a:lnTo>
                  <a:pt x="28575" y="266700"/>
                </a:lnTo>
                <a:lnTo>
                  <a:pt x="19050" y="266700"/>
                </a:lnTo>
                <a:close/>
                <a:moveTo>
                  <a:pt x="2409825" y="257175"/>
                </a:moveTo>
                <a:lnTo>
                  <a:pt x="2419350" y="257175"/>
                </a:lnTo>
                <a:lnTo>
                  <a:pt x="2419350" y="314325"/>
                </a:lnTo>
                <a:lnTo>
                  <a:pt x="2409825" y="314325"/>
                </a:lnTo>
                <a:close/>
                <a:moveTo>
                  <a:pt x="2409825" y="400050"/>
                </a:moveTo>
                <a:lnTo>
                  <a:pt x="2419350" y="400050"/>
                </a:lnTo>
                <a:lnTo>
                  <a:pt x="2419350" y="419100"/>
                </a:lnTo>
                <a:lnTo>
                  <a:pt x="2409825" y="419100"/>
                </a:lnTo>
                <a:close/>
                <a:moveTo>
                  <a:pt x="876300" y="504825"/>
                </a:moveTo>
                <a:lnTo>
                  <a:pt x="885825" y="504825"/>
                </a:lnTo>
                <a:lnTo>
                  <a:pt x="885825" y="514350"/>
                </a:lnTo>
                <a:lnTo>
                  <a:pt x="876300" y="514350"/>
                </a:lnTo>
                <a:close/>
                <a:moveTo>
                  <a:pt x="723900" y="533400"/>
                </a:moveTo>
                <a:lnTo>
                  <a:pt x="733425" y="533400"/>
                </a:lnTo>
                <a:lnTo>
                  <a:pt x="733425" y="542925"/>
                </a:lnTo>
                <a:lnTo>
                  <a:pt x="723900" y="542925"/>
                </a:lnTo>
                <a:close/>
                <a:moveTo>
                  <a:pt x="1000125" y="533400"/>
                </a:moveTo>
                <a:lnTo>
                  <a:pt x="1009650" y="533400"/>
                </a:lnTo>
                <a:lnTo>
                  <a:pt x="1009650" y="542925"/>
                </a:lnTo>
                <a:lnTo>
                  <a:pt x="1000125" y="542925"/>
                </a:lnTo>
                <a:close/>
                <a:moveTo>
                  <a:pt x="1323975" y="533400"/>
                </a:moveTo>
                <a:lnTo>
                  <a:pt x="1333500" y="533400"/>
                </a:lnTo>
                <a:lnTo>
                  <a:pt x="1333500" y="542925"/>
                </a:lnTo>
                <a:lnTo>
                  <a:pt x="1323975" y="542925"/>
                </a:lnTo>
                <a:close/>
                <a:moveTo>
                  <a:pt x="1504950" y="561975"/>
                </a:moveTo>
                <a:lnTo>
                  <a:pt x="1514475" y="561975"/>
                </a:lnTo>
                <a:lnTo>
                  <a:pt x="1514475" y="581025"/>
                </a:lnTo>
                <a:lnTo>
                  <a:pt x="1504950" y="581025"/>
                </a:lnTo>
                <a:close/>
                <a:moveTo>
                  <a:pt x="1666875" y="561975"/>
                </a:moveTo>
                <a:lnTo>
                  <a:pt x="1676400" y="561975"/>
                </a:lnTo>
                <a:lnTo>
                  <a:pt x="1676400" y="571500"/>
                </a:lnTo>
                <a:lnTo>
                  <a:pt x="1666875" y="571500"/>
                </a:lnTo>
                <a:close/>
                <a:moveTo>
                  <a:pt x="1476375" y="581025"/>
                </a:moveTo>
                <a:lnTo>
                  <a:pt x="1485900" y="581025"/>
                </a:lnTo>
                <a:lnTo>
                  <a:pt x="1485900" y="590550"/>
                </a:lnTo>
                <a:lnTo>
                  <a:pt x="1476375" y="590550"/>
                </a:lnTo>
                <a:close/>
                <a:moveTo>
                  <a:pt x="1495425" y="581025"/>
                </a:moveTo>
                <a:lnTo>
                  <a:pt x="1504950" y="581025"/>
                </a:lnTo>
                <a:lnTo>
                  <a:pt x="1504950" y="590550"/>
                </a:lnTo>
                <a:lnTo>
                  <a:pt x="1495425" y="590550"/>
                </a:lnTo>
                <a:close/>
                <a:moveTo>
                  <a:pt x="933450" y="666750"/>
                </a:moveTo>
                <a:lnTo>
                  <a:pt x="942975" y="666750"/>
                </a:lnTo>
                <a:lnTo>
                  <a:pt x="942975" y="676275"/>
                </a:lnTo>
                <a:lnTo>
                  <a:pt x="933450" y="676275"/>
                </a:lnTo>
                <a:close/>
                <a:moveTo>
                  <a:pt x="1495425" y="666750"/>
                </a:moveTo>
                <a:lnTo>
                  <a:pt x="1514475" y="666750"/>
                </a:lnTo>
                <a:lnTo>
                  <a:pt x="1514475" y="676275"/>
                </a:lnTo>
                <a:lnTo>
                  <a:pt x="1504950" y="676275"/>
                </a:lnTo>
                <a:lnTo>
                  <a:pt x="1504950" y="685800"/>
                </a:lnTo>
                <a:lnTo>
                  <a:pt x="1495425" y="685800"/>
                </a:lnTo>
                <a:close/>
                <a:moveTo>
                  <a:pt x="1647825" y="666750"/>
                </a:moveTo>
                <a:lnTo>
                  <a:pt x="1657350" y="666750"/>
                </a:lnTo>
                <a:lnTo>
                  <a:pt x="1657350" y="685800"/>
                </a:lnTo>
                <a:lnTo>
                  <a:pt x="1647825" y="685800"/>
                </a:lnTo>
                <a:close/>
                <a:moveTo>
                  <a:pt x="1123950" y="676275"/>
                </a:moveTo>
                <a:lnTo>
                  <a:pt x="1133475" y="676275"/>
                </a:lnTo>
                <a:lnTo>
                  <a:pt x="1133475" y="685800"/>
                </a:lnTo>
                <a:lnTo>
                  <a:pt x="1123950" y="685800"/>
                </a:lnTo>
                <a:close/>
                <a:moveTo>
                  <a:pt x="1209675" y="676275"/>
                </a:moveTo>
                <a:lnTo>
                  <a:pt x="1219200" y="676275"/>
                </a:lnTo>
                <a:lnTo>
                  <a:pt x="1219200" y="685800"/>
                </a:lnTo>
                <a:lnTo>
                  <a:pt x="1209675" y="685800"/>
                </a:lnTo>
                <a:close/>
                <a:moveTo>
                  <a:pt x="704850" y="685800"/>
                </a:moveTo>
                <a:lnTo>
                  <a:pt x="714375" y="685800"/>
                </a:lnTo>
                <a:lnTo>
                  <a:pt x="714375" y="695325"/>
                </a:lnTo>
                <a:lnTo>
                  <a:pt x="704850" y="695325"/>
                </a:lnTo>
                <a:close/>
                <a:moveTo>
                  <a:pt x="1114425" y="685800"/>
                </a:moveTo>
                <a:lnTo>
                  <a:pt x="1123950" y="685800"/>
                </a:lnTo>
                <a:lnTo>
                  <a:pt x="1123950" y="695325"/>
                </a:lnTo>
                <a:lnTo>
                  <a:pt x="1114425" y="695325"/>
                </a:lnTo>
                <a:close/>
                <a:moveTo>
                  <a:pt x="1152525" y="685800"/>
                </a:moveTo>
                <a:lnTo>
                  <a:pt x="1209675" y="685800"/>
                </a:lnTo>
                <a:lnTo>
                  <a:pt x="1209675" y="695325"/>
                </a:lnTo>
                <a:lnTo>
                  <a:pt x="1152525" y="695325"/>
                </a:lnTo>
                <a:close/>
                <a:moveTo>
                  <a:pt x="1285875" y="685800"/>
                </a:moveTo>
                <a:lnTo>
                  <a:pt x="1295400" y="685800"/>
                </a:lnTo>
                <a:lnTo>
                  <a:pt x="1295400" y="695325"/>
                </a:lnTo>
                <a:lnTo>
                  <a:pt x="1285875" y="695325"/>
                </a:lnTo>
                <a:close/>
                <a:moveTo>
                  <a:pt x="1419225" y="685800"/>
                </a:moveTo>
                <a:lnTo>
                  <a:pt x="1428750" y="685800"/>
                </a:lnTo>
                <a:lnTo>
                  <a:pt x="1428750" y="695325"/>
                </a:lnTo>
                <a:lnTo>
                  <a:pt x="1419225" y="695325"/>
                </a:lnTo>
                <a:close/>
                <a:moveTo>
                  <a:pt x="1638300" y="685800"/>
                </a:moveTo>
                <a:lnTo>
                  <a:pt x="1647825" y="685800"/>
                </a:lnTo>
                <a:lnTo>
                  <a:pt x="1647825" y="695325"/>
                </a:lnTo>
                <a:lnTo>
                  <a:pt x="1638300" y="695325"/>
                </a:lnTo>
                <a:close/>
                <a:moveTo>
                  <a:pt x="1666875" y="685800"/>
                </a:moveTo>
                <a:lnTo>
                  <a:pt x="1676400" y="685800"/>
                </a:lnTo>
                <a:lnTo>
                  <a:pt x="1676400" y="695325"/>
                </a:lnTo>
                <a:lnTo>
                  <a:pt x="1666875" y="695325"/>
                </a:lnTo>
                <a:close/>
                <a:moveTo>
                  <a:pt x="657225" y="695325"/>
                </a:moveTo>
                <a:lnTo>
                  <a:pt x="666750" y="695325"/>
                </a:lnTo>
                <a:lnTo>
                  <a:pt x="666750" y="704850"/>
                </a:lnTo>
                <a:lnTo>
                  <a:pt x="657225" y="704850"/>
                </a:lnTo>
                <a:close/>
                <a:moveTo>
                  <a:pt x="781050" y="704850"/>
                </a:moveTo>
                <a:lnTo>
                  <a:pt x="790575" y="704850"/>
                </a:lnTo>
                <a:lnTo>
                  <a:pt x="790575" y="714375"/>
                </a:lnTo>
                <a:lnTo>
                  <a:pt x="781050" y="714375"/>
                </a:lnTo>
                <a:close/>
                <a:moveTo>
                  <a:pt x="657225" y="714375"/>
                </a:moveTo>
                <a:lnTo>
                  <a:pt x="666750" y="714375"/>
                </a:lnTo>
                <a:lnTo>
                  <a:pt x="666750" y="723900"/>
                </a:lnTo>
                <a:lnTo>
                  <a:pt x="657225" y="723900"/>
                </a:lnTo>
                <a:close/>
                <a:moveTo>
                  <a:pt x="1419225" y="733425"/>
                </a:moveTo>
                <a:lnTo>
                  <a:pt x="1428750" y="733425"/>
                </a:lnTo>
                <a:lnTo>
                  <a:pt x="1428750" y="752475"/>
                </a:lnTo>
                <a:lnTo>
                  <a:pt x="1419225" y="752475"/>
                </a:lnTo>
                <a:close/>
                <a:moveTo>
                  <a:pt x="1257300" y="1362075"/>
                </a:moveTo>
                <a:lnTo>
                  <a:pt x="1266825" y="1362075"/>
                </a:lnTo>
                <a:lnTo>
                  <a:pt x="1266825" y="1371600"/>
                </a:lnTo>
                <a:lnTo>
                  <a:pt x="1257300" y="1371600"/>
                </a:lnTo>
                <a:close/>
                <a:moveTo>
                  <a:pt x="1790700" y="1362075"/>
                </a:moveTo>
                <a:lnTo>
                  <a:pt x="1800225" y="1362075"/>
                </a:lnTo>
                <a:lnTo>
                  <a:pt x="1800225" y="1371600"/>
                </a:lnTo>
                <a:lnTo>
                  <a:pt x="1790700" y="1371600"/>
                </a:lnTo>
                <a:close/>
                <a:moveTo>
                  <a:pt x="1381125" y="1409700"/>
                </a:moveTo>
                <a:lnTo>
                  <a:pt x="1390650" y="1409700"/>
                </a:lnTo>
                <a:lnTo>
                  <a:pt x="1390650" y="1419225"/>
                </a:lnTo>
                <a:lnTo>
                  <a:pt x="1381125" y="1419225"/>
                </a:lnTo>
                <a:close/>
                <a:moveTo>
                  <a:pt x="1381125" y="1476375"/>
                </a:moveTo>
                <a:lnTo>
                  <a:pt x="1390650" y="1476375"/>
                </a:lnTo>
                <a:lnTo>
                  <a:pt x="1390650" y="1857375"/>
                </a:lnTo>
                <a:lnTo>
                  <a:pt x="1381125" y="1857375"/>
                </a:lnTo>
                <a:close/>
                <a:moveTo>
                  <a:pt x="1619250" y="1628775"/>
                </a:moveTo>
                <a:lnTo>
                  <a:pt x="1638300" y="1628775"/>
                </a:lnTo>
                <a:lnTo>
                  <a:pt x="1638300" y="1647825"/>
                </a:lnTo>
                <a:lnTo>
                  <a:pt x="1628775" y="1647825"/>
                </a:lnTo>
                <a:lnTo>
                  <a:pt x="1628775" y="1638300"/>
                </a:lnTo>
                <a:lnTo>
                  <a:pt x="1619250" y="1638300"/>
                </a:lnTo>
                <a:close/>
                <a:moveTo>
                  <a:pt x="1685925" y="1628775"/>
                </a:moveTo>
                <a:lnTo>
                  <a:pt x="1695450" y="1628775"/>
                </a:lnTo>
                <a:lnTo>
                  <a:pt x="1695450" y="1666875"/>
                </a:lnTo>
                <a:lnTo>
                  <a:pt x="1685925" y="1666875"/>
                </a:lnTo>
                <a:close/>
                <a:moveTo>
                  <a:pt x="323850" y="1638300"/>
                </a:moveTo>
                <a:lnTo>
                  <a:pt x="361950" y="1638300"/>
                </a:lnTo>
                <a:lnTo>
                  <a:pt x="361950" y="1647825"/>
                </a:lnTo>
                <a:lnTo>
                  <a:pt x="381000" y="1647825"/>
                </a:lnTo>
                <a:lnTo>
                  <a:pt x="381000" y="1657350"/>
                </a:lnTo>
                <a:lnTo>
                  <a:pt x="400050" y="1657350"/>
                </a:lnTo>
                <a:lnTo>
                  <a:pt x="400050" y="1666875"/>
                </a:lnTo>
                <a:lnTo>
                  <a:pt x="409575" y="1666875"/>
                </a:lnTo>
                <a:lnTo>
                  <a:pt x="409575" y="1676400"/>
                </a:lnTo>
                <a:lnTo>
                  <a:pt x="419100" y="1676400"/>
                </a:lnTo>
                <a:lnTo>
                  <a:pt x="419100" y="1685925"/>
                </a:lnTo>
                <a:lnTo>
                  <a:pt x="428625" y="1685925"/>
                </a:lnTo>
                <a:lnTo>
                  <a:pt x="428625" y="1695450"/>
                </a:lnTo>
                <a:lnTo>
                  <a:pt x="438150" y="1695450"/>
                </a:lnTo>
                <a:lnTo>
                  <a:pt x="438150" y="1714500"/>
                </a:lnTo>
                <a:lnTo>
                  <a:pt x="447675" y="1714500"/>
                </a:lnTo>
                <a:lnTo>
                  <a:pt x="447675" y="1733550"/>
                </a:lnTo>
                <a:lnTo>
                  <a:pt x="457200" y="1733550"/>
                </a:lnTo>
                <a:lnTo>
                  <a:pt x="457200" y="1752600"/>
                </a:lnTo>
                <a:lnTo>
                  <a:pt x="476250" y="1752600"/>
                </a:lnTo>
                <a:lnTo>
                  <a:pt x="476250" y="1743075"/>
                </a:lnTo>
                <a:lnTo>
                  <a:pt x="485775" y="1743075"/>
                </a:lnTo>
                <a:lnTo>
                  <a:pt x="485775" y="1724025"/>
                </a:lnTo>
                <a:lnTo>
                  <a:pt x="495300" y="1724025"/>
                </a:lnTo>
                <a:lnTo>
                  <a:pt x="495300" y="1714500"/>
                </a:lnTo>
                <a:lnTo>
                  <a:pt x="514350" y="1714500"/>
                </a:lnTo>
                <a:lnTo>
                  <a:pt x="514350" y="1704975"/>
                </a:lnTo>
                <a:lnTo>
                  <a:pt x="523875" y="1704975"/>
                </a:lnTo>
                <a:lnTo>
                  <a:pt x="523875" y="1695450"/>
                </a:lnTo>
                <a:lnTo>
                  <a:pt x="571500" y="1695450"/>
                </a:lnTo>
                <a:lnTo>
                  <a:pt x="571500" y="1752600"/>
                </a:lnTo>
                <a:lnTo>
                  <a:pt x="561975" y="1752600"/>
                </a:lnTo>
                <a:lnTo>
                  <a:pt x="561975" y="1781175"/>
                </a:lnTo>
                <a:lnTo>
                  <a:pt x="552450" y="1781175"/>
                </a:lnTo>
                <a:lnTo>
                  <a:pt x="552450" y="1800225"/>
                </a:lnTo>
                <a:lnTo>
                  <a:pt x="542925" y="1800225"/>
                </a:lnTo>
                <a:lnTo>
                  <a:pt x="542925" y="1809750"/>
                </a:lnTo>
                <a:lnTo>
                  <a:pt x="533400" y="1809750"/>
                </a:lnTo>
                <a:lnTo>
                  <a:pt x="533400" y="1819275"/>
                </a:lnTo>
                <a:lnTo>
                  <a:pt x="523875" y="1819275"/>
                </a:lnTo>
                <a:lnTo>
                  <a:pt x="523875" y="1828800"/>
                </a:lnTo>
                <a:lnTo>
                  <a:pt x="514350" y="1828800"/>
                </a:lnTo>
                <a:lnTo>
                  <a:pt x="514350" y="1838325"/>
                </a:lnTo>
                <a:lnTo>
                  <a:pt x="495300" y="1838325"/>
                </a:lnTo>
                <a:lnTo>
                  <a:pt x="495300" y="1847850"/>
                </a:lnTo>
                <a:lnTo>
                  <a:pt x="428625" y="1847850"/>
                </a:lnTo>
                <a:lnTo>
                  <a:pt x="428625" y="1838325"/>
                </a:lnTo>
                <a:lnTo>
                  <a:pt x="400050" y="1838325"/>
                </a:lnTo>
                <a:lnTo>
                  <a:pt x="400050" y="1828800"/>
                </a:lnTo>
                <a:lnTo>
                  <a:pt x="390525" y="1828800"/>
                </a:lnTo>
                <a:lnTo>
                  <a:pt x="390525" y="1819275"/>
                </a:lnTo>
                <a:lnTo>
                  <a:pt x="371475" y="1819275"/>
                </a:lnTo>
                <a:lnTo>
                  <a:pt x="371475" y="1809750"/>
                </a:lnTo>
                <a:lnTo>
                  <a:pt x="361950" y="1809750"/>
                </a:lnTo>
                <a:lnTo>
                  <a:pt x="361950" y="1790700"/>
                </a:lnTo>
                <a:lnTo>
                  <a:pt x="352425" y="1790700"/>
                </a:lnTo>
                <a:lnTo>
                  <a:pt x="352425" y="1781175"/>
                </a:lnTo>
                <a:lnTo>
                  <a:pt x="342900" y="1781175"/>
                </a:lnTo>
                <a:lnTo>
                  <a:pt x="342900" y="1762125"/>
                </a:lnTo>
                <a:lnTo>
                  <a:pt x="333375" y="1762125"/>
                </a:lnTo>
                <a:lnTo>
                  <a:pt x="333375" y="1733550"/>
                </a:lnTo>
                <a:lnTo>
                  <a:pt x="323850" y="1733550"/>
                </a:lnTo>
                <a:close/>
                <a:moveTo>
                  <a:pt x="1514475" y="1647825"/>
                </a:moveTo>
                <a:lnTo>
                  <a:pt x="1524000" y="1647825"/>
                </a:lnTo>
                <a:lnTo>
                  <a:pt x="1524000" y="1666875"/>
                </a:lnTo>
                <a:lnTo>
                  <a:pt x="1514475" y="1666875"/>
                </a:lnTo>
                <a:close/>
                <a:moveTo>
                  <a:pt x="1581150" y="1657350"/>
                </a:moveTo>
                <a:lnTo>
                  <a:pt x="1590675" y="1657350"/>
                </a:lnTo>
                <a:lnTo>
                  <a:pt x="1590675" y="1666875"/>
                </a:lnTo>
                <a:lnTo>
                  <a:pt x="1581150" y="1666875"/>
                </a:lnTo>
                <a:close/>
                <a:moveTo>
                  <a:pt x="657225" y="1676400"/>
                </a:moveTo>
                <a:lnTo>
                  <a:pt x="733425" y="1676400"/>
                </a:lnTo>
                <a:lnTo>
                  <a:pt x="733425" y="1685925"/>
                </a:lnTo>
                <a:lnTo>
                  <a:pt x="657225" y="1685925"/>
                </a:lnTo>
                <a:close/>
                <a:moveTo>
                  <a:pt x="828675" y="1676400"/>
                </a:moveTo>
                <a:lnTo>
                  <a:pt x="857250" y="1676400"/>
                </a:lnTo>
                <a:lnTo>
                  <a:pt x="857250" y="1685925"/>
                </a:lnTo>
                <a:lnTo>
                  <a:pt x="828675" y="1685925"/>
                </a:lnTo>
                <a:close/>
                <a:moveTo>
                  <a:pt x="990600" y="1676400"/>
                </a:moveTo>
                <a:lnTo>
                  <a:pt x="1047750" y="1676400"/>
                </a:lnTo>
                <a:lnTo>
                  <a:pt x="1047750" y="1685925"/>
                </a:lnTo>
                <a:lnTo>
                  <a:pt x="990600" y="1685925"/>
                </a:lnTo>
                <a:close/>
                <a:moveTo>
                  <a:pt x="1114425" y="1676400"/>
                </a:moveTo>
                <a:lnTo>
                  <a:pt x="1162050" y="1676400"/>
                </a:lnTo>
                <a:lnTo>
                  <a:pt x="1162050" y="1685925"/>
                </a:lnTo>
                <a:lnTo>
                  <a:pt x="1114425" y="1685925"/>
                </a:lnTo>
                <a:close/>
                <a:moveTo>
                  <a:pt x="1162050" y="1685925"/>
                </a:moveTo>
                <a:lnTo>
                  <a:pt x="1171575" y="1685925"/>
                </a:lnTo>
                <a:lnTo>
                  <a:pt x="1171575" y="1704975"/>
                </a:lnTo>
                <a:lnTo>
                  <a:pt x="1162050" y="1704975"/>
                </a:lnTo>
                <a:close/>
                <a:moveTo>
                  <a:pt x="657225" y="1704975"/>
                </a:moveTo>
                <a:lnTo>
                  <a:pt x="1162050" y="1704975"/>
                </a:lnTo>
                <a:lnTo>
                  <a:pt x="1162050" y="1714500"/>
                </a:lnTo>
                <a:lnTo>
                  <a:pt x="657225" y="1714500"/>
                </a:lnTo>
                <a:close/>
                <a:moveTo>
                  <a:pt x="1971675" y="1819275"/>
                </a:moveTo>
                <a:lnTo>
                  <a:pt x="2019300" y="1819275"/>
                </a:lnTo>
                <a:lnTo>
                  <a:pt x="2019300" y="1828800"/>
                </a:lnTo>
                <a:lnTo>
                  <a:pt x="2038350" y="1828800"/>
                </a:lnTo>
                <a:lnTo>
                  <a:pt x="2038350" y="1838325"/>
                </a:lnTo>
                <a:lnTo>
                  <a:pt x="2047875" y="1838325"/>
                </a:lnTo>
                <a:lnTo>
                  <a:pt x="2047875" y="1847850"/>
                </a:lnTo>
                <a:lnTo>
                  <a:pt x="2057400" y="1847850"/>
                </a:lnTo>
                <a:lnTo>
                  <a:pt x="2057400" y="1866900"/>
                </a:lnTo>
                <a:lnTo>
                  <a:pt x="2066925" y="1866900"/>
                </a:lnTo>
                <a:lnTo>
                  <a:pt x="2066925" y="1895475"/>
                </a:lnTo>
                <a:lnTo>
                  <a:pt x="2076450" y="1895475"/>
                </a:lnTo>
                <a:lnTo>
                  <a:pt x="2076450" y="1943100"/>
                </a:lnTo>
                <a:lnTo>
                  <a:pt x="2114550" y="1943100"/>
                </a:lnTo>
                <a:lnTo>
                  <a:pt x="2114550" y="1952625"/>
                </a:lnTo>
                <a:lnTo>
                  <a:pt x="2124075" y="1952625"/>
                </a:lnTo>
                <a:lnTo>
                  <a:pt x="2124075" y="1962150"/>
                </a:lnTo>
                <a:lnTo>
                  <a:pt x="2133600" y="1962150"/>
                </a:lnTo>
                <a:lnTo>
                  <a:pt x="2133600" y="1971675"/>
                </a:lnTo>
                <a:lnTo>
                  <a:pt x="2143125" y="1971675"/>
                </a:lnTo>
                <a:lnTo>
                  <a:pt x="2143125" y="1990725"/>
                </a:lnTo>
                <a:lnTo>
                  <a:pt x="2152650" y="1990725"/>
                </a:lnTo>
                <a:lnTo>
                  <a:pt x="2152650" y="2028825"/>
                </a:lnTo>
                <a:lnTo>
                  <a:pt x="2143125" y="2028825"/>
                </a:lnTo>
                <a:lnTo>
                  <a:pt x="2143125" y="2057400"/>
                </a:lnTo>
                <a:lnTo>
                  <a:pt x="2133600" y="2057400"/>
                </a:lnTo>
                <a:lnTo>
                  <a:pt x="2133600" y="2066925"/>
                </a:lnTo>
                <a:lnTo>
                  <a:pt x="2124075" y="2066925"/>
                </a:lnTo>
                <a:lnTo>
                  <a:pt x="2124075" y="2076450"/>
                </a:lnTo>
                <a:lnTo>
                  <a:pt x="2114550" y="2076450"/>
                </a:lnTo>
                <a:lnTo>
                  <a:pt x="2114550" y="2085975"/>
                </a:lnTo>
                <a:lnTo>
                  <a:pt x="2105025" y="2085975"/>
                </a:lnTo>
                <a:lnTo>
                  <a:pt x="2105025" y="2095500"/>
                </a:lnTo>
                <a:lnTo>
                  <a:pt x="2095500" y="2095500"/>
                </a:lnTo>
                <a:lnTo>
                  <a:pt x="2095500" y="2105025"/>
                </a:lnTo>
                <a:lnTo>
                  <a:pt x="2000250" y="2105025"/>
                </a:lnTo>
                <a:lnTo>
                  <a:pt x="2000250" y="2095500"/>
                </a:lnTo>
                <a:lnTo>
                  <a:pt x="1990725" y="2095500"/>
                </a:lnTo>
                <a:lnTo>
                  <a:pt x="1990725" y="2057400"/>
                </a:lnTo>
                <a:lnTo>
                  <a:pt x="1981200" y="2057400"/>
                </a:lnTo>
                <a:lnTo>
                  <a:pt x="1981200" y="2047875"/>
                </a:lnTo>
                <a:lnTo>
                  <a:pt x="1971675" y="2047875"/>
                </a:lnTo>
                <a:lnTo>
                  <a:pt x="1971675" y="2038350"/>
                </a:lnTo>
                <a:lnTo>
                  <a:pt x="1962150" y="2038350"/>
                </a:lnTo>
                <a:lnTo>
                  <a:pt x="1962150" y="2028825"/>
                </a:lnTo>
                <a:lnTo>
                  <a:pt x="1857375" y="2028825"/>
                </a:lnTo>
                <a:lnTo>
                  <a:pt x="1857375" y="2019300"/>
                </a:lnTo>
                <a:lnTo>
                  <a:pt x="1847850" y="2019300"/>
                </a:lnTo>
                <a:lnTo>
                  <a:pt x="1847850" y="1952625"/>
                </a:lnTo>
                <a:lnTo>
                  <a:pt x="1857375" y="1952625"/>
                </a:lnTo>
                <a:lnTo>
                  <a:pt x="1857375" y="1943100"/>
                </a:lnTo>
                <a:lnTo>
                  <a:pt x="1866900" y="1943100"/>
                </a:lnTo>
                <a:lnTo>
                  <a:pt x="1866900" y="1933575"/>
                </a:lnTo>
                <a:lnTo>
                  <a:pt x="1885950" y="1933575"/>
                </a:lnTo>
                <a:lnTo>
                  <a:pt x="1885950" y="1924050"/>
                </a:lnTo>
                <a:lnTo>
                  <a:pt x="1905000" y="1924050"/>
                </a:lnTo>
                <a:lnTo>
                  <a:pt x="1905000" y="1933575"/>
                </a:lnTo>
                <a:lnTo>
                  <a:pt x="1914525" y="1933575"/>
                </a:lnTo>
                <a:lnTo>
                  <a:pt x="1914525" y="1924050"/>
                </a:lnTo>
                <a:lnTo>
                  <a:pt x="1924050" y="1924050"/>
                </a:lnTo>
                <a:lnTo>
                  <a:pt x="1924050" y="1876425"/>
                </a:lnTo>
                <a:lnTo>
                  <a:pt x="1933575" y="1876425"/>
                </a:lnTo>
                <a:lnTo>
                  <a:pt x="1933575" y="1857375"/>
                </a:lnTo>
                <a:lnTo>
                  <a:pt x="1943100" y="1857375"/>
                </a:lnTo>
                <a:lnTo>
                  <a:pt x="1943100" y="1847850"/>
                </a:lnTo>
                <a:lnTo>
                  <a:pt x="1952625" y="1847850"/>
                </a:lnTo>
                <a:lnTo>
                  <a:pt x="1952625" y="1838325"/>
                </a:lnTo>
                <a:lnTo>
                  <a:pt x="1962150" y="1838325"/>
                </a:lnTo>
                <a:lnTo>
                  <a:pt x="1962150" y="1828800"/>
                </a:lnTo>
                <a:lnTo>
                  <a:pt x="1971675" y="1828800"/>
                </a:lnTo>
                <a:close/>
                <a:moveTo>
                  <a:pt x="1381125" y="1885950"/>
                </a:moveTo>
                <a:lnTo>
                  <a:pt x="1390650" y="1885950"/>
                </a:lnTo>
                <a:lnTo>
                  <a:pt x="1390650" y="1971675"/>
                </a:lnTo>
                <a:lnTo>
                  <a:pt x="1381125" y="1971675"/>
                </a:lnTo>
                <a:close/>
                <a:moveTo>
                  <a:pt x="2409825" y="2038350"/>
                </a:moveTo>
                <a:lnTo>
                  <a:pt x="2419350" y="2038350"/>
                </a:lnTo>
                <a:lnTo>
                  <a:pt x="2419350" y="2085975"/>
                </a:lnTo>
                <a:lnTo>
                  <a:pt x="2409825" y="2085975"/>
                </a:lnTo>
                <a:close/>
                <a:moveTo>
                  <a:pt x="19050" y="2076450"/>
                </a:moveTo>
                <a:lnTo>
                  <a:pt x="28575" y="2076450"/>
                </a:lnTo>
                <a:lnTo>
                  <a:pt x="28575" y="2095500"/>
                </a:lnTo>
                <a:lnTo>
                  <a:pt x="19050" y="2095500"/>
                </a:lnTo>
                <a:close/>
                <a:moveTo>
                  <a:pt x="1381125" y="2085975"/>
                </a:moveTo>
                <a:lnTo>
                  <a:pt x="1390650" y="2085975"/>
                </a:lnTo>
                <a:lnTo>
                  <a:pt x="1390650" y="2095500"/>
                </a:lnTo>
                <a:lnTo>
                  <a:pt x="1381125" y="2095500"/>
                </a:lnTo>
                <a:close/>
                <a:moveTo>
                  <a:pt x="28575" y="2114550"/>
                </a:moveTo>
                <a:lnTo>
                  <a:pt x="38100" y="2114550"/>
                </a:lnTo>
                <a:lnTo>
                  <a:pt x="38100" y="2133600"/>
                </a:lnTo>
                <a:lnTo>
                  <a:pt x="28575" y="2133600"/>
                </a:lnTo>
                <a:close/>
                <a:moveTo>
                  <a:pt x="2400300" y="2114550"/>
                </a:moveTo>
                <a:lnTo>
                  <a:pt x="2409825" y="2114550"/>
                </a:lnTo>
                <a:lnTo>
                  <a:pt x="2409825" y="2124075"/>
                </a:lnTo>
                <a:lnTo>
                  <a:pt x="2400300" y="2124075"/>
                </a:lnTo>
                <a:close/>
                <a:moveTo>
                  <a:pt x="38100" y="2143125"/>
                </a:moveTo>
                <a:lnTo>
                  <a:pt x="47625" y="2143125"/>
                </a:lnTo>
                <a:lnTo>
                  <a:pt x="47625" y="2152650"/>
                </a:lnTo>
                <a:lnTo>
                  <a:pt x="38100" y="2152650"/>
                </a:lnTo>
                <a:close/>
                <a:moveTo>
                  <a:pt x="2390775" y="2143125"/>
                </a:moveTo>
                <a:lnTo>
                  <a:pt x="2400300" y="2143125"/>
                </a:lnTo>
                <a:lnTo>
                  <a:pt x="2400300" y="2152650"/>
                </a:lnTo>
                <a:lnTo>
                  <a:pt x="2390775" y="2152650"/>
                </a:lnTo>
                <a:close/>
                <a:moveTo>
                  <a:pt x="47625" y="2162175"/>
                </a:moveTo>
                <a:lnTo>
                  <a:pt x="57150" y="2162175"/>
                </a:lnTo>
                <a:lnTo>
                  <a:pt x="57150" y="2171700"/>
                </a:lnTo>
                <a:lnTo>
                  <a:pt x="47625" y="2171700"/>
                </a:lnTo>
                <a:close/>
                <a:moveTo>
                  <a:pt x="2381250" y="2162175"/>
                </a:moveTo>
                <a:lnTo>
                  <a:pt x="2390775" y="2162175"/>
                </a:lnTo>
                <a:lnTo>
                  <a:pt x="2390775" y="2171700"/>
                </a:lnTo>
                <a:lnTo>
                  <a:pt x="2381250" y="2171700"/>
                </a:lnTo>
                <a:close/>
                <a:moveTo>
                  <a:pt x="57150" y="2181225"/>
                </a:moveTo>
                <a:lnTo>
                  <a:pt x="66675" y="2181225"/>
                </a:lnTo>
                <a:lnTo>
                  <a:pt x="66675" y="2190750"/>
                </a:lnTo>
                <a:lnTo>
                  <a:pt x="57150" y="2190750"/>
                </a:lnTo>
                <a:close/>
                <a:moveTo>
                  <a:pt x="2371725" y="2181225"/>
                </a:moveTo>
                <a:lnTo>
                  <a:pt x="2381250" y="2181225"/>
                </a:lnTo>
                <a:lnTo>
                  <a:pt x="2381250" y="2190750"/>
                </a:lnTo>
                <a:lnTo>
                  <a:pt x="2371725" y="2190750"/>
                </a:lnTo>
                <a:close/>
                <a:moveTo>
                  <a:pt x="76200" y="2209800"/>
                </a:moveTo>
                <a:lnTo>
                  <a:pt x="85725" y="2209800"/>
                </a:lnTo>
                <a:lnTo>
                  <a:pt x="85725" y="2219325"/>
                </a:lnTo>
                <a:lnTo>
                  <a:pt x="76200" y="2219325"/>
                </a:lnTo>
                <a:close/>
                <a:moveTo>
                  <a:pt x="85725" y="2219325"/>
                </a:moveTo>
                <a:lnTo>
                  <a:pt x="95250" y="2219325"/>
                </a:lnTo>
                <a:lnTo>
                  <a:pt x="95250" y="2228850"/>
                </a:lnTo>
                <a:lnTo>
                  <a:pt x="85725" y="2228850"/>
                </a:lnTo>
                <a:close/>
                <a:moveTo>
                  <a:pt x="2343150" y="2219325"/>
                </a:moveTo>
                <a:lnTo>
                  <a:pt x="2352675" y="2219325"/>
                </a:lnTo>
                <a:lnTo>
                  <a:pt x="2352675" y="2228850"/>
                </a:lnTo>
                <a:lnTo>
                  <a:pt x="2343150" y="2228850"/>
                </a:lnTo>
                <a:close/>
                <a:moveTo>
                  <a:pt x="95250" y="2228850"/>
                </a:moveTo>
                <a:lnTo>
                  <a:pt x="104775" y="2228850"/>
                </a:lnTo>
                <a:lnTo>
                  <a:pt x="104775" y="2238375"/>
                </a:lnTo>
                <a:lnTo>
                  <a:pt x="95250" y="2238375"/>
                </a:lnTo>
                <a:close/>
                <a:moveTo>
                  <a:pt x="2333625" y="2228850"/>
                </a:moveTo>
                <a:lnTo>
                  <a:pt x="2343150" y="2228850"/>
                </a:lnTo>
                <a:lnTo>
                  <a:pt x="2343150" y="2238375"/>
                </a:lnTo>
                <a:lnTo>
                  <a:pt x="2333625" y="2238375"/>
                </a:lnTo>
                <a:close/>
                <a:moveTo>
                  <a:pt x="104775" y="2238375"/>
                </a:moveTo>
                <a:lnTo>
                  <a:pt x="114300" y="2238375"/>
                </a:lnTo>
                <a:lnTo>
                  <a:pt x="114300" y="2247900"/>
                </a:lnTo>
                <a:lnTo>
                  <a:pt x="104775" y="2247900"/>
                </a:lnTo>
                <a:close/>
                <a:moveTo>
                  <a:pt x="2324100" y="2238375"/>
                </a:moveTo>
                <a:lnTo>
                  <a:pt x="2333625" y="2238375"/>
                </a:lnTo>
                <a:lnTo>
                  <a:pt x="2333625" y="2247900"/>
                </a:lnTo>
                <a:lnTo>
                  <a:pt x="2324100" y="2247900"/>
                </a:lnTo>
                <a:close/>
                <a:moveTo>
                  <a:pt x="114300" y="2247900"/>
                </a:moveTo>
                <a:lnTo>
                  <a:pt x="123825" y="2247900"/>
                </a:lnTo>
                <a:lnTo>
                  <a:pt x="123825" y="2257425"/>
                </a:lnTo>
                <a:lnTo>
                  <a:pt x="114300" y="2257425"/>
                </a:lnTo>
                <a:close/>
                <a:moveTo>
                  <a:pt x="2314575" y="2247900"/>
                </a:moveTo>
                <a:lnTo>
                  <a:pt x="2324100" y="2247900"/>
                </a:lnTo>
                <a:lnTo>
                  <a:pt x="2324100" y="2257425"/>
                </a:lnTo>
                <a:lnTo>
                  <a:pt x="2314575" y="2257425"/>
                </a:lnTo>
                <a:close/>
                <a:moveTo>
                  <a:pt x="123825" y="2257425"/>
                </a:moveTo>
                <a:lnTo>
                  <a:pt x="133350" y="2257425"/>
                </a:lnTo>
                <a:lnTo>
                  <a:pt x="133350" y="2266950"/>
                </a:lnTo>
                <a:lnTo>
                  <a:pt x="123825" y="2266950"/>
                </a:lnTo>
                <a:close/>
                <a:moveTo>
                  <a:pt x="2276475" y="2276475"/>
                </a:moveTo>
                <a:lnTo>
                  <a:pt x="2286000" y="2276475"/>
                </a:lnTo>
                <a:lnTo>
                  <a:pt x="2286000" y="2286000"/>
                </a:lnTo>
                <a:lnTo>
                  <a:pt x="2276475" y="2286000"/>
                </a:lnTo>
                <a:close/>
                <a:moveTo>
                  <a:pt x="190500" y="2295525"/>
                </a:moveTo>
                <a:lnTo>
                  <a:pt x="200025" y="2295525"/>
                </a:lnTo>
                <a:lnTo>
                  <a:pt x="200025" y="2305050"/>
                </a:lnTo>
                <a:lnTo>
                  <a:pt x="190500" y="2305050"/>
                </a:lnTo>
                <a:close/>
                <a:moveTo>
                  <a:pt x="2238375" y="2295525"/>
                </a:moveTo>
                <a:lnTo>
                  <a:pt x="2247900" y="2295525"/>
                </a:lnTo>
                <a:lnTo>
                  <a:pt x="2247900" y="2305050"/>
                </a:lnTo>
                <a:lnTo>
                  <a:pt x="2238375" y="2305050"/>
                </a:lnTo>
                <a:close/>
                <a:moveTo>
                  <a:pt x="219075" y="2305050"/>
                </a:moveTo>
                <a:lnTo>
                  <a:pt x="228600" y="2305050"/>
                </a:lnTo>
                <a:lnTo>
                  <a:pt x="228600" y="2314575"/>
                </a:lnTo>
                <a:lnTo>
                  <a:pt x="219075" y="2314575"/>
                </a:lnTo>
                <a:close/>
                <a:moveTo>
                  <a:pt x="2209800" y="2305050"/>
                </a:moveTo>
                <a:lnTo>
                  <a:pt x="2219325" y="2305050"/>
                </a:lnTo>
                <a:lnTo>
                  <a:pt x="2219325" y="2314575"/>
                </a:lnTo>
                <a:lnTo>
                  <a:pt x="2209800" y="2314575"/>
                </a:lnTo>
                <a:close/>
                <a:moveTo>
                  <a:pt x="257175" y="2314575"/>
                </a:moveTo>
                <a:lnTo>
                  <a:pt x="276225" y="2314575"/>
                </a:lnTo>
                <a:lnTo>
                  <a:pt x="276225" y="2324100"/>
                </a:lnTo>
                <a:lnTo>
                  <a:pt x="257175" y="2324100"/>
                </a:lnTo>
                <a:close/>
                <a:moveTo>
                  <a:pt x="2162175" y="2314575"/>
                </a:moveTo>
                <a:lnTo>
                  <a:pt x="2181225" y="2314575"/>
                </a:lnTo>
                <a:lnTo>
                  <a:pt x="2181225" y="2324100"/>
                </a:lnTo>
                <a:lnTo>
                  <a:pt x="2162175" y="2324100"/>
                </a:lnTo>
                <a:close/>
              </a:path>
            </a:pathLst>
          </a:custGeom>
          <a:solidFill xmlns:a="http://schemas.openxmlformats.org/drawingml/2006/main">
            <a:srgbClr val="AC7243"/>
          </a:solidFill>
          <a:ln xmlns:a="http://schemas.openxmlformats.org/drawingml/2006/main" w="0">
            <a:noFill/>
          </a:ln>
        </p:spPr>
      </p:sp>
      <p:sp>
        <p:nvSpPr>
          <p:cNvPr id="30" name="logo vector #d4472a">
            <a:extLst xmlns:a="http://schemas.openxmlformats.org/drawingml/2006/main">
              <a:ext uri="{FF2B5EF4-FFF2-40B4-BE49-F238E27FC236}">
                <a16:creationId xmlns:a16="http://schemas.microsoft.com/office/drawing/2014/main" id="{AEB603F6-4E02-4447-81DB-7A69C6BBB4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124450" y="1590675"/>
            <a:ext cx="2867025" cy="2752725"/>
          </a:xfrm>
          <a:custGeom xmlns:a="http://schemas.openxmlformats.org/drawingml/2006/main">
            <a:pathLst>
              <a:path w="2428875" h="2333625">
                <a:moveTo>
                  <a:pt x="1076325" y="333375"/>
                </a:moveTo>
                <a:lnTo>
                  <a:pt x="1133475" y="333375"/>
                </a:lnTo>
                <a:lnTo>
                  <a:pt x="1133475" y="342900"/>
                </a:lnTo>
                <a:lnTo>
                  <a:pt x="1123950" y="342900"/>
                </a:lnTo>
                <a:lnTo>
                  <a:pt x="1123950" y="352425"/>
                </a:lnTo>
                <a:lnTo>
                  <a:pt x="1133475" y="352425"/>
                </a:lnTo>
                <a:lnTo>
                  <a:pt x="1133475" y="361950"/>
                </a:lnTo>
                <a:lnTo>
                  <a:pt x="1143000" y="361950"/>
                </a:lnTo>
                <a:lnTo>
                  <a:pt x="1143000" y="371475"/>
                </a:lnTo>
                <a:lnTo>
                  <a:pt x="1047750" y="371475"/>
                </a:lnTo>
                <a:lnTo>
                  <a:pt x="1047750" y="381000"/>
                </a:lnTo>
                <a:lnTo>
                  <a:pt x="952500" y="381000"/>
                </a:lnTo>
                <a:lnTo>
                  <a:pt x="952500" y="390525"/>
                </a:lnTo>
                <a:lnTo>
                  <a:pt x="923925" y="390525"/>
                </a:lnTo>
                <a:lnTo>
                  <a:pt x="923925" y="381000"/>
                </a:lnTo>
                <a:lnTo>
                  <a:pt x="933450" y="381000"/>
                </a:lnTo>
                <a:lnTo>
                  <a:pt x="933450" y="371475"/>
                </a:lnTo>
                <a:lnTo>
                  <a:pt x="923925" y="371475"/>
                </a:lnTo>
                <a:lnTo>
                  <a:pt x="923925" y="361950"/>
                </a:lnTo>
                <a:lnTo>
                  <a:pt x="885825" y="361950"/>
                </a:lnTo>
                <a:lnTo>
                  <a:pt x="885825" y="352425"/>
                </a:lnTo>
                <a:lnTo>
                  <a:pt x="971550" y="352425"/>
                </a:lnTo>
                <a:lnTo>
                  <a:pt x="971550" y="342900"/>
                </a:lnTo>
                <a:lnTo>
                  <a:pt x="1076325" y="342900"/>
                </a:lnTo>
                <a:close/>
                <a:moveTo>
                  <a:pt x="1343025" y="333375"/>
                </a:moveTo>
                <a:lnTo>
                  <a:pt x="1390650" y="333375"/>
                </a:lnTo>
                <a:lnTo>
                  <a:pt x="1390650" y="342900"/>
                </a:lnTo>
                <a:lnTo>
                  <a:pt x="1485900" y="342900"/>
                </a:lnTo>
                <a:lnTo>
                  <a:pt x="1485900" y="352425"/>
                </a:lnTo>
                <a:lnTo>
                  <a:pt x="1562100" y="352425"/>
                </a:lnTo>
                <a:lnTo>
                  <a:pt x="1562100" y="361950"/>
                </a:lnTo>
                <a:lnTo>
                  <a:pt x="1619250" y="361950"/>
                </a:lnTo>
                <a:lnTo>
                  <a:pt x="1619250" y="371475"/>
                </a:lnTo>
                <a:lnTo>
                  <a:pt x="1562100" y="371475"/>
                </a:lnTo>
                <a:lnTo>
                  <a:pt x="1562100" y="381000"/>
                </a:lnTo>
                <a:lnTo>
                  <a:pt x="1581150" y="381000"/>
                </a:lnTo>
                <a:lnTo>
                  <a:pt x="1581150" y="390525"/>
                </a:lnTo>
                <a:lnTo>
                  <a:pt x="1514475" y="390525"/>
                </a:lnTo>
                <a:lnTo>
                  <a:pt x="1514475" y="381000"/>
                </a:lnTo>
                <a:lnTo>
                  <a:pt x="1428750" y="381000"/>
                </a:lnTo>
                <a:lnTo>
                  <a:pt x="1428750" y="371475"/>
                </a:lnTo>
                <a:lnTo>
                  <a:pt x="1343025" y="371475"/>
                </a:lnTo>
                <a:lnTo>
                  <a:pt x="1343025" y="361950"/>
                </a:lnTo>
                <a:lnTo>
                  <a:pt x="1362075" y="361950"/>
                </a:lnTo>
                <a:lnTo>
                  <a:pt x="1362075" y="352425"/>
                </a:lnTo>
                <a:lnTo>
                  <a:pt x="1352550" y="352425"/>
                </a:lnTo>
                <a:lnTo>
                  <a:pt x="1352550" y="342900"/>
                </a:lnTo>
                <a:lnTo>
                  <a:pt x="1343025" y="342900"/>
                </a:lnTo>
                <a:close/>
                <a:moveTo>
                  <a:pt x="828675" y="361950"/>
                </a:moveTo>
                <a:lnTo>
                  <a:pt x="857250" y="361950"/>
                </a:lnTo>
                <a:lnTo>
                  <a:pt x="857250" y="371475"/>
                </a:lnTo>
                <a:lnTo>
                  <a:pt x="828675" y="371475"/>
                </a:lnTo>
                <a:close/>
                <a:moveTo>
                  <a:pt x="1190625" y="361950"/>
                </a:moveTo>
                <a:lnTo>
                  <a:pt x="1247775" y="361950"/>
                </a:lnTo>
                <a:lnTo>
                  <a:pt x="1247775" y="371475"/>
                </a:lnTo>
                <a:lnTo>
                  <a:pt x="1190625" y="371475"/>
                </a:lnTo>
                <a:close/>
                <a:moveTo>
                  <a:pt x="790575" y="371475"/>
                </a:moveTo>
                <a:lnTo>
                  <a:pt x="800100" y="371475"/>
                </a:lnTo>
                <a:lnTo>
                  <a:pt x="800100" y="381000"/>
                </a:lnTo>
                <a:lnTo>
                  <a:pt x="790575" y="381000"/>
                </a:lnTo>
                <a:close/>
                <a:moveTo>
                  <a:pt x="1647825" y="371475"/>
                </a:moveTo>
                <a:lnTo>
                  <a:pt x="1657350" y="371475"/>
                </a:lnTo>
                <a:lnTo>
                  <a:pt x="1657350" y="381000"/>
                </a:lnTo>
                <a:lnTo>
                  <a:pt x="1647825" y="381000"/>
                </a:lnTo>
                <a:close/>
                <a:moveTo>
                  <a:pt x="1685925" y="381000"/>
                </a:moveTo>
                <a:lnTo>
                  <a:pt x="1695450" y="381000"/>
                </a:lnTo>
                <a:lnTo>
                  <a:pt x="1695450" y="390525"/>
                </a:lnTo>
                <a:lnTo>
                  <a:pt x="1685925" y="390525"/>
                </a:lnTo>
                <a:close/>
                <a:moveTo>
                  <a:pt x="733425" y="390525"/>
                </a:moveTo>
                <a:lnTo>
                  <a:pt x="752475" y="390525"/>
                </a:lnTo>
                <a:lnTo>
                  <a:pt x="752475" y="400050"/>
                </a:lnTo>
                <a:lnTo>
                  <a:pt x="742950" y="400050"/>
                </a:lnTo>
                <a:lnTo>
                  <a:pt x="742950" y="409575"/>
                </a:lnTo>
                <a:lnTo>
                  <a:pt x="762000" y="409575"/>
                </a:lnTo>
                <a:lnTo>
                  <a:pt x="762000" y="428625"/>
                </a:lnTo>
                <a:lnTo>
                  <a:pt x="742950" y="428625"/>
                </a:lnTo>
                <a:lnTo>
                  <a:pt x="742950" y="438150"/>
                </a:lnTo>
                <a:lnTo>
                  <a:pt x="723900" y="438150"/>
                </a:lnTo>
                <a:lnTo>
                  <a:pt x="723900" y="447675"/>
                </a:lnTo>
                <a:lnTo>
                  <a:pt x="714375" y="447675"/>
                </a:lnTo>
                <a:lnTo>
                  <a:pt x="714375" y="457200"/>
                </a:lnTo>
                <a:lnTo>
                  <a:pt x="704850" y="457200"/>
                </a:lnTo>
                <a:lnTo>
                  <a:pt x="704850" y="476250"/>
                </a:lnTo>
                <a:lnTo>
                  <a:pt x="695325" y="476250"/>
                </a:lnTo>
                <a:lnTo>
                  <a:pt x="695325" y="485775"/>
                </a:lnTo>
                <a:lnTo>
                  <a:pt x="685800" y="485775"/>
                </a:lnTo>
                <a:lnTo>
                  <a:pt x="685800" y="495300"/>
                </a:lnTo>
                <a:lnTo>
                  <a:pt x="590550" y="495300"/>
                </a:lnTo>
                <a:lnTo>
                  <a:pt x="590550" y="504825"/>
                </a:lnTo>
                <a:lnTo>
                  <a:pt x="571500" y="504825"/>
                </a:lnTo>
                <a:lnTo>
                  <a:pt x="571500" y="485775"/>
                </a:lnTo>
                <a:lnTo>
                  <a:pt x="561975" y="485775"/>
                </a:lnTo>
                <a:lnTo>
                  <a:pt x="561975" y="476250"/>
                </a:lnTo>
                <a:lnTo>
                  <a:pt x="552450" y="476250"/>
                </a:lnTo>
                <a:lnTo>
                  <a:pt x="552450" y="466725"/>
                </a:lnTo>
                <a:lnTo>
                  <a:pt x="666750" y="466725"/>
                </a:lnTo>
                <a:lnTo>
                  <a:pt x="666750" y="457200"/>
                </a:lnTo>
                <a:lnTo>
                  <a:pt x="676275" y="457200"/>
                </a:lnTo>
                <a:lnTo>
                  <a:pt x="676275" y="447675"/>
                </a:lnTo>
                <a:lnTo>
                  <a:pt x="685800" y="447675"/>
                </a:lnTo>
                <a:lnTo>
                  <a:pt x="685800" y="428625"/>
                </a:lnTo>
                <a:lnTo>
                  <a:pt x="695325" y="428625"/>
                </a:lnTo>
                <a:lnTo>
                  <a:pt x="695325" y="419100"/>
                </a:lnTo>
                <a:lnTo>
                  <a:pt x="704850" y="419100"/>
                </a:lnTo>
                <a:lnTo>
                  <a:pt x="704850" y="409575"/>
                </a:lnTo>
                <a:lnTo>
                  <a:pt x="723900" y="409575"/>
                </a:lnTo>
                <a:lnTo>
                  <a:pt x="723900" y="400050"/>
                </a:lnTo>
                <a:lnTo>
                  <a:pt x="733425" y="400050"/>
                </a:lnTo>
                <a:close/>
                <a:moveTo>
                  <a:pt x="866775" y="390525"/>
                </a:moveTo>
                <a:lnTo>
                  <a:pt x="885825" y="390525"/>
                </a:lnTo>
                <a:lnTo>
                  <a:pt x="885825" y="400050"/>
                </a:lnTo>
                <a:lnTo>
                  <a:pt x="866775" y="400050"/>
                </a:lnTo>
                <a:close/>
                <a:moveTo>
                  <a:pt x="1581150" y="390525"/>
                </a:moveTo>
                <a:lnTo>
                  <a:pt x="1600200" y="390525"/>
                </a:lnTo>
                <a:lnTo>
                  <a:pt x="1600200" y="400050"/>
                </a:lnTo>
                <a:lnTo>
                  <a:pt x="1581150" y="400050"/>
                </a:lnTo>
                <a:close/>
                <a:moveTo>
                  <a:pt x="1704975" y="390525"/>
                </a:moveTo>
                <a:lnTo>
                  <a:pt x="1714500" y="390525"/>
                </a:lnTo>
                <a:lnTo>
                  <a:pt x="1714500" y="400050"/>
                </a:lnTo>
                <a:lnTo>
                  <a:pt x="1704975" y="400050"/>
                </a:lnTo>
                <a:close/>
                <a:moveTo>
                  <a:pt x="819150" y="400050"/>
                </a:moveTo>
                <a:lnTo>
                  <a:pt x="838200" y="400050"/>
                </a:lnTo>
                <a:lnTo>
                  <a:pt x="838200" y="409575"/>
                </a:lnTo>
                <a:lnTo>
                  <a:pt x="819150" y="409575"/>
                </a:lnTo>
                <a:close/>
                <a:moveTo>
                  <a:pt x="1628775" y="400050"/>
                </a:moveTo>
                <a:lnTo>
                  <a:pt x="1638300" y="400050"/>
                </a:lnTo>
                <a:lnTo>
                  <a:pt x="1638300" y="409575"/>
                </a:lnTo>
                <a:lnTo>
                  <a:pt x="1628775" y="409575"/>
                </a:lnTo>
                <a:close/>
                <a:moveTo>
                  <a:pt x="1666875" y="409575"/>
                </a:moveTo>
                <a:lnTo>
                  <a:pt x="1676400" y="409575"/>
                </a:lnTo>
                <a:lnTo>
                  <a:pt x="1676400" y="419100"/>
                </a:lnTo>
                <a:lnTo>
                  <a:pt x="1666875" y="419100"/>
                </a:lnTo>
                <a:close/>
                <a:moveTo>
                  <a:pt x="1733550" y="409575"/>
                </a:moveTo>
                <a:lnTo>
                  <a:pt x="1743075" y="409575"/>
                </a:lnTo>
                <a:lnTo>
                  <a:pt x="1743075" y="419100"/>
                </a:lnTo>
                <a:lnTo>
                  <a:pt x="1752600" y="419100"/>
                </a:lnTo>
                <a:lnTo>
                  <a:pt x="1752600" y="428625"/>
                </a:lnTo>
                <a:lnTo>
                  <a:pt x="1762125" y="428625"/>
                </a:lnTo>
                <a:lnTo>
                  <a:pt x="1762125" y="447675"/>
                </a:lnTo>
                <a:lnTo>
                  <a:pt x="1771650" y="447675"/>
                </a:lnTo>
                <a:lnTo>
                  <a:pt x="1771650" y="457200"/>
                </a:lnTo>
                <a:lnTo>
                  <a:pt x="1781175" y="457200"/>
                </a:lnTo>
                <a:lnTo>
                  <a:pt x="1781175" y="466725"/>
                </a:lnTo>
                <a:lnTo>
                  <a:pt x="1885950" y="466725"/>
                </a:lnTo>
                <a:lnTo>
                  <a:pt x="1885950" y="476250"/>
                </a:lnTo>
                <a:lnTo>
                  <a:pt x="1905000" y="476250"/>
                </a:lnTo>
                <a:lnTo>
                  <a:pt x="1905000" y="485775"/>
                </a:lnTo>
                <a:lnTo>
                  <a:pt x="1914525" y="485775"/>
                </a:lnTo>
                <a:lnTo>
                  <a:pt x="1914525" y="495300"/>
                </a:lnTo>
                <a:lnTo>
                  <a:pt x="1885950" y="495300"/>
                </a:lnTo>
                <a:lnTo>
                  <a:pt x="1885950" y="514350"/>
                </a:lnTo>
                <a:lnTo>
                  <a:pt x="1876425" y="514350"/>
                </a:lnTo>
                <a:lnTo>
                  <a:pt x="1876425" y="504825"/>
                </a:lnTo>
                <a:lnTo>
                  <a:pt x="1847850" y="504825"/>
                </a:lnTo>
                <a:lnTo>
                  <a:pt x="1847850" y="495300"/>
                </a:lnTo>
                <a:lnTo>
                  <a:pt x="1762125" y="495300"/>
                </a:lnTo>
                <a:lnTo>
                  <a:pt x="1762125" y="485775"/>
                </a:lnTo>
                <a:lnTo>
                  <a:pt x="1752600" y="485775"/>
                </a:lnTo>
                <a:lnTo>
                  <a:pt x="1752600" y="476250"/>
                </a:lnTo>
                <a:lnTo>
                  <a:pt x="1743075" y="476250"/>
                </a:lnTo>
                <a:lnTo>
                  <a:pt x="1743075" y="466725"/>
                </a:lnTo>
                <a:lnTo>
                  <a:pt x="1733550" y="466725"/>
                </a:lnTo>
                <a:lnTo>
                  <a:pt x="1733550" y="447675"/>
                </a:lnTo>
                <a:lnTo>
                  <a:pt x="1724025" y="447675"/>
                </a:lnTo>
                <a:lnTo>
                  <a:pt x="1724025" y="428625"/>
                </a:lnTo>
                <a:lnTo>
                  <a:pt x="1733550" y="428625"/>
                </a:lnTo>
                <a:close/>
                <a:moveTo>
                  <a:pt x="1685925" y="419100"/>
                </a:moveTo>
                <a:lnTo>
                  <a:pt x="1704975" y="419100"/>
                </a:lnTo>
                <a:lnTo>
                  <a:pt x="1704975" y="428625"/>
                </a:lnTo>
                <a:lnTo>
                  <a:pt x="1685925" y="428625"/>
                </a:lnTo>
                <a:close/>
                <a:moveTo>
                  <a:pt x="1704975" y="428625"/>
                </a:moveTo>
                <a:lnTo>
                  <a:pt x="1714500" y="428625"/>
                </a:lnTo>
                <a:lnTo>
                  <a:pt x="1714500" y="438150"/>
                </a:lnTo>
                <a:lnTo>
                  <a:pt x="1704975" y="438150"/>
                </a:lnTo>
                <a:close/>
                <a:moveTo>
                  <a:pt x="533400" y="476250"/>
                </a:moveTo>
                <a:lnTo>
                  <a:pt x="542925" y="476250"/>
                </a:lnTo>
                <a:lnTo>
                  <a:pt x="542925" y="485775"/>
                </a:lnTo>
                <a:lnTo>
                  <a:pt x="533400" y="485775"/>
                </a:lnTo>
                <a:close/>
                <a:moveTo>
                  <a:pt x="523875" y="485775"/>
                </a:moveTo>
                <a:lnTo>
                  <a:pt x="533400" y="485775"/>
                </a:lnTo>
                <a:lnTo>
                  <a:pt x="533400" y="495300"/>
                </a:lnTo>
                <a:lnTo>
                  <a:pt x="523875" y="495300"/>
                </a:lnTo>
                <a:close/>
                <a:moveTo>
                  <a:pt x="514350" y="495300"/>
                </a:moveTo>
                <a:lnTo>
                  <a:pt x="523875" y="495300"/>
                </a:lnTo>
                <a:lnTo>
                  <a:pt x="523875" y="504825"/>
                </a:lnTo>
                <a:lnTo>
                  <a:pt x="514350" y="504825"/>
                </a:lnTo>
                <a:close/>
                <a:moveTo>
                  <a:pt x="1914525" y="495300"/>
                </a:moveTo>
                <a:lnTo>
                  <a:pt x="1924050" y="495300"/>
                </a:lnTo>
                <a:lnTo>
                  <a:pt x="1924050" y="504825"/>
                </a:lnTo>
                <a:lnTo>
                  <a:pt x="1914525" y="504825"/>
                </a:lnTo>
                <a:close/>
                <a:moveTo>
                  <a:pt x="504825" y="514350"/>
                </a:moveTo>
                <a:lnTo>
                  <a:pt x="514350" y="514350"/>
                </a:lnTo>
                <a:lnTo>
                  <a:pt x="514350" y="533400"/>
                </a:lnTo>
                <a:lnTo>
                  <a:pt x="504825" y="533400"/>
                </a:lnTo>
                <a:close/>
                <a:moveTo>
                  <a:pt x="1885950" y="514350"/>
                </a:moveTo>
                <a:lnTo>
                  <a:pt x="1895475" y="514350"/>
                </a:lnTo>
                <a:lnTo>
                  <a:pt x="1895475" y="523875"/>
                </a:lnTo>
                <a:lnTo>
                  <a:pt x="1885950" y="523875"/>
                </a:lnTo>
                <a:close/>
                <a:moveTo>
                  <a:pt x="1924050" y="514350"/>
                </a:moveTo>
                <a:lnTo>
                  <a:pt x="1933575" y="514350"/>
                </a:lnTo>
                <a:lnTo>
                  <a:pt x="1933575" y="523875"/>
                </a:lnTo>
                <a:lnTo>
                  <a:pt x="1924050" y="523875"/>
                </a:lnTo>
                <a:close/>
                <a:moveTo>
                  <a:pt x="533400" y="542925"/>
                </a:moveTo>
                <a:lnTo>
                  <a:pt x="542925" y="542925"/>
                </a:lnTo>
                <a:lnTo>
                  <a:pt x="542925" y="885825"/>
                </a:lnTo>
                <a:lnTo>
                  <a:pt x="533400" y="885825"/>
                </a:lnTo>
                <a:lnTo>
                  <a:pt x="533400" y="800100"/>
                </a:lnTo>
                <a:lnTo>
                  <a:pt x="514350" y="800100"/>
                </a:lnTo>
                <a:lnTo>
                  <a:pt x="514350" y="857250"/>
                </a:lnTo>
                <a:lnTo>
                  <a:pt x="504825" y="857250"/>
                </a:lnTo>
                <a:lnTo>
                  <a:pt x="504825" y="600075"/>
                </a:lnTo>
                <a:lnTo>
                  <a:pt x="514350" y="600075"/>
                </a:lnTo>
                <a:lnTo>
                  <a:pt x="514350" y="619125"/>
                </a:lnTo>
                <a:lnTo>
                  <a:pt x="523875" y="619125"/>
                </a:lnTo>
                <a:lnTo>
                  <a:pt x="523875" y="609600"/>
                </a:lnTo>
                <a:lnTo>
                  <a:pt x="533400" y="609600"/>
                </a:lnTo>
                <a:close/>
                <a:moveTo>
                  <a:pt x="1714500" y="552450"/>
                </a:moveTo>
                <a:lnTo>
                  <a:pt x="1724025" y="552450"/>
                </a:lnTo>
                <a:lnTo>
                  <a:pt x="1724025" y="561975"/>
                </a:lnTo>
                <a:lnTo>
                  <a:pt x="1714500" y="561975"/>
                </a:lnTo>
                <a:close/>
                <a:moveTo>
                  <a:pt x="1895475" y="552450"/>
                </a:moveTo>
                <a:lnTo>
                  <a:pt x="1905000" y="552450"/>
                </a:lnTo>
                <a:lnTo>
                  <a:pt x="1905000" y="647700"/>
                </a:lnTo>
                <a:lnTo>
                  <a:pt x="1914525" y="647700"/>
                </a:lnTo>
                <a:lnTo>
                  <a:pt x="1914525" y="657225"/>
                </a:lnTo>
                <a:lnTo>
                  <a:pt x="1924050" y="657225"/>
                </a:lnTo>
                <a:lnTo>
                  <a:pt x="1924050" y="647700"/>
                </a:lnTo>
                <a:lnTo>
                  <a:pt x="1933575" y="647700"/>
                </a:lnTo>
                <a:lnTo>
                  <a:pt x="1933575" y="847725"/>
                </a:lnTo>
                <a:lnTo>
                  <a:pt x="1924050" y="847725"/>
                </a:lnTo>
                <a:lnTo>
                  <a:pt x="1924050" y="828675"/>
                </a:lnTo>
                <a:lnTo>
                  <a:pt x="1914525" y="828675"/>
                </a:lnTo>
                <a:lnTo>
                  <a:pt x="1914525" y="847725"/>
                </a:lnTo>
                <a:lnTo>
                  <a:pt x="1905000" y="847725"/>
                </a:lnTo>
                <a:lnTo>
                  <a:pt x="1905000" y="876300"/>
                </a:lnTo>
                <a:lnTo>
                  <a:pt x="1895475" y="876300"/>
                </a:lnTo>
                <a:close/>
                <a:moveTo>
                  <a:pt x="742950" y="561975"/>
                </a:moveTo>
                <a:lnTo>
                  <a:pt x="762000" y="561975"/>
                </a:lnTo>
                <a:lnTo>
                  <a:pt x="762000" y="571500"/>
                </a:lnTo>
                <a:lnTo>
                  <a:pt x="742950" y="571500"/>
                </a:lnTo>
                <a:close/>
                <a:moveTo>
                  <a:pt x="1019175" y="771525"/>
                </a:moveTo>
                <a:lnTo>
                  <a:pt x="1038225" y="771525"/>
                </a:lnTo>
                <a:lnTo>
                  <a:pt x="1038225" y="781050"/>
                </a:lnTo>
                <a:lnTo>
                  <a:pt x="1047750" y="781050"/>
                </a:lnTo>
                <a:lnTo>
                  <a:pt x="1047750" y="819150"/>
                </a:lnTo>
                <a:lnTo>
                  <a:pt x="1038225" y="819150"/>
                </a:lnTo>
                <a:lnTo>
                  <a:pt x="1038225" y="847725"/>
                </a:lnTo>
                <a:lnTo>
                  <a:pt x="1019175" y="847725"/>
                </a:lnTo>
                <a:lnTo>
                  <a:pt x="1019175" y="809625"/>
                </a:lnTo>
                <a:lnTo>
                  <a:pt x="1028700" y="809625"/>
                </a:lnTo>
                <a:lnTo>
                  <a:pt x="1028700" y="790575"/>
                </a:lnTo>
                <a:lnTo>
                  <a:pt x="1019175" y="790575"/>
                </a:lnTo>
                <a:close/>
                <a:moveTo>
                  <a:pt x="1590675" y="790575"/>
                </a:moveTo>
                <a:lnTo>
                  <a:pt x="1609725" y="790575"/>
                </a:lnTo>
                <a:lnTo>
                  <a:pt x="1609725" y="800100"/>
                </a:lnTo>
                <a:lnTo>
                  <a:pt x="1600200" y="800100"/>
                </a:lnTo>
                <a:lnTo>
                  <a:pt x="1600200" y="819150"/>
                </a:lnTo>
                <a:lnTo>
                  <a:pt x="1581150" y="819150"/>
                </a:lnTo>
                <a:lnTo>
                  <a:pt x="1581150" y="800100"/>
                </a:lnTo>
                <a:lnTo>
                  <a:pt x="1590675" y="800100"/>
                </a:lnTo>
                <a:close/>
                <a:moveTo>
                  <a:pt x="1638300" y="790575"/>
                </a:moveTo>
                <a:lnTo>
                  <a:pt x="1657350" y="790575"/>
                </a:lnTo>
                <a:lnTo>
                  <a:pt x="1657350" y="809625"/>
                </a:lnTo>
                <a:lnTo>
                  <a:pt x="1647825" y="809625"/>
                </a:lnTo>
                <a:lnTo>
                  <a:pt x="1647825" y="800100"/>
                </a:lnTo>
                <a:lnTo>
                  <a:pt x="1638300" y="800100"/>
                </a:lnTo>
                <a:close/>
                <a:moveTo>
                  <a:pt x="1095375" y="828675"/>
                </a:moveTo>
                <a:lnTo>
                  <a:pt x="1114425" y="828675"/>
                </a:lnTo>
                <a:lnTo>
                  <a:pt x="1114425" y="838200"/>
                </a:lnTo>
                <a:lnTo>
                  <a:pt x="1095375" y="838200"/>
                </a:lnTo>
                <a:close/>
                <a:moveTo>
                  <a:pt x="504825" y="866775"/>
                </a:moveTo>
                <a:lnTo>
                  <a:pt x="514350" y="866775"/>
                </a:lnTo>
                <a:lnTo>
                  <a:pt x="514350" y="923925"/>
                </a:lnTo>
                <a:lnTo>
                  <a:pt x="504825" y="923925"/>
                </a:lnTo>
                <a:close/>
                <a:moveTo>
                  <a:pt x="561975" y="904875"/>
                </a:moveTo>
                <a:lnTo>
                  <a:pt x="571500" y="904875"/>
                </a:lnTo>
                <a:lnTo>
                  <a:pt x="571500" y="914400"/>
                </a:lnTo>
                <a:lnTo>
                  <a:pt x="561975" y="914400"/>
                </a:lnTo>
                <a:close/>
                <a:moveTo>
                  <a:pt x="609600" y="914400"/>
                </a:moveTo>
                <a:lnTo>
                  <a:pt x="771525" y="914400"/>
                </a:lnTo>
                <a:lnTo>
                  <a:pt x="771525" y="923925"/>
                </a:lnTo>
                <a:lnTo>
                  <a:pt x="714375" y="923925"/>
                </a:lnTo>
                <a:lnTo>
                  <a:pt x="714375" y="933450"/>
                </a:lnTo>
                <a:lnTo>
                  <a:pt x="647700" y="933450"/>
                </a:lnTo>
                <a:lnTo>
                  <a:pt x="647700" y="923925"/>
                </a:lnTo>
                <a:lnTo>
                  <a:pt x="609600" y="923925"/>
                </a:lnTo>
                <a:close/>
                <a:moveTo>
                  <a:pt x="809625" y="914400"/>
                </a:moveTo>
                <a:lnTo>
                  <a:pt x="828675" y="914400"/>
                </a:lnTo>
                <a:lnTo>
                  <a:pt x="828675" y="923925"/>
                </a:lnTo>
                <a:lnTo>
                  <a:pt x="809625" y="923925"/>
                </a:lnTo>
                <a:close/>
                <a:moveTo>
                  <a:pt x="847725" y="914400"/>
                </a:moveTo>
                <a:lnTo>
                  <a:pt x="1171575" y="914400"/>
                </a:lnTo>
                <a:lnTo>
                  <a:pt x="1171575" y="923925"/>
                </a:lnTo>
                <a:lnTo>
                  <a:pt x="1152525" y="923925"/>
                </a:lnTo>
                <a:lnTo>
                  <a:pt x="1152525" y="933450"/>
                </a:lnTo>
                <a:lnTo>
                  <a:pt x="866775" y="933450"/>
                </a:lnTo>
                <a:lnTo>
                  <a:pt x="866775" y="923925"/>
                </a:lnTo>
                <a:lnTo>
                  <a:pt x="847725" y="923925"/>
                </a:lnTo>
                <a:close/>
                <a:moveTo>
                  <a:pt x="1314450" y="914400"/>
                </a:moveTo>
                <a:lnTo>
                  <a:pt x="1762125" y="914400"/>
                </a:lnTo>
                <a:lnTo>
                  <a:pt x="1762125" y="923925"/>
                </a:lnTo>
                <a:lnTo>
                  <a:pt x="1733550" y="923925"/>
                </a:lnTo>
                <a:lnTo>
                  <a:pt x="1733550" y="933450"/>
                </a:lnTo>
                <a:lnTo>
                  <a:pt x="1362075" y="933450"/>
                </a:lnTo>
                <a:lnTo>
                  <a:pt x="1362075" y="923925"/>
                </a:lnTo>
                <a:lnTo>
                  <a:pt x="1314450" y="923925"/>
                </a:lnTo>
                <a:close/>
                <a:moveTo>
                  <a:pt x="1924050" y="914400"/>
                </a:moveTo>
                <a:lnTo>
                  <a:pt x="1933575" y="914400"/>
                </a:lnTo>
                <a:lnTo>
                  <a:pt x="1933575" y="923925"/>
                </a:lnTo>
                <a:lnTo>
                  <a:pt x="1924050" y="923925"/>
                </a:lnTo>
                <a:close/>
                <a:moveTo>
                  <a:pt x="1914525" y="923925"/>
                </a:moveTo>
                <a:lnTo>
                  <a:pt x="1924050" y="923925"/>
                </a:lnTo>
                <a:lnTo>
                  <a:pt x="1924050" y="933450"/>
                </a:lnTo>
                <a:lnTo>
                  <a:pt x="1914525" y="933450"/>
                </a:lnTo>
                <a:close/>
                <a:moveTo>
                  <a:pt x="504825" y="933450"/>
                </a:moveTo>
                <a:lnTo>
                  <a:pt x="514350" y="933450"/>
                </a:lnTo>
                <a:lnTo>
                  <a:pt x="514350" y="942975"/>
                </a:lnTo>
                <a:lnTo>
                  <a:pt x="504825" y="942975"/>
                </a:lnTo>
                <a:close/>
                <a:moveTo>
                  <a:pt x="1924050" y="933450"/>
                </a:moveTo>
                <a:lnTo>
                  <a:pt x="1933575" y="933450"/>
                </a:lnTo>
                <a:lnTo>
                  <a:pt x="1933575" y="942975"/>
                </a:lnTo>
                <a:lnTo>
                  <a:pt x="1924050" y="942975"/>
                </a:lnTo>
                <a:close/>
                <a:moveTo>
                  <a:pt x="466725" y="1000125"/>
                </a:moveTo>
                <a:lnTo>
                  <a:pt x="476250" y="1000125"/>
                </a:lnTo>
                <a:lnTo>
                  <a:pt x="476250" y="1009650"/>
                </a:lnTo>
                <a:lnTo>
                  <a:pt x="552450" y="1009650"/>
                </a:lnTo>
                <a:lnTo>
                  <a:pt x="552450" y="1019175"/>
                </a:lnTo>
                <a:lnTo>
                  <a:pt x="561975" y="1019175"/>
                </a:lnTo>
                <a:lnTo>
                  <a:pt x="561975" y="1028700"/>
                </a:lnTo>
                <a:lnTo>
                  <a:pt x="552450" y="1028700"/>
                </a:lnTo>
                <a:lnTo>
                  <a:pt x="552450" y="1038225"/>
                </a:lnTo>
                <a:lnTo>
                  <a:pt x="571500" y="1038225"/>
                </a:lnTo>
                <a:lnTo>
                  <a:pt x="571500" y="1047750"/>
                </a:lnTo>
                <a:lnTo>
                  <a:pt x="590550" y="1047750"/>
                </a:lnTo>
                <a:lnTo>
                  <a:pt x="590550" y="1066800"/>
                </a:lnTo>
                <a:lnTo>
                  <a:pt x="600075" y="1066800"/>
                </a:lnTo>
                <a:lnTo>
                  <a:pt x="600075" y="1047750"/>
                </a:lnTo>
                <a:lnTo>
                  <a:pt x="609600" y="1047750"/>
                </a:lnTo>
                <a:lnTo>
                  <a:pt x="609600" y="1066800"/>
                </a:lnTo>
                <a:lnTo>
                  <a:pt x="600075" y="1066800"/>
                </a:lnTo>
                <a:lnTo>
                  <a:pt x="600075" y="1085850"/>
                </a:lnTo>
                <a:lnTo>
                  <a:pt x="590550" y="1085850"/>
                </a:lnTo>
                <a:lnTo>
                  <a:pt x="590550" y="1104900"/>
                </a:lnTo>
                <a:lnTo>
                  <a:pt x="581025" y="1104900"/>
                </a:lnTo>
                <a:lnTo>
                  <a:pt x="581025" y="1133475"/>
                </a:lnTo>
                <a:lnTo>
                  <a:pt x="571500" y="1133475"/>
                </a:lnTo>
                <a:lnTo>
                  <a:pt x="571500" y="1152525"/>
                </a:lnTo>
                <a:lnTo>
                  <a:pt x="561975" y="1152525"/>
                </a:lnTo>
                <a:lnTo>
                  <a:pt x="561975" y="1133475"/>
                </a:lnTo>
                <a:lnTo>
                  <a:pt x="552450" y="1133475"/>
                </a:lnTo>
                <a:lnTo>
                  <a:pt x="552450" y="1143000"/>
                </a:lnTo>
                <a:lnTo>
                  <a:pt x="485775" y="1143000"/>
                </a:lnTo>
                <a:lnTo>
                  <a:pt x="485775" y="1133475"/>
                </a:lnTo>
                <a:lnTo>
                  <a:pt x="476250" y="1133475"/>
                </a:lnTo>
                <a:lnTo>
                  <a:pt x="476250" y="1123950"/>
                </a:lnTo>
                <a:lnTo>
                  <a:pt x="466725" y="1123950"/>
                </a:lnTo>
                <a:lnTo>
                  <a:pt x="466725" y="1114425"/>
                </a:lnTo>
                <a:lnTo>
                  <a:pt x="457200" y="1114425"/>
                </a:lnTo>
                <a:lnTo>
                  <a:pt x="457200" y="1104900"/>
                </a:lnTo>
                <a:lnTo>
                  <a:pt x="409575" y="1104900"/>
                </a:lnTo>
                <a:lnTo>
                  <a:pt x="409575" y="1095375"/>
                </a:lnTo>
                <a:lnTo>
                  <a:pt x="419100" y="1095375"/>
                </a:lnTo>
                <a:lnTo>
                  <a:pt x="419100" y="1085850"/>
                </a:lnTo>
                <a:lnTo>
                  <a:pt x="428625" y="1085850"/>
                </a:lnTo>
                <a:lnTo>
                  <a:pt x="428625" y="1066800"/>
                </a:lnTo>
                <a:lnTo>
                  <a:pt x="438150" y="1066800"/>
                </a:lnTo>
                <a:lnTo>
                  <a:pt x="438150" y="1057275"/>
                </a:lnTo>
                <a:lnTo>
                  <a:pt x="447675" y="1057275"/>
                </a:lnTo>
                <a:lnTo>
                  <a:pt x="447675" y="1038225"/>
                </a:lnTo>
                <a:lnTo>
                  <a:pt x="457200" y="1038225"/>
                </a:lnTo>
                <a:lnTo>
                  <a:pt x="457200" y="1028700"/>
                </a:lnTo>
                <a:lnTo>
                  <a:pt x="466725" y="1028700"/>
                </a:lnTo>
                <a:close/>
                <a:moveTo>
                  <a:pt x="971550" y="1000125"/>
                </a:moveTo>
                <a:lnTo>
                  <a:pt x="1123950" y="1000125"/>
                </a:lnTo>
                <a:lnTo>
                  <a:pt x="1123950" y="1009650"/>
                </a:lnTo>
                <a:lnTo>
                  <a:pt x="971550" y="1009650"/>
                </a:lnTo>
                <a:close/>
                <a:moveTo>
                  <a:pt x="1390650" y="1000125"/>
                </a:moveTo>
                <a:lnTo>
                  <a:pt x="1476375" y="1000125"/>
                </a:lnTo>
                <a:lnTo>
                  <a:pt x="1476375" y="1009650"/>
                </a:lnTo>
                <a:lnTo>
                  <a:pt x="1647825" y="1009650"/>
                </a:lnTo>
                <a:lnTo>
                  <a:pt x="1647825" y="1000125"/>
                </a:lnTo>
                <a:lnTo>
                  <a:pt x="1809750" y="1000125"/>
                </a:lnTo>
                <a:lnTo>
                  <a:pt x="1809750" y="1009650"/>
                </a:lnTo>
                <a:lnTo>
                  <a:pt x="1657350" y="1009650"/>
                </a:lnTo>
                <a:lnTo>
                  <a:pt x="1657350" y="1019175"/>
                </a:lnTo>
                <a:lnTo>
                  <a:pt x="1647825" y="1019175"/>
                </a:lnTo>
                <a:lnTo>
                  <a:pt x="1647825" y="1038225"/>
                </a:lnTo>
                <a:lnTo>
                  <a:pt x="1657350" y="1038225"/>
                </a:lnTo>
                <a:lnTo>
                  <a:pt x="1657350" y="1066800"/>
                </a:lnTo>
                <a:lnTo>
                  <a:pt x="1647825" y="1066800"/>
                </a:lnTo>
                <a:lnTo>
                  <a:pt x="1647825" y="1047750"/>
                </a:lnTo>
                <a:lnTo>
                  <a:pt x="1638300" y="1047750"/>
                </a:lnTo>
                <a:lnTo>
                  <a:pt x="1638300" y="1038225"/>
                </a:lnTo>
                <a:lnTo>
                  <a:pt x="1628775" y="1038225"/>
                </a:lnTo>
                <a:lnTo>
                  <a:pt x="1628775" y="1047750"/>
                </a:lnTo>
                <a:lnTo>
                  <a:pt x="1619250" y="1047750"/>
                </a:lnTo>
                <a:lnTo>
                  <a:pt x="1619250" y="1057275"/>
                </a:lnTo>
                <a:lnTo>
                  <a:pt x="1609725" y="1057275"/>
                </a:lnTo>
                <a:lnTo>
                  <a:pt x="1609725" y="1076325"/>
                </a:lnTo>
                <a:lnTo>
                  <a:pt x="1590675" y="1076325"/>
                </a:lnTo>
                <a:lnTo>
                  <a:pt x="1590675" y="1066800"/>
                </a:lnTo>
                <a:lnTo>
                  <a:pt x="1571625" y="1066800"/>
                </a:lnTo>
                <a:lnTo>
                  <a:pt x="1571625" y="1076325"/>
                </a:lnTo>
                <a:lnTo>
                  <a:pt x="1543050" y="1076325"/>
                </a:lnTo>
                <a:lnTo>
                  <a:pt x="1543050" y="1085850"/>
                </a:lnTo>
                <a:lnTo>
                  <a:pt x="1524000" y="1085850"/>
                </a:lnTo>
                <a:lnTo>
                  <a:pt x="1524000" y="1076325"/>
                </a:lnTo>
                <a:lnTo>
                  <a:pt x="1495425" y="1076325"/>
                </a:lnTo>
                <a:lnTo>
                  <a:pt x="1495425" y="1104900"/>
                </a:lnTo>
                <a:lnTo>
                  <a:pt x="1485900" y="1104900"/>
                </a:lnTo>
                <a:lnTo>
                  <a:pt x="1485900" y="1047750"/>
                </a:lnTo>
                <a:lnTo>
                  <a:pt x="1476375" y="1047750"/>
                </a:lnTo>
                <a:lnTo>
                  <a:pt x="1476375" y="1019175"/>
                </a:lnTo>
                <a:lnTo>
                  <a:pt x="1466850" y="1019175"/>
                </a:lnTo>
                <a:lnTo>
                  <a:pt x="1466850" y="1009650"/>
                </a:lnTo>
                <a:lnTo>
                  <a:pt x="1390650" y="1009650"/>
                </a:lnTo>
                <a:close/>
                <a:moveTo>
                  <a:pt x="1962150" y="1000125"/>
                </a:moveTo>
                <a:lnTo>
                  <a:pt x="1971675" y="1000125"/>
                </a:lnTo>
                <a:lnTo>
                  <a:pt x="1971675" y="1019175"/>
                </a:lnTo>
                <a:lnTo>
                  <a:pt x="1981200" y="1019175"/>
                </a:lnTo>
                <a:lnTo>
                  <a:pt x="1981200" y="1038225"/>
                </a:lnTo>
                <a:lnTo>
                  <a:pt x="1990725" y="1038225"/>
                </a:lnTo>
                <a:lnTo>
                  <a:pt x="1990725" y="1047750"/>
                </a:lnTo>
                <a:lnTo>
                  <a:pt x="2000250" y="1047750"/>
                </a:lnTo>
                <a:lnTo>
                  <a:pt x="2000250" y="1066800"/>
                </a:lnTo>
                <a:lnTo>
                  <a:pt x="2009775" y="1066800"/>
                </a:lnTo>
                <a:lnTo>
                  <a:pt x="2009775" y="1085850"/>
                </a:lnTo>
                <a:lnTo>
                  <a:pt x="2019300" y="1085850"/>
                </a:lnTo>
                <a:lnTo>
                  <a:pt x="2019300" y="1104900"/>
                </a:lnTo>
                <a:lnTo>
                  <a:pt x="2028825" y="1104900"/>
                </a:lnTo>
                <a:lnTo>
                  <a:pt x="2028825" y="1114425"/>
                </a:lnTo>
                <a:lnTo>
                  <a:pt x="2038350" y="1114425"/>
                </a:lnTo>
                <a:lnTo>
                  <a:pt x="2038350" y="1133475"/>
                </a:lnTo>
                <a:lnTo>
                  <a:pt x="2028825" y="1133475"/>
                </a:lnTo>
                <a:lnTo>
                  <a:pt x="2028825" y="1123950"/>
                </a:lnTo>
                <a:lnTo>
                  <a:pt x="1981200" y="1123950"/>
                </a:lnTo>
                <a:lnTo>
                  <a:pt x="1981200" y="1133475"/>
                </a:lnTo>
                <a:lnTo>
                  <a:pt x="1952625" y="1133475"/>
                </a:lnTo>
                <a:lnTo>
                  <a:pt x="1952625" y="1143000"/>
                </a:lnTo>
                <a:lnTo>
                  <a:pt x="1933575" y="1143000"/>
                </a:lnTo>
                <a:lnTo>
                  <a:pt x="1933575" y="1152525"/>
                </a:lnTo>
                <a:lnTo>
                  <a:pt x="1895475" y="1152525"/>
                </a:lnTo>
                <a:lnTo>
                  <a:pt x="1895475" y="1162050"/>
                </a:lnTo>
                <a:lnTo>
                  <a:pt x="1885950" y="1162050"/>
                </a:lnTo>
                <a:lnTo>
                  <a:pt x="1885950" y="1247775"/>
                </a:lnTo>
                <a:lnTo>
                  <a:pt x="1876425" y="1247775"/>
                </a:lnTo>
                <a:lnTo>
                  <a:pt x="1876425" y="1162050"/>
                </a:lnTo>
                <a:lnTo>
                  <a:pt x="1866900" y="1162050"/>
                </a:lnTo>
                <a:lnTo>
                  <a:pt x="1866900" y="1133475"/>
                </a:lnTo>
                <a:lnTo>
                  <a:pt x="1857375" y="1133475"/>
                </a:lnTo>
                <a:lnTo>
                  <a:pt x="1857375" y="1114425"/>
                </a:lnTo>
                <a:lnTo>
                  <a:pt x="1847850" y="1114425"/>
                </a:lnTo>
                <a:lnTo>
                  <a:pt x="1847850" y="1085850"/>
                </a:lnTo>
                <a:lnTo>
                  <a:pt x="1838325" y="1085850"/>
                </a:lnTo>
                <a:lnTo>
                  <a:pt x="1838325" y="1066800"/>
                </a:lnTo>
                <a:lnTo>
                  <a:pt x="1828800" y="1066800"/>
                </a:lnTo>
                <a:lnTo>
                  <a:pt x="1828800" y="1047750"/>
                </a:lnTo>
                <a:lnTo>
                  <a:pt x="1819275" y="1047750"/>
                </a:lnTo>
                <a:lnTo>
                  <a:pt x="1819275" y="1019175"/>
                </a:lnTo>
                <a:lnTo>
                  <a:pt x="1809750" y="1019175"/>
                </a:lnTo>
                <a:lnTo>
                  <a:pt x="1809750" y="1009650"/>
                </a:lnTo>
                <a:lnTo>
                  <a:pt x="1819275" y="1009650"/>
                </a:lnTo>
                <a:lnTo>
                  <a:pt x="1819275" y="1019175"/>
                </a:lnTo>
                <a:lnTo>
                  <a:pt x="1828800" y="1019175"/>
                </a:lnTo>
                <a:lnTo>
                  <a:pt x="1828800" y="1047750"/>
                </a:lnTo>
                <a:lnTo>
                  <a:pt x="1847850" y="1047750"/>
                </a:lnTo>
                <a:lnTo>
                  <a:pt x="1847850" y="1038225"/>
                </a:lnTo>
                <a:lnTo>
                  <a:pt x="1866900" y="1038225"/>
                </a:lnTo>
                <a:lnTo>
                  <a:pt x="1866900" y="1009650"/>
                </a:lnTo>
                <a:lnTo>
                  <a:pt x="1962150" y="1009650"/>
                </a:lnTo>
                <a:close/>
                <a:moveTo>
                  <a:pt x="781050" y="1009650"/>
                </a:moveTo>
                <a:lnTo>
                  <a:pt x="800100" y="1009650"/>
                </a:lnTo>
                <a:lnTo>
                  <a:pt x="800100" y="1038225"/>
                </a:lnTo>
                <a:lnTo>
                  <a:pt x="809625" y="1038225"/>
                </a:lnTo>
                <a:lnTo>
                  <a:pt x="809625" y="1019175"/>
                </a:lnTo>
                <a:lnTo>
                  <a:pt x="819150" y="1019175"/>
                </a:lnTo>
                <a:lnTo>
                  <a:pt x="819150" y="1009650"/>
                </a:lnTo>
                <a:lnTo>
                  <a:pt x="971550" y="1009650"/>
                </a:lnTo>
                <a:lnTo>
                  <a:pt x="971550" y="1019175"/>
                </a:lnTo>
                <a:lnTo>
                  <a:pt x="962025" y="1019175"/>
                </a:lnTo>
                <a:lnTo>
                  <a:pt x="962025" y="1057275"/>
                </a:lnTo>
                <a:lnTo>
                  <a:pt x="942975" y="1057275"/>
                </a:lnTo>
                <a:lnTo>
                  <a:pt x="942975" y="1047750"/>
                </a:lnTo>
                <a:lnTo>
                  <a:pt x="933450" y="1047750"/>
                </a:lnTo>
                <a:lnTo>
                  <a:pt x="933450" y="1066800"/>
                </a:lnTo>
                <a:lnTo>
                  <a:pt x="923925" y="1066800"/>
                </a:lnTo>
                <a:lnTo>
                  <a:pt x="923925" y="1076325"/>
                </a:lnTo>
                <a:lnTo>
                  <a:pt x="914400" y="1076325"/>
                </a:lnTo>
                <a:lnTo>
                  <a:pt x="914400" y="1085850"/>
                </a:lnTo>
                <a:lnTo>
                  <a:pt x="876300" y="1085850"/>
                </a:lnTo>
                <a:lnTo>
                  <a:pt x="876300" y="1076325"/>
                </a:lnTo>
                <a:lnTo>
                  <a:pt x="866775" y="1076325"/>
                </a:lnTo>
                <a:lnTo>
                  <a:pt x="866775" y="1066800"/>
                </a:lnTo>
                <a:lnTo>
                  <a:pt x="857250" y="1066800"/>
                </a:lnTo>
                <a:lnTo>
                  <a:pt x="857250" y="1057275"/>
                </a:lnTo>
                <a:lnTo>
                  <a:pt x="828675" y="1057275"/>
                </a:lnTo>
                <a:lnTo>
                  <a:pt x="828675" y="1038225"/>
                </a:lnTo>
                <a:lnTo>
                  <a:pt x="819150" y="1038225"/>
                </a:lnTo>
                <a:lnTo>
                  <a:pt x="819150" y="1047750"/>
                </a:lnTo>
                <a:lnTo>
                  <a:pt x="790575" y="1047750"/>
                </a:lnTo>
                <a:lnTo>
                  <a:pt x="790575" y="1066800"/>
                </a:lnTo>
                <a:lnTo>
                  <a:pt x="781050" y="1066800"/>
                </a:lnTo>
                <a:lnTo>
                  <a:pt x="781050" y="1038225"/>
                </a:lnTo>
                <a:lnTo>
                  <a:pt x="790575" y="1038225"/>
                </a:lnTo>
                <a:lnTo>
                  <a:pt x="790575" y="1019175"/>
                </a:lnTo>
                <a:lnTo>
                  <a:pt x="781050" y="1019175"/>
                </a:lnTo>
                <a:close/>
                <a:moveTo>
                  <a:pt x="1123950" y="1009650"/>
                </a:moveTo>
                <a:lnTo>
                  <a:pt x="1133475" y="1009650"/>
                </a:lnTo>
                <a:lnTo>
                  <a:pt x="1133475" y="1019175"/>
                </a:lnTo>
                <a:lnTo>
                  <a:pt x="1123950" y="1019175"/>
                </a:lnTo>
                <a:close/>
                <a:moveTo>
                  <a:pt x="1304925" y="1009650"/>
                </a:moveTo>
                <a:lnTo>
                  <a:pt x="1314450" y="1009650"/>
                </a:lnTo>
                <a:lnTo>
                  <a:pt x="1314450" y="1019175"/>
                </a:lnTo>
                <a:lnTo>
                  <a:pt x="1304925" y="1019175"/>
                </a:lnTo>
                <a:close/>
                <a:moveTo>
                  <a:pt x="1133475" y="1019175"/>
                </a:moveTo>
                <a:lnTo>
                  <a:pt x="1143000" y="1019175"/>
                </a:lnTo>
                <a:lnTo>
                  <a:pt x="1143000" y="1066800"/>
                </a:lnTo>
                <a:lnTo>
                  <a:pt x="1133475" y="1066800"/>
                </a:lnTo>
                <a:close/>
                <a:moveTo>
                  <a:pt x="1295400" y="1019175"/>
                </a:moveTo>
                <a:lnTo>
                  <a:pt x="1304925" y="1019175"/>
                </a:lnTo>
                <a:lnTo>
                  <a:pt x="1304925" y="1114425"/>
                </a:lnTo>
                <a:lnTo>
                  <a:pt x="1314450" y="1114425"/>
                </a:lnTo>
                <a:lnTo>
                  <a:pt x="1314450" y="1181100"/>
                </a:lnTo>
                <a:lnTo>
                  <a:pt x="1304925" y="1181100"/>
                </a:lnTo>
                <a:lnTo>
                  <a:pt x="1304925" y="1143000"/>
                </a:lnTo>
                <a:lnTo>
                  <a:pt x="1285875" y="1143000"/>
                </a:lnTo>
                <a:lnTo>
                  <a:pt x="1285875" y="1152525"/>
                </a:lnTo>
                <a:lnTo>
                  <a:pt x="1295400" y="1152525"/>
                </a:lnTo>
                <a:lnTo>
                  <a:pt x="1295400" y="1171575"/>
                </a:lnTo>
                <a:lnTo>
                  <a:pt x="1285875" y="1171575"/>
                </a:lnTo>
                <a:lnTo>
                  <a:pt x="1285875" y="1181100"/>
                </a:lnTo>
                <a:lnTo>
                  <a:pt x="1133475" y="1181100"/>
                </a:lnTo>
                <a:lnTo>
                  <a:pt x="1133475" y="1190625"/>
                </a:lnTo>
                <a:lnTo>
                  <a:pt x="1123950" y="1190625"/>
                </a:lnTo>
                <a:lnTo>
                  <a:pt x="1123950" y="1085850"/>
                </a:lnTo>
                <a:lnTo>
                  <a:pt x="1133475" y="1085850"/>
                </a:lnTo>
                <a:lnTo>
                  <a:pt x="1133475" y="1133475"/>
                </a:lnTo>
                <a:lnTo>
                  <a:pt x="1152525" y="1133475"/>
                </a:lnTo>
                <a:lnTo>
                  <a:pt x="1152525" y="1114425"/>
                </a:lnTo>
                <a:lnTo>
                  <a:pt x="1181100" y="1114425"/>
                </a:lnTo>
                <a:lnTo>
                  <a:pt x="1181100" y="1104900"/>
                </a:lnTo>
                <a:lnTo>
                  <a:pt x="1209675" y="1104900"/>
                </a:lnTo>
                <a:lnTo>
                  <a:pt x="1209675" y="1076325"/>
                </a:lnTo>
                <a:lnTo>
                  <a:pt x="1219200" y="1076325"/>
                </a:lnTo>
                <a:lnTo>
                  <a:pt x="1219200" y="1066800"/>
                </a:lnTo>
                <a:lnTo>
                  <a:pt x="1238250" y="1066800"/>
                </a:lnTo>
                <a:lnTo>
                  <a:pt x="1238250" y="1038225"/>
                </a:lnTo>
                <a:lnTo>
                  <a:pt x="1276350" y="1038225"/>
                </a:lnTo>
                <a:lnTo>
                  <a:pt x="1276350" y="1047750"/>
                </a:lnTo>
                <a:lnTo>
                  <a:pt x="1285875" y="1047750"/>
                </a:lnTo>
                <a:lnTo>
                  <a:pt x="1285875" y="1076325"/>
                </a:lnTo>
                <a:lnTo>
                  <a:pt x="1295400" y="1076325"/>
                </a:lnTo>
                <a:close/>
                <a:moveTo>
                  <a:pt x="609600" y="1028700"/>
                </a:moveTo>
                <a:lnTo>
                  <a:pt x="619125" y="1028700"/>
                </a:lnTo>
                <a:lnTo>
                  <a:pt x="619125" y="1038225"/>
                </a:lnTo>
                <a:lnTo>
                  <a:pt x="609600" y="1038225"/>
                </a:lnTo>
                <a:close/>
                <a:moveTo>
                  <a:pt x="942975" y="1047750"/>
                </a:moveTo>
                <a:lnTo>
                  <a:pt x="952500" y="1047750"/>
                </a:lnTo>
                <a:lnTo>
                  <a:pt x="952500" y="1028700"/>
                </a:lnTo>
                <a:lnTo>
                  <a:pt x="942975" y="1028700"/>
                </a:lnTo>
                <a:close/>
                <a:moveTo>
                  <a:pt x="876300" y="1057275"/>
                </a:moveTo>
                <a:lnTo>
                  <a:pt x="885825" y="1057275"/>
                </a:lnTo>
                <a:lnTo>
                  <a:pt x="885825" y="1038225"/>
                </a:lnTo>
                <a:lnTo>
                  <a:pt x="866775" y="1038225"/>
                </a:lnTo>
                <a:lnTo>
                  <a:pt x="866775" y="1066800"/>
                </a:lnTo>
                <a:lnTo>
                  <a:pt x="876300" y="1066800"/>
                </a:lnTo>
                <a:close/>
                <a:moveTo>
                  <a:pt x="942975" y="1066800"/>
                </a:moveTo>
                <a:lnTo>
                  <a:pt x="952500" y="1066800"/>
                </a:lnTo>
                <a:lnTo>
                  <a:pt x="952500" y="1114425"/>
                </a:lnTo>
                <a:lnTo>
                  <a:pt x="942975" y="1114425"/>
                </a:lnTo>
                <a:close/>
                <a:moveTo>
                  <a:pt x="1657350" y="1066800"/>
                </a:moveTo>
                <a:lnTo>
                  <a:pt x="1666875" y="1066800"/>
                </a:lnTo>
                <a:lnTo>
                  <a:pt x="1666875" y="1095375"/>
                </a:lnTo>
                <a:lnTo>
                  <a:pt x="1657350" y="1095375"/>
                </a:lnTo>
                <a:close/>
                <a:moveTo>
                  <a:pt x="771525" y="1076325"/>
                </a:moveTo>
                <a:lnTo>
                  <a:pt x="781050" y="1076325"/>
                </a:lnTo>
                <a:lnTo>
                  <a:pt x="781050" y="1095375"/>
                </a:lnTo>
                <a:lnTo>
                  <a:pt x="771525" y="1095375"/>
                </a:lnTo>
                <a:close/>
                <a:moveTo>
                  <a:pt x="762000" y="1104900"/>
                </a:moveTo>
                <a:lnTo>
                  <a:pt x="771525" y="1104900"/>
                </a:lnTo>
                <a:lnTo>
                  <a:pt x="771525" y="1133475"/>
                </a:lnTo>
                <a:lnTo>
                  <a:pt x="762000" y="1133475"/>
                </a:lnTo>
                <a:close/>
                <a:moveTo>
                  <a:pt x="1666875" y="1104900"/>
                </a:moveTo>
                <a:lnTo>
                  <a:pt x="1676400" y="1104900"/>
                </a:lnTo>
                <a:lnTo>
                  <a:pt x="1676400" y="1123950"/>
                </a:lnTo>
                <a:lnTo>
                  <a:pt x="1666875" y="1123950"/>
                </a:lnTo>
                <a:close/>
                <a:moveTo>
                  <a:pt x="1495425" y="1123950"/>
                </a:moveTo>
                <a:lnTo>
                  <a:pt x="1504950" y="1123950"/>
                </a:lnTo>
                <a:lnTo>
                  <a:pt x="1504950" y="1238250"/>
                </a:lnTo>
                <a:lnTo>
                  <a:pt x="1495425" y="1238250"/>
                </a:lnTo>
                <a:close/>
                <a:moveTo>
                  <a:pt x="1666875" y="1133475"/>
                </a:moveTo>
                <a:lnTo>
                  <a:pt x="1685925" y="1133475"/>
                </a:lnTo>
                <a:lnTo>
                  <a:pt x="1685925" y="1171575"/>
                </a:lnTo>
                <a:lnTo>
                  <a:pt x="1695450" y="1171575"/>
                </a:lnTo>
                <a:lnTo>
                  <a:pt x="1695450" y="1238250"/>
                </a:lnTo>
                <a:lnTo>
                  <a:pt x="1685925" y="1238250"/>
                </a:lnTo>
                <a:lnTo>
                  <a:pt x="1685925" y="1181100"/>
                </a:lnTo>
                <a:lnTo>
                  <a:pt x="1676400" y="1181100"/>
                </a:lnTo>
                <a:lnTo>
                  <a:pt x="1676400" y="1171575"/>
                </a:lnTo>
                <a:lnTo>
                  <a:pt x="1666875" y="1171575"/>
                </a:lnTo>
                <a:lnTo>
                  <a:pt x="1666875" y="1181100"/>
                </a:lnTo>
                <a:lnTo>
                  <a:pt x="1600200" y="1181100"/>
                </a:lnTo>
                <a:lnTo>
                  <a:pt x="1600200" y="1162050"/>
                </a:lnTo>
                <a:lnTo>
                  <a:pt x="1628775" y="1162050"/>
                </a:lnTo>
                <a:lnTo>
                  <a:pt x="1628775" y="1152525"/>
                </a:lnTo>
                <a:lnTo>
                  <a:pt x="1638300" y="1152525"/>
                </a:lnTo>
                <a:lnTo>
                  <a:pt x="1638300" y="1143000"/>
                </a:lnTo>
                <a:lnTo>
                  <a:pt x="1666875" y="1143000"/>
                </a:lnTo>
                <a:close/>
                <a:moveTo>
                  <a:pt x="2038350" y="1133475"/>
                </a:moveTo>
                <a:lnTo>
                  <a:pt x="2047875" y="1133475"/>
                </a:lnTo>
                <a:lnTo>
                  <a:pt x="2047875" y="1143000"/>
                </a:lnTo>
                <a:lnTo>
                  <a:pt x="2038350" y="1143000"/>
                </a:lnTo>
                <a:close/>
                <a:moveTo>
                  <a:pt x="381000" y="1143000"/>
                </a:moveTo>
                <a:lnTo>
                  <a:pt x="390525" y="1143000"/>
                </a:lnTo>
                <a:lnTo>
                  <a:pt x="390525" y="1152525"/>
                </a:lnTo>
                <a:lnTo>
                  <a:pt x="381000" y="1152525"/>
                </a:lnTo>
                <a:close/>
                <a:moveTo>
                  <a:pt x="752475" y="1143000"/>
                </a:moveTo>
                <a:lnTo>
                  <a:pt x="762000" y="1143000"/>
                </a:lnTo>
                <a:lnTo>
                  <a:pt x="762000" y="1152525"/>
                </a:lnTo>
                <a:lnTo>
                  <a:pt x="771525" y="1152525"/>
                </a:lnTo>
                <a:lnTo>
                  <a:pt x="771525" y="1162050"/>
                </a:lnTo>
                <a:lnTo>
                  <a:pt x="809625" y="1162050"/>
                </a:lnTo>
                <a:lnTo>
                  <a:pt x="809625" y="1181100"/>
                </a:lnTo>
                <a:lnTo>
                  <a:pt x="771525" y="1181100"/>
                </a:lnTo>
                <a:lnTo>
                  <a:pt x="771525" y="1171575"/>
                </a:lnTo>
                <a:lnTo>
                  <a:pt x="752475" y="1171575"/>
                </a:lnTo>
                <a:close/>
                <a:moveTo>
                  <a:pt x="933450" y="1143000"/>
                </a:moveTo>
                <a:lnTo>
                  <a:pt x="942975" y="1143000"/>
                </a:lnTo>
                <a:lnTo>
                  <a:pt x="942975" y="1238250"/>
                </a:lnTo>
                <a:lnTo>
                  <a:pt x="933450" y="1238250"/>
                </a:lnTo>
                <a:close/>
                <a:moveTo>
                  <a:pt x="2047875" y="1143000"/>
                </a:moveTo>
                <a:lnTo>
                  <a:pt x="2057400" y="1143000"/>
                </a:lnTo>
                <a:lnTo>
                  <a:pt x="2057400" y="1162050"/>
                </a:lnTo>
                <a:lnTo>
                  <a:pt x="2066925" y="1162050"/>
                </a:lnTo>
                <a:lnTo>
                  <a:pt x="2066925" y="1181100"/>
                </a:lnTo>
                <a:lnTo>
                  <a:pt x="2057400" y="1181100"/>
                </a:lnTo>
                <a:lnTo>
                  <a:pt x="2057400" y="1171575"/>
                </a:lnTo>
                <a:lnTo>
                  <a:pt x="2047875" y="1171575"/>
                </a:lnTo>
                <a:close/>
                <a:moveTo>
                  <a:pt x="1133475" y="1152525"/>
                </a:moveTo>
                <a:lnTo>
                  <a:pt x="1143000" y="1152525"/>
                </a:lnTo>
                <a:lnTo>
                  <a:pt x="1143000" y="1143000"/>
                </a:lnTo>
                <a:lnTo>
                  <a:pt x="1133475" y="1143000"/>
                </a:lnTo>
                <a:close/>
                <a:moveTo>
                  <a:pt x="552450" y="1162050"/>
                </a:moveTo>
                <a:lnTo>
                  <a:pt x="561975" y="1162050"/>
                </a:lnTo>
                <a:lnTo>
                  <a:pt x="561975" y="1238250"/>
                </a:lnTo>
                <a:lnTo>
                  <a:pt x="552450" y="1238250"/>
                </a:lnTo>
                <a:close/>
                <a:moveTo>
                  <a:pt x="742950" y="1181100"/>
                </a:moveTo>
                <a:lnTo>
                  <a:pt x="752475" y="1181100"/>
                </a:lnTo>
                <a:lnTo>
                  <a:pt x="752475" y="1190625"/>
                </a:lnTo>
                <a:lnTo>
                  <a:pt x="742950" y="1190625"/>
                </a:lnTo>
                <a:close/>
                <a:moveTo>
                  <a:pt x="742950" y="1238250"/>
                </a:moveTo>
                <a:lnTo>
                  <a:pt x="752475" y="1238250"/>
                </a:lnTo>
                <a:lnTo>
                  <a:pt x="752475" y="1247775"/>
                </a:lnTo>
                <a:lnTo>
                  <a:pt x="742950" y="1247775"/>
                </a:lnTo>
                <a:close/>
                <a:moveTo>
                  <a:pt x="923925" y="1238250"/>
                </a:moveTo>
                <a:lnTo>
                  <a:pt x="933450" y="1238250"/>
                </a:lnTo>
                <a:lnTo>
                  <a:pt x="933450" y="1247775"/>
                </a:lnTo>
                <a:lnTo>
                  <a:pt x="923925" y="1247775"/>
                </a:lnTo>
                <a:close/>
                <a:moveTo>
                  <a:pt x="1123950" y="1238250"/>
                </a:moveTo>
                <a:lnTo>
                  <a:pt x="1133475" y="1238250"/>
                </a:lnTo>
                <a:lnTo>
                  <a:pt x="1133475" y="1247775"/>
                </a:lnTo>
                <a:lnTo>
                  <a:pt x="1123950" y="1247775"/>
                </a:lnTo>
                <a:close/>
                <a:moveTo>
                  <a:pt x="1304925" y="1238250"/>
                </a:moveTo>
                <a:lnTo>
                  <a:pt x="1314450" y="1238250"/>
                </a:lnTo>
                <a:lnTo>
                  <a:pt x="1314450" y="1247775"/>
                </a:lnTo>
                <a:lnTo>
                  <a:pt x="1304925" y="1247775"/>
                </a:lnTo>
                <a:close/>
                <a:moveTo>
                  <a:pt x="542925" y="1247775"/>
                </a:moveTo>
                <a:lnTo>
                  <a:pt x="552450" y="1247775"/>
                </a:lnTo>
                <a:lnTo>
                  <a:pt x="552450" y="1257300"/>
                </a:lnTo>
                <a:lnTo>
                  <a:pt x="542925" y="1257300"/>
                </a:lnTo>
                <a:close/>
                <a:moveTo>
                  <a:pt x="1676400" y="1247775"/>
                </a:moveTo>
                <a:lnTo>
                  <a:pt x="1685925" y="1247775"/>
                </a:lnTo>
                <a:lnTo>
                  <a:pt x="1685925" y="1257300"/>
                </a:lnTo>
                <a:lnTo>
                  <a:pt x="1676400" y="1257300"/>
                </a:lnTo>
                <a:close/>
                <a:moveTo>
                  <a:pt x="914400" y="1257300"/>
                </a:moveTo>
                <a:lnTo>
                  <a:pt x="923925" y="1257300"/>
                </a:lnTo>
                <a:lnTo>
                  <a:pt x="923925" y="1266825"/>
                </a:lnTo>
                <a:lnTo>
                  <a:pt x="914400" y="1266825"/>
                </a:lnTo>
                <a:close/>
                <a:moveTo>
                  <a:pt x="1133475" y="1257300"/>
                </a:moveTo>
                <a:lnTo>
                  <a:pt x="1143000" y="1257300"/>
                </a:lnTo>
                <a:lnTo>
                  <a:pt x="1143000" y="1266825"/>
                </a:lnTo>
                <a:lnTo>
                  <a:pt x="1133475" y="1266825"/>
                </a:lnTo>
                <a:close/>
                <a:moveTo>
                  <a:pt x="762000" y="1266825"/>
                </a:moveTo>
                <a:lnTo>
                  <a:pt x="771525" y="1266825"/>
                </a:lnTo>
                <a:lnTo>
                  <a:pt x="771525" y="1276350"/>
                </a:lnTo>
                <a:lnTo>
                  <a:pt x="762000" y="1276350"/>
                </a:lnTo>
                <a:close/>
                <a:moveTo>
                  <a:pt x="1285875" y="1266825"/>
                </a:moveTo>
                <a:lnTo>
                  <a:pt x="1295400" y="1266825"/>
                </a:lnTo>
                <a:lnTo>
                  <a:pt x="1295400" y="1276350"/>
                </a:lnTo>
                <a:lnTo>
                  <a:pt x="1285875" y="1276350"/>
                </a:lnTo>
                <a:close/>
                <a:moveTo>
                  <a:pt x="771525" y="1276350"/>
                </a:moveTo>
                <a:lnTo>
                  <a:pt x="781050" y="1276350"/>
                </a:lnTo>
                <a:lnTo>
                  <a:pt x="781050" y="1285875"/>
                </a:lnTo>
                <a:lnTo>
                  <a:pt x="771525" y="1285875"/>
                </a:lnTo>
                <a:close/>
                <a:moveTo>
                  <a:pt x="1276350" y="1276350"/>
                </a:moveTo>
                <a:lnTo>
                  <a:pt x="1285875" y="1276350"/>
                </a:lnTo>
                <a:lnTo>
                  <a:pt x="1285875" y="1285875"/>
                </a:lnTo>
                <a:lnTo>
                  <a:pt x="1276350" y="1285875"/>
                </a:lnTo>
                <a:close/>
                <a:moveTo>
                  <a:pt x="781050" y="1285875"/>
                </a:moveTo>
                <a:lnTo>
                  <a:pt x="790575" y="1285875"/>
                </a:lnTo>
                <a:lnTo>
                  <a:pt x="790575" y="1295400"/>
                </a:lnTo>
                <a:lnTo>
                  <a:pt x="781050" y="1295400"/>
                </a:lnTo>
                <a:close/>
                <a:moveTo>
                  <a:pt x="885825" y="1285875"/>
                </a:moveTo>
                <a:lnTo>
                  <a:pt x="895350" y="1285875"/>
                </a:lnTo>
                <a:lnTo>
                  <a:pt x="895350" y="1295400"/>
                </a:lnTo>
                <a:lnTo>
                  <a:pt x="885825" y="1295400"/>
                </a:lnTo>
                <a:close/>
                <a:moveTo>
                  <a:pt x="1266825" y="1285875"/>
                </a:moveTo>
                <a:lnTo>
                  <a:pt x="1276350" y="1285875"/>
                </a:lnTo>
                <a:lnTo>
                  <a:pt x="1276350" y="1295400"/>
                </a:lnTo>
                <a:lnTo>
                  <a:pt x="1266825" y="1295400"/>
                </a:lnTo>
                <a:close/>
                <a:moveTo>
                  <a:pt x="809625" y="1295400"/>
                </a:moveTo>
                <a:lnTo>
                  <a:pt x="819150" y="1295400"/>
                </a:lnTo>
                <a:lnTo>
                  <a:pt x="819150" y="1304925"/>
                </a:lnTo>
                <a:lnTo>
                  <a:pt x="809625" y="1304925"/>
                </a:lnTo>
                <a:close/>
                <a:moveTo>
                  <a:pt x="866775" y="1295400"/>
                </a:moveTo>
                <a:lnTo>
                  <a:pt x="876300" y="1295400"/>
                </a:lnTo>
                <a:lnTo>
                  <a:pt x="876300" y="1304925"/>
                </a:lnTo>
                <a:lnTo>
                  <a:pt x="866775" y="1304925"/>
                </a:lnTo>
                <a:close/>
                <a:moveTo>
                  <a:pt x="1190625" y="1295400"/>
                </a:moveTo>
                <a:lnTo>
                  <a:pt x="1200150" y="1295400"/>
                </a:lnTo>
                <a:lnTo>
                  <a:pt x="1200150" y="1304925"/>
                </a:lnTo>
                <a:lnTo>
                  <a:pt x="1190625" y="1304925"/>
                </a:lnTo>
                <a:close/>
                <a:moveTo>
                  <a:pt x="1562100" y="1295400"/>
                </a:moveTo>
                <a:lnTo>
                  <a:pt x="1571625" y="1295400"/>
                </a:lnTo>
                <a:lnTo>
                  <a:pt x="1571625" y="1304925"/>
                </a:lnTo>
                <a:lnTo>
                  <a:pt x="1562100" y="1304925"/>
                </a:lnTo>
                <a:close/>
                <a:moveTo>
                  <a:pt x="1628775" y="1295400"/>
                </a:moveTo>
                <a:lnTo>
                  <a:pt x="1638300" y="1295400"/>
                </a:lnTo>
                <a:lnTo>
                  <a:pt x="1638300" y="1304925"/>
                </a:lnTo>
                <a:lnTo>
                  <a:pt x="1628775" y="1304925"/>
                </a:lnTo>
                <a:close/>
                <a:moveTo>
                  <a:pt x="1943100" y="1295400"/>
                </a:moveTo>
                <a:lnTo>
                  <a:pt x="1952625" y="1295400"/>
                </a:lnTo>
                <a:lnTo>
                  <a:pt x="1952625" y="1304925"/>
                </a:lnTo>
                <a:lnTo>
                  <a:pt x="1943100" y="1304925"/>
                </a:lnTo>
                <a:close/>
                <a:moveTo>
                  <a:pt x="657225" y="1400175"/>
                </a:moveTo>
                <a:lnTo>
                  <a:pt x="1219200" y="1400175"/>
                </a:lnTo>
                <a:lnTo>
                  <a:pt x="1219200" y="1409700"/>
                </a:lnTo>
                <a:lnTo>
                  <a:pt x="657225" y="1409700"/>
                </a:lnTo>
                <a:close/>
                <a:moveTo>
                  <a:pt x="647700" y="1409700"/>
                </a:moveTo>
                <a:lnTo>
                  <a:pt x="657225" y="1409700"/>
                </a:lnTo>
                <a:lnTo>
                  <a:pt x="657225" y="1419225"/>
                </a:lnTo>
                <a:lnTo>
                  <a:pt x="647700" y="1419225"/>
                </a:lnTo>
                <a:close/>
                <a:moveTo>
                  <a:pt x="1219200" y="1409700"/>
                </a:moveTo>
                <a:lnTo>
                  <a:pt x="1228725" y="1409700"/>
                </a:lnTo>
                <a:lnTo>
                  <a:pt x="1228725" y="1419225"/>
                </a:lnTo>
                <a:lnTo>
                  <a:pt x="1219200" y="1419225"/>
                </a:lnTo>
                <a:close/>
                <a:moveTo>
                  <a:pt x="1466850" y="1438275"/>
                </a:moveTo>
                <a:lnTo>
                  <a:pt x="1714500" y="1438275"/>
                </a:lnTo>
                <a:lnTo>
                  <a:pt x="1714500" y="1447800"/>
                </a:lnTo>
                <a:lnTo>
                  <a:pt x="1466850" y="1447800"/>
                </a:lnTo>
                <a:close/>
                <a:moveTo>
                  <a:pt x="1724025" y="1438275"/>
                </a:moveTo>
                <a:lnTo>
                  <a:pt x="1752600" y="1438275"/>
                </a:lnTo>
                <a:lnTo>
                  <a:pt x="1752600" y="1447800"/>
                </a:lnTo>
                <a:lnTo>
                  <a:pt x="1762125" y="1447800"/>
                </a:lnTo>
                <a:lnTo>
                  <a:pt x="1762125" y="1762125"/>
                </a:lnTo>
                <a:lnTo>
                  <a:pt x="1752600" y="1762125"/>
                </a:lnTo>
                <a:lnTo>
                  <a:pt x="1752600" y="1457325"/>
                </a:lnTo>
                <a:lnTo>
                  <a:pt x="1743075" y="1457325"/>
                </a:lnTo>
                <a:lnTo>
                  <a:pt x="1743075" y="1447800"/>
                </a:lnTo>
                <a:lnTo>
                  <a:pt x="1724025" y="1447800"/>
                </a:lnTo>
                <a:close/>
                <a:moveTo>
                  <a:pt x="1457325" y="1447800"/>
                </a:moveTo>
                <a:lnTo>
                  <a:pt x="1466850" y="1447800"/>
                </a:lnTo>
                <a:lnTo>
                  <a:pt x="1466850" y="1457325"/>
                </a:lnTo>
                <a:lnTo>
                  <a:pt x="1457325" y="1457325"/>
                </a:lnTo>
                <a:close/>
                <a:moveTo>
                  <a:pt x="962025" y="1552575"/>
                </a:moveTo>
                <a:lnTo>
                  <a:pt x="971550" y="1552575"/>
                </a:lnTo>
                <a:lnTo>
                  <a:pt x="971550" y="1562100"/>
                </a:lnTo>
                <a:lnTo>
                  <a:pt x="981075" y="1562100"/>
                </a:lnTo>
                <a:lnTo>
                  <a:pt x="981075" y="1571625"/>
                </a:lnTo>
                <a:lnTo>
                  <a:pt x="962025" y="1571625"/>
                </a:lnTo>
                <a:close/>
                <a:moveTo>
                  <a:pt x="1095375" y="1552575"/>
                </a:moveTo>
                <a:lnTo>
                  <a:pt x="1114425" y="1552575"/>
                </a:lnTo>
                <a:lnTo>
                  <a:pt x="1114425" y="1571625"/>
                </a:lnTo>
                <a:lnTo>
                  <a:pt x="1104900" y="1571625"/>
                </a:lnTo>
                <a:lnTo>
                  <a:pt x="1104900" y="1562100"/>
                </a:lnTo>
                <a:lnTo>
                  <a:pt x="1095375" y="1562100"/>
                </a:lnTo>
                <a:close/>
                <a:moveTo>
                  <a:pt x="962025" y="1581150"/>
                </a:moveTo>
                <a:lnTo>
                  <a:pt x="981075" y="1581150"/>
                </a:lnTo>
                <a:lnTo>
                  <a:pt x="981075" y="1676400"/>
                </a:lnTo>
                <a:lnTo>
                  <a:pt x="866775" y="1676400"/>
                </a:lnTo>
                <a:lnTo>
                  <a:pt x="866775" y="1600200"/>
                </a:lnTo>
                <a:lnTo>
                  <a:pt x="923925" y="1600200"/>
                </a:lnTo>
                <a:lnTo>
                  <a:pt x="923925" y="1590675"/>
                </a:lnTo>
                <a:lnTo>
                  <a:pt x="962025" y="1590675"/>
                </a:lnTo>
                <a:close/>
                <a:moveTo>
                  <a:pt x="1228725" y="1704975"/>
                </a:moveTo>
                <a:lnTo>
                  <a:pt x="1238250" y="1704975"/>
                </a:lnTo>
                <a:lnTo>
                  <a:pt x="1238250" y="1743075"/>
                </a:lnTo>
                <a:lnTo>
                  <a:pt x="1228725" y="1743075"/>
                </a:lnTo>
                <a:close/>
                <a:moveTo>
                  <a:pt x="1457325" y="1762125"/>
                </a:moveTo>
                <a:lnTo>
                  <a:pt x="1466850" y="1762125"/>
                </a:lnTo>
                <a:lnTo>
                  <a:pt x="1466850" y="1771650"/>
                </a:lnTo>
                <a:lnTo>
                  <a:pt x="1457325" y="1771650"/>
                </a:lnTo>
                <a:close/>
                <a:moveTo>
                  <a:pt x="1743075" y="1762125"/>
                </a:moveTo>
                <a:lnTo>
                  <a:pt x="1752600" y="1762125"/>
                </a:lnTo>
                <a:lnTo>
                  <a:pt x="1752600" y="1771650"/>
                </a:lnTo>
                <a:lnTo>
                  <a:pt x="1743075" y="1771650"/>
                </a:lnTo>
                <a:close/>
                <a:moveTo>
                  <a:pt x="1466850" y="1771650"/>
                </a:moveTo>
                <a:lnTo>
                  <a:pt x="1543050" y="1771650"/>
                </a:lnTo>
                <a:lnTo>
                  <a:pt x="1543050" y="1781175"/>
                </a:lnTo>
                <a:lnTo>
                  <a:pt x="1466850" y="1781175"/>
                </a:lnTo>
                <a:close/>
                <a:moveTo>
                  <a:pt x="1628775" y="1771650"/>
                </a:moveTo>
                <a:lnTo>
                  <a:pt x="1743075" y="1771650"/>
                </a:lnTo>
                <a:lnTo>
                  <a:pt x="1743075" y="1781175"/>
                </a:lnTo>
                <a:lnTo>
                  <a:pt x="1628775" y="1781175"/>
                </a:lnTo>
                <a:close/>
                <a:moveTo>
                  <a:pt x="714375" y="1838325"/>
                </a:moveTo>
                <a:lnTo>
                  <a:pt x="885825" y="1838325"/>
                </a:lnTo>
                <a:lnTo>
                  <a:pt x="885825" y="1847850"/>
                </a:lnTo>
                <a:lnTo>
                  <a:pt x="895350" y="1847850"/>
                </a:lnTo>
                <a:lnTo>
                  <a:pt x="895350" y="1885950"/>
                </a:lnTo>
                <a:lnTo>
                  <a:pt x="904875" y="1885950"/>
                </a:lnTo>
                <a:lnTo>
                  <a:pt x="904875" y="1895475"/>
                </a:lnTo>
                <a:lnTo>
                  <a:pt x="704850" y="1895475"/>
                </a:lnTo>
                <a:lnTo>
                  <a:pt x="704850" y="1905000"/>
                </a:lnTo>
                <a:lnTo>
                  <a:pt x="657225" y="1905000"/>
                </a:lnTo>
                <a:lnTo>
                  <a:pt x="657225" y="1895475"/>
                </a:lnTo>
                <a:lnTo>
                  <a:pt x="647700" y="1895475"/>
                </a:lnTo>
                <a:lnTo>
                  <a:pt x="647700" y="1885950"/>
                </a:lnTo>
                <a:lnTo>
                  <a:pt x="657225" y="1885950"/>
                </a:lnTo>
                <a:lnTo>
                  <a:pt x="657225" y="1895475"/>
                </a:lnTo>
                <a:lnTo>
                  <a:pt x="695325" y="1895475"/>
                </a:lnTo>
                <a:lnTo>
                  <a:pt x="695325" y="1885950"/>
                </a:lnTo>
                <a:lnTo>
                  <a:pt x="704850" y="1885950"/>
                </a:lnTo>
                <a:lnTo>
                  <a:pt x="704850" y="1847850"/>
                </a:lnTo>
                <a:lnTo>
                  <a:pt x="714375" y="1847850"/>
                </a:lnTo>
                <a:close/>
                <a:moveTo>
                  <a:pt x="1228725" y="1838325"/>
                </a:moveTo>
                <a:lnTo>
                  <a:pt x="1238250" y="1838325"/>
                </a:lnTo>
                <a:lnTo>
                  <a:pt x="1238250" y="1876425"/>
                </a:lnTo>
                <a:lnTo>
                  <a:pt x="1228725" y="1876425"/>
                </a:lnTo>
                <a:close/>
                <a:moveTo>
                  <a:pt x="1438275" y="1838325"/>
                </a:moveTo>
                <a:lnTo>
                  <a:pt x="1447800" y="1838325"/>
                </a:lnTo>
                <a:lnTo>
                  <a:pt x="1447800" y="1847850"/>
                </a:lnTo>
                <a:lnTo>
                  <a:pt x="1438275" y="1847850"/>
                </a:lnTo>
                <a:close/>
                <a:moveTo>
                  <a:pt x="1476375" y="1838325"/>
                </a:moveTo>
                <a:lnTo>
                  <a:pt x="1485900" y="1838325"/>
                </a:lnTo>
                <a:lnTo>
                  <a:pt x="1485900" y="1847850"/>
                </a:lnTo>
                <a:lnTo>
                  <a:pt x="1476375" y="1847850"/>
                </a:lnTo>
                <a:close/>
                <a:moveTo>
                  <a:pt x="1447800" y="1847850"/>
                </a:moveTo>
                <a:lnTo>
                  <a:pt x="1476375" y="1847850"/>
                </a:lnTo>
                <a:lnTo>
                  <a:pt x="1476375" y="1857375"/>
                </a:lnTo>
                <a:lnTo>
                  <a:pt x="1447800" y="1857375"/>
                </a:lnTo>
                <a:close/>
                <a:moveTo>
                  <a:pt x="1219200" y="1885950"/>
                </a:moveTo>
                <a:lnTo>
                  <a:pt x="1228725" y="1885950"/>
                </a:lnTo>
                <a:lnTo>
                  <a:pt x="1228725" y="1895475"/>
                </a:lnTo>
                <a:lnTo>
                  <a:pt x="1219200" y="1895475"/>
                </a:lnTo>
                <a:close/>
                <a:moveTo>
                  <a:pt x="904875" y="1895475"/>
                </a:moveTo>
                <a:lnTo>
                  <a:pt x="933450" y="1895475"/>
                </a:lnTo>
                <a:lnTo>
                  <a:pt x="933450" y="1905000"/>
                </a:lnTo>
                <a:lnTo>
                  <a:pt x="904875" y="1905000"/>
                </a:lnTo>
                <a:close/>
                <a:moveTo>
                  <a:pt x="1038225" y="1895475"/>
                </a:moveTo>
                <a:lnTo>
                  <a:pt x="1219200" y="1895475"/>
                </a:lnTo>
                <a:lnTo>
                  <a:pt x="1219200" y="1905000"/>
                </a:lnTo>
                <a:lnTo>
                  <a:pt x="1038225" y="1905000"/>
                </a:lnTo>
                <a:close/>
                <a:moveTo>
                  <a:pt x="1828800" y="2076450"/>
                </a:moveTo>
                <a:lnTo>
                  <a:pt x="1838325" y="2076450"/>
                </a:lnTo>
                <a:lnTo>
                  <a:pt x="1838325" y="2095500"/>
                </a:lnTo>
                <a:lnTo>
                  <a:pt x="1828800" y="2095500"/>
                </a:lnTo>
                <a:close/>
              </a:path>
            </a:pathLst>
          </a:custGeom>
          <a:solidFill xmlns:a="http://schemas.openxmlformats.org/drawingml/2006/main">
            <a:srgbClr val="D4472A"/>
          </a:solidFill>
          <a:ln xmlns:a="http://schemas.openxmlformats.org/drawingml/2006/main" w="0">
            <a:noFill/>
          </a:ln>
        </p:spPr>
      </p:sp>
      <p:sp>
        <p:nvSpPr>
          <p:cNvPr id="31" name="logo vector #a6503a">
            <a:extLst xmlns:a="http://schemas.openxmlformats.org/drawingml/2006/main">
              <a:ext uri="{FF2B5EF4-FFF2-40B4-BE49-F238E27FC236}">
                <a16:creationId xmlns:a16="http://schemas.microsoft.com/office/drawing/2014/main" id="{E7A224BA-2C56-4BC9-9F83-56244EBC23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124450" y="1590675"/>
            <a:ext cx="2867025" cy="2752725"/>
          </a:xfrm>
          <a:custGeom xmlns:a="http://schemas.openxmlformats.org/drawingml/2006/main">
            <a:pathLst>
              <a:path w="2428875" h="2333625">
                <a:moveTo>
                  <a:pt x="304800" y="9525"/>
                </a:moveTo>
                <a:lnTo>
                  <a:pt x="2143125" y="9525"/>
                </a:lnTo>
                <a:lnTo>
                  <a:pt x="2143125" y="19050"/>
                </a:lnTo>
                <a:lnTo>
                  <a:pt x="2209800" y="19050"/>
                </a:lnTo>
                <a:lnTo>
                  <a:pt x="2209800" y="28575"/>
                </a:lnTo>
                <a:lnTo>
                  <a:pt x="2238375" y="28575"/>
                </a:lnTo>
                <a:lnTo>
                  <a:pt x="2238375" y="38100"/>
                </a:lnTo>
                <a:lnTo>
                  <a:pt x="2257425" y="38100"/>
                </a:lnTo>
                <a:lnTo>
                  <a:pt x="2257425" y="47625"/>
                </a:lnTo>
                <a:lnTo>
                  <a:pt x="2276475" y="47625"/>
                </a:lnTo>
                <a:lnTo>
                  <a:pt x="2276475" y="57150"/>
                </a:lnTo>
                <a:lnTo>
                  <a:pt x="2295525" y="57150"/>
                </a:lnTo>
                <a:lnTo>
                  <a:pt x="2295525" y="66675"/>
                </a:lnTo>
                <a:lnTo>
                  <a:pt x="2305050" y="66675"/>
                </a:lnTo>
                <a:lnTo>
                  <a:pt x="2305050" y="76200"/>
                </a:lnTo>
                <a:lnTo>
                  <a:pt x="2314575" y="76200"/>
                </a:lnTo>
                <a:lnTo>
                  <a:pt x="2314575" y="85725"/>
                </a:lnTo>
                <a:lnTo>
                  <a:pt x="2324100" y="85725"/>
                </a:lnTo>
                <a:lnTo>
                  <a:pt x="2324100" y="95250"/>
                </a:lnTo>
                <a:lnTo>
                  <a:pt x="2333625" y="95250"/>
                </a:lnTo>
                <a:lnTo>
                  <a:pt x="2333625" y="104775"/>
                </a:lnTo>
                <a:lnTo>
                  <a:pt x="2343150" y="104775"/>
                </a:lnTo>
                <a:lnTo>
                  <a:pt x="2343150" y="114300"/>
                </a:lnTo>
                <a:lnTo>
                  <a:pt x="2352675" y="114300"/>
                </a:lnTo>
                <a:lnTo>
                  <a:pt x="2352675" y="123825"/>
                </a:lnTo>
                <a:lnTo>
                  <a:pt x="2362200" y="123825"/>
                </a:lnTo>
                <a:lnTo>
                  <a:pt x="2362200" y="142875"/>
                </a:lnTo>
                <a:lnTo>
                  <a:pt x="2371725" y="142875"/>
                </a:lnTo>
                <a:lnTo>
                  <a:pt x="2371725" y="152400"/>
                </a:lnTo>
                <a:lnTo>
                  <a:pt x="2381250" y="152400"/>
                </a:lnTo>
                <a:lnTo>
                  <a:pt x="2381250" y="171450"/>
                </a:lnTo>
                <a:lnTo>
                  <a:pt x="2390775" y="171450"/>
                </a:lnTo>
                <a:lnTo>
                  <a:pt x="2390775" y="190500"/>
                </a:lnTo>
                <a:lnTo>
                  <a:pt x="2400300" y="190500"/>
                </a:lnTo>
                <a:lnTo>
                  <a:pt x="2400300" y="228600"/>
                </a:lnTo>
                <a:lnTo>
                  <a:pt x="2409825" y="228600"/>
                </a:lnTo>
                <a:lnTo>
                  <a:pt x="2409825" y="314325"/>
                </a:lnTo>
                <a:lnTo>
                  <a:pt x="2419350" y="314325"/>
                </a:lnTo>
                <a:lnTo>
                  <a:pt x="2419350" y="400050"/>
                </a:lnTo>
                <a:lnTo>
                  <a:pt x="2409825" y="400050"/>
                </a:lnTo>
                <a:lnTo>
                  <a:pt x="2409825" y="419100"/>
                </a:lnTo>
                <a:lnTo>
                  <a:pt x="2419350" y="419100"/>
                </a:lnTo>
                <a:lnTo>
                  <a:pt x="2419350" y="1228725"/>
                </a:lnTo>
                <a:lnTo>
                  <a:pt x="2428875" y="1228725"/>
                </a:lnTo>
                <a:lnTo>
                  <a:pt x="2428875" y="1266825"/>
                </a:lnTo>
                <a:lnTo>
                  <a:pt x="2419350" y="1266825"/>
                </a:lnTo>
                <a:lnTo>
                  <a:pt x="2419350" y="2038350"/>
                </a:lnTo>
                <a:lnTo>
                  <a:pt x="2409825" y="2038350"/>
                </a:lnTo>
                <a:lnTo>
                  <a:pt x="2409825" y="2114550"/>
                </a:lnTo>
                <a:lnTo>
                  <a:pt x="2400300" y="2114550"/>
                </a:lnTo>
                <a:lnTo>
                  <a:pt x="2400300" y="2143125"/>
                </a:lnTo>
                <a:lnTo>
                  <a:pt x="2390775" y="2143125"/>
                </a:lnTo>
                <a:lnTo>
                  <a:pt x="2390775" y="2162175"/>
                </a:lnTo>
                <a:lnTo>
                  <a:pt x="2381250" y="2162175"/>
                </a:lnTo>
                <a:lnTo>
                  <a:pt x="2381250" y="2181225"/>
                </a:lnTo>
                <a:lnTo>
                  <a:pt x="2371725" y="2181225"/>
                </a:lnTo>
                <a:lnTo>
                  <a:pt x="2371725" y="2200275"/>
                </a:lnTo>
                <a:lnTo>
                  <a:pt x="2362200" y="2200275"/>
                </a:lnTo>
                <a:lnTo>
                  <a:pt x="2362200" y="2209800"/>
                </a:lnTo>
                <a:lnTo>
                  <a:pt x="2352675" y="2209800"/>
                </a:lnTo>
                <a:lnTo>
                  <a:pt x="2352675" y="2219325"/>
                </a:lnTo>
                <a:lnTo>
                  <a:pt x="2343150" y="2219325"/>
                </a:lnTo>
                <a:lnTo>
                  <a:pt x="2343150" y="2228850"/>
                </a:lnTo>
                <a:lnTo>
                  <a:pt x="2333625" y="2228850"/>
                </a:lnTo>
                <a:lnTo>
                  <a:pt x="2333625" y="2238375"/>
                </a:lnTo>
                <a:lnTo>
                  <a:pt x="2324100" y="2238375"/>
                </a:lnTo>
                <a:lnTo>
                  <a:pt x="2324100" y="2247900"/>
                </a:lnTo>
                <a:lnTo>
                  <a:pt x="2314575" y="2247900"/>
                </a:lnTo>
                <a:lnTo>
                  <a:pt x="2314575" y="2257425"/>
                </a:lnTo>
                <a:lnTo>
                  <a:pt x="2305050" y="2257425"/>
                </a:lnTo>
                <a:lnTo>
                  <a:pt x="2305050" y="2266950"/>
                </a:lnTo>
                <a:lnTo>
                  <a:pt x="2295525" y="2266950"/>
                </a:lnTo>
                <a:lnTo>
                  <a:pt x="2295525" y="2276475"/>
                </a:lnTo>
                <a:lnTo>
                  <a:pt x="2276475" y="2276475"/>
                </a:lnTo>
                <a:lnTo>
                  <a:pt x="2276475" y="2286000"/>
                </a:lnTo>
                <a:lnTo>
                  <a:pt x="2266950" y="2286000"/>
                </a:lnTo>
                <a:lnTo>
                  <a:pt x="2266950" y="2295525"/>
                </a:lnTo>
                <a:lnTo>
                  <a:pt x="2238375" y="2295525"/>
                </a:lnTo>
                <a:lnTo>
                  <a:pt x="2238375" y="2305050"/>
                </a:lnTo>
                <a:lnTo>
                  <a:pt x="2209800" y="2305050"/>
                </a:lnTo>
                <a:lnTo>
                  <a:pt x="2209800" y="2314575"/>
                </a:lnTo>
                <a:lnTo>
                  <a:pt x="2162175" y="2314575"/>
                </a:lnTo>
                <a:lnTo>
                  <a:pt x="2162175" y="2324100"/>
                </a:lnTo>
                <a:lnTo>
                  <a:pt x="276225" y="2324100"/>
                </a:lnTo>
                <a:lnTo>
                  <a:pt x="276225" y="2314575"/>
                </a:lnTo>
                <a:lnTo>
                  <a:pt x="228600" y="2314575"/>
                </a:lnTo>
                <a:lnTo>
                  <a:pt x="228600" y="2305050"/>
                </a:lnTo>
                <a:lnTo>
                  <a:pt x="200025" y="2305050"/>
                </a:lnTo>
                <a:lnTo>
                  <a:pt x="200025" y="2295525"/>
                </a:lnTo>
                <a:lnTo>
                  <a:pt x="171450" y="2295525"/>
                </a:lnTo>
                <a:lnTo>
                  <a:pt x="171450" y="2286000"/>
                </a:lnTo>
                <a:lnTo>
                  <a:pt x="152400" y="2286000"/>
                </a:lnTo>
                <a:lnTo>
                  <a:pt x="152400" y="2276475"/>
                </a:lnTo>
                <a:lnTo>
                  <a:pt x="142875" y="2276475"/>
                </a:lnTo>
                <a:lnTo>
                  <a:pt x="142875" y="2266950"/>
                </a:lnTo>
                <a:lnTo>
                  <a:pt x="133350" y="2266950"/>
                </a:lnTo>
                <a:lnTo>
                  <a:pt x="133350" y="2257425"/>
                </a:lnTo>
                <a:lnTo>
                  <a:pt x="123825" y="2257425"/>
                </a:lnTo>
                <a:lnTo>
                  <a:pt x="123825" y="2247900"/>
                </a:lnTo>
                <a:lnTo>
                  <a:pt x="114300" y="2247900"/>
                </a:lnTo>
                <a:lnTo>
                  <a:pt x="114300" y="2238375"/>
                </a:lnTo>
                <a:lnTo>
                  <a:pt x="104775" y="2238375"/>
                </a:lnTo>
                <a:lnTo>
                  <a:pt x="104775" y="2228850"/>
                </a:lnTo>
                <a:lnTo>
                  <a:pt x="95250" y="2228850"/>
                </a:lnTo>
                <a:lnTo>
                  <a:pt x="95250" y="2219325"/>
                </a:lnTo>
                <a:lnTo>
                  <a:pt x="85725" y="2219325"/>
                </a:lnTo>
                <a:lnTo>
                  <a:pt x="85725" y="2209800"/>
                </a:lnTo>
                <a:lnTo>
                  <a:pt x="76200" y="2209800"/>
                </a:lnTo>
                <a:lnTo>
                  <a:pt x="76200" y="2200275"/>
                </a:lnTo>
                <a:lnTo>
                  <a:pt x="66675" y="2200275"/>
                </a:lnTo>
                <a:lnTo>
                  <a:pt x="66675" y="2181225"/>
                </a:lnTo>
                <a:lnTo>
                  <a:pt x="57150" y="2181225"/>
                </a:lnTo>
                <a:lnTo>
                  <a:pt x="57150" y="2162175"/>
                </a:lnTo>
                <a:lnTo>
                  <a:pt x="47625" y="2162175"/>
                </a:lnTo>
                <a:lnTo>
                  <a:pt x="47625" y="2143125"/>
                </a:lnTo>
                <a:lnTo>
                  <a:pt x="38100" y="2143125"/>
                </a:lnTo>
                <a:lnTo>
                  <a:pt x="38100" y="2114550"/>
                </a:lnTo>
                <a:lnTo>
                  <a:pt x="28575" y="2114550"/>
                </a:lnTo>
                <a:lnTo>
                  <a:pt x="28575" y="2076450"/>
                </a:lnTo>
                <a:lnTo>
                  <a:pt x="19050" y="2076450"/>
                </a:lnTo>
                <a:lnTo>
                  <a:pt x="19050" y="1266825"/>
                </a:lnTo>
                <a:lnTo>
                  <a:pt x="9525" y="1266825"/>
                </a:lnTo>
                <a:lnTo>
                  <a:pt x="9525" y="1257300"/>
                </a:lnTo>
                <a:lnTo>
                  <a:pt x="0" y="1257300"/>
                </a:lnTo>
                <a:lnTo>
                  <a:pt x="0" y="1238250"/>
                </a:lnTo>
                <a:lnTo>
                  <a:pt x="9525" y="1238250"/>
                </a:lnTo>
                <a:lnTo>
                  <a:pt x="9525" y="1228725"/>
                </a:lnTo>
                <a:lnTo>
                  <a:pt x="19050" y="1228725"/>
                </a:lnTo>
                <a:lnTo>
                  <a:pt x="19050" y="266700"/>
                </a:lnTo>
                <a:lnTo>
                  <a:pt x="28575" y="266700"/>
                </a:lnTo>
                <a:lnTo>
                  <a:pt x="28575" y="209550"/>
                </a:lnTo>
                <a:lnTo>
                  <a:pt x="38100" y="209550"/>
                </a:lnTo>
                <a:lnTo>
                  <a:pt x="38100" y="180975"/>
                </a:lnTo>
                <a:lnTo>
                  <a:pt x="47625" y="180975"/>
                </a:lnTo>
                <a:lnTo>
                  <a:pt x="47625" y="161925"/>
                </a:lnTo>
                <a:lnTo>
                  <a:pt x="57150" y="161925"/>
                </a:lnTo>
                <a:lnTo>
                  <a:pt x="57150" y="152400"/>
                </a:lnTo>
                <a:lnTo>
                  <a:pt x="66675" y="152400"/>
                </a:lnTo>
                <a:lnTo>
                  <a:pt x="66675" y="133350"/>
                </a:lnTo>
                <a:lnTo>
                  <a:pt x="76200" y="133350"/>
                </a:lnTo>
                <a:lnTo>
                  <a:pt x="76200" y="123825"/>
                </a:lnTo>
                <a:lnTo>
                  <a:pt x="85725" y="123825"/>
                </a:lnTo>
                <a:lnTo>
                  <a:pt x="85725" y="114300"/>
                </a:lnTo>
                <a:lnTo>
                  <a:pt x="95250" y="114300"/>
                </a:lnTo>
                <a:lnTo>
                  <a:pt x="95250" y="104775"/>
                </a:lnTo>
                <a:lnTo>
                  <a:pt x="104775" y="104775"/>
                </a:lnTo>
                <a:lnTo>
                  <a:pt x="104775" y="95250"/>
                </a:lnTo>
                <a:lnTo>
                  <a:pt x="114300" y="95250"/>
                </a:lnTo>
                <a:lnTo>
                  <a:pt x="114300" y="85725"/>
                </a:lnTo>
                <a:lnTo>
                  <a:pt x="142875" y="85725"/>
                </a:lnTo>
                <a:lnTo>
                  <a:pt x="142875" y="76200"/>
                </a:lnTo>
                <a:lnTo>
                  <a:pt x="133350" y="76200"/>
                </a:lnTo>
                <a:lnTo>
                  <a:pt x="133350" y="66675"/>
                </a:lnTo>
                <a:lnTo>
                  <a:pt x="142875" y="66675"/>
                </a:lnTo>
                <a:lnTo>
                  <a:pt x="142875" y="57150"/>
                </a:lnTo>
                <a:lnTo>
                  <a:pt x="161925" y="57150"/>
                </a:lnTo>
                <a:lnTo>
                  <a:pt x="161925" y="47625"/>
                </a:lnTo>
                <a:lnTo>
                  <a:pt x="171450" y="47625"/>
                </a:lnTo>
                <a:lnTo>
                  <a:pt x="171450" y="38100"/>
                </a:lnTo>
                <a:lnTo>
                  <a:pt x="200025" y="38100"/>
                </a:lnTo>
                <a:lnTo>
                  <a:pt x="200025" y="28575"/>
                </a:lnTo>
                <a:lnTo>
                  <a:pt x="228600" y="28575"/>
                </a:lnTo>
                <a:lnTo>
                  <a:pt x="228600" y="19050"/>
                </a:lnTo>
                <a:lnTo>
                  <a:pt x="304800" y="19050"/>
                </a:lnTo>
                <a:close/>
                <a:moveTo>
                  <a:pt x="781050" y="409575"/>
                </a:moveTo>
                <a:lnTo>
                  <a:pt x="790575" y="409575"/>
                </a:lnTo>
                <a:lnTo>
                  <a:pt x="790575" y="419100"/>
                </a:lnTo>
                <a:lnTo>
                  <a:pt x="781050" y="419100"/>
                </a:lnTo>
                <a:close/>
                <a:moveTo>
                  <a:pt x="895350" y="476250"/>
                </a:moveTo>
                <a:lnTo>
                  <a:pt x="904875" y="476250"/>
                </a:lnTo>
                <a:lnTo>
                  <a:pt x="904875" y="485775"/>
                </a:lnTo>
                <a:lnTo>
                  <a:pt x="895350" y="485775"/>
                </a:lnTo>
                <a:close/>
                <a:moveTo>
                  <a:pt x="876300" y="485775"/>
                </a:moveTo>
                <a:lnTo>
                  <a:pt x="885825" y="485775"/>
                </a:lnTo>
                <a:lnTo>
                  <a:pt x="885825" y="495300"/>
                </a:lnTo>
                <a:lnTo>
                  <a:pt x="876300" y="495300"/>
                </a:lnTo>
                <a:close/>
                <a:moveTo>
                  <a:pt x="771525" y="495300"/>
                </a:moveTo>
                <a:lnTo>
                  <a:pt x="781050" y="495300"/>
                </a:lnTo>
                <a:lnTo>
                  <a:pt x="781050" y="504825"/>
                </a:lnTo>
                <a:lnTo>
                  <a:pt x="771525" y="504825"/>
                </a:lnTo>
                <a:close/>
                <a:moveTo>
                  <a:pt x="1628775" y="495300"/>
                </a:moveTo>
                <a:lnTo>
                  <a:pt x="1638300" y="495300"/>
                </a:lnTo>
                <a:lnTo>
                  <a:pt x="1638300" y="504825"/>
                </a:lnTo>
                <a:lnTo>
                  <a:pt x="1628775" y="504825"/>
                </a:lnTo>
                <a:close/>
                <a:moveTo>
                  <a:pt x="742950" y="504825"/>
                </a:moveTo>
                <a:lnTo>
                  <a:pt x="752475" y="504825"/>
                </a:lnTo>
                <a:lnTo>
                  <a:pt x="752475" y="514350"/>
                </a:lnTo>
                <a:lnTo>
                  <a:pt x="742950" y="514350"/>
                </a:lnTo>
                <a:close/>
                <a:moveTo>
                  <a:pt x="781050" y="504825"/>
                </a:moveTo>
                <a:lnTo>
                  <a:pt x="790575" y="504825"/>
                </a:lnTo>
                <a:lnTo>
                  <a:pt x="790575" y="514350"/>
                </a:lnTo>
                <a:lnTo>
                  <a:pt x="781050" y="514350"/>
                </a:lnTo>
                <a:close/>
                <a:moveTo>
                  <a:pt x="733425" y="514350"/>
                </a:moveTo>
                <a:lnTo>
                  <a:pt x="742950" y="514350"/>
                </a:lnTo>
                <a:lnTo>
                  <a:pt x="742950" y="523875"/>
                </a:lnTo>
                <a:lnTo>
                  <a:pt x="733425" y="523875"/>
                </a:lnTo>
                <a:close/>
                <a:moveTo>
                  <a:pt x="790575" y="514350"/>
                </a:moveTo>
                <a:lnTo>
                  <a:pt x="800100" y="514350"/>
                </a:lnTo>
                <a:lnTo>
                  <a:pt x="800100" y="523875"/>
                </a:lnTo>
                <a:lnTo>
                  <a:pt x="790575" y="523875"/>
                </a:lnTo>
                <a:close/>
                <a:moveTo>
                  <a:pt x="885825" y="514350"/>
                </a:moveTo>
                <a:lnTo>
                  <a:pt x="895350" y="514350"/>
                </a:lnTo>
                <a:lnTo>
                  <a:pt x="895350" y="619125"/>
                </a:lnTo>
                <a:lnTo>
                  <a:pt x="885825" y="619125"/>
                </a:lnTo>
                <a:close/>
                <a:moveTo>
                  <a:pt x="1581150" y="514350"/>
                </a:moveTo>
                <a:lnTo>
                  <a:pt x="1590675" y="514350"/>
                </a:lnTo>
                <a:lnTo>
                  <a:pt x="1590675" y="523875"/>
                </a:lnTo>
                <a:lnTo>
                  <a:pt x="1581150" y="523875"/>
                </a:lnTo>
                <a:close/>
                <a:moveTo>
                  <a:pt x="1600200" y="514350"/>
                </a:moveTo>
                <a:lnTo>
                  <a:pt x="1609725" y="514350"/>
                </a:lnTo>
                <a:lnTo>
                  <a:pt x="1609725" y="523875"/>
                </a:lnTo>
                <a:lnTo>
                  <a:pt x="1600200" y="523875"/>
                </a:lnTo>
                <a:close/>
                <a:moveTo>
                  <a:pt x="1047750" y="533400"/>
                </a:moveTo>
                <a:lnTo>
                  <a:pt x="1057275" y="533400"/>
                </a:lnTo>
                <a:lnTo>
                  <a:pt x="1057275" y="542925"/>
                </a:lnTo>
                <a:lnTo>
                  <a:pt x="1047750" y="542925"/>
                </a:lnTo>
                <a:close/>
                <a:moveTo>
                  <a:pt x="1085850" y="533400"/>
                </a:moveTo>
                <a:lnTo>
                  <a:pt x="1095375" y="533400"/>
                </a:lnTo>
                <a:lnTo>
                  <a:pt x="1095375" y="542925"/>
                </a:lnTo>
                <a:lnTo>
                  <a:pt x="1085850" y="542925"/>
                </a:lnTo>
                <a:close/>
                <a:moveTo>
                  <a:pt x="1133475" y="533400"/>
                </a:moveTo>
                <a:lnTo>
                  <a:pt x="1143000" y="533400"/>
                </a:lnTo>
                <a:lnTo>
                  <a:pt x="1143000" y="542925"/>
                </a:lnTo>
                <a:lnTo>
                  <a:pt x="1133475" y="542925"/>
                </a:lnTo>
                <a:close/>
                <a:moveTo>
                  <a:pt x="1171575" y="533400"/>
                </a:moveTo>
                <a:lnTo>
                  <a:pt x="1181100" y="533400"/>
                </a:lnTo>
                <a:lnTo>
                  <a:pt x="1181100" y="542925"/>
                </a:lnTo>
                <a:lnTo>
                  <a:pt x="1171575" y="542925"/>
                </a:lnTo>
                <a:close/>
                <a:moveTo>
                  <a:pt x="1257300" y="533400"/>
                </a:moveTo>
                <a:lnTo>
                  <a:pt x="1266825" y="533400"/>
                </a:lnTo>
                <a:lnTo>
                  <a:pt x="1266825" y="542925"/>
                </a:lnTo>
                <a:lnTo>
                  <a:pt x="1257300" y="542925"/>
                </a:lnTo>
                <a:close/>
                <a:moveTo>
                  <a:pt x="1314450" y="533400"/>
                </a:moveTo>
                <a:lnTo>
                  <a:pt x="1323975" y="533400"/>
                </a:lnTo>
                <a:lnTo>
                  <a:pt x="1323975" y="542925"/>
                </a:lnTo>
                <a:lnTo>
                  <a:pt x="1314450" y="542925"/>
                </a:lnTo>
                <a:close/>
                <a:moveTo>
                  <a:pt x="1438275" y="533400"/>
                </a:moveTo>
                <a:lnTo>
                  <a:pt x="1476375" y="533400"/>
                </a:lnTo>
                <a:lnTo>
                  <a:pt x="1476375" y="542925"/>
                </a:lnTo>
                <a:lnTo>
                  <a:pt x="1466850" y="542925"/>
                </a:lnTo>
                <a:lnTo>
                  <a:pt x="1466850" y="561975"/>
                </a:lnTo>
                <a:lnTo>
                  <a:pt x="1447800" y="561975"/>
                </a:lnTo>
                <a:lnTo>
                  <a:pt x="1447800" y="542925"/>
                </a:lnTo>
                <a:lnTo>
                  <a:pt x="1438275" y="542925"/>
                </a:lnTo>
                <a:close/>
                <a:moveTo>
                  <a:pt x="723900" y="542925"/>
                </a:moveTo>
                <a:lnTo>
                  <a:pt x="733425" y="542925"/>
                </a:lnTo>
                <a:lnTo>
                  <a:pt x="733425" y="552450"/>
                </a:lnTo>
                <a:lnTo>
                  <a:pt x="723900" y="552450"/>
                </a:lnTo>
                <a:close/>
                <a:moveTo>
                  <a:pt x="971550" y="542925"/>
                </a:moveTo>
                <a:lnTo>
                  <a:pt x="981075" y="542925"/>
                </a:lnTo>
                <a:lnTo>
                  <a:pt x="981075" y="552450"/>
                </a:lnTo>
                <a:lnTo>
                  <a:pt x="971550" y="552450"/>
                </a:lnTo>
                <a:close/>
                <a:moveTo>
                  <a:pt x="1019175" y="542925"/>
                </a:moveTo>
                <a:lnTo>
                  <a:pt x="1038225" y="542925"/>
                </a:lnTo>
                <a:lnTo>
                  <a:pt x="1038225" y="552450"/>
                </a:lnTo>
                <a:lnTo>
                  <a:pt x="1019175" y="552450"/>
                </a:lnTo>
                <a:close/>
                <a:moveTo>
                  <a:pt x="1095375" y="542925"/>
                </a:moveTo>
                <a:lnTo>
                  <a:pt x="1104900" y="542925"/>
                </a:lnTo>
                <a:lnTo>
                  <a:pt x="1104900" y="552450"/>
                </a:lnTo>
                <a:lnTo>
                  <a:pt x="1095375" y="552450"/>
                </a:lnTo>
                <a:close/>
                <a:moveTo>
                  <a:pt x="1181100" y="542925"/>
                </a:moveTo>
                <a:lnTo>
                  <a:pt x="1190625" y="542925"/>
                </a:lnTo>
                <a:lnTo>
                  <a:pt x="1190625" y="552450"/>
                </a:lnTo>
                <a:lnTo>
                  <a:pt x="1181100" y="552450"/>
                </a:lnTo>
                <a:close/>
                <a:moveTo>
                  <a:pt x="1333500" y="542925"/>
                </a:moveTo>
                <a:lnTo>
                  <a:pt x="1343025" y="542925"/>
                </a:lnTo>
                <a:lnTo>
                  <a:pt x="1343025" y="552450"/>
                </a:lnTo>
                <a:lnTo>
                  <a:pt x="1333500" y="552450"/>
                </a:lnTo>
                <a:close/>
                <a:moveTo>
                  <a:pt x="1562100" y="542925"/>
                </a:moveTo>
                <a:lnTo>
                  <a:pt x="1571625" y="542925"/>
                </a:lnTo>
                <a:lnTo>
                  <a:pt x="1571625" y="552450"/>
                </a:lnTo>
                <a:lnTo>
                  <a:pt x="1562100" y="552450"/>
                </a:lnTo>
                <a:close/>
                <a:moveTo>
                  <a:pt x="1609725" y="542925"/>
                </a:moveTo>
                <a:lnTo>
                  <a:pt x="1619250" y="542925"/>
                </a:lnTo>
                <a:lnTo>
                  <a:pt x="1619250" y="552450"/>
                </a:lnTo>
                <a:lnTo>
                  <a:pt x="1609725" y="552450"/>
                </a:lnTo>
                <a:close/>
                <a:moveTo>
                  <a:pt x="800100" y="552450"/>
                </a:moveTo>
                <a:lnTo>
                  <a:pt x="809625" y="552450"/>
                </a:lnTo>
                <a:lnTo>
                  <a:pt x="809625" y="561975"/>
                </a:lnTo>
                <a:lnTo>
                  <a:pt x="800100" y="561975"/>
                </a:lnTo>
                <a:close/>
                <a:moveTo>
                  <a:pt x="1114425" y="552450"/>
                </a:moveTo>
                <a:lnTo>
                  <a:pt x="1123950" y="552450"/>
                </a:lnTo>
                <a:lnTo>
                  <a:pt x="1123950" y="561975"/>
                </a:lnTo>
                <a:lnTo>
                  <a:pt x="1114425" y="561975"/>
                </a:lnTo>
                <a:close/>
                <a:moveTo>
                  <a:pt x="1190625" y="552450"/>
                </a:moveTo>
                <a:lnTo>
                  <a:pt x="1200150" y="552450"/>
                </a:lnTo>
                <a:lnTo>
                  <a:pt x="1200150" y="561975"/>
                </a:lnTo>
                <a:lnTo>
                  <a:pt x="1190625" y="561975"/>
                </a:lnTo>
                <a:close/>
                <a:moveTo>
                  <a:pt x="1295400" y="552450"/>
                </a:moveTo>
                <a:lnTo>
                  <a:pt x="1304925" y="552450"/>
                </a:lnTo>
                <a:lnTo>
                  <a:pt x="1304925" y="561975"/>
                </a:lnTo>
                <a:lnTo>
                  <a:pt x="1295400" y="561975"/>
                </a:lnTo>
                <a:close/>
                <a:moveTo>
                  <a:pt x="1343025" y="552450"/>
                </a:moveTo>
                <a:lnTo>
                  <a:pt x="1352550" y="552450"/>
                </a:lnTo>
                <a:lnTo>
                  <a:pt x="1352550" y="561975"/>
                </a:lnTo>
                <a:lnTo>
                  <a:pt x="1343025" y="561975"/>
                </a:lnTo>
                <a:close/>
                <a:moveTo>
                  <a:pt x="1628775" y="552450"/>
                </a:moveTo>
                <a:lnTo>
                  <a:pt x="1638300" y="552450"/>
                </a:lnTo>
                <a:lnTo>
                  <a:pt x="1638300" y="561975"/>
                </a:lnTo>
                <a:lnTo>
                  <a:pt x="1628775" y="561975"/>
                </a:lnTo>
                <a:close/>
                <a:moveTo>
                  <a:pt x="1676400" y="552450"/>
                </a:moveTo>
                <a:lnTo>
                  <a:pt x="1685925" y="552450"/>
                </a:lnTo>
                <a:lnTo>
                  <a:pt x="1685925" y="581025"/>
                </a:lnTo>
                <a:lnTo>
                  <a:pt x="1676400" y="581025"/>
                </a:lnTo>
                <a:close/>
                <a:moveTo>
                  <a:pt x="1752600" y="552450"/>
                </a:moveTo>
                <a:lnTo>
                  <a:pt x="1790700" y="552450"/>
                </a:lnTo>
                <a:lnTo>
                  <a:pt x="1790700" y="561975"/>
                </a:lnTo>
                <a:lnTo>
                  <a:pt x="1752600" y="561975"/>
                </a:lnTo>
                <a:close/>
                <a:moveTo>
                  <a:pt x="971550" y="561975"/>
                </a:moveTo>
                <a:lnTo>
                  <a:pt x="981075" y="561975"/>
                </a:lnTo>
                <a:lnTo>
                  <a:pt x="981075" y="571500"/>
                </a:lnTo>
                <a:lnTo>
                  <a:pt x="971550" y="571500"/>
                </a:lnTo>
                <a:close/>
                <a:moveTo>
                  <a:pt x="1304925" y="561975"/>
                </a:moveTo>
                <a:lnTo>
                  <a:pt x="1314450" y="561975"/>
                </a:lnTo>
                <a:lnTo>
                  <a:pt x="1314450" y="571500"/>
                </a:lnTo>
                <a:lnTo>
                  <a:pt x="1304925" y="571500"/>
                </a:lnTo>
                <a:close/>
                <a:moveTo>
                  <a:pt x="1438275" y="561975"/>
                </a:moveTo>
                <a:lnTo>
                  <a:pt x="1447800" y="561975"/>
                </a:lnTo>
                <a:lnTo>
                  <a:pt x="1447800" y="571500"/>
                </a:lnTo>
                <a:lnTo>
                  <a:pt x="1438275" y="571500"/>
                </a:lnTo>
                <a:close/>
                <a:moveTo>
                  <a:pt x="1466850" y="561975"/>
                </a:moveTo>
                <a:lnTo>
                  <a:pt x="1476375" y="561975"/>
                </a:lnTo>
                <a:lnTo>
                  <a:pt x="1476375" y="571500"/>
                </a:lnTo>
                <a:lnTo>
                  <a:pt x="1466850" y="571500"/>
                </a:lnTo>
                <a:close/>
                <a:moveTo>
                  <a:pt x="1638300" y="561975"/>
                </a:moveTo>
                <a:lnTo>
                  <a:pt x="1647825" y="561975"/>
                </a:lnTo>
                <a:lnTo>
                  <a:pt x="1647825" y="571500"/>
                </a:lnTo>
                <a:lnTo>
                  <a:pt x="1638300" y="571500"/>
                </a:lnTo>
                <a:close/>
                <a:moveTo>
                  <a:pt x="1733550" y="561975"/>
                </a:moveTo>
                <a:lnTo>
                  <a:pt x="1743075" y="561975"/>
                </a:lnTo>
                <a:lnTo>
                  <a:pt x="1743075" y="571500"/>
                </a:lnTo>
                <a:lnTo>
                  <a:pt x="1733550" y="571500"/>
                </a:lnTo>
                <a:close/>
                <a:moveTo>
                  <a:pt x="1800225" y="561975"/>
                </a:moveTo>
                <a:lnTo>
                  <a:pt x="1809750" y="561975"/>
                </a:lnTo>
                <a:lnTo>
                  <a:pt x="1809750" y="571500"/>
                </a:lnTo>
                <a:lnTo>
                  <a:pt x="1800225" y="571500"/>
                </a:lnTo>
                <a:close/>
                <a:moveTo>
                  <a:pt x="714375" y="571500"/>
                </a:moveTo>
                <a:lnTo>
                  <a:pt x="723900" y="571500"/>
                </a:lnTo>
                <a:lnTo>
                  <a:pt x="723900" y="581025"/>
                </a:lnTo>
                <a:lnTo>
                  <a:pt x="714375" y="581025"/>
                </a:lnTo>
                <a:close/>
                <a:moveTo>
                  <a:pt x="733425" y="571500"/>
                </a:moveTo>
                <a:lnTo>
                  <a:pt x="742950" y="571500"/>
                </a:lnTo>
                <a:lnTo>
                  <a:pt x="742950" y="581025"/>
                </a:lnTo>
                <a:lnTo>
                  <a:pt x="733425" y="581025"/>
                </a:lnTo>
                <a:close/>
                <a:moveTo>
                  <a:pt x="1247775" y="571500"/>
                </a:moveTo>
                <a:lnTo>
                  <a:pt x="1257300" y="571500"/>
                </a:lnTo>
                <a:lnTo>
                  <a:pt x="1257300" y="581025"/>
                </a:lnTo>
                <a:lnTo>
                  <a:pt x="1247775" y="581025"/>
                </a:lnTo>
                <a:close/>
                <a:moveTo>
                  <a:pt x="1428750" y="571500"/>
                </a:moveTo>
                <a:lnTo>
                  <a:pt x="1438275" y="571500"/>
                </a:lnTo>
                <a:lnTo>
                  <a:pt x="1438275" y="581025"/>
                </a:lnTo>
                <a:lnTo>
                  <a:pt x="1428750" y="581025"/>
                </a:lnTo>
                <a:close/>
                <a:moveTo>
                  <a:pt x="1809750" y="571500"/>
                </a:moveTo>
                <a:lnTo>
                  <a:pt x="1819275" y="571500"/>
                </a:lnTo>
                <a:lnTo>
                  <a:pt x="1819275" y="581025"/>
                </a:lnTo>
                <a:lnTo>
                  <a:pt x="1809750" y="581025"/>
                </a:lnTo>
                <a:close/>
                <a:moveTo>
                  <a:pt x="809625" y="581025"/>
                </a:moveTo>
                <a:lnTo>
                  <a:pt x="819150" y="581025"/>
                </a:lnTo>
                <a:lnTo>
                  <a:pt x="819150" y="590550"/>
                </a:lnTo>
                <a:lnTo>
                  <a:pt x="809625" y="590550"/>
                </a:lnTo>
                <a:close/>
                <a:moveTo>
                  <a:pt x="1019175" y="581025"/>
                </a:moveTo>
                <a:lnTo>
                  <a:pt x="1028700" y="581025"/>
                </a:lnTo>
                <a:lnTo>
                  <a:pt x="1028700" y="676275"/>
                </a:lnTo>
                <a:lnTo>
                  <a:pt x="1019175" y="676275"/>
                </a:lnTo>
                <a:close/>
                <a:moveTo>
                  <a:pt x="1152525" y="581025"/>
                </a:moveTo>
                <a:lnTo>
                  <a:pt x="1162050" y="581025"/>
                </a:lnTo>
                <a:lnTo>
                  <a:pt x="1162050" y="666750"/>
                </a:lnTo>
                <a:lnTo>
                  <a:pt x="1152525" y="666750"/>
                </a:lnTo>
                <a:close/>
                <a:moveTo>
                  <a:pt x="1524000" y="581025"/>
                </a:moveTo>
                <a:lnTo>
                  <a:pt x="1533525" y="581025"/>
                </a:lnTo>
                <a:lnTo>
                  <a:pt x="1533525" y="600075"/>
                </a:lnTo>
                <a:lnTo>
                  <a:pt x="1524000" y="600075"/>
                </a:lnTo>
                <a:close/>
                <a:moveTo>
                  <a:pt x="1647825" y="581025"/>
                </a:moveTo>
                <a:lnTo>
                  <a:pt x="1657350" y="581025"/>
                </a:lnTo>
                <a:lnTo>
                  <a:pt x="1657350" y="600075"/>
                </a:lnTo>
                <a:lnTo>
                  <a:pt x="1647825" y="600075"/>
                </a:lnTo>
                <a:close/>
                <a:moveTo>
                  <a:pt x="762000" y="590550"/>
                </a:moveTo>
                <a:lnTo>
                  <a:pt x="771525" y="590550"/>
                </a:lnTo>
                <a:lnTo>
                  <a:pt x="771525" y="600075"/>
                </a:lnTo>
                <a:lnTo>
                  <a:pt x="762000" y="600075"/>
                </a:lnTo>
                <a:close/>
                <a:moveTo>
                  <a:pt x="1381125" y="590550"/>
                </a:moveTo>
                <a:lnTo>
                  <a:pt x="1390650" y="590550"/>
                </a:lnTo>
                <a:lnTo>
                  <a:pt x="1390650" y="600075"/>
                </a:lnTo>
                <a:lnTo>
                  <a:pt x="1381125" y="600075"/>
                </a:lnTo>
                <a:close/>
                <a:moveTo>
                  <a:pt x="723900" y="600075"/>
                </a:moveTo>
                <a:lnTo>
                  <a:pt x="733425" y="600075"/>
                </a:lnTo>
                <a:lnTo>
                  <a:pt x="733425" y="609600"/>
                </a:lnTo>
                <a:lnTo>
                  <a:pt x="723900" y="609600"/>
                </a:lnTo>
                <a:close/>
                <a:moveTo>
                  <a:pt x="1066800" y="600075"/>
                </a:moveTo>
                <a:lnTo>
                  <a:pt x="1076325" y="600075"/>
                </a:lnTo>
                <a:lnTo>
                  <a:pt x="1076325" y="666750"/>
                </a:lnTo>
                <a:lnTo>
                  <a:pt x="1066800" y="666750"/>
                </a:lnTo>
                <a:close/>
                <a:moveTo>
                  <a:pt x="1257300" y="600075"/>
                </a:moveTo>
                <a:lnTo>
                  <a:pt x="1266825" y="600075"/>
                </a:lnTo>
                <a:lnTo>
                  <a:pt x="1266825" y="609600"/>
                </a:lnTo>
                <a:lnTo>
                  <a:pt x="1257300" y="609600"/>
                </a:lnTo>
                <a:close/>
                <a:moveTo>
                  <a:pt x="819150" y="609600"/>
                </a:moveTo>
                <a:lnTo>
                  <a:pt x="828675" y="609600"/>
                </a:lnTo>
                <a:lnTo>
                  <a:pt x="828675" y="619125"/>
                </a:lnTo>
                <a:lnTo>
                  <a:pt x="819150" y="619125"/>
                </a:lnTo>
                <a:close/>
                <a:moveTo>
                  <a:pt x="1581150" y="609600"/>
                </a:moveTo>
                <a:lnTo>
                  <a:pt x="1590675" y="609600"/>
                </a:lnTo>
                <a:lnTo>
                  <a:pt x="1590675" y="619125"/>
                </a:lnTo>
                <a:lnTo>
                  <a:pt x="1581150" y="619125"/>
                </a:lnTo>
                <a:close/>
                <a:moveTo>
                  <a:pt x="1609725" y="609600"/>
                </a:moveTo>
                <a:lnTo>
                  <a:pt x="1619250" y="609600"/>
                </a:lnTo>
                <a:lnTo>
                  <a:pt x="1619250" y="619125"/>
                </a:lnTo>
                <a:lnTo>
                  <a:pt x="1609725" y="619125"/>
                </a:lnTo>
                <a:close/>
                <a:moveTo>
                  <a:pt x="1647825" y="609600"/>
                </a:moveTo>
                <a:lnTo>
                  <a:pt x="1657350" y="609600"/>
                </a:lnTo>
                <a:lnTo>
                  <a:pt x="1657350" y="619125"/>
                </a:lnTo>
                <a:lnTo>
                  <a:pt x="1647825" y="619125"/>
                </a:lnTo>
                <a:close/>
                <a:moveTo>
                  <a:pt x="1724025" y="609600"/>
                </a:moveTo>
                <a:lnTo>
                  <a:pt x="1733550" y="609600"/>
                </a:lnTo>
                <a:lnTo>
                  <a:pt x="1733550" y="638175"/>
                </a:lnTo>
                <a:lnTo>
                  <a:pt x="1724025" y="638175"/>
                </a:lnTo>
                <a:close/>
                <a:moveTo>
                  <a:pt x="695325" y="619125"/>
                </a:moveTo>
                <a:lnTo>
                  <a:pt x="704850" y="619125"/>
                </a:lnTo>
                <a:lnTo>
                  <a:pt x="704850" y="628650"/>
                </a:lnTo>
                <a:lnTo>
                  <a:pt x="695325" y="628650"/>
                </a:lnTo>
                <a:close/>
                <a:moveTo>
                  <a:pt x="723900" y="619125"/>
                </a:moveTo>
                <a:lnTo>
                  <a:pt x="733425" y="619125"/>
                </a:lnTo>
                <a:lnTo>
                  <a:pt x="733425" y="628650"/>
                </a:lnTo>
                <a:lnTo>
                  <a:pt x="723900" y="628650"/>
                </a:lnTo>
                <a:close/>
                <a:moveTo>
                  <a:pt x="762000" y="619125"/>
                </a:moveTo>
                <a:lnTo>
                  <a:pt x="771525" y="619125"/>
                </a:lnTo>
                <a:lnTo>
                  <a:pt x="771525" y="647700"/>
                </a:lnTo>
                <a:lnTo>
                  <a:pt x="781050" y="647700"/>
                </a:lnTo>
                <a:lnTo>
                  <a:pt x="781050" y="657225"/>
                </a:lnTo>
                <a:lnTo>
                  <a:pt x="752475" y="657225"/>
                </a:lnTo>
                <a:lnTo>
                  <a:pt x="752475" y="638175"/>
                </a:lnTo>
                <a:lnTo>
                  <a:pt x="733425" y="638175"/>
                </a:lnTo>
                <a:lnTo>
                  <a:pt x="733425" y="628650"/>
                </a:lnTo>
                <a:lnTo>
                  <a:pt x="762000" y="628650"/>
                </a:lnTo>
                <a:close/>
                <a:moveTo>
                  <a:pt x="1276350" y="619125"/>
                </a:moveTo>
                <a:lnTo>
                  <a:pt x="1285875" y="619125"/>
                </a:lnTo>
                <a:lnTo>
                  <a:pt x="1285875" y="628650"/>
                </a:lnTo>
                <a:lnTo>
                  <a:pt x="1276350" y="628650"/>
                </a:lnTo>
                <a:close/>
                <a:moveTo>
                  <a:pt x="1628775" y="619125"/>
                </a:moveTo>
                <a:lnTo>
                  <a:pt x="1647825" y="619125"/>
                </a:lnTo>
                <a:lnTo>
                  <a:pt x="1647825" y="628650"/>
                </a:lnTo>
                <a:lnTo>
                  <a:pt x="1628775" y="628650"/>
                </a:lnTo>
                <a:close/>
                <a:moveTo>
                  <a:pt x="1228725" y="628650"/>
                </a:moveTo>
                <a:lnTo>
                  <a:pt x="1238250" y="628650"/>
                </a:lnTo>
                <a:lnTo>
                  <a:pt x="1238250" y="638175"/>
                </a:lnTo>
                <a:lnTo>
                  <a:pt x="1228725" y="638175"/>
                </a:lnTo>
                <a:close/>
                <a:moveTo>
                  <a:pt x="1266825" y="628650"/>
                </a:moveTo>
                <a:lnTo>
                  <a:pt x="1276350" y="628650"/>
                </a:lnTo>
                <a:lnTo>
                  <a:pt x="1276350" y="638175"/>
                </a:lnTo>
                <a:lnTo>
                  <a:pt x="1266825" y="638175"/>
                </a:lnTo>
                <a:close/>
                <a:moveTo>
                  <a:pt x="1428750" y="628650"/>
                </a:moveTo>
                <a:lnTo>
                  <a:pt x="1438275" y="628650"/>
                </a:lnTo>
                <a:lnTo>
                  <a:pt x="1438275" y="638175"/>
                </a:lnTo>
                <a:lnTo>
                  <a:pt x="1428750" y="638175"/>
                </a:lnTo>
                <a:close/>
                <a:moveTo>
                  <a:pt x="828675" y="638175"/>
                </a:moveTo>
                <a:lnTo>
                  <a:pt x="838200" y="638175"/>
                </a:lnTo>
                <a:lnTo>
                  <a:pt x="838200" y="647700"/>
                </a:lnTo>
                <a:lnTo>
                  <a:pt x="828675" y="647700"/>
                </a:lnTo>
                <a:close/>
                <a:moveTo>
                  <a:pt x="1381125" y="638175"/>
                </a:moveTo>
                <a:lnTo>
                  <a:pt x="1390650" y="638175"/>
                </a:lnTo>
                <a:lnTo>
                  <a:pt x="1390650" y="647700"/>
                </a:lnTo>
                <a:lnTo>
                  <a:pt x="1381125" y="647700"/>
                </a:lnTo>
                <a:close/>
                <a:moveTo>
                  <a:pt x="1524000" y="638175"/>
                </a:moveTo>
                <a:lnTo>
                  <a:pt x="1533525" y="638175"/>
                </a:lnTo>
                <a:lnTo>
                  <a:pt x="1533525" y="647700"/>
                </a:lnTo>
                <a:lnTo>
                  <a:pt x="1524000" y="647700"/>
                </a:lnTo>
                <a:close/>
                <a:moveTo>
                  <a:pt x="1304925" y="647700"/>
                </a:moveTo>
                <a:lnTo>
                  <a:pt x="1314450" y="647700"/>
                </a:lnTo>
                <a:lnTo>
                  <a:pt x="1314450" y="657225"/>
                </a:lnTo>
                <a:lnTo>
                  <a:pt x="1304925" y="657225"/>
                </a:lnTo>
                <a:close/>
                <a:moveTo>
                  <a:pt x="1438275" y="647700"/>
                </a:moveTo>
                <a:lnTo>
                  <a:pt x="1447800" y="647700"/>
                </a:lnTo>
                <a:lnTo>
                  <a:pt x="1447800" y="657225"/>
                </a:lnTo>
                <a:lnTo>
                  <a:pt x="1438275" y="657225"/>
                </a:lnTo>
                <a:close/>
                <a:moveTo>
                  <a:pt x="781050" y="657225"/>
                </a:moveTo>
                <a:lnTo>
                  <a:pt x="790575" y="657225"/>
                </a:lnTo>
                <a:lnTo>
                  <a:pt x="790575" y="666750"/>
                </a:lnTo>
                <a:lnTo>
                  <a:pt x="781050" y="666750"/>
                </a:lnTo>
                <a:close/>
                <a:moveTo>
                  <a:pt x="1295400" y="657225"/>
                </a:moveTo>
                <a:lnTo>
                  <a:pt x="1304925" y="657225"/>
                </a:lnTo>
                <a:lnTo>
                  <a:pt x="1304925" y="666750"/>
                </a:lnTo>
                <a:lnTo>
                  <a:pt x="1295400" y="666750"/>
                </a:lnTo>
                <a:close/>
                <a:moveTo>
                  <a:pt x="1352550" y="657225"/>
                </a:moveTo>
                <a:lnTo>
                  <a:pt x="1362075" y="657225"/>
                </a:lnTo>
                <a:lnTo>
                  <a:pt x="1362075" y="666750"/>
                </a:lnTo>
                <a:lnTo>
                  <a:pt x="1352550" y="666750"/>
                </a:lnTo>
                <a:close/>
                <a:moveTo>
                  <a:pt x="1390650" y="657225"/>
                </a:moveTo>
                <a:lnTo>
                  <a:pt x="1400175" y="657225"/>
                </a:lnTo>
                <a:lnTo>
                  <a:pt x="1400175" y="666750"/>
                </a:lnTo>
                <a:lnTo>
                  <a:pt x="1390650" y="666750"/>
                </a:lnTo>
                <a:close/>
                <a:moveTo>
                  <a:pt x="1447800" y="657225"/>
                </a:moveTo>
                <a:lnTo>
                  <a:pt x="1457325" y="657225"/>
                </a:lnTo>
                <a:lnTo>
                  <a:pt x="1457325" y="666750"/>
                </a:lnTo>
                <a:lnTo>
                  <a:pt x="1447800" y="666750"/>
                </a:lnTo>
                <a:close/>
                <a:moveTo>
                  <a:pt x="1581150" y="657225"/>
                </a:moveTo>
                <a:lnTo>
                  <a:pt x="1590675" y="657225"/>
                </a:lnTo>
                <a:lnTo>
                  <a:pt x="1590675" y="666750"/>
                </a:lnTo>
                <a:lnTo>
                  <a:pt x="1581150" y="666750"/>
                </a:lnTo>
                <a:close/>
                <a:moveTo>
                  <a:pt x="676275" y="666750"/>
                </a:moveTo>
                <a:lnTo>
                  <a:pt x="685800" y="666750"/>
                </a:lnTo>
                <a:lnTo>
                  <a:pt x="685800" y="676275"/>
                </a:lnTo>
                <a:lnTo>
                  <a:pt x="676275" y="676275"/>
                </a:lnTo>
                <a:close/>
                <a:moveTo>
                  <a:pt x="838200" y="666750"/>
                </a:moveTo>
                <a:lnTo>
                  <a:pt x="847725" y="666750"/>
                </a:lnTo>
                <a:lnTo>
                  <a:pt x="847725" y="676275"/>
                </a:lnTo>
                <a:lnTo>
                  <a:pt x="838200" y="676275"/>
                </a:lnTo>
                <a:close/>
                <a:moveTo>
                  <a:pt x="971550" y="666750"/>
                </a:moveTo>
                <a:lnTo>
                  <a:pt x="981075" y="666750"/>
                </a:lnTo>
                <a:lnTo>
                  <a:pt x="981075" y="676275"/>
                </a:lnTo>
                <a:lnTo>
                  <a:pt x="971550" y="676275"/>
                </a:lnTo>
                <a:close/>
                <a:moveTo>
                  <a:pt x="1114425" y="666750"/>
                </a:moveTo>
                <a:lnTo>
                  <a:pt x="1123950" y="666750"/>
                </a:lnTo>
                <a:lnTo>
                  <a:pt x="1123950" y="685800"/>
                </a:lnTo>
                <a:lnTo>
                  <a:pt x="1114425" y="685800"/>
                </a:lnTo>
                <a:close/>
                <a:moveTo>
                  <a:pt x="1200150" y="666750"/>
                </a:moveTo>
                <a:lnTo>
                  <a:pt x="1209675" y="666750"/>
                </a:lnTo>
                <a:lnTo>
                  <a:pt x="1209675" y="685800"/>
                </a:lnTo>
                <a:lnTo>
                  <a:pt x="1200150" y="685800"/>
                </a:lnTo>
                <a:close/>
                <a:moveTo>
                  <a:pt x="1228725" y="666750"/>
                </a:moveTo>
                <a:lnTo>
                  <a:pt x="1238250" y="666750"/>
                </a:lnTo>
                <a:lnTo>
                  <a:pt x="1238250" y="676275"/>
                </a:lnTo>
                <a:lnTo>
                  <a:pt x="1228725" y="676275"/>
                </a:lnTo>
                <a:close/>
                <a:moveTo>
                  <a:pt x="1590675" y="666750"/>
                </a:moveTo>
                <a:lnTo>
                  <a:pt x="1600200" y="666750"/>
                </a:lnTo>
                <a:lnTo>
                  <a:pt x="1600200" y="676275"/>
                </a:lnTo>
                <a:lnTo>
                  <a:pt x="1590675" y="676275"/>
                </a:lnTo>
                <a:close/>
                <a:moveTo>
                  <a:pt x="1628775" y="666750"/>
                </a:moveTo>
                <a:lnTo>
                  <a:pt x="1647825" y="666750"/>
                </a:lnTo>
                <a:lnTo>
                  <a:pt x="1647825" y="685800"/>
                </a:lnTo>
                <a:lnTo>
                  <a:pt x="1638300" y="685800"/>
                </a:lnTo>
                <a:lnTo>
                  <a:pt x="1638300" y="676275"/>
                </a:lnTo>
                <a:lnTo>
                  <a:pt x="1628775" y="676275"/>
                </a:lnTo>
                <a:close/>
                <a:moveTo>
                  <a:pt x="847725" y="676275"/>
                </a:moveTo>
                <a:lnTo>
                  <a:pt x="857250" y="676275"/>
                </a:lnTo>
                <a:lnTo>
                  <a:pt x="857250" y="704850"/>
                </a:lnTo>
                <a:lnTo>
                  <a:pt x="847725" y="704850"/>
                </a:lnTo>
                <a:close/>
                <a:moveTo>
                  <a:pt x="876300" y="676275"/>
                </a:moveTo>
                <a:lnTo>
                  <a:pt x="885825" y="676275"/>
                </a:lnTo>
                <a:lnTo>
                  <a:pt x="885825" y="695325"/>
                </a:lnTo>
                <a:lnTo>
                  <a:pt x="923925" y="695325"/>
                </a:lnTo>
                <a:lnTo>
                  <a:pt x="923925" y="704850"/>
                </a:lnTo>
                <a:lnTo>
                  <a:pt x="876300" y="704850"/>
                </a:lnTo>
                <a:close/>
                <a:moveTo>
                  <a:pt x="1028700" y="676275"/>
                </a:moveTo>
                <a:lnTo>
                  <a:pt x="1038225" y="676275"/>
                </a:lnTo>
                <a:lnTo>
                  <a:pt x="1038225" y="685800"/>
                </a:lnTo>
                <a:lnTo>
                  <a:pt x="1028700" y="685800"/>
                </a:lnTo>
                <a:close/>
                <a:moveTo>
                  <a:pt x="1057275" y="676275"/>
                </a:moveTo>
                <a:lnTo>
                  <a:pt x="1066800" y="676275"/>
                </a:lnTo>
                <a:lnTo>
                  <a:pt x="1066800" y="685800"/>
                </a:lnTo>
                <a:lnTo>
                  <a:pt x="1057275" y="685800"/>
                </a:lnTo>
                <a:close/>
                <a:moveTo>
                  <a:pt x="1152525" y="676275"/>
                </a:moveTo>
                <a:lnTo>
                  <a:pt x="1162050" y="676275"/>
                </a:lnTo>
                <a:lnTo>
                  <a:pt x="1162050" y="685800"/>
                </a:lnTo>
                <a:lnTo>
                  <a:pt x="1152525" y="685800"/>
                </a:lnTo>
                <a:close/>
                <a:moveTo>
                  <a:pt x="1238250" y="676275"/>
                </a:moveTo>
                <a:lnTo>
                  <a:pt x="1247775" y="676275"/>
                </a:lnTo>
                <a:lnTo>
                  <a:pt x="1247775" y="685800"/>
                </a:lnTo>
                <a:lnTo>
                  <a:pt x="1238250" y="685800"/>
                </a:lnTo>
                <a:close/>
                <a:moveTo>
                  <a:pt x="1295400" y="676275"/>
                </a:moveTo>
                <a:lnTo>
                  <a:pt x="1314450" y="676275"/>
                </a:lnTo>
                <a:lnTo>
                  <a:pt x="1314450" y="685800"/>
                </a:lnTo>
                <a:lnTo>
                  <a:pt x="1295400" y="685800"/>
                </a:lnTo>
                <a:close/>
                <a:moveTo>
                  <a:pt x="1362075" y="676275"/>
                </a:moveTo>
                <a:lnTo>
                  <a:pt x="1371600" y="676275"/>
                </a:lnTo>
                <a:lnTo>
                  <a:pt x="1371600" y="685800"/>
                </a:lnTo>
                <a:lnTo>
                  <a:pt x="1362075" y="685800"/>
                </a:lnTo>
                <a:close/>
                <a:moveTo>
                  <a:pt x="1676400" y="676275"/>
                </a:moveTo>
                <a:lnTo>
                  <a:pt x="1685925" y="676275"/>
                </a:lnTo>
                <a:lnTo>
                  <a:pt x="1685925" y="704850"/>
                </a:lnTo>
                <a:lnTo>
                  <a:pt x="1676400" y="704850"/>
                </a:lnTo>
                <a:close/>
                <a:moveTo>
                  <a:pt x="666750" y="685800"/>
                </a:moveTo>
                <a:lnTo>
                  <a:pt x="676275" y="685800"/>
                </a:lnTo>
                <a:lnTo>
                  <a:pt x="676275" y="695325"/>
                </a:lnTo>
                <a:lnTo>
                  <a:pt x="666750" y="695325"/>
                </a:lnTo>
                <a:close/>
                <a:moveTo>
                  <a:pt x="781050" y="685800"/>
                </a:moveTo>
                <a:lnTo>
                  <a:pt x="790575" y="685800"/>
                </a:lnTo>
                <a:lnTo>
                  <a:pt x="790575" y="704850"/>
                </a:lnTo>
                <a:lnTo>
                  <a:pt x="781050" y="704850"/>
                </a:lnTo>
                <a:close/>
                <a:moveTo>
                  <a:pt x="971550" y="685800"/>
                </a:moveTo>
                <a:lnTo>
                  <a:pt x="981075" y="685800"/>
                </a:lnTo>
                <a:lnTo>
                  <a:pt x="981075" y="695325"/>
                </a:lnTo>
                <a:lnTo>
                  <a:pt x="971550" y="695325"/>
                </a:lnTo>
                <a:close/>
                <a:moveTo>
                  <a:pt x="1066800" y="685800"/>
                </a:moveTo>
                <a:lnTo>
                  <a:pt x="1114425" y="685800"/>
                </a:lnTo>
                <a:lnTo>
                  <a:pt x="1114425" y="695325"/>
                </a:lnTo>
                <a:lnTo>
                  <a:pt x="1066800" y="695325"/>
                </a:lnTo>
                <a:close/>
                <a:moveTo>
                  <a:pt x="1247775" y="685800"/>
                </a:moveTo>
                <a:lnTo>
                  <a:pt x="1257300" y="685800"/>
                </a:lnTo>
                <a:lnTo>
                  <a:pt x="1257300" y="695325"/>
                </a:lnTo>
                <a:lnTo>
                  <a:pt x="1247775" y="695325"/>
                </a:lnTo>
                <a:close/>
                <a:moveTo>
                  <a:pt x="1323975" y="685800"/>
                </a:moveTo>
                <a:lnTo>
                  <a:pt x="1362075" y="685800"/>
                </a:lnTo>
                <a:lnTo>
                  <a:pt x="1362075" y="695325"/>
                </a:lnTo>
                <a:lnTo>
                  <a:pt x="1323975" y="695325"/>
                </a:lnTo>
                <a:close/>
                <a:moveTo>
                  <a:pt x="1428750" y="685800"/>
                </a:moveTo>
                <a:lnTo>
                  <a:pt x="1438275" y="685800"/>
                </a:lnTo>
                <a:lnTo>
                  <a:pt x="1438275" y="695325"/>
                </a:lnTo>
                <a:lnTo>
                  <a:pt x="1428750" y="695325"/>
                </a:lnTo>
                <a:close/>
                <a:moveTo>
                  <a:pt x="1466850" y="685800"/>
                </a:moveTo>
                <a:lnTo>
                  <a:pt x="1485900" y="685800"/>
                </a:lnTo>
                <a:lnTo>
                  <a:pt x="1485900" y="695325"/>
                </a:lnTo>
                <a:lnTo>
                  <a:pt x="1466850" y="695325"/>
                </a:lnTo>
                <a:close/>
                <a:moveTo>
                  <a:pt x="1562100" y="685800"/>
                </a:moveTo>
                <a:lnTo>
                  <a:pt x="1571625" y="685800"/>
                </a:lnTo>
                <a:lnTo>
                  <a:pt x="1571625" y="695325"/>
                </a:lnTo>
                <a:lnTo>
                  <a:pt x="1562100" y="695325"/>
                </a:lnTo>
                <a:close/>
                <a:moveTo>
                  <a:pt x="1733550" y="685800"/>
                </a:moveTo>
                <a:lnTo>
                  <a:pt x="1743075" y="685800"/>
                </a:lnTo>
                <a:lnTo>
                  <a:pt x="1743075" y="695325"/>
                </a:lnTo>
                <a:lnTo>
                  <a:pt x="1733550" y="695325"/>
                </a:lnTo>
                <a:close/>
                <a:moveTo>
                  <a:pt x="1762125" y="685800"/>
                </a:moveTo>
                <a:lnTo>
                  <a:pt x="1771650" y="685800"/>
                </a:lnTo>
                <a:lnTo>
                  <a:pt x="1771650" y="704850"/>
                </a:lnTo>
                <a:lnTo>
                  <a:pt x="1762125" y="704850"/>
                </a:lnTo>
                <a:close/>
                <a:moveTo>
                  <a:pt x="1819275" y="685800"/>
                </a:moveTo>
                <a:lnTo>
                  <a:pt x="1828800" y="685800"/>
                </a:lnTo>
                <a:lnTo>
                  <a:pt x="1828800" y="714375"/>
                </a:lnTo>
                <a:lnTo>
                  <a:pt x="1771650" y="714375"/>
                </a:lnTo>
                <a:lnTo>
                  <a:pt x="1771650" y="704850"/>
                </a:lnTo>
                <a:lnTo>
                  <a:pt x="1819275" y="704850"/>
                </a:lnTo>
                <a:close/>
                <a:moveTo>
                  <a:pt x="657225" y="704850"/>
                </a:moveTo>
                <a:lnTo>
                  <a:pt x="666750" y="704850"/>
                </a:lnTo>
                <a:lnTo>
                  <a:pt x="666750" y="714375"/>
                </a:lnTo>
                <a:lnTo>
                  <a:pt x="657225" y="714375"/>
                </a:lnTo>
                <a:close/>
                <a:moveTo>
                  <a:pt x="704850" y="704850"/>
                </a:moveTo>
                <a:lnTo>
                  <a:pt x="714375" y="704850"/>
                </a:lnTo>
                <a:lnTo>
                  <a:pt x="714375" y="714375"/>
                </a:lnTo>
                <a:lnTo>
                  <a:pt x="704850" y="714375"/>
                </a:lnTo>
                <a:close/>
                <a:moveTo>
                  <a:pt x="790575" y="704850"/>
                </a:moveTo>
                <a:lnTo>
                  <a:pt x="800100" y="704850"/>
                </a:lnTo>
                <a:lnTo>
                  <a:pt x="800100" y="714375"/>
                </a:lnTo>
                <a:lnTo>
                  <a:pt x="790575" y="714375"/>
                </a:lnTo>
                <a:close/>
                <a:moveTo>
                  <a:pt x="666750" y="714375"/>
                </a:moveTo>
                <a:lnTo>
                  <a:pt x="676275" y="714375"/>
                </a:lnTo>
                <a:lnTo>
                  <a:pt x="676275" y="723900"/>
                </a:lnTo>
                <a:lnTo>
                  <a:pt x="666750" y="723900"/>
                </a:lnTo>
                <a:close/>
                <a:moveTo>
                  <a:pt x="1962150" y="942975"/>
                </a:moveTo>
                <a:lnTo>
                  <a:pt x="1971675" y="942975"/>
                </a:lnTo>
                <a:lnTo>
                  <a:pt x="1971675" y="952500"/>
                </a:lnTo>
                <a:lnTo>
                  <a:pt x="1962150" y="952500"/>
                </a:lnTo>
                <a:close/>
                <a:moveTo>
                  <a:pt x="1971675" y="952500"/>
                </a:moveTo>
                <a:lnTo>
                  <a:pt x="1981200" y="952500"/>
                </a:lnTo>
                <a:lnTo>
                  <a:pt x="1981200" y="981075"/>
                </a:lnTo>
                <a:lnTo>
                  <a:pt x="1971675" y="981075"/>
                </a:lnTo>
                <a:close/>
                <a:moveTo>
                  <a:pt x="361950" y="1171575"/>
                </a:moveTo>
                <a:lnTo>
                  <a:pt x="371475" y="1171575"/>
                </a:lnTo>
                <a:lnTo>
                  <a:pt x="371475" y="1181100"/>
                </a:lnTo>
                <a:lnTo>
                  <a:pt x="361950" y="1181100"/>
                </a:lnTo>
                <a:close/>
                <a:moveTo>
                  <a:pt x="2066925" y="1181100"/>
                </a:moveTo>
                <a:lnTo>
                  <a:pt x="2076450" y="1181100"/>
                </a:lnTo>
                <a:lnTo>
                  <a:pt x="2076450" y="1238250"/>
                </a:lnTo>
                <a:lnTo>
                  <a:pt x="2066925" y="1238250"/>
                </a:lnTo>
                <a:close/>
                <a:moveTo>
                  <a:pt x="361950" y="1228725"/>
                </a:moveTo>
                <a:lnTo>
                  <a:pt x="371475" y="1228725"/>
                </a:lnTo>
                <a:lnTo>
                  <a:pt x="371475" y="1238250"/>
                </a:lnTo>
                <a:lnTo>
                  <a:pt x="361950" y="1238250"/>
                </a:lnTo>
                <a:close/>
                <a:moveTo>
                  <a:pt x="381000" y="1266825"/>
                </a:moveTo>
                <a:lnTo>
                  <a:pt x="390525" y="1266825"/>
                </a:lnTo>
                <a:lnTo>
                  <a:pt x="390525" y="1276350"/>
                </a:lnTo>
                <a:lnTo>
                  <a:pt x="381000" y="1276350"/>
                </a:lnTo>
                <a:close/>
                <a:moveTo>
                  <a:pt x="2047875" y="1266825"/>
                </a:moveTo>
                <a:lnTo>
                  <a:pt x="2057400" y="1266825"/>
                </a:lnTo>
                <a:lnTo>
                  <a:pt x="2057400" y="1276350"/>
                </a:lnTo>
                <a:lnTo>
                  <a:pt x="2047875" y="1276350"/>
                </a:lnTo>
                <a:close/>
                <a:moveTo>
                  <a:pt x="390525" y="1276350"/>
                </a:moveTo>
                <a:lnTo>
                  <a:pt x="400050" y="1276350"/>
                </a:lnTo>
                <a:lnTo>
                  <a:pt x="400050" y="1285875"/>
                </a:lnTo>
                <a:lnTo>
                  <a:pt x="390525" y="1285875"/>
                </a:lnTo>
                <a:close/>
                <a:moveTo>
                  <a:pt x="2038350" y="1276350"/>
                </a:moveTo>
                <a:lnTo>
                  <a:pt x="2047875" y="1276350"/>
                </a:lnTo>
                <a:lnTo>
                  <a:pt x="2047875" y="1285875"/>
                </a:lnTo>
                <a:lnTo>
                  <a:pt x="2038350" y="1285875"/>
                </a:lnTo>
                <a:close/>
                <a:moveTo>
                  <a:pt x="400050" y="1285875"/>
                </a:moveTo>
                <a:lnTo>
                  <a:pt x="409575" y="1285875"/>
                </a:lnTo>
                <a:lnTo>
                  <a:pt x="409575" y="1295400"/>
                </a:lnTo>
                <a:lnTo>
                  <a:pt x="400050" y="1295400"/>
                </a:lnTo>
                <a:close/>
                <a:moveTo>
                  <a:pt x="2028825" y="1285875"/>
                </a:moveTo>
                <a:lnTo>
                  <a:pt x="2038350" y="1285875"/>
                </a:lnTo>
                <a:lnTo>
                  <a:pt x="2038350" y="1295400"/>
                </a:lnTo>
                <a:lnTo>
                  <a:pt x="2028825" y="1295400"/>
                </a:lnTo>
                <a:close/>
                <a:moveTo>
                  <a:pt x="2009775" y="1295400"/>
                </a:moveTo>
                <a:lnTo>
                  <a:pt x="2019300" y="1295400"/>
                </a:lnTo>
                <a:lnTo>
                  <a:pt x="2019300" y="1304925"/>
                </a:lnTo>
                <a:lnTo>
                  <a:pt x="2009775" y="1304925"/>
                </a:lnTo>
                <a:close/>
                <a:moveTo>
                  <a:pt x="1419225" y="1362075"/>
                </a:moveTo>
                <a:lnTo>
                  <a:pt x="1428750" y="1362075"/>
                </a:lnTo>
                <a:lnTo>
                  <a:pt x="1428750" y="1371600"/>
                </a:lnTo>
                <a:lnTo>
                  <a:pt x="1419225" y="1371600"/>
                </a:lnTo>
                <a:close/>
                <a:moveTo>
                  <a:pt x="1781175" y="1362075"/>
                </a:moveTo>
                <a:lnTo>
                  <a:pt x="1790700" y="1362075"/>
                </a:lnTo>
                <a:lnTo>
                  <a:pt x="1790700" y="1371600"/>
                </a:lnTo>
                <a:lnTo>
                  <a:pt x="1781175" y="1371600"/>
                </a:lnTo>
                <a:close/>
                <a:moveTo>
                  <a:pt x="1800225" y="1371600"/>
                </a:moveTo>
                <a:lnTo>
                  <a:pt x="1809750" y="1371600"/>
                </a:lnTo>
                <a:lnTo>
                  <a:pt x="1809750" y="1381125"/>
                </a:lnTo>
                <a:lnTo>
                  <a:pt x="1800225" y="1381125"/>
                </a:lnTo>
                <a:close/>
                <a:moveTo>
                  <a:pt x="1809750" y="1381125"/>
                </a:moveTo>
                <a:lnTo>
                  <a:pt x="1819275" y="1381125"/>
                </a:lnTo>
                <a:lnTo>
                  <a:pt x="1819275" y="1390650"/>
                </a:lnTo>
                <a:lnTo>
                  <a:pt x="1809750" y="1390650"/>
                </a:lnTo>
                <a:close/>
                <a:moveTo>
                  <a:pt x="1819275" y="1400175"/>
                </a:moveTo>
                <a:lnTo>
                  <a:pt x="1828800" y="1400175"/>
                </a:lnTo>
                <a:lnTo>
                  <a:pt x="1828800" y="2028825"/>
                </a:lnTo>
                <a:lnTo>
                  <a:pt x="1819275" y="2028825"/>
                </a:lnTo>
                <a:close/>
                <a:moveTo>
                  <a:pt x="1381125" y="1419225"/>
                </a:moveTo>
                <a:lnTo>
                  <a:pt x="1390650" y="1419225"/>
                </a:lnTo>
                <a:lnTo>
                  <a:pt x="1390650" y="1476375"/>
                </a:lnTo>
                <a:lnTo>
                  <a:pt x="1381125" y="1476375"/>
                </a:lnTo>
                <a:close/>
                <a:moveTo>
                  <a:pt x="1600200" y="1495425"/>
                </a:moveTo>
                <a:lnTo>
                  <a:pt x="1609725" y="1495425"/>
                </a:lnTo>
                <a:lnTo>
                  <a:pt x="1609725" y="1504950"/>
                </a:lnTo>
                <a:lnTo>
                  <a:pt x="1619250" y="1504950"/>
                </a:lnTo>
                <a:lnTo>
                  <a:pt x="1619250" y="1514475"/>
                </a:lnTo>
                <a:lnTo>
                  <a:pt x="1609725" y="1514475"/>
                </a:lnTo>
                <a:lnTo>
                  <a:pt x="1609725" y="1524000"/>
                </a:lnTo>
                <a:lnTo>
                  <a:pt x="1600200" y="1524000"/>
                </a:lnTo>
                <a:close/>
                <a:moveTo>
                  <a:pt x="1581150" y="1628775"/>
                </a:moveTo>
                <a:lnTo>
                  <a:pt x="1590675" y="1628775"/>
                </a:lnTo>
                <a:lnTo>
                  <a:pt x="1590675" y="1657350"/>
                </a:lnTo>
                <a:lnTo>
                  <a:pt x="1581150" y="1657350"/>
                </a:lnTo>
                <a:close/>
                <a:moveTo>
                  <a:pt x="1543050" y="1638300"/>
                </a:moveTo>
                <a:lnTo>
                  <a:pt x="1571625" y="1638300"/>
                </a:lnTo>
                <a:lnTo>
                  <a:pt x="1571625" y="1657350"/>
                </a:lnTo>
                <a:lnTo>
                  <a:pt x="1562100" y="1657350"/>
                </a:lnTo>
                <a:lnTo>
                  <a:pt x="1562100" y="1647825"/>
                </a:lnTo>
                <a:lnTo>
                  <a:pt x="1543050" y="1647825"/>
                </a:lnTo>
                <a:close/>
                <a:moveTo>
                  <a:pt x="1628775" y="1647825"/>
                </a:moveTo>
                <a:lnTo>
                  <a:pt x="1638300" y="1647825"/>
                </a:lnTo>
                <a:lnTo>
                  <a:pt x="1638300" y="1657350"/>
                </a:lnTo>
                <a:lnTo>
                  <a:pt x="1628775" y="1657350"/>
                </a:lnTo>
                <a:close/>
                <a:moveTo>
                  <a:pt x="647700" y="1676400"/>
                </a:moveTo>
                <a:lnTo>
                  <a:pt x="657225" y="1676400"/>
                </a:lnTo>
                <a:lnTo>
                  <a:pt x="657225" y="1685925"/>
                </a:lnTo>
                <a:lnTo>
                  <a:pt x="733425" y="1685925"/>
                </a:lnTo>
                <a:lnTo>
                  <a:pt x="733425" y="1676400"/>
                </a:lnTo>
                <a:lnTo>
                  <a:pt x="828675" y="1676400"/>
                </a:lnTo>
                <a:lnTo>
                  <a:pt x="828675" y="1685925"/>
                </a:lnTo>
                <a:lnTo>
                  <a:pt x="857250" y="1685925"/>
                </a:lnTo>
                <a:lnTo>
                  <a:pt x="857250" y="1676400"/>
                </a:lnTo>
                <a:lnTo>
                  <a:pt x="990600" y="1676400"/>
                </a:lnTo>
                <a:lnTo>
                  <a:pt x="990600" y="1685925"/>
                </a:lnTo>
                <a:lnTo>
                  <a:pt x="1162050" y="1685925"/>
                </a:lnTo>
                <a:lnTo>
                  <a:pt x="1162050" y="1704975"/>
                </a:lnTo>
                <a:lnTo>
                  <a:pt x="657225" y="1704975"/>
                </a:lnTo>
                <a:lnTo>
                  <a:pt x="657225" y="1714500"/>
                </a:lnTo>
                <a:lnTo>
                  <a:pt x="647700" y="1714500"/>
                </a:lnTo>
                <a:close/>
                <a:moveTo>
                  <a:pt x="1381125" y="1857375"/>
                </a:moveTo>
                <a:lnTo>
                  <a:pt x="1390650" y="1857375"/>
                </a:lnTo>
                <a:lnTo>
                  <a:pt x="1390650" y="1885950"/>
                </a:lnTo>
                <a:lnTo>
                  <a:pt x="1381125" y="1885950"/>
                </a:lnTo>
                <a:close/>
                <a:moveTo>
                  <a:pt x="1381125" y="1971675"/>
                </a:moveTo>
                <a:lnTo>
                  <a:pt x="1390650" y="1971675"/>
                </a:lnTo>
                <a:lnTo>
                  <a:pt x="1390650" y="2038350"/>
                </a:lnTo>
                <a:lnTo>
                  <a:pt x="1381125" y="2038350"/>
                </a:lnTo>
                <a:close/>
                <a:moveTo>
                  <a:pt x="38100" y="2076450"/>
                </a:moveTo>
                <a:lnTo>
                  <a:pt x="47625" y="2076450"/>
                </a:lnTo>
                <a:lnTo>
                  <a:pt x="47625" y="2114550"/>
                </a:lnTo>
                <a:lnTo>
                  <a:pt x="57150" y="2114550"/>
                </a:lnTo>
                <a:lnTo>
                  <a:pt x="57150" y="2143125"/>
                </a:lnTo>
                <a:lnTo>
                  <a:pt x="66675" y="2143125"/>
                </a:lnTo>
                <a:lnTo>
                  <a:pt x="66675" y="2162175"/>
                </a:lnTo>
                <a:lnTo>
                  <a:pt x="76200" y="2162175"/>
                </a:lnTo>
                <a:lnTo>
                  <a:pt x="76200" y="2181225"/>
                </a:lnTo>
                <a:lnTo>
                  <a:pt x="85725" y="2181225"/>
                </a:lnTo>
                <a:lnTo>
                  <a:pt x="85725" y="2190750"/>
                </a:lnTo>
                <a:lnTo>
                  <a:pt x="95250" y="2190750"/>
                </a:lnTo>
                <a:lnTo>
                  <a:pt x="95250" y="2200275"/>
                </a:lnTo>
                <a:lnTo>
                  <a:pt x="104775" y="2200275"/>
                </a:lnTo>
                <a:lnTo>
                  <a:pt x="104775" y="2219325"/>
                </a:lnTo>
                <a:lnTo>
                  <a:pt x="114300" y="2219325"/>
                </a:lnTo>
                <a:lnTo>
                  <a:pt x="114300" y="2228850"/>
                </a:lnTo>
                <a:lnTo>
                  <a:pt x="133350" y="2228850"/>
                </a:lnTo>
                <a:lnTo>
                  <a:pt x="133350" y="2238375"/>
                </a:lnTo>
                <a:lnTo>
                  <a:pt x="142875" y="2238375"/>
                </a:lnTo>
                <a:lnTo>
                  <a:pt x="142875" y="2247900"/>
                </a:lnTo>
                <a:lnTo>
                  <a:pt x="152400" y="2247900"/>
                </a:lnTo>
                <a:lnTo>
                  <a:pt x="152400" y="2257425"/>
                </a:lnTo>
                <a:lnTo>
                  <a:pt x="171450" y="2257425"/>
                </a:lnTo>
                <a:lnTo>
                  <a:pt x="171450" y="2266950"/>
                </a:lnTo>
                <a:lnTo>
                  <a:pt x="180975" y="2266950"/>
                </a:lnTo>
                <a:lnTo>
                  <a:pt x="180975" y="2276475"/>
                </a:lnTo>
                <a:lnTo>
                  <a:pt x="200025" y="2276475"/>
                </a:lnTo>
                <a:lnTo>
                  <a:pt x="200025" y="2286000"/>
                </a:lnTo>
                <a:lnTo>
                  <a:pt x="228600" y="2286000"/>
                </a:lnTo>
                <a:lnTo>
                  <a:pt x="228600" y="2295525"/>
                </a:lnTo>
                <a:lnTo>
                  <a:pt x="266700" y="2295525"/>
                </a:lnTo>
                <a:lnTo>
                  <a:pt x="266700" y="2305050"/>
                </a:lnTo>
                <a:lnTo>
                  <a:pt x="2162175" y="2305050"/>
                </a:lnTo>
                <a:lnTo>
                  <a:pt x="2162175" y="2295525"/>
                </a:lnTo>
                <a:lnTo>
                  <a:pt x="2219325" y="2295525"/>
                </a:lnTo>
                <a:lnTo>
                  <a:pt x="2219325" y="2286000"/>
                </a:lnTo>
                <a:lnTo>
                  <a:pt x="2238375" y="2286000"/>
                </a:lnTo>
                <a:lnTo>
                  <a:pt x="2238375" y="2276475"/>
                </a:lnTo>
                <a:lnTo>
                  <a:pt x="2257425" y="2276475"/>
                </a:lnTo>
                <a:lnTo>
                  <a:pt x="2257425" y="2266950"/>
                </a:lnTo>
                <a:lnTo>
                  <a:pt x="2276475" y="2266950"/>
                </a:lnTo>
                <a:lnTo>
                  <a:pt x="2276475" y="2257425"/>
                </a:lnTo>
                <a:lnTo>
                  <a:pt x="2286000" y="2257425"/>
                </a:lnTo>
                <a:lnTo>
                  <a:pt x="2286000" y="2247900"/>
                </a:lnTo>
                <a:lnTo>
                  <a:pt x="2305050" y="2247900"/>
                </a:lnTo>
                <a:lnTo>
                  <a:pt x="2305050" y="2238375"/>
                </a:lnTo>
                <a:lnTo>
                  <a:pt x="2314575" y="2238375"/>
                </a:lnTo>
                <a:lnTo>
                  <a:pt x="2314575" y="2228850"/>
                </a:lnTo>
                <a:lnTo>
                  <a:pt x="2324100" y="2228850"/>
                </a:lnTo>
                <a:lnTo>
                  <a:pt x="2324100" y="2209800"/>
                </a:lnTo>
                <a:lnTo>
                  <a:pt x="2333625" y="2209800"/>
                </a:lnTo>
                <a:lnTo>
                  <a:pt x="2333625" y="2200275"/>
                </a:lnTo>
                <a:lnTo>
                  <a:pt x="2343150" y="2200275"/>
                </a:lnTo>
                <a:lnTo>
                  <a:pt x="2343150" y="2190750"/>
                </a:lnTo>
                <a:lnTo>
                  <a:pt x="2352675" y="2190750"/>
                </a:lnTo>
                <a:lnTo>
                  <a:pt x="2352675" y="2171700"/>
                </a:lnTo>
                <a:lnTo>
                  <a:pt x="2362200" y="2171700"/>
                </a:lnTo>
                <a:lnTo>
                  <a:pt x="2362200" y="2162175"/>
                </a:lnTo>
                <a:lnTo>
                  <a:pt x="2371725" y="2162175"/>
                </a:lnTo>
                <a:lnTo>
                  <a:pt x="2371725" y="2143125"/>
                </a:lnTo>
                <a:lnTo>
                  <a:pt x="2381250" y="2143125"/>
                </a:lnTo>
                <a:lnTo>
                  <a:pt x="2381250" y="2114550"/>
                </a:lnTo>
                <a:lnTo>
                  <a:pt x="2390775" y="2114550"/>
                </a:lnTo>
                <a:lnTo>
                  <a:pt x="2390775" y="2076450"/>
                </a:lnTo>
                <a:lnTo>
                  <a:pt x="2400300" y="2076450"/>
                </a:lnTo>
                <a:lnTo>
                  <a:pt x="2400300" y="276225"/>
                </a:lnTo>
                <a:lnTo>
                  <a:pt x="2390775" y="276225"/>
                </a:lnTo>
                <a:lnTo>
                  <a:pt x="2390775" y="228600"/>
                </a:lnTo>
                <a:lnTo>
                  <a:pt x="2381250" y="228600"/>
                </a:lnTo>
                <a:lnTo>
                  <a:pt x="2381250" y="200025"/>
                </a:lnTo>
                <a:lnTo>
                  <a:pt x="2371725" y="200025"/>
                </a:lnTo>
                <a:lnTo>
                  <a:pt x="2371725" y="180975"/>
                </a:lnTo>
                <a:lnTo>
                  <a:pt x="2362200" y="180975"/>
                </a:lnTo>
                <a:lnTo>
                  <a:pt x="2362200" y="161925"/>
                </a:lnTo>
                <a:lnTo>
                  <a:pt x="2352675" y="161925"/>
                </a:lnTo>
                <a:lnTo>
                  <a:pt x="2352675" y="142875"/>
                </a:lnTo>
                <a:lnTo>
                  <a:pt x="2343150" y="142875"/>
                </a:lnTo>
                <a:lnTo>
                  <a:pt x="2343150" y="133350"/>
                </a:lnTo>
                <a:lnTo>
                  <a:pt x="2333625" y="133350"/>
                </a:lnTo>
                <a:lnTo>
                  <a:pt x="2333625" y="123825"/>
                </a:lnTo>
                <a:lnTo>
                  <a:pt x="2324100" y="123825"/>
                </a:lnTo>
                <a:lnTo>
                  <a:pt x="2324100" y="114300"/>
                </a:lnTo>
                <a:lnTo>
                  <a:pt x="2314575" y="114300"/>
                </a:lnTo>
                <a:lnTo>
                  <a:pt x="2314575" y="104775"/>
                </a:lnTo>
                <a:lnTo>
                  <a:pt x="2305050" y="104775"/>
                </a:lnTo>
                <a:lnTo>
                  <a:pt x="2305050" y="95250"/>
                </a:lnTo>
                <a:lnTo>
                  <a:pt x="2295525" y="95250"/>
                </a:lnTo>
                <a:lnTo>
                  <a:pt x="2295525" y="85725"/>
                </a:lnTo>
                <a:lnTo>
                  <a:pt x="2286000" y="85725"/>
                </a:lnTo>
                <a:lnTo>
                  <a:pt x="2286000" y="76200"/>
                </a:lnTo>
                <a:lnTo>
                  <a:pt x="2266950" y="76200"/>
                </a:lnTo>
                <a:lnTo>
                  <a:pt x="2266950" y="66675"/>
                </a:lnTo>
                <a:lnTo>
                  <a:pt x="2257425" y="66675"/>
                </a:lnTo>
                <a:lnTo>
                  <a:pt x="2257425" y="57150"/>
                </a:lnTo>
                <a:lnTo>
                  <a:pt x="2238375" y="57150"/>
                </a:lnTo>
                <a:lnTo>
                  <a:pt x="2238375" y="47625"/>
                </a:lnTo>
                <a:lnTo>
                  <a:pt x="2209800" y="47625"/>
                </a:lnTo>
                <a:lnTo>
                  <a:pt x="2209800" y="38100"/>
                </a:lnTo>
                <a:lnTo>
                  <a:pt x="2143125" y="38100"/>
                </a:lnTo>
                <a:lnTo>
                  <a:pt x="2143125" y="28575"/>
                </a:lnTo>
                <a:lnTo>
                  <a:pt x="276225" y="28575"/>
                </a:lnTo>
                <a:lnTo>
                  <a:pt x="276225" y="38100"/>
                </a:lnTo>
                <a:lnTo>
                  <a:pt x="228600" y="38100"/>
                </a:lnTo>
                <a:lnTo>
                  <a:pt x="228600" y="47625"/>
                </a:lnTo>
                <a:lnTo>
                  <a:pt x="200025" y="47625"/>
                </a:lnTo>
                <a:lnTo>
                  <a:pt x="200025" y="57150"/>
                </a:lnTo>
                <a:lnTo>
                  <a:pt x="180975" y="57150"/>
                </a:lnTo>
                <a:lnTo>
                  <a:pt x="180975" y="66675"/>
                </a:lnTo>
                <a:lnTo>
                  <a:pt x="171450" y="66675"/>
                </a:lnTo>
                <a:lnTo>
                  <a:pt x="171450" y="76200"/>
                </a:lnTo>
                <a:lnTo>
                  <a:pt x="152400" y="76200"/>
                </a:lnTo>
                <a:lnTo>
                  <a:pt x="152400" y="85725"/>
                </a:lnTo>
                <a:lnTo>
                  <a:pt x="142875" y="85725"/>
                </a:lnTo>
                <a:lnTo>
                  <a:pt x="142875" y="95250"/>
                </a:lnTo>
                <a:lnTo>
                  <a:pt x="133350" y="95250"/>
                </a:lnTo>
                <a:lnTo>
                  <a:pt x="133350" y="104775"/>
                </a:lnTo>
                <a:lnTo>
                  <a:pt x="123825" y="104775"/>
                </a:lnTo>
                <a:lnTo>
                  <a:pt x="123825" y="114300"/>
                </a:lnTo>
                <a:lnTo>
                  <a:pt x="114300" y="114300"/>
                </a:lnTo>
                <a:lnTo>
                  <a:pt x="114300" y="123825"/>
                </a:lnTo>
                <a:lnTo>
                  <a:pt x="104775" y="123825"/>
                </a:lnTo>
                <a:lnTo>
                  <a:pt x="104775" y="133350"/>
                </a:lnTo>
                <a:lnTo>
                  <a:pt x="95250" y="133350"/>
                </a:lnTo>
                <a:lnTo>
                  <a:pt x="95250" y="142875"/>
                </a:lnTo>
                <a:lnTo>
                  <a:pt x="85725" y="142875"/>
                </a:lnTo>
                <a:lnTo>
                  <a:pt x="85725" y="152400"/>
                </a:lnTo>
                <a:lnTo>
                  <a:pt x="76200" y="152400"/>
                </a:lnTo>
                <a:lnTo>
                  <a:pt x="76200" y="171450"/>
                </a:lnTo>
                <a:lnTo>
                  <a:pt x="66675" y="171450"/>
                </a:lnTo>
                <a:lnTo>
                  <a:pt x="66675" y="190500"/>
                </a:lnTo>
                <a:lnTo>
                  <a:pt x="57150" y="190500"/>
                </a:lnTo>
                <a:lnTo>
                  <a:pt x="57150" y="219075"/>
                </a:lnTo>
                <a:lnTo>
                  <a:pt x="47625" y="219075"/>
                </a:lnTo>
                <a:lnTo>
                  <a:pt x="47625" y="266700"/>
                </a:lnTo>
                <a:lnTo>
                  <a:pt x="38100" y="266700"/>
                </a:lnTo>
                <a:close/>
                <a:moveTo>
                  <a:pt x="1819275" y="2085975"/>
                </a:moveTo>
                <a:lnTo>
                  <a:pt x="1828800" y="2085975"/>
                </a:lnTo>
                <a:lnTo>
                  <a:pt x="1828800" y="2095500"/>
                </a:lnTo>
                <a:lnTo>
                  <a:pt x="1819275" y="2095500"/>
                </a:lnTo>
                <a:close/>
                <a:moveTo>
                  <a:pt x="1800225" y="2095500"/>
                </a:moveTo>
                <a:lnTo>
                  <a:pt x="1819275" y="2095500"/>
                </a:lnTo>
                <a:lnTo>
                  <a:pt x="1819275" y="2105025"/>
                </a:lnTo>
                <a:lnTo>
                  <a:pt x="1800225" y="2105025"/>
                </a:lnTo>
                <a:close/>
              </a:path>
            </a:pathLst>
          </a:custGeom>
          <a:solidFill xmlns:a="http://schemas.openxmlformats.org/drawingml/2006/main">
            <a:srgbClr val="A6503A"/>
          </a:solidFill>
          <a:ln xmlns:a="http://schemas.openxmlformats.org/drawingml/2006/main" w="0">
            <a:noFill/>
          </a:ln>
        </p:spPr>
      </p:sp>
      <p:sp>
        <p:nvSpPr>
          <p:cNvPr id="32" name="logo vector #cb2519">
            <a:extLst xmlns:a="http://schemas.openxmlformats.org/drawingml/2006/main">
              <a:ext uri="{FF2B5EF4-FFF2-40B4-BE49-F238E27FC236}">
                <a16:creationId xmlns:a16="http://schemas.microsoft.com/office/drawing/2014/main" id="{20D92AC1-C828-4CA0-AD60-EBD791897F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124450" y="1590675"/>
            <a:ext cx="2867025" cy="2752725"/>
          </a:xfrm>
          <a:custGeom xmlns:a="http://schemas.openxmlformats.org/drawingml/2006/main">
            <a:pathLst>
              <a:path w="2428875" h="2333625">
                <a:moveTo>
                  <a:pt x="1133475" y="333375"/>
                </a:moveTo>
                <a:lnTo>
                  <a:pt x="1343025" y="333375"/>
                </a:lnTo>
                <a:lnTo>
                  <a:pt x="1343025" y="342900"/>
                </a:lnTo>
                <a:lnTo>
                  <a:pt x="1352550" y="342900"/>
                </a:lnTo>
                <a:lnTo>
                  <a:pt x="1352550" y="352425"/>
                </a:lnTo>
                <a:lnTo>
                  <a:pt x="1362075" y="352425"/>
                </a:lnTo>
                <a:lnTo>
                  <a:pt x="1362075" y="361950"/>
                </a:lnTo>
                <a:lnTo>
                  <a:pt x="1343025" y="361950"/>
                </a:lnTo>
                <a:lnTo>
                  <a:pt x="1343025" y="371475"/>
                </a:lnTo>
                <a:lnTo>
                  <a:pt x="1247775" y="371475"/>
                </a:lnTo>
                <a:lnTo>
                  <a:pt x="1247775" y="361950"/>
                </a:lnTo>
                <a:lnTo>
                  <a:pt x="1190625" y="361950"/>
                </a:lnTo>
                <a:lnTo>
                  <a:pt x="1190625" y="371475"/>
                </a:lnTo>
                <a:lnTo>
                  <a:pt x="1143000" y="371475"/>
                </a:lnTo>
                <a:lnTo>
                  <a:pt x="1143000" y="361950"/>
                </a:lnTo>
                <a:lnTo>
                  <a:pt x="1133475" y="361950"/>
                </a:lnTo>
                <a:lnTo>
                  <a:pt x="1133475" y="352425"/>
                </a:lnTo>
                <a:lnTo>
                  <a:pt x="1123950" y="352425"/>
                </a:lnTo>
                <a:lnTo>
                  <a:pt x="1123950" y="342900"/>
                </a:lnTo>
                <a:lnTo>
                  <a:pt x="1133475" y="342900"/>
                </a:lnTo>
                <a:close/>
                <a:moveTo>
                  <a:pt x="857250" y="361950"/>
                </a:moveTo>
                <a:lnTo>
                  <a:pt x="923925" y="361950"/>
                </a:lnTo>
                <a:lnTo>
                  <a:pt x="923925" y="371475"/>
                </a:lnTo>
                <a:lnTo>
                  <a:pt x="933450" y="371475"/>
                </a:lnTo>
                <a:lnTo>
                  <a:pt x="933450" y="381000"/>
                </a:lnTo>
                <a:lnTo>
                  <a:pt x="923925" y="381000"/>
                </a:lnTo>
                <a:lnTo>
                  <a:pt x="923925" y="390525"/>
                </a:lnTo>
                <a:lnTo>
                  <a:pt x="866775" y="390525"/>
                </a:lnTo>
                <a:lnTo>
                  <a:pt x="866775" y="400050"/>
                </a:lnTo>
                <a:lnTo>
                  <a:pt x="819150" y="400050"/>
                </a:lnTo>
                <a:lnTo>
                  <a:pt x="819150" y="409575"/>
                </a:lnTo>
                <a:lnTo>
                  <a:pt x="781050" y="409575"/>
                </a:lnTo>
                <a:lnTo>
                  <a:pt x="781050" y="419100"/>
                </a:lnTo>
                <a:lnTo>
                  <a:pt x="762000" y="419100"/>
                </a:lnTo>
                <a:lnTo>
                  <a:pt x="762000" y="409575"/>
                </a:lnTo>
                <a:lnTo>
                  <a:pt x="742950" y="409575"/>
                </a:lnTo>
                <a:lnTo>
                  <a:pt x="742950" y="400050"/>
                </a:lnTo>
                <a:lnTo>
                  <a:pt x="752475" y="400050"/>
                </a:lnTo>
                <a:lnTo>
                  <a:pt x="752475" y="390525"/>
                </a:lnTo>
                <a:lnTo>
                  <a:pt x="762000" y="390525"/>
                </a:lnTo>
                <a:lnTo>
                  <a:pt x="762000" y="381000"/>
                </a:lnTo>
                <a:lnTo>
                  <a:pt x="800100" y="381000"/>
                </a:lnTo>
                <a:lnTo>
                  <a:pt x="800100" y="371475"/>
                </a:lnTo>
                <a:lnTo>
                  <a:pt x="857250" y="371475"/>
                </a:lnTo>
                <a:close/>
                <a:moveTo>
                  <a:pt x="1562100" y="371475"/>
                </a:moveTo>
                <a:lnTo>
                  <a:pt x="1647825" y="371475"/>
                </a:lnTo>
                <a:lnTo>
                  <a:pt x="1647825" y="381000"/>
                </a:lnTo>
                <a:lnTo>
                  <a:pt x="1685925" y="381000"/>
                </a:lnTo>
                <a:lnTo>
                  <a:pt x="1685925" y="390525"/>
                </a:lnTo>
                <a:lnTo>
                  <a:pt x="1704975" y="390525"/>
                </a:lnTo>
                <a:lnTo>
                  <a:pt x="1704975" y="400050"/>
                </a:lnTo>
                <a:lnTo>
                  <a:pt x="1724025" y="400050"/>
                </a:lnTo>
                <a:lnTo>
                  <a:pt x="1724025" y="409575"/>
                </a:lnTo>
                <a:lnTo>
                  <a:pt x="1733550" y="409575"/>
                </a:lnTo>
                <a:lnTo>
                  <a:pt x="1733550" y="428625"/>
                </a:lnTo>
                <a:lnTo>
                  <a:pt x="1724025" y="428625"/>
                </a:lnTo>
                <a:lnTo>
                  <a:pt x="1724025" y="438150"/>
                </a:lnTo>
                <a:lnTo>
                  <a:pt x="1714500" y="438150"/>
                </a:lnTo>
                <a:lnTo>
                  <a:pt x="1714500" y="428625"/>
                </a:lnTo>
                <a:lnTo>
                  <a:pt x="1704975" y="428625"/>
                </a:lnTo>
                <a:lnTo>
                  <a:pt x="1704975" y="419100"/>
                </a:lnTo>
                <a:lnTo>
                  <a:pt x="1676400" y="419100"/>
                </a:lnTo>
                <a:lnTo>
                  <a:pt x="1676400" y="409575"/>
                </a:lnTo>
                <a:lnTo>
                  <a:pt x="1638300" y="409575"/>
                </a:lnTo>
                <a:lnTo>
                  <a:pt x="1638300" y="400050"/>
                </a:lnTo>
                <a:lnTo>
                  <a:pt x="1600200" y="400050"/>
                </a:lnTo>
                <a:lnTo>
                  <a:pt x="1600200" y="390525"/>
                </a:lnTo>
                <a:lnTo>
                  <a:pt x="1581150" y="390525"/>
                </a:lnTo>
                <a:lnTo>
                  <a:pt x="1581150" y="381000"/>
                </a:lnTo>
                <a:lnTo>
                  <a:pt x="1562100" y="381000"/>
                </a:lnTo>
                <a:close/>
                <a:moveTo>
                  <a:pt x="542925" y="476250"/>
                </a:moveTo>
                <a:lnTo>
                  <a:pt x="561975" y="476250"/>
                </a:lnTo>
                <a:lnTo>
                  <a:pt x="561975" y="485775"/>
                </a:lnTo>
                <a:lnTo>
                  <a:pt x="571500" y="485775"/>
                </a:lnTo>
                <a:lnTo>
                  <a:pt x="571500" y="504825"/>
                </a:lnTo>
                <a:lnTo>
                  <a:pt x="561975" y="504825"/>
                </a:lnTo>
                <a:lnTo>
                  <a:pt x="561975" y="514350"/>
                </a:lnTo>
                <a:lnTo>
                  <a:pt x="552450" y="514350"/>
                </a:lnTo>
                <a:lnTo>
                  <a:pt x="552450" y="523875"/>
                </a:lnTo>
                <a:lnTo>
                  <a:pt x="542925" y="523875"/>
                </a:lnTo>
                <a:lnTo>
                  <a:pt x="542925" y="542925"/>
                </a:lnTo>
                <a:lnTo>
                  <a:pt x="533400" y="542925"/>
                </a:lnTo>
                <a:lnTo>
                  <a:pt x="533400" y="609600"/>
                </a:lnTo>
                <a:lnTo>
                  <a:pt x="523875" y="609600"/>
                </a:lnTo>
                <a:lnTo>
                  <a:pt x="523875" y="619125"/>
                </a:lnTo>
                <a:lnTo>
                  <a:pt x="514350" y="619125"/>
                </a:lnTo>
                <a:lnTo>
                  <a:pt x="514350" y="600075"/>
                </a:lnTo>
                <a:lnTo>
                  <a:pt x="504825" y="600075"/>
                </a:lnTo>
                <a:lnTo>
                  <a:pt x="504825" y="533400"/>
                </a:lnTo>
                <a:lnTo>
                  <a:pt x="514350" y="533400"/>
                </a:lnTo>
                <a:lnTo>
                  <a:pt x="514350" y="504825"/>
                </a:lnTo>
                <a:lnTo>
                  <a:pt x="523875" y="504825"/>
                </a:lnTo>
                <a:lnTo>
                  <a:pt x="523875" y="495300"/>
                </a:lnTo>
                <a:lnTo>
                  <a:pt x="533400" y="495300"/>
                </a:lnTo>
                <a:lnTo>
                  <a:pt x="533400" y="485775"/>
                </a:lnTo>
                <a:lnTo>
                  <a:pt x="542925" y="485775"/>
                </a:lnTo>
                <a:close/>
                <a:moveTo>
                  <a:pt x="1885950" y="495300"/>
                </a:moveTo>
                <a:lnTo>
                  <a:pt x="1914525" y="495300"/>
                </a:lnTo>
                <a:lnTo>
                  <a:pt x="1914525" y="514350"/>
                </a:lnTo>
                <a:lnTo>
                  <a:pt x="1924050" y="514350"/>
                </a:lnTo>
                <a:lnTo>
                  <a:pt x="1924050" y="523875"/>
                </a:lnTo>
                <a:lnTo>
                  <a:pt x="1933575" y="523875"/>
                </a:lnTo>
                <a:lnTo>
                  <a:pt x="1933575" y="647700"/>
                </a:lnTo>
                <a:lnTo>
                  <a:pt x="1924050" y="647700"/>
                </a:lnTo>
                <a:lnTo>
                  <a:pt x="1924050" y="657225"/>
                </a:lnTo>
                <a:lnTo>
                  <a:pt x="1914525" y="657225"/>
                </a:lnTo>
                <a:lnTo>
                  <a:pt x="1914525" y="647700"/>
                </a:lnTo>
                <a:lnTo>
                  <a:pt x="1905000" y="647700"/>
                </a:lnTo>
                <a:lnTo>
                  <a:pt x="1905000" y="552450"/>
                </a:lnTo>
                <a:lnTo>
                  <a:pt x="1895475" y="552450"/>
                </a:lnTo>
                <a:lnTo>
                  <a:pt x="1895475" y="514350"/>
                </a:lnTo>
                <a:lnTo>
                  <a:pt x="1885950" y="514350"/>
                </a:lnTo>
                <a:close/>
                <a:moveTo>
                  <a:pt x="752475" y="523875"/>
                </a:moveTo>
                <a:lnTo>
                  <a:pt x="771525" y="523875"/>
                </a:lnTo>
                <a:lnTo>
                  <a:pt x="771525" y="533400"/>
                </a:lnTo>
                <a:lnTo>
                  <a:pt x="781050" y="533400"/>
                </a:lnTo>
                <a:lnTo>
                  <a:pt x="781050" y="552450"/>
                </a:lnTo>
                <a:lnTo>
                  <a:pt x="771525" y="552450"/>
                </a:lnTo>
                <a:lnTo>
                  <a:pt x="771525" y="561975"/>
                </a:lnTo>
                <a:lnTo>
                  <a:pt x="742950" y="561975"/>
                </a:lnTo>
                <a:lnTo>
                  <a:pt x="742950" y="552450"/>
                </a:lnTo>
                <a:lnTo>
                  <a:pt x="752475" y="552450"/>
                </a:lnTo>
                <a:close/>
                <a:moveTo>
                  <a:pt x="1543050" y="600075"/>
                </a:moveTo>
                <a:lnTo>
                  <a:pt x="1562100" y="600075"/>
                </a:lnTo>
                <a:lnTo>
                  <a:pt x="1562100" y="619125"/>
                </a:lnTo>
                <a:lnTo>
                  <a:pt x="1571625" y="619125"/>
                </a:lnTo>
                <a:lnTo>
                  <a:pt x="1571625" y="647700"/>
                </a:lnTo>
                <a:lnTo>
                  <a:pt x="1552575" y="647700"/>
                </a:lnTo>
                <a:lnTo>
                  <a:pt x="1552575" y="657225"/>
                </a:lnTo>
                <a:lnTo>
                  <a:pt x="1543050" y="657225"/>
                </a:lnTo>
                <a:close/>
                <a:moveTo>
                  <a:pt x="514350" y="800100"/>
                </a:moveTo>
                <a:lnTo>
                  <a:pt x="533400" y="800100"/>
                </a:lnTo>
                <a:lnTo>
                  <a:pt x="533400" y="885825"/>
                </a:lnTo>
                <a:lnTo>
                  <a:pt x="542925" y="885825"/>
                </a:lnTo>
                <a:lnTo>
                  <a:pt x="542925" y="895350"/>
                </a:lnTo>
                <a:lnTo>
                  <a:pt x="552450" y="895350"/>
                </a:lnTo>
                <a:lnTo>
                  <a:pt x="552450" y="904875"/>
                </a:lnTo>
                <a:lnTo>
                  <a:pt x="561975" y="904875"/>
                </a:lnTo>
                <a:lnTo>
                  <a:pt x="561975" y="914400"/>
                </a:lnTo>
                <a:lnTo>
                  <a:pt x="609600" y="914400"/>
                </a:lnTo>
                <a:lnTo>
                  <a:pt x="609600" y="923925"/>
                </a:lnTo>
                <a:lnTo>
                  <a:pt x="647700" y="923925"/>
                </a:lnTo>
                <a:lnTo>
                  <a:pt x="647700" y="933450"/>
                </a:lnTo>
                <a:lnTo>
                  <a:pt x="714375" y="933450"/>
                </a:lnTo>
                <a:lnTo>
                  <a:pt x="714375" y="923925"/>
                </a:lnTo>
                <a:lnTo>
                  <a:pt x="771525" y="923925"/>
                </a:lnTo>
                <a:lnTo>
                  <a:pt x="771525" y="914400"/>
                </a:lnTo>
                <a:lnTo>
                  <a:pt x="809625" y="914400"/>
                </a:lnTo>
                <a:lnTo>
                  <a:pt x="809625" y="923925"/>
                </a:lnTo>
                <a:lnTo>
                  <a:pt x="828675" y="923925"/>
                </a:lnTo>
                <a:lnTo>
                  <a:pt x="828675" y="914400"/>
                </a:lnTo>
                <a:lnTo>
                  <a:pt x="847725" y="914400"/>
                </a:lnTo>
                <a:lnTo>
                  <a:pt x="847725" y="923925"/>
                </a:lnTo>
                <a:lnTo>
                  <a:pt x="866775" y="923925"/>
                </a:lnTo>
                <a:lnTo>
                  <a:pt x="866775" y="933450"/>
                </a:lnTo>
                <a:lnTo>
                  <a:pt x="1152525" y="933450"/>
                </a:lnTo>
                <a:lnTo>
                  <a:pt x="1152525" y="923925"/>
                </a:lnTo>
                <a:lnTo>
                  <a:pt x="1171575" y="923925"/>
                </a:lnTo>
                <a:lnTo>
                  <a:pt x="1171575" y="914400"/>
                </a:lnTo>
                <a:lnTo>
                  <a:pt x="1314450" y="914400"/>
                </a:lnTo>
                <a:lnTo>
                  <a:pt x="1314450" y="923925"/>
                </a:lnTo>
                <a:lnTo>
                  <a:pt x="1362075" y="923925"/>
                </a:lnTo>
                <a:lnTo>
                  <a:pt x="1362075" y="933450"/>
                </a:lnTo>
                <a:lnTo>
                  <a:pt x="1733550" y="933450"/>
                </a:lnTo>
                <a:lnTo>
                  <a:pt x="1733550" y="923925"/>
                </a:lnTo>
                <a:lnTo>
                  <a:pt x="1762125" y="923925"/>
                </a:lnTo>
                <a:lnTo>
                  <a:pt x="1762125" y="914400"/>
                </a:lnTo>
                <a:lnTo>
                  <a:pt x="1876425" y="914400"/>
                </a:lnTo>
                <a:lnTo>
                  <a:pt x="1876425" y="904875"/>
                </a:lnTo>
                <a:lnTo>
                  <a:pt x="1885950" y="904875"/>
                </a:lnTo>
                <a:lnTo>
                  <a:pt x="1885950" y="895350"/>
                </a:lnTo>
                <a:lnTo>
                  <a:pt x="1895475" y="895350"/>
                </a:lnTo>
                <a:lnTo>
                  <a:pt x="1895475" y="876300"/>
                </a:lnTo>
                <a:lnTo>
                  <a:pt x="1905000" y="876300"/>
                </a:lnTo>
                <a:lnTo>
                  <a:pt x="1905000" y="847725"/>
                </a:lnTo>
                <a:lnTo>
                  <a:pt x="1914525" y="847725"/>
                </a:lnTo>
                <a:lnTo>
                  <a:pt x="1914525" y="828675"/>
                </a:lnTo>
                <a:lnTo>
                  <a:pt x="1924050" y="828675"/>
                </a:lnTo>
                <a:lnTo>
                  <a:pt x="1924050" y="847725"/>
                </a:lnTo>
                <a:lnTo>
                  <a:pt x="1933575" y="847725"/>
                </a:lnTo>
                <a:lnTo>
                  <a:pt x="1933575" y="914400"/>
                </a:lnTo>
                <a:lnTo>
                  <a:pt x="1924050" y="914400"/>
                </a:lnTo>
                <a:lnTo>
                  <a:pt x="1924050" y="923925"/>
                </a:lnTo>
                <a:lnTo>
                  <a:pt x="1914525" y="923925"/>
                </a:lnTo>
                <a:lnTo>
                  <a:pt x="1914525" y="933450"/>
                </a:lnTo>
                <a:lnTo>
                  <a:pt x="1924050" y="933450"/>
                </a:lnTo>
                <a:lnTo>
                  <a:pt x="1924050" y="942975"/>
                </a:lnTo>
                <a:lnTo>
                  <a:pt x="1905000" y="942975"/>
                </a:lnTo>
                <a:lnTo>
                  <a:pt x="1905000" y="952500"/>
                </a:lnTo>
                <a:lnTo>
                  <a:pt x="1866900" y="952500"/>
                </a:lnTo>
                <a:lnTo>
                  <a:pt x="1866900" y="942975"/>
                </a:lnTo>
                <a:lnTo>
                  <a:pt x="1790700" y="942975"/>
                </a:lnTo>
                <a:lnTo>
                  <a:pt x="1790700" y="952500"/>
                </a:lnTo>
                <a:lnTo>
                  <a:pt x="1771650" y="952500"/>
                </a:lnTo>
                <a:lnTo>
                  <a:pt x="1771650" y="942975"/>
                </a:lnTo>
                <a:lnTo>
                  <a:pt x="1743075" y="942975"/>
                </a:lnTo>
                <a:lnTo>
                  <a:pt x="1743075" y="952500"/>
                </a:lnTo>
                <a:lnTo>
                  <a:pt x="1724025" y="952500"/>
                </a:lnTo>
                <a:lnTo>
                  <a:pt x="1724025" y="962025"/>
                </a:lnTo>
                <a:lnTo>
                  <a:pt x="1714500" y="962025"/>
                </a:lnTo>
                <a:lnTo>
                  <a:pt x="1714500" y="971550"/>
                </a:lnTo>
                <a:lnTo>
                  <a:pt x="1695450" y="971550"/>
                </a:lnTo>
                <a:lnTo>
                  <a:pt x="1695450" y="981075"/>
                </a:lnTo>
                <a:lnTo>
                  <a:pt x="1647825" y="981075"/>
                </a:lnTo>
                <a:lnTo>
                  <a:pt x="1647825" y="1009650"/>
                </a:lnTo>
                <a:lnTo>
                  <a:pt x="1476375" y="1009650"/>
                </a:lnTo>
                <a:lnTo>
                  <a:pt x="1476375" y="1000125"/>
                </a:lnTo>
                <a:lnTo>
                  <a:pt x="1438275" y="1000125"/>
                </a:lnTo>
                <a:lnTo>
                  <a:pt x="1438275" y="981075"/>
                </a:lnTo>
                <a:lnTo>
                  <a:pt x="1428750" y="981075"/>
                </a:lnTo>
                <a:lnTo>
                  <a:pt x="1428750" y="971550"/>
                </a:lnTo>
                <a:lnTo>
                  <a:pt x="1409700" y="971550"/>
                </a:lnTo>
                <a:lnTo>
                  <a:pt x="1409700" y="962025"/>
                </a:lnTo>
                <a:lnTo>
                  <a:pt x="1381125" y="962025"/>
                </a:lnTo>
                <a:lnTo>
                  <a:pt x="1381125" y="952500"/>
                </a:lnTo>
                <a:lnTo>
                  <a:pt x="1352550" y="952500"/>
                </a:lnTo>
                <a:lnTo>
                  <a:pt x="1352550" y="942975"/>
                </a:lnTo>
                <a:lnTo>
                  <a:pt x="1285875" y="942975"/>
                </a:lnTo>
                <a:lnTo>
                  <a:pt x="1285875" y="952500"/>
                </a:lnTo>
                <a:lnTo>
                  <a:pt x="1266825" y="952500"/>
                </a:lnTo>
                <a:lnTo>
                  <a:pt x="1266825" y="942975"/>
                </a:lnTo>
                <a:lnTo>
                  <a:pt x="1228725" y="942975"/>
                </a:lnTo>
                <a:lnTo>
                  <a:pt x="1228725" y="952500"/>
                </a:lnTo>
                <a:lnTo>
                  <a:pt x="1190625" y="952500"/>
                </a:lnTo>
                <a:lnTo>
                  <a:pt x="1190625" y="942975"/>
                </a:lnTo>
                <a:lnTo>
                  <a:pt x="1181100" y="942975"/>
                </a:lnTo>
                <a:lnTo>
                  <a:pt x="1181100" y="952500"/>
                </a:lnTo>
                <a:lnTo>
                  <a:pt x="1162050" y="952500"/>
                </a:lnTo>
                <a:lnTo>
                  <a:pt x="1162050" y="942975"/>
                </a:lnTo>
                <a:lnTo>
                  <a:pt x="1152525" y="942975"/>
                </a:lnTo>
                <a:lnTo>
                  <a:pt x="1152525" y="952500"/>
                </a:lnTo>
                <a:lnTo>
                  <a:pt x="1123950" y="952500"/>
                </a:lnTo>
                <a:lnTo>
                  <a:pt x="1123950" y="962025"/>
                </a:lnTo>
                <a:lnTo>
                  <a:pt x="1114425" y="962025"/>
                </a:lnTo>
                <a:lnTo>
                  <a:pt x="1114425" y="971550"/>
                </a:lnTo>
                <a:lnTo>
                  <a:pt x="1076325" y="971550"/>
                </a:lnTo>
                <a:lnTo>
                  <a:pt x="1076325" y="981075"/>
                </a:lnTo>
                <a:lnTo>
                  <a:pt x="1019175" y="981075"/>
                </a:lnTo>
                <a:lnTo>
                  <a:pt x="1019175" y="1000125"/>
                </a:lnTo>
                <a:lnTo>
                  <a:pt x="971550" y="1000125"/>
                </a:lnTo>
                <a:lnTo>
                  <a:pt x="971550" y="1009650"/>
                </a:lnTo>
                <a:lnTo>
                  <a:pt x="819150" y="1009650"/>
                </a:lnTo>
                <a:lnTo>
                  <a:pt x="819150" y="1019175"/>
                </a:lnTo>
                <a:lnTo>
                  <a:pt x="809625" y="1019175"/>
                </a:lnTo>
                <a:lnTo>
                  <a:pt x="809625" y="1038225"/>
                </a:lnTo>
                <a:lnTo>
                  <a:pt x="800100" y="1038225"/>
                </a:lnTo>
                <a:lnTo>
                  <a:pt x="800100" y="1009650"/>
                </a:lnTo>
                <a:lnTo>
                  <a:pt x="628650" y="1009650"/>
                </a:lnTo>
                <a:lnTo>
                  <a:pt x="628650" y="1019175"/>
                </a:lnTo>
                <a:lnTo>
                  <a:pt x="619125" y="1019175"/>
                </a:lnTo>
                <a:lnTo>
                  <a:pt x="619125" y="1028700"/>
                </a:lnTo>
                <a:lnTo>
                  <a:pt x="609600" y="1028700"/>
                </a:lnTo>
                <a:lnTo>
                  <a:pt x="609600" y="1047750"/>
                </a:lnTo>
                <a:lnTo>
                  <a:pt x="600075" y="1047750"/>
                </a:lnTo>
                <a:lnTo>
                  <a:pt x="600075" y="1066800"/>
                </a:lnTo>
                <a:lnTo>
                  <a:pt x="590550" y="1066800"/>
                </a:lnTo>
                <a:lnTo>
                  <a:pt x="590550" y="1047750"/>
                </a:lnTo>
                <a:lnTo>
                  <a:pt x="571500" y="1047750"/>
                </a:lnTo>
                <a:lnTo>
                  <a:pt x="571500" y="1038225"/>
                </a:lnTo>
                <a:lnTo>
                  <a:pt x="552450" y="1038225"/>
                </a:lnTo>
                <a:lnTo>
                  <a:pt x="552450" y="1028700"/>
                </a:lnTo>
                <a:lnTo>
                  <a:pt x="561975" y="1028700"/>
                </a:lnTo>
                <a:lnTo>
                  <a:pt x="561975" y="1019175"/>
                </a:lnTo>
                <a:lnTo>
                  <a:pt x="552450" y="1019175"/>
                </a:lnTo>
                <a:lnTo>
                  <a:pt x="552450" y="1009650"/>
                </a:lnTo>
                <a:lnTo>
                  <a:pt x="476250" y="1009650"/>
                </a:lnTo>
                <a:lnTo>
                  <a:pt x="476250" y="1000125"/>
                </a:lnTo>
                <a:lnTo>
                  <a:pt x="485775" y="1000125"/>
                </a:lnTo>
                <a:lnTo>
                  <a:pt x="485775" y="990600"/>
                </a:lnTo>
                <a:lnTo>
                  <a:pt x="504825" y="990600"/>
                </a:lnTo>
                <a:lnTo>
                  <a:pt x="504825" y="1000125"/>
                </a:lnTo>
                <a:lnTo>
                  <a:pt x="904875" y="1000125"/>
                </a:lnTo>
                <a:lnTo>
                  <a:pt x="904875" y="990600"/>
                </a:lnTo>
                <a:lnTo>
                  <a:pt x="914400" y="990600"/>
                </a:lnTo>
                <a:lnTo>
                  <a:pt x="914400" y="981075"/>
                </a:lnTo>
                <a:lnTo>
                  <a:pt x="904875" y="981075"/>
                </a:lnTo>
                <a:lnTo>
                  <a:pt x="904875" y="971550"/>
                </a:lnTo>
                <a:lnTo>
                  <a:pt x="828675" y="971550"/>
                </a:lnTo>
                <a:lnTo>
                  <a:pt x="828675" y="942975"/>
                </a:lnTo>
                <a:lnTo>
                  <a:pt x="800100" y="942975"/>
                </a:lnTo>
                <a:lnTo>
                  <a:pt x="800100" y="952500"/>
                </a:lnTo>
                <a:lnTo>
                  <a:pt x="790575" y="952500"/>
                </a:lnTo>
                <a:lnTo>
                  <a:pt x="790575" y="962025"/>
                </a:lnTo>
                <a:lnTo>
                  <a:pt x="752475" y="962025"/>
                </a:lnTo>
                <a:lnTo>
                  <a:pt x="752475" y="971550"/>
                </a:lnTo>
                <a:lnTo>
                  <a:pt x="638175" y="971550"/>
                </a:lnTo>
                <a:lnTo>
                  <a:pt x="638175" y="962025"/>
                </a:lnTo>
                <a:lnTo>
                  <a:pt x="609600" y="962025"/>
                </a:lnTo>
                <a:lnTo>
                  <a:pt x="609600" y="981075"/>
                </a:lnTo>
                <a:lnTo>
                  <a:pt x="590550" y="981075"/>
                </a:lnTo>
                <a:lnTo>
                  <a:pt x="590550" y="971550"/>
                </a:lnTo>
                <a:lnTo>
                  <a:pt x="581025" y="971550"/>
                </a:lnTo>
                <a:lnTo>
                  <a:pt x="581025" y="952500"/>
                </a:lnTo>
                <a:lnTo>
                  <a:pt x="571500" y="952500"/>
                </a:lnTo>
                <a:lnTo>
                  <a:pt x="571500" y="942975"/>
                </a:lnTo>
                <a:lnTo>
                  <a:pt x="514350" y="942975"/>
                </a:lnTo>
                <a:lnTo>
                  <a:pt x="514350" y="866775"/>
                </a:lnTo>
                <a:lnTo>
                  <a:pt x="504825" y="866775"/>
                </a:lnTo>
                <a:lnTo>
                  <a:pt x="504825" y="857250"/>
                </a:lnTo>
                <a:lnTo>
                  <a:pt x="514350" y="857250"/>
                </a:lnTo>
                <a:close/>
                <a:moveTo>
                  <a:pt x="1885950" y="981075"/>
                </a:moveTo>
                <a:lnTo>
                  <a:pt x="1905000" y="981075"/>
                </a:lnTo>
                <a:lnTo>
                  <a:pt x="1905000" y="990600"/>
                </a:lnTo>
                <a:lnTo>
                  <a:pt x="1952625" y="990600"/>
                </a:lnTo>
                <a:lnTo>
                  <a:pt x="1952625" y="1000125"/>
                </a:lnTo>
                <a:lnTo>
                  <a:pt x="1962150" y="1000125"/>
                </a:lnTo>
                <a:lnTo>
                  <a:pt x="1962150" y="1009650"/>
                </a:lnTo>
                <a:lnTo>
                  <a:pt x="1866900" y="1009650"/>
                </a:lnTo>
                <a:lnTo>
                  <a:pt x="1866900" y="1038225"/>
                </a:lnTo>
                <a:lnTo>
                  <a:pt x="1847850" y="1038225"/>
                </a:lnTo>
                <a:lnTo>
                  <a:pt x="1847850" y="1047750"/>
                </a:lnTo>
                <a:lnTo>
                  <a:pt x="1828800" y="1047750"/>
                </a:lnTo>
                <a:lnTo>
                  <a:pt x="1828800" y="1019175"/>
                </a:lnTo>
                <a:lnTo>
                  <a:pt x="1819275" y="1019175"/>
                </a:lnTo>
                <a:lnTo>
                  <a:pt x="1819275" y="1009650"/>
                </a:lnTo>
                <a:lnTo>
                  <a:pt x="1809750" y="1009650"/>
                </a:lnTo>
                <a:lnTo>
                  <a:pt x="1809750" y="1000125"/>
                </a:lnTo>
                <a:lnTo>
                  <a:pt x="1876425" y="1000125"/>
                </a:lnTo>
                <a:lnTo>
                  <a:pt x="1876425" y="990600"/>
                </a:lnTo>
                <a:lnTo>
                  <a:pt x="1885950" y="990600"/>
                </a:lnTo>
                <a:close/>
                <a:moveTo>
                  <a:pt x="1123950" y="1000125"/>
                </a:moveTo>
                <a:lnTo>
                  <a:pt x="1390650" y="1000125"/>
                </a:lnTo>
                <a:lnTo>
                  <a:pt x="1390650" y="1009650"/>
                </a:lnTo>
                <a:lnTo>
                  <a:pt x="1304925" y="1009650"/>
                </a:lnTo>
                <a:lnTo>
                  <a:pt x="1304925" y="1019175"/>
                </a:lnTo>
                <a:lnTo>
                  <a:pt x="1295400" y="1019175"/>
                </a:lnTo>
                <a:lnTo>
                  <a:pt x="1295400" y="1076325"/>
                </a:lnTo>
                <a:lnTo>
                  <a:pt x="1285875" y="1076325"/>
                </a:lnTo>
                <a:lnTo>
                  <a:pt x="1285875" y="1047750"/>
                </a:lnTo>
                <a:lnTo>
                  <a:pt x="1276350" y="1047750"/>
                </a:lnTo>
                <a:lnTo>
                  <a:pt x="1276350" y="1038225"/>
                </a:lnTo>
                <a:lnTo>
                  <a:pt x="1238250" y="1038225"/>
                </a:lnTo>
                <a:lnTo>
                  <a:pt x="1238250" y="1066800"/>
                </a:lnTo>
                <a:lnTo>
                  <a:pt x="1219200" y="1066800"/>
                </a:lnTo>
                <a:lnTo>
                  <a:pt x="1219200" y="1076325"/>
                </a:lnTo>
                <a:lnTo>
                  <a:pt x="1209675" y="1076325"/>
                </a:lnTo>
                <a:lnTo>
                  <a:pt x="1209675" y="1104900"/>
                </a:lnTo>
                <a:lnTo>
                  <a:pt x="1181100" y="1104900"/>
                </a:lnTo>
                <a:lnTo>
                  <a:pt x="1181100" y="1114425"/>
                </a:lnTo>
                <a:lnTo>
                  <a:pt x="1152525" y="1114425"/>
                </a:lnTo>
                <a:lnTo>
                  <a:pt x="1152525" y="1133475"/>
                </a:lnTo>
                <a:lnTo>
                  <a:pt x="1133475" y="1133475"/>
                </a:lnTo>
                <a:lnTo>
                  <a:pt x="1133475" y="1066800"/>
                </a:lnTo>
                <a:lnTo>
                  <a:pt x="1143000" y="1066800"/>
                </a:lnTo>
                <a:lnTo>
                  <a:pt x="1143000" y="1019175"/>
                </a:lnTo>
                <a:lnTo>
                  <a:pt x="1133475" y="1019175"/>
                </a:lnTo>
                <a:lnTo>
                  <a:pt x="1133475" y="1009650"/>
                </a:lnTo>
                <a:lnTo>
                  <a:pt x="1123950" y="1009650"/>
                </a:lnTo>
                <a:close/>
                <a:moveTo>
                  <a:pt x="942975" y="1028700"/>
                </a:moveTo>
                <a:lnTo>
                  <a:pt x="952500" y="1028700"/>
                </a:lnTo>
                <a:lnTo>
                  <a:pt x="952500" y="1047750"/>
                </a:lnTo>
                <a:lnTo>
                  <a:pt x="942975" y="1047750"/>
                </a:lnTo>
                <a:close/>
                <a:moveTo>
                  <a:pt x="819150" y="1038225"/>
                </a:moveTo>
                <a:lnTo>
                  <a:pt x="828675" y="1038225"/>
                </a:lnTo>
                <a:lnTo>
                  <a:pt x="828675" y="1057275"/>
                </a:lnTo>
                <a:lnTo>
                  <a:pt x="857250" y="1057275"/>
                </a:lnTo>
                <a:lnTo>
                  <a:pt x="857250" y="1066800"/>
                </a:lnTo>
                <a:lnTo>
                  <a:pt x="866775" y="1066800"/>
                </a:lnTo>
                <a:lnTo>
                  <a:pt x="866775" y="1038225"/>
                </a:lnTo>
                <a:lnTo>
                  <a:pt x="885825" y="1038225"/>
                </a:lnTo>
                <a:lnTo>
                  <a:pt x="885825" y="1057275"/>
                </a:lnTo>
                <a:lnTo>
                  <a:pt x="876300" y="1057275"/>
                </a:lnTo>
                <a:lnTo>
                  <a:pt x="876300" y="1066800"/>
                </a:lnTo>
                <a:lnTo>
                  <a:pt x="866775" y="1066800"/>
                </a:lnTo>
                <a:lnTo>
                  <a:pt x="866775" y="1076325"/>
                </a:lnTo>
                <a:lnTo>
                  <a:pt x="876300" y="1076325"/>
                </a:lnTo>
                <a:lnTo>
                  <a:pt x="876300" y="1085850"/>
                </a:lnTo>
                <a:lnTo>
                  <a:pt x="914400" y="1085850"/>
                </a:lnTo>
                <a:lnTo>
                  <a:pt x="914400" y="1076325"/>
                </a:lnTo>
                <a:lnTo>
                  <a:pt x="923925" y="1076325"/>
                </a:lnTo>
                <a:lnTo>
                  <a:pt x="923925" y="1066800"/>
                </a:lnTo>
                <a:lnTo>
                  <a:pt x="933450" y="1066800"/>
                </a:lnTo>
                <a:lnTo>
                  <a:pt x="933450" y="1047750"/>
                </a:lnTo>
                <a:lnTo>
                  <a:pt x="942975" y="1047750"/>
                </a:lnTo>
                <a:lnTo>
                  <a:pt x="942975" y="1057275"/>
                </a:lnTo>
                <a:lnTo>
                  <a:pt x="952500" y="1057275"/>
                </a:lnTo>
                <a:lnTo>
                  <a:pt x="952500" y="1066800"/>
                </a:lnTo>
                <a:lnTo>
                  <a:pt x="942975" y="1066800"/>
                </a:lnTo>
                <a:lnTo>
                  <a:pt x="942975" y="1143000"/>
                </a:lnTo>
                <a:lnTo>
                  <a:pt x="933450" y="1143000"/>
                </a:lnTo>
                <a:lnTo>
                  <a:pt x="933450" y="1238250"/>
                </a:lnTo>
                <a:lnTo>
                  <a:pt x="923925" y="1238250"/>
                </a:lnTo>
                <a:lnTo>
                  <a:pt x="923925" y="1257300"/>
                </a:lnTo>
                <a:lnTo>
                  <a:pt x="904875" y="1257300"/>
                </a:lnTo>
                <a:lnTo>
                  <a:pt x="904875" y="1266825"/>
                </a:lnTo>
                <a:lnTo>
                  <a:pt x="895350" y="1266825"/>
                </a:lnTo>
                <a:lnTo>
                  <a:pt x="895350" y="1276350"/>
                </a:lnTo>
                <a:lnTo>
                  <a:pt x="885825" y="1276350"/>
                </a:lnTo>
                <a:lnTo>
                  <a:pt x="885825" y="1285875"/>
                </a:lnTo>
                <a:lnTo>
                  <a:pt x="876300" y="1285875"/>
                </a:lnTo>
                <a:lnTo>
                  <a:pt x="876300" y="1295400"/>
                </a:lnTo>
                <a:lnTo>
                  <a:pt x="866775" y="1295400"/>
                </a:lnTo>
                <a:lnTo>
                  <a:pt x="866775" y="1304925"/>
                </a:lnTo>
                <a:lnTo>
                  <a:pt x="828675" y="1304925"/>
                </a:lnTo>
                <a:lnTo>
                  <a:pt x="828675" y="1295400"/>
                </a:lnTo>
                <a:lnTo>
                  <a:pt x="838200" y="1295400"/>
                </a:lnTo>
                <a:lnTo>
                  <a:pt x="838200" y="1285875"/>
                </a:lnTo>
                <a:lnTo>
                  <a:pt x="809625" y="1285875"/>
                </a:lnTo>
                <a:lnTo>
                  <a:pt x="809625" y="1276350"/>
                </a:lnTo>
                <a:lnTo>
                  <a:pt x="800100" y="1276350"/>
                </a:lnTo>
                <a:lnTo>
                  <a:pt x="800100" y="1266825"/>
                </a:lnTo>
                <a:lnTo>
                  <a:pt x="790575" y="1266825"/>
                </a:lnTo>
                <a:lnTo>
                  <a:pt x="790575" y="1257300"/>
                </a:lnTo>
                <a:lnTo>
                  <a:pt x="771525" y="1257300"/>
                </a:lnTo>
                <a:lnTo>
                  <a:pt x="771525" y="1247775"/>
                </a:lnTo>
                <a:lnTo>
                  <a:pt x="762000" y="1247775"/>
                </a:lnTo>
                <a:lnTo>
                  <a:pt x="762000" y="1257300"/>
                </a:lnTo>
                <a:lnTo>
                  <a:pt x="752475" y="1257300"/>
                </a:lnTo>
                <a:lnTo>
                  <a:pt x="752475" y="1238250"/>
                </a:lnTo>
                <a:lnTo>
                  <a:pt x="742950" y="1238250"/>
                </a:lnTo>
                <a:lnTo>
                  <a:pt x="742950" y="1190625"/>
                </a:lnTo>
                <a:lnTo>
                  <a:pt x="752475" y="1190625"/>
                </a:lnTo>
                <a:lnTo>
                  <a:pt x="752475" y="1171575"/>
                </a:lnTo>
                <a:lnTo>
                  <a:pt x="771525" y="1171575"/>
                </a:lnTo>
                <a:lnTo>
                  <a:pt x="771525" y="1181100"/>
                </a:lnTo>
                <a:lnTo>
                  <a:pt x="809625" y="1181100"/>
                </a:lnTo>
                <a:lnTo>
                  <a:pt x="809625" y="1162050"/>
                </a:lnTo>
                <a:lnTo>
                  <a:pt x="771525" y="1162050"/>
                </a:lnTo>
                <a:lnTo>
                  <a:pt x="771525" y="1152525"/>
                </a:lnTo>
                <a:lnTo>
                  <a:pt x="762000" y="1152525"/>
                </a:lnTo>
                <a:lnTo>
                  <a:pt x="762000" y="1133475"/>
                </a:lnTo>
                <a:lnTo>
                  <a:pt x="771525" y="1133475"/>
                </a:lnTo>
                <a:lnTo>
                  <a:pt x="771525" y="1095375"/>
                </a:lnTo>
                <a:lnTo>
                  <a:pt x="781050" y="1095375"/>
                </a:lnTo>
                <a:lnTo>
                  <a:pt x="781050" y="1066800"/>
                </a:lnTo>
                <a:lnTo>
                  <a:pt x="790575" y="1066800"/>
                </a:lnTo>
                <a:lnTo>
                  <a:pt x="790575" y="1047750"/>
                </a:lnTo>
                <a:lnTo>
                  <a:pt x="819150" y="1047750"/>
                </a:lnTo>
                <a:close/>
                <a:moveTo>
                  <a:pt x="1628775" y="1038225"/>
                </a:moveTo>
                <a:lnTo>
                  <a:pt x="1638300" y="1038225"/>
                </a:lnTo>
                <a:lnTo>
                  <a:pt x="1638300" y="1047750"/>
                </a:lnTo>
                <a:lnTo>
                  <a:pt x="1647825" y="1047750"/>
                </a:lnTo>
                <a:lnTo>
                  <a:pt x="1647825" y="1066800"/>
                </a:lnTo>
                <a:lnTo>
                  <a:pt x="1657350" y="1066800"/>
                </a:lnTo>
                <a:lnTo>
                  <a:pt x="1657350" y="1095375"/>
                </a:lnTo>
                <a:lnTo>
                  <a:pt x="1666875" y="1095375"/>
                </a:lnTo>
                <a:lnTo>
                  <a:pt x="1666875" y="1123950"/>
                </a:lnTo>
                <a:lnTo>
                  <a:pt x="1676400" y="1123950"/>
                </a:lnTo>
                <a:lnTo>
                  <a:pt x="1676400" y="1133475"/>
                </a:lnTo>
                <a:lnTo>
                  <a:pt x="1666875" y="1133475"/>
                </a:lnTo>
                <a:lnTo>
                  <a:pt x="1666875" y="1143000"/>
                </a:lnTo>
                <a:lnTo>
                  <a:pt x="1638300" y="1143000"/>
                </a:lnTo>
                <a:lnTo>
                  <a:pt x="1638300" y="1152525"/>
                </a:lnTo>
                <a:lnTo>
                  <a:pt x="1628775" y="1152525"/>
                </a:lnTo>
                <a:lnTo>
                  <a:pt x="1628775" y="1162050"/>
                </a:lnTo>
                <a:lnTo>
                  <a:pt x="1600200" y="1162050"/>
                </a:lnTo>
                <a:lnTo>
                  <a:pt x="1600200" y="1181100"/>
                </a:lnTo>
                <a:lnTo>
                  <a:pt x="1666875" y="1181100"/>
                </a:lnTo>
                <a:lnTo>
                  <a:pt x="1666875" y="1171575"/>
                </a:lnTo>
                <a:lnTo>
                  <a:pt x="1676400" y="1171575"/>
                </a:lnTo>
                <a:lnTo>
                  <a:pt x="1676400" y="1181100"/>
                </a:lnTo>
                <a:lnTo>
                  <a:pt x="1685925" y="1181100"/>
                </a:lnTo>
                <a:lnTo>
                  <a:pt x="1685925" y="1247775"/>
                </a:lnTo>
                <a:lnTo>
                  <a:pt x="1676400" y="1247775"/>
                </a:lnTo>
                <a:lnTo>
                  <a:pt x="1676400" y="1266825"/>
                </a:lnTo>
                <a:lnTo>
                  <a:pt x="1666875" y="1266825"/>
                </a:lnTo>
                <a:lnTo>
                  <a:pt x="1666875" y="1257300"/>
                </a:lnTo>
                <a:lnTo>
                  <a:pt x="1657350" y="1257300"/>
                </a:lnTo>
                <a:lnTo>
                  <a:pt x="1657350" y="1266825"/>
                </a:lnTo>
                <a:lnTo>
                  <a:pt x="1647825" y="1266825"/>
                </a:lnTo>
                <a:lnTo>
                  <a:pt x="1647825" y="1276350"/>
                </a:lnTo>
                <a:lnTo>
                  <a:pt x="1638300" y="1276350"/>
                </a:lnTo>
                <a:lnTo>
                  <a:pt x="1638300" y="1285875"/>
                </a:lnTo>
                <a:lnTo>
                  <a:pt x="1562100" y="1285875"/>
                </a:lnTo>
                <a:lnTo>
                  <a:pt x="1562100" y="1276350"/>
                </a:lnTo>
                <a:lnTo>
                  <a:pt x="1543050" y="1276350"/>
                </a:lnTo>
                <a:lnTo>
                  <a:pt x="1543050" y="1266825"/>
                </a:lnTo>
                <a:lnTo>
                  <a:pt x="1533525" y="1266825"/>
                </a:lnTo>
                <a:lnTo>
                  <a:pt x="1533525" y="1257300"/>
                </a:lnTo>
                <a:lnTo>
                  <a:pt x="1524000" y="1257300"/>
                </a:lnTo>
                <a:lnTo>
                  <a:pt x="1524000" y="1209675"/>
                </a:lnTo>
                <a:lnTo>
                  <a:pt x="1533525" y="1209675"/>
                </a:lnTo>
                <a:lnTo>
                  <a:pt x="1533525" y="1200150"/>
                </a:lnTo>
                <a:lnTo>
                  <a:pt x="1524000" y="1200150"/>
                </a:lnTo>
                <a:lnTo>
                  <a:pt x="1524000" y="1190625"/>
                </a:lnTo>
                <a:lnTo>
                  <a:pt x="1514475" y="1190625"/>
                </a:lnTo>
                <a:lnTo>
                  <a:pt x="1514475" y="1200150"/>
                </a:lnTo>
                <a:lnTo>
                  <a:pt x="1504950" y="1200150"/>
                </a:lnTo>
                <a:lnTo>
                  <a:pt x="1504950" y="1123950"/>
                </a:lnTo>
                <a:lnTo>
                  <a:pt x="1495425" y="1123950"/>
                </a:lnTo>
                <a:lnTo>
                  <a:pt x="1495425" y="1076325"/>
                </a:lnTo>
                <a:lnTo>
                  <a:pt x="1524000" y="1076325"/>
                </a:lnTo>
                <a:lnTo>
                  <a:pt x="1524000" y="1085850"/>
                </a:lnTo>
                <a:lnTo>
                  <a:pt x="1543050" y="1085850"/>
                </a:lnTo>
                <a:lnTo>
                  <a:pt x="1543050" y="1076325"/>
                </a:lnTo>
                <a:lnTo>
                  <a:pt x="1571625" y="1076325"/>
                </a:lnTo>
                <a:lnTo>
                  <a:pt x="1571625" y="1066800"/>
                </a:lnTo>
                <a:lnTo>
                  <a:pt x="1590675" y="1066800"/>
                </a:lnTo>
                <a:lnTo>
                  <a:pt x="1590675" y="1076325"/>
                </a:lnTo>
                <a:lnTo>
                  <a:pt x="1609725" y="1076325"/>
                </a:lnTo>
                <a:lnTo>
                  <a:pt x="1609725" y="1057275"/>
                </a:lnTo>
                <a:lnTo>
                  <a:pt x="1619250" y="1057275"/>
                </a:lnTo>
                <a:lnTo>
                  <a:pt x="1619250" y="1047750"/>
                </a:lnTo>
                <a:lnTo>
                  <a:pt x="1628775" y="1047750"/>
                </a:lnTo>
                <a:close/>
                <a:moveTo>
                  <a:pt x="409575" y="1104900"/>
                </a:moveTo>
                <a:lnTo>
                  <a:pt x="457200" y="1104900"/>
                </a:lnTo>
                <a:lnTo>
                  <a:pt x="457200" y="1114425"/>
                </a:lnTo>
                <a:lnTo>
                  <a:pt x="466725" y="1114425"/>
                </a:lnTo>
                <a:lnTo>
                  <a:pt x="466725" y="1123950"/>
                </a:lnTo>
                <a:lnTo>
                  <a:pt x="476250" y="1123950"/>
                </a:lnTo>
                <a:lnTo>
                  <a:pt x="476250" y="1133475"/>
                </a:lnTo>
                <a:lnTo>
                  <a:pt x="485775" y="1133475"/>
                </a:lnTo>
                <a:lnTo>
                  <a:pt x="485775" y="1143000"/>
                </a:lnTo>
                <a:lnTo>
                  <a:pt x="552450" y="1143000"/>
                </a:lnTo>
                <a:lnTo>
                  <a:pt x="552450" y="1133475"/>
                </a:lnTo>
                <a:lnTo>
                  <a:pt x="561975" y="1133475"/>
                </a:lnTo>
                <a:lnTo>
                  <a:pt x="561975" y="1162050"/>
                </a:lnTo>
                <a:lnTo>
                  <a:pt x="552450" y="1162050"/>
                </a:lnTo>
                <a:lnTo>
                  <a:pt x="552450" y="1200150"/>
                </a:lnTo>
                <a:lnTo>
                  <a:pt x="542925" y="1200150"/>
                </a:lnTo>
                <a:lnTo>
                  <a:pt x="542925" y="1190625"/>
                </a:lnTo>
                <a:lnTo>
                  <a:pt x="504825" y="1190625"/>
                </a:lnTo>
                <a:lnTo>
                  <a:pt x="504825" y="1209675"/>
                </a:lnTo>
                <a:lnTo>
                  <a:pt x="514350" y="1209675"/>
                </a:lnTo>
                <a:lnTo>
                  <a:pt x="514350" y="1219200"/>
                </a:lnTo>
                <a:lnTo>
                  <a:pt x="523875" y="1219200"/>
                </a:lnTo>
                <a:lnTo>
                  <a:pt x="523875" y="1266825"/>
                </a:lnTo>
                <a:lnTo>
                  <a:pt x="514350" y="1266825"/>
                </a:lnTo>
                <a:lnTo>
                  <a:pt x="514350" y="1276350"/>
                </a:lnTo>
                <a:lnTo>
                  <a:pt x="504825" y="1276350"/>
                </a:lnTo>
                <a:lnTo>
                  <a:pt x="504825" y="1285875"/>
                </a:lnTo>
                <a:lnTo>
                  <a:pt x="495300" y="1285875"/>
                </a:lnTo>
                <a:lnTo>
                  <a:pt x="495300" y="1304925"/>
                </a:lnTo>
                <a:lnTo>
                  <a:pt x="447675" y="1304925"/>
                </a:lnTo>
                <a:lnTo>
                  <a:pt x="447675" y="1295400"/>
                </a:lnTo>
                <a:lnTo>
                  <a:pt x="457200" y="1295400"/>
                </a:lnTo>
                <a:lnTo>
                  <a:pt x="457200" y="1285875"/>
                </a:lnTo>
                <a:lnTo>
                  <a:pt x="428625" y="1285875"/>
                </a:lnTo>
                <a:lnTo>
                  <a:pt x="428625" y="1276350"/>
                </a:lnTo>
                <a:lnTo>
                  <a:pt x="419100" y="1276350"/>
                </a:lnTo>
                <a:lnTo>
                  <a:pt x="419100" y="1266825"/>
                </a:lnTo>
                <a:lnTo>
                  <a:pt x="409575" y="1266825"/>
                </a:lnTo>
                <a:lnTo>
                  <a:pt x="409575" y="1257300"/>
                </a:lnTo>
                <a:lnTo>
                  <a:pt x="400050" y="1257300"/>
                </a:lnTo>
                <a:lnTo>
                  <a:pt x="400050" y="1247775"/>
                </a:lnTo>
                <a:lnTo>
                  <a:pt x="390525" y="1247775"/>
                </a:lnTo>
                <a:lnTo>
                  <a:pt x="390525" y="1238250"/>
                </a:lnTo>
                <a:lnTo>
                  <a:pt x="381000" y="1238250"/>
                </a:lnTo>
                <a:lnTo>
                  <a:pt x="381000" y="1209675"/>
                </a:lnTo>
                <a:lnTo>
                  <a:pt x="390525" y="1209675"/>
                </a:lnTo>
                <a:lnTo>
                  <a:pt x="390525" y="1200150"/>
                </a:lnTo>
                <a:lnTo>
                  <a:pt x="381000" y="1200150"/>
                </a:lnTo>
                <a:lnTo>
                  <a:pt x="381000" y="1181100"/>
                </a:lnTo>
                <a:lnTo>
                  <a:pt x="371475" y="1181100"/>
                </a:lnTo>
                <a:lnTo>
                  <a:pt x="371475" y="1162050"/>
                </a:lnTo>
                <a:lnTo>
                  <a:pt x="381000" y="1162050"/>
                </a:lnTo>
                <a:lnTo>
                  <a:pt x="381000" y="1152525"/>
                </a:lnTo>
                <a:lnTo>
                  <a:pt x="390525" y="1152525"/>
                </a:lnTo>
                <a:lnTo>
                  <a:pt x="390525" y="1133475"/>
                </a:lnTo>
                <a:lnTo>
                  <a:pt x="400050" y="1133475"/>
                </a:lnTo>
                <a:lnTo>
                  <a:pt x="400050" y="1114425"/>
                </a:lnTo>
                <a:lnTo>
                  <a:pt x="409575" y="1114425"/>
                </a:lnTo>
                <a:close/>
                <a:moveTo>
                  <a:pt x="1981200" y="1123950"/>
                </a:moveTo>
                <a:lnTo>
                  <a:pt x="2028825" y="1123950"/>
                </a:lnTo>
                <a:lnTo>
                  <a:pt x="2028825" y="1133475"/>
                </a:lnTo>
                <a:lnTo>
                  <a:pt x="2038350" y="1133475"/>
                </a:lnTo>
                <a:lnTo>
                  <a:pt x="2038350" y="1143000"/>
                </a:lnTo>
                <a:lnTo>
                  <a:pt x="2047875" y="1143000"/>
                </a:lnTo>
                <a:lnTo>
                  <a:pt x="2047875" y="1171575"/>
                </a:lnTo>
                <a:lnTo>
                  <a:pt x="2057400" y="1171575"/>
                </a:lnTo>
                <a:lnTo>
                  <a:pt x="2057400" y="1181100"/>
                </a:lnTo>
                <a:lnTo>
                  <a:pt x="2066925" y="1181100"/>
                </a:lnTo>
                <a:lnTo>
                  <a:pt x="2066925" y="1190625"/>
                </a:lnTo>
                <a:lnTo>
                  <a:pt x="2057400" y="1190625"/>
                </a:lnTo>
                <a:lnTo>
                  <a:pt x="2057400" y="1238250"/>
                </a:lnTo>
                <a:lnTo>
                  <a:pt x="2047875" y="1238250"/>
                </a:lnTo>
                <a:lnTo>
                  <a:pt x="2047875" y="1247775"/>
                </a:lnTo>
                <a:lnTo>
                  <a:pt x="2038350" y="1247775"/>
                </a:lnTo>
                <a:lnTo>
                  <a:pt x="2038350" y="1257300"/>
                </a:lnTo>
                <a:lnTo>
                  <a:pt x="2028825" y="1257300"/>
                </a:lnTo>
                <a:lnTo>
                  <a:pt x="2028825" y="1266825"/>
                </a:lnTo>
                <a:lnTo>
                  <a:pt x="2019300" y="1266825"/>
                </a:lnTo>
                <a:lnTo>
                  <a:pt x="2019300" y="1276350"/>
                </a:lnTo>
                <a:lnTo>
                  <a:pt x="2009775" y="1276350"/>
                </a:lnTo>
                <a:lnTo>
                  <a:pt x="2009775" y="1285875"/>
                </a:lnTo>
                <a:lnTo>
                  <a:pt x="1981200" y="1285875"/>
                </a:lnTo>
                <a:lnTo>
                  <a:pt x="1981200" y="1304925"/>
                </a:lnTo>
                <a:lnTo>
                  <a:pt x="1952625" y="1304925"/>
                </a:lnTo>
                <a:lnTo>
                  <a:pt x="1952625" y="1295400"/>
                </a:lnTo>
                <a:lnTo>
                  <a:pt x="1962150" y="1295400"/>
                </a:lnTo>
                <a:lnTo>
                  <a:pt x="1962150" y="1285875"/>
                </a:lnTo>
                <a:lnTo>
                  <a:pt x="1933575" y="1285875"/>
                </a:lnTo>
                <a:lnTo>
                  <a:pt x="1933575" y="1276350"/>
                </a:lnTo>
                <a:lnTo>
                  <a:pt x="1924050" y="1276350"/>
                </a:lnTo>
                <a:lnTo>
                  <a:pt x="1924050" y="1257300"/>
                </a:lnTo>
                <a:lnTo>
                  <a:pt x="1914525" y="1257300"/>
                </a:lnTo>
                <a:lnTo>
                  <a:pt x="1914525" y="1200150"/>
                </a:lnTo>
                <a:lnTo>
                  <a:pt x="1905000" y="1200150"/>
                </a:lnTo>
                <a:lnTo>
                  <a:pt x="1905000" y="1190625"/>
                </a:lnTo>
                <a:lnTo>
                  <a:pt x="1895475" y="1190625"/>
                </a:lnTo>
                <a:lnTo>
                  <a:pt x="1895475" y="1200150"/>
                </a:lnTo>
                <a:lnTo>
                  <a:pt x="1885950" y="1200150"/>
                </a:lnTo>
                <a:lnTo>
                  <a:pt x="1885950" y="1162050"/>
                </a:lnTo>
                <a:lnTo>
                  <a:pt x="1895475" y="1162050"/>
                </a:lnTo>
                <a:lnTo>
                  <a:pt x="1895475" y="1152525"/>
                </a:lnTo>
                <a:lnTo>
                  <a:pt x="1933575" y="1152525"/>
                </a:lnTo>
                <a:lnTo>
                  <a:pt x="1933575" y="1143000"/>
                </a:lnTo>
                <a:lnTo>
                  <a:pt x="1952625" y="1143000"/>
                </a:lnTo>
                <a:lnTo>
                  <a:pt x="1952625" y="1133475"/>
                </a:lnTo>
                <a:lnTo>
                  <a:pt x="1981200" y="1133475"/>
                </a:lnTo>
                <a:close/>
                <a:moveTo>
                  <a:pt x="1133475" y="1143000"/>
                </a:moveTo>
                <a:lnTo>
                  <a:pt x="1143000" y="1143000"/>
                </a:lnTo>
                <a:lnTo>
                  <a:pt x="1143000" y="1152525"/>
                </a:lnTo>
                <a:lnTo>
                  <a:pt x="1133475" y="1152525"/>
                </a:lnTo>
                <a:close/>
                <a:moveTo>
                  <a:pt x="1285875" y="1143000"/>
                </a:moveTo>
                <a:lnTo>
                  <a:pt x="1304925" y="1143000"/>
                </a:lnTo>
                <a:lnTo>
                  <a:pt x="1304925" y="1181100"/>
                </a:lnTo>
                <a:lnTo>
                  <a:pt x="1314450" y="1181100"/>
                </a:lnTo>
                <a:lnTo>
                  <a:pt x="1314450" y="1238250"/>
                </a:lnTo>
                <a:lnTo>
                  <a:pt x="1304925" y="1238250"/>
                </a:lnTo>
                <a:lnTo>
                  <a:pt x="1304925" y="1257300"/>
                </a:lnTo>
                <a:lnTo>
                  <a:pt x="1295400" y="1257300"/>
                </a:lnTo>
                <a:lnTo>
                  <a:pt x="1295400" y="1247775"/>
                </a:lnTo>
                <a:lnTo>
                  <a:pt x="1285875" y="1247775"/>
                </a:lnTo>
                <a:lnTo>
                  <a:pt x="1285875" y="1257300"/>
                </a:lnTo>
                <a:lnTo>
                  <a:pt x="1276350" y="1257300"/>
                </a:lnTo>
                <a:lnTo>
                  <a:pt x="1276350" y="1266825"/>
                </a:lnTo>
                <a:lnTo>
                  <a:pt x="1257300" y="1266825"/>
                </a:lnTo>
                <a:lnTo>
                  <a:pt x="1257300" y="1276350"/>
                </a:lnTo>
                <a:lnTo>
                  <a:pt x="1247775" y="1276350"/>
                </a:lnTo>
                <a:lnTo>
                  <a:pt x="1247775" y="1285875"/>
                </a:lnTo>
                <a:lnTo>
                  <a:pt x="1190625" y="1285875"/>
                </a:lnTo>
                <a:lnTo>
                  <a:pt x="1190625" y="1276350"/>
                </a:lnTo>
                <a:lnTo>
                  <a:pt x="1181100" y="1276350"/>
                </a:lnTo>
                <a:lnTo>
                  <a:pt x="1181100" y="1257300"/>
                </a:lnTo>
                <a:lnTo>
                  <a:pt x="1171575" y="1257300"/>
                </a:lnTo>
                <a:lnTo>
                  <a:pt x="1171575" y="1247775"/>
                </a:lnTo>
                <a:lnTo>
                  <a:pt x="1162050" y="1247775"/>
                </a:lnTo>
                <a:lnTo>
                  <a:pt x="1162050" y="1238250"/>
                </a:lnTo>
                <a:lnTo>
                  <a:pt x="1152525" y="1238250"/>
                </a:lnTo>
                <a:lnTo>
                  <a:pt x="1152525" y="1228725"/>
                </a:lnTo>
                <a:lnTo>
                  <a:pt x="1143000" y="1228725"/>
                </a:lnTo>
                <a:lnTo>
                  <a:pt x="1143000" y="1219200"/>
                </a:lnTo>
                <a:lnTo>
                  <a:pt x="1133475" y="1219200"/>
                </a:lnTo>
                <a:lnTo>
                  <a:pt x="1133475" y="1238250"/>
                </a:lnTo>
                <a:lnTo>
                  <a:pt x="1123950" y="1238250"/>
                </a:lnTo>
                <a:lnTo>
                  <a:pt x="1123950" y="1190625"/>
                </a:lnTo>
                <a:lnTo>
                  <a:pt x="1133475" y="1190625"/>
                </a:lnTo>
                <a:lnTo>
                  <a:pt x="1133475" y="1181100"/>
                </a:lnTo>
                <a:lnTo>
                  <a:pt x="1285875" y="1181100"/>
                </a:lnTo>
                <a:lnTo>
                  <a:pt x="1285875" y="1171575"/>
                </a:lnTo>
                <a:lnTo>
                  <a:pt x="1295400" y="1171575"/>
                </a:lnTo>
                <a:lnTo>
                  <a:pt x="1295400" y="1152525"/>
                </a:lnTo>
                <a:lnTo>
                  <a:pt x="1285875" y="1152525"/>
                </a:lnTo>
                <a:close/>
                <a:moveTo>
                  <a:pt x="419100" y="1209675"/>
                </a:moveTo>
                <a:lnTo>
                  <a:pt x="428625" y="1209675"/>
                </a:lnTo>
                <a:lnTo>
                  <a:pt x="428625" y="1200150"/>
                </a:lnTo>
                <a:lnTo>
                  <a:pt x="419100" y="1200150"/>
                </a:lnTo>
                <a:close/>
                <a:moveTo>
                  <a:pt x="914400" y="1219200"/>
                </a:moveTo>
                <a:lnTo>
                  <a:pt x="923925" y="1219200"/>
                </a:lnTo>
                <a:lnTo>
                  <a:pt x="923925" y="1200150"/>
                </a:lnTo>
                <a:lnTo>
                  <a:pt x="914400" y="1200150"/>
                </a:lnTo>
                <a:close/>
                <a:moveTo>
                  <a:pt x="428625" y="1228725"/>
                </a:moveTo>
                <a:lnTo>
                  <a:pt x="447675" y="1228725"/>
                </a:lnTo>
                <a:lnTo>
                  <a:pt x="447675" y="1219200"/>
                </a:lnTo>
                <a:lnTo>
                  <a:pt x="428625" y="1219200"/>
                </a:lnTo>
                <a:close/>
                <a:moveTo>
                  <a:pt x="1504950" y="1238250"/>
                </a:moveTo>
                <a:lnTo>
                  <a:pt x="1514475" y="1238250"/>
                </a:lnTo>
                <a:lnTo>
                  <a:pt x="1514475" y="1247775"/>
                </a:lnTo>
                <a:lnTo>
                  <a:pt x="1504950" y="1247775"/>
                </a:lnTo>
                <a:close/>
                <a:moveTo>
                  <a:pt x="533400" y="1257300"/>
                </a:moveTo>
                <a:lnTo>
                  <a:pt x="542925" y="1257300"/>
                </a:lnTo>
                <a:lnTo>
                  <a:pt x="542925" y="1266825"/>
                </a:lnTo>
                <a:lnTo>
                  <a:pt x="533400" y="1266825"/>
                </a:lnTo>
                <a:close/>
                <a:moveTo>
                  <a:pt x="1514475" y="1257300"/>
                </a:moveTo>
                <a:lnTo>
                  <a:pt x="1524000" y="1257300"/>
                </a:lnTo>
                <a:lnTo>
                  <a:pt x="1524000" y="1266825"/>
                </a:lnTo>
                <a:lnTo>
                  <a:pt x="1514475" y="1266825"/>
                </a:lnTo>
                <a:close/>
                <a:moveTo>
                  <a:pt x="1152525" y="1276350"/>
                </a:moveTo>
                <a:lnTo>
                  <a:pt x="1162050" y="1276350"/>
                </a:lnTo>
                <a:lnTo>
                  <a:pt x="1162050" y="1285875"/>
                </a:lnTo>
                <a:lnTo>
                  <a:pt x="1152525" y="1285875"/>
                </a:lnTo>
                <a:close/>
                <a:moveTo>
                  <a:pt x="504825" y="1285875"/>
                </a:moveTo>
                <a:lnTo>
                  <a:pt x="514350" y="1285875"/>
                </a:lnTo>
                <a:lnTo>
                  <a:pt x="514350" y="1295400"/>
                </a:lnTo>
                <a:lnTo>
                  <a:pt x="504825" y="1295400"/>
                </a:lnTo>
                <a:close/>
                <a:moveTo>
                  <a:pt x="1171575" y="1285875"/>
                </a:moveTo>
                <a:lnTo>
                  <a:pt x="1181100" y="1285875"/>
                </a:lnTo>
                <a:lnTo>
                  <a:pt x="1181100" y="1295400"/>
                </a:lnTo>
                <a:lnTo>
                  <a:pt x="1171575" y="1295400"/>
                </a:lnTo>
                <a:close/>
                <a:moveTo>
                  <a:pt x="1543050" y="1285875"/>
                </a:moveTo>
                <a:lnTo>
                  <a:pt x="1552575" y="1285875"/>
                </a:lnTo>
                <a:lnTo>
                  <a:pt x="1552575" y="1295400"/>
                </a:lnTo>
                <a:lnTo>
                  <a:pt x="1543050" y="1295400"/>
                </a:lnTo>
                <a:close/>
                <a:moveTo>
                  <a:pt x="1638300" y="1285875"/>
                </a:moveTo>
                <a:lnTo>
                  <a:pt x="1647825" y="1285875"/>
                </a:lnTo>
                <a:lnTo>
                  <a:pt x="1647825" y="1295400"/>
                </a:lnTo>
                <a:lnTo>
                  <a:pt x="1638300" y="1295400"/>
                </a:lnTo>
                <a:close/>
                <a:moveTo>
                  <a:pt x="1924050" y="1285875"/>
                </a:moveTo>
                <a:lnTo>
                  <a:pt x="1933575" y="1285875"/>
                </a:lnTo>
                <a:lnTo>
                  <a:pt x="1933575" y="1295400"/>
                </a:lnTo>
                <a:lnTo>
                  <a:pt x="1924050" y="1295400"/>
                </a:lnTo>
                <a:close/>
                <a:moveTo>
                  <a:pt x="1200150" y="1295400"/>
                </a:moveTo>
                <a:lnTo>
                  <a:pt x="1209675" y="1295400"/>
                </a:lnTo>
                <a:lnTo>
                  <a:pt x="1209675" y="1304925"/>
                </a:lnTo>
                <a:lnTo>
                  <a:pt x="1200150" y="1304925"/>
                </a:lnTo>
                <a:close/>
                <a:moveTo>
                  <a:pt x="638175" y="1381125"/>
                </a:moveTo>
                <a:lnTo>
                  <a:pt x="647700" y="1381125"/>
                </a:lnTo>
                <a:lnTo>
                  <a:pt x="647700" y="1390650"/>
                </a:lnTo>
                <a:lnTo>
                  <a:pt x="657225" y="1390650"/>
                </a:lnTo>
                <a:lnTo>
                  <a:pt x="657225" y="1409700"/>
                </a:lnTo>
                <a:lnTo>
                  <a:pt x="647700" y="1409700"/>
                </a:lnTo>
                <a:lnTo>
                  <a:pt x="647700" y="1447800"/>
                </a:lnTo>
                <a:lnTo>
                  <a:pt x="638175" y="1447800"/>
                </a:lnTo>
                <a:lnTo>
                  <a:pt x="638175" y="1409700"/>
                </a:lnTo>
                <a:lnTo>
                  <a:pt x="628650" y="1409700"/>
                </a:lnTo>
                <a:lnTo>
                  <a:pt x="628650" y="1390650"/>
                </a:lnTo>
                <a:lnTo>
                  <a:pt x="638175" y="1390650"/>
                </a:lnTo>
                <a:close/>
                <a:moveTo>
                  <a:pt x="800100" y="1390650"/>
                </a:moveTo>
                <a:lnTo>
                  <a:pt x="828675" y="1390650"/>
                </a:lnTo>
                <a:lnTo>
                  <a:pt x="828675" y="1400175"/>
                </a:lnTo>
                <a:lnTo>
                  <a:pt x="800100" y="1400175"/>
                </a:lnTo>
                <a:close/>
                <a:moveTo>
                  <a:pt x="914400" y="1390650"/>
                </a:moveTo>
                <a:lnTo>
                  <a:pt x="1133475" y="1390650"/>
                </a:lnTo>
                <a:lnTo>
                  <a:pt x="1133475" y="1400175"/>
                </a:lnTo>
                <a:lnTo>
                  <a:pt x="914400" y="1400175"/>
                </a:lnTo>
                <a:close/>
                <a:moveTo>
                  <a:pt x="1219200" y="1390650"/>
                </a:moveTo>
                <a:lnTo>
                  <a:pt x="1238250" y="1390650"/>
                </a:lnTo>
                <a:lnTo>
                  <a:pt x="1238250" y="1409700"/>
                </a:lnTo>
                <a:lnTo>
                  <a:pt x="1219200" y="1409700"/>
                </a:lnTo>
                <a:close/>
                <a:moveTo>
                  <a:pt x="1590675" y="1390650"/>
                </a:moveTo>
                <a:lnTo>
                  <a:pt x="1638300" y="1390650"/>
                </a:lnTo>
                <a:lnTo>
                  <a:pt x="1638300" y="1400175"/>
                </a:lnTo>
                <a:lnTo>
                  <a:pt x="1781175" y="1400175"/>
                </a:lnTo>
                <a:lnTo>
                  <a:pt x="1781175" y="1409700"/>
                </a:lnTo>
                <a:lnTo>
                  <a:pt x="1790700" y="1409700"/>
                </a:lnTo>
                <a:lnTo>
                  <a:pt x="1790700" y="1685925"/>
                </a:lnTo>
                <a:lnTo>
                  <a:pt x="1800225" y="1685925"/>
                </a:lnTo>
                <a:lnTo>
                  <a:pt x="1800225" y="1704975"/>
                </a:lnTo>
                <a:lnTo>
                  <a:pt x="1790700" y="1704975"/>
                </a:lnTo>
                <a:lnTo>
                  <a:pt x="1790700" y="1914525"/>
                </a:lnTo>
                <a:lnTo>
                  <a:pt x="1800225" y="1914525"/>
                </a:lnTo>
                <a:lnTo>
                  <a:pt x="1800225" y="2028825"/>
                </a:lnTo>
                <a:lnTo>
                  <a:pt x="1790700" y="2028825"/>
                </a:lnTo>
                <a:lnTo>
                  <a:pt x="1790700" y="2076450"/>
                </a:lnTo>
                <a:lnTo>
                  <a:pt x="1781175" y="2076450"/>
                </a:lnTo>
                <a:lnTo>
                  <a:pt x="1781175" y="2085975"/>
                </a:lnTo>
                <a:lnTo>
                  <a:pt x="1790700" y="2085975"/>
                </a:lnTo>
                <a:lnTo>
                  <a:pt x="1790700" y="2095500"/>
                </a:lnTo>
                <a:lnTo>
                  <a:pt x="1419225" y="2095500"/>
                </a:lnTo>
                <a:lnTo>
                  <a:pt x="1419225" y="2085975"/>
                </a:lnTo>
                <a:lnTo>
                  <a:pt x="1428750" y="2085975"/>
                </a:lnTo>
                <a:lnTo>
                  <a:pt x="1428750" y="2076450"/>
                </a:lnTo>
                <a:lnTo>
                  <a:pt x="1419225" y="2076450"/>
                </a:lnTo>
                <a:lnTo>
                  <a:pt x="1419225" y="1724025"/>
                </a:lnTo>
                <a:lnTo>
                  <a:pt x="1438275" y="1724025"/>
                </a:lnTo>
                <a:lnTo>
                  <a:pt x="1438275" y="1752600"/>
                </a:lnTo>
                <a:lnTo>
                  <a:pt x="1447800" y="1752600"/>
                </a:lnTo>
                <a:lnTo>
                  <a:pt x="1447800" y="1743075"/>
                </a:lnTo>
                <a:lnTo>
                  <a:pt x="1457325" y="1743075"/>
                </a:lnTo>
                <a:lnTo>
                  <a:pt x="1457325" y="1771650"/>
                </a:lnTo>
                <a:lnTo>
                  <a:pt x="1466850" y="1771650"/>
                </a:lnTo>
                <a:lnTo>
                  <a:pt x="1466850" y="1781175"/>
                </a:lnTo>
                <a:lnTo>
                  <a:pt x="1543050" y="1781175"/>
                </a:lnTo>
                <a:lnTo>
                  <a:pt x="1543050" y="1771650"/>
                </a:lnTo>
                <a:lnTo>
                  <a:pt x="1628775" y="1771650"/>
                </a:lnTo>
                <a:lnTo>
                  <a:pt x="1628775" y="1781175"/>
                </a:lnTo>
                <a:lnTo>
                  <a:pt x="1743075" y="1781175"/>
                </a:lnTo>
                <a:lnTo>
                  <a:pt x="1743075" y="1771650"/>
                </a:lnTo>
                <a:lnTo>
                  <a:pt x="1752600" y="1771650"/>
                </a:lnTo>
                <a:lnTo>
                  <a:pt x="1752600" y="1762125"/>
                </a:lnTo>
                <a:lnTo>
                  <a:pt x="1762125" y="1762125"/>
                </a:lnTo>
                <a:lnTo>
                  <a:pt x="1762125" y="1447800"/>
                </a:lnTo>
                <a:lnTo>
                  <a:pt x="1752600" y="1447800"/>
                </a:lnTo>
                <a:lnTo>
                  <a:pt x="1752600" y="1438275"/>
                </a:lnTo>
                <a:lnTo>
                  <a:pt x="1466850" y="1438275"/>
                </a:lnTo>
                <a:lnTo>
                  <a:pt x="1466850" y="1447800"/>
                </a:lnTo>
                <a:lnTo>
                  <a:pt x="1457325" y="1447800"/>
                </a:lnTo>
                <a:lnTo>
                  <a:pt x="1457325" y="1514475"/>
                </a:lnTo>
                <a:lnTo>
                  <a:pt x="1447800" y="1514475"/>
                </a:lnTo>
                <a:lnTo>
                  <a:pt x="1447800" y="1504950"/>
                </a:lnTo>
                <a:lnTo>
                  <a:pt x="1438275" y="1504950"/>
                </a:lnTo>
                <a:lnTo>
                  <a:pt x="1438275" y="1609725"/>
                </a:lnTo>
                <a:lnTo>
                  <a:pt x="1447800" y="1609725"/>
                </a:lnTo>
                <a:lnTo>
                  <a:pt x="1447800" y="1590675"/>
                </a:lnTo>
                <a:lnTo>
                  <a:pt x="1457325" y="1590675"/>
                </a:lnTo>
                <a:lnTo>
                  <a:pt x="1457325" y="1685925"/>
                </a:lnTo>
                <a:lnTo>
                  <a:pt x="1447800" y="1685925"/>
                </a:lnTo>
                <a:lnTo>
                  <a:pt x="1447800" y="1666875"/>
                </a:lnTo>
                <a:lnTo>
                  <a:pt x="1438275" y="1666875"/>
                </a:lnTo>
                <a:lnTo>
                  <a:pt x="1438275" y="1704975"/>
                </a:lnTo>
                <a:lnTo>
                  <a:pt x="1419225" y="1704975"/>
                </a:lnTo>
                <a:lnTo>
                  <a:pt x="1419225" y="1428750"/>
                </a:lnTo>
                <a:lnTo>
                  <a:pt x="1428750" y="1428750"/>
                </a:lnTo>
                <a:lnTo>
                  <a:pt x="1428750" y="1409700"/>
                </a:lnTo>
                <a:lnTo>
                  <a:pt x="1438275" y="1409700"/>
                </a:lnTo>
                <a:lnTo>
                  <a:pt x="1438275" y="1400175"/>
                </a:lnTo>
                <a:lnTo>
                  <a:pt x="1590675" y="1400175"/>
                </a:lnTo>
                <a:close/>
                <a:moveTo>
                  <a:pt x="1257300" y="1438275"/>
                </a:moveTo>
                <a:lnTo>
                  <a:pt x="1266825" y="1438275"/>
                </a:lnTo>
                <a:lnTo>
                  <a:pt x="1266825" y="1905000"/>
                </a:lnTo>
                <a:lnTo>
                  <a:pt x="1257300" y="1905000"/>
                </a:lnTo>
                <a:lnTo>
                  <a:pt x="1257300" y="1876425"/>
                </a:lnTo>
                <a:lnTo>
                  <a:pt x="1238250" y="1876425"/>
                </a:lnTo>
                <a:lnTo>
                  <a:pt x="1238250" y="1838325"/>
                </a:lnTo>
                <a:lnTo>
                  <a:pt x="1228725" y="1838325"/>
                </a:lnTo>
                <a:lnTo>
                  <a:pt x="1228725" y="1828800"/>
                </a:lnTo>
                <a:lnTo>
                  <a:pt x="1238250" y="1828800"/>
                </a:lnTo>
                <a:lnTo>
                  <a:pt x="1238250" y="1838325"/>
                </a:lnTo>
                <a:lnTo>
                  <a:pt x="1257300" y="1838325"/>
                </a:lnTo>
                <a:lnTo>
                  <a:pt x="1257300" y="1762125"/>
                </a:lnTo>
                <a:lnTo>
                  <a:pt x="1238250" y="1762125"/>
                </a:lnTo>
                <a:lnTo>
                  <a:pt x="1238250" y="1771650"/>
                </a:lnTo>
                <a:lnTo>
                  <a:pt x="1228725" y="1771650"/>
                </a:lnTo>
                <a:lnTo>
                  <a:pt x="1228725" y="1743075"/>
                </a:lnTo>
                <a:lnTo>
                  <a:pt x="1238250" y="1743075"/>
                </a:lnTo>
                <a:lnTo>
                  <a:pt x="1238250" y="1704975"/>
                </a:lnTo>
                <a:lnTo>
                  <a:pt x="1228725" y="1704975"/>
                </a:lnTo>
                <a:lnTo>
                  <a:pt x="1228725" y="1666875"/>
                </a:lnTo>
                <a:lnTo>
                  <a:pt x="1247775" y="1666875"/>
                </a:lnTo>
                <a:lnTo>
                  <a:pt x="1247775" y="1676400"/>
                </a:lnTo>
                <a:lnTo>
                  <a:pt x="1257300" y="1676400"/>
                </a:lnTo>
                <a:lnTo>
                  <a:pt x="1257300" y="1571625"/>
                </a:lnTo>
                <a:lnTo>
                  <a:pt x="1247775" y="1571625"/>
                </a:lnTo>
                <a:lnTo>
                  <a:pt x="1247775" y="1581150"/>
                </a:lnTo>
                <a:lnTo>
                  <a:pt x="1238250" y="1581150"/>
                </a:lnTo>
                <a:lnTo>
                  <a:pt x="1238250" y="1590675"/>
                </a:lnTo>
                <a:lnTo>
                  <a:pt x="1228725" y="1590675"/>
                </a:lnTo>
                <a:lnTo>
                  <a:pt x="1228725" y="1447800"/>
                </a:lnTo>
                <a:lnTo>
                  <a:pt x="1238250" y="1447800"/>
                </a:lnTo>
                <a:lnTo>
                  <a:pt x="1238250" y="1457325"/>
                </a:lnTo>
                <a:lnTo>
                  <a:pt x="1247775" y="1457325"/>
                </a:lnTo>
                <a:lnTo>
                  <a:pt x="1247775" y="1466850"/>
                </a:lnTo>
                <a:lnTo>
                  <a:pt x="1257300" y="1466850"/>
                </a:lnTo>
                <a:close/>
                <a:moveTo>
                  <a:pt x="638175" y="1514475"/>
                </a:moveTo>
                <a:lnTo>
                  <a:pt x="647700" y="1514475"/>
                </a:lnTo>
                <a:lnTo>
                  <a:pt x="647700" y="1581150"/>
                </a:lnTo>
                <a:lnTo>
                  <a:pt x="638175" y="1581150"/>
                </a:lnTo>
                <a:close/>
                <a:moveTo>
                  <a:pt x="609600" y="1524000"/>
                </a:moveTo>
                <a:lnTo>
                  <a:pt x="619125" y="1524000"/>
                </a:lnTo>
                <a:lnTo>
                  <a:pt x="619125" y="1590675"/>
                </a:lnTo>
                <a:lnTo>
                  <a:pt x="609600" y="1590675"/>
                </a:lnTo>
                <a:close/>
                <a:moveTo>
                  <a:pt x="609600" y="1657350"/>
                </a:moveTo>
                <a:lnTo>
                  <a:pt x="619125" y="1657350"/>
                </a:lnTo>
                <a:lnTo>
                  <a:pt x="619125" y="1724025"/>
                </a:lnTo>
                <a:lnTo>
                  <a:pt x="609600" y="1724025"/>
                </a:lnTo>
                <a:close/>
                <a:moveTo>
                  <a:pt x="609600" y="1781175"/>
                </a:moveTo>
                <a:lnTo>
                  <a:pt x="619125" y="1781175"/>
                </a:lnTo>
                <a:lnTo>
                  <a:pt x="619125" y="1809750"/>
                </a:lnTo>
                <a:lnTo>
                  <a:pt x="628650" y="1809750"/>
                </a:lnTo>
                <a:lnTo>
                  <a:pt x="628650" y="1800225"/>
                </a:lnTo>
                <a:lnTo>
                  <a:pt x="638175" y="1800225"/>
                </a:lnTo>
                <a:lnTo>
                  <a:pt x="638175" y="1790700"/>
                </a:lnTo>
                <a:lnTo>
                  <a:pt x="647700" y="1790700"/>
                </a:lnTo>
                <a:lnTo>
                  <a:pt x="647700" y="1895475"/>
                </a:lnTo>
                <a:lnTo>
                  <a:pt x="657225" y="1895475"/>
                </a:lnTo>
                <a:lnTo>
                  <a:pt x="657225" y="1905000"/>
                </a:lnTo>
                <a:lnTo>
                  <a:pt x="704850" y="1905000"/>
                </a:lnTo>
                <a:lnTo>
                  <a:pt x="704850" y="1895475"/>
                </a:lnTo>
                <a:lnTo>
                  <a:pt x="904875" y="1895475"/>
                </a:lnTo>
                <a:lnTo>
                  <a:pt x="904875" y="1905000"/>
                </a:lnTo>
                <a:lnTo>
                  <a:pt x="933450" y="1905000"/>
                </a:lnTo>
                <a:lnTo>
                  <a:pt x="933450" y="1895475"/>
                </a:lnTo>
                <a:lnTo>
                  <a:pt x="1038225" y="1895475"/>
                </a:lnTo>
                <a:lnTo>
                  <a:pt x="1038225" y="1905000"/>
                </a:lnTo>
                <a:lnTo>
                  <a:pt x="1219200" y="1905000"/>
                </a:lnTo>
                <a:lnTo>
                  <a:pt x="1219200" y="1895475"/>
                </a:lnTo>
                <a:lnTo>
                  <a:pt x="1228725" y="1895475"/>
                </a:lnTo>
                <a:lnTo>
                  <a:pt x="1228725" y="1876425"/>
                </a:lnTo>
                <a:lnTo>
                  <a:pt x="1238250" y="1876425"/>
                </a:lnTo>
                <a:lnTo>
                  <a:pt x="1238250" y="1895475"/>
                </a:lnTo>
                <a:lnTo>
                  <a:pt x="1247775" y="1895475"/>
                </a:lnTo>
                <a:lnTo>
                  <a:pt x="1247775" y="1914525"/>
                </a:lnTo>
                <a:lnTo>
                  <a:pt x="1238250" y="1914525"/>
                </a:lnTo>
                <a:lnTo>
                  <a:pt x="1238250" y="1924050"/>
                </a:lnTo>
                <a:lnTo>
                  <a:pt x="1133475" y="1924050"/>
                </a:lnTo>
                <a:lnTo>
                  <a:pt x="1133475" y="1933575"/>
                </a:lnTo>
                <a:lnTo>
                  <a:pt x="1143000" y="1933575"/>
                </a:lnTo>
                <a:lnTo>
                  <a:pt x="1143000" y="1943100"/>
                </a:lnTo>
                <a:lnTo>
                  <a:pt x="1019175" y="1943100"/>
                </a:lnTo>
                <a:lnTo>
                  <a:pt x="1019175" y="1933575"/>
                </a:lnTo>
                <a:lnTo>
                  <a:pt x="1047750" y="1933575"/>
                </a:lnTo>
                <a:lnTo>
                  <a:pt x="1047750" y="1924050"/>
                </a:lnTo>
                <a:lnTo>
                  <a:pt x="847725" y="1924050"/>
                </a:lnTo>
                <a:lnTo>
                  <a:pt x="847725" y="1943100"/>
                </a:lnTo>
                <a:lnTo>
                  <a:pt x="714375" y="1943100"/>
                </a:lnTo>
                <a:lnTo>
                  <a:pt x="714375" y="1933575"/>
                </a:lnTo>
                <a:lnTo>
                  <a:pt x="723900" y="1933575"/>
                </a:lnTo>
                <a:lnTo>
                  <a:pt x="723900" y="1924050"/>
                </a:lnTo>
                <a:lnTo>
                  <a:pt x="628650" y="1924050"/>
                </a:lnTo>
                <a:lnTo>
                  <a:pt x="628650" y="1895475"/>
                </a:lnTo>
                <a:lnTo>
                  <a:pt x="638175" y="1895475"/>
                </a:lnTo>
                <a:lnTo>
                  <a:pt x="638175" y="1866900"/>
                </a:lnTo>
                <a:lnTo>
                  <a:pt x="628650" y="1866900"/>
                </a:lnTo>
                <a:lnTo>
                  <a:pt x="628650" y="1857375"/>
                </a:lnTo>
                <a:lnTo>
                  <a:pt x="619125" y="1857375"/>
                </a:lnTo>
                <a:lnTo>
                  <a:pt x="619125" y="1914525"/>
                </a:lnTo>
                <a:lnTo>
                  <a:pt x="609600" y="1914525"/>
                </a:lnTo>
                <a:close/>
                <a:moveTo>
                  <a:pt x="1562100" y="1790700"/>
                </a:moveTo>
                <a:lnTo>
                  <a:pt x="1590675" y="1790700"/>
                </a:lnTo>
                <a:lnTo>
                  <a:pt x="1590675" y="1781175"/>
                </a:lnTo>
                <a:lnTo>
                  <a:pt x="1562100" y="1781175"/>
                </a:lnTo>
                <a:close/>
                <a:moveTo>
                  <a:pt x="1438275" y="1847850"/>
                </a:moveTo>
                <a:lnTo>
                  <a:pt x="1447800" y="1847850"/>
                </a:lnTo>
                <a:lnTo>
                  <a:pt x="1447800" y="1857375"/>
                </a:lnTo>
                <a:lnTo>
                  <a:pt x="1457325" y="1857375"/>
                </a:lnTo>
                <a:lnTo>
                  <a:pt x="1457325" y="1952625"/>
                </a:lnTo>
                <a:lnTo>
                  <a:pt x="1476375" y="1952625"/>
                </a:lnTo>
                <a:lnTo>
                  <a:pt x="1476375" y="1876425"/>
                </a:lnTo>
                <a:lnTo>
                  <a:pt x="1485900" y="1876425"/>
                </a:lnTo>
                <a:lnTo>
                  <a:pt x="1485900" y="1866900"/>
                </a:lnTo>
                <a:lnTo>
                  <a:pt x="1495425" y="1866900"/>
                </a:lnTo>
                <a:lnTo>
                  <a:pt x="1495425" y="1857375"/>
                </a:lnTo>
                <a:lnTo>
                  <a:pt x="1504950" y="1857375"/>
                </a:lnTo>
                <a:lnTo>
                  <a:pt x="1504950" y="1847850"/>
                </a:lnTo>
                <a:lnTo>
                  <a:pt x="1514475" y="1847850"/>
                </a:lnTo>
                <a:lnTo>
                  <a:pt x="1514475" y="1838325"/>
                </a:lnTo>
                <a:lnTo>
                  <a:pt x="1485900" y="1838325"/>
                </a:lnTo>
                <a:lnTo>
                  <a:pt x="1485900" y="1819275"/>
                </a:lnTo>
                <a:lnTo>
                  <a:pt x="1476375" y="1819275"/>
                </a:lnTo>
                <a:lnTo>
                  <a:pt x="1476375" y="1809750"/>
                </a:lnTo>
                <a:lnTo>
                  <a:pt x="1447800" y="1809750"/>
                </a:lnTo>
                <a:lnTo>
                  <a:pt x="1447800" y="1819275"/>
                </a:lnTo>
                <a:lnTo>
                  <a:pt x="1438275" y="1819275"/>
                </a:lnTo>
                <a:close/>
                <a:moveTo>
                  <a:pt x="1733550" y="1847850"/>
                </a:moveTo>
                <a:lnTo>
                  <a:pt x="1743075" y="1847850"/>
                </a:lnTo>
                <a:lnTo>
                  <a:pt x="1743075" y="1838325"/>
                </a:lnTo>
                <a:lnTo>
                  <a:pt x="1733550" y="1838325"/>
                </a:lnTo>
                <a:close/>
                <a:moveTo>
                  <a:pt x="1085850" y="1933575"/>
                </a:moveTo>
                <a:lnTo>
                  <a:pt x="1114425" y="1933575"/>
                </a:lnTo>
                <a:lnTo>
                  <a:pt x="1114425" y="1924050"/>
                </a:lnTo>
                <a:lnTo>
                  <a:pt x="1085850" y="1924050"/>
                </a:lnTo>
                <a:close/>
                <a:moveTo>
                  <a:pt x="1457325" y="2038350"/>
                </a:moveTo>
                <a:lnTo>
                  <a:pt x="1485900" y="2038350"/>
                </a:lnTo>
                <a:lnTo>
                  <a:pt x="1485900" y="2028825"/>
                </a:lnTo>
                <a:lnTo>
                  <a:pt x="1476375" y="2028825"/>
                </a:lnTo>
                <a:lnTo>
                  <a:pt x="1476375" y="1981200"/>
                </a:lnTo>
                <a:lnTo>
                  <a:pt x="1457325" y="1981200"/>
                </a:lnTo>
                <a:close/>
                <a:moveTo>
                  <a:pt x="1743075" y="2038350"/>
                </a:moveTo>
                <a:lnTo>
                  <a:pt x="1752600" y="2038350"/>
                </a:lnTo>
                <a:lnTo>
                  <a:pt x="1752600" y="2028825"/>
                </a:lnTo>
                <a:lnTo>
                  <a:pt x="1743075" y="2028825"/>
                </a:lnTo>
                <a:lnTo>
                  <a:pt x="1743075" y="2019300"/>
                </a:lnTo>
                <a:lnTo>
                  <a:pt x="1733550" y="2019300"/>
                </a:lnTo>
                <a:lnTo>
                  <a:pt x="1733550" y="2028825"/>
                </a:lnTo>
                <a:lnTo>
                  <a:pt x="1714500" y="2028825"/>
                </a:lnTo>
                <a:lnTo>
                  <a:pt x="1714500" y="2047875"/>
                </a:lnTo>
                <a:lnTo>
                  <a:pt x="1743075" y="2047875"/>
                </a:lnTo>
                <a:close/>
                <a:moveTo>
                  <a:pt x="1381125" y="2057400"/>
                </a:moveTo>
                <a:lnTo>
                  <a:pt x="1390650" y="2057400"/>
                </a:lnTo>
                <a:lnTo>
                  <a:pt x="1390650" y="2076450"/>
                </a:lnTo>
                <a:lnTo>
                  <a:pt x="1381125" y="2076450"/>
                </a:lnTo>
                <a:close/>
              </a:path>
            </a:pathLst>
          </a:custGeom>
          <a:solidFill xmlns:a="http://schemas.openxmlformats.org/drawingml/2006/main">
            <a:srgbClr val="CB2519"/>
          </a:solidFill>
          <a:ln xmlns:a="http://schemas.openxmlformats.org/drawingml/2006/main" w="0">
            <a:noFill/>
          </a:ln>
        </p:spPr>
      </p:sp>
      <p:sp>
        <p:nvSpPr>
          <p:cNvPr id="33" name="logo vector #b21f17">
            <a:extLst xmlns:a="http://schemas.openxmlformats.org/drawingml/2006/main">
              <a:ext uri="{FF2B5EF4-FFF2-40B4-BE49-F238E27FC236}">
                <a16:creationId xmlns:a16="http://schemas.microsoft.com/office/drawing/2014/main" id="{79FCCC32-B0E7-4F99-B79A-A750734B59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124450" y="1590675"/>
            <a:ext cx="2867025" cy="2752725"/>
          </a:xfrm>
          <a:custGeom xmlns:a="http://schemas.openxmlformats.org/drawingml/2006/main">
            <a:pathLst>
              <a:path w="2428875" h="2333625">
                <a:moveTo>
                  <a:pt x="123825" y="76200"/>
                </a:moveTo>
                <a:lnTo>
                  <a:pt x="142875" y="76200"/>
                </a:lnTo>
                <a:lnTo>
                  <a:pt x="142875" y="85725"/>
                </a:lnTo>
                <a:lnTo>
                  <a:pt x="123825" y="85725"/>
                </a:lnTo>
                <a:close/>
                <a:moveTo>
                  <a:pt x="904875" y="476250"/>
                </a:moveTo>
                <a:lnTo>
                  <a:pt x="923925" y="476250"/>
                </a:lnTo>
                <a:lnTo>
                  <a:pt x="923925" y="485775"/>
                </a:lnTo>
                <a:lnTo>
                  <a:pt x="933450" y="485775"/>
                </a:lnTo>
                <a:lnTo>
                  <a:pt x="933450" y="676275"/>
                </a:lnTo>
                <a:lnTo>
                  <a:pt x="942975" y="676275"/>
                </a:lnTo>
                <a:lnTo>
                  <a:pt x="942975" y="695325"/>
                </a:lnTo>
                <a:lnTo>
                  <a:pt x="885825" y="695325"/>
                </a:lnTo>
                <a:lnTo>
                  <a:pt x="885825" y="619125"/>
                </a:lnTo>
                <a:lnTo>
                  <a:pt x="895350" y="619125"/>
                </a:lnTo>
                <a:lnTo>
                  <a:pt x="895350" y="514350"/>
                </a:lnTo>
                <a:lnTo>
                  <a:pt x="885825" y="514350"/>
                </a:lnTo>
                <a:lnTo>
                  <a:pt x="885825" y="504825"/>
                </a:lnTo>
                <a:lnTo>
                  <a:pt x="876300" y="504825"/>
                </a:lnTo>
                <a:lnTo>
                  <a:pt x="876300" y="495300"/>
                </a:lnTo>
                <a:lnTo>
                  <a:pt x="885825" y="495300"/>
                </a:lnTo>
                <a:lnTo>
                  <a:pt x="885825" y="485775"/>
                </a:lnTo>
                <a:lnTo>
                  <a:pt x="904875" y="485775"/>
                </a:lnTo>
                <a:close/>
                <a:moveTo>
                  <a:pt x="1600200" y="485775"/>
                </a:moveTo>
                <a:lnTo>
                  <a:pt x="1628775" y="485775"/>
                </a:lnTo>
                <a:lnTo>
                  <a:pt x="1628775" y="514350"/>
                </a:lnTo>
                <a:lnTo>
                  <a:pt x="1600200" y="514350"/>
                </a:lnTo>
                <a:lnTo>
                  <a:pt x="1600200" y="523875"/>
                </a:lnTo>
                <a:lnTo>
                  <a:pt x="1590675" y="523875"/>
                </a:lnTo>
                <a:lnTo>
                  <a:pt x="1590675" y="514350"/>
                </a:lnTo>
                <a:lnTo>
                  <a:pt x="1581150" y="514350"/>
                </a:lnTo>
                <a:lnTo>
                  <a:pt x="1581150" y="504825"/>
                </a:lnTo>
                <a:lnTo>
                  <a:pt x="1590675" y="504825"/>
                </a:lnTo>
                <a:lnTo>
                  <a:pt x="1590675" y="495300"/>
                </a:lnTo>
                <a:lnTo>
                  <a:pt x="1600200" y="495300"/>
                </a:lnTo>
                <a:close/>
                <a:moveTo>
                  <a:pt x="752475" y="504825"/>
                </a:moveTo>
                <a:lnTo>
                  <a:pt x="781050" y="504825"/>
                </a:lnTo>
                <a:lnTo>
                  <a:pt x="781050" y="514350"/>
                </a:lnTo>
                <a:lnTo>
                  <a:pt x="790575" y="514350"/>
                </a:lnTo>
                <a:lnTo>
                  <a:pt x="790575" y="523875"/>
                </a:lnTo>
                <a:lnTo>
                  <a:pt x="800100" y="523875"/>
                </a:lnTo>
                <a:lnTo>
                  <a:pt x="800100" y="561975"/>
                </a:lnTo>
                <a:lnTo>
                  <a:pt x="809625" y="561975"/>
                </a:lnTo>
                <a:lnTo>
                  <a:pt x="809625" y="590550"/>
                </a:lnTo>
                <a:lnTo>
                  <a:pt x="819150" y="590550"/>
                </a:lnTo>
                <a:lnTo>
                  <a:pt x="819150" y="619125"/>
                </a:lnTo>
                <a:lnTo>
                  <a:pt x="828675" y="619125"/>
                </a:lnTo>
                <a:lnTo>
                  <a:pt x="828675" y="647700"/>
                </a:lnTo>
                <a:lnTo>
                  <a:pt x="838200" y="647700"/>
                </a:lnTo>
                <a:lnTo>
                  <a:pt x="838200" y="676275"/>
                </a:lnTo>
                <a:lnTo>
                  <a:pt x="847725" y="676275"/>
                </a:lnTo>
                <a:lnTo>
                  <a:pt x="847725" y="704850"/>
                </a:lnTo>
                <a:lnTo>
                  <a:pt x="790575" y="704850"/>
                </a:lnTo>
                <a:lnTo>
                  <a:pt x="790575" y="657225"/>
                </a:lnTo>
                <a:lnTo>
                  <a:pt x="781050" y="657225"/>
                </a:lnTo>
                <a:lnTo>
                  <a:pt x="781050" y="647700"/>
                </a:lnTo>
                <a:lnTo>
                  <a:pt x="771525" y="647700"/>
                </a:lnTo>
                <a:lnTo>
                  <a:pt x="771525" y="590550"/>
                </a:lnTo>
                <a:lnTo>
                  <a:pt x="762000" y="590550"/>
                </a:lnTo>
                <a:lnTo>
                  <a:pt x="762000" y="561975"/>
                </a:lnTo>
                <a:lnTo>
                  <a:pt x="771525" y="561975"/>
                </a:lnTo>
                <a:lnTo>
                  <a:pt x="771525" y="552450"/>
                </a:lnTo>
                <a:lnTo>
                  <a:pt x="781050" y="552450"/>
                </a:lnTo>
                <a:lnTo>
                  <a:pt x="781050" y="533400"/>
                </a:lnTo>
                <a:lnTo>
                  <a:pt x="771525" y="533400"/>
                </a:lnTo>
                <a:lnTo>
                  <a:pt x="771525" y="523875"/>
                </a:lnTo>
                <a:lnTo>
                  <a:pt x="752475" y="523875"/>
                </a:lnTo>
                <a:lnTo>
                  <a:pt x="752475" y="552450"/>
                </a:lnTo>
                <a:lnTo>
                  <a:pt x="742950" y="552450"/>
                </a:lnTo>
                <a:lnTo>
                  <a:pt x="742950" y="571500"/>
                </a:lnTo>
                <a:lnTo>
                  <a:pt x="733425" y="571500"/>
                </a:lnTo>
                <a:lnTo>
                  <a:pt x="733425" y="600075"/>
                </a:lnTo>
                <a:lnTo>
                  <a:pt x="723900" y="600075"/>
                </a:lnTo>
                <a:lnTo>
                  <a:pt x="723900" y="628650"/>
                </a:lnTo>
                <a:lnTo>
                  <a:pt x="733425" y="628650"/>
                </a:lnTo>
                <a:lnTo>
                  <a:pt x="733425" y="638175"/>
                </a:lnTo>
                <a:lnTo>
                  <a:pt x="752475" y="638175"/>
                </a:lnTo>
                <a:lnTo>
                  <a:pt x="752475" y="657225"/>
                </a:lnTo>
                <a:lnTo>
                  <a:pt x="714375" y="657225"/>
                </a:lnTo>
                <a:lnTo>
                  <a:pt x="714375" y="666750"/>
                </a:lnTo>
                <a:lnTo>
                  <a:pt x="704850" y="666750"/>
                </a:lnTo>
                <a:lnTo>
                  <a:pt x="704850" y="695325"/>
                </a:lnTo>
                <a:lnTo>
                  <a:pt x="714375" y="695325"/>
                </a:lnTo>
                <a:lnTo>
                  <a:pt x="714375" y="704850"/>
                </a:lnTo>
                <a:lnTo>
                  <a:pt x="704850" y="704850"/>
                </a:lnTo>
                <a:lnTo>
                  <a:pt x="704850" y="714375"/>
                </a:lnTo>
                <a:lnTo>
                  <a:pt x="666750" y="714375"/>
                </a:lnTo>
                <a:lnTo>
                  <a:pt x="666750" y="695325"/>
                </a:lnTo>
                <a:lnTo>
                  <a:pt x="676275" y="695325"/>
                </a:lnTo>
                <a:lnTo>
                  <a:pt x="676275" y="676275"/>
                </a:lnTo>
                <a:lnTo>
                  <a:pt x="685800" y="676275"/>
                </a:lnTo>
                <a:lnTo>
                  <a:pt x="685800" y="647700"/>
                </a:lnTo>
                <a:lnTo>
                  <a:pt x="695325" y="647700"/>
                </a:lnTo>
                <a:lnTo>
                  <a:pt x="695325" y="628650"/>
                </a:lnTo>
                <a:lnTo>
                  <a:pt x="704850" y="628650"/>
                </a:lnTo>
                <a:lnTo>
                  <a:pt x="704850" y="600075"/>
                </a:lnTo>
                <a:lnTo>
                  <a:pt x="714375" y="600075"/>
                </a:lnTo>
                <a:lnTo>
                  <a:pt x="714375" y="581025"/>
                </a:lnTo>
                <a:lnTo>
                  <a:pt x="723900" y="581025"/>
                </a:lnTo>
                <a:lnTo>
                  <a:pt x="723900" y="552450"/>
                </a:lnTo>
                <a:lnTo>
                  <a:pt x="733425" y="552450"/>
                </a:lnTo>
                <a:lnTo>
                  <a:pt x="733425" y="523875"/>
                </a:lnTo>
                <a:lnTo>
                  <a:pt x="742950" y="523875"/>
                </a:lnTo>
                <a:lnTo>
                  <a:pt x="742950" y="514350"/>
                </a:lnTo>
                <a:lnTo>
                  <a:pt x="752475" y="514350"/>
                </a:lnTo>
                <a:close/>
                <a:moveTo>
                  <a:pt x="1914525" y="504825"/>
                </a:moveTo>
                <a:lnTo>
                  <a:pt x="1924050" y="504825"/>
                </a:lnTo>
                <a:lnTo>
                  <a:pt x="1924050" y="514350"/>
                </a:lnTo>
                <a:lnTo>
                  <a:pt x="1914525" y="514350"/>
                </a:lnTo>
                <a:close/>
                <a:moveTo>
                  <a:pt x="1057275" y="533400"/>
                </a:moveTo>
                <a:lnTo>
                  <a:pt x="1085850" y="533400"/>
                </a:lnTo>
                <a:lnTo>
                  <a:pt x="1085850" y="542925"/>
                </a:lnTo>
                <a:lnTo>
                  <a:pt x="1095375" y="542925"/>
                </a:lnTo>
                <a:lnTo>
                  <a:pt x="1095375" y="552450"/>
                </a:lnTo>
                <a:lnTo>
                  <a:pt x="1114425" y="552450"/>
                </a:lnTo>
                <a:lnTo>
                  <a:pt x="1114425" y="561975"/>
                </a:lnTo>
                <a:lnTo>
                  <a:pt x="1123950" y="561975"/>
                </a:lnTo>
                <a:lnTo>
                  <a:pt x="1123950" y="542925"/>
                </a:lnTo>
                <a:lnTo>
                  <a:pt x="1143000" y="542925"/>
                </a:lnTo>
                <a:lnTo>
                  <a:pt x="1143000" y="533400"/>
                </a:lnTo>
                <a:lnTo>
                  <a:pt x="1171575" y="533400"/>
                </a:lnTo>
                <a:lnTo>
                  <a:pt x="1171575" y="542925"/>
                </a:lnTo>
                <a:lnTo>
                  <a:pt x="1181100" y="542925"/>
                </a:lnTo>
                <a:lnTo>
                  <a:pt x="1181100" y="552450"/>
                </a:lnTo>
                <a:lnTo>
                  <a:pt x="1190625" y="552450"/>
                </a:lnTo>
                <a:lnTo>
                  <a:pt x="1190625" y="561975"/>
                </a:lnTo>
                <a:lnTo>
                  <a:pt x="1200150" y="561975"/>
                </a:lnTo>
                <a:lnTo>
                  <a:pt x="1200150" y="685800"/>
                </a:lnTo>
                <a:lnTo>
                  <a:pt x="1162050" y="685800"/>
                </a:lnTo>
                <a:lnTo>
                  <a:pt x="1162050" y="676275"/>
                </a:lnTo>
                <a:lnTo>
                  <a:pt x="1152525" y="676275"/>
                </a:lnTo>
                <a:lnTo>
                  <a:pt x="1152525" y="666750"/>
                </a:lnTo>
                <a:lnTo>
                  <a:pt x="1162050" y="666750"/>
                </a:lnTo>
                <a:lnTo>
                  <a:pt x="1162050" y="581025"/>
                </a:lnTo>
                <a:lnTo>
                  <a:pt x="1152525" y="581025"/>
                </a:lnTo>
                <a:lnTo>
                  <a:pt x="1152525" y="571500"/>
                </a:lnTo>
                <a:lnTo>
                  <a:pt x="1143000" y="571500"/>
                </a:lnTo>
                <a:lnTo>
                  <a:pt x="1143000" y="561975"/>
                </a:lnTo>
                <a:lnTo>
                  <a:pt x="1123950" y="561975"/>
                </a:lnTo>
                <a:lnTo>
                  <a:pt x="1123950" y="571500"/>
                </a:lnTo>
                <a:lnTo>
                  <a:pt x="1114425" y="571500"/>
                </a:lnTo>
                <a:lnTo>
                  <a:pt x="1114425" y="685800"/>
                </a:lnTo>
                <a:lnTo>
                  <a:pt x="1066800" y="685800"/>
                </a:lnTo>
                <a:lnTo>
                  <a:pt x="1066800" y="666750"/>
                </a:lnTo>
                <a:lnTo>
                  <a:pt x="1076325" y="666750"/>
                </a:lnTo>
                <a:lnTo>
                  <a:pt x="1076325" y="600075"/>
                </a:lnTo>
                <a:lnTo>
                  <a:pt x="1066800" y="600075"/>
                </a:lnTo>
                <a:lnTo>
                  <a:pt x="1066800" y="571500"/>
                </a:lnTo>
                <a:lnTo>
                  <a:pt x="1057275" y="571500"/>
                </a:lnTo>
                <a:lnTo>
                  <a:pt x="1057275" y="561975"/>
                </a:lnTo>
                <a:lnTo>
                  <a:pt x="1038225" y="561975"/>
                </a:lnTo>
                <a:lnTo>
                  <a:pt x="1038225" y="571500"/>
                </a:lnTo>
                <a:lnTo>
                  <a:pt x="1028700" y="571500"/>
                </a:lnTo>
                <a:lnTo>
                  <a:pt x="1028700" y="581025"/>
                </a:lnTo>
                <a:lnTo>
                  <a:pt x="1019175" y="581025"/>
                </a:lnTo>
                <a:lnTo>
                  <a:pt x="1019175" y="676275"/>
                </a:lnTo>
                <a:lnTo>
                  <a:pt x="1028700" y="676275"/>
                </a:lnTo>
                <a:lnTo>
                  <a:pt x="1028700" y="695325"/>
                </a:lnTo>
                <a:lnTo>
                  <a:pt x="981075" y="695325"/>
                </a:lnTo>
                <a:lnTo>
                  <a:pt x="981075" y="685800"/>
                </a:lnTo>
                <a:lnTo>
                  <a:pt x="971550" y="685800"/>
                </a:lnTo>
                <a:lnTo>
                  <a:pt x="971550" y="676275"/>
                </a:lnTo>
                <a:lnTo>
                  <a:pt x="981075" y="676275"/>
                </a:lnTo>
                <a:lnTo>
                  <a:pt x="981075" y="561975"/>
                </a:lnTo>
                <a:lnTo>
                  <a:pt x="971550" y="561975"/>
                </a:lnTo>
                <a:lnTo>
                  <a:pt x="971550" y="552450"/>
                </a:lnTo>
                <a:lnTo>
                  <a:pt x="981075" y="552450"/>
                </a:lnTo>
                <a:lnTo>
                  <a:pt x="981075" y="542925"/>
                </a:lnTo>
                <a:lnTo>
                  <a:pt x="1019175" y="542925"/>
                </a:lnTo>
                <a:lnTo>
                  <a:pt x="1019175" y="552450"/>
                </a:lnTo>
                <a:lnTo>
                  <a:pt x="1038225" y="552450"/>
                </a:lnTo>
                <a:lnTo>
                  <a:pt x="1038225" y="542925"/>
                </a:lnTo>
                <a:lnTo>
                  <a:pt x="1057275" y="542925"/>
                </a:lnTo>
                <a:close/>
                <a:moveTo>
                  <a:pt x="1266825" y="533400"/>
                </a:moveTo>
                <a:lnTo>
                  <a:pt x="1314450" y="533400"/>
                </a:lnTo>
                <a:lnTo>
                  <a:pt x="1314450" y="542925"/>
                </a:lnTo>
                <a:lnTo>
                  <a:pt x="1333500" y="542925"/>
                </a:lnTo>
                <a:lnTo>
                  <a:pt x="1333500" y="552450"/>
                </a:lnTo>
                <a:lnTo>
                  <a:pt x="1343025" y="552450"/>
                </a:lnTo>
                <a:lnTo>
                  <a:pt x="1343025" y="561975"/>
                </a:lnTo>
                <a:lnTo>
                  <a:pt x="1352550" y="561975"/>
                </a:lnTo>
                <a:lnTo>
                  <a:pt x="1352550" y="666750"/>
                </a:lnTo>
                <a:lnTo>
                  <a:pt x="1362075" y="666750"/>
                </a:lnTo>
                <a:lnTo>
                  <a:pt x="1362075" y="685800"/>
                </a:lnTo>
                <a:lnTo>
                  <a:pt x="1314450" y="685800"/>
                </a:lnTo>
                <a:lnTo>
                  <a:pt x="1314450" y="676275"/>
                </a:lnTo>
                <a:lnTo>
                  <a:pt x="1295400" y="676275"/>
                </a:lnTo>
                <a:lnTo>
                  <a:pt x="1295400" y="685800"/>
                </a:lnTo>
                <a:lnTo>
                  <a:pt x="1285875" y="685800"/>
                </a:lnTo>
                <a:lnTo>
                  <a:pt x="1285875" y="695325"/>
                </a:lnTo>
                <a:lnTo>
                  <a:pt x="1257300" y="695325"/>
                </a:lnTo>
                <a:lnTo>
                  <a:pt x="1257300" y="685800"/>
                </a:lnTo>
                <a:lnTo>
                  <a:pt x="1247775" y="685800"/>
                </a:lnTo>
                <a:lnTo>
                  <a:pt x="1247775" y="676275"/>
                </a:lnTo>
                <a:lnTo>
                  <a:pt x="1238250" y="676275"/>
                </a:lnTo>
                <a:lnTo>
                  <a:pt x="1238250" y="666750"/>
                </a:lnTo>
                <a:lnTo>
                  <a:pt x="1228725" y="666750"/>
                </a:lnTo>
                <a:lnTo>
                  <a:pt x="1228725" y="638175"/>
                </a:lnTo>
                <a:lnTo>
                  <a:pt x="1238250" y="638175"/>
                </a:lnTo>
                <a:lnTo>
                  <a:pt x="1238250" y="619125"/>
                </a:lnTo>
                <a:lnTo>
                  <a:pt x="1247775" y="619125"/>
                </a:lnTo>
                <a:lnTo>
                  <a:pt x="1247775" y="609600"/>
                </a:lnTo>
                <a:lnTo>
                  <a:pt x="1266825" y="609600"/>
                </a:lnTo>
                <a:lnTo>
                  <a:pt x="1266825" y="600075"/>
                </a:lnTo>
                <a:lnTo>
                  <a:pt x="1304925" y="600075"/>
                </a:lnTo>
                <a:lnTo>
                  <a:pt x="1304925" y="590550"/>
                </a:lnTo>
                <a:lnTo>
                  <a:pt x="1314450" y="590550"/>
                </a:lnTo>
                <a:lnTo>
                  <a:pt x="1314450" y="561975"/>
                </a:lnTo>
                <a:lnTo>
                  <a:pt x="1304925" y="561975"/>
                </a:lnTo>
                <a:lnTo>
                  <a:pt x="1304925" y="552450"/>
                </a:lnTo>
                <a:lnTo>
                  <a:pt x="1276350" y="552450"/>
                </a:lnTo>
                <a:lnTo>
                  <a:pt x="1276350" y="561975"/>
                </a:lnTo>
                <a:lnTo>
                  <a:pt x="1266825" y="561975"/>
                </a:lnTo>
                <a:lnTo>
                  <a:pt x="1266825" y="571500"/>
                </a:lnTo>
                <a:lnTo>
                  <a:pt x="1238250" y="571500"/>
                </a:lnTo>
                <a:lnTo>
                  <a:pt x="1238250" y="552450"/>
                </a:lnTo>
                <a:lnTo>
                  <a:pt x="1247775" y="552450"/>
                </a:lnTo>
                <a:lnTo>
                  <a:pt x="1247775" y="542925"/>
                </a:lnTo>
                <a:lnTo>
                  <a:pt x="1266825" y="542925"/>
                </a:lnTo>
                <a:close/>
                <a:moveTo>
                  <a:pt x="1419225" y="542925"/>
                </a:moveTo>
                <a:lnTo>
                  <a:pt x="1447800" y="542925"/>
                </a:lnTo>
                <a:lnTo>
                  <a:pt x="1447800" y="561975"/>
                </a:lnTo>
                <a:lnTo>
                  <a:pt x="1438275" y="561975"/>
                </a:lnTo>
                <a:lnTo>
                  <a:pt x="1438275" y="571500"/>
                </a:lnTo>
                <a:lnTo>
                  <a:pt x="1428750" y="571500"/>
                </a:lnTo>
                <a:lnTo>
                  <a:pt x="1428750" y="638175"/>
                </a:lnTo>
                <a:lnTo>
                  <a:pt x="1438275" y="638175"/>
                </a:lnTo>
                <a:lnTo>
                  <a:pt x="1438275" y="657225"/>
                </a:lnTo>
                <a:lnTo>
                  <a:pt x="1447800" y="657225"/>
                </a:lnTo>
                <a:lnTo>
                  <a:pt x="1447800" y="666750"/>
                </a:lnTo>
                <a:lnTo>
                  <a:pt x="1495425" y="666750"/>
                </a:lnTo>
                <a:lnTo>
                  <a:pt x="1495425" y="685800"/>
                </a:lnTo>
                <a:lnTo>
                  <a:pt x="1466850" y="685800"/>
                </a:lnTo>
                <a:lnTo>
                  <a:pt x="1466850" y="695325"/>
                </a:lnTo>
                <a:lnTo>
                  <a:pt x="1438275" y="695325"/>
                </a:lnTo>
                <a:lnTo>
                  <a:pt x="1438275" y="685800"/>
                </a:lnTo>
                <a:lnTo>
                  <a:pt x="1409700" y="685800"/>
                </a:lnTo>
                <a:lnTo>
                  <a:pt x="1409700" y="676275"/>
                </a:lnTo>
                <a:lnTo>
                  <a:pt x="1400175" y="676275"/>
                </a:lnTo>
                <a:lnTo>
                  <a:pt x="1400175" y="657225"/>
                </a:lnTo>
                <a:lnTo>
                  <a:pt x="1390650" y="657225"/>
                </a:lnTo>
                <a:lnTo>
                  <a:pt x="1390650" y="638175"/>
                </a:lnTo>
                <a:lnTo>
                  <a:pt x="1381125" y="638175"/>
                </a:lnTo>
                <a:lnTo>
                  <a:pt x="1381125" y="600075"/>
                </a:lnTo>
                <a:lnTo>
                  <a:pt x="1390650" y="600075"/>
                </a:lnTo>
                <a:lnTo>
                  <a:pt x="1390650" y="571500"/>
                </a:lnTo>
                <a:lnTo>
                  <a:pt x="1400175" y="571500"/>
                </a:lnTo>
                <a:lnTo>
                  <a:pt x="1400175" y="561975"/>
                </a:lnTo>
                <a:lnTo>
                  <a:pt x="1409700" y="561975"/>
                </a:lnTo>
                <a:lnTo>
                  <a:pt x="1409700" y="552450"/>
                </a:lnTo>
                <a:lnTo>
                  <a:pt x="1419225" y="552450"/>
                </a:lnTo>
                <a:close/>
                <a:moveTo>
                  <a:pt x="1466850" y="542925"/>
                </a:moveTo>
                <a:lnTo>
                  <a:pt x="1495425" y="542925"/>
                </a:lnTo>
                <a:lnTo>
                  <a:pt x="1495425" y="552450"/>
                </a:lnTo>
                <a:lnTo>
                  <a:pt x="1504950" y="552450"/>
                </a:lnTo>
                <a:lnTo>
                  <a:pt x="1504950" y="581025"/>
                </a:lnTo>
                <a:lnTo>
                  <a:pt x="1495425" y="581025"/>
                </a:lnTo>
                <a:lnTo>
                  <a:pt x="1495425" y="590550"/>
                </a:lnTo>
                <a:lnTo>
                  <a:pt x="1485900" y="590550"/>
                </a:lnTo>
                <a:lnTo>
                  <a:pt x="1485900" y="581025"/>
                </a:lnTo>
                <a:lnTo>
                  <a:pt x="1476375" y="581025"/>
                </a:lnTo>
                <a:lnTo>
                  <a:pt x="1476375" y="561975"/>
                </a:lnTo>
                <a:lnTo>
                  <a:pt x="1466850" y="561975"/>
                </a:lnTo>
                <a:close/>
                <a:moveTo>
                  <a:pt x="1571625" y="542925"/>
                </a:moveTo>
                <a:lnTo>
                  <a:pt x="1609725" y="542925"/>
                </a:lnTo>
                <a:lnTo>
                  <a:pt x="1609725" y="552450"/>
                </a:lnTo>
                <a:lnTo>
                  <a:pt x="1628775" y="552450"/>
                </a:lnTo>
                <a:lnTo>
                  <a:pt x="1628775" y="561975"/>
                </a:lnTo>
                <a:lnTo>
                  <a:pt x="1638300" y="561975"/>
                </a:lnTo>
                <a:lnTo>
                  <a:pt x="1638300" y="571500"/>
                </a:lnTo>
                <a:lnTo>
                  <a:pt x="1647825" y="571500"/>
                </a:lnTo>
                <a:lnTo>
                  <a:pt x="1647825" y="600075"/>
                </a:lnTo>
                <a:lnTo>
                  <a:pt x="1657350" y="600075"/>
                </a:lnTo>
                <a:lnTo>
                  <a:pt x="1657350" y="609600"/>
                </a:lnTo>
                <a:lnTo>
                  <a:pt x="1647825" y="609600"/>
                </a:lnTo>
                <a:lnTo>
                  <a:pt x="1647825" y="619125"/>
                </a:lnTo>
                <a:lnTo>
                  <a:pt x="1619250" y="619125"/>
                </a:lnTo>
                <a:lnTo>
                  <a:pt x="1619250" y="609600"/>
                </a:lnTo>
                <a:lnTo>
                  <a:pt x="1609725" y="609600"/>
                </a:lnTo>
                <a:lnTo>
                  <a:pt x="1609725" y="600075"/>
                </a:lnTo>
                <a:lnTo>
                  <a:pt x="1619250" y="600075"/>
                </a:lnTo>
                <a:lnTo>
                  <a:pt x="1619250" y="571500"/>
                </a:lnTo>
                <a:lnTo>
                  <a:pt x="1609725" y="571500"/>
                </a:lnTo>
                <a:lnTo>
                  <a:pt x="1609725" y="561975"/>
                </a:lnTo>
                <a:lnTo>
                  <a:pt x="1581150" y="561975"/>
                </a:lnTo>
                <a:lnTo>
                  <a:pt x="1581150" y="571500"/>
                </a:lnTo>
                <a:lnTo>
                  <a:pt x="1571625" y="571500"/>
                </a:lnTo>
                <a:lnTo>
                  <a:pt x="1571625" y="600075"/>
                </a:lnTo>
                <a:lnTo>
                  <a:pt x="1581150" y="600075"/>
                </a:lnTo>
                <a:lnTo>
                  <a:pt x="1581150" y="628650"/>
                </a:lnTo>
                <a:lnTo>
                  <a:pt x="1571625" y="628650"/>
                </a:lnTo>
                <a:lnTo>
                  <a:pt x="1571625" y="619125"/>
                </a:lnTo>
                <a:lnTo>
                  <a:pt x="1562100" y="619125"/>
                </a:lnTo>
                <a:lnTo>
                  <a:pt x="1562100" y="600075"/>
                </a:lnTo>
                <a:lnTo>
                  <a:pt x="1543050" y="600075"/>
                </a:lnTo>
                <a:lnTo>
                  <a:pt x="1543050" y="657225"/>
                </a:lnTo>
                <a:lnTo>
                  <a:pt x="1552575" y="657225"/>
                </a:lnTo>
                <a:lnTo>
                  <a:pt x="1552575" y="647700"/>
                </a:lnTo>
                <a:lnTo>
                  <a:pt x="1581150" y="647700"/>
                </a:lnTo>
                <a:lnTo>
                  <a:pt x="1581150" y="666750"/>
                </a:lnTo>
                <a:lnTo>
                  <a:pt x="1590675" y="666750"/>
                </a:lnTo>
                <a:lnTo>
                  <a:pt x="1590675" y="676275"/>
                </a:lnTo>
                <a:lnTo>
                  <a:pt x="1638300" y="676275"/>
                </a:lnTo>
                <a:lnTo>
                  <a:pt x="1638300" y="695325"/>
                </a:lnTo>
                <a:lnTo>
                  <a:pt x="1571625" y="695325"/>
                </a:lnTo>
                <a:lnTo>
                  <a:pt x="1571625" y="685800"/>
                </a:lnTo>
                <a:lnTo>
                  <a:pt x="1552575" y="685800"/>
                </a:lnTo>
                <a:lnTo>
                  <a:pt x="1552575" y="676275"/>
                </a:lnTo>
                <a:lnTo>
                  <a:pt x="1543050" y="676275"/>
                </a:lnTo>
                <a:lnTo>
                  <a:pt x="1543050" y="666750"/>
                </a:lnTo>
                <a:lnTo>
                  <a:pt x="1533525" y="666750"/>
                </a:lnTo>
                <a:lnTo>
                  <a:pt x="1533525" y="638175"/>
                </a:lnTo>
                <a:lnTo>
                  <a:pt x="1524000" y="638175"/>
                </a:lnTo>
                <a:lnTo>
                  <a:pt x="1524000" y="600075"/>
                </a:lnTo>
                <a:lnTo>
                  <a:pt x="1533525" y="600075"/>
                </a:lnTo>
                <a:lnTo>
                  <a:pt x="1533525" y="571500"/>
                </a:lnTo>
                <a:lnTo>
                  <a:pt x="1543050" y="571500"/>
                </a:lnTo>
                <a:lnTo>
                  <a:pt x="1543050" y="561975"/>
                </a:lnTo>
                <a:lnTo>
                  <a:pt x="1552575" y="561975"/>
                </a:lnTo>
                <a:lnTo>
                  <a:pt x="1552575" y="552450"/>
                </a:lnTo>
                <a:lnTo>
                  <a:pt x="1571625" y="552450"/>
                </a:lnTo>
                <a:close/>
                <a:moveTo>
                  <a:pt x="1685925" y="552450"/>
                </a:moveTo>
                <a:lnTo>
                  <a:pt x="1714500" y="552450"/>
                </a:lnTo>
                <a:lnTo>
                  <a:pt x="1714500" y="561975"/>
                </a:lnTo>
                <a:lnTo>
                  <a:pt x="1733550" y="561975"/>
                </a:lnTo>
                <a:lnTo>
                  <a:pt x="1733550" y="571500"/>
                </a:lnTo>
                <a:lnTo>
                  <a:pt x="1743075" y="571500"/>
                </a:lnTo>
                <a:lnTo>
                  <a:pt x="1743075" y="561975"/>
                </a:lnTo>
                <a:lnTo>
                  <a:pt x="1800225" y="561975"/>
                </a:lnTo>
                <a:lnTo>
                  <a:pt x="1800225" y="571500"/>
                </a:lnTo>
                <a:lnTo>
                  <a:pt x="1809750" y="571500"/>
                </a:lnTo>
                <a:lnTo>
                  <a:pt x="1809750" y="581025"/>
                </a:lnTo>
                <a:lnTo>
                  <a:pt x="1819275" y="581025"/>
                </a:lnTo>
                <a:lnTo>
                  <a:pt x="1819275" y="704850"/>
                </a:lnTo>
                <a:lnTo>
                  <a:pt x="1771650" y="704850"/>
                </a:lnTo>
                <a:lnTo>
                  <a:pt x="1771650" y="590550"/>
                </a:lnTo>
                <a:lnTo>
                  <a:pt x="1762125" y="590550"/>
                </a:lnTo>
                <a:lnTo>
                  <a:pt x="1762125" y="581025"/>
                </a:lnTo>
                <a:lnTo>
                  <a:pt x="1743075" y="581025"/>
                </a:lnTo>
                <a:lnTo>
                  <a:pt x="1743075" y="590550"/>
                </a:lnTo>
                <a:lnTo>
                  <a:pt x="1733550" y="590550"/>
                </a:lnTo>
                <a:lnTo>
                  <a:pt x="1733550" y="609600"/>
                </a:lnTo>
                <a:lnTo>
                  <a:pt x="1724025" y="609600"/>
                </a:lnTo>
                <a:lnTo>
                  <a:pt x="1724025" y="638175"/>
                </a:lnTo>
                <a:lnTo>
                  <a:pt x="1733550" y="638175"/>
                </a:lnTo>
                <a:lnTo>
                  <a:pt x="1733550" y="704850"/>
                </a:lnTo>
                <a:lnTo>
                  <a:pt x="1685925" y="704850"/>
                </a:lnTo>
                <a:close/>
                <a:moveTo>
                  <a:pt x="1266825" y="657225"/>
                </a:moveTo>
                <a:lnTo>
                  <a:pt x="1276350" y="657225"/>
                </a:lnTo>
                <a:lnTo>
                  <a:pt x="1276350" y="666750"/>
                </a:lnTo>
                <a:lnTo>
                  <a:pt x="1304925" y="666750"/>
                </a:lnTo>
                <a:lnTo>
                  <a:pt x="1304925" y="657225"/>
                </a:lnTo>
                <a:lnTo>
                  <a:pt x="1314450" y="657225"/>
                </a:lnTo>
                <a:lnTo>
                  <a:pt x="1314450" y="628650"/>
                </a:lnTo>
                <a:lnTo>
                  <a:pt x="1304925" y="628650"/>
                </a:lnTo>
                <a:lnTo>
                  <a:pt x="1304925" y="619125"/>
                </a:lnTo>
                <a:lnTo>
                  <a:pt x="1276350" y="619125"/>
                </a:lnTo>
                <a:lnTo>
                  <a:pt x="1276350" y="628650"/>
                </a:lnTo>
                <a:lnTo>
                  <a:pt x="1266825" y="628650"/>
                </a:lnTo>
                <a:close/>
                <a:moveTo>
                  <a:pt x="476250" y="942975"/>
                </a:moveTo>
                <a:lnTo>
                  <a:pt x="571500" y="942975"/>
                </a:lnTo>
                <a:lnTo>
                  <a:pt x="571500" y="952500"/>
                </a:lnTo>
                <a:lnTo>
                  <a:pt x="581025" y="952500"/>
                </a:lnTo>
                <a:lnTo>
                  <a:pt x="581025" y="971550"/>
                </a:lnTo>
                <a:lnTo>
                  <a:pt x="590550" y="971550"/>
                </a:lnTo>
                <a:lnTo>
                  <a:pt x="590550" y="981075"/>
                </a:lnTo>
                <a:lnTo>
                  <a:pt x="609600" y="981075"/>
                </a:lnTo>
                <a:lnTo>
                  <a:pt x="609600" y="962025"/>
                </a:lnTo>
                <a:lnTo>
                  <a:pt x="638175" y="962025"/>
                </a:lnTo>
                <a:lnTo>
                  <a:pt x="638175" y="971550"/>
                </a:lnTo>
                <a:lnTo>
                  <a:pt x="752475" y="971550"/>
                </a:lnTo>
                <a:lnTo>
                  <a:pt x="752475" y="962025"/>
                </a:lnTo>
                <a:lnTo>
                  <a:pt x="790575" y="962025"/>
                </a:lnTo>
                <a:lnTo>
                  <a:pt x="790575" y="952500"/>
                </a:lnTo>
                <a:lnTo>
                  <a:pt x="800100" y="952500"/>
                </a:lnTo>
                <a:lnTo>
                  <a:pt x="800100" y="942975"/>
                </a:lnTo>
                <a:lnTo>
                  <a:pt x="828675" y="942975"/>
                </a:lnTo>
                <a:lnTo>
                  <a:pt x="828675" y="971550"/>
                </a:lnTo>
                <a:lnTo>
                  <a:pt x="904875" y="971550"/>
                </a:lnTo>
                <a:lnTo>
                  <a:pt x="904875" y="981075"/>
                </a:lnTo>
                <a:lnTo>
                  <a:pt x="914400" y="981075"/>
                </a:lnTo>
                <a:lnTo>
                  <a:pt x="914400" y="990600"/>
                </a:lnTo>
                <a:lnTo>
                  <a:pt x="904875" y="990600"/>
                </a:lnTo>
                <a:lnTo>
                  <a:pt x="904875" y="1000125"/>
                </a:lnTo>
                <a:lnTo>
                  <a:pt x="504825" y="1000125"/>
                </a:lnTo>
                <a:lnTo>
                  <a:pt x="504825" y="990600"/>
                </a:lnTo>
                <a:lnTo>
                  <a:pt x="485775" y="990600"/>
                </a:lnTo>
                <a:lnTo>
                  <a:pt x="485775" y="1000125"/>
                </a:lnTo>
                <a:lnTo>
                  <a:pt x="466725" y="1000125"/>
                </a:lnTo>
                <a:lnTo>
                  <a:pt x="466725" y="952500"/>
                </a:lnTo>
                <a:lnTo>
                  <a:pt x="476250" y="952500"/>
                </a:lnTo>
                <a:close/>
                <a:moveTo>
                  <a:pt x="1152525" y="942975"/>
                </a:moveTo>
                <a:lnTo>
                  <a:pt x="1162050" y="942975"/>
                </a:lnTo>
                <a:lnTo>
                  <a:pt x="1162050" y="952500"/>
                </a:lnTo>
                <a:lnTo>
                  <a:pt x="1181100" y="952500"/>
                </a:lnTo>
                <a:lnTo>
                  <a:pt x="1181100" y="942975"/>
                </a:lnTo>
                <a:lnTo>
                  <a:pt x="1190625" y="942975"/>
                </a:lnTo>
                <a:lnTo>
                  <a:pt x="1190625" y="952500"/>
                </a:lnTo>
                <a:lnTo>
                  <a:pt x="1228725" y="952500"/>
                </a:lnTo>
                <a:lnTo>
                  <a:pt x="1228725" y="942975"/>
                </a:lnTo>
                <a:lnTo>
                  <a:pt x="1266825" y="942975"/>
                </a:lnTo>
                <a:lnTo>
                  <a:pt x="1266825" y="952500"/>
                </a:lnTo>
                <a:lnTo>
                  <a:pt x="1285875" y="952500"/>
                </a:lnTo>
                <a:lnTo>
                  <a:pt x="1285875" y="942975"/>
                </a:lnTo>
                <a:lnTo>
                  <a:pt x="1352550" y="942975"/>
                </a:lnTo>
                <a:lnTo>
                  <a:pt x="1352550" y="952500"/>
                </a:lnTo>
                <a:lnTo>
                  <a:pt x="1381125" y="952500"/>
                </a:lnTo>
                <a:lnTo>
                  <a:pt x="1381125" y="962025"/>
                </a:lnTo>
                <a:lnTo>
                  <a:pt x="1409700" y="962025"/>
                </a:lnTo>
                <a:lnTo>
                  <a:pt x="1409700" y="971550"/>
                </a:lnTo>
                <a:lnTo>
                  <a:pt x="1428750" y="971550"/>
                </a:lnTo>
                <a:lnTo>
                  <a:pt x="1428750" y="981075"/>
                </a:lnTo>
                <a:lnTo>
                  <a:pt x="1438275" y="981075"/>
                </a:lnTo>
                <a:lnTo>
                  <a:pt x="1438275" y="1000125"/>
                </a:lnTo>
                <a:lnTo>
                  <a:pt x="1019175" y="1000125"/>
                </a:lnTo>
                <a:lnTo>
                  <a:pt x="1019175" y="981075"/>
                </a:lnTo>
                <a:lnTo>
                  <a:pt x="1076325" y="981075"/>
                </a:lnTo>
                <a:lnTo>
                  <a:pt x="1076325" y="971550"/>
                </a:lnTo>
                <a:lnTo>
                  <a:pt x="1114425" y="971550"/>
                </a:lnTo>
                <a:lnTo>
                  <a:pt x="1114425" y="962025"/>
                </a:lnTo>
                <a:lnTo>
                  <a:pt x="1123950" y="962025"/>
                </a:lnTo>
                <a:lnTo>
                  <a:pt x="1123950" y="952500"/>
                </a:lnTo>
                <a:lnTo>
                  <a:pt x="1152525" y="952500"/>
                </a:lnTo>
                <a:close/>
                <a:moveTo>
                  <a:pt x="1743075" y="942975"/>
                </a:moveTo>
                <a:lnTo>
                  <a:pt x="1771650" y="942975"/>
                </a:lnTo>
                <a:lnTo>
                  <a:pt x="1771650" y="952500"/>
                </a:lnTo>
                <a:lnTo>
                  <a:pt x="1790700" y="952500"/>
                </a:lnTo>
                <a:lnTo>
                  <a:pt x="1790700" y="942975"/>
                </a:lnTo>
                <a:lnTo>
                  <a:pt x="1866900" y="942975"/>
                </a:lnTo>
                <a:lnTo>
                  <a:pt x="1866900" y="952500"/>
                </a:lnTo>
                <a:lnTo>
                  <a:pt x="1905000" y="952500"/>
                </a:lnTo>
                <a:lnTo>
                  <a:pt x="1905000" y="942975"/>
                </a:lnTo>
                <a:lnTo>
                  <a:pt x="1962150" y="942975"/>
                </a:lnTo>
                <a:lnTo>
                  <a:pt x="1962150" y="952500"/>
                </a:lnTo>
                <a:lnTo>
                  <a:pt x="1971675" y="952500"/>
                </a:lnTo>
                <a:lnTo>
                  <a:pt x="1971675" y="1000125"/>
                </a:lnTo>
                <a:lnTo>
                  <a:pt x="1952625" y="1000125"/>
                </a:lnTo>
                <a:lnTo>
                  <a:pt x="1952625" y="990600"/>
                </a:lnTo>
                <a:lnTo>
                  <a:pt x="1905000" y="990600"/>
                </a:lnTo>
                <a:lnTo>
                  <a:pt x="1905000" y="981075"/>
                </a:lnTo>
                <a:lnTo>
                  <a:pt x="1885950" y="981075"/>
                </a:lnTo>
                <a:lnTo>
                  <a:pt x="1885950" y="990600"/>
                </a:lnTo>
                <a:lnTo>
                  <a:pt x="1876425" y="990600"/>
                </a:lnTo>
                <a:lnTo>
                  <a:pt x="1876425" y="1000125"/>
                </a:lnTo>
                <a:lnTo>
                  <a:pt x="1647825" y="1000125"/>
                </a:lnTo>
                <a:lnTo>
                  <a:pt x="1647825" y="981075"/>
                </a:lnTo>
                <a:lnTo>
                  <a:pt x="1695450" y="981075"/>
                </a:lnTo>
                <a:lnTo>
                  <a:pt x="1695450" y="971550"/>
                </a:lnTo>
                <a:lnTo>
                  <a:pt x="1714500" y="971550"/>
                </a:lnTo>
                <a:lnTo>
                  <a:pt x="1714500" y="962025"/>
                </a:lnTo>
                <a:lnTo>
                  <a:pt x="1724025" y="962025"/>
                </a:lnTo>
                <a:lnTo>
                  <a:pt x="1724025" y="952500"/>
                </a:lnTo>
                <a:lnTo>
                  <a:pt x="1743075" y="952500"/>
                </a:lnTo>
                <a:close/>
                <a:moveTo>
                  <a:pt x="361950" y="1181100"/>
                </a:moveTo>
                <a:lnTo>
                  <a:pt x="381000" y="1181100"/>
                </a:lnTo>
                <a:lnTo>
                  <a:pt x="381000" y="1200150"/>
                </a:lnTo>
                <a:lnTo>
                  <a:pt x="390525" y="1200150"/>
                </a:lnTo>
                <a:lnTo>
                  <a:pt x="390525" y="1209675"/>
                </a:lnTo>
                <a:lnTo>
                  <a:pt x="381000" y="1209675"/>
                </a:lnTo>
                <a:lnTo>
                  <a:pt x="381000" y="1238250"/>
                </a:lnTo>
                <a:lnTo>
                  <a:pt x="390525" y="1238250"/>
                </a:lnTo>
                <a:lnTo>
                  <a:pt x="390525" y="1247775"/>
                </a:lnTo>
                <a:lnTo>
                  <a:pt x="400050" y="1247775"/>
                </a:lnTo>
                <a:lnTo>
                  <a:pt x="400050" y="1257300"/>
                </a:lnTo>
                <a:lnTo>
                  <a:pt x="409575" y="1257300"/>
                </a:lnTo>
                <a:lnTo>
                  <a:pt x="409575" y="1266825"/>
                </a:lnTo>
                <a:lnTo>
                  <a:pt x="419100" y="1266825"/>
                </a:lnTo>
                <a:lnTo>
                  <a:pt x="419100" y="1276350"/>
                </a:lnTo>
                <a:lnTo>
                  <a:pt x="428625" y="1276350"/>
                </a:lnTo>
                <a:lnTo>
                  <a:pt x="428625" y="1285875"/>
                </a:lnTo>
                <a:lnTo>
                  <a:pt x="457200" y="1285875"/>
                </a:lnTo>
                <a:lnTo>
                  <a:pt x="457200" y="1295400"/>
                </a:lnTo>
                <a:lnTo>
                  <a:pt x="447675" y="1295400"/>
                </a:lnTo>
                <a:lnTo>
                  <a:pt x="447675" y="1304925"/>
                </a:lnTo>
                <a:lnTo>
                  <a:pt x="428625" y="1304925"/>
                </a:lnTo>
                <a:lnTo>
                  <a:pt x="428625" y="1295400"/>
                </a:lnTo>
                <a:lnTo>
                  <a:pt x="409575" y="1295400"/>
                </a:lnTo>
                <a:lnTo>
                  <a:pt x="409575" y="1285875"/>
                </a:lnTo>
                <a:lnTo>
                  <a:pt x="400050" y="1285875"/>
                </a:lnTo>
                <a:lnTo>
                  <a:pt x="400050" y="1276350"/>
                </a:lnTo>
                <a:lnTo>
                  <a:pt x="390525" y="1276350"/>
                </a:lnTo>
                <a:lnTo>
                  <a:pt x="390525" y="1266825"/>
                </a:lnTo>
                <a:lnTo>
                  <a:pt x="381000" y="1266825"/>
                </a:lnTo>
                <a:lnTo>
                  <a:pt x="381000" y="1257300"/>
                </a:lnTo>
                <a:lnTo>
                  <a:pt x="371475" y="1257300"/>
                </a:lnTo>
                <a:lnTo>
                  <a:pt x="371475" y="1228725"/>
                </a:lnTo>
                <a:lnTo>
                  <a:pt x="361950" y="1228725"/>
                </a:lnTo>
                <a:close/>
                <a:moveTo>
                  <a:pt x="504825" y="1190625"/>
                </a:moveTo>
                <a:lnTo>
                  <a:pt x="542925" y="1190625"/>
                </a:lnTo>
                <a:lnTo>
                  <a:pt x="542925" y="1200150"/>
                </a:lnTo>
                <a:lnTo>
                  <a:pt x="552450" y="1200150"/>
                </a:lnTo>
                <a:lnTo>
                  <a:pt x="552450" y="1247775"/>
                </a:lnTo>
                <a:lnTo>
                  <a:pt x="542925" y="1247775"/>
                </a:lnTo>
                <a:lnTo>
                  <a:pt x="542925" y="1257300"/>
                </a:lnTo>
                <a:lnTo>
                  <a:pt x="533400" y="1257300"/>
                </a:lnTo>
                <a:lnTo>
                  <a:pt x="533400" y="1276350"/>
                </a:lnTo>
                <a:lnTo>
                  <a:pt x="523875" y="1276350"/>
                </a:lnTo>
                <a:lnTo>
                  <a:pt x="523875" y="1285875"/>
                </a:lnTo>
                <a:lnTo>
                  <a:pt x="504825" y="1285875"/>
                </a:lnTo>
                <a:lnTo>
                  <a:pt x="504825" y="1276350"/>
                </a:lnTo>
                <a:lnTo>
                  <a:pt x="514350" y="1276350"/>
                </a:lnTo>
                <a:lnTo>
                  <a:pt x="514350" y="1266825"/>
                </a:lnTo>
                <a:lnTo>
                  <a:pt x="523875" y="1266825"/>
                </a:lnTo>
                <a:lnTo>
                  <a:pt x="523875" y="1219200"/>
                </a:lnTo>
                <a:lnTo>
                  <a:pt x="514350" y="1219200"/>
                </a:lnTo>
                <a:lnTo>
                  <a:pt x="514350" y="1209675"/>
                </a:lnTo>
                <a:lnTo>
                  <a:pt x="504825" y="1209675"/>
                </a:lnTo>
                <a:close/>
                <a:moveTo>
                  <a:pt x="1514475" y="1190625"/>
                </a:moveTo>
                <a:lnTo>
                  <a:pt x="1524000" y="1190625"/>
                </a:lnTo>
                <a:lnTo>
                  <a:pt x="1524000" y="1200150"/>
                </a:lnTo>
                <a:lnTo>
                  <a:pt x="1533525" y="1200150"/>
                </a:lnTo>
                <a:lnTo>
                  <a:pt x="1533525" y="1209675"/>
                </a:lnTo>
                <a:lnTo>
                  <a:pt x="1524000" y="1209675"/>
                </a:lnTo>
                <a:lnTo>
                  <a:pt x="1524000" y="1257300"/>
                </a:lnTo>
                <a:lnTo>
                  <a:pt x="1514475" y="1257300"/>
                </a:lnTo>
                <a:lnTo>
                  <a:pt x="1514475" y="1238250"/>
                </a:lnTo>
                <a:lnTo>
                  <a:pt x="1504950" y="1238250"/>
                </a:lnTo>
                <a:lnTo>
                  <a:pt x="1504950" y="1200150"/>
                </a:lnTo>
                <a:lnTo>
                  <a:pt x="1514475" y="1200150"/>
                </a:lnTo>
                <a:close/>
                <a:moveTo>
                  <a:pt x="1895475" y="1190625"/>
                </a:moveTo>
                <a:lnTo>
                  <a:pt x="1905000" y="1190625"/>
                </a:lnTo>
                <a:lnTo>
                  <a:pt x="1905000" y="1200150"/>
                </a:lnTo>
                <a:lnTo>
                  <a:pt x="1914525" y="1200150"/>
                </a:lnTo>
                <a:lnTo>
                  <a:pt x="1914525" y="1257300"/>
                </a:lnTo>
                <a:lnTo>
                  <a:pt x="1924050" y="1257300"/>
                </a:lnTo>
                <a:lnTo>
                  <a:pt x="1924050" y="1276350"/>
                </a:lnTo>
                <a:lnTo>
                  <a:pt x="1933575" y="1276350"/>
                </a:lnTo>
                <a:lnTo>
                  <a:pt x="1933575" y="1285875"/>
                </a:lnTo>
                <a:lnTo>
                  <a:pt x="1914525" y="1285875"/>
                </a:lnTo>
                <a:lnTo>
                  <a:pt x="1914525" y="1276350"/>
                </a:lnTo>
                <a:lnTo>
                  <a:pt x="1905000" y="1276350"/>
                </a:lnTo>
                <a:lnTo>
                  <a:pt x="1905000" y="1266825"/>
                </a:lnTo>
                <a:lnTo>
                  <a:pt x="1895475" y="1266825"/>
                </a:lnTo>
                <a:lnTo>
                  <a:pt x="1895475" y="1257300"/>
                </a:lnTo>
                <a:lnTo>
                  <a:pt x="1885950" y="1257300"/>
                </a:lnTo>
                <a:lnTo>
                  <a:pt x="1885950" y="1200150"/>
                </a:lnTo>
                <a:lnTo>
                  <a:pt x="1895475" y="1200150"/>
                </a:lnTo>
                <a:close/>
                <a:moveTo>
                  <a:pt x="2057400" y="1190625"/>
                </a:moveTo>
                <a:lnTo>
                  <a:pt x="2066925" y="1190625"/>
                </a:lnTo>
                <a:lnTo>
                  <a:pt x="2066925" y="1257300"/>
                </a:lnTo>
                <a:lnTo>
                  <a:pt x="2057400" y="1257300"/>
                </a:lnTo>
                <a:lnTo>
                  <a:pt x="2057400" y="1266825"/>
                </a:lnTo>
                <a:lnTo>
                  <a:pt x="2047875" y="1266825"/>
                </a:lnTo>
                <a:lnTo>
                  <a:pt x="2047875" y="1276350"/>
                </a:lnTo>
                <a:lnTo>
                  <a:pt x="2038350" y="1276350"/>
                </a:lnTo>
                <a:lnTo>
                  <a:pt x="2038350" y="1285875"/>
                </a:lnTo>
                <a:lnTo>
                  <a:pt x="2028825" y="1285875"/>
                </a:lnTo>
                <a:lnTo>
                  <a:pt x="2028825" y="1295400"/>
                </a:lnTo>
                <a:lnTo>
                  <a:pt x="2009775" y="1295400"/>
                </a:lnTo>
                <a:lnTo>
                  <a:pt x="2009775" y="1304925"/>
                </a:lnTo>
                <a:lnTo>
                  <a:pt x="1981200" y="1304925"/>
                </a:lnTo>
                <a:lnTo>
                  <a:pt x="1981200" y="1285875"/>
                </a:lnTo>
                <a:lnTo>
                  <a:pt x="2009775" y="1285875"/>
                </a:lnTo>
                <a:lnTo>
                  <a:pt x="2009775" y="1276350"/>
                </a:lnTo>
                <a:lnTo>
                  <a:pt x="2019300" y="1276350"/>
                </a:lnTo>
                <a:lnTo>
                  <a:pt x="2019300" y="1266825"/>
                </a:lnTo>
                <a:lnTo>
                  <a:pt x="2028825" y="1266825"/>
                </a:lnTo>
                <a:lnTo>
                  <a:pt x="2028825" y="1257300"/>
                </a:lnTo>
                <a:lnTo>
                  <a:pt x="2038350" y="1257300"/>
                </a:lnTo>
                <a:lnTo>
                  <a:pt x="2038350" y="1247775"/>
                </a:lnTo>
                <a:lnTo>
                  <a:pt x="2047875" y="1247775"/>
                </a:lnTo>
                <a:lnTo>
                  <a:pt x="2047875" y="1238250"/>
                </a:lnTo>
                <a:lnTo>
                  <a:pt x="2057400" y="1238250"/>
                </a:lnTo>
                <a:close/>
                <a:moveTo>
                  <a:pt x="419100" y="1200150"/>
                </a:moveTo>
                <a:lnTo>
                  <a:pt x="428625" y="1200150"/>
                </a:lnTo>
                <a:lnTo>
                  <a:pt x="428625" y="1209675"/>
                </a:lnTo>
                <a:lnTo>
                  <a:pt x="419100" y="1209675"/>
                </a:lnTo>
                <a:close/>
                <a:moveTo>
                  <a:pt x="914400" y="1200150"/>
                </a:moveTo>
                <a:lnTo>
                  <a:pt x="923925" y="1200150"/>
                </a:lnTo>
                <a:lnTo>
                  <a:pt x="923925" y="1219200"/>
                </a:lnTo>
                <a:lnTo>
                  <a:pt x="914400" y="1219200"/>
                </a:lnTo>
                <a:close/>
                <a:moveTo>
                  <a:pt x="428625" y="1219200"/>
                </a:moveTo>
                <a:lnTo>
                  <a:pt x="447675" y="1219200"/>
                </a:lnTo>
                <a:lnTo>
                  <a:pt x="447675" y="1228725"/>
                </a:lnTo>
                <a:lnTo>
                  <a:pt x="428625" y="1228725"/>
                </a:lnTo>
                <a:close/>
                <a:moveTo>
                  <a:pt x="1133475" y="1219200"/>
                </a:moveTo>
                <a:lnTo>
                  <a:pt x="1143000" y="1219200"/>
                </a:lnTo>
                <a:lnTo>
                  <a:pt x="1143000" y="1228725"/>
                </a:lnTo>
                <a:lnTo>
                  <a:pt x="1152525" y="1228725"/>
                </a:lnTo>
                <a:lnTo>
                  <a:pt x="1152525" y="1238250"/>
                </a:lnTo>
                <a:lnTo>
                  <a:pt x="1162050" y="1238250"/>
                </a:lnTo>
                <a:lnTo>
                  <a:pt x="1162050" y="1247775"/>
                </a:lnTo>
                <a:lnTo>
                  <a:pt x="1171575" y="1247775"/>
                </a:lnTo>
                <a:lnTo>
                  <a:pt x="1171575" y="1257300"/>
                </a:lnTo>
                <a:lnTo>
                  <a:pt x="1181100" y="1257300"/>
                </a:lnTo>
                <a:lnTo>
                  <a:pt x="1181100" y="1276350"/>
                </a:lnTo>
                <a:lnTo>
                  <a:pt x="1190625" y="1276350"/>
                </a:lnTo>
                <a:lnTo>
                  <a:pt x="1190625" y="1285875"/>
                </a:lnTo>
                <a:lnTo>
                  <a:pt x="1247775" y="1285875"/>
                </a:lnTo>
                <a:lnTo>
                  <a:pt x="1247775" y="1276350"/>
                </a:lnTo>
                <a:lnTo>
                  <a:pt x="1257300" y="1276350"/>
                </a:lnTo>
                <a:lnTo>
                  <a:pt x="1257300" y="1266825"/>
                </a:lnTo>
                <a:lnTo>
                  <a:pt x="1276350" y="1266825"/>
                </a:lnTo>
                <a:lnTo>
                  <a:pt x="1276350" y="1257300"/>
                </a:lnTo>
                <a:lnTo>
                  <a:pt x="1285875" y="1257300"/>
                </a:lnTo>
                <a:lnTo>
                  <a:pt x="1285875" y="1247775"/>
                </a:lnTo>
                <a:lnTo>
                  <a:pt x="1295400" y="1247775"/>
                </a:lnTo>
                <a:lnTo>
                  <a:pt x="1295400" y="1266825"/>
                </a:lnTo>
                <a:lnTo>
                  <a:pt x="1285875" y="1266825"/>
                </a:lnTo>
                <a:lnTo>
                  <a:pt x="1285875" y="1276350"/>
                </a:lnTo>
                <a:lnTo>
                  <a:pt x="1276350" y="1276350"/>
                </a:lnTo>
                <a:lnTo>
                  <a:pt x="1276350" y="1285875"/>
                </a:lnTo>
                <a:lnTo>
                  <a:pt x="1266825" y="1285875"/>
                </a:lnTo>
                <a:lnTo>
                  <a:pt x="1266825" y="1295400"/>
                </a:lnTo>
                <a:lnTo>
                  <a:pt x="1247775" y="1295400"/>
                </a:lnTo>
                <a:lnTo>
                  <a:pt x="1247775" y="1304925"/>
                </a:lnTo>
                <a:lnTo>
                  <a:pt x="1209675" y="1304925"/>
                </a:lnTo>
                <a:lnTo>
                  <a:pt x="1209675" y="1295400"/>
                </a:lnTo>
                <a:lnTo>
                  <a:pt x="1181100" y="1295400"/>
                </a:lnTo>
                <a:lnTo>
                  <a:pt x="1181100" y="1285875"/>
                </a:lnTo>
                <a:lnTo>
                  <a:pt x="1162050" y="1285875"/>
                </a:lnTo>
                <a:lnTo>
                  <a:pt x="1162050" y="1276350"/>
                </a:lnTo>
                <a:lnTo>
                  <a:pt x="1143000" y="1276350"/>
                </a:lnTo>
                <a:lnTo>
                  <a:pt x="1143000" y="1257300"/>
                </a:lnTo>
                <a:lnTo>
                  <a:pt x="1133475" y="1257300"/>
                </a:lnTo>
                <a:close/>
                <a:moveTo>
                  <a:pt x="762000" y="1247775"/>
                </a:moveTo>
                <a:lnTo>
                  <a:pt x="771525" y="1247775"/>
                </a:lnTo>
                <a:lnTo>
                  <a:pt x="771525" y="1257300"/>
                </a:lnTo>
                <a:lnTo>
                  <a:pt x="790575" y="1257300"/>
                </a:lnTo>
                <a:lnTo>
                  <a:pt x="790575" y="1266825"/>
                </a:lnTo>
                <a:lnTo>
                  <a:pt x="800100" y="1266825"/>
                </a:lnTo>
                <a:lnTo>
                  <a:pt x="800100" y="1276350"/>
                </a:lnTo>
                <a:lnTo>
                  <a:pt x="809625" y="1276350"/>
                </a:lnTo>
                <a:lnTo>
                  <a:pt x="809625" y="1285875"/>
                </a:lnTo>
                <a:lnTo>
                  <a:pt x="838200" y="1285875"/>
                </a:lnTo>
                <a:lnTo>
                  <a:pt x="838200" y="1295400"/>
                </a:lnTo>
                <a:lnTo>
                  <a:pt x="828675" y="1295400"/>
                </a:lnTo>
                <a:lnTo>
                  <a:pt x="828675" y="1304925"/>
                </a:lnTo>
                <a:lnTo>
                  <a:pt x="819150" y="1304925"/>
                </a:lnTo>
                <a:lnTo>
                  <a:pt x="819150" y="1295400"/>
                </a:lnTo>
                <a:lnTo>
                  <a:pt x="790575" y="1295400"/>
                </a:lnTo>
                <a:lnTo>
                  <a:pt x="790575" y="1285875"/>
                </a:lnTo>
                <a:lnTo>
                  <a:pt x="781050" y="1285875"/>
                </a:lnTo>
                <a:lnTo>
                  <a:pt x="781050" y="1276350"/>
                </a:lnTo>
                <a:lnTo>
                  <a:pt x="771525" y="1276350"/>
                </a:lnTo>
                <a:lnTo>
                  <a:pt x="771525" y="1266825"/>
                </a:lnTo>
                <a:lnTo>
                  <a:pt x="762000" y="1266825"/>
                </a:lnTo>
                <a:close/>
                <a:moveTo>
                  <a:pt x="904875" y="1257300"/>
                </a:moveTo>
                <a:lnTo>
                  <a:pt x="914400" y="1257300"/>
                </a:lnTo>
                <a:lnTo>
                  <a:pt x="914400" y="1276350"/>
                </a:lnTo>
                <a:lnTo>
                  <a:pt x="904875" y="1276350"/>
                </a:lnTo>
                <a:lnTo>
                  <a:pt x="904875" y="1285875"/>
                </a:lnTo>
                <a:lnTo>
                  <a:pt x="885825" y="1285875"/>
                </a:lnTo>
                <a:lnTo>
                  <a:pt x="885825" y="1276350"/>
                </a:lnTo>
                <a:lnTo>
                  <a:pt x="895350" y="1276350"/>
                </a:lnTo>
                <a:lnTo>
                  <a:pt x="895350" y="1266825"/>
                </a:lnTo>
                <a:lnTo>
                  <a:pt x="904875" y="1266825"/>
                </a:lnTo>
                <a:close/>
                <a:moveTo>
                  <a:pt x="1524000" y="1257300"/>
                </a:moveTo>
                <a:lnTo>
                  <a:pt x="1533525" y="1257300"/>
                </a:lnTo>
                <a:lnTo>
                  <a:pt x="1533525" y="1266825"/>
                </a:lnTo>
                <a:lnTo>
                  <a:pt x="1543050" y="1266825"/>
                </a:lnTo>
                <a:lnTo>
                  <a:pt x="1543050" y="1276350"/>
                </a:lnTo>
                <a:lnTo>
                  <a:pt x="1562100" y="1276350"/>
                </a:lnTo>
                <a:lnTo>
                  <a:pt x="1562100" y="1285875"/>
                </a:lnTo>
                <a:lnTo>
                  <a:pt x="1638300" y="1285875"/>
                </a:lnTo>
                <a:lnTo>
                  <a:pt x="1638300" y="1276350"/>
                </a:lnTo>
                <a:lnTo>
                  <a:pt x="1647825" y="1276350"/>
                </a:lnTo>
                <a:lnTo>
                  <a:pt x="1647825" y="1266825"/>
                </a:lnTo>
                <a:lnTo>
                  <a:pt x="1657350" y="1266825"/>
                </a:lnTo>
                <a:lnTo>
                  <a:pt x="1657350" y="1257300"/>
                </a:lnTo>
                <a:lnTo>
                  <a:pt x="1666875" y="1257300"/>
                </a:lnTo>
                <a:lnTo>
                  <a:pt x="1666875" y="1276350"/>
                </a:lnTo>
                <a:lnTo>
                  <a:pt x="1657350" y="1276350"/>
                </a:lnTo>
                <a:lnTo>
                  <a:pt x="1657350" y="1285875"/>
                </a:lnTo>
                <a:lnTo>
                  <a:pt x="1638300" y="1285875"/>
                </a:lnTo>
                <a:lnTo>
                  <a:pt x="1638300" y="1295400"/>
                </a:lnTo>
                <a:lnTo>
                  <a:pt x="1628775" y="1295400"/>
                </a:lnTo>
                <a:lnTo>
                  <a:pt x="1628775" y="1304925"/>
                </a:lnTo>
                <a:lnTo>
                  <a:pt x="1571625" y="1304925"/>
                </a:lnTo>
                <a:lnTo>
                  <a:pt x="1571625" y="1295400"/>
                </a:lnTo>
                <a:lnTo>
                  <a:pt x="1552575" y="1295400"/>
                </a:lnTo>
                <a:lnTo>
                  <a:pt x="1552575" y="1285875"/>
                </a:lnTo>
                <a:lnTo>
                  <a:pt x="1533525" y="1285875"/>
                </a:lnTo>
                <a:lnTo>
                  <a:pt x="1533525" y="1276350"/>
                </a:lnTo>
                <a:lnTo>
                  <a:pt x="1524000" y="1276350"/>
                </a:lnTo>
                <a:close/>
                <a:moveTo>
                  <a:pt x="495300" y="1285875"/>
                </a:moveTo>
                <a:lnTo>
                  <a:pt x="504825" y="1285875"/>
                </a:lnTo>
                <a:lnTo>
                  <a:pt x="504825" y="1295400"/>
                </a:lnTo>
                <a:lnTo>
                  <a:pt x="495300" y="1295400"/>
                </a:lnTo>
                <a:close/>
                <a:moveTo>
                  <a:pt x="876300" y="1285875"/>
                </a:moveTo>
                <a:lnTo>
                  <a:pt x="885825" y="1285875"/>
                </a:lnTo>
                <a:lnTo>
                  <a:pt x="885825" y="1295400"/>
                </a:lnTo>
                <a:lnTo>
                  <a:pt x="876300" y="1295400"/>
                </a:lnTo>
                <a:close/>
                <a:moveTo>
                  <a:pt x="1933575" y="1285875"/>
                </a:moveTo>
                <a:lnTo>
                  <a:pt x="1962150" y="1285875"/>
                </a:lnTo>
                <a:lnTo>
                  <a:pt x="1962150" y="1295400"/>
                </a:lnTo>
                <a:lnTo>
                  <a:pt x="1933575" y="1295400"/>
                </a:lnTo>
                <a:close/>
                <a:moveTo>
                  <a:pt x="619125" y="1362075"/>
                </a:moveTo>
                <a:lnTo>
                  <a:pt x="1257300" y="1362075"/>
                </a:lnTo>
                <a:lnTo>
                  <a:pt x="1257300" y="1371600"/>
                </a:lnTo>
                <a:lnTo>
                  <a:pt x="1266825" y="1371600"/>
                </a:lnTo>
                <a:lnTo>
                  <a:pt x="1266825" y="1438275"/>
                </a:lnTo>
                <a:lnTo>
                  <a:pt x="1257300" y="1438275"/>
                </a:lnTo>
                <a:lnTo>
                  <a:pt x="1257300" y="1466850"/>
                </a:lnTo>
                <a:lnTo>
                  <a:pt x="1247775" y="1466850"/>
                </a:lnTo>
                <a:lnTo>
                  <a:pt x="1247775" y="1457325"/>
                </a:lnTo>
                <a:lnTo>
                  <a:pt x="1238250" y="1457325"/>
                </a:lnTo>
                <a:lnTo>
                  <a:pt x="1238250" y="1447800"/>
                </a:lnTo>
                <a:lnTo>
                  <a:pt x="1228725" y="1447800"/>
                </a:lnTo>
                <a:lnTo>
                  <a:pt x="1228725" y="1409700"/>
                </a:lnTo>
                <a:lnTo>
                  <a:pt x="1238250" y="1409700"/>
                </a:lnTo>
                <a:lnTo>
                  <a:pt x="1238250" y="1390650"/>
                </a:lnTo>
                <a:lnTo>
                  <a:pt x="1219200" y="1390650"/>
                </a:lnTo>
                <a:lnTo>
                  <a:pt x="1219200" y="1400175"/>
                </a:lnTo>
                <a:lnTo>
                  <a:pt x="1133475" y="1400175"/>
                </a:lnTo>
                <a:lnTo>
                  <a:pt x="1133475" y="1390650"/>
                </a:lnTo>
                <a:lnTo>
                  <a:pt x="914400" y="1390650"/>
                </a:lnTo>
                <a:lnTo>
                  <a:pt x="914400" y="1400175"/>
                </a:lnTo>
                <a:lnTo>
                  <a:pt x="828675" y="1400175"/>
                </a:lnTo>
                <a:lnTo>
                  <a:pt x="828675" y="1390650"/>
                </a:lnTo>
                <a:lnTo>
                  <a:pt x="800100" y="1390650"/>
                </a:lnTo>
                <a:lnTo>
                  <a:pt x="800100" y="1400175"/>
                </a:lnTo>
                <a:lnTo>
                  <a:pt x="657225" y="1400175"/>
                </a:lnTo>
                <a:lnTo>
                  <a:pt x="657225" y="1390650"/>
                </a:lnTo>
                <a:lnTo>
                  <a:pt x="647700" y="1390650"/>
                </a:lnTo>
                <a:lnTo>
                  <a:pt x="647700" y="1381125"/>
                </a:lnTo>
                <a:lnTo>
                  <a:pt x="638175" y="1381125"/>
                </a:lnTo>
                <a:lnTo>
                  <a:pt x="638175" y="1390650"/>
                </a:lnTo>
                <a:lnTo>
                  <a:pt x="628650" y="1390650"/>
                </a:lnTo>
                <a:lnTo>
                  <a:pt x="628650" y="1409700"/>
                </a:lnTo>
                <a:lnTo>
                  <a:pt x="638175" y="1409700"/>
                </a:lnTo>
                <a:lnTo>
                  <a:pt x="638175" y="1447800"/>
                </a:lnTo>
                <a:lnTo>
                  <a:pt x="647700" y="1447800"/>
                </a:lnTo>
                <a:lnTo>
                  <a:pt x="647700" y="1514475"/>
                </a:lnTo>
                <a:lnTo>
                  <a:pt x="638175" y="1514475"/>
                </a:lnTo>
                <a:lnTo>
                  <a:pt x="638175" y="1581150"/>
                </a:lnTo>
                <a:lnTo>
                  <a:pt x="647700" y="1581150"/>
                </a:lnTo>
                <a:lnTo>
                  <a:pt x="647700" y="1790700"/>
                </a:lnTo>
                <a:lnTo>
                  <a:pt x="638175" y="1790700"/>
                </a:lnTo>
                <a:lnTo>
                  <a:pt x="638175" y="1800225"/>
                </a:lnTo>
                <a:lnTo>
                  <a:pt x="628650" y="1800225"/>
                </a:lnTo>
                <a:lnTo>
                  <a:pt x="628650" y="1809750"/>
                </a:lnTo>
                <a:lnTo>
                  <a:pt x="619125" y="1809750"/>
                </a:lnTo>
                <a:lnTo>
                  <a:pt x="619125" y="1781175"/>
                </a:lnTo>
                <a:lnTo>
                  <a:pt x="609600" y="1781175"/>
                </a:lnTo>
                <a:lnTo>
                  <a:pt x="609600" y="1724025"/>
                </a:lnTo>
                <a:lnTo>
                  <a:pt x="619125" y="1724025"/>
                </a:lnTo>
                <a:lnTo>
                  <a:pt x="619125" y="1657350"/>
                </a:lnTo>
                <a:lnTo>
                  <a:pt x="609600" y="1657350"/>
                </a:lnTo>
                <a:lnTo>
                  <a:pt x="609600" y="1590675"/>
                </a:lnTo>
                <a:lnTo>
                  <a:pt x="619125" y="1590675"/>
                </a:lnTo>
                <a:lnTo>
                  <a:pt x="619125" y="1524000"/>
                </a:lnTo>
                <a:lnTo>
                  <a:pt x="609600" y="1524000"/>
                </a:lnTo>
                <a:lnTo>
                  <a:pt x="609600" y="1371600"/>
                </a:lnTo>
                <a:lnTo>
                  <a:pt x="619125" y="1371600"/>
                </a:lnTo>
                <a:close/>
                <a:moveTo>
                  <a:pt x="1428750" y="1362075"/>
                </a:moveTo>
                <a:lnTo>
                  <a:pt x="1781175" y="1362075"/>
                </a:lnTo>
                <a:lnTo>
                  <a:pt x="1781175" y="1371600"/>
                </a:lnTo>
                <a:lnTo>
                  <a:pt x="1800225" y="1371600"/>
                </a:lnTo>
                <a:lnTo>
                  <a:pt x="1800225" y="1381125"/>
                </a:lnTo>
                <a:lnTo>
                  <a:pt x="1809750" y="1381125"/>
                </a:lnTo>
                <a:lnTo>
                  <a:pt x="1809750" y="1390650"/>
                </a:lnTo>
                <a:lnTo>
                  <a:pt x="1819275" y="1390650"/>
                </a:lnTo>
                <a:lnTo>
                  <a:pt x="1819275" y="2028825"/>
                </a:lnTo>
                <a:lnTo>
                  <a:pt x="1828800" y="2028825"/>
                </a:lnTo>
                <a:lnTo>
                  <a:pt x="1828800" y="2085975"/>
                </a:lnTo>
                <a:lnTo>
                  <a:pt x="1819275" y="2085975"/>
                </a:lnTo>
                <a:lnTo>
                  <a:pt x="1819275" y="2095500"/>
                </a:lnTo>
                <a:lnTo>
                  <a:pt x="1790700" y="2095500"/>
                </a:lnTo>
                <a:lnTo>
                  <a:pt x="1790700" y="2085975"/>
                </a:lnTo>
                <a:lnTo>
                  <a:pt x="1781175" y="2085975"/>
                </a:lnTo>
                <a:lnTo>
                  <a:pt x="1781175" y="2076450"/>
                </a:lnTo>
                <a:lnTo>
                  <a:pt x="1790700" y="2076450"/>
                </a:lnTo>
                <a:lnTo>
                  <a:pt x="1790700" y="2028825"/>
                </a:lnTo>
                <a:lnTo>
                  <a:pt x="1800225" y="2028825"/>
                </a:lnTo>
                <a:lnTo>
                  <a:pt x="1800225" y="1914525"/>
                </a:lnTo>
                <a:lnTo>
                  <a:pt x="1790700" y="1914525"/>
                </a:lnTo>
                <a:lnTo>
                  <a:pt x="1790700" y="1704975"/>
                </a:lnTo>
                <a:lnTo>
                  <a:pt x="1800225" y="1704975"/>
                </a:lnTo>
                <a:lnTo>
                  <a:pt x="1800225" y="1685925"/>
                </a:lnTo>
                <a:lnTo>
                  <a:pt x="1790700" y="1685925"/>
                </a:lnTo>
                <a:lnTo>
                  <a:pt x="1790700" y="1409700"/>
                </a:lnTo>
                <a:lnTo>
                  <a:pt x="1781175" y="1409700"/>
                </a:lnTo>
                <a:lnTo>
                  <a:pt x="1781175" y="1400175"/>
                </a:lnTo>
                <a:lnTo>
                  <a:pt x="1638300" y="1400175"/>
                </a:lnTo>
                <a:lnTo>
                  <a:pt x="1638300" y="1390650"/>
                </a:lnTo>
                <a:lnTo>
                  <a:pt x="1590675" y="1390650"/>
                </a:lnTo>
                <a:lnTo>
                  <a:pt x="1590675" y="1400175"/>
                </a:lnTo>
                <a:lnTo>
                  <a:pt x="1438275" y="1400175"/>
                </a:lnTo>
                <a:lnTo>
                  <a:pt x="1438275" y="1409700"/>
                </a:lnTo>
                <a:lnTo>
                  <a:pt x="1428750" y="1409700"/>
                </a:lnTo>
                <a:lnTo>
                  <a:pt x="1428750" y="1428750"/>
                </a:lnTo>
                <a:lnTo>
                  <a:pt x="1419225" y="1428750"/>
                </a:lnTo>
                <a:lnTo>
                  <a:pt x="1419225" y="1704975"/>
                </a:lnTo>
                <a:lnTo>
                  <a:pt x="1438275" y="1704975"/>
                </a:lnTo>
                <a:lnTo>
                  <a:pt x="1438275" y="1666875"/>
                </a:lnTo>
                <a:lnTo>
                  <a:pt x="1447800" y="1666875"/>
                </a:lnTo>
                <a:lnTo>
                  <a:pt x="1447800" y="1685925"/>
                </a:lnTo>
                <a:lnTo>
                  <a:pt x="1457325" y="1685925"/>
                </a:lnTo>
                <a:lnTo>
                  <a:pt x="1457325" y="1743075"/>
                </a:lnTo>
                <a:lnTo>
                  <a:pt x="1447800" y="1743075"/>
                </a:lnTo>
                <a:lnTo>
                  <a:pt x="1447800" y="1752600"/>
                </a:lnTo>
                <a:lnTo>
                  <a:pt x="1438275" y="1752600"/>
                </a:lnTo>
                <a:lnTo>
                  <a:pt x="1438275" y="1724025"/>
                </a:lnTo>
                <a:lnTo>
                  <a:pt x="1419225" y="1724025"/>
                </a:lnTo>
                <a:lnTo>
                  <a:pt x="1419225" y="2076450"/>
                </a:lnTo>
                <a:lnTo>
                  <a:pt x="1428750" y="2076450"/>
                </a:lnTo>
                <a:lnTo>
                  <a:pt x="1428750" y="2085975"/>
                </a:lnTo>
                <a:lnTo>
                  <a:pt x="1419225" y="2085975"/>
                </a:lnTo>
                <a:lnTo>
                  <a:pt x="1419225" y="2095500"/>
                </a:lnTo>
                <a:lnTo>
                  <a:pt x="1390650" y="2095500"/>
                </a:lnTo>
                <a:lnTo>
                  <a:pt x="1390650" y="2085975"/>
                </a:lnTo>
                <a:lnTo>
                  <a:pt x="1381125" y="2085975"/>
                </a:lnTo>
                <a:lnTo>
                  <a:pt x="1381125" y="2076450"/>
                </a:lnTo>
                <a:lnTo>
                  <a:pt x="1390650" y="2076450"/>
                </a:lnTo>
                <a:lnTo>
                  <a:pt x="1390650" y="2057400"/>
                </a:lnTo>
                <a:lnTo>
                  <a:pt x="1381125" y="2057400"/>
                </a:lnTo>
                <a:lnTo>
                  <a:pt x="1381125" y="2038350"/>
                </a:lnTo>
                <a:lnTo>
                  <a:pt x="1390650" y="2038350"/>
                </a:lnTo>
                <a:lnTo>
                  <a:pt x="1390650" y="1390650"/>
                </a:lnTo>
                <a:lnTo>
                  <a:pt x="1400175" y="1390650"/>
                </a:lnTo>
                <a:lnTo>
                  <a:pt x="1400175" y="1381125"/>
                </a:lnTo>
                <a:lnTo>
                  <a:pt x="1409700" y="1381125"/>
                </a:lnTo>
                <a:lnTo>
                  <a:pt x="1409700" y="1371600"/>
                </a:lnTo>
                <a:lnTo>
                  <a:pt x="1428750" y="1371600"/>
                </a:lnTo>
                <a:close/>
                <a:moveTo>
                  <a:pt x="1438275" y="1504950"/>
                </a:moveTo>
                <a:lnTo>
                  <a:pt x="1447800" y="1504950"/>
                </a:lnTo>
                <a:lnTo>
                  <a:pt x="1447800" y="1514475"/>
                </a:lnTo>
                <a:lnTo>
                  <a:pt x="1457325" y="1514475"/>
                </a:lnTo>
                <a:lnTo>
                  <a:pt x="1457325" y="1590675"/>
                </a:lnTo>
                <a:lnTo>
                  <a:pt x="1447800" y="1590675"/>
                </a:lnTo>
                <a:lnTo>
                  <a:pt x="1447800" y="1609725"/>
                </a:lnTo>
                <a:lnTo>
                  <a:pt x="1438275" y="1609725"/>
                </a:lnTo>
                <a:close/>
                <a:moveTo>
                  <a:pt x="1247775" y="1571625"/>
                </a:moveTo>
                <a:lnTo>
                  <a:pt x="1257300" y="1571625"/>
                </a:lnTo>
                <a:lnTo>
                  <a:pt x="1257300" y="1676400"/>
                </a:lnTo>
                <a:lnTo>
                  <a:pt x="1247775" y="1676400"/>
                </a:lnTo>
                <a:lnTo>
                  <a:pt x="1247775" y="1666875"/>
                </a:lnTo>
                <a:lnTo>
                  <a:pt x="1228725" y="1666875"/>
                </a:lnTo>
                <a:lnTo>
                  <a:pt x="1228725" y="1590675"/>
                </a:lnTo>
                <a:lnTo>
                  <a:pt x="1238250" y="1590675"/>
                </a:lnTo>
                <a:lnTo>
                  <a:pt x="1238250" y="1581150"/>
                </a:lnTo>
                <a:lnTo>
                  <a:pt x="1247775" y="1581150"/>
                </a:lnTo>
                <a:close/>
                <a:moveTo>
                  <a:pt x="1238250" y="1762125"/>
                </a:moveTo>
                <a:lnTo>
                  <a:pt x="1257300" y="1762125"/>
                </a:lnTo>
                <a:lnTo>
                  <a:pt x="1257300" y="1838325"/>
                </a:lnTo>
                <a:lnTo>
                  <a:pt x="1238250" y="1838325"/>
                </a:lnTo>
                <a:lnTo>
                  <a:pt x="1238250" y="1828800"/>
                </a:lnTo>
                <a:lnTo>
                  <a:pt x="1228725" y="1828800"/>
                </a:lnTo>
                <a:lnTo>
                  <a:pt x="1228725" y="1771650"/>
                </a:lnTo>
                <a:lnTo>
                  <a:pt x="1238250" y="1771650"/>
                </a:lnTo>
                <a:close/>
                <a:moveTo>
                  <a:pt x="1562100" y="1781175"/>
                </a:moveTo>
                <a:lnTo>
                  <a:pt x="1590675" y="1781175"/>
                </a:lnTo>
                <a:lnTo>
                  <a:pt x="1590675" y="1790700"/>
                </a:lnTo>
                <a:lnTo>
                  <a:pt x="1562100" y="1790700"/>
                </a:lnTo>
                <a:close/>
                <a:moveTo>
                  <a:pt x="1485900" y="1838325"/>
                </a:moveTo>
                <a:lnTo>
                  <a:pt x="1514475" y="1838325"/>
                </a:lnTo>
                <a:lnTo>
                  <a:pt x="1514475" y="1847850"/>
                </a:lnTo>
                <a:lnTo>
                  <a:pt x="1504950" y="1847850"/>
                </a:lnTo>
                <a:lnTo>
                  <a:pt x="1504950" y="1857375"/>
                </a:lnTo>
                <a:lnTo>
                  <a:pt x="1495425" y="1857375"/>
                </a:lnTo>
                <a:lnTo>
                  <a:pt x="1495425" y="1866900"/>
                </a:lnTo>
                <a:lnTo>
                  <a:pt x="1485900" y="1866900"/>
                </a:lnTo>
                <a:lnTo>
                  <a:pt x="1485900" y="1876425"/>
                </a:lnTo>
                <a:lnTo>
                  <a:pt x="1476375" y="1876425"/>
                </a:lnTo>
                <a:lnTo>
                  <a:pt x="1476375" y="1952625"/>
                </a:lnTo>
                <a:lnTo>
                  <a:pt x="1457325" y="1952625"/>
                </a:lnTo>
                <a:lnTo>
                  <a:pt x="1457325" y="1857375"/>
                </a:lnTo>
                <a:lnTo>
                  <a:pt x="1476375" y="1857375"/>
                </a:lnTo>
                <a:lnTo>
                  <a:pt x="1476375" y="1847850"/>
                </a:lnTo>
                <a:lnTo>
                  <a:pt x="1485900" y="1847850"/>
                </a:lnTo>
                <a:close/>
                <a:moveTo>
                  <a:pt x="1733550" y="1838325"/>
                </a:moveTo>
                <a:lnTo>
                  <a:pt x="1743075" y="1838325"/>
                </a:lnTo>
                <a:lnTo>
                  <a:pt x="1743075" y="1847850"/>
                </a:lnTo>
                <a:lnTo>
                  <a:pt x="1733550" y="1847850"/>
                </a:lnTo>
                <a:close/>
                <a:moveTo>
                  <a:pt x="619125" y="1857375"/>
                </a:moveTo>
                <a:lnTo>
                  <a:pt x="628650" y="1857375"/>
                </a:lnTo>
                <a:lnTo>
                  <a:pt x="628650" y="1866900"/>
                </a:lnTo>
                <a:lnTo>
                  <a:pt x="638175" y="1866900"/>
                </a:lnTo>
                <a:lnTo>
                  <a:pt x="638175" y="1895475"/>
                </a:lnTo>
                <a:lnTo>
                  <a:pt x="628650" y="1895475"/>
                </a:lnTo>
                <a:lnTo>
                  <a:pt x="628650" y="1924050"/>
                </a:lnTo>
                <a:lnTo>
                  <a:pt x="723900" y="1924050"/>
                </a:lnTo>
                <a:lnTo>
                  <a:pt x="723900" y="1933575"/>
                </a:lnTo>
                <a:lnTo>
                  <a:pt x="714375" y="1933575"/>
                </a:lnTo>
                <a:lnTo>
                  <a:pt x="714375" y="1943100"/>
                </a:lnTo>
                <a:lnTo>
                  <a:pt x="619125" y="1943100"/>
                </a:lnTo>
                <a:lnTo>
                  <a:pt x="619125" y="1933575"/>
                </a:lnTo>
                <a:lnTo>
                  <a:pt x="609600" y="1933575"/>
                </a:lnTo>
                <a:lnTo>
                  <a:pt x="609600" y="1914525"/>
                </a:lnTo>
                <a:lnTo>
                  <a:pt x="619125" y="1914525"/>
                </a:lnTo>
                <a:close/>
                <a:moveTo>
                  <a:pt x="1238250" y="1876425"/>
                </a:moveTo>
                <a:lnTo>
                  <a:pt x="1257300" y="1876425"/>
                </a:lnTo>
                <a:lnTo>
                  <a:pt x="1257300" y="1905000"/>
                </a:lnTo>
                <a:lnTo>
                  <a:pt x="1266825" y="1905000"/>
                </a:lnTo>
                <a:lnTo>
                  <a:pt x="1266825" y="1933575"/>
                </a:lnTo>
                <a:lnTo>
                  <a:pt x="1257300" y="1933575"/>
                </a:lnTo>
                <a:lnTo>
                  <a:pt x="1257300" y="1943100"/>
                </a:lnTo>
                <a:lnTo>
                  <a:pt x="1143000" y="1943100"/>
                </a:lnTo>
                <a:lnTo>
                  <a:pt x="1143000" y="1933575"/>
                </a:lnTo>
                <a:lnTo>
                  <a:pt x="1133475" y="1933575"/>
                </a:lnTo>
                <a:lnTo>
                  <a:pt x="1133475" y="1924050"/>
                </a:lnTo>
                <a:lnTo>
                  <a:pt x="1238250" y="1924050"/>
                </a:lnTo>
                <a:lnTo>
                  <a:pt x="1238250" y="1914525"/>
                </a:lnTo>
                <a:lnTo>
                  <a:pt x="1247775" y="1914525"/>
                </a:lnTo>
                <a:lnTo>
                  <a:pt x="1247775" y="1895475"/>
                </a:lnTo>
                <a:lnTo>
                  <a:pt x="1238250" y="1895475"/>
                </a:lnTo>
                <a:close/>
                <a:moveTo>
                  <a:pt x="847725" y="1924050"/>
                </a:moveTo>
                <a:lnTo>
                  <a:pt x="1047750" y="1924050"/>
                </a:lnTo>
                <a:lnTo>
                  <a:pt x="1047750" y="1933575"/>
                </a:lnTo>
                <a:lnTo>
                  <a:pt x="1019175" y="1933575"/>
                </a:lnTo>
                <a:lnTo>
                  <a:pt x="1019175" y="1943100"/>
                </a:lnTo>
                <a:lnTo>
                  <a:pt x="847725" y="1943100"/>
                </a:lnTo>
                <a:close/>
                <a:moveTo>
                  <a:pt x="1085850" y="1924050"/>
                </a:moveTo>
                <a:lnTo>
                  <a:pt x="1114425" y="1924050"/>
                </a:lnTo>
                <a:lnTo>
                  <a:pt x="1114425" y="1933575"/>
                </a:lnTo>
                <a:lnTo>
                  <a:pt x="1085850" y="1933575"/>
                </a:lnTo>
                <a:close/>
                <a:moveTo>
                  <a:pt x="1457325" y="1981200"/>
                </a:moveTo>
                <a:lnTo>
                  <a:pt x="1476375" y="1981200"/>
                </a:lnTo>
                <a:lnTo>
                  <a:pt x="1476375" y="2028825"/>
                </a:lnTo>
                <a:lnTo>
                  <a:pt x="1485900" y="2028825"/>
                </a:lnTo>
                <a:lnTo>
                  <a:pt x="1485900" y="2038350"/>
                </a:lnTo>
                <a:lnTo>
                  <a:pt x="1457325" y="2038350"/>
                </a:lnTo>
                <a:close/>
                <a:moveTo>
                  <a:pt x="1733550" y="2019300"/>
                </a:moveTo>
                <a:lnTo>
                  <a:pt x="1743075" y="2019300"/>
                </a:lnTo>
                <a:lnTo>
                  <a:pt x="1743075" y="2028825"/>
                </a:lnTo>
                <a:lnTo>
                  <a:pt x="1752600" y="2028825"/>
                </a:lnTo>
                <a:lnTo>
                  <a:pt x="1752600" y="2038350"/>
                </a:lnTo>
                <a:lnTo>
                  <a:pt x="1743075" y="2038350"/>
                </a:lnTo>
                <a:lnTo>
                  <a:pt x="1743075" y="2047875"/>
                </a:lnTo>
                <a:lnTo>
                  <a:pt x="1714500" y="2047875"/>
                </a:lnTo>
                <a:lnTo>
                  <a:pt x="1714500" y="2028825"/>
                </a:lnTo>
                <a:lnTo>
                  <a:pt x="1733550" y="2028825"/>
                </a:lnTo>
                <a:close/>
              </a:path>
            </a:pathLst>
          </a:custGeom>
          <a:solidFill xmlns:a="http://schemas.openxmlformats.org/drawingml/2006/main">
            <a:srgbClr val="B21F17"/>
          </a:solidFill>
          <a:ln xmlns:a="http://schemas.openxmlformats.org/drawingml/2006/main" w="0">
            <a:noFill/>
          </a:ln>
        </p:spPr>
      </p:sp>
      <p:sp>
        <p:nvSpPr>
          <p:cNvPr id="34" name="">
            <a:extLst xmlns:a="http://schemas.openxmlformats.org/drawingml/2006/main">
              <a:ext uri="{FF2B5EF4-FFF2-40B4-BE49-F238E27FC236}">
                <a16:creationId xmlns:a16="http://schemas.microsoft.com/office/drawing/2014/main" id="{5B357AB1-183C-4F34-90E9-7F37D4C9E9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38250" y="4371975"/>
            <a:ext cx="10763250" cy="54292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l">
              <a:defRPr sz="3000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defPPr>
            <a:lvl1pPr algn="l">
              <a:defRPr sz="3000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lvl1pPr>
            <a:lvl2pPr algn="l">
              <a:defRPr sz="3000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lvl2pPr>
            <a:lvl3pPr algn="l">
              <a:defRPr sz="3000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lvl3pPr>
            <a:lvl4pPr algn="l">
              <a:defRPr sz="3000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lvl4pPr>
            <a:lvl5pPr algn="l">
              <a:defRPr sz="3000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lvl5pPr>
            <a:lvl6pPr algn="l">
              <a:defRPr sz="3000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lvl6pPr>
            <a:lvl7pPr algn="l">
              <a:defRPr sz="3000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lvl7pPr>
            <a:lvl8pPr algn="l">
              <a:defRPr sz="3000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lvl8pPr>
            <a:lvl9pPr algn="l">
              <a:defRPr sz="3000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l">
              <a:lnSpc>
                <a:spcPct val="105000"/>
              </a:lnSpc>
              <a:buNone/>
              <a:defRPr sz="3000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pPr>
            <a:r>
              <a:rPr sz="3000" b="1">
                <a:solidFill>
                  <a:srgbClr val="1D4333"/>
                </a:solidFill>
                <a:latin typeface="Arial"/>
                <a:ea typeface="Arial"/>
                <a:cs typeface="Arial"/>
              </a:rPr>
              <a:t>Proyecto Final: Tecnicatura Universitaria en Programación</a:t>
            </a:r>
          </a:p>
        </p:txBody>
      </p:sp>
      <p:sp>
        <p:nvSpPr>
          <p:cNvPr id="35" name="">
            <a:extLst xmlns:a="http://schemas.openxmlformats.org/drawingml/2006/main">
              <a:ext uri="{FF2B5EF4-FFF2-40B4-BE49-F238E27FC236}">
                <a16:creationId xmlns:a16="http://schemas.microsoft.com/office/drawing/2014/main" id="{809F6431-86E9-4392-B8CE-F095322DF1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38225" y="4953000"/>
            <a:ext cx="11029950" cy="1838325"/>
          </a:xfrm>
          <a:prstGeom xmlns:a="http://schemas.openxmlformats.org/drawingml/2006/main" prst="roundRect">
            <a:avLst>
              <a:gd name="adj" fmla="val 11399"/>
            </a:avLst>
          </a:prstGeom>
          <a:solidFill xmlns:a="http://schemas.openxmlformats.org/drawingml/2006/main">
            <a:srgbClr val="F5F2E8"/>
          </a:solidFill>
          <a:ln xmlns:a="http://schemas.openxmlformats.org/drawingml/2006/main" w="23813">
            <a:solidFill>
              <a:srgbClr val="1D4333"/>
            </a:solidFill>
          </a:ln>
        </p:spPr>
      </p:sp>
      <p:sp>
        <p:nvSpPr>
          <p:cNvPr id="36" name="">
            <a:extLst xmlns:a="http://schemas.openxmlformats.org/drawingml/2006/main">
              <a:ext uri="{FF2B5EF4-FFF2-40B4-BE49-F238E27FC236}">
                <a16:creationId xmlns:a16="http://schemas.microsoft.com/office/drawing/2014/main" id="{7D7231A9-2D2B-42A4-88E7-D82C7FB98A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38225" y="4953000"/>
            <a:ext cx="11029950" cy="381000"/>
          </a:xfrm>
          <a:prstGeom xmlns:a="http://schemas.openxmlformats.org/drawingml/2006/main" prst="roundRect">
            <a:avLst>
              <a:gd name="adj" fmla="val 50000"/>
            </a:avLst>
          </a:prstGeom>
          <a:solidFill xmlns:a="http://schemas.openxmlformats.org/drawingml/2006/main">
            <a:srgbClr val="1D4333"/>
          </a:solidFill>
          <a:ln xmlns:a="http://schemas.openxmlformats.org/drawingml/2006/main" w="0">
            <a:noFill/>
          </a:ln>
        </p:spPr>
      </p:sp>
      <p:sp>
        <p:nvSpPr>
          <p:cNvPr id="37" name="">
            <a:extLst xmlns:a="http://schemas.openxmlformats.org/drawingml/2006/main">
              <a:ext uri="{FF2B5EF4-FFF2-40B4-BE49-F238E27FC236}">
                <a16:creationId xmlns:a16="http://schemas.microsoft.com/office/drawing/2014/main" id="{01486703-398E-440A-938C-C2FDBB110E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506075" y="4953000"/>
            <a:ext cx="1562100" cy="381000"/>
          </a:xfrm>
          <a:prstGeom xmlns:a="http://schemas.openxmlformats.org/drawingml/2006/main" prst="roundRect">
            <a:avLst>
              <a:gd name="adj" fmla="val 50000"/>
            </a:avLst>
          </a:prstGeom>
          <a:solidFill xmlns:a="http://schemas.openxmlformats.org/drawingml/2006/main">
            <a:srgbClr val="C16A43"/>
          </a:solidFill>
          <a:ln xmlns:a="http://schemas.openxmlformats.org/drawingml/2006/main" w="0">
            <a:noFill/>
          </a:ln>
        </p:spPr>
      </p:sp>
      <p:sp>
        <p:nvSpPr>
          <p:cNvPr id="38" name="">
            <a:extLst xmlns:a="http://schemas.openxmlformats.org/drawingml/2006/main">
              <a:ext uri="{FF2B5EF4-FFF2-40B4-BE49-F238E27FC236}">
                <a16:creationId xmlns:a16="http://schemas.microsoft.com/office/drawing/2014/main" id="{CF5B14CF-99B9-4F28-9240-7A7E186A0D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47750" y="5257800"/>
            <a:ext cx="552450" cy="1524000"/>
          </a:xfrm>
          <a:prstGeom xmlns:a="http://schemas.openxmlformats.org/drawingml/2006/main" prst="rect">
            <a:avLst/>
          </a:prstGeom>
          <a:solidFill xmlns:a="http://schemas.openxmlformats.org/drawingml/2006/main">
            <a:srgbClr val="C16A43"/>
          </a:solidFill>
          <a:ln xmlns:a="http://schemas.openxmlformats.org/drawingml/2006/main" w="0">
            <a:noFill/>
          </a:ln>
        </p:spPr>
      </p:sp>
      <p:sp>
        <p:nvSpPr>
          <p:cNvPr id="39" name="">
            <a:extLst xmlns:a="http://schemas.openxmlformats.org/drawingml/2006/main">
              <a:ext uri="{FF2B5EF4-FFF2-40B4-BE49-F238E27FC236}">
                <a16:creationId xmlns:a16="http://schemas.microsoft.com/office/drawing/2014/main" id="{D8753962-3BF3-4F3B-A583-F573E59E2C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600200" y="5257800"/>
            <a:ext cx="0" cy="1533525"/>
          </a:xfrm>
          <a:prstGeom xmlns:a="http://schemas.openxmlformats.org/drawingml/2006/main" prst="line">
            <a:avLst/>
          </a:prstGeom>
          <a:noFill xmlns:a="http://schemas.openxmlformats.org/drawingml/2006/main"/>
          <a:ln xmlns:a="http://schemas.openxmlformats.org/drawingml/2006/main" w="17145">
            <a:solidFill>
              <a:srgbClr val="1D4333"/>
            </a:solidFill>
          </a:ln>
        </p:spPr>
      </p:sp>
      <p:sp>
        <p:nvSpPr>
          <p:cNvPr id="40" name="">
            <a:extLst xmlns:a="http://schemas.openxmlformats.org/drawingml/2006/main">
              <a:ext uri="{FF2B5EF4-FFF2-40B4-BE49-F238E27FC236}">
                <a16:creationId xmlns:a16="http://schemas.microsoft.com/office/drawing/2014/main" id="{29482F05-489E-435E-8197-F06C950ABC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38225" y="5838825"/>
            <a:ext cx="11029950" cy="0"/>
          </a:xfrm>
          <a:prstGeom xmlns:a="http://schemas.openxmlformats.org/drawingml/2006/main" prst="line">
            <a:avLst/>
          </a:prstGeom>
          <a:noFill xmlns:a="http://schemas.openxmlformats.org/drawingml/2006/main"/>
          <a:ln xmlns:a="http://schemas.openxmlformats.org/drawingml/2006/main" w="17145">
            <a:solidFill>
              <a:srgbClr val="1D4333"/>
            </a:solidFill>
          </a:ln>
        </p:spPr>
      </p:sp>
      <p:sp>
        <p:nvSpPr>
          <p:cNvPr id="41" name="">
            <a:extLst xmlns:a="http://schemas.openxmlformats.org/drawingml/2006/main">
              <a:ext uri="{FF2B5EF4-FFF2-40B4-BE49-F238E27FC236}">
                <a16:creationId xmlns:a16="http://schemas.microsoft.com/office/drawing/2014/main" id="{AA3791C7-6789-4341-9CF7-D724D22EEE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38225" y="5257800"/>
            <a:ext cx="11029950" cy="0"/>
          </a:xfrm>
          <a:prstGeom xmlns:a="http://schemas.openxmlformats.org/drawingml/2006/main" prst="line">
            <a:avLst/>
          </a:prstGeom>
          <a:noFill xmlns:a="http://schemas.openxmlformats.org/drawingml/2006/main"/>
          <a:ln xmlns:a="http://schemas.openxmlformats.org/drawingml/2006/main" w="17145">
            <a:solidFill>
              <a:srgbClr val="1D4333"/>
            </a:solidFill>
          </a:ln>
        </p:spPr>
      </p:sp>
      <p:sp>
        <p:nvSpPr>
          <p:cNvPr id="42" name="">
            <a:extLst xmlns:a="http://schemas.openxmlformats.org/drawingml/2006/main">
              <a:ext uri="{FF2B5EF4-FFF2-40B4-BE49-F238E27FC236}">
                <a16:creationId xmlns:a16="http://schemas.microsoft.com/office/drawing/2014/main" id="{3C237C0E-58DE-472F-BA79-03EC65DB4A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743075" y="5391150"/>
            <a:ext cx="1790700" cy="42862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l">
              <a:defRPr sz="2400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defPPr>
            <a:lvl1pPr algn="l">
              <a:defRPr sz="2400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lvl1pPr>
            <a:lvl2pPr algn="l">
              <a:defRPr sz="2400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lvl2pPr>
            <a:lvl3pPr algn="l">
              <a:defRPr sz="2400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lvl3pPr>
            <a:lvl4pPr algn="l">
              <a:defRPr sz="2400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lvl4pPr>
            <a:lvl5pPr algn="l">
              <a:defRPr sz="2400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lvl5pPr>
            <a:lvl6pPr algn="l">
              <a:defRPr sz="2400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lvl6pPr>
            <a:lvl7pPr algn="l">
              <a:defRPr sz="2400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lvl7pPr>
            <a:lvl8pPr algn="l">
              <a:defRPr sz="2400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lvl8pPr>
            <a:lvl9pPr algn="l">
              <a:defRPr sz="2400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l">
              <a:lnSpc>
                <a:spcPct val="105000"/>
              </a:lnSpc>
              <a:buNone/>
              <a:defRPr sz="2400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pPr>
            <a:r>
              <a:rPr sz="2400" b="1">
                <a:solidFill>
                  <a:srgbClr val="1D4333"/>
                </a:solidFill>
                <a:latin typeface="Arial"/>
                <a:ea typeface="Arial"/>
                <a:cs typeface="Arial"/>
              </a:rPr>
              <a:t>Expositores:</a:t>
            </a:r>
          </a:p>
        </p:txBody>
      </p:sp>
      <p:sp>
        <p:nvSpPr>
          <p:cNvPr id="43" name="">
            <a:extLst xmlns:a="http://schemas.openxmlformats.org/drawingml/2006/main">
              <a:ext uri="{FF2B5EF4-FFF2-40B4-BE49-F238E27FC236}">
                <a16:creationId xmlns:a16="http://schemas.microsoft.com/office/drawing/2014/main" id="{34FDBE94-B41E-4B6F-8CF2-3A792F994D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667125" y="5391150"/>
            <a:ext cx="7620000" cy="42862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l">
              <a:defRPr sz="24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defPPr>
            <a:lvl1pPr algn="l">
              <a:defRPr sz="24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1pPr>
            <a:lvl2pPr algn="l">
              <a:defRPr sz="24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2pPr>
            <a:lvl3pPr algn="l">
              <a:defRPr sz="24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3pPr>
            <a:lvl4pPr algn="l">
              <a:defRPr sz="24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4pPr>
            <a:lvl5pPr algn="l">
              <a:defRPr sz="24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5pPr>
            <a:lvl6pPr algn="l">
              <a:defRPr sz="24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6pPr>
            <a:lvl7pPr algn="l">
              <a:defRPr sz="24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7pPr>
            <a:lvl8pPr algn="l">
              <a:defRPr sz="24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8pPr>
            <a:lvl9pPr algn="l">
              <a:defRPr sz="24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l">
              <a:lnSpc>
                <a:spcPct val="105000"/>
              </a:lnSpc>
              <a:buNone/>
              <a:defRPr sz="24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pPr>
            <a:r>
              <a:rPr sz="2400" b="0">
                <a:solidFill>
                  <a:srgbClr val="1D4333"/>
                </a:solidFill>
                <a:latin typeface="Arial"/>
                <a:ea typeface="Arial"/>
                <a:cs typeface="Arial"/>
              </a:rPr>
              <a:t>Mariano y Lautaro</a:t>
            </a:r>
          </a:p>
        </p:txBody>
      </p:sp>
      <p:sp>
        <p:nvSpPr>
          <p:cNvPr id="44" name="">
            <a:extLst xmlns:a="http://schemas.openxmlformats.org/drawingml/2006/main">
              <a:ext uri="{FF2B5EF4-FFF2-40B4-BE49-F238E27FC236}">
                <a16:creationId xmlns:a16="http://schemas.microsoft.com/office/drawing/2014/main" id="{3FEC346F-3FB0-4B95-A189-0F9503E796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762125" y="5991225"/>
            <a:ext cx="1809750" cy="42862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l">
              <a:defRPr sz="2400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defPPr>
            <a:lvl1pPr algn="l">
              <a:defRPr sz="2400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lvl1pPr>
            <a:lvl2pPr algn="l">
              <a:defRPr sz="2400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lvl2pPr>
            <a:lvl3pPr algn="l">
              <a:defRPr sz="2400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lvl3pPr>
            <a:lvl4pPr algn="l">
              <a:defRPr sz="2400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lvl4pPr>
            <a:lvl5pPr algn="l">
              <a:defRPr sz="2400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lvl5pPr>
            <a:lvl6pPr algn="l">
              <a:defRPr sz="2400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lvl6pPr>
            <a:lvl7pPr algn="l">
              <a:defRPr sz="2400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lvl7pPr>
            <a:lvl8pPr algn="l">
              <a:defRPr sz="2400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lvl8pPr>
            <a:lvl9pPr algn="l">
              <a:defRPr sz="2400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l">
              <a:lnSpc>
                <a:spcPct val="105000"/>
              </a:lnSpc>
              <a:buNone/>
              <a:defRPr sz="2400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pPr>
            <a:r>
              <a:rPr sz="2400" b="1">
                <a:solidFill>
                  <a:srgbClr val="1D4333"/>
                </a:solidFill>
                <a:latin typeface="Arial"/>
                <a:ea typeface="Arial"/>
                <a:cs typeface="Arial"/>
              </a:rPr>
              <a:t>Institución:</a:t>
            </a:r>
          </a:p>
        </p:txBody>
      </p:sp>
      <p:sp>
        <p:nvSpPr>
          <p:cNvPr id="45" name="">
            <a:extLst xmlns:a="http://schemas.openxmlformats.org/drawingml/2006/main">
              <a:ext uri="{FF2B5EF4-FFF2-40B4-BE49-F238E27FC236}">
                <a16:creationId xmlns:a16="http://schemas.microsoft.com/office/drawing/2014/main" id="{6C749E2F-8271-4B12-9FD1-B883CC15391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590925" y="5991225"/>
            <a:ext cx="8286750" cy="76200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l">
              <a:defRPr sz="2325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defPPr>
            <a:lvl1pPr algn="l">
              <a:defRPr sz="2325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1pPr>
            <a:lvl2pPr algn="l">
              <a:defRPr sz="2325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2pPr>
            <a:lvl3pPr algn="l">
              <a:defRPr sz="2325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3pPr>
            <a:lvl4pPr algn="l">
              <a:defRPr sz="2325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4pPr>
            <a:lvl5pPr algn="l">
              <a:defRPr sz="2325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5pPr>
            <a:lvl6pPr algn="l">
              <a:defRPr sz="2325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6pPr>
            <a:lvl7pPr algn="l">
              <a:defRPr sz="2325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7pPr>
            <a:lvl8pPr algn="l">
              <a:defRPr sz="2325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8pPr>
            <a:lvl9pPr algn="l">
              <a:defRPr sz="2325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l">
              <a:lnSpc>
                <a:spcPct val="105000"/>
              </a:lnSpc>
              <a:buNone/>
              <a:defRPr sz="2325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pPr>
            <a:r>
              <a:rPr sz="2325" b="0">
                <a:solidFill>
                  <a:srgbClr val="1D4333"/>
                </a:solidFill>
                <a:latin typeface="Arial"/>
                <a:ea typeface="Arial"/>
                <a:cs typeface="Arial"/>
              </a:rPr>
              <a:t>UTN-FRGP (Universidad Tecnológica Nacional, Facultad</a:t>
            </a:r>
          </a:p>
          <a:p xmlns:a="http://schemas.openxmlformats.org/drawingml/2006/main">
            <a:pPr algn="l">
              <a:lnSpc>
                <a:spcPct val="105000"/>
              </a:lnSpc>
              <a:buNone/>
              <a:defRPr sz="2325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pPr>
            <a:r>
              <a:rPr sz="2325" b="0">
                <a:solidFill>
                  <a:srgbClr val="1D4333"/>
                </a:solidFill>
                <a:latin typeface="Arial"/>
                <a:ea typeface="Arial"/>
                <a:cs typeface="Arial"/>
              </a:rPr>
              <a:t>Regional General Pacheco)</a:t>
            </a:r>
          </a:p>
        </p:txBody>
      </p:sp>
    </p:spTree>
    <p:extLst>
      <p:ext uri="{BB962C8B-B14F-4D97-AF65-F5344CB8AC3E}">
        <p14:creationId xmlns:p14="http://schemas.microsoft.com/office/powerpoint/2010/main" val="1683299115"/>
      </p:ext>
    </p:extLst>
  </p:cSld>
</p:sld>
</file>

<file path=ppt/slides/slide2.xml><?xml version="1.0" encoding="utf-8"?>
<p:sld xmlns:p="http://schemas.openxmlformats.org/presentationml/2006/main">
  <p:cSld>
    <p:bg>
      <p:bgPr>
        <a:solidFill xmlns:a="http://schemas.openxmlformats.org/drawingml/2006/main">
          <a:srgbClr val="F9F9F4"/>
        </a:solidFill>
      </p:bgPr>
    </p:bg>
    <p:spTree>
      <p:nvGrpSpPr>
        <p:cNvPr id="1" name=""/>
        <p:cNvGrpSpPr/>
        <p:nvPr/>
      </p:nvGrpSpPr>
      <p:grpSpPr>
        <a:xfrm xmlns:a="http://schemas.openxmlformats.org/drawingml/2006/main"/>
      </p:grpSpPr>
      <p:sp>
        <p:nvSpPr>
          <p:cNvPr id="108" name="">
            <a:extLst xmlns:a="http://schemas.openxmlformats.org/drawingml/2006/main">
              <a:ext uri="{FF2B5EF4-FFF2-40B4-BE49-F238E27FC236}">
                <a16:creationId xmlns:a16="http://schemas.microsoft.com/office/drawing/2014/main" id="{BCAC3705-BA60-468E-8324-733E5C5432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077700" y="7153275"/>
            <a:ext cx="990600" cy="17145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l">
              <a:defRPr sz="750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defPPr>
            <a:lvl1pPr algn="l">
              <a:defRPr sz="750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1pPr>
            <a:lvl2pPr algn="l">
              <a:defRPr sz="750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2pPr>
            <a:lvl3pPr algn="l">
              <a:defRPr sz="750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3pPr>
            <a:lvl4pPr algn="l">
              <a:defRPr sz="750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4pPr>
            <a:lvl5pPr algn="l">
              <a:defRPr sz="750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5pPr>
            <a:lvl6pPr algn="l">
              <a:defRPr sz="750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6pPr>
            <a:lvl7pPr algn="l">
              <a:defRPr sz="750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7pPr>
            <a:lvl8pPr algn="l">
              <a:defRPr sz="750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8pPr>
            <a:lvl9pPr algn="l">
              <a:defRPr sz="750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l">
              <a:lnSpc>
                <a:spcPct val="105000"/>
              </a:lnSpc>
              <a:buNone/>
              <a:defRPr sz="750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pPr>
            <a:r>
              <a:rPr sz="750" b="1">
                <a:solidFill>
                  <a:srgbClr val="111111"/>
                </a:solidFill>
                <a:latin typeface="Arial"/>
                <a:ea typeface="Arial"/>
                <a:cs typeface="Arial"/>
              </a:rPr>
              <a:t>Gemini Notebook</a:t>
            </a:r>
          </a:p>
        </p:txBody>
      </p:sp>
      <p:sp>
        <p:nvSpPr>
          <p:cNvPr id="2" name="">
            <a:extLst xmlns:a="http://schemas.openxmlformats.org/drawingml/2006/main">
              <a:ext uri="{FF2B5EF4-FFF2-40B4-BE49-F238E27FC236}">
                <a16:creationId xmlns:a16="http://schemas.microsoft.com/office/drawing/2014/main" id="{CB758276-346C-4754-BCCB-F7657B30DF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429000" y="419100"/>
            <a:ext cx="6286500" cy="104775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ctr">
              <a:defRPr sz="375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defPPr>
            <a:lvl1pPr algn="ctr">
              <a:defRPr sz="375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1pPr>
            <a:lvl2pPr algn="ctr">
              <a:defRPr sz="375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2pPr>
            <a:lvl3pPr algn="ctr">
              <a:defRPr sz="375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3pPr>
            <a:lvl4pPr algn="ctr">
              <a:defRPr sz="375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4pPr>
            <a:lvl5pPr algn="ctr">
              <a:defRPr sz="375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5pPr>
            <a:lvl6pPr algn="ctr">
              <a:defRPr sz="375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6pPr>
            <a:lvl7pPr algn="ctr">
              <a:defRPr sz="375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7pPr>
            <a:lvl8pPr algn="ctr">
              <a:defRPr sz="375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8pPr>
            <a:lvl9pPr algn="ctr">
              <a:defRPr sz="375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ctr">
              <a:lnSpc>
                <a:spcPct val="105000"/>
              </a:lnSpc>
              <a:buNone/>
              <a:defRPr sz="375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pPr>
            <a:r>
              <a:rPr sz="3750" b="0">
                <a:solidFill>
                  <a:srgbClr val="1D4333"/>
                </a:solidFill>
                <a:latin typeface="Arial"/>
                <a:ea typeface="Arial"/>
                <a:cs typeface="Arial"/>
              </a:rPr>
              <a:t>¿Qué pasó en el negocio</a:t>
            </a:r>
          </a:p>
          <a:p xmlns:a="http://schemas.openxmlformats.org/drawingml/2006/main">
            <a:pPr algn="ctr">
              <a:lnSpc>
                <a:spcPct val="105000"/>
              </a:lnSpc>
              <a:buNone/>
              <a:defRPr sz="375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pPr>
            <a:r>
              <a:rPr sz="3750" b="0">
                <a:solidFill>
                  <a:srgbClr val="1D4333"/>
                </a:solidFill>
                <a:latin typeface="Arial"/>
                <a:ea typeface="Arial"/>
                <a:cs typeface="Arial"/>
              </a:rPr>
              <a:t>mientras Juan no estaba?</a:t>
            </a:r>
          </a:p>
        </p:txBody>
      </p:sp>
      <p:sp>
        <p:nvSpPr>
          <p:cNvPr id="3" name="">
            <a:extLst xmlns:a="http://schemas.openxmlformats.org/drawingml/2006/main">
              <a:ext uri="{FF2B5EF4-FFF2-40B4-BE49-F238E27FC236}">
                <a16:creationId xmlns:a16="http://schemas.microsoft.com/office/drawing/2014/main" id="{1D306074-26B4-4A57-8C86-B3C927E1BA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191875" y="276225"/>
            <a:ext cx="1495425" cy="361950"/>
          </a:xfrm>
          <a:prstGeom xmlns:a="http://schemas.openxmlformats.org/drawingml/2006/main" prst="roundRect">
            <a:avLst>
              <a:gd name="adj" fmla="val 50000"/>
            </a:avLst>
          </a:prstGeom>
          <a:solidFill xmlns:a="http://schemas.openxmlformats.org/drawingml/2006/main">
            <a:srgbClr val="DFE4DB"/>
          </a:solidFill>
          <a:ln xmlns:a="http://schemas.openxmlformats.org/drawingml/2006/main" w="0">
            <a:noFill/>
          </a:ln>
        </p:spPr>
      </p:sp>
      <p:sp>
        <p:nvSpPr>
          <p:cNvPr id="4" name="">
            <a:extLst xmlns:a="http://schemas.openxmlformats.org/drawingml/2006/main">
              <a:ext uri="{FF2B5EF4-FFF2-40B4-BE49-F238E27FC236}">
                <a16:creationId xmlns:a16="http://schemas.microsoft.com/office/drawing/2014/main" id="{4C3AEE21-B3F0-4035-BE8C-5F98487086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306175" y="342900"/>
            <a:ext cx="1381125" cy="28575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l">
              <a:defRPr sz="165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defPPr>
            <a:lvl1pPr algn="l">
              <a:defRPr sz="165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1pPr>
            <a:lvl2pPr algn="l">
              <a:defRPr sz="165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2pPr>
            <a:lvl3pPr algn="l">
              <a:defRPr sz="165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3pPr>
            <a:lvl4pPr algn="l">
              <a:defRPr sz="165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4pPr>
            <a:lvl5pPr algn="l">
              <a:defRPr sz="165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5pPr>
            <a:lvl6pPr algn="l">
              <a:defRPr sz="165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6pPr>
            <a:lvl7pPr algn="l">
              <a:defRPr sz="165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7pPr>
            <a:lvl8pPr algn="l">
              <a:defRPr sz="165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8pPr>
            <a:lvl9pPr algn="l">
              <a:defRPr sz="165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l">
              <a:lnSpc>
                <a:spcPct val="105000"/>
              </a:lnSpc>
              <a:buNone/>
              <a:defRPr sz="165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pPr>
            <a:r>
              <a:rPr sz="1650" b="0">
                <a:solidFill>
                  <a:srgbClr val="1D4333"/>
                </a:solidFill>
                <a:latin typeface="Arial"/>
                <a:ea typeface="Arial"/>
                <a:cs typeface="Arial"/>
              </a:rPr>
              <a:t>[Caso ficticio]</a:t>
            </a:r>
          </a:p>
        </p:txBody>
      </p:sp>
      <p:sp>
        <p:nvSpPr>
          <p:cNvPr id="5" name="">
            <a:extLst xmlns:a="http://schemas.openxmlformats.org/drawingml/2006/main">
              <a:ext uri="{FF2B5EF4-FFF2-40B4-BE49-F238E27FC236}">
                <a16:creationId xmlns:a16="http://schemas.microsoft.com/office/drawing/2014/main" id="{02DAC4F7-CCEE-4532-9A90-7BB6BB8ABB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85775" y="1447800"/>
            <a:ext cx="0" cy="4000500"/>
          </a:xfrm>
          <a:prstGeom xmlns:a="http://schemas.openxmlformats.org/drawingml/2006/main" prst="line">
            <a:avLst/>
          </a:prstGeom>
          <a:noFill xmlns:a="http://schemas.openxmlformats.org/drawingml/2006/main"/>
          <a:ln xmlns:a="http://schemas.openxmlformats.org/drawingml/2006/main" w="9525">
            <a:solidFill>
              <a:srgbClr val="A9B5A8"/>
            </a:solidFill>
          </a:ln>
        </p:spPr>
      </p:sp>
      <p:sp>
        <p:nvSpPr>
          <p:cNvPr id="6" name="">
            <a:extLst xmlns:a="http://schemas.openxmlformats.org/drawingml/2006/main">
              <a:ext uri="{FF2B5EF4-FFF2-40B4-BE49-F238E27FC236}">
                <a16:creationId xmlns:a16="http://schemas.microsoft.com/office/drawing/2014/main" id="{E3CF4C72-6F32-47F5-8601-ABFBABFF22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620625" y="1447800"/>
            <a:ext cx="0" cy="4000500"/>
          </a:xfrm>
          <a:prstGeom xmlns:a="http://schemas.openxmlformats.org/drawingml/2006/main" prst="line">
            <a:avLst/>
          </a:prstGeom>
          <a:noFill xmlns:a="http://schemas.openxmlformats.org/drawingml/2006/main"/>
          <a:ln xmlns:a="http://schemas.openxmlformats.org/drawingml/2006/main" w="9525">
            <a:solidFill>
              <a:srgbClr val="A9B5A8"/>
            </a:solidFill>
          </a:ln>
        </p:spPr>
      </p:sp>
      <p:sp>
        <p:nvSpPr>
          <p:cNvPr id="7" name="">
            <a:extLst xmlns:a="http://schemas.openxmlformats.org/drawingml/2006/main">
              <a:ext uri="{FF2B5EF4-FFF2-40B4-BE49-F238E27FC236}">
                <a16:creationId xmlns:a16="http://schemas.microsoft.com/office/drawing/2014/main" id="{247D6802-0ACA-4826-AE9B-7DA9406C9F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95275" y="1647825"/>
            <a:ext cx="3390900" cy="0"/>
          </a:xfrm>
          <a:prstGeom xmlns:a="http://schemas.openxmlformats.org/drawingml/2006/main" prst="line">
            <a:avLst/>
          </a:prstGeom>
          <a:noFill xmlns:a="http://schemas.openxmlformats.org/drawingml/2006/main"/>
          <a:ln xmlns:a="http://schemas.openxmlformats.org/drawingml/2006/main" w="9525">
            <a:solidFill>
              <a:srgbClr val="A7B4A7"/>
            </a:solidFill>
          </a:ln>
        </p:spPr>
      </p:sp>
      <p:sp>
        <p:nvSpPr>
          <p:cNvPr id="8" name="">
            <a:extLst xmlns:a="http://schemas.openxmlformats.org/drawingml/2006/main">
              <a:ext uri="{FF2B5EF4-FFF2-40B4-BE49-F238E27FC236}">
                <a16:creationId xmlns:a16="http://schemas.microsoft.com/office/drawing/2014/main" id="{8D42915C-CFB4-45E1-8345-2EDD6DFE71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420225" y="1647825"/>
            <a:ext cx="3390900" cy="0"/>
          </a:xfrm>
          <a:prstGeom xmlns:a="http://schemas.openxmlformats.org/drawingml/2006/main" prst="line">
            <a:avLst/>
          </a:prstGeom>
          <a:noFill xmlns:a="http://schemas.openxmlformats.org/drawingml/2006/main"/>
          <a:ln xmlns:a="http://schemas.openxmlformats.org/drawingml/2006/main" w="9525">
            <a:solidFill>
              <a:srgbClr val="A7B4A7"/>
            </a:solidFill>
          </a:ln>
        </p:spPr>
      </p:sp>
      <p:sp>
        <p:nvSpPr>
          <p:cNvPr id="9" name="">
            <a:extLst xmlns:a="http://schemas.openxmlformats.org/drawingml/2006/main">
              <a:ext uri="{FF2B5EF4-FFF2-40B4-BE49-F238E27FC236}">
                <a16:creationId xmlns:a16="http://schemas.microsoft.com/office/drawing/2014/main" id="{B12BA4ED-DE2C-4B83-B404-F944FE4D3D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95275" y="5800725"/>
            <a:ext cx="3390900" cy="0"/>
          </a:xfrm>
          <a:prstGeom xmlns:a="http://schemas.openxmlformats.org/drawingml/2006/main" prst="line">
            <a:avLst/>
          </a:prstGeom>
          <a:noFill xmlns:a="http://schemas.openxmlformats.org/drawingml/2006/main"/>
          <a:ln xmlns:a="http://schemas.openxmlformats.org/drawingml/2006/main" w="9525">
            <a:solidFill>
              <a:srgbClr val="A7B4A7"/>
            </a:solidFill>
          </a:ln>
        </p:spPr>
      </p:sp>
      <p:sp>
        <p:nvSpPr>
          <p:cNvPr id="10" name="">
            <a:extLst xmlns:a="http://schemas.openxmlformats.org/drawingml/2006/main">
              <a:ext uri="{FF2B5EF4-FFF2-40B4-BE49-F238E27FC236}">
                <a16:creationId xmlns:a16="http://schemas.microsoft.com/office/drawing/2014/main" id="{3722A6CE-C248-4D21-81C6-3535BB46D4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420225" y="5800725"/>
            <a:ext cx="3390900" cy="0"/>
          </a:xfrm>
          <a:prstGeom xmlns:a="http://schemas.openxmlformats.org/drawingml/2006/main" prst="line">
            <a:avLst/>
          </a:prstGeom>
          <a:noFill xmlns:a="http://schemas.openxmlformats.org/drawingml/2006/main"/>
          <a:ln xmlns:a="http://schemas.openxmlformats.org/drawingml/2006/main" w="9525">
            <a:solidFill>
              <a:srgbClr val="A7B4A7"/>
            </a:solidFill>
          </a:ln>
        </p:spPr>
      </p:sp>
      <p:sp>
        <p:nvSpPr>
          <p:cNvPr id="11" name="">
            <a:extLst xmlns:a="http://schemas.openxmlformats.org/drawingml/2006/main">
              <a:ext uri="{FF2B5EF4-FFF2-40B4-BE49-F238E27FC236}">
                <a16:creationId xmlns:a16="http://schemas.microsoft.com/office/drawing/2014/main" id="{A051EFEA-ECCD-44E1-A769-C53E4170AF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04800" y="3657600"/>
            <a:ext cx="12496800" cy="0"/>
          </a:xfrm>
          <a:prstGeom xmlns:a="http://schemas.openxmlformats.org/drawingml/2006/main" prst="line">
            <a:avLst/>
          </a:prstGeom>
          <a:noFill xmlns:a="http://schemas.openxmlformats.org/drawingml/2006/main"/>
          <a:ln xmlns:a="http://schemas.openxmlformats.org/drawingml/2006/main" w="19050">
            <a:solidFill>
              <a:srgbClr val="1D4333"/>
            </a:solidFill>
          </a:ln>
        </p:spPr>
      </p:sp>
      <p:sp>
        <p:nvSpPr>
          <p:cNvPr id="12" name="">
            <a:extLst xmlns:a="http://schemas.openxmlformats.org/drawingml/2006/main">
              <a:ext uri="{FF2B5EF4-FFF2-40B4-BE49-F238E27FC236}">
                <a16:creationId xmlns:a16="http://schemas.microsoft.com/office/drawing/2014/main" id="{C8D19887-6433-480F-A49C-18741819B5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23900" y="1885950"/>
            <a:ext cx="2971800" cy="3609975"/>
          </a:xfrm>
          <a:prstGeom xmlns:a="http://schemas.openxmlformats.org/drawingml/2006/main" prst="roundRect">
            <a:avLst>
              <a:gd name="adj" fmla="val 7051"/>
            </a:avLst>
          </a:prstGeom>
          <a:solidFill xmlns:a="http://schemas.openxmlformats.org/drawingml/2006/main">
            <a:srgbClr val="F5F2E8"/>
          </a:solidFill>
          <a:ln xmlns:a="http://schemas.openxmlformats.org/drawingml/2006/main" w="23813">
            <a:solidFill>
              <a:srgbClr val="1D4333"/>
            </a:solidFill>
          </a:ln>
        </p:spPr>
      </p:sp>
      <p:sp>
        <p:nvSpPr>
          <p:cNvPr id="13" name="">
            <a:extLst xmlns:a="http://schemas.openxmlformats.org/drawingml/2006/main">
              <a:ext uri="{FF2B5EF4-FFF2-40B4-BE49-F238E27FC236}">
                <a16:creationId xmlns:a16="http://schemas.microsoft.com/office/drawing/2014/main" id="{A6A73892-3573-48E6-9C49-4CFF6EB7E6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23900" y="1885950"/>
            <a:ext cx="2971800" cy="619125"/>
          </a:xfrm>
          <a:prstGeom xmlns:a="http://schemas.openxmlformats.org/drawingml/2006/main" prst="roundRect">
            <a:avLst>
              <a:gd name="adj" fmla="val 33846"/>
            </a:avLst>
          </a:prstGeom>
          <a:solidFill xmlns:a="http://schemas.openxmlformats.org/drawingml/2006/main">
            <a:srgbClr val="1D4333"/>
          </a:solidFill>
          <a:ln xmlns:a="http://schemas.openxmlformats.org/drawingml/2006/main" w="0">
            <a:noFill/>
          </a:ln>
        </p:spPr>
      </p:sp>
      <p:sp>
        <p:nvSpPr>
          <p:cNvPr id="14" name="">
            <a:extLst xmlns:a="http://schemas.openxmlformats.org/drawingml/2006/main">
              <a:ext uri="{FF2B5EF4-FFF2-40B4-BE49-F238E27FC236}">
                <a16:creationId xmlns:a16="http://schemas.microsoft.com/office/drawing/2014/main" id="{6619B719-2A19-40AD-B391-AD986B5FF0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28675" y="1990725"/>
            <a:ext cx="2762250" cy="40957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ctr">
              <a:defRPr sz="2100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defPPr>
            <a:lvl1pPr algn="ctr">
              <a:defRPr sz="2100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lvl1pPr>
            <a:lvl2pPr algn="ctr">
              <a:defRPr sz="2100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lvl2pPr>
            <a:lvl3pPr algn="ctr">
              <a:defRPr sz="2100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lvl3pPr>
            <a:lvl4pPr algn="ctr">
              <a:defRPr sz="2100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lvl4pPr>
            <a:lvl5pPr algn="ctr">
              <a:defRPr sz="2100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lvl5pPr>
            <a:lvl6pPr algn="ctr">
              <a:defRPr sz="2100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lvl6pPr>
            <a:lvl7pPr algn="ctr">
              <a:defRPr sz="2100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lvl7pPr>
            <a:lvl8pPr algn="ctr">
              <a:defRPr sz="2100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lvl8pPr>
            <a:lvl9pPr algn="ctr">
              <a:defRPr sz="2100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ctr">
              <a:lnSpc>
                <a:spcPct val="105000"/>
              </a:lnSpc>
              <a:buNone/>
              <a:defRPr sz="2100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pPr>
            <a:r>
              <a:rPr sz="2100" b="0">
                <a:solidFill>
                  <a:srgbClr val="FFFFFF"/>
                </a:solidFill>
                <a:latin typeface="Arial"/>
                <a:ea typeface="Arial"/>
                <a:cs typeface="Arial"/>
              </a:rPr>
              <a:t>Turno 1</a:t>
            </a:r>
          </a:p>
        </p:txBody>
      </p:sp>
      <p:sp>
        <p:nvSpPr>
          <p:cNvPr id="15" name="">
            <a:extLst xmlns:a="http://schemas.openxmlformats.org/drawingml/2006/main">
              <a:ext uri="{FF2B5EF4-FFF2-40B4-BE49-F238E27FC236}">
                <a16:creationId xmlns:a16="http://schemas.microsoft.com/office/drawing/2014/main" id="{978C88B2-7E6A-4713-A784-DE354698AD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52475" y="2343150"/>
            <a:ext cx="2914650" cy="2847975"/>
          </a:xfrm>
          <a:prstGeom xmlns:a="http://schemas.openxmlformats.org/drawingml/2006/main" prst="rect">
            <a:avLst/>
          </a:prstGeom>
          <a:solidFill xmlns:a="http://schemas.openxmlformats.org/drawingml/2006/main">
            <a:srgbClr val="F5F2E8"/>
          </a:solidFill>
          <a:ln xmlns:a="http://schemas.openxmlformats.org/drawingml/2006/main" w="0">
            <a:noFill/>
          </a:ln>
        </p:spPr>
      </p:sp>
      <p:sp>
        <p:nvSpPr>
          <p:cNvPr id="16" name="">
            <a:extLst xmlns:a="http://schemas.openxmlformats.org/drawingml/2006/main">
              <a:ext uri="{FF2B5EF4-FFF2-40B4-BE49-F238E27FC236}">
                <a16:creationId xmlns:a16="http://schemas.microsoft.com/office/drawing/2014/main" id="{D10566D4-2451-4B33-A2F1-512A8C22EE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62025" y="2752725"/>
            <a:ext cx="2476500" cy="2095500"/>
          </a:xfrm>
          <a:prstGeom xmlns:a="http://schemas.openxmlformats.org/drawingml/2006/main" prst="rect">
            <a:avLst/>
          </a:prstGeom>
          <a:solidFill xmlns:a="http://schemas.openxmlformats.org/drawingml/2006/main">
            <a:srgbClr val="F5F2E8"/>
          </a:solidFill>
          <a:ln xmlns:a="http://schemas.openxmlformats.org/drawingml/2006/main" w="0">
            <a:noFill/>
          </a:ln>
        </p:spPr>
      </p:sp>
      <p:sp>
        <p:nvSpPr>
          <p:cNvPr id="17" name="turno1 vector #fbfbf7">
            <a:extLst xmlns:a="http://schemas.openxmlformats.org/drawingml/2006/main">
              <a:ext uri="{FF2B5EF4-FFF2-40B4-BE49-F238E27FC236}">
                <a16:creationId xmlns:a16="http://schemas.microsoft.com/office/drawing/2014/main" id="{A168FC49-07D4-4DC2-AFB3-392EEF190F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2025" y="2752725"/>
            <a:ext cx="2476500" cy="2095500"/>
          </a:xfrm>
          <a:custGeom xmlns:a="http://schemas.openxmlformats.org/drawingml/2006/main">
            <a:pathLst>
              <a:path w="1609725" h="1362075">
                <a:moveTo>
                  <a:pt x="1304925" y="180975"/>
                </a:moveTo>
                <a:lnTo>
                  <a:pt x="1314450" y="180975"/>
                </a:lnTo>
                <a:lnTo>
                  <a:pt x="1314450" y="219075"/>
                </a:lnTo>
                <a:lnTo>
                  <a:pt x="1304925" y="219075"/>
                </a:lnTo>
                <a:close/>
                <a:moveTo>
                  <a:pt x="571500" y="190500"/>
                </a:moveTo>
                <a:lnTo>
                  <a:pt x="581025" y="190500"/>
                </a:lnTo>
                <a:lnTo>
                  <a:pt x="581025" y="228600"/>
                </a:lnTo>
                <a:lnTo>
                  <a:pt x="590550" y="228600"/>
                </a:lnTo>
                <a:lnTo>
                  <a:pt x="590550" y="247650"/>
                </a:lnTo>
                <a:lnTo>
                  <a:pt x="581025" y="247650"/>
                </a:lnTo>
                <a:lnTo>
                  <a:pt x="581025" y="257175"/>
                </a:lnTo>
                <a:lnTo>
                  <a:pt x="571500" y="257175"/>
                </a:lnTo>
                <a:lnTo>
                  <a:pt x="571500" y="238125"/>
                </a:lnTo>
                <a:lnTo>
                  <a:pt x="552450" y="238125"/>
                </a:lnTo>
                <a:lnTo>
                  <a:pt x="552450" y="228600"/>
                </a:lnTo>
                <a:lnTo>
                  <a:pt x="542925" y="228600"/>
                </a:lnTo>
                <a:lnTo>
                  <a:pt x="542925" y="219075"/>
                </a:lnTo>
                <a:lnTo>
                  <a:pt x="552450" y="219075"/>
                </a:lnTo>
                <a:lnTo>
                  <a:pt x="552450" y="209550"/>
                </a:lnTo>
                <a:lnTo>
                  <a:pt x="561975" y="209550"/>
                </a:lnTo>
                <a:lnTo>
                  <a:pt x="561975" y="200025"/>
                </a:lnTo>
                <a:lnTo>
                  <a:pt x="571500" y="200025"/>
                </a:lnTo>
                <a:close/>
                <a:moveTo>
                  <a:pt x="1323975" y="200025"/>
                </a:moveTo>
                <a:lnTo>
                  <a:pt x="1333500" y="200025"/>
                </a:lnTo>
                <a:lnTo>
                  <a:pt x="1333500" y="219075"/>
                </a:lnTo>
                <a:lnTo>
                  <a:pt x="1343025" y="219075"/>
                </a:lnTo>
                <a:lnTo>
                  <a:pt x="1343025" y="238125"/>
                </a:lnTo>
                <a:lnTo>
                  <a:pt x="1333500" y="238125"/>
                </a:lnTo>
                <a:lnTo>
                  <a:pt x="1333500" y="228600"/>
                </a:lnTo>
                <a:lnTo>
                  <a:pt x="1323975" y="228600"/>
                </a:lnTo>
                <a:close/>
                <a:moveTo>
                  <a:pt x="628650" y="228600"/>
                </a:moveTo>
                <a:lnTo>
                  <a:pt x="638175" y="228600"/>
                </a:lnTo>
                <a:lnTo>
                  <a:pt x="638175" y="266700"/>
                </a:lnTo>
                <a:lnTo>
                  <a:pt x="628650" y="266700"/>
                </a:lnTo>
                <a:lnTo>
                  <a:pt x="628650" y="257175"/>
                </a:lnTo>
                <a:lnTo>
                  <a:pt x="619125" y="257175"/>
                </a:lnTo>
                <a:lnTo>
                  <a:pt x="619125" y="238125"/>
                </a:lnTo>
                <a:lnTo>
                  <a:pt x="628650" y="238125"/>
                </a:lnTo>
                <a:close/>
                <a:moveTo>
                  <a:pt x="1352550" y="247650"/>
                </a:moveTo>
                <a:lnTo>
                  <a:pt x="1362075" y="247650"/>
                </a:lnTo>
                <a:lnTo>
                  <a:pt x="1362075" y="257175"/>
                </a:lnTo>
                <a:lnTo>
                  <a:pt x="1371600" y="257175"/>
                </a:lnTo>
                <a:lnTo>
                  <a:pt x="1371600" y="276225"/>
                </a:lnTo>
                <a:lnTo>
                  <a:pt x="1352550" y="276225"/>
                </a:lnTo>
                <a:close/>
                <a:moveTo>
                  <a:pt x="342900" y="257175"/>
                </a:moveTo>
                <a:lnTo>
                  <a:pt x="361950" y="257175"/>
                </a:lnTo>
                <a:lnTo>
                  <a:pt x="361950" y="276225"/>
                </a:lnTo>
                <a:lnTo>
                  <a:pt x="390525" y="276225"/>
                </a:lnTo>
                <a:lnTo>
                  <a:pt x="390525" y="266700"/>
                </a:lnTo>
                <a:lnTo>
                  <a:pt x="400050" y="266700"/>
                </a:lnTo>
                <a:lnTo>
                  <a:pt x="400050" y="276225"/>
                </a:lnTo>
                <a:lnTo>
                  <a:pt x="390525" y="276225"/>
                </a:lnTo>
                <a:lnTo>
                  <a:pt x="390525" y="285750"/>
                </a:lnTo>
                <a:lnTo>
                  <a:pt x="409575" y="285750"/>
                </a:lnTo>
                <a:lnTo>
                  <a:pt x="409575" y="295275"/>
                </a:lnTo>
                <a:lnTo>
                  <a:pt x="428625" y="295275"/>
                </a:lnTo>
                <a:lnTo>
                  <a:pt x="428625" y="304800"/>
                </a:lnTo>
                <a:lnTo>
                  <a:pt x="419100" y="304800"/>
                </a:lnTo>
                <a:lnTo>
                  <a:pt x="419100" y="314325"/>
                </a:lnTo>
                <a:lnTo>
                  <a:pt x="400050" y="314325"/>
                </a:lnTo>
                <a:lnTo>
                  <a:pt x="400050" y="304800"/>
                </a:lnTo>
                <a:lnTo>
                  <a:pt x="390525" y="304800"/>
                </a:lnTo>
                <a:lnTo>
                  <a:pt x="390525" y="295275"/>
                </a:lnTo>
                <a:lnTo>
                  <a:pt x="381000" y="295275"/>
                </a:lnTo>
                <a:lnTo>
                  <a:pt x="381000" y="285750"/>
                </a:lnTo>
                <a:lnTo>
                  <a:pt x="352425" y="285750"/>
                </a:lnTo>
                <a:lnTo>
                  <a:pt x="352425" y="276225"/>
                </a:lnTo>
                <a:lnTo>
                  <a:pt x="342900" y="276225"/>
                </a:lnTo>
                <a:close/>
                <a:moveTo>
                  <a:pt x="1457325" y="257175"/>
                </a:moveTo>
                <a:lnTo>
                  <a:pt x="1466850" y="257175"/>
                </a:lnTo>
                <a:lnTo>
                  <a:pt x="1466850" y="266700"/>
                </a:lnTo>
                <a:lnTo>
                  <a:pt x="1476375" y="266700"/>
                </a:lnTo>
                <a:lnTo>
                  <a:pt x="1476375" y="285750"/>
                </a:lnTo>
                <a:lnTo>
                  <a:pt x="1466850" y="285750"/>
                </a:lnTo>
                <a:lnTo>
                  <a:pt x="1466850" y="276225"/>
                </a:lnTo>
                <a:lnTo>
                  <a:pt x="1457325" y="276225"/>
                </a:lnTo>
                <a:close/>
                <a:moveTo>
                  <a:pt x="304800" y="266700"/>
                </a:moveTo>
                <a:lnTo>
                  <a:pt x="323850" y="266700"/>
                </a:lnTo>
                <a:lnTo>
                  <a:pt x="323850" y="295275"/>
                </a:lnTo>
                <a:lnTo>
                  <a:pt x="333375" y="295275"/>
                </a:lnTo>
                <a:lnTo>
                  <a:pt x="333375" y="304800"/>
                </a:lnTo>
                <a:lnTo>
                  <a:pt x="342900" y="304800"/>
                </a:lnTo>
                <a:lnTo>
                  <a:pt x="342900" y="314325"/>
                </a:lnTo>
                <a:lnTo>
                  <a:pt x="314325" y="314325"/>
                </a:lnTo>
                <a:lnTo>
                  <a:pt x="314325" y="304800"/>
                </a:lnTo>
                <a:lnTo>
                  <a:pt x="304800" y="304800"/>
                </a:lnTo>
                <a:lnTo>
                  <a:pt x="304800" y="295275"/>
                </a:lnTo>
                <a:lnTo>
                  <a:pt x="295275" y="295275"/>
                </a:lnTo>
                <a:lnTo>
                  <a:pt x="295275" y="285750"/>
                </a:lnTo>
                <a:lnTo>
                  <a:pt x="304800" y="285750"/>
                </a:lnTo>
                <a:close/>
                <a:moveTo>
                  <a:pt x="1076325" y="266700"/>
                </a:moveTo>
                <a:lnTo>
                  <a:pt x="1114425" y="266700"/>
                </a:lnTo>
                <a:lnTo>
                  <a:pt x="1114425" y="276225"/>
                </a:lnTo>
                <a:lnTo>
                  <a:pt x="1076325" y="276225"/>
                </a:lnTo>
                <a:close/>
                <a:moveTo>
                  <a:pt x="695325" y="285750"/>
                </a:moveTo>
                <a:lnTo>
                  <a:pt x="714375" y="285750"/>
                </a:lnTo>
                <a:lnTo>
                  <a:pt x="714375" y="295275"/>
                </a:lnTo>
                <a:lnTo>
                  <a:pt x="704850" y="295275"/>
                </a:lnTo>
                <a:lnTo>
                  <a:pt x="704850" y="304800"/>
                </a:lnTo>
                <a:lnTo>
                  <a:pt x="695325" y="304800"/>
                </a:lnTo>
                <a:close/>
                <a:moveTo>
                  <a:pt x="142875" y="314325"/>
                </a:moveTo>
                <a:lnTo>
                  <a:pt x="152400" y="314325"/>
                </a:lnTo>
                <a:lnTo>
                  <a:pt x="152400" y="333375"/>
                </a:lnTo>
                <a:lnTo>
                  <a:pt x="133350" y="333375"/>
                </a:lnTo>
                <a:lnTo>
                  <a:pt x="133350" y="323850"/>
                </a:lnTo>
                <a:lnTo>
                  <a:pt x="142875" y="323850"/>
                </a:lnTo>
                <a:close/>
                <a:moveTo>
                  <a:pt x="438150" y="323850"/>
                </a:moveTo>
                <a:lnTo>
                  <a:pt x="495300" y="323850"/>
                </a:lnTo>
                <a:lnTo>
                  <a:pt x="495300" y="333375"/>
                </a:lnTo>
                <a:lnTo>
                  <a:pt x="504825" y="333375"/>
                </a:lnTo>
                <a:lnTo>
                  <a:pt x="504825" y="342900"/>
                </a:lnTo>
                <a:lnTo>
                  <a:pt x="466725" y="342900"/>
                </a:lnTo>
                <a:lnTo>
                  <a:pt x="466725" y="352425"/>
                </a:lnTo>
                <a:lnTo>
                  <a:pt x="447675" y="352425"/>
                </a:lnTo>
                <a:lnTo>
                  <a:pt x="447675" y="361950"/>
                </a:lnTo>
                <a:lnTo>
                  <a:pt x="409575" y="361950"/>
                </a:lnTo>
                <a:lnTo>
                  <a:pt x="409575" y="352425"/>
                </a:lnTo>
                <a:lnTo>
                  <a:pt x="419100" y="352425"/>
                </a:lnTo>
                <a:lnTo>
                  <a:pt x="419100" y="342900"/>
                </a:lnTo>
                <a:lnTo>
                  <a:pt x="428625" y="342900"/>
                </a:lnTo>
                <a:lnTo>
                  <a:pt x="428625" y="333375"/>
                </a:lnTo>
                <a:lnTo>
                  <a:pt x="438150" y="333375"/>
                </a:lnTo>
                <a:close/>
                <a:moveTo>
                  <a:pt x="933450" y="333375"/>
                </a:moveTo>
                <a:lnTo>
                  <a:pt x="971550" y="333375"/>
                </a:lnTo>
                <a:lnTo>
                  <a:pt x="971550" y="371475"/>
                </a:lnTo>
                <a:lnTo>
                  <a:pt x="952500" y="371475"/>
                </a:lnTo>
                <a:lnTo>
                  <a:pt x="952500" y="352425"/>
                </a:lnTo>
                <a:lnTo>
                  <a:pt x="942975" y="352425"/>
                </a:lnTo>
                <a:lnTo>
                  <a:pt x="942975" y="342900"/>
                </a:lnTo>
                <a:lnTo>
                  <a:pt x="933450" y="342900"/>
                </a:lnTo>
                <a:close/>
                <a:moveTo>
                  <a:pt x="1276350" y="333375"/>
                </a:moveTo>
                <a:lnTo>
                  <a:pt x="1295400" y="333375"/>
                </a:lnTo>
                <a:lnTo>
                  <a:pt x="1295400" y="352425"/>
                </a:lnTo>
                <a:lnTo>
                  <a:pt x="1285875" y="352425"/>
                </a:lnTo>
                <a:lnTo>
                  <a:pt x="1285875" y="361950"/>
                </a:lnTo>
                <a:lnTo>
                  <a:pt x="1276350" y="361950"/>
                </a:lnTo>
                <a:lnTo>
                  <a:pt x="1276350" y="352425"/>
                </a:lnTo>
                <a:lnTo>
                  <a:pt x="1266825" y="352425"/>
                </a:lnTo>
                <a:lnTo>
                  <a:pt x="1266825" y="342900"/>
                </a:lnTo>
                <a:lnTo>
                  <a:pt x="1276350" y="342900"/>
                </a:lnTo>
                <a:close/>
                <a:moveTo>
                  <a:pt x="1533525" y="333375"/>
                </a:moveTo>
                <a:lnTo>
                  <a:pt x="1562100" y="333375"/>
                </a:lnTo>
                <a:lnTo>
                  <a:pt x="1562100" y="342900"/>
                </a:lnTo>
                <a:lnTo>
                  <a:pt x="1571625" y="342900"/>
                </a:lnTo>
                <a:lnTo>
                  <a:pt x="1571625" y="371475"/>
                </a:lnTo>
                <a:lnTo>
                  <a:pt x="1562100" y="371475"/>
                </a:lnTo>
                <a:lnTo>
                  <a:pt x="1562100" y="381000"/>
                </a:lnTo>
                <a:lnTo>
                  <a:pt x="1552575" y="381000"/>
                </a:lnTo>
                <a:lnTo>
                  <a:pt x="1552575" y="390525"/>
                </a:lnTo>
                <a:lnTo>
                  <a:pt x="1543050" y="390525"/>
                </a:lnTo>
                <a:lnTo>
                  <a:pt x="1543050" y="381000"/>
                </a:lnTo>
                <a:lnTo>
                  <a:pt x="1533525" y="381000"/>
                </a:lnTo>
                <a:close/>
                <a:moveTo>
                  <a:pt x="171450" y="390525"/>
                </a:moveTo>
                <a:lnTo>
                  <a:pt x="190500" y="390525"/>
                </a:lnTo>
                <a:lnTo>
                  <a:pt x="190500" y="409575"/>
                </a:lnTo>
                <a:lnTo>
                  <a:pt x="180975" y="409575"/>
                </a:lnTo>
                <a:lnTo>
                  <a:pt x="180975" y="400050"/>
                </a:lnTo>
                <a:lnTo>
                  <a:pt x="171450" y="400050"/>
                </a:lnTo>
                <a:close/>
                <a:moveTo>
                  <a:pt x="257175" y="390525"/>
                </a:moveTo>
                <a:lnTo>
                  <a:pt x="285750" y="390525"/>
                </a:lnTo>
                <a:lnTo>
                  <a:pt x="285750" y="409575"/>
                </a:lnTo>
                <a:lnTo>
                  <a:pt x="257175" y="409575"/>
                </a:lnTo>
                <a:close/>
                <a:moveTo>
                  <a:pt x="609600" y="390525"/>
                </a:moveTo>
                <a:lnTo>
                  <a:pt x="619125" y="390525"/>
                </a:lnTo>
                <a:lnTo>
                  <a:pt x="619125" y="419100"/>
                </a:lnTo>
                <a:lnTo>
                  <a:pt x="609600" y="419100"/>
                </a:lnTo>
                <a:lnTo>
                  <a:pt x="609600" y="447675"/>
                </a:lnTo>
                <a:lnTo>
                  <a:pt x="600075" y="447675"/>
                </a:lnTo>
                <a:lnTo>
                  <a:pt x="600075" y="409575"/>
                </a:lnTo>
                <a:lnTo>
                  <a:pt x="609600" y="409575"/>
                </a:lnTo>
                <a:close/>
                <a:moveTo>
                  <a:pt x="1104900" y="419100"/>
                </a:moveTo>
                <a:lnTo>
                  <a:pt x="1133475" y="419100"/>
                </a:lnTo>
                <a:lnTo>
                  <a:pt x="1133475" y="438150"/>
                </a:lnTo>
                <a:lnTo>
                  <a:pt x="1123950" y="438150"/>
                </a:lnTo>
                <a:lnTo>
                  <a:pt x="1123950" y="447675"/>
                </a:lnTo>
                <a:lnTo>
                  <a:pt x="1104900" y="447675"/>
                </a:lnTo>
                <a:close/>
                <a:moveTo>
                  <a:pt x="1447800" y="419100"/>
                </a:moveTo>
                <a:lnTo>
                  <a:pt x="1457325" y="419100"/>
                </a:lnTo>
                <a:lnTo>
                  <a:pt x="1457325" y="428625"/>
                </a:lnTo>
                <a:lnTo>
                  <a:pt x="1466850" y="428625"/>
                </a:lnTo>
                <a:lnTo>
                  <a:pt x="1466850" y="438150"/>
                </a:lnTo>
                <a:lnTo>
                  <a:pt x="1438275" y="438150"/>
                </a:lnTo>
                <a:lnTo>
                  <a:pt x="1438275" y="428625"/>
                </a:lnTo>
                <a:lnTo>
                  <a:pt x="1447800" y="428625"/>
                </a:lnTo>
                <a:close/>
                <a:moveTo>
                  <a:pt x="1171575" y="438150"/>
                </a:moveTo>
                <a:lnTo>
                  <a:pt x="1181100" y="438150"/>
                </a:lnTo>
                <a:lnTo>
                  <a:pt x="1181100" y="466725"/>
                </a:lnTo>
                <a:lnTo>
                  <a:pt x="1162050" y="466725"/>
                </a:lnTo>
                <a:lnTo>
                  <a:pt x="1162050" y="457200"/>
                </a:lnTo>
                <a:lnTo>
                  <a:pt x="1152525" y="457200"/>
                </a:lnTo>
                <a:lnTo>
                  <a:pt x="1152525" y="447675"/>
                </a:lnTo>
                <a:lnTo>
                  <a:pt x="1171575" y="447675"/>
                </a:lnTo>
                <a:close/>
                <a:moveTo>
                  <a:pt x="990600" y="457200"/>
                </a:moveTo>
                <a:lnTo>
                  <a:pt x="1000125" y="457200"/>
                </a:lnTo>
                <a:lnTo>
                  <a:pt x="1000125" y="466725"/>
                </a:lnTo>
                <a:lnTo>
                  <a:pt x="1009650" y="466725"/>
                </a:lnTo>
                <a:lnTo>
                  <a:pt x="1009650" y="476250"/>
                </a:lnTo>
                <a:lnTo>
                  <a:pt x="1019175" y="476250"/>
                </a:lnTo>
                <a:lnTo>
                  <a:pt x="1019175" y="485775"/>
                </a:lnTo>
                <a:lnTo>
                  <a:pt x="1028700" y="485775"/>
                </a:lnTo>
                <a:lnTo>
                  <a:pt x="1028700" y="495300"/>
                </a:lnTo>
                <a:lnTo>
                  <a:pt x="1019175" y="495300"/>
                </a:lnTo>
                <a:lnTo>
                  <a:pt x="1019175" y="523875"/>
                </a:lnTo>
                <a:lnTo>
                  <a:pt x="1009650" y="523875"/>
                </a:lnTo>
                <a:lnTo>
                  <a:pt x="1009650" y="504825"/>
                </a:lnTo>
                <a:lnTo>
                  <a:pt x="1000125" y="504825"/>
                </a:lnTo>
                <a:lnTo>
                  <a:pt x="1000125" y="495300"/>
                </a:lnTo>
                <a:lnTo>
                  <a:pt x="990600" y="495300"/>
                </a:lnTo>
                <a:lnTo>
                  <a:pt x="990600" y="485775"/>
                </a:lnTo>
                <a:lnTo>
                  <a:pt x="981075" y="485775"/>
                </a:lnTo>
                <a:lnTo>
                  <a:pt x="981075" y="466725"/>
                </a:lnTo>
                <a:lnTo>
                  <a:pt x="990600" y="466725"/>
                </a:lnTo>
                <a:close/>
                <a:moveTo>
                  <a:pt x="342900" y="466725"/>
                </a:moveTo>
                <a:lnTo>
                  <a:pt x="361950" y="466725"/>
                </a:lnTo>
                <a:lnTo>
                  <a:pt x="361950" y="476250"/>
                </a:lnTo>
                <a:lnTo>
                  <a:pt x="371475" y="476250"/>
                </a:lnTo>
                <a:lnTo>
                  <a:pt x="371475" y="485775"/>
                </a:lnTo>
                <a:lnTo>
                  <a:pt x="381000" y="485775"/>
                </a:lnTo>
                <a:lnTo>
                  <a:pt x="381000" y="504825"/>
                </a:lnTo>
                <a:lnTo>
                  <a:pt x="390525" y="504825"/>
                </a:lnTo>
                <a:lnTo>
                  <a:pt x="390525" y="514350"/>
                </a:lnTo>
                <a:lnTo>
                  <a:pt x="428625" y="514350"/>
                </a:lnTo>
                <a:lnTo>
                  <a:pt x="428625" y="533400"/>
                </a:lnTo>
                <a:lnTo>
                  <a:pt x="400050" y="533400"/>
                </a:lnTo>
                <a:lnTo>
                  <a:pt x="400050" y="523875"/>
                </a:lnTo>
                <a:lnTo>
                  <a:pt x="390525" y="523875"/>
                </a:lnTo>
                <a:lnTo>
                  <a:pt x="390525" y="542925"/>
                </a:lnTo>
                <a:lnTo>
                  <a:pt x="381000" y="542925"/>
                </a:lnTo>
                <a:lnTo>
                  <a:pt x="381000" y="561975"/>
                </a:lnTo>
                <a:lnTo>
                  <a:pt x="361950" y="561975"/>
                </a:lnTo>
                <a:lnTo>
                  <a:pt x="361950" y="552450"/>
                </a:lnTo>
                <a:lnTo>
                  <a:pt x="323850" y="552450"/>
                </a:lnTo>
                <a:lnTo>
                  <a:pt x="323850" y="542925"/>
                </a:lnTo>
                <a:lnTo>
                  <a:pt x="333375" y="542925"/>
                </a:lnTo>
                <a:lnTo>
                  <a:pt x="333375" y="523875"/>
                </a:lnTo>
                <a:lnTo>
                  <a:pt x="342900" y="523875"/>
                </a:lnTo>
                <a:close/>
                <a:moveTo>
                  <a:pt x="952500" y="495300"/>
                </a:moveTo>
                <a:lnTo>
                  <a:pt x="962025" y="495300"/>
                </a:lnTo>
                <a:lnTo>
                  <a:pt x="962025" y="504825"/>
                </a:lnTo>
                <a:lnTo>
                  <a:pt x="971550" y="504825"/>
                </a:lnTo>
                <a:lnTo>
                  <a:pt x="971550" y="523875"/>
                </a:lnTo>
                <a:lnTo>
                  <a:pt x="962025" y="523875"/>
                </a:lnTo>
                <a:lnTo>
                  <a:pt x="962025" y="542925"/>
                </a:lnTo>
                <a:lnTo>
                  <a:pt x="952500" y="542925"/>
                </a:lnTo>
                <a:lnTo>
                  <a:pt x="952500" y="523875"/>
                </a:lnTo>
                <a:lnTo>
                  <a:pt x="942975" y="523875"/>
                </a:lnTo>
                <a:lnTo>
                  <a:pt x="942975" y="504825"/>
                </a:lnTo>
                <a:lnTo>
                  <a:pt x="952500" y="504825"/>
                </a:lnTo>
                <a:close/>
                <a:moveTo>
                  <a:pt x="1390650" y="504825"/>
                </a:moveTo>
                <a:lnTo>
                  <a:pt x="1409700" y="504825"/>
                </a:lnTo>
                <a:lnTo>
                  <a:pt x="1409700" y="571500"/>
                </a:lnTo>
                <a:lnTo>
                  <a:pt x="1390650" y="571500"/>
                </a:lnTo>
                <a:lnTo>
                  <a:pt x="1390650" y="552450"/>
                </a:lnTo>
                <a:lnTo>
                  <a:pt x="1381125" y="552450"/>
                </a:lnTo>
                <a:lnTo>
                  <a:pt x="1381125" y="542925"/>
                </a:lnTo>
                <a:lnTo>
                  <a:pt x="1371600" y="542925"/>
                </a:lnTo>
                <a:lnTo>
                  <a:pt x="1371600" y="523875"/>
                </a:lnTo>
                <a:lnTo>
                  <a:pt x="1381125" y="523875"/>
                </a:lnTo>
                <a:lnTo>
                  <a:pt x="1381125" y="514350"/>
                </a:lnTo>
                <a:lnTo>
                  <a:pt x="1390650" y="514350"/>
                </a:lnTo>
                <a:close/>
                <a:moveTo>
                  <a:pt x="847725" y="514350"/>
                </a:moveTo>
                <a:lnTo>
                  <a:pt x="876300" y="514350"/>
                </a:lnTo>
                <a:lnTo>
                  <a:pt x="876300" y="523875"/>
                </a:lnTo>
                <a:lnTo>
                  <a:pt x="847725" y="523875"/>
                </a:lnTo>
                <a:close/>
                <a:moveTo>
                  <a:pt x="885825" y="514350"/>
                </a:moveTo>
                <a:lnTo>
                  <a:pt x="904875" y="514350"/>
                </a:lnTo>
                <a:lnTo>
                  <a:pt x="904875" y="523875"/>
                </a:lnTo>
                <a:lnTo>
                  <a:pt x="914400" y="523875"/>
                </a:lnTo>
                <a:lnTo>
                  <a:pt x="914400" y="542925"/>
                </a:lnTo>
                <a:lnTo>
                  <a:pt x="895350" y="542925"/>
                </a:lnTo>
                <a:lnTo>
                  <a:pt x="895350" y="533400"/>
                </a:lnTo>
                <a:lnTo>
                  <a:pt x="885825" y="533400"/>
                </a:lnTo>
                <a:close/>
                <a:moveTo>
                  <a:pt x="1552575" y="533400"/>
                </a:moveTo>
                <a:lnTo>
                  <a:pt x="1571625" y="533400"/>
                </a:lnTo>
                <a:lnTo>
                  <a:pt x="1571625" y="542925"/>
                </a:lnTo>
                <a:lnTo>
                  <a:pt x="1581150" y="542925"/>
                </a:lnTo>
                <a:lnTo>
                  <a:pt x="1581150" y="552450"/>
                </a:lnTo>
                <a:lnTo>
                  <a:pt x="1590675" y="552450"/>
                </a:lnTo>
                <a:lnTo>
                  <a:pt x="1590675" y="571500"/>
                </a:lnTo>
                <a:lnTo>
                  <a:pt x="1581150" y="571500"/>
                </a:lnTo>
                <a:lnTo>
                  <a:pt x="1581150" y="581025"/>
                </a:lnTo>
                <a:lnTo>
                  <a:pt x="1562100" y="581025"/>
                </a:lnTo>
                <a:lnTo>
                  <a:pt x="1562100" y="590550"/>
                </a:lnTo>
                <a:lnTo>
                  <a:pt x="1533525" y="590550"/>
                </a:lnTo>
                <a:lnTo>
                  <a:pt x="1533525" y="581025"/>
                </a:lnTo>
                <a:lnTo>
                  <a:pt x="1543050" y="581025"/>
                </a:lnTo>
                <a:lnTo>
                  <a:pt x="1543050" y="552450"/>
                </a:lnTo>
                <a:lnTo>
                  <a:pt x="1552575" y="552450"/>
                </a:lnTo>
                <a:close/>
                <a:moveTo>
                  <a:pt x="285750" y="542925"/>
                </a:moveTo>
                <a:lnTo>
                  <a:pt x="295275" y="542925"/>
                </a:lnTo>
                <a:lnTo>
                  <a:pt x="295275" y="552450"/>
                </a:lnTo>
                <a:lnTo>
                  <a:pt x="304800" y="552450"/>
                </a:lnTo>
                <a:lnTo>
                  <a:pt x="304800" y="561975"/>
                </a:lnTo>
                <a:lnTo>
                  <a:pt x="276225" y="561975"/>
                </a:lnTo>
                <a:lnTo>
                  <a:pt x="276225" y="552450"/>
                </a:lnTo>
                <a:lnTo>
                  <a:pt x="285750" y="552450"/>
                </a:lnTo>
                <a:close/>
                <a:moveTo>
                  <a:pt x="1047750" y="561975"/>
                </a:moveTo>
                <a:lnTo>
                  <a:pt x="1076325" y="561975"/>
                </a:lnTo>
                <a:lnTo>
                  <a:pt x="1076325" y="619125"/>
                </a:lnTo>
                <a:lnTo>
                  <a:pt x="1057275" y="619125"/>
                </a:lnTo>
                <a:lnTo>
                  <a:pt x="1057275" y="609600"/>
                </a:lnTo>
                <a:lnTo>
                  <a:pt x="1038225" y="609600"/>
                </a:lnTo>
                <a:lnTo>
                  <a:pt x="1038225" y="571500"/>
                </a:lnTo>
                <a:lnTo>
                  <a:pt x="1047750" y="571500"/>
                </a:lnTo>
                <a:close/>
                <a:moveTo>
                  <a:pt x="581025" y="571500"/>
                </a:moveTo>
                <a:lnTo>
                  <a:pt x="600075" y="571500"/>
                </a:lnTo>
                <a:lnTo>
                  <a:pt x="600075" y="600075"/>
                </a:lnTo>
                <a:lnTo>
                  <a:pt x="571500" y="600075"/>
                </a:lnTo>
                <a:lnTo>
                  <a:pt x="571500" y="590550"/>
                </a:lnTo>
                <a:lnTo>
                  <a:pt x="581025" y="590550"/>
                </a:lnTo>
                <a:close/>
                <a:moveTo>
                  <a:pt x="1114425" y="571500"/>
                </a:moveTo>
                <a:lnTo>
                  <a:pt x="1152525" y="571500"/>
                </a:lnTo>
                <a:lnTo>
                  <a:pt x="1152525" y="581025"/>
                </a:lnTo>
                <a:lnTo>
                  <a:pt x="1285875" y="581025"/>
                </a:lnTo>
                <a:lnTo>
                  <a:pt x="1285875" y="590550"/>
                </a:lnTo>
                <a:lnTo>
                  <a:pt x="1152525" y="590550"/>
                </a:lnTo>
                <a:lnTo>
                  <a:pt x="1152525" y="600075"/>
                </a:lnTo>
                <a:lnTo>
                  <a:pt x="1133475" y="600075"/>
                </a:lnTo>
                <a:lnTo>
                  <a:pt x="1133475" y="609600"/>
                </a:lnTo>
                <a:lnTo>
                  <a:pt x="1123950" y="609600"/>
                </a:lnTo>
                <a:lnTo>
                  <a:pt x="1123950" y="600075"/>
                </a:lnTo>
                <a:lnTo>
                  <a:pt x="1114425" y="600075"/>
                </a:lnTo>
                <a:lnTo>
                  <a:pt x="1114425" y="628650"/>
                </a:lnTo>
                <a:lnTo>
                  <a:pt x="1104900" y="628650"/>
                </a:lnTo>
                <a:lnTo>
                  <a:pt x="1104900" y="581025"/>
                </a:lnTo>
                <a:lnTo>
                  <a:pt x="1114425" y="581025"/>
                </a:lnTo>
                <a:close/>
                <a:moveTo>
                  <a:pt x="1419225" y="581025"/>
                </a:moveTo>
                <a:lnTo>
                  <a:pt x="1428750" y="581025"/>
                </a:lnTo>
                <a:lnTo>
                  <a:pt x="1428750" y="590550"/>
                </a:lnTo>
                <a:lnTo>
                  <a:pt x="1438275" y="590550"/>
                </a:lnTo>
                <a:lnTo>
                  <a:pt x="1438275" y="609600"/>
                </a:lnTo>
                <a:lnTo>
                  <a:pt x="1419225" y="609600"/>
                </a:lnTo>
                <a:close/>
                <a:moveTo>
                  <a:pt x="704850" y="590550"/>
                </a:moveTo>
                <a:lnTo>
                  <a:pt x="742950" y="590550"/>
                </a:lnTo>
                <a:lnTo>
                  <a:pt x="742950" y="628650"/>
                </a:lnTo>
                <a:lnTo>
                  <a:pt x="733425" y="628650"/>
                </a:lnTo>
                <a:lnTo>
                  <a:pt x="733425" y="638175"/>
                </a:lnTo>
                <a:lnTo>
                  <a:pt x="742950" y="638175"/>
                </a:lnTo>
                <a:lnTo>
                  <a:pt x="742950" y="657225"/>
                </a:lnTo>
                <a:lnTo>
                  <a:pt x="752475" y="657225"/>
                </a:lnTo>
                <a:lnTo>
                  <a:pt x="752475" y="666750"/>
                </a:lnTo>
                <a:lnTo>
                  <a:pt x="733425" y="666750"/>
                </a:lnTo>
                <a:lnTo>
                  <a:pt x="733425" y="657225"/>
                </a:lnTo>
                <a:lnTo>
                  <a:pt x="723900" y="657225"/>
                </a:lnTo>
                <a:lnTo>
                  <a:pt x="723900" y="647700"/>
                </a:lnTo>
                <a:lnTo>
                  <a:pt x="714375" y="647700"/>
                </a:lnTo>
                <a:lnTo>
                  <a:pt x="714375" y="638175"/>
                </a:lnTo>
                <a:lnTo>
                  <a:pt x="704850" y="638175"/>
                </a:lnTo>
                <a:lnTo>
                  <a:pt x="704850" y="619125"/>
                </a:lnTo>
                <a:lnTo>
                  <a:pt x="695325" y="619125"/>
                </a:lnTo>
                <a:lnTo>
                  <a:pt x="695325" y="600075"/>
                </a:lnTo>
                <a:lnTo>
                  <a:pt x="704850" y="600075"/>
                </a:lnTo>
                <a:close/>
                <a:moveTo>
                  <a:pt x="495300" y="600075"/>
                </a:moveTo>
                <a:lnTo>
                  <a:pt x="533400" y="600075"/>
                </a:lnTo>
                <a:lnTo>
                  <a:pt x="533400" y="609600"/>
                </a:lnTo>
                <a:lnTo>
                  <a:pt x="523875" y="609600"/>
                </a:lnTo>
                <a:lnTo>
                  <a:pt x="523875" y="619125"/>
                </a:lnTo>
                <a:lnTo>
                  <a:pt x="495300" y="619125"/>
                </a:lnTo>
                <a:close/>
                <a:moveTo>
                  <a:pt x="1524000" y="600075"/>
                </a:moveTo>
                <a:lnTo>
                  <a:pt x="1543050" y="600075"/>
                </a:lnTo>
                <a:lnTo>
                  <a:pt x="1543050" y="609600"/>
                </a:lnTo>
                <a:lnTo>
                  <a:pt x="1524000" y="609600"/>
                </a:lnTo>
                <a:close/>
                <a:moveTo>
                  <a:pt x="981075" y="628650"/>
                </a:moveTo>
                <a:lnTo>
                  <a:pt x="1000125" y="628650"/>
                </a:lnTo>
                <a:lnTo>
                  <a:pt x="1000125" y="638175"/>
                </a:lnTo>
                <a:lnTo>
                  <a:pt x="990600" y="638175"/>
                </a:lnTo>
                <a:lnTo>
                  <a:pt x="990600" y="657225"/>
                </a:lnTo>
                <a:lnTo>
                  <a:pt x="981075" y="657225"/>
                </a:lnTo>
                <a:close/>
                <a:moveTo>
                  <a:pt x="1238250" y="638175"/>
                </a:moveTo>
                <a:lnTo>
                  <a:pt x="1266825" y="638175"/>
                </a:lnTo>
                <a:lnTo>
                  <a:pt x="1266825" y="666750"/>
                </a:lnTo>
                <a:lnTo>
                  <a:pt x="1247775" y="666750"/>
                </a:lnTo>
                <a:lnTo>
                  <a:pt x="1247775" y="647700"/>
                </a:lnTo>
                <a:lnTo>
                  <a:pt x="1238250" y="647700"/>
                </a:lnTo>
                <a:close/>
                <a:moveTo>
                  <a:pt x="38100" y="647700"/>
                </a:moveTo>
                <a:lnTo>
                  <a:pt x="76200" y="647700"/>
                </a:lnTo>
                <a:lnTo>
                  <a:pt x="76200" y="685800"/>
                </a:lnTo>
                <a:lnTo>
                  <a:pt x="66675" y="685800"/>
                </a:lnTo>
                <a:lnTo>
                  <a:pt x="66675" y="695325"/>
                </a:lnTo>
                <a:lnTo>
                  <a:pt x="57150" y="695325"/>
                </a:lnTo>
                <a:lnTo>
                  <a:pt x="57150" y="685800"/>
                </a:lnTo>
                <a:lnTo>
                  <a:pt x="47625" y="685800"/>
                </a:lnTo>
                <a:lnTo>
                  <a:pt x="47625" y="666750"/>
                </a:lnTo>
                <a:lnTo>
                  <a:pt x="38100" y="666750"/>
                </a:lnTo>
                <a:close/>
                <a:moveTo>
                  <a:pt x="1343025" y="657225"/>
                </a:moveTo>
                <a:lnTo>
                  <a:pt x="1362075" y="657225"/>
                </a:lnTo>
                <a:lnTo>
                  <a:pt x="1362075" y="695325"/>
                </a:lnTo>
                <a:lnTo>
                  <a:pt x="1314450" y="695325"/>
                </a:lnTo>
                <a:lnTo>
                  <a:pt x="1314450" y="676275"/>
                </a:lnTo>
                <a:lnTo>
                  <a:pt x="1333500" y="676275"/>
                </a:lnTo>
                <a:lnTo>
                  <a:pt x="1333500" y="666750"/>
                </a:lnTo>
                <a:lnTo>
                  <a:pt x="1343025" y="666750"/>
                </a:lnTo>
                <a:close/>
                <a:moveTo>
                  <a:pt x="1600200" y="676275"/>
                </a:moveTo>
                <a:lnTo>
                  <a:pt x="1609725" y="676275"/>
                </a:lnTo>
                <a:lnTo>
                  <a:pt x="1609725" y="733425"/>
                </a:lnTo>
                <a:lnTo>
                  <a:pt x="1600200" y="733425"/>
                </a:lnTo>
                <a:close/>
                <a:moveTo>
                  <a:pt x="190500" y="714375"/>
                </a:moveTo>
                <a:lnTo>
                  <a:pt x="200025" y="714375"/>
                </a:lnTo>
                <a:lnTo>
                  <a:pt x="200025" y="723900"/>
                </a:lnTo>
                <a:lnTo>
                  <a:pt x="209550" y="723900"/>
                </a:lnTo>
                <a:lnTo>
                  <a:pt x="209550" y="742950"/>
                </a:lnTo>
                <a:lnTo>
                  <a:pt x="180975" y="742950"/>
                </a:lnTo>
                <a:lnTo>
                  <a:pt x="180975" y="723900"/>
                </a:lnTo>
                <a:lnTo>
                  <a:pt x="190500" y="723900"/>
                </a:lnTo>
                <a:close/>
                <a:moveTo>
                  <a:pt x="990600" y="714375"/>
                </a:moveTo>
                <a:lnTo>
                  <a:pt x="1000125" y="714375"/>
                </a:lnTo>
                <a:lnTo>
                  <a:pt x="1000125" y="723900"/>
                </a:lnTo>
                <a:lnTo>
                  <a:pt x="1009650" y="723900"/>
                </a:lnTo>
                <a:lnTo>
                  <a:pt x="1009650" y="752475"/>
                </a:lnTo>
                <a:lnTo>
                  <a:pt x="1019175" y="752475"/>
                </a:lnTo>
                <a:lnTo>
                  <a:pt x="1019175" y="762000"/>
                </a:lnTo>
                <a:lnTo>
                  <a:pt x="990600" y="762000"/>
                </a:lnTo>
                <a:close/>
                <a:moveTo>
                  <a:pt x="476250" y="723900"/>
                </a:moveTo>
                <a:lnTo>
                  <a:pt x="485775" y="723900"/>
                </a:lnTo>
                <a:lnTo>
                  <a:pt x="485775" y="742950"/>
                </a:lnTo>
                <a:lnTo>
                  <a:pt x="504825" y="742950"/>
                </a:lnTo>
                <a:lnTo>
                  <a:pt x="504825" y="752475"/>
                </a:lnTo>
                <a:lnTo>
                  <a:pt x="514350" y="752475"/>
                </a:lnTo>
                <a:lnTo>
                  <a:pt x="514350" y="781050"/>
                </a:lnTo>
                <a:lnTo>
                  <a:pt x="495300" y="781050"/>
                </a:lnTo>
                <a:lnTo>
                  <a:pt x="495300" y="771525"/>
                </a:lnTo>
                <a:lnTo>
                  <a:pt x="485775" y="771525"/>
                </a:lnTo>
                <a:lnTo>
                  <a:pt x="485775" y="752475"/>
                </a:lnTo>
                <a:lnTo>
                  <a:pt x="457200" y="752475"/>
                </a:lnTo>
                <a:lnTo>
                  <a:pt x="457200" y="742950"/>
                </a:lnTo>
                <a:lnTo>
                  <a:pt x="447675" y="742950"/>
                </a:lnTo>
                <a:lnTo>
                  <a:pt x="447675" y="733425"/>
                </a:lnTo>
                <a:lnTo>
                  <a:pt x="476250" y="733425"/>
                </a:lnTo>
                <a:close/>
                <a:moveTo>
                  <a:pt x="1133475" y="733425"/>
                </a:moveTo>
                <a:lnTo>
                  <a:pt x="1181100" y="733425"/>
                </a:lnTo>
                <a:lnTo>
                  <a:pt x="1181100" y="742950"/>
                </a:lnTo>
                <a:lnTo>
                  <a:pt x="1171575" y="742950"/>
                </a:lnTo>
                <a:lnTo>
                  <a:pt x="1171575" y="752475"/>
                </a:lnTo>
                <a:lnTo>
                  <a:pt x="1143000" y="752475"/>
                </a:lnTo>
                <a:lnTo>
                  <a:pt x="1143000" y="742950"/>
                </a:lnTo>
                <a:lnTo>
                  <a:pt x="1133475" y="742950"/>
                </a:lnTo>
                <a:close/>
                <a:moveTo>
                  <a:pt x="1076325" y="742950"/>
                </a:moveTo>
                <a:lnTo>
                  <a:pt x="1085850" y="742950"/>
                </a:lnTo>
                <a:lnTo>
                  <a:pt x="1085850" y="752475"/>
                </a:lnTo>
                <a:lnTo>
                  <a:pt x="1095375" y="752475"/>
                </a:lnTo>
                <a:lnTo>
                  <a:pt x="1095375" y="762000"/>
                </a:lnTo>
                <a:lnTo>
                  <a:pt x="1066800" y="762000"/>
                </a:lnTo>
                <a:lnTo>
                  <a:pt x="1066800" y="752475"/>
                </a:lnTo>
                <a:lnTo>
                  <a:pt x="1076325" y="752475"/>
                </a:lnTo>
                <a:close/>
                <a:moveTo>
                  <a:pt x="923925" y="762000"/>
                </a:moveTo>
                <a:lnTo>
                  <a:pt x="933450" y="762000"/>
                </a:lnTo>
                <a:lnTo>
                  <a:pt x="933450" y="771525"/>
                </a:lnTo>
                <a:lnTo>
                  <a:pt x="962025" y="771525"/>
                </a:lnTo>
                <a:lnTo>
                  <a:pt x="962025" y="781050"/>
                </a:lnTo>
                <a:lnTo>
                  <a:pt x="971550" y="781050"/>
                </a:lnTo>
                <a:lnTo>
                  <a:pt x="971550" y="790575"/>
                </a:lnTo>
                <a:lnTo>
                  <a:pt x="981075" y="790575"/>
                </a:lnTo>
                <a:lnTo>
                  <a:pt x="981075" y="800100"/>
                </a:lnTo>
                <a:lnTo>
                  <a:pt x="923925" y="800100"/>
                </a:lnTo>
                <a:lnTo>
                  <a:pt x="923925" y="866775"/>
                </a:lnTo>
                <a:lnTo>
                  <a:pt x="838200" y="866775"/>
                </a:lnTo>
                <a:lnTo>
                  <a:pt x="838200" y="885825"/>
                </a:lnTo>
                <a:lnTo>
                  <a:pt x="809625" y="885825"/>
                </a:lnTo>
                <a:lnTo>
                  <a:pt x="809625" y="838200"/>
                </a:lnTo>
                <a:lnTo>
                  <a:pt x="819150" y="838200"/>
                </a:lnTo>
                <a:lnTo>
                  <a:pt x="819150" y="828675"/>
                </a:lnTo>
                <a:lnTo>
                  <a:pt x="828675" y="828675"/>
                </a:lnTo>
                <a:lnTo>
                  <a:pt x="828675" y="819150"/>
                </a:lnTo>
                <a:lnTo>
                  <a:pt x="838200" y="819150"/>
                </a:lnTo>
                <a:lnTo>
                  <a:pt x="838200" y="828675"/>
                </a:lnTo>
                <a:lnTo>
                  <a:pt x="847725" y="828675"/>
                </a:lnTo>
                <a:lnTo>
                  <a:pt x="847725" y="838200"/>
                </a:lnTo>
                <a:lnTo>
                  <a:pt x="857250" y="838200"/>
                </a:lnTo>
                <a:lnTo>
                  <a:pt x="857250" y="847725"/>
                </a:lnTo>
                <a:lnTo>
                  <a:pt x="876300" y="847725"/>
                </a:lnTo>
                <a:lnTo>
                  <a:pt x="876300" y="838200"/>
                </a:lnTo>
                <a:lnTo>
                  <a:pt x="885825" y="838200"/>
                </a:lnTo>
                <a:lnTo>
                  <a:pt x="885825" y="828675"/>
                </a:lnTo>
                <a:lnTo>
                  <a:pt x="895350" y="828675"/>
                </a:lnTo>
                <a:lnTo>
                  <a:pt x="895350" y="809625"/>
                </a:lnTo>
                <a:lnTo>
                  <a:pt x="904875" y="809625"/>
                </a:lnTo>
                <a:lnTo>
                  <a:pt x="904875" y="781050"/>
                </a:lnTo>
                <a:lnTo>
                  <a:pt x="914400" y="781050"/>
                </a:lnTo>
                <a:lnTo>
                  <a:pt x="914400" y="771525"/>
                </a:lnTo>
                <a:lnTo>
                  <a:pt x="923925" y="771525"/>
                </a:lnTo>
                <a:close/>
                <a:moveTo>
                  <a:pt x="847725" y="781050"/>
                </a:moveTo>
                <a:lnTo>
                  <a:pt x="866775" y="781050"/>
                </a:lnTo>
                <a:lnTo>
                  <a:pt x="866775" y="809625"/>
                </a:lnTo>
                <a:lnTo>
                  <a:pt x="847725" y="809625"/>
                </a:lnTo>
                <a:close/>
                <a:moveTo>
                  <a:pt x="1219200" y="790575"/>
                </a:moveTo>
                <a:lnTo>
                  <a:pt x="1238250" y="790575"/>
                </a:lnTo>
                <a:lnTo>
                  <a:pt x="1238250" y="800100"/>
                </a:lnTo>
                <a:lnTo>
                  <a:pt x="1219200" y="800100"/>
                </a:lnTo>
                <a:close/>
                <a:moveTo>
                  <a:pt x="0" y="819150"/>
                </a:moveTo>
                <a:lnTo>
                  <a:pt x="9525" y="819150"/>
                </a:lnTo>
                <a:lnTo>
                  <a:pt x="9525" y="847725"/>
                </a:lnTo>
                <a:lnTo>
                  <a:pt x="0" y="847725"/>
                </a:lnTo>
                <a:close/>
                <a:moveTo>
                  <a:pt x="685800" y="819150"/>
                </a:moveTo>
                <a:lnTo>
                  <a:pt x="704850" y="819150"/>
                </a:lnTo>
                <a:lnTo>
                  <a:pt x="704850" y="828675"/>
                </a:lnTo>
                <a:lnTo>
                  <a:pt x="714375" y="828675"/>
                </a:lnTo>
                <a:lnTo>
                  <a:pt x="714375" y="847725"/>
                </a:lnTo>
                <a:lnTo>
                  <a:pt x="695325" y="847725"/>
                </a:lnTo>
                <a:lnTo>
                  <a:pt x="695325" y="838200"/>
                </a:lnTo>
                <a:lnTo>
                  <a:pt x="685800" y="838200"/>
                </a:lnTo>
                <a:close/>
                <a:moveTo>
                  <a:pt x="762000" y="819150"/>
                </a:moveTo>
                <a:lnTo>
                  <a:pt x="781050" y="819150"/>
                </a:lnTo>
                <a:lnTo>
                  <a:pt x="781050" y="828675"/>
                </a:lnTo>
                <a:lnTo>
                  <a:pt x="790575" y="828675"/>
                </a:lnTo>
                <a:lnTo>
                  <a:pt x="790575" y="904875"/>
                </a:lnTo>
                <a:lnTo>
                  <a:pt x="828675" y="904875"/>
                </a:lnTo>
                <a:lnTo>
                  <a:pt x="828675" y="914400"/>
                </a:lnTo>
                <a:lnTo>
                  <a:pt x="790575" y="914400"/>
                </a:lnTo>
                <a:lnTo>
                  <a:pt x="790575" y="923925"/>
                </a:lnTo>
                <a:lnTo>
                  <a:pt x="762000" y="923925"/>
                </a:lnTo>
                <a:lnTo>
                  <a:pt x="762000" y="914400"/>
                </a:lnTo>
                <a:lnTo>
                  <a:pt x="752475" y="914400"/>
                </a:lnTo>
                <a:lnTo>
                  <a:pt x="752475" y="923925"/>
                </a:lnTo>
                <a:lnTo>
                  <a:pt x="733425" y="923925"/>
                </a:lnTo>
                <a:lnTo>
                  <a:pt x="733425" y="904875"/>
                </a:lnTo>
                <a:lnTo>
                  <a:pt x="762000" y="904875"/>
                </a:lnTo>
                <a:lnTo>
                  <a:pt x="762000" y="895350"/>
                </a:lnTo>
                <a:lnTo>
                  <a:pt x="771525" y="895350"/>
                </a:lnTo>
                <a:lnTo>
                  <a:pt x="771525" y="866775"/>
                </a:lnTo>
                <a:lnTo>
                  <a:pt x="762000" y="866775"/>
                </a:lnTo>
                <a:lnTo>
                  <a:pt x="762000" y="857250"/>
                </a:lnTo>
                <a:lnTo>
                  <a:pt x="752475" y="857250"/>
                </a:lnTo>
                <a:lnTo>
                  <a:pt x="752475" y="866775"/>
                </a:lnTo>
                <a:lnTo>
                  <a:pt x="733425" y="866775"/>
                </a:lnTo>
                <a:lnTo>
                  <a:pt x="733425" y="847725"/>
                </a:lnTo>
                <a:lnTo>
                  <a:pt x="742950" y="847725"/>
                </a:lnTo>
                <a:lnTo>
                  <a:pt x="742950" y="838200"/>
                </a:lnTo>
                <a:lnTo>
                  <a:pt x="752475" y="838200"/>
                </a:lnTo>
                <a:lnTo>
                  <a:pt x="752475" y="828675"/>
                </a:lnTo>
                <a:lnTo>
                  <a:pt x="762000" y="828675"/>
                </a:lnTo>
                <a:close/>
                <a:moveTo>
                  <a:pt x="1485900" y="819150"/>
                </a:moveTo>
                <a:lnTo>
                  <a:pt x="1514475" y="819150"/>
                </a:lnTo>
                <a:lnTo>
                  <a:pt x="1514475" y="828675"/>
                </a:lnTo>
                <a:lnTo>
                  <a:pt x="1524000" y="828675"/>
                </a:lnTo>
                <a:lnTo>
                  <a:pt x="1524000" y="838200"/>
                </a:lnTo>
                <a:lnTo>
                  <a:pt x="1533525" y="838200"/>
                </a:lnTo>
                <a:lnTo>
                  <a:pt x="1533525" y="847725"/>
                </a:lnTo>
                <a:lnTo>
                  <a:pt x="1524000" y="847725"/>
                </a:lnTo>
                <a:lnTo>
                  <a:pt x="1524000" y="876300"/>
                </a:lnTo>
                <a:lnTo>
                  <a:pt x="1504950" y="876300"/>
                </a:lnTo>
                <a:lnTo>
                  <a:pt x="1504950" y="885825"/>
                </a:lnTo>
                <a:lnTo>
                  <a:pt x="1485900" y="885825"/>
                </a:lnTo>
                <a:lnTo>
                  <a:pt x="1485900" y="895350"/>
                </a:lnTo>
                <a:lnTo>
                  <a:pt x="1476375" y="895350"/>
                </a:lnTo>
                <a:lnTo>
                  <a:pt x="1476375" y="885825"/>
                </a:lnTo>
                <a:lnTo>
                  <a:pt x="1466850" y="885825"/>
                </a:lnTo>
                <a:lnTo>
                  <a:pt x="1466850" y="866775"/>
                </a:lnTo>
                <a:lnTo>
                  <a:pt x="1495425" y="866775"/>
                </a:lnTo>
                <a:lnTo>
                  <a:pt x="1495425" y="857250"/>
                </a:lnTo>
                <a:lnTo>
                  <a:pt x="1504950" y="857250"/>
                </a:lnTo>
                <a:lnTo>
                  <a:pt x="1504950" y="847725"/>
                </a:lnTo>
                <a:lnTo>
                  <a:pt x="1495425" y="847725"/>
                </a:lnTo>
                <a:lnTo>
                  <a:pt x="1495425" y="838200"/>
                </a:lnTo>
                <a:lnTo>
                  <a:pt x="1485900" y="838200"/>
                </a:lnTo>
                <a:close/>
                <a:moveTo>
                  <a:pt x="266700" y="828675"/>
                </a:moveTo>
                <a:lnTo>
                  <a:pt x="285750" y="828675"/>
                </a:lnTo>
                <a:lnTo>
                  <a:pt x="285750" y="838200"/>
                </a:lnTo>
                <a:lnTo>
                  <a:pt x="295275" y="838200"/>
                </a:lnTo>
                <a:lnTo>
                  <a:pt x="295275" y="847725"/>
                </a:lnTo>
                <a:lnTo>
                  <a:pt x="285750" y="847725"/>
                </a:lnTo>
                <a:lnTo>
                  <a:pt x="285750" y="857250"/>
                </a:lnTo>
                <a:lnTo>
                  <a:pt x="276225" y="857250"/>
                </a:lnTo>
                <a:lnTo>
                  <a:pt x="276225" y="847725"/>
                </a:lnTo>
                <a:lnTo>
                  <a:pt x="266700" y="847725"/>
                </a:lnTo>
                <a:close/>
                <a:moveTo>
                  <a:pt x="1295400" y="847725"/>
                </a:moveTo>
                <a:lnTo>
                  <a:pt x="1314450" y="847725"/>
                </a:lnTo>
                <a:lnTo>
                  <a:pt x="1314450" y="857250"/>
                </a:lnTo>
                <a:lnTo>
                  <a:pt x="1304925" y="857250"/>
                </a:lnTo>
                <a:lnTo>
                  <a:pt x="1304925" y="866775"/>
                </a:lnTo>
                <a:lnTo>
                  <a:pt x="1295400" y="866775"/>
                </a:lnTo>
                <a:close/>
                <a:moveTo>
                  <a:pt x="1085850" y="866775"/>
                </a:moveTo>
                <a:lnTo>
                  <a:pt x="1114425" y="866775"/>
                </a:lnTo>
                <a:lnTo>
                  <a:pt x="1114425" y="876300"/>
                </a:lnTo>
                <a:lnTo>
                  <a:pt x="1133475" y="876300"/>
                </a:lnTo>
                <a:lnTo>
                  <a:pt x="1133475" y="885825"/>
                </a:lnTo>
                <a:lnTo>
                  <a:pt x="1143000" y="885825"/>
                </a:lnTo>
                <a:lnTo>
                  <a:pt x="1143000" y="904875"/>
                </a:lnTo>
                <a:lnTo>
                  <a:pt x="1152525" y="904875"/>
                </a:lnTo>
                <a:lnTo>
                  <a:pt x="1152525" y="923925"/>
                </a:lnTo>
                <a:lnTo>
                  <a:pt x="1133475" y="923925"/>
                </a:lnTo>
                <a:lnTo>
                  <a:pt x="1133475" y="933450"/>
                </a:lnTo>
                <a:lnTo>
                  <a:pt x="1104900" y="933450"/>
                </a:lnTo>
                <a:lnTo>
                  <a:pt x="1104900" y="923925"/>
                </a:lnTo>
                <a:lnTo>
                  <a:pt x="1095375" y="923925"/>
                </a:lnTo>
                <a:lnTo>
                  <a:pt x="1095375" y="895350"/>
                </a:lnTo>
                <a:lnTo>
                  <a:pt x="1085850" y="895350"/>
                </a:lnTo>
                <a:close/>
                <a:moveTo>
                  <a:pt x="1419225" y="876300"/>
                </a:moveTo>
                <a:lnTo>
                  <a:pt x="1428750" y="876300"/>
                </a:lnTo>
                <a:lnTo>
                  <a:pt x="1428750" y="885825"/>
                </a:lnTo>
                <a:lnTo>
                  <a:pt x="1419225" y="885825"/>
                </a:lnTo>
                <a:close/>
                <a:moveTo>
                  <a:pt x="104775" y="885825"/>
                </a:moveTo>
                <a:lnTo>
                  <a:pt x="123825" y="885825"/>
                </a:lnTo>
                <a:lnTo>
                  <a:pt x="123825" y="895350"/>
                </a:lnTo>
                <a:lnTo>
                  <a:pt x="142875" y="895350"/>
                </a:lnTo>
                <a:lnTo>
                  <a:pt x="142875" y="885825"/>
                </a:lnTo>
                <a:lnTo>
                  <a:pt x="152400" y="885825"/>
                </a:lnTo>
                <a:lnTo>
                  <a:pt x="152400" y="895350"/>
                </a:lnTo>
                <a:lnTo>
                  <a:pt x="161925" y="895350"/>
                </a:lnTo>
                <a:lnTo>
                  <a:pt x="161925" y="923925"/>
                </a:lnTo>
                <a:lnTo>
                  <a:pt x="123825" y="923925"/>
                </a:lnTo>
                <a:lnTo>
                  <a:pt x="123825" y="914400"/>
                </a:lnTo>
                <a:lnTo>
                  <a:pt x="114300" y="914400"/>
                </a:lnTo>
                <a:lnTo>
                  <a:pt x="114300" y="904875"/>
                </a:lnTo>
                <a:lnTo>
                  <a:pt x="95250" y="904875"/>
                </a:lnTo>
                <a:lnTo>
                  <a:pt x="95250" y="895350"/>
                </a:lnTo>
                <a:lnTo>
                  <a:pt x="104775" y="895350"/>
                </a:lnTo>
                <a:close/>
                <a:moveTo>
                  <a:pt x="1047750" y="885825"/>
                </a:moveTo>
                <a:lnTo>
                  <a:pt x="1057275" y="885825"/>
                </a:lnTo>
                <a:lnTo>
                  <a:pt x="1057275" y="904875"/>
                </a:lnTo>
                <a:lnTo>
                  <a:pt x="1066800" y="904875"/>
                </a:lnTo>
                <a:lnTo>
                  <a:pt x="1066800" y="933450"/>
                </a:lnTo>
                <a:lnTo>
                  <a:pt x="1047750" y="933450"/>
                </a:lnTo>
                <a:lnTo>
                  <a:pt x="1047750" y="942975"/>
                </a:lnTo>
                <a:lnTo>
                  <a:pt x="1028700" y="942975"/>
                </a:lnTo>
                <a:lnTo>
                  <a:pt x="1028700" y="962025"/>
                </a:lnTo>
                <a:lnTo>
                  <a:pt x="1019175" y="962025"/>
                </a:lnTo>
                <a:lnTo>
                  <a:pt x="1019175" y="952500"/>
                </a:lnTo>
                <a:lnTo>
                  <a:pt x="1009650" y="952500"/>
                </a:lnTo>
                <a:lnTo>
                  <a:pt x="1009650" y="923925"/>
                </a:lnTo>
                <a:lnTo>
                  <a:pt x="1038225" y="923925"/>
                </a:lnTo>
                <a:lnTo>
                  <a:pt x="1038225" y="904875"/>
                </a:lnTo>
                <a:lnTo>
                  <a:pt x="1047750" y="904875"/>
                </a:lnTo>
                <a:close/>
                <a:moveTo>
                  <a:pt x="485775" y="895350"/>
                </a:moveTo>
                <a:lnTo>
                  <a:pt x="504825" y="895350"/>
                </a:lnTo>
                <a:lnTo>
                  <a:pt x="504825" y="904875"/>
                </a:lnTo>
                <a:lnTo>
                  <a:pt x="495300" y="904875"/>
                </a:lnTo>
                <a:lnTo>
                  <a:pt x="495300" y="914400"/>
                </a:lnTo>
                <a:lnTo>
                  <a:pt x="485775" y="914400"/>
                </a:lnTo>
                <a:close/>
                <a:moveTo>
                  <a:pt x="542925" y="904875"/>
                </a:moveTo>
                <a:lnTo>
                  <a:pt x="552450" y="904875"/>
                </a:lnTo>
                <a:lnTo>
                  <a:pt x="552450" y="923925"/>
                </a:lnTo>
                <a:lnTo>
                  <a:pt x="542925" y="923925"/>
                </a:lnTo>
                <a:lnTo>
                  <a:pt x="542925" y="942975"/>
                </a:lnTo>
                <a:lnTo>
                  <a:pt x="533400" y="942975"/>
                </a:lnTo>
                <a:lnTo>
                  <a:pt x="533400" y="914400"/>
                </a:lnTo>
                <a:lnTo>
                  <a:pt x="542925" y="914400"/>
                </a:lnTo>
                <a:close/>
                <a:moveTo>
                  <a:pt x="552450" y="923925"/>
                </a:moveTo>
                <a:lnTo>
                  <a:pt x="571500" y="923925"/>
                </a:lnTo>
                <a:lnTo>
                  <a:pt x="571500" y="933450"/>
                </a:lnTo>
                <a:lnTo>
                  <a:pt x="552450" y="933450"/>
                </a:lnTo>
                <a:close/>
                <a:moveTo>
                  <a:pt x="581025" y="923925"/>
                </a:moveTo>
                <a:lnTo>
                  <a:pt x="590550" y="923925"/>
                </a:lnTo>
                <a:lnTo>
                  <a:pt x="590550" y="952500"/>
                </a:lnTo>
                <a:lnTo>
                  <a:pt x="581025" y="952500"/>
                </a:lnTo>
                <a:lnTo>
                  <a:pt x="581025" y="1000125"/>
                </a:lnTo>
                <a:lnTo>
                  <a:pt x="571500" y="1000125"/>
                </a:lnTo>
                <a:lnTo>
                  <a:pt x="571500" y="933450"/>
                </a:lnTo>
                <a:lnTo>
                  <a:pt x="581025" y="933450"/>
                </a:lnTo>
                <a:close/>
                <a:moveTo>
                  <a:pt x="1123950" y="1019175"/>
                </a:moveTo>
                <a:lnTo>
                  <a:pt x="1133475" y="1019175"/>
                </a:lnTo>
                <a:lnTo>
                  <a:pt x="1133475" y="1038225"/>
                </a:lnTo>
                <a:lnTo>
                  <a:pt x="1143000" y="1038225"/>
                </a:lnTo>
                <a:lnTo>
                  <a:pt x="1143000" y="1047750"/>
                </a:lnTo>
                <a:lnTo>
                  <a:pt x="1152525" y="1047750"/>
                </a:lnTo>
                <a:lnTo>
                  <a:pt x="1152525" y="1057275"/>
                </a:lnTo>
                <a:lnTo>
                  <a:pt x="1162050" y="1057275"/>
                </a:lnTo>
                <a:lnTo>
                  <a:pt x="1162050" y="1066800"/>
                </a:lnTo>
                <a:lnTo>
                  <a:pt x="1152525" y="1066800"/>
                </a:lnTo>
                <a:lnTo>
                  <a:pt x="1152525" y="1085850"/>
                </a:lnTo>
                <a:lnTo>
                  <a:pt x="1143000" y="1085850"/>
                </a:lnTo>
                <a:lnTo>
                  <a:pt x="1143000" y="1076325"/>
                </a:lnTo>
                <a:lnTo>
                  <a:pt x="1133475" y="1076325"/>
                </a:lnTo>
                <a:lnTo>
                  <a:pt x="1133475" y="1066800"/>
                </a:lnTo>
                <a:lnTo>
                  <a:pt x="1123950" y="1066800"/>
                </a:lnTo>
                <a:close/>
                <a:moveTo>
                  <a:pt x="323850" y="1038225"/>
                </a:moveTo>
                <a:lnTo>
                  <a:pt x="342900" y="1038225"/>
                </a:lnTo>
                <a:lnTo>
                  <a:pt x="342900" y="1057275"/>
                </a:lnTo>
                <a:lnTo>
                  <a:pt x="352425" y="1057275"/>
                </a:lnTo>
                <a:lnTo>
                  <a:pt x="352425" y="1066800"/>
                </a:lnTo>
                <a:lnTo>
                  <a:pt x="342900" y="1066800"/>
                </a:lnTo>
                <a:lnTo>
                  <a:pt x="342900" y="1076325"/>
                </a:lnTo>
                <a:lnTo>
                  <a:pt x="304800" y="1076325"/>
                </a:lnTo>
                <a:lnTo>
                  <a:pt x="304800" y="1057275"/>
                </a:lnTo>
                <a:lnTo>
                  <a:pt x="314325" y="1057275"/>
                </a:lnTo>
                <a:lnTo>
                  <a:pt x="314325" y="1047750"/>
                </a:lnTo>
                <a:lnTo>
                  <a:pt x="323850" y="1047750"/>
                </a:lnTo>
                <a:close/>
                <a:moveTo>
                  <a:pt x="371475" y="1038225"/>
                </a:moveTo>
                <a:lnTo>
                  <a:pt x="400050" y="1038225"/>
                </a:lnTo>
                <a:lnTo>
                  <a:pt x="400050" y="1047750"/>
                </a:lnTo>
                <a:lnTo>
                  <a:pt x="409575" y="1047750"/>
                </a:lnTo>
                <a:lnTo>
                  <a:pt x="409575" y="1057275"/>
                </a:lnTo>
                <a:lnTo>
                  <a:pt x="428625" y="1057275"/>
                </a:lnTo>
                <a:lnTo>
                  <a:pt x="428625" y="1076325"/>
                </a:lnTo>
                <a:lnTo>
                  <a:pt x="419100" y="1076325"/>
                </a:lnTo>
                <a:lnTo>
                  <a:pt x="419100" y="1085850"/>
                </a:lnTo>
                <a:lnTo>
                  <a:pt x="400050" y="1085850"/>
                </a:lnTo>
                <a:lnTo>
                  <a:pt x="400050" y="1076325"/>
                </a:lnTo>
                <a:lnTo>
                  <a:pt x="390525" y="1076325"/>
                </a:lnTo>
                <a:lnTo>
                  <a:pt x="390525" y="1066800"/>
                </a:lnTo>
                <a:lnTo>
                  <a:pt x="381000" y="1066800"/>
                </a:lnTo>
                <a:lnTo>
                  <a:pt x="381000" y="1057275"/>
                </a:lnTo>
                <a:lnTo>
                  <a:pt x="371475" y="1057275"/>
                </a:lnTo>
                <a:close/>
                <a:moveTo>
                  <a:pt x="161925" y="1057275"/>
                </a:moveTo>
                <a:lnTo>
                  <a:pt x="171450" y="1057275"/>
                </a:lnTo>
                <a:lnTo>
                  <a:pt x="171450" y="1066800"/>
                </a:lnTo>
                <a:lnTo>
                  <a:pt x="161925" y="1066800"/>
                </a:lnTo>
                <a:close/>
                <a:moveTo>
                  <a:pt x="790575" y="1057275"/>
                </a:moveTo>
                <a:lnTo>
                  <a:pt x="800100" y="1057275"/>
                </a:lnTo>
                <a:lnTo>
                  <a:pt x="800100" y="1066800"/>
                </a:lnTo>
                <a:lnTo>
                  <a:pt x="790575" y="1066800"/>
                </a:lnTo>
                <a:close/>
                <a:moveTo>
                  <a:pt x="1076325" y="1057275"/>
                </a:moveTo>
                <a:lnTo>
                  <a:pt x="1095375" y="1057275"/>
                </a:lnTo>
                <a:lnTo>
                  <a:pt x="1095375" y="1066800"/>
                </a:lnTo>
                <a:lnTo>
                  <a:pt x="1104900" y="1066800"/>
                </a:lnTo>
                <a:lnTo>
                  <a:pt x="1104900" y="1095375"/>
                </a:lnTo>
                <a:lnTo>
                  <a:pt x="1114425" y="1095375"/>
                </a:lnTo>
                <a:lnTo>
                  <a:pt x="1114425" y="1114425"/>
                </a:lnTo>
                <a:lnTo>
                  <a:pt x="1104900" y="1114425"/>
                </a:lnTo>
                <a:lnTo>
                  <a:pt x="1104900" y="1123950"/>
                </a:lnTo>
                <a:lnTo>
                  <a:pt x="1095375" y="1123950"/>
                </a:lnTo>
                <a:lnTo>
                  <a:pt x="1095375" y="1114425"/>
                </a:lnTo>
                <a:lnTo>
                  <a:pt x="1085850" y="1114425"/>
                </a:lnTo>
                <a:lnTo>
                  <a:pt x="1085850" y="1095375"/>
                </a:lnTo>
                <a:lnTo>
                  <a:pt x="1076325" y="1095375"/>
                </a:lnTo>
                <a:lnTo>
                  <a:pt x="1076325" y="1076325"/>
                </a:lnTo>
                <a:lnTo>
                  <a:pt x="1057275" y="1076325"/>
                </a:lnTo>
                <a:lnTo>
                  <a:pt x="1057275" y="1066800"/>
                </a:lnTo>
                <a:lnTo>
                  <a:pt x="1076325" y="1066800"/>
                </a:lnTo>
                <a:close/>
                <a:moveTo>
                  <a:pt x="1390650" y="1057275"/>
                </a:moveTo>
                <a:lnTo>
                  <a:pt x="1409700" y="1057275"/>
                </a:lnTo>
                <a:lnTo>
                  <a:pt x="1409700" y="1066800"/>
                </a:lnTo>
                <a:lnTo>
                  <a:pt x="1390650" y="1066800"/>
                </a:lnTo>
                <a:close/>
                <a:moveTo>
                  <a:pt x="1419225" y="1057275"/>
                </a:moveTo>
                <a:lnTo>
                  <a:pt x="1428750" y="1057275"/>
                </a:lnTo>
                <a:lnTo>
                  <a:pt x="1428750" y="1066800"/>
                </a:lnTo>
                <a:lnTo>
                  <a:pt x="1419225" y="1066800"/>
                </a:lnTo>
                <a:close/>
                <a:moveTo>
                  <a:pt x="581025" y="1085850"/>
                </a:moveTo>
                <a:lnTo>
                  <a:pt x="600075" y="1085850"/>
                </a:lnTo>
                <a:lnTo>
                  <a:pt x="600075" y="1095375"/>
                </a:lnTo>
                <a:lnTo>
                  <a:pt x="609600" y="1095375"/>
                </a:lnTo>
                <a:lnTo>
                  <a:pt x="609600" y="1104900"/>
                </a:lnTo>
                <a:lnTo>
                  <a:pt x="600075" y="1104900"/>
                </a:lnTo>
                <a:lnTo>
                  <a:pt x="600075" y="1133475"/>
                </a:lnTo>
                <a:lnTo>
                  <a:pt x="609600" y="1133475"/>
                </a:lnTo>
                <a:lnTo>
                  <a:pt x="609600" y="1143000"/>
                </a:lnTo>
                <a:lnTo>
                  <a:pt x="600075" y="1143000"/>
                </a:lnTo>
                <a:lnTo>
                  <a:pt x="600075" y="1152525"/>
                </a:lnTo>
                <a:lnTo>
                  <a:pt x="590550" y="1152525"/>
                </a:lnTo>
                <a:lnTo>
                  <a:pt x="590550" y="1123950"/>
                </a:lnTo>
                <a:lnTo>
                  <a:pt x="571500" y="1123950"/>
                </a:lnTo>
                <a:lnTo>
                  <a:pt x="571500" y="1133475"/>
                </a:lnTo>
                <a:lnTo>
                  <a:pt x="542925" y="1133475"/>
                </a:lnTo>
                <a:lnTo>
                  <a:pt x="542925" y="1123950"/>
                </a:lnTo>
                <a:lnTo>
                  <a:pt x="533400" y="1123950"/>
                </a:lnTo>
                <a:lnTo>
                  <a:pt x="533400" y="1114425"/>
                </a:lnTo>
                <a:lnTo>
                  <a:pt x="542925" y="1114425"/>
                </a:lnTo>
                <a:lnTo>
                  <a:pt x="542925" y="1104900"/>
                </a:lnTo>
                <a:lnTo>
                  <a:pt x="561975" y="1104900"/>
                </a:lnTo>
                <a:lnTo>
                  <a:pt x="561975" y="1095375"/>
                </a:lnTo>
                <a:lnTo>
                  <a:pt x="581025" y="1095375"/>
                </a:lnTo>
                <a:close/>
                <a:moveTo>
                  <a:pt x="1000125" y="1085850"/>
                </a:moveTo>
                <a:lnTo>
                  <a:pt x="1009650" y="1085850"/>
                </a:lnTo>
                <a:lnTo>
                  <a:pt x="1009650" y="1095375"/>
                </a:lnTo>
                <a:lnTo>
                  <a:pt x="1019175" y="1095375"/>
                </a:lnTo>
                <a:lnTo>
                  <a:pt x="1019175" y="1114425"/>
                </a:lnTo>
                <a:lnTo>
                  <a:pt x="1009650" y="1114425"/>
                </a:lnTo>
                <a:lnTo>
                  <a:pt x="1009650" y="1133475"/>
                </a:lnTo>
                <a:lnTo>
                  <a:pt x="1000125" y="1133475"/>
                </a:lnTo>
                <a:lnTo>
                  <a:pt x="1000125" y="1143000"/>
                </a:lnTo>
                <a:lnTo>
                  <a:pt x="981075" y="1143000"/>
                </a:lnTo>
                <a:lnTo>
                  <a:pt x="981075" y="1133475"/>
                </a:lnTo>
                <a:lnTo>
                  <a:pt x="971550" y="1133475"/>
                </a:lnTo>
                <a:lnTo>
                  <a:pt x="971550" y="1123950"/>
                </a:lnTo>
                <a:lnTo>
                  <a:pt x="981075" y="1123950"/>
                </a:lnTo>
                <a:lnTo>
                  <a:pt x="981075" y="1095375"/>
                </a:lnTo>
                <a:lnTo>
                  <a:pt x="1000125" y="1095375"/>
                </a:lnTo>
                <a:close/>
                <a:moveTo>
                  <a:pt x="1457325" y="1085850"/>
                </a:moveTo>
                <a:lnTo>
                  <a:pt x="1476375" y="1085850"/>
                </a:lnTo>
                <a:lnTo>
                  <a:pt x="1476375" y="1095375"/>
                </a:lnTo>
                <a:lnTo>
                  <a:pt x="1457325" y="1095375"/>
                </a:lnTo>
                <a:close/>
                <a:moveTo>
                  <a:pt x="1047750" y="1104900"/>
                </a:moveTo>
                <a:lnTo>
                  <a:pt x="1066800" y="1104900"/>
                </a:lnTo>
                <a:lnTo>
                  <a:pt x="1066800" y="1114425"/>
                </a:lnTo>
                <a:lnTo>
                  <a:pt x="1076325" y="1114425"/>
                </a:lnTo>
                <a:lnTo>
                  <a:pt x="1076325" y="1123950"/>
                </a:lnTo>
                <a:lnTo>
                  <a:pt x="1066800" y="1123950"/>
                </a:lnTo>
                <a:lnTo>
                  <a:pt x="1066800" y="1133475"/>
                </a:lnTo>
                <a:lnTo>
                  <a:pt x="1057275" y="1133475"/>
                </a:lnTo>
                <a:lnTo>
                  <a:pt x="1057275" y="1143000"/>
                </a:lnTo>
                <a:lnTo>
                  <a:pt x="1047750" y="1143000"/>
                </a:lnTo>
                <a:lnTo>
                  <a:pt x="1047750" y="1152525"/>
                </a:lnTo>
                <a:lnTo>
                  <a:pt x="1038225" y="1152525"/>
                </a:lnTo>
                <a:lnTo>
                  <a:pt x="1038225" y="1162050"/>
                </a:lnTo>
                <a:lnTo>
                  <a:pt x="1028700" y="1162050"/>
                </a:lnTo>
                <a:lnTo>
                  <a:pt x="1028700" y="1143000"/>
                </a:lnTo>
                <a:lnTo>
                  <a:pt x="1038225" y="1143000"/>
                </a:lnTo>
                <a:lnTo>
                  <a:pt x="1038225" y="1114425"/>
                </a:lnTo>
                <a:lnTo>
                  <a:pt x="1047750" y="1114425"/>
                </a:lnTo>
                <a:close/>
                <a:moveTo>
                  <a:pt x="495300" y="1152525"/>
                </a:moveTo>
                <a:lnTo>
                  <a:pt x="504825" y="1152525"/>
                </a:lnTo>
                <a:lnTo>
                  <a:pt x="504825" y="1162050"/>
                </a:lnTo>
                <a:lnTo>
                  <a:pt x="533400" y="1162050"/>
                </a:lnTo>
                <a:lnTo>
                  <a:pt x="533400" y="1152525"/>
                </a:lnTo>
                <a:lnTo>
                  <a:pt x="552450" y="1152525"/>
                </a:lnTo>
                <a:lnTo>
                  <a:pt x="552450" y="1162050"/>
                </a:lnTo>
                <a:lnTo>
                  <a:pt x="561975" y="1162050"/>
                </a:lnTo>
                <a:lnTo>
                  <a:pt x="561975" y="1152525"/>
                </a:lnTo>
                <a:lnTo>
                  <a:pt x="571500" y="1152525"/>
                </a:lnTo>
                <a:lnTo>
                  <a:pt x="571500" y="1162050"/>
                </a:lnTo>
                <a:lnTo>
                  <a:pt x="561975" y="1162050"/>
                </a:lnTo>
                <a:lnTo>
                  <a:pt x="561975" y="1171575"/>
                </a:lnTo>
                <a:lnTo>
                  <a:pt x="552450" y="1171575"/>
                </a:lnTo>
                <a:lnTo>
                  <a:pt x="552450" y="1181100"/>
                </a:lnTo>
                <a:lnTo>
                  <a:pt x="533400" y="1181100"/>
                </a:lnTo>
                <a:lnTo>
                  <a:pt x="533400" y="1190625"/>
                </a:lnTo>
                <a:lnTo>
                  <a:pt x="514350" y="1190625"/>
                </a:lnTo>
                <a:lnTo>
                  <a:pt x="514350" y="1181100"/>
                </a:lnTo>
                <a:lnTo>
                  <a:pt x="504825" y="1181100"/>
                </a:lnTo>
                <a:lnTo>
                  <a:pt x="504825" y="1171575"/>
                </a:lnTo>
                <a:lnTo>
                  <a:pt x="495300" y="1171575"/>
                </a:lnTo>
                <a:close/>
                <a:moveTo>
                  <a:pt x="447675" y="1171575"/>
                </a:moveTo>
                <a:lnTo>
                  <a:pt x="457200" y="1171575"/>
                </a:lnTo>
                <a:lnTo>
                  <a:pt x="457200" y="1181100"/>
                </a:lnTo>
                <a:lnTo>
                  <a:pt x="466725" y="1181100"/>
                </a:lnTo>
                <a:lnTo>
                  <a:pt x="466725" y="1190625"/>
                </a:lnTo>
                <a:lnTo>
                  <a:pt x="476250" y="1190625"/>
                </a:lnTo>
                <a:lnTo>
                  <a:pt x="476250" y="1209675"/>
                </a:lnTo>
                <a:lnTo>
                  <a:pt x="457200" y="1209675"/>
                </a:lnTo>
                <a:lnTo>
                  <a:pt x="457200" y="1200150"/>
                </a:lnTo>
                <a:lnTo>
                  <a:pt x="438150" y="1200150"/>
                </a:lnTo>
                <a:lnTo>
                  <a:pt x="438150" y="1181100"/>
                </a:lnTo>
                <a:lnTo>
                  <a:pt x="447675" y="1181100"/>
                </a:lnTo>
                <a:close/>
                <a:moveTo>
                  <a:pt x="638175" y="1219200"/>
                </a:moveTo>
                <a:lnTo>
                  <a:pt x="647700" y="1219200"/>
                </a:lnTo>
                <a:lnTo>
                  <a:pt x="647700" y="1228725"/>
                </a:lnTo>
                <a:lnTo>
                  <a:pt x="638175" y="1228725"/>
                </a:lnTo>
                <a:close/>
              </a:path>
            </a:pathLst>
          </a:custGeom>
          <a:solidFill xmlns:a="http://schemas.openxmlformats.org/drawingml/2006/main">
            <a:srgbClr val="FBFBF7"/>
          </a:solidFill>
          <a:ln xmlns:a="http://schemas.openxmlformats.org/drawingml/2006/main" w="0">
            <a:noFill/>
          </a:ln>
        </p:spPr>
      </p:sp>
      <p:sp>
        <p:nvSpPr>
          <p:cNvPr id="18" name="turno1 vector #fafaf6">
            <a:extLst xmlns:a="http://schemas.openxmlformats.org/drawingml/2006/main">
              <a:ext uri="{FF2B5EF4-FFF2-40B4-BE49-F238E27FC236}">
                <a16:creationId xmlns:a16="http://schemas.microsoft.com/office/drawing/2014/main" id="{71A34B98-E2CC-40A2-BF27-6E00F898F19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2025" y="2752725"/>
            <a:ext cx="2476500" cy="2095500"/>
          </a:xfrm>
          <a:custGeom xmlns:a="http://schemas.openxmlformats.org/drawingml/2006/main">
            <a:pathLst>
              <a:path w="1609725" h="1362075">
                <a:moveTo>
                  <a:pt x="19050" y="0"/>
                </a:moveTo>
                <a:lnTo>
                  <a:pt x="38100" y="0"/>
                </a:lnTo>
                <a:lnTo>
                  <a:pt x="38100" y="9525"/>
                </a:lnTo>
                <a:lnTo>
                  <a:pt x="28575" y="9525"/>
                </a:lnTo>
                <a:lnTo>
                  <a:pt x="28575" y="19050"/>
                </a:lnTo>
                <a:lnTo>
                  <a:pt x="19050" y="19050"/>
                </a:lnTo>
                <a:close/>
                <a:moveTo>
                  <a:pt x="533400" y="0"/>
                </a:moveTo>
                <a:lnTo>
                  <a:pt x="561975" y="0"/>
                </a:lnTo>
                <a:lnTo>
                  <a:pt x="561975" y="19050"/>
                </a:lnTo>
                <a:lnTo>
                  <a:pt x="552450" y="19050"/>
                </a:lnTo>
                <a:lnTo>
                  <a:pt x="552450" y="9525"/>
                </a:lnTo>
                <a:lnTo>
                  <a:pt x="533400" y="9525"/>
                </a:lnTo>
                <a:close/>
                <a:moveTo>
                  <a:pt x="628650" y="0"/>
                </a:moveTo>
                <a:lnTo>
                  <a:pt x="638175" y="0"/>
                </a:lnTo>
                <a:lnTo>
                  <a:pt x="638175" y="9525"/>
                </a:lnTo>
                <a:lnTo>
                  <a:pt x="628650" y="9525"/>
                </a:lnTo>
                <a:close/>
                <a:moveTo>
                  <a:pt x="676275" y="0"/>
                </a:moveTo>
                <a:lnTo>
                  <a:pt x="685800" y="0"/>
                </a:lnTo>
                <a:lnTo>
                  <a:pt x="685800" y="9525"/>
                </a:lnTo>
                <a:lnTo>
                  <a:pt x="676275" y="9525"/>
                </a:lnTo>
                <a:close/>
                <a:moveTo>
                  <a:pt x="1552575" y="0"/>
                </a:moveTo>
                <a:lnTo>
                  <a:pt x="1562100" y="0"/>
                </a:lnTo>
                <a:lnTo>
                  <a:pt x="1562100" y="9525"/>
                </a:lnTo>
                <a:lnTo>
                  <a:pt x="1552575" y="9525"/>
                </a:lnTo>
                <a:close/>
                <a:moveTo>
                  <a:pt x="104775" y="114300"/>
                </a:moveTo>
                <a:lnTo>
                  <a:pt x="114300" y="114300"/>
                </a:lnTo>
                <a:lnTo>
                  <a:pt x="114300" y="123825"/>
                </a:lnTo>
                <a:lnTo>
                  <a:pt x="104775" y="123825"/>
                </a:lnTo>
                <a:close/>
                <a:moveTo>
                  <a:pt x="1600200" y="114300"/>
                </a:moveTo>
                <a:lnTo>
                  <a:pt x="1609725" y="114300"/>
                </a:lnTo>
                <a:lnTo>
                  <a:pt x="1609725" y="123825"/>
                </a:lnTo>
                <a:lnTo>
                  <a:pt x="1600200" y="123825"/>
                </a:lnTo>
                <a:close/>
                <a:moveTo>
                  <a:pt x="1371600" y="133350"/>
                </a:moveTo>
                <a:lnTo>
                  <a:pt x="1381125" y="133350"/>
                </a:lnTo>
                <a:lnTo>
                  <a:pt x="1381125" y="142875"/>
                </a:lnTo>
                <a:lnTo>
                  <a:pt x="1371600" y="142875"/>
                </a:lnTo>
                <a:close/>
                <a:moveTo>
                  <a:pt x="990600" y="161925"/>
                </a:moveTo>
                <a:lnTo>
                  <a:pt x="1000125" y="161925"/>
                </a:lnTo>
                <a:lnTo>
                  <a:pt x="1000125" y="180975"/>
                </a:lnTo>
                <a:lnTo>
                  <a:pt x="990600" y="180975"/>
                </a:lnTo>
                <a:close/>
                <a:moveTo>
                  <a:pt x="1304925" y="171450"/>
                </a:moveTo>
                <a:lnTo>
                  <a:pt x="1314450" y="171450"/>
                </a:lnTo>
                <a:lnTo>
                  <a:pt x="1314450" y="180975"/>
                </a:lnTo>
                <a:lnTo>
                  <a:pt x="1304925" y="180975"/>
                </a:lnTo>
                <a:close/>
                <a:moveTo>
                  <a:pt x="1485900" y="171450"/>
                </a:moveTo>
                <a:lnTo>
                  <a:pt x="1495425" y="171450"/>
                </a:lnTo>
                <a:lnTo>
                  <a:pt x="1495425" y="180975"/>
                </a:lnTo>
                <a:lnTo>
                  <a:pt x="1504950" y="180975"/>
                </a:lnTo>
                <a:lnTo>
                  <a:pt x="1504950" y="171450"/>
                </a:lnTo>
                <a:lnTo>
                  <a:pt x="1514475" y="171450"/>
                </a:lnTo>
                <a:lnTo>
                  <a:pt x="1514475" y="180975"/>
                </a:lnTo>
                <a:lnTo>
                  <a:pt x="1524000" y="180975"/>
                </a:lnTo>
                <a:lnTo>
                  <a:pt x="1524000" y="200025"/>
                </a:lnTo>
                <a:lnTo>
                  <a:pt x="1514475" y="200025"/>
                </a:lnTo>
                <a:lnTo>
                  <a:pt x="1514475" y="209550"/>
                </a:lnTo>
                <a:lnTo>
                  <a:pt x="1504950" y="209550"/>
                </a:lnTo>
                <a:lnTo>
                  <a:pt x="1504950" y="219075"/>
                </a:lnTo>
                <a:lnTo>
                  <a:pt x="1485900" y="219075"/>
                </a:lnTo>
                <a:close/>
                <a:moveTo>
                  <a:pt x="1543050" y="171450"/>
                </a:moveTo>
                <a:lnTo>
                  <a:pt x="1552575" y="171450"/>
                </a:lnTo>
                <a:lnTo>
                  <a:pt x="1552575" y="180975"/>
                </a:lnTo>
                <a:lnTo>
                  <a:pt x="1543050" y="180975"/>
                </a:lnTo>
                <a:close/>
                <a:moveTo>
                  <a:pt x="1590675" y="171450"/>
                </a:moveTo>
                <a:lnTo>
                  <a:pt x="1609725" y="171450"/>
                </a:lnTo>
                <a:lnTo>
                  <a:pt x="1609725" y="190500"/>
                </a:lnTo>
                <a:lnTo>
                  <a:pt x="1600200" y="190500"/>
                </a:lnTo>
                <a:lnTo>
                  <a:pt x="1600200" y="180975"/>
                </a:lnTo>
                <a:lnTo>
                  <a:pt x="1590675" y="180975"/>
                </a:lnTo>
                <a:close/>
                <a:moveTo>
                  <a:pt x="1295400" y="180975"/>
                </a:moveTo>
                <a:lnTo>
                  <a:pt x="1304925" y="180975"/>
                </a:lnTo>
                <a:lnTo>
                  <a:pt x="1304925" y="219075"/>
                </a:lnTo>
                <a:lnTo>
                  <a:pt x="1314450" y="219075"/>
                </a:lnTo>
                <a:lnTo>
                  <a:pt x="1314450" y="190500"/>
                </a:lnTo>
                <a:lnTo>
                  <a:pt x="1333500" y="190500"/>
                </a:lnTo>
                <a:lnTo>
                  <a:pt x="1333500" y="200025"/>
                </a:lnTo>
                <a:lnTo>
                  <a:pt x="1323975" y="200025"/>
                </a:lnTo>
                <a:lnTo>
                  <a:pt x="1323975" y="228600"/>
                </a:lnTo>
                <a:lnTo>
                  <a:pt x="1333500" y="228600"/>
                </a:lnTo>
                <a:lnTo>
                  <a:pt x="1333500" y="238125"/>
                </a:lnTo>
                <a:lnTo>
                  <a:pt x="1304925" y="238125"/>
                </a:lnTo>
                <a:lnTo>
                  <a:pt x="1304925" y="228600"/>
                </a:lnTo>
                <a:lnTo>
                  <a:pt x="1295400" y="228600"/>
                </a:lnTo>
                <a:close/>
                <a:moveTo>
                  <a:pt x="619125" y="190500"/>
                </a:moveTo>
                <a:lnTo>
                  <a:pt x="638175" y="190500"/>
                </a:lnTo>
                <a:lnTo>
                  <a:pt x="638175" y="209550"/>
                </a:lnTo>
                <a:lnTo>
                  <a:pt x="647700" y="209550"/>
                </a:lnTo>
                <a:lnTo>
                  <a:pt x="647700" y="219075"/>
                </a:lnTo>
                <a:lnTo>
                  <a:pt x="666750" y="219075"/>
                </a:lnTo>
                <a:lnTo>
                  <a:pt x="666750" y="238125"/>
                </a:lnTo>
                <a:lnTo>
                  <a:pt x="657225" y="238125"/>
                </a:lnTo>
                <a:lnTo>
                  <a:pt x="657225" y="247650"/>
                </a:lnTo>
                <a:lnTo>
                  <a:pt x="666750" y="247650"/>
                </a:lnTo>
                <a:lnTo>
                  <a:pt x="666750" y="257175"/>
                </a:lnTo>
                <a:lnTo>
                  <a:pt x="685800" y="257175"/>
                </a:lnTo>
                <a:lnTo>
                  <a:pt x="685800" y="266700"/>
                </a:lnTo>
                <a:lnTo>
                  <a:pt x="714375" y="266700"/>
                </a:lnTo>
                <a:lnTo>
                  <a:pt x="714375" y="276225"/>
                </a:lnTo>
                <a:lnTo>
                  <a:pt x="733425" y="276225"/>
                </a:lnTo>
                <a:lnTo>
                  <a:pt x="733425" y="285750"/>
                </a:lnTo>
                <a:lnTo>
                  <a:pt x="723900" y="285750"/>
                </a:lnTo>
                <a:lnTo>
                  <a:pt x="723900" y="295275"/>
                </a:lnTo>
                <a:lnTo>
                  <a:pt x="714375" y="295275"/>
                </a:lnTo>
                <a:lnTo>
                  <a:pt x="714375" y="285750"/>
                </a:lnTo>
                <a:lnTo>
                  <a:pt x="695325" y="285750"/>
                </a:lnTo>
                <a:lnTo>
                  <a:pt x="695325" y="314325"/>
                </a:lnTo>
                <a:lnTo>
                  <a:pt x="676275" y="314325"/>
                </a:lnTo>
                <a:lnTo>
                  <a:pt x="676275" y="304800"/>
                </a:lnTo>
                <a:lnTo>
                  <a:pt x="666750" y="304800"/>
                </a:lnTo>
                <a:lnTo>
                  <a:pt x="666750" y="295275"/>
                </a:lnTo>
                <a:lnTo>
                  <a:pt x="676275" y="295275"/>
                </a:lnTo>
                <a:lnTo>
                  <a:pt x="676275" y="276225"/>
                </a:lnTo>
                <a:lnTo>
                  <a:pt x="657225" y="276225"/>
                </a:lnTo>
                <a:lnTo>
                  <a:pt x="657225" y="266700"/>
                </a:lnTo>
                <a:lnTo>
                  <a:pt x="638175" y="266700"/>
                </a:lnTo>
                <a:lnTo>
                  <a:pt x="638175" y="228600"/>
                </a:lnTo>
                <a:lnTo>
                  <a:pt x="628650" y="228600"/>
                </a:lnTo>
                <a:lnTo>
                  <a:pt x="628650" y="238125"/>
                </a:lnTo>
                <a:lnTo>
                  <a:pt x="619125" y="238125"/>
                </a:lnTo>
                <a:close/>
                <a:moveTo>
                  <a:pt x="581025" y="200025"/>
                </a:moveTo>
                <a:lnTo>
                  <a:pt x="590550" y="200025"/>
                </a:lnTo>
                <a:lnTo>
                  <a:pt x="590550" y="228600"/>
                </a:lnTo>
                <a:lnTo>
                  <a:pt x="581025" y="228600"/>
                </a:lnTo>
                <a:close/>
                <a:moveTo>
                  <a:pt x="1333500" y="209550"/>
                </a:moveTo>
                <a:lnTo>
                  <a:pt x="1343025" y="209550"/>
                </a:lnTo>
                <a:lnTo>
                  <a:pt x="1343025" y="219075"/>
                </a:lnTo>
                <a:lnTo>
                  <a:pt x="1333500" y="219075"/>
                </a:lnTo>
                <a:close/>
                <a:moveTo>
                  <a:pt x="533400" y="219075"/>
                </a:moveTo>
                <a:lnTo>
                  <a:pt x="542925" y="219075"/>
                </a:lnTo>
                <a:lnTo>
                  <a:pt x="542925" y="228600"/>
                </a:lnTo>
                <a:lnTo>
                  <a:pt x="533400" y="228600"/>
                </a:lnTo>
                <a:close/>
                <a:moveTo>
                  <a:pt x="847725" y="219075"/>
                </a:moveTo>
                <a:lnTo>
                  <a:pt x="857250" y="219075"/>
                </a:lnTo>
                <a:lnTo>
                  <a:pt x="857250" y="228600"/>
                </a:lnTo>
                <a:lnTo>
                  <a:pt x="847725" y="228600"/>
                </a:lnTo>
                <a:close/>
                <a:moveTo>
                  <a:pt x="542925" y="228600"/>
                </a:moveTo>
                <a:lnTo>
                  <a:pt x="552450" y="228600"/>
                </a:lnTo>
                <a:lnTo>
                  <a:pt x="552450" y="238125"/>
                </a:lnTo>
                <a:lnTo>
                  <a:pt x="542925" y="238125"/>
                </a:lnTo>
                <a:close/>
                <a:moveTo>
                  <a:pt x="1333500" y="238125"/>
                </a:moveTo>
                <a:lnTo>
                  <a:pt x="1343025" y="238125"/>
                </a:lnTo>
                <a:lnTo>
                  <a:pt x="1343025" y="247650"/>
                </a:lnTo>
                <a:lnTo>
                  <a:pt x="1333500" y="247650"/>
                </a:lnTo>
                <a:close/>
                <a:moveTo>
                  <a:pt x="1343025" y="247650"/>
                </a:moveTo>
                <a:lnTo>
                  <a:pt x="1352550" y="247650"/>
                </a:lnTo>
                <a:lnTo>
                  <a:pt x="1352550" y="276225"/>
                </a:lnTo>
                <a:lnTo>
                  <a:pt x="1343025" y="276225"/>
                </a:lnTo>
                <a:close/>
                <a:moveTo>
                  <a:pt x="247650" y="257175"/>
                </a:moveTo>
                <a:lnTo>
                  <a:pt x="266700" y="257175"/>
                </a:lnTo>
                <a:lnTo>
                  <a:pt x="266700" y="266700"/>
                </a:lnTo>
                <a:lnTo>
                  <a:pt x="247650" y="266700"/>
                </a:lnTo>
                <a:close/>
                <a:moveTo>
                  <a:pt x="295275" y="257175"/>
                </a:moveTo>
                <a:lnTo>
                  <a:pt x="323850" y="257175"/>
                </a:lnTo>
                <a:lnTo>
                  <a:pt x="323850" y="266700"/>
                </a:lnTo>
                <a:lnTo>
                  <a:pt x="304800" y="266700"/>
                </a:lnTo>
                <a:lnTo>
                  <a:pt x="304800" y="285750"/>
                </a:lnTo>
                <a:lnTo>
                  <a:pt x="295275" y="285750"/>
                </a:lnTo>
                <a:close/>
                <a:moveTo>
                  <a:pt x="619125" y="257175"/>
                </a:moveTo>
                <a:lnTo>
                  <a:pt x="628650" y="257175"/>
                </a:lnTo>
                <a:lnTo>
                  <a:pt x="628650" y="266700"/>
                </a:lnTo>
                <a:lnTo>
                  <a:pt x="619125" y="266700"/>
                </a:lnTo>
                <a:close/>
                <a:moveTo>
                  <a:pt x="800100" y="257175"/>
                </a:moveTo>
                <a:lnTo>
                  <a:pt x="809625" y="257175"/>
                </a:lnTo>
                <a:lnTo>
                  <a:pt x="809625" y="266700"/>
                </a:lnTo>
                <a:lnTo>
                  <a:pt x="800100" y="266700"/>
                </a:lnTo>
                <a:close/>
                <a:moveTo>
                  <a:pt x="828675" y="257175"/>
                </a:moveTo>
                <a:lnTo>
                  <a:pt x="838200" y="257175"/>
                </a:lnTo>
                <a:lnTo>
                  <a:pt x="838200" y="266700"/>
                </a:lnTo>
                <a:lnTo>
                  <a:pt x="857250" y="266700"/>
                </a:lnTo>
                <a:lnTo>
                  <a:pt x="857250" y="285750"/>
                </a:lnTo>
                <a:lnTo>
                  <a:pt x="847725" y="285750"/>
                </a:lnTo>
                <a:lnTo>
                  <a:pt x="847725" y="276225"/>
                </a:lnTo>
                <a:lnTo>
                  <a:pt x="828675" y="276225"/>
                </a:lnTo>
                <a:close/>
                <a:moveTo>
                  <a:pt x="1057275" y="257175"/>
                </a:moveTo>
                <a:lnTo>
                  <a:pt x="1123950" y="257175"/>
                </a:lnTo>
                <a:lnTo>
                  <a:pt x="1123950" y="266700"/>
                </a:lnTo>
                <a:lnTo>
                  <a:pt x="1133475" y="266700"/>
                </a:lnTo>
                <a:lnTo>
                  <a:pt x="1133475" y="276225"/>
                </a:lnTo>
                <a:lnTo>
                  <a:pt x="1114425" y="276225"/>
                </a:lnTo>
                <a:lnTo>
                  <a:pt x="1114425" y="266700"/>
                </a:lnTo>
                <a:lnTo>
                  <a:pt x="1076325" y="266700"/>
                </a:lnTo>
                <a:lnTo>
                  <a:pt x="1076325" y="276225"/>
                </a:lnTo>
                <a:lnTo>
                  <a:pt x="1057275" y="276225"/>
                </a:lnTo>
                <a:lnTo>
                  <a:pt x="1057275" y="285750"/>
                </a:lnTo>
                <a:lnTo>
                  <a:pt x="1047750" y="285750"/>
                </a:lnTo>
                <a:lnTo>
                  <a:pt x="1047750" y="276225"/>
                </a:lnTo>
                <a:lnTo>
                  <a:pt x="1038225" y="276225"/>
                </a:lnTo>
                <a:lnTo>
                  <a:pt x="1038225" y="266700"/>
                </a:lnTo>
                <a:lnTo>
                  <a:pt x="1057275" y="266700"/>
                </a:lnTo>
                <a:close/>
                <a:moveTo>
                  <a:pt x="1466850" y="257175"/>
                </a:moveTo>
                <a:lnTo>
                  <a:pt x="1476375" y="257175"/>
                </a:lnTo>
                <a:lnTo>
                  <a:pt x="1476375" y="266700"/>
                </a:lnTo>
                <a:lnTo>
                  <a:pt x="1466850" y="266700"/>
                </a:lnTo>
                <a:close/>
                <a:moveTo>
                  <a:pt x="95250" y="266700"/>
                </a:moveTo>
                <a:lnTo>
                  <a:pt x="114300" y="266700"/>
                </a:lnTo>
                <a:lnTo>
                  <a:pt x="114300" y="285750"/>
                </a:lnTo>
                <a:lnTo>
                  <a:pt x="104775" y="285750"/>
                </a:lnTo>
                <a:lnTo>
                  <a:pt x="104775" y="276225"/>
                </a:lnTo>
                <a:lnTo>
                  <a:pt x="95250" y="276225"/>
                </a:lnTo>
                <a:close/>
                <a:moveTo>
                  <a:pt x="361950" y="266700"/>
                </a:moveTo>
                <a:lnTo>
                  <a:pt x="371475" y="266700"/>
                </a:lnTo>
                <a:lnTo>
                  <a:pt x="371475" y="276225"/>
                </a:lnTo>
                <a:lnTo>
                  <a:pt x="361950" y="276225"/>
                </a:lnTo>
                <a:close/>
                <a:moveTo>
                  <a:pt x="381000" y="266700"/>
                </a:moveTo>
                <a:lnTo>
                  <a:pt x="390525" y="266700"/>
                </a:lnTo>
                <a:lnTo>
                  <a:pt x="390525" y="276225"/>
                </a:lnTo>
                <a:lnTo>
                  <a:pt x="381000" y="276225"/>
                </a:lnTo>
                <a:close/>
                <a:moveTo>
                  <a:pt x="400050" y="266700"/>
                </a:moveTo>
                <a:lnTo>
                  <a:pt x="419100" y="266700"/>
                </a:lnTo>
                <a:lnTo>
                  <a:pt x="419100" y="276225"/>
                </a:lnTo>
                <a:lnTo>
                  <a:pt x="409575" y="276225"/>
                </a:lnTo>
                <a:lnTo>
                  <a:pt x="409575" y="285750"/>
                </a:lnTo>
                <a:lnTo>
                  <a:pt x="390525" y="285750"/>
                </a:lnTo>
                <a:lnTo>
                  <a:pt x="390525" y="276225"/>
                </a:lnTo>
                <a:lnTo>
                  <a:pt x="400050" y="276225"/>
                </a:lnTo>
                <a:close/>
                <a:moveTo>
                  <a:pt x="762000" y="266700"/>
                </a:moveTo>
                <a:lnTo>
                  <a:pt x="790575" y="266700"/>
                </a:lnTo>
                <a:lnTo>
                  <a:pt x="790575" y="276225"/>
                </a:lnTo>
                <a:lnTo>
                  <a:pt x="781050" y="276225"/>
                </a:lnTo>
                <a:lnTo>
                  <a:pt x="781050" y="285750"/>
                </a:lnTo>
                <a:lnTo>
                  <a:pt x="762000" y="285750"/>
                </a:lnTo>
                <a:close/>
                <a:moveTo>
                  <a:pt x="1476375" y="266700"/>
                </a:moveTo>
                <a:lnTo>
                  <a:pt x="1485900" y="266700"/>
                </a:lnTo>
                <a:lnTo>
                  <a:pt x="1485900" y="276225"/>
                </a:lnTo>
                <a:lnTo>
                  <a:pt x="1495425" y="276225"/>
                </a:lnTo>
                <a:lnTo>
                  <a:pt x="1495425" y="295275"/>
                </a:lnTo>
                <a:lnTo>
                  <a:pt x="1485900" y="295275"/>
                </a:lnTo>
                <a:lnTo>
                  <a:pt x="1485900" y="285750"/>
                </a:lnTo>
                <a:lnTo>
                  <a:pt x="1476375" y="285750"/>
                </a:lnTo>
                <a:close/>
                <a:moveTo>
                  <a:pt x="1076325" y="276225"/>
                </a:moveTo>
                <a:lnTo>
                  <a:pt x="1104900" y="276225"/>
                </a:lnTo>
                <a:lnTo>
                  <a:pt x="1104900" y="285750"/>
                </a:lnTo>
                <a:lnTo>
                  <a:pt x="1095375" y="285750"/>
                </a:lnTo>
                <a:lnTo>
                  <a:pt x="1095375" y="295275"/>
                </a:lnTo>
                <a:lnTo>
                  <a:pt x="1085850" y="295275"/>
                </a:lnTo>
                <a:lnTo>
                  <a:pt x="1085850" y="285750"/>
                </a:lnTo>
                <a:lnTo>
                  <a:pt x="1076325" y="285750"/>
                </a:lnTo>
                <a:close/>
                <a:moveTo>
                  <a:pt x="1352550" y="276225"/>
                </a:moveTo>
                <a:lnTo>
                  <a:pt x="1362075" y="276225"/>
                </a:lnTo>
                <a:lnTo>
                  <a:pt x="1362075" y="285750"/>
                </a:lnTo>
                <a:lnTo>
                  <a:pt x="1352550" y="285750"/>
                </a:lnTo>
                <a:close/>
                <a:moveTo>
                  <a:pt x="1457325" y="276225"/>
                </a:moveTo>
                <a:lnTo>
                  <a:pt x="1466850" y="276225"/>
                </a:lnTo>
                <a:lnTo>
                  <a:pt x="1466850" y="285750"/>
                </a:lnTo>
                <a:lnTo>
                  <a:pt x="1457325" y="285750"/>
                </a:lnTo>
                <a:close/>
                <a:moveTo>
                  <a:pt x="142875" y="285750"/>
                </a:moveTo>
                <a:lnTo>
                  <a:pt x="152400" y="285750"/>
                </a:lnTo>
                <a:lnTo>
                  <a:pt x="152400" y="295275"/>
                </a:lnTo>
                <a:lnTo>
                  <a:pt x="161925" y="295275"/>
                </a:lnTo>
                <a:lnTo>
                  <a:pt x="161925" y="304800"/>
                </a:lnTo>
                <a:lnTo>
                  <a:pt x="152400" y="304800"/>
                </a:lnTo>
                <a:lnTo>
                  <a:pt x="152400" y="314325"/>
                </a:lnTo>
                <a:lnTo>
                  <a:pt x="142875" y="314325"/>
                </a:lnTo>
                <a:lnTo>
                  <a:pt x="142875" y="323850"/>
                </a:lnTo>
                <a:lnTo>
                  <a:pt x="133350" y="323850"/>
                </a:lnTo>
                <a:lnTo>
                  <a:pt x="133350" y="333375"/>
                </a:lnTo>
                <a:lnTo>
                  <a:pt x="152400" y="333375"/>
                </a:lnTo>
                <a:lnTo>
                  <a:pt x="152400" y="371475"/>
                </a:lnTo>
                <a:lnTo>
                  <a:pt x="123825" y="371475"/>
                </a:lnTo>
                <a:lnTo>
                  <a:pt x="123825" y="342900"/>
                </a:lnTo>
                <a:lnTo>
                  <a:pt x="104775" y="342900"/>
                </a:lnTo>
                <a:lnTo>
                  <a:pt x="104775" y="314325"/>
                </a:lnTo>
                <a:lnTo>
                  <a:pt x="114300" y="314325"/>
                </a:lnTo>
                <a:lnTo>
                  <a:pt x="114300" y="304800"/>
                </a:lnTo>
                <a:lnTo>
                  <a:pt x="142875" y="304800"/>
                </a:lnTo>
                <a:close/>
                <a:moveTo>
                  <a:pt x="285750" y="285750"/>
                </a:moveTo>
                <a:lnTo>
                  <a:pt x="295275" y="285750"/>
                </a:lnTo>
                <a:lnTo>
                  <a:pt x="295275" y="295275"/>
                </a:lnTo>
                <a:lnTo>
                  <a:pt x="285750" y="295275"/>
                </a:lnTo>
                <a:close/>
                <a:moveTo>
                  <a:pt x="409575" y="285750"/>
                </a:moveTo>
                <a:lnTo>
                  <a:pt x="428625" y="285750"/>
                </a:lnTo>
                <a:lnTo>
                  <a:pt x="428625" y="295275"/>
                </a:lnTo>
                <a:lnTo>
                  <a:pt x="409575" y="295275"/>
                </a:lnTo>
                <a:close/>
                <a:moveTo>
                  <a:pt x="28575" y="295275"/>
                </a:moveTo>
                <a:lnTo>
                  <a:pt x="47625" y="295275"/>
                </a:lnTo>
                <a:lnTo>
                  <a:pt x="47625" y="304800"/>
                </a:lnTo>
                <a:lnTo>
                  <a:pt x="38100" y="304800"/>
                </a:lnTo>
                <a:lnTo>
                  <a:pt x="38100" y="314325"/>
                </a:lnTo>
                <a:lnTo>
                  <a:pt x="28575" y="314325"/>
                </a:lnTo>
                <a:close/>
                <a:moveTo>
                  <a:pt x="295275" y="295275"/>
                </a:moveTo>
                <a:lnTo>
                  <a:pt x="304800" y="295275"/>
                </a:lnTo>
                <a:lnTo>
                  <a:pt x="304800" y="304800"/>
                </a:lnTo>
                <a:lnTo>
                  <a:pt x="295275" y="304800"/>
                </a:lnTo>
                <a:close/>
                <a:moveTo>
                  <a:pt x="1238250" y="304800"/>
                </a:moveTo>
                <a:lnTo>
                  <a:pt x="1257300" y="304800"/>
                </a:lnTo>
                <a:lnTo>
                  <a:pt x="1257300" y="314325"/>
                </a:lnTo>
                <a:lnTo>
                  <a:pt x="1238250" y="314325"/>
                </a:lnTo>
                <a:close/>
                <a:moveTo>
                  <a:pt x="323850" y="314325"/>
                </a:moveTo>
                <a:lnTo>
                  <a:pt x="342900" y="314325"/>
                </a:lnTo>
                <a:lnTo>
                  <a:pt x="342900" y="323850"/>
                </a:lnTo>
                <a:lnTo>
                  <a:pt x="323850" y="323850"/>
                </a:lnTo>
                <a:close/>
                <a:moveTo>
                  <a:pt x="1000125" y="314325"/>
                </a:moveTo>
                <a:lnTo>
                  <a:pt x="1009650" y="314325"/>
                </a:lnTo>
                <a:lnTo>
                  <a:pt x="1009650" y="342900"/>
                </a:lnTo>
                <a:lnTo>
                  <a:pt x="990600" y="342900"/>
                </a:lnTo>
                <a:lnTo>
                  <a:pt x="990600" y="371475"/>
                </a:lnTo>
                <a:lnTo>
                  <a:pt x="981075" y="371475"/>
                </a:lnTo>
                <a:lnTo>
                  <a:pt x="981075" y="381000"/>
                </a:lnTo>
                <a:lnTo>
                  <a:pt x="962025" y="381000"/>
                </a:lnTo>
                <a:lnTo>
                  <a:pt x="962025" y="371475"/>
                </a:lnTo>
                <a:lnTo>
                  <a:pt x="971550" y="371475"/>
                </a:lnTo>
                <a:lnTo>
                  <a:pt x="971550" y="333375"/>
                </a:lnTo>
                <a:lnTo>
                  <a:pt x="981075" y="333375"/>
                </a:lnTo>
                <a:lnTo>
                  <a:pt x="981075" y="323850"/>
                </a:lnTo>
                <a:lnTo>
                  <a:pt x="1000125" y="323850"/>
                </a:lnTo>
                <a:close/>
                <a:moveTo>
                  <a:pt x="495300" y="323850"/>
                </a:moveTo>
                <a:lnTo>
                  <a:pt x="504825" y="323850"/>
                </a:lnTo>
                <a:lnTo>
                  <a:pt x="504825" y="333375"/>
                </a:lnTo>
                <a:lnTo>
                  <a:pt x="495300" y="333375"/>
                </a:lnTo>
                <a:close/>
                <a:moveTo>
                  <a:pt x="933450" y="323850"/>
                </a:moveTo>
                <a:lnTo>
                  <a:pt x="942975" y="323850"/>
                </a:lnTo>
                <a:lnTo>
                  <a:pt x="942975" y="333375"/>
                </a:lnTo>
                <a:lnTo>
                  <a:pt x="933450" y="333375"/>
                </a:lnTo>
                <a:close/>
                <a:moveTo>
                  <a:pt x="1247775" y="323850"/>
                </a:moveTo>
                <a:lnTo>
                  <a:pt x="1285875" y="323850"/>
                </a:lnTo>
                <a:lnTo>
                  <a:pt x="1285875" y="333375"/>
                </a:lnTo>
                <a:lnTo>
                  <a:pt x="1276350" y="333375"/>
                </a:lnTo>
                <a:lnTo>
                  <a:pt x="1276350" y="342900"/>
                </a:lnTo>
                <a:lnTo>
                  <a:pt x="1266825" y="342900"/>
                </a:lnTo>
                <a:lnTo>
                  <a:pt x="1266825" y="352425"/>
                </a:lnTo>
                <a:lnTo>
                  <a:pt x="1247775" y="352425"/>
                </a:lnTo>
                <a:lnTo>
                  <a:pt x="1247775" y="342900"/>
                </a:lnTo>
                <a:lnTo>
                  <a:pt x="1257300" y="342900"/>
                </a:lnTo>
                <a:lnTo>
                  <a:pt x="1257300" y="333375"/>
                </a:lnTo>
                <a:lnTo>
                  <a:pt x="1247775" y="333375"/>
                </a:lnTo>
                <a:close/>
                <a:moveTo>
                  <a:pt x="38100" y="333375"/>
                </a:moveTo>
                <a:lnTo>
                  <a:pt x="57150" y="333375"/>
                </a:lnTo>
                <a:lnTo>
                  <a:pt x="57150" y="342900"/>
                </a:lnTo>
                <a:lnTo>
                  <a:pt x="47625" y="342900"/>
                </a:lnTo>
                <a:lnTo>
                  <a:pt x="47625" y="352425"/>
                </a:lnTo>
                <a:lnTo>
                  <a:pt x="38100" y="352425"/>
                </a:lnTo>
                <a:close/>
                <a:moveTo>
                  <a:pt x="504825" y="333375"/>
                </a:moveTo>
                <a:lnTo>
                  <a:pt x="533400" y="333375"/>
                </a:lnTo>
                <a:lnTo>
                  <a:pt x="533400" y="342900"/>
                </a:lnTo>
                <a:lnTo>
                  <a:pt x="504825" y="342900"/>
                </a:lnTo>
                <a:close/>
                <a:moveTo>
                  <a:pt x="1562100" y="333375"/>
                </a:moveTo>
                <a:lnTo>
                  <a:pt x="1571625" y="333375"/>
                </a:lnTo>
                <a:lnTo>
                  <a:pt x="1571625" y="342900"/>
                </a:lnTo>
                <a:lnTo>
                  <a:pt x="1562100" y="342900"/>
                </a:lnTo>
                <a:close/>
                <a:moveTo>
                  <a:pt x="409575" y="342900"/>
                </a:moveTo>
                <a:lnTo>
                  <a:pt x="419100" y="342900"/>
                </a:lnTo>
                <a:lnTo>
                  <a:pt x="419100" y="352425"/>
                </a:lnTo>
                <a:lnTo>
                  <a:pt x="409575" y="352425"/>
                </a:lnTo>
                <a:close/>
                <a:moveTo>
                  <a:pt x="466725" y="342900"/>
                </a:moveTo>
                <a:lnTo>
                  <a:pt x="485775" y="342900"/>
                </a:lnTo>
                <a:lnTo>
                  <a:pt x="485775" y="361950"/>
                </a:lnTo>
                <a:lnTo>
                  <a:pt x="466725" y="361950"/>
                </a:lnTo>
                <a:lnTo>
                  <a:pt x="466725" y="371475"/>
                </a:lnTo>
                <a:lnTo>
                  <a:pt x="438150" y="371475"/>
                </a:lnTo>
                <a:lnTo>
                  <a:pt x="438150" y="361950"/>
                </a:lnTo>
                <a:lnTo>
                  <a:pt x="447675" y="361950"/>
                </a:lnTo>
                <a:lnTo>
                  <a:pt x="447675" y="352425"/>
                </a:lnTo>
                <a:lnTo>
                  <a:pt x="466725" y="352425"/>
                </a:lnTo>
                <a:close/>
                <a:moveTo>
                  <a:pt x="1181100" y="342900"/>
                </a:moveTo>
                <a:lnTo>
                  <a:pt x="1209675" y="342900"/>
                </a:lnTo>
                <a:lnTo>
                  <a:pt x="1209675" y="352425"/>
                </a:lnTo>
                <a:lnTo>
                  <a:pt x="1190625" y="352425"/>
                </a:lnTo>
                <a:lnTo>
                  <a:pt x="1190625" y="361950"/>
                </a:lnTo>
                <a:lnTo>
                  <a:pt x="1181100" y="361950"/>
                </a:lnTo>
                <a:close/>
                <a:moveTo>
                  <a:pt x="1571625" y="342900"/>
                </a:moveTo>
                <a:lnTo>
                  <a:pt x="1581150" y="342900"/>
                </a:lnTo>
                <a:lnTo>
                  <a:pt x="1581150" y="361950"/>
                </a:lnTo>
                <a:lnTo>
                  <a:pt x="1600200" y="361950"/>
                </a:lnTo>
                <a:lnTo>
                  <a:pt x="1600200" y="342900"/>
                </a:lnTo>
                <a:lnTo>
                  <a:pt x="1609725" y="342900"/>
                </a:lnTo>
                <a:lnTo>
                  <a:pt x="1609725" y="371475"/>
                </a:lnTo>
                <a:lnTo>
                  <a:pt x="1600200" y="371475"/>
                </a:lnTo>
                <a:lnTo>
                  <a:pt x="1600200" y="381000"/>
                </a:lnTo>
                <a:lnTo>
                  <a:pt x="1590675" y="381000"/>
                </a:lnTo>
                <a:lnTo>
                  <a:pt x="1590675" y="390525"/>
                </a:lnTo>
                <a:lnTo>
                  <a:pt x="1552575" y="390525"/>
                </a:lnTo>
                <a:lnTo>
                  <a:pt x="1552575" y="381000"/>
                </a:lnTo>
                <a:lnTo>
                  <a:pt x="1562100" y="381000"/>
                </a:lnTo>
                <a:lnTo>
                  <a:pt x="1562100" y="371475"/>
                </a:lnTo>
                <a:lnTo>
                  <a:pt x="1571625" y="371475"/>
                </a:lnTo>
                <a:close/>
                <a:moveTo>
                  <a:pt x="1143000" y="361950"/>
                </a:moveTo>
                <a:lnTo>
                  <a:pt x="1171575" y="361950"/>
                </a:lnTo>
                <a:lnTo>
                  <a:pt x="1171575" y="381000"/>
                </a:lnTo>
                <a:lnTo>
                  <a:pt x="1143000" y="381000"/>
                </a:lnTo>
                <a:close/>
                <a:moveTo>
                  <a:pt x="619125" y="371475"/>
                </a:moveTo>
                <a:lnTo>
                  <a:pt x="628650" y="371475"/>
                </a:lnTo>
                <a:lnTo>
                  <a:pt x="628650" y="390525"/>
                </a:lnTo>
                <a:lnTo>
                  <a:pt x="609600" y="390525"/>
                </a:lnTo>
                <a:lnTo>
                  <a:pt x="609600" y="381000"/>
                </a:lnTo>
                <a:lnTo>
                  <a:pt x="619125" y="381000"/>
                </a:lnTo>
                <a:close/>
                <a:moveTo>
                  <a:pt x="171450" y="381000"/>
                </a:moveTo>
                <a:lnTo>
                  <a:pt x="180975" y="381000"/>
                </a:lnTo>
                <a:lnTo>
                  <a:pt x="180975" y="390525"/>
                </a:lnTo>
                <a:lnTo>
                  <a:pt x="171450" y="390525"/>
                </a:lnTo>
                <a:close/>
                <a:moveTo>
                  <a:pt x="161925" y="390525"/>
                </a:moveTo>
                <a:lnTo>
                  <a:pt x="171450" y="390525"/>
                </a:lnTo>
                <a:lnTo>
                  <a:pt x="171450" y="400050"/>
                </a:lnTo>
                <a:lnTo>
                  <a:pt x="161925" y="400050"/>
                </a:lnTo>
                <a:close/>
                <a:moveTo>
                  <a:pt x="590550" y="390525"/>
                </a:moveTo>
                <a:lnTo>
                  <a:pt x="609600" y="390525"/>
                </a:lnTo>
                <a:lnTo>
                  <a:pt x="609600" y="409575"/>
                </a:lnTo>
                <a:lnTo>
                  <a:pt x="600075" y="409575"/>
                </a:lnTo>
                <a:lnTo>
                  <a:pt x="600075" y="419100"/>
                </a:lnTo>
                <a:lnTo>
                  <a:pt x="581025" y="419100"/>
                </a:lnTo>
                <a:lnTo>
                  <a:pt x="581025" y="409575"/>
                </a:lnTo>
                <a:lnTo>
                  <a:pt x="590550" y="409575"/>
                </a:lnTo>
                <a:close/>
                <a:moveTo>
                  <a:pt x="1047750" y="400050"/>
                </a:moveTo>
                <a:lnTo>
                  <a:pt x="1057275" y="400050"/>
                </a:lnTo>
                <a:lnTo>
                  <a:pt x="1057275" y="409575"/>
                </a:lnTo>
                <a:lnTo>
                  <a:pt x="1066800" y="409575"/>
                </a:lnTo>
                <a:lnTo>
                  <a:pt x="1066800" y="419100"/>
                </a:lnTo>
                <a:lnTo>
                  <a:pt x="1057275" y="419100"/>
                </a:lnTo>
                <a:lnTo>
                  <a:pt x="1057275" y="428625"/>
                </a:lnTo>
                <a:lnTo>
                  <a:pt x="1047750" y="428625"/>
                </a:lnTo>
                <a:close/>
                <a:moveTo>
                  <a:pt x="1095375" y="400050"/>
                </a:moveTo>
                <a:lnTo>
                  <a:pt x="1114425" y="400050"/>
                </a:lnTo>
                <a:lnTo>
                  <a:pt x="1114425" y="409575"/>
                </a:lnTo>
                <a:lnTo>
                  <a:pt x="1133475" y="409575"/>
                </a:lnTo>
                <a:lnTo>
                  <a:pt x="1133475" y="419100"/>
                </a:lnTo>
                <a:lnTo>
                  <a:pt x="1104900" y="419100"/>
                </a:lnTo>
                <a:lnTo>
                  <a:pt x="1104900" y="447675"/>
                </a:lnTo>
                <a:lnTo>
                  <a:pt x="1095375" y="447675"/>
                </a:lnTo>
                <a:lnTo>
                  <a:pt x="1095375" y="438150"/>
                </a:lnTo>
                <a:lnTo>
                  <a:pt x="1076325" y="438150"/>
                </a:lnTo>
                <a:lnTo>
                  <a:pt x="1076325" y="419100"/>
                </a:lnTo>
                <a:lnTo>
                  <a:pt x="1085850" y="419100"/>
                </a:lnTo>
                <a:lnTo>
                  <a:pt x="1085850" y="409575"/>
                </a:lnTo>
                <a:lnTo>
                  <a:pt x="1095375" y="409575"/>
                </a:lnTo>
                <a:close/>
                <a:moveTo>
                  <a:pt x="1457325" y="419100"/>
                </a:moveTo>
                <a:lnTo>
                  <a:pt x="1466850" y="419100"/>
                </a:lnTo>
                <a:lnTo>
                  <a:pt x="1466850" y="428625"/>
                </a:lnTo>
                <a:lnTo>
                  <a:pt x="1457325" y="428625"/>
                </a:lnTo>
                <a:close/>
                <a:moveTo>
                  <a:pt x="1428750" y="428625"/>
                </a:moveTo>
                <a:lnTo>
                  <a:pt x="1438275" y="428625"/>
                </a:lnTo>
                <a:lnTo>
                  <a:pt x="1438275" y="438150"/>
                </a:lnTo>
                <a:lnTo>
                  <a:pt x="1428750" y="438150"/>
                </a:lnTo>
                <a:close/>
                <a:moveTo>
                  <a:pt x="1466850" y="428625"/>
                </a:moveTo>
                <a:lnTo>
                  <a:pt x="1476375" y="428625"/>
                </a:lnTo>
                <a:lnTo>
                  <a:pt x="1476375" y="438150"/>
                </a:lnTo>
                <a:lnTo>
                  <a:pt x="1466850" y="438150"/>
                </a:lnTo>
                <a:close/>
                <a:moveTo>
                  <a:pt x="428625" y="438150"/>
                </a:moveTo>
                <a:lnTo>
                  <a:pt x="438150" y="438150"/>
                </a:lnTo>
                <a:lnTo>
                  <a:pt x="438150" y="447675"/>
                </a:lnTo>
                <a:lnTo>
                  <a:pt x="428625" y="447675"/>
                </a:lnTo>
                <a:close/>
                <a:moveTo>
                  <a:pt x="1438275" y="438150"/>
                </a:moveTo>
                <a:lnTo>
                  <a:pt x="1466850" y="438150"/>
                </a:lnTo>
                <a:lnTo>
                  <a:pt x="1466850" y="447675"/>
                </a:lnTo>
                <a:lnTo>
                  <a:pt x="1495425" y="447675"/>
                </a:lnTo>
                <a:lnTo>
                  <a:pt x="1495425" y="457200"/>
                </a:lnTo>
                <a:lnTo>
                  <a:pt x="1504950" y="457200"/>
                </a:lnTo>
                <a:lnTo>
                  <a:pt x="1504950" y="466725"/>
                </a:lnTo>
                <a:lnTo>
                  <a:pt x="1466850" y="466725"/>
                </a:lnTo>
                <a:lnTo>
                  <a:pt x="1466850" y="457200"/>
                </a:lnTo>
                <a:lnTo>
                  <a:pt x="1447800" y="457200"/>
                </a:lnTo>
                <a:lnTo>
                  <a:pt x="1447800" y="447675"/>
                </a:lnTo>
                <a:lnTo>
                  <a:pt x="1438275" y="447675"/>
                </a:lnTo>
                <a:close/>
                <a:moveTo>
                  <a:pt x="342900" y="457200"/>
                </a:moveTo>
                <a:lnTo>
                  <a:pt x="381000" y="457200"/>
                </a:lnTo>
                <a:lnTo>
                  <a:pt x="381000" y="476250"/>
                </a:lnTo>
                <a:lnTo>
                  <a:pt x="390525" y="476250"/>
                </a:lnTo>
                <a:lnTo>
                  <a:pt x="390525" y="485775"/>
                </a:lnTo>
                <a:lnTo>
                  <a:pt x="419100" y="485775"/>
                </a:lnTo>
                <a:lnTo>
                  <a:pt x="419100" y="514350"/>
                </a:lnTo>
                <a:lnTo>
                  <a:pt x="390525" y="514350"/>
                </a:lnTo>
                <a:lnTo>
                  <a:pt x="390525" y="504825"/>
                </a:lnTo>
                <a:lnTo>
                  <a:pt x="381000" y="504825"/>
                </a:lnTo>
                <a:lnTo>
                  <a:pt x="381000" y="485775"/>
                </a:lnTo>
                <a:lnTo>
                  <a:pt x="371475" y="485775"/>
                </a:lnTo>
                <a:lnTo>
                  <a:pt x="371475" y="476250"/>
                </a:lnTo>
                <a:lnTo>
                  <a:pt x="361950" y="476250"/>
                </a:lnTo>
                <a:lnTo>
                  <a:pt x="361950" y="466725"/>
                </a:lnTo>
                <a:lnTo>
                  <a:pt x="342900" y="466725"/>
                </a:lnTo>
                <a:close/>
                <a:moveTo>
                  <a:pt x="1152525" y="457200"/>
                </a:moveTo>
                <a:lnTo>
                  <a:pt x="1162050" y="457200"/>
                </a:lnTo>
                <a:lnTo>
                  <a:pt x="1162050" y="466725"/>
                </a:lnTo>
                <a:lnTo>
                  <a:pt x="1152525" y="466725"/>
                </a:lnTo>
                <a:close/>
                <a:moveTo>
                  <a:pt x="85725" y="476250"/>
                </a:moveTo>
                <a:lnTo>
                  <a:pt x="95250" y="476250"/>
                </a:lnTo>
                <a:lnTo>
                  <a:pt x="95250" y="495300"/>
                </a:lnTo>
                <a:lnTo>
                  <a:pt x="104775" y="495300"/>
                </a:lnTo>
                <a:lnTo>
                  <a:pt x="104775" y="514350"/>
                </a:lnTo>
                <a:lnTo>
                  <a:pt x="85725" y="514350"/>
                </a:lnTo>
                <a:close/>
                <a:moveTo>
                  <a:pt x="1019175" y="476250"/>
                </a:moveTo>
                <a:lnTo>
                  <a:pt x="1028700" y="476250"/>
                </a:lnTo>
                <a:lnTo>
                  <a:pt x="1028700" y="485775"/>
                </a:lnTo>
                <a:lnTo>
                  <a:pt x="1019175" y="485775"/>
                </a:lnTo>
                <a:close/>
                <a:moveTo>
                  <a:pt x="1428750" y="476250"/>
                </a:moveTo>
                <a:lnTo>
                  <a:pt x="1438275" y="476250"/>
                </a:lnTo>
                <a:lnTo>
                  <a:pt x="1438275" y="485775"/>
                </a:lnTo>
                <a:lnTo>
                  <a:pt x="1428750" y="485775"/>
                </a:lnTo>
                <a:close/>
                <a:moveTo>
                  <a:pt x="1200150" y="485775"/>
                </a:moveTo>
                <a:lnTo>
                  <a:pt x="1209675" y="485775"/>
                </a:lnTo>
                <a:lnTo>
                  <a:pt x="1209675" y="495300"/>
                </a:lnTo>
                <a:lnTo>
                  <a:pt x="1200150" y="495300"/>
                </a:lnTo>
                <a:close/>
                <a:moveTo>
                  <a:pt x="1019175" y="495300"/>
                </a:moveTo>
                <a:lnTo>
                  <a:pt x="1028700" y="495300"/>
                </a:lnTo>
                <a:lnTo>
                  <a:pt x="1028700" y="504825"/>
                </a:lnTo>
                <a:lnTo>
                  <a:pt x="1019175" y="504825"/>
                </a:lnTo>
                <a:close/>
                <a:moveTo>
                  <a:pt x="1352550" y="495300"/>
                </a:moveTo>
                <a:lnTo>
                  <a:pt x="1381125" y="495300"/>
                </a:lnTo>
                <a:lnTo>
                  <a:pt x="1381125" y="504825"/>
                </a:lnTo>
                <a:lnTo>
                  <a:pt x="1390650" y="504825"/>
                </a:lnTo>
                <a:lnTo>
                  <a:pt x="1390650" y="514350"/>
                </a:lnTo>
                <a:lnTo>
                  <a:pt x="1381125" y="514350"/>
                </a:lnTo>
                <a:lnTo>
                  <a:pt x="1381125" y="523875"/>
                </a:lnTo>
                <a:lnTo>
                  <a:pt x="1371600" y="523875"/>
                </a:lnTo>
                <a:lnTo>
                  <a:pt x="1371600" y="542925"/>
                </a:lnTo>
                <a:lnTo>
                  <a:pt x="1333500" y="542925"/>
                </a:lnTo>
                <a:lnTo>
                  <a:pt x="1333500" y="533400"/>
                </a:lnTo>
                <a:lnTo>
                  <a:pt x="1323975" y="533400"/>
                </a:lnTo>
                <a:lnTo>
                  <a:pt x="1323975" y="523875"/>
                </a:lnTo>
                <a:lnTo>
                  <a:pt x="1343025" y="523875"/>
                </a:lnTo>
                <a:lnTo>
                  <a:pt x="1343025" y="514350"/>
                </a:lnTo>
                <a:lnTo>
                  <a:pt x="1352550" y="514350"/>
                </a:lnTo>
                <a:close/>
                <a:moveTo>
                  <a:pt x="838200" y="504825"/>
                </a:moveTo>
                <a:lnTo>
                  <a:pt x="866775" y="504825"/>
                </a:lnTo>
                <a:lnTo>
                  <a:pt x="866775" y="514350"/>
                </a:lnTo>
                <a:lnTo>
                  <a:pt x="847725" y="514350"/>
                </a:lnTo>
                <a:lnTo>
                  <a:pt x="847725" y="523875"/>
                </a:lnTo>
                <a:lnTo>
                  <a:pt x="876300" y="523875"/>
                </a:lnTo>
                <a:lnTo>
                  <a:pt x="876300" y="514350"/>
                </a:lnTo>
                <a:lnTo>
                  <a:pt x="885825" y="514350"/>
                </a:lnTo>
                <a:lnTo>
                  <a:pt x="885825" y="533400"/>
                </a:lnTo>
                <a:lnTo>
                  <a:pt x="895350" y="533400"/>
                </a:lnTo>
                <a:lnTo>
                  <a:pt x="895350" y="542925"/>
                </a:lnTo>
                <a:lnTo>
                  <a:pt x="885825" y="542925"/>
                </a:lnTo>
                <a:lnTo>
                  <a:pt x="885825" y="552450"/>
                </a:lnTo>
                <a:lnTo>
                  <a:pt x="857250" y="552450"/>
                </a:lnTo>
                <a:lnTo>
                  <a:pt x="857250" y="561975"/>
                </a:lnTo>
                <a:lnTo>
                  <a:pt x="838200" y="561975"/>
                </a:lnTo>
                <a:lnTo>
                  <a:pt x="838200" y="552450"/>
                </a:lnTo>
                <a:lnTo>
                  <a:pt x="847725" y="552450"/>
                </a:lnTo>
                <a:lnTo>
                  <a:pt x="847725" y="542925"/>
                </a:lnTo>
                <a:lnTo>
                  <a:pt x="828675" y="542925"/>
                </a:lnTo>
                <a:lnTo>
                  <a:pt x="828675" y="552450"/>
                </a:lnTo>
                <a:lnTo>
                  <a:pt x="819150" y="552450"/>
                </a:lnTo>
                <a:lnTo>
                  <a:pt x="819150" y="561975"/>
                </a:lnTo>
                <a:lnTo>
                  <a:pt x="809625" y="561975"/>
                </a:lnTo>
                <a:lnTo>
                  <a:pt x="809625" y="571500"/>
                </a:lnTo>
                <a:lnTo>
                  <a:pt x="800100" y="571500"/>
                </a:lnTo>
                <a:lnTo>
                  <a:pt x="800100" y="581025"/>
                </a:lnTo>
                <a:lnTo>
                  <a:pt x="790575" y="581025"/>
                </a:lnTo>
                <a:lnTo>
                  <a:pt x="790575" y="571500"/>
                </a:lnTo>
                <a:lnTo>
                  <a:pt x="781050" y="571500"/>
                </a:lnTo>
                <a:lnTo>
                  <a:pt x="781050" y="561975"/>
                </a:lnTo>
                <a:lnTo>
                  <a:pt x="771525" y="561975"/>
                </a:lnTo>
                <a:lnTo>
                  <a:pt x="771525" y="542925"/>
                </a:lnTo>
                <a:lnTo>
                  <a:pt x="800100" y="542925"/>
                </a:lnTo>
                <a:lnTo>
                  <a:pt x="800100" y="533400"/>
                </a:lnTo>
                <a:lnTo>
                  <a:pt x="809625" y="533400"/>
                </a:lnTo>
                <a:lnTo>
                  <a:pt x="809625" y="542925"/>
                </a:lnTo>
                <a:lnTo>
                  <a:pt x="819150" y="542925"/>
                </a:lnTo>
                <a:lnTo>
                  <a:pt x="819150" y="533400"/>
                </a:lnTo>
                <a:lnTo>
                  <a:pt x="838200" y="533400"/>
                </a:lnTo>
                <a:close/>
                <a:moveTo>
                  <a:pt x="0" y="514350"/>
                </a:moveTo>
                <a:lnTo>
                  <a:pt x="9525" y="514350"/>
                </a:lnTo>
                <a:lnTo>
                  <a:pt x="9525" y="523875"/>
                </a:lnTo>
                <a:lnTo>
                  <a:pt x="0" y="523875"/>
                </a:lnTo>
                <a:close/>
                <a:moveTo>
                  <a:pt x="1362075" y="514350"/>
                </a:moveTo>
                <a:lnTo>
                  <a:pt x="1371600" y="514350"/>
                </a:lnTo>
                <a:lnTo>
                  <a:pt x="1371600" y="504825"/>
                </a:lnTo>
                <a:lnTo>
                  <a:pt x="1362075" y="504825"/>
                </a:lnTo>
                <a:close/>
                <a:moveTo>
                  <a:pt x="1552575" y="514350"/>
                </a:moveTo>
                <a:lnTo>
                  <a:pt x="1571625" y="514350"/>
                </a:lnTo>
                <a:lnTo>
                  <a:pt x="1571625" y="523875"/>
                </a:lnTo>
                <a:lnTo>
                  <a:pt x="1581150" y="523875"/>
                </a:lnTo>
                <a:lnTo>
                  <a:pt x="1581150" y="533400"/>
                </a:lnTo>
                <a:lnTo>
                  <a:pt x="1600200" y="533400"/>
                </a:lnTo>
                <a:lnTo>
                  <a:pt x="1600200" y="542925"/>
                </a:lnTo>
                <a:lnTo>
                  <a:pt x="1590675" y="542925"/>
                </a:lnTo>
                <a:lnTo>
                  <a:pt x="1590675" y="552450"/>
                </a:lnTo>
                <a:lnTo>
                  <a:pt x="1581150" y="552450"/>
                </a:lnTo>
                <a:lnTo>
                  <a:pt x="1581150" y="542925"/>
                </a:lnTo>
                <a:lnTo>
                  <a:pt x="1571625" y="542925"/>
                </a:lnTo>
                <a:lnTo>
                  <a:pt x="1571625" y="533400"/>
                </a:lnTo>
                <a:lnTo>
                  <a:pt x="1552575" y="533400"/>
                </a:lnTo>
                <a:close/>
                <a:moveTo>
                  <a:pt x="390525" y="523875"/>
                </a:moveTo>
                <a:lnTo>
                  <a:pt x="400050" y="523875"/>
                </a:lnTo>
                <a:lnTo>
                  <a:pt x="400050" y="533400"/>
                </a:lnTo>
                <a:lnTo>
                  <a:pt x="390525" y="533400"/>
                </a:lnTo>
                <a:close/>
                <a:moveTo>
                  <a:pt x="1285875" y="523875"/>
                </a:moveTo>
                <a:lnTo>
                  <a:pt x="1304925" y="523875"/>
                </a:lnTo>
                <a:lnTo>
                  <a:pt x="1304925" y="542925"/>
                </a:lnTo>
                <a:lnTo>
                  <a:pt x="1285875" y="542925"/>
                </a:lnTo>
                <a:close/>
                <a:moveTo>
                  <a:pt x="323850" y="533400"/>
                </a:moveTo>
                <a:lnTo>
                  <a:pt x="333375" y="533400"/>
                </a:lnTo>
                <a:lnTo>
                  <a:pt x="333375" y="542925"/>
                </a:lnTo>
                <a:lnTo>
                  <a:pt x="323850" y="542925"/>
                </a:lnTo>
                <a:close/>
                <a:moveTo>
                  <a:pt x="304800" y="542925"/>
                </a:moveTo>
                <a:lnTo>
                  <a:pt x="323850" y="542925"/>
                </a:lnTo>
                <a:lnTo>
                  <a:pt x="323850" y="552450"/>
                </a:lnTo>
                <a:lnTo>
                  <a:pt x="333375" y="552450"/>
                </a:lnTo>
                <a:lnTo>
                  <a:pt x="333375" y="561975"/>
                </a:lnTo>
                <a:lnTo>
                  <a:pt x="314325" y="561975"/>
                </a:lnTo>
                <a:lnTo>
                  <a:pt x="314325" y="552450"/>
                </a:lnTo>
                <a:lnTo>
                  <a:pt x="304800" y="552450"/>
                </a:lnTo>
                <a:close/>
                <a:moveTo>
                  <a:pt x="895350" y="542925"/>
                </a:moveTo>
                <a:lnTo>
                  <a:pt x="904875" y="542925"/>
                </a:lnTo>
                <a:lnTo>
                  <a:pt x="904875" y="552450"/>
                </a:lnTo>
                <a:lnTo>
                  <a:pt x="895350" y="552450"/>
                </a:lnTo>
                <a:close/>
                <a:moveTo>
                  <a:pt x="247650" y="552450"/>
                </a:moveTo>
                <a:lnTo>
                  <a:pt x="276225" y="552450"/>
                </a:lnTo>
                <a:lnTo>
                  <a:pt x="276225" y="561975"/>
                </a:lnTo>
                <a:lnTo>
                  <a:pt x="285750" y="561975"/>
                </a:lnTo>
                <a:lnTo>
                  <a:pt x="285750" y="571500"/>
                </a:lnTo>
                <a:lnTo>
                  <a:pt x="247650" y="571500"/>
                </a:lnTo>
                <a:close/>
                <a:moveTo>
                  <a:pt x="342900" y="552450"/>
                </a:moveTo>
                <a:lnTo>
                  <a:pt x="361950" y="552450"/>
                </a:lnTo>
                <a:lnTo>
                  <a:pt x="361950" y="561975"/>
                </a:lnTo>
                <a:lnTo>
                  <a:pt x="381000" y="561975"/>
                </a:lnTo>
                <a:lnTo>
                  <a:pt x="381000" y="571500"/>
                </a:lnTo>
                <a:lnTo>
                  <a:pt x="371475" y="571500"/>
                </a:lnTo>
                <a:lnTo>
                  <a:pt x="371475" y="581025"/>
                </a:lnTo>
                <a:lnTo>
                  <a:pt x="361950" y="581025"/>
                </a:lnTo>
                <a:lnTo>
                  <a:pt x="361950" y="571500"/>
                </a:lnTo>
                <a:lnTo>
                  <a:pt x="352425" y="571500"/>
                </a:lnTo>
                <a:lnTo>
                  <a:pt x="352425" y="561975"/>
                </a:lnTo>
                <a:lnTo>
                  <a:pt x="342900" y="561975"/>
                </a:lnTo>
                <a:close/>
                <a:moveTo>
                  <a:pt x="1038225" y="552450"/>
                </a:moveTo>
                <a:lnTo>
                  <a:pt x="1047750" y="552450"/>
                </a:lnTo>
                <a:lnTo>
                  <a:pt x="1047750" y="571500"/>
                </a:lnTo>
                <a:lnTo>
                  <a:pt x="1038225" y="571500"/>
                </a:lnTo>
                <a:close/>
                <a:moveTo>
                  <a:pt x="1057275" y="552450"/>
                </a:moveTo>
                <a:lnTo>
                  <a:pt x="1066800" y="552450"/>
                </a:lnTo>
                <a:lnTo>
                  <a:pt x="1066800" y="561975"/>
                </a:lnTo>
                <a:lnTo>
                  <a:pt x="1057275" y="561975"/>
                </a:lnTo>
                <a:close/>
                <a:moveTo>
                  <a:pt x="1590675" y="552450"/>
                </a:moveTo>
                <a:lnTo>
                  <a:pt x="1600200" y="552450"/>
                </a:lnTo>
                <a:lnTo>
                  <a:pt x="1600200" y="561975"/>
                </a:lnTo>
                <a:lnTo>
                  <a:pt x="1609725" y="561975"/>
                </a:lnTo>
                <a:lnTo>
                  <a:pt x="1609725" y="581025"/>
                </a:lnTo>
                <a:lnTo>
                  <a:pt x="1590675" y="581025"/>
                </a:lnTo>
                <a:lnTo>
                  <a:pt x="1590675" y="590550"/>
                </a:lnTo>
                <a:lnTo>
                  <a:pt x="1562100" y="590550"/>
                </a:lnTo>
                <a:lnTo>
                  <a:pt x="1562100" y="581025"/>
                </a:lnTo>
                <a:lnTo>
                  <a:pt x="1581150" y="581025"/>
                </a:lnTo>
                <a:lnTo>
                  <a:pt x="1581150" y="571500"/>
                </a:lnTo>
                <a:lnTo>
                  <a:pt x="1590675" y="571500"/>
                </a:lnTo>
                <a:close/>
                <a:moveTo>
                  <a:pt x="581025" y="561975"/>
                </a:moveTo>
                <a:lnTo>
                  <a:pt x="590550" y="561975"/>
                </a:lnTo>
                <a:lnTo>
                  <a:pt x="590550" y="571500"/>
                </a:lnTo>
                <a:lnTo>
                  <a:pt x="581025" y="571500"/>
                </a:lnTo>
                <a:close/>
                <a:moveTo>
                  <a:pt x="571500" y="571500"/>
                </a:moveTo>
                <a:lnTo>
                  <a:pt x="581025" y="571500"/>
                </a:lnTo>
                <a:lnTo>
                  <a:pt x="581025" y="590550"/>
                </a:lnTo>
                <a:lnTo>
                  <a:pt x="571500" y="590550"/>
                </a:lnTo>
                <a:lnTo>
                  <a:pt x="571500" y="600075"/>
                </a:lnTo>
                <a:lnTo>
                  <a:pt x="561975" y="600075"/>
                </a:lnTo>
                <a:lnTo>
                  <a:pt x="561975" y="581025"/>
                </a:lnTo>
                <a:lnTo>
                  <a:pt x="571500" y="581025"/>
                </a:lnTo>
                <a:close/>
                <a:moveTo>
                  <a:pt x="742950" y="571500"/>
                </a:moveTo>
                <a:lnTo>
                  <a:pt x="771525" y="571500"/>
                </a:lnTo>
                <a:lnTo>
                  <a:pt x="771525" y="590550"/>
                </a:lnTo>
                <a:lnTo>
                  <a:pt x="752475" y="590550"/>
                </a:lnTo>
                <a:lnTo>
                  <a:pt x="752475" y="581025"/>
                </a:lnTo>
                <a:lnTo>
                  <a:pt x="742950" y="581025"/>
                </a:lnTo>
                <a:close/>
                <a:moveTo>
                  <a:pt x="1152525" y="571500"/>
                </a:moveTo>
                <a:lnTo>
                  <a:pt x="1181100" y="571500"/>
                </a:lnTo>
                <a:lnTo>
                  <a:pt x="1181100" y="581025"/>
                </a:lnTo>
                <a:lnTo>
                  <a:pt x="1152525" y="581025"/>
                </a:lnTo>
                <a:close/>
                <a:moveTo>
                  <a:pt x="1390650" y="571500"/>
                </a:moveTo>
                <a:lnTo>
                  <a:pt x="1419225" y="571500"/>
                </a:lnTo>
                <a:lnTo>
                  <a:pt x="1419225" y="609600"/>
                </a:lnTo>
                <a:lnTo>
                  <a:pt x="1409700" y="609600"/>
                </a:lnTo>
                <a:lnTo>
                  <a:pt x="1409700" y="590550"/>
                </a:lnTo>
                <a:lnTo>
                  <a:pt x="1400175" y="590550"/>
                </a:lnTo>
                <a:lnTo>
                  <a:pt x="1400175" y="581025"/>
                </a:lnTo>
                <a:lnTo>
                  <a:pt x="1390650" y="581025"/>
                </a:lnTo>
                <a:close/>
                <a:moveTo>
                  <a:pt x="504825" y="581025"/>
                </a:moveTo>
                <a:lnTo>
                  <a:pt x="523875" y="581025"/>
                </a:lnTo>
                <a:lnTo>
                  <a:pt x="523875" y="590550"/>
                </a:lnTo>
                <a:lnTo>
                  <a:pt x="533400" y="590550"/>
                </a:lnTo>
                <a:lnTo>
                  <a:pt x="533400" y="600075"/>
                </a:lnTo>
                <a:lnTo>
                  <a:pt x="495300" y="600075"/>
                </a:lnTo>
                <a:lnTo>
                  <a:pt x="495300" y="609600"/>
                </a:lnTo>
                <a:lnTo>
                  <a:pt x="485775" y="609600"/>
                </a:lnTo>
                <a:lnTo>
                  <a:pt x="485775" y="600075"/>
                </a:lnTo>
                <a:lnTo>
                  <a:pt x="476250" y="600075"/>
                </a:lnTo>
                <a:lnTo>
                  <a:pt x="476250" y="590550"/>
                </a:lnTo>
                <a:lnTo>
                  <a:pt x="504825" y="590550"/>
                </a:lnTo>
                <a:close/>
                <a:moveTo>
                  <a:pt x="600075" y="590550"/>
                </a:moveTo>
                <a:lnTo>
                  <a:pt x="609600" y="590550"/>
                </a:lnTo>
                <a:lnTo>
                  <a:pt x="609600" y="609600"/>
                </a:lnTo>
                <a:lnTo>
                  <a:pt x="619125" y="609600"/>
                </a:lnTo>
                <a:lnTo>
                  <a:pt x="619125" y="619125"/>
                </a:lnTo>
                <a:lnTo>
                  <a:pt x="609600" y="619125"/>
                </a:lnTo>
                <a:lnTo>
                  <a:pt x="609600" y="628650"/>
                </a:lnTo>
                <a:lnTo>
                  <a:pt x="619125" y="628650"/>
                </a:lnTo>
                <a:lnTo>
                  <a:pt x="619125" y="638175"/>
                </a:lnTo>
                <a:lnTo>
                  <a:pt x="609600" y="638175"/>
                </a:lnTo>
                <a:lnTo>
                  <a:pt x="609600" y="647700"/>
                </a:lnTo>
                <a:lnTo>
                  <a:pt x="619125" y="647700"/>
                </a:lnTo>
                <a:lnTo>
                  <a:pt x="619125" y="676275"/>
                </a:lnTo>
                <a:lnTo>
                  <a:pt x="600075" y="676275"/>
                </a:lnTo>
                <a:lnTo>
                  <a:pt x="600075" y="609600"/>
                </a:lnTo>
                <a:lnTo>
                  <a:pt x="590550" y="609600"/>
                </a:lnTo>
                <a:lnTo>
                  <a:pt x="590550" y="600075"/>
                </a:lnTo>
                <a:lnTo>
                  <a:pt x="600075" y="600075"/>
                </a:lnTo>
                <a:close/>
                <a:moveTo>
                  <a:pt x="695325" y="590550"/>
                </a:moveTo>
                <a:lnTo>
                  <a:pt x="704850" y="590550"/>
                </a:lnTo>
                <a:lnTo>
                  <a:pt x="704850" y="600075"/>
                </a:lnTo>
                <a:lnTo>
                  <a:pt x="695325" y="600075"/>
                </a:lnTo>
                <a:close/>
                <a:moveTo>
                  <a:pt x="742950" y="590550"/>
                </a:moveTo>
                <a:lnTo>
                  <a:pt x="752475" y="590550"/>
                </a:lnTo>
                <a:lnTo>
                  <a:pt x="752475" y="628650"/>
                </a:lnTo>
                <a:lnTo>
                  <a:pt x="742950" y="628650"/>
                </a:lnTo>
                <a:close/>
                <a:moveTo>
                  <a:pt x="771525" y="590550"/>
                </a:moveTo>
                <a:lnTo>
                  <a:pt x="781050" y="590550"/>
                </a:lnTo>
                <a:lnTo>
                  <a:pt x="781050" y="600075"/>
                </a:lnTo>
                <a:lnTo>
                  <a:pt x="771525" y="600075"/>
                </a:lnTo>
                <a:close/>
                <a:moveTo>
                  <a:pt x="1028700" y="590550"/>
                </a:moveTo>
                <a:lnTo>
                  <a:pt x="1038225" y="590550"/>
                </a:lnTo>
                <a:lnTo>
                  <a:pt x="1038225" y="609600"/>
                </a:lnTo>
                <a:lnTo>
                  <a:pt x="1057275" y="609600"/>
                </a:lnTo>
                <a:lnTo>
                  <a:pt x="1057275" y="619125"/>
                </a:lnTo>
                <a:lnTo>
                  <a:pt x="1066800" y="619125"/>
                </a:lnTo>
                <a:lnTo>
                  <a:pt x="1066800" y="628650"/>
                </a:lnTo>
                <a:lnTo>
                  <a:pt x="1028700" y="628650"/>
                </a:lnTo>
                <a:lnTo>
                  <a:pt x="1028700" y="619125"/>
                </a:lnTo>
                <a:lnTo>
                  <a:pt x="1019175" y="619125"/>
                </a:lnTo>
                <a:lnTo>
                  <a:pt x="1019175" y="600075"/>
                </a:lnTo>
                <a:lnTo>
                  <a:pt x="1028700" y="600075"/>
                </a:lnTo>
                <a:close/>
                <a:moveTo>
                  <a:pt x="1152525" y="590550"/>
                </a:moveTo>
                <a:lnTo>
                  <a:pt x="1181100" y="590550"/>
                </a:lnTo>
                <a:lnTo>
                  <a:pt x="1181100" y="600075"/>
                </a:lnTo>
                <a:lnTo>
                  <a:pt x="1152525" y="600075"/>
                </a:lnTo>
                <a:close/>
                <a:moveTo>
                  <a:pt x="1524000" y="590550"/>
                </a:moveTo>
                <a:lnTo>
                  <a:pt x="1562100" y="590550"/>
                </a:lnTo>
                <a:lnTo>
                  <a:pt x="1562100" y="600075"/>
                </a:lnTo>
                <a:lnTo>
                  <a:pt x="1552575" y="600075"/>
                </a:lnTo>
                <a:lnTo>
                  <a:pt x="1552575" y="619125"/>
                </a:lnTo>
                <a:lnTo>
                  <a:pt x="1524000" y="619125"/>
                </a:lnTo>
                <a:lnTo>
                  <a:pt x="1524000" y="609600"/>
                </a:lnTo>
                <a:lnTo>
                  <a:pt x="1543050" y="609600"/>
                </a:lnTo>
                <a:lnTo>
                  <a:pt x="1543050" y="600075"/>
                </a:lnTo>
                <a:lnTo>
                  <a:pt x="1524000" y="600075"/>
                </a:lnTo>
                <a:close/>
                <a:moveTo>
                  <a:pt x="95250" y="600075"/>
                </a:moveTo>
                <a:lnTo>
                  <a:pt x="104775" y="600075"/>
                </a:lnTo>
                <a:lnTo>
                  <a:pt x="104775" y="609600"/>
                </a:lnTo>
                <a:lnTo>
                  <a:pt x="95250" y="609600"/>
                </a:lnTo>
                <a:close/>
                <a:moveTo>
                  <a:pt x="533400" y="600075"/>
                </a:moveTo>
                <a:lnTo>
                  <a:pt x="542925" y="600075"/>
                </a:lnTo>
                <a:lnTo>
                  <a:pt x="542925" y="619125"/>
                </a:lnTo>
                <a:lnTo>
                  <a:pt x="533400" y="619125"/>
                </a:lnTo>
                <a:lnTo>
                  <a:pt x="533400" y="628650"/>
                </a:lnTo>
                <a:lnTo>
                  <a:pt x="504825" y="628650"/>
                </a:lnTo>
                <a:lnTo>
                  <a:pt x="504825" y="619125"/>
                </a:lnTo>
                <a:lnTo>
                  <a:pt x="523875" y="619125"/>
                </a:lnTo>
                <a:lnTo>
                  <a:pt x="523875" y="609600"/>
                </a:lnTo>
                <a:lnTo>
                  <a:pt x="533400" y="609600"/>
                </a:lnTo>
                <a:close/>
                <a:moveTo>
                  <a:pt x="733425" y="628650"/>
                </a:moveTo>
                <a:lnTo>
                  <a:pt x="742950" y="628650"/>
                </a:lnTo>
                <a:lnTo>
                  <a:pt x="742950" y="638175"/>
                </a:lnTo>
                <a:lnTo>
                  <a:pt x="733425" y="638175"/>
                </a:lnTo>
                <a:close/>
                <a:moveTo>
                  <a:pt x="38100" y="638175"/>
                </a:moveTo>
                <a:lnTo>
                  <a:pt x="76200" y="638175"/>
                </a:lnTo>
                <a:lnTo>
                  <a:pt x="76200" y="647700"/>
                </a:lnTo>
                <a:lnTo>
                  <a:pt x="38100" y="647700"/>
                </a:lnTo>
                <a:close/>
                <a:moveTo>
                  <a:pt x="1266825" y="638175"/>
                </a:moveTo>
                <a:lnTo>
                  <a:pt x="1276350" y="638175"/>
                </a:lnTo>
                <a:lnTo>
                  <a:pt x="1276350" y="647700"/>
                </a:lnTo>
                <a:lnTo>
                  <a:pt x="1295400" y="647700"/>
                </a:lnTo>
                <a:lnTo>
                  <a:pt x="1295400" y="657225"/>
                </a:lnTo>
                <a:lnTo>
                  <a:pt x="1285875" y="657225"/>
                </a:lnTo>
                <a:lnTo>
                  <a:pt x="1285875" y="666750"/>
                </a:lnTo>
                <a:lnTo>
                  <a:pt x="1266825" y="666750"/>
                </a:lnTo>
                <a:close/>
                <a:moveTo>
                  <a:pt x="742950" y="647700"/>
                </a:moveTo>
                <a:lnTo>
                  <a:pt x="752475" y="647700"/>
                </a:lnTo>
                <a:lnTo>
                  <a:pt x="752475" y="657225"/>
                </a:lnTo>
                <a:lnTo>
                  <a:pt x="742950" y="657225"/>
                </a:lnTo>
                <a:close/>
                <a:moveTo>
                  <a:pt x="971550" y="647700"/>
                </a:moveTo>
                <a:lnTo>
                  <a:pt x="981075" y="647700"/>
                </a:lnTo>
                <a:lnTo>
                  <a:pt x="981075" y="657225"/>
                </a:lnTo>
                <a:lnTo>
                  <a:pt x="971550" y="657225"/>
                </a:lnTo>
                <a:close/>
                <a:moveTo>
                  <a:pt x="990600" y="647700"/>
                </a:moveTo>
                <a:lnTo>
                  <a:pt x="1000125" y="647700"/>
                </a:lnTo>
                <a:lnTo>
                  <a:pt x="1000125" y="657225"/>
                </a:lnTo>
                <a:lnTo>
                  <a:pt x="990600" y="657225"/>
                </a:lnTo>
                <a:close/>
                <a:moveTo>
                  <a:pt x="0" y="657225"/>
                </a:moveTo>
                <a:lnTo>
                  <a:pt x="38100" y="657225"/>
                </a:lnTo>
                <a:lnTo>
                  <a:pt x="38100" y="666750"/>
                </a:lnTo>
                <a:lnTo>
                  <a:pt x="47625" y="666750"/>
                </a:lnTo>
                <a:lnTo>
                  <a:pt x="47625" y="685800"/>
                </a:lnTo>
                <a:lnTo>
                  <a:pt x="57150" y="685800"/>
                </a:lnTo>
                <a:lnTo>
                  <a:pt x="57150" y="695325"/>
                </a:lnTo>
                <a:lnTo>
                  <a:pt x="28575" y="695325"/>
                </a:lnTo>
                <a:lnTo>
                  <a:pt x="28575" y="666750"/>
                </a:lnTo>
                <a:lnTo>
                  <a:pt x="9525" y="666750"/>
                </a:lnTo>
                <a:lnTo>
                  <a:pt x="9525" y="676275"/>
                </a:lnTo>
                <a:lnTo>
                  <a:pt x="0" y="676275"/>
                </a:lnTo>
                <a:close/>
                <a:moveTo>
                  <a:pt x="66675" y="685800"/>
                </a:moveTo>
                <a:lnTo>
                  <a:pt x="76200" y="685800"/>
                </a:lnTo>
                <a:lnTo>
                  <a:pt x="76200" y="695325"/>
                </a:lnTo>
                <a:lnTo>
                  <a:pt x="66675" y="695325"/>
                </a:lnTo>
                <a:close/>
                <a:moveTo>
                  <a:pt x="1333500" y="695325"/>
                </a:moveTo>
                <a:lnTo>
                  <a:pt x="1352550" y="695325"/>
                </a:lnTo>
                <a:lnTo>
                  <a:pt x="1352550" y="704850"/>
                </a:lnTo>
                <a:lnTo>
                  <a:pt x="1333500" y="704850"/>
                </a:lnTo>
                <a:close/>
                <a:moveTo>
                  <a:pt x="504825" y="714375"/>
                </a:moveTo>
                <a:lnTo>
                  <a:pt x="514350" y="714375"/>
                </a:lnTo>
                <a:lnTo>
                  <a:pt x="514350" y="723900"/>
                </a:lnTo>
                <a:lnTo>
                  <a:pt x="523875" y="723900"/>
                </a:lnTo>
                <a:lnTo>
                  <a:pt x="523875" y="742950"/>
                </a:lnTo>
                <a:lnTo>
                  <a:pt x="533400" y="742950"/>
                </a:lnTo>
                <a:lnTo>
                  <a:pt x="533400" y="752475"/>
                </a:lnTo>
                <a:lnTo>
                  <a:pt x="523875" y="752475"/>
                </a:lnTo>
                <a:lnTo>
                  <a:pt x="523875" y="762000"/>
                </a:lnTo>
                <a:lnTo>
                  <a:pt x="514350" y="762000"/>
                </a:lnTo>
                <a:lnTo>
                  <a:pt x="514350" y="752475"/>
                </a:lnTo>
                <a:lnTo>
                  <a:pt x="504825" y="752475"/>
                </a:lnTo>
                <a:lnTo>
                  <a:pt x="504825" y="742950"/>
                </a:lnTo>
                <a:lnTo>
                  <a:pt x="485775" y="742950"/>
                </a:lnTo>
                <a:lnTo>
                  <a:pt x="485775" y="723900"/>
                </a:lnTo>
                <a:lnTo>
                  <a:pt x="504825" y="723900"/>
                </a:lnTo>
                <a:close/>
                <a:moveTo>
                  <a:pt x="542925" y="714375"/>
                </a:moveTo>
                <a:lnTo>
                  <a:pt x="552450" y="714375"/>
                </a:lnTo>
                <a:lnTo>
                  <a:pt x="552450" y="733425"/>
                </a:lnTo>
                <a:lnTo>
                  <a:pt x="542925" y="733425"/>
                </a:lnTo>
                <a:close/>
                <a:moveTo>
                  <a:pt x="1038225" y="714375"/>
                </a:moveTo>
                <a:lnTo>
                  <a:pt x="1047750" y="714375"/>
                </a:lnTo>
                <a:lnTo>
                  <a:pt x="1047750" y="723900"/>
                </a:lnTo>
                <a:lnTo>
                  <a:pt x="1057275" y="723900"/>
                </a:lnTo>
                <a:lnTo>
                  <a:pt x="1057275" y="733425"/>
                </a:lnTo>
                <a:lnTo>
                  <a:pt x="1076325" y="733425"/>
                </a:lnTo>
                <a:lnTo>
                  <a:pt x="1076325" y="752475"/>
                </a:lnTo>
                <a:lnTo>
                  <a:pt x="1066800" y="752475"/>
                </a:lnTo>
                <a:lnTo>
                  <a:pt x="1066800" y="762000"/>
                </a:lnTo>
                <a:lnTo>
                  <a:pt x="1028700" y="762000"/>
                </a:lnTo>
                <a:lnTo>
                  <a:pt x="1028700" y="771525"/>
                </a:lnTo>
                <a:lnTo>
                  <a:pt x="1000125" y="771525"/>
                </a:lnTo>
                <a:lnTo>
                  <a:pt x="1000125" y="762000"/>
                </a:lnTo>
                <a:lnTo>
                  <a:pt x="1019175" y="762000"/>
                </a:lnTo>
                <a:lnTo>
                  <a:pt x="1019175" y="752475"/>
                </a:lnTo>
                <a:lnTo>
                  <a:pt x="1028700" y="752475"/>
                </a:lnTo>
                <a:lnTo>
                  <a:pt x="1028700" y="723900"/>
                </a:lnTo>
                <a:lnTo>
                  <a:pt x="1038225" y="723900"/>
                </a:lnTo>
                <a:close/>
                <a:moveTo>
                  <a:pt x="419100" y="723900"/>
                </a:moveTo>
                <a:lnTo>
                  <a:pt x="476250" y="723900"/>
                </a:lnTo>
                <a:lnTo>
                  <a:pt x="476250" y="733425"/>
                </a:lnTo>
                <a:lnTo>
                  <a:pt x="447675" y="733425"/>
                </a:lnTo>
                <a:lnTo>
                  <a:pt x="447675" y="742950"/>
                </a:lnTo>
                <a:lnTo>
                  <a:pt x="457200" y="742950"/>
                </a:lnTo>
                <a:lnTo>
                  <a:pt x="457200" y="752475"/>
                </a:lnTo>
                <a:lnTo>
                  <a:pt x="419100" y="752475"/>
                </a:lnTo>
                <a:lnTo>
                  <a:pt x="419100" y="742950"/>
                </a:lnTo>
                <a:lnTo>
                  <a:pt x="409575" y="742950"/>
                </a:lnTo>
                <a:lnTo>
                  <a:pt x="409575" y="733425"/>
                </a:lnTo>
                <a:lnTo>
                  <a:pt x="419100" y="733425"/>
                </a:lnTo>
                <a:close/>
                <a:moveTo>
                  <a:pt x="1133475" y="723900"/>
                </a:moveTo>
                <a:lnTo>
                  <a:pt x="1162050" y="723900"/>
                </a:lnTo>
                <a:lnTo>
                  <a:pt x="1162050" y="733425"/>
                </a:lnTo>
                <a:lnTo>
                  <a:pt x="1133475" y="733425"/>
                </a:lnTo>
                <a:close/>
                <a:moveTo>
                  <a:pt x="209550" y="733425"/>
                </a:moveTo>
                <a:lnTo>
                  <a:pt x="219075" y="733425"/>
                </a:lnTo>
                <a:lnTo>
                  <a:pt x="219075" y="752475"/>
                </a:lnTo>
                <a:lnTo>
                  <a:pt x="200025" y="752475"/>
                </a:lnTo>
                <a:lnTo>
                  <a:pt x="200025" y="742950"/>
                </a:lnTo>
                <a:lnTo>
                  <a:pt x="209550" y="742950"/>
                </a:lnTo>
                <a:close/>
                <a:moveTo>
                  <a:pt x="1095375" y="733425"/>
                </a:moveTo>
                <a:lnTo>
                  <a:pt x="1133475" y="733425"/>
                </a:lnTo>
                <a:lnTo>
                  <a:pt x="1133475" y="742950"/>
                </a:lnTo>
                <a:lnTo>
                  <a:pt x="1143000" y="742950"/>
                </a:lnTo>
                <a:lnTo>
                  <a:pt x="1143000" y="752475"/>
                </a:lnTo>
                <a:lnTo>
                  <a:pt x="1104900" y="752475"/>
                </a:lnTo>
                <a:lnTo>
                  <a:pt x="1104900" y="742950"/>
                </a:lnTo>
                <a:lnTo>
                  <a:pt x="1095375" y="742950"/>
                </a:lnTo>
                <a:close/>
                <a:moveTo>
                  <a:pt x="476250" y="752475"/>
                </a:moveTo>
                <a:lnTo>
                  <a:pt x="485775" y="752475"/>
                </a:lnTo>
                <a:lnTo>
                  <a:pt x="485775" y="762000"/>
                </a:lnTo>
                <a:lnTo>
                  <a:pt x="476250" y="762000"/>
                </a:lnTo>
                <a:close/>
                <a:moveTo>
                  <a:pt x="1066800" y="762000"/>
                </a:moveTo>
                <a:lnTo>
                  <a:pt x="1076325" y="762000"/>
                </a:lnTo>
                <a:lnTo>
                  <a:pt x="1076325" y="771525"/>
                </a:lnTo>
                <a:lnTo>
                  <a:pt x="1066800" y="771525"/>
                </a:lnTo>
                <a:close/>
                <a:moveTo>
                  <a:pt x="476250" y="771525"/>
                </a:moveTo>
                <a:lnTo>
                  <a:pt x="495300" y="771525"/>
                </a:lnTo>
                <a:lnTo>
                  <a:pt x="495300" y="781050"/>
                </a:lnTo>
                <a:lnTo>
                  <a:pt x="504825" y="781050"/>
                </a:lnTo>
                <a:lnTo>
                  <a:pt x="504825" y="790575"/>
                </a:lnTo>
                <a:lnTo>
                  <a:pt x="485775" y="790575"/>
                </a:lnTo>
                <a:lnTo>
                  <a:pt x="485775" y="781050"/>
                </a:lnTo>
                <a:lnTo>
                  <a:pt x="476250" y="781050"/>
                </a:lnTo>
                <a:close/>
                <a:moveTo>
                  <a:pt x="533400" y="781050"/>
                </a:moveTo>
                <a:lnTo>
                  <a:pt x="561975" y="781050"/>
                </a:lnTo>
                <a:lnTo>
                  <a:pt x="561975" y="790575"/>
                </a:lnTo>
                <a:lnTo>
                  <a:pt x="533400" y="790575"/>
                </a:lnTo>
                <a:close/>
                <a:moveTo>
                  <a:pt x="981075" y="790575"/>
                </a:moveTo>
                <a:lnTo>
                  <a:pt x="1000125" y="790575"/>
                </a:lnTo>
                <a:lnTo>
                  <a:pt x="1000125" y="809625"/>
                </a:lnTo>
                <a:lnTo>
                  <a:pt x="990600" y="809625"/>
                </a:lnTo>
                <a:lnTo>
                  <a:pt x="990600" y="800100"/>
                </a:lnTo>
                <a:lnTo>
                  <a:pt x="981075" y="800100"/>
                </a:lnTo>
                <a:close/>
                <a:moveTo>
                  <a:pt x="895350" y="800100"/>
                </a:moveTo>
                <a:lnTo>
                  <a:pt x="904875" y="800100"/>
                </a:lnTo>
                <a:lnTo>
                  <a:pt x="904875" y="809625"/>
                </a:lnTo>
                <a:lnTo>
                  <a:pt x="895350" y="809625"/>
                </a:lnTo>
                <a:close/>
                <a:moveTo>
                  <a:pt x="923925" y="800100"/>
                </a:moveTo>
                <a:lnTo>
                  <a:pt x="933450" y="800100"/>
                </a:lnTo>
                <a:lnTo>
                  <a:pt x="933450" y="828675"/>
                </a:lnTo>
                <a:lnTo>
                  <a:pt x="942975" y="828675"/>
                </a:lnTo>
                <a:lnTo>
                  <a:pt x="942975" y="838200"/>
                </a:lnTo>
                <a:lnTo>
                  <a:pt x="933450" y="838200"/>
                </a:lnTo>
                <a:lnTo>
                  <a:pt x="933450" y="847725"/>
                </a:lnTo>
                <a:lnTo>
                  <a:pt x="923925" y="847725"/>
                </a:lnTo>
                <a:close/>
                <a:moveTo>
                  <a:pt x="952500" y="800100"/>
                </a:moveTo>
                <a:lnTo>
                  <a:pt x="962025" y="800100"/>
                </a:lnTo>
                <a:lnTo>
                  <a:pt x="962025" y="809625"/>
                </a:lnTo>
                <a:lnTo>
                  <a:pt x="952500" y="809625"/>
                </a:lnTo>
                <a:close/>
                <a:moveTo>
                  <a:pt x="266700" y="809625"/>
                </a:moveTo>
                <a:lnTo>
                  <a:pt x="295275" y="809625"/>
                </a:lnTo>
                <a:lnTo>
                  <a:pt x="295275" y="828675"/>
                </a:lnTo>
                <a:lnTo>
                  <a:pt x="304800" y="828675"/>
                </a:lnTo>
                <a:lnTo>
                  <a:pt x="304800" y="866775"/>
                </a:lnTo>
                <a:lnTo>
                  <a:pt x="285750" y="866775"/>
                </a:lnTo>
                <a:lnTo>
                  <a:pt x="285750" y="847725"/>
                </a:lnTo>
                <a:lnTo>
                  <a:pt x="295275" y="847725"/>
                </a:lnTo>
                <a:lnTo>
                  <a:pt x="295275" y="838200"/>
                </a:lnTo>
                <a:lnTo>
                  <a:pt x="285750" y="838200"/>
                </a:lnTo>
                <a:lnTo>
                  <a:pt x="285750" y="828675"/>
                </a:lnTo>
                <a:lnTo>
                  <a:pt x="266700" y="828675"/>
                </a:lnTo>
                <a:close/>
                <a:moveTo>
                  <a:pt x="685800" y="809625"/>
                </a:moveTo>
                <a:lnTo>
                  <a:pt x="704850" y="809625"/>
                </a:lnTo>
                <a:lnTo>
                  <a:pt x="704850" y="819150"/>
                </a:lnTo>
                <a:lnTo>
                  <a:pt x="685800" y="819150"/>
                </a:lnTo>
                <a:close/>
                <a:moveTo>
                  <a:pt x="1266825" y="809625"/>
                </a:moveTo>
                <a:lnTo>
                  <a:pt x="1285875" y="809625"/>
                </a:lnTo>
                <a:lnTo>
                  <a:pt x="1285875" y="828675"/>
                </a:lnTo>
                <a:lnTo>
                  <a:pt x="1276350" y="828675"/>
                </a:lnTo>
                <a:lnTo>
                  <a:pt x="1276350" y="819150"/>
                </a:lnTo>
                <a:lnTo>
                  <a:pt x="1266825" y="819150"/>
                </a:lnTo>
                <a:close/>
                <a:moveTo>
                  <a:pt x="1495425" y="809625"/>
                </a:moveTo>
                <a:lnTo>
                  <a:pt x="1504950" y="809625"/>
                </a:lnTo>
                <a:lnTo>
                  <a:pt x="1504950" y="819150"/>
                </a:lnTo>
                <a:lnTo>
                  <a:pt x="1495425" y="819150"/>
                </a:lnTo>
                <a:close/>
                <a:moveTo>
                  <a:pt x="1533525" y="809625"/>
                </a:moveTo>
                <a:lnTo>
                  <a:pt x="1571625" y="809625"/>
                </a:lnTo>
                <a:lnTo>
                  <a:pt x="1571625" y="819150"/>
                </a:lnTo>
                <a:lnTo>
                  <a:pt x="1552575" y="819150"/>
                </a:lnTo>
                <a:lnTo>
                  <a:pt x="1552575" y="838200"/>
                </a:lnTo>
                <a:lnTo>
                  <a:pt x="1524000" y="838200"/>
                </a:lnTo>
                <a:lnTo>
                  <a:pt x="1524000" y="819150"/>
                </a:lnTo>
                <a:lnTo>
                  <a:pt x="1533525" y="819150"/>
                </a:lnTo>
                <a:close/>
                <a:moveTo>
                  <a:pt x="676275" y="819150"/>
                </a:moveTo>
                <a:lnTo>
                  <a:pt x="685800" y="819150"/>
                </a:lnTo>
                <a:lnTo>
                  <a:pt x="685800" y="838200"/>
                </a:lnTo>
                <a:lnTo>
                  <a:pt x="676275" y="838200"/>
                </a:lnTo>
                <a:close/>
                <a:moveTo>
                  <a:pt x="1285875" y="828675"/>
                </a:moveTo>
                <a:lnTo>
                  <a:pt x="1323975" y="828675"/>
                </a:lnTo>
                <a:lnTo>
                  <a:pt x="1323975" y="847725"/>
                </a:lnTo>
                <a:lnTo>
                  <a:pt x="1295400" y="847725"/>
                </a:lnTo>
                <a:lnTo>
                  <a:pt x="1295400" y="866775"/>
                </a:lnTo>
                <a:lnTo>
                  <a:pt x="1285875" y="866775"/>
                </a:lnTo>
                <a:close/>
                <a:moveTo>
                  <a:pt x="333375" y="838200"/>
                </a:moveTo>
                <a:lnTo>
                  <a:pt x="342900" y="838200"/>
                </a:lnTo>
                <a:lnTo>
                  <a:pt x="342900" y="847725"/>
                </a:lnTo>
                <a:lnTo>
                  <a:pt x="333375" y="847725"/>
                </a:lnTo>
                <a:close/>
                <a:moveTo>
                  <a:pt x="714375" y="838200"/>
                </a:moveTo>
                <a:lnTo>
                  <a:pt x="723900" y="838200"/>
                </a:lnTo>
                <a:lnTo>
                  <a:pt x="723900" y="847725"/>
                </a:lnTo>
                <a:lnTo>
                  <a:pt x="733425" y="847725"/>
                </a:lnTo>
                <a:lnTo>
                  <a:pt x="733425" y="866775"/>
                </a:lnTo>
                <a:lnTo>
                  <a:pt x="752475" y="866775"/>
                </a:lnTo>
                <a:lnTo>
                  <a:pt x="752475" y="857250"/>
                </a:lnTo>
                <a:lnTo>
                  <a:pt x="762000" y="857250"/>
                </a:lnTo>
                <a:lnTo>
                  <a:pt x="762000" y="866775"/>
                </a:lnTo>
                <a:lnTo>
                  <a:pt x="771525" y="866775"/>
                </a:lnTo>
                <a:lnTo>
                  <a:pt x="771525" y="895350"/>
                </a:lnTo>
                <a:lnTo>
                  <a:pt x="762000" y="895350"/>
                </a:lnTo>
                <a:lnTo>
                  <a:pt x="762000" y="904875"/>
                </a:lnTo>
                <a:lnTo>
                  <a:pt x="742950" y="904875"/>
                </a:lnTo>
                <a:lnTo>
                  <a:pt x="742950" y="895350"/>
                </a:lnTo>
                <a:lnTo>
                  <a:pt x="752475" y="895350"/>
                </a:lnTo>
                <a:lnTo>
                  <a:pt x="752475" y="885825"/>
                </a:lnTo>
                <a:lnTo>
                  <a:pt x="742950" y="885825"/>
                </a:lnTo>
                <a:lnTo>
                  <a:pt x="742950" y="876300"/>
                </a:lnTo>
                <a:lnTo>
                  <a:pt x="733425" y="876300"/>
                </a:lnTo>
                <a:lnTo>
                  <a:pt x="733425" y="885825"/>
                </a:lnTo>
                <a:lnTo>
                  <a:pt x="723900" y="885825"/>
                </a:lnTo>
                <a:lnTo>
                  <a:pt x="723900" y="866775"/>
                </a:lnTo>
                <a:lnTo>
                  <a:pt x="714375" y="866775"/>
                </a:lnTo>
                <a:lnTo>
                  <a:pt x="714375" y="857250"/>
                </a:lnTo>
                <a:lnTo>
                  <a:pt x="704850" y="857250"/>
                </a:lnTo>
                <a:lnTo>
                  <a:pt x="704850" y="847725"/>
                </a:lnTo>
                <a:lnTo>
                  <a:pt x="714375" y="847725"/>
                </a:lnTo>
                <a:close/>
                <a:moveTo>
                  <a:pt x="266700" y="847725"/>
                </a:moveTo>
                <a:lnTo>
                  <a:pt x="276225" y="847725"/>
                </a:lnTo>
                <a:lnTo>
                  <a:pt x="276225" y="857250"/>
                </a:lnTo>
                <a:lnTo>
                  <a:pt x="266700" y="857250"/>
                </a:lnTo>
                <a:close/>
                <a:moveTo>
                  <a:pt x="1495425" y="847725"/>
                </a:moveTo>
                <a:lnTo>
                  <a:pt x="1504950" y="847725"/>
                </a:lnTo>
                <a:lnTo>
                  <a:pt x="1504950" y="857250"/>
                </a:lnTo>
                <a:lnTo>
                  <a:pt x="1495425" y="857250"/>
                </a:lnTo>
                <a:close/>
                <a:moveTo>
                  <a:pt x="1524000" y="847725"/>
                </a:moveTo>
                <a:lnTo>
                  <a:pt x="1543050" y="847725"/>
                </a:lnTo>
                <a:lnTo>
                  <a:pt x="1543050" y="857250"/>
                </a:lnTo>
                <a:lnTo>
                  <a:pt x="1552575" y="857250"/>
                </a:lnTo>
                <a:lnTo>
                  <a:pt x="1552575" y="866775"/>
                </a:lnTo>
                <a:lnTo>
                  <a:pt x="1562100" y="866775"/>
                </a:lnTo>
                <a:lnTo>
                  <a:pt x="1562100" y="876300"/>
                </a:lnTo>
                <a:lnTo>
                  <a:pt x="1571625" y="876300"/>
                </a:lnTo>
                <a:lnTo>
                  <a:pt x="1571625" y="895350"/>
                </a:lnTo>
                <a:lnTo>
                  <a:pt x="1562100" y="895350"/>
                </a:lnTo>
                <a:lnTo>
                  <a:pt x="1562100" y="904875"/>
                </a:lnTo>
                <a:lnTo>
                  <a:pt x="1552575" y="904875"/>
                </a:lnTo>
                <a:lnTo>
                  <a:pt x="1552575" y="914400"/>
                </a:lnTo>
                <a:lnTo>
                  <a:pt x="1543050" y="914400"/>
                </a:lnTo>
                <a:lnTo>
                  <a:pt x="1543050" y="904875"/>
                </a:lnTo>
                <a:lnTo>
                  <a:pt x="1514475" y="904875"/>
                </a:lnTo>
                <a:lnTo>
                  <a:pt x="1514475" y="895350"/>
                </a:lnTo>
                <a:lnTo>
                  <a:pt x="1504950" y="895350"/>
                </a:lnTo>
                <a:lnTo>
                  <a:pt x="1504950" y="876300"/>
                </a:lnTo>
                <a:lnTo>
                  <a:pt x="1524000" y="876300"/>
                </a:lnTo>
                <a:close/>
                <a:moveTo>
                  <a:pt x="1390650" y="857250"/>
                </a:moveTo>
                <a:lnTo>
                  <a:pt x="1400175" y="857250"/>
                </a:lnTo>
                <a:lnTo>
                  <a:pt x="1400175" y="866775"/>
                </a:lnTo>
                <a:lnTo>
                  <a:pt x="1390650" y="866775"/>
                </a:lnTo>
                <a:close/>
                <a:moveTo>
                  <a:pt x="838200" y="866775"/>
                </a:moveTo>
                <a:lnTo>
                  <a:pt x="847725" y="866775"/>
                </a:lnTo>
                <a:lnTo>
                  <a:pt x="847725" y="876300"/>
                </a:lnTo>
                <a:lnTo>
                  <a:pt x="838200" y="876300"/>
                </a:lnTo>
                <a:close/>
                <a:moveTo>
                  <a:pt x="1114425" y="866775"/>
                </a:moveTo>
                <a:lnTo>
                  <a:pt x="1123950" y="866775"/>
                </a:lnTo>
                <a:lnTo>
                  <a:pt x="1123950" y="876300"/>
                </a:lnTo>
                <a:lnTo>
                  <a:pt x="1114425" y="876300"/>
                </a:lnTo>
                <a:close/>
                <a:moveTo>
                  <a:pt x="1295400" y="866775"/>
                </a:moveTo>
                <a:lnTo>
                  <a:pt x="1304925" y="866775"/>
                </a:lnTo>
                <a:lnTo>
                  <a:pt x="1304925" y="876300"/>
                </a:lnTo>
                <a:lnTo>
                  <a:pt x="1295400" y="876300"/>
                </a:lnTo>
                <a:close/>
                <a:moveTo>
                  <a:pt x="1343025" y="866775"/>
                </a:moveTo>
                <a:lnTo>
                  <a:pt x="1352550" y="866775"/>
                </a:lnTo>
                <a:lnTo>
                  <a:pt x="1352550" y="885825"/>
                </a:lnTo>
                <a:lnTo>
                  <a:pt x="1371600" y="885825"/>
                </a:lnTo>
                <a:lnTo>
                  <a:pt x="1371600" y="866775"/>
                </a:lnTo>
                <a:lnTo>
                  <a:pt x="1390650" y="866775"/>
                </a:lnTo>
                <a:lnTo>
                  <a:pt x="1390650" y="876300"/>
                </a:lnTo>
                <a:lnTo>
                  <a:pt x="1409700" y="876300"/>
                </a:lnTo>
                <a:lnTo>
                  <a:pt x="1409700" y="866775"/>
                </a:lnTo>
                <a:lnTo>
                  <a:pt x="1428750" y="866775"/>
                </a:lnTo>
                <a:lnTo>
                  <a:pt x="1428750" y="876300"/>
                </a:lnTo>
                <a:lnTo>
                  <a:pt x="1419225" y="876300"/>
                </a:lnTo>
                <a:lnTo>
                  <a:pt x="1419225" y="885825"/>
                </a:lnTo>
                <a:lnTo>
                  <a:pt x="1390650" y="885825"/>
                </a:lnTo>
                <a:lnTo>
                  <a:pt x="1390650" y="895350"/>
                </a:lnTo>
                <a:lnTo>
                  <a:pt x="1381125" y="895350"/>
                </a:lnTo>
                <a:lnTo>
                  <a:pt x="1381125" y="904875"/>
                </a:lnTo>
                <a:lnTo>
                  <a:pt x="1371600" y="904875"/>
                </a:lnTo>
                <a:lnTo>
                  <a:pt x="1371600" y="914400"/>
                </a:lnTo>
                <a:lnTo>
                  <a:pt x="1343025" y="914400"/>
                </a:lnTo>
                <a:close/>
                <a:moveTo>
                  <a:pt x="1428750" y="876300"/>
                </a:moveTo>
                <a:lnTo>
                  <a:pt x="1438275" y="876300"/>
                </a:lnTo>
                <a:lnTo>
                  <a:pt x="1438275" y="885825"/>
                </a:lnTo>
                <a:lnTo>
                  <a:pt x="1428750" y="885825"/>
                </a:lnTo>
                <a:close/>
                <a:moveTo>
                  <a:pt x="57150" y="885825"/>
                </a:moveTo>
                <a:lnTo>
                  <a:pt x="104775" y="885825"/>
                </a:lnTo>
                <a:lnTo>
                  <a:pt x="104775" y="895350"/>
                </a:lnTo>
                <a:lnTo>
                  <a:pt x="95250" y="895350"/>
                </a:lnTo>
                <a:lnTo>
                  <a:pt x="95250" y="904875"/>
                </a:lnTo>
                <a:lnTo>
                  <a:pt x="114300" y="904875"/>
                </a:lnTo>
                <a:lnTo>
                  <a:pt x="114300" y="914400"/>
                </a:lnTo>
                <a:lnTo>
                  <a:pt x="123825" y="914400"/>
                </a:lnTo>
                <a:lnTo>
                  <a:pt x="123825" y="923925"/>
                </a:lnTo>
                <a:lnTo>
                  <a:pt x="95250" y="923925"/>
                </a:lnTo>
                <a:lnTo>
                  <a:pt x="95250" y="914400"/>
                </a:lnTo>
                <a:lnTo>
                  <a:pt x="66675" y="914400"/>
                </a:lnTo>
                <a:lnTo>
                  <a:pt x="66675" y="923925"/>
                </a:lnTo>
                <a:lnTo>
                  <a:pt x="57150" y="923925"/>
                </a:lnTo>
                <a:lnTo>
                  <a:pt x="57150" y="904875"/>
                </a:lnTo>
                <a:lnTo>
                  <a:pt x="76200" y="904875"/>
                </a:lnTo>
                <a:lnTo>
                  <a:pt x="76200" y="895350"/>
                </a:lnTo>
                <a:lnTo>
                  <a:pt x="57150" y="895350"/>
                </a:lnTo>
                <a:close/>
                <a:moveTo>
                  <a:pt x="123825" y="885825"/>
                </a:moveTo>
                <a:lnTo>
                  <a:pt x="142875" y="885825"/>
                </a:lnTo>
                <a:lnTo>
                  <a:pt x="142875" y="895350"/>
                </a:lnTo>
                <a:lnTo>
                  <a:pt x="123825" y="895350"/>
                </a:lnTo>
                <a:close/>
                <a:moveTo>
                  <a:pt x="152400" y="885825"/>
                </a:moveTo>
                <a:lnTo>
                  <a:pt x="161925" y="885825"/>
                </a:lnTo>
                <a:lnTo>
                  <a:pt x="161925" y="895350"/>
                </a:lnTo>
                <a:lnTo>
                  <a:pt x="152400" y="895350"/>
                </a:lnTo>
                <a:close/>
                <a:moveTo>
                  <a:pt x="1038225" y="885825"/>
                </a:moveTo>
                <a:lnTo>
                  <a:pt x="1047750" y="885825"/>
                </a:lnTo>
                <a:lnTo>
                  <a:pt x="1047750" y="904875"/>
                </a:lnTo>
                <a:lnTo>
                  <a:pt x="1038225" y="904875"/>
                </a:lnTo>
                <a:close/>
                <a:moveTo>
                  <a:pt x="1419225" y="885825"/>
                </a:moveTo>
                <a:lnTo>
                  <a:pt x="1428750" y="885825"/>
                </a:lnTo>
                <a:lnTo>
                  <a:pt x="1428750" y="895350"/>
                </a:lnTo>
                <a:lnTo>
                  <a:pt x="1419225" y="895350"/>
                </a:lnTo>
                <a:close/>
                <a:moveTo>
                  <a:pt x="1466850" y="885825"/>
                </a:moveTo>
                <a:lnTo>
                  <a:pt x="1476375" y="885825"/>
                </a:lnTo>
                <a:lnTo>
                  <a:pt x="1476375" y="895350"/>
                </a:lnTo>
                <a:lnTo>
                  <a:pt x="1466850" y="895350"/>
                </a:lnTo>
                <a:close/>
                <a:moveTo>
                  <a:pt x="161925" y="895350"/>
                </a:moveTo>
                <a:lnTo>
                  <a:pt x="180975" y="895350"/>
                </a:lnTo>
                <a:lnTo>
                  <a:pt x="180975" y="904875"/>
                </a:lnTo>
                <a:lnTo>
                  <a:pt x="200025" y="904875"/>
                </a:lnTo>
                <a:lnTo>
                  <a:pt x="200025" y="914400"/>
                </a:lnTo>
                <a:lnTo>
                  <a:pt x="190500" y="914400"/>
                </a:lnTo>
                <a:lnTo>
                  <a:pt x="190500" y="942975"/>
                </a:lnTo>
                <a:lnTo>
                  <a:pt x="180975" y="942975"/>
                </a:lnTo>
                <a:lnTo>
                  <a:pt x="180975" y="952500"/>
                </a:lnTo>
                <a:lnTo>
                  <a:pt x="152400" y="952500"/>
                </a:lnTo>
                <a:lnTo>
                  <a:pt x="152400" y="933450"/>
                </a:lnTo>
                <a:lnTo>
                  <a:pt x="142875" y="933450"/>
                </a:lnTo>
                <a:lnTo>
                  <a:pt x="142875" y="923925"/>
                </a:lnTo>
                <a:lnTo>
                  <a:pt x="161925" y="923925"/>
                </a:lnTo>
                <a:close/>
                <a:moveTo>
                  <a:pt x="1485900" y="895350"/>
                </a:moveTo>
                <a:lnTo>
                  <a:pt x="1495425" y="895350"/>
                </a:lnTo>
                <a:lnTo>
                  <a:pt x="1495425" y="914400"/>
                </a:lnTo>
                <a:lnTo>
                  <a:pt x="1504950" y="914400"/>
                </a:lnTo>
                <a:lnTo>
                  <a:pt x="1504950" y="933450"/>
                </a:lnTo>
                <a:lnTo>
                  <a:pt x="1495425" y="933450"/>
                </a:lnTo>
                <a:lnTo>
                  <a:pt x="1495425" y="923925"/>
                </a:lnTo>
                <a:lnTo>
                  <a:pt x="1485900" y="923925"/>
                </a:lnTo>
                <a:lnTo>
                  <a:pt x="1485900" y="942975"/>
                </a:lnTo>
                <a:lnTo>
                  <a:pt x="1476375" y="942975"/>
                </a:lnTo>
                <a:lnTo>
                  <a:pt x="1476375" y="904875"/>
                </a:lnTo>
                <a:lnTo>
                  <a:pt x="1485900" y="904875"/>
                </a:lnTo>
                <a:close/>
                <a:moveTo>
                  <a:pt x="495300" y="904875"/>
                </a:moveTo>
                <a:lnTo>
                  <a:pt x="504825" y="904875"/>
                </a:lnTo>
                <a:lnTo>
                  <a:pt x="504825" y="914400"/>
                </a:lnTo>
                <a:lnTo>
                  <a:pt x="495300" y="914400"/>
                </a:lnTo>
                <a:close/>
                <a:moveTo>
                  <a:pt x="533400" y="904875"/>
                </a:moveTo>
                <a:lnTo>
                  <a:pt x="542925" y="904875"/>
                </a:lnTo>
                <a:lnTo>
                  <a:pt x="542925" y="914400"/>
                </a:lnTo>
                <a:lnTo>
                  <a:pt x="533400" y="914400"/>
                </a:lnTo>
                <a:close/>
                <a:moveTo>
                  <a:pt x="723900" y="904875"/>
                </a:moveTo>
                <a:lnTo>
                  <a:pt x="733425" y="904875"/>
                </a:lnTo>
                <a:lnTo>
                  <a:pt x="733425" y="914400"/>
                </a:lnTo>
                <a:lnTo>
                  <a:pt x="723900" y="914400"/>
                </a:lnTo>
                <a:close/>
                <a:moveTo>
                  <a:pt x="1028700" y="904875"/>
                </a:moveTo>
                <a:lnTo>
                  <a:pt x="1038225" y="904875"/>
                </a:lnTo>
                <a:lnTo>
                  <a:pt x="1038225" y="923925"/>
                </a:lnTo>
                <a:lnTo>
                  <a:pt x="1028700" y="923925"/>
                </a:lnTo>
                <a:close/>
                <a:moveTo>
                  <a:pt x="1152525" y="904875"/>
                </a:moveTo>
                <a:lnTo>
                  <a:pt x="1162050" y="904875"/>
                </a:lnTo>
                <a:lnTo>
                  <a:pt x="1162050" y="923925"/>
                </a:lnTo>
                <a:lnTo>
                  <a:pt x="1171575" y="923925"/>
                </a:lnTo>
                <a:lnTo>
                  <a:pt x="1171575" y="933450"/>
                </a:lnTo>
                <a:lnTo>
                  <a:pt x="1133475" y="933450"/>
                </a:lnTo>
                <a:lnTo>
                  <a:pt x="1133475" y="923925"/>
                </a:lnTo>
                <a:lnTo>
                  <a:pt x="1152525" y="923925"/>
                </a:lnTo>
                <a:close/>
                <a:moveTo>
                  <a:pt x="523875" y="914400"/>
                </a:moveTo>
                <a:lnTo>
                  <a:pt x="533400" y="914400"/>
                </a:lnTo>
                <a:lnTo>
                  <a:pt x="533400" y="942975"/>
                </a:lnTo>
                <a:lnTo>
                  <a:pt x="542925" y="942975"/>
                </a:lnTo>
                <a:lnTo>
                  <a:pt x="542925" y="923925"/>
                </a:lnTo>
                <a:lnTo>
                  <a:pt x="552450" y="923925"/>
                </a:lnTo>
                <a:lnTo>
                  <a:pt x="552450" y="914400"/>
                </a:lnTo>
                <a:lnTo>
                  <a:pt x="571500" y="914400"/>
                </a:lnTo>
                <a:lnTo>
                  <a:pt x="571500" y="923925"/>
                </a:lnTo>
                <a:lnTo>
                  <a:pt x="552450" y="923925"/>
                </a:lnTo>
                <a:lnTo>
                  <a:pt x="552450" y="933450"/>
                </a:lnTo>
                <a:lnTo>
                  <a:pt x="571500" y="933450"/>
                </a:lnTo>
                <a:lnTo>
                  <a:pt x="571500" y="923925"/>
                </a:lnTo>
                <a:lnTo>
                  <a:pt x="581025" y="923925"/>
                </a:lnTo>
                <a:lnTo>
                  <a:pt x="581025" y="933450"/>
                </a:lnTo>
                <a:lnTo>
                  <a:pt x="571500" y="933450"/>
                </a:lnTo>
                <a:lnTo>
                  <a:pt x="571500" y="1000125"/>
                </a:lnTo>
                <a:lnTo>
                  <a:pt x="561975" y="1000125"/>
                </a:lnTo>
                <a:lnTo>
                  <a:pt x="561975" y="990600"/>
                </a:lnTo>
                <a:lnTo>
                  <a:pt x="542925" y="990600"/>
                </a:lnTo>
                <a:lnTo>
                  <a:pt x="542925" y="962025"/>
                </a:lnTo>
                <a:lnTo>
                  <a:pt x="514350" y="962025"/>
                </a:lnTo>
                <a:lnTo>
                  <a:pt x="514350" y="933450"/>
                </a:lnTo>
                <a:lnTo>
                  <a:pt x="523875" y="933450"/>
                </a:lnTo>
                <a:close/>
                <a:moveTo>
                  <a:pt x="752475" y="914400"/>
                </a:moveTo>
                <a:lnTo>
                  <a:pt x="762000" y="914400"/>
                </a:lnTo>
                <a:lnTo>
                  <a:pt x="762000" y="923925"/>
                </a:lnTo>
                <a:lnTo>
                  <a:pt x="752475" y="923925"/>
                </a:lnTo>
                <a:close/>
                <a:moveTo>
                  <a:pt x="1009650" y="914400"/>
                </a:moveTo>
                <a:lnTo>
                  <a:pt x="1019175" y="914400"/>
                </a:lnTo>
                <a:lnTo>
                  <a:pt x="1019175" y="923925"/>
                </a:lnTo>
                <a:lnTo>
                  <a:pt x="1009650" y="923925"/>
                </a:lnTo>
                <a:close/>
                <a:moveTo>
                  <a:pt x="1000125" y="923925"/>
                </a:moveTo>
                <a:lnTo>
                  <a:pt x="1009650" y="923925"/>
                </a:lnTo>
                <a:lnTo>
                  <a:pt x="1009650" y="933450"/>
                </a:lnTo>
                <a:lnTo>
                  <a:pt x="1000125" y="933450"/>
                </a:lnTo>
                <a:close/>
                <a:moveTo>
                  <a:pt x="1028700" y="942975"/>
                </a:moveTo>
                <a:lnTo>
                  <a:pt x="1038225" y="942975"/>
                </a:lnTo>
                <a:lnTo>
                  <a:pt x="1038225" y="952500"/>
                </a:lnTo>
                <a:lnTo>
                  <a:pt x="1028700" y="952500"/>
                </a:lnTo>
                <a:close/>
                <a:moveTo>
                  <a:pt x="581025" y="952500"/>
                </a:moveTo>
                <a:lnTo>
                  <a:pt x="590550" y="952500"/>
                </a:lnTo>
                <a:lnTo>
                  <a:pt x="590550" y="1000125"/>
                </a:lnTo>
                <a:lnTo>
                  <a:pt x="581025" y="1000125"/>
                </a:lnTo>
                <a:close/>
                <a:moveTo>
                  <a:pt x="1476375" y="952500"/>
                </a:moveTo>
                <a:lnTo>
                  <a:pt x="1485900" y="952500"/>
                </a:lnTo>
                <a:lnTo>
                  <a:pt x="1485900" y="962025"/>
                </a:lnTo>
                <a:lnTo>
                  <a:pt x="1476375" y="962025"/>
                </a:lnTo>
                <a:close/>
                <a:moveTo>
                  <a:pt x="1238250" y="971550"/>
                </a:moveTo>
                <a:lnTo>
                  <a:pt x="1247775" y="971550"/>
                </a:lnTo>
                <a:lnTo>
                  <a:pt x="1247775" y="981075"/>
                </a:lnTo>
                <a:lnTo>
                  <a:pt x="1238250" y="981075"/>
                </a:lnTo>
                <a:close/>
                <a:moveTo>
                  <a:pt x="28575" y="981075"/>
                </a:moveTo>
                <a:lnTo>
                  <a:pt x="38100" y="981075"/>
                </a:lnTo>
                <a:lnTo>
                  <a:pt x="38100" y="990600"/>
                </a:lnTo>
                <a:lnTo>
                  <a:pt x="28575" y="990600"/>
                </a:lnTo>
                <a:close/>
                <a:moveTo>
                  <a:pt x="1476375" y="990600"/>
                </a:moveTo>
                <a:lnTo>
                  <a:pt x="1485900" y="990600"/>
                </a:lnTo>
                <a:lnTo>
                  <a:pt x="1485900" y="1009650"/>
                </a:lnTo>
                <a:lnTo>
                  <a:pt x="1476375" y="1009650"/>
                </a:lnTo>
                <a:close/>
                <a:moveTo>
                  <a:pt x="333375" y="1019175"/>
                </a:moveTo>
                <a:lnTo>
                  <a:pt x="342900" y="1019175"/>
                </a:lnTo>
                <a:lnTo>
                  <a:pt x="342900" y="1028700"/>
                </a:lnTo>
                <a:lnTo>
                  <a:pt x="352425" y="1028700"/>
                </a:lnTo>
                <a:lnTo>
                  <a:pt x="352425" y="1047750"/>
                </a:lnTo>
                <a:lnTo>
                  <a:pt x="342900" y="1047750"/>
                </a:lnTo>
                <a:lnTo>
                  <a:pt x="342900" y="1038225"/>
                </a:lnTo>
                <a:lnTo>
                  <a:pt x="323850" y="1038225"/>
                </a:lnTo>
                <a:lnTo>
                  <a:pt x="323850" y="1028700"/>
                </a:lnTo>
                <a:lnTo>
                  <a:pt x="333375" y="1028700"/>
                </a:lnTo>
                <a:close/>
                <a:moveTo>
                  <a:pt x="381000" y="1019175"/>
                </a:moveTo>
                <a:lnTo>
                  <a:pt x="390525" y="1019175"/>
                </a:lnTo>
                <a:lnTo>
                  <a:pt x="390525" y="1028700"/>
                </a:lnTo>
                <a:lnTo>
                  <a:pt x="400050" y="1028700"/>
                </a:lnTo>
                <a:lnTo>
                  <a:pt x="400050" y="1038225"/>
                </a:lnTo>
                <a:lnTo>
                  <a:pt x="371475" y="1038225"/>
                </a:lnTo>
                <a:lnTo>
                  <a:pt x="371475" y="1028700"/>
                </a:lnTo>
                <a:lnTo>
                  <a:pt x="381000" y="1028700"/>
                </a:lnTo>
                <a:close/>
                <a:moveTo>
                  <a:pt x="1143000" y="1019175"/>
                </a:moveTo>
                <a:lnTo>
                  <a:pt x="1152525" y="1019175"/>
                </a:lnTo>
                <a:lnTo>
                  <a:pt x="1152525" y="1028700"/>
                </a:lnTo>
                <a:lnTo>
                  <a:pt x="1162050" y="1028700"/>
                </a:lnTo>
                <a:lnTo>
                  <a:pt x="1162050" y="1047750"/>
                </a:lnTo>
                <a:lnTo>
                  <a:pt x="1181100" y="1047750"/>
                </a:lnTo>
                <a:lnTo>
                  <a:pt x="1181100" y="1057275"/>
                </a:lnTo>
                <a:lnTo>
                  <a:pt x="1171575" y="1057275"/>
                </a:lnTo>
                <a:lnTo>
                  <a:pt x="1171575" y="1066800"/>
                </a:lnTo>
                <a:lnTo>
                  <a:pt x="1162050" y="1066800"/>
                </a:lnTo>
                <a:lnTo>
                  <a:pt x="1162050" y="1057275"/>
                </a:lnTo>
                <a:lnTo>
                  <a:pt x="1152525" y="1057275"/>
                </a:lnTo>
                <a:lnTo>
                  <a:pt x="1152525" y="1047750"/>
                </a:lnTo>
                <a:lnTo>
                  <a:pt x="1143000" y="1047750"/>
                </a:lnTo>
                <a:lnTo>
                  <a:pt x="1143000" y="1038225"/>
                </a:lnTo>
                <a:lnTo>
                  <a:pt x="1133475" y="1038225"/>
                </a:lnTo>
                <a:lnTo>
                  <a:pt x="1133475" y="1028700"/>
                </a:lnTo>
                <a:lnTo>
                  <a:pt x="1143000" y="1028700"/>
                </a:lnTo>
                <a:close/>
                <a:moveTo>
                  <a:pt x="304800" y="1038225"/>
                </a:moveTo>
                <a:lnTo>
                  <a:pt x="323850" y="1038225"/>
                </a:lnTo>
                <a:lnTo>
                  <a:pt x="323850" y="1047750"/>
                </a:lnTo>
                <a:lnTo>
                  <a:pt x="314325" y="1047750"/>
                </a:lnTo>
                <a:lnTo>
                  <a:pt x="314325" y="1057275"/>
                </a:lnTo>
                <a:lnTo>
                  <a:pt x="304800" y="1057275"/>
                </a:lnTo>
                <a:lnTo>
                  <a:pt x="304800" y="1076325"/>
                </a:lnTo>
                <a:lnTo>
                  <a:pt x="285750" y="1076325"/>
                </a:lnTo>
                <a:lnTo>
                  <a:pt x="285750" y="1057275"/>
                </a:lnTo>
                <a:lnTo>
                  <a:pt x="295275" y="1057275"/>
                </a:lnTo>
                <a:lnTo>
                  <a:pt x="295275" y="1047750"/>
                </a:lnTo>
                <a:lnTo>
                  <a:pt x="304800" y="1047750"/>
                </a:lnTo>
                <a:close/>
                <a:moveTo>
                  <a:pt x="361950" y="1038225"/>
                </a:moveTo>
                <a:lnTo>
                  <a:pt x="371475" y="1038225"/>
                </a:lnTo>
                <a:lnTo>
                  <a:pt x="371475" y="1047750"/>
                </a:lnTo>
                <a:lnTo>
                  <a:pt x="361950" y="1047750"/>
                </a:lnTo>
                <a:close/>
                <a:moveTo>
                  <a:pt x="400050" y="1038225"/>
                </a:moveTo>
                <a:lnTo>
                  <a:pt x="419100" y="1038225"/>
                </a:lnTo>
                <a:lnTo>
                  <a:pt x="419100" y="1047750"/>
                </a:lnTo>
                <a:lnTo>
                  <a:pt x="428625" y="1047750"/>
                </a:lnTo>
                <a:lnTo>
                  <a:pt x="428625" y="1057275"/>
                </a:lnTo>
                <a:lnTo>
                  <a:pt x="409575" y="1057275"/>
                </a:lnTo>
                <a:lnTo>
                  <a:pt x="409575" y="1047750"/>
                </a:lnTo>
                <a:lnTo>
                  <a:pt x="400050" y="1047750"/>
                </a:lnTo>
                <a:close/>
                <a:moveTo>
                  <a:pt x="1076325" y="1047750"/>
                </a:moveTo>
                <a:lnTo>
                  <a:pt x="1085850" y="1047750"/>
                </a:lnTo>
                <a:lnTo>
                  <a:pt x="1085850" y="1057275"/>
                </a:lnTo>
                <a:lnTo>
                  <a:pt x="1076325" y="1057275"/>
                </a:lnTo>
                <a:close/>
                <a:moveTo>
                  <a:pt x="171450" y="1057275"/>
                </a:moveTo>
                <a:lnTo>
                  <a:pt x="180975" y="1057275"/>
                </a:lnTo>
                <a:lnTo>
                  <a:pt x="180975" y="1076325"/>
                </a:lnTo>
                <a:lnTo>
                  <a:pt x="161925" y="1076325"/>
                </a:lnTo>
                <a:lnTo>
                  <a:pt x="161925" y="1066800"/>
                </a:lnTo>
                <a:lnTo>
                  <a:pt x="171450" y="1066800"/>
                </a:lnTo>
                <a:close/>
                <a:moveTo>
                  <a:pt x="428625" y="1057275"/>
                </a:moveTo>
                <a:lnTo>
                  <a:pt x="438150" y="1057275"/>
                </a:lnTo>
                <a:lnTo>
                  <a:pt x="438150" y="1066800"/>
                </a:lnTo>
                <a:lnTo>
                  <a:pt x="428625" y="1066800"/>
                </a:lnTo>
                <a:close/>
                <a:moveTo>
                  <a:pt x="1381125" y="1057275"/>
                </a:moveTo>
                <a:lnTo>
                  <a:pt x="1390650" y="1057275"/>
                </a:lnTo>
                <a:lnTo>
                  <a:pt x="1390650" y="1066800"/>
                </a:lnTo>
                <a:lnTo>
                  <a:pt x="1381125" y="1066800"/>
                </a:lnTo>
                <a:close/>
                <a:moveTo>
                  <a:pt x="1152525" y="1066800"/>
                </a:moveTo>
                <a:lnTo>
                  <a:pt x="1162050" y="1066800"/>
                </a:lnTo>
                <a:lnTo>
                  <a:pt x="1162050" y="1085850"/>
                </a:lnTo>
                <a:lnTo>
                  <a:pt x="1152525" y="1085850"/>
                </a:lnTo>
                <a:close/>
                <a:moveTo>
                  <a:pt x="419100" y="1076325"/>
                </a:moveTo>
                <a:lnTo>
                  <a:pt x="428625" y="1076325"/>
                </a:lnTo>
                <a:lnTo>
                  <a:pt x="428625" y="1085850"/>
                </a:lnTo>
                <a:lnTo>
                  <a:pt x="419100" y="1085850"/>
                </a:lnTo>
                <a:close/>
                <a:moveTo>
                  <a:pt x="1066800" y="1076325"/>
                </a:moveTo>
                <a:lnTo>
                  <a:pt x="1076325" y="1076325"/>
                </a:lnTo>
                <a:lnTo>
                  <a:pt x="1076325" y="1085850"/>
                </a:lnTo>
                <a:lnTo>
                  <a:pt x="1066800" y="1085850"/>
                </a:lnTo>
                <a:close/>
                <a:moveTo>
                  <a:pt x="1133475" y="1076325"/>
                </a:moveTo>
                <a:lnTo>
                  <a:pt x="1143000" y="1076325"/>
                </a:lnTo>
                <a:lnTo>
                  <a:pt x="1143000" y="1085850"/>
                </a:lnTo>
                <a:lnTo>
                  <a:pt x="1133475" y="1085850"/>
                </a:lnTo>
                <a:close/>
                <a:moveTo>
                  <a:pt x="1466850" y="1076325"/>
                </a:moveTo>
                <a:lnTo>
                  <a:pt x="1485900" y="1076325"/>
                </a:lnTo>
                <a:lnTo>
                  <a:pt x="1485900" y="1104900"/>
                </a:lnTo>
                <a:lnTo>
                  <a:pt x="1466850" y="1104900"/>
                </a:lnTo>
                <a:lnTo>
                  <a:pt x="1466850" y="1114425"/>
                </a:lnTo>
                <a:lnTo>
                  <a:pt x="1457325" y="1114425"/>
                </a:lnTo>
                <a:lnTo>
                  <a:pt x="1457325" y="1095375"/>
                </a:lnTo>
                <a:lnTo>
                  <a:pt x="1476375" y="1095375"/>
                </a:lnTo>
                <a:lnTo>
                  <a:pt x="1476375" y="1085850"/>
                </a:lnTo>
                <a:lnTo>
                  <a:pt x="1466850" y="1085850"/>
                </a:lnTo>
                <a:close/>
                <a:moveTo>
                  <a:pt x="1514475" y="1076325"/>
                </a:moveTo>
                <a:lnTo>
                  <a:pt x="1524000" y="1076325"/>
                </a:lnTo>
                <a:lnTo>
                  <a:pt x="1524000" y="1085850"/>
                </a:lnTo>
                <a:lnTo>
                  <a:pt x="1533525" y="1085850"/>
                </a:lnTo>
                <a:lnTo>
                  <a:pt x="1533525" y="1095375"/>
                </a:lnTo>
                <a:lnTo>
                  <a:pt x="1543050" y="1095375"/>
                </a:lnTo>
                <a:lnTo>
                  <a:pt x="1543050" y="1104900"/>
                </a:lnTo>
                <a:lnTo>
                  <a:pt x="1552575" y="1104900"/>
                </a:lnTo>
                <a:lnTo>
                  <a:pt x="1552575" y="1123950"/>
                </a:lnTo>
                <a:lnTo>
                  <a:pt x="1524000" y="1123950"/>
                </a:lnTo>
                <a:lnTo>
                  <a:pt x="1524000" y="1114425"/>
                </a:lnTo>
                <a:lnTo>
                  <a:pt x="1533525" y="1114425"/>
                </a:lnTo>
                <a:lnTo>
                  <a:pt x="1533525" y="1104900"/>
                </a:lnTo>
                <a:lnTo>
                  <a:pt x="1514475" y="1104900"/>
                </a:lnTo>
                <a:lnTo>
                  <a:pt x="1514475" y="1095375"/>
                </a:lnTo>
                <a:lnTo>
                  <a:pt x="1504950" y="1095375"/>
                </a:lnTo>
                <a:lnTo>
                  <a:pt x="1504950" y="1085850"/>
                </a:lnTo>
                <a:lnTo>
                  <a:pt x="1514475" y="1085850"/>
                </a:lnTo>
                <a:close/>
                <a:moveTo>
                  <a:pt x="400050" y="1085850"/>
                </a:moveTo>
                <a:lnTo>
                  <a:pt x="419100" y="1085850"/>
                </a:lnTo>
                <a:lnTo>
                  <a:pt x="419100" y="1095375"/>
                </a:lnTo>
                <a:lnTo>
                  <a:pt x="400050" y="1095375"/>
                </a:lnTo>
                <a:close/>
                <a:moveTo>
                  <a:pt x="552450" y="1095375"/>
                </a:moveTo>
                <a:lnTo>
                  <a:pt x="561975" y="1095375"/>
                </a:lnTo>
                <a:lnTo>
                  <a:pt x="561975" y="1104900"/>
                </a:lnTo>
                <a:lnTo>
                  <a:pt x="552450" y="1104900"/>
                </a:lnTo>
                <a:close/>
                <a:moveTo>
                  <a:pt x="523875" y="1114425"/>
                </a:moveTo>
                <a:lnTo>
                  <a:pt x="533400" y="1114425"/>
                </a:lnTo>
                <a:lnTo>
                  <a:pt x="533400" y="1123950"/>
                </a:lnTo>
                <a:lnTo>
                  <a:pt x="523875" y="1123950"/>
                </a:lnTo>
                <a:close/>
                <a:moveTo>
                  <a:pt x="533400" y="1123950"/>
                </a:moveTo>
                <a:lnTo>
                  <a:pt x="542925" y="1123950"/>
                </a:lnTo>
                <a:lnTo>
                  <a:pt x="542925" y="1133475"/>
                </a:lnTo>
                <a:lnTo>
                  <a:pt x="571500" y="1133475"/>
                </a:lnTo>
                <a:lnTo>
                  <a:pt x="571500" y="1123950"/>
                </a:lnTo>
                <a:lnTo>
                  <a:pt x="590550" y="1123950"/>
                </a:lnTo>
                <a:lnTo>
                  <a:pt x="590550" y="1133475"/>
                </a:lnTo>
                <a:lnTo>
                  <a:pt x="571500" y="1133475"/>
                </a:lnTo>
                <a:lnTo>
                  <a:pt x="571500" y="1143000"/>
                </a:lnTo>
                <a:lnTo>
                  <a:pt x="561975" y="1143000"/>
                </a:lnTo>
                <a:lnTo>
                  <a:pt x="561975" y="1162050"/>
                </a:lnTo>
                <a:lnTo>
                  <a:pt x="552450" y="1162050"/>
                </a:lnTo>
                <a:lnTo>
                  <a:pt x="552450" y="1152525"/>
                </a:lnTo>
                <a:lnTo>
                  <a:pt x="542925" y="1152525"/>
                </a:lnTo>
                <a:lnTo>
                  <a:pt x="542925" y="1143000"/>
                </a:lnTo>
                <a:lnTo>
                  <a:pt x="533400" y="1143000"/>
                </a:lnTo>
                <a:close/>
                <a:moveTo>
                  <a:pt x="1066800" y="1123950"/>
                </a:moveTo>
                <a:lnTo>
                  <a:pt x="1076325" y="1123950"/>
                </a:lnTo>
                <a:lnTo>
                  <a:pt x="1076325" y="1133475"/>
                </a:lnTo>
                <a:lnTo>
                  <a:pt x="1066800" y="1133475"/>
                </a:lnTo>
                <a:close/>
                <a:moveTo>
                  <a:pt x="1600200" y="1123950"/>
                </a:moveTo>
                <a:lnTo>
                  <a:pt x="1609725" y="1123950"/>
                </a:lnTo>
                <a:lnTo>
                  <a:pt x="1609725" y="1133475"/>
                </a:lnTo>
                <a:lnTo>
                  <a:pt x="1600200" y="1133475"/>
                </a:lnTo>
                <a:close/>
                <a:moveTo>
                  <a:pt x="1057275" y="1133475"/>
                </a:moveTo>
                <a:lnTo>
                  <a:pt x="1066800" y="1133475"/>
                </a:lnTo>
                <a:lnTo>
                  <a:pt x="1066800" y="1143000"/>
                </a:lnTo>
                <a:lnTo>
                  <a:pt x="1057275" y="1143000"/>
                </a:lnTo>
                <a:close/>
                <a:moveTo>
                  <a:pt x="600075" y="1143000"/>
                </a:moveTo>
                <a:lnTo>
                  <a:pt x="609600" y="1143000"/>
                </a:lnTo>
                <a:lnTo>
                  <a:pt x="609600" y="1152525"/>
                </a:lnTo>
                <a:lnTo>
                  <a:pt x="600075" y="1152525"/>
                </a:lnTo>
                <a:close/>
                <a:moveTo>
                  <a:pt x="1047750" y="1143000"/>
                </a:moveTo>
                <a:lnTo>
                  <a:pt x="1057275" y="1143000"/>
                </a:lnTo>
                <a:lnTo>
                  <a:pt x="1057275" y="1152525"/>
                </a:lnTo>
                <a:lnTo>
                  <a:pt x="1047750" y="1152525"/>
                </a:lnTo>
                <a:close/>
                <a:moveTo>
                  <a:pt x="523875" y="1152525"/>
                </a:moveTo>
                <a:lnTo>
                  <a:pt x="533400" y="1152525"/>
                </a:lnTo>
                <a:lnTo>
                  <a:pt x="533400" y="1162050"/>
                </a:lnTo>
                <a:lnTo>
                  <a:pt x="523875" y="1162050"/>
                </a:lnTo>
                <a:close/>
                <a:moveTo>
                  <a:pt x="1038225" y="1152525"/>
                </a:moveTo>
                <a:lnTo>
                  <a:pt x="1047750" y="1152525"/>
                </a:lnTo>
                <a:lnTo>
                  <a:pt x="1047750" y="1171575"/>
                </a:lnTo>
                <a:lnTo>
                  <a:pt x="1038225" y="1171575"/>
                </a:lnTo>
                <a:close/>
                <a:moveTo>
                  <a:pt x="0" y="1162050"/>
                </a:moveTo>
                <a:lnTo>
                  <a:pt x="9525" y="1162050"/>
                </a:lnTo>
                <a:lnTo>
                  <a:pt x="9525" y="1171575"/>
                </a:lnTo>
                <a:lnTo>
                  <a:pt x="0" y="1171575"/>
                </a:lnTo>
                <a:close/>
                <a:moveTo>
                  <a:pt x="438150" y="1162050"/>
                </a:moveTo>
                <a:lnTo>
                  <a:pt x="457200" y="1162050"/>
                </a:lnTo>
                <a:lnTo>
                  <a:pt x="457200" y="1171575"/>
                </a:lnTo>
                <a:lnTo>
                  <a:pt x="447675" y="1171575"/>
                </a:lnTo>
                <a:lnTo>
                  <a:pt x="447675" y="1181100"/>
                </a:lnTo>
                <a:lnTo>
                  <a:pt x="438150" y="1181100"/>
                </a:lnTo>
                <a:close/>
                <a:moveTo>
                  <a:pt x="1600200" y="1162050"/>
                </a:moveTo>
                <a:lnTo>
                  <a:pt x="1609725" y="1162050"/>
                </a:lnTo>
                <a:lnTo>
                  <a:pt x="1609725" y="1171575"/>
                </a:lnTo>
                <a:lnTo>
                  <a:pt x="1600200" y="1171575"/>
                </a:lnTo>
                <a:close/>
                <a:moveTo>
                  <a:pt x="1123950" y="1190625"/>
                </a:moveTo>
                <a:lnTo>
                  <a:pt x="1133475" y="1190625"/>
                </a:lnTo>
                <a:lnTo>
                  <a:pt x="1133475" y="1200150"/>
                </a:lnTo>
                <a:lnTo>
                  <a:pt x="1123950" y="1200150"/>
                </a:lnTo>
                <a:close/>
                <a:moveTo>
                  <a:pt x="447675" y="1200150"/>
                </a:moveTo>
                <a:lnTo>
                  <a:pt x="457200" y="1200150"/>
                </a:lnTo>
                <a:lnTo>
                  <a:pt x="457200" y="1209675"/>
                </a:lnTo>
                <a:lnTo>
                  <a:pt x="447675" y="1209675"/>
                </a:lnTo>
                <a:close/>
                <a:moveTo>
                  <a:pt x="1562100" y="1228725"/>
                </a:moveTo>
                <a:lnTo>
                  <a:pt x="1571625" y="1228725"/>
                </a:lnTo>
                <a:lnTo>
                  <a:pt x="1571625" y="1247775"/>
                </a:lnTo>
                <a:lnTo>
                  <a:pt x="1562100" y="1247775"/>
                </a:lnTo>
                <a:close/>
                <a:moveTo>
                  <a:pt x="1476375" y="1238250"/>
                </a:moveTo>
                <a:lnTo>
                  <a:pt x="1485900" y="1238250"/>
                </a:lnTo>
                <a:lnTo>
                  <a:pt x="1485900" y="1257300"/>
                </a:lnTo>
                <a:lnTo>
                  <a:pt x="1476375" y="1257300"/>
                </a:lnTo>
                <a:close/>
                <a:moveTo>
                  <a:pt x="1019175" y="1285875"/>
                </a:moveTo>
                <a:lnTo>
                  <a:pt x="1038225" y="1285875"/>
                </a:lnTo>
                <a:lnTo>
                  <a:pt x="1038225" y="1295400"/>
                </a:lnTo>
                <a:lnTo>
                  <a:pt x="1019175" y="1295400"/>
                </a:lnTo>
                <a:close/>
                <a:moveTo>
                  <a:pt x="1466850" y="1285875"/>
                </a:moveTo>
                <a:lnTo>
                  <a:pt x="1476375" y="1285875"/>
                </a:lnTo>
                <a:lnTo>
                  <a:pt x="1476375" y="1295400"/>
                </a:lnTo>
                <a:lnTo>
                  <a:pt x="1466850" y="1295400"/>
                </a:lnTo>
                <a:close/>
                <a:moveTo>
                  <a:pt x="38100" y="1295400"/>
                </a:moveTo>
                <a:lnTo>
                  <a:pt x="47625" y="1295400"/>
                </a:lnTo>
                <a:lnTo>
                  <a:pt x="47625" y="1304925"/>
                </a:lnTo>
                <a:lnTo>
                  <a:pt x="38100" y="1304925"/>
                </a:lnTo>
                <a:close/>
                <a:moveTo>
                  <a:pt x="209550" y="1295400"/>
                </a:moveTo>
                <a:lnTo>
                  <a:pt x="219075" y="1295400"/>
                </a:lnTo>
                <a:lnTo>
                  <a:pt x="219075" y="1314450"/>
                </a:lnTo>
                <a:lnTo>
                  <a:pt x="209550" y="1314450"/>
                </a:lnTo>
                <a:close/>
                <a:moveTo>
                  <a:pt x="0" y="1304925"/>
                </a:moveTo>
                <a:lnTo>
                  <a:pt x="9525" y="1304925"/>
                </a:lnTo>
                <a:lnTo>
                  <a:pt x="9525" y="1314450"/>
                </a:lnTo>
                <a:lnTo>
                  <a:pt x="19050" y="1314450"/>
                </a:lnTo>
                <a:lnTo>
                  <a:pt x="19050" y="1323975"/>
                </a:lnTo>
                <a:lnTo>
                  <a:pt x="0" y="1323975"/>
                </a:lnTo>
                <a:close/>
                <a:moveTo>
                  <a:pt x="1095375" y="1304925"/>
                </a:moveTo>
                <a:lnTo>
                  <a:pt x="1104900" y="1304925"/>
                </a:lnTo>
                <a:lnTo>
                  <a:pt x="1104900" y="1333500"/>
                </a:lnTo>
                <a:lnTo>
                  <a:pt x="1095375" y="1333500"/>
                </a:lnTo>
                <a:close/>
                <a:moveTo>
                  <a:pt x="1143000" y="1304925"/>
                </a:moveTo>
                <a:lnTo>
                  <a:pt x="1152525" y="1304925"/>
                </a:lnTo>
                <a:lnTo>
                  <a:pt x="1152525" y="1323975"/>
                </a:lnTo>
                <a:lnTo>
                  <a:pt x="1143000" y="1323975"/>
                </a:lnTo>
                <a:lnTo>
                  <a:pt x="1143000" y="1333500"/>
                </a:lnTo>
                <a:lnTo>
                  <a:pt x="1123950" y="1333500"/>
                </a:lnTo>
                <a:lnTo>
                  <a:pt x="1123950" y="1343025"/>
                </a:lnTo>
                <a:lnTo>
                  <a:pt x="1114425" y="1343025"/>
                </a:lnTo>
                <a:lnTo>
                  <a:pt x="1114425" y="1323975"/>
                </a:lnTo>
                <a:lnTo>
                  <a:pt x="1133475" y="1323975"/>
                </a:lnTo>
                <a:lnTo>
                  <a:pt x="1133475" y="1314450"/>
                </a:lnTo>
                <a:lnTo>
                  <a:pt x="1143000" y="1314450"/>
                </a:lnTo>
                <a:close/>
                <a:moveTo>
                  <a:pt x="171450" y="1323975"/>
                </a:moveTo>
                <a:lnTo>
                  <a:pt x="180975" y="1323975"/>
                </a:lnTo>
                <a:lnTo>
                  <a:pt x="180975" y="1333500"/>
                </a:lnTo>
                <a:lnTo>
                  <a:pt x="171450" y="1333500"/>
                </a:lnTo>
                <a:close/>
                <a:moveTo>
                  <a:pt x="523875" y="1323975"/>
                </a:moveTo>
                <a:lnTo>
                  <a:pt x="533400" y="1323975"/>
                </a:lnTo>
                <a:lnTo>
                  <a:pt x="533400" y="1343025"/>
                </a:lnTo>
                <a:lnTo>
                  <a:pt x="523875" y="1343025"/>
                </a:lnTo>
                <a:close/>
                <a:moveTo>
                  <a:pt x="723900" y="1323975"/>
                </a:moveTo>
                <a:lnTo>
                  <a:pt x="733425" y="1323975"/>
                </a:lnTo>
                <a:lnTo>
                  <a:pt x="733425" y="1352550"/>
                </a:lnTo>
                <a:lnTo>
                  <a:pt x="723900" y="1352550"/>
                </a:lnTo>
                <a:close/>
                <a:moveTo>
                  <a:pt x="581025" y="1333500"/>
                </a:moveTo>
                <a:lnTo>
                  <a:pt x="590550" y="1333500"/>
                </a:lnTo>
                <a:lnTo>
                  <a:pt x="590550" y="1343025"/>
                </a:lnTo>
                <a:lnTo>
                  <a:pt x="581025" y="1343025"/>
                </a:lnTo>
                <a:close/>
                <a:moveTo>
                  <a:pt x="914400" y="1333500"/>
                </a:moveTo>
                <a:lnTo>
                  <a:pt x="923925" y="1333500"/>
                </a:lnTo>
                <a:lnTo>
                  <a:pt x="923925" y="1343025"/>
                </a:lnTo>
                <a:lnTo>
                  <a:pt x="914400" y="1343025"/>
                </a:lnTo>
                <a:close/>
                <a:moveTo>
                  <a:pt x="1143000" y="1343025"/>
                </a:moveTo>
                <a:lnTo>
                  <a:pt x="1152525" y="1343025"/>
                </a:lnTo>
                <a:lnTo>
                  <a:pt x="1152525" y="1352550"/>
                </a:lnTo>
                <a:lnTo>
                  <a:pt x="1143000" y="1352550"/>
                </a:lnTo>
                <a:close/>
                <a:moveTo>
                  <a:pt x="152400" y="1352550"/>
                </a:moveTo>
                <a:lnTo>
                  <a:pt x="161925" y="1352550"/>
                </a:lnTo>
                <a:lnTo>
                  <a:pt x="161925" y="1362075"/>
                </a:lnTo>
                <a:lnTo>
                  <a:pt x="152400" y="1362075"/>
                </a:lnTo>
                <a:close/>
                <a:moveTo>
                  <a:pt x="504825" y="1352550"/>
                </a:moveTo>
                <a:lnTo>
                  <a:pt x="514350" y="1352550"/>
                </a:lnTo>
                <a:lnTo>
                  <a:pt x="514350" y="1362075"/>
                </a:lnTo>
                <a:lnTo>
                  <a:pt x="504825" y="1362075"/>
                </a:lnTo>
                <a:close/>
                <a:moveTo>
                  <a:pt x="590550" y="1352550"/>
                </a:moveTo>
                <a:lnTo>
                  <a:pt x="619125" y="1352550"/>
                </a:lnTo>
                <a:lnTo>
                  <a:pt x="619125" y="1362075"/>
                </a:lnTo>
                <a:lnTo>
                  <a:pt x="590550" y="1362075"/>
                </a:lnTo>
                <a:close/>
                <a:moveTo>
                  <a:pt x="1133475" y="1352550"/>
                </a:moveTo>
                <a:lnTo>
                  <a:pt x="1143000" y="1352550"/>
                </a:lnTo>
                <a:lnTo>
                  <a:pt x="1143000" y="1362075"/>
                </a:lnTo>
                <a:lnTo>
                  <a:pt x="1133475" y="1362075"/>
                </a:lnTo>
                <a:close/>
                <a:moveTo>
                  <a:pt x="1181100" y="1352550"/>
                </a:moveTo>
                <a:lnTo>
                  <a:pt x="1190625" y="1352550"/>
                </a:lnTo>
                <a:lnTo>
                  <a:pt x="1190625" y="1362075"/>
                </a:lnTo>
                <a:lnTo>
                  <a:pt x="1181100" y="1362075"/>
                </a:lnTo>
                <a:close/>
                <a:moveTo>
                  <a:pt x="1200150" y="1352550"/>
                </a:moveTo>
                <a:lnTo>
                  <a:pt x="1209675" y="1352550"/>
                </a:lnTo>
                <a:lnTo>
                  <a:pt x="1209675" y="1362075"/>
                </a:lnTo>
                <a:lnTo>
                  <a:pt x="1200150" y="1362075"/>
                </a:lnTo>
                <a:close/>
              </a:path>
            </a:pathLst>
          </a:custGeom>
          <a:solidFill xmlns:a="http://schemas.openxmlformats.org/drawingml/2006/main">
            <a:srgbClr val="FAFAF6"/>
          </a:solidFill>
          <a:ln xmlns:a="http://schemas.openxmlformats.org/drawingml/2006/main" w="0">
            <a:noFill/>
          </a:ln>
        </p:spPr>
      </p:sp>
      <p:sp>
        <p:nvSpPr>
          <p:cNvPr id="19" name="turno1 vector #fbf9f5">
            <a:extLst xmlns:a="http://schemas.openxmlformats.org/drawingml/2006/main">
              <a:ext uri="{FF2B5EF4-FFF2-40B4-BE49-F238E27FC236}">
                <a16:creationId xmlns:a16="http://schemas.microsoft.com/office/drawing/2014/main" id="{461BAE34-7DB8-4BCD-BC4B-0EBEA8CB88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2025" y="2752725"/>
            <a:ext cx="2476500" cy="2095500"/>
          </a:xfrm>
          <a:custGeom xmlns:a="http://schemas.openxmlformats.org/drawingml/2006/main">
            <a:pathLst>
              <a:path w="1609725" h="1362075">
                <a:moveTo>
                  <a:pt x="1457325" y="0"/>
                </a:moveTo>
                <a:lnTo>
                  <a:pt x="1466850" y="0"/>
                </a:lnTo>
                <a:lnTo>
                  <a:pt x="1466850" y="9525"/>
                </a:lnTo>
                <a:lnTo>
                  <a:pt x="1457325" y="9525"/>
                </a:lnTo>
                <a:close/>
                <a:moveTo>
                  <a:pt x="1438275" y="19050"/>
                </a:moveTo>
                <a:lnTo>
                  <a:pt x="1447800" y="19050"/>
                </a:lnTo>
                <a:lnTo>
                  <a:pt x="1447800" y="38100"/>
                </a:lnTo>
                <a:lnTo>
                  <a:pt x="1438275" y="38100"/>
                </a:lnTo>
                <a:close/>
                <a:moveTo>
                  <a:pt x="466725" y="38100"/>
                </a:moveTo>
                <a:lnTo>
                  <a:pt x="476250" y="38100"/>
                </a:lnTo>
                <a:lnTo>
                  <a:pt x="476250" y="47625"/>
                </a:lnTo>
                <a:lnTo>
                  <a:pt x="466725" y="47625"/>
                </a:lnTo>
                <a:close/>
                <a:moveTo>
                  <a:pt x="1447800" y="38100"/>
                </a:moveTo>
                <a:lnTo>
                  <a:pt x="1457325" y="38100"/>
                </a:lnTo>
                <a:lnTo>
                  <a:pt x="1457325" y="47625"/>
                </a:lnTo>
                <a:lnTo>
                  <a:pt x="1447800" y="47625"/>
                </a:lnTo>
                <a:close/>
                <a:moveTo>
                  <a:pt x="1466850" y="38100"/>
                </a:moveTo>
                <a:lnTo>
                  <a:pt x="1485900" y="38100"/>
                </a:lnTo>
                <a:lnTo>
                  <a:pt x="1485900" y="57150"/>
                </a:lnTo>
                <a:lnTo>
                  <a:pt x="1466850" y="57150"/>
                </a:lnTo>
                <a:close/>
                <a:moveTo>
                  <a:pt x="28575" y="47625"/>
                </a:moveTo>
                <a:lnTo>
                  <a:pt x="38100" y="47625"/>
                </a:lnTo>
                <a:lnTo>
                  <a:pt x="38100" y="57150"/>
                </a:lnTo>
                <a:lnTo>
                  <a:pt x="28575" y="57150"/>
                </a:lnTo>
                <a:close/>
                <a:moveTo>
                  <a:pt x="1495425" y="47625"/>
                </a:moveTo>
                <a:lnTo>
                  <a:pt x="1504950" y="47625"/>
                </a:lnTo>
                <a:lnTo>
                  <a:pt x="1504950" y="57150"/>
                </a:lnTo>
                <a:lnTo>
                  <a:pt x="1495425" y="57150"/>
                </a:lnTo>
                <a:close/>
                <a:moveTo>
                  <a:pt x="695325" y="66675"/>
                </a:moveTo>
                <a:lnTo>
                  <a:pt x="704850" y="66675"/>
                </a:lnTo>
                <a:lnTo>
                  <a:pt x="704850" y="76200"/>
                </a:lnTo>
                <a:lnTo>
                  <a:pt x="695325" y="76200"/>
                </a:lnTo>
                <a:close/>
                <a:moveTo>
                  <a:pt x="152400" y="95250"/>
                </a:moveTo>
                <a:lnTo>
                  <a:pt x="161925" y="95250"/>
                </a:lnTo>
                <a:lnTo>
                  <a:pt x="161925" y="104775"/>
                </a:lnTo>
                <a:lnTo>
                  <a:pt x="152400" y="104775"/>
                </a:lnTo>
                <a:close/>
                <a:moveTo>
                  <a:pt x="1600200" y="95250"/>
                </a:moveTo>
                <a:lnTo>
                  <a:pt x="1609725" y="95250"/>
                </a:lnTo>
                <a:lnTo>
                  <a:pt x="1609725" y="104775"/>
                </a:lnTo>
                <a:lnTo>
                  <a:pt x="1600200" y="104775"/>
                </a:lnTo>
                <a:close/>
                <a:moveTo>
                  <a:pt x="161925" y="104775"/>
                </a:moveTo>
                <a:lnTo>
                  <a:pt x="171450" y="104775"/>
                </a:lnTo>
                <a:lnTo>
                  <a:pt x="171450" y="114300"/>
                </a:lnTo>
                <a:lnTo>
                  <a:pt x="161925" y="114300"/>
                </a:lnTo>
                <a:close/>
                <a:moveTo>
                  <a:pt x="85725" y="114300"/>
                </a:moveTo>
                <a:lnTo>
                  <a:pt x="95250" y="114300"/>
                </a:lnTo>
                <a:lnTo>
                  <a:pt x="95250" y="142875"/>
                </a:lnTo>
                <a:lnTo>
                  <a:pt x="85725" y="142875"/>
                </a:lnTo>
                <a:close/>
                <a:moveTo>
                  <a:pt x="1371600" y="114300"/>
                </a:moveTo>
                <a:lnTo>
                  <a:pt x="1390650" y="114300"/>
                </a:lnTo>
                <a:lnTo>
                  <a:pt x="1390650" y="133350"/>
                </a:lnTo>
                <a:lnTo>
                  <a:pt x="1371600" y="133350"/>
                </a:lnTo>
                <a:lnTo>
                  <a:pt x="1371600" y="142875"/>
                </a:lnTo>
                <a:lnTo>
                  <a:pt x="1362075" y="142875"/>
                </a:lnTo>
                <a:lnTo>
                  <a:pt x="1362075" y="123825"/>
                </a:lnTo>
                <a:lnTo>
                  <a:pt x="1371600" y="123825"/>
                </a:lnTo>
                <a:close/>
                <a:moveTo>
                  <a:pt x="28575" y="142875"/>
                </a:moveTo>
                <a:lnTo>
                  <a:pt x="47625" y="142875"/>
                </a:lnTo>
                <a:lnTo>
                  <a:pt x="47625" y="152400"/>
                </a:lnTo>
                <a:lnTo>
                  <a:pt x="38100" y="152400"/>
                </a:lnTo>
                <a:lnTo>
                  <a:pt x="38100" y="161925"/>
                </a:lnTo>
                <a:lnTo>
                  <a:pt x="28575" y="161925"/>
                </a:lnTo>
                <a:close/>
                <a:moveTo>
                  <a:pt x="76200" y="142875"/>
                </a:moveTo>
                <a:lnTo>
                  <a:pt x="85725" y="142875"/>
                </a:lnTo>
                <a:lnTo>
                  <a:pt x="85725" y="152400"/>
                </a:lnTo>
                <a:lnTo>
                  <a:pt x="76200" y="152400"/>
                </a:lnTo>
                <a:close/>
                <a:moveTo>
                  <a:pt x="104775" y="152400"/>
                </a:moveTo>
                <a:lnTo>
                  <a:pt x="114300" y="152400"/>
                </a:lnTo>
                <a:lnTo>
                  <a:pt x="114300" y="161925"/>
                </a:lnTo>
                <a:lnTo>
                  <a:pt x="104775" y="161925"/>
                </a:lnTo>
                <a:close/>
                <a:moveTo>
                  <a:pt x="657225" y="152400"/>
                </a:moveTo>
                <a:lnTo>
                  <a:pt x="666750" y="152400"/>
                </a:lnTo>
                <a:lnTo>
                  <a:pt x="666750" y="180975"/>
                </a:lnTo>
                <a:lnTo>
                  <a:pt x="657225" y="180975"/>
                </a:lnTo>
                <a:lnTo>
                  <a:pt x="657225" y="171450"/>
                </a:lnTo>
                <a:lnTo>
                  <a:pt x="647700" y="171450"/>
                </a:lnTo>
                <a:lnTo>
                  <a:pt x="647700" y="161925"/>
                </a:lnTo>
                <a:lnTo>
                  <a:pt x="657225" y="161925"/>
                </a:lnTo>
                <a:close/>
                <a:moveTo>
                  <a:pt x="981075" y="152400"/>
                </a:moveTo>
                <a:lnTo>
                  <a:pt x="990600" y="152400"/>
                </a:lnTo>
                <a:lnTo>
                  <a:pt x="990600" y="180975"/>
                </a:lnTo>
                <a:lnTo>
                  <a:pt x="981075" y="180975"/>
                </a:lnTo>
                <a:close/>
                <a:moveTo>
                  <a:pt x="1590675" y="161925"/>
                </a:moveTo>
                <a:lnTo>
                  <a:pt x="1609725" y="161925"/>
                </a:lnTo>
                <a:lnTo>
                  <a:pt x="1609725" y="171450"/>
                </a:lnTo>
                <a:lnTo>
                  <a:pt x="1590675" y="171450"/>
                </a:lnTo>
                <a:close/>
                <a:moveTo>
                  <a:pt x="9525" y="171450"/>
                </a:moveTo>
                <a:lnTo>
                  <a:pt x="19050" y="171450"/>
                </a:lnTo>
                <a:lnTo>
                  <a:pt x="19050" y="180975"/>
                </a:lnTo>
                <a:lnTo>
                  <a:pt x="9525" y="180975"/>
                </a:lnTo>
                <a:close/>
                <a:moveTo>
                  <a:pt x="47625" y="171450"/>
                </a:moveTo>
                <a:lnTo>
                  <a:pt x="57150" y="171450"/>
                </a:lnTo>
                <a:lnTo>
                  <a:pt x="57150" y="180975"/>
                </a:lnTo>
                <a:lnTo>
                  <a:pt x="47625" y="180975"/>
                </a:lnTo>
                <a:close/>
                <a:moveTo>
                  <a:pt x="104775" y="171450"/>
                </a:moveTo>
                <a:lnTo>
                  <a:pt x="114300" y="171450"/>
                </a:lnTo>
                <a:lnTo>
                  <a:pt x="114300" y="180975"/>
                </a:lnTo>
                <a:lnTo>
                  <a:pt x="104775" y="180975"/>
                </a:lnTo>
                <a:close/>
                <a:moveTo>
                  <a:pt x="133350" y="171450"/>
                </a:moveTo>
                <a:lnTo>
                  <a:pt x="142875" y="171450"/>
                </a:lnTo>
                <a:lnTo>
                  <a:pt x="142875" y="180975"/>
                </a:lnTo>
                <a:lnTo>
                  <a:pt x="133350" y="180975"/>
                </a:lnTo>
                <a:close/>
                <a:moveTo>
                  <a:pt x="628650" y="171450"/>
                </a:moveTo>
                <a:lnTo>
                  <a:pt x="638175" y="171450"/>
                </a:lnTo>
                <a:lnTo>
                  <a:pt x="638175" y="190500"/>
                </a:lnTo>
                <a:lnTo>
                  <a:pt x="628650" y="190500"/>
                </a:lnTo>
                <a:close/>
                <a:moveTo>
                  <a:pt x="19050" y="180975"/>
                </a:moveTo>
                <a:lnTo>
                  <a:pt x="28575" y="180975"/>
                </a:lnTo>
                <a:lnTo>
                  <a:pt x="28575" y="190500"/>
                </a:lnTo>
                <a:lnTo>
                  <a:pt x="47625" y="190500"/>
                </a:lnTo>
                <a:lnTo>
                  <a:pt x="47625" y="200025"/>
                </a:lnTo>
                <a:lnTo>
                  <a:pt x="19050" y="200025"/>
                </a:lnTo>
                <a:close/>
                <a:moveTo>
                  <a:pt x="1590675" y="180975"/>
                </a:moveTo>
                <a:lnTo>
                  <a:pt x="1600200" y="180975"/>
                </a:lnTo>
                <a:lnTo>
                  <a:pt x="1600200" y="190500"/>
                </a:lnTo>
                <a:lnTo>
                  <a:pt x="1590675" y="190500"/>
                </a:lnTo>
                <a:close/>
                <a:moveTo>
                  <a:pt x="638175" y="190500"/>
                </a:moveTo>
                <a:lnTo>
                  <a:pt x="647700" y="190500"/>
                </a:lnTo>
                <a:lnTo>
                  <a:pt x="647700" y="200025"/>
                </a:lnTo>
                <a:lnTo>
                  <a:pt x="638175" y="200025"/>
                </a:lnTo>
                <a:close/>
                <a:moveTo>
                  <a:pt x="1600200" y="190500"/>
                </a:moveTo>
                <a:lnTo>
                  <a:pt x="1609725" y="190500"/>
                </a:lnTo>
                <a:lnTo>
                  <a:pt x="1609725" y="200025"/>
                </a:lnTo>
                <a:lnTo>
                  <a:pt x="1600200" y="200025"/>
                </a:lnTo>
                <a:close/>
                <a:moveTo>
                  <a:pt x="1362075" y="276225"/>
                </a:moveTo>
                <a:lnTo>
                  <a:pt x="1371600" y="276225"/>
                </a:lnTo>
                <a:lnTo>
                  <a:pt x="1371600" y="285750"/>
                </a:lnTo>
                <a:lnTo>
                  <a:pt x="1362075" y="285750"/>
                </a:lnTo>
                <a:close/>
                <a:moveTo>
                  <a:pt x="0" y="304800"/>
                </a:moveTo>
                <a:lnTo>
                  <a:pt x="19050" y="304800"/>
                </a:lnTo>
                <a:lnTo>
                  <a:pt x="19050" y="323850"/>
                </a:lnTo>
                <a:lnTo>
                  <a:pt x="0" y="323850"/>
                </a:lnTo>
                <a:close/>
                <a:moveTo>
                  <a:pt x="1095375" y="304800"/>
                </a:moveTo>
                <a:lnTo>
                  <a:pt x="1104900" y="304800"/>
                </a:lnTo>
                <a:lnTo>
                  <a:pt x="1104900" y="314325"/>
                </a:lnTo>
                <a:lnTo>
                  <a:pt x="1095375" y="314325"/>
                </a:lnTo>
                <a:close/>
                <a:moveTo>
                  <a:pt x="942975" y="323850"/>
                </a:moveTo>
                <a:lnTo>
                  <a:pt x="971550" y="323850"/>
                </a:lnTo>
                <a:lnTo>
                  <a:pt x="971550" y="333375"/>
                </a:lnTo>
                <a:lnTo>
                  <a:pt x="942975" y="333375"/>
                </a:lnTo>
                <a:close/>
                <a:moveTo>
                  <a:pt x="1543050" y="323850"/>
                </a:moveTo>
                <a:lnTo>
                  <a:pt x="1562100" y="323850"/>
                </a:lnTo>
                <a:lnTo>
                  <a:pt x="1562100" y="333375"/>
                </a:lnTo>
                <a:lnTo>
                  <a:pt x="1543050" y="333375"/>
                </a:lnTo>
                <a:close/>
                <a:moveTo>
                  <a:pt x="409575" y="361950"/>
                </a:moveTo>
                <a:lnTo>
                  <a:pt x="438150" y="361950"/>
                </a:lnTo>
                <a:lnTo>
                  <a:pt x="438150" y="371475"/>
                </a:lnTo>
                <a:lnTo>
                  <a:pt x="409575" y="371475"/>
                </a:lnTo>
                <a:close/>
                <a:moveTo>
                  <a:pt x="552450" y="361950"/>
                </a:moveTo>
                <a:lnTo>
                  <a:pt x="561975" y="361950"/>
                </a:lnTo>
                <a:lnTo>
                  <a:pt x="561975" y="371475"/>
                </a:lnTo>
                <a:lnTo>
                  <a:pt x="571500" y="371475"/>
                </a:lnTo>
                <a:lnTo>
                  <a:pt x="571500" y="390525"/>
                </a:lnTo>
                <a:lnTo>
                  <a:pt x="561975" y="390525"/>
                </a:lnTo>
                <a:lnTo>
                  <a:pt x="561975" y="400050"/>
                </a:lnTo>
                <a:lnTo>
                  <a:pt x="542925" y="400050"/>
                </a:lnTo>
                <a:lnTo>
                  <a:pt x="542925" y="381000"/>
                </a:lnTo>
                <a:lnTo>
                  <a:pt x="552450" y="381000"/>
                </a:lnTo>
                <a:close/>
                <a:moveTo>
                  <a:pt x="1085850" y="381000"/>
                </a:moveTo>
                <a:lnTo>
                  <a:pt x="1095375" y="381000"/>
                </a:lnTo>
                <a:lnTo>
                  <a:pt x="1095375" y="390525"/>
                </a:lnTo>
                <a:lnTo>
                  <a:pt x="1085850" y="390525"/>
                </a:lnTo>
                <a:close/>
                <a:moveTo>
                  <a:pt x="1552575" y="390525"/>
                </a:moveTo>
                <a:lnTo>
                  <a:pt x="1571625" y="390525"/>
                </a:lnTo>
                <a:lnTo>
                  <a:pt x="1571625" y="400050"/>
                </a:lnTo>
                <a:lnTo>
                  <a:pt x="1552575" y="400050"/>
                </a:lnTo>
                <a:close/>
                <a:moveTo>
                  <a:pt x="0" y="409575"/>
                </a:moveTo>
                <a:lnTo>
                  <a:pt x="19050" y="409575"/>
                </a:lnTo>
                <a:lnTo>
                  <a:pt x="19050" y="419100"/>
                </a:lnTo>
                <a:lnTo>
                  <a:pt x="28575" y="419100"/>
                </a:lnTo>
                <a:lnTo>
                  <a:pt x="28575" y="428625"/>
                </a:lnTo>
                <a:lnTo>
                  <a:pt x="0" y="428625"/>
                </a:lnTo>
                <a:close/>
                <a:moveTo>
                  <a:pt x="0" y="447675"/>
                </a:moveTo>
                <a:lnTo>
                  <a:pt x="9525" y="447675"/>
                </a:lnTo>
                <a:lnTo>
                  <a:pt x="9525" y="466725"/>
                </a:lnTo>
                <a:lnTo>
                  <a:pt x="0" y="466725"/>
                </a:lnTo>
                <a:close/>
                <a:moveTo>
                  <a:pt x="381000" y="457200"/>
                </a:moveTo>
                <a:lnTo>
                  <a:pt x="400050" y="457200"/>
                </a:lnTo>
                <a:lnTo>
                  <a:pt x="400050" y="476250"/>
                </a:lnTo>
                <a:lnTo>
                  <a:pt x="381000" y="476250"/>
                </a:lnTo>
                <a:close/>
                <a:moveTo>
                  <a:pt x="1438275" y="466725"/>
                </a:moveTo>
                <a:lnTo>
                  <a:pt x="1447800" y="466725"/>
                </a:lnTo>
                <a:lnTo>
                  <a:pt x="1447800" y="476250"/>
                </a:lnTo>
                <a:lnTo>
                  <a:pt x="1438275" y="476250"/>
                </a:lnTo>
                <a:close/>
                <a:moveTo>
                  <a:pt x="1219200" y="476250"/>
                </a:moveTo>
                <a:lnTo>
                  <a:pt x="1228725" y="476250"/>
                </a:lnTo>
                <a:lnTo>
                  <a:pt x="1228725" y="485775"/>
                </a:lnTo>
                <a:lnTo>
                  <a:pt x="1238250" y="485775"/>
                </a:lnTo>
                <a:lnTo>
                  <a:pt x="1238250" y="504825"/>
                </a:lnTo>
                <a:lnTo>
                  <a:pt x="1209675" y="504825"/>
                </a:lnTo>
                <a:lnTo>
                  <a:pt x="1209675" y="495300"/>
                </a:lnTo>
                <a:lnTo>
                  <a:pt x="1219200" y="495300"/>
                </a:lnTo>
                <a:close/>
                <a:moveTo>
                  <a:pt x="76200" y="485775"/>
                </a:moveTo>
                <a:lnTo>
                  <a:pt x="85725" y="485775"/>
                </a:lnTo>
                <a:lnTo>
                  <a:pt x="85725" y="504825"/>
                </a:lnTo>
                <a:lnTo>
                  <a:pt x="76200" y="504825"/>
                </a:lnTo>
                <a:close/>
                <a:moveTo>
                  <a:pt x="1266825" y="485775"/>
                </a:moveTo>
                <a:lnTo>
                  <a:pt x="1285875" y="485775"/>
                </a:lnTo>
                <a:lnTo>
                  <a:pt x="1285875" y="495300"/>
                </a:lnTo>
                <a:lnTo>
                  <a:pt x="1276350" y="495300"/>
                </a:lnTo>
                <a:lnTo>
                  <a:pt x="1276350" y="504825"/>
                </a:lnTo>
                <a:lnTo>
                  <a:pt x="1266825" y="504825"/>
                </a:lnTo>
                <a:close/>
                <a:moveTo>
                  <a:pt x="1019175" y="504825"/>
                </a:moveTo>
                <a:lnTo>
                  <a:pt x="1028700" y="504825"/>
                </a:lnTo>
                <a:lnTo>
                  <a:pt x="1028700" y="514350"/>
                </a:lnTo>
                <a:lnTo>
                  <a:pt x="1019175" y="514350"/>
                </a:lnTo>
                <a:close/>
                <a:moveTo>
                  <a:pt x="1590675" y="504825"/>
                </a:moveTo>
                <a:lnTo>
                  <a:pt x="1609725" y="504825"/>
                </a:lnTo>
                <a:lnTo>
                  <a:pt x="1609725" y="561975"/>
                </a:lnTo>
                <a:lnTo>
                  <a:pt x="1600200" y="561975"/>
                </a:lnTo>
                <a:lnTo>
                  <a:pt x="1600200" y="552450"/>
                </a:lnTo>
                <a:lnTo>
                  <a:pt x="1590675" y="552450"/>
                </a:lnTo>
                <a:lnTo>
                  <a:pt x="1590675" y="542925"/>
                </a:lnTo>
                <a:lnTo>
                  <a:pt x="1600200" y="542925"/>
                </a:lnTo>
                <a:lnTo>
                  <a:pt x="1600200" y="533400"/>
                </a:lnTo>
                <a:lnTo>
                  <a:pt x="1581150" y="533400"/>
                </a:lnTo>
                <a:lnTo>
                  <a:pt x="1581150" y="523875"/>
                </a:lnTo>
                <a:lnTo>
                  <a:pt x="1571625" y="523875"/>
                </a:lnTo>
                <a:lnTo>
                  <a:pt x="1571625" y="514350"/>
                </a:lnTo>
                <a:lnTo>
                  <a:pt x="1590675" y="514350"/>
                </a:lnTo>
                <a:close/>
                <a:moveTo>
                  <a:pt x="428625" y="514350"/>
                </a:moveTo>
                <a:lnTo>
                  <a:pt x="438150" y="514350"/>
                </a:lnTo>
                <a:lnTo>
                  <a:pt x="438150" y="533400"/>
                </a:lnTo>
                <a:lnTo>
                  <a:pt x="428625" y="533400"/>
                </a:lnTo>
                <a:close/>
                <a:moveTo>
                  <a:pt x="942975" y="523875"/>
                </a:moveTo>
                <a:lnTo>
                  <a:pt x="952500" y="523875"/>
                </a:lnTo>
                <a:lnTo>
                  <a:pt x="952500" y="533400"/>
                </a:lnTo>
                <a:lnTo>
                  <a:pt x="942975" y="533400"/>
                </a:lnTo>
                <a:close/>
                <a:moveTo>
                  <a:pt x="962025" y="523875"/>
                </a:moveTo>
                <a:lnTo>
                  <a:pt x="971550" y="523875"/>
                </a:lnTo>
                <a:lnTo>
                  <a:pt x="971550" y="542925"/>
                </a:lnTo>
                <a:lnTo>
                  <a:pt x="962025" y="542925"/>
                </a:lnTo>
                <a:close/>
                <a:moveTo>
                  <a:pt x="295275" y="542925"/>
                </a:moveTo>
                <a:lnTo>
                  <a:pt x="304800" y="542925"/>
                </a:lnTo>
                <a:lnTo>
                  <a:pt x="304800" y="552450"/>
                </a:lnTo>
                <a:lnTo>
                  <a:pt x="295275" y="552450"/>
                </a:lnTo>
                <a:close/>
                <a:moveTo>
                  <a:pt x="333375" y="552450"/>
                </a:moveTo>
                <a:lnTo>
                  <a:pt x="342900" y="552450"/>
                </a:lnTo>
                <a:lnTo>
                  <a:pt x="342900" y="561975"/>
                </a:lnTo>
                <a:lnTo>
                  <a:pt x="333375" y="561975"/>
                </a:lnTo>
                <a:close/>
                <a:moveTo>
                  <a:pt x="1047750" y="552450"/>
                </a:moveTo>
                <a:lnTo>
                  <a:pt x="1057275" y="552450"/>
                </a:lnTo>
                <a:lnTo>
                  <a:pt x="1057275" y="561975"/>
                </a:lnTo>
                <a:lnTo>
                  <a:pt x="1047750" y="561975"/>
                </a:lnTo>
                <a:close/>
                <a:moveTo>
                  <a:pt x="1066800" y="552450"/>
                </a:moveTo>
                <a:lnTo>
                  <a:pt x="1076325" y="552450"/>
                </a:lnTo>
                <a:lnTo>
                  <a:pt x="1076325" y="561975"/>
                </a:lnTo>
                <a:lnTo>
                  <a:pt x="1066800" y="561975"/>
                </a:lnTo>
                <a:close/>
                <a:moveTo>
                  <a:pt x="1028700" y="561975"/>
                </a:moveTo>
                <a:lnTo>
                  <a:pt x="1038225" y="561975"/>
                </a:lnTo>
                <a:lnTo>
                  <a:pt x="1038225" y="590550"/>
                </a:lnTo>
                <a:lnTo>
                  <a:pt x="1028700" y="590550"/>
                </a:lnTo>
                <a:close/>
                <a:moveTo>
                  <a:pt x="1590675" y="581025"/>
                </a:moveTo>
                <a:lnTo>
                  <a:pt x="1609725" y="581025"/>
                </a:lnTo>
                <a:lnTo>
                  <a:pt x="1609725" y="600075"/>
                </a:lnTo>
                <a:lnTo>
                  <a:pt x="1600200" y="600075"/>
                </a:lnTo>
                <a:lnTo>
                  <a:pt x="1600200" y="590550"/>
                </a:lnTo>
                <a:lnTo>
                  <a:pt x="1590675" y="590550"/>
                </a:lnTo>
                <a:close/>
                <a:moveTo>
                  <a:pt x="533400" y="590550"/>
                </a:moveTo>
                <a:lnTo>
                  <a:pt x="542925" y="590550"/>
                </a:lnTo>
                <a:lnTo>
                  <a:pt x="542925" y="600075"/>
                </a:lnTo>
                <a:lnTo>
                  <a:pt x="533400" y="600075"/>
                </a:lnTo>
                <a:close/>
                <a:moveTo>
                  <a:pt x="542925" y="600075"/>
                </a:moveTo>
                <a:lnTo>
                  <a:pt x="561975" y="600075"/>
                </a:lnTo>
                <a:lnTo>
                  <a:pt x="561975" y="619125"/>
                </a:lnTo>
                <a:lnTo>
                  <a:pt x="542925" y="619125"/>
                </a:lnTo>
                <a:close/>
                <a:moveTo>
                  <a:pt x="609600" y="638175"/>
                </a:moveTo>
                <a:lnTo>
                  <a:pt x="619125" y="638175"/>
                </a:lnTo>
                <a:lnTo>
                  <a:pt x="619125" y="647700"/>
                </a:lnTo>
                <a:lnTo>
                  <a:pt x="609600" y="647700"/>
                </a:lnTo>
                <a:close/>
                <a:moveTo>
                  <a:pt x="28575" y="647700"/>
                </a:moveTo>
                <a:lnTo>
                  <a:pt x="38100" y="647700"/>
                </a:lnTo>
                <a:lnTo>
                  <a:pt x="38100" y="657225"/>
                </a:lnTo>
                <a:lnTo>
                  <a:pt x="28575" y="657225"/>
                </a:lnTo>
                <a:close/>
                <a:moveTo>
                  <a:pt x="9525" y="666750"/>
                </a:moveTo>
                <a:lnTo>
                  <a:pt x="28575" y="666750"/>
                </a:lnTo>
                <a:lnTo>
                  <a:pt x="28575" y="695325"/>
                </a:lnTo>
                <a:lnTo>
                  <a:pt x="0" y="695325"/>
                </a:lnTo>
                <a:lnTo>
                  <a:pt x="0" y="676275"/>
                </a:lnTo>
                <a:lnTo>
                  <a:pt x="9525" y="676275"/>
                </a:lnTo>
                <a:close/>
                <a:moveTo>
                  <a:pt x="1304925" y="685800"/>
                </a:moveTo>
                <a:lnTo>
                  <a:pt x="1314450" y="685800"/>
                </a:lnTo>
                <a:lnTo>
                  <a:pt x="1314450" y="695325"/>
                </a:lnTo>
                <a:lnTo>
                  <a:pt x="1304925" y="695325"/>
                </a:lnTo>
                <a:close/>
                <a:moveTo>
                  <a:pt x="200025" y="714375"/>
                </a:moveTo>
                <a:lnTo>
                  <a:pt x="209550" y="714375"/>
                </a:lnTo>
                <a:lnTo>
                  <a:pt x="209550" y="723900"/>
                </a:lnTo>
                <a:lnTo>
                  <a:pt x="200025" y="723900"/>
                </a:lnTo>
                <a:close/>
                <a:moveTo>
                  <a:pt x="209550" y="723900"/>
                </a:moveTo>
                <a:lnTo>
                  <a:pt x="219075" y="723900"/>
                </a:lnTo>
                <a:lnTo>
                  <a:pt x="219075" y="733425"/>
                </a:lnTo>
                <a:lnTo>
                  <a:pt x="209550" y="733425"/>
                </a:lnTo>
                <a:close/>
                <a:moveTo>
                  <a:pt x="1600200" y="733425"/>
                </a:moveTo>
                <a:lnTo>
                  <a:pt x="1609725" y="733425"/>
                </a:lnTo>
                <a:lnTo>
                  <a:pt x="1609725" y="742950"/>
                </a:lnTo>
                <a:lnTo>
                  <a:pt x="1600200" y="742950"/>
                </a:lnTo>
                <a:close/>
                <a:moveTo>
                  <a:pt x="1552575" y="781050"/>
                </a:moveTo>
                <a:lnTo>
                  <a:pt x="1571625" y="781050"/>
                </a:lnTo>
                <a:lnTo>
                  <a:pt x="1571625" y="790575"/>
                </a:lnTo>
                <a:lnTo>
                  <a:pt x="1581150" y="790575"/>
                </a:lnTo>
                <a:lnTo>
                  <a:pt x="1581150" y="809625"/>
                </a:lnTo>
                <a:lnTo>
                  <a:pt x="1543050" y="809625"/>
                </a:lnTo>
                <a:lnTo>
                  <a:pt x="1543050" y="800100"/>
                </a:lnTo>
                <a:lnTo>
                  <a:pt x="1552575" y="800100"/>
                </a:lnTo>
                <a:close/>
                <a:moveTo>
                  <a:pt x="933450" y="800100"/>
                </a:moveTo>
                <a:lnTo>
                  <a:pt x="952500" y="800100"/>
                </a:lnTo>
                <a:lnTo>
                  <a:pt x="952500" y="809625"/>
                </a:lnTo>
                <a:lnTo>
                  <a:pt x="933450" y="809625"/>
                </a:lnTo>
                <a:close/>
                <a:moveTo>
                  <a:pt x="962025" y="800100"/>
                </a:moveTo>
                <a:lnTo>
                  <a:pt x="990600" y="800100"/>
                </a:lnTo>
                <a:lnTo>
                  <a:pt x="990600" y="809625"/>
                </a:lnTo>
                <a:lnTo>
                  <a:pt x="962025" y="809625"/>
                </a:lnTo>
                <a:close/>
                <a:moveTo>
                  <a:pt x="1514475" y="809625"/>
                </a:moveTo>
                <a:lnTo>
                  <a:pt x="1524000" y="809625"/>
                </a:lnTo>
                <a:lnTo>
                  <a:pt x="1524000" y="828675"/>
                </a:lnTo>
                <a:lnTo>
                  <a:pt x="1514475" y="828675"/>
                </a:lnTo>
                <a:close/>
                <a:moveTo>
                  <a:pt x="1581150" y="809625"/>
                </a:moveTo>
                <a:lnTo>
                  <a:pt x="1590675" y="809625"/>
                </a:lnTo>
                <a:lnTo>
                  <a:pt x="1590675" y="819150"/>
                </a:lnTo>
                <a:lnTo>
                  <a:pt x="1581150" y="819150"/>
                </a:lnTo>
                <a:close/>
                <a:moveTo>
                  <a:pt x="9525" y="819150"/>
                </a:moveTo>
                <a:lnTo>
                  <a:pt x="19050" y="819150"/>
                </a:lnTo>
                <a:lnTo>
                  <a:pt x="19050" y="847725"/>
                </a:lnTo>
                <a:lnTo>
                  <a:pt x="9525" y="847725"/>
                </a:lnTo>
                <a:close/>
                <a:moveTo>
                  <a:pt x="295275" y="819150"/>
                </a:moveTo>
                <a:lnTo>
                  <a:pt x="304800" y="819150"/>
                </a:lnTo>
                <a:lnTo>
                  <a:pt x="304800" y="828675"/>
                </a:lnTo>
                <a:lnTo>
                  <a:pt x="295275" y="828675"/>
                </a:lnTo>
                <a:close/>
                <a:moveTo>
                  <a:pt x="666750" y="819150"/>
                </a:moveTo>
                <a:lnTo>
                  <a:pt x="676275" y="819150"/>
                </a:lnTo>
                <a:lnTo>
                  <a:pt x="676275" y="838200"/>
                </a:lnTo>
                <a:lnTo>
                  <a:pt x="695325" y="838200"/>
                </a:lnTo>
                <a:lnTo>
                  <a:pt x="695325" y="847725"/>
                </a:lnTo>
                <a:lnTo>
                  <a:pt x="666750" y="847725"/>
                </a:lnTo>
                <a:close/>
                <a:moveTo>
                  <a:pt x="304800" y="838200"/>
                </a:moveTo>
                <a:lnTo>
                  <a:pt x="323850" y="838200"/>
                </a:lnTo>
                <a:lnTo>
                  <a:pt x="323850" y="847725"/>
                </a:lnTo>
                <a:lnTo>
                  <a:pt x="342900" y="847725"/>
                </a:lnTo>
                <a:lnTo>
                  <a:pt x="342900" y="866775"/>
                </a:lnTo>
                <a:lnTo>
                  <a:pt x="333375" y="866775"/>
                </a:lnTo>
                <a:lnTo>
                  <a:pt x="333375" y="857250"/>
                </a:lnTo>
                <a:lnTo>
                  <a:pt x="314325" y="857250"/>
                </a:lnTo>
                <a:lnTo>
                  <a:pt x="314325" y="847725"/>
                </a:lnTo>
                <a:lnTo>
                  <a:pt x="304800" y="847725"/>
                </a:lnTo>
                <a:close/>
                <a:moveTo>
                  <a:pt x="1533525" y="838200"/>
                </a:moveTo>
                <a:lnTo>
                  <a:pt x="1552575" y="838200"/>
                </a:lnTo>
                <a:lnTo>
                  <a:pt x="1552575" y="857250"/>
                </a:lnTo>
                <a:lnTo>
                  <a:pt x="1543050" y="857250"/>
                </a:lnTo>
                <a:lnTo>
                  <a:pt x="1543050" y="847725"/>
                </a:lnTo>
                <a:lnTo>
                  <a:pt x="1533525" y="847725"/>
                </a:lnTo>
                <a:close/>
                <a:moveTo>
                  <a:pt x="1276350" y="847725"/>
                </a:moveTo>
                <a:lnTo>
                  <a:pt x="1285875" y="847725"/>
                </a:lnTo>
                <a:lnTo>
                  <a:pt x="1285875" y="866775"/>
                </a:lnTo>
                <a:lnTo>
                  <a:pt x="1295400" y="866775"/>
                </a:lnTo>
                <a:lnTo>
                  <a:pt x="1295400" y="876300"/>
                </a:lnTo>
                <a:lnTo>
                  <a:pt x="1304925" y="876300"/>
                </a:lnTo>
                <a:lnTo>
                  <a:pt x="1304925" y="885825"/>
                </a:lnTo>
                <a:lnTo>
                  <a:pt x="1285875" y="885825"/>
                </a:lnTo>
                <a:lnTo>
                  <a:pt x="1285875" y="876300"/>
                </a:lnTo>
                <a:lnTo>
                  <a:pt x="1276350" y="876300"/>
                </a:lnTo>
                <a:lnTo>
                  <a:pt x="1276350" y="866775"/>
                </a:lnTo>
                <a:lnTo>
                  <a:pt x="1266825" y="866775"/>
                </a:lnTo>
                <a:lnTo>
                  <a:pt x="1266825" y="857250"/>
                </a:lnTo>
                <a:lnTo>
                  <a:pt x="1276350" y="857250"/>
                </a:lnTo>
                <a:close/>
                <a:moveTo>
                  <a:pt x="1314450" y="847725"/>
                </a:moveTo>
                <a:lnTo>
                  <a:pt x="1323975" y="847725"/>
                </a:lnTo>
                <a:lnTo>
                  <a:pt x="1323975" y="857250"/>
                </a:lnTo>
                <a:lnTo>
                  <a:pt x="1343025" y="857250"/>
                </a:lnTo>
                <a:lnTo>
                  <a:pt x="1343025" y="876300"/>
                </a:lnTo>
                <a:lnTo>
                  <a:pt x="1314450" y="876300"/>
                </a:lnTo>
                <a:close/>
                <a:moveTo>
                  <a:pt x="1600200" y="847725"/>
                </a:moveTo>
                <a:lnTo>
                  <a:pt x="1609725" y="847725"/>
                </a:lnTo>
                <a:lnTo>
                  <a:pt x="1609725" y="895350"/>
                </a:lnTo>
                <a:lnTo>
                  <a:pt x="1581150" y="895350"/>
                </a:lnTo>
                <a:lnTo>
                  <a:pt x="1581150" y="866775"/>
                </a:lnTo>
                <a:lnTo>
                  <a:pt x="1600200" y="866775"/>
                </a:lnTo>
                <a:close/>
                <a:moveTo>
                  <a:pt x="1390650" y="866775"/>
                </a:moveTo>
                <a:lnTo>
                  <a:pt x="1409700" y="866775"/>
                </a:lnTo>
                <a:lnTo>
                  <a:pt x="1409700" y="876300"/>
                </a:lnTo>
                <a:lnTo>
                  <a:pt x="1390650" y="876300"/>
                </a:lnTo>
                <a:close/>
                <a:moveTo>
                  <a:pt x="1352550" y="876300"/>
                </a:moveTo>
                <a:lnTo>
                  <a:pt x="1371600" y="876300"/>
                </a:lnTo>
                <a:lnTo>
                  <a:pt x="1371600" y="885825"/>
                </a:lnTo>
                <a:lnTo>
                  <a:pt x="1352550" y="885825"/>
                </a:lnTo>
                <a:close/>
                <a:moveTo>
                  <a:pt x="381000" y="885825"/>
                </a:moveTo>
                <a:lnTo>
                  <a:pt x="390525" y="885825"/>
                </a:lnTo>
                <a:lnTo>
                  <a:pt x="390525" y="895350"/>
                </a:lnTo>
                <a:lnTo>
                  <a:pt x="381000" y="895350"/>
                </a:lnTo>
                <a:close/>
                <a:moveTo>
                  <a:pt x="485775" y="885825"/>
                </a:moveTo>
                <a:lnTo>
                  <a:pt x="504825" y="885825"/>
                </a:lnTo>
                <a:lnTo>
                  <a:pt x="504825" y="895350"/>
                </a:lnTo>
                <a:lnTo>
                  <a:pt x="485775" y="895350"/>
                </a:lnTo>
                <a:close/>
                <a:moveTo>
                  <a:pt x="819150" y="885825"/>
                </a:moveTo>
                <a:lnTo>
                  <a:pt x="838200" y="885825"/>
                </a:lnTo>
                <a:lnTo>
                  <a:pt x="838200" y="895350"/>
                </a:lnTo>
                <a:lnTo>
                  <a:pt x="819150" y="895350"/>
                </a:lnTo>
                <a:close/>
                <a:moveTo>
                  <a:pt x="1485900" y="885825"/>
                </a:moveTo>
                <a:lnTo>
                  <a:pt x="1504950" y="885825"/>
                </a:lnTo>
                <a:lnTo>
                  <a:pt x="1504950" y="895350"/>
                </a:lnTo>
                <a:lnTo>
                  <a:pt x="1485900" y="895350"/>
                </a:lnTo>
                <a:close/>
                <a:moveTo>
                  <a:pt x="476250" y="895350"/>
                </a:moveTo>
                <a:lnTo>
                  <a:pt x="485775" y="895350"/>
                </a:lnTo>
                <a:lnTo>
                  <a:pt x="485775" y="914400"/>
                </a:lnTo>
                <a:lnTo>
                  <a:pt x="476250" y="914400"/>
                </a:lnTo>
                <a:close/>
                <a:moveTo>
                  <a:pt x="1476375" y="895350"/>
                </a:moveTo>
                <a:lnTo>
                  <a:pt x="1485900" y="895350"/>
                </a:lnTo>
                <a:lnTo>
                  <a:pt x="1485900" y="904875"/>
                </a:lnTo>
                <a:lnTo>
                  <a:pt x="1476375" y="904875"/>
                </a:lnTo>
                <a:close/>
                <a:moveTo>
                  <a:pt x="247650" y="904875"/>
                </a:moveTo>
                <a:lnTo>
                  <a:pt x="266700" y="904875"/>
                </a:lnTo>
                <a:lnTo>
                  <a:pt x="266700" y="923925"/>
                </a:lnTo>
                <a:lnTo>
                  <a:pt x="247650" y="923925"/>
                </a:lnTo>
                <a:close/>
                <a:moveTo>
                  <a:pt x="552450" y="904875"/>
                </a:moveTo>
                <a:lnTo>
                  <a:pt x="571500" y="904875"/>
                </a:lnTo>
                <a:lnTo>
                  <a:pt x="571500" y="914400"/>
                </a:lnTo>
                <a:lnTo>
                  <a:pt x="552450" y="914400"/>
                </a:lnTo>
                <a:close/>
                <a:moveTo>
                  <a:pt x="1162050" y="904875"/>
                </a:moveTo>
                <a:lnTo>
                  <a:pt x="1171575" y="904875"/>
                </a:lnTo>
                <a:lnTo>
                  <a:pt x="1171575" y="914400"/>
                </a:lnTo>
                <a:lnTo>
                  <a:pt x="1181100" y="914400"/>
                </a:lnTo>
                <a:lnTo>
                  <a:pt x="1181100" y="942975"/>
                </a:lnTo>
                <a:lnTo>
                  <a:pt x="1171575" y="942975"/>
                </a:lnTo>
                <a:lnTo>
                  <a:pt x="1171575" y="923925"/>
                </a:lnTo>
                <a:lnTo>
                  <a:pt x="1162050" y="923925"/>
                </a:lnTo>
                <a:close/>
                <a:moveTo>
                  <a:pt x="1533525" y="904875"/>
                </a:moveTo>
                <a:lnTo>
                  <a:pt x="1543050" y="904875"/>
                </a:lnTo>
                <a:lnTo>
                  <a:pt x="1543050" y="914400"/>
                </a:lnTo>
                <a:lnTo>
                  <a:pt x="1533525" y="914400"/>
                </a:lnTo>
                <a:close/>
                <a:moveTo>
                  <a:pt x="571500" y="914400"/>
                </a:moveTo>
                <a:lnTo>
                  <a:pt x="590550" y="914400"/>
                </a:lnTo>
                <a:lnTo>
                  <a:pt x="590550" y="923925"/>
                </a:lnTo>
                <a:lnTo>
                  <a:pt x="571500" y="923925"/>
                </a:lnTo>
                <a:close/>
                <a:moveTo>
                  <a:pt x="1552575" y="933450"/>
                </a:moveTo>
                <a:lnTo>
                  <a:pt x="1562100" y="933450"/>
                </a:lnTo>
                <a:lnTo>
                  <a:pt x="1562100" y="942975"/>
                </a:lnTo>
                <a:lnTo>
                  <a:pt x="1552575" y="942975"/>
                </a:lnTo>
                <a:close/>
                <a:moveTo>
                  <a:pt x="1504950" y="942975"/>
                </a:moveTo>
                <a:lnTo>
                  <a:pt x="1524000" y="942975"/>
                </a:lnTo>
                <a:lnTo>
                  <a:pt x="1524000" y="962025"/>
                </a:lnTo>
                <a:lnTo>
                  <a:pt x="1495425" y="962025"/>
                </a:lnTo>
                <a:lnTo>
                  <a:pt x="1495425" y="952500"/>
                </a:lnTo>
                <a:lnTo>
                  <a:pt x="1504950" y="952500"/>
                </a:lnTo>
                <a:close/>
                <a:moveTo>
                  <a:pt x="1562100" y="942975"/>
                </a:moveTo>
                <a:lnTo>
                  <a:pt x="1571625" y="942975"/>
                </a:lnTo>
                <a:lnTo>
                  <a:pt x="1571625" y="952500"/>
                </a:lnTo>
                <a:lnTo>
                  <a:pt x="1562100" y="952500"/>
                </a:lnTo>
                <a:close/>
                <a:moveTo>
                  <a:pt x="238125" y="952500"/>
                </a:moveTo>
                <a:lnTo>
                  <a:pt x="247650" y="952500"/>
                </a:lnTo>
                <a:lnTo>
                  <a:pt x="247650" y="962025"/>
                </a:lnTo>
                <a:lnTo>
                  <a:pt x="238125" y="962025"/>
                </a:lnTo>
                <a:close/>
                <a:moveTo>
                  <a:pt x="1543050" y="1000125"/>
                </a:moveTo>
                <a:lnTo>
                  <a:pt x="1552575" y="1000125"/>
                </a:lnTo>
                <a:lnTo>
                  <a:pt x="1552575" y="1009650"/>
                </a:lnTo>
                <a:lnTo>
                  <a:pt x="1562100" y="1009650"/>
                </a:lnTo>
                <a:lnTo>
                  <a:pt x="1562100" y="1019175"/>
                </a:lnTo>
                <a:lnTo>
                  <a:pt x="1543050" y="1019175"/>
                </a:lnTo>
                <a:close/>
                <a:moveTo>
                  <a:pt x="1514475" y="1038225"/>
                </a:moveTo>
                <a:lnTo>
                  <a:pt x="1533525" y="1038225"/>
                </a:lnTo>
                <a:lnTo>
                  <a:pt x="1533525" y="1047750"/>
                </a:lnTo>
                <a:lnTo>
                  <a:pt x="1514475" y="1047750"/>
                </a:lnTo>
                <a:close/>
                <a:moveTo>
                  <a:pt x="1419225" y="1047750"/>
                </a:moveTo>
                <a:lnTo>
                  <a:pt x="1428750" y="1047750"/>
                </a:lnTo>
                <a:lnTo>
                  <a:pt x="1428750" y="1057275"/>
                </a:lnTo>
                <a:lnTo>
                  <a:pt x="1419225" y="1057275"/>
                </a:lnTo>
                <a:close/>
                <a:moveTo>
                  <a:pt x="1409700" y="1057275"/>
                </a:moveTo>
                <a:lnTo>
                  <a:pt x="1419225" y="1057275"/>
                </a:lnTo>
                <a:lnTo>
                  <a:pt x="1419225" y="1066800"/>
                </a:lnTo>
                <a:lnTo>
                  <a:pt x="1428750" y="1066800"/>
                </a:lnTo>
                <a:lnTo>
                  <a:pt x="1428750" y="1057275"/>
                </a:lnTo>
                <a:lnTo>
                  <a:pt x="1438275" y="1057275"/>
                </a:lnTo>
                <a:lnTo>
                  <a:pt x="1438275" y="1066800"/>
                </a:lnTo>
                <a:lnTo>
                  <a:pt x="1428750" y="1066800"/>
                </a:lnTo>
                <a:lnTo>
                  <a:pt x="1428750" y="1076325"/>
                </a:lnTo>
                <a:lnTo>
                  <a:pt x="1409700" y="1076325"/>
                </a:lnTo>
                <a:close/>
                <a:moveTo>
                  <a:pt x="428625" y="1066800"/>
                </a:moveTo>
                <a:lnTo>
                  <a:pt x="438150" y="1066800"/>
                </a:lnTo>
                <a:lnTo>
                  <a:pt x="438150" y="1076325"/>
                </a:lnTo>
                <a:lnTo>
                  <a:pt x="428625" y="1076325"/>
                </a:lnTo>
                <a:close/>
                <a:moveTo>
                  <a:pt x="9525" y="1085850"/>
                </a:moveTo>
                <a:lnTo>
                  <a:pt x="19050" y="1085850"/>
                </a:lnTo>
                <a:lnTo>
                  <a:pt x="19050" y="1104900"/>
                </a:lnTo>
                <a:lnTo>
                  <a:pt x="9525" y="1104900"/>
                </a:lnTo>
                <a:close/>
                <a:moveTo>
                  <a:pt x="1504950" y="1104900"/>
                </a:moveTo>
                <a:lnTo>
                  <a:pt x="1514475" y="1104900"/>
                </a:lnTo>
                <a:lnTo>
                  <a:pt x="1514475" y="1114425"/>
                </a:lnTo>
                <a:lnTo>
                  <a:pt x="1504950" y="1114425"/>
                </a:lnTo>
                <a:close/>
                <a:moveTo>
                  <a:pt x="28575" y="1114425"/>
                </a:moveTo>
                <a:lnTo>
                  <a:pt x="38100" y="1114425"/>
                </a:lnTo>
                <a:lnTo>
                  <a:pt x="38100" y="1143000"/>
                </a:lnTo>
                <a:lnTo>
                  <a:pt x="19050" y="1143000"/>
                </a:lnTo>
                <a:lnTo>
                  <a:pt x="19050" y="1123950"/>
                </a:lnTo>
                <a:lnTo>
                  <a:pt x="28575" y="1123950"/>
                </a:lnTo>
                <a:close/>
                <a:moveTo>
                  <a:pt x="47625" y="1114425"/>
                </a:moveTo>
                <a:lnTo>
                  <a:pt x="57150" y="1114425"/>
                </a:lnTo>
                <a:lnTo>
                  <a:pt x="57150" y="1123950"/>
                </a:lnTo>
                <a:lnTo>
                  <a:pt x="47625" y="1123950"/>
                </a:lnTo>
                <a:close/>
                <a:moveTo>
                  <a:pt x="523875" y="1123950"/>
                </a:moveTo>
                <a:lnTo>
                  <a:pt x="533400" y="1123950"/>
                </a:lnTo>
                <a:lnTo>
                  <a:pt x="533400" y="1133475"/>
                </a:lnTo>
                <a:lnTo>
                  <a:pt x="523875" y="1133475"/>
                </a:lnTo>
                <a:close/>
                <a:moveTo>
                  <a:pt x="1466850" y="1133475"/>
                </a:moveTo>
                <a:lnTo>
                  <a:pt x="1476375" y="1133475"/>
                </a:lnTo>
                <a:lnTo>
                  <a:pt x="1476375" y="1143000"/>
                </a:lnTo>
                <a:lnTo>
                  <a:pt x="1466850" y="1143000"/>
                </a:lnTo>
                <a:close/>
                <a:moveTo>
                  <a:pt x="1590675" y="1152525"/>
                </a:moveTo>
                <a:lnTo>
                  <a:pt x="1609725" y="1152525"/>
                </a:lnTo>
                <a:lnTo>
                  <a:pt x="1609725" y="1162050"/>
                </a:lnTo>
                <a:lnTo>
                  <a:pt x="1600200" y="1162050"/>
                </a:lnTo>
                <a:lnTo>
                  <a:pt x="1600200" y="1171575"/>
                </a:lnTo>
                <a:lnTo>
                  <a:pt x="1590675" y="1171575"/>
                </a:lnTo>
                <a:close/>
                <a:moveTo>
                  <a:pt x="9525" y="1162050"/>
                </a:moveTo>
                <a:lnTo>
                  <a:pt x="28575" y="1162050"/>
                </a:lnTo>
                <a:lnTo>
                  <a:pt x="28575" y="1171575"/>
                </a:lnTo>
                <a:lnTo>
                  <a:pt x="19050" y="1171575"/>
                </a:lnTo>
                <a:lnTo>
                  <a:pt x="19050" y="1181100"/>
                </a:lnTo>
                <a:lnTo>
                  <a:pt x="0" y="1181100"/>
                </a:lnTo>
                <a:lnTo>
                  <a:pt x="0" y="1171575"/>
                </a:lnTo>
                <a:lnTo>
                  <a:pt x="9525" y="1171575"/>
                </a:lnTo>
                <a:close/>
                <a:moveTo>
                  <a:pt x="209550" y="1171575"/>
                </a:moveTo>
                <a:lnTo>
                  <a:pt x="219075" y="1171575"/>
                </a:lnTo>
                <a:lnTo>
                  <a:pt x="219075" y="1181100"/>
                </a:lnTo>
                <a:lnTo>
                  <a:pt x="209550" y="1181100"/>
                </a:lnTo>
                <a:close/>
                <a:moveTo>
                  <a:pt x="1600200" y="1171575"/>
                </a:moveTo>
                <a:lnTo>
                  <a:pt x="1609725" y="1171575"/>
                </a:lnTo>
                <a:lnTo>
                  <a:pt x="1609725" y="1181100"/>
                </a:lnTo>
                <a:lnTo>
                  <a:pt x="1600200" y="1181100"/>
                </a:lnTo>
                <a:close/>
                <a:moveTo>
                  <a:pt x="219075" y="1181100"/>
                </a:moveTo>
                <a:lnTo>
                  <a:pt x="228600" y="1181100"/>
                </a:lnTo>
                <a:lnTo>
                  <a:pt x="228600" y="1190625"/>
                </a:lnTo>
                <a:lnTo>
                  <a:pt x="219075" y="1190625"/>
                </a:lnTo>
                <a:close/>
                <a:moveTo>
                  <a:pt x="1590675" y="1190625"/>
                </a:moveTo>
                <a:lnTo>
                  <a:pt x="1609725" y="1190625"/>
                </a:lnTo>
                <a:lnTo>
                  <a:pt x="1609725" y="1228725"/>
                </a:lnTo>
                <a:lnTo>
                  <a:pt x="1600200" y="1228725"/>
                </a:lnTo>
                <a:lnTo>
                  <a:pt x="1600200" y="1209675"/>
                </a:lnTo>
                <a:lnTo>
                  <a:pt x="1581150" y="1209675"/>
                </a:lnTo>
                <a:lnTo>
                  <a:pt x="1581150" y="1200150"/>
                </a:lnTo>
                <a:lnTo>
                  <a:pt x="1590675" y="1200150"/>
                </a:lnTo>
                <a:close/>
                <a:moveTo>
                  <a:pt x="0" y="1200150"/>
                </a:moveTo>
                <a:lnTo>
                  <a:pt x="9525" y="1200150"/>
                </a:lnTo>
                <a:lnTo>
                  <a:pt x="9525" y="1209675"/>
                </a:lnTo>
                <a:lnTo>
                  <a:pt x="19050" y="1209675"/>
                </a:lnTo>
                <a:lnTo>
                  <a:pt x="19050" y="1228725"/>
                </a:lnTo>
                <a:lnTo>
                  <a:pt x="0" y="1228725"/>
                </a:lnTo>
                <a:close/>
                <a:moveTo>
                  <a:pt x="438150" y="1200150"/>
                </a:moveTo>
                <a:lnTo>
                  <a:pt x="447675" y="1200150"/>
                </a:lnTo>
                <a:lnTo>
                  <a:pt x="447675" y="1209675"/>
                </a:lnTo>
                <a:lnTo>
                  <a:pt x="438150" y="1209675"/>
                </a:lnTo>
                <a:close/>
                <a:moveTo>
                  <a:pt x="0" y="1238250"/>
                </a:moveTo>
                <a:lnTo>
                  <a:pt x="19050" y="1238250"/>
                </a:lnTo>
                <a:lnTo>
                  <a:pt x="19050" y="1247775"/>
                </a:lnTo>
                <a:lnTo>
                  <a:pt x="0" y="1247775"/>
                </a:lnTo>
                <a:close/>
                <a:moveTo>
                  <a:pt x="1600200" y="1257300"/>
                </a:moveTo>
                <a:lnTo>
                  <a:pt x="1609725" y="1257300"/>
                </a:lnTo>
                <a:lnTo>
                  <a:pt x="1609725" y="1266825"/>
                </a:lnTo>
                <a:lnTo>
                  <a:pt x="1600200" y="1266825"/>
                </a:lnTo>
                <a:close/>
                <a:moveTo>
                  <a:pt x="476250" y="1285875"/>
                </a:moveTo>
                <a:lnTo>
                  <a:pt x="495300" y="1285875"/>
                </a:lnTo>
                <a:lnTo>
                  <a:pt x="495300" y="1295400"/>
                </a:lnTo>
                <a:lnTo>
                  <a:pt x="476250" y="1295400"/>
                </a:lnTo>
                <a:close/>
                <a:moveTo>
                  <a:pt x="1066800" y="1285875"/>
                </a:moveTo>
                <a:lnTo>
                  <a:pt x="1085850" y="1285875"/>
                </a:lnTo>
                <a:lnTo>
                  <a:pt x="1085850" y="1314450"/>
                </a:lnTo>
                <a:lnTo>
                  <a:pt x="1076325" y="1314450"/>
                </a:lnTo>
                <a:lnTo>
                  <a:pt x="1076325" y="1295400"/>
                </a:lnTo>
                <a:lnTo>
                  <a:pt x="1066800" y="1295400"/>
                </a:lnTo>
                <a:close/>
                <a:moveTo>
                  <a:pt x="1524000" y="1285875"/>
                </a:moveTo>
                <a:lnTo>
                  <a:pt x="1533525" y="1285875"/>
                </a:lnTo>
                <a:lnTo>
                  <a:pt x="1533525" y="1295400"/>
                </a:lnTo>
                <a:lnTo>
                  <a:pt x="1543050" y="1295400"/>
                </a:lnTo>
                <a:lnTo>
                  <a:pt x="1543050" y="1304925"/>
                </a:lnTo>
                <a:lnTo>
                  <a:pt x="1524000" y="1304925"/>
                </a:lnTo>
                <a:close/>
                <a:moveTo>
                  <a:pt x="828675" y="1314450"/>
                </a:moveTo>
                <a:lnTo>
                  <a:pt x="838200" y="1314450"/>
                </a:lnTo>
                <a:lnTo>
                  <a:pt x="838200" y="1323975"/>
                </a:lnTo>
                <a:lnTo>
                  <a:pt x="828675" y="1323975"/>
                </a:lnTo>
                <a:close/>
                <a:moveTo>
                  <a:pt x="38100" y="1323975"/>
                </a:moveTo>
                <a:lnTo>
                  <a:pt x="47625" y="1323975"/>
                </a:lnTo>
                <a:lnTo>
                  <a:pt x="47625" y="1333500"/>
                </a:lnTo>
                <a:lnTo>
                  <a:pt x="38100" y="1333500"/>
                </a:lnTo>
                <a:close/>
                <a:moveTo>
                  <a:pt x="161925" y="1323975"/>
                </a:moveTo>
                <a:lnTo>
                  <a:pt x="171450" y="1323975"/>
                </a:lnTo>
                <a:lnTo>
                  <a:pt x="171450" y="1343025"/>
                </a:lnTo>
                <a:lnTo>
                  <a:pt x="180975" y="1343025"/>
                </a:lnTo>
                <a:lnTo>
                  <a:pt x="180975" y="1362075"/>
                </a:lnTo>
                <a:lnTo>
                  <a:pt x="161925" y="1362075"/>
                </a:lnTo>
                <a:lnTo>
                  <a:pt x="161925" y="1343025"/>
                </a:lnTo>
                <a:lnTo>
                  <a:pt x="142875" y="1343025"/>
                </a:lnTo>
                <a:lnTo>
                  <a:pt x="142875" y="1333500"/>
                </a:lnTo>
                <a:lnTo>
                  <a:pt x="161925" y="1333500"/>
                </a:lnTo>
                <a:close/>
                <a:moveTo>
                  <a:pt x="561975" y="1323975"/>
                </a:moveTo>
                <a:lnTo>
                  <a:pt x="571500" y="1323975"/>
                </a:lnTo>
                <a:lnTo>
                  <a:pt x="571500" y="1333500"/>
                </a:lnTo>
                <a:lnTo>
                  <a:pt x="561975" y="1333500"/>
                </a:lnTo>
                <a:close/>
                <a:moveTo>
                  <a:pt x="1104900" y="1323975"/>
                </a:moveTo>
                <a:lnTo>
                  <a:pt x="1114425" y="1323975"/>
                </a:lnTo>
                <a:lnTo>
                  <a:pt x="1114425" y="1333500"/>
                </a:lnTo>
                <a:lnTo>
                  <a:pt x="1104900" y="1333500"/>
                </a:lnTo>
                <a:close/>
                <a:moveTo>
                  <a:pt x="781050" y="1343025"/>
                </a:moveTo>
                <a:lnTo>
                  <a:pt x="790575" y="1343025"/>
                </a:lnTo>
                <a:lnTo>
                  <a:pt x="790575" y="1352550"/>
                </a:lnTo>
                <a:lnTo>
                  <a:pt x="781050" y="1352550"/>
                </a:lnTo>
                <a:close/>
                <a:moveTo>
                  <a:pt x="200025" y="1352550"/>
                </a:moveTo>
                <a:lnTo>
                  <a:pt x="219075" y="1352550"/>
                </a:lnTo>
                <a:lnTo>
                  <a:pt x="219075" y="1362075"/>
                </a:lnTo>
                <a:lnTo>
                  <a:pt x="200025" y="1362075"/>
                </a:lnTo>
                <a:close/>
                <a:moveTo>
                  <a:pt x="990600" y="1352550"/>
                </a:moveTo>
                <a:lnTo>
                  <a:pt x="1000125" y="1352550"/>
                </a:lnTo>
                <a:lnTo>
                  <a:pt x="1000125" y="1362075"/>
                </a:lnTo>
                <a:lnTo>
                  <a:pt x="990600" y="1362075"/>
                </a:lnTo>
                <a:close/>
                <a:moveTo>
                  <a:pt x="1143000" y="1352550"/>
                </a:moveTo>
                <a:lnTo>
                  <a:pt x="1162050" y="1352550"/>
                </a:lnTo>
                <a:lnTo>
                  <a:pt x="1162050" y="1362075"/>
                </a:lnTo>
                <a:lnTo>
                  <a:pt x="1143000" y="1362075"/>
                </a:lnTo>
                <a:close/>
                <a:moveTo>
                  <a:pt x="1190625" y="1352550"/>
                </a:moveTo>
                <a:lnTo>
                  <a:pt x="1200150" y="1352550"/>
                </a:lnTo>
                <a:lnTo>
                  <a:pt x="1200150" y="1362075"/>
                </a:lnTo>
                <a:lnTo>
                  <a:pt x="1190625" y="1362075"/>
                </a:lnTo>
                <a:close/>
                <a:moveTo>
                  <a:pt x="1333500" y="1352550"/>
                </a:moveTo>
                <a:lnTo>
                  <a:pt x="1343025" y="1352550"/>
                </a:lnTo>
                <a:lnTo>
                  <a:pt x="1343025" y="1362075"/>
                </a:lnTo>
                <a:lnTo>
                  <a:pt x="1333500" y="1362075"/>
                </a:lnTo>
                <a:close/>
              </a:path>
            </a:pathLst>
          </a:custGeom>
          <a:solidFill xmlns:a="http://schemas.openxmlformats.org/drawingml/2006/main">
            <a:srgbClr val="FBF9F5"/>
          </a:solidFill>
          <a:ln xmlns:a="http://schemas.openxmlformats.org/drawingml/2006/main" w="0">
            <a:noFill/>
          </a:ln>
        </p:spPr>
      </p:sp>
      <p:sp>
        <p:nvSpPr>
          <p:cNvPr id="20" name="turno1 vector #faf9f6">
            <a:extLst xmlns:a="http://schemas.openxmlformats.org/drawingml/2006/main">
              <a:ext uri="{FF2B5EF4-FFF2-40B4-BE49-F238E27FC236}">
                <a16:creationId xmlns:a16="http://schemas.microsoft.com/office/drawing/2014/main" id="{0457875F-EB51-4E21-9062-45CA19D5D2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2025" y="2752725"/>
            <a:ext cx="2476500" cy="2095500"/>
          </a:xfrm>
          <a:custGeom xmlns:a="http://schemas.openxmlformats.org/drawingml/2006/main">
            <a:pathLst>
              <a:path w="1609725" h="1362075">
                <a:moveTo>
                  <a:pt x="57150" y="28575"/>
                </a:moveTo>
                <a:lnTo>
                  <a:pt x="66675" y="28575"/>
                </a:lnTo>
                <a:lnTo>
                  <a:pt x="66675" y="38100"/>
                </a:lnTo>
                <a:lnTo>
                  <a:pt x="76200" y="38100"/>
                </a:lnTo>
                <a:lnTo>
                  <a:pt x="76200" y="47625"/>
                </a:lnTo>
                <a:lnTo>
                  <a:pt x="85725" y="47625"/>
                </a:lnTo>
                <a:lnTo>
                  <a:pt x="85725" y="57150"/>
                </a:lnTo>
                <a:lnTo>
                  <a:pt x="57150" y="57150"/>
                </a:lnTo>
                <a:close/>
                <a:moveTo>
                  <a:pt x="114300" y="85725"/>
                </a:moveTo>
                <a:lnTo>
                  <a:pt x="123825" y="85725"/>
                </a:lnTo>
                <a:lnTo>
                  <a:pt x="123825" y="95250"/>
                </a:lnTo>
                <a:lnTo>
                  <a:pt x="114300" y="95250"/>
                </a:lnTo>
                <a:close/>
                <a:moveTo>
                  <a:pt x="1600200" y="85725"/>
                </a:moveTo>
                <a:lnTo>
                  <a:pt x="1609725" y="85725"/>
                </a:lnTo>
                <a:lnTo>
                  <a:pt x="1609725" y="95250"/>
                </a:lnTo>
                <a:lnTo>
                  <a:pt x="1600200" y="95250"/>
                </a:lnTo>
                <a:close/>
                <a:moveTo>
                  <a:pt x="1590675" y="95250"/>
                </a:moveTo>
                <a:lnTo>
                  <a:pt x="1600200" y="95250"/>
                </a:lnTo>
                <a:lnTo>
                  <a:pt x="1600200" y="104775"/>
                </a:lnTo>
                <a:lnTo>
                  <a:pt x="1590675" y="104775"/>
                </a:lnTo>
                <a:close/>
                <a:moveTo>
                  <a:pt x="1600200" y="104775"/>
                </a:moveTo>
                <a:lnTo>
                  <a:pt x="1609725" y="104775"/>
                </a:lnTo>
                <a:lnTo>
                  <a:pt x="1609725" y="114300"/>
                </a:lnTo>
                <a:lnTo>
                  <a:pt x="1600200" y="114300"/>
                </a:lnTo>
                <a:close/>
                <a:moveTo>
                  <a:pt x="609600" y="123825"/>
                </a:moveTo>
                <a:lnTo>
                  <a:pt x="619125" y="123825"/>
                </a:lnTo>
                <a:lnTo>
                  <a:pt x="619125" y="133350"/>
                </a:lnTo>
                <a:lnTo>
                  <a:pt x="609600" y="133350"/>
                </a:lnTo>
                <a:close/>
                <a:moveTo>
                  <a:pt x="1381125" y="133350"/>
                </a:moveTo>
                <a:lnTo>
                  <a:pt x="1390650" y="133350"/>
                </a:lnTo>
                <a:lnTo>
                  <a:pt x="1390650" y="142875"/>
                </a:lnTo>
                <a:lnTo>
                  <a:pt x="1381125" y="142875"/>
                </a:lnTo>
                <a:close/>
                <a:moveTo>
                  <a:pt x="571500" y="180975"/>
                </a:moveTo>
                <a:lnTo>
                  <a:pt x="581025" y="180975"/>
                </a:lnTo>
                <a:lnTo>
                  <a:pt x="581025" y="190500"/>
                </a:lnTo>
                <a:lnTo>
                  <a:pt x="571500" y="190500"/>
                </a:lnTo>
                <a:close/>
                <a:moveTo>
                  <a:pt x="561975" y="190500"/>
                </a:moveTo>
                <a:lnTo>
                  <a:pt x="571500" y="190500"/>
                </a:lnTo>
                <a:lnTo>
                  <a:pt x="571500" y="200025"/>
                </a:lnTo>
                <a:lnTo>
                  <a:pt x="561975" y="200025"/>
                </a:lnTo>
                <a:close/>
                <a:moveTo>
                  <a:pt x="581025" y="190500"/>
                </a:moveTo>
                <a:lnTo>
                  <a:pt x="590550" y="190500"/>
                </a:lnTo>
                <a:lnTo>
                  <a:pt x="590550" y="200025"/>
                </a:lnTo>
                <a:lnTo>
                  <a:pt x="581025" y="200025"/>
                </a:lnTo>
                <a:close/>
                <a:moveTo>
                  <a:pt x="552450" y="238125"/>
                </a:moveTo>
                <a:lnTo>
                  <a:pt x="571500" y="238125"/>
                </a:lnTo>
                <a:lnTo>
                  <a:pt x="571500" y="247650"/>
                </a:lnTo>
                <a:lnTo>
                  <a:pt x="552450" y="247650"/>
                </a:lnTo>
                <a:close/>
                <a:moveTo>
                  <a:pt x="371475" y="266700"/>
                </a:moveTo>
                <a:lnTo>
                  <a:pt x="381000" y="266700"/>
                </a:lnTo>
                <a:lnTo>
                  <a:pt x="381000" y="276225"/>
                </a:lnTo>
                <a:lnTo>
                  <a:pt x="371475" y="276225"/>
                </a:lnTo>
                <a:close/>
                <a:moveTo>
                  <a:pt x="361950" y="285750"/>
                </a:moveTo>
                <a:lnTo>
                  <a:pt x="381000" y="285750"/>
                </a:lnTo>
                <a:lnTo>
                  <a:pt x="381000" y="295275"/>
                </a:lnTo>
                <a:lnTo>
                  <a:pt x="361950" y="295275"/>
                </a:lnTo>
                <a:close/>
                <a:moveTo>
                  <a:pt x="704850" y="295275"/>
                </a:moveTo>
                <a:lnTo>
                  <a:pt x="714375" y="295275"/>
                </a:lnTo>
                <a:lnTo>
                  <a:pt x="714375" y="304800"/>
                </a:lnTo>
                <a:lnTo>
                  <a:pt x="704850" y="304800"/>
                </a:lnTo>
                <a:close/>
                <a:moveTo>
                  <a:pt x="1085850" y="304800"/>
                </a:moveTo>
                <a:lnTo>
                  <a:pt x="1095375" y="304800"/>
                </a:lnTo>
                <a:lnTo>
                  <a:pt x="1095375" y="323850"/>
                </a:lnTo>
                <a:lnTo>
                  <a:pt x="1085850" y="323850"/>
                </a:lnTo>
                <a:close/>
                <a:moveTo>
                  <a:pt x="1533525" y="323850"/>
                </a:moveTo>
                <a:lnTo>
                  <a:pt x="1543050" y="323850"/>
                </a:lnTo>
                <a:lnTo>
                  <a:pt x="1543050" y="333375"/>
                </a:lnTo>
                <a:lnTo>
                  <a:pt x="1533525" y="333375"/>
                </a:lnTo>
                <a:close/>
                <a:moveTo>
                  <a:pt x="1009650" y="333375"/>
                </a:moveTo>
                <a:lnTo>
                  <a:pt x="1019175" y="333375"/>
                </a:lnTo>
                <a:lnTo>
                  <a:pt x="1019175" y="352425"/>
                </a:lnTo>
                <a:lnTo>
                  <a:pt x="990600" y="352425"/>
                </a:lnTo>
                <a:lnTo>
                  <a:pt x="990600" y="342900"/>
                </a:lnTo>
                <a:lnTo>
                  <a:pt x="1009650" y="342900"/>
                </a:lnTo>
                <a:close/>
                <a:moveTo>
                  <a:pt x="1571625" y="333375"/>
                </a:moveTo>
                <a:lnTo>
                  <a:pt x="1581150" y="333375"/>
                </a:lnTo>
                <a:lnTo>
                  <a:pt x="1581150" y="342900"/>
                </a:lnTo>
                <a:lnTo>
                  <a:pt x="1571625" y="342900"/>
                </a:lnTo>
                <a:close/>
                <a:moveTo>
                  <a:pt x="1581150" y="342900"/>
                </a:moveTo>
                <a:lnTo>
                  <a:pt x="1590675" y="342900"/>
                </a:lnTo>
                <a:lnTo>
                  <a:pt x="1590675" y="361950"/>
                </a:lnTo>
                <a:lnTo>
                  <a:pt x="1581150" y="361950"/>
                </a:lnTo>
                <a:close/>
                <a:moveTo>
                  <a:pt x="152400" y="361950"/>
                </a:moveTo>
                <a:lnTo>
                  <a:pt x="161925" y="361950"/>
                </a:lnTo>
                <a:lnTo>
                  <a:pt x="161925" y="371475"/>
                </a:lnTo>
                <a:lnTo>
                  <a:pt x="171450" y="371475"/>
                </a:lnTo>
                <a:lnTo>
                  <a:pt x="171450" y="390525"/>
                </a:lnTo>
                <a:lnTo>
                  <a:pt x="161925" y="390525"/>
                </a:lnTo>
                <a:lnTo>
                  <a:pt x="161925" y="381000"/>
                </a:lnTo>
                <a:lnTo>
                  <a:pt x="142875" y="381000"/>
                </a:lnTo>
                <a:lnTo>
                  <a:pt x="142875" y="371475"/>
                </a:lnTo>
                <a:lnTo>
                  <a:pt x="152400" y="371475"/>
                </a:lnTo>
                <a:close/>
                <a:moveTo>
                  <a:pt x="1181100" y="361950"/>
                </a:moveTo>
                <a:lnTo>
                  <a:pt x="1190625" y="361950"/>
                </a:lnTo>
                <a:lnTo>
                  <a:pt x="1190625" y="371475"/>
                </a:lnTo>
                <a:lnTo>
                  <a:pt x="1181100" y="371475"/>
                </a:lnTo>
                <a:close/>
                <a:moveTo>
                  <a:pt x="609600" y="371475"/>
                </a:moveTo>
                <a:lnTo>
                  <a:pt x="619125" y="371475"/>
                </a:lnTo>
                <a:lnTo>
                  <a:pt x="619125" y="381000"/>
                </a:lnTo>
                <a:lnTo>
                  <a:pt x="609600" y="381000"/>
                </a:lnTo>
                <a:close/>
                <a:moveTo>
                  <a:pt x="600075" y="381000"/>
                </a:moveTo>
                <a:lnTo>
                  <a:pt x="609600" y="381000"/>
                </a:lnTo>
                <a:lnTo>
                  <a:pt x="609600" y="390525"/>
                </a:lnTo>
                <a:lnTo>
                  <a:pt x="600075" y="390525"/>
                </a:lnTo>
                <a:close/>
                <a:moveTo>
                  <a:pt x="619125" y="390525"/>
                </a:moveTo>
                <a:lnTo>
                  <a:pt x="628650" y="390525"/>
                </a:lnTo>
                <a:lnTo>
                  <a:pt x="628650" y="409575"/>
                </a:lnTo>
                <a:lnTo>
                  <a:pt x="619125" y="409575"/>
                </a:lnTo>
                <a:close/>
                <a:moveTo>
                  <a:pt x="542925" y="400050"/>
                </a:moveTo>
                <a:lnTo>
                  <a:pt x="552450" y="400050"/>
                </a:lnTo>
                <a:lnTo>
                  <a:pt x="552450" y="419100"/>
                </a:lnTo>
                <a:lnTo>
                  <a:pt x="561975" y="419100"/>
                </a:lnTo>
                <a:lnTo>
                  <a:pt x="561975" y="428625"/>
                </a:lnTo>
                <a:lnTo>
                  <a:pt x="542925" y="428625"/>
                </a:lnTo>
                <a:close/>
                <a:moveTo>
                  <a:pt x="1066800" y="400050"/>
                </a:moveTo>
                <a:lnTo>
                  <a:pt x="1085850" y="400050"/>
                </a:lnTo>
                <a:lnTo>
                  <a:pt x="1085850" y="419100"/>
                </a:lnTo>
                <a:lnTo>
                  <a:pt x="1076325" y="419100"/>
                </a:lnTo>
                <a:lnTo>
                  <a:pt x="1076325" y="428625"/>
                </a:lnTo>
                <a:lnTo>
                  <a:pt x="1057275" y="428625"/>
                </a:lnTo>
                <a:lnTo>
                  <a:pt x="1057275" y="419100"/>
                </a:lnTo>
                <a:lnTo>
                  <a:pt x="1066800" y="419100"/>
                </a:lnTo>
                <a:close/>
                <a:moveTo>
                  <a:pt x="1114425" y="400050"/>
                </a:moveTo>
                <a:lnTo>
                  <a:pt x="1133475" y="400050"/>
                </a:lnTo>
                <a:lnTo>
                  <a:pt x="1133475" y="409575"/>
                </a:lnTo>
                <a:lnTo>
                  <a:pt x="1114425" y="409575"/>
                </a:lnTo>
                <a:close/>
                <a:moveTo>
                  <a:pt x="1133475" y="409575"/>
                </a:moveTo>
                <a:lnTo>
                  <a:pt x="1143000" y="409575"/>
                </a:lnTo>
                <a:lnTo>
                  <a:pt x="1143000" y="428625"/>
                </a:lnTo>
                <a:lnTo>
                  <a:pt x="1133475" y="428625"/>
                </a:lnTo>
                <a:close/>
                <a:moveTo>
                  <a:pt x="581025" y="419100"/>
                </a:moveTo>
                <a:lnTo>
                  <a:pt x="600075" y="419100"/>
                </a:lnTo>
                <a:lnTo>
                  <a:pt x="600075" y="438150"/>
                </a:lnTo>
                <a:lnTo>
                  <a:pt x="590550" y="438150"/>
                </a:lnTo>
                <a:lnTo>
                  <a:pt x="590550" y="428625"/>
                </a:lnTo>
                <a:lnTo>
                  <a:pt x="581025" y="428625"/>
                </a:lnTo>
                <a:close/>
                <a:moveTo>
                  <a:pt x="609600" y="419100"/>
                </a:moveTo>
                <a:lnTo>
                  <a:pt x="619125" y="419100"/>
                </a:lnTo>
                <a:lnTo>
                  <a:pt x="619125" y="447675"/>
                </a:lnTo>
                <a:lnTo>
                  <a:pt x="609600" y="447675"/>
                </a:lnTo>
                <a:close/>
                <a:moveTo>
                  <a:pt x="1162050" y="438150"/>
                </a:moveTo>
                <a:lnTo>
                  <a:pt x="1171575" y="438150"/>
                </a:lnTo>
                <a:lnTo>
                  <a:pt x="1171575" y="447675"/>
                </a:lnTo>
                <a:lnTo>
                  <a:pt x="1162050" y="447675"/>
                </a:lnTo>
                <a:close/>
                <a:moveTo>
                  <a:pt x="1181100" y="438150"/>
                </a:moveTo>
                <a:lnTo>
                  <a:pt x="1190625" y="438150"/>
                </a:lnTo>
                <a:lnTo>
                  <a:pt x="1190625" y="457200"/>
                </a:lnTo>
                <a:lnTo>
                  <a:pt x="1200150" y="457200"/>
                </a:lnTo>
                <a:lnTo>
                  <a:pt x="1200150" y="476250"/>
                </a:lnTo>
                <a:lnTo>
                  <a:pt x="1219200" y="476250"/>
                </a:lnTo>
                <a:lnTo>
                  <a:pt x="1219200" y="466725"/>
                </a:lnTo>
                <a:lnTo>
                  <a:pt x="1238250" y="466725"/>
                </a:lnTo>
                <a:lnTo>
                  <a:pt x="1238250" y="485775"/>
                </a:lnTo>
                <a:lnTo>
                  <a:pt x="1228725" y="485775"/>
                </a:lnTo>
                <a:lnTo>
                  <a:pt x="1228725" y="476250"/>
                </a:lnTo>
                <a:lnTo>
                  <a:pt x="1219200" y="476250"/>
                </a:lnTo>
                <a:lnTo>
                  <a:pt x="1219200" y="495300"/>
                </a:lnTo>
                <a:lnTo>
                  <a:pt x="1209675" y="495300"/>
                </a:lnTo>
                <a:lnTo>
                  <a:pt x="1209675" y="485775"/>
                </a:lnTo>
                <a:lnTo>
                  <a:pt x="1181100" y="485775"/>
                </a:lnTo>
                <a:lnTo>
                  <a:pt x="1181100" y="476250"/>
                </a:lnTo>
                <a:lnTo>
                  <a:pt x="1171575" y="476250"/>
                </a:lnTo>
                <a:lnTo>
                  <a:pt x="1171575" y="466725"/>
                </a:lnTo>
                <a:lnTo>
                  <a:pt x="1181100" y="466725"/>
                </a:lnTo>
                <a:close/>
                <a:moveTo>
                  <a:pt x="1428750" y="438150"/>
                </a:moveTo>
                <a:lnTo>
                  <a:pt x="1438275" y="438150"/>
                </a:lnTo>
                <a:lnTo>
                  <a:pt x="1438275" y="447675"/>
                </a:lnTo>
                <a:lnTo>
                  <a:pt x="1447800" y="447675"/>
                </a:lnTo>
                <a:lnTo>
                  <a:pt x="1447800" y="457200"/>
                </a:lnTo>
                <a:lnTo>
                  <a:pt x="1466850" y="457200"/>
                </a:lnTo>
                <a:lnTo>
                  <a:pt x="1466850" y="466725"/>
                </a:lnTo>
                <a:lnTo>
                  <a:pt x="1457325" y="466725"/>
                </a:lnTo>
                <a:lnTo>
                  <a:pt x="1457325" y="476250"/>
                </a:lnTo>
                <a:lnTo>
                  <a:pt x="1447800" y="476250"/>
                </a:lnTo>
                <a:lnTo>
                  <a:pt x="1447800" y="466725"/>
                </a:lnTo>
                <a:lnTo>
                  <a:pt x="1428750" y="466725"/>
                </a:lnTo>
                <a:close/>
                <a:moveTo>
                  <a:pt x="1504950" y="457200"/>
                </a:moveTo>
                <a:lnTo>
                  <a:pt x="1514475" y="457200"/>
                </a:lnTo>
                <a:lnTo>
                  <a:pt x="1514475" y="466725"/>
                </a:lnTo>
                <a:lnTo>
                  <a:pt x="1504950" y="466725"/>
                </a:lnTo>
                <a:close/>
                <a:moveTo>
                  <a:pt x="1028700" y="485775"/>
                </a:moveTo>
                <a:lnTo>
                  <a:pt x="1038225" y="485775"/>
                </a:lnTo>
                <a:lnTo>
                  <a:pt x="1038225" y="514350"/>
                </a:lnTo>
                <a:lnTo>
                  <a:pt x="1028700" y="514350"/>
                </a:lnTo>
                <a:close/>
                <a:moveTo>
                  <a:pt x="1238250" y="485775"/>
                </a:moveTo>
                <a:lnTo>
                  <a:pt x="1247775" y="485775"/>
                </a:lnTo>
                <a:lnTo>
                  <a:pt x="1247775" y="495300"/>
                </a:lnTo>
                <a:lnTo>
                  <a:pt x="1238250" y="495300"/>
                </a:lnTo>
                <a:close/>
                <a:moveTo>
                  <a:pt x="1390650" y="495300"/>
                </a:moveTo>
                <a:lnTo>
                  <a:pt x="1419225" y="495300"/>
                </a:lnTo>
                <a:lnTo>
                  <a:pt x="1419225" y="504825"/>
                </a:lnTo>
                <a:lnTo>
                  <a:pt x="1390650" y="504825"/>
                </a:lnTo>
                <a:close/>
                <a:moveTo>
                  <a:pt x="828675" y="504825"/>
                </a:moveTo>
                <a:lnTo>
                  <a:pt x="838200" y="504825"/>
                </a:lnTo>
                <a:lnTo>
                  <a:pt x="838200" y="514350"/>
                </a:lnTo>
                <a:lnTo>
                  <a:pt x="828675" y="514350"/>
                </a:lnTo>
                <a:close/>
                <a:moveTo>
                  <a:pt x="1000125" y="504825"/>
                </a:moveTo>
                <a:lnTo>
                  <a:pt x="1009650" y="504825"/>
                </a:lnTo>
                <a:lnTo>
                  <a:pt x="1009650" y="523875"/>
                </a:lnTo>
                <a:lnTo>
                  <a:pt x="1000125" y="523875"/>
                </a:lnTo>
                <a:close/>
                <a:moveTo>
                  <a:pt x="1266825" y="504825"/>
                </a:moveTo>
                <a:lnTo>
                  <a:pt x="1276350" y="504825"/>
                </a:lnTo>
                <a:lnTo>
                  <a:pt x="1276350" y="514350"/>
                </a:lnTo>
                <a:lnTo>
                  <a:pt x="1266825" y="514350"/>
                </a:lnTo>
                <a:close/>
                <a:moveTo>
                  <a:pt x="1019175" y="514350"/>
                </a:moveTo>
                <a:lnTo>
                  <a:pt x="1028700" y="514350"/>
                </a:lnTo>
                <a:lnTo>
                  <a:pt x="1028700" y="523875"/>
                </a:lnTo>
                <a:lnTo>
                  <a:pt x="1019175" y="523875"/>
                </a:lnTo>
                <a:close/>
                <a:moveTo>
                  <a:pt x="1009650" y="523875"/>
                </a:moveTo>
                <a:lnTo>
                  <a:pt x="1019175" y="523875"/>
                </a:lnTo>
                <a:lnTo>
                  <a:pt x="1019175" y="533400"/>
                </a:lnTo>
                <a:lnTo>
                  <a:pt x="1009650" y="533400"/>
                </a:lnTo>
                <a:close/>
                <a:moveTo>
                  <a:pt x="1266825" y="523875"/>
                </a:moveTo>
                <a:lnTo>
                  <a:pt x="1285875" y="523875"/>
                </a:lnTo>
                <a:lnTo>
                  <a:pt x="1285875" y="533400"/>
                </a:lnTo>
                <a:lnTo>
                  <a:pt x="1266825" y="533400"/>
                </a:lnTo>
                <a:close/>
                <a:moveTo>
                  <a:pt x="304800" y="552450"/>
                </a:moveTo>
                <a:lnTo>
                  <a:pt x="314325" y="552450"/>
                </a:lnTo>
                <a:lnTo>
                  <a:pt x="314325" y="561975"/>
                </a:lnTo>
                <a:lnTo>
                  <a:pt x="304800" y="561975"/>
                </a:lnTo>
                <a:close/>
                <a:moveTo>
                  <a:pt x="1104900" y="571500"/>
                </a:moveTo>
                <a:lnTo>
                  <a:pt x="1114425" y="571500"/>
                </a:lnTo>
                <a:lnTo>
                  <a:pt x="1114425" y="581025"/>
                </a:lnTo>
                <a:lnTo>
                  <a:pt x="1104900" y="581025"/>
                </a:lnTo>
                <a:close/>
                <a:moveTo>
                  <a:pt x="523875" y="581025"/>
                </a:moveTo>
                <a:lnTo>
                  <a:pt x="533400" y="581025"/>
                </a:lnTo>
                <a:lnTo>
                  <a:pt x="533400" y="590550"/>
                </a:lnTo>
                <a:lnTo>
                  <a:pt x="523875" y="590550"/>
                </a:lnTo>
                <a:close/>
                <a:moveTo>
                  <a:pt x="552450" y="581025"/>
                </a:moveTo>
                <a:lnTo>
                  <a:pt x="561975" y="581025"/>
                </a:lnTo>
                <a:lnTo>
                  <a:pt x="561975" y="600075"/>
                </a:lnTo>
                <a:lnTo>
                  <a:pt x="542925" y="600075"/>
                </a:lnTo>
                <a:lnTo>
                  <a:pt x="542925" y="590550"/>
                </a:lnTo>
                <a:lnTo>
                  <a:pt x="552450" y="590550"/>
                </a:lnTo>
                <a:close/>
                <a:moveTo>
                  <a:pt x="733425" y="581025"/>
                </a:moveTo>
                <a:lnTo>
                  <a:pt x="752475" y="581025"/>
                </a:lnTo>
                <a:lnTo>
                  <a:pt x="752475" y="590550"/>
                </a:lnTo>
                <a:lnTo>
                  <a:pt x="733425" y="590550"/>
                </a:lnTo>
                <a:close/>
                <a:moveTo>
                  <a:pt x="1095375" y="581025"/>
                </a:moveTo>
                <a:lnTo>
                  <a:pt x="1104900" y="581025"/>
                </a:lnTo>
                <a:lnTo>
                  <a:pt x="1104900" y="619125"/>
                </a:lnTo>
                <a:lnTo>
                  <a:pt x="1095375" y="619125"/>
                </a:lnTo>
                <a:close/>
                <a:moveTo>
                  <a:pt x="752475" y="590550"/>
                </a:moveTo>
                <a:lnTo>
                  <a:pt x="771525" y="590550"/>
                </a:lnTo>
                <a:lnTo>
                  <a:pt x="771525" y="600075"/>
                </a:lnTo>
                <a:lnTo>
                  <a:pt x="762000" y="600075"/>
                </a:lnTo>
                <a:lnTo>
                  <a:pt x="762000" y="609600"/>
                </a:lnTo>
                <a:lnTo>
                  <a:pt x="752475" y="609600"/>
                </a:lnTo>
                <a:close/>
                <a:moveTo>
                  <a:pt x="561975" y="600075"/>
                </a:moveTo>
                <a:lnTo>
                  <a:pt x="590550" y="600075"/>
                </a:lnTo>
                <a:lnTo>
                  <a:pt x="590550" y="609600"/>
                </a:lnTo>
                <a:lnTo>
                  <a:pt x="561975" y="609600"/>
                </a:lnTo>
                <a:close/>
                <a:moveTo>
                  <a:pt x="1114425" y="600075"/>
                </a:moveTo>
                <a:lnTo>
                  <a:pt x="1123950" y="600075"/>
                </a:lnTo>
                <a:lnTo>
                  <a:pt x="1123950" y="609600"/>
                </a:lnTo>
                <a:lnTo>
                  <a:pt x="1114425" y="609600"/>
                </a:lnTo>
                <a:close/>
                <a:moveTo>
                  <a:pt x="990600" y="619125"/>
                </a:moveTo>
                <a:lnTo>
                  <a:pt x="1000125" y="619125"/>
                </a:lnTo>
                <a:lnTo>
                  <a:pt x="1000125" y="628650"/>
                </a:lnTo>
                <a:lnTo>
                  <a:pt x="990600" y="628650"/>
                </a:lnTo>
                <a:close/>
                <a:moveTo>
                  <a:pt x="1000125" y="628650"/>
                </a:moveTo>
                <a:lnTo>
                  <a:pt x="1009650" y="628650"/>
                </a:lnTo>
                <a:lnTo>
                  <a:pt x="1009650" y="647700"/>
                </a:lnTo>
                <a:lnTo>
                  <a:pt x="990600" y="647700"/>
                </a:lnTo>
                <a:lnTo>
                  <a:pt x="990600" y="638175"/>
                </a:lnTo>
                <a:lnTo>
                  <a:pt x="1000125" y="638175"/>
                </a:lnTo>
                <a:close/>
                <a:moveTo>
                  <a:pt x="590550" y="638175"/>
                </a:moveTo>
                <a:lnTo>
                  <a:pt x="600075" y="638175"/>
                </a:lnTo>
                <a:lnTo>
                  <a:pt x="600075" y="647700"/>
                </a:lnTo>
                <a:lnTo>
                  <a:pt x="590550" y="647700"/>
                </a:lnTo>
                <a:close/>
                <a:moveTo>
                  <a:pt x="1323975" y="695325"/>
                </a:moveTo>
                <a:lnTo>
                  <a:pt x="1333500" y="695325"/>
                </a:lnTo>
                <a:lnTo>
                  <a:pt x="1333500" y="704850"/>
                </a:lnTo>
                <a:lnTo>
                  <a:pt x="1323975" y="704850"/>
                </a:lnTo>
                <a:close/>
                <a:moveTo>
                  <a:pt x="209550" y="714375"/>
                </a:moveTo>
                <a:lnTo>
                  <a:pt x="219075" y="714375"/>
                </a:lnTo>
                <a:lnTo>
                  <a:pt x="219075" y="723900"/>
                </a:lnTo>
                <a:lnTo>
                  <a:pt x="209550" y="723900"/>
                </a:lnTo>
                <a:close/>
                <a:moveTo>
                  <a:pt x="457200" y="714375"/>
                </a:moveTo>
                <a:lnTo>
                  <a:pt x="466725" y="714375"/>
                </a:lnTo>
                <a:lnTo>
                  <a:pt x="466725" y="723900"/>
                </a:lnTo>
                <a:lnTo>
                  <a:pt x="457200" y="723900"/>
                </a:lnTo>
                <a:close/>
                <a:moveTo>
                  <a:pt x="1009650" y="723900"/>
                </a:moveTo>
                <a:lnTo>
                  <a:pt x="1028700" y="723900"/>
                </a:lnTo>
                <a:lnTo>
                  <a:pt x="1028700" y="752475"/>
                </a:lnTo>
                <a:lnTo>
                  <a:pt x="1009650" y="752475"/>
                </a:lnTo>
                <a:close/>
                <a:moveTo>
                  <a:pt x="523875" y="752475"/>
                </a:moveTo>
                <a:lnTo>
                  <a:pt x="533400" y="752475"/>
                </a:lnTo>
                <a:lnTo>
                  <a:pt x="533400" y="771525"/>
                </a:lnTo>
                <a:lnTo>
                  <a:pt x="542925" y="771525"/>
                </a:lnTo>
                <a:lnTo>
                  <a:pt x="542925" y="781050"/>
                </a:lnTo>
                <a:lnTo>
                  <a:pt x="533400" y="781050"/>
                </a:lnTo>
                <a:lnTo>
                  <a:pt x="533400" y="790575"/>
                </a:lnTo>
                <a:lnTo>
                  <a:pt x="504825" y="790575"/>
                </a:lnTo>
                <a:lnTo>
                  <a:pt x="504825" y="781050"/>
                </a:lnTo>
                <a:lnTo>
                  <a:pt x="514350" y="781050"/>
                </a:lnTo>
                <a:lnTo>
                  <a:pt x="514350" y="762000"/>
                </a:lnTo>
                <a:lnTo>
                  <a:pt x="523875" y="762000"/>
                </a:lnTo>
                <a:close/>
                <a:moveTo>
                  <a:pt x="476250" y="781050"/>
                </a:moveTo>
                <a:lnTo>
                  <a:pt x="485775" y="781050"/>
                </a:lnTo>
                <a:lnTo>
                  <a:pt x="485775" y="790575"/>
                </a:lnTo>
                <a:lnTo>
                  <a:pt x="476250" y="790575"/>
                </a:lnTo>
                <a:close/>
                <a:moveTo>
                  <a:pt x="838200" y="781050"/>
                </a:moveTo>
                <a:lnTo>
                  <a:pt x="847725" y="781050"/>
                </a:lnTo>
                <a:lnTo>
                  <a:pt x="847725" y="800100"/>
                </a:lnTo>
                <a:lnTo>
                  <a:pt x="838200" y="800100"/>
                </a:lnTo>
                <a:close/>
                <a:moveTo>
                  <a:pt x="971550" y="781050"/>
                </a:moveTo>
                <a:lnTo>
                  <a:pt x="981075" y="781050"/>
                </a:lnTo>
                <a:lnTo>
                  <a:pt x="981075" y="790575"/>
                </a:lnTo>
                <a:lnTo>
                  <a:pt x="971550" y="790575"/>
                </a:lnTo>
                <a:close/>
                <a:moveTo>
                  <a:pt x="866775" y="790575"/>
                </a:moveTo>
                <a:lnTo>
                  <a:pt x="876300" y="790575"/>
                </a:lnTo>
                <a:lnTo>
                  <a:pt x="876300" y="800100"/>
                </a:lnTo>
                <a:lnTo>
                  <a:pt x="866775" y="800100"/>
                </a:lnTo>
                <a:close/>
                <a:moveTo>
                  <a:pt x="1200150" y="790575"/>
                </a:moveTo>
                <a:lnTo>
                  <a:pt x="1219200" y="790575"/>
                </a:lnTo>
                <a:lnTo>
                  <a:pt x="1219200" y="800100"/>
                </a:lnTo>
                <a:lnTo>
                  <a:pt x="1200150" y="800100"/>
                </a:lnTo>
                <a:close/>
                <a:moveTo>
                  <a:pt x="685800" y="800100"/>
                </a:moveTo>
                <a:lnTo>
                  <a:pt x="695325" y="800100"/>
                </a:lnTo>
                <a:lnTo>
                  <a:pt x="695325" y="809625"/>
                </a:lnTo>
                <a:lnTo>
                  <a:pt x="685800" y="809625"/>
                </a:lnTo>
                <a:close/>
                <a:moveTo>
                  <a:pt x="1495425" y="800100"/>
                </a:moveTo>
                <a:lnTo>
                  <a:pt x="1514475" y="800100"/>
                </a:lnTo>
                <a:lnTo>
                  <a:pt x="1514475" y="819150"/>
                </a:lnTo>
                <a:lnTo>
                  <a:pt x="1504950" y="819150"/>
                </a:lnTo>
                <a:lnTo>
                  <a:pt x="1504950" y="809625"/>
                </a:lnTo>
                <a:lnTo>
                  <a:pt x="1495425" y="809625"/>
                </a:lnTo>
                <a:close/>
                <a:moveTo>
                  <a:pt x="676275" y="809625"/>
                </a:moveTo>
                <a:lnTo>
                  <a:pt x="685800" y="809625"/>
                </a:lnTo>
                <a:lnTo>
                  <a:pt x="685800" y="819150"/>
                </a:lnTo>
                <a:lnTo>
                  <a:pt x="676275" y="819150"/>
                </a:lnTo>
                <a:close/>
                <a:moveTo>
                  <a:pt x="1200150" y="809625"/>
                </a:moveTo>
                <a:lnTo>
                  <a:pt x="1219200" y="809625"/>
                </a:lnTo>
                <a:lnTo>
                  <a:pt x="1219200" y="819150"/>
                </a:lnTo>
                <a:lnTo>
                  <a:pt x="1200150" y="819150"/>
                </a:lnTo>
                <a:close/>
                <a:moveTo>
                  <a:pt x="1285875" y="809625"/>
                </a:moveTo>
                <a:lnTo>
                  <a:pt x="1295400" y="809625"/>
                </a:lnTo>
                <a:lnTo>
                  <a:pt x="1295400" y="819150"/>
                </a:lnTo>
                <a:lnTo>
                  <a:pt x="1304925" y="819150"/>
                </a:lnTo>
                <a:lnTo>
                  <a:pt x="1304925" y="828675"/>
                </a:lnTo>
                <a:lnTo>
                  <a:pt x="1285875" y="828675"/>
                </a:lnTo>
                <a:close/>
                <a:moveTo>
                  <a:pt x="1476375" y="809625"/>
                </a:moveTo>
                <a:lnTo>
                  <a:pt x="1495425" y="809625"/>
                </a:lnTo>
                <a:lnTo>
                  <a:pt x="1495425" y="819150"/>
                </a:lnTo>
                <a:lnTo>
                  <a:pt x="1485900" y="819150"/>
                </a:lnTo>
                <a:lnTo>
                  <a:pt x="1485900" y="828675"/>
                </a:lnTo>
                <a:lnTo>
                  <a:pt x="1476375" y="828675"/>
                </a:lnTo>
                <a:close/>
                <a:moveTo>
                  <a:pt x="1304925" y="857250"/>
                </a:moveTo>
                <a:lnTo>
                  <a:pt x="1314450" y="857250"/>
                </a:lnTo>
                <a:lnTo>
                  <a:pt x="1314450" y="876300"/>
                </a:lnTo>
                <a:lnTo>
                  <a:pt x="1304925" y="876300"/>
                </a:lnTo>
                <a:close/>
                <a:moveTo>
                  <a:pt x="161925" y="885825"/>
                </a:moveTo>
                <a:lnTo>
                  <a:pt x="180975" y="885825"/>
                </a:lnTo>
                <a:lnTo>
                  <a:pt x="180975" y="895350"/>
                </a:lnTo>
                <a:lnTo>
                  <a:pt x="161925" y="895350"/>
                </a:lnTo>
                <a:close/>
                <a:moveTo>
                  <a:pt x="809625" y="885825"/>
                </a:moveTo>
                <a:lnTo>
                  <a:pt x="819150" y="885825"/>
                </a:lnTo>
                <a:lnTo>
                  <a:pt x="819150" y="895350"/>
                </a:lnTo>
                <a:lnTo>
                  <a:pt x="809625" y="895350"/>
                </a:lnTo>
                <a:close/>
                <a:moveTo>
                  <a:pt x="542925" y="895350"/>
                </a:moveTo>
                <a:lnTo>
                  <a:pt x="552450" y="895350"/>
                </a:lnTo>
                <a:lnTo>
                  <a:pt x="552450" y="904875"/>
                </a:lnTo>
                <a:lnTo>
                  <a:pt x="542925" y="904875"/>
                </a:lnTo>
                <a:close/>
                <a:moveTo>
                  <a:pt x="1057275" y="895350"/>
                </a:moveTo>
                <a:lnTo>
                  <a:pt x="1066800" y="895350"/>
                </a:lnTo>
                <a:lnTo>
                  <a:pt x="1066800" y="904875"/>
                </a:lnTo>
                <a:lnTo>
                  <a:pt x="1057275" y="904875"/>
                </a:lnTo>
                <a:close/>
                <a:moveTo>
                  <a:pt x="1171575" y="904875"/>
                </a:moveTo>
                <a:lnTo>
                  <a:pt x="1181100" y="904875"/>
                </a:lnTo>
                <a:lnTo>
                  <a:pt x="1181100" y="914400"/>
                </a:lnTo>
                <a:lnTo>
                  <a:pt x="1171575" y="914400"/>
                </a:lnTo>
                <a:close/>
                <a:moveTo>
                  <a:pt x="476250" y="914400"/>
                </a:moveTo>
                <a:lnTo>
                  <a:pt x="495300" y="914400"/>
                </a:lnTo>
                <a:lnTo>
                  <a:pt x="495300" y="923925"/>
                </a:lnTo>
                <a:lnTo>
                  <a:pt x="485775" y="923925"/>
                </a:lnTo>
                <a:lnTo>
                  <a:pt x="485775" y="933450"/>
                </a:lnTo>
                <a:lnTo>
                  <a:pt x="476250" y="933450"/>
                </a:lnTo>
                <a:close/>
                <a:moveTo>
                  <a:pt x="1152525" y="933450"/>
                </a:moveTo>
                <a:lnTo>
                  <a:pt x="1171575" y="933450"/>
                </a:lnTo>
                <a:lnTo>
                  <a:pt x="1171575" y="942975"/>
                </a:lnTo>
                <a:lnTo>
                  <a:pt x="1152525" y="942975"/>
                </a:lnTo>
                <a:close/>
                <a:moveTo>
                  <a:pt x="1009650" y="952500"/>
                </a:moveTo>
                <a:lnTo>
                  <a:pt x="1019175" y="952500"/>
                </a:lnTo>
                <a:lnTo>
                  <a:pt x="1019175" y="962025"/>
                </a:lnTo>
                <a:lnTo>
                  <a:pt x="1009650" y="962025"/>
                </a:lnTo>
                <a:close/>
                <a:moveTo>
                  <a:pt x="1495425" y="962025"/>
                </a:moveTo>
                <a:lnTo>
                  <a:pt x="1504950" y="962025"/>
                </a:lnTo>
                <a:lnTo>
                  <a:pt x="1504950" y="971550"/>
                </a:lnTo>
                <a:lnTo>
                  <a:pt x="1495425" y="971550"/>
                </a:lnTo>
                <a:close/>
                <a:moveTo>
                  <a:pt x="285750" y="1038225"/>
                </a:moveTo>
                <a:lnTo>
                  <a:pt x="295275" y="1038225"/>
                </a:lnTo>
                <a:lnTo>
                  <a:pt x="295275" y="1057275"/>
                </a:lnTo>
                <a:lnTo>
                  <a:pt x="285750" y="1057275"/>
                </a:lnTo>
                <a:close/>
                <a:moveTo>
                  <a:pt x="1381125" y="1047750"/>
                </a:moveTo>
                <a:lnTo>
                  <a:pt x="1390650" y="1047750"/>
                </a:lnTo>
                <a:lnTo>
                  <a:pt x="1390650" y="1057275"/>
                </a:lnTo>
                <a:lnTo>
                  <a:pt x="1381125" y="1057275"/>
                </a:lnTo>
                <a:close/>
                <a:moveTo>
                  <a:pt x="276225" y="1057275"/>
                </a:moveTo>
                <a:lnTo>
                  <a:pt x="285750" y="1057275"/>
                </a:lnTo>
                <a:lnTo>
                  <a:pt x="285750" y="1066800"/>
                </a:lnTo>
                <a:lnTo>
                  <a:pt x="276225" y="1066800"/>
                </a:lnTo>
                <a:close/>
                <a:moveTo>
                  <a:pt x="1057275" y="1057275"/>
                </a:moveTo>
                <a:lnTo>
                  <a:pt x="1076325" y="1057275"/>
                </a:lnTo>
                <a:lnTo>
                  <a:pt x="1076325" y="1066800"/>
                </a:lnTo>
                <a:lnTo>
                  <a:pt x="1057275" y="1066800"/>
                </a:lnTo>
                <a:close/>
                <a:moveTo>
                  <a:pt x="1362075" y="1057275"/>
                </a:moveTo>
                <a:lnTo>
                  <a:pt x="1381125" y="1057275"/>
                </a:lnTo>
                <a:lnTo>
                  <a:pt x="1381125" y="1066800"/>
                </a:lnTo>
                <a:lnTo>
                  <a:pt x="1409700" y="1066800"/>
                </a:lnTo>
                <a:lnTo>
                  <a:pt x="1409700" y="1076325"/>
                </a:lnTo>
                <a:lnTo>
                  <a:pt x="1371600" y="1076325"/>
                </a:lnTo>
                <a:lnTo>
                  <a:pt x="1371600" y="1066800"/>
                </a:lnTo>
                <a:lnTo>
                  <a:pt x="1362075" y="1066800"/>
                </a:lnTo>
                <a:close/>
                <a:moveTo>
                  <a:pt x="1466850" y="1057275"/>
                </a:moveTo>
                <a:lnTo>
                  <a:pt x="1485900" y="1057275"/>
                </a:lnTo>
                <a:lnTo>
                  <a:pt x="1485900" y="1076325"/>
                </a:lnTo>
                <a:lnTo>
                  <a:pt x="1466850" y="1076325"/>
                </a:lnTo>
                <a:close/>
                <a:moveTo>
                  <a:pt x="1009650" y="1085850"/>
                </a:moveTo>
                <a:lnTo>
                  <a:pt x="1019175" y="1085850"/>
                </a:lnTo>
                <a:lnTo>
                  <a:pt x="1019175" y="1095375"/>
                </a:lnTo>
                <a:lnTo>
                  <a:pt x="1009650" y="1095375"/>
                </a:lnTo>
                <a:close/>
                <a:moveTo>
                  <a:pt x="1485900" y="1085850"/>
                </a:moveTo>
                <a:lnTo>
                  <a:pt x="1495425" y="1085850"/>
                </a:lnTo>
                <a:lnTo>
                  <a:pt x="1495425" y="1114425"/>
                </a:lnTo>
                <a:lnTo>
                  <a:pt x="1476375" y="1114425"/>
                </a:lnTo>
                <a:lnTo>
                  <a:pt x="1476375" y="1104900"/>
                </a:lnTo>
                <a:lnTo>
                  <a:pt x="1485900" y="1104900"/>
                </a:lnTo>
                <a:close/>
                <a:moveTo>
                  <a:pt x="209550" y="1104900"/>
                </a:moveTo>
                <a:lnTo>
                  <a:pt x="219075" y="1104900"/>
                </a:lnTo>
                <a:lnTo>
                  <a:pt x="219075" y="1114425"/>
                </a:lnTo>
                <a:lnTo>
                  <a:pt x="228600" y="1114425"/>
                </a:lnTo>
                <a:lnTo>
                  <a:pt x="228600" y="1123950"/>
                </a:lnTo>
                <a:lnTo>
                  <a:pt x="209550" y="1123950"/>
                </a:lnTo>
                <a:close/>
                <a:moveTo>
                  <a:pt x="600075" y="1104900"/>
                </a:moveTo>
                <a:lnTo>
                  <a:pt x="609600" y="1104900"/>
                </a:lnTo>
                <a:lnTo>
                  <a:pt x="609600" y="1133475"/>
                </a:lnTo>
                <a:lnTo>
                  <a:pt x="600075" y="1133475"/>
                </a:lnTo>
                <a:close/>
                <a:moveTo>
                  <a:pt x="1390650" y="1104900"/>
                </a:moveTo>
                <a:lnTo>
                  <a:pt x="1400175" y="1104900"/>
                </a:lnTo>
                <a:lnTo>
                  <a:pt x="1400175" y="1123950"/>
                </a:lnTo>
                <a:lnTo>
                  <a:pt x="1381125" y="1123950"/>
                </a:lnTo>
                <a:lnTo>
                  <a:pt x="1381125" y="1114425"/>
                </a:lnTo>
                <a:lnTo>
                  <a:pt x="1390650" y="1114425"/>
                </a:lnTo>
                <a:close/>
                <a:moveTo>
                  <a:pt x="571500" y="1133475"/>
                </a:moveTo>
                <a:lnTo>
                  <a:pt x="590550" y="1133475"/>
                </a:lnTo>
                <a:lnTo>
                  <a:pt x="590550" y="1152525"/>
                </a:lnTo>
                <a:lnTo>
                  <a:pt x="600075" y="1152525"/>
                </a:lnTo>
                <a:lnTo>
                  <a:pt x="600075" y="1162050"/>
                </a:lnTo>
                <a:lnTo>
                  <a:pt x="571500" y="1162050"/>
                </a:lnTo>
                <a:lnTo>
                  <a:pt x="571500" y="1152525"/>
                </a:lnTo>
                <a:lnTo>
                  <a:pt x="561975" y="1152525"/>
                </a:lnTo>
                <a:lnTo>
                  <a:pt x="561975" y="1143000"/>
                </a:lnTo>
                <a:lnTo>
                  <a:pt x="571500" y="1143000"/>
                </a:lnTo>
                <a:close/>
                <a:moveTo>
                  <a:pt x="0" y="1143000"/>
                </a:moveTo>
                <a:lnTo>
                  <a:pt x="19050" y="1143000"/>
                </a:lnTo>
                <a:lnTo>
                  <a:pt x="19050" y="1152525"/>
                </a:lnTo>
                <a:lnTo>
                  <a:pt x="0" y="1152525"/>
                </a:lnTo>
                <a:close/>
                <a:moveTo>
                  <a:pt x="485775" y="1143000"/>
                </a:moveTo>
                <a:lnTo>
                  <a:pt x="533400" y="1143000"/>
                </a:lnTo>
                <a:lnTo>
                  <a:pt x="533400" y="1152525"/>
                </a:lnTo>
                <a:lnTo>
                  <a:pt x="523875" y="1152525"/>
                </a:lnTo>
                <a:lnTo>
                  <a:pt x="523875" y="1162050"/>
                </a:lnTo>
                <a:lnTo>
                  <a:pt x="504825" y="1162050"/>
                </a:lnTo>
                <a:lnTo>
                  <a:pt x="504825" y="1152525"/>
                </a:lnTo>
                <a:lnTo>
                  <a:pt x="495300" y="1152525"/>
                </a:lnTo>
                <a:lnTo>
                  <a:pt x="495300" y="1162050"/>
                </a:lnTo>
                <a:lnTo>
                  <a:pt x="485775" y="1162050"/>
                </a:lnTo>
                <a:close/>
                <a:moveTo>
                  <a:pt x="438150" y="1152525"/>
                </a:moveTo>
                <a:lnTo>
                  <a:pt x="457200" y="1152525"/>
                </a:lnTo>
                <a:lnTo>
                  <a:pt x="457200" y="1162050"/>
                </a:lnTo>
                <a:lnTo>
                  <a:pt x="438150" y="1162050"/>
                </a:lnTo>
                <a:close/>
                <a:moveTo>
                  <a:pt x="561975" y="1162050"/>
                </a:moveTo>
                <a:lnTo>
                  <a:pt x="571500" y="1162050"/>
                </a:lnTo>
                <a:lnTo>
                  <a:pt x="571500" y="1171575"/>
                </a:lnTo>
                <a:lnTo>
                  <a:pt x="561975" y="1171575"/>
                </a:lnTo>
                <a:close/>
                <a:moveTo>
                  <a:pt x="552450" y="1171575"/>
                </a:moveTo>
                <a:lnTo>
                  <a:pt x="561975" y="1171575"/>
                </a:lnTo>
                <a:lnTo>
                  <a:pt x="561975" y="1181100"/>
                </a:lnTo>
                <a:lnTo>
                  <a:pt x="552450" y="1181100"/>
                </a:lnTo>
                <a:close/>
                <a:moveTo>
                  <a:pt x="428625" y="1181100"/>
                </a:moveTo>
                <a:lnTo>
                  <a:pt x="438150" y="1181100"/>
                </a:lnTo>
                <a:lnTo>
                  <a:pt x="438150" y="1190625"/>
                </a:lnTo>
                <a:lnTo>
                  <a:pt x="428625" y="1190625"/>
                </a:lnTo>
                <a:close/>
                <a:moveTo>
                  <a:pt x="1133475" y="1190625"/>
                </a:moveTo>
                <a:lnTo>
                  <a:pt x="1143000" y="1190625"/>
                </a:lnTo>
                <a:lnTo>
                  <a:pt x="1143000" y="1200150"/>
                </a:lnTo>
                <a:lnTo>
                  <a:pt x="1152525" y="1200150"/>
                </a:lnTo>
                <a:lnTo>
                  <a:pt x="1152525" y="1219200"/>
                </a:lnTo>
                <a:lnTo>
                  <a:pt x="1123950" y="1219200"/>
                </a:lnTo>
                <a:lnTo>
                  <a:pt x="1123950" y="1209675"/>
                </a:lnTo>
                <a:lnTo>
                  <a:pt x="1114425" y="1209675"/>
                </a:lnTo>
                <a:lnTo>
                  <a:pt x="1114425" y="1200150"/>
                </a:lnTo>
                <a:lnTo>
                  <a:pt x="1133475" y="1200150"/>
                </a:lnTo>
                <a:close/>
                <a:moveTo>
                  <a:pt x="476250" y="1200150"/>
                </a:moveTo>
                <a:lnTo>
                  <a:pt x="485775" y="1200150"/>
                </a:lnTo>
                <a:lnTo>
                  <a:pt x="485775" y="1219200"/>
                </a:lnTo>
                <a:lnTo>
                  <a:pt x="457200" y="1219200"/>
                </a:lnTo>
                <a:lnTo>
                  <a:pt x="457200" y="1209675"/>
                </a:lnTo>
                <a:lnTo>
                  <a:pt x="476250" y="1209675"/>
                </a:lnTo>
                <a:close/>
                <a:moveTo>
                  <a:pt x="1485900" y="1247775"/>
                </a:moveTo>
                <a:lnTo>
                  <a:pt x="1504950" y="1247775"/>
                </a:lnTo>
                <a:lnTo>
                  <a:pt x="1504950" y="1266825"/>
                </a:lnTo>
                <a:lnTo>
                  <a:pt x="1485900" y="1266825"/>
                </a:lnTo>
                <a:close/>
                <a:moveTo>
                  <a:pt x="1514475" y="1247775"/>
                </a:moveTo>
                <a:lnTo>
                  <a:pt x="1543050" y="1247775"/>
                </a:lnTo>
                <a:lnTo>
                  <a:pt x="1543050" y="1266825"/>
                </a:lnTo>
                <a:lnTo>
                  <a:pt x="1533525" y="1266825"/>
                </a:lnTo>
                <a:lnTo>
                  <a:pt x="1533525" y="1257300"/>
                </a:lnTo>
                <a:lnTo>
                  <a:pt x="1514475" y="1257300"/>
                </a:lnTo>
                <a:close/>
                <a:moveTo>
                  <a:pt x="1543050" y="1266825"/>
                </a:moveTo>
                <a:lnTo>
                  <a:pt x="1552575" y="1266825"/>
                </a:lnTo>
                <a:lnTo>
                  <a:pt x="1552575" y="1276350"/>
                </a:lnTo>
                <a:lnTo>
                  <a:pt x="1543050" y="1276350"/>
                </a:lnTo>
                <a:close/>
                <a:moveTo>
                  <a:pt x="1085850" y="1285875"/>
                </a:moveTo>
                <a:lnTo>
                  <a:pt x="1095375" y="1285875"/>
                </a:lnTo>
                <a:lnTo>
                  <a:pt x="1095375" y="1295400"/>
                </a:lnTo>
                <a:lnTo>
                  <a:pt x="1085850" y="1295400"/>
                </a:lnTo>
                <a:close/>
                <a:moveTo>
                  <a:pt x="790575" y="1343025"/>
                </a:moveTo>
                <a:lnTo>
                  <a:pt x="800100" y="1343025"/>
                </a:lnTo>
                <a:lnTo>
                  <a:pt x="800100" y="1362075"/>
                </a:lnTo>
                <a:lnTo>
                  <a:pt x="781050" y="1362075"/>
                </a:lnTo>
                <a:lnTo>
                  <a:pt x="781050" y="1352550"/>
                </a:lnTo>
                <a:lnTo>
                  <a:pt x="790575" y="1352550"/>
                </a:lnTo>
                <a:close/>
              </a:path>
            </a:pathLst>
          </a:custGeom>
          <a:solidFill xmlns:a="http://schemas.openxmlformats.org/drawingml/2006/main">
            <a:srgbClr val="FAF9F6"/>
          </a:solidFill>
          <a:ln xmlns:a="http://schemas.openxmlformats.org/drawingml/2006/main" w="0">
            <a:noFill/>
          </a:ln>
        </p:spPr>
      </p:sp>
      <p:sp>
        <p:nvSpPr>
          <p:cNvPr id="21" name="turno1 vector #faf9f5">
            <a:extLst xmlns:a="http://schemas.openxmlformats.org/drawingml/2006/main">
              <a:ext uri="{FF2B5EF4-FFF2-40B4-BE49-F238E27FC236}">
                <a16:creationId xmlns:a16="http://schemas.microsoft.com/office/drawing/2014/main" id="{1A2F111C-78F2-4C9F-87D5-143FE694BD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2025" y="2752725"/>
            <a:ext cx="2476500" cy="2095500"/>
          </a:xfrm>
          <a:custGeom xmlns:a="http://schemas.openxmlformats.org/drawingml/2006/main">
            <a:pathLst>
              <a:path w="1609725" h="1362075">
                <a:moveTo>
                  <a:pt x="66675" y="0"/>
                </a:moveTo>
                <a:lnTo>
                  <a:pt x="104775" y="0"/>
                </a:lnTo>
                <a:lnTo>
                  <a:pt x="104775" y="19050"/>
                </a:lnTo>
                <a:lnTo>
                  <a:pt x="133350" y="19050"/>
                </a:lnTo>
                <a:lnTo>
                  <a:pt x="133350" y="0"/>
                </a:lnTo>
                <a:lnTo>
                  <a:pt x="142875" y="0"/>
                </a:lnTo>
                <a:lnTo>
                  <a:pt x="142875" y="9525"/>
                </a:lnTo>
                <a:lnTo>
                  <a:pt x="180975" y="9525"/>
                </a:lnTo>
                <a:lnTo>
                  <a:pt x="180975" y="19050"/>
                </a:lnTo>
                <a:lnTo>
                  <a:pt x="171450" y="19050"/>
                </a:lnTo>
                <a:lnTo>
                  <a:pt x="171450" y="28575"/>
                </a:lnTo>
                <a:lnTo>
                  <a:pt x="152400" y="28575"/>
                </a:lnTo>
                <a:lnTo>
                  <a:pt x="152400" y="66675"/>
                </a:lnTo>
                <a:lnTo>
                  <a:pt x="161925" y="66675"/>
                </a:lnTo>
                <a:lnTo>
                  <a:pt x="161925" y="85725"/>
                </a:lnTo>
                <a:lnTo>
                  <a:pt x="152400" y="85725"/>
                </a:lnTo>
                <a:lnTo>
                  <a:pt x="152400" y="114300"/>
                </a:lnTo>
                <a:lnTo>
                  <a:pt x="161925" y="114300"/>
                </a:lnTo>
                <a:lnTo>
                  <a:pt x="161925" y="123825"/>
                </a:lnTo>
                <a:lnTo>
                  <a:pt x="171450" y="123825"/>
                </a:lnTo>
                <a:lnTo>
                  <a:pt x="171450" y="142875"/>
                </a:lnTo>
                <a:lnTo>
                  <a:pt x="161925" y="142875"/>
                </a:lnTo>
                <a:lnTo>
                  <a:pt x="161925" y="171450"/>
                </a:lnTo>
                <a:lnTo>
                  <a:pt x="152400" y="171450"/>
                </a:lnTo>
                <a:lnTo>
                  <a:pt x="152400" y="133350"/>
                </a:lnTo>
                <a:lnTo>
                  <a:pt x="142875" y="133350"/>
                </a:lnTo>
                <a:lnTo>
                  <a:pt x="142875" y="114300"/>
                </a:lnTo>
                <a:lnTo>
                  <a:pt x="133350" y="114300"/>
                </a:lnTo>
                <a:lnTo>
                  <a:pt x="133350" y="95250"/>
                </a:lnTo>
                <a:lnTo>
                  <a:pt x="123825" y="95250"/>
                </a:lnTo>
                <a:lnTo>
                  <a:pt x="123825" y="85725"/>
                </a:lnTo>
                <a:lnTo>
                  <a:pt x="114300" y="85725"/>
                </a:lnTo>
                <a:lnTo>
                  <a:pt x="114300" y="95250"/>
                </a:lnTo>
                <a:lnTo>
                  <a:pt x="104775" y="95250"/>
                </a:lnTo>
                <a:lnTo>
                  <a:pt x="104775" y="85725"/>
                </a:lnTo>
                <a:lnTo>
                  <a:pt x="95250" y="85725"/>
                </a:lnTo>
                <a:lnTo>
                  <a:pt x="95250" y="66675"/>
                </a:lnTo>
                <a:lnTo>
                  <a:pt x="133350" y="66675"/>
                </a:lnTo>
                <a:lnTo>
                  <a:pt x="133350" y="57150"/>
                </a:lnTo>
                <a:lnTo>
                  <a:pt x="114300" y="57150"/>
                </a:lnTo>
                <a:lnTo>
                  <a:pt x="114300" y="47625"/>
                </a:lnTo>
                <a:lnTo>
                  <a:pt x="123825" y="47625"/>
                </a:lnTo>
                <a:lnTo>
                  <a:pt x="123825" y="38100"/>
                </a:lnTo>
                <a:lnTo>
                  <a:pt x="104775" y="38100"/>
                </a:lnTo>
                <a:lnTo>
                  <a:pt x="104775" y="28575"/>
                </a:lnTo>
                <a:lnTo>
                  <a:pt x="85725" y="28575"/>
                </a:lnTo>
                <a:lnTo>
                  <a:pt x="85725" y="19050"/>
                </a:lnTo>
                <a:lnTo>
                  <a:pt x="57150" y="19050"/>
                </a:lnTo>
                <a:lnTo>
                  <a:pt x="57150" y="9525"/>
                </a:lnTo>
                <a:lnTo>
                  <a:pt x="66675" y="9525"/>
                </a:lnTo>
                <a:close/>
                <a:moveTo>
                  <a:pt x="228600" y="0"/>
                </a:moveTo>
                <a:lnTo>
                  <a:pt x="266700" y="0"/>
                </a:lnTo>
                <a:lnTo>
                  <a:pt x="266700" y="19050"/>
                </a:lnTo>
                <a:lnTo>
                  <a:pt x="276225" y="19050"/>
                </a:lnTo>
                <a:lnTo>
                  <a:pt x="276225" y="28575"/>
                </a:lnTo>
                <a:lnTo>
                  <a:pt x="266700" y="28575"/>
                </a:lnTo>
                <a:lnTo>
                  <a:pt x="266700" y="57150"/>
                </a:lnTo>
                <a:lnTo>
                  <a:pt x="276225" y="57150"/>
                </a:lnTo>
                <a:lnTo>
                  <a:pt x="276225" y="66675"/>
                </a:lnTo>
                <a:lnTo>
                  <a:pt x="247650" y="66675"/>
                </a:lnTo>
                <a:lnTo>
                  <a:pt x="247650" y="57150"/>
                </a:lnTo>
                <a:lnTo>
                  <a:pt x="257175" y="57150"/>
                </a:lnTo>
                <a:lnTo>
                  <a:pt x="257175" y="47625"/>
                </a:lnTo>
                <a:lnTo>
                  <a:pt x="247650" y="47625"/>
                </a:lnTo>
                <a:lnTo>
                  <a:pt x="247650" y="38100"/>
                </a:lnTo>
                <a:lnTo>
                  <a:pt x="238125" y="38100"/>
                </a:lnTo>
                <a:lnTo>
                  <a:pt x="238125" y="19050"/>
                </a:lnTo>
                <a:lnTo>
                  <a:pt x="228600" y="19050"/>
                </a:lnTo>
                <a:close/>
                <a:moveTo>
                  <a:pt x="619125" y="0"/>
                </a:moveTo>
                <a:lnTo>
                  <a:pt x="628650" y="0"/>
                </a:lnTo>
                <a:lnTo>
                  <a:pt x="628650" y="9525"/>
                </a:lnTo>
                <a:lnTo>
                  <a:pt x="638175" y="9525"/>
                </a:lnTo>
                <a:lnTo>
                  <a:pt x="638175" y="19050"/>
                </a:lnTo>
                <a:lnTo>
                  <a:pt x="647700" y="19050"/>
                </a:lnTo>
                <a:lnTo>
                  <a:pt x="647700" y="28575"/>
                </a:lnTo>
                <a:lnTo>
                  <a:pt x="600075" y="28575"/>
                </a:lnTo>
                <a:lnTo>
                  <a:pt x="600075" y="19050"/>
                </a:lnTo>
                <a:lnTo>
                  <a:pt x="619125" y="19050"/>
                </a:lnTo>
                <a:close/>
                <a:moveTo>
                  <a:pt x="666750" y="0"/>
                </a:moveTo>
                <a:lnTo>
                  <a:pt x="676275" y="0"/>
                </a:lnTo>
                <a:lnTo>
                  <a:pt x="676275" y="9525"/>
                </a:lnTo>
                <a:lnTo>
                  <a:pt x="666750" y="9525"/>
                </a:lnTo>
                <a:close/>
                <a:moveTo>
                  <a:pt x="771525" y="0"/>
                </a:moveTo>
                <a:lnTo>
                  <a:pt x="790575" y="0"/>
                </a:lnTo>
                <a:lnTo>
                  <a:pt x="790575" y="9525"/>
                </a:lnTo>
                <a:lnTo>
                  <a:pt x="809625" y="9525"/>
                </a:lnTo>
                <a:lnTo>
                  <a:pt x="809625" y="0"/>
                </a:lnTo>
                <a:lnTo>
                  <a:pt x="828675" y="0"/>
                </a:lnTo>
                <a:lnTo>
                  <a:pt x="828675" y="9525"/>
                </a:lnTo>
                <a:lnTo>
                  <a:pt x="819150" y="9525"/>
                </a:lnTo>
                <a:lnTo>
                  <a:pt x="819150" y="28575"/>
                </a:lnTo>
                <a:lnTo>
                  <a:pt x="790575" y="28575"/>
                </a:lnTo>
                <a:lnTo>
                  <a:pt x="790575" y="19050"/>
                </a:lnTo>
                <a:lnTo>
                  <a:pt x="781050" y="19050"/>
                </a:lnTo>
                <a:lnTo>
                  <a:pt x="781050" y="9525"/>
                </a:lnTo>
                <a:lnTo>
                  <a:pt x="771525" y="9525"/>
                </a:lnTo>
                <a:close/>
                <a:moveTo>
                  <a:pt x="1371600" y="0"/>
                </a:moveTo>
                <a:lnTo>
                  <a:pt x="1390650" y="0"/>
                </a:lnTo>
                <a:lnTo>
                  <a:pt x="1390650" y="9525"/>
                </a:lnTo>
                <a:lnTo>
                  <a:pt x="1371600" y="9525"/>
                </a:lnTo>
                <a:close/>
                <a:moveTo>
                  <a:pt x="1419225" y="0"/>
                </a:moveTo>
                <a:lnTo>
                  <a:pt x="1438275" y="0"/>
                </a:lnTo>
                <a:lnTo>
                  <a:pt x="1438275" y="9525"/>
                </a:lnTo>
                <a:lnTo>
                  <a:pt x="1428750" y="9525"/>
                </a:lnTo>
                <a:lnTo>
                  <a:pt x="1428750" y="19050"/>
                </a:lnTo>
                <a:lnTo>
                  <a:pt x="1419225" y="19050"/>
                </a:lnTo>
                <a:close/>
                <a:moveTo>
                  <a:pt x="1466850" y="0"/>
                </a:moveTo>
                <a:lnTo>
                  <a:pt x="1485900" y="0"/>
                </a:lnTo>
                <a:lnTo>
                  <a:pt x="1485900" y="9525"/>
                </a:lnTo>
                <a:lnTo>
                  <a:pt x="1476375" y="9525"/>
                </a:lnTo>
                <a:lnTo>
                  <a:pt x="1476375" y="19050"/>
                </a:lnTo>
                <a:lnTo>
                  <a:pt x="1466850" y="19050"/>
                </a:lnTo>
                <a:close/>
                <a:moveTo>
                  <a:pt x="1543050" y="0"/>
                </a:moveTo>
                <a:lnTo>
                  <a:pt x="1552575" y="0"/>
                </a:lnTo>
                <a:lnTo>
                  <a:pt x="1552575" y="9525"/>
                </a:lnTo>
                <a:lnTo>
                  <a:pt x="1562100" y="9525"/>
                </a:lnTo>
                <a:lnTo>
                  <a:pt x="1562100" y="0"/>
                </a:lnTo>
                <a:lnTo>
                  <a:pt x="1600200" y="0"/>
                </a:lnTo>
                <a:lnTo>
                  <a:pt x="1600200" y="9525"/>
                </a:lnTo>
                <a:lnTo>
                  <a:pt x="1609725" y="9525"/>
                </a:lnTo>
                <a:lnTo>
                  <a:pt x="1609725" y="28575"/>
                </a:lnTo>
                <a:lnTo>
                  <a:pt x="1571625" y="28575"/>
                </a:lnTo>
                <a:lnTo>
                  <a:pt x="1571625" y="19050"/>
                </a:lnTo>
                <a:lnTo>
                  <a:pt x="1552575" y="19050"/>
                </a:lnTo>
                <a:lnTo>
                  <a:pt x="1552575" y="38100"/>
                </a:lnTo>
                <a:lnTo>
                  <a:pt x="1524000" y="38100"/>
                </a:lnTo>
                <a:lnTo>
                  <a:pt x="1524000" y="28575"/>
                </a:lnTo>
                <a:lnTo>
                  <a:pt x="1543050" y="28575"/>
                </a:lnTo>
                <a:close/>
                <a:moveTo>
                  <a:pt x="200025" y="9525"/>
                </a:moveTo>
                <a:lnTo>
                  <a:pt x="209550" y="9525"/>
                </a:lnTo>
                <a:lnTo>
                  <a:pt x="209550" y="19050"/>
                </a:lnTo>
                <a:lnTo>
                  <a:pt x="219075" y="19050"/>
                </a:lnTo>
                <a:lnTo>
                  <a:pt x="219075" y="28575"/>
                </a:lnTo>
                <a:lnTo>
                  <a:pt x="200025" y="28575"/>
                </a:lnTo>
                <a:close/>
                <a:moveTo>
                  <a:pt x="295275" y="9525"/>
                </a:moveTo>
                <a:lnTo>
                  <a:pt x="304800" y="9525"/>
                </a:lnTo>
                <a:lnTo>
                  <a:pt x="304800" y="19050"/>
                </a:lnTo>
                <a:lnTo>
                  <a:pt x="314325" y="19050"/>
                </a:lnTo>
                <a:lnTo>
                  <a:pt x="314325" y="28575"/>
                </a:lnTo>
                <a:lnTo>
                  <a:pt x="295275" y="28575"/>
                </a:lnTo>
                <a:close/>
                <a:moveTo>
                  <a:pt x="1390650" y="9525"/>
                </a:moveTo>
                <a:lnTo>
                  <a:pt x="1400175" y="9525"/>
                </a:lnTo>
                <a:lnTo>
                  <a:pt x="1400175" y="28575"/>
                </a:lnTo>
                <a:lnTo>
                  <a:pt x="1390650" y="28575"/>
                </a:lnTo>
                <a:close/>
                <a:moveTo>
                  <a:pt x="9525" y="19050"/>
                </a:moveTo>
                <a:lnTo>
                  <a:pt x="19050" y="19050"/>
                </a:lnTo>
                <a:lnTo>
                  <a:pt x="19050" y="28575"/>
                </a:lnTo>
                <a:lnTo>
                  <a:pt x="28575" y="28575"/>
                </a:lnTo>
                <a:lnTo>
                  <a:pt x="28575" y="38100"/>
                </a:lnTo>
                <a:lnTo>
                  <a:pt x="9525" y="38100"/>
                </a:lnTo>
                <a:close/>
                <a:moveTo>
                  <a:pt x="390525" y="19050"/>
                </a:moveTo>
                <a:lnTo>
                  <a:pt x="400050" y="19050"/>
                </a:lnTo>
                <a:lnTo>
                  <a:pt x="400050" y="28575"/>
                </a:lnTo>
                <a:lnTo>
                  <a:pt x="390525" y="28575"/>
                </a:lnTo>
                <a:close/>
                <a:moveTo>
                  <a:pt x="923925" y="19050"/>
                </a:moveTo>
                <a:lnTo>
                  <a:pt x="952500" y="19050"/>
                </a:lnTo>
                <a:lnTo>
                  <a:pt x="952500" y="28575"/>
                </a:lnTo>
                <a:lnTo>
                  <a:pt x="962025" y="28575"/>
                </a:lnTo>
                <a:lnTo>
                  <a:pt x="962025" y="38100"/>
                </a:lnTo>
                <a:lnTo>
                  <a:pt x="952500" y="38100"/>
                </a:lnTo>
                <a:lnTo>
                  <a:pt x="952500" y="57150"/>
                </a:lnTo>
                <a:lnTo>
                  <a:pt x="942975" y="57150"/>
                </a:lnTo>
                <a:lnTo>
                  <a:pt x="942975" y="104775"/>
                </a:lnTo>
                <a:lnTo>
                  <a:pt x="962025" y="104775"/>
                </a:lnTo>
                <a:lnTo>
                  <a:pt x="962025" y="95250"/>
                </a:lnTo>
                <a:lnTo>
                  <a:pt x="971550" y="95250"/>
                </a:lnTo>
                <a:lnTo>
                  <a:pt x="971550" y="104775"/>
                </a:lnTo>
                <a:lnTo>
                  <a:pt x="962025" y="104775"/>
                </a:lnTo>
                <a:lnTo>
                  <a:pt x="962025" y="114300"/>
                </a:lnTo>
                <a:lnTo>
                  <a:pt x="933450" y="114300"/>
                </a:lnTo>
                <a:lnTo>
                  <a:pt x="933450" y="104775"/>
                </a:lnTo>
                <a:lnTo>
                  <a:pt x="923925" y="104775"/>
                </a:lnTo>
                <a:lnTo>
                  <a:pt x="923925" y="95250"/>
                </a:lnTo>
                <a:lnTo>
                  <a:pt x="914400" y="95250"/>
                </a:lnTo>
                <a:lnTo>
                  <a:pt x="914400" y="85725"/>
                </a:lnTo>
                <a:lnTo>
                  <a:pt x="923925" y="85725"/>
                </a:lnTo>
                <a:close/>
                <a:moveTo>
                  <a:pt x="733425" y="28575"/>
                </a:moveTo>
                <a:lnTo>
                  <a:pt x="762000" y="28575"/>
                </a:lnTo>
                <a:lnTo>
                  <a:pt x="762000" y="38100"/>
                </a:lnTo>
                <a:lnTo>
                  <a:pt x="742950" y="38100"/>
                </a:lnTo>
                <a:lnTo>
                  <a:pt x="742950" y="47625"/>
                </a:lnTo>
                <a:lnTo>
                  <a:pt x="723900" y="47625"/>
                </a:lnTo>
                <a:lnTo>
                  <a:pt x="723900" y="38100"/>
                </a:lnTo>
                <a:lnTo>
                  <a:pt x="733425" y="38100"/>
                </a:lnTo>
                <a:close/>
                <a:moveTo>
                  <a:pt x="866775" y="38100"/>
                </a:moveTo>
                <a:lnTo>
                  <a:pt x="885825" y="38100"/>
                </a:lnTo>
                <a:lnTo>
                  <a:pt x="885825" y="47625"/>
                </a:lnTo>
                <a:lnTo>
                  <a:pt x="866775" y="47625"/>
                </a:lnTo>
                <a:close/>
                <a:moveTo>
                  <a:pt x="1428750" y="38100"/>
                </a:moveTo>
                <a:lnTo>
                  <a:pt x="1438275" y="38100"/>
                </a:lnTo>
                <a:lnTo>
                  <a:pt x="1438275" y="47625"/>
                </a:lnTo>
                <a:lnTo>
                  <a:pt x="1428750" y="47625"/>
                </a:lnTo>
                <a:close/>
                <a:moveTo>
                  <a:pt x="1600200" y="38100"/>
                </a:moveTo>
                <a:lnTo>
                  <a:pt x="1609725" y="38100"/>
                </a:lnTo>
                <a:lnTo>
                  <a:pt x="1609725" y="47625"/>
                </a:lnTo>
                <a:lnTo>
                  <a:pt x="1600200" y="47625"/>
                </a:lnTo>
                <a:close/>
                <a:moveTo>
                  <a:pt x="19050" y="47625"/>
                </a:moveTo>
                <a:lnTo>
                  <a:pt x="28575" y="47625"/>
                </a:lnTo>
                <a:lnTo>
                  <a:pt x="28575" y="57150"/>
                </a:lnTo>
                <a:lnTo>
                  <a:pt x="19050" y="57150"/>
                </a:lnTo>
                <a:close/>
                <a:moveTo>
                  <a:pt x="542925" y="47625"/>
                </a:moveTo>
                <a:lnTo>
                  <a:pt x="552450" y="47625"/>
                </a:lnTo>
                <a:lnTo>
                  <a:pt x="552450" y="66675"/>
                </a:lnTo>
                <a:lnTo>
                  <a:pt x="542925" y="66675"/>
                </a:lnTo>
                <a:close/>
                <a:moveTo>
                  <a:pt x="1257300" y="47625"/>
                </a:moveTo>
                <a:lnTo>
                  <a:pt x="1266825" y="47625"/>
                </a:lnTo>
                <a:lnTo>
                  <a:pt x="1266825" y="57150"/>
                </a:lnTo>
                <a:lnTo>
                  <a:pt x="1257300" y="57150"/>
                </a:lnTo>
                <a:close/>
                <a:moveTo>
                  <a:pt x="1504950" y="47625"/>
                </a:moveTo>
                <a:lnTo>
                  <a:pt x="1524000" y="47625"/>
                </a:lnTo>
                <a:lnTo>
                  <a:pt x="1524000" y="57150"/>
                </a:lnTo>
                <a:lnTo>
                  <a:pt x="1514475" y="57150"/>
                </a:lnTo>
                <a:lnTo>
                  <a:pt x="1514475" y="66675"/>
                </a:lnTo>
                <a:lnTo>
                  <a:pt x="1495425" y="66675"/>
                </a:lnTo>
                <a:lnTo>
                  <a:pt x="1495425" y="57150"/>
                </a:lnTo>
                <a:lnTo>
                  <a:pt x="1504950" y="57150"/>
                </a:lnTo>
                <a:close/>
                <a:moveTo>
                  <a:pt x="1571625" y="47625"/>
                </a:moveTo>
                <a:lnTo>
                  <a:pt x="1581150" y="47625"/>
                </a:lnTo>
                <a:lnTo>
                  <a:pt x="1581150" y="66675"/>
                </a:lnTo>
                <a:lnTo>
                  <a:pt x="1609725" y="66675"/>
                </a:lnTo>
                <a:lnTo>
                  <a:pt x="1609725" y="85725"/>
                </a:lnTo>
                <a:lnTo>
                  <a:pt x="1600200" y="85725"/>
                </a:lnTo>
                <a:lnTo>
                  <a:pt x="1600200" y="76200"/>
                </a:lnTo>
                <a:lnTo>
                  <a:pt x="1571625" y="76200"/>
                </a:lnTo>
                <a:close/>
                <a:moveTo>
                  <a:pt x="9525" y="57150"/>
                </a:moveTo>
                <a:lnTo>
                  <a:pt x="19050" y="57150"/>
                </a:lnTo>
                <a:lnTo>
                  <a:pt x="19050" y="66675"/>
                </a:lnTo>
                <a:lnTo>
                  <a:pt x="28575" y="66675"/>
                </a:lnTo>
                <a:lnTo>
                  <a:pt x="28575" y="76200"/>
                </a:lnTo>
                <a:lnTo>
                  <a:pt x="19050" y="76200"/>
                </a:lnTo>
                <a:lnTo>
                  <a:pt x="19050" y="85725"/>
                </a:lnTo>
                <a:lnTo>
                  <a:pt x="9525" y="85725"/>
                </a:lnTo>
                <a:close/>
                <a:moveTo>
                  <a:pt x="47625" y="57150"/>
                </a:moveTo>
                <a:lnTo>
                  <a:pt x="76200" y="57150"/>
                </a:lnTo>
                <a:lnTo>
                  <a:pt x="76200" y="85725"/>
                </a:lnTo>
                <a:lnTo>
                  <a:pt x="85725" y="85725"/>
                </a:lnTo>
                <a:lnTo>
                  <a:pt x="85725" y="95250"/>
                </a:lnTo>
                <a:lnTo>
                  <a:pt x="95250" y="95250"/>
                </a:lnTo>
                <a:lnTo>
                  <a:pt x="95250" y="114300"/>
                </a:lnTo>
                <a:lnTo>
                  <a:pt x="85725" y="114300"/>
                </a:lnTo>
                <a:lnTo>
                  <a:pt x="85725" y="104775"/>
                </a:lnTo>
                <a:lnTo>
                  <a:pt x="66675" y="104775"/>
                </a:lnTo>
                <a:lnTo>
                  <a:pt x="66675" y="85725"/>
                </a:lnTo>
                <a:lnTo>
                  <a:pt x="57150" y="85725"/>
                </a:lnTo>
                <a:lnTo>
                  <a:pt x="57150" y="76200"/>
                </a:lnTo>
                <a:lnTo>
                  <a:pt x="47625" y="76200"/>
                </a:lnTo>
                <a:close/>
                <a:moveTo>
                  <a:pt x="209550" y="57150"/>
                </a:moveTo>
                <a:lnTo>
                  <a:pt x="238125" y="57150"/>
                </a:lnTo>
                <a:lnTo>
                  <a:pt x="238125" y="66675"/>
                </a:lnTo>
                <a:lnTo>
                  <a:pt x="209550" y="66675"/>
                </a:lnTo>
                <a:close/>
                <a:moveTo>
                  <a:pt x="581025" y="57150"/>
                </a:moveTo>
                <a:lnTo>
                  <a:pt x="590550" y="57150"/>
                </a:lnTo>
                <a:lnTo>
                  <a:pt x="590550" y="66675"/>
                </a:lnTo>
                <a:lnTo>
                  <a:pt x="581025" y="66675"/>
                </a:lnTo>
                <a:close/>
                <a:moveTo>
                  <a:pt x="800100" y="57150"/>
                </a:moveTo>
                <a:lnTo>
                  <a:pt x="809625" y="57150"/>
                </a:lnTo>
                <a:lnTo>
                  <a:pt x="809625" y="66675"/>
                </a:lnTo>
                <a:lnTo>
                  <a:pt x="800100" y="66675"/>
                </a:lnTo>
                <a:close/>
                <a:moveTo>
                  <a:pt x="838200" y="57150"/>
                </a:moveTo>
                <a:lnTo>
                  <a:pt x="847725" y="57150"/>
                </a:lnTo>
                <a:lnTo>
                  <a:pt x="847725" y="76200"/>
                </a:lnTo>
                <a:lnTo>
                  <a:pt x="857250" y="76200"/>
                </a:lnTo>
                <a:lnTo>
                  <a:pt x="857250" y="85725"/>
                </a:lnTo>
                <a:lnTo>
                  <a:pt x="838200" y="85725"/>
                </a:lnTo>
                <a:close/>
                <a:moveTo>
                  <a:pt x="1428750" y="57150"/>
                </a:moveTo>
                <a:lnTo>
                  <a:pt x="1438275" y="57150"/>
                </a:lnTo>
                <a:lnTo>
                  <a:pt x="1438275" y="66675"/>
                </a:lnTo>
                <a:lnTo>
                  <a:pt x="1428750" y="66675"/>
                </a:lnTo>
                <a:close/>
                <a:moveTo>
                  <a:pt x="342900" y="66675"/>
                </a:moveTo>
                <a:lnTo>
                  <a:pt x="352425" y="66675"/>
                </a:lnTo>
                <a:lnTo>
                  <a:pt x="352425" y="95250"/>
                </a:lnTo>
                <a:lnTo>
                  <a:pt x="342900" y="95250"/>
                </a:lnTo>
                <a:close/>
                <a:moveTo>
                  <a:pt x="1533525" y="66675"/>
                </a:moveTo>
                <a:lnTo>
                  <a:pt x="1543050" y="66675"/>
                </a:lnTo>
                <a:lnTo>
                  <a:pt x="1543050" y="76200"/>
                </a:lnTo>
                <a:lnTo>
                  <a:pt x="1533525" y="76200"/>
                </a:lnTo>
                <a:close/>
                <a:moveTo>
                  <a:pt x="381000" y="76200"/>
                </a:moveTo>
                <a:lnTo>
                  <a:pt x="409575" y="76200"/>
                </a:lnTo>
                <a:lnTo>
                  <a:pt x="409575" y="85725"/>
                </a:lnTo>
                <a:lnTo>
                  <a:pt x="400050" y="85725"/>
                </a:lnTo>
                <a:lnTo>
                  <a:pt x="400050" y="95250"/>
                </a:lnTo>
                <a:lnTo>
                  <a:pt x="381000" y="95250"/>
                </a:lnTo>
                <a:close/>
                <a:moveTo>
                  <a:pt x="19050" y="85725"/>
                </a:moveTo>
                <a:lnTo>
                  <a:pt x="28575" y="85725"/>
                </a:lnTo>
                <a:lnTo>
                  <a:pt x="28575" y="95250"/>
                </a:lnTo>
                <a:lnTo>
                  <a:pt x="19050" y="95250"/>
                </a:lnTo>
                <a:close/>
                <a:moveTo>
                  <a:pt x="1590675" y="85725"/>
                </a:moveTo>
                <a:lnTo>
                  <a:pt x="1600200" y="85725"/>
                </a:lnTo>
                <a:lnTo>
                  <a:pt x="1600200" y="95250"/>
                </a:lnTo>
                <a:lnTo>
                  <a:pt x="1590675" y="95250"/>
                </a:lnTo>
                <a:close/>
                <a:moveTo>
                  <a:pt x="1371600" y="95250"/>
                </a:moveTo>
                <a:lnTo>
                  <a:pt x="1400175" y="95250"/>
                </a:lnTo>
                <a:lnTo>
                  <a:pt x="1400175" y="133350"/>
                </a:lnTo>
                <a:lnTo>
                  <a:pt x="1390650" y="133350"/>
                </a:lnTo>
                <a:lnTo>
                  <a:pt x="1390650" y="114300"/>
                </a:lnTo>
                <a:lnTo>
                  <a:pt x="1371600" y="114300"/>
                </a:lnTo>
                <a:close/>
                <a:moveTo>
                  <a:pt x="428625" y="104775"/>
                </a:moveTo>
                <a:lnTo>
                  <a:pt x="447675" y="104775"/>
                </a:lnTo>
                <a:lnTo>
                  <a:pt x="447675" y="114300"/>
                </a:lnTo>
                <a:lnTo>
                  <a:pt x="428625" y="114300"/>
                </a:lnTo>
                <a:close/>
                <a:moveTo>
                  <a:pt x="476250" y="104775"/>
                </a:moveTo>
                <a:lnTo>
                  <a:pt x="504825" y="104775"/>
                </a:lnTo>
                <a:lnTo>
                  <a:pt x="504825" y="114300"/>
                </a:lnTo>
                <a:lnTo>
                  <a:pt x="476250" y="114300"/>
                </a:lnTo>
                <a:close/>
                <a:moveTo>
                  <a:pt x="742950" y="104775"/>
                </a:moveTo>
                <a:lnTo>
                  <a:pt x="752475" y="104775"/>
                </a:lnTo>
                <a:lnTo>
                  <a:pt x="752475" y="114300"/>
                </a:lnTo>
                <a:lnTo>
                  <a:pt x="742950" y="114300"/>
                </a:lnTo>
                <a:close/>
                <a:moveTo>
                  <a:pt x="876300" y="104775"/>
                </a:moveTo>
                <a:lnTo>
                  <a:pt x="895350" y="104775"/>
                </a:lnTo>
                <a:lnTo>
                  <a:pt x="895350" y="114300"/>
                </a:lnTo>
                <a:lnTo>
                  <a:pt x="876300" y="114300"/>
                </a:lnTo>
                <a:close/>
                <a:moveTo>
                  <a:pt x="1438275" y="104775"/>
                </a:moveTo>
                <a:lnTo>
                  <a:pt x="1447800" y="104775"/>
                </a:lnTo>
                <a:lnTo>
                  <a:pt x="1447800" y="114300"/>
                </a:lnTo>
                <a:lnTo>
                  <a:pt x="1438275" y="114300"/>
                </a:lnTo>
                <a:close/>
                <a:moveTo>
                  <a:pt x="1590675" y="104775"/>
                </a:moveTo>
                <a:lnTo>
                  <a:pt x="1600200" y="104775"/>
                </a:lnTo>
                <a:lnTo>
                  <a:pt x="1600200" y="123825"/>
                </a:lnTo>
                <a:lnTo>
                  <a:pt x="1609725" y="123825"/>
                </a:lnTo>
                <a:lnTo>
                  <a:pt x="1609725" y="142875"/>
                </a:lnTo>
                <a:lnTo>
                  <a:pt x="1600200" y="142875"/>
                </a:lnTo>
                <a:lnTo>
                  <a:pt x="1600200" y="133350"/>
                </a:lnTo>
                <a:lnTo>
                  <a:pt x="1590675" y="133350"/>
                </a:lnTo>
                <a:lnTo>
                  <a:pt x="1590675" y="123825"/>
                </a:lnTo>
                <a:lnTo>
                  <a:pt x="1581150" y="123825"/>
                </a:lnTo>
                <a:lnTo>
                  <a:pt x="1581150" y="114300"/>
                </a:lnTo>
                <a:lnTo>
                  <a:pt x="1590675" y="114300"/>
                </a:lnTo>
                <a:close/>
                <a:moveTo>
                  <a:pt x="47625" y="114300"/>
                </a:moveTo>
                <a:lnTo>
                  <a:pt x="57150" y="114300"/>
                </a:lnTo>
                <a:lnTo>
                  <a:pt x="57150" y="123825"/>
                </a:lnTo>
                <a:lnTo>
                  <a:pt x="47625" y="123825"/>
                </a:lnTo>
                <a:close/>
                <a:moveTo>
                  <a:pt x="95250" y="114300"/>
                </a:moveTo>
                <a:lnTo>
                  <a:pt x="104775" y="114300"/>
                </a:lnTo>
                <a:lnTo>
                  <a:pt x="104775" y="123825"/>
                </a:lnTo>
                <a:lnTo>
                  <a:pt x="95250" y="123825"/>
                </a:lnTo>
                <a:close/>
                <a:moveTo>
                  <a:pt x="114300" y="114300"/>
                </a:moveTo>
                <a:lnTo>
                  <a:pt x="133350" y="114300"/>
                </a:lnTo>
                <a:lnTo>
                  <a:pt x="133350" y="142875"/>
                </a:lnTo>
                <a:lnTo>
                  <a:pt x="142875" y="142875"/>
                </a:lnTo>
                <a:lnTo>
                  <a:pt x="142875" y="152400"/>
                </a:lnTo>
                <a:lnTo>
                  <a:pt x="123825" y="152400"/>
                </a:lnTo>
                <a:lnTo>
                  <a:pt x="123825" y="142875"/>
                </a:lnTo>
                <a:lnTo>
                  <a:pt x="114300" y="142875"/>
                </a:lnTo>
                <a:lnTo>
                  <a:pt x="114300" y="133350"/>
                </a:lnTo>
                <a:lnTo>
                  <a:pt x="104775" y="133350"/>
                </a:lnTo>
                <a:lnTo>
                  <a:pt x="104775" y="123825"/>
                </a:lnTo>
                <a:lnTo>
                  <a:pt x="114300" y="123825"/>
                </a:lnTo>
                <a:close/>
                <a:moveTo>
                  <a:pt x="190500" y="114300"/>
                </a:moveTo>
                <a:lnTo>
                  <a:pt x="200025" y="114300"/>
                </a:lnTo>
                <a:lnTo>
                  <a:pt x="200025" y="123825"/>
                </a:lnTo>
                <a:lnTo>
                  <a:pt x="190500" y="123825"/>
                </a:lnTo>
                <a:close/>
                <a:moveTo>
                  <a:pt x="847725" y="114300"/>
                </a:moveTo>
                <a:lnTo>
                  <a:pt x="857250" y="114300"/>
                </a:lnTo>
                <a:lnTo>
                  <a:pt x="857250" y="133350"/>
                </a:lnTo>
                <a:lnTo>
                  <a:pt x="847725" y="133350"/>
                </a:lnTo>
                <a:close/>
                <a:moveTo>
                  <a:pt x="866775" y="114300"/>
                </a:moveTo>
                <a:lnTo>
                  <a:pt x="876300" y="114300"/>
                </a:lnTo>
                <a:lnTo>
                  <a:pt x="876300" y="133350"/>
                </a:lnTo>
                <a:lnTo>
                  <a:pt x="866775" y="133350"/>
                </a:lnTo>
                <a:close/>
                <a:moveTo>
                  <a:pt x="1343025" y="114300"/>
                </a:moveTo>
                <a:lnTo>
                  <a:pt x="1352550" y="114300"/>
                </a:lnTo>
                <a:lnTo>
                  <a:pt x="1352550" y="123825"/>
                </a:lnTo>
                <a:lnTo>
                  <a:pt x="1362075" y="123825"/>
                </a:lnTo>
                <a:lnTo>
                  <a:pt x="1362075" y="142875"/>
                </a:lnTo>
                <a:lnTo>
                  <a:pt x="1371600" y="142875"/>
                </a:lnTo>
                <a:lnTo>
                  <a:pt x="1371600" y="152400"/>
                </a:lnTo>
                <a:lnTo>
                  <a:pt x="1352550" y="152400"/>
                </a:lnTo>
                <a:lnTo>
                  <a:pt x="1352550" y="133350"/>
                </a:lnTo>
                <a:lnTo>
                  <a:pt x="1343025" y="133350"/>
                </a:lnTo>
                <a:close/>
                <a:moveTo>
                  <a:pt x="66675" y="123825"/>
                </a:moveTo>
                <a:lnTo>
                  <a:pt x="76200" y="123825"/>
                </a:lnTo>
                <a:lnTo>
                  <a:pt x="76200" y="142875"/>
                </a:lnTo>
                <a:lnTo>
                  <a:pt x="66675" y="142875"/>
                </a:lnTo>
                <a:close/>
                <a:moveTo>
                  <a:pt x="895350" y="123825"/>
                </a:moveTo>
                <a:lnTo>
                  <a:pt x="914400" y="123825"/>
                </a:lnTo>
                <a:lnTo>
                  <a:pt x="914400" y="133350"/>
                </a:lnTo>
                <a:lnTo>
                  <a:pt x="923925" y="133350"/>
                </a:lnTo>
                <a:lnTo>
                  <a:pt x="923925" y="152400"/>
                </a:lnTo>
                <a:lnTo>
                  <a:pt x="914400" y="152400"/>
                </a:lnTo>
                <a:lnTo>
                  <a:pt x="914400" y="142875"/>
                </a:lnTo>
                <a:lnTo>
                  <a:pt x="904875" y="142875"/>
                </a:lnTo>
                <a:lnTo>
                  <a:pt x="904875" y="133350"/>
                </a:lnTo>
                <a:lnTo>
                  <a:pt x="895350" y="133350"/>
                </a:lnTo>
                <a:close/>
                <a:moveTo>
                  <a:pt x="1438275" y="123825"/>
                </a:moveTo>
                <a:lnTo>
                  <a:pt x="1447800" y="123825"/>
                </a:lnTo>
                <a:lnTo>
                  <a:pt x="1447800" y="133350"/>
                </a:lnTo>
                <a:lnTo>
                  <a:pt x="1438275" y="133350"/>
                </a:lnTo>
                <a:close/>
                <a:moveTo>
                  <a:pt x="1533525" y="123825"/>
                </a:moveTo>
                <a:lnTo>
                  <a:pt x="1543050" y="123825"/>
                </a:lnTo>
                <a:lnTo>
                  <a:pt x="1543050" y="133350"/>
                </a:lnTo>
                <a:lnTo>
                  <a:pt x="1552575" y="133350"/>
                </a:lnTo>
                <a:lnTo>
                  <a:pt x="1552575" y="142875"/>
                </a:lnTo>
                <a:lnTo>
                  <a:pt x="1533525" y="142875"/>
                </a:lnTo>
                <a:close/>
                <a:moveTo>
                  <a:pt x="209550" y="133350"/>
                </a:moveTo>
                <a:lnTo>
                  <a:pt x="219075" y="133350"/>
                </a:lnTo>
                <a:lnTo>
                  <a:pt x="219075" y="152400"/>
                </a:lnTo>
                <a:lnTo>
                  <a:pt x="209550" y="152400"/>
                </a:lnTo>
                <a:close/>
                <a:moveTo>
                  <a:pt x="762000" y="133350"/>
                </a:moveTo>
                <a:lnTo>
                  <a:pt x="771525" y="133350"/>
                </a:lnTo>
                <a:lnTo>
                  <a:pt x="771525" y="142875"/>
                </a:lnTo>
                <a:lnTo>
                  <a:pt x="762000" y="142875"/>
                </a:lnTo>
                <a:close/>
                <a:moveTo>
                  <a:pt x="819150" y="133350"/>
                </a:moveTo>
                <a:lnTo>
                  <a:pt x="847725" y="133350"/>
                </a:lnTo>
                <a:lnTo>
                  <a:pt x="847725" y="152400"/>
                </a:lnTo>
                <a:lnTo>
                  <a:pt x="838200" y="152400"/>
                </a:lnTo>
                <a:lnTo>
                  <a:pt x="838200" y="161925"/>
                </a:lnTo>
                <a:lnTo>
                  <a:pt x="847725" y="161925"/>
                </a:lnTo>
                <a:lnTo>
                  <a:pt x="847725" y="171450"/>
                </a:lnTo>
                <a:lnTo>
                  <a:pt x="857250" y="171450"/>
                </a:lnTo>
                <a:lnTo>
                  <a:pt x="857250" y="190500"/>
                </a:lnTo>
                <a:lnTo>
                  <a:pt x="847725" y="190500"/>
                </a:lnTo>
                <a:lnTo>
                  <a:pt x="847725" y="200025"/>
                </a:lnTo>
                <a:lnTo>
                  <a:pt x="819150" y="200025"/>
                </a:lnTo>
                <a:lnTo>
                  <a:pt x="819150" y="190500"/>
                </a:lnTo>
                <a:lnTo>
                  <a:pt x="828675" y="190500"/>
                </a:lnTo>
                <a:lnTo>
                  <a:pt x="828675" y="152400"/>
                </a:lnTo>
                <a:lnTo>
                  <a:pt x="819150" y="152400"/>
                </a:lnTo>
                <a:close/>
                <a:moveTo>
                  <a:pt x="47625" y="142875"/>
                </a:moveTo>
                <a:lnTo>
                  <a:pt x="57150" y="142875"/>
                </a:lnTo>
                <a:lnTo>
                  <a:pt x="57150" y="152400"/>
                </a:lnTo>
                <a:lnTo>
                  <a:pt x="47625" y="152400"/>
                </a:lnTo>
                <a:close/>
                <a:moveTo>
                  <a:pt x="733425" y="142875"/>
                </a:moveTo>
                <a:lnTo>
                  <a:pt x="742950" y="142875"/>
                </a:lnTo>
                <a:lnTo>
                  <a:pt x="742950" y="152400"/>
                </a:lnTo>
                <a:lnTo>
                  <a:pt x="733425" y="152400"/>
                </a:lnTo>
                <a:close/>
                <a:moveTo>
                  <a:pt x="723900" y="152400"/>
                </a:moveTo>
                <a:lnTo>
                  <a:pt x="733425" y="152400"/>
                </a:lnTo>
                <a:lnTo>
                  <a:pt x="733425" y="161925"/>
                </a:lnTo>
                <a:lnTo>
                  <a:pt x="723900" y="161925"/>
                </a:lnTo>
                <a:close/>
                <a:moveTo>
                  <a:pt x="923925" y="152400"/>
                </a:moveTo>
                <a:lnTo>
                  <a:pt x="933450" y="152400"/>
                </a:lnTo>
                <a:lnTo>
                  <a:pt x="933450" y="161925"/>
                </a:lnTo>
                <a:lnTo>
                  <a:pt x="923925" y="161925"/>
                </a:lnTo>
                <a:close/>
                <a:moveTo>
                  <a:pt x="1562100" y="152400"/>
                </a:moveTo>
                <a:lnTo>
                  <a:pt x="1581150" y="152400"/>
                </a:lnTo>
                <a:lnTo>
                  <a:pt x="1581150" y="161925"/>
                </a:lnTo>
                <a:lnTo>
                  <a:pt x="1562100" y="161925"/>
                </a:lnTo>
                <a:close/>
                <a:moveTo>
                  <a:pt x="628650" y="161925"/>
                </a:moveTo>
                <a:lnTo>
                  <a:pt x="638175" y="161925"/>
                </a:lnTo>
                <a:lnTo>
                  <a:pt x="638175" y="171450"/>
                </a:lnTo>
                <a:lnTo>
                  <a:pt x="628650" y="171450"/>
                </a:lnTo>
                <a:close/>
                <a:moveTo>
                  <a:pt x="790575" y="161925"/>
                </a:moveTo>
                <a:lnTo>
                  <a:pt x="800100" y="161925"/>
                </a:lnTo>
                <a:lnTo>
                  <a:pt x="800100" y="180975"/>
                </a:lnTo>
                <a:lnTo>
                  <a:pt x="790575" y="180975"/>
                </a:lnTo>
                <a:close/>
                <a:moveTo>
                  <a:pt x="942975" y="161925"/>
                </a:moveTo>
                <a:lnTo>
                  <a:pt x="952500" y="161925"/>
                </a:lnTo>
                <a:lnTo>
                  <a:pt x="952500" y="180975"/>
                </a:lnTo>
                <a:lnTo>
                  <a:pt x="942975" y="180975"/>
                </a:lnTo>
                <a:close/>
                <a:moveTo>
                  <a:pt x="1524000" y="161925"/>
                </a:moveTo>
                <a:lnTo>
                  <a:pt x="1562100" y="161925"/>
                </a:lnTo>
                <a:lnTo>
                  <a:pt x="1562100" y="171450"/>
                </a:lnTo>
                <a:lnTo>
                  <a:pt x="1543050" y="171450"/>
                </a:lnTo>
                <a:lnTo>
                  <a:pt x="1543050" y="180975"/>
                </a:lnTo>
                <a:lnTo>
                  <a:pt x="1552575" y="180975"/>
                </a:lnTo>
                <a:lnTo>
                  <a:pt x="1552575" y="190500"/>
                </a:lnTo>
                <a:lnTo>
                  <a:pt x="1543050" y="190500"/>
                </a:lnTo>
                <a:lnTo>
                  <a:pt x="1543050" y="209550"/>
                </a:lnTo>
                <a:lnTo>
                  <a:pt x="1533525" y="209550"/>
                </a:lnTo>
                <a:lnTo>
                  <a:pt x="1533525" y="219075"/>
                </a:lnTo>
                <a:lnTo>
                  <a:pt x="1524000" y="219075"/>
                </a:lnTo>
                <a:lnTo>
                  <a:pt x="1524000" y="228600"/>
                </a:lnTo>
                <a:lnTo>
                  <a:pt x="1495425" y="228600"/>
                </a:lnTo>
                <a:lnTo>
                  <a:pt x="1495425" y="219075"/>
                </a:lnTo>
                <a:lnTo>
                  <a:pt x="1504950" y="219075"/>
                </a:lnTo>
                <a:lnTo>
                  <a:pt x="1504950" y="209550"/>
                </a:lnTo>
                <a:lnTo>
                  <a:pt x="1514475" y="209550"/>
                </a:lnTo>
                <a:lnTo>
                  <a:pt x="1514475" y="200025"/>
                </a:lnTo>
                <a:lnTo>
                  <a:pt x="1524000" y="200025"/>
                </a:lnTo>
                <a:lnTo>
                  <a:pt x="1524000" y="180975"/>
                </a:lnTo>
                <a:lnTo>
                  <a:pt x="1514475" y="180975"/>
                </a:lnTo>
                <a:lnTo>
                  <a:pt x="1514475" y="171450"/>
                </a:lnTo>
                <a:lnTo>
                  <a:pt x="1524000" y="171450"/>
                </a:lnTo>
                <a:close/>
                <a:moveTo>
                  <a:pt x="1581150" y="161925"/>
                </a:moveTo>
                <a:lnTo>
                  <a:pt x="1590675" y="161925"/>
                </a:lnTo>
                <a:lnTo>
                  <a:pt x="1590675" y="171450"/>
                </a:lnTo>
                <a:lnTo>
                  <a:pt x="1581150" y="171450"/>
                </a:lnTo>
                <a:close/>
                <a:moveTo>
                  <a:pt x="238125" y="171450"/>
                </a:moveTo>
                <a:lnTo>
                  <a:pt x="247650" y="171450"/>
                </a:lnTo>
                <a:lnTo>
                  <a:pt x="247650" y="180975"/>
                </a:lnTo>
                <a:lnTo>
                  <a:pt x="238125" y="180975"/>
                </a:lnTo>
                <a:close/>
                <a:moveTo>
                  <a:pt x="704850" y="171450"/>
                </a:moveTo>
                <a:lnTo>
                  <a:pt x="733425" y="171450"/>
                </a:lnTo>
                <a:lnTo>
                  <a:pt x="733425" y="180975"/>
                </a:lnTo>
                <a:lnTo>
                  <a:pt x="723900" y="180975"/>
                </a:lnTo>
                <a:lnTo>
                  <a:pt x="723900" y="190500"/>
                </a:lnTo>
                <a:lnTo>
                  <a:pt x="704850" y="190500"/>
                </a:lnTo>
                <a:close/>
                <a:moveTo>
                  <a:pt x="9525" y="180975"/>
                </a:moveTo>
                <a:lnTo>
                  <a:pt x="19050" y="180975"/>
                </a:lnTo>
                <a:lnTo>
                  <a:pt x="19050" y="200025"/>
                </a:lnTo>
                <a:lnTo>
                  <a:pt x="9525" y="200025"/>
                </a:lnTo>
                <a:close/>
                <a:moveTo>
                  <a:pt x="638175" y="180975"/>
                </a:moveTo>
                <a:lnTo>
                  <a:pt x="666750" y="180975"/>
                </a:lnTo>
                <a:lnTo>
                  <a:pt x="666750" y="190500"/>
                </a:lnTo>
                <a:lnTo>
                  <a:pt x="657225" y="190500"/>
                </a:lnTo>
                <a:lnTo>
                  <a:pt x="657225" y="219075"/>
                </a:lnTo>
                <a:lnTo>
                  <a:pt x="647700" y="219075"/>
                </a:lnTo>
                <a:lnTo>
                  <a:pt x="647700" y="209550"/>
                </a:lnTo>
                <a:lnTo>
                  <a:pt x="638175" y="209550"/>
                </a:lnTo>
                <a:lnTo>
                  <a:pt x="638175" y="200025"/>
                </a:lnTo>
                <a:lnTo>
                  <a:pt x="647700" y="200025"/>
                </a:lnTo>
                <a:lnTo>
                  <a:pt x="647700" y="190500"/>
                </a:lnTo>
                <a:lnTo>
                  <a:pt x="638175" y="190500"/>
                </a:lnTo>
                <a:close/>
                <a:moveTo>
                  <a:pt x="952500" y="180975"/>
                </a:moveTo>
                <a:lnTo>
                  <a:pt x="971550" y="180975"/>
                </a:lnTo>
                <a:lnTo>
                  <a:pt x="971550" y="190500"/>
                </a:lnTo>
                <a:lnTo>
                  <a:pt x="952500" y="190500"/>
                </a:lnTo>
                <a:close/>
                <a:moveTo>
                  <a:pt x="981075" y="180975"/>
                </a:moveTo>
                <a:lnTo>
                  <a:pt x="990600" y="180975"/>
                </a:lnTo>
                <a:lnTo>
                  <a:pt x="990600" y="190500"/>
                </a:lnTo>
                <a:lnTo>
                  <a:pt x="981075" y="190500"/>
                </a:lnTo>
                <a:close/>
                <a:moveTo>
                  <a:pt x="47625" y="190500"/>
                </a:moveTo>
                <a:lnTo>
                  <a:pt x="57150" y="190500"/>
                </a:lnTo>
                <a:lnTo>
                  <a:pt x="57150" y="200025"/>
                </a:lnTo>
                <a:lnTo>
                  <a:pt x="76200" y="200025"/>
                </a:lnTo>
                <a:lnTo>
                  <a:pt x="76200" y="219075"/>
                </a:lnTo>
                <a:lnTo>
                  <a:pt x="66675" y="219075"/>
                </a:lnTo>
                <a:lnTo>
                  <a:pt x="66675" y="209550"/>
                </a:lnTo>
                <a:lnTo>
                  <a:pt x="19050" y="209550"/>
                </a:lnTo>
                <a:lnTo>
                  <a:pt x="19050" y="200025"/>
                </a:lnTo>
                <a:lnTo>
                  <a:pt x="47625" y="200025"/>
                </a:lnTo>
                <a:close/>
                <a:moveTo>
                  <a:pt x="666750" y="190500"/>
                </a:moveTo>
                <a:lnTo>
                  <a:pt x="676275" y="190500"/>
                </a:lnTo>
                <a:lnTo>
                  <a:pt x="676275" y="200025"/>
                </a:lnTo>
                <a:lnTo>
                  <a:pt x="666750" y="200025"/>
                </a:lnTo>
                <a:close/>
                <a:moveTo>
                  <a:pt x="1571625" y="200025"/>
                </a:moveTo>
                <a:lnTo>
                  <a:pt x="1581150" y="200025"/>
                </a:lnTo>
                <a:lnTo>
                  <a:pt x="1581150" y="209550"/>
                </a:lnTo>
                <a:lnTo>
                  <a:pt x="1590675" y="209550"/>
                </a:lnTo>
                <a:lnTo>
                  <a:pt x="1590675" y="200025"/>
                </a:lnTo>
                <a:lnTo>
                  <a:pt x="1609725" y="200025"/>
                </a:lnTo>
                <a:lnTo>
                  <a:pt x="1609725" y="209550"/>
                </a:lnTo>
                <a:lnTo>
                  <a:pt x="1590675" y="209550"/>
                </a:lnTo>
                <a:lnTo>
                  <a:pt x="1590675" y="219075"/>
                </a:lnTo>
                <a:lnTo>
                  <a:pt x="1581150" y="219075"/>
                </a:lnTo>
                <a:lnTo>
                  <a:pt x="1581150" y="238125"/>
                </a:lnTo>
                <a:lnTo>
                  <a:pt x="1571625" y="238125"/>
                </a:lnTo>
                <a:lnTo>
                  <a:pt x="1571625" y="247650"/>
                </a:lnTo>
                <a:lnTo>
                  <a:pt x="1562100" y="247650"/>
                </a:lnTo>
                <a:lnTo>
                  <a:pt x="1562100" y="238125"/>
                </a:lnTo>
                <a:lnTo>
                  <a:pt x="1552575" y="238125"/>
                </a:lnTo>
                <a:lnTo>
                  <a:pt x="1552575" y="228600"/>
                </a:lnTo>
                <a:lnTo>
                  <a:pt x="1562100" y="228600"/>
                </a:lnTo>
                <a:lnTo>
                  <a:pt x="1562100" y="219075"/>
                </a:lnTo>
                <a:lnTo>
                  <a:pt x="1571625" y="219075"/>
                </a:lnTo>
                <a:close/>
                <a:moveTo>
                  <a:pt x="95250" y="219075"/>
                </a:moveTo>
                <a:lnTo>
                  <a:pt x="114300" y="219075"/>
                </a:lnTo>
                <a:lnTo>
                  <a:pt x="114300" y="228600"/>
                </a:lnTo>
                <a:lnTo>
                  <a:pt x="133350" y="228600"/>
                </a:lnTo>
                <a:lnTo>
                  <a:pt x="133350" y="238125"/>
                </a:lnTo>
                <a:lnTo>
                  <a:pt x="142875" y="238125"/>
                </a:lnTo>
                <a:lnTo>
                  <a:pt x="142875" y="247650"/>
                </a:lnTo>
                <a:lnTo>
                  <a:pt x="152400" y="247650"/>
                </a:lnTo>
                <a:lnTo>
                  <a:pt x="152400" y="257175"/>
                </a:lnTo>
                <a:lnTo>
                  <a:pt x="123825" y="257175"/>
                </a:lnTo>
                <a:lnTo>
                  <a:pt x="123825" y="266700"/>
                </a:lnTo>
                <a:lnTo>
                  <a:pt x="95250" y="266700"/>
                </a:lnTo>
                <a:close/>
                <a:moveTo>
                  <a:pt x="666750" y="219075"/>
                </a:moveTo>
                <a:lnTo>
                  <a:pt x="676275" y="219075"/>
                </a:lnTo>
                <a:lnTo>
                  <a:pt x="676275" y="228600"/>
                </a:lnTo>
                <a:lnTo>
                  <a:pt x="666750" y="228600"/>
                </a:lnTo>
                <a:close/>
                <a:moveTo>
                  <a:pt x="857250" y="219075"/>
                </a:moveTo>
                <a:lnTo>
                  <a:pt x="876300" y="219075"/>
                </a:lnTo>
                <a:lnTo>
                  <a:pt x="876300" y="228600"/>
                </a:lnTo>
                <a:lnTo>
                  <a:pt x="885825" y="228600"/>
                </a:lnTo>
                <a:lnTo>
                  <a:pt x="885825" y="238125"/>
                </a:lnTo>
                <a:lnTo>
                  <a:pt x="876300" y="238125"/>
                </a:lnTo>
                <a:lnTo>
                  <a:pt x="876300" y="257175"/>
                </a:lnTo>
                <a:lnTo>
                  <a:pt x="857250" y="257175"/>
                </a:lnTo>
                <a:lnTo>
                  <a:pt x="857250" y="238125"/>
                </a:lnTo>
                <a:lnTo>
                  <a:pt x="847725" y="238125"/>
                </a:lnTo>
                <a:lnTo>
                  <a:pt x="847725" y="228600"/>
                </a:lnTo>
                <a:lnTo>
                  <a:pt x="857250" y="228600"/>
                </a:lnTo>
                <a:close/>
                <a:moveTo>
                  <a:pt x="771525" y="228600"/>
                </a:moveTo>
                <a:lnTo>
                  <a:pt x="781050" y="228600"/>
                </a:lnTo>
                <a:lnTo>
                  <a:pt x="781050" y="238125"/>
                </a:lnTo>
                <a:lnTo>
                  <a:pt x="771525" y="238125"/>
                </a:lnTo>
                <a:close/>
                <a:moveTo>
                  <a:pt x="38100" y="238125"/>
                </a:moveTo>
                <a:lnTo>
                  <a:pt x="47625" y="238125"/>
                </a:lnTo>
                <a:lnTo>
                  <a:pt x="47625" y="266700"/>
                </a:lnTo>
                <a:lnTo>
                  <a:pt x="19050" y="266700"/>
                </a:lnTo>
                <a:lnTo>
                  <a:pt x="19050" y="257175"/>
                </a:lnTo>
                <a:lnTo>
                  <a:pt x="28575" y="257175"/>
                </a:lnTo>
                <a:lnTo>
                  <a:pt x="28575" y="247650"/>
                </a:lnTo>
                <a:lnTo>
                  <a:pt x="38100" y="247650"/>
                </a:lnTo>
                <a:close/>
                <a:moveTo>
                  <a:pt x="657225" y="238125"/>
                </a:moveTo>
                <a:lnTo>
                  <a:pt x="676275" y="238125"/>
                </a:lnTo>
                <a:lnTo>
                  <a:pt x="676275" y="257175"/>
                </a:lnTo>
                <a:lnTo>
                  <a:pt x="666750" y="257175"/>
                </a:lnTo>
                <a:lnTo>
                  <a:pt x="666750" y="247650"/>
                </a:lnTo>
                <a:lnTo>
                  <a:pt x="657225" y="247650"/>
                </a:lnTo>
                <a:close/>
                <a:moveTo>
                  <a:pt x="819150" y="238125"/>
                </a:moveTo>
                <a:lnTo>
                  <a:pt x="828675" y="238125"/>
                </a:lnTo>
                <a:lnTo>
                  <a:pt x="828675" y="257175"/>
                </a:lnTo>
                <a:lnTo>
                  <a:pt x="800100" y="257175"/>
                </a:lnTo>
                <a:lnTo>
                  <a:pt x="800100" y="247650"/>
                </a:lnTo>
                <a:lnTo>
                  <a:pt x="819150" y="247650"/>
                </a:lnTo>
                <a:close/>
                <a:moveTo>
                  <a:pt x="104775" y="257175"/>
                </a:moveTo>
                <a:lnTo>
                  <a:pt x="114300" y="257175"/>
                </a:lnTo>
                <a:lnTo>
                  <a:pt x="114300" y="238125"/>
                </a:lnTo>
                <a:lnTo>
                  <a:pt x="104775" y="238125"/>
                </a:lnTo>
                <a:close/>
                <a:moveTo>
                  <a:pt x="361950" y="257175"/>
                </a:moveTo>
                <a:lnTo>
                  <a:pt x="381000" y="257175"/>
                </a:lnTo>
                <a:lnTo>
                  <a:pt x="381000" y="266700"/>
                </a:lnTo>
                <a:lnTo>
                  <a:pt x="361950" y="266700"/>
                </a:lnTo>
                <a:close/>
                <a:moveTo>
                  <a:pt x="419100" y="257175"/>
                </a:moveTo>
                <a:lnTo>
                  <a:pt x="428625" y="257175"/>
                </a:lnTo>
                <a:lnTo>
                  <a:pt x="428625" y="266700"/>
                </a:lnTo>
                <a:lnTo>
                  <a:pt x="447675" y="266700"/>
                </a:lnTo>
                <a:lnTo>
                  <a:pt x="447675" y="295275"/>
                </a:lnTo>
                <a:lnTo>
                  <a:pt x="428625" y="295275"/>
                </a:lnTo>
                <a:lnTo>
                  <a:pt x="428625" y="285750"/>
                </a:lnTo>
                <a:lnTo>
                  <a:pt x="409575" y="285750"/>
                </a:lnTo>
                <a:lnTo>
                  <a:pt x="409575" y="276225"/>
                </a:lnTo>
                <a:lnTo>
                  <a:pt x="419100" y="276225"/>
                </a:lnTo>
                <a:close/>
                <a:moveTo>
                  <a:pt x="771525" y="257175"/>
                </a:moveTo>
                <a:lnTo>
                  <a:pt x="800100" y="257175"/>
                </a:lnTo>
                <a:lnTo>
                  <a:pt x="800100" y="266700"/>
                </a:lnTo>
                <a:lnTo>
                  <a:pt x="771525" y="266700"/>
                </a:lnTo>
                <a:close/>
                <a:moveTo>
                  <a:pt x="838200" y="257175"/>
                </a:moveTo>
                <a:lnTo>
                  <a:pt x="857250" y="257175"/>
                </a:lnTo>
                <a:lnTo>
                  <a:pt x="857250" y="266700"/>
                </a:lnTo>
                <a:lnTo>
                  <a:pt x="838200" y="266700"/>
                </a:lnTo>
                <a:close/>
                <a:moveTo>
                  <a:pt x="1038225" y="257175"/>
                </a:moveTo>
                <a:lnTo>
                  <a:pt x="1057275" y="257175"/>
                </a:lnTo>
                <a:lnTo>
                  <a:pt x="1057275" y="266700"/>
                </a:lnTo>
                <a:lnTo>
                  <a:pt x="1038225" y="266700"/>
                </a:lnTo>
                <a:close/>
                <a:moveTo>
                  <a:pt x="838200" y="276225"/>
                </a:moveTo>
                <a:lnTo>
                  <a:pt x="847725" y="276225"/>
                </a:lnTo>
                <a:lnTo>
                  <a:pt x="847725" y="285750"/>
                </a:lnTo>
                <a:lnTo>
                  <a:pt x="838200" y="285750"/>
                </a:lnTo>
                <a:close/>
                <a:moveTo>
                  <a:pt x="1038225" y="276225"/>
                </a:moveTo>
                <a:lnTo>
                  <a:pt x="1047750" y="276225"/>
                </a:lnTo>
                <a:lnTo>
                  <a:pt x="1047750" y="285750"/>
                </a:lnTo>
                <a:lnTo>
                  <a:pt x="1038225" y="285750"/>
                </a:lnTo>
                <a:close/>
                <a:moveTo>
                  <a:pt x="1057275" y="276225"/>
                </a:moveTo>
                <a:lnTo>
                  <a:pt x="1076325" y="276225"/>
                </a:lnTo>
                <a:lnTo>
                  <a:pt x="1076325" y="285750"/>
                </a:lnTo>
                <a:lnTo>
                  <a:pt x="1085850" y="285750"/>
                </a:lnTo>
                <a:lnTo>
                  <a:pt x="1085850" y="295275"/>
                </a:lnTo>
                <a:lnTo>
                  <a:pt x="1095375" y="295275"/>
                </a:lnTo>
                <a:lnTo>
                  <a:pt x="1095375" y="285750"/>
                </a:lnTo>
                <a:lnTo>
                  <a:pt x="1104900" y="285750"/>
                </a:lnTo>
                <a:lnTo>
                  <a:pt x="1104900" y="276225"/>
                </a:lnTo>
                <a:lnTo>
                  <a:pt x="1114425" y="276225"/>
                </a:lnTo>
                <a:lnTo>
                  <a:pt x="1114425" y="285750"/>
                </a:lnTo>
                <a:lnTo>
                  <a:pt x="1104900" y="285750"/>
                </a:lnTo>
                <a:lnTo>
                  <a:pt x="1104900" y="304800"/>
                </a:lnTo>
                <a:lnTo>
                  <a:pt x="1066800" y="304800"/>
                </a:lnTo>
                <a:lnTo>
                  <a:pt x="1066800" y="295275"/>
                </a:lnTo>
                <a:lnTo>
                  <a:pt x="1057275" y="295275"/>
                </a:lnTo>
                <a:close/>
                <a:moveTo>
                  <a:pt x="152400" y="285750"/>
                </a:moveTo>
                <a:lnTo>
                  <a:pt x="161925" y="285750"/>
                </a:lnTo>
                <a:lnTo>
                  <a:pt x="161925" y="295275"/>
                </a:lnTo>
                <a:lnTo>
                  <a:pt x="152400" y="295275"/>
                </a:lnTo>
                <a:close/>
                <a:moveTo>
                  <a:pt x="1495425" y="285750"/>
                </a:moveTo>
                <a:lnTo>
                  <a:pt x="1504950" y="285750"/>
                </a:lnTo>
                <a:lnTo>
                  <a:pt x="1504950" y="295275"/>
                </a:lnTo>
                <a:lnTo>
                  <a:pt x="1495425" y="295275"/>
                </a:lnTo>
                <a:close/>
                <a:moveTo>
                  <a:pt x="85725" y="295275"/>
                </a:moveTo>
                <a:lnTo>
                  <a:pt x="95250" y="295275"/>
                </a:lnTo>
                <a:lnTo>
                  <a:pt x="95250" y="304800"/>
                </a:lnTo>
                <a:lnTo>
                  <a:pt x="104775" y="304800"/>
                </a:lnTo>
                <a:lnTo>
                  <a:pt x="104775" y="323850"/>
                </a:lnTo>
                <a:lnTo>
                  <a:pt x="95250" y="323850"/>
                </a:lnTo>
                <a:lnTo>
                  <a:pt x="95250" y="314325"/>
                </a:lnTo>
                <a:lnTo>
                  <a:pt x="85725" y="314325"/>
                </a:lnTo>
                <a:close/>
                <a:moveTo>
                  <a:pt x="1047750" y="295275"/>
                </a:moveTo>
                <a:lnTo>
                  <a:pt x="1057275" y="295275"/>
                </a:lnTo>
                <a:lnTo>
                  <a:pt x="1057275" y="304800"/>
                </a:lnTo>
                <a:lnTo>
                  <a:pt x="1047750" y="304800"/>
                </a:lnTo>
                <a:close/>
                <a:moveTo>
                  <a:pt x="66675" y="304800"/>
                </a:moveTo>
                <a:lnTo>
                  <a:pt x="76200" y="304800"/>
                </a:lnTo>
                <a:lnTo>
                  <a:pt x="76200" y="314325"/>
                </a:lnTo>
                <a:lnTo>
                  <a:pt x="66675" y="314325"/>
                </a:lnTo>
                <a:close/>
                <a:moveTo>
                  <a:pt x="295275" y="304800"/>
                </a:moveTo>
                <a:lnTo>
                  <a:pt x="314325" y="304800"/>
                </a:lnTo>
                <a:lnTo>
                  <a:pt x="314325" y="314325"/>
                </a:lnTo>
                <a:lnTo>
                  <a:pt x="323850" y="314325"/>
                </a:lnTo>
                <a:lnTo>
                  <a:pt x="323850" y="323850"/>
                </a:lnTo>
                <a:lnTo>
                  <a:pt x="304800" y="323850"/>
                </a:lnTo>
                <a:lnTo>
                  <a:pt x="304800" y="314325"/>
                </a:lnTo>
                <a:lnTo>
                  <a:pt x="295275" y="314325"/>
                </a:lnTo>
                <a:close/>
                <a:moveTo>
                  <a:pt x="1038225" y="304800"/>
                </a:moveTo>
                <a:lnTo>
                  <a:pt x="1047750" y="304800"/>
                </a:lnTo>
                <a:lnTo>
                  <a:pt x="1047750" y="314325"/>
                </a:lnTo>
                <a:lnTo>
                  <a:pt x="1038225" y="314325"/>
                </a:lnTo>
                <a:close/>
                <a:moveTo>
                  <a:pt x="1590675" y="304800"/>
                </a:moveTo>
                <a:lnTo>
                  <a:pt x="1609725" y="304800"/>
                </a:lnTo>
                <a:lnTo>
                  <a:pt x="1609725" y="342900"/>
                </a:lnTo>
                <a:lnTo>
                  <a:pt x="1600200" y="342900"/>
                </a:lnTo>
                <a:lnTo>
                  <a:pt x="1600200" y="361950"/>
                </a:lnTo>
                <a:lnTo>
                  <a:pt x="1590675" y="361950"/>
                </a:lnTo>
                <a:lnTo>
                  <a:pt x="1590675" y="342900"/>
                </a:lnTo>
                <a:lnTo>
                  <a:pt x="1581150" y="342900"/>
                </a:lnTo>
                <a:lnTo>
                  <a:pt x="1581150" y="333375"/>
                </a:lnTo>
                <a:lnTo>
                  <a:pt x="1562100" y="333375"/>
                </a:lnTo>
                <a:lnTo>
                  <a:pt x="1562100" y="323850"/>
                </a:lnTo>
                <a:lnTo>
                  <a:pt x="1552575" y="323850"/>
                </a:lnTo>
                <a:lnTo>
                  <a:pt x="1552575" y="314325"/>
                </a:lnTo>
                <a:lnTo>
                  <a:pt x="1562100" y="314325"/>
                </a:lnTo>
                <a:lnTo>
                  <a:pt x="1562100" y="323850"/>
                </a:lnTo>
                <a:lnTo>
                  <a:pt x="1581150" y="323850"/>
                </a:lnTo>
                <a:lnTo>
                  <a:pt x="1581150" y="314325"/>
                </a:lnTo>
                <a:lnTo>
                  <a:pt x="1590675" y="314325"/>
                </a:lnTo>
                <a:close/>
                <a:moveTo>
                  <a:pt x="57150" y="314325"/>
                </a:moveTo>
                <a:lnTo>
                  <a:pt x="66675" y="314325"/>
                </a:lnTo>
                <a:lnTo>
                  <a:pt x="66675" y="342900"/>
                </a:lnTo>
                <a:lnTo>
                  <a:pt x="57150" y="342900"/>
                </a:lnTo>
                <a:close/>
                <a:moveTo>
                  <a:pt x="942975" y="314325"/>
                </a:moveTo>
                <a:lnTo>
                  <a:pt x="1000125" y="314325"/>
                </a:lnTo>
                <a:lnTo>
                  <a:pt x="1000125" y="323850"/>
                </a:lnTo>
                <a:lnTo>
                  <a:pt x="981075" y="323850"/>
                </a:lnTo>
                <a:lnTo>
                  <a:pt x="981075" y="333375"/>
                </a:lnTo>
                <a:lnTo>
                  <a:pt x="971550" y="333375"/>
                </a:lnTo>
                <a:lnTo>
                  <a:pt x="971550" y="323850"/>
                </a:lnTo>
                <a:lnTo>
                  <a:pt x="942975" y="323850"/>
                </a:lnTo>
                <a:close/>
                <a:moveTo>
                  <a:pt x="1019175" y="314325"/>
                </a:moveTo>
                <a:lnTo>
                  <a:pt x="1038225" y="314325"/>
                </a:lnTo>
                <a:lnTo>
                  <a:pt x="1038225" y="323850"/>
                </a:lnTo>
                <a:lnTo>
                  <a:pt x="1028700" y="323850"/>
                </a:lnTo>
                <a:lnTo>
                  <a:pt x="1028700" y="361950"/>
                </a:lnTo>
                <a:lnTo>
                  <a:pt x="1019175" y="361950"/>
                </a:lnTo>
                <a:lnTo>
                  <a:pt x="1019175" y="381000"/>
                </a:lnTo>
                <a:lnTo>
                  <a:pt x="990600" y="381000"/>
                </a:lnTo>
                <a:lnTo>
                  <a:pt x="990600" y="390525"/>
                </a:lnTo>
                <a:lnTo>
                  <a:pt x="981075" y="390525"/>
                </a:lnTo>
                <a:lnTo>
                  <a:pt x="981075" y="400050"/>
                </a:lnTo>
                <a:lnTo>
                  <a:pt x="971550" y="400050"/>
                </a:lnTo>
                <a:lnTo>
                  <a:pt x="971550" y="390525"/>
                </a:lnTo>
                <a:lnTo>
                  <a:pt x="962025" y="390525"/>
                </a:lnTo>
                <a:lnTo>
                  <a:pt x="962025" y="381000"/>
                </a:lnTo>
                <a:lnTo>
                  <a:pt x="981075" y="381000"/>
                </a:lnTo>
                <a:lnTo>
                  <a:pt x="981075" y="371475"/>
                </a:lnTo>
                <a:lnTo>
                  <a:pt x="990600" y="371475"/>
                </a:lnTo>
                <a:lnTo>
                  <a:pt x="990600" y="352425"/>
                </a:lnTo>
                <a:lnTo>
                  <a:pt x="1019175" y="352425"/>
                </a:lnTo>
                <a:lnTo>
                  <a:pt x="1019175" y="333375"/>
                </a:lnTo>
                <a:lnTo>
                  <a:pt x="1009650" y="333375"/>
                </a:lnTo>
                <a:lnTo>
                  <a:pt x="1009650" y="323850"/>
                </a:lnTo>
                <a:lnTo>
                  <a:pt x="1019175" y="323850"/>
                </a:lnTo>
                <a:close/>
                <a:moveTo>
                  <a:pt x="1095375" y="314325"/>
                </a:moveTo>
                <a:lnTo>
                  <a:pt x="1104900" y="314325"/>
                </a:lnTo>
                <a:lnTo>
                  <a:pt x="1104900" y="323850"/>
                </a:lnTo>
                <a:lnTo>
                  <a:pt x="1095375" y="323850"/>
                </a:lnTo>
                <a:close/>
                <a:moveTo>
                  <a:pt x="0" y="323850"/>
                </a:moveTo>
                <a:lnTo>
                  <a:pt x="19050" y="323850"/>
                </a:lnTo>
                <a:lnTo>
                  <a:pt x="19050" y="342900"/>
                </a:lnTo>
                <a:lnTo>
                  <a:pt x="28575" y="342900"/>
                </a:lnTo>
                <a:lnTo>
                  <a:pt x="28575" y="333375"/>
                </a:lnTo>
                <a:lnTo>
                  <a:pt x="38100" y="333375"/>
                </a:lnTo>
                <a:lnTo>
                  <a:pt x="38100" y="352425"/>
                </a:lnTo>
                <a:lnTo>
                  <a:pt x="9525" y="352425"/>
                </a:lnTo>
                <a:lnTo>
                  <a:pt x="9525" y="333375"/>
                </a:lnTo>
                <a:lnTo>
                  <a:pt x="0" y="333375"/>
                </a:lnTo>
                <a:close/>
                <a:moveTo>
                  <a:pt x="323850" y="323850"/>
                </a:moveTo>
                <a:lnTo>
                  <a:pt x="333375" y="323850"/>
                </a:lnTo>
                <a:lnTo>
                  <a:pt x="333375" y="333375"/>
                </a:lnTo>
                <a:lnTo>
                  <a:pt x="323850" y="333375"/>
                </a:lnTo>
                <a:close/>
                <a:moveTo>
                  <a:pt x="504825" y="323850"/>
                </a:moveTo>
                <a:lnTo>
                  <a:pt x="533400" y="323850"/>
                </a:lnTo>
                <a:lnTo>
                  <a:pt x="533400" y="333375"/>
                </a:lnTo>
                <a:lnTo>
                  <a:pt x="504825" y="333375"/>
                </a:lnTo>
                <a:close/>
                <a:moveTo>
                  <a:pt x="533400" y="333375"/>
                </a:moveTo>
                <a:lnTo>
                  <a:pt x="542925" y="333375"/>
                </a:lnTo>
                <a:lnTo>
                  <a:pt x="542925" y="342900"/>
                </a:lnTo>
                <a:lnTo>
                  <a:pt x="533400" y="342900"/>
                </a:lnTo>
                <a:close/>
                <a:moveTo>
                  <a:pt x="495300" y="342900"/>
                </a:moveTo>
                <a:lnTo>
                  <a:pt x="533400" y="342900"/>
                </a:lnTo>
                <a:lnTo>
                  <a:pt x="533400" y="352425"/>
                </a:lnTo>
                <a:lnTo>
                  <a:pt x="571500" y="352425"/>
                </a:lnTo>
                <a:lnTo>
                  <a:pt x="571500" y="361950"/>
                </a:lnTo>
                <a:lnTo>
                  <a:pt x="581025" y="361950"/>
                </a:lnTo>
                <a:lnTo>
                  <a:pt x="581025" y="371475"/>
                </a:lnTo>
                <a:lnTo>
                  <a:pt x="561975" y="371475"/>
                </a:lnTo>
                <a:lnTo>
                  <a:pt x="561975" y="361950"/>
                </a:lnTo>
                <a:lnTo>
                  <a:pt x="514350" y="361950"/>
                </a:lnTo>
                <a:lnTo>
                  <a:pt x="514350" y="371475"/>
                </a:lnTo>
                <a:lnTo>
                  <a:pt x="495300" y="371475"/>
                </a:lnTo>
                <a:lnTo>
                  <a:pt x="495300" y="361950"/>
                </a:lnTo>
                <a:lnTo>
                  <a:pt x="504825" y="361950"/>
                </a:lnTo>
                <a:lnTo>
                  <a:pt x="504825" y="352425"/>
                </a:lnTo>
                <a:lnTo>
                  <a:pt x="495300" y="352425"/>
                </a:lnTo>
                <a:close/>
                <a:moveTo>
                  <a:pt x="19050" y="361950"/>
                </a:moveTo>
                <a:lnTo>
                  <a:pt x="47625" y="361950"/>
                </a:lnTo>
                <a:lnTo>
                  <a:pt x="47625" y="371475"/>
                </a:lnTo>
                <a:lnTo>
                  <a:pt x="38100" y="371475"/>
                </a:lnTo>
                <a:lnTo>
                  <a:pt x="38100" y="390525"/>
                </a:lnTo>
                <a:lnTo>
                  <a:pt x="28575" y="390525"/>
                </a:lnTo>
                <a:lnTo>
                  <a:pt x="28575" y="371475"/>
                </a:lnTo>
                <a:lnTo>
                  <a:pt x="19050" y="371475"/>
                </a:lnTo>
                <a:close/>
                <a:moveTo>
                  <a:pt x="133350" y="371475"/>
                </a:moveTo>
                <a:lnTo>
                  <a:pt x="142875" y="371475"/>
                </a:lnTo>
                <a:lnTo>
                  <a:pt x="142875" y="381000"/>
                </a:lnTo>
                <a:lnTo>
                  <a:pt x="133350" y="381000"/>
                </a:lnTo>
                <a:close/>
                <a:moveTo>
                  <a:pt x="428625" y="371475"/>
                </a:moveTo>
                <a:lnTo>
                  <a:pt x="447675" y="371475"/>
                </a:lnTo>
                <a:lnTo>
                  <a:pt x="447675" y="381000"/>
                </a:lnTo>
                <a:lnTo>
                  <a:pt x="428625" y="381000"/>
                </a:lnTo>
                <a:close/>
                <a:moveTo>
                  <a:pt x="533400" y="371475"/>
                </a:moveTo>
                <a:lnTo>
                  <a:pt x="542925" y="371475"/>
                </a:lnTo>
                <a:lnTo>
                  <a:pt x="542925" y="409575"/>
                </a:lnTo>
                <a:lnTo>
                  <a:pt x="533400" y="409575"/>
                </a:lnTo>
                <a:close/>
                <a:moveTo>
                  <a:pt x="104775" y="381000"/>
                </a:moveTo>
                <a:lnTo>
                  <a:pt x="114300" y="381000"/>
                </a:lnTo>
                <a:lnTo>
                  <a:pt x="114300" y="390525"/>
                </a:lnTo>
                <a:lnTo>
                  <a:pt x="104775" y="390525"/>
                </a:lnTo>
                <a:close/>
                <a:moveTo>
                  <a:pt x="142875" y="381000"/>
                </a:moveTo>
                <a:lnTo>
                  <a:pt x="161925" y="381000"/>
                </a:lnTo>
                <a:lnTo>
                  <a:pt x="161925" y="390525"/>
                </a:lnTo>
                <a:lnTo>
                  <a:pt x="142875" y="390525"/>
                </a:lnTo>
                <a:close/>
                <a:moveTo>
                  <a:pt x="276225" y="381000"/>
                </a:moveTo>
                <a:lnTo>
                  <a:pt x="285750" y="381000"/>
                </a:lnTo>
                <a:lnTo>
                  <a:pt x="285750" y="390525"/>
                </a:lnTo>
                <a:lnTo>
                  <a:pt x="276225" y="390525"/>
                </a:lnTo>
                <a:close/>
                <a:moveTo>
                  <a:pt x="1047750" y="381000"/>
                </a:moveTo>
                <a:lnTo>
                  <a:pt x="1066800" y="381000"/>
                </a:lnTo>
                <a:lnTo>
                  <a:pt x="1066800" y="390525"/>
                </a:lnTo>
                <a:lnTo>
                  <a:pt x="1095375" y="390525"/>
                </a:lnTo>
                <a:lnTo>
                  <a:pt x="1095375" y="409575"/>
                </a:lnTo>
                <a:lnTo>
                  <a:pt x="1085850" y="409575"/>
                </a:lnTo>
                <a:lnTo>
                  <a:pt x="1085850" y="400050"/>
                </a:lnTo>
                <a:lnTo>
                  <a:pt x="1066800" y="400050"/>
                </a:lnTo>
                <a:lnTo>
                  <a:pt x="1066800" y="409575"/>
                </a:lnTo>
                <a:lnTo>
                  <a:pt x="1057275" y="409575"/>
                </a:lnTo>
                <a:lnTo>
                  <a:pt x="1057275" y="400050"/>
                </a:lnTo>
                <a:lnTo>
                  <a:pt x="1047750" y="400050"/>
                </a:lnTo>
                <a:lnTo>
                  <a:pt x="1047750" y="428625"/>
                </a:lnTo>
                <a:lnTo>
                  <a:pt x="1028700" y="428625"/>
                </a:lnTo>
                <a:lnTo>
                  <a:pt x="1028700" y="419100"/>
                </a:lnTo>
                <a:lnTo>
                  <a:pt x="1019175" y="419100"/>
                </a:lnTo>
                <a:lnTo>
                  <a:pt x="1019175" y="409575"/>
                </a:lnTo>
                <a:lnTo>
                  <a:pt x="1038225" y="409575"/>
                </a:lnTo>
                <a:lnTo>
                  <a:pt x="1038225" y="390525"/>
                </a:lnTo>
                <a:lnTo>
                  <a:pt x="1047750" y="390525"/>
                </a:lnTo>
                <a:close/>
                <a:moveTo>
                  <a:pt x="457200" y="390525"/>
                </a:moveTo>
                <a:lnTo>
                  <a:pt x="485775" y="390525"/>
                </a:lnTo>
                <a:lnTo>
                  <a:pt x="485775" y="400050"/>
                </a:lnTo>
                <a:lnTo>
                  <a:pt x="457200" y="400050"/>
                </a:lnTo>
                <a:close/>
                <a:moveTo>
                  <a:pt x="1123950" y="390525"/>
                </a:moveTo>
                <a:lnTo>
                  <a:pt x="1133475" y="390525"/>
                </a:lnTo>
                <a:lnTo>
                  <a:pt x="1133475" y="400050"/>
                </a:lnTo>
                <a:lnTo>
                  <a:pt x="1123950" y="400050"/>
                </a:lnTo>
                <a:close/>
                <a:moveTo>
                  <a:pt x="1143000" y="400050"/>
                </a:moveTo>
                <a:lnTo>
                  <a:pt x="1152525" y="400050"/>
                </a:lnTo>
                <a:lnTo>
                  <a:pt x="1152525" y="419100"/>
                </a:lnTo>
                <a:lnTo>
                  <a:pt x="1143000" y="419100"/>
                </a:lnTo>
                <a:close/>
                <a:moveTo>
                  <a:pt x="447675" y="409575"/>
                </a:moveTo>
                <a:lnTo>
                  <a:pt x="466725" y="409575"/>
                </a:lnTo>
                <a:lnTo>
                  <a:pt x="466725" y="419100"/>
                </a:lnTo>
                <a:lnTo>
                  <a:pt x="457200" y="419100"/>
                </a:lnTo>
                <a:lnTo>
                  <a:pt x="457200" y="428625"/>
                </a:lnTo>
                <a:lnTo>
                  <a:pt x="447675" y="428625"/>
                </a:lnTo>
                <a:lnTo>
                  <a:pt x="447675" y="438150"/>
                </a:lnTo>
                <a:lnTo>
                  <a:pt x="438150" y="438150"/>
                </a:lnTo>
                <a:lnTo>
                  <a:pt x="438150" y="419100"/>
                </a:lnTo>
                <a:lnTo>
                  <a:pt x="447675" y="419100"/>
                </a:lnTo>
                <a:close/>
                <a:moveTo>
                  <a:pt x="9525" y="428625"/>
                </a:moveTo>
                <a:lnTo>
                  <a:pt x="19050" y="428625"/>
                </a:lnTo>
                <a:lnTo>
                  <a:pt x="19050" y="438150"/>
                </a:lnTo>
                <a:lnTo>
                  <a:pt x="28575" y="438150"/>
                </a:lnTo>
                <a:lnTo>
                  <a:pt x="28575" y="447675"/>
                </a:lnTo>
                <a:lnTo>
                  <a:pt x="19050" y="447675"/>
                </a:lnTo>
                <a:lnTo>
                  <a:pt x="19050" y="476250"/>
                </a:lnTo>
                <a:lnTo>
                  <a:pt x="0" y="476250"/>
                </a:lnTo>
                <a:lnTo>
                  <a:pt x="0" y="466725"/>
                </a:lnTo>
                <a:lnTo>
                  <a:pt x="9525" y="466725"/>
                </a:lnTo>
                <a:close/>
                <a:moveTo>
                  <a:pt x="457200" y="428625"/>
                </a:moveTo>
                <a:lnTo>
                  <a:pt x="476250" y="428625"/>
                </a:lnTo>
                <a:lnTo>
                  <a:pt x="476250" y="438150"/>
                </a:lnTo>
                <a:lnTo>
                  <a:pt x="495300" y="438150"/>
                </a:lnTo>
                <a:lnTo>
                  <a:pt x="495300" y="428625"/>
                </a:lnTo>
                <a:lnTo>
                  <a:pt x="523875" y="428625"/>
                </a:lnTo>
                <a:lnTo>
                  <a:pt x="523875" y="438150"/>
                </a:lnTo>
                <a:lnTo>
                  <a:pt x="533400" y="438150"/>
                </a:lnTo>
                <a:lnTo>
                  <a:pt x="533400" y="457200"/>
                </a:lnTo>
                <a:lnTo>
                  <a:pt x="523875" y="457200"/>
                </a:lnTo>
                <a:lnTo>
                  <a:pt x="523875" y="466725"/>
                </a:lnTo>
                <a:lnTo>
                  <a:pt x="504825" y="466725"/>
                </a:lnTo>
                <a:lnTo>
                  <a:pt x="504825" y="447675"/>
                </a:lnTo>
                <a:lnTo>
                  <a:pt x="485775" y="447675"/>
                </a:lnTo>
                <a:lnTo>
                  <a:pt x="485775" y="457200"/>
                </a:lnTo>
                <a:lnTo>
                  <a:pt x="476250" y="457200"/>
                </a:lnTo>
                <a:lnTo>
                  <a:pt x="476250" y="466725"/>
                </a:lnTo>
                <a:lnTo>
                  <a:pt x="466725" y="466725"/>
                </a:lnTo>
                <a:lnTo>
                  <a:pt x="466725" y="476250"/>
                </a:lnTo>
                <a:lnTo>
                  <a:pt x="457200" y="476250"/>
                </a:lnTo>
                <a:lnTo>
                  <a:pt x="457200" y="466725"/>
                </a:lnTo>
                <a:lnTo>
                  <a:pt x="447675" y="466725"/>
                </a:lnTo>
                <a:lnTo>
                  <a:pt x="447675" y="457200"/>
                </a:lnTo>
                <a:lnTo>
                  <a:pt x="457200" y="457200"/>
                </a:lnTo>
                <a:close/>
                <a:moveTo>
                  <a:pt x="561975" y="428625"/>
                </a:moveTo>
                <a:lnTo>
                  <a:pt x="581025" y="428625"/>
                </a:lnTo>
                <a:lnTo>
                  <a:pt x="581025" y="438150"/>
                </a:lnTo>
                <a:lnTo>
                  <a:pt x="561975" y="438150"/>
                </a:lnTo>
                <a:close/>
                <a:moveTo>
                  <a:pt x="419100" y="438150"/>
                </a:moveTo>
                <a:lnTo>
                  <a:pt x="428625" y="438150"/>
                </a:lnTo>
                <a:lnTo>
                  <a:pt x="428625" y="447675"/>
                </a:lnTo>
                <a:lnTo>
                  <a:pt x="419100" y="447675"/>
                </a:lnTo>
                <a:close/>
                <a:moveTo>
                  <a:pt x="1085850" y="438150"/>
                </a:moveTo>
                <a:lnTo>
                  <a:pt x="1095375" y="438150"/>
                </a:lnTo>
                <a:lnTo>
                  <a:pt x="1095375" y="447675"/>
                </a:lnTo>
                <a:lnTo>
                  <a:pt x="1085850" y="447675"/>
                </a:lnTo>
                <a:close/>
                <a:moveTo>
                  <a:pt x="1466850" y="438150"/>
                </a:moveTo>
                <a:lnTo>
                  <a:pt x="1485900" y="438150"/>
                </a:lnTo>
                <a:lnTo>
                  <a:pt x="1485900" y="447675"/>
                </a:lnTo>
                <a:lnTo>
                  <a:pt x="1466850" y="447675"/>
                </a:lnTo>
                <a:close/>
                <a:moveTo>
                  <a:pt x="352425" y="447675"/>
                </a:moveTo>
                <a:lnTo>
                  <a:pt x="390525" y="447675"/>
                </a:lnTo>
                <a:lnTo>
                  <a:pt x="390525" y="457200"/>
                </a:lnTo>
                <a:lnTo>
                  <a:pt x="352425" y="457200"/>
                </a:lnTo>
                <a:close/>
                <a:moveTo>
                  <a:pt x="1095375" y="447675"/>
                </a:moveTo>
                <a:lnTo>
                  <a:pt x="1104900" y="447675"/>
                </a:lnTo>
                <a:lnTo>
                  <a:pt x="1104900" y="457200"/>
                </a:lnTo>
                <a:lnTo>
                  <a:pt x="1095375" y="457200"/>
                </a:lnTo>
                <a:close/>
                <a:moveTo>
                  <a:pt x="1200150" y="447675"/>
                </a:moveTo>
                <a:lnTo>
                  <a:pt x="1209675" y="447675"/>
                </a:lnTo>
                <a:lnTo>
                  <a:pt x="1209675" y="457200"/>
                </a:lnTo>
                <a:lnTo>
                  <a:pt x="1238250" y="457200"/>
                </a:lnTo>
                <a:lnTo>
                  <a:pt x="1238250" y="466725"/>
                </a:lnTo>
                <a:lnTo>
                  <a:pt x="1219200" y="466725"/>
                </a:lnTo>
                <a:lnTo>
                  <a:pt x="1219200" y="476250"/>
                </a:lnTo>
                <a:lnTo>
                  <a:pt x="1200150" y="476250"/>
                </a:lnTo>
                <a:close/>
                <a:moveTo>
                  <a:pt x="1495425" y="447675"/>
                </a:moveTo>
                <a:lnTo>
                  <a:pt x="1504950" y="447675"/>
                </a:lnTo>
                <a:lnTo>
                  <a:pt x="1504950" y="457200"/>
                </a:lnTo>
                <a:lnTo>
                  <a:pt x="1495425" y="457200"/>
                </a:lnTo>
                <a:close/>
                <a:moveTo>
                  <a:pt x="981075" y="457200"/>
                </a:moveTo>
                <a:lnTo>
                  <a:pt x="990600" y="457200"/>
                </a:lnTo>
                <a:lnTo>
                  <a:pt x="990600" y="466725"/>
                </a:lnTo>
                <a:lnTo>
                  <a:pt x="981075" y="466725"/>
                </a:lnTo>
                <a:close/>
                <a:moveTo>
                  <a:pt x="66675" y="466725"/>
                </a:moveTo>
                <a:lnTo>
                  <a:pt x="76200" y="466725"/>
                </a:lnTo>
                <a:lnTo>
                  <a:pt x="76200" y="476250"/>
                </a:lnTo>
                <a:lnTo>
                  <a:pt x="85725" y="476250"/>
                </a:lnTo>
                <a:lnTo>
                  <a:pt x="85725" y="485775"/>
                </a:lnTo>
                <a:lnTo>
                  <a:pt x="76200" y="485775"/>
                </a:lnTo>
                <a:lnTo>
                  <a:pt x="76200" y="504825"/>
                </a:lnTo>
                <a:lnTo>
                  <a:pt x="66675" y="504825"/>
                </a:lnTo>
                <a:close/>
                <a:moveTo>
                  <a:pt x="438150" y="466725"/>
                </a:moveTo>
                <a:lnTo>
                  <a:pt x="447675" y="466725"/>
                </a:lnTo>
                <a:lnTo>
                  <a:pt x="447675" y="476250"/>
                </a:lnTo>
                <a:lnTo>
                  <a:pt x="438150" y="476250"/>
                </a:lnTo>
                <a:close/>
                <a:moveTo>
                  <a:pt x="1019175" y="466725"/>
                </a:moveTo>
                <a:lnTo>
                  <a:pt x="1028700" y="466725"/>
                </a:lnTo>
                <a:lnTo>
                  <a:pt x="1028700" y="476250"/>
                </a:lnTo>
                <a:lnTo>
                  <a:pt x="1019175" y="476250"/>
                </a:lnTo>
                <a:close/>
                <a:moveTo>
                  <a:pt x="1152525" y="466725"/>
                </a:moveTo>
                <a:lnTo>
                  <a:pt x="1171575" y="466725"/>
                </a:lnTo>
                <a:lnTo>
                  <a:pt x="1171575" y="476250"/>
                </a:lnTo>
                <a:lnTo>
                  <a:pt x="1152525" y="476250"/>
                </a:lnTo>
                <a:close/>
                <a:moveTo>
                  <a:pt x="1238250" y="466725"/>
                </a:moveTo>
                <a:lnTo>
                  <a:pt x="1257300" y="466725"/>
                </a:lnTo>
                <a:lnTo>
                  <a:pt x="1257300" y="476250"/>
                </a:lnTo>
                <a:lnTo>
                  <a:pt x="1285875" y="476250"/>
                </a:lnTo>
                <a:lnTo>
                  <a:pt x="1285875" y="466725"/>
                </a:lnTo>
                <a:lnTo>
                  <a:pt x="1295400" y="466725"/>
                </a:lnTo>
                <a:lnTo>
                  <a:pt x="1295400" y="476250"/>
                </a:lnTo>
                <a:lnTo>
                  <a:pt x="1304925" y="476250"/>
                </a:lnTo>
                <a:lnTo>
                  <a:pt x="1304925" y="485775"/>
                </a:lnTo>
                <a:lnTo>
                  <a:pt x="1314450" y="485775"/>
                </a:lnTo>
                <a:lnTo>
                  <a:pt x="1314450" y="476250"/>
                </a:lnTo>
                <a:lnTo>
                  <a:pt x="1323975" y="476250"/>
                </a:lnTo>
                <a:lnTo>
                  <a:pt x="1323975" y="485775"/>
                </a:lnTo>
                <a:lnTo>
                  <a:pt x="1333500" y="485775"/>
                </a:lnTo>
                <a:lnTo>
                  <a:pt x="1333500" y="476250"/>
                </a:lnTo>
                <a:lnTo>
                  <a:pt x="1343025" y="476250"/>
                </a:lnTo>
                <a:lnTo>
                  <a:pt x="1343025" y="466725"/>
                </a:lnTo>
                <a:lnTo>
                  <a:pt x="1352550" y="466725"/>
                </a:lnTo>
                <a:lnTo>
                  <a:pt x="1352550" y="476250"/>
                </a:lnTo>
                <a:lnTo>
                  <a:pt x="1362075" y="476250"/>
                </a:lnTo>
                <a:lnTo>
                  <a:pt x="1362075" y="485775"/>
                </a:lnTo>
                <a:lnTo>
                  <a:pt x="1371600" y="485775"/>
                </a:lnTo>
                <a:lnTo>
                  <a:pt x="1371600" y="495300"/>
                </a:lnTo>
                <a:lnTo>
                  <a:pt x="1352550" y="495300"/>
                </a:lnTo>
                <a:lnTo>
                  <a:pt x="1352550" y="514350"/>
                </a:lnTo>
                <a:lnTo>
                  <a:pt x="1333500" y="514350"/>
                </a:lnTo>
                <a:lnTo>
                  <a:pt x="1333500" y="504825"/>
                </a:lnTo>
                <a:lnTo>
                  <a:pt x="1276350" y="504825"/>
                </a:lnTo>
                <a:lnTo>
                  <a:pt x="1276350" y="495300"/>
                </a:lnTo>
                <a:lnTo>
                  <a:pt x="1285875" y="495300"/>
                </a:lnTo>
                <a:lnTo>
                  <a:pt x="1285875" y="485775"/>
                </a:lnTo>
                <a:lnTo>
                  <a:pt x="1266825" y="485775"/>
                </a:lnTo>
                <a:lnTo>
                  <a:pt x="1266825" y="514350"/>
                </a:lnTo>
                <a:lnTo>
                  <a:pt x="1238250" y="514350"/>
                </a:lnTo>
                <a:lnTo>
                  <a:pt x="1238250" y="495300"/>
                </a:lnTo>
                <a:lnTo>
                  <a:pt x="1247775" y="495300"/>
                </a:lnTo>
                <a:lnTo>
                  <a:pt x="1247775" y="485775"/>
                </a:lnTo>
                <a:lnTo>
                  <a:pt x="1238250" y="485775"/>
                </a:lnTo>
                <a:close/>
                <a:moveTo>
                  <a:pt x="1419225" y="466725"/>
                </a:moveTo>
                <a:lnTo>
                  <a:pt x="1438275" y="466725"/>
                </a:lnTo>
                <a:lnTo>
                  <a:pt x="1438275" y="476250"/>
                </a:lnTo>
                <a:lnTo>
                  <a:pt x="1419225" y="476250"/>
                </a:lnTo>
                <a:close/>
                <a:moveTo>
                  <a:pt x="19050" y="476250"/>
                </a:moveTo>
                <a:lnTo>
                  <a:pt x="38100" y="476250"/>
                </a:lnTo>
                <a:lnTo>
                  <a:pt x="38100" y="514350"/>
                </a:lnTo>
                <a:lnTo>
                  <a:pt x="28575" y="514350"/>
                </a:lnTo>
                <a:lnTo>
                  <a:pt x="28575" y="495300"/>
                </a:lnTo>
                <a:lnTo>
                  <a:pt x="19050" y="495300"/>
                </a:lnTo>
                <a:close/>
                <a:moveTo>
                  <a:pt x="390525" y="476250"/>
                </a:moveTo>
                <a:lnTo>
                  <a:pt x="400050" y="476250"/>
                </a:lnTo>
                <a:lnTo>
                  <a:pt x="400050" y="485775"/>
                </a:lnTo>
                <a:lnTo>
                  <a:pt x="390525" y="485775"/>
                </a:lnTo>
                <a:close/>
                <a:moveTo>
                  <a:pt x="1028700" y="476250"/>
                </a:moveTo>
                <a:lnTo>
                  <a:pt x="1038225" y="476250"/>
                </a:lnTo>
                <a:lnTo>
                  <a:pt x="1038225" y="485775"/>
                </a:lnTo>
                <a:lnTo>
                  <a:pt x="1028700" y="485775"/>
                </a:lnTo>
                <a:close/>
                <a:moveTo>
                  <a:pt x="1171575" y="476250"/>
                </a:moveTo>
                <a:lnTo>
                  <a:pt x="1181100" y="476250"/>
                </a:lnTo>
                <a:lnTo>
                  <a:pt x="1181100" y="485775"/>
                </a:lnTo>
                <a:lnTo>
                  <a:pt x="1171575" y="485775"/>
                </a:lnTo>
                <a:close/>
                <a:moveTo>
                  <a:pt x="95250" y="485775"/>
                </a:moveTo>
                <a:lnTo>
                  <a:pt x="104775" y="485775"/>
                </a:lnTo>
                <a:lnTo>
                  <a:pt x="104775" y="495300"/>
                </a:lnTo>
                <a:lnTo>
                  <a:pt x="95250" y="495300"/>
                </a:lnTo>
                <a:close/>
                <a:moveTo>
                  <a:pt x="419100" y="485775"/>
                </a:moveTo>
                <a:lnTo>
                  <a:pt x="438150" y="485775"/>
                </a:lnTo>
                <a:lnTo>
                  <a:pt x="438150" y="504825"/>
                </a:lnTo>
                <a:lnTo>
                  <a:pt x="447675" y="504825"/>
                </a:lnTo>
                <a:lnTo>
                  <a:pt x="447675" y="523875"/>
                </a:lnTo>
                <a:lnTo>
                  <a:pt x="457200" y="523875"/>
                </a:lnTo>
                <a:lnTo>
                  <a:pt x="457200" y="533400"/>
                </a:lnTo>
                <a:lnTo>
                  <a:pt x="438150" y="533400"/>
                </a:lnTo>
                <a:lnTo>
                  <a:pt x="438150" y="514350"/>
                </a:lnTo>
                <a:lnTo>
                  <a:pt x="419100" y="514350"/>
                </a:lnTo>
                <a:close/>
                <a:moveTo>
                  <a:pt x="1190625" y="485775"/>
                </a:moveTo>
                <a:lnTo>
                  <a:pt x="1200150" y="485775"/>
                </a:lnTo>
                <a:lnTo>
                  <a:pt x="1200150" y="495300"/>
                </a:lnTo>
                <a:lnTo>
                  <a:pt x="1190625" y="495300"/>
                </a:lnTo>
                <a:close/>
                <a:moveTo>
                  <a:pt x="47625" y="495300"/>
                </a:moveTo>
                <a:lnTo>
                  <a:pt x="57150" y="495300"/>
                </a:lnTo>
                <a:lnTo>
                  <a:pt x="57150" y="504825"/>
                </a:lnTo>
                <a:lnTo>
                  <a:pt x="47625" y="504825"/>
                </a:lnTo>
                <a:close/>
                <a:moveTo>
                  <a:pt x="1200150" y="495300"/>
                </a:moveTo>
                <a:lnTo>
                  <a:pt x="1209675" y="495300"/>
                </a:lnTo>
                <a:lnTo>
                  <a:pt x="1209675" y="504825"/>
                </a:lnTo>
                <a:lnTo>
                  <a:pt x="1200150" y="504825"/>
                </a:lnTo>
                <a:close/>
                <a:moveTo>
                  <a:pt x="1381125" y="495300"/>
                </a:moveTo>
                <a:lnTo>
                  <a:pt x="1390650" y="495300"/>
                </a:lnTo>
                <a:lnTo>
                  <a:pt x="1390650" y="504825"/>
                </a:lnTo>
                <a:lnTo>
                  <a:pt x="1381125" y="504825"/>
                </a:lnTo>
                <a:close/>
                <a:moveTo>
                  <a:pt x="0" y="504825"/>
                </a:moveTo>
                <a:lnTo>
                  <a:pt x="19050" y="504825"/>
                </a:lnTo>
                <a:lnTo>
                  <a:pt x="19050" y="514350"/>
                </a:lnTo>
                <a:lnTo>
                  <a:pt x="0" y="514350"/>
                </a:lnTo>
                <a:close/>
                <a:moveTo>
                  <a:pt x="76200" y="504825"/>
                </a:moveTo>
                <a:lnTo>
                  <a:pt x="85725" y="504825"/>
                </a:lnTo>
                <a:lnTo>
                  <a:pt x="85725" y="514350"/>
                </a:lnTo>
                <a:lnTo>
                  <a:pt x="76200" y="514350"/>
                </a:lnTo>
                <a:close/>
                <a:moveTo>
                  <a:pt x="819150" y="504825"/>
                </a:moveTo>
                <a:lnTo>
                  <a:pt x="828675" y="504825"/>
                </a:lnTo>
                <a:lnTo>
                  <a:pt x="828675" y="514350"/>
                </a:lnTo>
                <a:lnTo>
                  <a:pt x="838200" y="514350"/>
                </a:lnTo>
                <a:lnTo>
                  <a:pt x="838200" y="523875"/>
                </a:lnTo>
                <a:lnTo>
                  <a:pt x="819150" y="523875"/>
                </a:lnTo>
                <a:close/>
                <a:moveTo>
                  <a:pt x="1038225" y="504825"/>
                </a:moveTo>
                <a:lnTo>
                  <a:pt x="1047750" y="504825"/>
                </a:lnTo>
                <a:lnTo>
                  <a:pt x="1047750" y="514350"/>
                </a:lnTo>
                <a:lnTo>
                  <a:pt x="1038225" y="514350"/>
                </a:lnTo>
                <a:close/>
                <a:moveTo>
                  <a:pt x="1362075" y="504825"/>
                </a:moveTo>
                <a:lnTo>
                  <a:pt x="1371600" y="504825"/>
                </a:lnTo>
                <a:lnTo>
                  <a:pt x="1371600" y="514350"/>
                </a:lnTo>
                <a:lnTo>
                  <a:pt x="1362075" y="514350"/>
                </a:lnTo>
                <a:close/>
                <a:moveTo>
                  <a:pt x="1028700" y="514350"/>
                </a:moveTo>
                <a:lnTo>
                  <a:pt x="1038225" y="514350"/>
                </a:lnTo>
                <a:lnTo>
                  <a:pt x="1038225" y="533400"/>
                </a:lnTo>
                <a:lnTo>
                  <a:pt x="1028700" y="533400"/>
                </a:lnTo>
                <a:lnTo>
                  <a:pt x="1028700" y="542925"/>
                </a:lnTo>
                <a:lnTo>
                  <a:pt x="1019175" y="542925"/>
                </a:lnTo>
                <a:lnTo>
                  <a:pt x="1019175" y="552450"/>
                </a:lnTo>
                <a:lnTo>
                  <a:pt x="1009650" y="552450"/>
                </a:lnTo>
                <a:lnTo>
                  <a:pt x="1009650" y="542925"/>
                </a:lnTo>
                <a:lnTo>
                  <a:pt x="1000125" y="542925"/>
                </a:lnTo>
                <a:lnTo>
                  <a:pt x="1000125" y="523875"/>
                </a:lnTo>
                <a:lnTo>
                  <a:pt x="1009650" y="523875"/>
                </a:lnTo>
                <a:lnTo>
                  <a:pt x="1009650" y="533400"/>
                </a:lnTo>
                <a:lnTo>
                  <a:pt x="1019175" y="533400"/>
                </a:lnTo>
                <a:lnTo>
                  <a:pt x="1019175" y="523875"/>
                </a:lnTo>
                <a:lnTo>
                  <a:pt x="1028700" y="523875"/>
                </a:lnTo>
                <a:close/>
                <a:moveTo>
                  <a:pt x="1285875" y="514350"/>
                </a:moveTo>
                <a:lnTo>
                  <a:pt x="1295400" y="514350"/>
                </a:lnTo>
                <a:lnTo>
                  <a:pt x="1295400" y="523875"/>
                </a:lnTo>
                <a:lnTo>
                  <a:pt x="1285875" y="523875"/>
                </a:lnTo>
                <a:close/>
                <a:moveTo>
                  <a:pt x="800100" y="523875"/>
                </a:moveTo>
                <a:lnTo>
                  <a:pt x="809625" y="523875"/>
                </a:lnTo>
                <a:lnTo>
                  <a:pt x="809625" y="533400"/>
                </a:lnTo>
                <a:lnTo>
                  <a:pt x="800100" y="533400"/>
                </a:lnTo>
                <a:close/>
                <a:moveTo>
                  <a:pt x="790575" y="533400"/>
                </a:moveTo>
                <a:lnTo>
                  <a:pt x="800100" y="533400"/>
                </a:lnTo>
                <a:lnTo>
                  <a:pt x="800100" y="542925"/>
                </a:lnTo>
                <a:lnTo>
                  <a:pt x="790575" y="542925"/>
                </a:lnTo>
                <a:close/>
                <a:moveTo>
                  <a:pt x="809625" y="533400"/>
                </a:moveTo>
                <a:lnTo>
                  <a:pt x="819150" y="533400"/>
                </a:lnTo>
                <a:lnTo>
                  <a:pt x="819150" y="542925"/>
                </a:lnTo>
                <a:lnTo>
                  <a:pt x="809625" y="542925"/>
                </a:lnTo>
                <a:close/>
                <a:moveTo>
                  <a:pt x="838200" y="542925"/>
                </a:moveTo>
                <a:lnTo>
                  <a:pt x="847725" y="542925"/>
                </a:lnTo>
                <a:lnTo>
                  <a:pt x="847725" y="552450"/>
                </a:lnTo>
                <a:lnTo>
                  <a:pt x="838200" y="552450"/>
                </a:lnTo>
                <a:close/>
                <a:moveTo>
                  <a:pt x="1028700" y="542925"/>
                </a:moveTo>
                <a:lnTo>
                  <a:pt x="1047750" y="542925"/>
                </a:lnTo>
                <a:lnTo>
                  <a:pt x="1047750" y="552450"/>
                </a:lnTo>
                <a:lnTo>
                  <a:pt x="1038225" y="552450"/>
                </a:lnTo>
                <a:lnTo>
                  <a:pt x="1038225" y="561975"/>
                </a:lnTo>
                <a:lnTo>
                  <a:pt x="1028700" y="561975"/>
                </a:lnTo>
                <a:close/>
                <a:moveTo>
                  <a:pt x="209550" y="552450"/>
                </a:moveTo>
                <a:lnTo>
                  <a:pt x="247650" y="552450"/>
                </a:lnTo>
                <a:lnTo>
                  <a:pt x="247650" y="571500"/>
                </a:lnTo>
                <a:lnTo>
                  <a:pt x="238125" y="571500"/>
                </a:lnTo>
                <a:lnTo>
                  <a:pt x="238125" y="581025"/>
                </a:lnTo>
                <a:lnTo>
                  <a:pt x="219075" y="581025"/>
                </a:lnTo>
                <a:lnTo>
                  <a:pt x="219075" y="571500"/>
                </a:lnTo>
                <a:lnTo>
                  <a:pt x="190500" y="571500"/>
                </a:lnTo>
                <a:lnTo>
                  <a:pt x="190500" y="561975"/>
                </a:lnTo>
                <a:lnTo>
                  <a:pt x="209550" y="561975"/>
                </a:lnTo>
                <a:close/>
                <a:moveTo>
                  <a:pt x="571500" y="552450"/>
                </a:moveTo>
                <a:lnTo>
                  <a:pt x="581025" y="552450"/>
                </a:lnTo>
                <a:lnTo>
                  <a:pt x="581025" y="571500"/>
                </a:lnTo>
                <a:lnTo>
                  <a:pt x="571500" y="571500"/>
                </a:lnTo>
                <a:lnTo>
                  <a:pt x="571500" y="581025"/>
                </a:lnTo>
                <a:lnTo>
                  <a:pt x="552450" y="581025"/>
                </a:lnTo>
                <a:lnTo>
                  <a:pt x="552450" y="561975"/>
                </a:lnTo>
                <a:lnTo>
                  <a:pt x="571500" y="561975"/>
                </a:lnTo>
                <a:close/>
                <a:moveTo>
                  <a:pt x="857250" y="552450"/>
                </a:moveTo>
                <a:lnTo>
                  <a:pt x="866775" y="552450"/>
                </a:lnTo>
                <a:lnTo>
                  <a:pt x="866775" y="561975"/>
                </a:lnTo>
                <a:lnTo>
                  <a:pt x="857250" y="561975"/>
                </a:lnTo>
                <a:close/>
                <a:moveTo>
                  <a:pt x="1076325" y="552450"/>
                </a:moveTo>
                <a:lnTo>
                  <a:pt x="1085850" y="552450"/>
                </a:lnTo>
                <a:lnTo>
                  <a:pt x="1085850" y="561975"/>
                </a:lnTo>
                <a:lnTo>
                  <a:pt x="1076325" y="561975"/>
                </a:lnTo>
                <a:close/>
                <a:moveTo>
                  <a:pt x="285750" y="561975"/>
                </a:moveTo>
                <a:lnTo>
                  <a:pt x="295275" y="561975"/>
                </a:lnTo>
                <a:lnTo>
                  <a:pt x="295275" y="571500"/>
                </a:lnTo>
                <a:lnTo>
                  <a:pt x="285750" y="571500"/>
                </a:lnTo>
                <a:close/>
                <a:moveTo>
                  <a:pt x="342900" y="561975"/>
                </a:moveTo>
                <a:lnTo>
                  <a:pt x="352425" y="561975"/>
                </a:lnTo>
                <a:lnTo>
                  <a:pt x="352425" y="571500"/>
                </a:lnTo>
                <a:lnTo>
                  <a:pt x="342900" y="571500"/>
                </a:lnTo>
                <a:close/>
                <a:moveTo>
                  <a:pt x="352425" y="571500"/>
                </a:moveTo>
                <a:lnTo>
                  <a:pt x="361950" y="571500"/>
                </a:lnTo>
                <a:lnTo>
                  <a:pt x="361950" y="581025"/>
                </a:lnTo>
                <a:lnTo>
                  <a:pt x="352425" y="581025"/>
                </a:lnTo>
                <a:close/>
                <a:moveTo>
                  <a:pt x="733425" y="571500"/>
                </a:moveTo>
                <a:lnTo>
                  <a:pt x="742950" y="571500"/>
                </a:lnTo>
                <a:lnTo>
                  <a:pt x="742950" y="581025"/>
                </a:lnTo>
                <a:lnTo>
                  <a:pt x="733425" y="581025"/>
                </a:lnTo>
                <a:close/>
                <a:moveTo>
                  <a:pt x="1019175" y="571500"/>
                </a:moveTo>
                <a:lnTo>
                  <a:pt x="1028700" y="571500"/>
                </a:lnTo>
                <a:lnTo>
                  <a:pt x="1028700" y="600075"/>
                </a:lnTo>
                <a:lnTo>
                  <a:pt x="1019175" y="600075"/>
                </a:lnTo>
                <a:close/>
                <a:moveTo>
                  <a:pt x="723900" y="581025"/>
                </a:moveTo>
                <a:lnTo>
                  <a:pt x="733425" y="581025"/>
                </a:lnTo>
                <a:lnTo>
                  <a:pt x="733425" y="590550"/>
                </a:lnTo>
                <a:lnTo>
                  <a:pt x="723900" y="590550"/>
                </a:lnTo>
                <a:close/>
                <a:moveTo>
                  <a:pt x="1571625" y="590550"/>
                </a:moveTo>
                <a:lnTo>
                  <a:pt x="1600200" y="590550"/>
                </a:lnTo>
                <a:lnTo>
                  <a:pt x="1600200" y="600075"/>
                </a:lnTo>
                <a:lnTo>
                  <a:pt x="1609725" y="600075"/>
                </a:lnTo>
                <a:lnTo>
                  <a:pt x="1609725" y="609600"/>
                </a:lnTo>
                <a:lnTo>
                  <a:pt x="1590675" y="609600"/>
                </a:lnTo>
                <a:lnTo>
                  <a:pt x="1590675" y="600075"/>
                </a:lnTo>
                <a:lnTo>
                  <a:pt x="1571625" y="600075"/>
                </a:lnTo>
                <a:close/>
                <a:moveTo>
                  <a:pt x="762000" y="600075"/>
                </a:moveTo>
                <a:lnTo>
                  <a:pt x="781050" y="600075"/>
                </a:lnTo>
                <a:lnTo>
                  <a:pt x="781050" y="609600"/>
                </a:lnTo>
                <a:lnTo>
                  <a:pt x="762000" y="609600"/>
                </a:lnTo>
                <a:close/>
                <a:moveTo>
                  <a:pt x="561975" y="609600"/>
                </a:moveTo>
                <a:lnTo>
                  <a:pt x="571500" y="609600"/>
                </a:lnTo>
                <a:lnTo>
                  <a:pt x="571500" y="619125"/>
                </a:lnTo>
                <a:lnTo>
                  <a:pt x="561975" y="619125"/>
                </a:lnTo>
                <a:close/>
                <a:moveTo>
                  <a:pt x="752475" y="609600"/>
                </a:moveTo>
                <a:lnTo>
                  <a:pt x="762000" y="609600"/>
                </a:lnTo>
                <a:lnTo>
                  <a:pt x="762000" y="619125"/>
                </a:lnTo>
                <a:lnTo>
                  <a:pt x="752475" y="619125"/>
                </a:lnTo>
                <a:close/>
                <a:moveTo>
                  <a:pt x="1009650" y="609600"/>
                </a:moveTo>
                <a:lnTo>
                  <a:pt x="1019175" y="609600"/>
                </a:lnTo>
                <a:lnTo>
                  <a:pt x="1019175" y="619125"/>
                </a:lnTo>
                <a:lnTo>
                  <a:pt x="1009650" y="619125"/>
                </a:lnTo>
                <a:close/>
                <a:moveTo>
                  <a:pt x="609600" y="619125"/>
                </a:moveTo>
                <a:lnTo>
                  <a:pt x="619125" y="619125"/>
                </a:lnTo>
                <a:lnTo>
                  <a:pt x="619125" y="628650"/>
                </a:lnTo>
                <a:lnTo>
                  <a:pt x="609600" y="628650"/>
                </a:lnTo>
                <a:close/>
                <a:moveTo>
                  <a:pt x="590550" y="628650"/>
                </a:moveTo>
                <a:lnTo>
                  <a:pt x="600075" y="628650"/>
                </a:lnTo>
                <a:lnTo>
                  <a:pt x="600075" y="638175"/>
                </a:lnTo>
                <a:lnTo>
                  <a:pt x="590550" y="638175"/>
                </a:lnTo>
                <a:close/>
                <a:moveTo>
                  <a:pt x="19050" y="638175"/>
                </a:moveTo>
                <a:lnTo>
                  <a:pt x="38100" y="638175"/>
                </a:lnTo>
                <a:lnTo>
                  <a:pt x="38100" y="647700"/>
                </a:lnTo>
                <a:lnTo>
                  <a:pt x="28575" y="647700"/>
                </a:lnTo>
                <a:lnTo>
                  <a:pt x="28575" y="657225"/>
                </a:lnTo>
                <a:lnTo>
                  <a:pt x="0" y="657225"/>
                </a:lnTo>
                <a:lnTo>
                  <a:pt x="0" y="647700"/>
                </a:lnTo>
                <a:lnTo>
                  <a:pt x="19050" y="647700"/>
                </a:lnTo>
                <a:close/>
                <a:moveTo>
                  <a:pt x="590550" y="647700"/>
                </a:moveTo>
                <a:lnTo>
                  <a:pt x="600075" y="647700"/>
                </a:lnTo>
                <a:lnTo>
                  <a:pt x="600075" y="666750"/>
                </a:lnTo>
                <a:lnTo>
                  <a:pt x="590550" y="666750"/>
                </a:lnTo>
                <a:close/>
                <a:moveTo>
                  <a:pt x="57150" y="695325"/>
                </a:moveTo>
                <a:lnTo>
                  <a:pt x="66675" y="695325"/>
                </a:lnTo>
                <a:lnTo>
                  <a:pt x="66675" y="704850"/>
                </a:lnTo>
                <a:lnTo>
                  <a:pt x="57150" y="704850"/>
                </a:lnTo>
                <a:close/>
                <a:moveTo>
                  <a:pt x="495300" y="704850"/>
                </a:moveTo>
                <a:lnTo>
                  <a:pt x="514350" y="704850"/>
                </a:lnTo>
                <a:lnTo>
                  <a:pt x="514350" y="714375"/>
                </a:lnTo>
                <a:lnTo>
                  <a:pt x="504825" y="714375"/>
                </a:lnTo>
                <a:lnTo>
                  <a:pt x="504825" y="723900"/>
                </a:lnTo>
                <a:lnTo>
                  <a:pt x="466725" y="723900"/>
                </a:lnTo>
                <a:lnTo>
                  <a:pt x="466725" y="714375"/>
                </a:lnTo>
                <a:lnTo>
                  <a:pt x="495300" y="714375"/>
                </a:lnTo>
                <a:close/>
                <a:moveTo>
                  <a:pt x="438150" y="714375"/>
                </a:moveTo>
                <a:lnTo>
                  <a:pt x="457200" y="714375"/>
                </a:lnTo>
                <a:lnTo>
                  <a:pt x="457200" y="723900"/>
                </a:lnTo>
                <a:lnTo>
                  <a:pt x="438150" y="723900"/>
                </a:lnTo>
                <a:close/>
                <a:moveTo>
                  <a:pt x="514350" y="714375"/>
                </a:moveTo>
                <a:lnTo>
                  <a:pt x="523875" y="714375"/>
                </a:lnTo>
                <a:lnTo>
                  <a:pt x="523875" y="723900"/>
                </a:lnTo>
                <a:lnTo>
                  <a:pt x="514350" y="723900"/>
                </a:lnTo>
                <a:close/>
                <a:moveTo>
                  <a:pt x="1000125" y="714375"/>
                </a:moveTo>
                <a:lnTo>
                  <a:pt x="1038225" y="714375"/>
                </a:lnTo>
                <a:lnTo>
                  <a:pt x="1038225" y="723900"/>
                </a:lnTo>
                <a:lnTo>
                  <a:pt x="1000125" y="723900"/>
                </a:lnTo>
                <a:close/>
                <a:moveTo>
                  <a:pt x="1047750" y="714375"/>
                </a:moveTo>
                <a:lnTo>
                  <a:pt x="1057275" y="714375"/>
                </a:lnTo>
                <a:lnTo>
                  <a:pt x="1057275" y="723900"/>
                </a:lnTo>
                <a:lnTo>
                  <a:pt x="1047750" y="723900"/>
                </a:lnTo>
                <a:close/>
                <a:moveTo>
                  <a:pt x="552450" y="723900"/>
                </a:moveTo>
                <a:lnTo>
                  <a:pt x="561975" y="723900"/>
                </a:lnTo>
                <a:lnTo>
                  <a:pt x="561975" y="733425"/>
                </a:lnTo>
                <a:lnTo>
                  <a:pt x="552450" y="733425"/>
                </a:lnTo>
                <a:close/>
                <a:moveTo>
                  <a:pt x="1057275" y="723900"/>
                </a:moveTo>
                <a:lnTo>
                  <a:pt x="1076325" y="723900"/>
                </a:lnTo>
                <a:lnTo>
                  <a:pt x="1076325" y="733425"/>
                </a:lnTo>
                <a:lnTo>
                  <a:pt x="1057275" y="733425"/>
                </a:lnTo>
                <a:close/>
                <a:moveTo>
                  <a:pt x="1085850" y="723900"/>
                </a:moveTo>
                <a:lnTo>
                  <a:pt x="1095375" y="723900"/>
                </a:lnTo>
                <a:lnTo>
                  <a:pt x="1095375" y="752475"/>
                </a:lnTo>
                <a:lnTo>
                  <a:pt x="1085850" y="752475"/>
                </a:lnTo>
                <a:lnTo>
                  <a:pt x="1085850" y="742950"/>
                </a:lnTo>
                <a:lnTo>
                  <a:pt x="1076325" y="742950"/>
                </a:lnTo>
                <a:lnTo>
                  <a:pt x="1076325" y="733425"/>
                </a:lnTo>
                <a:lnTo>
                  <a:pt x="1085850" y="733425"/>
                </a:lnTo>
                <a:close/>
                <a:moveTo>
                  <a:pt x="219075" y="733425"/>
                </a:moveTo>
                <a:lnTo>
                  <a:pt x="228600" y="733425"/>
                </a:lnTo>
                <a:lnTo>
                  <a:pt x="228600" y="742950"/>
                </a:lnTo>
                <a:lnTo>
                  <a:pt x="219075" y="742950"/>
                </a:lnTo>
                <a:close/>
                <a:moveTo>
                  <a:pt x="542925" y="733425"/>
                </a:moveTo>
                <a:lnTo>
                  <a:pt x="552450" y="733425"/>
                </a:lnTo>
                <a:lnTo>
                  <a:pt x="552450" y="742950"/>
                </a:lnTo>
                <a:lnTo>
                  <a:pt x="542925" y="742950"/>
                </a:lnTo>
                <a:close/>
                <a:moveTo>
                  <a:pt x="533400" y="742950"/>
                </a:moveTo>
                <a:lnTo>
                  <a:pt x="542925" y="742950"/>
                </a:lnTo>
                <a:lnTo>
                  <a:pt x="542925" y="771525"/>
                </a:lnTo>
                <a:lnTo>
                  <a:pt x="533400" y="771525"/>
                </a:lnTo>
                <a:close/>
                <a:moveTo>
                  <a:pt x="1485900" y="762000"/>
                </a:moveTo>
                <a:lnTo>
                  <a:pt x="1514475" y="762000"/>
                </a:lnTo>
                <a:lnTo>
                  <a:pt x="1514475" y="771525"/>
                </a:lnTo>
                <a:lnTo>
                  <a:pt x="1485900" y="771525"/>
                </a:lnTo>
                <a:close/>
                <a:moveTo>
                  <a:pt x="542925" y="771525"/>
                </a:moveTo>
                <a:lnTo>
                  <a:pt x="561975" y="771525"/>
                </a:lnTo>
                <a:lnTo>
                  <a:pt x="561975" y="781050"/>
                </a:lnTo>
                <a:lnTo>
                  <a:pt x="542925" y="781050"/>
                </a:lnTo>
                <a:close/>
                <a:moveTo>
                  <a:pt x="466725" y="781050"/>
                </a:moveTo>
                <a:lnTo>
                  <a:pt x="476250" y="781050"/>
                </a:lnTo>
                <a:lnTo>
                  <a:pt x="476250" y="790575"/>
                </a:lnTo>
                <a:lnTo>
                  <a:pt x="466725" y="790575"/>
                </a:lnTo>
                <a:close/>
                <a:moveTo>
                  <a:pt x="485775" y="790575"/>
                </a:moveTo>
                <a:lnTo>
                  <a:pt x="495300" y="790575"/>
                </a:lnTo>
                <a:lnTo>
                  <a:pt x="495300" y="800100"/>
                </a:lnTo>
                <a:lnTo>
                  <a:pt x="485775" y="800100"/>
                </a:lnTo>
                <a:close/>
                <a:moveTo>
                  <a:pt x="1514475" y="790575"/>
                </a:moveTo>
                <a:lnTo>
                  <a:pt x="1552575" y="790575"/>
                </a:lnTo>
                <a:lnTo>
                  <a:pt x="1552575" y="800100"/>
                </a:lnTo>
                <a:lnTo>
                  <a:pt x="1543050" y="800100"/>
                </a:lnTo>
                <a:lnTo>
                  <a:pt x="1543050" y="809625"/>
                </a:lnTo>
                <a:lnTo>
                  <a:pt x="1533525" y="809625"/>
                </a:lnTo>
                <a:lnTo>
                  <a:pt x="1533525" y="819150"/>
                </a:lnTo>
                <a:lnTo>
                  <a:pt x="1524000" y="819150"/>
                </a:lnTo>
                <a:lnTo>
                  <a:pt x="1524000" y="809625"/>
                </a:lnTo>
                <a:lnTo>
                  <a:pt x="1514475" y="809625"/>
                </a:lnTo>
                <a:close/>
                <a:moveTo>
                  <a:pt x="676275" y="800100"/>
                </a:moveTo>
                <a:lnTo>
                  <a:pt x="685800" y="800100"/>
                </a:lnTo>
                <a:lnTo>
                  <a:pt x="685800" y="809625"/>
                </a:lnTo>
                <a:lnTo>
                  <a:pt x="676275" y="809625"/>
                </a:lnTo>
                <a:close/>
                <a:moveTo>
                  <a:pt x="1276350" y="800100"/>
                </a:moveTo>
                <a:lnTo>
                  <a:pt x="1285875" y="800100"/>
                </a:lnTo>
                <a:lnTo>
                  <a:pt x="1285875" y="809625"/>
                </a:lnTo>
                <a:lnTo>
                  <a:pt x="1276350" y="809625"/>
                </a:lnTo>
                <a:close/>
                <a:moveTo>
                  <a:pt x="1485900" y="800100"/>
                </a:moveTo>
                <a:lnTo>
                  <a:pt x="1495425" y="800100"/>
                </a:lnTo>
                <a:lnTo>
                  <a:pt x="1495425" y="809625"/>
                </a:lnTo>
                <a:lnTo>
                  <a:pt x="1485900" y="809625"/>
                </a:lnTo>
                <a:close/>
                <a:moveTo>
                  <a:pt x="295275" y="809625"/>
                </a:moveTo>
                <a:lnTo>
                  <a:pt x="304800" y="809625"/>
                </a:lnTo>
                <a:lnTo>
                  <a:pt x="304800" y="819150"/>
                </a:lnTo>
                <a:lnTo>
                  <a:pt x="295275" y="819150"/>
                </a:lnTo>
                <a:close/>
                <a:moveTo>
                  <a:pt x="581025" y="809625"/>
                </a:moveTo>
                <a:lnTo>
                  <a:pt x="600075" y="809625"/>
                </a:lnTo>
                <a:lnTo>
                  <a:pt x="600075" y="819150"/>
                </a:lnTo>
                <a:lnTo>
                  <a:pt x="581025" y="819150"/>
                </a:lnTo>
                <a:close/>
                <a:moveTo>
                  <a:pt x="666750" y="809625"/>
                </a:moveTo>
                <a:lnTo>
                  <a:pt x="676275" y="809625"/>
                </a:lnTo>
                <a:lnTo>
                  <a:pt x="676275" y="819150"/>
                </a:lnTo>
                <a:lnTo>
                  <a:pt x="666750" y="819150"/>
                </a:lnTo>
                <a:close/>
                <a:moveTo>
                  <a:pt x="933450" y="809625"/>
                </a:moveTo>
                <a:lnTo>
                  <a:pt x="1000125" y="809625"/>
                </a:lnTo>
                <a:lnTo>
                  <a:pt x="1000125" y="819150"/>
                </a:lnTo>
                <a:lnTo>
                  <a:pt x="952500" y="819150"/>
                </a:lnTo>
                <a:lnTo>
                  <a:pt x="952500" y="838200"/>
                </a:lnTo>
                <a:lnTo>
                  <a:pt x="942975" y="838200"/>
                </a:lnTo>
                <a:lnTo>
                  <a:pt x="942975" y="828675"/>
                </a:lnTo>
                <a:lnTo>
                  <a:pt x="933450" y="828675"/>
                </a:lnTo>
                <a:close/>
                <a:moveTo>
                  <a:pt x="1590675" y="809625"/>
                </a:moveTo>
                <a:lnTo>
                  <a:pt x="1609725" y="809625"/>
                </a:lnTo>
                <a:lnTo>
                  <a:pt x="1609725" y="838200"/>
                </a:lnTo>
                <a:lnTo>
                  <a:pt x="1600200" y="838200"/>
                </a:lnTo>
                <a:lnTo>
                  <a:pt x="1600200" y="866775"/>
                </a:lnTo>
                <a:lnTo>
                  <a:pt x="1581150" y="866775"/>
                </a:lnTo>
                <a:lnTo>
                  <a:pt x="1581150" y="847725"/>
                </a:lnTo>
                <a:lnTo>
                  <a:pt x="1590675" y="847725"/>
                </a:lnTo>
                <a:close/>
                <a:moveTo>
                  <a:pt x="304800" y="819150"/>
                </a:moveTo>
                <a:lnTo>
                  <a:pt x="333375" y="819150"/>
                </a:lnTo>
                <a:lnTo>
                  <a:pt x="333375" y="828675"/>
                </a:lnTo>
                <a:lnTo>
                  <a:pt x="352425" y="828675"/>
                </a:lnTo>
                <a:lnTo>
                  <a:pt x="352425" y="885825"/>
                </a:lnTo>
                <a:lnTo>
                  <a:pt x="342900" y="885825"/>
                </a:lnTo>
                <a:lnTo>
                  <a:pt x="342900" y="838200"/>
                </a:lnTo>
                <a:lnTo>
                  <a:pt x="333375" y="838200"/>
                </a:lnTo>
                <a:lnTo>
                  <a:pt x="333375" y="847725"/>
                </a:lnTo>
                <a:lnTo>
                  <a:pt x="323850" y="847725"/>
                </a:lnTo>
                <a:lnTo>
                  <a:pt x="323850" y="838200"/>
                </a:lnTo>
                <a:lnTo>
                  <a:pt x="304800" y="838200"/>
                </a:lnTo>
                <a:close/>
                <a:moveTo>
                  <a:pt x="657225" y="819150"/>
                </a:moveTo>
                <a:lnTo>
                  <a:pt x="666750" y="819150"/>
                </a:lnTo>
                <a:lnTo>
                  <a:pt x="666750" y="838200"/>
                </a:lnTo>
                <a:lnTo>
                  <a:pt x="657225" y="838200"/>
                </a:lnTo>
                <a:close/>
                <a:moveTo>
                  <a:pt x="1304925" y="819150"/>
                </a:moveTo>
                <a:lnTo>
                  <a:pt x="1314450" y="819150"/>
                </a:lnTo>
                <a:lnTo>
                  <a:pt x="1314450" y="828675"/>
                </a:lnTo>
                <a:lnTo>
                  <a:pt x="1304925" y="828675"/>
                </a:lnTo>
                <a:close/>
                <a:moveTo>
                  <a:pt x="1552575" y="819150"/>
                </a:moveTo>
                <a:lnTo>
                  <a:pt x="1562100" y="819150"/>
                </a:lnTo>
                <a:lnTo>
                  <a:pt x="1562100" y="828675"/>
                </a:lnTo>
                <a:lnTo>
                  <a:pt x="1552575" y="828675"/>
                </a:lnTo>
                <a:close/>
                <a:moveTo>
                  <a:pt x="371475" y="828675"/>
                </a:moveTo>
                <a:lnTo>
                  <a:pt x="390525" y="828675"/>
                </a:lnTo>
                <a:lnTo>
                  <a:pt x="390525" y="847725"/>
                </a:lnTo>
                <a:lnTo>
                  <a:pt x="419100" y="847725"/>
                </a:lnTo>
                <a:lnTo>
                  <a:pt x="419100" y="857250"/>
                </a:lnTo>
                <a:lnTo>
                  <a:pt x="428625" y="857250"/>
                </a:lnTo>
                <a:lnTo>
                  <a:pt x="428625" y="885825"/>
                </a:lnTo>
                <a:lnTo>
                  <a:pt x="438150" y="885825"/>
                </a:lnTo>
                <a:lnTo>
                  <a:pt x="438150" y="895350"/>
                </a:lnTo>
                <a:lnTo>
                  <a:pt x="428625" y="895350"/>
                </a:lnTo>
                <a:lnTo>
                  <a:pt x="428625" y="904875"/>
                </a:lnTo>
                <a:lnTo>
                  <a:pt x="419100" y="904875"/>
                </a:lnTo>
                <a:lnTo>
                  <a:pt x="419100" y="885825"/>
                </a:lnTo>
                <a:lnTo>
                  <a:pt x="409575" y="885825"/>
                </a:lnTo>
                <a:lnTo>
                  <a:pt x="409575" y="904875"/>
                </a:lnTo>
                <a:lnTo>
                  <a:pt x="400050" y="904875"/>
                </a:lnTo>
                <a:lnTo>
                  <a:pt x="400050" y="914400"/>
                </a:lnTo>
                <a:lnTo>
                  <a:pt x="371475" y="914400"/>
                </a:lnTo>
                <a:lnTo>
                  <a:pt x="371475" y="895350"/>
                </a:lnTo>
                <a:lnTo>
                  <a:pt x="400050" y="895350"/>
                </a:lnTo>
                <a:lnTo>
                  <a:pt x="400050" y="866775"/>
                </a:lnTo>
                <a:lnTo>
                  <a:pt x="390525" y="866775"/>
                </a:lnTo>
                <a:lnTo>
                  <a:pt x="390525" y="857250"/>
                </a:lnTo>
                <a:lnTo>
                  <a:pt x="381000" y="857250"/>
                </a:lnTo>
                <a:lnTo>
                  <a:pt x="381000" y="847725"/>
                </a:lnTo>
                <a:lnTo>
                  <a:pt x="371475" y="847725"/>
                </a:lnTo>
                <a:close/>
                <a:moveTo>
                  <a:pt x="1323975" y="838200"/>
                </a:moveTo>
                <a:lnTo>
                  <a:pt x="1333500" y="838200"/>
                </a:lnTo>
                <a:lnTo>
                  <a:pt x="1333500" y="847725"/>
                </a:lnTo>
                <a:lnTo>
                  <a:pt x="1362075" y="847725"/>
                </a:lnTo>
                <a:lnTo>
                  <a:pt x="1362075" y="857250"/>
                </a:lnTo>
                <a:lnTo>
                  <a:pt x="1381125" y="857250"/>
                </a:lnTo>
                <a:lnTo>
                  <a:pt x="1381125" y="866775"/>
                </a:lnTo>
                <a:lnTo>
                  <a:pt x="1371600" y="866775"/>
                </a:lnTo>
                <a:lnTo>
                  <a:pt x="1371600" y="876300"/>
                </a:lnTo>
                <a:lnTo>
                  <a:pt x="1352550" y="876300"/>
                </a:lnTo>
                <a:lnTo>
                  <a:pt x="1352550" y="866775"/>
                </a:lnTo>
                <a:lnTo>
                  <a:pt x="1343025" y="866775"/>
                </a:lnTo>
                <a:lnTo>
                  <a:pt x="1343025" y="857250"/>
                </a:lnTo>
                <a:lnTo>
                  <a:pt x="1323975" y="857250"/>
                </a:lnTo>
                <a:close/>
                <a:moveTo>
                  <a:pt x="304800" y="847725"/>
                </a:moveTo>
                <a:lnTo>
                  <a:pt x="314325" y="847725"/>
                </a:lnTo>
                <a:lnTo>
                  <a:pt x="314325" y="866775"/>
                </a:lnTo>
                <a:lnTo>
                  <a:pt x="304800" y="866775"/>
                </a:lnTo>
                <a:close/>
                <a:moveTo>
                  <a:pt x="695325" y="847725"/>
                </a:moveTo>
                <a:lnTo>
                  <a:pt x="704850" y="847725"/>
                </a:lnTo>
                <a:lnTo>
                  <a:pt x="704850" y="857250"/>
                </a:lnTo>
                <a:lnTo>
                  <a:pt x="695325" y="857250"/>
                </a:lnTo>
                <a:close/>
                <a:moveTo>
                  <a:pt x="704850" y="857250"/>
                </a:moveTo>
                <a:lnTo>
                  <a:pt x="714375" y="857250"/>
                </a:lnTo>
                <a:lnTo>
                  <a:pt x="714375" y="866775"/>
                </a:lnTo>
                <a:lnTo>
                  <a:pt x="723900" y="866775"/>
                </a:lnTo>
                <a:lnTo>
                  <a:pt x="723900" y="895350"/>
                </a:lnTo>
                <a:lnTo>
                  <a:pt x="714375" y="895350"/>
                </a:lnTo>
                <a:lnTo>
                  <a:pt x="714375" y="885825"/>
                </a:lnTo>
                <a:lnTo>
                  <a:pt x="704850" y="885825"/>
                </a:lnTo>
                <a:close/>
                <a:moveTo>
                  <a:pt x="1562100" y="866775"/>
                </a:moveTo>
                <a:lnTo>
                  <a:pt x="1581150" y="866775"/>
                </a:lnTo>
                <a:lnTo>
                  <a:pt x="1581150" y="904875"/>
                </a:lnTo>
                <a:lnTo>
                  <a:pt x="1571625" y="904875"/>
                </a:lnTo>
                <a:lnTo>
                  <a:pt x="1571625" y="914400"/>
                </a:lnTo>
                <a:lnTo>
                  <a:pt x="1552575" y="914400"/>
                </a:lnTo>
                <a:lnTo>
                  <a:pt x="1552575" y="904875"/>
                </a:lnTo>
                <a:lnTo>
                  <a:pt x="1562100" y="904875"/>
                </a:lnTo>
                <a:lnTo>
                  <a:pt x="1562100" y="895350"/>
                </a:lnTo>
                <a:lnTo>
                  <a:pt x="1571625" y="895350"/>
                </a:lnTo>
                <a:lnTo>
                  <a:pt x="1571625" y="876300"/>
                </a:lnTo>
                <a:lnTo>
                  <a:pt x="1562100" y="876300"/>
                </a:lnTo>
                <a:close/>
                <a:moveTo>
                  <a:pt x="1133475" y="876300"/>
                </a:moveTo>
                <a:lnTo>
                  <a:pt x="1143000" y="876300"/>
                </a:lnTo>
                <a:lnTo>
                  <a:pt x="1143000" y="885825"/>
                </a:lnTo>
                <a:lnTo>
                  <a:pt x="1133475" y="885825"/>
                </a:lnTo>
                <a:close/>
                <a:moveTo>
                  <a:pt x="1314450" y="876300"/>
                </a:moveTo>
                <a:lnTo>
                  <a:pt x="1343025" y="876300"/>
                </a:lnTo>
                <a:lnTo>
                  <a:pt x="1343025" y="914400"/>
                </a:lnTo>
                <a:lnTo>
                  <a:pt x="1333500" y="914400"/>
                </a:lnTo>
                <a:lnTo>
                  <a:pt x="1333500" y="895350"/>
                </a:lnTo>
                <a:lnTo>
                  <a:pt x="1323975" y="895350"/>
                </a:lnTo>
                <a:lnTo>
                  <a:pt x="1323975" y="885825"/>
                </a:lnTo>
                <a:lnTo>
                  <a:pt x="1314450" y="885825"/>
                </a:lnTo>
                <a:close/>
                <a:moveTo>
                  <a:pt x="285750" y="885825"/>
                </a:moveTo>
                <a:lnTo>
                  <a:pt x="295275" y="885825"/>
                </a:lnTo>
                <a:lnTo>
                  <a:pt x="295275" y="895350"/>
                </a:lnTo>
                <a:lnTo>
                  <a:pt x="285750" y="895350"/>
                </a:lnTo>
                <a:close/>
                <a:moveTo>
                  <a:pt x="323850" y="885825"/>
                </a:moveTo>
                <a:lnTo>
                  <a:pt x="333375" y="885825"/>
                </a:lnTo>
                <a:lnTo>
                  <a:pt x="333375" y="895350"/>
                </a:lnTo>
                <a:lnTo>
                  <a:pt x="323850" y="895350"/>
                </a:lnTo>
                <a:close/>
                <a:moveTo>
                  <a:pt x="457200" y="885825"/>
                </a:moveTo>
                <a:lnTo>
                  <a:pt x="485775" y="885825"/>
                </a:lnTo>
                <a:lnTo>
                  <a:pt x="485775" y="895350"/>
                </a:lnTo>
                <a:lnTo>
                  <a:pt x="476250" y="895350"/>
                </a:lnTo>
                <a:lnTo>
                  <a:pt x="476250" y="952500"/>
                </a:lnTo>
                <a:lnTo>
                  <a:pt x="466725" y="952500"/>
                </a:lnTo>
                <a:lnTo>
                  <a:pt x="466725" y="923925"/>
                </a:lnTo>
                <a:lnTo>
                  <a:pt x="438150" y="923925"/>
                </a:lnTo>
                <a:lnTo>
                  <a:pt x="438150" y="914400"/>
                </a:lnTo>
                <a:lnTo>
                  <a:pt x="457200" y="914400"/>
                </a:lnTo>
                <a:close/>
                <a:moveTo>
                  <a:pt x="1390650" y="885825"/>
                </a:moveTo>
                <a:lnTo>
                  <a:pt x="1400175" y="885825"/>
                </a:lnTo>
                <a:lnTo>
                  <a:pt x="1400175" y="895350"/>
                </a:lnTo>
                <a:lnTo>
                  <a:pt x="1390650" y="895350"/>
                </a:lnTo>
                <a:close/>
                <a:moveTo>
                  <a:pt x="1381125" y="895350"/>
                </a:moveTo>
                <a:lnTo>
                  <a:pt x="1390650" y="895350"/>
                </a:lnTo>
                <a:lnTo>
                  <a:pt x="1390650" y="904875"/>
                </a:lnTo>
                <a:lnTo>
                  <a:pt x="1381125" y="904875"/>
                </a:lnTo>
                <a:close/>
                <a:moveTo>
                  <a:pt x="1419225" y="895350"/>
                </a:moveTo>
                <a:lnTo>
                  <a:pt x="1428750" y="895350"/>
                </a:lnTo>
                <a:lnTo>
                  <a:pt x="1428750" y="914400"/>
                </a:lnTo>
                <a:lnTo>
                  <a:pt x="1419225" y="914400"/>
                </a:lnTo>
                <a:close/>
                <a:moveTo>
                  <a:pt x="47625" y="904875"/>
                </a:moveTo>
                <a:lnTo>
                  <a:pt x="57150" y="904875"/>
                </a:lnTo>
                <a:lnTo>
                  <a:pt x="57150" y="914400"/>
                </a:lnTo>
                <a:lnTo>
                  <a:pt x="47625" y="914400"/>
                </a:lnTo>
                <a:close/>
                <a:moveTo>
                  <a:pt x="200025" y="904875"/>
                </a:moveTo>
                <a:lnTo>
                  <a:pt x="209550" y="904875"/>
                </a:lnTo>
                <a:lnTo>
                  <a:pt x="209550" y="933450"/>
                </a:lnTo>
                <a:lnTo>
                  <a:pt x="200025" y="933450"/>
                </a:lnTo>
                <a:lnTo>
                  <a:pt x="200025" y="942975"/>
                </a:lnTo>
                <a:lnTo>
                  <a:pt x="190500" y="942975"/>
                </a:lnTo>
                <a:lnTo>
                  <a:pt x="190500" y="914400"/>
                </a:lnTo>
                <a:lnTo>
                  <a:pt x="200025" y="914400"/>
                </a:lnTo>
                <a:close/>
                <a:moveTo>
                  <a:pt x="714375" y="904875"/>
                </a:moveTo>
                <a:lnTo>
                  <a:pt x="723900" y="904875"/>
                </a:lnTo>
                <a:lnTo>
                  <a:pt x="723900" y="914400"/>
                </a:lnTo>
                <a:lnTo>
                  <a:pt x="714375" y="914400"/>
                </a:lnTo>
                <a:close/>
                <a:moveTo>
                  <a:pt x="1371600" y="904875"/>
                </a:moveTo>
                <a:lnTo>
                  <a:pt x="1381125" y="904875"/>
                </a:lnTo>
                <a:lnTo>
                  <a:pt x="1381125" y="914400"/>
                </a:lnTo>
                <a:lnTo>
                  <a:pt x="1371600" y="914400"/>
                </a:lnTo>
                <a:close/>
                <a:moveTo>
                  <a:pt x="1524000" y="904875"/>
                </a:moveTo>
                <a:lnTo>
                  <a:pt x="1533525" y="904875"/>
                </a:lnTo>
                <a:lnTo>
                  <a:pt x="1533525" y="914400"/>
                </a:lnTo>
                <a:lnTo>
                  <a:pt x="1524000" y="914400"/>
                </a:lnTo>
                <a:close/>
                <a:moveTo>
                  <a:pt x="1600200" y="904875"/>
                </a:moveTo>
                <a:lnTo>
                  <a:pt x="1609725" y="904875"/>
                </a:lnTo>
                <a:lnTo>
                  <a:pt x="1609725" y="942975"/>
                </a:lnTo>
                <a:lnTo>
                  <a:pt x="1600200" y="942975"/>
                </a:lnTo>
                <a:lnTo>
                  <a:pt x="1600200" y="933450"/>
                </a:lnTo>
                <a:lnTo>
                  <a:pt x="1590675" y="933450"/>
                </a:lnTo>
                <a:lnTo>
                  <a:pt x="1590675" y="914400"/>
                </a:lnTo>
                <a:lnTo>
                  <a:pt x="1600200" y="914400"/>
                </a:lnTo>
                <a:close/>
                <a:moveTo>
                  <a:pt x="66675" y="914400"/>
                </a:moveTo>
                <a:lnTo>
                  <a:pt x="85725" y="914400"/>
                </a:lnTo>
                <a:lnTo>
                  <a:pt x="85725" y="942975"/>
                </a:lnTo>
                <a:lnTo>
                  <a:pt x="66675" y="942975"/>
                </a:lnTo>
                <a:lnTo>
                  <a:pt x="66675" y="933450"/>
                </a:lnTo>
                <a:lnTo>
                  <a:pt x="57150" y="933450"/>
                </a:lnTo>
                <a:lnTo>
                  <a:pt x="57150" y="923925"/>
                </a:lnTo>
                <a:lnTo>
                  <a:pt x="66675" y="923925"/>
                </a:lnTo>
                <a:close/>
                <a:moveTo>
                  <a:pt x="238125" y="914400"/>
                </a:moveTo>
                <a:lnTo>
                  <a:pt x="247650" y="914400"/>
                </a:lnTo>
                <a:lnTo>
                  <a:pt x="247650" y="923925"/>
                </a:lnTo>
                <a:lnTo>
                  <a:pt x="295275" y="923925"/>
                </a:lnTo>
                <a:lnTo>
                  <a:pt x="295275" y="914400"/>
                </a:lnTo>
                <a:lnTo>
                  <a:pt x="314325" y="914400"/>
                </a:lnTo>
                <a:lnTo>
                  <a:pt x="314325" y="933450"/>
                </a:lnTo>
                <a:lnTo>
                  <a:pt x="304800" y="933450"/>
                </a:lnTo>
                <a:lnTo>
                  <a:pt x="304800" y="942975"/>
                </a:lnTo>
                <a:lnTo>
                  <a:pt x="295275" y="942975"/>
                </a:lnTo>
                <a:lnTo>
                  <a:pt x="295275" y="962025"/>
                </a:lnTo>
                <a:lnTo>
                  <a:pt x="285750" y="962025"/>
                </a:lnTo>
                <a:lnTo>
                  <a:pt x="285750" y="952500"/>
                </a:lnTo>
                <a:lnTo>
                  <a:pt x="276225" y="952500"/>
                </a:lnTo>
                <a:lnTo>
                  <a:pt x="276225" y="942975"/>
                </a:lnTo>
                <a:lnTo>
                  <a:pt x="266700" y="942975"/>
                </a:lnTo>
                <a:lnTo>
                  <a:pt x="266700" y="933450"/>
                </a:lnTo>
                <a:lnTo>
                  <a:pt x="257175" y="933450"/>
                </a:lnTo>
                <a:lnTo>
                  <a:pt x="257175" y="942975"/>
                </a:lnTo>
                <a:lnTo>
                  <a:pt x="247650" y="942975"/>
                </a:lnTo>
                <a:lnTo>
                  <a:pt x="247650" y="952500"/>
                </a:lnTo>
                <a:lnTo>
                  <a:pt x="228600" y="952500"/>
                </a:lnTo>
                <a:lnTo>
                  <a:pt x="228600" y="942975"/>
                </a:lnTo>
                <a:lnTo>
                  <a:pt x="219075" y="942975"/>
                </a:lnTo>
                <a:lnTo>
                  <a:pt x="219075" y="933450"/>
                </a:lnTo>
                <a:lnTo>
                  <a:pt x="238125" y="933450"/>
                </a:lnTo>
                <a:close/>
                <a:moveTo>
                  <a:pt x="723900" y="914400"/>
                </a:moveTo>
                <a:lnTo>
                  <a:pt x="733425" y="914400"/>
                </a:lnTo>
                <a:lnTo>
                  <a:pt x="733425" y="923925"/>
                </a:lnTo>
                <a:lnTo>
                  <a:pt x="723900" y="923925"/>
                </a:lnTo>
                <a:close/>
                <a:moveTo>
                  <a:pt x="1533525" y="914400"/>
                </a:moveTo>
                <a:lnTo>
                  <a:pt x="1552575" y="914400"/>
                </a:lnTo>
                <a:lnTo>
                  <a:pt x="1552575" y="933450"/>
                </a:lnTo>
                <a:lnTo>
                  <a:pt x="1543050" y="933450"/>
                </a:lnTo>
                <a:lnTo>
                  <a:pt x="1543050" y="923925"/>
                </a:lnTo>
                <a:lnTo>
                  <a:pt x="1533525" y="923925"/>
                </a:lnTo>
                <a:close/>
                <a:moveTo>
                  <a:pt x="1485900" y="923925"/>
                </a:moveTo>
                <a:lnTo>
                  <a:pt x="1495425" y="923925"/>
                </a:lnTo>
                <a:lnTo>
                  <a:pt x="1495425" y="933450"/>
                </a:lnTo>
                <a:lnTo>
                  <a:pt x="1514475" y="933450"/>
                </a:lnTo>
                <a:lnTo>
                  <a:pt x="1514475" y="942975"/>
                </a:lnTo>
                <a:lnTo>
                  <a:pt x="1504950" y="942975"/>
                </a:lnTo>
                <a:lnTo>
                  <a:pt x="1504950" y="952500"/>
                </a:lnTo>
                <a:lnTo>
                  <a:pt x="1495425" y="952500"/>
                </a:lnTo>
                <a:lnTo>
                  <a:pt x="1495425" y="971550"/>
                </a:lnTo>
                <a:lnTo>
                  <a:pt x="1504950" y="971550"/>
                </a:lnTo>
                <a:lnTo>
                  <a:pt x="1504950" y="962025"/>
                </a:lnTo>
                <a:lnTo>
                  <a:pt x="1543050" y="962025"/>
                </a:lnTo>
                <a:lnTo>
                  <a:pt x="1543050" y="971550"/>
                </a:lnTo>
                <a:lnTo>
                  <a:pt x="1524000" y="971550"/>
                </a:lnTo>
                <a:lnTo>
                  <a:pt x="1524000" y="990600"/>
                </a:lnTo>
                <a:lnTo>
                  <a:pt x="1514475" y="990600"/>
                </a:lnTo>
                <a:lnTo>
                  <a:pt x="1514475" y="981075"/>
                </a:lnTo>
                <a:lnTo>
                  <a:pt x="1504950" y="981075"/>
                </a:lnTo>
                <a:lnTo>
                  <a:pt x="1504950" y="990600"/>
                </a:lnTo>
                <a:lnTo>
                  <a:pt x="1514475" y="990600"/>
                </a:lnTo>
                <a:lnTo>
                  <a:pt x="1514475" y="1009650"/>
                </a:lnTo>
                <a:lnTo>
                  <a:pt x="1524000" y="1009650"/>
                </a:lnTo>
                <a:lnTo>
                  <a:pt x="1524000" y="1038225"/>
                </a:lnTo>
                <a:lnTo>
                  <a:pt x="1504950" y="1038225"/>
                </a:lnTo>
                <a:lnTo>
                  <a:pt x="1504950" y="1028700"/>
                </a:lnTo>
                <a:lnTo>
                  <a:pt x="1495425" y="1028700"/>
                </a:lnTo>
                <a:lnTo>
                  <a:pt x="1495425" y="1009650"/>
                </a:lnTo>
                <a:lnTo>
                  <a:pt x="1485900" y="1009650"/>
                </a:lnTo>
                <a:lnTo>
                  <a:pt x="1485900" y="990600"/>
                </a:lnTo>
                <a:lnTo>
                  <a:pt x="1476375" y="990600"/>
                </a:lnTo>
                <a:lnTo>
                  <a:pt x="1476375" y="971550"/>
                </a:lnTo>
                <a:lnTo>
                  <a:pt x="1466850" y="971550"/>
                </a:lnTo>
                <a:lnTo>
                  <a:pt x="1466850" y="933450"/>
                </a:lnTo>
                <a:lnTo>
                  <a:pt x="1476375" y="933450"/>
                </a:lnTo>
                <a:lnTo>
                  <a:pt x="1476375" y="942975"/>
                </a:lnTo>
                <a:lnTo>
                  <a:pt x="1485900" y="942975"/>
                </a:lnTo>
                <a:close/>
                <a:moveTo>
                  <a:pt x="419100" y="933450"/>
                </a:moveTo>
                <a:lnTo>
                  <a:pt x="428625" y="933450"/>
                </a:lnTo>
                <a:lnTo>
                  <a:pt x="428625" y="942975"/>
                </a:lnTo>
                <a:lnTo>
                  <a:pt x="419100" y="942975"/>
                </a:lnTo>
                <a:close/>
                <a:moveTo>
                  <a:pt x="1047750" y="933450"/>
                </a:moveTo>
                <a:lnTo>
                  <a:pt x="1066800" y="933450"/>
                </a:lnTo>
                <a:lnTo>
                  <a:pt x="1066800" y="942975"/>
                </a:lnTo>
                <a:lnTo>
                  <a:pt x="1047750" y="942975"/>
                </a:lnTo>
                <a:close/>
                <a:moveTo>
                  <a:pt x="1209675" y="933450"/>
                </a:moveTo>
                <a:lnTo>
                  <a:pt x="1238250" y="933450"/>
                </a:lnTo>
                <a:lnTo>
                  <a:pt x="1238250" y="971550"/>
                </a:lnTo>
                <a:lnTo>
                  <a:pt x="1209675" y="971550"/>
                </a:lnTo>
                <a:lnTo>
                  <a:pt x="1209675" y="962025"/>
                </a:lnTo>
                <a:lnTo>
                  <a:pt x="1219200" y="962025"/>
                </a:lnTo>
                <a:lnTo>
                  <a:pt x="1219200" y="952500"/>
                </a:lnTo>
                <a:lnTo>
                  <a:pt x="1209675" y="952500"/>
                </a:lnTo>
                <a:close/>
                <a:moveTo>
                  <a:pt x="180975" y="942975"/>
                </a:moveTo>
                <a:lnTo>
                  <a:pt x="190500" y="942975"/>
                </a:lnTo>
                <a:lnTo>
                  <a:pt x="190500" y="952500"/>
                </a:lnTo>
                <a:lnTo>
                  <a:pt x="180975" y="952500"/>
                </a:lnTo>
                <a:close/>
                <a:moveTo>
                  <a:pt x="1162050" y="942975"/>
                </a:moveTo>
                <a:lnTo>
                  <a:pt x="1190625" y="942975"/>
                </a:lnTo>
                <a:lnTo>
                  <a:pt x="1190625" y="952500"/>
                </a:lnTo>
                <a:lnTo>
                  <a:pt x="1200150" y="952500"/>
                </a:lnTo>
                <a:lnTo>
                  <a:pt x="1200150" y="971550"/>
                </a:lnTo>
                <a:lnTo>
                  <a:pt x="1190625" y="971550"/>
                </a:lnTo>
                <a:lnTo>
                  <a:pt x="1190625" y="962025"/>
                </a:lnTo>
                <a:lnTo>
                  <a:pt x="1181100" y="962025"/>
                </a:lnTo>
                <a:lnTo>
                  <a:pt x="1181100" y="971550"/>
                </a:lnTo>
                <a:lnTo>
                  <a:pt x="1190625" y="971550"/>
                </a:lnTo>
                <a:lnTo>
                  <a:pt x="1190625" y="990600"/>
                </a:lnTo>
                <a:lnTo>
                  <a:pt x="1171575" y="990600"/>
                </a:lnTo>
                <a:lnTo>
                  <a:pt x="1171575" y="952500"/>
                </a:lnTo>
                <a:lnTo>
                  <a:pt x="1162050" y="952500"/>
                </a:lnTo>
                <a:close/>
                <a:moveTo>
                  <a:pt x="1524000" y="942975"/>
                </a:moveTo>
                <a:lnTo>
                  <a:pt x="1533525" y="942975"/>
                </a:lnTo>
                <a:lnTo>
                  <a:pt x="1533525" y="952500"/>
                </a:lnTo>
                <a:lnTo>
                  <a:pt x="1524000" y="952500"/>
                </a:lnTo>
                <a:close/>
                <a:moveTo>
                  <a:pt x="200025" y="952500"/>
                </a:moveTo>
                <a:lnTo>
                  <a:pt x="209550" y="952500"/>
                </a:lnTo>
                <a:lnTo>
                  <a:pt x="209550" y="962025"/>
                </a:lnTo>
                <a:lnTo>
                  <a:pt x="200025" y="962025"/>
                </a:lnTo>
                <a:close/>
                <a:moveTo>
                  <a:pt x="247650" y="952500"/>
                </a:moveTo>
                <a:lnTo>
                  <a:pt x="257175" y="952500"/>
                </a:lnTo>
                <a:lnTo>
                  <a:pt x="257175" y="971550"/>
                </a:lnTo>
                <a:lnTo>
                  <a:pt x="238125" y="971550"/>
                </a:lnTo>
                <a:lnTo>
                  <a:pt x="238125" y="962025"/>
                </a:lnTo>
                <a:lnTo>
                  <a:pt x="247650" y="962025"/>
                </a:lnTo>
                <a:close/>
                <a:moveTo>
                  <a:pt x="1476375" y="962025"/>
                </a:moveTo>
                <a:lnTo>
                  <a:pt x="1485900" y="962025"/>
                </a:lnTo>
                <a:lnTo>
                  <a:pt x="1485900" y="952500"/>
                </a:lnTo>
                <a:lnTo>
                  <a:pt x="1476375" y="952500"/>
                </a:lnTo>
                <a:close/>
                <a:moveTo>
                  <a:pt x="304800" y="971550"/>
                </a:moveTo>
                <a:lnTo>
                  <a:pt x="314325" y="971550"/>
                </a:lnTo>
                <a:lnTo>
                  <a:pt x="314325" y="981075"/>
                </a:lnTo>
                <a:lnTo>
                  <a:pt x="304800" y="981075"/>
                </a:lnTo>
                <a:close/>
                <a:moveTo>
                  <a:pt x="19050" y="981075"/>
                </a:moveTo>
                <a:lnTo>
                  <a:pt x="28575" y="981075"/>
                </a:lnTo>
                <a:lnTo>
                  <a:pt x="28575" y="990600"/>
                </a:lnTo>
                <a:lnTo>
                  <a:pt x="19050" y="990600"/>
                </a:lnTo>
                <a:close/>
                <a:moveTo>
                  <a:pt x="38100" y="981075"/>
                </a:moveTo>
                <a:lnTo>
                  <a:pt x="47625" y="981075"/>
                </a:lnTo>
                <a:lnTo>
                  <a:pt x="47625" y="1009650"/>
                </a:lnTo>
                <a:lnTo>
                  <a:pt x="57150" y="1009650"/>
                </a:lnTo>
                <a:lnTo>
                  <a:pt x="57150" y="1019175"/>
                </a:lnTo>
                <a:lnTo>
                  <a:pt x="28575" y="1019175"/>
                </a:lnTo>
                <a:lnTo>
                  <a:pt x="28575" y="1009650"/>
                </a:lnTo>
                <a:lnTo>
                  <a:pt x="38100" y="1009650"/>
                </a:lnTo>
                <a:close/>
                <a:moveTo>
                  <a:pt x="323850" y="981075"/>
                </a:moveTo>
                <a:lnTo>
                  <a:pt x="333375" y="981075"/>
                </a:lnTo>
                <a:lnTo>
                  <a:pt x="333375" y="990600"/>
                </a:lnTo>
                <a:lnTo>
                  <a:pt x="323850" y="990600"/>
                </a:lnTo>
                <a:close/>
                <a:moveTo>
                  <a:pt x="314325" y="990600"/>
                </a:moveTo>
                <a:lnTo>
                  <a:pt x="323850" y="990600"/>
                </a:lnTo>
                <a:lnTo>
                  <a:pt x="323850" y="1009650"/>
                </a:lnTo>
                <a:lnTo>
                  <a:pt x="304800" y="1009650"/>
                </a:lnTo>
                <a:lnTo>
                  <a:pt x="304800" y="1000125"/>
                </a:lnTo>
                <a:lnTo>
                  <a:pt x="314325" y="1000125"/>
                </a:lnTo>
                <a:close/>
                <a:moveTo>
                  <a:pt x="371475" y="990600"/>
                </a:moveTo>
                <a:lnTo>
                  <a:pt x="381000" y="990600"/>
                </a:lnTo>
                <a:lnTo>
                  <a:pt x="381000" y="1000125"/>
                </a:lnTo>
                <a:lnTo>
                  <a:pt x="371475" y="1000125"/>
                </a:lnTo>
                <a:close/>
                <a:moveTo>
                  <a:pt x="371475" y="1009650"/>
                </a:moveTo>
                <a:lnTo>
                  <a:pt x="390525" y="1009650"/>
                </a:lnTo>
                <a:lnTo>
                  <a:pt x="390525" y="1019175"/>
                </a:lnTo>
                <a:lnTo>
                  <a:pt x="381000" y="1019175"/>
                </a:lnTo>
                <a:lnTo>
                  <a:pt x="381000" y="1028700"/>
                </a:lnTo>
                <a:lnTo>
                  <a:pt x="371475" y="1028700"/>
                </a:lnTo>
                <a:lnTo>
                  <a:pt x="371475" y="1038225"/>
                </a:lnTo>
                <a:lnTo>
                  <a:pt x="352425" y="1038225"/>
                </a:lnTo>
                <a:lnTo>
                  <a:pt x="352425" y="1028700"/>
                </a:lnTo>
                <a:lnTo>
                  <a:pt x="342900" y="1028700"/>
                </a:lnTo>
                <a:lnTo>
                  <a:pt x="342900" y="1019175"/>
                </a:lnTo>
                <a:lnTo>
                  <a:pt x="371475" y="1019175"/>
                </a:lnTo>
                <a:close/>
                <a:moveTo>
                  <a:pt x="1333500" y="1009650"/>
                </a:moveTo>
                <a:lnTo>
                  <a:pt x="1343025" y="1009650"/>
                </a:lnTo>
                <a:lnTo>
                  <a:pt x="1343025" y="1038225"/>
                </a:lnTo>
                <a:lnTo>
                  <a:pt x="1333500" y="1038225"/>
                </a:lnTo>
                <a:lnTo>
                  <a:pt x="1333500" y="1047750"/>
                </a:lnTo>
                <a:lnTo>
                  <a:pt x="1314450" y="1047750"/>
                </a:lnTo>
                <a:lnTo>
                  <a:pt x="1314450" y="1019175"/>
                </a:lnTo>
                <a:lnTo>
                  <a:pt x="1333500" y="1019175"/>
                </a:lnTo>
                <a:close/>
                <a:moveTo>
                  <a:pt x="390525" y="1019175"/>
                </a:moveTo>
                <a:lnTo>
                  <a:pt x="409575" y="1019175"/>
                </a:lnTo>
                <a:lnTo>
                  <a:pt x="409575" y="1038225"/>
                </a:lnTo>
                <a:lnTo>
                  <a:pt x="400050" y="1038225"/>
                </a:lnTo>
                <a:lnTo>
                  <a:pt x="400050" y="1028700"/>
                </a:lnTo>
                <a:lnTo>
                  <a:pt x="390525" y="1028700"/>
                </a:lnTo>
                <a:close/>
                <a:moveTo>
                  <a:pt x="28575" y="1028700"/>
                </a:moveTo>
                <a:lnTo>
                  <a:pt x="38100" y="1028700"/>
                </a:lnTo>
                <a:lnTo>
                  <a:pt x="38100" y="1047750"/>
                </a:lnTo>
                <a:lnTo>
                  <a:pt x="47625" y="1047750"/>
                </a:lnTo>
                <a:lnTo>
                  <a:pt x="47625" y="1057275"/>
                </a:lnTo>
                <a:lnTo>
                  <a:pt x="38100" y="1057275"/>
                </a:lnTo>
                <a:lnTo>
                  <a:pt x="38100" y="1095375"/>
                </a:lnTo>
                <a:lnTo>
                  <a:pt x="19050" y="1095375"/>
                </a:lnTo>
                <a:lnTo>
                  <a:pt x="19050" y="1076325"/>
                </a:lnTo>
                <a:lnTo>
                  <a:pt x="28575" y="1076325"/>
                </a:lnTo>
                <a:lnTo>
                  <a:pt x="28575" y="1057275"/>
                </a:lnTo>
                <a:lnTo>
                  <a:pt x="19050" y="1057275"/>
                </a:lnTo>
                <a:lnTo>
                  <a:pt x="19050" y="1066800"/>
                </a:lnTo>
                <a:lnTo>
                  <a:pt x="0" y="1066800"/>
                </a:lnTo>
                <a:lnTo>
                  <a:pt x="0" y="1047750"/>
                </a:lnTo>
                <a:lnTo>
                  <a:pt x="9525" y="1047750"/>
                </a:lnTo>
                <a:lnTo>
                  <a:pt x="9525" y="1038225"/>
                </a:lnTo>
                <a:lnTo>
                  <a:pt x="19050" y="1038225"/>
                </a:lnTo>
                <a:lnTo>
                  <a:pt x="19050" y="1047750"/>
                </a:lnTo>
                <a:lnTo>
                  <a:pt x="28575" y="1047750"/>
                </a:lnTo>
                <a:close/>
                <a:moveTo>
                  <a:pt x="1476375" y="1028700"/>
                </a:moveTo>
                <a:lnTo>
                  <a:pt x="1485900" y="1028700"/>
                </a:lnTo>
                <a:lnTo>
                  <a:pt x="1485900" y="1038225"/>
                </a:lnTo>
                <a:lnTo>
                  <a:pt x="1476375" y="1038225"/>
                </a:lnTo>
                <a:close/>
                <a:moveTo>
                  <a:pt x="1600200" y="1028700"/>
                </a:moveTo>
                <a:lnTo>
                  <a:pt x="1609725" y="1028700"/>
                </a:lnTo>
                <a:lnTo>
                  <a:pt x="1609725" y="1047750"/>
                </a:lnTo>
                <a:lnTo>
                  <a:pt x="1600200" y="1047750"/>
                </a:lnTo>
                <a:close/>
                <a:moveTo>
                  <a:pt x="276225" y="1038225"/>
                </a:moveTo>
                <a:lnTo>
                  <a:pt x="285750" y="1038225"/>
                </a:lnTo>
                <a:lnTo>
                  <a:pt x="285750" y="1047750"/>
                </a:lnTo>
                <a:lnTo>
                  <a:pt x="276225" y="1047750"/>
                </a:lnTo>
                <a:close/>
                <a:moveTo>
                  <a:pt x="295275" y="1038225"/>
                </a:moveTo>
                <a:lnTo>
                  <a:pt x="304800" y="1038225"/>
                </a:lnTo>
                <a:lnTo>
                  <a:pt x="304800" y="1047750"/>
                </a:lnTo>
                <a:lnTo>
                  <a:pt x="295275" y="1047750"/>
                </a:lnTo>
                <a:close/>
                <a:moveTo>
                  <a:pt x="1162050" y="1038225"/>
                </a:moveTo>
                <a:lnTo>
                  <a:pt x="1181100" y="1038225"/>
                </a:lnTo>
                <a:lnTo>
                  <a:pt x="1181100" y="1047750"/>
                </a:lnTo>
                <a:lnTo>
                  <a:pt x="1162050" y="1047750"/>
                </a:lnTo>
                <a:close/>
                <a:moveTo>
                  <a:pt x="1371600" y="1038225"/>
                </a:moveTo>
                <a:lnTo>
                  <a:pt x="1390650" y="1038225"/>
                </a:lnTo>
                <a:lnTo>
                  <a:pt x="1390650" y="1047750"/>
                </a:lnTo>
                <a:lnTo>
                  <a:pt x="1371600" y="1047750"/>
                </a:lnTo>
                <a:close/>
                <a:moveTo>
                  <a:pt x="428625" y="1047750"/>
                </a:moveTo>
                <a:lnTo>
                  <a:pt x="438150" y="1047750"/>
                </a:lnTo>
                <a:lnTo>
                  <a:pt x="438150" y="1057275"/>
                </a:lnTo>
                <a:lnTo>
                  <a:pt x="428625" y="1057275"/>
                </a:lnTo>
                <a:close/>
                <a:moveTo>
                  <a:pt x="1400175" y="1047750"/>
                </a:moveTo>
                <a:lnTo>
                  <a:pt x="1409700" y="1047750"/>
                </a:lnTo>
                <a:lnTo>
                  <a:pt x="1409700" y="1057275"/>
                </a:lnTo>
                <a:lnTo>
                  <a:pt x="1400175" y="1057275"/>
                </a:lnTo>
                <a:close/>
                <a:moveTo>
                  <a:pt x="1581150" y="1047750"/>
                </a:moveTo>
                <a:lnTo>
                  <a:pt x="1600200" y="1047750"/>
                </a:lnTo>
                <a:lnTo>
                  <a:pt x="1600200" y="1057275"/>
                </a:lnTo>
                <a:lnTo>
                  <a:pt x="1581150" y="1057275"/>
                </a:lnTo>
                <a:close/>
                <a:moveTo>
                  <a:pt x="47625" y="1057275"/>
                </a:moveTo>
                <a:lnTo>
                  <a:pt x="57150" y="1057275"/>
                </a:lnTo>
                <a:lnTo>
                  <a:pt x="57150" y="1066800"/>
                </a:lnTo>
                <a:lnTo>
                  <a:pt x="47625" y="1066800"/>
                </a:lnTo>
                <a:close/>
                <a:moveTo>
                  <a:pt x="180975" y="1057275"/>
                </a:moveTo>
                <a:lnTo>
                  <a:pt x="228600" y="1057275"/>
                </a:lnTo>
                <a:lnTo>
                  <a:pt x="228600" y="1066800"/>
                </a:lnTo>
                <a:lnTo>
                  <a:pt x="190500" y="1066800"/>
                </a:lnTo>
                <a:lnTo>
                  <a:pt x="190500" y="1076325"/>
                </a:lnTo>
                <a:lnTo>
                  <a:pt x="180975" y="1076325"/>
                </a:lnTo>
                <a:close/>
                <a:moveTo>
                  <a:pt x="238125" y="1057275"/>
                </a:moveTo>
                <a:lnTo>
                  <a:pt x="266700" y="1057275"/>
                </a:lnTo>
                <a:lnTo>
                  <a:pt x="266700" y="1066800"/>
                </a:lnTo>
                <a:lnTo>
                  <a:pt x="257175" y="1066800"/>
                </a:lnTo>
                <a:lnTo>
                  <a:pt x="257175" y="1076325"/>
                </a:lnTo>
                <a:lnTo>
                  <a:pt x="247650" y="1076325"/>
                </a:lnTo>
                <a:lnTo>
                  <a:pt x="247650" y="1066800"/>
                </a:lnTo>
                <a:lnTo>
                  <a:pt x="238125" y="1066800"/>
                </a:lnTo>
                <a:close/>
                <a:moveTo>
                  <a:pt x="1314450" y="1057275"/>
                </a:moveTo>
                <a:lnTo>
                  <a:pt x="1343025" y="1057275"/>
                </a:lnTo>
                <a:lnTo>
                  <a:pt x="1343025" y="1066800"/>
                </a:lnTo>
                <a:lnTo>
                  <a:pt x="1314450" y="1066800"/>
                </a:lnTo>
                <a:close/>
                <a:moveTo>
                  <a:pt x="1362075" y="1066800"/>
                </a:moveTo>
                <a:lnTo>
                  <a:pt x="1371600" y="1066800"/>
                </a:lnTo>
                <a:lnTo>
                  <a:pt x="1371600" y="1076325"/>
                </a:lnTo>
                <a:lnTo>
                  <a:pt x="1362075" y="1076325"/>
                </a:lnTo>
                <a:close/>
                <a:moveTo>
                  <a:pt x="1485900" y="1066800"/>
                </a:moveTo>
                <a:lnTo>
                  <a:pt x="1543050" y="1066800"/>
                </a:lnTo>
                <a:lnTo>
                  <a:pt x="1543050" y="1095375"/>
                </a:lnTo>
                <a:lnTo>
                  <a:pt x="1533525" y="1095375"/>
                </a:lnTo>
                <a:lnTo>
                  <a:pt x="1533525" y="1085850"/>
                </a:lnTo>
                <a:lnTo>
                  <a:pt x="1524000" y="1085850"/>
                </a:lnTo>
                <a:lnTo>
                  <a:pt x="1524000" y="1076325"/>
                </a:lnTo>
                <a:lnTo>
                  <a:pt x="1514475" y="1076325"/>
                </a:lnTo>
                <a:lnTo>
                  <a:pt x="1514475" y="1085850"/>
                </a:lnTo>
                <a:lnTo>
                  <a:pt x="1504950" y="1085850"/>
                </a:lnTo>
                <a:lnTo>
                  <a:pt x="1504950" y="1095375"/>
                </a:lnTo>
                <a:lnTo>
                  <a:pt x="1514475" y="1095375"/>
                </a:lnTo>
                <a:lnTo>
                  <a:pt x="1514475" y="1104900"/>
                </a:lnTo>
                <a:lnTo>
                  <a:pt x="1504950" y="1104900"/>
                </a:lnTo>
                <a:lnTo>
                  <a:pt x="1504950" y="1114425"/>
                </a:lnTo>
                <a:lnTo>
                  <a:pt x="1514475" y="1114425"/>
                </a:lnTo>
                <a:lnTo>
                  <a:pt x="1514475" y="1104900"/>
                </a:lnTo>
                <a:lnTo>
                  <a:pt x="1533525" y="1104900"/>
                </a:lnTo>
                <a:lnTo>
                  <a:pt x="1533525" y="1114425"/>
                </a:lnTo>
                <a:lnTo>
                  <a:pt x="1524000" y="1114425"/>
                </a:lnTo>
                <a:lnTo>
                  <a:pt x="1524000" y="1143000"/>
                </a:lnTo>
                <a:lnTo>
                  <a:pt x="1543050" y="1143000"/>
                </a:lnTo>
                <a:lnTo>
                  <a:pt x="1543050" y="1123950"/>
                </a:lnTo>
                <a:lnTo>
                  <a:pt x="1571625" y="1123950"/>
                </a:lnTo>
                <a:lnTo>
                  <a:pt x="1571625" y="1152525"/>
                </a:lnTo>
                <a:lnTo>
                  <a:pt x="1562100" y="1152525"/>
                </a:lnTo>
                <a:lnTo>
                  <a:pt x="1562100" y="1171575"/>
                </a:lnTo>
                <a:lnTo>
                  <a:pt x="1571625" y="1171575"/>
                </a:lnTo>
                <a:lnTo>
                  <a:pt x="1571625" y="1200150"/>
                </a:lnTo>
                <a:lnTo>
                  <a:pt x="1581150" y="1200150"/>
                </a:lnTo>
                <a:lnTo>
                  <a:pt x="1581150" y="1209675"/>
                </a:lnTo>
                <a:lnTo>
                  <a:pt x="1600200" y="1209675"/>
                </a:lnTo>
                <a:lnTo>
                  <a:pt x="1600200" y="1228725"/>
                </a:lnTo>
                <a:lnTo>
                  <a:pt x="1590675" y="1228725"/>
                </a:lnTo>
                <a:lnTo>
                  <a:pt x="1590675" y="1238250"/>
                </a:lnTo>
                <a:lnTo>
                  <a:pt x="1581150" y="1238250"/>
                </a:lnTo>
                <a:lnTo>
                  <a:pt x="1581150" y="1247775"/>
                </a:lnTo>
                <a:lnTo>
                  <a:pt x="1571625" y="1247775"/>
                </a:lnTo>
                <a:lnTo>
                  <a:pt x="1571625" y="1228725"/>
                </a:lnTo>
                <a:lnTo>
                  <a:pt x="1562100" y="1228725"/>
                </a:lnTo>
                <a:lnTo>
                  <a:pt x="1562100" y="1257300"/>
                </a:lnTo>
                <a:lnTo>
                  <a:pt x="1552575" y="1257300"/>
                </a:lnTo>
                <a:lnTo>
                  <a:pt x="1552575" y="1266825"/>
                </a:lnTo>
                <a:lnTo>
                  <a:pt x="1543050" y="1266825"/>
                </a:lnTo>
                <a:lnTo>
                  <a:pt x="1543050" y="1247775"/>
                </a:lnTo>
                <a:lnTo>
                  <a:pt x="1514475" y="1247775"/>
                </a:lnTo>
                <a:lnTo>
                  <a:pt x="1514475" y="1257300"/>
                </a:lnTo>
                <a:lnTo>
                  <a:pt x="1504950" y="1257300"/>
                </a:lnTo>
                <a:lnTo>
                  <a:pt x="1504950" y="1247775"/>
                </a:lnTo>
                <a:lnTo>
                  <a:pt x="1485900" y="1247775"/>
                </a:lnTo>
                <a:lnTo>
                  <a:pt x="1485900" y="1238250"/>
                </a:lnTo>
                <a:lnTo>
                  <a:pt x="1466850" y="1238250"/>
                </a:lnTo>
                <a:lnTo>
                  <a:pt x="1466850" y="1247775"/>
                </a:lnTo>
                <a:lnTo>
                  <a:pt x="1457325" y="1247775"/>
                </a:lnTo>
                <a:lnTo>
                  <a:pt x="1457325" y="1228725"/>
                </a:lnTo>
                <a:lnTo>
                  <a:pt x="1495425" y="1228725"/>
                </a:lnTo>
                <a:lnTo>
                  <a:pt x="1495425" y="1238250"/>
                </a:lnTo>
                <a:lnTo>
                  <a:pt x="1514475" y="1238250"/>
                </a:lnTo>
                <a:lnTo>
                  <a:pt x="1514475" y="1228725"/>
                </a:lnTo>
                <a:lnTo>
                  <a:pt x="1504950" y="1228725"/>
                </a:lnTo>
                <a:lnTo>
                  <a:pt x="1504950" y="1219200"/>
                </a:lnTo>
                <a:lnTo>
                  <a:pt x="1495425" y="1219200"/>
                </a:lnTo>
                <a:lnTo>
                  <a:pt x="1495425" y="1209675"/>
                </a:lnTo>
                <a:lnTo>
                  <a:pt x="1514475" y="1209675"/>
                </a:lnTo>
                <a:lnTo>
                  <a:pt x="1514475" y="1190625"/>
                </a:lnTo>
                <a:lnTo>
                  <a:pt x="1562100" y="1190625"/>
                </a:lnTo>
                <a:lnTo>
                  <a:pt x="1562100" y="1181100"/>
                </a:lnTo>
                <a:lnTo>
                  <a:pt x="1552575" y="1181100"/>
                </a:lnTo>
                <a:lnTo>
                  <a:pt x="1552575" y="1171575"/>
                </a:lnTo>
                <a:lnTo>
                  <a:pt x="1543050" y="1171575"/>
                </a:lnTo>
                <a:lnTo>
                  <a:pt x="1543050" y="1162050"/>
                </a:lnTo>
                <a:lnTo>
                  <a:pt x="1504950" y="1162050"/>
                </a:lnTo>
                <a:lnTo>
                  <a:pt x="1504950" y="1123950"/>
                </a:lnTo>
                <a:lnTo>
                  <a:pt x="1495425" y="1123950"/>
                </a:lnTo>
                <a:lnTo>
                  <a:pt x="1495425" y="1085850"/>
                </a:lnTo>
                <a:lnTo>
                  <a:pt x="1485900" y="1085850"/>
                </a:lnTo>
                <a:close/>
                <a:moveTo>
                  <a:pt x="1562100" y="1076325"/>
                </a:moveTo>
                <a:lnTo>
                  <a:pt x="1581150" y="1076325"/>
                </a:lnTo>
                <a:lnTo>
                  <a:pt x="1581150" y="1085850"/>
                </a:lnTo>
                <a:lnTo>
                  <a:pt x="1571625" y="1085850"/>
                </a:lnTo>
                <a:lnTo>
                  <a:pt x="1571625" y="1095375"/>
                </a:lnTo>
                <a:lnTo>
                  <a:pt x="1562100" y="1095375"/>
                </a:lnTo>
                <a:close/>
                <a:moveTo>
                  <a:pt x="0" y="1085850"/>
                </a:moveTo>
                <a:lnTo>
                  <a:pt x="9525" y="1085850"/>
                </a:lnTo>
                <a:lnTo>
                  <a:pt x="9525" y="1114425"/>
                </a:lnTo>
                <a:lnTo>
                  <a:pt x="28575" y="1114425"/>
                </a:lnTo>
                <a:lnTo>
                  <a:pt x="28575" y="1123950"/>
                </a:lnTo>
                <a:lnTo>
                  <a:pt x="19050" y="1123950"/>
                </a:lnTo>
                <a:lnTo>
                  <a:pt x="19050" y="1143000"/>
                </a:lnTo>
                <a:lnTo>
                  <a:pt x="9525" y="1143000"/>
                </a:lnTo>
                <a:lnTo>
                  <a:pt x="9525" y="1123950"/>
                </a:lnTo>
                <a:lnTo>
                  <a:pt x="0" y="1123950"/>
                </a:lnTo>
                <a:close/>
                <a:moveTo>
                  <a:pt x="38100" y="1095375"/>
                </a:moveTo>
                <a:lnTo>
                  <a:pt x="47625" y="1095375"/>
                </a:lnTo>
                <a:lnTo>
                  <a:pt x="47625" y="1104900"/>
                </a:lnTo>
                <a:lnTo>
                  <a:pt x="38100" y="1104900"/>
                </a:lnTo>
                <a:close/>
                <a:moveTo>
                  <a:pt x="171450" y="1104900"/>
                </a:moveTo>
                <a:lnTo>
                  <a:pt x="180975" y="1104900"/>
                </a:lnTo>
                <a:lnTo>
                  <a:pt x="180975" y="1123950"/>
                </a:lnTo>
                <a:lnTo>
                  <a:pt x="171450" y="1123950"/>
                </a:lnTo>
                <a:close/>
                <a:moveTo>
                  <a:pt x="228600" y="1104900"/>
                </a:moveTo>
                <a:lnTo>
                  <a:pt x="238125" y="1104900"/>
                </a:lnTo>
                <a:lnTo>
                  <a:pt x="238125" y="1114425"/>
                </a:lnTo>
                <a:lnTo>
                  <a:pt x="257175" y="1114425"/>
                </a:lnTo>
                <a:lnTo>
                  <a:pt x="257175" y="1123950"/>
                </a:lnTo>
                <a:lnTo>
                  <a:pt x="247650" y="1123950"/>
                </a:lnTo>
                <a:lnTo>
                  <a:pt x="247650" y="1133475"/>
                </a:lnTo>
                <a:lnTo>
                  <a:pt x="238125" y="1133475"/>
                </a:lnTo>
                <a:lnTo>
                  <a:pt x="238125" y="1143000"/>
                </a:lnTo>
                <a:lnTo>
                  <a:pt x="228600" y="1143000"/>
                </a:lnTo>
                <a:close/>
                <a:moveTo>
                  <a:pt x="1076325" y="1104900"/>
                </a:moveTo>
                <a:lnTo>
                  <a:pt x="1085850" y="1104900"/>
                </a:lnTo>
                <a:lnTo>
                  <a:pt x="1085850" y="1114425"/>
                </a:lnTo>
                <a:lnTo>
                  <a:pt x="1076325" y="1114425"/>
                </a:lnTo>
                <a:close/>
                <a:moveTo>
                  <a:pt x="1400175" y="1104900"/>
                </a:moveTo>
                <a:lnTo>
                  <a:pt x="1419225" y="1104900"/>
                </a:lnTo>
                <a:lnTo>
                  <a:pt x="1419225" y="1114425"/>
                </a:lnTo>
                <a:lnTo>
                  <a:pt x="1409700" y="1114425"/>
                </a:lnTo>
                <a:lnTo>
                  <a:pt x="1409700" y="1123950"/>
                </a:lnTo>
                <a:lnTo>
                  <a:pt x="1400175" y="1123950"/>
                </a:lnTo>
                <a:close/>
                <a:moveTo>
                  <a:pt x="1447800" y="1104900"/>
                </a:moveTo>
                <a:lnTo>
                  <a:pt x="1457325" y="1104900"/>
                </a:lnTo>
                <a:lnTo>
                  <a:pt x="1457325" y="1114425"/>
                </a:lnTo>
                <a:lnTo>
                  <a:pt x="1466850" y="1114425"/>
                </a:lnTo>
                <a:lnTo>
                  <a:pt x="1466850" y="1104900"/>
                </a:lnTo>
                <a:lnTo>
                  <a:pt x="1476375" y="1104900"/>
                </a:lnTo>
                <a:lnTo>
                  <a:pt x="1476375" y="1114425"/>
                </a:lnTo>
                <a:lnTo>
                  <a:pt x="1466850" y="1114425"/>
                </a:lnTo>
                <a:lnTo>
                  <a:pt x="1466850" y="1123950"/>
                </a:lnTo>
                <a:lnTo>
                  <a:pt x="1476375" y="1123950"/>
                </a:lnTo>
                <a:lnTo>
                  <a:pt x="1476375" y="1133475"/>
                </a:lnTo>
                <a:lnTo>
                  <a:pt x="1457325" y="1133475"/>
                </a:lnTo>
                <a:lnTo>
                  <a:pt x="1457325" y="1143000"/>
                </a:lnTo>
                <a:lnTo>
                  <a:pt x="1447800" y="1143000"/>
                </a:lnTo>
                <a:close/>
                <a:moveTo>
                  <a:pt x="1552575" y="1104900"/>
                </a:moveTo>
                <a:lnTo>
                  <a:pt x="1562100" y="1104900"/>
                </a:lnTo>
                <a:lnTo>
                  <a:pt x="1562100" y="1114425"/>
                </a:lnTo>
                <a:lnTo>
                  <a:pt x="1552575" y="1114425"/>
                </a:lnTo>
                <a:close/>
                <a:moveTo>
                  <a:pt x="1238250" y="1114425"/>
                </a:moveTo>
                <a:lnTo>
                  <a:pt x="1257300" y="1114425"/>
                </a:lnTo>
                <a:lnTo>
                  <a:pt x="1257300" y="1123950"/>
                </a:lnTo>
                <a:lnTo>
                  <a:pt x="1238250" y="1123950"/>
                </a:lnTo>
                <a:close/>
                <a:moveTo>
                  <a:pt x="495300" y="1123950"/>
                </a:moveTo>
                <a:lnTo>
                  <a:pt x="504825" y="1123950"/>
                </a:lnTo>
                <a:lnTo>
                  <a:pt x="504825" y="1133475"/>
                </a:lnTo>
                <a:lnTo>
                  <a:pt x="514350" y="1133475"/>
                </a:lnTo>
                <a:lnTo>
                  <a:pt x="514350" y="1123950"/>
                </a:lnTo>
                <a:lnTo>
                  <a:pt x="523875" y="1123950"/>
                </a:lnTo>
                <a:lnTo>
                  <a:pt x="523875" y="1133475"/>
                </a:lnTo>
                <a:lnTo>
                  <a:pt x="533400" y="1133475"/>
                </a:lnTo>
                <a:lnTo>
                  <a:pt x="533400" y="1143000"/>
                </a:lnTo>
                <a:lnTo>
                  <a:pt x="495300" y="1143000"/>
                </a:lnTo>
                <a:close/>
                <a:moveTo>
                  <a:pt x="66675" y="1143000"/>
                </a:moveTo>
                <a:lnTo>
                  <a:pt x="76200" y="1143000"/>
                </a:lnTo>
                <a:lnTo>
                  <a:pt x="76200" y="1152525"/>
                </a:lnTo>
                <a:lnTo>
                  <a:pt x="66675" y="1152525"/>
                </a:lnTo>
                <a:close/>
                <a:moveTo>
                  <a:pt x="161925" y="1143000"/>
                </a:moveTo>
                <a:lnTo>
                  <a:pt x="180975" y="1143000"/>
                </a:lnTo>
                <a:lnTo>
                  <a:pt x="180975" y="1152525"/>
                </a:lnTo>
                <a:lnTo>
                  <a:pt x="161925" y="1152525"/>
                </a:lnTo>
                <a:close/>
                <a:moveTo>
                  <a:pt x="438150" y="1143000"/>
                </a:moveTo>
                <a:lnTo>
                  <a:pt x="447675" y="1143000"/>
                </a:lnTo>
                <a:lnTo>
                  <a:pt x="447675" y="1152525"/>
                </a:lnTo>
                <a:lnTo>
                  <a:pt x="438150" y="1152525"/>
                </a:lnTo>
                <a:close/>
                <a:moveTo>
                  <a:pt x="533400" y="1143000"/>
                </a:moveTo>
                <a:lnTo>
                  <a:pt x="542925" y="1143000"/>
                </a:lnTo>
                <a:lnTo>
                  <a:pt x="542925" y="1152525"/>
                </a:lnTo>
                <a:lnTo>
                  <a:pt x="533400" y="1152525"/>
                </a:lnTo>
                <a:close/>
                <a:moveTo>
                  <a:pt x="0" y="1152525"/>
                </a:moveTo>
                <a:lnTo>
                  <a:pt x="19050" y="1152525"/>
                </a:lnTo>
                <a:lnTo>
                  <a:pt x="19050" y="1162050"/>
                </a:lnTo>
                <a:lnTo>
                  <a:pt x="0" y="1162050"/>
                </a:lnTo>
                <a:close/>
                <a:moveTo>
                  <a:pt x="428625" y="1152525"/>
                </a:moveTo>
                <a:lnTo>
                  <a:pt x="438150" y="1152525"/>
                </a:lnTo>
                <a:lnTo>
                  <a:pt x="438150" y="1181100"/>
                </a:lnTo>
                <a:lnTo>
                  <a:pt x="428625" y="1181100"/>
                </a:lnTo>
                <a:lnTo>
                  <a:pt x="428625" y="1190625"/>
                </a:lnTo>
                <a:lnTo>
                  <a:pt x="419100" y="1190625"/>
                </a:lnTo>
                <a:lnTo>
                  <a:pt x="419100" y="1171575"/>
                </a:lnTo>
                <a:lnTo>
                  <a:pt x="428625" y="1171575"/>
                </a:lnTo>
                <a:close/>
                <a:moveTo>
                  <a:pt x="1581150" y="1152525"/>
                </a:moveTo>
                <a:lnTo>
                  <a:pt x="1590675" y="1152525"/>
                </a:lnTo>
                <a:lnTo>
                  <a:pt x="1590675" y="1162050"/>
                </a:lnTo>
                <a:lnTo>
                  <a:pt x="1581150" y="1162050"/>
                </a:lnTo>
                <a:close/>
                <a:moveTo>
                  <a:pt x="485775" y="1162050"/>
                </a:moveTo>
                <a:lnTo>
                  <a:pt x="495300" y="1162050"/>
                </a:lnTo>
                <a:lnTo>
                  <a:pt x="495300" y="1171575"/>
                </a:lnTo>
                <a:lnTo>
                  <a:pt x="485775" y="1171575"/>
                </a:lnTo>
                <a:close/>
                <a:moveTo>
                  <a:pt x="571500" y="1162050"/>
                </a:moveTo>
                <a:lnTo>
                  <a:pt x="581025" y="1162050"/>
                </a:lnTo>
                <a:lnTo>
                  <a:pt x="581025" y="1171575"/>
                </a:lnTo>
                <a:lnTo>
                  <a:pt x="571500" y="1171575"/>
                </a:lnTo>
                <a:close/>
                <a:moveTo>
                  <a:pt x="76200" y="1171575"/>
                </a:moveTo>
                <a:lnTo>
                  <a:pt x="85725" y="1171575"/>
                </a:lnTo>
                <a:lnTo>
                  <a:pt x="85725" y="1200150"/>
                </a:lnTo>
                <a:lnTo>
                  <a:pt x="76200" y="1200150"/>
                </a:lnTo>
                <a:close/>
                <a:moveTo>
                  <a:pt x="495300" y="1171575"/>
                </a:moveTo>
                <a:lnTo>
                  <a:pt x="504825" y="1171575"/>
                </a:lnTo>
                <a:lnTo>
                  <a:pt x="504825" y="1181100"/>
                </a:lnTo>
                <a:lnTo>
                  <a:pt x="495300" y="1181100"/>
                </a:lnTo>
                <a:close/>
                <a:moveTo>
                  <a:pt x="428625" y="1190625"/>
                </a:moveTo>
                <a:lnTo>
                  <a:pt x="438150" y="1190625"/>
                </a:lnTo>
                <a:lnTo>
                  <a:pt x="438150" y="1200150"/>
                </a:lnTo>
                <a:lnTo>
                  <a:pt x="428625" y="1200150"/>
                </a:lnTo>
                <a:close/>
                <a:moveTo>
                  <a:pt x="400050" y="1209675"/>
                </a:moveTo>
                <a:lnTo>
                  <a:pt x="409575" y="1209675"/>
                </a:lnTo>
                <a:lnTo>
                  <a:pt x="409575" y="1228725"/>
                </a:lnTo>
                <a:lnTo>
                  <a:pt x="447675" y="1228725"/>
                </a:lnTo>
                <a:lnTo>
                  <a:pt x="447675" y="1238250"/>
                </a:lnTo>
                <a:lnTo>
                  <a:pt x="390525" y="1238250"/>
                </a:lnTo>
                <a:lnTo>
                  <a:pt x="390525" y="1247775"/>
                </a:lnTo>
                <a:lnTo>
                  <a:pt x="371475" y="1247775"/>
                </a:lnTo>
                <a:lnTo>
                  <a:pt x="371475" y="1228725"/>
                </a:lnTo>
                <a:lnTo>
                  <a:pt x="390525" y="1228725"/>
                </a:lnTo>
                <a:lnTo>
                  <a:pt x="390525" y="1219200"/>
                </a:lnTo>
                <a:lnTo>
                  <a:pt x="400050" y="1219200"/>
                </a:lnTo>
                <a:close/>
                <a:moveTo>
                  <a:pt x="438150" y="1209675"/>
                </a:moveTo>
                <a:lnTo>
                  <a:pt x="457200" y="1209675"/>
                </a:lnTo>
                <a:lnTo>
                  <a:pt x="457200" y="1219200"/>
                </a:lnTo>
                <a:lnTo>
                  <a:pt x="438150" y="1219200"/>
                </a:lnTo>
                <a:close/>
                <a:moveTo>
                  <a:pt x="485775" y="1209675"/>
                </a:moveTo>
                <a:lnTo>
                  <a:pt x="495300" y="1209675"/>
                </a:lnTo>
                <a:lnTo>
                  <a:pt x="495300" y="1219200"/>
                </a:lnTo>
                <a:lnTo>
                  <a:pt x="485775" y="1219200"/>
                </a:lnTo>
                <a:close/>
                <a:moveTo>
                  <a:pt x="781050" y="1209675"/>
                </a:moveTo>
                <a:lnTo>
                  <a:pt x="790575" y="1209675"/>
                </a:lnTo>
                <a:lnTo>
                  <a:pt x="790575" y="1228725"/>
                </a:lnTo>
                <a:lnTo>
                  <a:pt x="781050" y="1228725"/>
                </a:lnTo>
                <a:close/>
                <a:moveTo>
                  <a:pt x="1114425" y="1209675"/>
                </a:moveTo>
                <a:lnTo>
                  <a:pt x="1123950" y="1209675"/>
                </a:lnTo>
                <a:lnTo>
                  <a:pt x="1123950" y="1219200"/>
                </a:lnTo>
                <a:lnTo>
                  <a:pt x="1152525" y="1219200"/>
                </a:lnTo>
                <a:lnTo>
                  <a:pt x="1152525" y="1209675"/>
                </a:lnTo>
                <a:lnTo>
                  <a:pt x="1162050" y="1209675"/>
                </a:lnTo>
                <a:lnTo>
                  <a:pt x="1162050" y="1219200"/>
                </a:lnTo>
                <a:lnTo>
                  <a:pt x="1152525" y="1219200"/>
                </a:lnTo>
                <a:lnTo>
                  <a:pt x="1152525" y="1228725"/>
                </a:lnTo>
                <a:lnTo>
                  <a:pt x="1190625" y="1228725"/>
                </a:lnTo>
                <a:lnTo>
                  <a:pt x="1190625" y="1238250"/>
                </a:lnTo>
                <a:lnTo>
                  <a:pt x="1181100" y="1238250"/>
                </a:lnTo>
                <a:lnTo>
                  <a:pt x="1181100" y="1247775"/>
                </a:lnTo>
                <a:lnTo>
                  <a:pt x="1162050" y="1247775"/>
                </a:lnTo>
                <a:lnTo>
                  <a:pt x="1162050" y="1238250"/>
                </a:lnTo>
                <a:lnTo>
                  <a:pt x="1114425" y="1238250"/>
                </a:lnTo>
                <a:close/>
                <a:moveTo>
                  <a:pt x="19050" y="1219200"/>
                </a:moveTo>
                <a:lnTo>
                  <a:pt x="28575" y="1219200"/>
                </a:lnTo>
                <a:lnTo>
                  <a:pt x="28575" y="1228725"/>
                </a:lnTo>
                <a:lnTo>
                  <a:pt x="19050" y="1228725"/>
                </a:lnTo>
                <a:close/>
                <a:moveTo>
                  <a:pt x="1552575" y="1219200"/>
                </a:moveTo>
                <a:lnTo>
                  <a:pt x="1571625" y="1219200"/>
                </a:lnTo>
                <a:lnTo>
                  <a:pt x="1571625" y="1209675"/>
                </a:lnTo>
                <a:lnTo>
                  <a:pt x="1552575" y="1209675"/>
                </a:lnTo>
                <a:close/>
                <a:moveTo>
                  <a:pt x="38100" y="1228725"/>
                </a:moveTo>
                <a:lnTo>
                  <a:pt x="57150" y="1228725"/>
                </a:lnTo>
                <a:lnTo>
                  <a:pt x="57150" y="1238250"/>
                </a:lnTo>
                <a:lnTo>
                  <a:pt x="38100" y="1238250"/>
                </a:lnTo>
                <a:close/>
                <a:moveTo>
                  <a:pt x="0" y="1247775"/>
                </a:moveTo>
                <a:lnTo>
                  <a:pt x="9525" y="1247775"/>
                </a:lnTo>
                <a:lnTo>
                  <a:pt x="9525" y="1266825"/>
                </a:lnTo>
                <a:lnTo>
                  <a:pt x="0" y="1266825"/>
                </a:lnTo>
                <a:close/>
                <a:moveTo>
                  <a:pt x="1590675" y="1257300"/>
                </a:moveTo>
                <a:lnTo>
                  <a:pt x="1600200" y="1257300"/>
                </a:lnTo>
                <a:lnTo>
                  <a:pt x="1600200" y="1266825"/>
                </a:lnTo>
                <a:lnTo>
                  <a:pt x="1609725" y="1266825"/>
                </a:lnTo>
                <a:lnTo>
                  <a:pt x="1609725" y="1276350"/>
                </a:lnTo>
                <a:lnTo>
                  <a:pt x="1581150" y="1276350"/>
                </a:lnTo>
                <a:lnTo>
                  <a:pt x="1581150" y="1266825"/>
                </a:lnTo>
                <a:lnTo>
                  <a:pt x="1590675" y="1266825"/>
                </a:lnTo>
                <a:close/>
                <a:moveTo>
                  <a:pt x="1533525" y="1266825"/>
                </a:moveTo>
                <a:lnTo>
                  <a:pt x="1543050" y="1266825"/>
                </a:lnTo>
                <a:lnTo>
                  <a:pt x="1543050" y="1276350"/>
                </a:lnTo>
                <a:lnTo>
                  <a:pt x="1552575" y="1276350"/>
                </a:lnTo>
                <a:lnTo>
                  <a:pt x="1552575" y="1285875"/>
                </a:lnTo>
                <a:lnTo>
                  <a:pt x="1524000" y="1285875"/>
                </a:lnTo>
                <a:lnTo>
                  <a:pt x="1524000" y="1276350"/>
                </a:lnTo>
                <a:lnTo>
                  <a:pt x="1533525" y="1276350"/>
                </a:lnTo>
                <a:close/>
                <a:moveTo>
                  <a:pt x="47625" y="1285875"/>
                </a:moveTo>
                <a:lnTo>
                  <a:pt x="57150" y="1285875"/>
                </a:lnTo>
                <a:lnTo>
                  <a:pt x="57150" y="1304925"/>
                </a:lnTo>
                <a:lnTo>
                  <a:pt x="47625" y="1304925"/>
                </a:lnTo>
                <a:close/>
                <a:moveTo>
                  <a:pt x="95250" y="1285875"/>
                </a:moveTo>
                <a:lnTo>
                  <a:pt x="114300" y="1285875"/>
                </a:lnTo>
                <a:lnTo>
                  <a:pt x="114300" y="1295400"/>
                </a:lnTo>
                <a:lnTo>
                  <a:pt x="104775" y="1295400"/>
                </a:lnTo>
                <a:lnTo>
                  <a:pt x="104775" y="1304925"/>
                </a:lnTo>
                <a:lnTo>
                  <a:pt x="95250" y="1304925"/>
                </a:lnTo>
                <a:close/>
                <a:moveTo>
                  <a:pt x="333375" y="1285875"/>
                </a:moveTo>
                <a:lnTo>
                  <a:pt x="361950" y="1285875"/>
                </a:lnTo>
                <a:lnTo>
                  <a:pt x="361950" y="1295400"/>
                </a:lnTo>
                <a:lnTo>
                  <a:pt x="352425" y="1295400"/>
                </a:lnTo>
                <a:lnTo>
                  <a:pt x="352425" y="1304925"/>
                </a:lnTo>
                <a:lnTo>
                  <a:pt x="361950" y="1304925"/>
                </a:lnTo>
                <a:lnTo>
                  <a:pt x="361950" y="1314450"/>
                </a:lnTo>
                <a:lnTo>
                  <a:pt x="342900" y="1314450"/>
                </a:lnTo>
                <a:lnTo>
                  <a:pt x="342900" y="1295400"/>
                </a:lnTo>
                <a:lnTo>
                  <a:pt x="333375" y="1295400"/>
                </a:lnTo>
                <a:close/>
                <a:moveTo>
                  <a:pt x="409575" y="1285875"/>
                </a:moveTo>
                <a:lnTo>
                  <a:pt x="428625" y="1285875"/>
                </a:lnTo>
                <a:lnTo>
                  <a:pt x="428625" y="1295400"/>
                </a:lnTo>
                <a:lnTo>
                  <a:pt x="409575" y="1295400"/>
                </a:lnTo>
                <a:close/>
                <a:moveTo>
                  <a:pt x="523875" y="1285875"/>
                </a:moveTo>
                <a:lnTo>
                  <a:pt x="542925" y="1285875"/>
                </a:lnTo>
                <a:lnTo>
                  <a:pt x="542925" y="1295400"/>
                </a:lnTo>
                <a:lnTo>
                  <a:pt x="523875" y="1295400"/>
                </a:lnTo>
                <a:close/>
                <a:moveTo>
                  <a:pt x="561975" y="1285875"/>
                </a:moveTo>
                <a:lnTo>
                  <a:pt x="600075" y="1285875"/>
                </a:lnTo>
                <a:lnTo>
                  <a:pt x="600075" y="1295400"/>
                </a:lnTo>
                <a:lnTo>
                  <a:pt x="561975" y="1295400"/>
                </a:lnTo>
                <a:close/>
                <a:moveTo>
                  <a:pt x="723900" y="1285875"/>
                </a:moveTo>
                <a:lnTo>
                  <a:pt x="762000" y="1285875"/>
                </a:lnTo>
                <a:lnTo>
                  <a:pt x="762000" y="1295400"/>
                </a:lnTo>
                <a:lnTo>
                  <a:pt x="723900" y="1295400"/>
                </a:lnTo>
                <a:close/>
                <a:moveTo>
                  <a:pt x="914400" y="1285875"/>
                </a:moveTo>
                <a:lnTo>
                  <a:pt x="933450" y="1285875"/>
                </a:lnTo>
                <a:lnTo>
                  <a:pt x="933450" y="1295400"/>
                </a:lnTo>
                <a:lnTo>
                  <a:pt x="914400" y="1295400"/>
                </a:lnTo>
                <a:close/>
                <a:moveTo>
                  <a:pt x="952500" y="1285875"/>
                </a:moveTo>
                <a:lnTo>
                  <a:pt x="1019175" y="1285875"/>
                </a:lnTo>
                <a:lnTo>
                  <a:pt x="1019175" y="1295400"/>
                </a:lnTo>
                <a:lnTo>
                  <a:pt x="952500" y="1295400"/>
                </a:lnTo>
                <a:close/>
                <a:moveTo>
                  <a:pt x="1038225" y="1285875"/>
                </a:moveTo>
                <a:lnTo>
                  <a:pt x="1047750" y="1285875"/>
                </a:lnTo>
                <a:lnTo>
                  <a:pt x="1047750" y="1295400"/>
                </a:lnTo>
                <a:lnTo>
                  <a:pt x="1038225" y="1295400"/>
                </a:lnTo>
                <a:close/>
                <a:moveTo>
                  <a:pt x="1095375" y="1285875"/>
                </a:moveTo>
                <a:lnTo>
                  <a:pt x="1104900" y="1285875"/>
                </a:lnTo>
                <a:lnTo>
                  <a:pt x="1104900" y="1295400"/>
                </a:lnTo>
                <a:lnTo>
                  <a:pt x="1095375" y="1295400"/>
                </a:lnTo>
                <a:close/>
                <a:moveTo>
                  <a:pt x="1143000" y="1285875"/>
                </a:moveTo>
                <a:lnTo>
                  <a:pt x="1171575" y="1285875"/>
                </a:lnTo>
                <a:lnTo>
                  <a:pt x="1171575" y="1295400"/>
                </a:lnTo>
                <a:lnTo>
                  <a:pt x="1162050" y="1295400"/>
                </a:lnTo>
                <a:lnTo>
                  <a:pt x="1162050" y="1314450"/>
                </a:lnTo>
                <a:lnTo>
                  <a:pt x="1152525" y="1314450"/>
                </a:lnTo>
                <a:lnTo>
                  <a:pt x="1152525" y="1295400"/>
                </a:lnTo>
                <a:lnTo>
                  <a:pt x="1143000" y="1295400"/>
                </a:lnTo>
                <a:close/>
                <a:moveTo>
                  <a:pt x="1295400" y="1285875"/>
                </a:moveTo>
                <a:lnTo>
                  <a:pt x="1333500" y="1285875"/>
                </a:lnTo>
                <a:lnTo>
                  <a:pt x="1333500" y="1295400"/>
                </a:lnTo>
                <a:lnTo>
                  <a:pt x="1295400" y="1295400"/>
                </a:lnTo>
                <a:close/>
                <a:moveTo>
                  <a:pt x="1419225" y="1285875"/>
                </a:moveTo>
                <a:lnTo>
                  <a:pt x="1438275" y="1285875"/>
                </a:lnTo>
                <a:lnTo>
                  <a:pt x="1438275" y="1295400"/>
                </a:lnTo>
                <a:lnTo>
                  <a:pt x="1419225" y="1295400"/>
                </a:lnTo>
                <a:close/>
                <a:moveTo>
                  <a:pt x="1504950" y="1285875"/>
                </a:moveTo>
                <a:lnTo>
                  <a:pt x="1514475" y="1285875"/>
                </a:lnTo>
                <a:lnTo>
                  <a:pt x="1514475" y="1295400"/>
                </a:lnTo>
                <a:lnTo>
                  <a:pt x="1504950" y="1295400"/>
                </a:lnTo>
                <a:close/>
                <a:moveTo>
                  <a:pt x="1485900" y="1295400"/>
                </a:moveTo>
                <a:lnTo>
                  <a:pt x="1495425" y="1295400"/>
                </a:lnTo>
                <a:lnTo>
                  <a:pt x="1495425" y="1304925"/>
                </a:lnTo>
                <a:lnTo>
                  <a:pt x="1504950" y="1304925"/>
                </a:lnTo>
                <a:lnTo>
                  <a:pt x="1504950" y="1323975"/>
                </a:lnTo>
                <a:lnTo>
                  <a:pt x="1495425" y="1323975"/>
                </a:lnTo>
                <a:lnTo>
                  <a:pt x="1495425" y="1333500"/>
                </a:lnTo>
                <a:lnTo>
                  <a:pt x="1514475" y="1333500"/>
                </a:lnTo>
                <a:lnTo>
                  <a:pt x="1514475" y="1352550"/>
                </a:lnTo>
                <a:lnTo>
                  <a:pt x="1504950" y="1352550"/>
                </a:lnTo>
                <a:lnTo>
                  <a:pt x="1504950" y="1362075"/>
                </a:lnTo>
                <a:lnTo>
                  <a:pt x="1466850" y="1362075"/>
                </a:lnTo>
                <a:lnTo>
                  <a:pt x="1466850" y="1352550"/>
                </a:lnTo>
                <a:lnTo>
                  <a:pt x="1476375" y="1352550"/>
                </a:lnTo>
                <a:lnTo>
                  <a:pt x="1476375" y="1343025"/>
                </a:lnTo>
                <a:lnTo>
                  <a:pt x="1485900" y="1343025"/>
                </a:lnTo>
                <a:lnTo>
                  <a:pt x="1485900" y="1314450"/>
                </a:lnTo>
                <a:lnTo>
                  <a:pt x="1466850" y="1314450"/>
                </a:lnTo>
                <a:lnTo>
                  <a:pt x="1466850" y="1333500"/>
                </a:lnTo>
                <a:lnTo>
                  <a:pt x="1447800" y="1333500"/>
                </a:lnTo>
                <a:lnTo>
                  <a:pt x="1447800" y="1323975"/>
                </a:lnTo>
                <a:lnTo>
                  <a:pt x="1438275" y="1323975"/>
                </a:lnTo>
                <a:lnTo>
                  <a:pt x="1438275" y="1314450"/>
                </a:lnTo>
                <a:lnTo>
                  <a:pt x="1419225" y="1314450"/>
                </a:lnTo>
                <a:lnTo>
                  <a:pt x="1419225" y="1304925"/>
                </a:lnTo>
                <a:lnTo>
                  <a:pt x="1485900" y="1304925"/>
                </a:lnTo>
                <a:close/>
                <a:moveTo>
                  <a:pt x="1543050" y="1295400"/>
                </a:moveTo>
                <a:lnTo>
                  <a:pt x="1552575" y="1295400"/>
                </a:lnTo>
                <a:lnTo>
                  <a:pt x="1552575" y="1314450"/>
                </a:lnTo>
                <a:lnTo>
                  <a:pt x="1543050" y="1314450"/>
                </a:lnTo>
                <a:lnTo>
                  <a:pt x="1543050" y="1323975"/>
                </a:lnTo>
                <a:lnTo>
                  <a:pt x="1533525" y="1323975"/>
                </a:lnTo>
                <a:lnTo>
                  <a:pt x="1533525" y="1304925"/>
                </a:lnTo>
                <a:lnTo>
                  <a:pt x="1543050" y="1304925"/>
                </a:lnTo>
                <a:close/>
                <a:moveTo>
                  <a:pt x="219075" y="1304925"/>
                </a:moveTo>
                <a:lnTo>
                  <a:pt x="228600" y="1304925"/>
                </a:lnTo>
                <a:lnTo>
                  <a:pt x="228600" y="1314450"/>
                </a:lnTo>
                <a:lnTo>
                  <a:pt x="219075" y="1314450"/>
                </a:lnTo>
                <a:close/>
                <a:moveTo>
                  <a:pt x="523875" y="1304925"/>
                </a:moveTo>
                <a:lnTo>
                  <a:pt x="571500" y="1304925"/>
                </a:lnTo>
                <a:lnTo>
                  <a:pt x="571500" y="1314450"/>
                </a:lnTo>
                <a:lnTo>
                  <a:pt x="552450" y="1314450"/>
                </a:lnTo>
                <a:lnTo>
                  <a:pt x="552450" y="1343025"/>
                </a:lnTo>
                <a:lnTo>
                  <a:pt x="561975" y="1343025"/>
                </a:lnTo>
                <a:lnTo>
                  <a:pt x="561975" y="1333500"/>
                </a:lnTo>
                <a:lnTo>
                  <a:pt x="581025" y="1333500"/>
                </a:lnTo>
                <a:lnTo>
                  <a:pt x="581025" y="1323975"/>
                </a:lnTo>
                <a:lnTo>
                  <a:pt x="590550" y="1323975"/>
                </a:lnTo>
                <a:lnTo>
                  <a:pt x="590550" y="1333500"/>
                </a:lnTo>
                <a:lnTo>
                  <a:pt x="581025" y="1333500"/>
                </a:lnTo>
                <a:lnTo>
                  <a:pt x="581025" y="1343025"/>
                </a:lnTo>
                <a:lnTo>
                  <a:pt x="571500" y="1343025"/>
                </a:lnTo>
                <a:lnTo>
                  <a:pt x="571500" y="1352550"/>
                </a:lnTo>
                <a:lnTo>
                  <a:pt x="561975" y="1352550"/>
                </a:lnTo>
                <a:lnTo>
                  <a:pt x="561975" y="1362075"/>
                </a:lnTo>
                <a:lnTo>
                  <a:pt x="552450" y="1362075"/>
                </a:lnTo>
                <a:lnTo>
                  <a:pt x="552450" y="1352550"/>
                </a:lnTo>
                <a:lnTo>
                  <a:pt x="504825" y="1352550"/>
                </a:lnTo>
                <a:lnTo>
                  <a:pt x="504825" y="1343025"/>
                </a:lnTo>
                <a:lnTo>
                  <a:pt x="514350" y="1343025"/>
                </a:lnTo>
                <a:lnTo>
                  <a:pt x="514350" y="1333500"/>
                </a:lnTo>
                <a:lnTo>
                  <a:pt x="523875" y="1333500"/>
                </a:lnTo>
                <a:lnTo>
                  <a:pt x="523875" y="1343025"/>
                </a:lnTo>
                <a:lnTo>
                  <a:pt x="533400" y="1343025"/>
                </a:lnTo>
                <a:lnTo>
                  <a:pt x="533400" y="1323975"/>
                </a:lnTo>
                <a:lnTo>
                  <a:pt x="523875" y="1323975"/>
                </a:lnTo>
                <a:close/>
                <a:moveTo>
                  <a:pt x="733425" y="1304925"/>
                </a:moveTo>
                <a:lnTo>
                  <a:pt x="762000" y="1304925"/>
                </a:lnTo>
                <a:lnTo>
                  <a:pt x="762000" y="1314450"/>
                </a:lnTo>
                <a:lnTo>
                  <a:pt x="733425" y="1314450"/>
                </a:lnTo>
                <a:close/>
                <a:moveTo>
                  <a:pt x="990600" y="1304925"/>
                </a:moveTo>
                <a:lnTo>
                  <a:pt x="1047750" y="1304925"/>
                </a:lnTo>
                <a:lnTo>
                  <a:pt x="1047750" y="1314450"/>
                </a:lnTo>
                <a:lnTo>
                  <a:pt x="1028700" y="1314450"/>
                </a:lnTo>
                <a:lnTo>
                  <a:pt x="1028700" y="1343025"/>
                </a:lnTo>
                <a:lnTo>
                  <a:pt x="1038225" y="1343025"/>
                </a:lnTo>
                <a:lnTo>
                  <a:pt x="1038225" y="1352550"/>
                </a:lnTo>
                <a:lnTo>
                  <a:pt x="1047750" y="1352550"/>
                </a:lnTo>
                <a:lnTo>
                  <a:pt x="1047750" y="1362075"/>
                </a:lnTo>
                <a:lnTo>
                  <a:pt x="1009650" y="1362075"/>
                </a:lnTo>
                <a:lnTo>
                  <a:pt x="1009650" y="1352550"/>
                </a:lnTo>
                <a:lnTo>
                  <a:pt x="981075" y="1352550"/>
                </a:lnTo>
                <a:lnTo>
                  <a:pt x="981075" y="1343025"/>
                </a:lnTo>
                <a:lnTo>
                  <a:pt x="962025" y="1343025"/>
                </a:lnTo>
                <a:lnTo>
                  <a:pt x="962025" y="1323975"/>
                </a:lnTo>
                <a:lnTo>
                  <a:pt x="971550" y="1323975"/>
                </a:lnTo>
                <a:lnTo>
                  <a:pt x="971550" y="1333500"/>
                </a:lnTo>
                <a:lnTo>
                  <a:pt x="1000125" y="1333500"/>
                </a:lnTo>
                <a:lnTo>
                  <a:pt x="1000125" y="1314450"/>
                </a:lnTo>
                <a:lnTo>
                  <a:pt x="990600" y="1314450"/>
                </a:lnTo>
                <a:close/>
                <a:moveTo>
                  <a:pt x="1085850" y="1304925"/>
                </a:moveTo>
                <a:lnTo>
                  <a:pt x="1095375" y="1304925"/>
                </a:lnTo>
                <a:lnTo>
                  <a:pt x="1095375" y="1352550"/>
                </a:lnTo>
                <a:lnTo>
                  <a:pt x="1114425" y="1352550"/>
                </a:lnTo>
                <a:lnTo>
                  <a:pt x="1114425" y="1343025"/>
                </a:lnTo>
                <a:lnTo>
                  <a:pt x="1123950" y="1343025"/>
                </a:lnTo>
                <a:lnTo>
                  <a:pt x="1123950" y="1362075"/>
                </a:lnTo>
                <a:lnTo>
                  <a:pt x="1085850" y="1362075"/>
                </a:lnTo>
                <a:lnTo>
                  <a:pt x="1085850" y="1352550"/>
                </a:lnTo>
                <a:lnTo>
                  <a:pt x="1076325" y="1352550"/>
                </a:lnTo>
                <a:lnTo>
                  <a:pt x="1076325" y="1343025"/>
                </a:lnTo>
                <a:lnTo>
                  <a:pt x="1057275" y="1343025"/>
                </a:lnTo>
                <a:lnTo>
                  <a:pt x="1057275" y="1323975"/>
                </a:lnTo>
                <a:lnTo>
                  <a:pt x="1076325" y="1323975"/>
                </a:lnTo>
                <a:lnTo>
                  <a:pt x="1076325" y="1314450"/>
                </a:lnTo>
                <a:lnTo>
                  <a:pt x="1085850" y="1314450"/>
                </a:lnTo>
                <a:close/>
                <a:moveTo>
                  <a:pt x="1104900" y="1304925"/>
                </a:moveTo>
                <a:lnTo>
                  <a:pt x="1114425" y="1304925"/>
                </a:lnTo>
                <a:lnTo>
                  <a:pt x="1114425" y="1314450"/>
                </a:lnTo>
                <a:lnTo>
                  <a:pt x="1133475" y="1314450"/>
                </a:lnTo>
                <a:lnTo>
                  <a:pt x="1133475" y="1304925"/>
                </a:lnTo>
                <a:lnTo>
                  <a:pt x="1143000" y="1304925"/>
                </a:lnTo>
                <a:lnTo>
                  <a:pt x="1143000" y="1314450"/>
                </a:lnTo>
                <a:lnTo>
                  <a:pt x="1133475" y="1314450"/>
                </a:lnTo>
                <a:lnTo>
                  <a:pt x="1133475" y="1323975"/>
                </a:lnTo>
                <a:lnTo>
                  <a:pt x="1104900" y="1323975"/>
                </a:lnTo>
                <a:close/>
                <a:moveTo>
                  <a:pt x="1304925" y="1304925"/>
                </a:moveTo>
                <a:lnTo>
                  <a:pt x="1314450" y="1304925"/>
                </a:lnTo>
                <a:lnTo>
                  <a:pt x="1314450" y="1314450"/>
                </a:lnTo>
                <a:lnTo>
                  <a:pt x="1304925" y="1314450"/>
                </a:lnTo>
                <a:close/>
                <a:moveTo>
                  <a:pt x="161925" y="1314450"/>
                </a:moveTo>
                <a:lnTo>
                  <a:pt x="171450" y="1314450"/>
                </a:lnTo>
                <a:lnTo>
                  <a:pt x="171450" y="1323975"/>
                </a:lnTo>
                <a:lnTo>
                  <a:pt x="161925" y="1323975"/>
                </a:lnTo>
                <a:close/>
                <a:moveTo>
                  <a:pt x="247650" y="1314450"/>
                </a:moveTo>
                <a:lnTo>
                  <a:pt x="266700" y="1314450"/>
                </a:lnTo>
                <a:lnTo>
                  <a:pt x="266700" y="1323975"/>
                </a:lnTo>
                <a:lnTo>
                  <a:pt x="285750" y="1323975"/>
                </a:lnTo>
                <a:lnTo>
                  <a:pt x="285750" y="1333500"/>
                </a:lnTo>
                <a:lnTo>
                  <a:pt x="295275" y="1333500"/>
                </a:lnTo>
                <a:lnTo>
                  <a:pt x="295275" y="1343025"/>
                </a:lnTo>
                <a:lnTo>
                  <a:pt x="276225" y="1343025"/>
                </a:lnTo>
                <a:lnTo>
                  <a:pt x="276225" y="1352550"/>
                </a:lnTo>
                <a:lnTo>
                  <a:pt x="247650" y="1352550"/>
                </a:lnTo>
                <a:close/>
                <a:moveTo>
                  <a:pt x="685800" y="1314450"/>
                </a:moveTo>
                <a:lnTo>
                  <a:pt x="704850" y="1314450"/>
                </a:lnTo>
                <a:lnTo>
                  <a:pt x="704850" y="1323975"/>
                </a:lnTo>
                <a:lnTo>
                  <a:pt x="695325" y="1323975"/>
                </a:lnTo>
                <a:lnTo>
                  <a:pt x="695325" y="1333500"/>
                </a:lnTo>
                <a:lnTo>
                  <a:pt x="685800" y="1333500"/>
                </a:lnTo>
                <a:lnTo>
                  <a:pt x="685800" y="1362075"/>
                </a:lnTo>
                <a:lnTo>
                  <a:pt x="676275" y="1362075"/>
                </a:lnTo>
                <a:lnTo>
                  <a:pt x="676275" y="1333500"/>
                </a:lnTo>
                <a:lnTo>
                  <a:pt x="666750" y="1333500"/>
                </a:lnTo>
                <a:lnTo>
                  <a:pt x="666750" y="1323975"/>
                </a:lnTo>
                <a:lnTo>
                  <a:pt x="685800" y="1323975"/>
                </a:lnTo>
                <a:close/>
                <a:moveTo>
                  <a:pt x="885825" y="1314450"/>
                </a:moveTo>
                <a:lnTo>
                  <a:pt x="914400" y="1314450"/>
                </a:lnTo>
                <a:lnTo>
                  <a:pt x="914400" y="1323975"/>
                </a:lnTo>
                <a:lnTo>
                  <a:pt x="923925" y="1323975"/>
                </a:lnTo>
                <a:lnTo>
                  <a:pt x="923925" y="1333500"/>
                </a:lnTo>
                <a:lnTo>
                  <a:pt x="914400" y="1333500"/>
                </a:lnTo>
                <a:lnTo>
                  <a:pt x="914400" y="1343025"/>
                </a:lnTo>
                <a:lnTo>
                  <a:pt x="933450" y="1343025"/>
                </a:lnTo>
                <a:lnTo>
                  <a:pt x="933450" y="1352550"/>
                </a:lnTo>
                <a:lnTo>
                  <a:pt x="914400" y="1352550"/>
                </a:lnTo>
                <a:lnTo>
                  <a:pt x="914400" y="1362075"/>
                </a:lnTo>
                <a:lnTo>
                  <a:pt x="838200" y="1362075"/>
                </a:lnTo>
                <a:lnTo>
                  <a:pt x="838200" y="1343025"/>
                </a:lnTo>
                <a:lnTo>
                  <a:pt x="828675" y="1343025"/>
                </a:lnTo>
                <a:lnTo>
                  <a:pt x="828675" y="1333500"/>
                </a:lnTo>
                <a:lnTo>
                  <a:pt x="847725" y="1333500"/>
                </a:lnTo>
                <a:lnTo>
                  <a:pt x="847725" y="1352550"/>
                </a:lnTo>
                <a:lnTo>
                  <a:pt x="876300" y="1352550"/>
                </a:lnTo>
                <a:lnTo>
                  <a:pt x="876300" y="1333500"/>
                </a:lnTo>
                <a:lnTo>
                  <a:pt x="866775" y="1333500"/>
                </a:lnTo>
                <a:lnTo>
                  <a:pt x="866775" y="1323975"/>
                </a:lnTo>
                <a:lnTo>
                  <a:pt x="885825" y="1323975"/>
                </a:lnTo>
                <a:close/>
                <a:moveTo>
                  <a:pt x="1181100" y="1314450"/>
                </a:moveTo>
                <a:lnTo>
                  <a:pt x="1190625" y="1314450"/>
                </a:lnTo>
                <a:lnTo>
                  <a:pt x="1190625" y="1343025"/>
                </a:lnTo>
                <a:lnTo>
                  <a:pt x="1200150" y="1343025"/>
                </a:lnTo>
                <a:lnTo>
                  <a:pt x="1200150" y="1352550"/>
                </a:lnTo>
                <a:lnTo>
                  <a:pt x="1181100" y="1352550"/>
                </a:lnTo>
                <a:close/>
                <a:moveTo>
                  <a:pt x="1352550" y="1314450"/>
                </a:moveTo>
                <a:lnTo>
                  <a:pt x="1371600" y="1314450"/>
                </a:lnTo>
                <a:lnTo>
                  <a:pt x="1371600" y="1323975"/>
                </a:lnTo>
                <a:lnTo>
                  <a:pt x="1381125" y="1323975"/>
                </a:lnTo>
                <a:lnTo>
                  <a:pt x="1381125" y="1343025"/>
                </a:lnTo>
                <a:lnTo>
                  <a:pt x="1400175" y="1343025"/>
                </a:lnTo>
                <a:lnTo>
                  <a:pt x="1400175" y="1362075"/>
                </a:lnTo>
                <a:lnTo>
                  <a:pt x="1381125" y="1362075"/>
                </a:lnTo>
                <a:lnTo>
                  <a:pt x="1381125" y="1352550"/>
                </a:lnTo>
                <a:lnTo>
                  <a:pt x="1362075" y="1352550"/>
                </a:lnTo>
                <a:lnTo>
                  <a:pt x="1362075" y="1362075"/>
                </a:lnTo>
                <a:lnTo>
                  <a:pt x="1343025" y="1362075"/>
                </a:lnTo>
                <a:lnTo>
                  <a:pt x="1343025" y="1352550"/>
                </a:lnTo>
                <a:lnTo>
                  <a:pt x="1314450" y="1352550"/>
                </a:lnTo>
                <a:lnTo>
                  <a:pt x="1314450" y="1343025"/>
                </a:lnTo>
                <a:lnTo>
                  <a:pt x="1352550" y="1343025"/>
                </a:lnTo>
                <a:close/>
                <a:moveTo>
                  <a:pt x="9525" y="1323975"/>
                </a:moveTo>
                <a:lnTo>
                  <a:pt x="19050" y="1323975"/>
                </a:lnTo>
                <a:lnTo>
                  <a:pt x="19050" y="1333500"/>
                </a:lnTo>
                <a:lnTo>
                  <a:pt x="9525" y="1333500"/>
                </a:lnTo>
                <a:close/>
                <a:moveTo>
                  <a:pt x="323850" y="1323975"/>
                </a:moveTo>
                <a:lnTo>
                  <a:pt x="342900" y="1323975"/>
                </a:lnTo>
                <a:lnTo>
                  <a:pt x="342900" y="1343025"/>
                </a:lnTo>
                <a:lnTo>
                  <a:pt x="323850" y="1343025"/>
                </a:lnTo>
                <a:lnTo>
                  <a:pt x="323850" y="1362075"/>
                </a:lnTo>
                <a:lnTo>
                  <a:pt x="304800" y="1362075"/>
                </a:lnTo>
                <a:lnTo>
                  <a:pt x="304800" y="1343025"/>
                </a:lnTo>
                <a:lnTo>
                  <a:pt x="314325" y="1343025"/>
                </a:lnTo>
                <a:lnTo>
                  <a:pt x="314325" y="1333500"/>
                </a:lnTo>
                <a:lnTo>
                  <a:pt x="323850" y="1333500"/>
                </a:lnTo>
                <a:close/>
                <a:moveTo>
                  <a:pt x="771525" y="1323975"/>
                </a:moveTo>
                <a:lnTo>
                  <a:pt x="800100" y="1323975"/>
                </a:lnTo>
                <a:lnTo>
                  <a:pt x="800100" y="1333500"/>
                </a:lnTo>
                <a:lnTo>
                  <a:pt x="771525" y="1333500"/>
                </a:lnTo>
                <a:close/>
                <a:moveTo>
                  <a:pt x="1390650" y="1323975"/>
                </a:moveTo>
                <a:lnTo>
                  <a:pt x="1409700" y="1323975"/>
                </a:lnTo>
                <a:lnTo>
                  <a:pt x="1409700" y="1333500"/>
                </a:lnTo>
                <a:lnTo>
                  <a:pt x="1390650" y="1333500"/>
                </a:lnTo>
                <a:close/>
                <a:moveTo>
                  <a:pt x="171450" y="1333500"/>
                </a:moveTo>
                <a:lnTo>
                  <a:pt x="200025" y="1333500"/>
                </a:lnTo>
                <a:lnTo>
                  <a:pt x="200025" y="1362075"/>
                </a:lnTo>
                <a:lnTo>
                  <a:pt x="190500" y="1362075"/>
                </a:lnTo>
                <a:lnTo>
                  <a:pt x="190500" y="1352550"/>
                </a:lnTo>
                <a:lnTo>
                  <a:pt x="180975" y="1352550"/>
                </a:lnTo>
                <a:lnTo>
                  <a:pt x="180975" y="1343025"/>
                </a:lnTo>
                <a:lnTo>
                  <a:pt x="171450" y="1343025"/>
                </a:lnTo>
                <a:close/>
                <a:moveTo>
                  <a:pt x="609600" y="1333500"/>
                </a:moveTo>
                <a:lnTo>
                  <a:pt x="619125" y="1333500"/>
                </a:lnTo>
                <a:lnTo>
                  <a:pt x="619125" y="1352550"/>
                </a:lnTo>
                <a:lnTo>
                  <a:pt x="600075" y="1352550"/>
                </a:lnTo>
                <a:lnTo>
                  <a:pt x="600075" y="1343025"/>
                </a:lnTo>
                <a:lnTo>
                  <a:pt x="609600" y="1343025"/>
                </a:lnTo>
                <a:close/>
                <a:moveTo>
                  <a:pt x="1600200" y="1333500"/>
                </a:moveTo>
                <a:lnTo>
                  <a:pt x="1609725" y="1333500"/>
                </a:lnTo>
                <a:lnTo>
                  <a:pt x="1609725" y="1352550"/>
                </a:lnTo>
                <a:lnTo>
                  <a:pt x="1600200" y="1352550"/>
                </a:lnTo>
                <a:close/>
                <a:moveTo>
                  <a:pt x="209550" y="1343025"/>
                </a:moveTo>
                <a:lnTo>
                  <a:pt x="219075" y="1343025"/>
                </a:lnTo>
                <a:lnTo>
                  <a:pt x="219075" y="1352550"/>
                </a:lnTo>
                <a:lnTo>
                  <a:pt x="209550" y="1352550"/>
                </a:lnTo>
                <a:close/>
                <a:moveTo>
                  <a:pt x="371475" y="1343025"/>
                </a:moveTo>
                <a:lnTo>
                  <a:pt x="381000" y="1343025"/>
                </a:lnTo>
                <a:lnTo>
                  <a:pt x="381000" y="1352550"/>
                </a:lnTo>
                <a:lnTo>
                  <a:pt x="371475" y="1352550"/>
                </a:lnTo>
                <a:close/>
                <a:moveTo>
                  <a:pt x="1162050" y="1343025"/>
                </a:moveTo>
                <a:lnTo>
                  <a:pt x="1171575" y="1343025"/>
                </a:lnTo>
                <a:lnTo>
                  <a:pt x="1171575" y="1352550"/>
                </a:lnTo>
                <a:lnTo>
                  <a:pt x="1162050" y="1352550"/>
                </a:lnTo>
                <a:close/>
                <a:moveTo>
                  <a:pt x="1438275" y="1343025"/>
                </a:moveTo>
                <a:lnTo>
                  <a:pt x="1457325" y="1343025"/>
                </a:lnTo>
                <a:lnTo>
                  <a:pt x="1457325" y="1352550"/>
                </a:lnTo>
                <a:lnTo>
                  <a:pt x="1438275" y="1352550"/>
                </a:lnTo>
                <a:close/>
                <a:moveTo>
                  <a:pt x="0" y="1352550"/>
                </a:moveTo>
                <a:lnTo>
                  <a:pt x="19050" y="1352550"/>
                </a:lnTo>
                <a:lnTo>
                  <a:pt x="19050" y="1362075"/>
                </a:lnTo>
                <a:lnTo>
                  <a:pt x="0" y="1362075"/>
                </a:lnTo>
                <a:close/>
                <a:moveTo>
                  <a:pt x="95250" y="1352550"/>
                </a:moveTo>
                <a:lnTo>
                  <a:pt x="114300" y="1352550"/>
                </a:lnTo>
                <a:lnTo>
                  <a:pt x="114300" y="1362075"/>
                </a:lnTo>
                <a:lnTo>
                  <a:pt x="95250" y="1362075"/>
                </a:lnTo>
                <a:close/>
                <a:moveTo>
                  <a:pt x="400050" y="1352550"/>
                </a:moveTo>
                <a:lnTo>
                  <a:pt x="419100" y="1352550"/>
                </a:lnTo>
                <a:lnTo>
                  <a:pt x="419100" y="1362075"/>
                </a:lnTo>
                <a:lnTo>
                  <a:pt x="400050" y="1362075"/>
                </a:lnTo>
                <a:close/>
                <a:moveTo>
                  <a:pt x="485775" y="1352550"/>
                </a:moveTo>
                <a:lnTo>
                  <a:pt x="504825" y="1352550"/>
                </a:lnTo>
                <a:lnTo>
                  <a:pt x="504825" y="1362075"/>
                </a:lnTo>
                <a:lnTo>
                  <a:pt x="485775" y="1362075"/>
                </a:lnTo>
                <a:close/>
                <a:moveTo>
                  <a:pt x="619125" y="1352550"/>
                </a:moveTo>
                <a:lnTo>
                  <a:pt x="628650" y="1352550"/>
                </a:lnTo>
                <a:lnTo>
                  <a:pt x="628650" y="1362075"/>
                </a:lnTo>
                <a:lnTo>
                  <a:pt x="619125" y="1362075"/>
                </a:lnTo>
                <a:close/>
                <a:moveTo>
                  <a:pt x="1238250" y="1352550"/>
                </a:moveTo>
                <a:lnTo>
                  <a:pt x="1257300" y="1352550"/>
                </a:lnTo>
                <a:lnTo>
                  <a:pt x="1257300" y="1362075"/>
                </a:lnTo>
                <a:lnTo>
                  <a:pt x="1238250" y="1362075"/>
                </a:lnTo>
                <a:close/>
              </a:path>
            </a:pathLst>
          </a:custGeom>
          <a:solidFill xmlns:a="http://schemas.openxmlformats.org/drawingml/2006/main">
            <a:srgbClr val="FAF9F5"/>
          </a:solidFill>
          <a:ln xmlns:a="http://schemas.openxmlformats.org/drawingml/2006/main" w="0">
            <a:noFill/>
          </a:ln>
        </p:spPr>
      </p:sp>
      <p:sp>
        <p:nvSpPr>
          <p:cNvPr id="22" name="turno1 vector #faf9f4">
            <a:extLst xmlns:a="http://schemas.openxmlformats.org/drawingml/2006/main">
              <a:ext uri="{FF2B5EF4-FFF2-40B4-BE49-F238E27FC236}">
                <a16:creationId xmlns:a16="http://schemas.microsoft.com/office/drawing/2014/main" id="{3D9D59FD-1EB7-443A-AC19-01F05CACA0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2025" y="2752725"/>
            <a:ext cx="2476500" cy="2095500"/>
          </a:xfrm>
          <a:custGeom xmlns:a="http://schemas.openxmlformats.org/drawingml/2006/main">
            <a:pathLst>
              <a:path w="1609725" h="1362075">
                <a:moveTo>
                  <a:pt x="219075" y="0"/>
                </a:moveTo>
                <a:lnTo>
                  <a:pt x="228600" y="0"/>
                </a:lnTo>
                <a:lnTo>
                  <a:pt x="228600" y="19050"/>
                </a:lnTo>
                <a:lnTo>
                  <a:pt x="209550" y="19050"/>
                </a:lnTo>
                <a:lnTo>
                  <a:pt x="209550" y="9525"/>
                </a:lnTo>
                <a:lnTo>
                  <a:pt x="219075" y="9525"/>
                </a:lnTo>
                <a:close/>
                <a:moveTo>
                  <a:pt x="504825" y="0"/>
                </a:moveTo>
                <a:lnTo>
                  <a:pt x="533400" y="0"/>
                </a:lnTo>
                <a:lnTo>
                  <a:pt x="533400" y="9525"/>
                </a:lnTo>
                <a:lnTo>
                  <a:pt x="504825" y="9525"/>
                </a:lnTo>
                <a:close/>
                <a:moveTo>
                  <a:pt x="561975" y="0"/>
                </a:moveTo>
                <a:lnTo>
                  <a:pt x="619125" y="0"/>
                </a:lnTo>
                <a:lnTo>
                  <a:pt x="619125" y="19050"/>
                </a:lnTo>
                <a:lnTo>
                  <a:pt x="609600" y="19050"/>
                </a:lnTo>
                <a:lnTo>
                  <a:pt x="609600" y="9525"/>
                </a:lnTo>
                <a:lnTo>
                  <a:pt x="600075" y="9525"/>
                </a:lnTo>
                <a:lnTo>
                  <a:pt x="600075" y="19050"/>
                </a:lnTo>
                <a:lnTo>
                  <a:pt x="581025" y="19050"/>
                </a:lnTo>
                <a:lnTo>
                  <a:pt x="581025" y="9525"/>
                </a:lnTo>
                <a:lnTo>
                  <a:pt x="561975" y="9525"/>
                </a:lnTo>
                <a:close/>
                <a:moveTo>
                  <a:pt x="685800" y="0"/>
                </a:moveTo>
                <a:lnTo>
                  <a:pt x="695325" y="0"/>
                </a:lnTo>
                <a:lnTo>
                  <a:pt x="695325" y="9525"/>
                </a:lnTo>
                <a:lnTo>
                  <a:pt x="685800" y="9525"/>
                </a:lnTo>
                <a:close/>
                <a:moveTo>
                  <a:pt x="790575" y="0"/>
                </a:moveTo>
                <a:lnTo>
                  <a:pt x="809625" y="0"/>
                </a:lnTo>
                <a:lnTo>
                  <a:pt x="809625" y="9525"/>
                </a:lnTo>
                <a:lnTo>
                  <a:pt x="790575" y="9525"/>
                </a:lnTo>
                <a:close/>
                <a:moveTo>
                  <a:pt x="885825" y="0"/>
                </a:moveTo>
                <a:lnTo>
                  <a:pt x="895350" y="0"/>
                </a:lnTo>
                <a:lnTo>
                  <a:pt x="895350" y="9525"/>
                </a:lnTo>
                <a:lnTo>
                  <a:pt x="885825" y="9525"/>
                </a:lnTo>
                <a:close/>
                <a:moveTo>
                  <a:pt x="971550" y="0"/>
                </a:moveTo>
                <a:lnTo>
                  <a:pt x="981075" y="0"/>
                </a:lnTo>
                <a:lnTo>
                  <a:pt x="981075" y="9525"/>
                </a:lnTo>
                <a:lnTo>
                  <a:pt x="971550" y="9525"/>
                </a:lnTo>
                <a:close/>
                <a:moveTo>
                  <a:pt x="1343025" y="0"/>
                </a:moveTo>
                <a:lnTo>
                  <a:pt x="1371600" y="0"/>
                </a:lnTo>
                <a:lnTo>
                  <a:pt x="1371600" y="9525"/>
                </a:lnTo>
                <a:lnTo>
                  <a:pt x="1343025" y="9525"/>
                </a:lnTo>
                <a:close/>
                <a:moveTo>
                  <a:pt x="28575" y="9525"/>
                </a:moveTo>
                <a:lnTo>
                  <a:pt x="38100" y="9525"/>
                </a:lnTo>
                <a:lnTo>
                  <a:pt x="38100" y="19050"/>
                </a:lnTo>
                <a:lnTo>
                  <a:pt x="28575" y="19050"/>
                </a:lnTo>
                <a:close/>
                <a:moveTo>
                  <a:pt x="485775" y="9525"/>
                </a:moveTo>
                <a:lnTo>
                  <a:pt x="495300" y="9525"/>
                </a:lnTo>
                <a:lnTo>
                  <a:pt x="495300" y="19050"/>
                </a:lnTo>
                <a:lnTo>
                  <a:pt x="504825" y="19050"/>
                </a:lnTo>
                <a:lnTo>
                  <a:pt x="504825" y="28575"/>
                </a:lnTo>
                <a:lnTo>
                  <a:pt x="485775" y="28575"/>
                </a:lnTo>
                <a:close/>
                <a:moveTo>
                  <a:pt x="533400" y="9525"/>
                </a:moveTo>
                <a:lnTo>
                  <a:pt x="552450" y="9525"/>
                </a:lnTo>
                <a:lnTo>
                  <a:pt x="552450" y="28575"/>
                </a:lnTo>
                <a:lnTo>
                  <a:pt x="533400" y="28575"/>
                </a:lnTo>
                <a:close/>
                <a:moveTo>
                  <a:pt x="923925" y="9525"/>
                </a:moveTo>
                <a:lnTo>
                  <a:pt x="933450" y="9525"/>
                </a:lnTo>
                <a:lnTo>
                  <a:pt x="933450" y="19050"/>
                </a:lnTo>
                <a:lnTo>
                  <a:pt x="923925" y="19050"/>
                </a:lnTo>
                <a:close/>
                <a:moveTo>
                  <a:pt x="228600" y="19050"/>
                </a:moveTo>
                <a:lnTo>
                  <a:pt x="238125" y="19050"/>
                </a:lnTo>
                <a:lnTo>
                  <a:pt x="238125" y="28575"/>
                </a:lnTo>
                <a:lnTo>
                  <a:pt x="228600" y="28575"/>
                </a:lnTo>
                <a:close/>
                <a:moveTo>
                  <a:pt x="352425" y="19050"/>
                </a:moveTo>
                <a:lnTo>
                  <a:pt x="361950" y="19050"/>
                </a:lnTo>
                <a:lnTo>
                  <a:pt x="361950" y="28575"/>
                </a:lnTo>
                <a:lnTo>
                  <a:pt x="371475" y="28575"/>
                </a:lnTo>
                <a:lnTo>
                  <a:pt x="371475" y="38100"/>
                </a:lnTo>
                <a:lnTo>
                  <a:pt x="352425" y="38100"/>
                </a:lnTo>
                <a:close/>
                <a:moveTo>
                  <a:pt x="847725" y="19050"/>
                </a:moveTo>
                <a:lnTo>
                  <a:pt x="857250" y="19050"/>
                </a:lnTo>
                <a:lnTo>
                  <a:pt x="857250" y="38100"/>
                </a:lnTo>
                <a:lnTo>
                  <a:pt x="847725" y="38100"/>
                </a:lnTo>
                <a:close/>
                <a:moveTo>
                  <a:pt x="1400175" y="19050"/>
                </a:moveTo>
                <a:lnTo>
                  <a:pt x="1409700" y="19050"/>
                </a:lnTo>
                <a:lnTo>
                  <a:pt x="1409700" y="28575"/>
                </a:lnTo>
                <a:lnTo>
                  <a:pt x="1400175" y="28575"/>
                </a:lnTo>
                <a:close/>
                <a:moveTo>
                  <a:pt x="1419225" y="19050"/>
                </a:moveTo>
                <a:lnTo>
                  <a:pt x="1428750" y="19050"/>
                </a:lnTo>
                <a:lnTo>
                  <a:pt x="1428750" y="28575"/>
                </a:lnTo>
                <a:lnTo>
                  <a:pt x="1419225" y="28575"/>
                </a:lnTo>
                <a:close/>
                <a:moveTo>
                  <a:pt x="0" y="28575"/>
                </a:moveTo>
                <a:lnTo>
                  <a:pt x="9525" y="28575"/>
                </a:lnTo>
                <a:lnTo>
                  <a:pt x="9525" y="38100"/>
                </a:lnTo>
                <a:lnTo>
                  <a:pt x="0" y="38100"/>
                </a:lnTo>
                <a:close/>
                <a:moveTo>
                  <a:pt x="152400" y="28575"/>
                </a:moveTo>
                <a:lnTo>
                  <a:pt x="171450" y="28575"/>
                </a:lnTo>
                <a:lnTo>
                  <a:pt x="171450" y="38100"/>
                </a:lnTo>
                <a:lnTo>
                  <a:pt x="152400" y="38100"/>
                </a:lnTo>
                <a:close/>
                <a:moveTo>
                  <a:pt x="419100" y="28575"/>
                </a:moveTo>
                <a:lnTo>
                  <a:pt x="438150" y="28575"/>
                </a:lnTo>
                <a:lnTo>
                  <a:pt x="438150" y="47625"/>
                </a:lnTo>
                <a:lnTo>
                  <a:pt x="476250" y="47625"/>
                </a:lnTo>
                <a:lnTo>
                  <a:pt x="476250" y="38100"/>
                </a:lnTo>
                <a:lnTo>
                  <a:pt x="514350" y="38100"/>
                </a:lnTo>
                <a:lnTo>
                  <a:pt x="514350" y="57150"/>
                </a:lnTo>
                <a:lnTo>
                  <a:pt x="504825" y="57150"/>
                </a:lnTo>
                <a:lnTo>
                  <a:pt x="504825" y="47625"/>
                </a:lnTo>
                <a:lnTo>
                  <a:pt x="495300" y="47625"/>
                </a:lnTo>
                <a:lnTo>
                  <a:pt x="495300" y="57150"/>
                </a:lnTo>
                <a:lnTo>
                  <a:pt x="504825" y="57150"/>
                </a:lnTo>
                <a:lnTo>
                  <a:pt x="504825" y="66675"/>
                </a:lnTo>
                <a:lnTo>
                  <a:pt x="485775" y="66675"/>
                </a:lnTo>
                <a:lnTo>
                  <a:pt x="485775" y="47625"/>
                </a:lnTo>
                <a:lnTo>
                  <a:pt x="476250" y="47625"/>
                </a:lnTo>
                <a:lnTo>
                  <a:pt x="476250" y="57150"/>
                </a:lnTo>
                <a:lnTo>
                  <a:pt x="438150" y="57150"/>
                </a:lnTo>
                <a:lnTo>
                  <a:pt x="438150" y="66675"/>
                </a:lnTo>
                <a:lnTo>
                  <a:pt x="419100" y="66675"/>
                </a:lnTo>
                <a:lnTo>
                  <a:pt x="419100" y="57150"/>
                </a:lnTo>
                <a:lnTo>
                  <a:pt x="428625" y="57150"/>
                </a:lnTo>
                <a:lnTo>
                  <a:pt x="428625" y="47625"/>
                </a:lnTo>
                <a:lnTo>
                  <a:pt x="419100" y="47625"/>
                </a:lnTo>
                <a:close/>
                <a:moveTo>
                  <a:pt x="600075" y="28575"/>
                </a:moveTo>
                <a:lnTo>
                  <a:pt x="628650" y="28575"/>
                </a:lnTo>
                <a:lnTo>
                  <a:pt x="628650" y="38100"/>
                </a:lnTo>
                <a:lnTo>
                  <a:pt x="600075" y="38100"/>
                </a:lnTo>
                <a:close/>
                <a:moveTo>
                  <a:pt x="790575" y="28575"/>
                </a:moveTo>
                <a:lnTo>
                  <a:pt x="809625" y="28575"/>
                </a:lnTo>
                <a:lnTo>
                  <a:pt x="809625" y="38100"/>
                </a:lnTo>
                <a:lnTo>
                  <a:pt x="790575" y="38100"/>
                </a:lnTo>
                <a:close/>
                <a:moveTo>
                  <a:pt x="1247775" y="28575"/>
                </a:moveTo>
                <a:lnTo>
                  <a:pt x="1257300" y="28575"/>
                </a:lnTo>
                <a:lnTo>
                  <a:pt x="1257300" y="38100"/>
                </a:lnTo>
                <a:lnTo>
                  <a:pt x="1247775" y="38100"/>
                </a:lnTo>
                <a:close/>
                <a:moveTo>
                  <a:pt x="1581150" y="28575"/>
                </a:moveTo>
                <a:lnTo>
                  <a:pt x="1609725" y="28575"/>
                </a:lnTo>
                <a:lnTo>
                  <a:pt x="1609725" y="38100"/>
                </a:lnTo>
                <a:lnTo>
                  <a:pt x="1600200" y="38100"/>
                </a:lnTo>
                <a:lnTo>
                  <a:pt x="1600200" y="47625"/>
                </a:lnTo>
                <a:lnTo>
                  <a:pt x="1590675" y="47625"/>
                </a:lnTo>
                <a:lnTo>
                  <a:pt x="1590675" y="38100"/>
                </a:lnTo>
                <a:lnTo>
                  <a:pt x="1581150" y="38100"/>
                </a:lnTo>
                <a:close/>
                <a:moveTo>
                  <a:pt x="209550" y="38100"/>
                </a:moveTo>
                <a:lnTo>
                  <a:pt x="219075" y="38100"/>
                </a:lnTo>
                <a:lnTo>
                  <a:pt x="219075" y="57150"/>
                </a:lnTo>
                <a:lnTo>
                  <a:pt x="209550" y="57150"/>
                </a:lnTo>
                <a:close/>
                <a:moveTo>
                  <a:pt x="542925" y="38100"/>
                </a:moveTo>
                <a:lnTo>
                  <a:pt x="571500" y="38100"/>
                </a:lnTo>
                <a:lnTo>
                  <a:pt x="571500" y="47625"/>
                </a:lnTo>
                <a:lnTo>
                  <a:pt x="590550" y="47625"/>
                </a:lnTo>
                <a:lnTo>
                  <a:pt x="590550" y="38100"/>
                </a:lnTo>
                <a:lnTo>
                  <a:pt x="600075" y="38100"/>
                </a:lnTo>
                <a:lnTo>
                  <a:pt x="600075" y="47625"/>
                </a:lnTo>
                <a:lnTo>
                  <a:pt x="590550" y="47625"/>
                </a:lnTo>
                <a:lnTo>
                  <a:pt x="590550" y="57150"/>
                </a:lnTo>
                <a:lnTo>
                  <a:pt x="581025" y="57150"/>
                </a:lnTo>
                <a:lnTo>
                  <a:pt x="581025" y="66675"/>
                </a:lnTo>
                <a:lnTo>
                  <a:pt x="552450" y="66675"/>
                </a:lnTo>
                <a:lnTo>
                  <a:pt x="552450" y="47625"/>
                </a:lnTo>
                <a:lnTo>
                  <a:pt x="542925" y="47625"/>
                </a:lnTo>
                <a:close/>
                <a:moveTo>
                  <a:pt x="838200" y="38100"/>
                </a:moveTo>
                <a:lnTo>
                  <a:pt x="847725" y="38100"/>
                </a:lnTo>
                <a:lnTo>
                  <a:pt x="847725" y="47625"/>
                </a:lnTo>
                <a:lnTo>
                  <a:pt x="838200" y="47625"/>
                </a:lnTo>
                <a:close/>
                <a:moveTo>
                  <a:pt x="952500" y="38100"/>
                </a:moveTo>
                <a:lnTo>
                  <a:pt x="981075" y="38100"/>
                </a:lnTo>
                <a:lnTo>
                  <a:pt x="981075" y="47625"/>
                </a:lnTo>
                <a:lnTo>
                  <a:pt x="952500" y="47625"/>
                </a:lnTo>
                <a:close/>
                <a:moveTo>
                  <a:pt x="1266825" y="38100"/>
                </a:moveTo>
                <a:lnTo>
                  <a:pt x="1276350" y="38100"/>
                </a:lnTo>
                <a:lnTo>
                  <a:pt x="1276350" y="47625"/>
                </a:lnTo>
                <a:lnTo>
                  <a:pt x="1266825" y="47625"/>
                </a:lnTo>
                <a:close/>
                <a:moveTo>
                  <a:pt x="1438275" y="38100"/>
                </a:moveTo>
                <a:lnTo>
                  <a:pt x="1447800" y="38100"/>
                </a:lnTo>
                <a:lnTo>
                  <a:pt x="1447800" y="47625"/>
                </a:lnTo>
                <a:lnTo>
                  <a:pt x="1457325" y="47625"/>
                </a:lnTo>
                <a:lnTo>
                  <a:pt x="1457325" y="57150"/>
                </a:lnTo>
                <a:lnTo>
                  <a:pt x="1438275" y="57150"/>
                </a:lnTo>
                <a:close/>
                <a:moveTo>
                  <a:pt x="1504950" y="38100"/>
                </a:moveTo>
                <a:lnTo>
                  <a:pt x="1571625" y="38100"/>
                </a:lnTo>
                <a:lnTo>
                  <a:pt x="1571625" y="76200"/>
                </a:lnTo>
                <a:lnTo>
                  <a:pt x="1543050" y="76200"/>
                </a:lnTo>
                <a:lnTo>
                  <a:pt x="1543050" y="66675"/>
                </a:lnTo>
                <a:lnTo>
                  <a:pt x="1533525" y="66675"/>
                </a:lnTo>
                <a:lnTo>
                  <a:pt x="1533525" y="76200"/>
                </a:lnTo>
                <a:lnTo>
                  <a:pt x="1543050" y="76200"/>
                </a:lnTo>
                <a:lnTo>
                  <a:pt x="1543050" y="85725"/>
                </a:lnTo>
                <a:lnTo>
                  <a:pt x="1524000" y="85725"/>
                </a:lnTo>
                <a:lnTo>
                  <a:pt x="1524000" y="76200"/>
                </a:lnTo>
                <a:lnTo>
                  <a:pt x="1514475" y="76200"/>
                </a:lnTo>
                <a:lnTo>
                  <a:pt x="1514475" y="57150"/>
                </a:lnTo>
                <a:lnTo>
                  <a:pt x="1524000" y="57150"/>
                </a:lnTo>
                <a:lnTo>
                  <a:pt x="1524000" y="47625"/>
                </a:lnTo>
                <a:lnTo>
                  <a:pt x="1504950" y="47625"/>
                </a:lnTo>
                <a:close/>
                <a:moveTo>
                  <a:pt x="714375" y="47625"/>
                </a:moveTo>
                <a:lnTo>
                  <a:pt x="733425" y="47625"/>
                </a:lnTo>
                <a:lnTo>
                  <a:pt x="733425" y="57150"/>
                </a:lnTo>
                <a:lnTo>
                  <a:pt x="714375" y="57150"/>
                </a:lnTo>
                <a:close/>
                <a:moveTo>
                  <a:pt x="800100" y="47625"/>
                </a:moveTo>
                <a:lnTo>
                  <a:pt x="809625" y="47625"/>
                </a:lnTo>
                <a:lnTo>
                  <a:pt x="809625" y="57150"/>
                </a:lnTo>
                <a:lnTo>
                  <a:pt x="800100" y="57150"/>
                </a:lnTo>
                <a:close/>
                <a:moveTo>
                  <a:pt x="876300" y="47625"/>
                </a:moveTo>
                <a:lnTo>
                  <a:pt x="885825" y="47625"/>
                </a:lnTo>
                <a:lnTo>
                  <a:pt x="885825" y="57150"/>
                </a:lnTo>
                <a:lnTo>
                  <a:pt x="876300" y="57150"/>
                </a:lnTo>
                <a:close/>
                <a:moveTo>
                  <a:pt x="1047750" y="47625"/>
                </a:moveTo>
                <a:lnTo>
                  <a:pt x="1066800" y="47625"/>
                </a:lnTo>
                <a:lnTo>
                  <a:pt x="1066800" y="57150"/>
                </a:lnTo>
                <a:lnTo>
                  <a:pt x="1047750" y="57150"/>
                </a:lnTo>
                <a:close/>
                <a:moveTo>
                  <a:pt x="1114425" y="47625"/>
                </a:moveTo>
                <a:lnTo>
                  <a:pt x="1123950" y="47625"/>
                </a:lnTo>
                <a:lnTo>
                  <a:pt x="1123950" y="57150"/>
                </a:lnTo>
                <a:lnTo>
                  <a:pt x="1114425" y="57150"/>
                </a:lnTo>
                <a:close/>
                <a:moveTo>
                  <a:pt x="1190625" y="47625"/>
                </a:moveTo>
                <a:lnTo>
                  <a:pt x="1200150" y="47625"/>
                </a:lnTo>
                <a:lnTo>
                  <a:pt x="1200150" y="57150"/>
                </a:lnTo>
                <a:lnTo>
                  <a:pt x="1190625" y="57150"/>
                </a:lnTo>
                <a:close/>
                <a:moveTo>
                  <a:pt x="1247775" y="47625"/>
                </a:moveTo>
                <a:lnTo>
                  <a:pt x="1257300" y="47625"/>
                </a:lnTo>
                <a:lnTo>
                  <a:pt x="1257300" y="57150"/>
                </a:lnTo>
                <a:lnTo>
                  <a:pt x="1247775" y="57150"/>
                </a:lnTo>
                <a:close/>
                <a:moveTo>
                  <a:pt x="104775" y="57150"/>
                </a:moveTo>
                <a:lnTo>
                  <a:pt x="114300" y="57150"/>
                </a:lnTo>
                <a:lnTo>
                  <a:pt x="114300" y="66675"/>
                </a:lnTo>
                <a:lnTo>
                  <a:pt x="104775" y="66675"/>
                </a:lnTo>
                <a:close/>
                <a:moveTo>
                  <a:pt x="200025" y="57150"/>
                </a:moveTo>
                <a:lnTo>
                  <a:pt x="209550" y="57150"/>
                </a:lnTo>
                <a:lnTo>
                  <a:pt x="209550" y="66675"/>
                </a:lnTo>
                <a:lnTo>
                  <a:pt x="200025" y="66675"/>
                </a:lnTo>
                <a:close/>
                <a:moveTo>
                  <a:pt x="695325" y="57150"/>
                </a:moveTo>
                <a:lnTo>
                  <a:pt x="714375" y="57150"/>
                </a:lnTo>
                <a:lnTo>
                  <a:pt x="714375" y="66675"/>
                </a:lnTo>
                <a:lnTo>
                  <a:pt x="695325" y="66675"/>
                </a:lnTo>
                <a:close/>
                <a:moveTo>
                  <a:pt x="809625" y="57150"/>
                </a:moveTo>
                <a:lnTo>
                  <a:pt x="838200" y="57150"/>
                </a:lnTo>
                <a:lnTo>
                  <a:pt x="838200" y="85725"/>
                </a:lnTo>
                <a:lnTo>
                  <a:pt x="828675" y="85725"/>
                </a:lnTo>
                <a:lnTo>
                  <a:pt x="828675" y="66675"/>
                </a:lnTo>
                <a:lnTo>
                  <a:pt x="809625" y="66675"/>
                </a:lnTo>
                <a:close/>
                <a:moveTo>
                  <a:pt x="942975" y="57150"/>
                </a:moveTo>
                <a:lnTo>
                  <a:pt x="952500" y="57150"/>
                </a:lnTo>
                <a:lnTo>
                  <a:pt x="952500" y="66675"/>
                </a:lnTo>
                <a:lnTo>
                  <a:pt x="942975" y="66675"/>
                </a:lnTo>
                <a:close/>
                <a:moveTo>
                  <a:pt x="381000" y="66675"/>
                </a:moveTo>
                <a:lnTo>
                  <a:pt x="419100" y="66675"/>
                </a:lnTo>
                <a:lnTo>
                  <a:pt x="419100" y="76200"/>
                </a:lnTo>
                <a:lnTo>
                  <a:pt x="381000" y="76200"/>
                </a:lnTo>
                <a:close/>
                <a:moveTo>
                  <a:pt x="581025" y="66675"/>
                </a:moveTo>
                <a:lnTo>
                  <a:pt x="590550" y="66675"/>
                </a:lnTo>
                <a:lnTo>
                  <a:pt x="590550" y="76200"/>
                </a:lnTo>
                <a:lnTo>
                  <a:pt x="581025" y="76200"/>
                </a:lnTo>
                <a:close/>
                <a:moveTo>
                  <a:pt x="0" y="76200"/>
                </a:moveTo>
                <a:lnTo>
                  <a:pt x="9525" y="76200"/>
                </a:lnTo>
                <a:lnTo>
                  <a:pt x="9525" y="85725"/>
                </a:lnTo>
                <a:lnTo>
                  <a:pt x="19050" y="85725"/>
                </a:lnTo>
                <a:lnTo>
                  <a:pt x="19050" y="76200"/>
                </a:lnTo>
                <a:lnTo>
                  <a:pt x="28575" y="76200"/>
                </a:lnTo>
                <a:lnTo>
                  <a:pt x="28575" y="85725"/>
                </a:lnTo>
                <a:lnTo>
                  <a:pt x="19050" y="85725"/>
                </a:lnTo>
                <a:lnTo>
                  <a:pt x="19050" y="104775"/>
                </a:lnTo>
                <a:lnTo>
                  <a:pt x="0" y="104775"/>
                </a:lnTo>
                <a:close/>
                <a:moveTo>
                  <a:pt x="600075" y="76200"/>
                </a:moveTo>
                <a:lnTo>
                  <a:pt x="609600" y="76200"/>
                </a:lnTo>
                <a:lnTo>
                  <a:pt x="609600" y="85725"/>
                </a:lnTo>
                <a:lnTo>
                  <a:pt x="600075" y="85725"/>
                </a:lnTo>
                <a:close/>
                <a:moveTo>
                  <a:pt x="1590675" y="76200"/>
                </a:moveTo>
                <a:lnTo>
                  <a:pt x="1600200" y="76200"/>
                </a:lnTo>
                <a:lnTo>
                  <a:pt x="1600200" y="85725"/>
                </a:lnTo>
                <a:lnTo>
                  <a:pt x="1590675" y="85725"/>
                </a:lnTo>
                <a:close/>
                <a:moveTo>
                  <a:pt x="752475" y="85725"/>
                </a:moveTo>
                <a:lnTo>
                  <a:pt x="762000" y="85725"/>
                </a:lnTo>
                <a:lnTo>
                  <a:pt x="762000" y="104775"/>
                </a:lnTo>
                <a:lnTo>
                  <a:pt x="742950" y="104775"/>
                </a:lnTo>
                <a:lnTo>
                  <a:pt x="742950" y="95250"/>
                </a:lnTo>
                <a:lnTo>
                  <a:pt x="752475" y="95250"/>
                </a:lnTo>
                <a:close/>
                <a:moveTo>
                  <a:pt x="904875" y="85725"/>
                </a:moveTo>
                <a:lnTo>
                  <a:pt x="914400" y="85725"/>
                </a:lnTo>
                <a:lnTo>
                  <a:pt x="914400" y="95250"/>
                </a:lnTo>
                <a:lnTo>
                  <a:pt x="904875" y="95250"/>
                </a:lnTo>
                <a:close/>
                <a:moveTo>
                  <a:pt x="28575" y="95250"/>
                </a:moveTo>
                <a:lnTo>
                  <a:pt x="38100" y="95250"/>
                </a:lnTo>
                <a:lnTo>
                  <a:pt x="38100" y="114300"/>
                </a:lnTo>
                <a:lnTo>
                  <a:pt x="28575" y="114300"/>
                </a:lnTo>
                <a:close/>
                <a:moveTo>
                  <a:pt x="57150" y="95250"/>
                </a:moveTo>
                <a:lnTo>
                  <a:pt x="66675" y="95250"/>
                </a:lnTo>
                <a:lnTo>
                  <a:pt x="66675" y="104775"/>
                </a:lnTo>
                <a:lnTo>
                  <a:pt x="85725" y="104775"/>
                </a:lnTo>
                <a:lnTo>
                  <a:pt x="85725" y="123825"/>
                </a:lnTo>
                <a:lnTo>
                  <a:pt x="57150" y="123825"/>
                </a:lnTo>
                <a:close/>
                <a:moveTo>
                  <a:pt x="381000" y="95250"/>
                </a:moveTo>
                <a:lnTo>
                  <a:pt x="400050" y="95250"/>
                </a:lnTo>
                <a:lnTo>
                  <a:pt x="400050" y="104775"/>
                </a:lnTo>
                <a:lnTo>
                  <a:pt x="428625" y="104775"/>
                </a:lnTo>
                <a:lnTo>
                  <a:pt x="428625" y="114300"/>
                </a:lnTo>
                <a:lnTo>
                  <a:pt x="381000" y="114300"/>
                </a:lnTo>
                <a:close/>
                <a:moveTo>
                  <a:pt x="914400" y="95250"/>
                </a:moveTo>
                <a:lnTo>
                  <a:pt x="923925" y="95250"/>
                </a:lnTo>
                <a:lnTo>
                  <a:pt x="923925" y="104775"/>
                </a:lnTo>
                <a:lnTo>
                  <a:pt x="914400" y="104775"/>
                </a:lnTo>
                <a:close/>
                <a:moveTo>
                  <a:pt x="1447800" y="95250"/>
                </a:moveTo>
                <a:lnTo>
                  <a:pt x="1457325" y="95250"/>
                </a:lnTo>
                <a:lnTo>
                  <a:pt x="1457325" y="104775"/>
                </a:lnTo>
                <a:lnTo>
                  <a:pt x="1466850" y="104775"/>
                </a:lnTo>
                <a:lnTo>
                  <a:pt x="1466850" y="114300"/>
                </a:lnTo>
                <a:lnTo>
                  <a:pt x="1457325" y="114300"/>
                </a:lnTo>
                <a:lnTo>
                  <a:pt x="1457325" y="133350"/>
                </a:lnTo>
                <a:lnTo>
                  <a:pt x="1447800" y="133350"/>
                </a:lnTo>
                <a:lnTo>
                  <a:pt x="1447800" y="123825"/>
                </a:lnTo>
                <a:lnTo>
                  <a:pt x="1438275" y="123825"/>
                </a:lnTo>
                <a:lnTo>
                  <a:pt x="1438275" y="114300"/>
                </a:lnTo>
                <a:lnTo>
                  <a:pt x="1447800" y="114300"/>
                </a:lnTo>
                <a:close/>
                <a:moveTo>
                  <a:pt x="1562100" y="95250"/>
                </a:moveTo>
                <a:lnTo>
                  <a:pt x="1571625" y="95250"/>
                </a:lnTo>
                <a:lnTo>
                  <a:pt x="1571625" y="114300"/>
                </a:lnTo>
                <a:lnTo>
                  <a:pt x="1562100" y="114300"/>
                </a:lnTo>
                <a:close/>
                <a:moveTo>
                  <a:pt x="152400" y="104775"/>
                </a:moveTo>
                <a:lnTo>
                  <a:pt x="161925" y="104775"/>
                </a:lnTo>
                <a:lnTo>
                  <a:pt x="161925" y="114300"/>
                </a:lnTo>
                <a:lnTo>
                  <a:pt x="152400" y="114300"/>
                </a:lnTo>
                <a:close/>
                <a:moveTo>
                  <a:pt x="895350" y="104775"/>
                </a:moveTo>
                <a:lnTo>
                  <a:pt x="904875" y="104775"/>
                </a:lnTo>
                <a:lnTo>
                  <a:pt x="904875" y="114300"/>
                </a:lnTo>
                <a:lnTo>
                  <a:pt x="895350" y="114300"/>
                </a:lnTo>
                <a:close/>
                <a:moveTo>
                  <a:pt x="923925" y="104775"/>
                </a:moveTo>
                <a:lnTo>
                  <a:pt x="933450" y="104775"/>
                </a:lnTo>
                <a:lnTo>
                  <a:pt x="933450" y="114300"/>
                </a:lnTo>
                <a:lnTo>
                  <a:pt x="923925" y="114300"/>
                </a:lnTo>
                <a:close/>
                <a:moveTo>
                  <a:pt x="1514475" y="104775"/>
                </a:moveTo>
                <a:lnTo>
                  <a:pt x="1524000" y="104775"/>
                </a:lnTo>
                <a:lnTo>
                  <a:pt x="1524000" y="114300"/>
                </a:lnTo>
                <a:lnTo>
                  <a:pt x="1514475" y="114300"/>
                </a:lnTo>
                <a:close/>
                <a:moveTo>
                  <a:pt x="161925" y="114300"/>
                </a:moveTo>
                <a:lnTo>
                  <a:pt x="171450" y="114300"/>
                </a:lnTo>
                <a:lnTo>
                  <a:pt x="171450" y="123825"/>
                </a:lnTo>
                <a:lnTo>
                  <a:pt x="161925" y="123825"/>
                </a:lnTo>
                <a:close/>
                <a:moveTo>
                  <a:pt x="657225" y="114300"/>
                </a:moveTo>
                <a:lnTo>
                  <a:pt x="676275" y="114300"/>
                </a:lnTo>
                <a:lnTo>
                  <a:pt x="676275" y="123825"/>
                </a:lnTo>
                <a:lnTo>
                  <a:pt x="657225" y="123825"/>
                </a:lnTo>
                <a:close/>
                <a:moveTo>
                  <a:pt x="857250" y="114300"/>
                </a:moveTo>
                <a:lnTo>
                  <a:pt x="866775" y="114300"/>
                </a:lnTo>
                <a:lnTo>
                  <a:pt x="866775" y="123825"/>
                </a:lnTo>
                <a:lnTo>
                  <a:pt x="857250" y="123825"/>
                </a:lnTo>
                <a:close/>
                <a:moveTo>
                  <a:pt x="942975" y="114300"/>
                </a:moveTo>
                <a:lnTo>
                  <a:pt x="952500" y="114300"/>
                </a:lnTo>
                <a:lnTo>
                  <a:pt x="952500" y="123825"/>
                </a:lnTo>
                <a:lnTo>
                  <a:pt x="942975" y="123825"/>
                </a:lnTo>
                <a:close/>
                <a:moveTo>
                  <a:pt x="1400175" y="114300"/>
                </a:moveTo>
                <a:lnTo>
                  <a:pt x="1409700" y="114300"/>
                </a:lnTo>
                <a:lnTo>
                  <a:pt x="1409700" y="123825"/>
                </a:lnTo>
                <a:lnTo>
                  <a:pt x="1400175" y="123825"/>
                </a:lnTo>
                <a:close/>
                <a:moveTo>
                  <a:pt x="1495425" y="114300"/>
                </a:moveTo>
                <a:lnTo>
                  <a:pt x="1504950" y="114300"/>
                </a:lnTo>
                <a:lnTo>
                  <a:pt x="1504950" y="133350"/>
                </a:lnTo>
                <a:lnTo>
                  <a:pt x="1495425" y="133350"/>
                </a:lnTo>
                <a:close/>
                <a:moveTo>
                  <a:pt x="95250" y="123825"/>
                </a:moveTo>
                <a:lnTo>
                  <a:pt x="104775" y="123825"/>
                </a:lnTo>
                <a:lnTo>
                  <a:pt x="104775" y="133350"/>
                </a:lnTo>
                <a:lnTo>
                  <a:pt x="95250" y="133350"/>
                </a:lnTo>
                <a:close/>
                <a:moveTo>
                  <a:pt x="209550" y="123825"/>
                </a:moveTo>
                <a:lnTo>
                  <a:pt x="219075" y="123825"/>
                </a:lnTo>
                <a:lnTo>
                  <a:pt x="219075" y="133350"/>
                </a:lnTo>
                <a:lnTo>
                  <a:pt x="209550" y="133350"/>
                </a:lnTo>
                <a:close/>
                <a:moveTo>
                  <a:pt x="752475" y="123825"/>
                </a:moveTo>
                <a:lnTo>
                  <a:pt x="762000" y="123825"/>
                </a:lnTo>
                <a:lnTo>
                  <a:pt x="762000" y="142875"/>
                </a:lnTo>
                <a:lnTo>
                  <a:pt x="742950" y="142875"/>
                </a:lnTo>
                <a:lnTo>
                  <a:pt x="742950" y="133350"/>
                </a:lnTo>
                <a:lnTo>
                  <a:pt x="752475" y="133350"/>
                </a:lnTo>
                <a:close/>
                <a:moveTo>
                  <a:pt x="800100" y="123825"/>
                </a:moveTo>
                <a:lnTo>
                  <a:pt x="809625" y="123825"/>
                </a:lnTo>
                <a:lnTo>
                  <a:pt x="809625" y="142875"/>
                </a:lnTo>
                <a:lnTo>
                  <a:pt x="800100" y="142875"/>
                </a:lnTo>
                <a:close/>
                <a:moveTo>
                  <a:pt x="914400" y="123825"/>
                </a:moveTo>
                <a:lnTo>
                  <a:pt x="923925" y="123825"/>
                </a:lnTo>
                <a:lnTo>
                  <a:pt x="923925" y="133350"/>
                </a:lnTo>
                <a:lnTo>
                  <a:pt x="914400" y="133350"/>
                </a:lnTo>
                <a:close/>
                <a:moveTo>
                  <a:pt x="1428750" y="123825"/>
                </a:moveTo>
                <a:lnTo>
                  <a:pt x="1438275" y="123825"/>
                </a:lnTo>
                <a:lnTo>
                  <a:pt x="1438275" y="133350"/>
                </a:lnTo>
                <a:lnTo>
                  <a:pt x="1428750" y="133350"/>
                </a:lnTo>
                <a:close/>
                <a:moveTo>
                  <a:pt x="1581150" y="123825"/>
                </a:moveTo>
                <a:lnTo>
                  <a:pt x="1590675" y="123825"/>
                </a:lnTo>
                <a:lnTo>
                  <a:pt x="1590675" y="133350"/>
                </a:lnTo>
                <a:lnTo>
                  <a:pt x="1581150" y="133350"/>
                </a:lnTo>
                <a:close/>
                <a:moveTo>
                  <a:pt x="104775" y="133350"/>
                </a:moveTo>
                <a:lnTo>
                  <a:pt x="114300" y="133350"/>
                </a:lnTo>
                <a:lnTo>
                  <a:pt x="114300" y="142875"/>
                </a:lnTo>
                <a:lnTo>
                  <a:pt x="104775" y="142875"/>
                </a:lnTo>
                <a:close/>
                <a:moveTo>
                  <a:pt x="885825" y="133350"/>
                </a:moveTo>
                <a:lnTo>
                  <a:pt x="904875" y="133350"/>
                </a:lnTo>
                <a:lnTo>
                  <a:pt x="904875" y="142875"/>
                </a:lnTo>
                <a:lnTo>
                  <a:pt x="885825" y="142875"/>
                </a:lnTo>
                <a:close/>
                <a:moveTo>
                  <a:pt x="1590675" y="133350"/>
                </a:moveTo>
                <a:lnTo>
                  <a:pt x="1600200" y="133350"/>
                </a:lnTo>
                <a:lnTo>
                  <a:pt x="1600200" y="142875"/>
                </a:lnTo>
                <a:lnTo>
                  <a:pt x="1609725" y="142875"/>
                </a:lnTo>
                <a:lnTo>
                  <a:pt x="1609725" y="161925"/>
                </a:lnTo>
                <a:lnTo>
                  <a:pt x="1590675" y="161925"/>
                </a:lnTo>
                <a:close/>
                <a:moveTo>
                  <a:pt x="847725" y="142875"/>
                </a:moveTo>
                <a:lnTo>
                  <a:pt x="857250" y="142875"/>
                </a:lnTo>
                <a:lnTo>
                  <a:pt x="857250" y="161925"/>
                </a:lnTo>
                <a:lnTo>
                  <a:pt x="838200" y="161925"/>
                </a:lnTo>
                <a:lnTo>
                  <a:pt x="838200" y="152400"/>
                </a:lnTo>
                <a:lnTo>
                  <a:pt x="847725" y="152400"/>
                </a:lnTo>
                <a:close/>
                <a:moveTo>
                  <a:pt x="962025" y="142875"/>
                </a:moveTo>
                <a:lnTo>
                  <a:pt x="971550" y="142875"/>
                </a:lnTo>
                <a:lnTo>
                  <a:pt x="971550" y="152400"/>
                </a:lnTo>
                <a:lnTo>
                  <a:pt x="962025" y="152400"/>
                </a:lnTo>
                <a:close/>
                <a:moveTo>
                  <a:pt x="38100" y="152400"/>
                </a:moveTo>
                <a:lnTo>
                  <a:pt x="57150" y="152400"/>
                </a:lnTo>
                <a:lnTo>
                  <a:pt x="57150" y="161925"/>
                </a:lnTo>
                <a:lnTo>
                  <a:pt x="66675" y="161925"/>
                </a:lnTo>
                <a:lnTo>
                  <a:pt x="66675" y="180975"/>
                </a:lnTo>
                <a:lnTo>
                  <a:pt x="57150" y="180975"/>
                </a:lnTo>
                <a:lnTo>
                  <a:pt x="57150" y="171450"/>
                </a:lnTo>
                <a:lnTo>
                  <a:pt x="47625" y="171450"/>
                </a:lnTo>
                <a:lnTo>
                  <a:pt x="47625" y="161925"/>
                </a:lnTo>
                <a:lnTo>
                  <a:pt x="38100" y="161925"/>
                </a:lnTo>
                <a:close/>
                <a:moveTo>
                  <a:pt x="619125" y="152400"/>
                </a:moveTo>
                <a:lnTo>
                  <a:pt x="638175" y="152400"/>
                </a:lnTo>
                <a:lnTo>
                  <a:pt x="638175" y="161925"/>
                </a:lnTo>
                <a:lnTo>
                  <a:pt x="628650" y="161925"/>
                </a:lnTo>
                <a:lnTo>
                  <a:pt x="628650" y="180975"/>
                </a:lnTo>
                <a:lnTo>
                  <a:pt x="619125" y="180975"/>
                </a:lnTo>
                <a:close/>
                <a:moveTo>
                  <a:pt x="733425" y="152400"/>
                </a:moveTo>
                <a:lnTo>
                  <a:pt x="742950" y="152400"/>
                </a:lnTo>
                <a:lnTo>
                  <a:pt x="742950" y="161925"/>
                </a:lnTo>
                <a:lnTo>
                  <a:pt x="733425" y="161925"/>
                </a:lnTo>
                <a:close/>
                <a:moveTo>
                  <a:pt x="800100" y="152400"/>
                </a:moveTo>
                <a:lnTo>
                  <a:pt x="809625" y="152400"/>
                </a:lnTo>
                <a:lnTo>
                  <a:pt x="809625" y="180975"/>
                </a:lnTo>
                <a:lnTo>
                  <a:pt x="828675" y="180975"/>
                </a:lnTo>
                <a:lnTo>
                  <a:pt x="828675" y="190500"/>
                </a:lnTo>
                <a:lnTo>
                  <a:pt x="800100" y="190500"/>
                </a:lnTo>
                <a:close/>
                <a:moveTo>
                  <a:pt x="819150" y="152400"/>
                </a:moveTo>
                <a:lnTo>
                  <a:pt x="828675" y="152400"/>
                </a:lnTo>
                <a:lnTo>
                  <a:pt x="828675" y="161925"/>
                </a:lnTo>
                <a:lnTo>
                  <a:pt x="819150" y="161925"/>
                </a:lnTo>
                <a:close/>
                <a:moveTo>
                  <a:pt x="638175" y="161925"/>
                </a:moveTo>
                <a:lnTo>
                  <a:pt x="647700" y="161925"/>
                </a:lnTo>
                <a:lnTo>
                  <a:pt x="647700" y="171450"/>
                </a:lnTo>
                <a:lnTo>
                  <a:pt x="657225" y="171450"/>
                </a:lnTo>
                <a:lnTo>
                  <a:pt x="657225" y="180975"/>
                </a:lnTo>
                <a:lnTo>
                  <a:pt x="638175" y="180975"/>
                </a:lnTo>
                <a:close/>
                <a:moveTo>
                  <a:pt x="742950" y="171450"/>
                </a:moveTo>
                <a:lnTo>
                  <a:pt x="762000" y="171450"/>
                </a:lnTo>
                <a:lnTo>
                  <a:pt x="762000" y="180975"/>
                </a:lnTo>
                <a:lnTo>
                  <a:pt x="771525" y="180975"/>
                </a:lnTo>
                <a:lnTo>
                  <a:pt x="771525" y="171450"/>
                </a:lnTo>
                <a:lnTo>
                  <a:pt x="790575" y="171450"/>
                </a:lnTo>
                <a:lnTo>
                  <a:pt x="790575" y="180975"/>
                </a:lnTo>
                <a:lnTo>
                  <a:pt x="781050" y="180975"/>
                </a:lnTo>
                <a:lnTo>
                  <a:pt x="781050" y="209550"/>
                </a:lnTo>
                <a:lnTo>
                  <a:pt x="771525" y="209550"/>
                </a:lnTo>
                <a:lnTo>
                  <a:pt x="771525" y="238125"/>
                </a:lnTo>
                <a:lnTo>
                  <a:pt x="752475" y="238125"/>
                </a:lnTo>
                <a:lnTo>
                  <a:pt x="752475" y="247650"/>
                </a:lnTo>
                <a:lnTo>
                  <a:pt x="742950" y="247650"/>
                </a:lnTo>
                <a:lnTo>
                  <a:pt x="742950" y="219075"/>
                </a:lnTo>
                <a:lnTo>
                  <a:pt x="752475" y="219075"/>
                </a:lnTo>
                <a:lnTo>
                  <a:pt x="752475" y="209550"/>
                </a:lnTo>
                <a:lnTo>
                  <a:pt x="762000" y="209550"/>
                </a:lnTo>
                <a:lnTo>
                  <a:pt x="762000" y="190500"/>
                </a:lnTo>
                <a:lnTo>
                  <a:pt x="752475" y="190500"/>
                </a:lnTo>
                <a:lnTo>
                  <a:pt x="752475" y="180975"/>
                </a:lnTo>
                <a:lnTo>
                  <a:pt x="742950" y="180975"/>
                </a:lnTo>
                <a:close/>
                <a:moveTo>
                  <a:pt x="114300" y="180975"/>
                </a:moveTo>
                <a:lnTo>
                  <a:pt x="161925" y="180975"/>
                </a:lnTo>
                <a:lnTo>
                  <a:pt x="161925" y="190500"/>
                </a:lnTo>
                <a:lnTo>
                  <a:pt x="152400" y="190500"/>
                </a:lnTo>
                <a:lnTo>
                  <a:pt x="152400" y="219075"/>
                </a:lnTo>
                <a:lnTo>
                  <a:pt x="161925" y="219075"/>
                </a:lnTo>
                <a:lnTo>
                  <a:pt x="161925" y="228600"/>
                </a:lnTo>
                <a:lnTo>
                  <a:pt x="142875" y="228600"/>
                </a:lnTo>
                <a:lnTo>
                  <a:pt x="142875" y="219075"/>
                </a:lnTo>
                <a:lnTo>
                  <a:pt x="133350" y="219075"/>
                </a:lnTo>
                <a:lnTo>
                  <a:pt x="133350" y="209550"/>
                </a:lnTo>
                <a:lnTo>
                  <a:pt x="123825" y="209550"/>
                </a:lnTo>
                <a:lnTo>
                  <a:pt x="123825" y="200025"/>
                </a:lnTo>
                <a:lnTo>
                  <a:pt x="114300" y="200025"/>
                </a:lnTo>
                <a:close/>
                <a:moveTo>
                  <a:pt x="695325" y="180975"/>
                </a:moveTo>
                <a:lnTo>
                  <a:pt x="704850" y="180975"/>
                </a:lnTo>
                <a:lnTo>
                  <a:pt x="704850" y="190500"/>
                </a:lnTo>
                <a:lnTo>
                  <a:pt x="695325" y="190500"/>
                </a:lnTo>
                <a:close/>
                <a:moveTo>
                  <a:pt x="866775" y="180975"/>
                </a:moveTo>
                <a:lnTo>
                  <a:pt x="876300" y="180975"/>
                </a:lnTo>
                <a:lnTo>
                  <a:pt x="876300" y="190500"/>
                </a:lnTo>
                <a:lnTo>
                  <a:pt x="885825" y="190500"/>
                </a:lnTo>
                <a:lnTo>
                  <a:pt x="885825" y="219075"/>
                </a:lnTo>
                <a:lnTo>
                  <a:pt x="895350" y="219075"/>
                </a:lnTo>
                <a:lnTo>
                  <a:pt x="895350" y="247650"/>
                </a:lnTo>
                <a:lnTo>
                  <a:pt x="885825" y="247650"/>
                </a:lnTo>
                <a:lnTo>
                  <a:pt x="885825" y="228600"/>
                </a:lnTo>
                <a:lnTo>
                  <a:pt x="876300" y="228600"/>
                </a:lnTo>
                <a:lnTo>
                  <a:pt x="876300" y="219075"/>
                </a:lnTo>
                <a:lnTo>
                  <a:pt x="857250" y="219075"/>
                </a:lnTo>
                <a:lnTo>
                  <a:pt x="857250" y="209550"/>
                </a:lnTo>
                <a:lnTo>
                  <a:pt x="847725" y="209550"/>
                </a:lnTo>
                <a:lnTo>
                  <a:pt x="847725" y="190500"/>
                </a:lnTo>
                <a:lnTo>
                  <a:pt x="857250" y="190500"/>
                </a:lnTo>
                <a:lnTo>
                  <a:pt x="857250" y="200025"/>
                </a:lnTo>
                <a:lnTo>
                  <a:pt x="866775" y="200025"/>
                </a:lnTo>
                <a:close/>
                <a:moveTo>
                  <a:pt x="57150" y="190500"/>
                </a:moveTo>
                <a:lnTo>
                  <a:pt x="66675" y="190500"/>
                </a:lnTo>
                <a:lnTo>
                  <a:pt x="66675" y="200025"/>
                </a:lnTo>
                <a:lnTo>
                  <a:pt x="57150" y="200025"/>
                </a:lnTo>
                <a:close/>
                <a:moveTo>
                  <a:pt x="676275" y="190500"/>
                </a:moveTo>
                <a:lnTo>
                  <a:pt x="695325" y="190500"/>
                </a:lnTo>
                <a:lnTo>
                  <a:pt x="695325" y="200025"/>
                </a:lnTo>
                <a:lnTo>
                  <a:pt x="685800" y="200025"/>
                </a:lnTo>
                <a:lnTo>
                  <a:pt x="685800" y="219075"/>
                </a:lnTo>
                <a:lnTo>
                  <a:pt x="657225" y="219075"/>
                </a:lnTo>
                <a:lnTo>
                  <a:pt x="657225" y="209550"/>
                </a:lnTo>
                <a:lnTo>
                  <a:pt x="666750" y="209550"/>
                </a:lnTo>
                <a:lnTo>
                  <a:pt x="666750" y="200025"/>
                </a:lnTo>
                <a:lnTo>
                  <a:pt x="676275" y="200025"/>
                </a:lnTo>
                <a:close/>
                <a:moveTo>
                  <a:pt x="1581150" y="190500"/>
                </a:moveTo>
                <a:lnTo>
                  <a:pt x="1600200" y="190500"/>
                </a:lnTo>
                <a:lnTo>
                  <a:pt x="1600200" y="200025"/>
                </a:lnTo>
                <a:lnTo>
                  <a:pt x="1590675" y="200025"/>
                </a:lnTo>
                <a:lnTo>
                  <a:pt x="1590675" y="209550"/>
                </a:lnTo>
                <a:lnTo>
                  <a:pt x="1581150" y="209550"/>
                </a:lnTo>
                <a:close/>
                <a:moveTo>
                  <a:pt x="9525" y="209550"/>
                </a:moveTo>
                <a:lnTo>
                  <a:pt x="66675" y="209550"/>
                </a:lnTo>
                <a:lnTo>
                  <a:pt x="66675" y="219075"/>
                </a:lnTo>
                <a:lnTo>
                  <a:pt x="76200" y="219075"/>
                </a:lnTo>
                <a:lnTo>
                  <a:pt x="76200" y="228600"/>
                </a:lnTo>
                <a:lnTo>
                  <a:pt x="57150" y="228600"/>
                </a:lnTo>
                <a:lnTo>
                  <a:pt x="57150" y="247650"/>
                </a:lnTo>
                <a:lnTo>
                  <a:pt x="47625" y="247650"/>
                </a:lnTo>
                <a:lnTo>
                  <a:pt x="47625" y="238125"/>
                </a:lnTo>
                <a:lnTo>
                  <a:pt x="38100" y="238125"/>
                </a:lnTo>
                <a:lnTo>
                  <a:pt x="38100" y="247650"/>
                </a:lnTo>
                <a:lnTo>
                  <a:pt x="28575" y="247650"/>
                </a:lnTo>
                <a:lnTo>
                  <a:pt x="28575" y="257175"/>
                </a:lnTo>
                <a:lnTo>
                  <a:pt x="19050" y="257175"/>
                </a:lnTo>
                <a:lnTo>
                  <a:pt x="19050" y="266700"/>
                </a:lnTo>
                <a:lnTo>
                  <a:pt x="28575" y="266700"/>
                </a:lnTo>
                <a:lnTo>
                  <a:pt x="28575" y="276225"/>
                </a:lnTo>
                <a:lnTo>
                  <a:pt x="0" y="276225"/>
                </a:lnTo>
                <a:lnTo>
                  <a:pt x="0" y="257175"/>
                </a:lnTo>
                <a:lnTo>
                  <a:pt x="9525" y="257175"/>
                </a:lnTo>
                <a:lnTo>
                  <a:pt x="9525" y="247650"/>
                </a:lnTo>
                <a:lnTo>
                  <a:pt x="19050" y="247650"/>
                </a:lnTo>
                <a:lnTo>
                  <a:pt x="19050" y="238125"/>
                </a:lnTo>
                <a:lnTo>
                  <a:pt x="9525" y="238125"/>
                </a:lnTo>
                <a:close/>
                <a:moveTo>
                  <a:pt x="1590675" y="209550"/>
                </a:moveTo>
                <a:lnTo>
                  <a:pt x="1609725" y="209550"/>
                </a:lnTo>
                <a:lnTo>
                  <a:pt x="1609725" y="238125"/>
                </a:lnTo>
                <a:lnTo>
                  <a:pt x="1581150" y="238125"/>
                </a:lnTo>
                <a:lnTo>
                  <a:pt x="1581150" y="219075"/>
                </a:lnTo>
                <a:lnTo>
                  <a:pt x="1590675" y="219075"/>
                </a:lnTo>
                <a:close/>
                <a:moveTo>
                  <a:pt x="790575" y="219075"/>
                </a:moveTo>
                <a:lnTo>
                  <a:pt x="800100" y="219075"/>
                </a:lnTo>
                <a:lnTo>
                  <a:pt x="800100" y="228600"/>
                </a:lnTo>
                <a:lnTo>
                  <a:pt x="790575" y="228600"/>
                </a:lnTo>
                <a:close/>
                <a:moveTo>
                  <a:pt x="819150" y="228600"/>
                </a:moveTo>
                <a:lnTo>
                  <a:pt x="828675" y="228600"/>
                </a:lnTo>
                <a:lnTo>
                  <a:pt x="828675" y="238125"/>
                </a:lnTo>
                <a:lnTo>
                  <a:pt x="819150" y="238125"/>
                </a:lnTo>
                <a:close/>
                <a:moveTo>
                  <a:pt x="152400" y="238125"/>
                </a:moveTo>
                <a:lnTo>
                  <a:pt x="161925" y="238125"/>
                </a:lnTo>
                <a:lnTo>
                  <a:pt x="161925" y="247650"/>
                </a:lnTo>
                <a:lnTo>
                  <a:pt x="152400" y="247650"/>
                </a:lnTo>
                <a:close/>
                <a:moveTo>
                  <a:pt x="676275" y="238125"/>
                </a:moveTo>
                <a:lnTo>
                  <a:pt x="685800" y="238125"/>
                </a:lnTo>
                <a:lnTo>
                  <a:pt x="685800" y="247650"/>
                </a:lnTo>
                <a:lnTo>
                  <a:pt x="676275" y="247650"/>
                </a:lnTo>
                <a:close/>
                <a:moveTo>
                  <a:pt x="771525" y="238125"/>
                </a:moveTo>
                <a:lnTo>
                  <a:pt x="781050" y="238125"/>
                </a:lnTo>
                <a:lnTo>
                  <a:pt x="781050" y="257175"/>
                </a:lnTo>
                <a:lnTo>
                  <a:pt x="771525" y="257175"/>
                </a:lnTo>
                <a:close/>
                <a:moveTo>
                  <a:pt x="847725" y="238125"/>
                </a:moveTo>
                <a:lnTo>
                  <a:pt x="857250" y="238125"/>
                </a:lnTo>
                <a:lnTo>
                  <a:pt x="857250" y="257175"/>
                </a:lnTo>
                <a:lnTo>
                  <a:pt x="847725" y="257175"/>
                </a:lnTo>
                <a:close/>
                <a:moveTo>
                  <a:pt x="1571625" y="238125"/>
                </a:moveTo>
                <a:lnTo>
                  <a:pt x="1581150" y="238125"/>
                </a:lnTo>
                <a:lnTo>
                  <a:pt x="1581150" y="247650"/>
                </a:lnTo>
                <a:lnTo>
                  <a:pt x="1571625" y="247650"/>
                </a:lnTo>
                <a:close/>
                <a:moveTo>
                  <a:pt x="85725" y="247650"/>
                </a:moveTo>
                <a:lnTo>
                  <a:pt x="95250" y="247650"/>
                </a:lnTo>
                <a:lnTo>
                  <a:pt x="95250" y="266700"/>
                </a:lnTo>
                <a:lnTo>
                  <a:pt x="85725" y="266700"/>
                </a:lnTo>
                <a:close/>
                <a:moveTo>
                  <a:pt x="1600200" y="247650"/>
                </a:moveTo>
                <a:lnTo>
                  <a:pt x="1609725" y="247650"/>
                </a:lnTo>
                <a:lnTo>
                  <a:pt x="1609725" y="276225"/>
                </a:lnTo>
                <a:lnTo>
                  <a:pt x="1600200" y="276225"/>
                </a:lnTo>
                <a:close/>
                <a:moveTo>
                  <a:pt x="752475" y="257175"/>
                </a:moveTo>
                <a:lnTo>
                  <a:pt x="771525" y="257175"/>
                </a:lnTo>
                <a:lnTo>
                  <a:pt x="771525" y="266700"/>
                </a:lnTo>
                <a:lnTo>
                  <a:pt x="762000" y="266700"/>
                </a:lnTo>
                <a:lnTo>
                  <a:pt x="762000" y="285750"/>
                </a:lnTo>
                <a:lnTo>
                  <a:pt x="733425" y="285750"/>
                </a:lnTo>
                <a:lnTo>
                  <a:pt x="733425" y="276225"/>
                </a:lnTo>
                <a:lnTo>
                  <a:pt x="714375" y="276225"/>
                </a:lnTo>
                <a:lnTo>
                  <a:pt x="714375" y="266700"/>
                </a:lnTo>
                <a:lnTo>
                  <a:pt x="733425" y="266700"/>
                </a:lnTo>
                <a:lnTo>
                  <a:pt x="733425" y="276225"/>
                </a:lnTo>
                <a:lnTo>
                  <a:pt x="742950" y="276225"/>
                </a:lnTo>
                <a:lnTo>
                  <a:pt x="742950" y="266700"/>
                </a:lnTo>
                <a:lnTo>
                  <a:pt x="752475" y="266700"/>
                </a:lnTo>
                <a:close/>
                <a:moveTo>
                  <a:pt x="114300" y="266700"/>
                </a:moveTo>
                <a:lnTo>
                  <a:pt x="123825" y="266700"/>
                </a:lnTo>
                <a:lnTo>
                  <a:pt x="123825" y="276225"/>
                </a:lnTo>
                <a:lnTo>
                  <a:pt x="114300" y="276225"/>
                </a:lnTo>
                <a:close/>
                <a:moveTo>
                  <a:pt x="1028700" y="266700"/>
                </a:moveTo>
                <a:lnTo>
                  <a:pt x="1038225" y="266700"/>
                </a:lnTo>
                <a:lnTo>
                  <a:pt x="1038225" y="285750"/>
                </a:lnTo>
                <a:lnTo>
                  <a:pt x="1028700" y="285750"/>
                </a:lnTo>
                <a:close/>
                <a:moveTo>
                  <a:pt x="1485900" y="266700"/>
                </a:moveTo>
                <a:lnTo>
                  <a:pt x="1495425" y="266700"/>
                </a:lnTo>
                <a:lnTo>
                  <a:pt x="1495425" y="276225"/>
                </a:lnTo>
                <a:lnTo>
                  <a:pt x="1485900" y="276225"/>
                </a:lnTo>
                <a:close/>
                <a:moveTo>
                  <a:pt x="1495425" y="276225"/>
                </a:moveTo>
                <a:lnTo>
                  <a:pt x="1504950" y="276225"/>
                </a:lnTo>
                <a:lnTo>
                  <a:pt x="1504950" y="285750"/>
                </a:lnTo>
                <a:lnTo>
                  <a:pt x="1495425" y="285750"/>
                </a:lnTo>
                <a:close/>
                <a:moveTo>
                  <a:pt x="19050" y="285750"/>
                </a:moveTo>
                <a:lnTo>
                  <a:pt x="28575" y="285750"/>
                </a:lnTo>
                <a:lnTo>
                  <a:pt x="28575" y="342900"/>
                </a:lnTo>
                <a:lnTo>
                  <a:pt x="19050" y="342900"/>
                </a:lnTo>
                <a:lnTo>
                  <a:pt x="19050" y="304800"/>
                </a:lnTo>
                <a:lnTo>
                  <a:pt x="0" y="304800"/>
                </a:lnTo>
                <a:lnTo>
                  <a:pt x="0" y="295275"/>
                </a:lnTo>
                <a:lnTo>
                  <a:pt x="19050" y="295275"/>
                </a:lnTo>
                <a:close/>
                <a:moveTo>
                  <a:pt x="95250" y="295275"/>
                </a:moveTo>
                <a:lnTo>
                  <a:pt x="104775" y="295275"/>
                </a:lnTo>
                <a:lnTo>
                  <a:pt x="104775" y="304800"/>
                </a:lnTo>
                <a:lnTo>
                  <a:pt x="95250" y="304800"/>
                </a:lnTo>
                <a:close/>
                <a:moveTo>
                  <a:pt x="76200" y="304800"/>
                </a:moveTo>
                <a:lnTo>
                  <a:pt x="85725" y="304800"/>
                </a:lnTo>
                <a:lnTo>
                  <a:pt x="85725" y="314325"/>
                </a:lnTo>
                <a:lnTo>
                  <a:pt x="95250" y="314325"/>
                </a:lnTo>
                <a:lnTo>
                  <a:pt x="95250" y="323850"/>
                </a:lnTo>
                <a:lnTo>
                  <a:pt x="76200" y="323850"/>
                </a:lnTo>
                <a:lnTo>
                  <a:pt x="76200" y="333375"/>
                </a:lnTo>
                <a:lnTo>
                  <a:pt x="66675" y="333375"/>
                </a:lnTo>
                <a:lnTo>
                  <a:pt x="66675" y="314325"/>
                </a:lnTo>
                <a:lnTo>
                  <a:pt x="76200" y="314325"/>
                </a:lnTo>
                <a:close/>
                <a:moveTo>
                  <a:pt x="104775" y="304800"/>
                </a:moveTo>
                <a:lnTo>
                  <a:pt x="114300" y="304800"/>
                </a:lnTo>
                <a:lnTo>
                  <a:pt x="114300" y="314325"/>
                </a:lnTo>
                <a:lnTo>
                  <a:pt x="104775" y="314325"/>
                </a:lnTo>
                <a:close/>
                <a:moveTo>
                  <a:pt x="95250" y="323850"/>
                </a:moveTo>
                <a:lnTo>
                  <a:pt x="104775" y="323850"/>
                </a:lnTo>
                <a:lnTo>
                  <a:pt x="104775" y="333375"/>
                </a:lnTo>
                <a:lnTo>
                  <a:pt x="95250" y="333375"/>
                </a:lnTo>
                <a:close/>
                <a:moveTo>
                  <a:pt x="1095375" y="323850"/>
                </a:moveTo>
                <a:lnTo>
                  <a:pt x="1104900" y="323850"/>
                </a:lnTo>
                <a:lnTo>
                  <a:pt x="1104900" y="333375"/>
                </a:lnTo>
                <a:lnTo>
                  <a:pt x="1095375" y="333375"/>
                </a:lnTo>
                <a:close/>
                <a:moveTo>
                  <a:pt x="1028700" y="333375"/>
                </a:moveTo>
                <a:lnTo>
                  <a:pt x="1038225" y="333375"/>
                </a:lnTo>
                <a:lnTo>
                  <a:pt x="1038225" y="342900"/>
                </a:lnTo>
                <a:lnTo>
                  <a:pt x="1028700" y="342900"/>
                </a:lnTo>
                <a:close/>
                <a:moveTo>
                  <a:pt x="533400" y="342900"/>
                </a:moveTo>
                <a:lnTo>
                  <a:pt x="542925" y="342900"/>
                </a:lnTo>
                <a:lnTo>
                  <a:pt x="542925" y="352425"/>
                </a:lnTo>
                <a:lnTo>
                  <a:pt x="533400" y="352425"/>
                </a:lnTo>
                <a:close/>
                <a:moveTo>
                  <a:pt x="1057275" y="342900"/>
                </a:moveTo>
                <a:lnTo>
                  <a:pt x="1066800" y="342900"/>
                </a:lnTo>
                <a:lnTo>
                  <a:pt x="1066800" y="352425"/>
                </a:lnTo>
                <a:lnTo>
                  <a:pt x="1057275" y="352425"/>
                </a:lnTo>
                <a:close/>
                <a:moveTo>
                  <a:pt x="1114425" y="342900"/>
                </a:moveTo>
                <a:lnTo>
                  <a:pt x="1123950" y="342900"/>
                </a:lnTo>
                <a:lnTo>
                  <a:pt x="1123950" y="352425"/>
                </a:lnTo>
                <a:lnTo>
                  <a:pt x="1114425" y="352425"/>
                </a:lnTo>
                <a:close/>
                <a:moveTo>
                  <a:pt x="0" y="352425"/>
                </a:moveTo>
                <a:lnTo>
                  <a:pt x="38100" y="352425"/>
                </a:lnTo>
                <a:lnTo>
                  <a:pt x="38100" y="361950"/>
                </a:lnTo>
                <a:lnTo>
                  <a:pt x="19050" y="361950"/>
                </a:lnTo>
                <a:lnTo>
                  <a:pt x="19050" y="371475"/>
                </a:lnTo>
                <a:lnTo>
                  <a:pt x="0" y="371475"/>
                </a:lnTo>
                <a:close/>
                <a:moveTo>
                  <a:pt x="485775" y="352425"/>
                </a:moveTo>
                <a:lnTo>
                  <a:pt x="504825" y="352425"/>
                </a:lnTo>
                <a:lnTo>
                  <a:pt x="504825" y="361950"/>
                </a:lnTo>
                <a:lnTo>
                  <a:pt x="485775" y="361950"/>
                </a:lnTo>
                <a:close/>
                <a:moveTo>
                  <a:pt x="1038225" y="352425"/>
                </a:moveTo>
                <a:lnTo>
                  <a:pt x="1057275" y="352425"/>
                </a:lnTo>
                <a:lnTo>
                  <a:pt x="1057275" y="381000"/>
                </a:lnTo>
                <a:lnTo>
                  <a:pt x="1047750" y="381000"/>
                </a:lnTo>
                <a:lnTo>
                  <a:pt x="1047750" y="390525"/>
                </a:lnTo>
                <a:lnTo>
                  <a:pt x="1028700" y="390525"/>
                </a:lnTo>
                <a:lnTo>
                  <a:pt x="1028700" y="381000"/>
                </a:lnTo>
                <a:lnTo>
                  <a:pt x="1019175" y="381000"/>
                </a:lnTo>
                <a:lnTo>
                  <a:pt x="1019175" y="371475"/>
                </a:lnTo>
                <a:lnTo>
                  <a:pt x="1047750" y="371475"/>
                </a:lnTo>
                <a:lnTo>
                  <a:pt x="1047750" y="361950"/>
                </a:lnTo>
                <a:lnTo>
                  <a:pt x="1038225" y="361950"/>
                </a:lnTo>
                <a:close/>
                <a:moveTo>
                  <a:pt x="1123950" y="352425"/>
                </a:moveTo>
                <a:lnTo>
                  <a:pt x="1133475" y="352425"/>
                </a:lnTo>
                <a:lnTo>
                  <a:pt x="1133475" y="361950"/>
                </a:lnTo>
                <a:lnTo>
                  <a:pt x="1123950" y="361950"/>
                </a:lnTo>
                <a:close/>
                <a:moveTo>
                  <a:pt x="523875" y="361950"/>
                </a:moveTo>
                <a:lnTo>
                  <a:pt x="552450" y="361950"/>
                </a:lnTo>
                <a:lnTo>
                  <a:pt x="552450" y="381000"/>
                </a:lnTo>
                <a:lnTo>
                  <a:pt x="542925" y="381000"/>
                </a:lnTo>
                <a:lnTo>
                  <a:pt x="542925" y="371475"/>
                </a:lnTo>
                <a:lnTo>
                  <a:pt x="523875" y="371475"/>
                </a:lnTo>
                <a:close/>
                <a:moveTo>
                  <a:pt x="38100" y="371475"/>
                </a:moveTo>
                <a:lnTo>
                  <a:pt x="57150" y="371475"/>
                </a:lnTo>
                <a:lnTo>
                  <a:pt x="57150" y="390525"/>
                </a:lnTo>
                <a:lnTo>
                  <a:pt x="38100" y="390525"/>
                </a:lnTo>
                <a:close/>
                <a:moveTo>
                  <a:pt x="419100" y="371475"/>
                </a:moveTo>
                <a:lnTo>
                  <a:pt x="428625" y="371475"/>
                </a:lnTo>
                <a:lnTo>
                  <a:pt x="428625" y="381000"/>
                </a:lnTo>
                <a:lnTo>
                  <a:pt x="419100" y="381000"/>
                </a:lnTo>
                <a:close/>
                <a:moveTo>
                  <a:pt x="447675" y="371475"/>
                </a:moveTo>
                <a:lnTo>
                  <a:pt x="466725" y="371475"/>
                </a:lnTo>
                <a:lnTo>
                  <a:pt x="466725" y="390525"/>
                </a:lnTo>
                <a:lnTo>
                  <a:pt x="438150" y="390525"/>
                </a:lnTo>
                <a:lnTo>
                  <a:pt x="438150" y="381000"/>
                </a:lnTo>
                <a:lnTo>
                  <a:pt x="447675" y="381000"/>
                </a:lnTo>
                <a:close/>
                <a:moveTo>
                  <a:pt x="1095375" y="371475"/>
                </a:moveTo>
                <a:lnTo>
                  <a:pt x="1104900" y="371475"/>
                </a:lnTo>
                <a:lnTo>
                  <a:pt x="1104900" y="381000"/>
                </a:lnTo>
                <a:lnTo>
                  <a:pt x="1095375" y="381000"/>
                </a:lnTo>
                <a:close/>
                <a:moveTo>
                  <a:pt x="1571625" y="390525"/>
                </a:moveTo>
                <a:lnTo>
                  <a:pt x="1590675" y="390525"/>
                </a:lnTo>
                <a:lnTo>
                  <a:pt x="1590675" y="400050"/>
                </a:lnTo>
                <a:lnTo>
                  <a:pt x="1571625" y="400050"/>
                </a:lnTo>
                <a:close/>
                <a:moveTo>
                  <a:pt x="28575" y="400050"/>
                </a:moveTo>
                <a:lnTo>
                  <a:pt x="57150" y="400050"/>
                </a:lnTo>
                <a:lnTo>
                  <a:pt x="57150" y="409575"/>
                </a:lnTo>
                <a:lnTo>
                  <a:pt x="28575" y="409575"/>
                </a:lnTo>
                <a:close/>
                <a:moveTo>
                  <a:pt x="457200" y="400050"/>
                </a:moveTo>
                <a:lnTo>
                  <a:pt x="466725" y="400050"/>
                </a:lnTo>
                <a:lnTo>
                  <a:pt x="466725" y="409575"/>
                </a:lnTo>
                <a:lnTo>
                  <a:pt x="457200" y="409575"/>
                </a:lnTo>
                <a:close/>
                <a:moveTo>
                  <a:pt x="523875" y="400050"/>
                </a:moveTo>
                <a:lnTo>
                  <a:pt x="533400" y="400050"/>
                </a:lnTo>
                <a:lnTo>
                  <a:pt x="533400" y="409575"/>
                </a:lnTo>
                <a:lnTo>
                  <a:pt x="523875" y="409575"/>
                </a:lnTo>
                <a:close/>
                <a:moveTo>
                  <a:pt x="1562100" y="400050"/>
                </a:moveTo>
                <a:lnTo>
                  <a:pt x="1571625" y="400050"/>
                </a:lnTo>
                <a:lnTo>
                  <a:pt x="1571625" y="409575"/>
                </a:lnTo>
                <a:lnTo>
                  <a:pt x="1562100" y="409575"/>
                </a:lnTo>
                <a:close/>
                <a:moveTo>
                  <a:pt x="466725" y="409575"/>
                </a:moveTo>
                <a:lnTo>
                  <a:pt x="485775" y="409575"/>
                </a:lnTo>
                <a:lnTo>
                  <a:pt x="485775" y="419100"/>
                </a:lnTo>
                <a:lnTo>
                  <a:pt x="466725" y="419100"/>
                </a:lnTo>
                <a:close/>
                <a:moveTo>
                  <a:pt x="428625" y="419100"/>
                </a:moveTo>
                <a:lnTo>
                  <a:pt x="438150" y="419100"/>
                </a:lnTo>
                <a:lnTo>
                  <a:pt x="438150" y="438150"/>
                </a:lnTo>
                <a:lnTo>
                  <a:pt x="419100" y="438150"/>
                </a:lnTo>
                <a:lnTo>
                  <a:pt x="419100" y="428625"/>
                </a:lnTo>
                <a:lnTo>
                  <a:pt x="428625" y="428625"/>
                </a:lnTo>
                <a:close/>
                <a:moveTo>
                  <a:pt x="457200" y="419100"/>
                </a:moveTo>
                <a:lnTo>
                  <a:pt x="466725" y="419100"/>
                </a:lnTo>
                <a:lnTo>
                  <a:pt x="466725" y="428625"/>
                </a:lnTo>
                <a:lnTo>
                  <a:pt x="457200" y="428625"/>
                </a:lnTo>
                <a:close/>
                <a:moveTo>
                  <a:pt x="1019175" y="419100"/>
                </a:moveTo>
                <a:lnTo>
                  <a:pt x="1028700" y="419100"/>
                </a:lnTo>
                <a:lnTo>
                  <a:pt x="1028700" y="428625"/>
                </a:lnTo>
                <a:lnTo>
                  <a:pt x="1019175" y="428625"/>
                </a:lnTo>
                <a:close/>
                <a:moveTo>
                  <a:pt x="476250" y="428625"/>
                </a:moveTo>
                <a:lnTo>
                  <a:pt x="495300" y="428625"/>
                </a:lnTo>
                <a:lnTo>
                  <a:pt x="495300" y="438150"/>
                </a:lnTo>
                <a:lnTo>
                  <a:pt x="476250" y="438150"/>
                </a:lnTo>
                <a:close/>
                <a:moveTo>
                  <a:pt x="1057275" y="428625"/>
                </a:moveTo>
                <a:lnTo>
                  <a:pt x="1076325" y="428625"/>
                </a:lnTo>
                <a:lnTo>
                  <a:pt x="1076325" y="438150"/>
                </a:lnTo>
                <a:lnTo>
                  <a:pt x="1057275" y="438150"/>
                </a:lnTo>
                <a:close/>
                <a:moveTo>
                  <a:pt x="28575" y="438150"/>
                </a:moveTo>
                <a:lnTo>
                  <a:pt x="38100" y="438150"/>
                </a:lnTo>
                <a:lnTo>
                  <a:pt x="38100" y="447675"/>
                </a:lnTo>
                <a:lnTo>
                  <a:pt x="28575" y="447675"/>
                </a:lnTo>
                <a:close/>
                <a:moveTo>
                  <a:pt x="571500" y="438150"/>
                </a:moveTo>
                <a:lnTo>
                  <a:pt x="581025" y="438150"/>
                </a:lnTo>
                <a:lnTo>
                  <a:pt x="581025" y="447675"/>
                </a:lnTo>
                <a:lnTo>
                  <a:pt x="571500" y="447675"/>
                </a:lnTo>
                <a:close/>
                <a:moveTo>
                  <a:pt x="419100" y="447675"/>
                </a:moveTo>
                <a:lnTo>
                  <a:pt x="428625" y="447675"/>
                </a:lnTo>
                <a:lnTo>
                  <a:pt x="428625" y="457200"/>
                </a:lnTo>
                <a:lnTo>
                  <a:pt x="438150" y="457200"/>
                </a:lnTo>
                <a:lnTo>
                  <a:pt x="438150" y="485775"/>
                </a:lnTo>
                <a:lnTo>
                  <a:pt x="409575" y="485775"/>
                </a:lnTo>
                <a:lnTo>
                  <a:pt x="409575" y="476250"/>
                </a:lnTo>
                <a:lnTo>
                  <a:pt x="419100" y="476250"/>
                </a:lnTo>
                <a:lnTo>
                  <a:pt x="419100" y="466725"/>
                </a:lnTo>
                <a:lnTo>
                  <a:pt x="409575" y="466725"/>
                </a:lnTo>
                <a:lnTo>
                  <a:pt x="409575" y="457200"/>
                </a:lnTo>
                <a:lnTo>
                  <a:pt x="419100" y="457200"/>
                </a:lnTo>
                <a:close/>
                <a:moveTo>
                  <a:pt x="485775" y="447675"/>
                </a:moveTo>
                <a:lnTo>
                  <a:pt x="504825" y="447675"/>
                </a:lnTo>
                <a:lnTo>
                  <a:pt x="504825" y="466725"/>
                </a:lnTo>
                <a:lnTo>
                  <a:pt x="514350" y="466725"/>
                </a:lnTo>
                <a:lnTo>
                  <a:pt x="514350" y="476250"/>
                </a:lnTo>
                <a:lnTo>
                  <a:pt x="495300" y="476250"/>
                </a:lnTo>
                <a:lnTo>
                  <a:pt x="495300" y="466725"/>
                </a:lnTo>
                <a:lnTo>
                  <a:pt x="476250" y="466725"/>
                </a:lnTo>
                <a:lnTo>
                  <a:pt x="476250" y="457200"/>
                </a:lnTo>
                <a:lnTo>
                  <a:pt x="485775" y="457200"/>
                </a:lnTo>
                <a:close/>
                <a:moveTo>
                  <a:pt x="600075" y="447675"/>
                </a:moveTo>
                <a:lnTo>
                  <a:pt x="619125" y="447675"/>
                </a:lnTo>
                <a:lnTo>
                  <a:pt x="619125" y="457200"/>
                </a:lnTo>
                <a:lnTo>
                  <a:pt x="600075" y="457200"/>
                </a:lnTo>
                <a:close/>
                <a:moveTo>
                  <a:pt x="990600" y="447675"/>
                </a:moveTo>
                <a:lnTo>
                  <a:pt x="1000125" y="447675"/>
                </a:lnTo>
                <a:lnTo>
                  <a:pt x="1000125" y="457200"/>
                </a:lnTo>
                <a:lnTo>
                  <a:pt x="990600" y="457200"/>
                </a:lnTo>
                <a:close/>
                <a:moveTo>
                  <a:pt x="1238250" y="457200"/>
                </a:moveTo>
                <a:lnTo>
                  <a:pt x="1247775" y="457200"/>
                </a:lnTo>
                <a:lnTo>
                  <a:pt x="1247775" y="466725"/>
                </a:lnTo>
                <a:lnTo>
                  <a:pt x="1238250" y="466725"/>
                </a:lnTo>
                <a:close/>
                <a:moveTo>
                  <a:pt x="1590675" y="457200"/>
                </a:moveTo>
                <a:lnTo>
                  <a:pt x="1609725" y="457200"/>
                </a:lnTo>
                <a:lnTo>
                  <a:pt x="1609725" y="466725"/>
                </a:lnTo>
                <a:lnTo>
                  <a:pt x="1590675" y="466725"/>
                </a:lnTo>
                <a:close/>
                <a:moveTo>
                  <a:pt x="466725" y="466725"/>
                </a:moveTo>
                <a:lnTo>
                  <a:pt x="476250" y="466725"/>
                </a:lnTo>
                <a:lnTo>
                  <a:pt x="476250" y="476250"/>
                </a:lnTo>
                <a:lnTo>
                  <a:pt x="466725" y="476250"/>
                </a:lnTo>
                <a:close/>
                <a:moveTo>
                  <a:pt x="0" y="476250"/>
                </a:moveTo>
                <a:lnTo>
                  <a:pt x="19050" y="476250"/>
                </a:lnTo>
                <a:lnTo>
                  <a:pt x="19050" y="495300"/>
                </a:lnTo>
                <a:lnTo>
                  <a:pt x="28575" y="495300"/>
                </a:lnTo>
                <a:lnTo>
                  <a:pt x="28575" y="514350"/>
                </a:lnTo>
                <a:lnTo>
                  <a:pt x="19050" y="514350"/>
                </a:lnTo>
                <a:lnTo>
                  <a:pt x="19050" y="504825"/>
                </a:lnTo>
                <a:lnTo>
                  <a:pt x="0" y="504825"/>
                </a:lnTo>
                <a:close/>
                <a:moveTo>
                  <a:pt x="438150" y="485775"/>
                </a:moveTo>
                <a:lnTo>
                  <a:pt x="447675" y="485775"/>
                </a:lnTo>
                <a:lnTo>
                  <a:pt x="447675" y="495300"/>
                </a:lnTo>
                <a:lnTo>
                  <a:pt x="438150" y="495300"/>
                </a:lnTo>
                <a:close/>
                <a:moveTo>
                  <a:pt x="38100" y="495300"/>
                </a:moveTo>
                <a:lnTo>
                  <a:pt x="47625" y="495300"/>
                </a:lnTo>
                <a:lnTo>
                  <a:pt x="47625" y="504825"/>
                </a:lnTo>
                <a:lnTo>
                  <a:pt x="38100" y="504825"/>
                </a:lnTo>
                <a:close/>
                <a:moveTo>
                  <a:pt x="1590675" y="495300"/>
                </a:moveTo>
                <a:lnTo>
                  <a:pt x="1609725" y="495300"/>
                </a:lnTo>
                <a:lnTo>
                  <a:pt x="1609725" y="504825"/>
                </a:lnTo>
                <a:lnTo>
                  <a:pt x="1590675" y="504825"/>
                </a:lnTo>
                <a:close/>
                <a:moveTo>
                  <a:pt x="1285875" y="504825"/>
                </a:moveTo>
                <a:lnTo>
                  <a:pt x="1295400" y="504825"/>
                </a:lnTo>
                <a:lnTo>
                  <a:pt x="1295400" y="514350"/>
                </a:lnTo>
                <a:lnTo>
                  <a:pt x="1285875" y="514350"/>
                </a:lnTo>
                <a:close/>
                <a:moveTo>
                  <a:pt x="1571625" y="504825"/>
                </a:moveTo>
                <a:lnTo>
                  <a:pt x="1590675" y="504825"/>
                </a:lnTo>
                <a:lnTo>
                  <a:pt x="1590675" y="514350"/>
                </a:lnTo>
                <a:lnTo>
                  <a:pt x="1571625" y="514350"/>
                </a:lnTo>
                <a:close/>
                <a:moveTo>
                  <a:pt x="1247775" y="514350"/>
                </a:moveTo>
                <a:lnTo>
                  <a:pt x="1257300" y="514350"/>
                </a:lnTo>
                <a:lnTo>
                  <a:pt x="1257300" y="533400"/>
                </a:lnTo>
                <a:lnTo>
                  <a:pt x="1238250" y="533400"/>
                </a:lnTo>
                <a:lnTo>
                  <a:pt x="1238250" y="523875"/>
                </a:lnTo>
                <a:lnTo>
                  <a:pt x="1247775" y="523875"/>
                </a:lnTo>
                <a:close/>
                <a:moveTo>
                  <a:pt x="809625" y="523875"/>
                </a:moveTo>
                <a:lnTo>
                  <a:pt x="828675" y="523875"/>
                </a:lnTo>
                <a:lnTo>
                  <a:pt x="828675" y="533400"/>
                </a:lnTo>
                <a:lnTo>
                  <a:pt x="809625" y="533400"/>
                </a:lnTo>
                <a:close/>
                <a:moveTo>
                  <a:pt x="771525" y="533400"/>
                </a:moveTo>
                <a:lnTo>
                  <a:pt x="790575" y="533400"/>
                </a:lnTo>
                <a:lnTo>
                  <a:pt x="790575" y="542925"/>
                </a:lnTo>
                <a:lnTo>
                  <a:pt x="771525" y="542925"/>
                </a:lnTo>
                <a:close/>
                <a:moveTo>
                  <a:pt x="1019175" y="542925"/>
                </a:moveTo>
                <a:lnTo>
                  <a:pt x="1028700" y="542925"/>
                </a:lnTo>
                <a:lnTo>
                  <a:pt x="1028700" y="552450"/>
                </a:lnTo>
                <a:lnTo>
                  <a:pt x="1019175" y="552450"/>
                </a:lnTo>
                <a:close/>
                <a:moveTo>
                  <a:pt x="200025" y="552450"/>
                </a:moveTo>
                <a:lnTo>
                  <a:pt x="209550" y="552450"/>
                </a:lnTo>
                <a:lnTo>
                  <a:pt x="209550" y="561975"/>
                </a:lnTo>
                <a:lnTo>
                  <a:pt x="200025" y="561975"/>
                </a:lnTo>
                <a:close/>
                <a:moveTo>
                  <a:pt x="866775" y="552450"/>
                </a:moveTo>
                <a:lnTo>
                  <a:pt x="876300" y="552450"/>
                </a:lnTo>
                <a:lnTo>
                  <a:pt x="876300" y="561975"/>
                </a:lnTo>
                <a:lnTo>
                  <a:pt x="866775" y="561975"/>
                </a:lnTo>
                <a:close/>
                <a:moveTo>
                  <a:pt x="333375" y="561975"/>
                </a:moveTo>
                <a:lnTo>
                  <a:pt x="342900" y="561975"/>
                </a:lnTo>
                <a:lnTo>
                  <a:pt x="342900" y="571500"/>
                </a:lnTo>
                <a:lnTo>
                  <a:pt x="333375" y="571500"/>
                </a:lnTo>
                <a:close/>
                <a:moveTo>
                  <a:pt x="1019175" y="561975"/>
                </a:moveTo>
                <a:lnTo>
                  <a:pt x="1028700" y="561975"/>
                </a:lnTo>
                <a:lnTo>
                  <a:pt x="1028700" y="571500"/>
                </a:lnTo>
                <a:lnTo>
                  <a:pt x="1019175" y="571500"/>
                </a:lnTo>
                <a:close/>
                <a:moveTo>
                  <a:pt x="209550" y="571500"/>
                </a:moveTo>
                <a:lnTo>
                  <a:pt x="219075" y="571500"/>
                </a:lnTo>
                <a:lnTo>
                  <a:pt x="219075" y="581025"/>
                </a:lnTo>
                <a:lnTo>
                  <a:pt x="209550" y="581025"/>
                </a:lnTo>
                <a:close/>
                <a:moveTo>
                  <a:pt x="238125" y="571500"/>
                </a:moveTo>
                <a:lnTo>
                  <a:pt x="257175" y="571500"/>
                </a:lnTo>
                <a:lnTo>
                  <a:pt x="257175" y="581025"/>
                </a:lnTo>
                <a:lnTo>
                  <a:pt x="238125" y="581025"/>
                </a:lnTo>
                <a:close/>
                <a:moveTo>
                  <a:pt x="342900" y="571500"/>
                </a:moveTo>
                <a:lnTo>
                  <a:pt x="352425" y="571500"/>
                </a:lnTo>
                <a:lnTo>
                  <a:pt x="352425" y="581025"/>
                </a:lnTo>
                <a:lnTo>
                  <a:pt x="342900" y="581025"/>
                </a:lnTo>
                <a:close/>
                <a:moveTo>
                  <a:pt x="476250" y="581025"/>
                </a:moveTo>
                <a:lnTo>
                  <a:pt x="504825" y="581025"/>
                </a:lnTo>
                <a:lnTo>
                  <a:pt x="504825" y="590550"/>
                </a:lnTo>
                <a:lnTo>
                  <a:pt x="476250" y="590550"/>
                </a:lnTo>
                <a:close/>
                <a:moveTo>
                  <a:pt x="704850" y="581025"/>
                </a:moveTo>
                <a:lnTo>
                  <a:pt x="723900" y="581025"/>
                </a:lnTo>
                <a:lnTo>
                  <a:pt x="723900" y="590550"/>
                </a:lnTo>
                <a:lnTo>
                  <a:pt x="704850" y="590550"/>
                </a:lnTo>
                <a:close/>
                <a:moveTo>
                  <a:pt x="1390650" y="581025"/>
                </a:moveTo>
                <a:lnTo>
                  <a:pt x="1400175" y="581025"/>
                </a:lnTo>
                <a:lnTo>
                  <a:pt x="1400175" y="590550"/>
                </a:lnTo>
                <a:lnTo>
                  <a:pt x="1390650" y="590550"/>
                </a:lnTo>
                <a:close/>
                <a:moveTo>
                  <a:pt x="1562100" y="590550"/>
                </a:moveTo>
                <a:lnTo>
                  <a:pt x="1571625" y="590550"/>
                </a:lnTo>
                <a:lnTo>
                  <a:pt x="1571625" y="600075"/>
                </a:lnTo>
                <a:lnTo>
                  <a:pt x="1562100" y="600075"/>
                </a:lnTo>
                <a:close/>
                <a:moveTo>
                  <a:pt x="1571625" y="600075"/>
                </a:moveTo>
                <a:lnTo>
                  <a:pt x="1590675" y="600075"/>
                </a:lnTo>
                <a:lnTo>
                  <a:pt x="1590675" y="619125"/>
                </a:lnTo>
                <a:lnTo>
                  <a:pt x="1581150" y="619125"/>
                </a:lnTo>
                <a:lnTo>
                  <a:pt x="1581150" y="609600"/>
                </a:lnTo>
                <a:lnTo>
                  <a:pt x="1571625" y="609600"/>
                </a:lnTo>
                <a:close/>
                <a:moveTo>
                  <a:pt x="9525" y="628650"/>
                </a:moveTo>
                <a:lnTo>
                  <a:pt x="19050" y="628650"/>
                </a:lnTo>
                <a:lnTo>
                  <a:pt x="19050" y="638175"/>
                </a:lnTo>
                <a:lnTo>
                  <a:pt x="9525" y="638175"/>
                </a:lnTo>
                <a:close/>
                <a:moveTo>
                  <a:pt x="285750" y="628650"/>
                </a:moveTo>
                <a:lnTo>
                  <a:pt x="295275" y="628650"/>
                </a:lnTo>
                <a:lnTo>
                  <a:pt x="295275" y="647700"/>
                </a:lnTo>
                <a:lnTo>
                  <a:pt x="285750" y="647700"/>
                </a:lnTo>
                <a:close/>
                <a:moveTo>
                  <a:pt x="247650" y="657225"/>
                </a:moveTo>
                <a:lnTo>
                  <a:pt x="257175" y="657225"/>
                </a:lnTo>
                <a:lnTo>
                  <a:pt x="257175" y="666750"/>
                </a:lnTo>
                <a:lnTo>
                  <a:pt x="266700" y="666750"/>
                </a:lnTo>
                <a:lnTo>
                  <a:pt x="266700" y="676275"/>
                </a:lnTo>
                <a:lnTo>
                  <a:pt x="257175" y="676275"/>
                </a:lnTo>
                <a:lnTo>
                  <a:pt x="257175" y="685800"/>
                </a:lnTo>
                <a:lnTo>
                  <a:pt x="247650" y="685800"/>
                </a:lnTo>
                <a:lnTo>
                  <a:pt x="247650" y="676275"/>
                </a:lnTo>
                <a:lnTo>
                  <a:pt x="238125" y="676275"/>
                </a:lnTo>
                <a:lnTo>
                  <a:pt x="238125" y="666750"/>
                </a:lnTo>
                <a:lnTo>
                  <a:pt x="247650" y="666750"/>
                </a:lnTo>
                <a:close/>
                <a:moveTo>
                  <a:pt x="752475" y="657225"/>
                </a:moveTo>
                <a:lnTo>
                  <a:pt x="762000" y="657225"/>
                </a:lnTo>
                <a:lnTo>
                  <a:pt x="762000" y="676275"/>
                </a:lnTo>
                <a:lnTo>
                  <a:pt x="742950" y="676275"/>
                </a:lnTo>
                <a:lnTo>
                  <a:pt x="742950" y="666750"/>
                </a:lnTo>
                <a:lnTo>
                  <a:pt x="752475" y="666750"/>
                </a:lnTo>
                <a:close/>
                <a:moveTo>
                  <a:pt x="295275" y="666750"/>
                </a:moveTo>
                <a:lnTo>
                  <a:pt x="304800" y="666750"/>
                </a:lnTo>
                <a:lnTo>
                  <a:pt x="304800" y="685800"/>
                </a:lnTo>
                <a:lnTo>
                  <a:pt x="295275" y="685800"/>
                </a:lnTo>
                <a:close/>
                <a:moveTo>
                  <a:pt x="28575" y="695325"/>
                </a:moveTo>
                <a:lnTo>
                  <a:pt x="47625" y="695325"/>
                </a:lnTo>
                <a:lnTo>
                  <a:pt x="47625" y="704850"/>
                </a:lnTo>
                <a:lnTo>
                  <a:pt x="28575" y="704850"/>
                </a:lnTo>
                <a:close/>
                <a:moveTo>
                  <a:pt x="476250" y="704850"/>
                </a:moveTo>
                <a:lnTo>
                  <a:pt x="495300" y="704850"/>
                </a:lnTo>
                <a:lnTo>
                  <a:pt x="495300" y="714375"/>
                </a:lnTo>
                <a:lnTo>
                  <a:pt x="476250" y="714375"/>
                </a:lnTo>
                <a:close/>
                <a:moveTo>
                  <a:pt x="1600200" y="742950"/>
                </a:moveTo>
                <a:lnTo>
                  <a:pt x="1609725" y="742950"/>
                </a:lnTo>
                <a:lnTo>
                  <a:pt x="1609725" y="752475"/>
                </a:lnTo>
                <a:lnTo>
                  <a:pt x="1600200" y="752475"/>
                </a:lnTo>
                <a:close/>
                <a:moveTo>
                  <a:pt x="542925" y="762000"/>
                </a:moveTo>
                <a:lnTo>
                  <a:pt x="552450" y="762000"/>
                </a:lnTo>
                <a:lnTo>
                  <a:pt x="552450" y="771525"/>
                </a:lnTo>
                <a:lnTo>
                  <a:pt x="542925" y="771525"/>
                </a:lnTo>
                <a:close/>
                <a:moveTo>
                  <a:pt x="1447800" y="762000"/>
                </a:moveTo>
                <a:lnTo>
                  <a:pt x="1457325" y="762000"/>
                </a:lnTo>
                <a:lnTo>
                  <a:pt x="1457325" y="771525"/>
                </a:lnTo>
                <a:lnTo>
                  <a:pt x="1447800" y="771525"/>
                </a:lnTo>
                <a:close/>
                <a:moveTo>
                  <a:pt x="1581150" y="762000"/>
                </a:moveTo>
                <a:lnTo>
                  <a:pt x="1590675" y="762000"/>
                </a:lnTo>
                <a:lnTo>
                  <a:pt x="1590675" y="771525"/>
                </a:lnTo>
                <a:lnTo>
                  <a:pt x="1600200" y="771525"/>
                </a:lnTo>
                <a:lnTo>
                  <a:pt x="1600200" y="781050"/>
                </a:lnTo>
                <a:lnTo>
                  <a:pt x="1581150" y="781050"/>
                </a:lnTo>
                <a:close/>
                <a:moveTo>
                  <a:pt x="1476375" y="800100"/>
                </a:moveTo>
                <a:lnTo>
                  <a:pt x="1485900" y="800100"/>
                </a:lnTo>
                <a:lnTo>
                  <a:pt x="1485900" y="809625"/>
                </a:lnTo>
                <a:lnTo>
                  <a:pt x="1476375" y="809625"/>
                </a:lnTo>
                <a:close/>
                <a:moveTo>
                  <a:pt x="657225" y="809625"/>
                </a:moveTo>
                <a:lnTo>
                  <a:pt x="666750" y="809625"/>
                </a:lnTo>
                <a:lnTo>
                  <a:pt x="666750" y="819150"/>
                </a:lnTo>
                <a:lnTo>
                  <a:pt x="657225" y="819150"/>
                </a:lnTo>
                <a:close/>
                <a:moveTo>
                  <a:pt x="1571625" y="809625"/>
                </a:moveTo>
                <a:lnTo>
                  <a:pt x="1581150" y="809625"/>
                </a:lnTo>
                <a:lnTo>
                  <a:pt x="1581150" y="819150"/>
                </a:lnTo>
                <a:lnTo>
                  <a:pt x="1590675" y="819150"/>
                </a:lnTo>
                <a:lnTo>
                  <a:pt x="1590675" y="847725"/>
                </a:lnTo>
                <a:lnTo>
                  <a:pt x="1562100" y="847725"/>
                </a:lnTo>
                <a:lnTo>
                  <a:pt x="1562100" y="866775"/>
                </a:lnTo>
                <a:lnTo>
                  <a:pt x="1552575" y="866775"/>
                </a:lnTo>
                <a:lnTo>
                  <a:pt x="1552575" y="828675"/>
                </a:lnTo>
                <a:lnTo>
                  <a:pt x="1562100" y="828675"/>
                </a:lnTo>
                <a:lnTo>
                  <a:pt x="1562100" y="819150"/>
                </a:lnTo>
                <a:lnTo>
                  <a:pt x="1571625" y="819150"/>
                </a:lnTo>
                <a:close/>
                <a:moveTo>
                  <a:pt x="371475" y="819150"/>
                </a:moveTo>
                <a:lnTo>
                  <a:pt x="381000" y="819150"/>
                </a:lnTo>
                <a:lnTo>
                  <a:pt x="381000" y="828675"/>
                </a:lnTo>
                <a:lnTo>
                  <a:pt x="371475" y="828675"/>
                </a:lnTo>
                <a:close/>
                <a:moveTo>
                  <a:pt x="647700" y="819150"/>
                </a:moveTo>
                <a:lnTo>
                  <a:pt x="657225" y="819150"/>
                </a:lnTo>
                <a:lnTo>
                  <a:pt x="657225" y="828675"/>
                </a:lnTo>
                <a:lnTo>
                  <a:pt x="647700" y="828675"/>
                </a:lnTo>
                <a:close/>
                <a:moveTo>
                  <a:pt x="361950" y="828675"/>
                </a:moveTo>
                <a:lnTo>
                  <a:pt x="371475" y="828675"/>
                </a:lnTo>
                <a:lnTo>
                  <a:pt x="371475" y="847725"/>
                </a:lnTo>
                <a:lnTo>
                  <a:pt x="361950" y="847725"/>
                </a:lnTo>
                <a:close/>
                <a:moveTo>
                  <a:pt x="390525" y="828675"/>
                </a:moveTo>
                <a:lnTo>
                  <a:pt x="409575" y="828675"/>
                </a:lnTo>
                <a:lnTo>
                  <a:pt x="409575" y="838200"/>
                </a:lnTo>
                <a:lnTo>
                  <a:pt x="390525" y="838200"/>
                </a:lnTo>
                <a:close/>
                <a:moveTo>
                  <a:pt x="1323975" y="828675"/>
                </a:moveTo>
                <a:lnTo>
                  <a:pt x="1333500" y="828675"/>
                </a:lnTo>
                <a:lnTo>
                  <a:pt x="1333500" y="838200"/>
                </a:lnTo>
                <a:lnTo>
                  <a:pt x="1323975" y="838200"/>
                </a:lnTo>
                <a:close/>
                <a:moveTo>
                  <a:pt x="1419225" y="828675"/>
                </a:moveTo>
                <a:lnTo>
                  <a:pt x="1428750" y="828675"/>
                </a:lnTo>
                <a:lnTo>
                  <a:pt x="1428750" y="838200"/>
                </a:lnTo>
                <a:lnTo>
                  <a:pt x="1419225" y="838200"/>
                </a:lnTo>
                <a:close/>
                <a:moveTo>
                  <a:pt x="419100" y="838200"/>
                </a:moveTo>
                <a:lnTo>
                  <a:pt x="438150" y="838200"/>
                </a:lnTo>
                <a:lnTo>
                  <a:pt x="438150" y="857250"/>
                </a:lnTo>
                <a:lnTo>
                  <a:pt x="419100" y="857250"/>
                </a:lnTo>
                <a:close/>
                <a:moveTo>
                  <a:pt x="1333500" y="838200"/>
                </a:moveTo>
                <a:lnTo>
                  <a:pt x="1352550" y="838200"/>
                </a:lnTo>
                <a:lnTo>
                  <a:pt x="1352550" y="847725"/>
                </a:lnTo>
                <a:lnTo>
                  <a:pt x="1333500" y="847725"/>
                </a:lnTo>
                <a:close/>
                <a:moveTo>
                  <a:pt x="1562100" y="838200"/>
                </a:moveTo>
                <a:lnTo>
                  <a:pt x="1581150" y="838200"/>
                </a:lnTo>
                <a:lnTo>
                  <a:pt x="1581150" y="828675"/>
                </a:lnTo>
                <a:lnTo>
                  <a:pt x="1562100" y="828675"/>
                </a:lnTo>
                <a:close/>
                <a:moveTo>
                  <a:pt x="695325" y="857250"/>
                </a:moveTo>
                <a:lnTo>
                  <a:pt x="704850" y="857250"/>
                </a:lnTo>
                <a:lnTo>
                  <a:pt x="704850" y="866775"/>
                </a:lnTo>
                <a:lnTo>
                  <a:pt x="695325" y="866775"/>
                </a:lnTo>
                <a:close/>
                <a:moveTo>
                  <a:pt x="1381125" y="857250"/>
                </a:moveTo>
                <a:lnTo>
                  <a:pt x="1390650" y="857250"/>
                </a:lnTo>
                <a:lnTo>
                  <a:pt x="1390650" y="866775"/>
                </a:lnTo>
                <a:lnTo>
                  <a:pt x="1381125" y="866775"/>
                </a:lnTo>
                <a:close/>
                <a:moveTo>
                  <a:pt x="295275" y="866775"/>
                </a:moveTo>
                <a:lnTo>
                  <a:pt x="304800" y="866775"/>
                </a:lnTo>
                <a:lnTo>
                  <a:pt x="304800" y="876300"/>
                </a:lnTo>
                <a:lnTo>
                  <a:pt x="295275" y="876300"/>
                </a:lnTo>
                <a:close/>
                <a:moveTo>
                  <a:pt x="390525" y="866775"/>
                </a:moveTo>
                <a:lnTo>
                  <a:pt x="400050" y="866775"/>
                </a:lnTo>
                <a:lnTo>
                  <a:pt x="400050" y="876300"/>
                </a:lnTo>
                <a:lnTo>
                  <a:pt x="390525" y="876300"/>
                </a:lnTo>
                <a:close/>
                <a:moveTo>
                  <a:pt x="1266825" y="866775"/>
                </a:moveTo>
                <a:lnTo>
                  <a:pt x="1276350" y="866775"/>
                </a:lnTo>
                <a:lnTo>
                  <a:pt x="1276350" y="876300"/>
                </a:lnTo>
                <a:lnTo>
                  <a:pt x="1285875" y="876300"/>
                </a:lnTo>
                <a:lnTo>
                  <a:pt x="1285875" y="904875"/>
                </a:lnTo>
                <a:lnTo>
                  <a:pt x="1276350" y="904875"/>
                </a:lnTo>
                <a:lnTo>
                  <a:pt x="1276350" y="895350"/>
                </a:lnTo>
                <a:lnTo>
                  <a:pt x="1266825" y="895350"/>
                </a:lnTo>
                <a:close/>
                <a:moveTo>
                  <a:pt x="304800" y="876300"/>
                </a:moveTo>
                <a:lnTo>
                  <a:pt x="314325" y="876300"/>
                </a:lnTo>
                <a:lnTo>
                  <a:pt x="314325" y="895350"/>
                </a:lnTo>
                <a:lnTo>
                  <a:pt x="304800" y="895350"/>
                </a:lnTo>
                <a:close/>
                <a:moveTo>
                  <a:pt x="361950" y="876300"/>
                </a:moveTo>
                <a:lnTo>
                  <a:pt x="371475" y="876300"/>
                </a:lnTo>
                <a:lnTo>
                  <a:pt x="371475" y="885825"/>
                </a:lnTo>
                <a:lnTo>
                  <a:pt x="361950" y="885825"/>
                </a:lnTo>
                <a:close/>
                <a:moveTo>
                  <a:pt x="1304925" y="876300"/>
                </a:moveTo>
                <a:lnTo>
                  <a:pt x="1314450" y="876300"/>
                </a:lnTo>
                <a:lnTo>
                  <a:pt x="1314450" y="885825"/>
                </a:lnTo>
                <a:lnTo>
                  <a:pt x="1323975" y="885825"/>
                </a:lnTo>
                <a:lnTo>
                  <a:pt x="1323975" y="895350"/>
                </a:lnTo>
                <a:lnTo>
                  <a:pt x="1333500" y="895350"/>
                </a:lnTo>
                <a:lnTo>
                  <a:pt x="1333500" y="914400"/>
                </a:lnTo>
                <a:lnTo>
                  <a:pt x="1323975" y="914400"/>
                </a:lnTo>
                <a:lnTo>
                  <a:pt x="1323975" y="904875"/>
                </a:lnTo>
                <a:lnTo>
                  <a:pt x="1314450" y="904875"/>
                </a:lnTo>
                <a:lnTo>
                  <a:pt x="1314450" y="895350"/>
                </a:lnTo>
                <a:lnTo>
                  <a:pt x="1295400" y="895350"/>
                </a:lnTo>
                <a:lnTo>
                  <a:pt x="1295400" y="885825"/>
                </a:lnTo>
                <a:lnTo>
                  <a:pt x="1304925" y="885825"/>
                </a:lnTo>
                <a:close/>
                <a:moveTo>
                  <a:pt x="19050" y="885825"/>
                </a:moveTo>
                <a:lnTo>
                  <a:pt x="38100" y="885825"/>
                </a:lnTo>
                <a:lnTo>
                  <a:pt x="38100" y="895350"/>
                </a:lnTo>
                <a:lnTo>
                  <a:pt x="57150" y="895350"/>
                </a:lnTo>
                <a:lnTo>
                  <a:pt x="57150" y="904875"/>
                </a:lnTo>
                <a:lnTo>
                  <a:pt x="47625" y="904875"/>
                </a:lnTo>
                <a:lnTo>
                  <a:pt x="47625" y="914400"/>
                </a:lnTo>
                <a:lnTo>
                  <a:pt x="57150" y="914400"/>
                </a:lnTo>
                <a:lnTo>
                  <a:pt x="57150" y="933450"/>
                </a:lnTo>
                <a:lnTo>
                  <a:pt x="38100" y="933450"/>
                </a:lnTo>
                <a:lnTo>
                  <a:pt x="38100" y="942975"/>
                </a:lnTo>
                <a:lnTo>
                  <a:pt x="9525" y="942975"/>
                </a:lnTo>
                <a:lnTo>
                  <a:pt x="9525" y="933450"/>
                </a:lnTo>
                <a:lnTo>
                  <a:pt x="19050" y="933450"/>
                </a:lnTo>
                <a:close/>
                <a:moveTo>
                  <a:pt x="276225" y="895350"/>
                </a:moveTo>
                <a:lnTo>
                  <a:pt x="295275" y="895350"/>
                </a:lnTo>
                <a:lnTo>
                  <a:pt x="295275" y="904875"/>
                </a:lnTo>
                <a:lnTo>
                  <a:pt x="304800" y="904875"/>
                </a:lnTo>
                <a:lnTo>
                  <a:pt x="304800" y="914400"/>
                </a:lnTo>
                <a:lnTo>
                  <a:pt x="295275" y="914400"/>
                </a:lnTo>
                <a:lnTo>
                  <a:pt x="295275" y="923925"/>
                </a:lnTo>
                <a:lnTo>
                  <a:pt x="266700" y="923925"/>
                </a:lnTo>
                <a:lnTo>
                  <a:pt x="266700" y="904875"/>
                </a:lnTo>
                <a:lnTo>
                  <a:pt x="276225" y="904875"/>
                </a:lnTo>
                <a:close/>
                <a:moveTo>
                  <a:pt x="209550" y="904875"/>
                </a:moveTo>
                <a:lnTo>
                  <a:pt x="219075" y="904875"/>
                </a:lnTo>
                <a:lnTo>
                  <a:pt x="219075" y="914400"/>
                </a:lnTo>
                <a:lnTo>
                  <a:pt x="209550" y="914400"/>
                </a:lnTo>
                <a:close/>
                <a:moveTo>
                  <a:pt x="238125" y="904875"/>
                </a:moveTo>
                <a:lnTo>
                  <a:pt x="247650" y="904875"/>
                </a:lnTo>
                <a:lnTo>
                  <a:pt x="247650" y="914400"/>
                </a:lnTo>
                <a:lnTo>
                  <a:pt x="238125" y="914400"/>
                </a:lnTo>
                <a:close/>
                <a:moveTo>
                  <a:pt x="323850" y="904875"/>
                </a:moveTo>
                <a:lnTo>
                  <a:pt x="333375" y="904875"/>
                </a:lnTo>
                <a:lnTo>
                  <a:pt x="333375" y="914400"/>
                </a:lnTo>
                <a:lnTo>
                  <a:pt x="323850" y="914400"/>
                </a:lnTo>
                <a:close/>
                <a:moveTo>
                  <a:pt x="1495425" y="904875"/>
                </a:moveTo>
                <a:lnTo>
                  <a:pt x="1524000" y="904875"/>
                </a:lnTo>
                <a:lnTo>
                  <a:pt x="1524000" y="914400"/>
                </a:lnTo>
                <a:lnTo>
                  <a:pt x="1514475" y="914400"/>
                </a:lnTo>
                <a:lnTo>
                  <a:pt x="1514475" y="923925"/>
                </a:lnTo>
                <a:lnTo>
                  <a:pt x="1524000" y="923925"/>
                </a:lnTo>
                <a:lnTo>
                  <a:pt x="1524000" y="914400"/>
                </a:lnTo>
                <a:lnTo>
                  <a:pt x="1533525" y="914400"/>
                </a:lnTo>
                <a:lnTo>
                  <a:pt x="1533525" y="923925"/>
                </a:lnTo>
                <a:lnTo>
                  <a:pt x="1543050" y="923925"/>
                </a:lnTo>
                <a:lnTo>
                  <a:pt x="1543050" y="933450"/>
                </a:lnTo>
                <a:lnTo>
                  <a:pt x="1533525" y="933450"/>
                </a:lnTo>
                <a:lnTo>
                  <a:pt x="1533525" y="942975"/>
                </a:lnTo>
                <a:lnTo>
                  <a:pt x="1514475" y="942975"/>
                </a:lnTo>
                <a:lnTo>
                  <a:pt x="1514475" y="933450"/>
                </a:lnTo>
                <a:lnTo>
                  <a:pt x="1504950" y="933450"/>
                </a:lnTo>
                <a:lnTo>
                  <a:pt x="1504950" y="914400"/>
                </a:lnTo>
                <a:lnTo>
                  <a:pt x="1495425" y="914400"/>
                </a:lnTo>
                <a:close/>
                <a:moveTo>
                  <a:pt x="314325" y="914400"/>
                </a:moveTo>
                <a:lnTo>
                  <a:pt x="323850" y="914400"/>
                </a:lnTo>
                <a:lnTo>
                  <a:pt x="323850" y="933450"/>
                </a:lnTo>
                <a:lnTo>
                  <a:pt x="314325" y="933450"/>
                </a:lnTo>
                <a:close/>
                <a:moveTo>
                  <a:pt x="352425" y="914400"/>
                </a:moveTo>
                <a:lnTo>
                  <a:pt x="361950" y="914400"/>
                </a:lnTo>
                <a:lnTo>
                  <a:pt x="361950" y="923925"/>
                </a:lnTo>
                <a:lnTo>
                  <a:pt x="352425" y="923925"/>
                </a:lnTo>
                <a:close/>
                <a:moveTo>
                  <a:pt x="428625" y="914400"/>
                </a:moveTo>
                <a:lnTo>
                  <a:pt x="438150" y="914400"/>
                </a:lnTo>
                <a:lnTo>
                  <a:pt x="438150" y="923925"/>
                </a:lnTo>
                <a:lnTo>
                  <a:pt x="428625" y="923925"/>
                </a:lnTo>
                <a:close/>
                <a:moveTo>
                  <a:pt x="1181100" y="914400"/>
                </a:moveTo>
                <a:lnTo>
                  <a:pt x="1190625" y="914400"/>
                </a:lnTo>
                <a:lnTo>
                  <a:pt x="1190625" y="933450"/>
                </a:lnTo>
                <a:lnTo>
                  <a:pt x="1200150" y="933450"/>
                </a:lnTo>
                <a:lnTo>
                  <a:pt x="1200150" y="923925"/>
                </a:lnTo>
                <a:lnTo>
                  <a:pt x="1209675" y="923925"/>
                </a:lnTo>
                <a:lnTo>
                  <a:pt x="1209675" y="942975"/>
                </a:lnTo>
                <a:lnTo>
                  <a:pt x="1200150" y="942975"/>
                </a:lnTo>
                <a:lnTo>
                  <a:pt x="1200150" y="952500"/>
                </a:lnTo>
                <a:lnTo>
                  <a:pt x="1190625" y="952500"/>
                </a:lnTo>
                <a:lnTo>
                  <a:pt x="1190625" y="942975"/>
                </a:lnTo>
                <a:lnTo>
                  <a:pt x="1181100" y="942975"/>
                </a:lnTo>
                <a:close/>
                <a:moveTo>
                  <a:pt x="1333500" y="914400"/>
                </a:moveTo>
                <a:lnTo>
                  <a:pt x="1362075" y="914400"/>
                </a:lnTo>
                <a:lnTo>
                  <a:pt x="1362075" y="923925"/>
                </a:lnTo>
                <a:lnTo>
                  <a:pt x="1343025" y="923925"/>
                </a:lnTo>
                <a:lnTo>
                  <a:pt x="1343025" y="933450"/>
                </a:lnTo>
                <a:lnTo>
                  <a:pt x="1333500" y="933450"/>
                </a:lnTo>
                <a:lnTo>
                  <a:pt x="1333500" y="942975"/>
                </a:lnTo>
                <a:lnTo>
                  <a:pt x="1352550" y="942975"/>
                </a:lnTo>
                <a:lnTo>
                  <a:pt x="1352550" y="952500"/>
                </a:lnTo>
                <a:lnTo>
                  <a:pt x="1323975" y="952500"/>
                </a:lnTo>
                <a:lnTo>
                  <a:pt x="1323975" y="942975"/>
                </a:lnTo>
                <a:lnTo>
                  <a:pt x="1314450" y="942975"/>
                </a:lnTo>
                <a:lnTo>
                  <a:pt x="1314450" y="933450"/>
                </a:lnTo>
                <a:lnTo>
                  <a:pt x="1304925" y="933450"/>
                </a:lnTo>
                <a:lnTo>
                  <a:pt x="1304925" y="923925"/>
                </a:lnTo>
                <a:lnTo>
                  <a:pt x="1333500" y="923925"/>
                </a:lnTo>
                <a:close/>
                <a:moveTo>
                  <a:pt x="1552575" y="914400"/>
                </a:moveTo>
                <a:lnTo>
                  <a:pt x="1562100" y="914400"/>
                </a:lnTo>
                <a:lnTo>
                  <a:pt x="1562100" y="923925"/>
                </a:lnTo>
                <a:lnTo>
                  <a:pt x="1571625" y="923925"/>
                </a:lnTo>
                <a:lnTo>
                  <a:pt x="1571625" y="942975"/>
                </a:lnTo>
                <a:lnTo>
                  <a:pt x="1562100" y="942975"/>
                </a:lnTo>
                <a:lnTo>
                  <a:pt x="1562100" y="933450"/>
                </a:lnTo>
                <a:lnTo>
                  <a:pt x="1552575" y="933450"/>
                </a:lnTo>
                <a:close/>
                <a:moveTo>
                  <a:pt x="409575" y="923925"/>
                </a:moveTo>
                <a:lnTo>
                  <a:pt x="428625" y="923925"/>
                </a:lnTo>
                <a:lnTo>
                  <a:pt x="428625" y="933450"/>
                </a:lnTo>
                <a:lnTo>
                  <a:pt x="409575" y="933450"/>
                </a:lnTo>
                <a:close/>
                <a:moveTo>
                  <a:pt x="457200" y="923925"/>
                </a:moveTo>
                <a:lnTo>
                  <a:pt x="466725" y="923925"/>
                </a:lnTo>
                <a:lnTo>
                  <a:pt x="466725" y="933450"/>
                </a:lnTo>
                <a:lnTo>
                  <a:pt x="457200" y="933450"/>
                </a:lnTo>
                <a:close/>
                <a:moveTo>
                  <a:pt x="323850" y="933450"/>
                </a:moveTo>
                <a:lnTo>
                  <a:pt x="342900" y="933450"/>
                </a:lnTo>
                <a:lnTo>
                  <a:pt x="342900" y="942975"/>
                </a:lnTo>
                <a:lnTo>
                  <a:pt x="323850" y="942975"/>
                </a:lnTo>
                <a:close/>
                <a:moveTo>
                  <a:pt x="428625" y="933450"/>
                </a:moveTo>
                <a:lnTo>
                  <a:pt x="438150" y="933450"/>
                </a:lnTo>
                <a:lnTo>
                  <a:pt x="438150" y="942975"/>
                </a:lnTo>
                <a:lnTo>
                  <a:pt x="428625" y="942975"/>
                </a:lnTo>
                <a:close/>
                <a:moveTo>
                  <a:pt x="1238250" y="933450"/>
                </a:moveTo>
                <a:lnTo>
                  <a:pt x="1247775" y="933450"/>
                </a:lnTo>
                <a:lnTo>
                  <a:pt x="1247775" y="952500"/>
                </a:lnTo>
                <a:lnTo>
                  <a:pt x="1238250" y="952500"/>
                </a:lnTo>
                <a:close/>
                <a:moveTo>
                  <a:pt x="1266825" y="933450"/>
                </a:moveTo>
                <a:lnTo>
                  <a:pt x="1276350" y="933450"/>
                </a:lnTo>
                <a:lnTo>
                  <a:pt x="1276350" y="942975"/>
                </a:lnTo>
                <a:lnTo>
                  <a:pt x="1266825" y="942975"/>
                </a:lnTo>
                <a:close/>
                <a:moveTo>
                  <a:pt x="66675" y="942975"/>
                </a:moveTo>
                <a:lnTo>
                  <a:pt x="76200" y="942975"/>
                </a:lnTo>
                <a:lnTo>
                  <a:pt x="76200" y="952500"/>
                </a:lnTo>
                <a:lnTo>
                  <a:pt x="66675" y="952500"/>
                </a:lnTo>
                <a:close/>
                <a:moveTo>
                  <a:pt x="1152525" y="942975"/>
                </a:moveTo>
                <a:lnTo>
                  <a:pt x="1162050" y="942975"/>
                </a:lnTo>
                <a:lnTo>
                  <a:pt x="1162050" y="952500"/>
                </a:lnTo>
                <a:lnTo>
                  <a:pt x="1152525" y="952500"/>
                </a:lnTo>
                <a:close/>
                <a:moveTo>
                  <a:pt x="1571625" y="942975"/>
                </a:moveTo>
                <a:lnTo>
                  <a:pt x="1581150" y="942975"/>
                </a:lnTo>
                <a:lnTo>
                  <a:pt x="1581150" y="952500"/>
                </a:lnTo>
                <a:lnTo>
                  <a:pt x="1571625" y="952500"/>
                </a:lnTo>
                <a:close/>
                <a:moveTo>
                  <a:pt x="1162050" y="952500"/>
                </a:moveTo>
                <a:lnTo>
                  <a:pt x="1171575" y="952500"/>
                </a:lnTo>
                <a:lnTo>
                  <a:pt x="1171575" y="962025"/>
                </a:lnTo>
                <a:lnTo>
                  <a:pt x="1162050" y="962025"/>
                </a:lnTo>
                <a:close/>
                <a:moveTo>
                  <a:pt x="1209675" y="952500"/>
                </a:moveTo>
                <a:lnTo>
                  <a:pt x="1219200" y="952500"/>
                </a:lnTo>
                <a:lnTo>
                  <a:pt x="1219200" y="962025"/>
                </a:lnTo>
                <a:lnTo>
                  <a:pt x="1209675" y="962025"/>
                </a:lnTo>
                <a:close/>
                <a:moveTo>
                  <a:pt x="1524000" y="952500"/>
                </a:moveTo>
                <a:lnTo>
                  <a:pt x="1543050" y="952500"/>
                </a:lnTo>
                <a:lnTo>
                  <a:pt x="1543050" y="962025"/>
                </a:lnTo>
                <a:lnTo>
                  <a:pt x="1524000" y="962025"/>
                </a:lnTo>
                <a:close/>
                <a:moveTo>
                  <a:pt x="0" y="962025"/>
                </a:moveTo>
                <a:lnTo>
                  <a:pt x="9525" y="962025"/>
                </a:lnTo>
                <a:lnTo>
                  <a:pt x="9525" y="981075"/>
                </a:lnTo>
                <a:lnTo>
                  <a:pt x="0" y="981075"/>
                </a:lnTo>
                <a:close/>
                <a:moveTo>
                  <a:pt x="200025" y="962025"/>
                </a:moveTo>
                <a:lnTo>
                  <a:pt x="209550" y="962025"/>
                </a:lnTo>
                <a:lnTo>
                  <a:pt x="209550" y="971550"/>
                </a:lnTo>
                <a:lnTo>
                  <a:pt x="200025" y="971550"/>
                </a:lnTo>
                <a:close/>
                <a:moveTo>
                  <a:pt x="1381125" y="962025"/>
                </a:moveTo>
                <a:lnTo>
                  <a:pt x="1390650" y="962025"/>
                </a:lnTo>
                <a:lnTo>
                  <a:pt x="1390650" y="971550"/>
                </a:lnTo>
                <a:lnTo>
                  <a:pt x="1381125" y="971550"/>
                </a:lnTo>
                <a:close/>
                <a:moveTo>
                  <a:pt x="1543050" y="962025"/>
                </a:moveTo>
                <a:lnTo>
                  <a:pt x="1552575" y="962025"/>
                </a:lnTo>
                <a:lnTo>
                  <a:pt x="1552575" y="971550"/>
                </a:lnTo>
                <a:lnTo>
                  <a:pt x="1543050" y="971550"/>
                </a:lnTo>
                <a:close/>
                <a:moveTo>
                  <a:pt x="1581150" y="962025"/>
                </a:moveTo>
                <a:lnTo>
                  <a:pt x="1600200" y="962025"/>
                </a:lnTo>
                <a:lnTo>
                  <a:pt x="1600200" y="971550"/>
                </a:lnTo>
                <a:lnTo>
                  <a:pt x="1609725" y="971550"/>
                </a:lnTo>
                <a:lnTo>
                  <a:pt x="1609725" y="1009650"/>
                </a:lnTo>
                <a:lnTo>
                  <a:pt x="1600200" y="1009650"/>
                </a:lnTo>
                <a:lnTo>
                  <a:pt x="1600200" y="1019175"/>
                </a:lnTo>
                <a:lnTo>
                  <a:pt x="1581150" y="1019175"/>
                </a:lnTo>
                <a:lnTo>
                  <a:pt x="1581150" y="1000125"/>
                </a:lnTo>
                <a:lnTo>
                  <a:pt x="1590675" y="1000125"/>
                </a:lnTo>
                <a:lnTo>
                  <a:pt x="1590675" y="990600"/>
                </a:lnTo>
                <a:lnTo>
                  <a:pt x="1562100" y="990600"/>
                </a:lnTo>
                <a:lnTo>
                  <a:pt x="1562100" y="981075"/>
                </a:lnTo>
                <a:lnTo>
                  <a:pt x="1581150" y="981075"/>
                </a:lnTo>
                <a:close/>
                <a:moveTo>
                  <a:pt x="47625" y="971550"/>
                </a:moveTo>
                <a:lnTo>
                  <a:pt x="66675" y="971550"/>
                </a:lnTo>
                <a:lnTo>
                  <a:pt x="66675" y="981075"/>
                </a:lnTo>
                <a:lnTo>
                  <a:pt x="76200" y="981075"/>
                </a:lnTo>
                <a:lnTo>
                  <a:pt x="76200" y="990600"/>
                </a:lnTo>
                <a:lnTo>
                  <a:pt x="47625" y="990600"/>
                </a:lnTo>
                <a:close/>
                <a:moveTo>
                  <a:pt x="247650" y="971550"/>
                </a:moveTo>
                <a:lnTo>
                  <a:pt x="257175" y="971550"/>
                </a:lnTo>
                <a:lnTo>
                  <a:pt x="257175" y="981075"/>
                </a:lnTo>
                <a:lnTo>
                  <a:pt x="247650" y="981075"/>
                </a:lnTo>
                <a:close/>
                <a:moveTo>
                  <a:pt x="1190625" y="971550"/>
                </a:moveTo>
                <a:lnTo>
                  <a:pt x="1238250" y="971550"/>
                </a:lnTo>
                <a:lnTo>
                  <a:pt x="1238250" y="981075"/>
                </a:lnTo>
                <a:lnTo>
                  <a:pt x="1247775" y="981075"/>
                </a:lnTo>
                <a:lnTo>
                  <a:pt x="1247775" y="1000125"/>
                </a:lnTo>
                <a:lnTo>
                  <a:pt x="1219200" y="1000125"/>
                </a:lnTo>
                <a:lnTo>
                  <a:pt x="1219200" y="990600"/>
                </a:lnTo>
                <a:lnTo>
                  <a:pt x="1209675" y="990600"/>
                </a:lnTo>
                <a:lnTo>
                  <a:pt x="1209675" y="1000125"/>
                </a:lnTo>
                <a:lnTo>
                  <a:pt x="1200150" y="1000125"/>
                </a:lnTo>
                <a:lnTo>
                  <a:pt x="1200150" y="1009650"/>
                </a:lnTo>
                <a:lnTo>
                  <a:pt x="1181100" y="1009650"/>
                </a:lnTo>
                <a:lnTo>
                  <a:pt x="1181100" y="1000125"/>
                </a:lnTo>
                <a:lnTo>
                  <a:pt x="1171575" y="1000125"/>
                </a:lnTo>
                <a:lnTo>
                  <a:pt x="1171575" y="990600"/>
                </a:lnTo>
                <a:lnTo>
                  <a:pt x="1190625" y="990600"/>
                </a:lnTo>
                <a:close/>
                <a:moveTo>
                  <a:pt x="1362075" y="971550"/>
                </a:moveTo>
                <a:lnTo>
                  <a:pt x="1381125" y="971550"/>
                </a:lnTo>
                <a:lnTo>
                  <a:pt x="1381125" y="981075"/>
                </a:lnTo>
                <a:lnTo>
                  <a:pt x="1362075" y="981075"/>
                </a:lnTo>
                <a:close/>
                <a:moveTo>
                  <a:pt x="1524000" y="971550"/>
                </a:moveTo>
                <a:lnTo>
                  <a:pt x="1543050" y="971550"/>
                </a:lnTo>
                <a:lnTo>
                  <a:pt x="1543050" y="981075"/>
                </a:lnTo>
                <a:lnTo>
                  <a:pt x="1524000" y="981075"/>
                </a:lnTo>
                <a:close/>
                <a:moveTo>
                  <a:pt x="1304925" y="981075"/>
                </a:moveTo>
                <a:lnTo>
                  <a:pt x="1333500" y="981075"/>
                </a:lnTo>
                <a:lnTo>
                  <a:pt x="1333500" y="1000125"/>
                </a:lnTo>
                <a:lnTo>
                  <a:pt x="1314450" y="1000125"/>
                </a:lnTo>
                <a:lnTo>
                  <a:pt x="1314450" y="990600"/>
                </a:lnTo>
                <a:lnTo>
                  <a:pt x="1304925" y="990600"/>
                </a:lnTo>
                <a:close/>
                <a:moveTo>
                  <a:pt x="323850" y="990600"/>
                </a:moveTo>
                <a:lnTo>
                  <a:pt x="333375" y="990600"/>
                </a:lnTo>
                <a:lnTo>
                  <a:pt x="333375" y="1000125"/>
                </a:lnTo>
                <a:lnTo>
                  <a:pt x="323850" y="1000125"/>
                </a:lnTo>
                <a:close/>
                <a:moveTo>
                  <a:pt x="295275" y="1000125"/>
                </a:moveTo>
                <a:lnTo>
                  <a:pt x="304800" y="1000125"/>
                </a:lnTo>
                <a:lnTo>
                  <a:pt x="304800" y="1009650"/>
                </a:lnTo>
                <a:lnTo>
                  <a:pt x="295275" y="1009650"/>
                </a:lnTo>
                <a:close/>
                <a:moveTo>
                  <a:pt x="1276350" y="1000125"/>
                </a:moveTo>
                <a:lnTo>
                  <a:pt x="1285875" y="1000125"/>
                </a:lnTo>
                <a:lnTo>
                  <a:pt x="1285875" y="1009650"/>
                </a:lnTo>
                <a:lnTo>
                  <a:pt x="1295400" y="1009650"/>
                </a:lnTo>
                <a:lnTo>
                  <a:pt x="1295400" y="1019175"/>
                </a:lnTo>
                <a:lnTo>
                  <a:pt x="1285875" y="1019175"/>
                </a:lnTo>
                <a:lnTo>
                  <a:pt x="1285875" y="1028700"/>
                </a:lnTo>
                <a:lnTo>
                  <a:pt x="1266825" y="1028700"/>
                </a:lnTo>
                <a:lnTo>
                  <a:pt x="1266825" y="1009650"/>
                </a:lnTo>
                <a:lnTo>
                  <a:pt x="1276350" y="1009650"/>
                </a:lnTo>
                <a:close/>
                <a:moveTo>
                  <a:pt x="0" y="1009650"/>
                </a:moveTo>
                <a:lnTo>
                  <a:pt x="9525" y="1009650"/>
                </a:lnTo>
                <a:lnTo>
                  <a:pt x="9525" y="1019175"/>
                </a:lnTo>
                <a:lnTo>
                  <a:pt x="66675" y="1019175"/>
                </a:lnTo>
                <a:lnTo>
                  <a:pt x="66675" y="1028700"/>
                </a:lnTo>
                <a:lnTo>
                  <a:pt x="57150" y="1028700"/>
                </a:lnTo>
                <a:lnTo>
                  <a:pt x="57150" y="1038225"/>
                </a:lnTo>
                <a:lnTo>
                  <a:pt x="47625" y="1038225"/>
                </a:lnTo>
                <a:lnTo>
                  <a:pt x="47625" y="1028700"/>
                </a:lnTo>
                <a:lnTo>
                  <a:pt x="19050" y="1028700"/>
                </a:lnTo>
                <a:lnTo>
                  <a:pt x="19050" y="1038225"/>
                </a:lnTo>
                <a:lnTo>
                  <a:pt x="9525" y="1038225"/>
                </a:lnTo>
                <a:lnTo>
                  <a:pt x="9525" y="1028700"/>
                </a:lnTo>
                <a:lnTo>
                  <a:pt x="0" y="1028700"/>
                </a:lnTo>
                <a:close/>
                <a:moveTo>
                  <a:pt x="1533525" y="1009650"/>
                </a:moveTo>
                <a:lnTo>
                  <a:pt x="1543050" y="1009650"/>
                </a:lnTo>
                <a:lnTo>
                  <a:pt x="1543050" y="1019175"/>
                </a:lnTo>
                <a:lnTo>
                  <a:pt x="1533525" y="1019175"/>
                </a:lnTo>
                <a:close/>
                <a:moveTo>
                  <a:pt x="1295400" y="1019175"/>
                </a:moveTo>
                <a:lnTo>
                  <a:pt x="1314450" y="1019175"/>
                </a:lnTo>
                <a:lnTo>
                  <a:pt x="1314450" y="1028700"/>
                </a:lnTo>
                <a:lnTo>
                  <a:pt x="1295400" y="1028700"/>
                </a:lnTo>
                <a:close/>
                <a:moveTo>
                  <a:pt x="1524000" y="1019175"/>
                </a:moveTo>
                <a:lnTo>
                  <a:pt x="1533525" y="1019175"/>
                </a:lnTo>
                <a:lnTo>
                  <a:pt x="1533525" y="1038225"/>
                </a:lnTo>
                <a:lnTo>
                  <a:pt x="1524000" y="1038225"/>
                </a:lnTo>
                <a:close/>
                <a:moveTo>
                  <a:pt x="1543050" y="1019175"/>
                </a:moveTo>
                <a:lnTo>
                  <a:pt x="1562100" y="1019175"/>
                </a:lnTo>
                <a:lnTo>
                  <a:pt x="1562100" y="1028700"/>
                </a:lnTo>
                <a:lnTo>
                  <a:pt x="1543050" y="1028700"/>
                </a:lnTo>
                <a:close/>
                <a:moveTo>
                  <a:pt x="1476375" y="1038225"/>
                </a:moveTo>
                <a:lnTo>
                  <a:pt x="1485900" y="1038225"/>
                </a:lnTo>
                <a:lnTo>
                  <a:pt x="1485900" y="1047750"/>
                </a:lnTo>
                <a:lnTo>
                  <a:pt x="1476375" y="1047750"/>
                </a:lnTo>
                <a:close/>
                <a:moveTo>
                  <a:pt x="1590675" y="1038225"/>
                </a:moveTo>
                <a:lnTo>
                  <a:pt x="1600200" y="1038225"/>
                </a:lnTo>
                <a:lnTo>
                  <a:pt x="1600200" y="1047750"/>
                </a:lnTo>
                <a:lnTo>
                  <a:pt x="1590675" y="1047750"/>
                </a:lnTo>
                <a:close/>
                <a:moveTo>
                  <a:pt x="1323975" y="1047750"/>
                </a:moveTo>
                <a:lnTo>
                  <a:pt x="1333500" y="1047750"/>
                </a:lnTo>
                <a:lnTo>
                  <a:pt x="1333500" y="1057275"/>
                </a:lnTo>
                <a:lnTo>
                  <a:pt x="1323975" y="1057275"/>
                </a:lnTo>
                <a:close/>
                <a:moveTo>
                  <a:pt x="228600" y="1057275"/>
                </a:moveTo>
                <a:lnTo>
                  <a:pt x="238125" y="1057275"/>
                </a:lnTo>
                <a:lnTo>
                  <a:pt x="238125" y="1066800"/>
                </a:lnTo>
                <a:lnTo>
                  <a:pt x="228600" y="1066800"/>
                </a:lnTo>
                <a:close/>
                <a:moveTo>
                  <a:pt x="438150" y="1057275"/>
                </a:moveTo>
                <a:lnTo>
                  <a:pt x="447675" y="1057275"/>
                </a:lnTo>
                <a:lnTo>
                  <a:pt x="447675" y="1066800"/>
                </a:lnTo>
                <a:lnTo>
                  <a:pt x="457200" y="1066800"/>
                </a:lnTo>
                <a:lnTo>
                  <a:pt x="457200" y="1076325"/>
                </a:lnTo>
                <a:lnTo>
                  <a:pt x="438150" y="1076325"/>
                </a:lnTo>
                <a:close/>
                <a:moveTo>
                  <a:pt x="1533525" y="1057275"/>
                </a:moveTo>
                <a:lnTo>
                  <a:pt x="1543050" y="1057275"/>
                </a:lnTo>
                <a:lnTo>
                  <a:pt x="1543050" y="1066800"/>
                </a:lnTo>
                <a:lnTo>
                  <a:pt x="1533525" y="1066800"/>
                </a:lnTo>
                <a:close/>
                <a:moveTo>
                  <a:pt x="238125" y="1066800"/>
                </a:moveTo>
                <a:lnTo>
                  <a:pt x="247650" y="1066800"/>
                </a:lnTo>
                <a:lnTo>
                  <a:pt x="247650" y="1076325"/>
                </a:lnTo>
                <a:lnTo>
                  <a:pt x="238125" y="1076325"/>
                </a:lnTo>
                <a:close/>
                <a:moveTo>
                  <a:pt x="1590675" y="1066800"/>
                </a:moveTo>
                <a:lnTo>
                  <a:pt x="1609725" y="1066800"/>
                </a:lnTo>
                <a:lnTo>
                  <a:pt x="1609725" y="1076325"/>
                </a:lnTo>
                <a:lnTo>
                  <a:pt x="1590675" y="1076325"/>
                </a:lnTo>
                <a:close/>
                <a:moveTo>
                  <a:pt x="428625" y="1076325"/>
                </a:moveTo>
                <a:lnTo>
                  <a:pt x="438150" y="1076325"/>
                </a:lnTo>
                <a:lnTo>
                  <a:pt x="438150" y="1085850"/>
                </a:lnTo>
                <a:lnTo>
                  <a:pt x="428625" y="1085850"/>
                </a:lnTo>
                <a:close/>
                <a:moveTo>
                  <a:pt x="1571625" y="1085850"/>
                </a:moveTo>
                <a:lnTo>
                  <a:pt x="1581150" y="1085850"/>
                </a:lnTo>
                <a:lnTo>
                  <a:pt x="1581150" y="1095375"/>
                </a:lnTo>
                <a:lnTo>
                  <a:pt x="1590675" y="1095375"/>
                </a:lnTo>
                <a:lnTo>
                  <a:pt x="1590675" y="1114425"/>
                </a:lnTo>
                <a:lnTo>
                  <a:pt x="1581150" y="1114425"/>
                </a:lnTo>
                <a:lnTo>
                  <a:pt x="1581150" y="1104900"/>
                </a:lnTo>
                <a:lnTo>
                  <a:pt x="1552575" y="1104900"/>
                </a:lnTo>
                <a:lnTo>
                  <a:pt x="1552575" y="1095375"/>
                </a:lnTo>
                <a:lnTo>
                  <a:pt x="1571625" y="1095375"/>
                </a:lnTo>
                <a:close/>
                <a:moveTo>
                  <a:pt x="9525" y="1104900"/>
                </a:moveTo>
                <a:lnTo>
                  <a:pt x="19050" y="1104900"/>
                </a:lnTo>
                <a:lnTo>
                  <a:pt x="19050" y="1114425"/>
                </a:lnTo>
                <a:lnTo>
                  <a:pt x="9525" y="1114425"/>
                </a:lnTo>
                <a:close/>
                <a:moveTo>
                  <a:pt x="47625" y="1104900"/>
                </a:moveTo>
                <a:lnTo>
                  <a:pt x="57150" y="1104900"/>
                </a:lnTo>
                <a:lnTo>
                  <a:pt x="57150" y="1114425"/>
                </a:lnTo>
                <a:lnTo>
                  <a:pt x="47625" y="1114425"/>
                </a:lnTo>
                <a:close/>
                <a:moveTo>
                  <a:pt x="180975" y="1104900"/>
                </a:moveTo>
                <a:lnTo>
                  <a:pt x="190500" y="1104900"/>
                </a:lnTo>
                <a:lnTo>
                  <a:pt x="190500" y="1123950"/>
                </a:lnTo>
                <a:lnTo>
                  <a:pt x="180975" y="1123950"/>
                </a:lnTo>
                <a:close/>
                <a:moveTo>
                  <a:pt x="1228725" y="1114425"/>
                </a:moveTo>
                <a:lnTo>
                  <a:pt x="1238250" y="1114425"/>
                </a:lnTo>
                <a:lnTo>
                  <a:pt x="1238250" y="1123950"/>
                </a:lnTo>
                <a:lnTo>
                  <a:pt x="1228725" y="1123950"/>
                </a:lnTo>
                <a:close/>
                <a:moveTo>
                  <a:pt x="1409700" y="1114425"/>
                </a:moveTo>
                <a:lnTo>
                  <a:pt x="1419225" y="1114425"/>
                </a:lnTo>
                <a:lnTo>
                  <a:pt x="1419225" y="1123950"/>
                </a:lnTo>
                <a:lnTo>
                  <a:pt x="1409700" y="1123950"/>
                </a:lnTo>
                <a:close/>
                <a:moveTo>
                  <a:pt x="1485900" y="1114425"/>
                </a:moveTo>
                <a:lnTo>
                  <a:pt x="1495425" y="1114425"/>
                </a:lnTo>
                <a:lnTo>
                  <a:pt x="1495425" y="1123950"/>
                </a:lnTo>
                <a:lnTo>
                  <a:pt x="1504950" y="1123950"/>
                </a:lnTo>
                <a:lnTo>
                  <a:pt x="1504950" y="1133475"/>
                </a:lnTo>
                <a:lnTo>
                  <a:pt x="1485900" y="1133475"/>
                </a:lnTo>
                <a:close/>
                <a:moveTo>
                  <a:pt x="1590675" y="1114425"/>
                </a:moveTo>
                <a:lnTo>
                  <a:pt x="1600200" y="1114425"/>
                </a:lnTo>
                <a:lnTo>
                  <a:pt x="1600200" y="1123950"/>
                </a:lnTo>
                <a:lnTo>
                  <a:pt x="1590675" y="1123950"/>
                </a:lnTo>
                <a:close/>
                <a:moveTo>
                  <a:pt x="1571625" y="1133475"/>
                </a:moveTo>
                <a:lnTo>
                  <a:pt x="1609725" y="1133475"/>
                </a:lnTo>
                <a:lnTo>
                  <a:pt x="1609725" y="1152525"/>
                </a:lnTo>
                <a:lnTo>
                  <a:pt x="1581150" y="1152525"/>
                </a:lnTo>
                <a:lnTo>
                  <a:pt x="1581150" y="1143000"/>
                </a:lnTo>
                <a:lnTo>
                  <a:pt x="1571625" y="1143000"/>
                </a:lnTo>
                <a:close/>
                <a:moveTo>
                  <a:pt x="1495425" y="1162050"/>
                </a:moveTo>
                <a:lnTo>
                  <a:pt x="1514475" y="1162050"/>
                </a:lnTo>
                <a:lnTo>
                  <a:pt x="1514475" y="1181100"/>
                </a:lnTo>
                <a:lnTo>
                  <a:pt x="1504950" y="1181100"/>
                </a:lnTo>
                <a:lnTo>
                  <a:pt x="1504950" y="1171575"/>
                </a:lnTo>
                <a:lnTo>
                  <a:pt x="1495425" y="1171575"/>
                </a:lnTo>
                <a:close/>
                <a:moveTo>
                  <a:pt x="1524000" y="1162050"/>
                </a:moveTo>
                <a:lnTo>
                  <a:pt x="1543050" y="1162050"/>
                </a:lnTo>
                <a:lnTo>
                  <a:pt x="1543050" y="1171575"/>
                </a:lnTo>
                <a:lnTo>
                  <a:pt x="1552575" y="1171575"/>
                </a:lnTo>
                <a:lnTo>
                  <a:pt x="1552575" y="1181100"/>
                </a:lnTo>
                <a:lnTo>
                  <a:pt x="1562100" y="1181100"/>
                </a:lnTo>
                <a:lnTo>
                  <a:pt x="1562100" y="1190625"/>
                </a:lnTo>
                <a:lnTo>
                  <a:pt x="1543050" y="1190625"/>
                </a:lnTo>
                <a:lnTo>
                  <a:pt x="1543050" y="1181100"/>
                </a:lnTo>
                <a:lnTo>
                  <a:pt x="1524000" y="1181100"/>
                </a:lnTo>
                <a:close/>
                <a:moveTo>
                  <a:pt x="1457325" y="1181100"/>
                </a:moveTo>
                <a:lnTo>
                  <a:pt x="1476375" y="1181100"/>
                </a:lnTo>
                <a:lnTo>
                  <a:pt x="1476375" y="1209675"/>
                </a:lnTo>
                <a:lnTo>
                  <a:pt x="1457325" y="1209675"/>
                </a:lnTo>
                <a:lnTo>
                  <a:pt x="1457325" y="1200150"/>
                </a:lnTo>
                <a:lnTo>
                  <a:pt x="1447800" y="1200150"/>
                </a:lnTo>
                <a:lnTo>
                  <a:pt x="1447800" y="1190625"/>
                </a:lnTo>
                <a:lnTo>
                  <a:pt x="1457325" y="1190625"/>
                </a:lnTo>
                <a:close/>
                <a:moveTo>
                  <a:pt x="1514475" y="1181100"/>
                </a:moveTo>
                <a:lnTo>
                  <a:pt x="1524000" y="1181100"/>
                </a:lnTo>
                <a:lnTo>
                  <a:pt x="1524000" y="1190625"/>
                </a:lnTo>
                <a:lnTo>
                  <a:pt x="1514475" y="1190625"/>
                </a:lnTo>
                <a:close/>
                <a:moveTo>
                  <a:pt x="85725" y="1190625"/>
                </a:moveTo>
                <a:lnTo>
                  <a:pt x="114300" y="1190625"/>
                </a:lnTo>
                <a:lnTo>
                  <a:pt x="114300" y="1200150"/>
                </a:lnTo>
                <a:lnTo>
                  <a:pt x="85725" y="1200150"/>
                </a:lnTo>
                <a:close/>
                <a:moveTo>
                  <a:pt x="28575" y="1200150"/>
                </a:moveTo>
                <a:lnTo>
                  <a:pt x="38100" y="1200150"/>
                </a:lnTo>
                <a:lnTo>
                  <a:pt x="38100" y="1209675"/>
                </a:lnTo>
                <a:lnTo>
                  <a:pt x="28575" y="1209675"/>
                </a:lnTo>
                <a:close/>
                <a:moveTo>
                  <a:pt x="771525" y="1209675"/>
                </a:moveTo>
                <a:lnTo>
                  <a:pt x="781050" y="1209675"/>
                </a:lnTo>
                <a:lnTo>
                  <a:pt x="781050" y="1238250"/>
                </a:lnTo>
                <a:lnTo>
                  <a:pt x="762000" y="1238250"/>
                </a:lnTo>
                <a:lnTo>
                  <a:pt x="762000" y="1219200"/>
                </a:lnTo>
                <a:lnTo>
                  <a:pt x="771525" y="1219200"/>
                </a:lnTo>
                <a:close/>
                <a:moveTo>
                  <a:pt x="28575" y="1219200"/>
                </a:moveTo>
                <a:lnTo>
                  <a:pt x="38100" y="1219200"/>
                </a:lnTo>
                <a:lnTo>
                  <a:pt x="38100" y="1238250"/>
                </a:lnTo>
                <a:lnTo>
                  <a:pt x="28575" y="1238250"/>
                </a:lnTo>
                <a:close/>
                <a:moveTo>
                  <a:pt x="1152525" y="1219200"/>
                </a:moveTo>
                <a:lnTo>
                  <a:pt x="1162050" y="1219200"/>
                </a:lnTo>
                <a:lnTo>
                  <a:pt x="1162050" y="1228725"/>
                </a:lnTo>
                <a:lnTo>
                  <a:pt x="1152525" y="1228725"/>
                </a:lnTo>
                <a:close/>
                <a:moveTo>
                  <a:pt x="1476375" y="1219200"/>
                </a:moveTo>
                <a:lnTo>
                  <a:pt x="1504950" y="1219200"/>
                </a:lnTo>
                <a:lnTo>
                  <a:pt x="1504950" y="1228725"/>
                </a:lnTo>
                <a:lnTo>
                  <a:pt x="1514475" y="1228725"/>
                </a:lnTo>
                <a:lnTo>
                  <a:pt x="1514475" y="1238250"/>
                </a:lnTo>
                <a:lnTo>
                  <a:pt x="1495425" y="1238250"/>
                </a:lnTo>
                <a:lnTo>
                  <a:pt x="1495425" y="1228725"/>
                </a:lnTo>
                <a:lnTo>
                  <a:pt x="1476375" y="1228725"/>
                </a:lnTo>
                <a:close/>
                <a:moveTo>
                  <a:pt x="57150" y="1228725"/>
                </a:moveTo>
                <a:lnTo>
                  <a:pt x="66675" y="1228725"/>
                </a:lnTo>
                <a:lnTo>
                  <a:pt x="66675" y="1238250"/>
                </a:lnTo>
                <a:lnTo>
                  <a:pt x="85725" y="1238250"/>
                </a:lnTo>
                <a:lnTo>
                  <a:pt x="85725" y="1247775"/>
                </a:lnTo>
                <a:lnTo>
                  <a:pt x="95250" y="1247775"/>
                </a:lnTo>
                <a:lnTo>
                  <a:pt x="95250" y="1266825"/>
                </a:lnTo>
                <a:lnTo>
                  <a:pt x="85725" y="1266825"/>
                </a:lnTo>
                <a:lnTo>
                  <a:pt x="85725" y="1276350"/>
                </a:lnTo>
                <a:lnTo>
                  <a:pt x="76200" y="1276350"/>
                </a:lnTo>
                <a:lnTo>
                  <a:pt x="76200" y="1295400"/>
                </a:lnTo>
                <a:lnTo>
                  <a:pt x="66675" y="1295400"/>
                </a:lnTo>
                <a:lnTo>
                  <a:pt x="66675" y="1314450"/>
                </a:lnTo>
                <a:lnTo>
                  <a:pt x="38100" y="1314450"/>
                </a:lnTo>
                <a:lnTo>
                  <a:pt x="38100" y="1343025"/>
                </a:lnTo>
                <a:lnTo>
                  <a:pt x="28575" y="1343025"/>
                </a:lnTo>
                <a:lnTo>
                  <a:pt x="28575" y="1352550"/>
                </a:lnTo>
                <a:lnTo>
                  <a:pt x="9525" y="1352550"/>
                </a:lnTo>
                <a:lnTo>
                  <a:pt x="9525" y="1333500"/>
                </a:lnTo>
                <a:lnTo>
                  <a:pt x="19050" y="1333500"/>
                </a:lnTo>
                <a:lnTo>
                  <a:pt x="19050" y="1314450"/>
                </a:lnTo>
                <a:lnTo>
                  <a:pt x="28575" y="1314450"/>
                </a:lnTo>
                <a:lnTo>
                  <a:pt x="28575" y="1304925"/>
                </a:lnTo>
                <a:lnTo>
                  <a:pt x="57150" y="1304925"/>
                </a:lnTo>
                <a:lnTo>
                  <a:pt x="57150" y="1285875"/>
                </a:lnTo>
                <a:lnTo>
                  <a:pt x="66675" y="1285875"/>
                </a:lnTo>
                <a:lnTo>
                  <a:pt x="66675" y="1257300"/>
                </a:lnTo>
                <a:lnTo>
                  <a:pt x="57150" y="1257300"/>
                </a:lnTo>
                <a:lnTo>
                  <a:pt x="57150" y="1266825"/>
                </a:lnTo>
                <a:lnTo>
                  <a:pt x="47625" y="1266825"/>
                </a:lnTo>
                <a:lnTo>
                  <a:pt x="47625" y="1247775"/>
                </a:lnTo>
                <a:lnTo>
                  <a:pt x="57150" y="1247775"/>
                </a:lnTo>
                <a:close/>
                <a:moveTo>
                  <a:pt x="333375" y="1228725"/>
                </a:moveTo>
                <a:lnTo>
                  <a:pt x="352425" y="1228725"/>
                </a:lnTo>
                <a:lnTo>
                  <a:pt x="352425" y="1238250"/>
                </a:lnTo>
                <a:lnTo>
                  <a:pt x="333375" y="1238250"/>
                </a:lnTo>
                <a:close/>
                <a:moveTo>
                  <a:pt x="1104900" y="1228725"/>
                </a:moveTo>
                <a:lnTo>
                  <a:pt x="1114425" y="1228725"/>
                </a:lnTo>
                <a:lnTo>
                  <a:pt x="1114425" y="1238250"/>
                </a:lnTo>
                <a:lnTo>
                  <a:pt x="1104900" y="1238250"/>
                </a:lnTo>
                <a:close/>
                <a:moveTo>
                  <a:pt x="1190625" y="1228725"/>
                </a:moveTo>
                <a:lnTo>
                  <a:pt x="1219200" y="1228725"/>
                </a:lnTo>
                <a:lnTo>
                  <a:pt x="1219200" y="1238250"/>
                </a:lnTo>
                <a:lnTo>
                  <a:pt x="1190625" y="1238250"/>
                </a:lnTo>
                <a:close/>
                <a:moveTo>
                  <a:pt x="1257300" y="1228725"/>
                </a:moveTo>
                <a:lnTo>
                  <a:pt x="1276350" y="1228725"/>
                </a:lnTo>
                <a:lnTo>
                  <a:pt x="1276350" y="1247775"/>
                </a:lnTo>
                <a:lnTo>
                  <a:pt x="1257300" y="1247775"/>
                </a:lnTo>
                <a:close/>
                <a:moveTo>
                  <a:pt x="1447800" y="1228725"/>
                </a:moveTo>
                <a:lnTo>
                  <a:pt x="1457325" y="1228725"/>
                </a:lnTo>
                <a:lnTo>
                  <a:pt x="1457325" y="1247775"/>
                </a:lnTo>
                <a:lnTo>
                  <a:pt x="1447800" y="1247775"/>
                </a:lnTo>
                <a:close/>
                <a:moveTo>
                  <a:pt x="1152525" y="1238250"/>
                </a:moveTo>
                <a:lnTo>
                  <a:pt x="1162050" y="1238250"/>
                </a:lnTo>
                <a:lnTo>
                  <a:pt x="1162050" y="1247775"/>
                </a:lnTo>
                <a:lnTo>
                  <a:pt x="1152525" y="1247775"/>
                </a:lnTo>
                <a:close/>
                <a:moveTo>
                  <a:pt x="1466850" y="1238250"/>
                </a:moveTo>
                <a:lnTo>
                  <a:pt x="1476375" y="1238250"/>
                </a:lnTo>
                <a:lnTo>
                  <a:pt x="1476375" y="1247775"/>
                </a:lnTo>
                <a:lnTo>
                  <a:pt x="1466850" y="1247775"/>
                </a:lnTo>
                <a:close/>
                <a:moveTo>
                  <a:pt x="9525" y="1257300"/>
                </a:moveTo>
                <a:lnTo>
                  <a:pt x="19050" y="1257300"/>
                </a:lnTo>
                <a:lnTo>
                  <a:pt x="19050" y="1266825"/>
                </a:lnTo>
                <a:lnTo>
                  <a:pt x="9525" y="1266825"/>
                </a:lnTo>
                <a:close/>
                <a:moveTo>
                  <a:pt x="114300" y="1285875"/>
                </a:moveTo>
                <a:lnTo>
                  <a:pt x="142875" y="1285875"/>
                </a:lnTo>
                <a:lnTo>
                  <a:pt x="142875" y="1295400"/>
                </a:lnTo>
                <a:lnTo>
                  <a:pt x="114300" y="1295400"/>
                </a:lnTo>
                <a:close/>
                <a:moveTo>
                  <a:pt x="323850" y="1285875"/>
                </a:moveTo>
                <a:lnTo>
                  <a:pt x="333375" y="1285875"/>
                </a:lnTo>
                <a:lnTo>
                  <a:pt x="333375" y="1295400"/>
                </a:lnTo>
                <a:lnTo>
                  <a:pt x="323850" y="1295400"/>
                </a:lnTo>
                <a:close/>
                <a:moveTo>
                  <a:pt x="428625" y="1285875"/>
                </a:moveTo>
                <a:lnTo>
                  <a:pt x="438150" y="1285875"/>
                </a:lnTo>
                <a:lnTo>
                  <a:pt x="438150" y="1295400"/>
                </a:lnTo>
                <a:lnTo>
                  <a:pt x="428625" y="1295400"/>
                </a:lnTo>
                <a:close/>
                <a:moveTo>
                  <a:pt x="466725" y="1285875"/>
                </a:moveTo>
                <a:lnTo>
                  <a:pt x="476250" y="1285875"/>
                </a:lnTo>
                <a:lnTo>
                  <a:pt x="476250" y="1295400"/>
                </a:lnTo>
                <a:lnTo>
                  <a:pt x="466725" y="1295400"/>
                </a:lnTo>
                <a:close/>
                <a:moveTo>
                  <a:pt x="514350" y="1285875"/>
                </a:moveTo>
                <a:lnTo>
                  <a:pt x="523875" y="1285875"/>
                </a:lnTo>
                <a:lnTo>
                  <a:pt x="523875" y="1295400"/>
                </a:lnTo>
                <a:lnTo>
                  <a:pt x="514350" y="1295400"/>
                </a:lnTo>
                <a:close/>
                <a:moveTo>
                  <a:pt x="647700" y="1285875"/>
                </a:moveTo>
                <a:lnTo>
                  <a:pt x="695325" y="1285875"/>
                </a:lnTo>
                <a:lnTo>
                  <a:pt x="695325" y="1295400"/>
                </a:lnTo>
                <a:lnTo>
                  <a:pt x="657225" y="1295400"/>
                </a:lnTo>
                <a:lnTo>
                  <a:pt x="657225" y="1304925"/>
                </a:lnTo>
                <a:lnTo>
                  <a:pt x="666750" y="1304925"/>
                </a:lnTo>
                <a:lnTo>
                  <a:pt x="666750" y="1333500"/>
                </a:lnTo>
                <a:lnTo>
                  <a:pt x="638175" y="1333500"/>
                </a:lnTo>
                <a:lnTo>
                  <a:pt x="638175" y="1362075"/>
                </a:lnTo>
                <a:lnTo>
                  <a:pt x="628650" y="1362075"/>
                </a:lnTo>
                <a:lnTo>
                  <a:pt x="628650" y="1352550"/>
                </a:lnTo>
                <a:lnTo>
                  <a:pt x="619125" y="1352550"/>
                </a:lnTo>
                <a:lnTo>
                  <a:pt x="619125" y="1333500"/>
                </a:lnTo>
                <a:lnTo>
                  <a:pt x="628650" y="1333500"/>
                </a:lnTo>
                <a:lnTo>
                  <a:pt x="628650" y="1314450"/>
                </a:lnTo>
                <a:lnTo>
                  <a:pt x="638175" y="1314450"/>
                </a:lnTo>
                <a:lnTo>
                  <a:pt x="638175" y="1304925"/>
                </a:lnTo>
                <a:lnTo>
                  <a:pt x="647700" y="1304925"/>
                </a:lnTo>
                <a:close/>
                <a:moveTo>
                  <a:pt x="771525" y="1285875"/>
                </a:moveTo>
                <a:lnTo>
                  <a:pt x="781050" y="1285875"/>
                </a:lnTo>
                <a:lnTo>
                  <a:pt x="781050" y="1295400"/>
                </a:lnTo>
                <a:lnTo>
                  <a:pt x="771525" y="1295400"/>
                </a:lnTo>
                <a:close/>
                <a:moveTo>
                  <a:pt x="828675" y="1285875"/>
                </a:moveTo>
                <a:lnTo>
                  <a:pt x="866775" y="1285875"/>
                </a:lnTo>
                <a:lnTo>
                  <a:pt x="866775" y="1295400"/>
                </a:lnTo>
                <a:lnTo>
                  <a:pt x="847725" y="1295400"/>
                </a:lnTo>
                <a:lnTo>
                  <a:pt x="847725" y="1304925"/>
                </a:lnTo>
                <a:lnTo>
                  <a:pt x="866775" y="1304925"/>
                </a:lnTo>
                <a:lnTo>
                  <a:pt x="866775" y="1314450"/>
                </a:lnTo>
                <a:lnTo>
                  <a:pt x="857250" y="1314450"/>
                </a:lnTo>
                <a:lnTo>
                  <a:pt x="857250" y="1323975"/>
                </a:lnTo>
                <a:lnTo>
                  <a:pt x="847725" y="1323975"/>
                </a:lnTo>
                <a:lnTo>
                  <a:pt x="847725" y="1333500"/>
                </a:lnTo>
                <a:lnTo>
                  <a:pt x="828675" y="1333500"/>
                </a:lnTo>
                <a:lnTo>
                  <a:pt x="828675" y="1343025"/>
                </a:lnTo>
                <a:lnTo>
                  <a:pt x="819150" y="1343025"/>
                </a:lnTo>
                <a:lnTo>
                  <a:pt x="819150" y="1333500"/>
                </a:lnTo>
                <a:lnTo>
                  <a:pt x="800100" y="1333500"/>
                </a:lnTo>
                <a:lnTo>
                  <a:pt x="800100" y="1323975"/>
                </a:lnTo>
                <a:lnTo>
                  <a:pt x="771525" y="1323975"/>
                </a:lnTo>
                <a:lnTo>
                  <a:pt x="771525" y="1304925"/>
                </a:lnTo>
                <a:lnTo>
                  <a:pt x="800100" y="1304925"/>
                </a:lnTo>
                <a:lnTo>
                  <a:pt x="800100" y="1314450"/>
                </a:lnTo>
                <a:lnTo>
                  <a:pt x="819150" y="1314450"/>
                </a:lnTo>
                <a:lnTo>
                  <a:pt x="819150" y="1304925"/>
                </a:lnTo>
                <a:lnTo>
                  <a:pt x="838200" y="1304925"/>
                </a:lnTo>
                <a:lnTo>
                  <a:pt x="838200" y="1295400"/>
                </a:lnTo>
                <a:lnTo>
                  <a:pt x="828675" y="1295400"/>
                </a:lnTo>
                <a:close/>
                <a:moveTo>
                  <a:pt x="933450" y="1285875"/>
                </a:moveTo>
                <a:lnTo>
                  <a:pt x="952500" y="1285875"/>
                </a:lnTo>
                <a:lnTo>
                  <a:pt x="952500" y="1295400"/>
                </a:lnTo>
                <a:lnTo>
                  <a:pt x="942975" y="1295400"/>
                </a:lnTo>
                <a:lnTo>
                  <a:pt x="942975" y="1304925"/>
                </a:lnTo>
                <a:lnTo>
                  <a:pt x="952500" y="1304925"/>
                </a:lnTo>
                <a:lnTo>
                  <a:pt x="952500" y="1323975"/>
                </a:lnTo>
                <a:lnTo>
                  <a:pt x="942975" y="1323975"/>
                </a:lnTo>
                <a:lnTo>
                  <a:pt x="942975" y="1314450"/>
                </a:lnTo>
                <a:lnTo>
                  <a:pt x="923925" y="1314450"/>
                </a:lnTo>
                <a:lnTo>
                  <a:pt x="923925" y="1295400"/>
                </a:lnTo>
                <a:lnTo>
                  <a:pt x="933450" y="1295400"/>
                </a:lnTo>
                <a:close/>
                <a:moveTo>
                  <a:pt x="1047750" y="1285875"/>
                </a:moveTo>
                <a:lnTo>
                  <a:pt x="1066800" y="1285875"/>
                </a:lnTo>
                <a:lnTo>
                  <a:pt x="1066800" y="1295400"/>
                </a:lnTo>
                <a:lnTo>
                  <a:pt x="1076325" y="1295400"/>
                </a:lnTo>
                <a:lnTo>
                  <a:pt x="1076325" y="1323975"/>
                </a:lnTo>
                <a:lnTo>
                  <a:pt x="1057275" y="1323975"/>
                </a:lnTo>
                <a:lnTo>
                  <a:pt x="1057275" y="1314450"/>
                </a:lnTo>
                <a:lnTo>
                  <a:pt x="1047750" y="1314450"/>
                </a:lnTo>
                <a:close/>
                <a:moveTo>
                  <a:pt x="1171575" y="1285875"/>
                </a:moveTo>
                <a:lnTo>
                  <a:pt x="1181100" y="1285875"/>
                </a:lnTo>
                <a:lnTo>
                  <a:pt x="1181100" y="1295400"/>
                </a:lnTo>
                <a:lnTo>
                  <a:pt x="1171575" y="1295400"/>
                </a:lnTo>
                <a:close/>
                <a:moveTo>
                  <a:pt x="1438275" y="1285875"/>
                </a:moveTo>
                <a:lnTo>
                  <a:pt x="1447800" y="1285875"/>
                </a:lnTo>
                <a:lnTo>
                  <a:pt x="1447800" y="1304925"/>
                </a:lnTo>
                <a:lnTo>
                  <a:pt x="1438275" y="1304925"/>
                </a:lnTo>
                <a:close/>
                <a:moveTo>
                  <a:pt x="104775" y="1295400"/>
                </a:moveTo>
                <a:lnTo>
                  <a:pt x="114300" y="1295400"/>
                </a:lnTo>
                <a:lnTo>
                  <a:pt x="114300" y="1323975"/>
                </a:lnTo>
                <a:lnTo>
                  <a:pt x="104775" y="1323975"/>
                </a:lnTo>
                <a:lnTo>
                  <a:pt x="104775" y="1314450"/>
                </a:lnTo>
                <a:lnTo>
                  <a:pt x="95250" y="1314450"/>
                </a:lnTo>
                <a:lnTo>
                  <a:pt x="95250" y="1304925"/>
                </a:lnTo>
                <a:lnTo>
                  <a:pt x="104775" y="1304925"/>
                </a:lnTo>
                <a:close/>
                <a:moveTo>
                  <a:pt x="333375" y="1295400"/>
                </a:moveTo>
                <a:lnTo>
                  <a:pt x="342900" y="1295400"/>
                </a:lnTo>
                <a:lnTo>
                  <a:pt x="342900" y="1314450"/>
                </a:lnTo>
                <a:lnTo>
                  <a:pt x="333375" y="1314450"/>
                </a:lnTo>
                <a:close/>
                <a:moveTo>
                  <a:pt x="523875" y="1295400"/>
                </a:moveTo>
                <a:lnTo>
                  <a:pt x="542925" y="1295400"/>
                </a:lnTo>
                <a:lnTo>
                  <a:pt x="542925" y="1304925"/>
                </a:lnTo>
                <a:lnTo>
                  <a:pt x="523875" y="1304925"/>
                </a:lnTo>
                <a:close/>
                <a:moveTo>
                  <a:pt x="962025" y="1295400"/>
                </a:moveTo>
                <a:lnTo>
                  <a:pt x="990600" y="1295400"/>
                </a:lnTo>
                <a:lnTo>
                  <a:pt x="990600" y="1304925"/>
                </a:lnTo>
                <a:lnTo>
                  <a:pt x="962025" y="1304925"/>
                </a:lnTo>
                <a:close/>
                <a:moveTo>
                  <a:pt x="1143000" y="1295400"/>
                </a:moveTo>
                <a:lnTo>
                  <a:pt x="1152525" y="1295400"/>
                </a:lnTo>
                <a:lnTo>
                  <a:pt x="1152525" y="1304925"/>
                </a:lnTo>
                <a:lnTo>
                  <a:pt x="1143000" y="1304925"/>
                </a:lnTo>
                <a:close/>
                <a:moveTo>
                  <a:pt x="1162050" y="1295400"/>
                </a:moveTo>
                <a:lnTo>
                  <a:pt x="1171575" y="1295400"/>
                </a:lnTo>
                <a:lnTo>
                  <a:pt x="1171575" y="1304925"/>
                </a:lnTo>
                <a:lnTo>
                  <a:pt x="1190625" y="1304925"/>
                </a:lnTo>
                <a:lnTo>
                  <a:pt x="1190625" y="1314450"/>
                </a:lnTo>
                <a:lnTo>
                  <a:pt x="1181100" y="1314450"/>
                </a:lnTo>
                <a:lnTo>
                  <a:pt x="1181100" y="1352550"/>
                </a:lnTo>
                <a:lnTo>
                  <a:pt x="1171575" y="1352550"/>
                </a:lnTo>
                <a:lnTo>
                  <a:pt x="1171575" y="1343025"/>
                </a:lnTo>
                <a:lnTo>
                  <a:pt x="1162050" y="1343025"/>
                </a:lnTo>
                <a:lnTo>
                  <a:pt x="1162050" y="1333500"/>
                </a:lnTo>
                <a:lnTo>
                  <a:pt x="1152525" y="1333500"/>
                </a:lnTo>
                <a:lnTo>
                  <a:pt x="1152525" y="1314450"/>
                </a:lnTo>
                <a:lnTo>
                  <a:pt x="1162050" y="1314450"/>
                </a:lnTo>
                <a:close/>
                <a:moveTo>
                  <a:pt x="1495425" y="1295400"/>
                </a:moveTo>
                <a:lnTo>
                  <a:pt x="1504950" y="1295400"/>
                </a:lnTo>
                <a:lnTo>
                  <a:pt x="1504950" y="1304925"/>
                </a:lnTo>
                <a:lnTo>
                  <a:pt x="1495425" y="1304925"/>
                </a:lnTo>
                <a:close/>
                <a:moveTo>
                  <a:pt x="514350" y="1304925"/>
                </a:moveTo>
                <a:lnTo>
                  <a:pt x="523875" y="1304925"/>
                </a:lnTo>
                <a:lnTo>
                  <a:pt x="523875" y="1314450"/>
                </a:lnTo>
                <a:lnTo>
                  <a:pt x="514350" y="1314450"/>
                </a:lnTo>
                <a:close/>
                <a:moveTo>
                  <a:pt x="571500" y="1304925"/>
                </a:moveTo>
                <a:lnTo>
                  <a:pt x="581025" y="1304925"/>
                </a:lnTo>
                <a:lnTo>
                  <a:pt x="581025" y="1333500"/>
                </a:lnTo>
                <a:lnTo>
                  <a:pt x="571500" y="1333500"/>
                </a:lnTo>
                <a:close/>
                <a:moveTo>
                  <a:pt x="685800" y="1304925"/>
                </a:moveTo>
                <a:lnTo>
                  <a:pt x="704850" y="1304925"/>
                </a:lnTo>
                <a:lnTo>
                  <a:pt x="704850" y="1314450"/>
                </a:lnTo>
                <a:lnTo>
                  <a:pt x="685800" y="1314450"/>
                </a:lnTo>
                <a:close/>
                <a:moveTo>
                  <a:pt x="1238250" y="1304925"/>
                </a:moveTo>
                <a:lnTo>
                  <a:pt x="1257300" y="1304925"/>
                </a:lnTo>
                <a:lnTo>
                  <a:pt x="1257300" y="1314450"/>
                </a:lnTo>
                <a:lnTo>
                  <a:pt x="1266825" y="1314450"/>
                </a:lnTo>
                <a:lnTo>
                  <a:pt x="1266825" y="1323975"/>
                </a:lnTo>
                <a:lnTo>
                  <a:pt x="1247775" y="1323975"/>
                </a:lnTo>
                <a:lnTo>
                  <a:pt x="1247775" y="1314450"/>
                </a:lnTo>
                <a:lnTo>
                  <a:pt x="1238250" y="1314450"/>
                </a:lnTo>
                <a:close/>
                <a:moveTo>
                  <a:pt x="1314450" y="1304925"/>
                </a:moveTo>
                <a:lnTo>
                  <a:pt x="1333500" y="1304925"/>
                </a:lnTo>
                <a:lnTo>
                  <a:pt x="1333500" y="1314450"/>
                </a:lnTo>
                <a:lnTo>
                  <a:pt x="1314450" y="1314450"/>
                </a:lnTo>
                <a:close/>
                <a:moveTo>
                  <a:pt x="1524000" y="1304925"/>
                </a:moveTo>
                <a:lnTo>
                  <a:pt x="1533525" y="1304925"/>
                </a:lnTo>
                <a:lnTo>
                  <a:pt x="1533525" y="1323975"/>
                </a:lnTo>
                <a:lnTo>
                  <a:pt x="1543050" y="1323975"/>
                </a:lnTo>
                <a:lnTo>
                  <a:pt x="1543050" y="1314450"/>
                </a:lnTo>
                <a:lnTo>
                  <a:pt x="1552575" y="1314450"/>
                </a:lnTo>
                <a:lnTo>
                  <a:pt x="1552575" y="1304925"/>
                </a:lnTo>
                <a:lnTo>
                  <a:pt x="1562100" y="1304925"/>
                </a:lnTo>
                <a:lnTo>
                  <a:pt x="1562100" y="1314450"/>
                </a:lnTo>
                <a:lnTo>
                  <a:pt x="1552575" y="1314450"/>
                </a:lnTo>
                <a:lnTo>
                  <a:pt x="1552575" y="1323975"/>
                </a:lnTo>
                <a:lnTo>
                  <a:pt x="1543050" y="1323975"/>
                </a:lnTo>
                <a:lnTo>
                  <a:pt x="1543050" y="1343025"/>
                </a:lnTo>
                <a:lnTo>
                  <a:pt x="1552575" y="1343025"/>
                </a:lnTo>
                <a:lnTo>
                  <a:pt x="1552575" y="1352550"/>
                </a:lnTo>
                <a:lnTo>
                  <a:pt x="1543050" y="1352550"/>
                </a:lnTo>
                <a:lnTo>
                  <a:pt x="1543050" y="1362075"/>
                </a:lnTo>
                <a:lnTo>
                  <a:pt x="1524000" y="1362075"/>
                </a:lnTo>
                <a:lnTo>
                  <a:pt x="1524000" y="1343025"/>
                </a:lnTo>
                <a:lnTo>
                  <a:pt x="1514475" y="1343025"/>
                </a:lnTo>
                <a:lnTo>
                  <a:pt x="1514475" y="1333500"/>
                </a:lnTo>
                <a:lnTo>
                  <a:pt x="1524000" y="1333500"/>
                </a:lnTo>
                <a:close/>
                <a:moveTo>
                  <a:pt x="142875" y="1314450"/>
                </a:moveTo>
                <a:lnTo>
                  <a:pt x="161925" y="1314450"/>
                </a:lnTo>
                <a:lnTo>
                  <a:pt x="161925" y="1333500"/>
                </a:lnTo>
                <a:lnTo>
                  <a:pt x="142875" y="1333500"/>
                </a:lnTo>
                <a:lnTo>
                  <a:pt x="142875" y="1343025"/>
                </a:lnTo>
                <a:lnTo>
                  <a:pt x="161925" y="1343025"/>
                </a:lnTo>
                <a:lnTo>
                  <a:pt x="161925" y="1352550"/>
                </a:lnTo>
                <a:lnTo>
                  <a:pt x="152400" y="1352550"/>
                </a:lnTo>
                <a:lnTo>
                  <a:pt x="152400" y="1362075"/>
                </a:lnTo>
                <a:lnTo>
                  <a:pt x="133350" y="1362075"/>
                </a:lnTo>
                <a:lnTo>
                  <a:pt x="133350" y="1352550"/>
                </a:lnTo>
                <a:lnTo>
                  <a:pt x="123825" y="1352550"/>
                </a:lnTo>
                <a:lnTo>
                  <a:pt x="123825" y="1333500"/>
                </a:lnTo>
                <a:lnTo>
                  <a:pt x="133350" y="1333500"/>
                </a:lnTo>
                <a:lnTo>
                  <a:pt x="133350" y="1323975"/>
                </a:lnTo>
                <a:lnTo>
                  <a:pt x="142875" y="1323975"/>
                </a:lnTo>
                <a:close/>
                <a:moveTo>
                  <a:pt x="352425" y="1314450"/>
                </a:moveTo>
                <a:lnTo>
                  <a:pt x="361950" y="1314450"/>
                </a:lnTo>
                <a:lnTo>
                  <a:pt x="361950" y="1323975"/>
                </a:lnTo>
                <a:lnTo>
                  <a:pt x="352425" y="1323975"/>
                </a:lnTo>
                <a:close/>
                <a:moveTo>
                  <a:pt x="552450" y="1314450"/>
                </a:moveTo>
                <a:lnTo>
                  <a:pt x="561975" y="1314450"/>
                </a:lnTo>
                <a:lnTo>
                  <a:pt x="561975" y="1343025"/>
                </a:lnTo>
                <a:lnTo>
                  <a:pt x="552450" y="1343025"/>
                </a:lnTo>
                <a:close/>
                <a:moveTo>
                  <a:pt x="723900" y="1314450"/>
                </a:moveTo>
                <a:lnTo>
                  <a:pt x="742950" y="1314450"/>
                </a:lnTo>
                <a:lnTo>
                  <a:pt x="742950" y="1343025"/>
                </a:lnTo>
                <a:lnTo>
                  <a:pt x="733425" y="1343025"/>
                </a:lnTo>
                <a:lnTo>
                  <a:pt x="733425" y="1323975"/>
                </a:lnTo>
                <a:lnTo>
                  <a:pt x="723900" y="1323975"/>
                </a:lnTo>
                <a:close/>
                <a:moveTo>
                  <a:pt x="876300" y="1314450"/>
                </a:moveTo>
                <a:lnTo>
                  <a:pt x="885825" y="1314450"/>
                </a:lnTo>
                <a:lnTo>
                  <a:pt x="885825" y="1323975"/>
                </a:lnTo>
                <a:lnTo>
                  <a:pt x="876300" y="1323975"/>
                </a:lnTo>
                <a:close/>
                <a:moveTo>
                  <a:pt x="1371600" y="1314450"/>
                </a:moveTo>
                <a:lnTo>
                  <a:pt x="1381125" y="1314450"/>
                </a:lnTo>
                <a:lnTo>
                  <a:pt x="1381125" y="1323975"/>
                </a:lnTo>
                <a:lnTo>
                  <a:pt x="1371600" y="1323975"/>
                </a:lnTo>
                <a:close/>
                <a:moveTo>
                  <a:pt x="1428750" y="1314450"/>
                </a:moveTo>
                <a:lnTo>
                  <a:pt x="1438275" y="1314450"/>
                </a:lnTo>
                <a:lnTo>
                  <a:pt x="1438275" y="1323975"/>
                </a:lnTo>
                <a:lnTo>
                  <a:pt x="1428750" y="1323975"/>
                </a:lnTo>
                <a:close/>
                <a:moveTo>
                  <a:pt x="342900" y="1323975"/>
                </a:moveTo>
                <a:lnTo>
                  <a:pt x="352425" y="1323975"/>
                </a:lnTo>
                <a:lnTo>
                  <a:pt x="352425" y="1333500"/>
                </a:lnTo>
                <a:lnTo>
                  <a:pt x="342900" y="1333500"/>
                </a:lnTo>
                <a:close/>
                <a:moveTo>
                  <a:pt x="381000" y="1323975"/>
                </a:moveTo>
                <a:lnTo>
                  <a:pt x="390525" y="1323975"/>
                </a:lnTo>
                <a:lnTo>
                  <a:pt x="390525" y="1343025"/>
                </a:lnTo>
                <a:lnTo>
                  <a:pt x="371475" y="1343025"/>
                </a:lnTo>
                <a:lnTo>
                  <a:pt x="371475" y="1333500"/>
                </a:lnTo>
                <a:lnTo>
                  <a:pt x="381000" y="1333500"/>
                </a:lnTo>
                <a:close/>
                <a:moveTo>
                  <a:pt x="457200" y="1323975"/>
                </a:moveTo>
                <a:lnTo>
                  <a:pt x="466725" y="1323975"/>
                </a:lnTo>
                <a:lnTo>
                  <a:pt x="466725" y="1343025"/>
                </a:lnTo>
                <a:lnTo>
                  <a:pt x="457200" y="1343025"/>
                </a:lnTo>
                <a:close/>
                <a:moveTo>
                  <a:pt x="714375" y="1323975"/>
                </a:moveTo>
                <a:lnTo>
                  <a:pt x="723900" y="1323975"/>
                </a:lnTo>
                <a:lnTo>
                  <a:pt x="723900" y="1333500"/>
                </a:lnTo>
                <a:lnTo>
                  <a:pt x="714375" y="1333500"/>
                </a:lnTo>
                <a:close/>
                <a:moveTo>
                  <a:pt x="828675" y="1323975"/>
                </a:moveTo>
                <a:lnTo>
                  <a:pt x="838200" y="1323975"/>
                </a:lnTo>
                <a:lnTo>
                  <a:pt x="838200" y="1314450"/>
                </a:lnTo>
                <a:lnTo>
                  <a:pt x="828675" y="1314450"/>
                </a:lnTo>
                <a:close/>
                <a:moveTo>
                  <a:pt x="952500" y="1323975"/>
                </a:moveTo>
                <a:lnTo>
                  <a:pt x="962025" y="1323975"/>
                </a:lnTo>
                <a:lnTo>
                  <a:pt x="962025" y="1343025"/>
                </a:lnTo>
                <a:lnTo>
                  <a:pt x="952500" y="1343025"/>
                </a:lnTo>
                <a:close/>
                <a:moveTo>
                  <a:pt x="971550" y="1323975"/>
                </a:moveTo>
                <a:lnTo>
                  <a:pt x="1000125" y="1323975"/>
                </a:lnTo>
                <a:lnTo>
                  <a:pt x="1000125" y="1333500"/>
                </a:lnTo>
                <a:lnTo>
                  <a:pt x="971550" y="1333500"/>
                </a:lnTo>
                <a:close/>
                <a:moveTo>
                  <a:pt x="1028700" y="1323975"/>
                </a:moveTo>
                <a:lnTo>
                  <a:pt x="1057275" y="1323975"/>
                </a:lnTo>
                <a:lnTo>
                  <a:pt x="1057275" y="1333500"/>
                </a:lnTo>
                <a:lnTo>
                  <a:pt x="1038225" y="1333500"/>
                </a:lnTo>
                <a:lnTo>
                  <a:pt x="1038225" y="1343025"/>
                </a:lnTo>
                <a:lnTo>
                  <a:pt x="1028700" y="1343025"/>
                </a:lnTo>
                <a:close/>
                <a:moveTo>
                  <a:pt x="1343025" y="1323975"/>
                </a:moveTo>
                <a:lnTo>
                  <a:pt x="1352550" y="1323975"/>
                </a:lnTo>
                <a:lnTo>
                  <a:pt x="1352550" y="1343025"/>
                </a:lnTo>
                <a:lnTo>
                  <a:pt x="1343025" y="1343025"/>
                </a:lnTo>
                <a:close/>
                <a:moveTo>
                  <a:pt x="1381125" y="1323975"/>
                </a:moveTo>
                <a:lnTo>
                  <a:pt x="1390650" y="1323975"/>
                </a:lnTo>
                <a:lnTo>
                  <a:pt x="1390650" y="1333500"/>
                </a:lnTo>
                <a:lnTo>
                  <a:pt x="1409700" y="1333500"/>
                </a:lnTo>
                <a:lnTo>
                  <a:pt x="1409700" y="1323975"/>
                </a:lnTo>
                <a:lnTo>
                  <a:pt x="1419225" y="1323975"/>
                </a:lnTo>
                <a:lnTo>
                  <a:pt x="1419225" y="1333500"/>
                </a:lnTo>
                <a:lnTo>
                  <a:pt x="1409700" y="1333500"/>
                </a:lnTo>
                <a:lnTo>
                  <a:pt x="1409700" y="1343025"/>
                </a:lnTo>
                <a:lnTo>
                  <a:pt x="1428750" y="1343025"/>
                </a:lnTo>
                <a:lnTo>
                  <a:pt x="1428750" y="1362075"/>
                </a:lnTo>
                <a:lnTo>
                  <a:pt x="1400175" y="1362075"/>
                </a:lnTo>
                <a:lnTo>
                  <a:pt x="1400175" y="1343025"/>
                </a:lnTo>
                <a:lnTo>
                  <a:pt x="1381125" y="1343025"/>
                </a:lnTo>
                <a:close/>
                <a:moveTo>
                  <a:pt x="1438275" y="1323975"/>
                </a:moveTo>
                <a:lnTo>
                  <a:pt x="1447800" y="1323975"/>
                </a:lnTo>
                <a:lnTo>
                  <a:pt x="1447800" y="1333500"/>
                </a:lnTo>
                <a:lnTo>
                  <a:pt x="1476375" y="1333500"/>
                </a:lnTo>
                <a:lnTo>
                  <a:pt x="1476375" y="1352550"/>
                </a:lnTo>
                <a:lnTo>
                  <a:pt x="1457325" y="1352550"/>
                </a:lnTo>
                <a:lnTo>
                  <a:pt x="1457325" y="1343025"/>
                </a:lnTo>
                <a:lnTo>
                  <a:pt x="1438275" y="1343025"/>
                </a:lnTo>
                <a:close/>
                <a:moveTo>
                  <a:pt x="76200" y="1333500"/>
                </a:moveTo>
                <a:lnTo>
                  <a:pt x="85725" y="1333500"/>
                </a:lnTo>
                <a:lnTo>
                  <a:pt x="85725" y="1343025"/>
                </a:lnTo>
                <a:lnTo>
                  <a:pt x="76200" y="1343025"/>
                </a:lnTo>
                <a:close/>
                <a:moveTo>
                  <a:pt x="295275" y="1333500"/>
                </a:moveTo>
                <a:lnTo>
                  <a:pt x="304800" y="1333500"/>
                </a:lnTo>
                <a:lnTo>
                  <a:pt x="304800" y="1362075"/>
                </a:lnTo>
                <a:lnTo>
                  <a:pt x="295275" y="1362075"/>
                </a:lnTo>
                <a:close/>
                <a:moveTo>
                  <a:pt x="504825" y="1333500"/>
                </a:moveTo>
                <a:lnTo>
                  <a:pt x="514350" y="1333500"/>
                </a:lnTo>
                <a:lnTo>
                  <a:pt x="514350" y="1343025"/>
                </a:lnTo>
                <a:lnTo>
                  <a:pt x="504825" y="1343025"/>
                </a:lnTo>
                <a:close/>
                <a:moveTo>
                  <a:pt x="666750" y="1333500"/>
                </a:moveTo>
                <a:lnTo>
                  <a:pt x="676275" y="1333500"/>
                </a:lnTo>
                <a:lnTo>
                  <a:pt x="676275" y="1362075"/>
                </a:lnTo>
                <a:lnTo>
                  <a:pt x="666750" y="1362075"/>
                </a:lnTo>
                <a:close/>
                <a:moveTo>
                  <a:pt x="1095375" y="1333500"/>
                </a:moveTo>
                <a:lnTo>
                  <a:pt x="1114425" y="1333500"/>
                </a:lnTo>
                <a:lnTo>
                  <a:pt x="1114425" y="1352550"/>
                </a:lnTo>
                <a:lnTo>
                  <a:pt x="1095375" y="1352550"/>
                </a:lnTo>
                <a:close/>
                <a:moveTo>
                  <a:pt x="1590675" y="1333500"/>
                </a:moveTo>
                <a:lnTo>
                  <a:pt x="1600200" y="1333500"/>
                </a:lnTo>
                <a:lnTo>
                  <a:pt x="1600200" y="1343025"/>
                </a:lnTo>
                <a:lnTo>
                  <a:pt x="1590675" y="1343025"/>
                </a:lnTo>
                <a:close/>
                <a:moveTo>
                  <a:pt x="809625" y="1343025"/>
                </a:moveTo>
                <a:lnTo>
                  <a:pt x="819150" y="1343025"/>
                </a:lnTo>
                <a:lnTo>
                  <a:pt x="819150" y="1352550"/>
                </a:lnTo>
                <a:lnTo>
                  <a:pt x="809625" y="1352550"/>
                </a:lnTo>
                <a:close/>
                <a:moveTo>
                  <a:pt x="962025" y="1343025"/>
                </a:moveTo>
                <a:lnTo>
                  <a:pt x="981075" y="1343025"/>
                </a:lnTo>
                <a:lnTo>
                  <a:pt x="981075" y="1352550"/>
                </a:lnTo>
                <a:lnTo>
                  <a:pt x="990600" y="1352550"/>
                </a:lnTo>
                <a:lnTo>
                  <a:pt x="990600" y="1362075"/>
                </a:lnTo>
                <a:lnTo>
                  <a:pt x="962025" y="1362075"/>
                </a:lnTo>
                <a:close/>
                <a:moveTo>
                  <a:pt x="1066800" y="1343025"/>
                </a:moveTo>
                <a:lnTo>
                  <a:pt x="1076325" y="1343025"/>
                </a:lnTo>
                <a:lnTo>
                  <a:pt x="1076325" y="1352550"/>
                </a:lnTo>
                <a:lnTo>
                  <a:pt x="1066800" y="1352550"/>
                </a:lnTo>
                <a:close/>
                <a:moveTo>
                  <a:pt x="1133475" y="1343025"/>
                </a:moveTo>
                <a:lnTo>
                  <a:pt x="1143000" y="1343025"/>
                </a:lnTo>
                <a:lnTo>
                  <a:pt x="1143000" y="1352550"/>
                </a:lnTo>
                <a:lnTo>
                  <a:pt x="1133475" y="1352550"/>
                </a:lnTo>
                <a:close/>
                <a:moveTo>
                  <a:pt x="1152525" y="1343025"/>
                </a:moveTo>
                <a:lnTo>
                  <a:pt x="1162050" y="1343025"/>
                </a:lnTo>
                <a:lnTo>
                  <a:pt x="1162050" y="1352550"/>
                </a:lnTo>
                <a:lnTo>
                  <a:pt x="1152525" y="1352550"/>
                </a:lnTo>
                <a:close/>
                <a:moveTo>
                  <a:pt x="1200150" y="1343025"/>
                </a:moveTo>
                <a:lnTo>
                  <a:pt x="1209675" y="1343025"/>
                </a:lnTo>
                <a:lnTo>
                  <a:pt x="1209675" y="1352550"/>
                </a:lnTo>
                <a:lnTo>
                  <a:pt x="1200150" y="1352550"/>
                </a:lnTo>
                <a:close/>
                <a:moveTo>
                  <a:pt x="57150" y="1352550"/>
                </a:moveTo>
                <a:lnTo>
                  <a:pt x="66675" y="1352550"/>
                </a:lnTo>
                <a:lnTo>
                  <a:pt x="66675" y="1362075"/>
                </a:lnTo>
                <a:lnTo>
                  <a:pt x="57150" y="1362075"/>
                </a:lnTo>
                <a:close/>
                <a:moveTo>
                  <a:pt x="114300" y="1352550"/>
                </a:moveTo>
                <a:lnTo>
                  <a:pt x="123825" y="1352550"/>
                </a:lnTo>
                <a:lnTo>
                  <a:pt x="123825" y="1362075"/>
                </a:lnTo>
                <a:lnTo>
                  <a:pt x="114300" y="1362075"/>
                </a:lnTo>
                <a:close/>
                <a:moveTo>
                  <a:pt x="180975" y="1352550"/>
                </a:moveTo>
                <a:lnTo>
                  <a:pt x="190500" y="1352550"/>
                </a:lnTo>
                <a:lnTo>
                  <a:pt x="190500" y="1362075"/>
                </a:lnTo>
                <a:lnTo>
                  <a:pt x="180975" y="1362075"/>
                </a:lnTo>
                <a:close/>
                <a:moveTo>
                  <a:pt x="514350" y="1352550"/>
                </a:moveTo>
                <a:lnTo>
                  <a:pt x="552450" y="1352550"/>
                </a:lnTo>
                <a:lnTo>
                  <a:pt x="552450" y="1362075"/>
                </a:lnTo>
                <a:lnTo>
                  <a:pt x="514350" y="1362075"/>
                </a:lnTo>
                <a:close/>
                <a:moveTo>
                  <a:pt x="685800" y="1352550"/>
                </a:moveTo>
                <a:lnTo>
                  <a:pt x="704850" y="1352550"/>
                </a:lnTo>
                <a:lnTo>
                  <a:pt x="704850" y="1362075"/>
                </a:lnTo>
                <a:lnTo>
                  <a:pt x="685800" y="1362075"/>
                </a:lnTo>
                <a:close/>
                <a:moveTo>
                  <a:pt x="800100" y="1352550"/>
                </a:moveTo>
                <a:lnTo>
                  <a:pt x="809625" y="1352550"/>
                </a:lnTo>
                <a:lnTo>
                  <a:pt x="809625" y="1362075"/>
                </a:lnTo>
                <a:lnTo>
                  <a:pt x="800100" y="1362075"/>
                </a:lnTo>
                <a:close/>
                <a:moveTo>
                  <a:pt x="923925" y="1352550"/>
                </a:moveTo>
                <a:lnTo>
                  <a:pt x="942975" y="1352550"/>
                </a:lnTo>
                <a:lnTo>
                  <a:pt x="942975" y="1362075"/>
                </a:lnTo>
                <a:lnTo>
                  <a:pt x="923925" y="1362075"/>
                </a:lnTo>
                <a:close/>
                <a:moveTo>
                  <a:pt x="1162050" y="1352550"/>
                </a:moveTo>
                <a:lnTo>
                  <a:pt x="1171575" y="1352550"/>
                </a:lnTo>
                <a:lnTo>
                  <a:pt x="1171575" y="1362075"/>
                </a:lnTo>
                <a:lnTo>
                  <a:pt x="1162050" y="1362075"/>
                </a:lnTo>
                <a:close/>
                <a:moveTo>
                  <a:pt x="1257300" y="1352550"/>
                </a:moveTo>
                <a:lnTo>
                  <a:pt x="1276350" y="1352550"/>
                </a:lnTo>
                <a:lnTo>
                  <a:pt x="1276350" y="1362075"/>
                </a:lnTo>
                <a:lnTo>
                  <a:pt x="1257300" y="1362075"/>
                </a:lnTo>
                <a:close/>
                <a:moveTo>
                  <a:pt x="1504950" y="1352550"/>
                </a:moveTo>
                <a:lnTo>
                  <a:pt x="1514475" y="1352550"/>
                </a:lnTo>
                <a:lnTo>
                  <a:pt x="1514475" y="1362075"/>
                </a:lnTo>
                <a:lnTo>
                  <a:pt x="1504950" y="1362075"/>
                </a:lnTo>
                <a:close/>
              </a:path>
            </a:pathLst>
          </a:custGeom>
          <a:solidFill xmlns:a="http://schemas.openxmlformats.org/drawingml/2006/main">
            <a:srgbClr val="FAF9F4"/>
          </a:solidFill>
          <a:ln xmlns:a="http://schemas.openxmlformats.org/drawingml/2006/main" w="0">
            <a:noFill/>
          </a:ln>
        </p:spPr>
      </p:sp>
      <p:sp>
        <p:nvSpPr>
          <p:cNvPr id="23" name="turno1 vector #fbf8f4">
            <a:extLst xmlns:a="http://schemas.openxmlformats.org/drawingml/2006/main">
              <a:ext uri="{FF2B5EF4-FFF2-40B4-BE49-F238E27FC236}">
                <a16:creationId xmlns:a16="http://schemas.microsoft.com/office/drawing/2014/main" id="{CB99D484-968C-4C62-B40A-D1A9FAA9B0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2025" y="2752725"/>
            <a:ext cx="2476500" cy="2095500"/>
          </a:xfrm>
          <a:custGeom xmlns:a="http://schemas.openxmlformats.org/drawingml/2006/main">
            <a:pathLst>
              <a:path w="1609725" h="1362075">
                <a:moveTo>
                  <a:pt x="942975" y="0"/>
                </a:moveTo>
                <a:lnTo>
                  <a:pt x="962025" y="0"/>
                </a:lnTo>
                <a:lnTo>
                  <a:pt x="962025" y="9525"/>
                </a:lnTo>
                <a:lnTo>
                  <a:pt x="942975" y="9525"/>
                </a:lnTo>
                <a:close/>
                <a:moveTo>
                  <a:pt x="38100" y="9525"/>
                </a:moveTo>
                <a:lnTo>
                  <a:pt x="47625" y="9525"/>
                </a:lnTo>
                <a:lnTo>
                  <a:pt x="47625" y="28575"/>
                </a:lnTo>
                <a:lnTo>
                  <a:pt x="57150" y="28575"/>
                </a:lnTo>
                <a:lnTo>
                  <a:pt x="57150" y="57150"/>
                </a:lnTo>
                <a:lnTo>
                  <a:pt x="38100" y="57150"/>
                </a:lnTo>
                <a:lnTo>
                  <a:pt x="38100" y="47625"/>
                </a:lnTo>
                <a:lnTo>
                  <a:pt x="19050" y="47625"/>
                </a:lnTo>
                <a:lnTo>
                  <a:pt x="19050" y="38100"/>
                </a:lnTo>
                <a:lnTo>
                  <a:pt x="28575" y="38100"/>
                </a:lnTo>
                <a:lnTo>
                  <a:pt x="28575" y="28575"/>
                </a:lnTo>
                <a:lnTo>
                  <a:pt x="38100" y="28575"/>
                </a:lnTo>
                <a:close/>
                <a:moveTo>
                  <a:pt x="1371600" y="9525"/>
                </a:moveTo>
                <a:lnTo>
                  <a:pt x="1390650" y="9525"/>
                </a:lnTo>
                <a:lnTo>
                  <a:pt x="1390650" y="28575"/>
                </a:lnTo>
                <a:lnTo>
                  <a:pt x="1381125" y="28575"/>
                </a:lnTo>
                <a:lnTo>
                  <a:pt x="1381125" y="19050"/>
                </a:lnTo>
                <a:lnTo>
                  <a:pt x="1371600" y="19050"/>
                </a:lnTo>
                <a:close/>
                <a:moveTo>
                  <a:pt x="1457325" y="9525"/>
                </a:moveTo>
                <a:lnTo>
                  <a:pt x="1466850" y="9525"/>
                </a:lnTo>
                <a:lnTo>
                  <a:pt x="1466850" y="19050"/>
                </a:lnTo>
                <a:lnTo>
                  <a:pt x="1476375" y="19050"/>
                </a:lnTo>
                <a:lnTo>
                  <a:pt x="1476375" y="38100"/>
                </a:lnTo>
                <a:lnTo>
                  <a:pt x="1466850" y="38100"/>
                </a:lnTo>
                <a:lnTo>
                  <a:pt x="1466850" y="57150"/>
                </a:lnTo>
                <a:lnTo>
                  <a:pt x="1457325" y="57150"/>
                </a:lnTo>
                <a:lnTo>
                  <a:pt x="1457325" y="38100"/>
                </a:lnTo>
                <a:lnTo>
                  <a:pt x="1447800" y="38100"/>
                </a:lnTo>
                <a:lnTo>
                  <a:pt x="1447800" y="19050"/>
                </a:lnTo>
                <a:lnTo>
                  <a:pt x="1457325" y="19050"/>
                </a:lnTo>
                <a:close/>
                <a:moveTo>
                  <a:pt x="1552575" y="19050"/>
                </a:moveTo>
                <a:lnTo>
                  <a:pt x="1571625" y="19050"/>
                </a:lnTo>
                <a:lnTo>
                  <a:pt x="1571625" y="38100"/>
                </a:lnTo>
                <a:lnTo>
                  <a:pt x="1552575" y="38100"/>
                </a:lnTo>
                <a:close/>
                <a:moveTo>
                  <a:pt x="466725" y="28575"/>
                </a:moveTo>
                <a:lnTo>
                  <a:pt x="476250" y="28575"/>
                </a:lnTo>
                <a:lnTo>
                  <a:pt x="476250" y="38100"/>
                </a:lnTo>
                <a:lnTo>
                  <a:pt x="466725" y="38100"/>
                </a:lnTo>
                <a:close/>
                <a:moveTo>
                  <a:pt x="1390650" y="28575"/>
                </a:moveTo>
                <a:lnTo>
                  <a:pt x="1419225" y="28575"/>
                </a:lnTo>
                <a:lnTo>
                  <a:pt x="1419225" y="57150"/>
                </a:lnTo>
                <a:lnTo>
                  <a:pt x="1409700" y="57150"/>
                </a:lnTo>
                <a:lnTo>
                  <a:pt x="1409700" y="38100"/>
                </a:lnTo>
                <a:lnTo>
                  <a:pt x="1390650" y="38100"/>
                </a:lnTo>
                <a:close/>
                <a:moveTo>
                  <a:pt x="1428750" y="28575"/>
                </a:moveTo>
                <a:lnTo>
                  <a:pt x="1438275" y="28575"/>
                </a:lnTo>
                <a:lnTo>
                  <a:pt x="1438275" y="38100"/>
                </a:lnTo>
                <a:lnTo>
                  <a:pt x="1428750" y="38100"/>
                </a:lnTo>
                <a:close/>
                <a:moveTo>
                  <a:pt x="771525" y="38100"/>
                </a:moveTo>
                <a:lnTo>
                  <a:pt x="790575" y="38100"/>
                </a:lnTo>
                <a:lnTo>
                  <a:pt x="790575" y="47625"/>
                </a:lnTo>
                <a:lnTo>
                  <a:pt x="771525" y="47625"/>
                </a:lnTo>
                <a:close/>
                <a:moveTo>
                  <a:pt x="1485900" y="47625"/>
                </a:moveTo>
                <a:lnTo>
                  <a:pt x="1495425" y="47625"/>
                </a:lnTo>
                <a:lnTo>
                  <a:pt x="1495425" y="66675"/>
                </a:lnTo>
                <a:lnTo>
                  <a:pt x="1466850" y="66675"/>
                </a:lnTo>
                <a:lnTo>
                  <a:pt x="1466850" y="57150"/>
                </a:lnTo>
                <a:lnTo>
                  <a:pt x="1485900" y="57150"/>
                </a:lnTo>
                <a:close/>
                <a:moveTo>
                  <a:pt x="0" y="57150"/>
                </a:moveTo>
                <a:lnTo>
                  <a:pt x="9525" y="57150"/>
                </a:lnTo>
                <a:lnTo>
                  <a:pt x="9525" y="66675"/>
                </a:lnTo>
                <a:lnTo>
                  <a:pt x="0" y="66675"/>
                </a:lnTo>
                <a:close/>
                <a:moveTo>
                  <a:pt x="685800" y="66675"/>
                </a:moveTo>
                <a:lnTo>
                  <a:pt x="695325" y="66675"/>
                </a:lnTo>
                <a:lnTo>
                  <a:pt x="695325" y="76200"/>
                </a:lnTo>
                <a:lnTo>
                  <a:pt x="714375" y="76200"/>
                </a:lnTo>
                <a:lnTo>
                  <a:pt x="714375" y="85725"/>
                </a:lnTo>
                <a:lnTo>
                  <a:pt x="704850" y="85725"/>
                </a:lnTo>
                <a:lnTo>
                  <a:pt x="704850" y="95250"/>
                </a:lnTo>
                <a:lnTo>
                  <a:pt x="695325" y="95250"/>
                </a:lnTo>
                <a:lnTo>
                  <a:pt x="695325" y="123825"/>
                </a:lnTo>
                <a:lnTo>
                  <a:pt x="704850" y="123825"/>
                </a:lnTo>
                <a:lnTo>
                  <a:pt x="704850" y="114300"/>
                </a:lnTo>
                <a:lnTo>
                  <a:pt x="714375" y="114300"/>
                </a:lnTo>
                <a:lnTo>
                  <a:pt x="714375" y="133350"/>
                </a:lnTo>
                <a:lnTo>
                  <a:pt x="676275" y="133350"/>
                </a:lnTo>
                <a:lnTo>
                  <a:pt x="676275" y="123825"/>
                </a:lnTo>
                <a:lnTo>
                  <a:pt x="685800" y="123825"/>
                </a:lnTo>
                <a:lnTo>
                  <a:pt x="685800" y="95250"/>
                </a:lnTo>
                <a:lnTo>
                  <a:pt x="676275" y="95250"/>
                </a:lnTo>
                <a:lnTo>
                  <a:pt x="676275" y="76200"/>
                </a:lnTo>
                <a:lnTo>
                  <a:pt x="685800" y="76200"/>
                </a:lnTo>
                <a:close/>
                <a:moveTo>
                  <a:pt x="1428750" y="66675"/>
                </a:moveTo>
                <a:lnTo>
                  <a:pt x="1438275" y="66675"/>
                </a:lnTo>
                <a:lnTo>
                  <a:pt x="1438275" y="95250"/>
                </a:lnTo>
                <a:lnTo>
                  <a:pt x="1428750" y="95250"/>
                </a:lnTo>
                <a:lnTo>
                  <a:pt x="1428750" y="85725"/>
                </a:lnTo>
                <a:lnTo>
                  <a:pt x="1419225" y="85725"/>
                </a:lnTo>
                <a:lnTo>
                  <a:pt x="1419225" y="76200"/>
                </a:lnTo>
                <a:lnTo>
                  <a:pt x="1428750" y="76200"/>
                </a:lnTo>
                <a:close/>
                <a:moveTo>
                  <a:pt x="152400" y="85725"/>
                </a:moveTo>
                <a:lnTo>
                  <a:pt x="171450" y="85725"/>
                </a:lnTo>
                <a:lnTo>
                  <a:pt x="171450" y="95250"/>
                </a:lnTo>
                <a:lnTo>
                  <a:pt x="180975" y="95250"/>
                </a:lnTo>
                <a:lnTo>
                  <a:pt x="180975" y="104775"/>
                </a:lnTo>
                <a:lnTo>
                  <a:pt x="190500" y="104775"/>
                </a:lnTo>
                <a:lnTo>
                  <a:pt x="190500" y="114300"/>
                </a:lnTo>
                <a:lnTo>
                  <a:pt x="180975" y="114300"/>
                </a:lnTo>
                <a:lnTo>
                  <a:pt x="180975" y="123825"/>
                </a:lnTo>
                <a:lnTo>
                  <a:pt x="171450" y="123825"/>
                </a:lnTo>
                <a:lnTo>
                  <a:pt x="171450" y="104775"/>
                </a:lnTo>
                <a:lnTo>
                  <a:pt x="161925" y="104775"/>
                </a:lnTo>
                <a:lnTo>
                  <a:pt x="161925" y="95250"/>
                </a:lnTo>
                <a:lnTo>
                  <a:pt x="152400" y="95250"/>
                </a:lnTo>
                <a:close/>
                <a:moveTo>
                  <a:pt x="1476375" y="85725"/>
                </a:moveTo>
                <a:lnTo>
                  <a:pt x="1504950" y="85725"/>
                </a:lnTo>
                <a:lnTo>
                  <a:pt x="1504950" y="95250"/>
                </a:lnTo>
                <a:lnTo>
                  <a:pt x="1514475" y="95250"/>
                </a:lnTo>
                <a:lnTo>
                  <a:pt x="1514475" y="104775"/>
                </a:lnTo>
                <a:lnTo>
                  <a:pt x="1495425" y="104775"/>
                </a:lnTo>
                <a:lnTo>
                  <a:pt x="1495425" y="114300"/>
                </a:lnTo>
                <a:lnTo>
                  <a:pt x="1485900" y="114300"/>
                </a:lnTo>
                <a:lnTo>
                  <a:pt x="1485900" y="104775"/>
                </a:lnTo>
                <a:lnTo>
                  <a:pt x="1476375" y="104775"/>
                </a:lnTo>
                <a:close/>
                <a:moveTo>
                  <a:pt x="9525" y="104775"/>
                </a:moveTo>
                <a:lnTo>
                  <a:pt x="28575" y="104775"/>
                </a:lnTo>
                <a:lnTo>
                  <a:pt x="28575" y="114300"/>
                </a:lnTo>
                <a:lnTo>
                  <a:pt x="9525" y="114300"/>
                </a:lnTo>
                <a:close/>
                <a:moveTo>
                  <a:pt x="561975" y="104775"/>
                </a:moveTo>
                <a:lnTo>
                  <a:pt x="571500" y="104775"/>
                </a:lnTo>
                <a:lnTo>
                  <a:pt x="571500" y="114300"/>
                </a:lnTo>
                <a:lnTo>
                  <a:pt x="561975" y="114300"/>
                </a:lnTo>
                <a:close/>
                <a:moveTo>
                  <a:pt x="619125" y="114300"/>
                </a:moveTo>
                <a:lnTo>
                  <a:pt x="628650" y="114300"/>
                </a:lnTo>
                <a:lnTo>
                  <a:pt x="628650" y="133350"/>
                </a:lnTo>
                <a:lnTo>
                  <a:pt x="619125" y="133350"/>
                </a:lnTo>
                <a:close/>
                <a:moveTo>
                  <a:pt x="1362075" y="114300"/>
                </a:moveTo>
                <a:lnTo>
                  <a:pt x="1371600" y="114300"/>
                </a:lnTo>
                <a:lnTo>
                  <a:pt x="1371600" y="123825"/>
                </a:lnTo>
                <a:lnTo>
                  <a:pt x="1362075" y="123825"/>
                </a:lnTo>
                <a:close/>
                <a:moveTo>
                  <a:pt x="76200" y="123825"/>
                </a:moveTo>
                <a:lnTo>
                  <a:pt x="85725" y="123825"/>
                </a:lnTo>
                <a:lnTo>
                  <a:pt x="85725" y="142875"/>
                </a:lnTo>
                <a:lnTo>
                  <a:pt x="76200" y="142875"/>
                </a:lnTo>
                <a:close/>
                <a:moveTo>
                  <a:pt x="19050" y="133350"/>
                </a:moveTo>
                <a:lnTo>
                  <a:pt x="47625" y="133350"/>
                </a:lnTo>
                <a:lnTo>
                  <a:pt x="47625" y="142875"/>
                </a:lnTo>
                <a:lnTo>
                  <a:pt x="28575" y="142875"/>
                </a:lnTo>
                <a:lnTo>
                  <a:pt x="28575" y="161925"/>
                </a:lnTo>
                <a:lnTo>
                  <a:pt x="38100" y="161925"/>
                </a:lnTo>
                <a:lnTo>
                  <a:pt x="38100" y="171450"/>
                </a:lnTo>
                <a:lnTo>
                  <a:pt x="47625" y="171450"/>
                </a:lnTo>
                <a:lnTo>
                  <a:pt x="47625" y="180975"/>
                </a:lnTo>
                <a:lnTo>
                  <a:pt x="57150" y="180975"/>
                </a:lnTo>
                <a:lnTo>
                  <a:pt x="57150" y="190500"/>
                </a:lnTo>
                <a:lnTo>
                  <a:pt x="28575" y="190500"/>
                </a:lnTo>
                <a:lnTo>
                  <a:pt x="28575" y="180975"/>
                </a:lnTo>
                <a:lnTo>
                  <a:pt x="19050" y="180975"/>
                </a:lnTo>
                <a:lnTo>
                  <a:pt x="19050" y="171450"/>
                </a:lnTo>
                <a:lnTo>
                  <a:pt x="9525" y="171450"/>
                </a:lnTo>
                <a:lnTo>
                  <a:pt x="9525" y="180975"/>
                </a:lnTo>
                <a:lnTo>
                  <a:pt x="0" y="180975"/>
                </a:lnTo>
                <a:lnTo>
                  <a:pt x="0" y="142875"/>
                </a:lnTo>
                <a:lnTo>
                  <a:pt x="19050" y="142875"/>
                </a:lnTo>
                <a:close/>
                <a:moveTo>
                  <a:pt x="257175" y="133350"/>
                </a:moveTo>
                <a:lnTo>
                  <a:pt x="276225" y="133350"/>
                </a:lnTo>
                <a:lnTo>
                  <a:pt x="276225" y="142875"/>
                </a:lnTo>
                <a:lnTo>
                  <a:pt x="257175" y="142875"/>
                </a:lnTo>
                <a:close/>
                <a:moveTo>
                  <a:pt x="762000" y="142875"/>
                </a:moveTo>
                <a:lnTo>
                  <a:pt x="800100" y="142875"/>
                </a:lnTo>
                <a:lnTo>
                  <a:pt x="800100" y="152400"/>
                </a:lnTo>
                <a:lnTo>
                  <a:pt x="771525" y="152400"/>
                </a:lnTo>
                <a:lnTo>
                  <a:pt x="771525" y="171450"/>
                </a:lnTo>
                <a:lnTo>
                  <a:pt x="752475" y="171450"/>
                </a:lnTo>
                <a:lnTo>
                  <a:pt x="752475" y="152400"/>
                </a:lnTo>
                <a:lnTo>
                  <a:pt x="762000" y="152400"/>
                </a:lnTo>
                <a:close/>
                <a:moveTo>
                  <a:pt x="114300" y="152400"/>
                </a:moveTo>
                <a:lnTo>
                  <a:pt x="133350" y="152400"/>
                </a:lnTo>
                <a:lnTo>
                  <a:pt x="133350" y="161925"/>
                </a:lnTo>
                <a:lnTo>
                  <a:pt x="152400" y="161925"/>
                </a:lnTo>
                <a:lnTo>
                  <a:pt x="152400" y="180975"/>
                </a:lnTo>
                <a:lnTo>
                  <a:pt x="142875" y="180975"/>
                </a:lnTo>
                <a:lnTo>
                  <a:pt x="142875" y="171450"/>
                </a:lnTo>
                <a:lnTo>
                  <a:pt x="123825" y="171450"/>
                </a:lnTo>
                <a:lnTo>
                  <a:pt x="123825" y="180975"/>
                </a:lnTo>
                <a:lnTo>
                  <a:pt x="114300" y="180975"/>
                </a:lnTo>
                <a:lnTo>
                  <a:pt x="114300" y="171450"/>
                </a:lnTo>
                <a:lnTo>
                  <a:pt x="104775" y="171450"/>
                </a:lnTo>
                <a:lnTo>
                  <a:pt x="104775" y="180975"/>
                </a:lnTo>
                <a:lnTo>
                  <a:pt x="95250" y="180975"/>
                </a:lnTo>
                <a:lnTo>
                  <a:pt x="95250" y="161925"/>
                </a:lnTo>
                <a:lnTo>
                  <a:pt x="114300" y="161925"/>
                </a:lnTo>
                <a:close/>
                <a:moveTo>
                  <a:pt x="647700" y="152400"/>
                </a:moveTo>
                <a:lnTo>
                  <a:pt x="657225" y="152400"/>
                </a:lnTo>
                <a:lnTo>
                  <a:pt x="657225" y="161925"/>
                </a:lnTo>
                <a:lnTo>
                  <a:pt x="647700" y="161925"/>
                </a:lnTo>
                <a:close/>
                <a:moveTo>
                  <a:pt x="666750" y="152400"/>
                </a:moveTo>
                <a:lnTo>
                  <a:pt x="676275" y="152400"/>
                </a:lnTo>
                <a:lnTo>
                  <a:pt x="676275" y="161925"/>
                </a:lnTo>
                <a:lnTo>
                  <a:pt x="685800" y="161925"/>
                </a:lnTo>
                <a:lnTo>
                  <a:pt x="685800" y="180975"/>
                </a:lnTo>
                <a:lnTo>
                  <a:pt x="666750" y="180975"/>
                </a:lnTo>
                <a:close/>
                <a:moveTo>
                  <a:pt x="1533525" y="152400"/>
                </a:moveTo>
                <a:lnTo>
                  <a:pt x="1543050" y="152400"/>
                </a:lnTo>
                <a:lnTo>
                  <a:pt x="1543050" y="161925"/>
                </a:lnTo>
                <a:lnTo>
                  <a:pt x="1533525" y="161925"/>
                </a:lnTo>
                <a:close/>
                <a:moveTo>
                  <a:pt x="962025" y="161925"/>
                </a:moveTo>
                <a:lnTo>
                  <a:pt x="981075" y="161925"/>
                </a:lnTo>
                <a:lnTo>
                  <a:pt x="981075" y="171450"/>
                </a:lnTo>
                <a:lnTo>
                  <a:pt x="962025" y="171450"/>
                </a:lnTo>
                <a:close/>
                <a:moveTo>
                  <a:pt x="781050" y="200025"/>
                </a:moveTo>
                <a:lnTo>
                  <a:pt x="790575" y="200025"/>
                </a:lnTo>
                <a:lnTo>
                  <a:pt x="790575" y="209550"/>
                </a:lnTo>
                <a:lnTo>
                  <a:pt x="781050" y="209550"/>
                </a:lnTo>
                <a:close/>
                <a:moveTo>
                  <a:pt x="1047750" y="314325"/>
                </a:moveTo>
                <a:lnTo>
                  <a:pt x="1057275" y="314325"/>
                </a:lnTo>
                <a:lnTo>
                  <a:pt x="1057275" y="323850"/>
                </a:lnTo>
                <a:lnTo>
                  <a:pt x="1066800" y="323850"/>
                </a:lnTo>
                <a:lnTo>
                  <a:pt x="1066800" y="342900"/>
                </a:lnTo>
                <a:lnTo>
                  <a:pt x="1057275" y="342900"/>
                </a:lnTo>
                <a:lnTo>
                  <a:pt x="1057275" y="333375"/>
                </a:lnTo>
                <a:lnTo>
                  <a:pt x="1047750" y="333375"/>
                </a:lnTo>
                <a:close/>
                <a:moveTo>
                  <a:pt x="400050" y="361950"/>
                </a:moveTo>
                <a:lnTo>
                  <a:pt x="409575" y="361950"/>
                </a:lnTo>
                <a:lnTo>
                  <a:pt x="409575" y="371475"/>
                </a:lnTo>
                <a:lnTo>
                  <a:pt x="400050" y="371475"/>
                </a:lnTo>
                <a:close/>
                <a:moveTo>
                  <a:pt x="1076325" y="371475"/>
                </a:moveTo>
                <a:lnTo>
                  <a:pt x="1095375" y="371475"/>
                </a:lnTo>
                <a:lnTo>
                  <a:pt x="1095375" y="381000"/>
                </a:lnTo>
                <a:lnTo>
                  <a:pt x="1085850" y="381000"/>
                </a:lnTo>
                <a:lnTo>
                  <a:pt x="1085850" y="390525"/>
                </a:lnTo>
                <a:lnTo>
                  <a:pt x="1066800" y="390525"/>
                </a:lnTo>
                <a:lnTo>
                  <a:pt x="1066800" y="381000"/>
                </a:lnTo>
                <a:lnTo>
                  <a:pt x="1076325" y="381000"/>
                </a:lnTo>
                <a:close/>
                <a:moveTo>
                  <a:pt x="0" y="381000"/>
                </a:moveTo>
                <a:lnTo>
                  <a:pt x="9525" y="381000"/>
                </a:lnTo>
                <a:lnTo>
                  <a:pt x="9525" y="409575"/>
                </a:lnTo>
                <a:lnTo>
                  <a:pt x="0" y="409575"/>
                </a:lnTo>
                <a:close/>
                <a:moveTo>
                  <a:pt x="542925" y="428625"/>
                </a:moveTo>
                <a:lnTo>
                  <a:pt x="552450" y="428625"/>
                </a:lnTo>
                <a:lnTo>
                  <a:pt x="552450" y="438150"/>
                </a:lnTo>
                <a:lnTo>
                  <a:pt x="542925" y="438150"/>
                </a:lnTo>
                <a:close/>
                <a:moveTo>
                  <a:pt x="390525" y="447675"/>
                </a:moveTo>
                <a:lnTo>
                  <a:pt x="409575" y="447675"/>
                </a:lnTo>
                <a:lnTo>
                  <a:pt x="409575" y="476250"/>
                </a:lnTo>
                <a:lnTo>
                  <a:pt x="400050" y="476250"/>
                </a:lnTo>
                <a:lnTo>
                  <a:pt x="400050" y="457200"/>
                </a:lnTo>
                <a:lnTo>
                  <a:pt x="390525" y="457200"/>
                </a:lnTo>
                <a:close/>
                <a:moveTo>
                  <a:pt x="495300" y="476250"/>
                </a:moveTo>
                <a:lnTo>
                  <a:pt x="504825" y="476250"/>
                </a:lnTo>
                <a:lnTo>
                  <a:pt x="504825" y="495300"/>
                </a:lnTo>
                <a:lnTo>
                  <a:pt x="495300" y="495300"/>
                </a:lnTo>
                <a:close/>
                <a:moveTo>
                  <a:pt x="295275" y="628650"/>
                </a:moveTo>
                <a:lnTo>
                  <a:pt x="314325" y="628650"/>
                </a:lnTo>
                <a:lnTo>
                  <a:pt x="314325" y="647700"/>
                </a:lnTo>
                <a:lnTo>
                  <a:pt x="295275" y="647700"/>
                </a:lnTo>
                <a:close/>
                <a:moveTo>
                  <a:pt x="266700" y="676275"/>
                </a:moveTo>
                <a:lnTo>
                  <a:pt x="276225" y="676275"/>
                </a:lnTo>
                <a:lnTo>
                  <a:pt x="276225" y="695325"/>
                </a:lnTo>
                <a:lnTo>
                  <a:pt x="257175" y="695325"/>
                </a:lnTo>
                <a:lnTo>
                  <a:pt x="257175" y="685800"/>
                </a:lnTo>
                <a:lnTo>
                  <a:pt x="266700" y="685800"/>
                </a:lnTo>
                <a:close/>
                <a:moveTo>
                  <a:pt x="1428750" y="762000"/>
                </a:moveTo>
                <a:lnTo>
                  <a:pt x="1438275" y="762000"/>
                </a:lnTo>
                <a:lnTo>
                  <a:pt x="1438275" y="771525"/>
                </a:lnTo>
                <a:lnTo>
                  <a:pt x="1428750" y="771525"/>
                </a:lnTo>
                <a:close/>
                <a:moveTo>
                  <a:pt x="1562100" y="762000"/>
                </a:moveTo>
                <a:lnTo>
                  <a:pt x="1571625" y="762000"/>
                </a:lnTo>
                <a:lnTo>
                  <a:pt x="1571625" y="771525"/>
                </a:lnTo>
                <a:lnTo>
                  <a:pt x="1581150" y="771525"/>
                </a:lnTo>
                <a:lnTo>
                  <a:pt x="1581150" y="790575"/>
                </a:lnTo>
                <a:lnTo>
                  <a:pt x="1571625" y="790575"/>
                </a:lnTo>
                <a:lnTo>
                  <a:pt x="1571625" y="781050"/>
                </a:lnTo>
                <a:lnTo>
                  <a:pt x="1552575" y="781050"/>
                </a:lnTo>
                <a:lnTo>
                  <a:pt x="1552575" y="771525"/>
                </a:lnTo>
                <a:lnTo>
                  <a:pt x="1562100" y="771525"/>
                </a:lnTo>
                <a:close/>
                <a:moveTo>
                  <a:pt x="1581150" y="790575"/>
                </a:moveTo>
                <a:lnTo>
                  <a:pt x="1590675" y="790575"/>
                </a:lnTo>
                <a:lnTo>
                  <a:pt x="1590675" y="809625"/>
                </a:lnTo>
                <a:lnTo>
                  <a:pt x="1581150" y="809625"/>
                </a:lnTo>
                <a:close/>
                <a:moveTo>
                  <a:pt x="1162050" y="800100"/>
                </a:moveTo>
                <a:lnTo>
                  <a:pt x="1171575" y="800100"/>
                </a:lnTo>
                <a:lnTo>
                  <a:pt x="1171575" y="819150"/>
                </a:lnTo>
                <a:lnTo>
                  <a:pt x="1162050" y="819150"/>
                </a:lnTo>
                <a:close/>
                <a:moveTo>
                  <a:pt x="1600200" y="838200"/>
                </a:moveTo>
                <a:lnTo>
                  <a:pt x="1609725" y="838200"/>
                </a:lnTo>
                <a:lnTo>
                  <a:pt x="1609725" y="847725"/>
                </a:lnTo>
                <a:lnTo>
                  <a:pt x="1600200" y="847725"/>
                </a:lnTo>
                <a:close/>
                <a:moveTo>
                  <a:pt x="323850" y="857250"/>
                </a:moveTo>
                <a:lnTo>
                  <a:pt x="333375" y="857250"/>
                </a:lnTo>
                <a:lnTo>
                  <a:pt x="333375" y="866775"/>
                </a:lnTo>
                <a:lnTo>
                  <a:pt x="323850" y="866775"/>
                </a:lnTo>
                <a:close/>
                <a:moveTo>
                  <a:pt x="381000" y="876300"/>
                </a:moveTo>
                <a:lnTo>
                  <a:pt x="400050" y="876300"/>
                </a:lnTo>
                <a:lnTo>
                  <a:pt x="400050" y="895350"/>
                </a:lnTo>
                <a:lnTo>
                  <a:pt x="390525" y="895350"/>
                </a:lnTo>
                <a:lnTo>
                  <a:pt x="390525" y="885825"/>
                </a:lnTo>
                <a:lnTo>
                  <a:pt x="381000" y="885825"/>
                </a:lnTo>
                <a:close/>
                <a:moveTo>
                  <a:pt x="838200" y="876300"/>
                </a:moveTo>
                <a:lnTo>
                  <a:pt x="847725" y="876300"/>
                </a:lnTo>
                <a:lnTo>
                  <a:pt x="847725" y="885825"/>
                </a:lnTo>
                <a:lnTo>
                  <a:pt x="838200" y="885825"/>
                </a:lnTo>
                <a:close/>
                <a:moveTo>
                  <a:pt x="1285875" y="895350"/>
                </a:moveTo>
                <a:lnTo>
                  <a:pt x="1295400" y="895350"/>
                </a:lnTo>
                <a:lnTo>
                  <a:pt x="1295400" y="904875"/>
                </a:lnTo>
                <a:lnTo>
                  <a:pt x="1285875" y="904875"/>
                </a:lnTo>
                <a:close/>
                <a:moveTo>
                  <a:pt x="1590675" y="895350"/>
                </a:moveTo>
                <a:lnTo>
                  <a:pt x="1609725" y="895350"/>
                </a:lnTo>
                <a:lnTo>
                  <a:pt x="1609725" y="904875"/>
                </a:lnTo>
                <a:lnTo>
                  <a:pt x="1590675" y="904875"/>
                </a:lnTo>
                <a:close/>
                <a:moveTo>
                  <a:pt x="0" y="904875"/>
                </a:moveTo>
                <a:lnTo>
                  <a:pt x="19050" y="904875"/>
                </a:lnTo>
                <a:lnTo>
                  <a:pt x="19050" y="923925"/>
                </a:lnTo>
                <a:lnTo>
                  <a:pt x="9525" y="923925"/>
                </a:lnTo>
                <a:lnTo>
                  <a:pt x="9525" y="933450"/>
                </a:lnTo>
                <a:lnTo>
                  <a:pt x="0" y="933450"/>
                </a:lnTo>
                <a:close/>
                <a:moveTo>
                  <a:pt x="1219200" y="923925"/>
                </a:moveTo>
                <a:lnTo>
                  <a:pt x="1228725" y="923925"/>
                </a:lnTo>
                <a:lnTo>
                  <a:pt x="1228725" y="933450"/>
                </a:lnTo>
                <a:lnTo>
                  <a:pt x="1219200" y="933450"/>
                </a:lnTo>
                <a:close/>
                <a:moveTo>
                  <a:pt x="1533525" y="942975"/>
                </a:moveTo>
                <a:lnTo>
                  <a:pt x="1562100" y="942975"/>
                </a:lnTo>
                <a:lnTo>
                  <a:pt x="1562100" y="952500"/>
                </a:lnTo>
                <a:lnTo>
                  <a:pt x="1581150" y="952500"/>
                </a:lnTo>
                <a:lnTo>
                  <a:pt x="1581150" y="962025"/>
                </a:lnTo>
                <a:lnTo>
                  <a:pt x="1552575" y="962025"/>
                </a:lnTo>
                <a:lnTo>
                  <a:pt x="1552575" y="952500"/>
                </a:lnTo>
                <a:lnTo>
                  <a:pt x="1533525" y="952500"/>
                </a:lnTo>
                <a:close/>
                <a:moveTo>
                  <a:pt x="228600" y="952500"/>
                </a:moveTo>
                <a:lnTo>
                  <a:pt x="238125" y="952500"/>
                </a:lnTo>
                <a:lnTo>
                  <a:pt x="238125" y="962025"/>
                </a:lnTo>
                <a:lnTo>
                  <a:pt x="228600" y="962025"/>
                </a:lnTo>
                <a:close/>
                <a:moveTo>
                  <a:pt x="1533525" y="1000125"/>
                </a:moveTo>
                <a:lnTo>
                  <a:pt x="1543050" y="1000125"/>
                </a:lnTo>
                <a:lnTo>
                  <a:pt x="1543050" y="1009650"/>
                </a:lnTo>
                <a:lnTo>
                  <a:pt x="1533525" y="1009650"/>
                </a:lnTo>
                <a:close/>
                <a:moveTo>
                  <a:pt x="1552575" y="1000125"/>
                </a:moveTo>
                <a:lnTo>
                  <a:pt x="1562100" y="1000125"/>
                </a:lnTo>
                <a:lnTo>
                  <a:pt x="1562100" y="1009650"/>
                </a:lnTo>
                <a:lnTo>
                  <a:pt x="1552575" y="1009650"/>
                </a:lnTo>
                <a:close/>
                <a:moveTo>
                  <a:pt x="1504950" y="1038225"/>
                </a:moveTo>
                <a:lnTo>
                  <a:pt x="1514475" y="1038225"/>
                </a:lnTo>
                <a:lnTo>
                  <a:pt x="1514475" y="1047750"/>
                </a:lnTo>
                <a:lnTo>
                  <a:pt x="1533525" y="1047750"/>
                </a:lnTo>
                <a:lnTo>
                  <a:pt x="1533525" y="1057275"/>
                </a:lnTo>
                <a:lnTo>
                  <a:pt x="1524000" y="1057275"/>
                </a:lnTo>
                <a:lnTo>
                  <a:pt x="1524000" y="1066800"/>
                </a:lnTo>
                <a:lnTo>
                  <a:pt x="1514475" y="1066800"/>
                </a:lnTo>
                <a:lnTo>
                  <a:pt x="1514475" y="1057275"/>
                </a:lnTo>
                <a:lnTo>
                  <a:pt x="1504950" y="1057275"/>
                </a:lnTo>
                <a:close/>
                <a:moveTo>
                  <a:pt x="1409700" y="1047750"/>
                </a:moveTo>
                <a:lnTo>
                  <a:pt x="1419225" y="1047750"/>
                </a:lnTo>
                <a:lnTo>
                  <a:pt x="1419225" y="1057275"/>
                </a:lnTo>
                <a:lnTo>
                  <a:pt x="1409700" y="1057275"/>
                </a:lnTo>
                <a:close/>
                <a:moveTo>
                  <a:pt x="1571625" y="1066800"/>
                </a:moveTo>
                <a:lnTo>
                  <a:pt x="1581150" y="1066800"/>
                </a:lnTo>
                <a:lnTo>
                  <a:pt x="1581150" y="1076325"/>
                </a:lnTo>
                <a:lnTo>
                  <a:pt x="1571625" y="1076325"/>
                </a:lnTo>
                <a:close/>
                <a:moveTo>
                  <a:pt x="19050" y="1095375"/>
                </a:moveTo>
                <a:lnTo>
                  <a:pt x="28575" y="1095375"/>
                </a:lnTo>
                <a:lnTo>
                  <a:pt x="28575" y="1104900"/>
                </a:lnTo>
                <a:lnTo>
                  <a:pt x="19050" y="1104900"/>
                </a:lnTo>
                <a:close/>
                <a:moveTo>
                  <a:pt x="28575" y="1104900"/>
                </a:moveTo>
                <a:lnTo>
                  <a:pt x="47625" y="1104900"/>
                </a:lnTo>
                <a:lnTo>
                  <a:pt x="47625" y="1123950"/>
                </a:lnTo>
                <a:lnTo>
                  <a:pt x="57150" y="1123950"/>
                </a:lnTo>
                <a:lnTo>
                  <a:pt x="57150" y="1133475"/>
                </a:lnTo>
                <a:lnTo>
                  <a:pt x="47625" y="1133475"/>
                </a:lnTo>
                <a:lnTo>
                  <a:pt x="47625" y="1143000"/>
                </a:lnTo>
                <a:lnTo>
                  <a:pt x="38100" y="1143000"/>
                </a:lnTo>
                <a:lnTo>
                  <a:pt x="38100" y="1114425"/>
                </a:lnTo>
                <a:lnTo>
                  <a:pt x="28575" y="1114425"/>
                </a:lnTo>
                <a:close/>
                <a:moveTo>
                  <a:pt x="1457325" y="1133475"/>
                </a:moveTo>
                <a:lnTo>
                  <a:pt x="1466850" y="1133475"/>
                </a:lnTo>
                <a:lnTo>
                  <a:pt x="1466850" y="1143000"/>
                </a:lnTo>
                <a:lnTo>
                  <a:pt x="1485900" y="1143000"/>
                </a:lnTo>
                <a:lnTo>
                  <a:pt x="1485900" y="1162050"/>
                </a:lnTo>
                <a:lnTo>
                  <a:pt x="1466850" y="1162050"/>
                </a:lnTo>
                <a:lnTo>
                  <a:pt x="1466850" y="1171575"/>
                </a:lnTo>
                <a:lnTo>
                  <a:pt x="1457325" y="1171575"/>
                </a:lnTo>
                <a:lnTo>
                  <a:pt x="1457325" y="1190625"/>
                </a:lnTo>
                <a:lnTo>
                  <a:pt x="1438275" y="1190625"/>
                </a:lnTo>
                <a:lnTo>
                  <a:pt x="1438275" y="1162050"/>
                </a:lnTo>
                <a:lnTo>
                  <a:pt x="1447800" y="1162050"/>
                </a:lnTo>
                <a:lnTo>
                  <a:pt x="1447800" y="1152525"/>
                </a:lnTo>
                <a:lnTo>
                  <a:pt x="1457325" y="1152525"/>
                </a:lnTo>
                <a:close/>
                <a:moveTo>
                  <a:pt x="19050" y="1143000"/>
                </a:moveTo>
                <a:lnTo>
                  <a:pt x="28575" y="1143000"/>
                </a:lnTo>
                <a:lnTo>
                  <a:pt x="28575" y="1162050"/>
                </a:lnTo>
                <a:lnTo>
                  <a:pt x="19050" y="1162050"/>
                </a:lnTo>
                <a:close/>
                <a:moveTo>
                  <a:pt x="28575" y="1162050"/>
                </a:moveTo>
                <a:lnTo>
                  <a:pt x="47625" y="1162050"/>
                </a:lnTo>
                <a:lnTo>
                  <a:pt x="47625" y="1181100"/>
                </a:lnTo>
                <a:lnTo>
                  <a:pt x="38100" y="1181100"/>
                </a:lnTo>
                <a:lnTo>
                  <a:pt x="38100" y="1190625"/>
                </a:lnTo>
                <a:lnTo>
                  <a:pt x="28575" y="1190625"/>
                </a:lnTo>
                <a:lnTo>
                  <a:pt x="28575" y="1209675"/>
                </a:lnTo>
                <a:lnTo>
                  <a:pt x="9525" y="1209675"/>
                </a:lnTo>
                <a:lnTo>
                  <a:pt x="9525" y="1190625"/>
                </a:lnTo>
                <a:lnTo>
                  <a:pt x="0" y="1190625"/>
                </a:lnTo>
                <a:lnTo>
                  <a:pt x="0" y="1181100"/>
                </a:lnTo>
                <a:lnTo>
                  <a:pt x="19050" y="1181100"/>
                </a:lnTo>
                <a:lnTo>
                  <a:pt x="19050" y="1171575"/>
                </a:lnTo>
                <a:lnTo>
                  <a:pt x="28575" y="1171575"/>
                </a:lnTo>
                <a:close/>
                <a:moveTo>
                  <a:pt x="219075" y="1162050"/>
                </a:moveTo>
                <a:lnTo>
                  <a:pt x="228600" y="1162050"/>
                </a:lnTo>
                <a:lnTo>
                  <a:pt x="228600" y="1171575"/>
                </a:lnTo>
                <a:lnTo>
                  <a:pt x="238125" y="1171575"/>
                </a:lnTo>
                <a:lnTo>
                  <a:pt x="238125" y="1190625"/>
                </a:lnTo>
                <a:lnTo>
                  <a:pt x="228600" y="1190625"/>
                </a:lnTo>
                <a:lnTo>
                  <a:pt x="228600" y="1181100"/>
                </a:lnTo>
                <a:lnTo>
                  <a:pt x="219075" y="1181100"/>
                </a:lnTo>
                <a:close/>
                <a:moveTo>
                  <a:pt x="1381125" y="1162050"/>
                </a:moveTo>
                <a:lnTo>
                  <a:pt x="1409700" y="1162050"/>
                </a:lnTo>
                <a:lnTo>
                  <a:pt x="1409700" y="1171575"/>
                </a:lnTo>
                <a:lnTo>
                  <a:pt x="1381125" y="1171575"/>
                </a:lnTo>
                <a:close/>
                <a:moveTo>
                  <a:pt x="1571625" y="1162050"/>
                </a:moveTo>
                <a:lnTo>
                  <a:pt x="1590675" y="1162050"/>
                </a:lnTo>
                <a:lnTo>
                  <a:pt x="1590675" y="1171575"/>
                </a:lnTo>
                <a:lnTo>
                  <a:pt x="1600200" y="1171575"/>
                </a:lnTo>
                <a:lnTo>
                  <a:pt x="1600200" y="1181100"/>
                </a:lnTo>
                <a:lnTo>
                  <a:pt x="1609725" y="1181100"/>
                </a:lnTo>
                <a:lnTo>
                  <a:pt x="1609725" y="1190625"/>
                </a:lnTo>
                <a:lnTo>
                  <a:pt x="1590675" y="1190625"/>
                </a:lnTo>
                <a:lnTo>
                  <a:pt x="1590675" y="1200150"/>
                </a:lnTo>
                <a:lnTo>
                  <a:pt x="1571625" y="1200150"/>
                </a:lnTo>
                <a:close/>
                <a:moveTo>
                  <a:pt x="114300" y="1181100"/>
                </a:moveTo>
                <a:lnTo>
                  <a:pt x="123825" y="1181100"/>
                </a:lnTo>
                <a:lnTo>
                  <a:pt x="123825" y="1190625"/>
                </a:lnTo>
                <a:lnTo>
                  <a:pt x="114300" y="1190625"/>
                </a:lnTo>
                <a:close/>
                <a:moveTo>
                  <a:pt x="1495425" y="1190625"/>
                </a:moveTo>
                <a:lnTo>
                  <a:pt x="1514475" y="1190625"/>
                </a:lnTo>
                <a:lnTo>
                  <a:pt x="1514475" y="1200150"/>
                </a:lnTo>
                <a:lnTo>
                  <a:pt x="1495425" y="1200150"/>
                </a:lnTo>
                <a:close/>
                <a:moveTo>
                  <a:pt x="0" y="1228725"/>
                </a:moveTo>
                <a:lnTo>
                  <a:pt x="19050" y="1228725"/>
                </a:lnTo>
                <a:lnTo>
                  <a:pt x="19050" y="1238250"/>
                </a:lnTo>
                <a:lnTo>
                  <a:pt x="0" y="1238250"/>
                </a:lnTo>
                <a:close/>
                <a:moveTo>
                  <a:pt x="1590675" y="1228725"/>
                </a:moveTo>
                <a:lnTo>
                  <a:pt x="1609725" y="1228725"/>
                </a:lnTo>
                <a:lnTo>
                  <a:pt x="1609725" y="1257300"/>
                </a:lnTo>
                <a:lnTo>
                  <a:pt x="1590675" y="1257300"/>
                </a:lnTo>
                <a:close/>
                <a:moveTo>
                  <a:pt x="381000" y="1285875"/>
                </a:moveTo>
                <a:lnTo>
                  <a:pt x="400050" y="1285875"/>
                </a:lnTo>
                <a:lnTo>
                  <a:pt x="400050" y="1295400"/>
                </a:lnTo>
                <a:lnTo>
                  <a:pt x="381000" y="1295400"/>
                </a:lnTo>
                <a:close/>
                <a:moveTo>
                  <a:pt x="1533525" y="1285875"/>
                </a:moveTo>
                <a:lnTo>
                  <a:pt x="1543050" y="1285875"/>
                </a:lnTo>
                <a:lnTo>
                  <a:pt x="1543050" y="1295400"/>
                </a:lnTo>
                <a:lnTo>
                  <a:pt x="1533525" y="1295400"/>
                </a:lnTo>
                <a:close/>
                <a:moveTo>
                  <a:pt x="38100" y="1314450"/>
                </a:moveTo>
                <a:lnTo>
                  <a:pt x="57150" y="1314450"/>
                </a:lnTo>
                <a:lnTo>
                  <a:pt x="57150" y="1333500"/>
                </a:lnTo>
                <a:lnTo>
                  <a:pt x="47625" y="1333500"/>
                </a:lnTo>
                <a:lnTo>
                  <a:pt x="47625" y="1323975"/>
                </a:lnTo>
                <a:lnTo>
                  <a:pt x="38100" y="1323975"/>
                </a:lnTo>
                <a:close/>
                <a:moveTo>
                  <a:pt x="561975" y="1314450"/>
                </a:moveTo>
                <a:lnTo>
                  <a:pt x="571500" y="1314450"/>
                </a:lnTo>
                <a:lnTo>
                  <a:pt x="571500" y="1323975"/>
                </a:lnTo>
                <a:lnTo>
                  <a:pt x="561975" y="1323975"/>
                </a:lnTo>
                <a:close/>
                <a:moveTo>
                  <a:pt x="0" y="1323975"/>
                </a:moveTo>
                <a:lnTo>
                  <a:pt x="9525" y="1323975"/>
                </a:lnTo>
                <a:lnTo>
                  <a:pt x="9525" y="1333500"/>
                </a:lnTo>
                <a:lnTo>
                  <a:pt x="0" y="1333500"/>
                </a:lnTo>
                <a:close/>
                <a:moveTo>
                  <a:pt x="762000" y="1333500"/>
                </a:moveTo>
                <a:lnTo>
                  <a:pt x="790575" y="1333500"/>
                </a:lnTo>
                <a:lnTo>
                  <a:pt x="790575" y="1343025"/>
                </a:lnTo>
                <a:lnTo>
                  <a:pt x="781050" y="1343025"/>
                </a:lnTo>
                <a:lnTo>
                  <a:pt x="781050" y="1362075"/>
                </a:lnTo>
                <a:lnTo>
                  <a:pt x="742950" y="1362075"/>
                </a:lnTo>
                <a:lnTo>
                  <a:pt x="742950" y="1343025"/>
                </a:lnTo>
                <a:lnTo>
                  <a:pt x="762000" y="1343025"/>
                </a:lnTo>
                <a:close/>
                <a:moveTo>
                  <a:pt x="0" y="1343025"/>
                </a:moveTo>
                <a:lnTo>
                  <a:pt x="9525" y="1343025"/>
                </a:lnTo>
                <a:lnTo>
                  <a:pt x="9525" y="1352550"/>
                </a:lnTo>
                <a:lnTo>
                  <a:pt x="0" y="1352550"/>
                </a:lnTo>
                <a:close/>
                <a:moveTo>
                  <a:pt x="219075" y="1352550"/>
                </a:moveTo>
                <a:lnTo>
                  <a:pt x="228600" y="1352550"/>
                </a:lnTo>
                <a:lnTo>
                  <a:pt x="228600" y="1362075"/>
                </a:lnTo>
                <a:lnTo>
                  <a:pt x="219075" y="1362075"/>
                </a:lnTo>
                <a:close/>
                <a:moveTo>
                  <a:pt x="371475" y="1352550"/>
                </a:moveTo>
                <a:lnTo>
                  <a:pt x="400050" y="1352550"/>
                </a:lnTo>
                <a:lnTo>
                  <a:pt x="400050" y="1362075"/>
                </a:lnTo>
                <a:lnTo>
                  <a:pt x="371475" y="1362075"/>
                </a:lnTo>
                <a:close/>
                <a:moveTo>
                  <a:pt x="1000125" y="1352550"/>
                </a:moveTo>
                <a:lnTo>
                  <a:pt x="1009650" y="1352550"/>
                </a:lnTo>
                <a:lnTo>
                  <a:pt x="1009650" y="1362075"/>
                </a:lnTo>
                <a:lnTo>
                  <a:pt x="1000125" y="1362075"/>
                </a:lnTo>
                <a:close/>
                <a:moveTo>
                  <a:pt x="1314450" y="1352550"/>
                </a:moveTo>
                <a:lnTo>
                  <a:pt x="1333500" y="1352550"/>
                </a:lnTo>
                <a:lnTo>
                  <a:pt x="1333500" y="1362075"/>
                </a:lnTo>
                <a:lnTo>
                  <a:pt x="1314450" y="1362075"/>
                </a:lnTo>
                <a:close/>
              </a:path>
            </a:pathLst>
          </a:custGeom>
          <a:solidFill xmlns:a="http://schemas.openxmlformats.org/drawingml/2006/main">
            <a:srgbClr val="FBF8F4"/>
          </a:solidFill>
          <a:ln xmlns:a="http://schemas.openxmlformats.org/drawingml/2006/main" w="0">
            <a:noFill/>
          </a:ln>
        </p:spPr>
      </p:sp>
      <p:sp>
        <p:nvSpPr>
          <p:cNvPr id="24" name="turno1 vector #faf8f4">
            <a:extLst xmlns:a="http://schemas.openxmlformats.org/drawingml/2006/main">
              <a:ext uri="{FF2B5EF4-FFF2-40B4-BE49-F238E27FC236}">
                <a16:creationId xmlns:a16="http://schemas.microsoft.com/office/drawing/2014/main" id="{D273A9A1-41FB-4B74-BA01-715B554E9F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2025" y="2752725"/>
            <a:ext cx="2476500" cy="2095500"/>
          </a:xfrm>
          <a:custGeom xmlns:a="http://schemas.openxmlformats.org/drawingml/2006/main">
            <a:pathLst>
              <a:path w="1609725" h="1362075">
                <a:moveTo>
                  <a:pt x="38100" y="0"/>
                </a:moveTo>
                <a:lnTo>
                  <a:pt x="66675" y="0"/>
                </a:lnTo>
                <a:lnTo>
                  <a:pt x="66675" y="9525"/>
                </a:lnTo>
                <a:lnTo>
                  <a:pt x="57150" y="9525"/>
                </a:lnTo>
                <a:lnTo>
                  <a:pt x="57150" y="28575"/>
                </a:lnTo>
                <a:lnTo>
                  <a:pt x="47625" y="28575"/>
                </a:lnTo>
                <a:lnTo>
                  <a:pt x="47625" y="9525"/>
                </a:lnTo>
                <a:lnTo>
                  <a:pt x="38100" y="9525"/>
                </a:lnTo>
                <a:close/>
                <a:moveTo>
                  <a:pt x="142875" y="0"/>
                </a:moveTo>
                <a:lnTo>
                  <a:pt x="219075" y="0"/>
                </a:lnTo>
                <a:lnTo>
                  <a:pt x="219075" y="9525"/>
                </a:lnTo>
                <a:lnTo>
                  <a:pt x="200025" y="9525"/>
                </a:lnTo>
                <a:lnTo>
                  <a:pt x="200025" y="19050"/>
                </a:lnTo>
                <a:lnTo>
                  <a:pt x="180975" y="19050"/>
                </a:lnTo>
                <a:lnTo>
                  <a:pt x="180975" y="9525"/>
                </a:lnTo>
                <a:lnTo>
                  <a:pt x="142875" y="9525"/>
                </a:lnTo>
                <a:close/>
                <a:moveTo>
                  <a:pt x="295275" y="0"/>
                </a:moveTo>
                <a:lnTo>
                  <a:pt x="352425" y="0"/>
                </a:lnTo>
                <a:lnTo>
                  <a:pt x="352425" y="9525"/>
                </a:lnTo>
                <a:lnTo>
                  <a:pt x="361950" y="9525"/>
                </a:lnTo>
                <a:lnTo>
                  <a:pt x="361950" y="19050"/>
                </a:lnTo>
                <a:lnTo>
                  <a:pt x="352425" y="19050"/>
                </a:lnTo>
                <a:lnTo>
                  <a:pt x="352425" y="28575"/>
                </a:lnTo>
                <a:lnTo>
                  <a:pt x="314325" y="28575"/>
                </a:lnTo>
                <a:lnTo>
                  <a:pt x="314325" y="19050"/>
                </a:lnTo>
                <a:lnTo>
                  <a:pt x="304800" y="19050"/>
                </a:lnTo>
                <a:lnTo>
                  <a:pt x="304800" y="9525"/>
                </a:lnTo>
                <a:lnTo>
                  <a:pt x="295275" y="9525"/>
                </a:lnTo>
                <a:close/>
                <a:moveTo>
                  <a:pt x="371475" y="0"/>
                </a:moveTo>
                <a:lnTo>
                  <a:pt x="390525" y="0"/>
                </a:lnTo>
                <a:lnTo>
                  <a:pt x="390525" y="9525"/>
                </a:lnTo>
                <a:lnTo>
                  <a:pt x="400050" y="9525"/>
                </a:lnTo>
                <a:lnTo>
                  <a:pt x="400050" y="19050"/>
                </a:lnTo>
                <a:lnTo>
                  <a:pt x="390525" y="19050"/>
                </a:lnTo>
                <a:lnTo>
                  <a:pt x="390525" y="28575"/>
                </a:lnTo>
                <a:lnTo>
                  <a:pt x="381000" y="28575"/>
                </a:lnTo>
                <a:lnTo>
                  <a:pt x="381000" y="38100"/>
                </a:lnTo>
                <a:lnTo>
                  <a:pt x="371475" y="38100"/>
                </a:lnTo>
                <a:lnTo>
                  <a:pt x="371475" y="28575"/>
                </a:lnTo>
                <a:lnTo>
                  <a:pt x="361950" y="28575"/>
                </a:lnTo>
                <a:lnTo>
                  <a:pt x="361950" y="19050"/>
                </a:lnTo>
                <a:lnTo>
                  <a:pt x="371475" y="19050"/>
                </a:lnTo>
                <a:close/>
                <a:moveTo>
                  <a:pt x="742950" y="0"/>
                </a:moveTo>
                <a:lnTo>
                  <a:pt x="771525" y="0"/>
                </a:lnTo>
                <a:lnTo>
                  <a:pt x="771525" y="9525"/>
                </a:lnTo>
                <a:lnTo>
                  <a:pt x="742950" y="9525"/>
                </a:lnTo>
                <a:close/>
                <a:moveTo>
                  <a:pt x="933450" y="0"/>
                </a:moveTo>
                <a:lnTo>
                  <a:pt x="942975" y="0"/>
                </a:lnTo>
                <a:lnTo>
                  <a:pt x="942975" y="9525"/>
                </a:lnTo>
                <a:lnTo>
                  <a:pt x="962025" y="9525"/>
                </a:lnTo>
                <a:lnTo>
                  <a:pt x="962025" y="0"/>
                </a:lnTo>
                <a:lnTo>
                  <a:pt x="971550" y="0"/>
                </a:lnTo>
                <a:lnTo>
                  <a:pt x="971550" y="9525"/>
                </a:lnTo>
                <a:lnTo>
                  <a:pt x="981075" y="9525"/>
                </a:lnTo>
                <a:lnTo>
                  <a:pt x="981075" y="0"/>
                </a:lnTo>
                <a:lnTo>
                  <a:pt x="990600" y="0"/>
                </a:lnTo>
                <a:lnTo>
                  <a:pt x="990600" y="38100"/>
                </a:lnTo>
                <a:lnTo>
                  <a:pt x="962025" y="38100"/>
                </a:lnTo>
                <a:lnTo>
                  <a:pt x="962025" y="28575"/>
                </a:lnTo>
                <a:lnTo>
                  <a:pt x="952500" y="28575"/>
                </a:lnTo>
                <a:lnTo>
                  <a:pt x="952500" y="19050"/>
                </a:lnTo>
                <a:lnTo>
                  <a:pt x="933450" y="19050"/>
                </a:lnTo>
                <a:close/>
                <a:moveTo>
                  <a:pt x="1438275" y="0"/>
                </a:moveTo>
                <a:lnTo>
                  <a:pt x="1457325" y="0"/>
                </a:lnTo>
                <a:lnTo>
                  <a:pt x="1457325" y="19050"/>
                </a:lnTo>
                <a:lnTo>
                  <a:pt x="1438275" y="19050"/>
                </a:lnTo>
                <a:lnTo>
                  <a:pt x="1438275" y="28575"/>
                </a:lnTo>
                <a:lnTo>
                  <a:pt x="1428750" y="28575"/>
                </a:lnTo>
                <a:lnTo>
                  <a:pt x="1428750" y="9525"/>
                </a:lnTo>
                <a:lnTo>
                  <a:pt x="1438275" y="9525"/>
                </a:lnTo>
                <a:close/>
                <a:moveTo>
                  <a:pt x="1485900" y="0"/>
                </a:moveTo>
                <a:lnTo>
                  <a:pt x="1495425" y="0"/>
                </a:lnTo>
                <a:lnTo>
                  <a:pt x="1495425" y="28575"/>
                </a:lnTo>
                <a:lnTo>
                  <a:pt x="1485900" y="28575"/>
                </a:lnTo>
                <a:lnTo>
                  <a:pt x="1485900" y="38100"/>
                </a:lnTo>
                <a:lnTo>
                  <a:pt x="1476375" y="38100"/>
                </a:lnTo>
                <a:lnTo>
                  <a:pt x="1476375" y="9525"/>
                </a:lnTo>
                <a:lnTo>
                  <a:pt x="1485900" y="9525"/>
                </a:lnTo>
                <a:close/>
                <a:moveTo>
                  <a:pt x="1524000" y="0"/>
                </a:moveTo>
                <a:lnTo>
                  <a:pt x="1543050" y="0"/>
                </a:lnTo>
                <a:lnTo>
                  <a:pt x="1543050" y="19050"/>
                </a:lnTo>
                <a:lnTo>
                  <a:pt x="1533525" y="19050"/>
                </a:lnTo>
                <a:lnTo>
                  <a:pt x="1533525" y="9525"/>
                </a:lnTo>
                <a:lnTo>
                  <a:pt x="1524000" y="9525"/>
                </a:lnTo>
                <a:close/>
                <a:moveTo>
                  <a:pt x="438150" y="9525"/>
                </a:moveTo>
                <a:lnTo>
                  <a:pt x="447675" y="9525"/>
                </a:lnTo>
                <a:lnTo>
                  <a:pt x="447675" y="19050"/>
                </a:lnTo>
                <a:lnTo>
                  <a:pt x="485775" y="19050"/>
                </a:lnTo>
                <a:lnTo>
                  <a:pt x="485775" y="28575"/>
                </a:lnTo>
                <a:lnTo>
                  <a:pt x="514350" y="28575"/>
                </a:lnTo>
                <a:lnTo>
                  <a:pt x="514350" y="38100"/>
                </a:lnTo>
                <a:lnTo>
                  <a:pt x="476250" y="38100"/>
                </a:lnTo>
                <a:lnTo>
                  <a:pt x="476250" y="28575"/>
                </a:lnTo>
                <a:lnTo>
                  <a:pt x="466725" y="28575"/>
                </a:lnTo>
                <a:lnTo>
                  <a:pt x="466725" y="47625"/>
                </a:lnTo>
                <a:lnTo>
                  <a:pt x="438150" y="47625"/>
                </a:lnTo>
                <a:lnTo>
                  <a:pt x="438150" y="28575"/>
                </a:lnTo>
                <a:lnTo>
                  <a:pt x="428625" y="28575"/>
                </a:lnTo>
                <a:lnTo>
                  <a:pt x="428625" y="19050"/>
                </a:lnTo>
                <a:lnTo>
                  <a:pt x="438150" y="19050"/>
                </a:lnTo>
                <a:close/>
                <a:moveTo>
                  <a:pt x="514350" y="9525"/>
                </a:moveTo>
                <a:lnTo>
                  <a:pt x="533400" y="9525"/>
                </a:lnTo>
                <a:lnTo>
                  <a:pt x="533400" y="28575"/>
                </a:lnTo>
                <a:lnTo>
                  <a:pt x="523875" y="28575"/>
                </a:lnTo>
                <a:lnTo>
                  <a:pt x="523875" y="19050"/>
                </a:lnTo>
                <a:lnTo>
                  <a:pt x="514350" y="19050"/>
                </a:lnTo>
                <a:close/>
                <a:moveTo>
                  <a:pt x="600075" y="9525"/>
                </a:moveTo>
                <a:lnTo>
                  <a:pt x="609600" y="9525"/>
                </a:lnTo>
                <a:lnTo>
                  <a:pt x="609600" y="19050"/>
                </a:lnTo>
                <a:lnTo>
                  <a:pt x="600075" y="19050"/>
                </a:lnTo>
                <a:close/>
                <a:moveTo>
                  <a:pt x="666750" y="9525"/>
                </a:moveTo>
                <a:lnTo>
                  <a:pt x="676275" y="9525"/>
                </a:lnTo>
                <a:lnTo>
                  <a:pt x="676275" y="19050"/>
                </a:lnTo>
                <a:lnTo>
                  <a:pt x="666750" y="19050"/>
                </a:lnTo>
                <a:close/>
                <a:moveTo>
                  <a:pt x="1352550" y="9525"/>
                </a:moveTo>
                <a:lnTo>
                  <a:pt x="1371600" y="9525"/>
                </a:lnTo>
                <a:lnTo>
                  <a:pt x="1371600" y="19050"/>
                </a:lnTo>
                <a:lnTo>
                  <a:pt x="1381125" y="19050"/>
                </a:lnTo>
                <a:lnTo>
                  <a:pt x="1381125" y="28575"/>
                </a:lnTo>
                <a:lnTo>
                  <a:pt x="1390650" y="28575"/>
                </a:lnTo>
                <a:lnTo>
                  <a:pt x="1390650" y="38100"/>
                </a:lnTo>
                <a:lnTo>
                  <a:pt x="1362075" y="38100"/>
                </a:lnTo>
                <a:lnTo>
                  <a:pt x="1362075" y="19050"/>
                </a:lnTo>
                <a:lnTo>
                  <a:pt x="1352550" y="19050"/>
                </a:lnTo>
                <a:close/>
                <a:moveTo>
                  <a:pt x="19050" y="19050"/>
                </a:moveTo>
                <a:lnTo>
                  <a:pt x="38100" y="19050"/>
                </a:lnTo>
                <a:lnTo>
                  <a:pt x="38100" y="28575"/>
                </a:lnTo>
                <a:lnTo>
                  <a:pt x="19050" y="28575"/>
                </a:lnTo>
                <a:close/>
                <a:moveTo>
                  <a:pt x="76200" y="19050"/>
                </a:moveTo>
                <a:lnTo>
                  <a:pt x="85725" y="19050"/>
                </a:lnTo>
                <a:lnTo>
                  <a:pt x="85725" y="28575"/>
                </a:lnTo>
                <a:lnTo>
                  <a:pt x="76200" y="28575"/>
                </a:lnTo>
                <a:close/>
                <a:moveTo>
                  <a:pt x="171450" y="19050"/>
                </a:moveTo>
                <a:lnTo>
                  <a:pt x="180975" y="19050"/>
                </a:lnTo>
                <a:lnTo>
                  <a:pt x="180975" y="28575"/>
                </a:lnTo>
                <a:lnTo>
                  <a:pt x="171450" y="28575"/>
                </a:lnTo>
                <a:close/>
                <a:moveTo>
                  <a:pt x="219075" y="19050"/>
                </a:moveTo>
                <a:lnTo>
                  <a:pt x="228600" y="19050"/>
                </a:lnTo>
                <a:lnTo>
                  <a:pt x="228600" y="28575"/>
                </a:lnTo>
                <a:lnTo>
                  <a:pt x="238125" y="28575"/>
                </a:lnTo>
                <a:lnTo>
                  <a:pt x="238125" y="38100"/>
                </a:lnTo>
                <a:lnTo>
                  <a:pt x="247650" y="38100"/>
                </a:lnTo>
                <a:lnTo>
                  <a:pt x="247650" y="47625"/>
                </a:lnTo>
                <a:lnTo>
                  <a:pt x="257175" y="47625"/>
                </a:lnTo>
                <a:lnTo>
                  <a:pt x="257175" y="57150"/>
                </a:lnTo>
                <a:lnTo>
                  <a:pt x="247650" y="57150"/>
                </a:lnTo>
                <a:lnTo>
                  <a:pt x="247650" y="66675"/>
                </a:lnTo>
                <a:lnTo>
                  <a:pt x="238125" y="66675"/>
                </a:lnTo>
                <a:lnTo>
                  <a:pt x="238125" y="57150"/>
                </a:lnTo>
                <a:lnTo>
                  <a:pt x="219075" y="57150"/>
                </a:lnTo>
                <a:close/>
                <a:moveTo>
                  <a:pt x="647700" y="19050"/>
                </a:moveTo>
                <a:lnTo>
                  <a:pt x="657225" y="19050"/>
                </a:lnTo>
                <a:lnTo>
                  <a:pt x="657225" y="28575"/>
                </a:lnTo>
                <a:lnTo>
                  <a:pt x="666750" y="28575"/>
                </a:lnTo>
                <a:lnTo>
                  <a:pt x="666750" y="38100"/>
                </a:lnTo>
                <a:lnTo>
                  <a:pt x="676275" y="38100"/>
                </a:lnTo>
                <a:lnTo>
                  <a:pt x="676275" y="47625"/>
                </a:lnTo>
                <a:lnTo>
                  <a:pt x="666750" y="47625"/>
                </a:lnTo>
                <a:lnTo>
                  <a:pt x="666750" y="57150"/>
                </a:lnTo>
                <a:lnTo>
                  <a:pt x="695325" y="57150"/>
                </a:lnTo>
                <a:lnTo>
                  <a:pt x="695325" y="66675"/>
                </a:lnTo>
                <a:lnTo>
                  <a:pt x="685800" y="66675"/>
                </a:lnTo>
                <a:lnTo>
                  <a:pt x="685800" y="76200"/>
                </a:lnTo>
                <a:lnTo>
                  <a:pt x="676275" y="76200"/>
                </a:lnTo>
                <a:lnTo>
                  <a:pt x="676275" y="66675"/>
                </a:lnTo>
                <a:lnTo>
                  <a:pt x="638175" y="66675"/>
                </a:lnTo>
                <a:lnTo>
                  <a:pt x="638175" y="57150"/>
                </a:lnTo>
                <a:lnTo>
                  <a:pt x="609600" y="57150"/>
                </a:lnTo>
                <a:lnTo>
                  <a:pt x="609600" y="76200"/>
                </a:lnTo>
                <a:lnTo>
                  <a:pt x="600075" y="76200"/>
                </a:lnTo>
                <a:lnTo>
                  <a:pt x="600075" y="85725"/>
                </a:lnTo>
                <a:lnTo>
                  <a:pt x="609600" y="85725"/>
                </a:lnTo>
                <a:lnTo>
                  <a:pt x="609600" y="76200"/>
                </a:lnTo>
                <a:lnTo>
                  <a:pt x="619125" y="76200"/>
                </a:lnTo>
                <a:lnTo>
                  <a:pt x="619125" y="85725"/>
                </a:lnTo>
                <a:lnTo>
                  <a:pt x="628650" y="85725"/>
                </a:lnTo>
                <a:lnTo>
                  <a:pt x="628650" y="95250"/>
                </a:lnTo>
                <a:lnTo>
                  <a:pt x="581025" y="95250"/>
                </a:lnTo>
                <a:lnTo>
                  <a:pt x="581025" y="114300"/>
                </a:lnTo>
                <a:lnTo>
                  <a:pt x="571500" y="114300"/>
                </a:lnTo>
                <a:lnTo>
                  <a:pt x="571500" y="95250"/>
                </a:lnTo>
                <a:lnTo>
                  <a:pt x="561975" y="95250"/>
                </a:lnTo>
                <a:lnTo>
                  <a:pt x="561975" y="76200"/>
                </a:lnTo>
                <a:lnTo>
                  <a:pt x="590550" y="76200"/>
                </a:lnTo>
                <a:lnTo>
                  <a:pt x="590550" y="47625"/>
                </a:lnTo>
                <a:lnTo>
                  <a:pt x="600075" y="47625"/>
                </a:lnTo>
                <a:lnTo>
                  <a:pt x="600075" y="38100"/>
                </a:lnTo>
                <a:lnTo>
                  <a:pt x="628650" y="38100"/>
                </a:lnTo>
                <a:lnTo>
                  <a:pt x="628650" y="28575"/>
                </a:lnTo>
                <a:lnTo>
                  <a:pt x="647700" y="28575"/>
                </a:lnTo>
                <a:close/>
                <a:moveTo>
                  <a:pt x="85725" y="28575"/>
                </a:moveTo>
                <a:lnTo>
                  <a:pt x="104775" y="28575"/>
                </a:lnTo>
                <a:lnTo>
                  <a:pt x="104775" y="38100"/>
                </a:lnTo>
                <a:lnTo>
                  <a:pt x="123825" y="38100"/>
                </a:lnTo>
                <a:lnTo>
                  <a:pt x="123825" y="47625"/>
                </a:lnTo>
                <a:lnTo>
                  <a:pt x="114300" y="47625"/>
                </a:lnTo>
                <a:lnTo>
                  <a:pt x="114300" y="57150"/>
                </a:lnTo>
                <a:lnTo>
                  <a:pt x="104775" y="57150"/>
                </a:lnTo>
                <a:lnTo>
                  <a:pt x="104775" y="66675"/>
                </a:lnTo>
                <a:lnTo>
                  <a:pt x="95250" y="66675"/>
                </a:lnTo>
                <a:lnTo>
                  <a:pt x="95250" y="85725"/>
                </a:lnTo>
                <a:lnTo>
                  <a:pt x="104775" y="85725"/>
                </a:lnTo>
                <a:lnTo>
                  <a:pt x="104775" y="114300"/>
                </a:lnTo>
                <a:lnTo>
                  <a:pt x="95250" y="114300"/>
                </a:lnTo>
                <a:lnTo>
                  <a:pt x="95250" y="95250"/>
                </a:lnTo>
                <a:lnTo>
                  <a:pt x="85725" y="95250"/>
                </a:lnTo>
                <a:lnTo>
                  <a:pt x="85725" y="85725"/>
                </a:lnTo>
                <a:lnTo>
                  <a:pt x="76200" y="85725"/>
                </a:lnTo>
                <a:lnTo>
                  <a:pt x="76200" y="57150"/>
                </a:lnTo>
                <a:lnTo>
                  <a:pt x="85725" y="57150"/>
                </a:lnTo>
                <a:close/>
                <a:moveTo>
                  <a:pt x="266700" y="28575"/>
                </a:moveTo>
                <a:lnTo>
                  <a:pt x="276225" y="28575"/>
                </a:lnTo>
                <a:lnTo>
                  <a:pt x="276225" y="38100"/>
                </a:lnTo>
                <a:lnTo>
                  <a:pt x="285750" y="38100"/>
                </a:lnTo>
                <a:lnTo>
                  <a:pt x="285750" y="57150"/>
                </a:lnTo>
                <a:lnTo>
                  <a:pt x="295275" y="57150"/>
                </a:lnTo>
                <a:lnTo>
                  <a:pt x="295275" y="66675"/>
                </a:lnTo>
                <a:lnTo>
                  <a:pt x="304800" y="66675"/>
                </a:lnTo>
                <a:lnTo>
                  <a:pt x="304800" y="57150"/>
                </a:lnTo>
                <a:lnTo>
                  <a:pt x="314325" y="57150"/>
                </a:lnTo>
                <a:lnTo>
                  <a:pt x="314325" y="47625"/>
                </a:lnTo>
                <a:lnTo>
                  <a:pt x="295275" y="47625"/>
                </a:lnTo>
                <a:lnTo>
                  <a:pt x="295275" y="38100"/>
                </a:lnTo>
                <a:lnTo>
                  <a:pt x="323850" y="38100"/>
                </a:lnTo>
                <a:lnTo>
                  <a:pt x="323850" y="47625"/>
                </a:lnTo>
                <a:lnTo>
                  <a:pt x="333375" y="47625"/>
                </a:lnTo>
                <a:lnTo>
                  <a:pt x="333375" y="57150"/>
                </a:lnTo>
                <a:lnTo>
                  <a:pt x="352425" y="57150"/>
                </a:lnTo>
                <a:lnTo>
                  <a:pt x="352425" y="66675"/>
                </a:lnTo>
                <a:lnTo>
                  <a:pt x="342900" y="66675"/>
                </a:lnTo>
                <a:lnTo>
                  <a:pt x="342900" y="85725"/>
                </a:lnTo>
                <a:lnTo>
                  <a:pt x="333375" y="85725"/>
                </a:lnTo>
                <a:lnTo>
                  <a:pt x="333375" y="76200"/>
                </a:lnTo>
                <a:lnTo>
                  <a:pt x="314325" y="76200"/>
                </a:lnTo>
                <a:lnTo>
                  <a:pt x="314325" y="66675"/>
                </a:lnTo>
                <a:lnTo>
                  <a:pt x="304800" y="66675"/>
                </a:lnTo>
                <a:lnTo>
                  <a:pt x="304800" y="76200"/>
                </a:lnTo>
                <a:lnTo>
                  <a:pt x="276225" y="76200"/>
                </a:lnTo>
                <a:lnTo>
                  <a:pt x="276225" y="57150"/>
                </a:lnTo>
                <a:lnTo>
                  <a:pt x="266700" y="57150"/>
                </a:lnTo>
                <a:close/>
                <a:moveTo>
                  <a:pt x="714375" y="28575"/>
                </a:moveTo>
                <a:lnTo>
                  <a:pt x="733425" y="28575"/>
                </a:lnTo>
                <a:lnTo>
                  <a:pt x="733425" y="38100"/>
                </a:lnTo>
                <a:lnTo>
                  <a:pt x="723900" y="38100"/>
                </a:lnTo>
                <a:lnTo>
                  <a:pt x="723900" y="47625"/>
                </a:lnTo>
                <a:lnTo>
                  <a:pt x="714375" y="47625"/>
                </a:lnTo>
                <a:lnTo>
                  <a:pt x="714375" y="57150"/>
                </a:lnTo>
                <a:lnTo>
                  <a:pt x="704850" y="57150"/>
                </a:lnTo>
                <a:lnTo>
                  <a:pt x="704850" y="38100"/>
                </a:lnTo>
                <a:lnTo>
                  <a:pt x="714375" y="38100"/>
                </a:lnTo>
                <a:close/>
                <a:moveTo>
                  <a:pt x="762000" y="28575"/>
                </a:moveTo>
                <a:lnTo>
                  <a:pt x="790575" y="28575"/>
                </a:lnTo>
                <a:lnTo>
                  <a:pt x="790575" y="38100"/>
                </a:lnTo>
                <a:lnTo>
                  <a:pt x="771525" y="38100"/>
                </a:lnTo>
                <a:lnTo>
                  <a:pt x="771525" y="47625"/>
                </a:lnTo>
                <a:lnTo>
                  <a:pt x="762000" y="47625"/>
                </a:lnTo>
                <a:close/>
                <a:moveTo>
                  <a:pt x="866775" y="28575"/>
                </a:moveTo>
                <a:lnTo>
                  <a:pt x="895350" y="28575"/>
                </a:lnTo>
                <a:lnTo>
                  <a:pt x="895350" y="57150"/>
                </a:lnTo>
                <a:lnTo>
                  <a:pt x="885825" y="57150"/>
                </a:lnTo>
                <a:lnTo>
                  <a:pt x="885825" y="38100"/>
                </a:lnTo>
                <a:lnTo>
                  <a:pt x="866775" y="38100"/>
                </a:lnTo>
                <a:close/>
                <a:moveTo>
                  <a:pt x="1257300" y="28575"/>
                </a:moveTo>
                <a:lnTo>
                  <a:pt x="1285875" y="28575"/>
                </a:lnTo>
                <a:lnTo>
                  <a:pt x="1285875" y="38100"/>
                </a:lnTo>
                <a:lnTo>
                  <a:pt x="1266825" y="38100"/>
                </a:lnTo>
                <a:lnTo>
                  <a:pt x="1266825" y="47625"/>
                </a:lnTo>
                <a:lnTo>
                  <a:pt x="1257300" y="47625"/>
                </a:lnTo>
                <a:close/>
                <a:moveTo>
                  <a:pt x="1419225" y="28575"/>
                </a:moveTo>
                <a:lnTo>
                  <a:pt x="1428750" y="28575"/>
                </a:lnTo>
                <a:lnTo>
                  <a:pt x="1428750" y="47625"/>
                </a:lnTo>
                <a:lnTo>
                  <a:pt x="1438275" y="47625"/>
                </a:lnTo>
                <a:lnTo>
                  <a:pt x="1438275" y="57150"/>
                </a:lnTo>
                <a:lnTo>
                  <a:pt x="1428750" y="57150"/>
                </a:lnTo>
                <a:lnTo>
                  <a:pt x="1428750" y="76200"/>
                </a:lnTo>
                <a:lnTo>
                  <a:pt x="1419225" y="76200"/>
                </a:lnTo>
                <a:lnTo>
                  <a:pt x="1419225" y="85725"/>
                </a:lnTo>
                <a:lnTo>
                  <a:pt x="1428750" y="85725"/>
                </a:lnTo>
                <a:lnTo>
                  <a:pt x="1428750" y="104775"/>
                </a:lnTo>
                <a:lnTo>
                  <a:pt x="1419225" y="104775"/>
                </a:lnTo>
                <a:lnTo>
                  <a:pt x="1419225" y="114300"/>
                </a:lnTo>
                <a:lnTo>
                  <a:pt x="1428750" y="114300"/>
                </a:lnTo>
                <a:lnTo>
                  <a:pt x="1428750" y="133350"/>
                </a:lnTo>
                <a:lnTo>
                  <a:pt x="1400175" y="133350"/>
                </a:lnTo>
                <a:lnTo>
                  <a:pt x="1400175" y="123825"/>
                </a:lnTo>
                <a:lnTo>
                  <a:pt x="1409700" y="123825"/>
                </a:lnTo>
                <a:lnTo>
                  <a:pt x="1409700" y="114300"/>
                </a:lnTo>
                <a:lnTo>
                  <a:pt x="1400175" y="114300"/>
                </a:lnTo>
                <a:lnTo>
                  <a:pt x="1400175" y="95250"/>
                </a:lnTo>
                <a:lnTo>
                  <a:pt x="1371600" y="95250"/>
                </a:lnTo>
                <a:lnTo>
                  <a:pt x="1371600" y="114300"/>
                </a:lnTo>
                <a:lnTo>
                  <a:pt x="1362075" y="114300"/>
                </a:lnTo>
                <a:lnTo>
                  <a:pt x="1362075" y="123825"/>
                </a:lnTo>
                <a:lnTo>
                  <a:pt x="1352550" y="123825"/>
                </a:lnTo>
                <a:lnTo>
                  <a:pt x="1352550" y="104775"/>
                </a:lnTo>
                <a:lnTo>
                  <a:pt x="1362075" y="104775"/>
                </a:lnTo>
                <a:lnTo>
                  <a:pt x="1362075" y="76200"/>
                </a:lnTo>
                <a:lnTo>
                  <a:pt x="1371600" y="76200"/>
                </a:lnTo>
                <a:lnTo>
                  <a:pt x="1371600" y="85725"/>
                </a:lnTo>
                <a:lnTo>
                  <a:pt x="1381125" y="85725"/>
                </a:lnTo>
                <a:lnTo>
                  <a:pt x="1381125" y="66675"/>
                </a:lnTo>
                <a:lnTo>
                  <a:pt x="1390650" y="66675"/>
                </a:lnTo>
                <a:lnTo>
                  <a:pt x="1390650" y="38100"/>
                </a:lnTo>
                <a:lnTo>
                  <a:pt x="1409700" y="38100"/>
                </a:lnTo>
                <a:lnTo>
                  <a:pt x="1409700" y="57150"/>
                </a:lnTo>
                <a:lnTo>
                  <a:pt x="1419225" y="57150"/>
                </a:lnTo>
                <a:close/>
                <a:moveTo>
                  <a:pt x="1495425" y="28575"/>
                </a:moveTo>
                <a:lnTo>
                  <a:pt x="1504950" y="28575"/>
                </a:lnTo>
                <a:lnTo>
                  <a:pt x="1504950" y="47625"/>
                </a:lnTo>
                <a:lnTo>
                  <a:pt x="1485900" y="47625"/>
                </a:lnTo>
                <a:lnTo>
                  <a:pt x="1485900" y="38100"/>
                </a:lnTo>
                <a:lnTo>
                  <a:pt x="1495425" y="38100"/>
                </a:lnTo>
                <a:close/>
                <a:moveTo>
                  <a:pt x="1571625" y="28575"/>
                </a:moveTo>
                <a:lnTo>
                  <a:pt x="1581150" y="28575"/>
                </a:lnTo>
                <a:lnTo>
                  <a:pt x="1581150" y="38100"/>
                </a:lnTo>
                <a:lnTo>
                  <a:pt x="1590675" y="38100"/>
                </a:lnTo>
                <a:lnTo>
                  <a:pt x="1590675" y="47625"/>
                </a:lnTo>
                <a:lnTo>
                  <a:pt x="1609725" y="47625"/>
                </a:lnTo>
                <a:lnTo>
                  <a:pt x="1609725" y="66675"/>
                </a:lnTo>
                <a:lnTo>
                  <a:pt x="1581150" y="66675"/>
                </a:lnTo>
                <a:lnTo>
                  <a:pt x="1581150" y="47625"/>
                </a:lnTo>
                <a:lnTo>
                  <a:pt x="1571625" y="47625"/>
                </a:lnTo>
                <a:close/>
                <a:moveTo>
                  <a:pt x="0" y="38100"/>
                </a:moveTo>
                <a:lnTo>
                  <a:pt x="19050" y="38100"/>
                </a:lnTo>
                <a:lnTo>
                  <a:pt x="19050" y="57150"/>
                </a:lnTo>
                <a:lnTo>
                  <a:pt x="0" y="57150"/>
                </a:lnTo>
                <a:close/>
                <a:moveTo>
                  <a:pt x="152400" y="38100"/>
                </a:moveTo>
                <a:lnTo>
                  <a:pt x="171450" y="38100"/>
                </a:lnTo>
                <a:lnTo>
                  <a:pt x="171450" y="57150"/>
                </a:lnTo>
                <a:lnTo>
                  <a:pt x="200025" y="57150"/>
                </a:lnTo>
                <a:lnTo>
                  <a:pt x="200025" y="66675"/>
                </a:lnTo>
                <a:lnTo>
                  <a:pt x="190500" y="66675"/>
                </a:lnTo>
                <a:lnTo>
                  <a:pt x="190500" y="76200"/>
                </a:lnTo>
                <a:lnTo>
                  <a:pt x="171450" y="76200"/>
                </a:lnTo>
                <a:lnTo>
                  <a:pt x="171450" y="85725"/>
                </a:lnTo>
                <a:lnTo>
                  <a:pt x="161925" y="85725"/>
                </a:lnTo>
                <a:lnTo>
                  <a:pt x="161925" y="66675"/>
                </a:lnTo>
                <a:lnTo>
                  <a:pt x="152400" y="66675"/>
                </a:lnTo>
                <a:close/>
                <a:moveTo>
                  <a:pt x="790575" y="38100"/>
                </a:moveTo>
                <a:lnTo>
                  <a:pt x="800100" y="38100"/>
                </a:lnTo>
                <a:lnTo>
                  <a:pt x="800100" y="66675"/>
                </a:lnTo>
                <a:lnTo>
                  <a:pt x="828675" y="66675"/>
                </a:lnTo>
                <a:lnTo>
                  <a:pt x="828675" y="76200"/>
                </a:lnTo>
                <a:lnTo>
                  <a:pt x="819150" y="76200"/>
                </a:lnTo>
                <a:lnTo>
                  <a:pt x="819150" y="95250"/>
                </a:lnTo>
                <a:lnTo>
                  <a:pt x="809625" y="95250"/>
                </a:lnTo>
                <a:lnTo>
                  <a:pt x="809625" y="104775"/>
                </a:lnTo>
                <a:lnTo>
                  <a:pt x="800100" y="104775"/>
                </a:lnTo>
                <a:lnTo>
                  <a:pt x="800100" y="95250"/>
                </a:lnTo>
                <a:lnTo>
                  <a:pt x="790575" y="95250"/>
                </a:lnTo>
                <a:lnTo>
                  <a:pt x="790575" y="66675"/>
                </a:lnTo>
                <a:lnTo>
                  <a:pt x="781050" y="66675"/>
                </a:lnTo>
                <a:lnTo>
                  <a:pt x="781050" y="57150"/>
                </a:lnTo>
                <a:lnTo>
                  <a:pt x="771525" y="57150"/>
                </a:lnTo>
                <a:lnTo>
                  <a:pt x="771525" y="47625"/>
                </a:lnTo>
                <a:lnTo>
                  <a:pt x="790575" y="47625"/>
                </a:lnTo>
                <a:close/>
                <a:moveTo>
                  <a:pt x="495300" y="47625"/>
                </a:moveTo>
                <a:lnTo>
                  <a:pt x="504825" y="47625"/>
                </a:lnTo>
                <a:lnTo>
                  <a:pt x="504825" y="57150"/>
                </a:lnTo>
                <a:lnTo>
                  <a:pt x="495300" y="57150"/>
                </a:lnTo>
                <a:close/>
                <a:moveTo>
                  <a:pt x="1123950" y="47625"/>
                </a:moveTo>
                <a:lnTo>
                  <a:pt x="1143000" y="47625"/>
                </a:lnTo>
                <a:lnTo>
                  <a:pt x="1143000" y="57150"/>
                </a:lnTo>
                <a:lnTo>
                  <a:pt x="1123950" y="57150"/>
                </a:lnTo>
                <a:close/>
                <a:moveTo>
                  <a:pt x="1200150" y="47625"/>
                </a:moveTo>
                <a:lnTo>
                  <a:pt x="1219200" y="47625"/>
                </a:lnTo>
                <a:lnTo>
                  <a:pt x="1219200" y="57150"/>
                </a:lnTo>
                <a:lnTo>
                  <a:pt x="1200150" y="57150"/>
                </a:lnTo>
                <a:close/>
                <a:moveTo>
                  <a:pt x="19050" y="57150"/>
                </a:moveTo>
                <a:lnTo>
                  <a:pt x="47625" y="57150"/>
                </a:lnTo>
                <a:lnTo>
                  <a:pt x="47625" y="76200"/>
                </a:lnTo>
                <a:lnTo>
                  <a:pt x="57150" y="76200"/>
                </a:lnTo>
                <a:lnTo>
                  <a:pt x="57150" y="85725"/>
                </a:lnTo>
                <a:lnTo>
                  <a:pt x="66675" y="85725"/>
                </a:lnTo>
                <a:lnTo>
                  <a:pt x="66675" y="95250"/>
                </a:lnTo>
                <a:lnTo>
                  <a:pt x="57150" y="95250"/>
                </a:lnTo>
                <a:lnTo>
                  <a:pt x="57150" y="104775"/>
                </a:lnTo>
                <a:lnTo>
                  <a:pt x="47625" y="104775"/>
                </a:lnTo>
                <a:lnTo>
                  <a:pt x="47625" y="85725"/>
                </a:lnTo>
                <a:lnTo>
                  <a:pt x="38100" y="85725"/>
                </a:lnTo>
                <a:lnTo>
                  <a:pt x="38100" y="95250"/>
                </a:lnTo>
                <a:lnTo>
                  <a:pt x="28575" y="95250"/>
                </a:lnTo>
                <a:lnTo>
                  <a:pt x="28575" y="66675"/>
                </a:lnTo>
                <a:lnTo>
                  <a:pt x="19050" y="66675"/>
                </a:lnTo>
                <a:close/>
                <a:moveTo>
                  <a:pt x="438150" y="57150"/>
                </a:moveTo>
                <a:lnTo>
                  <a:pt x="457200" y="57150"/>
                </a:lnTo>
                <a:lnTo>
                  <a:pt x="457200" y="66675"/>
                </a:lnTo>
                <a:lnTo>
                  <a:pt x="438150" y="66675"/>
                </a:lnTo>
                <a:close/>
                <a:moveTo>
                  <a:pt x="1457325" y="57150"/>
                </a:moveTo>
                <a:lnTo>
                  <a:pt x="1466850" y="57150"/>
                </a:lnTo>
                <a:lnTo>
                  <a:pt x="1466850" y="66675"/>
                </a:lnTo>
                <a:lnTo>
                  <a:pt x="1514475" y="66675"/>
                </a:lnTo>
                <a:lnTo>
                  <a:pt x="1514475" y="76200"/>
                </a:lnTo>
                <a:lnTo>
                  <a:pt x="1524000" y="76200"/>
                </a:lnTo>
                <a:lnTo>
                  <a:pt x="1524000" y="85725"/>
                </a:lnTo>
                <a:lnTo>
                  <a:pt x="1533525" y="85725"/>
                </a:lnTo>
                <a:lnTo>
                  <a:pt x="1533525" y="133350"/>
                </a:lnTo>
                <a:lnTo>
                  <a:pt x="1524000" y="133350"/>
                </a:lnTo>
                <a:lnTo>
                  <a:pt x="1524000" y="123825"/>
                </a:lnTo>
                <a:lnTo>
                  <a:pt x="1504950" y="123825"/>
                </a:lnTo>
                <a:lnTo>
                  <a:pt x="1504950" y="114300"/>
                </a:lnTo>
                <a:lnTo>
                  <a:pt x="1495425" y="114300"/>
                </a:lnTo>
                <a:lnTo>
                  <a:pt x="1495425" y="104775"/>
                </a:lnTo>
                <a:lnTo>
                  <a:pt x="1514475" y="104775"/>
                </a:lnTo>
                <a:lnTo>
                  <a:pt x="1514475" y="95250"/>
                </a:lnTo>
                <a:lnTo>
                  <a:pt x="1504950" y="95250"/>
                </a:lnTo>
                <a:lnTo>
                  <a:pt x="1504950" y="85725"/>
                </a:lnTo>
                <a:lnTo>
                  <a:pt x="1476375" y="85725"/>
                </a:lnTo>
                <a:lnTo>
                  <a:pt x="1476375" y="104775"/>
                </a:lnTo>
                <a:lnTo>
                  <a:pt x="1457325" y="104775"/>
                </a:lnTo>
                <a:lnTo>
                  <a:pt x="1457325" y="95250"/>
                </a:lnTo>
                <a:lnTo>
                  <a:pt x="1447800" y="95250"/>
                </a:lnTo>
                <a:lnTo>
                  <a:pt x="1447800" y="104775"/>
                </a:lnTo>
                <a:lnTo>
                  <a:pt x="1438275" y="104775"/>
                </a:lnTo>
                <a:lnTo>
                  <a:pt x="1438275" y="66675"/>
                </a:lnTo>
                <a:lnTo>
                  <a:pt x="1457325" y="66675"/>
                </a:lnTo>
                <a:close/>
                <a:moveTo>
                  <a:pt x="219075" y="66675"/>
                </a:moveTo>
                <a:lnTo>
                  <a:pt x="238125" y="66675"/>
                </a:lnTo>
                <a:lnTo>
                  <a:pt x="238125" y="76200"/>
                </a:lnTo>
                <a:lnTo>
                  <a:pt x="219075" y="76200"/>
                </a:lnTo>
                <a:close/>
                <a:moveTo>
                  <a:pt x="428625" y="66675"/>
                </a:moveTo>
                <a:lnTo>
                  <a:pt x="438150" y="66675"/>
                </a:lnTo>
                <a:lnTo>
                  <a:pt x="438150" y="85725"/>
                </a:lnTo>
                <a:lnTo>
                  <a:pt x="409575" y="85725"/>
                </a:lnTo>
                <a:lnTo>
                  <a:pt x="409575" y="76200"/>
                </a:lnTo>
                <a:lnTo>
                  <a:pt x="428625" y="76200"/>
                </a:lnTo>
                <a:close/>
                <a:moveTo>
                  <a:pt x="371475" y="76200"/>
                </a:moveTo>
                <a:lnTo>
                  <a:pt x="381000" y="76200"/>
                </a:lnTo>
                <a:lnTo>
                  <a:pt x="381000" y="85725"/>
                </a:lnTo>
                <a:lnTo>
                  <a:pt x="371475" y="85725"/>
                </a:lnTo>
                <a:close/>
                <a:moveTo>
                  <a:pt x="666750" y="76200"/>
                </a:moveTo>
                <a:lnTo>
                  <a:pt x="676275" y="76200"/>
                </a:lnTo>
                <a:lnTo>
                  <a:pt x="676275" y="95250"/>
                </a:lnTo>
                <a:lnTo>
                  <a:pt x="685800" y="95250"/>
                </a:lnTo>
                <a:lnTo>
                  <a:pt x="685800" y="123825"/>
                </a:lnTo>
                <a:lnTo>
                  <a:pt x="676275" y="123825"/>
                </a:lnTo>
                <a:lnTo>
                  <a:pt x="676275" y="114300"/>
                </a:lnTo>
                <a:lnTo>
                  <a:pt x="666750" y="114300"/>
                </a:lnTo>
                <a:close/>
                <a:moveTo>
                  <a:pt x="714375" y="76200"/>
                </a:moveTo>
                <a:lnTo>
                  <a:pt x="723900" y="76200"/>
                </a:lnTo>
                <a:lnTo>
                  <a:pt x="723900" y="85725"/>
                </a:lnTo>
                <a:lnTo>
                  <a:pt x="752475" y="85725"/>
                </a:lnTo>
                <a:lnTo>
                  <a:pt x="752475" y="95250"/>
                </a:lnTo>
                <a:lnTo>
                  <a:pt x="742950" y="95250"/>
                </a:lnTo>
                <a:lnTo>
                  <a:pt x="742950" y="104775"/>
                </a:lnTo>
                <a:lnTo>
                  <a:pt x="714375" y="104775"/>
                </a:lnTo>
                <a:lnTo>
                  <a:pt x="714375" y="114300"/>
                </a:lnTo>
                <a:lnTo>
                  <a:pt x="704850" y="114300"/>
                </a:lnTo>
                <a:lnTo>
                  <a:pt x="704850" y="123825"/>
                </a:lnTo>
                <a:lnTo>
                  <a:pt x="695325" y="123825"/>
                </a:lnTo>
                <a:lnTo>
                  <a:pt x="695325" y="95250"/>
                </a:lnTo>
                <a:lnTo>
                  <a:pt x="704850" y="95250"/>
                </a:lnTo>
                <a:lnTo>
                  <a:pt x="704850" y="85725"/>
                </a:lnTo>
                <a:lnTo>
                  <a:pt x="714375" y="85725"/>
                </a:lnTo>
                <a:close/>
                <a:moveTo>
                  <a:pt x="904875" y="76200"/>
                </a:moveTo>
                <a:lnTo>
                  <a:pt x="914400" y="76200"/>
                </a:lnTo>
                <a:lnTo>
                  <a:pt x="914400" y="85725"/>
                </a:lnTo>
                <a:lnTo>
                  <a:pt x="904875" y="85725"/>
                </a:lnTo>
                <a:close/>
                <a:moveTo>
                  <a:pt x="1552575" y="76200"/>
                </a:moveTo>
                <a:lnTo>
                  <a:pt x="1562100" y="76200"/>
                </a:lnTo>
                <a:lnTo>
                  <a:pt x="1562100" y="95250"/>
                </a:lnTo>
                <a:lnTo>
                  <a:pt x="1552575" y="95250"/>
                </a:lnTo>
                <a:close/>
                <a:moveTo>
                  <a:pt x="171450" y="85725"/>
                </a:moveTo>
                <a:lnTo>
                  <a:pt x="180975" y="85725"/>
                </a:lnTo>
                <a:lnTo>
                  <a:pt x="180975" y="95250"/>
                </a:lnTo>
                <a:lnTo>
                  <a:pt x="171450" y="95250"/>
                </a:lnTo>
                <a:close/>
                <a:moveTo>
                  <a:pt x="238125" y="85725"/>
                </a:moveTo>
                <a:lnTo>
                  <a:pt x="247650" y="85725"/>
                </a:lnTo>
                <a:lnTo>
                  <a:pt x="247650" y="114300"/>
                </a:lnTo>
                <a:lnTo>
                  <a:pt x="228600" y="114300"/>
                </a:lnTo>
                <a:lnTo>
                  <a:pt x="228600" y="95250"/>
                </a:lnTo>
                <a:lnTo>
                  <a:pt x="238125" y="95250"/>
                </a:lnTo>
                <a:close/>
                <a:moveTo>
                  <a:pt x="400050" y="85725"/>
                </a:moveTo>
                <a:lnTo>
                  <a:pt x="409575" y="85725"/>
                </a:lnTo>
                <a:lnTo>
                  <a:pt x="409575" y="95250"/>
                </a:lnTo>
                <a:lnTo>
                  <a:pt x="400050" y="95250"/>
                </a:lnTo>
                <a:close/>
                <a:moveTo>
                  <a:pt x="762000" y="85725"/>
                </a:moveTo>
                <a:lnTo>
                  <a:pt x="771525" y="85725"/>
                </a:lnTo>
                <a:lnTo>
                  <a:pt x="771525" y="104775"/>
                </a:lnTo>
                <a:lnTo>
                  <a:pt x="762000" y="104775"/>
                </a:lnTo>
                <a:close/>
                <a:moveTo>
                  <a:pt x="942975" y="85725"/>
                </a:moveTo>
                <a:lnTo>
                  <a:pt x="952500" y="85725"/>
                </a:lnTo>
                <a:lnTo>
                  <a:pt x="952500" y="95250"/>
                </a:lnTo>
                <a:lnTo>
                  <a:pt x="962025" y="95250"/>
                </a:lnTo>
                <a:lnTo>
                  <a:pt x="962025" y="104775"/>
                </a:lnTo>
                <a:lnTo>
                  <a:pt x="942975" y="104775"/>
                </a:lnTo>
                <a:close/>
                <a:moveTo>
                  <a:pt x="19050" y="95250"/>
                </a:moveTo>
                <a:lnTo>
                  <a:pt x="28575" y="95250"/>
                </a:lnTo>
                <a:lnTo>
                  <a:pt x="28575" y="104775"/>
                </a:lnTo>
                <a:lnTo>
                  <a:pt x="19050" y="104775"/>
                </a:lnTo>
                <a:close/>
                <a:moveTo>
                  <a:pt x="180975" y="95250"/>
                </a:moveTo>
                <a:lnTo>
                  <a:pt x="190500" y="95250"/>
                </a:lnTo>
                <a:lnTo>
                  <a:pt x="190500" y="104775"/>
                </a:lnTo>
                <a:lnTo>
                  <a:pt x="180975" y="104775"/>
                </a:lnTo>
                <a:close/>
                <a:moveTo>
                  <a:pt x="0" y="104775"/>
                </a:moveTo>
                <a:lnTo>
                  <a:pt x="9525" y="104775"/>
                </a:lnTo>
                <a:lnTo>
                  <a:pt x="9525" y="114300"/>
                </a:lnTo>
                <a:lnTo>
                  <a:pt x="47625" y="114300"/>
                </a:lnTo>
                <a:lnTo>
                  <a:pt x="47625" y="123825"/>
                </a:lnTo>
                <a:lnTo>
                  <a:pt x="57150" y="123825"/>
                </a:lnTo>
                <a:lnTo>
                  <a:pt x="57150" y="142875"/>
                </a:lnTo>
                <a:lnTo>
                  <a:pt x="47625" y="142875"/>
                </a:lnTo>
                <a:lnTo>
                  <a:pt x="47625" y="133350"/>
                </a:lnTo>
                <a:lnTo>
                  <a:pt x="19050" y="133350"/>
                </a:lnTo>
                <a:lnTo>
                  <a:pt x="19050" y="142875"/>
                </a:lnTo>
                <a:lnTo>
                  <a:pt x="0" y="142875"/>
                </a:lnTo>
                <a:close/>
                <a:moveTo>
                  <a:pt x="190500" y="104775"/>
                </a:moveTo>
                <a:lnTo>
                  <a:pt x="200025" y="104775"/>
                </a:lnTo>
                <a:lnTo>
                  <a:pt x="200025" y="114300"/>
                </a:lnTo>
                <a:lnTo>
                  <a:pt x="190500" y="114300"/>
                </a:lnTo>
                <a:close/>
                <a:moveTo>
                  <a:pt x="504825" y="104775"/>
                </a:moveTo>
                <a:lnTo>
                  <a:pt x="542925" y="104775"/>
                </a:lnTo>
                <a:lnTo>
                  <a:pt x="542925" y="114300"/>
                </a:lnTo>
                <a:lnTo>
                  <a:pt x="504825" y="114300"/>
                </a:lnTo>
                <a:close/>
                <a:moveTo>
                  <a:pt x="619125" y="104775"/>
                </a:moveTo>
                <a:lnTo>
                  <a:pt x="638175" y="104775"/>
                </a:lnTo>
                <a:lnTo>
                  <a:pt x="638175" y="114300"/>
                </a:lnTo>
                <a:lnTo>
                  <a:pt x="647700" y="114300"/>
                </a:lnTo>
                <a:lnTo>
                  <a:pt x="647700" y="133350"/>
                </a:lnTo>
                <a:lnTo>
                  <a:pt x="628650" y="133350"/>
                </a:lnTo>
                <a:lnTo>
                  <a:pt x="628650" y="114300"/>
                </a:lnTo>
                <a:lnTo>
                  <a:pt x="619125" y="114300"/>
                </a:lnTo>
                <a:close/>
                <a:moveTo>
                  <a:pt x="838200" y="104775"/>
                </a:moveTo>
                <a:lnTo>
                  <a:pt x="866775" y="104775"/>
                </a:lnTo>
                <a:lnTo>
                  <a:pt x="866775" y="114300"/>
                </a:lnTo>
                <a:lnTo>
                  <a:pt x="838200" y="114300"/>
                </a:lnTo>
                <a:close/>
                <a:moveTo>
                  <a:pt x="904875" y="104775"/>
                </a:moveTo>
                <a:lnTo>
                  <a:pt x="923925" y="104775"/>
                </a:lnTo>
                <a:lnTo>
                  <a:pt x="923925" y="114300"/>
                </a:lnTo>
                <a:lnTo>
                  <a:pt x="942975" y="114300"/>
                </a:lnTo>
                <a:lnTo>
                  <a:pt x="942975" y="123825"/>
                </a:lnTo>
                <a:lnTo>
                  <a:pt x="933450" y="123825"/>
                </a:lnTo>
                <a:lnTo>
                  <a:pt x="933450" y="133350"/>
                </a:lnTo>
                <a:lnTo>
                  <a:pt x="962025" y="133350"/>
                </a:lnTo>
                <a:lnTo>
                  <a:pt x="962025" y="152400"/>
                </a:lnTo>
                <a:lnTo>
                  <a:pt x="981075" y="152400"/>
                </a:lnTo>
                <a:lnTo>
                  <a:pt x="981075" y="161925"/>
                </a:lnTo>
                <a:lnTo>
                  <a:pt x="962025" y="161925"/>
                </a:lnTo>
                <a:lnTo>
                  <a:pt x="962025" y="171450"/>
                </a:lnTo>
                <a:lnTo>
                  <a:pt x="981075" y="171450"/>
                </a:lnTo>
                <a:lnTo>
                  <a:pt x="981075" y="180975"/>
                </a:lnTo>
                <a:lnTo>
                  <a:pt x="952500" y="180975"/>
                </a:lnTo>
                <a:lnTo>
                  <a:pt x="952500" y="161925"/>
                </a:lnTo>
                <a:lnTo>
                  <a:pt x="942975" y="161925"/>
                </a:lnTo>
                <a:lnTo>
                  <a:pt x="942975" y="171450"/>
                </a:lnTo>
                <a:lnTo>
                  <a:pt x="933450" y="171450"/>
                </a:lnTo>
                <a:lnTo>
                  <a:pt x="933450" y="152400"/>
                </a:lnTo>
                <a:lnTo>
                  <a:pt x="923925" y="152400"/>
                </a:lnTo>
                <a:lnTo>
                  <a:pt x="923925" y="123825"/>
                </a:lnTo>
                <a:lnTo>
                  <a:pt x="895350" y="123825"/>
                </a:lnTo>
                <a:lnTo>
                  <a:pt x="895350" y="133350"/>
                </a:lnTo>
                <a:lnTo>
                  <a:pt x="876300" y="133350"/>
                </a:lnTo>
                <a:lnTo>
                  <a:pt x="876300" y="114300"/>
                </a:lnTo>
                <a:lnTo>
                  <a:pt x="904875" y="114300"/>
                </a:lnTo>
                <a:close/>
                <a:moveTo>
                  <a:pt x="1476375" y="104775"/>
                </a:moveTo>
                <a:lnTo>
                  <a:pt x="1485900" y="104775"/>
                </a:lnTo>
                <a:lnTo>
                  <a:pt x="1485900" y="114300"/>
                </a:lnTo>
                <a:lnTo>
                  <a:pt x="1476375" y="114300"/>
                </a:lnTo>
                <a:close/>
                <a:moveTo>
                  <a:pt x="1571625" y="104775"/>
                </a:moveTo>
                <a:lnTo>
                  <a:pt x="1590675" y="104775"/>
                </a:lnTo>
                <a:lnTo>
                  <a:pt x="1590675" y="114300"/>
                </a:lnTo>
                <a:lnTo>
                  <a:pt x="1581150" y="114300"/>
                </a:lnTo>
                <a:lnTo>
                  <a:pt x="1581150" y="133350"/>
                </a:lnTo>
                <a:lnTo>
                  <a:pt x="1590675" y="133350"/>
                </a:lnTo>
                <a:lnTo>
                  <a:pt x="1590675" y="161925"/>
                </a:lnTo>
                <a:lnTo>
                  <a:pt x="1581150" y="161925"/>
                </a:lnTo>
                <a:lnTo>
                  <a:pt x="1581150" y="152400"/>
                </a:lnTo>
                <a:lnTo>
                  <a:pt x="1562100" y="152400"/>
                </a:lnTo>
                <a:lnTo>
                  <a:pt x="1562100" y="161925"/>
                </a:lnTo>
                <a:lnTo>
                  <a:pt x="1543050" y="161925"/>
                </a:lnTo>
                <a:lnTo>
                  <a:pt x="1543050" y="152400"/>
                </a:lnTo>
                <a:lnTo>
                  <a:pt x="1533525" y="152400"/>
                </a:lnTo>
                <a:lnTo>
                  <a:pt x="1533525" y="161925"/>
                </a:lnTo>
                <a:lnTo>
                  <a:pt x="1524000" y="161925"/>
                </a:lnTo>
                <a:lnTo>
                  <a:pt x="1524000" y="142875"/>
                </a:lnTo>
                <a:lnTo>
                  <a:pt x="1552575" y="142875"/>
                </a:lnTo>
                <a:lnTo>
                  <a:pt x="1552575" y="123825"/>
                </a:lnTo>
                <a:lnTo>
                  <a:pt x="1562100" y="123825"/>
                </a:lnTo>
                <a:lnTo>
                  <a:pt x="1562100" y="114300"/>
                </a:lnTo>
                <a:lnTo>
                  <a:pt x="1571625" y="114300"/>
                </a:lnTo>
                <a:close/>
                <a:moveTo>
                  <a:pt x="133350" y="114300"/>
                </a:moveTo>
                <a:lnTo>
                  <a:pt x="142875" y="114300"/>
                </a:lnTo>
                <a:lnTo>
                  <a:pt x="142875" y="142875"/>
                </a:lnTo>
                <a:lnTo>
                  <a:pt x="133350" y="142875"/>
                </a:lnTo>
                <a:close/>
                <a:moveTo>
                  <a:pt x="180975" y="114300"/>
                </a:moveTo>
                <a:lnTo>
                  <a:pt x="190500" y="114300"/>
                </a:lnTo>
                <a:lnTo>
                  <a:pt x="190500" y="123825"/>
                </a:lnTo>
                <a:lnTo>
                  <a:pt x="180975" y="123825"/>
                </a:lnTo>
                <a:close/>
                <a:moveTo>
                  <a:pt x="1457325" y="114300"/>
                </a:moveTo>
                <a:lnTo>
                  <a:pt x="1466850" y="114300"/>
                </a:lnTo>
                <a:lnTo>
                  <a:pt x="1466850" y="123825"/>
                </a:lnTo>
                <a:lnTo>
                  <a:pt x="1457325" y="123825"/>
                </a:lnTo>
                <a:close/>
                <a:moveTo>
                  <a:pt x="1485900" y="114300"/>
                </a:moveTo>
                <a:lnTo>
                  <a:pt x="1495425" y="114300"/>
                </a:lnTo>
                <a:lnTo>
                  <a:pt x="1495425" y="133350"/>
                </a:lnTo>
                <a:lnTo>
                  <a:pt x="1485900" y="133350"/>
                </a:lnTo>
                <a:close/>
                <a:moveTo>
                  <a:pt x="1514475" y="114300"/>
                </a:moveTo>
                <a:lnTo>
                  <a:pt x="1524000" y="114300"/>
                </a:lnTo>
                <a:lnTo>
                  <a:pt x="1524000" y="104775"/>
                </a:lnTo>
                <a:lnTo>
                  <a:pt x="1514475" y="104775"/>
                </a:lnTo>
                <a:close/>
                <a:moveTo>
                  <a:pt x="171450" y="123825"/>
                </a:moveTo>
                <a:lnTo>
                  <a:pt x="180975" y="123825"/>
                </a:lnTo>
                <a:lnTo>
                  <a:pt x="180975" y="133350"/>
                </a:lnTo>
                <a:lnTo>
                  <a:pt x="171450" y="133350"/>
                </a:lnTo>
                <a:close/>
                <a:moveTo>
                  <a:pt x="257175" y="123825"/>
                </a:moveTo>
                <a:lnTo>
                  <a:pt x="276225" y="123825"/>
                </a:lnTo>
                <a:lnTo>
                  <a:pt x="276225" y="133350"/>
                </a:lnTo>
                <a:lnTo>
                  <a:pt x="257175" y="133350"/>
                </a:lnTo>
                <a:close/>
                <a:moveTo>
                  <a:pt x="657225" y="123825"/>
                </a:moveTo>
                <a:lnTo>
                  <a:pt x="676275" y="123825"/>
                </a:lnTo>
                <a:lnTo>
                  <a:pt x="676275" y="133350"/>
                </a:lnTo>
                <a:lnTo>
                  <a:pt x="695325" y="133350"/>
                </a:lnTo>
                <a:lnTo>
                  <a:pt x="695325" y="152400"/>
                </a:lnTo>
                <a:lnTo>
                  <a:pt x="685800" y="152400"/>
                </a:lnTo>
                <a:lnTo>
                  <a:pt x="685800" y="161925"/>
                </a:lnTo>
                <a:lnTo>
                  <a:pt x="676275" y="161925"/>
                </a:lnTo>
                <a:lnTo>
                  <a:pt x="676275" y="152400"/>
                </a:lnTo>
                <a:lnTo>
                  <a:pt x="647700" y="152400"/>
                </a:lnTo>
                <a:lnTo>
                  <a:pt x="647700" y="133350"/>
                </a:lnTo>
                <a:lnTo>
                  <a:pt x="657225" y="133350"/>
                </a:lnTo>
                <a:close/>
                <a:moveTo>
                  <a:pt x="762000" y="123825"/>
                </a:moveTo>
                <a:lnTo>
                  <a:pt x="800100" y="123825"/>
                </a:lnTo>
                <a:lnTo>
                  <a:pt x="800100" y="142875"/>
                </a:lnTo>
                <a:lnTo>
                  <a:pt x="771525" y="142875"/>
                </a:lnTo>
                <a:lnTo>
                  <a:pt x="771525" y="133350"/>
                </a:lnTo>
                <a:lnTo>
                  <a:pt x="762000" y="133350"/>
                </a:lnTo>
                <a:close/>
                <a:moveTo>
                  <a:pt x="95250" y="133350"/>
                </a:moveTo>
                <a:lnTo>
                  <a:pt x="104775" y="133350"/>
                </a:lnTo>
                <a:lnTo>
                  <a:pt x="104775" y="161925"/>
                </a:lnTo>
                <a:lnTo>
                  <a:pt x="95250" y="161925"/>
                </a:lnTo>
                <a:lnTo>
                  <a:pt x="95250" y="152400"/>
                </a:lnTo>
                <a:lnTo>
                  <a:pt x="85725" y="152400"/>
                </a:lnTo>
                <a:lnTo>
                  <a:pt x="85725" y="142875"/>
                </a:lnTo>
                <a:lnTo>
                  <a:pt x="95250" y="142875"/>
                </a:lnTo>
                <a:close/>
                <a:moveTo>
                  <a:pt x="247650" y="133350"/>
                </a:moveTo>
                <a:lnTo>
                  <a:pt x="257175" y="133350"/>
                </a:lnTo>
                <a:lnTo>
                  <a:pt x="257175" y="161925"/>
                </a:lnTo>
                <a:lnTo>
                  <a:pt x="266700" y="161925"/>
                </a:lnTo>
                <a:lnTo>
                  <a:pt x="266700" y="171450"/>
                </a:lnTo>
                <a:lnTo>
                  <a:pt x="276225" y="171450"/>
                </a:lnTo>
                <a:lnTo>
                  <a:pt x="276225" y="190500"/>
                </a:lnTo>
                <a:lnTo>
                  <a:pt x="247650" y="190500"/>
                </a:lnTo>
                <a:lnTo>
                  <a:pt x="247650" y="171450"/>
                </a:lnTo>
                <a:lnTo>
                  <a:pt x="228600" y="171450"/>
                </a:lnTo>
                <a:lnTo>
                  <a:pt x="228600" y="152400"/>
                </a:lnTo>
                <a:lnTo>
                  <a:pt x="219075" y="152400"/>
                </a:lnTo>
                <a:lnTo>
                  <a:pt x="219075" y="142875"/>
                </a:lnTo>
                <a:lnTo>
                  <a:pt x="247650" y="142875"/>
                </a:lnTo>
                <a:close/>
                <a:moveTo>
                  <a:pt x="114300" y="142875"/>
                </a:moveTo>
                <a:lnTo>
                  <a:pt x="123825" y="142875"/>
                </a:lnTo>
                <a:lnTo>
                  <a:pt x="123825" y="152400"/>
                </a:lnTo>
                <a:lnTo>
                  <a:pt x="114300" y="152400"/>
                </a:lnTo>
                <a:close/>
                <a:moveTo>
                  <a:pt x="742950" y="142875"/>
                </a:moveTo>
                <a:lnTo>
                  <a:pt x="762000" y="142875"/>
                </a:lnTo>
                <a:lnTo>
                  <a:pt x="762000" y="152400"/>
                </a:lnTo>
                <a:lnTo>
                  <a:pt x="752475" y="152400"/>
                </a:lnTo>
                <a:lnTo>
                  <a:pt x="752475" y="171450"/>
                </a:lnTo>
                <a:lnTo>
                  <a:pt x="742950" y="171450"/>
                </a:lnTo>
                <a:close/>
                <a:moveTo>
                  <a:pt x="800100" y="142875"/>
                </a:moveTo>
                <a:lnTo>
                  <a:pt x="809625" y="142875"/>
                </a:lnTo>
                <a:lnTo>
                  <a:pt x="809625" y="152400"/>
                </a:lnTo>
                <a:lnTo>
                  <a:pt x="800100" y="152400"/>
                </a:lnTo>
                <a:close/>
                <a:moveTo>
                  <a:pt x="133350" y="152400"/>
                </a:moveTo>
                <a:lnTo>
                  <a:pt x="152400" y="152400"/>
                </a:lnTo>
                <a:lnTo>
                  <a:pt x="152400" y="161925"/>
                </a:lnTo>
                <a:lnTo>
                  <a:pt x="133350" y="161925"/>
                </a:lnTo>
                <a:close/>
                <a:moveTo>
                  <a:pt x="638175" y="152400"/>
                </a:moveTo>
                <a:lnTo>
                  <a:pt x="647700" y="152400"/>
                </a:lnTo>
                <a:lnTo>
                  <a:pt x="647700" y="161925"/>
                </a:lnTo>
                <a:lnTo>
                  <a:pt x="638175" y="161925"/>
                </a:lnTo>
                <a:close/>
                <a:moveTo>
                  <a:pt x="771525" y="152400"/>
                </a:moveTo>
                <a:lnTo>
                  <a:pt x="800100" y="152400"/>
                </a:lnTo>
                <a:lnTo>
                  <a:pt x="800100" y="161925"/>
                </a:lnTo>
                <a:lnTo>
                  <a:pt x="790575" y="161925"/>
                </a:lnTo>
                <a:lnTo>
                  <a:pt x="790575" y="171450"/>
                </a:lnTo>
                <a:lnTo>
                  <a:pt x="771525" y="171450"/>
                </a:lnTo>
                <a:close/>
                <a:moveTo>
                  <a:pt x="38100" y="161925"/>
                </a:moveTo>
                <a:lnTo>
                  <a:pt x="47625" y="161925"/>
                </a:lnTo>
                <a:lnTo>
                  <a:pt x="47625" y="171450"/>
                </a:lnTo>
                <a:lnTo>
                  <a:pt x="38100" y="171450"/>
                </a:lnTo>
                <a:close/>
                <a:moveTo>
                  <a:pt x="161925" y="161925"/>
                </a:moveTo>
                <a:lnTo>
                  <a:pt x="180975" y="161925"/>
                </a:lnTo>
                <a:lnTo>
                  <a:pt x="180975" y="190500"/>
                </a:lnTo>
                <a:lnTo>
                  <a:pt x="161925" y="190500"/>
                </a:lnTo>
                <a:lnTo>
                  <a:pt x="161925" y="180975"/>
                </a:lnTo>
                <a:lnTo>
                  <a:pt x="152400" y="180975"/>
                </a:lnTo>
                <a:lnTo>
                  <a:pt x="152400" y="171450"/>
                </a:lnTo>
                <a:lnTo>
                  <a:pt x="161925" y="171450"/>
                </a:lnTo>
                <a:close/>
                <a:moveTo>
                  <a:pt x="685800" y="161925"/>
                </a:moveTo>
                <a:lnTo>
                  <a:pt x="695325" y="161925"/>
                </a:lnTo>
                <a:lnTo>
                  <a:pt x="695325" y="190500"/>
                </a:lnTo>
                <a:lnTo>
                  <a:pt x="666750" y="190500"/>
                </a:lnTo>
                <a:lnTo>
                  <a:pt x="666750" y="180975"/>
                </a:lnTo>
                <a:lnTo>
                  <a:pt x="685800" y="180975"/>
                </a:lnTo>
                <a:close/>
                <a:moveTo>
                  <a:pt x="123825" y="171450"/>
                </a:moveTo>
                <a:lnTo>
                  <a:pt x="133350" y="171450"/>
                </a:lnTo>
                <a:lnTo>
                  <a:pt x="133350" y="180975"/>
                </a:lnTo>
                <a:lnTo>
                  <a:pt x="123825" y="180975"/>
                </a:lnTo>
                <a:close/>
                <a:moveTo>
                  <a:pt x="762000" y="171450"/>
                </a:moveTo>
                <a:lnTo>
                  <a:pt x="771525" y="171450"/>
                </a:lnTo>
                <a:lnTo>
                  <a:pt x="771525" y="180975"/>
                </a:lnTo>
                <a:lnTo>
                  <a:pt x="762000" y="180975"/>
                </a:lnTo>
                <a:close/>
                <a:moveTo>
                  <a:pt x="0" y="180975"/>
                </a:moveTo>
                <a:lnTo>
                  <a:pt x="9525" y="180975"/>
                </a:lnTo>
                <a:lnTo>
                  <a:pt x="9525" y="190500"/>
                </a:lnTo>
                <a:lnTo>
                  <a:pt x="0" y="190500"/>
                </a:lnTo>
                <a:close/>
                <a:moveTo>
                  <a:pt x="57150" y="180975"/>
                </a:moveTo>
                <a:lnTo>
                  <a:pt x="76200" y="180975"/>
                </a:lnTo>
                <a:lnTo>
                  <a:pt x="76200" y="200025"/>
                </a:lnTo>
                <a:lnTo>
                  <a:pt x="66675" y="200025"/>
                </a:lnTo>
                <a:lnTo>
                  <a:pt x="66675" y="190500"/>
                </a:lnTo>
                <a:lnTo>
                  <a:pt x="57150" y="190500"/>
                </a:lnTo>
                <a:close/>
                <a:moveTo>
                  <a:pt x="95250" y="180975"/>
                </a:moveTo>
                <a:lnTo>
                  <a:pt x="114300" y="180975"/>
                </a:lnTo>
                <a:lnTo>
                  <a:pt x="114300" y="200025"/>
                </a:lnTo>
                <a:lnTo>
                  <a:pt x="104775" y="200025"/>
                </a:lnTo>
                <a:lnTo>
                  <a:pt x="104775" y="190500"/>
                </a:lnTo>
                <a:lnTo>
                  <a:pt x="95250" y="190500"/>
                </a:lnTo>
                <a:close/>
                <a:moveTo>
                  <a:pt x="857250" y="180975"/>
                </a:moveTo>
                <a:lnTo>
                  <a:pt x="866775" y="180975"/>
                </a:lnTo>
                <a:lnTo>
                  <a:pt x="866775" y="200025"/>
                </a:lnTo>
                <a:lnTo>
                  <a:pt x="857250" y="200025"/>
                </a:lnTo>
                <a:close/>
                <a:moveTo>
                  <a:pt x="657225" y="190500"/>
                </a:moveTo>
                <a:lnTo>
                  <a:pt x="666750" y="190500"/>
                </a:lnTo>
                <a:lnTo>
                  <a:pt x="666750" y="209550"/>
                </a:lnTo>
                <a:lnTo>
                  <a:pt x="657225" y="209550"/>
                </a:lnTo>
                <a:close/>
                <a:moveTo>
                  <a:pt x="781050" y="190500"/>
                </a:moveTo>
                <a:lnTo>
                  <a:pt x="819150" y="190500"/>
                </a:lnTo>
                <a:lnTo>
                  <a:pt x="819150" y="200025"/>
                </a:lnTo>
                <a:lnTo>
                  <a:pt x="809625" y="200025"/>
                </a:lnTo>
                <a:lnTo>
                  <a:pt x="809625" y="219075"/>
                </a:lnTo>
                <a:lnTo>
                  <a:pt x="790575" y="219075"/>
                </a:lnTo>
                <a:lnTo>
                  <a:pt x="790575" y="228600"/>
                </a:lnTo>
                <a:lnTo>
                  <a:pt x="771525" y="228600"/>
                </a:lnTo>
                <a:lnTo>
                  <a:pt x="771525" y="209550"/>
                </a:lnTo>
                <a:lnTo>
                  <a:pt x="790575" y="209550"/>
                </a:lnTo>
                <a:lnTo>
                  <a:pt x="790575" y="200025"/>
                </a:lnTo>
                <a:lnTo>
                  <a:pt x="781050" y="200025"/>
                </a:lnTo>
                <a:close/>
                <a:moveTo>
                  <a:pt x="114300" y="200025"/>
                </a:moveTo>
                <a:lnTo>
                  <a:pt x="123825" y="200025"/>
                </a:lnTo>
                <a:lnTo>
                  <a:pt x="123825" y="209550"/>
                </a:lnTo>
                <a:lnTo>
                  <a:pt x="133350" y="209550"/>
                </a:lnTo>
                <a:lnTo>
                  <a:pt x="133350" y="219075"/>
                </a:lnTo>
                <a:lnTo>
                  <a:pt x="142875" y="219075"/>
                </a:lnTo>
                <a:lnTo>
                  <a:pt x="142875" y="228600"/>
                </a:lnTo>
                <a:lnTo>
                  <a:pt x="161925" y="228600"/>
                </a:lnTo>
                <a:lnTo>
                  <a:pt x="161925" y="238125"/>
                </a:lnTo>
                <a:lnTo>
                  <a:pt x="152400" y="238125"/>
                </a:lnTo>
                <a:lnTo>
                  <a:pt x="152400" y="247650"/>
                </a:lnTo>
                <a:lnTo>
                  <a:pt x="142875" y="247650"/>
                </a:lnTo>
                <a:lnTo>
                  <a:pt x="142875" y="238125"/>
                </a:lnTo>
                <a:lnTo>
                  <a:pt x="133350" y="238125"/>
                </a:lnTo>
                <a:lnTo>
                  <a:pt x="133350" y="228600"/>
                </a:lnTo>
                <a:lnTo>
                  <a:pt x="114300" y="228600"/>
                </a:lnTo>
                <a:close/>
                <a:moveTo>
                  <a:pt x="76200" y="209550"/>
                </a:moveTo>
                <a:lnTo>
                  <a:pt x="104775" y="209550"/>
                </a:lnTo>
                <a:lnTo>
                  <a:pt x="104775" y="219075"/>
                </a:lnTo>
                <a:lnTo>
                  <a:pt x="95250" y="219075"/>
                </a:lnTo>
                <a:lnTo>
                  <a:pt x="95250" y="247650"/>
                </a:lnTo>
                <a:lnTo>
                  <a:pt x="85725" y="247650"/>
                </a:lnTo>
                <a:lnTo>
                  <a:pt x="85725" y="238125"/>
                </a:lnTo>
                <a:lnTo>
                  <a:pt x="66675" y="238125"/>
                </a:lnTo>
                <a:lnTo>
                  <a:pt x="66675" y="228600"/>
                </a:lnTo>
                <a:lnTo>
                  <a:pt x="76200" y="228600"/>
                </a:lnTo>
                <a:close/>
                <a:moveTo>
                  <a:pt x="685800" y="209550"/>
                </a:moveTo>
                <a:lnTo>
                  <a:pt x="695325" y="209550"/>
                </a:lnTo>
                <a:lnTo>
                  <a:pt x="695325" y="238125"/>
                </a:lnTo>
                <a:lnTo>
                  <a:pt x="666750" y="238125"/>
                </a:lnTo>
                <a:lnTo>
                  <a:pt x="666750" y="228600"/>
                </a:lnTo>
                <a:lnTo>
                  <a:pt x="676275" y="228600"/>
                </a:lnTo>
                <a:lnTo>
                  <a:pt x="676275" y="219075"/>
                </a:lnTo>
                <a:lnTo>
                  <a:pt x="685800" y="219075"/>
                </a:lnTo>
                <a:close/>
                <a:moveTo>
                  <a:pt x="895350" y="228600"/>
                </a:moveTo>
                <a:lnTo>
                  <a:pt x="914400" y="228600"/>
                </a:lnTo>
                <a:lnTo>
                  <a:pt x="914400" y="257175"/>
                </a:lnTo>
                <a:lnTo>
                  <a:pt x="895350" y="257175"/>
                </a:lnTo>
                <a:close/>
                <a:moveTo>
                  <a:pt x="9525" y="238125"/>
                </a:moveTo>
                <a:lnTo>
                  <a:pt x="19050" y="238125"/>
                </a:lnTo>
                <a:lnTo>
                  <a:pt x="19050" y="247650"/>
                </a:lnTo>
                <a:lnTo>
                  <a:pt x="9525" y="247650"/>
                </a:lnTo>
                <a:close/>
                <a:moveTo>
                  <a:pt x="752475" y="238125"/>
                </a:moveTo>
                <a:lnTo>
                  <a:pt x="771525" y="238125"/>
                </a:lnTo>
                <a:lnTo>
                  <a:pt x="771525" y="257175"/>
                </a:lnTo>
                <a:lnTo>
                  <a:pt x="752475" y="257175"/>
                </a:lnTo>
                <a:close/>
                <a:moveTo>
                  <a:pt x="1581150" y="238125"/>
                </a:moveTo>
                <a:lnTo>
                  <a:pt x="1609725" y="238125"/>
                </a:lnTo>
                <a:lnTo>
                  <a:pt x="1609725" y="247650"/>
                </a:lnTo>
                <a:lnTo>
                  <a:pt x="1600200" y="247650"/>
                </a:lnTo>
                <a:lnTo>
                  <a:pt x="1600200" y="257175"/>
                </a:lnTo>
                <a:lnTo>
                  <a:pt x="1590675" y="257175"/>
                </a:lnTo>
                <a:lnTo>
                  <a:pt x="1590675" y="247650"/>
                </a:lnTo>
                <a:lnTo>
                  <a:pt x="1581150" y="247650"/>
                </a:lnTo>
                <a:close/>
                <a:moveTo>
                  <a:pt x="1495425" y="266700"/>
                </a:moveTo>
                <a:lnTo>
                  <a:pt x="1504950" y="266700"/>
                </a:lnTo>
                <a:lnTo>
                  <a:pt x="1504950" y="276225"/>
                </a:lnTo>
                <a:lnTo>
                  <a:pt x="1495425" y="276225"/>
                </a:lnTo>
                <a:close/>
                <a:moveTo>
                  <a:pt x="1590675" y="266700"/>
                </a:moveTo>
                <a:lnTo>
                  <a:pt x="1600200" y="266700"/>
                </a:lnTo>
                <a:lnTo>
                  <a:pt x="1600200" y="276225"/>
                </a:lnTo>
                <a:lnTo>
                  <a:pt x="1609725" y="276225"/>
                </a:lnTo>
                <a:lnTo>
                  <a:pt x="1609725" y="304800"/>
                </a:lnTo>
                <a:lnTo>
                  <a:pt x="1590675" y="304800"/>
                </a:lnTo>
                <a:lnTo>
                  <a:pt x="1590675" y="295275"/>
                </a:lnTo>
                <a:lnTo>
                  <a:pt x="1581150" y="295275"/>
                </a:lnTo>
                <a:lnTo>
                  <a:pt x="1581150" y="276225"/>
                </a:lnTo>
                <a:lnTo>
                  <a:pt x="1590675" y="276225"/>
                </a:lnTo>
                <a:close/>
                <a:moveTo>
                  <a:pt x="1504950" y="276225"/>
                </a:moveTo>
                <a:lnTo>
                  <a:pt x="1514475" y="276225"/>
                </a:lnTo>
                <a:lnTo>
                  <a:pt x="1514475" y="285750"/>
                </a:lnTo>
                <a:lnTo>
                  <a:pt x="1504950" y="285750"/>
                </a:lnTo>
                <a:close/>
                <a:moveTo>
                  <a:pt x="1057275" y="295275"/>
                </a:moveTo>
                <a:lnTo>
                  <a:pt x="1066800" y="295275"/>
                </a:lnTo>
                <a:lnTo>
                  <a:pt x="1066800" y="304800"/>
                </a:lnTo>
                <a:lnTo>
                  <a:pt x="1085850" y="304800"/>
                </a:lnTo>
                <a:lnTo>
                  <a:pt x="1085850" y="323850"/>
                </a:lnTo>
                <a:lnTo>
                  <a:pt x="1095375" y="323850"/>
                </a:lnTo>
                <a:lnTo>
                  <a:pt x="1095375" y="333375"/>
                </a:lnTo>
                <a:lnTo>
                  <a:pt x="1076325" y="333375"/>
                </a:lnTo>
                <a:lnTo>
                  <a:pt x="1076325" y="361950"/>
                </a:lnTo>
                <a:lnTo>
                  <a:pt x="1066800" y="361950"/>
                </a:lnTo>
                <a:lnTo>
                  <a:pt x="1066800" y="371475"/>
                </a:lnTo>
                <a:lnTo>
                  <a:pt x="1076325" y="371475"/>
                </a:lnTo>
                <a:lnTo>
                  <a:pt x="1076325" y="381000"/>
                </a:lnTo>
                <a:lnTo>
                  <a:pt x="1057275" y="381000"/>
                </a:lnTo>
                <a:lnTo>
                  <a:pt x="1057275" y="352425"/>
                </a:lnTo>
                <a:lnTo>
                  <a:pt x="1038225" y="352425"/>
                </a:lnTo>
                <a:lnTo>
                  <a:pt x="1038225" y="361950"/>
                </a:lnTo>
                <a:lnTo>
                  <a:pt x="1047750" y="361950"/>
                </a:lnTo>
                <a:lnTo>
                  <a:pt x="1047750" y="371475"/>
                </a:lnTo>
                <a:lnTo>
                  <a:pt x="1019175" y="371475"/>
                </a:lnTo>
                <a:lnTo>
                  <a:pt x="1019175" y="361950"/>
                </a:lnTo>
                <a:lnTo>
                  <a:pt x="1028700" y="361950"/>
                </a:lnTo>
                <a:lnTo>
                  <a:pt x="1028700" y="342900"/>
                </a:lnTo>
                <a:lnTo>
                  <a:pt x="1038225" y="342900"/>
                </a:lnTo>
                <a:lnTo>
                  <a:pt x="1038225" y="314325"/>
                </a:lnTo>
                <a:lnTo>
                  <a:pt x="1047750" y="314325"/>
                </a:lnTo>
                <a:lnTo>
                  <a:pt x="1047750" y="304800"/>
                </a:lnTo>
                <a:lnTo>
                  <a:pt x="1057275" y="304800"/>
                </a:lnTo>
                <a:close/>
                <a:moveTo>
                  <a:pt x="1104900" y="304800"/>
                </a:moveTo>
                <a:lnTo>
                  <a:pt x="1114425" y="304800"/>
                </a:lnTo>
                <a:lnTo>
                  <a:pt x="1114425" y="314325"/>
                </a:lnTo>
                <a:lnTo>
                  <a:pt x="1104900" y="314325"/>
                </a:lnTo>
                <a:close/>
                <a:moveTo>
                  <a:pt x="1533525" y="304800"/>
                </a:moveTo>
                <a:lnTo>
                  <a:pt x="1543050" y="304800"/>
                </a:lnTo>
                <a:lnTo>
                  <a:pt x="1543050" y="314325"/>
                </a:lnTo>
                <a:lnTo>
                  <a:pt x="1552575" y="314325"/>
                </a:lnTo>
                <a:lnTo>
                  <a:pt x="1552575" y="323850"/>
                </a:lnTo>
                <a:lnTo>
                  <a:pt x="1533525" y="323850"/>
                </a:lnTo>
                <a:lnTo>
                  <a:pt x="1533525" y="333375"/>
                </a:lnTo>
                <a:lnTo>
                  <a:pt x="1524000" y="333375"/>
                </a:lnTo>
                <a:lnTo>
                  <a:pt x="1524000" y="314325"/>
                </a:lnTo>
                <a:lnTo>
                  <a:pt x="1533525" y="314325"/>
                </a:lnTo>
                <a:close/>
                <a:moveTo>
                  <a:pt x="304800" y="323850"/>
                </a:moveTo>
                <a:lnTo>
                  <a:pt x="314325" y="323850"/>
                </a:lnTo>
                <a:lnTo>
                  <a:pt x="314325" y="333375"/>
                </a:lnTo>
                <a:lnTo>
                  <a:pt x="304800" y="333375"/>
                </a:lnTo>
                <a:close/>
                <a:moveTo>
                  <a:pt x="542925" y="333375"/>
                </a:moveTo>
                <a:lnTo>
                  <a:pt x="552450" y="333375"/>
                </a:lnTo>
                <a:lnTo>
                  <a:pt x="552450" y="342900"/>
                </a:lnTo>
                <a:lnTo>
                  <a:pt x="542925" y="342900"/>
                </a:lnTo>
                <a:close/>
                <a:moveTo>
                  <a:pt x="1047750" y="333375"/>
                </a:moveTo>
                <a:lnTo>
                  <a:pt x="1057275" y="333375"/>
                </a:lnTo>
                <a:lnTo>
                  <a:pt x="1057275" y="352425"/>
                </a:lnTo>
                <a:lnTo>
                  <a:pt x="1066800" y="352425"/>
                </a:lnTo>
                <a:lnTo>
                  <a:pt x="1066800" y="323850"/>
                </a:lnTo>
                <a:lnTo>
                  <a:pt x="1057275" y="323850"/>
                </a:lnTo>
                <a:lnTo>
                  <a:pt x="1057275" y="314325"/>
                </a:lnTo>
                <a:lnTo>
                  <a:pt x="1047750" y="314325"/>
                </a:lnTo>
                <a:close/>
                <a:moveTo>
                  <a:pt x="400050" y="352425"/>
                </a:moveTo>
                <a:lnTo>
                  <a:pt x="409575" y="352425"/>
                </a:lnTo>
                <a:lnTo>
                  <a:pt x="409575" y="361950"/>
                </a:lnTo>
                <a:lnTo>
                  <a:pt x="400050" y="361950"/>
                </a:lnTo>
                <a:close/>
                <a:moveTo>
                  <a:pt x="1114425" y="352425"/>
                </a:moveTo>
                <a:lnTo>
                  <a:pt x="1123950" y="352425"/>
                </a:lnTo>
                <a:lnTo>
                  <a:pt x="1123950" y="361950"/>
                </a:lnTo>
                <a:lnTo>
                  <a:pt x="1114425" y="361950"/>
                </a:lnTo>
                <a:close/>
                <a:moveTo>
                  <a:pt x="1266825" y="352425"/>
                </a:moveTo>
                <a:lnTo>
                  <a:pt x="1276350" y="352425"/>
                </a:lnTo>
                <a:lnTo>
                  <a:pt x="1276350" y="361950"/>
                </a:lnTo>
                <a:lnTo>
                  <a:pt x="1266825" y="361950"/>
                </a:lnTo>
                <a:close/>
                <a:moveTo>
                  <a:pt x="1285875" y="352425"/>
                </a:moveTo>
                <a:lnTo>
                  <a:pt x="1295400" y="352425"/>
                </a:lnTo>
                <a:lnTo>
                  <a:pt x="1295400" y="361950"/>
                </a:lnTo>
                <a:lnTo>
                  <a:pt x="1285875" y="361950"/>
                </a:lnTo>
                <a:close/>
                <a:moveTo>
                  <a:pt x="390525" y="361950"/>
                </a:moveTo>
                <a:lnTo>
                  <a:pt x="400050" y="361950"/>
                </a:lnTo>
                <a:lnTo>
                  <a:pt x="400050" y="371475"/>
                </a:lnTo>
                <a:lnTo>
                  <a:pt x="390525" y="371475"/>
                </a:lnTo>
                <a:close/>
                <a:moveTo>
                  <a:pt x="0" y="371475"/>
                </a:moveTo>
                <a:lnTo>
                  <a:pt x="28575" y="371475"/>
                </a:lnTo>
                <a:lnTo>
                  <a:pt x="28575" y="409575"/>
                </a:lnTo>
                <a:lnTo>
                  <a:pt x="38100" y="409575"/>
                </a:lnTo>
                <a:lnTo>
                  <a:pt x="38100" y="438150"/>
                </a:lnTo>
                <a:lnTo>
                  <a:pt x="19050" y="438150"/>
                </a:lnTo>
                <a:lnTo>
                  <a:pt x="19050" y="428625"/>
                </a:lnTo>
                <a:lnTo>
                  <a:pt x="28575" y="428625"/>
                </a:lnTo>
                <a:lnTo>
                  <a:pt x="28575" y="419100"/>
                </a:lnTo>
                <a:lnTo>
                  <a:pt x="19050" y="419100"/>
                </a:lnTo>
                <a:lnTo>
                  <a:pt x="19050" y="409575"/>
                </a:lnTo>
                <a:lnTo>
                  <a:pt x="9525" y="409575"/>
                </a:lnTo>
                <a:lnTo>
                  <a:pt x="9525" y="381000"/>
                </a:lnTo>
                <a:lnTo>
                  <a:pt x="0" y="381000"/>
                </a:lnTo>
                <a:close/>
                <a:moveTo>
                  <a:pt x="400050" y="371475"/>
                </a:moveTo>
                <a:lnTo>
                  <a:pt x="419100" y="371475"/>
                </a:lnTo>
                <a:lnTo>
                  <a:pt x="419100" y="381000"/>
                </a:lnTo>
                <a:lnTo>
                  <a:pt x="400050" y="381000"/>
                </a:lnTo>
                <a:close/>
                <a:moveTo>
                  <a:pt x="57150" y="381000"/>
                </a:moveTo>
                <a:lnTo>
                  <a:pt x="66675" y="381000"/>
                </a:lnTo>
                <a:lnTo>
                  <a:pt x="66675" y="390525"/>
                </a:lnTo>
                <a:lnTo>
                  <a:pt x="57150" y="390525"/>
                </a:lnTo>
                <a:close/>
                <a:moveTo>
                  <a:pt x="419100" y="381000"/>
                </a:moveTo>
                <a:lnTo>
                  <a:pt x="438150" y="381000"/>
                </a:lnTo>
                <a:lnTo>
                  <a:pt x="438150" y="390525"/>
                </a:lnTo>
                <a:lnTo>
                  <a:pt x="419100" y="390525"/>
                </a:lnTo>
                <a:close/>
                <a:moveTo>
                  <a:pt x="1009650" y="381000"/>
                </a:moveTo>
                <a:lnTo>
                  <a:pt x="1019175" y="381000"/>
                </a:lnTo>
                <a:lnTo>
                  <a:pt x="1019175" y="390525"/>
                </a:lnTo>
                <a:lnTo>
                  <a:pt x="1009650" y="390525"/>
                </a:lnTo>
                <a:close/>
                <a:moveTo>
                  <a:pt x="38100" y="390525"/>
                </a:moveTo>
                <a:lnTo>
                  <a:pt x="57150" y="390525"/>
                </a:lnTo>
                <a:lnTo>
                  <a:pt x="57150" y="400050"/>
                </a:lnTo>
                <a:lnTo>
                  <a:pt x="38100" y="400050"/>
                </a:lnTo>
                <a:close/>
                <a:moveTo>
                  <a:pt x="390525" y="400050"/>
                </a:moveTo>
                <a:lnTo>
                  <a:pt x="400050" y="400050"/>
                </a:lnTo>
                <a:lnTo>
                  <a:pt x="400050" y="409575"/>
                </a:lnTo>
                <a:lnTo>
                  <a:pt x="409575" y="409575"/>
                </a:lnTo>
                <a:lnTo>
                  <a:pt x="409575" y="400050"/>
                </a:lnTo>
                <a:lnTo>
                  <a:pt x="447675" y="400050"/>
                </a:lnTo>
                <a:lnTo>
                  <a:pt x="447675" y="419100"/>
                </a:lnTo>
                <a:lnTo>
                  <a:pt x="428625" y="419100"/>
                </a:lnTo>
                <a:lnTo>
                  <a:pt x="428625" y="428625"/>
                </a:lnTo>
                <a:lnTo>
                  <a:pt x="419100" y="428625"/>
                </a:lnTo>
                <a:lnTo>
                  <a:pt x="419100" y="457200"/>
                </a:lnTo>
                <a:lnTo>
                  <a:pt x="409575" y="457200"/>
                </a:lnTo>
                <a:lnTo>
                  <a:pt x="409575" y="447675"/>
                </a:lnTo>
                <a:lnTo>
                  <a:pt x="361950" y="447675"/>
                </a:lnTo>
                <a:lnTo>
                  <a:pt x="361950" y="438150"/>
                </a:lnTo>
                <a:lnTo>
                  <a:pt x="371475" y="438150"/>
                </a:lnTo>
                <a:lnTo>
                  <a:pt x="371475" y="428625"/>
                </a:lnTo>
                <a:lnTo>
                  <a:pt x="381000" y="428625"/>
                </a:lnTo>
                <a:lnTo>
                  <a:pt x="381000" y="419100"/>
                </a:lnTo>
                <a:lnTo>
                  <a:pt x="390525" y="419100"/>
                </a:lnTo>
                <a:close/>
                <a:moveTo>
                  <a:pt x="523875" y="409575"/>
                </a:moveTo>
                <a:lnTo>
                  <a:pt x="542925" y="409575"/>
                </a:lnTo>
                <a:lnTo>
                  <a:pt x="542925" y="438150"/>
                </a:lnTo>
                <a:lnTo>
                  <a:pt x="552450" y="438150"/>
                </a:lnTo>
                <a:lnTo>
                  <a:pt x="552450" y="428625"/>
                </a:lnTo>
                <a:lnTo>
                  <a:pt x="561975" y="428625"/>
                </a:lnTo>
                <a:lnTo>
                  <a:pt x="561975" y="438150"/>
                </a:lnTo>
                <a:lnTo>
                  <a:pt x="571500" y="438150"/>
                </a:lnTo>
                <a:lnTo>
                  <a:pt x="571500" y="447675"/>
                </a:lnTo>
                <a:lnTo>
                  <a:pt x="581025" y="447675"/>
                </a:lnTo>
                <a:lnTo>
                  <a:pt x="581025" y="457200"/>
                </a:lnTo>
                <a:lnTo>
                  <a:pt x="552450" y="457200"/>
                </a:lnTo>
                <a:lnTo>
                  <a:pt x="552450" y="485775"/>
                </a:lnTo>
                <a:lnTo>
                  <a:pt x="533400" y="485775"/>
                </a:lnTo>
                <a:lnTo>
                  <a:pt x="533400" y="514350"/>
                </a:lnTo>
                <a:lnTo>
                  <a:pt x="514350" y="514350"/>
                </a:lnTo>
                <a:lnTo>
                  <a:pt x="514350" y="523875"/>
                </a:lnTo>
                <a:lnTo>
                  <a:pt x="495300" y="523875"/>
                </a:lnTo>
                <a:lnTo>
                  <a:pt x="495300" y="495300"/>
                </a:lnTo>
                <a:lnTo>
                  <a:pt x="504825" y="495300"/>
                </a:lnTo>
                <a:lnTo>
                  <a:pt x="504825" y="476250"/>
                </a:lnTo>
                <a:lnTo>
                  <a:pt x="514350" y="476250"/>
                </a:lnTo>
                <a:lnTo>
                  <a:pt x="514350" y="466725"/>
                </a:lnTo>
                <a:lnTo>
                  <a:pt x="523875" y="466725"/>
                </a:lnTo>
                <a:lnTo>
                  <a:pt x="523875" y="457200"/>
                </a:lnTo>
                <a:lnTo>
                  <a:pt x="533400" y="457200"/>
                </a:lnTo>
                <a:lnTo>
                  <a:pt x="533400" y="438150"/>
                </a:lnTo>
                <a:lnTo>
                  <a:pt x="523875" y="438150"/>
                </a:lnTo>
                <a:lnTo>
                  <a:pt x="523875" y="428625"/>
                </a:lnTo>
                <a:lnTo>
                  <a:pt x="514350" y="428625"/>
                </a:lnTo>
                <a:lnTo>
                  <a:pt x="514350" y="419100"/>
                </a:lnTo>
                <a:lnTo>
                  <a:pt x="523875" y="419100"/>
                </a:lnTo>
                <a:close/>
                <a:moveTo>
                  <a:pt x="466725" y="419100"/>
                </a:moveTo>
                <a:lnTo>
                  <a:pt x="485775" y="419100"/>
                </a:lnTo>
                <a:lnTo>
                  <a:pt x="485775" y="428625"/>
                </a:lnTo>
                <a:lnTo>
                  <a:pt x="466725" y="428625"/>
                </a:lnTo>
                <a:close/>
                <a:moveTo>
                  <a:pt x="1466850" y="419100"/>
                </a:moveTo>
                <a:lnTo>
                  <a:pt x="1476375" y="419100"/>
                </a:lnTo>
                <a:lnTo>
                  <a:pt x="1476375" y="428625"/>
                </a:lnTo>
                <a:lnTo>
                  <a:pt x="1466850" y="428625"/>
                </a:lnTo>
                <a:close/>
                <a:moveTo>
                  <a:pt x="390525" y="428625"/>
                </a:moveTo>
                <a:lnTo>
                  <a:pt x="400050" y="428625"/>
                </a:lnTo>
                <a:lnTo>
                  <a:pt x="400050" y="419100"/>
                </a:lnTo>
                <a:lnTo>
                  <a:pt x="390525" y="419100"/>
                </a:lnTo>
                <a:close/>
                <a:moveTo>
                  <a:pt x="1038225" y="428625"/>
                </a:moveTo>
                <a:lnTo>
                  <a:pt x="1057275" y="428625"/>
                </a:lnTo>
                <a:lnTo>
                  <a:pt x="1057275" y="438150"/>
                </a:lnTo>
                <a:lnTo>
                  <a:pt x="1038225" y="438150"/>
                </a:lnTo>
                <a:close/>
                <a:moveTo>
                  <a:pt x="1476375" y="428625"/>
                </a:moveTo>
                <a:lnTo>
                  <a:pt x="1485900" y="428625"/>
                </a:lnTo>
                <a:lnTo>
                  <a:pt x="1485900" y="438150"/>
                </a:lnTo>
                <a:lnTo>
                  <a:pt x="1476375" y="438150"/>
                </a:lnTo>
                <a:close/>
                <a:moveTo>
                  <a:pt x="590550" y="438150"/>
                </a:moveTo>
                <a:lnTo>
                  <a:pt x="600075" y="438150"/>
                </a:lnTo>
                <a:lnTo>
                  <a:pt x="600075" y="447675"/>
                </a:lnTo>
                <a:lnTo>
                  <a:pt x="590550" y="447675"/>
                </a:lnTo>
                <a:close/>
                <a:moveTo>
                  <a:pt x="1057275" y="438150"/>
                </a:moveTo>
                <a:lnTo>
                  <a:pt x="1066800" y="438150"/>
                </a:lnTo>
                <a:lnTo>
                  <a:pt x="1066800" y="447675"/>
                </a:lnTo>
                <a:lnTo>
                  <a:pt x="1057275" y="447675"/>
                </a:lnTo>
                <a:close/>
                <a:moveTo>
                  <a:pt x="1076325" y="438150"/>
                </a:moveTo>
                <a:lnTo>
                  <a:pt x="1085850" y="438150"/>
                </a:lnTo>
                <a:lnTo>
                  <a:pt x="1085850" y="447675"/>
                </a:lnTo>
                <a:lnTo>
                  <a:pt x="1076325" y="447675"/>
                </a:lnTo>
                <a:close/>
                <a:moveTo>
                  <a:pt x="1485900" y="438150"/>
                </a:moveTo>
                <a:lnTo>
                  <a:pt x="1504950" y="438150"/>
                </a:lnTo>
                <a:lnTo>
                  <a:pt x="1504950" y="447675"/>
                </a:lnTo>
                <a:lnTo>
                  <a:pt x="1485900" y="447675"/>
                </a:lnTo>
                <a:close/>
                <a:moveTo>
                  <a:pt x="1581150" y="438150"/>
                </a:moveTo>
                <a:lnTo>
                  <a:pt x="1590675" y="438150"/>
                </a:lnTo>
                <a:lnTo>
                  <a:pt x="1590675" y="447675"/>
                </a:lnTo>
                <a:lnTo>
                  <a:pt x="1609725" y="447675"/>
                </a:lnTo>
                <a:lnTo>
                  <a:pt x="1609725" y="457200"/>
                </a:lnTo>
                <a:lnTo>
                  <a:pt x="1590675" y="457200"/>
                </a:lnTo>
                <a:lnTo>
                  <a:pt x="1590675" y="466725"/>
                </a:lnTo>
                <a:lnTo>
                  <a:pt x="1581150" y="466725"/>
                </a:lnTo>
                <a:close/>
                <a:moveTo>
                  <a:pt x="1028700" y="457200"/>
                </a:moveTo>
                <a:lnTo>
                  <a:pt x="1047750" y="457200"/>
                </a:lnTo>
                <a:lnTo>
                  <a:pt x="1047750" y="476250"/>
                </a:lnTo>
                <a:lnTo>
                  <a:pt x="1028700" y="476250"/>
                </a:lnTo>
                <a:close/>
                <a:moveTo>
                  <a:pt x="1276350" y="457200"/>
                </a:moveTo>
                <a:lnTo>
                  <a:pt x="1295400" y="457200"/>
                </a:lnTo>
                <a:lnTo>
                  <a:pt x="1295400" y="466725"/>
                </a:lnTo>
                <a:lnTo>
                  <a:pt x="1285875" y="466725"/>
                </a:lnTo>
                <a:lnTo>
                  <a:pt x="1285875" y="476250"/>
                </a:lnTo>
                <a:lnTo>
                  <a:pt x="1257300" y="476250"/>
                </a:lnTo>
                <a:lnTo>
                  <a:pt x="1257300" y="466725"/>
                </a:lnTo>
                <a:lnTo>
                  <a:pt x="1276350" y="466725"/>
                </a:lnTo>
                <a:close/>
                <a:moveTo>
                  <a:pt x="19050" y="466725"/>
                </a:moveTo>
                <a:lnTo>
                  <a:pt x="28575" y="466725"/>
                </a:lnTo>
                <a:lnTo>
                  <a:pt x="28575" y="476250"/>
                </a:lnTo>
                <a:lnTo>
                  <a:pt x="19050" y="476250"/>
                </a:lnTo>
                <a:close/>
                <a:moveTo>
                  <a:pt x="47625" y="466725"/>
                </a:moveTo>
                <a:lnTo>
                  <a:pt x="66675" y="466725"/>
                </a:lnTo>
                <a:lnTo>
                  <a:pt x="66675" y="504825"/>
                </a:lnTo>
                <a:lnTo>
                  <a:pt x="57150" y="504825"/>
                </a:lnTo>
                <a:lnTo>
                  <a:pt x="57150" y="495300"/>
                </a:lnTo>
                <a:lnTo>
                  <a:pt x="38100" y="495300"/>
                </a:lnTo>
                <a:lnTo>
                  <a:pt x="38100" y="476250"/>
                </a:lnTo>
                <a:lnTo>
                  <a:pt x="47625" y="476250"/>
                </a:lnTo>
                <a:close/>
                <a:moveTo>
                  <a:pt x="409575" y="466725"/>
                </a:moveTo>
                <a:lnTo>
                  <a:pt x="419100" y="466725"/>
                </a:lnTo>
                <a:lnTo>
                  <a:pt x="419100" y="476250"/>
                </a:lnTo>
                <a:lnTo>
                  <a:pt x="409575" y="476250"/>
                </a:lnTo>
                <a:close/>
                <a:moveTo>
                  <a:pt x="476250" y="466725"/>
                </a:moveTo>
                <a:lnTo>
                  <a:pt x="495300" y="466725"/>
                </a:lnTo>
                <a:lnTo>
                  <a:pt x="495300" y="485775"/>
                </a:lnTo>
                <a:lnTo>
                  <a:pt x="485775" y="485775"/>
                </a:lnTo>
                <a:lnTo>
                  <a:pt x="485775" y="476250"/>
                </a:lnTo>
                <a:lnTo>
                  <a:pt x="476250" y="476250"/>
                </a:lnTo>
                <a:close/>
                <a:moveTo>
                  <a:pt x="1352550" y="466725"/>
                </a:moveTo>
                <a:lnTo>
                  <a:pt x="1362075" y="466725"/>
                </a:lnTo>
                <a:lnTo>
                  <a:pt x="1362075" y="476250"/>
                </a:lnTo>
                <a:lnTo>
                  <a:pt x="1352550" y="476250"/>
                </a:lnTo>
                <a:close/>
                <a:moveTo>
                  <a:pt x="400050" y="476250"/>
                </a:moveTo>
                <a:lnTo>
                  <a:pt x="409575" y="476250"/>
                </a:lnTo>
                <a:lnTo>
                  <a:pt x="409575" y="485775"/>
                </a:lnTo>
                <a:lnTo>
                  <a:pt x="400050" y="485775"/>
                </a:lnTo>
                <a:close/>
                <a:moveTo>
                  <a:pt x="1162050" y="476250"/>
                </a:moveTo>
                <a:lnTo>
                  <a:pt x="1171575" y="476250"/>
                </a:lnTo>
                <a:lnTo>
                  <a:pt x="1171575" y="485775"/>
                </a:lnTo>
                <a:lnTo>
                  <a:pt x="1181100" y="485775"/>
                </a:lnTo>
                <a:lnTo>
                  <a:pt x="1181100" y="495300"/>
                </a:lnTo>
                <a:lnTo>
                  <a:pt x="1162050" y="495300"/>
                </a:lnTo>
                <a:close/>
                <a:moveTo>
                  <a:pt x="1571625" y="495300"/>
                </a:moveTo>
                <a:lnTo>
                  <a:pt x="1590675" y="495300"/>
                </a:lnTo>
                <a:lnTo>
                  <a:pt x="1590675" y="504825"/>
                </a:lnTo>
                <a:lnTo>
                  <a:pt x="1571625" y="504825"/>
                </a:lnTo>
                <a:close/>
                <a:moveTo>
                  <a:pt x="742950" y="504825"/>
                </a:moveTo>
                <a:lnTo>
                  <a:pt x="762000" y="504825"/>
                </a:lnTo>
                <a:lnTo>
                  <a:pt x="762000" y="514350"/>
                </a:lnTo>
                <a:lnTo>
                  <a:pt x="742950" y="514350"/>
                </a:lnTo>
                <a:close/>
                <a:moveTo>
                  <a:pt x="1209675" y="504825"/>
                </a:moveTo>
                <a:lnTo>
                  <a:pt x="1238250" y="504825"/>
                </a:lnTo>
                <a:lnTo>
                  <a:pt x="1238250" y="514350"/>
                </a:lnTo>
                <a:lnTo>
                  <a:pt x="1247775" y="514350"/>
                </a:lnTo>
                <a:lnTo>
                  <a:pt x="1247775" y="523875"/>
                </a:lnTo>
                <a:lnTo>
                  <a:pt x="1238250" y="523875"/>
                </a:lnTo>
                <a:lnTo>
                  <a:pt x="1238250" y="533400"/>
                </a:lnTo>
                <a:lnTo>
                  <a:pt x="1219200" y="533400"/>
                </a:lnTo>
                <a:lnTo>
                  <a:pt x="1219200" y="523875"/>
                </a:lnTo>
                <a:lnTo>
                  <a:pt x="1228725" y="523875"/>
                </a:lnTo>
                <a:lnTo>
                  <a:pt x="1228725" y="514350"/>
                </a:lnTo>
                <a:lnTo>
                  <a:pt x="1209675" y="514350"/>
                </a:lnTo>
                <a:close/>
                <a:moveTo>
                  <a:pt x="1276350" y="504825"/>
                </a:moveTo>
                <a:lnTo>
                  <a:pt x="1285875" y="504825"/>
                </a:lnTo>
                <a:lnTo>
                  <a:pt x="1285875" y="514350"/>
                </a:lnTo>
                <a:lnTo>
                  <a:pt x="1276350" y="514350"/>
                </a:lnTo>
                <a:close/>
                <a:moveTo>
                  <a:pt x="1562100" y="504825"/>
                </a:moveTo>
                <a:lnTo>
                  <a:pt x="1571625" y="504825"/>
                </a:lnTo>
                <a:lnTo>
                  <a:pt x="1571625" y="514350"/>
                </a:lnTo>
                <a:lnTo>
                  <a:pt x="1562100" y="514350"/>
                </a:lnTo>
                <a:close/>
                <a:moveTo>
                  <a:pt x="809625" y="514350"/>
                </a:moveTo>
                <a:lnTo>
                  <a:pt x="819150" y="514350"/>
                </a:lnTo>
                <a:lnTo>
                  <a:pt x="819150" y="523875"/>
                </a:lnTo>
                <a:lnTo>
                  <a:pt x="809625" y="523875"/>
                </a:lnTo>
                <a:close/>
                <a:moveTo>
                  <a:pt x="1038225" y="514350"/>
                </a:moveTo>
                <a:lnTo>
                  <a:pt x="1057275" y="514350"/>
                </a:lnTo>
                <a:lnTo>
                  <a:pt x="1057275" y="523875"/>
                </a:lnTo>
                <a:lnTo>
                  <a:pt x="1038225" y="523875"/>
                </a:lnTo>
                <a:close/>
                <a:moveTo>
                  <a:pt x="1257300" y="514350"/>
                </a:moveTo>
                <a:lnTo>
                  <a:pt x="1266825" y="514350"/>
                </a:lnTo>
                <a:lnTo>
                  <a:pt x="1266825" y="533400"/>
                </a:lnTo>
                <a:lnTo>
                  <a:pt x="1257300" y="533400"/>
                </a:lnTo>
                <a:close/>
                <a:moveTo>
                  <a:pt x="1295400" y="514350"/>
                </a:moveTo>
                <a:lnTo>
                  <a:pt x="1304925" y="514350"/>
                </a:lnTo>
                <a:lnTo>
                  <a:pt x="1304925" y="523875"/>
                </a:lnTo>
                <a:lnTo>
                  <a:pt x="1295400" y="523875"/>
                </a:lnTo>
                <a:close/>
                <a:moveTo>
                  <a:pt x="1304925" y="523875"/>
                </a:moveTo>
                <a:lnTo>
                  <a:pt x="1323975" y="523875"/>
                </a:lnTo>
                <a:lnTo>
                  <a:pt x="1323975" y="533400"/>
                </a:lnTo>
                <a:lnTo>
                  <a:pt x="1333500" y="533400"/>
                </a:lnTo>
                <a:lnTo>
                  <a:pt x="1333500" y="542925"/>
                </a:lnTo>
                <a:lnTo>
                  <a:pt x="1304925" y="542925"/>
                </a:lnTo>
                <a:close/>
                <a:moveTo>
                  <a:pt x="38100" y="542925"/>
                </a:moveTo>
                <a:lnTo>
                  <a:pt x="66675" y="542925"/>
                </a:lnTo>
                <a:lnTo>
                  <a:pt x="66675" y="571500"/>
                </a:lnTo>
                <a:lnTo>
                  <a:pt x="47625" y="571500"/>
                </a:lnTo>
                <a:lnTo>
                  <a:pt x="47625" y="561975"/>
                </a:lnTo>
                <a:lnTo>
                  <a:pt x="38100" y="561975"/>
                </a:lnTo>
                <a:close/>
                <a:moveTo>
                  <a:pt x="952500" y="542925"/>
                </a:moveTo>
                <a:lnTo>
                  <a:pt x="962025" y="542925"/>
                </a:lnTo>
                <a:lnTo>
                  <a:pt x="962025" y="552450"/>
                </a:lnTo>
                <a:lnTo>
                  <a:pt x="952500" y="552450"/>
                </a:lnTo>
                <a:close/>
                <a:moveTo>
                  <a:pt x="0" y="561975"/>
                </a:moveTo>
                <a:lnTo>
                  <a:pt x="9525" y="561975"/>
                </a:lnTo>
                <a:lnTo>
                  <a:pt x="9525" y="571500"/>
                </a:lnTo>
                <a:lnTo>
                  <a:pt x="19050" y="571500"/>
                </a:lnTo>
                <a:lnTo>
                  <a:pt x="19050" y="590550"/>
                </a:lnTo>
                <a:lnTo>
                  <a:pt x="9525" y="590550"/>
                </a:lnTo>
                <a:lnTo>
                  <a:pt x="9525" y="600075"/>
                </a:lnTo>
                <a:lnTo>
                  <a:pt x="0" y="600075"/>
                </a:lnTo>
                <a:close/>
                <a:moveTo>
                  <a:pt x="485775" y="571500"/>
                </a:moveTo>
                <a:lnTo>
                  <a:pt x="495300" y="571500"/>
                </a:lnTo>
                <a:lnTo>
                  <a:pt x="495300" y="581025"/>
                </a:lnTo>
                <a:lnTo>
                  <a:pt x="485775" y="581025"/>
                </a:lnTo>
                <a:close/>
                <a:moveTo>
                  <a:pt x="266700" y="590550"/>
                </a:moveTo>
                <a:lnTo>
                  <a:pt x="276225" y="590550"/>
                </a:lnTo>
                <a:lnTo>
                  <a:pt x="276225" y="600075"/>
                </a:lnTo>
                <a:lnTo>
                  <a:pt x="266700" y="600075"/>
                </a:lnTo>
                <a:close/>
                <a:moveTo>
                  <a:pt x="1400175" y="590550"/>
                </a:moveTo>
                <a:lnTo>
                  <a:pt x="1409700" y="590550"/>
                </a:lnTo>
                <a:lnTo>
                  <a:pt x="1409700" y="600075"/>
                </a:lnTo>
                <a:lnTo>
                  <a:pt x="1400175" y="600075"/>
                </a:lnTo>
                <a:close/>
                <a:moveTo>
                  <a:pt x="285750" y="609600"/>
                </a:moveTo>
                <a:lnTo>
                  <a:pt x="314325" y="609600"/>
                </a:lnTo>
                <a:lnTo>
                  <a:pt x="314325" y="619125"/>
                </a:lnTo>
                <a:lnTo>
                  <a:pt x="333375" y="619125"/>
                </a:lnTo>
                <a:lnTo>
                  <a:pt x="333375" y="666750"/>
                </a:lnTo>
                <a:lnTo>
                  <a:pt x="304800" y="666750"/>
                </a:lnTo>
                <a:lnTo>
                  <a:pt x="304800" y="657225"/>
                </a:lnTo>
                <a:lnTo>
                  <a:pt x="295275" y="657225"/>
                </a:lnTo>
                <a:lnTo>
                  <a:pt x="295275" y="647700"/>
                </a:lnTo>
                <a:lnTo>
                  <a:pt x="314325" y="647700"/>
                </a:lnTo>
                <a:lnTo>
                  <a:pt x="314325" y="628650"/>
                </a:lnTo>
                <a:lnTo>
                  <a:pt x="285750" y="628650"/>
                </a:lnTo>
                <a:close/>
                <a:moveTo>
                  <a:pt x="9525" y="638175"/>
                </a:moveTo>
                <a:lnTo>
                  <a:pt x="19050" y="638175"/>
                </a:lnTo>
                <a:lnTo>
                  <a:pt x="19050" y="647700"/>
                </a:lnTo>
                <a:lnTo>
                  <a:pt x="9525" y="647700"/>
                </a:lnTo>
                <a:close/>
                <a:moveTo>
                  <a:pt x="238125" y="657225"/>
                </a:moveTo>
                <a:lnTo>
                  <a:pt x="247650" y="657225"/>
                </a:lnTo>
                <a:lnTo>
                  <a:pt x="247650" y="666750"/>
                </a:lnTo>
                <a:lnTo>
                  <a:pt x="238125" y="666750"/>
                </a:lnTo>
                <a:close/>
                <a:moveTo>
                  <a:pt x="285750" y="666750"/>
                </a:moveTo>
                <a:lnTo>
                  <a:pt x="295275" y="666750"/>
                </a:lnTo>
                <a:lnTo>
                  <a:pt x="295275" y="695325"/>
                </a:lnTo>
                <a:lnTo>
                  <a:pt x="285750" y="695325"/>
                </a:lnTo>
                <a:lnTo>
                  <a:pt x="285750" y="704850"/>
                </a:lnTo>
                <a:lnTo>
                  <a:pt x="247650" y="704850"/>
                </a:lnTo>
                <a:lnTo>
                  <a:pt x="247650" y="685800"/>
                </a:lnTo>
                <a:lnTo>
                  <a:pt x="257175" y="685800"/>
                </a:lnTo>
                <a:lnTo>
                  <a:pt x="257175" y="676275"/>
                </a:lnTo>
                <a:lnTo>
                  <a:pt x="266700" y="676275"/>
                </a:lnTo>
                <a:lnTo>
                  <a:pt x="266700" y="685800"/>
                </a:lnTo>
                <a:lnTo>
                  <a:pt x="257175" y="685800"/>
                </a:lnTo>
                <a:lnTo>
                  <a:pt x="257175" y="695325"/>
                </a:lnTo>
                <a:lnTo>
                  <a:pt x="276225" y="695325"/>
                </a:lnTo>
                <a:lnTo>
                  <a:pt x="276225" y="676275"/>
                </a:lnTo>
                <a:lnTo>
                  <a:pt x="285750" y="676275"/>
                </a:lnTo>
                <a:close/>
                <a:moveTo>
                  <a:pt x="19050" y="695325"/>
                </a:moveTo>
                <a:lnTo>
                  <a:pt x="28575" y="695325"/>
                </a:lnTo>
                <a:lnTo>
                  <a:pt x="28575" y="704850"/>
                </a:lnTo>
                <a:lnTo>
                  <a:pt x="19050" y="704850"/>
                </a:lnTo>
                <a:close/>
                <a:moveTo>
                  <a:pt x="66675" y="695325"/>
                </a:moveTo>
                <a:lnTo>
                  <a:pt x="76200" y="695325"/>
                </a:lnTo>
                <a:lnTo>
                  <a:pt x="76200" y="704850"/>
                </a:lnTo>
                <a:lnTo>
                  <a:pt x="66675" y="704850"/>
                </a:lnTo>
                <a:close/>
                <a:moveTo>
                  <a:pt x="323850" y="695325"/>
                </a:moveTo>
                <a:lnTo>
                  <a:pt x="333375" y="695325"/>
                </a:lnTo>
                <a:lnTo>
                  <a:pt x="333375" y="704850"/>
                </a:lnTo>
                <a:lnTo>
                  <a:pt x="342900" y="704850"/>
                </a:lnTo>
                <a:lnTo>
                  <a:pt x="342900" y="714375"/>
                </a:lnTo>
                <a:lnTo>
                  <a:pt x="323850" y="714375"/>
                </a:lnTo>
                <a:close/>
                <a:moveTo>
                  <a:pt x="485775" y="695325"/>
                </a:moveTo>
                <a:lnTo>
                  <a:pt x="495300" y="695325"/>
                </a:lnTo>
                <a:lnTo>
                  <a:pt x="495300" y="704850"/>
                </a:lnTo>
                <a:lnTo>
                  <a:pt x="485775" y="704850"/>
                </a:lnTo>
                <a:close/>
                <a:moveTo>
                  <a:pt x="1304925" y="695325"/>
                </a:moveTo>
                <a:lnTo>
                  <a:pt x="1323975" y="695325"/>
                </a:lnTo>
                <a:lnTo>
                  <a:pt x="1323975" y="704850"/>
                </a:lnTo>
                <a:lnTo>
                  <a:pt x="1304925" y="704850"/>
                </a:lnTo>
                <a:close/>
                <a:moveTo>
                  <a:pt x="1009650" y="704850"/>
                </a:moveTo>
                <a:lnTo>
                  <a:pt x="1038225" y="704850"/>
                </a:lnTo>
                <a:lnTo>
                  <a:pt x="1038225" y="714375"/>
                </a:lnTo>
                <a:lnTo>
                  <a:pt x="1009650" y="714375"/>
                </a:lnTo>
                <a:close/>
                <a:moveTo>
                  <a:pt x="1333500" y="704850"/>
                </a:moveTo>
                <a:lnTo>
                  <a:pt x="1343025" y="704850"/>
                </a:lnTo>
                <a:lnTo>
                  <a:pt x="1343025" y="714375"/>
                </a:lnTo>
                <a:lnTo>
                  <a:pt x="1333500" y="714375"/>
                </a:lnTo>
                <a:close/>
                <a:moveTo>
                  <a:pt x="219075" y="714375"/>
                </a:moveTo>
                <a:lnTo>
                  <a:pt x="238125" y="714375"/>
                </a:lnTo>
                <a:lnTo>
                  <a:pt x="238125" y="733425"/>
                </a:lnTo>
                <a:lnTo>
                  <a:pt x="219075" y="733425"/>
                </a:lnTo>
                <a:close/>
                <a:moveTo>
                  <a:pt x="409575" y="714375"/>
                </a:moveTo>
                <a:lnTo>
                  <a:pt x="428625" y="714375"/>
                </a:lnTo>
                <a:lnTo>
                  <a:pt x="428625" y="723900"/>
                </a:lnTo>
                <a:lnTo>
                  <a:pt x="409575" y="723900"/>
                </a:lnTo>
                <a:close/>
                <a:moveTo>
                  <a:pt x="1095375" y="742950"/>
                </a:moveTo>
                <a:lnTo>
                  <a:pt x="1104900" y="742950"/>
                </a:lnTo>
                <a:lnTo>
                  <a:pt x="1104900" y="752475"/>
                </a:lnTo>
                <a:lnTo>
                  <a:pt x="1095375" y="752475"/>
                </a:lnTo>
                <a:close/>
                <a:moveTo>
                  <a:pt x="552450" y="762000"/>
                </a:moveTo>
                <a:lnTo>
                  <a:pt x="561975" y="762000"/>
                </a:lnTo>
                <a:lnTo>
                  <a:pt x="561975" y="771525"/>
                </a:lnTo>
                <a:lnTo>
                  <a:pt x="552450" y="771525"/>
                </a:lnTo>
                <a:close/>
                <a:moveTo>
                  <a:pt x="1438275" y="762000"/>
                </a:moveTo>
                <a:lnTo>
                  <a:pt x="1447800" y="762000"/>
                </a:lnTo>
                <a:lnTo>
                  <a:pt x="1447800" y="781050"/>
                </a:lnTo>
                <a:lnTo>
                  <a:pt x="1438275" y="781050"/>
                </a:lnTo>
                <a:close/>
                <a:moveTo>
                  <a:pt x="1457325" y="762000"/>
                </a:moveTo>
                <a:lnTo>
                  <a:pt x="1466850" y="762000"/>
                </a:lnTo>
                <a:lnTo>
                  <a:pt x="1466850" y="771525"/>
                </a:lnTo>
                <a:lnTo>
                  <a:pt x="1457325" y="771525"/>
                </a:lnTo>
                <a:close/>
                <a:moveTo>
                  <a:pt x="1514475" y="762000"/>
                </a:moveTo>
                <a:lnTo>
                  <a:pt x="1524000" y="762000"/>
                </a:lnTo>
                <a:lnTo>
                  <a:pt x="1524000" y="771525"/>
                </a:lnTo>
                <a:lnTo>
                  <a:pt x="1514475" y="771525"/>
                </a:lnTo>
                <a:close/>
                <a:moveTo>
                  <a:pt x="561975" y="771525"/>
                </a:moveTo>
                <a:lnTo>
                  <a:pt x="571500" y="771525"/>
                </a:lnTo>
                <a:lnTo>
                  <a:pt x="571500" y="781050"/>
                </a:lnTo>
                <a:lnTo>
                  <a:pt x="561975" y="781050"/>
                </a:lnTo>
                <a:close/>
                <a:moveTo>
                  <a:pt x="1600200" y="771525"/>
                </a:moveTo>
                <a:lnTo>
                  <a:pt x="1609725" y="771525"/>
                </a:lnTo>
                <a:lnTo>
                  <a:pt x="1609725" y="809625"/>
                </a:lnTo>
                <a:lnTo>
                  <a:pt x="1590675" y="809625"/>
                </a:lnTo>
                <a:lnTo>
                  <a:pt x="1590675" y="790575"/>
                </a:lnTo>
                <a:lnTo>
                  <a:pt x="1581150" y="790575"/>
                </a:lnTo>
                <a:lnTo>
                  <a:pt x="1581150" y="781050"/>
                </a:lnTo>
                <a:lnTo>
                  <a:pt x="1600200" y="781050"/>
                </a:lnTo>
                <a:close/>
                <a:moveTo>
                  <a:pt x="400050" y="781050"/>
                </a:moveTo>
                <a:lnTo>
                  <a:pt x="419100" y="781050"/>
                </a:lnTo>
                <a:lnTo>
                  <a:pt x="419100" y="800100"/>
                </a:lnTo>
                <a:lnTo>
                  <a:pt x="400050" y="800100"/>
                </a:lnTo>
                <a:close/>
                <a:moveTo>
                  <a:pt x="1476375" y="781050"/>
                </a:moveTo>
                <a:lnTo>
                  <a:pt x="1485900" y="781050"/>
                </a:lnTo>
                <a:lnTo>
                  <a:pt x="1485900" y="800100"/>
                </a:lnTo>
                <a:lnTo>
                  <a:pt x="1457325" y="800100"/>
                </a:lnTo>
                <a:lnTo>
                  <a:pt x="1457325" y="790575"/>
                </a:lnTo>
                <a:lnTo>
                  <a:pt x="1476375" y="790575"/>
                </a:lnTo>
                <a:close/>
                <a:moveTo>
                  <a:pt x="1504950" y="781050"/>
                </a:moveTo>
                <a:lnTo>
                  <a:pt x="1552575" y="781050"/>
                </a:lnTo>
                <a:lnTo>
                  <a:pt x="1552575" y="790575"/>
                </a:lnTo>
                <a:lnTo>
                  <a:pt x="1514475" y="790575"/>
                </a:lnTo>
                <a:lnTo>
                  <a:pt x="1514475" y="800100"/>
                </a:lnTo>
                <a:lnTo>
                  <a:pt x="1504950" y="800100"/>
                </a:lnTo>
                <a:close/>
                <a:moveTo>
                  <a:pt x="590550" y="800100"/>
                </a:moveTo>
                <a:lnTo>
                  <a:pt x="600075" y="800100"/>
                </a:lnTo>
                <a:lnTo>
                  <a:pt x="600075" y="809625"/>
                </a:lnTo>
                <a:lnTo>
                  <a:pt x="590550" y="809625"/>
                </a:lnTo>
                <a:close/>
                <a:moveTo>
                  <a:pt x="666750" y="800100"/>
                </a:moveTo>
                <a:lnTo>
                  <a:pt x="676275" y="800100"/>
                </a:lnTo>
                <a:lnTo>
                  <a:pt x="676275" y="809625"/>
                </a:lnTo>
                <a:lnTo>
                  <a:pt x="666750" y="809625"/>
                </a:lnTo>
                <a:close/>
                <a:moveTo>
                  <a:pt x="1152525" y="800100"/>
                </a:moveTo>
                <a:lnTo>
                  <a:pt x="1162050" y="800100"/>
                </a:lnTo>
                <a:lnTo>
                  <a:pt x="1162050" y="819150"/>
                </a:lnTo>
                <a:lnTo>
                  <a:pt x="1143000" y="819150"/>
                </a:lnTo>
                <a:lnTo>
                  <a:pt x="1143000" y="809625"/>
                </a:lnTo>
                <a:lnTo>
                  <a:pt x="1152525" y="809625"/>
                </a:lnTo>
                <a:close/>
                <a:moveTo>
                  <a:pt x="1285875" y="800100"/>
                </a:moveTo>
                <a:lnTo>
                  <a:pt x="1295400" y="800100"/>
                </a:lnTo>
                <a:lnTo>
                  <a:pt x="1295400" y="809625"/>
                </a:lnTo>
                <a:lnTo>
                  <a:pt x="1285875" y="809625"/>
                </a:lnTo>
                <a:close/>
                <a:moveTo>
                  <a:pt x="1381125" y="800100"/>
                </a:moveTo>
                <a:lnTo>
                  <a:pt x="1409700" y="800100"/>
                </a:lnTo>
                <a:lnTo>
                  <a:pt x="1409700" y="809625"/>
                </a:lnTo>
                <a:lnTo>
                  <a:pt x="1438275" y="809625"/>
                </a:lnTo>
                <a:lnTo>
                  <a:pt x="1438275" y="828675"/>
                </a:lnTo>
                <a:lnTo>
                  <a:pt x="1409700" y="828675"/>
                </a:lnTo>
                <a:lnTo>
                  <a:pt x="1409700" y="819150"/>
                </a:lnTo>
                <a:lnTo>
                  <a:pt x="1400175" y="819150"/>
                </a:lnTo>
                <a:lnTo>
                  <a:pt x="1400175" y="809625"/>
                </a:lnTo>
                <a:lnTo>
                  <a:pt x="1381125" y="809625"/>
                </a:lnTo>
                <a:close/>
                <a:moveTo>
                  <a:pt x="1171575" y="809625"/>
                </a:moveTo>
                <a:lnTo>
                  <a:pt x="1190625" y="809625"/>
                </a:lnTo>
                <a:lnTo>
                  <a:pt x="1190625" y="819150"/>
                </a:lnTo>
                <a:lnTo>
                  <a:pt x="1171575" y="819150"/>
                </a:lnTo>
                <a:close/>
                <a:moveTo>
                  <a:pt x="1295400" y="809625"/>
                </a:moveTo>
                <a:lnTo>
                  <a:pt x="1314450" y="809625"/>
                </a:lnTo>
                <a:lnTo>
                  <a:pt x="1314450" y="819150"/>
                </a:lnTo>
                <a:lnTo>
                  <a:pt x="1295400" y="819150"/>
                </a:lnTo>
                <a:close/>
                <a:moveTo>
                  <a:pt x="361950" y="819150"/>
                </a:moveTo>
                <a:lnTo>
                  <a:pt x="371475" y="819150"/>
                </a:lnTo>
                <a:lnTo>
                  <a:pt x="371475" y="828675"/>
                </a:lnTo>
                <a:lnTo>
                  <a:pt x="361950" y="828675"/>
                </a:lnTo>
                <a:close/>
                <a:moveTo>
                  <a:pt x="409575" y="819150"/>
                </a:moveTo>
                <a:lnTo>
                  <a:pt x="438150" y="819150"/>
                </a:lnTo>
                <a:lnTo>
                  <a:pt x="438150" y="828675"/>
                </a:lnTo>
                <a:lnTo>
                  <a:pt x="447675" y="828675"/>
                </a:lnTo>
                <a:lnTo>
                  <a:pt x="447675" y="847725"/>
                </a:lnTo>
                <a:lnTo>
                  <a:pt x="438150" y="847725"/>
                </a:lnTo>
                <a:lnTo>
                  <a:pt x="438150" y="838200"/>
                </a:lnTo>
                <a:lnTo>
                  <a:pt x="419100" y="838200"/>
                </a:lnTo>
                <a:lnTo>
                  <a:pt x="419100" y="847725"/>
                </a:lnTo>
                <a:lnTo>
                  <a:pt x="390525" y="847725"/>
                </a:lnTo>
                <a:lnTo>
                  <a:pt x="390525" y="838200"/>
                </a:lnTo>
                <a:lnTo>
                  <a:pt x="409575" y="838200"/>
                </a:lnTo>
                <a:close/>
                <a:moveTo>
                  <a:pt x="590550" y="819150"/>
                </a:moveTo>
                <a:lnTo>
                  <a:pt x="619125" y="819150"/>
                </a:lnTo>
                <a:lnTo>
                  <a:pt x="619125" y="838200"/>
                </a:lnTo>
                <a:lnTo>
                  <a:pt x="600075" y="838200"/>
                </a:lnTo>
                <a:lnTo>
                  <a:pt x="600075" y="828675"/>
                </a:lnTo>
                <a:lnTo>
                  <a:pt x="590550" y="828675"/>
                </a:lnTo>
                <a:close/>
                <a:moveTo>
                  <a:pt x="676275" y="847725"/>
                </a:moveTo>
                <a:lnTo>
                  <a:pt x="695325" y="847725"/>
                </a:lnTo>
                <a:lnTo>
                  <a:pt x="695325" y="866775"/>
                </a:lnTo>
                <a:lnTo>
                  <a:pt x="685800" y="866775"/>
                </a:lnTo>
                <a:lnTo>
                  <a:pt x="685800" y="857250"/>
                </a:lnTo>
                <a:lnTo>
                  <a:pt x="676275" y="857250"/>
                </a:lnTo>
                <a:close/>
                <a:moveTo>
                  <a:pt x="1362075" y="847725"/>
                </a:moveTo>
                <a:lnTo>
                  <a:pt x="1381125" y="847725"/>
                </a:lnTo>
                <a:lnTo>
                  <a:pt x="1381125" y="857250"/>
                </a:lnTo>
                <a:lnTo>
                  <a:pt x="1362075" y="857250"/>
                </a:lnTo>
                <a:close/>
                <a:moveTo>
                  <a:pt x="314325" y="857250"/>
                </a:moveTo>
                <a:lnTo>
                  <a:pt x="323850" y="857250"/>
                </a:lnTo>
                <a:lnTo>
                  <a:pt x="323850" y="866775"/>
                </a:lnTo>
                <a:lnTo>
                  <a:pt x="314325" y="866775"/>
                </a:lnTo>
                <a:close/>
                <a:moveTo>
                  <a:pt x="381000" y="857250"/>
                </a:moveTo>
                <a:lnTo>
                  <a:pt x="390525" y="857250"/>
                </a:lnTo>
                <a:lnTo>
                  <a:pt x="390525" y="876300"/>
                </a:lnTo>
                <a:lnTo>
                  <a:pt x="381000" y="876300"/>
                </a:lnTo>
                <a:lnTo>
                  <a:pt x="381000" y="895350"/>
                </a:lnTo>
                <a:lnTo>
                  <a:pt x="371475" y="895350"/>
                </a:lnTo>
                <a:lnTo>
                  <a:pt x="371475" y="866775"/>
                </a:lnTo>
                <a:lnTo>
                  <a:pt x="381000" y="866775"/>
                </a:lnTo>
                <a:close/>
                <a:moveTo>
                  <a:pt x="1095375" y="857250"/>
                </a:moveTo>
                <a:lnTo>
                  <a:pt x="1114425" y="857250"/>
                </a:lnTo>
                <a:lnTo>
                  <a:pt x="1114425" y="866775"/>
                </a:lnTo>
                <a:lnTo>
                  <a:pt x="1095375" y="866775"/>
                </a:lnTo>
                <a:close/>
                <a:moveTo>
                  <a:pt x="304800" y="866775"/>
                </a:moveTo>
                <a:lnTo>
                  <a:pt x="314325" y="866775"/>
                </a:lnTo>
                <a:lnTo>
                  <a:pt x="314325" y="876300"/>
                </a:lnTo>
                <a:lnTo>
                  <a:pt x="304800" y="876300"/>
                </a:lnTo>
                <a:close/>
                <a:moveTo>
                  <a:pt x="323850" y="866775"/>
                </a:moveTo>
                <a:lnTo>
                  <a:pt x="342900" y="866775"/>
                </a:lnTo>
                <a:lnTo>
                  <a:pt x="342900" y="876300"/>
                </a:lnTo>
                <a:lnTo>
                  <a:pt x="323850" y="876300"/>
                </a:lnTo>
                <a:close/>
                <a:moveTo>
                  <a:pt x="447675" y="876300"/>
                </a:moveTo>
                <a:lnTo>
                  <a:pt x="476250" y="876300"/>
                </a:lnTo>
                <a:lnTo>
                  <a:pt x="476250" y="885825"/>
                </a:lnTo>
                <a:lnTo>
                  <a:pt x="457200" y="885825"/>
                </a:lnTo>
                <a:lnTo>
                  <a:pt x="457200" y="914400"/>
                </a:lnTo>
                <a:lnTo>
                  <a:pt x="428625" y="914400"/>
                </a:lnTo>
                <a:lnTo>
                  <a:pt x="428625" y="895350"/>
                </a:lnTo>
                <a:lnTo>
                  <a:pt x="438150" y="895350"/>
                </a:lnTo>
                <a:lnTo>
                  <a:pt x="438150" y="885825"/>
                </a:lnTo>
                <a:lnTo>
                  <a:pt x="447675" y="885825"/>
                </a:lnTo>
                <a:close/>
                <a:moveTo>
                  <a:pt x="0" y="885825"/>
                </a:moveTo>
                <a:lnTo>
                  <a:pt x="19050" y="885825"/>
                </a:lnTo>
                <a:lnTo>
                  <a:pt x="19050" y="904875"/>
                </a:lnTo>
                <a:lnTo>
                  <a:pt x="9525" y="904875"/>
                </a:lnTo>
                <a:lnTo>
                  <a:pt x="9525" y="895350"/>
                </a:lnTo>
                <a:lnTo>
                  <a:pt x="0" y="895350"/>
                </a:lnTo>
                <a:close/>
                <a:moveTo>
                  <a:pt x="1285875" y="885825"/>
                </a:moveTo>
                <a:lnTo>
                  <a:pt x="1295400" y="885825"/>
                </a:lnTo>
                <a:lnTo>
                  <a:pt x="1295400" y="895350"/>
                </a:lnTo>
                <a:lnTo>
                  <a:pt x="1285875" y="895350"/>
                </a:lnTo>
                <a:close/>
                <a:moveTo>
                  <a:pt x="1266825" y="895350"/>
                </a:moveTo>
                <a:lnTo>
                  <a:pt x="1276350" y="895350"/>
                </a:lnTo>
                <a:lnTo>
                  <a:pt x="1276350" y="904875"/>
                </a:lnTo>
                <a:lnTo>
                  <a:pt x="1295400" y="904875"/>
                </a:lnTo>
                <a:lnTo>
                  <a:pt x="1295400" y="895350"/>
                </a:lnTo>
                <a:lnTo>
                  <a:pt x="1314450" y="895350"/>
                </a:lnTo>
                <a:lnTo>
                  <a:pt x="1314450" y="904875"/>
                </a:lnTo>
                <a:lnTo>
                  <a:pt x="1323975" y="904875"/>
                </a:lnTo>
                <a:lnTo>
                  <a:pt x="1323975" y="914400"/>
                </a:lnTo>
                <a:lnTo>
                  <a:pt x="1333500" y="914400"/>
                </a:lnTo>
                <a:lnTo>
                  <a:pt x="1333500" y="923925"/>
                </a:lnTo>
                <a:lnTo>
                  <a:pt x="1304925" y="923925"/>
                </a:lnTo>
                <a:lnTo>
                  <a:pt x="1304925" y="914400"/>
                </a:lnTo>
                <a:lnTo>
                  <a:pt x="1295400" y="914400"/>
                </a:lnTo>
                <a:lnTo>
                  <a:pt x="1295400" y="923925"/>
                </a:lnTo>
                <a:lnTo>
                  <a:pt x="1285875" y="923925"/>
                </a:lnTo>
                <a:lnTo>
                  <a:pt x="1285875" y="914400"/>
                </a:lnTo>
                <a:lnTo>
                  <a:pt x="1266825" y="914400"/>
                </a:lnTo>
                <a:close/>
                <a:moveTo>
                  <a:pt x="1581150" y="895350"/>
                </a:moveTo>
                <a:lnTo>
                  <a:pt x="1590675" y="895350"/>
                </a:lnTo>
                <a:lnTo>
                  <a:pt x="1590675" y="904875"/>
                </a:lnTo>
                <a:lnTo>
                  <a:pt x="1600200" y="904875"/>
                </a:lnTo>
                <a:lnTo>
                  <a:pt x="1600200" y="914400"/>
                </a:lnTo>
                <a:lnTo>
                  <a:pt x="1590675" y="914400"/>
                </a:lnTo>
                <a:lnTo>
                  <a:pt x="1590675" y="923925"/>
                </a:lnTo>
                <a:lnTo>
                  <a:pt x="1562100" y="923925"/>
                </a:lnTo>
                <a:lnTo>
                  <a:pt x="1562100" y="914400"/>
                </a:lnTo>
                <a:lnTo>
                  <a:pt x="1571625" y="914400"/>
                </a:lnTo>
                <a:lnTo>
                  <a:pt x="1571625" y="904875"/>
                </a:lnTo>
                <a:lnTo>
                  <a:pt x="1581150" y="904875"/>
                </a:lnTo>
                <a:close/>
                <a:moveTo>
                  <a:pt x="333375" y="904875"/>
                </a:moveTo>
                <a:lnTo>
                  <a:pt x="352425" y="904875"/>
                </a:lnTo>
                <a:lnTo>
                  <a:pt x="352425" y="923925"/>
                </a:lnTo>
                <a:lnTo>
                  <a:pt x="361950" y="923925"/>
                </a:lnTo>
                <a:lnTo>
                  <a:pt x="361950" y="914400"/>
                </a:lnTo>
                <a:lnTo>
                  <a:pt x="371475" y="914400"/>
                </a:lnTo>
                <a:lnTo>
                  <a:pt x="371475" y="933450"/>
                </a:lnTo>
                <a:lnTo>
                  <a:pt x="352425" y="933450"/>
                </a:lnTo>
                <a:lnTo>
                  <a:pt x="352425" y="942975"/>
                </a:lnTo>
                <a:lnTo>
                  <a:pt x="342900" y="942975"/>
                </a:lnTo>
                <a:lnTo>
                  <a:pt x="342900" y="933450"/>
                </a:lnTo>
                <a:lnTo>
                  <a:pt x="323850" y="933450"/>
                </a:lnTo>
                <a:lnTo>
                  <a:pt x="323850" y="914400"/>
                </a:lnTo>
                <a:lnTo>
                  <a:pt x="333375" y="914400"/>
                </a:lnTo>
                <a:close/>
                <a:moveTo>
                  <a:pt x="571500" y="904875"/>
                </a:moveTo>
                <a:lnTo>
                  <a:pt x="581025" y="904875"/>
                </a:lnTo>
                <a:lnTo>
                  <a:pt x="581025" y="914400"/>
                </a:lnTo>
                <a:lnTo>
                  <a:pt x="571500" y="914400"/>
                </a:lnTo>
                <a:close/>
                <a:moveTo>
                  <a:pt x="1219200" y="904875"/>
                </a:moveTo>
                <a:lnTo>
                  <a:pt x="1247775" y="904875"/>
                </a:lnTo>
                <a:lnTo>
                  <a:pt x="1247775" y="923925"/>
                </a:lnTo>
                <a:lnTo>
                  <a:pt x="1238250" y="923925"/>
                </a:lnTo>
                <a:lnTo>
                  <a:pt x="1238250" y="933450"/>
                </a:lnTo>
                <a:lnTo>
                  <a:pt x="1228725" y="933450"/>
                </a:lnTo>
                <a:lnTo>
                  <a:pt x="1228725" y="923925"/>
                </a:lnTo>
                <a:lnTo>
                  <a:pt x="1219200" y="923925"/>
                </a:lnTo>
                <a:lnTo>
                  <a:pt x="1219200" y="933450"/>
                </a:lnTo>
                <a:lnTo>
                  <a:pt x="1209675" y="933450"/>
                </a:lnTo>
                <a:lnTo>
                  <a:pt x="1209675" y="914400"/>
                </a:lnTo>
                <a:lnTo>
                  <a:pt x="1219200" y="914400"/>
                </a:lnTo>
                <a:close/>
                <a:moveTo>
                  <a:pt x="1381125" y="904875"/>
                </a:moveTo>
                <a:lnTo>
                  <a:pt x="1390650" y="904875"/>
                </a:lnTo>
                <a:lnTo>
                  <a:pt x="1390650" y="914400"/>
                </a:lnTo>
                <a:lnTo>
                  <a:pt x="1381125" y="914400"/>
                </a:lnTo>
                <a:close/>
                <a:moveTo>
                  <a:pt x="419100" y="914400"/>
                </a:moveTo>
                <a:lnTo>
                  <a:pt x="428625" y="914400"/>
                </a:lnTo>
                <a:lnTo>
                  <a:pt x="428625" y="923925"/>
                </a:lnTo>
                <a:lnTo>
                  <a:pt x="419100" y="923925"/>
                </a:lnTo>
                <a:close/>
                <a:moveTo>
                  <a:pt x="1514475" y="914400"/>
                </a:moveTo>
                <a:lnTo>
                  <a:pt x="1524000" y="914400"/>
                </a:lnTo>
                <a:lnTo>
                  <a:pt x="1524000" y="923925"/>
                </a:lnTo>
                <a:lnTo>
                  <a:pt x="1514475" y="923925"/>
                </a:lnTo>
                <a:close/>
                <a:moveTo>
                  <a:pt x="9525" y="923925"/>
                </a:moveTo>
                <a:lnTo>
                  <a:pt x="19050" y="923925"/>
                </a:lnTo>
                <a:lnTo>
                  <a:pt x="19050" y="933450"/>
                </a:lnTo>
                <a:lnTo>
                  <a:pt x="9525" y="933450"/>
                </a:lnTo>
                <a:close/>
                <a:moveTo>
                  <a:pt x="47625" y="933450"/>
                </a:moveTo>
                <a:lnTo>
                  <a:pt x="66675" y="933450"/>
                </a:lnTo>
                <a:lnTo>
                  <a:pt x="66675" y="952500"/>
                </a:lnTo>
                <a:lnTo>
                  <a:pt x="47625" y="952500"/>
                </a:lnTo>
                <a:close/>
                <a:moveTo>
                  <a:pt x="200025" y="933450"/>
                </a:moveTo>
                <a:lnTo>
                  <a:pt x="209550" y="933450"/>
                </a:lnTo>
                <a:lnTo>
                  <a:pt x="209550" y="942975"/>
                </a:lnTo>
                <a:lnTo>
                  <a:pt x="228600" y="942975"/>
                </a:lnTo>
                <a:lnTo>
                  <a:pt x="228600" y="962025"/>
                </a:lnTo>
                <a:lnTo>
                  <a:pt x="219075" y="962025"/>
                </a:lnTo>
                <a:lnTo>
                  <a:pt x="219075" y="971550"/>
                </a:lnTo>
                <a:lnTo>
                  <a:pt x="228600" y="971550"/>
                </a:lnTo>
                <a:lnTo>
                  <a:pt x="228600" y="962025"/>
                </a:lnTo>
                <a:lnTo>
                  <a:pt x="238125" y="962025"/>
                </a:lnTo>
                <a:lnTo>
                  <a:pt x="238125" y="971550"/>
                </a:lnTo>
                <a:lnTo>
                  <a:pt x="247650" y="971550"/>
                </a:lnTo>
                <a:lnTo>
                  <a:pt x="247650" y="981075"/>
                </a:lnTo>
                <a:lnTo>
                  <a:pt x="276225" y="981075"/>
                </a:lnTo>
                <a:lnTo>
                  <a:pt x="276225" y="1000125"/>
                </a:lnTo>
                <a:lnTo>
                  <a:pt x="266700" y="1000125"/>
                </a:lnTo>
                <a:lnTo>
                  <a:pt x="266700" y="990600"/>
                </a:lnTo>
                <a:lnTo>
                  <a:pt x="257175" y="990600"/>
                </a:lnTo>
                <a:lnTo>
                  <a:pt x="257175" y="1000125"/>
                </a:lnTo>
                <a:lnTo>
                  <a:pt x="247650" y="1000125"/>
                </a:lnTo>
                <a:lnTo>
                  <a:pt x="247650" y="990600"/>
                </a:lnTo>
                <a:lnTo>
                  <a:pt x="219075" y="990600"/>
                </a:lnTo>
                <a:lnTo>
                  <a:pt x="219075" y="981075"/>
                </a:lnTo>
                <a:lnTo>
                  <a:pt x="209550" y="981075"/>
                </a:lnTo>
                <a:lnTo>
                  <a:pt x="209550" y="952500"/>
                </a:lnTo>
                <a:lnTo>
                  <a:pt x="190500" y="952500"/>
                </a:lnTo>
                <a:lnTo>
                  <a:pt x="190500" y="942975"/>
                </a:lnTo>
                <a:lnTo>
                  <a:pt x="200025" y="942975"/>
                </a:lnTo>
                <a:close/>
                <a:moveTo>
                  <a:pt x="257175" y="933450"/>
                </a:moveTo>
                <a:lnTo>
                  <a:pt x="266700" y="933450"/>
                </a:lnTo>
                <a:lnTo>
                  <a:pt x="266700" y="942975"/>
                </a:lnTo>
                <a:lnTo>
                  <a:pt x="276225" y="942975"/>
                </a:lnTo>
                <a:lnTo>
                  <a:pt x="276225" y="952500"/>
                </a:lnTo>
                <a:lnTo>
                  <a:pt x="247650" y="952500"/>
                </a:lnTo>
                <a:lnTo>
                  <a:pt x="247650" y="942975"/>
                </a:lnTo>
                <a:lnTo>
                  <a:pt x="257175" y="942975"/>
                </a:lnTo>
                <a:close/>
                <a:moveTo>
                  <a:pt x="409575" y="933450"/>
                </a:moveTo>
                <a:lnTo>
                  <a:pt x="419100" y="933450"/>
                </a:lnTo>
                <a:lnTo>
                  <a:pt x="419100" y="942975"/>
                </a:lnTo>
                <a:lnTo>
                  <a:pt x="409575" y="942975"/>
                </a:lnTo>
                <a:close/>
                <a:moveTo>
                  <a:pt x="1533525" y="933450"/>
                </a:moveTo>
                <a:lnTo>
                  <a:pt x="1552575" y="933450"/>
                </a:lnTo>
                <a:lnTo>
                  <a:pt x="1552575" y="942975"/>
                </a:lnTo>
                <a:lnTo>
                  <a:pt x="1533525" y="942975"/>
                </a:lnTo>
                <a:close/>
                <a:moveTo>
                  <a:pt x="419100" y="942975"/>
                </a:moveTo>
                <a:lnTo>
                  <a:pt x="428625" y="942975"/>
                </a:lnTo>
                <a:lnTo>
                  <a:pt x="428625" y="952500"/>
                </a:lnTo>
                <a:lnTo>
                  <a:pt x="419100" y="952500"/>
                </a:lnTo>
                <a:close/>
                <a:moveTo>
                  <a:pt x="1038225" y="942975"/>
                </a:moveTo>
                <a:lnTo>
                  <a:pt x="1047750" y="942975"/>
                </a:lnTo>
                <a:lnTo>
                  <a:pt x="1047750" y="952500"/>
                </a:lnTo>
                <a:lnTo>
                  <a:pt x="1038225" y="952500"/>
                </a:lnTo>
                <a:close/>
                <a:moveTo>
                  <a:pt x="1581150" y="942975"/>
                </a:moveTo>
                <a:lnTo>
                  <a:pt x="1590675" y="942975"/>
                </a:lnTo>
                <a:lnTo>
                  <a:pt x="1590675" y="952500"/>
                </a:lnTo>
                <a:lnTo>
                  <a:pt x="1609725" y="952500"/>
                </a:lnTo>
                <a:lnTo>
                  <a:pt x="1609725" y="971550"/>
                </a:lnTo>
                <a:lnTo>
                  <a:pt x="1600200" y="971550"/>
                </a:lnTo>
                <a:lnTo>
                  <a:pt x="1600200" y="962025"/>
                </a:lnTo>
                <a:lnTo>
                  <a:pt x="1581150" y="962025"/>
                </a:lnTo>
                <a:close/>
                <a:moveTo>
                  <a:pt x="1333500" y="952500"/>
                </a:moveTo>
                <a:lnTo>
                  <a:pt x="1352550" y="952500"/>
                </a:lnTo>
                <a:lnTo>
                  <a:pt x="1352550" y="971550"/>
                </a:lnTo>
                <a:lnTo>
                  <a:pt x="1343025" y="971550"/>
                </a:lnTo>
                <a:lnTo>
                  <a:pt x="1343025" y="962025"/>
                </a:lnTo>
                <a:lnTo>
                  <a:pt x="1333500" y="962025"/>
                </a:lnTo>
                <a:close/>
                <a:moveTo>
                  <a:pt x="1543050" y="952500"/>
                </a:moveTo>
                <a:lnTo>
                  <a:pt x="1552575" y="952500"/>
                </a:lnTo>
                <a:lnTo>
                  <a:pt x="1552575" y="962025"/>
                </a:lnTo>
                <a:lnTo>
                  <a:pt x="1543050" y="962025"/>
                </a:lnTo>
                <a:close/>
                <a:moveTo>
                  <a:pt x="314325" y="962025"/>
                </a:moveTo>
                <a:lnTo>
                  <a:pt x="333375" y="962025"/>
                </a:lnTo>
                <a:lnTo>
                  <a:pt x="333375" y="971550"/>
                </a:lnTo>
                <a:lnTo>
                  <a:pt x="352425" y="971550"/>
                </a:lnTo>
                <a:lnTo>
                  <a:pt x="352425" y="981075"/>
                </a:lnTo>
                <a:lnTo>
                  <a:pt x="323850" y="981075"/>
                </a:lnTo>
                <a:lnTo>
                  <a:pt x="323850" y="990600"/>
                </a:lnTo>
                <a:lnTo>
                  <a:pt x="314325" y="990600"/>
                </a:lnTo>
                <a:lnTo>
                  <a:pt x="314325" y="1000125"/>
                </a:lnTo>
                <a:lnTo>
                  <a:pt x="304800" y="1000125"/>
                </a:lnTo>
                <a:lnTo>
                  <a:pt x="304800" y="981075"/>
                </a:lnTo>
                <a:lnTo>
                  <a:pt x="314325" y="981075"/>
                </a:lnTo>
                <a:close/>
                <a:moveTo>
                  <a:pt x="457200" y="962025"/>
                </a:moveTo>
                <a:lnTo>
                  <a:pt x="466725" y="962025"/>
                </a:lnTo>
                <a:lnTo>
                  <a:pt x="466725" y="971550"/>
                </a:lnTo>
                <a:lnTo>
                  <a:pt x="457200" y="971550"/>
                </a:lnTo>
                <a:close/>
                <a:moveTo>
                  <a:pt x="1552575" y="962025"/>
                </a:moveTo>
                <a:lnTo>
                  <a:pt x="1581150" y="962025"/>
                </a:lnTo>
                <a:lnTo>
                  <a:pt x="1581150" y="981075"/>
                </a:lnTo>
                <a:lnTo>
                  <a:pt x="1562100" y="981075"/>
                </a:lnTo>
                <a:lnTo>
                  <a:pt x="1562100" y="990600"/>
                </a:lnTo>
                <a:lnTo>
                  <a:pt x="1590675" y="990600"/>
                </a:lnTo>
                <a:lnTo>
                  <a:pt x="1590675" y="1000125"/>
                </a:lnTo>
                <a:lnTo>
                  <a:pt x="1581150" y="1000125"/>
                </a:lnTo>
                <a:lnTo>
                  <a:pt x="1581150" y="1019175"/>
                </a:lnTo>
                <a:lnTo>
                  <a:pt x="1562100" y="1019175"/>
                </a:lnTo>
                <a:lnTo>
                  <a:pt x="1562100" y="1000125"/>
                </a:lnTo>
                <a:lnTo>
                  <a:pt x="1533525" y="1000125"/>
                </a:lnTo>
                <a:lnTo>
                  <a:pt x="1533525" y="981075"/>
                </a:lnTo>
                <a:lnTo>
                  <a:pt x="1543050" y="981075"/>
                </a:lnTo>
                <a:lnTo>
                  <a:pt x="1543050" y="971550"/>
                </a:lnTo>
                <a:lnTo>
                  <a:pt x="1552575" y="971550"/>
                </a:lnTo>
                <a:close/>
                <a:moveTo>
                  <a:pt x="371475" y="971550"/>
                </a:moveTo>
                <a:lnTo>
                  <a:pt x="400050" y="971550"/>
                </a:lnTo>
                <a:lnTo>
                  <a:pt x="400050" y="981075"/>
                </a:lnTo>
                <a:lnTo>
                  <a:pt x="409575" y="981075"/>
                </a:lnTo>
                <a:lnTo>
                  <a:pt x="409575" y="990600"/>
                </a:lnTo>
                <a:lnTo>
                  <a:pt x="400050" y="990600"/>
                </a:lnTo>
                <a:lnTo>
                  <a:pt x="400050" y="1000125"/>
                </a:lnTo>
                <a:lnTo>
                  <a:pt x="390525" y="1000125"/>
                </a:lnTo>
                <a:lnTo>
                  <a:pt x="390525" y="990600"/>
                </a:lnTo>
                <a:lnTo>
                  <a:pt x="371475" y="990600"/>
                </a:lnTo>
                <a:close/>
                <a:moveTo>
                  <a:pt x="1381125" y="971550"/>
                </a:moveTo>
                <a:lnTo>
                  <a:pt x="1390650" y="971550"/>
                </a:lnTo>
                <a:lnTo>
                  <a:pt x="1390650" y="981075"/>
                </a:lnTo>
                <a:lnTo>
                  <a:pt x="1381125" y="981075"/>
                </a:lnTo>
                <a:close/>
                <a:moveTo>
                  <a:pt x="47625" y="990600"/>
                </a:moveTo>
                <a:lnTo>
                  <a:pt x="66675" y="990600"/>
                </a:lnTo>
                <a:lnTo>
                  <a:pt x="66675" y="1019175"/>
                </a:lnTo>
                <a:lnTo>
                  <a:pt x="57150" y="1019175"/>
                </a:lnTo>
                <a:lnTo>
                  <a:pt x="57150" y="1009650"/>
                </a:lnTo>
                <a:lnTo>
                  <a:pt x="47625" y="1009650"/>
                </a:lnTo>
                <a:close/>
                <a:moveTo>
                  <a:pt x="361950" y="990600"/>
                </a:moveTo>
                <a:lnTo>
                  <a:pt x="371475" y="990600"/>
                </a:lnTo>
                <a:lnTo>
                  <a:pt x="371475" y="1000125"/>
                </a:lnTo>
                <a:lnTo>
                  <a:pt x="361950" y="1000125"/>
                </a:lnTo>
                <a:close/>
                <a:moveTo>
                  <a:pt x="190500" y="1000125"/>
                </a:moveTo>
                <a:lnTo>
                  <a:pt x="209550" y="1000125"/>
                </a:lnTo>
                <a:lnTo>
                  <a:pt x="209550" y="1009650"/>
                </a:lnTo>
                <a:lnTo>
                  <a:pt x="190500" y="1009650"/>
                </a:lnTo>
                <a:close/>
                <a:moveTo>
                  <a:pt x="85725" y="1009650"/>
                </a:moveTo>
                <a:lnTo>
                  <a:pt x="95250" y="1009650"/>
                </a:lnTo>
                <a:lnTo>
                  <a:pt x="95250" y="1028700"/>
                </a:lnTo>
                <a:lnTo>
                  <a:pt x="76200" y="1028700"/>
                </a:lnTo>
                <a:lnTo>
                  <a:pt x="76200" y="1057275"/>
                </a:lnTo>
                <a:lnTo>
                  <a:pt x="47625" y="1057275"/>
                </a:lnTo>
                <a:lnTo>
                  <a:pt x="47625" y="1047750"/>
                </a:lnTo>
                <a:lnTo>
                  <a:pt x="38100" y="1047750"/>
                </a:lnTo>
                <a:lnTo>
                  <a:pt x="38100" y="1028700"/>
                </a:lnTo>
                <a:lnTo>
                  <a:pt x="47625" y="1028700"/>
                </a:lnTo>
                <a:lnTo>
                  <a:pt x="47625" y="1038225"/>
                </a:lnTo>
                <a:lnTo>
                  <a:pt x="57150" y="1038225"/>
                </a:lnTo>
                <a:lnTo>
                  <a:pt x="57150" y="1028700"/>
                </a:lnTo>
                <a:lnTo>
                  <a:pt x="66675" y="1028700"/>
                </a:lnTo>
                <a:lnTo>
                  <a:pt x="66675" y="1019175"/>
                </a:lnTo>
                <a:lnTo>
                  <a:pt x="85725" y="1019175"/>
                </a:lnTo>
                <a:close/>
                <a:moveTo>
                  <a:pt x="0" y="1028700"/>
                </a:moveTo>
                <a:lnTo>
                  <a:pt x="9525" y="1028700"/>
                </a:lnTo>
                <a:lnTo>
                  <a:pt x="9525" y="1047750"/>
                </a:lnTo>
                <a:lnTo>
                  <a:pt x="0" y="1047750"/>
                </a:lnTo>
                <a:close/>
                <a:moveTo>
                  <a:pt x="19050" y="1028700"/>
                </a:moveTo>
                <a:lnTo>
                  <a:pt x="28575" y="1028700"/>
                </a:lnTo>
                <a:lnTo>
                  <a:pt x="28575" y="1047750"/>
                </a:lnTo>
                <a:lnTo>
                  <a:pt x="19050" y="1047750"/>
                </a:lnTo>
                <a:close/>
                <a:moveTo>
                  <a:pt x="266700" y="1028700"/>
                </a:moveTo>
                <a:lnTo>
                  <a:pt x="285750" y="1028700"/>
                </a:lnTo>
                <a:lnTo>
                  <a:pt x="285750" y="1038225"/>
                </a:lnTo>
                <a:lnTo>
                  <a:pt x="266700" y="1038225"/>
                </a:lnTo>
                <a:close/>
                <a:moveTo>
                  <a:pt x="1304925" y="1028700"/>
                </a:moveTo>
                <a:lnTo>
                  <a:pt x="1314450" y="1028700"/>
                </a:lnTo>
                <a:lnTo>
                  <a:pt x="1314450" y="1038225"/>
                </a:lnTo>
                <a:lnTo>
                  <a:pt x="1304925" y="1038225"/>
                </a:lnTo>
                <a:close/>
                <a:moveTo>
                  <a:pt x="1495425" y="1028700"/>
                </a:moveTo>
                <a:lnTo>
                  <a:pt x="1504950" y="1028700"/>
                </a:lnTo>
                <a:lnTo>
                  <a:pt x="1504950" y="1057275"/>
                </a:lnTo>
                <a:lnTo>
                  <a:pt x="1514475" y="1057275"/>
                </a:lnTo>
                <a:lnTo>
                  <a:pt x="1514475" y="1066800"/>
                </a:lnTo>
                <a:lnTo>
                  <a:pt x="1495425" y="1066800"/>
                </a:lnTo>
                <a:close/>
                <a:moveTo>
                  <a:pt x="1333500" y="1038225"/>
                </a:moveTo>
                <a:lnTo>
                  <a:pt x="1343025" y="1038225"/>
                </a:lnTo>
                <a:lnTo>
                  <a:pt x="1343025" y="1047750"/>
                </a:lnTo>
                <a:lnTo>
                  <a:pt x="1333500" y="1047750"/>
                </a:lnTo>
                <a:close/>
                <a:moveTo>
                  <a:pt x="1428750" y="1047750"/>
                </a:moveTo>
                <a:lnTo>
                  <a:pt x="1438275" y="1047750"/>
                </a:lnTo>
                <a:lnTo>
                  <a:pt x="1438275" y="1057275"/>
                </a:lnTo>
                <a:lnTo>
                  <a:pt x="1428750" y="1057275"/>
                </a:lnTo>
                <a:close/>
                <a:moveTo>
                  <a:pt x="1476375" y="1047750"/>
                </a:moveTo>
                <a:lnTo>
                  <a:pt x="1485900" y="1047750"/>
                </a:lnTo>
                <a:lnTo>
                  <a:pt x="1485900" y="1057275"/>
                </a:lnTo>
                <a:lnTo>
                  <a:pt x="1476375" y="1057275"/>
                </a:lnTo>
                <a:close/>
                <a:moveTo>
                  <a:pt x="1533525" y="1047750"/>
                </a:moveTo>
                <a:lnTo>
                  <a:pt x="1543050" y="1047750"/>
                </a:lnTo>
                <a:lnTo>
                  <a:pt x="1543050" y="1057275"/>
                </a:lnTo>
                <a:lnTo>
                  <a:pt x="1533525" y="1057275"/>
                </a:lnTo>
                <a:close/>
                <a:moveTo>
                  <a:pt x="1571625" y="1047750"/>
                </a:moveTo>
                <a:lnTo>
                  <a:pt x="1581150" y="1047750"/>
                </a:lnTo>
                <a:lnTo>
                  <a:pt x="1581150" y="1057275"/>
                </a:lnTo>
                <a:lnTo>
                  <a:pt x="1600200" y="1057275"/>
                </a:lnTo>
                <a:lnTo>
                  <a:pt x="1600200" y="1047750"/>
                </a:lnTo>
                <a:lnTo>
                  <a:pt x="1609725" y="1047750"/>
                </a:lnTo>
                <a:lnTo>
                  <a:pt x="1609725" y="1066800"/>
                </a:lnTo>
                <a:lnTo>
                  <a:pt x="1590675" y="1066800"/>
                </a:lnTo>
                <a:lnTo>
                  <a:pt x="1590675" y="1076325"/>
                </a:lnTo>
                <a:lnTo>
                  <a:pt x="1581150" y="1076325"/>
                </a:lnTo>
                <a:lnTo>
                  <a:pt x="1581150" y="1066800"/>
                </a:lnTo>
                <a:lnTo>
                  <a:pt x="1571625" y="1066800"/>
                </a:lnTo>
                <a:close/>
                <a:moveTo>
                  <a:pt x="1524000" y="1057275"/>
                </a:moveTo>
                <a:lnTo>
                  <a:pt x="1533525" y="1057275"/>
                </a:lnTo>
                <a:lnTo>
                  <a:pt x="1533525" y="1066800"/>
                </a:lnTo>
                <a:lnTo>
                  <a:pt x="1524000" y="1066800"/>
                </a:lnTo>
                <a:close/>
                <a:moveTo>
                  <a:pt x="1562100" y="1066800"/>
                </a:moveTo>
                <a:lnTo>
                  <a:pt x="1571625" y="1066800"/>
                </a:lnTo>
                <a:lnTo>
                  <a:pt x="1571625" y="1076325"/>
                </a:lnTo>
                <a:lnTo>
                  <a:pt x="1562100" y="1076325"/>
                </a:lnTo>
                <a:close/>
                <a:moveTo>
                  <a:pt x="28575" y="1095375"/>
                </a:moveTo>
                <a:lnTo>
                  <a:pt x="38100" y="1095375"/>
                </a:lnTo>
                <a:lnTo>
                  <a:pt x="38100" y="1104900"/>
                </a:lnTo>
                <a:lnTo>
                  <a:pt x="28575" y="1104900"/>
                </a:lnTo>
                <a:close/>
                <a:moveTo>
                  <a:pt x="19050" y="1104900"/>
                </a:moveTo>
                <a:lnTo>
                  <a:pt x="28575" y="1104900"/>
                </a:lnTo>
                <a:lnTo>
                  <a:pt x="28575" y="1114425"/>
                </a:lnTo>
                <a:lnTo>
                  <a:pt x="19050" y="1114425"/>
                </a:lnTo>
                <a:close/>
                <a:moveTo>
                  <a:pt x="190500" y="1104900"/>
                </a:moveTo>
                <a:lnTo>
                  <a:pt x="200025" y="1104900"/>
                </a:lnTo>
                <a:lnTo>
                  <a:pt x="200025" y="1123950"/>
                </a:lnTo>
                <a:lnTo>
                  <a:pt x="190500" y="1123950"/>
                </a:lnTo>
                <a:close/>
                <a:moveTo>
                  <a:pt x="533400" y="1104900"/>
                </a:moveTo>
                <a:lnTo>
                  <a:pt x="542925" y="1104900"/>
                </a:lnTo>
                <a:lnTo>
                  <a:pt x="542925" y="1114425"/>
                </a:lnTo>
                <a:lnTo>
                  <a:pt x="533400" y="1114425"/>
                </a:lnTo>
                <a:close/>
                <a:moveTo>
                  <a:pt x="1562100" y="1104900"/>
                </a:moveTo>
                <a:lnTo>
                  <a:pt x="1581150" y="1104900"/>
                </a:lnTo>
                <a:lnTo>
                  <a:pt x="1581150" y="1114425"/>
                </a:lnTo>
                <a:lnTo>
                  <a:pt x="1590675" y="1114425"/>
                </a:lnTo>
                <a:lnTo>
                  <a:pt x="1590675" y="1123950"/>
                </a:lnTo>
                <a:lnTo>
                  <a:pt x="1581150" y="1123950"/>
                </a:lnTo>
                <a:lnTo>
                  <a:pt x="1581150" y="1133475"/>
                </a:lnTo>
                <a:lnTo>
                  <a:pt x="1571625" y="1133475"/>
                </a:lnTo>
                <a:lnTo>
                  <a:pt x="1571625" y="1123950"/>
                </a:lnTo>
                <a:lnTo>
                  <a:pt x="1552575" y="1123950"/>
                </a:lnTo>
                <a:lnTo>
                  <a:pt x="1552575" y="1114425"/>
                </a:lnTo>
                <a:lnTo>
                  <a:pt x="1562100" y="1114425"/>
                </a:lnTo>
                <a:close/>
                <a:moveTo>
                  <a:pt x="104775" y="1114425"/>
                </a:moveTo>
                <a:lnTo>
                  <a:pt x="114300" y="1114425"/>
                </a:lnTo>
                <a:lnTo>
                  <a:pt x="114300" y="1123950"/>
                </a:lnTo>
                <a:lnTo>
                  <a:pt x="123825" y="1123950"/>
                </a:lnTo>
                <a:lnTo>
                  <a:pt x="123825" y="1133475"/>
                </a:lnTo>
                <a:lnTo>
                  <a:pt x="114300" y="1133475"/>
                </a:lnTo>
                <a:lnTo>
                  <a:pt x="114300" y="1143000"/>
                </a:lnTo>
                <a:lnTo>
                  <a:pt x="85725" y="1143000"/>
                </a:lnTo>
                <a:lnTo>
                  <a:pt x="85725" y="1152525"/>
                </a:lnTo>
                <a:lnTo>
                  <a:pt x="76200" y="1152525"/>
                </a:lnTo>
                <a:lnTo>
                  <a:pt x="76200" y="1133475"/>
                </a:lnTo>
                <a:lnTo>
                  <a:pt x="85725" y="1133475"/>
                </a:lnTo>
                <a:lnTo>
                  <a:pt x="85725" y="1123950"/>
                </a:lnTo>
                <a:lnTo>
                  <a:pt x="104775" y="1123950"/>
                </a:lnTo>
                <a:close/>
                <a:moveTo>
                  <a:pt x="1257300" y="1114425"/>
                </a:moveTo>
                <a:lnTo>
                  <a:pt x="1266825" y="1114425"/>
                </a:lnTo>
                <a:lnTo>
                  <a:pt x="1266825" y="1133475"/>
                </a:lnTo>
                <a:lnTo>
                  <a:pt x="1295400" y="1133475"/>
                </a:lnTo>
                <a:lnTo>
                  <a:pt x="1295400" y="1152525"/>
                </a:lnTo>
                <a:lnTo>
                  <a:pt x="1257300" y="1152525"/>
                </a:lnTo>
                <a:close/>
                <a:moveTo>
                  <a:pt x="1428750" y="1114425"/>
                </a:moveTo>
                <a:lnTo>
                  <a:pt x="1438275" y="1114425"/>
                </a:lnTo>
                <a:lnTo>
                  <a:pt x="1438275" y="1123950"/>
                </a:lnTo>
                <a:lnTo>
                  <a:pt x="1428750" y="1123950"/>
                </a:lnTo>
                <a:close/>
                <a:moveTo>
                  <a:pt x="1466850" y="1114425"/>
                </a:moveTo>
                <a:lnTo>
                  <a:pt x="1485900" y="1114425"/>
                </a:lnTo>
                <a:lnTo>
                  <a:pt x="1485900" y="1133475"/>
                </a:lnTo>
                <a:lnTo>
                  <a:pt x="1504950" y="1133475"/>
                </a:lnTo>
                <a:lnTo>
                  <a:pt x="1504950" y="1162050"/>
                </a:lnTo>
                <a:lnTo>
                  <a:pt x="1495425" y="1162050"/>
                </a:lnTo>
                <a:lnTo>
                  <a:pt x="1495425" y="1171575"/>
                </a:lnTo>
                <a:lnTo>
                  <a:pt x="1504950" y="1171575"/>
                </a:lnTo>
                <a:lnTo>
                  <a:pt x="1504950" y="1181100"/>
                </a:lnTo>
                <a:lnTo>
                  <a:pt x="1514475" y="1181100"/>
                </a:lnTo>
                <a:lnTo>
                  <a:pt x="1514475" y="1190625"/>
                </a:lnTo>
                <a:lnTo>
                  <a:pt x="1495425" y="1190625"/>
                </a:lnTo>
                <a:lnTo>
                  <a:pt x="1495425" y="1200150"/>
                </a:lnTo>
                <a:lnTo>
                  <a:pt x="1514475" y="1200150"/>
                </a:lnTo>
                <a:lnTo>
                  <a:pt x="1514475" y="1209675"/>
                </a:lnTo>
                <a:lnTo>
                  <a:pt x="1495425" y="1209675"/>
                </a:lnTo>
                <a:lnTo>
                  <a:pt x="1495425" y="1219200"/>
                </a:lnTo>
                <a:lnTo>
                  <a:pt x="1476375" y="1219200"/>
                </a:lnTo>
                <a:lnTo>
                  <a:pt x="1476375" y="1200150"/>
                </a:lnTo>
                <a:lnTo>
                  <a:pt x="1485900" y="1200150"/>
                </a:lnTo>
                <a:lnTo>
                  <a:pt x="1485900" y="1171575"/>
                </a:lnTo>
                <a:lnTo>
                  <a:pt x="1466850" y="1171575"/>
                </a:lnTo>
                <a:lnTo>
                  <a:pt x="1466850" y="1162050"/>
                </a:lnTo>
                <a:lnTo>
                  <a:pt x="1485900" y="1162050"/>
                </a:lnTo>
                <a:lnTo>
                  <a:pt x="1485900" y="1143000"/>
                </a:lnTo>
                <a:lnTo>
                  <a:pt x="1476375" y="1143000"/>
                </a:lnTo>
                <a:lnTo>
                  <a:pt x="1476375" y="1123950"/>
                </a:lnTo>
                <a:lnTo>
                  <a:pt x="1466850" y="1123950"/>
                </a:lnTo>
                <a:close/>
                <a:moveTo>
                  <a:pt x="0" y="1123950"/>
                </a:moveTo>
                <a:lnTo>
                  <a:pt x="9525" y="1123950"/>
                </a:lnTo>
                <a:lnTo>
                  <a:pt x="9525" y="1143000"/>
                </a:lnTo>
                <a:lnTo>
                  <a:pt x="0" y="1143000"/>
                </a:lnTo>
                <a:close/>
                <a:moveTo>
                  <a:pt x="57150" y="1123950"/>
                </a:moveTo>
                <a:lnTo>
                  <a:pt x="66675" y="1123950"/>
                </a:lnTo>
                <a:lnTo>
                  <a:pt x="66675" y="1133475"/>
                </a:lnTo>
                <a:lnTo>
                  <a:pt x="57150" y="1133475"/>
                </a:lnTo>
                <a:close/>
                <a:moveTo>
                  <a:pt x="247650" y="1123950"/>
                </a:moveTo>
                <a:lnTo>
                  <a:pt x="257175" y="1123950"/>
                </a:lnTo>
                <a:lnTo>
                  <a:pt x="257175" y="1162050"/>
                </a:lnTo>
                <a:lnTo>
                  <a:pt x="266700" y="1162050"/>
                </a:lnTo>
                <a:lnTo>
                  <a:pt x="266700" y="1171575"/>
                </a:lnTo>
                <a:lnTo>
                  <a:pt x="247650" y="1171575"/>
                </a:lnTo>
                <a:lnTo>
                  <a:pt x="247650" y="1190625"/>
                </a:lnTo>
                <a:lnTo>
                  <a:pt x="238125" y="1190625"/>
                </a:lnTo>
                <a:lnTo>
                  <a:pt x="238125" y="1171575"/>
                </a:lnTo>
                <a:lnTo>
                  <a:pt x="228600" y="1171575"/>
                </a:lnTo>
                <a:lnTo>
                  <a:pt x="228600" y="1162050"/>
                </a:lnTo>
                <a:lnTo>
                  <a:pt x="238125" y="1162050"/>
                </a:lnTo>
                <a:lnTo>
                  <a:pt x="238125" y="1152525"/>
                </a:lnTo>
                <a:lnTo>
                  <a:pt x="228600" y="1152525"/>
                </a:lnTo>
                <a:lnTo>
                  <a:pt x="228600" y="1143000"/>
                </a:lnTo>
                <a:lnTo>
                  <a:pt x="238125" y="1143000"/>
                </a:lnTo>
                <a:lnTo>
                  <a:pt x="238125" y="1133475"/>
                </a:lnTo>
                <a:lnTo>
                  <a:pt x="247650" y="1133475"/>
                </a:lnTo>
                <a:close/>
                <a:moveTo>
                  <a:pt x="47625" y="1133475"/>
                </a:moveTo>
                <a:lnTo>
                  <a:pt x="57150" y="1133475"/>
                </a:lnTo>
                <a:lnTo>
                  <a:pt x="57150" y="1143000"/>
                </a:lnTo>
                <a:lnTo>
                  <a:pt x="66675" y="1143000"/>
                </a:lnTo>
                <a:lnTo>
                  <a:pt x="66675" y="1162050"/>
                </a:lnTo>
                <a:lnTo>
                  <a:pt x="76200" y="1162050"/>
                </a:lnTo>
                <a:lnTo>
                  <a:pt x="76200" y="1200150"/>
                </a:lnTo>
                <a:lnTo>
                  <a:pt x="57150" y="1200150"/>
                </a:lnTo>
                <a:lnTo>
                  <a:pt x="57150" y="1190625"/>
                </a:lnTo>
                <a:lnTo>
                  <a:pt x="38100" y="1190625"/>
                </a:lnTo>
                <a:lnTo>
                  <a:pt x="38100" y="1181100"/>
                </a:lnTo>
                <a:lnTo>
                  <a:pt x="47625" y="1181100"/>
                </a:lnTo>
                <a:lnTo>
                  <a:pt x="47625" y="1162050"/>
                </a:lnTo>
                <a:lnTo>
                  <a:pt x="28575" y="1162050"/>
                </a:lnTo>
                <a:lnTo>
                  <a:pt x="28575" y="1143000"/>
                </a:lnTo>
                <a:lnTo>
                  <a:pt x="47625" y="1143000"/>
                </a:lnTo>
                <a:close/>
                <a:moveTo>
                  <a:pt x="1304925" y="1133475"/>
                </a:moveTo>
                <a:lnTo>
                  <a:pt x="1314450" y="1133475"/>
                </a:lnTo>
                <a:lnTo>
                  <a:pt x="1314450" y="1143000"/>
                </a:lnTo>
                <a:lnTo>
                  <a:pt x="1333500" y="1143000"/>
                </a:lnTo>
                <a:lnTo>
                  <a:pt x="1333500" y="1162050"/>
                </a:lnTo>
                <a:lnTo>
                  <a:pt x="1323975" y="1162050"/>
                </a:lnTo>
                <a:lnTo>
                  <a:pt x="1323975" y="1181100"/>
                </a:lnTo>
                <a:lnTo>
                  <a:pt x="1295400" y="1181100"/>
                </a:lnTo>
                <a:lnTo>
                  <a:pt x="1295400" y="1171575"/>
                </a:lnTo>
                <a:lnTo>
                  <a:pt x="1314450" y="1171575"/>
                </a:lnTo>
                <a:lnTo>
                  <a:pt x="1314450" y="1152525"/>
                </a:lnTo>
                <a:lnTo>
                  <a:pt x="1304925" y="1152525"/>
                </a:lnTo>
                <a:close/>
                <a:moveTo>
                  <a:pt x="152400" y="1143000"/>
                </a:moveTo>
                <a:lnTo>
                  <a:pt x="161925" y="1143000"/>
                </a:lnTo>
                <a:lnTo>
                  <a:pt x="161925" y="1152525"/>
                </a:lnTo>
                <a:lnTo>
                  <a:pt x="171450" y="1152525"/>
                </a:lnTo>
                <a:lnTo>
                  <a:pt x="171450" y="1171575"/>
                </a:lnTo>
                <a:lnTo>
                  <a:pt x="161925" y="1171575"/>
                </a:lnTo>
                <a:lnTo>
                  <a:pt x="161925" y="1181100"/>
                </a:lnTo>
                <a:lnTo>
                  <a:pt x="142875" y="1181100"/>
                </a:lnTo>
                <a:lnTo>
                  <a:pt x="142875" y="1152525"/>
                </a:lnTo>
                <a:lnTo>
                  <a:pt x="152400" y="1152525"/>
                </a:lnTo>
                <a:close/>
                <a:moveTo>
                  <a:pt x="1371600" y="1143000"/>
                </a:moveTo>
                <a:lnTo>
                  <a:pt x="1390650" y="1143000"/>
                </a:lnTo>
                <a:lnTo>
                  <a:pt x="1390650" y="1152525"/>
                </a:lnTo>
                <a:lnTo>
                  <a:pt x="1400175" y="1152525"/>
                </a:lnTo>
                <a:lnTo>
                  <a:pt x="1400175" y="1162050"/>
                </a:lnTo>
                <a:lnTo>
                  <a:pt x="1362075" y="1162050"/>
                </a:lnTo>
                <a:lnTo>
                  <a:pt x="1362075" y="1152525"/>
                </a:lnTo>
                <a:lnTo>
                  <a:pt x="1371600" y="1152525"/>
                </a:lnTo>
                <a:close/>
                <a:moveTo>
                  <a:pt x="1438275" y="1143000"/>
                </a:moveTo>
                <a:lnTo>
                  <a:pt x="1457325" y="1143000"/>
                </a:lnTo>
                <a:lnTo>
                  <a:pt x="1457325" y="1152525"/>
                </a:lnTo>
                <a:lnTo>
                  <a:pt x="1447800" y="1152525"/>
                </a:lnTo>
                <a:lnTo>
                  <a:pt x="1447800" y="1162050"/>
                </a:lnTo>
                <a:lnTo>
                  <a:pt x="1438275" y="1162050"/>
                </a:lnTo>
                <a:close/>
                <a:moveTo>
                  <a:pt x="1571625" y="1143000"/>
                </a:moveTo>
                <a:lnTo>
                  <a:pt x="1581150" y="1143000"/>
                </a:lnTo>
                <a:lnTo>
                  <a:pt x="1581150" y="1162050"/>
                </a:lnTo>
                <a:lnTo>
                  <a:pt x="1571625" y="1162050"/>
                </a:lnTo>
                <a:lnTo>
                  <a:pt x="1571625" y="1171575"/>
                </a:lnTo>
                <a:lnTo>
                  <a:pt x="1562100" y="1171575"/>
                </a:lnTo>
                <a:lnTo>
                  <a:pt x="1562100" y="1152525"/>
                </a:lnTo>
                <a:lnTo>
                  <a:pt x="1571625" y="1152525"/>
                </a:lnTo>
                <a:close/>
                <a:moveTo>
                  <a:pt x="209550" y="1162050"/>
                </a:moveTo>
                <a:lnTo>
                  <a:pt x="219075" y="1162050"/>
                </a:lnTo>
                <a:lnTo>
                  <a:pt x="219075" y="1171575"/>
                </a:lnTo>
                <a:lnTo>
                  <a:pt x="209550" y="1171575"/>
                </a:lnTo>
                <a:close/>
                <a:moveTo>
                  <a:pt x="104775" y="1171575"/>
                </a:moveTo>
                <a:lnTo>
                  <a:pt x="133350" y="1171575"/>
                </a:lnTo>
                <a:lnTo>
                  <a:pt x="133350" y="1200150"/>
                </a:lnTo>
                <a:lnTo>
                  <a:pt x="114300" y="1200150"/>
                </a:lnTo>
                <a:lnTo>
                  <a:pt x="114300" y="1190625"/>
                </a:lnTo>
                <a:lnTo>
                  <a:pt x="104775" y="1190625"/>
                </a:lnTo>
                <a:close/>
                <a:moveTo>
                  <a:pt x="1390650" y="1171575"/>
                </a:moveTo>
                <a:lnTo>
                  <a:pt x="1419225" y="1171575"/>
                </a:lnTo>
                <a:lnTo>
                  <a:pt x="1419225" y="1181100"/>
                </a:lnTo>
                <a:lnTo>
                  <a:pt x="1390650" y="1181100"/>
                </a:lnTo>
                <a:close/>
                <a:moveTo>
                  <a:pt x="1457325" y="1171575"/>
                </a:moveTo>
                <a:lnTo>
                  <a:pt x="1466850" y="1171575"/>
                </a:lnTo>
                <a:lnTo>
                  <a:pt x="1466850" y="1181100"/>
                </a:lnTo>
                <a:lnTo>
                  <a:pt x="1457325" y="1181100"/>
                </a:lnTo>
                <a:close/>
                <a:moveTo>
                  <a:pt x="171450" y="1181100"/>
                </a:moveTo>
                <a:lnTo>
                  <a:pt x="180975" y="1181100"/>
                </a:lnTo>
                <a:lnTo>
                  <a:pt x="180975" y="1190625"/>
                </a:lnTo>
                <a:lnTo>
                  <a:pt x="171450" y="1190625"/>
                </a:lnTo>
                <a:close/>
                <a:moveTo>
                  <a:pt x="1428750" y="1181100"/>
                </a:moveTo>
                <a:lnTo>
                  <a:pt x="1438275" y="1181100"/>
                </a:lnTo>
                <a:lnTo>
                  <a:pt x="1438275" y="1190625"/>
                </a:lnTo>
                <a:lnTo>
                  <a:pt x="1447800" y="1190625"/>
                </a:lnTo>
                <a:lnTo>
                  <a:pt x="1447800" y="1200150"/>
                </a:lnTo>
                <a:lnTo>
                  <a:pt x="1428750" y="1200150"/>
                </a:lnTo>
                <a:close/>
                <a:moveTo>
                  <a:pt x="0" y="1190625"/>
                </a:moveTo>
                <a:lnTo>
                  <a:pt x="9525" y="1190625"/>
                </a:lnTo>
                <a:lnTo>
                  <a:pt x="9525" y="1200150"/>
                </a:lnTo>
                <a:lnTo>
                  <a:pt x="0" y="1200150"/>
                </a:lnTo>
                <a:close/>
                <a:moveTo>
                  <a:pt x="28575" y="1190625"/>
                </a:moveTo>
                <a:lnTo>
                  <a:pt x="38100" y="1190625"/>
                </a:lnTo>
                <a:lnTo>
                  <a:pt x="38100" y="1200150"/>
                </a:lnTo>
                <a:lnTo>
                  <a:pt x="28575" y="1200150"/>
                </a:lnTo>
                <a:close/>
                <a:moveTo>
                  <a:pt x="114300" y="1190625"/>
                </a:moveTo>
                <a:lnTo>
                  <a:pt x="123825" y="1190625"/>
                </a:lnTo>
                <a:lnTo>
                  <a:pt x="123825" y="1181100"/>
                </a:lnTo>
                <a:lnTo>
                  <a:pt x="114300" y="1181100"/>
                </a:lnTo>
                <a:close/>
                <a:moveTo>
                  <a:pt x="419100" y="1190625"/>
                </a:moveTo>
                <a:lnTo>
                  <a:pt x="428625" y="1190625"/>
                </a:lnTo>
                <a:lnTo>
                  <a:pt x="428625" y="1200150"/>
                </a:lnTo>
                <a:lnTo>
                  <a:pt x="438150" y="1200150"/>
                </a:lnTo>
                <a:lnTo>
                  <a:pt x="438150" y="1219200"/>
                </a:lnTo>
                <a:lnTo>
                  <a:pt x="447675" y="1219200"/>
                </a:lnTo>
                <a:lnTo>
                  <a:pt x="447675" y="1228725"/>
                </a:lnTo>
                <a:lnTo>
                  <a:pt x="409575" y="1228725"/>
                </a:lnTo>
                <a:lnTo>
                  <a:pt x="409575" y="1209675"/>
                </a:lnTo>
                <a:lnTo>
                  <a:pt x="419100" y="1209675"/>
                </a:lnTo>
                <a:close/>
                <a:moveTo>
                  <a:pt x="76200" y="1200150"/>
                </a:moveTo>
                <a:lnTo>
                  <a:pt x="95250" y="1200150"/>
                </a:lnTo>
                <a:lnTo>
                  <a:pt x="95250" y="1219200"/>
                </a:lnTo>
                <a:lnTo>
                  <a:pt x="85725" y="1219200"/>
                </a:lnTo>
                <a:lnTo>
                  <a:pt x="85725" y="1209675"/>
                </a:lnTo>
                <a:lnTo>
                  <a:pt x="76200" y="1209675"/>
                </a:lnTo>
                <a:close/>
                <a:moveTo>
                  <a:pt x="19050" y="1209675"/>
                </a:moveTo>
                <a:lnTo>
                  <a:pt x="28575" y="1209675"/>
                </a:lnTo>
                <a:lnTo>
                  <a:pt x="28575" y="1219200"/>
                </a:lnTo>
                <a:lnTo>
                  <a:pt x="19050" y="1219200"/>
                </a:lnTo>
                <a:close/>
                <a:moveTo>
                  <a:pt x="371475" y="1209675"/>
                </a:moveTo>
                <a:lnTo>
                  <a:pt x="400050" y="1209675"/>
                </a:lnTo>
                <a:lnTo>
                  <a:pt x="400050" y="1219200"/>
                </a:lnTo>
                <a:lnTo>
                  <a:pt x="390525" y="1219200"/>
                </a:lnTo>
                <a:lnTo>
                  <a:pt x="390525" y="1228725"/>
                </a:lnTo>
                <a:lnTo>
                  <a:pt x="371475" y="1228725"/>
                </a:lnTo>
                <a:close/>
                <a:moveTo>
                  <a:pt x="38100" y="1219200"/>
                </a:moveTo>
                <a:lnTo>
                  <a:pt x="76200" y="1219200"/>
                </a:lnTo>
                <a:lnTo>
                  <a:pt x="76200" y="1238250"/>
                </a:lnTo>
                <a:lnTo>
                  <a:pt x="66675" y="1238250"/>
                </a:lnTo>
                <a:lnTo>
                  <a:pt x="66675" y="1228725"/>
                </a:lnTo>
                <a:lnTo>
                  <a:pt x="38100" y="1228725"/>
                </a:lnTo>
                <a:close/>
                <a:moveTo>
                  <a:pt x="476250" y="1219200"/>
                </a:moveTo>
                <a:lnTo>
                  <a:pt x="495300" y="1219200"/>
                </a:lnTo>
                <a:lnTo>
                  <a:pt x="495300" y="1228725"/>
                </a:lnTo>
                <a:lnTo>
                  <a:pt x="476250" y="1228725"/>
                </a:lnTo>
                <a:close/>
                <a:moveTo>
                  <a:pt x="1466850" y="1219200"/>
                </a:moveTo>
                <a:lnTo>
                  <a:pt x="1476375" y="1219200"/>
                </a:lnTo>
                <a:lnTo>
                  <a:pt x="1476375" y="1228725"/>
                </a:lnTo>
                <a:lnTo>
                  <a:pt x="1466850" y="1228725"/>
                </a:lnTo>
                <a:close/>
                <a:moveTo>
                  <a:pt x="19050" y="1228725"/>
                </a:moveTo>
                <a:lnTo>
                  <a:pt x="28575" y="1228725"/>
                </a:lnTo>
                <a:lnTo>
                  <a:pt x="28575" y="1238250"/>
                </a:lnTo>
                <a:lnTo>
                  <a:pt x="57150" y="1238250"/>
                </a:lnTo>
                <a:lnTo>
                  <a:pt x="57150" y="1247775"/>
                </a:lnTo>
                <a:lnTo>
                  <a:pt x="47625" y="1247775"/>
                </a:lnTo>
                <a:lnTo>
                  <a:pt x="47625" y="1266825"/>
                </a:lnTo>
                <a:lnTo>
                  <a:pt x="19050" y="1266825"/>
                </a:lnTo>
                <a:lnTo>
                  <a:pt x="19050" y="1257300"/>
                </a:lnTo>
                <a:lnTo>
                  <a:pt x="9525" y="1257300"/>
                </a:lnTo>
                <a:lnTo>
                  <a:pt x="9525" y="1247775"/>
                </a:lnTo>
                <a:lnTo>
                  <a:pt x="19050" y="1247775"/>
                </a:lnTo>
                <a:close/>
                <a:moveTo>
                  <a:pt x="1295400" y="1228725"/>
                </a:moveTo>
                <a:lnTo>
                  <a:pt x="1314450" y="1228725"/>
                </a:lnTo>
                <a:lnTo>
                  <a:pt x="1314450" y="1247775"/>
                </a:lnTo>
                <a:lnTo>
                  <a:pt x="1295400" y="1247775"/>
                </a:lnTo>
                <a:close/>
                <a:moveTo>
                  <a:pt x="390525" y="1238250"/>
                </a:moveTo>
                <a:lnTo>
                  <a:pt x="428625" y="1238250"/>
                </a:lnTo>
                <a:lnTo>
                  <a:pt x="428625" y="1247775"/>
                </a:lnTo>
                <a:lnTo>
                  <a:pt x="390525" y="1247775"/>
                </a:lnTo>
                <a:close/>
                <a:moveTo>
                  <a:pt x="1581150" y="1238250"/>
                </a:moveTo>
                <a:lnTo>
                  <a:pt x="1590675" y="1238250"/>
                </a:lnTo>
                <a:lnTo>
                  <a:pt x="1590675" y="1266825"/>
                </a:lnTo>
                <a:lnTo>
                  <a:pt x="1581150" y="1266825"/>
                </a:lnTo>
                <a:close/>
                <a:moveTo>
                  <a:pt x="1504950" y="1257300"/>
                </a:moveTo>
                <a:lnTo>
                  <a:pt x="1533525" y="1257300"/>
                </a:lnTo>
                <a:lnTo>
                  <a:pt x="1533525" y="1276350"/>
                </a:lnTo>
                <a:lnTo>
                  <a:pt x="1524000" y="1276350"/>
                </a:lnTo>
                <a:lnTo>
                  <a:pt x="1524000" y="1314450"/>
                </a:lnTo>
                <a:lnTo>
                  <a:pt x="1514475" y="1314450"/>
                </a:lnTo>
                <a:lnTo>
                  <a:pt x="1514475" y="1323975"/>
                </a:lnTo>
                <a:lnTo>
                  <a:pt x="1504950" y="1323975"/>
                </a:lnTo>
                <a:lnTo>
                  <a:pt x="1504950" y="1295400"/>
                </a:lnTo>
                <a:lnTo>
                  <a:pt x="1514475" y="1295400"/>
                </a:lnTo>
                <a:lnTo>
                  <a:pt x="1514475" y="1276350"/>
                </a:lnTo>
                <a:lnTo>
                  <a:pt x="1504950" y="1276350"/>
                </a:lnTo>
                <a:close/>
                <a:moveTo>
                  <a:pt x="1571625" y="1276350"/>
                </a:moveTo>
                <a:lnTo>
                  <a:pt x="1581150" y="1276350"/>
                </a:lnTo>
                <a:lnTo>
                  <a:pt x="1581150" y="1295400"/>
                </a:lnTo>
                <a:lnTo>
                  <a:pt x="1590675" y="1295400"/>
                </a:lnTo>
                <a:lnTo>
                  <a:pt x="1590675" y="1304925"/>
                </a:lnTo>
                <a:lnTo>
                  <a:pt x="1609725" y="1304925"/>
                </a:lnTo>
                <a:lnTo>
                  <a:pt x="1609725" y="1333500"/>
                </a:lnTo>
                <a:lnTo>
                  <a:pt x="1590675" y="1333500"/>
                </a:lnTo>
                <a:lnTo>
                  <a:pt x="1590675" y="1323975"/>
                </a:lnTo>
                <a:lnTo>
                  <a:pt x="1562100" y="1323975"/>
                </a:lnTo>
                <a:lnTo>
                  <a:pt x="1562100" y="1343025"/>
                </a:lnTo>
                <a:lnTo>
                  <a:pt x="1543050" y="1343025"/>
                </a:lnTo>
                <a:lnTo>
                  <a:pt x="1543050" y="1323975"/>
                </a:lnTo>
                <a:lnTo>
                  <a:pt x="1552575" y="1323975"/>
                </a:lnTo>
                <a:lnTo>
                  <a:pt x="1552575" y="1314450"/>
                </a:lnTo>
                <a:lnTo>
                  <a:pt x="1562100" y="1314450"/>
                </a:lnTo>
                <a:lnTo>
                  <a:pt x="1562100" y="1304925"/>
                </a:lnTo>
                <a:lnTo>
                  <a:pt x="1552575" y="1304925"/>
                </a:lnTo>
                <a:lnTo>
                  <a:pt x="1552575" y="1295400"/>
                </a:lnTo>
                <a:lnTo>
                  <a:pt x="1543050" y="1295400"/>
                </a:lnTo>
                <a:lnTo>
                  <a:pt x="1543050" y="1285875"/>
                </a:lnTo>
                <a:lnTo>
                  <a:pt x="1571625" y="1285875"/>
                </a:lnTo>
                <a:close/>
                <a:moveTo>
                  <a:pt x="361950" y="1285875"/>
                </a:moveTo>
                <a:lnTo>
                  <a:pt x="381000" y="1285875"/>
                </a:lnTo>
                <a:lnTo>
                  <a:pt x="381000" y="1295400"/>
                </a:lnTo>
                <a:lnTo>
                  <a:pt x="361950" y="1295400"/>
                </a:lnTo>
                <a:close/>
                <a:moveTo>
                  <a:pt x="400050" y="1285875"/>
                </a:moveTo>
                <a:lnTo>
                  <a:pt x="409575" y="1285875"/>
                </a:lnTo>
                <a:lnTo>
                  <a:pt x="409575" y="1304925"/>
                </a:lnTo>
                <a:lnTo>
                  <a:pt x="419100" y="1304925"/>
                </a:lnTo>
                <a:lnTo>
                  <a:pt x="419100" y="1314450"/>
                </a:lnTo>
                <a:lnTo>
                  <a:pt x="409575" y="1314450"/>
                </a:lnTo>
                <a:lnTo>
                  <a:pt x="409575" y="1323975"/>
                </a:lnTo>
                <a:lnTo>
                  <a:pt x="400050" y="1323975"/>
                </a:lnTo>
                <a:lnTo>
                  <a:pt x="400050" y="1352550"/>
                </a:lnTo>
                <a:lnTo>
                  <a:pt x="381000" y="1352550"/>
                </a:lnTo>
                <a:lnTo>
                  <a:pt x="381000" y="1343025"/>
                </a:lnTo>
                <a:lnTo>
                  <a:pt x="390525" y="1343025"/>
                </a:lnTo>
                <a:lnTo>
                  <a:pt x="390525" y="1323975"/>
                </a:lnTo>
                <a:lnTo>
                  <a:pt x="381000" y="1323975"/>
                </a:lnTo>
                <a:lnTo>
                  <a:pt x="381000" y="1304925"/>
                </a:lnTo>
                <a:lnTo>
                  <a:pt x="390525" y="1304925"/>
                </a:lnTo>
                <a:lnTo>
                  <a:pt x="390525" y="1295400"/>
                </a:lnTo>
                <a:lnTo>
                  <a:pt x="400050" y="1295400"/>
                </a:lnTo>
                <a:close/>
                <a:moveTo>
                  <a:pt x="438150" y="1285875"/>
                </a:moveTo>
                <a:lnTo>
                  <a:pt x="447675" y="1285875"/>
                </a:lnTo>
                <a:lnTo>
                  <a:pt x="447675" y="1295400"/>
                </a:lnTo>
                <a:lnTo>
                  <a:pt x="438150" y="1295400"/>
                </a:lnTo>
                <a:close/>
                <a:moveTo>
                  <a:pt x="781050" y="1285875"/>
                </a:moveTo>
                <a:lnTo>
                  <a:pt x="800100" y="1285875"/>
                </a:lnTo>
                <a:lnTo>
                  <a:pt x="800100" y="1295400"/>
                </a:lnTo>
                <a:lnTo>
                  <a:pt x="781050" y="1295400"/>
                </a:lnTo>
                <a:close/>
                <a:moveTo>
                  <a:pt x="1133475" y="1285875"/>
                </a:moveTo>
                <a:lnTo>
                  <a:pt x="1143000" y="1285875"/>
                </a:lnTo>
                <a:lnTo>
                  <a:pt x="1143000" y="1304925"/>
                </a:lnTo>
                <a:lnTo>
                  <a:pt x="1133475" y="1304925"/>
                </a:lnTo>
                <a:close/>
                <a:moveTo>
                  <a:pt x="352425" y="1295400"/>
                </a:moveTo>
                <a:lnTo>
                  <a:pt x="361950" y="1295400"/>
                </a:lnTo>
                <a:lnTo>
                  <a:pt x="361950" y="1304925"/>
                </a:lnTo>
                <a:lnTo>
                  <a:pt x="352425" y="1304925"/>
                </a:lnTo>
                <a:close/>
                <a:moveTo>
                  <a:pt x="942975" y="1295400"/>
                </a:moveTo>
                <a:lnTo>
                  <a:pt x="962025" y="1295400"/>
                </a:lnTo>
                <a:lnTo>
                  <a:pt x="962025" y="1304925"/>
                </a:lnTo>
                <a:lnTo>
                  <a:pt x="990600" y="1304925"/>
                </a:lnTo>
                <a:lnTo>
                  <a:pt x="990600" y="1314450"/>
                </a:lnTo>
                <a:lnTo>
                  <a:pt x="981075" y="1314450"/>
                </a:lnTo>
                <a:lnTo>
                  <a:pt x="981075" y="1323975"/>
                </a:lnTo>
                <a:lnTo>
                  <a:pt x="952500" y="1323975"/>
                </a:lnTo>
                <a:lnTo>
                  <a:pt x="952500" y="1304925"/>
                </a:lnTo>
                <a:lnTo>
                  <a:pt x="942975" y="1304925"/>
                </a:lnTo>
                <a:close/>
                <a:moveTo>
                  <a:pt x="1085850" y="1295400"/>
                </a:moveTo>
                <a:lnTo>
                  <a:pt x="1095375" y="1295400"/>
                </a:lnTo>
                <a:lnTo>
                  <a:pt x="1095375" y="1304925"/>
                </a:lnTo>
                <a:lnTo>
                  <a:pt x="1085850" y="1304925"/>
                </a:lnTo>
                <a:close/>
                <a:moveTo>
                  <a:pt x="1428750" y="1295400"/>
                </a:moveTo>
                <a:lnTo>
                  <a:pt x="1438275" y="1295400"/>
                </a:lnTo>
                <a:lnTo>
                  <a:pt x="1438275" y="1304925"/>
                </a:lnTo>
                <a:lnTo>
                  <a:pt x="1428750" y="1304925"/>
                </a:lnTo>
                <a:close/>
                <a:moveTo>
                  <a:pt x="266700" y="1304925"/>
                </a:moveTo>
                <a:lnTo>
                  <a:pt x="295275" y="1304925"/>
                </a:lnTo>
                <a:lnTo>
                  <a:pt x="295275" y="1314450"/>
                </a:lnTo>
                <a:lnTo>
                  <a:pt x="314325" y="1314450"/>
                </a:lnTo>
                <a:lnTo>
                  <a:pt x="314325" y="1304925"/>
                </a:lnTo>
                <a:lnTo>
                  <a:pt x="333375" y="1304925"/>
                </a:lnTo>
                <a:lnTo>
                  <a:pt x="333375" y="1314450"/>
                </a:lnTo>
                <a:lnTo>
                  <a:pt x="352425" y="1314450"/>
                </a:lnTo>
                <a:lnTo>
                  <a:pt x="352425" y="1323975"/>
                </a:lnTo>
                <a:lnTo>
                  <a:pt x="323850" y="1323975"/>
                </a:lnTo>
                <a:lnTo>
                  <a:pt x="323850" y="1333500"/>
                </a:lnTo>
                <a:lnTo>
                  <a:pt x="314325" y="1333500"/>
                </a:lnTo>
                <a:lnTo>
                  <a:pt x="314325" y="1343025"/>
                </a:lnTo>
                <a:lnTo>
                  <a:pt x="304800" y="1343025"/>
                </a:lnTo>
                <a:lnTo>
                  <a:pt x="304800" y="1333500"/>
                </a:lnTo>
                <a:lnTo>
                  <a:pt x="285750" y="1333500"/>
                </a:lnTo>
                <a:lnTo>
                  <a:pt x="285750" y="1323975"/>
                </a:lnTo>
                <a:lnTo>
                  <a:pt x="266700" y="1323975"/>
                </a:lnTo>
                <a:close/>
                <a:moveTo>
                  <a:pt x="476250" y="1304925"/>
                </a:moveTo>
                <a:lnTo>
                  <a:pt x="485775" y="1304925"/>
                </a:lnTo>
                <a:lnTo>
                  <a:pt x="485775" y="1314450"/>
                </a:lnTo>
                <a:lnTo>
                  <a:pt x="476250" y="1314450"/>
                </a:lnTo>
                <a:close/>
                <a:moveTo>
                  <a:pt x="762000" y="1304925"/>
                </a:moveTo>
                <a:lnTo>
                  <a:pt x="771525" y="1304925"/>
                </a:lnTo>
                <a:lnTo>
                  <a:pt x="771525" y="1333500"/>
                </a:lnTo>
                <a:lnTo>
                  <a:pt x="762000" y="1333500"/>
                </a:lnTo>
                <a:lnTo>
                  <a:pt x="762000" y="1343025"/>
                </a:lnTo>
                <a:lnTo>
                  <a:pt x="742950" y="1343025"/>
                </a:lnTo>
                <a:lnTo>
                  <a:pt x="742950" y="1314450"/>
                </a:lnTo>
                <a:lnTo>
                  <a:pt x="762000" y="1314450"/>
                </a:lnTo>
                <a:close/>
                <a:moveTo>
                  <a:pt x="800100" y="1304925"/>
                </a:moveTo>
                <a:lnTo>
                  <a:pt x="819150" y="1304925"/>
                </a:lnTo>
                <a:lnTo>
                  <a:pt x="819150" y="1314450"/>
                </a:lnTo>
                <a:lnTo>
                  <a:pt x="800100" y="1314450"/>
                </a:lnTo>
                <a:close/>
                <a:moveTo>
                  <a:pt x="914400" y="1304925"/>
                </a:moveTo>
                <a:lnTo>
                  <a:pt x="923925" y="1304925"/>
                </a:lnTo>
                <a:lnTo>
                  <a:pt x="923925" y="1314450"/>
                </a:lnTo>
                <a:lnTo>
                  <a:pt x="942975" y="1314450"/>
                </a:lnTo>
                <a:lnTo>
                  <a:pt x="942975" y="1323975"/>
                </a:lnTo>
                <a:lnTo>
                  <a:pt x="914400" y="1323975"/>
                </a:lnTo>
                <a:close/>
                <a:moveTo>
                  <a:pt x="1114425" y="1304925"/>
                </a:moveTo>
                <a:lnTo>
                  <a:pt x="1133475" y="1304925"/>
                </a:lnTo>
                <a:lnTo>
                  <a:pt x="1133475" y="1314450"/>
                </a:lnTo>
                <a:lnTo>
                  <a:pt x="1114425" y="1314450"/>
                </a:lnTo>
                <a:close/>
                <a:moveTo>
                  <a:pt x="57150" y="1314450"/>
                </a:moveTo>
                <a:lnTo>
                  <a:pt x="66675" y="1314450"/>
                </a:lnTo>
                <a:lnTo>
                  <a:pt x="66675" y="1333500"/>
                </a:lnTo>
                <a:lnTo>
                  <a:pt x="57150" y="1333500"/>
                </a:lnTo>
                <a:close/>
                <a:moveTo>
                  <a:pt x="1466850" y="1314450"/>
                </a:moveTo>
                <a:lnTo>
                  <a:pt x="1485900" y="1314450"/>
                </a:lnTo>
                <a:lnTo>
                  <a:pt x="1485900" y="1343025"/>
                </a:lnTo>
                <a:lnTo>
                  <a:pt x="1476375" y="1343025"/>
                </a:lnTo>
                <a:lnTo>
                  <a:pt x="1476375" y="1333500"/>
                </a:lnTo>
                <a:lnTo>
                  <a:pt x="1466850" y="1333500"/>
                </a:lnTo>
                <a:close/>
                <a:moveTo>
                  <a:pt x="466725" y="1323975"/>
                </a:moveTo>
                <a:lnTo>
                  <a:pt x="504825" y="1323975"/>
                </a:lnTo>
                <a:lnTo>
                  <a:pt x="504825" y="1352550"/>
                </a:lnTo>
                <a:lnTo>
                  <a:pt x="476250" y="1352550"/>
                </a:lnTo>
                <a:lnTo>
                  <a:pt x="476250" y="1343025"/>
                </a:lnTo>
                <a:lnTo>
                  <a:pt x="466725" y="1343025"/>
                </a:lnTo>
                <a:close/>
                <a:moveTo>
                  <a:pt x="0" y="1333500"/>
                </a:moveTo>
                <a:lnTo>
                  <a:pt x="9525" y="1333500"/>
                </a:lnTo>
                <a:lnTo>
                  <a:pt x="9525" y="1343025"/>
                </a:lnTo>
                <a:lnTo>
                  <a:pt x="0" y="1343025"/>
                </a:lnTo>
                <a:close/>
                <a:moveTo>
                  <a:pt x="342900" y="1333500"/>
                </a:moveTo>
                <a:lnTo>
                  <a:pt x="352425" y="1333500"/>
                </a:lnTo>
                <a:lnTo>
                  <a:pt x="352425" y="1343025"/>
                </a:lnTo>
                <a:lnTo>
                  <a:pt x="342900" y="1343025"/>
                </a:lnTo>
                <a:close/>
                <a:moveTo>
                  <a:pt x="685800" y="1333500"/>
                </a:moveTo>
                <a:lnTo>
                  <a:pt x="695325" y="1333500"/>
                </a:lnTo>
                <a:lnTo>
                  <a:pt x="695325" y="1352550"/>
                </a:lnTo>
                <a:lnTo>
                  <a:pt x="685800" y="1352550"/>
                </a:lnTo>
                <a:close/>
                <a:moveTo>
                  <a:pt x="790575" y="1333500"/>
                </a:moveTo>
                <a:lnTo>
                  <a:pt x="819150" y="1333500"/>
                </a:lnTo>
                <a:lnTo>
                  <a:pt x="819150" y="1343025"/>
                </a:lnTo>
                <a:lnTo>
                  <a:pt x="809625" y="1343025"/>
                </a:lnTo>
                <a:lnTo>
                  <a:pt x="809625" y="1352550"/>
                </a:lnTo>
                <a:lnTo>
                  <a:pt x="800100" y="1352550"/>
                </a:lnTo>
                <a:lnTo>
                  <a:pt x="800100" y="1343025"/>
                </a:lnTo>
                <a:lnTo>
                  <a:pt x="790575" y="1343025"/>
                </a:lnTo>
                <a:close/>
                <a:moveTo>
                  <a:pt x="1038225" y="1333500"/>
                </a:moveTo>
                <a:lnTo>
                  <a:pt x="1057275" y="1333500"/>
                </a:lnTo>
                <a:lnTo>
                  <a:pt x="1057275" y="1352550"/>
                </a:lnTo>
                <a:lnTo>
                  <a:pt x="1038225" y="1352550"/>
                </a:lnTo>
                <a:close/>
                <a:moveTo>
                  <a:pt x="1152525" y="1333500"/>
                </a:moveTo>
                <a:lnTo>
                  <a:pt x="1162050" y="1333500"/>
                </a:lnTo>
                <a:lnTo>
                  <a:pt x="1162050" y="1343025"/>
                </a:lnTo>
                <a:lnTo>
                  <a:pt x="1152525" y="1343025"/>
                </a:lnTo>
                <a:close/>
                <a:moveTo>
                  <a:pt x="1409700" y="1333500"/>
                </a:moveTo>
                <a:lnTo>
                  <a:pt x="1419225" y="1333500"/>
                </a:lnTo>
                <a:lnTo>
                  <a:pt x="1419225" y="1343025"/>
                </a:lnTo>
                <a:lnTo>
                  <a:pt x="1409700" y="1343025"/>
                </a:lnTo>
                <a:close/>
                <a:moveTo>
                  <a:pt x="200025" y="1343025"/>
                </a:moveTo>
                <a:lnTo>
                  <a:pt x="209550" y="1343025"/>
                </a:lnTo>
                <a:lnTo>
                  <a:pt x="209550" y="1352550"/>
                </a:lnTo>
                <a:lnTo>
                  <a:pt x="200025" y="1352550"/>
                </a:lnTo>
                <a:close/>
                <a:moveTo>
                  <a:pt x="219075" y="1343025"/>
                </a:moveTo>
                <a:lnTo>
                  <a:pt x="228600" y="1343025"/>
                </a:lnTo>
                <a:lnTo>
                  <a:pt x="228600" y="1352550"/>
                </a:lnTo>
                <a:lnTo>
                  <a:pt x="219075" y="1352550"/>
                </a:lnTo>
                <a:close/>
                <a:moveTo>
                  <a:pt x="733425" y="1343025"/>
                </a:moveTo>
                <a:lnTo>
                  <a:pt x="742950" y="1343025"/>
                </a:lnTo>
                <a:lnTo>
                  <a:pt x="742950" y="1362075"/>
                </a:lnTo>
                <a:lnTo>
                  <a:pt x="723900" y="1362075"/>
                </a:lnTo>
                <a:lnTo>
                  <a:pt x="723900" y="1352550"/>
                </a:lnTo>
                <a:lnTo>
                  <a:pt x="733425" y="1352550"/>
                </a:lnTo>
                <a:close/>
                <a:moveTo>
                  <a:pt x="228600" y="1352550"/>
                </a:moveTo>
                <a:lnTo>
                  <a:pt x="238125" y="1352550"/>
                </a:lnTo>
                <a:lnTo>
                  <a:pt x="238125" y="1362075"/>
                </a:lnTo>
                <a:lnTo>
                  <a:pt x="228600" y="1362075"/>
                </a:lnTo>
                <a:close/>
                <a:moveTo>
                  <a:pt x="361950" y="1352550"/>
                </a:moveTo>
                <a:lnTo>
                  <a:pt x="371475" y="1352550"/>
                </a:lnTo>
                <a:lnTo>
                  <a:pt x="371475" y="1362075"/>
                </a:lnTo>
                <a:lnTo>
                  <a:pt x="361950" y="1362075"/>
                </a:lnTo>
                <a:close/>
                <a:moveTo>
                  <a:pt x="914400" y="1352550"/>
                </a:moveTo>
                <a:lnTo>
                  <a:pt x="923925" y="1352550"/>
                </a:lnTo>
                <a:lnTo>
                  <a:pt x="923925" y="1362075"/>
                </a:lnTo>
                <a:lnTo>
                  <a:pt x="914400" y="1362075"/>
                </a:lnTo>
                <a:close/>
                <a:moveTo>
                  <a:pt x="1362075" y="1352550"/>
                </a:moveTo>
                <a:lnTo>
                  <a:pt x="1381125" y="1352550"/>
                </a:lnTo>
                <a:lnTo>
                  <a:pt x="1381125" y="1362075"/>
                </a:lnTo>
                <a:lnTo>
                  <a:pt x="1362075" y="1362075"/>
                </a:lnTo>
                <a:close/>
                <a:moveTo>
                  <a:pt x="1428750" y="1352550"/>
                </a:moveTo>
                <a:lnTo>
                  <a:pt x="1438275" y="1352550"/>
                </a:lnTo>
                <a:lnTo>
                  <a:pt x="1438275" y="1362075"/>
                </a:lnTo>
                <a:lnTo>
                  <a:pt x="1428750" y="1362075"/>
                </a:lnTo>
                <a:close/>
              </a:path>
            </a:pathLst>
          </a:custGeom>
          <a:solidFill xmlns:a="http://schemas.openxmlformats.org/drawingml/2006/main">
            <a:srgbClr val="FAF8F4"/>
          </a:solidFill>
          <a:ln xmlns:a="http://schemas.openxmlformats.org/drawingml/2006/main" w="0">
            <a:noFill/>
          </a:ln>
        </p:spPr>
      </p:sp>
      <p:sp>
        <p:nvSpPr>
          <p:cNvPr id="25" name="turno1 vector #f9faf5">
            <a:extLst xmlns:a="http://schemas.openxmlformats.org/drawingml/2006/main">
              <a:ext uri="{FF2B5EF4-FFF2-40B4-BE49-F238E27FC236}">
                <a16:creationId xmlns:a16="http://schemas.microsoft.com/office/drawing/2014/main" id="{8D18DC41-1C94-4A0B-9B1C-A840B1E419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2025" y="2752725"/>
            <a:ext cx="2476500" cy="2095500"/>
          </a:xfrm>
          <a:custGeom xmlns:a="http://schemas.openxmlformats.org/drawingml/2006/main">
            <a:pathLst>
              <a:path w="1609725" h="1362075">
                <a:moveTo>
                  <a:pt x="9525" y="0"/>
                </a:moveTo>
                <a:lnTo>
                  <a:pt x="19050" y="0"/>
                </a:lnTo>
                <a:lnTo>
                  <a:pt x="19050" y="19050"/>
                </a:lnTo>
                <a:lnTo>
                  <a:pt x="9525" y="19050"/>
                </a:lnTo>
                <a:close/>
                <a:moveTo>
                  <a:pt x="638175" y="0"/>
                </a:moveTo>
                <a:lnTo>
                  <a:pt x="647700" y="0"/>
                </a:lnTo>
                <a:lnTo>
                  <a:pt x="647700" y="9525"/>
                </a:lnTo>
                <a:lnTo>
                  <a:pt x="638175" y="9525"/>
                </a:lnTo>
                <a:close/>
                <a:moveTo>
                  <a:pt x="723900" y="0"/>
                </a:moveTo>
                <a:lnTo>
                  <a:pt x="733425" y="0"/>
                </a:lnTo>
                <a:lnTo>
                  <a:pt x="733425" y="9525"/>
                </a:lnTo>
                <a:lnTo>
                  <a:pt x="723900" y="9525"/>
                </a:lnTo>
                <a:close/>
                <a:moveTo>
                  <a:pt x="895350" y="0"/>
                </a:moveTo>
                <a:lnTo>
                  <a:pt x="904875" y="0"/>
                </a:lnTo>
                <a:lnTo>
                  <a:pt x="904875" y="9525"/>
                </a:lnTo>
                <a:lnTo>
                  <a:pt x="895350" y="9525"/>
                </a:lnTo>
                <a:close/>
                <a:moveTo>
                  <a:pt x="1314450" y="0"/>
                </a:moveTo>
                <a:lnTo>
                  <a:pt x="1323975" y="0"/>
                </a:lnTo>
                <a:lnTo>
                  <a:pt x="1323975" y="9525"/>
                </a:lnTo>
                <a:lnTo>
                  <a:pt x="1314450" y="9525"/>
                </a:lnTo>
                <a:close/>
                <a:moveTo>
                  <a:pt x="819150" y="19050"/>
                </a:moveTo>
                <a:lnTo>
                  <a:pt x="847725" y="19050"/>
                </a:lnTo>
                <a:lnTo>
                  <a:pt x="847725" y="38100"/>
                </a:lnTo>
                <a:lnTo>
                  <a:pt x="819150" y="38100"/>
                </a:lnTo>
                <a:close/>
                <a:moveTo>
                  <a:pt x="1152525" y="47625"/>
                </a:moveTo>
                <a:lnTo>
                  <a:pt x="1190625" y="47625"/>
                </a:lnTo>
                <a:lnTo>
                  <a:pt x="1190625" y="57150"/>
                </a:lnTo>
                <a:lnTo>
                  <a:pt x="1152525" y="57150"/>
                </a:lnTo>
                <a:close/>
                <a:moveTo>
                  <a:pt x="1000125" y="66675"/>
                </a:moveTo>
                <a:lnTo>
                  <a:pt x="1009650" y="66675"/>
                </a:lnTo>
                <a:lnTo>
                  <a:pt x="1009650" y="76200"/>
                </a:lnTo>
                <a:lnTo>
                  <a:pt x="1000125" y="76200"/>
                </a:lnTo>
                <a:close/>
                <a:moveTo>
                  <a:pt x="1543050" y="76200"/>
                </a:moveTo>
                <a:lnTo>
                  <a:pt x="1552575" y="76200"/>
                </a:lnTo>
                <a:lnTo>
                  <a:pt x="1552575" y="85725"/>
                </a:lnTo>
                <a:lnTo>
                  <a:pt x="1543050" y="85725"/>
                </a:lnTo>
                <a:close/>
                <a:moveTo>
                  <a:pt x="1571625" y="76200"/>
                </a:moveTo>
                <a:lnTo>
                  <a:pt x="1590675" y="76200"/>
                </a:lnTo>
                <a:lnTo>
                  <a:pt x="1590675" y="95250"/>
                </a:lnTo>
                <a:lnTo>
                  <a:pt x="1571625" y="95250"/>
                </a:lnTo>
                <a:close/>
                <a:moveTo>
                  <a:pt x="371475" y="104775"/>
                </a:moveTo>
                <a:lnTo>
                  <a:pt x="381000" y="104775"/>
                </a:lnTo>
                <a:lnTo>
                  <a:pt x="381000" y="114300"/>
                </a:lnTo>
                <a:lnTo>
                  <a:pt x="371475" y="114300"/>
                </a:lnTo>
                <a:close/>
                <a:moveTo>
                  <a:pt x="866775" y="133350"/>
                </a:moveTo>
                <a:lnTo>
                  <a:pt x="876300" y="133350"/>
                </a:lnTo>
                <a:lnTo>
                  <a:pt x="876300" y="152400"/>
                </a:lnTo>
                <a:lnTo>
                  <a:pt x="866775" y="152400"/>
                </a:lnTo>
                <a:close/>
                <a:moveTo>
                  <a:pt x="809625" y="152400"/>
                </a:moveTo>
                <a:lnTo>
                  <a:pt x="819150" y="152400"/>
                </a:lnTo>
                <a:lnTo>
                  <a:pt x="819150" y="161925"/>
                </a:lnTo>
                <a:lnTo>
                  <a:pt x="809625" y="161925"/>
                </a:lnTo>
                <a:close/>
                <a:moveTo>
                  <a:pt x="1495425" y="171450"/>
                </a:moveTo>
                <a:lnTo>
                  <a:pt x="1504950" y="171450"/>
                </a:lnTo>
                <a:lnTo>
                  <a:pt x="1504950" y="180975"/>
                </a:lnTo>
                <a:lnTo>
                  <a:pt x="1495425" y="180975"/>
                </a:lnTo>
                <a:close/>
                <a:moveTo>
                  <a:pt x="1552575" y="171450"/>
                </a:moveTo>
                <a:lnTo>
                  <a:pt x="1562100" y="171450"/>
                </a:lnTo>
                <a:lnTo>
                  <a:pt x="1562100" y="180975"/>
                </a:lnTo>
                <a:lnTo>
                  <a:pt x="1552575" y="180975"/>
                </a:lnTo>
                <a:close/>
                <a:moveTo>
                  <a:pt x="619125" y="180975"/>
                </a:moveTo>
                <a:lnTo>
                  <a:pt x="628650" y="180975"/>
                </a:lnTo>
                <a:lnTo>
                  <a:pt x="628650" y="190500"/>
                </a:lnTo>
                <a:lnTo>
                  <a:pt x="619125" y="190500"/>
                </a:lnTo>
                <a:close/>
                <a:moveTo>
                  <a:pt x="723900" y="190500"/>
                </a:moveTo>
                <a:lnTo>
                  <a:pt x="742950" y="190500"/>
                </a:lnTo>
                <a:lnTo>
                  <a:pt x="742950" y="209550"/>
                </a:lnTo>
                <a:lnTo>
                  <a:pt x="752475" y="209550"/>
                </a:lnTo>
                <a:lnTo>
                  <a:pt x="752475" y="219075"/>
                </a:lnTo>
                <a:lnTo>
                  <a:pt x="742950" y="219075"/>
                </a:lnTo>
                <a:lnTo>
                  <a:pt x="742950" y="238125"/>
                </a:lnTo>
                <a:lnTo>
                  <a:pt x="733425" y="238125"/>
                </a:lnTo>
                <a:lnTo>
                  <a:pt x="733425" y="257175"/>
                </a:lnTo>
                <a:lnTo>
                  <a:pt x="714375" y="257175"/>
                </a:lnTo>
                <a:lnTo>
                  <a:pt x="714375" y="247650"/>
                </a:lnTo>
                <a:lnTo>
                  <a:pt x="723900" y="247650"/>
                </a:lnTo>
                <a:lnTo>
                  <a:pt x="723900" y="228600"/>
                </a:lnTo>
                <a:lnTo>
                  <a:pt x="733425" y="228600"/>
                </a:lnTo>
                <a:lnTo>
                  <a:pt x="733425" y="209550"/>
                </a:lnTo>
                <a:lnTo>
                  <a:pt x="723900" y="209550"/>
                </a:lnTo>
                <a:close/>
                <a:moveTo>
                  <a:pt x="1552575" y="190500"/>
                </a:moveTo>
                <a:lnTo>
                  <a:pt x="1562100" y="190500"/>
                </a:lnTo>
                <a:lnTo>
                  <a:pt x="1562100" y="200025"/>
                </a:lnTo>
                <a:lnTo>
                  <a:pt x="1571625" y="200025"/>
                </a:lnTo>
                <a:lnTo>
                  <a:pt x="1571625" y="219075"/>
                </a:lnTo>
                <a:lnTo>
                  <a:pt x="1552575" y="219075"/>
                </a:lnTo>
                <a:lnTo>
                  <a:pt x="1552575" y="228600"/>
                </a:lnTo>
                <a:lnTo>
                  <a:pt x="1533525" y="228600"/>
                </a:lnTo>
                <a:lnTo>
                  <a:pt x="1533525" y="209550"/>
                </a:lnTo>
                <a:lnTo>
                  <a:pt x="1543050" y="209550"/>
                </a:lnTo>
                <a:lnTo>
                  <a:pt x="1543050" y="200025"/>
                </a:lnTo>
                <a:lnTo>
                  <a:pt x="1552575" y="200025"/>
                </a:lnTo>
                <a:close/>
                <a:moveTo>
                  <a:pt x="1333500" y="200025"/>
                </a:moveTo>
                <a:lnTo>
                  <a:pt x="1343025" y="200025"/>
                </a:lnTo>
                <a:lnTo>
                  <a:pt x="1343025" y="209550"/>
                </a:lnTo>
                <a:lnTo>
                  <a:pt x="1333500" y="209550"/>
                </a:lnTo>
                <a:close/>
                <a:moveTo>
                  <a:pt x="838200" y="209550"/>
                </a:moveTo>
                <a:lnTo>
                  <a:pt x="857250" y="209550"/>
                </a:lnTo>
                <a:lnTo>
                  <a:pt x="857250" y="219075"/>
                </a:lnTo>
                <a:lnTo>
                  <a:pt x="838200" y="219075"/>
                </a:lnTo>
                <a:close/>
                <a:moveTo>
                  <a:pt x="533400" y="228600"/>
                </a:moveTo>
                <a:lnTo>
                  <a:pt x="542925" y="228600"/>
                </a:lnTo>
                <a:lnTo>
                  <a:pt x="542925" y="238125"/>
                </a:lnTo>
                <a:lnTo>
                  <a:pt x="533400" y="238125"/>
                </a:lnTo>
                <a:close/>
                <a:moveTo>
                  <a:pt x="1295400" y="228600"/>
                </a:moveTo>
                <a:lnTo>
                  <a:pt x="1304925" y="228600"/>
                </a:lnTo>
                <a:lnTo>
                  <a:pt x="1304925" y="238125"/>
                </a:lnTo>
                <a:lnTo>
                  <a:pt x="1295400" y="238125"/>
                </a:lnTo>
                <a:close/>
                <a:moveTo>
                  <a:pt x="1343025" y="228600"/>
                </a:moveTo>
                <a:lnTo>
                  <a:pt x="1352550" y="228600"/>
                </a:lnTo>
                <a:lnTo>
                  <a:pt x="1352550" y="247650"/>
                </a:lnTo>
                <a:lnTo>
                  <a:pt x="1343025" y="247650"/>
                </a:lnTo>
                <a:close/>
                <a:moveTo>
                  <a:pt x="219075" y="238125"/>
                </a:moveTo>
                <a:lnTo>
                  <a:pt x="238125" y="238125"/>
                </a:lnTo>
                <a:lnTo>
                  <a:pt x="238125" y="247650"/>
                </a:lnTo>
                <a:lnTo>
                  <a:pt x="247650" y="247650"/>
                </a:lnTo>
                <a:lnTo>
                  <a:pt x="247650" y="238125"/>
                </a:lnTo>
                <a:lnTo>
                  <a:pt x="266700" y="238125"/>
                </a:lnTo>
                <a:lnTo>
                  <a:pt x="266700" y="247650"/>
                </a:lnTo>
                <a:lnTo>
                  <a:pt x="257175" y="247650"/>
                </a:lnTo>
                <a:lnTo>
                  <a:pt x="257175" y="257175"/>
                </a:lnTo>
                <a:lnTo>
                  <a:pt x="247650" y="257175"/>
                </a:lnTo>
                <a:lnTo>
                  <a:pt x="247650" y="266700"/>
                </a:lnTo>
                <a:lnTo>
                  <a:pt x="219075" y="266700"/>
                </a:lnTo>
                <a:lnTo>
                  <a:pt x="219075" y="257175"/>
                </a:lnTo>
                <a:lnTo>
                  <a:pt x="209550" y="257175"/>
                </a:lnTo>
                <a:lnTo>
                  <a:pt x="209550" y="247650"/>
                </a:lnTo>
                <a:lnTo>
                  <a:pt x="219075" y="247650"/>
                </a:lnTo>
                <a:close/>
                <a:moveTo>
                  <a:pt x="304800" y="238125"/>
                </a:moveTo>
                <a:lnTo>
                  <a:pt x="314325" y="238125"/>
                </a:lnTo>
                <a:lnTo>
                  <a:pt x="314325" y="247650"/>
                </a:lnTo>
                <a:lnTo>
                  <a:pt x="323850" y="247650"/>
                </a:lnTo>
                <a:lnTo>
                  <a:pt x="323850" y="257175"/>
                </a:lnTo>
                <a:lnTo>
                  <a:pt x="304800" y="257175"/>
                </a:lnTo>
                <a:close/>
                <a:moveTo>
                  <a:pt x="1304925" y="238125"/>
                </a:moveTo>
                <a:lnTo>
                  <a:pt x="1333500" y="238125"/>
                </a:lnTo>
                <a:lnTo>
                  <a:pt x="1333500" y="247650"/>
                </a:lnTo>
                <a:lnTo>
                  <a:pt x="1343025" y="247650"/>
                </a:lnTo>
                <a:lnTo>
                  <a:pt x="1343025" y="266700"/>
                </a:lnTo>
                <a:lnTo>
                  <a:pt x="1323975" y="266700"/>
                </a:lnTo>
                <a:lnTo>
                  <a:pt x="1323975" y="257175"/>
                </a:lnTo>
                <a:lnTo>
                  <a:pt x="1314450" y="257175"/>
                </a:lnTo>
                <a:lnTo>
                  <a:pt x="1314450" y="247650"/>
                </a:lnTo>
                <a:lnTo>
                  <a:pt x="1304925" y="247650"/>
                </a:lnTo>
                <a:close/>
                <a:moveTo>
                  <a:pt x="152400" y="247650"/>
                </a:moveTo>
                <a:lnTo>
                  <a:pt x="171450" y="247650"/>
                </a:lnTo>
                <a:lnTo>
                  <a:pt x="171450" y="257175"/>
                </a:lnTo>
                <a:lnTo>
                  <a:pt x="180975" y="257175"/>
                </a:lnTo>
                <a:lnTo>
                  <a:pt x="180975" y="285750"/>
                </a:lnTo>
                <a:lnTo>
                  <a:pt x="171450" y="285750"/>
                </a:lnTo>
                <a:lnTo>
                  <a:pt x="171450" y="276225"/>
                </a:lnTo>
                <a:lnTo>
                  <a:pt x="152400" y="276225"/>
                </a:lnTo>
                <a:close/>
                <a:moveTo>
                  <a:pt x="1466850" y="247650"/>
                </a:moveTo>
                <a:lnTo>
                  <a:pt x="1476375" y="247650"/>
                </a:lnTo>
                <a:lnTo>
                  <a:pt x="1476375" y="257175"/>
                </a:lnTo>
                <a:lnTo>
                  <a:pt x="1466850" y="257175"/>
                </a:lnTo>
                <a:close/>
                <a:moveTo>
                  <a:pt x="47625" y="257175"/>
                </a:moveTo>
                <a:lnTo>
                  <a:pt x="66675" y="257175"/>
                </a:lnTo>
                <a:lnTo>
                  <a:pt x="66675" y="285750"/>
                </a:lnTo>
                <a:lnTo>
                  <a:pt x="57150" y="285750"/>
                </a:lnTo>
                <a:lnTo>
                  <a:pt x="57150" y="314325"/>
                </a:lnTo>
                <a:lnTo>
                  <a:pt x="38100" y="314325"/>
                </a:lnTo>
                <a:lnTo>
                  <a:pt x="38100" y="304800"/>
                </a:lnTo>
                <a:lnTo>
                  <a:pt x="47625" y="304800"/>
                </a:lnTo>
                <a:lnTo>
                  <a:pt x="47625" y="295275"/>
                </a:lnTo>
                <a:lnTo>
                  <a:pt x="28575" y="295275"/>
                </a:lnTo>
                <a:lnTo>
                  <a:pt x="28575" y="285750"/>
                </a:lnTo>
                <a:lnTo>
                  <a:pt x="38100" y="285750"/>
                </a:lnTo>
                <a:lnTo>
                  <a:pt x="38100" y="266700"/>
                </a:lnTo>
                <a:lnTo>
                  <a:pt x="47625" y="266700"/>
                </a:lnTo>
                <a:close/>
                <a:moveTo>
                  <a:pt x="685800" y="257175"/>
                </a:moveTo>
                <a:lnTo>
                  <a:pt x="695325" y="257175"/>
                </a:lnTo>
                <a:lnTo>
                  <a:pt x="695325" y="266700"/>
                </a:lnTo>
                <a:lnTo>
                  <a:pt x="685800" y="266700"/>
                </a:lnTo>
                <a:close/>
                <a:moveTo>
                  <a:pt x="809625" y="257175"/>
                </a:moveTo>
                <a:lnTo>
                  <a:pt x="828675" y="257175"/>
                </a:lnTo>
                <a:lnTo>
                  <a:pt x="828675" y="276225"/>
                </a:lnTo>
                <a:lnTo>
                  <a:pt x="838200" y="276225"/>
                </a:lnTo>
                <a:lnTo>
                  <a:pt x="838200" y="285750"/>
                </a:lnTo>
                <a:lnTo>
                  <a:pt x="809625" y="285750"/>
                </a:lnTo>
                <a:lnTo>
                  <a:pt x="809625" y="276225"/>
                </a:lnTo>
                <a:lnTo>
                  <a:pt x="790575" y="276225"/>
                </a:lnTo>
                <a:lnTo>
                  <a:pt x="790575" y="266700"/>
                </a:lnTo>
                <a:lnTo>
                  <a:pt x="809625" y="266700"/>
                </a:lnTo>
                <a:close/>
                <a:moveTo>
                  <a:pt x="1123950" y="257175"/>
                </a:moveTo>
                <a:lnTo>
                  <a:pt x="1143000" y="257175"/>
                </a:lnTo>
                <a:lnTo>
                  <a:pt x="1143000" y="276225"/>
                </a:lnTo>
                <a:lnTo>
                  <a:pt x="1133475" y="276225"/>
                </a:lnTo>
                <a:lnTo>
                  <a:pt x="1133475" y="266700"/>
                </a:lnTo>
                <a:lnTo>
                  <a:pt x="1123950" y="266700"/>
                </a:lnTo>
                <a:close/>
                <a:moveTo>
                  <a:pt x="1476375" y="257175"/>
                </a:moveTo>
                <a:lnTo>
                  <a:pt x="1485900" y="257175"/>
                </a:lnTo>
                <a:lnTo>
                  <a:pt x="1485900" y="266700"/>
                </a:lnTo>
                <a:lnTo>
                  <a:pt x="1476375" y="266700"/>
                </a:lnTo>
                <a:close/>
                <a:moveTo>
                  <a:pt x="266700" y="266700"/>
                </a:moveTo>
                <a:lnTo>
                  <a:pt x="295275" y="266700"/>
                </a:lnTo>
                <a:lnTo>
                  <a:pt x="295275" y="285750"/>
                </a:lnTo>
                <a:lnTo>
                  <a:pt x="276225" y="285750"/>
                </a:lnTo>
                <a:lnTo>
                  <a:pt x="276225" y="276225"/>
                </a:lnTo>
                <a:lnTo>
                  <a:pt x="266700" y="276225"/>
                </a:lnTo>
                <a:close/>
                <a:moveTo>
                  <a:pt x="619125" y="266700"/>
                </a:moveTo>
                <a:lnTo>
                  <a:pt x="657225" y="266700"/>
                </a:lnTo>
                <a:lnTo>
                  <a:pt x="657225" y="276225"/>
                </a:lnTo>
                <a:lnTo>
                  <a:pt x="619125" y="276225"/>
                </a:lnTo>
                <a:close/>
                <a:moveTo>
                  <a:pt x="1447800" y="266700"/>
                </a:moveTo>
                <a:lnTo>
                  <a:pt x="1457325" y="266700"/>
                </a:lnTo>
                <a:lnTo>
                  <a:pt x="1457325" y="276225"/>
                </a:lnTo>
                <a:lnTo>
                  <a:pt x="1447800" y="276225"/>
                </a:lnTo>
                <a:close/>
                <a:moveTo>
                  <a:pt x="95250" y="276225"/>
                </a:moveTo>
                <a:lnTo>
                  <a:pt x="104775" y="276225"/>
                </a:lnTo>
                <a:lnTo>
                  <a:pt x="104775" y="285750"/>
                </a:lnTo>
                <a:lnTo>
                  <a:pt x="123825" y="285750"/>
                </a:lnTo>
                <a:lnTo>
                  <a:pt x="123825" y="276225"/>
                </a:lnTo>
                <a:lnTo>
                  <a:pt x="142875" y="276225"/>
                </a:lnTo>
                <a:lnTo>
                  <a:pt x="142875" y="304800"/>
                </a:lnTo>
                <a:lnTo>
                  <a:pt x="104775" y="304800"/>
                </a:lnTo>
                <a:lnTo>
                  <a:pt x="104775" y="295275"/>
                </a:lnTo>
                <a:lnTo>
                  <a:pt x="85725" y="295275"/>
                </a:lnTo>
                <a:lnTo>
                  <a:pt x="85725" y="285750"/>
                </a:lnTo>
                <a:lnTo>
                  <a:pt x="95250" y="285750"/>
                </a:lnTo>
                <a:close/>
                <a:moveTo>
                  <a:pt x="657225" y="276225"/>
                </a:moveTo>
                <a:lnTo>
                  <a:pt x="676275" y="276225"/>
                </a:lnTo>
                <a:lnTo>
                  <a:pt x="676275" y="295275"/>
                </a:lnTo>
                <a:lnTo>
                  <a:pt x="666750" y="295275"/>
                </a:lnTo>
                <a:lnTo>
                  <a:pt x="666750" y="285750"/>
                </a:lnTo>
                <a:lnTo>
                  <a:pt x="657225" y="285750"/>
                </a:lnTo>
                <a:close/>
                <a:moveTo>
                  <a:pt x="781050" y="276225"/>
                </a:moveTo>
                <a:lnTo>
                  <a:pt x="790575" y="276225"/>
                </a:lnTo>
                <a:lnTo>
                  <a:pt x="790575" y="285750"/>
                </a:lnTo>
                <a:lnTo>
                  <a:pt x="781050" y="285750"/>
                </a:lnTo>
                <a:close/>
                <a:moveTo>
                  <a:pt x="857250" y="276225"/>
                </a:moveTo>
                <a:lnTo>
                  <a:pt x="876300" y="276225"/>
                </a:lnTo>
                <a:lnTo>
                  <a:pt x="876300" y="285750"/>
                </a:lnTo>
                <a:lnTo>
                  <a:pt x="857250" y="285750"/>
                </a:lnTo>
                <a:close/>
                <a:moveTo>
                  <a:pt x="1257300" y="276225"/>
                </a:moveTo>
                <a:lnTo>
                  <a:pt x="1266825" y="276225"/>
                </a:lnTo>
                <a:lnTo>
                  <a:pt x="1266825" y="285750"/>
                </a:lnTo>
                <a:lnTo>
                  <a:pt x="1276350" y="285750"/>
                </a:lnTo>
                <a:lnTo>
                  <a:pt x="1276350" y="323850"/>
                </a:lnTo>
                <a:lnTo>
                  <a:pt x="1247775" y="323850"/>
                </a:lnTo>
                <a:lnTo>
                  <a:pt x="1247775" y="333375"/>
                </a:lnTo>
                <a:lnTo>
                  <a:pt x="1257300" y="333375"/>
                </a:lnTo>
                <a:lnTo>
                  <a:pt x="1257300" y="342900"/>
                </a:lnTo>
                <a:lnTo>
                  <a:pt x="1247775" y="342900"/>
                </a:lnTo>
                <a:lnTo>
                  <a:pt x="1247775" y="361950"/>
                </a:lnTo>
                <a:lnTo>
                  <a:pt x="1190625" y="361950"/>
                </a:lnTo>
                <a:lnTo>
                  <a:pt x="1190625" y="352425"/>
                </a:lnTo>
                <a:lnTo>
                  <a:pt x="1209675" y="352425"/>
                </a:lnTo>
                <a:lnTo>
                  <a:pt x="1209675" y="333375"/>
                </a:lnTo>
                <a:lnTo>
                  <a:pt x="1219200" y="333375"/>
                </a:lnTo>
                <a:lnTo>
                  <a:pt x="1219200" y="342900"/>
                </a:lnTo>
                <a:lnTo>
                  <a:pt x="1228725" y="342900"/>
                </a:lnTo>
                <a:lnTo>
                  <a:pt x="1228725" y="333375"/>
                </a:lnTo>
                <a:lnTo>
                  <a:pt x="1238250" y="333375"/>
                </a:lnTo>
                <a:lnTo>
                  <a:pt x="1238250" y="323850"/>
                </a:lnTo>
                <a:lnTo>
                  <a:pt x="1228725" y="323850"/>
                </a:lnTo>
                <a:lnTo>
                  <a:pt x="1228725" y="304800"/>
                </a:lnTo>
                <a:lnTo>
                  <a:pt x="1238250" y="304800"/>
                </a:lnTo>
                <a:lnTo>
                  <a:pt x="1238250" y="295275"/>
                </a:lnTo>
                <a:lnTo>
                  <a:pt x="1247775" y="295275"/>
                </a:lnTo>
                <a:lnTo>
                  <a:pt x="1247775" y="285750"/>
                </a:lnTo>
                <a:lnTo>
                  <a:pt x="1257300" y="285750"/>
                </a:lnTo>
                <a:close/>
                <a:moveTo>
                  <a:pt x="1343025" y="276225"/>
                </a:moveTo>
                <a:lnTo>
                  <a:pt x="1352550" y="276225"/>
                </a:lnTo>
                <a:lnTo>
                  <a:pt x="1352550" y="285750"/>
                </a:lnTo>
                <a:lnTo>
                  <a:pt x="1343025" y="285750"/>
                </a:lnTo>
                <a:close/>
                <a:moveTo>
                  <a:pt x="723900" y="285750"/>
                </a:moveTo>
                <a:lnTo>
                  <a:pt x="733425" y="285750"/>
                </a:lnTo>
                <a:lnTo>
                  <a:pt x="733425" y="295275"/>
                </a:lnTo>
                <a:lnTo>
                  <a:pt x="723900" y="295275"/>
                </a:lnTo>
                <a:close/>
                <a:moveTo>
                  <a:pt x="1038225" y="285750"/>
                </a:moveTo>
                <a:lnTo>
                  <a:pt x="1057275" y="285750"/>
                </a:lnTo>
                <a:lnTo>
                  <a:pt x="1057275" y="295275"/>
                </a:lnTo>
                <a:lnTo>
                  <a:pt x="1047750" y="295275"/>
                </a:lnTo>
                <a:lnTo>
                  <a:pt x="1047750" y="304800"/>
                </a:lnTo>
                <a:lnTo>
                  <a:pt x="1038225" y="304800"/>
                </a:lnTo>
                <a:lnTo>
                  <a:pt x="1038225" y="314325"/>
                </a:lnTo>
                <a:lnTo>
                  <a:pt x="1028700" y="314325"/>
                </a:lnTo>
                <a:lnTo>
                  <a:pt x="1028700" y="295275"/>
                </a:lnTo>
                <a:lnTo>
                  <a:pt x="1038225" y="295275"/>
                </a:lnTo>
                <a:close/>
                <a:moveTo>
                  <a:pt x="381000" y="295275"/>
                </a:moveTo>
                <a:lnTo>
                  <a:pt x="390525" y="295275"/>
                </a:lnTo>
                <a:lnTo>
                  <a:pt x="390525" y="304800"/>
                </a:lnTo>
                <a:lnTo>
                  <a:pt x="381000" y="304800"/>
                </a:lnTo>
                <a:close/>
                <a:moveTo>
                  <a:pt x="390525" y="304800"/>
                </a:moveTo>
                <a:lnTo>
                  <a:pt x="400050" y="304800"/>
                </a:lnTo>
                <a:lnTo>
                  <a:pt x="400050" y="314325"/>
                </a:lnTo>
                <a:lnTo>
                  <a:pt x="409575" y="314325"/>
                </a:lnTo>
                <a:lnTo>
                  <a:pt x="409575" y="323850"/>
                </a:lnTo>
                <a:lnTo>
                  <a:pt x="390525" y="323850"/>
                </a:lnTo>
                <a:close/>
                <a:moveTo>
                  <a:pt x="666750" y="304800"/>
                </a:moveTo>
                <a:lnTo>
                  <a:pt x="676275" y="304800"/>
                </a:lnTo>
                <a:lnTo>
                  <a:pt x="676275" y="314325"/>
                </a:lnTo>
                <a:lnTo>
                  <a:pt x="666750" y="314325"/>
                </a:lnTo>
                <a:close/>
                <a:moveTo>
                  <a:pt x="342900" y="314325"/>
                </a:moveTo>
                <a:lnTo>
                  <a:pt x="352425" y="314325"/>
                </a:lnTo>
                <a:lnTo>
                  <a:pt x="352425" y="323850"/>
                </a:lnTo>
                <a:lnTo>
                  <a:pt x="361950" y="323850"/>
                </a:lnTo>
                <a:lnTo>
                  <a:pt x="361950" y="342900"/>
                </a:lnTo>
                <a:lnTo>
                  <a:pt x="352425" y="342900"/>
                </a:lnTo>
                <a:lnTo>
                  <a:pt x="352425" y="333375"/>
                </a:lnTo>
                <a:lnTo>
                  <a:pt x="333375" y="333375"/>
                </a:lnTo>
                <a:lnTo>
                  <a:pt x="333375" y="323850"/>
                </a:lnTo>
                <a:lnTo>
                  <a:pt x="342900" y="323850"/>
                </a:lnTo>
                <a:close/>
                <a:moveTo>
                  <a:pt x="1238250" y="314325"/>
                </a:moveTo>
                <a:lnTo>
                  <a:pt x="1257300" y="314325"/>
                </a:lnTo>
                <a:lnTo>
                  <a:pt x="1257300" y="304800"/>
                </a:lnTo>
                <a:lnTo>
                  <a:pt x="1238250" y="304800"/>
                </a:lnTo>
                <a:close/>
                <a:moveTo>
                  <a:pt x="38100" y="323850"/>
                </a:moveTo>
                <a:lnTo>
                  <a:pt x="57150" y="323850"/>
                </a:lnTo>
                <a:lnTo>
                  <a:pt x="57150" y="333375"/>
                </a:lnTo>
                <a:lnTo>
                  <a:pt x="38100" y="333375"/>
                </a:lnTo>
                <a:close/>
                <a:moveTo>
                  <a:pt x="1285875" y="323850"/>
                </a:moveTo>
                <a:lnTo>
                  <a:pt x="1295400" y="323850"/>
                </a:lnTo>
                <a:lnTo>
                  <a:pt x="1295400" y="333375"/>
                </a:lnTo>
                <a:lnTo>
                  <a:pt x="1285875" y="333375"/>
                </a:lnTo>
                <a:close/>
                <a:moveTo>
                  <a:pt x="1152525" y="333375"/>
                </a:moveTo>
                <a:lnTo>
                  <a:pt x="1162050" y="333375"/>
                </a:lnTo>
                <a:lnTo>
                  <a:pt x="1162050" y="342900"/>
                </a:lnTo>
                <a:lnTo>
                  <a:pt x="1181100" y="342900"/>
                </a:lnTo>
                <a:lnTo>
                  <a:pt x="1181100" y="400050"/>
                </a:lnTo>
                <a:lnTo>
                  <a:pt x="1162050" y="400050"/>
                </a:lnTo>
                <a:lnTo>
                  <a:pt x="1162050" y="390525"/>
                </a:lnTo>
                <a:lnTo>
                  <a:pt x="1143000" y="390525"/>
                </a:lnTo>
                <a:lnTo>
                  <a:pt x="1143000" y="381000"/>
                </a:lnTo>
                <a:lnTo>
                  <a:pt x="1133475" y="381000"/>
                </a:lnTo>
                <a:lnTo>
                  <a:pt x="1133475" y="361950"/>
                </a:lnTo>
                <a:lnTo>
                  <a:pt x="1143000" y="361950"/>
                </a:lnTo>
                <a:lnTo>
                  <a:pt x="1143000" y="352425"/>
                </a:lnTo>
                <a:lnTo>
                  <a:pt x="1152525" y="352425"/>
                </a:lnTo>
                <a:close/>
                <a:moveTo>
                  <a:pt x="1190625" y="333375"/>
                </a:moveTo>
                <a:lnTo>
                  <a:pt x="1200150" y="333375"/>
                </a:lnTo>
                <a:lnTo>
                  <a:pt x="1200150" y="342900"/>
                </a:lnTo>
                <a:lnTo>
                  <a:pt x="1190625" y="342900"/>
                </a:lnTo>
                <a:close/>
                <a:moveTo>
                  <a:pt x="47625" y="342900"/>
                </a:moveTo>
                <a:lnTo>
                  <a:pt x="57150" y="342900"/>
                </a:lnTo>
                <a:lnTo>
                  <a:pt x="57150" y="352425"/>
                </a:lnTo>
                <a:lnTo>
                  <a:pt x="47625" y="352425"/>
                </a:lnTo>
                <a:close/>
                <a:moveTo>
                  <a:pt x="114300" y="342900"/>
                </a:moveTo>
                <a:lnTo>
                  <a:pt x="123825" y="342900"/>
                </a:lnTo>
                <a:lnTo>
                  <a:pt x="123825" y="361950"/>
                </a:lnTo>
                <a:lnTo>
                  <a:pt x="114300" y="361950"/>
                </a:lnTo>
                <a:close/>
                <a:moveTo>
                  <a:pt x="485775" y="342900"/>
                </a:moveTo>
                <a:lnTo>
                  <a:pt x="495300" y="342900"/>
                </a:lnTo>
                <a:lnTo>
                  <a:pt x="495300" y="352425"/>
                </a:lnTo>
                <a:lnTo>
                  <a:pt x="485775" y="352425"/>
                </a:lnTo>
                <a:close/>
                <a:moveTo>
                  <a:pt x="57150" y="361950"/>
                </a:moveTo>
                <a:lnTo>
                  <a:pt x="66675" y="361950"/>
                </a:lnTo>
                <a:lnTo>
                  <a:pt x="66675" y="371475"/>
                </a:lnTo>
                <a:lnTo>
                  <a:pt x="57150" y="371475"/>
                </a:lnTo>
                <a:close/>
                <a:moveTo>
                  <a:pt x="581025" y="361950"/>
                </a:moveTo>
                <a:lnTo>
                  <a:pt x="590550" y="361950"/>
                </a:lnTo>
                <a:lnTo>
                  <a:pt x="590550" y="371475"/>
                </a:lnTo>
                <a:lnTo>
                  <a:pt x="600075" y="371475"/>
                </a:lnTo>
                <a:lnTo>
                  <a:pt x="600075" y="390525"/>
                </a:lnTo>
                <a:lnTo>
                  <a:pt x="590550" y="390525"/>
                </a:lnTo>
                <a:lnTo>
                  <a:pt x="590550" y="409575"/>
                </a:lnTo>
                <a:lnTo>
                  <a:pt x="571500" y="409575"/>
                </a:lnTo>
                <a:lnTo>
                  <a:pt x="571500" y="371475"/>
                </a:lnTo>
                <a:lnTo>
                  <a:pt x="581025" y="371475"/>
                </a:lnTo>
                <a:close/>
                <a:moveTo>
                  <a:pt x="523875" y="371475"/>
                </a:moveTo>
                <a:lnTo>
                  <a:pt x="533400" y="371475"/>
                </a:lnTo>
                <a:lnTo>
                  <a:pt x="533400" y="400050"/>
                </a:lnTo>
                <a:lnTo>
                  <a:pt x="523875" y="400050"/>
                </a:lnTo>
                <a:close/>
                <a:moveTo>
                  <a:pt x="1600200" y="371475"/>
                </a:moveTo>
                <a:lnTo>
                  <a:pt x="1609725" y="371475"/>
                </a:lnTo>
                <a:lnTo>
                  <a:pt x="1609725" y="409575"/>
                </a:lnTo>
                <a:lnTo>
                  <a:pt x="1600200" y="409575"/>
                </a:lnTo>
                <a:lnTo>
                  <a:pt x="1600200" y="400050"/>
                </a:lnTo>
                <a:lnTo>
                  <a:pt x="1590675" y="400050"/>
                </a:lnTo>
                <a:lnTo>
                  <a:pt x="1590675" y="381000"/>
                </a:lnTo>
                <a:lnTo>
                  <a:pt x="1600200" y="381000"/>
                </a:lnTo>
                <a:close/>
                <a:moveTo>
                  <a:pt x="1143000" y="381000"/>
                </a:moveTo>
                <a:lnTo>
                  <a:pt x="1171575" y="381000"/>
                </a:lnTo>
                <a:lnTo>
                  <a:pt x="1171575" y="361950"/>
                </a:lnTo>
                <a:lnTo>
                  <a:pt x="1143000" y="361950"/>
                </a:lnTo>
                <a:close/>
                <a:moveTo>
                  <a:pt x="1533525" y="381000"/>
                </a:moveTo>
                <a:lnTo>
                  <a:pt x="1543050" y="381000"/>
                </a:lnTo>
                <a:lnTo>
                  <a:pt x="1543050" y="390525"/>
                </a:lnTo>
                <a:lnTo>
                  <a:pt x="1533525" y="390525"/>
                </a:lnTo>
                <a:close/>
                <a:moveTo>
                  <a:pt x="1543050" y="390525"/>
                </a:moveTo>
                <a:lnTo>
                  <a:pt x="1552575" y="390525"/>
                </a:lnTo>
                <a:lnTo>
                  <a:pt x="1552575" y="400050"/>
                </a:lnTo>
                <a:lnTo>
                  <a:pt x="1543050" y="400050"/>
                </a:lnTo>
                <a:close/>
                <a:moveTo>
                  <a:pt x="171450" y="400050"/>
                </a:moveTo>
                <a:lnTo>
                  <a:pt x="180975" y="400050"/>
                </a:lnTo>
                <a:lnTo>
                  <a:pt x="180975" y="409575"/>
                </a:lnTo>
                <a:lnTo>
                  <a:pt x="171450" y="409575"/>
                </a:lnTo>
                <a:close/>
                <a:moveTo>
                  <a:pt x="1381125" y="419100"/>
                </a:moveTo>
                <a:lnTo>
                  <a:pt x="1390650" y="419100"/>
                </a:lnTo>
                <a:lnTo>
                  <a:pt x="1390650" y="428625"/>
                </a:lnTo>
                <a:lnTo>
                  <a:pt x="1409700" y="428625"/>
                </a:lnTo>
                <a:lnTo>
                  <a:pt x="1409700" y="438150"/>
                </a:lnTo>
                <a:lnTo>
                  <a:pt x="1381125" y="438150"/>
                </a:lnTo>
                <a:close/>
                <a:moveTo>
                  <a:pt x="1438275" y="419100"/>
                </a:moveTo>
                <a:lnTo>
                  <a:pt x="1447800" y="419100"/>
                </a:lnTo>
                <a:lnTo>
                  <a:pt x="1447800" y="428625"/>
                </a:lnTo>
                <a:lnTo>
                  <a:pt x="1438275" y="428625"/>
                </a:lnTo>
                <a:close/>
                <a:moveTo>
                  <a:pt x="428625" y="447675"/>
                </a:moveTo>
                <a:lnTo>
                  <a:pt x="438150" y="447675"/>
                </a:lnTo>
                <a:lnTo>
                  <a:pt x="438150" y="457200"/>
                </a:lnTo>
                <a:lnTo>
                  <a:pt x="428625" y="457200"/>
                </a:lnTo>
                <a:close/>
                <a:moveTo>
                  <a:pt x="742950" y="447675"/>
                </a:moveTo>
                <a:lnTo>
                  <a:pt x="762000" y="447675"/>
                </a:lnTo>
                <a:lnTo>
                  <a:pt x="762000" y="457200"/>
                </a:lnTo>
                <a:lnTo>
                  <a:pt x="752475" y="457200"/>
                </a:lnTo>
                <a:lnTo>
                  <a:pt x="752475" y="466725"/>
                </a:lnTo>
                <a:lnTo>
                  <a:pt x="742950" y="466725"/>
                </a:lnTo>
                <a:close/>
                <a:moveTo>
                  <a:pt x="1009650" y="466725"/>
                </a:moveTo>
                <a:lnTo>
                  <a:pt x="1019175" y="466725"/>
                </a:lnTo>
                <a:lnTo>
                  <a:pt x="1019175" y="476250"/>
                </a:lnTo>
                <a:lnTo>
                  <a:pt x="1009650" y="476250"/>
                </a:lnTo>
                <a:close/>
                <a:moveTo>
                  <a:pt x="638175" y="504825"/>
                </a:moveTo>
                <a:lnTo>
                  <a:pt x="647700" y="504825"/>
                </a:lnTo>
                <a:lnTo>
                  <a:pt x="647700" y="514350"/>
                </a:lnTo>
                <a:lnTo>
                  <a:pt x="638175" y="514350"/>
                </a:lnTo>
                <a:close/>
                <a:moveTo>
                  <a:pt x="85725" y="514350"/>
                </a:moveTo>
                <a:lnTo>
                  <a:pt x="104775" y="514350"/>
                </a:lnTo>
                <a:lnTo>
                  <a:pt x="104775" y="523875"/>
                </a:lnTo>
                <a:lnTo>
                  <a:pt x="85725" y="523875"/>
                </a:lnTo>
                <a:close/>
                <a:moveTo>
                  <a:pt x="1333500" y="514350"/>
                </a:moveTo>
                <a:lnTo>
                  <a:pt x="1343025" y="514350"/>
                </a:lnTo>
                <a:lnTo>
                  <a:pt x="1343025" y="523875"/>
                </a:lnTo>
                <a:lnTo>
                  <a:pt x="1333500" y="523875"/>
                </a:lnTo>
                <a:close/>
                <a:moveTo>
                  <a:pt x="0" y="523875"/>
                </a:moveTo>
                <a:lnTo>
                  <a:pt x="9525" y="523875"/>
                </a:lnTo>
                <a:lnTo>
                  <a:pt x="9525" y="533400"/>
                </a:lnTo>
                <a:lnTo>
                  <a:pt x="0" y="533400"/>
                </a:lnTo>
                <a:close/>
                <a:moveTo>
                  <a:pt x="314325" y="533400"/>
                </a:moveTo>
                <a:lnTo>
                  <a:pt x="323850" y="533400"/>
                </a:lnTo>
                <a:lnTo>
                  <a:pt x="323850" y="542925"/>
                </a:lnTo>
                <a:lnTo>
                  <a:pt x="314325" y="542925"/>
                </a:lnTo>
                <a:close/>
                <a:moveTo>
                  <a:pt x="1543050" y="533400"/>
                </a:moveTo>
                <a:lnTo>
                  <a:pt x="1552575" y="533400"/>
                </a:lnTo>
                <a:lnTo>
                  <a:pt x="1552575" y="552450"/>
                </a:lnTo>
                <a:lnTo>
                  <a:pt x="1543050" y="552450"/>
                </a:lnTo>
                <a:close/>
                <a:moveTo>
                  <a:pt x="276225" y="542925"/>
                </a:moveTo>
                <a:lnTo>
                  <a:pt x="285750" y="542925"/>
                </a:lnTo>
                <a:lnTo>
                  <a:pt x="285750" y="552450"/>
                </a:lnTo>
                <a:lnTo>
                  <a:pt x="276225" y="552450"/>
                </a:lnTo>
                <a:close/>
                <a:moveTo>
                  <a:pt x="828675" y="542925"/>
                </a:moveTo>
                <a:lnTo>
                  <a:pt x="838200" y="542925"/>
                </a:lnTo>
                <a:lnTo>
                  <a:pt x="838200" y="561975"/>
                </a:lnTo>
                <a:lnTo>
                  <a:pt x="819150" y="561975"/>
                </a:lnTo>
                <a:lnTo>
                  <a:pt x="819150" y="552450"/>
                </a:lnTo>
                <a:lnTo>
                  <a:pt x="828675" y="552450"/>
                </a:lnTo>
                <a:close/>
                <a:moveTo>
                  <a:pt x="762000" y="552450"/>
                </a:moveTo>
                <a:lnTo>
                  <a:pt x="771525" y="552450"/>
                </a:lnTo>
                <a:lnTo>
                  <a:pt x="771525" y="561975"/>
                </a:lnTo>
                <a:lnTo>
                  <a:pt x="781050" y="561975"/>
                </a:lnTo>
                <a:lnTo>
                  <a:pt x="781050" y="571500"/>
                </a:lnTo>
                <a:lnTo>
                  <a:pt x="790575" y="571500"/>
                </a:lnTo>
                <a:lnTo>
                  <a:pt x="790575" y="581025"/>
                </a:lnTo>
                <a:lnTo>
                  <a:pt x="800100" y="581025"/>
                </a:lnTo>
                <a:lnTo>
                  <a:pt x="800100" y="571500"/>
                </a:lnTo>
                <a:lnTo>
                  <a:pt x="809625" y="571500"/>
                </a:lnTo>
                <a:lnTo>
                  <a:pt x="809625" y="561975"/>
                </a:lnTo>
                <a:lnTo>
                  <a:pt x="819150" y="561975"/>
                </a:lnTo>
                <a:lnTo>
                  <a:pt x="819150" y="571500"/>
                </a:lnTo>
                <a:lnTo>
                  <a:pt x="809625" y="571500"/>
                </a:lnTo>
                <a:lnTo>
                  <a:pt x="809625" y="581025"/>
                </a:lnTo>
                <a:lnTo>
                  <a:pt x="800100" y="581025"/>
                </a:lnTo>
                <a:lnTo>
                  <a:pt x="800100" y="590550"/>
                </a:lnTo>
                <a:lnTo>
                  <a:pt x="790575" y="590550"/>
                </a:lnTo>
                <a:lnTo>
                  <a:pt x="790575" y="600075"/>
                </a:lnTo>
                <a:lnTo>
                  <a:pt x="781050" y="600075"/>
                </a:lnTo>
                <a:lnTo>
                  <a:pt x="781050" y="590550"/>
                </a:lnTo>
                <a:lnTo>
                  <a:pt x="771525" y="590550"/>
                </a:lnTo>
                <a:lnTo>
                  <a:pt x="771525" y="571500"/>
                </a:lnTo>
                <a:lnTo>
                  <a:pt x="742950" y="571500"/>
                </a:lnTo>
                <a:lnTo>
                  <a:pt x="742950" y="561975"/>
                </a:lnTo>
                <a:lnTo>
                  <a:pt x="762000" y="561975"/>
                </a:lnTo>
                <a:close/>
                <a:moveTo>
                  <a:pt x="590550" y="561975"/>
                </a:moveTo>
                <a:lnTo>
                  <a:pt x="600075" y="561975"/>
                </a:lnTo>
                <a:lnTo>
                  <a:pt x="600075" y="571500"/>
                </a:lnTo>
                <a:lnTo>
                  <a:pt x="590550" y="571500"/>
                </a:lnTo>
                <a:close/>
                <a:moveTo>
                  <a:pt x="695325" y="571500"/>
                </a:moveTo>
                <a:lnTo>
                  <a:pt x="704850" y="571500"/>
                </a:lnTo>
                <a:lnTo>
                  <a:pt x="704850" y="590550"/>
                </a:lnTo>
                <a:lnTo>
                  <a:pt x="695325" y="590550"/>
                </a:lnTo>
                <a:close/>
                <a:moveTo>
                  <a:pt x="1181100" y="571500"/>
                </a:moveTo>
                <a:lnTo>
                  <a:pt x="1209675" y="571500"/>
                </a:lnTo>
                <a:lnTo>
                  <a:pt x="1209675" y="581025"/>
                </a:lnTo>
                <a:lnTo>
                  <a:pt x="1181100" y="581025"/>
                </a:lnTo>
                <a:close/>
                <a:moveTo>
                  <a:pt x="1314450" y="581025"/>
                </a:moveTo>
                <a:lnTo>
                  <a:pt x="1333500" y="581025"/>
                </a:lnTo>
                <a:lnTo>
                  <a:pt x="1333500" y="590550"/>
                </a:lnTo>
                <a:lnTo>
                  <a:pt x="1314450" y="590550"/>
                </a:lnTo>
                <a:close/>
                <a:moveTo>
                  <a:pt x="85725" y="590550"/>
                </a:moveTo>
                <a:lnTo>
                  <a:pt x="104775" y="590550"/>
                </a:lnTo>
                <a:lnTo>
                  <a:pt x="104775" y="600075"/>
                </a:lnTo>
                <a:lnTo>
                  <a:pt x="95250" y="600075"/>
                </a:lnTo>
                <a:lnTo>
                  <a:pt x="95250" y="609600"/>
                </a:lnTo>
                <a:lnTo>
                  <a:pt x="76200" y="609600"/>
                </a:lnTo>
                <a:lnTo>
                  <a:pt x="76200" y="600075"/>
                </a:lnTo>
                <a:lnTo>
                  <a:pt x="85725" y="600075"/>
                </a:lnTo>
                <a:close/>
                <a:moveTo>
                  <a:pt x="1181100" y="590550"/>
                </a:moveTo>
                <a:lnTo>
                  <a:pt x="1209675" y="590550"/>
                </a:lnTo>
                <a:lnTo>
                  <a:pt x="1209675" y="600075"/>
                </a:lnTo>
                <a:lnTo>
                  <a:pt x="1181100" y="600075"/>
                </a:lnTo>
                <a:close/>
                <a:moveTo>
                  <a:pt x="1514475" y="600075"/>
                </a:moveTo>
                <a:lnTo>
                  <a:pt x="1524000" y="600075"/>
                </a:lnTo>
                <a:lnTo>
                  <a:pt x="1524000" y="609600"/>
                </a:lnTo>
                <a:lnTo>
                  <a:pt x="1514475" y="609600"/>
                </a:lnTo>
                <a:close/>
                <a:moveTo>
                  <a:pt x="438150" y="609600"/>
                </a:moveTo>
                <a:lnTo>
                  <a:pt x="447675" y="609600"/>
                </a:lnTo>
                <a:lnTo>
                  <a:pt x="447675" y="619125"/>
                </a:lnTo>
                <a:lnTo>
                  <a:pt x="438150" y="619125"/>
                </a:lnTo>
                <a:close/>
                <a:moveTo>
                  <a:pt x="1419225" y="609600"/>
                </a:moveTo>
                <a:lnTo>
                  <a:pt x="1428750" y="609600"/>
                </a:lnTo>
                <a:lnTo>
                  <a:pt x="1428750" y="619125"/>
                </a:lnTo>
                <a:lnTo>
                  <a:pt x="1419225" y="619125"/>
                </a:lnTo>
                <a:close/>
                <a:moveTo>
                  <a:pt x="1552575" y="609600"/>
                </a:moveTo>
                <a:lnTo>
                  <a:pt x="1562100" y="609600"/>
                </a:lnTo>
                <a:lnTo>
                  <a:pt x="1562100" y="628650"/>
                </a:lnTo>
                <a:lnTo>
                  <a:pt x="1552575" y="628650"/>
                </a:lnTo>
                <a:close/>
                <a:moveTo>
                  <a:pt x="57150" y="619125"/>
                </a:moveTo>
                <a:lnTo>
                  <a:pt x="76200" y="619125"/>
                </a:lnTo>
                <a:lnTo>
                  <a:pt x="76200" y="638175"/>
                </a:lnTo>
                <a:lnTo>
                  <a:pt x="57150" y="638175"/>
                </a:lnTo>
                <a:close/>
                <a:moveTo>
                  <a:pt x="1066800" y="619125"/>
                </a:moveTo>
                <a:lnTo>
                  <a:pt x="1076325" y="619125"/>
                </a:lnTo>
                <a:lnTo>
                  <a:pt x="1076325" y="628650"/>
                </a:lnTo>
                <a:lnTo>
                  <a:pt x="1066800" y="628650"/>
                </a:lnTo>
                <a:close/>
                <a:moveTo>
                  <a:pt x="742950" y="628650"/>
                </a:moveTo>
                <a:lnTo>
                  <a:pt x="752475" y="628650"/>
                </a:lnTo>
                <a:lnTo>
                  <a:pt x="752475" y="647700"/>
                </a:lnTo>
                <a:lnTo>
                  <a:pt x="742950" y="647700"/>
                </a:lnTo>
                <a:close/>
                <a:moveTo>
                  <a:pt x="971550" y="628650"/>
                </a:moveTo>
                <a:lnTo>
                  <a:pt x="981075" y="628650"/>
                </a:lnTo>
                <a:lnTo>
                  <a:pt x="981075" y="647700"/>
                </a:lnTo>
                <a:lnTo>
                  <a:pt x="971550" y="647700"/>
                </a:lnTo>
                <a:close/>
                <a:moveTo>
                  <a:pt x="1028700" y="628650"/>
                </a:moveTo>
                <a:lnTo>
                  <a:pt x="1038225" y="628650"/>
                </a:lnTo>
                <a:lnTo>
                  <a:pt x="1038225" y="638175"/>
                </a:lnTo>
                <a:lnTo>
                  <a:pt x="1028700" y="638175"/>
                </a:lnTo>
                <a:close/>
                <a:moveTo>
                  <a:pt x="1104900" y="628650"/>
                </a:moveTo>
                <a:lnTo>
                  <a:pt x="1114425" y="628650"/>
                </a:lnTo>
                <a:lnTo>
                  <a:pt x="1114425" y="647700"/>
                </a:lnTo>
                <a:lnTo>
                  <a:pt x="1104900" y="647700"/>
                </a:lnTo>
                <a:close/>
                <a:moveTo>
                  <a:pt x="1247775" y="628650"/>
                </a:moveTo>
                <a:lnTo>
                  <a:pt x="1266825" y="628650"/>
                </a:lnTo>
                <a:lnTo>
                  <a:pt x="1266825" y="638175"/>
                </a:lnTo>
                <a:lnTo>
                  <a:pt x="1247775" y="638175"/>
                </a:lnTo>
                <a:close/>
                <a:moveTo>
                  <a:pt x="1562100" y="628650"/>
                </a:moveTo>
                <a:lnTo>
                  <a:pt x="1571625" y="628650"/>
                </a:lnTo>
                <a:lnTo>
                  <a:pt x="1571625" y="638175"/>
                </a:lnTo>
                <a:lnTo>
                  <a:pt x="1562100" y="638175"/>
                </a:lnTo>
                <a:close/>
                <a:moveTo>
                  <a:pt x="1276350" y="638175"/>
                </a:moveTo>
                <a:lnTo>
                  <a:pt x="1285875" y="638175"/>
                </a:lnTo>
                <a:lnTo>
                  <a:pt x="1285875" y="647700"/>
                </a:lnTo>
                <a:lnTo>
                  <a:pt x="1276350" y="647700"/>
                </a:lnTo>
                <a:close/>
                <a:moveTo>
                  <a:pt x="1238250" y="647700"/>
                </a:moveTo>
                <a:lnTo>
                  <a:pt x="1247775" y="647700"/>
                </a:lnTo>
                <a:lnTo>
                  <a:pt x="1247775" y="657225"/>
                </a:lnTo>
                <a:lnTo>
                  <a:pt x="1238250" y="657225"/>
                </a:lnTo>
                <a:close/>
                <a:moveTo>
                  <a:pt x="762000" y="657225"/>
                </a:moveTo>
                <a:lnTo>
                  <a:pt x="771525" y="657225"/>
                </a:lnTo>
                <a:lnTo>
                  <a:pt x="771525" y="666750"/>
                </a:lnTo>
                <a:lnTo>
                  <a:pt x="781050" y="666750"/>
                </a:lnTo>
                <a:lnTo>
                  <a:pt x="781050" y="676275"/>
                </a:lnTo>
                <a:lnTo>
                  <a:pt x="762000" y="676275"/>
                </a:lnTo>
                <a:close/>
                <a:moveTo>
                  <a:pt x="1285875" y="657225"/>
                </a:moveTo>
                <a:lnTo>
                  <a:pt x="1295400" y="657225"/>
                </a:lnTo>
                <a:lnTo>
                  <a:pt x="1295400" y="666750"/>
                </a:lnTo>
                <a:lnTo>
                  <a:pt x="1285875" y="666750"/>
                </a:lnTo>
                <a:close/>
                <a:moveTo>
                  <a:pt x="1600200" y="666750"/>
                </a:moveTo>
                <a:lnTo>
                  <a:pt x="1609725" y="666750"/>
                </a:lnTo>
                <a:lnTo>
                  <a:pt x="1609725" y="676275"/>
                </a:lnTo>
                <a:lnTo>
                  <a:pt x="1600200" y="676275"/>
                </a:lnTo>
                <a:close/>
                <a:moveTo>
                  <a:pt x="571500" y="676275"/>
                </a:moveTo>
                <a:lnTo>
                  <a:pt x="581025" y="676275"/>
                </a:lnTo>
                <a:lnTo>
                  <a:pt x="581025" y="685800"/>
                </a:lnTo>
                <a:lnTo>
                  <a:pt x="571500" y="685800"/>
                </a:lnTo>
                <a:close/>
                <a:moveTo>
                  <a:pt x="600075" y="676275"/>
                </a:moveTo>
                <a:lnTo>
                  <a:pt x="619125" y="676275"/>
                </a:lnTo>
                <a:lnTo>
                  <a:pt x="619125" y="685800"/>
                </a:lnTo>
                <a:lnTo>
                  <a:pt x="609600" y="685800"/>
                </a:lnTo>
                <a:lnTo>
                  <a:pt x="609600" y="695325"/>
                </a:lnTo>
                <a:lnTo>
                  <a:pt x="600075" y="695325"/>
                </a:lnTo>
                <a:close/>
                <a:moveTo>
                  <a:pt x="781050" y="676275"/>
                </a:moveTo>
                <a:lnTo>
                  <a:pt x="790575" y="676275"/>
                </a:lnTo>
                <a:lnTo>
                  <a:pt x="790575" y="685800"/>
                </a:lnTo>
                <a:lnTo>
                  <a:pt x="781050" y="685800"/>
                </a:lnTo>
                <a:close/>
                <a:moveTo>
                  <a:pt x="561975" y="685800"/>
                </a:moveTo>
                <a:lnTo>
                  <a:pt x="571500" y="685800"/>
                </a:lnTo>
                <a:lnTo>
                  <a:pt x="571500" y="695325"/>
                </a:lnTo>
                <a:lnTo>
                  <a:pt x="561975" y="695325"/>
                </a:lnTo>
                <a:close/>
                <a:moveTo>
                  <a:pt x="1352550" y="695325"/>
                </a:moveTo>
                <a:lnTo>
                  <a:pt x="1362075" y="695325"/>
                </a:lnTo>
                <a:lnTo>
                  <a:pt x="1362075" y="704850"/>
                </a:lnTo>
                <a:lnTo>
                  <a:pt x="1352550" y="704850"/>
                </a:lnTo>
                <a:close/>
                <a:moveTo>
                  <a:pt x="523875" y="714375"/>
                </a:moveTo>
                <a:lnTo>
                  <a:pt x="533400" y="714375"/>
                </a:lnTo>
                <a:lnTo>
                  <a:pt x="533400" y="742950"/>
                </a:lnTo>
                <a:lnTo>
                  <a:pt x="523875" y="742950"/>
                </a:lnTo>
                <a:close/>
                <a:moveTo>
                  <a:pt x="1162050" y="723900"/>
                </a:moveTo>
                <a:lnTo>
                  <a:pt x="1171575" y="723900"/>
                </a:lnTo>
                <a:lnTo>
                  <a:pt x="1171575" y="733425"/>
                </a:lnTo>
                <a:lnTo>
                  <a:pt x="1162050" y="733425"/>
                </a:lnTo>
                <a:close/>
                <a:moveTo>
                  <a:pt x="400050" y="733425"/>
                </a:moveTo>
                <a:lnTo>
                  <a:pt x="409575" y="733425"/>
                </a:lnTo>
                <a:lnTo>
                  <a:pt x="409575" y="742950"/>
                </a:lnTo>
                <a:lnTo>
                  <a:pt x="400050" y="742950"/>
                </a:lnTo>
                <a:close/>
                <a:moveTo>
                  <a:pt x="219075" y="742950"/>
                </a:moveTo>
                <a:lnTo>
                  <a:pt x="228600" y="742950"/>
                </a:lnTo>
                <a:lnTo>
                  <a:pt x="228600" y="752475"/>
                </a:lnTo>
                <a:lnTo>
                  <a:pt x="219075" y="752475"/>
                </a:lnTo>
                <a:close/>
                <a:moveTo>
                  <a:pt x="409575" y="742950"/>
                </a:moveTo>
                <a:lnTo>
                  <a:pt x="419100" y="742950"/>
                </a:lnTo>
                <a:lnTo>
                  <a:pt x="419100" y="752475"/>
                </a:lnTo>
                <a:lnTo>
                  <a:pt x="409575" y="752475"/>
                </a:lnTo>
                <a:close/>
                <a:moveTo>
                  <a:pt x="933450" y="762000"/>
                </a:moveTo>
                <a:lnTo>
                  <a:pt x="942975" y="762000"/>
                </a:lnTo>
                <a:lnTo>
                  <a:pt x="942975" y="771525"/>
                </a:lnTo>
                <a:lnTo>
                  <a:pt x="933450" y="771525"/>
                </a:lnTo>
                <a:close/>
                <a:moveTo>
                  <a:pt x="1028700" y="762000"/>
                </a:moveTo>
                <a:lnTo>
                  <a:pt x="1066800" y="762000"/>
                </a:lnTo>
                <a:lnTo>
                  <a:pt x="1066800" y="771525"/>
                </a:lnTo>
                <a:lnTo>
                  <a:pt x="1028700" y="771525"/>
                </a:lnTo>
                <a:close/>
                <a:moveTo>
                  <a:pt x="1076325" y="762000"/>
                </a:moveTo>
                <a:lnTo>
                  <a:pt x="1085850" y="762000"/>
                </a:lnTo>
                <a:lnTo>
                  <a:pt x="1085850" y="771525"/>
                </a:lnTo>
                <a:lnTo>
                  <a:pt x="1076325" y="771525"/>
                </a:lnTo>
                <a:close/>
                <a:moveTo>
                  <a:pt x="819150" y="819150"/>
                </a:moveTo>
                <a:lnTo>
                  <a:pt x="828675" y="819150"/>
                </a:lnTo>
                <a:lnTo>
                  <a:pt x="828675" y="828675"/>
                </a:lnTo>
                <a:lnTo>
                  <a:pt x="819150" y="828675"/>
                </a:lnTo>
                <a:close/>
                <a:moveTo>
                  <a:pt x="885825" y="819150"/>
                </a:moveTo>
                <a:lnTo>
                  <a:pt x="895350" y="819150"/>
                </a:lnTo>
                <a:lnTo>
                  <a:pt x="895350" y="828675"/>
                </a:lnTo>
                <a:lnTo>
                  <a:pt x="885825" y="828675"/>
                </a:lnTo>
                <a:close/>
                <a:moveTo>
                  <a:pt x="809625" y="828675"/>
                </a:moveTo>
                <a:lnTo>
                  <a:pt x="819150" y="828675"/>
                </a:lnTo>
                <a:lnTo>
                  <a:pt x="819150" y="838200"/>
                </a:lnTo>
                <a:lnTo>
                  <a:pt x="809625" y="838200"/>
                </a:lnTo>
                <a:close/>
                <a:moveTo>
                  <a:pt x="1276350" y="828675"/>
                </a:moveTo>
                <a:lnTo>
                  <a:pt x="1285875" y="828675"/>
                </a:lnTo>
                <a:lnTo>
                  <a:pt x="1285875" y="838200"/>
                </a:lnTo>
                <a:lnTo>
                  <a:pt x="1276350" y="838200"/>
                </a:lnTo>
                <a:close/>
                <a:moveTo>
                  <a:pt x="933450" y="838200"/>
                </a:moveTo>
                <a:lnTo>
                  <a:pt x="942975" y="838200"/>
                </a:lnTo>
                <a:lnTo>
                  <a:pt x="942975" y="866775"/>
                </a:lnTo>
                <a:lnTo>
                  <a:pt x="923925" y="866775"/>
                </a:lnTo>
                <a:lnTo>
                  <a:pt x="923925" y="847725"/>
                </a:lnTo>
                <a:lnTo>
                  <a:pt x="933450" y="847725"/>
                </a:lnTo>
                <a:close/>
                <a:moveTo>
                  <a:pt x="1562100" y="847725"/>
                </a:moveTo>
                <a:lnTo>
                  <a:pt x="1571625" y="847725"/>
                </a:lnTo>
                <a:lnTo>
                  <a:pt x="1571625" y="866775"/>
                </a:lnTo>
                <a:lnTo>
                  <a:pt x="1562100" y="866775"/>
                </a:lnTo>
                <a:close/>
                <a:moveTo>
                  <a:pt x="266700" y="857250"/>
                </a:moveTo>
                <a:lnTo>
                  <a:pt x="285750" y="857250"/>
                </a:lnTo>
                <a:lnTo>
                  <a:pt x="285750" y="866775"/>
                </a:lnTo>
                <a:lnTo>
                  <a:pt x="295275" y="866775"/>
                </a:lnTo>
                <a:lnTo>
                  <a:pt x="295275" y="876300"/>
                </a:lnTo>
                <a:lnTo>
                  <a:pt x="285750" y="876300"/>
                </a:lnTo>
                <a:lnTo>
                  <a:pt x="285750" y="885825"/>
                </a:lnTo>
                <a:lnTo>
                  <a:pt x="266700" y="885825"/>
                </a:lnTo>
                <a:close/>
                <a:moveTo>
                  <a:pt x="352425" y="857250"/>
                </a:moveTo>
                <a:lnTo>
                  <a:pt x="361950" y="857250"/>
                </a:lnTo>
                <a:lnTo>
                  <a:pt x="361950" y="876300"/>
                </a:lnTo>
                <a:lnTo>
                  <a:pt x="352425" y="876300"/>
                </a:lnTo>
                <a:close/>
                <a:moveTo>
                  <a:pt x="1400175" y="857250"/>
                </a:moveTo>
                <a:lnTo>
                  <a:pt x="1419225" y="857250"/>
                </a:lnTo>
                <a:lnTo>
                  <a:pt x="1419225" y="866775"/>
                </a:lnTo>
                <a:lnTo>
                  <a:pt x="1400175" y="866775"/>
                </a:lnTo>
                <a:close/>
                <a:moveTo>
                  <a:pt x="847725" y="866775"/>
                </a:moveTo>
                <a:lnTo>
                  <a:pt x="857250" y="866775"/>
                </a:lnTo>
                <a:lnTo>
                  <a:pt x="857250" y="876300"/>
                </a:lnTo>
                <a:lnTo>
                  <a:pt x="847725" y="876300"/>
                </a:lnTo>
                <a:close/>
                <a:moveTo>
                  <a:pt x="733425" y="876300"/>
                </a:moveTo>
                <a:lnTo>
                  <a:pt x="742950" y="876300"/>
                </a:lnTo>
                <a:lnTo>
                  <a:pt x="742950" y="885825"/>
                </a:lnTo>
                <a:lnTo>
                  <a:pt x="752475" y="885825"/>
                </a:lnTo>
                <a:lnTo>
                  <a:pt x="752475" y="895350"/>
                </a:lnTo>
                <a:lnTo>
                  <a:pt x="742950" y="895350"/>
                </a:lnTo>
                <a:lnTo>
                  <a:pt x="742950" y="904875"/>
                </a:lnTo>
                <a:lnTo>
                  <a:pt x="723900" y="904875"/>
                </a:lnTo>
                <a:lnTo>
                  <a:pt x="723900" y="885825"/>
                </a:lnTo>
                <a:lnTo>
                  <a:pt x="733425" y="885825"/>
                </a:lnTo>
                <a:close/>
                <a:moveTo>
                  <a:pt x="180975" y="885825"/>
                </a:moveTo>
                <a:lnTo>
                  <a:pt x="200025" y="885825"/>
                </a:lnTo>
                <a:lnTo>
                  <a:pt x="200025" y="904875"/>
                </a:lnTo>
                <a:lnTo>
                  <a:pt x="180975" y="904875"/>
                </a:lnTo>
                <a:close/>
                <a:moveTo>
                  <a:pt x="66675" y="895350"/>
                </a:moveTo>
                <a:lnTo>
                  <a:pt x="76200" y="895350"/>
                </a:lnTo>
                <a:lnTo>
                  <a:pt x="76200" y="904875"/>
                </a:lnTo>
                <a:lnTo>
                  <a:pt x="66675" y="904875"/>
                </a:lnTo>
                <a:close/>
                <a:moveTo>
                  <a:pt x="1466850" y="895350"/>
                </a:moveTo>
                <a:lnTo>
                  <a:pt x="1476375" y="895350"/>
                </a:lnTo>
                <a:lnTo>
                  <a:pt x="1476375" y="914400"/>
                </a:lnTo>
                <a:lnTo>
                  <a:pt x="1466850" y="914400"/>
                </a:lnTo>
                <a:close/>
                <a:moveTo>
                  <a:pt x="1495425" y="895350"/>
                </a:moveTo>
                <a:lnTo>
                  <a:pt x="1514475" y="895350"/>
                </a:lnTo>
                <a:lnTo>
                  <a:pt x="1514475" y="904875"/>
                </a:lnTo>
                <a:lnTo>
                  <a:pt x="1495425" y="904875"/>
                </a:lnTo>
                <a:close/>
                <a:moveTo>
                  <a:pt x="85725" y="914400"/>
                </a:moveTo>
                <a:lnTo>
                  <a:pt x="95250" y="914400"/>
                </a:lnTo>
                <a:lnTo>
                  <a:pt x="95250" y="923925"/>
                </a:lnTo>
                <a:lnTo>
                  <a:pt x="85725" y="923925"/>
                </a:lnTo>
                <a:close/>
                <a:moveTo>
                  <a:pt x="1019175" y="914400"/>
                </a:moveTo>
                <a:lnTo>
                  <a:pt x="1028700" y="914400"/>
                </a:lnTo>
                <a:lnTo>
                  <a:pt x="1028700" y="923925"/>
                </a:lnTo>
                <a:lnTo>
                  <a:pt x="1019175" y="923925"/>
                </a:lnTo>
                <a:close/>
                <a:moveTo>
                  <a:pt x="1066800" y="914400"/>
                </a:moveTo>
                <a:lnTo>
                  <a:pt x="1076325" y="914400"/>
                </a:lnTo>
                <a:lnTo>
                  <a:pt x="1076325" y="933450"/>
                </a:lnTo>
                <a:lnTo>
                  <a:pt x="1066800" y="933450"/>
                </a:lnTo>
                <a:close/>
                <a:moveTo>
                  <a:pt x="104775" y="923925"/>
                </a:moveTo>
                <a:lnTo>
                  <a:pt x="142875" y="923925"/>
                </a:lnTo>
                <a:lnTo>
                  <a:pt x="142875" y="933450"/>
                </a:lnTo>
                <a:lnTo>
                  <a:pt x="133350" y="933450"/>
                </a:lnTo>
                <a:lnTo>
                  <a:pt x="133350" y="942975"/>
                </a:lnTo>
                <a:lnTo>
                  <a:pt x="123825" y="942975"/>
                </a:lnTo>
                <a:lnTo>
                  <a:pt x="123825" y="952500"/>
                </a:lnTo>
                <a:lnTo>
                  <a:pt x="114300" y="952500"/>
                </a:lnTo>
                <a:lnTo>
                  <a:pt x="114300" y="942975"/>
                </a:lnTo>
                <a:lnTo>
                  <a:pt x="104775" y="942975"/>
                </a:lnTo>
                <a:close/>
                <a:moveTo>
                  <a:pt x="219075" y="923925"/>
                </a:moveTo>
                <a:lnTo>
                  <a:pt x="228600" y="923925"/>
                </a:lnTo>
                <a:lnTo>
                  <a:pt x="228600" y="933450"/>
                </a:lnTo>
                <a:lnTo>
                  <a:pt x="219075" y="933450"/>
                </a:lnTo>
                <a:close/>
                <a:moveTo>
                  <a:pt x="590550" y="923925"/>
                </a:moveTo>
                <a:lnTo>
                  <a:pt x="609600" y="923925"/>
                </a:lnTo>
                <a:lnTo>
                  <a:pt x="609600" y="933450"/>
                </a:lnTo>
                <a:lnTo>
                  <a:pt x="600075" y="933450"/>
                </a:lnTo>
                <a:lnTo>
                  <a:pt x="600075" y="942975"/>
                </a:lnTo>
                <a:lnTo>
                  <a:pt x="590550" y="942975"/>
                </a:lnTo>
                <a:close/>
                <a:moveTo>
                  <a:pt x="1247775" y="923925"/>
                </a:moveTo>
                <a:lnTo>
                  <a:pt x="1257300" y="923925"/>
                </a:lnTo>
                <a:lnTo>
                  <a:pt x="1257300" y="933450"/>
                </a:lnTo>
                <a:lnTo>
                  <a:pt x="1266825" y="933450"/>
                </a:lnTo>
                <a:lnTo>
                  <a:pt x="1266825" y="942975"/>
                </a:lnTo>
                <a:lnTo>
                  <a:pt x="1285875" y="942975"/>
                </a:lnTo>
                <a:lnTo>
                  <a:pt x="1285875" y="962025"/>
                </a:lnTo>
                <a:lnTo>
                  <a:pt x="1266825" y="962025"/>
                </a:lnTo>
                <a:lnTo>
                  <a:pt x="1266825" y="952500"/>
                </a:lnTo>
                <a:lnTo>
                  <a:pt x="1247775" y="952500"/>
                </a:lnTo>
                <a:close/>
                <a:moveTo>
                  <a:pt x="1419225" y="923925"/>
                </a:moveTo>
                <a:lnTo>
                  <a:pt x="1428750" y="923925"/>
                </a:lnTo>
                <a:lnTo>
                  <a:pt x="1428750" y="962025"/>
                </a:lnTo>
                <a:lnTo>
                  <a:pt x="1419225" y="962025"/>
                </a:lnTo>
                <a:close/>
                <a:moveTo>
                  <a:pt x="476250" y="942975"/>
                </a:moveTo>
                <a:lnTo>
                  <a:pt x="485775" y="942975"/>
                </a:lnTo>
                <a:lnTo>
                  <a:pt x="485775" y="952500"/>
                </a:lnTo>
                <a:lnTo>
                  <a:pt x="476250" y="952500"/>
                </a:lnTo>
                <a:close/>
                <a:moveTo>
                  <a:pt x="1295400" y="942975"/>
                </a:moveTo>
                <a:lnTo>
                  <a:pt x="1304925" y="942975"/>
                </a:lnTo>
                <a:lnTo>
                  <a:pt x="1304925" y="952500"/>
                </a:lnTo>
                <a:lnTo>
                  <a:pt x="1295400" y="952500"/>
                </a:lnTo>
                <a:close/>
                <a:moveTo>
                  <a:pt x="152400" y="952500"/>
                </a:moveTo>
                <a:lnTo>
                  <a:pt x="171450" y="952500"/>
                </a:lnTo>
                <a:lnTo>
                  <a:pt x="171450" y="962025"/>
                </a:lnTo>
                <a:lnTo>
                  <a:pt x="152400" y="962025"/>
                </a:lnTo>
                <a:close/>
                <a:moveTo>
                  <a:pt x="9525" y="962025"/>
                </a:moveTo>
                <a:lnTo>
                  <a:pt x="19050" y="962025"/>
                </a:lnTo>
                <a:lnTo>
                  <a:pt x="19050" y="971550"/>
                </a:lnTo>
                <a:lnTo>
                  <a:pt x="9525" y="971550"/>
                </a:lnTo>
                <a:close/>
                <a:moveTo>
                  <a:pt x="28575" y="962025"/>
                </a:moveTo>
                <a:lnTo>
                  <a:pt x="47625" y="962025"/>
                </a:lnTo>
                <a:lnTo>
                  <a:pt x="47625" y="981075"/>
                </a:lnTo>
                <a:lnTo>
                  <a:pt x="19050" y="981075"/>
                </a:lnTo>
                <a:lnTo>
                  <a:pt x="19050" y="971550"/>
                </a:lnTo>
                <a:lnTo>
                  <a:pt x="28575" y="971550"/>
                </a:lnTo>
                <a:close/>
                <a:moveTo>
                  <a:pt x="523875" y="962025"/>
                </a:moveTo>
                <a:lnTo>
                  <a:pt x="542925" y="962025"/>
                </a:lnTo>
                <a:lnTo>
                  <a:pt x="542925" y="981075"/>
                </a:lnTo>
                <a:lnTo>
                  <a:pt x="533400" y="981075"/>
                </a:lnTo>
                <a:lnTo>
                  <a:pt x="533400" y="971550"/>
                </a:lnTo>
                <a:lnTo>
                  <a:pt x="523875" y="971550"/>
                </a:lnTo>
                <a:close/>
                <a:moveTo>
                  <a:pt x="1238250" y="962025"/>
                </a:moveTo>
                <a:lnTo>
                  <a:pt x="1247775" y="962025"/>
                </a:lnTo>
                <a:lnTo>
                  <a:pt x="1247775" y="971550"/>
                </a:lnTo>
                <a:lnTo>
                  <a:pt x="1238250" y="971550"/>
                </a:lnTo>
                <a:close/>
                <a:moveTo>
                  <a:pt x="1285875" y="962025"/>
                </a:moveTo>
                <a:lnTo>
                  <a:pt x="1304925" y="962025"/>
                </a:lnTo>
                <a:lnTo>
                  <a:pt x="1304925" y="990600"/>
                </a:lnTo>
                <a:lnTo>
                  <a:pt x="1295400" y="990600"/>
                </a:lnTo>
                <a:lnTo>
                  <a:pt x="1295400" y="971550"/>
                </a:lnTo>
                <a:lnTo>
                  <a:pt x="1285875" y="971550"/>
                </a:lnTo>
                <a:close/>
                <a:moveTo>
                  <a:pt x="0" y="1000125"/>
                </a:moveTo>
                <a:lnTo>
                  <a:pt x="19050" y="1000125"/>
                </a:lnTo>
                <a:lnTo>
                  <a:pt x="19050" y="1019175"/>
                </a:lnTo>
                <a:lnTo>
                  <a:pt x="9525" y="1019175"/>
                </a:lnTo>
                <a:lnTo>
                  <a:pt x="9525" y="1009650"/>
                </a:lnTo>
                <a:lnTo>
                  <a:pt x="0" y="1009650"/>
                </a:lnTo>
                <a:close/>
                <a:moveTo>
                  <a:pt x="1476375" y="1009650"/>
                </a:moveTo>
                <a:lnTo>
                  <a:pt x="1485900" y="1009650"/>
                </a:lnTo>
                <a:lnTo>
                  <a:pt x="1485900" y="1019175"/>
                </a:lnTo>
                <a:lnTo>
                  <a:pt x="1476375" y="1019175"/>
                </a:lnTo>
                <a:close/>
                <a:moveTo>
                  <a:pt x="323850" y="1019175"/>
                </a:moveTo>
                <a:lnTo>
                  <a:pt x="333375" y="1019175"/>
                </a:lnTo>
                <a:lnTo>
                  <a:pt x="333375" y="1028700"/>
                </a:lnTo>
                <a:lnTo>
                  <a:pt x="323850" y="1028700"/>
                </a:lnTo>
                <a:close/>
                <a:moveTo>
                  <a:pt x="1114425" y="1019175"/>
                </a:moveTo>
                <a:lnTo>
                  <a:pt x="1123950" y="1019175"/>
                </a:lnTo>
                <a:lnTo>
                  <a:pt x="1123950" y="1038225"/>
                </a:lnTo>
                <a:lnTo>
                  <a:pt x="1114425" y="1038225"/>
                </a:lnTo>
                <a:close/>
                <a:moveTo>
                  <a:pt x="1133475" y="1019175"/>
                </a:moveTo>
                <a:lnTo>
                  <a:pt x="1143000" y="1019175"/>
                </a:lnTo>
                <a:lnTo>
                  <a:pt x="1143000" y="1028700"/>
                </a:lnTo>
                <a:lnTo>
                  <a:pt x="1133475" y="1028700"/>
                </a:lnTo>
                <a:close/>
                <a:moveTo>
                  <a:pt x="1152525" y="1019175"/>
                </a:moveTo>
                <a:lnTo>
                  <a:pt x="1162050" y="1019175"/>
                </a:lnTo>
                <a:lnTo>
                  <a:pt x="1162050" y="1028700"/>
                </a:lnTo>
                <a:lnTo>
                  <a:pt x="1152525" y="1028700"/>
                </a:lnTo>
                <a:close/>
                <a:moveTo>
                  <a:pt x="314325" y="1028700"/>
                </a:moveTo>
                <a:lnTo>
                  <a:pt x="323850" y="1028700"/>
                </a:lnTo>
                <a:lnTo>
                  <a:pt x="323850" y="1038225"/>
                </a:lnTo>
                <a:lnTo>
                  <a:pt x="314325" y="1038225"/>
                </a:lnTo>
                <a:close/>
                <a:moveTo>
                  <a:pt x="161925" y="1047750"/>
                </a:moveTo>
                <a:lnTo>
                  <a:pt x="171450" y="1047750"/>
                </a:lnTo>
                <a:lnTo>
                  <a:pt x="171450" y="1057275"/>
                </a:lnTo>
                <a:lnTo>
                  <a:pt x="161925" y="1057275"/>
                </a:lnTo>
                <a:close/>
                <a:moveTo>
                  <a:pt x="1085850" y="1047750"/>
                </a:moveTo>
                <a:lnTo>
                  <a:pt x="1095375" y="1047750"/>
                </a:lnTo>
                <a:lnTo>
                  <a:pt x="1095375" y="1057275"/>
                </a:lnTo>
                <a:lnTo>
                  <a:pt x="1085850" y="1057275"/>
                </a:lnTo>
                <a:close/>
                <a:moveTo>
                  <a:pt x="152400" y="1057275"/>
                </a:moveTo>
                <a:lnTo>
                  <a:pt x="161925" y="1057275"/>
                </a:lnTo>
                <a:lnTo>
                  <a:pt x="161925" y="1066800"/>
                </a:lnTo>
                <a:lnTo>
                  <a:pt x="152400" y="1066800"/>
                </a:lnTo>
                <a:close/>
                <a:moveTo>
                  <a:pt x="800100" y="1057275"/>
                </a:moveTo>
                <a:lnTo>
                  <a:pt x="809625" y="1057275"/>
                </a:lnTo>
                <a:lnTo>
                  <a:pt x="809625" y="1066800"/>
                </a:lnTo>
                <a:lnTo>
                  <a:pt x="800100" y="1066800"/>
                </a:lnTo>
                <a:close/>
                <a:moveTo>
                  <a:pt x="1171575" y="1057275"/>
                </a:moveTo>
                <a:lnTo>
                  <a:pt x="1181100" y="1057275"/>
                </a:lnTo>
                <a:lnTo>
                  <a:pt x="1181100" y="1066800"/>
                </a:lnTo>
                <a:lnTo>
                  <a:pt x="1171575" y="1066800"/>
                </a:lnTo>
                <a:close/>
                <a:moveTo>
                  <a:pt x="1162050" y="1066800"/>
                </a:moveTo>
                <a:lnTo>
                  <a:pt x="1171575" y="1066800"/>
                </a:lnTo>
                <a:lnTo>
                  <a:pt x="1171575" y="1076325"/>
                </a:lnTo>
                <a:lnTo>
                  <a:pt x="1162050" y="1076325"/>
                </a:lnTo>
                <a:close/>
                <a:moveTo>
                  <a:pt x="1143000" y="1085850"/>
                </a:moveTo>
                <a:lnTo>
                  <a:pt x="1152525" y="1085850"/>
                </a:lnTo>
                <a:lnTo>
                  <a:pt x="1152525" y="1095375"/>
                </a:lnTo>
                <a:lnTo>
                  <a:pt x="1143000" y="1095375"/>
                </a:lnTo>
                <a:close/>
                <a:moveTo>
                  <a:pt x="142875" y="1104900"/>
                </a:moveTo>
                <a:lnTo>
                  <a:pt x="161925" y="1104900"/>
                </a:lnTo>
                <a:lnTo>
                  <a:pt x="161925" y="1123950"/>
                </a:lnTo>
                <a:lnTo>
                  <a:pt x="152400" y="1123950"/>
                </a:lnTo>
                <a:lnTo>
                  <a:pt x="152400" y="1114425"/>
                </a:lnTo>
                <a:lnTo>
                  <a:pt x="142875" y="1114425"/>
                </a:lnTo>
                <a:close/>
                <a:moveTo>
                  <a:pt x="1600200" y="1104900"/>
                </a:moveTo>
                <a:lnTo>
                  <a:pt x="1609725" y="1104900"/>
                </a:lnTo>
                <a:lnTo>
                  <a:pt x="1609725" y="1123950"/>
                </a:lnTo>
                <a:lnTo>
                  <a:pt x="1600200" y="1123950"/>
                </a:lnTo>
                <a:close/>
                <a:moveTo>
                  <a:pt x="1076325" y="1114425"/>
                </a:moveTo>
                <a:lnTo>
                  <a:pt x="1085850" y="1114425"/>
                </a:lnTo>
                <a:lnTo>
                  <a:pt x="1085850" y="1143000"/>
                </a:lnTo>
                <a:lnTo>
                  <a:pt x="1066800" y="1143000"/>
                </a:lnTo>
                <a:lnTo>
                  <a:pt x="1066800" y="1133475"/>
                </a:lnTo>
                <a:lnTo>
                  <a:pt x="1076325" y="1133475"/>
                </a:lnTo>
                <a:close/>
                <a:moveTo>
                  <a:pt x="1524000" y="1123950"/>
                </a:moveTo>
                <a:lnTo>
                  <a:pt x="1543050" y="1123950"/>
                </a:lnTo>
                <a:lnTo>
                  <a:pt x="1543050" y="1143000"/>
                </a:lnTo>
                <a:lnTo>
                  <a:pt x="1524000" y="1143000"/>
                </a:lnTo>
                <a:close/>
                <a:moveTo>
                  <a:pt x="1590675" y="1123950"/>
                </a:moveTo>
                <a:lnTo>
                  <a:pt x="1600200" y="1123950"/>
                </a:lnTo>
                <a:lnTo>
                  <a:pt x="1600200" y="1133475"/>
                </a:lnTo>
                <a:lnTo>
                  <a:pt x="1590675" y="1133475"/>
                </a:lnTo>
                <a:close/>
                <a:moveTo>
                  <a:pt x="1028700" y="1162050"/>
                </a:moveTo>
                <a:lnTo>
                  <a:pt x="1038225" y="1162050"/>
                </a:lnTo>
                <a:lnTo>
                  <a:pt x="1038225" y="1171575"/>
                </a:lnTo>
                <a:lnTo>
                  <a:pt x="1028700" y="1171575"/>
                </a:lnTo>
                <a:close/>
                <a:moveTo>
                  <a:pt x="1047750" y="1162050"/>
                </a:moveTo>
                <a:lnTo>
                  <a:pt x="1057275" y="1162050"/>
                </a:lnTo>
                <a:lnTo>
                  <a:pt x="1057275" y="1171575"/>
                </a:lnTo>
                <a:lnTo>
                  <a:pt x="1047750" y="1171575"/>
                </a:lnTo>
                <a:close/>
                <a:moveTo>
                  <a:pt x="990600" y="1181100"/>
                </a:moveTo>
                <a:lnTo>
                  <a:pt x="1000125" y="1181100"/>
                </a:lnTo>
                <a:lnTo>
                  <a:pt x="1000125" y="1190625"/>
                </a:lnTo>
                <a:lnTo>
                  <a:pt x="990600" y="1190625"/>
                </a:lnTo>
                <a:close/>
                <a:moveTo>
                  <a:pt x="809625" y="1209675"/>
                </a:moveTo>
                <a:lnTo>
                  <a:pt x="828675" y="1209675"/>
                </a:lnTo>
                <a:lnTo>
                  <a:pt x="828675" y="1238250"/>
                </a:lnTo>
                <a:lnTo>
                  <a:pt x="800100" y="1238250"/>
                </a:lnTo>
                <a:lnTo>
                  <a:pt x="800100" y="1219200"/>
                </a:lnTo>
                <a:lnTo>
                  <a:pt x="809625" y="1219200"/>
                </a:lnTo>
                <a:close/>
                <a:moveTo>
                  <a:pt x="742950" y="1219200"/>
                </a:moveTo>
                <a:lnTo>
                  <a:pt x="762000" y="1219200"/>
                </a:lnTo>
                <a:lnTo>
                  <a:pt x="762000" y="1247775"/>
                </a:lnTo>
                <a:lnTo>
                  <a:pt x="742950" y="1247775"/>
                </a:lnTo>
                <a:close/>
                <a:moveTo>
                  <a:pt x="638175" y="1228725"/>
                </a:moveTo>
                <a:lnTo>
                  <a:pt x="647700" y="1228725"/>
                </a:lnTo>
                <a:lnTo>
                  <a:pt x="647700" y="1238250"/>
                </a:lnTo>
                <a:lnTo>
                  <a:pt x="638175" y="1238250"/>
                </a:lnTo>
                <a:close/>
                <a:moveTo>
                  <a:pt x="114300" y="1276350"/>
                </a:moveTo>
                <a:lnTo>
                  <a:pt x="142875" y="1276350"/>
                </a:lnTo>
                <a:lnTo>
                  <a:pt x="142875" y="1285875"/>
                </a:lnTo>
                <a:lnTo>
                  <a:pt x="114300" y="1285875"/>
                </a:lnTo>
                <a:close/>
                <a:moveTo>
                  <a:pt x="28575" y="1285875"/>
                </a:moveTo>
                <a:lnTo>
                  <a:pt x="38100" y="1285875"/>
                </a:lnTo>
                <a:lnTo>
                  <a:pt x="38100" y="1304925"/>
                </a:lnTo>
                <a:lnTo>
                  <a:pt x="28575" y="1304925"/>
                </a:lnTo>
                <a:close/>
                <a:moveTo>
                  <a:pt x="142875" y="1285875"/>
                </a:moveTo>
                <a:lnTo>
                  <a:pt x="161925" y="1285875"/>
                </a:lnTo>
                <a:lnTo>
                  <a:pt x="161925" y="1295400"/>
                </a:lnTo>
                <a:lnTo>
                  <a:pt x="152400" y="1295400"/>
                </a:lnTo>
                <a:lnTo>
                  <a:pt x="152400" y="1304925"/>
                </a:lnTo>
                <a:lnTo>
                  <a:pt x="161925" y="1304925"/>
                </a:lnTo>
                <a:lnTo>
                  <a:pt x="161925" y="1314450"/>
                </a:lnTo>
                <a:lnTo>
                  <a:pt x="133350" y="1314450"/>
                </a:lnTo>
                <a:lnTo>
                  <a:pt x="133350" y="1304925"/>
                </a:lnTo>
                <a:lnTo>
                  <a:pt x="123825" y="1304925"/>
                </a:lnTo>
                <a:lnTo>
                  <a:pt x="123825" y="1314450"/>
                </a:lnTo>
                <a:lnTo>
                  <a:pt x="133350" y="1314450"/>
                </a:lnTo>
                <a:lnTo>
                  <a:pt x="133350" y="1323975"/>
                </a:lnTo>
                <a:lnTo>
                  <a:pt x="114300" y="1323975"/>
                </a:lnTo>
                <a:lnTo>
                  <a:pt x="114300" y="1295400"/>
                </a:lnTo>
                <a:lnTo>
                  <a:pt x="142875" y="1295400"/>
                </a:lnTo>
                <a:close/>
                <a:moveTo>
                  <a:pt x="171450" y="1285875"/>
                </a:moveTo>
                <a:lnTo>
                  <a:pt x="219075" y="1285875"/>
                </a:lnTo>
                <a:lnTo>
                  <a:pt x="219075" y="1295400"/>
                </a:lnTo>
                <a:lnTo>
                  <a:pt x="209550" y="1295400"/>
                </a:lnTo>
                <a:lnTo>
                  <a:pt x="209550" y="1314450"/>
                </a:lnTo>
                <a:lnTo>
                  <a:pt x="180975" y="1314450"/>
                </a:lnTo>
                <a:lnTo>
                  <a:pt x="180975" y="1304925"/>
                </a:lnTo>
                <a:lnTo>
                  <a:pt x="200025" y="1304925"/>
                </a:lnTo>
                <a:lnTo>
                  <a:pt x="200025" y="1295400"/>
                </a:lnTo>
                <a:lnTo>
                  <a:pt x="171450" y="1295400"/>
                </a:lnTo>
                <a:close/>
                <a:moveTo>
                  <a:pt x="609600" y="1285875"/>
                </a:moveTo>
                <a:lnTo>
                  <a:pt x="638175" y="1285875"/>
                </a:lnTo>
                <a:lnTo>
                  <a:pt x="638175" y="1295400"/>
                </a:lnTo>
                <a:lnTo>
                  <a:pt x="609600" y="1295400"/>
                </a:lnTo>
                <a:close/>
                <a:moveTo>
                  <a:pt x="876300" y="1285875"/>
                </a:moveTo>
                <a:lnTo>
                  <a:pt x="895350" y="1285875"/>
                </a:lnTo>
                <a:lnTo>
                  <a:pt x="895350" y="1295400"/>
                </a:lnTo>
                <a:lnTo>
                  <a:pt x="876300" y="1295400"/>
                </a:lnTo>
                <a:close/>
                <a:moveTo>
                  <a:pt x="1219200" y="1285875"/>
                </a:moveTo>
                <a:lnTo>
                  <a:pt x="1247775" y="1285875"/>
                </a:lnTo>
                <a:lnTo>
                  <a:pt x="1247775" y="1295400"/>
                </a:lnTo>
                <a:lnTo>
                  <a:pt x="1219200" y="1295400"/>
                </a:lnTo>
                <a:close/>
                <a:moveTo>
                  <a:pt x="1400175" y="1285875"/>
                </a:moveTo>
                <a:lnTo>
                  <a:pt x="1409700" y="1285875"/>
                </a:lnTo>
                <a:lnTo>
                  <a:pt x="1409700" y="1295400"/>
                </a:lnTo>
                <a:lnTo>
                  <a:pt x="1400175" y="1295400"/>
                </a:lnTo>
                <a:close/>
                <a:moveTo>
                  <a:pt x="1457325" y="1285875"/>
                </a:moveTo>
                <a:lnTo>
                  <a:pt x="1466850" y="1285875"/>
                </a:lnTo>
                <a:lnTo>
                  <a:pt x="1466850" y="1295400"/>
                </a:lnTo>
                <a:lnTo>
                  <a:pt x="1457325" y="1295400"/>
                </a:lnTo>
                <a:close/>
                <a:moveTo>
                  <a:pt x="9525" y="1304925"/>
                </a:moveTo>
                <a:lnTo>
                  <a:pt x="19050" y="1304925"/>
                </a:lnTo>
                <a:lnTo>
                  <a:pt x="19050" y="1314450"/>
                </a:lnTo>
                <a:lnTo>
                  <a:pt x="9525" y="1314450"/>
                </a:lnTo>
                <a:close/>
                <a:moveTo>
                  <a:pt x="1190625" y="1304925"/>
                </a:moveTo>
                <a:lnTo>
                  <a:pt x="1209675" y="1304925"/>
                </a:lnTo>
                <a:lnTo>
                  <a:pt x="1209675" y="1314450"/>
                </a:lnTo>
                <a:lnTo>
                  <a:pt x="1219200" y="1314450"/>
                </a:lnTo>
                <a:lnTo>
                  <a:pt x="1219200" y="1323975"/>
                </a:lnTo>
                <a:lnTo>
                  <a:pt x="1238250" y="1323975"/>
                </a:lnTo>
                <a:lnTo>
                  <a:pt x="1238250" y="1314450"/>
                </a:lnTo>
                <a:lnTo>
                  <a:pt x="1228725" y="1314450"/>
                </a:lnTo>
                <a:lnTo>
                  <a:pt x="1228725" y="1304925"/>
                </a:lnTo>
                <a:lnTo>
                  <a:pt x="1238250" y="1304925"/>
                </a:lnTo>
                <a:lnTo>
                  <a:pt x="1238250" y="1314450"/>
                </a:lnTo>
                <a:lnTo>
                  <a:pt x="1247775" y="1314450"/>
                </a:lnTo>
                <a:lnTo>
                  <a:pt x="1247775" y="1333500"/>
                </a:lnTo>
                <a:lnTo>
                  <a:pt x="1228725" y="1333500"/>
                </a:lnTo>
                <a:lnTo>
                  <a:pt x="1228725" y="1362075"/>
                </a:lnTo>
                <a:lnTo>
                  <a:pt x="1219200" y="1362075"/>
                </a:lnTo>
                <a:lnTo>
                  <a:pt x="1219200" y="1333500"/>
                </a:lnTo>
                <a:lnTo>
                  <a:pt x="1209675" y="1333500"/>
                </a:lnTo>
                <a:lnTo>
                  <a:pt x="1209675" y="1323975"/>
                </a:lnTo>
                <a:lnTo>
                  <a:pt x="1190625" y="1323975"/>
                </a:lnTo>
                <a:close/>
                <a:moveTo>
                  <a:pt x="1400175" y="1304925"/>
                </a:moveTo>
                <a:lnTo>
                  <a:pt x="1409700" y="1304925"/>
                </a:lnTo>
                <a:lnTo>
                  <a:pt x="1409700" y="1314450"/>
                </a:lnTo>
                <a:lnTo>
                  <a:pt x="1400175" y="1314450"/>
                </a:lnTo>
                <a:close/>
                <a:moveTo>
                  <a:pt x="180975" y="1323975"/>
                </a:moveTo>
                <a:lnTo>
                  <a:pt x="190500" y="1323975"/>
                </a:lnTo>
                <a:lnTo>
                  <a:pt x="190500" y="1333500"/>
                </a:lnTo>
                <a:lnTo>
                  <a:pt x="180975" y="1333500"/>
                </a:lnTo>
                <a:close/>
                <a:moveTo>
                  <a:pt x="514350" y="1323975"/>
                </a:moveTo>
                <a:lnTo>
                  <a:pt x="523875" y="1323975"/>
                </a:lnTo>
                <a:lnTo>
                  <a:pt x="523875" y="1333500"/>
                </a:lnTo>
                <a:lnTo>
                  <a:pt x="514350" y="1333500"/>
                </a:lnTo>
                <a:close/>
                <a:moveTo>
                  <a:pt x="1143000" y="1323975"/>
                </a:moveTo>
                <a:lnTo>
                  <a:pt x="1152525" y="1323975"/>
                </a:lnTo>
                <a:lnTo>
                  <a:pt x="1152525" y="1333500"/>
                </a:lnTo>
                <a:lnTo>
                  <a:pt x="1143000" y="1333500"/>
                </a:lnTo>
                <a:close/>
                <a:moveTo>
                  <a:pt x="923925" y="1333500"/>
                </a:moveTo>
                <a:lnTo>
                  <a:pt x="933450" y="1333500"/>
                </a:lnTo>
                <a:lnTo>
                  <a:pt x="933450" y="1343025"/>
                </a:lnTo>
                <a:lnTo>
                  <a:pt x="923925" y="1343025"/>
                </a:lnTo>
                <a:close/>
                <a:moveTo>
                  <a:pt x="1123950" y="1333500"/>
                </a:moveTo>
                <a:lnTo>
                  <a:pt x="1143000" y="1333500"/>
                </a:lnTo>
                <a:lnTo>
                  <a:pt x="1143000" y="1343025"/>
                </a:lnTo>
                <a:lnTo>
                  <a:pt x="1133475" y="1343025"/>
                </a:lnTo>
                <a:lnTo>
                  <a:pt x="1133475" y="1352550"/>
                </a:lnTo>
                <a:lnTo>
                  <a:pt x="1123950" y="1352550"/>
                </a:lnTo>
                <a:close/>
                <a:moveTo>
                  <a:pt x="571500" y="1343025"/>
                </a:moveTo>
                <a:lnTo>
                  <a:pt x="600075" y="1343025"/>
                </a:lnTo>
                <a:lnTo>
                  <a:pt x="600075" y="1352550"/>
                </a:lnTo>
                <a:lnTo>
                  <a:pt x="590550" y="1352550"/>
                </a:lnTo>
                <a:lnTo>
                  <a:pt x="590550" y="1362075"/>
                </a:lnTo>
                <a:lnTo>
                  <a:pt x="571500" y="1362075"/>
                </a:lnTo>
                <a:close/>
                <a:moveTo>
                  <a:pt x="657225" y="1343025"/>
                </a:moveTo>
                <a:lnTo>
                  <a:pt x="666750" y="1343025"/>
                </a:lnTo>
                <a:lnTo>
                  <a:pt x="666750" y="1362075"/>
                </a:lnTo>
                <a:lnTo>
                  <a:pt x="647700" y="1362075"/>
                </a:lnTo>
                <a:lnTo>
                  <a:pt x="647700" y="1352550"/>
                </a:lnTo>
                <a:lnTo>
                  <a:pt x="657225" y="1352550"/>
                </a:lnTo>
                <a:close/>
                <a:moveTo>
                  <a:pt x="828675" y="1343025"/>
                </a:moveTo>
                <a:lnTo>
                  <a:pt x="838200" y="1343025"/>
                </a:lnTo>
                <a:lnTo>
                  <a:pt x="838200" y="1362075"/>
                </a:lnTo>
                <a:lnTo>
                  <a:pt x="828675" y="1362075"/>
                </a:lnTo>
                <a:close/>
                <a:moveTo>
                  <a:pt x="1571625" y="1343025"/>
                </a:moveTo>
                <a:lnTo>
                  <a:pt x="1581150" y="1343025"/>
                </a:lnTo>
                <a:lnTo>
                  <a:pt x="1581150" y="1352550"/>
                </a:lnTo>
                <a:lnTo>
                  <a:pt x="1590675" y="1352550"/>
                </a:lnTo>
                <a:lnTo>
                  <a:pt x="1590675" y="1362075"/>
                </a:lnTo>
                <a:lnTo>
                  <a:pt x="1571625" y="1362075"/>
                </a:lnTo>
                <a:close/>
                <a:moveTo>
                  <a:pt x="704850" y="1352550"/>
                </a:moveTo>
                <a:lnTo>
                  <a:pt x="714375" y="1352550"/>
                </a:lnTo>
                <a:lnTo>
                  <a:pt x="714375" y="1362075"/>
                </a:lnTo>
                <a:lnTo>
                  <a:pt x="704850" y="1362075"/>
                </a:lnTo>
                <a:close/>
              </a:path>
            </a:pathLst>
          </a:custGeom>
          <a:solidFill xmlns:a="http://schemas.openxmlformats.org/drawingml/2006/main">
            <a:srgbClr val="F9FAF5"/>
          </a:solidFill>
          <a:ln xmlns:a="http://schemas.openxmlformats.org/drawingml/2006/main" w="0">
            <a:noFill/>
          </a:ln>
        </p:spPr>
      </p:sp>
      <p:sp>
        <p:nvSpPr>
          <p:cNvPr id="26" name="turno1 vector #f9f9f5">
            <a:extLst xmlns:a="http://schemas.openxmlformats.org/drawingml/2006/main">
              <a:ext uri="{FF2B5EF4-FFF2-40B4-BE49-F238E27FC236}">
                <a16:creationId xmlns:a16="http://schemas.microsoft.com/office/drawing/2014/main" id="{1A2C074C-DC97-48A9-8794-0C4A3EF621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2025" y="2752725"/>
            <a:ext cx="2476500" cy="2095500"/>
          </a:xfrm>
          <a:custGeom xmlns:a="http://schemas.openxmlformats.org/drawingml/2006/main">
            <a:pathLst>
              <a:path w="1609725" h="1362075">
                <a:moveTo>
                  <a:pt x="114300" y="0"/>
                </a:moveTo>
                <a:lnTo>
                  <a:pt x="133350" y="0"/>
                </a:lnTo>
                <a:lnTo>
                  <a:pt x="133350" y="19050"/>
                </a:lnTo>
                <a:lnTo>
                  <a:pt x="114300" y="19050"/>
                </a:lnTo>
                <a:close/>
                <a:moveTo>
                  <a:pt x="828675" y="0"/>
                </a:moveTo>
                <a:lnTo>
                  <a:pt x="838200" y="0"/>
                </a:lnTo>
                <a:lnTo>
                  <a:pt x="838200" y="9525"/>
                </a:lnTo>
                <a:lnTo>
                  <a:pt x="847725" y="9525"/>
                </a:lnTo>
                <a:lnTo>
                  <a:pt x="847725" y="19050"/>
                </a:lnTo>
                <a:lnTo>
                  <a:pt x="819150" y="19050"/>
                </a:lnTo>
                <a:lnTo>
                  <a:pt x="819150" y="9525"/>
                </a:lnTo>
                <a:lnTo>
                  <a:pt x="828675" y="9525"/>
                </a:lnTo>
                <a:close/>
                <a:moveTo>
                  <a:pt x="1600200" y="0"/>
                </a:moveTo>
                <a:lnTo>
                  <a:pt x="1609725" y="0"/>
                </a:lnTo>
                <a:lnTo>
                  <a:pt x="1609725" y="9525"/>
                </a:lnTo>
                <a:lnTo>
                  <a:pt x="1600200" y="9525"/>
                </a:lnTo>
                <a:close/>
                <a:moveTo>
                  <a:pt x="638175" y="9525"/>
                </a:moveTo>
                <a:lnTo>
                  <a:pt x="657225" y="9525"/>
                </a:lnTo>
                <a:lnTo>
                  <a:pt x="657225" y="19050"/>
                </a:lnTo>
                <a:lnTo>
                  <a:pt x="638175" y="19050"/>
                </a:lnTo>
                <a:close/>
                <a:moveTo>
                  <a:pt x="676275" y="9525"/>
                </a:moveTo>
                <a:lnTo>
                  <a:pt x="695325" y="9525"/>
                </a:lnTo>
                <a:lnTo>
                  <a:pt x="695325" y="19050"/>
                </a:lnTo>
                <a:lnTo>
                  <a:pt x="704850" y="19050"/>
                </a:lnTo>
                <a:lnTo>
                  <a:pt x="704850" y="38100"/>
                </a:lnTo>
                <a:lnTo>
                  <a:pt x="695325" y="38100"/>
                </a:lnTo>
                <a:lnTo>
                  <a:pt x="695325" y="28575"/>
                </a:lnTo>
                <a:lnTo>
                  <a:pt x="685800" y="28575"/>
                </a:lnTo>
                <a:lnTo>
                  <a:pt x="685800" y="19050"/>
                </a:lnTo>
                <a:lnTo>
                  <a:pt x="676275" y="19050"/>
                </a:lnTo>
                <a:close/>
                <a:moveTo>
                  <a:pt x="742950" y="9525"/>
                </a:moveTo>
                <a:lnTo>
                  <a:pt x="752475" y="9525"/>
                </a:lnTo>
                <a:lnTo>
                  <a:pt x="752475" y="19050"/>
                </a:lnTo>
                <a:lnTo>
                  <a:pt x="762000" y="19050"/>
                </a:lnTo>
                <a:lnTo>
                  <a:pt x="762000" y="28575"/>
                </a:lnTo>
                <a:lnTo>
                  <a:pt x="742950" y="28575"/>
                </a:lnTo>
                <a:close/>
                <a:moveTo>
                  <a:pt x="57150" y="19050"/>
                </a:moveTo>
                <a:lnTo>
                  <a:pt x="76200" y="19050"/>
                </a:lnTo>
                <a:lnTo>
                  <a:pt x="76200" y="28575"/>
                </a:lnTo>
                <a:lnTo>
                  <a:pt x="57150" y="28575"/>
                </a:lnTo>
                <a:close/>
                <a:moveTo>
                  <a:pt x="190500" y="19050"/>
                </a:moveTo>
                <a:lnTo>
                  <a:pt x="200025" y="19050"/>
                </a:lnTo>
                <a:lnTo>
                  <a:pt x="200025" y="28575"/>
                </a:lnTo>
                <a:lnTo>
                  <a:pt x="209550" y="28575"/>
                </a:lnTo>
                <a:lnTo>
                  <a:pt x="209550" y="38100"/>
                </a:lnTo>
                <a:lnTo>
                  <a:pt x="190500" y="38100"/>
                </a:lnTo>
                <a:lnTo>
                  <a:pt x="190500" y="47625"/>
                </a:lnTo>
                <a:lnTo>
                  <a:pt x="180975" y="47625"/>
                </a:lnTo>
                <a:lnTo>
                  <a:pt x="180975" y="28575"/>
                </a:lnTo>
                <a:lnTo>
                  <a:pt x="190500" y="28575"/>
                </a:lnTo>
                <a:close/>
                <a:moveTo>
                  <a:pt x="276225" y="19050"/>
                </a:moveTo>
                <a:lnTo>
                  <a:pt x="295275" y="19050"/>
                </a:lnTo>
                <a:lnTo>
                  <a:pt x="295275" y="28575"/>
                </a:lnTo>
                <a:lnTo>
                  <a:pt x="276225" y="28575"/>
                </a:lnTo>
                <a:close/>
                <a:moveTo>
                  <a:pt x="400050" y="19050"/>
                </a:moveTo>
                <a:lnTo>
                  <a:pt x="419100" y="19050"/>
                </a:lnTo>
                <a:lnTo>
                  <a:pt x="419100" y="38100"/>
                </a:lnTo>
                <a:lnTo>
                  <a:pt x="409575" y="38100"/>
                </a:lnTo>
                <a:lnTo>
                  <a:pt x="409575" y="47625"/>
                </a:lnTo>
                <a:lnTo>
                  <a:pt x="390525" y="47625"/>
                </a:lnTo>
                <a:lnTo>
                  <a:pt x="390525" y="28575"/>
                </a:lnTo>
                <a:lnTo>
                  <a:pt x="400050" y="28575"/>
                </a:lnTo>
                <a:close/>
                <a:moveTo>
                  <a:pt x="552450" y="19050"/>
                </a:moveTo>
                <a:lnTo>
                  <a:pt x="571500" y="19050"/>
                </a:lnTo>
                <a:lnTo>
                  <a:pt x="571500" y="38100"/>
                </a:lnTo>
                <a:lnTo>
                  <a:pt x="552450" y="38100"/>
                </a:lnTo>
                <a:close/>
                <a:moveTo>
                  <a:pt x="1285875" y="19050"/>
                </a:moveTo>
                <a:lnTo>
                  <a:pt x="1314450" y="19050"/>
                </a:lnTo>
                <a:lnTo>
                  <a:pt x="1314450" y="38100"/>
                </a:lnTo>
                <a:lnTo>
                  <a:pt x="1285875" y="38100"/>
                </a:lnTo>
                <a:close/>
                <a:moveTo>
                  <a:pt x="1533525" y="19050"/>
                </a:moveTo>
                <a:lnTo>
                  <a:pt x="1543050" y="19050"/>
                </a:lnTo>
                <a:lnTo>
                  <a:pt x="1543050" y="28575"/>
                </a:lnTo>
                <a:lnTo>
                  <a:pt x="1533525" y="28575"/>
                </a:lnTo>
                <a:close/>
                <a:moveTo>
                  <a:pt x="295275" y="28575"/>
                </a:moveTo>
                <a:lnTo>
                  <a:pt x="304800" y="28575"/>
                </a:lnTo>
                <a:lnTo>
                  <a:pt x="304800" y="38100"/>
                </a:lnTo>
                <a:lnTo>
                  <a:pt x="295275" y="38100"/>
                </a:lnTo>
                <a:close/>
                <a:moveTo>
                  <a:pt x="847725" y="38100"/>
                </a:moveTo>
                <a:lnTo>
                  <a:pt x="866775" y="38100"/>
                </a:lnTo>
                <a:lnTo>
                  <a:pt x="866775" y="47625"/>
                </a:lnTo>
                <a:lnTo>
                  <a:pt x="876300" y="47625"/>
                </a:lnTo>
                <a:lnTo>
                  <a:pt x="876300" y="57150"/>
                </a:lnTo>
                <a:lnTo>
                  <a:pt x="857250" y="57150"/>
                </a:lnTo>
                <a:lnTo>
                  <a:pt x="857250" y="47625"/>
                </a:lnTo>
                <a:lnTo>
                  <a:pt x="847725" y="47625"/>
                </a:lnTo>
                <a:close/>
                <a:moveTo>
                  <a:pt x="1276350" y="38100"/>
                </a:moveTo>
                <a:lnTo>
                  <a:pt x="1285875" y="38100"/>
                </a:lnTo>
                <a:lnTo>
                  <a:pt x="1285875" y="47625"/>
                </a:lnTo>
                <a:lnTo>
                  <a:pt x="1276350" y="47625"/>
                </a:lnTo>
                <a:close/>
                <a:moveTo>
                  <a:pt x="838200" y="47625"/>
                </a:moveTo>
                <a:lnTo>
                  <a:pt x="847725" y="47625"/>
                </a:lnTo>
                <a:lnTo>
                  <a:pt x="847725" y="57150"/>
                </a:lnTo>
                <a:lnTo>
                  <a:pt x="838200" y="57150"/>
                </a:lnTo>
                <a:close/>
                <a:moveTo>
                  <a:pt x="1143000" y="47625"/>
                </a:moveTo>
                <a:lnTo>
                  <a:pt x="1152525" y="47625"/>
                </a:lnTo>
                <a:lnTo>
                  <a:pt x="1152525" y="57150"/>
                </a:lnTo>
                <a:lnTo>
                  <a:pt x="1143000" y="57150"/>
                </a:lnTo>
                <a:close/>
                <a:moveTo>
                  <a:pt x="1219200" y="47625"/>
                </a:moveTo>
                <a:lnTo>
                  <a:pt x="1247775" y="47625"/>
                </a:lnTo>
                <a:lnTo>
                  <a:pt x="1247775" y="57150"/>
                </a:lnTo>
                <a:lnTo>
                  <a:pt x="1219200" y="57150"/>
                </a:lnTo>
                <a:close/>
                <a:moveTo>
                  <a:pt x="1266825" y="47625"/>
                </a:moveTo>
                <a:lnTo>
                  <a:pt x="1276350" y="47625"/>
                </a:lnTo>
                <a:lnTo>
                  <a:pt x="1276350" y="66675"/>
                </a:lnTo>
                <a:lnTo>
                  <a:pt x="1266825" y="66675"/>
                </a:lnTo>
                <a:close/>
                <a:moveTo>
                  <a:pt x="114300" y="57150"/>
                </a:moveTo>
                <a:lnTo>
                  <a:pt x="133350" y="57150"/>
                </a:lnTo>
                <a:lnTo>
                  <a:pt x="133350" y="66675"/>
                </a:lnTo>
                <a:lnTo>
                  <a:pt x="114300" y="66675"/>
                </a:lnTo>
                <a:close/>
                <a:moveTo>
                  <a:pt x="1438275" y="57150"/>
                </a:moveTo>
                <a:lnTo>
                  <a:pt x="1457325" y="57150"/>
                </a:lnTo>
                <a:lnTo>
                  <a:pt x="1457325" y="66675"/>
                </a:lnTo>
                <a:lnTo>
                  <a:pt x="1438275" y="66675"/>
                </a:lnTo>
                <a:close/>
                <a:moveTo>
                  <a:pt x="352425" y="66675"/>
                </a:moveTo>
                <a:lnTo>
                  <a:pt x="371475" y="66675"/>
                </a:lnTo>
                <a:lnTo>
                  <a:pt x="371475" y="76200"/>
                </a:lnTo>
                <a:lnTo>
                  <a:pt x="361950" y="76200"/>
                </a:lnTo>
                <a:lnTo>
                  <a:pt x="361950" y="85725"/>
                </a:lnTo>
                <a:lnTo>
                  <a:pt x="352425" y="85725"/>
                </a:lnTo>
                <a:close/>
                <a:moveTo>
                  <a:pt x="847725" y="66675"/>
                </a:moveTo>
                <a:lnTo>
                  <a:pt x="857250" y="66675"/>
                </a:lnTo>
                <a:lnTo>
                  <a:pt x="857250" y="76200"/>
                </a:lnTo>
                <a:lnTo>
                  <a:pt x="847725" y="76200"/>
                </a:lnTo>
                <a:close/>
                <a:moveTo>
                  <a:pt x="857250" y="76200"/>
                </a:moveTo>
                <a:lnTo>
                  <a:pt x="866775" y="76200"/>
                </a:lnTo>
                <a:lnTo>
                  <a:pt x="866775" y="85725"/>
                </a:lnTo>
                <a:lnTo>
                  <a:pt x="876300" y="85725"/>
                </a:lnTo>
                <a:lnTo>
                  <a:pt x="876300" y="95250"/>
                </a:lnTo>
                <a:lnTo>
                  <a:pt x="885825" y="95250"/>
                </a:lnTo>
                <a:lnTo>
                  <a:pt x="885825" y="104775"/>
                </a:lnTo>
                <a:lnTo>
                  <a:pt x="876300" y="104775"/>
                </a:lnTo>
                <a:lnTo>
                  <a:pt x="876300" y="114300"/>
                </a:lnTo>
                <a:lnTo>
                  <a:pt x="866775" y="114300"/>
                </a:lnTo>
                <a:lnTo>
                  <a:pt x="866775" y="95250"/>
                </a:lnTo>
                <a:lnTo>
                  <a:pt x="847725" y="95250"/>
                </a:lnTo>
                <a:lnTo>
                  <a:pt x="847725" y="85725"/>
                </a:lnTo>
                <a:lnTo>
                  <a:pt x="857250" y="85725"/>
                </a:lnTo>
                <a:close/>
                <a:moveTo>
                  <a:pt x="371475" y="85725"/>
                </a:moveTo>
                <a:lnTo>
                  <a:pt x="381000" y="85725"/>
                </a:lnTo>
                <a:lnTo>
                  <a:pt x="381000" y="95250"/>
                </a:lnTo>
                <a:lnTo>
                  <a:pt x="371475" y="95250"/>
                </a:lnTo>
                <a:close/>
                <a:moveTo>
                  <a:pt x="971550" y="85725"/>
                </a:moveTo>
                <a:lnTo>
                  <a:pt x="990600" y="85725"/>
                </a:lnTo>
                <a:lnTo>
                  <a:pt x="990600" y="104775"/>
                </a:lnTo>
                <a:lnTo>
                  <a:pt x="981075" y="104775"/>
                </a:lnTo>
                <a:lnTo>
                  <a:pt x="981075" y="95250"/>
                </a:lnTo>
                <a:lnTo>
                  <a:pt x="971550" y="95250"/>
                </a:lnTo>
                <a:close/>
                <a:moveTo>
                  <a:pt x="114300" y="95250"/>
                </a:moveTo>
                <a:lnTo>
                  <a:pt x="133350" y="95250"/>
                </a:lnTo>
                <a:lnTo>
                  <a:pt x="133350" y="114300"/>
                </a:lnTo>
                <a:lnTo>
                  <a:pt x="104775" y="114300"/>
                </a:lnTo>
                <a:lnTo>
                  <a:pt x="104775" y="104775"/>
                </a:lnTo>
                <a:lnTo>
                  <a:pt x="114300" y="104775"/>
                </a:lnTo>
                <a:close/>
                <a:moveTo>
                  <a:pt x="1333500" y="95250"/>
                </a:moveTo>
                <a:lnTo>
                  <a:pt x="1343025" y="95250"/>
                </a:lnTo>
                <a:lnTo>
                  <a:pt x="1343025" y="123825"/>
                </a:lnTo>
                <a:lnTo>
                  <a:pt x="1333500" y="123825"/>
                </a:lnTo>
                <a:close/>
                <a:moveTo>
                  <a:pt x="733425" y="104775"/>
                </a:moveTo>
                <a:lnTo>
                  <a:pt x="742950" y="104775"/>
                </a:lnTo>
                <a:lnTo>
                  <a:pt x="742950" y="114300"/>
                </a:lnTo>
                <a:lnTo>
                  <a:pt x="733425" y="114300"/>
                </a:lnTo>
                <a:close/>
                <a:moveTo>
                  <a:pt x="828675" y="114300"/>
                </a:moveTo>
                <a:lnTo>
                  <a:pt x="847725" y="114300"/>
                </a:lnTo>
                <a:lnTo>
                  <a:pt x="847725" y="133350"/>
                </a:lnTo>
                <a:lnTo>
                  <a:pt x="819150" y="133350"/>
                </a:lnTo>
                <a:lnTo>
                  <a:pt x="819150" y="123825"/>
                </a:lnTo>
                <a:lnTo>
                  <a:pt x="828675" y="123825"/>
                </a:lnTo>
                <a:close/>
                <a:moveTo>
                  <a:pt x="57150" y="123825"/>
                </a:moveTo>
                <a:lnTo>
                  <a:pt x="66675" y="123825"/>
                </a:lnTo>
                <a:lnTo>
                  <a:pt x="66675" y="142875"/>
                </a:lnTo>
                <a:lnTo>
                  <a:pt x="76200" y="142875"/>
                </a:lnTo>
                <a:lnTo>
                  <a:pt x="76200" y="152400"/>
                </a:lnTo>
                <a:lnTo>
                  <a:pt x="57150" y="152400"/>
                </a:lnTo>
                <a:close/>
                <a:moveTo>
                  <a:pt x="190500" y="123825"/>
                </a:moveTo>
                <a:lnTo>
                  <a:pt x="209550" y="123825"/>
                </a:lnTo>
                <a:lnTo>
                  <a:pt x="209550" y="152400"/>
                </a:lnTo>
                <a:lnTo>
                  <a:pt x="200025" y="152400"/>
                </a:lnTo>
                <a:lnTo>
                  <a:pt x="200025" y="142875"/>
                </a:lnTo>
                <a:lnTo>
                  <a:pt x="180975" y="142875"/>
                </a:lnTo>
                <a:lnTo>
                  <a:pt x="180975" y="161925"/>
                </a:lnTo>
                <a:lnTo>
                  <a:pt x="161925" y="161925"/>
                </a:lnTo>
                <a:lnTo>
                  <a:pt x="161925" y="142875"/>
                </a:lnTo>
                <a:lnTo>
                  <a:pt x="171450" y="142875"/>
                </a:lnTo>
                <a:lnTo>
                  <a:pt x="171450" y="133350"/>
                </a:lnTo>
                <a:lnTo>
                  <a:pt x="190500" y="133350"/>
                </a:lnTo>
                <a:close/>
                <a:moveTo>
                  <a:pt x="600075" y="123825"/>
                </a:moveTo>
                <a:lnTo>
                  <a:pt x="609600" y="123825"/>
                </a:lnTo>
                <a:lnTo>
                  <a:pt x="609600" y="133350"/>
                </a:lnTo>
                <a:lnTo>
                  <a:pt x="600075" y="133350"/>
                </a:lnTo>
                <a:close/>
                <a:moveTo>
                  <a:pt x="857250" y="123825"/>
                </a:moveTo>
                <a:lnTo>
                  <a:pt x="866775" y="123825"/>
                </a:lnTo>
                <a:lnTo>
                  <a:pt x="866775" y="133350"/>
                </a:lnTo>
                <a:lnTo>
                  <a:pt x="857250" y="133350"/>
                </a:lnTo>
                <a:close/>
                <a:moveTo>
                  <a:pt x="142875" y="133350"/>
                </a:moveTo>
                <a:lnTo>
                  <a:pt x="152400" y="133350"/>
                </a:lnTo>
                <a:lnTo>
                  <a:pt x="152400" y="152400"/>
                </a:lnTo>
                <a:lnTo>
                  <a:pt x="142875" y="152400"/>
                </a:lnTo>
                <a:close/>
                <a:moveTo>
                  <a:pt x="219075" y="133350"/>
                </a:moveTo>
                <a:lnTo>
                  <a:pt x="228600" y="133350"/>
                </a:lnTo>
                <a:lnTo>
                  <a:pt x="228600" y="142875"/>
                </a:lnTo>
                <a:lnTo>
                  <a:pt x="219075" y="142875"/>
                </a:lnTo>
                <a:close/>
                <a:moveTo>
                  <a:pt x="609600" y="133350"/>
                </a:moveTo>
                <a:lnTo>
                  <a:pt x="619125" y="133350"/>
                </a:lnTo>
                <a:lnTo>
                  <a:pt x="619125" y="142875"/>
                </a:lnTo>
                <a:lnTo>
                  <a:pt x="609600" y="142875"/>
                </a:lnTo>
                <a:close/>
                <a:moveTo>
                  <a:pt x="847725" y="133350"/>
                </a:moveTo>
                <a:lnTo>
                  <a:pt x="857250" y="133350"/>
                </a:lnTo>
                <a:lnTo>
                  <a:pt x="857250" y="142875"/>
                </a:lnTo>
                <a:lnTo>
                  <a:pt x="847725" y="142875"/>
                </a:lnTo>
                <a:close/>
                <a:moveTo>
                  <a:pt x="1343025" y="133350"/>
                </a:moveTo>
                <a:lnTo>
                  <a:pt x="1352550" y="133350"/>
                </a:lnTo>
                <a:lnTo>
                  <a:pt x="1352550" y="142875"/>
                </a:lnTo>
                <a:lnTo>
                  <a:pt x="1343025" y="142875"/>
                </a:lnTo>
                <a:close/>
                <a:moveTo>
                  <a:pt x="723900" y="142875"/>
                </a:moveTo>
                <a:lnTo>
                  <a:pt x="733425" y="142875"/>
                </a:lnTo>
                <a:lnTo>
                  <a:pt x="733425" y="152400"/>
                </a:lnTo>
                <a:lnTo>
                  <a:pt x="723900" y="152400"/>
                </a:lnTo>
                <a:close/>
                <a:moveTo>
                  <a:pt x="704850" y="161925"/>
                </a:moveTo>
                <a:lnTo>
                  <a:pt x="714375" y="161925"/>
                </a:lnTo>
                <a:lnTo>
                  <a:pt x="714375" y="171450"/>
                </a:lnTo>
                <a:lnTo>
                  <a:pt x="704850" y="171450"/>
                </a:lnTo>
                <a:close/>
                <a:moveTo>
                  <a:pt x="923925" y="161925"/>
                </a:moveTo>
                <a:lnTo>
                  <a:pt x="933450" y="161925"/>
                </a:lnTo>
                <a:lnTo>
                  <a:pt x="933450" y="180975"/>
                </a:lnTo>
                <a:lnTo>
                  <a:pt x="952500" y="180975"/>
                </a:lnTo>
                <a:lnTo>
                  <a:pt x="952500" y="238125"/>
                </a:lnTo>
                <a:lnTo>
                  <a:pt x="933450" y="238125"/>
                </a:lnTo>
                <a:lnTo>
                  <a:pt x="933450" y="228600"/>
                </a:lnTo>
                <a:lnTo>
                  <a:pt x="942975" y="228600"/>
                </a:lnTo>
                <a:lnTo>
                  <a:pt x="942975" y="219075"/>
                </a:lnTo>
                <a:lnTo>
                  <a:pt x="904875" y="219075"/>
                </a:lnTo>
                <a:lnTo>
                  <a:pt x="904875" y="209550"/>
                </a:lnTo>
                <a:lnTo>
                  <a:pt x="914400" y="209550"/>
                </a:lnTo>
                <a:lnTo>
                  <a:pt x="914400" y="180975"/>
                </a:lnTo>
                <a:lnTo>
                  <a:pt x="923925" y="180975"/>
                </a:lnTo>
                <a:close/>
                <a:moveTo>
                  <a:pt x="1514475" y="161925"/>
                </a:moveTo>
                <a:lnTo>
                  <a:pt x="1524000" y="161925"/>
                </a:lnTo>
                <a:lnTo>
                  <a:pt x="1524000" y="171450"/>
                </a:lnTo>
                <a:lnTo>
                  <a:pt x="1514475" y="171450"/>
                </a:lnTo>
                <a:close/>
                <a:moveTo>
                  <a:pt x="1571625" y="161925"/>
                </a:moveTo>
                <a:lnTo>
                  <a:pt x="1581150" y="161925"/>
                </a:lnTo>
                <a:lnTo>
                  <a:pt x="1581150" y="171450"/>
                </a:lnTo>
                <a:lnTo>
                  <a:pt x="1571625" y="171450"/>
                </a:lnTo>
                <a:close/>
                <a:moveTo>
                  <a:pt x="581025" y="180975"/>
                </a:moveTo>
                <a:lnTo>
                  <a:pt x="590550" y="180975"/>
                </a:lnTo>
                <a:lnTo>
                  <a:pt x="590550" y="190500"/>
                </a:lnTo>
                <a:lnTo>
                  <a:pt x="581025" y="190500"/>
                </a:lnTo>
                <a:close/>
                <a:moveTo>
                  <a:pt x="723900" y="180975"/>
                </a:moveTo>
                <a:lnTo>
                  <a:pt x="742950" y="180975"/>
                </a:lnTo>
                <a:lnTo>
                  <a:pt x="742950" y="190500"/>
                </a:lnTo>
                <a:lnTo>
                  <a:pt x="723900" y="190500"/>
                </a:lnTo>
                <a:close/>
                <a:moveTo>
                  <a:pt x="1314450" y="180975"/>
                </a:moveTo>
                <a:lnTo>
                  <a:pt x="1323975" y="180975"/>
                </a:lnTo>
                <a:lnTo>
                  <a:pt x="1323975" y="190500"/>
                </a:lnTo>
                <a:lnTo>
                  <a:pt x="1314450" y="190500"/>
                </a:lnTo>
                <a:close/>
                <a:moveTo>
                  <a:pt x="1552575" y="180975"/>
                </a:moveTo>
                <a:lnTo>
                  <a:pt x="1562100" y="180975"/>
                </a:lnTo>
                <a:lnTo>
                  <a:pt x="1562100" y="190500"/>
                </a:lnTo>
                <a:lnTo>
                  <a:pt x="1552575" y="190500"/>
                </a:lnTo>
                <a:close/>
                <a:moveTo>
                  <a:pt x="714375" y="190500"/>
                </a:moveTo>
                <a:lnTo>
                  <a:pt x="723900" y="190500"/>
                </a:lnTo>
                <a:lnTo>
                  <a:pt x="723900" y="200025"/>
                </a:lnTo>
                <a:lnTo>
                  <a:pt x="714375" y="200025"/>
                </a:lnTo>
                <a:close/>
                <a:moveTo>
                  <a:pt x="742950" y="190500"/>
                </a:moveTo>
                <a:lnTo>
                  <a:pt x="752475" y="190500"/>
                </a:lnTo>
                <a:lnTo>
                  <a:pt x="752475" y="200025"/>
                </a:lnTo>
                <a:lnTo>
                  <a:pt x="742950" y="200025"/>
                </a:lnTo>
                <a:close/>
                <a:moveTo>
                  <a:pt x="962025" y="190500"/>
                </a:moveTo>
                <a:lnTo>
                  <a:pt x="971550" y="190500"/>
                </a:lnTo>
                <a:lnTo>
                  <a:pt x="971550" y="200025"/>
                </a:lnTo>
                <a:lnTo>
                  <a:pt x="962025" y="200025"/>
                </a:lnTo>
                <a:close/>
                <a:moveTo>
                  <a:pt x="552450" y="200025"/>
                </a:moveTo>
                <a:lnTo>
                  <a:pt x="561975" y="200025"/>
                </a:lnTo>
                <a:lnTo>
                  <a:pt x="561975" y="209550"/>
                </a:lnTo>
                <a:lnTo>
                  <a:pt x="552450" y="209550"/>
                </a:lnTo>
                <a:close/>
                <a:moveTo>
                  <a:pt x="819150" y="200025"/>
                </a:moveTo>
                <a:lnTo>
                  <a:pt x="838200" y="200025"/>
                </a:lnTo>
                <a:lnTo>
                  <a:pt x="838200" y="219075"/>
                </a:lnTo>
                <a:lnTo>
                  <a:pt x="819150" y="219075"/>
                </a:lnTo>
                <a:close/>
                <a:moveTo>
                  <a:pt x="533400" y="209550"/>
                </a:moveTo>
                <a:lnTo>
                  <a:pt x="552450" y="209550"/>
                </a:lnTo>
                <a:lnTo>
                  <a:pt x="552450" y="219075"/>
                </a:lnTo>
                <a:lnTo>
                  <a:pt x="533400" y="219075"/>
                </a:lnTo>
                <a:close/>
                <a:moveTo>
                  <a:pt x="523875" y="219075"/>
                </a:moveTo>
                <a:lnTo>
                  <a:pt x="533400" y="219075"/>
                </a:lnTo>
                <a:lnTo>
                  <a:pt x="533400" y="228600"/>
                </a:lnTo>
                <a:lnTo>
                  <a:pt x="523875" y="228600"/>
                </a:lnTo>
                <a:close/>
                <a:moveTo>
                  <a:pt x="838200" y="219075"/>
                </a:moveTo>
                <a:lnTo>
                  <a:pt x="847725" y="219075"/>
                </a:lnTo>
                <a:lnTo>
                  <a:pt x="847725" y="228600"/>
                </a:lnTo>
                <a:lnTo>
                  <a:pt x="838200" y="228600"/>
                </a:lnTo>
                <a:close/>
                <a:moveTo>
                  <a:pt x="1524000" y="219075"/>
                </a:moveTo>
                <a:lnTo>
                  <a:pt x="1533525" y="219075"/>
                </a:lnTo>
                <a:lnTo>
                  <a:pt x="1533525" y="228600"/>
                </a:lnTo>
                <a:lnTo>
                  <a:pt x="1552575" y="228600"/>
                </a:lnTo>
                <a:lnTo>
                  <a:pt x="1552575" y="238125"/>
                </a:lnTo>
                <a:lnTo>
                  <a:pt x="1524000" y="238125"/>
                </a:lnTo>
                <a:close/>
                <a:moveTo>
                  <a:pt x="781050" y="228600"/>
                </a:moveTo>
                <a:lnTo>
                  <a:pt x="790575" y="228600"/>
                </a:lnTo>
                <a:lnTo>
                  <a:pt x="790575" y="238125"/>
                </a:lnTo>
                <a:lnTo>
                  <a:pt x="781050" y="238125"/>
                </a:lnTo>
                <a:close/>
                <a:moveTo>
                  <a:pt x="800100" y="228600"/>
                </a:moveTo>
                <a:lnTo>
                  <a:pt x="809625" y="228600"/>
                </a:lnTo>
                <a:lnTo>
                  <a:pt x="809625" y="238125"/>
                </a:lnTo>
                <a:lnTo>
                  <a:pt x="800100" y="238125"/>
                </a:lnTo>
                <a:close/>
                <a:moveTo>
                  <a:pt x="104775" y="238125"/>
                </a:moveTo>
                <a:lnTo>
                  <a:pt x="114300" y="238125"/>
                </a:lnTo>
                <a:lnTo>
                  <a:pt x="114300" y="257175"/>
                </a:lnTo>
                <a:lnTo>
                  <a:pt x="104775" y="257175"/>
                </a:lnTo>
                <a:close/>
                <a:moveTo>
                  <a:pt x="809625" y="238125"/>
                </a:moveTo>
                <a:lnTo>
                  <a:pt x="819150" y="238125"/>
                </a:lnTo>
                <a:lnTo>
                  <a:pt x="819150" y="247650"/>
                </a:lnTo>
                <a:lnTo>
                  <a:pt x="809625" y="247650"/>
                </a:lnTo>
                <a:close/>
                <a:moveTo>
                  <a:pt x="876300" y="238125"/>
                </a:moveTo>
                <a:lnTo>
                  <a:pt x="885825" y="238125"/>
                </a:lnTo>
                <a:lnTo>
                  <a:pt x="885825" y="257175"/>
                </a:lnTo>
                <a:lnTo>
                  <a:pt x="876300" y="257175"/>
                </a:lnTo>
                <a:close/>
                <a:moveTo>
                  <a:pt x="342900" y="247650"/>
                </a:moveTo>
                <a:lnTo>
                  <a:pt x="361950" y="247650"/>
                </a:lnTo>
                <a:lnTo>
                  <a:pt x="361950" y="257175"/>
                </a:lnTo>
                <a:lnTo>
                  <a:pt x="342900" y="257175"/>
                </a:lnTo>
                <a:close/>
                <a:moveTo>
                  <a:pt x="676275" y="247650"/>
                </a:moveTo>
                <a:lnTo>
                  <a:pt x="685800" y="247650"/>
                </a:lnTo>
                <a:lnTo>
                  <a:pt x="685800" y="257175"/>
                </a:lnTo>
                <a:lnTo>
                  <a:pt x="676275" y="257175"/>
                </a:lnTo>
                <a:close/>
                <a:moveTo>
                  <a:pt x="781050" y="247650"/>
                </a:moveTo>
                <a:lnTo>
                  <a:pt x="800100" y="247650"/>
                </a:lnTo>
                <a:lnTo>
                  <a:pt x="800100" y="257175"/>
                </a:lnTo>
                <a:lnTo>
                  <a:pt x="781050" y="257175"/>
                </a:lnTo>
                <a:close/>
                <a:moveTo>
                  <a:pt x="142875" y="257175"/>
                </a:moveTo>
                <a:lnTo>
                  <a:pt x="152400" y="257175"/>
                </a:lnTo>
                <a:lnTo>
                  <a:pt x="152400" y="276225"/>
                </a:lnTo>
                <a:lnTo>
                  <a:pt x="171450" y="276225"/>
                </a:lnTo>
                <a:lnTo>
                  <a:pt x="171450" y="295275"/>
                </a:lnTo>
                <a:lnTo>
                  <a:pt x="161925" y="295275"/>
                </a:lnTo>
                <a:lnTo>
                  <a:pt x="161925" y="285750"/>
                </a:lnTo>
                <a:lnTo>
                  <a:pt x="142875" y="285750"/>
                </a:lnTo>
                <a:close/>
                <a:moveTo>
                  <a:pt x="209550" y="257175"/>
                </a:moveTo>
                <a:lnTo>
                  <a:pt x="219075" y="257175"/>
                </a:lnTo>
                <a:lnTo>
                  <a:pt x="219075" y="266700"/>
                </a:lnTo>
                <a:lnTo>
                  <a:pt x="209550" y="266700"/>
                </a:lnTo>
                <a:close/>
                <a:moveTo>
                  <a:pt x="285750" y="257175"/>
                </a:moveTo>
                <a:lnTo>
                  <a:pt x="295275" y="257175"/>
                </a:lnTo>
                <a:lnTo>
                  <a:pt x="295275" y="266700"/>
                </a:lnTo>
                <a:lnTo>
                  <a:pt x="285750" y="266700"/>
                </a:lnTo>
                <a:close/>
                <a:moveTo>
                  <a:pt x="381000" y="257175"/>
                </a:moveTo>
                <a:lnTo>
                  <a:pt x="409575" y="257175"/>
                </a:lnTo>
                <a:lnTo>
                  <a:pt x="409575" y="266700"/>
                </a:lnTo>
                <a:lnTo>
                  <a:pt x="381000" y="266700"/>
                </a:lnTo>
                <a:close/>
                <a:moveTo>
                  <a:pt x="857250" y="257175"/>
                </a:moveTo>
                <a:lnTo>
                  <a:pt x="876300" y="257175"/>
                </a:lnTo>
                <a:lnTo>
                  <a:pt x="876300" y="266700"/>
                </a:lnTo>
                <a:lnTo>
                  <a:pt x="866775" y="266700"/>
                </a:lnTo>
                <a:lnTo>
                  <a:pt x="866775" y="276225"/>
                </a:lnTo>
                <a:lnTo>
                  <a:pt x="857250" y="276225"/>
                </a:lnTo>
                <a:close/>
                <a:moveTo>
                  <a:pt x="28575" y="266700"/>
                </a:moveTo>
                <a:lnTo>
                  <a:pt x="38100" y="266700"/>
                </a:lnTo>
                <a:lnTo>
                  <a:pt x="38100" y="285750"/>
                </a:lnTo>
                <a:lnTo>
                  <a:pt x="28575" y="285750"/>
                </a:lnTo>
                <a:close/>
                <a:moveTo>
                  <a:pt x="1143000" y="266700"/>
                </a:moveTo>
                <a:lnTo>
                  <a:pt x="1152525" y="266700"/>
                </a:lnTo>
                <a:lnTo>
                  <a:pt x="1152525" y="276225"/>
                </a:lnTo>
                <a:lnTo>
                  <a:pt x="1143000" y="276225"/>
                </a:lnTo>
                <a:close/>
                <a:moveTo>
                  <a:pt x="85725" y="276225"/>
                </a:moveTo>
                <a:lnTo>
                  <a:pt x="95250" y="276225"/>
                </a:lnTo>
                <a:lnTo>
                  <a:pt x="95250" y="285750"/>
                </a:lnTo>
                <a:lnTo>
                  <a:pt x="85725" y="285750"/>
                </a:lnTo>
                <a:close/>
                <a:moveTo>
                  <a:pt x="57150" y="285750"/>
                </a:moveTo>
                <a:lnTo>
                  <a:pt x="85725" y="285750"/>
                </a:lnTo>
                <a:lnTo>
                  <a:pt x="85725" y="304800"/>
                </a:lnTo>
                <a:lnTo>
                  <a:pt x="66675" y="304800"/>
                </a:lnTo>
                <a:lnTo>
                  <a:pt x="66675" y="314325"/>
                </a:lnTo>
                <a:lnTo>
                  <a:pt x="57150" y="314325"/>
                </a:lnTo>
                <a:close/>
                <a:moveTo>
                  <a:pt x="285750" y="295275"/>
                </a:moveTo>
                <a:lnTo>
                  <a:pt x="295275" y="295275"/>
                </a:lnTo>
                <a:lnTo>
                  <a:pt x="295275" y="304800"/>
                </a:lnTo>
                <a:lnTo>
                  <a:pt x="285750" y="304800"/>
                </a:lnTo>
                <a:close/>
                <a:moveTo>
                  <a:pt x="1009650" y="295275"/>
                </a:moveTo>
                <a:lnTo>
                  <a:pt x="1028700" y="295275"/>
                </a:lnTo>
                <a:lnTo>
                  <a:pt x="1028700" y="314325"/>
                </a:lnTo>
                <a:lnTo>
                  <a:pt x="1019175" y="314325"/>
                </a:lnTo>
                <a:lnTo>
                  <a:pt x="1019175" y="304800"/>
                </a:lnTo>
                <a:lnTo>
                  <a:pt x="1009650" y="304800"/>
                </a:lnTo>
                <a:close/>
                <a:moveTo>
                  <a:pt x="38100" y="314325"/>
                </a:moveTo>
                <a:lnTo>
                  <a:pt x="57150" y="314325"/>
                </a:lnTo>
                <a:lnTo>
                  <a:pt x="57150" y="323850"/>
                </a:lnTo>
                <a:lnTo>
                  <a:pt x="38100" y="323850"/>
                </a:lnTo>
                <a:close/>
                <a:moveTo>
                  <a:pt x="1009650" y="314325"/>
                </a:moveTo>
                <a:lnTo>
                  <a:pt x="1019175" y="314325"/>
                </a:lnTo>
                <a:lnTo>
                  <a:pt x="1019175" y="323850"/>
                </a:lnTo>
                <a:lnTo>
                  <a:pt x="1009650" y="323850"/>
                </a:lnTo>
                <a:close/>
                <a:moveTo>
                  <a:pt x="1562100" y="314325"/>
                </a:moveTo>
                <a:lnTo>
                  <a:pt x="1581150" y="314325"/>
                </a:lnTo>
                <a:lnTo>
                  <a:pt x="1581150" y="323850"/>
                </a:lnTo>
                <a:lnTo>
                  <a:pt x="1562100" y="323850"/>
                </a:lnTo>
                <a:close/>
                <a:moveTo>
                  <a:pt x="28575" y="323850"/>
                </a:moveTo>
                <a:lnTo>
                  <a:pt x="38100" y="323850"/>
                </a:lnTo>
                <a:lnTo>
                  <a:pt x="38100" y="333375"/>
                </a:lnTo>
                <a:lnTo>
                  <a:pt x="28575" y="333375"/>
                </a:lnTo>
                <a:close/>
                <a:moveTo>
                  <a:pt x="1028700" y="323850"/>
                </a:moveTo>
                <a:lnTo>
                  <a:pt x="1038225" y="323850"/>
                </a:lnTo>
                <a:lnTo>
                  <a:pt x="1038225" y="333375"/>
                </a:lnTo>
                <a:lnTo>
                  <a:pt x="1028700" y="333375"/>
                </a:lnTo>
                <a:close/>
                <a:moveTo>
                  <a:pt x="0" y="333375"/>
                </a:moveTo>
                <a:lnTo>
                  <a:pt x="9525" y="333375"/>
                </a:lnTo>
                <a:lnTo>
                  <a:pt x="9525" y="352425"/>
                </a:lnTo>
                <a:lnTo>
                  <a:pt x="0" y="352425"/>
                </a:lnTo>
                <a:close/>
                <a:moveTo>
                  <a:pt x="85725" y="333375"/>
                </a:moveTo>
                <a:lnTo>
                  <a:pt x="95250" y="333375"/>
                </a:lnTo>
                <a:lnTo>
                  <a:pt x="95250" y="342900"/>
                </a:lnTo>
                <a:lnTo>
                  <a:pt x="85725" y="342900"/>
                </a:lnTo>
                <a:close/>
                <a:moveTo>
                  <a:pt x="333375" y="333375"/>
                </a:moveTo>
                <a:lnTo>
                  <a:pt x="342900" y="333375"/>
                </a:lnTo>
                <a:lnTo>
                  <a:pt x="342900" y="342900"/>
                </a:lnTo>
                <a:lnTo>
                  <a:pt x="333375" y="342900"/>
                </a:lnTo>
                <a:close/>
                <a:moveTo>
                  <a:pt x="104775" y="342900"/>
                </a:moveTo>
                <a:lnTo>
                  <a:pt x="114300" y="342900"/>
                </a:lnTo>
                <a:lnTo>
                  <a:pt x="114300" y="352425"/>
                </a:lnTo>
                <a:lnTo>
                  <a:pt x="104775" y="352425"/>
                </a:lnTo>
                <a:close/>
                <a:moveTo>
                  <a:pt x="38100" y="352425"/>
                </a:moveTo>
                <a:lnTo>
                  <a:pt x="66675" y="352425"/>
                </a:lnTo>
                <a:lnTo>
                  <a:pt x="66675" y="361950"/>
                </a:lnTo>
                <a:lnTo>
                  <a:pt x="38100" y="361950"/>
                </a:lnTo>
                <a:close/>
                <a:moveTo>
                  <a:pt x="152400" y="352425"/>
                </a:moveTo>
                <a:lnTo>
                  <a:pt x="161925" y="352425"/>
                </a:lnTo>
                <a:lnTo>
                  <a:pt x="161925" y="361950"/>
                </a:lnTo>
                <a:lnTo>
                  <a:pt x="152400" y="361950"/>
                </a:lnTo>
                <a:close/>
                <a:moveTo>
                  <a:pt x="571500" y="352425"/>
                </a:moveTo>
                <a:lnTo>
                  <a:pt x="581025" y="352425"/>
                </a:lnTo>
                <a:lnTo>
                  <a:pt x="581025" y="361950"/>
                </a:lnTo>
                <a:lnTo>
                  <a:pt x="571500" y="361950"/>
                </a:lnTo>
                <a:close/>
                <a:moveTo>
                  <a:pt x="942975" y="352425"/>
                </a:moveTo>
                <a:lnTo>
                  <a:pt x="952500" y="352425"/>
                </a:lnTo>
                <a:lnTo>
                  <a:pt x="952500" y="361950"/>
                </a:lnTo>
                <a:lnTo>
                  <a:pt x="942975" y="361950"/>
                </a:lnTo>
                <a:close/>
                <a:moveTo>
                  <a:pt x="114300" y="361950"/>
                </a:moveTo>
                <a:lnTo>
                  <a:pt x="123825" y="361950"/>
                </a:lnTo>
                <a:lnTo>
                  <a:pt x="123825" y="371475"/>
                </a:lnTo>
                <a:lnTo>
                  <a:pt x="133350" y="371475"/>
                </a:lnTo>
                <a:lnTo>
                  <a:pt x="133350" y="390525"/>
                </a:lnTo>
                <a:lnTo>
                  <a:pt x="114300" y="390525"/>
                </a:lnTo>
                <a:lnTo>
                  <a:pt x="114300" y="381000"/>
                </a:lnTo>
                <a:lnTo>
                  <a:pt x="104775" y="381000"/>
                </a:lnTo>
                <a:lnTo>
                  <a:pt x="104775" y="371475"/>
                </a:lnTo>
                <a:lnTo>
                  <a:pt x="114300" y="371475"/>
                </a:lnTo>
                <a:close/>
                <a:moveTo>
                  <a:pt x="590550" y="361950"/>
                </a:moveTo>
                <a:lnTo>
                  <a:pt x="600075" y="361950"/>
                </a:lnTo>
                <a:lnTo>
                  <a:pt x="600075" y="371475"/>
                </a:lnTo>
                <a:lnTo>
                  <a:pt x="590550" y="371475"/>
                </a:lnTo>
                <a:close/>
                <a:moveTo>
                  <a:pt x="476250" y="371475"/>
                </a:moveTo>
                <a:lnTo>
                  <a:pt x="504825" y="371475"/>
                </a:lnTo>
                <a:lnTo>
                  <a:pt x="504825" y="390525"/>
                </a:lnTo>
                <a:lnTo>
                  <a:pt x="495300" y="390525"/>
                </a:lnTo>
                <a:lnTo>
                  <a:pt x="495300" y="400050"/>
                </a:lnTo>
                <a:lnTo>
                  <a:pt x="485775" y="400050"/>
                </a:lnTo>
                <a:lnTo>
                  <a:pt x="485775" y="390525"/>
                </a:lnTo>
                <a:lnTo>
                  <a:pt x="476250" y="390525"/>
                </a:lnTo>
                <a:close/>
                <a:moveTo>
                  <a:pt x="600075" y="371475"/>
                </a:moveTo>
                <a:lnTo>
                  <a:pt x="609600" y="371475"/>
                </a:lnTo>
                <a:lnTo>
                  <a:pt x="609600" y="381000"/>
                </a:lnTo>
                <a:lnTo>
                  <a:pt x="600075" y="381000"/>
                </a:lnTo>
                <a:close/>
                <a:moveTo>
                  <a:pt x="1133475" y="381000"/>
                </a:moveTo>
                <a:lnTo>
                  <a:pt x="1143000" y="381000"/>
                </a:lnTo>
                <a:lnTo>
                  <a:pt x="1143000" y="390525"/>
                </a:lnTo>
                <a:lnTo>
                  <a:pt x="1162050" y="390525"/>
                </a:lnTo>
                <a:lnTo>
                  <a:pt x="1162050" y="419100"/>
                </a:lnTo>
                <a:lnTo>
                  <a:pt x="1152525" y="419100"/>
                </a:lnTo>
                <a:lnTo>
                  <a:pt x="1152525" y="400050"/>
                </a:lnTo>
                <a:lnTo>
                  <a:pt x="1143000" y="400050"/>
                </a:lnTo>
                <a:lnTo>
                  <a:pt x="1143000" y="409575"/>
                </a:lnTo>
                <a:lnTo>
                  <a:pt x="1133475" y="409575"/>
                </a:lnTo>
                <a:close/>
                <a:moveTo>
                  <a:pt x="561975" y="390525"/>
                </a:moveTo>
                <a:lnTo>
                  <a:pt x="571500" y="390525"/>
                </a:lnTo>
                <a:lnTo>
                  <a:pt x="571500" y="409575"/>
                </a:lnTo>
                <a:lnTo>
                  <a:pt x="581025" y="409575"/>
                </a:lnTo>
                <a:lnTo>
                  <a:pt x="581025" y="428625"/>
                </a:lnTo>
                <a:lnTo>
                  <a:pt x="561975" y="428625"/>
                </a:lnTo>
                <a:lnTo>
                  <a:pt x="561975" y="419100"/>
                </a:lnTo>
                <a:lnTo>
                  <a:pt x="552450" y="419100"/>
                </a:lnTo>
                <a:lnTo>
                  <a:pt x="552450" y="400050"/>
                </a:lnTo>
                <a:lnTo>
                  <a:pt x="561975" y="400050"/>
                </a:lnTo>
                <a:close/>
                <a:moveTo>
                  <a:pt x="1028700" y="390525"/>
                </a:moveTo>
                <a:lnTo>
                  <a:pt x="1038225" y="390525"/>
                </a:lnTo>
                <a:lnTo>
                  <a:pt x="1038225" y="409575"/>
                </a:lnTo>
                <a:lnTo>
                  <a:pt x="1028700" y="409575"/>
                </a:lnTo>
                <a:close/>
                <a:moveTo>
                  <a:pt x="1095375" y="390525"/>
                </a:moveTo>
                <a:lnTo>
                  <a:pt x="1104900" y="390525"/>
                </a:lnTo>
                <a:lnTo>
                  <a:pt x="1104900" y="400050"/>
                </a:lnTo>
                <a:lnTo>
                  <a:pt x="1095375" y="400050"/>
                </a:lnTo>
                <a:close/>
                <a:moveTo>
                  <a:pt x="1114425" y="390525"/>
                </a:moveTo>
                <a:lnTo>
                  <a:pt x="1123950" y="390525"/>
                </a:lnTo>
                <a:lnTo>
                  <a:pt x="1123950" y="400050"/>
                </a:lnTo>
                <a:lnTo>
                  <a:pt x="1114425" y="400050"/>
                </a:lnTo>
                <a:close/>
                <a:moveTo>
                  <a:pt x="285750" y="400050"/>
                </a:moveTo>
                <a:lnTo>
                  <a:pt x="295275" y="400050"/>
                </a:lnTo>
                <a:lnTo>
                  <a:pt x="295275" y="409575"/>
                </a:lnTo>
                <a:lnTo>
                  <a:pt x="285750" y="409575"/>
                </a:lnTo>
                <a:close/>
                <a:moveTo>
                  <a:pt x="476250" y="400050"/>
                </a:moveTo>
                <a:lnTo>
                  <a:pt x="485775" y="400050"/>
                </a:lnTo>
                <a:lnTo>
                  <a:pt x="485775" y="409575"/>
                </a:lnTo>
                <a:lnTo>
                  <a:pt x="476250" y="409575"/>
                </a:lnTo>
                <a:close/>
                <a:moveTo>
                  <a:pt x="47625" y="409575"/>
                </a:moveTo>
                <a:lnTo>
                  <a:pt x="57150" y="409575"/>
                </a:lnTo>
                <a:lnTo>
                  <a:pt x="57150" y="428625"/>
                </a:lnTo>
                <a:lnTo>
                  <a:pt x="47625" y="428625"/>
                </a:lnTo>
                <a:close/>
                <a:moveTo>
                  <a:pt x="504825" y="419100"/>
                </a:moveTo>
                <a:lnTo>
                  <a:pt x="514350" y="419100"/>
                </a:lnTo>
                <a:lnTo>
                  <a:pt x="514350" y="428625"/>
                </a:lnTo>
                <a:lnTo>
                  <a:pt x="504825" y="428625"/>
                </a:lnTo>
                <a:close/>
                <a:moveTo>
                  <a:pt x="0" y="428625"/>
                </a:moveTo>
                <a:lnTo>
                  <a:pt x="9525" y="428625"/>
                </a:lnTo>
                <a:lnTo>
                  <a:pt x="9525" y="447675"/>
                </a:lnTo>
                <a:lnTo>
                  <a:pt x="0" y="447675"/>
                </a:lnTo>
                <a:close/>
                <a:moveTo>
                  <a:pt x="447675" y="428625"/>
                </a:moveTo>
                <a:lnTo>
                  <a:pt x="457200" y="428625"/>
                </a:lnTo>
                <a:lnTo>
                  <a:pt x="457200" y="457200"/>
                </a:lnTo>
                <a:lnTo>
                  <a:pt x="447675" y="457200"/>
                </a:lnTo>
                <a:lnTo>
                  <a:pt x="447675" y="466725"/>
                </a:lnTo>
                <a:lnTo>
                  <a:pt x="438150" y="466725"/>
                </a:lnTo>
                <a:lnTo>
                  <a:pt x="438150" y="447675"/>
                </a:lnTo>
                <a:lnTo>
                  <a:pt x="447675" y="447675"/>
                </a:lnTo>
                <a:close/>
                <a:moveTo>
                  <a:pt x="581025" y="428625"/>
                </a:moveTo>
                <a:lnTo>
                  <a:pt x="590550" y="428625"/>
                </a:lnTo>
                <a:lnTo>
                  <a:pt x="590550" y="438150"/>
                </a:lnTo>
                <a:lnTo>
                  <a:pt x="581025" y="438150"/>
                </a:lnTo>
                <a:close/>
                <a:moveTo>
                  <a:pt x="1409700" y="428625"/>
                </a:moveTo>
                <a:lnTo>
                  <a:pt x="1428750" y="428625"/>
                </a:lnTo>
                <a:lnTo>
                  <a:pt x="1428750" y="447675"/>
                </a:lnTo>
                <a:lnTo>
                  <a:pt x="1419225" y="447675"/>
                </a:lnTo>
                <a:lnTo>
                  <a:pt x="1419225" y="457200"/>
                </a:lnTo>
                <a:lnTo>
                  <a:pt x="1409700" y="457200"/>
                </a:lnTo>
                <a:lnTo>
                  <a:pt x="1409700" y="447675"/>
                </a:lnTo>
                <a:lnTo>
                  <a:pt x="1390650" y="447675"/>
                </a:lnTo>
                <a:lnTo>
                  <a:pt x="1390650" y="438150"/>
                </a:lnTo>
                <a:lnTo>
                  <a:pt x="1409700" y="438150"/>
                </a:lnTo>
                <a:close/>
                <a:moveTo>
                  <a:pt x="342900" y="438150"/>
                </a:moveTo>
                <a:lnTo>
                  <a:pt x="352425" y="438150"/>
                </a:lnTo>
                <a:lnTo>
                  <a:pt x="352425" y="457200"/>
                </a:lnTo>
                <a:lnTo>
                  <a:pt x="342900" y="457200"/>
                </a:lnTo>
                <a:close/>
                <a:moveTo>
                  <a:pt x="1190625" y="438150"/>
                </a:moveTo>
                <a:lnTo>
                  <a:pt x="1209675" y="438150"/>
                </a:lnTo>
                <a:lnTo>
                  <a:pt x="1209675" y="447675"/>
                </a:lnTo>
                <a:lnTo>
                  <a:pt x="1200150" y="447675"/>
                </a:lnTo>
                <a:lnTo>
                  <a:pt x="1200150" y="457200"/>
                </a:lnTo>
                <a:lnTo>
                  <a:pt x="1190625" y="457200"/>
                </a:lnTo>
                <a:close/>
                <a:moveTo>
                  <a:pt x="19050" y="447675"/>
                </a:moveTo>
                <a:lnTo>
                  <a:pt x="28575" y="447675"/>
                </a:lnTo>
                <a:lnTo>
                  <a:pt x="28575" y="457200"/>
                </a:lnTo>
                <a:lnTo>
                  <a:pt x="19050" y="457200"/>
                </a:lnTo>
                <a:close/>
                <a:moveTo>
                  <a:pt x="1209675" y="447675"/>
                </a:moveTo>
                <a:lnTo>
                  <a:pt x="1219200" y="447675"/>
                </a:lnTo>
                <a:lnTo>
                  <a:pt x="1219200" y="457200"/>
                </a:lnTo>
                <a:lnTo>
                  <a:pt x="1209675" y="457200"/>
                </a:lnTo>
                <a:close/>
                <a:moveTo>
                  <a:pt x="1504950" y="447675"/>
                </a:moveTo>
                <a:lnTo>
                  <a:pt x="1514475" y="447675"/>
                </a:lnTo>
                <a:lnTo>
                  <a:pt x="1514475" y="457200"/>
                </a:lnTo>
                <a:lnTo>
                  <a:pt x="1504950" y="457200"/>
                </a:lnTo>
                <a:close/>
                <a:moveTo>
                  <a:pt x="85725" y="457200"/>
                </a:moveTo>
                <a:lnTo>
                  <a:pt x="104775" y="457200"/>
                </a:lnTo>
                <a:lnTo>
                  <a:pt x="104775" y="485775"/>
                </a:lnTo>
                <a:lnTo>
                  <a:pt x="95250" y="485775"/>
                </a:lnTo>
                <a:lnTo>
                  <a:pt x="95250" y="476250"/>
                </a:lnTo>
                <a:lnTo>
                  <a:pt x="76200" y="476250"/>
                </a:lnTo>
                <a:lnTo>
                  <a:pt x="76200" y="466725"/>
                </a:lnTo>
                <a:lnTo>
                  <a:pt x="85725" y="466725"/>
                </a:lnTo>
                <a:close/>
                <a:moveTo>
                  <a:pt x="1143000" y="457200"/>
                </a:moveTo>
                <a:lnTo>
                  <a:pt x="1152525" y="457200"/>
                </a:lnTo>
                <a:lnTo>
                  <a:pt x="1152525" y="466725"/>
                </a:lnTo>
                <a:lnTo>
                  <a:pt x="1143000" y="466725"/>
                </a:lnTo>
                <a:close/>
                <a:moveTo>
                  <a:pt x="1295400" y="457200"/>
                </a:moveTo>
                <a:lnTo>
                  <a:pt x="1314450" y="457200"/>
                </a:lnTo>
                <a:lnTo>
                  <a:pt x="1314450" y="466725"/>
                </a:lnTo>
                <a:lnTo>
                  <a:pt x="1343025" y="466725"/>
                </a:lnTo>
                <a:lnTo>
                  <a:pt x="1343025" y="476250"/>
                </a:lnTo>
                <a:lnTo>
                  <a:pt x="1333500" y="476250"/>
                </a:lnTo>
                <a:lnTo>
                  <a:pt x="1333500" y="485775"/>
                </a:lnTo>
                <a:lnTo>
                  <a:pt x="1323975" y="485775"/>
                </a:lnTo>
                <a:lnTo>
                  <a:pt x="1323975" y="476250"/>
                </a:lnTo>
                <a:lnTo>
                  <a:pt x="1314450" y="476250"/>
                </a:lnTo>
                <a:lnTo>
                  <a:pt x="1314450" y="485775"/>
                </a:lnTo>
                <a:lnTo>
                  <a:pt x="1304925" y="485775"/>
                </a:lnTo>
                <a:lnTo>
                  <a:pt x="1304925" y="476250"/>
                </a:lnTo>
                <a:lnTo>
                  <a:pt x="1295400" y="476250"/>
                </a:lnTo>
                <a:close/>
                <a:moveTo>
                  <a:pt x="1514475" y="457200"/>
                </a:moveTo>
                <a:lnTo>
                  <a:pt x="1524000" y="457200"/>
                </a:lnTo>
                <a:lnTo>
                  <a:pt x="1524000" y="466725"/>
                </a:lnTo>
                <a:lnTo>
                  <a:pt x="1533525" y="466725"/>
                </a:lnTo>
                <a:lnTo>
                  <a:pt x="1533525" y="476250"/>
                </a:lnTo>
                <a:lnTo>
                  <a:pt x="1504950" y="476250"/>
                </a:lnTo>
                <a:lnTo>
                  <a:pt x="1504950" y="466725"/>
                </a:lnTo>
                <a:lnTo>
                  <a:pt x="1514475" y="466725"/>
                </a:lnTo>
                <a:close/>
                <a:moveTo>
                  <a:pt x="447675" y="466725"/>
                </a:moveTo>
                <a:lnTo>
                  <a:pt x="457200" y="466725"/>
                </a:lnTo>
                <a:lnTo>
                  <a:pt x="457200" y="476250"/>
                </a:lnTo>
                <a:lnTo>
                  <a:pt x="447675" y="476250"/>
                </a:lnTo>
                <a:close/>
                <a:moveTo>
                  <a:pt x="1419225" y="476250"/>
                </a:moveTo>
                <a:lnTo>
                  <a:pt x="1428750" y="476250"/>
                </a:lnTo>
                <a:lnTo>
                  <a:pt x="1428750" y="485775"/>
                </a:lnTo>
                <a:lnTo>
                  <a:pt x="1419225" y="485775"/>
                </a:lnTo>
                <a:close/>
                <a:moveTo>
                  <a:pt x="476250" y="485775"/>
                </a:moveTo>
                <a:lnTo>
                  <a:pt x="485775" y="485775"/>
                </a:lnTo>
                <a:lnTo>
                  <a:pt x="485775" y="495300"/>
                </a:lnTo>
                <a:lnTo>
                  <a:pt x="476250" y="495300"/>
                </a:lnTo>
                <a:close/>
                <a:moveTo>
                  <a:pt x="819150" y="495300"/>
                </a:moveTo>
                <a:lnTo>
                  <a:pt x="828675" y="495300"/>
                </a:lnTo>
                <a:lnTo>
                  <a:pt x="828675" y="504825"/>
                </a:lnTo>
                <a:lnTo>
                  <a:pt x="819150" y="504825"/>
                </a:lnTo>
                <a:close/>
                <a:moveTo>
                  <a:pt x="1038225" y="495300"/>
                </a:moveTo>
                <a:lnTo>
                  <a:pt x="1047750" y="495300"/>
                </a:lnTo>
                <a:lnTo>
                  <a:pt x="1047750" y="504825"/>
                </a:lnTo>
                <a:lnTo>
                  <a:pt x="1038225" y="504825"/>
                </a:lnTo>
                <a:close/>
                <a:moveTo>
                  <a:pt x="66675" y="504825"/>
                </a:moveTo>
                <a:lnTo>
                  <a:pt x="76200" y="504825"/>
                </a:lnTo>
                <a:lnTo>
                  <a:pt x="76200" y="514350"/>
                </a:lnTo>
                <a:lnTo>
                  <a:pt x="66675" y="514350"/>
                </a:lnTo>
                <a:close/>
                <a:moveTo>
                  <a:pt x="28575" y="523875"/>
                </a:moveTo>
                <a:lnTo>
                  <a:pt x="57150" y="523875"/>
                </a:lnTo>
                <a:lnTo>
                  <a:pt x="57150" y="542925"/>
                </a:lnTo>
                <a:lnTo>
                  <a:pt x="28575" y="542925"/>
                </a:lnTo>
                <a:close/>
                <a:moveTo>
                  <a:pt x="828675" y="523875"/>
                </a:moveTo>
                <a:lnTo>
                  <a:pt x="838200" y="523875"/>
                </a:lnTo>
                <a:lnTo>
                  <a:pt x="838200" y="533400"/>
                </a:lnTo>
                <a:lnTo>
                  <a:pt x="828675" y="533400"/>
                </a:lnTo>
                <a:close/>
                <a:moveTo>
                  <a:pt x="581025" y="552450"/>
                </a:moveTo>
                <a:lnTo>
                  <a:pt x="590550" y="552450"/>
                </a:lnTo>
                <a:lnTo>
                  <a:pt x="590550" y="561975"/>
                </a:lnTo>
                <a:lnTo>
                  <a:pt x="581025" y="561975"/>
                </a:lnTo>
                <a:close/>
                <a:moveTo>
                  <a:pt x="752475" y="552450"/>
                </a:moveTo>
                <a:lnTo>
                  <a:pt x="762000" y="552450"/>
                </a:lnTo>
                <a:lnTo>
                  <a:pt x="762000" y="561975"/>
                </a:lnTo>
                <a:lnTo>
                  <a:pt x="752475" y="561975"/>
                </a:lnTo>
                <a:close/>
                <a:moveTo>
                  <a:pt x="295275" y="561975"/>
                </a:moveTo>
                <a:lnTo>
                  <a:pt x="304800" y="561975"/>
                </a:lnTo>
                <a:lnTo>
                  <a:pt x="304800" y="571500"/>
                </a:lnTo>
                <a:lnTo>
                  <a:pt x="295275" y="571500"/>
                </a:lnTo>
                <a:close/>
                <a:moveTo>
                  <a:pt x="542925" y="561975"/>
                </a:moveTo>
                <a:lnTo>
                  <a:pt x="552450" y="561975"/>
                </a:lnTo>
                <a:lnTo>
                  <a:pt x="552450" y="590550"/>
                </a:lnTo>
                <a:lnTo>
                  <a:pt x="533400" y="590550"/>
                </a:lnTo>
                <a:lnTo>
                  <a:pt x="533400" y="581025"/>
                </a:lnTo>
                <a:lnTo>
                  <a:pt x="523875" y="581025"/>
                </a:lnTo>
                <a:lnTo>
                  <a:pt x="523875" y="571500"/>
                </a:lnTo>
                <a:lnTo>
                  <a:pt x="533400" y="571500"/>
                </a:lnTo>
                <a:lnTo>
                  <a:pt x="533400" y="581025"/>
                </a:lnTo>
                <a:lnTo>
                  <a:pt x="542925" y="581025"/>
                </a:lnTo>
                <a:close/>
                <a:moveTo>
                  <a:pt x="733425" y="561975"/>
                </a:moveTo>
                <a:lnTo>
                  <a:pt x="742950" y="561975"/>
                </a:lnTo>
                <a:lnTo>
                  <a:pt x="742950" y="571500"/>
                </a:lnTo>
                <a:lnTo>
                  <a:pt x="733425" y="571500"/>
                </a:lnTo>
                <a:close/>
                <a:moveTo>
                  <a:pt x="819150" y="561975"/>
                </a:moveTo>
                <a:lnTo>
                  <a:pt x="857250" y="561975"/>
                </a:lnTo>
                <a:lnTo>
                  <a:pt x="857250" y="571500"/>
                </a:lnTo>
                <a:lnTo>
                  <a:pt x="819150" y="571500"/>
                </a:lnTo>
                <a:close/>
                <a:moveTo>
                  <a:pt x="723900" y="571500"/>
                </a:moveTo>
                <a:lnTo>
                  <a:pt x="733425" y="571500"/>
                </a:lnTo>
                <a:lnTo>
                  <a:pt x="733425" y="581025"/>
                </a:lnTo>
                <a:lnTo>
                  <a:pt x="723900" y="581025"/>
                </a:lnTo>
                <a:close/>
                <a:moveTo>
                  <a:pt x="123825" y="581025"/>
                </a:moveTo>
                <a:lnTo>
                  <a:pt x="142875" y="581025"/>
                </a:lnTo>
                <a:lnTo>
                  <a:pt x="142875" y="600075"/>
                </a:lnTo>
                <a:lnTo>
                  <a:pt x="114300" y="600075"/>
                </a:lnTo>
                <a:lnTo>
                  <a:pt x="114300" y="590550"/>
                </a:lnTo>
                <a:lnTo>
                  <a:pt x="123825" y="590550"/>
                </a:lnTo>
                <a:close/>
                <a:moveTo>
                  <a:pt x="571500" y="609600"/>
                </a:moveTo>
                <a:lnTo>
                  <a:pt x="600075" y="609600"/>
                </a:lnTo>
                <a:lnTo>
                  <a:pt x="600075" y="628650"/>
                </a:lnTo>
                <a:lnTo>
                  <a:pt x="590550" y="628650"/>
                </a:lnTo>
                <a:lnTo>
                  <a:pt x="590550" y="619125"/>
                </a:lnTo>
                <a:lnTo>
                  <a:pt x="571500" y="619125"/>
                </a:lnTo>
                <a:close/>
                <a:moveTo>
                  <a:pt x="1114425" y="609600"/>
                </a:moveTo>
                <a:lnTo>
                  <a:pt x="1123950" y="609600"/>
                </a:lnTo>
                <a:lnTo>
                  <a:pt x="1123950" y="628650"/>
                </a:lnTo>
                <a:lnTo>
                  <a:pt x="1114425" y="628650"/>
                </a:lnTo>
                <a:close/>
                <a:moveTo>
                  <a:pt x="752475" y="619125"/>
                </a:moveTo>
                <a:lnTo>
                  <a:pt x="762000" y="619125"/>
                </a:lnTo>
                <a:lnTo>
                  <a:pt x="762000" y="628650"/>
                </a:lnTo>
                <a:lnTo>
                  <a:pt x="752475" y="628650"/>
                </a:lnTo>
                <a:close/>
                <a:moveTo>
                  <a:pt x="1000125" y="619125"/>
                </a:moveTo>
                <a:lnTo>
                  <a:pt x="1028700" y="619125"/>
                </a:lnTo>
                <a:lnTo>
                  <a:pt x="1028700" y="628650"/>
                </a:lnTo>
                <a:lnTo>
                  <a:pt x="1019175" y="628650"/>
                </a:lnTo>
                <a:lnTo>
                  <a:pt x="1019175" y="657225"/>
                </a:lnTo>
                <a:lnTo>
                  <a:pt x="1009650" y="657225"/>
                </a:lnTo>
                <a:lnTo>
                  <a:pt x="1009650" y="666750"/>
                </a:lnTo>
                <a:lnTo>
                  <a:pt x="971550" y="666750"/>
                </a:lnTo>
                <a:lnTo>
                  <a:pt x="971550" y="657225"/>
                </a:lnTo>
                <a:lnTo>
                  <a:pt x="1000125" y="657225"/>
                </a:lnTo>
                <a:lnTo>
                  <a:pt x="1000125" y="647700"/>
                </a:lnTo>
                <a:lnTo>
                  <a:pt x="1009650" y="647700"/>
                </a:lnTo>
                <a:lnTo>
                  <a:pt x="1009650" y="628650"/>
                </a:lnTo>
                <a:lnTo>
                  <a:pt x="1000125" y="628650"/>
                </a:lnTo>
                <a:close/>
                <a:moveTo>
                  <a:pt x="1095375" y="619125"/>
                </a:moveTo>
                <a:lnTo>
                  <a:pt x="1104900" y="619125"/>
                </a:lnTo>
                <a:lnTo>
                  <a:pt x="1104900" y="628650"/>
                </a:lnTo>
                <a:lnTo>
                  <a:pt x="1095375" y="628650"/>
                </a:lnTo>
                <a:close/>
                <a:moveTo>
                  <a:pt x="1562100" y="619125"/>
                </a:moveTo>
                <a:lnTo>
                  <a:pt x="1571625" y="619125"/>
                </a:lnTo>
                <a:lnTo>
                  <a:pt x="1571625" y="628650"/>
                </a:lnTo>
                <a:lnTo>
                  <a:pt x="1562100" y="628650"/>
                </a:lnTo>
                <a:close/>
                <a:moveTo>
                  <a:pt x="19050" y="628650"/>
                </a:moveTo>
                <a:lnTo>
                  <a:pt x="57150" y="628650"/>
                </a:lnTo>
                <a:lnTo>
                  <a:pt x="57150" y="638175"/>
                </a:lnTo>
                <a:lnTo>
                  <a:pt x="19050" y="638175"/>
                </a:lnTo>
                <a:close/>
                <a:moveTo>
                  <a:pt x="361950" y="628650"/>
                </a:moveTo>
                <a:lnTo>
                  <a:pt x="371475" y="628650"/>
                </a:lnTo>
                <a:lnTo>
                  <a:pt x="371475" y="647700"/>
                </a:lnTo>
                <a:lnTo>
                  <a:pt x="361950" y="647700"/>
                </a:lnTo>
                <a:close/>
                <a:moveTo>
                  <a:pt x="514350" y="628650"/>
                </a:moveTo>
                <a:lnTo>
                  <a:pt x="523875" y="628650"/>
                </a:lnTo>
                <a:lnTo>
                  <a:pt x="523875" y="638175"/>
                </a:lnTo>
                <a:lnTo>
                  <a:pt x="514350" y="638175"/>
                </a:lnTo>
                <a:close/>
                <a:moveTo>
                  <a:pt x="581025" y="628650"/>
                </a:moveTo>
                <a:lnTo>
                  <a:pt x="590550" y="628650"/>
                </a:lnTo>
                <a:lnTo>
                  <a:pt x="590550" y="657225"/>
                </a:lnTo>
                <a:lnTo>
                  <a:pt x="581025" y="657225"/>
                </a:lnTo>
                <a:lnTo>
                  <a:pt x="581025" y="647700"/>
                </a:lnTo>
                <a:lnTo>
                  <a:pt x="571500" y="647700"/>
                </a:lnTo>
                <a:lnTo>
                  <a:pt x="571500" y="638175"/>
                </a:lnTo>
                <a:lnTo>
                  <a:pt x="581025" y="638175"/>
                </a:lnTo>
                <a:close/>
                <a:moveTo>
                  <a:pt x="1057275" y="628650"/>
                </a:moveTo>
                <a:lnTo>
                  <a:pt x="1066800" y="628650"/>
                </a:lnTo>
                <a:lnTo>
                  <a:pt x="1066800" y="638175"/>
                </a:lnTo>
                <a:lnTo>
                  <a:pt x="1057275" y="638175"/>
                </a:lnTo>
                <a:close/>
                <a:moveTo>
                  <a:pt x="333375" y="657225"/>
                </a:moveTo>
                <a:lnTo>
                  <a:pt x="352425" y="657225"/>
                </a:lnTo>
                <a:lnTo>
                  <a:pt x="352425" y="666750"/>
                </a:lnTo>
                <a:lnTo>
                  <a:pt x="342900" y="666750"/>
                </a:lnTo>
                <a:lnTo>
                  <a:pt x="342900" y="676275"/>
                </a:lnTo>
                <a:lnTo>
                  <a:pt x="333375" y="676275"/>
                </a:lnTo>
                <a:close/>
                <a:moveTo>
                  <a:pt x="590550" y="666750"/>
                </a:moveTo>
                <a:lnTo>
                  <a:pt x="600075" y="666750"/>
                </a:lnTo>
                <a:lnTo>
                  <a:pt x="600075" y="676275"/>
                </a:lnTo>
                <a:lnTo>
                  <a:pt x="590550" y="676275"/>
                </a:lnTo>
                <a:close/>
                <a:moveTo>
                  <a:pt x="514350" y="704850"/>
                </a:moveTo>
                <a:lnTo>
                  <a:pt x="533400" y="704850"/>
                </a:lnTo>
                <a:lnTo>
                  <a:pt x="533400" y="714375"/>
                </a:lnTo>
                <a:lnTo>
                  <a:pt x="514350" y="714375"/>
                </a:lnTo>
                <a:close/>
                <a:moveTo>
                  <a:pt x="1038225" y="704850"/>
                </a:moveTo>
                <a:lnTo>
                  <a:pt x="1047750" y="704850"/>
                </a:lnTo>
                <a:lnTo>
                  <a:pt x="1047750" y="714375"/>
                </a:lnTo>
                <a:lnTo>
                  <a:pt x="1038225" y="714375"/>
                </a:lnTo>
                <a:close/>
                <a:moveTo>
                  <a:pt x="1085850" y="704850"/>
                </a:moveTo>
                <a:lnTo>
                  <a:pt x="1095375" y="704850"/>
                </a:lnTo>
                <a:lnTo>
                  <a:pt x="1095375" y="723900"/>
                </a:lnTo>
                <a:lnTo>
                  <a:pt x="1085850" y="723900"/>
                </a:lnTo>
                <a:close/>
                <a:moveTo>
                  <a:pt x="1343025" y="704850"/>
                </a:moveTo>
                <a:lnTo>
                  <a:pt x="1352550" y="704850"/>
                </a:lnTo>
                <a:lnTo>
                  <a:pt x="1352550" y="714375"/>
                </a:lnTo>
                <a:lnTo>
                  <a:pt x="1343025" y="714375"/>
                </a:lnTo>
                <a:close/>
                <a:moveTo>
                  <a:pt x="1143000" y="714375"/>
                </a:moveTo>
                <a:lnTo>
                  <a:pt x="1162050" y="714375"/>
                </a:lnTo>
                <a:lnTo>
                  <a:pt x="1162050" y="723900"/>
                </a:lnTo>
                <a:lnTo>
                  <a:pt x="1143000" y="723900"/>
                </a:lnTo>
                <a:close/>
                <a:moveTo>
                  <a:pt x="409575" y="723900"/>
                </a:moveTo>
                <a:lnTo>
                  <a:pt x="419100" y="723900"/>
                </a:lnTo>
                <a:lnTo>
                  <a:pt x="419100" y="733425"/>
                </a:lnTo>
                <a:lnTo>
                  <a:pt x="409575" y="733425"/>
                </a:lnTo>
                <a:close/>
                <a:moveTo>
                  <a:pt x="1076325" y="723900"/>
                </a:moveTo>
                <a:lnTo>
                  <a:pt x="1085850" y="723900"/>
                </a:lnTo>
                <a:lnTo>
                  <a:pt x="1085850" y="733425"/>
                </a:lnTo>
                <a:lnTo>
                  <a:pt x="1076325" y="733425"/>
                </a:lnTo>
                <a:close/>
                <a:moveTo>
                  <a:pt x="1095375" y="723900"/>
                </a:moveTo>
                <a:lnTo>
                  <a:pt x="1104900" y="723900"/>
                </a:lnTo>
                <a:lnTo>
                  <a:pt x="1104900" y="733425"/>
                </a:lnTo>
                <a:lnTo>
                  <a:pt x="1095375" y="733425"/>
                </a:lnTo>
                <a:close/>
                <a:moveTo>
                  <a:pt x="228600" y="742950"/>
                </a:moveTo>
                <a:lnTo>
                  <a:pt x="238125" y="742950"/>
                </a:lnTo>
                <a:lnTo>
                  <a:pt x="238125" y="752475"/>
                </a:lnTo>
                <a:lnTo>
                  <a:pt x="228600" y="752475"/>
                </a:lnTo>
                <a:close/>
                <a:moveTo>
                  <a:pt x="1466850" y="752475"/>
                </a:moveTo>
                <a:lnTo>
                  <a:pt x="1476375" y="752475"/>
                </a:lnTo>
                <a:lnTo>
                  <a:pt x="1476375" y="762000"/>
                </a:lnTo>
                <a:lnTo>
                  <a:pt x="1485900" y="762000"/>
                </a:lnTo>
                <a:lnTo>
                  <a:pt x="1485900" y="752475"/>
                </a:lnTo>
                <a:lnTo>
                  <a:pt x="1495425" y="752475"/>
                </a:lnTo>
                <a:lnTo>
                  <a:pt x="1495425" y="762000"/>
                </a:lnTo>
                <a:lnTo>
                  <a:pt x="1485900" y="762000"/>
                </a:lnTo>
                <a:lnTo>
                  <a:pt x="1485900" y="771525"/>
                </a:lnTo>
                <a:lnTo>
                  <a:pt x="1466850" y="771525"/>
                </a:lnTo>
                <a:close/>
                <a:moveTo>
                  <a:pt x="1485900" y="771525"/>
                </a:moveTo>
                <a:lnTo>
                  <a:pt x="1495425" y="771525"/>
                </a:lnTo>
                <a:lnTo>
                  <a:pt x="1495425" y="781050"/>
                </a:lnTo>
                <a:lnTo>
                  <a:pt x="1485900" y="781050"/>
                </a:lnTo>
                <a:close/>
                <a:moveTo>
                  <a:pt x="866775" y="781050"/>
                </a:moveTo>
                <a:lnTo>
                  <a:pt x="876300" y="781050"/>
                </a:lnTo>
                <a:lnTo>
                  <a:pt x="876300" y="790575"/>
                </a:lnTo>
                <a:lnTo>
                  <a:pt x="866775" y="790575"/>
                </a:lnTo>
                <a:close/>
                <a:moveTo>
                  <a:pt x="1219200" y="781050"/>
                </a:moveTo>
                <a:lnTo>
                  <a:pt x="1238250" y="781050"/>
                </a:lnTo>
                <a:lnTo>
                  <a:pt x="1238250" y="790575"/>
                </a:lnTo>
                <a:lnTo>
                  <a:pt x="1219200" y="790575"/>
                </a:lnTo>
                <a:close/>
                <a:moveTo>
                  <a:pt x="504825" y="790575"/>
                </a:moveTo>
                <a:lnTo>
                  <a:pt x="514350" y="790575"/>
                </a:lnTo>
                <a:lnTo>
                  <a:pt x="514350" y="800100"/>
                </a:lnTo>
                <a:lnTo>
                  <a:pt x="504825" y="800100"/>
                </a:lnTo>
                <a:close/>
                <a:moveTo>
                  <a:pt x="523875" y="790575"/>
                </a:moveTo>
                <a:lnTo>
                  <a:pt x="552450" y="790575"/>
                </a:lnTo>
                <a:lnTo>
                  <a:pt x="552450" y="800100"/>
                </a:lnTo>
                <a:lnTo>
                  <a:pt x="542925" y="800100"/>
                </a:lnTo>
                <a:lnTo>
                  <a:pt x="542925" y="809625"/>
                </a:lnTo>
                <a:lnTo>
                  <a:pt x="533400" y="809625"/>
                </a:lnTo>
                <a:lnTo>
                  <a:pt x="533400" y="800100"/>
                </a:lnTo>
                <a:lnTo>
                  <a:pt x="523875" y="800100"/>
                </a:lnTo>
                <a:close/>
                <a:moveTo>
                  <a:pt x="0" y="800100"/>
                </a:moveTo>
                <a:lnTo>
                  <a:pt x="19050" y="800100"/>
                </a:lnTo>
                <a:lnTo>
                  <a:pt x="19050" y="819150"/>
                </a:lnTo>
                <a:lnTo>
                  <a:pt x="0" y="819150"/>
                </a:lnTo>
                <a:close/>
                <a:moveTo>
                  <a:pt x="266700" y="800100"/>
                </a:moveTo>
                <a:lnTo>
                  <a:pt x="276225" y="800100"/>
                </a:lnTo>
                <a:lnTo>
                  <a:pt x="276225" y="809625"/>
                </a:lnTo>
                <a:lnTo>
                  <a:pt x="266700" y="809625"/>
                </a:lnTo>
                <a:close/>
                <a:moveTo>
                  <a:pt x="1000125" y="800100"/>
                </a:moveTo>
                <a:lnTo>
                  <a:pt x="1009650" y="800100"/>
                </a:lnTo>
                <a:lnTo>
                  <a:pt x="1009650" y="819150"/>
                </a:lnTo>
                <a:lnTo>
                  <a:pt x="1000125" y="819150"/>
                </a:lnTo>
                <a:close/>
                <a:moveTo>
                  <a:pt x="1209675" y="800100"/>
                </a:moveTo>
                <a:lnTo>
                  <a:pt x="1228725" y="800100"/>
                </a:lnTo>
                <a:lnTo>
                  <a:pt x="1228725" y="809625"/>
                </a:lnTo>
                <a:lnTo>
                  <a:pt x="1209675" y="809625"/>
                </a:lnTo>
                <a:close/>
                <a:moveTo>
                  <a:pt x="333375" y="819150"/>
                </a:moveTo>
                <a:lnTo>
                  <a:pt x="352425" y="819150"/>
                </a:lnTo>
                <a:lnTo>
                  <a:pt x="352425" y="828675"/>
                </a:lnTo>
                <a:lnTo>
                  <a:pt x="333375" y="828675"/>
                </a:lnTo>
                <a:close/>
                <a:moveTo>
                  <a:pt x="952500" y="819150"/>
                </a:moveTo>
                <a:lnTo>
                  <a:pt x="981075" y="819150"/>
                </a:lnTo>
                <a:lnTo>
                  <a:pt x="981075" y="828675"/>
                </a:lnTo>
                <a:lnTo>
                  <a:pt x="962025" y="828675"/>
                </a:lnTo>
                <a:lnTo>
                  <a:pt x="962025" y="838200"/>
                </a:lnTo>
                <a:lnTo>
                  <a:pt x="952500" y="838200"/>
                </a:lnTo>
                <a:close/>
                <a:moveTo>
                  <a:pt x="1266825" y="819150"/>
                </a:moveTo>
                <a:lnTo>
                  <a:pt x="1276350" y="819150"/>
                </a:lnTo>
                <a:lnTo>
                  <a:pt x="1276350" y="828675"/>
                </a:lnTo>
                <a:lnTo>
                  <a:pt x="1266825" y="828675"/>
                </a:lnTo>
                <a:close/>
                <a:moveTo>
                  <a:pt x="352425" y="838200"/>
                </a:moveTo>
                <a:lnTo>
                  <a:pt x="361950" y="838200"/>
                </a:lnTo>
                <a:lnTo>
                  <a:pt x="361950" y="847725"/>
                </a:lnTo>
                <a:lnTo>
                  <a:pt x="381000" y="847725"/>
                </a:lnTo>
                <a:lnTo>
                  <a:pt x="381000" y="857250"/>
                </a:lnTo>
                <a:lnTo>
                  <a:pt x="371475" y="857250"/>
                </a:lnTo>
                <a:lnTo>
                  <a:pt x="371475" y="876300"/>
                </a:lnTo>
                <a:lnTo>
                  <a:pt x="361950" y="876300"/>
                </a:lnTo>
                <a:lnTo>
                  <a:pt x="361950" y="857250"/>
                </a:lnTo>
                <a:lnTo>
                  <a:pt x="352425" y="857250"/>
                </a:lnTo>
                <a:close/>
                <a:moveTo>
                  <a:pt x="1485900" y="857250"/>
                </a:moveTo>
                <a:lnTo>
                  <a:pt x="1495425" y="857250"/>
                </a:lnTo>
                <a:lnTo>
                  <a:pt x="1495425" y="866775"/>
                </a:lnTo>
                <a:lnTo>
                  <a:pt x="1485900" y="866775"/>
                </a:lnTo>
                <a:close/>
                <a:moveTo>
                  <a:pt x="1123950" y="866775"/>
                </a:moveTo>
                <a:lnTo>
                  <a:pt x="1133475" y="866775"/>
                </a:lnTo>
                <a:lnTo>
                  <a:pt x="1133475" y="876300"/>
                </a:lnTo>
                <a:lnTo>
                  <a:pt x="1123950" y="876300"/>
                </a:lnTo>
                <a:close/>
                <a:moveTo>
                  <a:pt x="333375" y="876300"/>
                </a:moveTo>
                <a:lnTo>
                  <a:pt x="342900" y="876300"/>
                </a:lnTo>
                <a:lnTo>
                  <a:pt x="342900" y="904875"/>
                </a:lnTo>
                <a:lnTo>
                  <a:pt x="333375" y="904875"/>
                </a:lnTo>
                <a:close/>
                <a:moveTo>
                  <a:pt x="352425" y="876300"/>
                </a:moveTo>
                <a:lnTo>
                  <a:pt x="361950" y="876300"/>
                </a:lnTo>
                <a:lnTo>
                  <a:pt x="361950" y="885825"/>
                </a:lnTo>
                <a:lnTo>
                  <a:pt x="352425" y="885825"/>
                </a:lnTo>
                <a:close/>
                <a:moveTo>
                  <a:pt x="428625" y="876300"/>
                </a:moveTo>
                <a:lnTo>
                  <a:pt x="438150" y="876300"/>
                </a:lnTo>
                <a:lnTo>
                  <a:pt x="438150" y="885825"/>
                </a:lnTo>
                <a:lnTo>
                  <a:pt x="428625" y="885825"/>
                </a:lnTo>
                <a:close/>
                <a:moveTo>
                  <a:pt x="200025" y="885825"/>
                </a:moveTo>
                <a:lnTo>
                  <a:pt x="209550" y="885825"/>
                </a:lnTo>
                <a:lnTo>
                  <a:pt x="209550" y="895350"/>
                </a:lnTo>
                <a:lnTo>
                  <a:pt x="200025" y="895350"/>
                </a:lnTo>
                <a:close/>
                <a:moveTo>
                  <a:pt x="409575" y="885825"/>
                </a:moveTo>
                <a:lnTo>
                  <a:pt x="419100" y="885825"/>
                </a:lnTo>
                <a:lnTo>
                  <a:pt x="419100" y="904875"/>
                </a:lnTo>
                <a:lnTo>
                  <a:pt x="409575" y="904875"/>
                </a:lnTo>
                <a:close/>
                <a:moveTo>
                  <a:pt x="1400175" y="885825"/>
                </a:moveTo>
                <a:lnTo>
                  <a:pt x="1419225" y="885825"/>
                </a:lnTo>
                <a:lnTo>
                  <a:pt x="1419225" y="895350"/>
                </a:lnTo>
                <a:lnTo>
                  <a:pt x="1409700" y="895350"/>
                </a:lnTo>
                <a:lnTo>
                  <a:pt x="1409700" y="904875"/>
                </a:lnTo>
                <a:lnTo>
                  <a:pt x="1419225" y="904875"/>
                </a:lnTo>
                <a:lnTo>
                  <a:pt x="1419225" y="914400"/>
                </a:lnTo>
                <a:lnTo>
                  <a:pt x="1400175" y="914400"/>
                </a:lnTo>
                <a:lnTo>
                  <a:pt x="1400175" y="904875"/>
                </a:lnTo>
                <a:lnTo>
                  <a:pt x="1390650" y="904875"/>
                </a:lnTo>
                <a:lnTo>
                  <a:pt x="1390650" y="895350"/>
                </a:lnTo>
                <a:lnTo>
                  <a:pt x="1400175" y="895350"/>
                </a:lnTo>
                <a:close/>
                <a:moveTo>
                  <a:pt x="57150" y="895350"/>
                </a:moveTo>
                <a:lnTo>
                  <a:pt x="66675" y="895350"/>
                </a:lnTo>
                <a:lnTo>
                  <a:pt x="66675" y="904875"/>
                </a:lnTo>
                <a:lnTo>
                  <a:pt x="57150" y="904875"/>
                </a:lnTo>
                <a:close/>
                <a:moveTo>
                  <a:pt x="533400" y="895350"/>
                </a:moveTo>
                <a:lnTo>
                  <a:pt x="542925" y="895350"/>
                </a:lnTo>
                <a:lnTo>
                  <a:pt x="542925" y="904875"/>
                </a:lnTo>
                <a:lnTo>
                  <a:pt x="533400" y="904875"/>
                </a:lnTo>
                <a:close/>
                <a:moveTo>
                  <a:pt x="552450" y="895350"/>
                </a:moveTo>
                <a:lnTo>
                  <a:pt x="561975" y="895350"/>
                </a:lnTo>
                <a:lnTo>
                  <a:pt x="561975" y="904875"/>
                </a:lnTo>
                <a:lnTo>
                  <a:pt x="552450" y="904875"/>
                </a:lnTo>
                <a:close/>
                <a:moveTo>
                  <a:pt x="400050" y="904875"/>
                </a:moveTo>
                <a:lnTo>
                  <a:pt x="409575" y="904875"/>
                </a:lnTo>
                <a:lnTo>
                  <a:pt x="409575" y="914400"/>
                </a:lnTo>
                <a:lnTo>
                  <a:pt x="419100" y="914400"/>
                </a:lnTo>
                <a:lnTo>
                  <a:pt x="419100" y="923925"/>
                </a:lnTo>
                <a:lnTo>
                  <a:pt x="409575" y="923925"/>
                </a:lnTo>
                <a:lnTo>
                  <a:pt x="409575" y="933450"/>
                </a:lnTo>
                <a:lnTo>
                  <a:pt x="390525" y="933450"/>
                </a:lnTo>
                <a:lnTo>
                  <a:pt x="390525" y="923925"/>
                </a:lnTo>
                <a:lnTo>
                  <a:pt x="381000" y="923925"/>
                </a:lnTo>
                <a:lnTo>
                  <a:pt x="381000" y="914400"/>
                </a:lnTo>
                <a:lnTo>
                  <a:pt x="400050" y="914400"/>
                </a:lnTo>
                <a:close/>
                <a:moveTo>
                  <a:pt x="1000125" y="914400"/>
                </a:moveTo>
                <a:lnTo>
                  <a:pt x="1009650" y="914400"/>
                </a:lnTo>
                <a:lnTo>
                  <a:pt x="1009650" y="923925"/>
                </a:lnTo>
                <a:lnTo>
                  <a:pt x="1000125" y="923925"/>
                </a:lnTo>
                <a:close/>
                <a:moveTo>
                  <a:pt x="1419225" y="914400"/>
                </a:moveTo>
                <a:lnTo>
                  <a:pt x="1428750" y="914400"/>
                </a:lnTo>
                <a:lnTo>
                  <a:pt x="1428750" y="923925"/>
                </a:lnTo>
                <a:lnTo>
                  <a:pt x="1419225" y="923925"/>
                </a:lnTo>
                <a:close/>
                <a:moveTo>
                  <a:pt x="1466850" y="914400"/>
                </a:moveTo>
                <a:lnTo>
                  <a:pt x="1476375" y="914400"/>
                </a:lnTo>
                <a:lnTo>
                  <a:pt x="1476375" y="933450"/>
                </a:lnTo>
                <a:lnTo>
                  <a:pt x="1466850" y="933450"/>
                </a:lnTo>
                <a:close/>
                <a:moveTo>
                  <a:pt x="85725" y="923925"/>
                </a:moveTo>
                <a:lnTo>
                  <a:pt x="104775" y="923925"/>
                </a:lnTo>
                <a:lnTo>
                  <a:pt x="104775" y="933450"/>
                </a:lnTo>
                <a:lnTo>
                  <a:pt x="85725" y="933450"/>
                </a:lnTo>
                <a:close/>
                <a:moveTo>
                  <a:pt x="228600" y="923925"/>
                </a:moveTo>
                <a:lnTo>
                  <a:pt x="238125" y="923925"/>
                </a:lnTo>
                <a:lnTo>
                  <a:pt x="238125" y="933450"/>
                </a:lnTo>
                <a:lnTo>
                  <a:pt x="228600" y="933450"/>
                </a:lnTo>
                <a:close/>
                <a:moveTo>
                  <a:pt x="485775" y="923925"/>
                </a:moveTo>
                <a:lnTo>
                  <a:pt x="495300" y="923925"/>
                </a:lnTo>
                <a:lnTo>
                  <a:pt x="495300" y="933450"/>
                </a:lnTo>
                <a:lnTo>
                  <a:pt x="485775" y="933450"/>
                </a:lnTo>
                <a:close/>
                <a:moveTo>
                  <a:pt x="476250" y="933450"/>
                </a:moveTo>
                <a:lnTo>
                  <a:pt x="485775" y="933450"/>
                </a:lnTo>
                <a:lnTo>
                  <a:pt x="485775" y="942975"/>
                </a:lnTo>
                <a:lnTo>
                  <a:pt x="476250" y="942975"/>
                </a:lnTo>
                <a:close/>
                <a:moveTo>
                  <a:pt x="1066800" y="933450"/>
                </a:moveTo>
                <a:lnTo>
                  <a:pt x="1076325" y="933450"/>
                </a:lnTo>
                <a:lnTo>
                  <a:pt x="1076325" y="942975"/>
                </a:lnTo>
                <a:lnTo>
                  <a:pt x="1066800" y="942975"/>
                </a:lnTo>
                <a:close/>
                <a:moveTo>
                  <a:pt x="1143000" y="933450"/>
                </a:moveTo>
                <a:lnTo>
                  <a:pt x="1152525" y="933450"/>
                </a:lnTo>
                <a:lnTo>
                  <a:pt x="1152525" y="942975"/>
                </a:lnTo>
                <a:lnTo>
                  <a:pt x="1143000" y="942975"/>
                </a:lnTo>
                <a:close/>
                <a:moveTo>
                  <a:pt x="190500" y="952500"/>
                </a:moveTo>
                <a:lnTo>
                  <a:pt x="200025" y="952500"/>
                </a:lnTo>
                <a:lnTo>
                  <a:pt x="200025" y="962025"/>
                </a:lnTo>
                <a:lnTo>
                  <a:pt x="190500" y="962025"/>
                </a:lnTo>
                <a:close/>
                <a:moveTo>
                  <a:pt x="295275" y="952500"/>
                </a:moveTo>
                <a:lnTo>
                  <a:pt x="304800" y="952500"/>
                </a:lnTo>
                <a:lnTo>
                  <a:pt x="304800" y="962025"/>
                </a:lnTo>
                <a:lnTo>
                  <a:pt x="295275" y="962025"/>
                </a:lnTo>
                <a:close/>
                <a:moveTo>
                  <a:pt x="333375" y="952500"/>
                </a:moveTo>
                <a:lnTo>
                  <a:pt x="352425" y="952500"/>
                </a:lnTo>
                <a:lnTo>
                  <a:pt x="352425" y="962025"/>
                </a:lnTo>
                <a:lnTo>
                  <a:pt x="333375" y="962025"/>
                </a:lnTo>
                <a:close/>
                <a:moveTo>
                  <a:pt x="1238250" y="952500"/>
                </a:moveTo>
                <a:lnTo>
                  <a:pt x="1247775" y="952500"/>
                </a:lnTo>
                <a:lnTo>
                  <a:pt x="1247775" y="962025"/>
                </a:lnTo>
                <a:lnTo>
                  <a:pt x="1238250" y="962025"/>
                </a:lnTo>
                <a:close/>
                <a:moveTo>
                  <a:pt x="161925" y="962025"/>
                </a:moveTo>
                <a:lnTo>
                  <a:pt x="171450" y="962025"/>
                </a:lnTo>
                <a:lnTo>
                  <a:pt x="171450" y="971550"/>
                </a:lnTo>
                <a:lnTo>
                  <a:pt x="161925" y="971550"/>
                </a:lnTo>
                <a:close/>
                <a:moveTo>
                  <a:pt x="1181100" y="962025"/>
                </a:moveTo>
                <a:lnTo>
                  <a:pt x="1190625" y="962025"/>
                </a:lnTo>
                <a:lnTo>
                  <a:pt x="1190625" y="971550"/>
                </a:lnTo>
                <a:lnTo>
                  <a:pt x="1181100" y="971550"/>
                </a:lnTo>
                <a:close/>
                <a:moveTo>
                  <a:pt x="1504950" y="981075"/>
                </a:moveTo>
                <a:lnTo>
                  <a:pt x="1514475" y="981075"/>
                </a:lnTo>
                <a:lnTo>
                  <a:pt x="1514475" y="990600"/>
                </a:lnTo>
                <a:lnTo>
                  <a:pt x="1504950" y="990600"/>
                </a:lnTo>
                <a:close/>
                <a:moveTo>
                  <a:pt x="19050" y="990600"/>
                </a:moveTo>
                <a:lnTo>
                  <a:pt x="38100" y="990600"/>
                </a:lnTo>
                <a:lnTo>
                  <a:pt x="38100" y="1009650"/>
                </a:lnTo>
                <a:lnTo>
                  <a:pt x="28575" y="1009650"/>
                </a:lnTo>
                <a:lnTo>
                  <a:pt x="28575" y="1019175"/>
                </a:lnTo>
                <a:lnTo>
                  <a:pt x="19050" y="1019175"/>
                </a:lnTo>
                <a:close/>
                <a:moveTo>
                  <a:pt x="552450" y="990600"/>
                </a:moveTo>
                <a:lnTo>
                  <a:pt x="561975" y="990600"/>
                </a:lnTo>
                <a:lnTo>
                  <a:pt x="561975" y="1000125"/>
                </a:lnTo>
                <a:lnTo>
                  <a:pt x="552450" y="1000125"/>
                </a:lnTo>
                <a:close/>
                <a:moveTo>
                  <a:pt x="371475" y="1000125"/>
                </a:moveTo>
                <a:lnTo>
                  <a:pt x="390525" y="1000125"/>
                </a:lnTo>
                <a:lnTo>
                  <a:pt x="390525" y="1009650"/>
                </a:lnTo>
                <a:lnTo>
                  <a:pt x="371475" y="1009650"/>
                </a:lnTo>
                <a:close/>
                <a:moveTo>
                  <a:pt x="304800" y="1009650"/>
                </a:moveTo>
                <a:lnTo>
                  <a:pt x="314325" y="1009650"/>
                </a:lnTo>
                <a:lnTo>
                  <a:pt x="314325" y="1019175"/>
                </a:lnTo>
                <a:lnTo>
                  <a:pt x="323850" y="1019175"/>
                </a:lnTo>
                <a:lnTo>
                  <a:pt x="323850" y="1028700"/>
                </a:lnTo>
                <a:lnTo>
                  <a:pt x="314325" y="1028700"/>
                </a:lnTo>
                <a:lnTo>
                  <a:pt x="314325" y="1038225"/>
                </a:lnTo>
                <a:lnTo>
                  <a:pt x="285750" y="1038225"/>
                </a:lnTo>
                <a:lnTo>
                  <a:pt x="285750" y="1028700"/>
                </a:lnTo>
                <a:lnTo>
                  <a:pt x="295275" y="1028700"/>
                </a:lnTo>
                <a:lnTo>
                  <a:pt x="295275" y="1019175"/>
                </a:lnTo>
                <a:lnTo>
                  <a:pt x="304800" y="1019175"/>
                </a:lnTo>
                <a:close/>
                <a:moveTo>
                  <a:pt x="333375" y="1009650"/>
                </a:moveTo>
                <a:lnTo>
                  <a:pt x="342900" y="1009650"/>
                </a:lnTo>
                <a:lnTo>
                  <a:pt x="342900" y="1019175"/>
                </a:lnTo>
                <a:lnTo>
                  <a:pt x="333375" y="1019175"/>
                </a:lnTo>
                <a:close/>
                <a:moveTo>
                  <a:pt x="390525" y="1009650"/>
                </a:moveTo>
                <a:lnTo>
                  <a:pt x="400050" y="1009650"/>
                </a:lnTo>
                <a:lnTo>
                  <a:pt x="400050" y="1019175"/>
                </a:lnTo>
                <a:lnTo>
                  <a:pt x="390525" y="1019175"/>
                </a:lnTo>
                <a:close/>
                <a:moveTo>
                  <a:pt x="1485900" y="1009650"/>
                </a:moveTo>
                <a:lnTo>
                  <a:pt x="1495425" y="1009650"/>
                </a:lnTo>
                <a:lnTo>
                  <a:pt x="1495425" y="1028700"/>
                </a:lnTo>
                <a:lnTo>
                  <a:pt x="1476375" y="1028700"/>
                </a:lnTo>
                <a:lnTo>
                  <a:pt x="1476375" y="1019175"/>
                </a:lnTo>
                <a:lnTo>
                  <a:pt x="1485900" y="1019175"/>
                </a:lnTo>
                <a:close/>
                <a:moveTo>
                  <a:pt x="1162050" y="1028700"/>
                </a:moveTo>
                <a:lnTo>
                  <a:pt x="1171575" y="1028700"/>
                </a:lnTo>
                <a:lnTo>
                  <a:pt x="1171575" y="1038225"/>
                </a:lnTo>
                <a:lnTo>
                  <a:pt x="1162050" y="1038225"/>
                </a:lnTo>
                <a:close/>
                <a:moveTo>
                  <a:pt x="1219200" y="1028700"/>
                </a:moveTo>
                <a:lnTo>
                  <a:pt x="1228725" y="1028700"/>
                </a:lnTo>
                <a:lnTo>
                  <a:pt x="1228725" y="1038225"/>
                </a:lnTo>
                <a:lnTo>
                  <a:pt x="1219200" y="1038225"/>
                </a:lnTo>
                <a:close/>
                <a:moveTo>
                  <a:pt x="1371600" y="1028700"/>
                </a:moveTo>
                <a:lnTo>
                  <a:pt x="1381125" y="1028700"/>
                </a:lnTo>
                <a:lnTo>
                  <a:pt x="1381125" y="1038225"/>
                </a:lnTo>
                <a:lnTo>
                  <a:pt x="1371600" y="1038225"/>
                </a:lnTo>
                <a:close/>
                <a:moveTo>
                  <a:pt x="352425" y="1038225"/>
                </a:moveTo>
                <a:lnTo>
                  <a:pt x="361950" y="1038225"/>
                </a:lnTo>
                <a:lnTo>
                  <a:pt x="361950" y="1047750"/>
                </a:lnTo>
                <a:lnTo>
                  <a:pt x="352425" y="1047750"/>
                </a:lnTo>
                <a:close/>
                <a:moveTo>
                  <a:pt x="114300" y="1047750"/>
                </a:moveTo>
                <a:lnTo>
                  <a:pt x="123825" y="1047750"/>
                </a:lnTo>
                <a:lnTo>
                  <a:pt x="123825" y="1076325"/>
                </a:lnTo>
                <a:lnTo>
                  <a:pt x="114300" y="1076325"/>
                </a:lnTo>
                <a:close/>
                <a:moveTo>
                  <a:pt x="152400" y="1047750"/>
                </a:moveTo>
                <a:lnTo>
                  <a:pt x="161925" y="1047750"/>
                </a:lnTo>
                <a:lnTo>
                  <a:pt x="161925" y="1057275"/>
                </a:lnTo>
                <a:lnTo>
                  <a:pt x="152400" y="1057275"/>
                </a:lnTo>
                <a:close/>
                <a:moveTo>
                  <a:pt x="266700" y="1047750"/>
                </a:moveTo>
                <a:lnTo>
                  <a:pt x="285750" y="1047750"/>
                </a:lnTo>
                <a:lnTo>
                  <a:pt x="285750" y="1057275"/>
                </a:lnTo>
                <a:lnTo>
                  <a:pt x="276225" y="1057275"/>
                </a:lnTo>
                <a:lnTo>
                  <a:pt x="276225" y="1066800"/>
                </a:lnTo>
                <a:lnTo>
                  <a:pt x="266700" y="1066800"/>
                </a:lnTo>
                <a:close/>
                <a:moveTo>
                  <a:pt x="1181100" y="1047750"/>
                </a:moveTo>
                <a:lnTo>
                  <a:pt x="1200150" y="1047750"/>
                </a:lnTo>
                <a:lnTo>
                  <a:pt x="1200150" y="1076325"/>
                </a:lnTo>
                <a:lnTo>
                  <a:pt x="1171575" y="1076325"/>
                </a:lnTo>
                <a:lnTo>
                  <a:pt x="1171575" y="1066800"/>
                </a:lnTo>
                <a:lnTo>
                  <a:pt x="1181100" y="1066800"/>
                </a:lnTo>
                <a:close/>
                <a:moveTo>
                  <a:pt x="1362075" y="1047750"/>
                </a:moveTo>
                <a:lnTo>
                  <a:pt x="1381125" y="1047750"/>
                </a:lnTo>
                <a:lnTo>
                  <a:pt x="1381125" y="1057275"/>
                </a:lnTo>
                <a:lnTo>
                  <a:pt x="1362075" y="1057275"/>
                </a:lnTo>
                <a:close/>
                <a:moveTo>
                  <a:pt x="1390650" y="1047750"/>
                </a:moveTo>
                <a:lnTo>
                  <a:pt x="1400175" y="1047750"/>
                </a:lnTo>
                <a:lnTo>
                  <a:pt x="1400175" y="1057275"/>
                </a:lnTo>
                <a:lnTo>
                  <a:pt x="1390650" y="1057275"/>
                </a:lnTo>
                <a:close/>
                <a:moveTo>
                  <a:pt x="19050" y="1057275"/>
                </a:moveTo>
                <a:lnTo>
                  <a:pt x="28575" y="1057275"/>
                </a:lnTo>
                <a:lnTo>
                  <a:pt x="28575" y="1076325"/>
                </a:lnTo>
                <a:lnTo>
                  <a:pt x="19050" y="1076325"/>
                </a:lnTo>
                <a:lnTo>
                  <a:pt x="19050" y="1085850"/>
                </a:lnTo>
                <a:lnTo>
                  <a:pt x="9525" y="1085850"/>
                </a:lnTo>
                <a:lnTo>
                  <a:pt x="9525" y="1076325"/>
                </a:lnTo>
                <a:lnTo>
                  <a:pt x="0" y="1076325"/>
                </a:lnTo>
                <a:lnTo>
                  <a:pt x="0" y="1066800"/>
                </a:lnTo>
                <a:lnTo>
                  <a:pt x="19050" y="1066800"/>
                </a:lnTo>
                <a:close/>
                <a:moveTo>
                  <a:pt x="38100" y="1057275"/>
                </a:moveTo>
                <a:lnTo>
                  <a:pt x="47625" y="1057275"/>
                </a:lnTo>
                <a:lnTo>
                  <a:pt x="47625" y="1066800"/>
                </a:lnTo>
                <a:lnTo>
                  <a:pt x="66675" y="1066800"/>
                </a:lnTo>
                <a:lnTo>
                  <a:pt x="66675" y="1076325"/>
                </a:lnTo>
                <a:lnTo>
                  <a:pt x="76200" y="1076325"/>
                </a:lnTo>
                <a:lnTo>
                  <a:pt x="76200" y="1085850"/>
                </a:lnTo>
                <a:lnTo>
                  <a:pt x="57150" y="1085850"/>
                </a:lnTo>
                <a:lnTo>
                  <a:pt x="57150" y="1104900"/>
                </a:lnTo>
                <a:lnTo>
                  <a:pt x="47625" y="1104900"/>
                </a:lnTo>
                <a:lnTo>
                  <a:pt x="47625" y="1095375"/>
                </a:lnTo>
                <a:lnTo>
                  <a:pt x="38100" y="1095375"/>
                </a:lnTo>
                <a:close/>
                <a:moveTo>
                  <a:pt x="1343025" y="1057275"/>
                </a:moveTo>
                <a:lnTo>
                  <a:pt x="1362075" y="1057275"/>
                </a:lnTo>
                <a:lnTo>
                  <a:pt x="1362075" y="1076325"/>
                </a:lnTo>
                <a:lnTo>
                  <a:pt x="1343025" y="1076325"/>
                </a:lnTo>
                <a:close/>
                <a:moveTo>
                  <a:pt x="257175" y="1066800"/>
                </a:moveTo>
                <a:lnTo>
                  <a:pt x="266700" y="1066800"/>
                </a:lnTo>
                <a:lnTo>
                  <a:pt x="266700" y="1076325"/>
                </a:lnTo>
                <a:lnTo>
                  <a:pt x="257175" y="1076325"/>
                </a:lnTo>
                <a:close/>
                <a:moveTo>
                  <a:pt x="1543050" y="1066800"/>
                </a:moveTo>
                <a:lnTo>
                  <a:pt x="1562100" y="1066800"/>
                </a:lnTo>
                <a:lnTo>
                  <a:pt x="1562100" y="1076325"/>
                </a:lnTo>
                <a:lnTo>
                  <a:pt x="1543050" y="1076325"/>
                </a:lnTo>
                <a:close/>
                <a:moveTo>
                  <a:pt x="1000125" y="1076325"/>
                </a:moveTo>
                <a:lnTo>
                  <a:pt x="1009650" y="1076325"/>
                </a:lnTo>
                <a:lnTo>
                  <a:pt x="1009650" y="1085850"/>
                </a:lnTo>
                <a:lnTo>
                  <a:pt x="1000125" y="1085850"/>
                </a:lnTo>
                <a:close/>
                <a:moveTo>
                  <a:pt x="1162050" y="1076325"/>
                </a:moveTo>
                <a:lnTo>
                  <a:pt x="1171575" y="1076325"/>
                </a:lnTo>
                <a:lnTo>
                  <a:pt x="1171575" y="1085850"/>
                </a:lnTo>
                <a:lnTo>
                  <a:pt x="1162050" y="1085850"/>
                </a:lnTo>
                <a:close/>
                <a:moveTo>
                  <a:pt x="990600" y="1085850"/>
                </a:moveTo>
                <a:lnTo>
                  <a:pt x="1000125" y="1085850"/>
                </a:lnTo>
                <a:lnTo>
                  <a:pt x="1000125" y="1095375"/>
                </a:lnTo>
                <a:lnTo>
                  <a:pt x="990600" y="1095375"/>
                </a:lnTo>
                <a:close/>
                <a:moveTo>
                  <a:pt x="133350" y="1095375"/>
                </a:moveTo>
                <a:lnTo>
                  <a:pt x="142875" y="1095375"/>
                </a:lnTo>
                <a:lnTo>
                  <a:pt x="142875" y="1104900"/>
                </a:lnTo>
                <a:lnTo>
                  <a:pt x="133350" y="1104900"/>
                </a:lnTo>
                <a:close/>
                <a:moveTo>
                  <a:pt x="1447800" y="1095375"/>
                </a:moveTo>
                <a:lnTo>
                  <a:pt x="1457325" y="1095375"/>
                </a:lnTo>
                <a:lnTo>
                  <a:pt x="1457325" y="1104900"/>
                </a:lnTo>
                <a:lnTo>
                  <a:pt x="1447800" y="1104900"/>
                </a:lnTo>
                <a:close/>
                <a:moveTo>
                  <a:pt x="1543050" y="1095375"/>
                </a:moveTo>
                <a:lnTo>
                  <a:pt x="1552575" y="1095375"/>
                </a:lnTo>
                <a:lnTo>
                  <a:pt x="1552575" y="1104900"/>
                </a:lnTo>
                <a:lnTo>
                  <a:pt x="1543050" y="1104900"/>
                </a:lnTo>
                <a:close/>
                <a:moveTo>
                  <a:pt x="161925" y="1104900"/>
                </a:moveTo>
                <a:lnTo>
                  <a:pt x="171450" y="1104900"/>
                </a:lnTo>
                <a:lnTo>
                  <a:pt x="171450" y="1133475"/>
                </a:lnTo>
                <a:lnTo>
                  <a:pt x="161925" y="1133475"/>
                </a:lnTo>
                <a:close/>
                <a:moveTo>
                  <a:pt x="219075" y="1104900"/>
                </a:moveTo>
                <a:lnTo>
                  <a:pt x="228600" y="1104900"/>
                </a:lnTo>
                <a:lnTo>
                  <a:pt x="228600" y="1114425"/>
                </a:lnTo>
                <a:lnTo>
                  <a:pt x="219075" y="1114425"/>
                </a:lnTo>
                <a:close/>
                <a:moveTo>
                  <a:pt x="238125" y="1104900"/>
                </a:moveTo>
                <a:lnTo>
                  <a:pt x="257175" y="1104900"/>
                </a:lnTo>
                <a:lnTo>
                  <a:pt x="257175" y="1114425"/>
                </a:lnTo>
                <a:lnTo>
                  <a:pt x="238125" y="1114425"/>
                </a:lnTo>
                <a:close/>
                <a:moveTo>
                  <a:pt x="1438275" y="1104900"/>
                </a:moveTo>
                <a:lnTo>
                  <a:pt x="1447800" y="1104900"/>
                </a:lnTo>
                <a:lnTo>
                  <a:pt x="1447800" y="1123950"/>
                </a:lnTo>
                <a:lnTo>
                  <a:pt x="1438275" y="1123950"/>
                </a:lnTo>
                <a:close/>
                <a:moveTo>
                  <a:pt x="142875" y="1114425"/>
                </a:moveTo>
                <a:lnTo>
                  <a:pt x="152400" y="1114425"/>
                </a:lnTo>
                <a:lnTo>
                  <a:pt x="152400" y="1123950"/>
                </a:lnTo>
                <a:lnTo>
                  <a:pt x="142875" y="1123950"/>
                </a:lnTo>
                <a:close/>
                <a:moveTo>
                  <a:pt x="257175" y="1114425"/>
                </a:moveTo>
                <a:lnTo>
                  <a:pt x="266700" y="1114425"/>
                </a:lnTo>
                <a:lnTo>
                  <a:pt x="266700" y="1123950"/>
                </a:lnTo>
                <a:lnTo>
                  <a:pt x="257175" y="1123950"/>
                </a:lnTo>
                <a:close/>
                <a:moveTo>
                  <a:pt x="971550" y="1114425"/>
                </a:moveTo>
                <a:lnTo>
                  <a:pt x="981075" y="1114425"/>
                </a:lnTo>
                <a:lnTo>
                  <a:pt x="981075" y="1123950"/>
                </a:lnTo>
                <a:lnTo>
                  <a:pt x="971550" y="1123950"/>
                </a:lnTo>
                <a:close/>
                <a:moveTo>
                  <a:pt x="1085850" y="1114425"/>
                </a:moveTo>
                <a:lnTo>
                  <a:pt x="1095375" y="1114425"/>
                </a:lnTo>
                <a:lnTo>
                  <a:pt x="1095375" y="1123950"/>
                </a:lnTo>
                <a:lnTo>
                  <a:pt x="1085850" y="1123950"/>
                </a:lnTo>
                <a:close/>
                <a:moveTo>
                  <a:pt x="1285875" y="1114425"/>
                </a:moveTo>
                <a:lnTo>
                  <a:pt x="1295400" y="1114425"/>
                </a:lnTo>
                <a:lnTo>
                  <a:pt x="1295400" y="1123950"/>
                </a:lnTo>
                <a:lnTo>
                  <a:pt x="1285875" y="1123950"/>
                </a:lnTo>
                <a:close/>
                <a:moveTo>
                  <a:pt x="219075" y="1123950"/>
                </a:moveTo>
                <a:lnTo>
                  <a:pt x="228600" y="1123950"/>
                </a:lnTo>
                <a:lnTo>
                  <a:pt x="228600" y="1133475"/>
                </a:lnTo>
                <a:lnTo>
                  <a:pt x="219075" y="1133475"/>
                </a:lnTo>
                <a:close/>
                <a:moveTo>
                  <a:pt x="1057275" y="1143000"/>
                </a:moveTo>
                <a:lnTo>
                  <a:pt x="1076325" y="1143000"/>
                </a:lnTo>
                <a:lnTo>
                  <a:pt x="1076325" y="1152525"/>
                </a:lnTo>
                <a:lnTo>
                  <a:pt x="1057275" y="1152525"/>
                </a:lnTo>
                <a:close/>
                <a:moveTo>
                  <a:pt x="1047750" y="1152525"/>
                </a:moveTo>
                <a:lnTo>
                  <a:pt x="1057275" y="1152525"/>
                </a:lnTo>
                <a:lnTo>
                  <a:pt x="1057275" y="1162050"/>
                </a:lnTo>
                <a:lnTo>
                  <a:pt x="1047750" y="1162050"/>
                </a:lnTo>
                <a:close/>
                <a:moveTo>
                  <a:pt x="533400" y="1181100"/>
                </a:moveTo>
                <a:lnTo>
                  <a:pt x="542925" y="1181100"/>
                </a:lnTo>
                <a:lnTo>
                  <a:pt x="542925" y="1190625"/>
                </a:lnTo>
                <a:lnTo>
                  <a:pt x="533400" y="1190625"/>
                </a:lnTo>
                <a:close/>
                <a:moveTo>
                  <a:pt x="790575" y="1209675"/>
                </a:moveTo>
                <a:lnTo>
                  <a:pt x="809625" y="1209675"/>
                </a:lnTo>
                <a:lnTo>
                  <a:pt x="809625" y="1219200"/>
                </a:lnTo>
                <a:lnTo>
                  <a:pt x="800100" y="1219200"/>
                </a:lnTo>
                <a:lnTo>
                  <a:pt x="800100" y="1238250"/>
                </a:lnTo>
                <a:lnTo>
                  <a:pt x="781050" y="1238250"/>
                </a:lnTo>
                <a:lnTo>
                  <a:pt x="781050" y="1228725"/>
                </a:lnTo>
                <a:lnTo>
                  <a:pt x="790575" y="1228725"/>
                </a:lnTo>
                <a:close/>
                <a:moveTo>
                  <a:pt x="1104900" y="1209675"/>
                </a:moveTo>
                <a:lnTo>
                  <a:pt x="1114425" y="1209675"/>
                </a:lnTo>
                <a:lnTo>
                  <a:pt x="1114425" y="1219200"/>
                </a:lnTo>
                <a:lnTo>
                  <a:pt x="1104900" y="1219200"/>
                </a:lnTo>
                <a:close/>
                <a:moveTo>
                  <a:pt x="1552575" y="1209675"/>
                </a:moveTo>
                <a:lnTo>
                  <a:pt x="1571625" y="1209675"/>
                </a:lnTo>
                <a:lnTo>
                  <a:pt x="1571625" y="1219200"/>
                </a:lnTo>
                <a:lnTo>
                  <a:pt x="1552575" y="1219200"/>
                </a:lnTo>
                <a:close/>
                <a:moveTo>
                  <a:pt x="133350" y="1228725"/>
                </a:moveTo>
                <a:lnTo>
                  <a:pt x="142875" y="1228725"/>
                </a:lnTo>
                <a:lnTo>
                  <a:pt x="142875" y="1238250"/>
                </a:lnTo>
                <a:lnTo>
                  <a:pt x="133350" y="1238250"/>
                </a:lnTo>
                <a:close/>
                <a:moveTo>
                  <a:pt x="352425" y="1228725"/>
                </a:moveTo>
                <a:lnTo>
                  <a:pt x="371475" y="1228725"/>
                </a:lnTo>
                <a:lnTo>
                  <a:pt x="371475" y="1247775"/>
                </a:lnTo>
                <a:lnTo>
                  <a:pt x="352425" y="1247775"/>
                </a:lnTo>
                <a:close/>
                <a:moveTo>
                  <a:pt x="1181100" y="1238250"/>
                </a:moveTo>
                <a:lnTo>
                  <a:pt x="1190625" y="1238250"/>
                </a:lnTo>
                <a:lnTo>
                  <a:pt x="1190625" y="1247775"/>
                </a:lnTo>
                <a:lnTo>
                  <a:pt x="1181100" y="1247775"/>
                </a:lnTo>
                <a:close/>
                <a:moveTo>
                  <a:pt x="1562100" y="1247775"/>
                </a:moveTo>
                <a:lnTo>
                  <a:pt x="1581150" y="1247775"/>
                </a:lnTo>
                <a:lnTo>
                  <a:pt x="1581150" y="1276350"/>
                </a:lnTo>
                <a:lnTo>
                  <a:pt x="1552575" y="1276350"/>
                </a:lnTo>
                <a:lnTo>
                  <a:pt x="1552575" y="1257300"/>
                </a:lnTo>
                <a:lnTo>
                  <a:pt x="1562100" y="1257300"/>
                </a:lnTo>
                <a:close/>
                <a:moveTo>
                  <a:pt x="1485900" y="1266825"/>
                </a:moveTo>
                <a:lnTo>
                  <a:pt x="1504950" y="1266825"/>
                </a:lnTo>
                <a:lnTo>
                  <a:pt x="1504950" y="1276350"/>
                </a:lnTo>
                <a:lnTo>
                  <a:pt x="1485900" y="1276350"/>
                </a:lnTo>
                <a:close/>
                <a:moveTo>
                  <a:pt x="19050" y="1276350"/>
                </a:moveTo>
                <a:lnTo>
                  <a:pt x="47625" y="1276350"/>
                </a:lnTo>
                <a:lnTo>
                  <a:pt x="47625" y="1295400"/>
                </a:lnTo>
                <a:lnTo>
                  <a:pt x="38100" y="1295400"/>
                </a:lnTo>
                <a:lnTo>
                  <a:pt x="38100" y="1285875"/>
                </a:lnTo>
                <a:lnTo>
                  <a:pt x="28575" y="1285875"/>
                </a:lnTo>
                <a:lnTo>
                  <a:pt x="28575" y="1295400"/>
                </a:lnTo>
                <a:lnTo>
                  <a:pt x="19050" y="1295400"/>
                </a:lnTo>
                <a:close/>
                <a:moveTo>
                  <a:pt x="152400" y="1276350"/>
                </a:moveTo>
                <a:lnTo>
                  <a:pt x="161925" y="1276350"/>
                </a:lnTo>
                <a:lnTo>
                  <a:pt x="161925" y="1285875"/>
                </a:lnTo>
                <a:lnTo>
                  <a:pt x="152400" y="1285875"/>
                </a:lnTo>
                <a:close/>
                <a:moveTo>
                  <a:pt x="1590675" y="1276350"/>
                </a:moveTo>
                <a:lnTo>
                  <a:pt x="1609725" y="1276350"/>
                </a:lnTo>
                <a:lnTo>
                  <a:pt x="1609725" y="1285875"/>
                </a:lnTo>
                <a:lnTo>
                  <a:pt x="1590675" y="1285875"/>
                </a:lnTo>
                <a:close/>
                <a:moveTo>
                  <a:pt x="161925" y="1285875"/>
                </a:moveTo>
                <a:lnTo>
                  <a:pt x="171450" y="1285875"/>
                </a:lnTo>
                <a:lnTo>
                  <a:pt x="171450" y="1295400"/>
                </a:lnTo>
                <a:lnTo>
                  <a:pt x="161925" y="1295400"/>
                </a:lnTo>
                <a:close/>
                <a:moveTo>
                  <a:pt x="266700" y="1285875"/>
                </a:moveTo>
                <a:lnTo>
                  <a:pt x="285750" y="1285875"/>
                </a:lnTo>
                <a:lnTo>
                  <a:pt x="285750" y="1295400"/>
                </a:lnTo>
                <a:lnTo>
                  <a:pt x="266700" y="1295400"/>
                </a:lnTo>
                <a:close/>
                <a:moveTo>
                  <a:pt x="542925" y="1285875"/>
                </a:moveTo>
                <a:lnTo>
                  <a:pt x="561975" y="1285875"/>
                </a:lnTo>
                <a:lnTo>
                  <a:pt x="561975" y="1295400"/>
                </a:lnTo>
                <a:lnTo>
                  <a:pt x="542925" y="1295400"/>
                </a:lnTo>
                <a:close/>
                <a:moveTo>
                  <a:pt x="1104900" y="1285875"/>
                </a:moveTo>
                <a:lnTo>
                  <a:pt x="1123950" y="1285875"/>
                </a:lnTo>
                <a:lnTo>
                  <a:pt x="1123950" y="1295400"/>
                </a:lnTo>
                <a:lnTo>
                  <a:pt x="1104900" y="1295400"/>
                </a:lnTo>
                <a:close/>
                <a:moveTo>
                  <a:pt x="1276350" y="1285875"/>
                </a:moveTo>
                <a:lnTo>
                  <a:pt x="1295400" y="1285875"/>
                </a:lnTo>
                <a:lnTo>
                  <a:pt x="1295400" y="1295400"/>
                </a:lnTo>
                <a:lnTo>
                  <a:pt x="1276350" y="1295400"/>
                </a:lnTo>
                <a:close/>
                <a:moveTo>
                  <a:pt x="1333500" y="1285875"/>
                </a:moveTo>
                <a:lnTo>
                  <a:pt x="1343025" y="1285875"/>
                </a:lnTo>
                <a:lnTo>
                  <a:pt x="1343025" y="1295400"/>
                </a:lnTo>
                <a:lnTo>
                  <a:pt x="1333500" y="1295400"/>
                </a:lnTo>
                <a:close/>
                <a:moveTo>
                  <a:pt x="1409700" y="1285875"/>
                </a:moveTo>
                <a:lnTo>
                  <a:pt x="1419225" y="1285875"/>
                </a:lnTo>
                <a:lnTo>
                  <a:pt x="1419225" y="1295400"/>
                </a:lnTo>
                <a:lnTo>
                  <a:pt x="1428750" y="1295400"/>
                </a:lnTo>
                <a:lnTo>
                  <a:pt x="1428750" y="1304925"/>
                </a:lnTo>
                <a:lnTo>
                  <a:pt x="1419225" y="1304925"/>
                </a:lnTo>
                <a:lnTo>
                  <a:pt x="1419225" y="1314450"/>
                </a:lnTo>
                <a:lnTo>
                  <a:pt x="1409700" y="1314450"/>
                </a:lnTo>
                <a:lnTo>
                  <a:pt x="1409700" y="1304925"/>
                </a:lnTo>
                <a:lnTo>
                  <a:pt x="1400175" y="1304925"/>
                </a:lnTo>
                <a:lnTo>
                  <a:pt x="1400175" y="1295400"/>
                </a:lnTo>
                <a:lnTo>
                  <a:pt x="1409700" y="1295400"/>
                </a:lnTo>
                <a:close/>
                <a:moveTo>
                  <a:pt x="152400" y="1295400"/>
                </a:moveTo>
                <a:lnTo>
                  <a:pt x="161925" y="1295400"/>
                </a:lnTo>
                <a:lnTo>
                  <a:pt x="161925" y="1304925"/>
                </a:lnTo>
                <a:lnTo>
                  <a:pt x="152400" y="1304925"/>
                </a:lnTo>
                <a:close/>
                <a:moveTo>
                  <a:pt x="581025" y="1295400"/>
                </a:moveTo>
                <a:lnTo>
                  <a:pt x="590550" y="1295400"/>
                </a:lnTo>
                <a:lnTo>
                  <a:pt x="590550" y="1314450"/>
                </a:lnTo>
                <a:lnTo>
                  <a:pt x="581025" y="1314450"/>
                </a:lnTo>
                <a:close/>
                <a:moveTo>
                  <a:pt x="733425" y="1295400"/>
                </a:moveTo>
                <a:lnTo>
                  <a:pt x="742950" y="1295400"/>
                </a:lnTo>
                <a:lnTo>
                  <a:pt x="742950" y="1304925"/>
                </a:lnTo>
                <a:lnTo>
                  <a:pt x="733425" y="1304925"/>
                </a:lnTo>
                <a:close/>
                <a:moveTo>
                  <a:pt x="990600" y="1295400"/>
                </a:moveTo>
                <a:lnTo>
                  <a:pt x="1000125" y="1295400"/>
                </a:lnTo>
                <a:lnTo>
                  <a:pt x="1000125" y="1304925"/>
                </a:lnTo>
                <a:lnTo>
                  <a:pt x="990600" y="1304925"/>
                </a:lnTo>
                <a:close/>
                <a:moveTo>
                  <a:pt x="161925" y="1304925"/>
                </a:moveTo>
                <a:lnTo>
                  <a:pt x="180975" y="1304925"/>
                </a:lnTo>
                <a:lnTo>
                  <a:pt x="180975" y="1314450"/>
                </a:lnTo>
                <a:lnTo>
                  <a:pt x="228600" y="1314450"/>
                </a:lnTo>
                <a:lnTo>
                  <a:pt x="228600" y="1304925"/>
                </a:lnTo>
                <a:lnTo>
                  <a:pt x="238125" y="1304925"/>
                </a:lnTo>
                <a:lnTo>
                  <a:pt x="238125" y="1314450"/>
                </a:lnTo>
                <a:lnTo>
                  <a:pt x="247650" y="1314450"/>
                </a:lnTo>
                <a:lnTo>
                  <a:pt x="247650" y="1304925"/>
                </a:lnTo>
                <a:lnTo>
                  <a:pt x="266700" y="1304925"/>
                </a:lnTo>
                <a:lnTo>
                  <a:pt x="266700" y="1314450"/>
                </a:lnTo>
                <a:lnTo>
                  <a:pt x="247650" y="1314450"/>
                </a:lnTo>
                <a:lnTo>
                  <a:pt x="247650" y="1333500"/>
                </a:lnTo>
                <a:lnTo>
                  <a:pt x="238125" y="1333500"/>
                </a:lnTo>
                <a:lnTo>
                  <a:pt x="238125" y="1352550"/>
                </a:lnTo>
                <a:lnTo>
                  <a:pt x="228600" y="1352550"/>
                </a:lnTo>
                <a:lnTo>
                  <a:pt x="228600" y="1343025"/>
                </a:lnTo>
                <a:lnTo>
                  <a:pt x="219075" y="1343025"/>
                </a:lnTo>
                <a:lnTo>
                  <a:pt x="219075" y="1323975"/>
                </a:lnTo>
                <a:lnTo>
                  <a:pt x="209550" y="1323975"/>
                </a:lnTo>
                <a:lnTo>
                  <a:pt x="209550" y="1333500"/>
                </a:lnTo>
                <a:lnTo>
                  <a:pt x="190500" y="1333500"/>
                </a:lnTo>
                <a:lnTo>
                  <a:pt x="190500" y="1323975"/>
                </a:lnTo>
                <a:lnTo>
                  <a:pt x="171450" y="1323975"/>
                </a:lnTo>
                <a:lnTo>
                  <a:pt x="171450" y="1314450"/>
                </a:lnTo>
                <a:lnTo>
                  <a:pt x="161925" y="1314450"/>
                </a:lnTo>
                <a:close/>
                <a:moveTo>
                  <a:pt x="885825" y="1304925"/>
                </a:moveTo>
                <a:lnTo>
                  <a:pt x="895350" y="1304925"/>
                </a:lnTo>
                <a:lnTo>
                  <a:pt x="895350" y="1314450"/>
                </a:lnTo>
                <a:lnTo>
                  <a:pt x="885825" y="1314450"/>
                </a:lnTo>
                <a:close/>
                <a:moveTo>
                  <a:pt x="904875" y="1304925"/>
                </a:moveTo>
                <a:lnTo>
                  <a:pt x="914400" y="1304925"/>
                </a:lnTo>
                <a:lnTo>
                  <a:pt x="914400" y="1314450"/>
                </a:lnTo>
                <a:lnTo>
                  <a:pt x="904875" y="1314450"/>
                </a:lnTo>
                <a:close/>
                <a:moveTo>
                  <a:pt x="1285875" y="1304925"/>
                </a:moveTo>
                <a:lnTo>
                  <a:pt x="1304925" y="1304925"/>
                </a:lnTo>
                <a:lnTo>
                  <a:pt x="1304925" y="1314450"/>
                </a:lnTo>
                <a:lnTo>
                  <a:pt x="1285875" y="1314450"/>
                </a:lnTo>
                <a:close/>
                <a:moveTo>
                  <a:pt x="1352550" y="1304925"/>
                </a:moveTo>
                <a:lnTo>
                  <a:pt x="1362075" y="1304925"/>
                </a:lnTo>
                <a:lnTo>
                  <a:pt x="1362075" y="1314450"/>
                </a:lnTo>
                <a:lnTo>
                  <a:pt x="1352550" y="1314450"/>
                </a:lnTo>
                <a:close/>
                <a:moveTo>
                  <a:pt x="1390650" y="1304925"/>
                </a:moveTo>
                <a:lnTo>
                  <a:pt x="1400175" y="1304925"/>
                </a:lnTo>
                <a:lnTo>
                  <a:pt x="1400175" y="1314450"/>
                </a:lnTo>
                <a:lnTo>
                  <a:pt x="1390650" y="1314450"/>
                </a:lnTo>
                <a:close/>
                <a:moveTo>
                  <a:pt x="466725" y="1314450"/>
                </a:moveTo>
                <a:lnTo>
                  <a:pt x="476250" y="1314450"/>
                </a:lnTo>
                <a:lnTo>
                  <a:pt x="476250" y="1323975"/>
                </a:lnTo>
                <a:lnTo>
                  <a:pt x="466725" y="1323975"/>
                </a:lnTo>
                <a:close/>
                <a:moveTo>
                  <a:pt x="1400175" y="1314450"/>
                </a:moveTo>
                <a:lnTo>
                  <a:pt x="1409700" y="1314450"/>
                </a:lnTo>
                <a:lnTo>
                  <a:pt x="1409700" y="1323975"/>
                </a:lnTo>
                <a:lnTo>
                  <a:pt x="1400175" y="1323975"/>
                </a:lnTo>
                <a:close/>
                <a:moveTo>
                  <a:pt x="847725" y="1323975"/>
                </a:moveTo>
                <a:lnTo>
                  <a:pt x="857250" y="1323975"/>
                </a:lnTo>
                <a:lnTo>
                  <a:pt x="857250" y="1343025"/>
                </a:lnTo>
                <a:lnTo>
                  <a:pt x="866775" y="1343025"/>
                </a:lnTo>
                <a:lnTo>
                  <a:pt x="866775" y="1333500"/>
                </a:lnTo>
                <a:lnTo>
                  <a:pt x="876300" y="1333500"/>
                </a:lnTo>
                <a:lnTo>
                  <a:pt x="876300" y="1352550"/>
                </a:lnTo>
                <a:lnTo>
                  <a:pt x="847725" y="1352550"/>
                </a:lnTo>
                <a:close/>
                <a:moveTo>
                  <a:pt x="923925" y="1323975"/>
                </a:moveTo>
                <a:lnTo>
                  <a:pt x="933450" y="1323975"/>
                </a:lnTo>
                <a:lnTo>
                  <a:pt x="933450" y="1333500"/>
                </a:lnTo>
                <a:lnTo>
                  <a:pt x="923925" y="1333500"/>
                </a:lnTo>
                <a:close/>
                <a:moveTo>
                  <a:pt x="1190625" y="1323975"/>
                </a:moveTo>
                <a:lnTo>
                  <a:pt x="1200150" y="1323975"/>
                </a:lnTo>
                <a:lnTo>
                  <a:pt x="1200150" y="1343025"/>
                </a:lnTo>
                <a:lnTo>
                  <a:pt x="1190625" y="1343025"/>
                </a:lnTo>
                <a:close/>
                <a:moveTo>
                  <a:pt x="1495425" y="1323975"/>
                </a:moveTo>
                <a:lnTo>
                  <a:pt x="1514475" y="1323975"/>
                </a:lnTo>
                <a:lnTo>
                  <a:pt x="1514475" y="1333500"/>
                </a:lnTo>
                <a:lnTo>
                  <a:pt x="1495425" y="1333500"/>
                </a:lnTo>
                <a:close/>
                <a:moveTo>
                  <a:pt x="95250" y="1333500"/>
                </a:moveTo>
                <a:lnTo>
                  <a:pt x="104775" y="1333500"/>
                </a:lnTo>
                <a:lnTo>
                  <a:pt x="104775" y="1352550"/>
                </a:lnTo>
                <a:lnTo>
                  <a:pt x="95250" y="1352550"/>
                </a:lnTo>
                <a:close/>
                <a:moveTo>
                  <a:pt x="590550" y="1333500"/>
                </a:moveTo>
                <a:lnTo>
                  <a:pt x="600075" y="1333500"/>
                </a:lnTo>
                <a:lnTo>
                  <a:pt x="600075" y="1343025"/>
                </a:lnTo>
                <a:lnTo>
                  <a:pt x="590550" y="1343025"/>
                </a:lnTo>
                <a:close/>
                <a:moveTo>
                  <a:pt x="1314450" y="1333500"/>
                </a:moveTo>
                <a:lnTo>
                  <a:pt x="1323975" y="1333500"/>
                </a:lnTo>
                <a:lnTo>
                  <a:pt x="1323975" y="1343025"/>
                </a:lnTo>
                <a:lnTo>
                  <a:pt x="1314450" y="1343025"/>
                </a:lnTo>
                <a:close/>
                <a:moveTo>
                  <a:pt x="276225" y="1343025"/>
                </a:moveTo>
                <a:lnTo>
                  <a:pt x="295275" y="1343025"/>
                </a:lnTo>
                <a:lnTo>
                  <a:pt x="295275" y="1362075"/>
                </a:lnTo>
                <a:lnTo>
                  <a:pt x="257175" y="1362075"/>
                </a:lnTo>
                <a:lnTo>
                  <a:pt x="257175" y="1352550"/>
                </a:lnTo>
                <a:lnTo>
                  <a:pt x="276225" y="1352550"/>
                </a:lnTo>
                <a:close/>
                <a:moveTo>
                  <a:pt x="323850" y="1343025"/>
                </a:moveTo>
                <a:lnTo>
                  <a:pt x="352425" y="1343025"/>
                </a:lnTo>
                <a:lnTo>
                  <a:pt x="352425" y="1362075"/>
                </a:lnTo>
                <a:lnTo>
                  <a:pt x="342900" y="1362075"/>
                </a:lnTo>
                <a:lnTo>
                  <a:pt x="342900" y="1352550"/>
                </a:lnTo>
                <a:lnTo>
                  <a:pt x="333375" y="1352550"/>
                </a:lnTo>
                <a:lnTo>
                  <a:pt x="333375" y="1362075"/>
                </a:lnTo>
                <a:lnTo>
                  <a:pt x="323850" y="1362075"/>
                </a:lnTo>
                <a:close/>
                <a:moveTo>
                  <a:pt x="1581150" y="1343025"/>
                </a:moveTo>
                <a:lnTo>
                  <a:pt x="1590675" y="1343025"/>
                </a:lnTo>
                <a:lnTo>
                  <a:pt x="1590675" y="1352550"/>
                </a:lnTo>
                <a:lnTo>
                  <a:pt x="1581150" y="1352550"/>
                </a:lnTo>
                <a:close/>
                <a:moveTo>
                  <a:pt x="19050" y="1352550"/>
                </a:moveTo>
                <a:lnTo>
                  <a:pt x="38100" y="1352550"/>
                </a:lnTo>
                <a:lnTo>
                  <a:pt x="38100" y="1362075"/>
                </a:lnTo>
                <a:lnTo>
                  <a:pt x="19050" y="1362075"/>
                </a:lnTo>
                <a:close/>
                <a:moveTo>
                  <a:pt x="47625" y="1352550"/>
                </a:moveTo>
                <a:lnTo>
                  <a:pt x="57150" y="1352550"/>
                </a:lnTo>
                <a:lnTo>
                  <a:pt x="57150" y="1362075"/>
                </a:lnTo>
                <a:lnTo>
                  <a:pt x="47625" y="1362075"/>
                </a:lnTo>
                <a:close/>
                <a:moveTo>
                  <a:pt x="1047750" y="1352550"/>
                </a:moveTo>
                <a:lnTo>
                  <a:pt x="1057275" y="1352550"/>
                </a:lnTo>
                <a:lnTo>
                  <a:pt x="1057275" y="1362075"/>
                </a:lnTo>
                <a:lnTo>
                  <a:pt x="1047750" y="1362075"/>
                </a:lnTo>
                <a:close/>
                <a:moveTo>
                  <a:pt x="1123950" y="1352550"/>
                </a:moveTo>
                <a:lnTo>
                  <a:pt x="1133475" y="1352550"/>
                </a:lnTo>
                <a:lnTo>
                  <a:pt x="1133475" y="1362075"/>
                </a:lnTo>
                <a:lnTo>
                  <a:pt x="1123950" y="1362075"/>
                </a:lnTo>
                <a:close/>
                <a:moveTo>
                  <a:pt x="1447800" y="1352550"/>
                </a:moveTo>
                <a:lnTo>
                  <a:pt x="1466850" y="1352550"/>
                </a:lnTo>
                <a:lnTo>
                  <a:pt x="1466850" y="1362075"/>
                </a:lnTo>
                <a:lnTo>
                  <a:pt x="1447800" y="1362075"/>
                </a:lnTo>
                <a:close/>
                <a:moveTo>
                  <a:pt x="1562100" y="1352550"/>
                </a:moveTo>
                <a:lnTo>
                  <a:pt x="1571625" y="1352550"/>
                </a:lnTo>
                <a:lnTo>
                  <a:pt x="1571625" y="1362075"/>
                </a:lnTo>
                <a:lnTo>
                  <a:pt x="1562100" y="1362075"/>
                </a:lnTo>
                <a:close/>
              </a:path>
            </a:pathLst>
          </a:custGeom>
          <a:solidFill xmlns:a="http://schemas.openxmlformats.org/drawingml/2006/main">
            <a:srgbClr val="F9F9F5"/>
          </a:solidFill>
          <a:ln xmlns:a="http://schemas.openxmlformats.org/drawingml/2006/main" w="0">
            <a:noFill/>
          </a:ln>
        </p:spPr>
      </p:sp>
      <p:sp>
        <p:nvSpPr>
          <p:cNvPr id="27" name="turno1 vector #f9f9f4">
            <a:extLst xmlns:a="http://schemas.openxmlformats.org/drawingml/2006/main">
              <a:ext uri="{FF2B5EF4-FFF2-40B4-BE49-F238E27FC236}">
                <a16:creationId xmlns:a16="http://schemas.microsoft.com/office/drawing/2014/main" id="{A52E61E6-D83B-428A-9C78-277C0D9301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2025" y="2752725"/>
            <a:ext cx="2476500" cy="2095500"/>
          </a:xfrm>
          <a:custGeom xmlns:a="http://schemas.openxmlformats.org/drawingml/2006/main">
            <a:pathLst>
              <a:path w="1609725" h="1362075">
                <a:moveTo>
                  <a:pt x="104775" y="0"/>
                </a:moveTo>
                <a:lnTo>
                  <a:pt x="114300" y="0"/>
                </a:lnTo>
                <a:lnTo>
                  <a:pt x="114300" y="19050"/>
                </a:lnTo>
                <a:lnTo>
                  <a:pt x="104775" y="19050"/>
                </a:lnTo>
                <a:close/>
                <a:moveTo>
                  <a:pt x="409575" y="0"/>
                </a:moveTo>
                <a:lnTo>
                  <a:pt x="438150" y="0"/>
                </a:lnTo>
                <a:lnTo>
                  <a:pt x="438150" y="19050"/>
                </a:lnTo>
                <a:lnTo>
                  <a:pt x="428625" y="19050"/>
                </a:lnTo>
                <a:lnTo>
                  <a:pt x="428625" y="28575"/>
                </a:lnTo>
                <a:lnTo>
                  <a:pt x="419100" y="28575"/>
                </a:lnTo>
                <a:lnTo>
                  <a:pt x="419100" y="19050"/>
                </a:lnTo>
                <a:lnTo>
                  <a:pt x="400050" y="19050"/>
                </a:lnTo>
                <a:lnTo>
                  <a:pt x="400050" y="9525"/>
                </a:lnTo>
                <a:lnTo>
                  <a:pt x="409575" y="9525"/>
                </a:lnTo>
                <a:close/>
                <a:moveTo>
                  <a:pt x="466725" y="0"/>
                </a:moveTo>
                <a:lnTo>
                  <a:pt x="504825" y="0"/>
                </a:lnTo>
                <a:lnTo>
                  <a:pt x="504825" y="9525"/>
                </a:lnTo>
                <a:lnTo>
                  <a:pt x="514350" y="9525"/>
                </a:lnTo>
                <a:lnTo>
                  <a:pt x="514350" y="28575"/>
                </a:lnTo>
                <a:lnTo>
                  <a:pt x="504825" y="28575"/>
                </a:lnTo>
                <a:lnTo>
                  <a:pt x="504825" y="19050"/>
                </a:lnTo>
                <a:lnTo>
                  <a:pt x="495300" y="19050"/>
                </a:lnTo>
                <a:lnTo>
                  <a:pt x="495300" y="9525"/>
                </a:lnTo>
                <a:lnTo>
                  <a:pt x="485775" y="9525"/>
                </a:lnTo>
                <a:lnTo>
                  <a:pt x="485775" y="19050"/>
                </a:lnTo>
                <a:lnTo>
                  <a:pt x="476250" y="19050"/>
                </a:lnTo>
                <a:lnTo>
                  <a:pt x="476250" y="9525"/>
                </a:lnTo>
                <a:lnTo>
                  <a:pt x="466725" y="9525"/>
                </a:lnTo>
                <a:close/>
                <a:moveTo>
                  <a:pt x="695325" y="0"/>
                </a:moveTo>
                <a:lnTo>
                  <a:pt x="723900" y="0"/>
                </a:lnTo>
                <a:lnTo>
                  <a:pt x="723900" y="9525"/>
                </a:lnTo>
                <a:lnTo>
                  <a:pt x="714375" y="9525"/>
                </a:lnTo>
                <a:lnTo>
                  <a:pt x="714375" y="28575"/>
                </a:lnTo>
                <a:lnTo>
                  <a:pt x="704850" y="28575"/>
                </a:lnTo>
                <a:lnTo>
                  <a:pt x="704850" y="19050"/>
                </a:lnTo>
                <a:lnTo>
                  <a:pt x="695325" y="19050"/>
                </a:lnTo>
                <a:close/>
                <a:moveTo>
                  <a:pt x="857250" y="0"/>
                </a:moveTo>
                <a:lnTo>
                  <a:pt x="885825" y="0"/>
                </a:lnTo>
                <a:lnTo>
                  <a:pt x="885825" y="9525"/>
                </a:lnTo>
                <a:lnTo>
                  <a:pt x="904875" y="9525"/>
                </a:lnTo>
                <a:lnTo>
                  <a:pt x="904875" y="0"/>
                </a:lnTo>
                <a:lnTo>
                  <a:pt x="914400" y="0"/>
                </a:lnTo>
                <a:lnTo>
                  <a:pt x="914400" y="28575"/>
                </a:lnTo>
                <a:lnTo>
                  <a:pt x="904875" y="28575"/>
                </a:lnTo>
                <a:lnTo>
                  <a:pt x="904875" y="38100"/>
                </a:lnTo>
                <a:lnTo>
                  <a:pt x="895350" y="38100"/>
                </a:lnTo>
                <a:lnTo>
                  <a:pt x="895350" y="28575"/>
                </a:lnTo>
                <a:lnTo>
                  <a:pt x="885825" y="28575"/>
                </a:lnTo>
                <a:lnTo>
                  <a:pt x="885825" y="19050"/>
                </a:lnTo>
                <a:lnTo>
                  <a:pt x="866775" y="19050"/>
                </a:lnTo>
                <a:lnTo>
                  <a:pt x="866775" y="38100"/>
                </a:lnTo>
                <a:lnTo>
                  <a:pt x="857250" y="38100"/>
                </a:lnTo>
                <a:lnTo>
                  <a:pt x="857250" y="19050"/>
                </a:lnTo>
                <a:lnTo>
                  <a:pt x="847725" y="19050"/>
                </a:lnTo>
                <a:lnTo>
                  <a:pt x="847725" y="9525"/>
                </a:lnTo>
                <a:lnTo>
                  <a:pt x="857250" y="9525"/>
                </a:lnTo>
                <a:close/>
                <a:moveTo>
                  <a:pt x="1047750" y="0"/>
                </a:moveTo>
                <a:lnTo>
                  <a:pt x="1066800" y="0"/>
                </a:lnTo>
                <a:lnTo>
                  <a:pt x="1066800" y="38100"/>
                </a:lnTo>
                <a:lnTo>
                  <a:pt x="1047750" y="38100"/>
                </a:lnTo>
                <a:lnTo>
                  <a:pt x="1047750" y="28575"/>
                </a:lnTo>
                <a:lnTo>
                  <a:pt x="1038225" y="28575"/>
                </a:lnTo>
                <a:lnTo>
                  <a:pt x="1038225" y="9525"/>
                </a:lnTo>
                <a:lnTo>
                  <a:pt x="1047750" y="9525"/>
                </a:lnTo>
                <a:close/>
                <a:moveTo>
                  <a:pt x="1171575" y="0"/>
                </a:moveTo>
                <a:lnTo>
                  <a:pt x="1181100" y="0"/>
                </a:lnTo>
                <a:lnTo>
                  <a:pt x="1181100" y="19050"/>
                </a:lnTo>
                <a:lnTo>
                  <a:pt x="1171575" y="19050"/>
                </a:lnTo>
                <a:close/>
                <a:moveTo>
                  <a:pt x="1200150" y="0"/>
                </a:moveTo>
                <a:lnTo>
                  <a:pt x="1228725" y="0"/>
                </a:lnTo>
                <a:lnTo>
                  <a:pt x="1228725" y="9525"/>
                </a:lnTo>
                <a:lnTo>
                  <a:pt x="1238250" y="9525"/>
                </a:lnTo>
                <a:lnTo>
                  <a:pt x="1238250" y="0"/>
                </a:lnTo>
                <a:lnTo>
                  <a:pt x="1247775" y="0"/>
                </a:lnTo>
                <a:lnTo>
                  <a:pt x="1247775" y="9525"/>
                </a:lnTo>
                <a:lnTo>
                  <a:pt x="1266825" y="9525"/>
                </a:lnTo>
                <a:lnTo>
                  <a:pt x="1266825" y="19050"/>
                </a:lnTo>
                <a:lnTo>
                  <a:pt x="1257300" y="19050"/>
                </a:lnTo>
                <a:lnTo>
                  <a:pt x="1257300" y="28575"/>
                </a:lnTo>
                <a:lnTo>
                  <a:pt x="1247775" y="28575"/>
                </a:lnTo>
                <a:lnTo>
                  <a:pt x="1247775" y="38100"/>
                </a:lnTo>
                <a:lnTo>
                  <a:pt x="1238250" y="38100"/>
                </a:lnTo>
                <a:lnTo>
                  <a:pt x="1238250" y="47625"/>
                </a:lnTo>
                <a:lnTo>
                  <a:pt x="1228725" y="47625"/>
                </a:lnTo>
                <a:lnTo>
                  <a:pt x="1228725" y="38100"/>
                </a:lnTo>
                <a:lnTo>
                  <a:pt x="1219200" y="38100"/>
                </a:lnTo>
                <a:lnTo>
                  <a:pt x="1219200" y="9525"/>
                </a:lnTo>
                <a:lnTo>
                  <a:pt x="1209675" y="9525"/>
                </a:lnTo>
                <a:lnTo>
                  <a:pt x="1209675" y="19050"/>
                </a:lnTo>
                <a:lnTo>
                  <a:pt x="1200150" y="19050"/>
                </a:lnTo>
                <a:close/>
                <a:moveTo>
                  <a:pt x="1276350" y="0"/>
                </a:moveTo>
                <a:lnTo>
                  <a:pt x="1314450" y="0"/>
                </a:lnTo>
                <a:lnTo>
                  <a:pt x="1314450" y="9525"/>
                </a:lnTo>
                <a:lnTo>
                  <a:pt x="1323975" y="9525"/>
                </a:lnTo>
                <a:lnTo>
                  <a:pt x="1323975" y="0"/>
                </a:lnTo>
                <a:lnTo>
                  <a:pt x="1343025" y="0"/>
                </a:lnTo>
                <a:lnTo>
                  <a:pt x="1343025" y="9525"/>
                </a:lnTo>
                <a:lnTo>
                  <a:pt x="1352550" y="9525"/>
                </a:lnTo>
                <a:lnTo>
                  <a:pt x="1352550" y="28575"/>
                </a:lnTo>
                <a:lnTo>
                  <a:pt x="1333500" y="28575"/>
                </a:lnTo>
                <a:lnTo>
                  <a:pt x="1333500" y="19050"/>
                </a:lnTo>
                <a:lnTo>
                  <a:pt x="1276350" y="19050"/>
                </a:lnTo>
                <a:close/>
                <a:moveTo>
                  <a:pt x="1390650" y="0"/>
                </a:moveTo>
                <a:lnTo>
                  <a:pt x="1419225" y="0"/>
                </a:lnTo>
                <a:lnTo>
                  <a:pt x="1419225" y="28575"/>
                </a:lnTo>
                <a:lnTo>
                  <a:pt x="1409700" y="28575"/>
                </a:lnTo>
                <a:lnTo>
                  <a:pt x="1409700" y="19050"/>
                </a:lnTo>
                <a:lnTo>
                  <a:pt x="1400175" y="19050"/>
                </a:lnTo>
                <a:lnTo>
                  <a:pt x="1400175" y="9525"/>
                </a:lnTo>
                <a:lnTo>
                  <a:pt x="1390650" y="9525"/>
                </a:lnTo>
                <a:close/>
                <a:moveTo>
                  <a:pt x="1504950" y="0"/>
                </a:moveTo>
                <a:lnTo>
                  <a:pt x="1514475" y="0"/>
                </a:lnTo>
                <a:lnTo>
                  <a:pt x="1514475" y="9525"/>
                </a:lnTo>
                <a:lnTo>
                  <a:pt x="1504950" y="9525"/>
                </a:lnTo>
                <a:close/>
                <a:moveTo>
                  <a:pt x="285750" y="9525"/>
                </a:moveTo>
                <a:lnTo>
                  <a:pt x="295275" y="9525"/>
                </a:lnTo>
                <a:lnTo>
                  <a:pt x="295275" y="19050"/>
                </a:lnTo>
                <a:lnTo>
                  <a:pt x="285750" y="19050"/>
                </a:lnTo>
                <a:close/>
                <a:moveTo>
                  <a:pt x="561975" y="9525"/>
                </a:moveTo>
                <a:lnTo>
                  <a:pt x="581025" y="9525"/>
                </a:lnTo>
                <a:lnTo>
                  <a:pt x="581025" y="19050"/>
                </a:lnTo>
                <a:lnTo>
                  <a:pt x="600075" y="19050"/>
                </a:lnTo>
                <a:lnTo>
                  <a:pt x="600075" y="38100"/>
                </a:lnTo>
                <a:lnTo>
                  <a:pt x="590550" y="38100"/>
                </a:lnTo>
                <a:lnTo>
                  <a:pt x="590550" y="47625"/>
                </a:lnTo>
                <a:lnTo>
                  <a:pt x="571500" y="47625"/>
                </a:lnTo>
                <a:lnTo>
                  <a:pt x="571500" y="19050"/>
                </a:lnTo>
                <a:lnTo>
                  <a:pt x="561975" y="19050"/>
                </a:lnTo>
                <a:close/>
                <a:moveTo>
                  <a:pt x="723900" y="9525"/>
                </a:moveTo>
                <a:lnTo>
                  <a:pt x="733425" y="9525"/>
                </a:lnTo>
                <a:lnTo>
                  <a:pt x="733425" y="19050"/>
                </a:lnTo>
                <a:lnTo>
                  <a:pt x="723900" y="19050"/>
                </a:lnTo>
                <a:close/>
                <a:moveTo>
                  <a:pt x="1009650" y="9525"/>
                </a:moveTo>
                <a:lnTo>
                  <a:pt x="1028700" y="9525"/>
                </a:lnTo>
                <a:lnTo>
                  <a:pt x="1028700" y="38100"/>
                </a:lnTo>
                <a:lnTo>
                  <a:pt x="1019175" y="38100"/>
                </a:lnTo>
                <a:lnTo>
                  <a:pt x="1019175" y="47625"/>
                </a:lnTo>
                <a:lnTo>
                  <a:pt x="1028700" y="47625"/>
                </a:lnTo>
                <a:lnTo>
                  <a:pt x="1028700" y="66675"/>
                </a:lnTo>
                <a:lnTo>
                  <a:pt x="1019175" y="66675"/>
                </a:lnTo>
                <a:lnTo>
                  <a:pt x="1019175" y="76200"/>
                </a:lnTo>
                <a:lnTo>
                  <a:pt x="1009650" y="76200"/>
                </a:lnTo>
                <a:lnTo>
                  <a:pt x="1009650" y="66675"/>
                </a:lnTo>
                <a:lnTo>
                  <a:pt x="1000125" y="66675"/>
                </a:lnTo>
                <a:lnTo>
                  <a:pt x="1000125" y="76200"/>
                </a:lnTo>
                <a:lnTo>
                  <a:pt x="1009650" y="76200"/>
                </a:lnTo>
                <a:lnTo>
                  <a:pt x="1009650" y="85725"/>
                </a:lnTo>
                <a:lnTo>
                  <a:pt x="1000125" y="85725"/>
                </a:lnTo>
                <a:lnTo>
                  <a:pt x="1000125" y="104775"/>
                </a:lnTo>
                <a:lnTo>
                  <a:pt x="990600" y="104775"/>
                </a:lnTo>
                <a:lnTo>
                  <a:pt x="990600" y="85725"/>
                </a:lnTo>
                <a:lnTo>
                  <a:pt x="971550" y="85725"/>
                </a:lnTo>
                <a:lnTo>
                  <a:pt x="971550" y="76200"/>
                </a:lnTo>
                <a:lnTo>
                  <a:pt x="952500" y="76200"/>
                </a:lnTo>
                <a:lnTo>
                  <a:pt x="952500" y="85725"/>
                </a:lnTo>
                <a:lnTo>
                  <a:pt x="942975" y="85725"/>
                </a:lnTo>
                <a:lnTo>
                  <a:pt x="942975" y="66675"/>
                </a:lnTo>
                <a:lnTo>
                  <a:pt x="952500" y="66675"/>
                </a:lnTo>
                <a:lnTo>
                  <a:pt x="952500" y="47625"/>
                </a:lnTo>
                <a:lnTo>
                  <a:pt x="981075" y="47625"/>
                </a:lnTo>
                <a:lnTo>
                  <a:pt x="981075" y="38100"/>
                </a:lnTo>
                <a:lnTo>
                  <a:pt x="1000125" y="38100"/>
                </a:lnTo>
                <a:lnTo>
                  <a:pt x="1000125" y="19050"/>
                </a:lnTo>
                <a:lnTo>
                  <a:pt x="1009650" y="19050"/>
                </a:lnTo>
                <a:close/>
                <a:moveTo>
                  <a:pt x="1495425" y="9525"/>
                </a:moveTo>
                <a:lnTo>
                  <a:pt x="1504950" y="9525"/>
                </a:lnTo>
                <a:lnTo>
                  <a:pt x="1504950" y="19050"/>
                </a:lnTo>
                <a:lnTo>
                  <a:pt x="1514475" y="19050"/>
                </a:lnTo>
                <a:lnTo>
                  <a:pt x="1514475" y="28575"/>
                </a:lnTo>
                <a:lnTo>
                  <a:pt x="1524000" y="28575"/>
                </a:lnTo>
                <a:lnTo>
                  <a:pt x="1524000" y="19050"/>
                </a:lnTo>
                <a:lnTo>
                  <a:pt x="1533525" y="19050"/>
                </a:lnTo>
                <a:lnTo>
                  <a:pt x="1533525" y="28575"/>
                </a:lnTo>
                <a:lnTo>
                  <a:pt x="1524000" y="28575"/>
                </a:lnTo>
                <a:lnTo>
                  <a:pt x="1524000" y="38100"/>
                </a:lnTo>
                <a:lnTo>
                  <a:pt x="1504950" y="38100"/>
                </a:lnTo>
                <a:lnTo>
                  <a:pt x="1504950" y="28575"/>
                </a:lnTo>
                <a:lnTo>
                  <a:pt x="1495425" y="28575"/>
                </a:lnTo>
                <a:close/>
                <a:moveTo>
                  <a:pt x="0" y="19050"/>
                </a:moveTo>
                <a:lnTo>
                  <a:pt x="9525" y="19050"/>
                </a:lnTo>
                <a:lnTo>
                  <a:pt x="9525" y="28575"/>
                </a:lnTo>
                <a:lnTo>
                  <a:pt x="0" y="28575"/>
                </a:lnTo>
                <a:close/>
                <a:moveTo>
                  <a:pt x="733425" y="19050"/>
                </a:moveTo>
                <a:lnTo>
                  <a:pt x="742950" y="19050"/>
                </a:lnTo>
                <a:lnTo>
                  <a:pt x="742950" y="28575"/>
                </a:lnTo>
                <a:lnTo>
                  <a:pt x="733425" y="28575"/>
                </a:lnTo>
                <a:close/>
                <a:moveTo>
                  <a:pt x="781050" y="19050"/>
                </a:moveTo>
                <a:lnTo>
                  <a:pt x="790575" y="19050"/>
                </a:lnTo>
                <a:lnTo>
                  <a:pt x="790575" y="28575"/>
                </a:lnTo>
                <a:lnTo>
                  <a:pt x="781050" y="28575"/>
                </a:lnTo>
                <a:close/>
                <a:moveTo>
                  <a:pt x="209550" y="28575"/>
                </a:moveTo>
                <a:lnTo>
                  <a:pt x="219075" y="28575"/>
                </a:lnTo>
                <a:lnTo>
                  <a:pt x="219075" y="38100"/>
                </a:lnTo>
                <a:lnTo>
                  <a:pt x="209550" y="38100"/>
                </a:lnTo>
                <a:close/>
                <a:moveTo>
                  <a:pt x="533400" y="28575"/>
                </a:moveTo>
                <a:lnTo>
                  <a:pt x="552450" y="28575"/>
                </a:lnTo>
                <a:lnTo>
                  <a:pt x="552450" y="38100"/>
                </a:lnTo>
                <a:lnTo>
                  <a:pt x="542925" y="38100"/>
                </a:lnTo>
                <a:lnTo>
                  <a:pt x="542925" y="66675"/>
                </a:lnTo>
                <a:lnTo>
                  <a:pt x="581025" y="66675"/>
                </a:lnTo>
                <a:lnTo>
                  <a:pt x="581025" y="76200"/>
                </a:lnTo>
                <a:lnTo>
                  <a:pt x="533400" y="76200"/>
                </a:lnTo>
                <a:lnTo>
                  <a:pt x="533400" y="66675"/>
                </a:lnTo>
                <a:lnTo>
                  <a:pt x="523875" y="66675"/>
                </a:lnTo>
                <a:lnTo>
                  <a:pt x="523875" y="57150"/>
                </a:lnTo>
                <a:lnTo>
                  <a:pt x="514350" y="57150"/>
                </a:lnTo>
                <a:lnTo>
                  <a:pt x="514350" y="38100"/>
                </a:lnTo>
                <a:lnTo>
                  <a:pt x="533400" y="38100"/>
                </a:lnTo>
                <a:close/>
                <a:moveTo>
                  <a:pt x="809625" y="28575"/>
                </a:moveTo>
                <a:lnTo>
                  <a:pt x="819150" y="28575"/>
                </a:lnTo>
                <a:lnTo>
                  <a:pt x="819150" y="38100"/>
                </a:lnTo>
                <a:lnTo>
                  <a:pt x="838200" y="38100"/>
                </a:lnTo>
                <a:lnTo>
                  <a:pt x="838200" y="57150"/>
                </a:lnTo>
                <a:lnTo>
                  <a:pt x="809625" y="57150"/>
                </a:lnTo>
                <a:lnTo>
                  <a:pt x="809625" y="47625"/>
                </a:lnTo>
                <a:lnTo>
                  <a:pt x="800100" y="47625"/>
                </a:lnTo>
                <a:lnTo>
                  <a:pt x="800100" y="38100"/>
                </a:lnTo>
                <a:lnTo>
                  <a:pt x="809625" y="38100"/>
                </a:lnTo>
                <a:close/>
                <a:moveTo>
                  <a:pt x="1162050" y="28575"/>
                </a:moveTo>
                <a:lnTo>
                  <a:pt x="1190625" y="28575"/>
                </a:lnTo>
                <a:lnTo>
                  <a:pt x="1190625" y="38100"/>
                </a:lnTo>
                <a:lnTo>
                  <a:pt x="1171575" y="38100"/>
                </a:lnTo>
                <a:lnTo>
                  <a:pt x="1171575" y="47625"/>
                </a:lnTo>
                <a:lnTo>
                  <a:pt x="1152525" y="47625"/>
                </a:lnTo>
                <a:lnTo>
                  <a:pt x="1152525" y="38100"/>
                </a:lnTo>
                <a:lnTo>
                  <a:pt x="1162050" y="38100"/>
                </a:lnTo>
                <a:close/>
                <a:moveTo>
                  <a:pt x="190500" y="38100"/>
                </a:moveTo>
                <a:lnTo>
                  <a:pt x="209550" y="38100"/>
                </a:lnTo>
                <a:lnTo>
                  <a:pt x="209550" y="47625"/>
                </a:lnTo>
                <a:lnTo>
                  <a:pt x="190500" y="47625"/>
                </a:lnTo>
                <a:close/>
                <a:moveTo>
                  <a:pt x="361950" y="38100"/>
                </a:moveTo>
                <a:lnTo>
                  <a:pt x="390525" y="38100"/>
                </a:lnTo>
                <a:lnTo>
                  <a:pt x="390525" y="47625"/>
                </a:lnTo>
                <a:lnTo>
                  <a:pt x="400050" y="47625"/>
                </a:lnTo>
                <a:lnTo>
                  <a:pt x="400050" y="57150"/>
                </a:lnTo>
                <a:lnTo>
                  <a:pt x="409575" y="57150"/>
                </a:lnTo>
                <a:lnTo>
                  <a:pt x="409575" y="66675"/>
                </a:lnTo>
                <a:lnTo>
                  <a:pt x="352425" y="66675"/>
                </a:lnTo>
                <a:lnTo>
                  <a:pt x="352425" y="57150"/>
                </a:lnTo>
                <a:lnTo>
                  <a:pt x="361950" y="57150"/>
                </a:lnTo>
                <a:close/>
                <a:moveTo>
                  <a:pt x="409575" y="38100"/>
                </a:moveTo>
                <a:lnTo>
                  <a:pt x="419100" y="38100"/>
                </a:lnTo>
                <a:lnTo>
                  <a:pt x="419100" y="47625"/>
                </a:lnTo>
                <a:lnTo>
                  <a:pt x="409575" y="47625"/>
                </a:lnTo>
                <a:close/>
                <a:moveTo>
                  <a:pt x="742950" y="38100"/>
                </a:moveTo>
                <a:lnTo>
                  <a:pt x="762000" y="38100"/>
                </a:lnTo>
                <a:lnTo>
                  <a:pt x="762000" y="47625"/>
                </a:lnTo>
                <a:lnTo>
                  <a:pt x="742950" y="47625"/>
                </a:lnTo>
                <a:close/>
                <a:moveTo>
                  <a:pt x="1352550" y="38100"/>
                </a:moveTo>
                <a:lnTo>
                  <a:pt x="1362075" y="38100"/>
                </a:lnTo>
                <a:lnTo>
                  <a:pt x="1362075" y="47625"/>
                </a:lnTo>
                <a:lnTo>
                  <a:pt x="1371600" y="47625"/>
                </a:lnTo>
                <a:lnTo>
                  <a:pt x="1371600" y="66675"/>
                </a:lnTo>
                <a:lnTo>
                  <a:pt x="1362075" y="66675"/>
                </a:lnTo>
                <a:lnTo>
                  <a:pt x="1362075" y="85725"/>
                </a:lnTo>
                <a:lnTo>
                  <a:pt x="1343025" y="85725"/>
                </a:lnTo>
                <a:lnTo>
                  <a:pt x="1343025" y="76200"/>
                </a:lnTo>
                <a:lnTo>
                  <a:pt x="1323975" y="76200"/>
                </a:lnTo>
                <a:lnTo>
                  <a:pt x="1323975" y="66675"/>
                </a:lnTo>
                <a:lnTo>
                  <a:pt x="1304925" y="66675"/>
                </a:lnTo>
                <a:lnTo>
                  <a:pt x="1304925" y="57150"/>
                </a:lnTo>
                <a:lnTo>
                  <a:pt x="1314450" y="57150"/>
                </a:lnTo>
                <a:lnTo>
                  <a:pt x="1314450" y="47625"/>
                </a:lnTo>
                <a:lnTo>
                  <a:pt x="1333500" y="47625"/>
                </a:lnTo>
                <a:lnTo>
                  <a:pt x="1333500" y="57150"/>
                </a:lnTo>
                <a:lnTo>
                  <a:pt x="1343025" y="57150"/>
                </a:lnTo>
                <a:lnTo>
                  <a:pt x="1343025" y="47625"/>
                </a:lnTo>
                <a:lnTo>
                  <a:pt x="1352550" y="47625"/>
                </a:lnTo>
                <a:close/>
                <a:moveTo>
                  <a:pt x="180975" y="47625"/>
                </a:moveTo>
                <a:lnTo>
                  <a:pt x="190500" y="47625"/>
                </a:lnTo>
                <a:lnTo>
                  <a:pt x="190500" y="57150"/>
                </a:lnTo>
                <a:lnTo>
                  <a:pt x="180975" y="57150"/>
                </a:lnTo>
                <a:close/>
                <a:moveTo>
                  <a:pt x="419100" y="47625"/>
                </a:moveTo>
                <a:lnTo>
                  <a:pt x="428625" y="47625"/>
                </a:lnTo>
                <a:lnTo>
                  <a:pt x="428625" y="57150"/>
                </a:lnTo>
                <a:lnTo>
                  <a:pt x="419100" y="57150"/>
                </a:lnTo>
                <a:close/>
                <a:moveTo>
                  <a:pt x="504825" y="57150"/>
                </a:moveTo>
                <a:lnTo>
                  <a:pt x="514350" y="57150"/>
                </a:lnTo>
                <a:lnTo>
                  <a:pt x="514350" y="66675"/>
                </a:lnTo>
                <a:lnTo>
                  <a:pt x="504825" y="66675"/>
                </a:lnTo>
                <a:close/>
                <a:moveTo>
                  <a:pt x="714375" y="57150"/>
                </a:moveTo>
                <a:lnTo>
                  <a:pt x="733425" y="57150"/>
                </a:lnTo>
                <a:lnTo>
                  <a:pt x="733425" y="66675"/>
                </a:lnTo>
                <a:lnTo>
                  <a:pt x="723900" y="66675"/>
                </a:lnTo>
                <a:lnTo>
                  <a:pt x="723900" y="76200"/>
                </a:lnTo>
                <a:lnTo>
                  <a:pt x="704850" y="76200"/>
                </a:lnTo>
                <a:lnTo>
                  <a:pt x="704850" y="66675"/>
                </a:lnTo>
                <a:lnTo>
                  <a:pt x="714375" y="66675"/>
                </a:lnTo>
                <a:close/>
                <a:moveTo>
                  <a:pt x="1152525" y="57150"/>
                </a:moveTo>
                <a:lnTo>
                  <a:pt x="1171575" y="57150"/>
                </a:lnTo>
                <a:lnTo>
                  <a:pt x="1171575" y="66675"/>
                </a:lnTo>
                <a:lnTo>
                  <a:pt x="1152525" y="66675"/>
                </a:lnTo>
                <a:close/>
                <a:moveTo>
                  <a:pt x="1181100" y="57150"/>
                </a:moveTo>
                <a:lnTo>
                  <a:pt x="1190625" y="57150"/>
                </a:lnTo>
                <a:lnTo>
                  <a:pt x="1190625" y="66675"/>
                </a:lnTo>
                <a:lnTo>
                  <a:pt x="1181100" y="66675"/>
                </a:lnTo>
                <a:close/>
                <a:moveTo>
                  <a:pt x="1257300" y="57150"/>
                </a:moveTo>
                <a:lnTo>
                  <a:pt x="1266825" y="57150"/>
                </a:lnTo>
                <a:lnTo>
                  <a:pt x="1266825" y="66675"/>
                </a:lnTo>
                <a:lnTo>
                  <a:pt x="1257300" y="66675"/>
                </a:lnTo>
                <a:close/>
                <a:moveTo>
                  <a:pt x="190500" y="66675"/>
                </a:moveTo>
                <a:lnTo>
                  <a:pt x="219075" y="66675"/>
                </a:lnTo>
                <a:lnTo>
                  <a:pt x="219075" y="85725"/>
                </a:lnTo>
                <a:lnTo>
                  <a:pt x="190500" y="85725"/>
                </a:lnTo>
                <a:close/>
                <a:moveTo>
                  <a:pt x="247650" y="66675"/>
                </a:moveTo>
                <a:lnTo>
                  <a:pt x="276225" y="66675"/>
                </a:lnTo>
                <a:lnTo>
                  <a:pt x="276225" y="76200"/>
                </a:lnTo>
                <a:lnTo>
                  <a:pt x="304800" y="76200"/>
                </a:lnTo>
                <a:lnTo>
                  <a:pt x="304800" y="95250"/>
                </a:lnTo>
                <a:lnTo>
                  <a:pt x="295275" y="95250"/>
                </a:lnTo>
                <a:lnTo>
                  <a:pt x="295275" y="104775"/>
                </a:lnTo>
                <a:lnTo>
                  <a:pt x="276225" y="104775"/>
                </a:lnTo>
                <a:lnTo>
                  <a:pt x="276225" y="85725"/>
                </a:lnTo>
                <a:lnTo>
                  <a:pt x="238125" y="85725"/>
                </a:lnTo>
                <a:lnTo>
                  <a:pt x="238125" y="76200"/>
                </a:lnTo>
                <a:lnTo>
                  <a:pt x="247650" y="76200"/>
                </a:lnTo>
                <a:close/>
                <a:moveTo>
                  <a:pt x="495300" y="66675"/>
                </a:moveTo>
                <a:lnTo>
                  <a:pt x="504825" y="66675"/>
                </a:lnTo>
                <a:lnTo>
                  <a:pt x="504825" y="76200"/>
                </a:lnTo>
                <a:lnTo>
                  <a:pt x="495300" y="76200"/>
                </a:lnTo>
                <a:close/>
                <a:moveTo>
                  <a:pt x="428625" y="85725"/>
                </a:moveTo>
                <a:lnTo>
                  <a:pt x="495300" y="85725"/>
                </a:lnTo>
                <a:lnTo>
                  <a:pt x="495300" y="95250"/>
                </a:lnTo>
                <a:lnTo>
                  <a:pt x="485775" y="95250"/>
                </a:lnTo>
                <a:lnTo>
                  <a:pt x="485775" y="104775"/>
                </a:lnTo>
                <a:lnTo>
                  <a:pt x="476250" y="104775"/>
                </a:lnTo>
                <a:lnTo>
                  <a:pt x="476250" y="95250"/>
                </a:lnTo>
                <a:lnTo>
                  <a:pt x="447675" y="95250"/>
                </a:lnTo>
                <a:lnTo>
                  <a:pt x="447675" y="104775"/>
                </a:lnTo>
                <a:lnTo>
                  <a:pt x="419100" y="104775"/>
                </a:lnTo>
                <a:lnTo>
                  <a:pt x="419100" y="95250"/>
                </a:lnTo>
                <a:lnTo>
                  <a:pt x="428625" y="95250"/>
                </a:lnTo>
                <a:close/>
                <a:moveTo>
                  <a:pt x="819150" y="85725"/>
                </a:moveTo>
                <a:lnTo>
                  <a:pt x="838200" y="85725"/>
                </a:lnTo>
                <a:lnTo>
                  <a:pt x="838200" y="114300"/>
                </a:lnTo>
                <a:lnTo>
                  <a:pt x="828675" y="114300"/>
                </a:lnTo>
                <a:lnTo>
                  <a:pt x="828675" y="123825"/>
                </a:lnTo>
                <a:lnTo>
                  <a:pt x="819150" y="123825"/>
                </a:lnTo>
                <a:lnTo>
                  <a:pt x="819150" y="152400"/>
                </a:lnTo>
                <a:lnTo>
                  <a:pt x="809625" y="152400"/>
                </a:lnTo>
                <a:lnTo>
                  <a:pt x="809625" y="123825"/>
                </a:lnTo>
                <a:lnTo>
                  <a:pt x="800100" y="123825"/>
                </a:lnTo>
                <a:lnTo>
                  <a:pt x="800100" y="104775"/>
                </a:lnTo>
                <a:lnTo>
                  <a:pt x="809625" y="104775"/>
                </a:lnTo>
                <a:lnTo>
                  <a:pt x="809625" y="95250"/>
                </a:lnTo>
                <a:lnTo>
                  <a:pt x="819150" y="95250"/>
                </a:lnTo>
                <a:close/>
                <a:moveTo>
                  <a:pt x="876300" y="85725"/>
                </a:moveTo>
                <a:lnTo>
                  <a:pt x="895350" y="85725"/>
                </a:lnTo>
                <a:lnTo>
                  <a:pt x="895350" y="95250"/>
                </a:lnTo>
                <a:lnTo>
                  <a:pt x="904875" y="95250"/>
                </a:lnTo>
                <a:lnTo>
                  <a:pt x="904875" y="104775"/>
                </a:lnTo>
                <a:lnTo>
                  <a:pt x="885825" y="104775"/>
                </a:lnTo>
                <a:lnTo>
                  <a:pt x="885825" y="95250"/>
                </a:lnTo>
                <a:lnTo>
                  <a:pt x="876300" y="95250"/>
                </a:lnTo>
                <a:close/>
                <a:moveTo>
                  <a:pt x="1543050" y="85725"/>
                </a:moveTo>
                <a:lnTo>
                  <a:pt x="1552575" y="85725"/>
                </a:lnTo>
                <a:lnTo>
                  <a:pt x="1552575" y="95250"/>
                </a:lnTo>
                <a:lnTo>
                  <a:pt x="1543050" y="95250"/>
                </a:lnTo>
                <a:close/>
                <a:moveTo>
                  <a:pt x="1562100" y="85725"/>
                </a:moveTo>
                <a:lnTo>
                  <a:pt x="1571625" y="85725"/>
                </a:lnTo>
                <a:lnTo>
                  <a:pt x="1571625" y="95250"/>
                </a:lnTo>
                <a:lnTo>
                  <a:pt x="1562100" y="95250"/>
                </a:lnTo>
                <a:close/>
                <a:moveTo>
                  <a:pt x="628650" y="95250"/>
                </a:moveTo>
                <a:lnTo>
                  <a:pt x="638175" y="95250"/>
                </a:lnTo>
                <a:lnTo>
                  <a:pt x="638175" y="104775"/>
                </a:lnTo>
                <a:lnTo>
                  <a:pt x="628650" y="104775"/>
                </a:lnTo>
                <a:close/>
                <a:moveTo>
                  <a:pt x="857250" y="95250"/>
                </a:moveTo>
                <a:lnTo>
                  <a:pt x="866775" y="95250"/>
                </a:lnTo>
                <a:lnTo>
                  <a:pt x="866775" y="104775"/>
                </a:lnTo>
                <a:lnTo>
                  <a:pt x="857250" y="104775"/>
                </a:lnTo>
                <a:close/>
                <a:moveTo>
                  <a:pt x="971550" y="95250"/>
                </a:moveTo>
                <a:lnTo>
                  <a:pt x="981075" y="95250"/>
                </a:lnTo>
                <a:lnTo>
                  <a:pt x="981075" y="104775"/>
                </a:lnTo>
                <a:lnTo>
                  <a:pt x="971550" y="104775"/>
                </a:lnTo>
                <a:close/>
                <a:moveTo>
                  <a:pt x="1323975" y="95250"/>
                </a:moveTo>
                <a:lnTo>
                  <a:pt x="1333500" y="95250"/>
                </a:lnTo>
                <a:lnTo>
                  <a:pt x="1333500" y="114300"/>
                </a:lnTo>
                <a:lnTo>
                  <a:pt x="1323975" y="114300"/>
                </a:lnTo>
                <a:close/>
                <a:moveTo>
                  <a:pt x="1571625" y="95250"/>
                </a:moveTo>
                <a:lnTo>
                  <a:pt x="1581150" y="95250"/>
                </a:lnTo>
                <a:lnTo>
                  <a:pt x="1581150" y="104775"/>
                </a:lnTo>
                <a:lnTo>
                  <a:pt x="1571625" y="104775"/>
                </a:lnTo>
                <a:close/>
                <a:moveTo>
                  <a:pt x="38100" y="104775"/>
                </a:moveTo>
                <a:lnTo>
                  <a:pt x="57150" y="104775"/>
                </a:lnTo>
                <a:lnTo>
                  <a:pt x="57150" y="114300"/>
                </a:lnTo>
                <a:lnTo>
                  <a:pt x="38100" y="114300"/>
                </a:lnTo>
                <a:close/>
                <a:moveTo>
                  <a:pt x="342900" y="104775"/>
                </a:moveTo>
                <a:lnTo>
                  <a:pt x="371475" y="104775"/>
                </a:lnTo>
                <a:lnTo>
                  <a:pt x="371475" y="114300"/>
                </a:lnTo>
                <a:lnTo>
                  <a:pt x="361950" y="114300"/>
                </a:lnTo>
                <a:lnTo>
                  <a:pt x="361950" y="123825"/>
                </a:lnTo>
                <a:lnTo>
                  <a:pt x="342900" y="123825"/>
                </a:lnTo>
                <a:close/>
                <a:moveTo>
                  <a:pt x="447675" y="104775"/>
                </a:moveTo>
                <a:lnTo>
                  <a:pt x="457200" y="104775"/>
                </a:lnTo>
                <a:lnTo>
                  <a:pt x="457200" y="114300"/>
                </a:lnTo>
                <a:lnTo>
                  <a:pt x="447675" y="114300"/>
                </a:lnTo>
                <a:close/>
                <a:moveTo>
                  <a:pt x="466725" y="104775"/>
                </a:moveTo>
                <a:lnTo>
                  <a:pt x="476250" y="104775"/>
                </a:lnTo>
                <a:lnTo>
                  <a:pt x="476250" y="114300"/>
                </a:lnTo>
                <a:lnTo>
                  <a:pt x="466725" y="114300"/>
                </a:lnTo>
                <a:close/>
                <a:moveTo>
                  <a:pt x="590550" y="104775"/>
                </a:moveTo>
                <a:lnTo>
                  <a:pt x="600075" y="104775"/>
                </a:lnTo>
                <a:lnTo>
                  <a:pt x="600075" y="114300"/>
                </a:lnTo>
                <a:lnTo>
                  <a:pt x="590550" y="114300"/>
                </a:lnTo>
                <a:close/>
                <a:moveTo>
                  <a:pt x="752475" y="104775"/>
                </a:moveTo>
                <a:lnTo>
                  <a:pt x="762000" y="104775"/>
                </a:lnTo>
                <a:lnTo>
                  <a:pt x="762000" y="123825"/>
                </a:lnTo>
                <a:lnTo>
                  <a:pt x="752475" y="123825"/>
                </a:lnTo>
                <a:lnTo>
                  <a:pt x="752475" y="133350"/>
                </a:lnTo>
                <a:lnTo>
                  <a:pt x="742950" y="133350"/>
                </a:lnTo>
                <a:lnTo>
                  <a:pt x="742950" y="114300"/>
                </a:lnTo>
                <a:lnTo>
                  <a:pt x="752475" y="114300"/>
                </a:lnTo>
                <a:close/>
                <a:moveTo>
                  <a:pt x="962025" y="104775"/>
                </a:moveTo>
                <a:lnTo>
                  <a:pt x="971550" y="104775"/>
                </a:lnTo>
                <a:lnTo>
                  <a:pt x="971550" y="123825"/>
                </a:lnTo>
                <a:lnTo>
                  <a:pt x="1000125" y="123825"/>
                </a:lnTo>
                <a:lnTo>
                  <a:pt x="1000125" y="142875"/>
                </a:lnTo>
                <a:lnTo>
                  <a:pt x="990600" y="142875"/>
                </a:lnTo>
                <a:lnTo>
                  <a:pt x="990600" y="152400"/>
                </a:lnTo>
                <a:lnTo>
                  <a:pt x="971550" y="152400"/>
                </a:lnTo>
                <a:lnTo>
                  <a:pt x="971550" y="142875"/>
                </a:lnTo>
                <a:lnTo>
                  <a:pt x="962025" y="142875"/>
                </a:lnTo>
                <a:lnTo>
                  <a:pt x="962025" y="133350"/>
                </a:lnTo>
                <a:lnTo>
                  <a:pt x="952500" y="133350"/>
                </a:lnTo>
                <a:lnTo>
                  <a:pt x="952500" y="114300"/>
                </a:lnTo>
                <a:lnTo>
                  <a:pt x="962025" y="114300"/>
                </a:lnTo>
                <a:close/>
                <a:moveTo>
                  <a:pt x="981075" y="104775"/>
                </a:moveTo>
                <a:lnTo>
                  <a:pt x="990600" y="104775"/>
                </a:lnTo>
                <a:lnTo>
                  <a:pt x="990600" y="114300"/>
                </a:lnTo>
                <a:lnTo>
                  <a:pt x="981075" y="114300"/>
                </a:lnTo>
                <a:close/>
                <a:moveTo>
                  <a:pt x="200025" y="114300"/>
                </a:moveTo>
                <a:lnTo>
                  <a:pt x="219075" y="114300"/>
                </a:lnTo>
                <a:lnTo>
                  <a:pt x="219075" y="123825"/>
                </a:lnTo>
                <a:lnTo>
                  <a:pt x="200025" y="123825"/>
                </a:lnTo>
                <a:close/>
                <a:moveTo>
                  <a:pt x="238125" y="114300"/>
                </a:moveTo>
                <a:lnTo>
                  <a:pt x="247650" y="114300"/>
                </a:lnTo>
                <a:lnTo>
                  <a:pt x="247650" y="133350"/>
                </a:lnTo>
                <a:lnTo>
                  <a:pt x="219075" y="133350"/>
                </a:lnTo>
                <a:lnTo>
                  <a:pt x="219075" y="123825"/>
                </a:lnTo>
                <a:lnTo>
                  <a:pt x="238125" y="123825"/>
                </a:lnTo>
                <a:close/>
                <a:moveTo>
                  <a:pt x="428625" y="114300"/>
                </a:moveTo>
                <a:lnTo>
                  <a:pt x="438150" y="114300"/>
                </a:lnTo>
                <a:lnTo>
                  <a:pt x="438150" y="123825"/>
                </a:lnTo>
                <a:lnTo>
                  <a:pt x="428625" y="123825"/>
                </a:lnTo>
                <a:close/>
                <a:moveTo>
                  <a:pt x="1428750" y="114300"/>
                </a:moveTo>
                <a:lnTo>
                  <a:pt x="1438275" y="114300"/>
                </a:lnTo>
                <a:lnTo>
                  <a:pt x="1438275" y="123825"/>
                </a:lnTo>
                <a:lnTo>
                  <a:pt x="1428750" y="123825"/>
                </a:lnTo>
                <a:close/>
                <a:moveTo>
                  <a:pt x="1543050" y="123825"/>
                </a:moveTo>
                <a:lnTo>
                  <a:pt x="1552575" y="123825"/>
                </a:lnTo>
                <a:lnTo>
                  <a:pt x="1552575" y="133350"/>
                </a:lnTo>
                <a:lnTo>
                  <a:pt x="1543050" y="133350"/>
                </a:lnTo>
                <a:close/>
                <a:moveTo>
                  <a:pt x="733425" y="133350"/>
                </a:moveTo>
                <a:lnTo>
                  <a:pt x="742950" y="133350"/>
                </a:lnTo>
                <a:lnTo>
                  <a:pt x="742950" y="142875"/>
                </a:lnTo>
                <a:lnTo>
                  <a:pt x="733425" y="142875"/>
                </a:lnTo>
                <a:close/>
                <a:moveTo>
                  <a:pt x="857250" y="133350"/>
                </a:moveTo>
                <a:lnTo>
                  <a:pt x="866775" y="133350"/>
                </a:lnTo>
                <a:lnTo>
                  <a:pt x="866775" y="152400"/>
                </a:lnTo>
                <a:lnTo>
                  <a:pt x="876300" y="152400"/>
                </a:lnTo>
                <a:lnTo>
                  <a:pt x="876300" y="133350"/>
                </a:lnTo>
                <a:lnTo>
                  <a:pt x="885825" y="133350"/>
                </a:lnTo>
                <a:lnTo>
                  <a:pt x="885825" y="152400"/>
                </a:lnTo>
                <a:lnTo>
                  <a:pt x="876300" y="152400"/>
                </a:lnTo>
                <a:lnTo>
                  <a:pt x="876300" y="171450"/>
                </a:lnTo>
                <a:lnTo>
                  <a:pt x="895350" y="171450"/>
                </a:lnTo>
                <a:lnTo>
                  <a:pt x="895350" y="161925"/>
                </a:lnTo>
                <a:lnTo>
                  <a:pt x="904875" y="161925"/>
                </a:lnTo>
                <a:lnTo>
                  <a:pt x="904875" y="142875"/>
                </a:lnTo>
                <a:lnTo>
                  <a:pt x="914400" y="142875"/>
                </a:lnTo>
                <a:lnTo>
                  <a:pt x="914400" y="152400"/>
                </a:lnTo>
                <a:lnTo>
                  <a:pt x="923925" y="152400"/>
                </a:lnTo>
                <a:lnTo>
                  <a:pt x="923925" y="180975"/>
                </a:lnTo>
                <a:lnTo>
                  <a:pt x="914400" y="180975"/>
                </a:lnTo>
                <a:lnTo>
                  <a:pt x="914400" y="209550"/>
                </a:lnTo>
                <a:lnTo>
                  <a:pt x="904875" y="209550"/>
                </a:lnTo>
                <a:lnTo>
                  <a:pt x="904875" y="228600"/>
                </a:lnTo>
                <a:lnTo>
                  <a:pt x="895350" y="228600"/>
                </a:lnTo>
                <a:lnTo>
                  <a:pt x="895350" y="219075"/>
                </a:lnTo>
                <a:lnTo>
                  <a:pt x="885825" y="219075"/>
                </a:lnTo>
                <a:lnTo>
                  <a:pt x="885825" y="190500"/>
                </a:lnTo>
                <a:lnTo>
                  <a:pt x="876300" y="190500"/>
                </a:lnTo>
                <a:lnTo>
                  <a:pt x="876300" y="180975"/>
                </a:lnTo>
                <a:lnTo>
                  <a:pt x="857250" y="180975"/>
                </a:lnTo>
                <a:lnTo>
                  <a:pt x="857250" y="171450"/>
                </a:lnTo>
                <a:lnTo>
                  <a:pt x="847725" y="171450"/>
                </a:lnTo>
                <a:lnTo>
                  <a:pt x="847725" y="161925"/>
                </a:lnTo>
                <a:lnTo>
                  <a:pt x="857250" y="161925"/>
                </a:lnTo>
                <a:close/>
                <a:moveTo>
                  <a:pt x="1495425" y="133350"/>
                </a:moveTo>
                <a:lnTo>
                  <a:pt x="1504950" y="133350"/>
                </a:lnTo>
                <a:lnTo>
                  <a:pt x="1504950" y="142875"/>
                </a:lnTo>
                <a:lnTo>
                  <a:pt x="1495425" y="142875"/>
                </a:lnTo>
                <a:close/>
                <a:moveTo>
                  <a:pt x="609600" y="142875"/>
                </a:moveTo>
                <a:lnTo>
                  <a:pt x="638175" y="142875"/>
                </a:lnTo>
                <a:lnTo>
                  <a:pt x="638175" y="152400"/>
                </a:lnTo>
                <a:lnTo>
                  <a:pt x="609600" y="152400"/>
                </a:lnTo>
                <a:close/>
                <a:moveTo>
                  <a:pt x="1343025" y="142875"/>
                </a:moveTo>
                <a:lnTo>
                  <a:pt x="1352550" y="142875"/>
                </a:lnTo>
                <a:lnTo>
                  <a:pt x="1352550" y="152400"/>
                </a:lnTo>
                <a:lnTo>
                  <a:pt x="1343025" y="152400"/>
                </a:lnTo>
                <a:close/>
                <a:moveTo>
                  <a:pt x="57150" y="152400"/>
                </a:moveTo>
                <a:lnTo>
                  <a:pt x="76200" y="152400"/>
                </a:lnTo>
                <a:lnTo>
                  <a:pt x="76200" y="161925"/>
                </a:lnTo>
                <a:lnTo>
                  <a:pt x="57150" y="161925"/>
                </a:lnTo>
                <a:close/>
                <a:moveTo>
                  <a:pt x="180975" y="152400"/>
                </a:moveTo>
                <a:lnTo>
                  <a:pt x="190500" y="152400"/>
                </a:lnTo>
                <a:lnTo>
                  <a:pt x="190500" y="161925"/>
                </a:lnTo>
                <a:lnTo>
                  <a:pt x="180975" y="161925"/>
                </a:lnTo>
                <a:close/>
                <a:moveTo>
                  <a:pt x="1495425" y="152400"/>
                </a:moveTo>
                <a:lnTo>
                  <a:pt x="1504950" y="152400"/>
                </a:lnTo>
                <a:lnTo>
                  <a:pt x="1504950" y="161925"/>
                </a:lnTo>
                <a:lnTo>
                  <a:pt x="1514475" y="161925"/>
                </a:lnTo>
                <a:lnTo>
                  <a:pt x="1514475" y="171450"/>
                </a:lnTo>
                <a:lnTo>
                  <a:pt x="1485900" y="171450"/>
                </a:lnTo>
                <a:lnTo>
                  <a:pt x="1485900" y="180975"/>
                </a:lnTo>
                <a:lnTo>
                  <a:pt x="1476375" y="180975"/>
                </a:lnTo>
                <a:lnTo>
                  <a:pt x="1476375" y="161925"/>
                </a:lnTo>
                <a:lnTo>
                  <a:pt x="1495425" y="161925"/>
                </a:lnTo>
                <a:close/>
                <a:moveTo>
                  <a:pt x="723900" y="161925"/>
                </a:moveTo>
                <a:lnTo>
                  <a:pt x="733425" y="161925"/>
                </a:lnTo>
                <a:lnTo>
                  <a:pt x="733425" y="171450"/>
                </a:lnTo>
                <a:lnTo>
                  <a:pt x="723900" y="171450"/>
                </a:lnTo>
                <a:close/>
                <a:moveTo>
                  <a:pt x="809625" y="161925"/>
                </a:moveTo>
                <a:lnTo>
                  <a:pt x="828675" y="161925"/>
                </a:lnTo>
                <a:lnTo>
                  <a:pt x="828675" y="180975"/>
                </a:lnTo>
                <a:lnTo>
                  <a:pt x="809625" y="180975"/>
                </a:lnTo>
                <a:close/>
                <a:moveTo>
                  <a:pt x="1562100" y="161925"/>
                </a:moveTo>
                <a:lnTo>
                  <a:pt x="1571625" y="161925"/>
                </a:lnTo>
                <a:lnTo>
                  <a:pt x="1571625" y="171450"/>
                </a:lnTo>
                <a:lnTo>
                  <a:pt x="1590675" y="171450"/>
                </a:lnTo>
                <a:lnTo>
                  <a:pt x="1590675" y="190500"/>
                </a:lnTo>
                <a:lnTo>
                  <a:pt x="1581150" y="190500"/>
                </a:lnTo>
                <a:lnTo>
                  <a:pt x="1581150" y="200025"/>
                </a:lnTo>
                <a:lnTo>
                  <a:pt x="1562100" y="200025"/>
                </a:lnTo>
                <a:close/>
                <a:moveTo>
                  <a:pt x="180975" y="171450"/>
                </a:moveTo>
                <a:lnTo>
                  <a:pt x="209550" y="171450"/>
                </a:lnTo>
                <a:lnTo>
                  <a:pt x="209550" y="180975"/>
                </a:lnTo>
                <a:lnTo>
                  <a:pt x="200025" y="180975"/>
                </a:lnTo>
                <a:lnTo>
                  <a:pt x="200025" y="190500"/>
                </a:lnTo>
                <a:lnTo>
                  <a:pt x="190500" y="190500"/>
                </a:lnTo>
                <a:lnTo>
                  <a:pt x="190500" y="200025"/>
                </a:lnTo>
                <a:lnTo>
                  <a:pt x="180975" y="200025"/>
                </a:lnTo>
                <a:close/>
                <a:moveTo>
                  <a:pt x="733425" y="171450"/>
                </a:moveTo>
                <a:lnTo>
                  <a:pt x="742950" y="171450"/>
                </a:lnTo>
                <a:lnTo>
                  <a:pt x="742950" y="180975"/>
                </a:lnTo>
                <a:lnTo>
                  <a:pt x="733425" y="180975"/>
                </a:lnTo>
                <a:close/>
                <a:moveTo>
                  <a:pt x="933450" y="171450"/>
                </a:moveTo>
                <a:lnTo>
                  <a:pt x="942975" y="171450"/>
                </a:lnTo>
                <a:lnTo>
                  <a:pt x="942975" y="180975"/>
                </a:lnTo>
                <a:lnTo>
                  <a:pt x="933450" y="180975"/>
                </a:lnTo>
                <a:close/>
                <a:moveTo>
                  <a:pt x="742950" y="180975"/>
                </a:moveTo>
                <a:lnTo>
                  <a:pt x="752475" y="180975"/>
                </a:lnTo>
                <a:lnTo>
                  <a:pt x="752475" y="190500"/>
                </a:lnTo>
                <a:lnTo>
                  <a:pt x="742950" y="190500"/>
                </a:lnTo>
                <a:close/>
                <a:moveTo>
                  <a:pt x="781050" y="180975"/>
                </a:moveTo>
                <a:lnTo>
                  <a:pt x="800100" y="180975"/>
                </a:lnTo>
                <a:lnTo>
                  <a:pt x="800100" y="190500"/>
                </a:lnTo>
                <a:lnTo>
                  <a:pt x="781050" y="190500"/>
                </a:lnTo>
                <a:close/>
                <a:moveTo>
                  <a:pt x="1323975" y="180975"/>
                </a:moveTo>
                <a:lnTo>
                  <a:pt x="1333500" y="180975"/>
                </a:lnTo>
                <a:lnTo>
                  <a:pt x="1333500" y="190500"/>
                </a:lnTo>
                <a:lnTo>
                  <a:pt x="1323975" y="190500"/>
                </a:lnTo>
                <a:close/>
                <a:moveTo>
                  <a:pt x="228600" y="190500"/>
                </a:moveTo>
                <a:lnTo>
                  <a:pt x="247650" y="190500"/>
                </a:lnTo>
                <a:lnTo>
                  <a:pt x="247650" y="219075"/>
                </a:lnTo>
                <a:lnTo>
                  <a:pt x="266700" y="219075"/>
                </a:lnTo>
                <a:lnTo>
                  <a:pt x="266700" y="209550"/>
                </a:lnTo>
                <a:lnTo>
                  <a:pt x="257175" y="209550"/>
                </a:lnTo>
                <a:lnTo>
                  <a:pt x="257175" y="200025"/>
                </a:lnTo>
                <a:lnTo>
                  <a:pt x="285750" y="200025"/>
                </a:lnTo>
                <a:lnTo>
                  <a:pt x="285750" y="209550"/>
                </a:lnTo>
                <a:lnTo>
                  <a:pt x="276225" y="209550"/>
                </a:lnTo>
                <a:lnTo>
                  <a:pt x="276225" y="219075"/>
                </a:lnTo>
                <a:lnTo>
                  <a:pt x="266700" y="219075"/>
                </a:lnTo>
                <a:lnTo>
                  <a:pt x="266700" y="238125"/>
                </a:lnTo>
                <a:lnTo>
                  <a:pt x="247650" y="238125"/>
                </a:lnTo>
                <a:lnTo>
                  <a:pt x="247650" y="228600"/>
                </a:lnTo>
                <a:lnTo>
                  <a:pt x="228600" y="228600"/>
                </a:lnTo>
                <a:lnTo>
                  <a:pt x="228600" y="238125"/>
                </a:lnTo>
                <a:lnTo>
                  <a:pt x="219075" y="238125"/>
                </a:lnTo>
                <a:lnTo>
                  <a:pt x="219075" y="247650"/>
                </a:lnTo>
                <a:lnTo>
                  <a:pt x="209550" y="247650"/>
                </a:lnTo>
                <a:lnTo>
                  <a:pt x="209550" y="238125"/>
                </a:lnTo>
                <a:lnTo>
                  <a:pt x="190500" y="238125"/>
                </a:lnTo>
                <a:lnTo>
                  <a:pt x="190500" y="266700"/>
                </a:lnTo>
                <a:lnTo>
                  <a:pt x="180975" y="266700"/>
                </a:lnTo>
                <a:lnTo>
                  <a:pt x="180975" y="257175"/>
                </a:lnTo>
                <a:lnTo>
                  <a:pt x="171450" y="257175"/>
                </a:lnTo>
                <a:lnTo>
                  <a:pt x="171450" y="247650"/>
                </a:lnTo>
                <a:lnTo>
                  <a:pt x="161925" y="247650"/>
                </a:lnTo>
                <a:lnTo>
                  <a:pt x="161925" y="228600"/>
                </a:lnTo>
                <a:lnTo>
                  <a:pt x="180975" y="228600"/>
                </a:lnTo>
                <a:lnTo>
                  <a:pt x="180975" y="219075"/>
                </a:lnTo>
                <a:lnTo>
                  <a:pt x="190500" y="219075"/>
                </a:lnTo>
                <a:lnTo>
                  <a:pt x="190500" y="209550"/>
                </a:lnTo>
                <a:lnTo>
                  <a:pt x="209550" y="209550"/>
                </a:lnTo>
                <a:lnTo>
                  <a:pt x="209550" y="219075"/>
                </a:lnTo>
                <a:lnTo>
                  <a:pt x="228600" y="219075"/>
                </a:lnTo>
                <a:close/>
                <a:moveTo>
                  <a:pt x="695325" y="190500"/>
                </a:moveTo>
                <a:lnTo>
                  <a:pt x="714375" y="190500"/>
                </a:lnTo>
                <a:lnTo>
                  <a:pt x="714375" y="200025"/>
                </a:lnTo>
                <a:lnTo>
                  <a:pt x="723900" y="200025"/>
                </a:lnTo>
                <a:lnTo>
                  <a:pt x="723900" y="209550"/>
                </a:lnTo>
                <a:lnTo>
                  <a:pt x="733425" y="209550"/>
                </a:lnTo>
                <a:lnTo>
                  <a:pt x="733425" y="228600"/>
                </a:lnTo>
                <a:lnTo>
                  <a:pt x="723900" y="228600"/>
                </a:lnTo>
                <a:lnTo>
                  <a:pt x="723900" y="219075"/>
                </a:lnTo>
                <a:lnTo>
                  <a:pt x="714375" y="219075"/>
                </a:lnTo>
                <a:lnTo>
                  <a:pt x="714375" y="209550"/>
                </a:lnTo>
                <a:lnTo>
                  <a:pt x="685800" y="209550"/>
                </a:lnTo>
                <a:lnTo>
                  <a:pt x="685800" y="200025"/>
                </a:lnTo>
                <a:lnTo>
                  <a:pt x="695325" y="200025"/>
                </a:lnTo>
                <a:close/>
                <a:moveTo>
                  <a:pt x="752475" y="190500"/>
                </a:moveTo>
                <a:lnTo>
                  <a:pt x="762000" y="190500"/>
                </a:lnTo>
                <a:lnTo>
                  <a:pt x="762000" y="209550"/>
                </a:lnTo>
                <a:lnTo>
                  <a:pt x="742950" y="209550"/>
                </a:lnTo>
                <a:lnTo>
                  <a:pt x="742950" y="200025"/>
                </a:lnTo>
                <a:lnTo>
                  <a:pt x="752475" y="200025"/>
                </a:lnTo>
                <a:close/>
                <a:moveTo>
                  <a:pt x="952500" y="190500"/>
                </a:moveTo>
                <a:lnTo>
                  <a:pt x="962025" y="190500"/>
                </a:lnTo>
                <a:lnTo>
                  <a:pt x="962025" y="200025"/>
                </a:lnTo>
                <a:lnTo>
                  <a:pt x="971550" y="200025"/>
                </a:lnTo>
                <a:lnTo>
                  <a:pt x="971550" y="209550"/>
                </a:lnTo>
                <a:lnTo>
                  <a:pt x="952500" y="209550"/>
                </a:lnTo>
                <a:close/>
                <a:moveTo>
                  <a:pt x="1333500" y="190500"/>
                </a:moveTo>
                <a:lnTo>
                  <a:pt x="1343025" y="190500"/>
                </a:lnTo>
                <a:lnTo>
                  <a:pt x="1343025" y="200025"/>
                </a:lnTo>
                <a:lnTo>
                  <a:pt x="1333500" y="200025"/>
                </a:lnTo>
                <a:close/>
                <a:moveTo>
                  <a:pt x="1543050" y="190500"/>
                </a:moveTo>
                <a:lnTo>
                  <a:pt x="1552575" y="190500"/>
                </a:lnTo>
                <a:lnTo>
                  <a:pt x="1552575" y="200025"/>
                </a:lnTo>
                <a:lnTo>
                  <a:pt x="1543050" y="200025"/>
                </a:lnTo>
                <a:close/>
                <a:moveTo>
                  <a:pt x="152400" y="200025"/>
                </a:moveTo>
                <a:lnTo>
                  <a:pt x="161925" y="200025"/>
                </a:lnTo>
                <a:lnTo>
                  <a:pt x="161925" y="219075"/>
                </a:lnTo>
                <a:lnTo>
                  <a:pt x="152400" y="219075"/>
                </a:lnTo>
                <a:close/>
                <a:moveTo>
                  <a:pt x="838200" y="200025"/>
                </a:moveTo>
                <a:lnTo>
                  <a:pt x="847725" y="200025"/>
                </a:lnTo>
                <a:lnTo>
                  <a:pt x="847725" y="209550"/>
                </a:lnTo>
                <a:lnTo>
                  <a:pt x="838200" y="209550"/>
                </a:lnTo>
                <a:close/>
                <a:moveTo>
                  <a:pt x="285750" y="219075"/>
                </a:moveTo>
                <a:lnTo>
                  <a:pt x="314325" y="219075"/>
                </a:lnTo>
                <a:lnTo>
                  <a:pt x="314325" y="228600"/>
                </a:lnTo>
                <a:lnTo>
                  <a:pt x="323850" y="228600"/>
                </a:lnTo>
                <a:lnTo>
                  <a:pt x="323850" y="247650"/>
                </a:lnTo>
                <a:lnTo>
                  <a:pt x="314325" y="247650"/>
                </a:lnTo>
                <a:lnTo>
                  <a:pt x="314325" y="238125"/>
                </a:lnTo>
                <a:lnTo>
                  <a:pt x="304800" y="238125"/>
                </a:lnTo>
                <a:lnTo>
                  <a:pt x="304800" y="247650"/>
                </a:lnTo>
                <a:lnTo>
                  <a:pt x="295275" y="247650"/>
                </a:lnTo>
                <a:lnTo>
                  <a:pt x="295275" y="228600"/>
                </a:lnTo>
                <a:lnTo>
                  <a:pt x="285750" y="228600"/>
                </a:lnTo>
                <a:close/>
                <a:moveTo>
                  <a:pt x="800100" y="219075"/>
                </a:moveTo>
                <a:lnTo>
                  <a:pt x="809625" y="219075"/>
                </a:lnTo>
                <a:lnTo>
                  <a:pt x="809625" y="228600"/>
                </a:lnTo>
                <a:lnTo>
                  <a:pt x="800100" y="228600"/>
                </a:lnTo>
                <a:close/>
                <a:moveTo>
                  <a:pt x="819150" y="219075"/>
                </a:moveTo>
                <a:lnTo>
                  <a:pt x="838200" y="219075"/>
                </a:lnTo>
                <a:lnTo>
                  <a:pt x="838200" y="228600"/>
                </a:lnTo>
                <a:lnTo>
                  <a:pt x="847725" y="228600"/>
                </a:lnTo>
                <a:lnTo>
                  <a:pt x="847725" y="257175"/>
                </a:lnTo>
                <a:lnTo>
                  <a:pt x="828675" y="257175"/>
                </a:lnTo>
                <a:lnTo>
                  <a:pt x="828675" y="228600"/>
                </a:lnTo>
                <a:lnTo>
                  <a:pt x="819150" y="228600"/>
                </a:lnTo>
                <a:close/>
                <a:moveTo>
                  <a:pt x="1485900" y="219075"/>
                </a:moveTo>
                <a:lnTo>
                  <a:pt x="1495425" y="219075"/>
                </a:lnTo>
                <a:lnTo>
                  <a:pt x="1495425" y="228600"/>
                </a:lnTo>
                <a:lnTo>
                  <a:pt x="1524000" y="228600"/>
                </a:lnTo>
                <a:lnTo>
                  <a:pt x="1524000" y="238125"/>
                </a:lnTo>
                <a:lnTo>
                  <a:pt x="1485900" y="238125"/>
                </a:lnTo>
                <a:close/>
                <a:moveTo>
                  <a:pt x="1552575" y="219075"/>
                </a:moveTo>
                <a:lnTo>
                  <a:pt x="1562100" y="219075"/>
                </a:lnTo>
                <a:lnTo>
                  <a:pt x="1562100" y="228600"/>
                </a:lnTo>
                <a:lnTo>
                  <a:pt x="1552575" y="228600"/>
                </a:lnTo>
                <a:close/>
                <a:moveTo>
                  <a:pt x="57150" y="228600"/>
                </a:moveTo>
                <a:lnTo>
                  <a:pt x="66675" y="228600"/>
                </a:lnTo>
                <a:lnTo>
                  <a:pt x="66675" y="238125"/>
                </a:lnTo>
                <a:lnTo>
                  <a:pt x="57150" y="238125"/>
                </a:lnTo>
                <a:close/>
                <a:moveTo>
                  <a:pt x="714375" y="228600"/>
                </a:moveTo>
                <a:lnTo>
                  <a:pt x="723900" y="228600"/>
                </a:lnTo>
                <a:lnTo>
                  <a:pt x="723900" y="247650"/>
                </a:lnTo>
                <a:lnTo>
                  <a:pt x="714375" y="247650"/>
                </a:lnTo>
                <a:lnTo>
                  <a:pt x="714375" y="257175"/>
                </a:lnTo>
                <a:lnTo>
                  <a:pt x="733425" y="257175"/>
                </a:lnTo>
                <a:lnTo>
                  <a:pt x="733425" y="266700"/>
                </a:lnTo>
                <a:lnTo>
                  <a:pt x="695325" y="266700"/>
                </a:lnTo>
                <a:lnTo>
                  <a:pt x="695325" y="257175"/>
                </a:lnTo>
                <a:lnTo>
                  <a:pt x="685800" y="257175"/>
                </a:lnTo>
                <a:lnTo>
                  <a:pt x="685800" y="238125"/>
                </a:lnTo>
                <a:lnTo>
                  <a:pt x="714375" y="238125"/>
                </a:lnTo>
                <a:close/>
                <a:moveTo>
                  <a:pt x="790575" y="228600"/>
                </a:moveTo>
                <a:lnTo>
                  <a:pt x="800100" y="228600"/>
                </a:lnTo>
                <a:lnTo>
                  <a:pt x="800100" y="238125"/>
                </a:lnTo>
                <a:lnTo>
                  <a:pt x="809625" y="238125"/>
                </a:lnTo>
                <a:lnTo>
                  <a:pt x="809625" y="247650"/>
                </a:lnTo>
                <a:lnTo>
                  <a:pt x="781050" y="247650"/>
                </a:lnTo>
                <a:lnTo>
                  <a:pt x="781050" y="238125"/>
                </a:lnTo>
                <a:lnTo>
                  <a:pt x="790575" y="238125"/>
                </a:lnTo>
                <a:close/>
                <a:moveTo>
                  <a:pt x="923925" y="228600"/>
                </a:moveTo>
                <a:lnTo>
                  <a:pt x="933450" y="228600"/>
                </a:lnTo>
                <a:lnTo>
                  <a:pt x="933450" y="238125"/>
                </a:lnTo>
                <a:lnTo>
                  <a:pt x="923925" y="238125"/>
                </a:lnTo>
                <a:close/>
                <a:moveTo>
                  <a:pt x="238125" y="238125"/>
                </a:moveTo>
                <a:lnTo>
                  <a:pt x="247650" y="238125"/>
                </a:lnTo>
                <a:lnTo>
                  <a:pt x="247650" y="247650"/>
                </a:lnTo>
                <a:lnTo>
                  <a:pt x="238125" y="247650"/>
                </a:lnTo>
                <a:close/>
                <a:moveTo>
                  <a:pt x="266700" y="238125"/>
                </a:moveTo>
                <a:lnTo>
                  <a:pt x="276225" y="238125"/>
                </a:lnTo>
                <a:lnTo>
                  <a:pt x="276225" y="247650"/>
                </a:lnTo>
                <a:lnTo>
                  <a:pt x="285750" y="247650"/>
                </a:lnTo>
                <a:lnTo>
                  <a:pt x="285750" y="266700"/>
                </a:lnTo>
                <a:lnTo>
                  <a:pt x="266700" y="266700"/>
                </a:lnTo>
                <a:lnTo>
                  <a:pt x="266700" y="257175"/>
                </a:lnTo>
                <a:lnTo>
                  <a:pt x="257175" y="257175"/>
                </a:lnTo>
                <a:lnTo>
                  <a:pt x="257175" y="247650"/>
                </a:lnTo>
                <a:lnTo>
                  <a:pt x="266700" y="247650"/>
                </a:lnTo>
                <a:close/>
                <a:moveTo>
                  <a:pt x="542925" y="238125"/>
                </a:moveTo>
                <a:lnTo>
                  <a:pt x="552450" y="238125"/>
                </a:lnTo>
                <a:lnTo>
                  <a:pt x="552450" y="247650"/>
                </a:lnTo>
                <a:lnTo>
                  <a:pt x="542925" y="247650"/>
                </a:lnTo>
                <a:close/>
                <a:moveTo>
                  <a:pt x="1533525" y="238125"/>
                </a:moveTo>
                <a:lnTo>
                  <a:pt x="1562100" y="238125"/>
                </a:lnTo>
                <a:lnTo>
                  <a:pt x="1562100" y="247650"/>
                </a:lnTo>
                <a:lnTo>
                  <a:pt x="1571625" y="247650"/>
                </a:lnTo>
                <a:lnTo>
                  <a:pt x="1571625" y="257175"/>
                </a:lnTo>
                <a:lnTo>
                  <a:pt x="1543050" y="257175"/>
                </a:lnTo>
                <a:lnTo>
                  <a:pt x="1543050" y="247650"/>
                </a:lnTo>
                <a:lnTo>
                  <a:pt x="1533525" y="247650"/>
                </a:lnTo>
                <a:close/>
                <a:moveTo>
                  <a:pt x="47625" y="247650"/>
                </a:moveTo>
                <a:lnTo>
                  <a:pt x="66675" y="247650"/>
                </a:lnTo>
                <a:lnTo>
                  <a:pt x="66675" y="257175"/>
                </a:lnTo>
                <a:lnTo>
                  <a:pt x="47625" y="257175"/>
                </a:lnTo>
                <a:close/>
                <a:moveTo>
                  <a:pt x="561975" y="247650"/>
                </a:moveTo>
                <a:lnTo>
                  <a:pt x="571500" y="247650"/>
                </a:lnTo>
                <a:lnTo>
                  <a:pt x="571500" y="257175"/>
                </a:lnTo>
                <a:lnTo>
                  <a:pt x="561975" y="257175"/>
                </a:lnTo>
                <a:close/>
                <a:moveTo>
                  <a:pt x="581025" y="247650"/>
                </a:moveTo>
                <a:lnTo>
                  <a:pt x="590550" y="247650"/>
                </a:lnTo>
                <a:lnTo>
                  <a:pt x="590550" y="257175"/>
                </a:lnTo>
                <a:lnTo>
                  <a:pt x="581025" y="257175"/>
                </a:lnTo>
                <a:close/>
                <a:moveTo>
                  <a:pt x="123825" y="257175"/>
                </a:moveTo>
                <a:lnTo>
                  <a:pt x="142875" y="257175"/>
                </a:lnTo>
                <a:lnTo>
                  <a:pt x="142875" y="276225"/>
                </a:lnTo>
                <a:lnTo>
                  <a:pt x="123825" y="276225"/>
                </a:lnTo>
                <a:close/>
                <a:moveTo>
                  <a:pt x="409575" y="257175"/>
                </a:moveTo>
                <a:lnTo>
                  <a:pt x="419100" y="257175"/>
                </a:lnTo>
                <a:lnTo>
                  <a:pt x="419100" y="266700"/>
                </a:lnTo>
                <a:lnTo>
                  <a:pt x="409575" y="266700"/>
                </a:lnTo>
                <a:close/>
                <a:moveTo>
                  <a:pt x="571500" y="257175"/>
                </a:moveTo>
                <a:lnTo>
                  <a:pt x="581025" y="257175"/>
                </a:lnTo>
                <a:lnTo>
                  <a:pt x="581025" y="266700"/>
                </a:lnTo>
                <a:lnTo>
                  <a:pt x="571500" y="266700"/>
                </a:lnTo>
                <a:close/>
                <a:moveTo>
                  <a:pt x="876300" y="257175"/>
                </a:moveTo>
                <a:lnTo>
                  <a:pt x="885825" y="257175"/>
                </a:lnTo>
                <a:lnTo>
                  <a:pt x="885825" y="295275"/>
                </a:lnTo>
                <a:lnTo>
                  <a:pt x="857250" y="295275"/>
                </a:lnTo>
                <a:lnTo>
                  <a:pt x="857250" y="285750"/>
                </a:lnTo>
                <a:lnTo>
                  <a:pt x="876300" y="285750"/>
                </a:lnTo>
                <a:lnTo>
                  <a:pt x="876300" y="276225"/>
                </a:lnTo>
                <a:lnTo>
                  <a:pt x="866775" y="276225"/>
                </a:lnTo>
                <a:lnTo>
                  <a:pt x="866775" y="266700"/>
                </a:lnTo>
                <a:lnTo>
                  <a:pt x="876300" y="266700"/>
                </a:lnTo>
                <a:close/>
                <a:moveTo>
                  <a:pt x="895350" y="257175"/>
                </a:moveTo>
                <a:lnTo>
                  <a:pt x="904875" y="257175"/>
                </a:lnTo>
                <a:lnTo>
                  <a:pt x="904875" y="266700"/>
                </a:lnTo>
                <a:lnTo>
                  <a:pt x="895350" y="266700"/>
                </a:lnTo>
                <a:close/>
                <a:moveTo>
                  <a:pt x="1028700" y="257175"/>
                </a:moveTo>
                <a:lnTo>
                  <a:pt x="1038225" y="257175"/>
                </a:lnTo>
                <a:lnTo>
                  <a:pt x="1038225" y="266700"/>
                </a:lnTo>
                <a:lnTo>
                  <a:pt x="1028700" y="266700"/>
                </a:lnTo>
                <a:close/>
                <a:moveTo>
                  <a:pt x="66675" y="266700"/>
                </a:moveTo>
                <a:lnTo>
                  <a:pt x="95250" y="266700"/>
                </a:lnTo>
                <a:lnTo>
                  <a:pt x="95250" y="276225"/>
                </a:lnTo>
                <a:lnTo>
                  <a:pt x="85725" y="276225"/>
                </a:lnTo>
                <a:lnTo>
                  <a:pt x="85725" y="285750"/>
                </a:lnTo>
                <a:lnTo>
                  <a:pt x="66675" y="285750"/>
                </a:lnTo>
                <a:close/>
                <a:moveTo>
                  <a:pt x="257175" y="266700"/>
                </a:moveTo>
                <a:lnTo>
                  <a:pt x="266700" y="266700"/>
                </a:lnTo>
                <a:lnTo>
                  <a:pt x="266700" y="276225"/>
                </a:lnTo>
                <a:lnTo>
                  <a:pt x="257175" y="276225"/>
                </a:lnTo>
                <a:close/>
                <a:moveTo>
                  <a:pt x="447675" y="266700"/>
                </a:moveTo>
                <a:lnTo>
                  <a:pt x="457200" y="266700"/>
                </a:lnTo>
                <a:lnTo>
                  <a:pt x="457200" y="295275"/>
                </a:lnTo>
                <a:lnTo>
                  <a:pt x="447675" y="295275"/>
                </a:lnTo>
                <a:close/>
                <a:moveTo>
                  <a:pt x="733425" y="266700"/>
                </a:moveTo>
                <a:lnTo>
                  <a:pt x="742950" y="266700"/>
                </a:lnTo>
                <a:lnTo>
                  <a:pt x="742950" y="276225"/>
                </a:lnTo>
                <a:lnTo>
                  <a:pt x="733425" y="276225"/>
                </a:lnTo>
                <a:close/>
                <a:moveTo>
                  <a:pt x="1257300" y="266700"/>
                </a:moveTo>
                <a:lnTo>
                  <a:pt x="1266825" y="266700"/>
                </a:lnTo>
                <a:lnTo>
                  <a:pt x="1266825" y="276225"/>
                </a:lnTo>
                <a:lnTo>
                  <a:pt x="1257300" y="276225"/>
                </a:lnTo>
                <a:close/>
                <a:moveTo>
                  <a:pt x="1333500" y="266700"/>
                </a:moveTo>
                <a:lnTo>
                  <a:pt x="1343025" y="266700"/>
                </a:lnTo>
                <a:lnTo>
                  <a:pt x="1343025" y="276225"/>
                </a:lnTo>
                <a:lnTo>
                  <a:pt x="1333500" y="276225"/>
                </a:lnTo>
                <a:close/>
                <a:moveTo>
                  <a:pt x="0" y="276225"/>
                </a:moveTo>
                <a:lnTo>
                  <a:pt x="28575" y="276225"/>
                </a:lnTo>
                <a:lnTo>
                  <a:pt x="28575" y="285750"/>
                </a:lnTo>
                <a:lnTo>
                  <a:pt x="19050" y="285750"/>
                </a:lnTo>
                <a:lnTo>
                  <a:pt x="19050" y="295275"/>
                </a:lnTo>
                <a:lnTo>
                  <a:pt x="0" y="295275"/>
                </a:lnTo>
                <a:close/>
                <a:moveTo>
                  <a:pt x="114300" y="276225"/>
                </a:moveTo>
                <a:lnTo>
                  <a:pt x="123825" y="276225"/>
                </a:lnTo>
                <a:lnTo>
                  <a:pt x="123825" y="285750"/>
                </a:lnTo>
                <a:lnTo>
                  <a:pt x="114300" y="285750"/>
                </a:lnTo>
                <a:close/>
                <a:moveTo>
                  <a:pt x="628650" y="276225"/>
                </a:moveTo>
                <a:lnTo>
                  <a:pt x="638175" y="276225"/>
                </a:lnTo>
                <a:lnTo>
                  <a:pt x="638175" y="285750"/>
                </a:lnTo>
                <a:lnTo>
                  <a:pt x="628650" y="285750"/>
                </a:lnTo>
                <a:close/>
                <a:moveTo>
                  <a:pt x="647700" y="276225"/>
                </a:moveTo>
                <a:lnTo>
                  <a:pt x="657225" y="276225"/>
                </a:lnTo>
                <a:lnTo>
                  <a:pt x="657225" y="285750"/>
                </a:lnTo>
                <a:lnTo>
                  <a:pt x="647700" y="285750"/>
                </a:lnTo>
                <a:close/>
                <a:moveTo>
                  <a:pt x="981075" y="276225"/>
                </a:moveTo>
                <a:lnTo>
                  <a:pt x="1000125" y="276225"/>
                </a:lnTo>
                <a:lnTo>
                  <a:pt x="1000125" y="285750"/>
                </a:lnTo>
                <a:lnTo>
                  <a:pt x="1038225" y="285750"/>
                </a:lnTo>
                <a:lnTo>
                  <a:pt x="1038225" y="295275"/>
                </a:lnTo>
                <a:lnTo>
                  <a:pt x="1000125" y="295275"/>
                </a:lnTo>
                <a:lnTo>
                  <a:pt x="1000125" y="314325"/>
                </a:lnTo>
                <a:lnTo>
                  <a:pt x="971550" y="314325"/>
                </a:lnTo>
                <a:lnTo>
                  <a:pt x="971550" y="285750"/>
                </a:lnTo>
                <a:lnTo>
                  <a:pt x="981075" y="285750"/>
                </a:lnTo>
                <a:close/>
                <a:moveTo>
                  <a:pt x="1123950" y="276225"/>
                </a:moveTo>
                <a:lnTo>
                  <a:pt x="1133475" y="276225"/>
                </a:lnTo>
                <a:lnTo>
                  <a:pt x="1133475" y="295275"/>
                </a:lnTo>
                <a:lnTo>
                  <a:pt x="1123950" y="295275"/>
                </a:lnTo>
                <a:close/>
                <a:moveTo>
                  <a:pt x="657225" y="285750"/>
                </a:moveTo>
                <a:lnTo>
                  <a:pt x="666750" y="285750"/>
                </a:lnTo>
                <a:lnTo>
                  <a:pt x="666750" y="314325"/>
                </a:lnTo>
                <a:lnTo>
                  <a:pt x="657225" y="314325"/>
                </a:lnTo>
                <a:close/>
                <a:moveTo>
                  <a:pt x="1276350" y="285750"/>
                </a:moveTo>
                <a:lnTo>
                  <a:pt x="1285875" y="285750"/>
                </a:lnTo>
                <a:lnTo>
                  <a:pt x="1285875" y="304800"/>
                </a:lnTo>
                <a:lnTo>
                  <a:pt x="1276350" y="304800"/>
                </a:lnTo>
                <a:close/>
                <a:moveTo>
                  <a:pt x="152400" y="304800"/>
                </a:moveTo>
                <a:lnTo>
                  <a:pt x="161925" y="304800"/>
                </a:lnTo>
                <a:lnTo>
                  <a:pt x="161925" y="314325"/>
                </a:lnTo>
                <a:lnTo>
                  <a:pt x="152400" y="314325"/>
                </a:lnTo>
                <a:close/>
                <a:moveTo>
                  <a:pt x="1009650" y="304800"/>
                </a:moveTo>
                <a:lnTo>
                  <a:pt x="1019175" y="304800"/>
                </a:lnTo>
                <a:lnTo>
                  <a:pt x="1019175" y="314325"/>
                </a:lnTo>
                <a:lnTo>
                  <a:pt x="1009650" y="314325"/>
                </a:lnTo>
                <a:close/>
                <a:moveTo>
                  <a:pt x="1219200" y="304800"/>
                </a:moveTo>
                <a:lnTo>
                  <a:pt x="1228725" y="304800"/>
                </a:lnTo>
                <a:lnTo>
                  <a:pt x="1228725" y="323850"/>
                </a:lnTo>
                <a:lnTo>
                  <a:pt x="1238250" y="323850"/>
                </a:lnTo>
                <a:lnTo>
                  <a:pt x="1238250" y="333375"/>
                </a:lnTo>
                <a:lnTo>
                  <a:pt x="1228725" y="333375"/>
                </a:lnTo>
                <a:lnTo>
                  <a:pt x="1228725" y="342900"/>
                </a:lnTo>
                <a:lnTo>
                  <a:pt x="1219200" y="342900"/>
                </a:lnTo>
                <a:lnTo>
                  <a:pt x="1219200" y="333375"/>
                </a:lnTo>
                <a:lnTo>
                  <a:pt x="1209675" y="333375"/>
                </a:lnTo>
                <a:lnTo>
                  <a:pt x="1209675" y="323850"/>
                </a:lnTo>
                <a:lnTo>
                  <a:pt x="1219200" y="323850"/>
                </a:lnTo>
                <a:close/>
                <a:moveTo>
                  <a:pt x="1571625" y="304800"/>
                </a:moveTo>
                <a:lnTo>
                  <a:pt x="1590675" y="304800"/>
                </a:lnTo>
                <a:lnTo>
                  <a:pt x="1590675" y="314325"/>
                </a:lnTo>
                <a:lnTo>
                  <a:pt x="1571625" y="314325"/>
                </a:lnTo>
                <a:close/>
                <a:moveTo>
                  <a:pt x="28575" y="314325"/>
                </a:moveTo>
                <a:lnTo>
                  <a:pt x="38100" y="314325"/>
                </a:lnTo>
                <a:lnTo>
                  <a:pt x="38100" y="323850"/>
                </a:lnTo>
                <a:lnTo>
                  <a:pt x="28575" y="323850"/>
                </a:lnTo>
                <a:close/>
                <a:moveTo>
                  <a:pt x="295275" y="314325"/>
                </a:moveTo>
                <a:lnTo>
                  <a:pt x="304800" y="314325"/>
                </a:lnTo>
                <a:lnTo>
                  <a:pt x="304800" y="323850"/>
                </a:lnTo>
                <a:lnTo>
                  <a:pt x="295275" y="323850"/>
                </a:lnTo>
                <a:close/>
                <a:moveTo>
                  <a:pt x="933450" y="314325"/>
                </a:moveTo>
                <a:lnTo>
                  <a:pt x="942975" y="314325"/>
                </a:lnTo>
                <a:lnTo>
                  <a:pt x="942975" y="323850"/>
                </a:lnTo>
                <a:lnTo>
                  <a:pt x="933450" y="323850"/>
                </a:lnTo>
                <a:close/>
                <a:moveTo>
                  <a:pt x="1276350" y="314325"/>
                </a:moveTo>
                <a:lnTo>
                  <a:pt x="1285875" y="314325"/>
                </a:lnTo>
                <a:lnTo>
                  <a:pt x="1285875" y="323850"/>
                </a:lnTo>
                <a:lnTo>
                  <a:pt x="1276350" y="323850"/>
                </a:lnTo>
                <a:close/>
                <a:moveTo>
                  <a:pt x="76200" y="323850"/>
                </a:moveTo>
                <a:lnTo>
                  <a:pt x="95250" y="323850"/>
                </a:lnTo>
                <a:lnTo>
                  <a:pt x="95250" y="333375"/>
                </a:lnTo>
                <a:lnTo>
                  <a:pt x="85725" y="333375"/>
                </a:lnTo>
                <a:lnTo>
                  <a:pt x="85725" y="342900"/>
                </a:lnTo>
                <a:lnTo>
                  <a:pt x="95250" y="342900"/>
                </a:lnTo>
                <a:lnTo>
                  <a:pt x="95250" y="333375"/>
                </a:lnTo>
                <a:lnTo>
                  <a:pt x="104775" y="333375"/>
                </a:lnTo>
                <a:lnTo>
                  <a:pt x="104775" y="352425"/>
                </a:lnTo>
                <a:lnTo>
                  <a:pt x="114300" y="352425"/>
                </a:lnTo>
                <a:lnTo>
                  <a:pt x="114300" y="371475"/>
                </a:lnTo>
                <a:lnTo>
                  <a:pt x="66675" y="371475"/>
                </a:lnTo>
                <a:lnTo>
                  <a:pt x="66675" y="352425"/>
                </a:lnTo>
                <a:lnTo>
                  <a:pt x="57150" y="352425"/>
                </a:lnTo>
                <a:lnTo>
                  <a:pt x="57150" y="342900"/>
                </a:lnTo>
                <a:lnTo>
                  <a:pt x="66675" y="342900"/>
                </a:lnTo>
                <a:lnTo>
                  <a:pt x="66675" y="333375"/>
                </a:lnTo>
                <a:lnTo>
                  <a:pt x="76200" y="333375"/>
                </a:lnTo>
                <a:close/>
                <a:moveTo>
                  <a:pt x="923925" y="323850"/>
                </a:moveTo>
                <a:lnTo>
                  <a:pt x="933450" y="323850"/>
                </a:lnTo>
                <a:lnTo>
                  <a:pt x="933450" y="333375"/>
                </a:lnTo>
                <a:lnTo>
                  <a:pt x="923925" y="333375"/>
                </a:lnTo>
                <a:close/>
                <a:moveTo>
                  <a:pt x="1104900" y="323850"/>
                </a:moveTo>
                <a:lnTo>
                  <a:pt x="1114425" y="323850"/>
                </a:lnTo>
                <a:lnTo>
                  <a:pt x="1114425" y="333375"/>
                </a:lnTo>
                <a:lnTo>
                  <a:pt x="1104900" y="333375"/>
                </a:lnTo>
                <a:close/>
                <a:moveTo>
                  <a:pt x="552450" y="333375"/>
                </a:moveTo>
                <a:lnTo>
                  <a:pt x="571500" y="333375"/>
                </a:lnTo>
                <a:lnTo>
                  <a:pt x="571500" y="352425"/>
                </a:lnTo>
                <a:lnTo>
                  <a:pt x="552450" y="352425"/>
                </a:lnTo>
                <a:close/>
                <a:moveTo>
                  <a:pt x="1114425" y="333375"/>
                </a:moveTo>
                <a:lnTo>
                  <a:pt x="1152525" y="333375"/>
                </a:lnTo>
                <a:lnTo>
                  <a:pt x="1152525" y="352425"/>
                </a:lnTo>
                <a:lnTo>
                  <a:pt x="1143000" y="352425"/>
                </a:lnTo>
                <a:lnTo>
                  <a:pt x="1143000" y="361950"/>
                </a:lnTo>
                <a:lnTo>
                  <a:pt x="1133475" y="361950"/>
                </a:lnTo>
                <a:lnTo>
                  <a:pt x="1133475" y="352425"/>
                </a:lnTo>
                <a:lnTo>
                  <a:pt x="1123950" y="352425"/>
                </a:lnTo>
                <a:lnTo>
                  <a:pt x="1123950" y="342900"/>
                </a:lnTo>
                <a:lnTo>
                  <a:pt x="1114425" y="342900"/>
                </a:lnTo>
                <a:close/>
                <a:moveTo>
                  <a:pt x="1162050" y="333375"/>
                </a:moveTo>
                <a:lnTo>
                  <a:pt x="1181100" y="333375"/>
                </a:lnTo>
                <a:lnTo>
                  <a:pt x="1181100" y="342900"/>
                </a:lnTo>
                <a:lnTo>
                  <a:pt x="1162050" y="342900"/>
                </a:lnTo>
                <a:close/>
                <a:moveTo>
                  <a:pt x="1200150" y="333375"/>
                </a:moveTo>
                <a:lnTo>
                  <a:pt x="1209675" y="333375"/>
                </a:lnTo>
                <a:lnTo>
                  <a:pt x="1209675" y="342900"/>
                </a:lnTo>
                <a:lnTo>
                  <a:pt x="1200150" y="342900"/>
                </a:lnTo>
                <a:close/>
                <a:moveTo>
                  <a:pt x="581025" y="352425"/>
                </a:moveTo>
                <a:lnTo>
                  <a:pt x="600075" y="352425"/>
                </a:lnTo>
                <a:lnTo>
                  <a:pt x="600075" y="361950"/>
                </a:lnTo>
                <a:lnTo>
                  <a:pt x="581025" y="361950"/>
                </a:lnTo>
                <a:close/>
                <a:moveTo>
                  <a:pt x="1247775" y="352425"/>
                </a:moveTo>
                <a:lnTo>
                  <a:pt x="1257300" y="352425"/>
                </a:lnTo>
                <a:lnTo>
                  <a:pt x="1257300" y="361950"/>
                </a:lnTo>
                <a:lnTo>
                  <a:pt x="1247775" y="361950"/>
                </a:lnTo>
                <a:close/>
                <a:moveTo>
                  <a:pt x="47625" y="361950"/>
                </a:moveTo>
                <a:lnTo>
                  <a:pt x="57150" y="361950"/>
                </a:lnTo>
                <a:lnTo>
                  <a:pt x="57150" y="371475"/>
                </a:lnTo>
                <a:lnTo>
                  <a:pt x="47625" y="371475"/>
                </a:lnTo>
                <a:close/>
                <a:moveTo>
                  <a:pt x="466725" y="361950"/>
                </a:moveTo>
                <a:lnTo>
                  <a:pt x="495300" y="361950"/>
                </a:lnTo>
                <a:lnTo>
                  <a:pt x="495300" y="371475"/>
                </a:lnTo>
                <a:lnTo>
                  <a:pt x="476250" y="371475"/>
                </a:lnTo>
                <a:lnTo>
                  <a:pt x="476250" y="390525"/>
                </a:lnTo>
                <a:lnTo>
                  <a:pt x="466725" y="390525"/>
                </a:lnTo>
                <a:close/>
                <a:moveTo>
                  <a:pt x="514350" y="361950"/>
                </a:moveTo>
                <a:lnTo>
                  <a:pt x="523875" y="361950"/>
                </a:lnTo>
                <a:lnTo>
                  <a:pt x="523875" y="400050"/>
                </a:lnTo>
                <a:lnTo>
                  <a:pt x="514350" y="400050"/>
                </a:lnTo>
                <a:lnTo>
                  <a:pt x="514350" y="390525"/>
                </a:lnTo>
                <a:lnTo>
                  <a:pt x="504825" y="390525"/>
                </a:lnTo>
                <a:lnTo>
                  <a:pt x="504825" y="371475"/>
                </a:lnTo>
                <a:lnTo>
                  <a:pt x="514350" y="371475"/>
                </a:lnTo>
                <a:close/>
                <a:moveTo>
                  <a:pt x="600075" y="361950"/>
                </a:moveTo>
                <a:lnTo>
                  <a:pt x="628650" y="361950"/>
                </a:lnTo>
                <a:lnTo>
                  <a:pt x="628650" y="371475"/>
                </a:lnTo>
                <a:lnTo>
                  <a:pt x="600075" y="371475"/>
                </a:lnTo>
                <a:close/>
                <a:moveTo>
                  <a:pt x="1228725" y="361950"/>
                </a:moveTo>
                <a:lnTo>
                  <a:pt x="1247775" y="361950"/>
                </a:lnTo>
                <a:lnTo>
                  <a:pt x="1247775" y="371475"/>
                </a:lnTo>
                <a:lnTo>
                  <a:pt x="1228725" y="371475"/>
                </a:lnTo>
                <a:close/>
                <a:moveTo>
                  <a:pt x="57150" y="371475"/>
                </a:moveTo>
                <a:lnTo>
                  <a:pt x="66675" y="371475"/>
                </a:lnTo>
                <a:lnTo>
                  <a:pt x="66675" y="381000"/>
                </a:lnTo>
                <a:lnTo>
                  <a:pt x="57150" y="381000"/>
                </a:lnTo>
                <a:close/>
                <a:moveTo>
                  <a:pt x="285750" y="381000"/>
                </a:moveTo>
                <a:lnTo>
                  <a:pt x="295275" y="381000"/>
                </a:lnTo>
                <a:lnTo>
                  <a:pt x="295275" y="400050"/>
                </a:lnTo>
                <a:lnTo>
                  <a:pt x="285750" y="400050"/>
                </a:lnTo>
                <a:close/>
                <a:moveTo>
                  <a:pt x="409575" y="381000"/>
                </a:moveTo>
                <a:lnTo>
                  <a:pt x="419100" y="381000"/>
                </a:lnTo>
                <a:lnTo>
                  <a:pt x="419100" y="390525"/>
                </a:lnTo>
                <a:lnTo>
                  <a:pt x="409575" y="390525"/>
                </a:lnTo>
                <a:close/>
                <a:moveTo>
                  <a:pt x="1019175" y="381000"/>
                </a:moveTo>
                <a:lnTo>
                  <a:pt x="1028700" y="381000"/>
                </a:lnTo>
                <a:lnTo>
                  <a:pt x="1028700" y="390525"/>
                </a:lnTo>
                <a:lnTo>
                  <a:pt x="1019175" y="390525"/>
                </a:lnTo>
                <a:close/>
                <a:moveTo>
                  <a:pt x="1095375" y="381000"/>
                </a:moveTo>
                <a:lnTo>
                  <a:pt x="1133475" y="381000"/>
                </a:lnTo>
                <a:lnTo>
                  <a:pt x="1133475" y="390525"/>
                </a:lnTo>
                <a:lnTo>
                  <a:pt x="1114425" y="390525"/>
                </a:lnTo>
                <a:lnTo>
                  <a:pt x="1114425" y="400050"/>
                </a:lnTo>
                <a:lnTo>
                  <a:pt x="1104900" y="400050"/>
                </a:lnTo>
                <a:lnTo>
                  <a:pt x="1104900" y="390525"/>
                </a:lnTo>
                <a:lnTo>
                  <a:pt x="1095375" y="390525"/>
                </a:lnTo>
                <a:close/>
                <a:moveTo>
                  <a:pt x="295275" y="400050"/>
                </a:moveTo>
                <a:lnTo>
                  <a:pt x="304800" y="400050"/>
                </a:lnTo>
                <a:lnTo>
                  <a:pt x="304800" y="409575"/>
                </a:lnTo>
                <a:lnTo>
                  <a:pt x="295275" y="409575"/>
                </a:lnTo>
                <a:close/>
                <a:moveTo>
                  <a:pt x="466725" y="400050"/>
                </a:moveTo>
                <a:lnTo>
                  <a:pt x="476250" y="400050"/>
                </a:lnTo>
                <a:lnTo>
                  <a:pt x="476250" y="409575"/>
                </a:lnTo>
                <a:lnTo>
                  <a:pt x="466725" y="409575"/>
                </a:lnTo>
                <a:close/>
                <a:moveTo>
                  <a:pt x="485775" y="400050"/>
                </a:moveTo>
                <a:lnTo>
                  <a:pt x="495300" y="400050"/>
                </a:lnTo>
                <a:lnTo>
                  <a:pt x="495300" y="409575"/>
                </a:lnTo>
                <a:lnTo>
                  <a:pt x="485775" y="409575"/>
                </a:lnTo>
                <a:close/>
                <a:moveTo>
                  <a:pt x="1552575" y="400050"/>
                </a:moveTo>
                <a:lnTo>
                  <a:pt x="1562100" y="400050"/>
                </a:lnTo>
                <a:lnTo>
                  <a:pt x="1562100" y="409575"/>
                </a:lnTo>
                <a:lnTo>
                  <a:pt x="1552575" y="409575"/>
                </a:lnTo>
                <a:close/>
                <a:moveTo>
                  <a:pt x="1590675" y="400050"/>
                </a:moveTo>
                <a:lnTo>
                  <a:pt x="1600200" y="400050"/>
                </a:lnTo>
                <a:lnTo>
                  <a:pt x="1600200" y="409575"/>
                </a:lnTo>
                <a:lnTo>
                  <a:pt x="1609725" y="409575"/>
                </a:lnTo>
                <a:lnTo>
                  <a:pt x="1609725" y="428625"/>
                </a:lnTo>
                <a:lnTo>
                  <a:pt x="1581150" y="428625"/>
                </a:lnTo>
                <a:lnTo>
                  <a:pt x="1581150" y="419100"/>
                </a:lnTo>
                <a:lnTo>
                  <a:pt x="1562100" y="419100"/>
                </a:lnTo>
                <a:lnTo>
                  <a:pt x="1562100" y="409575"/>
                </a:lnTo>
                <a:lnTo>
                  <a:pt x="1590675" y="409575"/>
                </a:lnTo>
                <a:close/>
                <a:moveTo>
                  <a:pt x="38100" y="419100"/>
                </a:moveTo>
                <a:lnTo>
                  <a:pt x="47625" y="419100"/>
                </a:lnTo>
                <a:lnTo>
                  <a:pt x="47625" y="428625"/>
                </a:lnTo>
                <a:lnTo>
                  <a:pt x="38100" y="428625"/>
                </a:lnTo>
                <a:close/>
                <a:moveTo>
                  <a:pt x="495300" y="419100"/>
                </a:moveTo>
                <a:lnTo>
                  <a:pt x="504825" y="419100"/>
                </a:lnTo>
                <a:lnTo>
                  <a:pt x="504825" y="428625"/>
                </a:lnTo>
                <a:lnTo>
                  <a:pt x="495300" y="428625"/>
                </a:lnTo>
                <a:close/>
                <a:moveTo>
                  <a:pt x="323850" y="428625"/>
                </a:moveTo>
                <a:lnTo>
                  <a:pt x="333375" y="428625"/>
                </a:lnTo>
                <a:lnTo>
                  <a:pt x="333375" y="438150"/>
                </a:lnTo>
                <a:lnTo>
                  <a:pt x="323850" y="438150"/>
                </a:lnTo>
                <a:close/>
                <a:moveTo>
                  <a:pt x="1181100" y="428625"/>
                </a:moveTo>
                <a:lnTo>
                  <a:pt x="1209675" y="428625"/>
                </a:lnTo>
                <a:lnTo>
                  <a:pt x="1209675" y="438150"/>
                </a:lnTo>
                <a:lnTo>
                  <a:pt x="1181100" y="438150"/>
                </a:lnTo>
                <a:close/>
                <a:moveTo>
                  <a:pt x="1362075" y="428625"/>
                </a:moveTo>
                <a:lnTo>
                  <a:pt x="1381125" y="428625"/>
                </a:lnTo>
                <a:lnTo>
                  <a:pt x="1381125" y="438150"/>
                </a:lnTo>
                <a:lnTo>
                  <a:pt x="1362075" y="438150"/>
                </a:lnTo>
                <a:close/>
                <a:moveTo>
                  <a:pt x="333375" y="438150"/>
                </a:moveTo>
                <a:lnTo>
                  <a:pt x="342900" y="438150"/>
                </a:lnTo>
                <a:lnTo>
                  <a:pt x="342900" y="447675"/>
                </a:lnTo>
                <a:lnTo>
                  <a:pt x="333375" y="447675"/>
                </a:lnTo>
                <a:close/>
                <a:moveTo>
                  <a:pt x="1209675" y="438150"/>
                </a:moveTo>
                <a:lnTo>
                  <a:pt x="1219200" y="438150"/>
                </a:lnTo>
                <a:lnTo>
                  <a:pt x="1219200" y="447675"/>
                </a:lnTo>
                <a:lnTo>
                  <a:pt x="1209675" y="447675"/>
                </a:lnTo>
                <a:close/>
                <a:moveTo>
                  <a:pt x="1219200" y="447675"/>
                </a:moveTo>
                <a:lnTo>
                  <a:pt x="1228725" y="447675"/>
                </a:lnTo>
                <a:lnTo>
                  <a:pt x="1228725" y="457200"/>
                </a:lnTo>
                <a:lnTo>
                  <a:pt x="1219200" y="457200"/>
                </a:lnTo>
                <a:close/>
                <a:moveTo>
                  <a:pt x="1400175" y="447675"/>
                </a:moveTo>
                <a:lnTo>
                  <a:pt x="1409700" y="447675"/>
                </a:lnTo>
                <a:lnTo>
                  <a:pt x="1409700" y="457200"/>
                </a:lnTo>
                <a:lnTo>
                  <a:pt x="1400175" y="457200"/>
                </a:lnTo>
                <a:close/>
                <a:moveTo>
                  <a:pt x="19050" y="457200"/>
                </a:moveTo>
                <a:lnTo>
                  <a:pt x="28575" y="457200"/>
                </a:lnTo>
                <a:lnTo>
                  <a:pt x="28575" y="466725"/>
                </a:lnTo>
                <a:lnTo>
                  <a:pt x="19050" y="466725"/>
                </a:lnTo>
                <a:close/>
                <a:moveTo>
                  <a:pt x="66675" y="457200"/>
                </a:moveTo>
                <a:lnTo>
                  <a:pt x="76200" y="457200"/>
                </a:lnTo>
                <a:lnTo>
                  <a:pt x="76200" y="466725"/>
                </a:lnTo>
                <a:lnTo>
                  <a:pt x="66675" y="466725"/>
                </a:lnTo>
                <a:close/>
                <a:moveTo>
                  <a:pt x="1000125" y="457200"/>
                </a:moveTo>
                <a:lnTo>
                  <a:pt x="1028700" y="457200"/>
                </a:lnTo>
                <a:lnTo>
                  <a:pt x="1028700" y="466725"/>
                </a:lnTo>
                <a:lnTo>
                  <a:pt x="1000125" y="466725"/>
                </a:lnTo>
                <a:close/>
                <a:moveTo>
                  <a:pt x="552450" y="466725"/>
                </a:moveTo>
                <a:lnTo>
                  <a:pt x="561975" y="466725"/>
                </a:lnTo>
                <a:lnTo>
                  <a:pt x="561975" y="485775"/>
                </a:lnTo>
                <a:lnTo>
                  <a:pt x="552450" y="485775"/>
                </a:lnTo>
                <a:close/>
                <a:moveTo>
                  <a:pt x="1143000" y="466725"/>
                </a:moveTo>
                <a:lnTo>
                  <a:pt x="1152525" y="466725"/>
                </a:lnTo>
                <a:lnTo>
                  <a:pt x="1152525" y="476250"/>
                </a:lnTo>
                <a:lnTo>
                  <a:pt x="1143000" y="476250"/>
                </a:lnTo>
                <a:close/>
                <a:moveTo>
                  <a:pt x="1495425" y="466725"/>
                </a:moveTo>
                <a:lnTo>
                  <a:pt x="1504950" y="466725"/>
                </a:lnTo>
                <a:lnTo>
                  <a:pt x="1504950" y="476250"/>
                </a:lnTo>
                <a:lnTo>
                  <a:pt x="1495425" y="476250"/>
                </a:lnTo>
                <a:close/>
                <a:moveTo>
                  <a:pt x="438150" y="476250"/>
                </a:moveTo>
                <a:lnTo>
                  <a:pt x="476250" y="476250"/>
                </a:lnTo>
                <a:lnTo>
                  <a:pt x="476250" y="485775"/>
                </a:lnTo>
                <a:lnTo>
                  <a:pt x="438150" y="485775"/>
                </a:lnTo>
                <a:close/>
                <a:moveTo>
                  <a:pt x="438150" y="495300"/>
                </a:moveTo>
                <a:lnTo>
                  <a:pt x="447675" y="495300"/>
                </a:lnTo>
                <a:lnTo>
                  <a:pt x="447675" y="504825"/>
                </a:lnTo>
                <a:lnTo>
                  <a:pt x="438150" y="504825"/>
                </a:lnTo>
                <a:close/>
                <a:moveTo>
                  <a:pt x="809625" y="495300"/>
                </a:moveTo>
                <a:lnTo>
                  <a:pt x="819150" y="495300"/>
                </a:lnTo>
                <a:lnTo>
                  <a:pt x="819150" y="504825"/>
                </a:lnTo>
                <a:lnTo>
                  <a:pt x="809625" y="504825"/>
                </a:lnTo>
                <a:close/>
                <a:moveTo>
                  <a:pt x="38100" y="504825"/>
                </a:moveTo>
                <a:lnTo>
                  <a:pt x="57150" y="504825"/>
                </a:lnTo>
                <a:lnTo>
                  <a:pt x="57150" y="514350"/>
                </a:lnTo>
                <a:lnTo>
                  <a:pt x="66675" y="514350"/>
                </a:lnTo>
                <a:lnTo>
                  <a:pt x="66675" y="523875"/>
                </a:lnTo>
                <a:lnTo>
                  <a:pt x="28575" y="523875"/>
                </a:lnTo>
                <a:lnTo>
                  <a:pt x="28575" y="514350"/>
                </a:lnTo>
                <a:lnTo>
                  <a:pt x="38100" y="514350"/>
                </a:lnTo>
                <a:close/>
                <a:moveTo>
                  <a:pt x="9525" y="514350"/>
                </a:moveTo>
                <a:lnTo>
                  <a:pt x="19050" y="514350"/>
                </a:lnTo>
                <a:lnTo>
                  <a:pt x="19050" y="523875"/>
                </a:lnTo>
                <a:lnTo>
                  <a:pt x="28575" y="523875"/>
                </a:lnTo>
                <a:lnTo>
                  <a:pt x="28575" y="542925"/>
                </a:lnTo>
                <a:lnTo>
                  <a:pt x="38100" y="542925"/>
                </a:lnTo>
                <a:lnTo>
                  <a:pt x="38100" y="552450"/>
                </a:lnTo>
                <a:lnTo>
                  <a:pt x="0" y="552450"/>
                </a:lnTo>
                <a:lnTo>
                  <a:pt x="0" y="533400"/>
                </a:lnTo>
                <a:lnTo>
                  <a:pt x="9525" y="533400"/>
                </a:lnTo>
                <a:close/>
                <a:moveTo>
                  <a:pt x="76200" y="514350"/>
                </a:moveTo>
                <a:lnTo>
                  <a:pt x="85725" y="514350"/>
                </a:lnTo>
                <a:lnTo>
                  <a:pt x="85725" y="523875"/>
                </a:lnTo>
                <a:lnTo>
                  <a:pt x="76200" y="523875"/>
                </a:lnTo>
                <a:close/>
                <a:moveTo>
                  <a:pt x="447675" y="514350"/>
                </a:moveTo>
                <a:lnTo>
                  <a:pt x="466725" y="514350"/>
                </a:lnTo>
                <a:lnTo>
                  <a:pt x="466725" y="533400"/>
                </a:lnTo>
                <a:lnTo>
                  <a:pt x="457200" y="533400"/>
                </a:lnTo>
                <a:lnTo>
                  <a:pt x="457200" y="523875"/>
                </a:lnTo>
                <a:lnTo>
                  <a:pt x="447675" y="523875"/>
                </a:lnTo>
                <a:close/>
                <a:moveTo>
                  <a:pt x="85725" y="523875"/>
                </a:moveTo>
                <a:lnTo>
                  <a:pt x="95250" y="523875"/>
                </a:lnTo>
                <a:lnTo>
                  <a:pt x="95250" y="533400"/>
                </a:lnTo>
                <a:lnTo>
                  <a:pt x="85725" y="533400"/>
                </a:lnTo>
                <a:close/>
                <a:moveTo>
                  <a:pt x="790575" y="523875"/>
                </a:moveTo>
                <a:lnTo>
                  <a:pt x="800100" y="523875"/>
                </a:lnTo>
                <a:lnTo>
                  <a:pt x="800100" y="533400"/>
                </a:lnTo>
                <a:lnTo>
                  <a:pt x="790575" y="533400"/>
                </a:lnTo>
                <a:close/>
                <a:moveTo>
                  <a:pt x="1543050" y="523875"/>
                </a:moveTo>
                <a:lnTo>
                  <a:pt x="1552575" y="523875"/>
                </a:lnTo>
                <a:lnTo>
                  <a:pt x="1552575" y="533400"/>
                </a:lnTo>
                <a:lnTo>
                  <a:pt x="1543050" y="533400"/>
                </a:lnTo>
                <a:close/>
                <a:moveTo>
                  <a:pt x="438150" y="533400"/>
                </a:moveTo>
                <a:lnTo>
                  <a:pt x="457200" y="533400"/>
                </a:lnTo>
                <a:lnTo>
                  <a:pt x="457200" y="542925"/>
                </a:lnTo>
                <a:lnTo>
                  <a:pt x="438150" y="542925"/>
                </a:lnTo>
                <a:close/>
                <a:moveTo>
                  <a:pt x="1028700" y="533400"/>
                </a:moveTo>
                <a:lnTo>
                  <a:pt x="1038225" y="533400"/>
                </a:lnTo>
                <a:lnTo>
                  <a:pt x="1038225" y="542925"/>
                </a:lnTo>
                <a:lnTo>
                  <a:pt x="1028700" y="542925"/>
                </a:lnTo>
                <a:close/>
                <a:moveTo>
                  <a:pt x="523875" y="542925"/>
                </a:moveTo>
                <a:lnTo>
                  <a:pt x="533400" y="542925"/>
                </a:lnTo>
                <a:lnTo>
                  <a:pt x="533400" y="552450"/>
                </a:lnTo>
                <a:lnTo>
                  <a:pt x="523875" y="552450"/>
                </a:lnTo>
                <a:close/>
                <a:moveTo>
                  <a:pt x="571500" y="542925"/>
                </a:moveTo>
                <a:lnTo>
                  <a:pt x="581025" y="542925"/>
                </a:lnTo>
                <a:lnTo>
                  <a:pt x="581025" y="552450"/>
                </a:lnTo>
                <a:lnTo>
                  <a:pt x="571500" y="552450"/>
                </a:lnTo>
                <a:close/>
                <a:moveTo>
                  <a:pt x="762000" y="542925"/>
                </a:moveTo>
                <a:lnTo>
                  <a:pt x="771525" y="542925"/>
                </a:lnTo>
                <a:lnTo>
                  <a:pt x="771525" y="552450"/>
                </a:lnTo>
                <a:lnTo>
                  <a:pt x="762000" y="552450"/>
                </a:lnTo>
                <a:close/>
                <a:moveTo>
                  <a:pt x="885825" y="542925"/>
                </a:moveTo>
                <a:lnTo>
                  <a:pt x="895350" y="542925"/>
                </a:lnTo>
                <a:lnTo>
                  <a:pt x="895350" y="552450"/>
                </a:lnTo>
                <a:lnTo>
                  <a:pt x="885825" y="552450"/>
                </a:lnTo>
                <a:close/>
                <a:moveTo>
                  <a:pt x="1000125" y="542925"/>
                </a:moveTo>
                <a:lnTo>
                  <a:pt x="1009650" y="542925"/>
                </a:lnTo>
                <a:lnTo>
                  <a:pt x="1009650" y="552450"/>
                </a:lnTo>
                <a:lnTo>
                  <a:pt x="1000125" y="552450"/>
                </a:lnTo>
                <a:close/>
                <a:moveTo>
                  <a:pt x="1047750" y="542925"/>
                </a:moveTo>
                <a:lnTo>
                  <a:pt x="1057275" y="542925"/>
                </a:lnTo>
                <a:lnTo>
                  <a:pt x="1057275" y="552450"/>
                </a:lnTo>
                <a:lnTo>
                  <a:pt x="1047750" y="552450"/>
                </a:lnTo>
                <a:close/>
                <a:moveTo>
                  <a:pt x="723900" y="552450"/>
                </a:moveTo>
                <a:lnTo>
                  <a:pt x="752475" y="552450"/>
                </a:lnTo>
                <a:lnTo>
                  <a:pt x="752475" y="561975"/>
                </a:lnTo>
                <a:lnTo>
                  <a:pt x="733425" y="561975"/>
                </a:lnTo>
                <a:lnTo>
                  <a:pt x="733425" y="571500"/>
                </a:lnTo>
                <a:lnTo>
                  <a:pt x="723900" y="571500"/>
                </a:lnTo>
                <a:lnTo>
                  <a:pt x="723900" y="581025"/>
                </a:lnTo>
                <a:lnTo>
                  <a:pt x="704850" y="581025"/>
                </a:lnTo>
                <a:lnTo>
                  <a:pt x="704850" y="571500"/>
                </a:lnTo>
                <a:lnTo>
                  <a:pt x="714375" y="571500"/>
                </a:lnTo>
                <a:lnTo>
                  <a:pt x="714375" y="561975"/>
                </a:lnTo>
                <a:lnTo>
                  <a:pt x="723900" y="561975"/>
                </a:lnTo>
                <a:close/>
                <a:moveTo>
                  <a:pt x="1009650" y="552450"/>
                </a:moveTo>
                <a:lnTo>
                  <a:pt x="1028700" y="552450"/>
                </a:lnTo>
                <a:lnTo>
                  <a:pt x="1028700" y="561975"/>
                </a:lnTo>
                <a:lnTo>
                  <a:pt x="1019175" y="561975"/>
                </a:lnTo>
                <a:lnTo>
                  <a:pt x="1019175" y="581025"/>
                </a:lnTo>
                <a:lnTo>
                  <a:pt x="1009650" y="581025"/>
                </a:lnTo>
                <a:close/>
                <a:moveTo>
                  <a:pt x="180975" y="561975"/>
                </a:moveTo>
                <a:lnTo>
                  <a:pt x="190500" y="561975"/>
                </a:lnTo>
                <a:lnTo>
                  <a:pt x="190500" y="571500"/>
                </a:lnTo>
                <a:lnTo>
                  <a:pt x="180975" y="571500"/>
                </a:lnTo>
                <a:close/>
                <a:moveTo>
                  <a:pt x="190500" y="571500"/>
                </a:moveTo>
                <a:lnTo>
                  <a:pt x="209550" y="571500"/>
                </a:lnTo>
                <a:lnTo>
                  <a:pt x="209550" y="581025"/>
                </a:lnTo>
                <a:lnTo>
                  <a:pt x="190500" y="581025"/>
                </a:lnTo>
                <a:close/>
                <a:moveTo>
                  <a:pt x="257175" y="571500"/>
                </a:moveTo>
                <a:lnTo>
                  <a:pt x="304800" y="571500"/>
                </a:lnTo>
                <a:lnTo>
                  <a:pt x="304800" y="581025"/>
                </a:lnTo>
                <a:lnTo>
                  <a:pt x="295275" y="581025"/>
                </a:lnTo>
                <a:lnTo>
                  <a:pt x="295275" y="600075"/>
                </a:lnTo>
                <a:lnTo>
                  <a:pt x="285750" y="600075"/>
                </a:lnTo>
                <a:lnTo>
                  <a:pt x="285750" y="590550"/>
                </a:lnTo>
                <a:lnTo>
                  <a:pt x="276225" y="590550"/>
                </a:lnTo>
                <a:lnTo>
                  <a:pt x="276225" y="581025"/>
                </a:lnTo>
                <a:lnTo>
                  <a:pt x="266700" y="581025"/>
                </a:lnTo>
                <a:lnTo>
                  <a:pt x="266700" y="590550"/>
                </a:lnTo>
                <a:lnTo>
                  <a:pt x="257175" y="590550"/>
                </a:lnTo>
                <a:lnTo>
                  <a:pt x="257175" y="600075"/>
                </a:lnTo>
                <a:lnTo>
                  <a:pt x="228600" y="600075"/>
                </a:lnTo>
                <a:lnTo>
                  <a:pt x="228600" y="581025"/>
                </a:lnTo>
                <a:lnTo>
                  <a:pt x="257175" y="581025"/>
                </a:lnTo>
                <a:close/>
                <a:moveTo>
                  <a:pt x="638175" y="571500"/>
                </a:moveTo>
                <a:lnTo>
                  <a:pt x="647700" y="571500"/>
                </a:lnTo>
                <a:lnTo>
                  <a:pt x="647700" y="581025"/>
                </a:lnTo>
                <a:lnTo>
                  <a:pt x="638175" y="581025"/>
                </a:lnTo>
                <a:close/>
                <a:moveTo>
                  <a:pt x="809625" y="571500"/>
                </a:moveTo>
                <a:lnTo>
                  <a:pt x="857250" y="571500"/>
                </a:lnTo>
                <a:lnTo>
                  <a:pt x="857250" y="581025"/>
                </a:lnTo>
                <a:lnTo>
                  <a:pt x="838200" y="581025"/>
                </a:lnTo>
                <a:lnTo>
                  <a:pt x="838200" y="590550"/>
                </a:lnTo>
                <a:lnTo>
                  <a:pt x="828675" y="590550"/>
                </a:lnTo>
                <a:lnTo>
                  <a:pt x="828675" y="581025"/>
                </a:lnTo>
                <a:lnTo>
                  <a:pt x="809625" y="581025"/>
                </a:lnTo>
                <a:close/>
                <a:moveTo>
                  <a:pt x="1381125" y="571500"/>
                </a:moveTo>
                <a:lnTo>
                  <a:pt x="1390650" y="571500"/>
                </a:lnTo>
                <a:lnTo>
                  <a:pt x="1390650" y="581025"/>
                </a:lnTo>
                <a:lnTo>
                  <a:pt x="1381125" y="581025"/>
                </a:lnTo>
                <a:close/>
                <a:moveTo>
                  <a:pt x="142875" y="581025"/>
                </a:moveTo>
                <a:lnTo>
                  <a:pt x="152400" y="581025"/>
                </a:lnTo>
                <a:lnTo>
                  <a:pt x="152400" y="600075"/>
                </a:lnTo>
                <a:lnTo>
                  <a:pt x="142875" y="600075"/>
                </a:lnTo>
                <a:close/>
                <a:moveTo>
                  <a:pt x="466725" y="581025"/>
                </a:moveTo>
                <a:lnTo>
                  <a:pt x="476250" y="581025"/>
                </a:lnTo>
                <a:lnTo>
                  <a:pt x="476250" y="600075"/>
                </a:lnTo>
                <a:lnTo>
                  <a:pt x="466725" y="600075"/>
                </a:lnTo>
                <a:close/>
                <a:moveTo>
                  <a:pt x="800100" y="581025"/>
                </a:moveTo>
                <a:lnTo>
                  <a:pt x="809625" y="581025"/>
                </a:lnTo>
                <a:lnTo>
                  <a:pt x="809625" y="590550"/>
                </a:lnTo>
                <a:lnTo>
                  <a:pt x="800100" y="590550"/>
                </a:lnTo>
                <a:close/>
                <a:moveTo>
                  <a:pt x="9525" y="590550"/>
                </a:moveTo>
                <a:lnTo>
                  <a:pt x="57150" y="590550"/>
                </a:lnTo>
                <a:lnTo>
                  <a:pt x="57150" y="600075"/>
                </a:lnTo>
                <a:lnTo>
                  <a:pt x="66675" y="600075"/>
                </a:lnTo>
                <a:lnTo>
                  <a:pt x="66675" y="619125"/>
                </a:lnTo>
                <a:lnTo>
                  <a:pt x="57150" y="619125"/>
                </a:lnTo>
                <a:lnTo>
                  <a:pt x="57150" y="628650"/>
                </a:lnTo>
                <a:lnTo>
                  <a:pt x="9525" y="628650"/>
                </a:lnTo>
                <a:lnTo>
                  <a:pt x="9525" y="609600"/>
                </a:lnTo>
                <a:lnTo>
                  <a:pt x="0" y="609600"/>
                </a:lnTo>
                <a:lnTo>
                  <a:pt x="0" y="600075"/>
                </a:lnTo>
                <a:lnTo>
                  <a:pt x="9525" y="600075"/>
                </a:lnTo>
                <a:close/>
                <a:moveTo>
                  <a:pt x="104775" y="590550"/>
                </a:moveTo>
                <a:lnTo>
                  <a:pt x="114300" y="590550"/>
                </a:lnTo>
                <a:lnTo>
                  <a:pt x="114300" y="600075"/>
                </a:lnTo>
                <a:lnTo>
                  <a:pt x="104775" y="600075"/>
                </a:lnTo>
                <a:close/>
                <a:moveTo>
                  <a:pt x="333375" y="590550"/>
                </a:moveTo>
                <a:lnTo>
                  <a:pt x="342900" y="590550"/>
                </a:lnTo>
                <a:lnTo>
                  <a:pt x="342900" y="609600"/>
                </a:lnTo>
                <a:lnTo>
                  <a:pt x="352425" y="609600"/>
                </a:lnTo>
                <a:lnTo>
                  <a:pt x="352425" y="619125"/>
                </a:lnTo>
                <a:lnTo>
                  <a:pt x="361950" y="619125"/>
                </a:lnTo>
                <a:lnTo>
                  <a:pt x="361950" y="647700"/>
                </a:lnTo>
                <a:lnTo>
                  <a:pt x="381000" y="647700"/>
                </a:lnTo>
                <a:lnTo>
                  <a:pt x="381000" y="657225"/>
                </a:lnTo>
                <a:lnTo>
                  <a:pt x="371475" y="657225"/>
                </a:lnTo>
                <a:lnTo>
                  <a:pt x="371475" y="666750"/>
                </a:lnTo>
                <a:lnTo>
                  <a:pt x="361950" y="666750"/>
                </a:lnTo>
                <a:lnTo>
                  <a:pt x="361950" y="676275"/>
                </a:lnTo>
                <a:lnTo>
                  <a:pt x="342900" y="676275"/>
                </a:lnTo>
                <a:lnTo>
                  <a:pt x="342900" y="666750"/>
                </a:lnTo>
                <a:lnTo>
                  <a:pt x="352425" y="666750"/>
                </a:lnTo>
                <a:lnTo>
                  <a:pt x="352425" y="657225"/>
                </a:lnTo>
                <a:lnTo>
                  <a:pt x="333375" y="657225"/>
                </a:lnTo>
                <a:lnTo>
                  <a:pt x="333375" y="628650"/>
                </a:lnTo>
                <a:lnTo>
                  <a:pt x="342900" y="628650"/>
                </a:lnTo>
                <a:lnTo>
                  <a:pt x="342900" y="619125"/>
                </a:lnTo>
                <a:lnTo>
                  <a:pt x="333375" y="619125"/>
                </a:lnTo>
                <a:close/>
                <a:moveTo>
                  <a:pt x="790575" y="590550"/>
                </a:moveTo>
                <a:lnTo>
                  <a:pt x="800100" y="590550"/>
                </a:lnTo>
                <a:lnTo>
                  <a:pt x="800100" y="619125"/>
                </a:lnTo>
                <a:lnTo>
                  <a:pt x="790575" y="619125"/>
                </a:lnTo>
                <a:lnTo>
                  <a:pt x="790575" y="609600"/>
                </a:lnTo>
                <a:lnTo>
                  <a:pt x="781050" y="609600"/>
                </a:lnTo>
                <a:lnTo>
                  <a:pt x="781050" y="600075"/>
                </a:lnTo>
                <a:lnTo>
                  <a:pt x="790575" y="600075"/>
                </a:lnTo>
                <a:close/>
                <a:moveTo>
                  <a:pt x="609600" y="600075"/>
                </a:moveTo>
                <a:lnTo>
                  <a:pt x="619125" y="600075"/>
                </a:lnTo>
                <a:lnTo>
                  <a:pt x="619125" y="609600"/>
                </a:lnTo>
                <a:lnTo>
                  <a:pt x="609600" y="609600"/>
                </a:lnTo>
                <a:close/>
                <a:moveTo>
                  <a:pt x="1552575" y="600075"/>
                </a:moveTo>
                <a:lnTo>
                  <a:pt x="1571625" y="600075"/>
                </a:lnTo>
                <a:lnTo>
                  <a:pt x="1571625" y="609600"/>
                </a:lnTo>
                <a:lnTo>
                  <a:pt x="1581150" y="609600"/>
                </a:lnTo>
                <a:lnTo>
                  <a:pt x="1581150" y="638175"/>
                </a:lnTo>
                <a:lnTo>
                  <a:pt x="1571625" y="638175"/>
                </a:lnTo>
                <a:lnTo>
                  <a:pt x="1571625" y="619125"/>
                </a:lnTo>
                <a:lnTo>
                  <a:pt x="1562100" y="619125"/>
                </a:lnTo>
                <a:lnTo>
                  <a:pt x="1562100" y="609600"/>
                </a:lnTo>
                <a:lnTo>
                  <a:pt x="1552575" y="609600"/>
                </a:lnTo>
                <a:close/>
                <a:moveTo>
                  <a:pt x="447675" y="609600"/>
                </a:moveTo>
                <a:lnTo>
                  <a:pt x="457200" y="609600"/>
                </a:lnTo>
                <a:lnTo>
                  <a:pt x="457200" y="619125"/>
                </a:lnTo>
                <a:lnTo>
                  <a:pt x="447675" y="619125"/>
                </a:lnTo>
                <a:close/>
                <a:moveTo>
                  <a:pt x="762000" y="609600"/>
                </a:moveTo>
                <a:lnTo>
                  <a:pt x="771525" y="609600"/>
                </a:lnTo>
                <a:lnTo>
                  <a:pt x="771525" y="619125"/>
                </a:lnTo>
                <a:lnTo>
                  <a:pt x="762000" y="619125"/>
                </a:lnTo>
                <a:close/>
                <a:moveTo>
                  <a:pt x="990600" y="609600"/>
                </a:moveTo>
                <a:lnTo>
                  <a:pt x="1000125" y="609600"/>
                </a:lnTo>
                <a:lnTo>
                  <a:pt x="1000125" y="619125"/>
                </a:lnTo>
                <a:lnTo>
                  <a:pt x="990600" y="619125"/>
                </a:lnTo>
                <a:close/>
                <a:moveTo>
                  <a:pt x="1590675" y="609600"/>
                </a:moveTo>
                <a:lnTo>
                  <a:pt x="1609725" y="609600"/>
                </a:lnTo>
                <a:lnTo>
                  <a:pt x="1609725" y="628650"/>
                </a:lnTo>
                <a:lnTo>
                  <a:pt x="1600200" y="628650"/>
                </a:lnTo>
                <a:lnTo>
                  <a:pt x="1600200" y="619125"/>
                </a:lnTo>
                <a:lnTo>
                  <a:pt x="1590675" y="619125"/>
                </a:lnTo>
                <a:close/>
                <a:moveTo>
                  <a:pt x="76200" y="619125"/>
                </a:moveTo>
                <a:lnTo>
                  <a:pt x="85725" y="619125"/>
                </a:lnTo>
                <a:lnTo>
                  <a:pt x="85725" y="628650"/>
                </a:lnTo>
                <a:lnTo>
                  <a:pt x="76200" y="628650"/>
                </a:lnTo>
                <a:close/>
                <a:moveTo>
                  <a:pt x="533400" y="619125"/>
                </a:moveTo>
                <a:lnTo>
                  <a:pt x="542925" y="619125"/>
                </a:lnTo>
                <a:lnTo>
                  <a:pt x="542925" y="628650"/>
                </a:lnTo>
                <a:lnTo>
                  <a:pt x="533400" y="628650"/>
                </a:lnTo>
                <a:close/>
                <a:moveTo>
                  <a:pt x="571500" y="619125"/>
                </a:moveTo>
                <a:lnTo>
                  <a:pt x="590550" y="619125"/>
                </a:lnTo>
                <a:lnTo>
                  <a:pt x="590550" y="628650"/>
                </a:lnTo>
                <a:lnTo>
                  <a:pt x="581025" y="628650"/>
                </a:lnTo>
                <a:lnTo>
                  <a:pt x="581025" y="638175"/>
                </a:lnTo>
                <a:lnTo>
                  <a:pt x="571500" y="638175"/>
                </a:lnTo>
                <a:close/>
                <a:moveTo>
                  <a:pt x="981075" y="619125"/>
                </a:moveTo>
                <a:lnTo>
                  <a:pt x="990600" y="619125"/>
                </a:lnTo>
                <a:lnTo>
                  <a:pt x="990600" y="628650"/>
                </a:lnTo>
                <a:lnTo>
                  <a:pt x="981075" y="628650"/>
                </a:lnTo>
                <a:close/>
                <a:moveTo>
                  <a:pt x="1123950" y="619125"/>
                </a:moveTo>
                <a:lnTo>
                  <a:pt x="1133475" y="619125"/>
                </a:lnTo>
                <a:lnTo>
                  <a:pt x="1133475" y="647700"/>
                </a:lnTo>
                <a:lnTo>
                  <a:pt x="1123950" y="647700"/>
                </a:lnTo>
                <a:lnTo>
                  <a:pt x="1123950" y="638175"/>
                </a:lnTo>
                <a:lnTo>
                  <a:pt x="1114425" y="638175"/>
                </a:lnTo>
                <a:lnTo>
                  <a:pt x="1114425" y="628650"/>
                </a:lnTo>
                <a:lnTo>
                  <a:pt x="1123950" y="628650"/>
                </a:lnTo>
                <a:close/>
                <a:moveTo>
                  <a:pt x="0" y="628650"/>
                </a:moveTo>
                <a:lnTo>
                  <a:pt x="9525" y="628650"/>
                </a:lnTo>
                <a:lnTo>
                  <a:pt x="9525" y="647700"/>
                </a:lnTo>
                <a:lnTo>
                  <a:pt x="0" y="647700"/>
                </a:lnTo>
                <a:close/>
                <a:moveTo>
                  <a:pt x="523875" y="628650"/>
                </a:moveTo>
                <a:lnTo>
                  <a:pt x="533400" y="628650"/>
                </a:lnTo>
                <a:lnTo>
                  <a:pt x="533400" y="638175"/>
                </a:lnTo>
                <a:lnTo>
                  <a:pt x="523875" y="638175"/>
                </a:lnTo>
                <a:close/>
                <a:moveTo>
                  <a:pt x="752475" y="628650"/>
                </a:moveTo>
                <a:lnTo>
                  <a:pt x="762000" y="628650"/>
                </a:lnTo>
                <a:lnTo>
                  <a:pt x="762000" y="638175"/>
                </a:lnTo>
                <a:lnTo>
                  <a:pt x="752475" y="638175"/>
                </a:lnTo>
                <a:close/>
                <a:moveTo>
                  <a:pt x="1019175" y="628650"/>
                </a:moveTo>
                <a:lnTo>
                  <a:pt x="1028700" y="628650"/>
                </a:lnTo>
                <a:lnTo>
                  <a:pt x="1028700" y="647700"/>
                </a:lnTo>
                <a:lnTo>
                  <a:pt x="1019175" y="647700"/>
                </a:lnTo>
                <a:close/>
                <a:moveTo>
                  <a:pt x="1038225" y="628650"/>
                </a:moveTo>
                <a:lnTo>
                  <a:pt x="1047750" y="628650"/>
                </a:lnTo>
                <a:lnTo>
                  <a:pt x="1047750" y="638175"/>
                </a:lnTo>
                <a:lnTo>
                  <a:pt x="1038225" y="638175"/>
                </a:lnTo>
                <a:close/>
                <a:moveTo>
                  <a:pt x="1266825" y="628650"/>
                </a:moveTo>
                <a:lnTo>
                  <a:pt x="1276350" y="628650"/>
                </a:lnTo>
                <a:lnTo>
                  <a:pt x="1276350" y="638175"/>
                </a:lnTo>
                <a:lnTo>
                  <a:pt x="1266825" y="638175"/>
                </a:lnTo>
                <a:close/>
                <a:moveTo>
                  <a:pt x="219075" y="647700"/>
                </a:moveTo>
                <a:lnTo>
                  <a:pt x="228600" y="647700"/>
                </a:lnTo>
                <a:lnTo>
                  <a:pt x="228600" y="666750"/>
                </a:lnTo>
                <a:lnTo>
                  <a:pt x="238125" y="666750"/>
                </a:lnTo>
                <a:lnTo>
                  <a:pt x="238125" y="676275"/>
                </a:lnTo>
                <a:lnTo>
                  <a:pt x="247650" y="676275"/>
                </a:lnTo>
                <a:lnTo>
                  <a:pt x="247650" y="695325"/>
                </a:lnTo>
                <a:lnTo>
                  <a:pt x="219075" y="695325"/>
                </a:lnTo>
                <a:close/>
                <a:moveTo>
                  <a:pt x="257175" y="647700"/>
                </a:moveTo>
                <a:lnTo>
                  <a:pt x="276225" y="647700"/>
                </a:lnTo>
                <a:lnTo>
                  <a:pt x="276225" y="666750"/>
                </a:lnTo>
                <a:lnTo>
                  <a:pt x="257175" y="666750"/>
                </a:lnTo>
                <a:close/>
                <a:moveTo>
                  <a:pt x="752475" y="647700"/>
                </a:moveTo>
                <a:lnTo>
                  <a:pt x="771525" y="647700"/>
                </a:lnTo>
                <a:lnTo>
                  <a:pt x="771525" y="657225"/>
                </a:lnTo>
                <a:lnTo>
                  <a:pt x="752475" y="657225"/>
                </a:lnTo>
                <a:close/>
                <a:moveTo>
                  <a:pt x="571500" y="657225"/>
                </a:moveTo>
                <a:lnTo>
                  <a:pt x="590550" y="657225"/>
                </a:lnTo>
                <a:lnTo>
                  <a:pt x="590550" y="676275"/>
                </a:lnTo>
                <a:lnTo>
                  <a:pt x="600075" y="676275"/>
                </a:lnTo>
                <a:lnTo>
                  <a:pt x="600075" y="685800"/>
                </a:lnTo>
                <a:lnTo>
                  <a:pt x="581025" y="685800"/>
                </a:lnTo>
                <a:lnTo>
                  <a:pt x="581025" y="676275"/>
                </a:lnTo>
                <a:lnTo>
                  <a:pt x="571500" y="676275"/>
                </a:lnTo>
                <a:close/>
                <a:moveTo>
                  <a:pt x="1009650" y="657225"/>
                </a:moveTo>
                <a:lnTo>
                  <a:pt x="1019175" y="657225"/>
                </a:lnTo>
                <a:lnTo>
                  <a:pt x="1019175" y="666750"/>
                </a:lnTo>
                <a:lnTo>
                  <a:pt x="1009650" y="666750"/>
                </a:lnTo>
                <a:close/>
                <a:moveTo>
                  <a:pt x="304800" y="666750"/>
                </a:moveTo>
                <a:lnTo>
                  <a:pt x="333375" y="666750"/>
                </a:lnTo>
                <a:lnTo>
                  <a:pt x="333375" y="676275"/>
                </a:lnTo>
                <a:lnTo>
                  <a:pt x="304800" y="676275"/>
                </a:lnTo>
                <a:close/>
                <a:moveTo>
                  <a:pt x="333375" y="676275"/>
                </a:moveTo>
                <a:lnTo>
                  <a:pt x="342900" y="676275"/>
                </a:lnTo>
                <a:lnTo>
                  <a:pt x="342900" y="685800"/>
                </a:lnTo>
                <a:lnTo>
                  <a:pt x="333375" y="685800"/>
                </a:lnTo>
                <a:close/>
                <a:moveTo>
                  <a:pt x="561975" y="676275"/>
                </a:moveTo>
                <a:lnTo>
                  <a:pt x="571500" y="676275"/>
                </a:lnTo>
                <a:lnTo>
                  <a:pt x="571500" y="685800"/>
                </a:lnTo>
                <a:lnTo>
                  <a:pt x="561975" y="685800"/>
                </a:lnTo>
                <a:close/>
                <a:moveTo>
                  <a:pt x="371475" y="685800"/>
                </a:moveTo>
                <a:lnTo>
                  <a:pt x="381000" y="685800"/>
                </a:lnTo>
                <a:lnTo>
                  <a:pt x="381000" y="704850"/>
                </a:lnTo>
                <a:lnTo>
                  <a:pt x="371475" y="704850"/>
                </a:lnTo>
                <a:close/>
                <a:moveTo>
                  <a:pt x="552450" y="685800"/>
                </a:moveTo>
                <a:lnTo>
                  <a:pt x="561975" y="685800"/>
                </a:lnTo>
                <a:lnTo>
                  <a:pt x="561975" y="695325"/>
                </a:lnTo>
                <a:lnTo>
                  <a:pt x="571500" y="695325"/>
                </a:lnTo>
                <a:lnTo>
                  <a:pt x="571500" y="685800"/>
                </a:lnTo>
                <a:lnTo>
                  <a:pt x="581025" y="685800"/>
                </a:lnTo>
                <a:lnTo>
                  <a:pt x="581025" y="695325"/>
                </a:lnTo>
                <a:lnTo>
                  <a:pt x="571500" y="695325"/>
                </a:lnTo>
                <a:lnTo>
                  <a:pt x="571500" y="704850"/>
                </a:lnTo>
                <a:lnTo>
                  <a:pt x="561975" y="704850"/>
                </a:lnTo>
                <a:lnTo>
                  <a:pt x="561975" y="723900"/>
                </a:lnTo>
                <a:lnTo>
                  <a:pt x="552450" y="723900"/>
                </a:lnTo>
                <a:lnTo>
                  <a:pt x="552450" y="714375"/>
                </a:lnTo>
                <a:lnTo>
                  <a:pt x="542925" y="714375"/>
                </a:lnTo>
                <a:lnTo>
                  <a:pt x="542925" y="742950"/>
                </a:lnTo>
                <a:lnTo>
                  <a:pt x="533400" y="742950"/>
                </a:lnTo>
                <a:lnTo>
                  <a:pt x="533400" y="704850"/>
                </a:lnTo>
                <a:lnTo>
                  <a:pt x="552450" y="704850"/>
                </a:lnTo>
                <a:close/>
                <a:moveTo>
                  <a:pt x="609600" y="685800"/>
                </a:moveTo>
                <a:lnTo>
                  <a:pt x="619125" y="685800"/>
                </a:lnTo>
                <a:lnTo>
                  <a:pt x="619125" y="695325"/>
                </a:lnTo>
                <a:lnTo>
                  <a:pt x="609600" y="695325"/>
                </a:lnTo>
                <a:close/>
                <a:moveTo>
                  <a:pt x="0" y="695325"/>
                </a:moveTo>
                <a:lnTo>
                  <a:pt x="9525" y="695325"/>
                </a:lnTo>
                <a:lnTo>
                  <a:pt x="9525" y="714375"/>
                </a:lnTo>
                <a:lnTo>
                  <a:pt x="0" y="714375"/>
                </a:lnTo>
                <a:close/>
                <a:moveTo>
                  <a:pt x="47625" y="695325"/>
                </a:moveTo>
                <a:lnTo>
                  <a:pt x="57150" y="695325"/>
                </a:lnTo>
                <a:lnTo>
                  <a:pt x="57150" y="704850"/>
                </a:lnTo>
                <a:lnTo>
                  <a:pt x="47625" y="704850"/>
                </a:lnTo>
                <a:close/>
                <a:moveTo>
                  <a:pt x="352425" y="695325"/>
                </a:moveTo>
                <a:lnTo>
                  <a:pt x="361950" y="695325"/>
                </a:lnTo>
                <a:lnTo>
                  <a:pt x="361950" y="704850"/>
                </a:lnTo>
                <a:lnTo>
                  <a:pt x="352425" y="704850"/>
                </a:lnTo>
                <a:close/>
                <a:moveTo>
                  <a:pt x="466725" y="695325"/>
                </a:moveTo>
                <a:lnTo>
                  <a:pt x="485775" y="695325"/>
                </a:lnTo>
                <a:lnTo>
                  <a:pt x="485775" y="704850"/>
                </a:lnTo>
                <a:lnTo>
                  <a:pt x="476250" y="704850"/>
                </a:lnTo>
                <a:lnTo>
                  <a:pt x="476250" y="714375"/>
                </a:lnTo>
                <a:lnTo>
                  <a:pt x="447675" y="714375"/>
                </a:lnTo>
                <a:lnTo>
                  <a:pt x="447675" y="704850"/>
                </a:lnTo>
                <a:lnTo>
                  <a:pt x="466725" y="704850"/>
                </a:lnTo>
                <a:close/>
                <a:moveTo>
                  <a:pt x="495300" y="695325"/>
                </a:moveTo>
                <a:lnTo>
                  <a:pt x="504825" y="695325"/>
                </a:lnTo>
                <a:lnTo>
                  <a:pt x="504825" y="704850"/>
                </a:lnTo>
                <a:lnTo>
                  <a:pt x="495300" y="704850"/>
                </a:lnTo>
                <a:close/>
                <a:moveTo>
                  <a:pt x="1066800" y="695325"/>
                </a:moveTo>
                <a:lnTo>
                  <a:pt x="1095375" y="695325"/>
                </a:lnTo>
                <a:lnTo>
                  <a:pt x="1095375" y="704850"/>
                </a:lnTo>
                <a:lnTo>
                  <a:pt x="1085850" y="704850"/>
                </a:lnTo>
                <a:lnTo>
                  <a:pt x="1085850" y="723900"/>
                </a:lnTo>
                <a:lnTo>
                  <a:pt x="1057275" y="723900"/>
                </a:lnTo>
                <a:lnTo>
                  <a:pt x="1057275" y="714375"/>
                </a:lnTo>
                <a:lnTo>
                  <a:pt x="1047750" y="714375"/>
                </a:lnTo>
                <a:lnTo>
                  <a:pt x="1047750" y="704850"/>
                </a:lnTo>
                <a:lnTo>
                  <a:pt x="1066800" y="704850"/>
                </a:lnTo>
                <a:close/>
                <a:moveTo>
                  <a:pt x="1095375" y="704850"/>
                </a:moveTo>
                <a:lnTo>
                  <a:pt x="1104900" y="704850"/>
                </a:lnTo>
                <a:lnTo>
                  <a:pt x="1104900" y="714375"/>
                </a:lnTo>
                <a:lnTo>
                  <a:pt x="1114425" y="714375"/>
                </a:lnTo>
                <a:lnTo>
                  <a:pt x="1114425" y="723900"/>
                </a:lnTo>
                <a:lnTo>
                  <a:pt x="1133475" y="723900"/>
                </a:lnTo>
                <a:lnTo>
                  <a:pt x="1133475" y="714375"/>
                </a:lnTo>
                <a:lnTo>
                  <a:pt x="1143000" y="714375"/>
                </a:lnTo>
                <a:lnTo>
                  <a:pt x="1143000" y="723900"/>
                </a:lnTo>
                <a:lnTo>
                  <a:pt x="1133475" y="723900"/>
                </a:lnTo>
                <a:lnTo>
                  <a:pt x="1133475" y="733425"/>
                </a:lnTo>
                <a:lnTo>
                  <a:pt x="1104900" y="733425"/>
                </a:lnTo>
                <a:lnTo>
                  <a:pt x="1104900" y="723900"/>
                </a:lnTo>
                <a:lnTo>
                  <a:pt x="1095375" y="723900"/>
                </a:lnTo>
                <a:close/>
                <a:moveTo>
                  <a:pt x="552450" y="733425"/>
                </a:moveTo>
                <a:lnTo>
                  <a:pt x="561975" y="733425"/>
                </a:lnTo>
                <a:lnTo>
                  <a:pt x="561975" y="742950"/>
                </a:lnTo>
                <a:lnTo>
                  <a:pt x="552450" y="742950"/>
                </a:lnTo>
                <a:close/>
                <a:moveTo>
                  <a:pt x="542925" y="742950"/>
                </a:moveTo>
                <a:lnTo>
                  <a:pt x="552450" y="742950"/>
                </a:lnTo>
                <a:lnTo>
                  <a:pt x="552450" y="762000"/>
                </a:lnTo>
                <a:lnTo>
                  <a:pt x="542925" y="762000"/>
                </a:lnTo>
                <a:close/>
                <a:moveTo>
                  <a:pt x="1476375" y="752475"/>
                </a:moveTo>
                <a:lnTo>
                  <a:pt x="1485900" y="752475"/>
                </a:lnTo>
                <a:lnTo>
                  <a:pt x="1485900" y="762000"/>
                </a:lnTo>
                <a:lnTo>
                  <a:pt x="1476375" y="762000"/>
                </a:lnTo>
                <a:close/>
                <a:moveTo>
                  <a:pt x="1495425" y="752475"/>
                </a:moveTo>
                <a:lnTo>
                  <a:pt x="1504950" y="752475"/>
                </a:lnTo>
                <a:lnTo>
                  <a:pt x="1504950" y="762000"/>
                </a:lnTo>
                <a:lnTo>
                  <a:pt x="1495425" y="762000"/>
                </a:lnTo>
                <a:close/>
                <a:moveTo>
                  <a:pt x="857250" y="771525"/>
                </a:moveTo>
                <a:lnTo>
                  <a:pt x="866775" y="771525"/>
                </a:lnTo>
                <a:lnTo>
                  <a:pt x="866775" y="781050"/>
                </a:lnTo>
                <a:lnTo>
                  <a:pt x="857250" y="781050"/>
                </a:lnTo>
                <a:close/>
                <a:moveTo>
                  <a:pt x="1495425" y="771525"/>
                </a:moveTo>
                <a:lnTo>
                  <a:pt x="1504950" y="771525"/>
                </a:lnTo>
                <a:lnTo>
                  <a:pt x="1504950" y="800100"/>
                </a:lnTo>
                <a:lnTo>
                  <a:pt x="1495425" y="800100"/>
                </a:lnTo>
                <a:close/>
                <a:moveTo>
                  <a:pt x="419100" y="781050"/>
                </a:moveTo>
                <a:lnTo>
                  <a:pt x="447675" y="781050"/>
                </a:lnTo>
                <a:lnTo>
                  <a:pt x="447675" y="790575"/>
                </a:lnTo>
                <a:lnTo>
                  <a:pt x="457200" y="790575"/>
                </a:lnTo>
                <a:lnTo>
                  <a:pt x="457200" y="800100"/>
                </a:lnTo>
                <a:lnTo>
                  <a:pt x="419100" y="800100"/>
                </a:lnTo>
                <a:close/>
                <a:moveTo>
                  <a:pt x="0" y="790575"/>
                </a:moveTo>
                <a:lnTo>
                  <a:pt x="19050" y="790575"/>
                </a:lnTo>
                <a:lnTo>
                  <a:pt x="19050" y="800100"/>
                </a:lnTo>
                <a:lnTo>
                  <a:pt x="0" y="800100"/>
                </a:lnTo>
                <a:close/>
                <a:moveTo>
                  <a:pt x="304800" y="809625"/>
                </a:moveTo>
                <a:lnTo>
                  <a:pt x="314325" y="809625"/>
                </a:lnTo>
                <a:lnTo>
                  <a:pt x="314325" y="819150"/>
                </a:lnTo>
                <a:lnTo>
                  <a:pt x="304800" y="819150"/>
                </a:lnTo>
                <a:close/>
                <a:moveTo>
                  <a:pt x="333375" y="809625"/>
                </a:moveTo>
                <a:lnTo>
                  <a:pt x="352425" y="809625"/>
                </a:lnTo>
                <a:lnTo>
                  <a:pt x="352425" y="819150"/>
                </a:lnTo>
                <a:lnTo>
                  <a:pt x="333375" y="819150"/>
                </a:lnTo>
                <a:close/>
                <a:moveTo>
                  <a:pt x="352425" y="819150"/>
                </a:moveTo>
                <a:lnTo>
                  <a:pt x="361950" y="819150"/>
                </a:lnTo>
                <a:lnTo>
                  <a:pt x="361950" y="838200"/>
                </a:lnTo>
                <a:lnTo>
                  <a:pt x="352425" y="838200"/>
                </a:lnTo>
                <a:close/>
                <a:moveTo>
                  <a:pt x="381000" y="819150"/>
                </a:moveTo>
                <a:lnTo>
                  <a:pt x="390525" y="819150"/>
                </a:lnTo>
                <a:lnTo>
                  <a:pt x="390525" y="828675"/>
                </a:lnTo>
                <a:lnTo>
                  <a:pt x="381000" y="828675"/>
                </a:lnTo>
                <a:close/>
                <a:moveTo>
                  <a:pt x="647700" y="828675"/>
                </a:moveTo>
                <a:lnTo>
                  <a:pt x="657225" y="828675"/>
                </a:lnTo>
                <a:lnTo>
                  <a:pt x="657225" y="838200"/>
                </a:lnTo>
                <a:lnTo>
                  <a:pt x="647700" y="838200"/>
                </a:lnTo>
                <a:close/>
                <a:moveTo>
                  <a:pt x="1562100" y="828675"/>
                </a:moveTo>
                <a:lnTo>
                  <a:pt x="1581150" y="828675"/>
                </a:lnTo>
                <a:lnTo>
                  <a:pt x="1581150" y="838200"/>
                </a:lnTo>
                <a:lnTo>
                  <a:pt x="1562100" y="838200"/>
                </a:lnTo>
                <a:close/>
                <a:moveTo>
                  <a:pt x="942975" y="838200"/>
                </a:moveTo>
                <a:lnTo>
                  <a:pt x="952500" y="838200"/>
                </a:lnTo>
                <a:lnTo>
                  <a:pt x="952500" y="857250"/>
                </a:lnTo>
                <a:lnTo>
                  <a:pt x="942975" y="857250"/>
                </a:lnTo>
                <a:close/>
                <a:moveTo>
                  <a:pt x="0" y="847725"/>
                </a:moveTo>
                <a:lnTo>
                  <a:pt x="9525" y="847725"/>
                </a:lnTo>
                <a:lnTo>
                  <a:pt x="9525" y="857250"/>
                </a:lnTo>
                <a:lnTo>
                  <a:pt x="0" y="857250"/>
                </a:lnTo>
                <a:close/>
                <a:moveTo>
                  <a:pt x="438150" y="847725"/>
                </a:moveTo>
                <a:lnTo>
                  <a:pt x="457200" y="847725"/>
                </a:lnTo>
                <a:lnTo>
                  <a:pt x="457200" y="857250"/>
                </a:lnTo>
                <a:lnTo>
                  <a:pt x="438150" y="857250"/>
                </a:lnTo>
                <a:close/>
                <a:moveTo>
                  <a:pt x="1571625" y="847725"/>
                </a:moveTo>
                <a:lnTo>
                  <a:pt x="1581150" y="847725"/>
                </a:lnTo>
                <a:lnTo>
                  <a:pt x="1581150" y="866775"/>
                </a:lnTo>
                <a:lnTo>
                  <a:pt x="1571625" y="866775"/>
                </a:lnTo>
                <a:close/>
                <a:moveTo>
                  <a:pt x="257175" y="857250"/>
                </a:moveTo>
                <a:lnTo>
                  <a:pt x="266700" y="857250"/>
                </a:lnTo>
                <a:lnTo>
                  <a:pt x="266700" y="885825"/>
                </a:lnTo>
                <a:lnTo>
                  <a:pt x="247650" y="885825"/>
                </a:lnTo>
                <a:lnTo>
                  <a:pt x="247650" y="866775"/>
                </a:lnTo>
                <a:lnTo>
                  <a:pt x="257175" y="866775"/>
                </a:lnTo>
                <a:close/>
                <a:moveTo>
                  <a:pt x="428625" y="857250"/>
                </a:moveTo>
                <a:lnTo>
                  <a:pt x="438150" y="857250"/>
                </a:lnTo>
                <a:lnTo>
                  <a:pt x="438150" y="866775"/>
                </a:lnTo>
                <a:lnTo>
                  <a:pt x="428625" y="866775"/>
                </a:lnTo>
                <a:close/>
                <a:moveTo>
                  <a:pt x="1085850" y="857250"/>
                </a:moveTo>
                <a:lnTo>
                  <a:pt x="1095375" y="857250"/>
                </a:lnTo>
                <a:lnTo>
                  <a:pt x="1095375" y="866775"/>
                </a:lnTo>
                <a:lnTo>
                  <a:pt x="1085850" y="866775"/>
                </a:lnTo>
                <a:close/>
                <a:moveTo>
                  <a:pt x="1038225" y="866775"/>
                </a:moveTo>
                <a:lnTo>
                  <a:pt x="1047750" y="866775"/>
                </a:lnTo>
                <a:lnTo>
                  <a:pt x="1047750" y="876300"/>
                </a:lnTo>
                <a:lnTo>
                  <a:pt x="1057275" y="876300"/>
                </a:lnTo>
                <a:lnTo>
                  <a:pt x="1057275" y="885825"/>
                </a:lnTo>
                <a:lnTo>
                  <a:pt x="1038225" y="885825"/>
                </a:lnTo>
                <a:close/>
                <a:moveTo>
                  <a:pt x="1133475" y="866775"/>
                </a:moveTo>
                <a:lnTo>
                  <a:pt x="1143000" y="866775"/>
                </a:lnTo>
                <a:lnTo>
                  <a:pt x="1143000" y="876300"/>
                </a:lnTo>
                <a:lnTo>
                  <a:pt x="1133475" y="876300"/>
                </a:lnTo>
                <a:close/>
                <a:moveTo>
                  <a:pt x="38100" y="876300"/>
                </a:moveTo>
                <a:lnTo>
                  <a:pt x="76200" y="876300"/>
                </a:lnTo>
                <a:lnTo>
                  <a:pt x="76200" y="885825"/>
                </a:lnTo>
                <a:lnTo>
                  <a:pt x="57150" y="885825"/>
                </a:lnTo>
                <a:lnTo>
                  <a:pt x="57150" y="895350"/>
                </a:lnTo>
                <a:lnTo>
                  <a:pt x="38100" y="895350"/>
                </a:lnTo>
                <a:close/>
                <a:moveTo>
                  <a:pt x="285750" y="876300"/>
                </a:moveTo>
                <a:lnTo>
                  <a:pt x="304800" y="876300"/>
                </a:lnTo>
                <a:lnTo>
                  <a:pt x="304800" y="895350"/>
                </a:lnTo>
                <a:lnTo>
                  <a:pt x="314325" y="895350"/>
                </a:lnTo>
                <a:lnTo>
                  <a:pt x="314325" y="885825"/>
                </a:lnTo>
                <a:lnTo>
                  <a:pt x="323850" y="885825"/>
                </a:lnTo>
                <a:lnTo>
                  <a:pt x="323850" y="895350"/>
                </a:lnTo>
                <a:lnTo>
                  <a:pt x="333375" y="895350"/>
                </a:lnTo>
                <a:lnTo>
                  <a:pt x="333375" y="904875"/>
                </a:lnTo>
                <a:lnTo>
                  <a:pt x="323850" y="904875"/>
                </a:lnTo>
                <a:lnTo>
                  <a:pt x="323850" y="914400"/>
                </a:lnTo>
                <a:lnTo>
                  <a:pt x="304800" y="914400"/>
                </a:lnTo>
                <a:lnTo>
                  <a:pt x="304800" y="904875"/>
                </a:lnTo>
                <a:lnTo>
                  <a:pt x="295275" y="904875"/>
                </a:lnTo>
                <a:lnTo>
                  <a:pt x="295275" y="885825"/>
                </a:lnTo>
                <a:lnTo>
                  <a:pt x="285750" y="885825"/>
                </a:lnTo>
                <a:close/>
                <a:moveTo>
                  <a:pt x="495300" y="876300"/>
                </a:moveTo>
                <a:lnTo>
                  <a:pt x="504825" y="876300"/>
                </a:lnTo>
                <a:lnTo>
                  <a:pt x="504825" y="885825"/>
                </a:lnTo>
                <a:lnTo>
                  <a:pt x="495300" y="885825"/>
                </a:lnTo>
                <a:close/>
                <a:moveTo>
                  <a:pt x="1143000" y="876300"/>
                </a:moveTo>
                <a:lnTo>
                  <a:pt x="1152525" y="876300"/>
                </a:lnTo>
                <a:lnTo>
                  <a:pt x="1152525" y="885825"/>
                </a:lnTo>
                <a:lnTo>
                  <a:pt x="1143000" y="885825"/>
                </a:lnTo>
                <a:close/>
                <a:moveTo>
                  <a:pt x="209550" y="885825"/>
                </a:moveTo>
                <a:lnTo>
                  <a:pt x="228600" y="885825"/>
                </a:lnTo>
                <a:lnTo>
                  <a:pt x="228600" y="895350"/>
                </a:lnTo>
                <a:lnTo>
                  <a:pt x="266700" y="895350"/>
                </a:lnTo>
                <a:lnTo>
                  <a:pt x="266700" y="885825"/>
                </a:lnTo>
                <a:lnTo>
                  <a:pt x="285750" y="885825"/>
                </a:lnTo>
                <a:lnTo>
                  <a:pt x="285750" y="895350"/>
                </a:lnTo>
                <a:lnTo>
                  <a:pt x="276225" y="895350"/>
                </a:lnTo>
                <a:lnTo>
                  <a:pt x="276225" y="904875"/>
                </a:lnTo>
                <a:lnTo>
                  <a:pt x="238125" y="904875"/>
                </a:lnTo>
                <a:lnTo>
                  <a:pt x="238125" y="923925"/>
                </a:lnTo>
                <a:lnTo>
                  <a:pt x="219075" y="923925"/>
                </a:lnTo>
                <a:lnTo>
                  <a:pt x="219075" y="933450"/>
                </a:lnTo>
                <a:lnTo>
                  <a:pt x="209550" y="933450"/>
                </a:lnTo>
                <a:lnTo>
                  <a:pt x="209550" y="914400"/>
                </a:lnTo>
                <a:lnTo>
                  <a:pt x="219075" y="914400"/>
                </a:lnTo>
                <a:lnTo>
                  <a:pt x="219075" y="904875"/>
                </a:lnTo>
                <a:lnTo>
                  <a:pt x="200025" y="904875"/>
                </a:lnTo>
                <a:lnTo>
                  <a:pt x="200025" y="895350"/>
                </a:lnTo>
                <a:lnTo>
                  <a:pt x="209550" y="895350"/>
                </a:lnTo>
                <a:close/>
                <a:moveTo>
                  <a:pt x="342900" y="885825"/>
                </a:moveTo>
                <a:lnTo>
                  <a:pt x="361950" y="885825"/>
                </a:lnTo>
                <a:lnTo>
                  <a:pt x="361950" y="895350"/>
                </a:lnTo>
                <a:lnTo>
                  <a:pt x="352425" y="895350"/>
                </a:lnTo>
                <a:lnTo>
                  <a:pt x="352425" y="904875"/>
                </a:lnTo>
                <a:lnTo>
                  <a:pt x="342900" y="904875"/>
                </a:lnTo>
                <a:close/>
                <a:moveTo>
                  <a:pt x="533400" y="885825"/>
                </a:moveTo>
                <a:lnTo>
                  <a:pt x="552450" y="885825"/>
                </a:lnTo>
                <a:lnTo>
                  <a:pt x="552450" y="895350"/>
                </a:lnTo>
                <a:lnTo>
                  <a:pt x="533400" y="895350"/>
                </a:lnTo>
                <a:close/>
                <a:moveTo>
                  <a:pt x="714375" y="895350"/>
                </a:moveTo>
                <a:lnTo>
                  <a:pt x="723900" y="895350"/>
                </a:lnTo>
                <a:lnTo>
                  <a:pt x="723900" y="904875"/>
                </a:lnTo>
                <a:lnTo>
                  <a:pt x="714375" y="904875"/>
                </a:lnTo>
                <a:close/>
                <a:moveTo>
                  <a:pt x="809625" y="895350"/>
                </a:moveTo>
                <a:lnTo>
                  <a:pt x="828675" y="895350"/>
                </a:lnTo>
                <a:lnTo>
                  <a:pt x="828675" y="904875"/>
                </a:lnTo>
                <a:lnTo>
                  <a:pt x="809625" y="904875"/>
                </a:lnTo>
                <a:close/>
                <a:moveTo>
                  <a:pt x="1171575" y="895350"/>
                </a:moveTo>
                <a:lnTo>
                  <a:pt x="1190625" y="895350"/>
                </a:lnTo>
                <a:lnTo>
                  <a:pt x="1190625" y="914400"/>
                </a:lnTo>
                <a:lnTo>
                  <a:pt x="1181100" y="914400"/>
                </a:lnTo>
                <a:lnTo>
                  <a:pt x="1181100" y="904875"/>
                </a:lnTo>
                <a:lnTo>
                  <a:pt x="1171575" y="904875"/>
                </a:lnTo>
                <a:close/>
                <a:moveTo>
                  <a:pt x="704850" y="904875"/>
                </a:moveTo>
                <a:lnTo>
                  <a:pt x="714375" y="904875"/>
                </a:lnTo>
                <a:lnTo>
                  <a:pt x="714375" y="914400"/>
                </a:lnTo>
                <a:lnTo>
                  <a:pt x="704850" y="914400"/>
                </a:lnTo>
                <a:close/>
                <a:moveTo>
                  <a:pt x="828675" y="904875"/>
                </a:moveTo>
                <a:lnTo>
                  <a:pt x="838200" y="904875"/>
                </a:lnTo>
                <a:lnTo>
                  <a:pt x="838200" y="914400"/>
                </a:lnTo>
                <a:lnTo>
                  <a:pt x="828675" y="914400"/>
                </a:lnTo>
                <a:close/>
                <a:moveTo>
                  <a:pt x="1390650" y="904875"/>
                </a:moveTo>
                <a:lnTo>
                  <a:pt x="1400175" y="904875"/>
                </a:lnTo>
                <a:lnTo>
                  <a:pt x="1400175" y="914400"/>
                </a:lnTo>
                <a:lnTo>
                  <a:pt x="1419225" y="914400"/>
                </a:lnTo>
                <a:lnTo>
                  <a:pt x="1419225" y="923925"/>
                </a:lnTo>
                <a:lnTo>
                  <a:pt x="1409700" y="923925"/>
                </a:lnTo>
                <a:lnTo>
                  <a:pt x="1409700" y="933450"/>
                </a:lnTo>
                <a:lnTo>
                  <a:pt x="1381125" y="933450"/>
                </a:lnTo>
                <a:lnTo>
                  <a:pt x="1381125" y="942975"/>
                </a:lnTo>
                <a:lnTo>
                  <a:pt x="1352550" y="942975"/>
                </a:lnTo>
                <a:lnTo>
                  <a:pt x="1352550" y="933450"/>
                </a:lnTo>
                <a:lnTo>
                  <a:pt x="1343025" y="933450"/>
                </a:lnTo>
                <a:lnTo>
                  <a:pt x="1343025" y="923925"/>
                </a:lnTo>
                <a:lnTo>
                  <a:pt x="1362075" y="923925"/>
                </a:lnTo>
                <a:lnTo>
                  <a:pt x="1362075" y="914400"/>
                </a:lnTo>
                <a:lnTo>
                  <a:pt x="1381125" y="914400"/>
                </a:lnTo>
                <a:lnTo>
                  <a:pt x="1381125" y="923925"/>
                </a:lnTo>
                <a:lnTo>
                  <a:pt x="1390650" y="923925"/>
                </a:lnTo>
                <a:close/>
                <a:moveTo>
                  <a:pt x="590550" y="914400"/>
                </a:moveTo>
                <a:lnTo>
                  <a:pt x="609600" y="914400"/>
                </a:lnTo>
                <a:lnTo>
                  <a:pt x="609600" y="923925"/>
                </a:lnTo>
                <a:lnTo>
                  <a:pt x="590550" y="923925"/>
                </a:lnTo>
                <a:close/>
                <a:moveTo>
                  <a:pt x="714375" y="914400"/>
                </a:moveTo>
                <a:lnTo>
                  <a:pt x="723900" y="914400"/>
                </a:lnTo>
                <a:lnTo>
                  <a:pt x="723900" y="923925"/>
                </a:lnTo>
                <a:lnTo>
                  <a:pt x="714375" y="923925"/>
                </a:lnTo>
                <a:close/>
                <a:moveTo>
                  <a:pt x="1190625" y="914400"/>
                </a:moveTo>
                <a:lnTo>
                  <a:pt x="1200150" y="914400"/>
                </a:lnTo>
                <a:lnTo>
                  <a:pt x="1200150" y="933450"/>
                </a:lnTo>
                <a:lnTo>
                  <a:pt x="1190625" y="933450"/>
                </a:lnTo>
                <a:close/>
                <a:moveTo>
                  <a:pt x="1247775" y="914400"/>
                </a:moveTo>
                <a:lnTo>
                  <a:pt x="1257300" y="914400"/>
                </a:lnTo>
                <a:lnTo>
                  <a:pt x="1257300" y="923925"/>
                </a:lnTo>
                <a:lnTo>
                  <a:pt x="1247775" y="923925"/>
                </a:lnTo>
                <a:close/>
                <a:moveTo>
                  <a:pt x="428625" y="923925"/>
                </a:moveTo>
                <a:lnTo>
                  <a:pt x="457200" y="923925"/>
                </a:lnTo>
                <a:lnTo>
                  <a:pt x="457200" y="933450"/>
                </a:lnTo>
                <a:lnTo>
                  <a:pt x="466725" y="933450"/>
                </a:lnTo>
                <a:lnTo>
                  <a:pt x="466725" y="952500"/>
                </a:lnTo>
                <a:lnTo>
                  <a:pt x="485775" y="952500"/>
                </a:lnTo>
                <a:lnTo>
                  <a:pt x="485775" y="962025"/>
                </a:lnTo>
                <a:lnTo>
                  <a:pt x="457200" y="962025"/>
                </a:lnTo>
                <a:lnTo>
                  <a:pt x="457200" y="952500"/>
                </a:lnTo>
                <a:lnTo>
                  <a:pt x="438150" y="952500"/>
                </a:lnTo>
                <a:lnTo>
                  <a:pt x="438150" y="933450"/>
                </a:lnTo>
                <a:lnTo>
                  <a:pt x="428625" y="933450"/>
                </a:lnTo>
                <a:close/>
                <a:moveTo>
                  <a:pt x="1238250" y="923925"/>
                </a:moveTo>
                <a:lnTo>
                  <a:pt x="1247775" y="923925"/>
                </a:lnTo>
                <a:lnTo>
                  <a:pt x="1247775" y="933450"/>
                </a:lnTo>
                <a:lnTo>
                  <a:pt x="1238250" y="933450"/>
                </a:lnTo>
                <a:close/>
                <a:moveTo>
                  <a:pt x="1257300" y="923925"/>
                </a:moveTo>
                <a:lnTo>
                  <a:pt x="1266825" y="923925"/>
                </a:lnTo>
                <a:lnTo>
                  <a:pt x="1266825" y="933450"/>
                </a:lnTo>
                <a:lnTo>
                  <a:pt x="1257300" y="933450"/>
                </a:lnTo>
                <a:close/>
                <a:moveTo>
                  <a:pt x="1295400" y="923925"/>
                </a:moveTo>
                <a:lnTo>
                  <a:pt x="1304925" y="923925"/>
                </a:lnTo>
                <a:lnTo>
                  <a:pt x="1304925" y="933450"/>
                </a:lnTo>
                <a:lnTo>
                  <a:pt x="1314450" y="933450"/>
                </a:lnTo>
                <a:lnTo>
                  <a:pt x="1314450" y="942975"/>
                </a:lnTo>
                <a:lnTo>
                  <a:pt x="1323975" y="942975"/>
                </a:lnTo>
                <a:lnTo>
                  <a:pt x="1323975" y="952500"/>
                </a:lnTo>
                <a:lnTo>
                  <a:pt x="1304925" y="952500"/>
                </a:lnTo>
                <a:lnTo>
                  <a:pt x="1304925" y="942975"/>
                </a:lnTo>
                <a:lnTo>
                  <a:pt x="1295400" y="942975"/>
                </a:lnTo>
                <a:lnTo>
                  <a:pt x="1295400" y="952500"/>
                </a:lnTo>
                <a:lnTo>
                  <a:pt x="1304925" y="952500"/>
                </a:lnTo>
                <a:lnTo>
                  <a:pt x="1304925" y="962025"/>
                </a:lnTo>
                <a:lnTo>
                  <a:pt x="1285875" y="962025"/>
                </a:lnTo>
                <a:lnTo>
                  <a:pt x="1285875" y="942975"/>
                </a:lnTo>
                <a:lnTo>
                  <a:pt x="1276350" y="942975"/>
                </a:lnTo>
                <a:lnTo>
                  <a:pt x="1276350" y="933450"/>
                </a:lnTo>
                <a:lnTo>
                  <a:pt x="1295400" y="933450"/>
                </a:lnTo>
                <a:close/>
                <a:moveTo>
                  <a:pt x="38100" y="933450"/>
                </a:moveTo>
                <a:lnTo>
                  <a:pt x="47625" y="933450"/>
                </a:lnTo>
                <a:lnTo>
                  <a:pt x="47625" y="952500"/>
                </a:lnTo>
                <a:lnTo>
                  <a:pt x="57150" y="952500"/>
                </a:lnTo>
                <a:lnTo>
                  <a:pt x="57150" y="962025"/>
                </a:lnTo>
                <a:lnTo>
                  <a:pt x="66675" y="962025"/>
                </a:lnTo>
                <a:lnTo>
                  <a:pt x="66675" y="952500"/>
                </a:lnTo>
                <a:lnTo>
                  <a:pt x="76200" y="952500"/>
                </a:lnTo>
                <a:lnTo>
                  <a:pt x="76200" y="942975"/>
                </a:lnTo>
                <a:lnTo>
                  <a:pt x="85725" y="942975"/>
                </a:lnTo>
                <a:lnTo>
                  <a:pt x="85725" y="933450"/>
                </a:lnTo>
                <a:lnTo>
                  <a:pt x="104775" y="933450"/>
                </a:lnTo>
                <a:lnTo>
                  <a:pt x="104775" y="942975"/>
                </a:lnTo>
                <a:lnTo>
                  <a:pt x="114300" y="942975"/>
                </a:lnTo>
                <a:lnTo>
                  <a:pt x="114300" y="952500"/>
                </a:lnTo>
                <a:lnTo>
                  <a:pt x="123825" y="952500"/>
                </a:lnTo>
                <a:lnTo>
                  <a:pt x="123825" y="962025"/>
                </a:lnTo>
                <a:lnTo>
                  <a:pt x="114300" y="962025"/>
                </a:lnTo>
                <a:lnTo>
                  <a:pt x="114300" y="971550"/>
                </a:lnTo>
                <a:lnTo>
                  <a:pt x="104775" y="971550"/>
                </a:lnTo>
                <a:lnTo>
                  <a:pt x="104775" y="981075"/>
                </a:lnTo>
                <a:lnTo>
                  <a:pt x="95250" y="981075"/>
                </a:lnTo>
                <a:lnTo>
                  <a:pt x="95250" y="1000125"/>
                </a:lnTo>
                <a:lnTo>
                  <a:pt x="85725" y="1000125"/>
                </a:lnTo>
                <a:lnTo>
                  <a:pt x="85725" y="1009650"/>
                </a:lnTo>
                <a:lnTo>
                  <a:pt x="76200" y="1009650"/>
                </a:lnTo>
                <a:lnTo>
                  <a:pt x="76200" y="1000125"/>
                </a:lnTo>
                <a:lnTo>
                  <a:pt x="66675" y="1000125"/>
                </a:lnTo>
                <a:lnTo>
                  <a:pt x="66675" y="990600"/>
                </a:lnTo>
                <a:lnTo>
                  <a:pt x="76200" y="990600"/>
                </a:lnTo>
                <a:lnTo>
                  <a:pt x="76200" y="981075"/>
                </a:lnTo>
                <a:lnTo>
                  <a:pt x="66675" y="981075"/>
                </a:lnTo>
                <a:lnTo>
                  <a:pt x="66675" y="971550"/>
                </a:lnTo>
                <a:lnTo>
                  <a:pt x="47625" y="971550"/>
                </a:lnTo>
                <a:lnTo>
                  <a:pt x="47625" y="962025"/>
                </a:lnTo>
                <a:lnTo>
                  <a:pt x="28575" y="962025"/>
                </a:lnTo>
                <a:lnTo>
                  <a:pt x="28575" y="971550"/>
                </a:lnTo>
                <a:lnTo>
                  <a:pt x="19050" y="971550"/>
                </a:lnTo>
                <a:lnTo>
                  <a:pt x="19050" y="962025"/>
                </a:lnTo>
                <a:lnTo>
                  <a:pt x="0" y="962025"/>
                </a:lnTo>
                <a:lnTo>
                  <a:pt x="0" y="952500"/>
                </a:lnTo>
                <a:lnTo>
                  <a:pt x="9525" y="952500"/>
                </a:lnTo>
                <a:lnTo>
                  <a:pt x="9525" y="942975"/>
                </a:lnTo>
                <a:lnTo>
                  <a:pt x="38100" y="942975"/>
                </a:lnTo>
                <a:close/>
                <a:moveTo>
                  <a:pt x="304800" y="933450"/>
                </a:moveTo>
                <a:lnTo>
                  <a:pt x="323850" y="933450"/>
                </a:lnTo>
                <a:lnTo>
                  <a:pt x="323850" y="942975"/>
                </a:lnTo>
                <a:lnTo>
                  <a:pt x="304800" y="942975"/>
                </a:lnTo>
                <a:close/>
                <a:moveTo>
                  <a:pt x="1104900" y="933450"/>
                </a:moveTo>
                <a:lnTo>
                  <a:pt x="1143000" y="933450"/>
                </a:lnTo>
                <a:lnTo>
                  <a:pt x="1143000" y="942975"/>
                </a:lnTo>
                <a:lnTo>
                  <a:pt x="1104900" y="942975"/>
                </a:lnTo>
                <a:close/>
                <a:moveTo>
                  <a:pt x="1571625" y="933450"/>
                </a:moveTo>
                <a:lnTo>
                  <a:pt x="1581150" y="933450"/>
                </a:lnTo>
                <a:lnTo>
                  <a:pt x="1581150" y="942975"/>
                </a:lnTo>
                <a:lnTo>
                  <a:pt x="1571625" y="942975"/>
                </a:lnTo>
                <a:close/>
                <a:moveTo>
                  <a:pt x="295275" y="942975"/>
                </a:moveTo>
                <a:lnTo>
                  <a:pt x="304800" y="942975"/>
                </a:lnTo>
                <a:lnTo>
                  <a:pt x="304800" y="952500"/>
                </a:lnTo>
                <a:lnTo>
                  <a:pt x="295275" y="952500"/>
                </a:lnTo>
                <a:close/>
                <a:moveTo>
                  <a:pt x="323850" y="942975"/>
                </a:moveTo>
                <a:lnTo>
                  <a:pt x="352425" y="942975"/>
                </a:lnTo>
                <a:lnTo>
                  <a:pt x="352425" y="952500"/>
                </a:lnTo>
                <a:lnTo>
                  <a:pt x="323850" y="952500"/>
                </a:lnTo>
                <a:close/>
                <a:moveTo>
                  <a:pt x="1200150" y="942975"/>
                </a:moveTo>
                <a:lnTo>
                  <a:pt x="1209675" y="942975"/>
                </a:lnTo>
                <a:lnTo>
                  <a:pt x="1209675" y="971550"/>
                </a:lnTo>
                <a:lnTo>
                  <a:pt x="1200150" y="971550"/>
                </a:lnTo>
                <a:close/>
                <a:moveTo>
                  <a:pt x="1400175" y="942975"/>
                </a:moveTo>
                <a:lnTo>
                  <a:pt x="1419225" y="942975"/>
                </a:lnTo>
                <a:lnTo>
                  <a:pt x="1419225" y="962025"/>
                </a:lnTo>
                <a:lnTo>
                  <a:pt x="1409700" y="962025"/>
                </a:lnTo>
                <a:lnTo>
                  <a:pt x="1409700" y="952500"/>
                </a:lnTo>
                <a:lnTo>
                  <a:pt x="1400175" y="952500"/>
                </a:lnTo>
                <a:close/>
                <a:moveTo>
                  <a:pt x="171450" y="952500"/>
                </a:moveTo>
                <a:lnTo>
                  <a:pt x="190500" y="952500"/>
                </a:lnTo>
                <a:lnTo>
                  <a:pt x="190500" y="962025"/>
                </a:lnTo>
                <a:lnTo>
                  <a:pt x="200025" y="962025"/>
                </a:lnTo>
                <a:lnTo>
                  <a:pt x="200025" y="981075"/>
                </a:lnTo>
                <a:lnTo>
                  <a:pt x="161925" y="981075"/>
                </a:lnTo>
                <a:lnTo>
                  <a:pt x="161925" y="971550"/>
                </a:lnTo>
                <a:lnTo>
                  <a:pt x="152400" y="971550"/>
                </a:lnTo>
                <a:lnTo>
                  <a:pt x="152400" y="962025"/>
                </a:lnTo>
                <a:lnTo>
                  <a:pt x="161925" y="962025"/>
                </a:lnTo>
                <a:lnTo>
                  <a:pt x="161925" y="971550"/>
                </a:lnTo>
                <a:lnTo>
                  <a:pt x="171450" y="971550"/>
                </a:lnTo>
                <a:close/>
                <a:moveTo>
                  <a:pt x="257175" y="952500"/>
                </a:moveTo>
                <a:lnTo>
                  <a:pt x="266700" y="952500"/>
                </a:lnTo>
                <a:lnTo>
                  <a:pt x="266700" y="981075"/>
                </a:lnTo>
                <a:lnTo>
                  <a:pt x="257175" y="981075"/>
                </a:lnTo>
                <a:close/>
                <a:moveTo>
                  <a:pt x="276225" y="952500"/>
                </a:moveTo>
                <a:lnTo>
                  <a:pt x="285750" y="952500"/>
                </a:lnTo>
                <a:lnTo>
                  <a:pt x="285750" y="962025"/>
                </a:lnTo>
                <a:lnTo>
                  <a:pt x="304800" y="962025"/>
                </a:lnTo>
                <a:lnTo>
                  <a:pt x="304800" y="952500"/>
                </a:lnTo>
                <a:lnTo>
                  <a:pt x="314325" y="952500"/>
                </a:lnTo>
                <a:lnTo>
                  <a:pt x="314325" y="971550"/>
                </a:lnTo>
                <a:lnTo>
                  <a:pt x="304800" y="971550"/>
                </a:lnTo>
                <a:lnTo>
                  <a:pt x="304800" y="1000125"/>
                </a:lnTo>
                <a:lnTo>
                  <a:pt x="285750" y="1000125"/>
                </a:lnTo>
                <a:lnTo>
                  <a:pt x="285750" y="981075"/>
                </a:lnTo>
                <a:lnTo>
                  <a:pt x="276225" y="981075"/>
                </a:lnTo>
                <a:close/>
                <a:moveTo>
                  <a:pt x="352425" y="952500"/>
                </a:moveTo>
                <a:lnTo>
                  <a:pt x="361950" y="952500"/>
                </a:lnTo>
                <a:lnTo>
                  <a:pt x="361950" y="962025"/>
                </a:lnTo>
                <a:lnTo>
                  <a:pt x="352425" y="962025"/>
                </a:lnTo>
                <a:close/>
                <a:moveTo>
                  <a:pt x="390525" y="952500"/>
                </a:moveTo>
                <a:lnTo>
                  <a:pt x="409575" y="952500"/>
                </a:lnTo>
                <a:lnTo>
                  <a:pt x="409575" y="962025"/>
                </a:lnTo>
                <a:lnTo>
                  <a:pt x="390525" y="962025"/>
                </a:lnTo>
                <a:close/>
                <a:moveTo>
                  <a:pt x="1247775" y="952500"/>
                </a:moveTo>
                <a:lnTo>
                  <a:pt x="1266825" y="952500"/>
                </a:lnTo>
                <a:lnTo>
                  <a:pt x="1266825" y="962025"/>
                </a:lnTo>
                <a:lnTo>
                  <a:pt x="1285875" y="962025"/>
                </a:lnTo>
                <a:lnTo>
                  <a:pt x="1285875" y="971550"/>
                </a:lnTo>
                <a:lnTo>
                  <a:pt x="1295400" y="971550"/>
                </a:lnTo>
                <a:lnTo>
                  <a:pt x="1295400" y="990600"/>
                </a:lnTo>
                <a:lnTo>
                  <a:pt x="1314450" y="990600"/>
                </a:lnTo>
                <a:lnTo>
                  <a:pt x="1314450" y="1000125"/>
                </a:lnTo>
                <a:lnTo>
                  <a:pt x="1352550" y="1000125"/>
                </a:lnTo>
                <a:lnTo>
                  <a:pt x="1352550" y="1009650"/>
                </a:lnTo>
                <a:lnTo>
                  <a:pt x="1362075" y="1009650"/>
                </a:lnTo>
                <a:lnTo>
                  <a:pt x="1362075" y="1019175"/>
                </a:lnTo>
                <a:lnTo>
                  <a:pt x="1352550" y="1019175"/>
                </a:lnTo>
                <a:lnTo>
                  <a:pt x="1352550" y="1028700"/>
                </a:lnTo>
                <a:lnTo>
                  <a:pt x="1343025" y="1028700"/>
                </a:lnTo>
                <a:lnTo>
                  <a:pt x="1343025" y="1009650"/>
                </a:lnTo>
                <a:lnTo>
                  <a:pt x="1333500" y="1009650"/>
                </a:lnTo>
                <a:lnTo>
                  <a:pt x="1333500" y="1019175"/>
                </a:lnTo>
                <a:lnTo>
                  <a:pt x="1295400" y="1019175"/>
                </a:lnTo>
                <a:lnTo>
                  <a:pt x="1295400" y="1009650"/>
                </a:lnTo>
                <a:lnTo>
                  <a:pt x="1285875" y="1009650"/>
                </a:lnTo>
                <a:lnTo>
                  <a:pt x="1285875" y="1000125"/>
                </a:lnTo>
                <a:lnTo>
                  <a:pt x="1276350" y="1000125"/>
                </a:lnTo>
                <a:lnTo>
                  <a:pt x="1276350" y="1009650"/>
                </a:lnTo>
                <a:lnTo>
                  <a:pt x="1266825" y="1009650"/>
                </a:lnTo>
                <a:lnTo>
                  <a:pt x="1266825" y="1028700"/>
                </a:lnTo>
                <a:lnTo>
                  <a:pt x="1247775" y="1028700"/>
                </a:lnTo>
                <a:lnTo>
                  <a:pt x="1247775" y="1038225"/>
                </a:lnTo>
                <a:lnTo>
                  <a:pt x="1228725" y="1038225"/>
                </a:lnTo>
                <a:lnTo>
                  <a:pt x="1228725" y="1028700"/>
                </a:lnTo>
                <a:lnTo>
                  <a:pt x="1200150" y="1028700"/>
                </a:lnTo>
                <a:lnTo>
                  <a:pt x="1200150" y="1019175"/>
                </a:lnTo>
                <a:lnTo>
                  <a:pt x="1190625" y="1019175"/>
                </a:lnTo>
                <a:lnTo>
                  <a:pt x="1190625" y="1009650"/>
                </a:lnTo>
                <a:lnTo>
                  <a:pt x="1200150" y="1009650"/>
                </a:lnTo>
                <a:lnTo>
                  <a:pt x="1200150" y="1000125"/>
                </a:lnTo>
                <a:lnTo>
                  <a:pt x="1209675" y="1000125"/>
                </a:lnTo>
                <a:lnTo>
                  <a:pt x="1209675" y="990600"/>
                </a:lnTo>
                <a:lnTo>
                  <a:pt x="1219200" y="990600"/>
                </a:lnTo>
                <a:lnTo>
                  <a:pt x="1219200" y="1000125"/>
                </a:lnTo>
                <a:lnTo>
                  <a:pt x="1228725" y="1000125"/>
                </a:lnTo>
                <a:lnTo>
                  <a:pt x="1228725" y="1009650"/>
                </a:lnTo>
                <a:lnTo>
                  <a:pt x="1238250" y="1009650"/>
                </a:lnTo>
                <a:lnTo>
                  <a:pt x="1238250" y="1000125"/>
                </a:lnTo>
                <a:lnTo>
                  <a:pt x="1247775" y="1000125"/>
                </a:lnTo>
                <a:close/>
                <a:moveTo>
                  <a:pt x="1428750" y="952500"/>
                </a:moveTo>
                <a:lnTo>
                  <a:pt x="1438275" y="952500"/>
                </a:lnTo>
                <a:lnTo>
                  <a:pt x="1438275" y="981075"/>
                </a:lnTo>
                <a:lnTo>
                  <a:pt x="1428750" y="981075"/>
                </a:lnTo>
                <a:lnTo>
                  <a:pt x="1428750" y="990600"/>
                </a:lnTo>
                <a:lnTo>
                  <a:pt x="1419225" y="990600"/>
                </a:lnTo>
                <a:lnTo>
                  <a:pt x="1419225" y="962025"/>
                </a:lnTo>
                <a:lnTo>
                  <a:pt x="1428750" y="962025"/>
                </a:lnTo>
                <a:close/>
                <a:moveTo>
                  <a:pt x="514350" y="962025"/>
                </a:moveTo>
                <a:lnTo>
                  <a:pt x="523875" y="962025"/>
                </a:lnTo>
                <a:lnTo>
                  <a:pt x="523875" y="971550"/>
                </a:lnTo>
                <a:lnTo>
                  <a:pt x="514350" y="971550"/>
                </a:lnTo>
                <a:close/>
                <a:moveTo>
                  <a:pt x="1162050" y="962025"/>
                </a:moveTo>
                <a:lnTo>
                  <a:pt x="1171575" y="962025"/>
                </a:lnTo>
                <a:lnTo>
                  <a:pt x="1171575" y="1000125"/>
                </a:lnTo>
                <a:lnTo>
                  <a:pt x="1181100" y="1000125"/>
                </a:lnTo>
                <a:lnTo>
                  <a:pt x="1181100" y="1009650"/>
                </a:lnTo>
                <a:lnTo>
                  <a:pt x="1162050" y="1009650"/>
                </a:lnTo>
                <a:close/>
                <a:moveTo>
                  <a:pt x="1371600" y="962025"/>
                </a:moveTo>
                <a:lnTo>
                  <a:pt x="1381125" y="962025"/>
                </a:lnTo>
                <a:lnTo>
                  <a:pt x="1381125" y="971550"/>
                </a:lnTo>
                <a:lnTo>
                  <a:pt x="1371600" y="971550"/>
                </a:lnTo>
                <a:close/>
                <a:moveTo>
                  <a:pt x="1390650" y="962025"/>
                </a:moveTo>
                <a:lnTo>
                  <a:pt x="1400175" y="962025"/>
                </a:lnTo>
                <a:lnTo>
                  <a:pt x="1400175" y="971550"/>
                </a:lnTo>
                <a:lnTo>
                  <a:pt x="1390650" y="971550"/>
                </a:lnTo>
                <a:close/>
                <a:moveTo>
                  <a:pt x="9525" y="971550"/>
                </a:moveTo>
                <a:lnTo>
                  <a:pt x="19050" y="971550"/>
                </a:lnTo>
                <a:lnTo>
                  <a:pt x="19050" y="1000125"/>
                </a:lnTo>
                <a:lnTo>
                  <a:pt x="0" y="1000125"/>
                </a:lnTo>
                <a:lnTo>
                  <a:pt x="0" y="981075"/>
                </a:lnTo>
                <a:lnTo>
                  <a:pt x="9525" y="981075"/>
                </a:lnTo>
                <a:close/>
                <a:moveTo>
                  <a:pt x="1304925" y="971550"/>
                </a:moveTo>
                <a:lnTo>
                  <a:pt x="1314450" y="971550"/>
                </a:lnTo>
                <a:lnTo>
                  <a:pt x="1314450" y="981075"/>
                </a:lnTo>
                <a:lnTo>
                  <a:pt x="1304925" y="981075"/>
                </a:lnTo>
                <a:close/>
                <a:moveTo>
                  <a:pt x="1466850" y="971550"/>
                </a:moveTo>
                <a:lnTo>
                  <a:pt x="1476375" y="971550"/>
                </a:lnTo>
                <a:lnTo>
                  <a:pt x="1476375" y="1038225"/>
                </a:lnTo>
                <a:lnTo>
                  <a:pt x="1466850" y="1038225"/>
                </a:lnTo>
                <a:close/>
                <a:moveTo>
                  <a:pt x="333375" y="981075"/>
                </a:moveTo>
                <a:lnTo>
                  <a:pt x="342900" y="981075"/>
                </a:lnTo>
                <a:lnTo>
                  <a:pt x="342900" y="990600"/>
                </a:lnTo>
                <a:lnTo>
                  <a:pt x="352425" y="990600"/>
                </a:lnTo>
                <a:lnTo>
                  <a:pt x="352425" y="1019175"/>
                </a:lnTo>
                <a:lnTo>
                  <a:pt x="342900" y="1019175"/>
                </a:lnTo>
                <a:lnTo>
                  <a:pt x="342900" y="1009650"/>
                </a:lnTo>
                <a:lnTo>
                  <a:pt x="333375" y="1009650"/>
                </a:lnTo>
                <a:lnTo>
                  <a:pt x="333375" y="1019175"/>
                </a:lnTo>
                <a:lnTo>
                  <a:pt x="314325" y="1019175"/>
                </a:lnTo>
                <a:lnTo>
                  <a:pt x="314325" y="1009650"/>
                </a:lnTo>
                <a:lnTo>
                  <a:pt x="323850" y="1009650"/>
                </a:lnTo>
                <a:lnTo>
                  <a:pt x="323850" y="1000125"/>
                </a:lnTo>
                <a:lnTo>
                  <a:pt x="333375" y="1000125"/>
                </a:lnTo>
                <a:close/>
                <a:moveTo>
                  <a:pt x="1352550" y="981075"/>
                </a:moveTo>
                <a:lnTo>
                  <a:pt x="1381125" y="981075"/>
                </a:lnTo>
                <a:lnTo>
                  <a:pt x="1381125" y="990600"/>
                </a:lnTo>
                <a:lnTo>
                  <a:pt x="1352550" y="990600"/>
                </a:lnTo>
                <a:close/>
                <a:moveTo>
                  <a:pt x="1524000" y="981075"/>
                </a:moveTo>
                <a:lnTo>
                  <a:pt x="1533525" y="981075"/>
                </a:lnTo>
                <a:lnTo>
                  <a:pt x="1533525" y="990600"/>
                </a:lnTo>
                <a:lnTo>
                  <a:pt x="1524000" y="990600"/>
                </a:lnTo>
                <a:close/>
                <a:moveTo>
                  <a:pt x="381000" y="990600"/>
                </a:moveTo>
                <a:lnTo>
                  <a:pt x="390525" y="990600"/>
                </a:lnTo>
                <a:lnTo>
                  <a:pt x="390525" y="1000125"/>
                </a:lnTo>
                <a:lnTo>
                  <a:pt x="381000" y="1000125"/>
                </a:lnTo>
                <a:close/>
                <a:moveTo>
                  <a:pt x="361950" y="1000125"/>
                </a:moveTo>
                <a:lnTo>
                  <a:pt x="371475" y="1000125"/>
                </a:lnTo>
                <a:lnTo>
                  <a:pt x="371475" y="1019175"/>
                </a:lnTo>
                <a:lnTo>
                  <a:pt x="361950" y="1019175"/>
                </a:lnTo>
                <a:close/>
                <a:moveTo>
                  <a:pt x="390525" y="1000125"/>
                </a:moveTo>
                <a:lnTo>
                  <a:pt x="400050" y="1000125"/>
                </a:lnTo>
                <a:lnTo>
                  <a:pt x="400050" y="1009650"/>
                </a:lnTo>
                <a:lnTo>
                  <a:pt x="390525" y="1009650"/>
                </a:lnTo>
                <a:close/>
                <a:moveTo>
                  <a:pt x="295275" y="1009650"/>
                </a:moveTo>
                <a:lnTo>
                  <a:pt x="304800" y="1009650"/>
                </a:lnTo>
                <a:lnTo>
                  <a:pt x="304800" y="1019175"/>
                </a:lnTo>
                <a:lnTo>
                  <a:pt x="295275" y="1019175"/>
                </a:lnTo>
                <a:close/>
                <a:moveTo>
                  <a:pt x="400050" y="1009650"/>
                </a:moveTo>
                <a:lnTo>
                  <a:pt x="409575" y="1009650"/>
                </a:lnTo>
                <a:lnTo>
                  <a:pt x="409575" y="1019175"/>
                </a:lnTo>
                <a:lnTo>
                  <a:pt x="400050" y="1019175"/>
                </a:lnTo>
                <a:close/>
                <a:moveTo>
                  <a:pt x="1152525" y="1009650"/>
                </a:moveTo>
                <a:lnTo>
                  <a:pt x="1162050" y="1009650"/>
                </a:lnTo>
                <a:lnTo>
                  <a:pt x="1162050" y="1019175"/>
                </a:lnTo>
                <a:lnTo>
                  <a:pt x="1152525" y="1019175"/>
                </a:lnTo>
                <a:close/>
                <a:moveTo>
                  <a:pt x="1524000" y="1009650"/>
                </a:moveTo>
                <a:lnTo>
                  <a:pt x="1533525" y="1009650"/>
                </a:lnTo>
                <a:lnTo>
                  <a:pt x="1533525" y="1019175"/>
                </a:lnTo>
                <a:lnTo>
                  <a:pt x="1524000" y="1019175"/>
                </a:lnTo>
                <a:close/>
                <a:moveTo>
                  <a:pt x="161925" y="1019175"/>
                </a:moveTo>
                <a:lnTo>
                  <a:pt x="171450" y="1019175"/>
                </a:lnTo>
                <a:lnTo>
                  <a:pt x="171450" y="1028700"/>
                </a:lnTo>
                <a:lnTo>
                  <a:pt x="161925" y="1028700"/>
                </a:lnTo>
                <a:close/>
                <a:moveTo>
                  <a:pt x="409575" y="1019175"/>
                </a:moveTo>
                <a:lnTo>
                  <a:pt x="419100" y="1019175"/>
                </a:lnTo>
                <a:lnTo>
                  <a:pt x="419100" y="1028700"/>
                </a:lnTo>
                <a:lnTo>
                  <a:pt x="428625" y="1028700"/>
                </a:lnTo>
                <a:lnTo>
                  <a:pt x="428625" y="1047750"/>
                </a:lnTo>
                <a:lnTo>
                  <a:pt x="419100" y="1047750"/>
                </a:lnTo>
                <a:lnTo>
                  <a:pt x="419100" y="1038225"/>
                </a:lnTo>
                <a:lnTo>
                  <a:pt x="409575" y="1038225"/>
                </a:lnTo>
                <a:close/>
                <a:moveTo>
                  <a:pt x="1162050" y="1019175"/>
                </a:moveTo>
                <a:lnTo>
                  <a:pt x="1171575" y="1019175"/>
                </a:lnTo>
                <a:lnTo>
                  <a:pt x="1171575" y="1028700"/>
                </a:lnTo>
                <a:lnTo>
                  <a:pt x="1162050" y="1028700"/>
                </a:lnTo>
                <a:close/>
                <a:moveTo>
                  <a:pt x="1285875" y="1019175"/>
                </a:moveTo>
                <a:lnTo>
                  <a:pt x="1295400" y="1019175"/>
                </a:lnTo>
                <a:lnTo>
                  <a:pt x="1295400" y="1028700"/>
                </a:lnTo>
                <a:lnTo>
                  <a:pt x="1304925" y="1028700"/>
                </a:lnTo>
                <a:lnTo>
                  <a:pt x="1304925" y="1038225"/>
                </a:lnTo>
                <a:lnTo>
                  <a:pt x="1285875" y="1038225"/>
                </a:lnTo>
                <a:lnTo>
                  <a:pt x="1285875" y="1047750"/>
                </a:lnTo>
                <a:lnTo>
                  <a:pt x="1276350" y="1047750"/>
                </a:lnTo>
                <a:lnTo>
                  <a:pt x="1276350" y="1038225"/>
                </a:lnTo>
                <a:lnTo>
                  <a:pt x="1266825" y="1038225"/>
                </a:lnTo>
                <a:lnTo>
                  <a:pt x="1266825" y="1028700"/>
                </a:lnTo>
                <a:lnTo>
                  <a:pt x="1285875" y="1028700"/>
                </a:lnTo>
                <a:close/>
                <a:moveTo>
                  <a:pt x="1533525" y="1019175"/>
                </a:moveTo>
                <a:lnTo>
                  <a:pt x="1543050" y="1019175"/>
                </a:lnTo>
                <a:lnTo>
                  <a:pt x="1543050" y="1028700"/>
                </a:lnTo>
                <a:lnTo>
                  <a:pt x="1552575" y="1028700"/>
                </a:lnTo>
                <a:lnTo>
                  <a:pt x="1552575" y="1038225"/>
                </a:lnTo>
                <a:lnTo>
                  <a:pt x="1533525" y="1038225"/>
                </a:lnTo>
                <a:close/>
                <a:moveTo>
                  <a:pt x="1581150" y="1019175"/>
                </a:moveTo>
                <a:lnTo>
                  <a:pt x="1609725" y="1019175"/>
                </a:lnTo>
                <a:lnTo>
                  <a:pt x="1609725" y="1028700"/>
                </a:lnTo>
                <a:lnTo>
                  <a:pt x="1600200" y="1028700"/>
                </a:lnTo>
                <a:lnTo>
                  <a:pt x="1600200" y="1038225"/>
                </a:lnTo>
                <a:lnTo>
                  <a:pt x="1590675" y="1038225"/>
                </a:lnTo>
                <a:lnTo>
                  <a:pt x="1590675" y="1047750"/>
                </a:lnTo>
                <a:lnTo>
                  <a:pt x="1571625" y="1047750"/>
                </a:lnTo>
                <a:lnTo>
                  <a:pt x="1571625" y="1028700"/>
                </a:lnTo>
                <a:lnTo>
                  <a:pt x="1581150" y="1028700"/>
                </a:lnTo>
                <a:close/>
                <a:moveTo>
                  <a:pt x="1171575" y="1028700"/>
                </a:moveTo>
                <a:lnTo>
                  <a:pt x="1181100" y="1028700"/>
                </a:lnTo>
                <a:lnTo>
                  <a:pt x="1181100" y="1038225"/>
                </a:lnTo>
                <a:lnTo>
                  <a:pt x="1171575" y="1038225"/>
                </a:lnTo>
                <a:close/>
                <a:moveTo>
                  <a:pt x="1362075" y="1028700"/>
                </a:moveTo>
                <a:lnTo>
                  <a:pt x="1371600" y="1028700"/>
                </a:lnTo>
                <a:lnTo>
                  <a:pt x="1371600" y="1038225"/>
                </a:lnTo>
                <a:lnTo>
                  <a:pt x="1362075" y="1038225"/>
                </a:lnTo>
                <a:close/>
                <a:moveTo>
                  <a:pt x="152400" y="1038225"/>
                </a:moveTo>
                <a:lnTo>
                  <a:pt x="171450" y="1038225"/>
                </a:lnTo>
                <a:lnTo>
                  <a:pt x="171450" y="1047750"/>
                </a:lnTo>
                <a:lnTo>
                  <a:pt x="152400" y="1047750"/>
                </a:lnTo>
                <a:close/>
                <a:moveTo>
                  <a:pt x="200025" y="1038225"/>
                </a:moveTo>
                <a:lnTo>
                  <a:pt x="209550" y="1038225"/>
                </a:lnTo>
                <a:lnTo>
                  <a:pt x="209550" y="1047750"/>
                </a:lnTo>
                <a:lnTo>
                  <a:pt x="219075" y="1047750"/>
                </a:lnTo>
                <a:lnTo>
                  <a:pt x="219075" y="1057275"/>
                </a:lnTo>
                <a:lnTo>
                  <a:pt x="200025" y="1057275"/>
                </a:lnTo>
                <a:close/>
                <a:moveTo>
                  <a:pt x="1076325" y="1038225"/>
                </a:moveTo>
                <a:lnTo>
                  <a:pt x="1085850" y="1038225"/>
                </a:lnTo>
                <a:lnTo>
                  <a:pt x="1085850" y="1047750"/>
                </a:lnTo>
                <a:lnTo>
                  <a:pt x="1076325" y="1047750"/>
                </a:lnTo>
                <a:close/>
                <a:moveTo>
                  <a:pt x="1314450" y="1047750"/>
                </a:moveTo>
                <a:lnTo>
                  <a:pt x="1323975" y="1047750"/>
                </a:lnTo>
                <a:lnTo>
                  <a:pt x="1323975" y="1057275"/>
                </a:lnTo>
                <a:lnTo>
                  <a:pt x="1314450" y="1057275"/>
                </a:lnTo>
                <a:close/>
                <a:moveTo>
                  <a:pt x="57150" y="1057275"/>
                </a:moveTo>
                <a:lnTo>
                  <a:pt x="66675" y="1057275"/>
                </a:lnTo>
                <a:lnTo>
                  <a:pt x="66675" y="1066800"/>
                </a:lnTo>
                <a:lnTo>
                  <a:pt x="57150" y="1066800"/>
                </a:lnTo>
                <a:close/>
                <a:moveTo>
                  <a:pt x="76200" y="1057275"/>
                </a:moveTo>
                <a:lnTo>
                  <a:pt x="85725" y="1057275"/>
                </a:lnTo>
                <a:lnTo>
                  <a:pt x="85725" y="1085850"/>
                </a:lnTo>
                <a:lnTo>
                  <a:pt x="76200" y="1085850"/>
                </a:lnTo>
                <a:close/>
                <a:moveTo>
                  <a:pt x="95250" y="1057275"/>
                </a:moveTo>
                <a:lnTo>
                  <a:pt x="114300" y="1057275"/>
                </a:lnTo>
                <a:lnTo>
                  <a:pt x="114300" y="1076325"/>
                </a:lnTo>
                <a:lnTo>
                  <a:pt x="95250" y="1076325"/>
                </a:lnTo>
                <a:close/>
                <a:moveTo>
                  <a:pt x="123825" y="1057275"/>
                </a:moveTo>
                <a:lnTo>
                  <a:pt x="133350" y="1057275"/>
                </a:lnTo>
                <a:lnTo>
                  <a:pt x="133350" y="1085850"/>
                </a:lnTo>
                <a:lnTo>
                  <a:pt x="142875" y="1085850"/>
                </a:lnTo>
                <a:lnTo>
                  <a:pt x="142875" y="1095375"/>
                </a:lnTo>
                <a:lnTo>
                  <a:pt x="114300" y="1095375"/>
                </a:lnTo>
                <a:lnTo>
                  <a:pt x="114300" y="1076325"/>
                </a:lnTo>
                <a:lnTo>
                  <a:pt x="123825" y="1076325"/>
                </a:lnTo>
                <a:close/>
                <a:moveTo>
                  <a:pt x="447675" y="1057275"/>
                </a:moveTo>
                <a:lnTo>
                  <a:pt x="457200" y="1057275"/>
                </a:lnTo>
                <a:lnTo>
                  <a:pt x="457200" y="1066800"/>
                </a:lnTo>
                <a:lnTo>
                  <a:pt x="447675" y="1066800"/>
                </a:lnTo>
                <a:close/>
                <a:moveTo>
                  <a:pt x="1200150" y="1057275"/>
                </a:moveTo>
                <a:lnTo>
                  <a:pt x="1219200" y="1057275"/>
                </a:lnTo>
                <a:lnTo>
                  <a:pt x="1219200" y="1066800"/>
                </a:lnTo>
                <a:lnTo>
                  <a:pt x="1209675" y="1066800"/>
                </a:lnTo>
                <a:lnTo>
                  <a:pt x="1209675" y="1085850"/>
                </a:lnTo>
                <a:lnTo>
                  <a:pt x="1171575" y="1085850"/>
                </a:lnTo>
                <a:lnTo>
                  <a:pt x="1171575" y="1076325"/>
                </a:lnTo>
                <a:lnTo>
                  <a:pt x="1200150" y="1076325"/>
                </a:lnTo>
                <a:close/>
                <a:moveTo>
                  <a:pt x="1543050" y="1057275"/>
                </a:moveTo>
                <a:lnTo>
                  <a:pt x="1552575" y="1057275"/>
                </a:lnTo>
                <a:lnTo>
                  <a:pt x="1552575" y="1066800"/>
                </a:lnTo>
                <a:lnTo>
                  <a:pt x="1543050" y="1066800"/>
                </a:lnTo>
                <a:close/>
                <a:moveTo>
                  <a:pt x="200025" y="1066800"/>
                </a:moveTo>
                <a:lnTo>
                  <a:pt x="238125" y="1066800"/>
                </a:lnTo>
                <a:lnTo>
                  <a:pt x="238125" y="1076325"/>
                </a:lnTo>
                <a:lnTo>
                  <a:pt x="200025" y="1076325"/>
                </a:lnTo>
                <a:close/>
                <a:moveTo>
                  <a:pt x="266700" y="1066800"/>
                </a:moveTo>
                <a:lnTo>
                  <a:pt x="285750" y="1066800"/>
                </a:lnTo>
                <a:lnTo>
                  <a:pt x="285750" y="1076325"/>
                </a:lnTo>
                <a:lnTo>
                  <a:pt x="266700" y="1076325"/>
                </a:lnTo>
                <a:close/>
                <a:moveTo>
                  <a:pt x="1543050" y="1076325"/>
                </a:moveTo>
                <a:lnTo>
                  <a:pt x="1562100" y="1076325"/>
                </a:lnTo>
                <a:lnTo>
                  <a:pt x="1562100" y="1095375"/>
                </a:lnTo>
                <a:lnTo>
                  <a:pt x="1543050" y="1095375"/>
                </a:lnTo>
                <a:close/>
                <a:moveTo>
                  <a:pt x="1581150" y="1076325"/>
                </a:moveTo>
                <a:lnTo>
                  <a:pt x="1609725" y="1076325"/>
                </a:lnTo>
                <a:lnTo>
                  <a:pt x="1609725" y="1104900"/>
                </a:lnTo>
                <a:lnTo>
                  <a:pt x="1600200" y="1104900"/>
                </a:lnTo>
                <a:lnTo>
                  <a:pt x="1600200" y="1114425"/>
                </a:lnTo>
                <a:lnTo>
                  <a:pt x="1590675" y="1114425"/>
                </a:lnTo>
                <a:lnTo>
                  <a:pt x="1590675" y="1095375"/>
                </a:lnTo>
                <a:lnTo>
                  <a:pt x="1581150" y="1095375"/>
                </a:lnTo>
                <a:close/>
                <a:moveTo>
                  <a:pt x="57150" y="1085850"/>
                </a:moveTo>
                <a:lnTo>
                  <a:pt x="66675" y="1085850"/>
                </a:lnTo>
                <a:lnTo>
                  <a:pt x="66675" y="1104900"/>
                </a:lnTo>
                <a:lnTo>
                  <a:pt x="57150" y="1104900"/>
                </a:lnTo>
                <a:close/>
                <a:moveTo>
                  <a:pt x="133350" y="1104900"/>
                </a:moveTo>
                <a:lnTo>
                  <a:pt x="142875" y="1104900"/>
                </a:lnTo>
                <a:lnTo>
                  <a:pt x="142875" y="1114425"/>
                </a:lnTo>
                <a:lnTo>
                  <a:pt x="133350" y="1114425"/>
                </a:lnTo>
                <a:close/>
                <a:moveTo>
                  <a:pt x="257175" y="1104900"/>
                </a:moveTo>
                <a:lnTo>
                  <a:pt x="266700" y="1104900"/>
                </a:lnTo>
                <a:lnTo>
                  <a:pt x="266700" y="1114425"/>
                </a:lnTo>
                <a:lnTo>
                  <a:pt x="257175" y="1114425"/>
                </a:lnTo>
                <a:close/>
                <a:moveTo>
                  <a:pt x="514350" y="1114425"/>
                </a:moveTo>
                <a:lnTo>
                  <a:pt x="523875" y="1114425"/>
                </a:lnTo>
                <a:lnTo>
                  <a:pt x="523875" y="1123950"/>
                </a:lnTo>
                <a:lnTo>
                  <a:pt x="514350" y="1123950"/>
                </a:lnTo>
                <a:close/>
                <a:moveTo>
                  <a:pt x="1104900" y="1114425"/>
                </a:moveTo>
                <a:lnTo>
                  <a:pt x="1114425" y="1114425"/>
                </a:lnTo>
                <a:lnTo>
                  <a:pt x="1114425" y="1123950"/>
                </a:lnTo>
                <a:lnTo>
                  <a:pt x="1104900" y="1123950"/>
                </a:lnTo>
                <a:close/>
                <a:moveTo>
                  <a:pt x="152400" y="1123950"/>
                </a:moveTo>
                <a:lnTo>
                  <a:pt x="161925" y="1123950"/>
                </a:lnTo>
                <a:lnTo>
                  <a:pt x="161925" y="1133475"/>
                </a:lnTo>
                <a:lnTo>
                  <a:pt x="152400" y="1133475"/>
                </a:lnTo>
                <a:close/>
                <a:moveTo>
                  <a:pt x="171450" y="1123950"/>
                </a:moveTo>
                <a:lnTo>
                  <a:pt x="180975" y="1123950"/>
                </a:lnTo>
                <a:lnTo>
                  <a:pt x="180975" y="1133475"/>
                </a:lnTo>
                <a:lnTo>
                  <a:pt x="171450" y="1133475"/>
                </a:lnTo>
                <a:close/>
                <a:moveTo>
                  <a:pt x="504825" y="1123950"/>
                </a:moveTo>
                <a:lnTo>
                  <a:pt x="514350" y="1123950"/>
                </a:lnTo>
                <a:lnTo>
                  <a:pt x="514350" y="1133475"/>
                </a:lnTo>
                <a:lnTo>
                  <a:pt x="504825" y="1133475"/>
                </a:lnTo>
                <a:close/>
                <a:moveTo>
                  <a:pt x="1085850" y="1123950"/>
                </a:moveTo>
                <a:lnTo>
                  <a:pt x="1104900" y="1123950"/>
                </a:lnTo>
                <a:lnTo>
                  <a:pt x="1104900" y="1133475"/>
                </a:lnTo>
                <a:lnTo>
                  <a:pt x="1085850" y="1133475"/>
                </a:lnTo>
                <a:close/>
                <a:moveTo>
                  <a:pt x="438150" y="1133475"/>
                </a:moveTo>
                <a:lnTo>
                  <a:pt x="447675" y="1133475"/>
                </a:lnTo>
                <a:lnTo>
                  <a:pt x="447675" y="1143000"/>
                </a:lnTo>
                <a:lnTo>
                  <a:pt x="438150" y="1143000"/>
                </a:lnTo>
                <a:close/>
                <a:moveTo>
                  <a:pt x="428625" y="1143000"/>
                </a:moveTo>
                <a:lnTo>
                  <a:pt x="438150" y="1143000"/>
                </a:lnTo>
                <a:lnTo>
                  <a:pt x="438150" y="1152525"/>
                </a:lnTo>
                <a:lnTo>
                  <a:pt x="428625" y="1152525"/>
                </a:lnTo>
                <a:close/>
                <a:moveTo>
                  <a:pt x="447675" y="1143000"/>
                </a:moveTo>
                <a:lnTo>
                  <a:pt x="457200" y="1143000"/>
                </a:lnTo>
                <a:lnTo>
                  <a:pt x="457200" y="1152525"/>
                </a:lnTo>
                <a:lnTo>
                  <a:pt x="447675" y="1152525"/>
                </a:lnTo>
                <a:close/>
                <a:moveTo>
                  <a:pt x="419100" y="1152525"/>
                </a:moveTo>
                <a:lnTo>
                  <a:pt x="428625" y="1152525"/>
                </a:lnTo>
                <a:lnTo>
                  <a:pt x="428625" y="1171575"/>
                </a:lnTo>
                <a:lnTo>
                  <a:pt x="419100" y="1171575"/>
                </a:lnTo>
                <a:close/>
                <a:moveTo>
                  <a:pt x="95250" y="1162050"/>
                </a:moveTo>
                <a:lnTo>
                  <a:pt x="104775" y="1162050"/>
                </a:lnTo>
                <a:lnTo>
                  <a:pt x="104775" y="1190625"/>
                </a:lnTo>
                <a:lnTo>
                  <a:pt x="85725" y="1190625"/>
                </a:lnTo>
                <a:lnTo>
                  <a:pt x="85725" y="1171575"/>
                </a:lnTo>
                <a:lnTo>
                  <a:pt x="95250" y="1171575"/>
                </a:lnTo>
                <a:close/>
                <a:moveTo>
                  <a:pt x="1514475" y="1162050"/>
                </a:moveTo>
                <a:lnTo>
                  <a:pt x="1524000" y="1162050"/>
                </a:lnTo>
                <a:lnTo>
                  <a:pt x="1524000" y="1181100"/>
                </a:lnTo>
                <a:lnTo>
                  <a:pt x="1514475" y="1181100"/>
                </a:lnTo>
                <a:close/>
                <a:moveTo>
                  <a:pt x="190500" y="1171575"/>
                </a:moveTo>
                <a:lnTo>
                  <a:pt x="209550" y="1171575"/>
                </a:lnTo>
                <a:lnTo>
                  <a:pt x="209550" y="1181100"/>
                </a:lnTo>
                <a:lnTo>
                  <a:pt x="219075" y="1181100"/>
                </a:lnTo>
                <a:lnTo>
                  <a:pt x="219075" y="1190625"/>
                </a:lnTo>
                <a:lnTo>
                  <a:pt x="200025" y="1190625"/>
                </a:lnTo>
                <a:lnTo>
                  <a:pt x="200025" y="1181100"/>
                </a:lnTo>
                <a:lnTo>
                  <a:pt x="190500" y="1181100"/>
                </a:lnTo>
                <a:close/>
                <a:moveTo>
                  <a:pt x="1362075" y="1181100"/>
                </a:moveTo>
                <a:lnTo>
                  <a:pt x="1371600" y="1181100"/>
                </a:lnTo>
                <a:lnTo>
                  <a:pt x="1371600" y="1190625"/>
                </a:lnTo>
                <a:lnTo>
                  <a:pt x="1362075" y="1190625"/>
                </a:lnTo>
                <a:close/>
                <a:moveTo>
                  <a:pt x="1476375" y="1181100"/>
                </a:moveTo>
                <a:lnTo>
                  <a:pt x="1485900" y="1181100"/>
                </a:lnTo>
                <a:lnTo>
                  <a:pt x="1485900" y="1190625"/>
                </a:lnTo>
                <a:lnTo>
                  <a:pt x="1476375" y="1190625"/>
                </a:lnTo>
                <a:close/>
                <a:moveTo>
                  <a:pt x="1524000" y="1181100"/>
                </a:moveTo>
                <a:lnTo>
                  <a:pt x="1543050" y="1181100"/>
                </a:lnTo>
                <a:lnTo>
                  <a:pt x="1543050" y="1190625"/>
                </a:lnTo>
                <a:lnTo>
                  <a:pt x="1524000" y="1190625"/>
                </a:lnTo>
                <a:close/>
                <a:moveTo>
                  <a:pt x="38100" y="1200150"/>
                </a:moveTo>
                <a:lnTo>
                  <a:pt x="47625" y="1200150"/>
                </a:lnTo>
                <a:lnTo>
                  <a:pt x="47625" y="1209675"/>
                </a:lnTo>
                <a:lnTo>
                  <a:pt x="57150" y="1209675"/>
                </a:lnTo>
                <a:lnTo>
                  <a:pt x="57150" y="1219200"/>
                </a:lnTo>
                <a:lnTo>
                  <a:pt x="28575" y="1219200"/>
                </a:lnTo>
                <a:lnTo>
                  <a:pt x="28575" y="1209675"/>
                </a:lnTo>
                <a:lnTo>
                  <a:pt x="38100" y="1209675"/>
                </a:lnTo>
                <a:close/>
                <a:moveTo>
                  <a:pt x="95250" y="1200150"/>
                </a:moveTo>
                <a:lnTo>
                  <a:pt x="104775" y="1200150"/>
                </a:lnTo>
                <a:lnTo>
                  <a:pt x="104775" y="1209675"/>
                </a:lnTo>
                <a:lnTo>
                  <a:pt x="114300" y="1209675"/>
                </a:lnTo>
                <a:lnTo>
                  <a:pt x="114300" y="1219200"/>
                </a:lnTo>
                <a:lnTo>
                  <a:pt x="95250" y="1219200"/>
                </a:lnTo>
                <a:close/>
                <a:moveTo>
                  <a:pt x="276225" y="1200150"/>
                </a:moveTo>
                <a:lnTo>
                  <a:pt x="285750" y="1200150"/>
                </a:lnTo>
                <a:lnTo>
                  <a:pt x="285750" y="1209675"/>
                </a:lnTo>
                <a:lnTo>
                  <a:pt x="276225" y="1209675"/>
                </a:lnTo>
                <a:close/>
                <a:moveTo>
                  <a:pt x="295275" y="1200150"/>
                </a:moveTo>
                <a:lnTo>
                  <a:pt x="304800" y="1200150"/>
                </a:lnTo>
                <a:lnTo>
                  <a:pt x="304800" y="1219200"/>
                </a:lnTo>
                <a:lnTo>
                  <a:pt x="295275" y="1219200"/>
                </a:lnTo>
                <a:close/>
                <a:moveTo>
                  <a:pt x="733425" y="1209675"/>
                </a:moveTo>
                <a:lnTo>
                  <a:pt x="762000" y="1209675"/>
                </a:lnTo>
                <a:lnTo>
                  <a:pt x="762000" y="1219200"/>
                </a:lnTo>
                <a:lnTo>
                  <a:pt x="742950" y="1219200"/>
                </a:lnTo>
                <a:lnTo>
                  <a:pt x="742950" y="1238250"/>
                </a:lnTo>
                <a:lnTo>
                  <a:pt x="733425" y="1238250"/>
                </a:lnTo>
                <a:close/>
                <a:moveTo>
                  <a:pt x="828675" y="1209675"/>
                </a:moveTo>
                <a:lnTo>
                  <a:pt x="838200" y="1209675"/>
                </a:lnTo>
                <a:lnTo>
                  <a:pt x="838200" y="1219200"/>
                </a:lnTo>
                <a:lnTo>
                  <a:pt x="847725" y="1219200"/>
                </a:lnTo>
                <a:lnTo>
                  <a:pt x="847725" y="1238250"/>
                </a:lnTo>
                <a:lnTo>
                  <a:pt x="828675" y="1238250"/>
                </a:lnTo>
                <a:close/>
                <a:moveTo>
                  <a:pt x="352425" y="1219200"/>
                </a:moveTo>
                <a:lnTo>
                  <a:pt x="361950" y="1219200"/>
                </a:lnTo>
                <a:lnTo>
                  <a:pt x="361950" y="1228725"/>
                </a:lnTo>
                <a:lnTo>
                  <a:pt x="352425" y="1228725"/>
                </a:lnTo>
                <a:close/>
                <a:moveTo>
                  <a:pt x="857250" y="1219200"/>
                </a:moveTo>
                <a:lnTo>
                  <a:pt x="866775" y="1219200"/>
                </a:lnTo>
                <a:lnTo>
                  <a:pt x="866775" y="1238250"/>
                </a:lnTo>
                <a:lnTo>
                  <a:pt x="857250" y="1238250"/>
                </a:lnTo>
                <a:close/>
                <a:moveTo>
                  <a:pt x="1085850" y="1219200"/>
                </a:moveTo>
                <a:lnTo>
                  <a:pt x="1095375" y="1219200"/>
                </a:lnTo>
                <a:lnTo>
                  <a:pt x="1095375" y="1238250"/>
                </a:lnTo>
                <a:lnTo>
                  <a:pt x="1085850" y="1238250"/>
                </a:lnTo>
                <a:close/>
                <a:moveTo>
                  <a:pt x="1104900" y="1219200"/>
                </a:moveTo>
                <a:lnTo>
                  <a:pt x="1114425" y="1219200"/>
                </a:lnTo>
                <a:lnTo>
                  <a:pt x="1114425" y="1228725"/>
                </a:lnTo>
                <a:lnTo>
                  <a:pt x="1104900" y="1228725"/>
                </a:lnTo>
                <a:close/>
                <a:moveTo>
                  <a:pt x="1171575" y="1219200"/>
                </a:moveTo>
                <a:lnTo>
                  <a:pt x="1181100" y="1219200"/>
                </a:lnTo>
                <a:lnTo>
                  <a:pt x="1181100" y="1228725"/>
                </a:lnTo>
                <a:lnTo>
                  <a:pt x="1171575" y="1228725"/>
                </a:lnTo>
                <a:close/>
                <a:moveTo>
                  <a:pt x="1190625" y="1219200"/>
                </a:moveTo>
                <a:lnTo>
                  <a:pt x="1228725" y="1219200"/>
                </a:lnTo>
                <a:lnTo>
                  <a:pt x="1228725" y="1228725"/>
                </a:lnTo>
                <a:lnTo>
                  <a:pt x="1238250" y="1228725"/>
                </a:lnTo>
                <a:lnTo>
                  <a:pt x="1238250" y="1247775"/>
                </a:lnTo>
                <a:lnTo>
                  <a:pt x="1190625" y="1247775"/>
                </a:lnTo>
                <a:lnTo>
                  <a:pt x="1190625" y="1238250"/>
                </a:lnTo>
                <a:lnTo>
                  <a:pt x="1219200" y="1238250"/>
                </a:lnTo>
                <a:lnTo>
                  <a:pt x="1219200" y="1228725"/>
                </a:lnTo>
                <a:lnTo>
                  <a:pt x="1190625" y="1228725"/>
                </a:lnTo>
                <a:close/>
                <a:moveTo>
                  <a:pt x="114300" y="1228725"/>
                </a:moveTo>
                <a:lnTo>
                  <a:pt x="133350" y="1228725"/>
                </a:lnTo>
                <a:lnTo>
                  <a:pt x="133350" y="1238250"/>
                </a:lnTo>
                <a:lnTo>
                  <a:pt x="114300" y="1238250"/>
                </a:lnTo>
                <a:close/>
                <a:moveTo>
                  <a:pt x="85725" y="1238250"/>
                </a:moveTo>
                <a:lnTo>
                  <a:pt x="114300" y="1238250"/>
                </a:lnTo>
                <a:lnTo>
                  <a:pt x="114300" y="1257300"/>
                </a:lnTo>
                <a:lnTo>
                  <a:pt x="104775" y="1257300"/>
                </a:lnTo>
                <a:lnTo>
                  <a:pt x="104775" y="1276350"/>
                </a:lnTo>
                <a:lnTo>
                  <a:pt x="114300" y="1276350"/>
                </a:lnTo>
                <a:lnTo>
                  <a:pt x="114300" y="1285875"/>
                </a:lnTo>
                <a:lnTo>
                  <a:pt x="95250" y="1285875"/>
                </a:lnTo>
                <a:lnTo>
                  <a:pt x="95250" y="1314450"/>
                </a:lnTo>
                <a:lnTo>
                  <a:pt x="104775" y="1314450"/>
                </a:lnTo>
                <a:lnTo>
                  <a:pt x="104775" y="1323975"/>
                </a:lnTo>
                <a:lnTo>
                  <a:pt x="133350" y="1323975"/>
                </a:lnTo>
                <a:lnTo>
                  <a:pt x="133350" y="1314450"/>
                </a:lnTo>
                <a:lnTo>
                  <a:pt x="123825" y="1314450"/>
                </a:lnTo>
                <a:lnTo>
                  <a:pt x="123825" y="1304925"/>
                </a:lnTo>
                <a:lnTo>
                  <a:pt x="133350" y="1304925"/>
                </a:lnTo>
                <a:lnTo>
                  <a:pt x="133350" y="1314450"/>
                </a:lnTo>
                <a:lnTo>
                  <a:pt x="142875" y="1314450"/>
                </a:lnTo>
                <a:lnTo>
                  <a:pt x="142875" y="1323975"/>
                </a:lnTo>
                <a:lnTo>
                  <a:pt x="133350" y="1323975"/>
                </a:lnTo>
                <a:lnTo>
                  <a:pt x="133350" y="1333500"/>
                </a:lnTo>
                <a:lnTo>
                  <a:pt x="114300" y="1333500"/>
                </a:lnTo>
                <a:lnTo>
                  <a:pt x="114300" y="1352550"/>
                </a:lnTo>
                <a:lnTo>
                  <a:pt x="104775" y="1352550"/>
                </a:lnTo>
                <a:lnTo>
                  <a:pt x="104775" y="1333500"/>
                </a:lnTo>
                <a:lnTo>
                  <a:pt x="95250" y="1333500"/>
                </a:lnTo>
                <a:lnTo>
                  <a:pt x="95250" y="1362075"/>
                </a:lnTo>
                <a:lnTo>
                  <a:pt x="66675" y="1362075"/>
                </a:lnTo>
                <a:lnTo>
                  <a:pt x="66675" y="1352550"/>
                </a:lnTo>
                <a:lnTo>
                  <a:pt x="47625" y="1352550"/>
                </a:lnTo>
                <a:lnTo>
                  <a:pt x="47625" y="1362075"/>
                </a:lnTo>
                <a:lnTo>
                  <a:pt x="38100" y="1362075"/>
                </a:lnTo>
                <a:lnTo>
                  <a:pt x="38100" y="1352550"/>
                </a:lnTo>
                <a:lnTo>
                  <a:pt x="28575" y="1352550"/>
                </a:lnTo>
                <a:lnTo>
                  <a:pt x="28575" y="1343025"/>
                </a:lnTo>
                <a:lnTo>
                  <a:pt x="38100" y="1343025"/>
                </a:lnTo>
                <a:lnTo>
                  <a:pt x="38100" y="1333500"/>
                </a:lnTo>
                <a:lnTo>
                  <a:pt x="66675" y="1333500"/>
                </a:lnTo>
                <a:lnTo>
                  <a:pt x="66675" y="1295400"/>
                </a:lnTo>
                <a:lnTo>
                  <a:pt x="76200" y="1295400"/>
                </a:lnTo>
                <a:lnTo>
                  <a:pt x="76200" y="1276350"/>
                </a:lnTo>
                <a:lnTo>
                  <a:pt x="85725" y="1276350"/>
                </a:lnTo>
                <a:lnTo>
                  <a:pt x="85725" y="1266825"/>
                </a:lnTo>
                <a:lnTo>
                  <a:pt x="95250" y="1266825"/>
                </a:lnTo>
                <a:lnTo>
                  <a:pt x="95250" y="1247775"/>
                </a:lnTo>
                <a:lnTo>
                  <a:pt x="85725" y="1247775"/>
                </a:lnTo>
                <a:close/>
                <a:moveTo>
                  <a:pt x="342900" y="1238250"/>
                </a:moveTo>
                <a:lnTo>
                  <a:pt x="352425" y="1238250"/>
                </a:lnTo>
                <a:lnTo>
                  <a:pt x="352425" y="1247775"/>
                </a:lnTo>
                <a:lnTo>
                  <a:pt x="342900" y="1247775"/>
                </a:lnTo>
                <a:close/>
                <a:moveTo>
                  <a:pt x="790575" y="1238250"/>
                </a:moveTo>
                <a:lnTo>
                  <a:pt x="828675" y="1238250"/>
                </a:lnTo>
                <a:lnTo>
                  <a:pt x="828675" y="1247775"/>
                </a:lnTo>
                <a:lnTo>
                  <a:pt x="790575" y="1247775"/>
                </a:lnTo>
                <a:close/>
                <a:moveTo>
                  <a:pt x="1123950" y="1238250"/>
                </a:moveTo>
                <a:lnTo>
                  <a:pt x="1152525" y="1238250"/>
                </a:lnTo>
                <a:lnTo>
                  <a:pt x="1152525" y="1247775"/>
                </a:lnTo>
                <a:lnTo>
                  <a:pt x="1123950" y="1247775"/>
                </a:lnTo>
                <a:close/>
                <a:moveTo>
                  <a:pt x="57150" y="1257300"/>
                </a:moveTo>
                <a:lnTo>
                  <a:pt x="66675" y="1257300"/>
                </a:lnTo>
                <a:lnTo>
                  <a:pt x="66675" y="1285875"/>
                </a:lnTo>
                <a:lnTo>
                  <a:pt x="47625" y="1285875"/>
                </a:lnTo>
                <a:lnTo>
                  <a:pt x="47625" y="1276350"/>
                </a:lnTo>
                <a:lnTo>
                  <a:pt x="19050" y="1276350"/>
                </a:lnTo>
                <a:lnTo>
                  <a:pt x="19050" y="1295400"/>
                </a:lnTo>
                <a:lnTo>
                  <a:pt x="28575" y="1295400"/>
                </a:lnTo>
                <a:lnTo>
                  <a:pt x="28575" y="1314450"/>
                </a:lnTo>
                <a:lnTo>
                  <a:pt x="19050" y="1314450"/>
                </a:lnTo>
                <a:lnTo>
                  <a:pt x="19050" y="1304925"/>
                </a:lnTo>
                <a:lnTo>
                  <a:pt x="0" y="1304925"/>
                </a:lnTo>
                <a:lnTo>
                  <a:pt x="0" y="1295400"/>
                </a:lnTo>
                <a:lnTo>
                  <a:pt x="9525" y="1295400"/>
                </a:lnTo>
                <a:lnTo>
                  <a:pt x="9525" y="1285875"/>
                </a:lnTo>
                <a:lnTo>
                  <a:pt x="0" y="1285875"/>
                </a:lnTo>
                <a:lnTo>
                  <a:pt x="0" y="1266825"/>
                </a:lnTo>
                <a:lnTo>
                  <a:pt x="57150" y="1266825"/>
                </a:lnTo>
                <a:close/>
                <a:moveTo>
                  <a:pt x="142875" y="1276350"/>
                </a:moveTo>
                <a:lnTo>
                  <a:pt x="152400" y="1276350"/>
                </a:lnTo>
                <a:lnTo>
                  <a:pt x="152400" y="1285875"/>
                </a:lnTo>
                <a:lnTo>
                  <a:pt x="142875" y="1285875"/>
                </a:lnTo>
                <a:close/>
                <a:moveTo>
                  <a:pt x="876300" y="1276350"/>
                </a:moveTo>
                <a:lnTo>
                  <a:pt x="885825" y="1276350"/>
                </a:lnTo>
                <a:lnTo>
                  <a:pt x="885825" y="1285875"/>
                </a:lnTo>
                <a:lnTo>
                  <a:pt x="876300" y="1285875"/>
                </a:lnTo>
                <a:close/>
                <a:moveTo>
                  <a:pt x="1038225" y="1276350"/>
                </a:moveTo>
                <a:lnTo>
                  <a:pt x="1057275" y="1276350"/>
                </a:lnTo>
                <a:lnTo>
                  <a:pt x="1057275" y="1285875"/>
                </a:lnTo>
                <a:lnTo>
                  <a:pt x="1038225" y="1285875"/>
                </a:lnTo>
                <a:close/>
                <a:moveTo>
                  <a:pt x="1238250" y="1276350"/>
                </a:moveTo>
                <a:lnTo>
                  <a:pt x="1247775" y="1276350"/>
                </a:lnTo>
                <a:lnTo>
                  <a:pt x="1247775" y="1285875"/>
                </a:lnTo>
                <a:lnTo>
                  <a:pt x="1238250" y="1285875"/>
                </a:lnTo>
                <a:close/>
                <a:moveTo>
                  <a:pt x="1485900" y="1276350"/>
                </a:moveTo>
                <a:lnTo>
                  <a:pt x="1504950" y="1276350"/>
                </a:lnTo>
                <a:lnTo>
                  <a:pt x="1504950" y="1295400"/>
                </a:lnTo>
                <a:lnTo>
                  <a:pt x="1485900" y="1295400"/>
                </a:lnTo>
                <a:lnTo>
                  <a:pt x="1485900" y="1304925"/>
                </a:lnTo>
                <a:lnTo>
                  <a:pt x="1447800" y="1304925"/>
                </a:lnTo>
                <a:lnTo>
                  <a:pt x="1447800" y="1285875"/>
                </a:lnTo>
                <a:lnTo>
                  <a:pt x="1457325" y="1285875"/>
                </a:lnTo>
                <a:lnTo>
                  <a:pt x="1457325" y="1295400"/>
                </a:lnTo>
                <a:lnTo>
                  <a:pt x="1476375" y="1295400"/>
                </a:lnTo>
                <a:lnTo>
                  <a:pt x="1476375" y="1285875"/>
                </a:lnTo>
                <a:lnTo>
                  <a:pt x="1485900" y="1285875"/>
                </a:lnTo>
                <a:close/>
                <a:moveTo>
                  <a:pt x="219075" y="1285875"/>
                </a:moveTo>
                <a:lnTo>
                  <a:pt x="238125" y="1285875"/>
                </a:lnTo>
                <a:lnTo>
                  <a:pt x="238125" y="1304925"/>
                </a:lnTo>
                <a:lnTo>
                  <a:pt x="219075" y="1304925"/>
                </a:lnTo>
                <a:close/>
                <a:moveTo>
                  <a:pt x="257175" y="1285875"/>
                </a:moveTo>
                <a:lnTo>
                  <a:pt x="266700" y="1285875"/>
                </a:lnTo>
                <a:lnTo>
                  <a:pt x="266700" y="1295400"/>
                </a:lnTo>
                <a:lnTo>
                  <a:pt x="257175" y="1295400"/>
                </a:lnTo>
                <a:close/>
                <a:moveTo>
                  <a:pt x="285750" y="1285875"/>
                </a:moveTo>
                <a:lnTo>
                  <a:pt x="304800" y="1285875"/>
                </a:lnTo>
                <a:lnTo>
                  <a:pt x="304800" y="1295400"/>
                </a:lnTo>
                <a:lnTo>
                  <a:pt x="285750" y="1295400"/>
                </a:lnTo>
                <a:close/>
                <a:moveTo>
                  <a:pt x="447675" y="1285875"/>
                </a:moveTo>
                <a:lnTo>
                  <a:pt x="466725" y="1285875"/>
                </a:lnTo>
                <a:lnTo>
                  <a:pt x="466725" y="1295400"/>
                </a:lnTo>
                <a:lnTo>
                  <a:pt x="485775" y="1295400"/>
                </a:lnTo>
                <a:lnTo>
                  <a:pt x="485775" y="1304925"/>
                </a:lnTo>
                <a:lnTo>
                  <a:pt x="476250" y="1304925"/>
                </a:lnTo>
                <a:lnTo>
                  <a:pt x="476250" y="1314450"/>
                </a:lnTo>
                <a:lnTo>
                  <a:pt x="466725" y="1314450"/>
                </a:lnTo>
                <a:lnTo>
                  <a:pt x="466725" y="1323975"/>
                </a:lnTo>
                <a:lnTo>
                  <a:pt x="457200" y="1323975"/>
                </a:lnTo>
                <a:lnTo>
                  <a:pt x="457200" y="1343025"/>
                </a:lnTo>
                <a:lnTo>
                  <a:pt x="466725" y="1343025"/>
                </a:lnTo>
                <a:lnTo>
                  <a:pt x="466725" y="1362075"/>
                </a:lnTo>
                <a:lnTo>
                  <a:pt x="438150" y="1362075"/>
                </a:lnTo>
                <a:lnTo>
                  <a:pt x="438150" y="1352550"/>
                </a:lnTo>
                <a:lnTo>
                  <a:pt x="400050" y="1352550"/>
                </a:lnTo>
                <a:lnTo>
                  <a:pt x="400050" y="1343025"/>
                </a:lnTo>
                <a:lnTo>
                  <a:pt x="447675" y="1343025"/>
                </a:lnTo>
                <a:lnTo>
                  <a:pt x="447675" y="1323975"/>
                </a:lnTo>
                <a:lnTo>
                  <a:pt x="438150" y="1323975"/>
                </a:lnTo>
                <a:lnTo>
                  <a:pt x="438150" y="1314450"/>
                </a:lnTo>
                <a:lnTo>
                  <a:pt x="428625" y="1314450"/>
                </a:lnTo>
                <a:lnTo>
                  <a:pt x="428625" y="1304925"/>
                </a:lnTo>
                <a:lnTo>
                  <a:pt x="457200" y="1304925"/>
                </a:lnTo>
                <a:lnTo>
                  <a:pt x="457200" y="1295400"/>
                </a:lnTo>
                <a:lnTo>
                  <a:pt x="447675" y="1295400"/>
                </a:lnTo>
                <a:close/>
                <a:moveTo>
                  <a:pt x="495300" y="1285875"/>
                </a:moveTo>
                <a:lnTo>
                  <a:pt x="514350" y="1285875"/>
                </a:lnTo>
                <a:lnTo>
                  <a:pt x="514350" y="1295400"/>
                </a:lnTo>
                <a:lnTo>
                  <a:pt x="495300" y="1295400"/>
                </a:lnTo>
                <a:close/>
                <a:moveTo>
                  <a:pt x="600075" y="1285875"/>
                </a:moveTo>
                <a:lnTo>
                  <a:pt x="609600" y="1285875"/>
                </a:lnTo>
                <a:lnTo>
                  <a:pt x="609600" y="1295400"/>
                </a:lnTo>
                <a:lnTo>
                  <a:pt x="600075" y="1295400"/>
                </a:lnTo>
                <a:close/>
                <a:moveTo>
                  <a:pt x="638175" y="1285875"/>
                </a:moveTo>
                <a:lnTo>
                  <a:pt x="647700" y="1285875"/>
                </a:lnTo>
                <a:lnTo>
                  <a:pt x="647700" y="1304925"/>
                </a:lnTo>
                <a:lnTo>
                  <a:pt x="638175" y="1304925"/>
                </a:lnTo>
                <a:lnTo>
                  <a:pt x="638175" y="1314450"/>
                </a:lnTo>
                <a:lnTo>
                  <a:pt x="628650" y="1314450"/>
                </a:lnTo>
                <a:lnTo>
                  <a:pt x="628650" y="1323975"/>
                </a:lnTo>
                <a:lnTo>
                  <a:pt x="619125" y="1323975"/>
                </a:lnTo>
                <a:lnTo>
                  <a:pt x="619125" y="1333500"/>
                </a:lnTo>
                <a:lnTo>
                  <a:pt x="609600" y="1333500"/>
                </a:lnTo>
                <a:lnTo>
                  <a:pt x="609600" y="1343025"/>
                </a:lnTo>
                <a:lnTo>
                  <a:pt x="600075" y="1343025"/>
                </a:lnTo>
                <a:lnTo>
                  <a:pt x="600075" y="1333500"/>
                </a:lnTo>
                <a:lnTo>
                  <a:pt x="590550" y="1333500"/>
                </a:lnTo>
                <a:lnTo>
                  <a:pt x="590550" y="1323975"/>
                </a:lnTo>
                <a:lnTo>
                  <a:pt x="581025" y="1323975"/>
                </a:lnTo>
                <a:lnTo>
                  <a:pt x="581025" y="1314450"/>
                </a:lnTo>
                <a:lnTo>
                  <a:pt x="590550" y="1314450"/>
                </a:lnTo>
                <a:lnTo>
                  <a:pt x="590550" y="1295400"/>
                </a:lnTo>
                <a:lnTo>
                  <a:pt x="600075" y="1295400"/>
                </a:lnTo>
                <a:lnTo>
                  <a:pt x="600075" y="1304925"/>
                </a:lnTo>
                <a:lnTo>
                  <a:pt x="628650" y="1304925"/>
                </a:lnTo>
                <a:lnTo>
                  <a:pt x="628650" y="1295400"/>
                </a:lnTo>
                <a:lnTo>
                  <a:pt x="638175" y="1295400"/>
                </a:lnTo>
                <a:close/>
                <a:moveTo>
                  <a:pt x="695325" y="1285875"/>
                </a:moveTo>
                <a:lnTo>
                  <a:pt x="723900" y="1285875"/>
                </a:lnTo>
                <a:lnTo>
                  <a:pt x="723900" y="1295400"/>
                </a:lnTo>
                <a:lnTo>
                  <a:pt x="733425" y="1295400"/>
                </a:lnTo>
                <a:lnTo>
                  <a:pt x="733425" y="1314450"/>
                </a:lnTo>
                <a:lnTo>
                  <a:pt x="723900" y="1314450"/>
                </a:lnTo>
                <a:lnTo>
                  <a:pt x="723900" y="1323975"/>
                </a:lnTo>
                <a:lnTo>
                  <a:pt x="714375" y="1323975"/>
                </a:lnTo>
                <a:lnTo>
                  <a:pt x="714375" y="1333500"/>
                </a:lnTo>
                <a:lnTo>
                  <a:pt x="723900" y="1333500"/>
                </a:lnTo>
                <a:lnTo>
                  <a:pt x="723900" y="1362075"/>
                </a:lnTo>
                <a:lnTo>
                  <a:pt x="714375" y="1362075"/>
                </a:lnTo>
                <a:lnTo>
                  <a:pt x="714375" y="1352550"/>
                </a:lnTo>
                <a:lnTo>
                  <a:pt x="704850" y="1352550"/>
                </a:lnTo>
                <a:lnTo>
                  <a:pt x="704850" y="1333500"/>
                </a:lnTo>
                <a:lnTo>
                  <a:pt x="695325" y="1333500"/>
                </a:lnTo>
                <a:lnTo>
                  <a:pt x="695325" y="1323975"/>
                </a:lnTo>
                <a:lnTo>
                  <a:pt x="704850" y="1323975"/>
                </a:lnTo>
                <a:lnTo>
                  <a:pt x="704850" y="1304925"/>
                </a:lnTo>
                <a:lnTo>
                  <a:pt x="685800" y="1304925"/>
                </a:lnTo>
                <a:lnTo>
                  <a:pt x="685800" y="1323975"/>
                </a:lnTo>
                <a:lnTo>
                  <a:pt x="666750" y="1323975"/>
                </a:lnTo>
                <a:lnTo>
                  <a:pt x="666750" y="1304925"/>
                </a:lnTo>
                <a:lnTo>
                  <a:pt x="657225" y="1304925"/>
                </a:lnTo>
                <a:lnTo>
                  <a:pt x="657225" y="1295400"/>
                </a:lnTo>
                <a:lnTo>
                  <a:pt x="695325" y="1295400"/>
                </a:lnTo>
                <a:close/>
                <a:moveTo>
                  <a:pt x="866775" y="1285875"/>
                </a:moveTo>
                <a:lnTo>
                  <a:pt x="876300" y="1285875"/>
                </a:lnTo>
                <a:lnTo>
                  <a:pt x="876300" y="1295400"/>
                </a:lnTo>
                <a:lnTo>
                  <a:pt x="895350" y="1295400"/>
                </a:lnTo>
                <a:lnTo>
                  <a:pt x="895350" y="1285875"/>
                </a:lnTo>
                <a:lnTo>
                  <a:pt x="914400" y="1285875"/>
                </a:lnTo>
                <a:lnTo>
                  <a:pt x="914400" y="1295400"/>
                </a:lnTo>
                <a:lnTo>
                  <a:pt x="904875" y="1295400"/>
                </a:lnTo>
                <a:lnTo>
                  <a:pt x="904875" y="1314450"/>
                </a:lnTo>
                <a:lnTo>
                  <a:pt x="895350" y="1314450"/>
                </a:lnTo>
                <a:lnTo>
                  <a:pt x="895350" y="1304925"/>
                </a:lnTo>
                <a:lnTo>
                  <a:pt x="885825" y="1304925"/>
                </a:lnTo>
                <a:lnTo>
                  <a:pt x="885825" y="1314450"/>
                </a:lnTo>
                <a:lnTo>
                  <a:pt x="876300" y="1314450"/>
                </a:lnTo>
                <a:lnTo>
                  <a:pt x="876300" y="1323975"/>
                </a:lnTo>
                <a:lnTo>
                  <a:pt x="866775" y="1323975"/>
                </a:lnTo>
                <a:lnTo>
                  <a:pt x="866775" y="1343025"/>
                </a:lnTo>
                <a:lnTo>
                  <a:pt x="857250" y="1343025"/>
                </a:lnTo>
                <a:lnTo>
                  <a:pt x="857250" y="1314450"/>
                </a:lnTo>
                <a:lnTo>
                  <a:pt x="866775" y="1314450"/>
                </a:lnTo>
                <a:lnTo>
                  <a:pt x="866775" y="1304925"/>
                </a:lnTo>
                <a:lnTo>
                  <a:pt x="847725" y="1304925"/>
                </a:lnTo>
                <a:lnTo>
                  <a:pt x="847725" y="1295400"/>
                </a:lnTo>
                <a:lnTo>
                  <a:pt x="866775" y="1295400"/>
                </a:lnTo>
                <a:close/>
                <a:moveTo>
                  <a:pt x="1123950" y="1285875"/>
                </a:moveTo>
                <a:lnTo>
                  <a:pt x="1133475" y="1285875"/>
                </a:lnTo>
                <a:lnTo>
                  <a:pt x="1133475" y="1295400"/>
                </a:lnTo>
                <a:lnTo>
                  <a:pt x="1123950" y="1295400"/>
                </a:lnTo>
                <a:close/>
                <a:moveTo>
                  <a:pt x="1181100" y="1285875"/>
                </a:moveTo>
                <a:lnTo>
                  <a:pt x="1219200" y="1285875"/>
                </a:lnTo>
                <a:lnTo>
                  <a:pt x="1219200" y="1295400"/>
                </a:lnTo>
                <a:lnTo>
                  <a:pt x="1181100" y="1295400"/>
                </a:lnTo>
                <a:close/>
                <a:moveTo>
                  <a:pt x="1247775" y="1285875"/>
                </a:moveTo>
                <a:lnTo>
                  <a:pt x="1257300" y="1285875"/>
                </a:lnTo>
                <a:lnTo>
                  <a:pt x="1257300" y="1295400"/>
                </a:lnTo>
                <a:lnTo>
                  <a:pt x="1247775" y="1295400"/>
                </a:lnTo>
                <a:close/>
                <a:moveTo>
                  <a:pt x="1343025" y="1285875"/>
                </a:moveTo>
                <a:lnTo>
                  <a:pt x="1352550" y="1285875"/>
                </a:lnTo>
                <a:lnTo>
                  <a:pt x="1352550" y="1323975"/>
                </a:lnTo>
                <a:lnTo>
                  <a:pt x="1343025" y="1323975"/>
                </a:lnTo>
                <a:lnTo>
                  <a:pt x="1343025" y="1333500"/>
                </a:lnTo>
                <a:lnTo>
                  <a:pt x="1333500" y="1333500"/>
                </a:lnTo>
                <a:lnTo>
                  <a:pt x="1333500" y="1343025"/>
                </a:lnTo>
                <a:lnTo>
                  <a:pt x="1323975" y="1343025"/>
                </a:lnTo>
                <a:lnTo>
                  <a:pt x="1323975" y="1333500"/>
                </a:lnTo>
                <a:lnTo>
                  <a:pt x="1314450" y="1333500"/>
                </a:lnTo>
                <a:lnTo>
                  <a:pt x="1314450" y="1352550"/>
                </a:lnTo>
                <a:lnTo>
                  <a:pt x="1304925" y="1352550"/>
                </a:lnTo>
                <a:lnTo>
                  <a:pt x="1304925" y="1333500"/>
                </a:lnTo>
                <a:lnTo>
                  <a:pt x="1285875" y="1333500"/>
                </a:lnTo>
                <a:lnTo>
                  <a:pt x="1285875" y="1323975"/>
                </a:lnTo>
                <a:lnTo>
                  <a:pt x="1276350" y="1323975"/>
                </a:lnTo>
                <a:lnTo>
                  <a:pt x="1276350" y="1343025"/>
                </a:lnTo>
                <a:lnTo>
                  <a:pt x="1285875" y="1343025"/>
                </a:lnTo>
                <a:lnTo>
                  <a:pt x="1285875" y="1352550"/>
                </a:lnTo>
                <a:lnTo>
                  <a:pt x="1295400" y="1352550"/>
                </a:lnTo>
                <a:lnTo>
                  <a:pt x="1295400" y="1362075"/>
                </a:lnTo>
                <a:lnTo>
                  <a:pt x="1276350" y="1362075"/>
                </a:lnTo>
                <a:lnTo>
                  <a:pt x="1276350" y="1352550"/>
                </a:lnTo>
                <a:lnTo>
                  <a:pt x="1238250" y="1352550"/>
                </a:lnTo>
                <a:lnTo>
                  <a:pt x="1238250" y="1362075"/>
                </a:lnTo>
                <a:lnTo>
                  <a:pt x="1228725" y="1362075"/>
                </a:lnTo>
                <a:lnTo>
                  <a:pt x="1228725" y="1333500"/>
                </a:lnTo>
                <a:lnTo>
                  <a:pt x="1247775" y="1333500"/>
                </a:lnTo>
                <a:lnTo>
                  <a:pt x="1247775" y="1323975"/>
                </a:lnTo>
                <a:lnTo>
                  <a:pt x="1266825" y="1323975"/>
                </a:lnTo>
                <a:lnTo>
                  <a:pt x="1266825" y="1304925"/>
                </a:lnTo>
                <a:lnTo>
                  <a:pt x="1285875" y="1304925"/>
                </a:lnTo>
                <a:lnTo>
                  <a:pt x="1285875" y="1295400"/>
                </a:lnTo>
                <a:lnTo>
                  <a:pt x="1343025" y="1295400"/>
                </a:lnTo>
                <a:close/>
                <a:moveTo>
                  <a:pt x="1362075" y="1285875"/>
                </a:moveTo>
                <a:lnTo>
                  <a:pt x="1371600" y="1285875"/>
                </a:lnTo>
                <a:lnTo>
                  <a:pt x="1371600" y="1295400"/>
                </a:lnTo>
                <a:lnTo>
                  <a:pt x="1362075" y="1295400"/>
                </a:lnTo>
                <a:close/>
                <a:moveTo>
                  <a:pt x="1381125" y="1285875"/>
                </a:moveTo>
                <a:lnTo>
                  <a:pt x="1390650" y="1285875"/>
                </a:lnTo>
                <a:lnTo>
                  <a:pt x="1390650" y="1295400"/>
                </a:lnTo>
                <a:lnTo>
                  <a:pt x="1400175" y="1295400"/>
                </a:lnTo>
                <a:lnTo>
                  <a:pt x="1400175" y="1304925"/>
                </a:lnTo>
                <a:lnTo>
                  <a:pt x="1390650" y="1304925"/>
                </a:lnTo>
                <a:lnTo>
                  <a:pt x="1390650" y="1314450"/>
                </a:lnTo>
                <a:lnTo>
                  <a:pt x="1400175" y="1314450"/>
                </a:lnTo>
                <a:lnTo>
                  <a:pt x="1400175" y="1323975"/>
                </a:lnTo>
                <a:lnTo>
                  <a:pt x="1381125" y="1323975"/>
                </a:lnTo>
                <a:lnTo>
                  <a:pt x="1381125" y="1314450"/>
                </a:lnTo>
                <a:lnTo>
                  <a:pt x="1371600" y="1314450"/>
                </a:lnTo>
                <a:lnTo>
                  <a:pt x="1371600" y="1295400"/>
                </a:lnTo>
                <a:lnTo>
                  <a:pt x="1381125" y="1295400"/>
                </a:lnTo>
                <a:close/>
                <a:moveTo>
                  <a:pt x="171450" y="1295400"/>
                </a:moveTo>
                <a:lnTo>
                  <a:pt x="200025" y="1295400"/>
                </a:lnTo>
                <a:lnTo>
                  <a:pt x="200025" y="1304925"/>
                </a:lnTo>
                <a:lnTo>
                  <a:pt x="171450" y="1304925"/>
                </a:lnTo>
                <a:close/>
                <a:moveTo>
                  <a:pt x="276225" y="1295400"/>
                </a:moveTo>
                <a:lnTo>
                  <a:pt x="285750" y="1295400"/>
                </a:lnTo>
                <a:lnTo>
                  <a:pt x="285750" y="1304925"/>
                </a:lnTo>
                <a:lnTo>
                  <a:pt x="276225" y="1304925"/>
                </a:lnTo>
                <a:close/>
                <a:moveTo>
                  <a:pt x="542925" y="1295400"/>
                </a:moveTo>
                <a:lnTo>
                  <a:pt x="561975" y="1295400"/>
                </a:lnTo>
                <a:lnTo>
                  <a:pt x="561975" y="1304925"/>
                </a:lnTo>
                <a:lnTo>
                  <a:pt x="542925" y="1304925"/>
                </a:lnTo>
                <a:close/>
                <a:moveTo>
                  <a:pt x="828675" y="1295400"/>
                </a:moveTo>
                <a:lnTo>
                  <a:pt x="838200" y="1295400"/>
                </a:lnTo>
                <a:lnTo>
                  <a:pt x="838200" y="1304925"/>
                </a:lnTo>
                <a:lnTo>
                  <a:pt x="828675" y="1304925"/>
                </a:lnTo>
                <a:close/>
                <a:moveTo>
                  <a:pt x="1028700" y="1295400"/>
                </a:moveTo>
                <a:lnTo>
                  <a:pt x="1047750" y="1295400"/>
                </a:lnTo>
                <a:lnTo>
                  <a:pt x="1047750" y="1304925"/>
                </a:lnTo>
                <a:lnTo>
                  <a:pt x="1028700" y="1304925"/>
                </a:lnTo>
                <a:close/>
                <a:moveTo>
                  <a:pt x="1095375" y="1295400"/>
                </a:moveTo>
                <a:lnTo>
                  <a:pt x="1123950" y="1295400"/>
                </a:lnTo>
                <a:lnTo>
                  <a:pt x="1123950" y="1304925"/>
                </a:lnTo>
                <a:lnTo>
                  <a:pt x="1095375" y="1304925"/>
                </a:lnTo>
                <a:close/>
                <a:moveTo>
                  <a:pt x="1171575" y="1295400"/>
                </a:moveTo>
                <a:lnTo>
                  <a:pt x="1181100" y="1295400"/>
                </a:lnTo>
                <a:lnTo>
                  <a:pt x="1181100" y="1304925"/>
                </a:lnTo>
                <a:lnTo>
                  <a:pt x="1171575" y="1304925"/>
                </a:lnTo>
                <a:close/>
                <a:moveTo>
                  <a:pt x="1228725" y="1295400"/>
                </a:moveTo>
                <a:lnTo>
                  <a:pt x="1247775" y="1295400"/>
                </a:lnTo>
                <a:lnTo>
                  <a:pt x="1247775" y="1304925"/>
                </a:lnTo>
                <a:lnTo>
                  <a:pt x="1228725" y="1304925"/>
                </a:lnTo>
                <a:close/>
                <a:moveTo>
                  <a:pt x="238125" y="1304925"/>
                </a:moveTo>
                <a:lnTo>
                  <a:pt x="247650" y="1304925"/>
                </a:lnTo>
                <a:lnTo>
                  <a:pt x="247650" y="1314450"/>
                </a:lnTo>
                <a:lnTo>
                  <a:pt x="238125" y="1314450"/>
                </a:lnTo>
                <a:close/>
                <a:moveTo>
                  <a:pt x="504825" y="1304925"/>
                </a:moveTo>
                <a:lnTo>
                  <a:pt x="514350" y="1304925"/>
                </a:lnTo>
                <a:lnTo>
                  <a:pt x="514350" y="1314450"/>
                </a:lnTo>
                <a:lnTo>
                  <a:pt x="523875" y="1314450"/>
                </a:lnTo>
                <a:lnTo>
                  <a:pt x="523875" y="1323975"/>
                </a:lnTo>
                <a:lnTo>
                  <a:pt x="514350" y="1323975"/>
                </a:lnTo>
                <a:lnTo>
                  <a:pt x="514350" y="1333500"/>
                </a:lnTo>
                <a:lnTo>
                  <a:pt x="504825" y="1333500"/>
                </a:lnTo>
                <a:close/>
                <a:moveTo>
                  <a:pt x="1209675" y="1304925"/>
                </a:moveTo>
                <a:lnTo>
                  <a:pt x="1219200" y="1304925"/>
                </a:lnTo>
                <a:lnTo>
                  <a:pt x="1219200" y="1314450"/>
                </a:lnTo>
                <a:lnTo>
                  <a:pt x="1209675" y="1314450"/>
                </a:lnTo>
                <a:close/>
                <a:moveTo>
                  <a:pt x="361950" y="1314450"/>
                </a:moveTo>
                <a:lnTo>
                  <a:pt x="381000" y="1314450"/>
                </a:lnTo>
                <a:lnTo>
                  <a:pt x="381000" y="1333500"/>
                </a:lnTo>
                <a:lnTo>
                  <a:pt x="371475" y="1333500"/>
                </a:lnTo>
                <a:lnTo>
                  <a:pt x="371475" y="1343025"/>
                </a:lnTo>
                <a:lnTo>
                  <a:pt x="352425" y="1343025"/>
                </a:lnTo>
                <a:lnTo>
                  <a:pt x="352425" y="1323975"/>
                </a:lnTo>
                <a:lnTo>
                  <a:pt x="361950" y="1323975"/>
                </a:lnTo>
                <a:close/>
                <a:moveTo>
                  <a:pt x="990600" y="1314450"/>
                </a:moveTo>
                <a:lnTo>
                  <a:pt x="1000125" y="1314450"/>
                </a:lnTo>
                <a:lnTo>
                  <a:pt x="1000125" y="1323975"/>
                </a:lnTo>
                <a:lnTo>
                  <a:pt x="990600" y="1323975"/>
                </a:lnTo>
                <a:close/>
                <a:moveTo>
                  <a:pt x="1028700" y="1314450"/>
                </a:moveTo>
                <a:lnTo>
                  <a:pt x="1057275" y="1314450"/>
                </a:lnTo>
                <a:lnTo>
                  <a:pt x="1057275" y="1323975"/>
                </a:lnTo>
                <a:lnTo>
                  <a:pt x="1028700" y="1323975"/>
                </a:lnTo>
                <a:close/>
                <a:moveTo>
                  <a:pt x="1285875" y="1314450"/>
                </a:moveTo>
                <a:lnTo>
                  <a:pt x="1333500" y="1314450"/>
                </a:lnTo>
                <a:lnTo>
                  <a:pt x="1333500" y="1304925"/>
                </a:lnTo>
                <a:lnTo>
                  <a:pt x="1285875" y="1304925"/>
                </a:lnTo>
                <a:close/>
                <a:moveTo>
                  <a:pt x="1409700" y="1314450"/>
                </a:moveTo>
                <a:lnTo>
                  <a:pt x="1428750" y="1314450"/>
                </a:lnTo>
                <a:lnTo>
                  <a:pt x="1428750" y="1323975"/>
                </a:lnTo>
                <a:lnTo>
                  <a:pt x="1438275" y="1323975"/>
                </a:lnTo>
                <a:lnTo>
                  <a:pt x="1438275" y="1333500"/>
                </a:lnTo>
                <a:lnTo>
                  <a:pt x="1419225" y="1333500"/>
                </a:lnTo>
                <a:lnTo>
                  <a:pt x="1419225" y="1323975"/>
                </a:lnTo>
                <a:lnTo>
                  <a:pt x="1409700" y="1323975"/>
                </a:lnTo>
                <a:close/>
                <a:moveTo>
                  <a:pt x="209550" y="1323975"/>
                </a:moveTo>
                <a:lnTo>
                  <a:pt x="219075" y="1323975"/>
                </a:lnTo>
                <a:lnTo>
                  <a:pt x="219075" y="1343025"/>
                </a:lnTo>
                <a:lnTo>
                  <a:pt x="209550" y="1343025"/>
                </a:lnTo>
                <a:close/>
                <a:moveTo>
                  <a:pt x="933450" y="1323975"/>
                </a:moveTo>
                <a:lnTo>
                  <a:pt x="952500" y="1323975"/>
                </a:lnTo>
                <a:lnTo>
                  <a:pt x="952500" y="1343025"/>
                </a:lnTo>
                <a:lnTo>
                  <a:pt x="962025" y="1343025"/>
                </a:lnTo>
                <a:lnTo>
                  <a:pt x="962025" y="1362075"/>
                </a:lnTo>
                <a:lnTo>
                  <a:pt x="942975" y="1362075"/>
                </a:lnTo>
                <a:lnTo>
                  <a:pt x="942975" y="1352550"/>
                </a:lnTo>
                <a:lnTo>
                  <a:pt x="933450" y="1352550"/>
                </a:lnTo>
                <a:close/>
                <a:moveTo>
                  <a:pt x="1200150" y="1323975"/>
                </a:moveTo>
                <a:lnTo>
                  <a:pt x="1209675" y="1323975"/>
                </a:lnTo>
                <a:lnTo>
                  <a:pt x="1209675" y="1333500"/>
                </a:lnTo>
                <a:lnTo>
                  <a:pt x="1219200" y="1333500"/>
                </a:lnTo>
                <a:lnTo>
                  <a:pt x="1219200" y="1362075"/>
                </a:lnTo>
                <a:lnTo>
                  <a:pt x="1209675" y="1362075"/>
                </a:lnTo>
                <a:lnTo>
                  <a:pt x="1209675" y="1343025"/>
                </a:lnTo>
                <a:lnTo>
                  <a:pt x="1200150" y="1343025"/>
                </a:lnTo>
                <a:close/>
                <a:moveTo>
                  <a:pt x="238125" y="1333500"/>
                </a:moveTo>
                <a:lnTo>
                  <a:pt x="247650" y="1333500"/>
                </a:lnTo>
                <a:lnTo>
                  <a:pt x="247650" y="1352550"/>
                </a:lnTo>
                <a:lnTo>
                  <a:pt x="238125" y="1352550"/>
                </a:lnTo>
                <a:close/>
                <a:moveTo>
                  <a:pt x="638175" y="1333500"/>
                </a:moveTo>
                <a:lnTo>
                  <a:pt x="666750" y="1333500"/>
                </a:lnTo>
                <a:lnTo>
                  <a:pt x="666750" y="1343025"/>
                </a:lnTo>
                <a:lnTo>
                  <a:pt x="657225" y="1343025"/>
                </a:lnTo>
                <a:lnTo>
                  <a:pt x="657225" y="1352550"/>
                </a:lnTo>
                <a:lnTo>
                  <a:pt x="647700" y="1352550"/>
                </a:lnTo>
                <a:lnTo>
                  <a:pt x="647700" y="1362075"/>
                </a:lnTo>
                <a:lnTo>
                  <a:pt x="638175" y="1362075"/>
                </a:lnTo>
                <a:close/>
                <a:moveTo>
                  <a:pt x="1562100" y="1333500"/>
                </a:moveTo>
                <a:lnTo>
                  <a:pt x="1581150" y="1333500"/>
                </a:lnTo>
                <a:lnTo>
                  <a:pt x="1581150" y="1343025"/>
                </a:lnTo>
                <a:lnTo>
                  <a:pt x="1571625" y="1343025"/>
                </a:lnTo>
                <a:lnTo>
                  <a:pt x="1571625" y="1352550"/>
                </a:lnTo>
                <a:lnTo>
                  <a:pt x="1562100" y="1352550"/>
                </a:lnTo>
                <a:lnTo>
                  <a:pt x="1562100" y="1362075"/>
                </a:lnTo>
                <a:lnTo>
                  <a:pt x="1543050" y="1362075"/>
                </a:lnTo>
                <a:lnTo>
                  <a:pt x="1543050" y="1352550"/>
                </a:lnTo>
                <a:lnTo>
                  <a:pt x="1552575" y="1352550"/>
                </a:lnTo>
                <a:lnTo>
                  <a:pt x="1552575" y="1343025"/>
                </a:lnTo>
                <a:lnTo>
                  <a:pt x="1562100" y="1343025"/>
                </a:lnTo>
                <a:close/>
                <a:moveTo>
                  <a:pt x="76200" y="1343025"/>
                </a:moveTo>
                <a:lnTo>
                  <a:pt x="85725" y="1343025"/>
                </a:lnTo>
                <a:lnTo>
                  <a:pt x="85725" y="1333500"/>
                </a:lnTo>
                <a:lnTo>
                  <a:pt x="76200" y="1333500"/>
                </a:lnTo>
                <a:close/>
                <a:moveTo>
                  <a:pt x="819150" y="1343025"/>
                </a:moveTo>
                <a:lnTo>
                  <a:pt x="828675" y="1343025"/>
                </a:lnTo>
                <a:lnTo>
                  <a:pt x="828675" y="1362075"/>
                </a:lnTo>
                <a:lnTo>
                  <a:pt x="809625" y="1362075"/>
                </a:lnTo>
                <a:lnTo>
                  <a:pt x="809625" y="1352550"/>
                </a:lnTo>
                <a:lnTo>
                  <a:pt x="819150" y="1352550"/>
                </a:lnTo>
                <a:close/>
                <a:moveTo>
                  <a:pt x="1057275" y="1343025"/>
                </a:moveTo>
                <a:lnTo>
                  <a:pt x="1066800" y="1343025"/>
                </a:lnTo>
                <a:lnTo>
                  <a:pt x="1066800" y="1352550"/>
                </a:lnTo>
                <a:lnTo>
                  <a:pt x="1085850" y="1352550"/>
                </a:lnTo>
                <a:lnTo>
                  <a:pt x="1085850" y="1362075"/>
                </a:lnTo>
                <a:lnTo>
                  <a:pt x="1057275" y="1362075"/>
                </a:lnTo>
                <a:close/>
                <a:moveTo>
                  <a:pt x="1247775" y="1343025"/>
                </a:moveTo>
                <a:lnTo>
                  <a:pt x="1257300" y="1343025"/>
                </a:lnTo>
                <a:lnTo>
                  <a:pt x="1257300" y="1333500"/>
                </a:lnTo>
                <a:lnTo>
                  <a:pt x="1247775" y="1333500"/>
                </a:lnTo>
                <a:close/>
                <a:moveTo>
                  <a:pt x="1514475" y="1343025"/>
                </a:moveTo>
                <a:lnTo>
                  <a:pt x="1524000" y="1343025"/>
                </a:lnTo>
                <a:lnTo>
                  <a:pt x="1524000" y="1362075"/>
                </a:lnTo>
                <a:lnTo>
                  <a:pt x="1514475" y="1362075"/>
                </a:lnTo>
                <a:close/>
                <a:moveTo>
                  <a:pt x="123825" y="1352550"/>
                </a:moveTo>
                <a:lnTo>
                  <a:pt x="133350" y="1352550"/>
                </a:lnTo>
                <a:lnTo>
                  <a:pt x="133350" y="1362075"/>
                </a:lnTo>
                <a:lnTo>
                  <a:pt x="123825" y="1362075"/>
                </a:lnTo>
                <a:close/>
                <a:moveTo>
                  <a:pt x="247650" y="1352550"/>
                </a:moveTo>
                <a:lnTo>
                  <a:pt x="257175" y="1352550"/>
                </a:lnTo>
                <a:lnTo>
                  <a:pt x="257175" y="1362075"/>
                </a:lnTo>
                <a:lnTo>
                  <a:pt x="247650" y="1362075"/>
                </a:lnTo>
                <a:close/>
                <a:moveTo>
                  <a:pt x="333375" y="1352550"/>
                </a:moveTo>
                <a:lnTo>
                  <a:pt x="342900" y="1352550"/>
                </a:lnTo>
                <a:lnTo>
                  <a:pt x="342900" y="1362075"/>
                </a:lnTo>
                <a:lnTo>
                  <a:pt x="333375" y="1362075"/>
                </a:lnTo>
                <a:close/>
                <a:moveTo>
                  <a:pt x="476250" y="1352550"/>
                </a:moveTo>
                <a:lnTo>
                  <a:pt x="485775" y="1352550"/>
                </a:lnTo>
                <a:lnTo>
                  <a:pt x="485775" y="1362075"/>
                </a:lnTo>
                <a:lnTo>
                  <a:pt x="476250" y="1362075"/>
                </a:lnTo>
                <a:close/>
                <a:moveTo>
                  <a:pt x="561975" y="1352550"/>
                </a:moveTo>
                <a:lnTo>
                  <a:pt x="571500" y="1352550"/>
                </a:lnTo>
                <a:lnTo>
                  <a:pt x="571500" y="1362075"/>
                </a:lnTo>
                <a:lnTo>
                  <a:pt x="561975" y="1362075"/>
                </a:lnTo>
                <a:close/>
                <a:moveTo>
                  <a:pt x="1171575" y="1352550"/>
                </a:moveTo>
                <a:lnTo>
                  <a:pt x="1181100" y="1352550"/>
                </a:lnTo>
                <a:lnTo>
                  <a:pt x="1181100" y="1362075"/>
                </a:lnTo>
                <a:lnTo>
                  <a:pt x="1171575" y="1362075"/>
                </a:lnTo>
                <a:close/>
              </a:path>
            </a:pathLst>
          </a:custGeom>
          <a:solidFill xmlns:a="http://schemas.openxmlformats.org/drawingml/2006/main">
            <a:srgbClr val="F9F9F4"/>
          </a:solidFill>
          <a:ln xmlns:a="http://schemas.openxmlformats.org/drawingml/2006/main" w="0">
            <a:noFill/>
          </a:ln>
        </p:spPr>
      </p:sp>
      <p:sp>
        <p:nvSpPr>
          <p:cNvPr id="28" name="turno1 vector #f9f9f3">
            <a:extLst xmlns:a="http://schemas.openxmlformats.org/drawingml/2006/main">
              <a:ext uri="{FF2B5EF4-FFF2-40B4-BE49-F238E27FC236}">
                <a16:creationId xmlns:a16="http://schemas.microsoft.com/office/drawing/2014/main" id="{A1F2B059-5818-45B5-9873-8A83D3410C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2025" y="2752725"/>
            <a:ext cx="2476500" cy="2095500"/>
          </a:xfrm>
          <a:custGeom xmlns:a="http://schemas.openxmlformats.org/drawingml/2006/main">
            <a:pathLst>
              <a:path w="1609725" h="1362075">
                <a:moveTo>
                  <a:pt x="1009650" y="0"/>
                </a:moveTo>
                <a:lnTo>
                  <a:pt x="1038225" y="0"/>
                </a:lnTo>
                <a:lnTo>
                  <a:pt x="1038225" y="19050"/>
                </a:lnTo>
                <a:lnTo>
                  <a:pt x="1028700" y="19050"/>
                </a:lnTo>
                <a:lnTo>
                  <a:pt x="1028700" y="9525"/>
                </a:lnTo>
                <a:lnTo>
                  <a:pt x="1009650" y="9525"/>
                </a:lnTo>
                <a:close/>
                <a:moveTo>
                  <a:pt x="1066800" y="0"/>
                </a:moveTo>
                <a:lnTo>
                  <a:pt x="1076325" y="0"/>
                </a:lnTo>
                <a:lnTo>
                  <a:pt x="1076325" y="9525"/>
                </a:lnTo>
                <a:lnTo>
                  <a:pt x="1066800" y="9525"/>
                </a:lnTo>
                <a:close/>
                <a:moveTo>
                  <a:pt x="1228725" y="0"/>
                </a:moveTo>
                <a:lnTo>
                  <a:pt x="1238250" y="0"/>
                </a:lnTo>
                <a:lnTo>
                  <a:pt x="1238250" y="9525"/>
                </a:lnTo>
                <a:lnTo>
                  <a:pt x="1228725" y="9525"/>
                </a:lnTo>
                <a:close/>
                <a:moveTo>
                  <a:pt x="1247775" y="0"/>
                </a:moveTo>
                <a:lnTo>
                  <a:pt x="1266825" y="0"/>
                </a:lnTo>
                <a:lnTo>
                  <a:pt x="1266825" y="9525"/>
                </a:lnTo>
                <a:lnTo>
                  <a:pt x="1247775" y="9525"/>
                </a:lnTo>
                <a:close/>
                <a:moveTo>
                  <a:pt x="1495425" y="0"/>
                </a:moveTo>
                <a:lnTo>
                  <a:pt x="1504950" y="0"/>
                </a:lnTo>
                <a:lnTo>
                  <a:pt x="1504950" y="9525"/>
                </a:lnTo>
                <a:lnTo>
                  <a:pt x="1495425" y="9525"/>
                </a:lnTo>
                <a:close/>
                <a:moveTo>
                  <a:pt x="1514475" y="0"/>
                </a:moveTo>
                <a:lnTo>
                  <a:pt x="1524000" y="0"/>
                </a:lnTo>
                <a:lnTo>
                  <a:pt x="1524000" y="9525"/>
                </a:lnTo>
                <a:lnTo>
                  <a:pt x="1514475" y="9525"/>
                </a:lnTo>
                <a:close/>
                <a:moveTo>
                  <a:pt x="1504950" y="9525"/>
                </a:moveTo>
                <a:lnTo>
                  <a:pt x="1514475" y="9525"/>
                </a:lnTo>
                <a:lnTo>
                  <a:pt x="1514475" y="19050"/>
                </a:lnTo>
                <a:lnTo>
                  <a:pt x="1504950" y="19050"/>
                </a:lnTo>
                <a:close/>
                <a:moveTo>
                  <a:pt x="1514475" y="19050"/>
                </a:moveTo>
                <a:lnTo>
                  <a:pt x="1524000" y="19050"/>
                </a:lnTo>
                <a:lnTo>
                  <a:pt x="1524000" y="28575"/>
                </a:lnTo>
                <a:lnTo>
                  <a:pt x="1514475" y="28575"/>
                </a:lnTo>
                <a:close/>
                <a:moveTo>
                  <a:pt x="1171575" y="38100"/>
                </a:moveTo>
                <a:lnTo>
                  <a:pt x="1190625" y="38100"/>
                </a:lnTo>
                <a:lnTo>
                  <a:pt x="1190625" y="47625"/>
                </a:lnTo>
                <a:lnTo>
                  <a:pt x="1171575" y="47625"/>
                </a:lnTo>
                <a:close/>
                <a:moveTo>
                  <a:pt x="400050" y="47625"/>
                </a:moveTo>
                <a:lnTo>
                  <a:pt x="419100" y="47625"/>
                </a:lnTo>
                <a:lnTo>
                  <a:pt x="419100" y="66675"/>
                </a:lnTo>
                <a:lnTo>
                  <a:pt x="409575" y="66675"/>
                </a:lnTo>
                <a:lnTo>
                  <a:pt x="409575" y="57150"/>
                </a:lnTo>
                <a:lnTo>
                  <a:pt x="400050" y="57150"/>
                </a:lnTo>
                <a:close/>
                <a:moveTo>
                  <a:pt x="476250" y="47625"/>
                </a:moveTo>
                <a:lnTo>
                  <a:pt x="485775" y="47625"/>
                </a:lnTo>
                <a:lnTo>
                  <a:pt x="485775" y="66675"/>
                </a:lnTo>
                <a:lnTo>
                  <a:pt x="466725" y="66675"/>
                </a:lnTo>
                <a:lnTo>
                  <a:pt x="466725" y="57150"/>
                </a:lnTo>
                <a:lnTo>
                  <a:pt x="476250" y="57150"/>
                </a:lnTo>
                <a:close/>
                <a:moveTo>
                  <a:pt x="1066800" y="47625"/>
                </a:moveTo>
                <a:lnTo>
                  <a:pt x="1076325" y="47625"/>
                </a:lnTo>
                <a:lnTo>
                  <a:pt x="1076325" y="57150"/>
                </a:lnTo>
                <a:lnTo>
                  <a:pt x="1066800" y="57150"/>
                </a:lnTo>
                <a:close/>
                <a:moveTo>
                  <a:pt x="1171575" y="57150"/>
                </a:moveTo>
                <a:lnTo>
                  <a:pt x="1181100" y="57150"/>
                </a:lnTo>
                <a:lnTo>
                  <a:pt x="1181100" y="66675"/>
                </a:lnTo>
                <a:lnTo>
                  <a:pt x="1171575" y="66675"/>
                </a:lnTo>
                <a:close/>
                <a:moveTo>
                  <a:pt x="1304925" y="66675"/>
                </a:moveTo>
                <a:lnTo>
                  <a:pt x="1323975" y="66675"/>
                </a:lnTo>
                <a:lnTo>
                  <a:pt x="1323975" y="76200"/>
                </a:lnTo>
                <a:lnTo>
                  <a:pt x="1304925" y="76200"/>
                </a:lnTo>
                <a:close/>
                <a:moveTo>
                  <a:pt x="1362075" y="66675"/>
                </a:moveTo>
                <a:lnTo>
                  <a:pt x="1371600" y="66675"/>
                </a:lnTo>
                <a:lnTo>
                  <a:pt x="1371600" y="76200"/>
                </a:lnTo>
                <a:lnTo>
                  <a:pt x="1362075" y="76200"/>
                </a:lnTo>
                <a:close/>
                <a:moveTo>
                  <a:pt x="228600" y="76200"/>
                </a:moveTo>
                <a:lnTo>
                  <a:pt x="238125" y="76200"/>
                </a:lnTo>
                <a:lnTo>
                  <a:pt x="238125" y="85725"/>
                </a:lnTo>
                <a:lnTo>
                  <a:pt x="228600" y="85725"/>
                </a:lnTo>
                <a:close/>
                <a:moveTo>
                  <a:pt x="200025" y="85725"/>
                </a:moveTo>
                <a:lnTo>
                  <a:pt x="209550" y="85725"/>
                </a:lnTo>
                <a:lnTo>
                  <a:pt x="209550" y="95250"/>
                </a:lnTo>
                <a:lnTo>
                  <a:pt x="200025" y="95250"/>
                </a:lnTo>
                <a:close/>
                <a:moveTo>
                  <a:pt x="1304925" y="104775"/>
                </a:moveTo>
                <a:lnTo>
                  <a:pt x="1314450" y="104775"/>
                </a:lnTo>
                <a:lnTo>
                  <a:pt x="1314450" y="114300"/>
                </a:lnTo>
                <a:lnTo>
                  <a:pt x="1304925" y="114300"/>
                </a:lnTo>
                <a:close/>
                <a:moveTo>
                  <a:pt x="733425" y="114300"/>
                </a:moveTo>
                <a:lnTo>
                  <a:pt x="742950" y="114300"/>
                </a:lnTo>
                <a:lnTo>
                  <a:pt x="742950" y="123825"/>
                </a:lnTo>
                <a:lnTo>
                  <a:pt x="733425" y="123825"/>
                </a:lnTo>
                <a:close/>
                <a:moveTo>
                  <a:pt x="1485900" y="133350"/>
                </a:moveTo>
                <a:lnTo>
                  <a:pt x="1495425" y="133350"/>
                </a:lnTo>
                <a:lnTo>
                  <a:pt x="1495425" y="142875"/>
                </a:lnTo>
                <a:lnTo>
                  <a:pt x="1485900" y="142875"/>
                </a:lnTo>
                <a:close/>
                <a:moveTo>
                  <a:pt x="885825" y="142875"/>
                </a:moveTo>
                <a:lnTo>
                  <a:pt x="904875" y="142875"/>
                </a:lnTo>
                <a:lnTo>
                  <a:pt x="904875" y="161925"/>
                </a:lnTo>
                <a:lnTo>
                  <a:pt x="895350" y="161925"/>
                </a:lnTo>
                <a:lnTo>
                  <a:pt x="895350" y="171450"/>
                </a:lnTo>
                <a:lnTo>
                  <a:pt x="876300" y="171450"/>
                </a:lnTo>
                <a:lnTo>
                  <a:pt x="876300" y="152400"/>
                </a:lnTo>
                <a:lnTo>
                  <a:pt x="885825" y="152400"/>
                </a:lnTo>
                <a:close/>
                <a:moveTo>
                  <a:pt x="1476375" y="152400"/>
                </a:moveTo>
                <a:lnTo>
                  <a:pt x="1495425" y="152400"/>
                </a:lnTo>
                <a:lnTo>
                  <a:pt x="1495425" y="161925"/>
                </a:lnTo>
                <a:lnTo>
                  <a:pt x="1476375" y="161925"/>
                </a:lnTo>
                <a:close/>
                <a:moveTo>
                  <a:pt x="247650" y="200025"/>
                </a:moveTo>
                <a:lnTo>
                  <a:pt x="257175" y="200025"/>
                </a:lnTo>
                <a:lnTo>
                  <a:pt x="257175" y="209550"/>
                </a:lnTo>
                <a:lnTo>
                  <a:pt x="266700" y="209550"/>
                </a:lnTo>
                <a:lnTo>
                  <a:pt x="266700" y="219075"/>
                </a:lnTo>
                <a:lnTo>
                  <a:pt x="247650" y="219075"/>
                </a:lnTo>
                <a:close/>
                <a:moveTo>
                  <a:pt x="733425" y="238125"/>
                </a:moveTo>
                <a:lnTo>
                  <a:pt x="742950" y="238125"/>
                </a:lnTo>
                <a:lnTo>
                  <a:pt x="742950" y="247650"/>
                </a:lnTo>
                <a:lnTo>
                  <a:pt x="752475" y="247650"/>
                </a:lnTo>
                <a:lnTo>
                  <a:pt x="752475" y="266700"/>
                </a:lnTo>
                <a:lnTo>
                  <a:pt x="733425" y="266700"/>
                </a:lnTo>
                <a:close/>
                <a:moveTo>
                  <a:pt x="1295400" y="238125"/>
                </a:moveTo>
                <a:lnTo>
                  <a:pt x="1304925" y="238125"/>
                </a:lnTo>
                <a:lnTo>
                  <a:pt x="1304925" y="247650"/>
                </a:lnTo>
                <a:lnTo>
                  <a:pt x="1295400" y="247650"/>
                </a:lnTo>
                <a:close/>
                <a:moveTo>
                  <a:pt x="1476375" y="247650"/>
                </a:moveTo>
                <a:lnTo>
                  <a:pt x="1485900" y="247650"/>
                </a:lnTo>
                <a:lnTo>
                  <a:pt x="1485900" y="257175"/>
                </a:lnTo>
                <a:lnTo>
                  <a:pt x="1476375" y="257175"/>
                </a:lnTo>
                <a:close/>
                <a:moveTo>
                  <a:pt x="180975" y="266700"/>
                </a:moveTo>
                <a:lnTo>
                  <a:pt x="190500" y="266700"/>
                </a:lnTo>
                <a:lnTo>
                  <a:pt x="190500" y="276225"/>
                </a:lnTo>
                <a:lnTo>
                  <a:pt x="180975" y="276225"/>
                </a:lnTo>
                <a:close/>
                <a:moveTo>
                  <a:pt x="647700" y="285750"/>
                </a:moveTo>
                <a:lnTo>
                  <a:pt x="657225" y="285750"/>
                </a:lnTo>
                <a:lnTo>
                  <a:pt x="657225" y="314325"/>
                </a:lnTo>
                <a:lnTo>
                  <a:pt x="647700" y="314325"/>
                </a:lnTo>
                <a:close/>
                <a:moveTo>
                  <a:pt x="1133475" y="285750"/>
                </a:moveTo>
                <a:lnTo>
                  <a:pt x="1143000" y="285750"/>
                </a:lnTo>
                <a:lnTo>
                  <a:pt x="1143000" y="295275"/>
                </a:lnTo>
                <a:lnTo>
                  <a:pt x="1152525" y="295275"/>
                </a:lnTo>
                <a:lnTo>
                  <a:pt x="1152525" y="314325"/>
                </a:lnTo>
                <a:lnTo>
                  <a:pt x="1133475" y="314325"/>
                </a:lnTo>
                <a:close/>
                <a:moveTo>
                  <a:pt x="1209675" y="304800"/>
                </a:moveTo>
                <a:lnTo>
                  <a:pt x="1219200" y="304800"/>
                </a:lnTo>
                <a:lnTo>
                  <a:pt x="1219200" y="323850"/>
                </a:lnTo>
                <a:lnTo>
                  <a:pt x="1209675" y="323850"/>
                </a:lnTo>
                <a:close/>
                <a:moveTo>
                  <a:pt x="1276350" y="304800"/>
                </a:moveTo>
                <a:lnTo>
                  <a:pt x="1295400" y="304800"/>
                </a:lnTo>
                <a:lnTo>
                  <a:pt x="1295400" y="314325"/>
                </a:lnTo>
                <a:lnTo>
                  <a:pt x="1304925" y="314325"/>
                </a:lnTo>
                <a:lnTo>
                  <a:pt x="1304925" y="333375"/>
                </a:lnTo>
                <a:lnTo>
                  <a:pt x="1295400" y="333375"/>
                </a:lnTo>
                <a:lnTo>
                  <a:pt x="1295400" y="323850"/>
                </a:lnTo>
                <a:lnTo>
                  <a:pt x="1285875" y="323850"/>
                </a:lnTo>
                <a:lnTo>
                  <a:pt x="1285875" y="314325"/>
                </a:lnTo>
                <a:lnTo>
                  <a:pt x="1276350" y="314325"/>
                </a:lnTo>
                <a:close/>
                <a:moveTo>
                  <a:pt x="923925" y="314325"/>
                </a:moveTo>
                <a:lnTo>
                  <a:pt x="933450" y="314325"/>
                </a:lnTo>
                <a:lnTo>
                  <a:pt x="933450" y="323850"/>
                </a:lnTo>
                <a:lnTo>
                  <a:pt x="923925" y="323850"/>
                </a:lnTo>
                <a:close/>
                <a:moveTo>
                  <a:pt x="561975" y="323850"/>
                </a:moveTo>
                <a:lnTo>
                  <a:pt x="581025" y="323850"/>
                </a:lnTo>
                <a:lnTo>
                  <a:pt x="581025" y="342900"/>
                </a:lnTo>
                <a:lnTo>
                  <a:pt x="590550" y="342900"/>
                </a:lnTo>
                <a:lnTo>
                  <a:pt x="590550" y="352425"/>
                </a:lnTo>
                <a:lnTo>
                  <a:pt x="571500" y="352425"/>
                </a:lnTo>
                <a:lnTo>
                  <a:pt x="571500" y="333375"/>
                </a:lnTo>
                <a:lnTo>
                  <a:pt x="561975" y="333375"/>
                </a:lnTo>
                <a:close/>
                <a:moveTo>
                  <a:pt x="1200150" y="323850"/>
                </a:moveTo>
                <a:lnTo>
                  <a:pt x="1209675" y="323850"/>
                </a:lnTo>
                <a:lnTo>
                  <a:pt x="1209675" y="333375"/>
                </a:lnTo>
                <a:lnTo>
                  <a:pt x="1200150" y="333375"/>
                </a:lnTo>
                <a:close/>
                <a:moveTo>
                  <a:pt x="342900" y="333375"/>
                </a:moveTo>
                <a:lnTo>
                  <a:pt x="352425" y="333375"/>
                </a:lnTo>
                <a:lnTo>
                  <a:pt x="352425" y="342900"/>
                </a:lnTo>
                <a:lnTo>
                  <a:pt x="342900" y="342900"/>
                </a:lnTo>
                <a:close/>
                <a:moveTo>
                  <a:pt x="1095375" y="333375"/>
                </a:moveTo>
                <a:lnTo>
                  <a:pt x="1114425" y="333375"/>
                </a:lnTo>
                <a:lnTo>
                  <a:pt x="1114425" y="352425"/>
                </a:lnTo>
                <a:lnTo>
                  <a:pt x="1104900" y="352425"/>
                </a:lnTo>
                <a:lnTo>
                  <a:pt x="1104900" y="342900"/>
                </a:lnTo>
                <a:lnTo>
                  <a:pt x="1095375" y="342900"/>
                </a:lnTo>
                <a:close/>
                <a:moveTo>
                  <a:pt x="1181100" y="333375"/>
                </a:moveTo>
                <a:lnTo>
                  <a:pt x="1190625" y="333375"/>
                </a:lnTo>
                <a:lnTo>
                  <a:pt x="1190625" y="342900"/>
                </a:lnTo>
                <a:lnTo>
                  <a:pt x="1181100" y="342900"/>
                </a:lnTo>
                <a:close/>
                <a:moveTo>
                  <a:pt x="400050" y="381000"/>
                </a:moveTo>
                <a:lnTo>
                  <a:pt x="409575" y="381000"/>
                </a:lnTo>
                <a:lnTo>
                  <a:pt x="409575" y="390525"/>
                </a:lnTo>
                <a:lnTo>
                  <a:pt x="419100" y="390525"/>
                </a:lnTo>
                <a:lnTo>
                  <a:pt x="419100" y="400050"/>
                </a:lnTo>
                <a:lnTo>
                  <a:pt x="400050" y="400050"/>
                </a:lnTo>
                <a:close/>
                <a:moveTo>
                  <a:pt x="1162050" y="400050"/>
                </a:moveTo>
                <a:lnTo>
                  <a:pt x="1171575" y="400050"/>
                </a:lnTo>
                <a:lnTo>
                  <a:pt x="1171575" y="409575"/>
                </a:lnTo>
                <a:lnTo>
                  <a:pt x="1162050" y="409575"/>
                </a:lnTo>
                <a:close/>
                <a:moveTo>
                  <a:pt x="323850" y="419100"/>
                </a:moveTo>
                <a:lnTo>
                  <a:pt x="333375" y="419100"/>
                </a:lnTo>
                <a:lnTo>
                  <a:pt x="333375" y="428625"/>
                </a:lnTo>
                <a:lnTo>
                  <a:pt x="323850" y="428625"/>
                </a:lnTo>
                <a:close/>
                <a:moveTo>
                  <a:pt x="1562100" y="419100"/>
                </a:moveTo>
                <a:lnTo>
                  <a:pt x="1571625" y="419100"/>
                </a:lnTo>
                <a:lnTo>
                  <a:pt x="1571625" y="428625"/>
                </a:lnTo>
                <a:lnTo>
                  <a:pt x="1562100" y="428625"/>
                </a:lnTo>
                <a:close/>
                <a:moveTo>
                  <a:pt x="552450" y="485775"/>
                </a:moveTo>
                <a:lnTo>
                  <a:pt x="561975" y="485775"/>
                </a:lnTo>
                <a:lnTo>
                  <a:pt x="561975" y="504825"/>
                </a:lnTo>
                <a:lnTo>
                  <a:pt x="552450" y="504825"/>
                </a:lnTo>
                <a:close/>
                <a:moveTo>
                  <a:pt x="695325" y="561975"/>
                </a:moveTo>
                <a:lnTo>
                  <a:pt x="704850" y="561975"/>
                </a:lnTo>
                <a:lnTo>
                  <a:pt x="704850" y="571500"/>
                </a:lnTo>
                <a:lnTo>
                  <a:pt x="695325" y="571500"/>
                </a:lnTo>
                <a:close/>
                <a:moveTo>
                  <a:pt x="1209675" y="571500"/>
                </a:moveTo>
                <a:lnTo>
                  <a:pt x="1228725" y="571500"/>
                </a:lnTo>
                <a:lnTo>
                  <a:pt x="1228725" y="581025"/>
                </a:lnTo>
                <a:lnTo>
                  <a:pt x="1209675" y="581025"/>
                </a:lnTo>
                <a:close/>
                <a:moveTo>
                  <a:pt x="66675" y="581025"/>
                </a:moveTo>
                <a:lnTo>
                  <a:pt x="114300" y="581025"/>
                </a:lnTo>
                <a:lnTo>
                  <a:pt x="114300" y="590550"/>
                </a:lnTo>
                <a:lnTo>
                  <a:pt x="85725" y="590550"/>
                </a:lnTo>
                <a:lnTo>
                  <a:pt x="85725" y="600075"/>
                </a:lnTo>
                <a:lnTo>
                  <a:pt x="76200" y="600075"/>
                </a:lnTo>
                <a:lnTo>
                  <a:pt x="76200" y="609600"/>
                </a:lnTo>
                <a:lnTo>
                  <a:pt x="95250" y="609600"/>
                </a:lnTo>
                <a:lnTo>
                  <a:pt x="95250" y="619125"/>
                </a:lnTo>
                <a:lnTo>
                  <a:pt x="66675" y="619125"/>
                </a:lnTo>
                <a:lnTo>
                  <a:pt x="66675" y="600075"/>
                </a:lnTo>
                <a:lnTo>
                  <a:pt x="57150" y="600075"/>
                </a:lnTo>
                <a:lnTo>
                  <a:pt x="57150" y="590550"/>
                </a:lnTo>
                <a:lnTo>
                  <a:pt x="66675" y="590550"/>
                </a:lnTo>
                <a:close/>
                <a:moveTo>
                  <a:pt x="819150" y="581025"/>
                </a:moveTo>
                <a:lnTo>
                  <a:pt x="828675" y="581025"/>
                </a:lnTo>
                <a:lnTo>
                  <a:pt x="828675" y="590550"/>
                </a:lnTo>
                <a:lnTo>
                  <a:pt x="819150" y="590550"/>
                </a:lnTo>
                <a:close/>
                <a:moveTo>
                  <a:pt x="1381125" y="581025"/>
                </a:moveTo>
                <a:lnTo>
                  <a:pt x="1390650" y="581025"/>
                </a:lnTo>
                <a:lnTo>
                  <a:pt x="1390650" y="590550"/>
                </a:lnTo>
                <a:lnTo>
                  <a:pt x="1381125" y="590550"/>
                </a:lnTo>
                <a:close/>
                <a:moveTo>
                  <a:pt x="276225" y="590550"/>
                </a:moveTo>
                <a:lnTo>
                  <a:pt x="285750" y="590550"/>
                </a:lnTo>
                <a:lnTo>
                  <a:pt x="285750" y="600075"/>
                </a:lnTo>
                <a:lnTo>
                  <a:pt x="276225" y="600075"/>
                </a:lnTo>
                <a:close/>
                <a:moveTo>
                  <a:pt x="1209675" y="590550"/>
                </a:moveTo>
                <a:lnTo>
                  <a:pt x="1228725" y="590550"/>
                </a:lnTo>
                <a:lnTo>
                  <a:pt x="1228725" y="600075"/>
                </a:lnTo>
                <a:lnTo>
                  <a:pt x="1209675" y="600075"/>
                </a:lnTo>
                <a:close/>
                <a:moveTo>
                  <a:pt x="238125" y="600075"/>
                </a:moveTo>
                <a:lnTo>
                  <a:pt x="276225" y="600075"/>
                </a:lnTo>
                <a:lnTo>
                  <a:pt x="276225" y="619125"/>
                </a:lnTo>
                <a:lnTo>
                  <a:pt x="266700" y="619125"/>
                </a:lnTo>
                <a:lnTo>
                  <a:pt x="266700" y="628650"/>
                </a:lnTo>
                <a:lnTo>
                  <a:pt x="247650" y="628650"/>
                </a:lnTo>
                <a:lnTo>
                  <a:pt x="247650" y="609600"/>
                </a:lnTo>
                <a:lnTo>
                  <a:pt x="238125" y="609600"/>
                </a:lnTo>
                <a:close/>
                <a:moveTo>
                  <a:pt x="771525" y="609600"/>
                </a:moveTo>
                <a:lnTo>
                  <a:pt x="790575" y="609600"/>
                </a:lnTo>
                <a:lnTo>
                  <a:pt x="790575" y="619125"/>
                </a:lnTo>
                <a:lnTo>
                  <a:pt x="800100" y="619125"/>
                </a:lnTo>
                <a:lnTo>
                  <a:pt x="800100" y="628650"/>
                </a:lnTo>
                <a:lnTo>
                  <a:pt x="762000" y="628650"/>
                </a:lnTo>
                <a:lnTo>
                  <a:pt x="762000" y="619125"/>
                </a:lnTo>
                <a:lnTo>
                  <a:pt x="771525" y="619125"/>
                </a:lnTo>
                <a:close/>
                <a:moveTo>
                  <a:pt x="76200" y="628650"/>
                </a:moveTo>
                <a:lnTo>
                  <a:pt x="85725" y="628650"/>
                </a:lnTo>
                <a:lnTo>
                  <a:pt x="85725" y="638175"/>
                </a:lnTo>
                <a:lnTo>
                  <a:pt x="76200" y="638175"/>
                </a:lnTo>
                <a:close/>
                <a:moveTo>
                  <a:pt x="1047750" y="628650"/>
                </a:moveTo>
                <a:lnTo>
                  <a:pt x="1057275" y="628650"/>
                </a:lnTo>
                <a:lnTo>
                  <a:pt x="1057275" y="638175"/>
                </a:lnTo>
                <a:lnTo>
                  <a:pt x="1047750" y="638175"/>
                </a:lnTo>
                <a:close/>
                <a:moveTo>
                  <a:pt x="1066800" y="628650"/>
                </a:moveTo>
                <a:lnTo>
                  <a:pt x="1076325" y="628650"/>
                </a:lnTo>
                <a:lnTo>
                  <a:pt x="1076325" y="638175"/>
                </a:lnTo>
                <a:lnTo>
                  <a:pt x="1066800" y="638175"/>
                </a:lnTo>
                <a:close/>
                <a:moveTo>
                  <a:pt x="752475" y="638175"/>
                </a:moveTo>
                <a:lnTo>
                  <a:pt x="762000" y="638175"/>
                </a:lnTo>
                <a:lnTo>
                  <a:pt x="762000" y="647700"/>
                </a:lnTo>
                <a:lnTo>
                  <a:pt x="752475" y="647700"/>
                </a:lnTo>
                <a:close/>
                <a:moveTo>
                  <a:pt x="1028700" y="638175"/>
                </a:moveTo>
                <a:lnTo>
                  <a:pt x="1038225" y="638175"/>
                </a:lnTo>
                <a:lnTo>
                  <a:pt x="1038225" y="657225"/>
                </a:lnTo>
                <a:lnTo>
                  <a:pt x="1028700" y="657225"/>
                </a:lnTo>
                <a:lnTo>
                  <a:pt x="1028700" y="666750"/>
                </a:lnTo>
                <a:lnTo>
                  <a:pt x="1019175" y="666750"/>
                </a:lnTo>
                <a:lnTo>
                  <a:pt x="1019175" y="647700"/>
                </a:lnTo>
                <a:lnTo>
                  <a:pt x="1028700" y="647700"/>
                </a:lnTo>
                <a:close/>
                <a:moveTo>
                  <a:pt x="771525" y="657225"/>
                </a:moveTo>
                <a:lnTo>
                  <a:pt x="781050" y="657225"/>
                </a:lnTo>
                <a:lnTo>
                  <a:pt x="781050" y="666750"/>
                </a:lnTo>
                <a:lnTo>
                  <a:pt x="771525" y="666750"/>
                </a:lnTo>
                <a:close/>
                <a:moveTo>
                  <a:pt x="561975" y="666750"/>
                </a:moveTo>
                <a:lnTo>
                  <a:pt x="571500" y="666750"/>
                </a:lnTo>
                <a:lnTo>
                  <a:pt x="571500" y="676275"/>
                </a:lnTo>
                <a:lnTo>
                  <a:pt x="561975" y="676275"/>
                </a:lnTo>
                <a:close/>
                <a:moveTo>
                  <a:pt x="552450" y="676275"/>
                </a:moveTo>
                <a:lnTo>
                  <a:pt x="561975" y="676275"/>
                </a:lnTo>
                <a:lnTo>
                  <a:pt x="561975" y="685800"/>
                </a:lnTo>
                <a:lnTo>
                  <a:pt x="552450" y="685800"/>
                </a:lnTo>
                <a:close/>
                <a:moveTo>
                  <a:pt x="762000" y="676275"/>
                </a:moveTo>
                <a:lnTo>
                  <a:pt x="781050" y="676275"/>
                </a:lnTo>
                <a:lnTo>
                  <a:pt x="781050" y="685800"/>
                </a:lnTo>
                <a:lnTo>
                  <a:pt x="762000" y="685800"/>
                </a:lnTo>
                <a:close/>
                <a:moveTo>
                  <a:pt x="581025" y="685800"/>
                </a:moveTo>
                <a:lnTo>
                  <a:pt x="600075" y="685800"/>
                </a:lnTo>
                <a:lnTo>
                  <a:pt x="600075" y="695325"/>
                </a:lnTo>
                <a:lnTo>
                  <a:pt x="581025" y="695325"/>
                </a:lnTo>
                <a:close/>
                <a:moveTo>
                  <a:pt x="600075" y="695325"/>
                </a:moveTo>
                <a:lnTo>
                  <a:pt x="609600" y="695325"/>
                </a:lnTo>
                <a:lnTo>
                  <a:pt x="609600" y="704850"/>
                </a:lnTo>
                <a:lnTo>
                  <a:pt x="600075" y="704850"/>
                </a:lnTo>
                <a:close/>
                <a:moveTo>
                  <a:pt x="0" y="714375"/>
                </a:moveTo>
                <a:lnTo>
                  <a:pt x="9525" y="714375"/>
                </a:lnTo>
                <a:lnTo>
                  <a:pt x="9525" y="723900"/>
                </a:lnTo>
                <a:lnTo>
                  <a:pt x="0" y="723900"/>
                </a:lnTo>
                <a:close/>
                <a:moveTo>
                  <a:pt x="1114425" y="714375"/>
                </a:moveTo>
                <a:lnTo>
                  <a:pt x="1133475" y="714375"/>
                </a:lnTo>
                <a:lnTo>
                  <a:pt x="1133475" y="723900"/>
                </a:lnTo>
                <a:lnTo>
                  <a:pt x="1114425" y="723900"/>
                </a:lnTo>
                <a:close/>
                <a:moveTo>
                  <a:pt x="1590675" y="733425"/>
                </a:moveTo>
                <a:lnTo>
                  <a:pt x="1600200" y="733425"/>
                </a:lnTo>
                <a:lnTo>
                  <a:pt x="1600200" y="752475"/>
                </a:lnTo>
                <a:lnTo>
                  <a:pt x="1590675" y="752475"/>
                </a:lnTo>
                <a:close/>
                <a:moveTo>
                  <a:pt x="1019175" y="771525"/>
                </a:moveTo>
                <a:lnTo>
                  <a:pt x="1038225" y="771525"/>
                </a:lnTo>
                <a:lnTo>
                  <a:pt x="1038225" y="781050"/>
                </a:lnTo>
                <a:lnTo>
                  <a:pt x="1019175" y="781050"/>
                </a:lnTo>
                <a:close/>
                <a:moveTo>
                  <a:pt x="276225" y="800100"/>
                </a:moveTo>
                <a:lnTo>
                  <a:pt x="285750" y="800100"/>
                </a:lnTo>
                <a:lnTo>
                  <a:pt x="285750" y="809625"/>
                </a:lnTo>
                <a:lnTo>
                  <a:pt x="276225" y="809625"/>
                </a:lnTo>
                <a:close/>
                <a:moveTo>
                  <a:pt x="314325" y="809625"/>
                </a:moveTo>
                <a:lnTo>
                  <a:pt x="333375" y="809625"/>
                </a:lnTo>
                <a:lnTo>
                  <a:pt x="333375" y="819150"/>
                </a:lnTo>
                <a:lnTo>
                  <a:pt x="314325" y="819150"/>
                </a:lnTo>
                <a:close/>
                <a:moveTo>
                  <a:pt x="1047750" y="866775"/>
                </a:moveTo>
                <a:lnTo>
                  <a:pt x="1057275" y="866775"/>
                </a:lnTo>
                <a:lnTo>
                  <a:pt x="1057275" y="876300"/>
                </a:lnTo>
                <a:lnTo>
                  <a:pt x="1047750" y="876300"/>
                </a:lnTo>
                <a:close/>
                <a:moveTo>
                  <a:pt x="1257300" y="866775"/>
                </a:moveTo>
                <a:lnTo>
                  <a:pt x="1266825" y="866775"/>
                </a:lnTo>
                <a:lnTo>
                  <a:pt x="1266825" y="885825"/>
                </a:lnTo>
                <a:lnTo>
                  <a:pt x="1257300" y="885825"/>
                </a:lnTo>
                <a:close/>
                <a:moveTo>
                  <a:pt x="219075" y="876300"/>
                </a:moveTo>
                <a:lnTo>
                  <a:pt x="247650" y="876300"/>
                </a:lnTo>
                <a:lnTo>
                  <a:pt x="247650" y="885825"/>
                </a:lnTo>
                <a:lnTo>
                  <a:pt x="266700" y="885825"/>
                </a:lnTo>
                <a:lnTo>
                  <a:pt x="266700" y="895350"/>
                </a:lnTo>
                <a:lnTo>
                  <a:pt x="228600" y="895350"/>
                </a:lnTo>
                <a:lnTo>
                  <a:pt x="228600" y="885825"/>
                </a:lnTo>
                <a:lnTo>
                  <a:pt x="219075" y="885825"/>
                </a:lnTo>
                <a:close/>
                <a:moveTo>
                  <a:pt x="1200150" y="876300"/>
                </a:moveTo>
                <a:lnTo>
                  <a:pt x="1209675" y="876300"/>
                </a:lnTo>
                <a:lnTo>
                  <a:pt x="1209675" y="885825"/>
                </a:lnTo>
                <a:lnTo>
                  <a:pt x="1200150" y="885825"/>
                </a:lnTo>
                <a:close/>
                <a:moveTo>
                  <a:pt x="1190625" y="885825"/>
                </a:moveTo>
                <a:lnTo>
                  <a:pt x="1200150" y="885825"/>
                </a:lnTo>
                <a:lnTo>
                  <a:pt x="1200150" y="895350"/>
                </a:lnTo>
                <a:lnTo>
                  <a:pt x="1190625" y="895350"/>
                </a:lnTo>
                <a:close/>
                <a:moveTo>
                  <a:pt x="828675" y="895350"/>
                </a:moveTo>
                <a:lnTo>
                  <a:pt x="838200" y="895350"/>
                </a:lnTo>
                <a:lnTo>
                  <a:pt x="838200" y="904875"/>
                </a:lnTo>
                <a:lnTo>
                  <a:pt x="828675" y="904875"/>
                </a:lnTo>
                <a:close/>
                <a:moveTo>
                  <a:pt x="1409700" y="923925"/>
                </a:moveTo>
                <a:lnTo>
                  <a:pt x="1419225" y="923925"/>
                </a:lnTo>
                <a:lnTo>
                  <a:pt x="1419225" y="942975"/>
                </a:lnTo>
                <a:lnTo>
                  <a:pt x="1409700" y="942975"/>
                </a:lnTo>
                <a:close/>
                <a:moveTo>
                  <a:pt x="1428750" y="923925"/>
                </a:moveTo>
                <a:lnTo>
                  <a:pt x="1438275" y="923925"/>
                </a:lnTo>
                <a:lnTo>
                  <a:pt x="1438275" y="952500"/>
                </a:lnTo>
                <a:lnTo>
                  <a:pt x="1428750" y="952500"/>
                </a:lnTo>
                <a:close/>
                <a:moveTo>
                  <a:pt x="1343025" y="933450"/>
                </a:moveTo>
                <a:lnTo>
                  <a:pt x="1352550" y="933450"/>
                </a:lnTo>
                <a:lnTo>
                  <a:pt x="1352550" y="942975"/>
                </a:lnTo>
                <a:lnTo>
                  <a:pt x="1343025" y="942975"/>
                </a:lnTo>
                <a:close/>
                <a:moveTo>
                  <a:pt x="0" y="942975"/>
                </a:moveTo>
                <a:lnTo>
                  <a:pt x="9525" y="942975"/>
                </a:lnTo>
                <a:lnTo>
                  <a:pt x="9525" y="952500"/>
                </a:lnTo>
                <a:lnTo>
                  <a:pt x="0" y="952500"/>
                </a:lnTo>
                <a:close/>
                <a:moveTo>
                  <a:pt x="1390650" y="942975"/>
                </a:moveTo>
                <a:lnTo>
                  <a:pt x="1400175" y="942975"/>
                </a:lnTo>
                <a:lnTo>
                  <a:pt x="1400175" y="952500"/>
                </a:lnTo>
                <a:lnTo>
                  <a:pt x="1409700" y="952500"/>
                </a:lnTo>
                <a:lnTo>
                  <a:pt x="1409700" y="962025"/>
                </a:lnTo>
                <a:lnTo>
                  <a:pt x="1390650" y="962025"/>
                </a:lnTo>
                <a:close/>
                <a:moveTo>
                  <a:pt x="57150" y="952500"/>
                </a:moveTo>
                <a:lnTo>
                  <a:pt x="66675" y="952500"/>
                </a:lnTo>
                <a:lnTo>
                  <a:pt x="66675" y="962025"/>
                </a:lnTo>
                <a:lnTo>
                  <a:pt x="57150" y="962025"/>
                </a:lnTo>
                <a:close/>
                <a:moveTo>
                  <a:pt x="1304925" y="952500"/>
                </a:moveTo>
                <a:lnTo>
                  <a:pt x="1333500" y="952500"/>
                </a:lnTo>
                <a:lnTo>
                  <a:pt x="1333500" y="981075"/>
                </a:lnTo>
                <a:lnTo>
                  <a:pt x="1314450" y="981075"/>
                </a:lnTo>
                <a:lnTo>
                  <a:pt x="1314450" y="971550"/>
                </a:lnTo>
                <a:lnTo>
                  <a:pt x="1304925" y="971550"/>
                </a:lnTo>
                <a:close/>
                <a:moveTo>
                  <a:pt x="400050" y="962025"/>
                </a:moveTo>
                <a:lnTo>
                  <a:pt x="409575" y="962025"/>
                </a:lnTo>
                <a:lnTo>
                  <a:pt x="409575" y="971550"/>
                </a:lnTo>
                <a:lnTo>
                  <a:pt x="400050" y="971550"/>
                </a:lnTo>
                <a:close/>
                <a:moveTo>
                  <a:pt x="514350" y="971550"/>
                </a:moveTo>
                <a:lnTo>
                  <a:pt x="533400" y="971550"/>
                </a:lnTo>
                <a:lnTo>
                  <a:pt x="533400" y="981075"/>
                </a:lnTo>
                <a:lnTo>
                  <a:pt x="514350" y="981075"/>
                </a:lnTo>
                <a:close/>
                <a:moveTo>
                  <a:pt x="95250" y="981075"/>
                </a:moveTo>
                <a:lnTo>
                  <a:pt x="104775" y="981075"/>
                </a:lnTo>
                <a:lnTo>
                  <a:pt x="104775" y="990600"/>
                </a:lnTo>
                <a:lnTo>
                  <a:pt x="95250" y="990600"/>
                </a:lnTo>
                <a:close/>
                <a:moveTo>
                  <a:pt x="533400" y="981075"/>
                </a:moveTo>
                <a:lnTo>
                  <a:pt x="542925" y="981075"/>
                </a:lnTo>
                <a:lnTo>
                  <a:pt x="542925" y="990600"/>
                </a:lnTo>
                <a:lnTo>
                  <a:pt x="533400" y="990600"/>
                </a:lnTo>
                <a:close/>
                <a:moveTo>
                  <a:pt x="1352550" y="990600"/>
                </a:moveTo>
                <a:lnTo>
                  <a:pt x="1362075" y="990600"/>
                </a:lnTo>
                <a:lnTo>
                  <a:pt x="1362075" y="1000125"/>
                </a:lnTo>
                <a:lnTo>
                  <a:pt x="1352550" y="1000125"/>
                </a:lnTo>
                <a:close/>
                <a:moveTo>
                  <a:pt x="1123950" y="1009650"/>
                </a:moveTo>
                <a:lnTo>
                  <a:pt x="1152525" y="1009650"/>
                </a:lnTo>
                <a:lnTo>
                  <a:pt x="1152525" y="1019175"/>
                </a:lnTo>
                <a:lnTo>
                  <a:pt x="1123950" y="1019175"/>
                </a:lnTo>
                <a:close/>
                <a:moveTo>
                  <a:pt x="1171575" y="1009650"/>
                </a:moveTo>
                <a:lnTo>
                  <a:pt x="1190625" y="1009650"/>
                </a:lnTo>
                <a:lnTo>
                  <a:pt x="1190625" y="1019175"/>
                </a:lnTo>
                <a:lnTo>
                  <a:pt x="1171575" y="1019175"/>
                </a:lnTo>
                <a:close/>
                <a:moveTo>
                  <a:pt x="104775" y="1019175"/>
                </a:moveTo>
                <a:lnTo>
                  <a:pt x="114300" y="1019175"/>
                </a:lnTo>
                <a:lnTo>
                  <a:pt x="114300" y="1028700"/>
                </a:lnTo>
                <a:lnTo>
                  <a:pt x="104775" y="1028700"/>
                </a:lnTo>
                <a:close/>
                <a:moveTo>
                  <a:pt x="419100" y="1019175"/>
                </a:moveTo>
                <a:lnTo>
                  <a:pt x="428625" y="1019175"/>
                </a:lnTo>
                <a:lnTo>
                  <a:pt x="428625" y="1028700"/>
                </a:lnTo>
                <a:lnTo>
                  <a:pt x="419100" y="1028700"/>
                </a:lnTo>
                <a:close/>
                <a:moveTo>
                  <a:pt x="1190625" y="1019175"/>
                </a:moveTo>
                <a:lnTo>
                  <a:pt x="1200150" y="1019175"/>
                </a:lnTo>
                <a:lnTo>
                  <a:pt x="1200150" y="1028700"/>
                </a:lnTo>
                <a:lnTo>
                  <a:pt x="1190625" y="1028700"/>
                </a:lnTo>
                <a:close/>
                <a:moveTo>
                  <a:pt x="123825" y="1047750"/>
                </a:moveTo>
                <a:lnTo>
                  <a:pt x="133350" y="1047750"/>
                </a:lnTo>
                <a:lnTo>
                  <a:pt x="133350" y="1057275"/>
                </a:lnTo>
                <a:lnTo>
                  <a:pt x="123825" y="1057275"/>
                </a:lnTo>
                <a:close/>
                <a:moveTo>
                  <a:pt x="1000125" y="1066800"/>
                </a:moveTo>
                <a:lnTo>
                  <a:pt x="1009650" y="1066800"/>
                </a:lnTo>
                <a:lnTo>
                  <a:pt x="1009650" y="1076325"/>
                </a:lnTo>
                <a:lnTo>
                  <a:pt x="1000125" y="1076325"/>
                </a:lnTo>
                <a:close/>
                <a:moveTo>
                  <a:pt x="1333500" y="1066800"/>
                </a:moveTo>
                <a:lnTo>
                  <a:pt x="1343025" y="1066800"/>
                </a:lnTo>
                <a:lnTo>
                  <a:pt x="1343025" y="1076325"/>
                </a:lnTo>
                <a:lnTo>
                  <a:pt x="1333500" y="1076325"/>
                </a:lnTo>
                <a:close/>
                <a:moveTo>
                  <a:pt x="447675" y="1076325"/>
                </a:moveTo>
                <a:lnTo>
                  <a:pt x="457200" y="1076325"/>
                </a:lnTo>
                <a:lnTo>
                  <a:pt x="457200" y="1085850"/>
                </a:lnTo>
                <a:lnTo>
                  <a:pt x="447675" y="1085850"/>
                </a:lnTo>
                <a:close/>
                <a:moveTo>
                  <a:pt x="981075" y="1085850"/>
                </a:moveTo>
                <a:lnTo>
                  <a:pt x="990600" y="1085850"/>
                </a:lnTo>
                <a:lnTo>
                  <a:pt x="990600" y="1095375"/>
                </a:lnTo>
                <a:lnTo>
                  <a:pt x="981075" y="1095375"/>
                </a:lnTo>
                <a:close/>
                <a:moveTo>
                  <a:pt x="1133475" y="1085850"/>
                </a:moveTo>
                <a:lnTo>
                  <a:pt x="1143000" y="1085850"/>
                </a:lnTo>
                <a:lnTo>
                  <a:pt x="1143000" y="1095375"/>
                </a:lnTo>
                <a:lnTo>
                  <a:pt x="1133475" y="1095375"/>
                </a:lnTo>
                <a:close/>
                <a:moveTo>
                  <a:pt x="1076325" y="1143000"/>
                </a:moveTo>
                <a:lnTo>
                  <a:pt x="1085850" y="1143000"/>
                </a:lnTo>
                <a:lnTo>
                  <a:pt x="1085850" y="1152525"/>
                </a:lnTo>
                <a:lnTo>
                  <a:pt x="1076325" y="1152525"/>
                </a:lnTo>
                <a:close/>
                <a:moveTo>
                  <a:pt x="104775" y="1200150"/>
                </a:moveTo>
                <a:lnTo>
                  <a:pt x="123825" y="1200150"/>
                </a:lnTo>
                <a:lnTo>
                  <a:pt x="123825" y="1228725"/>
                </a:lnTo>
                <a:lnTo>
                  <a:pt x="114300" y="1228725"/>
                </a:lnTo>
                <a:lnTo>
                  <a:pt x="114300" y="1238250"/>
                </a:lnTo>
                <a:lnTo>
                  <a:pt x="104775" y="1238250"/>
                </a:lnTo>
                <a:lnTo>
                  <a:pt x="104775" y="1219200"/>
                </a:lnTo>
                <a:lnTo>
                  <a:pt x="114300" y="1219200"/>
                </a:lnTo>
                <a:lnTo>
                  <a:pt x="114300" y="1209675"/>
                </a:lnTo>
                <a:lnTo>
                  <a:pt x="104775" y="1209675"/>
                </a:lnTo>
                <a:close/>
                <a:moveTo>
                  <a:pt x="1447800" y="1200150"/>
                </a:moveTo>
                <a:lnTo>
                  <a:pt x="1457325" y="1200150"/>
                </a:lnTo>
                <a:lnTo>
                  <a:pt x="1457325" y="1209675"/>
                </a:lnTo>
                <a:lnTo>
                  <a:pt x="1447800" y="1209675"/>
                </a:lnTo>
                <a:close/>
                <a:moveTo>
                  <a:pt x="838200" y="1209675"/>
                </a:moveTo>
                <a:lnTo>
                  <a:pt x="866775" y="1209675"/>
                </a:lnTo>
                <a:lnTo>
                  <a:pt x="866775" y="1219200"/>
                </a:lnTo>
                <a:lnTo>
                  <a:pt x="857250" y="1219200"/>
                </a:lnTo>
                <a:lnTo>
                  <a:pt x="857250" y="1238250"/>
                </a:lnTo>
                <a:lnTo>
                  <a:pt x="847725" y="1238250"/>
                </a:lnTo>
                <a:lnTo>
                  <a:pt x="847725" y="1219200"/>
                </a:lnTo>
                <a:lnTo>
                  <a:pt x="838200" y="1219200"/>
                </a:lnTo>
                <a:close/>
                <a:moveTo>
                  <a:pt x="1085850" y="1209675"/>
                </a:moveTo>
                <a:lnTo>
                  <a:pt x="1095375" y="1209675"/>
                </a:lnTo>
                <a:lnTo>
                  <a:pt x="1095375" y="1219200"/>
                </a:lnTo>
                <a:lnTo>
                  <a:pt x="1085850" y="1219200"/>
                </a:lnTo>
                <a:close/>
                <a:moveTo>
                  <a:pt x="723900" y="1219200"/>
                </a:moveTo>
                <a:lnTo>
                  <a:pt x="733425" y="1219200"/>
                </a:lnTo>
                <a:lnTo>
                  <a:pt x="733425" y="1238250"/>
                </a:lnTo>
                <a:lnTo>
                  <a:pt x="723900" y="1238250"/>
                </a:lnTo>
                <a:close/>
                <a:moveTo>
                  <a:pt x="161925" y="1228725"/>
                </a:moveTo>
                <a:lnTo>
                  <a:pt x="171450" y="1228725"/>
                </a:lnTo>
                <a:lnTo>
                  <a:pt x="171450" y="1238250"/>
                </a:lnTo>
                <a:lnTo>
                  <a:pt x="161925" y="1238250"/>
                </a:lnTo>
                <a:close/>
                <a:moveTo>
                  <a:pt x="276225" y="1228725"/>
                </a:moveTo>
                <a:lnTo>
                  <a:pt x="285750" y="1228725"/>
                </a:lnTo>
                <a:lnTo>
                  <a:pt x="285750" y="1247775"/>
                </a:lnTo>
                <a:lnTo>
                  <a:pt x="266700" y="1247775"/>
                </a:lnTo>
                <a:lnTo>
                  <a:pt x="266700" y="1238250"/>
                </a:lnTo>
                <a:lnTo>
                  <a:pt x="276225" y="1238250"/>
                </a:lnTo>
                <a:close/>
                <a:moveTo>
                  <a:pt x="1400175" y="1228725"/>
                </a:moveTo>
                <a:lnTo>
                  <a:pt x="1419225" y="1228725"/>
                </a:lnTo>
                <a:lnTo>
                  <a:pt x="1419225" y="1238250"/>
                </a:lnTo>
                <a:lnTo>
                  <a:pt x="1400175" y="1238250"/>
                </a:lnTo>
                <a:close/>
                <a:moveTo>
                  <a:pt x="733425" y="1238250"/>
                </a:moveTo>
                <a:lnTo>
                  <a:pt x="742950" y="1238250"/>
                </a:lnTo>
                <a:lnTo>
                  <a:pt x="742950" y="1247775"/>
                </a:lnTo>
                <a:lnTo>
                  <a:pt x="733425" y="1247775"/>
                </a:lnTo>
                <a:close/>
                <a:moveTo>
                  <a:pt x="781050" y="1238250"/>
                </a:moveTo>
                <a:lnTo>
                  <a:pt x="790575" y="1238250"/>
                </a:lnTo>
                <a:lnTo>
                  <a:pt x="790575" y="1247775"/>
                </a:lnTo>
                <a:lnTo>
                  <a:pt x="781050" y="1247775"/>
                </a:lnTo>
                <a:close/>
                <a:moveTo>
                  <a:pt x="266700" y="1276350"/>
                </a:moveTo>
                <a:lnTo>
                  <a:pt x="295275" y="1276350"/>
                </a:lnTo>
                <a:lnTo>
                  <a:pt x="295275" y="1285875"/>
                </a:lnTo>
                <a:lnTo>
                  <a:pt x="266700" y="1285875"/>
                </a:lnTo>
                <a:close/>
                <a:moveTo>
                  <a:pt x="457200" y="1276350"/>
                </a:moveTo>
                <a:lnTo>
                  <a:pt x="485775" y="1276350"/>
                </a:lnTo>
                <a:lnTo>
                  <a:pt x="485775" y="1285875"/>
                </a:lnTo>
                <a:lnTo>
                  <a:pt x="457200" y="1285875"/>
                </a:lnTo>
                <a:close/>
                <a:moveTo>
                  <a:pt x="533400" y="1276350"/>
                </a:moveTo>
                <a:lnTo>
                  <a:pt x="561975" y="1276350"/>
                </a:lnTo>
                <a:lnTo>
                  <a:pt x="561975" y="1285875"/>
                </a:lnTo>
                <a:lnTo>
                  <a:pt x="533400" y="1285875"/>
                </a:lnTo>
                <a:close/>
                <a:moveTo>
                  <a:pt x="600075" y="1276350"/>
                </a:moveTo>
                <a:lnTo>
                  <a:pt x="657225" y="1276350"/>
                </a:lnTo>
                <a:lnTo>
                  <a:pt x="657225" y="1285875"/>
                </a:lnTo>
                <a:lnTo>
                  <a:pt x="600075" y="1285875"/>
                </a:lnTo>
                <a:close/>
                <a:moveTo>
                  <a:pt x="695325" y="1276350"/>
                </a:moveTo>
                <a:lnTo>
                  <a:pt x="704850" y="1276350"/>
                </a:lnTo>
                <a:lnTo>
                  <a:pt x="704850" y="1285875"/>
                </a:lnTo>
                <a:lnTo>
                  <a:pt x="695325" y="1285875"/>
                </a:lnTo>
                <a:close/>
                <a:moveTo>
                  <a:pt x="914400" y="1276350"/>
                </a:moveTo>
                <a:lnTo>
                  <a:pt x="942975" y="1276350"/>
                </a:lnTo>
                <a:lnTo>
                  <a:pt x="942975" y="1285875"/>
                </a:lnTo>
                <a:lnTo>
                  <a:pt x="914400" y="1285875"/>
                </a:lnTo>
                <a:close/>
                <a:moveTo>
                  <a:pt x="971550" y="1276350"/>
                </a:moveTo>
                <a:lnTo>
                  <a:pt x="990600" y="1276350"/>
                </a:lnTo>
                <a:lnTo>
                  <a:pt x="990600" y="1285875"/>
                </a:lnTo>
                <a:lnTo>
                  <a:pt x="971550" y="1285875"/>
                </a:lnTo>
                <a:close/>
                <a:moveTo>
                  <a:pt x="1057275" y="1276350"/>
                </a:moveTo>
                <a:lnTo>
                  <a:pt x="1066800" y="1276350"/>
                </a:lnTo>
                <a:lnTo>
                  <a:pt x="1066800" y="1285875"/>
                </a:lnTo>
                <a:lnTo>
                  <a:pt x="1057275" y="1285875"/>
                </a:lnTo>
                <a:close/>
                <a:moveTo>
                  <a:pt x="1104900" y="1276350"/>
                </a:moveTo>
                <a:lnTo>
                  <a:pt x="1123950" y="1276350"/>
                </a:lnTo>
                <a:lnTo>
                  <a:pt x="1123950" y="1285875"/>
                </a:lnTo>
                <a:lnTo>
                  <a:pt x="1104900" y="1285875"/>
                </a:lnTo>
                <a:close/>
                <a:moveTo>
                  <a:pt x="1171575" y="1276350"/>
                </a:moveTo>
                <a:lnTo>
                  <a:pt x="1228725" y="1276350"/>
                </a:lnTo>
                <a:lnTo>
                  <a:pt x="1228725" y="1285875"/>
                </a:lnTo>
                <a:lnTo>
                  <a:pt x="1171575" y="1285875"/>
                </a:lnTo>
                <a:close/>
                <a:moveTo>
                  <a:pt x="1362075" y="1276350"/>
                </a:moveTo>
                <a:lnTo>
                  <a:pt x="1390650" y="1276350"/>
                </a:lnTo>
                <a:lnTo>
                  <a:pt x="1390650" y="1285875"/>
                </a:lnTo>
                <a:lnTo>
                  <a:pt x="1381125" y="1285875"/>
                </a:lnTo>
                <a:lnTo>
                  <a:pt x="1381125" y="1295400"/>
                </a:lnTo>
                <a:lnTo>
                  <a:pt x="1371600" y="1295400"/>
                </a:lnTo>
                <a:lnTo>
                  <a:pt x="1371600" y="1285875"/>
                </a:lnTo>
                <a:lnTo>
                  <a:pt x="1362075" y="1285875"/>
                </a:lnTo>
                <a:close/>
                <a:moveTo>
                  <a:pt x="1400175" y="1276350"/>
                </a:moveTo>
                <a:lnTo>
                  <a:pt x="1409700" y="1276350"/>
                </a:lnTo>
                <a:lnTo>
                  <a:pt x="1409700" y="1285875"/>
                </a:lnTo>
                <a:lnTo>
                  <a:pt x="1400175" y="1285875"/>
                </a:lnTo>
                <a:close/>
                <a:moveTo>
                  <a:pt x="0" y="1285875"/>
                </a:moveTo>
                <a:lnTo>
                  <a:pt x="9525" y="1285875"/>
                </a:lnTo>
                <a:lnTo>
                  <a:pt x="9525" y="1295400"/>
                </a:lnTo>
                <a:lnTo>
                  <a:pt x="0" y="1295400"/>
                </a:lnTo>
                <a:close/>
                <a:moveTo>
                  <a:pt x="247650" y="1285875"/>
                </a:moveTo>
                <a:lnTo>
                  <a:pt x="257175" y="1285875"/>
                </a:lnTo>
                <a:lnTo>
                  <a:pt x="257175" y="1295400"/>
                </a:lnTo>
                <a:lnTo>
                  <a:pt x="247650" y="1295400"/>
                </a:lnTo>
                <a:close/>
                <a:moveTo>
                  <a:pt x="1352550" y="1285875"/>
                </a:moveTo>
                <a:lnTo>
                  <a:pt x="1362075" y="1285875"/>
                </a:lnTo>
                <a:lnTo>
                  <a:pt x="1362075" y="1295400"/>
                </a:lnTo>
                <a:lnTo>
                  <a:pt x="1352550" y="1295400"/>
                </a:lnTo>
                <a:close/>
                <a:moveTo>
                  <a:pt x="1390650" y="1285875"/>
                </a:moveTo>
                <a:lnTo>
                  <a:pt x="1400175" y="1285875"/>
                </a:lnTo>
                <a:lnTo>
                  <a:pt x="1400175" y="1295400"/>
                </a:lnTo>
                <a:lnTo>
                  <a:pt x="1390650" y="1295400"/>
                </a:lnTo>
                <a:close/>
                <a:moveTo>
                  <a:pt x="285750" y="1295400"/>
                </a:moveTo>
                <a:lnTo>
                  <a:pt x="295275" y="1295400"/>
                </a:lnTo>
                <a:lnTo>
                  <a:pt x="295275" y="1304925"/>
                </a:lnTo>
                <a:lnTo>
                  <a:pt x="285750" y="1304925"/>
                </a:lnTo>
                <a:close/>
                <a:moveTo>
                  <a:pt x="600075" y="1295400"/>
                </a:moveTo>
                <a:lnTo>
                  <a:pt x="628650" y="1295400"/>
                </a:lnTo>
                <a:lnTo>
                  <a:pt x="628650" y="1304925"/>
                </a:lnTo>
                <a:lnTo>
                  <a:pt x="600075" y="1304925"/>
                </a:lnTo>
                <a:close/>
                <a:moveTo>
                  <a:pt x="1181100" y="1295400"/>
                </a:moveTo>
                <a:lnTo>
                  <a:pt x="1228725" y="1295400"/>
                </a:lnTo>
                <a:lnTo>
                  <a:pt x="1228725" y="1314450"/>
                </a:lnTo>
                <a:lnTo>
                  <a:pt x="1238250" y="1314450"/>
                </a:lnTo>
                <a:lnTo>
                  <a:pt x="1238250" y="1323975"/>
                </a:lnTo>
                <a:lnTo>
                  <a:pt x="1219200" y="1323975"/>
                </a:lnTo>
                <a:lnTo>
                  <a:pt x="1219200" y="1304925"/>
                </a:lnTo>
                <a:lnTo>
                  <a:pt x="1181100" y="1304925"/>
                </a:lnTo>
                <a:close/>
                <a:moveTo>
                  <a:pt x="1276350" y="1323975"/>
                </a:moveTo>
                <a:lnTo>
                  <a:pt x="1285875" y="1323975"/>
                </a:lnTo>
                <a:lnTo>
                  <a:pt x="1285875" y="1343025"/>
                </a:lnTo>
                <a:lnTo>
                  <a:pt x="1276350" y="1343025"/>
                </a:lnTo>
                <a:close/>
                <a:moveTo>
                  <a:pt x="114300" y="1333500"/>
                </a:moveTo>
                <a:lnTo>
                  <a:pt x="123825" y="1333500"/>
                </a:lnTo>
                <a:lnTo>
                  <a:pt x="123825" y="1352550"/>
                </a:lnTo>
                <a:lnTo>
                  <a:pt x="114300" y="1352550"/>
                </a:lnTo>
                <a:close/>
                <a:moveTo>
                  <a:pt x="1247775" y="1333500"/>
                </a:moveTo>
                <a:lnTo>
                  <a:pt x="1257300" y="1333500"/>
                </a:lnTo>
                <a:lnTo>
                  <a:pt x="1257300" y="1343025"/>
                </a:lnTo>
                <a:lnTo>
                  <a:pt x="1247775" y="1343025"/>
                </a:lnTo>
                <a:close/>
                <a:moveTo>
                  <a:pt x="1285875" y="1343025"/>
                </a:moveTo>
                <a:lnTo>
                  <a:pt x="1304925" y="1343025"/>
                </a:lnTo>
                <a:lnTo>
                  <a:pt x="1304925" y="1352550"/>
                </a:lnTo>
                <a:lnTo>
                  <a:pt x="1314450" y="1352550"/>
                </a:lnTo>
                <a:lnTo>
                  <a:pt x="1314450" y="1362075"/>
                </a:lnTo>
                <a:lnTo>
                  <a:pt x="1295400" y="1362075"/>
                </a:lnTo>
                <a:lnTo>
                  <a:pt x="1295400" y="1352550"/>
                </a:lnTo>
                <a:lnTo>
                  <a:pt x="1285875" y="1352550"/>
                </a:lnTo>
                <a:close/>
              </a:path>
            </a:pathLst>
          </a:custGeom>
          <a:solidFill xmlns:a="http://schemas.openxmlformats.org/drawingml/2006/main">
            <a:srgbClr val="F9F9F3"/>
          </a:solidFill>
          <a:ln xmlns:a="http://schemas.openxmlformats.org/drawingml/2006/main" w="0">
            <a:noFill/>
          </a:ln>
        </p:spPr>
      </p:sp>
      <p:sp>
        <p:nvSpPr>
          <p:cNvPr id="29" name="turno1 vector #f9f8f5">
            <a:extLst xmlns:a="http://schemas.openxmlformats.org/drawingml/2006/main">
              <a:ext uri="{FF2B5EF4-FFF2-40B4-BE49-F238E27FC236}">
                <a16:creationId xmlns:a16="http://schemas.microsoft.com/office/drawing/2014/main" id="{BD5318F4-DE8A-4EC0-8758-E831FFE254E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2025" y="2752725"/>
            <a:ext cx="2476500" cy="2095500"/>
          </a:xfrm>
          <a:custGeom xmlns:a="http://schemas.openxmlformats.org/drawingml/2006/main">
            <a:pathLst>
              <a:path w="1609725" h="1362075">
                <a:moveTo>
                  <a:pt x="657225" y="0"/>
                </a:moveTo>
                <a:lnTo>
                  <a:pt x="666750" y="0"/>
                </a:lnTo>
                <a:lnTo>
                  <a:pt x="666750" y="19050"/>
                </a:lnTo>
                <a:lnTo>
                  <a:pt x="657225" y="19050"/>
                </a:lnTo>
                <a:close/>
                <a:moveTo>
                  <a:pt x="838200" y="0"/>
                </a:moveTo>
                <a:lnTo>
                  <a:pt x="847725" y="0"/>
                </a:lnTo>
                <a:lnTo>
                  <a:pt x="847725" y="9525"/>
                </a:lnTo>
                <a:lnTo>
                  <a:pt x="838200" y="9525"/>
                </a:lnTo>
                <a:close/>
                <a:moveTo>
                  <a:pt x="266700" y="9525"/>
                </a:moveTo>
                <a:lnTo>
                  <a:pt x="276225" y="9525"/>
                </a:lnTo>
                <a:lnTo>
                  <a:pt x="276225" y="19050"/>
                </a:lnTo>
                <a:lnTo>
                  <a:pt x="266700" y="19050"/>
                </a:lnTo>
                <a:close/>
                <a:moveTo>
                  <a:pt x="180975" y="19050"/>
                </a:moveTo>
                <a:lnTo>
                  <a:pt x="190500" y="19050"/>
                </a:lnTo>
                <a:lnTo>
                  <a:pt x="190500" y="28575"/>
                </a:lnTo>
                <a:lnTo>
                  <a:pt x="180975" y="28575"/>
                </a:lnTo>
                <a:close/>
                <a:moveTo>
                  <a:pt x="676275" y="19050"/>
                </a:moveTo>
                <a:lnTo>
                  <a:pt x="685800" y="19050"/>
                </a:lnTo>
                <a:lnTo>
                  <a:pt x="685800" y="28575"/>
                </a:lnTo>
                <a:lnTo>
                  <a:pt x="676275" y="28575"/>
                </a:lnTo>
                <a:close/>
                <a:moveTo>
                  <a:pt x="762000" y="19050"/>
                </a:moveTo>
                <a:lnTo>
                  <a:pt x="771525" y="19050"/>
                </a:lnTo>
                <a:lnTo>
                  <a:pt x="771525" y="28575"/>
                </a:lnTo>
                <a:lnTo>
                  <a:pt x="762000" y="28575"/>
                </a:lnTo>
                <a:close/>
                <a:moveTo>
                  <a:pt x="66675" y="28575"/>
                </a:moveTo>
                <a:lnTo>
                  <a:pt x="76200" y="28575"/>
                </a:lnTo>
                <a:lnTo>
                  <a:pt x="76200" y="38100"/>
                </a:lnTo>
                <a:lnTo>
                  <a:pt x="66675" y="38100"/>
                </a:lnTo>
                <a:close/>
                <a:moveTo>
                  <a:pt x="171450" y="28575"/>
                </a:moveTo>
                <a:lnTo>
                  <a:pt x="180975" y="28575"/>
                </a:lnTo>
                <a:lnTo>
                  <a:pt x="180975" y="57150"/>
                </a:lnTo>
                <a:lnTo>
                  <a:pt x="171450" y="57150"/>
                </a:lnTo>
                <a:close/>
                <a:moveTo>
                  <a:pt x="276225" y="28575"/>
                </a:moveTo>
                <a:lnTo>
                  <a:pt x="285750" y="28575"/>
                </a:lnTo>
                <a:lnTo>
                  <a:pt x="285750" y="38100"/>
                </a:lnTo>
                <a:lnTo>
                  <a:pt x="276225" y="38100"/>
                </a:lnTo>
                <a:close/>
                <a:moveTo>
                  <a:pt x="381000" y="28575"/>
                </a:moveTo>
                <a:lnTo>
                  <a:pt x="390525" y="28575"/>
                </a:lnTo>
                <a:lnTo>
                  <a:pt x="390525" y="38100"/>
                </a:lnTo>
                <a:lnTo>
                  <a:pt x="381000" y="38100"/>
                </a:lnTo>
                <a:close/>
                <a:moveTo>
                  <a:pt x="685800" y="28575"/>
                </a:moveTo>
                <a:lnTo>
                  <a:pt x="695325" y="28575"/>
                </a:lnTo>
                <a:lnTo>
                  <a:pt x="695325" y="47625"/>
                </a:lnTo>
                <a:lnTo>
                  <a:pt x="685800" y="47625"/>
                </a:lnTo>
                <a:close/>
                <a:moveTo>
                  <a:pt x="914400" y="38100"/>
                </a:moveTo>
                <a:lnTo>
                  <a:pt x="923925" y="38100"/>
                </a:lnTo>
                <a:lnTo>
                  <a:pt x="923925" y="47625"/>
                </a:lnTo>
                <a:lnTo>
                  <a:pt x="914400" y="47625"/>
                </a:lnTo>
                <a:close/>
                <a:moveTo>
                  <a:pt x="847725" y="47625"/>
                </a:moveTo>
                <a:lnTo>
                  <a:pt x="857250" y="47625"/>
                </a:lnTo>
                <a:lnTo>
                  <a:pt x="857250" y="57150"/>
                </a:lnTo>
                <a:lnTo>
                  <a:pt x="866775" y="57150"/>
                </a:lnTo>
                <a:lnTo>
                  <a:pt x="866775" y="76200"/>
                </a:lnTo>
                <a:lnTo>
                  <a:pt x="857250" y="76200"/>
                </a:lnTo>
                <a:lnTo>
                  <a:pt x="857250" y="66675"/>
                </a:lnTo>
                <a:lnTo>
                  <a:pt x="847725" y="66675"/>
                </a:lnTo>
                <a:close/>
                <a:moveTo>
                  <a:pt x="1133475" y="57150"/>
                </a:moveTo>
                <a:lnTo>
                  <a:pt x="1143000" y="57150"/>
                </a:lnTo>
                <a:lnTo>
                  <a:pt x="1143000" y="66675"/>
                </a:lnTo>
                <a:lnTo>
                  <a:pt x="1133475" y="66675"/>
                </a:lnTo>
                <a:close/>
                <a:moveTo>
                  <a:pt x="609600" y="66675"/>
                </a:moveTo>
                <a:lnTo>
                  <a:pt x="619125" y="66675"/>
                </a:lnTo>
                <a:lnTo>
                  <a:pt x="619125" y="76200"/>
                </a:lnTo>
                <a:lnTo>
                  <a:pt x="609600" y="76200"/>
                </a:lnTo>
                <a:close/>
                <a:moveTo>
                  <a:pt x="361950" y="76200"/>
                </a:moveTo>
                <a:lnTo>
                  <a:pt x="371475" y="76200"/>
                </a:lnTo>
                <a:lnTo>
                  <a:pt x="371475" y="95250"/>
                </a:lnTo>
                <a:lnTo>
                  <a:pt x="352425" y="95250"/>
                </a:lnTo>
                <a:lnTo>
                  <a:pt x="352425" y="85725"/>
                </a:lnTo>
                <a:lnTo>
                  <a:pt x="361950" y="85725"/>
                </a:lnTo>
                <a:close/>
                <a:moveTo>
                  <a:pt x="962025" y="85725"/>
                </a:moveTo>
                <a:lnTo>
                  <a:pt x="971550" y="85725"/>
                </a:lnTo>
                <a:lnTo>
                  <a:pt x="971550" y="95250"/>
                </a:lnTo>
                <a:lnTo>
                  <a:pt x="962025" y="95250"/>
                </a:lnTo>
                <a:close/>
                <a:moveTo>
                  <a:pt x="104775" y="95250"/>
                </a:moveTo>
                <a:lnTo>
                  <a:pt x="114300" y="95250"/>
                </a:lnTo>
                <a:lnTo>
                  <a:pt x="114300" y="104775"/>
                </a:lnTo>
                <a:lnTo>
                  <a:pt x="104775" y="104775"/>
                </a:lnTo>
                <a:close/>
                <a:moveTo>
                  <a:pt x="1343025" y="104775"/>
                </a:moveTo>
                <a:lnTo>
                  <a:pt x="1352550" y="104775"/>
                </a:lnTo>
                <a:lnTo>
                  <a:pt x="1352550" y="114300"/>
                </a:lnTo>
                <a:lnTo>
                  <a:pt x="1343025" y="114300"/>
                </a:lnTo>
                <a:close/>
                <a:moveTo>
                  <a:pt x="600075" y="114300"/>
                </a:moveTo>
                <a:lnTo>
                  <a:pt x="619125" y="114300"/>
                </a:lnTo>
                <a:lnTo>
                  <a:pt x="619125" y="123825"/>
                </a:lnTo>
                <a:lnTo>
                  <a:pt x="600075" y="123825"/>
                </a:lnTo>
                <a:close/>
                <a:moveTo>
                  <a:pt x="1533525" y="114300"/>
                </a:moveTo>
                <a:lnTo>
                  <a:pt x="1543050" y="114300"/>
                </a:lnTo>
                <a:lnTo>
                  <a:pt x="1543050" y="123825"/>
                </a:lnTo>
                <a:lnTo>
                  <a:pt x="1533525" y="123825"/>
                </a:lnTo>
                <a:close/>
                <a:moveTo>
                  <a:pt x="590550" y="123825"/>
                </a:moveTo>
                <a:lnTo>
                  <a:pt x="600075" y="123825"/>
                </a:lnTo>
                <a:lnTo>
                  <a:pt x="600075" y="133350"/>
                </a:lnTo>
                <a:lnTo>
                  <a:pt x="590550" y="133350"/>
                </a:lnTo>
                <a:close/>
                <a:moveTo>
                  <a:pt x="600075" y="133350"/>
                </a:moveTo>
                <a:lnTo>
                  <a:pt x="609600" y="133350"/>
                </a:lnTo>
                <a:lnTo>
                  <a:pt x="609600" y="142875"/>
                </a:lnTo>
                <a:lnTo>
                  <a:pt x="600075" y="142875"/>
                </a:lnTo>
                <a:close/>
                <a:moveTo>
                  <a:pt x="714375" y="133350"/>
                </a:moveTo>
                <a:lnTo>
                  <a:pt x="733425" y="133350"/>
                </a:lnTo>
                <a:lnTo>
                  <a:pt x="733425" y="142875"/>
                </a:lnTo>
                <a:lnTo>
                  <a:pt x="723900" y="142875"/>
                </a:lnTo>
                <a:lnTo>
                  <a:pt x="723900" y="152400"/>
                </a:lnTo>
                <a:lnTo>
                  <a:pt x="714375" y="152400"/>
                </a:lnTo>
                <a:close/>
                <a:moveTo>
                  <a:pt x="1524000" y="133350"/>
                </a:moveTo>
                <a:lnTo>
                  <a:pt x="1533525" y="133350"/>
                </a:lnTo>
                <a:lnTo>
                  <a:pt x="1533525" y="142875"/>
                </a:lnTo>
                <a:lnTo>
                  <a:pt x="1524000" y="142875"/>
                </a:lnTo>
                <a:close/>
                <a:moveTo>
                  <a:pt x="200025" y="152400"/>
                </a:moveTo>
                <a:lnTo>
                  <a:pt x="228600" y="152400"/>
                </a:lnTo>
                <a:lnTo>
                  <a:pt x="228600" y="171450"/>
                </a:lnTo>
                <a:lnTo>
                  <a:pt x="238125" y="171450"/>
                </a:lnTo>
                <a:lnTo>
                  <a:pt x="238125" y="180975"/>
                </a:lnTo>
                <a:lnTo>
                  <a:pt x="247650" y="180975"/>
                </a:lnTo>
                <a:lnTo>
                  <a:pt x="247650" y="190500"/>
                </a:lnTo>
                <a:lnTo>
                  <a:pt x="209550" y="190500"/>
                </a:lnTo>
                <a:lnTo>
                  <a:pt x="209550" y="161925"/>
                </a:lnTo>
                <a:lnTo>
                  <a:pt x="200025" y="161925"/>
                </a:lnTo>
                <a:close/>
                <a:moveTo>
                  <a:pt x="466725" y="161925"/>
                </a:moveTo>
                <a:lnTo>
                  <a:pt x="495300" y="161925"/>
                </a:lnTo>
                <a:lnTo>
                  <a:pt x="495300" y="180975"/>
                </a:lnTo>
                <a:lnTo>
                  <a:pt x="466725" y="180975"/>
                </a:lnTo>
                <a:close/>
                <a:moveTo>
                  <a:pt x="714375" y="161925"/>
                </a:moveTo>
                <a:lnTo>
                  <a:pt x="723900" y="161925"/>
                </a:lnTo>
                <a:lnTo>
                  <a:pt x="723900" y="171450"/>
                </a:lnTo>
                <a:lnTo>
                  <a:pt x="714375" y="171450"/>
                </a:lnTo>
                <a:close/>
                <a:moveTo>
                  <a:pt x="571500" y="171450"/>
                </a:moveTo>
                <a:lnTo>
                  <a:pt x="581025" y="171450"/>
                </a:lnTo>
                <a:lnTo>
                  <a:pt x="581025" y="180975"/>
                </a:lnTo>
                <a:lnTo>
                  <a:pt x="571500" y="180975"/>
                </a:lnTo>
                <a:close/>
                <a:moveTo>
                  <a:pt x="1295400" y="171450"/>
                </a:moveTo>
                <a:lnTo>
                  <a:pt x="1304925" y="171450"/>
                </a:lnTo>
                <a:lnTo>
                  <a:pt x="1304925" y="180975"/>
                </a:lnTo>
                <a:lnTo>
                  <a:pt x="1295400" y="180975"/>
                </a:lnTo>
                <a:close/>
                <a:moveTo>
                  <a:pt x="561975" y="180975"/>
                </a:moveTo>
                <a:lnTo>
                  <a:pt x="571500" y="180975"/>
                </a:lnTo>
                <a:lnTo>
                  <a:pt x="571500" y="190500"/>
                </a:lnTo>
                <a:lnTo>
                  <a:pt x="561975" y="190500"/>
                </a:lnTo>
                <a:close/>
                <a:moveTo>
                  <a:pt x="971550" y="180975"/>
                </a:moveTo>
                <a:lnTo>
                  <a:pt x="981075" y="180975"/>
                </a:lnTo>
                <a:lnTo>
                  <a:pt x="981075" y="190500"/>
                </a:lnTo>
                <a:lnTo>
                  <a:pt x="971550" y="190500"/>
                </a:lnTo>
                <a:close/>
                <a:moveTo>
                  <a:pt x="552450" y="190500"/>
                </a:moveTo>
                <a:lnTo>
                  <a:pt x="561975" y="190500"/>
                </a:lnTo>
                <a:lnTo>
                  <a:pt x="561975" y="200025"/>
                </a:lnTo>
                <a:lnTo>
                  <a:pt x="552450" y="200025"/>
                </a:lnTo>
                <a:close/>
                <a:moveTo>
                  <a:pt x="981075" y="190500"/>
                </a:moveTo>
                <a:lnTo>
                  <a:pt x="990600" y="190500"/>
                </a:lnTo>
                <a:lnTo>
                  <a:pt x="990600" y="209550"/>
                </a:lnTo>
                <a:lnTo>
                  <a:pt x="981075" y="209550"/>
                </a:lnTo>
                <a:close/>
                <a:moveTo>
                  <a:pt x="952500" y="209550"/>
                </a:moveTo>
                <a:lnTo>
                  <a:pt x="962025" y="209550"/>
                </a:lnTo>
                <a:lnTo>
                  <a:pt x="962025" y="219075"/>
                </a:lnTo>
                <a:lnTo>
                  <a:pt x="952500" y="219075"/>
                </a:lnTo>
                <a:close/>
                <a:moveTo>
                  <a:pt x="514350" y="219075"/>
                </a:moveTo>
                <a:lnTo>
                  <a:pt x="523875" y="219075"/>
                </a:lnTo>
                <a:lnTo>
                  <a:pt x="523875" y="228600"/>
                </a:lnTo>
                <a:lnTo>
                  <a:pt x="514350" y="228600"/>
                </a:lnTo>
                <a:close/>
                <a:moveTo>
                  <a:pt x="904875" y="219075"/>
                </a:moveTo>
                <a:lnTo>
                  <a:pt x="914400" y="219075"/>
                </a:lnTo>
                <a:lnTo>
                  <a:pt x="914400" y="228600"/>
                </a:lnTo>
                <a:lnTo>
                  <a:pt x="904875" y="228600"/>
                </a:lnTo>
                <a:close/>
                <a:moveTo>
                  <a:pt x="923925" y="219075"/>
                </a:moveTo>
                <a:lnTo>
                  <a:pt x="942975" y="219075"/>
                </a:lnTo>
                <a:lnTo>
                  <a:pt x="942975" y="228600"/>
                </a:lnTo>
                <a:lnTo>
                  <a:pt x="923925" y="228600"/>
                </a:lnTo>
                <a:close/>
                <a:moveTo>
                  <a:pt x="523875" y="228600"/>
                </a:moveTo>
                <a:lnTo>
                  <a:pt x="533400" y="228600"/>
                </a:lnTo>
                <a:lnTo>
                  <a:pt x="533400" y="238125"/>
                </a:lnTo>
                <a:lnTo>
                  <a:pt x="523875" y="238125"/>
                </a:lnTo>
                <a:close/>
                <a:moveTo>
                  <a:pt x="200025" y="247650"/>
                </a:moveTo>
                <a:lnTo>
                  <a:pt x="209550" y="247650"/>
                </a:lnTo>
                <a:lnTo>
                  <a:pt x="209550" y="266700"/>
                </a:lnTo>
                <a:lnTo>
                  <a:pt x="200025" y="266700"/>
                </a:lnTo>
                <a:close/>
                <a:moveTo>
                  <a:pt x="285750" y="247650"/>
                </a:moveTo>
                <a:lnTo>
                  <a:pt x="304800" y="247650"/>
                </a:lnTo>
                <a:lnTo>
                  <a:pt x="304800" y="257175"/>
                </a:lnTo>
                <a:lnTo>
                  <a:pt x="285750" y="257175"/>
                </a:lnTo>
                <a:close/>
                <a:moveTo>
                  <a:pt x="1143000" y="257175"/>
                </a:moveTo>
                <a:lnTo>
                  <a:pt x="1152525" y="257175"/>
                </a:lnTo>
                <a:lnTo>
                  <a:pt x="1152525" y="266700"/>
                </a:lnTo>
                <a:lnTo>
                  <a:pt x="1143000" y="266700"/>
                </a:lnTo>
                <a:close/>
                <a:moveTo>
                  <a:pt x="1114425" y="276225"/>
                </a:moveTo>
                <a:lnTo>
                  <a:pt x="1123950" y="276225"/>
                </a:lnTo>
                <a:lnTo>
                  <a:pt x="1123950" y="285750"/>
                </a:lnTo>
                <a:lnTo>
                  <a:pt x="1114425" y="285750"/>
                </a:lnTo>
                <a:close/>
                <a:moveTo>
                  <a:pt x="1104900" y="285750"/>
                </a:moveTo>
                <a:lnTo>
                  <a:pt x="1114425" y="285750"/>
                </a:lnTo>
                <a:lnTo>
                  <a:pt x="1114425" y="304800"/>
                </a:lnTo>
                <a:lnTo>
                  <a:pt x="1104900" y="304800"/>
                </a:lnTo>
                <a:close/>
                <a:moveTo>
                  <a:pt x="314325" y="323850"/>
                </a:moveTo>
                <a:lnTo>
                  <a:pt x="323850" y="323850"/>
                </a:lnTo>
                <a:lnTo>
                  <a:pt x="323850" y="333375"/>
                </a:lnTo>
                <a:lnTo>
                  <a:pt x="314325" y="333375"/>
                </a:lnTo>
                <a:close/>
                <a:moveTo>
                  <a:pt x="133350" y="381000"/>
                </a:moveTo>
                <a:lnTo>
                  <a:pt x="142875" y="381000"/>
                </a:lnTo>
                <a:lnTo>
                  <a:pt x="142875" y="390525"/>
                </a:lnTo>
                <a:lnTo>
                  <a:pt x="133350" y="390525"/>
                </a:lnTo>
                <a:close/>
                <a:moveTo>
                  <a:pt x="57150" y="419100"/>
                </a:moveTo>
                <a:lnTo>
                  <a:pt x="66675" y="419100"/>
                </a:lnTo>
                <a:lnTo>
                  <a:pt x="66675" y="438150"/>
                </a:lnTo>
                <a:lnTo>
                  <a:pt x="47625" y="438150"/>
                </a:lnTo>
                <a:lnTo>
                  <a:pt x="47625" y="428625"/>
                </a:lnTo>
                <a:lnTo>
                  <a:pt x="57150" y="428625"/>
                </a:lnTo>
                <a:close/>
                <a:moveTo>
                  <a:pt x="352425" y="438150"/>
                </a:moveTo>
                <a:lnTo>
                  <a:pt x="361950" y="438150"/>
                </a:lnTo>
                <a:lnTo>
                  <a:pt x="361950" y="447675"/>
                </a:lnTo>
                <a:lnTo>
                  <a:pt x="352425" y="447675"/>
                </a:lnTo>
                <a:close/>
                <a:moveTo>
                  <a:pt x="438150" y="438150"/>
                </a:moveTo>
                <a:lnTo>
                  <a:pt x="447675" y="438150"/>
                </a:lnTo>
                <a:lnTo>
                  <a:pt x="447675" y="447675"/>
                </a:lnTo>
                <a:lnTo>
                  <a:pt x="438150" y="447675"/>
                </a:lnTo>
                <a:close/>
                <a:moveTo>
                  <a:pt x="1419225" y="447675"/>
                </a:moveTo>
                <a:lnTo>
                  <a:pt x="1428750" y="447675"/>
                </a:lnTo>
                <a:lnTo>
                  <a:pt x="1428750" y="466725"/>
                </a:lnTo>
                <a:lnTo>
                  <a:pt x="1419225" y="466725"/>
                </a:lnTo>
                <a:close/>
                <a:moveTo>
                  <a:pt x="1524000" y="457200"/>
                </a:moveTo>
                <a:lnTo>
                  <a:pt x="1533525" y="457200"/>
                </a:lnTo>
                <a:lnTo>
                  <a:pt x="1533525" y="466725"/>
                </a:lnTo>
                <a:lnTo>
                  <a:pt x="1524000" y="466725"/>
                </a:lnTo>
                <a:close/>
                <a:moveTo>
                  <a:pt x="1409700" y="476250"/>
                </a:moveTo>
                <a:lnTo>
                  <a:pt x="1419225" y="476250"/>
                </a:lnTo>
                <a:lnTo>
                  <a:pt x="1419225" y="485775"/>
                </a:lnTo>
                <a:lnTo>
                  <a:pt x="1428750" y="485775"/>
                </a:lnTo>
                <a:lnTo>
                  <a:pt x="1428750" y="495300"/>
                </a:lnTo>
                <a:lnTo>
                  <a:pt x="1409700" y="495300"/>
                </a:lnTo>
                <a:close/>
                <a:moveTo>
                  <a:pt x="485775" y="485775"/>
                </a:moveTo>
                <a:lnTo>
                  <a:pt x="495300" y="485775"/>
                </a:lnTo>
                <a:lnTo>
                  <a:pt x="495300" y="495300"/>
                </a:lnTo>
                <a:lnTo>
                  <a:pt x="485775" y="495300"/>
                </a:lnTo>
                <a:close/>
                <a:moveTo>
                  <a:pt x="1038225" y="485775"/>
                </a:moveTo>
                <a:lnTo>
                  <a:pt x="1047750" y="485775"/>
                </a:lnTo>
                <a:lnTo>
                  <a:pt x="1047750" y="495300"/>
                </a:lnTo>
                <a:lnTo>
                  <a:pt x="1038225" y="495300"/>
                </a:lnTo>
                <a:close/>
                <a:moveTo>
                  <a:pt x="1181100" y="485775"/>
                </a:moveTo>
                <a:lnTo>
                  <a:pt x="1190625" y="485775"/>
                </a:lnTo>
                <a:lnTo>
                  <a:pt x="1190625" y="495300"/>
                </a:lnTo>
                <a:lnTo>
                  <a:pt x="1181100" y="495300"/>
                </a:lnTo>
                <a:close/>
                <a:moveTo>
                  <a:pt x="828675" y="495300"/>
                </a:moveTo>
                <a:lnTo>
                  <a:pt x="838200" y="495300"/>
                </a:lnTo>
                <a:lnTo>
                  <a:pt x="838200" y="504825"/>
                </a:lnTo>
                <a:lnTo>
                  <a:pt x="828675" y="504825"/>
                </a:lnTo>
                <a:close/>
                <a:moveTo>
                  <a:pt x="304800" y="561975"/>
                </a:moveTo>
                <a:lnTo>
                  <a:pt x="314325" y="561975"/>
                </a:lnTo>
                <a:lnTo>
                  <a:pt x="314325" y="571500"/>
                </a:lnTo>
                <a:lnTo>
                  <a:pt x="304800" y="571500"/>
                </a:lnTo>
                <a:close/>
                <a:moveTo>
                  <a:pt x="533400" y="571500"/>
                </a:moveTo>
                <a:lnTo>
                  <a:pt x="542925" y="571500"/>
                </a:lnTo>
                <a:lnTo>
                  <a:pt x="542925" y="581025"/>
                </a:lnTo>
                <a:lnTo>
                  <a:pt x="533400" y="581025"/>
                </a:lnTo>
                <a:close/>
                <a:moveTo>
                  <a:pt x="1295400" y="647700"/>
                </a:moveTo>
                <a:lnTo>
                  <a:pt x="1314450" y="647700"/>
                </a:lnTo>
                <a:lnTo>
                  <a:pt x="1314450" y="657225"/>
                </a:lnTo>
                <a:lnTo>
                  <a:pt x="1304925" y="657225"/>
                </a:lnTo>
                <a:lnTo>
                  <a:pt x="1304925" y="666750"/>
                </a:lnTo>
                <a:lnTo>
                  <a:pt x="1295400" y="666750"/>
                </a:lnTo>
                <a:close/>
                <a:moveTo>
                  <a:pt x="981075" y="666750"/>
                </a:moveTo>
                <a:lnTo>
                  <a:pt x="990600" y="666750"/>
                </a:lnTo>
                <a:lnTo>
                  <a:pt x="990600" y="676275"/>
                </a:lnTo>
                <a:lnTo>
                  <a:pt x="981075" y="676275"/>
                </a:lnTo>
                <a:close/>
                <a:moveTo>
                  <a:pt x="200025" y="704850"/>
                </a:moveTo>
                <a:lnTo>
                  <a:pt x="219075" y="704850"/>
                </a:lnTo>
                <a:lnTo>
                  <a:pt x="219075" y="714375"/>
                </a:lnTo>
                <a:lnTo>
                  <a:pt x="200025" y="714375"/>
                </a:lnTo>
                <a:close/>
                <a:moveTo>
                  <a:pt x="428625" y="714375"/>
                </a:moveTo>
                <a:lnTo>
                  <a:pt x="438150" y="714375"/>
                </a:lnTo>
                <a:lnTo>
                  <a:pt x="438150" y="723900"/>
                </a:lnTo>
                <a:lnTo>
                  <a:pt x="428625" y="723900"/>
                </a:lnTo>
                <a:close/>
                <a:moveTo>
                  <a:pt x="400050" y="742950"/>
                </a:moveTo>
                <a:lnTo>
                  <a:pt x="409575" y="742950"/>
                </a:lnTo>
                <a:lnTo>
                  <a:pt x="409575" y="752475"/>
                </a:lnTo>
                <a:lnTo>
                  <a:pt x="400050" y="752475"/>
                </a:lnTo>
                <a:close/>
                <a:moveTo>
                  <a:pt x="495300" y="790575"/>
                </a:moveTo>
                <a:lnTo>
                  <a:pt x="504825" y="790575"/>
                </a:lnTo>
                <a:lnTo>
                  <a:pt x="504825" y="800100"/>
                </a:lnTo>
                <a:lnTo>
                  <a:pt x="495300" y="800100"/>
                </a:lnTo>
                <a:close/>
                <a:moveTo>
                  <a:pt x="514350" y="790575"/>
                </a:moveTo>
                <a:lnTo>
                  <a:pt x="523875" y="790575"/>
                </a:lnTo>
                <a:lnTo>
                  <a:pt x="523875" y="800100"/>
                </a:lnTo>
                <a:lnTo>
                  <a:pt x="514350" y="800100"/>
                </a:lnTo>
                <a:close/>
                <a:moveTo>
                  <a:pt x="1190625" y="790575"/>
                </a:moveTo>
                <a:lnTo>
                  <a:pt x="1200150" y="790575"/>
                </a:lnTo>
                <a:lnTo>
                  <a:pt x="1200150" y="800100"/>
                </a:lnTo>
                <a:lnTo>
                  <a:pt x="1190625" y="800100"/>
                </a:lnTo>
                <a:close/>
                <a:moveTo>
                  <a:pt x="523875" y="800100"/>
                </a:moveTo>
                <a:lnTo>
                  <a:pt x="533400" y="800100"/>
                </a:lnTo>
                <a:lnTo>
                  <a:pt x="533400" y="809625"/>
                </a:lnTo>
                <a:lnTo>
                  <a:pt x="523875" y="809625"/>
                </a:lnTo>
                <a:close/>
                <a:moveTo>
                  <a:pt x="733425" y="800100"/>
                </a:moveTo>
                <a:lnTo>
                  <a:pt x="742950" y="800100"/>
                </a:lnTo>
                <a:lnTo>
                  <a:pt x="742950" y="809625"/>
                </a:lnTo>
                <a:lnTo>
                  <a:pt x="733425" y="809625"/>
                </a:lnTo>
                <a:close/>
                <a:moveTo>
                  <a:pt x="1200150" y="800100"/>
                </a:moveTo>
                <a:lnTo>
                  <a:pt x="1209675" y="800100"/>
                </a:lnTo>
                <a:lnTo>
                  <a:pt x="1209675" y="809625"/>
                </a:lnTo>
                <a:lnTo>
                  <a:pt x="1200150" y="809625"/>
                </a:lnTo>
                <a:close/>
                <a:moveTo>
                  <a:pt x="1190625" y="809625"/>
                </a:moveTo>
                <a:lnTo>
                  <a:pt x="1200150" y="809625"/>
                </a:lnTo>
                <a:lnTo>
                  <a:pt x="1200150" y="819150"/>
                </a:lnTo>
                <a:lnTo>
                  <a:pt x="1190625" y="819150"/>
                </a:lnTo>
                <a:close/>
                <a:moveTo>
                  <a:pt x="1200150" y="819150"/>
                </a:moveTo>
                <a:lnTo>
                  <a:pt x="1209675" y="819150"/>
                </a:lnTo>
                <a:lnTo>
                  <a:pt x="1209675" y="828675"/>
                </a:lnTo>
                <a:lnTo>
                  <a:pt x="1200150" y="828675"/>
                </a:lnTo>
                <a:close/>
                <a:moveTo>
                  <a:pt x="314325" y="876300"/>
                </a:moveTo>
                <a:lnTo>
                  <a:pt x="333375" y="876300"/>
                </a:lnTo>
                <a:lnTo>
                  <a:pt x="333375" y="885825"/>
                </a:lnTo>
                <a:lnTo>
                  <a:pt x="314325" y="885825"/>
                </a:lnTo>
                <a:close/>
                <a:moveTo>
                  <a:pt x="1028700" y="895350"/>
                </a:moveTo>
                <a:lnTo>
                  <a:pt x="1038225" y="895350"/>
                </a:lnTo>
                <a:lnTo>
                  <a:pt x="1038225" y="904875"/>
                </a:lnTo>
                <a:lnTo>
                  <a:pt x="1028700" y="904875"/>
                </a:lnTo>
                <a:close/>
                <a:moveTo>
                  <a:pt x="1409700" y="895350"/>
                </a:moveTo>
                <a:lnTo>
                  <a:pt x="1419225" y="895350"/>
                </a:lnTo>
                <a:lnTo>
                  <a:pt x="1419225" y="904875"/>
                </a:lnTo>
                <a:lnTo>
                  <a:pt x="1409700" y="904875"/>
                </a:lnTo>
                <a:close/>
                <a:moveTo>
                  <a:pt x="409575" y="904875"/>
                </a:moveTo>
                <a:lnTo>
                  <a:pt x="419100" y="904875"/>
                </a:lnTo>
                <a:lnTo>
                  <a:pt x="419100" y="914400"/>
                </a:lnTo>
                <a:lnTo>
                  <a:pt x="409575" y="914400"/>
                </a:lnTo>
                <a:close/>
                <a:moveTo>
                  <a:pt x="1019175" y="904875"/>
                </a:moveTo>
                <a:lnTo>
                  <a:pt x="1028700" y="904875"/>
                </a:lnTo>
                <a:lnTo>
                  <a:pt x="1028700" y="914400"/>
                </a:lnTo>
                <a:lnTo>
                  <a:pt x="1019175" y="914400"/>
                </a:lnTo>
                <a:close/>
                <a:moveTo>
                  <a:pt x="1590675" y="933450"/>
                </a:moveTo>
                <a:lnTo>
                  <a:pt x="1600200" y="933450"/>
                </a:lnTo>
                <a:lnTo>
                  <a:pt x="1600200" y="942975"/>
                </a:lnTo>
                <a:lnTo>
                  <a:pt x="1590675" y="942975"/>
                </a:lnTo>
                <a:close/>
                <a:moveTo>
                  <a:pt x="1600200" y="942975"/>
                </a:moveTo>
                <a:lnTo>
                  <a:pt x="1609725" y="942975"/>
                </a:lnTo>
                <a:lnTo>
                  <a:pt x="1609725" y="952500"/>
                </a:lnTo>
                <a:lnTo>
                  <a:pt x="1600200" y="952500"/>
                </a:lnTo>
                <a:close/>
                <a:moveTo>
                  <a:pt x="333375" y="962025"/>
                </a:moveTo>
                <a:lnTo>
                  <a:pt x="342900" y="962025"/>
                </a:lnTo>
                <a:lnTo>
                  <a:pt x="342900" y="971550"/>
                </a:lnTo>
                <a:lnTo>
                  <a:pt x="333375" y="971550"/>
                </a:lnTo>
                <a:close/>
                <a:moveTo>
                  <a:pt x="1019175" y="962025"/>
                </a:moveTo>
                <a:lnTo>
                  <a:pt x="1028700" y="962025"/>
                </a:lnTo>
                <a:lnTo>
                  <a:pt x="1028700" y="971550"/>
                </a:lnTo>
                <a:lnTo>
                  <a:pt x="1019175" y="971550"/>
                </a:lnTo>
                <a:close/>
                <a:moveTo>
                  <a:pt x="209550" y="1000125"/>
                </a:moveTo>
                <a:lnTo>
                  <a:pt x="219075" y="1000125"/>
                </a:lnTo>
                <a:lnTo>
                  <a:pt x="219075" y="1009650"/>
                </a:lnTo>
                <a:lnTo>
                  <a:pt x="209550" y="1009650"/>
                </a:lnTo>
                <a:close/>
                <a:moveTo>
                  <a:pt x="266700" y="1038225"/>
                </a:moveTo>
                <a:lnTo>
                  <a:pt x="276225" y="1038225"/>
                </a:lnTo>
                <a:lnTo>
                  <a:pt x="276225" y="1047750"/>
                </a:lnTo>
                <a:lnTo>
                  <a:pt x="266700" y="1047750"/>
                </a:lnTo>
                <a:close/>
                <a:moveTo>
                  <a:pt x="1362075" y="1038225"/>
                </a:moveTo>
                <a:lnTo>
                  <a:pt x="1371600" y="1038225"/>
                </a:lnTo>
                <a:lnTo>
                  <a:pt x="1371600" y="1047750"/>
                </a:lnTo>
                <a:lnTo>
                  <a:pt x="1362075" y="1047750"/>
                </a:lnTo>
                <a:close/>
                <a:moveTo>
                  <a:pt x="257175" y="1047750"/>
                </a:moveTo>
                <a:lnTo>
                  <a:pt x="266700" y="1047750"/>
                </a:lnTo>
                <a:lnTo>
                  <a:pt x="266700" y="1057275"/>
                </a:lnTo>
                <a:lnTo>
                  <a:pt x="257175" y="1057275"/>
                </a:lnTo>
                <a:close/>
                <a:moveTo>
                  <a:pt x="0" y="1076325"/>
                </a:moveTo>
                <a:lnTo>
                  <a:pt x="9525" y="1076325"/>
                </a:lnTo>
                <a:lnTo>
                  <a:pt x="9525" y="1085850"/>
                </a:lnTo>
                <a:lnTo>
                  <a:pt x="0" y="1085850"/>
                </a:lnTo>
                <a:close/>
                <a:moveTo>
                  <a:pt x="200025" y="1104900"/>
                </a:moveTo>
                <a:lnTo>
                  <a:pt x="209550" y="1104900"/>
                </a:lnTo>
                <a:lnTo>
                  <a:pt x="209550" y="1123950"/>
                </a:lnTo>
                <a:lnTo>
                  <a:pt x="200025" y="1123950"/>
                </a:lnTo>
                <a:close/>
                <a:moveTo>
                  <a:pt x="1371600" y="1104900"/>
                </a:moveTo>
                <a:lnTo>
                  <a:pt x="1390650" y="1104900"/>
                </a:lnTo>
                <a:lnTo>
                  <a:pt x="1390650" y="1114425"/>
                </a:lnTo>
                <a:lnTo>
                  <a:pt x="1381125" y="1114425"/>
                </a:lnTo>
                <a:lnTo>
                  <a:pt x="1381125" y="1123950"/>
                </a:lnTo>
                <a:lnTo>
                  <a:pt x="1371600" y="1123950"/>
                </a:lnTo>
                <a:close/>
                <a:moveTo>
                  <a:pt x="1419225" y="1104900"/>
                </a:moveTo>
                <a:lnTo>
                  <a:pt x="1438275" y="1104900"/>
                </a:lnTo>
                <a:lnTo>
                  <a:pt x="1438275" y="1114425"/>
                </a:lnTo>
                <a:lnTo>
                  <a:pt x="1419225" y="1114425"/>
                </a:lnTo>
                <a:close/>
                <a:moveTo>
                  <a:pt x="1266825" y="1114425"/>
                </a:moveTo>
                <a:lnTo>
                  <a:pt x="1276350" y="1114425"/>
                </a:lnTo>
                <a:lnTo>
                  <a:pt x="1276350" y="1123950"/>
                </a:lnTo>
                <a:lnTo>
                  <a:pt x="1266825" y="1123950"/>
                </a:lnTo>
                <a:close/>
                <a:moveTo>
                  <a:pt x="1295400" y="1114425"/>
                </a:moveTo>
                <a:lnTo>
                  <a:pt x="1314450" y="1114425"/>
                </a:lnTo>
                <a:lnTo>
                  <a:pt x="1314450" y="1123950"/>
                </a:lnTo>
                <a:lnTo>
                  <a:pt x="1295400" y="1123950"/>
                </a:lnTo>
                <a:close/>
                <a:moveTo>
                  <a:pt x="209550" y="1123950"/>
                </a:moveTo>
                <a:lnTo>
                  <a:pt x="219075" y="1123950"/>
                </a:lnTo>
                <a:lnTo>
                  <a:pt x="219075" y="1133475"/>
                </a:lnTo>
                <a:lnTo>
                  <a:pt x="209550" y="1133475"/>
                </a:lnTo>
                <a:close/>
                <a:moveTo>
                  <a:pt x="1381125" y="1123950"/>
                </a:moveTo>
                <a:lnTo>
                  <a:pt x="1400175" y="1123950"/>
                </a:lnTo>
                <a:lnTo>
                  <a:pt x="1400175" y="1133475"/>
                </a:lnTo>
                <a:lnTo>
                  <a:pt x="1381125" y="1133475"/>
                </a:lnTo>
                <a:close/>
                <a:moveTo>
                  <a:pt x="219075" y="1133475"/>
                </a:moveTo>
                <a:lnTo>
                  <a:pt x="228600" y="1133475"/>
                </a:lnTo>
                <a:lnTo>
                  <a:pt x="228600" y="1143000"/>
                </a:lnTo>
                <a:lnTo>
                  <a:pt x="219075" y="1143000"/>
                </a:lnTo>
                <a:close/>
                <a:moveTo>
                  <a:pt x="409575" y="1190625"/>
                </a:moveTo>
                <a:lnTo>
                  <a:pt x="419100" y="1190625"/>
                </a:lnTo>
                <a:lnTo>
                  <a:pt x="419100" y="1209675"/>
                </a:lnTo>
                <a:lnTo>
                  <a:pt x="400050" y="1209675"/>
                </a:lnTo>
                <a:lnTo>
                  <a:pt x="400050" y="1200150"/>
                </a:lnTo>
                <a:lnTo>
                  <a:pt x="409575" y="1200150"/>
                </a:lnTo>
                <a:close/>
                <a:moveTo>
                  <a:pt x="428625" y="1238250"/>
                </a:moveTo>
                <a:lnTo>
                  <a:pt x="438150" y="1238250"/>
                </a:lnTo>
                <a:lnTo>
                  <a:pt x="438150" y="1247775"/>
                </a:lnTo>
                <a:lnTo>
                  <a:pt x="428625" y="1247775"/>
                </a:lnTo>
                <a:close/>
                <a:moveTo>
                  <a:pt x="1504950" y="1276350"/>
                </a:moveTo>
                <a:lnTo>
                  <a:pt x="1514475" y="1276350"/>
                </a:lnTo>
                <a:lnTo>
                  <a:pt x="1514475" y="1285875"/>
                </a:lnTo>
                <a:lnTo>
                  <a:pt x="1504950" y="1285875"/>
                </a:lnTo>
                <a:close/>
                <a:moveTo>
                  <a:pt x="1552575" y="1276350"/>
                </a:moveTo>
                <a:lnTo>
                  <a:pt x="1571625" y="1276350"/>
                </a:lnTo>
                <a:lnTo>
                  <a:pt x="1571625" y="1285875"/>
                </a:lnTo>
                <a:lnTo>
                  <a:pt x="1552575" y="1285875"/>
                </a:lnTo>
                <a:close/>
                <a:moveTo>
                  <a:pt x="1581150" y="1276350"/>
                </a:moveTo>
                <a:lnTo>
                  <a:pt x="1590675" y="1276350"/>
                </a:lnTo>
                <a:lnTo>
                  <a:pt x="1590675" y="1285875"/>
                </a:lnTo>
                <a:lnTo>
                  <a:pt x="1581150" y="1285875"/>
                </a:lnTo>
                <a:close/>
                <a:moveTo>
                  <a:pt x="161925" y="1295400"/>
                </a:moveTo>
                <a:lnTo>
                  <a:pt x="171450" y="1295400"/>
                </a:lnTo>
                <a:lnTo>
                  <a:pt x="171450" y="1304925"/>
                </a:lnTo>
                <a:lnTo>
                  <a:pt x="161925" y="1304925"/>
                </a:lnTo>
                <a:close/>
                <a:moveTo>
                  <a:pt x="561975" y="1295400"/>
                </a:moveTo>
                <a:lnTo>
                  <a:pt x="571500" y="1295400"/>
                </a:lnTo>
                <a:lnTo>
                  <a:pt x="571500" y="1304925"/>
                </a:lnTo>
                <a:lnTo>
                  <a:pt x="561975" y="1304925"/>
                </a:lnTo>
                <a:close/>
                <a:moveTo>
                  <a:pt x="1000125" y="1295400"/>
                </a:moveTo>
                <a:lnTo>
                  <a:pt x="1009650" y="1295400"/>
                </a:lnTo>
                <a:lnTo>
                  <a:pt x="1009650" y="1304925"/>
                </a:lnTo>
                <a:lnTo>
                  <a:pt x="1000125" y="1304925"/>
                </a:lnTo>
                <a:close/>
                <a:moveTo>
                  <a:pt x="476250" y="1314450"/>
                </a:moveTo>
                <a:lnTo>
                  <a:pt x="485775" y="1314450"/>
                </a:lnTo>
                <a:lnTo>
                  <a:pt x="485775" y="1323975"/>
                </a:lnTo>
                <a:lnTo>
                  <a:pt x="476250" y="1323975"/>
                </a:lnTo>
                <a:close/>
                <a:moveTo>
                  <a:pt x="1581150" y="1323975"/>
                </a:moveTo>
                <a:lnTo>
                  <a:pt x="1590675" y="1323975"/>
                </a:lnTo>
                <a:lnTo>
                  <a:pt x="1590675" y="1333500"/>
                </a:lnTo>
                <a:lnTo>
                  <a:pt x="1581150" y="1333500"/>
                </a:lnTo>
                <a:close/>
                <a:moveTo>
                  <a:pt x="200025" y="1333500"/>
                </a:moveTo>
                <a:lnTo>
                  <a:pt x="209550" y="1333500"/>
                </a:lnTo>
                <a:lnTo>
                  <a:pt x="209550" y="1343025"/>
                </a:lnTo>
                <a:lnTo>
                  <a:pt x="200025" y="1343025"/>
                </a:lnTo>
                <a:close/>
                <a:moveTo>
                  <a:pt x="352425" y="1343025"/>
                </a:moveTo>
                <a:lnTo>
                  <a:pt x="371475" y="1343025"/>
                </a:lnTo>
                <a:lnTo>
                  <a:pt x="371475" y="1352550"/>
                </a:lnTo>
                <a:lnTo>
                  <a:pt x="361950" y="1352550"/>
                </a:lnTo>
                <a:lnTo>
                  <a:pt x="361950" y="1362075"/>
                </a:lnTo>
                <a:lnTo>
                  <a:pt x="352425" y="1362075"/>
                </a:lnTo>
                <a:close/>
                <a:moveTo>
                  <a:pt x="1438275" y="1352550"/>
                </a:moveTo>
                <a:lnTo>
                  <a:pt x="1447800" y="1352550"/>
                </a:lnTo>
                <a:lnTo>
                  <a:pt x="1447800" y="1362075"/>
                </a:lnTo>
                <a:lnTo>
                  <a:pt x="1438275" y="1362075"/>
                </a:lnTo>
                <a:close/>
              </a:path>
            </a:pathLst>
          </a:custGeom>
          <a:solidFill xmlns:a="http://schemas.openxmlformats.org/drawingml/2006/main">
            <a:srgbClr val="F9F8F5"/>
          </a:solidFill>
          <a:ln xmlns:a="http://schemas.openxmlformats.org/drawingml/2006/main" w="0">
            <a:noFill/>
          </a:ln>
        </p:spPr>
      </p:sp>
      <p:sp>
        <p:nvSpPr>
          <p:cNvPr id="30" name="turno1 vector #f9f8f4">
            <a:extLst xmlns:a="http://schemas.openxmlformats.org/drawingml/2006/main">
              <a:ext uri="{FF2B5EF4-FFF2-40B4-BE49-F238E27FC236}">
                <a16:creationId xmlns:a16="http://schemas.microsoft.com/office/drawing/2014/main" id="{C174D04B-1988-47B3-8058-4296AAD8A8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2025" y="2752725"/>
            <a:ext cx="2476500" cy="2095500"/>
          </a:xfrm>
          <a:custGeom xmlns:a="http://schemas.openxmlformats.org/drawingml/2006/main">
            <a:pathLst>
              <a:path w="1609725" h="1362075">
                <a:moveTo>
                  <a:pt x="0" y="0"/>
                </a:moveTo>
                <a:lnTo>
                  <a:pt x="9525" y="0"/>
                </a:lnTo>
                <a:lnTo>
                  <a:pt x="9525" y="19050"/>
                </a:lnTo>
                <a:lnTo>
                  <a:pt x="0" y="19050"/>
                </a:lnTo>
                <a:close/>
                <a:moveTo>
                  <a:pt x="266700" y="0"/>
                </a:moveTo>
                <a:lnTo>
                  <a:pt x="295275" y="0"/>
                </a:lnTo>
                <a:lnTo>
                  <a:pt x="295275" y="9525"/>
                </a:lnTo>
                <a:lnTo>
                  <a:pt x="285750" y="9525"/>
                </a:lnTo>
                <a:lnTo>
                  <a:pt x="285750" y="19050"/>
                </a:lnTo>
                <a:lnTo>
                  <a:pt x="276225" y="19050"/>
                </a:lnTo>
                <a:lnTo>
                  <a:pt x="276225" y="9525"/>
                </a:lnTo>
                <a:lnTo>
                  <a:pt x="266700" y="9525"/>
                </a:lnTo>
                <a:close/>
                <a:moveTo>
                  <a:pt x="352425" y="0"/>
                </a:moveTo>
                <a:lnTo>
                  <a:pt x="371475" y="0"/>
                </a:lnTo>
                <a:lnTo>
                  <a:pt x="371475" y="19050"/>
                </a:lnTo>
                <a:lnTo>
                  <a:pt x="361950" y="19050"/>
                </a:lnTo>
                <a:lnTo>
                  <a:pt x="361950" y="9525"/>
                </a:lnTo>
                <a:lnTo>
                  <a:pt x="352425" y="9525"/>
                </a:lnTo>
                <a:close/>
                <a:moveTo>
                  <a:pt x="400050" y="0"/>
                </a:moveTo>
                <a:lnTo>
                  <a:pt x="409575" y="0"/>
                </a:lnTo>
                <a:lnTo>
                  <a:pt x="409575" y="9525"/>
                </a:lnTo>
                <a:lnTo>
                  <a:pt x="400050" y="9525"/>
                </a:lnTo>
                <a:close/>
                <a:moveTo>
                  <a:pt x="438150" y="0"/>
                </a:moveTo>
                <a:lnTo>
                  <a:pt x="466725" y="0"/>
                </a:lnTo>
                <a:lnTo>
                  <a:pt x="466725" y="9525"/>
                </a:lnTo>
                <a:lnTo>
                  <a:pt x="457200" y="9525"/>
                </a:lnTo>
                <a:lnTo>
                  <a:pt x="457200" y="19050"/>
                </a:lnTo>
                <a:lnTo>
                  <a:pt x="447675" y="19050"/>
                </a:lnTo>
                <a:lnTo>
                  <a:pt x="447675" y="9525"/>
                </a:lnTo>
                <a:lnTo>
                  <a:pt x="438150" y="9525"/>
                </a:lnTo>
                <a:close/>
                <a:moveTo>
                  <a:pt x="647700" y="0"/>
                </a:moveTo>
                <a:lnTo>
                  <a:pt x="657225" y="0"/>
                </a:lnTo>
                <a:lnTo>
                  <a:pt x="657225" y="9525"/>
                </a:lnTo>
                <a:lnTo>
                  <a:pt x="647700" y="9525"/>
                </a:lnTo>
                <a:close/>
                <a:moveTo>
                  <a:pt x="733425" y="0"/>
                </a:moveTo>
                <a:lnTo>
                  <a:pt x="742950" y="0"/>
                </a:lnTo>
                <a:lnTo>
                  <a:pt x="742950" y="19050"/>
                </a:lnTo>
                <a:lnTo>
                  <a:pt x="733425" y="19050"/>
                </a:lnTo>
                <a:close/>
                <a:moveTo>
                  <a:pt x="847725" y="0"/>
                </a:moveTo>
                <a:lnTo>
                  <a:pt x="857250" y="0"/>
                </a:lnTo>
                <a:lnTo>
                  <a:pt x="857250" y="9525"/>
                </a:lnTo>
                <a:lnTo>
                  <a:pt x="847725" y="9525"/>
                </a:lnTo>
                <a:close/>
                <a:moveTo>
                  <a:pt x="914400" y="0"/>
                </a:moveTo>
                <a:lnTo>
                  <a:pt x="933450" y="0"/>
                </a:lnTo>
                <a:lnTo>
                  <a:pt x="933450" y="9525"/>
                </a:lnTo>
                <a:lnTo>
                  <a:pt x="923925" y="9525"/>
                </a:lnTo>
                <a:lnTo>
                  <a:pt x="923925" y="38100"/>
                </a:lnTo>
                <a:lnTo>
                  <a:pt x="914400" y="38100"/>
                </a:lnTo>
                <a:lnTo>
                  <a:pt x="914400" y="47625"/>
                </a:lnTo>
                <a:lnTo>
                  <a:pt x="923925" y="47625"/>
                </a:lnTo>
                <a:lnTo>
                  <a:pt x="923925" y="85725"/>
                </a:lnTo>
                <a:lnTo>
                  <a:pt x="914400" y="85725"/>
                </a:lnTo>
                <a:lnTo>
                  <a:pt x="914400" y="76200"/>
                </a:lnTo>
                <a:lnTo>
                  <a:pt x="904875" y="76200"/>
                </a:lnTo>
                <a:lnTo>
                  <a:pt x="904875" y="95250"/>
                </a:lnTo>
                <a:lnTo>
                  <a:pt x="895350" y="95250"/>
                </a:lnTo>
                <a:lnTo>
                  <a:pt x="895350" y="85725"/>
                </a:lnTo>
                <a:lnTo>
                  <a:pt x="866775" y="85725"/>
                </a:lnTo>
                <a:lnTo>
                  <a:pt x="866775" y="57150"/>
                </a:lnTo>
                <a:lnTo>
                  <a:pt x="895350" y="57150"/>
                </a:lnTo>
                <a:lnTo>
                  <a:pt x="895350" y="38100"/>
                </a:lnTo>
                <a:lnTo>
                  <a:pt x="904875" y="38100"/>
                </a:lnTo>
                <a:lnTo>
                  <a:pt x="904875" y="28575"/>
                </a:lnTo>
                <a:lnTo>
                  <a:pt x="914400" y="28575"/>
                </a:lnTo>
                <a:close/>
                <a:moveTo>
                  <a:pt x="1114425" y="0"/>
                </a:moveTo>
                <a:lnTo>
                  <a:pt x="1123950" y="0"/>
                </a:lnTo>
                <a:lnTo>
                  <a:pt x="1123950" y="9525"/>
                </a:lnTo>
                <a:lnTo>
                  <a:pt x="1114425" y="9525"/>
                </a:lnTo>
                <a:close/>
                <a:moveTo>
                  <a:pt x="1133475" y="0"/>
                </a:moveTo>
                <a:lnTo>
                  <a:pt x="1171575" y="0"/>
                </a:lnTo>
                <a:lnTo>
                  <a:pt x="1171575" y="19050"/>
                </a:lnTo>
                <a:lnTo>
                  <a:pt x="1181100" y="19050"/>
                </a:lnTo>
                <a:lnTo>
                  <a:pt x="1181100" y="0"/>
                </a:lnTo>
                <a:lnTo>
                  <a:pt x="1200150" y="0"/>
                </a:lnTo>
                <a:lnTo>
                  <a:pt x="1200150" y="38100"/>
                </a:lnTo>
                <a:lnTo>
                  <a:pt x="1209675" y="38100"/>
                </a:lnTo>
                <a:lnTo>
                  <a:pt x="1209675" y="9525"/>
                </a:lnTo>
                <a:lnTo>
                  <a:pt x="1219200" y="9525"/>
                </a:lnTo>
                <a:lnTo>
                  <a:pt x="1219200" y="38100"/>
                </a:lnTo>
                <a:lnTo>
                  <a:pt x="1228725" y="38100"/>
                </a:lnTo>
                <a:lnTo>
                  <a:pt x="1228725" y="47625"/>
                </a:lnTo>
                <a:lnTo>
                  <a:pt x="1190625" y="47625"/>
                </a:lnTo>
                <a:lnTo>
                  <a:pt x="1190625" y="28575"/>
                </a:lnTo>
                <a:lnTo>
                  <a:pt x="1162050" y="28575"/>
                </a:lnTo>
                <a:lnTo>
                  <a:pt x="1162050" y="38100"/>
                </a:lnTo>
                <a:lnTo>
                  <a:pt x="1152525" y="38100"/>
                </a:lnTo>
                <a:lnTo>
                  <a:pt x="1152525" y="47625"/>
                </a:lnTo>
                <a:lnTo>
                  <a:pt x="1114425" y="47625"/>
                </a:lnTo>
                <a:lnTo>
                  <a:pt x="1114425" y="28575"/>
                </a:lnTo>
                <a:lnTo>
                  <a:pt x="1133475" y="28575"/>
                </a:lnTo>
                <a:close/>
                <a:moveTo>
                  <a:pt x="1266825" y="0"/>
                </a:moveTo>
                <a:lnTo>
                  <a:pt x="1276350" y="0"/>
                </a:lnTo>
                <a:lnTo>
                  <a:pt x="1276350" y="19050"/>
                </a:lnTo>
                <a:lnTo>
                  <a:pt x="1285875" y="19050"/>
                </a:lnTo>
                <a:lnTo>
                  <a:pt x="1285875" y="28575"/>
                </a:lnTo>
                <a:lnTo>
                  <a:pt x="1257300" y="28575"/>
                </a:lnTo>
                <a:lnTo>
                  <a:pt x="1257300" y="19050"/>
                </a:lnTo>
                <a:lnTo>
                  <a:pt x="1266825" y="19050"/>
                </a:lnTo>
                <a:close/>
                <a:moveTo>
                  <a:pt x="466725" y="9525"/>
                </a:moveTo>
                <a:lnTo>
                  <a:pt x="476250" y="9525"/>
                </a:lnTo>
                <a:lnTo>
                  <a:pt x="476250" y="19050"/>
                </a:lnTo>
                <a:lnTo>
                  <a:pt x="466725" y="19050"/>
                </a:lnTo>
                <a:close/>
                <a:moveTo>
                  <a:pt x="714375" y="9525"/>
                </a:moveTo>
                <a:lnTo>
                  <a:pt x="723900" y="9525"/>
                </a:lnTo>
                <a:lnTo>
                  <a:pt x="723900" y="19050"/>
                </a:lnTo>
                <a:lnTo>
                  <a:pt x="733425" y="19050"/>
                </a:lnTo>
                <a:lnTo>
                  <a:pt x="733425" y="28575"/>
                </a:lnTo>
                <a:lnTo>
                  <a:pt x="714375" y="28575"/>
                </a:lnTo>
                <a:close/>
                <a:moveTo>
                  <a:pt x="752475" y="9525"/>
                </a:moveTo>
                <a:lnTo>
                  <a:pt x="781050" y="9525"/>
                </a:lnTo>
                <a:lnTo>
                  <a:pt x="781050" y="28575"/>
                </a:lnTo>
                <a:lnTo>
                  <a:pt x="771525" y="28575"/>
                </a:lnTo>
                <a:lnTo>
                  <a:pt x="771525" y="19050"/>
                </a:lnTo>
                <a:lnTo>
                  <a:pt x="752475" y="19050"/>
                </a:lnTo>
                <a:close/>
                <a:moveTo>
                  <a:pt x="1000125" y="9525"/>
                </a:moveTo>
                <a:lnTo>
                  <a:pt x="1009650" y="9525"/>
                </a:lnTo>
                <a:lnTo>
                  <a:pt x="1009650" y="19050"/>
                </a:lnTo>
                <a:lnTo>
                  <a:pt x="1000125" y="19050"/>
                </a:lnTo>
                <a:close/>
                <a:moveTo>
                  <a:pt x="1095375" y="9525"/>
                </a:moveTo>
                <a:lnTo>
                  <a:pt x="1104900" y="9525"/>
                </a:lnTo>
                <a:lnTo>
                  <a:pt x="1104900" y="38100"/>
                </a:lnTo>
                <a:lnTo>
                  <a:pt x="1085850" y="38100"/>
                </a:lnTo>
                <a:lnTo>
                  <a:pt x="1085850" y="19050"/>
                </a:lnTo>
                <a:lnTo>
                  <a:pt x="1095375" y="19050"/>
                </a:lnTo>
                <a:close/>
                <a:moveTo>
                  <a:pt x="1524000" y="9525"/>
                </a:moveTo>
                <a:lnTo>
                  <a:pt x="1533525" y="9525"/>
                </a:lnTo>
                <a:lnTo>
                  <a:pt x="1533525" y="19050"/>
                </a:lnTo>
                <a:lnTo>
                  <a:pt x="1524000" y="19050"/>
                </a:lnTo>
                <a:close/>
                <a:moveTo>
                  <a:pt x="514350" y="19050"/>
                </a:moveTo>
                <a:lnTo>
                  <a:pt x="523875" y="19050"/>
                </a:lnTo>
                <a:lnTo>
                  <a:pt x="523875" y="28575"/>
                </a:lnTo>
                <a:lnTo>
                  <a:pt x="533400" y="28575"/>
                </a:lnTo>
                <a:lnTo>
                  <a:pt x="533400" y="38100"/>
                </a:lnTo>
                <a:lnTo>
                  <a:pt x="514350" y="38100"/>
                </a:lnTo>
                <a:close/>
                <a:moveTo>
                  <a:pt x="657225" y="19050"/>
                </a:moveTo>
                <a:lnTo>
                  <a:pt x="676275" y="19050"/>
                </a:lnTo>
                <a:lnTo>
                  <a:pt x="676275" y="28575"/>
                </a:lnTo>
                <a:lnTo>
                  <a:pt x="685800" y="28575"/>
                </a:lnTo>
                <a:lnTo>
                  <a:pt x="685800" y="47625"/>
                </a:lnTo>
                <a:lnTo>
                  <a:pt x="695325" y="47625"/>
                </a:lnTo>
                <a:lnTo>
                  <a:pt x="695325" y="38100"/>
                </a:lnTo>
                <a:lnTo>
                  <a:pt x="704850" y="38100"/>
                </a:lnTo>
                <a:lnTo>
                  <a:pt x="704850" y="28575"/>
                </a:lnTo>
                <a:lnTo>
                  <a:pt x="714375" y="28575"/>
                </a:lnTo>
                <a:lnTo>
                  <a:pt x="714375" y="38100"/>
                </a:lnTo>
                <a:lnTo>
                  <a:pt x="704850" y="38100"/>
                </a:lnTo>
                <a:lnTo>
                  <a:pt x="704850" y="57150"/>
                </a:lnTo>
                <a:lnTo>
                  <a:pt x="666750" y="57150"/>
                </a:lnTo>
                <a:lnTo>
                  <a:pt x="666750" y="47625"/>
                </a:lnTo>
                <a:lnTo>
                  <a:pt x="676275" y="47625"/>
                </a:lnTo>
                <a:lnTo>
                  <a:pt x="676275" y="38100"/>
                </a:lnTo>
                <a:lnTo>
                  <a:pt x="666750" y="38100"/>
                </a:lnTo>
                <a:lnTo>
                  <a:pt x="666750" y="28575"/>
                </a:lnTo>
                <a:lnTo>
                  <a:pt x="657225" y="28575"/>
                </a:lnTo>
                <a:close/>
                <a:moveTo>
                  <a:pt x="866775" y="19050"/>
                </a:moveTo>
                <a:lnTo>
                  <a:pt x="885825" y="19050"/>
                </a:lnTo>
                <a:lnTo>
                  <a:pt x="885825" y="28575"/>
                </a:lnTo>
                <a:lnTo>
                  <a:pt x="866775" y="28575"/>
                </a:lnTo>
                <a:close/>
                <a:moveTo>
                  <a:pt x="990600" y="19050"/>
                </a:moveTo>
                <a:lnTo>
                  <a:pt x="1000125" y="19050"/>
                </a:lnTo>
                <a:lnTo>
                  <a:pt x="1000125" y="38100"/>
                </a:lnTo>
                <a:lnTo>
                  <a:pt x="990600" y="38100"/>
                </a:lnTo>
                <a:close/>
                <a:moveTo>
                  <a:pt x="1028700" y="19050"/>
                </a:moveTo>
                <a:lnTo>
                  <a:pt x="1038225" y="19050"/>
                </a:lnTo>
                <a:lnTo>
                  <a:pt x="1038225" y="28575"/>
                </a:lnTo>
                <a:lnTo>
                  <a:pt x="1047750" y="28575"/>
                </a:lnTo>
                <a:lnTo>
                  <a:pt x="1047750" y="38100"/>
                </a:lnTo>
                <a:lnTo>
                  <a:pt x="1057275" y="38100"/>
                </a:lnTo>
                <a:lnTo>
                  <a:pt x="1057275" y="47625"/>
                </a:lnTo>
                <a:lnTo>
                  <a:pt x="1047750" y="47625"/>
                </a:lnTo>
                <a:lnTo>
                  <a:pt x="1047750" y="57150"/>
                </a:lnTo>
                <a:lnTo>
                  <a:pt x="1057275" y="57150"/>
                </a:lnTo>
                <a:lnTo>
                  <a:pt x="1057275" y="66675"/>
                </a:lnTo>
                <a:lnTo>
                  <a:pt x="1028700" y="66675"/>
                </a:lnTo>
                <a:lnTo>
                  <a:pt x="1028700" y="47625"/>
                </a:lnTo>
                <a:lnTo>
                  <a:pt x="1019175" y="47625"/>
                </a:lnTo>
                <a:lnTo>
                  <a:pt x="1019175" y="38100"/>
                </a:lnTo>
                <a:lnTo>
                  <a:pt x="1028700" y="38100"/>
                </a:lnTo>
                <a:close/>
                <a:moveTo>
                  <a:pt x="1066800" y="19050"/>
                </a:moveTo>
                <a:lnTo>
                  <a:pt x="1076325" y="19050"/>
                </a:lnTo>
                <a:lnTo>
                  <a:pt x="1076325" y="38100"/>
                </a:lnTo>
                <a:lnTo>
                  <a:pt x="1066800" y="38100"/>
                </a:lnTo>
                <a:close/>
                <a:moveTo>
                  <a:pt x="1314450" y="19050"/>
                </a:moveTo>
                <a:lnTo>
                  <a:pt x="1333500" y="19050"/>
                </a:lnTo>
                <a:lnTo>
                  <a:pt x="1333500" y="28575"/>
                </a:lnTo>
                <a:lnTo>
                  <a:pt x="1352550" y="28575"/>
                </a:lnTo>
                <a:lnTo>
                  <a:pt x="1352550" y="19050"/>
                </a:lnTo>
                <a:lnTo>
                  <a:pt x="1362075" y="19050"/>
                </a:lnTo>
                <a:lnTo>
                  <a:pt x="1362075" y="38100"/>
                </a:lnTo>
                <a:lnTo>
                  <a:pt x="1352550" y="38100"/>
                </a:lnTo>
                <a:lnTo>
                  <a:pt x="1352550" y="47625"/>
                </a:lnTo>
                <a:lnTo>
                  <a:pt x="1343025" y="47625"/>
                </a:lnTo>
                <a:lnTo>
                  <a:pt x="1343025" y="57150"/>
                </a:lnTo>
                <a:lnTo>
                  <a:pt x="1333500" y="57150"/>
                </a:lnTo>
                <a:lnTo>
                  <a:pt x="1333500" y="47625"/>
                </a:lnTo>
                <a:lnTo>
                  <a:pt x="1314450" y="47625"/>
                </a:lnTo>
                <a:lnTo>
                  <a:pt x="1314450" y="57150"/>
                </a:lnTo>
                <a:lnTo>
                  <a:pt x="1304925" y="57150"/>
                </a:lnTo>
                <a:lnTo>
                  <a:pt x="1304925" y="66675"/>
                </a:lnTo>
                <a:lnTo>
                  <a:pt x="1276350" y="66675"/>
                </a:lnTo>
                <a:lnTo>
                  <a:pt x="1276350" y="47625"/>
                </a:lnTo>
                <a:lnTo>
                  <a:pt x="1285875" y="47625"/>
                </a:lnTo>
                <a:lnTo>
                  <a:pt x="1285875" y="38100"/>
                </a:lnTo>
                <a:lnTo>
                  <a:pt x="1314450" y="38100"/>
                </a:lnTo>
                <a:close/>
                <a:moveTo>
                  <a:pt x="76200" y="28575"/>
                </a:moveTo>
                <a:lnTo>
                  <a:pt x="85725" y="28575"/>
                </a:lnTo>
                <a:lnTo>
                  <a:pt x="85725" y="47625"/>
                </a:lnTo>
                <a:lnTo>
                  <a:pt x="76200" y="47625"/>
                </a:lnTo>
                <a:close/>
                <a:moveTo>
                  <a:pt x="285750" y="28575"/>
                </a:moveTo>
                <a:lnTo>
                  <a:pt x="295275" y="28575"/>
                </a:lnTo>
                <a:lnTo>
                  <a:pt x="295275" y="57150"/>
                </a:lnTo>
                <a:lnTo>
                  <a:pt x="285750" y="57150"/>
                </a:lnTo>
                <a:close/>
                <a:moveTo>
                  <a:pt x="304800" y="28575"/>
                </a:moveTo>
                <a:lnTo>
                  <a:pt x="323850" y="28575"/>
                </a:lnTo>
                <a:lnTo>
                  <a:pt x="323850" y="38100"/>
                </a:lnTo>
                <a:lnTo>
                  <a:pt x="304800" y="38100"/>
                </a:lnTo>
                <a:close/>
                <a:moveTo>
                  <a:pt x="333375" y="28575"/>
                </a:moveTo>
                <a:lnTo>
                  <a:pt x="352425" y="28575"/>
                </a:lnTo>
                <a:lnTo>
                  <a:pt x="352425" y="38100"/>
                </a:lnTo>
                <a:lnTo>
                  <a:pt x="361950" y="38100"/>
                </a:lnTo>
                <a:lnTo>
                  <a:pt x="361950" y="57150"/>
                </a:lnTo>
                <a:lnTo>
                  <a:pt x="333375" y="57150"/>
                </a:lnTo>
                <a:lnTo>
                  <a:pt x="333375" y="47625"/>
                </a:lnTo>
                <a:lnTo>
                  <a:pt x="323850" y="47625"/>
                </a:lnTo>
                <a:lnTo>
                  <a:pt x="323850" y="38100"/>
                </a:lnTo>
                <a:lnTo>
                  <a:pt x="333375" y="38100"/>
                </a:lnTo>
                <a:close/>
                <a:moveTo>
                  <a:pt x="1485900" y="28575"/>
                </a:moveTo>
                <a:lnTo>
                  <a:pt x="1495425" y="28575"/>
                </a:lnTo>
                <a:lnTo>
                  <a:pt x="1495425" y="38100"/>
                </a:lnTo>
                <a:lnTo>
                  <a:pt x="1485900" y="38100"/>
                </a:lnTo>
                <a:close/>
                <a:moveTo>
                  <a:pt x="1238250" y="38100"/>
                </a:moveTo>
                <a:lnTo>
                  <a:pt x="1257300" y="38100"/>
                </a:lnTo>
                <a:lnTo>
                  <a:pt x="1257300" y="47625"/>
                </a:lnTo>
                <a:lnTo>
                  <a:pt x="1238250" y="47625"/>
                </a:lnTo>
                <a:close/>
                <a:moveTo>
                  <a:pt x="1362075" y="38100"/>
                </a:moveTo>
                <a:lnTo>
                  <a:pt x="1390650" y="38100"/>
                </a:lnTo>
                <a:lnTo>
                  <a:pt x="1390650" y="66675"/>
                </a:lnTo>
                <a:lnTo>
                  <a:pt x="1381125" y="66675"/>
                </a:lnTo>
                <a:lnTo>
                  <a:pt x="1381125" y="85725"/>
                </a:lnTo>
                <a:lnTo>
                  <a:pt x="1371600" y="85725"/>
                </a:lnTo>
                <a:lnTo>
                  <a:pt x="1371600" y="47625"/>
                </a:lnTo>
                <a:lnTo>
                  <a:pt x="1362075" y="47625"/>
                </a:lnTo>
                <a:close/>
                <a:moveTo>
                  <a:pt x="190500" y="47625"/>
                </a:moveTo>
                <a:lnTo>
                  <a:pt x="209550" y="47625"/>
                </a:lnTo>
                <a:lnTo>
                  <a:pt x="209550" y="57150"/>
                </a:lnTo>
                <a:lnTo>
                  <a:pt x="190500" y="57150"/>
                </a:lnTo>
                <a:close/>
                <a:moveTo>
                  <a:pt x="733425" y="47625"/>
                </a:moveTo>
                <a:lnTo>
                  <a:pt x="771525" y="47625"/>
                </a:lnTo>
                <a:lnTo>
                  <a:pt x="771525" y="57150"/>
                </a:lnTo>
                <a:lnTo>
                  <a:pt x="781050" y="57150"/>
                </a:lnTo>
                <a:lnTo>
                  <a:pt x="781050" y="66675"/>
                </a:lnTo>
                <a:lnTo>
                  <a:pt x="790575" y="66675"/>
                </a:lnTo>
                <a:lnTo>
                  <a:pt x="790575" y="95250"/>
                </a:lnTo>
                <a:lnTo>
                  <a:pt x="800100" y="95250"/>
                </a:lnTo>
                <a:lnTo>
                  <a:pt x="800100" y="123825"/>
                </a:lnTo>
                <a:lnTo>
                  <a:pt x="762000" y="123825"/>
                </a:lnTo>
                <a:lnTo>
                  <a:pt x="762000" y="104775"/>
                </a:lnTo>
                <a:lnTo>
                  <a:pt x="771525" y="104775"/>
                </a:lnTo>
                <a:lnTo>
                  <a:pt x="771525" y="85725"/>
                </a:lnTo>
                <a:lnTo>
                  <a:pt x="723900" y="85725"/>
                </a:lnTo>
                <a:lnTo>
                  <a:pt x="723900" y="66675"/>
                </a:lnTo>
                <a:lnTo>
                  <a:pt x="733425" y="66675"/>
                </a:lnTo>
                <a:close/>
                <a:moveTo>
                  <a:pt x="1095375" y="47625"/>
                </a:moveTo>
                <a:lnTo>
                  <a:pt x="1114425" y="47625"/>
                </a:lnTo>
                <a:lnTo>
                  <a:pt x="1114425" y="57150"/>
                </a:lnTo>
                <a:lnTo>
                  <a:pt x="1095375" y="57150"/>
                </a:lnTo>
                <a:close/>
                <a:moveTo>
                  <a:pt x="514350" y="57150"/>
                </a:moveTo>
                <a:lnTo>
                  <a:pt x="523875" y="57150"/>
                </a:lnTo>
                <a:lnTo>
                  <a:pt x="523875" y="66675"/>
                </a:lnTo>
                <a:lnTo>
                  <a:pt x="533400" y="66675"/>
                </a:lnTo>
                <a:lnTo>
                  <a:pt x="533400" y="76200"/>
                </a:lnTo>
                <a:lnTo>
                  <a:pt x="561975" y="76200"/>
                </a:lnTo>
                <a:lnTo>
                  <a:pt x="561975" y="95250"/>
                </a:lnTo>
                <a:lnTo>
                  <a:pt x="571500" y="95250"/>
                </a:lnTo>
                <a:lnTo>
                  <a:pt x="571500" y="104775"/>
                </a:lnTo>
                <a:lnTo>
                  <a:pt x="561975" y="104775"/>
                </a:lnTo>
                <a:lnTo>
                  <a:pt x="561975" y="123825"/>
                </a:lnTo>
                <a:lnTo>
                  <a:pt x="542925" y="123825"/>
                </a:lnTo>
                <a:lnTo>
                  <a:pt x="542925" y="104775"/>
                </a:lnTo>
                <a:lnTo>
                  <a:pt x="485775" y="104775"/>
                </a:lnTo>
                <a:lnTo>
                  <a:pt x="485775" y="95250"/>
                </a:lnTo>
                <a:lnTo>
                  <a:pt x="495300" y="95250"/>
                </a:lnTo>
                <a:lnTo>
                  <a:pt x="495300" y="85725"/>
                </a:lnTo>
                <a:lnTo>
                  <a:pt x="438150" y="85725"/>
                </a:lnTo>
                <a:lnTo>
                  <a:pt x="438150" y="66675"/>
                </a:lnTo>
                <a:lnTo>
                  <a:pt x="457200" y="66675"/>
                </a:lnTo>
                <a:lnTo>
                  <a:pt x="457200" y="76200"/>
                </a:lnTo>
                <a:lnTo>
                  <a:pt x="485775" y="76200"/>
                </a:lnTo>
                <a:lnTo>
                  <a:pt x="485775" y="66675"/>
                </a:lnTo>
                <a:lnTo>
                  <a:pt x="495300" y="66675"/>
                </a:lnTo>
                <a:lnTo>
                  <a:pt x="495300" y="76200"/>
                </a:lnTo>
                <a:lnTo>
                  <a:pt x="504825" y="76200"/>
                </a:lnTo>
                <a:lnTo>
                  <a:pt x="504825" y="66675"/>
                </a:lnTo>
                <a:lnTo>
                  <a:pt x="514350" y="66675"/>
                </a:lnTo>
                <a:close/>
                <a:moveTo>
                  <a:pt x="609600" y="57150"/>
                </a:moveTo>
                <a:lnTo>
                  <a:pt x="638175" y="57150"/>
                </a:lnTo>
                <a:lnTo>
                  <a:pt x="638175" y="66675"/>
                </a:lnTo>
                <a:lnTo>
                  <a:pt x="676275" y="66675"/>
                </a:lnTo>
                <a:lnTo>
                  <a:pt x="676275" y="76200"/>
                </a:lnTo>
                <a:lnTo>
                  <a:pt x="666750" y="76200"/>
                </a:lnTo>
                <a:lnTo>
                  <a:pt x="666750" y="114300"/>
                </a:lnTo>
                <a:lnTo>
                  <a:pt x="657225" y="114300"/>
                </a:lnTo>
                <a:lnTo>
                  <a:pt x="657225" y="133350"/>
                </a:lnTo>
                <a:lnTo>
                  <a:pt x="647700" y="133350"/>
                </a:lnTo>
                <a:lnTo>
                  <a:pt x="647700" y="114300"/>
                </a:lnTo>
                <a:lnTo>
                  <a:pt x="638175" y="114300"/>
                </a:lnTo>
                <a:lnTo>
                  <a:pt x="638175" y="95250"/>
                </a:lnTo>
                <a:lnTo>
                  <a:pt x="628650" y="95250"/>
                </a:lnTo>
                <a:lnTo>
                  <a:pt x="628650" y="85725"/>
                </a:lnTo>
                <a:lnTo>
                  <a:pt x="619125" y="85725"/>
                </a:lnTo>
                <a:lnTo>
                  <a:pt x="619125" y="66675"/>
                </a:lnTo>
                <a:lnTo>
                  <a:pt x="609600" y="66675"/>
                </a:lnTo>
                <a:close/>
                <a:moveTo>
                  <a:pt x="1123950" y="57150"/>
                </a:moveTo>
                <a:lnTo>
                  <a:pt x="1133475" y="57150"/>
                </a:lnTo>
                <a:lnTo>
                  <a:pt x="1133475" y="66675"/>
                </a:lnTo>
                <a:lnTo>
                  <a:pt x="1123950" y="66675"/>
                </a:lnTo>
                <a:close/>
                <a:moveTo>
                  <a:pt x="1143000" y="57150"/>
                </a:moveTo>
                <a:lnTo>
                  <a:pt x="1152525" y="57150"/>
                </a:lnTo>
                <a:lnTo>
                  <a:pt x="1152525" y="66675"/>
                </a:lnTo>
                <a:lnTo>
                  <a:pt x="1143000" y="66675"/>
                </a:lnTo>
                <a:close/>
                <a:moveTo>
                  <a:pt x="1190625" y="57150"/>
                </a:moveTo>
                <a:lnTo>
                  <a:pt x="1209675" y="57150"/>
                </a:lnTo>
                <a:lnTo>
                  <a:pt x="1209675" y="66675"/>
                </a:lnTo>
                <a:lnTo>
                  <a:pt x="1190625" y="66675"/>
                </a:lnTo>
                <a:close/>
                <a:moveTo>
                  <a:pt x="1228725" y="57150"/>
                </a:moveTo>
                <a:lnTo>
                  <a:pt x="1257300" y="57150"/>
                </a:lnTo>
                <a:lnTo>
                  <a:pt x="1257300" y="66675"/>
                </a:lnTo>
                <a:lnTo>
                  <a:pt x="1228725" y="66675"/>
                </a:lnTo>
                <a:close/>
                <a:moveTo>
                  <a:pt x="0" y="66675"/>
                </a:moveTo>
                <a:lnTo>
                  <a:pt x="9525" y="66675"/>
                </a:lnTo>
                <a:lnTo>
                  <a:pt x="9525" y="76200"/>
                </a:lnTo>
                <a:lnTo>
                  <a:pt x="0" y="76200"/>
                </a:lnTo>
                <a:close/>
                <a:moveTo>
                  <a:pt x="238125" y="66675"/>
                </a:moveTo>
                <a:lnTo>
                  <a:pt x="247650" y="66675"/>
                </a:lnTo>
                <a:lnTo>
                  <a:pt x="247650" y="76200"/>
                </a:lnTo>
                <a:lnTo>
                  <a:pt x="238125" y="76200"/>
                </a:lnTo>
                <a:close/>
                <a:moveTo>
                  <a:pt x="304800" y="66675"/>
                </a:moveTo>
                <a:lnTo>
                  <a:pt x="314325" y="66675"/>
                </a:lnTo>
                <a:lnTo>
                  <a:pt x="314325" y="95250"/>
                </a:lnTo>
                <a:lnTo>
                  <a:pt x="323850" y="95250"/>
                </a:lnTo>
                <a:lnTo>
                  <a:pt x="323850" y="76200"/>
                </a:lnTo>
                <a:lnTo>
                  <a:pt x="333375" y="76200"/>
                </a:lnTo>
                <a:lnTo>
                  <a:pt x="333375" y="85725"/>
                </a:lnTo>
                <a:lnTo>
                  <a:pt x="342900" y="85725"/>
                </a:lnTo>
                <a:lnTo>
                  <a:pt x="342900" y="95250"/>
                </a:lnTo>
                <a:lnTo>
                  <a:pt x="381000" y="95250"/>
                </a:lnTo>
                <a:lnTo>
                  <a:pt x="381000" y="104775"/>
                </a:lnTo>
                <a:lnTo>
                  <a:pt x="342900" y="104775"/>
                </a:lnTo>
                <a:lnTo>
                  <a:pt x="342900" y="133350"/>
                </a:lnTo>
                <a:lnTo>
                  <a:pt x="333375" y="133350"/>
                </a:lnTo>
                <a:lnTo>
                  <a:pt x="333375" y="123825"/>
                </a:lnTo>
                <a:lnTo>
                  <a:pt x="323850" y="123825"/>
                </a:lnTo>
                <a:lnTo>
                  <a:pt x="323850" y="142875"/>
                </a:lnTo>
                <a:lnTo>
                  <a:pt x="314325" y="142875"/>
                </a:lnTo>
                <a:lnTo>
                  <a:pt x="314325" y="133350"/>
                </a:lnTo>
                <a:lnTo>
                  <a:pt x="285750" y="133350"/>
                </a:lnTo>
                <a:lnTo>
                  <a:pt x="285750" y="161925"/>
                </a:lnTo>
                <a:lnTo>
                  <a:pt x="276225" y="161925"/>
                </a:lnTo>
                <a:lnTo>
                  <a:pt x="276225" y="171450"/>
                </a:lnTo>
                <a:lnTo>
                  <a:pt x="266700" y="171450"/>
                </a:lnTo>
                <a:lnTo>
                  <a:pt x="266700" y="161925"/>
                </a:lnTo>
                <a:lnTo>
                  <a:pt x="257175" y="161925"/>
                </a:lnTo>
                <a:lnTo>
                  <a:pt x="257175" y="142875"/>
                </a:lnTo>
                <a:lnTo>
                  <a:pt x="276225" y="142875"/>
                </a:lnTo>
                <a:lnTo>
                  <a:pt x="276225" y="123825"/>
                </a:lnTo>
                <a:lnTo>
                  <a:pt x="257175" y="123825"/>
                </a:lnTo>
                <a:lnTo>
                  <a:pt x="257175" y="133350"/>
                </a:lnTo>
                <a:lnTo>
                  <a:pt x="247650" y="133350"/>
                </a:lnTo>
                <a:lnTo>
                  <a:pt x="247650" y="85725"/>
                </a:lnTo>
                <a:lnTo>
                  <a:pt x="276225" y="85725"/>
                </a:lnTo>
                <a:lnTo>
                  <a:pt x="276225" y="104775"/>
                </a:lnTo>
                <a:lnTo>
                  <a:pt x="295275" y="104775"/>
                </a:lnTo>
                <a:lnTo>
                  <a:pt x="295275" y="95250"/>
                </a:lnTo>
                <a:lnTo>
                  <a:pt x="304800" y="95250"/>
                </a:lnTo>
                <a:close/>
                <a:moveTo>
                  <a:pt x="371475" y="66675"/>
                </a:moveTo>
                <a:lnTo>
                  <a:pt x="381000" y="66675"/>
                </a:lnTo>
                <a:lnTo>
                  <a:pt x="381000" y="76200"/>
                </a:lnTo>
                <a:lnTo>
                  <a:pt x="371475" y="76200"/>
                </a:lnTo>
                <a:close/>
                <a:moveTo>
                  <a:pt x="171450" y="76200"/>
                </a:moveTo>
                <a:lnTo>
                  <a:pt x="190500" y="76200"/>
                </a:lnTo>
                <a:lnTo>
                  <a:pt x="190500" y="85725"/>
                </a:lnTo>
                <a:lnTo>
                  <a:pt x="200025" y="85725"/>
                </a:lnTo>
                <a:lnTo>
                  <a:pt x="200025" y="104775"/>
                </a:lnTo>
                <a:lnTo>
                  <a:pt x="190500" y="104775"/>
                </a:lnTo>
                <a:lnTo>
                  <a:pt x="190500" y="95250"/>
                </a:lnTo>
                <a:lnTo>
                  <a:pt x="180975" y="95250"/>
                </a:lnTo>
                <a:lnTo>
                  <a:pt x="180975" y="85725"/>
                </a:lnTo>
                <a:lnTo>
                  <a:pt x="171450" y="85725"/>
                </a:lnTo>
                <a:close/>
                <a:moveTo>
                  <a:pt x="819150" y="76200"/>
                </a:moveTo>
                <a:lnTo>
                  <a:pt x="828675" y="76200"/>
                </a:lnTo>
                <a:lnTo>
                  <a:pt x="828675" y="85725"/>
                </a:lnTo>
                <a:lnTo>
                  <a:pt x="819150" y="85725"/>
                </a:lnTo>
                <a:close/>
                <a:moveTo>
                  <a:pt x="952500" y="76200"/>
                </a:moveTo>
                <a:lnTo>
                  <a:pt x="971550" y="76200"/>
                </a:lnTo>
                <a:lnTo>
                  <a:pt x="971550" y="85725"/>
                </a:lnTo>
                <a:lnTo>
                  <a:pt x="962025" y="85725"/>
                </a:lnTo>
                <a:lnTo>
                  <a:pt x="962025" y="95250"/>
                </a:lnTo>
                <a:lnTo>
                  <a:pt x="952500" y="95250"/>
                </a:lnTo>
                <a:close/>
                <a:moveTo>
                  <a:pt x="1323975" y="76200"/>
                </a:moveTo>
                <a:lnTo>
                  <a:pt x="1343025" y="76200"/>
                </a:lnTo>
                <a:lnTo>
                  <a:pt x="1343025" y="85725"/>
                </a:lnTo>
                <a:lnTo>
                  <a:pt x="1362075" y="85725"/>
                </a:lnTo>
                <a:lnTo>
                  <a:pt x="1362075" y="104775"/>
                </a:lnTo>
                <a:lnTo>
                  <a:pt x="1343025" y="104775"/>
                </a:lnTo>
                <a:lnTo>
                  <a:pt x="1343025" y="95250"/>
                </a:lnTo>
                <a:lnTo>
                  <a:pt x="1323975" y="95250"/>
                </a:lnTo>
                <a:close/>
                <a:moveTo>
                  <a:pt x="1562100" y="76200"/>
                </a:moveTo>
                <a:lnTo>
                  <a:pt x="1571625" y="76200"/>
                </a:lnTo>
                <a:lnTo>
                  <a:pt x="1571625" y="85725"/>
                </a:lnTo>
                <a:lnTo>
                  <a:pt x="1562100" y="85725"/>
                </a:lnTo>
                <a:close/>
                <a:moveTo>
                  <a:pt x="38100" y="85725"/>
                </a:moveTo>
                <a:lnTo>
                  <a:pt x="47625" y="85725"/>
                </a:lnTo>
                <a:lnTo>
                  <a:pt x="47625" y="104775"/>
                </a:lnTo>
                <a:lnTo>
                  <a:pt x="38100" y="104775"/>
                </a:lnTo>
                <a:close/>
                <a:moveTo>
                  <a:pt x="409575" y="85725"/>
                </a:moveTo>
                <a:lnTo>
                  <a:pt x="428625" y="85725"/>
                </a:lnTo>
                <a:lnTo>
                  <a:pt x="428625" y="95250"/>
                </a:lnTo>
                <a:lnTo>
                  <a:pt x="419100" y="95250"/>
                </a:lnTo>
                <a:lnTo>
                  <a:pt x="419100" y="104775"/>
                </a:lnTo>
                <a:lnTo>
                  <a:pt x="400050" y="104775"/>
                </a:lnTo>
                <a:lnTo>
                  <a:pt x="400050" y="95250"/>
                </a:lnTo>
                <a:lnTo>
                  <a:pt x="409575" y="95250"/>
                </a:lnTo>
                <a:close/>
                <a:moveTo>
                  <a:pt x="838200" y="85725"/>
                </a:moveTo>
                <a:lnTo>
                  <a:pt x="847725" y="85725"/>
                </a:lnTo>
                <a:lnTo>
                  <a:pt x="847725" y="95250"/>
                </a:lnTo>
                <a:lnTo>
                  <a:pt x="857250" y="95250"/>
                </a:lnTo>
                <a:lnTo>
                  <a:pt x="857250" y="104775"/>
                </a:lnTo>
                <a:lnTo>
                  <a:pt x="838200" y="104775"/>
                </a:lnTo>
                <a:close/>
                <a:moveTo>
                  <a:pt x="1533525" y="85725"/>
                </a:moveTo>
                <a:lnTo>
                  <a:pt x="1543050" y="85725"/>
                </a:lnTo>
                <a:lnTo>
                  <a:pt x="1543050" y="95250"/>
                </a:lnTo>
                <a:lnTo>
                  <a:pt x="1562100" y="95250"/>
                </a:lnTo>
                <a:lnTo>
                  <a:pt x="1562100" y="123825"/>
                </a:lnTo>
                <a:lnTo>
                  <a:pt x="1543050" y="123825"/>
                </a:lnTo>
                <a:lnTo>
                  <a:pt x="1543050" y="114300"/>
                </a:lnTo>
                <a:lnTo>
                  <a:pt x="1533525" y="114300"/>
                </a:lnTo>
                <a:close/>
                <a:moveTo>
                  <a:pt x="447675" y="95250"/>
                </a:moveTo>
                <a:lnTo>
                  <a:pt x="476250" y="95250"/>
                </a:lnTo>
                <a:lnTo>
                  <a:pt x="476250" y="104775"/>
                </a:lnTo>
                <a:lnTo>
                  <a:pt x="466725" y="104775"/>
                </a:lnTo>
                <a:lnTo>
                  <a:pt x="466725" y="114300"/>
                </a:lnTo>
                <a:lnTo>
                  <a:pt x="523875" y="114300"/>
                </a:lnTo>
                <a:lnTo>
                  <a:pt x="523875" y="123825"/>
                </a:lnTo>
                <a:lnTo>
                  <a:pt x="438150" y="123825"/>
                </a:lnTo>
                <a:lnTo>
                  <a:pt x="438150" y="114300"/>
                </a:lnTo>
                <a:lnTo>
                  <a:pt x="457200" y="114300"/>
                </a:lnTo>
                <a:lnTo>
                  <a:pt x="457200" y="104775"/>
                </a:lnTo>
                <a:lnTo>
                  <a:pt x="447675" y="104775"/>
                </a:lnTo>
                <a:close/>
                <a:moveTo>
                  <a:pt x="581025" y="95250"/>
                </a:moveTo>
                <a:lnTo>
                  <a:pt x="628650" y="95250"/>
                </a:lnTo>
                <a:lnTo>
                  <a:pt x="628650" y="104775"/>
                </a:lnTo>
                <a:lnTo>
                  <a:pt x="619125" y="104775"/>
                </a:lnTo>
                <a:lnTo>
                  <a:pt x="619125" y="114300"/>
                </a:lnTo>
                <a:lnTo>
                  <a:pt x="600075" y="114300"/>
                </a:lnTo>
                <a:lnTo>
                  <a:pt x="600075" y="104775"/>
                </a:lnTo>
                <a:lnTo>
                  <a:pt x="590550" y="104775"/>
                </a:lnTo>
                <a:lnTo>
                  <a:pt x="590550" y="114300"/>
                </a:lnTo>
                <a:lnTo>
                  <a:pt x="600075" y="114300"/>
                </a:lnTo>
                <a:lnTo>
                  <a:pt x="600075" y="123825"/>
                </a:lnTo>
                <a:lnTo>
                  <a:pt x="581025" y="123825"/>
                </a:lnTo>
                <a:close/>
                <a:moveTo>
                  <a:pt x="904875" y="95250"/>
                </a:moveTo>
                <a:lnTo>
                  <a:pt x="914400" y="95250"/>
                </a:lnTo>
                <a:lnTo>
                  <a:pt x="914400" y="104775"/>
                </a:lnTo>
                <a:lnTo>
                  <a:pt x="904875" y="104775"/>
                </a:lnTo>
                <a:close/>
                <a:moveTo>
                  <a:pt x="1428750" y="95250"/>
                </a:moveTo>
                <a:lnTo>
                  <a:pt x="1438275" y="95250"/>
                </a:lnTo>
                <a:lnTo>
                  <a:pt x="1438275" y="114300"/>
                </a:lnTo>
                <a:lnTo>
                  <a:pt x="1419225" y="114300"/>
                </a:lnTo>
                <a:lnTo>
                  <a:pt x="1419225" y="104775"/>
                </a:lnTo>
                <a:lnTo>
                  <a:pt x="1428750" y="104775"/>
                </a:lnTo>
                <a:close/>
                <a:moveTo>
                  <a:pt x="1581150" y="95250"/>
                </a:moveTo>
                <a:lnTo>
                  <a:pt x="1590675" y="95250"/>
                </a:lnTo>
                <a:lnTo>
                  <a:pt x="1590675" y="104775"/>
                </a:lnTo>
                <a:lnTo>
                  <a:pt x="1581150" y="104775"/>
                </a:lnTo>
                <a:close/>
                <a:moveTo>
                  <a:pt x="200025" y="104775"/>
                </a:moveTo>
                <a:lnTo>
                  <a:pt x="228600" y="104775"/>
                </a:lnTo>
                <a:lnTo>
                  <a:pt x="228600" y="114300"/>
                </a:lnTo>
                <a:lnTo>
                  <a:pt x="238125" y="114300"/>
                </a:lnTo>
                <a:lnTo>
                  <a:pt x="238125" y="123825"/>
                </a:lnTo>
                <a:lnTo>
                  <a:pt x="219075" y="123825"/>
                </a:lnTo>
                <a:lnTo>
                  <a:pt x="219075" y="114300"/>
                </a:lnTo>
                <a:lnTo>
                  <a:pt x="200025" y="114300"/>
                </a:lnTo>
                <a:close/>
                <a:moveTo>
                  <a:pt x="723900" y="104775"/>
                </a:moveTo>
                <a:lnTo>
                  <a:pt x="733425" y="104775"/>
                </a:lnTo>
                <a:lnTo>
                  <a:pt x="733425" y="114300"/>
                </a:lnTo>
                <a:lnTo>
                  <a:pt x="723900" y="114300"/>
                </a:lnTo>
                <a:close/>
                <a:moveTo>
                  <a:pt x="971550" y="104775"/>
                </a:moveTo>
                <a:lnTo>
                  <a:pt x="981075" y="104775"/>
                </a:lnTo>
                <a:lnTo>
                  <a:pt x="981075" y="114300"/>
                </a:lnTo>
                <a:lnTo>
                  <a:pt x="990600" y="114300"/>
                </a:lnTo>
                <a:lnTo>
                  <a:pt x="990600" y="123825"/>
                </a:lnTo>
                <a:lnTo>
                  <a:pt x="971550" y="123825"/>
                </a:lnTo>
                <a:close/>
                <a:moveTo>
                  <a:pt x="1466850" y="104775"/>
                </a:moveTo>
                <a:lnTo>
                  <a:pt x="1476375" y="104775"/>
                </a:lnTo>
                <a:lnTo>
                  <a:pt x="1476375" y="114300"/>
                </a:lnTo>
                <a:lnTo>
                  <a:pt x="1485900" y="114300"/>
                </a:lnTo>
                <a:lnTo>
                  <a:pt x="1485900" y="142875"/>
                </a:lnTo>
                <a:lnTo>
                  <a:pt x="1466850" y="142875"/>
                </a:lnTo>
                <a:lnTo>
                  <a:pt x="1466850" y="152400"/>
                </a:lnTo>
                <a:lnTo>
                  <a:pt x="1457325" y="152400"/>
                </a:lnTo>
                <a:lnTo>
                  <a:pt x="1457325" y="142875"/>
                </a:lnTo>
                <a:lnTo>
                  <a:pt x="1447800" y="142875"/>
                </a:lnTo>
                <a:lnTo>
                  <a:pt x="1447800" y="133350"/>
                </a:lnTo>
                <a:lnTo>
                  <a:pt x="1457325" y="133350"/>
                </a:lnTo>
                <a:lnTo>
                  <a:pt x="1457325" y="123825"/>
                </a:lnTo>
                <a:lnTo>
                  <a:pt x="1466850" y="123825"/>
                </a:lnTo>
                <a:close/>
                <a:moveTo>
                  <a:pt x="361950" y="114300"/>
                </a:moveTo>
                <a:lnTo>
                  <a:pt x="428625" y="114300"/>
                </a:lnTo>
                <a:lnTo>
                  <a:pt x="428625" y="123825"/>
                </a:lnTo>
                <a:lnTo>
                  <a:pt x="361950" y="123825"/>
                </a:lnTo>
                <a:close/>
                <a:moveTo>
                  <a:pt x="1323975" y="114300"/>
                </a:moveTo>
                <a:lnTo>
                  <a:pt x="1333500" y="114300"/>
                </a:lnTo>
                <a:lnTo>
                  <a:pt x="1333500" y="123825"/>
                </a:lnTo>
                <a:lnTo>
                  <a:pt x="1343025" y="123825"/>
                </a:lnTo>
                <a:lnTo>
                  <a:pt x="1343025" y="142875"/>
                </a:lnTo>
                <a:lnTo>
                  <a:pt x="1333500" y="142875"/>
                </a:lnTo>
                <a:lnTo>
                  <a:pt x="1333500" y="133350"/>
                </a:lnTo>
                <a:lnTo>
                  <a:pt x="1323975" y="133350"/>
                </a:lnTo>
                <a:close/>
                <a:moveTo>
                  <a:pt x="180975" y="123825"/>
                </a:moveTo>
                <a:lnTo>
                  <a:pt x="190500" y="123825"/>
                </a:lnTo>
                <a:lnTo>
                  <a:pt x="190500" y="133350"/>
                </a:lnTo>
                <a:lnTo>
                  <a:pt x="180975" y="133350"/>
                </a:lnTo>
                <a:close/>
                <a:moveTo>
                  <a:pt x="714375" y="123825"/>
                </a:moveTo>
                <a:lnTo>
                  <a:pt x="742950" y="123825"/>
                </a:lnTo>
                <a:lnTo>
                  <a:pt x="742950" y="133350"/>
                </a:lnTo>
                <a:lnTo>
                  <a:pt x="714375" y="133350"/>
                </a:lnTo>
                <a:close/>
                <a:moveTo>
                  <a:pt x="942975" y="123825"/>
                </a:moveTo>
                <a:lnTo>
                  <a:pt x="952500" y="123825"/>
                </a:lnTo>
                <a:lnTo>
                  <a:pt x="952500" y="133350"/>
                </a:lnTo>
                <a:lnTo>
                  <a:pt x="942975" y="133350"/>
                </a:lnTo>
                <a:close/>
                <a:moveTo>
                  <a:pt x="1504950" y="123825"/>
                </a:moveTo>
                <a:lnTo>
                  <a:pt x="1524000" y="123825"/>
                </a:lnTo>
                <a:lnTo>
                  <a:pt x="1524000" y="161925"/>
                </a:lnTo>
                <a:lnTo>
                  <a:pt x="1504950" y="161925"/>
                </a:lnTo>
                <a:close/>
                <a:moveTo>
                  <a:pt x="228600" y="133350"/>
                </a:moveTo>
                <a:lnTo>
                  <a:pt x="247650" y="133350"/>
                </a:lnTo>
                <a:lnTo>
                  <a:pt x="247650" y="142875"/>
                </a:lnTo>
                <a:lnTo>
                  <a:pt x="228600" y="142875"/>
                </a:lnTo>
                <a:close/>
                <a:moveTo>
                  <a:pt x="619125" y="133350"/>
                </a:moveTo>
                <a:lnTo>
                  <a:pt x="647700" y="133350"/>
                </a:lnTo>
                <a:lnTo>
                  <a:pt x="647700" y="152400"/>
                </a:lnTo>
                <a:lnTo>
                  <a:pt x="638175" y="152400"/>
                </a:lnTo>
                <a:lnTo>
                  <a:pt x="638175" y="142875"/>
                </a:lnTo>
                <a:lnTo>
                  <a:pt x="619125" y="142875"/>
                </a:lnTo>
                <a:close/>
                <a:moveTo>
                  <a:pt x="695325" y="133350"/>
                </a:moveTo>
                <a:lnTo>
                  <a:pt x="714375" y="133350"/>
                </a:lnTo>
                <a:lnTo>
                  <a:pt x="714375" y="152400"/>
                </a:lnTo>
                <a:lnTo>
                  <a:pt x="723900" y="152400"/>
                </a:lnTo>
                <a:lnTo>
                  <a:pt x="723900" y="161925"/>
                </a:lnTo>
                <a:lnTo>
                  <a:pt x="704850" y="161925"/>
                </a:lnTo>
                <a:lnTo>
                  <a:pt x="704850" y="180975"/>
                </a:lnTo>
                <a:lnTo>
                  <a:pt x="695325" y="180975"/>
                </a:lnTo>
                <a:lnTo>
                  <a:pt x="695325" y="161925"/>
                </a:lnTo>
                <a:lnTo>
                  <a:pt x="685800" y="161925"/>
                </a:lnTo>
                <a:lnTo>
                  <a:pt x="685800" y="152400"/>
                </a:lnTo>
                <a:lnTo>
                  <a:pt x="695325" y="152400"/>
                </a:lnTo>
                <a:close/>
                <a:moveTo>
                  <a:pt x="104775" y="142875"/>
                </a:moveTo>
                <a:lnTo>
                  <a:pt x="114300" y="142875"/>
                </a:lnTo>
                <a:lnTo>
                  <a:pt x="114300" y="152400"/>
                </a:lnTo>
                <a:lnTo>
                  <a:pt x="104775" y="152400"/>
                </a:lnTo>
                <a:close/>
                <a:moveTo>
                  <a:pt x="180975" y="142875"/>
                </a:moveTo>
                <a:lnTo>
                  <a:pt x="200025" y="142875"/>
                </a:lnTo>
                <a:lnTo>
                  <a:pt x="200025" y="161925"/>
                </a:lnTo>
                <a:lnTo>
                  <a:pt x="209550" y="161925"/>
                </a:lnTo>
                <a:lnTo>
                  <a:pt x="209550" y="171450"/>
                </a:lnTo>
                <a:lnTo>
                  <a:pt x="180975" y="171450"/>
                </a:lnTo>
                <a:lnTo>
                  <a:pt x="180975" y="161925"/>
                </a:lnTo>
                <a:lnTo>
                  <a:pt x="190500" y="161925"/>
                </a:lnTo>
                <a:lnTo>
                  <a:pt x="190500" y="152400"/>
                </a:lnTo>
                <a:lnTo>
                  <a:pt x="180975" y="152400"/>
                </a:lnTo>
                <a:close/>
                <a:moveTo>
                  <a:pt x="990600" y="142875"/>
                </a:moveTo>
                <a:lnTo>
                  <a:pt x="1000125" y="142875"/>
                </a:lnTo>
                <a:lnTo>
                  <a:pt x="1000125" y="161925"/>
                </a:lnTo>
                <a:lnTo>
                  <a:pt x="990600" y="161925"/>
                </a:lnTo>
                <a:close/>
                <a:moveTo>
                  <a:pt x="76200" y="152400"/>
                </a:moveTo>
                <a:lnTo>
                  <a:pt x="95250" y="152400"/>
                </a:lnTo>
                <a:lnTo>
                  <a:pt x="95250" y="190500"/>
                </a:lnTo>
                <a:lnTo>
                  <a:pt x="104775" y="190500"/>
                </a:lnTo>
                <a:lnTo>
                  <a:pt x="104775" y="200025"/>
                </a:lnTo>
                <a:lnTo>
                  <a:pt x="114300" y="200025"/>
                </a:lnTo>
                <a:lnTo>
                  <a:pt x="114300" y="219075"/>
                </a:lnTo>
                <a:lnTo>
                  <a:pt x="104775" y="219075"/>
                </a:lnTo>
                <a:lnTo>
                  <a:pt x="104775" y="209550"/>
                </a:lnTo>
                <a:lnTo>
                  <a:pt x="76200" y="209550"/>
                </a:lnTo>
                <a:lnTo>
                  <a:pt x="76200" y="180975"/>
                </a:lnTo>
                <a:lnTo>
                  <a:pt x="66675" y="180975"/>
                </a:lnTo>
                <a:lnTo>
                  <a:pt x="66675" y="161925"/>
                </a:lnTo>
                <a:lnTo>
                  <a:pt x="76200" y="161925"/>
                </a:lnTo>
                <a:close/>
                <a:moveTo>
                  <a:pt x="476250" y="152400"/>
                </a:moveTo>
                <a:lnTo>
                  <a:pt x="495300" y="152400"/>
                </a:lnTo>
                <a:lnTo>
                  <a:pt x="495300" y="161925"/>
                </a:lnTo>
                <a:lnTo>
                  <a:pt x="476250" y="161925"/>
                </a:lnTo>
                <a:close/>
                <a:moveTo>
                  <a:pt x="1352550" y="152400"/>
                </a:moveTo>
                <a:lnTo>
                  <a:pt x="1362075" y="152400"/>
                </a:lnTo>
                <a:lnTo>
                  <a:pt x="1362075" y="161925"/>
                </a:lnTo>
                <a:lnTo>
                  <a:pt x="1352550" y="161925"/>
                </a:lnTo>
                <a:close/>
                <a:moveTo>
                  <a:pt x="523875" y="161925"/>
                </a:moveTo>
                <a:lnTo>
                  <a:pt x="533400" y="161925"/>
                </a:lnTo>
                <a:lnTo>
                  <a:pt x="533400" y="190500"/>
                </a:lnTo>
                <a:lnTo>
                  <a:pt x="523875" y="190500"/>
                </a:lnTo>
                <a:close/>
                <a:moveTo>
                  <a:pt x="542925" y="161925"/>
                </a:moveTo>
                <a:lnTo>
                  <a:pt x="552450" y="161925"/>
                </a:lnTo>
                <a:lnTo>
                  <a:pt x="552450" y="180975"/>
                </a:lnTo>
                <a:lnTo>
                  <a:pt x="561975" y="180975"/>
                </a:lnTo>
                <a:lnTo>
                  <a:pt x="561975" y="190500"/>
                </a:lnTo>
                <a:lnTo>
                  <a:pt x="542925" y="190500"/>
                </a:lnTo>
                <a:close/>
                <a:moveTo>
                  <a:pt x="733425" y="161925"/>
                </a:moveTo>
                <a:lnTo>
                  <a:pt x="742950" y="161925"/>
                </a:lnTo>
                <a:lnTo>
                  <a:pt x="742950" y="171450"/>
                </a:lnTo>
                <a:lnTo>
                  <a:pt x="733425" y="171450"/>
                </a:lnTo>
                <a:close/>
                <a:moveTo>
                  <a:pt x="276225" y="171450"/>
                </a:moveTo>
                <a:lnTo>
                  <a:pt x="285750" y="171450"/>
                </a:lnTo>
                <a:lnTo>
                  <a:pt x="285750" y="200025"/>
                </a:lnTo>
                <a:lnTo>
                  <a:pt x="247650" y="200025"/>
                </a:lnTo>
                <a:lnTo>
                  <a:pt x="247650" y="190500"/>
                </a:lnTo>
                <a:lnTo>
                  <a:pt x="276225" y="190500"/>
                </a:lnTo>
                <a:close/>
                <a:moveTo>
                  <a:pt x="200025" y="180975"/>
                </a:moveTo>
                <a:lnTo>
                  <a:pt x="209550" y="180975"/>
                </a:lnTo>
                <a:lnTo>
                  <a:pt x="209550" y="190500"/>
                </a:lnTo>
                <a:lnTo>
                  <a:pt x="228600" y="190500"/>
                </a:lnTo>
                <a:lnTo>
                  <a:pt x="228600" y="219075"/>
                </a:lnTo>
                <a:lnTo>
                  <a:pt x="209550" y="219075"/>
                </a:lnTo>
                <a:lnTo>
                  <a:pt x="209550" y="209550"/>
                </a:lnTo>
                <a:lnTo>
                  <a:pt x="190500" y="209550"/>
                </a:lnTo>
                <a:lnTo>
                  <a:pt x="190500" y="219075"/>
                </a:lnTo>
                <a:lnTo>
                  <a:pt x="180975" y="219075"/>
                </a:lnTo>
                <a:lnTo>
                  <a:pt x="180975" y="228600"/>
                </a:lnTo>
                <a:lnTo>
                  <a:pt x="161925" y="228600"/>
                </a:lnTo>
                <a:lnTo>
                  <a:pt x="161925" y="200025"/>
                </a:lnTo>
                <a:lnTo>
                  <a:pt x="152400" y="200025"/>
                </a:lnTo>
                <a:lnTo>
                  <a:pt x="152400" y="190500"/>
                </a:lnTo>
                <a:lnTo>
                  <a:pt x="180975" y="190500"/>
                </a:lnTo>
                <a:lnTo>
                  <a:pt x="180975" y="200025"/>
                </a:lnTo>
                <a:lnTo>
                  <a:pt x="190500" y="200025"/>
                </a:lnTo>
                <a:lnTo>
                  <a:pt x="190500" y="190500"/>
                </a:lnTo>
                <a:lnTo>
                  <a:pt x="200025" y="190500"/>
                </a:lnTo>
                <a:close/>
                <a:moveTo>
                  <a:pt x="990600" y="180975"/>
                </a:moveTo>
                <a:lnTo>
                  <a:pt x="1000125" y="180975"/>
                </a:lnTo>
                <a:lnTo>
                  <a:pt x="1000125" y="200025"/>
                </a:lnTo>
                <a:lnTo>
                  <a:pt x="990600" y="200025"/>
                </a:lnTo>
                <a:close/>
                <a:moveTo>
                  <a:pt x="0" y="190500"/>
                </a:moveTo>
                <a:lnTo>
                  <a:pt x="9525" y="190500"/>
                </a:lnTo>
                <a:lnTo>
                  <a:pt x="9525" y="200025"/>
                </a:lnTo>
                <a:lnTo>
                  <a:pt x="19050" y="200025"/>
                </a:lnTo>
                <a:lnTo>
                  <a:pt x="19050" y="209550"/>
                </a:lnTo>
                <a:lnTo>
                  <a:pt x="9525" y="209550"/>
                </a:lnTo>
                <a:lnTo>
                  <a:pt x="9525" y="238125"/>
                </a:lnTo>
                <a:lnTo>
                  <a:pt x="0" y="238125"/>
                </a:lnTo>
                <a:close/>
                <a:moveTo>
                  <a:pt x="971550" y="190500"/>
                </a:moveTo>
                <a:lnTo>
                  <a:pt x="981075" y="190500"/>
                </a:lnTo>
                <a:lnTo>
                  <a:pt x="981075" y="209550"/>
                </a:lnTo>
                <a:lnTo>
                  <a:pt x="971550" y="209550"/>
                </a:lnTo>
                <a:close/>
                <a:moveTo>
                  <a:pt x="809625" y="200025"/>
                </a:moveTo>
                <a:lnTo>
                  <a:pt x="819150" y="200025"/>
                </a:lnTo>
                <a:lnTo>
                  <a:pt x="819150" y="238125"/>
                </a:lnTo>
                <a:lnTo>
                  <a:pt x="809625" y="238125"/>
                </a:lnTo>
                <a:close/>
                <a:moveTo>
                  <a:pt x="276225" y="209550"/>
                </a:moveTo>
                <a:lnTo>
                  <a:pt x="295275" y="209550"/>
                </a:lnTo>
                <a:lnTo>
                  <a:pt x="295275" y="219075"/>
                </a:lnTo>
                <a:lnTo>
                  <a:pt x="285750" y="219075"/>
                </a:lnTo>
                <a:lnTo>
                  <a:pt x="285750" y="228600"/>
                </a:lnTo>
                <a:lnTo>
                  <a:pt x="295275" y="228600"/>
                </a:lnTo>
                <a:lnTo>
                  <a:pt x="295275" y="247650"/>
                </a:lnTo>
                <a:lnTo>
                  <a:pt x="276225" y="247650"/>
                </a:lnTo>
                <a:lnTo>
                  <a:pt x="276225" y="238125"/>
                </a:lnTo>
                <a:lnTo>
                  <a:pt x="266700" y="238125"/>
                </a:lnTo>
                <a:lnTo>
                  <a:pt x="266700" y="219075"/>
                </a:lnTo>
                <a:lnTo>
                  <a:pt x="276225" y="219075"/>
                </a:lnTo>
                <a:close/>
                <a:moveTo>
                  <a:pt x="695325" y="209550"/>
                </a:moveTo>
                <a:lnTo>
                  <a:pt x="714375" y="209550"/>
                </a:lnTo>
                <a:lnTo>
                  <a:pt x="714375" y="219075"/>
                </a:lnTo>
                <a:lnTo>
                  <a:pt x="723900" y="219075"/>
                </a:lnTo>
                <a:lnTo>
                  <a:pt x="723900" y="228600"/>
                </a:lnTo>
                <a:lnTo>
                  <a:pt x="714375" y="228600"/>
                </a:lnTo>
                <a:lnTo>
                  <a:pt x="714375" y="238125"/>
                </a:lnTo>
                <a:lnTo>
                  <a:pt x="695325" y="238125"/>
                </a:lnTo>
                <a:close/>
                <a:moveTo>
                  <a:pt x="962025" y="209550"/>
                </a:moveTo>
                <a:lnTo>
                  <a:pt x="971550" y="209550"/>
                </a:lnTo>
                <a:lnTo>
                  <a:pt x="971550" y="219075"/>
                </a:lnTo>
                <a:lnTo>
                  <a:pt x="962025" y="219075"/>
                </a:lnTo>
                <a:close/>
                <a:moveTo>
                  <a:pt x="504825" y="219075"/>
                </a:moveTo>
                <a:lnTo>
                  <a:pt x="514350" y="219075"/>
                </a:lnTo>
                <a:lnTo>
                  <a:pt x="514350" y="228600"/>
                </a:lnTo>
                <a:lnTo>
                  <a:pt x="504825" y="228600"/>
                </a:lnTo>
                <a:close/>
                <a:moveTo>
                  <a:pt x="914400" y="219075"/>
                </a:moveTo>
                <a:lnTo>
                  <a:pt x="923925" y="219075"/>
                </a:lnTo>
                <a:lnTo>
                  <a:pt x="923925" y="238125"/>
                </a:lnTo>
                <a:lnTo>
                  <a:pt x="952500" y="238125"/>
                </a:lnTo>
                <a:lnTo>
                  <a:pt x="952500" y="219075"/>
                </a:lnTo>
                <a:lnTo>
                  <a:pt x="962025" y="219075"/>
                </a:lnTo>
                <a:lnTo>
                  <a:pt x="962025" y="247650"/>
                </a:lnTo>
                <a:lnTo>
                  <a:pt x="952500" y="247650"/>
                </a:lnTo>
                <a:lnTo>
                  <a:pt x="952500" y="266700"/>
                </a:lnTo>
                <a:lnTo>
                  <a:pt x="933450" y="266700"/>
                </a:lnTo>
                <a:lnTo>
                  <a:pt x="933450" y="247650"/>
                </a:lnTo>
                <a:lnTo>
                  <a:pt x="914400" y="247650"/>
                </a:lnTo>
                <a:close/>
                <a:moveTo>
                  <a:pt x="228600" y="228600"/>
                </a:moveTo>
                <a:lnTo>
                  <a:pt x="247650" y="228600"/>
                </a:lnTo>
                <a:lnTo>
                  <a:pt x="247650" y="238125"/>
                </a:lnTo>
                <a:lnTo>
                  <a:pt x="228600" y="238125"/>
                </a:lnTo>
                <a:close/>
                <a:moveTo>
                  <a:pt x="514350" y="228600"/>
                </a:moveTo>
                <a:lnTo>
                  <a:pt x="523875" y="228600"/>
                </a:lnTo>
                <a:lnTo>
                  <a:pt x="523875" y="238125"/>
                </a:lnTo>
                <a:lnTo>
                  <a:pt x="514350" y="238125"/>
                </a:lnTo>
                <a:close/>
                <a:moveTo>
                  <a:pt x="57150" y="238125"/>
                </a:moveTo>
                <a:lnTo>
                  <a:pt x="76200" y="238125"/>
                </a:lnTo>
                <a:lnTo>
                  <a:pt x="76200" y="266700"/>
                </a:lnTo>
                <a:lnTo>
                  <a:pt x="66675" y="266700"/>
                </a:lnTo>
                <a:lnTo>
                  <a:pt x="66675" y="247650"/>
                </a:lnTo>
                <a:lnTo>
                  <a:pt x="57150" y="247650"/>
                </a:lnTo>
                <a:close/>
                <a:moveTo>
                  <a:pt x="190500" y="238125"/>
                </a:moveTo>
                <a:lnTo>
                  <a:pt x="209550" y="238125"/>
                </a:lnTo>
                <a:lnTo>
                  <a:pt x="209550" y="247650"/>
                </a:lnTo>
                <a:lnTo>
                  <a:pt x="200025" y="247650"/>
                </a:lnTo>
                <a:lnTo>
                  <a:pt x="200025" y="266700"/>
                </a:lnTo>
                <a:lnTo>
                  <a:pt x="190500" y="266700"/>
                </a:lnTo>
                <a:close/>
                <a:moveTo>
                  <a:pt x="533400" y="238125"/>
                </a:moveTo>
                <a:lnTo>
                  <a:pt x="542925" y="238125"/>
                </a:lnTo>
                <a:lnTo>
                  <a:pt x="542925" y="247650"/>
                </a:lnTo>
                <a:lnTo>
                  <a:pt x="533400" y="247650"/>
                </a:lnTo>
                <a:close/>
                <a:moveTo>
                  <a:pt x="1514475" y="238125"/>
                </a:moveTo>
                <a:lnTo>
                  <a:pt x="1533525" y="238125"/>
                </a:lnTo>
                <a:lnTo>
                  <a:pt x="1533525" y="247650"/>
                </a:lnTo>
                <a:lnTo>
                  <a:pt x="1543050" y="247650"/>
                </a:lnTo>
                <a:lnTo>
                  <a:pt x="1543050" y="257175"/>
                </a:lnTo>
                <a:lnTo>
                  <a:pt x="1571625" y="257175"/>
                </a:lnTo>
                <a:lnTo>
                  <a:pt x="1571625" y="247650"/>
                </a:lnTo>
                <a:lnTo>
                  <a:pt x="1590675" y="247650"/>
                </a:lnTo>
                <a:lnTo>
                  <a:pt x="1590675" y="257175"/>
                </a:lnTo>
                <a:lnTo>
                  <a:pt x="1600200" y="257175"/>
                </a:lnTo>
                <a:lnTo>
                  <a:pt x="1600200" y="266700"/>
                </a:lnTo>
                <a:lnTo>
                  <a:pt x="1590675" y="266700"/>
                </a:lnTo>
                <a:lnTo>
                  <a:pt x="1590675" y="276225"/>
                </a:lnTo>
                <a:lnTo>
                  <a:pt x="1581150" y="276225"/>
                </a:lnTo>
                <a:lnTo>
                  <a:pt x="1581150" y="285750"/>
                </a:lnTo>
                <a:lnTo>
                  <a:pt x="1571625" y="285750"/>
                </a:lnTo>
                <a:lnTo>
                  <a:pt x="1571625" y="295275"/>
                </a:lnTo>
                <a:lnTo>
                  <a:pt x="1562100" y="295275"/>
                </a:lnTo>
                <a:lnTo>
                  <a:pt x="1562100" y="285750"/>
                </a:lnTo>
                <a:lnTo>
                  <a:pt x="1543050" y="285750"/>
                </a:lnTo>
                <a:lnTo>
                  <a:pt x="1543050" y="276225"/>
                </a:lnTo>
                <a:lnTo>
                  <a:pt x="1533525" y="276225"/>
                </a:lnTo>
                <a:lnTo>
                  <a:pt x="1533525" y="257175"/>
                </a:lnTo>
                <a:lnTo>
                  <a:pt x="1524000" y="257175"/>
                </a:lnTo>
                <a:lnTo>
                  <a:pt x="1524000" y="247650"/>
                </a:lnTo>
                <a:lnTo>
                  <a:pt x="1514475" y="247650"/>
                </a:lnTo>
                <a:close/>
                <a:moveTo>
                  <a:pt x="552450" y="247650"/>
                </a:moveTo>
                <a:lnTo>
                  <a:pt x="561975" y="247650"/>
                </a:lnTo>
                <a:lnTo>
                  <a:pt x="561975" y="257175"/>
                </a:lnTo>
                <a:lnTo>
                  <a:pt x="552450" y="257175"/>
                </a:lnTo>
                <a:close/>
                <a:moveTo>
                  <a:pt x="885825" y="247650"/>
                </a:moveTo>
                <a:lnTo>
                  <a:pt x="895350" y="247650"/>
                </a:lnTo>
                <a:lnTo>
                  <a:pt x="895350" y="266700"/>
                </a:lnTo>
                <a:lnTo>
                  <a:pt x="885825" y="266700"/>
                </a:lnTo>
                <a:close/>
                <a:moveTo>
                  <a:pt x="428625" y="257175"/>
                </a:moveTo>
                <a:lnTo>
                  <a:pt x="438150" y="257175"/>
                </a:lnTo>
                <a:lnTo>
                  <a:pt x="438150" y="266700"/>
                </a:lnTo>
                <a:lnTo>
                  <a:pt x="428625" y="266700"/>
                </a:lnTo>
                <a:close/>
                <a:moveTo>
                  <a:pt x="1009650" y="257175"/>
                </a:moveTo>
                <a:lnTo>
                  <a:pt x="1028700" y="257175"/>
                </a:lnTo>
                <a:lnTo>
                  <a:pt x="1028700" y="285750"/>
                </a:lnTo>
                <a:lnTo>
                  <a:pt x="1000125" y="285750"/>
                </a:lnTo>
                <a:lnTo>
                  <a:pt x="1000125" y="276225"/>
                </a:lnTo>
                <a:lnTo>
                  <a:pt x="1009650" y="276225"/>
                </a:lnTo>
                <a:close/>
                <a:moveTo>
                  <a:pt x="1152525" y="257175"/>
                </a:moveTo>
                <a:lnTo>
                  <a:pt x="1162050" y="257175"/>
                </a:lnTo>
                <a:lnTo>
                  <a:pt x="1162050" y="276225"/>
                </a:lnTo>
                <a:lnTo>
                  <a:pt x="1152525" y="276225"/>
                </a:lnTo>
                <a:close/>
                <a:moveTo>
                  <a:pt x="1133475" y="276225"/>
                </a:moveTo>
                <a:lnTo>
                  <a:pt x="1143000" y="276225"/>
                </a:lnTo>
                <a:lnTo>
                  <a:pt x="1143000" y="285750"/>
                </a:lnTo>
                <a:lnTo>
                  <a:pt x="1133475" y="285750"/>
                </a:lnTo>
                <a:close/>
                <a:moveTo>
                  <a:pt x="1114425" y="285750"/>
                </a:moveTo>
                <a:lnTo>
                  <a:pt x="1123950" y="285750"/>
                </a:lnTo>
                <a:lnTo>
                  <a:pt x="1123950" y="295275"/>
                </a:lnTo>
                <a:lnTo>
                  <a:pt x="1133475" y="295275"/>
                </a:lnTo>
                <a:lnTo>
                  <a:pt x="1133475" y="304800"/>
                </a:lnTo>
                <a:lnTo>
                  <a:pt x="1123950" y="304800"/>
                </a:lnTo>
                <a:lnTo>
                  <a:pt x="1123950" y="333375"/>
                </a:lnTo>
                <a:lnTo>
                  <a:pt x="1114425" y="333375"/>
                </a:lnTo>
                <a:lnTo>
                  <a:pt x="1114425" y="323850"/>
                </a:lnTo>
                <a:lnTo>
                  <a:pt x="1104900" y="323850"/>
                </a:lnTo>
                <a:lnTo>
                  <a:pt x="1104900" y="314325"/>
                </a:lnTo>
                <a:lnTo>
                  <a:pt x="1114425" y="314325"/>
                </a:lnTo>
                <a:close/>
                <a:moveTo>
                  <a:pt x="1000125" y="295275"/>
                </a:moveTo>
                <a:lnTo>
                  <a:pt x="1009650" y="295275"/>
                </a:lnTo>
                <a:lnTo>
                  <a:pt x="1009650" y="314325"/>
                </a:lnTo>
                <a:lnTo>
                  <a:pt x="1000125" y="314325"/>
                </a:lnTo>
                <a:close/>
                <a:moveTo>
                  <a:pt x="1571625" y="295275"/>
                </a:moveTo>
                <a:lnTo>
                  <a:pt x="1590675" y="295275"/>
                </a:lnTo>
                <a:lnTo>
                  <a:pt x="1590675" y="304800"/>
                </a:lnTo>
                <a:lnTo>
                  <a:pt x="1571625" y="304800"/>
                </a:lnTo>
                <a:close/>
                <a:moveTo>
                  <a:pt x="962025" y="304800"/>
                </a:moveTo>
                <a:lnTo>
                  <a:pt x="971550" y="304800"/>
                </a:lnTo>
                <a:lnTo>
                  <a:pt x="971550" y="314325"/>
                </a:lnTo>
                <a:lnTo>
                  <a:pt x="962025" y="314325"/>
                </a:lnTo>
                <a:close/>
                <a:moveTo>
                  <a:pt x="295275" y="323850"/>
                </a:moveTo>
                <a:lnTo>
                  <a:pt x="304800" y="323850"/>
                </a:lnTo>
                <a:lnTo>
                  <a:pt x="304800" y="333375"/>
                </a:lnTo>
                <a:lnTo>
                  <a:pt x="295275" y="333375"/>
                </a:lnTo>
                <a:close/>
                <a:moveTo>
                  <a:pt x="1133475" y="323850"/>
                </a:moveTo>
                <a:lnTo>
                  <a:pt x="1162050" y="323850"/>
                </a:lnTo>
                <a:lnTo>
                  <a:pt x="1162050" y="333375"/>
                </a:lnTo>
                <a:lnTo>
                  <a:pt x="1133475" y="333375"/>
                </a:lnTo>
                <a:close/>
                <a:moveTo>
                  <a:pt x="304800" y="333375"/>
                </a:moveTo>
                <a:lnTo>
                  <a:pt x="314325" y="333375"/>
                </a:lnTo>
                <a:lnTo>
                  <a:pt x="314325" y="342900"/>
                </a:lnTo>
                <a:lnTo>
                  <a:pt x="304800" y="342900"/>
                </a:lnTo>
                <a:close/>
                <a:moveTo>
                  <a:pt x="542925" y="342900"/>
                </a:moveTo>
                <a:lnTo>
                  <a:pt x="552450" y="342900"/>
                </a:lnTo>
                <a:lnTo>
                  <a:pt x="552450" y="352425"/>
                </a:lnTo>
                <a:lnTo>
                  <a:pt x="542925" y="352425"/>
                </a:lnTo>
                <a:close/>
                <a:moveTo>
                  <a:pt x="600075" y="352425"/>
                </a:moveTo>
                <a:lnTo>
                  <a:pt x="609600" y="352425"/>
                </a:lnTo>
                <a:lnTo>
                  <a:pt x="609600" y="361950"/>
                </a:lnTo>
                <a:lnTo>
                  <a:pt x="600075" y="361950"/>
                </a:lnTo>
                <a:close/>
                <a:moveTo>
                  <a:pt x="1257300" y="352425"/>
                </a:moveTo>
                <a:lnTo>
                  <a:pt x="1266825" y="352425"/>
                </a:lnTo>
                <a:lnTo>
                  <a:pt x="1266825" y="361950"/>
                </a:lnTo>
                <a:lnTo>
                  <a:pt x="1257300" y="361950"/>
                </a:lnTo>
                <a:close/>
                <a:moveTo>
                  <a:pt x="1123950" y="361950"/>
                </a:moveTo>
                <a:lnTo>
                  <a:pt x="1133475" y="361950"/>
                </a:lnTo>
                <a:lnTo>
                  <a:pt x="1133475" y="381000"/>
                </a:lnTo>
                <a:lnTo>
                  <a:pt x="1123950" y="381000"/>
                </a:lnTo>
                <a:close/>
                <a:moveTo>
                  <a:pt x="1247775" y="361950"/>
                </a:moveTo>
                <a:lnTo>
                  <a:pt x="1257300" y="361950"/>
                </a:lnTo>
                <a:lnTo>
                  <a:pt x="1257300" y="371475"/>
                </a:lnTo>
                <a:lnTo>
                  <a:pt x="1247775" y="371475"/>
                </a:lnTo>
                <a:close/>
                <a:moveTo>
                  <a:pt x="1276350" y="361950"/>
                </a:moveTo>
                <a:lnTo>
                  <a:pt x="1285875" y="361950"/>
                </a:lnTo>
                <a:lnTo>
                  <a:pt x="1285875" y="371475"/>
                </a:lnTo>
                <a:lnTo>
                  <a:pt x="1276350" y="371475"/>
                </a:lnTo>
                <a:close/>
                <a:moveTo>
                  <a:pt x="66675" y="371475"/>
                </a:moveTo>
                <a:lnTo>
                  <a:pt x="104775" y="371475"/>
                </a:lnTo>
                <a:lnTo>
                  <a:pt x="104775" y="390525"/>
                </a:lnTo>
                <a:lnTo>
                  <a:pt x="133350" y="390525"/>
                </a:lnTo>
                <a:lnTo>
                  <a:pt x="133350" y="400050"/>
                </a:lnTo>
                <a:lnTo>
                  <a:pt x="123825" y="400050"/>
                </a:lnTo>
                <a:lnTo>
                  <a:pt x="123825" y="409575"/>
                </a:lnTo>
                <a:lnTo>
                  <a:pt x="104775" y="409575"/>
                </a:lnTo>
                <a:lnTo>
                  <a:pt x="104775" y="400050"/>
                </a:lnTo>
                <a:lnTo>
                  <a:pt x="76200" y="400050"/>
                </a:lnTo>
                <a:lnTo>
                  <a:pt x="76200" y="409575"/>
                </a:lnTo>
                <a:lnTo>
                  <a:pt x="66675" y="409575"/>
                </a:lnTo>
                <a:lnTo>
                  <a:pt x="66675" y="419100"/>
                </a:lnTo>
                <a:lnTo>
                  <a:pt x="57150" y="419100"/>
                </a:lnTo>
                <a:lnTo>
                  <a:pt x="57150" y="390525"/>
                </a:lnTo>
                <a:lnTo>
                  <a:pt x="66675" y="390525"/>
                </a:lnTo>
                <a:close/>
                <a:moveTo>
                  <a:pt x="285750" y="371475"/>
                </a:moveTo>
                <a:lnTo>
                  <a:pt x="295275" y="371475"/>
                </a:lnTo>
                <a:lnTo>
                  <a:pt x="295275" y="381000"/>
                </a:lnTo>
                <a:lnTo>
                  <a:pt x="285750" y="381000"/>
                </a:lnTo>
                <a:close/>
                <a:moveTo>
                  <a:pt x="295275" y="381000"/>
                </a:moveTo>
                <a:lnTo>
                  <a:pt x="304800" y="381000"/>
                </a:lnTo>
                <a:lnTo>
                  <a:pt x="304800" y="400050"/>
                </a:lnTo>
                <a:lnTo>
                  <a:pt x="295275" y="400050"/>
                </a:lnTo>
                <a:close/>
                <a:moveTo>
                  <a:pt x="990600" y="381000"/>
                </a:moveTo>
                <a:lnTo>
                  <a:pt x="1009650" y="381000"/>
                </a:lnTo>
                <a:lnTo>
                  <a:pt x="1009650" y="390525"/>
                </a:lnTo>
                <a:lnTo>
                  <a:pt x="990600" y="390525"/>
                </a:lnTo>
                <a:close/>
                <a:moveTo>
                  <a:pt x="28575" y="390525"/>
                </a:moveTo>
                <a:lnTo>
                  <a:pt x="38100" y="390525"/>
                </a:lnTo>
                <a:lnTo>
                  <a:pt x="38100" y="400050"/>
                </a:lnTo>
                <a:lnTo>
                  <a:pt x="28575" y="400050"/>
                </a:lnTo>
                <a:close/>
                <a:moveTo>
                  <a:pt x="152400" y="390525"/>
                </a:moveTo>
                <a:lnTo>
                  <a:pt x="161925" y="390525"/>
                </a:lnTo>
                <a:lnTo>
                  <a:pt x="161925" y="400050"/>
                </a:lnTo>
                <a:lnTo>
                  <a:pt x="171450" y="400050"/>
                </a:lnTo>
                <a:lnTo>
                  <a:pt x="171450" y="409575"/>
                </a:lnTo>
                <a:lnTo>
                  <a:pt x="152400" y="409575"/>
                </a:lnTo>
                <a:close/>
                <a:moveTo>
                  <a:pt x="419100" y="390525"/>
                </a:moveTo>
                <a:lnTo>
                  <a:pt x="457200" y="390525"/>
                </a:lnTo>
                <a:lnTo>
                  <a:pt x="457200" y="409575"/>
                </a:lnTo>
                <a:lnTo>
                  <a:pt x="447675" y="409575"/>
                </a:lnTo>
                <a:lnTo>
                  <a:pt x="447675" y="400050"/>
                </a:lnTo>
                <a:lnTo>
                  <a:pt x="419100" y="400050"/>
                </a:lnTo>
                <a:close/>
                <a:moveTo>
                  <a:pt x="495300" y="390525"/>
                </a:moveTo>
                <a:lnTo>
                  <a:pt x="514350" y="390525"/>
                </a:lnTo>
                <a:lnTo>
                  <a:pt x="514350" y="400050"/>
                </a:lnTo>
                <a:lnTo>
                  <a:pt x="523875" y="400050"/>
                </a:lnTo>
                <a:lnTo>
                  <a:pt x="523875" y="419100"/>
                </a:lnTo>
                <a:lnTo>
                  <a:pt x="495300" y="419100"/>
                </a:lnTo>
                <a:close/>
                <a:moveTo>
                  <a:pt x="981075" y="390525"/>
                </a:moveTo>
                <a:lnTo>
                  <a:pt x="990600" y="390525"/>
                </a:lnTo>
                <a:lnTo>
                  <a:pt x="990600" y="400050"/>
                </a:lnTo>
                <a:lnTo>
                  <a:pt x="981075" y="400050"/>
                </a:lnTo>
                <a:close/>
                <a:moveTo>
                  <a:pt x="1019175" y="390525"/>
                </a:moveTo>
                <a:lnTo>
                  <a:pt x="1028700" y="390525"/>
                </a:lnTo>
                <a:lnTo>
                  <a:pt x="1028700" y="409575"/>
                </a:lnTo>
                <a:lnTo>
                  <a:pt x="1019175" y="409575"/>
                </a:lnTo>
                <a:lnTo>
                  <a:pt x="1019175" y="419100"/>
                </a:lnTo>
                <a:lnTo>
                  <a:pt x="1009650" y="419100"/>
                </a:lnTo>
                <a:lnTo>
                  <a:pt x="1009650" y="400050"/>
                </a:lnTo>
                <a:lnTo>
                  <a:pt x="1019175" y="400050"/>
                </a:lnTo>
                <a:close/>
                <a:moveTo>
                  <a:pt x="304800" y="400050"/>
                </a:moveTo>
                <a:lnTo>
                  <a:pt x="323850" y="400050"/>
                </a:lnTo>
                <a:lnTo>
                  <a:pt x="323850" y="428625"/>
                </a:lnTo>
                <a:lnTo>
                  <a:pt x="314325" y="428625"/>
                </a:lnTo>
                <a:lnTo>
                  <a:pt x="314325" y="419100"/>
                </a:lnTo>
                <a:lnTo>
                  <a:pt x="295275" y="419100"/>
                </a:lnTo>
                <a:lnTo>
                  <a:pt x="295275" y="409575"/>
                </a:lnTo>
                <a:lnTo>
                  <a:pt x="304800" y="409575"/>
                </a:lnTo>
                <a:close/>
                <a:moveTo>
                  <a:pt x="342900" y="400050"/>
                </a:moveTo>
                <a:lnTo>
                  <a:pt x="352425" y="400050"/>
                </a:lnTo>
                <a:lnTo>
                  <a:pt x="352425" y="409575"/>
                </a:lnTo>
                <a:lnTo>
                  <a:pt x="371475" y="409575"/>
                </a:lnTo>
                <a:lnTo>
                  <a:pt x="371475" y="419100"/>
                </a:lnTo>
                <a:lnTo>
                  <a:pt x="381000" y="419100"/>
                </a:lnTo>
                <a:lnTo>
                  <a:pt x="381000" y="428625"/>
                </a:lnTo>
                <a:lnTo>
                  <a:pt x="371475" y="428625"/>
                </a:lnTo>
                <a:lnTo>
                  <a:pt x="371475" y="438150"/>
                </a:lnTo>
                <a:lnTo>
                  <a:pt x="342900" y="438150"/>
                </a:lnTo>
                <a:close/>
                <a:moveTo>
                  <a:pt x="1571625" y="400050"/>
                </a:moveTo>
                <a:lnTo>
                  <a:pt x="1590675" y="400050"/>
                </a:lnTo>
                <a:lnTo>
                  <a:pt x="1590675" y="409575"/>
                </a:lnTo>
                <a:lnTo>
                  <a:pt x="1571625" y="409575"/>
                </a:lnTo>
                <a:close/>
                <a:moveTo>
                  <a:pt x="38100" y="409575"/>
                </a:moveTo>
                <a:lnTo>
                  <a:pt x="47625" y="409575"/>
                </a:lnTo>
                <a:lnTo>
                  <a:pt x="47625" y="419100"/>
                </a:lnTo>
                <a:lnTo>
                  <a:pt x="38100" y="419100"/>
                </a:lnTo>
                <a:close/>
                <a:moveTo>
                  <a:pt x="1552575" y="409575"/>
                </a:moveTo>
                <a:lnTo>
                  <a:pt x="1562100" y="409575"/>
                </a:lnTo>
                <a:lnTo>
                  <a:pt x="1562100" y="419100"/>
                </a:lnTo>
                <a:lnTo>
                  <a:pt x="1552575" y="419100"/>
                </a:lnTo>
                <a:close/>
                <a:moveTo>
                  <a:pt x="66675" y="419100"/>
                </a:moveTo>
                <a:lnTo>
                  <a:pt x="76200" y="419100"/>
                </a:lnTo>
                <a:lnTo>
                  <a:pt x="76200" y="438150"/>
                </a:lnTo>
                <a:lnTo>
                  <a:pt x="85725" y="438150"/>
                </a:lnTo>
                <a:lnTo>
                  <a:pt x="85725" y="447675"/>
                </a:lnTo>
                <a:lnTo>
                  <a:pt x="104775" y="447675"/>
                </a:lnTo>
                <a:lnTo>
                  <a:pt x="104775" y="457200"/>
                </a:lnTo>
                <a:lnTo>
                  <a:pt x="85725" y="457200"/>
                </a:lnTo>
                <a:lnTo>
                  <a:pt x="85725" y="466725"/>
                </a:lnTo>
                <a:lnTo>
                  <a:pt x="76200" y="466725"/>
                </a:lnTo>
                <a:lnTo>
                  <a:pt x="76200" y="457200"/>
                </a:lnTo>
                <a:lnTo>
                  <a:pt x="66675" y="457200"/>
                </a:lnTo>
                <a:lnTo>
                  <a:pt x="66675" y="466725"/>
                </a:lnTo>
                <a:lnTo>
                  <a:pt x="47625" y="466725"/>
                </a:lnTo>
                <a:lnTo>
                  <a:pt x="47625" y="476250"/>
                </a:lnTo>
                <a:lnTo>
                  <a:pt x="28575" y="476250"/>
                </a:lnTo>
                <a:lnTo>
                  <a:pt x="28575" y="447675"/>
                </a:lnTo>
                <a:lnTo>
                  <a:pt x="38100" y="447675"/>
                </a:lnTo>
                <a:lnTo>
                  <a:pt x="38100" y="428625"/>
                </a:lnTo>
                <a:lnTo>
                  <a:pt x="47625" y="428625"/>
                </a:lnTo>
                <a:lnTo>
                  <a:pt x="47625" y="438150"/>
                </a:lnTo>
                <a:lnTo>
                  <a:pt x="66675" y="438150"/>
                </a:lnTo>
                <a:close/>
                <a:moveTo>
                  <a:pt x="390525" y="419100"/>
                </a:moveTo>
                <a:lnTo>
                  <a:pt x="400050" y="419100"/>
                </a:lnTo>
                <a:lnTo>
                  <a:pt x="400050" y="428625"/>
                </a:lnTo>
                <a:lnTo>
                  <a:pt x="390525" y="428625"/>
                </a:lnTo>
                <a:close/>
                <a:moveTo>
                  <a:pt x="485775" y="419100"/>
                </a:moveTo>
                <a:lnTo>
                  <a:pt x="495300" y="419100"/>
                </a:lnTo>
                <a:lnTo>
                  <a:pt x="495300" y="428625"/>
                </a:lnTo>
                <a:lnTo>
                  <a:pt x="485775" y="428625"/>
                </a:lnTo>
                <a:close/>
                <a:moveTo>
                  <a:pt x="1371600" y="419100"/>
                </a:moveTo>
                <a:lnTo>
                  <a:pt x="1381125" y="419100"/>
                </a:lnTo>
                <a:lnTo>
                  <a:pt x="1381125" y="428625"/>
                </a:lnTo>
                <a:lnTo>
                  <a:pt x="1371600" y="428625"/>
                </a:lnTo>
                <a:close/>
                <a:moveTo>
                  <a:pt x="1571625" y="419100"/>
                </a:moveTo>
                <a:lnTo>
                  <a:pt x="1581150" y="419100"/>
                </a:lnTo>
                <a:lnTo>
                  <a:pt x="1581150" y="428625"/>
                </a:lnTo>
                <a:lnTo>
                  <a:pt x="1600200" y="428625"/>
                </a:lnTo>
                <a:lnTo>
                  <a:pt x="1600200" y="438150"/>
                </a:lnTo>
                <a:lnTo>
                  <a:pt x="1552575" y="438150"/>
                </a:lnTo>
                <a:lnTo>
                  <a:pt x="1552575" y="428625"/>
                </a:lnTo>
                <a:lnTo>
                  <a:pt x="1571625" y="428625"/>
                </a:lnTo>
                <a:close/>
                <a:moveTo>
                  <a:pt x="1019175" y="428625"/>
                </a:moveTo>
                <a:lnTo>
                  <a:pt x="1038225" y="428625"/>
                </a:lnTo>
                <a:lnTo>
                  <a:pt x="1038225" y="438150"/>
                </a:lnTo>
                <a:lnTo>
                  <a:pt x="1057275" y="438150"/>
                </a:lnTo>
                <a:lnTo>
                  <a:pt x="1057275" y="447675"/>
                </a:lnTo>
                <a:lnTo>
                  <a:pt x="1066800" y="447675"/>
                </a:lnTo>
                <a:lnTo>
                  <a:pt x="1066800" y="438150"/>
                </a:lnTo>
                <a:lnTo>
                  <a:pt x="1076325" y="438150"/>
                </a:lnTo>
                <a:lnTo>
                  <a:pt x="1076325" y="447675"/>
                </a:lnTo>
                <a:lnTo>
                  <a:pt x="1066800" y="447675"/>
                </a:lnTo>
                <a:lnTo>
                  <a:pt x="1066800" y="457200"/>
                </a:lnTo>
                <a:lnTo>
                  <a:pt x="1000125" y="457200"/>
                </a:lnTo>
                <a:lnTo>
                  <a:pt x="1000125" y="447675"/>
                </a:lnTo>
                <a:lnTo>
                  <a:pt x="1009650" y="447675"/>
                </a:lnTo>
                <a:lnTo>
                  <a:pt x="1009650" y="438150"/>
                </a:lnTo>
                <a:lnTo>
                  <a:pt x="1019175" y="438150"/>
                </a:lnTo>
                <a:close/>
                <a:moveTo>
                  <a:pt x="581025" y="438150"/>
                </a:moveTo>
                <a:lnTo>
                  <a:pt x="590550" y="438150"/>
                </a:lnTo>
                <a:lnTo>
                  <a:pt x="590550" y="447675"/>
                </a:lnTo>
                <a:lnTo>
                  <a:pt x="600075" y="447675"/>
                </a:lnTo>
                <a:lnTo>
                  <a:pt x="600075" y="457200"/>
                </a:lnTo>
                <a:lnTo>
                  <a:pt x="581025" y="457200"/>
                </a:lnTo>
                <a:close/>
                <a:moveTo>
                  <a:pt x="1304925" y="438150"/>
                </a:moveTo>
                <a:lnTo>
                  <a:pt x="1314450" y="438150"/>
                </a:lnTo>
                <a:lnTo>
                  <a:pt x="1314450" y="447675"/>
                </a:lnTo>
                <a:lnTo>
                  <a:pt x="1333500" y="447675"/>
                </a:lnTo>
                <a:lnTo>
                  <a:pt x="1333500" y="457200"/>
                </a:lnTo>
                <a:lnTo>
                  <a:pt x="1343025" y="457200"/>
                </a:lnTo>
                <a:lnTo>
                  <a:pt x="1343025" y="466725"/>
                </a:lnTo>
                <a:lnTo>
                  <a:pt x="1314450" y="466725"/>
                </a:lnTo>
                <a:lnTo>
                  <a:pt x="1314450" y="457200"/>
                </a:lnTo>
                <a:lnTo>
                  <a:pt x="1285875" y="457200"/>
                </a:lnTo>
                <a:lnTo>
                  <a:pt x="1285875" y="447675"/>
                </a:lnTo>
                <a:lnTo>
                  <a:pt x="1304925" y="447675"/>
                </a:lnTo>
                <a:close/>
                <a:moveTo>
                  <a:pt x="1371600" y="438150"/>
                </a:moveTo>
                <a:lnTo>
                  <a:pt x="1390650" y="438150"/>
                </a:lnTo>
                <a:lnTo>
                  <a:pt x="1390650" y="447675"/>
                </a:lnTo>
                <a:lnTo>
                  <a:pt x="1371600" y="447675"/>
                </a:lnTo>
                <a:close/>
                <a:moveTo>
                  <a:pt x="1504950" y="438150"/>
                </a:moveTo>
                <a:lnTo>
                  <a:pt x="1514475" y="438150"/>
                </a:lnTo>
                <a:lnTo>
                  <a:pt x="1514475" y="447675"/>
                </a:lnTo>
                <a:lnTo>
                  <a:pt x="1504950" y="447675"/>
                </a:lnTo>
                <a:close/>
                <a:moveTo>
                  <a:pt x="1076325" y="447675"/>
                </a:moveTo>
                <a:lnTo>
                  <a:pt x="1095375" y="447675"/>
                </a:lnTo>
                <a:lnTo>
                  <a:pt x="1095375" y="457200"/>
                </a:lnTo>
                <a:lnTo>
                  <a:pt x="1076325" y="457200"/>
                </a:lnTo>
                <a:close/>
                <a:moveTo>
                  <a:pt x="1228725" y="447675"/>
                </a:moveTo>
                <a:lnTo>
                  <a:pt x="1238250" y="447675"/>
                </a:lnTo>
                <a:lnTo>
                  <a:pt x="1238250" y="457200"/>
                </a:lnTo>
                <a:lnTo>
                  <a:pt x="1228725" y="457200"/>
                </a:lnTo>
                <a:close/>
                <a:moveTo>
                  <a:pt x="1390650" y="447675"/>
                </a:moveTo>
                <a:lnTo>
                  <a:pt x="1400175" y="447675"/>
                </a:lnTo>
                <a:lnTo>
                  <a:pt x="1400175" y="457200"/>
                </a:lnTo>
                <a:lnTo>
                  <a:pt x="1390650" y="457200"/>
                </a:lnTo>
                <a:close/>
                <a:moveTo>
                  <a:pt x="1514475" y="447675"/>
                </a:moveTo>
                <a:lnTo>
                  <a:pt x="1562100" y="447675"/>
                </a:lnTo>
                <a:lnTo>
                  <a:pt x="1562100" y="457200"/>
                </a:lnTo>
                <a:lnTo>
                  <a:pt x="1552575" y="457200"/>
                </a:lnTo>
                <a:lnTo>
                  <a:pt x="1552575" y="466725"/>
                </a:lnTo>
                <a:lnTo>
                  <a:pt x="1543050" y="466725"/>
                </a:lnTo>
                <a:lnTo>
                  <a:pt x="1543050" y="476250"/>
                </a:lnTo>
                <a:lnTo>
                  <a:pt x="1533525" y="476250"/>
                </a:lnTo>
                <a:lnTo>
                  <a:pt x="1533525" y="457200"/>
                </a:lnTo>
                <a:lnTo>
                  <a:pt x="1514475" y="457200"/>
                </a:lnTo>
                <a:close/>
                <a:moveTo>
                  <a:pt x="552450" y="457200"/>
                </a:moveTo>
                <a:lnTo>
                  <a:pt x="581025" y="457200"/>
                </a:lnTo>
                <a:lnTo>
                  <a:pt x="581025" y="466725"/>
                </a:lnTo>
                <a:lnTo>
                  <a:pt x="571500" y="466725"/>
                </a:lnTo>
                <a:lnTo>
                  <a:pt x="571500" y="485775"/>
                </a:lnTo>
                <a:lnTo>
                  <a:pt x="561975" y="485775"/>
                </a:lnTo>
                <a:lnTo>
                  <a:pt x="561975" y="466725"/>
                </a:lnTo>
                <a:lnTo>
                  <a:pt x="552450" y="466725"/>
                </a:lnTo>
                <a:close/>
                <a:moveTo>
                  <a:pt x="1247775" y="457200"/>
                </a:moveTo>
                <a:lnTo>
                  <a:pt x="1257300" y="457200"/>
                </a:lnTo>
                <a:lnTo>
                  <a:pt x="1257300" y="466725"/>
                </a:lnTo>
                <a:lnTo>
                  <a:pt x="1247775" y="466725"/>
                </a:lnTo>
                <a:close/>
                <a:moveTo>
                  <a:pt x="1400175" y="457200"/>
                </a:moveTo>
                <a:lnTo>
                  <a:pt x="1419225" y="457200"/>
                </a:lnTo>
                <a:lnTo>
                  <a:pt x="1419225" y="476250"/>
                </a:lnTo>
                <a:lnTo>
                  <a:pt x="1409700" y="476250"/>
                </a:lnTo>
                <a:lnTo>
                  <a:pt x="1409700" y="495300"/>
                </a:lnTo>
                <a:lnTo>
                  <a:pt x="1390650" y="495300"/>
                </a:lnTo>
                <a:lnTo>
                  <a:pt x="1390650" y="485775"/>
                </a:lnTo>
                <a:lnTo>
                  <a:pt x="1400175" y="485775"/>
                </a:lnTo>
                <a:close/>
                <a:moveTo>
                  <a:pt x="476250" y="476250"/>
                </a:moveTo>
                <a:lnTo>
                  <a:pt x="485775" y="476250"/>
                </a:lnTo>
                <a:lnTo>
                  <a:pt x="485775" y="485775"/>
                </a:lnTo>
                <a:lnTo>
                  <a:pt x="476250" y="485775"/>
                </a:lnTo>
                <a:close/>
                <a:moveTo>
                  <a:pt x="1152525" y="476250"/>
                </a:moveTo>
                <a:lnTo>
                  <a:pt x="1162050" y="476250"/>
                </a:lnTo>
                <a:lnTo>
                  <a:pt x="1162050" y="495300"/>
                </a:lnTo>
                <a:lnTo>
                  <a:pt x="1152525" y="495300"/>
                </a:lnTo>
                <a:close/>
                <a:moveTo>
                  <a:pt x="447675" y="485775"/>
                </a:moveTo>
                <a:lnTo>
                  <a:pt x="476250" y="485775"/>
                </a:lnTo>
                <a:lnTo>
                  <a:pt x="476250" y="495300"/>
                </a:lnTo>
                <a:lnTo>
                  <a:pt x="495300" y="495300"/>
                </a:lnTo>
                <a:lnTo>
                  <a:pt x="495300" y="514350"/>
                </a:lnTo>
                <a:lnTo>
                  <a:pt x="476250" y="514350"/>
                </a:lnTo>
                <a:lnTo>
                  <a:pt x="476250" y="533400"/>
                </a:lnTo>
                <a:lnTo>
                  <a:pt x="466725" y="533400"/>
                </a:lnTo>
                <a:lnTo>
                  <a:pt x="466725" y="514350"/>
                </a:lnTo>
                <a:lnTo>
                  <a:pt x="447675" y="514350"/>
                </a:lnTo>
                <a:close/>
                <a:moveTo>
                  <a:pt x="533400" y="485775"/>
                </a:moveTo>
                <a:lnTo>
                  <a:pt x="552450" y="485775"/>
                </a:lnTo>
                <a:lnTo>
                  <a:pt x="552450" y="495300"/>
                </a:lnTo>
                <a:lnTo>
                  <a:pt x="533400" y="495300"/>
                </a:lnTo>
                <a:close/>
                <a:moveTo>
                  <a:pt x="57150" y="504825"/>
                </a:moveTo>
                <a:lnTo>
                  <a:pt x="66675" y="504825"/>
                </a:lnTo>
                <a:lnTo>
                  <a:pt x="66675" y="514350"/>
                </a:lnTo>
                <a:lnTo>
                  <a:pt x="57150" y="514350"/>
                </a:lnTo>
                <a:close/>
                <a:moveTo>
                  <a:pt x="809625" y="504825"/>
                </a:moveTo>
                <a:lnTo>
                  <a:pt x="819150" y="504825"/>
                </a:lnTo>
                <a:lnTo>
                  <a:pt x="819150" y="514350"/>
                </a:lnTo>
                <a:lnTo>
                  <a:pt x="809625" y="514350"/>
                </a:lnTo>
                <a:close/>
                <a:moveTo>
                  <a:pt x="1162050" y="504825"/>
                </a:moveTo>
                <a:lnTo>
                  <a:pt x="1171575" y="504825"/>
                </a:lnTo>
                <a:lnTo>
                  <a:pt x="1171575" y="514350"/>
                </a:lnTo>
                <a:lnTo>
                  <a:pt x="1162050" y="514350"/>
                </a:lnTo>
                <a:close/>
                <a:moveTo>
                  <a:pt x="1200150" y="504825"/>
                </a:moveTo>
                <a:lnTo>
                  <a:pt x="1209675" y="504825"/>
                </a:lnTo>
                <a:lnTo>
                  <a:pt x="1209675" y="514350"/>
                </a:lnTo>
                <a:lnTo>
                  <a:pt x="1200150" y="514350"/>
                </a:lnTo>
                <a:close/>
                <a:moveTo>
                  <a:pt x="1295400" y="504825"/>
                </a:moveTo>
                <a:lnTo>
                  <a:pt x="1333500" y="504825"/>
                </a:lnTo>
                <a:lnTo>
                  <a:pt x="1333500" y="523875"/>
                </a:lnTo>
                <a:lnTo>
                  <a:pt x="1304925" y="523875"/>
                </a:lnTo>
                <a:lnTo>
                  <a:pt x="1304925" y="514350"/>
                </a:lnTo>
                <a:lnTo>
                  <a:pt x="1295400" y="514350"/>
                </a:lnTo>
                <a:close/>
                <a:moveTo>
                  <a:pt x="1552575" y="504825"/>
                </a:moveTo>
                <a:lnTo>
                  <a:pt x="1562100" y="504825"/>
                </a:lnTo>
                <a:lnTo>
                  <a:pt x="1562100" y="514350"/>
                </a:lnTo>
                <a:lnTo>
                  <a:pt x="1552575" y="514350"/>
                </a:lnTo>
                <a:close/>
                <a:moveTo>
                  <a:pt x="19050" y="514350"/>
                </a:moveTo>
                <a:lnTo>
                  <a:pt x="28575" y="514350"/>
                </a:lnTo>
                <a:lnTo>
                  <a:pt x="28575" y="523875"/>
                </a:lnTo>
                <a:lnTo>
                  <a:pt x="19050" y="523875"/>
                </a:lnTo>
                <a:close/>
                <a:moveTo>
                  <a:pt x="66675" y="514350"/>
                </a:moveTo>
                <a:lnTo>
                  <a:pt x="76200" y="514350"/>
                </a:lnTo>
                <a:lnTo>
                  <a:pt x="76200" y="533400"/>
                </a:lnTo>
                <a:lnTo>
                  <a:pt x="57150" y="533400"/>
                </a:lnTo>
                <a:lnTo>
                  <a:pt x="57150" y="523875"/>
                </a:lnTo>
                <a:lnTo>
                  <a:pt x="66675" y="523875"/>
                </a:lnTo>
                <a:close/>
                <a:moveTo>
                  <a:pt x="762000" y="514350"/>
                </a:moveTo>
                <a:lnTo>
                  <a:pt x="771525" y="514350"/>
                </a:lnTo>
                <a:lnTo>
                  <a:pt x="771525" y="523875"/>
                </a:lnTo>
                <a:lnTo>
                  <a:pt x="790575" y="523875"/>
                </a:lnTo>
                <a:lnTo>
                  <a:pt x="790575" y="533400"/>
                </a:lnTo>
                <a:lnTo>
                  <a:pt x="771525" y="533400"/>
                </a:lnTo>
                <a:lnTo>
                  <a:pt x="771525" y="542925"/>
                </a:lnTo>
                <a:lnTo>
                  <a:pt x="762000" y="542925"/>
                </a:lnTo>
                <a:close/>
                <a:moveTo>
                  <a:pt x="800100" y="514350"/>
                </a:moveTo>
                <a:lnTo>
                  <a:pt x="809625" y="514350"/>
                </a:lnTo>
                <a:lnTo>
                  <a:pt x="809625" y="523875"/>
                </a:lnTo>
                <a:lnTo>
                  <a:pt x="800100" y="523875"/>
                </a:lnTo>
                <a:close/>
                <a:moveTo>
                  <a:pt x="1266825" y="514350"/>
                </a:moveTo>
                <a:lnTo>
                  <a:pt x="1285875" y="514350"/>
                </a:lnTo>
                <a:lnTo>
                  <a:pt x="1285875" y="523875"/>
                </a:lnTo>
                <a:lnTo>
                  <a:pt x="1266825" y="523875"/>
                </a:lnTo>
                <a:close/>
                <a:moveTo>
                  <a:pt x="1543050" y="514350"/>
                </a:moveTo>
                <a:lnTo>
                  <a:pt x="1552575" y="514350"/>
                </a:lnTo>
                <a:lnTo>
                  <a:pt x="1552575" y="523875"/>
                </a:lnTo>
                <a:lnTo>
                  <a:pt x="1543050" y="523875"/>
                </a:lnTo>
                <a:close/>
                <a:moveTo>
                  <a:pt x="1038225" y="523875"/>
                </a:moveTo>
                <a:lnTo>
                  <a:pt x="1047750" y="523875"/>
                </a:lnTo>
                <a:lnTo>
                  <a:pt x="1047750" y="533400"/>
                </a:lnTo>
                <a:lnTo>
                  <a:pt x="1057275" y="533400"/>
                </a:lnTo>
                <a:lnTo>
                  <a:pt x="1057275" y="542925"/>
                </a:lnTo>
                <a:lnTo>
                  <a:pt x="1038225" y="542925"/>
                </a:lnTo>
                <a:close/>
                <a:moveTo>
                  <a:pt x="1143000" y="523875"/>
                </a:moveTo>
                <a:lnTo>
                  <a:pt x="1162050" y="523875"/>
                </a:lnTo>
                <a:lnTo>
                  <a:pt x="1162050" y="533400"/>
                </a:lnTo>
                <a:lnTo>
                  <a:pt x="1143000" y="533400"/>
                </a:lnTo>
                <a:close/>
                <a:moveTo>
                  <a:pt x="1190625" y="523875"/>
                </a:moveTo>
                <a:lnTo>
                  <a:pt x="1219200" y="523875"/>
                </a:lnTo>
                <a:lnTo>
                  <a:pt x="1219200" y="533400"/>
                </a:lnTo>
                <a:lnTo>
                  <a:pt x="1190625" y="533400"/>
                </a:lnTo>
                <a:close/>
                <a:moveTo>
                  <a:pt x="457200" y="533400"/>
                </a:moveTo>
                <a:lnTo>
                  <a:pt x="466725" y="533400"/>
                </a:lnTo>
                <a:lnTo>
                  <a:pt x="466725" y="542925"/>
                </a:lnTo>
                <a:lnTo>
                  <a:pt x="457200" y="542925"/>
                </a:lnTo>
                <a:close/>
                <a:moveTo>
                  <a:pt x="942975" y="533400"/>
                </a:moveTo>
                <a:lnTo>
                  <a:pt x="952500" y="533400"/>
                </a:lnTo>
                <a:lnTo>
                  <a:pt x="952500" y="542925"/>
                </a:lnTo>
                <a:lnTo>
                  <a:pt x="942975" y="542925"/>
                </a:lnTo>
                <a:close/>
                <a:moveTo>
                  <a:pt x="1276350" y="533400"/>
                </a:moveTo>
                <a:lnTo>
                  <a:pt x="1285875" y="533400"/>
                </a:lnTo>
                <a:lnTo>
                  <a:pt x="1285875" y="542925"/>
                </a:lnTo>
                <a:lnTo>
                  <a:pt x="1276350" y="542925"/>
                </a:lnTo>
                <a:close/>
                <a:moveTo>
                  <a:pt x="1057275" y="542925"/>
                </a:moveTo>
                <a:lnTo>
                  <a:pt x="1085850" y="542925"/>
                </a:lnTo>
                <a:lnTo>
                  <a:pt x="1085850" y="552450"/>
                </a:lnTo>
                <a:lnTo>
                  <a:pt x="1057275" y="552450"/>
                </a:lnTo>
                <a:close/>
                <a:moveTo>
                  <a:pt x="0" y="552450"/>
                </a:moveTo>
                <a:lnTo>
                  <a:pt x="38100" y="552450"/>
                </a:lnTo>
                <a:lnTo>
                  <a:pt x="38100" y="561975"/>
                </a:lnTo>
                <a:lnTo>
                  <a:pt x="47625" y="561975"/>
                </a:lnTo>
                <a:lnTo>
                  <a:pt x="47625" y="590550"/>
                </a:lnTo>
                <a:lnTo>
                  <a:pt x="19050" y="590550"/>
                </a:lnTo>
                <a:lnTo>
                  <a:pt x="19050" y="571500"/>
                </a:lnTo>
                <a:lnTo>
                  <a:pt x="9525" y="571500"/>
                </a:lnTo>
                <a:lnTo>
                  <a:pt x="9525" y="561975"/>
                </a:lnTo>
                <a:lnTo>
                  <a:pt x="0" y="561975"/>
                </a:lnTo>
                <a:close/>
                <a:moveTo>
                  <a:pt x="190500" y="552450"/>
                </a:moveTo>
                <a:lnTo>
                  <a:pt x="200025" y="552450"/>
                </a:lnTo>
                <a:lnTo>
                  <a:pt x="200025" y="561975"/>
                </a:lnTo>
                <a:lnTo>
                  <a:pt x="190500" y="561975"/>
                </a:lnTo>
                <a:close/>
                <a:moveTo>
                  <a:pt x="523875" y="552450"/>
                </a:moveTo>
                <a:lnTo>
                  <a:pt x="542925" y="552450"/>
                </a:lnTo>
                <a:lnTo>
                  <a:pt x="542925" y="571500"/>
                </a:lnTo>
                <a:lnTo>
                  <a:pt x="523875" y="571500"/>
                </a:lnTo>
                <a:close/>
                <a:moveTo>
                  <a:pt x="552450" y="552450"/>
                </a:moveTo>
                <a:lnTo>
                  <a:pt x="571500" y="552450"/>
                </a:lnTo>
                <a:lnTo>
                  <a:pt x="571500" y="561975"/>
                </a:lnTo>
                <a:lnTo>
                  <a:pt x="552450" y="561975"/>
                </a:lnTo>
                <a:close/>
                <a:moveTo>
                  <a:pt x="1000125" y="552450"/>
                </a:moveTo>
                <a:lnTo>
                  <a:pt x="1009650" y="552450"/>
                </a:lnTo>
                <a:lnTo>
                  <a:pt x="1009650" y="561975"/>
                </a:lnTo>
                <a:lnTo>
                  <a:pt x="1000125" y="561975"/>
                </a:lnTo>
                <a:close/>
                <a:moveTo>
                  <a:pt x="314325" y="561975"/>
                </a:moveTo>
                <a:lnTo>
                  <a:pt x="333375" y="561975"/>
                </a:lnTo>
                <a:lnTo>
                  <a:pt x="333375" y="571500"/>
                </a:lnTo>
                <a:lnTo>
                  <a:pt x="342900" y="571500"/>
                </a:lnTo>
                <a:lnTo>
                  <a:pt x="342900" y="581025"/>
                </a:lnTo>
                <a:lnTo>
                  <a:pt x="323850" y="581025"/>
                </a:lnTo>
                <a:lnTo>
                  <a:pt x="323850" y="590550"/>
                </a:lnTo>
                <a:lnTo>
                  <a:pt x="333375" y="590550"/>
                </a:lnTo>
                <a:lnTo>
                  <a:pt x="333375" y="619125"/>
                </a:lnTo>
                <a:lnTo>
                  <a:pt x="314325" y="619125"/>
                </a:lnTo>
                <a:lnTo>
                  <a:pt x="314325" y="609600"/>
                </a:lnTo>
                <a:lnTo>
                  <a:pt x="295275" y="609600"/>
                </a:lnTo>
                <a:lnTo>
                  <a:pt x="295275" y="581025"/>
                </a:lnTo>
                <a:lnTo>
                  <a:pt x="304800" y="581025"/>
                </a:lnTo>
                <a:lnTo>
                  <a:pt x="304800" y="571500"/>
                </a:lnTo>
                <a:lnTo>
                  <a:pt x="314325" y="571500"/>
                </a:lnTo>
                <a:close/>
                <a:moveTo>
                  <a:pt x="857250" y="561975"/>
                </a:moveTo>
                <a:lnTo>
                  <a:pt x="866775" y="561975"/>
                </a:lnTo>
                <a:lnTo>
                  <a:pt x="866775" y="571500"/>
                </a:lnTo>
                <a:lnTo>
                  <a:pt x="857250" y="571500"/>
                </a:lnTo>
                <a:close/>
                <a:moveTo>
                  <a:pt x="504825" y="571500"/>
                </a:moveTo>
                <a:lnTo>
                  <a:pt x="523875" y="571500"/>
                </a:lnTo>
                <a:lnTo>
                  <a:pt x="523875" y="581025"/>
                </a:lnTo>
                <a:lnTo>
                  <a:pt x="504825" y="581025"/>
                </a:lnTo>
                <a:close/>
                <a:moveTo>
                  <a:pt x="114300" y="581025"/>
                </a:moveTo>
                <a:lnTo>
                  <a:pt x="123825" y="581025"/>
                </a:lnTo>
                <a:lnTo>
                  <a:pt x="123825" y="590550"/>
                </a:lnTo>
                <a:lnTo>
                  <a:pt x="114300" y="590550"/>
                </a:lnTo>
                <a:close/>
                <a:moveTo>
                  <a:pt x="219075" y="581025"/>
                </a:moveTo>
                <a:lnTo>
                  <a:pt x="228600" y="581025"/>
                </a:lnTo>
                <a:lnTo>
                  <a:pt x="228600" y="590550"/>
                </a:lnTo>
                <a:lnTo>
                  <a:pt x="219075" y="590550"/>
                </a:lnTo>
                <a:close/>
                <a:moveTo>
                  <a:pt x="266700" y="581025"/>
                </a:moveTo>
                <a:lnTo>
                  <a:pt x="276225" y="581025"/>
                </a:lnTo>
                <a:lnTo>
                  <a:pt x="276225" y="590550"/>
                </a:lnTo>
                <a:lnTo>
                  <a:pt x="266700" y="590550"/>
                </a:lnTo>
                <a:close/>
                <a:moveTo>
                  <a:pt x="809625" y="581025"/>
                </a:moveTo>
                <a:lnTo>
                  <a:pt x="819150" y="581025"/>
                </a:lnTo>
                <a:lnTo>
                  <a:pt x="819150" y="590550"/>
                </a:lnTo>
                <a:lnTo>
                  <a:pt x="809625" y="590550"/>
                </a:lnTo>
                <a:close/>
                <a:moveTo>
                  <a:pt x="838200" y="581025"/>
                </a:moveTo>
                <a:lnTo>
                  <a:pt x="847725" y="581025"/>
                </a:lnTo>
                <a:lnTo>
                  <a:pt x="847725" y="590550"/>
                </a:lnTo>
                <a:lnTo>
                  <a:pt x="838200" y="590550"/>
                </a:lnTo>
                <a:close/>
                <a:moveTo>
                  <a:pt x="1009650" y="581025"/>
                </a:moveTo>
                <a:lnTo>
                  <a:pt x="1019175" y="581025"/>
                </a:lnTo>
                <a:lnTo>
                  <a:pt x="1019175" y="609600"/>
                </a:lnTo>
                <a:lnTo>
                  <a:pt x="1009650" y="609600"/>
                </a:lnTo>
                <a:close/>
                <a:moveTo>
                  <a:pt x="800100" y="590550"/>
                </a:moveTo>
                <a:lnTo>
                  <a:pt x="809625" y="590550"/>
                </a:lnTo>
                <a:lnTo>
                  <a:pt x="809625" y="600075"/>
                </a:lnTo>
                <a:lnTo>
                  <a:pt x="800100" y="600075"/>
                </a:lnTo>
                <a:close/>
                <a:moveTo>
                  <a:pt x="0" y="609600"/>
                </a:moveTo>
                <a:lnTo>
                  <a:pt x="9525" y="609600"/>
                </a:lnTo>
                <a:lnTo>
                  <a:pt x="9525" y="628650"/>
                </a:lnTo>
                <a:lnTo>
                  <a:pt x="0" y="628650"/>
                </a:lnTo>
                <a:close/>
                <a:moveTo>
                  <a:pt x="352425" y="609600"/>
                </a:moveTo>
                <a:lnTo>
                  <a:pt x="361950" y="609600"/>
                </a:lnTo>
                <a:lnTo>
                  <a:pt x="361950" y="619125"/>
                </a:lnTo>
                <a:lnTo>
                  <a:pt x="352425" y="619125"/>
                </a:lnTo>
                <a:close/>
                <a:moveTo>
                  <a:pt x="371475" y="609600"/>
                </a:moveTo>
                <a:lnTo>
                  <a:pt x="400050" y="609600"/>
                </a:lnTo>
                <a:lnTo>
                  <a:pt x="400050" y="638175"/>
                </a:lnTo>
                <a:lnTo>
                  <a:pt x="390525" y="638175"/>
                </a:lnTo>
                <a:lnTo>
                  <a:pt x="390525" y="657225"/>
                </a:lnTo>
                <a:lnTo>
                  <a:pt x="381000" y="657225"/>
                </a:lnTo>
                <a:lnTo>
                  <a:pt x="381000" y="647700"/>
                </a:lnTo>
                <a:lnTo>
                  <a:pt x="371475" y="647700"/>
                </a:lnTo>
                <a:lnTo>
                  <a:pt x="371475" y="628650"/>
                </a:lnTo>
                <a:lnTo>
                  <a:pt x="381000" y="628650"/>
                </a:lnTo>
                <a:lnTo>
                  <a:pt x="381000" y="619125"/>
                </a:lnTo>
                <a:lnTo>
                  <a:pt x="371475" y="619125"/>
                </a:lnTo>
                <a:close/>
                <a:moveTo>
                  <a:pt x="800100" y="609600"/>
                </a:moveTo>
                <a:lnTo>
                  <a:pt x="809625" y="609600"/>
                </a:lnTo>
                <a:lnTo>
                  <a:pt x="809625" y="619125"/>
                </a:lnTo>
                <a:lnTo>
                  <a:pt x="800100" y="619125"/>
                </a:lnTo>
                <a:close/>
                <a:moveTo>
                  <a:pt x="1000125" y="609600"/>
                </a:moveTo>
                <a:lnTo>
                  <a:pt x="1009650" y="609600"/>
                </a:lnTo>
                <a:lnTo>
                  <a:pt x="1009650" y="619125"/>
                </a:lnTo>
                <a:lnTo>
                  <a:pt x="1000125" y="619125"/>
                </a:lnTo>
                <a:close/>
                <a:moveTo>
                  <a:pt x="333375" y="619125"/>
                </a:moveTo>
                <a:lnTo>
                  <a:pt x="342900" y="619125"/>
                </a:lnTo>
                <a:lnTo>
                  <a:pt x="342900" y="628650"/>
                </a:lnTo>
                <a:lnTo>
                  <a:pt x="333375" y="628650"/>
                </a:lnTo>
                <a:close/>
                <a:moveTo>
                  <a:pt x="438150" y="619125"/>
                </a:moveTo>
                <a:lnTo>
                  <a:pt x="447675" y="619125"/>
                </a:lnTo>
                <a:lnTo>
                  <a:pt x="447675" y="628650"/>
                </a:lnTo>
                <a:lnTo>
                  <a:pt x="438150" y="628650"/>
                </a:lnTo>
                <a:close/>
                <a:moveTo>
                  <a:pt x="542925" y="619125"/>
                </a:moveTo>
                <a:lnTo>
                  <a:pt x="571500" y="619125"/>
                </a:lnTo>
                <a:lnTo>
                  <a:pt x="571500" y="628650"/>
                </a:lnTo>
                <a:lnTo>
                  <a:pt x="542925" y="628650"/>
                </a:lnTo>
                <a:close/>
                <a:moveTo>
                  <a:pt x="1581150" y="619125"/>
                </a:moveTo>
                <a:lnTo>
                  <a:pt x="1600200" y="619125"/>
                </a:lnTo>
                <a:lnTo>
                  <a:pt x="1600200" y="628650"/>
                </a:lnTo>
                <a:lnTo>
                  <a:pt x="1590675" y="628650"/>
                </a:lnTo>
                <a:lnTo>
                  <a:pt x="1590675" y="638175"/>
                </a:lnTo>
                <a:lnTo>
                  <a:pt x="1581150" y="638175"/>
                </a:lnTo>
                <a:close/>
                <a:moveTo>
                  <a:pt x="247650" y="628650"/>
                </a:moveTo>
                <a:lnTo>
                  <a:pt x="285750" y="628650"/>
                </a:lnTo>
                <a:lnTo>
                  <a:pt x="285750" y="647700"/>
                </a:lnTo>
                <a:lnTo>
                  <a:pt x="295275" y="647700"/>
                </a:lnTo>
                <a:lnTo>
                  <a:pt x="295275" y="657225"/>
                </a:lnTo>
                <a:lnTo>
                  <a:pt x="304800" y="657225"/>
                </a:lnTo>
                <a:lnTo>
                  <a:pt x="304800" y="666750"/>
                </a:lnTo>
                <a:lnTo>
                  <a:pt x="285750" y="666750"/>
                </a:lnTo>
                <a:lnTo>
                  <a:pt x="285750" y="657225"/>
                </a:lnTo>
                <a:lnTo>
                  <a:pt x="276225" y="657225"/>
                </a:lnTo>
                <a:lnTo>
                  <a:pt x="276225" y="647700"/>
                </a:lnTo>
                <a:lnTo>
                  <a:pt x="257175" y="647700"/>
                </a:lnTo>
                <a:lnTo>
                  <a:pt x="257175" y="657225"/>
                </a:lnTo>
                <a:lnTo>
                  <a:pt x="238125" y="657225"/>
                </a:lnTo>
                <a:lnTo>
                  <a:pt x="238125" y="647700"/>
                </a:lnTo>
                <a:lnTo>
                  <a:pt x="247650" y="647700"/>
                </a:lnTo>
                <a:close/>
                <a:moveTo>
                  <a:pt x="533400" y="628650"/>
                </a:moveTo>
                <a:lnTo>
                  <a:pt x="542925" y="628650"/>
                </a:lnTo>
                <a:lnTo>
                  <a:pt x="542925" y="638175"/>
                </a:lnTo>
                <a:lnTo>
                  <a:pt x="533400" y="638175"/>
                </a:lnTo>
                <a:close/>
                <a:moveTo>
                  <a:pt x="523875" y="638175"/>
                </a:moveTo>
                <a:lnTo>
                  <a:pt x="533400" y="638175"/>
                </a:lnTo>
                <a:lnTo>
                  <a:pt x="533400" y="647700"/>
                </a:lnTo>
                <a:lnTo>
                  <a:pt x="523875" y="647700"/>
                </a:lnTo>
                <a:close/>
                <a:moveTo>
                  <a:pt x="1285875" y="638175"/>
                </a:moveTo>
                <a:lnTo>
                  <a:pt x="1295400" y="638175"/>
                </a:lnTo>
                <a:lnTo>
                  <a:pt x="1295400" y="647700"/>
                </a:lnTo>
                <a:lnTo>
                  <a:pt x="1285875" y="647700"/>
                </a:lnTo>
                <a:close/>
                <a:moveTo>
                  <a:pt x="571500" y="647700"/>
                </a:moveTo>
                <a:lnTo>
                  <a:pt x="581025" y="647700"/>
                </a:lnTo>
                <a:lnTo>
                  <a:pt x="581025" y="657225"/>
                </a:lnTo>
                <a:lnTo>
                  <a:pt x="571500" y="657225"/>
                </a:lnTo>
                <a:close/>
                <a:moveTo>
                  <a:pt x="228600" y="657225"/>
                </a:moveTo>
                <a:lnTo>
                  <a:pt x="238125" y="657225"/>
                </a:lnTo>
                <a:lnTo>
                  <a:pt x="238125" y="666750"/>
                </a:lnTo>
                <a:lnTo>
                  <a:pt x="228600" y="666750"/>
                </a:lnTo>
                <a:close/>
                <a:moveTo>
                  <a:pt x="371475" y="657225"/>
                </a:moveTo>
                <a:lnTo>
                  <a:pt x="381000" y="657225"/>
                </a:lnTo>
                <a:lnTo>
                  <a:pt x="381000" y="666750"/>
                </a:lnTo>
                <a:lnTo>
                  <a:pt x="371475" y="666750"/>
                </a:lnTo>
                <a:close/>
                <a:moveTo>
                  <a:pt x="266700" y="666750"/>
                </a:moveTo>
                <a:lnTo>
                  <a:pt x="276225" y="666750"/>
                </a:lnTo>
                <a:lnTo>
                  <a:pt x="276225" y="676275"/>
                </a:lnTo>
                <a:lnTo>
                  <a:pt x="266700" y="676275"/>
                </a:lnTo>
                <a:close/>
                <a:moveTo>
                  <a:pt x="990600" y="666750"/>
                </a:moveTo>
                <a:lnTo>
                  <a:pt x="1009650" y="666750"/>
                </a:lnTo>
                <a:lnTo>
                  <a:pt x="1009650" y="676275"/>
                </a:lnTo>
                <a:lnTo>
                  <a:pt x="990600" y="676275"/>
                </a:lnTo>
                <a:close/>
                <a:moveTo>
                  <a:pt x="304800" y="676275"/>
                </a:moveTo>
                <a:lnTo>
                  <a:pt x="333375" y="676275"/>
                </a:lnTo>
                <a:lnTo>
                  <a:pt x="333375" y="685800"/>
                </a:lnTo>
                <a:lnTo>
                  <a:pt x="323850" y="685800"/>
                </a:lnTo>
                <a:lnTo>
                  <a:pt x="323850" y="714375"/>
                </a:lnTo>
                <a:lnTo>
                  <a:pt x="342900" y="714375"/>
                </a:lnTo>
                <a:lnTo>
                  <a:pt x="342900" y="704850"/>
                </a:lnTo>
                <a:lnTo>
                  <a:pt x="333375" y="704850"/>
                </a:lnTo>
                <a:lnTo>
                  <a:pt x="333375" y="695325"/>
                </a:lnTo>
                <a:lnTo>
                  <a:pt x="342900" y="695325"/>
                </a:lnTo>
                <a:lnTo>
                  <a:pt x="342900" y="676275"/>
                </a:lnTo>
                <a:lnTo>
                  <a:pt x="371475" y="676275"/>
                </a:lnTo>
                <a:lnTo>
                  <a:pt x="371475" y="704850"/>
                </a:lnTo>
                <a:lnTo>
                  <a:pt x="381000" y="704850"/>
                </a:lnTo>
                <a:lnTo>
                  <a:pt x="381000" y="695325"/>
                </a:lnTo>
                <a:lnTo>
                  <a:pt x="390525" y="695325"/>
                </a:lnTo>
                <a:lnTo>
                  <a:pt x="390525" y="714375"/>
                </a:lnTo>
                <a:lnTo>
                  <a:pt x="409575" y="714375"/>
                </a:lnTo>
                <a:lnTo>
                  <a:pt x="409575" y="733425"/>
                </a:lnTo>
                <a:lnTo>
                  <a:pt x="400050" y="733425"/>
                </a:lnTo>
                <a:lnTo>
                  <a:pt x="400050" y="752475"/>
                </a:lnTo>
                <a:lnTo>
                  <a:pt x="390525" y="752475"/>
                </a:lnTo>
                <a:lnTo>
                  <a:pt x="390525" y="742950"/>
                </a:lnTo>
                <a:lnTo>
                  <a:pt x="381000" y="742950"/>
                </a:lnTo>
                <a:lnTo>
                  <a:pt x="381000" y="714375"/>
                </a:lnTo>
                <a:lnTo>
                  <a:pt x="371475" y="714375"/>
                </a:lnTo>
                <a:lnTo>
                  <a:pt x="371475" y="723900"/>
                </a:lnTo>
                <a:lnTo>
                  <a:pt x="361950" y="723900"/>
                </a:lnTo>
                <a:lnTo>
                  <a:pt x="361950" y="714375"/>
                </a:lnTo>
                <a:lnTo>
                  <a:pt x="352425" y="714375"/>
                </a:lnTo>
                <a:lnTo>
                  <a:pt x="352425" y="723900"/>
                </a:lnTo>
                <a:lnTo>
                  <a:pt x="314325" y="723900"/>
                </a:lnTo>
                <a:lnTo>
                  <a:pt x="314325" y="714375"/>
                </a:lnTo>
                <a:lnTo>
                  <a:pt x="304800" y="714375"/>
                </a:lnTo>
                <a:lnTo>
                  <a:pt x="304800" y="723900"/>
                </a:lnTo>
                <a:lnTo>
                  <a:pt x="295275" y="723900"/>
                </a:lnTo>
                <a:lnTo>
                  <a:pt x="295275" y="704850"/>
                </a:lnTo>
                <a:lnTo>
                  <a:pt x="285750" y="704850"/>
                </a:lnTo>
                <a:lnTo>
                  <a:pt x="285750" y="695325"/>
                </a:lnTo>
                <a:lnTo>
                  <a:pt x="295275" y="695325"/>
                </a:lnTo>
                <a:lnTo>
                  <a:pt x="295275" y="685800"/>
                </a:lnTo>
                <a:lnTo>
                  <a:pt x="304800" y="685800"/>
                </a:lnTo>
                <a:close/>
                <a:moveTo>
                  <a:pt x="419100" y="685800"/>
                </a:moveTo>
                <a:lnTo>
                  <a:pt x="438150" y="685800"/>
                </a:lnTo>
                <a:lnTo>
                  <a:pt x="438150" y="704850"/>
                </a:lnTo>
                <a:lnTo>
                  <a:pt x="447675" y="704850"/>
                </a:lnTo>
                <a:lnTo>
                  <a:pt x="447675" y="714375"/>
                </a:lnTo>
                <a:lnTo>
                  <a:pt x="419100" y="714375"/>
                </a:lnTo>
                <a:close/>
                <a:moveTo>
                  <a:pt x="1285875" y="685800"/>
                </a:moveTo>
                <a:lnTo>
                  <a:pt x="1295400" y="685800"/>
                </a:lnTo>
                <a:lnTo>
                  <a:pt x="1295400" y="704850"/>
                </a:lnTo>
                <a:lnTo>
                  <a:pt x="1285875" y="704850"/>
                </a:lnTo>
                <a:close/>
                <a:moveTo>
                  <a:pt x="9525" y="695325"/>
                </a:moveTo>
                <a:lnTo>
                  <a:pt x="19050" y="695325"/>
                </a:lnTo>
                <a:lnTo>
                  <a:pt x="19050" y="704850"/>
                </a:lnTo>
                <a:lnTo>
                  <a:pt x="38100" y="704850"/>
                </a:lnTo>
                <a:lnTo>
                  <a:pt x="38100" y="714375"/>
                </a:lnTo>
                <a:lnTo>
                  <a:pt x="9525" y="714375"/>
                </a:lnTo>
                <a:close/>
                <a:moveTo>
                  <a:pt x="219075" y="695325"/>
                </a:moveTo>
                <a:lnTo>
                  <a:pt x="247650" y="695325"/>
                </a:lnTo>
                <a:lnTo>
                  <a:pt x="247650" y="704850"/>
                </a:lnTo>
                <a:lnTo>
                  <a:pt x="266700" y="704850"/>
                </a:lnTo>
                <a:lnTo>
                  <a:pt x="266700" y="714375"/>
                </a:lnTo>
                <a:lnTo>
                  <a:pt x="257175" y="714375"/>
                </a:lnTo>
                <a:lnTo>
                  <a:pt x="257175" y="723900"/>
                </a:lnTo>
                <a:lnTo>
                  <a:pt x="238125" y="723900"/>
                </a:lnTo>
                <a:lnTo>
                  <a:pt x="238125" y="714375"/>
                </a:lnTo>
                <a:lnTo>
                  <a:pt x="219075" y="714375"/>
                </a:lnTo>
                <a:close/>
                <a:moveTo>
                  <a:pt x="533400" y="695325"/>
                </a:moveTo>
                <a:lnTo>
                  <a:pt x="552450" y="695325"/>
                </a:lnTo>
                <a:lnTo>
                  <a:pt x="552450" y="704850"/>
                </a:lnTo>
                <a:lnTo>
                  <a:pt x="533400" y="704850"/>
                </a:lnTo>
                <a:close/>
                <a:moveTo>
                  <a:pt x="571500" y="695325"/>
                </a:moveTo>
                <a:lnTo>
                  <a:pt x="581025" y="695325"/>
                </a:lnTo>
                <a:lnTo>
                  <a:pt x="581025" y="714375"/>
                </a:lnTo>
                <a:lnTo>
                  <a:pt x="590550" y="714375"/>
                </a:lnTo>
                <a:lnTo>
                  <a:pt x="590550" y="723900"/>
                </a:lnTo>
                <a:lnTo>
                  <a:pt x="581025" y="723900"/>
                </a:lnTo>
                <a:lnTo>
                  <a:pt x="581025" y="733425"/>
                </a:lnTo>
                <a:lnTo>
                  <a:pt x="571500" y="733425"/>
                </a:lnTo>
                <a:lnTo>
                  <a:pt x="571500" y="742950"/>
                </a:lnTo>
                <a:lnTo>
                  <a:pt x="561975" y="742950"/>
                </a:lnTo>
                <a:lnTo>
                  <a:pt x="561975" y="704850"/>
                </a:lnTo>
                <a:lnTo>
                  <a:pt x="571500" y="704850"/>
                </a:lnTo>
                <a:close/>
                <a:moveTo>
                  <a:pt x="990600" y="695325"/>
                </a:moveTo>
                <a:lnTo>
                  <a:pt x="1000125" y="695325"/>
                </a:lnTo>
                <a:lnTo>
                  <a:pt x="1000125" y="704850"/>
                </a:lnTo>
                <a:lnTo>
                  <a:pt x="1009650" y="704850"/>
                </a:lnTo>
                <a:lnTo>
                  <a:pt x="1009650" y="695325"/>
                </a:lnTo>
                <a:lnTo>
                  <a:pt x="1019175" y="695325"/>
                </a:lnTo>
                <a:lnTo>
                  <a:pt x="1019175" y="704850"/>
                </a:lnTo>
                <a:lnTo>
                  <a:pt x="1009650" y="704850"/>
                </a:lnTo>
                <a:lnTo>
                  <a:pt x="1009650" y="714375"/>
                </a:lnTo>
                <a:lnTo>
                  <a:pt x="990600" y="714375"/>
                </a:lnTo>
                <a:close/>
                <a:moveTo>
                  <a:pt x="1057275" y="695325"/>
                </a:moveTo>
                <a:lnTo>
                  <a:pt x="1066800" y="695325"/>
                </a:lnTo>
                <a:lnTo>
                  <a:pt x="1066800" y="704850"/>
                </a:lnTo>
                <a:lnTo>
                  <a:pt x="1057275" y="704850"/>
                </a:lnTo>
                <a:close/>
                <a:moveTo>
                  <a:pt x="1095375" y="695325"/>
                </a:moveTo>
                <a:lnTo>
                  <a:pt x="1104900" y="695325"/>
                </a:lnTo>
                <a:lnTo>
                  <a:pt x="1104900" y="704850"/>
                </a:lnTo>
                <a:lnTo>
                  <a:pt x="1095375" y="704850"/>
                </a:lnTo>
                <a:close/>
                <a:moveTo>
                  <a:pt x="352425" y="704850"/>
                </a:moveTo>
                <a:lnTo>
                  <a:pt x="361950" y="704850"/>
                </a:lnTo>
                <a:lnTo>
                  <a:pt x="361950" y="695325"/>
                </a:lnTo>
                <a:lnTo>
                  <a:pt x="352425" y="695325"/>
                </a:lnTo>
                <a:close/>
                <a:moveTo>
                  <a:pt x="1323975" y="704850"/>
                </a:moveTo>
                <a:lnTo>
                  <a:pt x="1333500" y="704850"/>
                </a:lnTo>
                <a:lnTo>
                  <a:pt x="1333500" y="714375"/>
                </a:lnTo>
                <a:lnTo>
                  <a:pt x="1323975" y="714375"/>
                </a:lnTo>
                <a:close/>
                <a:moveTo>
                  <a:pt x="981075" y="714375"/>
                </a:moveTo>
                <a:lnTo>
                  <a:pt x="990600" y="714375"/>
                </a:lnTo>
                <a:lnTo>
                  <a:pt x="990600" y="733425"/>
                </a:lnTo>
                <a:lnTo>
                  <a:pt x="981075" y="733425"/>
                </a:lnTo>
                <a:close/>
                <a:moveTo>
                  <a:pt x="228600" y="733425"/>
                </a:moveTo>
                <a:lnTo>
                  <a:pt x="238125" y="733425"/>
                </a:lnTo>
                <a:lnTo>
                  <a:pt x="238125" y="742950"/>
                </a:lnTo>
                <a:lnTo>
                  <a:pt x="228600" y="742950"/>
                </a:lnTo>
                <a:close/>
                <a:moveTo>
                  <a:pt x="552450" y="742950"/>
                </a:moveTo>
                <a:lnTo>
                  <a:pt x="561975" y="742950"/>
                </a:lnTo>
                <a:lnTo>
                  <a:pt x="561975" y="762000"/>
                </a:lnTo>
                <a:lnTo>
                  <a:pt x="552450" y="762000"/>
                </a:lnTo>
                <a:close/>
                <a:moveTo>
                  <a:pt x="1457325" y="752475"/>
                </a:moveTo>
                <a:lnTo>
                  <a:pt x="1466850" y="752475"/>
                </a:lnTo>
                <a:lnTo>
                  <a:pt x="1466850" y="762000"/>
                </a:lnTo>
                <a:lnTo>
                  <a:pt x="1457325" y="762000"/>
                </a:lnTo>
                <a:close/>
                <a:moveTo>
                  <a:pt x="561975" y="762000"/>
                </a:moveTo>
                <a:lnTo>
                  <a:pt x="571500" y="762000"/>
                </a:lnTo>
                <a:lnTo>
                  <a:pt x="571500" y="771525"/>
                </a:lnTo>
                <a:lnTo>
                  <a:pt x="561975" y="771525"/>
                </a:lnTo>
                <a:close/>
                <a:moveTo>
                  <a:pt x="1590675" y="762000"/>
                </a:moveTo>
                <a:lnTo>
                  <a:pt x="1600200" y="762000"/>
                </a:lnTo>
                <a:lnTo>
                  <a:pt x="1600200" y="771525"/>
                </a:lnTo>
                <a:lnTo>
                  <a:pt x="1590675" y="771525"/>
                </a:lnTo>
                <a:close/>
                <a:moveTo>
                  <a:pt x="866775" y="771525"/>
                </a:moveTo>
                <a:lnTo>
                  <a:pt x="876300" y="771525"/>
                </a:lnTo>
                <a:lnTo>
                  <a:pt x="876300" y="781050"/>
                </a:lnTo>
                <a:lnTo>
                  <a:pt x="866775" y="781050"/>
                </a:lnTo>
                <a:close/>
                <a:moveTo>
                  <a:pt x="1447800" y="771525"/>
                </a:moveTo>
                <a:lnTo>
                  <a:pt x="1485900" y="771525"/>
                </a:lnTo>
                <a:lnTo>
                  <a:pt x="1485900" y="781050"/>
                </a:lnTo>
                <a:lnTo>
                  <a:pt x="1476375" y="781050"/>
                </a:lnTo>
                <a:lnTo>
                  <a:pt x="1476375" y="790575"/>
                </a:lnTo>
                <a:lnTo>
                  <a:pt x="1457325" y="790575"/>
                </a:lnTo>
                <a:lnTo>
                  <a:pt x="1457325" y="800100"/>
                </a:lnTo>
                <a:lnTo>
                  <a:pt x="1447800" y="800100"/>
                </a:lnTo>
                <a:lnTo>
                  <a:pt x="1447800" y="790575"/>
                </a:lnTo>
                <a:lnTo>
                  <a:pt x="1428750" y="790575"/>
                </a:lnTo>
                <a:lnTo>
                  <a:pt x="1428750" y="781050"/>
                </a:lnTo>
                <a:lnTo>
                  <a:pt x="1447800" y="781050"/>
                </a:lnTo>
                <a:close/>
                <a:moveTo>
                  <a:pt x="1504950" y="771525"/>
                </a:moveTo>
                <a:lnTo>
                  <a:pt x="1514475" y="771525"/>
                </a:lnTo>
                <a:lnTo>
                  <a:pt x="1514475" y="781050"/>
                </a:lnTo>
                <a:lnTo>
                  <a:pt x="1504950" y="781050"/>
                </a:lnTo>
                <a:close/>
                <a:moveTo>
                  <a:pt x="447675" y="781050"/>
                </a:moveTo>
                <a:lnTo>
                  <a:pt x="466725" y="781050"/>
                </a:lnTo>
                <a:lnTo>
                  <a:pt x="466725" y="790575"/>
                </a:lnTo>
                <a:lnTo>
                  <a:pt x="485775" y="790575"/>
                </a:lnTo>
                <a:lnTo>
                  <a:pt x="485775" y="800100"/>
                </a:lnTo>
                <a:lnTo>
                  <a:pt x="476250" y="800100"/>
                </a:lnTo>
                <a:lnTo>
                  <a:pt x="476250" y="809625"/>
                </a:lnTo>
                <a:lnTo>
                  <a:pt x="457200" y="809625"/>
                </a:lnTo>
                <a:lnTo>
                  <a:pt x="457200" y="819150"/>
                </a:lnTo>
                <a:lnTo>
                  <a:pt x="447675" y="819150"/>
                </a:lnTo>
                <a:lnTo>
                  <a:pt x="447675" y="828675"/>
                </a:lnTo>
                <a:lnTo>
                  <a:pt x="438150" y="828675"/>
                </a:lnTo>
                <a:lnTo>
                  <a:pt x="438150" y="819150"/>
                </a:lnTo>
                <a:lnTo>
                  <a:pt x="419100" y="819150"/>
                </a:lnTo>
                <a:lnTo>
                  <a:pt x="419100" y="800100"/>
                </a:lnTo>
                <a:lnTo>
                  <a:pt x="457200" y="800100"/>
                </a:lnTo>
                <a:lnTo>
                  <a:pt x="457200" y="790575"/>
                </a:lnTo>
                <a:lnTo>
                  <a:pt x="447675" y="790575"/>
                </a:lnTo>
                <a:close/>
                <a:moveTo>
                  <a:pt x="1200150" y="781050"/>
                </a:moveTo>
                <a:lnTo>
                  <a:pt x="1219200" y="781050"/>
                </a:lnTo>
                <a:lnTo>
                  <a:pt x="1219200" y="790575"/>
                </a:lnTo>
                <a:lnTo>
                  <a:pt x="1200150" y="790575"/>
                </a:lnTo>
                <a:close/>
                <a:moveTo>
                  <a:pt x="1485900" y="781050"/>
                </a:moveTo>
                <a:lnTo>
                  <a:pt x="1495425" y="781050"/>
                </a:lnTo>
                <a:lnTo>
                  <a:pt x="1495425" y="800100"/>
                </a:lnTo>
                <a:lnTo>
                  <a:pt x="1485900" y="800100"/>
                </a:lnTo>
                <a:close/>
                <a:moveTo>
                  <a:pt x="371475" y="790575"/>
                </a:moveTo>
                <a:lnTo>
                  <a:pt x="381000" y="790575"/>
                </a:lnTo>
                <a:lnTo>
                  <a:pt x="381000" y="800100"/>
                </a:lnTo>
                <a:lnTo>
                  <a:pt x="371475" y="800100"/>
                </a:lnTo>
                <a:close/>
                <a:moveTo>
                  <a:pt x="1181100" y="790575"/>
                </a:moveTo>
                <a:lnTo>
                  <a:pt x="1190625" y="790575"/>
                </a:lnTo>
                <a:lnTo>
                  <a:pt x="1190625" y="800100"/>
                </a:lnTo>
                <a:lnTo>
                  <a:pt x="1200150" y="800100"/>
                </a:lnTo>
                <a:lnTo>
                  <a:pt x="1200150" y="809625"/>
                </a:lnTo>
                <a:lnTo>
                  <a:pt x="1181100" y="809625"/>
                </a:lnTo>
                <a:close/>
                <a:moveTo>
                  <a:pt x="19050" y="800100"/>
                </a:moveTo>
                <a:lnTo>
                  <a:pt x="28575" y="800100"/>
                </a:lnTo>
                <a:lnTo>
                  <a:pt x="28575" y="809625"/>
                </a:lnTo>
                <a:lnTo>
                  <a:pt x="19050" y="809625"/>
                </a:lnTo>
                <a:close/>
                <a:moveTo>
                  <a:pt x="504825" y="800100"/>
                </a:moveTo>
                <a:lnTo>
                  <a:pt x="523875" y="800100"/>
                </a:lnTo>
                <a:lnTo>
                  <a:pt x="523875" y="809625"/>
                </a:lnTo>
                <a:lnTo>
                  <a:pt x="504825" y="809625"/>
                </a:lnTo>
                <a:close/>
                <a:moveTo>
                  <a:pt x="581025" y="800100"/>
                </a:moveTo>
                <a:lnTo>
                  <a:pt x="590550" y="800100"/>
                </a:lnTo>
                <a:lnTo>
                  <a:pt x="590550" y="809625"/>
                </a:lnTo>
                <a:lnTo>
                  <a:pt x="581025" y="809625"/>
                </a:lnTo>
                <a:close/>
                <a:moveTo>
                  <a:pt x="600075" y="800100"/>
                </a:moveTo>
                <a:lnTo>
                  <a:pt x="619125" y="800100"/>
                </a:lnTo>
                <a:lnTo>
                  <a:pt x="619125" y="819150"/>
                </a:lnTo>
                <a:lnTo>
                  <a:pt x="600075" y="819150"/>
                </a:lnTo>
                <a:close/>
                <a:moveTo>
                  <a:pt x="1409700" y="800100"/>
                </a:moveTo>
                <a:lnTo>
                  <a:pt x="1419225" y="800100"/>
                </a:lnTo>
                <a:lnTo>
                  <a:pt x="1419225" y="809625"/>
                </a:lnTo>
                <a:lnTo>
                  <a:pt x="1409700" y="809625"/>
                </a:lnTo>
                <a:close/>
                <a:moveTo>
                  <a:pt x="352425" y="809625"/>
                </a:moveTo>
                <a:lnTo>
                  <a:pt x="400050" y="809625"/>
                </a:lnTo>
                <a:lnTo>
                  <a:pt x="400050" y="819150"/>
                </a:lnTo>
                <a:lnTo>
                  <a:pt x="409575" y="819150"/>
                </a:lnTo>
                <a:lnTo>
                  <a:pt x="409575" y="828675"/>
                </a:lnTo>
                <a:lnTo>
                  <a:pt x="390525" y="828675"/>
                </a:lnTo>
                <a:lnTo>
                  <a:pt x="390525" y="819150"/>
                </a:lnTo>
                <a:lnTo>
                  <a:pt x="352425" y="819150"/>
                </a:lnTo>
                <a:close/>
                <a:moveTo>
                  <a:pt x="647700" y="809625"/>
                </a:moveTo>
                <a:lnTo>
                  <a:pt x="657225" y="809625"/>
                </a:lnTo>
                <a:lnTo>
                  <a:pt x="657225" y="819150"/>
                </a:lnTo>
                <a:lnTo>
                  <a:pt x="647700" y="819150"/>
                </a:lnTo>
                <a:close/>
                <a:moveTo>
                  <a:pt x="1314450" y="809625"/>
                </a:moveTo>
                <a:lnTo>
                  <a:pt x="1323975" y="809625"/>
                </a:lnTo>
                <a:lnTo>
                  <a:pt x="1323975" y="828675"/>
                </a:lnTo>
                <a:lnTo>
                  <a:pt x="1314450" y="828675"/>
                </a:lnTo>
                <a:close/>
                <a:moveTo>
                  <a:pt x="1371600" y="809625"/>
                </a:moveTo>
                <a:lnTo>
                  <a:pt x="1400175" y="809625"/>
                </a:lnTo>
                <a:lnTo>
                  <a:pt x="1400175" y="819150"/>
                </a:lnTo>
                <a:lnTo>
                  <a:pt x="1371600" y="819150"/>
                </a:lnTo>
                <a:close/>
                <a:moveTo>
                  <a:pt x="581025" y="819150"/>
                </a:moveTo>
                <a:lnTo>
                  <a:pt x="590550" y="819150"/>
                </a:lnTo>
                <a:lnTo>
                  <a:pt x="590550" y="828675"/>
                </a:lnTo>
                <a:lnTo>
                  <a:pt x="581025" y="828675"/>
                </a:lnTo>
                <a:close/>
                <a:moveTo>
                  <a:pt x="619125" y="819150"/>
                </a:moveTo>
                <a:lnTo>
                  <a:pt x="647700" y="819150"/>
                </a:lnTo>
                <a:lnTo>
                  <a:pt x="647700" y="838200"/>
                </a:lnTo>
                <a:lnTo>
                  <a:pt x="628650" y="838200"/>
                </a:lnTo>
                <a:lnTo>
                  <a:pt x="628650" y="828675"/>
                </a:lnTo>
                <a:lnTo>
                  <a:pt x="619125" y="828675"/>
                </a:lnTo>
                <a:close/>
                <a:moveTo>
                  <a:pt x="981075" y="819150"/>
                </a:moveTo>
                <a:lnTo>
                  <a:pt x="990600" y="819150"/>
                </a:lnTo>
                <a:lnTo>
                  <a:pt x="990600" y="828675"/>
                </a:lnTo>
                <a:lnTo>
                  <a:pt x="981075" y="828675"/>
                </a:lnTo>
                <a:close/>
                <a:moveTo>
                  <a:pt x="1190625" y="819150"/>
                </a:moveTo>
                <a:lnTo>
                  <a:pt x="1200150" y="819150"/>
                </a:lnTo>
                <a:lnTo>
                  <a:pt x="1200150" y="828675"/>
                </a:lnTo>
                <a:lnTo>
                  <a:pt x="1190625" y="828675"/>
                </a:lnTo>
                <a:close/>
                <a:moveTo>
                  <a:pt x="1400175" y="819150"/>
                </a:moveTo>
                <a:lnTo>
                  <a:pt x="1409700" y="819150"/>
                </a:lnTo>
                <a:lnTo>
                  <a:pt x="1409700" y="828675"/>
                </a:lnTo>
                <a:lnTo>
                  <a:pt x="1400175" y="828675"/>
                </a:lnTo>
                <a:close/>
                <a:moveTo>
                  <a:pt x="447675" y="828675"/>
                </a:moveTo>
                <a:lnTo>
                  <a:pt x="457200" y="828675"/>
                </a:lnTo>
                <a:lnTo>
                  <a:pt x="457200" y="838200"/>
                </a:lnTo>
                <a:lnTo>
                  <a:pt x="476250" y="838200"/>
                </a:lnTo>
                <a:lnTo>
                  <a:pt x="476250" y="866775"/>
                </a:lnTo>
                <a:lnTo>
                  <a:pt x="485775" y="866775"/>
                </a:lnTo>
                <a:lnTo>
                  <a:pt x="485775" y="876300"/>
                </a:lnTo>
                <a:lnTo>
                  <a:pt x="495300" y="876300"/>
                </a:lnTo>
                <a:lnTo>
                  <a:pt x="495300" y="866775"/>
                </a:lnTo>
                <a:lnTo>
                  <a:pt x="504825" y="866775"/>
                </a:lnTo>
                <a:lnTo>
                  <a:pt x="504825" y="876300"/>
                </a:lnTo>
                <a:lnTo>
                  <a:pt x="495300" y="876300"/>
                </a:lnTo>
                <a:lnTo>
                  <a:pt x="495300" y="885825"/>
                </a:lnTo>
                <a:lnTo>
                  <a:pt x="476250" y="885825"/>
                </a:lnTo>
                <a:lnTo>
                  <a:pt x="476250" y="876300"/>
                </a:lnTo>
                <a:lnTo>
                  <a:pt x="447675" y="876300"/>
                </a:lnTo>
                <a:lnTo>
                  <a:pt x="447675" y="885825"/>
                </a:lnTo>
                <a:lnTo>
                  <a:pt x="438150" y="885825"/>
                </a:lnTo>
                <a:lnTo>
                  <a:pt x="438150" y="876300"/>
                </a:lnTo>
                <a:lnTo>
                  <a:pt x="428625" y="876300"/>
                </a:lnTo>
                <a:lnTo>
                  <a:pt x="428625" y="866775"/>
                </a:lnTo>
                <a:lnTo>
                  <a:pt x="438150" y="866775"/>
                </a:lnTo>
                <a:lnTo>
                  <a:pt x="438150" y="857250"/>
                </a:lnTo>
                <a:lnTo>
                  <a:pt x="457200" y="857250"/>
                </a:lnTo>
                <a:lnTo>
                  <a:pt x="457200" y="847725"/>
                </a:lnTo>
                <a:lnTo>
                  <a:pt x="447675" y="847725"/>
                </a:lnTo>
                <a:close/>
                <a:moveTo>
                  <a:pt x="962025" y="828675"/>
                </a:moveTo>
                <a:lnTo>
                  <a:pt x="981075" y="828675"/>
                </a:lnTo>
                <a:lnTo>
                  <a:pt x="981075" y="838200"/>
                </a:lnTo>
                <a:lnTo>
                  <a:pt x="962025" y="838200"/>
                </a:lnTo>
                <a:close/>
                <a:moveTo>
                  <a:pt x="1333500" y="828675"/>
                </a:moveTo>
                <a:lnTo>
                  <a:pt x="1352550" y="828675"/>
                </a:lnTo>
                <a:lnTo>
                  <a:pt x="1352550" y="838200"/>
                </a:lnTo>
                <a:lnTo>
                  <a:pt x="1333500" y="838200"/>
                </a:lnTo>
                <a:close/>
                <a:moveTo>
                  <a:pt x="1409700" y="828675"/>
                </a:moveTo>
                <a:lnTo>
                  <a:pt x="1419225" y="828675"/>
                </a:lnTo>
                <a:lnTo>
                  <a:pt x="1419225" y="838200"/>
                </a:lnTo>
                <a:lnTo>
                  <a:pt x="1409700" y="838200"/>
                </a:lnTo>
                <a:close/>
                <a:moveTo>
                  <a:pt x="1352550" y="838200"/>
                </a:moveTo>
                <a:lnTo>
                  <a:pt x="1362075" y="838200"/>
                </a:lnTo>
                <a:lnTo>
                  <a:pt x="1362075" y="847725"/>
                </a:lnTo>
                <a:lnTo>
                  <a:pt x="1352550" y="847725"/>
                </a:lnTo>
                <a:close/>
                <a:moveTo>
                  <a:pt x="371475" y="857250"/>
                </a:moveTo>
                <a:lnTo>
                  <a:pt x="381000" y="857250"/>
                </a:lnTo>
                <a:lnTo>
                  <a:pt x="381000" y="866775"/>
                </a:lnTo>
                <a:lnTo>
                  <a:pt x="371475" y="866775"/>
                </a:lnTo>
                <a:close/>
                <a:moveTo>
                  <a:pt x="1114425" y="857250"/>
                </a:moveTo>
                <a:lnTo>
                  <a:pt x="1133475" y="857250"/>
                </a:lnTo>
                <a:lnTo>
                  <a:pt x="1133475" y="866775"/>
                </a:lnTo>
                <a:lnTo>
                  <a:pt x="1114425" y="866775"/>
                </a:lnTo>
                <a:close/>
                <a:moveTo>
                  <a:pt x="0" y="866775"/>
                </a:moveTo>
                <a:lnTo>
                  <a:pt x="47625" y="866775"/>
                </a:lnTo>
                <a:lnTo>
                  <a:pt x="47625" y="876300"/>
                </a:lnTo>
                <a:lnTo>
                  <a:pt x="38100" y="876300"/>
                </a:lnTo>
                <a:lnTo>
                  <a:pt x="38100" y="885825"/>
                </a:lnTo>
                <a:lnTo>
                  <a:pt x="0" y="885825"/>
                </a:lnTo>
                <a:close/>
                <a:moveTo>
                  <a:pt x="314325" y="866775"/>
                </a:moveTo>
                <a:lnTo>
                  <a:pt x="323850" y="866775"/>
                </a:lnTo>
                <a:lnTo>
                  <a:pt x="323850" y="876300"/>
                </a:lnTo>
                <a:lnTo>
                  <a:pt x="314325" y="876300"/>
                </a:lnTo>
                <a:close/>
                <a:moveTo>
                  <a:pt x="695325" y="866775"/>
                </a:moveTo>
                <a:lnTo>
                  <a:pt x="704850" y="866775"/>
                </a:lnTo>
                <a:lnTo>
                  <a:pt x="704850" y="876300"/>
                </a:lnTo>
                <a:lnTo>
                  <a:pt x="695325" y="876300"/>
                </a:lnTo>
                <a:close/>
                <a:moveTo>
                  <a:pt x="1143000" y="866775"/>
                </a:moveTo>
                <a:lnTo>
                  <a:pt x="1152525" y="866775"/>
                </a:lnTo>
                <a:lnTo>
                  <a:pt x="1152525" y="876300"/>
                </a:lnTo>
                <a:lnTo>
                  <a:pt x="1143000" y="876300"/>
                </a:lnTo>
                <a:close/>
                <a:moveTo>
                  <a:pt x="76200" y="876300"/>
                </a:moveTo>
                <a:lnTo>
                  <a:pt x="85725" y="876300"/>
                </a:lnTo>
                <a:lnTo>
                  <a:pt x="85725" y="885825"/>
                </a:lnTo>
                <a:lnTo>
                  <a:pt x="76200" y="885825"/>
                </a:lnTo>
                <a:close/>
                <a:moveTo>
                  <a:pt x="361950" y="885825"/>
                </a:moveTo>
                <a:lnTo>
                  <a:pt x="371475" y="885825"/>
                </a:lnTo>
                <a:lnTo>
                  <a:pt x="371475" y="914400"/>
                </a:lnTo>
                <a:lnTo>
                  <a:pt x="352425" y="914400"/>
                </a:lnTo>
                <a:lnTo>
                  <a:pt x="352425" y="895350"/>
                </a:lnTo>
                <a:lnTo>
                  <a:pt x="361950" y="895350"/>
                </a:lnTo>
                <a:close/>
                <a:moveTo>
                  <a:pt x="704850" y="885825"/>
                </a:moveTo>
                <a:lnTo>
                  <a:pt x="714375" y="885825"/>
                </a:lnTo>
                <a:lnTo>
                  <a:pt x="714375" y="904875"/>
                </a:lnTo>
                <a:lnTo>
                  <a:pt x="704850" y="904875"/>
                </a:lnTo>
                <a:close/>
                <a:moveTo>
                  <a:pt x="1028700" y="885825"/>
                </a:moveTo>
                <a:lnTo>
                  <a:pt x="1038225" y="885825"/>
                </a:lnTo>
                <a:lnTo>
                  <a:pt x="1038225" y="895350"/>
                </a:lnTo>
                <a:lnTo>
                  <a:pt x="1028700" y="895350"/>
                </a:lnTo>
                <a:close/>
                <a:moveTo>
                  <a:pt x="1428750" y="885825"/>
                </a:moveTo>
                <a:lnTo>
                  <a:pt x="1438275" y="885825"/>
                </a:lnTo>
                <a:lnTo>
                  <a:pt x="1438275" y="923925"/>
                </a:lnTo>
                <a:lnTo>
                  <a:pt x="1428750" y="923925"/>
                </a:lnTo>
                <a:close/>
                <a:moveTo>
                  <a:pt x="561975" y="895350"/>
                </a:moveTo>
                <a:lnTo>
                  <a:pt x="590550" y="895350"/>
                </a:lnTo>
                <a:lnTo>
                  <a:pt x="590550" y="904875"/>
                </a:lnTo>
                <a:lnTo>
                  <a:pt x="600075" y="904875"/>
                </a:lnTo>
                <a:lnTo>
                  <a:pt x="600075" y="914400"/>
                </a:lnTo>
                <a:lnTo>
                  <a:pt x="581025" y="914400"/>
                </a:lnTo>
                <a:lnTo>
                  <a:pt x="581025" y="904875"/>
                </a:lnTo>
                <a:lnTo>
                  <a:pt x="561975" y="904875"/>
                </a:lnTo>
                <a:close/>
                <a:moveTo>
                  <a:pt x="1019175" y="895350"/>
                </a:moveTo>
                <a:lnTo>
                  <a:pt x="1028700" y="895350"/>
                </a:lnTo>
                <a:lnTo>
                  <a:pt x="1028700" y="904875"/>
                </a:lnTo>
                <a:lnTo>
                  <a:pt x="1019175" y="904875"/>
                </a:lnTo>
                <a:close/>
                <a:moveTo>
                  <a:pt x="1190625" y="895350"/>
                </a:moveTo>
                <a:lnTo>
                  <a:pt x="1200150" y="895350"/>
                </a:lnTo>
                <a:lnTo>
                  <a:pt x="1200150" y="904875"/>
                </a:lnTo>
                <a:lnTo>
                  <a:pt x="1209675" y="904875"/>
                </a:lnTo>
                <a:lnTo>
                  <a:pt x="1209675" y="923925"/>
                </a:lnTo>
                <a:lnTo>
                  <a:pt x="1200150" y="923925"/>
                </a:lnTo>
                <a:lnTo>
                  <a:pt x="1200150" y="914400"/>
                </a:lnTo>
                <a:lnTo>
                  <a:pt x="1190625" y="914400"/>
                </a:lnTo>
                <a:close/>
                <a:moveTo>
                  <a:pt x="419100" y="904875"/>
                </a:moveTo>
                <a:lnTo>
                  <a:pt x="428625" y="904875"/>
                </a:lnTo>
                <a:lnTo>
                  <a:pt x="428625" y="914400"/>
                </a:lnTo>
                <a:lnTo>
                  <a:pt x="419100" y="914400"/>
                </a:lnTo>
                <a:close/>
                <a:moveTo>
                  <a:pt x="695325" y="904875"/>
                </a:moveTo>
                <a:lnTo>
                  <a:pt x="704850" y="904875"/>
                </a:lnTo>
                <a:lnTo>
                  <a:pt x="704850" y="914400"/>
                </a:lnTo>
                <a:lnTo>
                  <a:pt x="695325" y="914400"/>
                </a:lnTo>
                <a:close/>
                <a:moveTo>
                  <a:pt x="990600" y="904875"/>
                </a:moveTo>
                <a:lnTo>
                  <a:pt x="1019175" y="904875"/>
                </a:lnTo>
                <a:lnTo>
                  <a:pt x="1019175" y="914400"/>
                </a:lnTo>
                <a:lnTo>
                  <a:pt x="1000125" y="914400"/>
                </a:lnTo>
                <a:lnTo>
                  <a:pt x="1000125" y="923925"/>
                </a:lnTo>
                <a:lnTo>
                  <a:pt x="990600" y="923925"/>
                </a:lnTo>
                <a:close/>
                <a:moveTo>
                  <a:pt x="1257300" y="904875"/>
                </a:moveTo>
                <a:lnTo>
                  <a:pt x="1266825" y="904875"/>
                </a:lnTo>
                <a:lnTo>
                  <a:pt x="1266825" y="914400"/>
                </a:lnTo>
                <a:lnTo>
                  <a:pt x="1285875" y="914400"/>
                </a:lnTo>
                <a:lnTo>
                  <a:pt x="1285875" y="923925"/>
                </a:lnTo>
                <a:lnTo>
                  <a:pt x="1295400" y="923925"/>
                </a:lnTo>
                <a:lnTo>
                  <a:pt x="1295400" y="914400"/>
                </a:lnTo>
                <a:lnTo>
                  <a:pt x="1304925" y="914400"/>
                </a:lnTo>
                <a:lnTo>
                  <a:pt x="1304925" y="923925"/>
                </a:lnTo>
                <a:lnTo>
                  <a:pt x="1295400" y="923925"/>
                </a:lnTo>
                <a:lnTo>
                  <a:pt x="1295400" y="933450"/>
                </a:lnTo>
                <a:lnTo>
                  <a:pt x="1266825" y="933450"/>
                </a:lnTo>
                <a:lnTo>
                  <a:pt x="1266825" y="923925"/>
                </a:lnTo>
                <a:lnTo>
                  <a:pt x="1257300" y="923925"/>
                </a:lnTo>
                <a:close/>
                <a:moveTo>
                  <a:pt x="371475" y="914400"/>
                </a:moveTo>
                <a:lnTo>
                  <a:pt x="381000" y="914400"/>
                </a:lnTo>
                <a:lnTo>
                  <a:pt x="381000" y="923925"/>
                </a:lnTo>
                <a:lnTo>
                  <a:pt x="390525" y="923925"/>
                </a:lnTo>
                <a:lnTo>
                  <a:pt x="390525" y="933450"/>
                </a:lnTo>
                <a:lnTo>
                  <a:pt x="409575" y="933450"/>
                </a:lnTo>
                <a:lnTo>
                  <a:pt x="409575" y="942975"/>
                </a:lnTo>
                <a:lnTo>
                  <a:pt x="419100" y="942975"/>
                </a:lnTo>
                <a:lnTo>
                  <a:pt x="419100" y="952500"/>
                </a:lnTo>
                <a:lnTo>
                  <a:pt x="390525" y="952500"/>
                </a:lnTo>
                <a:lnTo>
                  <a:pt x="390525" y="962025"/>
                </a:lnTo>
                <a:lnTo>
                  <a:pt x="400050" y="962025"/>
                </a:lnTo>
                <a:lnTo>
                  <a:pt x="400050" y="971550"/>
                </a:lnTo>
                <a:lnTo>
                  <a:pt x="371475" y="971550"/>
                </a:lnTo>
                <a:lnTo>
                  <a:pt x="371475" y="990600"/>
                </a:lnTo>
                <a:lnTo>
                  <a:pt x="361950" y="990600"/>
                </a:lnTo>
                <a:lnTo>
                  <a:pt x="361950" y="1019175"/>
                </a:lnTo>
                <a:lnTo>
                  <a:pt x="352425" y="1019175"/>
                </a:lnTo>
                <a:lnTo>
                  <a:pt x="352425" y="990600"/>
                </a:lnTo>
                <a:lnTo>
                  <a:pt x="342900" y="990600"/>
                </a:lnTo>
                <a:lnTo>
                  <a:pt x="342900" y="981075"/>
                </a:lnTo>
                <a:lnTo>
                  <a:pt x="352425" y="981075"/>
                </a:lnTo>
                <a:lnTo>
                  <a:pt x="352425" y="971550"/>
                </a:lnTo>
                <a:lnTo>
                  <a:pt x="342900" y="971550"/>
                </a:lnTo>
                <a:lnTo>
                  <a:pt x="342900" y="962025"/>
                </a:lnTo>
                <a:lnTo>
                  <a:pt x="361950" y="962025"/>
                </a:lnTo>
                <a:lnTo>
                  <a:pt x="361950" y="952500"/>
                </a:lnTo>
                <a:lnTo>
                  <a:pt x="352425" y="952500"/>
                </a:lnTo>
                <a:lnTo>
                  <a:pt x="352425" y="933450"/>
                </a:lnTo>
                <a:lnTo>
                  <a:pt x="371475" y="933450"/>
                </a:lnTo>
                <a:close/>
                <a:moveTo>
                  <a:pt x="704850" y="914400"/>
                </a:moveTo>
                <a:lnTo>
                  <a:pt x="714375" y="914400"/>
                </a:lnTo>
                <a:lnTo>
                  <a:pt x="714375" y="923925"/>
                </a:lnTo>
                <a:lnTo>
                  <a:pt x="704850" y="923925"/>
                </a:lnTo>
                <a:close/>
                <a:moveTo>
                  <a:pt x="1381125" y="914400"/>
                </a:moveTo>
                <a:lnTo>
                  <a:pt x="1390650" y="914400"/>
                </a:lnTo>
                <a:lnTo>
                  <a:pt x="1390650" y="923925"/>
                </a:lnTo>
                <a:lnTo>
                  <a:pt x="1381125" y="923925"/>
                </a:lnTo>
                <a:close/>
                <a:moveTo>
                  <a:pt x="1571625" y="923925"/>
                </a:moveTo>
                <a:lnTo>
                  <a:pt x="1590675" y="923925"/>
                </a:lnTo>
                <a:lnTo>
                  <a:pt x="1590675" y="942975"/>
                </a:lnTo>
                <a:lnTo>
                  <a:pt x="1581150" y="942975"/>
                </a:lnTo>
                <a:lnTo>
                  <a:pt x="1581150" y="933450"/>
                </a:lnTo>
                <a:lnTo>
                  <a:pt x="1571625" y="933450"/>
                </a:lnTo>
                <a:close/>
                <a:moveTo>
                  <a:pt x="209550" y="933450"/>
                </a:moveTo>
                <a:lnTo>
                  <a:pt x="219075" y="933450"/>
                </a:lnTo>
                <a:lnTo>
                  <a:pt x="219075" y="942975"/>
                </a:lnTo>
                <a:lnTo>
                  <a:pt x="209550" y="942975"/>
                </a:lnTo>
                <a:close/>
                <a:moveTo>
                  <a:pt x="1381125" y="933450"/>
                </a:moveTo>
                <a:lnTo>
                  <a:pt x="1390650" y="933450"/>
                </a:lnTo>
                <a:lnTo>
                  <a:pt x="1390650" y="962025"/>
                </a:lnTo>
                <a:lnTo>
                  <a:pt x="1371600" y="962025"/>
                </a:lnTo>
                <a:lnTo>
                  <a:pt x="1371600" y="971550"/>
                </a:lnTo>
                <a:lnTo>
                  <a:pt x="1362075" y="971550"/>
                </a:lnTo>
                <a:lnTo>
                  <a:pt x="1362075" y="981075"/>
                </a:lnTo>
                <a:lnTo>
                  <a:pt x="1352550" y="981075"/>
                </a:lnTo>
                <a:lnTo>
                  <a:pt x="1352550" y="1000125"/>
                </a:lnTo>
                <a:lnTo>
                  <a:pt x="1333500" y="1000125"/>
                </a:lnTo>
                <a:lnTo>
                  <a:pt x="1333500" y="962025"/>
                </a:lnTo>
                <a:lnTo>
                  <a:pt x="1343025" y="962025"/>
                </a:lnTo>
                <a:lnTo>
                  <a:pt x="1343025" y="971550"/>
                </a:lnTo>
                <a:lnTo>
                  <a:pt x="1352550" y="971550"/>
                </a:lnTo>
                <a:lnTo>
                  <a:pt x="1352550" y="952500"/>
                </a:lnTo>
                <a:lnTo>
                  <a:pt x="1362075" y="952500"/>
                </a:lnTo>
                <a:lnTo>
                  <a:pt x="1362075" y="942975"/>
                </a:lnTo>
                <a:lnTo>
                  <a:pt x="1381125" y="942975"/>
                </a:lnTo>
                <a:close/>
                <a:moveTo>
                  <a:pt x="1400175" y="933450"/>
                </a:moveTo>
                <a:lnTo>
                  <a:pt x="1409700" y="933450"/>
                </a:lnTo>
                <a:lnTo>
                  <a:pt x="1409700" y="942975"/>
                </a:lnTo>
                <a:lnTo>
                  <a:pt x="1400175" y="942975"/>
                </a:lnTo>
                <a:close/>
                <a:moveTo>
                  <a:pt x="304800" y="942975"/>
                </a:moveTo>
                <a:lnTo>
                  <a:pt x="323850" y="942975"/>
                </a:lnTo>
                <a:lnTo>
                  <a:pt x="323850" y="952500"/>
                </a:lnTo>
                <a:lnTo>
                  <a:pt x="333375" y="952500"/>
                </a:lnTo>
                <a:lnTo>
                  <a:pt x="333375" y="962025"/>
                </a:lnTo>
                <a:lnTo>
                  <a:pt x="314325" y="962025"/>
                </a:lnTo>
                <a:lnTo>
                  <a:pt x="314325" y="952500"/>
                </a:lnTo>
                <a:lnTo>
                  <a:pt x="304800" y="952500"/>
                </a:lnTo>
                <a:close/>
                <a:moveTo>
                  <a:pt x="428625" y="942975"/>
                </a:moveTo>
                <a:lnTo>
                  <a:pt x="438150" y="942975"/>
                </a:lnTo>
                <a:lnTo>
                  <a:pt x="438150" y="952500"/>
                </a:lnTo>
                <a:lnTo>
                  <a:pt x="457200" y="952500"/>
                </a:lnTo>
                <a:lnTo>
                  <a:pt x="457200" y="962025"/>
                </a:lnTo>
                <a:lnTo>
                  <a:pt x="419100" y="962025"/>
                </a:lnTo>
                <a:lnTo>
                  <a:pt x="419100" y="952500"/>
                </a:lnTo>
                <a:lnTo>
                  <a:pt x="428625" y="952500"/>
                </a:lnTo>
                <a:close/>
                <a:moveTo>
                  <a:pt x="1047750" y="942975"/>
                </a:moveTo>
                <a:lnTo>
                  <a:pt x="1057275" y="942975"/>
                </a:lnTo>
                <a:lnTo>
                  <a:pt x="1057275" y="952500"/>
                </a:lnTo>
                <a:lnTo>
                  <a:pt x="1047750" y="952500"/>
                </a:lnTo>
                <a:close/>
                <a:moveTo>
                  <a:pt x="1590675" y="942975"/>
                </a:moveTo>
                <a:lnTo>
                  <a:pt x="1600200" y="942975"/>
                </a:lnTo>
                <a:lnTo>
                  <a:pt x="1600200" y="952500"/>
                </a:lnTo>
                <a:lnTo>
                  <a:pt x="1590675" y="952500"/>
                </a:lnTo>
                <a:close/>
                <a:moveTo>
                  <a:pt x="266700" y="952500"/>
                </a:moveTo>
                <a:lnTo>
                  <a:pt x="276225" y="952500"/>
                </a:lnTo>
                <a:lnTo>
                  <a:pt x="276225" y="981075"/>
                </a:lnTo>
                <a:lnTo>
                  <a:pt x="266700" y="981075"/>
                </a:lnTo>
                <a:close/>
                <a:moveTo>
                  <a:pt x="1028700" y="952500"/>
                </a:moveTo>
                <a:lnTo>
                  <a:pt x="1047750" y="952500"/>
                </a:lnTo>
                <a:lnTo>
                  <a:pt x="1047750" y="962025"/>
                </a:lnTo>
                <a:lnTo>
                  <a:pt x="1028700" y="962025"/>
                </a:lnTo>
                <a:close/>
                <a:moveTo>
                  <a:pt x="1152525" y="952500"/>
                </a:moveTo>
                <a:lnTo>
                  <a:pt x="1162050" y="952500"/>
                </a:lnTo>
                <a:lnTo>
                  <a:pt x="1162050" y="962025"/>
                </a:lnTo>
                <a:lnTo>
                  <a:pt x="1152525" y="962025"/>
                </a:lnTo>
                <a:close/>
                <a:moveTo>
                  <a:pt x="1009650" y="962025"/>
                </a:moveTo>
                <a:lnTo>
                  <a:pt x="1019175" y="962025"/>
                </a:lnTo>
                <a:lnTo>
                  <a:pt x="1019175" y="971550"/>
                </a:lnTo>
                <a:lnTo>
                  <a:pt x="1009650" y="971550"/>
                </a:lnTo>
                <a:close/>
                <a:moveTo>
                  <a:pt x="200025" y="971550"/>
                </a:moveTo>
                <a:lnTo>
                  <a:pt x="209550" y="971550"/>
                </a:lnTo>
                <a:lnTo>
                  <a:pt x="209550" y="981075"/>
                </a:lnTo>
                <a:lnTo>
                  <a:pt x="200025" y="981075"/>
                </a:lnTo>
                <a:close/>
                <a:moveTo>
                  <a:pt x="209550" y="981075"/>
                </a:moveTo>
                <a:lnTo>
                  <a:pt x="219075" y="981075"/>
                </a:lnTo>
                <a:lnTo>
                  <a:pt x="219075" y="990600"/>
                </a:lnTo>
                <a:lnTo>
                  <a:pt x="238125" y="990600"/>
                </a:lnTo>
                <a:lnTo>
                  <a:pt x="238125" y="1000125"/>
                </a:lnTo>
                <a:lnTo>
                  <a:pt x="228600" y="1000125"/>
                </a:lnTo>
                <a:lnTo>
                  <a:pt x="228600" y="1009650"/>
                </a:lnTo>
                <a:lnTo>
                  <a:pt x="247650" y="1009650"/>
                </a:lnTo>
                <a:lnTo>
                  <a:pt x="247650" y="1000125"/>
                </a:lnTo>
                <a:lnTo>
                  <a:pt x="257175" y="1000125"/>
                </a:lnTo>
                <a:lnTo>
                  <a:pt x="257175" y="990600"/>
                </a:lnTo>
                <a:lnTo>
                  <a:pt x="266700" y="990600"/>
                </a:lnTo>
                <a:lnTo>
                  <a:pt x="266700" y="1000125"/>
                </a:lnTo>
                <a:lnTo>
                  <a:pt x="276225" y="1000125"/>
                </a:lnTo>
                <a:lnTo>
                  <a:pt x="276225" y="981075"/>
                </a:lnTo>
                <a:lnTo>
                  <a:pt x="285750" y="981075"/>
                </a:lnTo>
                <a:lnTo>
                  <a:pt x="285750" y="1000125"/>
                </a:lnTo>
                <a:lnTo>
                  <a:pt x="295275" y="1000125"/>
                </a:lnTo>
                <a:lnTo>
                  <a:pt x="295275" y="1028700"/>
                </a:lnTo>
                <a:lnTo>
                  <a:pt x="266700" y="1028700"/>
                </a:lnTo>
                <a:lnTo>
                  <a:pt x="266700" y="1047750"/>
                </a:lnTo>
                <a:lnTo>
                  <a:pt x="257175" y="1047750"/>
                </a:lnTo>
                <a:lnTo>
                  <a:pt x="257175" y="1057275"/>
                </a:lnTo>
                <a:lnTo>
                  <a:pt x="219075" y="1057275"/>
                </a:lnTo>
                <a:lnTo>
                  <a:pt x="219075" y="1047750"/>
                </a:lnTo>
                <a:lnTo>
                  <a:pt x="209550" y="1047750"/>
                </a:lnTo>
                <a:lnTo>
                  <a:pt x="209550" y="1038225"/>
                </a:lnTo>
                <a:lnTo>
                  <a:pt x="200025" y="1038225"/>
                </a:lnTo>
                <a:lnTo>
                  <a:pt x="200025" y="1057275"/>
                </a:lnTo>
                <a:lnTo>
                  <a:pt x="171450" y="1057275"/>
                </a:lnTo>
                <a:lnTo>
                  <a:pt x="171450" y="1038225"/>
                </a:lnTo>
                <a:lnTo>
                  <a:pt x="161925" y="1038225"/>
                </a:lnTo>
                <a:lnTo>
                  <a:pt x="161925" y="1028700"/>
                </a:lnTo>
                <a:lnTo>
                  <a:pt x="171450" y="1028700"/>
                </a:lnTo>
                <a:lnTo>
                  <a:pt x="171450" y="1009650"/>
                </a:lnTo>
                <a:lnTo>
                  <a:pt x="219075" y="1009650"/>
                </a:lnTo>
                <a:lnTo>
                  <a:pt x="219075" y="1000125"/>
                </a:lnTo>
                <a:lnTo>
                  <a:pt x="209550" y="1000125"/>
                </a:lnTo>
                <a:close/>
                <a:moveTo>
                  <a:pt x="400050" y="990600"/>
                </a:moveTo>
                <a:lnTo>
                  <a:pt x="409575" y="990600"/>
                </a:lnTo>
                <a:lnTo>
                  <a:pt x="409575" y="1009650"/>
                </a:lnTo>
                <a:lnTo>
                  <a:pt x="400050" y="1009650"/>
                </a:lnTo>
                <a:close/>
                <a:moveTo>
                  <a:pt x="1514475" y="990600"/>
                </a:moveTo>
                <a:lnTo>
                  <a:pt x="1533525" y="990600"/>
                </a:lnTo>
                <a:lnTo>
                  <a:pt x="1533525" y="1009650"/>
                </a:lnTo>
                <a:lnTo>
                  <a:pt x="1514475" y="1009650"/>
                </a:lnTo>
                <a:close/>
                <a:moveTo>
                  <a:pt x="66675" y="1000125"/>
                </a:moveTo>
                <a:lnTo>
                  <a:pt x="76200" y="1000125"/>
                </a:lnTo>
                <a:lnTo>
                  <a:pt x="76200" y="1009650"/>
                </a:lnTo>
                <a:lnTo>
                  <a:pt x="85725" y="1009650"/>
                </a:lnTo>
                <a:lnTo>
                  <a:pt x="85725" y="1000125"/>
                </a:lnTo>
                <a:lnTo>
                  <a:pt x="104775" y="1000125"/>
                </a:lnTo>
                <a:lnTo>
                  <a:pt x="104775" y="1019175"/>
                </a:lnTo>
                <a:lnTo>
                  <a:pt x="95250" y="1019175"/>
                </a:lnTo>
                <a:lnTo>
                  <a:pt x="95250" y="1009650"/>
                </a:lnTo>
                <a:lnTo>
                  <a:pt x="85725" y="1009650"/>
                </a:lnTo>
                <a:lnTo>
                  <a:pt x="85725" y="1019175"/>
                </a:lnTo>
                <a:lnTo>
                  <a:pt x="66675" y="1019175"/>
                </a:lnTo>
                <a:close/>
                <a:moveTo>
                  <a:pt x="1228725" y="1000125"/>
                </a:moveTo>
                <a:lnTo>
                  <a:pt x="1238250" y="1000125"/>
                </a:lnTo>
                <a:lnTo>
                  <a:pt x="1238250" y="1009650"/>
                </a:lnTo>
                <a:lnTo>
                  <a:pt x="1228725" y="1009650"/>
                </a:lnTo>
                <a:close/>
                <a:moveTo>
                  <a:pt x="1162050" y="1009650"/>
                </a:moveTo>
                <a:lnTo>
                  <a:pt x="1171575" y="1009650"/>
                </a:lnTo>
                <a:lnTo>
                  <a:pt x="1171575" y="1019175"/>
                </a:lnTo>
                <a:lnTo>
                  <a:pt x="1162050" y="1019175"/>
                </a:lnTo>
                <a:close/>
                <a:moveTo>
                  <a:pt x="1362075" y="1009650"/>
                </a:moveTo>
                <a:lnTo>
                  <a:pt x="1400175" y="1009650"/>
                </a:lnTo>
                <a:lnTo>
                  <a:pt x="1400175" y="1038225"/>
                </a:lnTo>
                <a:lnTo>
                  <a:pt x="1428750" y="1038225"/>
                </a:lnTo>
                <a:lnTo>
                  <a:pt x="1428750" y="1047750"/>
                </a:lnTo>
                <a:lnTo>
                  <a:pt x="1390650" y="1047750"/>
                </a:lnTo>
                <a:lnTo>
                  <a:pt x="1390650" y="1038225"/>
                </a:lnTo>
                <a:lnTo>
                  <a:pt x="1381125" y="1038225"/>
                </a:lnTo>
                <a:lnTo>
                  <a:pt x="1381125" y="1028700"/>
                </a:lnTo>
                <a:lnTo>
                  <a:pt x="1362075" y="1028700"/>
                </a:lnTo>
                <a:lnTo>
                  <a:pt x="1362075" y="1057275"/>
                </a:lnTo>
                <a:lnTo>
                  <a:pt x="1333500" y="1057275"/>
                </a:lnTo>
                <a:lnTo>
                  <a:pt x="1333500" y="1047750"/>
                </a:lnTo>
                <a:lnTo>
                  <a:pt x="1343025" y="1047750"/>
                </a:lnTo>
                <a:lnTo>
                  <a:pt x="1343025" y="1028700"/>
                </a:lnTo>
                <a:lnTo>
                  <a:pt x="1352550" y="1028700"/>
                </a:lnTo>
                <a:lnTo>
                  <a:pt x="1352550" y="1019175"/>
                </a:lnTo>
                <a:lnTo>
                  <a:pt x="1362075" y="1019175"/>
                </a:lnTo>
                <a:close/>
                <a:moveTo>
                  <a:pt x="1600200" y="1009650"/>
                </a:moveTo>
                <a:lnTo>
                  <a:pt x="1609725" y="1009650"/>
                </a:lnTo>
                <a:lnTo>
                  <a:pt x="1609725" y="1019175"/>
                </a:lnTo>
                <a:lnTo>
                  <a:pt x="1600200" y="1019175"/>
                </a:lnTo>
                <a:close/>
                <a:moveTo>
                  <a:pt x="1562100" y="1019175"/>
                </a:moveTo>
                <a:lnTo>
                  <a:pt x="1581150" y="1019175"/>
                </a:lnTo>
                <a:lnTo>
                  <a:pt x="1581150" y="1028700"/>
                </a:lnTo>
                <a:lnTo>
                  <a:pt x="1571625" y="1028700"/>
                </a:lnTo>
                <a:lnTo>
                  <a:pt x="1571625" y="1066800"/>
                </a:lnTo>
                <a:lnTo>
                  <a:pt x="1552575" y="1066800"/>
                </a:lnTo>
                <a:lnTo>
                  <a:pt x="1552575" y="1057275"/>
                </a:lnTo>
                <a:lnTo>
                  <a:pt x="1543050" y="1057275"/>
                </a:lnTo>
                <a:lnTo>
                  <a:pt x="1543050" y="1047750"/>
                </a:lnTo>
                <a:lnTo>
                  <a:pt x="1533525" y="1047750"/>
                </a:lnTo>
                <a:lnTo>
                  <a:pt x="1533525" y="1038225"/>
                </a:lnTo>
                <a:lnTo>
                  <a:pt x="1552575" y="1038225"/>
                </a:lnTo>
                <a:lnTo>
                  <a:pt x="1552575" y="1028700"/>
                </a:lnTo>
                <a:lnTo>
                  <a:pt x="1562100" y="1028700"/>
                </a:lnTo>
                <a:close/>
                <a:moveTo>
                  <a:pt x="76200" y="1028700"/>
                </a:moveTo>
                <a:lnTo>
                  <a:pt x="95250" y="1028700"/>
                </a:lnTo>
                <a:lnTo>
                  <a:pt x="95250" y="1038225"/>
                </a:lnTo>
                <a:lnTo>
                  <a:pt x="104775" y="1038225"/>
                </a:lnTo>
                <a:lnTo>
                  <a:pt x="104775" y="1047750"/>
                </a:lnTo>
                <a:lnTo>
                  <a:pt x="114300" y="1047750"/>
                </a:lnTo>
                <a:lnTo>
                  <a:pt x="114300" y="1057275"/>
                </a:lnTo>
                <a:lnTo>
                  <a:pt x="95250" y="1057275"/>
                </a:lnTo>
                <a:lnTo>
                  <a:pt x="95250" y="1076325"/>
                </a:lnTo>
                <a:lnTo>
                  <a:pt x="114300" y="1076325"/>
                </a:lnTo>
                <a:lnTo>
                  <a:pt x="114300" y="1095375"/>
                </a:lnTo>
                <a:lnTo>
                  <a:pt x="133350" y="1095375"/>
                </a:lnTo>
                <a:lnTo>
                  <a:pt x="133350" y="1114425"/>
                </a:lnTo>
                <a:lnTo>
                  <a:pt x="142875" y="1114425"/>
                </a:lnTo>
                <a:lnTo>
                  <a:pt x="142875" y="1123950"/>
                </a:lnTo>
                <a:lnTo>
                  <a:pt x="152400" y="1123950"/>
                </a:lnTo>
                <a:lnTo>
                  <a:pt x="152400" y="1133475"/>
                </a:lnTo>
                <a:lnTo>
                  <a:pt x="180975" y="1133475"/>
                </a:lnTo>
                <a:lnTo>
                  <a:pt x="180975" y="1123950"/>
                </a:lnTo>
                <a:lnTo>
                  <a:pt x="209550" y="1123950"/>
                </a:lnTo>
                <a:lnTo>
                  <a:pt x="209550" y="1133475"/>
                </a:lnTo>
                <a:lnTo>
                  <a:pt x="219075" y="1133475"/>
                </a:lnTo>
                <a:lnTo>
                  <a:pt x="219075" y="1143000"/>
                </a:lnTo>
                <a:lnTo>
                  <a:pt x="228600" y="1143000"/>
                </a:lnTo>
                <a:lnTo>
                  <a:pt x="228600" y="1152525"/>
                </a:lnTo>
                <a:lnTo>
                  <a:pt x="238125" y="1152525"/>
                </a:lnTo>
                <a:lnTo>
                  <a:pt x="238125" y="1162050"/>
                </a:lnTo>
                <a:lnTo>
                  <a:pt x="171450" y="1162050"/>
                </a:lnTo>
                <a:lnTo>
                  <a:pt x="171450" y="1152525"/>
                </a:lnTo>
                <a:lnTo>
                  <a:pt x="180975" y="1152525"/>
                </a:lnTo>
                <a:lnTo>
                  <a:pt x="180975" y="1143000"/>
                </a:lnTo>
                <a:lnTo>
                  <a:pt x="152400" y="1143000"/>
                </a:lnTo>
                <a:lnTo>
                  <a:pt x="152400" y="1152525"/>
                </a:lnTo>
                <a:lnTo>
                  <a:pt x="142875" y="1152525"/>
                </a:lnTo>
                <a:lnTo>
                  <a:pt x="142875" y="1200150"/>
                </a:lnTo>
                <a:lnTo>
                  <a:pt x="133350" y="1200150"/>
                </a:lnTo>
                <a:lnTo>
                  <a:pt x="133350" y="1171575"/>
                </a:lnTo>
                <a:lnTo>
                  <a:pt x="104775" y="1171575"/>
                </a:lnTo>
                <a:lnTo>
                  <a:pt x="104775" y="1162050"/>
                </a:lnTo>
                <a:lnTo>
                  <a:pt x="95250" y="1162050"/>
                </a:lnTo>
                <a:lnTo>
                  <a:pt x="95250" y="1171575"/>
                </a:lnTo>
                <a:lnTo>
                  <a:pt x="76200" y="1171575"/>
                </a:lnTo>
                <a:lnTo>
                  <a:pt x="76200" y="1162050"/>
                </a:lnTo>
                <a:lnTo>
                  <a:pt x="66675" y="1162050"/>
                </a:lnTo>
                <a:lnTo>
                  <a:pt x="66675" y="1152525"/>
                </a:lnTo>
                <a:lnTo>
                  <a:pt x="85725" y="1152525"/>
                </a:lnTo>
                <a:lnTo>
                  <a:pt x="85725" y="1143000"/>
                </a:lnTo>
                <a:lnTo>
                  <a:pt x="114300" y="1143000"/>
                </a:lnTo>
                <a:lnTo>
                  <a:pt x="114300" y="1133475"/>
                </a:lnTo>
                <a:lnTo>
                  <a:pt x="123825" y="1133475"/>
                </a:lnTo>
                <a:lnTo>
                  <a:pt x="123825" y="1123950"/>
                </a:lnTo>
                <a:lnTo>
                  <a:pt x="114300" y="1123950"/>
                </a:lnTo>
                <a:lnTo>
                  <a:pt x="114300" y="1114425"/>
                </a:lnTo>
                <a:lnTo>
                  <a:pt x="104775" y="1114425"/>
                </a:lnTo>
                <a:lnTo>
                  <a:pt x="104775" y="1123950"/>
                </a:lnTo>
                <a:lnTo>
                  <a:pt x="85725" y="1123950"/>
                </a:lnTo>
                <a:lnTo>
                  <a:pt x="85725" y="1133475"/>
                </a:lnTo>
                <a:lnTo>
                  <a:pt x="76200" y="1133475"/>
                </a:lnTo>
                <a:lnTo>
                  <a:pt x="76200" y="1143000"/>
                </a:lnTo>
                <a:lnTo>
                  <a:pt x="57150" y="1143000"/>
                </a:lnTo>
                <a:lnTo>
                  <a:pt x="57150" y="1133475"/>
                </a:lnTo>
                <a:lnTo>
                  <a:pt x="66675" y="1133475"/>
                </a:lnTo>
                <a:lnTo>
                  <a:pt x="66675" y="1123950"/>
                </a:lnTo>
                <a:lnTo>
                  <a:pt x="57150" y="1123950"/>
                </a:lnTo>
                <a:lnTo>
                  <a:pt x="57150" y="1104900"/>
                </a:lnTo>
                <a:lnTo>
                  <a:pt x="66675" y="1104900"/>
                </a:lnTo>
                <a:lnTo>
                  <a:pt x="66675" y="1085850"/>
                </a:lnTo>
                <a:lnTo>
                  <a:pt x="85725" y="1085850"/>
                </a:lnTo>
                <a:lnTo>
                  <a:pt x="85725" y="1057275"/>
                </a:lnTo>
                <a:lnTo>
                  <a:pt x="76200" y="1057275"/>
                </a:lnTo>
                <a:close/>
                <a:moveTo>
                  <a:pt x="1190625" y="1028700"/>
                </a:moveTo>
                <a:lnTo>
                  <a:pt x="1219200" y="1028700"/>
                </a:lnTo>
                <a:lnTo>
                  <a:pt x="1219200" y="1038225"/>
                </a:lnTo>
                <a:lnTo>
                  <a:pt x="1238250" y="1038225"/>
                </a:lnTo>
                <a:lnTo>
                  <a:pt x="1238250" y="1047750"/>
                </a:lnTo>
                <a:lnTo>
                  <a:pt x="1209675" y="1047750"/>
                </a:lnTo>
                <a:lnTo>
                  <a:pt x="1209675" y="1057275"/>
                </a:lnTo>
                <a:lnTo>
                  <a:pt x="1200150" y="1057275"/>
                </a:lnTo>
                <a:lnTo>
                  <a:pt x="1200150" y="1047750"/>
                </a:lnTo>
                <a:lnTo>
                  <a:pt x="1181100" y="1047750"/>
                </a:lnTo>
                <a:lnTo>
                  <a:pt x="1181100" y="1038225"/>
                </a:lnTo>
                <a:lnTo>
                  <a:pt x="1190625" y="1038225"/>
                </a:lnTo>
                <a:close/>
                <a:moveTo>
                  <a:pt x="1247775" y="1028700"/>
                </a:moveTo>
                <a:lnTo>
                  <a:pt x="1266825" y="1028700"/>
                </a:lnTo>
                <a:lnTo>
                  <a:pt x="1266825" y="1038225"/>
                </a:lnTo>
                <a:lnTo>
                  <a:pt x="1247775" y="1038225"/>
                </a:lnTo>
                <a:close/>
                <a:moveTo>
                  <a:pt x="1485900" y="1028700"/>
                </a:moveTo>
                <a:lnTo>
                  <a:pt x="1495425" y="1028700"/>
                </a:lnTo>
                <a:lnTo>
                  <a:pt x="1495425" y="1066800"/>
                </a:lnTo>
                <a:lnTo>
                  <a:pt x="1485900" y="1066800"/>
                </a:lnTo>
                <a:close/>
                <a:moveTo>
                  <a:pt x="209550" y="1038225"/>
                </a:moveTo>
                <a:lnTo>
                  <a:pt x="219075" y="1038225"/>
                </a:lnTo>
                <a:lnTo>
                  <a:pt x="219075" y="1047750"/>
                </a:lnTo>
                <a:lnTo>
                  <a:pt x="238125" y="1047750"/>
                </a:lnTo>
                <a:lnTo>
                  <a:pt x="238125" y="1038225"/>
                </a:lnTo>
                <a:lnTo>
                  <a:pt x="228600" y="1038225"/>
                </a:lnTo>
                <a:lnTo>
                  <a:pt x="228600" y="1028700"/>
                </a:lnTo>
                <a:lnTo>
                  <a:pt x="209550" y="1028700"/>
                </a:lnTo>
                <a:close/>
                <a:moveTo>
                  <a:pt x="1266825" y="1038225"/>
                </a:moveTo>
                <a:lnTo>
                  <a:pt x="1276350" y="1038225"/>
                </a:lnTo>
                <a:lnTo>
                  <a:pt x="1276350" y="1047750"/>
                </a:lnTo>
                <a:lnTo>
                  <a:pt x="1266825" y="1047750"/>
                </a:lnTo>
                <a:close/>
                <a:moveTo>
                  <a:pt x="1285875" y="1038225"/>
                </a:moveTo>
                <a:lnTo>
                  <a:pt x="1314450" y="1038225"/>
                </a:lnTo>
                <a:lnTo>
                  <a:pt x="1314450" y="1066800"/>
                </a:lnTo>
                <a:lnTo>
                  <a:pt x="1276350" y="1066800"/>
                </a:lnTo>
                <a:lnTo>
                  <a:pt x="1276350" y="1047750"/>
                </a:lnTo>
                <a:lnTo>
                  <a:pt x="1285875" y="1047750"/>
                </a:lnTo>
                <a:close/>
                <a:moveTo>
                  <a:pt x="1466850" y="1038225"/>
                </a:moveTo>
                <a:lnTo>
                  <a:pt x="1476375" y="1038225"/>
                </a:lnTo>
                <a:lnTo>
                  <a:pt x="1476375" y="1057275"/>
                </a:lnTo>
                <a:lnTo>
                  <a:pt x="1466850" y="1057275"/>
                </a:lnTo>
                <a:close/>
                <a:moveTo>
                  <a:pt x="438150" y="1047750"/>
                </a:moveTo>
                <a:lnTo>
                  <a:pt x="447675" y="1047750"/>
                </a:lnTo>
                <a:lnTo>
                  <a:pt x="447675" y="1057275"/>
                </a:lnTo>
                <a:lnTo>
                  <a:pt x="438150" y="1057275"/>
                </a:lnTo>
                <a:close/>
                <a:moveTo>
                  <a:pt x="1057275" y="1047750"/>
                </a:moveTo>
                <a:lnTo>
                  <a:pt x="1076325" y="1047750"/>
                </a:lnTo>
                <a:lnTo>
                  <a:pt x="1076325" y="1057275"/>
                </a:lnTo>
                <a:lnTo>
                  <a:pt x="1057275" y="1057275"/>
                </a:lnTo>
                <a:close/>
                <a:moveTo>
                  <a:pt x="66675" y="1057275"/>
                </a:moveTo>
                <a:lnTo>
                  <a:pt x="76200" y="1057275"/>
                </a:lnTo>
                <a:lnTo>
                  <a:pt x="76200" y="1076325"/>
                </a:lnTo>
                <a:lnTo>
                  <a:pt x="66675" y="1076325"/>
                </a:lnTo>
                <a:close/>
                <a:moveTo>
                  <a:pt x="1285875" y="1057275"/>
                </a:moveTo>
                <a:lnTo>
                  <a:pt x="1295400" y="1057275"/>
                </a:lnTo>
                <a:lnTo>
                  <a:pt x="1295400" y="1047750"/>
                </a:lnTo>
                <a:lnTo>
                  <a:pt x="1285875" y="1047750"/>
                </a:lnTo>
                <a:close/>
                <a:moveTo>
                  <a:pt x="190500" y="1066800"/>
                </a:moveTo>
                <a:lnTo>
                  <a:pt x="200025" y="1066800"/>
                </a:lnTo>
                <a:lnTo>
                  <a:pt x="200025" y="1076325"/>
                </a:lnTo>
                <a:lnTo>
                  <a:pt x="190500" y="1076325"/>
                </a:lnTo>
                <a:close/>
                <a:moveTo>
                  <a:pt x="1219200" y="1104900"/>
                </a:moveTo>
                <a:lnTo>
                  <a:pt x="1323975" y="1104900"/>
                </a:lnTo>
                <a:lnTo>
                  <a:pt x="1323975" y="1114425"/>
                </a:lnTo>
                <a:lnTo>
                  <a:pt x="1362075" y="1114425"/>
                </a:lnTo>
                <a:lnTo>
                  <a:pt x="1362075" y="1104900"/>
                </a:lnTo>
                <a:lnTo>
                  <a:pt x="1371600" y="1104900"/>
                </a:lnTo>
                <a:lnTo>
                  <a:pt x="1371600" y="1123950"/>
                </a:lnTo>
                <a:lnTo>
                  <a:pt x="1381125" y="1123950"/>
                </a:lnTo>
                <a:lnTo>
                  <a:pt x="1381125" y="1133475"/>
                </a:lnTo>
                <a:lnTo>
                  <a:pt x="1400175" y="1133475"/>
                </a:lnTo>
                <a:lnTo>
                  <a:pt x="1400175" y="1123950"/>
                </a:lnTo>
                <a:lnTo>
                  <a:pt x="1419225" y="1123950"/>
                </a:lnTo>
                <a:lnTo>
                  <a:pt x="1419225" y="1114425"/>
                </a:lnTo>
                <a:lnTo>
                  <a:pt x="1428750" y="1114425"/>
                </a:lnTo>
                <a:lnTo>
                  <a:pt x="1428750" y="1123950"/>
                </a:lnTo>
                <a:lnTo>
                  <a:pt x="1447800" y="1123950"/>
                </a:lnTo>
                <a:lnTo>
                  <a:pt x="1447800" y="1143000"/>
                </a:lnTo>
                <a:lnTo>
                  <a:pt x="1438275" y="1143000"/>
                </a:lnTo>
                <a:lnTo>
                  <a:pt x="1438275" y="1152525"/>
                </a:lnTo>
                <a:lnTo>
                  <a:pt x="1409700" y="1152525"/>
                </a:lnTo>
                <a:lnTo>
                  <a:pt x="1409700" y="1162050"/>
                </a:lnTo>
                <a:lnTo>
                  <a:pt x="1400175" y="1162050"/>
                </a:lnTo>
                <a:lnTo>
                  <a:pt x="1400175" y="1152525"/>
                </a:lnTo>
                <a:lnTo>
                  <a:pt x="1390650" y="1152525"/>
                </a:lnTo>
                <a:lnTo>
                  <a:pt x="1390650" y="1143000"/>
                </a:lnTo>
                <a:lnTo>
                  <a:pt x="1371600" y="1143000"/>
                </a:lnTo>
                <a:lnTo>
                  <a:pt x="1371600" y="1152525"/>
                </a:lnTo>
                <a:lnTo>
                  <a:pt x="1362075" y="1152525"/>
                </a:lnTo>
                <a:lnTo>
                  <a:pt x="1362075" y="1162050"/>
                </a:lnTo>
                <a:lnTo>
                  <a:pt x="1381125" y="1162050"/>
                </a:lnTo>
                <a:lnTo>
                  <a:pt x="1381125" y="1171575"/>
                </a:lnTo>
                <a:lnTo>
                  <a:pt x="1390650" y="1171575"/>
                </a:lnTo>
                <a:lnTo>
                  <a:pt x="1390650" y="1181100"/>
                </a:lnTo>
                <a:lnTo>
                  <a:pt x="1409700" y="1181100"/>
                </a:lnTo>
                <a:lnTo>
                  <a:pt x="1409700" y="1190625"/>
                </a:lnTo>
                <a:lnTo>
                  <a:pt x="1419225" y="1190625"/>
                </a:lnTo>
                <a:lnTo>
                  <a:pt x="1419225" y="1181100"/>
                </a:lnTo>
                <a:lnTo>
                  <a:pt x="1428750" y="1181100"/>
                </a:lnTo>
                <a:lnTo>
                  <a:pt x="1428750" y="1200150"/>
                </a:lnTo>
                <a:lnTo>
                  <a:pt x="1447800" y="1200150"/>
                </a:lnTo>
                <a:lnTo>
                  <a:pt x="1447800" y="1219200"/>
                </a:lnTo>
                <a:lnTo>
                  <a:pt x="1466850" y="1219200"/>
                </a:lnTo>
                <a:lnTo>
                  <a:pt x="1466850" y="1209675"/>
                </a:lnTo>
                <a:lnTo>
                  <a:pt x="1476375" y="1209675"/>
                </a:lnTo>
                <a:lnTo>
                  <a:pt x="1476375" y="1219200"/>
                </a:lnTo>
                <a:lnTo>
                  <a:pt x="1466850" y="1219200"/>
                </a:lnTo>
                <a:lnTo>
                  <a:pt x="1466850" y="1228725"/>
                </a:lnTo>
                <a:lnTo>
                  <a:pt x="1447800" y="1228725"/>
                </a:lnTo>
                <a:lnTo>
                  <a:pt x="1447800" y="1247775"/>
                </a:lnTo>
                <a:lnTo>
                  <a:pt x="1438275" y="1247775"/>
                </a:lnTo>
                <a:lnTo>
                  <a:pt x="1438275" y="1238250"/>
                </a:lnTo>
                <a:lnTo>
                  <a:pt x="1419225" y="1238250"/>
                </a:lnTo>
                <a:lnTo>
                  <a:pt x="1419225" y="1219200"/>
                </a:lnTo>
                <a:lnTo>
                  <a:pt x="1390650" y="1219200"/>
                </a:lnTo>
                <a:lnTo>
                  <a:pt x="1390650" y="1209675"/>
                </a:lnTo>
                <a:lnTo>
                  <a:pt x="1381125" y="1209675"/>
                </a:lnTo>
                <a:lnTo>
                  <a:pt x="1381125" y="1200150"/>
                </a:lnTo>
                <a:lnTo>
                  <a:pt x="1371600" y="1200150"/>
                </a:lnTo>
                <a:lnTo>
                  <a:pt x="1371600" y="1181100"/>
                </a:lnTo>
                <a:lnTo>
                  <a:pt x="1362075" y="1181100"/>
                </a:lnTo>
                <a:lnTo>
                  <a:pt x="1362075" y="1171575"/>
                </a:lnTo>
                <a:lnTo>
                  <a:pt x="1352550" y="1171575"/>
                </a:lnTo>
                <a:lnTo>
                  <a:pt x="1352550" y="1162050"/>
                </a:lnTo>
                <a:lnTo>
                  <a:pt x="1343025" y="1162050"/>
                </a:lnTo>
                <a:lnTo>
                  <a:pt x="1343025" y="1171575"/>
                </a:lnTo>
                <a:lnTo>
                  <a:pt x="1323975" y="1171575"/>
                </a:lnTo>
                <a:lnTo>
                  <a:pt x="1323975" y="1162050"/>
                </a:lnTo>
                <a:lnTo>
                  <a:pt x="1333500" y="1162050"/>
                </a:lnTo>
                <a:lnTo>
                  <a:pt x="1333500" y="1143000"/>
                </a:lnTo>
                <a:lnTo>
                  <a:pt x="1314450" y="1143000"/>
                </a:lnTo>
                <a:lnTo>
                  <a:pt x="1314450" y="1133475"/>
                </a:lnTo>
                <a:lnTo>
                  <a:pt x="1304925" y="1133475"/>
                </a:lnTo>
                <a:lnTo>
                  <a:pt x="1304925" y="1152525"/>
                </a:lnTo>
                <a:lnTo>
                  <a:pt x="1314450" y="1152525"/>
                </a:lnTo>
                <a:lnTo>
                  <a:pt x="1314450" y="1171575"/>
                </a:lnTo>
                <a:lnTo>
                  <a:pt x="1285875" y="1171575"/>
                </a:lnTo>
                <a:lnTo>
                  <a:pt x="1285875" y="1162050"/>
                </a:lnTo>
                <a:lnTo>
                  <a:pt x="1276350" y="1162050"/>
                </a:lnTo>
                <a:lnTo>
                  <a:pt x="1276350" y="1171575"/>
                </a:lnTo>
                <a:lnTo>
                  <a:pt x="1266825" y="1171575"/>
                </a:lnTo>
                <a:lnTo>
                  <a:pt x="1266825" y="1162050"/>
                </a:lnTo>
                <a:lnTo>
                  <a:pt x="1247775" y="1162050"/>
                </a:lnTo>
                <a:lnTo>
                  <a:pt x="1247775" y="1152525"/>
                </a:lnTo>
                <a:lnTo>
                  <a:pt x="1295400" y="1152525"/>
                </a:lnTo>
                <a:lnTo>
                  <a:pt x="1295400" y="1133475"/>
                </a:lnTo>
                <a:lnTo>
                  <a:pt x="1266825" y="1133475"/>
                </a:lnTo>
                <a:lnTo>
                  <a:pt x="1266825" y="1123950"/>
                </a:lnTo>
                <a:lnTo>
                  <a:pt x="1276350" y="1123950"/>
                </a:lnTo>
                <a:lnTo>
                  <a:pt x="1276350" y="1114425"/>
                </a:lnTo>
                <a:lnTo>
                  <a:pt x="1228725" y="1114425"/>
                </a:lnTo>
                <a:lnTo>
                  <a:pt x="1228725" y="1123950"/>
                </a:lnTo>
                <a:lnTo>
                  <a:pt x="1219200" y="1123950"/>
                </a:lnTo>
                <a:close/>
                <a:moveTo>
                  <a:pt x="266700" y="1114425"/>
                </a:moveTo>
                <a:lnTo>
                  <a:pt x="276225" y="1114425"/>
                </a:lnTo>
                <a:lnTo>
                  <a:pt x="276225" y="1123950"/>
                </a:lnTo>
                <a:lnTo>
                  <a:pt x="266700" y="1123950"/>
                </a:lnTo>
                <a:close/>
                <a:moveTo>
                  <a:pt x="257175" y="1123950"/>
                </a:moveTo>
                <a:lnTo>
                  <a:pt x="266700" y="1123950"/>
                </a:lnTo>
                <a:lnTo>
                  <a:pt x="266700" y="1133475"/>
                </a:lnTo>
                <a:lnTo>
                  <a:pt x="257175" y="1133475"/>
                </a:lnTo>
                <a:close/>
                <a:moveTo>
                  <a:pt x="1228725" y="1123950"/>
                </a:moveTo>
                <a:lnTo>
                  <a:pt x="1257300" y="1123950"/>
                </a:lnTo>
                <a:lnTo>
                  <a:pt x="1257300" y="1143000"/>
                </a:lnTo>
                <a:lnTo>
                  <a:pt x="1247775" y="1143000"/>
                </a:lnTo>
                <a:lnTo>
                  <a:pt x="1247775" y="1133475"/>
                </a:lnTo>
                <a:lnTo>
                  <a:pt x="1228725" y="1133475"/>
                </a:lnTo>
                <a:close/>
                <a:moveTo>
                  <a:pt x="1285875" y="1123950"/>
                </a:moveTo>
                <a:lnTo>
                  <a:pt x="1314450" y="1123950"/>
                </a:lnTo>
                <a:lnTo>
                  <a:pt x="1314450" y="1114425"/>
                </a:lnTo>
                <a:lnTo>
                  <a:pt x="1285875" y="1114425"/>
                </a:lnTo>
                <a:close/>
                <a:moveTo>
                  <a:pt x="1581150" y="1123950"/>
                </a:moveTo>
                <a:lnTo>
                  <a:pt x="1590675" y="1123950"/>
                </a:lnTo>
                <a:lnTo>
                  <a:pt x="1590675" y="1133475"/>
                </a:lnTo>
                <a:lnTo>
                  <a:pt x="1581150" y="1133475"/>
                </a:lnTo>
                <a:close/>
                <a:moveTo>
                  <a:pt x="485775" y="1133475"/>
                </a:moveTo>
                <a:lnTo>
                  <a:pt x="495300" y="1133475"/>
                </a:lnTo>
                <a:lnTo>
                  <a:pt x="495300" y="1143000"/>
                </a:lnTo>
                <a:lnTo>
                  <a:pt x="485775" y="1143000"/>
                </a:lnTo>
                <a:close/>
                <a:moveTo>
                  <a:pt x="257175" y="1152525"/>
                </a:moveTo>
                <a:lnTo>
                  <a:pt x="266700" y="1152525"/>
                </a:lnTo>
                <a:lnTo>
                  <a:pt x="266700" y="1162050"/>
                </a:lnTo>
                <a:lnTo>
                  <a:pt x="257175" y="1162050"/>
                </a:lnTo>
                <a:close/>
                <a:moveTo>
                  <a:pt x="1057275" y="1152525"/>
                </a:moveTo>
                <a:lnTo>
                  <a:pt x="1066800" y="1152525"/>
                </a:lnTo>
                <a:lnTo>
                  <a:pt x="1066800" y="1162050"/>
                </a:lnTo>
                <a:lnTo>
                  <a:pt x="1057275" y="1162050"/>
                </a:lnTo>
                <a:close/>
                <a:moveTo>
                  <a:pt x="409575" y="1162050"/>
                </a:moveTo>
                <a:lnTo>
                  <a:pt x="419100" y="1162050"/>
                </a:lnTo>
                <a:lnTo>
                  <a:pt x="419100" y="1190625"/>
                </a:lnTo>
                <a:lnTo>
                  <a:pt x="409575" y="1190625"/>
                </a:lnTo>
                <a:close/>
                <a:moveTo>
                  <a:pt x="1466850" y="1171575"/>
                </a:moveTo>
                <a:lnTo>
                  <a:pt x="1485900" y="1171575"/>
                </a:lnTo>
                <a:lnTo>
                  <a:pt x="1485900" y="1181100"/>
                </a:lnTo>
                <a:lnTo>
                  <a:pt x="1466850" y="1181100"/>
                </a:lnTo>
                <a:close/>
                <a:moveTo>
                  <a:pt x="180975" y="1181100"/>
                </a:moveTo>
                <a:lnTo>
                  <a:pt x="200025" y="1181100"/>
                </a:lnTo>
                <a:lnTo>
                  <a:pt x="200025" y="1190625"/>
                </a:lnTo>
                <a:lnTo>
                  <a:pt x="219075" y="1190625"/>
                </a:lnTo>
                <a:lnTo>
                  <a:pt x="219075" y="1200150"/>
                </a:lnTo>
                <a:lnTo>
                  <a:pt x="209550" y="1200150"/>
                </a:lnTo>
                <a:lnTo>
                  <a:pt x="209550" y="1209675"/>
                </a:lnTo>
                <a:lnTo>
                  <a:pt x="200025" y="1209675"/>
                </a:lnTo>
                <a:lnTo>
                  <a:pt x="200025" y="1200150"/>
                </a:lnTo>
                <a:lnTo>
                  <a:pt x="190500" y="1200150"/>
                </a:lnTo>
                <a:lnTo>
                  <a:pt x="190500" y="1190625"/>
                </a:lnTo>
                <a:lnTo>
                  <a:pt x="180975" y="1190625"/>
                </a:lnTo>
                <a:close/>
                <a:moveTo>
                  <a:pt x="257175" y="1190625"/>
                </a:moveTo>
                <a:lnTo>
                  <a:pt x="285750" y="1190625"/>
                </a:lnTo>
                <a:lnTo>
                  <a:pt x="285750" y="1200150"/>
                </a:lnTo>
                <a:lnTo>
                  <a:pt x="276225" y="1200150"/>
                </a:lnTo>
                <a:lnTo>
                  <a:pt x="276225" y="1209675"/>
                </a:lnTo>
                <a:lnTo>
                  <a:pt x="285750" y="1209675"/>
                </a:lnTo>
                <a:lnTo>
                  <a:pt x="285750" y="1200150"/>
                </a:lnTo>
                <a:lnTo>
                  <a:pt x="295275" y="1200150"/>
                </a:lnTo>
                <a:lnTo>
                  <a:pt x="295275" y="1219200"/>
                </a:lnTo>
                <a:lnTo>
                  <a:pt x="266700" y="1219200"/>
                </a:lnTo>
                <a:lnTo>
                  <a:pt x="266700" y="1228725"/>
                </a:lnTo>
                <a:lnTo>
                  <a:pt x="257175" y="1228725"/>
                </a:lnTo>
                <a:lnTo>
                  <a:pt x="257175" y="1238250"/>
                </a:lnTo>
                <a:lnTo>
                  <a:pt x="247650" y="1238250"/>
                </a:lnTo>
                <a:lnTo>
                  <a:pt x="247650" y="1200150"/>
                </a:lnTo>
                <a:lnTo>
                  <a:pt x="257175" y="1200150"/>
                </a:lnTo>
                <a:close/>
                <a:moveTo>
                  <a:pt x="390525" y="1190625"/>
                </a:moveTo>
                <a:lnTo>
                  <a:pt x="409575" y="1190625"/>
                </a:lnTo>
                <a:lnTo>
                  <a:pt x="409575" y="1200150"/>
                </a:lnTo>
                <a:lnTo>
                  <a:pt x="400050" y="1200150"/>
                </a:lnTo>
                <a:lnTo>
                  <a:pt x="400050" y="1209675"/>
                </a:lnTo>
                <a:lnTo>
                  <a:pt x="371475" y="1209675"/>
                </a:lnTo>
                <a:lnTo>
                  <a:pt x="371475" y="1200150"/>
                </a:lnTo>
                <a:lnTo>
                  <a:pt x="390525" y="1200150"/>
                </a:lnTo>
                <a:close/>
                <a:moveTo>
                  <a:pt x="1143000" y="1190625"/>
                </a:moveTo>
                <a:lnTo>
                  <a:pt x="1152525" y="1190625"/>
                </a:lnTo>
                <a:lnTo>
                  <a:pt x="1152525" y="1200150"/>
                </a:lnTo>
                <a:lnTo>
                  <a:pt x="1143000" y="1200150"/>
                </a:lnTo>
                <a:close/>
                <a:moveTo>
                  <a:pt x="1476375" y="1190625"/>
                </a:moveTo>
                <a:lnTo>
                  <a:pt x="1485900" y="1190625"/>
                </a:lnTo>
                <a:lnTo>
                  <a:pt x="1485900" y="1200150"/>
                </a:lnTo>
                <a:lnTo>
                  <a:pt x="1476375" y="1200150"/>
                </a:lnTo>
                <a:close/>
                <a:moveTo>
                  <a:pt x="47625" y="1200150"/>
                </a:moveTo>
                <a:lnTo>
                  <a:pt x="57150" y="1200150"/>
                </a:lnTo>
                <a:lnTo>
                  <a:pt x="57150" y="1209675"/>
                </a:lnTo>
                <a:lnTo>
                  <a:pt x="47625" y="1209675"/>
                </a:lnTo>
                <a:close/>
                <a:moveTo>
                  <a:pt x="66675" y="1200150"/>
                </a:moveTo>
                <a:lnTo>
                  <a:pt x="76200" y="1200150"/>
                </a:lnTo>
                <a:lnTo>
                  <a:pt x="76200" y="1209675"/>
                </a:lnTo>
                <a:lnTo>
                  <a:pt x="85725" y="1209675"/>
                </a:lnTo>
                <a:lnTo>
                  <a:pt x="85725" y="1219200"/>
                </a:lnTo>
                <a:lnTo>
                  <a:pt x="104775" y="1219200"/>
                </a:lnTo>
                <a:lnTo>
                  <a:pt x="104775" y="1238250"/>
                </a:lnTo>
                <a:lnTo>
                  <a:pt x="76200" y="1238250"/>
                </a:lnTo>
                <a:lnTo>
                  <a:pt x="76200" y="1219200"/>
                </a:lnTo>
                <a:lnTo>
                  <a:pt x="57150" y="1219200"/>
                </a:lnTo>
                <a:lnTo>
                  <a:pt x="57150" y="1209675"/>
                </a:lnTo>
                <a:lnTo>
                  <a:pt x="66675" y="1209675"/>
                </a:lnTo>
                <a:close/>
                <a:moveTo>
                  <a:pt x="342900" y="1200150"/>
                </a:moveTo>
                <a:lnTo>
                  <a:pt x="361950" y="1200150"/>
                </a:lnTo>
                <a:lnTo>
                  <a:pt x="361950" y="1209675"/>
                </a:lnTo>
                <a:lnTo>
                  <a:pt x="371475" y="1209675"/>
                </a:lnTo>
                <a:lnTo>
                  <a:pt x="371475" y="1228725"/>
                </a:lnTo>
                <a:lnTo>
                  <a:pt x="361950" y="1228725"/>
                </a:lnTo>
                <a:lnTo>
                  <a:pt x="361950" y="1219200"/>
                </a:lnTo>
                <a:lnTo>
                  <a:pt x="352425" y="1219200"/>
                </a:lnTo>
                <a:lnTo>
                  <a:pt x="352425" y="1228725"/>
                </a:lnTo>
                <a:lnTo>
                  <a:pt x="333375" y="1228725"/>
                </a:lnTo>
                <a:lnTo>
                  <a:pt x="333375" y="1238250"/>
                </a:lnTo>
                <a:lnTo>
                  <a:pt x="342900" y="1238250"/>
                </a:lnTo>
                <a:lnTo>
                  <a:pt x="342900" y="1247775"/>
                </a:lnTo>
                <a:lnTo>
                  <a:pt x="304800" y="1247775"/>
                </a:lnTo>
                <a:lnTo>
                  <a:pt x="304800" y="1238250"/>
                </a:lnTo>
                <a:lnTo>
                  <a:pt x="295275" y="1238250"/>
                </a:lnTo>
                <a:lnTo>
                  <a:pt x="295275" y="1228725"/>
                </a:lnTo>
                <a:lnTo>
                  <a:pt x="314325" y="1228725"/>
                </a:lnTo>
                <a:lnTo>
                  <a:pt x="314325" y="1219200"/>
                </a:lnTo>
                <a:lnTo>
                  <a:pt x="342900" y="1219200"/>
                </a:lnTo>
                <a:close/>
                <a:moveTo>
                  <a:pt x="1152525" y="1200150"/>
                </a:moveTo>
                <a:lnTo>
                  <a:pt x="1209675" y="1200150"/>
                </a:lnTo>
                <a:lnTo>
                  <a:pt x="1209675" y="1219200"/>
                </a:lnTo>
                <a:lnTo>
                  <a:pt x="1190625" y="1219200"/>
                </a:lnTo>
                <a:lnTo>
                  <a:pt x="1190625" y="1228725"/>
                </a:lnTo>
                <a:lnTo>
                  <a:pt x="1181100" y="1228725"/>
                </a:lnTo>
                <a:lnTo>
                  <a:pt x="1181100" y="1219200"/>
                </a:lnTo>
                <a:lnTo>
                  <a:pt x="1171575" y="1219200"/>
                </a:lnTo>
                <a:lnTo>
                  <a:pt x="1171575" y="1228725"/>
                </a:lnTo>
                <a:lnTo>
                  <a:pt x="1162050" y="1228725"/>
                </a:lnTo>
                <a:lnTo>
                  <a:pt x="1162050" y="1209675"/>
                </a:lnTo>
                <a:lnTo>
                  <a:pt x="1152525" y="1209675"/>
                </a:lnTo>
                <a:close/>
                <a:moveTo>
                  <a:pt x="1238250" y="1200150"/>
                </a:moveTo>
                <a:lnTo>
                  <a:pt x="1257300" y="1200150"/>
                </a:lnTo>
                <a:lnTo>
                  <a:pt x="1257300" y="1219200"/>
                </a:lnTo>
                <a:lnTo>
                  <a:pt x="1266825" y="1219200"/>
                </a:lnTo>
                <a:lnTo>
                  <a:pt x="1266825" y="1228725"/>
                </a:lnTo>
                <a:lnTo>
                  <a:pt x="1257300" y="1228725"/>
                </a:lnTo>
                <a:lnTo>
                  <a:pt x="1257300" y="1247775"/>
                </a:lnTo>
                <a:lnTo>
                  <a:pt x="1238250" y="1247775"/>
                </a:lnTo>
                <a:lnTo>
                  <a:pt x="1238250" y="1228725"/>
                </a:lnTo>
                <a:lnTo>
                  <a:pt x="1228725" y="1228725"/>
                </a:lnTo>
                <a:lnTo>
                  <a:pt x="1228725" y="1219200"/>
                </a:lnTo>
                <a:lnTo>
                  <a:pt x="1238250" y="1219200"/>
                </a:lnTo>
                <a:close/>
                <a:moveTo>
                  <a:pt x="495300" y="1209675"/>
                </a:moveTo>
                <a:lnTo>
                  <a:pt x="504825" y="1209675"/>
                </a:lnTo>
                <a:lnTo>
                  <a:pt x="504825" y="1238250"/>
                </a:lnTo>
                <a:lnTo>
                  <a:pt x="495300" y="1238250"/>
                </a:lnTo>
                <a:lnTo>
                  <a:pt x="495300" y="1247775"/>
                </a:lnTo>
                <a:lnTo>
                  <a:pt x="476250" y="1247775"/>
                </a:lnTo>
                <a:lnTo>
                  <a:pt x="476250" y="1238250"/>
                </a:lnTo>
                <a:lnTo>
                  <a:pt x="447675" y="1238250"/>
                </a:lnTo>
                <a:lnTo>
                  <a:pt x="447675" y="1219200"/>
                </a:lnTo>
                <a:lnTo>
                  <a:pt x="476250" y="1219200"/>
                </a:lnTo>
                <a:lnTo>
                  <a:pt x="476250" y="1228725"/>
                </a:lnTo>
                <a:lnTo>
                  <a:pt x="495300" y="1228725"/>
                </a:lnTo>
                <a:close/>
                <a:moveTo>
                  <a:pt x="762000" y="1209675"/>
                </a:moveTo>
                <a:lnTo>
                  <a:pt x="771525" y="1209675"/>
                </a:lnTo>
                <a:lnTo>
                  <a:pt x="771525" y="1219200"/>
                </a:lnTo>
                <a:lnTo>
                  <a:pt x="762000" y="1219200"/>
                </a:lnTo>
                <a:close/>
                <a:moveTo>
                  <a:pt x="1409700" y="1209675"/>
                </a:moveTo>
                <a:lnTo>
                  <a:pt x="1419225" y="1209675"/>
                </a:lnTo>
                <a:lnTo>
                  <a:pt x="1419225" y="1200150"/>
                </a:lnTo>
                <a:lnTo>
                  <a:pt x="1409700" y="1200150"/>
                </a:lnTo>
                <a:close/>
                <a:moveTo>
                  <a:pt x="123825" y="1219200"/>
                </a:moveTo>
                <a:lnTo>
                  <a:pt x="152400" y="1219200"/>
                </a:lnTo>
                <a:lnTo>
                  <a:pt x="152400" y="1228725"/>
                </a:lnTo>
                <a:lnTo>
                  <a:pt x="161925" y="1228725"/>
                </a:lnTo>
                <a:lnTo>
                  <a:pt x="161925" y="1238250"/>
                </a:lnTo>
                <a:lnTo>
                  <a:pt x="152400" y="1238250"/>
                </a:lnTo>
                <a:lnTo>
                  <a:pt x="152400" y="1247775"/>
                </a:lnTo>
                <a:lnTo>
                  <a:pt x="123825" y="1247775"/>
                </a:lnTo>
                <a:lnTo>
                  <a:pt x="123825" y="1238250"/>
                </a:lnTo>
                <a:lnTo>
                  <a:pt x="142875" y="1238250"/>
                </a:lnTo>
                <a:lnTo>
                  <a:pt x="142875" y="1228725"/>
                </a:lnTo>
                <a:lnTo>
                  <a:pt x="123825" y="1228725"/>
                </a:lnTo>
                <a:close/>
                <a:moveTo>
                  <a:pt x="685800" y="1219200"/>
                </a:moveTo>
                <a:lnTo>
                  <a:pt x="704850" y="1219200"/>
                </a:lnTo>
                <a:lnTo>
                  <a:pt x="704850" y="1238250"/>
                </a:lnTo>
                <a:lnTo>
                  <a:pt x="685800" y="1238250"/>
                </a:lnTo>
                <a:close/>
                <a:moveTo>
                  <a:pt x="866775" y="1219200"/>
                </a:moveTo>
                <a:lnTo>
                  <a:pt x="904875" y="1219200"/>
                </a:lnTo>
                <a:lnTo>
                  <a:pt x="904875" y="1238250"/>
                </a:lnTo>
                <a:lnTo>
                  <a:pt x="885825" y="1238250"/>
                </a:lnTo>
                <a:lnTo>
                  <a:pt x="885825" y="1247775"/>
                </a:lnTo>
                <a:lnTo>
                  <a:pt x="876300" y="1247775"/>
                </a:lnTo>
                <a:lnTo>
                  <a:pt x="876300" y="1238250"/>
                </a:lnTo>
                <a:lnTo>
                  <a:pt x="866775" y="1238250"/>
                </a:lnTo>
                <a:close/>
                <a:moveTo>
                  <a:pt x="1095375" y="1219200"/>
                </a:moveTo>
                <a:lnTo>
                  <a:pt x="1104900" y="1219200"/>
                </a:lnTo>
                <a:lnTo>
                  <a:pt x="1104900" y="1238250"/>
                </a:lnTo>
                <a:lnTo>
                  <a:pt x="1095375" y="1238250"/>
                </a:lnTo>
                <a:close/>
                <a:moveTo>
                  <a:pt x="1285875" y="1219200"/>
                </a:moveTo>
                <a:lnTo>
                  <a:pt x="1295400" y="1219200"/>
                </a:lnTo>
                <a:lnTo>
                  <a:pt x="1295400" y="1247775"/>
                </a:lnTo>
                <a:lnTo>
                  <a:pt x="1276350" y="1247775"/>
                </a:lnTo>
                <a:lnTo>
                  <a:pt x="1276350" y="1228725"/>
                </a:lnTo>
                <a:lnTo>
                  <a:pt x="1285875" y="1228725"/>
                </a:lnTo>
                <a:close/>
                <a:moveTo>
                  <a:pt x="438150" y="1238250"/>
                </a:moveTo>
                <a:lnTo>
                  <a:pt x="447675" y="1238250"/>
                </a:lnTo>
                <a:lnTo>
                  <a:pt x="447675" y="1247775"/>
                </a:lnTo>
                <a:lnTo>
                  <a:pt x="438150" y="1247775"/>
                </a:lnTo>
                <a:close/>
                <a:moveTo>
                  <a:pt x="762000" y="1238250"/>
                </a:moveTo>
                <a:lnTo>
                  <a:pt x="781050" y="1238250"/>
                </a:lnTo>
                <a:lnTo>
                  <a:pt x="781050" y="1247775"/>
                </a:lnTo>
                <a:lnTo>
                  <a:pt x="762000" y="1247775"/>
                </a:lnTo>
                <a:close/>
                <a:moveTo>
                  <a:pt x="1085850" y="1238250"/>
                </a:moveTo>
                <a:lnTo>
                  <a:pt x="1095375" y="1238250"/>
                </a:lnTo>
                <a:lnTo>
                  <a:pt x="1095375" y="1247775"/>
                </a:lnTo>
                <a:lnTo>
                  <a:pt x="1085850" y="1247775"/>
                </a:lnTo>
                <a:close/>
                <a:moveTo>
                  <a:pt x="1104900" y="1238250"/>
                </a:moveTo>
                <a:lnTo>
                  <a:pt x="1123950" y="1238250"/>
                </a:lnTo>
                <a:lnTo>
                  <a:pt x="1123950" y="1247775"/>
                </a:lnTo>
                <a:lnTo>
                  <a:pt x="1104900" y="1247775"/>
                </a:lnTo>
                <a:close/>
                <a:moveTo>
                  <a:pt x="1476375" y="1266825"/>
                </a:moveTo>
                <a:lnTo>
                  <a:pt x="1485900" y="1266825"/>
                </a:lnTo>
                <a:lnTo>
                  <a:pt x="1485900" y="1285875"/>
                </a:lnTo>
                <a:lnTo>
                  <a:pt x="1476375" y="1285875"/>
                </a:lnTo>
                <a:close/>
                <a:moveTo>
                  <a:pt x="561975" y="1276350"/>
                </a:moveTo>
                <a:lnTo>
                  <a:pt x="581025" y="1276350"/>
                </a:lnTo>
                <a:lnTo>
                  <a:pt x="581025" y="1285875"/>
                </a:lnTo>
                <a:lnTo>
                  <a:pt x="561975" y="1285875"/>
                </a:lnTo>
                <a:close/>
                <a:moveTo>
                  <a:pt x="866775" y="1276350"/>
                </a:moveTo>
                <a:lnTo>
                  <a:pt x="876300" y="1276350"/>
                </a:lnTo>
                <a:lnTo>
                  <a:pt x="876300" y="1285875"/>
                </a:lnTo>
                <a:lnTo>
                  <a:pt x="866775" y="1285875"/>
                </a:lnTo>
                <a:close/>
                <a:moveTo>
                  <a:pt x="304800" y="1285875"/>
                </a:moveTo>
                <a:lnTo>
                  <a:pt x="323850" y="1285875"/>
                </a:lnTo>
                <a:lnTo>
                  <a:pt x="323850" y="1295400"/>
                </a:lnTo>
                <a:lnTo>
                  <a:pt x="304800" y="1295400"/>
                </a:lnTo>
                <a:close/>
                <a:moveTo>
                  <a:pt x="762000" y="1285875"/>
                </a:moveTo>
                <a:lnTo>
                  <a:pt x="771525" y="1285875"/>
                </a:lnTo>
                <a:lnTo>
                  <a:pt x="771525" y="1295400"/>
                </a:lnTo>
                <a:lnTo>
                  <a:pt x="800100" y="1295400"/>
                </a:lnTo>
                <a:lnTo>
                  <a:pt x="800100" y="1304925"/>
                </a:lnTo>
                <a:lnTo>
                  <a:pt x="742950" y="1304925"/>
                </a:lnTo>
                <a:lnTo>
                  <a:pt x="742950" y="1295400"/>
                </a:lnTo>
                <a:lnTo>
                  <a:pt x="762000" y="1295400"/>
                </a:lnTo>
                <a:close/>
                <a:moveTo>
                  <a:pt x="809625" y="1285875"/>
                </a:moveTo>
                <a:lnTo>
                  <a:pt x="828675" y="1285875"/>
                </a:lnTo>
                <a:lnTo>
                  <a:pt x="828675" y="1304925"/>
                </a:lnTo>
                <a:lnTo>
                  <a:pt x="819150" y="1304925"/>
                </a:lnTo>
                <a:lnTo>
                  <a:pt x="819150" y="1295400"/>
                </a:lnTo>
                <a:lnTo>
                  <a:pt x="809625" y="1295400"/>
                </a:lnTo>
                <a:close/>
                <a:moveTo>
                  <a:pt x="1257300" y="1285875"/>
                </a:moveTo>
                <a:lnTo>
                  <a:pt x="1276350" y="1285875"/>
                </a:lnTo>
                <a:lnTo>
                  <a:pt x="1276350" y="1295400"/>
                </a:lnTo>
                <a:lnTo>
                  <a:pt x="1266825" y="1295400"/>
                </a:lnTo>
                <a:lnTo>
                  <a:pt x="1266825" y="1314450"/>
                </a:lnTo>
                <a:lnTo>
                  <a:pt x="1257300" y="1314450"/>
                </a:lnTo>
                <a:lnTo>
                  <a:pt x="1257300" y="1304925"/>
                </a:lnTo>
                <a:lnTo>
                  <a:pt x="1247775" y="1304925"/>
                </a:lnTo>
                <a:lnTo>
                  <a:pt x="1247775" y="1295400"/>
                </a:lnTo>
                <a:lnTo>
                  <a:pt x="1257300" y="1295400"/>
                </a:lnTo>
                <a:close/>
                <a:moveTo>
                  <a:pt x="1581150" y="1285875"/>
                </a:moveTo>
                <a:lnTo>
                  <a:pt x="1609725" y="1285875"/>
                </a:lnTo>
                <a:lnTo>
                  <a:pt x="1609725" y="1304925"/>
                </a:lnTo>
                <a:lnTo>
                  <a:pt x="1590675" y="1304925"/>
                </a:lnTo>
                <a:lnTo>
                  <a:pt x="1590675" y="1295400"/>
                </a:lnTo>
                <a:lnTo>
                  <a:pt x="1581150" y="1295400"/>
                </a:lnTo>
                <a:close/>
                <a:moveTo>
                  <a:pt x="257175" y="1295400"/>
                </a:moveTo>
                <a:lnTo>
                  <a:pt x="276225" y="1295400"/>
                </a:lnTo>
                <a:lnTo>
                  <a:pt x="276225" y="1304925"/>
                </a:lnTo>
                <a:lnTo>
                  <a:pt x="257175" y="1304925"/>
                </a:lnTo>
                <a:close/>
                <a:moveTo>
                  <a:pt x="323850" y="1295400"/>
                </a:moveTo>
                <a:lnTo>
                  <a:pt x="333375" y="1295400"/>
                </a:lnTo>
                <a:lnTo>
                  <a:pt x="333375" y="1304925"/>
                </a:lnTo>
                <a:lnTo>
                  <a:pt x="323850" y="1304925"/>
                </a:lnTo>
                <a:close/>
                <a:moveTo>
                  <a:pt x="361950" y="1295400"/>
                </a:moveTo>
                <a:lnTo>
                  <a:pt x="371475" y="1295400"/>
                </a:lnTo>
                <a:lnTo>
                  <a:pt x="371475" y="1304925"/>
                </a:lnTo>
                <a:lnTo>
                  <a:pt x="381000" y="1304925"/>
                </a:lnTo>
                <a:lnTo>
                  <a:pt x="381000" y="1295400"/>
                </a:lnTo>
                <a:lnTo>
                  <a:pt x="390525" y="1295400"/>
                </a:lnTo>
                <a:lnTo>
                  <a:pt x="390525" y="1304925"/>
                </a:lnTo>
                <a:lnTo>
                  <a:pt x="381000" y="1304925"/>
                </a:lnTo>
                <a:lnTo>
                  <a:pt x="381000" y="1314450"/>
                </a:lnTo>
                <a:lnTo>
                  <a:pt x="361950" y="1314450"/>
                </a:lnTo>
                <a:close/>
                <a:moveTo>
                  <a:pt x="409575" y="1295400"/>
                </a:moveTo>
                <a:lnTo>
                  <a:pt x="447675" y="1295400"/>
                </a:lnTo>
                <a:lnTo>
                  <a:pt x="447675" y="1304925"/>
                </a:lnTo>
                <a:lnTo>
                  <a:pt x="428625" y="1304925"/>
                </a:lnTo>
                <a:lnTo>
                  <a:pt x="428625" y="1314450"/>
                </a:lnTo>
                <a:lnTo>
                  <a:pt x="438150" y="1314450"/>
                </a:lnTo>
                <a:lnTo>
                  <a:pt x="438150" y="1323975"/>
                </a:lnTo>
                <a:lnTo>
                  <a:pt x="447675" y="1323975"/>
                </a:lnTo>
                <a:lnTo>
                  <a:pt x="447675" y="1343025"/>
                </a:lnTo>
                <a:lnTo>
                  <a:pt x="400050" y="1343025"/>
                </a:lnTo>
                <a:lnTo>
                  <a:pt x="400050" y="1323975"/>
                </a:lnTo>
                <a:lnTo>
                  <a:pt x="409575" y="1323975"/>
                </a:lnTo>
                <a:lnTo>
                  <a:pt x="409575" y="1314450"/>
                </a:lnTo>
                <a:lnTo>
                  <a:pt x="419100" y="1314450"/>
                </a:lnTo>
                <a:lnTo>
                  <a:pt x="419100" y="1304925"/>
                </a:lnTo>
                <a:lnTo>
                  <a:pt x="409575" y="1304925"/>
                </a:lnTo>
                <a:close/>
                <a:moveTo>
                  <a:pt x="504825" y="1295400"/>
                </a:moveTo>
                <a:lnTo>
                  <a:pt x="523875" y="1295400"/>
                </a:lnTo>
                <a:lnTo>
                  <a:pt x="523875" y="1304925"/>
                </a:lnTo>
                <a:lnTo>
                  <a:pt x="504825" y="1304925"/>
                </a:lnTo>
                <a:close/>
                <a:moveTo>
                  <a:pt x="571500" y="1295400"/>
                </a:moveTo>
                <a:lnTo>
                  <a:pt x="581025" y="1295400"/>
                </a:lnTo>
                <a:lnTo>
                  <a:pt x="581025" y="1304925"/>
                </a:lnTo>
                <a:lnTo>
                  <a:pt x="571500" y="1304925"/>
                </a:lnTo>
                <a:close/>
                <a:moveTo>
                  <a:pt x="904875" y="1295400"/>
                </a:moveTo>
                <a:lnTo>
                  <a:pt x="923925" y="1295400"/>
                </a:lnTo>
                <a:lnTo>
                  <a:pt x="923925" y="1304925"/>
                </a:lnTo>
                <a:lnTo>
                  <a:pt x="904875" y="1304925"/>
                </a:lnTo>
                <a:close/>
                <a:moveTo>
                  <a:pt x="1009650" y="1295400"/>
                </a:moveTo>
                <a:lnTo>
                  <a:pt x="1028700" y="1295400"/>
                </a:lnTo>
                <a:lnTo>
                  <a:pt x="1028700" y="1304925"/>
                </a:lnTo>
                <a:lnTo>
                  <a:pt x="1009650" y="1304925"/>
                </a:lnTo>
                <a:close/>
                <a:moveTo>
                  <a:pt x="1123950" y="1295400"/>
                </a:moveTo>
                <a:lnTo>
                  <a:pt x="1133475" y="1295400"/>
                </a:lnTo>
                <a:lnTo>
                  <a:pt x="1133475" y="1304925"/>
                </a:lnTo>
                <a:lnTo>
                  <a:pt x="1123950" y="1304925"/>
                </a:lnTo>
                <a:close/>
                <a:moveTo>
                  <a:pt x="1276350" y="1295400"/>
                </a:moveTo>
                <a:lnTo>
                  <a:pt x="1285875" y="1295400"/>
                </a:lnTo>
                <a:lnTo>
                  <a:pt x="1285875" y="1304925"/>
                </a:lnTo>
                <a:lnTo>
                  <a:pt x="1276350" y="1304925"/>
                </a:lnTo>
                <a:close/>
                <a:moveTo>
                  <a:pt x="1362075" y="1295400"/>
                </a:moveTo>
                <a:lnTo>
                  <a:pt x="1371600" y="1295400"/>
                </a:lnTo>
                <a:lnTo>
                  <a:pt x="1371600" y="1314450"/>
                </a:lnTo>
                <a:lnTo>
                  <a:pt x="1362075" y="1314450"/>
                </a:lnTo>
                <a:close/>
                <a:moveTo>
                  <a:pt x="295275" y="1304925"/>
                </a:moveTo>
                <a:lnTo>
                  <a:pt x="314325" y="1304925"/>
                </a:lnTo>
                <a:lnTo>
                  <a:pt x="314325" y="1314450"/>
                </a:lnTo>
                <a:lnTo>
                  <a:pt x="295275" y="1314450"/>
                </a:lnTo>
                <a:close/>
                <a:moveTo>
                  <a:pt x="485775" y="1304925"/>
                </a:moveTo>
                <a:lnTo>
                  <a:pt x="504825" y="1304925"/>
                </a:lnTo>
                <a:lnTo>
                  <a:pt x="504825" y="1323975"/>
                </a:lnTo>
                <a:lnTo>
                  <a:pt x="485775" y="1323975"/>
                </a:lnTo>
                <a:close/>
                <a:moveTo>
                  <a:pt x="981075" y="1314450"/>
                </a:moveTo>
                <a:lnTo>
                  <a:pt x="990600" y="1314450"/>
                </a:lnTo>
                <a:lnTo>
                  <a:pt x="990600" y="1323975"/>
                </a:lnTo>
                <a:lnTo>
                  <a:pt x="981075" y="1323975"/>
                </a:lnTo>
                <a:close/>
                <a:moveTo>
                  <a:pt x="1514475" y="1314450"/>
                </a:moveTo>
                <a:lnTo>
                  <a:pt x="1524000" y="1314450"/>
                </a:lnTo>
                <a:lnTo>
                  <a:pt x="1524000" y="1333500"/>
                </a:lnTo>
                <a:lnTo>
                  <a:pt x="1514475" y="1333500"/>
                </a:lnTo>
                <a:close/>
                <a:moveTo>
                  <a:pt x="619125" y="1323975"/>
                </a:moveTo>
                <a:lnTo>
                  <a:pt x="628650" y="1323975"/>
                </a:lnTo>
                <a:lnTo>
                  <a:pt x="628650" y="1333500"/>
                </a:lnTo>
                <a:lnTo>
                  <a:pt x="619125" y="1333500"/>
                </a:lnTo>
                <a:close/>
                <a:moveTo>
                  <a:pt x="1562100" y="1323975"/>
                </a:moveTo>
                <a:lnTo>
                  <a:pt x="1581150" y="1323975"/>
                </a:lnTo>
                <a:lnTo>
                  <a:pt x="1581150" y="1333500"/>
                </a:lnTo>
                <a:lnTo>
                  <a:pt x="1562100" y="1333500"/>
                </a:lnTo>
                <a:close/>
                <a:moveTo>
                  <a:pt x="695325" y="1333500"/>
                </a:moveTo>
                <a:lnTo>
                  <a:pt x="704850" y="1333500"/>
                </a:lnTo>
                <a:lnTo>
                  <a:pt x="704850" y="1352550"/>
                </a:lnTo>
                <a:lnTo>
                  <a:pt x="695325" y="1352550"/>
                </a:lnTo>
                <a:close/>
                <a:moveTo>
                  <a:pt x="1143000" y="1333500"/>
                </a:moveTo>
                <a:lnTo>
                  <a:pt x="1152525" y="1333500"/>
                </a:lnTo>
                <a:lnTo>
                  <a:pt x="1152525" y="1343025"/>
                </a:lnTo>
                <a:lnTo>
                  <a:pt x="1143000" y="1343025"/>
                </a:lnTo>
                <a:close/>
                <a:moveTo>
                  <a:pt x="1333500" y="1333500"/>
                </a:moveTo>
                <a:lnTo>
                  <a:pt x="1343025" y="1333500"/>
                </a:lnTo>
                <a:lnTo>
                  <a:pt x="1343025" y="1343025"/>
                </a:lnTo>
                <a:lnTo>
                  <a:pt x="1333500" y="1343025"/>
                </a:lnTo>
                <a:close/>
                <a:moveTo>
                  <a:pt x="1419225" y="1333500"/>
                </a:moveTo>
                <a:lnTo>
                  <a:pt x="1438275" y="1333500"/>
                </a:lnTo>
                <a:lnTo>
                  <a:pt x="1438275" y="1352550"/>
                </a:lnTo>
                <a:lnTo>
                  <a:pt x="1428750" y="1352550"/>
                </a:lnTo>
                <a:lnTo>
                  <a:pt x="1428750" y="1343025"/>
                </a:lnTo>
                <a:lnTo>
                  <a:pt x="1419225" y="1343025"/>
                </a:lnTo>
                <a:close/>
                <a:moveTo>
                  <a:pt x="1581150" y="1333500"/>
                </a:moveTo>
                <a:lnTo>
                  <a:pt x="1590675" y="1333500"/>
                </a:lnTo>
                <a:lnTo>
                  <a:pt x="1590675" y="1343025"/>
                </a:lnTo>
                <a:lnTo>
                  <a:pt x="1581150" y="1343025"/>
                </a:lnTo>
                <a:close/>
                <a:moveTo>
                  <a:pt x="466725" y="1343025"/>
                </a:moveTo>
                <a:lnTo>
                  <a:pt x="476250" y="1343025"/>
                </a:lnTo>
                <a:lnTo>
                  <a:pt x="476250" y="1362075"/>
                </a:lnTo>
                <a:lnTo>
                  <a:pt x="466725" y="1362075"/>
                </a:lnTo>
                <a:close/>
                <a:moveTo>
                  <a:pt x="1590675" y="1343025"/>
                </a:moveTo>
                <a:lnTo>
                  <a:pt x="1600200" y="1343025"/>
                </a:lnTo>
                <a:lnTo>
                  <a:pt x="1600200" y="1352550"/>
                </a:lnTo>
                <a:lnTo>
                  <a:pt x="1609725" y="1352550"/>
                </a:lnTo>
                <a:lnTo>
                  <a:pt x="1609725" y="1362075"/>
                </a:lnTo>
                <a:lnTo>
                  <a:pt x="1590675" y="1362075"/>
                </a:lnTo>
                <a:close/>
                <a:moveTo>
                  <a:pt x="238125" y="1352550"/>
                </a:moveTo>
                <a:lnTo>
                  <a:pt x="247650" y="1352550"/>
                </a:lnTo>
                <a:lnTo>
                  <a:pt x="247650" y="1362075"/>
                </a:lnTo>
                <a:lnTo>
                  <a:pt x="238125" y="1362075"/>
                </a:lnTo>
                <a:close/>
                <a:moveTo>
                  <a:pt x="419100" y="1352550"/>
                </a:moveTo>
                <a:lnTo>
                  <a:pt x="438150" y="1352550"/>
                </a:lnTo>
                <a:lnTo>
                  <a:pt x="438150" y="1362075"/>
                </a:lnTo>
                <a:lnTo>
                  <a:pt x="419100" y="1362075"/>
                </a:lnTo>
                <a:close/>
              </a:path>
            </a:pathLst>
          </a:custGeom>
          <a:solidFill xmlns:a="http://schemas.openxmlformats.org/drawingml/2006/main">
            <a:srgbClr val="F9F8F4"/>
          </a:solidFill>
          <a:ln xmlns:a="http://schemas.openxmlformats.org/drawingml/2006/main" w="0">
            <a:noFill/>
          </a:ln>
        </p:spPr>
      </p:sp>
      <p:sp>
        <p:nvSpPr>
          <p:cNvPr id="31" name="turno1 vector #f9f8f3">
            <a:extLst xmlns:a="http://schemas.openxmlformats.org/drawingml/2006/main">
              <a:ext uri="{FF2B5EF4-FFF2-40B4-BE49-F238E27FC236}">
                <a16:creationId xmlns:a16="http://schemas.microsoft.com/office/drawing/2014/main" id="{A508D2D7-32C0-47EB-8A0F-78BC396B68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2025" y="2752725"/>
            <a:ext cx="2476500" cy="2095500"/>
          </a:xfrm>
          <a:custGeom xmlns:a="http://schemas.openxmlformats.org/drawingml/2006/main">
            <a:pathLst>
              <a:path w="1609725" h="1362075">
                <a:moveTo>
                  <a:pt x="390525" y="0"/>
                </a:moveTo>
                <a:lnTo>
                  <a:pt x="400050" y="0"/>
                </a:lnTo>
                <a:lnTo>
                  <a:pt x="400050" y="9525"/>
                </a:lnTo>
                <a:lnTo>
                  <a:pt x="390525" y="9525"/>
                </a:lnTo>
                <a:close/>
                <a:moveTo>
                  <a:pt x="1076325" y="0"/>
                </a:moveTo>
                <a:lnTo>
                  <a:pt x="1114425" y="0"/>
                </a:lnTo>
                <a:lnTo>
                  <a:pt x="1114425" y="9525"/>
                </a:lnTo>
                <a:lnTo>
                  <a:pt x="1123950" y="9525"/>
                </a:lnTo>
                <a:lnTo>
                  <a:pt x="1123950" y="0"/>
                </a:lnTo>
                <a:lnTo>
                  <a:pt x="1133475" y="0"/>
                </a:lnTo>
                <a:lnTo>
                  <a:pt x="1133475" y="9525"/>
                </a:lnTo>
                <a:lnTo>
                  <a:pt x="1123950" y="9525"/>
                </a:lnTo>
                <a:lnTo>
                  <a:pt x="1123950" y="19050"/>
                </a:lnTo>
                <a:lnTo>
                  <a:pt x="1114425" y="19050"/>
                </a:lnTo>
                <a:lnTo>
                  <a:pt x="1114425" y="28575"/>
                </a:lnTo>
                <a:lnTo>
                  <a:pt x="1104900" y="28575"/>
                </a:lnTo>
                <a:lnTo>
                  <a:pt x="1104900" y="9525"/>
                </a:lnTo>
                <a:lnTo>
                  <a:pt x="1095375" y="9525"/>
                </a:lnTo>
                <a:lnTo>
                  <a:pt x="1095375" y="19050"/>
                </a:lnTo>
                <a:lnTo>
                  <a:pt x="1085850" y="19050"/>
                </a:lnTo>
                <a:lnTo>
                  <a:pt x="1085850" y="38100"/>
                </a:lnTo>
                <a:lnTo>
                  <a:pt x="1095375" y="38100"/>
                </a:lnTo>
                <a:lnTo>
                  <a:pt x="1095375" y="57150"/>
                </a:lnTo>
                <a:lnTo>
                  <a:pt x="1076325" y="57150"/>
                </a:lnTo>
                <a:lnTo>
                  <a:pt x="1076325" y="47625"/>
                </a:lnTo>
                <a:lnTo>
                  <a:pt x="1057275" y="47625"/>
                </a:lnTo>
                <a:lnTo>
                  <a:pt x="1057275" y="38100"/>
                </a:lnTo>
                <a:lnTo>
                  <a:pt x="1076325" y="38100"/>
                </a:lnTo>
                <a:lnTo>
                  <a:pt x="1076325" y="19050"/>
                </a:lnTo>
                <a:lnTo>
                  <a:pt x="1066800" y="19050"/>
                </a:lnTo>
                <a:lnTo>
                  <a:pt x="1066800" y="9525"/>
                </a:lnTo>
                <a:lnTo>
                  <a:pt x="1076325" y="9525"/>
                </a:lnTo>
                <a:close/>
                <a:moveTo>
                  <a:pt x="457200" y="9525"/>
                </a:moveTo>
                <a:lnTo>
                  <a:pt x="466725" y="9525"/>
                </a:lnTo>
                <a:lnTo>
                  <a:pt x="466725" y="19050"/>
                </a:lnTo>
                <a:lnTo>
                  <a:pt x="457200" y="19050"/>
                </a:lnTo>
                <a:close/>
                <a:moveTo>
                  <a:pt x="990600" y="9525"/>
                </a:moveTo>
                <a:lnTo>
                  <a:pt x="1000125" y="9525"/>
                </a:lnTo>
                <a:lnTo>
                  <a:pt x="1000125" y="19050"/>
                </a:lnTo>
                <a:lnTo>
                  <a:pt x="990600" y="19050"/>
                </a:lnTo>
                <a:close/>
                <a:moveTo>
                  <a:pt x="1514475" y="9525"/>
                </a:moveTo>
                <a:lnTo>
                  <a:pt x="1524000" y="9525"/>
                </a:lnTo>
                <a:lnTo>
                  <a:pt x="1524000" y="19050"/>
                </a:lnTo>
                <a:lnTo>
                  <a:pt x="1514475" y="19050"/>
                </a:lnTo>
                <a:close/>
                <a:moveTo>
                  <a:pt x="323850" y="28575"/>
                </a:moveTo>
                <a:lnTo>
                  <a:pt x="333375" y="28575"/>
                </a:lnTo>
                <a:lnTo>
                  <a:pt x="333375" y="38100"/>
                </a:lnTo>
                <a:lnTo>
                  <a:pt x="323850" y="38100"/>
                </a:lnTo>
                <a:close/>
                <a:moveTo>
                  <a:pt x="295275" y="57150"/>
                </a:moveTo>
                <a:lnTo>
                  <a:pt x="304800" y="57150"/>
                </a:lnTo>
                <a:lnTo>
                  <a:pt x="304800" y="66675"/>
                </a:lnTo>
                <a:lnTo>
                  <a:pt x="295275" y="66675"/>
                </a:lnTo>
                <a:close/>
                <a:moveTo>
                  <a:pt x="457200" y="57150"/>
                </a:moveTo>
                <a:lnTo>
                  <a:pt x="466725" y="57150"/>
                </a:lnTo>
                <a:lnTo>
                  <a:pt x="466725" y="66675"/>
                </a:lnTo>
                <a:lnTo>
                  <a:pt x="476250" y="66675"/>
                </a:lnTo>
                <a:lnTo>
                  <a:pt x="476250" y="76200"/>
                </a:lnTo>
                <a:lnTo>
                  <a:pt x="457200" y="76200"/>
                </a:lnTo>
                <a:close/>
                <a:moveTo>
                  <a:pt x="419100" y="66675"/>
                </a:moveTo>
                <a:lnTo>
                  <a:pt x="428625" y="66675"/>
                </a:lnTo>
                <a:lnTo>
                  <a:pt x="428625" y="76200"/>
                </a:lnTo>
                <a:lnTo>
                  <a:pt x="419100" y="76200"/>
                </a:lnTo>
                <a:close/>
                <a:moveTo>
                  <a:pt x="1285875" y="66675"/>
                </a:moveTo>
                <a:lnTo>
                  <a:pt x="1304925" y="66675"/>
                </a:lnTo>
                <a:lnTo>
                  <a:pt x="1304925" y="76200"/>
                </a:lnTo>
                <a:lnTo>
                  <a:pt x="1285875" y="76200"/>
                </a:lnTo>
                <a:close/>
                <a:moveTo>
                  <a:pt x="219075" y="76200"/>
                </a:moveTo>
                <a:lnTo>
                  <a:pt x="228600" y="76200"/>
                </a:lnTo>
                <a:lnTo>
                  <a:pt x="228600" y="85725"/>
                </a:lnTo>
                <a:lnTo>
                  <a:pt x="219075" y="85725"/>
                </a:lnTo>
                <a:close/>
                <a:moveTo>
                  <a:pt x="314325" y="76200"/>
                </a:moveTo>
                <a:lnTo>
                  <a:pt x="323850" y="76200"/>
                </a:lnTo>
                <a:lnTo>
                  <a:pt x="323850" y="95250"/>
                </a:lnTo>
                <a:lnTo>
                  <a:pt x="314325" y="95250"/>
                </a:lnTo>
                <a:close/>
                <a:moveTo>
                  <a:pt x="228600" y="85725"/>
                </a:moveTo>
                <a:lnTo>
                  <a:pt x="238125" y="85725"/>
                </a:lnTo>
                <a:lnTo>
                  <a:pt x="238125" y="95250"/>
                </a:lnTo>
                <a:lnTo>
                  <a:pt x="228600" y="95250"/>
                </a:lnTo>
                <a:close/>
                <a:moveTo>
                  <a:pt x="200025" y="95250"/>
                </a:moveTo>
                <a:lnTo>
                  <a:pt x="228600" y="95250"/>
                </a:lnTo>
                <a:lnTo>
                  <a:pt x="228600" y="104775"/>
                </a:lnTo>
                <a:lnTo>
                  <a:pt x="200025" y="104775"/>
                </a:lnTo>
                <a:close/>
                <a:moveTo>
                  <a:pt x="714375" y="104775"/>
                </a:moveTo>
                <a:lnTo>
                  <a:pt x="723900" y="104775"/>
                </a:lnTo>
                <a:lnTo>
                  <a:pt x="723900" y="114300"/>
                </a:lnTo>
                <a:lnTo>
                  <a:pt x="714375" y="114300"/>
                </a:lnTo>
                <a:close/>
                <a:moveTo>
                  <a:pt x="561975" y="114300"/>
                </a:moveTo>
                <a:lnTo>
                  <a:pt x="581025" y="114300"/>
                </a:lnTo>
                <a:lnTo>
                  <a:pt x="581025" y="123825"/>
                </a:lnTo>
                <a:lnTo>
                  <a:pt x="561975" y="123825"/>
                </a:lnTo>
                <a:close/>
                <a:moveTo>
                  <a:pt x="933450" y="123825"/>
                </a:moveTo>
                <a:lnTo>
                  <a:pt x="942975" y="123825"/>
                </a:lnTo>
                <a:lnTo>
                  <a:pt x="942975" y="133350"/>
                </a:lnTo>
                <a:lnTo>
                  <a:pt x="933450" y="133350"/>
                </a:lnTo>
                <a:close/>
                <a:moveTo>
                  <a:pt x="295275" y="133350"/>
                </a:moveTo>
                <a:lnTo>
                  <a:pt x="304800" y="133350"/>
                </a:lnTo>
                <a:lnTo>
                  <a:pt x="304800" y="152400"/>
                </a:lnTo>
                <a:lnTo>
                  <a:pt x="295275" y="152400"/>
                </a:lnTo>
                <a:lnTo>
                  <a:pt x="295275" y="171450"/>
                </a:lnTo>
                <a:lnTo>
                  <a:pt x="285750" y="171450"/>
                </a:lnTo>
                <a:lnTo>
                  <a:pt x="285750" y="142875"/>
                </a:lnTo>
                <a:lnTo>
                  <a:pt x="295275" y="142875"/>
                </a:lnTo>
                <a:close/>
                <a:moveTo>
                  <a:pt x="1466850" y="142875"/>
                </a:moveTo>
                <a:lnTo>
                  <a:pt x="1485900" y="142875"/>
                </a:lnTo>
                <a:lnTo>
                  <a:pt x="1485900" y="152400"/>
                </a:lnTo>
                <a:lnTo>
                  <a:pt x="1466850" y="152400"/>
                </a:lnTo>
                <a:close/>
                <a:moveTo>
                  <a:pt x="304800" y="152400"/>
                </a:moveTo>
                <a:lnTo>
                  <a:pt x="314325" y="152400"/>
                </a:lnTo>
                <a:lnTo>
                  <a:pt x="314325" y="161925"/>
                </a:lnTo>
                <a:lnTo>
                  <a:pt x="304800" y="161925"/>
                </a:lnTo>
                <a:close/>
                <a:moveTo>
                  <a:pt x="1304925" y="161925"/>
                </a:moveTo>
                <a:lnTo>
                  <a:pt x="1314450" y="161925"/>
                </a:lnTo>
                <a:lnTo>
                  <a:pt x="1314450" y="171450"/>
                </a:lnTo>
                <a:lnTo>
                  <a:pt x="1304925" y="171450"/>
                </a:lnTo>
                <a:close/>
                <a:moveTo>
                  <a:pt x="1314450" y="171450"/>
                </a:moveTo>
                <a:lnTo>
                  <a:pt x="1323975" y="171450"/>
                </a:lnTo>
                <a:lnTo>
                  <a:pt x="1323975" y="180975"/>
                </a:lnTo>
                <a:lnTo>
                  <a:pt x="1314450" y="180975"/>
                </a:lnTo>
                <a:close/>
                <a:moveTo>
                  <a:pt x="1333500" y="180975"/>
                </a:moveTo>
                <a:lnTo>
                  <a:pt x="1343025" y="180975"/>
                </a:lnTo>
                <a:lnTo>
                  <a:pt x="1343025" y="190500"/>
                </a:lnTo>
                <a:lnTo>
                  <a:pt x="1333500" y="190500"/>
                </a:lnTo>
                <a:close/>
                <a:moveTo>
                  <a:pt x="285750" y="200025"/>
                </a:moveTo>
                <a:lnTo>
                  <a:pt x="295275" y="200025"/>
                </a:lnTo>
                <a:lnTo>
                  <a:pt x="295275" y="209550"/>
                </a:lnTo>
                <a:lnTo>
                  <a:pt x="285750" y="209550"/>
                </a:lnTo>
                <a:close/>
                <a:moveTo>
                  <a:pt x="76200" y="238125"/>
                </a:moveTo>
                <a:lnTo>
                  <a:pt x="85725" y="238125"/>
                </a:lnTo>
                <a:lnTo>
                  <a:pt x="85725" y="266700"/>
                </a:lnTo>
                <a:lnTo>
                  <a:pt x="76200" y="266700"/>
                </a:lnTo>
                <a:close/>
                <a:moveTo>
                  <a:pt x="1504950" y="238125"/>
                </a:moveTo>
                <a:lnTo>
                  <a:pt x="1514475" y="238125"/>
                </a:lnTo>
                <a:lnTo>
                  <a:pt x="1514475" y="247650"/>
                </a:lnTo>
                <a:lnTo>
                  <a:pt x="1504950" y="247650"/>
                </a:lnTo>
                <a:close/>
                <a:moveTo>
                  <a:pt x="0" y="247650"/>
                </a:moveTo>
                <a:lnTo>
                  <a:pt x="9525" y="247650"/>
                </a:lnTo>
                <a:lnTo>
                  <a:pt x="9525" y="257175"/>
                </a:lnTo>
                <a:lnTo>
                  <a:pt x="0" y="257175"/>
                </a:lnTo>
                <a:close/>
                <a:moveTo>
                  <a:pt x="914400" y="247650"/>
                </a:moveTo>
                <a:lnTo>
                  <a:pt x="933450" y="247650"/>
                </a:lnTo>
                <a:lnTo>
                  <a:pt x="933450" y="257175"/>
                </a:lnTo>
                <a:lnTo>
                  <a:pt x="914400" y="257175"/>
                </a:lnTo>
                <a:close/>
                <a:moveTo>
                  <a:pt x="1514475" y="247650"/>
                </a:moveTo>
                <a:lnTo>
                  <a:pt x="1524000" y="247650"/>
                </a:lnTo>
                <a:lnTo>
                  <a:pt x="1524000" y="257175"/>
                </a:lnTo>
                <a:lnTo>
                  <a:pt x="1533525" y="257175"/>
                </a:lnTo>
                <a:lnTo>
                  <a:pt x="1533525" y="276225"/>
                </a:lnTo>
                <a:lnTo>
                  <a:pt x="1543050" y="276225"/>
                </a:lnTo>
                <a:lnTo>
                  <a:pt x="1543050" y="285750"/>
                </a:lnTo>
                <a:lnTo>
                  <a:pt x="1562100" y="285750"/>
                </a:lnTo>
                <a:lnTo>
                  <a:pt x="1562100" y="314325"/>
                </a:lnTo>
                <a:lnTo>
                  <a:pt x="1543050" y="314325"/>
                </a:lnTo>
                <a:lnTo>
                  <a:pt x="1543050" y="304800"/>
                </a:lnTo>
                <a:lnTo>
                  <a:pt x="1552575" y="304800"/>
                </a:lnTo>
                <a:lnTo>
                  <a:pt x="1552575" y="295275"/>
                </a:lnTo>
                <a:lnTo>
                  <a:pt x="1533525" y="295275"/>
                </a:lnTo>
                <a:lnTo>
                  <a:pt x="1533525" y="314325"/>
                </a:lnTo>
                <a:lnTo>
                  <a:pt x="1524000" y="314325"/>
                </a:lnTo>
                <a:lnTo>
                  <a:pt x="1524000" y="295275"/>
                </a:lnTo>
                <a:lnTo>
                  <a:pt x="1514475" y="295275"/>
                </a:lnTo>
                <a:lnTo>
                  <a:pt x="1514475" y="304800"/>
                </a:lnTo>
                <a:lnTo>
                  <a:pt x="1504950" y="304800"/>
                </a:lnTo>
                <a:lnTo>
                  <a:pt x="1504950" y="285750"/>
                </a:lnTo>
                <a:lnTo>
                  <a:pt x="1514475" y="285750"/>
                </a:lnTo>
                <a:lnTo>
                  <a:pt x="1514475" y="276225"/>
                </a:lnTo>
                <a:lnTo>
                  <a:pt x="1504950" y="276225"/>
                </a:lnTo>
                <a:lnTo>
                  <a:pt x="1504950" y="257175"/>
                </a:lnTo>
                <a:lnTo>
                  <a:pt x="1514475" y="257175"/>
                </a:lnTo>
                <a:close/>
                <a:moveTo>
                  <a:pt x="904875" y="257175"/>
                </a:moveTo>
                <a:lnTo>
                  <a:pt x="914400" y="257175"/>
                </a:lnTo>
                <a:lnTo>
                  <a:pt x="914400" y="276225"/>
                </a:lnTo>
                <a:lnTo>
                  <a:pt x="904875" y="276225"/>
                </a:lnTo>
                <a:lnTo>
                  <a:pt x="904875" y="285750"/>
                </a:lnTo>
                <a:lnTo>
                  <a:pt x="895350" y="285750"/>
                </a:lnTo>
                <a:lnTo>
                  <a:pt x="895350" y="295275"/>
                </a:lnTo>
                <a:lnTo>
                  <a:pt x="885825" y="295275"/>
                </a:lnTo>
                <a:lnTo>
                  <a:pt x="885825" y="266700"/>
                </a:lnTo>
                <a:lnTo>
                  <a:pt x="904875" y="266700"/>
                </a:lnTo>
                <a:close/>
                <a:moveTo>
                  <a:pt x="1314450" y="257175"/>
                </a:moveTo>
                <a:lnTo>
                  <a:pt x="1323975" y="257175"/>
                </a:lnTo>
                <a:lnTo>
                  <a:pt x="1323975" y="266700"/>
                </a:lnTo>
                <a:lnTo>
                  <a:pt x="1314450" y="266700"/>
                </a:lnTo>
                <a:close/>
                <a:moveTo>
                  <a:pt x="990600" y="266700"/>
                </a:moveTo>
                <a:lnTo>
                  <a:pt x="1009650" y="266700"/>
                </a:lnTo>
                <a:lnTo>
                  <a:pt x="1009650" y="276225"/>
                </a:lnTo>
                <a:lnTo>
                  <a:pt x="990600" y="276225"/>
                </a:lnTo>
                <a:close/>
                <a:moveTo>
                  <a:pt x="914400" y="276225"/>
                </a:moveTo>
                <a:lnTo>
                  <a:pt x="923925" y="276225"/>
                </a:lnTo>
                <a:lnTo>
                  <a:pt x="923925" y="285750"/>
                </a:lnTo>
                <a:lnTo>
                  <a:pt x="914400" y="285750"/>
                </a:lnTo>
                <a:close/>
                <a:moveTo>
                  <a:pt x="962025" y="285750"/>
                </a:moveTo>
                <a:lnTo>
                  <a:pt x="971550" y="285750"/>
                </a:lnTo>
                <a:lnTo>
                  <a:pt x="971550" y="304800"/>
                </a:lnTo>
                <a:lnTo>
                  <a:pt x="962025" y="304800"/>
                </a:lnTo>
                <a:close/>
                <a:moveTo>
                  <a:pt x="1571625" y="285750"/>
                </a:moveTo>
                <a:lnTo>
                  <a:pt x="1581150" y="285750"/>
                </a:lnTo>
                <a:lnTo>
                  <a:pt x="1581150" y="295275"/>
                </a:lnTo>
                <a:lnTo>
                  <a:pt x="1571625" y="295275"/>
                </a:lnTo>
                <a:close/>
                <a:moveTo>
                  <a:pt x="942975" y="304800"/>
                </a:moveTo>
                <a:lnTo>
                  <a:pt x="962025" y="304800"/>
                </a:lnTo>
                <a:lnTo>
                  <a:pt x="962025" y="314325"/>
                </a:lnTo>
                <a:lnTo>
                  <a:pt x="942975" y="314325"/>
                </a:lnTo>
                <a:close/>
                <a:moveTo>
                  <a:pt x="533400" y="323850"/>
                </a:moveTo>
                <a:lnTo>
                  <a:pt x="561975" y="323850"/>
                </a:lnTo>
                <a:lnTo>
                  <a:pt x="561975" y="333375"/>
                </a:lnTo>
                <a:lnTo>
                  <a:pt x="533400" y="333375"/>
                </a:lnTo>
                <a:close/>
                <a:moveTo>
                  <a:pt x="1162050" y="323850"/>
                </a:moveTo>
                <a:lnTo>
                  <a:pt x="1200150" y="323850"/>
                </a:lnTo>
                <a:lnTo>
                  <a:pt x="1200150" y="333375"/>
                </a:lnTo>
                <a:lnTo>
                  <a:pt x="1162050" y="333375"/>
                </a:lnTo>
                <a:close/>
                <a:moveTo>
                  <a:pt x="1076325" y="333375"/>
                </a:moveTo>
                <a:lnTo>
                  <a:pt x="1095375" y="333375"/>
                </a:lnTo>
                <a:lnTo>
                  <a:pt x="1095375" y="342900"/>
                </a:lnTo>
                <a:lnTo>
                  <a:pt x="1104900" y="342900"/>
                </a:lnTo>
                <a:lnTo>
                  <a:pt x="1104900" y="352425"/>
                </a:lnTo>
                <a:lnTo>
                  <a:pt x="1114425" y="352425"/>
                </a:lnTo>
                <a:lnTo>
                  <a:pt x="1114425" y="361950"/>
                </a:lnTo>
                <a:lnTo>
                  <a:pt x="1104900" y="361950"/>
                </a:lnTo>
                <a:lnTo>
                  <a:pt x="1104900" y="371475"/>
                </a:lnTo>
                <a:lnTo>
                  <a:pt x="1066800" y="371475"/>
                </a:lnTo>
                <a:lnTo>
                  <a:pt x="1066800" y="361950"/>
                </a:lnTo>
                <a:lnTo>
                  <a:pt x="1076325" y="361950"/>
                </a:lnTo>
                <a:close/>
                <a:moveTo>
                  <a:pt x="352425" y="342900"/>
                </a:moveTo>
                <a:lnTo>
                  <a:pt x="361950" y="342900"/>
                </a:lnTo>
                <a:lnTo>
                  <a:pt x="361950" y="352425"/>
                </a:lnTo>
                <a:lnTo>
                  <a:pt x="352425" y="352425"/>
                </a:lnTo>
                <a:close/>
                <a:moveTo>
                  <a:pt x="590550" y="342900"/>
                </a:moveTo>
                <a:lnTo>
                  <a:pt x="600075" y="342900"/>
                </a:lnTo>
                <a:lnTo>
                  <a:pt x="600075" y="352425"/>
                </a:lnTo>
                <a:lnTo>
                  <a:pt x="590550" y="352425"/>
                </a:lnTo>
                <a:close/>
                <a:moveTo>
                  <a:pt x="628650" y="361950"/>
                </a:moveTo>
                <a:lnTo>
                  <a:pt x="638175" y="361950"/>
                </a:lnTo>
                <a:lnTo>
                  <a:pt x="638175" y="381000"/>
                </a:lnTo>
                <a:lnTo>
                  <a:pt x="628650" y="381000"/>
                </a:lnTo>
                <a:close/>
                <a:moveTo>
                  <a:pt x="381000" y="371475"/>
                </a:moveTo>
                <a:lnTo>
                  <a:pt x="400050" y="371475"/>
                </a:lnTo>
                <a:lnTo>
                  <a:pt x="400050" y="400050"/>
                </a:lnTo>
                <a:lnTo>
                  <a:pt x="390525" y="400050"/>
                </a:lnTo>
                <a:lnTo>
                  <a:pt x="390525" y="419100"/>
                </a:lnTo>
                <a:lnTo>
                  <a:pt x="371475" y="419100"/>
                </a:lnTo>
                <a:lnTo>
                  <a:pt x="371475" y="409575"/>
                </a:lnTo>
                <a:lnTo>
                  <a:pt x="352425" y="409575"/>
                </a:lnTo>
                <a:lnTo>
                  <a:pt x="352425" y="400050"/>
                </a:lnTo>
                <a:lnTo>
                  <a:pt x="342900" y="400050"/>
                </a:lnTo>
                <a:lnTo>
                  <a:pt x="342900" y="428625"/>
                </a:lnTo>
                <a:lnTo>
                  <a:pt x="333375" y="428625"/>
                </a:lnTo>
                <a:lnTo>
                  <a:pt x="333375" y="419100"/>
                </a:lnTo>
                <a:lnTo>
                  <a:pt x="323850" y="419100"/>
                </a:lnTo>
                <a:lnTo>
                  <a:pt x="323850" y="390525"/>
                </a:lnTo>
                <a:lnTo>
                  <a:pt x="333375" y="390525"/>
                </a:lnTo>
                <a:lnTo>
                  <a:pt x="333375" y="381000"/>
                </a:lnTo>
                <a:lnTo>
                  <a:pt x="342900" y="381000"/>
                </a:lnTo>
                <a:lnTo>
                  <a:pt x="342900" y="390525"/>
                </a:lnTo>
                <a:lnTo>
                  <a:pt x="361950" y="390525"/>
                </a:lnTo>
                <a:lnTo>
                  <a:pt x="361950" y="400050"/>
                </a:lnTo>
                <a:lnTo>
                  <a:pt x="371475" y="400050"/>
                </a:lnTo>
                <a:lnTo>
                  <a:pt x="371475" y="381000"/>
                </a:lnTo>
                <a:lnTo>
                  <a:pt x="381000" y="381000"/>
                </a:lnTo>
                <a:close/>
                <a:moveTo>
                  <a:pt x="1009650" y="390525"/>
                </a:moveTo>
                <a:lnTo>
                  <a:pt x="1019175" y="390525"/>
                </a:lnTo>
                <a:lnTo>
                  <a:pt x="1019175" y="400050"/>
                </a:lnTo>
                <a:lnTo>
                  <a:pt x="1009650" y="400050"/>
                </a:lnTo>
                <a:close/>
                <a:moveTo>
                  <a:pt x="76200" y="400050"/>
                </a:moveTo>
                <a:lnTo>
                  <a:pt x="85725" y="400050"/>
                </a:lnTo>
                <a:lnTo>
                  <a:pt x="85725" y="409575"/>
                </a:lnTo>
                <a:lnTo>
                  <a:pt x="76200" y="409575"/>
                </a:lnTo>
                <a:close/>
                <a:moveTo>
                  <a:pt x="123825" y="400050"/>
                </a:moveTo>
                <a:lnTo>
                  <a:pt x="133350" y="400050"/>
                </a:lnTo>
                <a:lnTo>
                  <a:pt x="133350" y="409575"/>
                </a:lnTo>
                <a:lnTo>
                  <a:pt x="123825" y="409575"/>
                </a:lnTo>
                <a:close/>
                <a:moveTo>
                  <a:pt x="400050" y="400050"/>
                </a:moveTo>
                <a:lnTo>
                  <a:pt x="409575" y="400050"/>
                </a:lnTo>
                <a:lnTo>
                  <a:pt x="409575" y="409575"/>
                </a:lnTo>
                <a:lnTo>
                  <a:pt x="400050" y="409575"/>
                </a:lnTo>
                <a:close/>
                <a:moveTo>
                  <a:pt x="981075" y="400050"/>
                </a:moveTo>
                <a:lnTo>
                  <a:pt x="990600" y="400050"/>
                </a:lnTo>
                <a:lnTo>
                  <a:pt x="990600" y="409575"/>
                </a:lnTo>
                <a:lnTo>
                  <a:pt x="981075" y="409575"/>
                </a:lnTo>
                <a:close/>
                <a:moveTo>
                  <a:pt x="66675" y="409575"/>
                </a:moveTo>
                <a:lnTo>
                  <a:pt x="76200" y="409575"/>
                </a:lnTo>
                <a:lnTo>
                  <a:pt x="76200" y="419100"/>
                </a:lnTo>
                <a:lnTo>
                  <a:pt x="66675" y="419100"/>
                </a:lnTo>
                <a:close/>
                <a:moveTo>
                  <a:pt x="485775" y="409575"/>
                </a:moveTo>
                <a:lnTo>
                  <a:pt x="495300" y="409575"/>
                </a:lnTo>
                <a:lnTo>
                  <a:pt x="495300" y="419100"/>
                </a:lnTo>
                <a:lnTo>
                  <a:pt x="485775" y="419100"/>
                </a:lnTo>
                <a:close/>
                <a:moveTo>
                  <a:pt x="1000125" y="409575"/>
                </a:moveTo>
                <a:lnTo>
                  <a:pt x="1009650" y="409575"/>
                </a:lnTo>
                <a:lnTo>
                  <a:pt x="1009650" y="419100"/>
                </a:lnTo>
                <a:lnTo>
                  <a:pt x="1019175" y="419100"/>
                </a:lnTo>
                <a:lnTo>
                  <a:pt x="1019175" y="438150"/>
                </a:lnTo>
                <a:lnTo>
                  <a:pt x="1000125" y="438150"/>
                </a:lnTo>
                <a:close/>
                <a:moveTo>
                  <a:pt x="76200" y="419100"/>
                </a:moveTo>
                <a:lnTo>
                  <a:pt x="85725" y="419100"/>
                </a:lnTo>
                <a:lnTo>
                  <a:pt x="85725" y="428625"/>
                </a:lnTo>
                <a:lnTo>
                  <a:pt x="95250" y="428625"/>
                </a:lnTo>
                <a:lnTo>
                  <a:pt x="95250" y="447675"/>
                </a:lnTo>
                <a:lnTo>
                  <a:pt x="85725" y="447675"/>
                </a:lnTo>
                <a:lnTo>
                  <a:pt x="85725" y="438150"/>
                </a:lnTo>
                <a:lnTo>
                  <a:pt x="76200" y="438150"/>
                </a:lnTo>
                <a:close/>
                <a:moveTo>
                  <a:pt x="1552575" y="419100"/>
                </a:moveTo>
                <a:lnTo>
                  <a:pt x="1562100" y="419100"/>
                </a:lnTo>
                <a:lnTo>
                  <a:pt x="1562100" y="428625"/>
                </a:lnTo>
                <a:lnTo>
                  <a:pt x="1552575" y="428625"/>
                </a:lnTo>
                <a:close/>
                <a:moveTo>
                  <a:pt x="1285875" y="428625"/>
                </a:moveTo>
                <a:lnTo>
                  <a:pt x="1295400" y="428625"/>
                </a:lnTo>
                <a:lnTo>
                  <a:pt x="1295400" y="447675"/>
                </a:lnTo>
                <a:lnTo>
                  <a:pt x="1285875" y="447675"/>
                </a:lnTo>
                <a:close/>
                <a:moveTo>
                  <a:pt x="1485900" y="428625"/>
                </a:moveTo>
                <a:lnTo>
                  <a:pt x="1495425" y="428625"/>
                </a:lnTo>
                <a:lnTo>
                  <a:pt x="1495425" y="438150"/>
                </a:lnTo>
                <a:lnTo>
                  <a:pt x="1485900" y="438150"/>
                </a:lnTo>
                <a:close/>
                <a:moveTo>
                  <a:pt x="1524000" y="428625"/>
                </a:moveTo>
                <a:lnTo>
                  <a:pt x="1552575" y="428625"/>
                </a:lnTo>
                <a:lnTo>
                  <a:pt x="1552575" y="438150"/>
                </a:lnTo>
                <a:lnTo>
                  <a:pt x="1543050" y="438150"/>
                </a:lnTo>
                <a:lnTo>
                  <a:pt x="1543050" y="447675"/>
                </a:lnTo>
                <a:lnTo>
                  <a:pt x="1514475" y="447675"/>
                </a:lnTo>
                <a:lnTo>
                  <a:pt x="1514475" y="438150"/>
                </a:lnTo>
                <a:lnTo>
                  <a:pt x="1524000" y="438150"/>
                </a:lnTo>
                <a:close/>
                <a:moveTo>
                  <a:pt x="1600200" y="428625"/>
                </a:moveTo>
                <a:lnTo>
                  <a:pt x="1609725" y="428625"/>
                </a:lnTo>
                <a:lnTo>
                  <a:pt x="1609725" y="447675"/>
                </a:lnTo>
                <a:lnTo>
                  <a:pt x="1590675" y="447675"/>
                </a:lnTo>
                <a:lnTo>
                  <a:pt x="1590675" y="438150"/>
                </a:lnTo>
                <a:lnTo>
                  <a:pt x="1600200" y="438150"/>
                </a:lnTo>
                <a:close/>
                <a:moveTo>
                  <a:pt x="981075" y="438150"/>
                </a:moveTo>
                <a:lnTo>
                  <a:pt x="1000125" y="438150"/>
                </a:lnTo>
                <a:lnTo>
                  <a:pt x="1000125" y="447675"/>
                </a:lnTo>
                <a:lnTo>
                  <a:pt x="990600" y="447675"/>
                </a:lnTo>
                <a:lnTo>
                  <a:pt x="990600" y="457200"/>
                </a:lnTo>
                <a:lnTo>
                  <a:pt x="981075" y="457200"/>
                </a:lnTo>
                <a:close/>
                <a:moveTo>
                  <a:pt x="1219200" y="438150"/>
                </a:moveTo>
                <a:lnTo>
                  <a:pt x="1228725" y="438150"/>
                </a:lnTo>
                <a:lnTo>
                  <a:pt x="1228725" y="447675"/>
                </a:lnTo>
                <a:lnTo>
                  <a:pt x="1219200" y="447675"/>
                </a:lnTo>
                <a:close/>
                <a:moveTo>
                  <a:pt x="1562100" y="438150"/>
                </a:moveTo>
                <a:lnTo>
                  <a:pt x="1581150" y="438150"/>
                </a:lnTo>
                <a:lnTo>
                  <a:pt x="1581150" y="466725"/>
                </a:lnTo>
                <a:lnTo>
                  <a:pt x="1552575" y="466725"/>
                </a:lnTo>
                <a:lnTo>
                  <a:pt x="1552575" y="457200"/>
                </a:lnTo>
                <a:lnTo>
                  <a:pt x="1562100" y="457200"/>
                </a:lnTo>
                <a:close/>
                <a:moveTo>
                  <a:pt x="1266825" y="447675"/>
                </a:moveTo>
                <a:lnTo>
                  <a:pt x="1285875" y="447675"/>
                </a:lnTo>
                <a:lnTo>
                  <a:pt x="1285875" y="457200"/>
                </a:lnTo>
                <a:lnTo>
                  <a:pt x="1276350" y="457200"/>
                </a:lnTo>
                <a:lnTo>
                  <a:pt x="1276350" y="466725"/>
                </a:lnTo>
                <a:lnTo>
                  <a:pt x="1266825" y="466725"/>
                </a:lnTo>
                <a:close/>
                <a:moveTo>
                  <a:pt x="1371600" y="447675"/>
                </a:moveTo>
                <a:lnTo>
                  <a:pt x="1381125" y="447675"/>
                </a:lnTo>
                <a:lnTo>
                  <a:pt x="1381125" y="457200"/>
                </a:lnTo>
                <a:lnTo>
                  <a:pt x="1371600" y="457200"/>
                </a:lnTo>
                <a:close/>
                <a:moveTo>
                  <a:pt x="581025" y="457200"/>
                </a:moveTo>
                <a:lnTo>
                  <a:pt x="590550" y="457200"/>
                </a:lnTo>
                <a:lnTo>
                  <a:pt x="590550" y="466725"/>
                </a:lnTo>
                <a:lnTo>
                  <a:pt x="581025" y="466725"/>
                </a:lnTo>
                <a:close/>
                <a:moveTo>
                  <a:pt x="1047750" y="457200"/>
                </a:moveTo>
                <a:lnTo>
                  <a:pt x="1057275" y="457200"/>
                </a:lnTo>
                <a:lnTo>
                  <a:pt x="1057275" y="466725"/>
                </a:lnTo>
                <a:lnTo>
                  <a:pt x="1047750" y="466725"/>
                </a:lnTo>
                <a:close/>
                <a:moveTo>
                  <a:pt x="571500" y="466725"/>
                </a:moveTo>
                <a:lnTo>
                  <a:pt x="581025" y="466725"/>
                </a:lnTo>
                <a:lnTo>
                  <a:pt x="581025" y="476250"/>
                </a:lnTo>
                <a:lnTo>
                  <a:pt x="571500" y="476250"/>
                </a:lnTo>
                <a:close/>
                <a:moveTo>
                  <a:pt x="733425" y="466725"/>
                </a:moveTo>
                <a:lnTo>
                  <a:pt x="742950" y="466725"/>
                </a:lnTo>
                <a:lnTo>
                  <a:pt x="742950" y="476250"/>
                </a:lnTo>
                <a:lnTo>
                  <a:pt x="733425" y="476250"/>
                </a:lnTo>
                <a:close/>
                <a:moveTo>
                  <a:pt x="1133475" y="466725"/>
                </a:moveTo>
                <a:lnTo>
                  <a:pt x="1143000" y="466725"/>
                </a:lnTo>
                <a:lnTo>
                  <a:pt x="1143000" y="476250"/>
                </a:lnTo>
                <a:lnTo>
                  <a:pt x="1152525" y="476250"/>
                </a:lnTo>
                <a:lnTo>
                  <a:pt x="1152525" y="485775"/>
                </a:lnTo>
                <a:lnTo>
                  <a:pt x="1133475" y="485775"/>
                </a:lnTo>
                <a:close/>
                <a:moveTo>
                  <a:pt x="1581150" y="466725"/>
                </a:moveTo>
                <a:lnTo>
                  <a:pt x="1609725" y="466725"/>
                </a:lnTo>
                <a:lnTo>
                  <a:pt x="1609725" y="495300"/>
                </a:lnTo>
                <a:lnTo>
                  <a:pt x="1571625" y="495300"/>
                </a:lnTo>
                <a:lnTo>
                  <a:pt x="1571625" y="485775"/>
                </a:lnTo>
                <a:lnTo>
                  <a:pt x="1581150" y="485775"/>
                </a:lnTo>
                <a:close/>
                <a:moveTo>
                  <a:pt x="1038225" y="476250"/>
                </a:moveTo>
                <a:lnTo>
                  <a:pt x="1047750" y="476250"/>
                </a:lnTo>
                <a:lnTo>
                  <a:pt x="1047750" y="485775"/>
                </a:lnTo>
                <a:lnTo>
                  <a:pt x="1038225" y="485775"/>
                </a:lnTo>
                <a:close/>
                <a:moveTo>
                  <a:pt x="1362075" y="476250"/>
                </a:moveTo>
                <a:lnTo>
                  <a:pt x="1371600" y="476250"/>
                </a:lnTo>
                <a:lnTo>
                  <a:pt x="1371600" y="485775"/>
                </a:lnTo>
                <a:lnTo>
                  <a:pt x="1362075" y="485775"/>
                </a:lnTo>
                <a:close/>
                <a:moveTo>
                  <a:pt x="1371600" y="485775"/>
                </a:moveTo>
                <a:lnTo>
                  <a:pt x="1381125" y="485775"/>
                </a:lnTo>
                <a:lnTo>
                  <a:pt x="1381125" y="495300"/>
                </a:lnTo>
                <a:lnTo>
                  <a:pt x="1371600" y="495300"/>
                </a:lnTo>
                <a:close/>
                <a:moveTo>
                  <a:pt x="533400" y="495300"/>
                </a:moveTo>
                <a:lnTo>
                  <a:pt x="552450" y="495300"/>
                </a:lnTo>
                <a:lnTo>
                  <a:pt x="552450" y="523875"/>
                </a:lnTo>
                <a:lnTo>
                  <a:pt x="542925" y="523875"/>
                </a:lnTo>
                <a:lnTo>
                  <a:pt x="542925" y="504825"/>
                </a:lnTo>
                <a:lnTo>
                  <a:pt x="533400" y="504825"/>
                </a:lnTo>
                <a:close/>
                <a:moveTo>
                  <a:pt x="1162050" y="495300"/>
                </a:moveTo>
                <a:lnTo>
                  <a:pt x="1181100" y="495300"/>
                </a:lnTo>
                <a:lnTo>
                  <a:pt x="1181100" y="504825"/>
                </a:lnTo>
                <a:lnTo>
                  <a:pt x="1162050" y="504825"/>
                </a:lnTo>
                <a:close/>
                <a:moveTo>
                  <a:pt x="1562100" y="495300"/>
                </a:moveTo>
                <a:lnTo>
                  <a:pt x="1571625" y="495300"/>
                </a:lnTo>
                <a:lnTo>
                  <a:pt x="1571625" y="504825"/>
                </a:lnTo>
                <a:lnTo>
                  <a:pt x="1562100" y="504825"/>
                </a:lnTo>
                <a:close/>
                <a:moveTo>
                  <a:pt x="762000" y="504825"/>
                </a:moveTo>
                <a:lnTo>
                  <a:pt x="771525" y="504825"/>
                </a:lnTo>
                <a:lnTo>
                  <a:pt x="771525" y="514350"/>
                </a:lnTo>
                <a:lnTo>
                  <a:pt x="762000" y="514350"/>
                </a:lnTo>
                <a:close/>
                <a:moveTo>
                  <a:pt x="800100" y="504825"/>
                </a:moveTo>
                <a:lnTo>
                  <a:pt x="809625" y="504825"/>
                </a:lnTo>
                <a:lnTo>
                  <a:pt x="809625" y="514350"/>
                </a:lnTo>
                <a:lnTo>
                  <a:pt x="800100" y="514350"/>
                </a:lnTo>
                <a:close/>
                <a:moveTo>
                  <a:pt x="1085850" y="504825"/>
                </a:moveTo>
                <a:lnTo>
                  <a:pt x="1095375" y="504825"/>
                </a:lnTo>
                <a:lnTo>
                  <a:pt x="1095375" y="523875"/>
                </a:lnTo>
                <a:lnTo>
                  <a:pt x="1104900" y="523875"/>
                </a:lnTo>
                <a:lnTo>
                  <a:pt x="1104900" y="533400"/>
                </a:lnTo>
                <a:lnTo>
                  <a:pt x="1085850" y="533400"/>
                </a:lnTo>
                <a:lnTo>
                  <a:pt x="1085850" y="523875"/>
                </a:lnTo>
                <a:lnTo>
                  <a:pt x="1076325" y="523875"/>
                </a:lnTo>
                <a:lnTo>
                  <a:pt x="1076325" y="514350"/>
                </a:lnTo>
                <a:lnTo>
                  <a:pt x="1085850" y="514350"/>
                </a:lnTo>
                <a:close/>
                <a:moveTo>
                  <a:pt x="476250" y="514350"/>
                </a:moveTo>
                <a:lnTo>
                  <a:pt x="495300" y="514350"/>
                </a:lnTo>
                <a:lnTo>
                  <a:pt x="495300" y="523875"/>
                </a:lnTo>
                <a:lnTo>
                  <a:pt x="514350" y="523875"/>
                </a:lnTo>
                <a:lnTo>
                  <a:pt x="514350" y="514350"/>
                </a:lnTo>
                <a:lnTo>
                  <a:pt x="523875" y="514350"/>
                </a:lnTo>
                <a:lnTo>
                  <a:pt x="523875" y="523875"/>
                </a:lnTo>
                <a:lnTo>
                  <a:pt x="514350" y="523875"/>
                </a:lnTo>
                <a:lnTo>
                  <a:pt x="514350" y="533400"/>
                </a:lnTo>
                <a:lnTo>
                  <a:pt x="523875" y="533400"/>
                </a:lnTo>
                <a:lnTo>
                  <a:pt x="523875" y="552450"/>
                </a:lnTo>
                <a:lnTo>
                  <a:pt x="514350" y="552450"/>
                </a:lnTo>
                <a:lnTo>
                  <a:pt x="514350" y="561975"/>
                </a:lnTo>
                <a:lnTo>
                  <a:pt x="495300" y="561975"/>
                </a:lnTo>
                <a:lnTo>
                  <a:pt x="495300" y="552450"/>
                </a:lnTo>
                <a:lnTo>
                  <a:pt x="485775" y="552450"/>
                </a:lnTo>
                <a:lnTo>
                  <a:pt x="485775" y="533400"/>
                </a:lnTo>
                <a:lnTo>
                  <a:pt x="476250" y="533400"/>
                </a:lnTo>
                <a:close/>
                <a:moveTo>
                  <a:pt x="742950" y="514350"/>
                </a:moveTo>
                <a:lnTo>
                  <a:pt x="762000" y="514350"/>
                </a:lnTo>
                <a:lnTo>
                  <a:pt x="762000" y="552450"/>
                </a:lnTo>
                <a:lnTo>
                  <a:pt x="752475" y="552450"/>
                </a:lnTo>
                <a:lnTo>
                  <a:pt x="752475" y="533400"/>
                </a:lnTo>
                <a:lnTo>
                  <a:pt x="742950" y="533400"/>
                </a:lnTo>
                <a:close/>
                <a:moveTo>
                  <a:pt x="771525" y="514350"/>
                </a:moveTo>
                <a:lnTo>
                  <a:pt x="781050" y="514350"/>
                </a:lnTo>
                <a:lnTo>
                  <a:pt x="781050" y="523875"/>
                </a:lnTo>
                <a:lnTo>
                  <a:pt x="771525" y="523875"/>
                </a:lnTo>
                <a:close/>
                <a:moveTo>
                  <a:pt x="76200" y="523875"/>
                </a:moveTo>
                <a:lnTo>
                  <a:pt x="85725" y="523875"/>
                </a:lnTo>
                <a:lnTo>
                  <a:pt x="85725" y="552450"/>
                </a:lnTo>
                <a:lnTo>
                  <a:pt x="66675" y="552450"/>
                </a:lnTo>
                <a:lnTo>
                  <a:pt x="66675" y="542925"/>
                </a:lnTo>
                <a:lnTo>
                  <a:pt x="57150" y="542925"/>
                </a:lnTo>
                <a:lnTo>
                  <a:pt x="57150" y="533400"/>
                </a:lnTo>
                <a:lnTo>
                  <a:pt x="76200" y="533400"/>
                </a:lnTo>
                <a:close/>
                <a:moveTo>
                  <a:pt x="1047750" y="523875"/>
                </a:moveTo>
                <a:lnTo>
                  <a:pt x="1057275" y="523875"/>
                </a:lnTo>
                <a:lnTo>
                  <a:pt x="1057275" y="533400"/>
                </a:lnTo>
                <a:lnTo>
                  <a:pt x="1047750" y="533400"/>
                </a:lnTo>
                <a:close/>
                <a:moveTo>
                  <a:pt x="466725" y="533400"/>
                </a:moveTo>
                <a:lnTo>
                  <a:pt x="476250" y="533400"/>
                </a:lnTo>
                <a:lnTo>
                  <a:pt x="476250" y="542925"/>
                </a:lnTo>
                <a:lnTo>
                  <a:pt x="466725" y="542925"/>
                </a:lnTo>
                <a:close/>
                <a:moveTo>
                  <a:pt x="1057275" y="533400"/>
                </a:moveTo>
                <a:lnTo>
                  <a:pt x="1076325" y="533400"/>
                </a:lnTo>
                <a:lnTo>
                  <a:pt x="1076325" y="542925"/>
                </a:lnTo>
                <a:lnTo>
                  <a:pt x="1057275" y="542925"/>
                </a:lnTo>
                <a:close/>
                <a:moveTo>
                  <a:pt x="533400" y="542925"/>
                </a:moveTo>
                <a:lnTo>
                  <a:pt x="571500" y="542925"/>
                </a:lnTo>
                <a:lnTo>
                  <a:pt x="571500" y="552450"/>
                </a:lnTo>
                <a:lnTo>
                  <a:pt x="552450" y="552450"/>
                </a:lnTo>
                <a:lnTo>
                  <a:pt x="552450" y="561975"/>
                </a:lnTo>
                <a:lnTo>
                  <a:pt x="542925" y="561975"/>
                </a:lnTo>
                <a:lnTo>
                  <a:pt x="542925" y="552450"/>
                </a:lnTo>
                <a:lnTo>
                  <a:pt x="533400" y="552450"/>
                </a:lnTo>
                <a:close/>
                <a:moveTo>
                  <a:pt x="714375" y="542925"/>
                </a:moveTo>
                <a:lnTo>
                  <a:pt x="742950" y="542925"/>
                </a:lnTo>
                <a:lnTo>
                  <a:pt x="742950" y="552450"/>
                </a:lnTo>
                <a:lnTo>
                  <a:pt x="723900" y="552450"/>
                </a:lnTo>
                <a:lnTo>
                  <a:pt x="723900" y="561975"/>
                </a:lnTo>
                <a:lnTo>
                  <a:pt x="714375" y="561975"/>
                </a:lnTo>
                <a:close/>
                <a:moveTo>
                  <a:pt x="695325" y="552450"/>
                </a:moveTo>
                <a:lnTo>
                  <a:pt x="704850" y="552450"/>
                </a:lnTo>
                <a:lnTo>
                  <a:pt x="704850" y="561975"/>
                </a:lnTo>
                <a:lnTo>
                  <a:pt x="695325" y="561975"/>
                </a:lnTo>
                <a:close/>
                <a:moveTo>
                  <a:pt x="704850" y="561975"/>
                </a:moveTo>
                <a:lnTo>
                  <a:pt x="714375" y="561975"/>
                </a:lnTo>
                <a:lnTo>
                  <a:pt x="714375" y="571500"/>
                </a:lnTo>
                <a:lnTo>
                  <a:pt x="704850" y="571500"/>
                </a:lnTo>
                <a:close/>
                <a:moveTo>
                  <a:pt x="47625" y="571500"/>
                </a:moveTo>
                <a:lnTo>
                  <a:pt x="66675" y="571500"/>
                </a:lnTo>
                <a:lnTo>
                  <a:pt x="66675" y="590550"/>
                </a:lnTo>
                <a:lnTo>
                  <a:pt x="47625" y="590550"/>
                </a:lnTo>
                <a:close/>
                <a:moveTo>
                  <a:pt x="476250" y="571500"/>
                </a:moveTo>
                <a:lnTo>
                  <a:pt x="485775" y="571500"/>
                </a:lnTo>
                <a:lnTo>
                  <a:pt x="485775" y="581025"/>
                </a:lnTo>
                <a:lnTo>
                  <a:pt x="476250" y="581025"/>
                </a:lnTo>
                <a:close/>
                <a:moveTo>
                  <a:pt x="495300" y="571500"/>
                </a:moveTo>
                <a:lnTo>
                  <a:pt x="504825" y="571500"/>
                </a:lnTo>
                <a:lnTo>
                  <a:pt x="504825" y="581025"/>
                </a:lnTo>
                <a:lnTo>
                  <a:pt x="495300" y="581025"/>
                </a:lnTo>
                <a:close/>
                <a:moveTo>
                  <a:pt x="209550" y="581025"/>
                </a:moveTo>
                <a:lnTo>
                  <a:pt x="219075" y="581025"/>
                </a:lnTo>
                <a:lnTo>
                  <a:pt x="219075" y="590550"/>
                </a:lnTo>
                <a:lnTo>
                  <a:pt x="209550" y="590550"/>
                </a:lnTo>
                <a:close/>
                <a:moveTo>
                  <a:pt x="323850" y="581025"/>
                </a:moveTo>
                <a:lnTo>
                  <a:pt x="361950" y="581025"/>
                </a:lnTo>
                <a:lnTo>
                  <a:pt x="361950" y="590550"/>
                </a:lnTo>
                <a:lnTo>
                  <a:pt x="352425" y="590550"/>
                </a:lnTo>
                <a:lnTo>
                  <a:pt x="352425" y="600075"/>
                </a:lnTo>
                <a:lnTo>
                  <a:pt x="361950" y="600075"/>
                </a:lnTo>
                <a:lnTo>
                  <a:pt x="361950" y="609600"/>
                </a:lnTo>
                <a:lnTo>
                  <a:pt x="342900" y="609600"/>
                </a:lnTo>
                <a:lnTo>
                  <a:pt x="342900" y="590550"/>
                </a:lnTo>
                <a:lnTo>
                  <a:pt x="323850" y="590550"/>
                </a:lnTo>
                <a:close/>
                <a:moveTo>
                  <a:pt x="257175" y="590550"/>
                </a:moveTo>
                <a:lnTo>
                  <a:pt x="266700" y="590550"/>
                </a:lnTo>
                <a:lnTo>
                  <a:pt x="266700" y="600075"/>
                </a:lnTo>
                <a:lnTo>
                  <a:pt x="257175" y="600075"/>
                </a:lnTo>
                <a:close/>
                <a:moveTo>
                  <a:pt x="809625" y="590550"/>
                </a:moveTo>
                <a:lnTo>
                  <a:pt x="838200" y="590550"/>
                </a:lnTo>
                <a:lnTo>
                  <a:pt x="838200" y="600075"/>
                </a:lnTo>
                <a:lnTo>
                  <a:pt x="809625" y="600075"/>
                </a:lnTo>
                <a:close/>
                <a:moveTo>
                  <a:pt x="276225" y="600075"/>
                </a:moveTo>
                <a:lnTo>
                  <a:pt x="295275" y="600075"/>
                </a:lnTo>
                <a:lnTo>
                  <a:pt x="295275" y="609600"/>
                </a:lnTo>
                <a:lnTo>
                  <a:pt x="285750" y="609600"/>
                </a:lnTo>
                <a:lnTo>
                  <a:pt x="285750" y="628650"/>
                </a:lnTo>
                <a:lnTo>
                  <a:pt x="266700" y="628650"/>
                </a:lnTo>
                <a:lnTo>
                  <a:pt x="266700" y="619125"/>
                </a:lnTo>
                <a:lnTo>
                  <a:pt x="276225" y="619125"/>
                </a:lnTo>
                <a:close/>
                <a:moveTo>
                  <a:pt x="371475" y="600075"/>
                </a:moveTo>
                <a:lnTo>
                  <a:pt x="400050" y="600075"/>
                </a:lnTo>
                <a:lnTo>
                  <a:pt x="400050" y="609600"/>
                </a:lnTo>
                <a:lnTo>
                  <a:pt x="371475" y="609600"/>
                </a:lnTo>
                <a:close/>
                <a:moveTo>
                  <a:pt x="361950" y="609600"/>
                </a:moveTo>
                <a:lnTo>
                  <a:pt x="371475" y="609600"/>
                </a:lnTo>
                <a:lnTo>
                  <a:pt x="371475" y="619125"/>
                </a:lnTo>
                <a:lnTo>
                  <a:pt x="381000" y="619125"/>
                </a:lnTo>
                <a:lnTo>
                  <a:pt x="381000" y="628650"/>
                </a:lnTo>
                <a:lnTo>
                  <a:pt x="361950" y="628650"/>
                </a:lnTo>
                <a:close/>
                <a:moveTo>
                  <a:pt x="400050" y="609600"/>
                </a:moveTo>
                <a:lnTo>
                  <a:pt x="419100" y="609600"/>
                </a:lnTo>
                <a:lnTo>
                  <a:pt x="419100" y="619125"/>
                </a:lnTo>
                <a:lnTo>
                  <a:pt x="409575" y="619125"/>
                </a:lnTo>
                <a:lnTo>
                  <a:pt x="409575" y="647700"/>
                </a:lnTo>
                <a:lnTo>
                  <a:pt x="400050" y="647700"/>
                </a:lnTo>
                <a:close/>
                <a:moveTo>
                  <a:pt x="762000" y="628650"/>
                </a:moveTo>
                <a:lnTo>
                  <a:pt x="781050" y="628650"/>
                </a:lnTo>
                <a:lnTo>
                  <a:pt x="781050" y="638175"/>
                </a:lnTo>
                <a:lnTo>
                  <a:pt x="771525" y="638175"/>
                </a:lnTo>
                <a:lnTo>
                  <a:pt x="771525" y="647700"/>
                </a:lnTo>
                <a:lnTo>
                  <a:pt x="762000" y="647700"/>
                </a:lnTo>
                <a:close/>
                <a:moveTo>
                  <a:pt x="238125" y="638175"/>
                </a:moveTo>
                <a:lnTo>
                  <a:pt x="247650" y="638175"/>
                </a:lnTo>
                <a:lnTo>
                  <a:pt x="247650" y="647700"/>
                </a:lnTo>
                <a:lnTo>
                  <a:pt x="238125" y="647700"/>
                </a:lnTo>
                <a:close/>
                <a:moveTo>
                  <a:pt x="419100" y="638175"/>
                </a:moveTo>
                <a:lnTo>
                  <a:pt x="438150" y="638175"/>
                </a:lnTo>
                <a:lnTo>
                  <a:pt x="438150" y="657225"/>
                </a:lnTo>
                <a:lnTo>
                  <a:pt x="419100" y="657225"/>
                </a:lnTo>
                <a:close/>
                <a:moveTo>
                  <a:pt x="561975" y="647700"/>
                </a:moveTo>
                <a:lnTo>
                  <a:pt x="571500" y="647700"/>
                </a:lnTo>
                <a:lnTo>
                  <a:pt x="571500" y="666750"/>
                </a:lnTo>
                <a:lnTo>
                  <a:pt x="561975" y="666750"/>
                </a:lnTo>
                <a:close/>
                <a:moveTo>
                  <a:pt x="1028700" y="657225"/>
                </a:moveTo>
                <a:lnTo>
                  <a:pt x="1038225" y="657225"/>
                </a:lnTo>
                <a:lnTo>
                  <a:pt x="1038225" y="676275"/>
                </a:lnTo>
                <a:lnTo>
                  <a:pt x="1019175" y="676275"/>
                </a:lnTo>
                <a:lnTo>
                  <a:pt x="1019175" y="685800"/>
                </a:lnTo>
                <a:lnTo>
                  <a:pt x="1000125" y="685800"/>
                </a:lnTo>
                <a:lnTo>
                  <a:pt x="1000125" y="676275"/>
                </a:lnTo>
                <a:lnTo>
                  <a:pt x="1009650" y="676275"/>
                </a:lnTo>
                <a:lnTo>
                  <a:pt x="1009650" y="666750"/>
                </a:lnTo>
                <a:lnTo>
                  <a:pt x="1028700" y="666750"/>
                </a:lnTo>
                <a:close/>
                <a:moveTo>
                  <a:pt x="276225" y="666750"/>
                </a:moveTo>
                <a:lnTo>
                  <a:pt x="285750" y="666750"/>
                </a:lnTo>
                <a:lnTo>
                  <a:pt x="285750" y="676275"/>
                </a:lnTo>
                <a:lnTo>
                  <a:pt x="276225" y="676275"/>
                </a:lnTo>
                <a:close/>
                <a:moveTo>
                  <a:pt x="371475" y="676275"/>
                </a:moveTo>
                <a:lnTo>
                  <a:pt x="381000" y="676275"/>
                </a:lnTo>
                <a:lnTo>
                  <a:pt x="381000" y="685800"/>
                </a:lnTo>
                <a:lnTo>
                  <a:pt x="371475" y="685800"/>
                </a:lnTo>
                <a:close/>
                <a:moveTo>
                  <a:pt x="323850" y="685800"/>
                </a:moveTo>
                <a:lnTo>
                  <a:pt x="342900" y="685800"/>
                </a:lnTo>
                <a:lnTo>
                  <a:pt x="342900" y="695325"/>
                </a:lnTo>
                <a:lnTo>
                  <a:pt x="323850" y="695325"/>
                </a:lnTo>
                <a:close/>
                <a:moveTo>
                  <a:pt x="466725" y="685800"/>
                </a:moveTo>
                <a:lnTo>
                  <a:pt x="504825" y="685800"/>
                </a:lnTo>
                <a:lnTo>
                  <a:pt x="504825" y="695325"/>
                </a:lnTo>
                <a:lnTo>
                  <a:pt x="466725" y="695325"/>
                </a:lnTo>
                <a:close/>
                <a:moveTo>
                  <a:pt x="533400" y="685800"/>
                </a:moveTo>
                <a:lnTo>
                  <a:pt x="552450" y="685800"/>
                </a:lnTo>
                <a:lnTo>
                  <a:pt x="552450" y="695325"/>
                </a:lnTo>
                <a:lnTo>
                  <a:pt x="533400" y="695325"/>
                </a:lnTo>
                <a:close/>
                <a:moveTo>
                  <a:pt x="990600" y="685800"/>
                </a:moveTo>
                <a:lnTo>
                  <a:pt x="1000125" y="685800"/>
                </a:lnTo>
                <a:lnTo>
                  <a:pt x="1000125" y="695325"/>
                </a:lnTo>
                <a:lnTo>
                  <a:pt x="990600" y="695325"/>
                </a:lnTo>
                <a:close/>
                <a:moveTo>
                  <a:pt x="504825" y="695325"/>
                </a:moveTo>
                <a:lnTo>
                  <a:pt x="533400" y="695325"/>
                </a:lnTo>
                <a:lnTo>
                  <a:pt x="533400" y="704850"/>
                </a:lnTo>
                <a:lnTo>
                  <a:pt x="504825" y="704850"/>
                </a:lnTo>
                <a:close/>
                <a:moveTo>
                  <a:pt x="1038225" y="695325"/>
                </a:moveTo>
                <a:lnTo>
                  <a:pt x="1057275" y="695325"/>
                </a:lnTo>
                <a:lnTo>
                  <a:pt x="1057275" y="704850"/>
                </a:lnTo>
                <a:lnTo>
                  <a:pt x="1038225" y="704850"/>
                </a:lnTo>
                <a:close/>
                <a:moveTo>
                  <a:pt x="38100" y="704850"/>
                </a:moveTo>
                <a:lnTo>
                  <a:pt x="66675" y="704850"/>
                </a:lnTo>
                <a:lnTo>
                  <a:pt x="66675" y="714375"/>
                </a:lnTo>
                <a:lnTo>
                  <a:pt x="38100" y="714375"/>
                </a:lnTo>
                <a:close/>
                <a:moveTo>
                  <a:pt x="266700" y="704850"/>
                </a:moveTo>
                <a:lnTo>
                  <a:pt x="276225" y="704850"/>
                </a:lnTo>
                <a:lnTo>
                  <a:pt x="276225" y="714375"/>
                </a:lnTo>
                <a:lnTo>
                  <a:pt x="266700" y="714375"/>
                </a:lnTo>
                <a:close/>
                <a:moveTo>
                  <a:pt x="409575" y="704850"/>
                </a:moveTo>
                <a:lnTo>
                  <a:pt x="419100" y="704850"/>
                </a:lnTo>
                <a:lnTo>
                  <a:pt x="419100" y="714375"/>
                </a:lnTo>
                <a:lnTo>
                  <a:pt x="409575" y="714375"/>
                </a:lnTo>
                <a:close/>
                <a:moveTo>
                  <a:pt x="581025" y="704850"/>
                </a:moveTo>
                <a:lnTo>
                  <a:pt x="590550" y="704850"/>
                </a:lnTo>
                <a:lnTo>
                  <a:pt x="590550" y="714375"/>
                </a:lnTo>
                <a:lnTo>
                  <a:pt x="581025" y="714375"/>
                </a:lnTo>
                <a:close/>
                <a:moveTo>
                  <a:pt x="257175" y="714375"/>
                </a:moveTo>
                <a:lnTo>
                  <a:pt x="266700" y="714375"/>
                </a:lnTo>
                <a:lnTo>
                  <a:pt x="266700" y="723900"/>
                </a:lnTo>
                <a:lnTo>
                  <a:pt x="276225" y="723900"/>
                </a:lnTo>
                <a:lnTo>
                  <a:pt x="276225" y="733425"/>
                </a:lnTo>
                <a:lnTo>
                  <a:pt x="257175" y="733425"/>
                </a:lnTo>
                <a:close/>
                <a:moveTo>
                  <a:pt x="304800" y="714375"/>
                </a:moveTo>
                <a:lnTo>
                  <a:pt x="314325" y="714375"/>
                </a:lnTo>
                <a:lnTo>
                  <a:pt x="314325" y="723900"/>
                </a:lnTo>
                <a:lnTo>
                  <a:pt x="304800" y="723900"/>
                </a:lnTo>
                <a:close/>
                <a:moveTo>
                  <a:pt x="371475" y="714375"/>
                </a:moveTo>
                <a:lnTo>
                  <a:pt x="381000" y="714375"/>
                </a:lnTo>
                <a:lnTo>
                  <a:pt x="381000" y="742950"/>
                </a:lnTo>
                <a:lnTo>
                  <a:pt x="371475" y="742950"/>
                </a:lnTo>
                <a:close/>
                <a:moveTo>
                  <a:pt x="1581150" y="742950"/>
                </a:moveTo>
                <a:lnTo>
                  <a:pt x="1590675" y="742950"/>
                </a:lnTo>
                <a:lnTo>
                  <a:pt x="1590675" y="752475"/>
                </a:lnTo>
                <a:lnTo>
                  <a:pt x="1609725" y="752475"/>
                </a:lnTo>
                <a:lnTo>
                  <a:pt x="1609725" y="771525"/>
                </a:lnTo>
                <a:lnTo>
                  <a:pt x="1600200" y="771525"/>
                </a:lnTo>
                <a:lnTo>
                  <a:pt x="1600200" y="762000"/>
                </a:lnTo>
                <a:lnTo>
                  <a:pt x="1581150" y="762000"/>
                </a:lnTo>
                <a:lnTo>
                  <a:pt x="1581150" y="771525"/>
                </a:lnTo>
                <a:lnTo>
                  <a:pt x="1571625" y="771525"/>
                </a:lnTo>
                <a:lnTo>
                  <a:pt x="1571625" y="762000"/>
                </a:lnTo>
                <a:lnTo>
                  <a:pt x="1562100" y="762000"/>
                </a:lnTo>
                <a:lnTo>
                  <a:pt x="1562100" y="752475"/>
                </a:lnTo>
                <a:lnTo>
                  <a:pt x="1581150" y="752475"/>
                </a:lnTo>
                <a:close/>
                <a:moveTo>
                  <a:pt x="561975" y="752475"/>
                </a:moveTo>
                <a:lnTo>
                  <a:pt x="571500" y="752475"/>
                </a:lnTo>
                <a:lnTo>
                  <a:pt x="571500" y="762000"/>
                </a:lnTo>
                <a:lnTo>
                  <a:pt x="561975" y="762000"/>
                </a:lnTo>
                <a:close/>
                <a:moveTo>
                  <a:pt x="1438275" y="752475"/>
                </a:moveTo>
                <a:lnTo>
                  <a:pt x="1457325" y="752475"/>
                </a:lnTo>
                <a:lnTo>
                  <a:pt x="1457325" y="762000"/>
                </a:lnTo>
                <a:lnTo>
                  <a:pt x="1438275" y="762000"/>
                </a:lnTo>
                <a:close/>
                <a:moveTo>
                  <a:pt x="1504950" y="752475"/>
                </a:moveTo>
                <a:lnTo>
                  <a:pt x="1514475" y="752475"/>
                </a:lnTo>
                <a:lnTo>
                  <a:pt x="1514475" y="762000"/>
                </a:lnTo>
                <a:lnTo>
                  <a:pt x="1504950" y="762000"/>
                </a:lnTo>
                <a:close/>
                <a:moveTo>
                  <a:pt x="1524000" y="762000"/>
                </a:moveTo>
                <a:lnTo>
                  <a:pt x="1562100" y="762000"/>
                </a:lnTo>
                <a:lnTo>
                  <a:pt x="1562100" y="771525"/>
                </a:lnTo>
                <a:lnTo>
                  <a:pt x="1552575" y="771525"/>
                </a:lnTo>
                <a:lnTo>
                  <a:pt x="1552575" y="781050"/>
                </a:lnTo>
                <a:lnTo>
                  <a:pt x="1514475" y="781050"/>
                </a:lnTo>
                <a:lnTo>
                  <a:pt x="1514475" y="771525"/>
                </a:lnTo>
                <a:lnTo>
                  <a:pt x="1524000" y="771525"/>
                </a:lnTo>
                <a:close/>
                <a:moveTo>
                  <a:pt x="1428750" y="771525"/>
                </a:moveTo>
                <a:lnTo>
                  <a:pt x="1438275" y="771525"/>
                </a:lnTo>
                <a:lnTo>
                  <a:pt x="1438275" y="781050"/>
                </a:lnTo>
                <a:lnTo>
                  <a:pt x="1428750" y="781050"/>
                </a:lnTo>
                <a:close/>
                <a:moveTo>
                  <a:pt x="0" y="781050"/>
                </a:moveTo>
                <a:lnTo>
                  <a:pt x="9525" y="781050"/>
                </a:lnTo>
                <a:lnTo>
                  <a:pt x="9525" y="790575"/>
                </a:lnTo>
                <a:lnTo>
                  <a:pt x="0" y="790575"/>
                </a:lnTo>
                <a:close/>
                <a:moveTo>
                  <a:pt x="1419225" y="781050"/>
                </a:moveTo>
                <a:lnTo>
                  <a:pt x="1428750" y="781050"/>
                </a:lnTo>
                <a:lnTo>
                  <a:pt x="1428750" y="800100"/>
                </a:lnTo>
                <a:lnTo>
                  <a:pt x="1438275" y="800100"/>
                </a:lnTo>
                <a:lnTo>
                  <a:pt x="1438275" y="809625"/>
                </a:lnTo>
                <a:lnTo>
                  <a:pt x="1419225" y="809625"/>
                </a:lnTo>
                <a:close/>
                <a:moveTo>
                  <a:pt x="381000" y="790575"/>
                </a:moveTo>
                <a:lnTo>
                  <a:pt x="400050" y="790575"/>
                </a:lnTo>
                <a:lnTo>
                  <a:pt x="400050" y="809625"/>
                </a:lnTo>
                <a:lnTo>
                  <a:pt x="390525" y="809625"/>
                </a:lnTo>
                <a:lnTo>
                  <a:pt x="390525" y="800100"/>
                </a:lnTo>
                <a:lnTo>
                  <a:pt x="381000" y="800100"/>
                </a:lnTo>
                <a:close/>
                <a:moveTo>
                  <a:pt x="1390650" y="790575"/>
                </a:moveTo>
                <a:lnTo>
                  <a:pt x="1409700" y="790575"/>
                </a:lnTo>
                <a:lnTo>
                  <a:pt x="1409700" y="800100"/>
                </a:lnTo>
                <a:lnTo>
                  <a:pt x="1390650" y="800100"/>
                </a:lnTo>
                <a:close/>
                <a:moveTo>
                  <a:pt x="476250" y="800100"/>
                </a:moveTo>
                <a:lnTo>
                  <a:pt x="495300" y="800100"/>
                </a:lnTo>
                <a:lnTo>
                  <a:pt x="495300" y="809625"/>
                </a:lnTo>
                <a:lnTo>
                  <a:pt x="476250" y="809625"/>
                </a:lnTo>
                <a:close/>
                <a:moveTo>
                  <a:pt x="1143000" y="800100"/>
                </a:moveTo>
                <a:lnTo>
                  <a:pt x="1152525" y="800100"/>
                </a:lnTo>
                <a:lnTo>
                  <a:pt x="1152525" y="809625"/>
                </a:lnTo>
                <a:lnTo>
                  <a:pt x="1143000" y="809625"/>
                </a:lnTo>
                <a:close/>
                <a:moveTo>
                  <a:pt x="1171575" y="800100"/>
                </a:moveTo>
                <a:lnTo>
                  <a:pt x="1181100" y="800100"/>
                </a:lnTo>
                <a:lnTo>
                  <a:pt x="1181100" y="809625"/>
                </a:lnTo>
                <a:lnTo>
                  <a:pt x="1171575" y="809625"/>
                </a:lnTo>
                <a:close/>
                <a:moveTo>
                  <a:pt x="1466850" y="800100"/>
                </a:moveTo>
                <a:lnTo>
                  <a:pt x="1476375" y="800100"/>
                </a:lnTo>
                <a:lnTo>
                  <a:pt x="1476375" y="809625"/>
                </a:lnTo>
                <a:lnTo>
                  <a:pt x="1466850" y="809625"/>
                </a:lnTo>
                <a:close/>
                <a:moveTo>
                  <a:pt x="400050" y="809625"/>
                </a:moveTo>
                <a:lnTo>
                  <a:pt x="409575" y="809625"/>
                </a:lnTo>
                <a:lnTo>
                  <a:pt x="409575" y="819150"/>
                </a:lnTo>
                <a:lnTo>
                  <a:pt x="400050" y="819150"/>
                </a:lnTo>
                <a:close/>
                <a:moveTo>
                  <a:pt x="1133475" y="809625"/>
                </a:moveTo>
                <a:lnTo>
                  <a:pt x="1143000" y="809625"/>
                </a:lnTo>
                <a:lnTo>
                  <a:pt x="1143000" y="819150"/>
                </a:lnTo>
                <a:lnTo>
                  <a:pt x="1162050" y="819150"/>
                </a:lnTo>
                <a:lnTo>
                  <a:pt x="1162050" y="828675"/>
                </a:lnTo>
                <a:lnTo>
                  <a:pt x="1133475" y="828675"/>
                </a:lnTo>
                <a:close/>
                <a:moveTo>
                  <a:pt x="990600" y="819150"/>
                </a:moveTo>
                <a:lnTo>
                  <a:pt x="1000125" y="819150"/>
                </a:lnTo>
                <a:lnTo>
                  <a:pt x="1000125" y="828675"/>
                </a:lnTo>
                <a:lnTo>
                  <a:pt x="990600" y="828675"/>
                </a:lnTo>
                <a:close/>
                <a:moveTo>
                  <a:pt x="1323975" y="819150"/>
                </a:moveTo>
                <a:lnTo>
                  <a:pt x="1352550" y="819150"/>
                </a:lnTo>
                <a:lnTo>
                  <a:pt x="1352550" y="828675"/>
                </a:lnTo>
                <a:lnTo>
                  <a:pt x="1323975" y="828675"/>
                </a:lnTo>
                <a:close/>
                <a:moveTo>
                  <a:pt x="619125" y="828675"/>
                </a:moveTo>
                <a:lnTo>
                  <a:pt x="628650" y="828675"/>
                </a:lnTo>
                <a:lnTo>
                  <a:pt x="628650" y="838200"/>
                </a:lnTo>
                <a:lnTo>
                  <a:pt x="619125" y="838200"/>
                </a:lnTo>
                <a:close/>
                <a:moveTo>
                  <a:pt x="600075" y="838200"/>
                </a:moveTo>
                <a:lnTo>
                  <a:pt x="619125" y="838200"/>
                </a:lnTo>
                <a:lnTo>
                  <a:pt x="619125" y="847725"/>
                </a:lnTo>
                <a:lnTo>
                  <a:pt x="600075" y="847725"/>
                </a:lnTo>
                <a:close/>
                <a:moveTo>
                  <a:pt x="647700" y="838200"/>
                </a:moveTo>
                <a:lnTo>
                  <a:pt x="666750" y="838200"/>
                </a:lnTo>
                <a:lnTo>
                  <a:pt x="666750" y="847725"/>
                </a:lnTo>
                <a:lnTo>
                  <a:pt x="647700" y="847725"/>
                </a:lnTo>
                <a:close/>
                <a:moveTo>
                  <a:pt x="952500" y="838200"/>
                </a:moveTo>
                <a:lnTo>
                  <a:pt x="962025" y="838200"/>
                </a:lnTo>
                <a:lnTo>
                  <a:pt x="962025" y="847725"/>
                </a:lnTo>
                <a:lnTo>
                  <a:pt x="952500" y="847725"/>
                </a:lnTo>
                <a:close/>
                <a:moveTo>
                  <a:pt x="1362075" y="838200"/>
                </a:moveTo>
                <a:lnTo>
                  <a:pt x="1381125" y="838200"/>
                </a:lnTo>
                <a:lnTo>
                  <a:pt x="1381125" y="847725"/>
                </a:lnTo>
                <a:lnTo>
                  <a:pt x="1362075" y="847725"/>
                </a:lnTo>
                <a:close/>
                <a:moveTo>
                  <a:pt x="9525" y="847725"/>
                </a:moveTo>
                <a:lnTo>
                  <a:pt x="19050" y="847725"/>
                </a:lnTo>
                <a:lnTo>
                  <a:pt x="19050" y="866775"/>
                </a:lnTo>
                <a:lnTo>
                  <a:pt x="9525" y="866775"/>
                </a:lnTo>
                <a:close/>
                <a:moveTo>
                  <a:pt x="476250" y="847725"/>
                </a:moveTo>
                <a:lnTo>
                  <a:pt x="485775" y="847725"/>
                </a:lnTo>
                <a:lnTo>
                  <a:pt x="485775" y="857250"/>
                </a:lnTo>
                <a:lnTo>
                  <a:pt x="476250" y="857250"/>
                </a:lnTo>
                <a:close/>
                <a:moveTo>
                  <a:pt x="1381125" y="847725"/>
                </a:moveTo>
                <a:lnTo>
                  <a:pt x="1409700" y="847725"/>
                </a:lnTo>
                <a:lnTo>
                  <a:pt x="1409700" y="857250"/>
                </a:lnTo>
                <a:lnTo>
                  <a:pt x="1381125" y="857250"/>
                </a:lnTo>
                <a:close/>
                <a:moveTo>
                  <a:pt x="685800" y="866775"/>
                </a:moveTo>
                <a:lnTo>
                  <a:pt x="695325" y="866775"/>
                </a:lnTo>
                <a:lnTo>
                  <a:pt x="695325" y="876300"/>
                </a:lnTo>
                <a:lnTo>
                  <a:pt x="685800" y="876300"/>
                </a:lnTo>
                <a:close/>
                <a:moveTo>
                  <a:pt x="1209675" y="876300"/>
                </a:moveTo>
                <a:lnTo>
                  <a:pt x="1219200" y="876300"/>
                </a:lnTo>
                <a:lnTo>
                  <a:pt x="1219200" y="895350"/>
                </a:lnTo>
                <a:lnTo>
                  <a:pt x="1228725" y="895350"/>
                </a:lnTo>
                <a:lnTo>
                  <a:pt x="1228725" y="904875"/>
                </a:lnTo>
                <a:lnTo>
                  <a:pt x="1219200" y="904875"/>
                </a:lnTo>
                <a:lnTo>
                  <a:pt x="1219200" y="914400"/>
                </a:lnTo>
                <a:lnTo>
                  <a:pt x="1209675" y="914400"/>
                </a:lnTo>
                <a:lnTo>
                  <a:pt x="1209675" y="904875"/>
                </a:lnTo>
                <a:lnTo>
                  <a:pt x="1200150" y="904875"/>
                </a:lnTo>
                <a:lnTo>
                  <a:pt x="1200150" y="885825"/>
                </a:lnTo>
                <a:lnTo>
                  <a:pt x="1209675" y="885825"/>
                </a:lnTo>
                <a:close/>
                <a:moveTo>
                  <a:pt x="0" y="895350"/>
                </a:moveTo>
                <a:lnTo>
                  <a:pt x="9525" y="895350"/>
                </a:lnTo>
                <a:lnTo>
                  <a:pt x="9525" y="904875"/>
                </a:lnTo>
                <a:lnTo>
                  <a:pt x="0" y="904875"/>
                </a:lnTo>
                <a:close/>
                <a:moveTo>
                  <a:pt x="1238250" y="895350"/>
                </a:moveTo>
                <a:lnTo>
                  <a:pt x="1266825" y="895350"/>
                </a:lnTo>
                <a:lnTo>
                  <a:pt x="1266825" y="904875"/>
                </a:lnTo>
                <a:lnTo>
                  <a:pt x="1257300" y="904875"/>
                </a:lnTo>
                <a:lnTo>
                  <a:pt x="1257300" y="914400"/>
                </a:lnTo>
                <a:lnTo>
                  <a:pt x="1247775" y="914400"/>
                </a:lnTo>
                <a:lnTo>
                  <a:pt x="1247775" y="904875"/>
                </a:lnTo>
                <a:lnTo>
                  <a:pt x="1238250" y="904875"/>
                </a:lnTo>
                <a:close/>
                <a:moveTo>
                  <a:pt x="0" y="933450"/>
                </a:moveTo>
                <a:lnTo>
                  <a:pt x="9525" y="933450"/>
                </a:lnTo>
                <a:lnTo>
                  <a:pt x="9525" y="942975"/>
                </a:lnTo>
                <a:lnTo>
                  <a:pt x="0" y="942975"/>
                </a:lnTo>
                <a:close/>
                <a:moveTo>
                  <a:pt x="1333500" y="933450"/>
                </a:moveTo>
                <a:lnTo>
                  <a:pt x="1343025" y="933450"/>
                </a:lnTo>
                <a:lnTo>
                  <a:pt x="1343025" y="942975"/>
                </a:lnTo>
                <a:lnTo>
                  <a:pt x="1333500" y="942975"/>
                </a:lnTo>
                <a:close/>
                <a:moveTo>
                  <a:pt x="1066800" y="942975"/>
                </a:moveTo>
                <a:lnTo>
                  <a:pt x="1076325" y="942975"/>
                </a:lnTo>
                <a:lnTo>
                  <a:pt x="1076325" y="952500"/>
                </a:lnTo>
                <a:lnTo>
                  <a:pt x="1066800" y="952500"/>
                </a:lnTo>
                <a:close/>
                <a:moveTo>
                  <a:pt x="1143000" y="942975"/>
                </a:moveTo>
                <a:lnTo>
                  <a:pt x="1152525" y="942975"/>
                </a:lnTo>
                <a:lnTo>
                  <a:pt x="1152525" y="962025"/>
                </a:lnTo>
                <a:lnTo>
                  <a:pt x="1143000" y="962025"/>
                </a:lnTo>
                <a:close/>
                <a:moveTo>
                  <a:pt x="1352550" y="942975"/>
                </a:moveTo>
                <a:lnTo>
                  <a:pt x="1362075" y="942975"/>
                </a:lnTo>
                <a:lnTo>
                  <a:pt x="1362075" y="952500"/>
                </a:lnTo>
                <a:lnTo>
                  <a:pt x="1352550" y="952500"/>
                </a:lnTo>
                <a:close/>
                <a:moveTo>
                  <a:pt x="409575" y="952500"/>
                </a:moveTo>
                <a:lnTo>
                  <a:pt x="419100" y="952500"/>
                </a:lnTo>
                <a:lnTo>
                  <a:pt x="419100" y="962025"/>
                </a:lnTo>
                <a:lnTo>
                  <a:pt x="457200" y="962025"/>
                </a:lnTo>
                <a:lnTo>
                  <a:pt x="457200" y="971550"/>
                </a:lnTo>
                <a:lnTo>
                  <a:pt x="438150" y="971550"/>
                </a:lnTo>
                <a:lnTo>
                  <a:pt x="438150" y="1009650"/>
                </a:lnTo>
                <a:lnTo>
                  <a:pt x="447675" y="1009650"/>
                </a:lnTo>
                <a:lnTo>
                  <a:pt x="447675" y="1019175"/>
                </a:lnTo>
                <a:lnTo>
                  <a:pt x="409575" y="1019175"/>
                </a:lnTo>
                <a:lnTo>
                  <a:pt x="409575" y="981075"/>
                </a:lnTo>
                <a:lnTo>
                  <a:pt x="400050" y="981075"/>
                </a:lnTo>
                <a:lnTo>
                  <a:pt x="400050" y="971550"/>
                </a:lnTo>
                <a:lnTo>
                  <a:pt x="409575" y="971550"/>
                </a:lnTo>
                <a:close/>
                <a:moveTo>
                  <a:pt x="219075" y="962025"/>
                </a:moveTo>
                <a:lnTo>
                  <a:pt x="228600" y="962025"/>
                </a:lnTo>
                <a:lnTo>
                  <a:pt x="228600" y="971550"/>
                </a:lnTo>
                <a:lnTo>
                  <a:pt x="219075" y="971550"/>
                </a:lnTo>
                <a:close/>
                <a:moveTo>
                  <a:pt x="466725" y="962025"/>
                </a:moveTo>
                <a:lnTo>
                  <a:pt x="476250" y="962025"/>
                </a:lnTo>
                <a:lnTo>
                  <a:pt x="476250" y="971550"/>
                </a:lnTo>
                <a:lnTo>
                  <a:pt x="466725" y="971550"/>
                </a:lnTo>
                <a:close/>
                <a:moveTo>
                  <a:pt x="1028700" y="962025"/>
                </a:moveTo>
                <a:lnTo>
                  <a:pt x="1038225" y="962025"/>
                </a:lnTo>
                <a:lnTo>
                  <a:pt x="1038225" y="971550"/>
                </a:lnTo>
                <a:lnTo>
                  <a:pt x="1028700" y="971550"/>
                </a:lnTo>
                <a:close/>
                <a:moveTo>
                  <a:pt x="1152525" y="962025"/>
                </a:moveTo>
                <a:lnTo>
                  <a:pt x="1162050" y="962025"/>
                </a:lnTo>
                <a:lnTo>
                  <a:pt x="1162050" y="971550"/>
                </a:lnTo>
                <a:lnTo>
                  <a:pt x="1152525" y="971550"/>
                </a:lnTo>
                <a:close/>
                <a:moveTo>
                  <a:pt x="1400175" y="962025"/>
                </a:moveTo>
                <a:lnTo>
                  <a:pt x="1419225" y="962025"/>
                </a:lnTo>
                <a:lnTo>
                  <a:pt x="1419225" y="1000125"/>
                </a:lnTo>
                <a:lnTo>
                  <a:pt x="1362075" y="1000125"/>
                </a:lnTo>
                <a:lnTo>
                  <a:pt x="1362075" y="990600"/>
                </a:lnTo>
                <a:lnTo>
                  <a:pt x="1381125" y="990600"/>
                </a:lnTo>
                <a:lnTo>
                  <a:pt x="1381125" y="981075"/>
                </a:lnTo>
                <a:lnTo>
                  <a:pt x="1390650" y="981075"/>
                </a:lnTo>
                <a:lnTo>
                  <a:pt x="1390650" y="971550"/>
                </a:lnTo>
                <a:lnTo>
                  <a:pt x="1400175" y="971550"/>
                </a:lnTo>
                <a:close/>
                <a:moveTo>
                  <a:pt x="1019175" y="971550"/>
                </a:moveTo>
                <a:lnTo>
                  <a:pt x="1028700" y="971550"/>
                </a:lnTo>
                <a:lnTo>
                  <a:pt x="1028700" y="981075"/>
                </a:lnTo>
                <a:lnTo>
                  <a:pt x="1019175" y="981075"/>
                </a:lnTo>
                <a:close/>
                <a:moveTo>
                  <a:pt x="180975" y="981075"/>
                </a:moveTo>
                <a:lnTo>
                  <a:pt x="209550" y="981075"/>
                </a:lnTo>
                <a:lnTo>
                  <a:pt x="209550" y="1000125"/>
                </a:lnTo>
                <a:lnTo>
                  <a:pt x="190500" y="1000125"/>
                </a:lnTo>
                <a:lnTo>
                  <a:pt x="190500" y="1009650"/>
                </a:lnTo>
                <a:lnTo>
                  <a:pt x="180975" y="1009650"/>
                </a:lnTo>
                <a:close/>
                <a:moveTo>
                  <a:pt x="238125" y="990600"/>
                </a:moveTo>
                <a:lnTo>
                  <a:pt x="247650" y="990600"/>
                </a:lnTo>
                <a:lnTo>
                  <a:pt x="247650" y="1000125"/>
                </a:lnTo>
                <a:lnTo>
                  <a:pt x="238125" y="1000125"/>
                </a:lnTo>
                <a:close/>
                <a:moveTo>
                  <a:pt x="1152525" y="990600"/>
                </a:moveTo>
                <a:lnTo>
                  <a:pt x="1162050" y="990600"/>
                </a:lnTo>
                <a:lnTo>
                  <a:pt x="1162050" y="1009650"/>
                </a:lnTo>
                <a:lnTo>
                  <a:pt x="1143000" y="1009650"/>
                </a:lnTo>
                <a:lnTo>
                  <a:pt x="1143000" y="1000125"/>
                </a:lnTo>
                <a:lnTo>
                  <a:pt x="1152525" y="1000125"/>
                </a:lnTo>
                <a:close/>
                <a:moveTo>
                  <a:pt x="1352550" y="1000125"/>
                </a:moveTo>
                <a:lnTo>
                  <a:pt x="1362075" y="1000125"/>
                </a:lnTo>
                <a:lnTo>
                  <a:pt x="1362075" y="1009650"/>
                </a:lnTo>
                <a:lnTo>
                  <a:pt x="1352550" y="1009650"/>
                </a:lnTo>
                <a:close/>
                <a:moveTo>
                  <a:pt x="95250" y="1019175"/>
                </a:moveTo>
                <a:lnTo>
                  <a:pt x="104775" y="1019175"/>
                </a:lnTo>
                <a:lnTo>
                  <a:pt x="104775" y="1038225"/>
                </a:lnTo>
                <a:lnTo>
                  <a:pt x="95250" y="1038225"/>
                </a:lnTo>
                <a:close/>
                <a:moveTo>
                  <a:pt x="1181100" y="1028700"/>
                </a:moveTo>
                <a:lnTo>
                  <a:pt x="1190625" y="1028700"/>
                </a:lnTo>
                <a:lnTo>
                  <a:pt x="1190625" y="1038225"/>
                </a:lnTo>
                <a:lnTo>
                  <a:pt x="1181100" y="1038225"/>
                </a:lnTo>
                <a:close/>
                <a:moveTo>
                  <a:pt x="428625" y="1038225"/>
                </a:moveTo>
                <a:lnTo>
                  <a:pt x="438150" y="1038225"/>
                </a:lnTo>
                <a:lnTo>
                  <a:pt x="438150" y="1047750"/>
                </a:lnTo>
                <a:lnTo>
                  <a:pt x="428625" y="1047750"/>
                </a:lnTo>
                <a:close/>
                <a:moveTo>
                  <a:pt x="1238250" y="1038225"/>
                </a:moveTo>
                <a:lnTo>
                  <a:pt x="1247775" y="1038225"/>
                </a:lnTo>
                <a:lnTo>
                  <a:pt x="1247775" y="1047750"/>
                </a:lnTo>
                <a:lnTo>
                  <a:pt x="1238250" y="1047750"/>
                </a:lnTo>
                <a:close/>
                <a:moveTo>
                  <a:pt x="1209675" y="1047750"/>
                </a:moveTo>
                <a:lnTo>
                  <a:pt x="1219200" y="1047750"/>
                </a:lnTo>
                <a:lnTo>
                  <a:pt x="1219200" y="1057275"/>
                </a:lnTo>
                <a:lnTo>
                  <a:pt x="1209675" y="1057275"/>
                </a:lnTo>
                <a:close/>
                <a:moveTo>
                  <a:pt x="495300" y="1114425"/>
                </a:moveTo>
                <a:lnTo>
                  <a:pt x="504825" y="1114425"/>
                </a:lnTo>
                <a:lnTo>
                  <a:pt x="504825" y="1123950"/>
                </a:lnTo>
                <a:lnTo>
                  <a:pt x="495300" y="1123950"/>
                </a:lnTo>
                <a:close/>
                <a:moveTo>
                  <a:pt x="485775" y="1123950"/>
                </a:moveTo>
                <a:lnTo>
                  <a:pt x="495300" y="1123950"/>
                </a:lnTo>
                <a:lnTo>
                  <a:pt x="495300" y="1133475"/>
                </a:lnTo>
                <a:lnTo>
                  <a:pt x="485775" y="1133475"/>
                </a:lnTo>
                <a:close/>
                <a:moveTo>
                  <a:pt x="409575" y="1133475"/>
                </a:moveTo>
                <a:lnTo>
                  <a:pt x="419100" y="1133475"/>
                </a:lnTo>
                <a:lnTo>
                  <a:pt x="419100" y="1143000"/>
                </a:lnTo>
                <a:lnTo>
                  <a:pt x="428625" y="1143000"/>
                </a:lnTo>
                <a:lnTo>
                  <a:pt x="428625" y="1152525"/>
                </a:lnTo>
                <a:lnTo>
                  <a:pt x="419100" y="1152525"/>
                </a:lnTo>
                <a:lnTo>
                  <a:pt x="419100" y="1162050"/>
                </a:lnTo>
                <a:lnTo>
                  <a:pt x="409575" y="1162050"/>
                </a:lnTo>
                <a:close/>
                <a:moveTo>
                  <a:pt x="295275" y="1143000"/>
                </a:moveTo>
                <a:lnTo>
                  <a:pt x="304800" y="1143000"/>
                </a:lnTo>
                <a:lnTo>
                  <a:pt x="304800" y="1162050"/>
                </a:lnTo>
                <a:lnTo>
                  <a:pt x="285750" y="1162050"/>
                </a:lnTo>
                <a:lnTo>
                  <a:pt x="285750" y="1152525"/>
                </a:lnTo>
                <a:lnTo>
                  <a:pt x="295275" y="1152525"/>
                </a:lnTo>
                <a:close/>
                <a:moveTo>
                  <a:pt x="1409700" y="1152525"/>
                </a:moveTo>
                <a:lnTo>
                  <a:pt x="1438275" y="1152525"/>
                </a:lnTo>
                <a:lnTo>
                  <a:pt x="1438275" y="1162050"/>
                </a:lnTo>
                <a:lnTo>
                  <a:pt x="1428750" y="1162050"/>
                </a:lnTo>
                <a:lnTo>
                  <a:pt x="1428750" y="1171575"/>
                </a:lnTo>
                <a:lnTo>
                  <a:pt x="1419225" y="1171575"/>
                </a:lnTo>
                <a:lnTo>
                  <a:pt x="1419225" y="1162050"/>
                </a:lnTo>
                <a:lnTo>
                  <a:pt x="1409700" y="1162050"/>
                </a:lnTo>
                <a:close/>
                <a:moveTo>
                  <a:pt x="200025" y="1162050"/>
                </a:moveTo>
                <a:lnTo>
                  <a:pt x="209550" y="1162050"/>
                </a:lnTo>
                <a:lnTo>
                  <a:pt x="209550" y="1171575"/>
                </a:lnTo>
                <a:lnTo>
                  <a:pt x="200025" y="1171575"/>
                </a:lnTo>
                <a:close/>
                <a:moveTo>
                  <a:pt x="276225" y="1162050"/>
                </a:moveTo>
                <a:lnTo>
                  <a:pt x="285750" y="1162050"/>
                </a:lnTo>
                <a:lnTo>
                  <a:pt x="285750" y="1190625"/>
                </a:lnTo>
                <a:lnTo>
                  <a:pt x="266700" y="1190625"/>
                </a:lnTo>
                <a:lnTo>
                  <a:pt x="266700" y="1181100"/>
                </a:lnTo>
                <a:lnTo>
                  <a:pt x="276225" y="1181100"/>
                </a:lnTo>
                <a:close/>
                <a:moveTo>
                  <a:pt x="1276350" y="1162050"/>
                </a:moveTo>
                <a:lnTo>
                  <a:pt x="1285875" y="1162050"/>
                </a:lnTo>
                <a:lnTo>
                  <a:pt x="1285875" y="1171575"/>
                </a:lnTo>
                <a:lnTo>
                  <a:pt x="1276350" y="1171575"/>
                </a:lnTo>
                <a:close/>
                <a:moveTo>
                  <a:pt x="1343025" y="1162050"/>
                </a:moveTo>
                <a:lnTo>
                  <a:pt x="1352550" y="1162050"/>
                </a:lnTo>
                <a:lnTo>
                  <a:pt x="1352550" y="1171575"/>
                </a:lnTo>
                <a:lnTo>
                  <a:pt x="1343025" y="1171575"/>
                </a:lnTo>
                <a:close/>
                <a:moveTo>
                  <a:pt x="161925" y="1171575"/>
                </a:moveTo>
                <a:lnTo>
                  <a:pt x="171450" y="1171575"/>
                </a:lnTo>
                <a:lnTo>
                  <a:pt x="171450" y="1190625"/>
                </a:lnTo>
                <a:lnTo>
                  <a:pt x="161925" y="1190625"/>
                </a:lnTo>
                <a:close/>
                <a:moveTo>
                  <a:pt x="247650" y="1171575"/>
                </a:moveTo>
                <a:lnTo>
                  <a:pt x="257175" y="1171575"/>
                </a:lnTo>
                <a:lnTo>
                  <a:pt x="257175" y="1181100"/>
                </a:lnTo>
                <a:lnTo>
                  <a:pt x="247650" y="1181100"/>
                </a:lnTo>
                <a:close/>
                <a:moveTo>
                  <a:pt x="1428750" y="1171575"/>
                </a:moveTo>
                <a:lnTo>
                  <a:pt x="1438275" y="1171575"/>
                </a:lnTo>
                <a:lnTo>
                  <a:pt x="1438275" y="1181100"/>
                </a:lnTo>
                <a:lnTo>
                  <a:pt x="1428750" y="1181100"/>
                </a:lnTo>
                <a:close/>
                <a:moveTo>
                  <a:pt x="400050" y="1181100"/>
                </a:moveTo>
                <a:lnTo>
                  <a:pt x="409575" y="1181100"/>
                </a:lnTo>
                <a:lnTo>
                  <a:pt x="409575" y="1190625"/>
                </a:lnTo>
                <a:lnTo>
                  <a:pt x="400050" y="1190625"/>
                </a:lnTo>
                <a:close/>
                <a:moveTo>
                  <a:pt x="1181100" y="1181100"/>
                </a:moveTo>
                <a:lnTo>
                  <a:pt x="1190625" y="1181100"/>
                </a:lnTo>
                <a:lnTo>
                  <a:pt x="1190625" y="1190625"/>
                </a:lnTo>
                <a:lnTo>
                  <a:pt x="1200150" y="1190625"/>
                </a:lnTo>
                <a:lnTo>
                  <a:pt x="1200150" y="1200150"/>
                </a:lnTo>
                <a:lnTo>
                  <a:pt x="1181100" y="1200150"/>
                </a:lnTo>
                <a:close/>
                <a:moveTo>
                  <a:pt x="1295400" y="1181100"/>
                </a:moveTo>
                <a:lnTo>
                  <a:pt x="1323975" y="1181100"/>
                </a:lnTo>
                <a:lnTo>
                  <a:pt x="1323975" y="1200150"/>
                </a:lnTo>
                <a:lnTo>
                  <a:pt x="1304925" y="1200150"/>
                </a:lnTo>
                <a:lnTo>
                  <a:pt x="1304925" y="1190625"/>
                </a:lnTo>
                <a:lnTo>
                  <a:pt x="1295400" y="1190625"/>
                </a:lnTo>
                <a:close/>
                <a:moveTo>
                  <a:pt x="1352550" y="1181100"/>
                </a:moveTo>
                <a:lnTo>
                  <a:pt x="1362075" y="1181100"/>
                </a:lnTo>
                <a:lnTo>
                  <a:pt x="1362075" y="1190625"/>
                </a:lnTo>
                <a:lnTo>
                  <a:pt x="1352550" y="1190625"/>
                </a:lnTo>
                <a:close/>
                <a:moveTo>
                  <a:pt x="38100" y="1190625"/>
                </a:moveTo>
                <a:lnTo>
                  <a:pt x="57150" y="1190625"/>
                </a:lnTo>
                <a:lnTo>
                  <a:pt x="57150" y="1200150"/>
                </a:lnTo>
                <a:lnTo>
                  <a:pt x="38100" y="1200150"/>
                </a:lnTo>
                <a:close/>
                <a:moveTo>
                  <a:pt x="180975" y="1190625"/>
                </a:moveTo>
                <a:lnTo>
                  <a:pt x="190500" y="1190625"/>
                </a:lnTo>
                <a:lnTo>
                  <a:pt x="190500" y="1200150"/>
                </a:lnTo>
                <a:lnTo>
                  <a:pt x="180975" y="1200150"/>
                </a:lnTo>
                <a:close/>
                <a:moveTo>
                  <a:pt x="219075" y="1190625"/>
                </a:moveTo>
                <a:lnTo>
                  <a:pt x="257175" y="1190625"/>
                </a:lnTo>
                <a:lnTo>
                  <a:pt x="257175" y="1200150"/>
                </a:lnTo>
                <a:lnTo>
                  <a:pt x="228600" y="1200150"/>
                </a:lnTo>
                <a:lnTo>
                  <a:pt x="228600" y="1219200"/>
                </a:lnTo>
                <a:lnTo>
                  <a:pt x="209550" y="1219200"/>
                </a:lnTo>
                <a:lnTo>
                  <a:pt x="209550" y="1228725"/>
                </a:lnTo>
                <a:lnTo>
                  <a:pt x="200025" y="1228725"/>
                </a:lnTo>
                <a:lnTo>
                  <a:pt x="200025" y="1219200"/>
                </a:lnTo>
                <a:lnTo>
                  <a:pt x="190500" y="1219200"/>
                </a:lnTo>
                <a:lnTo>
                  <a:pt x="190500" y="1200150"/>
                </a:lnTo>
                <a:lnTo>
                  <a:pt x="200025" y="1200150"/>
                </a:lnTo>
                <a:lnTo>
                  <a:pt x="200025" y="1209675"/>
                </a:lnTo>
                <a:lnTo>
                  <a:pt x="209550" y="1209675"/>
                </a:lnTo>
                <a:lnTo>
                  <a:pt x="209550" y="1200150"/>
                </a:lnTo>
                <a:lnTo>
                  <a:pt x="219075" y="1200150"/>
                </a:lnTo>
                <a:close/>
                <a:moveTo>
                  <a:pt x="285750" y="1190625"/>
                </a:moveTo>
                <a:lnTo>
                  <a:pt x="295275" y="1190625"/>
                </a:lnTo>
                <a:lnTo>
                  <a:pt x="295275" y="1200150"/>
                </a:lnTo>
                <a:lnTo>
                  <a:pt x="285750" y="1200150"/>
                </a:lnTo>
                <a:close/>
                <a:moveTo>
                  <a:pt x="361950" y="1190625"/>
                </a:moveTo>
                <a:lnTo>
                  <a:pt x="390525" y="1190625"/>
                </a:lnTo>
                <a:lnTo>
                  <a:pt x="390525" y="1200150"/>
                </a:lnTo>
                <a:lnTo>
                  <a:pt x="371475" y="1200150"/>
                </a:lnTo>
                <a:lnTo>
                  <a:pt x="371475" y="1209675"/>
                </a:lnTo>
                <a:lnTo>
                  <a:pt x="361950" y="1209675"/>
                </a:lnTo>
                <a:close/>
                <a:moveTo>
                  <a:pt x="1162050" y="1190625"/>
                </a:moveTo>
                <a:lnTo>
                  <a:pt x="1171575" y="1190625"/>
                </a:lnTo>
                <a:lnTo>
                  <a:pt x="1171575" y="1200150"/>
                </a:lnTo>
                <a:lnTo>
                  <a:pt x="1162050" y="1200150"/>
                </a:lnTo>
                <a:close/>
                <a:moveTo>
                  <a:pt x="1362075" y="1190625"/>
                </a:moveTo>
                <a:lnTo>
                  <a:pt x="1371600" y="1190625"/>
                </a:lnTo>
                <a:lnTo>
                  <a:pt x="1371600" y="1200150"/>
                </a:lnTo>
                <a:lnTo>
                  <a:pt x="1362075" y="1200150"/>
                </a:lnTo>
                <a:close/>
                <a:moveTo>
                  <a:pt x="57150" y="1200150"/>
                </a:moveTo>
                <a:lnTo>
                  <a:pt x="66675" y="1200150"/>
                </a:lnTo>
                <a:lnTo>
                  <a:pt x="66675" y="1209675"/>
                </a:lnTo>
                <a:lnTo>
                  <a:pt x="57150" y="1209675"/>
                </a:lnTo>
                <a:close/>
                <a:moveTo>
                  <a:pt x="1371600" y="1200150"/>
                </a:moveTo>
                <a:lnTo>
                  <a:pt x="1381125" y="1200150"/>
                </a:lnTo>
                <a:lnTo>
                  <a:pt x="1381125" y="1209675"/>
                </a:lnTo>
                <a:lnTo>
                  <a:pt x="1390650" y="1209675"/>
                </a:lnTo>
                <a:lnTo>
                  <a:pt x="1390650" y="1219200"/>
                </a:lnTo>
                <a:lnTo>
                  <a:pt x="1419225" y="1219200"/>
                </a:lnTo>
                <a:lnTo>
                  <a:pt x="1419225" y="1228725"/>
                </a:lnTo>
                <a:lnTo>
                  <a:pt x="1371600" y="1228725"/>
                </a:lnTo>
                <a:lnTo>
                  <a:pt x="1371600" y="1238250"/>
                </a:lnTo>
                <a:lnTo>
                  <a:pt x="1362075" y="1238250"/>
                </a:lnTo>
                <a:lnTo>
                  <a:pt x="1362075" y="1247775"/>
                </a:lnTo>
                <a:lnTo>
                  <a:pt x="1352550" y="1247775"/>
                </a:lnTo>
                <a:lnTo>
                  <a:pt x="1352550" y="1238250"/>
                </a:lnTo>
                <a:lnTo>
                  <a:pt x="1343025" y="1238250"/>
                </a:lnTo>
                <a:lnTo>
                  <a:pt x="1343025" y="1228725"/>
                </a:lnTo>
                <a:lnTo>
                  <a:pt x="1352550" y="1228725"/>
                </a:lnTo>
                <a:lnTo>
                  <a:pt x="1352550" y="1219200"/>
                </a:lnTo>
                <a:lnTo>
                  <a:pt x="1371600" y="1219200"/>
                </a:lnTo>
                <a:close/>
                <a:moveTo>
                  <a:pt x="1409700" y="1200150"/>
                </a:moveTo>
                <a:lnTo>
                  <a:pt x="1419225" y="1200150"/>
                </a:lnTo>
                <a:lnTo>
                  <a:pt x="1419225" y="1209675"/>
                </a:lnTo>
                <a:lnTo>
                  <a:pt x="1409700" y="1209675"/>
                </a:lnTo>
                <a:close/>
                <a:moveTo>
                  <a:pt x="1209675" y="1209675"/>
                </a:moveTo>
                <a:lnTo>
                  <a:pt x="1219200" y="1209675"/>
                </a:lnTo>
                <a:lnTo>
                  <a:pt x="1219200" y="1219200"/>
                </a:lnTo>
                <a:lnTo>
                  <a:pt x="1209675" y="1219200"/>
                </a:lnTo>
                <a:close/>
                <a:moveTo>
                  <a:pt x="1447800" y="1209675"/>
                </a:moveTo>
                <a:lnTo>
                  <a:pt x="1466850" y="1209675"/>
                </a:lnTo>
                <a:lnTo>
                  <a:pt x="1466850" y="1219200"/>
                </a:lnTo>
                <a:lnTo>
                  <a:pt x="1447800" y="1219200"/>
                </a:lnTo>
                <a:close/>
                <a:moveTo>
                  <a:pt x="266700" y="1219200"/>
                </a:moveTo>
                <a:lnTo>
                  <a:pt x="276225" y="1219200"/>
                </a:lnTo>
                <a:lnTo>
                  <a:pt x="276225" y="1238250"/>
                </a:lnTo>
                <a:lnTo>
                  <a:pt x="266700" y="1238250"/>
                </a:lnTo>
                <a:lnTo>
                  <a:pt x="266700" y="1247775"/>
                </a:lnTo>
                <a:lnTo>
                  <a:pt x="257175" y="1247775"/>
                </a:lnTo>
                <a:lnTo>
                  <a:pt x="257175" y="1228725"/>
                </a:lnTo>
                <a:lnTo>
                  <a:pt x="266700" y="1228725"/>
                </a:lnTo>
                <a:close/>
                <a:moveTo>
                  <a:pt x="704850" y="1219200"/>
                </a:moveTo>
                <a:lnTo>
                  <a:pt x="723900" y="1219200"/>
                </a:lnTo>
                <a:lnTo>
                  <a:pt x="723900" y="1238250"/>
                </a:lnTo>
                <a:lnTo>
                  <a:pt x="733425" y="1238250"/>
                </a:lnTo>
                <a:lnTo>
                  <a:pt x="733425" y="1247775"/>
                </a:lnTo>
                <a:lnTo>
                  <a:pt x="685800" y="1247775"/>
                </a:lnTo>
                <a:lnTo>
                  <a:pt x="685800" y="1238250"/>
                </a:lnTo>
                <a:lnTo>
                  <a:pt x="704850" y="1238250"/>
                </a:lnTo>
                <a:close/>
                <a:moveTo>
                  <a:pt x="1266825" y="1219200"/>
                </a:moveTo>
                <a:lnTo>
                  <a:pt x="1285875" y="1219200"/>
                </a:lnTo>
                <a:lnTo>
                  <a:pt x="1285875" y="1228725"/>
                </a:lnTo>
                <a:lnTo>
                  <a:pt x="1266825" y="1228725"/>
                </a:lnTo>
                <a:close/>
                <a:moveTo>
                  <a:pt x="1314450" y="1228725"/>
                </a:moveTo>
                <a:lnTo>
                  <a:pt x="1323975" y="1228725"/>
                </a:lnTo>
                <a:lnTo>
                  <a:pt x="1323975" y="1247775"/>
                </a:lnTo>
                <a:lnTo>
                  <a:pt x="1314450" y="1247775"/>
                </a:lnTo>
                <a:close/>
                <a:moveTo>
                  <a:pt x="238125" y="1285875"/>
                </a:moveTo>
                <a:lnTo>
                  <a:pt x="247650" y="1285875"/>
                </a:lnTo>
                <a:lnTo>
                  <a:pt x="247650" y="1295400"/>
                </a:lnTo>
                <a:lnTo>
                  <a:pt x="238125" y="1295400"/>
                </a:lnTo>
                <a:close/>
                <a:moveTo>
                  <a:pt x="800100" y="1285875"/>
                </a:moveTo>
                <a:lnTo>
                  <a:pt x="809625" y="1285875"/>
                </a:lnTo>
                <a:lnTo>
                  <a:pt x="809625" y="1295400"/>
                </a:lnTo>
                <a:lnTo>
                  <a:pt x="800100" y="1295400"/>
                </a:lnTo>
                <a:close/>
                <a:moveTo>
                  <a:pt x="295275" y="1295400"/>
                </a:moveTo>
                <a:lnTo>
                  <a:pt x="323850" y="1295400"/>
                </a:lnTo>
                <a:lnTo>
                  <a:pt x="323850" y="1304925"/>
                </a:lnTo>
                <a:lnTo>
                  <a:pt x="295275" y="1304925"/>
                </a:lnTo>
                <a:close/>
                <a:moveTo>
                  <a:pt x="447675" y="1295400"/>
                </a:moveTo>
                <a:lnTo>
                  <a:pt x="457200" y="1295400"/>
                </a:lnTo>
                <a:lnTo>
                  <a:pt x="457200" y="1304925"/>
                </a:lnTo>
                <a:lnTo>
                  <a:pt x="447675" y="1304925"/>
                </a:lnTo>
                <a:close/>
                <a:moveTo>
                  <a:pt x="485775" y="1295400"/>
                </a:moveTo>
                <a:lnTo>
                  <a:pt x="504825" y="1295400"/>
                </a:lnTo>
                <a:lnTo>
                  <a:pt x="504825" y="1304925"/>
                </a:lnTo>
                <a:lnTo>
                  <a:pt x="485775" y="1304925"/>
                </a:lnTo>
                <a:close/>
                <a:moveTo>
                  <a:pt x="1266825" y="1295400"/>
                </a:moveTo>
                <a:lnTo>
                  <a:pt x="1276350" y="1295400"/>
                </a:lnTo>
                <a:lnTo>
                  <a:pt x="1276350" y="1304925"/>
                </a:lnTo>
                <a:lnTo>
                  <a:pt x="1266825" y="1304925"/>
                </a:lnTo>
                <a:close/>
                <a:moveTo>
                  <a:pt x="1352550" y="1295400"/>
                </a:moveTo>
                <a:lnTo>
                  <a:pt x="1362075" y="1295400"/>
                </a:lnTo>
                <a:lnTo>
                  <a:pt x="1362075" y="1304925"/>
                </a:lnTo>
                <a:lnTo>
                  <a:pt x="1352550" y="1304925"/>
                </a:lnTo>
                <a:close/>
                <a:moveTo>
                  <a:pt x="1285875" y="1333500"/>
                </a:moveTo>
                <a:lnTo>
                  <a:pt x="1304925" y="1333500"/>
                </a:lnTo>
                <a:lnTo>
                  <a:pt x="1304925" y="1343025"/>
                </a:lnTo>
                <a:lnTo>
                  <a:pt x="1285875" y="1343025"/>
                </a:lnTo>
                <a:close/>
              </a:path>
            </a:pathLst>
          </a:custGeom>
          <a:solidFill xmlns:a="http://schemas.openxmlformats.org/drawingml/2006/main">
            <a:srgbClr val="F9F8F3"/>
          </a:solidFill>
          <a:ln xmlns:a="http://schemas.openxmlformats.org/drawingml/2006/main" w="0">
            <a:noFill/>
          </a:ln>
        </p:spPr>
      </p:sp>
      <p:sp>
        <p:nvSpPr>
          <p:cNvPr id="32" name="turno1 vector #f7f8f3">
            <a:extLst xmlns:a="http://schemas.openxmlformats.org/drawingml/2006/main">
              <a:ext uri="{FF2B5EF4-FFF2-40B4-BE49-F238E27FC236}">
                <a16:creationId xmlns:a16="http://schemas.microsoft.com/office/drawing/2014/main" id="{A33605F5-D681-4E4E-A52C-A79878C7AC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2025" y="2752725"/>
            <a:ext cx="2476500" cy="2095500"/>
          </a:xfrm>
          <a:custGeom xmlns:a="http://schemas.openxmlformats.org/drawingml/2006/main">
            <a:pathLst>
              <a:path w="1609725" h="1362075">
                <a:moveTo>
                  <a:pt x="990600" y="0"/>
                </a:moveTo>
                <a:lnTo>
                  <a:pt x="1009650" y="0"/>
                </a:lnTo>
                <a:lnTo>
                  <a:pt x="1009650" y="9525"/>
                </a:lnTo>
                <a:lnTo>
                  <a:pt x="990600" y="9525"/>
                </a:lnTo>
                <a:close/>
                <a:moveTo>
                  <a:pt x="1038225" y="0"/>
                </a:moveTo>
                <a:lnTo>
                  <a:pt x="1047750" y="0"/>
                </a:lnTo>
                <a:lnTo>
                  <a:pt x="1047750" y="9525"/>
                </a:lnTo>
                <a:lnTo>
                  <a:pt x="1038225" y="9525"/>
                </a:lnTo>
                <a:close/>
                <a:moveTo>
                  <a:pt x="1123950" y="9525"/>
                </a:moveTo>
                <a:lnTo>
                  <a:pt x="1133475" y="9525"/>
                </a:lnTo>
                <a:lnTo>
                  <a:pt x="1133475" y="28575"/>
                </a:lnTo>
                <a:lnTo>
                  <a:pt x="1114425" y="28575"/>
                </a:lnTo>
                <a:lnTo>
                  <a:pt x="1114425" y="19050"/>
                </a:lnTo>
                <a:lnTo>
                  <a:pt x="1123950" y="19050"/>
                </a:lnTo>
                <a:close/>
                <a:moveTo>
                  <a:pt x="1200150" y="19050"/>
                </a:moveTo>
                <a:lnTo>
                  <a:pt x="1209675" y="19050"/>
                </a:lnTo>
                <a:lnTo>
                  <a:pt x="1209675" y="38100"/>
                </a:lnTo>
                <a:lnTo>
                  <a:pt x="1200150" y="38100"/>
                </a:lnTo>
                <a:close/>
                <a:moveTo>
                  <a:pt x="1104900" y="28575"/>
                </a:moveTo>
                <a:lnTo>
                  <a:pt x="1114425" y="28575"/>
                </a:lnTo>
                <a:lnTo>
                  <a:pt x="1114425" y="47625"/>
                </a:lnTo>
                <a:lnTo>
                  <a:pt x="1095375" y="47625"/>
                </a:lnTo>
                <a:lnTo>
                  <a:pt x="1095375" y="38100"/>
                </a:lnTo>
                <a:lnTo>
                  <a:pt x="1104900" y="38100"/>
                </a:lnTo>
                <a:close/>
                <a:moveTo>
                  <a:pt x="1057275" y="57150"/>
                </a:moveTo>
                <a:lnTo>
                  <a:pt x="1085850" y="57150"/>
                </a:lnTo>
                <a:lnTo>
                  <a:pt x="1085850" y="66675"/>
                </a:lnTo>
                <a:lnTo>
                  <a:pt x="1057275" y="66675"/>
                </a:lnTo>
                <a:close/>
                <a:moveTo>
                  <a:pt x="476250" y="66675"/>
                </a:moveTo>
                <a:lnTo>
                  <a:pt x="485775" y="66675"/>
                </a:lnTo>
                <a:lnTo>
                  <a:pt x="485775" y="76200"/>
                </a:lnTo>
                <a:lnTo>
                  <a:pt x="476250" y="76200"/>
                </a:lnTo>
                <a:close/>
                <a:moveTo>
                  <a:pt x="1266825" y="66675"/>
                </a:moveTo>
                <a:lnTo>
                  <a:pt x="1285875" y="66675"/>
                </a:lnTo>
                <a:lnTo>
                  <a:pt x="1285875" y="76200"/>
                </a:lnTo>
                <a:lnTo>
                  <a:pt x="1295400" y="76200"/>
                </a:lnTo>
                <a:lnTo>
                  <a:pt x="1295400" y="85725"/>
                </a:lnTo>
                <a:lnTo>
                  <a:pt x="1276350" y="85725"/>
                </a:lnTo>
                <a:lnTo>
                  <a:pt x="1276350" y="76200"/>
                </a:lnTo>
                <a:lnTo>
                  <a:pt x="1266825" y="76200"/>
                </a:lnTo>
                <a:close/>
                <a:moveTo>
                  <a:pt x="209550" y="85725"/>
                </a:moveTo>
                <a:lnTo>
                  <a:pt x="228600" y="85725"/>
                </a:lnTo>
                <a:lnTo>
                  <a:pt x="228600" y="95250"/>
                </a:lnTo>
                <a:lnTo>
                  <a:pt x="209550" y="95250"/>
                </a:lnTo>
                <a:close/>
                <a:moveTo>
                  <a:pt x="1000125" y="85725"/>
                </a:moveTo>
                <a:lnTo>
                  <a:pt x="1009650" y="85725"/>
                </a:lnTo>
                <a:lnTo>
                  <a:pt x="1009650" y="95250"/>
                </a:lnTo>
                <a:lnTo>
                  <a:pt x="1000125" y="95250"/>
                </a:lnTo>
                <a:close/>
                <a:moveTo>
                  <a:pt x="1314450" y="104775"/>
                </a:moveTo>
                <a:lnTo>
                  <a:pt x="1323975" y="104775"/>
                </a:lnTo>
                <a:lnTo>
                  <a:pt x="1323975" y="114300"/>
                </a:lnTo>
                <a:lnTo>
                  <a:pt x="1314450" y="114300"/>
                </a:lnTo>
                <a:close/>
                <a:moveTo>
                  <a:pt x="1304925" y="114300"/>
                </a:moveTo>
                <a:lnTo>
                  <a:pt x="1314450" y="114300"/>
                </a:lnTo>
                <a:lnTo>
                  <a:pt x="1314450" y="123825"/>
                </a:lnTo>
                <a:lnTo>
                  <a:pt x="1304925" y="123825"/>
                </a:lnTo>
                <a:close/>
                <a:moveTo>
                  <a:pt x="323850" y="123825"/>
                </a:moveTo>
                <a:lnTo>
                  <a:pt x="333375" y="123825"/>
                </a:lnTo>
                <a:lnTo>
                  <a:pt x="333375" y="142875"/>
                </a:lnTo>
                <a:lnTo>
                  <a:pt x="323850" y="142875"/>
                </a:lnTo>
                <a:close/>
                <a:moveTo>
                  <a:pt x="342900" y="123825"/>
                </a:moveTo>
                <a:lnTo>
                  <a:pt x="352425" y="123825"/>
                </a:lnTo>
                <a:lnTo>
                  <a:pt x="352425" y="133350"/>
                </a:lnTo>
                <a:lnTo>
                  <a:pt x="342900" y="133350"/>
                </a:lnTo>
                <a:close/>
                <a:moveTo>
                  <a:pt x="285750" y="133350"/>
                </a:moveTo>
                <a:lnTo>
                  <a:pt x="295275" y="133350"/>
                </a:lnTo>
                <a:lnTo>
                  <a:pt x="295275" y="142875"/>
                </a:lnTo>
                <a:lnTo>
                  <a:pt x="285750" y="142875"/>
                </a:lnTo>
                <a:close/>
                <a:moveTo>
                  <a:pt x="304800" y="133350"/>
                </a:moveTo>
                <a:lnTo>
                  <a:pt x="314325" y="133350"/>
                </a:lnTo>
                <a:lnTo>
                  <a:pt x="314325" y="142875"/>
                </a:lnTo>
                <a:lnTo>
                  <a:pt x="323850" y="142875"/>
                </a:lnTo>
                <a:lnTo>
                  <a:pt x="323850" y="161925"/>
                </a:lnTo>
                <a:lnTo>
                  <a:pt x="314325" y="161925"/>
                </a:lnTo>
                <a:lnTo>
                  <a:pt x="314325" y="152400"/>
                </a:lnTo>
                <a:lnTo>
                  <a:pt x="304800" y="152400"/>
                </a:lnTo>
                <a:close/>
                <a:moveTo>
                  <a:pt x="1485900" y="142875"/>
                </a:moveTo>
                <a:lnTo>
                  <a:pt x="1504950" y="142875"/>
                </a:lnTo>
                <a:lnTo>
                  <a:pt x="1504950" y="152400"/>
                </a:lnTo>
                <a:lnTo>
                  <a:pt x="1485900" y="152400"/>
                </a:lnTo>
                <a:close/>
                <a:moveTo>
                  <a:pt x="381000" y="152400"/>
                </a:moveTo>
                <a:lnTo>
                  <a:pt x="428625" y="152400"/>
                </a:lnTo>
                <a:lnTo>
                  <a:pt x="428625" y="180975"/>
                </a:lnTo>
                <a:lnTo>
                  <a:pt x="390525" y="180975"/>
                </a:lnTo>
                <a:lnTo>
                  <a:pt x="390525" y="171450"/>
                </a:lnTo>
                <a:lnTo>
                  <a:pt x="381000" y="171450"/>
                </a:lnTo>
                <a:close/>
                <a:moveTo>
                  <a:pt x="504825" y="152400"/>
                </a:moveTo>
                <a:lnTo>
                  <a:pt x="523875" y="152400"/>
                </a:lnTo>
                <a:lnTo>
                  <a:pt x="523875" y="161925"/>
                </a:lnTo>
                <a:lnTo>
                  <a:pt x="504825" y="161925"/>
                </a:lnTo>
                <a:close/>
                <a:moveTo>
                  <a:pt x="295275" y="161925"/>
                </a:moveTo>
                <a:lnTo>
                  <a:pt x="314325" y="161925"/>
                </a:lnTo>
                <a:lnTo>
                  <a:pt x="314325" y="180975"/>
                </a:lnTo>
                <a:lnTo>
                  <a:pt x="323850" y="180975"/>
                </a:lnTo>
                <a:lnTo>
                  <a:pt x="323850" y="228600"/>
                </a:lnTo>
                <a:lnTo>
                  <a:pt x="314325" y="228600"/>
                </a:lnTo>
                <a:lnTo>
                  <a:pt x="314325" y="219075"/>
                </a:lnTo>
                <a:lnTo>
                  <a:pt x="295275" y="219075"/>
                </a:lnTo>
                <a:lnTo>
                  <a:pt x="295275" y="200025"/>
                </a:lnTo>
                <a:lnTo>
                  <a:pt x="285750" y="200025"/>
                </a:lnTo>
                <a:lnTo>
                  <a:pt x="285750" y="171450"/>
                </a:lnTo>
                <a:lnTo>
                  <a:pt x="295275" y="171450"/>
                </a:lnTo>
                <a:close/>
                <a:moveTo>
                  <a:pt x="361950" y="161925"/>
                </a:moveTo>
                <a:lnTo>
                  <a:pt x="371475" y="161925"/>
                </a:lnTo>
                <a:lnTo>
                  <a:pt x="371475" y="171450"/>
                </a:lnTo>
                <a:lnTo>
                  <a:pt x="361950" y="171450"/>
                </a:lnTo>
                <a:close/>
                <a:moveTo>
                  <a:pt x="533400" y="161925"/>
                </a:moveTo>
                <a:lnTo>
                  <a:pt x="542925" y="161925"/>
                </a:lnTo>
                <a:lnTo>
                  <a:pt x="542925" y="190500"/>
                </a:lnTo>
                <a:lnTo>
                  <a:pt x="533400" y="190500"/>
                </a:lnTo>
                <a:close/>
                <a:moveTo>
                  <a:pt x="295275" y="200025"/>
                </a:moveTo>
                <a:lnTo>
                  <a:pt x="304800" y="200025"/>
                </a:lnTo>
                <a:lnTo>
                  <a:pt x="304800" y="190500"/>
                </a:lnTo>
                <a:lnTo>
                  <a:pt x="295275" y="190500"/>
                </a:lnTo>
                <a:close/>
                <a:moveTo>
                  <a:pt x="485775" y="209550"/>
                </a:moveTo>
                <a:lnTo>
                  <a:pt x="533400" y="209550"/>
                </a:lnTo>
                <a:lnTo>
                  <a:pt x="533400" y="219075"/>
                </a:lnTo>
                <a:lnTo>
                  <a:pt x="504825" y="219075"/>
                </a:lnTo>
                <a:lnTo>
                  <a:pt x="504825" y="228600"/>
                </a:lnTo>
                <a:lnTo>
                  <a:pt x="514350" y="228600"/>
                </a:lnTo>
                <a:lnTo>
                  <a:pt x="514350" y="238125"/>
                </a:lnTo>
                <a:lnTo>
                  <a:pt x="495300" y="238125"/>
                </a:lnTo>
                <a:lnTo>
                  <a:pt x="495300" y="228600"/>
                </a:lnTo>
                <a:lnTo>
                  <a:pt x="485775" y="228600"/>
                </a:lnTo>
                <a:close/>
                <a:moveTo>
                  <a:pt x="352425" y="228600"/>
                </a:moveTo>
                <a:lnTo>
                  <a:pt x="361950" y="228600"/>
                </a:lnTo>
                <a:lnTo>
                  <a:pt x="361950" y="238125"/>
                </a:lnTo>
                <a:lnTo>
                  <a:pt x="371475" y="238125"/>
                </a:lnTo>
                <a:lnTo>
                  <a:pt x="371475" y="247650"/>
                </a:lnTo>
                <a:lnTo>
                  <a:pt x="342900" y="247650"/>
                </a:lnTo>
                <a:lnTo>
                  <a:pt x="342900" y="238125"/>
                </a:lnTo>
                <a:lnTo>
                  <a:pt x="352425" y="238125"/>
                </a:lnTo>
                <a:close/>
                <a:moveTo>
                  <a:pt x="962025" y="238125"/>
                </a:moveTo>
                <a:lnTo>
                  <a:pt x="981075" y="238125"/>
                </a:lnTo>
                <a:lnTo>
                  <a:pt x="981075" y="247650"/>
                </a:lnTo>
                <a:lnTo>
                  <a:pt x="962025" y="247650"/>
                </a:lnTo>
                <a:close/>
                <a:moveTo>
                  <a:pt x="1285875" y="238125"/>
                </a:moveTo>
                <a:lnTo>
                  <a:pt x="1295400" y="238125"/>
                </a:lnTo>
                <a:lnTo>
                  <a:pt x="1295400" y="247650"/>
                </a:lnTo>
                <a:lnTo>
                  <a:pt x="1314450" y="247650"/>
                </a:lnTo>
                <a:lnTo>
                  <a:pt x="1314450" y="257175"/>
                </a:lnTo>
                <a:lnTo>
                  <a:pt x="1295400" y="257175"/>
                </a:lnTo>
                <a:lnTo>
                  <a:pt x="1295400" y="266700"/>
                </a:lnTo>
                <a:lnTo>
                  <a:pt x="1304925" y="266700"/>
                </a:lnTo>
                <a:lnTo>
                  <a:pt x="1304925" y="285750"/>
                </a:lnTo>
                <a:lnTo>
                  <a:pt x="1314450" y="285750"/>
                </a:lnTo>
                <a:lnTo>
                  <a:pt x="1314450" y="276225"/>
                </a:lnTo>
                <a:lnTo>
                  <a:pt x="1343025" y="276225"/>
                </a:lnTo>
                <a:lnTo>
                  <a:pt x="1343025" y="285750"/>
                </a:lnTo>
                <a:lnTo>
                  <a:pt x="1314450" y="285750"/>
                </a:lnTo>
                <a:lnTo>
                  <a:pt x="1314450" y="314325"/>
                </a:lnTo>
                <a:lnTo>
                  <a:pt x="1295400" y="314325"/>
                </a:lnTo>
                <a:lnTo>
                  <a:pt x="1295400" y="304800"/>
                </a:lnTo>
                <a:lnTo>
                  <a:pt x="1285875" y="304800"/>
                </a:lnTo>
                <a:lnTo>
                  <a:pt x="1285875" y="285750"/>
                </a:lnTo>
                <a:lnTo>
                  <a:pt x="1266825" y="285750"/>
                </a:lnTo>
                <a:lnTo>
                  <a:pt x="1266825" y="266700"/>
                </a:lnTo>
                <a:lnTo>
                  <a:pt x="1257300" y="266700"/>
                </a:lnTo>
                <a:lnTo>
                  <a:pt x="1257300" y="257175"/>
                </a:lnTo>
                <a:lnTo>
                  <a:pt x="1276350" y="257175"/>
                </a:lnTo>
                <a:lnTo>
                  <a:pt x="1276350" y="247650"/>
                </a:lnTo>
                <a:lnTo>
                  <a:pt x="1285875" y="247650"/>
                </a:lnTo>
                <a:close/>
                <a:moveTo>
                  <a:pt x="1476375" y="238125"/>
                </a:moveTo>
                <a:lnTo>
                  <a:pt x="1504950" y="238125"/>
                </a:lnTo>
                <a:lnTo>
                  <a:pt x="1504950" y="247650"/>
                </a:lnTo>
                <a:lnTo>
                  <a:pt x="1476375" y="247650"/>
                </a:lnTo>
                <a:close/>
                <a:moveTo>
                  <a:pt x="514350" y="247650"/>
                </a:moveTo>
                <a:lnTo>
                  <a:pt x="533400" y="247650"/>
                </a:lnTo>
                <a:lnTo>
                  <a:pt x="533400" y="266700"/>
                </a:lnTo>
                <a:lnTo>
                  <a:pt x="542925" y="266700"/>
                </a:lnTo>
                <a:lnTo>
                  <a:pt x="542925" y="285750"/>
                </a:lnTo>
                <a:lnTo>
                  <a:pt x="533400" y="285750"/>
                </a:lnTo>
                <a:lnTo>
                  <a:pt x="533400" y="276225"/>
                </a:lnTo>
                <a:lnTo>
                  <a:pt x="514350" y="276225"/>
                </a:lnTo>
                <a:lnTo>
                  <a:pt x="514350" y="285750"/>
                </a:lnTo>
                <a:lnTo>
                  <a:pt x="485775" y="285750"/>
                </a:lnTo>
                <a:lnTo>
                  <a:pt x="485775" y="276225"/>
                </a:lnTo>
                <a:lnTo>
                  <a:pt x="504825" y="276225"/>
                </a:lnTo>
                <a:lnTo>
                  <a:pt x="504825" y="257175"/>
                </a:lnTo>
                <a:lnTo>
                  <a:pt x="514350" y="257175"/>
                </a:lnTo>
                <a:close/>
                <a:moveTo>
                  <a:pt x="542925" y="247650"/>
                </a:moveTo>
                <a:lnTo>
                  <a:pt x="552450" y="247650"/>
                </a:lnTo>
                <a:lnTo>
                  <a:pt x="552450" y="257175"/>
                </a:lnTo>
                <a:lnTo>
                  <a:pt x="542925" y="257175"/>
                </a:lnTo>
                <a:close/>
                <a:moveTo>
                  <a:pt x="1000125" y="247650"/>
                </a:moveTo>
                <a:lnTo>
                  <a:pt x="1028700" y="247650"/>
                </a:lnTo>
                <a:lnTo>
                  <a:pt x="1028700" y="257175"/>
                </a:lnTo>
                <a:lnTo>
                  <a:pt x="1000125" y="257175"/>
                </a:lnTo>
                <a:close/>
                <a:moveTo>
                  <a:pt x="1504950" y="247650"/>
                </a:moveTo>
                <a:lnTo>
                  <a:pt x="1514475" y="247650"/>
                </a:lnTo>
                <a:lnTo>
                  <a:pt x="1514475" y="257175"/>
                </a:lnTo>
                <a:lnTo>
                  <a:pt x="1504950" y="257175"/>
                </a:lnTo>
                <a:close/>
                <a:moveTo>
                  <a:pt x="447675" y="257175"/>
                </a:moveTo>
                <a:lnTo>
                  <a:pt x="466725" y="257175"/>
                </a:lnTo>
                <a:lnTo>
                  <a:pt x="466725" y="285750"/>
                </a:lnTo>
                <a:lnTo>
                  <a:pt x="457200" y="285750"/>
                </a:lnTo>
                <a:lnTo>
                  <a:pt x="457200" y="266700"/>
                </a:lnTo>
                <a:lnTo>
                  <a:pt x="447675" y="266700"/>
                </a:lnTo>
                <a:close/>
                <a:moveTo>
                  <a:pt x="552450" y="257175"/>
                </a:moveTo>
                <a:lnTo>
                  <a:pt x="561975" y="257175"/>
                </a:lnTo>
                <a:lnTo>
                  <a:pt x="561975" y="266700"/>
                </a:lnTo>
                <a:lnTo>
                  <a:pt x="552450" y="266700"/>
                </a:lnTo>
                <a:close/>
                <a:moveTo>
                  <a:pt x="581025" y="257175"/>
                </a:moveTo>
                <a:lnTo>
                  <a:pt x="590550" y="257175"/>
                </a:lnTo>
                <a:lnTo>
                  <a:pt x="590550" y="266700"/>
                </a:lnTo>
                <a:lnTo>
                  <a:pt x="581025" y="266700"/>
                </a:lnTo>
                <a:close/>
                <a:moveTo>
                  <a:pt x="1485900" y="257175"/>
                </a:moveTo>
                <a:lnTo>
                  <a:pt x="1504950" y="257175"/>
                </a:lnTo>
                <a:lnTo>
                  <a:pt x="1504950" y="266700"/>
                </a:lnTo>
                <a:lnTo>
                  <a:pt x="1485900" y="266700"/>
                </a:lnTo>
                <a:close/>
                <a:moveTo>
                  <a:pt x="1247775" y="266700"/>
                </a:moveTo>
                <a:lnTo>
                  <a:pt x="1257300" y="266700"/>
                </a:lnTo>
                <a:lnTo>
                  <a:pt x="1257300" y="285750"/>
                </a:lnTo>
                <a:lnTo>
                  <a:pt x="1247775" y="285750"/>
                </a:lnTo>
                <a:close/>
                <a:moveTo>
                  <a:pt x="1371600" y="266700"/>
                </a:moveTo>
                <a:lnTo>
                  <a:pt x="1381125" y="266700"/>
                </a:lnTo>
                <a:lnTo>
                  <a:pt x="1381125" y="276225"/>
                </a:lnTo>
                <a:lnTo>
                  <a:pt x="1371600" y="276225"/>
                </a:lnTo>
                <a:close/>
                <a:moveTo>
                  <a:pt x="266700" y="276225"/>
                </a:moveTo>
                <a:lnTo>
                  <a:pt x="276225" y="276225"/>
                </a:lnTo>
                <a:lnTo>
                  <a:pt x="276225" y="285750"/>
                </a:lnTo>
                <a:lnTo>
                  <a:pt x="266700" y="285750"/>
                </a:lnTo>
                <a:close/>
                <a:moveTo>
                  <a:pt x="638175" y="276225"/>
                </a:moveTo>
                <a:lnTo>
                  <a:pt x="647700" y="276225"/>
                </a:lnTo>
                <a:lnTo>
                  <a:pt x="647700" y="314325"/>
                </a:lnTo>
                <a:lnTo>
                  <a:pt x="638175" y="314325"/>
                </a:lnTo>
                <a:lnTo>
                  <a:pt x="638175" y="295275"/>
                </a:lnTo>
                <a:lnTo>
                  <a:pt x="628650" y="295275"/>
                </a:lnTo>
                <a:lnTo>
                  <a:pt x="628650" y="285750"/>
                </a:lnTo>
                <a:lnTo>
                  <a:pt x="638175" y="285750"/>
                </a:lnTo>
                <a:close/>
                <a:moveTo>
                  <a:pt x="790575" y="276225"/>
                </a:moveTo>
                <a:lnTo>
                  <a:pt x="809625" y="276225"/>
                </a:lnTo>
                <a:lnTo>
                  <a:pt x="809625" y="285750"/>
                </a:lnTo>
                <a:lnTo>
                  <a:pt x="790575" y="285750"/>
                </a:lnTo>
                <a:close/>
                <a:moveTo>
                  <a:pt x="904875" y="276225"/>
                </a:moveTo>
                <a:lnTo>
                  <a:pt x="914400" y="276225"/>
                </a:lnTo>
                <a:lnTo>
                  <a:pt x="914400" y="285750"/>
                </a:lnTo>
                <a:lnTo>
                  <a:pt x="933450" y="285750"/>
                </a:lnTo>
                <a:lnTo>
                  <a:pt x="933450" y="295275"/>
                </a:lnTo>
                <a:lnTo>
                  <a:pt x="962025" y="295275"/>
                </a:lnTo>
                <a:lnTo>
                  <a:pt x="962025" y="304800"/>
                </a:lnTo>
                <a:lnTo>
                  <a:pt x="942975" y="304800"/>
                </a:lnTo>
                <a:lnTo>
                  <a:pt x="942975" y="314325"/>
                </a:lnTo>
                <a:lnTo>
                  <a:pt x="923925" y="314325"/>
                </a:lnTo>
                <a:lnTo>
                  <a:pt x="923925" y="295275"/>
                </a:lnTo>
                <a:lnTo>
                  <a:pt x="914400" y="295275"/>
                </a:lnTo>
                <a:lnTo>
                  <a:pt x="914400" y="304800"/>
                </a:lnTo>
                <a:lnTo>
                  <a:pt x="895350" y="304800"/>
                </a:lnTo>
                <a:lnTo>
                  <a:pt x="895350" y="285750"/>
                </a:lnTo>
                <a:lnTo>
                  <a:pt x="904875" y="285750"/>
                </a:lnTo>
                <a:close/>
                <a:moveTo>
                  <a:pt x="962025" y="276225"/>
                </a:moveTo>
                <a:lnTo>
                  <a:pt x="981075" y="276225"/>
                </a:lnTo>
                <a:lnTo>
                  <a:pt x="981075" y="285750"/>
                </a:lnTo>
                <a:lnTo>
                  <a:pt x="962025" y="285750"/>
                </a:lnTo>
                <a:close/>
                <a:moveTo>
                  <a:pt x="1143000" y="276225"/>
                </a:moveTo>
                <a:lnTo>
                  <a:pt x="1152525" y="276225"/>
                </a:lnTo>
                <a:lnTo>
                  <a:pt x="1152525" y="295275"/>
                </a:lnTo>
                <a:lnTo>
                  <a:pt x="1143000" y="295275"/>
                </a:lnTo>
                <a:close/>
                <a:moveTo>
                  <a:pt x="1447800" y="276225"/>
                </a:moveTo>
                <a:lnTo>
                  <a:pt x="1457325" y="276225"/>
                </a:lnTo>
                <a:lnTo>
                  <a:pt x="1457325" y="285750"/>
                </a:lnTo>
                <a:lnTo>
                  <a:pt x="1447800" y="285750"/>
                </a:lnTo>
                <a:close/>
                <a:moveTo>
                  <a:pt x="276225" y="285750"/>
                </a:moveTo>
                <a:lnTo>
                  <a:pt x="285750" y="285750"/>
                </a:lnTo>
                <a:lnTo>
                  <a:pt x="285750" y="295275"/>
                </a:lnTo>
                <a:lnTo>
                  <a:pt x="276225" y="295275"/>
                </a:lnTo>
                <a:close/>
                <a:moveTo>
                  <a:pt x="1476375" y="285750"/>
                </a:moveTo>
                <a:lnTo>
                  <a:pt x="1485900" y="285750"/>
                </a:lnTo>
                <a:lnTo>
                  <a:pt x="1485900" y="295275"/>
                </a:lnTo>
                <a:lnTo>
                  <a:pt x="1476375" y="295275"/>
                </a:lnTo>
                <a:close/>
                <a:moveTo>
                  <a:pt x="1200150" y="295275"/>
                </a:moveTo>
                <a:lnTo>
                  <a:pt x="1228725" y="295275"/>
                </a:lnTo>
                <a:lnTo>
                  <a:pt x="1228725" y="304800"/>
                </a:lnTo>
                <a:lnTo>
                  <a:pt x="1200150" y="304800"/>
                </a:lnTo>
                <a:close/>
                <a:moveTo>
                  <a:pt x="1495425" y="295275"/>
                </a:moveTo>
                <a:lnTo>
                  <a:pt x="1504950" y="295275"/>
                </a:lnTo>
                <a:lnTo>
                  <a:pt x="1504950" y="304800"/>
                </a:lnTo>
                <a:lnTo>
                  <a:pt x="1495425" y="304800"/>
                </a:lnTo>
                <a:close/>
                <a:moveTo>
                  <a:pt x="1514475" y="295275"/>
                </a:moveTo>
                <a:lnTo>
                  <a:pt x="1524000" y="295275"/>
                </a:lnTo>
                <a:lnTo>
                  <a:pt x="1524000" y="314325"/>
                </a:lnTo>
                <a:lnTo>
                  <a:pt x="1514475" y="314325"/>
                </a:lnTo>
                <a:close/>
                <a:moveTo>
                  <a:pt x="1562100" y="295275"/>
                </a:moveTo>
                <a:lnTo>
                  <a:pt x="1571625" y="295275"/>
                </a:lnTo>
                <a:lnTo>
                  <a:pt x="1571625" y="314325"/>
                </a:lnTo>
                <a:lnTo>
                  <a:pt x="1562100" y="314325"/>
                </a:lnTo>
                <a:close/>
                <a:moveTo>
                  <a:pt x="285750" y="304800"/>
                </a:moveTo>
                <a:lnTo>
                  <a:pt x="295275" y="304800"/>
                </a:lnTo>
                <a:lnTo>
                  <a:pt x="295275" y="314325"/>
                </a:lnTo>
                <a:lnTo>
                  <a:pt x="285750" y="314325"/>
                </a:lnTo>
                <a:close/>
                <a:moveTo>
                  <a:pt x="1123950" y="304800"/>
                </a:moveTo>
                <a:lnTo>
                  <a:pt x="1133475" y="304800"/>
                </a:lnTo>
                <a:lnTo>
                  <a:pt x="1133475" y="314325"/>
                </a:lnTo>
                <a:lnTo>
                  <a:pt x="1152525" y="314325"/>
                </a:lnTo>
                <a:lnTo>
                  <a:pt x="1152525" y="304800"/>
                </a:lnTo>
                <a:lnTo>
                  <a:pt x="1190625" y="304800"/>
                </a:lnTo>
                <a:lnTo>
                  <a:pt x="1190625" y="314325"/>
                </a:lnTo>
                <a:lnTo>
                  <a:pt x="1209675" y="314325"/>
                </a:lnTo>
                <a:lnTo>
                  <a:pt x="1209675" y="323850"/>
                </a:lnTo>
                <a:lnTo>
                  <a:pt x="1133475" y="323850"/>
                </a:lnTo>
                <a:lnTo>
                  <a:pt x="1133475" y="333375"/>
                </a:lnTo>
                <a:lnTo>
                  <a:pt x="1123950" y="333375"/>
                </a:lnTo>
                <a:close/>
                <a:moveTo>
                  <a:pt x="647700" y="314325"/>
                </a:moveTo>
                <a:lnTo>
                  <a:pt x="685800" y="314325"/>
                </a:lnTo>
                <a:lnTo>
                  <a:pt x="685800" y="323850"/>
                </a:lnTo>
                <a:lnTo>
                  <a:pt x="666750" y="323850"/>
                </a:lnTo>
                <a:lnTo>
                  <a:pt x="666750" y="333375"/>
                </a:lnTo>
                <a:lnTo>
                  <a:pt x="657225" y="333375"/>
                </a:lnTo>
                <a:lnTo>
                  <a:pt x="657225" y="323850"/>
                </a:lnTo>
                <a:lnTo>
                  <a:pt x="647700" y="323850"/>
                </a:lnTo>
                <a:close/>
                <a:moveTo>
                  <a:pt x="581025" y="323850"/>
                </a:moveTo>
                <a:lnTo>
                  <a:pt x="600075" y="323850"/>
                </a:lnTo>
                <a:lnTo>
                  <a:pt x="600075" y="342900"/>
                </a:lnTo>
                <a:lnTo>
                  <a:pt x="581025" y="342900"/>
                </a:lnTo>
                <a:close/>
                <a:moveTo>
                  <a:pt x="323850" y="333375"/>
                </a:moveTo>
                <a:lnTo>
                  <a:pt x="333375" y="333375"/>
                </a:lnTo>
                <a:lnTo>
                  <a:pt x="333375" y="342900"/>
                </a:lnTo>
                <a:lnTo>
                  <a:pt x="323850" y="342900"/>
                </a:lnTo>
                <a:close/>
                <a:moveTo>
                  <a:pt x="361950" y="333375"/>
                </a:moveTo>
                <a:lnTo>
                  <a:pt x="371475" y="333375"/>
                </a:lnTo>
                <a:lnTo>
                  <a:pt x="371475" y="342900"/>
                </a:lnTo>
                <a:lnTo>
                  <a:pt x="361950" y="342900"/>
                </a:lnTo>
                <a:close/>
                <a:moveTo>
                  <a:pt x="314325" y="342900"/>
                </a:moveTo>
                <a:lnTo>
                  <a:pt x="323850" y="342900"/>
                </a:lnTo>
                <a:lnTo>
                  <a:pt x="323850" y="361950"/>
                </a:lnTo>
                <a:lnTo>
                  <a:pt x="314325" y="361950"/>
                </a:lnTo>
                <a:lnTo>
                  <a:pt x="314325" y="390525"/>
                </a:lnTo>
                <a:lnTo>
                  <a:pt x="304800" y="390525"/>
                </a:lnTo>
                <a:lnTo>
                  <a:pt x="304800" y="381000"/>
                </a:lnTo>
                <a:lnTo>
                  <a:pt x="295275" y="381000"/>
                </a:lnTo>
                <a:lnTo>
                  <a:pt x="295275" y="352425"/>
                </a:lnTo>
                <a:lnTo>
                  <a:pt x="314325" y="352425"/>
                </a:lnTo>
                <a:close/>
                <a:moveTo>
                  <a:pt x="333375" y="342900"/>
                </a:moveTo>
                <a:lnTo>
                  <a:pt x="352425" y="342900"/>
                </a:lnTo>
                <a:lnTo>
                  <a:pt x="352425" y="352425"/>
                </a:lnTo>
                <a:lnTo>
                  <a:pt x="333375" y="352425"/>
                </a:lnTo>
                <a:close/>
                <a:moveTo>
                  <a:pt x="600075" y="342900"/>
                </a:moveTo>
                <a:lnTo>
                  <a:pt x="609600" y="342900"/>
                </a:lnTo>
                <a:lnTo>
                  <a:pt x="609600" y="352425"/>
                </a:lnTo>
                <a:lnTo>
                  <a:pt x="600075" y="352425"/>
                </a:lnTo>
                <a:close/>
                <a:moveTo>
                  <a:pt x="609600" y="352425"/>
                </a:moveTo>
                <a:lnTo>
                  <a:pt x="619125" y="352425"/>
                </a:lnTo>
                <a:lnTo>
                  <a:pt x="619125" y="361950"/>
                </a:lnTo>
                <a:lnTo>
                  <a:pt x="609600" y="361950"/>
                </a:lnTo>
                <a:close/>
                <a:moveTo>
                  <a:pt x="628650" y="352425"/>
                </a:moveTo>
                <a:lnTo>
                  <a:pt x="638175" y="352425"/>
                </a:lnTo>
                <a:lnTo>
                  <a:pt x="638175" y="361950"/>
                </a:lnTo>
                <a:lnTo>
                  <a:pt x="628650" y="361950"/>
                </a:lnTo>
                <a:close/>
                <a:moveTo>
                  <a:pt x="371475" y="361950"/>
                </a:moveTo>
                <a:lnTo>
                  <a:pt x="390525" y="361950"/>
                </a:lnTo>
                <a:lnTo>
                  <a:pt x="390525" y="371475"/>
                </a:lnTo>
                <a:lnTo>
                  <a:pt x="381000" y="371475"/>
                </a:lnTo>
                <a:lnTo>
                  <a:pt x="381000" y="381000"/>
                </a:lnTo>
                <a:lnTo>
                  <a:pt x="371475" y="381000"/>
                </a:lnTo>
                <a:close/>
                <a:moveTo>
                  <a:pt x="1104900" y="361950"/>
                </a:moveTo>
                <a:lnTo>
                  <a:pt x="1123950" y="361950"/>
                </a:lnTo>
                <a:lnTo>
                  <a:pt x="1123950" y="381000"/>
                </a:lnTo>
                <a:lnTo>
                  <a:pt x="1104900" y="381000"/>
                </a:lnTo>
                <a:close/>
                <a:moveTo>
                  <a:pt x="1219200" y="361950"/>
                </a:moveTo>
                <a:lnTo>
                  <a:pt x="1228725" y="361950"/>
                </a:lnTo>
                <a:lnTo>
                  <a:pt x="1228725" y="371475"/>
                </a:lnTo>
                <a:lnTo>
                  <a:pt x="1219200" y="371475"/>
                </a:lnTo>
                <a:close/>
                <a:moveTo>
                  <a:pt x="1285875" y="361950"/>
                </a:moveTo>
                <a:lnTo>
                  <a:pt x="1295400" y="361950"/>
                </a:lnTo>
                <a:lnTo>
                  <a:pt x="1295400" y="371475"/>
                </a:lnTo>
                <a:lnTo>
                  <a:pt x="1285875" y="371475"/>
                </a:lnTo>
                <a:close/>
                <a:moveTo>
                  <a:pt x="1228725" y="371475"/>
                </a:moveTo>
                <a:lnTo>
                  <a:pt x="1257300" y="371475"/>
                </a:lnTo>
                <a:lnTo>
                  <a:pt x="1257300" y="381000"/>
                </a:lnTo>
                <a:lnTo>
                  <a:pt x="1228725" y="381000"/>
                </a:lnTo>
                <a:close/>
                <a:moveTo>
                  <a:pt x="361950" y="390525"/>
                </a:moveTo>
                <a:lnTo>
                  <a:pt x="371475" y="390525"/>
                </a:lnTo>
                <a:lnTo>
                  <a:pt x="371475" y="400050"/>
                </a:lnTo>
                <a:lnTo>
                  <a:pt x="361950" y="400050"/>
                </a:lnTo>
                <a:close/>
                <a:moveTo>
                  <a:pt x="962025" y="390525"/>
                </a:moveTo>
                <a:lnTo>
                  <a:pt x="971550" y="390525"/>
                </a:lnTo>
                <a:lnTo>
                  <a:pt x="971550" y="400050"/>
                </a:lnTo>
                <a:lnTo>
                  <a:pt x="962025" y="400050"/>
                </a:lnTo>
                <a:close/>
                <a:moveTo>
                  <a:pt x="1533525" y="390525"/>
                </a:moveTo>
                <a:lnTo>
                  <a:pt x="1543050" y="390525"/>
                </a:lnTo>
                <a:lnTo>
                  <a:pt x="1543050" y="400050"/>
                </a:lnTo>
                <a:lnTo>
                  <a:pt x="1552575" y="400050"/>
                </a:lnTo>
                <a:lnTo>
                  <a:pt x="1552575" y="428625"/>
                </a:lnTo>
                <a:lnTo>
                  <a:pt x="1543050" y="428625"/>
                </a:lnTo>
                <a:lnTo>
                  <a:pt x="1543050" y="419100"/>
                </a:lnTo>
                <a:lnTo>
                  <a:pt x="1533525" y="419100"/>
                </a:lnTo>
                <a:close/>
                <a:moveTo>
                  <a:pt x="971550" y="400050"/>
                </a:moveTo>
                <a:lnTo>
                  <a:pt x="981075" y="400050"/>
                </a:lnTo>
                <a:lnTo>
                  <a:pt x="981075" y="409575"/>
                </a:lnTo>
                <a:lnTo>
                  <a:pt x="971550" y="409575"/>
                </a:lnTo>
                <a:close/>
                <a:moveTo>
                  <a:pt x="104775" y="409575"/>
                </a:moveTo>
                <a:lnTo>
                  <a:pt x="114300" y="409575"/>
                </a:lnTo>
                <a:lnTo>
                  <a:pt x="114300" y="428625"/>
                </a:lnTo>
                <a:lnTo>
                  <a:pt x="104775" y="428625"/>
                </a:lnTo>
                <a:close/>
                <a:moveTo>
                  <a:pt x="133350" y="409575"/>
                </a:moveTo>
                <a:lnTo>
                  <a:pt x="161925" y="409575"/>
                </a:lnTo>
                <a:lnTo>
                  <a:pt x="161925" y="419100"/>
                </a:lnTo>
                <a:lnTo>
                  <a:pt x="133350" y="419100"/>
                </a:lnTo>
                <a:close/>
                <a:moveTo>
                  <a:pt x="285750" y="409575"/>
                </a:moveTo>
                <a:lnTo>
                  <a:pt x="295275" y="409575"/>
                </a:lnTo>
                <a:lnTo>
                  <a:pt x="295275" y="419100"/>
                </a:lnTo>
                <a:lnTo>
                  <a:pt x="285750" y="419100"/>
                </a:lnTo>
                <a:close/>
                <a:moveTo>
                  <a:pt x="981075" y="409575"/>
                </a:moveTo>
                <a:lnTo>
                  <a:pt x="990600" y="409575"/>
                </a:lnTo>
                <a:lnTo>
                  <a:pt x="990600" y="428625"/>
                </a:lnTo>
                <a:lnTo>
                  <a:pt x="981075" y="428625"/>
                </a:lnTo>
                <a:close/>
                <a:moveTo>
                  <a:pt x="304800" y="419100"/>
                </a:moveTo>
                <a:lnTo>
                  <a:pt x="314325" y="419100"/>
                </a:lnTo>
                <a:lnTo>
                  <a:pt x="314325" y="428625"/>
                </a:lnTo>
                <a:lnTo>
                  <a:pt x="304800" y="428625"/>
                </a:lnTo>
                <a:close/>
                <a:moveTo>
                  <a:pt x="1143000" y="419100"/>
                </a:moveTo>
                <a:lnTo>
                  <a:pt x="1152525" y="419100"/>
                </a:lnTo>
                <a:lnTo>
                  <a:pt x="1152525" y="428625"/>
                </a:lnTo>
                <a:lnTo>
                  <a:pt x="1143000" y="428625"/>
                </a:lnTo>
                <a:close/>
                <a:moveTo>
                  <a:pt x="1190625" y="419100"/>
                </a:moveTo>
                <a:lnTo>
                  <a:pt x="1200150" y="419100"/>
                </a:lnTo>
                <a:lnTo>
                  <a:pt x="1200150" y="428625"/>
                </a:lnTo>
                <a:lnTo>
                  <a:pt x="1190625" y="428625"/>
                </a:lnTo>
                <a:close/>
                <a:moveTo>
                  <a:pt x="1390650" y="419100"/>
                </a:moveTo>
                <a:lnTo>
                  <a:pt x="1400175" y="419100"/>
                </a:lnTo>
                <a:lnTo>
                  <a:pt x="1400175" y="428625"/>
                </a:lnTo>
                <a:lnTo>
                  <a:pt x="1390650" y="428625"/>
                </a:lnTo>
                <a:close/>
                <a:moveTo>
                  <a:pt x="314325" y="428625"/>
                </a:moveTo>
                <a:lnTo>
                  <a:pt x="323850" y="428625"/>
                </a:lnTo>
                <a:lnTo>
                  <a:pt x="323850" y="438150"/>
                </a:lnTo>
                <a:lnTo>
                  <a:pt x="314325" y="438150"/>
                </a:lnTo>
                <a:close/>
                <a:moveTo>
                  <a:pt x="333375" y="428625"/>
                </a:moveTo>
                <a:lnTo>
                  <a:pt x="342900" y="428625"/>
                </a:lnTo>
                <a:lnTo>
                  <a:pt x="342900" y="438150"/>
                </a:lnTo>
                <a:lnTo>
                  <a:pt x="333375" y="438150"/>
                </a:lnTo>
                <a:close/>
                <a:moveTo>
                  <a:pt x="1219200" y="428625"/>
                </a:moveTo>
                <a:lnTo>
                  <a:pt x="1228725" y="428625"/>
                </a:lnTo>
                <a:lnTo>
                  <a:pt x="1228725" y="438150"/>
                </a:lnTo>
                <a:lnTo>
                  <a:pt x="1219200" y="438150"/>
                </a:lnTo>
                <a:close/>
                <a:moveTo>
                  <a:pt x="323850" y="438150"/>
                </a:moveTo>
                <a:lnTo>
                  <a:pt x="333375" y="438150"/>
                </a:lnTo>
                <a:lnTo>
                  <a:pt x="333375" y="447675"/>
                </a:lnTo>
                <a:lnTo>
                  <a:pt x="323850" y="447675"/>
                </a:lnTo>
                <a:close/>
                <a:moveTo>
                  <a:pt x="1333500" y="438150"/>
                </a:moveTo>
                <a:lnTo>
                  <a:pt x="1352550" y="438150"/>
                </a:lnTo>
                <a:lnTo>
                  <a:pt x="1352550" y="447675"/>
                </a:lnTo>
                <a:lnTo>
                  <a:pt x="1343025" y="447675"/>
                </a:lnTo>
                <a:lnTo>
                  <a:pt x="1343025" y="457200"/>
                </a:lnTo>
                <a:lnTo>
                  <a:pt x="1333500" y="457200"/>
                </a:lnTo>
                <a:close/>
                <a:moveTo>
                  <a:pt x="1543050" y="438150"/>
                </a:moveTo>
                <a:lnTo>
                  <a:pt x="1562100" y="438150"/>
                </a:lnTo>
                <a:lnTo>
                  <a:pt x="1562100" y="447675"/>
                </a:lnTo>
                <a:lnTo>
                  <a:pt x="1543050" y="447675"/>
                </a:lnTo>
                <a:close/>
                <a:moveTo>
                  <a:pt x="333375" y="447675"/>
                </a:moveTo>
                <a:lnTo>
                  <a:pt x="342900" y="447675"/>
                </a:lnTo>
                <a:lnTo>
                  <a:pt x="342900" y="457200"/>
                </a:lnTo>
                <a:lnTo>
                  <a:pt x="333375" y="457200"/>
                </a:lnTo>
                <a:close/>
                <a:moveTo>
                  <a:pt x="1381125" y="447675"/>
                </a:moveTo>
                <a:lnTo>
                  <a:pt x="1390650" y="447675"/>
                </a:lnTo>
                <a:lnTo>
                  <a:pt x="1390650" y="457200"/>
                </a:lnTo>
                <a:lnTo>
                  <a:pt x="1400175" y="457200"/>
                </a:lnTo>
                <a:lnTo>
                  <a:pt x="1400175" y="466725"/>
                </a:lnTo>
                <a:lnTo>
                  <a:pt x="1381125" y="466725"/>
                </a:lnTo>
                <a:close/>
                <a:moveTo>
                  <a:pt x="733425" y="457200"/>
                </a:moveTo>
                <a:lnTo>
                  <a:pt x="742950" y="457200"/>
                </a:lnTo>
                <a:lnTo>
                  <a:pt x="742950" y="466725"/>
                </a:lnTo>
                <a:lnTo>
                  <a:pt x="733425" y="466725"/>
                </a:lnTo>
                <a:close/>
                <a:moveTo>
                  <a:pt x="1133475" y="457200"/>
                </a:moveTo>
                <a:lnTo>
                  <a:pt x="1143000" y="457200"/>
                </a:lnTo>
                <a:lnTo>
                  <a:pt x="1143000" y="466725"/>
                </a:lnTo>
                <a:lnTo>
                  <a:pt x="1133475" y="466725"/>
                </a:lnTo>
                <a:close/>
                <a:moveTo>
                  <a:pt x="742950" y="466725"/>
                </a:moveTo>
                <a:lnTo>
                  <a:pt x="752475" y="466725"/>
                </a:lnTo>
                <a:lnTo>
                  <a:pt x="752475" y="476250"/>
                </a:lnTo>
                <a:lnTo>
                  <a:pt x="742950" y="476250"/>
                </a:lnTo>
                <a:close/>
                <a:moveTo>
                  <a:pt x="1057275" y="466725"/>
                </a:moveTo>
                <a:lnTo>
                  <a:pt x="1066800" y="466725"/>
                </a:lnTo>
                <a:lnTo>
                  <a:pt x="1066800" y="476250"/>
                </a:lnTo>
                <a:lnTo>
                  <a:pt x="1076325" y="476250"/>
                </a:lnTo>
                <a:lnTo>
                  <a:pt x="1076325" y="485775"/>
                </a:lnTo>
                <a:lnTo>
                  <a:pt x="1057275" y="485775"/>
                </a:lnTo>
                <a:close/>
                <a:moveTo>
                  <a:pt x="1123950" y="466725"/>
                </a:moveTo>
                <a:lnTo>
                  <a:pt x="1133475" y="466725"/>
                </a:lnTo>
                <a:lnTo>
                  <a:pt x="1133475" y="476250"/>
                </a:lnTo>
                <a:lnTo>
                  <a:pt x="1123950" y="476250"/>
                </a:lnTo>
                <a:close/>
                <a:moveTo>
                  <a:pt x="1562100" y="466725"/>
                </a:moveTo>
                <a:lnTo>
                  <a:pt x="1581150" y="466725"/>
                </a:lnTo>
                <a:lnTo>
                  <a:pt x="1581150" y="485775"/>
                </a:lnTo>
                <a:lnTo>
                  <a:pt x="1562100" y="485775"/>
                </a:lnTo>
                <a:close/>
                <a:moveTo>
                  <a:pt x="581025" y="476250"/>
                </a:moveTo>
                <a:lnTo>
                  <a:pt x="590550" y="476250"/>
                </a:lnTo>
                <a:lnTo>
                  <a:pt x="590550" y="485775"/>
                </a:lnTo>
                <a:lnTo>
                  <a:pt x="581025" y="485775"/>
                </a:lnTo>
                <a:close/>
                <a:moveTo>
                  <a:pt x="781050" y="476250"/>
                </a:moveTo>
                <a:lnTo>
                  <a:pt x="800100" y="476250"/>
                </a:lnTo>
                <a:lnTo>
                  <a:pt x="800100" y="485775"/>
                </a:lnTo>
                <a:lnTo>
                  <a:pt x="809625" y="485775"/>
                </a:lnTo>
                <a:lnTo>
                  <a:pt x="809625" y="504825"/>
                </a:lnTo>
                <a:lnTo>
                  <a:pt x="800100" y="504825"/>
                </a:lnTo>
                <a:lnTo>
                  <a:pt x="800100" y="495300"/>
                </a:lnTo>
                <a:lnTo>
                  <a:pt x="790575" y="495300"/>
                </a:lnTo>
                <a:lnTo>
                  <a:pt x="790575" y="485775"/>
                </a:lnTo>
                <a:lnTo>
                  <a:pt x="781050" y="485775"/>
                </a:lnTo>
                <a:close/>
                <a:moveTo>
                  <a:pt x="1514475" y="476250"/>
                </a:moveTo>
                <a:lnTo>
                  <a:pt x="1533525" y="476250"/>
                </a:lnTo>
                <a:lnTo>
                  <a:pt x="1533525" y="485775"/>
                </a:lnTo>
                <a:lnTo>
                  <a:pt x="1514475" y="485775"/>
                </a:lnTo>
                <a:close/>
                <a:moveTo>
                  <a:pt x="571500" y="485775"/>
                </a:moveTo>
                <a:lnTo>
                  <a:pt x="581025" y="485775"/>
                </a:lnTo>
                <a:lnTo>
                  <a:pt x="581025" y="495300"/>
                </a:lnTo>
                <a:lnTo>
                  <a:pt x="571500" y="495300"/>
                </a:lnTo>
                <a:close/>
                <a:moveTo>
                  <a:pt x="561975" y="495300"/>
                </a:moveTo>
                <a:lnTo>
                  <a:pt x="571500" y="495300"/>
                </a:lnTo>
                <a:lnTo>
                  <a:pt x="571500" y="504825"/>
                </a:lnTo>
                <a:lnTo>
                  <a:pt x="561975" y="504825"/>
                </a:lnTo>
                <a:close/>
                <a:moveTo>
                  <a:pt x="942975" y="495300"/>
                </a:moveTo>
                <a:lnTo>
                  <a:pt x="952500" y="495300"/>
                </a:lnTo>
                <a:lnTo>
                  <a:pt x="952500" y="504825"/>
                </a:lnTo>
                <a:lnTo>
                  <a:pt x="942975" y="504825"/>
                </a:lnTo>
                <a:close/>
                <a:moveTo>
                  <a:pt x="1066800" y="495300"/>
                </a:moveTo>
                <a:lnTo>
                  <a:pt x="1076325" y="495300"/>
                </a:lnTo>
                <a:lnTo>
                  <a:pt x="1076325" y="504825"/>
                </a:lnTo>
                <a:lnTo>
                  <a:pt x="1066800" y="504825"/>
                </a:lnTo>
                <a:close/>
                <a:moveTo>
                  <a:pt x="1104900" y="495300"/>
                </a:moveTo>
                <a:lnTo>
                  <a:pt x="1123950" y="495300"/>
                </a:lnTo>
                <a:lnTo>
                  <a:pt x="1123950" y="533400"/>
                </a:lnTo>
                <a:lnTo>
                  <a:pt x="1114425" y="533400"/>
                </a:lnTo>
                <a:lnTo>
                  <a:pt x="1114425" y="514350"/>
                </a:lnTo>
                <a:lnTo>
                  <a:pt x="1104900" y="514350"/>
                </a:lnTo>
                <a:close/>
                <a:moveTo>
                  <a:pt x="1190625" y="495300"/>
                </a:moveTo>
                <a:lnTo>
                  <a:pt x="1200150" y="495300"/>
                </a:lnTo>
                <a:lnTo>
                  <a:pt x="1200150" y="504825"/>
                </a:lnTo>
                <a:lnTo>
                  <a:pt x="1190625" y="504825"/>
                </a:lnTo>
                <a:close/>
                <a:moveTo>
                  <a:pt x="695325" y="504825"/>
                </a:moveTo>
                <a:lnTo>
                  <a:pt x="714375" y="504825"/>
                </a:lnTo>
                <a:lnTo>
                  <a:pt x="714375" y="523875"/>
                </a:lnTo>
                <a:lnTo>
                  <a:pt x="704850" y="523875"/>
                </a:lnTo>
                <a:lnTo>
                  <a:pt x="704850" y="533400"/>
                </a:lnTo>
                <a:lnTo>
                  <a:pt x="733425" y="533400"/>
                </a:lnTo>
                <a:lnTo>
                  <a:pt x="733425" y="542925"/>
                </a:lnTo>
                <a:lnTo>
                  <a:pt x="714375" y="542925"/>
                </a:lnTo>
                <a:lnTo>
                  <a:pt x="714375" y="552450"/>
                </a:lnTo>
                <a:lnTo>
                  <a:pt x="695325" y="552450"/>
                </a:lnTo>
                <a:lnTo>
                  <a:pt x="695325" y="523875"/>
                </a:lnTo>
                <a:lnTo>
                  <a:pt x="685800" y="523875"/>
                </a:lnTo>
                <a:lnTo>
                  <a:pt x="685800" y="514350"/>
                </a:lnTo>
                <a:lnTo>
                  <a:pt x="695325" y="514350"/>
                </a:lnTo>
                <a:close/>
                <a:moveTo>
                  <a:pt x="1076325" y="504825"/>
                </a:moveTo>
                <a:lnTo>
                  <a:pt x="1085850" y="504825"/>
                </a:lnTo>
                <a:lnTo>
                  <a:pt x="1085850" y="514350"/>
                </a:lnTo>
                <a:lnTo>
                  <a:pt x="1076325" y="514350"/>
                </a:lnTo>
                <a:close/>
                <a:moveTo>
                  <a:pt x="1133475" y="514350"/>
                </a:moveTo>
                <a:lnTo>
                  <a:pt x="1143000" y="514350"/>
                </a:lnTo>
                <a:lnTo>
                  <a:pt x="1143000" y="523875"/>
                </a:lnTo>
                <a:lnTo>
                  <a:pt x="1133475" y="523875"/>
                </a:lnTo>
                <a:close/>
                <a:moveTo>
                  <a:pt x="95250" y="523875"/>
                </a:moveTo>
                <a:lnTo>
                  <a:pt x="104775" y="523875"/>
                </a:lnTo>
                <a:lnTo>
                  <a:pt x="104775" y="533400"/>
                </a:lnTo>
                <a:lnTo>
                  <a:pt x="95250" y="533400"/>
                </a:lnTo>
                <a:close/>
                <a:moveTo>
                  <a:pt x="1076325" y="523875"/>
                </a:moveTo>
                <a:lnTo>
                  <a:pt x="1085850" y="523875"/>
                </a:lnTo>
                <a:lnTo>
                  <a:pt x="1085850" y="533400"/>
                </a:lnTo>
                <a:lnTo>
                  <a:pt x="1104900" y="533400"/>
                </a:lnTo>
                <a:lnTo>
                  <a:pt x="1104900" y="542925"/>
                </a:lnTo>
                <a:lnTo>
                  <a:pt x="1095375" y="542925"/>
                </a:lnTo>
                <a:lnTo>
                  <a:pt x="1095375" y="552450"/>
                </a:lnTo>
                <a:lnTo>
                  <a:pt x="1085850" y="552450"/>
                </a:lnTo>
                <a:lnTo>
                  <a:pt x="1085850" y="542925"/>
                </a:lnTo>
                <a:lnTo>
                  <a:pt x="1076325" y="542925"/>
                </a:lnTo>
                <a:close/>
                <a:moveTo>
                  <a:pt x="85725" y="533400"/>
                </a:moveTo>
                <a:lnTo>
                  <a:pt x="95250" y="533400"/>
                </a:lnTo>
                <a:lnTo>
                  <a:pt x="95250" y="542925"/>
                </a:lnTo>
                <a:lnTo>
                  <a:pt x="85725" y="542925"/>
                </a:lnTo>
                <a:close/>
                <a:moveTo>
                  <a:pt x="571500" y="533400"/>
                </a:moveTo>
                <a:lnTo>
                  <a:pt x="581025" y="533400"/>
                </a:lnTo>
                <a:lnTo>
                  <a:pt x="581025" y="542925"/>
                </a:lnTo>
                <a:lnTo>
                  <a:pt x="571500" y="542925"/>
                </a:lnTo>
                <a:close/>
                <a:moveTo>
                  <a:pt x="1143000" y="533400"/>
                </a:moveTo>
                <a:lnTo>
                  <a:pt x="1162050" y="533400"/>
                </a:lnTo>
                <a:lnTo>
                  <a:pt x="1162050" y="542925"/>
                </a:lnTo>
                <a:lnTo>
                  <a:pt x="1143000" y="542925"/>
                </a:lnTo>
                <a:close/>
                <a:moveTo>
                  <a:pt x="1181100" y="533400"/>
                </a:moveTo>
                <a:lnTo>
                  <a:pt x="1209675" y="533400"/>
                </a:lnTo>
                <a:lnTo>
                  <a:pt x="1209675" y="542925"/>
                </a:lnTo>
                <a:lnTo>
                  <a:pt x="1181100" y="542925"/>
                </a:lnTo>
                <a:close/>
                <a:moveTo>
                  <a:pt x="447675" y="542925"/>
                </a:moveTo>
                <a:lnTo>
                  <a:pt x="457200" y="542925"/>
                </a:lnTo>
                <a:lnTo>
                  <a:pt x="457200" y="552450"/>
                </a:lnTo>
                <a:lnTo>
                  <a:pt x="447675" y="552450"/>
                </a:lnTo>
                <a:close/>
                <a:moveTo>
                  <a:pt x="581025" y="542925"/>
                </a:moveTo>
                <a:lnTo>
                  <a:pt x="590550" y="542925"/>
                </a:lnTo>
                <a:lnTo>
                  <a:pt x="590550" y="552450"/>
                </a:lnTo>
                <a:lnTo>
                  <a:pt x="581025" y="552450"/>
                </a:lnTo>
                <a:close/>
                <a:moveTo>
                  <a:pt x="619125" y="542925"/>
                </a:moveTo>
                <a:lnTo>
                  <a:pt x="647700" y="542925"/>
                </a:lnTo>
                <a:lnTo>
                  <a:pt x="647700" y="571500"/>
                </a:lnTo>
                <a:lnTo>
                  <a:pt x="638175" y="571500"/>
                </a:lnTo>
                <a:lnTo>
                  <a:pt x="638175" y="581025"/>
                </a:lnTo>
                <a:lnTo>
                  <a:pt x="628650" y="581025"/>
                </a:lnTo>
                <a:lnTo>
                  <a:pt x="628650" y="571500"/>
                </a:lnTo>
                <a:lnTo>
                  <a:pt x="619125" y="571500"/>
                </a:lnTo>
                <a:close/>
                <a:moveTo>
                  <a:pt x="904875" y="542925"/>
                </a:moveTo>
                <a:lnTo>
                  <a:pt x="914400" y="542925"/>
                </a:lnTo>
                <a:lnTo>
                  <a:pt x="914400" y="552450"/>
                </a:lnTo>
                <a:lnTo>
                  <a:pt x="904875" y="552450"/>
                </a:lnTo>
                <a:close/>
                <a:moveTo>
                  <a:pt x="457200" y="552450"/>
                </a:moveTo>
                <a:lnTo>
                  <a:pt x="466725" y="552450"/>
                </a:lnTo>
                <a:lnTo>
                  <a:pt x="466725" y="561975"/>
                </a:lnTo>
                <a:lnTo>
                  <a:pt x="457200" y="561975"/>
                </a:lnTo>
                <a:close/>
                <a:moveTo>
                  <a:pt x="876300" y="552450"/>
                </a:moveTo>
                <a:lnTo>
                  <a:pt x="904875" y="552450"/>
                </a:lnTo>
                <a:lnTo>
                  <a:pt x="904875" y="571500"/>
                </a:lnTo>
                <a:lnTo>
                  <a:pt x="895350" y="571500"/>
                </a:lnTo>
                <a:lnTo>
                  <a:pt x="895350" y="590550"/>
                </a:lnTo>
                <a:lnTo>
                  <a:pt x="866775" y="590550"/>
                </a:lnTo>
                <a:lnTo>
                  <a:pt x="866775" y="609600"/>
                </a:lnTo>
                <a:lnTo>
                  <a:pt x="828675" y="609600"/>
                </a:lnTo>
                <a:lnTo>
                  <a:pt x="828675" y="619125"/>
                </a:lnTo>
                <a:lnTo>
                  <a:pt x="819150" y="619125"/>
                </a:lnTo>
                <a:lnTo>
                  <a:pt x="819150" y="628650"/>
                </a:lnTo>
                <a:lnTo>
                  <a:pt x="800100" y="628650"/>
                </a:lnTo>
                <a:lnTo>
                  <a:pt x="800100" y="619125"/>
                </a:lnTo>
                <a:lnTo>
                  <a:pt x="809625" y="619125"/>
                </a:lnTo>
                <a:lnTo>
                  <a:pt x="809625" y="609600"/>
                </a:lnTo>
                <a:lnTo>
                  <a:pt x="800100" y="609600"/>
                </a:lnTo>
                <a:lnTo>
                  <a:pt x="800100" y="600075"/>
                </a:lnTo>
                <a:lnTo>
                  <a:pt x="838200" y="600075"/>
                </a:lnTo>
                <a:lnTo>
                  <a:pt x="838200" y="590550"/>
                </a:lnTo>
                <a:lnTo>
                  <a:pt x="847725" y="590550"/>
                </a:lnTo>
                <a:lnTo>
                  <a:pt x="847725" y="581025"/>
                </a:lnTo>
                <a:lnTo>
                  <a:pt x="857250" y="581025"/>
                </a:lnTo>
                <a:lnTo>
                  <a:pt x="857250" y="571500"/>
                </a:lnTo>
                <a:lnTo>
                  <a:pt x="866775" y="571500"/>
                </a:lnTo>
                <a:lnTo>
                  <a:pt x="866775" y="561975"/>
                </a:lnTo>
                <a:lnTo>
                  <a:pt x="876300" y="561975"/>
                </a:lnTo>
                <a:close/>
                <a:moveTo>
                  <a:pt x="104775" y="561975"/>
                </a:moveTo>
                <a:lnTo>
                  <a:pt x="114300" y="561975"/>
                </a:lnTo>
                <a:lnTo>
                  <a:pt x="114300" y="571500"/>
                </a:lnTo>
                <a:lnTo>
                  <a:pt x="161925" y="571500"/>
                </a:lnTo>
                <a:lnTo>
                  <a:pt x="161925" y="561975"/>
                </a:lnTo>
                <a:lnTo>
                  <a:pt x="171450" y="561975"/>
                </a:lnTo>
                <a:lnTo>
                  <a:pt x="171450" y="571500"/>
                </a:lnTo>
                <a:lnTo>
                  <a:pt x="190500" y="571500"/>
                </a:lnTo>
                <a:lnTo>
                  <a:pt x="190500" y="581025"/>
                </a:lnTo>
                <a:lnTo>
                  <a:pt x="200025" y="581025"/>
                </a:lnTo>
                <a:lnTo>
                  <a:pt x="200025" y="590550"/>
                </a:lnTo>
                <a:lnTo>
                  <a:pt x="190500" y="590550"/>
                </a:lnTo>
                <a:lnTo>
                  <a:pt x="190500" y="600075"/>
                </a:lnTo>
                <a:lnTo>
                  <a:pt x="152400" y="600075"/>
                </a:lnTo>
                <a:lnTo>
                  <a:pt x="152400" y="581025"/>
                </a:lnTo>
                <a:lnTo>
                  <a:pt x="66675" y="581025"/>
                </a:lnTo>
                <a:lnTo>
                  <a:pt x="66675" y="571500"/>
                </a:lnTo>
                <a:lnTo>
                  <a:pt x="104775" y="571500"/>
                </a:lnTo>
                <a:close/>
                <a:moveTo>
                  <a:pt x="504825" y="561975"/>
                </a:moveTo>
                <a:lnTo>
                  <a:pt x="514350" y="561975"/>
                </a:lnTo>
                <a:lnTo>
                  <a:pt x="514350" y="571500"/>
                </a:lnTo>
                <a:lnTo>
                  <a:pt x="504825" y="571500"/>
                </a:lnTo>
                <a:close/>
                <a:moveTo>
                  <a:pt x="1000125" y="561975"/>
                </a:moveTo>
                <a:lnTo>
                  <a:pt x="1009650" y="561975"/>
                </a:lnTo>
                <a:lnTo>
                  <a:pt x="1009650" y="609600"/>
                </a:lnTo>
                <a:lnTo>
                  <a:pt x="990600" y="609600"/>
                </a:lnTo>
                <a:lnTo>
                  <a:pt x="990600" y="619125"/>
                </a:lnTo>
                <a:lnTo>
                  <a:pt x="981075" y="619125"/>
                </a:lnTo>
                <a:lnTo>
                  <a:pt x="981075" y="600075"/>
                </a:lnTo>
                <a:lnTo>
                  <a:pt x="990600" y="600075"/>
                </a:lnTo>
                <a:lnTo>
                  <a:pt x="990600" y="590550"/>
                </a:lnTo>
                <a:lnTo>
                  <a:pt x="1000125" y="590550"/>
                </a:lnTo>
                <a:close/>
                <a:moveTo>
                  <a:pt x="371475" y="571500"/>
                </a:moveTo>
                <a:lnTo>
                  <a:pt x="381000" y="571500"/>
                </a:lnTo>
                <a:lnTo>
                  <a:pt x="381000" y="590550"/>
                </a:lnTo>
                <a:lnTo>
                  <a:pt x="390525" y="590550"/>
                </a:lnTo>
                <a:lnTo>
                  <a:pt x="390525" y="600075"/>
                </a:lnTo>
                <a:lnTo>
                  <a:pt x="352425" y="600075"/>
                </a:lnTo>
                <a:lnTo>
                  <a:pt x="352425" y="590550"/>
                </a:lnTo>
                <a:lnTo>
                  <a:pt x="361950" y="590550"/>
                </a:lnTo>
                <a:lnTo>
                  <a:pt x="361950" y="581025"/>
                </a:lnTo>
                <a:lnTo>
                  <a:pt x="371475" y="581025"/>
                </a:lnTo>
                <a:close/>
                <a:moveTo>
                  <a:pt x="685800" y="571500"/>
                </a:moveTo>
                <a:lnTo>
                  <a:pt x="695325" y="571500"/>
                </a:lnTo>
                <a:lnTo>
                  <a:pt x="695325" y="590550"/>
                </a:lnTo>
                <a:lnTo>
                  <a:pt x="685800" y="590550"/>
                </a:lnTo>
                <a:close/>
                <a:moveTo>
                  <a:pt x="1228725" y="571500"/>
                </a:moveTo>
                <a:lnTo>
                  <a:pt x="1238250" y="571500"/>
                </a:lnTo>
                <a:lnTo>
                  <a:pt x="1238250" y="581025"/>
                </a:lnTo>
                <a:lnTo>
                  <a:pt x="1228725" y="581025"/>
                </a:lnTo>
                <a:close/>
                <a:moveTo>
                  <a:pt x="1247775" y="571500"/>
                </a:moveTo>
                <a:lnTo>
                  <a:pt x="1285875" y="571500"/>
                </a:lnTo>
                <a:lnTo>
                  <a:pt x="1285875" y="581025"/>
                </a:lnTo>
                <a:lnTo>
                  <a:pt x="1247775" y="581025"/>
                </a:lnTo>
                <a:close/>
                <a:moveTo>
                  <a:pt x="876300" y="581025"/>
                </a:moveTo>
                <a:lnTo>
                  <a:pt x="885825" y="581025"/>
                </a:lnTo>
                <a:lnTo>
                  <a:pt x="885825" y="571500"/>
                </a:lnTo>
                <a:lnTo>
                  <a:pt x="876300" y="571500"/>
                </a:lnTo>
                <a:close/>
                <a:moveTo>
                  <a:pt x="1371600" y="581025"/>
                </a:moveTo>
                <a:lnTo>
                  <a:pt x="1381125" y="581025"/>
                </a:lnTo>
                <a:lnTo>
                  <a:pt x="1381125" y="590550"/>
                </a:lnTo>
                <a:lnTo>
                  <a:pt x="1371600" y="590550"/>
                </a:lnTo>
                <a:close/>
                <a:moveTo>
                  <a:pt x="161925" y="590550"/>
                </a:moveTo>
                <a:lnTo>
                  <a:pt x="180975" y="590550"/>
                </a:lnTo>
                <a:lnTo>
                  <a:pt x="180975" y="581025"/>
                </a:lnTo>
                <a:lnTo>
                  <a:pt x="161925" y="581025"/>
                </a:lnTo>
                <a:close/>
                <a:moveTo>
                  <a:pt x="219075" y="590550"/>
                </a:moveTo>
                <a:lnTo>
                  <a:pt x="228600" y="590550"/>
                </a:lnTo>
                <a:lnTo>
                  <a:pt x="228600" y="600075"/>
                </a:lnTo>
                <a:lnTo>
                  <a:pt x="219075" y="600075"/>
                </a:lnTo>
                <a:close/>
                <a:moveTo>
                  <a:pt x="1228725" y="590550"/>
                </a:moveTo>
                <a:lnTo>
                  <a:pt x="1238250" y="590550"/>
                </a:lnTo>
                <a:lnTo>
                  <a:pt x="1238250" y="600075"/>
                </a:lnTo>
                <a:lnTo>
                  <a:pt x="1228725" y="600075"/>
                </a:lnTo>
                <a:close/>
                <a:moveTo>
                  <a:pt x="1247775" y="590550"/>
                </a:moveTo>
                <a:lnTo>
                  <a:pt x="1285875" y="590550"/>
                </a:lnTo>
                <a:lnTo>
                  <a:pt x="1285875" y="600075"/>
                </a:lnTo>
                <a:lnTo>
                  <a:pt x="1247775" y="600075"/>
                </a:lnTo>
                <a:close/>
                <a:moveTo>
                  <a:pt x="1381125" y="590550"/>
                </a:moveTo>
                <a:lnTo>
                  <a:pt x="1390650" y="590550"/>
                </a:lnTo>
                <a:lnTo>
                  <a:pt x="1390650" y="600075"/>
                </a:lnTo>
                <a:lnTo>
                  <a:pt x="1381125" y="600075"/>
                </a:lnTo>
                <a:close/>
                <a:moveTo>
                  <a:pt x="104775" y="600075"/>
                </a:moveTo>
                <a:lnTo>
                  <a:pt x="114300" y="600075"/>
                </a:lnTo>
                <a:lnTo>
                  <a:pt x="114300" y="609600"/>
                </a:lnTo>
                <a:lnTo>
                  <a:pt x="104775" y="609600"/>
                </a:lnTo>
                <a:close/>
                <a:moveTo>
                  <a:pt x="228600" y="600075"/>
                </a:moveTo>
                <a:lnTo>
                  <a:pt x="238125" y="600075"/>
                </a:lnTo>
                <a:lnTo>
                  <a:pt x="238125" y="609600"/>
                </a:lnTo>
                <a:lnTo>
                  <a:pt x="247650" y="609600"/>
                </a:lnTo>
                <a:lnTo>
                  <a:pt x="247650" y="638175"/>
                </a:lnTo>
                <a:lnTo>
                  <a:pt x="238125" y="638175"/>
                </a:lnTo>
                <a:lnTo>
                  <a:pt x="238125" y="657225"/>
                </a:lnTo>
                <a:lnTo>
                  <a:pt x="228600" y="657225"/>
                </a:lnTo>
                <a:lnTo>
                  <a:pt x="228600" y="647700"/>
                </a:lnTo>
                <a:lnTo>
                  <a:pt x="219075" y="647700"/>
                </a:lnTo>
                <a:lnTo>
                  <a:pt x="219075" y="628650"/>
                </a:lnTo>
                <a:lnTo>
                  <a:pt x="228600" y="628650"/>
                </a:lnTo>
                <a:close/>
                <a:moveTo>
                  <a:pt x="476250" y="600075"/>
                </a:moveTo>
                <a:lnTo>
                  <a:pt x="485775" y="600075"/>
                </a:lnTo>
                <a:lnTo>
                  <a:pt x="485775" y="609600"/>
                </a:lnTo>
                <a:lnTo>
                  <a:pt x="476250" y="609600"/>
                </a:lnTo>
                <a:close/>
                <a:moveTo>
                  <a:pt x="428625" y="609600"/>
                </a:moveTo>
                <a:lnTo>
                  <a:pt x="438150" y="609600"/>
                </a:lnTo>
                <a:lnTo>
                  <a:pt x="438150" y="628650"/>
                </a:lnTo>
                <a:lnTo>
                  <a:pt x="447675" y="628650"/>
                </a:lnTo>
                <a:lnTo>
                  <a:pt x="447675" y="619125"/>
                </a:lnTo>
                <a:lnTo>
                  <a:pt x="466725" y="619125"/>
                </a:lnTo>
                <a:lnTo>
                  <a:pt x="466725" y="638175"/>
                </a:lnTo>
                <a:lnTo>
                  <a:pt x="485775" y="638175"/>
                </a:lnTo>
                <a:lnTo>
                  <a:pt x="485775" y="657225"/>
                </a:lnTo>
                <a:lnTo>
                  <a:pt x="476250" y="657225"/>
                </a:lnTo>
                <a:lnTo>
                  <a:pt x="476250" y="647700"/>
                </a:lnTo>
                <a:lnTo>
                  <a:pt x="457200" y="647700"/>
                </a:lnTo>
                <a:lnTo>
                  <a:pt x="457200" y="638175"/>
                </a:lnTo>
                <a:lnTo>
                  <a:pt x="447675" y="638175"/>
                </a:lnTo>
                <a:lnTo>
                  <a:pt x="447675" y="647700"/>
                </a:lnTo>
                <a:lnTo>
                  <a:pt x="438150" y="647700"/>
                </a:lnTo>
                <a:lnTo>
                  <a:pt x="438150" y="638175"/>
                </a:lnTo>
                <a:lnTo>
                  <a:pt x="419100" y="638175"/>
                </a:lnTo>
                <a:lnTo>
                  <a:pt x="419100" y="657225"/>
                </a:lnTo>
                <a:lnTo>
                  <a:pt x="409575" y="657225"/>
                </a:lnTo>
                <a:lnTo>
                  <a:pt x="409575" y="666750"/>
                </a:lnTo>
                <a:lnTo>
                  <a:pt x="419100" y="666750"/>
                </a:lnTo>
                <a:lnTo>
                  <a:pt x="419100" y="676275"/>
                </a:lnTo>
                <a:lnTo>
                  <a:pt x="409575" y="676275"/>
                </a:lnTo>
                <a:lnTo>
                  <a:pt x="409575" y="685800"/>
                </a:lnTo>
                <a:lnTo>
                  <a:pt x="419100" y="685800"/>
                </a:lnTo>
                <a:lnTo>
                  <a:pt x="419100" y="695325"/>
                </a:lnTo>
                <a:lnTo>
                  <a:pt x="381000" y="695325"/>
                </a:lnTo>
                <a:lnTo>
                  <a:pt x="381000" y="676275"/>
                </a:lnTo>
                <a:lnTo>
                  <a:pt x="361950" y="676275"/>
                </a:lnTo>
                <a:lnTo>
                  <a:pt x="361950" y="666750"/>
                </a:lnTo>
                <a:lnTo>
                  <a:pt x="381000" y="666750"/>
                </a:lnTo>
                <a:lnTo>
                  <a:pt x="381000" y="657225"/>
                </a:lnTo>
                <a:lnTo>
                  <a:pt x="400050" y="657225"/>
                </a:lnTo>
                <a:lnTo>
                  <a:pt x="400050" y="647700"/>
                </a:lnTo>
                <a:lnTo>
                  <a:pt x="409575" y="647700"/>
                </a:lnTo>
                <a:lnTo>
                  <a:pt x="409575" y="619125"/>
                </a:lnTo>
                <a:lnTo>
                  <a:pt x="428625" y="619125"/>
                </a:lnTo>
                <a:close/>
                <a:moveTo>
                  <a:pt x="1409700" y="609600"/>
                </a:moveTo>
                <a:lnTo>
                  <a:pt x="1419225" y="609600"/>
                </a:lnTo>
                <a:lnTo>
                  <a:pt x="1419225" y="619125"/>
                </a:lnTo>
                <a:lnTo>
                  <a:pt x="1409700" y="619125"/>
                </a:lnTo>
                <a:close/>
                <a:moveTo>
                  <a:pt x="1428750" y="609600"/>
                </a:moveTo>
                <a:lnTo>
                  <a:pt x="1438275" y="609600"/>
                </a:lnTo>
                <a:lnTo>
                  <a:pt x="1438275" y="619125"/>
                </a:lnTo>
                <a:lnTo>
                  <a:pt x="1428750" y="619125"/>
                </a:lnTo>
                <a:close/>
                <a:moveTo>
                  <a:pt x="876300" y="619125"/>
                </a:moveTo>
                <a:lnTo>
                  <a:pt x="885825" y="619125"/>
                </a:lnTo>
                <a:lnTo>
                  <a:pt x="885825" y="628650"/>
                </a:lnTo>
                <a:lnTo>
                  <a:pt x="876300" y="628650"/>
                </a:lnTo>
                <a:close/>
                <a:moveTo>
                  <a:pt x="971550" y="619125"/>
                </a:moveTo>
                <a:lnTo>
                  <a:pt x="981075" y="619125"/>
                </a:lnTo>
                <a:lnTo>
                  <a:pt x="981075" y="628650"/>
                </a:lnTo>
                <a:lnTo>
                  <a:pt x="971550" y="628650"/>
                </a:lnTo>
                <a:close/>
                <a:moveTo>
                  <a:pt x="1543050" y="619125"/>
                </a:moveTo>
                <a:lnTo>
                  <a:pt x="1552575" y="619125"/>
                </a:lnTo>
                <a:lnTo>
                  <a:pt x="1552575" y="628650"/>
                </a:lnTo>
                <a:lnTo>
                  <a:pt x="1543050" y="628650"/>
                </a:lnTo>
                <a:close/>
                <a:moveTo>
                  <a:pt x="1095375" y="628650"/>
                </a:moveTo>
                <a:lnTo>
                  <a:pt x="1104900" y="628650"/>
                </a:lnTo>
                <a:lnTo>
                  <a:pt x="1104900" y="638175"/>
                </a:lnTo>
                <a:lnTo>
                  <a:pt x="1095375" y="638175"/>
                </a:lnTo>
                <a:close/>
                <a:moveTo>
                  <a:pt x="1276350" y="628650"/>
                </a:moveTo>
                <a:lnTo>
                  <a:pt x="1295400" y="628650"/>
                </a:lnTo>
                <a:lnTo>
                  <a:pt x="1295400" y="638175"/>
                </a:lnTo>
                <a:lnTo>
                  <a:pt x="1276350" y="638175"/>
                </a:lnTo>
                <a:close/>
                <a:moveTo>
                  <a:pt x="1600200" y="628650"/>
                </a:moveTo>
                <a:lnTo>
                  <a:pt x="1609725" y="628650"/>
                </a:lnTo>
                <a:lnTo>
                  <a:pt x="1609725" y="666750"/>
                </a:lnTo>
                <a:lnTo>
                  <a:pt x="1600200" y="666750"/>
                </a:lnTo>
                <a:lnTo>
                  <a:pt x="1600200" y="676275"/>
                </a:lnTo>
                <a:lnTo>
                  <a:pt x="1590675" y="676275"/>
                </a:lnTo>
                <a:lnTo>
                  <a:pt x="1590675" y="657225"/>
                </a:lnTo>
                <a:lnTo>
                  <a:pt x="1581150" y="657225"/>
                </a:lnTo>
                <a:lnTo>
                  <a:pt x="1581150" y="647700"/>
                </a:lnTo>
                <a:lnTo>
                  <a:pt x="1571625" y="647700"/>
                </a:lnTo>
                <a:lnTo>
                  <a:pt x="1571625" y="638175"/>
                </a:lnTo>
                <a:lnTo>
                  <a:pt x="1600200" y="638175"/>
                </a:lnTo>
                <a:close/>
                <a:moveTo>
                  <a:pt x="533400" y="638175"/>
                </a:moveTo>
                <a:lnTo>
                  <a:pt x="542925" y="638175"/>
                </a:lnTo>
                <a:lnTo>
                  <a:pt x="542925" y="647700"/>
                </a:lnTo>
                <a:lnTo>
                  <a:pt x="533400" y="647700"/>
                </a:lnTo>
                <a:close/>
                <a:moveTo>
                  <a:pt x="771525" y="638175"/>
                </a:moveTo>
                <a:lnTo>
                  <a:pt x="781050" y="638175"/>
                </a:lnTo>
                <a:lnTo>
                  <a:pt x="781050" y="657225"/>
                </a:lnTo>
                <a:lnTo>
                  <a:pt x="771525" y="657225"/>
                </a:lnTo>
                <a:close/>
                <a:moveTo>
                  <a:pt x="1038225" y="638175"/>
                </a:moveTo>
                <a:lnTo>
                  <a:pt x="1057275" y="638175"/>
                </a:lnTo>
                <a:lnTo>
                  <a:pt x="1057275" y="647700"/>
                </a:lnTo>
                <a:lnTo>
                  <a:pt x="1047750" y="647700"/>
                </a:lnTo>
                <a:lnTo>
                  <a:pt x="1047750" y="666750"/>
                </a:lnTo>
                <a:lnTo>
                  <a:pt x="1038225" y="666750"/>
                </a:lnTo>
                <a:close/>
                <a:moveTo>
                  <a:pt x="1114425" y="638175"/>
                </a:moveTo>
                <a:lnTo>
                  <a:pt x="1123950" y="638175"/>
                </a:lnTo>
                <a:lnTo>
                  <a:pt x="1123950" y="647700"/>
                </a:lnTo>
                <a:lnTo>
                  <a:pt x="1114425" y="647700"/>
                </a:lnTo>
                <a:close/>
                <a:moveTo>
                  <a:pt x="1295400" y="638175"/>
                </a:moveTo>
                <a:lnTo>
                  <a:pt x="1314450" y="638175"/>
                </a:lnTo>
                <a:lnTo>
                  <a:pt x="1314450" y="647700"/>
                </a:lnTo>
                <a:lnTo>
                  <a:pt x="1295400" y="647700"/>
                </a:lnTo>
                <a:close/>
                <a:moveTo>
                  <a:pt x="209550" y="657225"/>
                </a:moveTo>
                <a:lnTo>
                  <a:pt x="219075" y="657225"/>
                </a:lnTo>
                <a:lnTo>
                  <a:pt x="219075" y="676275"/>
                </a:lnTo>
                <a:lnTo>
                  <a:pt x="209550" y="676275"/>
                </a:lnTo>
                <a:close/>
                <a:moveTo>
                  <a:pt x="276225" y="657225"/>
                </a:moveTo>
                <a:lnTo>
                  <a:pt x="285750" y="657225"/>
                </a:lnTo>
                <a:lnTo>
                  <a:pt x="285750" y="666750"/>
                </a:lnTo>
                <a:lnTo>
                  <a:pt x="276225" y="666750"/>
                </a:lnTo>
                <a:close/>
                <a:moveTo>
                  <a:pt x="552450" y="657225"/>
                </a:moveTo>
                <a:lnTo>
                  <a:pt x="561975" y="657225"/>
                </a:lnTo>
                <a:lnTo>
                  <a:pt x="561975" y="676275"/>
                </a:lnTo>
                <a:lnTo>
                  <a:pt x="552450" y="676275"/>
                </a:lnTo>
                <a:close/>
                <a:moveTo>
                  <a:pt x="523875" y="666750"/>
                </a:moveTo>
                <a:lnTo>
                  <a:pt x="542925" y="666750"/>
                </a:lnTo>
                <a:lnTo>
                  <a:pt x="542925" y="676275"/>
                </a:lnTo>
                <a:lnTo>
                  <a:pt x="552450" y="676275"/>
                </a:lnTo>
                <a:lnTo>
                  <a:pt x="552450" y="685800"/>
                </a:lnTo>
                <a:lnTo>
                  <a:pt x="533400" y="685800"/>
                </a:lnTo>
                <a:lnTo>
                  <a:pt x="533400" y="695325"/>
                </a:lnTo>
                <a:lnTo>
                  <a:pt x="504825" y="695325"/>
                </a:lnTo>
                <a:lnTo>
                  <a:pt x="504825" y="685800"/>
                </a:lnTo>
                <a:lnTo>
                  <a:pt x="523875" y="685800"/>
                </a:lnTo>
                <a:close/>
                <a:moveTo>
                  <a:pt x="781050" y="666750"/>
                </a:moveTo>
                <a:lnTo>
                  <a:pt x="790575" y="666750"/>
                </a:lnTo>
                <a:lnTo>
                  <a:pt x="790575" y="676275"/>
                </a:lnTo>
                <a:lnTo>
                  <a:pt x="781050" y="676275"/>
                </a:lnTo>
                <a:close/>
                <a:moveTo>
                  <a:pt x="971550" y="666750"/>
                </a:moveTo>
                <a:lnTo>
                  <a:pt x="981075" y="666750"/>
                </a:lnTo>
                <a:lnTo>
                  <a:pt x="981075" y="676275"/>
                </a:lnTo>
                <a:lnTo>
                  <a:pt x="971550" y="676275"/>
                </a:lnTo>
                <a:close/>
                <a:moveTo>
                  <a:pt x="1076325" y="666750"/>
                </a:moveTo>
                <a:lnTo>
                  <a:pt x="1085850" y="666750"/>
                </a:lnTo>
                <a:lnTo>
                  <a:pt x="1085850" y="676275"/>
                </a:lnTo>
                <a:lnTo>
                  <a:pt x="1076325" y="676275"/>
                </a:lnTo>
                <a:close/>
                <a:moveTo>
                  <a:pt x="790575" y="676275"/>
                </a:moveTo>
                <a:lnTo>
                  <a:pt x="800100" y="676275"/>
                </a:lnTo>
                <a:lnTo>
                  <a:pt x="800100" y="695325"/>
                </a:lnTo>
                <a:lnTo>
                  <a:pt x="781050" y="695325"/>
                </a:lnTo>
                <a:lnTo>
                  <a:pt x="781050" y="685800"/>
                </a:lnTo>
                <a:lnTo>
                  <a:pt x="790575" y="685800"/>
                </a:lnTo>
                <a:close/>
                <a:moveTo>
                  <a:pt x="981075" y="676275"/>
                </a:moveTo>
                <a:lnTo>
                  <a:pt x="1000125" y="676275"/>
                </a:lnTo>
                <a:lnTo>
                  <a:pt x="1000125" y="685800"/>
                </a:lnTo>
                <a:lnTo>
                  <a:pt x="990600" y="685800"/>
                </a:lnTo>
                <a:lnTo>
                  <a:pt x="990600" y="704850"/>
                </a:lnTo>
                <a:lnTo>
                  <a:pt x="981075" y="704850"/>
                </a:lnTo>
                <a:close/>
                <a:moveTo>
                  <a:pt x="1019175" y="676275"/>
                </a:moveTo>
                <a:lnTo>
                  <a:pt x="1028700" y="676275"/>
                </a:lnTo>
                <a:lnTo>
                  <a:pt x="1028700" y="685800"/>
                </a:lnTo>
                <a:lnTo>
                  <a:pt x="1019175" y="685800"/>
                </a:lnTo>
                <a:close/>
                <a:moveTo>
                  <a:pt x="209550" y="685800"/>
                </a:moveTo>
                <a:lnTo>
                  <a:pt x="219075" y="685800"/>
                </a:lnTo>
                <a:lnTo>
                  <a:pt x="219075" y="704850"/>
                </a:lnTo>
                <a:lnTo>
                  <a:pt x="209550" y="704850"/>
                </a:lnTo>
                <a:close/>
                <a:moveTo>
                  <a:pt x="438150" y="695325"/>
                </a:moveTo>
                <a:lnTo>
                  <a:pt x="466725" y="695325"/>
                </a:lnTo>
                <a:lnTo>
                  <a:pt x="466725" y="704850"/>
                </a:lnTo>
                <a:lnTo>
                  <a:pt x="438150" y="704850"/>
                </a:lnTo>
                <a:close/>
                <a:moveTo>
                  <a:pt x="581025" y="695325"/>
                </a:moveTo>
                <a:lnTo>
                  <a:pt x="590550" y="695325"/>
                </a:lnTo>
                <a:lnTo>
                  <a:pt x="590550" y="704850"/>
                </a:lnTo>
                <a:lnTo>
                  <a:pt x="581025" y="704850"/>
                </a:lnTo>
                <a:close/>
                <a:moveTo>
                  <a:pt x="609600" y="695325"/>
                </a:moveTo>
                <a:lnTo>
                  <a:pt x="619125" y="695325"/>
                </a:lnTo>
                <a:lnTo>
                  <a:pt x="619125" y="704850"/>
                </a:lnTo>
                <a:lnTo>
                  <a:pt x="609600" y="704850"/>
                </a:lnTo>
                <a:close/>
                <a:moveTo>
                  <a:pt x="1000125" y="695325"/>
                </a:moveTo>
                <a:lnTo>
                  <a:pt x="1009650" y="695325"/>
                </a:lnTo>
                <a:lnTo>
                  <a:pt x="1009650" y="704850"/>
                </a:lnTo>
                <a:lnTo>
                  <a:pt x="1000125" y="704850"/>
                </a:lnTo>
                <a:close/>
                <a:moveTo>
                  <a:pt x="1104900" y="695325"/>
                </a:moveTo>
                <a:lnTo>
                  <a:pt x="1114425" y="695325"/>
                </a:lnTo>
                <a:lnTo>
                  <a:pt x="1114425" y="704850"/>
                </a:lnTo>
                <a:lnTo>
                  <a:pt x="1143000" y="704850"/>
                </a:lnTo>
                <a:lnTo>
                  <a:pt x="1143000" y="714375"/>
                </a:lnTo>
                <a:lnTo>
                  <a:pt x="1104900" y="714375"/>
                </a:lnTo>
                <a:close/>
                <a:moveTo>
                  <a:pt x="1181100" y="695325"/>
                </a:moveTo>
                <a:lnTo>
                  <a:pt x="1190625" y="695325"/>
                </a:lnTo>
                <a:lnTo>
                  <a:pt x="1190625" y="714375"/>
                </a:lnTo>
                <a:lnTo>
                  <a:pt x="1181100" y="714375"/>
                </a:lnTo>
                <a:lnTo>
                  <a:pt x="1181100" y="723900"/>
                </a:lnTo>
                <a:lnTo>
                  <a:pt x="1162050" y="723900"/>
                </a:lnTo>
                <a:lnTo>
                  <a:pt x="1162050" y="714375"/>
                </a:lnTo>
                <a:lnTo>
                  <a:pt x="1152525" y="714375"/>
                </a:lnTo>
                <a:lnTo>
                  <a:pt x="1152525" y="704850"/>
                </a:lnTo>
                <a:lnTo>
                  <a:pt x="1181100" y="704850"/>
                </a:lnTo>
                <a:close/>
                <a:moveTo>
                  <a:pt x="1219200" y="695325"/>
                </a:moveTo>
                <a:lnTo>
                  <a:pt x="1238250" y="695325"/>
                </a:lnTo>
                <a:lnTo>
                  <a:pt x="1238250" y="714375"/>
                </a:lnTo>
                <a:lnTo>
                  <a:pt x="1219200" y="714375"/>
                </a:lnTo>
                <a:close/>
                <a:moveTo>
                  <a:pt x="600075" y="704850"/>
                </a:moveTo>
                <a:lnTo>
                  <a:pt x="609600" y="704850"/>
                </a:lnTo>
                <a:lnTo>
                  <a:pt x="609600" y="714375"/>
                </a:lnTo>
                <a:lnTo>
                  <a:pt x="600075" y="714375"/>
                </a:lnTo>
                <a:close/>
                <a:moveTo>
                  <a:pt x="1352550" y="704850"/>
                </a:moveTo>
                <a:lnTo>
                  <a:pt x="1362075" y="704850"/>
                </a:lnTo>
                <a:lnTo>
                  <a:pt x="1362075" y="714375"/>
                </a:lnTo>
                <a:lnTo>
                  <a:pt x="1352550" y="714375"/>
                </a:lnTo>
                <a:close/>
                <a:moveTo>
                  <a:pt x="9525" y="714375"/>
                </a:moveTo>
                <a:lnTo>
                  <a:pt x="19050" y="714375"/>
                </a:lnTo>
                <a:lnTo>
                  <a:pt x="19050" y="723900"/>
                </a:lnTo>
                <a:lnTo>
                  <a:pt x="9525" y="723900"/>
                </a:lnTo>
                <a:close/>
                <a:moveTo>
                  <a:pt x="28575" y="714375"/>
                </a:moveTo>
                <a:lnTo>
                  <a:pt x="57150" y="714375"/>
                </a:lnTo>
                <a:lnTo>
                  <a:pt x="57150" y="723900"/>
                </a:lnTo>
                <a:lnTo>
                  <a:pt x="28575" y="723900"/>
                </a:lnTo>
                <a:close/>
                <a:moveTo>
                  <a:pt x="266700" y="714375"/>
                </a:moveTo>
                <a:lnTo>
                  <a:pt x="276225" y="714375"/>
                </a:lnTo>
                <a:lnTo>
                  <a:pt x="276225" y="723900"/>
                </a:lnTo>
                <a:lnTo>
                  <a:pt x="266700" y="723900"/>
                </a:lnTo>
                <a:close/>
                <a:moveTo>
                  <a:pt x="352425" y="714375"/>
                </a:moveTo>
                <a:lnTo>
                  <a:pt x="361950" y="714375"/>
                </a:lnTo>
                <a:lnTo>
                  <a:pt x="361950" y="723900"/>
                </a:lnTo>
                <a:lnTo>
                  <a:pt x="371475" y="723900"/>
                </a:lnTo>
                <a:lnTo>
                  <a:pt x="371475" y="742950"/>
                </a:lnTo>
                <a:lnTo>
                  <a:pt x="361950" y="742950"/>
                </a:lnTo>
                <a:lnTo>
                  <a:pt x="361950" y="733425"/>
                </a:lnTo>
                <a:lnTo>
                  <a:pt x="352425" y="733425"/>
                </a:lnTo>
                <a:close/>
                <a:moveTo>
                  <a:pt x="590550" y="714375"/>
                </a:moveTo>
                <a:lnTo>
                  <a:pt x="600075" y="714375"/>
                </a:lnTo>
                <a:lnTo>
                  <a:pt x="600075" y="762000"/>
                </a:lnTo>
                <a:lnTo>
                  <a:pt x="581025" y="762000"/>
                </a:lnTo>
                <a:lnTo>
                  <a:pt x="581025" y="752475"/>
                </a:lnTo>
                <a:lnTo>
                  <a:pt x="561975" y="752475"/>
                </a:lnTo>
                <a:lnTo>
                  <a:pt x="561975" y="742950"/>
                </a:lnTo>
                <a:lnTo>
                  <a:pt x="571500" y="742950"/>
                </a:lnTo>
                <a:lnTo>
                  <a:pt x="571500" y="733425"/>
                </a:lnTo>
                <a:lnTo>
                  <a:pt x="581025" y="733425"/>
                </a:lnTo>
                <a:lnTo>
                  <a:pt x="581025" y="723900"/>
                </a:lnTo>
                <a:lnTo>
                  <a:pt x="590550" y="723900"/>
                </a:lnTo>
                <a:close/>
                <a:moveTo>
                  <a:pt x="752475" y="714375"/>
                </a:moveTo>
                <a:lnTo>
                  <a:pt x="762000" y="714375"/>
                </a:lnTo>
                <a:lnTo>
                  <a:pt x="762000" y="723900"/>
                </a:lnTo>
                <a:lnTo>
                  <a:pt x="771525" y="723900"/>
                </a:lnTo>
                <a:lnTo>
                  <a:pt x="771525" y="733425"/>
                </a:lnTo>
                <a:lnTo>
                  <a:pt x="752475" y="733425"/>
                </a:lnTo>
                <a:close/>
                <a:moveTo>
                  <a:pt x="838200" y="714375"/>
                </a:moveTo>
                <a:lnTo>
                  <a:pt x="847725" y="714375"/>
                </a:lnTo>
                <a:lnTo>
                  <a:pt x="847725" y="733425"/>
                </a:lnTo>
                <a:lnTo>
                  <a:pt x="828675" y="733425"/>
                </a:lnTo>
                <a:lnTo>
                  <a:pt x="828675" y="723900"/>
                </a:lnTo>
                <a:lnTo>
                  <a:pt x="838200" y="723900"/>
                </a:lnTo>
                <a:close/>
                <a:moveTo>
                  <a:pt x="1343025" y="714375"/>
                </a:moveTo>
                <a:lnTo>
                  <a:pt x="1352550" y="714375"/>
                </a:lnTo>
                <a:lnTo>
                  <a:pt x="1352550" y="723900"/>
                </a:lnTo>
                <a:lnTo>
                  <a:pt x="1343025" y="723900"/>
                </a:lnTo>
                <a:close/>
                <a:moveTo>
                  <a:pt x="95250" y="723900"/>
                </a:moveTo>
                <a:lnTo>
                  <a:pt x="104775" y="723900"/>
                </a:lnTo>
                <a:lnTo>
                  <a:pt x="104775" y="733425"/>
                </a:lnTo>
                <a:lnTo>
                  <a:pt x="95250" y="733425"/>
                </a:lnTo>
                <a:close/>
                <a:moveTo>
                  <a:pt x="314325" y="723900"/>
                </a:moveTo>
                <a:lnTo>
                  <a:pt x="333375" y="723900"/>
                </a:lnTo>
                <a:lnTo>
                  <a:pt x="333375" y="733425"/>
                </a:lnTo>
                <a:lnTo>
                  <a:pt x="314325" y="733425"/>
                </a:lnTo>
                <a:close/>
                <a:moveTo>
                  <a:pt x="1590675" y="723900"/>
                </a:moveTo>
                <a:lnTo>
                  <a:pt x="1600200" y="723900"/>
                </a:lnTo>
                <a:lnTo>
                  <a:pt x="1600200" y="733425"/>
                </a:lnTo>
                <a:lnTo>
                  <a:pt x="1590675" y="733425"/>
                </a:lnTo>
                <a:close/>
                <a:moveTo>
                  <a:pt x="0" y="733425"/>
                </a:moveTo>
                <a:lnTo>
                  <a:pt x="9525" y="733425"/>
                </a:lnTo>
                <a:lnTo>
                  <a:pt x="9525" y="742950"/>
                </a:lnTo>
                <a:lnTo>
                  <a:pt x="28575" y="742950"/>
                </a:lnTo>
                <a:lnTo>
                  <a:pt x="28575" y="752475"/>
                </a:lnTo>
                <a:lnTo>
                  <a:pt x="19050" y="752475"/>
                </a:lnTo>
                <a:lnTo>
                  <a:pt x="19050" y="762000"/>
                </a:lnTo>
                <a:lnTo>
                  <a:pt x="9525" y="762000"/>
                </a:lnTo>
                <a:lnTo>
                  <a:pt x="9525" y="752475"/>
                </a:lnTo>
                <a:lnTo>
                  <a:pt x="0" y="752475"/>
                </a:lnTo>
                <a:close/>
                <a:moveTo>
                  <a:pt x="1571625" y="742950"/>
                </a:moveTo>
                <a:lnTo>
                  <a:pt x="1581150" y="742950"/>
                </a:lnTo>
                <a:lnTo>
                  <a:pt x="1581150" y="752475"/>
                </a:lnTo>
                <a:lnTo>
                  <a:pt x="1571625" y="752475"/>
                </a:lnTo>
                <a:close/>
                <a:moveTo>
                  <a:pt x="581025" y="752475"/>
                </a:moveTo>
                <a:lnTo>
                  <a:pt x="590550" y="752475"/>
                </a:lnTo>
                <a:lnTo>
                  <a:pt x="590550" y="733425"/>
                </a:lnTo>
                <a:lnTo>
                  <a:pt x="581025" y="733425"/>
                </a:lnTo>
                <a:close/>
                <a:moveTo>
                  <a:pt x="866775" y="752475"/>
                </a:moveTo>
                <a:lnTo>
                  <a:pt x="876300" y="752475"/>
                </a:lnTo>
                <a:lnTo>
                  <a:pt x="876300" y="771525"/>
                </a:lnTo>
                <a:lnTo>
                  <a:pt x="857250" y="771525"/>
                </a:lnTo>
                <a:lnTo>
                  <a:pt x="857250" y="762000"/>
                </a:lnTo>
                <a:lnTo>
                  <a:pt x="866775" y="762000"/>
                </a:lnTo>
                <a:close/>
                <a:moveTo>
                  <a:pt x="1400175" y="752475"/>
                </a:moveTo>
                <a:lnTo>
                  <a:pt x="1409700" y="752475"/>
                </a:lnTo>
                <a:lnTo>
                  <a:pt x="1409700" y="762000"/>
                </a:lnTo>
                <a:lnTo>
                  <a:pt x="1400175" y="762000"/>
                </a:lnTo>
                <a:close/>
                <a:moveTo>
                  <a:pt x="1552575" y="752475"/>
                </a:moveTo>
                <a:lnTo>
                  <a:pt x="1562100" y="752475"/>
                </a:lnTo>
                <a:lnTo>
                  <a:pt x="1562100" y="762000"/>
                </a:lnTo>
                <a:lnTo>
                  <a:pt x="1552575" y="762000"/>
                </a:lnTo>
                <a:close/>
                <a:moveTo>
                  <a:pt x="666750" y="762000"/>
                </a:moveTo>
                <a:lnTo>
                  <a:pt x="676275" y="762000"/>
                </a:lnTo>
                <a:lnTo>
                  <a:pt x="676275" y="800100"/>
                </a:lnTo>
                <a:lnTo>
                  <a:pt x="657225" y="800100"/>
                </a:lnTo>
                <a:lnTo>
                  <a:pt x="657225" y="790575"/>
                </a:lnTo>
                <a:lnTo>
                  <a:pt x="647700" y="790575"/>
                </a:lnTo>
                <a:lnTo>
                  <a:pt x="647700" y="781050"/>
                </a:lnTo>
                <a:lnTo>
                  <a:pt x="666750" y="781050"/>
                </a:lnTo>
                <a:close/>
                <a:moveTo>
                  <a:pt x="914400" y="762000"/>
                </a:moveTo>
                <a:lnTo>
                  <a:pt x="923925" y="762000"/>
                </a:lnTo>
                <a:lnTo>
                  <a:pt x="923925" y="771525"/>
                </a:lnTo>
                <a:lnTo>
                  <a:pt x="914400" y="771525"/>
                </a:lnTo>
                <a:close/>
                <a:moveTo>
                  <a:pt x="723900" y="771525"/>
                </a:moveTo>
                <a:lnTo>
                  <a:pt x="733425" y="771525"/>
                </a:lnTo>
                <a:lnTo>
                  <a:pt x="733425" y="781050"/>
                </a:lnTo>
                <a:lnTo>
                  <a:pt x="723900" y="781050"/>
                </a:lnTo>
                <a:close/>
                <a:moveTo>
                  <a:pt x="790575" y="771525"/>
                </a:moveTo>
                <a:lnTo>
                  <a:pt x="809625" y="771525"/>
                </a:lnTo>
                <a:lnTo>
                  <a:pt x="809625" y="781050"/>
                </a:lnTo>
                <a:lnTo>
                  <a:pt x="790575" y="781050"/>
                </a:lnTo>
                <a:close/>
                <a:moveTo>
                  <a:pt x="847725" y="771525"/>
                </a:moveTo>
                <a:lnTo>
                  <a:pt x="857250" y="771525"/>
                </a:lnTo>
                <a:lnTo>
                  <a:pt x="857250" y="781050"/>
                </a:lnTo>
                <a:lnTo>
                  <a:pt x="847725" y="781050"/>
                </a:lnTo>
                <a:close/>
                <a:moveTo>
                  <a:pt x="904875" y="771525"/>
                </a:moveTo>
                <a:lnTo>
                  <a:pt x="914400" y="771525"/>
                </a:lnTo>
                <a:lnTo>
                  <a:pt x="914400" y="781050"/>
                </a:lnTo>
                <a:lnTo>
                  <a:pt x="904875" y="781050"/>
                </a:lnTo>
                <a:close/>
                <a:moveTo>
                  <a:pt x="1038225" y="771525"/>
                </a:moveTo>
                <a:lnTo>
                  <a:pt x="1085850" y="771525"/>
                </a:lnTo>
                <a:lnTo>
                  <a:pt x="1085850" y="790575"/>
                </a:lnTo>
                <a:lnTo>
                  <a:pt x="1076325" y="790575"/>
                </a:lnTo>
                <a:lnTo>
                  <a:pt x="1076325" y="781050"/>
                </a:lnTo>
                <a:lnTo>
                  <a:pt x="1047750" y="781050"/>
                </a:lnTo>
                <a:lnTo>
                  <a:pt x="1047750" y="790575"/>
                </a:lnTo>
                <a:lnTo>
                  <a:pt x="1028700" y="790575"/>
                </a:lnTo>
                <a:lnTo>
                  <a:pt x="1028700" y="781050"/>
                </a:lnTo>
                <a:lnTo>
                  <a:pt x="1038225" y="781050"/>
                </a:lnTo>
                <a:close/>
                <a:moveTo>
                  <a:pt x="9525" y="781050"/>
                </a:moveTo>
                <a:lnTo>
                  <a:pt x="19050" y="781050"/>
                </a:lnTo>
                <a:lnTo>
                  <a:pt x="19050" y="790575"/>
                </a:lnTo>
                <a:lnTo>
                  <a:pt x="9525" y="790575"/>
                </a:lnTo>
                <a:close/>
                <a:moveTo>
                  <a:pt x="371475" y="781050"/>
                </a:moveTo>
                <a:lnTo>
                  <a:pt x="390525" y="781050"/>
                </a:lnTo>
                <a:lnTo>
                  <a:pt x="390525" y="790575"/>
                </a:lnTo>
                <a:lnTo>
                  <a:pt x="371475" y="790575"/>
                </a:lnTo>
                <a:close/>
                <a:moveTo>
                  <a:pt x="561975" y="781050"/>
                </a:moveTo>
                <a:lnTo>
                  <a:pt x="571500" y="781050"/>
                </a:lnTo>
                <a:lnTo>
                  <a:pt x="571500" y="790575"/>
                </a:lnTo>
                <a:lnTo>
                  <a:pt x="561975" y="790575"/>
                </a:lnTo>
                <a:close/>
                <a:moveTo>
                  <a:pt x="1190625" y="781050"/>
                </a:moveTo>
                <a:lnTo>
                  <a:pt x="1200150" y="781050"/>
                </a:lnTo>
                <a:lnTo>
                  <a:pt x="1200150" y="790575"/>
                </a:lnTo>
                <a:lnTo>
                  <a:pt x="1190625" y="790575"/>
                </a:lnTo>
                <a:close/>
                <a:moveTo>
                  <a:pt x="19050" y="790575"/>
                </a:moveTo>
                <a:lnTo>
                  <a:pt x="28575" y="790575"/>
                </a:lnTo>
                <a:lnTo>
                  <a:pt x="28575" y="800100"/>
                </a:lnTo>
                <a:lnTo>
                  <a:pt x="19050" y="800100"/>
                </a:lnTo>
                <a:close/>
                <a:moveTo>
                  <a:pt x="266700" y="790575"/>
                </a:moveTo>
                <a:lnTo>
                  <a:pt x="276225" y="790575"/>
                </a:lnTo>
                <a:lnTo>
                  <a:pt x="276225" y="800100"/>
                </a:lnTo>
                <a:lnTo>
                  <a:pt x="266700" y="800100"/>
                </a:lnTo>
                <a:close/>
                <a:moveTo>
                  <a:pt x="352425" y="790575"/>
                </a:moveTo>
                <a:lnTo>
                  <a:pt x="371475" y="790575"/>
                </a:lnTo>
                <a:lnTo>
                  <a:pt x="371475" y="800100"/>
                </a:lnTo>
                <a:lnTo>
                  <a:pt x="390525" y="800100"/>
                </a:lnTo>
                <a:lnTo>
                  <a:pt x="390525" y="809625"/>
                </a:lnTo>
                <a:lnTo>
                  <a:pt x="304800" y="809625"/>
                </a:lnTo>
                <a:lnTo>
                  <a:pt x="304800" y="800100"/>
                </a:lnTo>
                <a:lnTo>
                  <a:pt x="352425" y="800100"/>
                </a:lnTo>
                <a:close/>
                <a:moveTo>
                  <a:pt x="552450" y="790575"/>
                </a:moveTo>
                <a:lnTo>
                  <a:pt x="561975" y="790575"/>
                </a:lnTo>
                <a:lnTo>
                  <a:pt x="561975" y="800100"/>
                </a:lnTo>
                <a:lnTo>
                  <a:pt x="552450" y="800100"/>
                </a:lnTo>
                <a:close/>
                <a:moveTo>
                  <a:pt x="723900" y="790575"/>
                </a:moveTo>
                <a:lnTo>
                  <a:pt x="752475" y="790575"/>
                </a:lnTo>
                <a:lnTo>
                  <a:pt x="752475" y="800100"/>
                </a:lnTo>
                <a:lnTo>
                  <a:pt x="723900" y="800100"/>
                </a:lnTo>
                <a:close/>
                <a:moveTo>
                  <a:pt x="1171575" y="790575"/>
                </a:moveTo>
                <a:lnTo>
                  <a:pt x="1181100" y="790575"/>
                </a:lnTo>
                <a:lnTo>
                  <a:pt x="1181100" y="800100"/>
                </a:lnTo>
                <a:lnTo>
                  <a:pt x="1171575" y="800100"/>
                </a:lnTo>
                <a:close/>
                <a:moveTo>
                  <a:pt x="1428750" y="790575"/>
                </a:moveTo>
                <a:lnTo>
                  <a:pt x="1447800" y="790575"/>
                </a:lnTo>
                <a:lnTo>
                  <a:pt x="1447800" y="819150"/>
                </a:lnTo>
                <a:lnTo>
                  <a:pt x="1438275" y="819150"/>
                </a:lnTo>
                <a:lnTo>
                  <a:pt x="1438275" y="800100"/>
                </a:lnTo>
                <a:lnTo>
                  <a:pt x="1428750" y="800100"/>
                </a:lnTo>
                <a:close/>
                <a:moveTo>
                  <a:pt x="285750" y="800100"/>
                </a:moveTo>
                <a:lnTo>
                  <a:pt x="295275" y="800100"/>
                </a:lnTo>
                <a:lnTo>
                  <a:pt x="295275" y="809625"/>
                </a:lnTo>
                <a:lnTo>
                  <a:pt x="285750" y="809625"/>
                </a:lnTo>
                <a:close/>
                <a:moveTo>
                  <a:pt x="495300" y="800100"/>
                </a:moveTo>
                <a:lnTo>
                  <a:pt x="504825" y="800100"/>
                </a:lnTo>
                <a:lnTo>
                  <a:pt x="504825" y="809625"/>
                </a:lnTo>
                <a:lnTo>
                  <a:pt x="495300" y="809625"/>
                </a:lnTo>
                <a:close/>
                <a:moveTo>
                  <a:pt x="542925" y="800100"/>
                </a:moveTo>
                <a:lnTo>
                  <a:pt x="552450" y="800100"/>
                </a:lnTo>
                <a:lnTo>
                  <a:pt x="552450" y="809625"/>
                </a:lnTo>
                <a:lnTo>
                  <a:pt x="542925" y="809625"/>
                </a:lnTo>
                <a:close/>
                <a:moveTo>
                  <a:pt x="504825" y="809625"/>
                </a:moveTo>
                <a:lnTo>
                  <a:pt x="514350" y="809625"/>
                </a:lnTo>
                <a:lnTo>
                  <a:pt x="514350" y="819150"/>
                </a:lnTo>
                <a:lnTo>
                  <a:pt x="504825" y="819150"/>
                </a:lnTo>
                <a:close/>
                <a:moveTo>
                  <a:pt x="533400" y="809625"/>
                </a:moveTo>
                <a:lnTo>
                  <a:pt x="542925" y="809625"/>
                </a:lnTo>
                <a:lnTo>
                  <a:pt x="542925" y="819150"/>
                </a:lnTo>
                <a:lnTo>
                  <a:pt x="533400" y="819150"/>
                </a:lnTo>
                <a:close/>
                <a:moveTo>
                  <a:pt x="571500" y="809625"/>
                </a:moveTo>
                <a:lnTo>
                  <a:pt x="581025" y="809625"/>
                </a:lnTo>
                <a:lnTo>
                  <a:pt x="581025" y="828675"/>
                </a:lnTo>
                <a:lnTo>
                  <a:pt x="571500" y="828675"/>
                </a:lnTo>
                <a:close/>
                <a:moveTo>
                  <a:pt x="1009650" y="809625"/>
                </a:moveTo>
                <a:lnTo>
                  <a:pt x="1019175" y="809625"/>
                </a:lnTo>
                <a:lnTo>
                  <a:pt x="1019175" y="828675"/>
                </a:lnTo>
                <a:lnTo>
                  <a:pt x="1009650" y="828675"/>
                </a:lnTo>
                <a:close/>
                <a:moveTo>
                  <a:pt x="1343025" y="809625"/>
                </a:moveTo>
                <a:lnTo>
                  <a:pt x="1352550" y="809625"/>
                </a:lnTo>
                <a:lnTo>
                  <a:pt x="1352550" y="819150"/>
                </a:lnTo>
                <a:lnTo>
                  <a:pt x="1343025" y="819150"/>
                </a:lnTo>
                <a:close/>
                <a:moveTo>
                  <a:pt x="1104900" y="819150"/>
                </a:moveTo>
                <a:lnTo>
                  <a:pt x="1114425" y="819150"/>
                </a:lnTo>
                <a:lnTo>
                  <a:pt x="1114425" y="828675"/>
                </a:lnTo>
                <a:lnTo>
                  <a:pt x="1104900" y="828675"/>
                </a:lnTo>
                <a:close/>
                <a:moveTo>
                  <a:pt x="581025" y="828675"/>
                </a:moveTo>
                <a:lnTo>
                  <a:pt x="590550" y="828675"/>
                </a:lnTo>
                <a:lnTo>
                  <a:pt x="590550" y="838200"/>
                </a:lnTo>
                <a:lnTo>
                  <a:pt x="581025" y="838200"/>
                </a:lnTo>
                <a:close/>
                <a:moveTo>
                  <a:pt x="1190625" y="828675"/>
                </a:moveTo>
                <a:lnTo>
                  <a:pt x="1200150" y="828675"/>
                </a:lnTo>
                <a:lnTo>
                  <a:pt x="1200150" y="838200"/>
                </a:lnTo>
                <a:lnTo>
                  <a:pt x="1190625" y="838200"/>
                </a:lnTo>
                <a:close/>
                <a:moveTo>
                  <a:pt x="638175" y="838200"/>
                </a:moveTo>
                <a:lnTo>
                  <a:pt x="647700" y="838200"/>
                </a:lnTo>
                <a:lnTo>
                  <a:pt x="647700" y="847725"/>
                </a:lnTo>
                <a:lnTo>
                  <a:pt x="638175" y="847725"/>
                </a:lnTo>
                <a:close/>
                <a:moveTo>
                  <a:pt x="1276350" y="838200"/>
                </a:moveTo>
                <a:lnTo>
                  <a:pt x="1285875" y="838200"/>
                </a:lnTo>
                <a:lnTo>
                  <a:pt x="1285875" y="847725"/>
                </a:lnTo>
                <a:lnTo>
                  <a:pt x="1276350" y="847725"/>
                </a:lnTo>
                <a:close/>
                <a:moveTo>
                  <a:pt x="1400175" y="838200"/>
                </a:moveTo>
                <a:lnTo>
                  <a:pt x="1409700" y="838200"/>
                </a:lnTo>
                <a:lnTo>
                  <a:pt x="1409700" y="847725"/>
                </a:lnTo>
                <a:lnTo>
                  <a:pt x="1400175" y="847725"/>
                </a:lnTo>
                <a:close/>
                <a:moveTo>
                  <a:pt x="647700" y="847725"/>
                </a:moveTo>
                <a:lnTo>
                  <a:pt x="657225" y="847725"/>
                </a:lnTo>
                <a:lnTo>
                  <a:pt x="657225" y="857250"/>
                </a:lnTo>
                <a:lnTo>
                  <a:pt x="647700" y="857250"/>
                </a:lnTo>
                <a:close/>
                <a:moveTo>
                  <a:pt x="952500" y="847725"/>
                </a:moveTo>
                <a:lnTo>
                  <a:pt x="962025" y="847725"/>
                </a:lnTo>
                <a:lnTo>
                  <a:pt x="962025" y="857250"/>
                </a:lnTo>
                <a:lnTo>
                  <a:pt x="952500" y="857250"/>
                </a:lnTo>
                <a:close/>
                <a:moveTo>
                  <a:pt x="19050" y="857250"/>
                </a:moveTo>
                <a:lnTo>
                  <a:pt x="28575" y="857250"/>
                </a:lnTo>
                <a:lnTo>
                  <a:pt x="28575" y="866775"/>
                </a:lnTo>
                <a:lnTo>
                  <a:pt x="19050" y="866775"/>
                </a:lnTo>
                <a:close/>
                <a:moveTo>
                  <a:pt x="942975" y="857250"/>
                </a:moveTo>
                <a:lnTo>
                  <a:pt x="952500" y="857250"/>
                </a:lnTo>
                <a:lnTo>
                  <a:pt x="952500" y="866775"/>
                </a:lnTo>
                <a:lnTo>
                  <a:pt x="942975" y="866775"/>
                </a:lnTo>
                <a:close/>
                <a:moveTo>
                  <a:pt x="1000125" y="857250"/>
                </a:moveTo>
                <a:lnTo>
                  <a:pt x="1009650" y="857250"/>
                </a:lnTo>
                <a:lnTo>
                  <a:pt x="1009650" y="866775"/>
                </a:lnTo>
                <a:lnTo>
                  <a:pt x="1000125" y="866775"/>
                </a:lnTo>
                <a:close/>
                <a:moveTo>
                  <a:pt x="1038225" y="857250"/>
                </a:moveTo>
                <a:lnTo>
                  <a:pt x="1047750" y="857250"/>
                </a:lnTo>
                <a:lnTo>
                  <a:pt x="1047750" y="866775"/>
                </a:lnTo>
                <a:lnTo>
                  <a:pt x="1038225" y="866775"/>
                </a:lnTo>
                <a:close/>
                <a:moveTo>
                  <a:pt x="1076325" y="857250"/>
                </a:moveTo>
                <a:lnTo>
                  <a:pt x="1085850" y="857250"/>
                </a:lnTo>
                <a:lnTo>
                  <a:pt x="1085850" y="876300"/>
                </a:lnTo>
                <a:lnTo>
                  <a:pt x="1076325" y="876300"/>
                </a:lnTo>
                <a:close/>
                <a:moveTo>
                  <a:pt x="1257300" y="857250"/>
                </a:moveTo>
                <a:lnTo>
                  <a:pt x="1266825" y="857250"/>
                </a:lnTo>
                <a:lnTo>
                  <a:pt x="1266825" y="866775"/>
                </a:lnTo>
                <a:lnTo>
                  <a:pt x="1257300" y="866775"/>
                </a:lnTo>
                <a:close/>
                <a:moveTo>
                  <a:pt x="238125" y="866775"/>
                </a:moveTo>
                <a:lnTo>
                  <a:pt x="247650" y="866775"/>
                </a:lnTo>
                <a:lnTo>
                  <a:pt x="247650" y="876300"/>
                </a:lnTo>
                <a:lnTo>
                  <a:pt x="238125" y="876300"/>
                </a:lnTo>
                <a:close/>
                <a:moveTo>
                  <a:pt x="638175" y="866775"/>
                </a:moveTo>
                <a:lnTo>
                  <a:pt x="657225" y="866775"/>
                </a:lnTo>
                <a:lnTo>
                  <a:pt x="657225" y="876300"/>
                </a:lnTo>
                <a:lnTo>
                  <a:pt x="638175" y="876300"/>
                </a:lnTo>
                <a:close/>
                <a:moveTo>
                  <a:pt x="990600" y="866775"/>
                </a:moveTo>
                <a:lnTo>
                  <a:pt x="1000125" y="866775"/>
                </a:lnTo>
                <a:lnTo>
                  <a:pt x="1000125" y="876300"/>
                </a:lnTo>
                <a:lnTo>
                  <a:pt x="990600" y="876300"/>
                </a:lnTo>
                <a:close/>
                <a:moveTo>
                  <a:pt x="1228725" y="866775"/>
                </a:moveTo>
                <a:lnTo>
                  <a:pt x="1247775" y="866775"/>
                </a:lnTo>
                <a:lnTo>
                  <a:pt x="1247775" y="876300"/>
                </a:lnTo>
                <a:lnTo>
                  <a:pt x="1228725" y="876300"/>
                </a:lnTo>
                <a:close/>
                <a:moveTo>
                  <a:pt x="1428750" y="866775"/>
                </a:moveTo>
                <a:lnTo>
                  <a:pt x="1438275" y="866775"/>
                </a:lnTo>
                <a:lnTo>
                  <a:pt x="1438275" y="876300"/>
                </a:lnTo>
                <a:lnTo>
                  <a:pt x="1428750" y="876300"/>
                </a:lnTo>
                <a:close/>
                <a:moveTo>
                  <a:pt x="85725" y="876300"/>
                </a:moveTo>
                <a:lnTo>
                  <a:pt x="95250" y="876300"/>
                </a:lnTo>
                <a:lnTo>
                  <a:pt x="95250" y="885825"/>
                </a:lnTo>
                <a:lnTo>
                  <a:pt x="85725" y="885825"/>
                </a:lnTo>
                <a:close/>
                <a:moveTo>
                  <a:pt x="200025" y="876300"/>
                </a:moveTo>
                <a:lnTo>
                  <a:pt x="219075" y="876300"/>
                </a:lnTo>
                <a:lnTo>
                  <a:pt x="219075" y="885825"/>
                </a:lnTo>
                <a:lnTo>
                  <a:pt x="200025" y="885825"/>
                </a:lnTo>
                <a:close/>
                <a:moveTo>
                  <a:pt x="600075" y="876300"/>
                </a:moveTo>
                <a:lnTo>
                  <a:pt x="638175" y="876300"/>
                </a:lnTo>
                <a:lnTo>
                  <a:pt x="638175" y="885825"/>
                </a:lnTo>
                <a:lnTo>
                  <a:pt x="628650" y="885825"/>
                </a:lnTo>
                <a:lnTo>
                  <a:pt x="628650" y="895350"/>
                </a:lnTo>
                <a:lnTo>
                  <a:pt x="619125" y="895350"/>
                </a:lnTo>
                <a:lnTo>
                  <a:pt x="619125" y="885825"/>
                </a:lnTo>
                <a:lnTo>
                  <a:pt x="600075" y="885825"/>
                </a:lnTo>
                <a:close/>
                <a:moveTo>
                  <a:pt x="1028700" y="876300"/>
                </a:moveTo>
                <a:lnTo>
                  <a:pt x="1038225" y="876300"/>
                </a:lnTo>
                <a:lnTo>
                  <a:pt x="1038225" y="885825"/>
                </a:lnTo>
                <a:lnTo>
                  <a:pt x="1028700" y="885825"/>
                </a:lnTo>
                <a:close/>
                <a:moveTo>
                  <a:pt x="1190625" y="876300"/>
                </a:moveTo>
                <a:lnTo>
                  <a:pt x="1200150" y="876300"/>
                </a:lnTo>
                <a:lnTo>
                  <a:pt x="1200150" y="885825"/>
                </a:lnTo>
                <a:lnTo>
                  <a:pt x="1190625" y="885825"/>
                </a:lnTo>
                <a:close/>
                <a:moveTo>
                  <a:pt x="581025" y="885825"/>
                </a:moveTo>
                <a:lnTo>
                  <a:pt x="590550" y="885825"/>
                </a:lnTo>
                <a:lnTo>
                  <a:pt x="590550" y="895350"/>
                </a:lnTo>
                <a:lnTo>
                  <a:pt x="581025" y="895350"/>
                </a:lnTo>
                <a:close/>
                <a:moveTo>
                  <a:pt x="666750" y="885825"/>
                </a:moveTo>
                <a:lnTo>
                  <a:pt x="676275" y="885825"/>
                </a:lnTo>
                <a:lnTo>
                  <a:pt x="676275" y="914400"/>
                </a:lnTo>
                <a:lnTo>
                  <a:pt x="657225" y="914400"/>
                </a:lnTo>
                <a:lnTo>
                  <a:pt x="657225" y="923925"/>
                </a:lnTo>
                <a:lnTo>
                  <a:pt x="638175" y="923925"/>
                </a:lnTo>
                <a:lnTo>
                  <a:pt x="638175" y="914400"/>
                </a:lnTo>
                <a:lnTo>
                  <a:pt x="647700" y="914400"/>
                </a:lnTo>
                <a:lnTo>
                  <a:pt x="647700" y="904875"/>
                </a:lnTo>
                <a:lnTo>
                  <a:pt x="657225" y="904875"/>
                </a:lnTo>
                <a:lnTo>
                  <a:pt x="657225" y="895350"/>
                </a:lnTo>
                <a:lnTo>
                  <a:pt x="666750" y="895350"/>
                </a:lnTo>
                <a:close/>
                <a:moveTo>
                  <a:pt x="1181100" y="885825"/>
                </a:moveTo>
                <a:lnTo>
                  <a:pt x="1190625" y="885825"/>
                </a:lnTo>
                <a:lnTo>
                  <a:pt x="1190625" y="895350"/>
                </a:lnTo>
                <a:lnTo>
                  <a:pt x="1181100" y="895350"/>
                </a:lnTo>
                <a:close/>
                <a:moveTo>
                  <a:pt x="838200" y="895350"/>
                </a:moveTo>
                <a:lnTo>
                  <a:pt x="847725" y="895350"/>
                </a:lnTo>
                <a:lnTo>
                  <a:pt x="847725" y="904875"/>
                </a:lnTo>
                <a:lnTo>
                  <a:pt x="857250" y="904875"/>
                </a:lnTo>
                <a:lnTo>
                  <a:pt x="857250" y="914400"/>
                </a:lnTo>
                <a:lnTo>
                  <a:pt x="847725" y="914400"/>
                </a:lnTo>
                <a:lnTo>
                  <a:pt x="847725" y="923925"/>
                </a:lnTo>
                <a:lnTo>
                  <a:pt x="809625" y="923925"/>
                </a:lnTo>
                <a:lnTo>
                  <a:pt x="809625" y="914400"/>
                </a:lnTo>
                <a:lnTo>
                  <a:pt x="838200" y="914400"/>
                </a:lnTo>
                <a:close/>
                <a:moveTo>
                  <a:pt x="1143000" y="895350"/>
                </a:moveTo>
                <a:lnTo>
                  <a:pt x="1152525" y="895350"/>
                </a:lnTo>
                <a:lnTo>
                  <a:pt x="1152525" y="904875"/>
                </a:lnTo>
                <a:lnTo>
                  <a:pt x="1143000" y="904875"/>
                </a:lnTo>
                <a:close/>
                <a:moveTo>
                  <a:pt x="952500" y="904875"/>
                </a:moveTo>
                <a:lnTo>
                  <a:pt x="981075" y="904875"/>
                </a:lnTo>
                <a:lnTo>
                  <a:pt x="981075" y="914400"/>
                </a:lnTo>
                <a:lnTo>
                  <a:pt x="952500" y="914400"/>
                </a:lnTo>
                <a:close/>
                <a:moveTo>
                  <a:pt x="676275" y="914400"/>
                </a:moveTo>
                <a:lnTo>
                  <a:pt x="695325" y="914400"/>
                </a:lnTo>
                <a:lnTo>
                  <a:pt x="695325" y="923925"/>
                </a:lnTo>
                <a:lnTo>
                  <a:pt x="676275" y="923925"/>
                </a:lnTo>
                <a:close/>
                <a:moveTo>
                  <a:pt x="485775" y="933450"/>
                </a:moveTo>
                <a:lnTo>
                  <a:pt x="495300" y="933450"/>
                </a:lnTo>
                <a:lnTo>
                  <a:pt x="495300" y="942975"/>
                </a:lnTo>
                <a:lnTo>
                  <a:pt x="485775" y="942975"/>
                </a:lnTo>
                <a:close/>
                <a:moveTo>
                  <a:pt x="1390650" y="933450"/>
                </a:moveTo>
                <a:lnTo>
                  <a:pt x="1400175" y="933450"/>
                </a:lnTo>
                <a:lnTo>
                  <a:pt x="1400175" y="942975"/>
                </a:lnTo>
                <a:lnTo>
                  <a:pt x="1390650" y="942975"/>
                </a:lnTo>
                <a:close/>
                <a:moveTo>
                  <a:pt x="123825" y="942975"/>
                </a:moveTo>
                <a:lnTo>
                  <a:pt x="133350" y="942975"/>
                </a:lnTo>
                <a:lnTo>
                  <a:pt x="133350" y="1047750"/>
                </a:lnTo>
                <a:lnTo>
                  <a:pt x="104775" y="1047750"/>
                </a:lnTo>
                <a:lnTo>
                  <a:pt x="104775" y="1028700"/>
                </a:lnTo>
                <a:lnTo>
                  <a:pt x="114300" y="1028700"/>
                </a:lnTo>
                <a:lnTo>
                  <a:pt x="114300" y="1019175"/>
                </a:lnTo>
                <a:lnTo>
                  <a:pt x="104775" y="1019175"/>
                </a:lnTo>
                <a:lnTo>
                  <a:pt x="104775" y="1000125"/>
                </a:lnTo>
                <a:lnTo>
                  <a:pt x="95250" y="1000125"/>
                </a:lnTo>
                <a:lnTo>
                  <a:pt x="95250" y="990600"/>
                </a:lnTo>
                <a:lnTo>
                  <a:pt x="104775" y="990600"/>
                </a:lnTo>
                <a:lnTo>
                  <a:pt x="104775" y="971550"/>
                </a:lnTo>
                <a:lnTo>
                  <a:pt x="114300" y="971550"/>
                </a:lnTo>
                <a:lnTo>
                  <a:pt x="114300" y="962025"/>
                </a:lnTo>
                <a:lnTo>
                  <a:pt x="123825" y="962025"/>
                </a:lnTo>
                <a:close/>
                <a:moveTo>
                  <a:pt x="1114425" y="942975"/>
                </a:moveTo>
                <a:lnTo>
                  <a:pt x="1143000" y="942975"/>
                </a:lnTo>
                <a:lnTo>
                  <a:pt x="1143000" y="962025"/>
                </a:lnTo>
                <a:lnTo>
                  <a:pt x="1152525" y="962025"/>
                </a:lnTo>
                <a:lnTo>
                  <a:pt x="1152525" y="971550"/>
                </a:lnTo>
                <a:lnTo>
                  <a:pt x="1133475" y="971550"/>
                </a:lnTo>
                <a:lnTo>
                  <a:pt x="1133475" y="1000125"/>
                </a:lnTo>
                <a:lnTo>
                  <a:pt x="1143000" y="1000125"/>
                </a:lnTo>
                <a:lnTo>
                  <a:pt x="1143000" y="990600"/>
                </a:lnTo>
                <a:lnTo>
                  <a:pt x="1152525" y="990600"/>
                </a:lnTo>
                <a:lnTo>
                  <a:pt x="1152525" y="971550"/>
                </a:lnTo>
                <a:lnTo>
                  <a:pt x="1162050" y="971550"/>
                </a:lnTo>
                <a:lnTo>
                  <a:pt x="1162050" y="990600"/>
                </a:lnTo>
                <a:lnTo>
                  <a:pt x="1152525" y="990600"/>
                </a:lnTo>
                <a:lnTo>
                  <a:pt x="1152525" y="1000125"/>
                </a:lnTo>
                <a:lnTo>
                  <a:pt x="1143000" y="1000125"/>
                </a:lnTo>
                <a:lnTo>
                  <a:pt x="1143000" y="1009650"/>
                </a:lnTo>
                <a:lnTo>
                  <a:pt x="1123950" y="1009650"/>
                </a:lnTo>
                <a:lnTo>
                  <a:pt x="1123950" y="1019175"/>
                </a:lnTo>
                <a:lnTo>
                  <a:pt x="1114425" y="1019175"/>
                </a:lnTo>
                <a:lnTo>
                  <a:pt x="1114425" y="962025"/>
                </a:lnTo>
                <a:lnTo>
                  <a:pt x="1123950" y="962025"/>
                </a:lnTo>
                <a:lnTo>
                  <a:pt x="1123950" y="952500"/>
                </a:lnTo>
                <a:lnTo>
                  <a:pt x="1114425" y="952500"/>
                </a:lnTo>
                <a:close/>
                <a:moveTo>
                  <a:pt x="504825" y="962025"/>
                </a:moveTo>
                <a:lnTo>
                  <a:pt x="514350" y="962025"/>
                </a:lnTo>
                <a:lnTo>
                  <a:pt x="514350" y="971550"/>
                </a:lnTo>
                <a:lnTo>
                  <a:pt x="504825" y="971550"/>
                </a:lnTo>
                <a:close/>
                <a:moveTo>
                  <a:pt x="152400" y="971550"/>
                </a:moveTo>
                <a:lnTo>
                  <a:pt x="161925" y="971550"/>
                </a:lnTo>
                <a:lnTo>
                  <a:pt x="161925" y="981075"/>
                </a:lnTo>
                <a:lnTo>
                  <a:pt x="180975" y="981075"/>
                </a:lnTo>
                <a:lnTo>
                  <a:pt x="180975" y="1009650"/>
                </a:lnTo>
                <a:lnTo>
                  <a:pt x="171450" y="1009650"/>
                </a:lnTo>
                <a:lnTo>
                  <a:pt x="171450" y="1019175"/>
                </a:lnTo>
                <a:lnTo>
                  <a:pt x="161925" y="1019175"/>
                </a:lnTo>
                <a:lnTo>
                  <a:pt x="161925" y="1038225"/>
                </a:lnTo>
                <a:lnTo>
                  <a:pt x="152400" y="1038225"/>
                </a:lnTo>
                <a:close/>
                <a:moveTo>
                  <a:pt x="523875" y="981075"/>
                </a:moveTo>
                <a:lnTo>
                  <a:pt x="533400" y="981075"/>
                </a:lnTo>
                <a:lnTo>
                  <a:pt x="533400" y="990600"/>
                </a:lnTo>
                <a:lnTo>
                  <a:pt x="523875" y="990600"/>
                </a:lnTo>
                <a:close/>
                <a:moveTo>
                  <a:pt x="1019175" y="981075"/>
                </a:moveTo>
                <a:lnTo>
                  <a:pt x="1028700" y="981075"/>
                </a:lnTo>
                <a:lnTo>
                  <a:pt x="1028700" y="1000125"/>
                </a:lnTo>
                <a:lnTo>
                  <a:pt x="1019175" y="1000125"/>
                </a:lnTo>
                <a:close/>
                <a:moveTo>
                  <a:pt x="1428750" y="981075"/>
                </a:moveTo>
                <a:lnTo>
                  <a:pt x="1438275" y="981075"/>
                </a:lnTo>
                <a:lnTo>
                  <a:pt x="1438275" y="990600"/>
                </a:lnTo>
                <a:lnTo>
                  <a:pt x="1428750" y="990600"/>
                </a:lnTo>
                <a:close/>
                <a:moveTo>
                  <a:pt x="1419225" y="990600"/>
                </a:moveTo>
                <a:lnTo>
                  <a:pt x="1428750" y="990600"/>
                </a:lnTo>
                <a:lnTo>
                  <a:pt x="1428750" y="1019175"/>
                </a:lnTo>
                <a:lnTo>
                  <a:pt x="1419225" y="1019175"/>
                </a:lnTo>
                <a:close/>
                <a:moveTo>
                  <a:pt x="571500" y="1000125"/>
                </a:moveTo>
                <a:lnTo>
                  <a:pt x="590550" y="1000125"/>
                </a:lnTo>
                <a:lnTo>
                  <a:pt x="590550" y="1009650"/>
                </a:lnTo>
                <a:lnTo>
                  <a:pt x="571500" y="1009650"/>
                </a:lnTo>
                <a:close/>
                <a:moveTo>
                  <a:pt x="1362075" y="1000125"/>
                </a:moveTo>
                <a:lnTo>
                  <a:pt x="1409700" y="1000125"/>
                </a:lnTo>
                <a:lnTo>
                  <a:pt x="1409700" y="1019175"/>
                </a:lnTo>
                <a:lnTo>
                  <a:pt x="1400175" y="1019175"/>
                </a:lnTo>
                <a:lnTo>
                  <a:pt x="1400175" y="1009650"/>
                </a:lnTo>
                <a:lnTo>
                  <a:pt x="1362075" y="1009650"/>
                </a:lnTo>
                <a:close/>
                <a:moveTo>
                  <a:pt x="428625" y="1019175"/>
                </a:moveTo>
                <a:lnTo>
                  <a:pt x="447675" y="1019175"/>
                </a:lnTo>
                <a:lnTo>
                  <a:pt x="447675" y="1047750"/>
                </a:lnTo>
                <a:lnTo>
                  <a:pt x="438150" y="1047750"/>
                </a:lnTo>
                <a:lnTo>
                  <a:pt x="438150" y="1038225"/>
                </a:lnTo>
                <a:lnTo>
                  <a:pt x="428625" y="1038225"/>
                </a:lnTo>
                <a:close/>
                <a:moveTo>
                  <a:pt x="1066800" y="1019175"/>
                </a:moveTo>
                <a:lnTo>
                  <a:pt x="1085850" y="1019175"/>
                </a:lnTo>
                <a:lnTo>
                  <a:pt x="1085850" y="1028700"/>
                </a:lnTo>
                <a:lnTo>
                  <a:pt x="1095375" y="1028700"/>
                </a:lnTo>
                <a:lnTo>
                  <a:pt x="1095375" y="1047750"/>
                </a:lnTo>
                <a:lnTo>
                  <a:pt x="1085850" y="1047750"/>
                </a:lnTo>
                <a:lnTo>
                  <a:pt x="1085850" y="1038225"/>
                </a:lnTo>
                <a:lnTo>
                  <a:pt x="1076325" y="1038225"/>
                </a:lnTo>
                <a:lnTo>
                  <a:pt x="1076325" y="1047750"/>
                </a:lnTo>
                <a:lnTo>
                  <a:pt x="1066800" y="1047750"/>
                </a:lnTo>
                <a:close/>
                <a:moveTo>
                  <a:pt x="1171575" y="1019175"/>
                </a:moveTo>
                <a:lnTo>
                  <a:pt x="1190625" y="1019175"/>
                </a:lnTo>
                <a:lnTo>
                  <a:pt x="1190625" y="1028700"/>
                </a:lnTo>
                <a:lnTo>
                  <a:pt x="1171575" y="1028700"/>
                </a:lnTo>
                <a:close/>
                <a:moveTo>
                  <a:pt x="219075" y="1038225"/>
                </a:moveTo>
                <a:lnTo>
                  <a:pt x="238125" y="1038225"/>
                </a:lnTo>
                <a:lnTo>
                  <a:pt x="238125" y="1047750"/>
                </a:lnTo>
                <a:lnTo>
                  <a:pt x="219075" y="1047750"/>
                </a:lnTo>
                <a:close/>
                <a:moveTo>
                  <a:pt x="1038225" y="1038225"/>
                </a:moveTo>
                <a:lnTo>
                  <a:pt x="1047750" y="1038225"/>
                </a:lnTo>
                <a:lnTo>
                  <a:pt x="1047750" y="1047750"/>
                </a:lnTo>
                <a:lnTo>
                  <a:pt x="1038225" y="1047750"/>
                </a:lnTo>
                <a:close/>
                <a:moveTo>
                  <a:pt x="447675" y="1047750"/>
                </a:moveTo>
                <a:lnTo>
                  <a:pt x="466725" y="1047750"/>
                </a:lnTo>
                <a:lnTo>
                  <a:pt x="466725" y="1085850"/>
                </a:lnTo>
                <a:lnTo>
                  <a:pt x="457200" y="1085850"/>
                </a:lnTo>
                <a:lnTo>
                  <a:pt x="457200" y="1057275"/>
                </a:lnTo>
                <a:lnTo>
                  <a:pt x="447675" y="1057275"/>
                </a:lnTo>
                <a:close/>
                <a:moveTo>
                  <a:pt x="552450" y="1047750"/>
                </a:moveTo>
                <a:lnTo>
                  <a:pt x="561975" y="1047750"/>
                </a:lnTo>
                <a:lnTo>
                  <a:pt x="561975" y="1057275"/>
                </a:lnTo>
                <a:lnTo>
                  <a:pt x="552450" y="1057275"/>
                </a:lnTo>
                <a:close/>
                <a:moveTo>
                  <a:pt x="1047750" y="1047750"/>
                </a:moveTo>
                <a:lnTo>
                  <a:pt x="1057275" y="1047750"/>
                </a:lnTo>
                <a:lnTo>
                  <a:pt x="1057275" y="1076325"/>
                </a:lnTo>
                <a:lnTo>
                  <a:pt x="1047750" y="1076325"/>
                </a:lnTo>
                <a:close/>
                <a:moveTo>
                  <a:pt x="1219200" y="1047750"/>
                </a:moveTo>
                <a:lnTo>
                  <a:pt x="1228725" y="1047750"/>
                </a:lnTo>
                <a:lnTo>
                  <a:pt x="1228725" y="1066800"/>
                </a:lnTo>
                <a:lnTo>
                  <a:pt x="1219200" y="1066800"/>
                </a:lnTo>
                <a:close/>
                <a:moveTo>
                  <a:pt x="1095375" y="1057275"/>
                </a:moveTo>
                <a:lnTo>
                  <a:pt x="1104900" y="1057275"/>
                </a:lnTo>
                <a:lnTo>
                  <a:pt x="1104900" y="1066800"/>
                </a:lnTo>
                <a:lnTo>
                  <a:pt x="1095375" y="1066800"/>
                </a:lnTo>
                <a:close/>
                <a:moveTo>
                  <a:pt x="533400" y="1066800"/>
                </a:moveTo>
                <a:lnTo>
                  <a:pt x="542925" y="1066800"/>
                </a:lnTo>
                <a:lnTo>
                  <a:pt x="542925" y="1076325"/>
                </a:lnTo>
                <a:lnTo>
                  <a:pt x="533400" y="1076325"/>
                </a:lnTo>
                <a:close/>
                <a:moveTo>
                  <a:pt x="981075" y="1066800"/>
                </a:moveTo>
                <a:lnTo>
                  <a:pt x="1000125" y="1066800"/>
                </a:lnTo>
                <a:lnTo>
                  <a:pt x="1000125" y="1085850"/>
                </a:lnTo>
                <a:lnTo>
                  <a:pt x="981075" y="1085850"/>
                </a:lnTo>
                <a:close/>
                <a:moveTo>
                  <a:pt x="1209675" y="1066800"/>
                </a:moveTo>
                <a:lnTo>
                  <a:pt x="1219200" y="1066800"/>
                </a:lnTo>
                <a:lnTo>
                  <a:pt x="1219200" y="1076325"/>
                </a:lnTo>
                <a:lnTo>
                  <a:pt x="1209675" y="1076325"/>
                </a:lnTo>
                <a:close/>
                <a:moveTo>
                  <a:pt x="1228725" y="1066800"/>
                </a:moveTo>
                <a:lnTo>
                  <a:pt x="1238250" y="1066800"/>
                </a:lnTo>
                <a:lnTo>
                  <a:pt x="1238250" y="1076325"/>
                </a:lnTo>
                <a:lnTo>
                  <a:pt x="1228725" y="1076325"/>
                </a:lnTo>
                <a:close/>
                <a:moveTo>
                  <a:pt x="1247775" y="1066800"/>
                </a:moveTo>
                <a:lnTo>
                  <a:pt x="1257300" y="1066800"/>
                </a:lnTo>
                <a:lnTo>
                  <a:pt x="1257300" y="1076325"/>
                </a:lnTo>
                <a:lnTo>
                  <a:pt x="1247775" y="1076325"/>
                </a:lnTo>
                <a:close/>
                <a:moveTo>
                  <a:pt x="1304925" y="1066800"/>
                </a:moveTo>
                <a:lnTo>
                  <a:pt x="1333500" y="1066800"/>
                </a:lnTo>
                <a:lnTo>
                  <a:pt x="1333500" y="1076325"/>
                </a:lnTo>
                <a:lnTo>
                  <a:pt x="1304925" y="1076325"/>
                </a:lnTo>
                <a:close/>
                <a:moveTo>
                  <a:pt x="438150" y="1076325"/>
                </a:moveTo>
                <a:lnTo>
                  <a:pt x="447675" y="1076325"/>
                </a:lnTo>
                <a:lnTo>
                  <a:pt x="447675" y="1085850"/>
                </a:lnTo>
                <a:lnTo>
                  <a:pt x="438150" y="1085850"/>
                </a:lnTo>
                <a:close/>
                <a:moveTo>
                  <a:pt x="504825" y="1076325"/>
                </a:moveTo>
                <a:lnTo>
                  <a:pt x="514350" y="1076325"/>
                </a:lnTo>
                <a:lnTo>
                  <a:pt x="514350" y="1095375"/>
                </a:lnTo>
                <a:lnTo>
                  <a:pt x="504825" y="1095375"/>
                </a:lnTo>
                <a:lnTo>
                  <a:pt x="504825" y="1114425"/>
                </a:lnTo>
                <a:lnTo>
                  <a:pt x="495300" y="1114425"/>
                </a:lnTo>
                <a:lnTo>
                  <a:pt x="495300" y="1085850"/>
                </a:lnTo>
                <a:lnTo>
                  <a:pt x="504825" y="1085850"/>
                </a:lnTo>
                <a:close/>
                <a:moveTo>
                  <a:pt x="1057275" y="1076325"/>
                </a:moveTo>
                <a:lnTo>
                  <a:pt x="1066800" y="1076325"/>
                </a:lnTo>
                <a:lnTo>
                  <a:pt x="1066800" y="1085850"/>
                </a:lnTo>
                <a:lnTo>
                  <a:pt x="1057275" y="1085850"/>
                </a:lnTo>
                <a:close/>
                <a:moveTo>
                  <a:pt x="419100" y="1085850"/>
                </a:moveTo>
                <a:lnTo>
                  <a:pt x="428625" y="1085850"/>
                </a:lnTo>
                <a:lnTo>
                  <a:pt x="428625" y="1095375"/>
                </a:lnTo>
                <a:lnTo>
                  <a:pt x="419100" y="1095375"/>
                </a:lnTo>
                <a:close/>
                <a:moveTo>
                  <a:pt x="447675" y="1085850"/>
                </a:moveTo>
                <a:lnTo>
                  <a:pt x="457200" y="1085850"/>
                </a:lnTo>
                <a:lnTo>
                  <a:pt x="457200" y="1095375"/>
                </a:lnTo>
                <a:lnTo>
                  <a:pt x="447675" y="1095375"/>
                </a:lnTo>
                <a:close/>
                <a:moveTo>
                  <a:pt x="1152525" y="1085850"/>
                </a:moveTo>
                <a:lnTo>
                  <a:pt x="1190625" y="1085850"/>
                </a:lnTo>
                <a:lnTo>
                  <a:pt x="1190625" y="1095375"/>
                </a:lnTo>
                <a:lnTo>
                  <a:pt x="1181100" y="1095375"/>
                </a:lnTo>
                <a:lnTo>
                  <a:pt x="1181100" y="1104900"/>
                </a:lnTo>
                <a:lnTo>
                  <a:pt x="1133475" y="1104900"/>
                </a:lnTo>
                <a:lnTo>
                  <a:pt x="1133475" y="1095375"/>
                </a:lnTo>
                <a:lnTo>
                  <a:pt x="1152525" y="1095375"/>
                </a:lnTo>
                <a:close/>
                <a:moveTo>
                  <a:pt x="400050" y="1095375"/>
                </a:moveTo>
                <a:lnTo>
                  <a:pt x="419100" y="1095375"/>
                </a:lnTo>
                <a:lnTo>
                  <a:pt x="419100" y="1104900"/>
                </a:lnTo>
                <a:lnTo>
                  <a:pt x="400050" y="1104900"/>
                </a:lnTo>
                <a:close/>
                <a:moveTo>
                  <a:pt x="428625" y="1095375"/>
                </a:moveTo>
                <a:lnTo>
                  <a:pt x="447675" y="1095375"/>
                </a:lnTo>
                <a:lnTo>
                  <a:pt x="447675" y="1114425"/>
                </a:lnTo>
                <a:lnTo>
                  <a:pt x="438150" y="1114425"/>
                </a:lnTo>
                <a:lnTo>
                  <a:pt x="438150" y="1104900"/>
                </a:lnTo>
                <a:lnTo>
                  <a:pt x="428625" y="1104900"/>
                </a:lnTo>
                <a:close/>
                <a:moveTo>
                  <a:pt x="1352550" y="1104900"/>
                </a:moveTo>
                <a:lnTo>
                  <a:pt x="1362075" y="1104900"/>
                </a:lnTo>
                <a:lnTo>
                  <a:pt x="1362075" y="1114425"/>
                </a:lnTo>
                <a:lnTo>
                  <a:pt x="1352550" y="1114425"/>
                </a:lnTo>
                <a:close/>
                <a:moveTo>
                  <a:pt x="276225" y="1114425"/>
                </a:moveTo>
                <a:lnTo>
                  <a:pt x="314325" y="1114425"/>
                </a:lnTo>
                <a:lnTo>
                  <a:pt x="314325" y="1143000"/>
                </a:lnTo>
                <a:lnTo>
                  <a:pt x="323850" y="1143000"/>
                </a:lnTo>
                <a:lnTo>
                  <a:pt x="323850" y="1152525"/>
                </a:lnTo>
                <a:lnTo>
                  <a:pt x="314325" y="1152525"/>
                </a:lnTo>
                <a:lnTo>
                  <a:pt x="314325" y="1162050"/>
                </a:lnTo>
                <a:lnTo>
                  <a:pt x="304800" y="1162050"/>
                </a:lnTo>
                <a:lnTo>
                  <a:pt x="304800" y="1133475"/>
                </a:lnTo>
                <a:lnTo>
                  <a:pt x="285750" y="1133475"/>
                </a:lnTo>
                <a:lnTo>
                  <a:pt x="285750" y="1123950"/>
                </a:lnTo>
                <a:lnTo>
                  <a:pt x="276225" y="1123950"/>
                </a:lnTo>
                <a:close/>
                <a:moveTo>
                  <a:pt x="504825" y="1114425"/>
                </a:moveTo>
                <a:lnTo>
                  <a:pt x="514350" y="1114425"/>
                </a:lnTo>
                <a:lnTo>
                  <a:pt x="514350" y="1123950"/>
                </a:lnTo>
                <a:lnTo>
                  <a:pt x="504825" y="1123950"/>
                </a:lnTo>
                <a:close/>
                <a:moveTo>
                  <a:pt x="1009650" y="1114425"/>
                </a:moveTo>
                <a:lnTo>
                  <a:pt x="1019175" y="1114425"/>
                </a:lnTo>
                <a:lnTo>
                  <a:pt x="1019175" y="1123950"/>
                </a:lnTo>
                <a:lnTo>
                  <a:pt x="1009650" y="1123950"/>
                </a:lnTo>
                <a:close/>
                <a:moveTo>
                  <a:pt x="371475" y="1123950"/>
                </a:moveTo>
                <a:lnTo>
                  <a:pt x="390525" y="1123950"/>
                </a:lnTo>
                <a:lnTo>
                  <a:pt x="390525" y="1133475"/>
                </a:lnTo>
                <a:lnTo>
                  <a:pt x="381000" y="1133475"/>
                </a:lnTo>
                <a:lnTo>
                  <a:pt x="381000" y="1152525"/>
                </a:lnTo>
                <a:lnTo>
                  <a:pt x="371475" y="1152525"/>
                </a:lnTo>
                <a:lnTo>
                  <a:pt x="371475" y="1143000"/>
                </a:lnTo>
                <a:lnTo>
                  <a:pt x="361950" y="1143000"/>
                </a:lnTo>
                <a:lnTo>
                  <a:pt x="361950" y="1133475"/>
                </a:lnTo>
                <a:lnTo>
                  <a:pt x="371475" y="1133475"/>
                </a:lnTo>
                <a:close/>
                <a:moveTo>
                  <a:pt x="1085850" y="1133475"/>
                </a:moveTo>
                <a:lnTo>
                  <a:pt x="1104900" y="1133475"/>
                </a:lnTo>
                <a:lnTo>
                  <a:pt x="1104900" y="1152525"/>
                </a:lnTo>
                <a:lnTo>
                  <a:pt x="1095375" y="1152525"/>
                </a:lnTo>
                <a:lnTo>
                  <a:pt x="1095375" y="1143000"/>
                </a:lnTo>
                <a:lnTo>
                  <a:pt x="1085850" y="1143000"/>
                </a:lnTo>
                <a:close/>
                <a:moveTo>
                  <a:pt x="1219200" y="1133475"/>
                </a:moveTo>
                <a:lnTo>
                  <a:pt x="1228725" y="1133475"/>
                </a:lnTo>
                <a:lnTo>
                  <a:pt x="1228725" y="1152525"/>
                </a:lnTo>
                <a:lnTo>
                  <a:pt x="1247775" y="1152525"/>
                </a:lnTo>
                <a:lnTo>
                  <a:pt x="1247775" y="1162050"/>
                </a:lnTo>
                <a:lnTo>
                  <a:pt x="1228725" y="1162050"/>
                </a:lnTo>
                <a:lnTo>
                  <a:pt x="1228725" y="1200150"/>
                </a:lnTo>
                <a:lnTo>
                  <a:pt x="1219200" y="1200150"/>
                </a:lnTo>
                <a:lnTo>
                  <a:pt x="1219200" y="1209675"/>
                </a:lnTo>
                <a:lnTo>
                  <a:pt x="1209675" y="1209675"/>
                </a:lnTo>
                <a:lnTo>
                  <a:pt x="1209675" y="1200150"/>
                </a:lnTo>
                <a:lnTo>
                  <a:pt x="1200150" y="1200150"/>
                </a:lnTo>
                <a:lnTo>
                  <a:pt x="1200150" y="1181100"/>
                </a:lnTo>
                <a:lnTo>
                  <a:pt x="1219200" y="1181100"/>
                </a:lnTo>
                <a:close/>
                <a:moveTo>
                  <a:pt x="257175" y="1143000"/>
                </a:moveTo>
                <a:lnTo>
                  <a:pt x="266700" y="1143000"/>
                </a:lnTo>
                <a:lnTo>
                  <a:pt x="266700" y="1152525"/>
                </a:lnTo>
                <a:lnTo>
                  <a:pt x="257175" y="1152525"/>
                </a:lnTo>
                <a:close/>
                <a:moveTo>
                  <a:pt x="390525" y="1143000"/>
                </a:moveTo>
                <a:lnTo>
                  <a:pt x="400050" y="1143000"/>
                </a:lnTo>
                <a:lnTo>
                  <a:pt x="400050" y="1162050"/>
                </a:lnTo>
                <a:lnTo>
                  <a:pt x="409575" y="1162050"/>
                </a:lnTo>
                <a:lnTo>
                  <a:pt x="409575" y="1181100"/>
                </a:lnTo>
                <a:lnTo>
                  <a:pt x="400050" y="1181100"/>
                </a:lnTo>
                <a:lnTo>
                  <a:pt x="400050" y="1171575"/>
                </a:lnTo>
                <a:lnTo>
                  <a:pt x="381000" y="1171575"/>
                </a:lnTo>
                <a:lnTo>
                  <a:pt x="381000" y="1152525"/>
                </a:lnTo>
                <a:lnTo>
                  <a:pt x="390525" y="1152525"/>
                </a:lnTo>
                <a:close/>
                <a:moveTo>
                  <a:pt x="1171575" y="1143000"/>
                </a:moveTo>
                <a:lnTo>
                  <a:pt x="1190625" y="1143000"/>
                </a:lnTo>
                <a:lnTo>
                  <a:pt x="1190625" y="1152525"/>
                </a:lnTo>
                <a:lnTo>
                  <a:pt x="1171575" y="1152525"/>
                </a:lnTo>
                <a:close/>
                <a:moveTo>
                  <a:pt x="323850" y="1152525"/>
                </a:moveTo>
                <a:lnTo>
                  <a:pt x="333375" y="1152525"/>
                </a:lnTo>
                <a:lnTo>
                  <a:pt x="333375" y="1162050"/>
                </a:lnTo>
                <a:lnTo>
                  <a:pt x="323850" y="1162050"/>
                </a:lnTo>
                <a:close/>
                <a:moveTo>
                  <a:pt x="180975" y="1162050"/>
                </a:moveTo>
                <a:lnTo>
                  <a:pt x="200025" y="1162050"/>
                </a:lnTo>
                <a:lnTo>
                  <a:pt x="200025" y="1171575"/>
                </a:lnTo>
                <a:lnTo>
                  <a:pt x="190500" y="1171575"/>
                </a:lnTo>
                <a:lnTo>
                  <a:pt x="190500" y="1181100"/>
                </a:lnTo>
                <a:lnTo>
                  <a:pt x="180975" y="1181100"/>
                </a:lnTo>
                <a:close/>
                <a:moveTo>
                  <a:pt x="295275" y="1162050"/>
                </a:moveTo>
                <a:lnTo>
                  <a:pt x="304800" y="1162050"/>
                </a:lnTo>
                <a:lnTo>
                  <a:pt x="304800" y="1200150"/>
                </a:lnTo>
                <a:lnTo>
                  <a:pt x="295275" y="1200150"/>
                </a:lnTo>
                <a:close/>
                <a:moveTo>
                  <a:pt x="1171575" y="1162050"/>
                </a:moveTo>
                <a:lnTo>
                  <a:pt x="1181100" y="1162050"/>
                </a:lnTo>
                <a:lnTo>
                  <a:pt x="1181100" y="1171575"/>
                </a:lnTo>
                <a:lnTo>
                  <a:pt x="1171575" y="1171575"/>
                </a:lnTo>
                <a:close/>
                <a:moveTo>
                  <a:pt x="1247775" y="1162050"/>
                </a:moveTo>
                <a:lnTo>
                  <a:pt x="1257300" y="1162050"/>
                </a:lnTo>
                <a:lnTo>
                  <a:pt x="1257300" y="1171575"/>
                </a:lnTo>
                <a:lnTo>
                  <a:pt x="1247775" y="1171575"/>
                </a:lnTo>
                <a:close/>
                <a:moveTo>
                  <a:pt x="342900" y="1171575"/>
                </a:moveTo>
                <a:lnTo>
                  <a:pt x="352425" y="1171575"/>
                </a:lnTo>
                <a:lnTo>
                  <a:pt x="352425" y="1190625"/>
                </a:lnTo>
                <a:lnTo>
                  <a:pt x="361950" y="1190625"/>
                </a:lnTo>
                <a:lnTo>
                  <a:pt x="361950" y="1181100"/>
                </a:lnTo>
                <a:lnTo>
                  <a:pt x="390525" y="1181100"/>
                </a:lnTo>
                <a:lnTo>
                  <a:pt x="390525" y="1190625"/>
                </a:lnTo>
                <a:lnTo>
                  <a:pt x="361950" y="1190625"/>
                </a:lnTo>
                <a:lnTo>
                  <a:pt x="361950" y="1200150"/>
                </a:lnTo>
                <a:lnTo>
                  <a:pt x="333375" y="1200150"/>
                </a:lnTo>
                <a:lnTo>
                  <a:pt x="333375" y="1190625"/>
                </a:lnTo>
                <a:lnTo>
                  <a:pt x="342900" y="1190625"/>
                </a:lnTo>
                <a:close/>
                <a:moveTo>
                  <a:pt x="990600" y="1171575"/>
                </a:moveTo>
                <a:lnTo>
                  <a:pt x="1000125" y="1171575"/>
                </a:lnTo>
                <a:lnTo>
                  <a:pt x="1000125" y="1181100"/>
                </a:lnTo>
                <a:lnTo>
                  <a:pt x="990600" y="1181100"/>
                </a:lnTo>
                <a:close/>
                <a:moveTo>
                  <a:pt x="1038225" y="1171575"/>
                </a:moveTo>
                <a:lnTo>
                  <a:pt x="1057275" y="1171575"/>
                </a:lnTo>
                <a:lnTo>
                  <a:pt x="1057275" y="1181100"/>
                </a:lnTo>
                <a:lnTo>
                  <a:pt x="1038225" y="1181100"/>
                </a:lnTo>
                <a:close/>
                <a:moveTo>
                  <a:pt x="1133475" y="1171575"/>
                </a:moveTo>
                <a:lnTo>
                  <a:pt x="1152525" y="1171575"/>
                </a:lnTo>
                <a:lnTo>
                  <a:pt x="1152525" y="1181100"/>
                </a:lnTo>
                <a:lnTo>
                  <a:pt x="1133475" y="1181100"/>
                </a:lnTo>
                <a:close/>
                <a:moveTo>
                  <a:pt x="1343025" y="1171575"/>
                </a:moveTo>
                <a:lnTo>
                  <a:pt x="1362075" y="1171575"/>
                </a:lnTo>
                <a:lnTo>
                  <a:pt x="1362075" y="1181100"/>
                </a:lnTo>
                <a:lnTo>
                  <a:pt x="1343025" y="1181100"/>
                </a:lnTo>
                <a:close/>
                <a:moveTo>
                  <a:pt x="600075" y="1181100"/>
                </a:moveTo>
                <a:lnTo>
                  <a:pt x="609600" y="1181100"/>
                </a:lnTo>
                <a:lnTo>
                  <a:pt x="609600" y="1200150"/>
                </a:lnTo>
                <a:lnTo>
                  <a:pt x="600075" y="1200150"/>
                </a:lnTo>
                <a:close/>
                <a:moveTo>
                  <a:pt x="981075" y="1181100"/>
                </a:moveTo>
                <a:lnTo>
                  <a:pt x="990600" y="1181100"/>
                </a:lnTo>
                <a:lnTo>
                  <a:pt x="990600" y="1190625"/>
                </a:lnTo>
                <a:lnTo>
                  <a:pt x="981075" y="1190625"/>
                </a:lnTo>
                <a:close/>
                <a:moveTo>
                  <a:pt x="314325" y="1190625"/>
                </a:moveTo>
                <a:lnTo>
                  <a:pt x="323850" y="1190625"/>
                </a:lnTo>
                <a:lnTo>
                  <a:pt x="323850" y="1209675"/>
                </a:lnTo>
                <a:lnTo>
                  <a:pt x="314325" y="1209675"/>
                </a:lnTo>
                <a:lnTo>
                  <a:pt x="314325" y="1228725"/>
                </a:lnTo>
                <a:lnTo>
                  <a:pt x="295275" y="1228725"/>
                </a:lnTo>
                <a:lnTo>
                  <a:pt x="295275" y="1238250"/>
                </a:lnTo>
                <a:lnTo>
                  <a:pt x="304800" y="1238250"/>
                </a:lnTo>
                <a:lnTo>
                  <a:pt x="304800" y="1247775"/>
                </a:lnTo>
                <a:lnTo>
                  <a:pt x="285750" y="1247775"/>
                </a:lnTo>
                <a:lnTo>
                  <a:pt x="285750" y="1228725"/>
                </a:lnTo>
                <a:lnTo>
                  <a:pt x="276225" y="1228725"/>
                </a:lnTo>
                <a:lnTo>
                  <a:pt x="276225" y="1219200"/>
                </a:lnTo>
                <a:lnTo>
                  <a:pt x="304800" y="1219200"/>
                </a:lnTo>
                <a:lnTo>
                  <a:pt x="304800" y="1200150"/>
                </a:lnTo>
                <a:lnTo>
                  <a:pt x="314325" y="1200150"/>
                </a:lnTo>
                <a:close/>
                <a:moveTo>
                  <a:pt x="1171575" y="1190625"/>
                </a:moveTo>
                <a:lnTo>
                  <a:pt x="1181100" y="1190625"/>
                </a:lnTo>
                <a:lnTo>
                  <a:pt x="1181100" y="1200150"/>
                </a:lnTo>
                <a:lnTo>
                  <a:pt x="1171575" y="1200150"/>
                </a:lnTo>
                <a:close/>
                <a:moveTo>
                  <a:pt x="123825" y="1200150"/>
                </a:moveTo>
                <a:lnTo>
                  <a:pt x="161925" y="1200150"/>
                </a:lnTo>
                <a:lnTo>
                  <a:pt x="161925" y="1219200"/>
                </a:lnTo>
                <a:lnTo>
                  <a:pt x="171450" y="1219200"/>
                </a:lnTo>
                <a:lnTo>
                  <a:pt x="171450" y="1228725"/>
                </a:lnTo>
                <a:lnTo>
                  <a:pt x="152400" y="1228725"/>
                </a:lnTo>
                <a:lnTo>
                  <a:pt x="152400" y="1219200"/>
                </a:lnTo>
                <a:lnTo>
                  <a:pt x="123825" y="1219200"/>
                </a:lnTo>
                <a:close/>
                <a:moveTo>
                  <a:pt x="228600" y="1200150"/>
                </a:moveTo>
                <a:lnTo>
                  <a:pt x="238125" y="1200150"/>
                </a:lnTo>
                <a:lnTo>
                  <a:pt x="238125" y="1219200"/>
                </a:lnTo>
                <a:lnTo>
                  <a:pt x="228600" y="1219200"/>
                </a:lnTo>
                <a:close/>
                <a:moveTo>
                  <a:pt x="1285875" y="1200150"/>
                </a:moveTo>
                <a:lnTo>
                  <a:pt x="1304925" y="1200150"/>
                </a:lnTo>
                <a:lnTo>
                  <a:pt x="1304925" y="1209675"/>
                </a:lnTo>
                <a:lnTo>
                  <a:pt x="1314450" y="1209675"/>
                </a:lnTo>
                <a:lnTo>
                  <a:pt x="1314450" y="1219200"/>
                </a:lnTo>
                <a:lnTo>
                  <a:pt x="1323975" y="1219200"/>
                </a:lnTo>
                <a:lnTo>
                  <a:pt x="1323975" y="1228725"/>
                </a:lnTo>
                <a:lnTo>
                  <a:pt x="1295400" y="1228725"/>
                </a:lnTo>
                <a:lnTo>
                  <a:pt x="1295400" y="1219200"/>
                </a:lnTo>
                <a:lnTo>
                  <a:pt x="1285875" y="1219200"/>
                </a:lnTo>
                <a:close/>
                <a:moveTo>
                  <a:pt x="514350" y="1209675"/>
                </a:moveTo>
                <a:lnTo>
                  <a:pt x="533400" y="1209675"/>
                </a:lnTo>
                <a:lnTo>
                  <a:pt x="533400" y="1238250"/>
                </a:lnTo>
                <a:lnTo>
                  <a:pt x="514350" y="1238250"/>
                </a:lnTo>
                <a:close/>
                <a:moveTo>
                  <a:pt x="866775" y="1209675"/>
                </a:moveTo>
                <a:lnTo>
                  <a:pt x="904875" y="1209675"/>
                </a:lnTo>
                <a:lnTo>
                  <a:pt x="904875" y="1219200"/>
                </a:lnTo>
                <a:lnTo>
                  <a:pt x="866775" y="1219200"/>
                </a:lnTo>
                <a:close/>
                <a:moveTo>
                  <a:pt x="1066800" y="1209675"/>
                </a:moveTo>
                <a:lnTo>
                  <a:pt x="1085850" y="1209675"/>
                </a:lnTo>
                <a:lnTo>
                  <a:pt x="1085850" y="1238250"/>
                </a:lnTo>
                <a:lnTo>
                  <a:pt x="1066800" y="1238250"/>
                </a:lnTo>
                <a:close/>
                <a:moveTo>
                  <a:pt x="1095375" y="1209675"/>
                </a:moveTo>
                <a:lnTo>
                  <a:pt x="1104900" y="1209675"/>
                </a:lnTo>
                <a:lnTo>
                  <a:pt x="1104900" y="1219200"/>
                </a:lnTo>
                <a:lnTo>
                  <a:pt x="1095375" y="1219200"/>
                </a:lnTo>
                <a:close/>
                <a:moveTo>
                  <a:pt x="1219200" y="1209675"/>
                </a:moveTo>
                <a:lnTo>
                  <a:pt x="1228725" y="1209675"/>
                </a:lnTo>
                <a:lnTo>
                  <a:pt x="1228725" y="1219200"/>
                </a:lnTo>
                <a:lnTo>
                  <a:pt x="1219200" y="1219200"/>
                </a:lnTo>
                <a:close/>
                <a:moveTo>
                  <a:pt x="209550" y="1219200"/>
                </a:moveTo>
                <a:lnTo>
                  <a:pt x="219075" y="1219200"/>
                </a:lnTo>
                <a:lnTo>
                  <a:pt x="219075" y="1228725"/>
                </a:lnTo>
                <a:lnTo>
                  <a:pt x="209550" y="1228725"/>
                </a:lnTo>
                <a:close/>
                <a:moveTo>
                  <a:pt x="952500" y="1219200"/>
                </a:moveTo>
                <a:lnTo>
                  <a:pt x="962025" y="1219200"/>
                </a:lnTo>
                <a:lnTo>
                  <a:pt x="962025" y="1228725"/>
                </a:lnTo>
                <a:lnTo>
                  <a:pt x="952500" y="1228725"/>
                </a:lnTo>
                <a:close/>
                <a:moveTo>
                  <a:pt x="171450" y="1228725"/>
                </a:moveTo>
                <a:lnTo>
                  <a:pt x="200025" y="1228725"/>
                </a:lnTo>
                <a:lnTo>
                  <a:pt x="200025" y="1238250"/>
                </a:lnTo>
                <a:lnTo>
                  <a:pt x="190500" y="1238250"/>
                </a:lnTo>
                <a:lnTo>
                  <a:pt x="190500" y="1247775"/>
                </a:lnTo>
                <a:lnTo>
                  <a:pt x="152400" y="1247775"/>
                </a:lnTo>
                <a:lnTo>
                  <a:pt x="152400" y="1238250"/>
                </a:lnTo>
                <a:lnTo>
                  <a:pt x="171450" y="1238250"/>
                </a:lnTo>
                <a:close/>
                <a:moveTo>
                  <a:pt x="228600" y="1228725"/>
                </a:moveTo>
                <a:lnTo>
                  <a:pt x="247650" y="1228725"/>
                </a:lnTo>
                <a:lnTo>
                  <a:pt x="247650" y="1238250"/>
                </a:lnTo>
                <a:lnTo>
                  <a:pt x="228600" y="1238250"/>
                </a:lnTo>
                <a:close/>
                <a:moveTo>
                  <a:pt x="1323975" y="1228725"/>
                </a:moveTo>
                <a:lnTo>
                  <a:pt x="1333500" y="1228725"/>
                </a:lnTo>
                <a:lnTo>
                  <a:pt x="1333500" y="1247775"/>
                </a:lnTo>
                <a:lnTo>
                  <a:pt x="1323975" y="1247775"/>
                </a:lnTo>
                <a:close/>
                <a:moveTo>
                  <a:pt x="1371600" y="1228725"/>
                </a:moveTo>
                <a:lnTo>
                  <a:pt x="1400175" y="1228725"/>
                </a:lnTo>
                <a:lnTo>
                  <a:pt x="1400175" y="1238250"/>
                </a:lnTo>
                <a:lnTo>
                  <a:pt x="1438275" y="1238250"/>
                </a:lnTo>
                <a:lnTo>
                  <a:pt x="1438275" y="1247775"/>
                </a:lnTo>
                <a:lnTo>
                  <a:pt x="1362075" y="1247775"/>
                </a:lnTo>
                <a:lnTo>
                  <a:pt x="1362075" y="1238250"/>
                </a:lnTo>
                <a:lnTo>
                  <a:pt x="1371600" y="1238250"/>
                </a:lnTo>
                <a:close/>
                <a:moveTo>
                  <a:pt x="114300" y="1238250"/>
                </a:moveTo>
                <a:lnTo>
                  <a:pt x="123825" y="1238250"/>
                </a:lnTo>
                <a:lnTo>
                  <a:pt x="123825" y="1247775"/>
                </a:lnTo>
                <a:lnTo>
                  <a:pt x="114300" y="1247775"/>
                </a:lnTo>
                <a:close/>
                <a:moveTo>
                  <a:pt x="219075" y="1238250"/>
                </a:moveTo>
                <a:lnTo>
                  <a:pt x="228600" y="1238250"/>
                </a:lnTo>
                <a:lnTo>
                  <a:pt x="228600" y="1247775"/>
                </a:lnTo>
                <a:lnTo>
                  <a:pt x="219075" y="1247775"/>
                </a:lnTo>
                <a:close/>
                <a:moveTo>
                  <a:pt x="247650" y="1238250"/>
                </a:moveTo>
                <a:lnTo>
                  <a:pt x="257175" y="1238250"/>
                </a:lnTo>
                <a:lnTo>
                  <a:pt x="257175" y="1247775"/>
                </a:lnTo>
                <a:lnTo>
                  <a:pt x="247650" y="1247775"/>
                </a:lnTo>
                <a:close/>
                <a:moveTo>
                  <a:pt x="828675" y="1238250"/>
                </a:moveTo>
                <a:lnTo>
                  <a:pt x="876300" y="1238250"/>
                </a:lnTo>
                <a:lnTo>
                  <a:pt x="876300" y="1247775"/>
                </a:lnTo>
                <a:lnTo>
                  <a:pt x="828675" y="1247775"/>
                </a:lnTo>
                <a:close/>
                <a:moveTo>
                  <a:pt x="1095375" y="1238250"/>
                </a:moveTo>
                <a:lnTo>
                  <a:pt x="1104900" y="1238250"/>
                </a:lnTo>
                <a:lnTo>
                  <a:pt x="1104900" y="1247775"/>
                </a:lnTo>
                <a:lnTo>
                  <a:pt x="1095375" y="1247775"/>
                </a:lnTo>
                <a:close/>
                <a:moveTo>
                  <a:pt x="1343025" y="1238250"/>
                </a:moveTo>
                <a:lnTo>
                  <a:pt x="1352550" y="1238250"/>
                </a:lnTo>
                <a:lnTo>
                  <a:pt x="1352550" y="1247775"/>
                </a:lnTo>
                <a:lnTo>
                  <a:pt x="1343025" y="1247775"/>
                </a:lnTo>
                <a:close/>
                <a:moveTo>
                  <a:pt x="257175" y="1247775"/>
                </a:moveTo>
                <a:lnTo>
                  <a:pt x="276225" y="1247775"/>
                </a:lnTo>
                <a:lnTo>
                  <a:pt x="276225" y="1257300"/>
                </a:lnTo>
                <a:lnTo>
                  <a:pt x="257175" y="1257300"/>
                </a:lnTo>
                <a:close/>
                <a:moveTo>
                  <a:pt x="104775" y="1266825"/>
                </a:moveTo>
                <a:lnTo>
                  <a:pt x="114300" y="1266825"/>
                </a:lnTo>
                <a:lnTo>
                  <a:pt x="114300" y="1276350"/>
                </a:lnTo>
                <a:lnTo>
                  <a:pt x="104775" y="1276350"/>
                </a:lnTo>
                <a:close/>
                <a:moveTo>
                  <a:pt x="1371600" y="1266825"/>
                </a:moveTo>
                <a:lnTo>
                  <a:pt x="1400175" y="1266825"/>
                </a:lnTo>
                <a:lnTo>
                  <a:pt x="1400175" y="1285875"/>
                </a:lnTo>
                <a:lnTo>
                  <a:pt x="1390650" y="1285875"/>
                </a:lnTo>
                <a:lnTo>
                  <a:pt x="1390650" y="1276350"/>
                </a:lnTo>
                <a:lnTo>
                  <a:pt x="1371600" y="1276350"/>
                </a:lnTo>
                <a:close/>
                <a:moveTo>
                  <a:pt x="161925" y="1276350"/>
                </a:moveTo>
                <a:lnTo>
                  <a:pt x="266700" y="1276350"/>
                </a:lnTo>
                <a:lnTo>
                  <a:pt x="266700" y="1285875"/>
                </a:lnTo>
                <a:lnTo>
                  <a:pt x="161925" y="1285875"/>
                </a:lnTo>
                <a:close/>
                <a:moveTo>
                  <a:pt x="295275" y="1276350"/>
                </a:moveTo>
                <a:lnTo>
                  <a:pt x="342900" y="1276350"/>
                </a:lnTo>
                <a:lnTo>
                  <a:pt x="342900" y="1285875"/>
                </a:lnTo>
                <a:lnTo>
                  <a:pt x="295275" y="1285875"/>
                </a:lnTo>
                <a:close/>
                <a:moveTo>
                  <a:pt x="390525" y="1276350"/>
                </a:moveTo>
                <a:lnTo>
                  <a:pt x="419100" y="1276350"/>
                </a:lnTo>
                <a:lnTo>
                  <a:pt x="419100" y="1285875"/>
                </a:lnTo>
                <a:lnTo>
                  <a:pt x="390525" y="1285875"/>
                </a:lnTo>
                <a:close/>
                <a:moveTo>
                  <a:pt x="428625" y="1276350"/>
                </a:moveTo>
                <a:lnTo>
                  <a:pt x="457200" y="1276350"/>
                </a:lnTo>
                <a:lnTo>
                  <a:pt x="457200" y="1285875"/>
                </a:lnTo>
                <a:lnTo>
                  <a:pt x="428625" y="1285875"/>
                </a:lnTo>
                <a:close/>
                <a:moveTo>
                  <a:pt x="485775" y="1276350"/>
                </a:moveTo>
                <a:lnTo>
                  <a:pt x="533400" y="1276350"/>
                </a:lnTo>
                <a:lnTo>
                  <a:pt x="533400" y="1285875"/>
                </a:lnTo>
                <a:lnTo>
                  <a:pt x="485775" y="1285875"/>
                </a:lnTo>
                <a:close/>
                <a:moveTo>
                  <a:pt x="581025" y="1276350"/>
                </a:moveTo>
                <a:lnTo>
                  <a:pt x="600075" y="1276350"/>
                </a:lnTo>
                <a:lnTo>
                  <a:pt x="600075" y="1285875"/>
                </a:lnTo>
                <a:lnTo>
                  <a:pt x="581025" y="1285875"/>
                </a:lnTo>
                <a:close/>
                <a:moveTo>
                  <a:pt x="657225" y="1276350"/>
                </a:moveTo>
                <a:lnTo>
                  <a:pt x="695325" y="1276350"/>
                </a:lnTo>
                <a:lnTo>
                  <a:pt x="695325" y="1285875"/>
                </a:lnTo>
                <a:lnTo>
                  <a:pt x="657225" y="1285875"/>
                </a:lnTo>
                <a:close/>
                <a:moveTo>
                  <a:pt x="704850" y="1276350"/>
                </a:moveTo>
                <a:lnTo>
                  <a:pt x="790575" y="1276350"/>
                </a:lnTo>
                <a:lnTo>
                  <a:pt x="790575" y="1285875"/>
                </a:lnTo>
                <a:lnTo>
                  <a:pt x="704850" y="1285875"/>
                </a:lnTo>
                <a:close/>
                <a:moveTo>
                  <a:pt x="819150" y="1276350"/>
                </a:moveTo>
                <a:lnTo>
                  <a:pt x="866775" y="1276350"/>
                </a:lnTo>
                <a:lnTo>
                  <a:pt x="866775" y="1285875"/>
                </a:lnTo>
                <a:lnTo>
                  <a:pt x="819150" y="1285875"/>
                </a:lnTo>
                <a:close/>
                <a:moveTo>
                  <a:pt x="885825" y="1276350"/>
                </a:moveTo>
                <a:lnTo>
                  <a:pt x="914400" y="1276350"/>
                </a:lnTo>
                <a:lnTo>
                  <a:pt x="914400" y="1285875"/>
                </a:lnTo>
                <a:lnTo>
                  <a:pt x="885825" y="1285875"/>
                </a:lnTo>
                <a:close/>
                <a:moveTo>
                  <a:pt x="942975" y="1276350"/>
                </a:moveTo>
                <a:lnTo>
                  <a:pt x="971550" y="1276350"/>
                </a:lnTo>
                <a:lnTo>
                  <a:pt x="971550" y="1285875"/>
                </a:lnTo>
                <a:lnTo>
                  <a:pt x="942975" y="1285875"/>
                </a:lnTo>
                <a:close/>
                <a:moveTo>
                  <a:pt x="1009650" y="1276350"/>
                </a:moveTo>
                <a:lnTo>
                  <a:pt x="1038225" y="1276350"/>
                </a:lnTo>
                <a:lnTo>
                  <a:pt x="1038225" y="1285875"/>
                </a:lnTo>
                <a:lnTo>
                  <a:pt x="1009650" y="1285875"/>
                </a:lnTo>
                <a:close/>
                <a:moveTo>
                  <a:pt x="1066800" y="1276350"/>
                </a:moveTo>
                <a:lnTo>
                  <a:pt x="1104900" y="1276350"/>
                </a:lnTo>
                <a:lnTo>
                  <a:pt x="1104900" y="1285875"/>
                </a:lnTo>
                <a:lnTo>
                  <a:pt x="1066800" y="1285875"/>
                </a:lnTo>
                <a:close/>
                <a:moveTo>
                  <a:pt x="1123950" y="1276350"/>
                </a:moveTo>
                <a:lnTo>
                  <a:pt x="1171575" y="1276350"/>
                </a:lnTo>
                <a:lnTo>
                  <a:pt x="1171575" y="1285875"/>
                </a:lnTo>
                <a:lnTo>
                  <a:pt x="1123950" y="1285875"/>
                </a:lnTo>
                <a:close/>
                <a:moveTo>
                  <a:pt x="1228725" y="1276350"/>
                </a:moveTo>
                <a:lnTo>
                  <a:pt x="1238250" y="1276350"/>
                </a:lnTo>
                <a:lnTo>
                  <a:pt x="1238250" y="1285875"/>
                </a:lnTo>
                <a:lnTo>
                  <a:pt x="1228725" y="1285875"/>
                </a:lnTo>
                <a:close/>
                <a:moveTo>
                  <a:pt x="1247775" y="1276350"/>
                </a:moveTo>
                <a:lnTo>
                  <a:pt x="1362075" y="1276350"/>
                </a:lnTo>
                <a:lnTo>
                  <a:pt x="1362075" y="1285875"/>
                </a:lnTo>
                <a:lnTo>
                  <a:pt x="1247775" y="1285875"/>
                </a:lnTo>
                <a:close/>
                <a:moveTo>
                  <a:pt x="1409700" y="1276350"/>
                </a:moveTo>
                <a:lnTo>
                  <a:pt x="1476375" y="1276350"/>
                </a:lnTo>
                <a:lnTo>
                  <a:pt x="1476375" y="1285875"/>
                </a:lnTo>
                <a:lnTo>
                  <a:pt x="1409700" y="1285875"/>
                </a:lnTo>
                <a:close/>
                <a:moveTo>
                  <a:pt x="238125" y="1295400"/>
                </a:moveTo>
                <a:lnTo>
                  <a:pt x="257175" y="1295400"/>
                </a:lnTo>
                <a:lnTo>
                  <a:pt x="257175" y="1304925"/>
                </a:lnTo>
                <a:lnTo>
                  <a:pt x="238125" y="1304925"/>
                </a:lnTo>
                <a:close/>
              </a:path>
            </a:pathLst>
          </a:custGeom>
          <a:solidFill xmlns:a="http://schemas.openxmlformats.org/drawingml/2006/main">
            <a:srgbClr val="F7F8F3"/>
          </a:solidFill>
          <a:ln xmlns:a="http://schemas.openxmlformats.org/drawingml/2006/main" w="0">
            <a:noFill/>
          </a:ln>
        </p:spPr>
      </p:sp>
      <p:sp>
        <p:nvSpPr>
          <p:cNvPr id="33" name="turno1 vector #f8f7f3">
            <a:extLst xmlns:a="http://schemas.openxmlformats.org/drawingml/2006/main">
              <a:ext uri="{FF2B5EF4-FFF2-40B4-BE49-F238E27FC236}">
                <a16:creationId xmlns:a16="http://schemas.microsoft.com/office/drawing/2014/main" id="{757DE9B2-BE28-444E-86EC-95E0E859F4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2025" y="2752725"/>
            <a:ext cx="2476500" cy="2095500"/>
          </a:xfrm>
          <a:custGeom xmlns:a="http://schemas.openxmlformats.org/drawingml/2006/main">
            <a:pathLst>
              <a:path w="1609725" h="1362075">
                <a:moveTo>
                  <a:pt x="295275" y="47625"/>
                </a:moveTo>
                <a:lnTo>
                  <a:pt x="314325" y="47625"/>
                </a:lnTo>
                <a:lnTo>
                  <a:pt x="314325" y="57150"/>
                </a:lnTo>
                <a:lnTo>
                  <a:pt x="295275" y="57150"/>
                </a:lnTo>
                <a:close/>
                <a:moveTo>
                  <a:pt x="1085850" y="57150"/>
                </a:moveTo>
                <a:lnTo>
                  <a:pt x="1123950" y="57150"/>
                </a:lnTo>
                <a:lnTo>
                  <a:pt x="1123950" y="66675"/>
                </a:lnTo>
                <a:lnTo>
                  <a:pt x="1085850" y="66675"/>
                </a:lnTo>
                <a:close/>
                <a:moveTo>
                  <a:pt x="1209675" y="57150"/>
                </a:moveTo>
                <a:lnTo>
                  <a:pt x="1228725" y="57150"/>
                </a:lnTo>
                <a:lnTo>
                  <a:pt x="1228725" y="66675"/>
                </a:lnTo>
                <a:lnTo>
                  <a:pt x="1209675" y="66675"/>
                </a:lnTo>
                <a:close/>
                <a:moveTo>
                  <a:pt x="1295400" y="76200"/>
                </a:moveTo>
                <a:lnTo>
                  <a:pt x="1323975" y="76200"/>
                </a:lnTo>
                <a:lnTo>
                  <a:pt x="1323975" y="104775"/>
                </a:lnTo>
                <a:lnTo>
                  <a:pt x="1304925" y="104775"/>
                </a:lnTo>
                <a:lnTo>
                  <a:pt x="1304925" y="85725"/>
                </a:lnTo>
                <a:lnTo>
                  <a:pt x="1295400" y="85725"/>
                </a:lnTo>
                <a:close/>
                <a:moveTo>
                  <a:pt x="990600" y="104775"/>
                </a:moveTo>
                <a:lnTo>
                  <a:pt x="1000125" y="104775"/>
                </a:lnTo>
                <a:lnTo>
                  <a:pt x="1000125" y="123825"/>
                </a:lnTo>
                <a:lnTo>
                  <a:pt x="990600" y="123825"/>
                </a:lnTo>
                <a:close/>
                <a:moveTo>
                  <a:pt x="523875" y="114300"/>
                </a:moveTo>
                <a:lnTo>
                  <a:pt x="542925" y="114300"/>
                </a:lnTo>
                <a:lnTo>
                  <a:pt x="542925" y="123825"/>
                </a:lnTo>
                <a:lnTo>
                  <a:pt x="523875" y="123825"/>
                </a:lnTo>
                <a:close/>
                <a:moveTo>
                  <a:pt x="714375" y="114300"/>
                </a:moveTo>
                <a:lnTo>
                  <a:pt x="733425" y="114300"/>
                </a:lnTo>
                <a:lnTo>
                  <a:pt x="733425" y="123825"/>
                </a:lnTo>
                <a:lnTo>
                  <a:pt x="714375" y="123825"/>
                </a:lnTo>
                <a:close/>
                <a:moveTo>
                  <a:pt x="1314450" y="114300"/>
                </a:moveTo>
                <a:lnTo>
                  <a:pt x="1323975" y="114300"/>
                </a:lnTo>
                <a:lnTo>
                  <a:pt x="1323975" y="133350"/>
                </a:lnTo>
                <a:lnTo>
                  <a:pt x="1333500" y="133350"/>
                </a:lnTo>
                <a:lnTo>
                  <a:pt x="1333500" y="142875"/>
                </a:lnTo>
                <a:lnTo>
                  <a:pt x="1343025" y="142875"/>
                </a:lnTo>
                <a:lnTo>
                  <a:pt x="1343025" y="152400"/>
                </a:lnTo>
                <a:lnTo>
                  <a:pt x="1352550" y="152400"/>
                </a:lnTo>
                <a:lnTo>
                  <a:pt x="1352550" y="161925"/>
                </a:lnTo>
                <a:lnTo>
                  <a:pt x="1343025" y="161925"/>
                </a:lnTo>
                <a:lnTo>
                  <a:pt x="1343025" y="180975"/>
                </a:lnTo>
                <a:lnTo>
                  <a:pt x="1323975" y="180975"/>
                </a:lnTo>
                <a:lnTo>
                  <a:pt x="1323975" y="171450"/>
                </a:lnTo>
                <a:lnTo>
                  <a:pt x="1314450" y="171450"/>
                </a:lnTo>
                <a:lnTo>
                  <a:pt x="1314450" y="161925"/>
                </a:lnTo>
                <a:lnTo>
                  <a:pt x="1304925" y="161925"/>
                </a:lnTo>
                <a:lnTo>
                  <a:pt x="1304925" y="123825"/>
                </a:lnTo>
                <a:lnTo>
                  <a:pt x="1314450" y="123825"/>
                </a:lnTo>
                <a:close/>
                <a:moveTo>
                  <a:pt x="1438275" y="133350"/>
                </a:moveTo>
                <a:lnTo>
                  <a:pt x="1447800" y="133350"/>
                </a:lnTo>
                <a:lnTo>
                  <a:pt x="1447800" y="142875"/>
                </a:lnTo>
                <a:lnTo>
                  <a:pt x="1438275" y="142875"/>
                </a:lnTo>
                <a:close/>
                <a:moveTo>
                  <a:pt x="295275" y="152400"/>
                </a:moveTo>
                <a:lnTo>
                  <a:pt x="304800" y="152400"/>
                </a:lnTo>
                <a:lnTo>
                  <a:pt x="304800" y="161925"/>
                </a:lnTo>
                <a:lnTo>
                  <a:pt x="295275" y="161925"/>
                </a:lnTo>
                <a:close/>
                <a:moveTo>
                  <a:pt x="428625" y="152400"/>
                </a:moveTo>
                <a:lnTo>
                  <a:pt x="476250" y="152400"/>
                </a:lnTo>
                <a:lnTo>
                  <a:pt x="476250" y="161925"/>
                </a:lnTo>
                <a:lnTo>
                  <a:pt x="466725" y="161925"/>
                </a:lnTo>
                <a:lnTo>
                  <a:pt x="466725" y="180975"/>
                </a:lnTo>
                <a:lnTo>
                  <a:pt x="495300" y="180975"/>
                </a:lnTo>
                <a:lnTo>
                  <a:pt x="495300" y="152400"/>
                </a:lnTo>
                <a:lnTo>
                  <a:pt x="504825" y="152400"/>
                </a:lnTo>
                <a:lnTo>
                  <a:pt x="504825" y="161925"/>
                </a:lnTo>
                <a:lnTo>
                  <a:pt x="523875" y="161925"/>
                </a:lnTo>
                <a:lnTo>
                  <a:pt x="523875" y="190500"/>
                </a:lnTo>
                <a:lnTo>
                  <a:pt x="457200" y="190500"/>
                </a:lnTo>
                <a:lnTo>
                  <a:pt x="457200" y="180975"/>
                </a:lnTo>
                <a:lnTo>
                  <a:pt x="447675" y="180975"/>
                </a:lnTo>
                <a:lnTo>
                  <a:pt x="447675" y="190500"/>
                </a:lnTo>
                <a:lnTo>
                  <a:pt x="428625" y="190500"/>
                </a:lnTo>
                <a:close/>
                <a:moveTo>
                  <a:pt x="276225" y="161925"/>
                </a:moveTo>
                <a:lnTo>
                  <a:pt x="285750" y="161925"/>
                </a:lnTo>
                <a:lnTo>
                  <a:pt x="285750" y="171450"/>
                </a:lnTo>
                <a:lnTo>
                  <a:pt x="276225" y="171450"/>
                </a:lnTo>
                <a:close/>
                <a:moveTo>
                  <a:pt x="552450" y="161925"/>
                </a:moveTo>
                <a:lnTo>
                  <a:pt x="581025" y="161925"/>
                </a:lnTo>
                <a:lnTo>
                  <a:pt x="581025" y="171450"/>
                </a:lnTo>
                <a:lnTo>
                  <a:pt x="571500" y="171450"/>
                </a:lnTo>
                <a:lnTo>
                  <a:pt x="571500" y="180975"/>
                </a:lnTo>
                <a:lnTo>
                  <a:pt x="552450" y="180975"/>
                </a:lnTo>
                <a:close/>
                <a:moveTo>
                  <a:pt x="1314450" y="161925"/>
                </a:moveTo>
                <a:lnTo>
                  <a:pt x="1323975" y="161925"/>
                </a:lnTo>
                <a:lnTo>
                  <a:pt x="1323975" y="152400"/>
                </a:lnTo>
                <a:lnTo>
                  <a:pt x="1314450" y="152400"/>
                </a:lnTo>
                <a:close/>
                <a:moveTo>
                  <a:pt x="581025" y="171450"/>
                </a:moveTo>
                <a:lnTo>
                  <a:pt x="590550" y="171450"/>
                </a:lnTo>
                <a:lnTo>
                  <a:pt x="590550" y="180975"/>
                </a:lnTo>
                <a:lnTo>
                  <a:pt x="581025" y="180975"/>
                </a:lnTo>
                <a:close/>
                <a:moveTo>
                  <a:pt x="1323975" y="171450"/>
                </a:moveTo>
                <a:lnTo>
                  <a:pt x="1333500" y="171450"/>
                </a:lnTo>
                <a:lnTo>
                  <a:pt x="1333500" y="161925"/>
                </a:lnTo>
                <a:lnTo>
                  <a:pt x="1323975" y="161925"/>
                </a:lnTo>
                <a:close/>
                <a:moveTo>
                  <a:pt x="295275" y="190500"/>
                </a:moveTo>
                <a:lnTo>
                  <a:pt x="304800" y="190500"/>
                </a:lnTo>
                <a:lnTo>
                  <a:pt x="304800" y="200025"/>
                </a:lnTo>
                <a:lnTo>
                  <a:pt x="295275" y="200025"/>
                </a:lnTo>
                <a:close/>
                <a:moveTo>
                  <a:pt x="990600" y="200025"/>
                </a:moveTo>
                <a:lnTo>
                  <a:pt x="1000125" y="200025"/>
                </a:lnTo>
                <a:lnTo>
                  <a:pt x="1000125" y="209550"/>
                </a:lnTo>
                <a:lnTo>
                  <a:pt x="990600" y="209550"/>
                </a:lnTo>
                <a:close/>
                <a:moveTo>
                  <a:pt x="971550" y="209550"/>
                </a:moveTo>
                <a:lnTo>
                  <a:pt x="990600" y="209550"/>
                </a:lnTo>
                <a:lnTo>
                  <a:pt x="990600" y="219075"/>
                </a:lnTo>
                <a:lnTo>
                  <a:pt x="971550" y="219075"/>
                </a:lnTo>
                <a:close/>
                <a:moveTo>
                  <a:pt x="962025" y="219075"/>
                </a:moveTo>
                <a:lnTo>
                  <a:pt x="971550" y="219075"/>
                </a:lnTo>
                <a:lnTo>
                  <a:pt x="971550" y="238125"/>
                </a:lnTo>
                <a:lnTo>
                  <a:pt x="962025" y="238125"/>
                </a:lnTo>
                <a:close/>
                <a:moveTo>
                  <a:pt x="0" y="238125"/>
                </a:moveTo>
                <a:lnTo>
                  <a:pt x="9525" y="238125"/>
                </a:lnTo>
                <a:lnTo>
                  <a:pt x="9525" y="247650"/>
                </a:lnTo>
                <a:lnTo>
                  <a:pt x="0" y="247650"/>
                </a:lnTo>
                <a:close/>
                <a:moveTo>
                  <a:pt x="514350" y="238125"/>
                </a:moveTo>
                <a:lnTo>
                  <a:pt x="533400" y="238125"/>
                </a:lnTo>
                <a:lnTo>
                  <a:pt x="533400" y="247650"/>
                </a:lnTo>
                <a:lnTo>
                  <a:pt x="514350" y="247650"/>
                </a:lnTo>
                <a:close/>
                <a:moveTo>
                  <a:pt x="361950" y="247650"/>
                </a:moveTo>
                <a:lnTo>
                  <a:pt x="381000" y="247650"/>
                </a:lnTo>
                <a:lnTo>
                  <a:pt x="381000" y="257175"/>
                </a:lnTo>
                <a:lnTo>
                  <a:pt x="361950" y="257175"/>
                </a:lnTo>
                <a:close/>
                <a:moveTo>
                  <a:pt x="533400" y="247650"/>
                </a:moveTo>
                <a:lnTo>
                  <a:pt x="542925" y="247650"/>
                </a:lnTo>
                <a:lnTo>
                  <a:pt x="542925" y="257175"/>
                </a:lnTo>
                <a:lnTo>
                  <a:pt x="552450" y="257175"/>
                </a:lnTo>
                <a:lnTo>
                  <a:pt x="552450" y="266700"/>
                </a:lnTo>
                <a:lnTo>
                  <a:pt x="561975" y="266700"/>
                </a:lnTo>
                <a:lnTo>
                  <a:pt x="561975" y="257175"/>
                </a:lnTo>
                <a:lnTo>
                  <a:pt x="571500" y="257175"/>
                </a:lnTo>
                <a:lnTo>
                  <a:pt x="571500" y="266700"/>
                </a:lnTo>
                <a:lnTo>
                  <a:pt x="561975" y="266700"/>
                </a:lnTo>
                <a:lnTo>
                  <a:pt x="561975" y="276225"/>
                </a:lnTo>
                <a:lnTo>
                  <a:pt x="571500" y="276225"/>
                </a:lnTo>
                <a:lnTo>
                  <a:pt x="571500" y="266700"/>
                </a:lnTo>
                <a:lnTo>
                  <a:pt x="581025" y="266700"/>
                </a:lnTo>
                <a:lnTo>
                  <a:pt x="581025" y="285750"/>
                </a:lnTo>
                <a:lnTo>
                  <a:pt x="542925" y="285750"/>
                </a:lnTo>
                <a:lnTo>
                  <a:pt x="542925" y="266700"/>
                </a:lnTo>
                <a:lnTo>
                  <a:pt x="533400" y="266700"/>
                </a:lnTo>
                <a:close/>
                <a:moveTo>
                  <a:pt x="952500" y="247650"/>
                </a:moveTo>
                <a:lnTo>
                  <a:pt x="981075" y="247650"/>
                </a:lnTo>
                <a:lnTo>
                  <a:pt x="981075" y="257175"/>
                </a:lnTo>
                <a:lnTo>
                  <a:pt x="1009650" y="257175"/>
                </a:lnTo>
                <a:lnTo>
                  <a:pt x="1009650" y="266700"/>
                </a:lnTo>
                <a:lnTo>
                  <a:pt x="990600" y="266700"/>
                </a:lnTo>
                <a:lnTo>
                  <a:pt x="990600" y="276225"/>
                </a:lnTo>
                <a:lnTo>
                  <a:pt x="962025" y="276225"/>
                </a:lnTo>
                <a:lnTo>
                  <a:pt x="962025" y="295275"/>
                </a:lnTo>
                <a:lnTo>
                  <a:pt x="933450" y="295275"/>
                </a:lnTo>
                <a:lnTo>
                  <a:pt x="933450" y="285750"/>
                </a:lnTo>
                <a:lnTo>
                  <a:pt x="923925" y="285750"/>
                </a:lnTo>
                <a:lnTo>
                  <a:pt x="923925" y="276225"/>
                </a:lnTo>
                <a:lnTo>
                  <a:pt x="914400" y="276225"/>
                </a:lnTo>
                <a:lnTo>
                  <a:pt x="914400" y="257175"/>
                </a:lnTo>
                <a:lnTo>
                  <a:pt x="933450" y="257175"/>
                </a:lnTo>
                <a:lnTo>
                  <a:pt x="933450" y="266700"/>
                </a:lnTo>
                <a:lnTo>
                  <a:pt x="952500" y="266700"/>
                </a:lnTo>
                <a:close/>
                <a:moveTo>
                  <a:pt x="1485900" y="247650"/>
                </a:moveTo>
                <a:lnTo>
                  <a:pt x="1504950" y="247650"/>
                </a:lnTo>
                <a:lnTo>
                  <a:pt x="1504950" y="257175"/>
                </a:lnTo>
                <a:lnTo>
                  <a:pt x="1485900" y="257175"/>
                </a:lnTo>
                <a:close/>
                <a:moveTo>
                  <a:pt x="438150" y="257175"/>
                </a:moveTo>
                <a:lnTo>
                  <a:pt x="447675" y="257175"/>
                </a:lnTo>
                <a:lnTo>
                  <a:pt x="447675" y="266700"/>
                </a:lnTo>
                <a:lnTo>
                  <a:pt x="438150" y="266700"/>
                </a:lnTo>
                <a:close/>
                <a:moveTo>
                  <a:pt x="1295400" y="257175"/>
                </a:moveTo>
                <a:lnTo>
                  <a:pt x="1314450" y="257175"/>
                </a:lnTo>
                <a:lnTo>
                  <a:pt x="1314450" y="266700"/>
                </a:lnTo>
                <a:lnTo>
                  <a:pt x="1333500" y="266700"/>
                </a:lnTo>
                <a:lnTo>
                  <a:pt x="1333500" y="276225"/>
                </a:lnTo>
                <a:lnTo>
                  <a:pt x="1314450" y="276225"/>
                </a:lnTo>
                <a:lnTo>
                  <a:pt x="1314450" y="285750"/>
                </a:lnTo>
                <a:lnTo>
                  <a:pt x="1304925" y="285750"/>
                </a:lnTo>
                <a:lnTo>
                  <a:pt x="1304925" y="266700"/>
                </a:lnTo>
                <a:lnTo>
                  <a:pt x="1295400" y="266700"/>
                </a:lnTo>
                <a:close/>
                <a:moveTo>
                  <a:pt x="466725" y="266700"/>
                </a:moveTo>
                <a:lnTo>
                  <a:pt x="504825" y="266700"/>
                </a:lnTo>
                <a:lnTo>
                  <a:pt x="504825" y="276225"/>
                </a:lnTo>
                <a:lnTo>
                  <a:pt x="485775" y="276225"/>
                </a:lnTo>
                <a:lnTo>
                  <a:pt x="485775" y="285750"/>
                </a:lnTo>
                <a:lnTo>
                  <a:pt x="504825" y="285750"/>
                </a:lnTo>
                <a:lnTo>
                  <a:pt x="504825" y="295275"/>
                </a:lnTo>
                <a:lnTo>
                  <a:pt x="457200" y="295275"/>
                </a:lnTo>
                <a:lnTo>
                  <a:pt x="457200" y="285750"/>
                </a:lnTo>
                <a:lnTo>
                  <a:pt x="466725" y="285750"/>
                </a:lnTo>
                <a:close/>
                <a:moveTo>
                  <a:pt x="1162050" y="266700"/>
                </a:moveTo>
                <a:lnTo>
                  <a:pt x="1171575" y="266700"/>
                </a:lnTo>
                <a:lnTo>
                  <a:pt x="1171575" y="295275"/>
                </a:lnTo>
                <a:lnTo>
                  <a:pt x="1162050" y="295275"/>
                </a:lnTo>
                <a:lnTo>
                  <a:pt x="1162050" y="304800"/>
                </a:lnTo>
                <a:lnTo>
                  <a:pt x="1152525" y="304800"/>
                </a:lnTo>
                <a:lnTo>
                  <a:pt x="1152525" y="276225"/>
                </a:lnTo>
                <a:lnTo>
                  <a:pt x="1162050" y="276225"/>
                </a:lnTo>
                <a:close/>
                <a:moveTo>
                  <a:pt x="514350" y="276225"/>
                </a:moveTo>
                <a:lnTo>
                  <a:pt x="533400" y="276225"/>
                </a:lnTo>
                <a:lnTo>
                  <a:pt x="533400" y="285750"/>
                </a:lnTo>
                <a:lnTo>
                  <a:pt x="514350" y="285750"/>
                </a:lnTo>
                <a:close/>
                <a:moveTo>
                  <a:pt x="619125" y="276225"/>
                </a:moveTo>
                <a:lnTo>
                  <a:pt x="628650" y="276225"/>
                </a:lnTo>
                <a:lnTo>
                  <a:pt x="628650" y="295275"/>
                </a:lnTo>
                <a:lnTo>
                  <a:pt x="619125" y="295275"/>
                </a:lnTo>
                <a:close/>
                <a:moveTo>
                  <a:pt x="628650" y="295275"/>
                </a:moveTo>
                <a:lnTo>
                  <a:pt x="638175" y="295275"/>
                </a:lnTo>
                <a:lnTo>
                  <a:pt x="638175" y="304800"/>
                </a:lnTo>
                <a:lnTo>
                  <a:pt x="628650" y="304800"/>
                </a:lnTo>
                <a:close/>
                <a:moveTo>
                  <a:pt x="914400" y="295275"/>
                </a:moveTo>
                <a:lnTo>
                  <a:pt x="923925" y="295275"/>
                </a:lnTo>
                <a:lnTo>
                  <a:pt x="923925" y="323850"/>
                </a:lnTo>
                <a:lnTo>
                  <a:pt x="914400" y="323850"/>
                </a:lnTo>
                <a:close/>
                <a:moveTo>
                  <a:pt x="1533525" y="295275"/>
                </a:moveTo>
                <a:lnTo>
                  <a:pt x="1552575" y="295275"/>
                </a:lnTo>
                <a:lnTo>
                  <a:pt x="1552575" y="304800"/>
                </a:lnTo>
                <a:lnTo>
                  <a:pt x="1533525" y="304800"/>
                </a:lnTo>
                <a:close/>
                <a:moveTo>
                  <a:pt x="1190625" y="304800"/>
                </a:moveTo>
                <a:lnTo>
                  <a:pt x="1209675" y="304800"/>
                </a:lnTo>
                <a:lnTo>
                  <a:pt x="1209675" y="314325"/>
                </a:lnTo>
                <a:lnTo>
                  <a:pt x="1190625" y="314325"/>
                </a:lnTo>
                <a:close/>
                <a:moveTo>
                  <a:pt x="600075" y="323850"/>
                </a:moveTo>
                <a:lnTo>
                  <a:pt x="619125" y="323850"/>
                </a:lnTo>
                <a:lnTo>
                  <a:pt x="619125" y="342900"/>
                </a:lnTo>
                <a:lnTo>
                  <a:pt x="628650" y="342900"/>
                </a:lnTo>
                <a:lnTo>
                  <a:pt x="628650" y="361950"/>
                </a:lnTo>
                <a:lnTo>
                  <a:pt x="619125" y="361950"/>
                </a:lnTo>
                <a:lnTo>
                  <a:pt x="619125" y="352425"/>
                </a:lnTo>
                <a:lnTo>
                  <a:pt x="609600" y="352425"/>
                </a:lnTo>
                <a:lnTo>
                  <a:pt x="609600" y="342900"/>
                </a:lnTo>
                <a:lnTo>
                  <a:pt x="600075" y="342900"/>
                </a:lnTo>
                <a:close/>
                <a:moveTo>
                  <a:pt x="295275" y="333375"/>
                </a:moveTo>
                <a:lnTo>
                  <a:pt x="304800" y="333375"/>
                </a:lnTo>
                <a:lnTo>
                  <a:pt x="304800" y="342900"/>
                </a:lnTo>
                <a:lnTo>
                  <a:pt x="314325" y="342900"/>
                </a:lnTo>
                <a:lnTo>
                  <a:pt x="314325" y="333375"/>
                </a:lnTo>
                <a:lnTo>
                  <a:pt x="323850" y="333375"/>
                </a:lnTo>
                <a:lnTo>
                  <a:pt x="323850" y="342900"/>
                </a:lnTo>
                <a:lnTo>
                  <a:pt x="314325" y="342900"/>
                </a:lnTo>
                <a:lnTo>
                  <a:pt x="314325" y="352425"/>
                </a:lnTo>
                <a:lnTo>
                  <a:pt x="295275" y="352425"/>
                </a:lnTo>
                <a:close/>
                <a:moveTo>
                  <a:pt x="323850" y="342900"/>
                </a:moveTo>
                <a:lnTo>
                  <a:pt x="333375" y="342900"/>
                </a:lnTo>
                <a:lnTo>
                  <a:pt x="333375" y="352425"/>
                </a:lnTo>
                <a:lnTo>
                  <a:pt x="361950" y="352425"/>
                </a:lnTo>
                <a:lnTo>
                  <a:pt x="361950" y="371475"/>
                </a:lnTo>
                <a:lnTo>
                  <a:pt x="371475" y="371475"/>
                </a:lnTo>
                <a:lnTo>
                  <a:pt x="371475" y="390525"/>
                </a:lnTo>
                <a:lnTo>
                  <a:pt x="342900" y="390525"/>
                </a:lnTo>
                <a:lnTo>
                  <a:pt x="342900" y="381000"/>
                </a:lnTo>
                <a:lnTo>
                  <a:pt x="333375" y="381000"/>
                </a:lnTo>
                <a:lnTo>
                  <a:pt x="333375" y="390525"/>
                </a:lnTo>
                <a:lnTo>
                  <a:pt x="323850" y="390525"/>
                </a:lnTo>
                <a:lnTo>
                  <a:pt x="323850" y="400050"/>
                </a:lnTo>
                <a:lnTo>
                  <a:pt x="304800" y="400050"/>
                </a:lnTo>
                <a:lnTo>
                  <a:pt x="304800" y="390525"/>
                </a:lnTo>
                <a:lnTo>
                  <a:pt x="314325" y="390525"/>
                </a:lnTo>
                <a:lnTo>
                  <a:pt x="314325" y="361950"/>
                </a:lnTo>
                <a:lnTo>
                  <a:pt x="323850" y="361950"/>
                </a:lnTo>
                <a:close/>
                <a:moveTo>
                  <a:pt x="1257300" y="361950"/>
                </a:moveTo>
                <a:lnTo>
                  <a:pt x="1276350" y="361950"/>
                </a:lnTo>
                <a:lnTo>
                  <a:pt x="1276350" y="371475"/>
                </a:lnTo>
                <a:lnTo>
                  <a:pt x="1257300" y="371475"/>
                </a:lnTo>
                <a:close/>
                <a:moveTo>
                  <a:pt x="133350" y="390525"/>
                </a:moveTo>
                <a:lnTo>
                  <a:pt x="152400" y="390525"/>
                </a:lnTo>
                <a:lnTo>
                  <a:pt x="152400" y="409575"/>
                </a:lnTo>
                <a:lnTo>
                  <a:pt x="133350" y="409575"/>
                </a:lnTo>
                <a:close/>
                <a:moveTo>
                  <a:pt x="990600" y="390525"/>
                </a:moveTo>
                <a:lnTo>
                  <a:pt x="1009650" y="390525"/>
                </a:lnTo>
                <a:lnTo>
                  <a:pt x="1009650" y="409575"/>
                </a:lnTo>
                <a:lnTo>
                  <a:pt x="1000125" y="409575"/>
                </a:lnTo>
                <a:lnTo>
                  <a:pt x="1000125" y="438150"/>
                </a:lnTo>
                <a:lnTo>
                  <a:pt x="981075" y="438150"/>
                </a:lnTo>
                <a:lnTo>
                  <a:pt x="981075" y="428625"/>
                </a:lnTo>
                <a:lnTo>
                  <a:pt x="990600" y="428625"/>
                </a:lnTo>
                <a:close/>
                <a:moveTo>
                  <a:pt x="85725" y="400050"/>
                </a:moveTo>
                <a:lnTo>
                  <a:pt x="104775" y="400050"/>
                </a:lnTo>
                <a:lnTo>
                  <a:pt x="104775" y="447675"/>
                </a:lnTo>
                <a:lnTo>
                  <a:pt x="95250" y="447675"/>
                </a:lnTo>
                <a:lnTo>
                  <a:pt x="95250" y="428625"/>
                </a:lnTo>
                <a:lnTo>
                  <a:pt x="85725" y="428625"/>
                </a:lnTo>
                <a:lnTo>
                  <a:pt x="85725" y="419100"/>
                </a:lnTo>
                <a:lnTo>
                  <a:pt x="76200" y="419100"/>
                </a:lnTo>
                <a:lnTo>
                  <a:pt x="76200" y="409575"/>
                </a:lnTo>
                <a:lnTo>
                  <a:pt x="85725" y="409575"/>
                </a:lnTo>
                <a:close/>
                <a:moveTo>
                  <a:pt x="114300" y="409575"/>
                </a:moveTo>
                <a:lnTo>
                  <a:pt x="133350" y="409575"/>
                </a:lnTo>
                <a:lnTo>
                  <a:pt x="133350" y="419100"/>
                </a:lnTo>
                <a:lnTo>
                  <a:pt x="114300" y="419100"/>
                </a:lnTo>
                <a:close/>
                <a:moveTo>
                  <a:pt x="1285875" y="409575"/>
                </a:moveTo>
                <a:lnTo>
                  <a:pt x="1295400" y="409575"/>
                </a:lnTo>
                <a:lnTo>
                  <a:pt x="1295400" y="419100"/>
                </a:lnTo>
                <a:lnTo>
                  <a:pt x="1323975" y="419100"/>
                </a:lnTo>
                <a:lnTo>
                  <a:pt x="1323975" y="428625"/>
                </a:lnTo>
                <a:lnTo>
                  <a:pt x="1333500" y="428625"/>
                </a:lnTo>
                <a:lnTo>
                  <a:pt x="1333500" y="447675"/>
                </a:lnTo>
                <a:lnTo>
                  <a:pt x="1314450" y="447675"/>
                </a:lnTo>
                <a:lnTo>
                  <a:pt x="1314450" y="438150"/>
                </a:lnTo>
                <a:lnTo>
                  <a:pt x="1304925" y="438150"/>
                </a:lnTo>
                <a:lnTo>
                  <a:pt x="1304925" y="447675"/>
                </a:lnTo>
                <a:lnTo>
                  <a:pt x="1295400" y="447675"/>
                </a:lnTo>
                <a:lnTo>
                  <a:pt x="1295400" y="428625"/>
                </a:lnTo>
                <a:lnTo>
                  <a:pt x="1285875" y="428625"/>
                </a:lnTo>
                <a:lnTo>
                  <a:pt x="1285875" y="447675"/>
                </a:lnTo>
                <a:lnTo>
                  <a:pt x="1266825" y="447675"/>
                </a:lnTo>
                <a:lnTo>
                  <a:pt x="1266825" y="466725"/>
                </a:lnTo>
                <a:lnTo>
                  <a:pt x="1257300" y="466725"/>
                </a:lnTo>
                <a:lnTo>
                  <a:pt x="1257300" y="457200"/>
                </a:lnTo>
                <a:lnTo>
                  <a:pt x="1238250" y="457200"/>
                </a:lnTo>
                <a:lnTo>
                  <a:pt x="1238250" y="447675"/>
                </a:lnTo>
                <a:lnTo>
                  <a:pt x="1228725" y="447675"/>
                </a:lnTo>
                <a:lnTo>
                  <a:pt x="1228725" y="438150"/>
                </a:lnTo>
                <a:lnTo>
                  <a:pt x="1238250" y="438150"/>
                </a:lnTo>
                <a:lnTo>
                  <a:pt x="1238250" y="428625"/>
                </a:lnTo>
                <a:lnTo>
                  <a:pt x="1247775" y="428625"/>
                </a:lnTo>
                <a:lnTo>
                  <a:pt x="1247775" y="438150"/>
                </a:lnTo>
                <a:lnTo>
                  <a:pt x="1257300" y="438150"/>
                </a:lnTo>
                <a:lnTo>
                  <a:pt x="1257300" y="428625"/>
                </a:lnTo>
                <a:lnTo>
                  <a:pt x="1266825" y="428625"/>
                </a:lnTo>
                <a:lnTo>
                  <a:pt x="1266825" y="419100"/>
                </a:lnTo>
                <a:lnTo>
                  <a:pt x="1285875" y="419100"/>
                </a:lnTo>
                <a:close/>
                <a:moveTo>
                  <a:pt x="1524000" y="409575"/>
                </a:moveTo>
                <a:lnTo>
                  <a:pt x="1533525" y="409575"/>
                </a:lnTo>
                <a:lnTo>
                  <a:pt x="1533525" y="419100"/>
                </a:lnTo>
                <a:lnTo>
                  <a:pt x="1543050" y="419100"/>
                </a:lnTo>
                <a:lnTo>
                  <a:pt x="1543050" y="428625"/>
                </a:lnTo>
                <a:lnTo>
                  <a:pt x="1524000" y="428625"/>
                </a:lnTo>
                <a:lnTo>
                  <a:pt x="1524000" y="438150"/>
                </a:lnTo>
                <a:lnTo>
                  <a:pt x="1495425" y="438150"/>
                </a:lnTo>
                <a:lnTo>
                  <a:pt x="1495425" y="428625"/>
                </a:lnTo>
                <a:lnTo>
                  <a:pt x="1476375" y="428625"/>
                </a:lnTo>
                <a:lnTo>
                  <a:pt x="1476375" y="419100"/>
                </a:lnTo>
                <a:lnTo>
                  <a:pt x="1524000" y="419100"/>
                </a:lnTo>
                <a:close/>
                <a:moveTo>
                  <a:pt x="1362075" y="419100"/>
                </a:moveTo>
                <a:lnTo>
                  <a:pt x="1371600" y="419100"/>
                </a:lnTo>
                <a:lnTo>
                  <a:pt x="1371600" y="428625"/>
                </a:lnTo>
                <a:lnTo>
                  <a:pt x="1362075" y="428625"/>
                </a:lnTo>
                <a:close/>
                <a:moveTo>
                  <a:pt x="1209675" y="428625"/>
                </a:moveTo>
                <a:lnTo>
                  <a:pt x="1219200" y="428625"/>
                </a:lnTo>
                <a:lnTo>
                  <a:pt x="1219200" y="438150"/>
                </a:lnTo>
                <a:lnTo>
                  <a:pt x="1209675" y="438150"/>
                </a:lnTo>
                <a:close/>
                <a:moveTo>
                  <a:pt x="1343025" y="428625"/>
                </a:moveTo>
                <a:lnTo>
                  <a:pt x="1362075" y="428625"/>
                </a:lnTo>
                <a:lnTo>
                  <a:pt x="1362075" y="438150"/>
                </a:lnTo>
                <a:lnTo>
                  <a:pt x="1371600" y="438150"/>
                </a:lnTo>
                <a:lnTo>
                  <a:pt x="1371600" y="457200"/>
                </a:lnTo>
                <a:lnTo>
                  <a:pt x="1381125" y="457200"/>
                </a:lnTo>
                <a:lnTo>
                  <a:pt x="1381125" y="466725"/>
                </a:lnTo>
                <a:lnTo>
                  <a:pt x="1400175" y="466725"/>
                </a:lnTo>
                <a:lnTo>
                  <a:pt x="1400175" y="485775"/>
                </a:lnTo>
                <a:lnTo>
                  <a:pt x="1390650" y="485775"/>
                </a:lnTo>
                <a:lnTo>
                  <a:pt x="1390650" y="495300"/>
                </a:lnTo>
                <a:lnTo>
                  <a:pt x="1381125" y="495300"/>
                </a:lnTo>
                <a:lnTo>
                  <a:pt x="1381125" y="485775"/>
                </a:lnTo>
                <a:lnTo>
                  <a:pt x="1371600" y="485775"/>
                </a:lnTo>
                <a:lnTo>
                  <a:pt x="1371600" y="476250"/>
                </a:lnTo>
                <a:lnTo>
                  <a:pt x="1362075" y="476250"/>
                </a:lnTo>
                <a:lnTo>
                  <a:pt x="1362075" y="466725"/>
                </a:lnTo>
                <a:lnTo>
                  <a:pt x="1343025" y="466725"/>
                </a:lnTo>
                <a:lnTo>
                  <a:pt x="1343025" y="447675"/>
                </a:lnTo>
                <a:lnTo>
                  <a:pt x="1352550" y="447675"/>
                </a:lnTo>
                <a:lnTo>
                  <a:pt x="1352550" y="438150"/>
                </a:lnTo>
                <a:lnTo>
                  <a:pt x="1343025" y="438150"/>
                </a:lnTo>
                <a:close/>
                <a:moveTo>
                  <a:pt x="1000125" y="438150"/>
                </a:moveTo>
                <a:lnTo>
                  <a:pt x="1009650" y="438150"/>
                </a:lnTo>
                <a:lnTo>
                  <a:pt x="1009650" y="447675"/>
                </a:lnTo>
                <a:lnTo>
                  <a:pt x="1000125" y="447675"/>
                </a:lnTo>
                <a:close/>
                <a:moveTo>
                  <a:pt x="1066800" y="447675"/>
                </a:moveTo>
                <a:lnTo>
                  <a:pt x="1076325" y="447675"/>
                </a:lnTo>
                <a:lnTo>
                  <a:pt x="1076325" y="457200"/>
                </a:lnTo>
                <a:lnTo>
                  <a:pt x="1095375" y="457200"/>
                </a:lnTo>
                <a:lnTo>
                  <a:pt x="1095375" y="466725"/>
                </a:lnTo>
                <a:lnTo>
                  <a:pt x="1085850" y="466725"/>
                </a:lnTo>
                <a:lnTo>
                  <a:pt x="1085850" y="476250"/>
                </a:lnTo>
                <a:lnTo>
                  <a:pt x="1066800" y="476250"/>
                </a:lnTo>
                <a:lnTo>
                  <a:pt x="1066800" y="466725"/>
                </a:lnTo>
                <a:lnTo>
                  <a:pt x="1057275" y="466725"/>
                </a:lnTo>
                <a:lnTo>
                  <a:pt x="1057275" y="457200"/>
                </a:lnTo>
                <a:lnTo>
                  <a:pt x="1066800" y="457200"/>
                </a:lnTo>
                <a:close/>
                <a:moveTo>
                  <a:pt x="590550" y="457200"/>
                </a:moveTo>
                <a:lnTo>
                  <a:pt x="619125" y="457200"/>
                </a:lnTo>
                <a:lnTo>
                  <a:pt x="619125" y="466725"/>
                </a:lnTo>
                <a:lnTo>
                  <a:pt x="609600" y="466725"/>
                </a:lnTo>
                <a:lnTo>
                  <a:pt x="609600" y="476250"/>
                </a:lnTo>
                <a:lnTo>
                  <a:pt x="581025" y="476250"/>
                </a:lnTo>
                <a:lnTo>
                  <a:pt x="581025" y="466725"/>
                </a:lnTo>
                <a:lnTo>
                  <a:pt x="590550" y="466725"/>
                </a:lnTo>
                <a:close/>
                <a:moveTo>
                  <a:pt x="752475" y="457200"/>
                </a:moveTo>
                <a:lnTo>
                  <a:pt x="762000" y="457200"/>
                </a:lnTo>
                <a:lnTo>
                  <a:pt x="762000" y="476250"/>
                </a:lnTo>
                <a:lnTo>
                  <a:pt x="781050" y="476250"/>
                </a:lnTo>
                <a:lnTo>
                  <a:pt x="781050" y="485775"/>
                </a:lnTo>
                <a:lnTo>
                  <a:pt x="790575" y="485775"/>
                </a:lnTo>
                <a:lnTo>
                  <a:pt x="790575" y="495300"/>
                </a:lnTo>
                <a:lnTo>
                  <a:pt x="800100" y="495300"/>
                </a:lnTo>
                <a:lnTo>
                  <a:pt x="800100" y="523875"/>
                </a:lnTo>
                <a:lnTo>
                  <a:pt x="781050" y="523875"/>
                </a:lnTo>
                <a:lnTo>
                  <a:pt x="781050" y="514350"/>
                </a:lnTo>
                <a:lnTo>
                  <a:pt x="771525" y="514350"/>
                </a:lnTo>
                <a:lnTo>
                  <a:pt x="771525" y="504825"/>
                </a:lnTo>
                <a:lnTo>
                  <a:pt x="742950" y="504825"/>
                </a:lnTo>
                <a:lnTo>
                  <a:pt x="742950" y="533400"/>
                </a:lnTo>
                <a:lnTo>
                  <a:pt x="752475" y="533400"/>
                </a:lnTo>
                <a:lnTo>
                  <a:pt x="752475" y="552450"/>
                </a:lnTo>
                <a:lnTo>
                  <a:pt x="742950" y="552450"/>
                </a:lnTo>
                <a:lnTo>
                  <a:pt x="742950" y="542925"/>
                </a:lnTo>
                <a:lnTo>
                  <a:pt x="733425" y="542925"/>
                </a:lnTo>
                <a:lnTo>
                  <a:pt x="733425" y="533400"/>
                </a:lnTo>
                <a:lnTo>
                  <a:pt x="704850" y="533400"/>
                </a:lnTo>
                <a:lnTo>
                  <a:pt x="704850" y="523875"/>
                </a:lnTo>
                <a:lnTo>
                  <a:pt x="714375" y="523875"/>
                </a:lnTo>
                <a:lnTo>
                  <a:pt x="714375" y="504825"/>
                </a:lnTo>
                <a:lnTo>
                  <a:pt x="723900" y="504825"/>
                </a:lnTo>
                <a:lnTo>
                  <a:pt x="723900" y="485775"/>
                </a:lnTo>
                <a:lnTo>
                  <a:pt x="733425" y="485775"/>
                </a:lnTo>
                <a:lnTo>
                  <a:pt x="733425" y="476250"/>
                </a:lnTo>
                <a:lnTo>
                  <a:pt x="752475" y="476250"/>
                </a:lnTo>
                <a:close/>
                <a:moveTo>
                  <a:pt x="1047750" y="466725"/>
                </a:moveTo>
                <a:lnTo>
                  <a:pt x="1057275" y="466725"/>
                </a:lnTo>
                <a:lnTo>
                  <a:pt x="1057275" y="495300"/>
                </a:lnTo>
                <a:lnTo>
                  <a:pt x="1066800" y="495300"/>
                </a:lnTo>
                <a:lnTo>
                  <a:pt x="1066800" y="504825"/>
                </a:lnTo>
                <a:lnTo>
                  <a:pt x="1076325" y="504825"/>
                </a:lnTo>
                <a:lnTo>
                  <a:pt x="1076325" y="533400"/>
                </a:lnTo>
                <a:lnTo>
                  <a:pt x="1057275" y="533400"/>
                </a:lnTo>
                <a:lnTo>
                  <a:pt x="1057275" y="514350"/>
                </a:lnTo>
                <a:lnTo>
                  <a:pt x="1047750" y="514350"/>
                </a:lnTo>
                <a:close/>
                <a:moveTo>
                  <a:pt x="1543050" y="466725"/>
                </a:moveTo>
                <a:lnTo>
                  <a:pt x="1562100" y="466725"/>
                </a:lnTo>
                <a:lnTo>
                  <a:pt x="1562100" y="485775"/>
                </a:lnTo>
                <a:lnTo>
                  <a:pt x="1533525" y="485775"/>
                </a:lnTo>
                <a:lnTo>
                  <a:pt x="1533525" y="476250"/>
                </a:lnTo>
                <a:lnTo>
                  <a:pt x="1543050" y="476250"/>
                </a:lnTo>
                <a:close/>
                <a:moveTo>
                  <a:pt x="571500" y="476250"/>
                </a:moveTo>
                <a:lnTo>
                  <a:pt x="581025" y="476250"/>
                </a:lnTo>
                <a:lnTo>
                  <a:pt x="581025" y="485775"/>
                </a:lnTo>
                <a:lnTo>
                  <a:pt x="571500" y="485775"/>
                </a:lnTo>
                <a:close/>
                <a:moveTo>
                  <a:pt x="1114425" y="476250"/>
                </a:moveTo>
                <a:lnTo>
                  <a:pt x="1133475" y="476250"/>
                </a:lnTo>
                <a:lnTo>
                  <a:pt x="1133475" y="485775"/>
                </a:lnTo>
                <a:lnTo>
                  <a:pt x="1152525" y="485775"/>
                </a:lnTo>
                <a:lnTo>
                  <a:pt x="1152525" y="495300"/>
                </a:lnTo>
                <a:lnTo>
                  <a:pt x="1162050" y="495300"/>
                </a:lnTo>
                <a:lnTo>
                  <a:pt x="1162050" y="514350"/>
                </a:lnTo>
                <a:lnTo>
                  <a:pt x="1171575" y="514350"/>
                </a:lnTo>
                <a:lnTo>
                  <a:pt x="1171575" y="504825"/>
                </a:lnTo>
                <a:lnTo>
                  <a:pt x="1181100" y="504825"/>
                </a:lnTo>
                <a:lnTo>
                  <a:pt x="1181100" y="495300"/>
                </a:lnTo>
                <a:lnTo>
                  <a:pt x="1190625" y="495300"/>
                </a:lnTo>
                <a:lnTo>
                  <a:pt x="1190625" y="504825"/>
                </a:lnTo>
                <a:lnTo>
                  <a:pt x="1200150" y="504825"/>
                </a:lnTo>
                <a:lnTo>
                  <a:pt x="1200150" y="514350"/>
                </a:lnTo>
                <a:lnTo>
                  <a:pt x="1228725" y="514350"/>
                </a:lnTo>
                <a:lnTo>
                  <a:pt x="1228725" y="523875"/>
                </a:lnTo>
                <a:lnTo>
                  <a:pt x="1190625" y="523875"/>
                </a:lnTo>
                <a:lnTo>
                  <a:pt x="1190625" y="533400"/>
                </a:lnTo>
                <a:lnTo>
                  <a:pt x="1162050" y="533400"/>
                </a:lnTo>
                <a:lnTo>
                  <a:pt x="1162050" y="523875"/>
                </a:lnTo>
                <a:lnTo>
                  <a:pt x="1143000" y="523875"/>
                </a:lnTo>
                <a:lnTo>
                  <a:pt x="1143000" y="514350"/>
                </a:lnTo>
                <a:lnTo>
                  <a:pt x="1123950" y="514350"/>
                </a:lnTo>
                <a:lnTo>
                  <a:pt x="1123950" y="495300"/>
                </a:lnTo>
                <a:lnTo>
                  <a:pt x="1114425" y="495300"/>
                </a:lnTo>
                <a:close/>
                <a:moveTo>
                  <a:pt x="561975" y="485775"/>
                </a:moveTo>
                <a:lnTo>
                  <a:pt x="571500" y="485775"/>
                </a:lnTo>
                <a:lnTo>
                  <a:pt x="571500" y="495300"/>
                </a:lnTo>
                <a:lnTo>
                  <a:pt x="561975" y="495300"/>
                </a:lnTo>
                <a:close/>
                <a:moveTo>
                  <a:pt x="1562100" y="485775"/>
                </a:moveTo>
                <a:lnTo>
                  <a:pt x="1571625" y="485775"/>
                </a:lnTo>
                <a:lnTo>
                  <a:pt x="1571625" y="495300"/>
                </a:lnTo>
                <a:lnTo>
                  <a:pt x="1562100" y="495300"/>
                </a:lnTo>
                <a:close/>
                <a:moveTo>
                  <a:pt x="1085850" y="495300"/>
                </a:moveTo>
                <a:lnTo>
                  <a:pt x="1104900" y="495300"/>
                </a:lnTo>
                <a:lnTo>
                  <a:pt x="1104900" y="504825"/>
                </a:lnTo>
                <a:lnTo>
                  <a:pt x="1085850" y="504825"/>
                </a:lnTo>
                <a:close/>
                <a:moveTo>
                  <a:pt x="533400" y="504825"/>
                </a:moveTo>
                <a:lnTo>
                  <a:pt x="542925" y="504825"/>
                </a:lnTo>
                <a:lnTo>
                  <a:pt x="542925" y="523875"/>
                </a:lnTo>
                <a:lnTo>
                  <a:pt x="552450" y="523875"/>
                </a:lnTo>
                <a:lnTo>
                  <a:pt x="552450" y="504825"/>
                </a:lnTo>
                <a:lnTo>
                  <a:pt x="571500" y="504825"/>
                </a:lnTo>
                <a:lnTo>
                  <a:pt x="571500" y="514350"/>
                </a:lnTo>
                <a:lnTo>
                  <a:pt x="581025" y="514350"/>
                </a:lnTo>
                <a:lnTo>
                  <a:pt x="581025" y="533400"/>
                </a:lnTo>
                <a:lnTo>
                  <a:pt x="571500" y="533400"/>
                </a:lnTo>
                <a:lnTo>
                  <a:pt x="571500" y="542925"/>
                </a:lnTo>
                <a:lnTo>
                  <a:pt x="523875" y="542925"/>
                </a:lnTo>
                <a:lnTo>
                  <a:pt x="523875" y="533400"/>
                </a:lnTo>
                <a:lnTo>
                  <a:pt x="514350" y="533400"/>
                </a:lnTo>
                <a:lnTo>
                  <a:pt x="514350" y="523875"/>
                </a:lnTo>
                <a:lnTo>
                  <a:pt x="523875" y="523875"/>
                </a:lnTo>
                <a:lnTo>
                  <a:pt x="523875" y="514350"/>
                </a:lnTo>
                <a:lnTo>
                  <a:pt x="533400" y="514350"/>
                </a:lnTo>
                <a:close/>
                <a:moveTo>
                  <a:pt x="1095375" y="514350"/>
                </a:moveTo>
                <a:lnTo>
                  <a:pt x="1104900" y="514350"/>
                </a:lnTo>
                <a:lnTo>
                  <a:pt x="1104900" y="523875"/>
                </a:lnTo>
                <a:lnTo>
                  <a:pt x="1095375" y="523875"/>
                </a:lnTo>
                <a:close/>
                <a:moveTo>
                  <a:pt x="1104900" y="523875"/>
                </a:moveTo>
                <a:lnTo>
                  <a:pt x="1114425" y="523875"/>
                </a:lnTo>
                <a:lnTo>
                  <a:pt x="1114425" y="533400"/>
                </a:lnTo>
                <a:lnTo>
                  <a:pt x="1104900" y="533400"/>
                </a:lnTo>
                <a:close/>
                <a:moveTo>
                  <a:pt x="1123950" y="523875"/>
                </a:moveTo>
                <a:lnTo>
                  <a:pt x="1143000" y="523875"/>
                </a:lnTo>
                <a:lnTo>
                  <a:pt x="1143000" y="533400"/>
                </a:lnTo>
                <a:lnTo>
                  <a:pt x="1123950" y="533400"/>
                </a:lnTo>
                <a:close/>
                <a:moveTo>
                  <a:pt x="1171575" y="523875"/>
                </a:moveTo>
                <a:lnTo>
                  <a:pt x="1181100" y="523875"/>
                </a:lnTo>
                <a:lnTo>
                  <a:pt x="1181100" y="514350"/>
                </a:lnTo>
                <a:lnTo>
                  <a:pt x="1171575" y="514350"/>
                </a:lnTo>
                <a:close/>
                <a:moveTo>
                  <a:pt x="95250" y="533400"/>
                </a:moveTo>
                <a:lnTo>
                  <a:pt x="104775" y="533400"/>
                </a:lnTo>
                <a:lnTo>
                  <a:pt x="104775" y="571500"/>
                </a:lnTo>
                <a:lnTo>
                  <a:pt x="66675" y="571500"/>
                </a:lnTo>
                <a:lnTo>
                  <a:pt x="66675" y="552450"/>
                </a:lnTo>
                <a:lnTo>
                  <a:pt x="85725" y="552450"/>
                </a:lnTo>
                <a:lnTo>
                  <a:pt x="85725" y="542925"/>
                </a:lnTo>
                <a:lnTo>
                  <a:pt x="95250" y="542925"/>
                </a:lnTo>
                <a:close/>
                <a:moveTo>
                  <a:pt x="476250" y="533400"/>
                </a:moveTo>
                <a:lnTo>
                  <a:pt x="485775" y="533400"/>
                </a:lnTo>
                <a:lnTo>
                  <a:pt x="485775" y="552450"/>
                </a:lnTo>
                <a:lnTo>
                  <a:pt x="495300" y="552450"/>
                </a:lnTo>
                <a:lnTo>
                  <a:pt x="495300" y="561975"/>
                </a:lnTo>
                <a:lnTo>
                  <a:pt x="504825" y="561975"/>
                </a:lnTo>
                <a:lnTo>
                  <a:pt x="504825" y="571500"/>
                </a:lnTo>
                <a:lnTo>
                  <a:pt x="476250" y="571500"/>
                </a:lnTo>
                <a:lnTo>
                  <a:pt x="476250" y="581025"/>
                </a:lnTo>
                <a:lnTo>
                  <a:pt x="466725" y="581025"/>
                </a:lnTo>
                <a:lnTo>
                  <a:pt x="466725" y="590550"/>
                </a:lnTo>
                <a:lnTo>
                  <a:pt x="457200" y="590550"/>
                </a:lnTo>
                <a:lnTo>
                  <a:pt x="457200" y="561975"/>
                </a:lnTo>
                <a:lnTo>
                  <a:pt x="466725" y="561975"/>
                </a:lnTo>
                <a:lnTo>
                  <a:pt x="466725" y="552450"/>
                </a:lnTo>
                <a:lnTo>
                  <a:pt x="457200" y="552450"/>
                </a:lnTo>
                <a:lnTo>
                  <a:pt x="457200" y="542925"/>
                </a:lnTo>
                <a:lnTo>
                  <a:pt x="476250" y="542925"/>
                </a:lnTo>
                <a:close/>
                <a:moveTo>
                  <a:pt x="581025" y="533400"/>
                </a:moveTo>
                <a:lnTo>
                  <a:pt x="590550" y="533400"/>
                </a:lnTo>
                <a:lnTo>
                  <a:pt x="590550" y="542925"/>
                </a:lnTo>
                <a:lnTo>
                  <a:pt x="581025" y="542925"/>
                </a:lnTo>
                <a:close/>
                <a:moveTo>
                  <a:pt x="1209675" y="533400"/>
                </a:moveTo>
                <a:lnTo>
                  <a:pt x="1276350" y="533400"/>
                </a:lnTo>
                <a:lnTo>
                  <a:pt x="1276350" y="542925"/>
                </a:lnTo>
                <a:lnTo>
                  <a:pt x="1209675" y="542925"/>
                </a:lnTo>
                <a:close/>
                <a:moveTo>
                  <a:pt x="161925" y="552450"/>
                </a:moveTo>
                <a:lnTo>
                  <a:pt x="190500" y="552450"/>
                </a:lnTo>
                <a:lnTo>
                  <a:pt x="190500" y="561975"/>
                </a:lnTo>
                <a:lnTo>
                  <a:pt x="180975" y="561975"/>
                </a:lnTo>
                <a:lnTo>
                  <a:pt x="180975" y="571500"/>
                </a:lnTo>
                <a:lnTo>
                  <a:pt x="171450" y="571500"/>
                </a:lnTo>
                <a:lnTo>
                  <a:pt x="171450" y="561975"/>
                </a:lnTo>
                <a:lnTo>
                  <a:pt x="161925" y="561975"/>
                </a:lnTo>
                <a:close/>
                <a:moveTo>
                  <a:pt x="514350" y="552450"/>
                </a:moveTo>
                <a:lnTo>
                  <a:pt x="523875" y="552450"/>
                </a:lnTo>
                <a:lnTo>
                  <a:pt x="523875" y="571500"/>
                </a:lnTo>
                <a:lnTo>
                  <a:pt x="514350" y="571500"/>
                </a:lnTo>
                <a:close/>
                <a:moveTo>
                  <a:pt x="704850" y="552450"/>
                </a:moveTo>
                <a:lnTo>
                  <a:pt x="714375" y="552450"/>
                </a:lnTo>
                <a:lnTo>
                  <a:pt x="714375" y="561975"/>
                </a:lnTo>
                <a:lnTo>
                  <a:pt x="704850" y="561975"/>
                </a:lnTo>
                <a:close/>
                <a:moveTo>
                  <a:pt x="114300" y="561975"/>
                </a:moveTo>
                <a:lnTo>
                  <a:pt x="133350" y="561975"/>
                </a:lnTo>
                <a:lnTo>
                  <a:pt x="133350" y="571500"/>
                </a:lnTo>
                <a:lnTo>
                  <a:pt x="114300" y="571500"/>
                </a:lnTo>
                <a:close/>
                <a:moveTo>
                  <a:pt x="876300" y="571500"/>
                </a:moveTo>
                <a:lnTo>
                  <a:pt x="885825" y="571500"/>
                </a:lnTo>
                <a:lnTo>
                  <a:pt x="885825" y="581025"/>
                </a:lnTo>
                <a:lnTo>
                  <a:pt x="876300" y="581025"/>
                </a:lnTo>
                <a:close/>
                <a:moveTo>
                  <a:pt x="161925" y="581025"/>
                </a:moveTo>
                <a:lnTo>
                  <a:pt x="180975" y="581025"/>
                </a:lnTo>
                <a:lnTo>
                  <a:pt x="180975" y="590550"/>
                </a:lnTo>
                <a:lnTo>
                  <a:pt x="161925" y="590550"/>
                </a:lnTo>
                <a:close/>
                <a:moveTo>
                  <a:pt x="200025" y="581025"/>
                </a:moveTo>
                <a:lnTo>
                  <a:pt x="209550" y="581025"/>
                </a:lnTo>
                <a:lnTo>
                  <a:pt x="209550" y="590550"/>
                </a:lnTo>
                <a:lnTo>
                  <a:pt x="219075" y="590550"/>
                </a:lnTo>
                <a:lnTo>
                  <a:pt x="219075" y="600075"/>
                </a:lnTo>
                <a:lnTo>
                  <a:pt x="228600" y="600075"/>
                </a:lnTo>
                <a:lnTo>
                  <a:pt x="228600" y="628650"/>
                </a:lnTo>
                <a:lnTo>
                  <a:pt x="209550" y="628650"/>
                </a:lnTo>
                <a:lnTo>
                  <a:pt x="209550" y="619125"/>
                </a:lnTo>
                <a:lnTo>
                  <a:pt x="200025" y="619125"/>
                </a:lnTo>
                <a:lnTo>
                  <a:pt x="200025" y="609600"/>
                </a:lnTo>
                <a:lnTo>
                  <a:pt x="180975" y="609600"/>
                </a:lnTo>
                <a:lnTo>
                  <a:pt x="180975" y="600075"/>
                </a:lnTo>
                <a:lnTo>
                  <a:pt x="190500" y="600075"/>
                </a:lnTo>
                <a:lnTo>
                  <a:pt x="190500" y="590550"/>
                </a:lnTo>
                <a:lnTo>
                  <a:pt x="200025" y="590550"/>
                </a:lnTo>
                <a:close/>
                <a:moveTo>
                  <a:pt x="1285875" y="581025"/>
                </a:moveTo>
                <a:lnTo>
                  <a:pt x="1314450" y="581025"/>
                </a:lnTo>
                <a:lnTo>
                  <a:pt x="1314450" y="590550"/>
                </a:lnTo>
                <a:lnTo>
                  <a:pt x="1285875" y="590550"/>
                </a:lnTo>
                <a:close/>
                <a:moveTo>
                  <a:pt x="409575" y="590550"/>
                </a:moveTo>
                <a:lnTo>
                  <a:pt x="428625" y="590550"/>
                </a:lnTo>
                <a:lnTo>
                  <a:pt x="428625" y="600075"/>
                </a:lnTo>
                <a:lnTo>
                  <a:pt x="438150" y="600075"/>
                </a:lnTo>
                <a:lnTo>
                  <a:pt x="438150" y="609600"/>
                </a:lnTo>
                <a:lnTo>
                  <a:pt x="428625" y="609600"/>
                </a:lnTo>
                <a:lnTo>
                  <a:pt x="428625" y="619125"/>
                </a:lnTo>
                <a:lnTo>
                  <a:pt x="419100" y="619125"/>
                </a:lnTo>
                <a:lnTo>
                  <a:pt x="419100" y="609600"/>
                </a:lnTo>
                <a:lnTo>
                  <a:pt x="400050" y="609600"/>
                </a:lnTo>
                <a:lnTo>
                  <a:pt x="400050" y="600075"/>
                </a:lnTo>
                <a:lnTo>
                  <a:pt x="409575" y="600075"/>
                </a:lnTo>
                <a:close/>
                <a:moveTo>
                  <a:pt x="866775" y="590550"/>
                </a:moveTo>
                <a:lnTo>
                  <a:pt x="876300" y="590550"/>
                </a:lnTo>
                <a:lnTo>
                  <a:pt x="876300" y="600075"/>
                </a:lnTo>
                <a:lnTo>
                  <a:pt x="866775" y="600075"/>
                </a:lnTo>
                <a:close/>
                <a:moveTo>
                  <a:pt x="1390650" y="590550"/>
                </a:moveTo>
                <a:lnTo>
                  <a:pt x="1400175" y="590550"/>
                </a:lnTo>
                <a:lnTo>
                  <a:pt x="1400175" y="600075"/>
                </a:lnTo>
                <a:lnTo>
                  <a:pt x="1390650" y="600075"/>
                </a:lnTo>
                <a:close/>
                <a:moveTo>
                  <a:pt x="361950" y="600075"/>
                </a:moveTo>
                <a:lnTo>
                  <a:pt x="371475" y="600075"/>
                </a:lnTo>
                <a:lnTo>
                  <a:pt x="371475" y="609600"/>
                </a:lnTo>
                <a:lnTo>
                  <a:pt x="361950" y="609600"/>
                </a:lnTo>
                <a:close/>
                <a:moveTo>
                  <a:pt x="1400175" y="600075"/>
                </a:moveTo>
                <a:lnTo>
                  <a:pt x="1409700" y="600075"/>
                </a:lnTo>
                <a:lnTo>
                  <a:pt x="1409700" y="609600"/>
                </a:lnTo>
                <a:lnTo>
                  <a:pt x="1400175" y="609600"/>
                </a:lnTo>
                <a:close/>
                <a:moveTo>
                  <a:pt x="828675" y="609600"/>
                </a:moveTo>
                <a:lnTo>
                  <a:pt x="838200" y="609600"/>
                </a:lnTo>
                <a:lnTo>
                  <a:pt x="838200" y="619125"/>
                </a:lnTo>
                <a:lnTo>
                  <a:pt x="828675" y="619125"/>
                </a:lnTo>
                <a:close/>
                <a:moveTo>
                  <a:pt x="819150" y="619125"/>
                </a:moveTo>
                <a:lnTo>
                  <a:pt x="828675" y="619125"/>
                </a:lnTo>
                <a:lnTo>
                  <a:pt x="828675" y="628650"/>
                </a:lnTo>
                <a:lnTo>
                  <a:pt x="819150" y="628650"/>
                </a:lnTo>
                <a:close/>
                <a:moveTo>
                  <a:pt x="466725" y="628650"/>
                </a:moveTo>
                <a:lnTo>
                  <a:pt x="476250" y="628650"/>
                </a:lnTo>
                <a:lnTo>
                  <a:pt x="476250" y="638175"/>
                </a:lnTo>
                <a:lnTo>
                  <a:pt x="466725" y="638175"/>
                </a:lnTo>
                <a:close/>
                <a:moveTo>
                  <a:pt x="542925" y="628650"/>
                </a:moveTo>
                <a:lnTo>
                  <a:pt x="571500" y="628650"/>
                </a:lnTo>
                <a:lnTo>
                  <a:pt x="571500" y="647700"/>
                </a:lnTo>
                <a:lnTo>
                  <a:pt x="561975" y="647700"/>
                </a:lnTo>
                <a:lnTo>
                  <a:pt x="561975" y="657225"/>
                </a:lnTo>
                <a:lnTo>
                  <a:pt x="552450" y="657225"/>
                </a:lnTo>
                <a:lnTo>
                  <a:pt x="552450" y="676275"/>
                </a:lnTo>
                <a:lnTo>
                  <a:pt x="542925" y="676275"/>
                </a:lnTo>
                <a:close/>
                <a:moveTo>
                  <a:pt x="781050" y="628650"/>
                </a:moveTo>
                <a:lnTo>
                  <a:pt x="790575" y="628650"/>
                </a:lnTo>
                <a:lnTo>
                  <a:pt x="790575" y="638175"/>
                </a:lnTo>
                <a:lnTo>
                  <a:pt x="781050" y="638175"/>
                </a:lnTo>
                <a:close/>
                <a:moveTo>
                  <a:pt x="1590675" y="628650"/>
                </a:moveTo>
                <a:lnTo>
                  <a:pt x="1600200" y="628650"/>
                </a:lnTo>
                <a:lnTo>
                  <a:pt x="1600200" y="638175"/>
                </a:lnTo>
                <a:lnTo>
                  <a:pt x="1590675" y="638175"/>
                </a:lnTo>
                <a:close/>
                <a:moveTo>
                  <a:pt x="390525" y="638175"/>
                </a:moveTo>
                <a:lnTo>
                  <a:pt x="400050" y="638175"/>
                </a:lnTo>
                <a:lnTo>
                  <a:pt x="400050" y="657225"/>
                </a:lnTo>
                <a:lnTo>
                  <a:pt x="390525" y="657225"/>
                </a:lnTo>
                <a:close/>
                <a:moveTo>
                  <a:pt x="447675" y="638175"/>
                </a:moveTo>
                <a:lnTo>
                  <a:pt x="457200" y="638175"/>
                </a:lnTo>
                <a:lnTo>
                  <a:pt x="457200" y="647700"/>
                </a:lnTo>
                <a:lnTo>
                  <a:pt x="476250" y="647700"/>
                </a:lnTo>
                <a:lnTo>
                  <a:pt x="476250" y="657225"/>
                </a:lnTo>
                <a:lnTo>
                  <a:pt x="485775" y="657225"/>
                </a:lnTo>
                <a:lnTo>
                  <a:pt x="485775" y="666750"/>
                </a:lnTo>
                <a:lnTo>
                  <a:pt x="523875" y="666750"/>
                </a:lnTo>
                <a:lnTo>
                  <a:pt x="523875" y="685800"/>
                </a:lnTo>
                <a:lnTo>
                  <a:pt x="466725" y="685800"/>
                </a:lnTo>
                <a:lnTo>
                  <a:pt x="466725" y="695325"/>
                </a:lnTo>
                <a:lnTo>
                  <a:pt x="438150" y="695325"/>
                </a:lnTo>
                <a:lnTo>
                  <a:pt x="438150" y="685800"/>
                </a:lnTo>
                <a:lnTo>
                  <a:pt x="409575" y="685800"/>
                </a:lnTo>
                <a:lnTo>
                  <a:pt x="409575" y="676275"/>
                </a:lnTo>
                <a:lnTo>
                  <a:pt x="419100" y="676275"/>
                </a:lnTo>
                <a:lnTo>
                  <a:pt x="419100" y="666750"/>
                </a:lnTo>
                <a:lnTo>
                  <a:pt x="409575" y="666750"/>
                </a:lnTo>
                <a:lnTo>
                  <a:pt x="409575" y="657225"/>
                </a:lnTo>
                <a:lnTo>
                  <a:pt x="438150" y="657225"/>
                </a:lnTo>
                <a:lnTo>
                  <a:pt x="438150" y="647700"/>
                </a:lnTo>
                <a:lnTo>
                  <a:pt x="447675" y="647700"/>
                </a:lnTo>
                <a:close/>
                <a:moveTo>
                  <a:pt x="1057275" y="638175"/>
                </a:moveTo>
                <a:lnTo>
                  <a:pt x="1066800" y="638175"/>
                </a:lnTo>
                <a:lnTo>
                  <a:pt x="1066800" y="647700"/>
                </a:lnTo>
                <a:lnTo>
                  <a:pt x="1057275" y="647700"/>
                </a:lnTo>
                <a:close/>
                <a:moveTo>
                  <a:pt x="1352550" y="647700"/>
                </a:moveTo>
                <a:lnTo>
                  <a:pt x="1362075" y="647700"/>
                </a:lnTo>
                <a:lnTo>
                  <a:pt x="1362075" y="657225"/>
                </a:lnTo>
                <a:lnTo>
                  <a:pt x="1352550" y="657225"/>
                </a:lnTo>
                <a:close/>
                <a:moveTo>
                  <a:pt x="1038225" y="666750"/>
                </a:moveTo>
                <a:lnTo>
                  <a:pt x="1057275" y="666750"/>
                </a:lnTo>
                <a:lnTo>
                  <a:pt x="1057275" y="676275"/>
                </a:lnTo>
                <a:lnTo>
                  <a:pt x="1104900" y="676275"/>
                </a:lnTo>
                <a:lnTo>
                  <a:pt x="1104900" y="685800"/>
                </a:lnTo>
                <a:lnTo>
                  <a:pt x="1123950" y="685800"/>
                </a:lnTo>
                <a:lnTo>
                  <a:pt x="1123950" y="704850"/>
                </a:lnTo>
                <a:lnTo>
                  <a:pt x="1114425" y="704850"/>
                </a:lnTo>
                <a:lnTo>
                  <a:pt x="1114425" y="695325"/>
                </a:lnTo>
                <a:lnTo>
                  <a:pt x="1038225" y="695325"/>
                </a:lnTo>
                <a:lnTo>
                  <a:pt x="1038225" y="704850"/>
                </a:lnTo>
                <a:lnTo>
                  <a:pt x="1019175" y="704850"/>
                </a:lnTo>
                <a:lnTo>
                  <a:pt x="1019175" y="695325"/>
                </a:lnTo>
                <a:lnTo>
                  <a:pt x="1000125" y="695325"/>
                </a:lnTo>
                <a:lnTo>
                  <a:pt x="1000125" y="685800"/>
                </a:lnTo>
                <a:lnTo>
                  <a:pt x="1028700" y="685800"/>
                </a:lnTo>
                <a:lnTo>
                  <a:pt x="1028700" y="676275"/>
                </a:lnTo>
                <a:lnTo>
                  <a:pt x="1038225" y="676275"/>
                </a:lnTo>
                <a:close/>
                <a:moveTo>
                  <a:pt x="1295400" y="685800"/>
                </a:moveTo>
                <a:lnTo>
                  <a:pt x="1304925" y="685800"/>
                </a:lnTo>
                <a:lnTo>
                  <a:pt x="1304925" y="704850"/>
                </a:lnTo>
                <a:lnTo>
                  <a:pt x="1295400" y="704850"/>
                </a:lnTo>
                <a:close/>
                <a:moveTo>
                  <a:pt x="390525" y="695325"/>
                </a:moveTo>
                <a:lnTo>
                  <a:pt x="419100" y="695325"/>
                </a:lnTo>
                <a:lnTo>
                  <a:pt x="419100" y="704850"/>
                </a:lnTo>
                <a:lnTo>
                  <a:pt x="409575" y="704850"/>
                </a:lnTo>
                <a:lnTo>
                  <a:pt x="409575" y="714375"/>
                </a:lnTo>
                <a:lnTo>
                  <a:pt x="390525" y="714375"/>
                </a:lnTo>
                <a:close/>
                <a:moveTo>
                  <a:pt x="590550" y="695325"/>
                </a:moveTo>
                <a:lnTo>
                  <a:pt x="600075" y="695325"/>
                </a:lnTo>
                <a:lnTo>
                  <a:pt x="600075" y="714375"/>
                </a:lnTo>
                <a:lnTo>
                  <a:pt x="590550" y="714375"/>
                </a:lnTo>
                <a:close/>
                <a:moveTo>
                  <a:pt x="276225" y="704850"/>
                </a:moveTo>
                <a:lnTo>
                  <a:pt x="295275" y="704850"/>
                </a:lnTo>
                <a:lnTo>
                  <a:pt x="295275" y="723900"/>
                </a:lnTo>
                <a:lnTo>
                  <a:pt x="314325" y="723900"/>
                </a:lnTo>
                <a:lnTo>
                  <a:pt x="314325" y="733425"/>
                </a:lnTo>
                <a:lnTo>
                  <a:pt x="295275" y="733425"/>
                </a:lnTo>
                <a:lnTo>
                  <a:pt x="295275" y="742950"/>
                </a:lnTo>
                <a:lnTo>
                  <a:pt x="257175" y="742950"/>
                </a:lnTo>
                <a:lnTo>
                  <a:pt x="257175" y="752475"/>
                </a:lnTo>
                <a:lnTo>
                  <a:pt x="247650" y="752475"/>
                </a:lnTo>
                <a:lnTo>
                  <a:pt x="247650" y="762000"/>
                </a:lnTo>
                <a:lnTo>
                  <a:pt x="219075" y="762000"/>
                </a:lnTo>
                <a:lnTo>
                  <a:pt x="219075" y="752475"/>
                </a:lnTo>
                <a:lnTo>
                  <a:pt x="238125" y="752475"/>
                </a:lnTo>
                <a:lnTo>
                  <a:pt x="238125" y="723900"/>
                </a:lnTo>
                <a:lnTo>
                  <a:pt x="257175" y="723900"/>
                </a:lnTo>
                <a:lnTo>
                  <a:pt x="257175" y="733425"/>
                </a:lnTo>
                <a:lnTo>
                  <a:pt x="276225" y="733425"/>
                </a:lnTo>
                <a:close/>
                <a:moveTo>
                  <a:pt x="981075" y="704850"/>
                </a:moveTo>
                <a:lnTo>
                  <a:pt x="990600" y="704850"/>
                </a:lnTo>
                <a:lnTo>
                  <a:pt x="990600" y="714375"/>
                </a:lnTo>
                <a:lnTo>
                  <a:pt x="981075" y="714375"/>
                </a:lnTo>
                <a:close/>
                <a:moveTo>
                  <a:pt x="1314450" y="704850"/>
                </a:moveTo>
                <a:lnTo>
                  <a:pt x="1323975" y="704850"/>
                </a:lnTo>
                <a:lnTo>
                  <a:pt x="1323975" y="714375"/>
                </a:lnTo>
                <a:lnTo>
                  <a:pt x="1314450" y="714375"/>
                </a:lnTo>
                <a:close/>
                <a:moveTo>
                  <a:pt x="19050" y="714375"/>
                </a:moveTo>
                <a:lnTo>
                  <a:pt x="28575" y="714375"/>
                </a:lnTo>
                <a:lnTo>
                  <a:pt x="28575" y="723900"/>
                </a:lnTo>
                <a:lnTo>
                  <a:pt x="57150" y="723900"/>
                </a:lnTo>
                <a:lnTo>
                  <a:pt x="57150" y="733425"/>
                </a:lnTo>
                <a:lnTo>
                  <a:pt x="47625" y="733425"/>
                </a:lnTo>
                <a:lnTo>
                  <a:pt x="47625" y="752475"/>
                </a:lnTo>
                <a:lnTo>
                  <a:pt x="28575" y="752475"/>
                </a:lnTo>
                <a:lnTo>
                  <a:pt x="28575" y="742950"/>
                </a:lnTo>
                <a:lnTo>
                  <a:pt x="9525" y="742950"/>
                </a:lnTo>
                <a:lnTo>
                  <a:pt x="9525" y="733425"/>
                </a:lnTo>
                <a:lnTo>
                  <a:pt x="0" y="733425"/>
                </a:lnTo>
                <a:lnTo>
                  <a:pt x="0" y="723900"/>
                </a:lnTo>
                <a:lnTo>
                  <a:pt x="19050" y="723900"/>
                </a:lnTo>
                <a:close/>
                <a:moveTo>
                  <a:pt x="352425" y="733425"/>
                </a:moveTo>
                <a:lnTo>
                  <a:pt x="361950" y="733425"/>
                </a:lnTo>
                <a:lnTo>
                  <a:pt x="361950" y="742950"/>
                </a:lnTo>
                <a:lnTo>
                  <a:pt x="352425" y="742950"/>
                </a:lnTo>
                <a:close/>
                <a:moveTo>
                  <a:pt x="581025" y="733425"/>
                </a:moveTo>
                <a:lnTo>
                  <a:pt x="590550" y="733425"/>
                </a:lnTo>
                <a:lnTo>
                  <a:pt x="590550" y="742950"/>
                </a:lnTo>
                <a:lnTo>
                  <a:pt x="581025" y="742950"/>
                </a:lnTo>
                <a:close/>
                <a:moveTo>
                  <a:pt x="371475" y="742950"/>
                </a:moveTo>
                <a:lnTo>
                  <a:pt x="390525" y="742950"/>
                </a:lnTo>
                <a:lnTo>
                  <a:pt x="390525" y="752475"/>
                </a:lnTo>
                <a:lnTo>
                  <a:pt x="371475" y="752475"/>
                </a:lnTo>
                <a:close/>
                <a:moveTo>
                  <a:pt x="1314450" y="742950"/>
                </a:moveTo>
                <a:lnTo>
                  <a:pt x="1371600" y="742950"/>
                </a:lnTo>
                <a:lnTo>
                  <a:pt x="1371600" y="752475"/>
                </a:lnTo>
                <a:lnTo>
                  <a:pt x="1381125" y="752475"/>
                </a:lnTo>
                <a:lnTo>
                  <a:pt x="1381125" y="742950"/>
                </a:lnTo>
                <a:lnTo>
                  <a:pt x="1390650" y="742950"/>
                </a:lnTo>
                <a:lnTo>
                  <a:pt x="1390650" y="752475"/>
                </a:lnTo>
                <a:lnTo>
                  <a:pt x="1400175" y="752475"/>
                </a:lnTo>
                <a:lnTo>
                  <a:pt x="1400175" y="762000"/>
                </a:lnTo>
                <a:lnTo>
                  <a:pt x="1419225" y="762000"/>
                </a:lnTo>
                <a:lnTo>
                  <a:pt x="1419225" y="752475"/>
                </a:lnTo>
                <a:lnTo>
                  <a:pt x="1438275" y="752475"/>
                </a:lnTo>
                <a:lnTo>
                  <a:pt x="1438275" y="762000"/>
                </a:lnTo>
                <a:lnTo>
                  <a:pt x="1428750" y="762000"/>
                </a:lnTo>
                <a:lnTo>
                  <a:pt x="1428750" y="781050"/>
                </a:lnTo>
                <a:lnTo>
                  <a:pt x="1419225" y="781050"/>
                </a:lnTo>
                <a:lnTo>
                  <a:pt x="1419225" y="800100"/>
                </a:lnTo>
                <a:lnTo>
                  <a:pt x="1409700" y="800100"/>
                </a:lnTo>
                <a:lnTo>
                  <a:pt x="1409700" y="790575"/>
                </a:lnTo>
                <a:lnTo>
                  <a:pt x="1390650" y="790575"/>
                </a:lnTo>
                <a:lnTo>
                  <a:pt x="1390650" y="800100"/>
                </a:lnTo>
                <a:lnTo>
                  <a:pt x="1381125" y="800100"/>
                </a:lnTo>
                <a:lnTo>
                  <a:pt x="1381125" y="809625"/>
                </a:lnTo>
                <a:lnTo>
                  <a:pt x="1371600" y="809625"/>
                </a:lnTo>
                <a:lnTo>
                  <a:pt x="1371600" y="819150"/>
                </a:lnTo>
                <a:lnTo>
                  <a:pt x="1400175" y="819150"/>
                </a:lnTo>
                <a:lnTo>
                  <a:pt x="1400175" y="828675"/>
                </a:lnTo>
                <a:lnTo>
                  <a:pt x="1409700" y="828675"/>
                </a:lnTo>
                <a:lnTo>
                  <a:pt x="1409700" y="838200"/>
                </a:lnTo>
                <a:lnTo>
                  <a:pt x="1400175" y="838200"/>
                </a:lnTo>
                <a:lnTo>
                  <a:pt x="1400175" y="847725"/>
                </a:lnTo>
                <a:lnTo>
                  <a:pt x="1381125" y="847725"/>
                </a:lnTo>
                <a:lnTo>
                  <a:pt x="1381125" y="838200"/>
                </a:lnTo>
                <a:lnTo>
                  <a:pt x="1352550" y="838200"/>
                </a:lnTo>
                <a:lnTo>
                  <a:pt x="1352550" y="809625"/>
                </a:lnTo>
                <a:lnTo>
                  <a:pt x="1343025" y="809625"/>
                </a:lnTo>
                <a:lnTo>
                  <a:pt x="1343025" y="819150"/>
                </a:lnTo>
                <a:lnTo>
                  <a:pt x="1323975" y="819150"/>
                </a:lnTo>
                <a:lnTo>
                  <a:pt x="1323975" y="809625"/>
                </a:lnTo>
                <a:lnTo>
                  <a:pt x="1295400" y="809625"/>
                </a:lnTo>
                <a:lnTo>
                  <a:pt x="1295400" y="800100"/>
                </a:lnTo>
                <a:lnTo>
                  <a:pt x="1285875" y="800100"/>
                </a:lnTo>
                <a:lnTo>
                  <a:pt x="1285875" y="790575"/>
                </a:lnTo>
                <a:lnTo>
                  <a:pt x="1295400" y="790575"/>
                </a:lnTo>
                <a:lnTo>
                  <a:pt x="1295400" y="781050"/>
                </a:lnTo>
                <a:lnTo>
                  <a:pt x="1314450" y="781050"/>
                </a:lnTo>
                <a:close/>
                <a:moveTo>
                  <a:pt x="0" y="752475"/>
                </a:moveTo>
                <a:lnTo>
                  <a:pt x="9525" y="752475"/>
                </a:lnTo>
                <a:lnTo>
                  <a:pt x="9525" y="762000"/>
                </a:lnTo>
                <a:lnTo>
                  <a:pt x="19050" y="762000"/>
                </a:lnTo>
                <a:lnTo>
                  <a:pt x="19050" y="781050"/>
                </a:lnTo>
                <a:lnTo>
                  <a:pt x="0" y="781050"/>
                </a:lnTo>
                <a:close/>
                <a:moveTo>
                  <a:pt x="571500" y="752475"/>
                </a:moveTo>
                <a:lnTo>
                  <a:pt x="581025" y="752475"/>
                </a:lnTo>
                <a:lnTo>
                  <a:pt x="581025" y="781050"/>
                </a:lnTo>
                <a:lnTo>
                  <a:pt x="571500" y="781050"/>
                </a:lnTo>
                <a:close/>
                <a:moveTo>
                  <a:pt x="1514475" y="752475"/>
                </a:moveTo>
                <a:lnTo>
                  <a:pt x="1524000" y="752475"/>
                </a:lnTo>
                <a:lnTo>
                  <a:pt x="1524000" y="762000"/>
                </a:lnTo>
                <a:lnTo>
                  <a:pt x="1514475" y="762000"/>
                </a:lnTo>
                <a:close/>
                <a:moveTo>
                  <a:pt x="390525" y="781050"/>
                </a:moveTo>
                <a:lnTo>
                  <a:pt x="400050" y="781050"/>
                </a:lnTo>
                <a:lnTo>
                  <a:pt x="400050" y="790575"/>
                </a:lnTo>
                <a:lnTo>
                  <a:pt x="390525" y="790575"/>
                </a:lnTo>
                <a:close/>
                <a:moveTo>
                  <a:pt x="1057275" y="781050"/>
                </a:moveTo>
                <a:lnTo>
                  <a:pt x="1076325" y="781050"/>
                </a:lnTo>
                <a:lnTo>
                  <a:pt x="1076325" y="790575"/>
                </a:lnTo>
                <a:lnTo>
                  <a:pt x="1057275" y="790575"/>
                </a:lnTo>
                <a:close/>
                <a:moveTo>
                  <a:pt x="600075" y="790575"/>
                </a:moveTo>
                <a:lnTo>
                  <a:pt x="628650" y="790575"/>
                </a:lnTo>
                <a:lnTo>
                  <a:pt x="628650" y="800100"/>
                </a:lnTo>
                <a:lnTo>
                  <a:pt x="666750" y="800100"/>
                </a:lnTo>
                <a:lnTo>
                  <a:pt x="666750" y="809625"/>
                </a:lnTo>
                <a:lnTo>
                  <a:pt x="647700" y="809625"/>
                </a:lnTo>
                <a:lnTo>
                  <a:pt x="647700" y="819150"/>
                </a:lnTo>
                <a:lnTo>
                  <a:pt x="619125" y="819150"/>
                </a:lnTo>
                <a:lnTo>
                  <a:pt x="619125" y="800100"/>
                </a:lnTo>
                <a:lnTo>
                  <a:pt x="600075" y="800100"/>
                </a:lnTo>
                <a:close/>
                <a:moveTo>
                  <a:pt x="676275" y="790575"/>
                </a:moveTo>
                <a:lnTo>
                  <a:pt x="685800" y="790575"/>
                </a:lnTo>
                <a:lnTo>
                  <a:pt x="685800" y="800100"/>
                </a:lnTo>
                <a:lnTo>
                  <a:pt x="676275" y="800100"/>
                </a:lnTo>
                <a:close/>
                <a:moveTo>
                  <a:pt x="295275" y="800100"/>
                </a:moveTo>
                <a:lnTo>
                  <a:pt x="304800" y="800100"/>
                </a:lnTo>
                <a:lnTo>
                  <a:pt x="304800" y="809625"/>
                </a:lnTo>
                <a:lnTo>
                  <a:pt x="295275" y="809625"/>
                </a:lnTo>
                <a:close/>
                <a:moveTo>
                  <a:pt x="400050" y="800100"/>
                </a:moveTo>
                <a:lnTo>
                  <a:pt x="419100" y="800100"/>
                </a:lnTo>
                <a:lnTo>
                  <a:pt x="419100" y="819150"/>
                </a:lnTo>
                <a:lnTo>
                  <a:pt x="409575" y="819150"/>
                </a:lnTo>
                <a:lnTo>
                  <a:pt x="409575" y="809625"/>
                </a:lnTo>
                <a:lnTo>
                  <a:pt x="400050" y="809625"/>
                </a:lnTo>
                <a:close/>
                <a:moveTo>
                  <a:pt x="1104900" y="800100"/>
                </a:moveTo>
                <a:lnTo>
                  <a:pt x="1143000" y="800100"/>
                </a:lnTo>
                <a:lnTo>
                  <a:pt x="1143000" y="809625"/>
                </a:lnTo>
                <a:lnTo>
                  <a:pt x="1133475" y="809625"/>
                </a:lnTo>
                <a:lnTo>
                  <a:pt x="1133475" y="828675"/>
                </a:lnTo>
                <a:lnTo>
                  <a:pt x="1162050" y="828675"/>
                </a:lnTo>
                <a:lnTo>
                  <a:pt x="1162050" y="819150"/>
                </a:lnTo>
                <a:lnTo>
                  <a:pt x="1190625" y="819150"/>
                </a:lnTo>
                <a:lnTo>
                  <a:pt x="1190625" y="838200"/>
                </a:lnTo>
                <a:lnTo>
                  <a:pt x="1181100" y="838200"/>
                </a:lnTo>
                <a:lnTo>
                  <a:pt x="1181100" y="828675"/>
                </a:lnTo>
                <a:lnTo>
                  <a:pt x="1162050" y="828675"/>
                </a:lnTo>
                <a:lnTo>
                  <a:pt x="1162050" y="838200"/>
                </a:lnTo>
                <a:lnTo>
                  <a:pt x="1152525" y="838200"/>
                </a:lnTo>
                <a:lnTo>
                  <a:pt x="1152525" y="847725"/>
                </a:lnTo>
                <a:lnTo>
                  <a:pt x="1143000" y="847725"/>
                </a:lnTo>
                <a:lnTo>
                  <a:pt x="1143000" y="857250"/>
                </a:lnTo>
                <a:lnTo>
                  <a:pt x="1152525" y="857250"/>
                </a:lnTo>
                <a:lnTo>
                  <a:pt x="1152525" y="866775"/>
                </a:lnTo>
                <a:lnTo>
                  <a:pt x="1133475" y="866775"/>
                </a:lnTo>
                <a:lnTo>
                  <a:pt x="1133475" y="857250"/>
                </a:lnTo>
                <a:lnTo>
                  <a:pt x="1114425" y="857250"/>
                </a:lnTo>
                <a:lnTo>
                  <a:pt x="1114425" y="819150"/>
                </a:lnTo>
                <a:lnTo>
                  <a:pt x="1104900" y="819150"/>
                </a:lnTo>
                <a:close/>
                <a:moveTo>
                  <a:pt x="1447800" y="800100"/>
                </a:moveTo>
                <a:lnTo>
                  <a:pt x="1466850" y="800100"/>
                </a:lnTo>
                <a:lnTo>
                  <a:pt x="1466850" y="809625"/>
                </a:lnTo>
                <a:lnTo>
                  <a:pt x="1447800" y="809625"/>
                </a:lnTo>
                <a:close/>
                <a:moveTo>
                  <a:pt x="457200" y="809625"/>
                </a:moveTo>
                <a:lnTo>
                  <a:pt x="504825" y="809625"/>
                </a:lnTo>
                <a:lnTo>
                  <a:pt x="504825" y="828675"/>
                </a:lnTo>
                <a:lnTo>
                  <a:pt x="485775" y="828675"/>
                </a:lnTo>
                <a:lnTo>
                  <a:pt x="485775" y="847725"/>
                </a:lnTo>
                <a:lnTo>
                  <a:pt x="476250" y="847725"/>
                </a:lnTo>
                <a:lnTo>
                  <a:pt x="476250" y="838200"/>
                </a:lnTo>
                <a:lnTo>
                  <a:pt x="457200" y="838200"/>
                </a:lnTo>
                <a:lnTo>
                  <a:pt x="457200" y="828675"/>
                </a:lnTo>
                <a:lnTo>
                  <a:pt x="447675" y="828675"/>
                </a:lnTo>
                <a:lnTo>
                  <a:pt x="447675" y="819150"/>
                </a:lnTo>
                <a:lnTo>
                  <a:pt x="457200" y="819150"/>
                </a:lnTo>
                <a:close/>
                <a:moveTo>
                  <a:pt x="514350" y="809625"/>
                </a:moveTo>
                <a:lnTo>
                  <a:pt x="533400" y="809625"/>
                </a:lnTo>
                <a:lnTo>
                  <a:pt x="533400" y="819150"/>
                </a:lnTo>
                <a:lnTo>
                  <a:pt x="514350" y="819150"/>
                </a:lnTo>
                <a:close/>
                <a:moveTo>
                  <a:pt x="1466850" y="809625"/>
                </a:moveTo>
                <a:lnTo>
                  <a:pt x="1476375" y="809625"/>
                </a:lnTo>
                <a:lnTo>
                  <a:pt x="1476375" y="819150"/>
                </a:lnTo>
                <a:lnTo>
                  <a:pt x="1466850" y="819150"/>
                </a:lnTo>
                <a:close/>
                <a:moveTo>
                  <a:pt x="1000125" y="819150"/>
                </a:moveTo>
                <a:lnTo>
                  <a:pt x="1009650" y="819150"/>
                </a:lnTo>
                <a:lnTo>
                  <a:pt x="1009650" y="828675"/>
                </a:lnTo>
                <a:lnTo>
                  <a:pt x="1000125" y="828675"/>
                </a:lnTo>
                <a:close/>
                <a:moveTo>
                  <a:pt x="590550" y="828675"/>
                </a:moveTo>
                <a:lnTo>
                  <a:pt x="600075" y="828675"/>
                </a:lnTo>
                <a:lnTo>
                  <a:pt x="600075" y="847725"/>
                </a:lnTo>
                <a:lnTo>
                  <a:pt x="619125" y="847725"/>
                </a:lnTo>
                <a:lnTo>
                  <a:pt x="619125" y="838200"/>
                </a:lnTo>
                <a:lnTo>
                  <a:pt x="638175" y="838200"/>
                </a:lnTo>
                <a:lnTo>
                  <a:pt x="638175" y="847725"/>
                </a:lnTo>
                <a:lnTo>
                  <a:pt x="647700" y="847725"/>
                </a:lnTo>
                <a:lnTo>
                  <a:pt x="647700" y="857250"/>
                </a:lnTo>
                <a:lnTo>
                  <a:pt x="657225" y="857250"/>
                </a:lnTo>
                <a:lnTo>
                  <a:pt x="657225" y="847725"/>
                </a:lnTo>
                <a:lnTo>
                  <a:pt x="676275" y="847725"/>
                </a:lnTo>
                <a:lnTo>
                  <a:pt x="676275" y="857250"/>
                </a:lnTo>
                <a:lnTo>
                  <a:pt x="685800" y="857250"/>
                </a:lnTo>
                <a:lnTo>
                  <a:pt x="685800" y="876300"/>
                </a:lnTo>
                <a:lnTo>
                  <a:pt x="704850" y="876300"/>
                </a:lnTo>
                <a:lnTo>
                  <a:pt x="704850" y="904875"/>
                </a:lnTo>
                <a:lnTo>
                  <a:pt x="695325" y="904875"/>
                </a:lnTo>
                <a:lnTo>
                  <a:pt x="695325" y="914400"/>
                </a:lnTo>
                <a:lnTo>
                  <a:pt x="676275" y="914400"/>
                </a:lnTo>
                <a:lnTo>
                  <a:pt x="676275" y="885825"/>
                </a:lnTo>
                <a:lnTo>
                  <a:pt x="666750" y="885825"/>
                </a:lnTo>
                <a:lnTo>
                  <a:pt x="666750" y="895350"/>
                </a:lnTo>
                <a:lnTo>
                  <a:pt x="657225" y="895350"/>
                </a:lnTo>
                <a:lnTo>
                  <a:pt x="657225" y="904875"/>
                </a:lnTo>
                <a:lnTo>
                  <a:pt x="647700" y="904875"/>
                </a:lnTo>
                <a:lnTo>
                  <a:pt x="647700" y="914400"/>
                </a:lnTo>
                <a:lnTo>
                  <a:pt x="638175" y="914400"/>
                </a:lnTo>
                <a:lnTo>
                  <a:pt x="638175" y="923925"/>
                </a:lnTo>
                <a:lnTo>
                  <a:pt x="609600" y="923925"/>
                </a:lnTo>
                <a:lnTo>
                  <a:pt x="609600" y="914400"/>
                </a:lnTo>
                <a:lnTo>
                  <a:pt x="600075" y="914400"/>
                </a:lnTo>
                <a:lnTo>
                  <a:pt x="600075" y="904875"/>
                </a:lnTo>
                <a:lnTo>
                  <a:pt x="590550" y="904875"/>
                </a:lnTo>
                <a:lnTo>
                  <a:pt x="590550" y="885825"/>
                </a:lnTo>
                <a:lnTo>
                  <a:pt x="581025" y="885825"/>
                </a:lnTo>
                <a:lnTo>
                  <a:pt x="581025" y="895350"/>
                </a:lnTo>
                <a:lnTo>
                  <a:pt x="552450" y="895350"/>
                </a:lnTo>
                <a:lnTo>
                  <a:pt x="552450" y="876300"/>
                </a:lnTo>
                <a:lnTo>
                  <a:pt x="561975" y="876300"/>
                </a:lnTo>
                <a:lnTo>
                  <a:pt x="561975" y="885825"/>
                </a:lnTo>
                <a:lnTo>
                  <a:pt x="571500" y="885825"/>
                </a:lnTo>
                <a:lnTo>
                  <a:pt x="571500" y="876300"/>
                </a:lnTo>
                <a:lnTo>
                  <a:pt x="581025" y="876300"/>
                </a:lnTo>
                <a:lnTo>
                  <a:pt x="581025" y="866775"/>
                </a:lnTo>
                <a:lnTo>
                  <a:pt x="590550" y="866775"/>
                </a:lnTo>
                <a:close/>
                <a:moveTo>
                  <a:pt x="981075" y="828675"/>
                </a:moveTo>
                <a:lnTo>
                  <a:pt x="1000125" y="828675"/>
                </a:lnTo>
                <a:lnTo>
                  <a:pt x="1000125" y="838200"/>
                </a:lnTo>
                <a:lnTo>
                  <a:pt x="981075" y="838200"/>
                </a:lnTo>
                <a:close/>
                <a:moveTo>
                  <a:pt x="962025" y="838200"/>
                </a:moveTo>
                <a:lnTo>
                  <a:pt x="981075" y="838200"/>
                </a:lnTo>
                <a:lnTo>
                  <a:pt x="981075" y="847725"/>
                </a:lnTo>
                <a:lnTo>
                  <a:pt x="962025" y="847725"/>
                </a:lnTo>
                <a:close/>
                <a:moveTo>
                  <a:pt x="485775" y="847725"/>
                </a:moveTo>
                <a:lnTo>
                  <a:pt x="495300" y="847725"/>
                </a:lnTo>
                <a:lnTo>
                  <a:pt x="495300" y="857250"/>
                </a:lnTo>
                <a:lnTo>
                  <a:pt x="514350" y="857250"/>
                </a:lnTo>
                <a:lnTo>
                  <a:pt x="514350" y="885825"/>
                </a:lnTo>
                <a:lnTo>
                  <a:pt x="504825" y="885825"/>
                </a:lnTo>
                <a:lnTo>
                  <a:pt x="504825" y="866775"/>
                </a:lnTo>
                <a:lnTo>
                  <a:pt x="495300" y="866775"/>
                </a:lnTo>
                <a:lnTo>
                  <a:pt x="495300" y="876300"/>
                </a:lnTo>
                <a:lnTo>
                  <a:pt x="485775" y="876300"/>
                </a:lnTo>
                <a:lnTo>
                  <a:pt x="485775" y="866775"/>
                </a:lnTo>
                <a:lnTo>
                  <a:pt x="476250" y="866775"/>
                </a:lnTo>
                <a:lnTo>
                  <a:pt x="476250" y="857250"/>
                </a:lnTo>
                <a:lnTo>
                  <a:pt x="485775" y="857250"/>
                </a:lnTo>
                <a:close/>
                <a:moveTo>
                  <a:pt x="0" y="857250"/>
                </a:moveTo>
                <a:lnTo>
                  <a:pt x="9525" y="857250"/>
                </a:lnTo>
                <a:lnTo>
                  <a:pt x="9525" y="866775"/>
                </a:lnTo>
                <a:lnTo>
                  <a:pt x="0" y="866775"/>
                </a:lnTo>
                <a:close/>
                <a:moveTo>
                  <a:pt x="1009650" y="857250"/>
                </a:moveTo>
                <a:lnTo>
                  <a:pt x="1038225" y="857250"/>
                </a:lnTo>
                <a:lnTo>
                  <a:pt x="1038225" y="876300"/>
                </a:lnTo>
                <a:lnTo>
                  <a:pt x="1028700" y="876300"/>
                </a:lnTo>
                <a:lnTo>
                  <a:pt x="1028700" y="895350"/>
                </a:lnTo>
                <a:lnTo>
                  <a:pt x="1019175" y="895350"/>
                </a:lnTo>
                <a:lnTo>
                  <a:pt x="1019175" y="904875"/>
                </a:lnTo>
                <a:lnTo>
                  <a:pt x="990600" y="904875"/>
                </a:lnTo>
                <a:lnTo>
                  <a:pt x="990600" y="876300"/>
                </a:lnTo>
                <a:lnTo>
                  <a:pt x="1000125" y="876300"/>
                </a:lnTo>
                <a:lnTo>
                  <a:pt x="1000125" y="866775"/>
                </a:lnTo>
                <a:lnTo>
                  <a:pt x="1009650" y="866775"/>
                </a:lnTo>
                <a:close/>
                <a:moveTo>
                  <a:pt x="1209675" y="866775"/>
                </a:moveTo>
                <a:lnTo>
                  <a:pt x="1228725" y="866775"/>
                </a:lnTo>
                <a:lnTo>
                  <a:pt x="1228725" y="876300"/>
                </a:lnTo>
                <a:lnTo>
                  <a:pt x="1247775" y="876300"/>
                </a:lnTo>
                <a:lnTo>
                  <a:pt x="1247775" y="866775"/>
                </a:lnTo>
                <a:lnTo>
                  <a:pt x="1257300" y="866775"/>
                </a:lnTo>
                <a:lnTo>
                  <a:pt x="1257300" y="885825"/>
                </a:lnTo>
                <a:lnTo>
                  <a:pt x="1266825" y="885825"/>
                </a:lnTo>
                <a:lnTo>
                  <a:pt x="1266825" y="895350"/>
                </a:lnTo>
                <a:lnTo>
                  <a:pt x="1238250" y="895350"/>
                </a:lnTo>
                <a:lnTo>
                  <a:pt x="1238250" y="904875"/>
                </a:lnTo>
                <a:lnTo>
                  <a:pt x="1228725" y="904875"/>
                </a:lnTo>
                <a:lnTo>
                  <a:pt x="1228725" y="895350"/>
                </a:lnTo>
                <a:lnTo>
                  <a:pt x="1219200" y="895350"/>
                </a:lnTo>
                <a:lnTo>
                  <a:pt x="1219200" y="876300"/>
                </a:lnTo>
                <a:lnTo>
                  <a:pt x="1209675" y="876300"/>
                </a:lnTo>
                <a:close/>
                <a:moveTo>
                  <a:pt x="638175" y="876300"/>
                </a:moveTo>
                <a:lnTo>
                  <a:pt x="600075" y="876300"/>
                </a:lnTo>
                <a:lnTo>
                  <a:pt x="600075" y="885825"/>
                </a:lnTo>
                <a:lnTo>
                  <a:pt x="619125" y="885825"/>
                </a:lnTo>
                <a:lnTo>
                  <a:pt x="619125" y="895350"/>
                </a:lnTo>
                <a:lnTo>
                  <a:pt x="628650" y="895350"/>
                </a:lnTo>
                <a:lnTo>
                  <a:pt x="628650" y="885825"/>
                </a:lnTo>
                <a:lnTo>
                  <a:pt x="638175" y="885825"/>
                </a:lnTo>
                <a:close/>
                <a:moveTo>
                  <a:pt x="638175" y="876300"/>
                </a:moveTo>
                <a:lnTo>
                  <a:pt x="657225" y="876300"/>
                </a:lnTo>
                <a:lnTo>
                  <a:pt x="657225" y="866775"/>
                </a:lnTo>
                <a:lnTo>
                  <a:pt x="638175" y="866775"/>
                </a:lnTo>
                <a:close/>
                <a:moveTo>
                  <a:pt x="838200" y="885825"/>
                </a:moveTo>
                <a:lnTo>
                  <a:pt x="847725" y="885825"/>
                </a:lnTo>
                <a:lnTo>
                  <a:pt x="847725" y="895350"/>
                </a:lnTo>
                <a:lnTo>
                  <a:pt x="838200" y="895350"/>
                </a:lnTo>
                <a:close/>
                <a:moveTo>
                  <a:pt x="981075" y="904875"/>
                </a:moveTo>
                <a:lnTo>
                  <a:pt x="990600" y="904875"/>
                </a:lnTo>
                <a:lnTo>
                  <a:pt x="990600" y="923925"/>
                </a:lnTo>
                <a:lnTo>
                  <a:pt x="981075" y="923925"/>
                </a:lnTo>
                <a:close/>
                <a:moveTo>
                  <a:pt x="695325" y="914400"/>
                </a:moveTo>
                <a:lnTo>
                  <a:pt x="704850" y="914400"/>
                </a:lnTo>
                <a:lnTo>
                  <a:pt x="704850" y="923925"/>
                </a:lnTo>
                <a:lnTo>
                  <a:pt x="695325" y="923925"/>
                </a:lnTo>
                <a:close/>
                <a:moveTo>
                  <a:pt x="1057275" y="942975"/>
                </a:moveTo>
                <a:lnTo>
                  <a:pt x="1066800" y="942975"/>
                </a:lnTo>
                <a:lnTo>
                  <a:pt x="1066800" y="962025"/>
                </a:lnTo>
                <a:lnTo>
                  <a:pt x="1057275" y="962025"/>
                </a:lnTo>
                <a:lnTo>
                  <a:pt x="1057275" y="981075"/>
                </a:lnTo>
                <a:lnTo>
                  <a:pt x="1047750" y="981075"/>
                </a:lnTo>
                <a:lnTo>
                  <a:pt x="1047750" y="990600"/>
                </a:lnTo>
                <a:lnTo>
                  <a:pt x="1028700" y="990600"/>
                </a:lnTo>
                <a:lnTo>
                  <a:pt x="1028700" y="971550"/>
                </a:lnTo>
                <a:lnTo>
                  <a:pt x="1038225" y="971550"/>
                </a:lnTo>
                <a:lnTo>
                  <a:pt x="1038225" y="962025"/>
                </a:lnTo>
                <a:lnTo>
                  <a:pt x="1047750" y="962025"/>
                </a:lnTo>
                <a:lnTo>
                  <a:pt x="1047750" y="952500"/>
                </a:lnTo>
                <a:lnTo>
                  <a:pt x="1057275" y="952500"/>
                </a:lnTo>
                <a:close/>
                <a:moveTo>
                  <a:pt x="438150" y="971550"/>
                </a:moveTo>
                <a:lnTo>
                  <a:pt x="466725" y="971550"/>
                </a:lnTo>
                <a:lnTo>
                  <a:pt x="466725" y="981075"/>
                </a:lnTo>
                <a:lnTo>
                  <a:pt x="447675" y="981075"/>
                </a:lnTo>
                <a:lnTo>
                  <a:pt x="447675" y="1009650"/>
                </a:lnTo>
                <a:lnTo>
                  <a:pt x="438150" y="1009650"/>
                </a:lnTo>
                <a:close/>
                <a:moveTo>
                  <a:pt x="1009650" y="971550"/>
                </a:moveTo>
                <a:lnTo>
                  <a:pt x="1019175" y="971550"/>
                </a:lnTo>
                <a:lnTo>
                  <a:pt x="1019175" y="990600"/>
                </a:lnTo>
                <a:lnTo>
                  <a:pt x="1009650" y="990600"/>
                </a:lnTo>
                <a:close/>
                <a:moveTo>
                  <a:pt x="1133475" y="971550"/>
                </a:moveTo>
                <a:lnTo>
                  <a:pt x="1152525" y="971550"/>
                </a:lnTo>
                <a:lnTo>
                  <a:pt x="1152525" y="990600"/>
                </a:lnTo>
                <a:lnTo>
                  <a:pt x="1143000" y="990600"/>
                </a:lnTo>
                <a:lnTo>
                  <a:pt x="1143000" y="1000125"/>
                </a:lnTo>
                <a:lnTo>
                  <a:pt x="1133475" y="1000125"/>
                </a:lnTo>
                <a:close/>
                <a:moveTo>
                  <a:pt x="228600" y="1000125"/>
                </a:moveTo>
                <a:lnTo>
                  <a:pt x="247650" y="1000125"/>
                </a:lnTo>
                <a:lnTo>
                  <a:pt x="247650" y="1009650"/>
                </a:lnTo>
                <a:lnTo>
                  <a:pt x="228600" y="1009650"/>
                </a:lnTo>
                <a:close/>
                <a:moveTo>
                  <a:pt x="1409700" y="1000125"/>
                </a:moveTo>
                <a:lnTo>
                  <a:pt x="1419225" y="1000125"/>
                </a:lnTo>
                <a:lnTo>
                  <a:pt x="1419225" y="1019175"/>
                </a:lnTo>
                <a:lnTo>
                  <a:pt x="1428750" y="1019175"/>
                </a:lnTo>
                <a:lnTo>
                  <a:pt x="1428750" y="1028700"/>
                </a:lnTo>
                <a:lnTo>
                  <a:pt x="1438275" y="1028700"/>
                </a:lnTo>
                <a:lnTo>
                  <a:pt x="1438275" y="1047750"/>
                </a:lnTo>
                <a:lnTo>
                  <a:pt x="1428750" y="1047750"/>
                </a:lnTo>
                <a:lnTo>
                  <a:pt x="1428750" y="1038225"/>
                </a:lnTo>
                <a:lnTo>
                  <a:pt x="1400175" y="1038225"/>
                </a:lnTo>
                <a:lnTo>
                  <a:pt x="1400175" y="1019175"/>
                </a:lnTo>
                <a:lnTo>
                  <a:pt x="1409700" y="1019175"/>
                </a:lnTo>
                <a:close/>
                <a:moveTo>
                  <a:pt x="447675" y="1009650"/>
                </a:moveTo>
                <a:lnTo>
                  <a:pt x="457200" y="1009650"/>
                </a:lnTo>
                <a:lnTo>
                  <a:pt x="457200" y="1028700"/>
                </a:lnTo>
                <a:lnTo>
                  <a:pt x="447675" y="1028700"/>
                </a:lnTo>
                <a:close/>
                <a:moveTo>
                  <a:pt x="209550" y="1028700"/>
                </a:moveTo>
                <a:lnTo>
                  <a:pt x="228600" y="1028700"/>
                </a:lnTo>
                <a:lnTo>
                  <a:pt x="228600" y="1038225"/>
                </a:lnTo>
                <a:lnTo>
                  <a:pt x="209550" y="1038225"/>
                </a:lnTo>
                <a:close/>
                <a:moveTo>
                  <a:pt x="552450" y="1038225"/>
                </a:moveTo>
                <a:lnTo>
                  <a:pt x="561975" y="1038225"/>
                </a:lnTo>
                <a:lnTo>
                  <a:pt x="561975" y="1047750"/>
                </a:lnTo>
                <a:lnTo>
                  <a:pt x="552450" y="1047750"/>
                </a:lnTo>
                <a:close/>
                <a:moveTo>
                  <a:pt x="1247775" y="1038225"/>
                </a:moveTo>
                <a:lnTo>
                  <a:pt x="1266825" y="1038225"/>
                </a:lnTo>
                <a:lnTo>
                  <a:pt x="1266825" y="1047750"/>
                </a:lnTo>
                <a:lnTo>
                  <a:pt x="1276350" y="1047750"/>
                </a:lnTo>
                <a:lnTo>
                  <a:pt x="1276350" y="1066800"/>
                </a:lnTo>
                <a:lnTo>
                  <a:pt x="1228725" y="1066800"/>
                </a:lnTo>
                <a:lnTo>
                  <a:pt x="1228725" y="1047750"/>
                </a:lnTo>
                <a:lnTo>
                  <a:pt x="1247775" y="1047750"/>
                </a:lnTo>
                <a:close/>
                <a:moveTo>
                  <a:pt x="790575" y="1047750"/>
                </a:moveTo>
                <a:lnTo>
                  <a:pt x="809625" y="1047750"/>
                </a:lnTo>
                <a:lnTo>
                  <a:pt x="809625" y="1057275"/>
                </a:lnTo>
                <a:lnTo>
                  <a:pt x="790575" y="1057275"/>
                </a:lnTo>
                <a:close/>
                <a:moveTo>
                  <a:pt x="1285875" y="1047750"/>
                </a:moveTo>
                <a:lnTo>
                  <a:pt x="1295400" y="1047750"/>
                </a:lnTo>
                <a:lnTo>
                  <a:pt x="1295400" y="1057275"/>
                </a:lnTo>
                <a:lnTo>
                  <a:pt x="1285875" y="1057275"/>
                </a:lnTo>
                <a:close/>
                <a:moveTo>
                  <a:pt x="781050" y="1057275"/>
                </a:moveTo>
                <a:lnTo>
                  <a:pt x="790575" y="1057275"/>
                </a:lnTo>
                <a:lnTo>
                  <a:pt x="790575" y="1066800"/>
                </a:lnTo>
                <a:lnTo>
                  <a:pt x="781050" y="1066800"/>
                </a:lnTo>
                <a:close/>
                <a:moveTo>
                  <a:pt x="1009650" y="1076325"/>
                </a:moveTo>
                <a:lnTo>
                  <a:pt x="1019175" y="1076325"/>
                </a:lnTo>
                <a:lnTo>
                  <a:pt x="1019175" y="1085850"/>
                </a:lnTo>
                <a:lnTo>
                  <a:pt x="1009650" y="1085850"/>
                </a:lnTo>
                <a:close/>
                <a:moveTo>
                  <a:pt x="428625" y="1085850"/>
                </a:moveTo>
                <a:lnTo>
                  <a:pt x="447675" y="1085850"/>
                </a:lnTo>
                <a:lnTo>
                  <a:pt x="447675" y="1095375"/>
                </a:lnTo>
                <a:lnTo>
                  <a:pt x="428625" y="1095375"/>
                </a:lnTo>
                <a:close/>
                <a:moveTo>
                  <a:pt x="1190625" y="1085850"/>
                </a:moveTo>
                <a:lnTo>
                  <a:pt x="1200150" y="1085850"/>
                </a:lnTo>
                <a:lnTo>
                  <a:pt x="1200150" y="1095375"/>
                </a:lnTo>
                <a:lnTo>
                  <a:pt x="1209675" y="1095375"/>
                </a:lnTo>
                <a:lnTo>
                  <a:pt x="1209675" y="1104900"/>
                </a:lnTo>
                <a:lnTo>
                  <a:pt x="1219200" y="1104900"/>
                </a:lnTo>
                <a:lnTo>
                  <a:pt x="1219200" y="1123950"/>
                </a:lnTo>
                <a:lnTo>
                  <a:pt x="1228725" y="1123950"/>
                </a:lnTo>
                <a:lnTo>
                  <a:pt x="1228725" y="1133475"/>
                </a:lnTo>
                <a:lnTo>
                  <a:pt x="1219200" y="1133475"/>
                </a:lnTo>
                <a:lnTo>
                  <a:pt x="1219200" y="1181100"/>
                </a:lnTo>
                <a:lnTo>
                  <a:pt x="1200150" y="1181100"/>
                </a:lnTo>
                <a:lnTo>
                  <a:pt x="1200150" y="1190625"/>
                </a:lnTo>
                <a:lnTo>
                  <a:pt x="1190625" y="1190625"/>
                </a:lnTo>
                <a:lnTo>
                  <a:pt x="1190625" y="1181100"/>
                </a:lnTo>
                <a:lnTo>
                  <a:pt x="1181100" y="1181100"/>
                </a:lnTo>
                <a:lnTo>
                  <a:pt x="1181100" y="1190625"/>
                </a:lnTo>
                <a:lnTo>
                  <a:pt x="1162050" y="1190625"/>
                </a:lnTo>
                <a:lnTo>
                  <a:pt x="1162050" y="1200150"/>
                </a:lnTo>
                <a:lnTo>
                  <a:pt x="1152525" y="1200150"/>
                </a:lnTo>
                <a:lnTo>
                  <a:pt x="1152525" y="1190625"/>
                </a:lnTo>
                <a:lnTo>
                  <a:pt x="1133475" y="1190625"/>
                </a:lnTo>
                <a:lnTo>
                  <a:pt x="1133475" y="1181100"/>
                </a:lnTo>
                <a:lnTo>
                  <a:pt x="1171575" y="1181100"/>
                </a:lnTo>
                <a:lnTo>
                  <a:pt x="1171575" y="1171575"/>
                </a:lnTo>
                <a:lnTo>
                  <a:pt x="1181100" y="1171575"/>
                </a:lnTo>
                <a:lnTo>
                  <a:pt x="1181100" y="1152525"/>
                </a:lnTo>
                <a:lnTo>
                  <a:pt x="1190625" y="1152525"/>
                </a:lnTo>
                <a:lnTo>
                  <a:pt x="1190625" y="1143000"/>
                </a:lnTo>
                <a:lnTo>
                  <a:pt x="1152525" y="1143000"/>
                </a:lnTo>
                <a:lnTo>
                  <a:pt x="1152525" y="1123950"/>
                </a:lnTo>
                <a:lnTo>
                  <a:pt x="1162050" y="1123950"/>
                </a:lnTo>
                <a:lnTo>
                  <a:pt x="1162050" y="1133475"/>
                </a:lnTo>
                <a:lnTo>
                  <a:pt x="1181100" y="1133475"/>
                </a:lnTo>
                <a:lnTo>
                  <a:pt x="1181100" y="1095375"/>
                </a:lnTo>
                <a:lnTo>
                  <a:pt x="1190625" y="1095375"/>
                </a:lnTo>
                <a:close/>
                <a:moveTo>
                  <a:pt x="142875" y="1095375"/>
                </a:moveTo>
                <a:lnTo>
                  <a:pt x="152400" y="1095375"/>
                </a:lnTo>
                <a:lnTo>
                  <a:pt x="152400" y="1104900"/>
                </a:lnTo>
                <a:lnTo>
                  <a:pt x="142875" y="1104900"/>
                </a:lnTo>
                <a:close/>
                <a:moveTo>
                  <a:pt x="419100" y="1095375"/>
                </a:moveTo>
                <a:lnTo>
                  <a:pt x="428625" y="1095375"/>
                </a:lnTo>
                <a:lnTo>
                  <a:pt x="428625" y="1133475"/>
                </a:lnTo>
                <a:lnTo>
                  <a:pt x="438150" y="1133475"/>
                </a:lnTo>
                <a:lnTo>
                  <a:pt x="438150" y="1143000"/>
                </a:lnTo>
                <a:lnTo>
                  <a:pt x="419100" y="1143000"/>
                </a:lnTo>
                <a:lnTo>
                  <a:pt x="419100" y="1133475"/>
                </a:lnTo>
                <a:lnTo>
                  <a:pt x="409575" y="1133475"/>
                </a:lnTo>
                <a:lnTo>
                  <a:pt x="409575" y="1162050"/>
                </a:lnTo>
                <a:lnTo>
                  <a:pt x="400050" y="1162050"/>
                </a:lnTo>
                <a:lnTo>
                  <a:pt x="400050" y="1143000"/>
                </a:lnTo>
                <a:lnTo>
                  <a:pt x="390525" y="1143000"/>
                </a:lnTo>
                <a:lnTo>
                  <a:pt x="390525" y="1152525"/>
                </a:lnTo>
                <a:lnTo>
                  <a:pt x="381000" y="1152525"/>
                </a:lnTo>
                <a:lnTo>
                  <a:pt x="381000" y="1133475"/>
                </a:lnTo>
                <a:lnTo>
                  <a:pt x="390525" y="1133475"/>
                </a:lnTo>
                <a:lnTo>
                  <a:pt x="390525" y="1114425"/>
                </a:lnTo>
                <a:lnTo>
                  <a:pt x="409575" y="1114425"/>
                </a:lnTo>
                <a:lnTo>
                  <a:pt x="409575" y="1104900"/>
                </a:lnTo>
                <a:lnTo>
                  <a:pt x="419100" y="1104900"/>
                </a:lnTo>
                <a:close/>
                <a:moveTo>
                  <a:pt x="266700" y="1104900"/>
                </a:moveTo>
                <a:lnTo>
                  <a:pt x="285750" y="1104900"/>
                </a:lnTo>
                <a:lnTo>
                  <a:pt x="285750" y="1114425"/>
                </a:lnTo>
                <a:lnTo>
                  <a:pt x="266700" y="1114425"/>
                </a:lnTo>
                <a:close/>
                <a:moveTo>
                  <a:pt x="1323975" y="1104900"/>
                </a:moveTo>
                <a:lnTo>
                  <a:pt x="1352550" y="1104900"/>
                </a:lnTo>
                <a:lnTo>
                  <a:pt x="1352550" y="1114425"/>
                </a:lnTo>
                <a:lnTo>
                  <a:pt x="1323975" y="1114425"/>
                </a:lnTo>
                <a:close/>
                <a:moveTo>
                  <a:pt x="266700" y="1123950"/>
                </a:moveTo>
                <a:lnTo>
                  <a:pt x="285750" y="1123950"/>
                </a:lnTo>
                <a:lnTo>
                  <a:pt x="285750" y="1133475"/>
                </a:lnTo>
                <a:lnTo>
                  <a:pt x="304800" y="1133475"/>
                </a:lnTo>
                <a:lnTo>
                  <a:pt x="304800" y="1143000"/>
                </a:lnTo>
                <a:lnTo>
                  <a:pt x="295275" y="1143000"/>
                </a:lnTo>
                <a:lnTo>
                  <a:pt x="295275" y="1152525"/>
                </a:lnTo>
                <a:lnTo>
                  <a:pt x="285750" y="1152525"/>
                </a:lnTo>
                <a:lnTo>
                  <a:pt x="285750" y="1162050"/>
                </a:lnTo>
                <a:lnTo>
                  <a:pt x="276225" y="1162050"/>
                </a:lnTo>
                <a:lnTo>
                  <a:pt x="276225" y="1181100"/>
                </a:lnTo>
                <a:lnTo>
                  <a:pt x="266700" y="1181100"/>
                </a:lnTo>
                <a:lnTo>
                  <a:pt x="266700" y="1190625"/>
                </a:lnTo>
                <a:lnTo>
                  <a:pt x="247650" y="1190625"/>
                </a:lnTo>
                <a:lnTo>
                  <a:pt x="247650" y="1181100"/>
                </a:lnTo>
                <a:lnTo>
                  <a:pt x="257175" y="1181100"/>
                </a:lnTo>
                <a:lnTo>
                  <a:pt x="257175" y="1171575"/>
                </a:lnTo>
                <a:lnTo>
                  <a:pt x="266700" y="1171575"/>
                </a:lnTo>
                <a:lnTo>
                  <a:pt x="266700" y="1143000"/>
                </a:lnTo>
                <a:lnTo>
                  <a:pt x="257175" y="1143000"/>
                </a:lnTo>
                <a:lnTo>
                  <a:pt x="257175" y="1133475"/>
                </a:lnTo>
                <a:lnTo>
                  <a:pt x="266700" y="1133475"/>
                </a:lnTo>
                <a:close/>
                <a:moveTo>
                  <a:pt x="409575" y="1123950"/>
                </a:moveTo>
                <a:lnTo>
                  <a:pt x="419100" y="1123950"/>
                </a:lnTo>
                <a:lnTo>
                  <a:pt x="419100" y="1114425"/>
                </a:lnTo>
                <a:lnTo>
                  <a:pt x="409575" y="1114425"/>
                </a:lnTo>
                <a:close/>
                <a:moveTo>
                  <a:pt x="1104900" y="1123950"/>
                </a:moveTo>
                <a:lnTo>
                  <a:pt x="1114425" y="1123950"/>
                </a:lnTo>
                <a:lnTo>
                  <a:pt x="1114425" y="1133475"/>
                </a:lnTo>
                <a:lnTo>
                  <a:pt x="1104900" y="1133475"/>
                </a:lnTo>
                <a:close/>
                <a:moveTo>
                  <a:pt x="314325" y="1133475"/>
                </a:moveTo>
                <a:lnTo>
                  <a:pt x="323850" y="1133475"/>
                </a:lnTo>
                <a:lnTo>
                  <a:pt x="323850" y="1143000"/>
                </a:lnTo>
                <a:lnTo>
                  <a:pt x="314325" y="1143000"/>
                </a:lnTo>
                <a:close/>
                <a:moveTo>
                  <a:pt x="1228725" y="1133475"/>
                </a:moveTo>
                <a:lnTo>
                  <a:pt x="1247775" y="1133475"/>
                </a:lnTo>
                <a:lnTo>
                  <a:pt x="1247775" y="1143000"/>
                </a:lnTo>
                <a:lnTo>
                  <a:pt x="1257300" y="1143000"/>
                </a:lnTo>
                <a:lnTo>
                  <a:pt x="1257300" y="1152525"/>
                </a:lnTo>
                <a:lnTo>
                  <a:pt x="1228725" y="1152525"/>
                </a:lnTo>
                <a:close/>
                <a:moveTo>
                  <a:pt x="352425" y="1143000"/>
                </a:moveTo>
                <a:lnTo>
                  <a:pt x="371475" y="1143000"/>
                </a:lnTo>
                <a:lnTo>
                  <a:pt x="371475" y="1152525"/>
                </a:lnTo>
                <a:lnTo>
                  <a:pt x="381000" y="1152525"/>
                </a:lnTo>
                <a:lnTo>
                  <a:pt x="381000" y="1171575"/>
                </a:lnTo>
                <a:lnTo>
                  <a:pt x="400050" y="1171575"/>
                </a:lnTo>
                <a:lnTo>
                  <a:pt x="400050" y="1190625"/>
                </a:lnTo>
                <a:lnTo>
                  <a:pt x="390525" y="1190625"/>
                </a:lnTo>
                <a:lnTo>
                  <a:pt x="390525" y="1181100"/>
                </a:lnTo>
                <a:lnTo>
                  <a:pt x="361950" y="1181100"/>
                </a:lnTo>
                <a:lnTo>
                  <a:pt x="361950" y="1190625"/>
                </a:lnTo>
                <a:lnTo>
                  <a:pt x="352425" y="1190625"/>
                </a:lnTo>
                <a:lnTo>
                  <a:pt x="352425" y="1171575"/>
                </a:lnTo>
                <a:lnTo>
                  <a:pt x="342900" y="1171575"/>
                </a:lnTo>
                <a:lnTo>
                  <a:pt x="342900" y="1190625"/>
                </a:lnTo>
                <a:lnTo>
                  <a:pt x="333375" y="1190625"/>
                </a:lnTo>
                <a:lnTo>
                  <a:pt x="333375" y="1200150"/>
                </a:lnTo>
                <a:lnTo>
                  <a:pt x="342900" y="1200150"/>
                </a:lnTo>
                <a:lnTo>
                  <a:pt x="342900" y="1219200"/>
                </a:lnTo>
                <a:lnTo>
                  <a:pt x="314325" y="1219200"/>
                </a:lnTo>
                <a:lnTo>
                  <a:pt x="314325" y="1209675"/>
                </a:lnTo>
                <a:lnTo>
                  <a:pt x="323850" y="1209675"/>
                </a:lnTo>
                <a:lnTo>
                  <a:pt x="323850" y="1190625"/>
                </a:lnTo>
                <a:lnTo>
                  <a:pt x="314325" y="1190625"/>
                </a:lnTo>
                <a:lnTo>
                  <a:pt x="314325" y="1200150"/>
                </a:lnTo>
                <a:lnTo>
                  <a:pt x="304800" y="1200150"/>
                </a:lnTo>
                <a:lnTo>
                  <a:pt x="304800" y="1162050"/>
                </a:lnTo>
                <a:lnTo>
                  <a:pt x="314325" y="1162050"/>
                </a:lnTo>
                <a:lnTo>
                  <a:pt x="314325" y="1152525"/>
                </a:lnTo>
                <a:lnTo>
                  <a:pt x="323850" y="1152525"/>
                </a:lnTo>
                <a:lnTo>
                  <a:pt x="323850" y="1162050"/>
                </a:lnTo>
                <a:lnTo>
                  <a:pt x="342900" y="1162050"/>
                </a:lnTo>
                <a:lnTo>
                  <a:pt x="342900" y="1152525"/>
                </a:lnTo>
                <a:lnTo>
                  <a:pt x="352425" y="1152525"/>
                </a:lnTo>
                <a:close/>
                <a:moveTo>
                  <a:pt x="1066800" y="1152525"/>
                </a:moveTo>
                <a:lnTo>
                  <a:pt x="1076325" y="1152525"/>
                </a:lnTo>
                <a:lnTo>
                  <a:pt x="1076325" y="1162050"/>
                </a:lnTo>
                <a:lnTo>
                  <a:pt x="1066800" y="1162050"/>
                </a:lnTo>
                <a:close/>
                <a:moveTo>
                  <a:pt x="171450" y="1162050"/>
                </a:moveTo>
                <a:lnTo>
                  <a:pt x="180975" y="1162050"/>
                </a:lnTo>
                <a:lnTo>
                  <a:pt x="180975" y="1181100"/>
                </a:lnTo>
                <a:lnTo>
                  <a:pt x="171450" y="1181100"/>
                </a:lnTo>
                <a:close/>
                <a:moveTo>
                  <a:pt x="285750" y="1162050"/>
                </a:moveTo>
                <a:lnTo>
                  <a:pt x="295275" y="1162050"/>
                </a:lnTo>
                <a:lnTo>
                  <a:pt x="295275" y="1190625"/>
                </a:lnTo>
                <a:lnTo>
                  <a:pt x="285750" y="1190625"/>
                </a:lnTo>
                <a:close/>
                <a:moveTo>
                  <a:pt x="1057275" y="1162050"/>
                </a:moveTo>
                <a:lnTo>
                  <a:pt x="1066800" y="1162050"/>
                </a:lnTo>
                <a:lnTo>
                  <a:pt x="1066800" y="1171575"/>
                </a:lnTo>
                <a:lnTo>
                  <a:pt x="1057275" y="1171575"/>
                </a:lnTo>
                <a:close/>
                <a:moveTo>
                  <a:pt x="1228725" y="1162050"/>
                </a:moveTo>
                <a:lnTo>
                  <a:pt x="1247775" y="1162050"/>
                </a:lnTo>
                <a:lnTo>
                  <a:pt x="1247775" y="1171575"/>
                </a:lnTo>
                <a:lnTo>
                  <a:pt x="1257300" y="1171575"/>
                </a:lnTo>
                <a:lnTo>
                  <a:pt x="1257300" y="1162050"/>
                </a:lnTo>
                <a:lnTo>
                  <a:pt x="1266825" y="1162050"/>
                </a:lnTo>
                <a:lnTo>
                  <a:pt x="1266825" y="1171575"/>
                </a:lnTo>
                <a:lnTo>
                  <a:pt x="1295400" y="1171575"/>
                </a:lnTo>
                <a:lnTo>
                  <a:pt x="1295400" y="1190625"/>
                </a:lnTo>
                <a:lnTo>
                  <a:pt x="1304925" y="1190625"/>
                </a:lnTo>
                <a:lnTo>
                  <a:pt x="1304925" y="1200150"/>
                </a:lnTo>
                <a:lnTo>
                  <a:pt x="1285875" y="1200150"/>
                </a:lnTo>
                <a:lnTo>
                  <a:pt x="1285875" y="1219200"/>
                </a:lnTo>
                <a:lnTo>
                  <a:pt x="1257300" y="1219200"/>
                </a:lnTo>
                <a:lnTo>
                  <a:pt x="1257300" y="1200150"/>
                </a:lnTo>
                <a:lnTo>
                  <a:pt x="1238250" y="1200150"/>
                </a:lnTo>
                <a:lnTo>
                  <a:pt x="1238250" y="1219200"/>
                </a:lnTo>
                <a:lnTo>
                  <a:pt x="1228725" y="1219200"/>
                </a:lnTo>
                <a:lnTo>
                  <a:pt x="1228725" y="1209675"/>
                </a:lnTo>
                <a:lnTo>
                  <a:pt x="1219200" y="1209675"/>
                </a:lnTo>
                <a:lnTo>
                  <a:pt x="1219200" y="1200150"/>
                </a:lnTo>
                <a:lnTo>
                  <a:pt x="1228725" y="1200150"/>
                </a:lnTo>
                <a:close/>
                <a:moveTo>
                  <a:pt x="1409700" y="1162050"/>
                </a:moveTo>
                <a:lnTo>
                  <a:pt x="1419225" y="1162050"/>
                </a:lnTo>
                <a:lnTo>
                  <a:pt x="1419225" y="1171575"/>
                </a:lnTo>
                <a:lnTo>
                  <a:pt x="1409700" y="1171575"/>
                </a:lnTo>
                <a:close/>
                <a:moveTo>
                  <a:pt x="1428750" y="1162050"/>
                </a:moveTo>
                <a:lnTo>
                  <a:pt x="1438275" y="1162050"/>
                </a:lnTo>
                <a:lnTo>
                  <a:pt x="1438275" y="1171575"/>
                </a:lnTo>
                <a:lnTo>
                  <a:pt x="1428750" y="1171575"/>
                </a:lnTo>
                <a:close/>
                <a:moveTo>
                  <a:pt x="1323975" y="1171575"/>
                </a:moveTo>
                <a:lnTo>
                  <a:pt x="1343025" y="1171575"/>
                </a:lnTo>
                <a:lnTo>
                  <a:pt x="1343025" y="1181100"/>
                </a:lnTo>
                <a:lnTo>
                  <a:pt x="1352550" y="1181100"/>
                </a:lnTo>
                <a:lnTo>
                  <a:pt x="1352550" y="1190625"/>
                </a:lnTo>
                <a:lnTo>
                  <a:pt x="1362075" y="1190625"/>
                </a:lnTo>
                <a:lnTo>
                  <a:pt x="1362075" y="1200150"/>
                </a:lnTo>
                <a:lnTo>
                  <a:pt x="1371600" y="1200150"/>
                </a:lnTo>
                <a:lnTo>
                  <a:pt x="1371600" y="1219200"/>
                </a:lnTo>
                <a:lnTo>
                  <a:pt x="1352550" y="1219200"/>
                </a:lnTo>
                <a:lnTo>
                  <a:pt x="1352550" y="1228725"/>
                </a:lnTo>
                <a:lnTo>
                  <a:pt x="1343025" y="1228725"/>
                </a:lnTo>
                <a:lnTo>
                  <a:pt x="1343025" y="1247775"/>
                </a:lnTo>
                <a:lnTo>
                  <a:pt x="1333500" y="1247775"/>
                </a:lnTo>
                <a:lnTo>
                  <a:pt x="1333500" y="1228725"/>
                </a:lnTo>
                <a:lnTo>
                  <a:pt x="1323975" y="1228725"/>
                </a:lnTo>
                <a:lnTo>
                  <a:pt x="1323975" y="1219200"/>
                </a:lnTo>
                <a:lnTo>
                  <a:pt x="1314450" y="1219200"/>
                </a:lnTo>
                <a:lnTo>
                  <a:pt x="1314450" y="1209675"/>
                </a:lnTo>
                <a:lnTo>
                  <a:pt x="1304925" y="1209675"/>
                </a:lnTo>
                <a:lnTo>
                  <a:pt x="1304925" y="1200150"/>
                </a:lnTo>
                <a:lnTo>
                  <a:pt x="1323975" y="1200150"/>
                </a:lnTo>
                <a:close/>
                <a:moveTo>
                  <a:pt x="1419225" y="1171575"/>
                </a:moveTo>
                <a:lnTo>
                  <a:pt x="1428750" y="1171575"/>
                </a:lnTo>
                <a:lnTo>
                  <a:pt x="1428750" y="1181100"/>
                </a:lnTo>
                <a:lnTo>
                  <a:pt x="1419225" y="1181100"/>
                </a:lnTo>
                <a:close/>
                <a:moveTo>
                  <a:pt x="142875" y="1181100"/>
                </a:moveTo>
                <a:lnTo>
                  <a:pt x="161925" y="1181100"/>
                </a:lnTo>
                <a:lnTo>
                  <a:pt x="161925" y="1190625"/>
                </a:lnTo>
                <a:lnTo>
                  <a:pt x="180975" y="1190625"/>
                </a:lnTo>
                <a:lnTo>
                  <a:pt x="180975" y="1200150"/>
                </a:lnTo>
                <a:lnTo>
                  <a:pt x="190500" y="1200150"/>
                </a:lnTo>
                <a:lnTo>
                  <a:pt x="190500" y="1219200"/>
                </a:lnTo>
                <a:lnTo>
                  <a:pt x="200025" y="1219200"/>
                </a:lnTo>
                <a:lnTo>
                  <a:pt x="200025" y="1228725"/>
                </a:lnTo>
                <a:lnTo>
                  <a:pt x="171450" y="1228725"/>
                </a:lnTo>
                <a:lnTo>
                  <a:pt x="171450" y="1219200"/>
                </a:lnTo>
                <a:lnTo>
                  <a:pt x="161925" y="1219200"/>
                </a:lnTo>
                <a:lnTo>
                  <a:pt x="161925" y="1200150"/>
                </a:lnTo>
                <a:lnTo>
                  <a:pt x="142875" y="1200150"/>
                </a:lnTo>
                <a:close/>
                <a:moveTo>
                  <a:pt x="1409700" y="1181100"/>
                </a:moveTo>
                <a:lnTo>
                  <a:pt x="1419225" y="1181100"/>
                </a:lnTo>
                <a:lnTo>
                  <a:pt x="1419225" y="1190625"/>
                </a:lnTo>
                <a:lnTo>
                  <a:pt x="1409700" y="1190625"/>
                </a:lnTo>
                <a:close/>
                <a:moveTo>
                  <a:pt x="238125" y="1200150"/>
                </a:moveTo>
                <a:lnTo>
                  <a:pt x="247650" y="1200150"/>
                </a:lnTo>
                <a:lnTo>
                  <a:pt x="247650" y="1228725"/>
                </a:lnTo>
                <a:lnTo>
                  <a:pt x="228600" y="1228725"/>
                </a:lnTo>
                <a:lnTo>
                  <a:pt x="228600" y="1238250"/>
                </a:lnTo>
                <a:lnTo>
                  <a:pt x="219075" y="1238250"/>
                </a:lnTo>
                <a:lnTo>
                  <a:pt x="219075" y="1247775"/>
                </a:lnTo>
                <a:lnTo>
                  <a:pt x="190500" y="1247775"/>
                </a:lnTo>
                <a:lnTo>
                  <a:pt x="190500" y="1238250"/>
                </a:lnTo>
                <a:lnTo>
                  <a:pt x="200025" y="1238250"/>
                </a:lnTo>
                <a:lnTo>
                  <a:pt x="200025" y="1228725"/>
                </a:lnTo>
                <a:lnTo>
                  <a:pt x="219075" y="1228725"/>
                </a:lnTo>
                <a:lnTo>
                  <a:pt x="219075" y="1219200"/>
                </a:lnTo>
                <a:lnTo>
                  <a:pt x="238125" y="1219200"/>
                </a:lnTo>
                <a:close/>
                <a:moveTo>
                  <a:pt x="504825" y="1209675"/>
                </a:moveTo>
                <a:lnTo>
                  <a:pt x="514350" y="1209675"/>
                </a:lnTo>
                <a:lnTo>
                  <a:pt x="514350" y="1238250"/>
                </a:lnTo>
                <a:lnTo>
                  <a:pt x="504825" y="1238250"/>
                </a:lnTo>
                <a:close/>
                <a:moveTo>
                  <a:pt x="685800" y="1209675"/>
                </a:moveTo>
                <a:lnTo>
                  <a:pt x="733425" y="1209675"/>
                </a:lnTo>
                <a:lnTo>
                  <a:pt x="733425" y="1219200"/>
                </a:lnTo>
                <a:lnTo>
                  <a:pt x="685800" y="1219200"/>
                </a:lnTo>
                <a:close/>
                <a:moveTo>
                  <a:pt x="647700" y="1219200"/>
                </a:moveTo>
                <a:lnTo>
                  <a:pt x="685800" y="1219200"/>
                </a:lnTo>
                <a:lnTo>
                  <a:pt x="685800" y="1247775"/>
                </a:lnTo>
                <a:lnTo>
                  <a:pt x="638175" y="1247775"/>
                </a:lnTo>
                <a:lnTo>
                  <a:pt x="638175" y="1238250"/>
                </a:lnTo>
                <a:lnTo>
                  <a:pt x="647700" y="1238250"/>
                </a:lnTo>
                <a:close/>
                <a:moveTo>
                  <a:pt x="904875" y="1219200"/>
                </a:moveTo>
                <a:lnTo>
                  <a:pt x="923925" y="1219200"/>
                </a:lnTo>
                <a:lnTo>
                  <a:pt x="923925" y="1247775"/>
                </a:lnTo>
                <a:lnTo>
                  <a:pt x="885825" y="1247775"/>
                </a:lnTo>
                <a:lnTo>
                  <a:pt x="885825" y="1238250"/>
                </a:lnTo>
                <a:lnTo>
                  <a:pt x="904875" y="1238250"/>
                </a:lnTo>
                <a:close/>
                <a:moveTo>
                  <a:pt x="1047750" y="1219200"/>
                </a:moveTo>
                <a:lnTo>
                  <a:pt x="1066800" y="1219200"/>
                </a:lnTo>
                <a:lnTo>
                  <a:pt x="1066800" y="1238250"/>
                </a:lnTo>
                <a:lnTo>
                  <a:pt x="1085850" y="1238250"/>
                </a:lnTo>
                <a:lnTo>
                  <a:pt x="1085850" y="1247775"/>
                </a:lnTo>
                <a:lnTo>
                  <a:pt x="1047750" y="1247775"/>
                </a:lnTo>
                <a:lnTo>
                  <a:pt x="1047750" y="1238250"/>
                </a:lnTo>
                <a:lnTo>
                  <a:pt x="1038225" y="1238250"/>
                </a:lnTo>
                <a:lnTo>
                  <a:pt x="1038225" y="1228725"/>
                </a:lnTo>
                <a:lnTo>
                  <a:pt x="1047750" y="1228725"/>
                </a:lnTo>
                <a:close/>
                <a:moveTo>
                  <a:pt x="228600" y="1238250"/>
                </a:moveTo>
                <a:lnTo>
                  <a:pt x="247650" y="1238250"/>
                </a:lnTo>
                <a:lnTo>
                  <a:pt x="247650" y="1247775"/>
                </a:lnTo>
                <a:lnTo>
                  <a:pt x="228600" y="1247775"/>
                </a:lnTo>
                <a:close/>
                <a:moveTo>
                  <a:pt x="447675" y="1238250"/>
                </a:moveTo>
                <a:lnTo>
                  <a:pt x="476250" y="1238250"/>
                </a:lnTo>
                <a:lnTo>
                  <a:pt x="476250" y="1247775"/>
                </a:lnTo>
                <a:lnTo>
                  <a:pt x="447675" y="1247775"/>
                </a:lnTo>
                <a:close/>
                <a:moveTo>
                  <a:pt x="495300" y="1238250"/>
                </a:moveTo>
                <a:lnTo>
                  <a:pt x="504825" y="1238250"/>
                </a:lnTo>
                <a:lnTo>
                  <a:pt x="504825" y="1247775"/>
                </a:lnTo>
                <a:lnTo>
                  <a:pt x="495300" y="1247775"/>
                </a:lnTo>
                <a:close/>
                <a:moveTo>
                  <a:pt x="342900" y="1276350"/>
                </a:moveTo>
                <a:lnTo>
                  <a:pt x="390525" y="1276350"/>
                </a:lnTo>
                <a:lnTo>
                  <a:pt x="390525" y="1285875"/>
                </a:lnTo>
                <a:lnTo>
                  <a:pt x="342900" y="1285875"/>
                </a:lnTo>
                <a:close/>
                <a:moveTo>
                  <a:pt x="419100" y="1276350"/>
                </a:moveTo>
                <a:lnTo>
                  <a:pt x="428625" y="1276350"/>
                </a:lnTo>
                <a:lnTo>
                  <a:pt x="428625" y="1285875"/>
                </a:lnTo>
                <a:lnTo>
                  <a:pt x="419100" y="1285875"/>
                </a:lnTo>
                <a:close/>
                <a:moveTo>
                  <a:pt x="790575" y="1276350"/>
                </a:moveTo>
                <a:lnTo>
                  <a:pt x="819150" y="1276350"/>
                </a:lnTo>
                <a:lnTo>
                  <a:pt x="819150" y="1285875"/>
                </a:lnTo>
                <a:lnTo>
                  <a:pt x="790575" y="1285875"/>
                </a:lnTo>
                <a:close/>
                <a:moveTo>
                  <a:pt x="990600" y="1276350"/>
                </a:moveTo>
                <a:lnTo>
                  <a:pt x="1009650" y="1276350"/>
                </a:lnTo>
                <a:lnTo>
                  <a:pt x="1009650" y="1285875"/>
                </a:lnTo>
                <a:lnTo>
                  <a:pt x="990600" y="1285875"/>
                </a:lnTo>
                <a:close/>
                <a:moveTo>
                  <a:pt x="371475" y="1295400"/>
                </a:moveTo>
                <a:lnTo>
                  <a:pt x="381000" y="1295400"/>
                </a:lnTo>
                <a:lnTo>
                  <a:pt x="381000" y="1304925"/>
                </a:lnTo>
                <a:lnTo>
                  <a:pt x="371475" y="1304925"/>
                </a:lnTo>
                <a:close/>
                <a:moveTo>
                  <a:pt x="800100" y="1295400"/>
                </a:moveTo>
                <a:lnTo>
                  <a:pt x="819150" y="1295400"/>
                </a:lnTo>
                <a:lnTo>
                  <a:pt x="819150" y="1304925"/>
                </a:lnTo>
                <a:lnTo>
                  <a:pt x="800100" y="1304925"/>
                </a:lnTo>
                <a:close/>
              </a:path>
            </a:pathLst>
          </a:custGeom>
          <a:solidFill xmlns:a="http://schemas.openxmlformats.org/drawingml/2006/main">
            <a:srgbClr val="F8F7F3"/>
          </a:solidFill>
          <a:ln xmlns:a="http://schemas.openxmlformats.org/drawingml/2006/main" w="0">
            <a:noFill/>
          </a:ln>
        </p:spPr>
      </p:sp>
      <p:sp>
        <p:nvSpPr>
          <p:cNvPr id="34" name="turno1 vector #f6f6f1">
            <a:extLst xmlns:a="http://schemas.openxmlformats.org/drawingml/2006/main">
              <a:ext uri="{FF2B5EF4-FFF2-40B4-BE49-F238E27FC236}">
                <a16:creationId xmlns:a16="http://schemas.microsoft.com/office/drawing/2014/main" id="{504C4F66-3A13-459A-8FCB-4197BDDE88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2025" y="2752725"/>
            <a:ext cx="2476500" cy="2095500"/>
          </a:xfrm>
          <a:custGeom xmlns:a="http://schemas.openxmlformats.org/drawingml/2006/main">
            <a:pathLst>
              <a:path w="1609725" h="1362075">
                <a:moveTo>
                  <a:pt x="1019175" y="66675"/>
                </a:moveTo>
                <a:lnTo>
                  <a:pt x="1028700" y="66675"/>
                </a:lnTo>
                <a:lnTo>
                  <a:pt x="1028700" y="76200"/>
                </a:lnTo>
                <a:lnTo>
                  <a:pt x="1019175" y="76200"/>
                </a:lnTo>
                <a:close/>
                <a:moveTo>
                  <a:pt x="1009650" y="76200"/>
                </a:moveTo>
                <a:lnTo>
                  <a:pt x="1019175" y="76200"/>
                </a:lnTo>
                <a:lnTo>
                  <a:pt x="1019175" y="85725"/>
                </a:lnTo>
                <a:lnTo>
                  <a:pt x="1009650" y="85725"/>
                </a:lnTo>
                <a:close/>
                <a:moveTo>
                  <a:pt x="1285875" y="85725"/>
                </a:moveTo>
                <a:lnTo>
                  <a:pt x="1304925" y="85725"/>
                </a:lnTo>
                <a:lnTo>
                  <a:pt x="1304925" y="171450"/>
                </a:lnTo>
                <a:lnTo>
                  <a:pt x="1295400" y="171450"/>
                </a:lnTo>
                <a:lnTo>
                  <a:pt x="1295400" y="95250"/>
                </a:lnTo>
                <a:lnTo>
                  <a:pt x="1285875" y="95250"/>
                </a:lnTo>
                <a:close/>
                <a:moveTo>
                  <a:pt x="581025" y="123825"/>
                </a:moveTo>
                <a:lnTo>
                  <a:pt x="590550" y="123825"/>
                </a:lnTo>
                <a:lnTo>
                  <a:pt x="590550" y="133350"/>
                </a:lnTo>
                <a:lnTo>
                  <a:pt x="581025" y="133350"/>
                </a:lnTo>
                <a:close/>
                <a:moveTo>
                  <a:pt x="333375" y="133350"/>
                </a:moveTo>
                <a:lnTo>
                  <a:pt x="342900" y="133350"/>
                </a:lnTo>
                <a:lnTo>
                  <a:pt x="342900" y="142875"/>
                </a:lnTo>
                <a:lnTo>
                  <a:pt x="333375" y="142875"/>
                </a:lnTo>
                <a:close/>
                <a:moveTo>
                  <a:pt x="1390650" y="133350"/>
                </a:moveTo>
                <a:lnTo>
                  <a:pt x="1400175" y="133350"/>
                </a:lnTo>
                <a:lnTo>
                  <a:pt x="1400175" y="142875"/>
                </a:lnTo>
                <a:lnTo>
                  <a:pt x="1390650" y="142875"/>
                </a:lnTo>
                <a:close/>
                <a:moveTo>
                  <a:pt x="1428750" y="133350"/>
                </a:moveTo>
                <a:lnTo>
                  <a:pt x="1438275" y="133350"/>
                </a:lnTo>
                <a:lnTo>
                  <a:pt x="1438275" y="142875"/>
                </a:lnTo>
                <a:lnTo>
                  <a:pt x="1428750" y="142875"/>
                </a:lnTo>
                <a:close/>
                <a:moveTo>
                  <a:pt x="323850" y="142875"/>
                </a:moveTo>
                <a:lnTo>
                  <a:pt x="333375" y="142875"/>
                </a:lnTo>
                <a:lnTo>
                  <a:pt x="333375" y="152400"/>
                </a:lnTo>
                <a:lnTo>
                  <a:pt x="323850" y="152400"/>
                </a:lnTo>
                <a:close/>
                <a:moveTo>
                  <a:pt x="1371600" y="142875"/>
                </a:moveTo>
                <a:lnTo>
                  <a:pt x="1381125" y="142875"/>
                </a:lnTo>
                <a:lnTo>
                  <a:pt x="1381125" y="152400"/>
                </a:lnTo>
                <a:lnTo>
                  <a:pt x="1371600" y="152400"/>
                </a:lnTo>
                <a:close/>
                <a:moveTo>
                  <a:pt x="1447800" y="142875"/>
                </a:moveTo>
                <a:lnTo>
                  <a:pt x="1457325" y="142875"/>
                </a:lnTo>
                <a:lnTo>
                  <a:pt x="1457325" y="152400"/>
                </a:lnTo>
                <a:lnTo>
                  <a:pt x="1447800" y="152400"/>
                </a:lnTo>
                <a:close/>
                <a:moveTo>
                  <a:pt x="352425" y="152400"/>
                </a:moveTo>
                <a:lnTo>
                  <a:pt x="381000" y="152400"/>
                </a:lnTo>
                <a:lnTo>
                  <a:pt x="381000" y="171450"/>
                </a:lnTo>
                <a:lnTo>
                  <a:pt x="390525" y="171450"/>
                </a:lnTo>
                <a:lnTo>
                  <a:pt x="390525" y="180975"/>
                </a:lnTo>
                <a:lnTo>
                  <a:pt x="428625" y="180975"/>
                </a:lnTo>
                <a:lnTo>
                  <a:pt x="428625" y="190500"/>
                </a:lnTo>
                <a:lnTo>
                  <a:pt x="390525" y="190500"/>
                </a:lnTo>
                <a:lnTo>
                  <a:pt x="390525" y="209550"/>
                </a:lnTo>
                <a:lnTo>
                  <a:pt x="485775" y="209550"/>
                </a:lnTo>
                <a:lnTo>
                  <a:pt x="485775" y="228600"/>
                </a:lnTo>
                <a:lnTo>
                  <a:pt x="390525" y="228600"/>
                </a:lnTo>
                <a:lnTo>
                  <a:pt x="390525" y="238125"/>
                </a:lnTo>
                <a:lnTo>
                  <a:pt x="381000" y="238125"/>
                </a:lnTo>
                <a:lnTo>
                  <a:pt x="381000" y="247650"/>
                </a:lnTo>
                <a:lnTo>
                  <a:pt x="371475" y="247650"/>
                </a:lnTo>
                <a:lnTo>
                  <a:pt x="371475" y="238125"/>
                </a:lnTo>
                <a:lnTo>
                  <a:pt x="361950" y="238125"/>
                </a:lnTo>
                <a:lnTo>
                  <a:pt x="361950" y="228600"/>
                </a:lnTo>
                <a:lnTo>
                  <a:pt x="352425" y="228600"/>
                </a:lnTo>
                <a:lnTo>
                  <a:pt x="352425" y="238125"/>
                </a:lnTo>
                <a:lnTo>
                  <a:pt x="342900" y="238125"/>
                </a:lnTo>
                <a:lnTo>
                  <a:pt x="342900" y="161925"/>
                </a:lnTo>
                <a:lnTo>
                  <a:pt x="352425" y="161925"/>
                </a:lnTo>
                <a:close/>
                <a:moveTo>
                  <a:pt x="523875" y="152400"/>
                </a:moveTo>
                <a:lnTo>
                  <a:pt x="581025" y="152400"/>
                </a:lnTo>
                <a:lnTo>
                  <a:pt x="581025" y="161925"/>
                </a:lnTo>
                <a:lnTo>
                  <a:pt x="523875" y="161925"/>
                </a:lnTo>
                <a:close/>
                <a:moveTo>
                  <a:pt x="609600" y="152400"/>
                </a:moveTo>
                <a:lnTo>
                  <a:pt x="619125" y="152400"/>
                </a:lnTo>
                <a:lnTo>
                  <a:pt x="619125" y="161925"/>
                </a:lnTo>
                <a:lnTo>
                  <a:pt x="609600" y="161925"/>
                </a:lnTo>
                <a:close/>
                <a:moveTo>
                  <a:pt x="1314450" y="152400"/>
                </a:moveTo>
                <a:lnTo>
                  <a:pt x="1323975" y="152400"/>
                </a:lnTo>
                <a:lnTo>
                  <a:pt x="1323975" y="161925"/>
                </a:lnTo>
                <a:lnTo>
                  <a:pt x="1314450" y="161925"/>
                </a:lnTo>
                <a:close/>
                <a:moveTo>
                  <a:pt x="1362075" y="152400"/>
                </a:moveTo>
                <a:lnTo>
                  <a:pt x="1371600" y="152400"/>
                </a:lnTo>
                <a:lnTo>
                  <a:pt x="1371600" y="161925"/>
                </a:lnTo>
                <a:lnTo>
                  <a:pt x="1362075" y="161925"/>
                </a:lnTo>
                <a:close/>
                <a:moveTo>
                  <a:pt x="1457325" y="152400"/>
                </a:moveTo>
                <a:lnTo>
                  <a:pt x="1476375" y="152400"/>
                </a:lnTo>
                <a:lnTo>
                  <a:pt x="1476375" y="171450"/>
                </a:lnTo>
                <a:lnTo>
                  <a:pt x="1466850" y="171450"/>
                </a:lnTo>
                <a:lnTo>
                  <a:pt x="1466850" y="161925"/>
                </a:lnTo>
                <a:lnTo>
                  <a:pt x="1457325" y="161925"/>
                </a:lnTo>
                <a:close/>
                <a:moveTo>
                  <a:pt x="314325" y="161925"/>
                </a:moveTo>
                <a:lnTo>
                  <a:pt x="323850" y="161925"/>
                </a:lnTo>
                <a:lnTo>
                  <a:pt x="323850" y="180975"/>
                </a:lnTo>
                <a:lnTo>
                  <a:pt x="314325" y="180975"/>
                </a:lnTo>
                <a:close/>
                <a:moveTo>
                  <a:pt x="581025" y="161925"/>
                </a:moveTo>
                <a:lnTo>
                  <a:pt x="590550" y="161925"/>
                </a:lnTo>
                <a:lnTo>
                  <a:pt x="590550" y="171450"/>
                </a:lnTo>
                <a:lnTo>
                  <a:pt x="581025" y="171450"/>
                </a:lnTo>
                <a:close/>
                <a:moveTo>
                  <a:pt x="1323975" y="161925"/>
                </a:moveTo>
                <a:lnTo>
                  <a:pt x="1333500" y="161925"/>
                </a:lnTo>
                <a:lnTo>
                  <a:pt x="1333500" y="171450"/>
                </a:lnTo>
                <a:lnTo>
                  <a:pt x="1323975" y="171450"/>
                </a:lnTo>
                <a:close/>
                <a:moveTo>
                  <a:pt x="1343025" y="161925"/>
                </a:moveTo>
                <a:lnTo>
                  <a:pt x="1362075" y="161925"/>
                </a:lnTo>
                <a:lnTo>
                  <a:pt x="1362075" y="171450"/>
                </a:lnTo>
                <a:lnTo>
                  <a:pt x="1352550" y="171450"/>
                </a:lnTo>
                <a:lnTo>
                  <a:pt x="1352550" y="180975"/>
                </a:lnTo>
                <a:lnTo>
                  <a:pt x="1343025" y="180975"/>
                </a:lnTo>
                <a:close/>
                <a:moveTo>
                  <a:pt x="361950" y="171450"/>
                </a:moveTo>
                <a:lnTo>
                  <a:pt x="371475" y="171450"/>
                </a:lnTo>
                <a:lnTo>
                  <a:pt x="371475" y="161925"/>
                </a:lnTo>
                <a:lnTo>
                  <a:pt x="361950" y="161925"/>
                </a:lnTo>
                <a:close/>
                <a:moveTo>
                  <a:pt x="447675" y="180975"/>
                </a:moveTo>
                <a:lnTo>
                  <a:pt x="457200" y="180975"/>
                </a:lnTo>
                <a:lnTo>
                  <a:pt x="457200" y="190500"/>
                </a:lnTo>
                <a:lnTo>
                  <a:pt x="447675" y="190500"/>
                </a:lnTo>
                <a:close/>
                <a:moveTo>
                  <a:pt x="1476375" y="180975"/>
                </a:moveTo>
                <a:lnTo>
                  <a:pt x="1485900" y="180975"/>
                </a:lnTo>
                <a:lnTo>
                  <a:pt x="1485900" y="190500"/>
                </a:lnTo>
                <a:lnTo>
                  <a:pt x="1476375" y="190500"/>
                </a:lnTo>
                <a:close/>
                <a:moveTo>
                  <a:pt x="990600" y="209550"/>
                </a:moveTo>
                <a:lnTo>
                  <a:pt x="1000125" y="209550"/>
                </a:lnTo>
                <a:lnTo>
                  <a:pt x="1000125" y="228600"/>
                </a:lnTo>
                <a:lnTo>
                  <a:pt x="1009650" y="228600"/>
                </a:lnTo>
                <a:lnTo>
                  <a:pt x="1009650" y="238125"/>
                </a:lnTo>
                <a:lnTo>
                  <a:pt x="1019175" y="238125"/>
                </a:lnTo>
                <a:lnTo>
                  <a:pt x="1019175" y="247650"/>
                </a:lnTo>
                <a:lnTo>
                  <a:pt x="1000125" y="247650"/>
                </a:lnTo>
                <a:lnTo>
                  <a:pt x="1000125" y="257175"/>
                </a:lnTo>
                <a:lnTo>
                  <a:pt x="981075" y="257175"/>
                </a:lnTo>
                <a:lnTo>
                  <a:pt x="981075" y="238125"/>
                </a:lnTo>
                <a:lnTo>
                  <a:pt x="971550" y="238125"/>
                </a:lnTo>
                <a:lnTo>
                  <a:pt x="971550" y="219075"/>
                </a:lnTo>
                <a:lnTo>
                  <a:pt x="990600" y="219075"/>
                </a:lnTo>
                <a:close/>
                <a:moveTo>
                  <a:pt x="1285875" y="228600"/>
                </a:moveTo>
                <a:lnTo>
                  <a:pt x="1295400" y="228600"/>
                </a:lnTo>
                <a:lnTo>
                  <a:pt x="1295400" y="238125"/>
                </a:lnTo>
                <a:lnTo>
                  <a:pt x="1285875" y="238125"/>
                </a:lnTo>
                <a:close/>
                <a:moveTo>
                  <a:pt x="1476375" y="228600"/>
                </a:moveTo>
                <a:lnTo>
                  <a:pt x="1485900" y="228600"/>
                </a:lnTo>
                <a:lnTo>
                  <a:pt x="1485900" y="238125"/>
                </a:lnTo>
                <a:lnTo>
                  <a:pt x="1476375" y="238125"/>
                </a:lnTo>
                <a:close/>
                <a:moveTo>
                  <a:pt x="495300" y="238125"/>
                </a:moveTo>
                <a:lnTo>
                  <a:pt x="514350" y="238125"/>
                </a:lnTo>
                <a:lnTo>
                  <a:pt x="514350" y="257175"/>
                </a:lnTo>
                <a:lnTo>
                  <a:pt x="504825" y="257175"/>
                </a:lnTo>
                <a:lnTo>
                  <a:pt x="504825" y="266700"/>
                </a:lnTo>
                <a:lnTo>
                  <a:pt x="466725" y="266700"/>
                </a:lnTo>
                <a:lnTo>
                  <a:pt x="466725" y="257175"/>
                </a:lnTo>
                <a:lnTo>
                  <a:pt x="495300" y="257175"/>
                </a:lnTo>
                <a:close/>
                <a:moveTo>
                  <a:pt x="1276350" y="238125"/>
                </a:moveTo>
                <a:lnTo>
                  <a:pt x="1285875" y="238125"/>
                </a:lnTo>
                <a:lnTo>
                  <a:pt x="1285875" y="247650"/>
                </a:lnTo>
                <a:lnTo>
                  <a:pt x="1276350" y="247650"/>
                </a:lnTo>
                <a:close/>
                <a:moveTo>
                  <a:pt x="381000" y="247650"/>
                </a:moveTo>
                <a:lnTo>
                  <a:pt x="390525" y="247650"/>
                </a:lnTo>
                <a:lnTo>
                  <a:pt x="390525" y="257175"/>
                </a:lnTo>
                <a:lnTo>
                  <a:pt x="381000" y="257175"/>
                </a:lnTo>
                <a:close/>
                <a:moveTo>
                  <a:pt x="1266825" y="247650"/>
                </a:moveTo>
                <a:lnTo>
                  <a:pt x="1276350" y="247650"/>
                </a:lnTo>
                <a:lnTo>
                  <a:pt x="1276350" y="257175"/>
                </a:lnTo>
                <a:lnTo>
                  <a:pt x="1266825" y="257175"/>
                </a:lnTo>
                <a:close/>
                <a:moveTo>
                  <a:pt x="1162050" y="257175"/>
                </a:moveTo>
                <a:lnTo>
                  <a:pt x="1181100" y="257175"/>
                </a:lnTo>
                <a:lnTo>
                  <a:pt x="1181100" y="266700"/>
                </a:lnTo>
                <a:lnTo>
                  <a:pt x="1190625" y="266700"/>
                </a:lnTo>
                <a:lnTo>
                  <a:pt x="1190625" y="276225"/>
                </a:lnTo>
                <a:lnTo>
                  <a:pt x="1200150" y="276225"/>
                </a:lnTo>
                <a:lnTo>
                  <a:pt x="1200150" y="285750"/>
                </a:lnTo>
                <a:lnTo>
                  <a:pt x="1219200" y="285750"/>
                </a:lnTo>
                <a:lnTo>
                  <a:pt x="1219200" y="295275"/>
                </a:lnTo>
                <a:lnTo>
                  <a:pt x="1200150" y="295275"/>
                </a:lnTo>
                <a:lnTo>
                  <a:pt x="1200150" y="304800"/>
                </a:lnTo>
                <a:lnTo>
                  <a:pt x="1162050" y="304800"/>
                </a:lnTo>
                <a:lnTo>
                  <a:pt x="1162050" y="295275"/>
                </a:lnTo>
                <a:lnTo>
                  <a:pt x="1171575" y="295275"/>
                </a:lnTo>
                <a:lnTo>
                  <a:pt x="1171575" y="266700"/>
                </a:lnTo>
                <a:lnTo>
                  <a:pt x="1162050" y="266700"/>
                </a:lnTo>
                <a:close/>
                <a:moveTo>
                  <a:pt x="561975" y="266700"/>
                </a:moveTo>
                <a:lnTo>
                  <a:pt x="571500" y="266700"/>
                </a:lnTo>
                <a:lnTo>
                  <a:pt x="571500" y="276225"/>
                </a:lnTo>
                <a:lnTo>
                  <a:pt x="561975" y="276225"/>
                </a:lnTo>
                <a:close/>
                <a:moveTo>
                  <a:pt x="581025" y="266700"/>
                </a:moveTo>
                <a:lnTo>
                  <a:pt x="590550" y="266700"/>
                </a:lnTo>
                <a:lnTo>
                  <a:pt x="590550" y="285750"/>
                </a:lnTo>
                <a:lnTo>
                  <a:pt x="581025" y="285750"/>
                </a:lnTo>
                <a:close/>
                <a:moveTo>
                  <a:pt x="1438275" y="266700"/>
                </a:moveTo>
                <a:lnTo>
                  <a:pt x="1447800" y="266700"/>
                </a:lnTo>
                <a:lnTo>
                  <a:pt x="1447800" y="285750"/>
                </a:lnTo>
                <a:lnTo>
                  <a:pt x="1438275" y="285750"/>
                </a:lnTo>
                <a:close/>
                <a:moveTo>
                  <a:pt x="342900" y="276225"/>
                </a:moveTo>
                <a:lnTo>
                  <a:pt x="352425" y="276225"/>
                </a:lnTo>
                <a:lnTo>
                  <a:pt x="352425" y="285750"/>
                </a:lnTo>
                <a:lnTo>
                  <a:pt x="342900" y="285750"/>
                </a:lnTo>
                <a:close/>
                <a:moveTo>
                  <a:pt x="1371600" y="276225"/>
                </a:moveTo>
                <a:lnTo>
                  <a:pt x="1381125" y="276225"/>
                </a:lnTo>
                <a:lnTo>
                  <a:pt x="1381125" y="285750"/>
                </a:lnTo>
                <a:lnTo>
                  <a:pt x="1371600" y="285750"/>
                </a:lnTo>
                <a:close/>
                <a:moveTo>
                  <a:pt x="352425" y="285750"/>
                </a:moveTo>
                <a:lnTo>
                  <a:pt x="361950" y="285750"/>
                </a:lnTo>
                <a:lnTo>
                  <a:pt x="361950" y="295275"/>
                </a:lnTo>
                <a:lnTo>
                  <a:pt x="352425" y="295275"/>
                </a:lnTo>
                <a:close/>
                <a:moveTo>
                  <a:pt x="504825" y="285750"/>
                </a:moveTo>
                <a:lnTo>
                  <a:pt x="581025" y="285750"/>
                </a:lnTo>
                <a:lnTo>
                  <a:pt x="581025" y="295275"/>
                </a:lnTo>
                <a:lnTo>
                  <a:pt x="504825" y="295275"/>
                </a:lnTo>
                <a:close/>
                <a:moveTo>
                  <a:pt x="609600" y="285750"/>
                </a:moveTo>
                <a:lnTo>
                  <a:pt x="619125" y="285750"/>
                </a:lnTo>
                <a:lnTo>
                  <a:pt x="619125" y="295275"/>
                </a:lnTo>
                <a:lnTo>
                  <a:pt x="628650" y="295275"/>
                </a:lnTo>
                <a:lnTo>
                  <a:pt x="628650" y="304800"/>
                </a:lnTo>
                <a:lnTo>
                  <a:pt x="638175" y="304800"/>
                </a:lnTo>
                <a:lnTo>
                  <a:pt x="638175" y="314325"/>
                </a:lnTo>
                <a:lnTo>
                  <a:pt x="647700" y="314325"/>
                </a:lnTo>
                <a:lnTo>
                  <a:pt x="647700" y="323850"/>
                </a:lnTo>
                <a:lnTo>
                  <a:pt x="657225" y="323850"/>
                </a:lnTo>
                <a:lnTo>
                  <a:pt x="657225" y="333375"/>
                </a:lnTo>
                <a:lnTo>
                  <a:pt x="666750" y="333375"/>
                </a:lnTo>
                <a:lnTo>
                  <a:pt x="666750" y="323850"/>
                </a:lnTo>
                <a:lnTo>
                  <a:pt x="676275" y="323850"/>
                </a:lnTo>
                <a:lnTo>
                  <a:pt x="676275" y="333375"/>
                </a:lnTo>
                <a:lnTo>
                  <a:pt x="666750" y="333375"/>
                </a:lnTo>
                <a:lnTo>
                  <a:pt x="666750" y="342900"/>
                </a:lnTo>
                <a:lnTo>
                  <a:pt x="657225" y="342900"/>
                </a:lnTo>
                <a:lnTo>
                  <a:pt x="657225" y="352425"/>
                </a:lnTo>
                <a:lnTo>
                  <a:pt x="647700" y="352425"/>
                </a:lnTo>
                <a:lnTo>
                  <a:pt x="647700" y="361950"/>
                </a:lnTo>
                <a:lnTo>
                  <a:pt x="638175" y="361950"/>
                </a:lnTo>
                <a:lnTo>
                  <a:pt x="638175" y="352425"/>
                </a:lnTo>
                <a:lnTo>
                  <a:pt x="628650" y="352425"/>
                </a:lnTo>
                <a:lnTo>
                  <a:pt x="628650" y="342900"/>
                </a:lnTo>
                <a:lnTo>
                  <a:pt x="619125" y="342900"/>
                </a:lnTo>
                <a:lnTo>
                  <a:pt x="619125" y="323850"/>
                </a:lnTo>
                <a:lnTo>
                  <a:pt x="581025" y="323850"/>
                </a:lnTo>
                <a:lnTo>
                  <a:pt x="581025" y="314325"/>
                </a:lnTo>
                <a:lnTo>
                  <a:pt x="600075" y="314325"/>
                </a:lnTo>
                <a:lnTo>
                  <a:pt x="600075" y="304800"/>
                </a:lnTo>
                <a:lnTo>
                  <a:pt x="609600" y="304800"/>
                </a:lnTo>
                <a:close/>
                <a:moveTo>
                  <a:pt x="733425" y="285750"/>
                </a:moveTo>
                <a:lnTo>
                  <a:pt x="742950" y="285750"/>
                </a:lnTo>
                <a:lnTo>
                  <a:pt x="742950" y="295275"/>
                </a:lnTo>
                <a:lnTo>
                  <a:pt x="733425" y="295275"/>
                </a:lnTo>
                <a:close/>
                <a:moveTo>
                  <a:pt x="1314450" y="285750"/>
                </a:moveTo>
                <a:lnTo>
                  <a:pt x="1352550" y="285750"/>
                </a:lnTo>
                <a:lnTo>
                  <a:pt x="1352550" y="295275"/>
                </a:lnTo>
                <a:lnTo>
                  <a:pt x="1333500" y="295275"/>
                </a:lnTo>
                <a:lnTo>
                  <a:pt x="1333500" y="304800"/>
                </a:lnTo>
                <a:lnTo>
                  <a:pt x="1323975" y="304800"/>
                </a:lnTo>
                <a:lnTo>
                  <a:pt x="1323975" y="314325"/>
                </a:lnTo>
                <a:lnTo>
                  <a:pt x="1314450" y="314325"/>
                </a:lnTo>
                <a:close/>
                <a:moveTo>
                  <a:pt x="428625" y="295275"/>
                </a:moveTo>
                <a:lnTo>
                  <a:pt x="438150" y="295275"/>
                </a:lnTo>
                <a:lnTo>
                  <a:pt x="438150" y="304800"/>
                </a:lnTo>
                <a:lnTo>
                  <a:pt x="428625" y="304800"/>
                </a:lnTo>
                <a:close/>
                <a:moveTo>
                  <a:pt x="885825" y="295275"/>
                </a:moveTo>
                <a:lnTo>
                  <a:pt x="895350" y="295275"/>
                </a:lnTo>
                <a:lnTo>
                  <a:pt x="895350" y="304800"/>
                </a:lnTo>
                <a:lnTo>
                  <a:pt x="885825" y="304800"/>
                </a:lnTo>
                <a:close/>
                <a:moveTo>
                  <a:pt x="1228725" y="295275"/>
                </a:moveTo>
                <a:lnTo>
                  <a:pt x="1238250" y="295275"/>
                </a:lnTo>
                <a:lnTo>
                  <a:pt x="1238250" y="304800"/>
                </a:lnTo>
                <a:lnTo>
                  <a:pt x="1228725" y="304800"/>
                </a:lnTo>
                <a:close/>
                <a:moveTo>
                  <a:pt x="895350" y="304800"/>
                </a:moveTo>
                <a:lnTo>
                  <a:pt x="914400" y="304800"/>
                </a:lnTo>
                <a:lnTo>
                  <a:pt x="914400" y="314325"/>
                </a:lnTo>
                <a:lnTo>
                  <a:pt x="895350" y="314325"/>
                </a:lnTo>
                <a:close/>
                <a:moveTo>
                  <a:pt x="1504950" y="304800"/>
                </a:moveTo>
                <a:lnTo>
                  <a:pt x="1514475" y="304800"/>
                </a:lnTo>
                <a:lnTo>
                  <a:pt x="1514475" y="314325"/>
                </a:lnTo>
                <a:lnTo>
                  <a:pt x="1504950" y="314325"/>
                </a:lnTo>
                <a:close/>
                <a:moveTo>
                  <a:pt x="152400" y="314325"/>
                </a:moveTo>
                <a:lnTo>
                  <a:pt x="161925" y="314325"/>
                </a:lnTo>
                <a:lnTo>
                  <a:pt x="161925" y="323850"/>
                </a:lnTo>
                <a:lnTo>
                  <a:pt x="152400" y="323850"/>
                </a:lnTo>
                <a:close/>
                <a:moveTo>
                  <a:pt x="352425" y="314325"/>
                </a:moveTo>
                <a:lnTo>
                  <a:pt x="361950" y="314325"/>
                </a:lnTo>
                <a:lnTo>
                  <a:pt x="361950" y="323850"/>
                </a:lnTo>
                <a:lnTo>
                  <a:pt x="352425" y="323850"/>
                </a:lnTo>
                <a:close/>
                <a:moveTo>
                  <a:pt x="1304925" y="314325"/>
                </a:moveTo>
                <a:lnTo>
                  <a:pt x="1314450" y="314325"/>
                </a:lnTo>
                <a:lnTo>
                  <a:pt x="1314450" y="323850"/>
                </a:lnTo>
                <a:lnTo>
                  <a:pt x="1304925" y="323850"/>
                </a:lnTo>
                <a:close/>
                <a:moveTo>
                  <a:pt x="1514475" y="314325"/>
                </a:moveTo>
                <a:lnTo>
                  <a:pt x="1524000" y="314325"/>
                </a:lnTo>
                <a:lnTo>
                  <a:pt x="1524000" y="323850"/>
                </a:lnTo>
                <a:lnTo>
                  <a:pt x="1514475" y="323850"/>
                </a:lnTo>
                <a:close/>
                <a:moveTo>
                  <a:pt x="361950" y="323850"/>
                </a:moveTo>
                <a:lnTo>
                  <a:pt x="371475" y="323850"/>
                </a:lnTo>
                <a:lnTo>
                  <a:pt x="371475" y="333375"/>
                </a:lnTo>
                <a:lnTo>
                  <a:pt x="361950" y="333375"/>
                </a:lnTo>
                <a:close/>
                <a:moveTo>
                  <a:pt x="419100" y="333375"/>
                </a:moveTo>
                <a:lnTo>
                  <a:pt x="428625" y="333375"/>
                </a:lnTo>
                <a:lnTo>
                  <a:pt x="428625" y="342900"/>
                </a:lnTo>
                <a:lnTo>
                  <a:pt x="419100" y="342900"/>
                </a:lnTo>
                <a:close/>
                <a:moveTo>
                  <a:pt x="1295400" y="333375"/>
                </a:moveTo>
                <a:lnTo>
                  <a:pt x="1304925" y="333375"/>
                </a:lnTo>
                <a:lnTo>
                  <a:pt x="1304925" y="342900"/>
                </a:lnTo>
                <a:lnTo>
                  <a:pt x="1295400" y="342900"/>
                </a:lnTo>
                <a:close/>
                <a:moveTo>
                  <a:pt x="1524000" y="333375"/>
                </a:moveTo>
                <a:lnTo>
                  <a:pt x="1533525" y="333375"/>
                </a:lnTo>
                <a:lnTo>
                  <a:pt x="1533525" y="342900"/>
                </a:lnTo>
                <a:lnTo>
                  <a:pt x="1524000" y="342900"/>
                </a:lnTo>
                <a:close/>
                <a:moveTo>
                  <a:pt x="152400" y="342900"/>
                </a:moveTo>
                <a:lnTo>
                  <a:pt x="161925" y="342900"/>
                </a:lnTo>
                <a:lnTo>
                  <a:pt x="161925" y="352425"/>
                </a:lnTo>
                <a:lnTo>
                  <a:pt x="152400" y="352425"/>
                </a:lnTo>
                <a:close/>
                <a:moveTo>
                  <a:pt x="361950" y="342900"/>
                </a:moveTo>
                <a:lnTo>
                  <a:pt x="371475" y="342900"/>
                </a:lnTo>
                <a:lnTo>
                  <a:pt x="371475" y="352425"/>
                </a:lnTo>
                <a:lnTo>
                  <a:pt x="381000" y="352425"/>
                </a:lnTo>
                <a:lnTo>
                  <a:pt x="381000" y="361950"/>
                </a:lnTo>
                <a:lnTo>
                  <a:pt x="371475" y="361950"/>
                </a:lnTo>
                <a:lnTo>
                  <a:pt x="371475" y="371475"/>
                </a:lnTo>
                <a:lnTo>
                  <a:pt x="361950" y="371475"/>
                </a:lnTo>
                <a:close/>
                <a:moveTo>
                  <a:pt x="285750" y="352425"/>
                </a:moveTo>
                <a:lnTo>
                  <a:pt x="295275" y="352425"/>
                </a:lnTo>
                <a:lnTo>
                  <a:pt x="295275" y="371475"/>
                </a:lnTo>
                <a:lnTo>
                  <a:pt x="285750" y="371475"/>
                </a:lnTo>
                <a:close/>
                <a:moveTo>
                  <a:pt x="1209675" y="361950"/>
                </a:moveTo>
                <a:lnTo>
                  <a:pt x="1219200" y="361950"/>
                </a:lnTo>
                <a:lnTo>
                  <a:pt x="1219200" y="371475"/>
                </a:lnTo>
                <a:lnTo>
                  <a:pt x="1209675" y="371475"/>
                </a:lnTo>
                <a:close/>
                <a:moveTo>
                  <a:pt x="276225" y="371475"/>
                </a:moveTo>
                <a:lnTo>
                  <a:pt x="285750" y="371475"/>
                </a:lnTo>
                <a:lnTo>
                  <a:pt x="285750" y="381000"/>
                </a:lnTo>
                <a:lnTo>
                  <a:pt x="276225" y="381000"/>
                </a:lnTo>
                <a:close/>
                <a:moveTo>
                  <a:pt x="952500" y="371475"/>
                </a:moveTo>
                <a:lnTo>
                  <a:pt x="962025" y="371475"/>
                </a:lnTo>
                <a:lnTo>
                  <a:pt x="962025" y="381000"/>
                </a:lnTo>
                <a:lnTo>
                  <a:pt x="952500" y="381000"/>
                </a:lnTo>
                <a:close/>
                <a:moveTo>
                  <a:pt x="1257300" y="371475"/>
                </a:moveTo>
                <a:lnTo>
                  <a:pt x="1295400" y="371475"/>
                </a:lnTo>
                <a:lnTo>
                  <a:pt x="1295400" y="400050"/>
                </a:lnTo>
                <a:lnTo>
                  <a:pt x="1304925" y="400050"/>
                </a:lnTo>
                <a:lnTo>
                  <a:pt x="1304925" y="409575"/>
                </a:lnTo>
                <a:lnTo>
                  <a:pt x="1343025" y="409575"/>
                </a:lnTo>
                <a:lnTo>
                  <a:pt x="1343025" y="419100"/>
                </a:lnTo>
                <a:lnTo>
                  <a:pt x="1362075" y="419100"/>
                </a:lnTo>
                <a:lnTo>
                  <a:pt x="1362075" y="428625"/>
                </a:lnTo>
                <a:lnTo>
                  <a:pt x="1343025" y="428625"/>
                </a:lnTo>
                <a:lnTo>
                  <a:pt x="1343025" y="438150"/>
                </a:lnTo>
                <a:lnTo>
                  <a:pt x="1333500" y="438150"/>
                </a:lnTo>
                <a:lnTo>
                  <a:pt x="1333500" y="428625"/>
                </a:lnTo>
                <a:lnTo>
                  <a:pt x="1323975" y="428625"/>
                </a:lnTo>
                <a:lnTo>
                  <a:pt x="1323975" y="419100"/>
                </a:lnTo>
                <a:lnTo>
                  <a:pt x="1295400" y="419100"/>
                </a:lnTo>
                <a:lnTo>
                  <a:pt x="1295400" y="409575"/>
                </a:lnTo>
                <a:lnTo>
                  <a:pt x="1285875" y="409575"/>
                </a:lnTo>
                <a:lnTo>
                  <a:pt x="1285875" y="419100"/>
                </a:lnTo>
                <a:lnTo>
                  <a:pt x="1266825" y="419100"/>
                </a:lnTo>
                <a:lnTo>
                  <a:pt x="1266825" y="428625"/>
                </a:lnTo>
                <a:lnTo>
                  <a:pt x="1257300" y="428625"/>
                </a:lnTo>
                <a:lnTo>
                  <a:pt x="1257300" y="438150"/>
                </a:lnTo>
                <a:lnTo>
                  <a:pt x="1247775" y="438150"/>
                </a:lnTo>
                <a:lnTo>
                  <a:pt x="1247775" y="428625"/>
                </a:lnTo>
                <a:lnTo>
                  <a:pt x="1238250" y="428625"/>
                </a:lnTo>
                <a:lnTo>
                  <a:pt x="1238250" y="438150"/>
                </a:lnTo>
                <a:lnTo>
                  <a:pt x="1228725" y="438150"/>
                </a:lnTo>
                <a:lnTo>
                  <a:pt x="1228725" y="419100"/>
                </a:lnTo>
                <a:lnTo>
                  <a:pt x="1238250" y="419100"/>
                </a:lnTo>
                <a:lnTo>
                  <a:pt x="1238250" y="381000"/>
                </a:lnTo>
                <a:lnTo>
                  <a:pt x="1257300" y="381000"/>
                </a:lnTo>
                <a:close/>
                <a:moveTo>
                  <a:pt x="266700" y="381000"/>
                </a:moveTo>
                <a:lnTo>
                  <a:pt x="276225" y="381000"/>
                </a:lnTo>
                <a:lnTo>
                  <a:pt x="276225" y="390525"/>
                </a:lnTo>
                <a:lnTo>
                  <a:pt x="266700" y="390525"/>
                </a:lnTo>
                <a:close/>
                <a:moveTo>
                  <a:pt x="628650" y="381000"/>
                </a:moveTo>
                <a:lnTo>
                  <a:pt x="638175" y="381000"/>
                </a:lnTo>
                <a:lnTo>
                  <a:pt x="638175" y="390525"/>
                </a:lnTo>
                <a:lnTo>
                  <a:pt x="628650" y="390525"/>
                </a:lnTo>
                <a:close/>
                <a:moveTo>
                  <a:pt x="1181100" y="381000"/>
                </a:moveTo>
                <a:lnTo>
                  <a:pt x="1190625" y="381000"/>
                </a:lnTo>
                <a:lnTo>
                  <a:pt x="1190625" y="400050"/>
                </a:lnTo>
                <a:lnTo>
                  <a:pt x="1181100" y="400050"/>
                </a:lnTo>
                <a:close/>
                <a:moveTo>
                  <a:pt x="1171575" y="400050"/>
                </a:moveTo>
                <a:lnTo>
                  <a:pt x="1181100" y="400050"/>
                </a:lnTo>
                <a:lnTo>
                  <a:pt x="1181100" y="409575"/>
                </a:lnTo>
                <a:lnTo>
                  <a:pt x="1171575" y="409575"/>
                </a:lnTo>
                <a:close/>
                <a:moveTo>
                  <a:pt x="1524000" y="400050"/>
                </a:moveTo>
                <a:lnTo>
                  <a:pt x="1533525" y="400050"/>
                </a:lnTo>
                <a:lnTo>
                  <a:pt x="1533525" y="409575"/>
                </a:lnTo>
                <a:lnTo>
                  <a:pt x="1524000" y="409575"/>
                </a:lnTo>
                <a:close/>
                <a:moveTo>
                  <a:pt x="161925" y="409575"/>
                </a:moveTo>
                <a:lnTo>
                  <a:pt x="171450" y="409575"/>
                </a:lnTo>
                <a:lnTo>
                  <a:pt x="171450" y="419100"/>
                </a:lnTo>
                <a:lnTo>
                  <a:pt x="161925" y="419100"/>
                </a:lnTo>
                <a:close/>
                <a:moveTo>
                  <a:pt x="276225" y="409575"/>
                </a:moveTo>
                <a:lnTo>
                  <a:pt x="285750" y="409575"/>
                </a:lnTo>
                <a:lnTo>
                  <a:pt x="285750" y="419100"/>
                </a:lnTo>
                <a:lnTo>
                  <a:pt x="276225" y="419100"/>
                </a:lnTo>
                <a:close/>
                <a:moveTo>
                  <a:pt x="971550" y="409575"/>
                </a:moveTo>
                <a:lnTo>
                  <a:pt x="981075" y="409575"/>
                </a:lnTo>
                <a:lnTo>
                  <a:pt x="981075" y="438150"/>
                </a:lnTo>
                <a:lnTo>
                  <a:pt x="971550" y="438150"/>
                </a:lnTo>
                <a:close/>
                <a:moveTo>
                  <a:pt x="1485900" y="409575"/>
                </a:moveTo>
                <a:lnTo>
                  <a:pt x="1524000" y="409575"/>
                </a:lnTo>
                <a:lnTo>
                  <a:pt x="1524000" y="419100"/>
                </a:lnTo>
                <a:lnTo>
                  <a:pt x="1485900" y="419100"/>
                </a:lnTo>
                <a:close/>
                <a:moveTo>
                  <a:pt x="114300" y="419100"/>
                </a:moveTo>
                <a:lnTo>
                  <a:pt x="142875" y="419100"/>
                </a:lnTo>
                <a:lnTo>
                  <a:pt x="142875" y="428625"/>
                </a:lnTo>
                <a:lnTo>
                  <a:pt x="133350" y="428625"/>
                </a:lnTo>
                <a:lnTo>
                  <a:pt x="133350" y="438150"/>
                </a:lnTo>
                <a:lnTo>
                  <a:pt x="123825" y="438150"/>
                </a:lnTo>
                <a:lnTo>
                  <a:pt x="123825" y="447675"/>
                </a:lnTo>
                <a:lnTo>
                  <a:pt x="114300" y="447675"/>
                </a:lnTo>
                <a:lnTo>
                  <a:pt x="114300" y="466725"/>
                </a:lnTo>
                <a:lnTo>
                  <a:pt x="104775" y="466725"/>
                </a:lnTo>
                <a:lnTo>
                  <a:pt x="104775" y="428625"/>
                </a:lnTo>
                <a:lnTo>
                  <a:pt x="114300" y="428625"/>
                </a:lnTo>
                <a:close/>
                <a:moveTo>
                  <a:pt x="1200150" y="419100"/>
                </a:moveTo>
                <a:lnTo>
                  <a:pt x="1219200" y="419100"/>
                </a:lnTo>
                <a:lnTo>
                  <a:pt x="1219200" y="428625"/>
                </a:lnTo>
                <a:lnTo>
                  <a:pt x="1200150" y="428625"/>
                </a:lnTo>
                <a:close/>
                <a:moveTo>
                  <a:pt x="1400175" y="419100"/>
                </a:moveTo>
                <a:lnTo>
                  <a:pt x="1438275" y="419100"/>
                </a:lnTo>
                <a:lnTo>
                  <a:pt x="1438275" y="428625"/>
                </a:lnTo>
                <a:lnTo>
                  <a:pt x="1400175" y="428625"/>
                </a:lnTo>
                <a:close/>
                <a:moveTo>
                  <a:pt x="1171575" y="428625"/>
                </a:moveTo>
                <a:lnTo>
                  <a:pt x="1181100" y="428625"/>
                </a:lnTo>
                <a:lnTo>
                  <a:pt x="1181100" y="438150"/>
                </a:lnTo>
                <a:lnTo>
                  <a:pt x="1171575" y="438150"/>
                </a:lnTo>
                <a:close/>
                <a:moveTo>
                  <a:pt x="1104900" y="447675"/>
                </a:moveTo>
                <a:lnTo>
                  <a:pt x="1114425" y="447675"/>
                </a:lnTo>
                <a:lnTo>
                  <a:pt x="1114425" y="457200"/>
                </a:lnTo>
                <a:lnTo>
                  <a:pt x="1104900" y="457200"/>
                </a:lnTo>
                <a:close/>
                <a:moveTo>
                  <a:pt x="333375" y="457200"/>
                </a:moveTo>
                <a:lnTo>
                  <a:pt x="342900" y="457200"/>
                </a:lnTo>
                <a:lnTo>
                  <a:pt x="342900" y="466725"/>
                </a:lnTo>
                <a:lnTo>
                  <a:pt x="333375" y="466725"/>
                </a:lnTo>
                <a:close/>
                <a:moveTo>
                  <a:pt x="762000" y="457200"/>
                </a:moveTo>
                <a:lnTo>
                  <a:pt x="781050" y="457200"/>
                </a:lnTo>
                <a:lnTo>
                  <a:pt x="781050" y="466725"/>
                </a:lnTo>
                <a:lnTo>
                  <a:pt x="790575" y="466725"/>
                </a:lnTo>
                <a:lnTo>
                  <a:pt x="790575" y="476250"/>
                </a:lnTo>
                <a:lnTo>
                  <a:pt x="762000" y="476250"/>
                </a:lnTo>
                <a:close/>
                <a:moveTo>
                  <a:pt x="609600" y="466725"/>
                </a:moveTo>
                <a:lnTo>
                  <a:pt x="619125" y="466725"/>
                </a:lnTo>
                <a:lnTo>
                  <a:pt x="619125" y="476250"/>
                </a:lnTo>
                <a:lnTo>
                  <a:pt x="609600" y="476250"/>
                </a:lnTo>
                <a:close/>
                <a:moveTo>
                  <a:pt x="1457325" y="466725"/>
                </a:moveTo>
                <a:lnTo>
                  <a:pt x="1466850" y="466725"/>
                </a:lnTo>
                <a:lnTo>
                  <a:pt x="1466850" y="476250"/>
                </a:lnTo>
                <a:lnTo>
                  <a:pt x="1457325" y="476250"/>
                </a:lnTo>
                <a:close/>
                <a:moveTo>
                  <a:pt x="590550" y="476250"/>
                </a:moveTo>
                <a:lnTo>
                  <a:pt x="609600" y="476250"/>
                </a:lnTo>
                <a:lnTo>
                  <a:pt x="609600" y="485775"/>
                </a:lnTo>
                <a:lnTo>
                  <a:pt x="600075" y="485775"/>
                </a:lnTo>
                <a:lnTo>
                  <a:pt x="600075" y="561975"/>
                </a:lnTo>
                <a:lnTo>
                  <a:pt x="590550" y="561975"/>
                </a:lnTo>
                <a:lnTo>
                  <a:pt x="590550" y="533400"/>
                </a:lnTo>
                <a:lnTo>
                  <a:pt x="581025" y="533400"/>
                </a:lnTo>
                <a:lnTo>
                  <a:pt x="581025" y="514350"/>
                </a:lnTo>
                <a:lnTo>
                  <a:pt x="571500" y="514350"/>
                </a:lnTo>
                <a:lnTo>
                  <a:pt x="571500" y="495300"/>
                </a:lnTo>
                <a:lnTo>
                  <a:pt x="581025" y="495300"/>
                </a:lnTo>
                <a:lnTo>
                  <a:pt x="581025" y="485775"/>
                </a:lnTo>
                <a:lnTo>
                  <a:pt x="590550" y="485775"/>
                </a:lnTo>
                <a:close/>
                <a:moveTo>
                  <a:pt x="723900" y="476250"/>
                </a:moveTo>
                <a:lnTo>
                  <a:pt x="733425" y="476250"/>
                </a:lnTo>
                <a:lnTo>
                  <a:pt x="733425" y="485775"/>
                </a:lnTo>
                <a:lnTo>
                  <a:pt x="723900" y="485775"/>
                </a:lnTo>
                <a:close/>
                <a:moveTo>
                  <a:pt x="1076325" y="476250"/>
                </a:moveTo>
                <a:lnTo>
                  <a:pt x="1095375" y="476250"/>
                </a:lnTo>
                <a:lnTo>
                  <a:pt x="1095375" y="485775"/>
                </a:lnTo>
                <a:lnTo>
                  <a:pt x="1104900" y="485775"/>
                </a:lnTo>
                <a:lnTo>
                  <a:pt x="1104900" y="476250"/>
                </a:lnTo>
                <a:lnTo>
                  <a:pt x="1114425" y="476250"/>
                </a:lnTo>
                <a:lnTo>
                  <a:pt x="1114425" y="495300"/>
                </a:lnTo>
                <a:lnTo>
                  <a:pt x="1085850" y="495300"/>
                </a:lnTo>
                <a:lnTo>
                  <a:pt x="1085850" y="504825"/>
                </a:lnTo>
                <a:lnTo>
                  <a:pt x="1076325" y="504825"/>
                </a:lnTo>
                <a:lnTo>
                  <a:pt x="1076325" y="495300"/>
                </a:lnTo>
                <a:lnTo>
                  <a:pt x="1057275" y="495300"/>
                </a:lnTo>
                <a:lnTo>
                  <a:pt x="1057275" y="485775"/>
                </a:lnTo>
                <a:lnTo>
                  <a:pt x="1076325" y="485775"/>
                </a:lnTo>
                <a:close/>
                <a:moveTo>
                  <a:pt x="714375" y="485775"/>
                </a:moveTo>
                <a:lnTo>
                  <a:pt x="723900" y="485775"/>
                </a:lnTo>
                <a:lnTo>
                  <a:pt x="723900" y="504825"/>
                </a:lnTo>
                <a:lnTo>
                  <a:pt x="695325" y="504825"/>
                </a:lnTo>
                <a:lnTo>
                  <a:pt x="695325" y="495300"/>
                </a:lnTo>
                <a:lnTo>
                  <a:pt x="714375" y="495300"/>
                </a:lnTo>
                <a:close/>
                <a:moveTo>
                  <a:pt x="809625" y="485775"/>
                </a:moveTo>
                <a:lnTo>
                  <a:pt x="819150" y="485775"/>
                </a:lnTo>
                <a:lnTo>
                  <a:pt x="819150" y="495300"/>
                </a:lnTo>
                <a:lnTo>
                  <a:pt x="809625" y="495300"/>
                </a:lnTo>
                <a:close/>
                <a:moveTo>
                  <a:pt x="1524000" y="485775"/>
                </a:moveTo>
                <a:lnTo>
                  <a:pt x="1562100" y="485775"/>
                </a:lnTo>
                <a:lnTo>
                  <a:pt x="1562100" y="504825"/>
                </a:lnTo>
                <a:lnTo>
                  <a:pt x="1552575" y="504825"/>
                </a:lnTo>
                <a:lnTo>
                  <a:pt x="1552575" y="514350"/>
                </a:lnTo>
                <a:lnTo>
                  <a:pt x="1543050" y="514350"/>
                </a:lnTo>
                <a:lnTo>
                  <a:pt x="1543050" y="504825"/>
                </a:lnTo>
                <a:lnTo>
                  <a:pt x="1533525" y="504825"/>
                </a:lnTo>
                <a:lnTo>
                  <a:pt x="1533525" y="495300"/>
                </a:lnTo>
                <a:lnTo>
                  <a:pt x="1524000" y="495300"/>
                </a:lnTo>
                <a:close/>
                <a:moveTo>
                  <a:pt x="628650" y="495300"/>
                </a:moveTo>
                <a:lnTo>
                  <a:pt x="647700" y="495300"/>
                </a:lnTo>
                <a:lnTo>
                  <a:pt x="647700" y="504825"/>
                </a:lnTo>
                <a:lnTo>
                  <a:pt x="638175" y="504825"/>
                </a:lnTo>
                <a:lnTo>
                  <a:pt x="638175" y="514350"/>
                </a:lnTo>
                <a:lnTo>
                  <a:pt x="647700" y="514350"/>
                </a:lnTo>
                <a:lnTo>
                  <a:pt x="647700" y="504825"/>
                </a:lnTo>
                <a:lnTo>
                  <a:pt x="657225" y="504825"/>
                </a:lnTo>
                <a:lnTo>
                  <a:pt x="657225" y="581025"/>
                </a:lnTo>
                <a:lnTo>
                  <a:pt x="647700" y="581025"/>
                </a:lnTo>
                <a:lnTo>
                  <a:pt x="647700" y="542925"/>
                </a:lnTo>
                <a:lnTo>
                  <a:pt x="619125" y="542925"/>
                </a:lnTo>
                <a:lnTo>
                  <a:pt x="619125" y="504825"/>
                </a:lnTo>
                <a:lnTo>
                  <a:pt x="628650" y="504825"/>
                </a:lnTo>
                <a:close/>
                <a:moveTo>
                  <a:pt x="990600" y="495300"/>
                </a:moveTo>
                <a:lnTo>
                  <a:pt x="1000125" y="495300"/>
                </a:lnTo>
                <a:lnTo>
                  <a:pt x="1000125" y="504825"/>
                </a:lnTo>
                <a:lnTo>
                  <a:pt x="990600" y="504825"/>
                </a:lnTo>
                <a:close/>
                <a:moveTo>
                  <a:pt x="685800" y="504825"/>
                </a:moveTo>
                <a:lnTo>
                  <a:pt x="695325" y="504825"/>
                </a:lnTo>
                <a:lnTo>
                  <a:pt x="695325" y="514350"/>
                </a:lnTo>
                <a:lnTo>
                  <a:pt x="685800" y="514350"/>
                </a:lnTo>
                <a:close/>
                <a:moveTo>
                  <a:pt x="933450" y="504825"/>
                </a:moveTo>
                <a:lnTo>
                  <a:pt x="942975" y="504825"/>
                </a:lnTo>
                <a:lnTo>
                  <a:pt x="942975" y="542925"/>
                </a:lnTo>
                <a:lnTo>
                  <a:pt x="952500" y="542925"/>
                </a:lnTo>
                <a:lnTo>
                  <a:pt x="952500" y="552450"/>
                </a:lnTo>
                <a:lnTo>
                  <a:pt x="962025" y="552450"/>
                </a:lnTo>
                <a:lnTo>
                  <a:pt x="962025" y="542925"/>
                </a:lnTo>
                <a:lnTo>
                  <a:pt x="971550" y="542925"/>
                </a:lnTo>
                <a:lnTo>
                  <a:pt x="971550" y="581025"/>
                </a:lnTo>
                <a:lnTo>
                  <a:pt x="962025" y="581025"/>
                </a:lnTo>
                <a:lnTo>
                  <a:pt x="962025" y="590550"/>
                </a:lnTo>
                <a:lnTo>
                  <a:pt x="942975" y="590550"/>
                </a:lnTo>
                <a:lnTo>
                  <a:pt x="942975" y="581025"/>
                </a:lnTo>
                <a:lnTo>
                  <a:pt x="933450" y="581025"/>
                </a:lnTo>
                <a:close/>
                <a:moveTo>
                  <a:pt x="1095375" y="504825"/>
                </a:moveTo>
                <a:lnTo>
                  <a:pt x="1104900" y="504825"/>
                </a:lnTo>
                <a:lnTo>
                  <a:pt x="1104900" y="514350"/>
                </a:lnTo>
                <a:lnTo>
                  <a:pt x="1095375" y="514350"/>
                </a:lnTo>
                <a:close/>
                <a:moveTo>
                  <a:pt x="1409700" y="504825"/>
                </a:moveTo>
                <a:lnTo>
                  <a:pt x="1419225" y="504825"/>
                </a:lnTo>
                <a:lnTo>
                  <a:pt x="1419225" y="514350"/>
                </a:lnTo>
                <a:lnTo>
                  <a:pt x="1409700" y="514350"/>
                </a:lnTo>
                <a:close/>
                <a:moveTo>
                  <a:pt x="1104900" y="514350"/>
                </a:moveTo>
                <a:lnTo>
                  <a:pt x="1114425" y="514350"/>
                </a:lnTo>
                <a:lnTo>
                  <a:pt x="1114425" y="523875"/>
                </a:lnTo>
                <a:lnTo>
                  <a:pt x="1104900" y="523875"/>
                </a:lnTo>
                <a:close/>
                <a:moveTo>
                  <a:pt x="1123950" y="514350"/>
                </a:moveTo>
                <a:lnTo>
                  <a:pt x="1133475" y="514350"/>
                </a:lnTo>
                <a:lnTo>
                  <a:pt x="1133475" y="523875"/>
                </a:lnTo>
                <a:lnTo>
                  <a:pt x="1123950" y="523875"/>
                </a:lnTo>
                <a:close/>
                <a:moveTo>
                  <a:pt x="1171575" y="514350"/>
                </a:moveTo>
                <a:lnTo>
                  <a:pt x="1181100" y="514350"/>
                </a:lnTo>
                <a:lnTo>
                  <a:pt x="1181100" y="523875"/>
                </a:lnTo>
                <a:lnTo>
                  <a:pt x="1171575" y="523875"/>
                </a:lnTo>
                <a:close/>
                <a:moveTo>
                  <a:pt x="104775" y="523875"/>
                </a:moveTo>
                <a:lnTo>
                  <a:pt x="114300" y="523875"/>
                </a:lnTo>
                <a:lnTo>
                  <a:pt x="114300" y="533400"/>
                </a:lnTo>
                <a:lnTo>
                  <a:pt x="133350" y="533400"/>
                </a:lnTo>
                <a:lnTo>
                  <a:pt x="133350" y="542925"/>
                </a:lnTo>
                <a:lnTo>
                  <a:pt x="180975" y="542925"/>
                </a:lnTo>
                <a:lnTo>
                  <a:pt x="180975" y="552450"/>
                </a:lnTo>
                <a:lnTo>
                  <a:pt x="161925" y="552450"/>
                </a:lnTo>
                <a:lnTo>
                  <a:pt x="161925" y="571500"/>
                </a:lnTo>
                <a:lnTo>
                  <a:pt x="133350" y="571500"/>
                </a:lnTo>
                <a:lnTo>
                  <a:pt x="133350" y="561975"/>
                </a:lnTo>
                <a:lnTo>
                  <a:pt x="104775" y="561975"/>
                </a:lnTo>
                <a:close/>
                <a:moveTo>
                  <a:pt x="685800" y="523875"/>
                </a:moveTo>
                <a:lnTo>
                  <a:pt x="695325" y="523875"/>
                </a:lnTo>
                <a:lnTo>
                  <a:pt x="695325" y="571500"/>
                </a:lnTo>
                <a:lnTo>
                  <a:pt x="685800" y="571500"/>
                </a:lnTo>
                <a:close/>
                <a:moveTo>
                  <a:pt x="1104900" y="533400"/>
                </a:moveTo>
                <a:lnTo>
                  <a:pt x="1143000" y="533400"/>
                </a:lnTo>
                <a:lnTo>
                  <a:pt x="1143000" y="542925"/>
                </a:lnTo>
                <a:lnTo>
                  <a:pt x="1104900" y="542925"/>
                </a:lnTo>
                <a:close/>
                <a:moveTo>
                  <a:pt x="1162050" y="533400"/>
                </a:moveTo>
                <a:lnTo>
                  <a:pt x="1181100" y="533400"/>
                </a:lnTo>
                <a:lnTo>
                  <a:pt x="1181100" y="542925"/>
                </a:lnTo>
                <a:lnTo>
                  <a:pt x="1162050" y="542925"/>
                </a:lnTo>
                <a:close/>
                <a:moveTo>
                  <a:pt x="266700" y="542925"/>
                </a:moveTo>
                <a:lnTo>
                  <a:pt x="276225" y="542925"/>
                </a:lnTo>
                <a:lnTo>
                  <a:pt x="276225" y="552450"/>
                </a:lnTo>
                <a:lnTo>
                  <a:pt x="266700" y="552450"/>
                </a:lnTo>
                <a:close/>
                <a:moveTo>
                  <a:pt x="1095375" y="542925"/>
                </a:moveTo>
                <a:lnTo>
                  <a:pt x="1104900" y="542925"/>
                </a:lnTo>
                <a:lnTo>
                  <a:pt x="1104900" y="552450"/>
                </a:lnTo>
                <a:lnTo>
                  <a:pt x="1095375" y="552450"/>
                </a:lnTo>
                <a:close/>
                <a:moveTo>
                  <a:pt x="1371600" y="542925"/>
                </a:moveTo>
                <a:lnTo>
                  <a:pt x="1381125" y="542925"/>
                </a:lnTo>
                <a:lnTo>
                  <a:pt x="1381125" y="552450"/>
                </a:lnTo>
                <a:lnTo>
                  <a:pt x="1371600" y="552450"/>
                </a:lnTo>
                <a:close/>
                <a:moveTo>
                  <a:pt x="438150" y="552450"/>
                </a:moveTo>
                <a:lnTo>
                  <a:pt x="457200" y="552450"/>
                </a:lnTo>
                <a:lnTo>
                  <a:pt x="457200" y="581025"/>
                </a:lnTo>
                <a:lnTo>
                  <a:pt x="447675" y="581025"/>
                </a:lnTo>
                <a:lnTo>
                  <a:pt x="447675" y="571500"/>
                </a:lnTo>
                <a:lnTo>
                  <a:pt x="438150" y="571500"/>
                </a:lnTo>
                <a:close/>
                <a:moveTo>
                  <a:pt x="904875" y="552450"/>
                </a:moveTo>
                <a:lnTo>
                  <a:pt x="914400" y="552450"/>
                </a:lnTo>
                <a:lnTo>
                  <a:pt x="914400" y="581025"/>
                </a:lnTo>
                <a:lnTo>
                  <a:pt x="904875" y="581025"/>
                </a:lnTo>
                <a:lnTo>
                  <a:pt x="904875" y="609600"/>
                </a:lnTo>
                <a:lnTo>
                  <a:pt x="895350" y="609600"/>
                </a:lnTo>
                <a:lnTo>
                  <a:pt x="895350" y="628650"/>
                </a:lnTo>
                <a:lnTo>
                  <a:pt x="885825" y="628650"/>
                </a:lnTo>
                <a:lnTo>
                  <a:pt x="885825" y="619125"/>
                </a:lnTo>
                <a:lnTo>
                  <a:pt x="876300" y="619125"/>
                </a:lnTo>
                <a:lnTo>
                  <a:pt x="876300" y="628650"/>
                </a:lnTo>
                <a:lnTo>
                  <a:pt x="885825" y="628650"/>
                </a:lnTo>
                <a:lnTo>
                  <a:pt x="885825" y="638175"/>
                </a:lnTo>
                <a:lnTo>
                  <a:pt x="838200" y="638175"/>
                </a:lnTo>
                <a:lnTo>
                  <a:pt x="838200" y="628650"/>
                </a:lnTo>
                <a:lnTo>
                  <a:pt x="828675" y="628650"/>
                </a:lnTo>
                <a:lnTo>
                  <a:pt x="828675" y="619125"/>
                </a:lnTo>
                <a:lnTo>
                  <a:pt x="838200" y="619125"/>
                </a:lnTo>
                <a:lnTo>
                  <a:pt x="838200" y="609600"/>
                </a:lnTo>
                <a:lnTo>
                  <a:pt x="866775" y="609600"/>
                </a:lnTo>
                <a:lnTo>
                  <a:pt x="866775" y="600075"/>
                </a:lnTo>
                <a:lnTo>
                  <a:pt x="876300" y="600075"/>
                </a:lnTo>
                <a:lnTo>
                  <a:pt x="876300" y="590550"/>
                </a:lnTo>
                <a:lnTo>
                  <a:pt x="895350" y="590550"/>
                </a:lnTo>
                <a:lnTo>
                  <a:pt x="895350" y="571500"/>
                </a:lnTo>
                <a:lnTo>
                  <a:pt x="904875" y="571500"/>
                </a:lnTo>
                <a:close/>
                <a:moveTo>
                  <a:pt x="1381125" y="552450"/>
                </a:moveTo>
                <a:lnTo>
                  <a:pt x="1390650" y="552450"/>
                </a:lnTo>
                <a:lnTo>
                  <a:pt x="1390650" y="571500"/>
                </a:lnTo>
                <a:lnTo>
                  <a:pt x="1381125" y="571500"/>
                </a:lnTo>
                <a:close/>
                <a:moveTo>
                  <a:pt x="1409700" y="561975"/>
                </a:moveTo>
                <a:lnTo>
                  <a:pt x="1419225" y="561975"/>
                </a:lnTo>
                <a:lnTo>
                  <a:pt x="1419225" y="571500"/>
                </a:lnTo>
                <a:lnTo>
                  <a:pt x="1409700" y="571500"/>
                </a:lnTo>
                <a:close/>
                <a:moveTo>
                  <a:pt x="1238250" y="571500"/>
                </a:moveTo>
                <a:lnTo>
                  <a:pt x="1247775" y="571500"/>
                </a:lnTo>
                <a:lnTo>
                  <a:pt x="1247775" y="581025"/>
                </a:lnTo>
                <a:lnTo>
                  <a:pt x="1238250" y="581025"/>
                </a:lnTo>
                <a:close/>
                <a:moveTo>
                  <a:pt x="1285875" y="571500"/>
                </a:moveTo>
                <a:lnTo>
                  <a:pt x="1333500" y="571500"/>
                </a:lnTo>
                <a:lnTo>
                  <a:pt x="1333500" y="581025"/>
                </a:lnTo>
                <a:lnTo>
                  <a:pt x="1285875" y="581025"/>
                </a:lnTo>
                <a:close/>
                <a:moveTo>
                  <a:pt x="1371600" y="571500"/>
                </a:moveTo>
                <a:lnTo>
                  <a:pt x="1381125" y="571500"/>
                </a:lnTo>
                <a:lnTo>
                  <a:pt x="1381125" y="581025"/>
                </a:lnTo>
                <a:lnTo>
                  <a:pt x="1371600" y="581025"/>
                </a:lnTo>
                <a:close/>
                <a:moveTo>
                  <a:pt x="1533525" y="571500"/>
                </a:moveTo>
                <a:lnTo>
                  <a:pt x="1543050" y="571500"/>
                </a:lnTo>
                <a:lnTo>
                  <a:pt x="1543050" y="581025"/>
                </a:lnTo>
                <a:lnTo>
                  <a:pt x="1533525" y="581025"/>
                </a:lnTo>
                <a:close/>
                <a:moveTo>
                  <a:pt x="638175" y="581025"/>
                </a:moveTo>
                <a:lnTo>
                  <a:pt x="647700" y="581025"/>
                </a:lnTo>
                <a:lnTo>
                  <a:pt x="647700" y="590550"/>
                </a:lnTo>
                <a:lnTo>
                  <a:pt x="638175" y="590550"/>
                </a:lnTo>
                <a:close/>
                <a:moveTo>
                  <a:pt x="990600" y="581025"/>
                </a:moveTo>
                <a:lnTo>
                  <a:pt x="1000125" y="581025"/>
                </a:lnTo>
                <a:lnTo>
                  <a:pt x="1000125" y="590550"/>
                </a:lnTo>
                <a:lnTo>
                  <a:pt x="990600" y="590550"/>
                </a:lnTo>
                <a:close/>
                <a:moveTo>
                  <a:pt x="1362075" y="581025"/>
                </a:moveTo>
                <a:lnTo>
                  <a:pt x="1371600" y="581025"/>
                </a:lnTo>
                <a:lnTo>
                  <a:pt x="1371600" y="590550"/>
                </a:lnTo>
                <a:lnTo>
                  <a:pt x="1381125" y="590550"/>
                </a:lnTo>
                <a:lnTo>
                  <a:pt x="1381125" y="600075"/>
                </a:lnTo>
                <a:lnTo>
                  <a:pt x="1400175" y="600075"/>
                </a:lnTo>
                <a:lnTo>
                  <a:pt x="1400175" y="609600"/>
                </a:lnTo>
                <a:lnTo>
                  <a:pt x="1409700" y="609600"/>
                </a:lnTo>
                <a:lnTo>
                  <a:pt x="1409700" y="628650"/>
                </a:lnTo>
                <a:lnTo>
                  <a:pt x="1390650" y="628650"/>
                </a:lnTo>
                <a:lnTo>
                  <a:pt x="1390650" y="638175"/>
                </a:lnTo>
                <a:lnTo>
                  <a:pt x="1381125" y="638175"/>
                </a:lnTo>
                <a:lnTo>
                  <a:pt x="1381125" y="647700"/>
                </a:lnTo>
                <a:lnTo>
                  <a:pt x="1371600" y="647700"/>
                </a:lnTo>
                <a:lnTo>
                  <a:pt x="1371600" y="666750"/>
                </a:lnTo>
                <a:lnTo>
                  <a:pt x="1362075" y="666750"/>
                </a:lnTo>
                <a:lnTo>
                  <a:pt x="1362075" y="647700"/>
                </a:lnTo>
                <a:lnTo>
                  <a:pt x="1352550" y="647700"/>
                </a:lnTo>
                <a:lnTo>
                  <a:pt x="1352550" y="657225"/>
                </a:lnTo>
                <a:lnTo>
                  <a:pt x="1343025" y="657225"/>
                </a:lnTo>
                <a:lnTo>
                  <a:pt x="1343025" y="600075"/>
                </a:lnTo>
                <a:lnTo>
                  <a:pt x="1352550" y="600075"/>
                </a:lnTo>
                <a:lnTo>
                  <a:pt x="1352550" y="590550"/>
                </a:lnTo>
                <a:lnTo>
                  <a:pt x="1362075" y="590550"/>
                </a:lnTo>
                <a:close/>
                <a:moveTo>
                  <a:pt x="390525" y="590550"/>
                </a:moveTo>
                <a:lnTo>
                  <a:pt x="409575" y="590550"/>
                </a:lnTo>
                <a:lnTo>
                  <a:pt x="409575" y="600075"/>
                </a:lnTo>
                <a:lnTo>
                  <a:pt x="390525" y="600075"/>
                </a:lnTo>
                <a:close/>
                <a:moveTo>
                  <a:pt x="428625" y="590550"/>
                </a:moveTo>
                <a:lnTo>
                  <a:pt x="438150" y="590550"/>
                </a:lnTo>
                <a:lnTo>
                  <a:pt x="438150" y="600075"/>
                </a:lnTo>
                <a:lnTo>
                  <a:pt x="428625" y="600075"/>
                </a:lnTo>
                <a:close/>
                <a:moveTo>
                  <a:pt x="685800" y="590550"/>
                </a:moveTo>
                <a:lnTo>
                  <a:pt x="695325" y="590550"/>
                </a:lnTo>
                <a:lnTo>
                  <a:pt x="695325" y="600075"/>
                </a:lnTo>
                <a:lnTo>
                  <a:pt x="685800" y="600075"/>
                </a:lnTo>
                <a:close/>
                <a:moveTo>
                  <a:pt x="1238250" y="590550"/>
                </a:moveTo>
                <a:lnTo>
                  <a:pt x="1247775" y="590550"/>
                </a:lnTo>
                <a:lnTo>
                  <a:pt x="1247775" y="600075"/>
                </a:lnTo>
                <a:lnTo>
                  <a:pt x="1238250" y="600075"/>
                </a:lnTo>
                <a:close/>
                <a:moveTo>
                  <a:pt x="1285875" y="590550"/>
                </a:moveTo>
                <a:lnTo>
                  <a:pt x="1323975" y="590550"/>
                </a:lnTo>
                <a:lnTo>
                  <a:pt x="1323975" y="657225"/>
                </a:lnTo>
                <a:lnTo>
                  <a:pt x="1314450" y="657225"/>
                </a:lnTo>
                <a:lnTo>
                  <a:pt x="1314450" y="638175"/>
                </a:lnTo>
                <a:lnTo>
                  <a:pt x="1295400" y="638175"/>
                </a:lnTo>
                <a:lnTo>
                  <a:pt x="1295400" y="628650"/>
                </a:lnTo>
                <a:lnTo>
                  <a:pt x="1285875" y="628650"/>
                </a:lnTo>
                <a:lnTo>
                  <a:pt x="1285875" y="619125"/>
                </a:lnTo>
                <a:lnTo>
                  <a:pt x="1295400" y="619125"/>
                </a:lnTo>
                <a:lnTo>
                  <a:pt x="1295400" y="609600"/>
                </a:lnTo>
                <a:lnTo>
                  <a:pt x="1285875" y="609600"/>
                </a:lnTo>
                <a:close/>
                <a:moveTo>
                  <a:pt x="171450" y="600075"/>
                </a:moveTo>
                <a:lnTo>
                  <a:pt x="180975" y="600075"/>
                </a:lnTo>
                <a:lnTo>
                  <a:pt x="180975" y="609600"/>
                </a:lnTo>
                <a:lnTo>
                  <a:pt x="171450" y="609600"/>
                </a:lnTo>
                <a:close/>
                <a:moveTo>
                  <a:pt x="438150" y="600075"/>
                </a:moveTo>
                <a:lnTo>
                  <a:pt x="447675" y="600075"/>
                </a:lnTo>
                <a:lnTo>
                  <a:pt x="447675" y="609600"/>
                </a:lnTo>
                <a:lnTo>
                  <a:pt x="438150" y="609600"/>
                </a:lnTo>
                <a:close/>
                <a:moveTo>
                  <a:pt x="1438275" y="600075"/>
                </a:moveTo>
                <a:lnTo>
                  <a:pt x="1457325" y="600075"/>
                </a:lnTo>
                <a:lnTo>
                  <a:pt x="1457325" y="619125"/>
                </a:lnTo>
                <a:lnTo>
                  <a:pt x="1438275" y="619125"/>
                </a:lnTo>
                <a:close/>
                <a:moveTo>
                  <a:pt x="1504950" y="600075"/>
                </a:moveTo>
                <a:lnTo>
                  <a:pt x="1514475" y="600075"/>
                </a:lnTo>
                <a:lnTo>
                  <a:pt x="1514475" y="609600"/>
                </a:lnTo>
                <a:lnTo>
                  <a:pt x="1524000" y="609600"/>
                </a:lnTo>
                <a:lnTo>
                  <a:pt x="1524000" y="619125"/>
                </a:lnTo>
                <a:lnTo>
                  <a:pt x="1504950" y="619125"/>
                </a:lnTo>
                <a:close/>
                <a:moveTo>
                  <a:pt x="190500" y="609600"/>
                </a:moveTo>
                <a:lnTo>
                  <a:pt x="200025" y="609600"/>
                </a:lnTo>
                <a:lnTo>
                  <a:pt x="200025" y="619125"/>
                </a:lnTo>
                <a:lnTo>
                  <a:pt x="190500" y="619125"/>
                </a:lnTo>
                <a:close/>
                <a:moveTo>
                  <a:pt x="485775" y="609600"/>
                </a:moveTo>
                <a:lnTo>
                  <a:pt x="495300" y="609600"/>
                </a:lnTo>
                <a:lnTo>
                  <a:pt x="495300" y="619125"/>
                </a:lnTo>
                <a:lnTo>
                  <a:pt x="485775" y="619125"/>
                </a:lnTo>
                <a:close/>
                <a:moveTo>
                  <a:pt x="971550" y="609600"/>
                </a:moveTo>
                <a:lnTo>
                  <a:pt x="981075" y="609600"/>
                </a:lnTo>
                <a:lnTo>
                  <a:pt x="981075" y="619125"/>
                </a:lnTo>
                <a:lnTo>
                  <a:pt x="971550" y="619125"/>
                </a:lnTo>
                <a:close/>
                <a:moveTo>
                  <a:pt x="200025" y="619125"/>
                </a:moveTo>
                <a:lnTo>
                  <a:pt x="209550" y="619125"/>
                </a:lnTo>
                <a:lnTo>
                  <a:pt x="209550" y="628650"/>
                </a:lnTo>
                <a:lnTo>
                  <a:pt x="219075" y="628650"/>
                </a:lnTo>
                <a:lnTo>
                  <a:pt x="219075" y="657225"/>
                </a:lnTo>
                <a:lnTo>
                  <a:pt x="209550" y="657225"/>
                </a:lnTo>
                <a:lnTo>
                  <a:pt x="209550" y="638175"/>
                </a:lnTo>
                <a:lnTo>
                  <a:pt x="200025" y="638175"/>
                </a:lnTo>
                <a:close/>
                <a:moveTo>
                  <a:pt x="1238250" y="628650"/>
                </a:moveTo>
                <a:lnTo>
                  <a:pt x="1247775" y="628650"/>
                </a:lnTo>
                <a:lnTo>
                  <a:pt x="1247775" y="638175"/>
                </a:lnTo>
                <a:lnTo>
                  <a:pt x="1238250" y="638175"/>
                </a:lnTo>
                <a:close/>
                <a:moveTo>
                  <a:pt x="1066800" y="638175"/>
                </a:moveTo>
                <a:lnTo>
                  <a:pt x="1076325" y="638175"/>
                </a:lnTo>
                <a:lnTo>
                  <a:pt x="1076325" y="657225"/>
                </a:lnTo>
                <a:lnTo>
                  <a:pt x="1095375" y="657225"/>
                </a:lnTo>
                <a:lnTo>
                  <a:pt x="1095375" y="638175"/>
                </a:lnTo>
                <a:lnTo>
                  <a:pt x="1104900" y="638175"/>
                </a:lnTo>
                <a:lnTo>
                  <a:pt x="1104900" y="647700"/>
                </a:lnTo>
                <a:lnTo>
                  <a:pt x="1123950" y="647700"/>
                </a:lnTo>
                <a:lnTo>
                  <a:pt x="1123950" y="657225"/>
                </a:lnTo>
                <a:lnTo>
                  <a:pt x="1133475" y="657225"/>
                </a:lnTo>
                <a:lnTo>
                  <a:pt x="1133475" y="666750"/>
                </a:lnTo>
                <a:lnTo>
                  <a:pt x="1143000" y="666750"/>
                </a:lnTo>
                <a:lnTo>
                  <a:pt x="1143000" y="676275"/>
                </a:lnTo>
                <a:lnTo>
                  <a:pt x="1152525" y="676275"/>
                </a:lnTo>
                <a:lnTo>
                  <a:pt x="1152525" y="685800"/>
                </a:lnTo>
                <a:lnTo>
                  <a:pt x="1190625" y="685800"/>
                </a:lnTo>
                <a:lnTo>
                  <a:pt x="1190625" y="695325"/>
                </a:lnTo>
                <a:lnTo>
                  <a:pt x="1181100" y="695325"/>
                </a:lnTo>
                <a:lnTo>
                  <a:pt x="1181100" y="704850"/>
                </a:lnTo>
                <a:lnTo>
                  <a:pt x="1152525" y="704850"/>
                </a:lnTo>
                <a:lnTo>
                  <a:pt x="1152525" y="714375"/>
                </a:lnTo>
                <a:lnTo>
                  <a:pt x="1143000" y="714375"/>
                </a:lnTo>
                <a:lnTo>
                  <a:pt x="1143000" y="704850"/>
                </a:lnTo>
                <a:lnTo>
                  <a:pt x="1123950" y="704850"/>
                </a:lnTo>
                <a:lnTo>
                  <a:pt x="1123950" y="685800"/>
                </a:lnTo>
                <a:lnTo>
                  <a:pt x="1104900" y="685800"/>
                </a:lnTo>
                <a:lnTo>
                  <a:pt x="1104900" y="676275"/>
                </a:lnTo>
                <a:lnTo>
                  <a:pt x="1085850" y="676275"/>
                </a:lnTo>
                <a:lnTo>
                  <a:pt x="1085850" y="666750"/>
                </a:lnTo>
                <a:lnTo>
                  <a:pt x="1076325" y="666750"/>
                </a:lnTo>
                <a:lnTo>
                  <a:pt x="1076325" y="676275"/>
                </a:lnTo>
                <a:lnTo>
                  <a:pt x="1057275" y="676275"/>
                </a:lnTo>
                <a:lnTo>
                  <a:pt x="1057275" y="666750"/>
                </a:lnTo>
                <a:lnTo>
                  <a:pt x="1047750" y="666750"/>
                </a:lnTo>
                <a:lnTo>
                  <a:pt x="1047750" y="647700"/>
                </a:lnTo>
                <a:lnTo>
                  <a:pt x="1066800" y="647700"/>
                </a:lnTo>
                <a:close/>
                <a:moveTo>
                  <a:pt x="1228725" y="638175"/>
                </a:moveTo>
                <a:lnTo>
                  <a:pt x="1238250" y="638175"/>
                </a:lnTo>
                <a:lnTo>
                  <a:pt x="1238250" y="657225"/>
                </a:lnTo>
                <a:lnTo>
                  <a:pt x="1247775" y="657225"/>
                </a:lnTo>
                <a:lnTo>
                  <a:pt x="1247775" y="666750"/>
                </a:lnTo>
                <a:lnTo>
                  <a:pt x="1228725" y="666750"/>
                </a:lnTo>
                <a:close/>
                <a:moveTo>
                  <a:pt x="485775" y="647700"/>
                </a:moveTo>
                <a:lnTo>
                  <a:pt x="495300" y="647700"/>
                </a:lnTo>
                <a:lnTo>
                  <a:pt x="495300" y="657225"/>
                </a:lnTo>
                <a:lnTo>
                  <a:pt x="514350" y="657225"/>
                </a:lnTo>
                <a:lnTo>
                  <a:pt x="514350" y="647700"/>
                </a:lnTo>
                <a:lnTo>
                  <a:pt x="542925" y="647700"/>
                </a:lnTo>
                <a:lnTo>
                  <a:pt x="542925" y="666750"/>
                </a:lnTo>
                <a:lnTo>
                  <a:pt x="485775" y="666750"/>
                </a:lnTo>
                <a:close/>
                <a:moveTo>
                  <a:pt x="1304925" y="657225"/>
                </a:moveTo>
                <a:lnTo>
                  <a:pt x="1314450" y="657225"/>
                </a:lnTo>
                <a:lnTo>
                  <a:pt x="1314450" y="666750"/>
                </a:lnTo>
                <a:lnTo>
                  <a:pt x="1304925" y="666750"/>
                </a:lnTo>
                <a:close/>
                <a:moveTo>
                  <a:pt x="1333500" y="657225"/>
                </a:moveTo>
                <a:lnTo>
                  <a:pt x="1343025" y="657225"/>
                </a:lnTo>
                <a:lnTo>
                  <a:pt x="1343025" y="666750"/>
                </a:lnTo>
                <a:lnTo>
                  <a:pt x="1333500" y="666750"/>
                </a:lnTo>
                <a:close/>
                <a:moveTo>
                  <a:pt x="1323975" y="666750"/>
                </a:moveTo>
                <a:lnTo>
                  <a:pt x="1333500" y="666750"/>
                </a:lnTo>
                <a:lnTo>
                  <a:pt x="1333500" y="676275"/>
                </a:lnTo>
                <a:lnTo>
                  <a:pt x="1323975" y="676275"/>
                </a:lnTo>
                <a:close/>
                <a:moveTo>
                  <a:pt x="209550" y="676275"/>
                </a:moveTo>
                <a:lnTo>
                  <a:pt x="219075" y="676275"/>
                </a:lnTo>
                <a:lnTo>
                  <a:pt x="219075" y="685800"/>
                </a:lnTo>
                <a:lnTo>
                  <a:pt x="209550" y="685800"/>
                </a:lnTo>
                <a:close/>
                <a:moveTo>
                  <a:pt x="752475" y="676275"/>
                </a:moveTo>
                <a:lnTo>
                  <a:pt x="762000" y="676275"/>
                </a:lnTo>
                <a:lnTo>
                  <a:pt x="762000" y="685800"/>
                </a:lnTo>
                <a:lnTo>
                  <a:pt x="752475" y="685800"/>
                </a:lnTo>
                <a:close/>
                <a:moveTo>
                  <a:pt x="971550" y="676275"/>
                </a:moveTo>
                <a:lnTo>
                  <a:pt x="981075" y="676275"/>
                </a:lnTo>
                <a:lnTo>
                  <a:pt x="981075" y="695325"/>
                </a:lnTo>
                <a:lnTo>
                  <a:pt x="971550" y="695325"/>
                </a:lnTo>
                <a:close/>
                <a:moveTo>
                  <a:pt x="1590675" y="676275"/>
                </a:moveTo>
                <a:lnTo>
                  <a:pt x="1600200" y="676275"/>
                </a:lnTo>
                <a:lnTo>
                  <a:pt x="1600200" y="685800"/>
                </a:lnTo>
                <a:lnTo>
                  <a:pt x="1590675" y="685800"/>
                </a:lnTo>
                <a:close/>
                <a:moveTo>
                  <a:pt x="1276350" y="685800"/>
                </a:moveTo>
                <a:lnTo>
                  <a:pt x="1285875" y="685800"/>
                </a:lnTo>
                <a:lnTo>
                  <a:pt x="1285875" y="704850"/>
                </a:lnTo>
                <a:lnTo>
                  <a:pt x="1314450" y="704850"/>
                </a:lnTo>
                <a:lnTo>
                  <a:pt x="1314450" y="714375"/>
                </a:lnTo>
                <a:lnTo>
                  <a:pt x="1343025" y="714375"/>
                </a:lnTo>
                <a:lnTo>
                  <a:pt x="1343025" y="723900"/>
                </a:lnTo>
                <a:lnTo>
                  <a:pt x="1352550" y="723900"/>
                </a:lnTo>
                <a:lnTo>
                  <a:pt x="1352550" y="714375"/>
                </a:lnTo>
                <a:lnTo>
                  <a:pt x="1362075" y="714375"/>
                </a:lnTo>
                <a:lnTo>
                  <a:pt x="1362075" y="733425"/>
                </a:lnTo>
                <a:lnTo>
                  <a:pt x="1371600" y="733425"/>
                </a:lnTo>
                <a:lnTo>
                  <a:pt x="1371600" y="742950"/>
                </a:lnTo>
                <a:lnTo>
                  <a:pt x="1314450" y="742950"/>
                </a:lnTo>
                <a:lnTo>
                  <a:pt x="1314450" y="781050"/>
                </a:lnTo>
                <a:lnTo>
                  <a:pt x="1295400" y="781050"/>
                </a:lnTo>
                <a:lnTo>
                  <a:pt x="1295400" y="771525"/>
                </a:lnTo>
                <a:lnTo>
                  <a:pt x="1304925" y="771525"/>
                </a:lnTo>
                <a:lnTo>
                  <a:pt x="1304925" y="752475"/>
                </a:lnTo>
                <a:lnTo>
                  <a:pt x="1295400" y="752475"/>
                </a:lnTo>
                <a:lnTo>
                  <a:pt x="1295400" y="742950"/>
                </a:lnTo>
                <a:lnTo>
                  <a:pt x="1285875" y="742950"/>
                </a:lnTo>
                <a:lnTo>
                  <a:pt x="1285875" y="733425"/>
                </a:lnTo>
                <a:lnTo>
                  <a:pt x="1276350" y="733425"/>
                </a:lnTo>
                <a:lnTo>
                  <a:pt x="1276350" y="723900"/>
                </a:lnTo>
                <a:lnTo>
                  <a:pt x="1266825" y="723900"/>
                </a:lnTo>
                <a:lnTo>
                  <a:pt x="1266825" y="695325"/>
                </a:lnTo>
                <a:lnTo>
                  <a:pt x="1276350" y="695325"/>
                </a:lnTo>
                <a:close/>
                <a:moveTo>
                  <a:pt x="76200" y="695325"/>
                </a:moveTo>
                <a:lnTo>
                  <a:pt x="85725" y="695325"/>
                </a:lnTo>
                <a:lnTo>
                  <a:pt x="85725" y="714375"/>
                </a:lnTo>
                <a:lnTo>
                  <a:pt x="95250" y="714375"/>
                </a:lnTo>
                <a:lnTo>
                  <a:pt x="95250" y="733425"/>
                </a:lnTo>
                <a:lnTo>
                  <a:pt x="104775" y="733425"/>
                </a:lnTo>
                <a:lnTo>
                  <a:pt x="104775" y="742950"/>
                </a:lnTo>
                <a:lnTo>
                  <a:pt x="85725" y="742950"/>
                </a:lnTo>
                <a:lnTo>
                  <a:pt x="85725" y="752475"/>
                </a:lnTo>
                <a:lnTo>
                  <a:pt x="66675" y="752475"/>
                </a:lnTo>
                <a:lnTo>
                  <a:pt x="66675" y="762000"/>
                </a:lnTo>
                <a:lnTo>
                  <a:pt x="47625" y="762000"/>
                </a:lnTo>
                <a:lnTo>
                  <a:pt x="47625" y="771525"/>
                </a:lnTo>
                <a:lnTo>
                  <a:pt x="38100" y="771525"/>
                </a:lnTo>
                <a:lnTo>
                  <a:pt x="38100" y="790575"/>
                </a:lnTo>
                <a:lnTo>
                  <a:pt x="19050" y="790575"/>
                </a:lnTo>
                <a:lnTo>
                  <a:pt x="19050" y="752475"/>
                </a:lnTo>
                <a:lnTo>
                  <a:pt x="47625" y="752475"/>
                </a:lnTo>
                <a:lnTo>
                  <a:pt x="47625" y="733425"/>
                </a:lnTo>
                <a:lnTo>
                  <a:pt x="57150" y="733425"/>
                </a:lnTo>
                <a:lnTo>
                  <a:pt x="57150" y="714375"/>
                </a:lnTo>
                <a:lnTo>
                  <a:pt x="66675" y="714375"/>
                </a:lnTo>
                <a:lnTo>
                  <a:pt x="66675" y="704850"/>
                </a:lnTo>
                <a:lnTo>
                  <a:pt x="76200" y="704850"/>
                </a:lnTo>
                <a:close/>
                <a:moveTo>
                  <a:pt x="200025" y="695325"/>
                </a:moveTo>
                <a:lnTo>
                  <a:pt x="209550" y="695325"/>
                </a:lnTo>
                <a:lnTo>
                  <a:pt x="209550" y="704850"/>
                </a:lnTo>
                <a:lnTo>
                  <a:pt x="200025" y="704850"/>
                </a:lnTo>
                <a:close/>
                <a:moveTo>
                  <a:pt x="1190625" y="695325"/>
                </a:moveTo>
                <a:lnTo>
                  <a:pt x="1219200" y="695325"/>
                </a:lnTo>
                <a:lnTo>
                  <a:pt x="1219200" y="714375"/>
                </a:lnTo>
                <a:lnTo>
                  <a:pt x="1190625" y="714375"/>
                </a:lnTo>
                <a:close/>
                <a:moveTo>
                  <a:pt x="609600" y="704850"/>
                </a:moveTo>
                <a:lnTo>
                  <a:pt x="619125" y="704850"/>
                </a:lnTo>
                <a:lnTo>
                  <a:pt x="619125" y="723900"/>
                </a:lnTo>
                <a:lnTo>
                  <a:pt x="609600" y="723900"/>
                </a:lnTo>
                <a:lnTo>
                  <a:pt x="609600" y="762000"/>
                </a:lnTo>
                <a:lnTo>
                  <a:pt x="600075" y="762000"/>
                </a:lnTo>
                <a:lnTo>
                  <a:pt x="600075" y="714375"/>
                </a:lnTo>
                <a:lnTo>
                  <a:pt x="609600" y="714375"/>
                </a:lnTo>
                <a:close/>
                <a:moveTo>
                  <a:pt x="752475" y="704850"/>
                </a:moveTo>
                <a:lnTo>
                  <a:pt x="762000" y="704850"/>
                </a:lnTo>
                <a:lnTo>
                  <a:pt x="762000" y="714375"/>
                </a:lnTo>
                <a:lnTo>
                  <a:pt x="752475" y="714375"/>
                </a:lnTo>
                <a:close/>
                <a:moveTo>
                  <a:pt x="838200" y="704850"/>
                </a:moveTo>
                <a:lnTo>
                  <a:pt x="847725" y="704850"/>
                </a:lnTo>
                <a:lnTo>
                  <a:pt x="847725" y="714375"/>
                </a:lnTo>
                <a:lnTo>
                  <a:pt x="838200" y="714375"/>
                </a:lnTo>
                <a:close/>
                <a:moveTo>
                  <a:pt x="1238250" y="704850"/>
                </a:moveTo>
                <a:lnTo>
                  <a:pt x="1247775" y="704850"/>
                </a:lnTo>
                <a:lnTo>
                  <a:pt x="1247775" y="714375"/>
                </a:lnTo>
                <a:lnTo>
                  <a:pt x="1238250" y="714375"/>
                </a:lnTo>
                <a:close/>
                <a:moveTo>
                  <a:pt x="742950" y="714375"/>
                </a:moveTo>
                <a:lnTo>
                  <a:pt x="752475" y="714375"/>
                </a:lnTo>
                <a:lnTo>
                  <a:pt x="752475" y="723900"/>
                </a:lnTo>
                <a:lnTo>
                  <a:pt x="742950" y="723900"/>
                </a:lnTo>
                <a:close/>
                <a:moveTo>
                  <a:pt x="762000" y="714375"/>
                </a:moveTo>
                <a:lnTo>
                  <a:pt x="838200" y="714375"/>
                </a:lnTo>
                <a:lnTo>
                  <a:pt x="838200" y="723900"/>
                </a:lnTo>
                <a:lnTo>
                  <a:pt x="828675" y="723900"/>
                </a:lnTo>
                <a:lnTo>
                  <a:pt x="828675" y="733425"/>
                </a:lnTo>
                <a:lnTo>
                  <a:pt x="838200" y="733425"/>
                </a:lnTo>
                <a:lnTo>
                  <a:pt x="838200" y="752475"/>
                </a:lnTo>
                <a:lnTo>
                  <a:pt x="828675" y="752475"/>
                </a:lnTo>
                <a:lnTo>
                  <a:pt x="828675" y="762000"/>
                </a:lnTo>
                <a:lnTo>
                  <a:pt x="819150" y="762000"/>
                </a:lnTo>
                <a:lnTo>
                  <a:pt x="819150" y="771525"/>
                </a:lnTo>
                <a:lnTo>
                  <a:pt x="790575" y="771525"/>
                </a:lnTo>
                <a:lnTo>
                  <a:pt x="790575" y="781050"/>
                </a:lnTo>
                <a:lnTo>
                  <a:pt x="781050" y="781050"/>
                </a:lnTo>
                <a:lnTo>
                  <a:pt x="781050" y="762000"/>
                </a:lnTo>
                <a:lnTo>
                  <a:pt x="771525" y="762000"/>
                </a:lnTo>
                <a:lnTo>
                  <a:pt x="771525" y="752475"/>
                </a:lnTo>
                <a:lnTo>
                  <a:pt x="762000" y="752475"/>
                </a:lnTo>
                <a:lnTo>
                  <a:pt x="762000" y="742950"/>
                </a:lnTo>
                <a:lnTo>
                  <a:pt x="752475" y="742950"/>
                </a:lnTo>
                <a:lnTo>
                  <a:pt x="752475" y="733425"/>
                </a:lnTo>
                <a:lnTo>
                  <a:pt x="771525" y="733425"/>
                </a:lnTo>
                <a:lnTo>
                  <a:pt x="771525" y="723900"/>
                </a:lnTo>
                <a:lnTo>
                  <a:pt x="762000" y="723900"/>
                </a:lnTo>
                <a:close/>
                <a:moveTo>
                  <a:pt x="847725" y="714375"/>
                </a:moveTo>
                <a:lnTo>
                  <a:pt x="857250" y="714375"/>
                </a:lnTo>
                <a:lnTo>
                  <a:pt x="857250" y="723900"/>
                </a:lnTo>
                <a:lnTo>
                  <a:pt x="847725" y="723900"/>
                </a:lnTo>
                <a:close/>
                <a:moveTo>
                  <a:pt x="333375" y="723900"/>
                </a:moveTo>
                <a:lnTo>
                  <a:pt x="352425" y="723900"/>
                </a:lnTo>
                <a:lnTo>
                  <a:pt x="352425" y="733425"/>
                </a:lnTo>
                <a:lnTo>
                  <a:pt x="333375" y="733425"/>
                </a:lnTo>
                <a:close/>
                <a:moveTo>
                  <a:pt x="295275" y="733425"/>
                </a:moveTo>
                <a:lnTo>
                  <a:pt x="333375" y="733425"/>
                </a:lnTo>
                <a:lnTo>
                  <a:pt x="333375" y="742950"/>
                </a:lnTo>
                <a:lnTo>
                  <a:pt x="323850" y="742950"/>
                </a:lnTo>
                <a:lnTo>
                  <a:pt x="323850" y="752475"/>
                </a:lnTo>
                <a:lnTo>
                  <a:pt x="314325" y="752475"/>
                </a:lnTo>
                <a:lnTo>
                  <a:pt x="314325" y="762000"/>
                </a:lnTo>
                <a:lnTo>
                  <a:pt x="304800" y="762000"/>
                </a:lnTo>
                <a:lnTo>
                  <a:pt x="304800" y="771525"/>
                </a:lnTo>
                <a:lnTo>
                  <a:pt x="314325" y="771525"/>
                </a:lnTo>
                <a:lnTo>
                  <a:pt x="314325" y="781050"/>
                </a:lnTo>
                <a:lnTo>
                  <a:pt x="323850" y="781050"/>
                </a:lnTo>
                <a:lnTo>
                  <a:pt x="323850" y="790575"/>
                </a:lnTo>
                <a:lnTo>
                  <a:pt x="333375" y="790575"/>
                </a:lnTo>
                <a:lnTo>
                  <a:pt x="333375" y="800100"/>
                </a:lnTo>
                <a:lnTo>
                  <a:pt x="276225" y="800100"/>
                </a:lnTo>
                <a:lnTo>
                  <a:pt x="276225" y="790575"/>
                </a:lnTo>
                <a:lnTo>
                  <a:pt x="266700" y="790575"/>
                </a:lnTo>
                <a:lnTo>
                  <a:pt x="266700" y="819150"/>
                </a:lnTo>
                <a:lnTo>
                  <a:pt x="257175" y="819150"/>
                </a:lnTo>
                <a:lnTo>
                  <a:pt x="257175" y="790575"/>
                </a:lnTo>
                <a:lnTo>
                  <a:pt x="247650" y="790575"/>
                </a:lnTo>
                <a:lnTo>
                  <a:pt x="247650" y="771525"/>
                </a:lnTo>
                <a:lnTo>
                  <a:pt x="238125" y="771525"/>
                </a:lnTo>
                <a:lnTo>
                  <a:pt x="238125" y="762000"/>
                </a:lnTo>
                <a:lnTo>
                  <a:pt x="247650" y="762000"/>
                </a:lnTo>
                <a:lnTo>
                  <a:pt x="247650" y="752475"/>
                </a:lnTo>
                <a:lnTo>
                  <a:pt x="257175" y="752475"/>
                </a:lnTo>
                <a:lnTo>
                  <a:pt x="257175" y="742950"/>
                </a:lnTo>
                <a:lnTo>
                  <a:pt x="295275" y="742950"/>
                </a:lnTo>
                <a:close/>
                <a:moveTo>
                  <a:pt x="876300" y="733425"/>
                </a:moveTo>
                <a:lnTo>
                  <a:pt x="885825" y="733425"/>
                </a:lnTo>
                <a:lnTo>
                  <a:pt x="885825" y="781050"/>
                </a:lnTo>
                <a:lnTo>
                  <a:pt x="876300" y="781050"/>
                </a:lnTo>
                <a:lnTo>
                  <a:pt x="876300" y="752475"/>
                </a:lnTo>
                <a:lnTo>
                  <a:pt x="866775" y="752475"/>
                </a:lnTo>
                <a:lnTo>
                  <a:pt x="866775" y="742950"/>
                </a:lnTo>
                <a:lnTo>
                  <a:pt x="876300" y="742950"/>
                </a:lnTo>
                <a:close/>
                <a:moveTo>
                  <a:pt x="981075" y="733425"/>
                </a:moveTo>
                <a:lnTo>
                  <a:pt x="990600" y="733425"/>
                </a:lnTo>
                <a:lnTo>
                  <a:pt x="990600" y="742950"/>
                </a:lnTo>
                <a:lnTo>
                  <a:pt x="981075" y="742950"/>
                </a:lnTo>
                <a:close/>
                <a:moveTo>
                  <a:pt x="1238250" y="733425"/>
                </a:moveTo>
                <a:lnTo>
                  <a:pt x="1257300" y="733425"/>
                </a:lnTo>
                <a:lnTo>
                  <a:pt x="1257300" y="742950"/>
                </a:lnTo>
                <a:lnTo>
                  <a:pt x="1238250" y="742950"/>
                </a:lnTo>
                <a:close/>
                <a:moveTo>
                  <a:pt x="1581150" y="733425"/>
                </a:moveTo>
                <a:lnTo>
                  <a:pt x="1590675" y="733425"/>
                </a:lnTo>
                <a:lnTo>
                  <a:pt x="1590675" y="742950"/>
                </a:lnTo>
                <a:lnTo>
                  <a:pt x="1581150" y="742950"/>
                </a:lnTo>
                <a:close/>
                <a:moveTo>
                  <a:pt x="361950" y="742950"/>
                </a:moveTo>
                <a:lnTo>
                  <a:pt x="371475" y="742950"/>
                </a:lnTo>
                <a:lnTo>
                  <a:pt x="371475" y="752475"/>
                </a:lnTo>
                <a:lnTo>
                  <a:pt x="361950" y="752475"/>
                </a:lnTo>
                <a:close/>
                <a:moveTo>
                  <a:pt x="581025" y="742950"/>
                </a:moveTo>
                <a:lnTo>
                  <a:pt x="590550" y="742950"/>
                </a:lnTo>
                <a:lnTo>
                  <a:pt x="590550" y="752475"/>
                </a:lnTo>
                <a:lnTo>
                  <a:pt x="581025" y="752475"/>
                </a:lnTo>
                <a:close/>
                <a:moveTo>
                  <a:pt x="704850" y="742950"/>
                </a:moveTo>
                <a:lnTo>
                  <a:pt x="733425" y="742950"/>
                </a:lnTo>
                <a:lnTo>
                  <a:pt x="733425" y="752475"/>
                </a:lnTo>
                <a:lnTo>
                  <a:pt x="742950" y="752475"/>
                </a:lnTo>
                <a:lnTo>
                  <a:pt x="742950" y="762000"/>
                </a:lnTo>
                <a:lnTo>
                  <a:pt x="752475" y="762000"/>
                </a:lnTo>
                <a:lnTo>
                  <a:pt x="752475" y="781050"/>
                </a:lnTo>
                <a:lnTo>
                  <a:pt x="762000" y="781050"/>
                </a:lnTo>
                <a:lnTo>
                  <a:pt x="762000" y="800100"/>
                </a:lnTo>
                <a:lnTo>
                  <a:pt x="752475" y="800100"/>
                </a:lnTo>
                <a:lnTo>
                  <a:pt x="752475" y="790575"/>
                </a:lnTo>
                <a:lnTo>
                  <a:pt x="714375" y="790575"/>
                </a:lnTo>
                <a:lnTo>
                  <a:pt x="714375" y="762000"/>
                </a:lnTo>
                <a:lnTo>
                  <a:pt x="704850" y="762000"/>
                </a:lnTo>
                <a:close/>
                <a:moveTo>
                  <a:pt x="1371600" y="742950"/>
                </a:moveTo>
                <a:lnTo>
                  <a:pt x="1381125" y="742950"/>
                </a:lnTo>
                <a:lnTo>
                  <a:pt x="1381125" y="752475"/>
                </a:lnTo>
                <a:lnTo>
                  <a:pt x="1371600" y="752475"/>
                </a:lnTo>
                <a:close/>
                <a:moveTo>
                  <a:pt x="1390650" y="742950"/>
                </a:moveTo>
                <a:lnTo>
                  <a:pt x="1409700" y="742950"/>
                </a:lnTo>
                <a:lnTo>
                  <a:pt x="1409700" y="752475"/>
                </a:lnTo>
                <a:lnTo>
                  <a:pt x="1390650" y="752475"/>
                </a:lnTo>
                <a:close/>
                <a:moveTo>
                  <a:pt x="1543050" y="742950"/>
                </a:moveTo>
                <a:lnTo>
                  <a:pt x="1571625" y="742950"/>
                </a:lnTo>
                <a:lnTo>
                  <a:pt x="1571625" y="752475"/>
                </a:lnTo>
                <a:lnTo>
                  <a:pt x="1552575" y="752475"/>
                </a:lnTo>
                <a:lnTo>
                  <a:pt x="1552575" y="762000"/>
                </a:lnTo>
                <a:lnTo>
                  <a:pt x="1524000" y="762000"/>
                </a:lnTo>
                <a:lnTo>
                  <a:pt x="1524000" y="752475"/>
                </a:lnTo>
                <a:lnTo>
                  <a:pt x="1543050" y="752475"/>
                </a:lnTo>
                <a:close/>
                <a:moveTo>
                  <a:pt x="857250" y="752475"/>
                </a:moveTo>
                <a:lnTo>
                  <a:pt x="866775" y="752475"/>
                </a:lnTo>
                <a:lnTo>
                  <a:pt x="866775" y="762000"/>
                </a:lnTo>
                <a:lnTo>
                  <a:pt x="857250" y="762000"/>
                </a:lnTo>
                <a:close/>
                <a:moveTo>
                  <a:pt x="1409700" y="752475"/>
                </a:moveTo>
                <a:lnTo>
                  <a:pt x="1419225" y="752475"/>
                </a:lnTo>
                <a:lnTo>
                  <a:pt x="1419225" y="762000"/>
                </a:lnTo>
                <a:lnTo>
                  <a:pt x="1409700" y="762000"/>
                </a:lnTo>
                <a:close/>
                <a:moveTo>
                  <a:pt x="476250" y="762000"/>
                </a:moveTo>
                <a:lnTo>
                  <a:pt x="485775" y="762000"/>
                </a:lnTo>
                <a:lnTo>
                  <a:pt x="485775" y="771525"/>
                </a:lnTo>
                <a:lnTo>
                  <a:pt x="476250" y="771525"/>
                </a:lnTo>
                <a:close/>
                <a:moveTo>
                  <a:pt x="581025" y="762000"/>
                </a:moveTo>
                <a:lnTo>
                  <a:pt x="600075" y="762000"/>
                </a:lnTo>
                <a:lnTo>
                  <a:pt x="600075" y="771525"/>
                </a:lnTo>
                <a:lnTo>
                  <a:pt x="581025" y="771525"/>
                </a:lnTo>
                <a:close/>
                <a:moveTo>
                  <a:pt x="657225" y="762000"/>
                </a:moveTo>
                <a:lnTo>
                  <a:pt x="666750" y="762000"/>
                </a:lnTo>
                <a:lnTo>
                  <a:pt x="666750" y="781050"/>
                </a:lnTo>
                <a:lnTo>
                  <a:pt x="647700" y="781050"/>
                </a:lnTo>
                <a:lnTo>
                  <a:pt x="647700" y="790575"/>
                </a:lnTo>
                <a:lnTo>
                  <a:pt x="657225" y="790575"/>
                </a:lnTo>
                <a:lnTo>
                  <a:pt x="657225" y="800100"/>
                </a:lnTo>
                <a:lnTo>
                  <a:pt x="628650" y="800100"/>
                </a:lnTo>
                <a:lnTo>
                  <a:pt x="628650" y="790575"/>
                </a:lnTo>
                <a:lnTo>
                  <a:pt x="619125" y="790575"/>
                </a:lnTo>
                <a:lnTo>
                  <a:pt x="619125" y="781050"/>
                </a:lnTo>
                <a:lnTo>
                  <a:pt x="638175" y="781050"/>
                </a:lnTo>
                <a:lnTo>
                  <a:pt x="638175" y="771525"/>
                </a:lnTo>
                <a:lnTo>
                  <a:pt x="657225" y="771525"/>
                </a:lnTo>
                <a:close/>
                <a:moveTo>
                  <a:pt x="847725" y="762000"/>
                </a:moveTo>
                <a:lnTo>
                  <a:pt x="857250" y="762000"/>
                </a:lnTo>
                <a:lnTo>
                  <a:pt x="857250" y="771525"/>
                </a:lnTo>
                <a:lnTo>
                  <a:pt x="847725" y="771525"/>
                </a:lnTo>
                <a:close/>
                <a:moveTo>
                  <a:pt x="676275" y="771525"/>
                </a:moveTo>
                <a:lnTo>
                  <a:pt x="685800" y="771525"/>
                </a:lnTo>
                <a:lnTo>
                  <a:pt x="685800" y="781050"/>
                </a:lnTo>
                <a:lnTo>
                  <a:pt x="695325" y="781050"/>
                </a:lnTo>
                <a:lnTo>
                  <a:pt x="695325" y="800100"/>
                </a:lnTo>
                <a:lnTo>
                  <a:pt x="685800" y="800100"/>
                </a:lnTo>
                <a:lnTo>
                  <a:pt x="685800" y="790575"/>
                </a:lnTo>
                <a:lnTo>
                  <a:pt x="676275" y="790575"/>
                </a:lnTo>
                <a:close/>
                <a:moveTo>
                  <a:pt x="1009650" y="771525"/>
                </a:moveTo>
                <a:lnTo>
                  <a:pt x="1019175" y="771525"/>
                </a:lnTo>
                <a:lnTo>
                  <a:pt x="1019175" y="781050"/>
                </a:lnTo>
                <a:lnTo>
                  <a:pt x="1009650" y="781050"/>
                </a:lnTo>
                <a:close/>
                <a:moveTo>
                  <a:pt x="1085850" y="771525"/>
                </a:moveTo>
                <a:lnTo>
                  <a:pt x="1095375" y="771525"/>
                </a:lnTo>
                <a:lnTo>
                  <a:pt x="1095375" y="781050"/>
                </a:lnTo>
                <a:lnTo>
                  <a:pt x="1190625" y="781050"/>
                </a:lnTo>
                <a:lnTo>
                  <a:pt x="1190625" y="790575"/>
                </a:lnTo>
                <a:lnTo>
                  <a:pt x="1171575" y="790575"/>
                </a:lnTo>
                <a:lnTo>
                  <a:pt x="1171575" y="800100"/>
                </a:lnTo>
                <a:lnTo>
                  <a:pt x="1104900" y="800100"/>
                </a:lnTo>
                <a:lnTo>
                  <a:pt x="1104900" y="828675"/>
                </a:lnTo>
                <a:lnTo>
                  <a:pt x="1114425" y="828675"/>
                </a:lnTo>
                <a:lnTo>
                  <a:pt x="1114425" y="857250"/>
                </a:lnTo>
                <a:lnTo>
                  <a:pt x="1076325" y="857250"/>
                </a:lnTo>
                <a:lnTo>
                  <a:pt x="1076325" y="847725"/>
                </a:lnTo>
                <a:lnTo>
                  <a:pt x="1066800" y="847725"/>
                </a:lnTo>
                <a:lnTo>
                  <a:pt x="1066800" y="828675"/>
                </a:lnTo>
                <a:lnTo>
                  <a:pt x="1057275" y="828675"/>
                </a:lnTo>
                <a:lnTo>
                  <a:pt x="1057275" y="809625"/>
                </a:lnTo>
                <a:lnTo>
                  <a:pt x="1047750" y="809625"/>
                </a:lnTo>
                <a:lnTo>
                  <a:pt x="1047750" y="800100"/>
                </a:lnTo>
                <a:lnTo>
                  <a:pt x="1038225" y="800100"/>
                </a:lnTo>
                <a:lnTo>
                  <a:pt x="1038225" y="790575"/>
                </a:lnTo>
                <a:lnTo>
                  <a:pt x="1047750" y="790575"/>
                </a:lnTo>
                <a:lnTo>
                  <a:pt x="1047750" y="781050"/>
                </a:lnTo>
                <a:lnTo>
                  <a:pt x="1057275" y="781050"/>
                </a:lnTo>
                <a:lnTo>
                  <a:pt x="1057275" y="790575"/>
                </a:lnTo>
                <a:lnTo>
                  <a:pt x="1085850" y="790575"/>
                </a:lnTo>
                <a:close/>
                <a:moveTo>
                  <a:pt x="361950" y="781050"/>
                </a:moveTo>
                <a:lnTo>
                  <a:pt x="371475" y="781050"/>
                </a:lnTo>
                <a:lnTo>
                  <a:pt x="371475" y="790575"/>
                </a:lnTo>
                <a:lnTo>
                  <a:pt x="361950" y="790575"/>
                </a:lnTo>
                <a:close/>
                <a:moveTo>
                  <a:pt x="723900" y="781050"/>
                </a:moveTo>
                <a:lnTo>
                  <a:pt x="733425" y="781050"/>
                </a:lnTo>
                <a:lnTo>
                  <a:pt x="733425" y="771525"/>
                </a:lnTo>
                <a:lnTo>
                  <a:pt x="723900" y="771525"/>
                </a:lnTo>
                <a:close/>
                <a:moveTo>
                  <a:pt x="790575" y="781050"/>
                </a:moveTo>
                <a:lnTo>
                  <a:pt x="800100" y="781050"/>
                </a:lnTo>
                <a:lnTo>
                  <a:pt x="800100" y="790575"/>
                </a:lnTo>
                <a:lnTo>
                  <a:pt x="790575" y="790575"/>
                </a:lnTo>
                <a:close/>
                <a:moveTo>
                  <a:pt x="695325" y="800100"/>
                </a:moveTo>
                <a:lnTo>
                  <a:pt x="704850" y="800100"/>
                </a:lnTo>
                <a:lnTo>
                  <a:pt x="704850" y="809625"/>
                </a:lnTo>
                <a:lnTo>
                  <a:pt x="695325" y="809625"/>
                </a:lnTo>
                <a:close/>
                <a:moveTo>
                  <a:pt x="723900" y="800100"/>
                </a:moveTo>
                <a:lnTo>
                  <a:pt x="733425" y="800100"/>
                </a:lnTo>
                <a:lnTo>
                  <a:pt x="733425" y="809625"/>
                </a:lnTo>
                <a:lnTo>
                  <a:pt x="723900" y="809625"/>
                </a:lnTo>
                <a:close/>
                <a:moveTo>
                  <a:pt x="742950" y="800100"/>
                </a:moveTo>
                <a:lnTo>
                  <a:pt x="752475" y="800100"/>
                </a:lnTo>
                <a:lnTo>
                  <a:pt x="752475" y="809625"/>
                </a:lnTo>
                <a:lnTo>
                  <a:pt x="742950" y="809625"/>
                </a:lnTo>
                <a:close/>
                <a:moveTo>
                  <a:pt x="866775" y="800100"/>
                </a:moveTo>
                <a:lnTo>
                  <a:pt x="876300" y="800100"/>
                </a:lnTo>
                <a:lnTo>
                  <a:pt x="876300" y="809625"/>
                </a:lnTo>
                <a:lnTo>
                  <a:pt x="866775" y="809625"/>
                </a:lnTo>
                <a:close/>
                <a:moveTo>
                  <a:pt x="1009650" y="800100"/>
                </a:moveTo>
                <a:lnTo>
                  <a:pt x="1019175" y="800100"/>
                </a:lnTo>
                <a:lnTo>
                  <a:pt x="1019175" y="809625"/>
                </a:lnTo>
                <a:lnTo>
                  <a:pt x="1009650" y="809625"/>
                </a:lnTo>
                <a:close/>
                <a:moveTo>
                  <a:pt x="19050" y="809625"/>
                </a:moveTo>
                <a:lnTo>
                  <a:pt x="28575" y="809625"/>
                </a:lnTo>
                <a:lnTo>
                  <a:pt x="28575" y="819150"/>
                </a:lnTo>
                <a:lnTo>
                  <a:pt x="19050" y="819150"/>
                </a:lnTo>
                <a:close/>
                <a:moveTo>
                  <a:pt x="1019175" y="809625"/>
                </a:moveTo>
                <a:lnTo>
                  <a:pt x="1028700" y="809625"/>
                </a:lnTo>
                <a:lnTo>
                  <a:pt x="1028700" y="828675"/>
                </a:lnTo>
                <a:lnTo>
                  <a:pt x="1038225" y="828675"/>
                </a:lnTo>
                <a:lnTo>
                  <a:pt x="1038225" y="847725"/>
                </a:lnTo>
                <a:lnTo>
                  <a:pt x="1047750" y="847725"/>
                </a:lnTo>
                <a:lnTo>
                  <a:pt x="1047750" y="857250"/>
                </a:lnTo>
                <a:lnTo>
                  <a:pt x="1000125" y="857250"/>
                </a:lnTo>
                <a:lnTo>
                  <a:pt x="1000125" y="866775"/>
                </a:lnTo>
                <a:lnTo>
                  <a:pt x="990600" y="866775"/>
                </a:lnTo>
                <a:lnTo>
                  <a:pt x="990600" y="904875"/>
                </a:lnTo>
                <a:lnTo>
                  <a:pt x="962025" y="904875"/>
                </a:lnTo>
                <a:lnTo>
                  <a:pt x="962025" y="876300"/>
                </a:lnTo>
                <a:lnTo>
                  <a:pt x="952500" y="876300"/>
                </a:lnTo>
                <a:lnTo>
                  <a:pt x="952500" y="857250"/>
                </a:lnTo>
                <a:lnTo>
                  <a:pt x="962025" y="857250"/>
                </a:lnTo>
                <a:lnTo>
                  <a:pt x="962025" y="847725"/>
                </a:lnTo>
                <a:lnTo>
                  <a:pt x="981075" y="847725"/>
                </a:lnTo>
                <a:lnTo>
                  <a:pt x="981075" y="838200"/>
                </a:lnTo>
                <a:lnTo>
                  <a:pt x="1000125" y="838200"/>
                </a:lnTo>
                <a:lnTo>
                  <a:pt x="1000125" y="828675"/>
                </a:lnTo>
                <a:lnTo>
                  <a:pt x="1019175" y="828675"/>
                </a:lnTo>
                <a:close/>
                <a:moveTo>
                  <a:pt x="1219200" y="809625"/>
                </a:moveTo>
                <a:lnTo>
                  <a:pt x="1228725" y="809625"/>
                </a:lnTo>
                <a:lnTo>
                  <a:pt x="1228725" y="819150"/>
                </a:lnTo>
                <a:lnTo>
                  <a:pt x="1219200" y="819150"/>
                </a:lnTo>
                <a:close/>
                <a:moveTo>
                  <a:pt x="504825" y="819150"/>
                </a:moveTo>
                <a:lnTo>
                  <a:pt x="533400" y="819150"/>
                </a:lnTo>
                <a:lnTo>
                  <a:pt x="533400" y="838200"/>
                </a:lnTo>
                <a:lnTo>
                  <a:pt x="523875" y="838200"/>
                </a:lnTo>
                <a:lnTo>
                  <a:pt x="523875" y="866775"/>
                </a:lnTo>
                <a:lnTo>
                  <a:pt x="514350" y="866775"/>
                </a:lnTo>
                <a:lnTo>
                  <a:pt x="514350" y="857250"/>
                </a:lnTo>
                <a:lnTo>
                  <a:pt x="495300" y="857250"/>
                </a:lnTo>
                <a:lnTo>
                  <a:pt x="495300" y="847725"/>
                </a:lnTo>
                <a:lnTo>
                  <a:pt x="485775" y="847725"/>
                </a:lnTo>
                <a:lnTo>
                  <a:pt x="485775" y="828675"/>
                </a:lnTo>
                <a:lnTo>
                  <a:pt x="504825" y="828675"/>
                </a:lnTo>
                <a:close/>
                <a:moveTo>
                  <a:pt x="561975" y="819150"/>
                </a:moveTo>
                <a:lnTo>
                  <a:pt x="571500" y="819150"/>
                </a:lnTo>
                <a:lnTo>
                  <a:pt x="571500" y="828675"/>
                </a:lnTo>
                <a:lnTo>
                  <a:pt x="581025" y="828675"/>
                </a:lnTo>
                <a:lnTo>
                  <a:pt x="581025" y="838200"/>
                </a:lnTo>
                <a:lnTo>
                  <a:pt x="590550" y="838200"/>
                </a:lnTo>
                <a:lnTo>
                  <a:pt x="590550" y="866775"/>
                </a:lnTo>
                <a:lnTo>
                  <a:pt x="581025" y="866775"/>
                </a:lnTo>
                <a:lnTo>
                  <a:pt x="581025" y="876300"/>
                </a:lnTo>
                <a:lnTo>
                  <a:pt x="571500" y="876300"/>
                </a:lnTo>
                <a:lnTo>
                  <a:pt x="571500" y="885825"/>
                </a:lnTo>
                <a:lnTo>
                  <a:pt x="561975" y="885825"/>
                </a:lnTo>
                <a:lnTo>
                  <a:pt x="561975" y="876300"/>
                </a:lnTo>
                <a:lnTo>
                  <a:pt x="552450" y="876300"/>
                </a:lnTo>
                <a:lnTo>
                  <a:pt x="552450" y="885825"/>
                </a:lnTo>
                <a:lnTo>
                  <a:pt x="542925" y="885825"/>
                </a:lnTo>
                <a:lnTo>
                  <a:pt x="542925" y="857250"/>
                </a:lnTo>
                <a:lnTo>
                  <a:pt x="552450" y="857250"/>
                </a:lnTo>
                <a:lnTo>
                  <a:pt x="552450" y="838200"/>
                </a:lnTo>
                <a:lnTo>
                  <a:pt x="561975" y="838200"/>
                </a:lnTo>
                <a:close/>
                <a:moveTo>
                  <a:pt x="781050" y="819150"/>
                </a:moveTo>
                <a:lnTo>
                  <a:pt x="790575" y="819150"/>
                </a:lnTo>
                <a:lnTo>
                  <a:pt x="790575" y="828675"/>
                </a:lnTo>
                <a:lnTo>
                  <a:pt x="781050" y="828675"/>
                </a:lnTo>
                <a:close/>
                <a:moveTo>
                  <a:pt x="1209675" y="819150"/>
                </a:moveTo>
                <a:lnTo>
                  <a:pt x="1219200" y="819150"/>
                </a:lnTo>
                <a:lnTo>
                  <a:pt x="1219200" y="828675"/>
                </a:lnTo>
                <a:lnTo>
                  <a:pt x="1209675" y="828675"/>
                </a:lnTo>
                <a:close/>
                <a:moveTo>
                  <a:pt x="1162050" y="828675"/>
                </a:moveTo>
                <a:lnTo>
                  <a:pt x="1181100" y="828675"/>
                </a:lnTo>
                <a:lnTo>
                  <a:pt x="1181100" y="838200"/>
                </a:lnTo>
                <a:lnTo>
                  <a:pt x="1200150" y="838200"/>
                </a:lnTo>
                <a:lnTo>
                  <a:pt x="1200150" y="828675"/>
                </a:lnTo>
                <a:lnTo>
                  <a:pt x="1209675" y="828675"/>
                </a:lnTo>
                <a:lnTo>
                  <a:pt x="1209675" y="838200"/>
                </a:lnTo>
                <a:lnTo>
                  <a:pt x="1200150" y="838200"/>
                </a:lnTo>
                <a:lnTo>
                  <a:pt x="1200150" y="847725"/>
                </a:lnTo>
                <a:lnTo>
                  <a:pt x="1190625" y="847725"/>
                </a:lnTo>
                <a:lnTo>
                  <a:pt x="1190625" y="857250"/>
                </a:lnTo>
                <a:lnTo>
                  <a:pt x="1181100" y="857250"/>
                </a:lnTo>
                <a:lnTo>
                  <a:pt x="1181100" y="866775"/>
                </a:lnTo>
                <a:lnTo>
                  <a:pt x="1171575" y="866775"/>
                </a:lnTo>
                <a:lnTo>
                  <a:pt x="1171575" y="876300"/>
                </a:lnTo>
                <a:lnTo>
                  <a:pt x="1162050" y="876300"/>
                </a:lnTo>
                <a:lnTo>
                  <a:pt x="1162050" y="885825"/>
                </a:lnTo>
                <a:lnTo>
                  <a:pt x="1152525" y="885825"/>
                </a:lnTo>
                <a:lnTo>
                  <a:pt x="1152525" y="857250"/>
                </a:lnTo>
                <a:lnTo>
                  <a:pt x="1143000" y="857250"/>
                </a:lnTo>
                <a:lnTo>
                  <a:pt x="1143000" y="847725"/>
                </a:lnTo>
                <a:lnTo>
                  <a:pt x="1152525" y="847725"/>
                </a:lnTo>
                <a:lnTo>
                  <a:pt x="1152525" y="838200"/>
                </a:lnTo>
                <a:lnTo>
                  <a:pt x="1162050" y="838200"/>
                </a:lnTo>
                <a:close/>
                <a:moveTo>
                  <a:pt x="1409700" y="838200"/>
                </a:moveTo>
                <a:lnTo>
                  <a:pt x="1419225" y="838200"/>
                </a:lnTo>
                <a:lnTo>
                  <a:pt x="1419225" y="847725"/>
                </a:lnTo>
                <a:lnTo>
                  <a:pt x="1409700" y="847725"/>
                </a:lnTo>
                <a:close/>
                <a:moveTo>
                  <a:pt x="1485900" y="838200"/>
                </a:moveTo>
                <a:lnTo>
                  <a:pt x="1495425" y="838200"/>
                </a:lnTo>
                <a:lnTo>
                  <a:pt x="1495425" y="847725"/>
                </a:lnTo>
                <a:lnTo>
                  <a:pt x="1485900" y="847725"/>
                </a:lnTo>
                <a:close/>
                <a:moveTo>
                  <a:pt x="1266825" y="847725"/>
                </a:moveTo>
                <a:lnTo>
                  <a:pt x="1276350" y="847725"/>
                </a:lnTo>
                <a:lnTo>
                  <a:pt x="1276350" y="857250"/>
                </a:lnTo>
                <a:lnTo>
                  <a:pt x="1266825" y="857250"/>
                </a:lnTo>
                <a:close/>
                <a:moveTo>
                  <a:pt x="1209675" y="857250"/>
                </a:moveTo>
                <a:lnTo>
                  <a:pt x="1257300" y="857250"/>
                </a:lnTo>
                <a:lnTo>
                  <a:pt x="1257300" y="866775"/>
                </a:lnTo>
                <a:lnTo>
                  <a:pt x="1209675" y="866775"/>
                </a:lnTo>
                <a:close/>
                <a:moveTo>
                  <a:pt x="228600" y="866775"/>
                </a:moveTo>
                <a:lnTo>
                  <a:pt x="238125" y="866775"/>
                </a:lnTo>
                <a:lnTo>
                  <a:pt x="238125" y="876300"/>
                </a:lnTo>
                <a:lnTo>
                  <a:pt x="228600" y="876300"/>
                </a:lnTo>
                <a:close/>
                <a:moveTo>
                  <a:pt x="1200150" y="866775"/>
                </a:moveTo>
                <a:lnTo>
                  <a:pt x="1209675" y="866775"/>
                </a:lnTo>
                <a:lnTo>
                  <a:pt x="1209675" y="876300"/>
                </a:lnTo>
                <a:lnTo>
                  <a:pt x="1200150" y="876300"/>
                </a:lnTo>
                <a:close/>
                <a:moveTo>
                  <a:pt x="1438275" y="866775"/>
                </a:moveTo>
                <a:lnTo>
                  <a:pt x="1447800" y="866775"/>
                </a:lnTo>
                <a:lnTo>
                  <a:pt x="1447800" y="1019175"/>
                </a:lnTo>
                <a:lnTo>
                  <a:pt x="1438275" y="1019175"/>
                </a:lnTo>
                <a:lnTo>
                  <a:pt x="1438275" y="1028700"/>
                </a:lnTo>
                <a:lnTo>
                  <a:pt x="1428750" y="1028700"/>
                </a:lnTo>
                <a:lnTo>
                  <a:pt x="1428750" y="990600"/>
                </a:lnTo>
                <a:lnTo>
                  <a:pt x="1438275" y="990600"/>
                </a:lnTo>
                <a:close/>
                <a:moveTo>
                  <a:pt x="180975" y="876300"/>
                </a:moveTo>
                <a:lnTo>
                  <a:pt x="200025" y="876300"/>
                </a:lnTo>
                <a:lnTo>
                  <a:pt x="200025" y="885825"/>
                </a:lnTo>
                <a:lnTo>
                  <a:pt x="180975" y="885825"/>
                </a:lnTo>
                <a:close/>
                <a:moveTo>
                  <a:pt x="504825" y="885825"/>
                </a:moveTo>
                <a:lnTo>
                  <a:pt x="514350" y="885825"/>
                </a:lnTo>
                <a:lnTo>
                  <a:pt x="514350" y="895350"/>
                </a:lnTo>
                <a:lnTo>
                  <a:pt x="504825" y="895350"/>
                </a:lnTo>
                <a:close/>
                <a:moveTo>
                  <a:pt x="1143000" y="885825"/>
                </a:moveTo>
                <a:lnTo>
                  <a:pt x="1152525" y="885825"/>
                </a:lnTo>
                <a:lnTo>
                  <a:pt x="1152525" y="895350"/>
                </a:lnTo>
                <a:lnTo>
                  <a:pt x="1143000" y="895350"/>
                </a:lnTo>
                <a:close/>
                <a:moveTo>
                  <a:pt x="1085850" y="895350"/>
                </a:moveTo>
                <a:lnTo>
                  <a:pt x="1095375" y="895350"/>
                </a:lnTo>
                <a:lnTo>
                  <a:pt x="1095375" y="904875"/>
                </a:lnTo>
                <a:lnTo>
                  <a:pt x="1085850" y="904875"/>
                </a:lnTo>
                <a:close/>
                <a:moveTo>
                  <a:pt x="523875" y="904875"/>
                </a:moveTo>
                <a:lnTo>
                  <a:pt x="533400" y="904875"/>
                </a:lnTo>
                <a:lnTo>
                  <a:pt x="533400" y="914400"/>
                </a:lnTo>
                <a:lnTo>
                  <a:pt x="523875" y="914400"/>
                </a:lnTo>
                <a:close/>
                <a:moveTo>
                  <a:pt x="657225" y="914400"/>
                </a:moveTo>
                <a:lnTo>
                  <a:pt x="676275" y="914400"/>
                </a:lnTo>
                <a:lnTo>
                  <a:pt x="676275" y="923925"/>
                </a:lnTo>
                <a:lnTo>
                  <a:pt x="657225" y="923925"/>
                </a:lnTo>
                <a:close/>
                <a:moveTo>
                  <a:pt x="847725" y="914400"/>
                </a:moveTo>
                <a:lnTo>
                  <a:pt x="857250" y="914400"/>
                </a:lnTo>
                <a:lnTo>
                  <a:pt x="857250" y="923925"/>
                </a:lnTo>
                <a:lnTo>
                  <a:pt x="847725" y="923925"/>
                </a:lnTo>
                <a:close/>
                <a:moveTo>
                  <a:pt x="962025" y="914400"/>
                </a:moveTo>
                <a:lnTo>
                  <a:pt x="981075" y="914400"/>
                </a:lnTo>
                <a:lnTo>
                  <a:pt x="981075" y="923925"/>
                </a:lnTo>
                <a:lnTo>
                  <a:pt x="962025" y="923925"/>
                </a:lnTo>
                <a:close/>
                <a:moveTo>
                  <a:pt x="990600" y="923925"/>
                </a:moveTo>
                <a:lnTo>
                  <a:pt x="1000125" y="923925"/>
                </a:lnTo>
                <a:lnTo>
                  <a:pt x="1000125" y="933450"/>
                </a:lnTo>
                <a:lnTo>
                  <a:pt x="990600" y="933450"/>
                </a:lnTo>
                <a:close/>
                <a:moveTo>
                  <a:pt x="1000125" y="933450"/>
                </a:moveTo>
                <a:lnTo>
                  <a:pt x="1009650" y="933450"/>
                </a:lnTo>
                <a:lnTo>
                  <a:pt x="1009650" y="942975"/>
                </a:lnTo>
                <a:lnTo>
                  <a:pt x="1000125" y="942975"/>
                </a:lnTo>
                <a:close/>
                <a:moveTo>
                  <a:pt x="1076325" y="942975"/>
                </a:moveTo>
                <a:lnTo>
                  <a:pt x="1085850" y="942975"/>
                </a:lnTo>
                <a:lnTo>
                  <a:pt x="1085850" y="981075"/>
                </a:lnTo>
                <a:lnTo>
                  <a:pt x="1076325" y="981075"/>
                </a:lnTo>
                <a:lnTo>
                  <a:pt x="1076325" y="990600"/>
                </a:lnTo>
                <a:lnTo>
                  <a:pt x="1047750" y="990600"/>
                </a:lnTo>
                <a:lnTo>
                  <a:pt x="1047750" y="981075"/>
                </a:lnTo>
                <a:lnTo>
                  <a:pt x="1057275" y="981075"/>
                </a:lnTo>
                <a:lnTo>
                  <a:pt x="1057275" y="962025"/>
                </a:lnTo>
                <a:lnTo>
                  <a:pt x="1066800" y="962025"/>
                </a:lnTo>
                <a:lnTo>
                  <a:pt x="1066800" y="952500"/>
                </a:lnTo>
                <a:lnTo>
                  <a:pt x="1076325" y="952500"/>
                </a:lnTo>
                <a:close/>
                <a:moveTo>
                  <a:pt x="1104900" y="942975"/>
                </a:moveTo>
                <a:lnTo>
                  <a:pt x="1114425" y="942975"/>
                </a:lnTo>
                <a:lnTo>
                  <a:pt x="1114425" y="952500"/>
                </a:lnTo>
                <a:lnTo>
                  <a:pt x="1104900" y="952500"/>
                </a:lnTo>
                <a:close/>
                <a:moveTo>
                  <a:pt x="1114425" y="952500"/>
                </a:moveTo>
                <a:lnTo>
                  <a:pt x="1123950" y="952500"/>
                </a:lnTo>
                <a:lnTo>
                  <a:pt x="1123950" y="962025"/>
                </a:lnTo>
                <a:lnTo>
                  <a:pt x="1114425" y="962025"/>
                </a:lnTo>
                <a:close/>
                <a:moveTo>
                  <a:pt x="466725" y="971550"/>
                </a:moveTo>
                <a:lnTo>
                  <a:pt x="476250" y="971550"/>
                </a:lnTo>
                <a:lnTo>
                  <a:pt x="476250" y="981075"/>
                </a:lnTo>
                <a:lnTo>
                  <a:pt x="485775" y="981075"/>
                </a:lnTo>
                <a:lnTo>
                  <a:pt x="485775" y="990600"/>
                </a:lnTo>
                <a:lnTo>
                  <a:pt x="495300" y="990600"/>
                </a:lnTo>
                <a:lnTo>
                  <a:pt x="495300" y="1009650"/>
                </a:lnTo>
                <a:lnTo>
                  <a:pt x="485775" y="1009650"/>
                </a:lnTo>
                <a:lnTo>
                  <a:pt x="485775" y="1028700"/>
                </a:lnTo>
                <a:lnTo>
                  <a:pt x="476250" y="1028700"/>
                </a:lnTo>
                <a:lnTo>
                  <a:pt x="476250" y="1066800"/>
                </a:lnTo>
                <a:lnTo>
                  <a:pt x="466725" y="1066800"/>
                </a:lnTo>
                <a:lnTo>
                  <a:pt x="466725" y="1047750"/>
                </a:lnTo>
                <a:lnTo>
                  <a:pt x="447675" y="1047750"/>
                </a:lnTo>
                <a:lnTo>
                  <a:pt x="447675" y="1028700"/>
                </a:lnTo>
                <a:lnTo>
                  <a:pt x="457200" y="1028700"/>
                </a:lnTo>
                <a:lnTo>
                  <a:pt x="457200" y="1009650"/>
                </a:lnTo>
                <a:lnTo>
                  <a:pt x="447675" y="1009650"/>
                </a:lnTo>
                <a:lnTo>
                  <a:pt x="447675" y="981075"/>
                </a:lnTo>
                <a:lnTo>
                  <a:pt x="466725" y="981075"/>
                </a:lnTo>
                <a:close/>
                <a:moveTo>
                  <a:pt x="590550" y="981075"/>
                </a:moveTo>
                <a:lnTo>
                  <a:pt x="600075" y="981075"/>
                </a:lnTo>
                <a:lnTo>
                  <a:pt x="600075" y="1009650"/>
                </a:lnTo>
                <a:lnTo>
                  <a:pt x="590550" y="1009650"/>
                </a:lnTo>
                <a:close/>
                <a:moveTo>
                  <a:pt x="542925" y="990600"/>
                </a:moveTo>
                <a:lnTo>
                  <a:pt x="552450" y="990600"/>
                </a:lnTo>
                <a:lnTo>
                  <a:pt x="552450" y="1000125"/>
                </a:lnTo>
                <a:lnTo>
                  <a:pt x="542925" y="1000125"/>
                </a:lnTo>
                <a:close/>
                <a:moveTo>
                  <a:pt x="1009650" y="990600"/>
                </a:moveTo>
                <a:lnTo>
                  <a:pt x="1019175" y="990600"/>
                </a:lnTo>
                <a:lnTo>
                  <a:pt x="1019175" y="1000125"/>
                </a:lnTo>
                <a:lnTo>
                  <a:pt x="1028700" y="1000125"/>
                </a:lnTo>
                <a:lnTo>
                  <a:pt x="1028700" y="990600"/>
                </a:lnTo>
                <a:lnTo>
                  <a:pt x="1047750" y="990600"/>
                </a:lnTo>
                <a:lnTo>
                  <a:pt x="1047750" y="1000125"/>
                </a:lnTo>
                <a:lnTo>
                  <a:pt x="1028700" y="1000125"/>
                </a:lnTo>
                <a:lnTo>
                  <a:pt x="1028700" y="1009650"/>
                </a:lnTo>
                <a:lnTo>
                  <a:pt x="1009650" y="1009650"/>
                </a:lnTo>
                <a:close/>
                <a:moveTo>
                  <a:pt x="1104900" y="990600"/>
                </a:moveTo>
                <a:lnTo>
                  <a:pt x="1114425" y="990600"/>
                </a:lnTo>
                <a:lnTo>
                  <a:pt x="1114425" y="1009650"/>
                </a:lnTo>
                <a:lnTo>
                  <a:pt x="1104900" y="1009650"/>
                </a:lnTo>
                <a:close/>
                <a:moveTo>
                  <a:pt x="523875" y="1009650"/>
                </a:moveTo>
                <a:lnTo>
                  <a:pt x="533400" y="1009650"/>
                </a:lnTo>
                <a:lnTo>
                  <a:pt x="533400" y="1019175"/>
                </a:lnTo>
                <a:lnTo>
                  <a:pt x="552450" y="1019175"/>
                </a:lnTo>
                <a:lnTo>
                  <a:pt x="552450" y="1028700"/>
                </a:lnTo>
                <a:lnTo>
                  <a:pt x="571500" y="1028700"/>
                </a:lnTo>
                <a:lnTo>
                  <a:pt x="571500" y="1066800"/>
                </a:lnTo>
                <a:lnTo>
                  <a:pt x="561975" y="1066800"/>
                </a:lnTo>
                <a:lnTo>
                  <a:pt x="561975" y="1076325"/>
                </a:lnTo>
                <a:lnTo>
                  <a:pt x="542925" y="1076325"/>
                </a:lnTo>
                <a:lnTo>
                  <a:pt x="542925" y="1066800"/>
                </a:lnTo>
                <a:lnTo>
                  <a:pt x="533400" y="1066800"/>
                </a:lnTo>
                <a:lnTo>
                  <a:pt x="533400" y="1085850"/>
                </a:lnTo>
                <a:lnTo>
                  <a:pt x="514350" y="1085850"/>
                </a:lnTo>
                <a:lnTo>
                  <a:pt x="514350" y="1076325"/>
                </a:lnTo>
                <a:lnTo>
                  <a:pt x="504825" y="1076325"/>
                </a:lnTo>
                <a:lnTo>
                  <a:pt x="504825" y="1085850"/>
                </a:lnTo>
                <a:lnTo>
                  <a:pt x="495300" y="1085850"/>
                </a:lnTo>
                <a:lnTo>
                  <a:pt x="495300" y="1047750"/>
                </a:lnTo>
                <a:lnTo>
                  <a:pt x="504825" y="1047750"/>
                </a:lnTo>
                <a:lnTo>
                  <a:pt x="504825" y="1028700"/>
                </a:lnTo>
                <a:lnTo>
                  <a:pt x="514350" y="1028700"/>
                </a:lnTo>
                <a:lnTo>
                  <a:pt x="514350" y="1019175"/>
                </a:lnTo>
                <a:lnTo>
                  <a:pt x="523875" y="1019175"/>
                </a:lnTo>
                <a:close/>
                <a:moveTo>
                  <a:pt x="1066800" y="1009650"/>
                </a:moveTo>
                <a:lnTo>
                  <a:pt x="1076325" y="1009650"/>
                </a:lnTo>
                <a:lnTo>
                  <a:pt x="1076325" y="1019175"/>
                </a:lnTo>
                <a:lnTo>
                  <a:pt x="1066800" y="1019175"/>
                </a:lnTo>
                <a:close/>
                <a:moveTo>
                  <a:pt x="1047750" y="1019175"/>
                </a:moveTo>
                <a:lnTo>
                  <a:pt x="1066800" y="1019175"/>
                </a:lnTo>
                <a:lnTo>
                  <a:pt x="1066800" y="1047750"/>
                </a:lnTo>
                <a:lnTo>
                  <a:pt x="1047750" y="1047750"/>
                </a:lnTo>
                <a:lnTo>
                  <a:pt x="1047750" y="1038225"/>
                </a:lnTo>
                <a:lnTo>
                  <a:pt x="1038225" y="1038225"/>
                </a:lnTo>
                <a:lnTo>
                  <a:pt x="1038225" y="1028700"/>
                </a:lnTo>
                <a:lnTo>
                  <a:pt x="1047750" y="1028700"/>
                </a:lnTo>
                <a:close/>
                <a:moveTo>
                  <a:pt x="1438275" y="1028700"/>
                </a:moveTo>
                <a:lnTo>
                  <a:pt x="1447800" y="1028700"/>
                </a:lnTo>
                <a:lnTo>
                  <a:pt x="1447800" y="1066800"/>
                </a:lnTo>
                <a:lnTo>
                  <a:pt x="1438275" y="1066800"/>
                </a:lnTo>
                <a:close/>
                <a:moveTo>
                  <a:pt x="1114425" y="1038225"/>
                </a:moveTo>
                <a:lnTo>
                  <a:pt x="1123950" y="1038225"/>
                </a:lnTo>
                <a:lnTo>
                  <a:pt x="1123950" y="1047750"/>
                </a:lnTo>
                <a:lnTo>
                  <a:pt x="1114425" y="1047750"/>
                </a:lnTo>
                <a:close/>
                <a:moveTo>
                  <a:pt x="342900" y="1047750"/>
                </a:moveTo>
                <a:lnTo>
                  <a:pt x="352425" y="1047750"/>
                </a:lnTo>
                <a:lnTo>
                  <a:pt x="352425" y="1057275"/>
                </a:lnTo>
                <a:lnTo>
                  <a:pt x="342900" y="1057275"/>
                </a:lnTo>
                <a:close/>
                <a:moveTo>
                  <a:pt x="1038225" y="1047750"/>
                </a:moveTo>
                <a:lnTo>
                  <a:pt x="1047750" y="1047750"/>
                </a:lnTo>
                <a:lnTo>
                  <a:pt x="1047750" y="1057275"/>
                </a:lnTo>
                <a:lnTo>
                  <a:pt x="1038225" y="1057275"/>
                </a:lnTo>
                <a:close/>
                <a:moveTo>
                  <a:pt x="552450" y="1057275"/>
                </a:moveTo>
                <a:lnTo>
                  <a:pt x="561975" y="1057275"/>
                </a:lnTo>
                <a:lnTo>
                  <a:pt x="561975" y="1038225"/>
                </a:lnTo>
                <a:lnTo>
                  <a:pt x="552450" y="1038225"/>
                </a:lnTo>
                <a:close/>
                <a:moveTo>
                  <a:pt x="809625" y="1057275"/>
                </a:moveTo>
                <a:lnTo>
                  <a:pt x="819150" y="1057275"/>
                </a:lnTo>
                <a:lnTo>
                  <a:pt x="819150" y="1085850"/>
                </a:lnTo>
                <a:lnTo>
                  <a:pt x="809625" y="1085850"/>
                </a:lnTo>
                <a:lnTo>
                  <a:pt x="809625" y="1095375"/>
                </a:lnTo>
                <a:lnTo>
                  <a:pt x="790575" y="1095375"/>
                </a:lnTo>
                <a:lnTo>
                  <a:pt x="790575" y="1085850"/>
                </a:lnTo>
                <a:lnTo>
                  <a:pt x="781050" y="1085850"/>
                </a:lnTo>
                <a:lnTo>
                  <a:pt x="781050" y="1066800"/>
                </a:lnTo>
                <a:lnTo>
                  <a:pt x="809625" y="1066800"/>
                </a:lnTo>
                <a:close/>
                <a:moveTo>
                  <a:pt x="981075" y="1057275"/>
                </a:moveTo>
                <a:lnTo>
                  <a:pt x="1019175" y="1057275"/>
                </a:lnTo>
                <a:lnTo>
                  <a:pt x="1019175" y="1076325"/>
                </a:lnTo>
                <a:lnTo>
                  <a:pt x="1009650" y="1076325"/>
                </a:lnTo>
                <a:lnTo>
                  <a:pt x="1009650" y="1066800"/>
                </a:lnTo>
                <a:lnTo>
                  <a:pt x="981075" y="1066800"/>
                </a:lnTo>
                <a:close/>
                <a:moveTo>
                  <a:pt x="342900" y="1066800"/>
                </a:moveTo>
                <a:lnTo>
                  <a:pt x="352425" y="1066800"/>
                </a:lnTo>
                <a:lnTo>
                  <a:pt x="352425" y="1076325"/>
                </a:lnTo>
                <a:lnTo>
                  <a:pt x="342900" y="1076325"/>
                </a:lnTo>
                <a:close/>
                <a:moveTo>
                  <a:pt x="1123950" y="1066800"/>
                </a:moveTo>
                <a:lnTo>
                  <a:pt x="1133475" y="1066800"/>
                </a:lnTo>
                <a:lnTo>
                  <a:pt x="1133475" y="1076325"/>
                </a:lnTo>
                <a:lnTo>
                  <a:pt x="1123950" y="1076325"/>
                </a:lnTo>
                <a:close/>
                <a:moveTo>
                  <a:pt x="1219200" y="1066800"/>
                </a:moveTo>
                <a:lnTo>
                  <a:pt x="1228725" y="1066800"/>
                </a:lnTo>
                <a:lnTo>
                  <a:pt x="1228725" y="1076325"/>
                </a:lnTo>
                <a:lnTo>
                  <a:pt x="1219200" y="1076325"/>
                </a:lnTo>
                <a:close/>
                <a:moveTo>
                  <a:pt x="1238250" y="1066800"/>
                </a:moveTo>
                <a:lnTo>
                  <a:pt x="1247775" y="1066800"/>
                </a:lnTo>
                <a:lnTo>
                  <a:pt x="1247775" y="1076325"/>
                </a:lnTo>
                <a:lnTo>
                  <a:pt x="1238250" y="1076325"/>
                </a:lnTo>
                <a:close/>
                <a:moveTo>
                  <a:pt x="1257300" y="1066800"/>
                </a:moveTo>
                <a:lnTo>
                  <a:pt x="1304925" y="1066800"/>
                </a:lnTo>
                <a:lnTo>
                  <a:pt x="1304925" y="1076325"/>
                </a:lnTo>
                <a:lnTo>
                  <a:pt x="1257300" y="1076325"/>
                </a:lnTo>
                <a:close/>
                <a:moveTo>
                  <a:pt x="1428750" y="1066800"/>
                </a:moveTo>
                <a:lnTo>
                  <a:pt x="1438275" y="1066800"/>
                </a:lnTo>
                <a:lnTo>
                  <a:pt x="1438275" y="1076325"/>
                </a:lnTo>
                <a:lnTo>
                  <a:pt x="1428750" y="1076325"/>
                </a:lnTo>
                <a:close/>
                <a:moveTo>
                  <a:pt x="971550" y="1076325"/>
                </a:moveTo>
                <a:lnTo>
                  <a:pt x="981075" y="1076325"/>
                </a:lnTo>
                <a:lnTo>
                  <a:pt x="981075" y="1114425"/>
                </a:lnTo>
                <a:lnTo>
                  <a:pt x="971550" y="1114425"/>
                </a:lnTo>
                <a:close/>
                <a:moveTo>
                  <a:pt x="457200" y="1085850"/>
                </a:moveTo>
                <a:lnTo>
                  <a:pt x="466725" y="1085850"/>
                </a:lnTo>
                <a:lnTo>
                  <a:pt x="466725" y="1095375"/>
                </a:lnTo>
                <a:lnTo>
                  <a:pt x="457200" y="1095375"/>
                </a:lnTo>
                <a:close/>
                <a:moveTo>
                  <a:pt x="485775" y="1085850"/>
                </a:moveTo>
                <a:lnTo>
                  <a:pt x="495300" y="1085850"/>
                </a:lnTo>
                <a:lnTo>
                  <a:pt x="495300" y="1123950"/>
                </a:lnTo>
                <a:lnTo>
                  <a:pt x="485775" y="1123950"/>
                </a:lnTo>
                <a:close/>
                <a:moveTo>
                  <a:pt x="1104900" y="1085850"/>
                </a:moveTo>
                <a:lnTo>
                  <a:pt x="1114425" y="1085850"/>
                </a:lnTo>
                <a:lnTo>
                  <a:pt x="1114425" y="1095375"/>
                </a:lnTo>
                <a:lnTo>
                  <a:pt x="1104900" y="1095375"/>
                </a:lnTo>
                <a:close/>
                <a:moveTo>
                  <a:pt x="1200150" y="1085850"/>
                </a:moveTo>
                <a:lnTo>
                  <a:pt x="1209675" y="1085850"/>
                </a:lnTo>
                <a:lnTo>
                  <a:pt x="1209675" y="1095375"/>
                </a:lnTo>
                <a:lnTo>
                  <a:pt x="1200150" y="1095375"/>
                </a:lnTo>
                <a:close/>
                <a:moveTo>
                  <a:pt x="152400" y="1095375"/>
                </a:moveTo>
                <a:lnTo>
                  <a:pt x="352425" y="1095375"/>
                </a:lnTo>
                <a:lnTo>
                  <a:pt x="352425" y="1123950"/>
                </a:lnTo>
                <a:lnTo>
                  <a:pt x="371475" y="1123950"/>
                </a:lnTo>
                <a:lnTo>
                  <a:pt x="371475" y="1114425"/>
                </a:lnTo>
                <a:lnTo>
                  <a:pt x="381000" y="1114425"/>
                </a:lnTo>
                <a:lnTo>
                  <a:pt x="381000" y="1104900"/>
                </a:lnTo>
                <a:lnTo>
                  <a:pt x="390525" y="1104900"/>
                </a:lnTo>
                <a:lnTo>
                  <a:pt x="390525" y="1095375"/>
                </a:lnTo>
                <a:lnTo>
                  <a:pt x="400050" y="1095375"/>
                </a:lnTo>
                <a:lnTo>
                  <a:pt x="400050" y="1104900"/>
                </a:lnTo>
                <a:lnTo>
                  <a:pt x="409575" y="1104900"/>
                </a:lnTo>
                <a:lnTo>
                  <a:pt x="409575" y="1114425"/>
                </a:lnTo>
                <a:lnTo>
                  <a:pt x="390525" y="1114425"/>
                </a:lnTo>
                <a:lnTo>
                  <a:pt x="390525" y="1123950"/>
                </a:lnTo>
                <a:lnTo>
                  <a:pt x="371475" y="1123950"/>
                </a:lnTo>
                <a:lnTo>
                  <a:pt x="371475" y="1133475"/>
                </a:lnTo>
                <a:lnTo>
                  <a:pt x="361950" y="1133475"/>
                </a:lnTo>
                <a:lnTo>
                  <a:pt x="361950" y="1143000"/>
                </a:lnTo>
                <a:lnTo>
                  <a:pt x="352425" y="1143000"/>
                </a:lnTo>
                <a:lnTo>
                  <a:pt x="352425" y="1152525"/>
                </a:lnTo>
                <a:lnTo>
                  <a:pt x="342900" y="1152525"/>
                </a:lnTo>
                <a:lnTo>
                  <a:pt x="342900" y="1162050"/>
                </a:lnTo>
                <a:lnTo>
                  <a:pt x="333375" y="1162050"/>
                </a:lnTo>
                <a:lnTo>
                  <a:pt x="333375" y="1152525"/>
                </a:lnTo>
                <a:lnTo>
                  <a:pt x="323850" y="1152525"/>
                </a:lnTo>
                <a:lnTo>
                  <a:pt x="323850" y="1133475"/>
                </a:lnTo>
                <a:lnTo>
                  <a:pt x="314325" y="1133475"/>
                </a:lnTo>
                <a:lnTo>
                  <a:pt x="314325" y="1114425"/>
                </a:lnTo>
                <a:lnTo>
                  <a:pt x="285750" y="1114425"/>
                </a:lnTo>
                <a:lnTo>
                  <a:pt x="285750" y="1104900"/>
                </a:lnTo>
                <a:lnTo>
                  <a:pt x="152400" y="1104900"/>
                </a:lnTo>
                <a:close/>
                <a:moveTo>
                  <a:pt x="447675" y="1095375"/>
                </a:moveTo>
                <a:lnTo>
                  <a:pt x="457200" y="1095375"/>
                </a:lnTo>
                <a:lnTo>
                  <a:pt x="457200" y="1143000"/>
                </a:lnTo>
                <a:lnTo>
                  <a:pt x="447675" y="1143000"/>
                </a:lnTo>
                <a:lnTo>
                  <a:pt x="447675" y="1133475"/>
                </a:lnTo>
                <a:lnTo>
                  <a:pt x="428625" y="1133475"/>
                </a:lnTo>
                <a:lnTo>
                  <a:pt x="428625" y="1104900"/>
                </a:lnTo>
                <a:lnTo>
                  <a:pt x="438150" y="1104900"/>
                </a:lnTo>
                <a:lnTo>
                  <a:pt x="438150" y="1114425"/>
                </a:lnTo>
                <a:lnTo>
                  <a:pt x="447675" y="1114425"/>
                </a:lnTo>
                <a:close/>
                <a:moveTo>
                  <a:pt x="504825" y="1095375"/>
                </a:moveTo>
                <a:lnTo>
                  <a:pt x="514350" y="1095375"/>
                </a:lnTo>
                <a:lnTo>
                  <a:pt x="514350" y="1114425"/>
                </a:lnTo>
                <a:lnTo>
                  <a:pt x="504825" y="1114425"/>
                </a:lnTo>
                <a:close/>
                <a:moveTo>
                  <a:pt x="1209675" y="1095375"/>
                </a:moveTo>
                <a:lnTo>
                  <a:pt x="1447800" y="1095375"/>
                </a:lnTo>
                <a:lnTo>
                  <a:pt x="1447800" y="1104900"/>
                </a:lnTo>
                <a:lnTo>
                  <a:pt x="1209675" y="1104900"/>
                </a:lnTo>
                <a:close/>
                <a:moveTo>
                  <a:pt x="1133475" y="1104900"/>
                </a:moveTo>
                <a:lnTo>
                  <a:pt x="1181100" y="1104900"/>
                </a:lnTo>
                <a:lnTo>
                  <a:pt x="1181100" y="1133475"/>
                </a:lnTo>
                <a:lnTo>
                  <a:pt x="1162050" y="1133475"/>
                </a:lnTo>
                <a:lnTo>
                  <a:pt x="1162050" y="1123950"/>
                </a:lnTo>
                <a:lnTo>
                  <a:pt x="1152525" y="1123950"/>
                </a:lnTo>
                <a:lnTo>
                  <a:pt x="1152525" y="1143000"/>
                </a:lnTo>
                <a:lnTo>
                  <a:pt x="1171575" y="1143000"/>
                </a:lnTo>
                <a:lnTo>
                  <a:pt x="1171575" y="1152525"/>
                </a:lnTo>
                <a:lnTo>
                  <a:pt x="1181100" y="1152525"/>
                </a:lnTo>
                <a:lnTo>
                  <a:pt x="1181100" y="1162050"/>
                </a:lnTo>
                <a:lnTo>
                  <a:pt x="1171575" y="1162050"/>
                </a:lnTo>
                <a:lnTo>
                  <a:pt x="1171575" y="1181100"/>
                </a:lnTo>
                <a:lnTo>
                  <a:pt x="1152525" y="1181100"/>
                </a:lnTo>
                <a:lnTo>
                  <a:pt x="1152525" y="1171575"/>
                </a:lnTo>
                <a:lnTo>
                  <a:pt x="1143000" y="1171575"/>
                </a:lnTo>
                <a:lnTo>
                  <a:pt x="1143000" y="1114425"/>
                </a:lnTo>
                <a:lnTo>
                  <a:pt x="1133475" y="1114425"/>
                </a:lnTo>
                <a:close/>
                <a:moveTo>
                  <a:pt x="409575" y="1114425"/>
                </a:moveTo>
                <a:lnTo>
                  <a:pt x="419100" y="1114425"/>
                </a:lnTo>
                <a:lnTo>
                  <a:pt x="419100" y="1123950"/>
                </a:lnTo>
                <a:lnTo>
                  <a:pt x="409575" y="1123950"/>
                </a:lnTo>
                <a:close/>
                <a:moveTo>
                  <a:pt x="476250" y="1133475"/>
                </a:moveTo>
                <a:lnTo>
                  <a:pt x="485775" y="1133475"/>
                </a:lnTo>
                <a:lnTo>
                  <a:pt x="485775" y="1162050"/>
                </a:lnTo>
                <a:lnTo>
                  <a:pt x="476250" y="1162050"/>
                </a:lnTo>
                <a:close/>
                <a:moveTo>
                  <a:pt x="609600" y="1133475"/>
                </a:moveTo>
                <a:lnTo>
                  <a:pt x="619125" y="1133475"/>
                </a:lnTo>
                <a:lnTo>
                  <a:pt x="619125" y="1143000"/>
                </a:lnTo>
                <a:lnTo>
                  <a:pt x="609600" y="1143000"/>
                </a:lnTo>
                <a:close/>
                <a:moveTo>
                  <a:pt x="971550" y="1133475"/>
                </a:moveTo>
                <a:lnTo>
                  <a:pt x="981075" y="1133475"/>
                </a:lnTo>
                <a:lnTo>
                  <a:pt x="981075" y="1143000"/>
                </a:lnTo>
                <a:lnTo>
                  <a:pt x="971550" y="1143000"/>
                </a:lnTo>
                <a:close/>
                <a:moveTo>
                  <a:pt x="1028700" y="1133475"/>
                </a:moveTo>
                <a:lnTo>
                  <a:pt x="1038225" y="1133475"/>
                </a:lnTo>
                <a:lnTo>
                  <a:pt x="1038225" y="1143000"/>
                </a:lnTo>
                <a:lnTo>
                  <a:pt x="1028700" y="1143000"/>
                </a:lnTo>
                <a:close/>
                <a:moveTo>
                  <a:pt x="1104900" y="1133475"/>
                </a:moveTo>
                <a:lnTo>
                  <a:pt x="1114425" y="1133475"/>
                </a:lnTo>
                <a:lnTo>
                  <a:pt x="1114425" y="1171575"/>
                </a:lnTo>
                <a:lnTo>
                  <a:pt x="1104900" y="1171575"/>
                </a:lnTo>
                <a:lnTo>
                  <a:pt x="1104900" y="1181100"/>
                </a:lnTo>
                <a:lnTo>
                  <a:pt x="1095375" y="1181100"/>
                </a:lnTo>
                <a:lnTo>
                  <a:pt x="1095375" y="1190625"/>
                </a:lnTo>
                <a:lnTo>
                  <a:pt x="1057275" y="1190625"/>
                </a:lnTo>
                <a:lnTo>
                  <a:pt x="1057275" y="1171575"/>
                </a:lnTo>
                <a:lnTo>
                  <a:pt x="1066800" y="1171575"/>
                </a:lnTo>
                <a:lnTo>
                  <a:pt x="1066800" y="1162050"/>
                </a:lnTo>
                <a:lnTo>
                  <a:pt x="1076325" y="1162050"/>
                </a:lnTo>
                <a:lnTo>
                  <a:pt x="1076325" y="1152525"/>
                </a:lnTo>
                <a:lnTo>
                  <a:pt x="1085850" y="1152525"/>
                </a:lnTo>
                <a:lnTo>
                  <a:pt x="1085850" y="1143000"/>
                </a:lnTo>
                <a:lnTo>
                  <a:pt x="1095375" y="1143000"/>
                </a:lnTo>
                <a:lnTo>
                  <a:pt x="1095375" y="1152525"/>
                </a:lnTo>
                <a:lnTo>
                  <a:pt x="1104900" y="1152525"/>
                </a:lnTo>
                <a:close/>
                <a:moveTo>
                  <a:pt x="457200" y="1171575"/>
                </a:moveTo>
                <a:lnTo>
                  <a:pt x="466725" y="1171575"/>
                </a:lnTo>
                <a:lnTo>
                  <a:pt x="466725" y="1181100"/>
                </a:lnTo>
                <a:lnTo>
                  <a:pt x="457200" y="1181100"/>
                </a:lnTo>
                <a:close/>
                <a:moveTo>
                  <a:pt x="561975" y="1171575"/>
                </a:moveTo>
                <a:lnTo>
                  <a:pt x="571500" y="1171575"/>
                </a:lnTo>
                <a:lnTo>
                  <a:pt x="571500" y="1181100"/>
                </a:lnTo>
                <a:lnTo>
                  <a:pt x="561975" y="1181100"/>
                </a:lnTo>
                <a:close/>
                <a:moveTo>
                  <a:pt x="504825" y="1181100"/>
                </a:moveTo>
                <a:lnTo>
                  <a:pt x="514350" y="1181100"/>
                </a:lnTo>
                <a:lnTo>
                  <a:pt x="514350" y="1190625"/>
                </a:lnTo>
                <a:lnTo>
                  <a:pt x="504825" y="1190625"/>
                </a:lnTo>
                <a:close/>
                <a:moveTo>
                  <a:pt x="609600" y="1181100"/>
                </a:moveTo>
                <a:lnTo>
                  <a:pt x="619125" y="1181100"/>
                </a:lnTo>
                <a:lnTo>
                  <a:pt x="619125" y="1200150"/>
                </a:lnTo>
                <a:lnTo>
                  <a:pt x="609600" y="1200150"/>
                </a:lnTo>
                <a:close/>
                <a:moveTo>
                  <a:pt x="1000125" y="1181100"/>
                </a:moveTo>
                <a:lnTo>
                  <a:pt x="1009650" y="1181100"/>
                </a:lnTo>
                <a:lnTo>
                  <a:pt x="1009650" y="1190625"/>
                </a:lnTo>
                <a:lnTo>
                  <a:pt x="1019175" y="1190625"/>
                </a:lnTo>
                <a:lnTo>
                  <a:pt x="1019175" y="1200150"/>
                </a:lnTo>
                <a:lnTo>
                  <a:pt x="1038225" y="1200150"/>
                </a:lnTo>
                <a:lnTo>
                  <a:pt x="1038225" y="1209675"/>
                </a:lnTo>
                <a:lnTo>
                  <a:pt x="1066800" y="1209675"/>
                </a:lnTo>
                <a:lnTo>
                  <a:pt x="1066800" y="1219200"/>
                </a:lnTo>
                <a:lnTo>
                  <a:pt x="1047750" y="1219200"/>
                </a:lnTo>
                <a:lnTo>
                  <a:pt x="1047750" y="1228725"/>
                </a:lnTo>
                <a:lnTo>
                  <a:pt x="1038225" y="1228725"/>
                </a:lnTo>
                <a:lnTo>
                  <a:pt x="1038225" y="1238250"/>
                </a:lnTo>
                <a:lnTo>
                  <a:pt x="1047750" y="1238250"/>
                </a:lnTo>
                <a:lnTo>
                  <a:pt x="1047750" y="1247775"/>
                </a:lnTo>
                <a:lnTo>
                  <a:pt x="1314450" y="1247775"/>
                </a:lnTo>
                <a:lnTo>
                  <a:pt x="1314450" y="1257300"/>
                </a:lnTo>
                <a:lnTo>
                  <a:pt x="1000125" y="1257300"/>
                </a:lnTo>
                <a:lnTo>
                  <a:pt x="1000125" y="1247775"/>
                </a:lnTo>
                <a:lnTo>
                  <a:pt x="990600" y="1247775"/>
                </a:lnTo>
                <a:lnTo>
                  <a:pt x="990600" y="1209675"/>
                </a:lnTo>
                <a:lnTo>
                  <a:pt x="981075" y="1209675"/>
                </a:lnTo>
                <a:lnTo>
                  <a:pt x="981075" y="1190625"/>
                </a:lnTo>
                <a:lnTo>
                  <a:pt x="1000125" y="1190625"/>
                </a:lnTo>
                <a:close/>
                <a:moveTo>
                  <a:pt x="581025" y="1190625"/>
                </a:moveTo>
                <a:lnTo>
                  <a:pt x="600075" y="1190625"/>
                </a:lnTo>
                <a:lnTo>
                  <a:pt x="600075" y="1200150"/>
                </a:lnTo>
                <a:lnTo>
                  <a:pt x="609600" y="1200150"/>
                </a:lnTo>
                <a:lnTo>
                  <a:pt x="609600" y="1228725"/>
                </a:lnTo>
                <a:lnTo>
                  <a:pt x="600075" y="1228725"/>
                </a:lnTo>
                <a:lnTo>
                  <a:pt x="600075" y="1247775"/>
                </a:lnTo>
                <a:lnTo>
                  <a:pt x="590550" y="1247775"/>
                </a:lnTo>
                <a:lnTo>
                  <a:pt x="590550" y="1257300"/>
                </a:lnTo>
                <a:lnTo>
                  <a:pt x="285750" y="1257300"/>
                </a:lnTo>
                <a:lnTo>
                  <a:pt x="285750" y="1276350"/>
                </a:lnTo>
                <a:lnTo>
                  <a:pt x="257175" y="1276350"/>
                </a:lnTo>
                <a:lnTo>
                  <a:pt x="257175" y="1257300"/>
                </a:lnTo>
                <a:lnTo>
                  <a:pt x="238125" y="1257300"/>
                </a:lnTo>
                <a:lnTo>
                  <a:pt x="238125" y="1276350"/>
                </a:lnTo>
                <a:lnTo>
                  <a:pt x="209550" y="1276350"/>
                </a:lnTo>
                <a:lnTo>
                  <a:pt x="209550" y="1257300"/>
                </a:lnTo>
                <a:lnTo>
                  <a:pt x="200025" y="1257300"/>
                </a:lnTo>
                <a:lnTo>
                  <a:pt x="200025" y="1247775"/>
                </a:lnTo>
                <a:lnTo>
                  <a:pt x="257175" y="1247775"/>
                </a:lnTo>
                <a:lnTo>
                  <a:pt x="257175" y="1257300"/>
                </a:lnTo>
                <a:lnTo>
                  <a:pt x="276225" y="1257300"/>
                </a:lnTo>
                <a:lnTo>
                  <a:pt x="276225" y="1247775"/>
                </a:lnTo>
                <a:lnTo>
                  <a:pt x="504825" y="1247775"/>
                </a:lnTo>
                <a:lnTo>
                  <a:pt x="504825" y="1238250"/>
                </a:lnTo>
                <a:lnTo>
                  <a:pt x="533400" y="1238250"/>
                </a:lnTo>
                <a:lnTo>
                  <a:pt x="533400" y="1209675"/>
                </a:lnTo>
                <a:lnTo>
                  <a:pt x="561975" y="1209675"/>
                </a:lnTo>
                <a:lnTo>
                  <a:pt x="561975" y="1200150"/>
                </a:lnTo>
                <a:lnTo>
                  <a:pt x="581025" y="1200150"/>
                </a:lnTo>
                <a:close/>
                <a:moveTo>
                  <a:pt x="485775" y="1200150"/>
                </a:moveTo>
                <a:lnTo>
                  <a:pt x="495300" y="1200150"/>
                </a:lnTo>
                <a:lnTo>
                  <a:pt x="495300" y="1209675"/>
                </a:lnTo>
                <a:lnTo>
                  <a:pt x="485775" y="1209675"/>
                </a:lnTo>
                <a:close/>
                <a:moveTo>
                  <a:pt x="1104900" y="1200150"/>
                </a:moveTo>
                <a:lnTo>
                  <a:pt x="1114425" y="1200150"/>
                </a:lnTo>
                <a:lnTo>
                  <a:pt x="1114425" y="1209675"/>
                </a:lnTo>
                <a:lnTo>
                  <a:pt x="1104900" y="1209675"/>
                </a:lnTo>
                <a:close/>
                <a:moveTo>
                  <a:pt x="638175" y="1209675"/>
                </a:moveTo>
                <a:lnTo>
                  <a:pt x="685800" y="1209675"/>
                </a:lnTo>
                <a:lnTo>
                  <a:pt x="685800" y="1219200"/>
                </a:lnTo>
                <a:lnTo>
                  <a:pt x="638175" y="1219200"/>
                </a:lnTo>
                <a:close/>
                <a:moveTo>
                  <a:pt x="904875" y="1209675"/>
                </a:moveTo>
                <a:lnTo>
                  <a:pt x="962025" y="1209675"/>
                </a:lnTo>
                <a:lnTo>
                  <a:pt x="962025" y="1219200"/>
                </a:lnTo>
                <a:lnTo>
                  <a:pt x="952500" y="1219200"/>
                </a:lnTo>
                <a:lnTo>
                  <a:pt x="952500" y="1228725"/>
                </a:lnTo>
                <a:lnTo>
                  <a:pt x="962025" y="1228725"/>
                </a:lnTo>
                <a:lnTo>
                  <a:pt x="962025" y="1219200"/>
                </a:lnTo>
                <a:lnTo>
                  <a:pt x="971550" y="1219200"/>
                </a:lnTo>
                <a:lnTo>
                  <a:pt x="971550" y="1247775"/>
                </a:lnTo>
                <a:lnTo>
                  <a:pt x="923925" y="1247775"/>
                </a:lnTo>
                <a:lnTo>
                  <a:pt x="923925" y="1219200"/>
                </a:lnTo>
                <a:lnTo>
                  <a:pt x="904875" y="1219200"/>
                </a:lnTo>
                <a:close/>
                <a:moveTo>
                  <a:pt x="628650" y="1219200"/>
                </a:moveTo>
                <a:lnTo>
                  <a:pt x="638175" y="1219200"/>
                </a:lnTo>
                <a:lnTo>
                  <a:pt x="638175" y="1247775"/>
                </a:lnTo>
                <a:lnTo>
                  <a:pt x="628650" y="1247775"/>
                </a:lnTo>
                <a:close/>
                <a:moveTo>
                  <a:pt x="114300" y="1247775"/>
                </a:moveTo>
                <a:lnTo>
                  <a:pt x="123825" y="1247775"/>
                </a:lnTo>
                <a:lnTo>
                  <a:pt x="123825" y="1257300"/>
                </a:lnTo>
                <a:lnTo>
                  <a:pt x="114300" y="1257300"/>
                </a:lnTo>
                <a:close/>
                <a:moveTo>
                  <a:pt x="638175" y="1247775"/>
                </a:moveTo>
                <a:lnTo>
                  <a:pt x="857250" y="1247775"/>
                </a:lnTo>
                <a:lnTo>
                  <a:pt x="857250" y="1257300"/>
                </a:lnTo>
                <a:lnTo>
                  <a:pt x="638175" y="1257300"/>
                </a:lnTo>
                <a:close/>
                <a:moveTo>
                  <a:pt x="1362075" y="1247775"/>
                </a:moveTo>
                <a:lnTo>
                  <a:pt x="1400175" y="1247775"/>
                </a:lnTo>
                <a:lnTo>
                  <a:pt x="1400175" y="1257300"/>
                </a:lnTo>
                <a:lnTo>
                  <a:pt x="1390650" y="1257300"/>
                </a:lnTo>
                <a:lnTo>
                  <a:pt x="1390650" y="1266825"/>
                </a:lnTo>
                <a:lnTo>
                  <a:pt x="1371600" y="1266825"/>
                </a:lnTo>
                <a:lnTo>
                  <a:pt x="1371600" y="1257300"/>
                </a:lnTo>
                <a:lnTo>
                  <a:pt x="1362075" y="1257300"/>
                </a:lnTo>
                <a:close/>
                <a:moveTo>
                  <a:pt x="1428750" y="1247775"/>
                </a:moveTo>
                <a:lnTo>
                  <a:pt x="1476375" y="1247775"/>
                </a:lnTo>
                <a:lnTo>
                  <a:pt x="1476375" y="1257300"/>
                </a:lnTo>
                <a:lnTo>
                  <a:pt x="1428750" y="1257300"/>
                </a:lnTo>
                <a:close/>
                <a:moveTo>
                  <a:pt x="104775" y="1257300"/>
                </a:moveTo>
                <a:lnTo>
                  <a:pt x="114300" y="1257300"/>
                </a:lnTo>
                <a:lnTo>
                  <a:pt x="114300" y="1266825"/>
                </a:lnTo>
                <a:lnTo>
                  <a:pt x="104775" y="1266825"/>
                </a:lnTo>
                <a:close/>
                <a:moveTo>
                  <a:pt x="1476375" y="1257300"/>
                </a:moveTo>
                <a:lnTo>
                  <a:pt x="1485900" y="1257300"/>
                </a:lnTo>
                <a:lnTo>
                  <a:pt x="1485900" y="1266825"/>
                </a:lnTo>
                <a:lnTo>
                  <a:pt x="1476375" y="1266825"/>
                </a:lnTo>
                <a:close/>
                <a:moveTo>
                  <a:pt x="114300" y="1266825"/>
                </a:moveTo>
                <a:lnTo>
                  <a:pt x="123825" y="1266825"/>
                </a:lnTo>
                <a:lnTo>
                  <a:pt x="123825" y="1276350"/>
                </a:lnTo>
                <a:lnTo>
                  <a:pt x="114300" y="1276350"/>
                </a:lnTo>
                <a:close/>
              </a:path>
            </a:pathLst>
          </a:custGeom>
          <a:solidFill xmlns:a="http://schemas.openxmlformats.org/drawingml/2006/main">
            <a:srgbClr val="F6F6F1"/>
          </a:solidFill>
          <a:ln xmlns:a="http://schemas.openxmlformats.org/drawingml/2006/main" w="0">
            <a:noFill/>
          </a:ln>
        </p:spPr>
      </p:sp>
      <p:sp>
        <p:nvSpPr>
          <p:cNvPr id="35" name="turno1 vector #d9e2db">
            <a:extLst xmlns:a="http://schemas.openxmlformats.org/drawingml/2006/main">
              <a:ext uri="{FF2B5EF4-FFF2-40B4-BE49-F238E27FC236}">
                <a16:creationId xmlns:a16="http://schemas.microsoft.com/office/drawing/2014/main" id="{4FED1D94-B700-44FB-B78A-163F69E497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2025" y="2752725"/>
            <a:ext cx="2476500" cy="2095500"/>
          </a:xfrm>
          <a:custGeom xmlns:a="http://schemas.openxmlformats.org/drawingml/2006/main">
            <a:pathLst>
              <a:path w="1609725" h="1362075">
                <a:moveTo>
                  <a:pt x="1257300" y="66675"/>
                </a:moveTo>
                <a:lnTo>
                  <a:pt x="1266825" y="66675"/>
                </a:lnTo>
                <a:lnTo>
                  <a:pt x="1266825" y="76200"/>
                </a:lnTo>
                <a:lnTo>
                  <a:pt x="1257300" y="76200"/>
                </a:lnTo>
                <a:close/>
                <a:moveTo>
                  <a:pt x="1000125" y="95250"/>
                </a:moveTo>
                <a:lnTo>
                  <a:pt x="1009650" y="95250"/>
                </a:lnTo>
                <a:lnTo>
                  <a:pt x="1009650" y="104775"/>
                </a:lnTo>
                <a:lnTo>
                  <a:pt x="1000125" y="104775"/>
                </a:lnTo>
                <a:close/>
                <a:moveTo>
                  <a:pt x="1285875" y="95250"/>
                </a:moveTo>
                <a:lnTo>
                  <a:pt x="1295400" y="95250"/>
                </a:lnTo>
                <a:lnTo>
                  <a:pt x="1295400" y="104775"/>
                </a:lnTo>
                <a:lnTo>
                  <a:pt x="1285875" y="104775"/>
                </a:lnTo>
                <a:close/>
                <a:moveTo>
                  <a:pt x="352425" y="123825"/>
                </a:moveTo>
                <a:lnTo>
                  <a:pt x="581025" y="123825"/>
                </a:lnTo>
                <a:lnTo>
                  <a:pt x="581025" y="133350"/>
                </a:lnTo>
                <a:lnTo>
                  <a:pt x="571500" y="133350"/>
                </a:lnTo>
                <a:lnTo>
                  <a:pt x="571500" y="152400"/>
                </a:lnTo>
                <a:lnTo>
                  <a:pt x="361950" y="152400"/>
                </a:lnTo>
                <a:lnTo>
                  <a:pt x="361950" y="133350"/>
                </a:lnTo>
                <a:lnTo>
                  <a:pt x="352425" y="133350"/>
                </a:lnTo>
                <a:close/>
                <a:moveTo>
                  <a:pt x="1400175" y="133350"/>
                </a:moveTo>
                <a:lnTo>
                  <a:pt x="1428750" y="133350"/>
                </a:lnTo>
                <a:lnTo>
                  <a:pt x="1428750" y="142875"/>
                </a:lnTo>
                <a:lnTo>
                  <a:pt x="1400175" y="142875"/>
                </a:lnTo>
                <a:close/>
                <a:moveTo>
                  <a:pt x="609600" y="161925"/>
                </a:moveTo>
                <a:lnTo>
                  <a:pt x="619125" y="161925"/>
                </a:lnTo>
                <a:lnTo>
                  <a:pt x="619125" y="285750"/>
                </a:lnTo>
                <a:lnTo>
                  <a:pt x="609600" y="285750"/>
                </a:lnTo>
                <a:close/>
                <a:moveTo>
                  <a:pt x="1343025" y="180975"/>
                </a:moveTo>
                <a:lnTo>
                  <a:pt x="1352550" y="180975"/>
                </a:lnTo>
                <a:lnTo>
                  <a:pt x="1352550" y="200025"/>
                </a:lnTo>
                <a:lnTo>
                  <a:pt x="1343025" y="200025"/>
                </a:lnTo>
                <a:close/>
                <a:moveTo>
                  <a:pt x="1476375" y="190500"/>
                </a:moveTo>
                <a:lnTo>
                  <a:pt x="1485900" y="190500"/>
                </a:lnTo>
                <a:lnTo>
                  <a:pt x="1485900" y="200025"/>
                </a:lnTo>
                <a:lnTo>
                  <a:pt x="1476375" y="200025"/>
                </a:lnTo>
                <a:close/>
                <a:moveTo>
                  <a:pt x="1000125" y="219075"/>
                </a:moveTo>
                <a:lnTo>
                  <a:pt x="1009650" y="219075"/>
                </a:lnTo>
                <a:lnTo>
                  <a:pt x="1009650" y="228600"/>
                </a:lnTo>
                <a:lnTo>
                  <a:pt x="1000125" y="228600"/>
                </a:lnTo>
                <a:close/>
                <a:moveTo>
                  <a:pt x="1285875" y="219075"/>
                </a:moveTo>
                <a:lnTo>
                  <a:pt x="1295400" y="219075"/>
                </a:lnTo>
                <a:lnTo>
                  <a:pt x="1295400" y="228600"/>
                </a:lnTo>
                <a:lnTo>
                  <a:pt x="1285875" y="228600"/>
                </a:lnTo>
                <a:close/>
                <a:moveTo>
                  <a:pt x="1343025" y="219075"/>
                </a:moveTo>
                <a:lnTo>
                  <a:pt x="1352550" y="219075"/>
                </a:lnTo>
                <a:lnTo>
                  <a:pt x="1352550" y="228600"/>
                </a:lnTo>
                <a:lnTo>
                  <a:pt x="1343025" y="228600"/>
                </a:lnTo>
                <a:close/>
                <a:moveTo>
                  <a:pt x="1476375" y="219075"/>
                </a:moveTo>
                <a:lnTo>
                  <a:pt x="1485900" y="219075"/>
                </a:lnTo>
                <a:lnTo>
                  <a:pt x="1485900" y="228600"/>
                </a:lnTo>
                <a:lnTo>
                  <a:pt x="1476375" y="228600"/>
                </a:lnTo>
                <a:close/>
                <a:moveTo>
                  <a:pt x="390525" y="228600"/>
                </a:moveTo>
                <a:lnTo>
                  <a:pt x="495300" y="228600"/>
                </a:lnTo>
                <a:lnTo>
                  <a:pt x="495300" y="238125"/>
                </a:lnTo>
                <a:lnTo>
                  <a:pt x="390525" y="238125"/>
                </a:lnTo>
                <a:close/>
                <a:moveTo>
                  <a:pt x="381000" y="238125"/>
                </a:moveTo>
                <a:lnTo>
                  <a:pt x="390525" y="238125"/>
                </a:lnTo>
                <a:lnTo>
                  <a:pt x="390525" y="247650"/>
                </a:lnTo>
                <a:lnTo>
                  <a:pt x="381000" y="247650"/>
                </a:lnTo>
                <a:close/>
                <a:moveTo>
                  <a:pt x="1352550" y="238125"/>
                </a:moveTo>
                <a:lnTo>
                  <a:pt x="1362075" y="238125"/>
                </a:lnTo>
                <a:lnTo>
                  <a:pt x="1362075" y="247650"/>
                </a:lnTo>
                <a:lnTo>
                  <a:pt x="1352550" y="247650"/>
                </a:lnTo>
                <a:close/>
                <a:moveTo>
                  <a:pt x="1028700" y="247650"/>
                </a:moveTo>
                <a:lnTo>
                  <a:pt x="1038225" y="247650"/>
                </a:lnTo>
                <a:lnTo>
                  <a:pt x="1038225" y="257175"/>
                </a:lnTo>
                <a:lnTo>
                  <a:pt x="1028700" y="257175"/>
                </a:lnTo>
                <a:close/>
                <a:moveTo>
                  <a:pt x="190500" y="266700"/>
                </a:moveTo>
                <a:lnTo>
                  <a:pt x="200025" y="266700"/>
                </a:lnTo>
                <a:lnTo>
                  <a:pt x="200025" y="276225"/>
                </a:lnTo>
                <a:lnTo>
                  <a:pt x="190500" y="276225"/>
                </a:lnTo>
                <a:close/>
                <a:moveTo>
                  <a:pt x="247650" y="266700"/>
                </a:moveTo>
                <a:lnTo>
                  <a:pt x="257175" y="266700"/>
                </a:lnTo>
                <a:lnTo>
                  <a:pt x="257175" y="276225"/>
                </a:lnTo>
                <a:lnTo>
                  <a:pt x="247650" y="276225"/>
                </a:lnTo>
                <a:close/>
                <a:moveTo>
                  <a:pt x="1381125" y="266700"/>
                </a:moveTo>
                <a:lnTo>
                  <a:pt x="1390650" y="266700"/>
                </a:lnTo>
                <a:lnTo>
                  <a:pt x="1390650" y="285750"/>
                </a:lnTo>
                <a:lnTo>
                  <a:pt x="1381125" y="285750"/>
                </a:lnTo>
                <a:close/>
                <a:moveTo>
                  <a:pt x="1200150" y="276225"/>
                </a:moveTo>
                <a:lnTo>
                  <a:pt x="1209675" y="276225"/>
                </a:lnTo>
                <a:lnTo>
                  <a:pt x="1209675" y="285750"/>
                </a:lnTo>
                <a:lnTo>
                  <a:pt x="1200150" y="285750"/>
                </a:lnTo>
                <a:close/>
                <a:moveTo>
                  <a:pt x="323850" y="285750"/>
                </a:moveTo>
                <a:lnTo>
                  <a:pt x="333375" y="285750"/>
                </a:lnTo>
                <a:lnTo>
                  <a:pt x="333375" y="295275"/>
                </a:lnTo>
                <a:lnTo>
                  <a:pt x="323850" y="295275"/>
                </a:lnTo>
                <a:close/>
                <a:moveTo>
                  <a:pt x="742950" y="285750"/>
                </a:moveTo>
                <a:lnTo>
                  <a:pt x="752475" y="285750"/>
                </a:lnTo>
                <a:lnTo>
                  <a:pt x="752475" y="295275"/>
                </a:lnTo>
                <a:lnTo>
                  <a:pt x="742950" y="295275"/>
                </a:lnTo>
                <a:close/>
                <a:moveTo>
                  <a:pt x="847725" y="285750"/>
                </a:moveTo>
                <a:lnTo>
                  <a:pt x="857250" y="285750"/>
                </a:lnTo>
                <a:lnTo>
                  <a:pt x="857250" y="295275"/>
                </a:lnTo>
                <a:lnTo>
                  <a:pt x="847725" y="295275"/>
                </a:lnTo>
                <a:close/>
                <a:moveTo>
                  <a:pt x="1238250" y="285750"/>
                </a:moveTo>
                <a:lnTo>
                  <a:pt x="1247775" y="285750"/>
                </a:lnTo>
                <a:lnTo>
                  <a:pt x="1247775" y="295275"/>
                </a:lnTo>
                <a:lnTo>
                  <a:pt x="1238250" y="295275"/>
                </a:lnTo>
                <a:close/>
                <a:moveTo>
                  <a:pt x="1352550" y="285750"/>
                </a:moveTo>
                <a:lnTo>
                  <a:pt x="1362075" y="285750"/>
                </a:lnTo>
                <a:lnTo>
                  <a:pt x="1362075" y="295275"/>
                </a:lnTo>
                <a:lnTo>
                  <a:pt x="1352550" y="295275"/>
                </a:lnTo>
                <a:close/>
                <a:moveTo>
                  <a:pt x="1466850" y="285750"/>
                </a:moveTo>
                <a:lnTo>
                  <a:pt x="1476375" y="285750"/>
                </a:lnTo>
                <a:lnTo>
                  <a:pt x="1476375" y="295275"/>
                </a:lnTo>
                <a:lnTo>
                  <a:pt x="1466850" y="295275"/>
                </a:lnTo>
                <a:close/>
                <a:moveTo>
                  <a:pt x="161925" y="295275"/>
                </a:moveTo>
                <a:lnTo>
                  <a:pt x="171450" y="295275"/>
                </a:lnTo>
                <a:lnTo>
                  <a:pt x="171450" y="304800"/>
                </a:lnTo>
                <a:lnTo>
                  <a:pt x="161925" y="304800"/>
                </a:lnTo>
                <a:close/>
                <a:moveTo>
                  <a:pt x="371475" y="295275"/>
                </a:moveTo>
                <a:lnTo>
                  <a:pt x="381000" y="295275"/>
                </a:lnTo>
                <a:lnTo>
                  <a:pt x="381000" y="304800"/>
                </a:lnTo>
                <a:lnTo>
                  <a:pt x="371475" y="304800"/>
                </a:lnTo>
                <a:close/>
                <a:moveTo>
                  <a:pt x="438150" y="295275"/>
                </a:moveTo>
                <a:lnTo>
                  <a:pt x="447675" y="295275"/>
                </a:lnTo>
                <a:lnTo>
                  <a:pt x="447675" y="304800"/>
                </a:lnTo>
                <a:lnTo>
                  <a:pt x="438150" y="304800"/>
                </a:lnTo>
                <a:close/>
                <a:moveTo>
                  <a:pt x="600075" y="295275"/>
                </a:moveTo>
                <a:lnTo>
                  <a:pt x="609600" y="295275"/>
                </a:lnTo>
                <a:lnTo>
                  <a:pt x="609600" y="304800"/>
                </a:lnTo>
                <a:lnTo>
                  <a:pt x="600075" y="304800"/>
                </a:lnTo>
                <a:close/>
                <a:moveTo>
                  <a:pt x="714375" y="295275"/>
                </a:moveTo>
                <a:lnTo>
                  <a:pt x="723900" y="295275"/>
                </a:lnTo>
                <a:lnTo>
                  <a:pt x="723900" y="304800"/>
                </a:lnTo>
                <a:lnTo>
                  <a:pt x="714375" y="304800"/>
                </a:lnTo>
                <a:close/>
                <a:moveTo>
                  <a:pt x="876300" y="295275"/>
                </a:moveTo>
                <a:lnTo>
                  <a:pt x="885825" y="295275"/>
                </a:lnTo>
                <a:lnTo>
                  <a:pt x="885825" y="304800"/>
                </a:lnTo>
                <a:lnTo>
                  <a:pt x="876300" y="304800"/>
                </a:lnTo>
                <a:close/>
                <a:moveTo>
                  <a:pt x="381000" y="304800"/>
                </a:moveTo>
                <a:lnTo>
                  <a:pt x="390525" y="304800"/>
                </a:lnTo>
                <a:lnTo>
                  <a:pt x="390525" y="314325"/>
                </a:lnTo>
                <a:lnTo>
                  <a:pt x="381000" y="314325"/>
                </a:lnTo>
                <a:close/>
                <a:moveTo>
                  <a:pt x="419100" y="304800"/>
                </a:moveTo>
                <a:lnTo>
                  <a:pt x="428625" y="304800"/>
                </a:lnTo>
                <a:lnTo>
                  <a:pt x="428625" y="314325"/>
                </a:lnTo>
                <a:lnTo>
                  <a:pt x="419100" y="314325"/>
                </a:lnTo>
                <a:close/>
                <a:moveTo>
                  <a:pt x="590550" y="304800"/>
                </a:moveTo>
                <a:lnTo>
                  <a:pt x="600075" y="304800"/>
                </a:lnTo>
                <a:lnTo>
                  <a:pt x="600075" y="314325"/>
                </a:lnTo>
                <a:lnTo>
                  <a:pt x="590550" y="314325"/>
                </a:lnTo>
                <a:close/>
                <a:moveTo>
                  <a:pt x="695325" y="304800"/>
                </a:moveTo>
                <a:lnTo>
                  <a:pt x="704850" y="304800"/>
                </a:lnTo>
                <a:lnTo>
                  <a:pt x="704850" y="314325"/>
                </a:lnTo>
                <a:lnTo>
                  <a:pt x="695325" y="314325"/>
                </a:lnTo>
                <a:close/>
                <a:moveTo>
                  <a:pt x="285750" y="314325"/>
                </a:moveTo>
                <a:lnTo>
                  <a:pt x="295275" y="314325"/>
                </a:lnTo>
                <a:lnTo>
                  <a:pt x="295275" y="323850"/>
                </a:lnTo>
                <a:lnTo>
                  <a:pt x="285750" y="323850"/>
                </a:lnTo>
                <a:close/>
                <a:moveTo>
                  <a:pt x="409575" y="314325"/>
                </a:moveTo>
                <a:lnTo>
                  <a:pt x="419100" y="314325"/>
                </a:lnTo>
                <a:lnTo>
                  <a:pt x="419100" y="323850"/>
                </a:lnTo>
                <a:lnTo>
                  <a:pt x="409575" y="323850"/>
                </a:lnTo>
                <a:close/>
                <a:moveTo>
                  <a:pt x="447675" y="314325"/>
                </a:moveTo>
                <a:lnTo>
                  <a:pt x="581025" y="314325"/>
                </a:lnTo>
                <a:lnTo>
                  <a:pt x="581025" y="323850"/>
                </a:lnTo>
                <a:lnTo>
                  <a:pt x="447675" y="323850"/>
                </a:lnTo>
                <a:close/>
                <a:moveTo>
                  <a:pt x="904875" y="314325"/>
                </a:moveTo>
                <a:lnTo>
                  <a:pt x="914400" y="314325"/>
                </a:lnTo>
                <a:lnTo>
                  <a:pt x="914400" y="323850"/>
                </a:lnTo>
                <a:lnTo>
                  <a:pt x="904875" y="323850"/>
                </a:lnTo>
                <a:close/>
                <a:moveTo>
                  <a:pt x="152400" y="323850"/>
                </a:moveTo>
                <a:lnTo>
                  <a:pt x="161925" y="323850"/>
                </a:lnTo>
                <a:lnTo>
                  <a:pt x="161925" y="342900"/>
                </a:lnTo>
                <a:lnTo>
                  <a:pt x="152400" y="342900"/>
                </a:lnTo>
                <a:close/>
                <a:moveTo>
                  <a:pt x="428625" y="323850"/>
                </a:moveTo>
                <a:lnTo>
                  <a:pt x="438150" y="323850"/>
                </a:lnTo>
                <a:lnTo>
                  <a:pt x="438150" y="333375"/>
                </a:lnTo>
                <a:lnTo>
                  <a:pt x="428625" y="333375"/>
                </a:lnTo>
                <a:close/>
                <a:moveTo>
                  <a:pt x="914400" y="323850"/>
                </a:moveTo>
                <a:lnTo>
                  <a:pt x="923925" y="323850"/>
                </a:lnTo>
                <a:lnTo>
                  <a:pt x="923925" y="333375"/>
                </a:lnTo>
                <a:lnTo>
                  <a:pt x="914400" y="333375"/>
                </a:lnTo>
                <a:close/>
                <a:moveTo>
                  <a:pt x="923925" y="333375"/>
                </a:moveTo>
                <a:lnTo>
                  <a:pt x="933450" y="333375"/>
                </a:lnTo>
                <a:lnTo>
                  <a:pt x="933450" y="342900"/>
                </a:lnTo>
                <a:lnTo>
                  <a:pt x="923925" y="342900"/>
                </a:lnTo>
                <a:close/>
                <a:moveTo>
                  <a:pt x="285750" y="342900"/>
                </a:moveTo>
                <a:lnTo>
                  <a:pt x="295275" y="342900"/>
                </a:lnTo>
                <a:lnTo>
                  <a:pt x="295275" y="352425"/>
                </a:lnTo>
                <a:lnTo>
                  <a:pt x="285750" y="352425"/>
                </a:lnTo>
                <a:close/>
                <a:moveTo>
                  <a:pt x="933450" y="342900"/>
                </a:moveTo>
                <a:lnTo>
                  <a:pt x="942975" y="342900"/>
                </a:lnTo>
                <a:lnTo>
                  <a:pt x="942975" y="352425"/>
                </a:lnTo>
                <a:lnTo>
                  <a:pt x="933450" y="352425"/>
                </a:lnTo>
                <a:close/>
                <a:moveTo>
                  <a:pt x="381000" y="352425"/>
                </a:moveTo>
                <a:lnTo>
                  <a:pt x="400050" y="352425"/>
                </a:lnTo>
                <a:lnTo>
                  <a:pt x="400050" y="361950"/>
                </a:lnTo>
                <a:lnTo>
                  <a:pt x="381000" y="361950"/>
                </a:lnTo>
                <a:close/>
                <a:moveTo>
                  <a:pt x="161925" y="361950"/>
                </a:moveTo>
                <a:lnTo>
                  <a:pt x="171450" y="361950"/>
                </a:lnTo>
                <a:lnTo>
                  <a:pt x="171450" y="371475"/>
                </a:lnTo>
                <a:lnTo>
                  <a:pt x="161925" y="371475"/>
                </a:lnTo>
                <a:close/>
                <a:moveTo>
                  <a:pt x="638175" y="361950"/>
                </a:moveTo>
                <a:lnTo>
                  <a:pt x="647700" y="361950"/>
                </a:lnTo>
                <a:lnTo>
                  <a:pt x="647700" y="371475"/>
                </a:lnTo>
                <a:lnTo>
                  <a:pt x="638175" y="371475"/>
                </a:lnTo>
                <a:close/>
                <a:moveTo>
                  <a:pt x="885825" y="361950"/>
                </a:moveTo>
                <a:lnTo>
                  <a:pt x="904875" y="361950"/>
                </a:lnTo>
                <a:lnTo>
                  <a:pt x="904875" y="371475"/>
                </a:lnTo>
                <a:lnTo>
                  <a:pt x="914400" y="371475"/>
                </a:lnTo>
                <a:lnTo>
                  <a:pt x="914400" y="390525"/>
                </a:lnTo>
                <a:lnTo>
                  <a:pt x="904875" y="390525"/>
                </a:lnTo>
                <a:lnTo>
                  <a:pt x="904875" y="381000"/>
                </a:lnTo>
                <a:lnTo>
                  <a:pt x="895350" y="381000"/>
                </a:lnTo>
                <a:lnTo>
                  <a:pt x="895350" y="371475"/>
                </a:lnTo>
                <a:lnTo>
                  <a:pt x="885825" y="371475"/>
                </a:lnTo>
                <a:close/>
                <a:moveTo>
                  <a:pt x="1190625" y="361950"/>
                </a:moveTo>
                <a:lnTo>
                  <a:pt x="1209675" y="361950"/>
                </a:lnTo>
                <a:lnTo>
                  <a:pt x="1209675" y="371475"/>
                </a:lnTo>
                <a:lnTo>
                  <a:pt x="1190625" y="371475"/>
                </a:lnTo>
                <a:close/>
                <a:moveTo>
                  <a:pt x="1181100" y="371475"/>
                </a:moveTo>
                <a:lnTo>
                  <a:pt x="1190625" y="371475"/>
                </a:lnTo>
                <a:lnTo>
                  <a:pt x="1190625" y="381000"/>
                </a:lnTo>
                <a:lnTo>
                  <a:pt x="1181100" y="381000"/>
                </a:lnTo>
                <a:close/>
                <a:moveTo>
                  <a:pt x="190500" y="390525"/>
                </a:moveTo>
                <a:lnTo>
                  <a:pt x="200025" y="390525"/>
                </a:lnTo>
                <a:lnTo>
                  <a:pt x="200025" y="409575"/>
                </a:lnTo>
                <a:lnTo>
                  <a:pt x="190500" y="409575"/>
                </a:lnTo>
                <a:close/>
                <a:moveTo>
                  <a:pt x="1295400" y="390525"/>
                </a:moveTo>
                <a:lnTo>
                  <a:pt x="1304925" y="390525"/>
                </a:lnTo>
                <a:lnTo>
                  <a:pt x="1304925" y="400050"/>
                </a:lnTo>
                <a:lnTo>
                  <a:pt x="1295400" y="400050"/>
                </a:lnTo>
                <a:close/>
                <a:moveTo>
                  <a:pt x="1524000" y="390525"/>
                </a:moveTo>
                <a:lnTo>
                  <a:pt x="1533525" y="390525"/>
                </a:lnTo>
                <a:lnTo>
                  <a:pt x="1533525" y="400050"/>
                </a:lnTo>
                <a:lnTo>
                  <a:pt x="1524000" y="400050"/>
                </a:lnTo>
                <a:close/>
                <a:moveTo>
                  <a:pt x="962025" y="400050"/>
                </a:moveTo>
                <a:lnTo>
                  <a:pt x="971550" y="400050"/>
                </a:lnTo>
                <a:lnTo>
                  <a:pt x="971550" y="409575"/>
                </a:lnTo>
                <a:lnTo>
                  <a:pt x="962025" y="409575"/>
                </a:lnTo>
                <a:close/>
                <a:moveTo>
                  <a:pt x="1304925" y="400050"/>
                </a:moveTo>
                <a:lnTo>
                  <a:pt x="1314450" y="400050"/>
                </a:lnTo>
                <a:lnTo>
                  <a:pt x="1314450" y="409575"/>
                </a:lnTo>
                <a:lnTo>
                  <a:pt x="1304925" y="409575"/>
                </a:lnTo>
                <a:close/>
                <a:moveTo>
                  <a:pt x="1514475" y="400050"/>
                </a:moveTo>
                <a:lnTo>
                  <a:pt x="1524000" y="400050"/>
                </a:lnTo>
                <a:lnTo>
                  <a:pt x="1524000" y="409575"/>
                </a:lnTo>
                <a:lnTo>
                  <a:pt x="1514475" y="409575"/>
                </a:lnTo>
                <a:close/>
                <a:moveTo>
                  <a:pt x="171450" y="409575"/>
                </a:moveTo>
                <a:lnTo>
                  <a:pt x="180975" y="409575"/>
                </a:lnTo>
                <a:lnTo>
                  <a:pt x="180975" y="419100"/>
                </a:lnTo>
                <a:lnTo>
                  <a:pt x="171450" y="419100"/>
                </a:lnTo>
                <a:close/>
                <a:moveTo>
                  <a:pt x="266700" y="409575"/>
                </a:moveTo>
                <a:lnTo>
                  <a:pt x="276225" y="409575"/>
                </a:lnTo>
                <a:lnTo>
                  <a:pt x="276225" y="419100"/>
                </a:lnTo>
                <a:lnTo>
                  <a:pt x="266700" y="419100"/>
                </a:lnTo>
                <a:close/>
                <a:moveTo>
                  <a:pt x="619125" y="409575"/>
                </a:moveTo>
                <a:lnTo>
                  <a:pt x="628650" y="409575"/>
                </a:lnTo>
                <a:lnTo>
                  <a:pt x="628650" y="428625"/>
                </a:lnTo>
                <a:lnTo>
                  <a:pt x="619125" y="428625"/>
                </a:lnTo>
                <a:close/>
                <a:moveTo>
                  <a:pt x="1162050" y="409575"/>
                </a:moveTo>
                <a:lnTo>
                  <a:pt x="1171575" y="409575"/>
                </a:lnTo>
                <a:lnTo>
                  <a:pt x="1171575" y="419100"/>
                </a:lnTo>
                <a:lnTo>
                  <a:pt x="1162050" y="419100"/>
                </a:lnTo>
                <a:close/>
                <a:moveTo>
                  <a:pt x="1228725" y="409575"/>
                </a:moveTo>
                <a:lnTo>
                  <a:pt x="1238250" y="409575"/>
                </a:lnTo>
                <a:lnTo>
                  <a:pt x="1238250" y="419100"/>
                </a:lnTo>
                <a:lnTo>
                  <a:pt x="1228725" y="419100"/>
                </a:lnTo>
                <a:close/>
                <a:moveTo>
                  <a:pt x="1343025" y="409575"/>
                </a:moveTo>
                <a:lnTo>
                  <a:pt x="1352550" y="409575"/>
                </a:lnTo>
                <a:lnTo>
                  <a:pt x="1352550" y="419100"/>
                </a:lnTo>
                <a:lnTo>
                  <a:pt x="1343025" y="419100"/>
                </a:lnTo>
                <a:close/>
                <a:moveTo>
                  <a:pt x="1476375" y="409575"/>
                </a:moveTo>
                <a:lnTo>
                  <a:pt x="1485900" y="409575"/>
                </a:lnTo>
                <a:lnTo>
                  <a:pt x="1485900" y="419100"/>
                </a:lnTo>
                <a:lnTo>
                  <a:pt x="1476375" y="419100"/>
                </a:lnTo>
                <a:close/>
                <a:moveTo>
                  <a:pt x="142875" y="419100"/>
                </a:moveTo>
                <a:lnTo>
                  <a:pt x="152400" y="419100"/>
                </a:lnTo>
                <a:lnTo>
                  <a:pt x="152400" y="428625"/>
                </a:lnTo>
                <a:lnTo>
                  <a:pt x="142875" y="428625"/>
                </a:lnTo>
                <a:close/>
                <a:moveTo>
                  <a:pt x="295275" y="419100"/>
                </a:moveTo>
                <a:lnTo>
                  <a:pt x="304800" y="419100"/>
                </a:lnTo>
                <a:lnTo>
                  <a:pt x="304800" y="428625"/>
                </a:lnTo>
                <a:lnTo>
                  <a:pt x="295275" y="428625"/>
                </a:lnTo>
                <a:close/>
                <a:moveTo>
                  <a:pt x="1181100" y="419100"/>
                </a:moveTo>
                <a:lnTo>
                  <a:pt x="1190625" y="419100"/>
                </a:lnTo>
                <a:lnTo>
                  <a:pt x="1190625" y="428625"/>
                </a:lnTo>
                <a:lnTo>
                  <a:pt x="1181100" y="428625"/>
                </a:lnTo>
                <a:close/>
                <a:moveTo>
                  <a:pt x="1219200" y="419100"/>
                </a:moveTo>
                <a:lnTo>
                  <a:pt x="1228725" y="419100"/>
                </a:lnTo>
                <a:lnTo>
                  <a:pt x="1228725" y="428625"/>
                </a:lnTo>
                <a:lnTo>
                  <a:pt x="1219200" y="428625"/>
                </a:lnTo>
                <a:close/>
                <a:moveTo>
                  <a:pt x="1133475" y="428625"/>
                </a:moveTo>
                <a:lnTo>
                  <a:pt x="1143000" y="428625"/>
                </a:lnTo>
                <a:lnTo>
                  <a:pt x="1143000" y="438150"/>
                </a:lnTo>
                <a:lnTo>
                  <a:pt x="1133475" y="438150"/>
                </a:lnTo>
                <a:close/>
                <a:moveTo>
                  <a:pt x="752475" y="438150"/>
                </a:moveTo>
                <a:lnTo>
                  <a:pt x="762000" y="438150"/>
                </a:lnTo>
                <a:lnTo>
                  <a:pt x="762000" y="447675"/>
                </a:lnTo>
                <a:lnTo>
                  <a:pt x="752475" y="447675"/>
                </a:lnTo>
                <a:close/>
                <a:moveTo>
                  <a:pt x="971550" y="438150"/>
                </a:moveTo>
                <a:lnTo>
                  <a:pt x="981075" y="438150"/>
                </a:lnTo>
                <a:lnTo>
                  <a:pt x="981075" y="476250"/>
                </a:lnTo>
                <a:lnTo>
                  <a:pt x="971550" y="476250"/>
                </a:lnTo>
                <a:close/>
                <a:moveTo>
                  <a:pt x="114300" y="447675"/>
                </a:moveTo>
                <a:lnTo>
                  <a:pt x="123825" y="447675"/>
                </a:lnTo>
                <a:lnTo>
                  <a:pt x="123825" y="457200"/>
                </a:lnTo>
                <a:lnTo>
                  <a:pt x="114300" y="457200"/>
                </a:lnTo>
                <a:close/>
                <a:moveTo>
                  <a:pt x="762000" y="447675"/>
                </a:moveTo>
                <a:lnTo>
                  <a:pt x="771525" y="447675"/>
                </a:lnTo>
                <a:lnTo>
                  <a:pt x="771525" y="457200"/>
                </a:lnTo>
                <a:lnTo>
                  <a:pt x="762000" y="457200"/>
                </a:lnTo>
                <a:close/>
                <a:moveTo>
                  <a:pt x="1143000" y="447675"/>
                </a:moveTo>
                <a:lnTo>
                  <a:pt x="1152525" y="447675"/>
                </a:lnTo>
                <a:lnTo>
                  <a:pt x="1152525" y="457200"/>
                </a:lnTo>
                <a:lnTo>
                  <a:pt x="1143000" y="457200"/>
                </a:lnTo>
                <a:close/>
                <a:moveTo>
                  <a:pt x="1095375" y="457200"/>
                </a:moveTo>
                <a:lnTo>
                  <a:pt x="1104900" y="457200"/>
                </a:lnTo>
                <a:lnTo>
                  <a:pt x="1104900" y="485775"/>
                </a:lnTo>
                <a:lnTo>
                  <a:pt x="1095375" y="485775"/>
                </a:lnTo>
                <a:lnTo>
                  <a:pt x="1095375" y="476250"/>
                </a:lnTo>
                <a:lnTo>
                  <a:pt x="1085850" y="476250"/>
                </a:lnTo>
                <a:lnTo>
                  <a:pt x="1085850" y="466725"/>
                </a:lnTo>
                <a:lnTo>
                  <a:pt x="1095375" y="466725"/>
                </a:lnTo>
                <a:close/>
                <a:moveTo>
                  <a:pt x="104775" y="466725"/>
                </a:moveTo>
                <a:lnTo>
                  <a:pt x="114300" y="466725"/>
                </a:lnTo>
                <a:lnTo>
                  <a:pt x="114300" y="476250"/>
                </a:lnTo>
                <a:lnTo>
                  <a:pt x="104775" y="476250"/>
                </a:lnTo>
                <a:close/>
                <a:moveTo>
                  <a:pt x="333375" y="466725"/>
                </a:moveTo>
                <a:lnTo>
                  <a:pt x="342900" y="466725"/>
                </a:lnTo>
                <a:lnTo>
                  <a:pt x="342900" y="476250"/>
                </a:lnTo>
                <a:lnTo>
                  <a:pt x="333375" y="476250"/>
                </a:lnTo>
                <a:close/>
                <a:moveTo>
                  <a:pt x="723900" y="466725"/>
                </a:moveTo>
                <a:lnTo>
                  <a:pt x="733425" y="466725"/>
                </a:lnTo>
                <a:lnTo>
                  <a:pt x="733425" y="476250"/>
                </a:lnTo>
                <a:lnTo>
                  <a:pt x="723900" y="476250"/>
                </a:lnTo>
                <a:close/>
                <a:moveTo>
                  <a:pt x="1114425" y="466725"/>
                </a:moveTo>
                <a:lnTo>
                  <a:pt x="1123950" y="466725"/>
                </a:lnTo>
                <a:lnTo>
                  <a:pt x="1123950" y="476250"/>
                </a:lnTo>
                <a:lnTo>
                  <a:pt x="1114425" y="476250"/>
                </a:lnTo>
                <a:close/>
                <a:moveTo>
                  <a:pt x="1466850" y="466725"/>
                </a:moveTo>
                <a:lnTo>
                  <a:pt x="1495425" y="466725"/>
                </a:lnTo>
                <a:lnTo>
                  <a:pt x="1495425" y="476250"/>
                </a:lnTo>
                <a:lnTo>
                  <a:pt x="1466850" y="476250"/>
                </a:lnTo>
                <a:close/>
                <a:moveTo>
                  <a:pt x="609600" y="476250"/>
                </a:moveTo>
                <a:lnTo>
                  <a:pt x="619125" y="476250"/>
                </a:lnTo>
                <a:lnTo>
                  <a:pt x="619125" y="485775"/>
                </a:lnTo>
                <a:lnTo>
                  <a:pt x="609600" y="485775"/>
                </a:lnTo>
                <a:close/>
                <a:moveTo>
                  <a:pt x="714375" y="476250"/>
                </a:moveTo>
                <a:lnTo>
                  <a:pt x="723900" y="476250"/>
                </a:lnTo>
                <a:lnTo>
                  <a:pt x="723900" y="485775"/>
                </a:lnTo>
                <a:lnTo>
                  <a:pt x="714375" y="485775"/>
                </a:lnTo>
                <a:close/>
                <a:moveTo>
                  <a:pt x="800100" y="476250"/>
                </a:moveTo>
                <a:lnTo>
                  <a:pt x="809625" y="476250"/>
                </a:lnTo>
                <a:lnTo>
                  <a:pt x="809625" y="485775"/>
                </a:lnTo>
                <a:lnTo>
                  <a:pt x="800100" y="485775"/>
                </a:lnTo>
                <a:close/>
                <a:moveTo>
                  <a:pt x="1438275" y="476250"/>
                </a:moveTo>
                <a:lnTo>
                  <a:pt x="1447800" y="476250"/>
                </a:lnTo>
                <a:lnTo>
                  <a:pt x="1447800" y="485775"/>
                </a:lnTo>
                <a:lnTo>
                  <a:pt x="1438275" y="485775"/>
                </a:lnTo>
                <a:close/>
                <a:moveTo>
                  <a:pt x="600075" y="485775"/>
                </a:moveTo>
                <a:lnTo>
                  <a:pt x="609600" y="485775"/>
                </a:lnTo>
                <a:lnTo>
                  <a:pt x="609600" y="495300"/>
                </a:lnTo>
                <a:lnTo>
                  <a:pt x="600075" y="495300"/>
                </a:lnTo>
                <a:close/>
                <a:moveTo>
                  <a:pt x="638175" y="485775"/>
                </a:moveTo>
                <a:lnTo>
                  <a:pt x="647700" y="485775"/>
                </a:lnTo>
                <a:lnTo>
                  <a:pt x="647700" y="495300"/>
                </a:lnTo>
                <a:lnTo>
                  <a:pt x="638175" y="495300"/>
                </a:lnTo>
                <a:close/>
                <a:moveTo>
                  <a:pt x="704850" y="485775"/>
                </a:moveTo>
                <a:lnTo>
                  <a:pt x="714375" y="485775"/>
                </a:lnTo>
                <a:lnTo>
                  <a:pt x="714375" y="495300"/>
                </a:lnTo>
                <a:lnTo>
                  <a:pt x="704850" y="495300"/>
                </a:lnTo>
                <a:close/>
                <a:moveTo>
                  <a:pt x="1428750" y="485775"/>
                </a:moveTo>
                <a:lnTo>
                  <a:pt x="1438275" y="485775"/>
                </a:lnTo>
                <a:lnTo>
                  <a:pt x="1438275" y="495300"/>
                </a:lnTo>
                <a:lnTo>
                  <a:pt x="1428750" y="495300"/>
                </a:lnTo>
                <a:close/>
                <a:moveTo>
                  <a:pt x="647700" y="495300"/>
                </a:moveTo>
                <a:lnTo>
                  <a:pt x="657225" y="495300"/>
                </a:lnTo>
                <a:lnTo>
                  <a:pt x="657225" y="504825"/>
                </a:lnTo>
                <a:lnTo>
                  <a:pt x="647700" y="504825"/>
                </a:lnTo>
                <a:close/>
                <a:moveTo>
                  <a:pt x="838200" y="495300"/>
                </a:moveTo>
                <a:lnTo>
                  <a:pt x="847725" y="495300"/>
                </a:lnTo>
                <a:lnTo>
                  <a:pt x="847725" y="504825"/>
                </a:lnTo>
                <a:lnTo>
                  <a:pt x="838200" y="504825"/>
                </a:lnTo>
                <a:close/>
                <a:moveTo>
                  <a:pt x="933450" y="495300"/>
                </a:moveTo>
                <a:lnTo>
                  <a:pt x="942975" y="495300"/>
                </a:lnTo>
                <a:lnTo>
                  <a:pt x="942975" y="504825"/>
                </a:lnTo>
                <a:lnTo>
                  <a:pt x="933450" y="504825"/>
                </a:lnTo>
                <a:close/>
                <a:moveTo>
                  <a:pt x="962025" y="495300"/>
                </a:moveTo>
                <a:lnTo>
                  <a:pt x="971550" y="495300"/>
                </a:lnTo>
                <a:lnTo>
                  <a:pt x="971550" y="504825"/>
                </a:lnTo>
                <a:lnTo>
                  <a:pt x="962025" y="504825"/>
                </a:lnTo>
                <a:close/>
                <a:moveTo>
                  <a:pt x="1419225" y="495300"/>
                </a:moveTo>
                <a:lnTo>
                  <a:pt x="1428750" y="495300"/>
                </a:lnTo>
                <a:lnTo>
                  <a:pt x="1428750" y="504825"/>
                </a:lnTo>
                <a:lnTo>
                  <a:pt x="1419225" y="504825"/>
                </a:lnTo>
                <a:close/>
                <a:moveTo>
                  <a:pt x="866775" y="504825"/>
                </a:moveTo>
                <a:lnTo>
                  <a:pt x="885825" y="504825"/>
                </a:lnTo>
                <a:lnTo>
                  <a:pt x="885825" y="514350"/>
                </a:lnTo>
                <a:lnTo>
                  <a:pt x="866775" y="514350"/>
                </a:lnTo>
                <a:close/>
                <a:moveTo>
                  <a:pt x="971550" y="504825"/>
                </a:moveTo>
                <a:lnTo>
                  <a:pt x="981075" y="504825"/>
                </a:lnTo>
                <a:lnTo>
                  <a:pt x="981075" y="571500"/>
                </a:lnTo>
                <a:lnTo>
                  <a:pt x="971550" y="571500"/>
                </a:lnTo>
                <a:close/>
                <a:moveTo>
                  <a:pt x="1533525" y="504825"/>
                </a:moveTo>
                <a:lnTo>
                  <a:pt x="1543050" y="504825"/>
                </a:lnTo>
                <a:lnTo>
                  <a:pt x="1543050" y="514350"/>
                </a:lnTo>
                <a:lnTo>
                  <a:pt x="1533525" y="514350"/>
                </a:lnTo>
                <a:close/>
                <a:moveTo>
                  <a:pt x="676275" y="514350"/>
                </a:moveTo>
                <a:lnTo>
                  <a:pt x="685800" y="514350"/>
                </a:lnTo>
                <a:lnTo>
                  <a:pt x="685800" y="542925"/>
                </a:lnTo>
                <a:lnTo>
                  <a:pt x="666750" y="542925"/>
                </a:lnTo>
                <a:lnTo>
                  <a:pt x="666750" y="581025"/>
                </a:lnTo>
                <a:lnTo>
                  <a:pt x="657225" y="581025"/>
                </a:lnTo>
                <a:lnTo>
                  <a:pt x="657225" y="523875"/>
                </a:lnTo>
                <a:lnTo>
                  <a:pt x="676275" y="523875"/>
                </a:lnTo>
                <a:close/>
                <a:moveTo>
                  <a:pt x="1409700" y="514350"/>
                </a:moveTo>
                <a:lnTo>
                  <a:pt x="1419225" y="514350"/>
                </a:lnTo>
                <a:lnTo>
                  <a:pt x="1419225" y="523875"/>
                </a:lnTo>
                <a:lnTo>
                  <a:pt x="1409700" y="523875"/>
                </a:lnTo>
                <a:close/>
                <a:moveTo>
                  <a:pt x="133350" y="533400"/>
                </a:moveTo>
                <a:lnTo>
                  <a:pt x="142875" y="533400"/>
                </a:lnTo>
                <a:lnTo>
                  <a:pt x="142875" y="542925"/>
                </a:lnTo>
                <a:lnTo>
                  <a:pt x="133350" y="542925"/>
                </a:lnTo>
                <a:close/>
                <a:moveTo>
                  <a:pt x="304800" y="533400"/>
                </a:moveTo>
                <a:lnTo>
                  <a:pt x="314325" y="533400"/>
                </a:lnTo>
                <a:lnTo>
                  <a:pt x="314325" y="542925"/>
                </a:lnTo>
                <a:lnTo>
                  <a:pt x="304800" y="542925"/>
                </a:lnTo>
                <a:close/>
                <a:moveTo>
                  <a:pt x="180975" y="542925"/>
                </a:moveTo>
                <a:lnTo>
                  <a:pt x="266700" y="542925"/>
                </a:lnTo>
                <a:lnTo>
                  <a:pt x="266700" y="552450"/>
                </a:lnTo>
                <a:lnTo>
                  <a:pt x="180975" y="552450"/>
                </a:lnTo>
                <a:close/>
                <a:moveTo>
                  <a:pt x="438150" y="542925"/>
                </a:moveTo>
                <a:lnTo>
                  <a:pt x="447675" y="542925"/>
                </a:lnTo>
                <a:lnTo>
                  <a:pt x="447675" y="552450"/>
                </a:lnTo>
                <a:lnTo>
                  <a:pt x="438150" y="552450"/>
                </a:lnTo>
                <a:close/>
                <a:moveTo>
                  <a:pt x="1104900" y="542925"/>
                </a:moveTo>
                <a:lnTo>
                  <a:pt x="1371600" y="542925"/>
                </a:lnTo>
                <a:lnTo>
                  <a:pt x="1371600" y="552450"/>
                </a:lnTo>
                <a:lnTo>
                  <a:pt x="1104900" y="552450"/>
                </a:lnTo>
                <a:close/>
                <a:moveTo>
                  <a:pt x="428625" y="552450"/>
                </a:moveTo>
                <a:lnTo>
                  <a:pt x="438150" y="552450"/>
                </a:lnTo>
                <a:lnTo>
                  <a:pt x="438150" y="571500"/>
                </a:lnTo>
                <a:lnTo>
                  <a:pt x="428625" y="571500"/>
                </a:lnTo>
                <a:close/>
                <a:moveTo>
                  <a:pt x="1085850" y="552450"/>
                </a:moveTo>
                <a:lnTo>
                  <a:pt x="1095375" y="552450"/>
                </a:lnTo>
                <a:lnTo>
                  <a:pt x="1095375" y="561975"/>
                </a:lnTo>
                <a:lnTo>
                  <a:pt x="1085850" y="561975"/>
                </a:lnTo>
                <a:close/>
                <a:moveTo>
                  <a:pt x="1371600" y="552450"/>
                </a:moveTo>
                <a:lnTo>
                  <a:pt x="1381125" y="552450"/>
                </a:lnTo>
                <a:lnTo>
                  <a:pt x="1381125" y="561975"/>
                </a:lnTo>
                <a:lnTo>
                  <a:pt x="1371600" y="561975"/>
                </a:lnTo>
                <a:close/>
                <a:moveTo>
                  <a:pt x="381000" y="561975"/>
                </a:moveTo>
                <a:lnTo>
                  <a:pt x="390525" y="561975"/>
                </a:lnTo>
                <a:lnTo>
                  <a:pt x="390525" y="581025"/>
                </a:lnTo>
                <a:lnTo>
                  <a:pt x="428625" y="581025"/>
                </a:lnTo>
                <a:lnTo>
                  <a:pt x="428625" y="590550"/>
                </a:lnTo>
                <a:lnTo>
                  <a:pt x="381000" y="590550"/>
                </a:lnTo>
                <a:close/>
                <a:moveTo>
                  <a:pt x="990600" y="561975"/>
                </a:moveTo>
                <a:lnTo>
                  <a:pt x="1000125" y="561975"/>
                </a:lnTo>
                <a:lnTo>
                  <a:pt x="1000125" y="581025"/>
                </a:lnTo>
                <a:lnTo>
                  <a:pt x="990600" y="581025"/>
                </a:lnTo>
                <a:close/>
                <a:moveTo>
                  <a:pt x="1076325" y="561975"/>
                </a:moveTo>
                <a:lnTo>
                  <a:pt x="1085850" y="561975"/>
                </a:lnTo>
                <a:lnTo>
                  <a:pt x="1085850" y="571500"/>
                </a:lnTo>
                <a:lnTo>
                  <a:pt x="1076325" y="571500"/>
                </a:lnTo>
                <a:close/>
                <a:moveTo>
                  <a:pt x="619125" y="571500"/>
                </a:moveTo>
                <a:lnTo>
                  <a:pt x="628650" y="571500"/>
                </a:lnTo>
                <a:lnTo>
                  <a:pt x="628650" y="581025"/>
                </a:lnTo>
                <a:lnTo>
                  <a:pt x="619125" y="581025"/>
                </a:lnTo>
                <a:close/>
                <a:moveTo>
                  <a:pt x="628650" y="581025"/>
                </a:moveTo>
                <a:lnTo>
                  <a:pt x="638175" y="581025"/>
                </a:lnTo>
                <a:lnTo>
                  <a:pt x="638175" y="590550"/>
                </a:lnTo>
                <a:lnTo>
                  <a:pt x="628650" y="590550"/>
                </a:lnTo>
                <a:close/>
                <a:moveTo>
                  <a:pt x="647700" y="581025"/>
                </a:moveTo>
                <a:lnTo>
                  <a:pt x="657225" y="581025"/>
                </a:lnTo>
                <a:lnTo>
                  <a:pt x="657225" y="590550"/>
                </a:lnTo>
                <a:lnTo>
                  <a:pt x="647700" y="590550"/>
                </a:lnTo>
                <a:close/>
                <a:moveTo>
                  <a:pt x="904875" y="581025"/>
                </a:moveTo>
                <a:lnTo>
                  <a:pt x="914400" y="581025"/>
                </a:lnTo>
                <a:lnTo>
                  <a:pt x="914400" y="590550"/>
                </a:lnTo>
                <a:lnTo>
                  <a:pt x="904875" y="590550"/>
                </a:lnTo>
                <a:close/>
                <a:moveTo>
                  <a:pt x="1524000" y="581025"/>
                </a:moveTo>
                <a:lnTo>
                  <a:pt x="1533525" y="581025"/>
                </a:lnTo>
                <a:lnTo>
                  <a:pt x="1533525" y="590550"/>
                </a:lnTo>
                <a:lnTo>
                  <a:pt x="1524000" y="590550"/>
                </a:lnTo>
                <a:close/>
                <a:moveTo>
                  <a:pt x="981075" y="590550"/>
                </a:moveTo>
                <a:lnTo>
                  <a:pt x="990600" y="590550"/>
                </a:lnTo>
                <a:lnTo>
                  <a:pt x="990600" y="600075"/>
                </a:lnTo>
                <a:lnTo>
                  <a:pt x="981075" y="600075"/>
                </a:lnTo>
                <a:close/>
                <a:moveTo>
                  <a:pt x="1323975" y="590550"/>
                </a:moveTo>
                <a:lnTo>
                  <a:pt x="1333500" y="590550"/>
                </a:lnTo>
                <a:lnTo>
                  <a:pt x="1333500" y="600075"/>
                </a:lnTo>
                <a:lnTo>
                  <a:pt x="1323975" y="600075"/>
                </a:lnTo>
                <a:close/>
                <a:moveTo>
                  <a:pt x="1514475" y="590550"/>
                </a:moveTo>
                <a:lnTo>
                  <a:pt x="1524000" y="590550"/>
                </a:lnTo>
                <a:lnTo>
                  <a:pt x="1524000" y="600075"/>
                </a:lnTo>
                <a:lnTo>
                  <a:pt x="1514475" y="600075"/>
                </a:lnTo>
                <a:close/>
                <a:moveTo>
                  <a:pt x="161925" y="600075"/>
                </a:moveTo>
                <a:lnTo>
                  <a:pt x="171450" y="600075"/>
                </a:lnTo>
                <a:lnTo>
                  <a:pt x="171450" y="609600"/>
                </a:lnTo>
                <a:lnTo>
                  <a:pt x="161925" y="609600"/>
                </a:lnTo>
                <a:close/>
                <a:moveTo>
                  <a:pt x="685800" y="600075"/>
                </a:moveTo>
                <a:lnTo>
                  <a:pt x="695325" y="600075"/>
                </a:lnTo>
                <a:lnTo>
                  <a:pt x="695325" y="609600"/>
                </a:lnTo>
                <a:lnTo>
                  <a:pt x="685800" y="609600"/>
                </a:lnTo>
                <a:close/>
                <a:moveTo>
                  <a:pt x="971550" y="600075"/>
                </a:moveTo>
                <a:lnTo>
                  <a:pt x="981075" y="600075"/>
                </a:lnTo>
                <a:lnTo>
                  <a:pt x="981075" y="609600"/>
                </a:lnTo>
                <a:lnTo>
                  <a:pt x="971550" y="609600"/>
                </a:lnTo>
                <a:close/>
                <a:moveTo>
                  <a:pt x="1133475" y="600075"/>
                </a:moveTo>
                <a:lnTo>
                  <a:pt x="1181100" y="600075"/>
                </a:lnTo>
                <a:lnTo>
                  <a:pt x="1181100" y="619125"/>
                </a:lnTo>
                <a:lnTo>
                  <a:pt x="1285875" y="619125"/>
                </a:lnTo>
                <a:lnTo>
                  <a:pt x="1285875" y="609600"/>
                </a:lnTo>
                <a:lnTo>
                  <a:pt x="1295400" y="609600"/>
                </a:lnTo>
                <a:lnTo>
                  <a:pt x="1295400" y="619125"/>
                </a:lnTo>
                <a:lnTo>
                  <a:pt x="1285875" y="619125"/>
                </a:lnTo>
                <a:lnTo>
                  <a:pt x="1285875" y="628650"/>
                </a:lnTo>
                <a:lnTo>
                  <a:pt x="1238250" y="628650"/>
                </a:lnTo>
                <a:lnTo>
                  <a:pt x="1238250" y="638175"/>
                </a:lnTo>
                <a:lnTo>
                  <a:pt x="1133475" y="638175"/>
                </a:lnTo>
                <a:lnTo>
                  <a:pt x="1133475" y="619125"/>
                </a:lnTo>
                <a:lnTo>
                  <a:pt x="1123950" y="619125"/>
                </a:lnTo>
                <a:lnTo>
                  <a:pt x="1123950" y="609600"/>
                </a:lnTo>
                <a:lnTo>
                  <a:pt x="1133475" y="609600"/>
                </a:lnTo>
                <a:close/>
                <a:moveTo>
                  <a:pt x="1495425" y="600075"/>
                </a:moveTo>
                <a:lnTo>
                  <a:pt x="1504950" y="600075"/>
                </a:lnTo>
                <a:lnTo>
                  <a:pt x="1504950" y="619125"/>
                </a:lnTo>
                <a:lnTo>
                  <a:pt x="1495425" y="619125"/>
                </a:lnTo>
                <a:close/>
                <a:moveTo>
                  <a:pt x="95250" y="609600"/>
                </a:moveTo>
                <a:lnTo>
                  <a:pt x="104775" y="609600"/>
                </a:lnTo>
                <a:lnTo>
                  <a:pt x="104775" y="619125"/>
                </a:lnTo>
                <a:lnTo>
                  <a:pt x="95250" y="619125"/>
                </a:lnTo>
                <a:close/>
                <a:moveTo>
                  <a:pt x="180975" y="609600"/>
                </a:moveTo>
                <a:lnTo>
                  <a:pt x="190500" y="609600"/>
                </a:lnTo>
                <a:lnTo>
                  <a:pt x="190500" y="619125"/>
                </a:lnTo>
                <a:lnTo>
                  <a:pt x="180975" y="619125"/>
                </a:lnTo>
                <a:close/>
                <a:moveTo>
                  <a:pt x="619125" y="609600"/>
                </a:moveTo>
                <a:lnTo>
                  <a:pt x="628650" y="609600"/>
                </a:lnTo>
                <a:lnTo>
                  <a:pt x="628650" y="685800"/>
                </a:lnTo>
                <a:lnTo>
                  <a:pt x="619125" y="685800"/>
                </a:lnTo>
                <a:close/>
                <a:moveTo>
                  <a:pt x="895350" y="609600"/>
                </a:moveTo>
                <a:lnTo>
                  <a:pt x="904875" y="609600"/>
                </a:lnTo>
                <a:lnTo>
                  <a:pt x="904875" y="619125"/>
                </a:lnTo>
                <a:lnTo>
                  <a:pt x="895350" y="619125"/>
                </a:lnTo>
                <a:close/>
                <a:moveTo>
                  <a:pt x="85725" y="619125"/>
                </a:moveTo>
                <a:lnTo>
                  <a:pt x="95250" y="619125"/>
                </a:lnTo>
                <a:lnTo>
                  <a:pt x="95250" y="628650"/>
                </a:lnTo>
                <a:lnTo>
                  <a:pt x="85725" y="628650"/>
                </a:lnTo>
                <a:close/>
                <a:moveTo>
                  <a:pt x="190500" y="619125"/>
                </a:moveTo>
                <a:lnTo>
                  <a:pt x="200025" y="619125"/>
                </a:lnTo>
                <a:lnTo>
                  <a:pt x="200025" y="628650"/>
                </a:lnTo>
                <a:lnTo>
                  <a:pt x="190500" y="628650"/>
                </a:lnTo>
                <a:close/>
                <a:moveTo>
                  <a:pt x="495300" y="619125"/>
                </a:moveTo>
                <a:lnTo>
                  <a:pt x="504825" y="619125"/>
                </a:lnTo>
                <a:lnTo>
                  <a:pt x="504825" y="628650"/>
                </a:lnTo>
                <a:lnTo>
                  <a:pt x="495300" y="628650"/>
                </a:lnTo>
                <a:close/>
                <a:moveTo>
                  <a:pt x="695325" y="619125"/>
                </a:moveTo>
                <a:lnTo>
                  <a:pt x="704850" y="619125"/>
                </a:lnTo>
                <a:lnTo>
                  <a:pt x="704850" y="628650"/>
                </a:lnTo>
                <a:lnTo>
                  <a:pt x="695325" y="628650"/>
                </a:lnTo>
                <a:close/>
                <a:moveTo>
                  <a:pt x="1409700" y="619125"/>
                </a:moveTo>
                <a:lnTo>
                  <a:pt x="1419225" y="619125"/>
                </a:lnTo>
                <a:lnTo>
                  <a:pt x="1419225" y="628650"/>
                </a:lnTo>
                <a:lnTo>
                  <a:pt x="1409700" y="628650"/>
                </a:lnTo>
                <a:close/>
                <a:moveTo>
                  <a:pt x="1533525" y="619125"/>
                </a:moveTo>
                <a:lnTo>
                  <a:pt x="1543050" y="619125"/>
                </a:lnTo>
                <a:lnTo>
                  <a:pt x="1543050" y="628650"/>
                </a:lnTo>
                <a:lnTo>
                  <a:pt x="1533525" y="628650"/>
                </a:lnTo>
                <a:close/>
                <a:moveTo>
                  <a:pt x="476250" y="628650"/>
                </a:moveTo>
                <a:lnTo>
                  <a:pt x="485775" y="628650"/>
                </a:lnTo>
                <a:lnTo>
                  <a:pt x="485775" y="638175"/>
                </a:lnTo>
                <a:lnTo>
                  <a:pt x="476250" y="638175"/>
                </a:lnTo>
                <a:close/>
                <a:moveTo>
                  <a:pt x="504825" y="628650"/>
                </a:moveTo>
                <a:lnTo>
                  <a:pt x="514350" y="628650"/>
                </a:lnTo>
                <a:lnTo>
                  <a:pt x="514350" y="638175"/>
                </a:lnTo>
                <a:lnTo>
                  <a:pt x="504825" y="638175"/>
                </a:lnTo>
                <a:close/>
                <a:moveTo>
                  <a:pt x="790575" y="628650"/>
                </a:moveTo>
                <a:lnTo>
                  <a:pt x="800100" y="628650"/>
                </a:lnTo>
                <a:lnTo>
                  <a:pt x="800100" y="638175"/>
                </a:lnTo>
                <a:lnTo>
                  <a:pt x="790575" y="638175"/>
                </a:lnTo>
                <a:close/>
                <a:moveTo>
                  <a:pt x="828675" y="628650"/>
                </a:moveTo>
                <a:lnTo>
                  <a:pt x="838200" y="628650"/>
                </a:lnTo>
                <a:lnTo>
                  <a:pt x="838200" y="638175"/>
                </a:lnTo>
                <a:lnTo>
                  <a:pt x="828675" y="638175"/>
                </a:lnTo>
                <a:close/>
                <a:moveTo>
                  <a:pt x="1390650" y="628650"/>
                </a:moveTo>
                <a:lnTo>
                  <a:pt x="1400175" y="628650"/>
                </a:lnTo>
                <a:lnTo>
                  <a:pt x="1400175" y="638175"/>
                </a:lnTo>
                <a:lnTo>
                  <a:pt x="1390650" y="638175"/>
                </a:lnTo>
                <a:close/>
                <a:moveTo>
                  <a:pt x="76200" y="638175"/>
                </a:moveTo>
                <a:lnTo>
                  <a:pt x="85725" y="638175"/>
                </a:lnTo>
                <a:lnTo>
                  <a:pt x="85725" y="647700"/>
                </a:lnTo>
                <a:lnTo>
                  <a:pt x="76200" y="647700"/>
                </a:lnTo>
                <a:close/>
                <a:moveTo>
                  <a:pt x="485775" y="638175"/>
                </a:moveTo>
                <a:lnTo>
                  <a:pt x="495300" y="638175"/>
                </a:lnTo>
                <a:lnTo>
                  <a:pt x="495300" y="647700"/>
                </a:lnTo>
                <a:lnTo>
                  <a:pt x="485775" y="647700"/>
                </a:lnTo>
                <a:close/>
                <a:moveTo>
                  <a:pt x="514350" y="638175"/>
                </a:moveTo>
                <a:lnTo>
                  <a:pt x="523875" y="638175"/>
                </a:lnTo>
                <a:lnTo>
                  <a:pt x="523875" y="647700"/>
                </a:lnTo>
                <a:lnTo>
                  <a:pt x="514350" y="647700"/>
                </a:lnTo>
                <a:close/>
                <a:moveTo>
                  <a:pt x="781050" y="638175"/>
                </a:moveTo>
                <a:lnTo>
                  <a:pt x="790575" y="638175"/>
                </a:lnTo>
                <a:lnTo>
                  <a:pt x="790575" y="647700"/>
                </a:lnTo>
                <a:lnTo>
                  <a:pt x="781050" y="647700"/>
                </a:lnTo>
                <a:close/>
                <a:moveTo>
                  <a:pt x="1381125" y="638175"/>
                </a:moveTo>
                <a:lnTo>
                  <a:pt x="1390650" y="638175"/>
                </a:lnTo>
                <a:lnTo>
                  <a:pt x="1390650" y="647700"/>
                </a:lnTo>
                <a:lnTo>
                  <a:pt x="1381125" y="647700"/>
                </a:lnTo>
                <a:close/>
                <a:moveTo>
                  <a:pt x="495300" y="647700"/>
                </a:moveTo>
                <a:lnTo>
                  <a:pt x="514350" y="647700"/>
                </a:lnTo>
                <a:lnTo>
                  <a:pt x="514350" y="657225"/>
                </a:lnTo>
                <a:lnTo>
                  <a:pt x="495300" y="657225"/>
                </a:lnTo>
                <a:close/>
                <a:moveTo>
                  <a:pt x="714375" y="647700"/>
                </a:moveTo>
                <a:lnTo>
                  <a:pt x="723900" y="647700"/>
                </a:lnTo>
                <a:lnTo>
                  <a:pt x="723900" y="657225"/>
                </a:lnTo>
                <a:lnTo>
                  <a:pt x="714375" y="657225"/>
                </a:lnTo>
                <a:close/>
                <a:moveTo>
                  <a:pt x="1123950" y="647700"/>
                </a:moveTo>
                <a:lnTo>
                  <a:pt x="1133475" y="647700"/>
                </a:lnTo>
                <a:lnTo>
                  <a:pt x="1133475" y="657225"/>
                </a:lnTo>
                <a:lnTo>
                  <a:pt x="1123950" y="657225"/>
                </a:lnTo>
                <a:close/>
                <a:moveTo>
                  <a:pt x="1371600" y="647700"/>
                </a:moveTo>
                <a:lnTo>
                  <a:pt x="1381125" y="647700"/>
                </a:lnTo>
                <a:lnTo>
                  <a:pt x="1381125" y="657225"/>
                </a:lnTo>
                <a:lnTo>
                  <a:pt x="1371600" y="657225"/>
                </a:lnTo>
                <a:close/>
                <a:moveTo>
                  <a:pt x="723900" y="657225"/>
                </a:moveTo>
                <a:lnTo>
                  <a:pt x="733425" y="657225"/>
                </a:lnTo>
                <a:lnTo>
                  <a:pt x="733425" y="666750"/>
                </a:lnTo>
                <a:lnTo>
                  <a:pt x="723900" y="666750"/>
                </a:lnTo>
                <a:close/>
                <a:moveTo>
                  <a:pt x="1133475" y="657225"/>
                </a:moveTo>
                <a:lnTo>
                  <a:pt x="1228725" y="657225"/>
                </a:lnTo>
                <a:lnTo>
                  <a:pt x="1228725" y="666750"/>
                </a:lnTo>
                <a:lnTo>
                  <a:pt x="1304925" y="666750"/>
                </a:lnTo>
                <a:lnTo>
                  <a:pt x="1304925" y="676275"/>
                </a:lnTo>
                <a:lnTo>
                  <a:pt x="1314450" y="676275"/>
                </a:lnTo>
                <a:lnTo>
                  <a:pt x="1314450" y="666750"/>
                </a:lnTo>
                <a:lnTo>
                  <a:pt x="1323975" y="666750"/>
                </a:lnTo>
                <a:lnTo>
                  <a:pt x="1323975" y="676275"/>
                </a:lnTo>
                <a:lnTo>
                  <a:pt x="1314450" y="676275"/>
                </a:lnTo>
                <a:lnTo>
                  <a:pt x="1314450" y="685800"/>
                </a:lnTo>
                <a:lnTo>
                  <a:pt x="1276350" y="685800"/>
                </a:lnTo>
                <a:lnTo>
                  <a:pt x="1276350" y="695325"/>
                </a:lnTo>
                <a:lnTo>
                  <a:pt x="1266825" y="695325"/>
                </a:lnTo>
                <a:lnTo>
                  <a:pt x="1266825" y="752475"/>
                </a:lnTo>
                <a:lnTo>
                  <a:pt x="1238250" y="752475"/>
                </a:lnTo>
                <a:lnTo>
                  <a:pt x="1238250" y="742950"/>
                </a:lnTo>
                <a:lnTo>
                  <a:pt x="1228725" y="742950"/>
                </a:lnTo>
                <a:lnTo>
                  <a:pt x="1228725" y="733425"/>
                </a:lnTo>
                <a:lnTo>
                  <a:pt x="1238250" y="733425"/>
                </a:lnTo>
                <a:lnTo>
                  <a:pt x="1238250" y="723900"/>
                </a:lnTo>
                <a:lnTo>
                  <a:pt x="1228725" y="723900"/>
                </a:lnTo>
                <a:lnTo>
                  <a:pt x="1228725" y="714375"/>
                </a:lnTo>
                <a:lnTo>
                  <a:pt x="1247775" y="714375"/>
                </a:lnTo>
                <a:lnTo>
                  <a:pt x="1247775" y="704850"/>
                </a:lnTo>
                <a:lnTo>
                  <a:pt x="1238250" y="704850"/>
                </a:lnTo>
                <a:lnTo>
                  <a:pt x="1238250" y="695325"/>
                </a:lnTo>
                <a:lnTo>
                  <a:pt x="1228725" y="695325"/>
                </a:lnTo>
                <a:lnTo>
                  <a:pt x="1228725" y="676275"/>
                </a:lnTo>
                <a:lnTo>
                  <a:pt x="1200150" y="676275"/>
                </a:lnTo>
                <a:lnTo>
                  <a:pt x="1200150" y="695325"/>
                </a:lnTo>
                <a:lnTo>
                  <a:pt x="1190625" y="695325"/>
                </a:lnTo>
                <a:lnTo>
                  <a:pt x="1190625" y="685800"/>
                </a:lnTo>
                <a:lnTo>
                  <a:pt x="1152525" y="685800"/>
                </a:lnTo>
                <a:lnTo>
                  <a:pt x="1152525" y="676275"/>
                </a:lnTo>
                <a:lnTo>
                  <a:pt x="1143000" y="676275"/>
                </a:lnTo>
                <a:lnTo>
                  <a:pt x="1143000" y="666750"/>
                </a:lnTo>
                <a:lnTo>
                  <a:pt x="1133475" y="666750"/>
                </a:lnTo>
                <a:close/>
                <a:moveTo>
                  <a:pt x="1581150" y="657225"/>
                </a:moveTo>
                <a:lnTo>
                  <a:pt x="1590675" y="657225"/>
                </a:lnTo>
                <a:lnTo>
                  <a:pt x="1590675" y="666750"/>
                </a:lnTo>
                <a:lnTo>
                  <a:pt x="1581150" y="666750"/>
                </a:lnTo>
                <a:close/>
                <a:moveTo>
                  <a:pt x="733425" y="666750"/>
                </a:moveTo>
                <a:lnTo>
                  <a:pt x="742950" y="666750"/>
                </a:lnTo>
                <a:lnTo>
                  <a:pt x="742950" y="676275"/>
                </a:lnTo>
                <a:lnTo>
                  <a:pt x="733425" y="676275"/>
                </a:lnTo>
                <a:close/>
                <a:moveTo>
                  <a:pt x="800100" y="676275"/>
                </a:moveTo>
                <a:lnTo>
                  <a:pt x="847725" y="676275"/>
                </a:lnTo>
                <a:lnTo>
                  <a:pt x="847725" y="685800"/>
                </a:lnTo>
                <a:lnTo>
                  <a:pt x="838200" y="685800"/>
                </a:lnTo>
                <a:lnTo>
                  <a:pt x="838200" y="695325"/>
                </a:lnTo>
                <a:lnTo>
                  <a:pt x="800100" y="695325"/>
                </a:lnTo>
                <a:close/>
                <a:moveTo>
                  <a:pt x="771525" y="685800"/>
                </a:moveTo>
                <a:lnTo>
                  <a:pt x="781050" y="685800"/>
                </a:lnTo>
                <a:lnTo>
                  <a:pt x="781050" y="695325"/>
                </a:lnTo>
                <a:lnTo>
                  <a:pt x="771525" y="695325"/>
                </a:lnTo>
                <a:close/>
                <a:moveTo>
                  <a:pt x="1590675" y="685800"/>
                </a:moveTo>
                <a:lnTo>
                  <a:pt x="1600200" y="685800"/>
                </a:lnTo>
                <a:lnTo>
                  <a:pt x="1600200" y="695325"/>
                </a:lnTo>
                <a:lnTo>
                  <a:pt x="1590675" y="695325"/>
                </a:lnTo>
                <a:close/>
                <a:moveTo>
                  <a:pt x="971550" y="695325"/>
                </a:moveTo>
                <a:lnTo>
                  <a:pt x="981075" y="695325"/>
                </a:lnTo>
                <a:lnTo>
                  <a:pt x="981075" y="714375"/>
                </a:lnTo>
                <a:lnTo>
                  <a:pt x="971550" y="714375"/>
                </a:lnTo>
                <a:close/>
                <a:moveTo>
                  <a:pt x="742950" y="704850"/>
                </a:moveTo>
                <a:lnTo>
                  <a:pt x="752475" y="704850"/>
                </a:lnTo>
                <a:lnTo>
                  <a:pt x="752475" y="714375"/>
                </a:lnTo>
                <a:lnTo>
                  <a:pt x="742950" y="714375"/>
                </a:lnTo>
                <a:close/>
                <a:moveTo>
                  <a:pt x="762000" y="704850"/>
                </a:moveTo>
                <a:lnTo>
                  <a:pt x="771525" y="704850"/>
                </a:lnTo>
                <a:lnTo>
                  <a:pt x="771525" y="714375"/>
                </a:lnTo>
                <a:lnTo>
                  <a:pt x="762000" y="714375"/>
                </a:lnTo>
                <a:close/>
                <a:moveTo>
                  <a:pt x="1181100" y="714375"/>
                </a:moveTo>
                <a:lnTo>
                  <a:pt x="1190625" y="714375"/>
                </a:lnTo>
                <a:lnTo>
                  <a:pt x="1190625" y="723900"/>
                </a:lnTo>
                <a:lnTo>
                  <a:pt x="1181100" y="723900"/>
                </a:lnTo>
                <a:close/>
                <a:moveTo>
                  <a:pt x="104775" y="723900"/>
                </a:moveTo>
                <a:lnTo>
                  <a:pt x="114300" y="723900"/>
                </a:lnTo>
                <a:lnTo>
                  <a:pt x="114300" y="742950"/>
                </a:lnTo>
                <a:lnTo>
                  <a:pt x="104775" y="742950"/>
                </a:lnTo>
                <a:close/>
                <a:moveTo>
                  <a:pt x="171450" y="723900"/>
                </a:moveTo>
                <a:lnTo>
                  <a:pt x="180975" y="723900"/>
                </a:lnTo>
                <a:lnTo>
                  <a:pt x="180975" y="742950"/>
                </a:lnTo>
                <a:lnTo>
                  <a:pt x="171450" y="742950"/>
                </a:lnTo>
                <a:close/>
                <a:moveTo>
                  <a:pt x="609600" y="723900"/>
                </a:moveTo>
                <a:lnTo>
                  <a:pt x="619125" y="723900"/>
                </a:lnTo>
                <a:lnTo>
                  <a:pt x="619125" y="733425"/>
                </a:lnTo>
                <a:lnTo>
                  <a:pt x="609600" y="733425"/>
                </a:lnTo>
                <a:close/>
                <a:moveTo>
                  <a:pt x="742950" y="723900"/>
                </a:moveTo>
                <a:lnTo>
                  <a:pt x="752475" y="723900"/>
                </a:lnTo>
                <a:lnTo>
                  <a:pt x="752475" y="733425"/>
                </a:lnTo>
                <a:lnTo>
                  <a:pt x="742950" y="733425"/>
                </a:lnTo>
                <a:close/>
                <a:moveTo>
                  <a:pt x="1171575" y="723900"/>
                </a:moveTo>
                <a:lnTo>
                  <a:pt x="1181100" y="723900"/>
                </a:lnTo>
                <a:lnTo>
                  <a:pt x="1181100" y="733425"/>
                </a:lnTo>
                <a:lnTo>
                  <a:pt x="1171575" y="733425"/>
                </a:lnTo>
                <a:close/>
                <a:moveTo>
                  <a:pt x="1362075" y="723900"/>
                </a:moveTo>
                <a:lnTo>
                  <a:pt x="1371600" y="723900"/>
                </a:lnTo>
                <a:lnTo>
                  <a:pt x="1371600" y="733425"/>
                </a:lnTo>
                <a:lnTo>
                  <a:pt x="1362075" y="733425"/>
                </a:lnTo>
                <a:close/>
                <a:moveTo>
                  <a:pt x="133350" y="733425"/>
                </a:moveTo>
                <a:lnTo>
                  <a:pt x="152400" y="733425"/>
                </a:lnTo>
                <a:lnTo>
                  <a:pt x="152400" y="752475"/>
                </a:lnTo>
                <a:lnTo>
                  <a:pt x="133350" y="752475"/>
                </a:lnTo>
                <a:close/>
                <a:moveTo>
                  <a:pt x="342900" y="733425"/>
                </a:moveTo>
                <a:lnTo>
                  <a:pt x="352425" y="733425"/>
                </a:lnTo>
                <a:lnTo>
                  <a:pt x="352425" y="742950"/>
                </a:lnTo>
                <a:lnTo>
                  <a:pt x="342900" y="742950"/>
                </a:lnTo>
                <a:close/>
                <a:moveTo>
                  <a:pt x="714375" y="733425"/>
                </a:moveTo>
                <a:lnTo>
                  <a:pt x="733425" y="733425"/>
                </a:lnTo>
                <a:lnTo>
                  <a:pt x="733425" y="742950"/>
                </a:lnTo>
                <a:lnTo>
                  <a:pt x="714375" y="742950"/>
                </a:lnTo>
                <a:close/>
                <a:moveTo>
                  <a:pt x="838200" y="733425"/>
                </a:moveTo>
                <a:lnTo>
                  <a:pt x="847725" y="733425"/>
                </a:lnTo>
                <a:lnTo>
                  <a:pt x="847725" y="742950"/>
                </a:lnTo>
                <a:lnTo>
                  <a:pt x="838200" y="742950"/>
                </a:lnTo>
                <a:close/>
                <a:moveTo>
                  <a:pt x="866775" y="733425"/>
                </a:moveTo>
                <a:lnTo>
                  <a:pt x="876300" y="733425"/>
                </a:lnTo>
                <a:lnTo>
                  <a:pt x="876300" y="742950"/>
                </a:lnTo>
                <a:lnTo>
                  <a:pt x="866775" y="742950"/>
                </a:lnTo>
                <a:close/>
                <a:moveTo>
                  <a:pt x="1371600" y="733425"/>
                </a:moveTo>
                <a:lnTo>
                  <a:pt x="1381125" y="733425"/>
                </a:lnTo>
                <a:lnTo>
                  <a:pt x="1381125" y="742950"/>
                </a:lnTo>
                <a:lnTo>
                  <a:pt x="1371600" y="742950"/>
                </a:lnTo>
                <a:close/>
                <a:moveTo>
                  <a:pt x="1571625" y="733425"/>
                </a:moveTo>
                <a:lnTo>
                  <a:pt x="1581150" y="733425"/>
                </a:lnTo>
                <a:lnTo>
                  <a:pt x="1581150" y="742950"/>
                </a:lnTo>
                <a:lnTo>
                  <a:pt x="1571625" y="742950"/>
                </a:lnTo>
                <a:close/>
                <a:moveTo>
                  <a:pt x="85725" y="742950"/>
                </a:moveTo>
                <a:lnTo>
                  <a:pt x="95250" y="742950"/>
                </a:lnTo>
                <a:lnTo>
                  <a:pt x="95250" y="752475"/>
                </a:lnTo>
                <a:lnTo>
                  <a:pt x="85725" y="752475"/>
                </a:lnTo>
                <a:close/>
                <a:moveTo>
                  <a:pt x="190500" y="742950"/>
                </a:moveTo>
                <a:lnTo>
                  <a:pt x="200025" y="742950"/>
                </a:lnTo>
                <a:lnTo>
                  <a:pt x="200025" y="752475"/>
                </a:lnTo>
                <a:lnTo>
                  <a:pt x="190500" y="752475"/>
                </a:lnTo>
                <a:close/>
                <a:moveTo>
                  <a:pt x="857250" y="742950"/>
                </a:moveTo>
                <a:lnTo>
                  <a:pt x="866775" y="742950"/>
                </a:lnTo>
                <a:lnTo>
                  <a:pt x="866775" y="752475"/>
                </a:lnTo>
                <a:lnTo>
                  <a:pt x="857250" y="752475"/>
                </a:lnTo>
                <a:close/>
                <a:moveTo>
                  <a:pt x="885825" y="742950"/>
                </a:moveTo>
                <a:lnTo>
                  <a:pt x="895350" y="742950"/>
                </a:lnTo>
                <a:lnTo>
                  <a:pt x="895350" y="762000"/>
                </a:lnTo>
                <a:lnTo>
                  <a:pt x="885825" y="762000"/>
                </a:lnTo>
                <a:close/>
                <a:moveTo>
                  <a:pt x="1171575" y="742950"/>
                </a:moveTo>
                <a:lnTo>
                  <a:pt x="1181100" y="742950"/>
                </a:lnTo>
                <a:lnTo>
                  <a:pt x="1181100" y="752475"/>
                </a:lnTo>
                <a:lnTo>
                  <a:pt x="1171575" y="752475"/>
                </a:lnTo>
                <a:close/>
                <a:moveTo>
                  <a:pt x="1238250" y="742950"/>
                </a:moveTo>
                <a:lnTo>
                  <a:pt x="1257300" y="742950"/>
                </a:lnTo>
                <a:lnTo>
                  <a:pt x="1257300" y="733425"/>
                </a:lnTo>
                <a:lnTo>
                  <a:pt x="1238250" y="733425"/>
                </a:lnTo>
                <a:close/>
                <a:moveTo>
                  <a:pt x="1409700" y="742950"/>
                </a:moveTo>
                <a:lnTo>
                  <a:pt x="1419225" y="742950"/>
                </a:lnTo>
                <a:lnTo>
                  <a:pt x="1419225" y="752475"/>
                </a:lnTo>
                <a:lnTo>
                  <a:pt x="1409700" y="752475"/>
                </a:lnTo>
                <a:close/>
                <a:moveTo>
                  <a:pt x="1533525" y="742950"/>
                </a:moveTo>
                <a:lnTo>
                  <a:pt x="1543050" y="742950"/>
                </a:lnTo>
                <a:lnTo>
                  <a:pt x="1543050" y="752475"/>
                </a:lnTo>
                <a:lnTo>
                  <a:pt x="1533525" y="752475"/>
                </a:lnTo>
                <a:close/>
                <a:moveTo>
                  <a:pt x="66675" y="752475"/>
                </a:moveTo>
                <a:lnTo>
                  <a:pt x="76200" y="752475"/>
                </a:lnTo>
                <a:lnTo>
                  <a:pt x="76200" y="762000"/>
                </a:lnTo>
                <a:lnTo>
                  <a:pt x="66675" y="762000"/>
                </a:lnTo>
                <a:close/>
                <a:moveTo>
                  <a:pt x="209550" y="752475"/>
                </a:moveTo>
                <a:lnTo>
                  <a:pt x="219075" y="752475"/>
                </a:lnTo>
                <a:lnTo>
                  <a:pt x="219075" y="762000"/>
                </a:lnTo>
                <a:lnTo>
                  <a:pt x="209550" y="762000"/>
                </a:lnTo>
                <a:close/>
                <a:moveTo>
                  <a:pt x="466725" y="752475"/>
                </a:moveTo>
                <a:lnTo>
                  <a:pt x="476250" y="752475"/>
                </a:lnTo>
                <a:lnTo>
                  <a:pt x="476250" y="781050"/>
                </a:lnTo>
                <a:lnTo>
                  <a:pt x="361950" y="781050"/>
                </a:lnTo>
                <a:lnTo>
                  <a:pt x="361950" y="790575"/>
                </a:lnTo>
                <a:lnTo>
                  <a:pt x="352425" y="790575"/>
                </a:lnTo>
                <a:lnTo>
                  <a:pt x="352425" y="771525"/>
                </a:lnTo>
                <a:lnTo>
                  <a:pt x="466725" y="771525"/>
                </a:lnTo>
                <a:close/>
                <a:moveTo>
                  <a:pt x="47625" y="762000"/>
                </a:moveTo>
                <a:lnTo>
                  <a:pt x="57150" y="762000"/>
                </a:lnTo>
                <a:lnTo>
                  <a:pt x="57150" y="771525"/>
                </a:lnTo>
                <a:lnTo>
                  <a:pt x="47625" y="771525"/>
                </a:lnTo>
                <a:close/>
                <a:moveTo>
                  <a:pt x="228600" y="762000"/>
                </a:moveTo>
                <a:lnTo>
                  <a:pt x="238125" y="762000"/>
                </a:lnTo>
                <a:lnTo>
                  <a:pt x="238125" y="771525"/>
                </a:lnTo>
                <a:lnTo>
                  <a:pt x="228600" y="771525"/>
                </a:lnTo>
                <a:close/>
                <a:moveTo>
                  <a:pt x="304800" y="762000"/>
                </a:moveTo>
                <a:lnTo>
                  <a:pt x="314325" y="762000"/>
                </a:lnTo>
                <a:lnTo>
                  <a:pt x="314325" y="771525"/>
                </a:lnTo>
                <a:lnTo>
                  <a:pt x="304800" y="771525"/>
                </a:lnTo>
                <a:close/>
                <a:moveTo>
                  <a:pt x="676275" y="762000"/>
                </a:moveTo>
                <a:lnTo>
                  <a:pt x="685800" y="762000"/>
                </a:lnTo>
                <a:lnTo>
                  <a:pt x="685800" y="771525"/>
                </a:lnTo>
                <a:lnTo>
                  <a:pt x="676275" y="771525"/>
                </a:lnTo>
                <a:close/>
                <a:moveTo>
                  <a:pt x="704850" y="762000"/>
                </a:moveTo>
                <a:lnTo>
                  <a:pt x="714375" y="762000"/>
                </a:lnTo>
                <a:lnTo>
                  <a:pt x="714375" y="771525"/>
                </a:lnTo>
                <a:lnTo>
                  <a:pt x="704850" y="771525"/>
                </a:lnTo>
                <a:close/>
                <a:moveTo>
                  <a:pt x="771525" y="762000"/>
                </a:moveTo>
                <a:lnTo>
                  <a:pt x="781050" y="762000"/>
                </a:lnTo>
                <a:lnTo>
                  <a:pt x="781050" y="771525"/>
                </a:lnTo>
                <a:lnTo>
                  <a:pt x="771525" y="771525"/>
                </a:lnTo>
                <a:close/>
                <a:moveTo>
                  <a:pt x="819150" y="762000"/>
                </a:moveTo>
                <a:lnTo>
                  <a:pt x="828675" y="762000"/>
                </a:lnTo>
                <a:lnTo>
                  <a:pt x="828675" y="771525"/>
                </a:lnTo>
                <a:lnTo>
                  <a:pt x="819150" y="771525"/>
                </a:lnTo>
                <a:close/>
                <a:moveTo>
                  <a:pt x="904875" y="762000"/>
                </a:moveTo>
                <a:lnTo>
                  <a:pt x="914400" y="762000"/>
                </a:lnTo>
                <a:lnTo>
                  <a:pt x="914400" y="771525"/>
                </a:lnTo>
                <a:lnTo>
                  <a:pt x="904875" y="771525"/>
                </a:lnTo>
                <a:close/>
                <a:moveTo>
                  <a:pt x="942975" y="762000"/>
                </a:moveTo>
                <a:lnTo>
                  <a:pt x="952500" y="762000"/>
                </a:lnTo>
                <a:lnTo>
                  <a:pt x="952500" y="771525"/>
                </a:lnTo>
                <a:lnTo>
                  <a:pt x="942975" y="771525"/>
                </a:lnTo>
                <a:close/>
                <a:moveTo>
                  <a:pt x="1085850" y="762000"/>
                </a:moveTo>
                <a:lnTo>
                  <a:pt x="1095375" y="762000"/>
                </a:lnTo>
                <a:lnTo>
                  <a:pt x="1095375" y="771525"/>
                </a:lnTo>
                <a:lnTo>
                  <a:pt x="1085850" y="771525"/>
                </a:lnTo>
                <a:close/>
                <a:moveTo>
                  <a:pt x="38100" y="771525"/>
                </a:moveTo>
                <a:lnTo>
                  <a:pt x="47625" y="771525"/>
                </a:lnTo>
                <a:lnTo>
                  <a:pt x="47625" y="781050"/>
                </a:lnTo>
                <a:lnTo>
                  <a:pt x="38100" y="781050"/>
                </a:lnTo>
                <a:close/>
                <a:moveTo>
                  <a:pt x="238125" y="771525"/>
                </a:moveTo>
                <a:lnTo>
                  <a:pt x="247650" y="771525"/>
                </a:lnTo>
                <a:lnTo>
                  <a:pt x="247650" y="781050"/>
                </a:lnTo>
                <a:lnTo>
                  <a:pt x="238125" y="781050"/>
                </a:lnTo>
                <a:close/>
                <a:moveTo>
                  <a:pt x="581025" y="771525"/>
                </a:moveTo>
                <a:lnTo>
                  <a:pt x="590550" y="771525"/>
                </a:lnTo>
                <a:lnTo>
                  <a:pt x="590550" y="781050"/>
                </a:lnTo>
                <a:lnTo>
                  <a:pt x="581025" y="781050"/>
                </a:lnTo>
                <a:close/>
                <a:moveTo>
                  <a:pt x="628650" y="771525"/>
                </a:moveTo>
                <a:lnTo>
                  <a:pt x="638175" y="771525"/>
                </a:lnTo>
                <a:lnTo>
                  <a:pt x="638175" y="781050"/>
                </a:lnTo>
                <a:lnTo>
                  <a:pt x="628650" y="781050"/>
                </a:lnTo>
                <a:close/>
                <a:moveTo>
                  <a:pt x="685800" y="771525"/>
                </a:moveTo>
                <a:lnTo>
                  <a:pt x="695325" y="771525"/>
                </a:lnTo>
                <a:lnTo>
                  <a:pt x="695325" y="781050"/>
                </a:lnTo>
                <a:lnTo>
                  <a:pt x="685800" y="781050"/>
                </a:lnTo>
                <a:close/>
                <a:moveTo>
                  <a:pt x="752475" y="771525"/>
                </a:moveTo>
                <a:lnTo>
                  <a:pt x="762000" y="771525"/>
                </a:lnTo>
                <a:lnTo>
                  <a:pt x="762000" y="781050"/>
                </a:lnTo>
                <a:lnTo>
                  <a:pt x="752475" y="781050"/>
                </a:lnTo>
                <a:close/>
                <a:moveTo>
                  <a:pt x="809625" y="771525"/>
                </a:moveTo>
                <a:lnTo>
                  <a:pt x="819150" y="771525"/>
                </a:lnTo>
                <a:lnTo>
                  <a:pt x="819150" y="781050"/>
                </a:lnTo>
                <a:lnTo>
                  <a:pt x="809625" y="781050"/>
                </a:lnTo>
                <a:close/>
                <a:moveTo>
                  <a:pt x="838200" y="771525"/>
                </a:moveTo>
                <a:lnTo>
                  <a:pt x="847725" y="771525"/>
                </a:lnTo>
                <a:lnTo>
                  <a:pt x="847725" y="781050"/>
                </a:lnTo>
                <a:lnTo>
                  <a:pt x="838200" y="781050"/>
                </a:lnTo>
                <a:close/>
                <a:moveTo>
                  <a:pt x="962025" y="771525"/>
                </a:moveTo>
                <a:lnTo>
                  <a:pt x="971550" y="771525"/>
                </a:lnTo>
                <a:lnTo>
                  <a:pt x="971550" y="781050"/>
                </a:lnTo>
                <a:lnTo>
                  <a:pt x="962025" y="781050"/>
                </a:lnTo>
                <a:close/>
                <a:moveTo>
                  <a:pt x="1228725" y="771525"/>
                </a:moveTo>
                <a:lnTo>
                  <a:pt x="1238250" y="771525"/>
                </a:lnTo>
                <a:lnTo>
                  <a:pt x="1238250" y="781050"/>
                </a:lnTo>
                <a:lnTo>
                  <a:pt x="1228725" y="781050"/>
                </a:lnTo>
                <a:close/>
                <a:moveTo>
                  <a:pt x="609600" y="781050"/>
                </a:moveTo>
                <a:lnTo>
                  <a:pt x="619125" y="781050"/>
                </a:lnTo>
                <a:lnTo>
                  <a:pt x="619125" y="790575"/>
                </a:lnTo>
                <a:lnTo>
                  <a:pt x="609600" y="790575"/>
                </a:lnTo>
                <a:close/>
                <a:moveTo>
                  <a:pt x="762000" y="781050"/>
                </a:moveTo>
                <a:lnTo>
                  <a:pt x="771525" y="781050"/>
                </a:lnTo>
                <a:lnTo>
                  <a:pt x="771525" y="790575"/>
                </a:lnTo>
                <a:lnTo>
                  <a:pt x="762000" y="790575"/>
                </a:lnTo>
                <a:close/>
                <a:moveTo>
                  <a:pt x="800100" y="781050"/>
                </a:moveTo>
                <a:lnTo>
                  <a:pt x="809625" y="781050"/>
                </a:lnTo>
                <a:lnTo>
                  <a:pt x="809625" y="790575"/>
                </a:lnTo>
                <a:lnTo>
                  <a:pt x="800100" y="790575"/>
                </a:lnTo>
                <a:close/>
                <a:moveTo>
                  <a:pt x="828675" y="781050"/>
                </a:moveTo>
                <a:lnTo>
                  <a:pt x="838200" y="781050"/>
                </a:lnTo>
                <a:lnTo>
                  <a:pt x="838200" y="790575"/>
                </a:lnTo>
                <a:lnTo>
                  <a:pt x="828675" y="790575"/>
                </a:lnTo>
                <a:close/>
                <a:moveTo>
                  <a:pt x="876300" y="781050"/>
                </a:moveTo>
                <a:lnTo>
                  <a:pt x="885825" y="781050"/>
                </a:lnTo>
                <a:lnTo>
                  <a:pt x="885825" y="790575"/>
                </a:lnTo>
                <a:lnTo>
                  <a:pt x="876300" y="790575"/>
                </a:lnTo>
                <a:close/>
                <a:moveTo>
                  <a:pt x="981075" y="781050"/>
                </a:moveTo>
                <a:lnTo>
                  <a:pt x="990600" y="781050"/>
                </a:lnTo>
                <a:lnTo>
                  <a:pt x="990600" y="790575"/>
                </a:lnTo>
                <a:lnTo>
                  <a:pt x="981075" y="790575"/>
                </a:lnTo>
                <a:close/>
                <a:moveTo>
                  <a:pt x="1238250" y="781050"/>
                </a:moveTo>
                <a:lnTo>
                  <a:pt x="1247775" y="781050"/>
                </a:lnTo>
                <a:lnTo>
                  <a:pt x="1247775" y="790575"/>
                </a:lnTo>
                <a:lnTo>
                  <a:pt x="1238250" y="790575"/>
                </a:lnTo>
                <a:close/>
                <a:moveTo>
                  <a:pt x="1285875" y="781050"/>
                </a:moveTo>
                <a:lnTo>
                  <a:pt x="1295400" y="781050"/>
                </a:lnTo>
                <a:lnTo>
                  <a:pt x="1295400" y="790575"/>
                </a:lnTo>
                <a:lnTo>
                  <a:pt x="1285875" y="790575"/>
                </a:lnTo>
                <a:close/>
                <a:moveTo>
                  <a:pt x="342900" y="790575"/>
                </a:moveTo>
                <a:lnTo>
                  <a:pt x="352425" y="790575"/>
                </a:lnTo>
                <a:lnTo>
                  <a:pt x="352425" y="800100"/>
                </a:lnTo>
                <a:lnTo>
                  <a:pt x="342900" y="800100"/>
                </a:lnTo>
                <a:close/>
                <a:moveTo>
                  <a:pt x="590550" y="790575"/>
                </a:moveTo>
                <a:lnTo>
                  <a:pt x="600075" y="790575"/>
                </a:lnTo>
                <a:lnTo>
                  <a:pt x="600075" y="800100"/>
                </a:lnTo>
                <a:lnTo>
                  <a:pt x="590550" y="800100"/>
                </a:lnTo>
                <a:close/>
                <a:moveTo>
                  <a:pt x="714375" y="790575"/>
                </a:moveTo>
                <a:lnTo>
                  <a:pt x="723900" y="790575"/>
                </a:lnTo>
                <a:lnTo>
                  <a:pt x="723900" y="800100"/>
                </a:lnTo>
                <a:lnTo>
                  <a:pt x="714375" y="800100"/>
                </a:lnTo>
                <a:close/>
                <a:moveTo>
                  <a:pt x="895350" y="790575"/>
                </a:moveTo>
                <a:lnTo>
                  <a:pt x="904875" y="790575"/>
                </a:lnTo>
                <a:lnTo>
                  <a:pt x="904875" y="800100"/>
                </a:lnTo>
                <a:lnTo>
                  <a:pt x="895350" y="800100"/>
                </a:lnTo>
                <a:close/>
                <a:moveTo>
                  <a:pt x="1000125" y="790575"/>
                </a:moveTo>
                <a:lnTo>
                  <a:pt x="1009650" y="790575"/>
                </a:lnTo>
                <a:lnTo>
                  <a:pt x="1009650" y="800100"/>
                </a:lnTo>
                <a:lnTo>
                  <a:pt x="1000125" y="800100"/>
                </a:lnTo>
                <a:close/>
                <a:moveTo>
                  <a:pt x="1276350" y="790575"/>
                </a:moveTo>
                <a:lnTo>
                  <a:pt x="1285875" y="790575"/>
                </a:lnTo>
                <a:lnTo>
                  <a:pt x="1285875" y="800100"/>
                </a:lnTo>
                <a:lnTo>
                  <a:pt x="1276350" y="800100"/>
                </a:lnTo>
                <a:close/>
                <a:moveTo>
                  <a:pt x="1228725" y="800100"/>
                </a:moveTo>
                <a:lnTo>
                  <a:pt x="1238250" y="800100"/>
                </a:lnTo>
                <a:lnTo>
                  <a:pt x="1238250" y="809625"/>
                </a:lnTo>
                <a:lnTo>
                  <a:pt x="1228725" y="809625"/>
                </a:lnTo>
                <a:close/>
                <a:moveTo>
                  <a:pt x="1266825" y="800100"/>
                </a:moveTo>
                <a:lnTo>
                  <a:pt x="1276350" y="800100"/>
                </a:lnTo>
                <a:lnTo>
                  <a:pt x="1276350" y="809625"/>
                </a:lnTo>
                <a:lnTo>
                  <a:pt x="1266825" y="809625"/>
                </a:lnTo>
                <a:close/>
                <a:moveTo>
                  <a:pt x="733425" y="809625"/>
                </a:moveTo>
                <a:lnTo>
                  <a:pt x="742950" y="809625"/>
                </a:lnTo>
                <a:lnTo>
                  <a:pt x="742950" y="819150"/>
                </a:lnTo>
                <a:lnTo>
                  <a:pt x="733425" y="819150"/>
                </a:lnTo>
                <a:close/>
                <a:moveTo>
                  <a:pt x="1047750" y="809625"/>
                </a:moveTo>
                <a:lnTo>
                  <a:pt x="1057275" y="809625"/>
                </a:lnTo>
                <a:lnTo>
                  <a:pt x="1057275" y="819150"/>
                </a:lnTo>
                <a:lnTo>
                  <a:pt x="1047750" y="819150"/>
                </a:lnTo>
                <a:close/>
                <a:moveTo>
                  <a:pt x="1257300" y="809625"/>
                </a:moveTo>
                <a:lnTo>
                  <a:pt x="1266825" y="809625"/>
                </a:lnTo>
                <a:lnTo>
                  <a:pt x="1266825" y="828675"/>
                </a:lnTo>
                <a:lnTo>
                  <a:pt x="1276350" y="828675"/>
                </a:lnTo>
                <a:lnTo>
                  <a:pt x="1276350" y="847725"/>
                </a:lnTo>
                <a:lnTo>
                  <a:pt x="1266825" y="847725"/>
                </a:lnTo>
                <a:lnTo>
                  <a:pt x="1266825" y="857250"/>
                </a:lnTo>
                <a:lnTo>
                  <a:pt x="1228725" y="857250"/>
                </a:lnTo>
                <a:lnTo>
                  <a:pt x="1228725" y="847725"/>
                </a:lnTo>
                <a:lnTo>
                  <a:pt x="1238250" y="847725"/>
                </a:lnTo>
                <a:lnTo>
                  <a:pt x="1238250" y="838200"/>
                </a:lnTo>
                <a:lnTo>
                  <a:pt x="1247775" y="838200"/>
                </a:lnTo>
                <a:lnTo>
                  <a:pt x="1247775" y="828675"/>
                </a:lnTo>
                <a:lnTo>
                  <a:pt x="1257300" y="828675"/>
                </a:lnTo>
                <a:close/>
                <a:moveTo>
                  <a:pt x="1447800" y="809625"/>
                </a:moveTo>
                <a:lnTo>
                  <a:pt x="1466850" y="809625"/>
                </a:lnTo>
                <a:lnTo>
                  <a:pt x="1466850" y="819150"/>
                </a:lnTo>
                <a:lnTo>
                  <a:pt x="1447800" y="819150"/>
                </a:lnTo>
                <a:close/>
                <a:moveTo>
                  <a:pt x="19050" y="819150"/>
                </a:moveTo>
                <a:lnTo>
                  <a:pt x="28575" y="819150"/>
                </a:lnTo>
                <a:lnTo>
                  <a:pt x="28575" y="857250"/>
                </a:lnTo>
                <a:lnTo>
                  <a:pt x="19050" y="857250"/>
                </a:lnTo>
                <a:close/>
                <a:moveTo>
                  <a:pt x="257175" y="819150"/>
                </a:moveTo>
                <a:lnTo>
                  <a:pt x="266700" y="819150"/>
                </a:lnTo>
                <a:lnTo>
                  <a:pt x="266700" y="857250"/>
                </a:lnTo>
                <a:lnTo>
                  <a:pt x="257175" y="857250"/>
                </a:lnTo>
                <a:close/>
                <a:moveTo>
                  <a:pt x="533400" y="819150"/>
                </a:moveTo>
                <a:lnTo>
                  <a:pt x="542925" y="819150"/>
                </a:lnTo>
                <a:lnTo>
                  <a:pt x="542925" y="828675"/>
                </a:lnTo>
                <a:lnTo>
                  <a:pt x="533400" y="828675"/>
                </a:lnTo>
                <a:close/>
                <a:moveTo>
                  <a:pt x="704850" y="819150"/>
                </a:moveTo>
                <a:lnTo>
                  <a:pt x="714375" y="819150"/>
                </a:lnTo>
                <a:lnTo>
                  <a:pt x="714375" y="828675"/>
                </a:lnTo>
                <a:lnTo>
                  <a:pt x="704850" y="828675"/>
                </a:lnTo>
                <a:close/>
                <a:moveTo>
                  <a:pt x="809625" y="819150"/>
                </a:moveTo>
                <a:lnTo>
                  <a:pt x="819150" y="819150"/>
                </a:lnTo>
                <a:lnTo>
                  <a:pt x="819150" y="828675"/>
                </a:lnTo>
                <a:lnTo>
                  <a:pt x="809625" y="828675"/>
                </a:lnTo>
                <a:close/>
                <a:moveTo>
                  <a:pt x="1028700" y="819150"/>
                </a:moveTo>
                <a:lnTo>
                  <a:pt x="1038225" y="819150"/>
                </a:lnTo>
                <a:lnTo>
                  <a:pt x="1038225" y="828675"/>
                </a:lnTo>
                <a:lnTo>
                  <a:pt x="1028700" y="828675"/>
                </a:lnTo>
                <a:close/>
                <a:moveTo>
                  <a:pt x="1466850" y="819150"/>
                </a:moveTo>
                <a:lnTo>
                  <a:pt x="1476375" y="819150"/>
                </a:lnTo>
                <a:lnTo>
                  <a:pt x="1476375" y="828675"/>
                </a:lnTo>
                <a:lnTo>
                  <a:pt x="1466850" y="828675"/>
                </a:lnTo>
                <a:close/>
                <a:moveTo>
                  <a:pt x="552450" y="828675"/>
                </a:moveTo>
                <a:lnTo>
                  <a:pt x="561975" y="828675"/>
                </a:lnTo>
                <a:lnTo>
                  <a:pt x="561975" y="838200"/>
                </a:lnTo>
                <a:lnTo>
                  <a:pt x="552450" y="838200"/>
                </a:lnTo>
                <a:close/>
                <a:moveTo>
                  <a:pt x="1057275" y="828675"/>
                </a:moveTo>
                <a:lnTo>
                  <a:pt x="1066800" y="828675"/>
                </a:lnTo>
                <a:lnTo>
                  <a:pt x="1066800" y="838200"/>
                </a:lnTo>
                <a:lnTo>
                  <a:pt x="1057275" y="838200"/>
                </a:lnTo>
                <a:close/>
                <a:moveTo>
                  <a:pt x="1476375" y="828675"/>
                </a:moveTo>
                <a:lnTo>
                  <a:pt x="1485900" y="828675"/>
                </a:lnTo>
                <a:lnTo>
                  <a:pt x="1485900" y="838200"/>
                </a:lnTo>
                <a:lnTo>
                  <a:pt x="1476375" y="838200"/>
                </a:lnTo>
                <a:close/>
                <a:moveTo>
                  <a:pt x="523875" y="838200"/>
                </a:moveTo>
                <a:lnTo>
                  <a:pt x="533400" y="838200"/>
                </a:lnTo>
                <a:lnTo>
                  <a:pt x="533400" y="847725"/>
                </a:lnTo>
                <a:lnTo>
                  <a:pt x="523875" y="847725"/>
                </a:lnTo>
                <a:close/>
                <a:moveTo>
                  <a:pt x="1038225" y="838200"/>
                </a:moveTo>
                <a:lnTo>
                  <a:pt x="1047750" y="838200"/>
                </a:lnTo>
                <a:lnTo>
                  <a:pt x="1047750" y="847725"/>
                </a:lnTo>
                <a:lnTo>
                  <a:pt x="1038225" y="847725"/>
                </a:lnTo>
                <a:close/>
                <a:moveTo>
                  <a:pt x="1419225" y="838200"/>
                </a:moveTo>
                <a:lnTo>
                  <a:pt x="1428750" y="838200"/>
                </a:lnTo>
                <a:lnTo>
                  <a:pt x="1428750" y="857250"/>
                </a:lnTo>
                <a:lnTo>
                  <a:pt x="1447800" y="857250"/>
                </a:lnTo>
                <a:lnTo>
                  <a:pt x="1447800" y="866775"/>
                </a:lnTo>
                <a:lnTo>
                  <a:pt x="1419225" y="866775"/>
                </a:lnTo>
                <a:lnTo>
                  <a:pt x="1419225" y="857250"/>
                </a:lnTo>
                <a:lnTo>
                  <a:pt x="1409700" y="857250"/>
                </a:lnTo>
                <a:lnTo>
                  <a:pt x="1409700" y="847725"/>
                </a:lnTo>
                <a:lnTo>
                  <a:pt x="1419225" y="847725"/>
                </a:lnTo>
                <a:close/>
                <a:moveTo>
                  <a:pt x="1066800" y="847725"/>
                </a:moveTo>
                <a:lnTo>
                  <a:pt x="1076325" y="847725"/>
                </a:lnTo>
                <a:lnTo>
                  <a:pt x="1076325" y="857250"/>
                </a:lnTo>
                <a:lnTo>
                  <a:pt x="1066800" y="857250"/>
                </a:lnTo>
                <a:close/>
                <a:moveTo>
                  <a:pt x="28575" y="857250"/>
                </a:moveTo>
                <a:lnTo>
                  <a:pt x="38100" y="857250"/>
                </a:lnTo>
                <a:lnTo>
                  <a:pt x="38100" y="866775"/>
                </a:lnTo>
                <a:lnTo>
                  <a:pt x="28575" y="866775"/>
                </a:lnTo>
                <a:close/>
                <a:moveTo>
                  <a:pt x="247650" y="857250"/>
                </a:moveTo>
                <a:lnTo>
                  <a:pt x="257175" y="857250"/>
                </a:lnTo>
                <a:lnTo>
                  <a:pt x="257175" y="866775"/>
                </a:lnTo>
                <a:lnTo>
                  <a:pt x="247650" y="866775"/>
                </a:lnTo>
                <a:close/>
                <a:moveTo>
                  <a:pt x="1047750" y="857250"/>
                </a:moveTo>
                <a:lnTo>
                  <a:pt x="1057275" y="857250"/>
                </a:lnTo>
                <a:lnTo>
                  <a:pt x="1057275" y="866775"/>
                </a:lnTo>
                <a:lnTo>
                  <a:pt x="1047750" y="866775"/>
                </a:lnTo>
                <a:close/>
                <a:moveTo>
                  <a:pt x="47625" y="866775"/>
                </a:moveTo>
                <a:lnTo>
                  <a:pt x="57150" y="866775"/>
                </a:lnTo>
                <a:lnTo>
                  <a:pt x="57150" y="876300"/>
                </a:lnTo>
                <a:lnTo>
                  <a:pt x="47625" y="876300"/>
                </a:lnTo>
                <a:close/>
                <a:moveTo>
                  <a:pt x="219075" y="866775"/>
                </a:moveTo>
                <a:lnTo>
                  <a:pt x="228600" y="866775"/>
                </a:lnTo>
                <a:lnTo>
                  <a:pt x="228600" y="876300"/>
                </a:lnTo>
                <a:lnTo>
                  <a:pt x="219075" y="876300"/>
                </a:lnTo>
                <a:close/>
                <a:moveTo>
                  <a:pt x="514350" y="866775"/>
                </a:moveTo>
                <a:lnTo>
                  <a:pt x="523875" y="866775"/>
                </a:lnTo>
                <a:lnTo>
                  <a:pt x="523875" y="876300"/>
                </a:lnTo>
                <a:lnTo>
                  <a:pt x="514350" y="876300"/>
                </a:lnTo>
                <a:close/>
                <a:moveTo>
                  <a:pt x="95250" y="876300"/>
                </a:moveTo>
                <a:lnTo>
                  <a:pt x="180975" y="876300"/>
                </a:lnTo>
                <a:lnTo>
                  <a:pt x="180975" y="885825"/>
                </a:lnTo>
                <a:lnTo>
                  <a:pt x="95250" y="885825"/>
                </a:lnTo>
                <a:close/>
                <a:moveTo>
                  <a:pt x="533400" y="876300"/>
                </a:moveTo>
                <a:lnTo>
                  <a:pt x="542925" y="876300"/>
                </a:lnTo>
                <a:lnTo>
                  <a:pt x="542925" y="885825"/>
                </a:lnTo>
                <a:lnTo>
                  <a:pt x="533400" y="885825"/>
                </a:lnTo>
                <a:close/>
                <a:moveTo>
                  <a:pt x="1076325" y="876300"/>
                </a:moveTo>
                <a:lnTo>
                  <a:pt x="1085850" y="876300"/>
                </a:lnTo>
                <a:lnTo>
                  <a:pt x="1085850" y="885825"/>
                </a:lnTo>
                <a:lnTo>
                  <a:pt x="1076325" y="885825"/>
                </a:lnTo>
                <a:close/>
                <a:moveTo>
                  <a:pt x="1057275" y="885825"/>
                </a:moveTo>
                <a:lnTo>
                  <a:pt x="1066800" y="885825"/>
                </a:lnTo>
                <a:lnTo>
                  <a:pt x="1066800" y="895350"/>
                </a:lnTo>
                <a:lnTo>
                  <a:pt x="1057275" y="895350"/>
                </a:lnTo>
                <a:close/>
                <a:moveTo>
                  <a:pt x="790575" y="895350"/>
                </a:moveTo>
                <a:lnTo>
                  <a:pt x="809625" y="895350"/>
                </a:lnTo>
                <a:lnTo>
                  <a:pt x="809625" y="904875"/>
                </a:lnTo>
                <a:lnTo>
                  <a:pt x="790575" y="904875"/>
                </a:lnTo>
                <a:close/>
                <a:moveTo>
                  <a:pt x="847725" y="895350"/>
                </a:moveTo>
                <a:lnTo>
                  <a:pt x="857250" y="895350"/>
                </a:lnTo>
                <a:lnTo>
                  <a:pt x="857250" y="904875"/>
                </a:lnTo>
                <a:lnTo>
                  <a:pt x="847725" y="904875"/>
                </a:lnTo>
                <a:close/>
                <a:moveTo>
                  <a:pt x="1152525" y="895350"/>
                </a:moveTo>
                <a:lnTo>
                  <a:pt x="1162050" y="895350"/>
                </a:lnTo>
                <a:lnTo>
                  <a:pt x="1162050" y="904875"/>
                </a:lnTo>
                <a:lnTo>
                  <a:pt x="1152525" y="904875"/>
                </a:lnTo>
                <a:close/>
                <a:moveTo>
                  <a:pt x="857250" y="904875"/>
                </a:moveTo>
                <a:lnTo>
                  <a:pt x="866775" y="904875"/>
                </a:lnTo>
                <a:lnTo>
                  <a:pt x="866775" y="923925"/>
                </a:lnTo>
                <a:lnTo>
                  <a:pt x="857250" y="923925"/>
                </a:lnTo>
                <a:close/>
                <a:moveTo>
                  <a:pt x="1066800" y="904875"/>
                </a:moveTo>
                <a:lnTo>
                  <a:pt x="1076325" y="904875"/>
                </a:lnTo>
                <a:lnTo>
                  <a:pt x="1076325" y="914400"/>
                </a:lnTo>
                <a:lnTo>
                  <a:pt x="1066800" y="914400"/>
                </a:lnTo>
                <a:close/>
                <a:moveTo>
                  <a:pt x="495300" y="914400"/>
                </a:moveTo>
                <a:lnTo>
                  <a:pt x="504825" y="914400"/>
                </a:lnTo>
                <a:lnTo>
                  <a:pt x="504825" y="923925"/>
                </a:lnTo>
                <a:lnTo>
                  <a:pt x="495300" y="923925"/>
                </a:lnTo>
                <a:close/>
                <a:moveTo>
                  <a:pt x="790575" y="914400"/>
                </a:moveTo>
                <a:lnTo>
                  <a:pt x="809625" y="914400"/>
                </a:lnTo>
                <a:lnTo>
                  <a:pt x="809625" y="923925"/>
                </a:lnTo>
                <a:lnTo>
                  <a:pt x="790575" y="923925"/>
                </a:lnTo>
                <a:close/>
                <a:moveTo>
                  <a:pt x="952500" y="914400"/>
                </a:moveTo>
                <a:lnTo>
                  <a:pt x="962025" y="914400"/>
                </a:lnTo>
                <a:lnTo>
                  <a:pt x="962025" y="923925"/>
                </a:lnTo>
                <a:lnTo>
                  <a:pt x="952500" y="923925"/>
                </a:lnTo>
                <a:close/>
                <a:moveTo>
                  <a:pt x="514350" y="923925"/>
                </a:moveTo>
                <a:lnTo>
                  <a:pt x="523875" y="923925"/>
                </a:lnTo>
                <a:lnTo>
                  <a:pt x="523875" y="933450"/>
                </a:lnTo>
                <a:lnTo>
                  <a:pt x="514350" y="933450"/>
                </a:lnTo>
                <a:close/>
                <a:moveTo>
                  <a:pt x="1095375" y="923925"/>
                </a:moveTo>
                <a:lnTo>
                  <a:pt x="1104900" y="923925"/>
                </a:lnTo>
                <a:lnTo>
                  <a:pt x="1104900" y="933450"/>
                </a:lnTo>
                <a:lnTo>
                  <a:pt x="1095375" y="933450"/>
                </a:lnTo>
                <a:close/>
                <a:moveTo>
                  <a:pt x="1076325" y="933450"/>
                </a:moveTo>
                <a:lnTo>
                  <a:pt x="1085850" y="933450"/>
                </a:lnTo>
                <a:lnTo>
                  <a:pt x="1085850" y="942975"/>
                </a:lnTo>
                <a:lnTo>
                  <a:pt x="1076325" y="942975"/>
                </a:lnTo>
                <a:close/>
                <a:moveTo>
                  <a:pt x="485775" y="942975"/>
                </a:moveTo>
                <a:lnTo>
                  <a:pt x="495300" y="942975"/>
                </a:lnTo>
                <a:lnTo>
                  <a:pt x="495300" y="952500"/>
                </a:lnTo>
                <a:lnTo>
                  <a:pt x="485775" y="952500"/>
                </a:lnTo>
                <a:close/>
                <a:moveTo>
                  <a:pt x="590550" y="942975"/>
                </a:moveTo>
                <a:lnTo>
                  <a:pt x="600075" y="942975"/>
                </a:lnTo>
                <a:lnTo>
                  <a:pt x="600075" y="981075"/>
                </a:lnTo>
                <a:lnTo>
                  <a:pt x="590550" y="981075"/>
                </a:lnTo>
                <a:close/>
                <a:moveTo>
                  <a:pt x="1000125" y="942975"/>
                </a:moveTo>
                <a:lnTo>
                  <a:pt x="1009650" y="942975"/>
                </a:lnTo>
                <a:lnTo>
                  <a:pt x="1009650" y="1000125"/>
                </a:lnTo>
                <a:lnTo>
                  <a:pt x="1000125" y="1000125"/>
                </a:lnTo>
                <a:close/>
                <a:moveTo>
                  <a:pt x="504825" y="952500"/>
                </a:moveTo>
                <a:lnTo>
                  <a:pt x="514350" y="952500"/>
                </a:lnTo>
                <a:lnTo>
                  <a:pt x="514350" y="962025"/>
                </a:lnTo>
                <a:lnTo>
                  <a:pt x="504825" y="962025"/>
                </a:lnTo>
                <a:close/>
                <a:moveTo>
                  <a:pt x="476250" y="962025"/>
                </a:moveTo>
                <a:lnTo>
                  <a:pt x="485775" y="962025"/>
                </a:lnTo>
                <a:lnTo>
                  <a:pt x="485775" y="981075"/>
                </a:lnTo>
                <a:lnTo>
                  <a:pt x="476250" y="981075"/>
                </a:lnTo>
                <a:close/>
                <a:moveTo>
                  <a:pt x="1085850" y="962025"/>
                </a:moveTo>
                <a:lnTo>
                  <a:pt x="1095375" y="962025"/>
                </a:lnTo>
                <a:lnTo>
                  <a:pt x="1095375" y="971550"/>
                </a:lnTo>
                <a:lnTo>
                  <a:pt x="1085850" y="971550"/>
                </a:lnTo>
                <a:close/>
                <a:moveTo>
                  <a:pt x="504825" y="971550"/>
                </a:moveTo>
                <a:lnTo>
                  <a:pt x="514350" y="971550"/>
                </a:lnTo>
                <a:lnTo>
                  <a:pt x="514350" y="981075"/>
                </a:lnTo>
                <a:lnTo>
                  <a:pt x="504825" y="981075"/>
                </a:lnTo>
                <a:close/>
                <a:moveTo>
                  <a:pt x="514350" y="981075"/>
                </a:moveTo>
                <a:lnTo>
                  <a:pt x="523875" y="981075"/>
                </a:lnTo>
                <a:lnTo>
                  <a:pt x="523875" y="990600"/>
                </a:lnTo>
                <a:lnTo>
                  <a:pt x="514350" y="990600"/>
                </a:lnTo>
                <a:close/>
                <a:moveTo>
                  <a:pt x="533400" y="990600"/>
                </a:moveTo>
                <a:lnTo>
                  <a:pt x="542925" y="990600"/>
                </a:lnTo>
                <a:lnTo>
                  <a:pt x="542925" y="1000125"/>
                </a:lnTo>
                <a:lnTo>
                  <a:pt x="533400" y="1000125"/>
                </a:lnTo>
                <a:close/>
                <a:moveTo>
                  <a:pt x="1047750" y="990600"/>
                </a:moveTo>
                <a:lnTo>
                  <a:pt x="1057275" y="990600"/>
                </a:lnTo>
                <a:lnTo>
                  <a:pt x="1057275" y="1000125"/>
                </a:lnTo>
                <a:lnTo>
                  <a:pt x="1047750" y="1000125"/>
                </a:lnTo>
                <a:close/>
                <a:moveTo>
                  <a:pt x="561975" y="1000125"/>
                </a:moveTo>
                <a:lnTo>
                  <a:pt x="571500" y="1000125"/>
                </a:lnTo>
                <a:lnTo>
                  <a:pt x="571500" y="1009650"/>
                </a:lnTo>
                <a:lnTo>
                  <a:pt x="561975" y="1009650"/>
                </a:lnTo>
                <a:close/>
                <a:moveTo>
                  <a:pt x="1028700" y="1000125"/>
                </a:moveTo>
                <a:lnTo>
                  <a:pt x="1038225" y="1000125"/>
                </a:lnTo>
                <a:lnTo>
                  <a:pt x="1038225" y="1009650"/>
                </a:lnTo>
                <a:lnTo>
                  <a:pt x="1028700" y="1009650"/>
                </a:lnTo>
                <a:close/>
                <a:moveTo>
                  <a:pt x="514350" y="1009650"/>
                </a:moveTo>
                <a:lnTo>
                  <a:pt x="523875" y="1009650"/>
                </a:lnTo>
                <a:lnTo>
                  <a:pt x="523875" y="1019175"/>
                </a:lnTo>
                <a:lnTo>
                  <a:pt x="514350" y="1019175"/>
                </a:lnTo>
                <a:close/>
                <a:moveTo>
                  <a:pt x="1057275" y="1009650"/>
                </a:moveTo>
                <a:lnTo>
                  <a:pt x="1066800" y="1009650"/>
                </a:lnTo>
                <a:lnTo>
                  <a:pt x="1066800" y="1019175"/>
                </a:lnTo>
                <a:lnTo>
                  <a:pt x="1057275" y="1019175"/>
                </a:lnTo>
                <a:close/>
                <a:moveTo>
                  <a:pt x="1076325" y="1009650"/>
                </a:moveTo>
                <a:lnTo>
                  <a:pt x="1085850" y="1009650"/>
                </a:lnTo>
                <a:lnTo>
                  <a:pt x="1085850" y="1019175"/>
                </a:lnTo>
                <a:lnTo>
                  <a:pt x="1076325" y="1019175"/>
                </a:lnTo>
                <a:close/>
                <a:moveTo>
                  <a:pt x="1104900" y="1009650"/>
                </a:moveTo>
                <a:lnTo>
                  <a:pt x="1114425" y="1009650"/>
                </a:lnTo>
                <a:lnTo>
                  <a:pt x="1114425" y="1019175"/>
                </a:lnTo>
                <a:lnTo>
                  <a:pt x="1104900" y="1019175"/>
                </a:lnTo>
                <a:close/>
                <a:moveTo>
                  <a:pt x="504825" y="1019175"/>
                </a:moveTo>
                <a:lnTo>
                  <a:pt x="514350" y="1019175"/>
                </a:lnTo>
                <a:lnTo>
                  <a:pt x="514350" y="1028700"/>
                </a:lnTo>
                <a:lnTo>
                  <a:pt x="504825" y="1028700"/>
                </a:lnTo>
                <a:close/>
                <a:moveTo>
                  <a:pt x="552450" y="1019175"/>
                </a:moveTo>
                <a:lnTo>
                  <a:pt x="561975" y="1019175"/>
                </a:lnTo>
                <a:lnTo>
                  <a:pt x="561975" y="1028700"/>
                </a:lnTo>
                <a:lnTo>
                  <a:pt x="552450" y="1028700"/>
                </a:lnTo>
                <a:close/>
                <a:moveTo>
                  <a:pt x="1038225" y="1019175"/>
                </a:moveTo>
                <a:lnTo>
                  <a:pt x="1047750" y="1019175"/>
                </a:lnTo>
                <a:lnTo>
                  <a:pt x="1047750" y="1028700"/>
                </a:lnTo>
                <a:lnTo>
                  <a:pt x="1038225" y="1028700"/>
                </a:lnTo>
                <a:close/>
                <a:moveTo>
                  <a:pt x="1085850" y="1019175"/>
                </a:moveTo>
                <a:lnTo>
                  <a:pt x="1095375" y="1019175"/>
                </a:lnTo>
                <a:lnTo>
                  <a:pt x="1095375" y="1028700"/>
                </a:lnTo>
                <a:lnTo>
                  <a:pt x="1085850" y="1028700"/>
                </a:lnTo>
                <a:close/>
                <a:moveTo>
                  <a:pt x="1438275" y="1019175"/>
                </a:moveTo>
                <a:lnTo>
                  <a:pt x="1447800" y="1019175"/>
                </a:lnTo>
                <a:lnTo>
                  <a:pt x="1447800" y="1028700"/>
                </a:lnTo>
                <a:lnTo>
                  <a:pt x="1438275" y="1028700"/>
                </a:lnTo>
                <a:close/>
                <a:moveTo>
                  <a:pt x="476250" y="1028700"/>
                </a:moveTo>
                <a:lnTo>
                  <a:pt x="485775" y="1028700"/>
                </a:lnTo>
                <a:lnTo>
                  <a:pt x="485775" y="1038225"/>
                </a:lnTo>
                <a:lnTo>
                  <a:pt x="476250" y="1038225"/>
                </a:lnTo>
                <a:close/>
                <a:moveTo>
                  <a:pt x="1028700" y="1028700"/>
                </a:moveTo>
                <a:lnTo>
                  <a:pt x="1038225" y="1028700"/>
                </a:lnTo>
                <a:lnTo>
                  <a:pt x="1038225" y="1047750"/>
                </a:lnTo>
                <a:lnTo>
                  <a:pt x="1028700" y="1047750"/>
                </a:lnTo>
                <a:close/>
                <a:moveTo>
                  <a:pt x="495300" y="1038225"/>
                </a:moveTo>
                <a:lnTo>
                  <a:pt x="504825" y="1038225"/>
                </a:lnTo>
                <a:lnTo>
                  <a:pt x="504825" y="1047750"/>
                </a:lnTo>
                <a:lnTo>
                  <a:pt x="495300" y="1047750"/>
                </a:lnTo>
                <a:close/>
                <a:moveTo>
                  <a:pt x="571500" y="1038225"/>
                </a:moveTo>
                <a:lnTo>
                  <a:pt x="590550" y="1038225"/>
                </a:lnTo>
                <a:lnTo>
                  <a:pt x="590550" y="1047750"/>
                </a:lnTo>
                <a:lnTo>
                  <a:pt x="581025" y="1047750"/>
                </a:lnTo>
                <a:lnTo>
                  <a:pt x="581025" y="1057275"/>
                </a:lnTo>
                <a:lnTo>
                  <a:pt x="571500" y="1057275"/>
                </a:lnTo>
                <a:close/>
                <a:moveTo>
                  <a:pt x="352425" y="1047750"/>
                </a:moveTo>
                <a:lnTo>
                  <a:pt x="361950" y="1047750"/>
                </a:lnTo>
                <a:lnTo>
                  <a:pt x="361950" y="1057275"/>
                </a:lnTo>
                <a:lnTo>
                  <a:pt x="352425" y="1057275"/>
                </a:lnTo>
                <a:close/>
                <a:moveTo>
                  <a:pt x="781050" y="1047750"/>
                </a:moveTo>
                <a:lnTo>
                  <a:pt x="790575" y="1047750"/>
                </a:lnTo>
                <a:lnTo>
                  <a:pt x="790575" y="1057275"/>
                </a:lnTo>
                <a:lnTo>
                  <a:pt x="781050" y="1057275"/>
                </a:lnTo>
                <a:close/>
                <a:moveTo>
                  <a:pt x="809625" y="1047750"/>
                </a:moveTo>
                <a:lnTo>
                  <a:pt x="819150" y="1047750"/>
                </a:lnTo>
                <a:lnTo>
                  <a:pt x="819150" y="1057275"/>
                </a:lnTo>
                <a:lnTo>
                  <a:pt x="809625" y="1057275"/>
                </a:lnTo>
                <a:close/>
                <a:moveTo>
                  <a:pt x="990600" y="1047750"/>
                </a:moveTo>
                <a:lnTo>
                  <a:pt x="1019175" y="1047750"/>
                </a:lnTo>
                <a:lnTo>
                  <a:pt x="1019175" y="1057275"/>
                </a:lnTo>
                <a:lnTo>
                  <a:pt x="990600" y="1057275"/>
                </a:lnTo>
                <a:close/>
                <a:moveTo>
                  <a:pt x="1095375" y="1047750"/>
                </a:moveTo>
                <a:lnTo>
                  <a:pt x="1104900" y="1047750"/>
                </a:lnTo>
                <a:lnTo>
                  <a:pt x="1104900" y="1057275"/>
                </a:lnTo>
                <a:lnTo>
                  <a:pt x="1095375" y="1057275"/>
                </a:lnTo>
                <a:close/>
                <a:moveTo>
                  <a:pt x="771525" y="1057275"/>
                </a:moveTo>
                <a:lnTo>
                  <a:pt x="781050" y="1057275"/>
                </a:lnTo>
                <a:lnTo>
                  <a:pt x="781050" y="1076325"/>
                </a:lnTo>
                <a:lnTo>
                  <a:pt x="771525" y="1076325"/>
                </a:lnTo>
                <a:close/>
                <a:moveTo>
                  <a:pt x="819150" y="1057275"/>
                </a:moveTo>
                <a:lnTo>
                  <a:pt x="828675" y="1057275"/>
                </a:lnTo>
                <a:lnTo>
                  <a:pt x="828675" y="1076325"/>
                </a:lnTo>
                <a:lnTo>
                  <a:pt x="819150" y="1076325"/>
                </a:lnTo>
                <a:close/>
                <a:moveTo>
                  <a:pt x="971550" y="1057275"/>
                </a:moveTo>
                <a:lnTo>
                  <a:pt x="981075" y="1057275"/>
                </a:lnTo>
                <a:lnTo>
                  <a:pt x="981075" y="1076325"/>
                </a:lnTo>
                <a:lnTo>
                  <a:pt x="971550" y="1076325"/>
                </a:lnTo>
                <a:close/>
                <a:moveTo>
                  <a:pt x="1038225" y="1057275"/>
                </a:moveTo>
                <a:lnTo>
                  <a:pt x="1047750" y="1057275"/>
                </a:lnTo>
                <a:lnTo>
                  <a:pt x="1047750" y="1076325"/>
                </a:lnTo>
                <a:lnTo>
                  <a:pt x="1038225" y="1076325"/>
                </a:lnTo>
                <a:close/>
                <a:moveTo>
                  <a:pt x="485775" y="1076325"/>
                </a:moveTo>
                <a:lnTo>
                  <a:pt x="495300" y="1076325"/>
                </a:lnTo>
                <a:lnTo>
                  <a:pt x="495300" y="1085850"/>
                </a:lnTo>
                <a:lnTo>
                  <a:pt x="485775" y="1085850"/>
                </a:lnTo>
                <a:close/>
                <a:moveTo>
                  <a:pt x="533400" y="1076325"/>
                </a:moveTo>
                <a:lnTo>
                  <a:pt x="542925" y="1076325"/>
                </a:lnTo>
                <a:lnTo>
                  <a:pt x="542925" y="1085850"/>
                </a:lnTo>
                <a:lnTo>
                  <a:pt x="533400" y="1085850"/>
                </a:lnTo>
                <a:close/>
                <a:moveTo>
                  <a:pt x="1047750" y="1076325"/>
                </a:moveTo>
                <a:lnTo>
                  <a:pt x="1057275" y="1076325"/>
                </a:lnTo>
                <a:lnTo>
                  <a:pt x="1057275" y="1085850"/>
                </a:lnTo>
                <a:lnTo>
                  <a:pt x="1047750" y="1085850"/>
                </a:lnTo>
                <a:close/>
                <a:moveTo>
                  <a:pt x="1123950" y="1076325"/>
                </a:moveTo>
                <a:lnTo>
                  <a:pt x="1133475" y="1076325"/>
                </a:lnTo>
                <a:lnTo>
                  <a:pt x="1133475" y="1085850"/>
                </a:lnTo>
                <a:lnTo>
                  <a:pt x="1123950" y="1085850"/>
                </a:lnTo>
                <a:close/>
                <a:moveTo>
                  <a:pt x="514350" y="1085850"/>
                </a:moveTo>
                <a:lnTo>
                  <a:pt x="523875" y="1085850"/>
                </a:lnTo>
                <a:lnTo>
                  <a:pt x="523875" y="1104900"/>
                </a:lnTo>
                <a:lnTo>
                  <a:pt x="533400" y="1104900"/>
                </a:lnTo>
                <a:lnTo>
                  <a:pt x="533400" y="1114425"/>
                </a:lnTo>
                <a:lnTo>
                  <a:pt x="514350" y="1114425"/>
                </a:lnTo>
                <a:close/>
                <a:moveTo>
                  <a:pt x="571500" y="1085850"/>
                </a:moveTo>
                <a:lnTo>
                  <a:pt x="581025" y="1085850"/>
                </a:lnTo>
                <a:lnTo>
                  <a:pt x="581025" y="1095375"/>
                </a:lnTo>
                <a:lnTo>
                  <a:pt x="571500" y="1095375"/>
                </a:lnTo>
                <a:close/>
                <a:moveTo>
                  <a:pt x="600075" y="1085850"/>
                </a:moveTo>
                <a:lnTo>
                  <a:pt x="609600" y="1085850"/>
                </a:lnTo>
                <a:lnTo>
                  <a:pt x="609600" y="1095375"/>
                </a:lnTo>
                <a:lnTo>
                  <a:pt x="600075" y="1095375"/>
                </a:lnTo>
                <a:close/>
                <a:moveTo>
                  <a:pt x="457200" y="1095375"/>
                </a:moveTo>
                <a:lnTo>
                  <a:pt x="466725" y="1095375"/>
                </a:lnTo>
                <a:lnTo>
                  <a:pt x="466725" y="1104900"/>
                </a:lnTo>
                <a:lnTo>
                  <a:pt x="457200" y="1104900"/>
                </a:lnTo>
                <a:close/>
                <a:moveTo>
                  <a:pt x="542925" y="1095375"/>
                </a:moveTo>
                <a:lnTo>
                  <a:pt x="552450" y="1095375"/>
                </a:lnTo>
                <a:lnTo>
                  <a:pt x="552450" y="1104900"/>
                </a:lnTo>
                <a:lnTo>
                  <a:pt x="542925" y="1104900"/>
                </a:lnTo>
                <a:close/>
                <a:moveTo>
                  <a:pt x="962025" y="1095375"/>
                </a:moveTo>
                <a:lnTo>
                  <a:pt x="971550" y="1095375"/>
                </a:lnTo>
                <a:lnTo>
                  <a:pt x="971550" y="1133475"/>
                </a:lnTo>
                <a:lnTo>
                  <a:pt x="962025" y="1133475"/>
                </a:lnTo>
                <a:close/>
                <a:moveTo>
                  <a:pt x="1047750" y="1095375"/>
                </a:moveTo>
                <a:lnTo>
                  <a:pt x="1057275" y="1095375"/>
                </a:lnTo>
                <a:lnTo>
                  <a:pt x="1057275" y="1104900"/>
                </a:lnTo>
                <a:lnTo>
                  <a:pt x="1047750" y="1104900"/>
                </a:lnTo>
                <a:close/>
                <a:moveTo>
                  <a:pt x="1076325" y="1095375"/>
                </a:moveTo>
                <a:lnTo>
                  <a:pt x="1085850" y="1095375"/>
                </a:lnTo>
                <a:lnTo>
                  <a:pt x="1085850" y="1104900"/>
                </a:lnTo>
                <a:lnTo>
                  <a:pt x="1076325" y="1104900"/>
                </a:lnTo>
                <a:close/>
                <a:moveTo>
                  <a:pt x="1038225" y="1104900"/>
                </a:moveTo>
                <a:lnTo>
                  <a:pt x="1047750" y="1104900"/>
                </a:lnTo>
                <a:lnTo>
                  <a:pt x="1047750" y="1114425"/>
                </a:lnTo>
                <a:lnTo>
                  <a:pt x="1038225" y="1114425"/>
                </a:lnTo>
                <a:close/>
                <a:moveTo>
                  <a:pt x="1066800" y="1104900"/>
                </a:moveTo>
                <a:lnTo>
                  <a:pt x="1076325" y="1104900"/>
                </a:lnTo>
                <a:lnTo>
                  <a:pt x="1076325" y="1114425"/>
                </a:lnTo>
                <a:lnTo>
                  <a:pt x="1066800" y="1114425"/>
                </a:lnTo>
                <a:close/>
                <a:moveTo>
                  <a:pt x="352425" y="1114425"/>
                </a:moveTo>
                <a:lnTo>
                  <a:pt x="361950" y="1114425"/>
                </a:lnTo>
                <a:lnTo>
                  <a:pt x="361950" y="1123950"/>
                </a:lnTo>
                <a:lnTo>
                  <a:pt x="352425" y="1123950"/>
                </a:lnTo>
                <a:close/>
                <a:moveTo>
                  <a:pt x="476250" y="1114425"/>
                </a:moveTo>
                <a:lnTo>
                  <a:pt x="485775" y="1114425"/>
                </a:lnTo>
                <a:lnTo>
                  <a:pt x="485775" y="1133475"/>
                </a:lnTo>
                <a:lnTo>
                  <a:pt x="476250" y="1133475"/>
                </a:lnTo>
                <a:close/>
                <a:moveTo>
                  <a:pt x="609600" y="1114425"/>
                </a:moveTo>
                <a:lnTo>
                  <a:pt x="619125" y="1114425"/>
                </a:lnTo>
                <a:lnTo>
                  <a:pt x="619125" y="1133475"/>
                </a:lnTo>
                <a:lnTo>
                  <a:pt x="609600" y="1133475"/>
                </a:lnTo>
                <a:close/>
                <a:moveTo>
                  <a:pt x="1133475" y="1114425"/>
                </a:moveTo>
                <a:lnTo>
                  <a:pt x="1143000" y="1114425"/>
                </a:lnTo>
                <a:lnTo>
                  <a:pt x="1143000" y="1123950"/>
                </a:lnTo>
                <a:lnTo>
                  <a:pt x="1133475" y="1123950"/>
                </a:lnTo>
                <a:close/>
                <a:moveTo>
                  <a:pt x="1009650" y="1123950"/>
                </a:moveTo>
                <a:lnTo>
                  <a:pt x="1019175" y="1123950"/>
                </a:lnTo>
                <a:lnTo>
                  <a:pt x="1019175" y="1133475"/>
                </a:lnTo>
                <a:lnTo>
                  <a:pt x="1009650" y="1133475"/>
                </a:lnTo>
                <a:close/>
                <a:moveTo>
                  <a:pt x="1114425" y="1123950"/>
                </a:moveTo>
                <a:lnTo>
                  <a:pt x="1123950" y="1123950"/>
                </a:lnTo>
                <a:lnTo>
                  <a:pt x="1123950" y="1162050"/>
                </a:lnTo>
                <a:lnTo>
                  <a:pt x="1114425" y="1162050"/>
                </a:lnTo>
                <a:close/>
                <a:moveTo>
                  <a:pt x="1000125" y="1133475"/>
                </a:moveTo>
                <a:lnTo>
                  <a:pt x="1009650" y="1133475"/>
                </a:lnTo>
                <a:lnTo>
                  <a:pt x="1009650" y="1143000"/>
                </a:lnTo>
                <a:lnTo>
                  <a:pt x="1000125" y="1143000"/>
                </a:lnTo>
                <a:close/>
                <a:moveTo>
                  <a:pt x="1019175" y="1143000"/>
                </a:moveTo>
                <a:lnTo>
                  <a:pt x="1028700" y="1143000"/>
                </a:lnTo>
                <a:lnTo>
                  <a:pt x="1028700" y="1171575"/>
                </a:lnTo>
                <a:lnTo>
                  <a:pt x="1019175" y="1171575"/>
                </a:lnTo>
                <a:close/>
                <a:moveTo>
                  <a:pt x="581025" y="1162050"/>
                </a:moveTo>
                <a:lnTo>
                  <a:pt x="590550" y="1162050"/>
                </a:lnTo>
                <a:lnTo>
                  <a:pt x="590550" y="1171575"/>
                </a:lnTo>
                <a:lnTo>
                  <a:pt x="581025" y="1171575"/>
                </a:lnTo>
                <a:close/>
                <a:moveTo>
                  <a:pt x="1133475" y="1162050"/>
                </a:moveTo>
                <a:lnTo>
                  <a:pt x="1143000" y="1162050"/>
                </a:lnTo>
                <a:lnTo>
                  <a:pt x="1143000" y="1171575"/>
                </a:lnTo>
                <a:lnTo>
                  <a:pt x="1133475" y="1171575"/>
                </a:lnTo>
                <a:close/>
                <a:moveTo>
                  <a:pt x="485775" y="1171575"/>
                </a:moveTo>
                <a:lnTo>
                  <a:pt x="495300" y="1171575"/>
                </a:lnTo>
                <a:lnTo>
                  <a:pt x="495300" y="1181100"/>
                </a:lnTo>
                <a:lnTo>
                  <a:pt x="485775" y="1181100"/>
                </a:lnTo>
                <a:close/>
                <a:moveTo>
                  <a:pt x="981075" y="1171575"/>
                </a:moveTo>
                <a:lnTo>
                  <a:pt x="990600" y="1171575"/>
                </a:lnTo>
                <a:lnTo>
                  <a:pt x="990600" y="1181100"/>
                </a:lnTo>
                <a:lnTo>
                  <a:pt x="981075" y="1181100"/>
                </a:lnTo>
                <a:close/>
                <a:moveTo>
                  <a:pt x="466725" y="1181100"/>
                </a:moveTo>
                <a:lnTo>
                  <a:pt x="476250" y="1181100"/>
                </a:lnTo>
                <a:lnTo>
                  <a:pt x="476250" y="1190625"/>
                </a:lnTo>
                <a:lnTo>
                  <a:pt x="466725" y="1190625"/>
                </a:lnTo>
                <a:close/>
                <a:moveTo>
                  <a:pt x="495300" y="1181100"/>
                </a:moveTo>
                <a:lnTo>
                  <a:pt x="504825" y="1181100"/>
                </a:lnTo>
                <a:lnTo>
                  <a:pt x="504825" y="1190625"/>
                </a:lnTo>
                <a:lnTo>
                  <a:pt x="495300" y="1190625"/>
                </a:lnTo>
                <a:close/>
                <a:moveTo>
                  <a:pt x="542925" y="1181100"/>
                </a:moveTo>
                <a:lnTo>
                  <a:pt x="552450" y="1181100"/>
                </a:lnTo>
                <a:lnTo>
                  <a:pt x="552450" y="1190625"/>
                </a:lnTo>
                <a:lnTo>
                  <a:pt x="542925" y="1190625"/>
                </a:lnTo>
                <a:close/>
                <a:moveTo>
                  <a:pt x="590550" y="1181100"/>
                </a:moveTo>
                <a:lnTo>
                  <a:pt x="600075" y="1181100"/>
                </a:lnTo>
                <a:lnTo>
                  <a:pt x="600075" y="1190625"/>
                </a:lnTo>
                <a:lnTo>
                  <a:pt x="590550" y="1190625"/>
                </a:lnTo>
                <a:close/>
                <a:moveTo>
                  <a:pt x="1047750" y="1181100"/>
                </a:moveTo>
                <a:lnTo>
                  <a:pt x="1057275" y="1181100"/>
                </a:lnTo>
                <a:lnTo>
                  <a:pt x="1057275" y="1190625"/>
                </a:lnTo>
                <a:lnTo>
                  <a:pt x="1047750" y="1190625"/>
                </a:lnTo>
                <a:close/>
                <a:moveTo>
                  <a:pt x="1123950" y="1181100"/>
                </a:moveTo>
                <a:lnTo>
                  <a:pt x="1133475" y="1181100"/>
                </a:lnTo>
                <a:lnTo>
                  <a:pt x="1133475" y="1190625"/>
                </a:lnTo>
                <a:lnTo>
                  <a:pt x="1123950" y="1190625"/>
                </a:lnTo>
                <a:close/>
                <a:moveTo>
                  <a:pt x="476250" y="1190625"/>
                </a:moveTo>
                <a:lnTo>
                  <a:pt x="485775" y="1190625"/>
                </a:lnTo>
                <a:lnTo>
                  <a:pt x="485775" y="1200150"/>
                </a:lnTo>
                <a:lnTo>
                  <a:pt x="476250" y="1200150"/>
                </a:lnTo>
                <a:close/>
                <a:moveTo>
                  <a:pt x="619125" y="1190625"/>
                </a:moveTo>
                <a:lnTo>
                  <a:pt x="628650" y="1190625"/>
                </a:lnTo>
                <a:lnTo>
                  <a:pt x="628650" y="1200150"/>
                </a:lnTo>
                <a:lnTo>
                  <a:pt x="638175" y="1200150"/>
                </a:lnTo>
                <a:lnTo>
                  <a:pt x="638175" y="1219200"/>
                </a:lnTo>
                <a:lnTo>
                  <a:pt x="609600" y="1219200"/>
                </a:lnTo>
                <a:lnTo>
                  <a:pt x="609600" y="1200150"/>
                </a:lnTo>
                <a:lnTo>
                  <a:pt x="619125" y="1200150"/>
                </a:lnTo>
                <a:close/>
                <a:moveTo>
                  <a:pt x="971550" y="1190625"/>
                </a:moveTo>
                <a:lnTo>
                  <a:pt x="981075" y="1190625"/>
                </a:lnTo>
                <a:lnTo>
                  <a:pt x="981075" y="1209675"/>
                </a:lnTo>
                <a:lnTo>
                  <a:pt x="990600" y="1209675"/>
                </a:lnTo>
                <a:lnTo>
                  <a:pt x="990600" y="1219200"/>
                </a:lnTo>
                <a:lnTo>
                  <a:pt x="962025" y="1219200"/>
                </a:lnTo>
                <a:lnTo>
                  <a:pt x="962025" y="1200150"/>
                </a:lnTo>
                <a:lnTo>
                  <a:pt x="971550" y="1200150"/>
                </a:lnTo>
                <a:close/>
                <a:moveTo>
                  <a:pt x="1019175" y="1190625"/>
                </a:moveTo>
                <a:lnTo>
                  <a:pt x="1028700" y="1190625"/>
                </a:lnTo>
                <a:lnTo>
                  <a:pt x="1028700" y="1200150"/>
                </a:lnTo>
                <a:lnTo>
                  <a:pt x="1019175" y="1200150"/>
                </a:lnTo>
                <a:close/>
                <a:moveTo>
                  <a:pt x="1114425" y="1190625"/>
                </a:moveTo>
                <a:lnTo>
                  <a:pt x="1123950" y="1190625"/>
                </a:lnTo>
                <a:lnTo>
                  <a:pt x="1123950" y="1200150"/>
                </a:lnTo>
                <a:lnTo>
                  <a:pt x="1114425" y="1200150"/>
                </a:lnTo>
                <a:close/>
                <a:moveTo>
                  <a:pt x="552450" y="1200150"/>
                </a:moveTo>
                <a:lnTo>
                  <a:pt x="561975" y="1200150"/>
                </a:lnTo>
                <a:lnTo>
                  <a:pt x="561975" y="1209675"/>
                </a:lnTo>
                <a:lnTo>
                  <a:pt x="552450" y="1209675"/>
                </a:lnTo>
                <a:close/>
                <a:moveTo>
                  <a:pt x="1038225" y="1200150"/>
                </a:moveTo>
                <a:lnTo>
                  <a:pt x="1047750" y="1200150"/>
                </a:lnTo>
                <a:lnTo>
                  <a:pt x="1047750" y="1209675"/>
                </a:lnTo>
                <a:lnTo>
                  <a:pt x="1038225" y="1209675"/>
                </a:lnTo>
                <a:close/>
                <a:moveTo>
                  <a:pt x="600075" y="1228725"/>
                </a:moveTo>
                <a:lnTo>
                  <a:pt x="609600" y="1228725"/>
                </a:lnTo>
                <a:lnTo>
                  <a:pt x="609600" y="1247775"/>
                </a:lnTo>
                <a:lnTo>
                  <a:pt x="600075" y="1247775"/>
                </a:lnTo>
                <a:close/>
                <a:moveTo>
                  <a:pt x="123825" y="1247775"/>
                </a:moveTo>
                <a:lnTo>
                  <a:pt x="200025" y="1247775"/>
                </a:lnTo>
                <a:lnTo>
                  <a:pt x="200025" y="1257300"/>
                </a:lnTo>
                <a:lnTo>
                  <a:pt x="123825" y="1257300"/>
                </a:lnTo>
                <a:close/>
                <a:moveTo>
                  <a:pt x="590550" y="1247775"/>
                </a:moveTo>
                <a:lnTo>
                  <a:pt x="600075" y="1247775"/>
                </a:lnTo>
                <a:lnTo>
                  <a:pt x="600075" y="1257300"/>
                </a:lnTo>
                <a:lnTo>
                  <a:pt x="590550" y="1257300"/>
                </a:lnTo>
                <a:close/>
                <a:moveTo>
                  <a:pt x="628650" y="1247775"/>
                </a:moveTo>
                <a:lnTo>
                  <a:pt x="638175" y="1247775"/>
                </a:lnTo>
                <a:lnTo>
                  <a:pt x="638175" y="1257300"/>
                </a:lnTo>
                <a:lnTo>
                  <a:pt x="628650" y="1257300"/>
                </a:lnTo>
                <a:close/>
                <a:moveTo>
                  <a:pt x="857250" y="1247775"/>
                </a:moveTo>
                <a:lnTo>
                  <a:pt x="962025" y="1247775"/>
                </a:lnTo>
                <a:lnTo>
                  <a:pt x="962025" y="1257300"/>
                </a:lnTo>
                <a:lnTo>
                  <a:pt x="857250" y="1257300"/>
                </a:lnTo>
                <a:close/>
                <a:moveTo>
                  <a:pt x="1314450" y="1247775"/>
                </a:moveTo>
                <a:lnTo>
                  <a:pt x="1362075" y="1247775"/>
                </a:lnTo>
                <a:lnTo>
                  <a:pt x="1362075" y="1257300"/>
                </a:lnTo>
                <a:lnTo>
                  <a:pt x="1314450" y="1257300"/>
                </a:lnTo>
                <a:close/>
                <a:moveTo>
                  <a:pt x="1400175" y="1247775"/>
                </a:moveTo>
                <a:lnTo>
                  <a:pt x="1428750" y="1247775"/>
                </a:lnTo>
                <a:lnTo>
                  <a:pt x="1428750" y="1257300"/>
                </a:lnTo>
                <a:lnTo>
                  <a:pt x="1400175" y="1257300"/>
                </a:lnTo>
                <a:close/>
                <a:moveTo>
                  <a:pt x="114300" y="1257300"/>
                </a:moveTo>
                <a:lnTo>
                  <a:pt x="123825" y="1257300"/>
                </a:lnTo>
                <a:lnTo>
                  <a:pt x="123825" y="1266825"/>
                </a:lnTo>
                <a:lnTo>
                  <a:pt x="114300" y="1266825"/>
                </a:lnTo>
                <a:close/>
                <a:moveTo>
                  <a:pt x="200025" y="1257300"/>
                </a:moveTo>
                <a:lnTo>
                  <a:pt x="209550" y="1257300"/>
                </a:lnTo>
                <a:lnTo>
                  <a:pt x="209550" y="1276350"/>
                </a:lnTo>
                <a:lnTo>
                  <a:pt x="200025" y="1276350"/>
                </a:lnTo>
                <a:close/>
                <a:moveTo>
                  <a:pt x="247650" y="1257300"/>
                </a:moveTo>
                <a:lnTo>
                  <a:pt x="257175" y="1257300"/>
                </a:lnTo>
                <a:lnTo>
                  <a:pt x="257175" y="1276350"/>
                </a:lnTo>
                <a:lnTo>
                  <a:pt x="247650" y="1276350"/>
                </a:lnTo>
                <a:close/>
                <a:moveTo>
                  <a:pt x="1362075" y="1257300"/>
                </a:moveTo>
                <a:lnTo>
                  <a:pt x="1371600" y="1257300"/>
                </a:lnTo>
                <a:lnTo>
                  <a:pt x="1371600" y="1276350"/>
                </a:lnTo>
                <a:lnTo>
                  <a:pt x="1362075" y="1276350"/>
                </a:lnTo>
                <a:close/>
                <a:moveTo>
                  <a:pt x="1390650" y="1257300"/>
                </a:moveTo>
                <a:lnTo>
                  <a:pt x="1400175" y="1257300"/>
                </a:lnTo>
                <a:lnTo>
                  <a:pt x="1400175" y="1266825"/>
                </a:lnTo>
                <a:lnTo>
                  <a:pt x="1390650" y="1266825"/>
                </a:lnTo>
                <a:close/>
              </a:path>
            </a:pathLst>
          </a:custGeom>
          <a:solidFill xmlns:a="http://schemas.openxmlformats.org/drawingml/2006/main">
            <a:srgbClr val="D9E2DB"/>
          </a:solidFill>
          <a:ln xmlns:a="http://schemas.openxmlformats.org/drawingml/2006/main" w="0">
            <a:noFill/>
          </a:ln>
        </p:spPr>
      </p:sp>
      <p:sp>
        <p:nvSpPr>
          <p:cNvPr id="36" name="turno1 vector #a6b4ab">
            <a:extLst xmlns:a="http://schemas.openxmlformats.org/drawingml/2006/main">
              <a:ext uri="{FF2B5EF4-FFF2-40B4-BE49-F238E27FC236}">
                <a16:creationId xmlns:a16="http://schemas.microsoft.com/office/drawing/2014/main" id="{A844077C-1159-4006-892A-39D928E90F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2025" y="2752725"/>
            <a:ext cx="2476500" cy="2095500"/>
          </a:xfrm>
          <a:custGeom xmlns:a="http://schemas.openxmlformats.org/drawingml/2006/main">
            <a:pathLst>
              <a:path w="1609725" h="1362075">
                <a:moveTo>
                  <a:pt x="1028700" y="66675"/>
                </a:moveTo>
                <a:lnTo>
                  <a:pt x="1047750" y="66675"/>
                </a:lnTo>
                <a:lnTo>
                  <a:pt x="1047750" y="76200"/>
                </a:lnTo>
                <a:lnTo>
                  <a:pt x="1028700" y="76200"/>
                </a:lnTo>
                <a:close/>
                <a:moveTo>
                  <a:pt x="1247775" y="66675"/>
                </a:moveTo>
                <a:lnTo>
                  <a:pt x="1257300" y="66675"/>
                </a:lnTo>
                <a:lnTo>
                  <a:pt x="1257300" y="76200"/>
                </a:lnTo>
                <a:lnTo>
                  <a:pt x="1247775" y="76200"/>
                </a:lnTo>
                <a:close/>
                <a:moveTo>
                  <a:pt x="1000125" y="104775"/>
                </a:moveTo>
                <a:lnTo>
                  <a:pt x="1009650" y="104775"/>
                </a:lnTo>
                <a:lnTo>
                  <a:pt x="1009650" y="219075"/>
                </a:lnTo>
                <a:lnTo>
                  <a:pt x="1000125" y="219075"/>
                </a:lnTo>
                <a:close/>
                <a:moveTo>
                  <a:pt x="1285875" y="104775"/>
                </a:moveTo>
                <a:lnTo>
                  <a:pt x="1295400" y="104775"/>
                </a:lnTo>
                <a:lnTo>
                  <a:pt x="1295400" y="219075"/>
                </a:lnTo>
                <a:lnTo>
                  <a:pt x="1285875" y="219075"/>
                </a:lnTo>
                <a:close/>
                <a:moveTo>
                  <a:pt x="342900" y="133350"/>
                </a:moveTo>
                <a:lnTo>
                  <a:pt x="361950" y="133350"/>
                </a:lnTo>
                <a:lnTo>
                  <a:pt x="361950" y="152400"/>
                </a:lnTo>
                <a:lnTo>
                  <a:pt x="352425" y="152400"/>
                </a:lnTo>
                <a:lnTo>
                  <a:pt x="352425" y="142875"/>
                </a:lnTo>
                <a:lnTo>
                  <a:pt x="342900" y="142875"/>
                </a:lnTo>
                <a:close/>
                <a:moveTo>
                  <a:pt x="571500" y="133350"/>
                </a:moveTo>
                <a:lnTo>
                  <a:pt x="600075" y="133350"/>
                </a:lnTo>
                <a:lnTo>
                  <a:pt x="600075" y="142875"/>
                </a:lnTo>
                <a:lnTo>
                  <a:pt x="581025" y="142875"/>
                </a:lnTo>
                <a:lnTo>
                  <a:pt x="581025" y="152400"/>
                </a:lnTo>
                <a:lnTo>
                  <a:pt x="571500" y="152400"/>
                </a:lnTo>
                <a:close/>
                <a:moveTo>
                  <a:pt x="333375" y="142875"/>
                </a:moveTo>
                <a:lnTo>
                  <a:pt x="342900" y="142875"/>
                </a:lnTo>
                <a:lnTo>
                  <a:pt x="342900" y="152400"/>
                </a:lnTo>
                <a:lnTo>
                  <a:pt x="333375" y="152400"/>
                </a:lnTo>
                <a:close/>
                <a:moveTo>
                  <a:pt x="600075" y="142875"/>
                </a:moveTo>
                <a:lnTo>
                  <a:pt x="609600" y="142875"/>
                </a:lnTo>
                <a:lnTo>
                  <a:pt x="609600" y="295275"/>
                </a:lnTo>
                <a:lnTo>
                  <a:pt x="600075" y="295275"/>
                </a:lnTo>
                <a:lnTo>
                  <a:pt x="600075" y="285750"/>
                </a:lnTo>
                <a:lnTo>
                  <a:pt x="590550" y="285750"/>
                </a:lnTo>
                <a:lnTo>
                  <a:pt x="590550" y="161925"/>
                </a:lnTo>
                <a:lnTo>
                  <a:pt x="581025" y="161925"/>
                </a:lnTo>
                <a:lnTo>
                  <a:pt x="581025" y="152400"/>
                </a:lnTo>
                <a:lnTo>
                  <a:pt x="590550" y="152400"/>
                </a:lnTo>
                <a:lnTo>
                  <a:pt x="590550" y="161925"/>
                </a:lnTo>
                <a:lnTo>
                  <a:pt x="600075" y="161925"/>
                </a:lnTo>
                <a:close/>
                <a:moveTo>
                  <a:pt x="1381125" y="142875"/>
                </a:moveTo>
                <a:lnTo>
                  <a:pt x="1390650" y="142875"/>
                </a:lnTo>
                <a:lnTo>
                  <a:pt x="1390650" y="152400"/>
                </a:lnTo>
                <a:lnTo>
                  <a:pt x="1381125" y="152400"/>
                </a:lnTo>
                <a:close/>
                <a:moveTo>
                  <a:pt x="1438275" y="142875"/>
                </a:moveTo>
                <a:lnTo>
                  <a:pt x="1447800" y="142875"/>
                </a:lnTo>
                <a:lnTo>
                  <a:pt x="1447800" y="152400"/>
                </a:lnTo>
                <a:lnTo>
                  <a:pt x="1438275" y="152400"/>
                </a:lnTo>
                <a:close/>
                <a:moveTo>
                  <a:pt x="323850" y="152400"/>
                </a:moveTo>
                <a:lnTo>
                  <a:pt x="333375" y="152400"/>
                </a:lnTo>
                <a:lnTo>
                  <a:pt x="333375" y="161925"/>
                </a:lnTo>
                <a:lnTo>
                  <a:pt x="323850" y="161925"/>
                </a:lnTo>
                <a:close/>
                <a:moveTo>
                  <a:pt x="342900" y="152400"/>
                </a:moveTo>
                <a:lnTo>
                  <a:pt x="352425" y="152400"/>
                </a:lnTo>
                <a:lnTo>
                  <a:pt x="352425" y="161925"/>
                </a:lnTo>
                <a:lnTo>
                  <a:pt x="342900" y="161925"/>
                </a:lnTo>
                <a:close/>
                <a:moveTo>
                  <a:pt x="1143000" y="152400"/>
                </a:moveTo>
                <a:lnTo>
                  <a:pt x="1152525" y="152400"/>
                </a:lnTo>
                <a:lnTo>
                  <a:pt x="1152525" y="171450"/>
                </a:lnTo>
                <a:lnTo>
                  <a:pt x="1143000" y="171450"/>
                </a:lnTo>
                <a:close/>
                <a:moveTo>
                  <a:pt x="1352550" y="171450"/>
                </a:moveTo>
                <a:lnTo>
                  <a:pt x="1362075" y="171450"/>
                </a:lnTo>
                <a:lnTo>
                  <a:pt x="1362075" y="180975"/>
                </a:lnTo>
                <a:lnTo>
                  <a:pt x="1352550" y="180975"/>
                </a:lnTo>
                <a:close/>
                <a:moveTo>
                  <a:pt x="1466850" y="171450"/>
                </a:moveTo>
                <a:lnTo>
                  <a:pt x="1476375" y="171450"/>
                </a:lnTo>
                <a:lnTo>
                  <a:pt x="1476375" y="180975"/>
                </a:lnTo>
                <a:lnTo>
                  <a:pt x="1466850" y="180975"/>
                </a:lnTo>
                <a:close/>
                <a:moveTo>
                  <a:pt x="542925" y="190500"/>
                </a:moveTo>
                <a:lnTo>
                  <a:pt x="552450" y="190500"/>
                </a:lnTo>
                <a:lnTo>
                  <a:pt x="552450" y="209550"/>
                </a:lnTo>
                <a:lnTo>
                  <a:pt x="542925" y="209550"/>
                </a:lnTo>
                <a:close/>
                <a:moveTo>
                  <a:pt x="1343025" y="200025"/>
                </a:moveTo>
                <a:lnTo>
                  <a:pt x="1352550" y="200025"/>
                </a:lnTo>
                <a:lnTo>
                  <a:pt x="1352550" y="219075"/>
                </a:lnTo>
                <a:lnTo>
                  <a:pt x="1343025" y="219075"/>
                </a:lnTo>
                <a:close/>
                <a:moveTo>
                  <a:pt x="1476375" y="200025"/>
                </a:moveTo>
                <a:lnTo>
                  <a:pt x="1485900" y="200025"/>
                </a:lnTo>
                <a:lnTo>
                  <a:pt x="1485900" y="219075"/>
                </a:lnTo>
                <a:lnTo>
                  <a:pt x="1476375" y="219075"/>
                </a:lnTo>
                <a:close/>
                <a:moveTo>
                  <a:pt x="390525" y="238125"/>
                </a:moveTo>
                <a:lnTo>
                  <a:pt x="495300" y="238125"/>
                </a:lnTo>
                <a:lnTo>
                  <a:pt x="495300" y="257175"/>
                </a:lnTo>
                <a:lnTo>
                  <a:pt x="390525" y="257175"/>
                </a:lnTo>
                <a:close/>
                <a:moveTo>
                  <a:pt x="1466850" y="238125"/>
                </a:moveTo>
                <a:lnTo>
                  <a:pt x="1476375" y="238125"/>
                </a:lnTo>
                <a:lnTo>
                  <a:pt x="1476375" y="247650"/>
                </a:lnTo>
                <a:lnTo>
                  <a:pt x="1466850" y="247650"/>
                </a:lnTo>
                <a:close/>
                <a:moveTo>
                  <a:pt x="1038225" y="247650"/>
                </a:moveTo>
                <a:lnTo>
                  <a:pt x="1047750" y="247650"/>
                </a:lnTo>
                <a:lnTo>
                  <a:pt x="1047750" y="257175"/>
                </a:lnTo>
                <a:lnTo>
                  <a:pt x="1038225" y="257175"/>
                </a:lnTo>
                <a:close/>
                <a:moveTo>
                  <a:pt x="1257300" y="247650"/>
                </a:moveTo>
                <a:lnTo>
                  <a:pt x="1266825" y="247650"/>
                </a:lnTo>
                <a:lnTo>
                  <a:pt x="1266825" y="257175"/>
                </a:lnTo>
                <a:lnTo>
                  <a:pt x="1257300" y="257175"/>
                </a:lnTo>
                <a:close/>
                <a:moveTo>
                  <a:pt x="1362075" y="247650"/>
                </a:moveTo>
                <a:lnTo>
                  <a:pt x="1371600" y="247650"/>
                </a:lnTo>
                <a:lnTo>
                  <a:pt x="1371600" y="257175"/>
                </a:lnTo>
                <a:lnTo>
                  <a:pt x="1362075" y="257175"/>
                </a:lnTo>
                <a:close/>
                <a:moveTo>
                  <a:pt x="1457325" y="247650"/>
                </a:moveTo>
                <a:lnTo>
                  <a:pt x="1466850" y="247650"/>
                </a:lnTo>
                <a:lnTo>
                  <a:pt x="1466850" y="257175"/>
                </a:lnTo>
                <a:lnTo>
                  <a:pt x="1457325" y="257175"/>
                </a:lnTo>
                <a:close/>
                <a:moveTo>
                  <a:pt x="1181100" y="257175"/>
                </a:moveTo>
                <a:lnTo>
                  <a:pt x="1190625" y="257175"/>
                </a:lnTo>
                <a:lnTo>
                  <a:pt x="1190625" y="266700"/>
                </a:lnTo>
                <a:lnTo>
                  <a:pt x="1181100" y="266700"/>
                </a:lnTo>
                <a:close/>
                <a:moveTo>
                  <a:pt x="1247775" y="257175"/>
                </a:moveTo>
                <a:lnTo>
                  <a:pt x="1257300" y="257175"/>
                </a:lnTo>
                <a:lnTo>
                  <a:pt x="1257300" y="266700"/>
                </a:lnTo>
                <a:lnTo>
                  <a:pt x="1247775" y="266700"/>
                </a:lnTo>
                <a:close/>
                <a:moveTo>
                  <a:pt x="1371600" y="257175"/>
                </a:moveTo>
                <a:lnTo>
                  <a:pt x="1381125" y="257175"/>
                </a:lnTo>
                <a:lnTo>
                  <a:pt x="1381125" y="266700"/>
                </a:lnTo>
                <a:lnTo>
                  <a:pt x="1371600" y="266700"/>
                </a:lnTo>
                <a:close/>
                <a:moveTo>
                  <a:pt x="1447800" y="257175"/>
                </a:moveTo>
                <a:lnTo>
                  <a:pt x="1457325" y="257175"/>
                </a:lnTo>
                <a:lnTo>
                  <a:pt x="1457325" y="266700"/>
                </a:lnTo>
                <a:lnTo>
                  <a:pt x="1447800" y="266700"/>
                </a:lnTo>
                <a:close/>
                <a:moveTo>
                  <a:pt x="200025" y="266700"/>
                </a:moveTo>
                <a:lnTo>
                  <a:pt x="209550" y="266700"/>
                </a:lnTo>
                <a:lnTo>
                  <a:pt x="209550" y="276225"/>
                </a:lnTo>
                <a:lnTo>
                  <a:pt x="200025" y="276225"/>
                </a:lnTo>
                <a:close/>
                <a:moveTo>
                  <a:pt x="238125" y="266700"/>
                </a:moveTo>
                <a:lnTo>
                  <a:pt x="247650" y="266700"/>
                </a:lnTo>
                <a:lnTo>
                  <a:pt x="247650" y="276225"/>
                </a:lnTo>
                <a:lnTo>
                  <a:pt x="238125" y="276225"/>
                </a:lnTo>
                <a:close/>
                <a:moveTo>
                  <a:pt x="1190625" y="266700"/>
                </a:moveTo>
                <a:lnTo>
                  <a:pt x="1200150" y="266700"/>
                </a:lnTo>
                <a:lnTo>
                  <a:pt x="1200150" y="276225"/>
                </a:lnTo>
                <a:lnTo>
                  <a:pt x="1190625" y="276225"/>
                </a:lnTo>
                <a:close/>
                <a:moveTo>
                  <a:pt x="1238250" y="266700"/>
                </a:moveTo>
                <a:lnTo>
                  <a:pt x="1247775" y="266700"/>
                </a:lnTo>
                <a:lnTo>
                  <a:pt x="1247775" y="285750"/>
                </a:lnTo>
                <a:lnTo>
                  <a:pt x="1238250" y="285750"/>
                </a:lnTo>
                <a:close/>
                <a:moveTo>
                  <a:pt x="1390650" y="266700"/>
                </a:moveTo>
                <a:lnTo>
                  <a:pt x="1400175" y="266700"/>
                </a:lnTo>
                <a:lnTo>
                  <a:pt x="1400175" y="285750"/>
                </a:lnTo>
                <a:lnTo>
                  <a:pt x="1390650" y="285750"/>
                </a:lnTo>
                <a:close/>
                <a:moveTo>
                  <a:pt x="1428750" y="266700"/>
                </a:moveTo>
                <a:lnTo>
                  <a:pt x="1438275" y="266700"/>
                </a:lnTo>
                <a:lnTo>
                  <a:pt x="1438275" y="285750"/>
                </a:lnTo>
                <a:lnTo>
                  <a:pt x="1428750" y="285750"/>
                </a:lnTo>
                <a:close/>
                <a:moveTo>
                  <a:pt x="180975" y="276225"/>
                </a:moveTo>
                <a:lnTo>
                  <a:pt x="190500" y="276225"/>
                </a:lnTo>
                <a:lnTo>
                  <a:pt x="190500" y="285750"/>
                </a:lnTo>
                <a:lnTo>
                  <a:pt x="180975" y="285750"/>
                </a:lnTo>
                <a:close/>
                <a:moveTo>
                  <a:pt x="171450" y="285750"/>
                </a:moveTo>
                <a:lnTo>
                  <a:pt x="180975" y="285750"/>
                </a:lnTo>
                <a:lnTo>
                  <a:pt x="180975" y="295275"/>
                </a:lnTo>
                <a:lnTo>
                  <a:pt x="171450" y="295275"/>
                </a:lnTo>
                <a:close/>
                <a:moveTo>
                  <a:pt x="581025" y="285750"/>
                </a:moveTo>
                <a:lnTo>
                  <a:pt x="590550" y="285750"/>
                </a:lnTo>
                <a:lnTo>
                  <a:pt x="590550" y="295275"/>
                </a:lnTo>
                <a:lnTo>
                  <a:pt x="581025" y="295275"/>
                </a:lnTo>
                <a:close/>
                <a:moveTo>
                  <a:pt x="752475" y="285750"/>
                </a:moveTo>
                <a:lnTo>
                  <a:pt x="762000" y="285750"/>
                </a:lnTo>
                <a:lnTo>
                  <a:pt x="762000" y="295275"/>
                </a:lnTo>
                <a:lnTo>
                  <a:pt x="752475" y="295275"/>
                </a:lnTo>
                <a:close/>
                <a:moveTo>
                  <a:pt x="828675" y="285750"/>
                </a:moveTo>
                <a:lnTo>
                  <a:pt x="847725" y="285750"/>
                </a:lnTo>
                <a:lnTo>
                  <a:pt x="847725" y="295275"/>
                </a:lnTo>
                <a:lnTo>
                  <a:pt x="828675" y="295275"/>
                </a:lnTo>
                <a:close/>
                <a:moveTo>
                  <a:pt x="1228725" y="285750"/>
                </a:moveTo>
                <a:lnTo>
                  <a:pt x="1238250" y="285750"/>
                </a:lnTo>
                <a:lnTo>
                  <a:pt x="1238250" y="295275"/>
                </a:lnTo>
                <a:lnTo>
                  <a:pt x="1228725" y="295275"/>
                </a:lnTo>
                <a:close/>
                <a:moveTo>
                  <a:pt x="1362075" y="285750"/>
                </a:moveTo>
                <a:lnTo>
                  <a:pt x="1371600" y="285750"/>
                </a:lnTo>
                <a:lnTo>
                  <a:pt x="1371600" y="295275"/>
                </a:lnTo>
                <a:lnTo>
                  <a:pt x="1362075" y="295275"/>
                </a:lnTo>
                <a:close/>
                <a:moveTo>
                  <a:pt x="1457325" y="285750"/>
                </a:moveTo>
                <a:lnTo>
                  <a:pt x="1466850" y="285750"/>
                </a:lnTo>
                <a:lnTo>
                  <a:pt x="1466850" y="295275"/>
                </a:lnTo>
                <a:lnTo>
                  <a:pt x="1457325" y="295275"/>
                </a:lnTo>
                <a:close/>
                <a:moveTo>
                  <a:pt x="276225" y="295275"/>
                </a:moveTo>
                <a:lnTo>
                  <a:pt x="285750" y="295275"/>
                </a:lnTo>
                <a:lnTo>
                  <a:pt x="285750" y="304800"/>
                </a:lnTo>
                <a:lnTo>
                  <a:pt x="276225" y="304800"/>
                </a:lnTo>
                <a:close/>
                <a:moveTo>
                  <a:pt x="333375" y="295275"/>
                </a:moveTo>
                <a:lnTo>
                  <a:pt x="342900" y="295275"/>
                </a:lnTo>
                <a:lnTo>
                  <a:pt x="342900" y="304800"/>
                </a:lnTo>
                <a:lnTo>
                  <a:pt x="333375" y="304800"/>
                </a:lnTo>
                <a:close/>
                <a:moveTo>
                  <a:pt x="352425" y="295275"/>
                </a:moveTo>
                <a:lnTo>
                  <a:pt x="371475" y="295275"/>
                </a:lnTo>
                <a:lnTo>
                  <a:pt x="371475" y="304800"/>
                </a:lnTo>
                <a:lnTo>
                  <a:pt x="361950" y="304800"/>
                </a:lnTo>
                <a:lnTo>
                  <a:pt x="361950" y="314325"/>
                </a:lnTo>
                <a:lnTo>
                  <a:pt x="342900" y="314325"/>
                </a:lnTo>
                <a:lnTo>
                  <a:pt x="342900" y="304800"/>
                </a:lnTo>
                <a:lnTo>
                  <a:pt x="352425" y="304800"/>
                </a:lnTo>
                <a:close/>
                <a:moveTo>
                  <a:pt x="447675" y="295275"/>
                </a:moveTo>
                <a:lnTo>
                  <a:pt x="581025" y="295275"/>
                </a:lnTo>
                <a:lnTo>
                  <a:pt x="581025" y="304800"/>
                </a:lnTo>
                <a:lnTo>
                  <a:pt x="590550" y="304800"/>
                </a:lnTo>
                <a:lnTo>
                  <a:pt x="590550" y="314325"/>
                </a:lnTo>
                <a:lnTo>
                  <a:pt x="447675" y="314325"/>
                </a:lnTo>
                <a:lnTo>
                  <a:pt x="447675" y="323850"/>
                </a:lnTo>
                <a:lnTo>
                  <a:pt x="438150" y="323850"/>
                </a:lnTo>
                <a:lnTo>
                  <a:pt x="438150" y="314325"/>
                </a:lnTo>
                <a:lnTo>
                  <a:pt x="428625" y="314325"/>
                </a:lnTo>
                <a:lnTo>
                  <a:pt x="428625" y="304800"/>
                </a:lnTo>
                <a:lnTo>
                  <a:pt x="447675" y="304800"/>
                </a:lnTo>
                <a:close/>
                <a:moveTo>
                  <a:pt x="866775" y="295275"/>
                </a:moveTo>
                <a:lnTo>
                  <a:pt x="876300" y="295275"/>
                </a:lnTo>
                <a:lnTo>
                  <a:pt x="876300" y="304800"/>
                </a:lnTo>
                <a:lnTo>
                  <a:pt x="866775" y="304800"/>
                </a:lnTo>
                <a:close/>
                <a:moveTo>
                  <a:pt x="1333500" y="295275"/>
                </a:moveTo>
                <a:lnTo>
                  <a:pt x="1343025" y="295275"/>
                </a:lnTo>
                <a:lnTo>
                  <a:pt x="1343025" y="304800"/>
                </a:lnTo>
                <a:lnTo>
                  <a:pt x="1333500" y="304800"/>
                </a:lnTo>
                <a:close/>
                <a:moveTo>
                  <a:pt x="1485900" y="295275"/>
                </a:moveTo>
                <a:lnTo>
                  <a:pt x="1495425" y="295275"/>
                </a:lnTo>
                <a:lnTo>
                  <a:pt x="1495425" y="304800"/>
                </a:lnTo>
                <a:lnTo>
                  <a:pt x="1485900" y="304800"/>
                </a:lnTo>
                <a:close/>
                <a:moveTo>
                  <a:pt x="885825" y="304800"/>
                </a:moveTo>
                <a:lnTo>
                  <a:pt x="895350" y="304800"/>
                </a:lnTo>
                <a:lnTo>
                  <a:pt x="895350" y="314325"/>
                </a:lnTo>
                <a:lnTo>
                  <a:pt x="885825" y="314325"/>
                </a:lnTo>
                <a:close/>
                <a:moveTo>
                  <a:pt x="361950" y="314325"/>
                </a:moveTo>
                <a:lnTo>
                  <a:pt x="371475" y="314325"/>
                </a:lnTo>
                <a:lnTo>
                  <a:pt x="371475" y="323850"/>
                </a:lnTo>
                <a:lnTo>
                  <a:pt x="361950" y="323850"/>
                </a:lnTo>
                <a:close/>
                <a:moveTo>
                  <a:pt x="685800" y="314325"/>
                </a:moveTo>
                <a:lnTo>
                  <a:pt x="695325" y="314325"/>
                </a:lnTo>
                <a:lnTo>
                  <a:pt x="695325" y="323850"/>
                </a:lnTo>
                <a:lnTo>
                  <a:pt x="685800" y="323850"/>
                </a:lnTo>
                <a:close/>
                <a:moveTo>
                  <a:pt x="285750" y="323850"/>
                </a:moveTo>
                <a:lnTo>
                  <a:pt x="295275" y="323850"/>
                </a:lnTo>
                <a:lnTo>
                  <a:pt x="295275" y="342900"/>
                </a:lnTo>
                <a:lnTo>
                  <a:pt x="285750" y="342900"/>
                </a:lnTo>
                <a:close/>
                <a:moveTo>
                  <a:pt x="371475" y="323850"/>
                </a:moveTo>
                <a:lnTo>
                  <a:pt x="409575" y="323850"/>
                </a:lnTo>
                <a:lnTo>
                  <a:pt x="409575" y="333375"/>
                </a:lnTo>
                <a:lnTo>
                  <a:pt x="419100" y="333375"/>
                </a:lnTo>
                <a:lnTo>
                  <a:pt x="419100" y="342900"/>
                </a:lnTo>
                <a:lnTo>
                  <a:pt x="409575" y="342900"/>
                </a:lnTo>
                <a:lnTo>
                  <a:pt x="409575" y="352425"/>
                </a:lnTo>
                <a:lnTo>
                  <a:pt x="400050" y="352425"/>
                </a:lnTo>
                <a:lnTo>
                  <a:pt x="400050" y="333375"/>
                </a:lnTo>
                <a:lnTo>
                  <a:pt x="390525" y="333375"/>
                </a:lnTo>
                <a:lnTo>
                  <a:pt x="390525" y="352425"/>
                </a:lnTo>
                <a:lnTo>
                  <a:pt x="371475" y="352425"/>
                </a:lnTo>
                <a:close/>
                <a:moveTo>
                  <a:pt x="752475" y="323850"/>
                </a:moveTo>
                <a:lnTo>
                  <a:pt x="781050" y="323850"/>
                </a:lnTo>
                <a:lnTo>
                  <a:pt x="781050" y="342900"/>
                </a:lnTo>
                <a:lnTo>
                  <a:pt x="742950" y="342900"/>
                </a:lnTo>
                <a:lnTo>
                  <a:pt x="742950" y="352425"/>
                </a:lnTo>
                <a:lnTo>
                  <a:pt x="723900" y="352425"/>
                </a:lnTo>
                <a:lnTo>
                  <a:pt x="723900" y="361950"/>
                </a:lnTo>
                <a:lnTo>
                  <a:pt x="714375" y="361950"/>
                </a:lnTo>
                <a:lnTo>
                  <a:pt x="714375" y="371475"/>
                </a:lnTo>
                <a:lnTo>
                  <a:pt x="695325" y="371475"/>
                </a:lnTo>
                <a:lnTo>
                  <a:pt x="695325" y="381000"/>
                </a:lnTo>
                <a:lnTo>
                  <a:pt x="685800" y="381000"/>
                </a:lnTo>
                <a:lnTo>
                  <a:pt x="685800" y="361950"/>
                </a:lnTo>
                <a:lnTo>
                  <a:pt x="695325" y="361950"/>
                </a:lnTo>
                <a:lnTo>
                  <a:pt x="695325" y="352425"/>
                </a:lnTo>
                <a:lnTo>
                  <a:pt x="714375" y="352425"/>
                </a:lnTo>
                <a:lnTo>
                  <a:pt x="714375" y="342900"/>
                </a:lnTo>
                <a:lnTo>
                  <a:pt x="723900" y="342900"/>
                </a:lnTo>
                <a:lnTo>
                  <a:pt x="723900" y="333375"/>
                </a:lnTo>
                <a:lnTo>
                  <a:pt x="752475" y="333375"/>
                </a:lnTo>
                <a:close/>
                <a:moveTo>
                  <a:pt x="809625" y="323850"/>
                </a:moveTo>
                <a:lnTo>
                  <a:pt x="838200" y="323850"/>
                </a:lnTo>
                <a:lnTo>
                  <a:pt x="838200" y="333375"/>
                </a:lnTo>
                <a:lnTo>
                  <a:pt x="866775" y="333375"/>
                </a:lnTo>
                <a:lnTo>
                  <a:pt x="866775" y="342900"/>
                </a:lnTo>
                <a:lnTo>
                  <a:pt x="885825" y="342900"/>
                </a:lnTo>
                <a:lnTo>
                  <a:pt x="885825" y="352425"/>
                </a:lnTo>
                <a:lnTo>
                  <a:pt x="895350" y="352425"/>
                </a:lnTo>
                <a:lnTo>
                  <a:pt x="895350" y="361950"/>
                </a:lnTo>
                <a:lnTo>
                  <a:pt x="866775" y="361950"/>
                </a:lnTo>
                <a:lnTo>
                  <a:pt x="866775" y="352425"/>
                </a:lnTo>
                <a:lnTo>
                  <a:pt x="847725" y="352425"/>
                </a:lnTo>
                <a:lnTo>
                  <a:pt x="847725" y="342900"/>
                </a:lnTo>
                <a:lnTo>
                  <a:pt x="809625" y="342900"/>
                </a:lnTo>
                <a:close/>
                <a:moveTo>
                  <a:pt x="1304925" y="323850"/>
                </a:moveTo>
                <a:lnTo>
                  <a:pt x="1314450" y="323850"/>
                </a:lnTo>
                <a:lnTo>
                  <a:pt x="1314450" y="333375"/>
                </a:lnTo>
                <a:lnTo>
                  <a:pt x="1304925" y="333375"/>
                </a:lnTo>
                <a:close/>
                <a:moveTo>
                  <a:pt x="1514475" y="323850"/>
                </a:moveTo>
                <a:lnTo>
                  <a:pt x="1524000" y="323850"/>
                </a:lnTo>
                <a:lnTo>
                  <a:pt x="1524000" y="333375"/>
                </a:lnTo>
                <a:lnTo>
                  <a:pt x="1514475" y="333375"/>
                </a:lnTo>
                <a:close/>
                <a:moveTo>
                  <a:pt x="1295400" y="342900"/>
                </a:moveTo>
                <a:lnTo>
                  <a:pt x="1304925" y="342900"/>
                </a:lnTo>
                <a:lnTo>
                  <a:pt x="1304925" y="361950"/>
                </a:lnTo>
                <a:lnTo>
                  <a:pt x="1295400" y="361950"/>
                </a:lnTo>
                <a:close/>
                <a:moveTo>
                  <a:pt x="1524000" y="342900"/>
                </a:moveTo>
                <a:lnTo>
                  <a:pt x="1533525" y="342900"/>
                </a:lnTo>
                <a:lnTo>
                  <a:pt x="1533525" y="361950"/>
                </a:lnTo>
                <a:lnTo>
                  <a:pt x="1524000" y="361950"/>
                </a:lnTo>
                <a:close/>
                <a:moveTo>
                  <a:pt x="647700" y="352425"/>
                </a:moveTo>
                <a:lnTo>
                  <a:pt x="657225" y="352425"/>
                </a:lnTo>
                <a:lnTo>
                  <a:pt x="657225" y="361950"/>
                </a:lnTo>
                <a:lnTo>
                  <a:pt x="647700" y="361950"/>
                </a:lnTo>
                <a:close/>
                <a:moveTo>
                  <a:pt x="276225" y="361950"/>
                </a:moveTo>
                <a:lnTo>
                  <a:pt x="285750" y="361950"/>
                </a:lnTo>
                <a:lnTo>
                  <a:pt x="285750" y="371475"/>
                </a:lnTo>
                <a:lnTo>
                  <a:pt x="276225" y="371475"/>
                </a:lnTo>
                <a:close/>
                <a:moveTo>
                  <a:pt x="942975" y="361950"/>
                </a:moveTo>
                <a:lnTo>
                  <a:pt x="952500" y="361950"/>
                </a:lnTo>
                <a:lnTo>
                  <a:pt x="952500" y="371475"/>
                </a:lnTo>
                <a:lnTo>
                  <a:pt x="942975" y="371475"/>
                </a:lnTo>
                <a:close/>
                <a:moveTo>
                  <a:pt x="171450" y="371475"/>
                </a:moveTo>
                <a:lnTo>
                  <a:pt x="180975" y="371475"/>
                </a:lnTo>
                <a:lnTo>
                  <a:pt x="180975" y="381000"/>
                </a:lnTo>
                <a:lnTo>
                  <a:pt x="171450" y="381000"/>
                </a:lnTo>
                <a:close/>
                <a:moveTo>
                  <a:pt x="638175" y="371475"/>
                </a:moveTo>
                <a:lnTo>
                  <a:pt x="647700" y="371475"/>
                </a:lnTo>
                <a:lnTo>
                  <a:pt x="647700" y="381000"/>
                </a:lnTo>
                <a:lnTo>
                  <a:pt x="638175" y="381000"/>
                </a:lnTo>
                <a:close/>
                <a:moveTo>
                  <a:pt x="1190625" y="371475"/>
                </a:moveTo>
                <a:lnTo>
                  <a:pt x="1209675" y="371475"/>
                </a:lnTo>
                <a:lnTo>
                  <a:pt x="1209675" y="381000"/>
                </a:lnTo>
                <a:lnTo>
                  <a:pt x="1200150" y="381000"/>
                </a:lnTo>
                <a:lnTo>
                  <a:pt x="1200150" y="400050"/>
                </a:lnTo>
                <a:lnTo>
                  <a:pt x="1190625" y="400050"/>
                </a:lnTo>
                <a:close/>
                <a:moveTo>
                  <a:pt x="180975" y="381000"/>
                </a:moveTo>
                <a:lnTo>
                  <a:pt x="190500" y="381000"/>
                </a:lnTo>
                <a:lnTo>
                  <a:pt x="190500" y="390525"/>
                </a:lnTo>
                <a:lnTo>
                  <a:pt x="180975" y="390525"/>
                </a:lnTo>
                <a:close/>
                <a:moveTo>
                  <a:pt x="676275" y="381000"/>
                </a:moveTo>
                <a:lnTo>
                  <a:pt x="685800" y="381000"/>
                </a:lnTo>
                <a:lnTo>
                  <a:pt x="685800" y="390525"/>
                </a:lnTo>
                <a:lnTo>
                  <a:pt x="676275" y="390525"/>
                </a:lnTo>
                <a:close/>
                <a:moveTo>
                  <a:pt x="952500" y="381000"/>
                </a:moveTo>
                <a:lnTo>
                  <a:pt x="962025" y="381000"/>
                </a:lnTo>
                <a:lnTo>
                  <a:pt x="962025" y="390525"/>
                </a:lnTo>
                <a:lnTo>
                  <a:pt x="952500" y="390525"/>
                </a:lnTo>
                <a:close/>
                <a:moveTo>
                  <a:pt x="1228725" y="381000"/>
                </a:moveTo>
                <a:lnTo>
                  <a:pt x="1238250" y="381000"/>
                </a:lnTo>
                <a:lnTo>
                  <a:pt x="1238250" y="409575"/>
                </a:lnTo>
                <a:lnTo>
                  <a:pt x="1228725" y="409575"/>
                </a:lnTo>
                <a:close/>
                <a:moveTo>
                  <a:pt x="247650" y="390525"/>
                </a:moveTo>
                <a:lnTo>
                  <a:pt x="257175" y="390525"/>
                </a:lnTo>
                <a:lnTo>
                  <a:pt x="257175" y="409575"/>
                </a:lnTo>
                <a:lnTo>
                  <a:pt x="266700" y="409575"/>
                </a:lnTo>
                <a:lnTo>
                  <a:pt x="266700" y="419100"/>
                </a:lnTo>
                <a:lnTo>
                  <a:pt x="180975" y="419100"/>
                </a:lnTo>
                <a:lnTo>
                  <a:pt x="180975" y="409575"/>
                </a:lnTo>
                <a:lnTo>
                  <a:pt x="200025" y="409575"/>
                </a:lnTo>
                <a:lnTo>
                  <a:pt x="200025" y="400050"/>
                </a:lnTo>
                <a:lnTo>
                  <a:pt x="247650" y="400050"/>
                </a:lnTo>
                <a:close/>
                <a:moveTo>
                  <a:pt x="628650" y="390525"/>
                </a:moveTo>
                <a:lnTo>
                  <a:pt x="638175" y="390525"/>
                </a:lnTo>
                <a:lnTo>
                  <a:pt x="638175" y="400050"/>
                </a:lnTo>
                <a:lnTo>
                  <a:pt x="628650" y="400050"/>
                </a:lnTo>
                <a:close/>
                <a:moveTo>
                  <a:pt x="666750" y="390525"/>
                </a:moveTo>
                <a:lnTo>
                  <a:pt x="676275" y="390525"/>
                </a:lnTo>
                <a:lnTo>
                  <a:pt x="676275" y="419100"/>
                </a:lnTo>
                <a:lnTo>
                  <a:pt x="666750" y="419100"/>
                </a:lnTo>
                <a:lnTo>
                  <a:pt x="666750" y="447675"/>
                </a:lnTo>
                <a:lnTo>
                  <a:pt x="647700" y="447675"/>
                </a:lnTo>
                <a:lnTo>
                  <a:pt x="647700" y="428625"/>
                </a:lnTo>
                <a:lnTo>
                  <a:pt x="657225" y="428625"/>
                </a:lnTo>
                <a:lnTo>
                  <a:pt x="657225" y="400050"/>
                </a:lnTo>
                <a:lnTo>
                  <a:pt x="666750" y="400050"/>
                </a:lnTo>
                <a:close/>
                <a:moveTo>
                  <a:pt x="914400" y="390525"/>
                </a:moveTo>
                <a:lnTo>
                  <a:pt x="923925" y="390525"/>
                </a:lnTo>
                <a:lnTo>
                  <a:pt x="923925" y="400050"/>
                </a:lnTo>
                <a:lnTo>
                  <a:pt x="914400" y="400050"/>
                </a:lnTo>
                <a:close/>
                <a:moveTo>
                  <a:pt x="1181100" y="400050"/>
                </a:moveTo>
                <a:lnTo>
                  <a:pt x="1190625" y="400050"/>
                </a:lnTo>
                <a:lnTo>
                  <a:pt x="1190625" y="409575"/>
                </a:lnTo>
                <a:lnTo>
                  <a:pt x="1181100" y="409575"/>
                </a:lnTo>
                <a:close/>
                <a:moveTo>
                  <a:pt x="1314450" y="400050"/>
                </a:moveTo>
                <a:lnTo>
                  <a:pt x="1323975" y="400050"/>
                </a:lnTo>
                <a:lnTo>
                  <a:pt x="1323975" y="409575"/>
                </a:lnTo>
                <a:lnTo>
                  <a:pt x="1314450" y="409575"/>
                </a:lnTo>
                <a:close/>
                <a:moveTo>
                  <a:pt x="1504950" y="400050"/>
                </a:moveTo>
                <a:lnTo>
                  <a:pt x="1514475" y="400050"/>
                </a:lnTo>
                <a:lnTo>
                  <a:pt x="1514475" y="409575"/>
                </a:lnTo>
                <a:lnTo>
                  <a:pt x="1504950" y="409575"/>
                </a:lnTo>
                <a:close/>
                <a:moveTo>
                  <a:pt x="923925" y="409575"/>
                </a:moveTo>
                <a:lnTo>
                  <a:pt x="933450" y="409575"/>
                </a:lnTo>
                <a:lnTo>
                  <a:pt x="933450" y="419100"/>
                </a:lnTo>
                <a:lnTo>
                  <a:pt x="923925" y="419100"/>
                </a:lnTo>
                <a:close/>
                <a:moveTo>
                  <a:pt x="962025" y="409575"/>
                </a:moveTo>
                <a:lnTo>
                  <a:pt x="971550" y="409575"/>
                </a:lnTo>
                <a:lnTo>
                  <a:pt x="971550" y="419100"/>
                </a:lnTo>
                <a:lnTo>
                  <a:pt x="962025" y="419100"/>
                </a:lnTo>
                <a:close/>
                <a:moveTo>
                  <a:pt x="1171575" y="409575"/>
                </a:moveTo>
                <a:lnTo>
                  <a:pt x="1181100" y="409575"/>
                </a:lnTo>
                <a:lnTo>
                  <a:pt x="1181100" y="419100"/>
                </a:lnTo>
                <a:lnTo>
                  <a:pt x="1171575" y="419100"/>
                </a:lnTo>
                <a:close/>
                <a:moveTo>
                  <a:pt x="1190625" y="409575"/>
                </a:moveTo>
                <a:lnTo>
                  <a:pt x="1200150" y="409575"/>
                </a:lnTo>
                <a:lnTo>
                  <a:pt x="1200150" y="419100"/>
                </a:lnTo>
                <a:lnTo>
                  <a:pt x="1190625" y="419100"/>
                </a:lnTo>
                <a:close/>
                <a:moveTo>
                  <a:pt x="1352550" y="409575"/>
                </a:moveTo>
                <a:lnTo>
                  <a:pt x="1371600" y="409575"/>
                </a:lnTo>
                <a:lnTo>
                  <a:pt x="1371600" y="419100"/>
                </a:lnTo>
                <a:lnTo>
                  <a:pt x="1352550" y="419100"/>
                </a:lnTo>
                <a:close/>
                <a:moveTo>
                  <a:pt x="1466850" y="409575"/>
                </a:moveTo>
                <a:lnTo>
                  <a:pt x="1476375" y="409575"/>
                </a:lnTo>
                <a:lnTo>
                  <a:pt x="1476375" y="419100"/>
                </a:lnTo>
                <a:lnTo>
                  <a:pt x="1466850" y="419100"/>
                </a:lnTo>
                <a:close/>
                <a:moveTo>
                  <a:pt x="152400" y="419100"/>
                </a:moveTo>
                <a:lnTo>
                  <a:pt x="161925" y="419100"/>
                </a:lnTo>
                <a:lnTo>
                  <a:pt x="161925" y="428625"/>
                </a:lnTo>
                <a:lnTo>
                  <a:pt x="152400" y="428625"/>
                </a:lnTo>
                <a:close/>
                <a:moveTo>
                  <a:pt x="1152525" y="419100"/>
                </a:moveTo>
                <a:lnTo>
                  <a:pt x="1162050" y="419100"/>
                </a:lnTo>
                <a:lnTo>
                  <a:pt x="1162050" y="428625"/>
                </a:lnTo>
                <a:lnTo>
                  <a:pt x="1152525" y="428625"/>
                </a:lnTo>
                <a:close/>
                <a:moveTo>
                  <a:pt x="133350" y="428625"/>
                </a:moveTo>
                <a:lnTo>
                  <a:pt x="142875" y="428625"/>
                </a:lnTo>
                <a:lnTo>
                  <a:pt x="142875" y="438150"/>
                </a:lnTo>
                <a:lnTo>
                  <a:pt x="133350" y="438150"/>
                </a:lnTo>
                <a:close/>
                <a:moveTo>
                  <a:pt x="304800" y="428625"/>
                </a:moveTo>
                <a:lnTo>
                  <a:pt x="314325" y="428625"/>
                </a:lnTo>
                <a:lnTo>
                  <a:pt x="314325" y="438150"/>
                </a:lnTo>
                <a:lnTo>
                  <a:pt x="304800" y="438150"/>
                </a:lnTo>
                <a:close/>
                <a:moveTo>
                  <a:pt x="619125" y="428625"/>
                </a:moveTo>
                <a:lnTo>
                  <a:pt x="628650" y="428625"/>
                </a:lnTo>
                <a:lnTo>
                  <a:pt x="628650" y="476250"/>
                </a:lnTo>
                <a:lnTo>
                  <a:pt x="619125" y="476250"/>
                </a:lnTo>
                <a:close/>
                <a:moveTo>
                  <a:pt x="1143000" y="428625"/>
                </a:moveTo>
                <a:lnTo>
                  <a:pt x="1152525" y="428625"/>
                </a:lnTo>
                <a:lnTo>
                  <a:pt x="1152525" y="438150"/>
                </a:lnTo>
                <a:lnTo>
                  <a:pt x="1143000" y="438150"/>
                </a:lnTo>
                <a:close/>
                <a:moveTo>
                  <a:pt x="1162050" y="428625"/>
                </a:moveTo>
                <a:lnTo>
                  <a:pt x="1171575" y="428625"/>
                </a:lnTo>
                <a:lnTo>
                  <a:pt x="1171575" y="438150"/>
                </a:lnTo>
                <a:lnTo>
                  <a:pt x="1162050" y="438150"/>
                </a:lnTo>
                <a:close/>
                <a:moveTo>
                  <a:pt x="123825" y="438150"/>
                </a:moveTo>
                <a:lnTo>
                  <a:pt x="133350" y="438150"/>
                </a:lnTo>
                <a:lnTo>
                  <a:pt x="133350" y="447675"/>
                </a:lnTo>
                <a:lnTo>
                  <a:pt x="123825" y="447675"/>
                </a:lnTo>
                <a:close/>
                <a:moveTo>
                  <a:pt x="314325" y="438150"/>
                </a:moveTo>
                <a:lnTo>
                  <a:pt x="323850" y="438150"/>
                </a:lnTo>
                <a:lnTo>
                  <a:pt x="323850" y="447675"/>
                </a:lnTo>
                <a:lnTo>
                  <a:pt x="314325" y="447675"/>
                </a:lnTo>
                <a:close/>
                <a:moveTo>
                  <a:pt x="742950" y="438150"/>
                </a:moveTo>
                <a:lnTo>
                  <a:pt x="752475" y="438150"/>
                </a:lnTo>
                <a:lnTo>
                  <a:pt x="752475" y="447675"/>
                </a:lnTo>
                <a:lnTo>
                  <a:pt x="742950" y="447675"/>
                </a:lnTo>
                <a:close/>
                <a:moveTo>
                  <a:pt x="1123950" y="438150"/>
                </a:moveTo>
                <a:lnTo>
                  <a:pt x="1133475" y="438150"/>
                </a:lnTo>
                <a:lnTo>
                  <a:pt x="1133475" y="447675"/>
                </a:lnTo>
                <a:lnTo>
                  <a:pt x="1123950" y="447675"/>
                </a:lnTo>
                <a:close/>
                <a:moveTo>
                  <a:pt x="1152525" y="438150"/>
                </a:moveTo>
                <a:lnTo>
                  <a:pt x="1162050" y="438150"/>
                </a:lnTo>
                <a:lnTo>
                  <a:pt x="1162050" y="447675"/>
                </a:lnTo>
                <a:lnTo>
                  <a:pt x="1152525" y="447675"/>
                </a:lnTo>
                <a:close/>
                <a:moveTo>
                  <a:pt x="323850" y="447675"/>
                </a:moveTo>
                <a:lnTo>
                  <a:pt x="333375" y="447675"/>
                </a:lnTo>
                <a:lnTo>
                  <a:pt x="333375" y="457200"/>
                </a:lnTo>
                <a:lnTo>
                  <a:pt x="323850" y="457200"/>
                </a:lnTo>
                <a:close/>
                <a:moveTo>
                  <a:pt x="733425" y="447675"/>
                </a:moveTo>
                <a:lnTo>
                  <a:pt x="742950" y="447675"/>
                </a:lnTo>
                <a:lnTo>
                  <a:pt x="742950" y="457200"/>
                </a:lnTo>
                <a:lnTo>
                  <a:pt x="733425" y="457200"/>
                </a:lnTo>
                <a:close/>
                <a:moveTo>
                  <a:pt x="1114425" y="447675"/>
                </a:moveTo>
                <a:lnTo>
                  <a:pt x="1123950" y="447675"/>
                </a:lnTo>
                <a:lnTo>
                  <a:pt x="1123950" y="457200"/>
                </a:lnTo>
                <a:lnTo>
                  <a:pt x="1114425" y="457200"/>
                </a:lnTo>
                <a:close/>
                <a:moveTo>
                  <a:pt x="1133475" y="447675"/>
                </a:moveTo>
                <a:lnTo>
                  <a:pt x="1143000" y="447675"/>
                </a:lnTo>
                <a:lnTo>
                  <a:pt x="1143000" y="457200"/>
                </a:lnTo>
                <a:lnTo>
                  <a:pt x="1133475" y="457200"/>
                </a:lnTo>
                <a:close/>
                <a:moveTo>
                  <a:pt x="933450" y="457200"/>
                </a:moveTo>
                <a:lnTo>
                  <a:pt x="952500" y="457200"/>
                </a:lnTo>
                <a:lnTo>
                  <a:pt x="952500" y="466725"/>
                </a:lnTo>
                <a:lnTo>
                  <a:pt x="933450" y="466725"/>
                </a:lnTo>
                <a:close/>
                <a:moveTo>
                  <a:pt x="1123950" y="457200"/>
                </a:moveTo>
                <a:lnTo>
                  <a:pt x="1133475" y="457200"/>
                </a:lnTo>
                <a:lnTo>
                  <a:pt x="1133475" y="466725"/>
                </a:lnTo>
                <a:lnTo>
                  <a:pt x="1123950" y="466725"/>
                </a:lnTo>
                <a:close/>
                <a:moveTo>
                  <a:pt x="790575" y="466725"/>
                </a:moveTo>
                <a:lnTo>
                  <a:pt x="800100" y="466725"/>
                </a:lnTo>
                <a:lnTo>
                  <a:pt x="800100" y="476250"/>
                </a:lnTo>
                <a:lnTo>
                  <a:pt x="790575" y="476250"/>
                </a:lnTo>
                <a:close/>
                <a:moveTo>
                  <a:pt x="1104900" y="466725"/>
                </a:moveTo>
                <a:lnTo>
                  <a:pt x="1114425" y="466725"/>
                </a:lnTo>
                <a:lnTo>
                  <a:pt x="1114425" y="476250"/>
                </a:lnTo>
                <a:lnTo>
                  <a:pt x="1104900" y="476250"/>
                </a:lnTo>
                <a:close/>
                <a:moveTo>
                  <a:pt x="104775" y="476250"/>
                </a:moveTo>
                <a:lnTo>
                  <a:pt x="114300" y="476250"/>
                </a:lnTo>
                <a:lnTo>
                  <a:pt x="114300" y="523875"/>
                </a:lnTo>
                <a:lnTo>
                  <a:pt x="104775" y="523875"/>
                </a:lnTo>
                <a:close/>
                <a:moveTo>
                  <a:pt x="333375" y="476250"/>
                </a:moveTo>
                <a:lnTo>
                  <a:pt x="342900" y="476250"/>
                </a:lnTo>
                <a:lnTo>
                  <a:pt x="342900" y="485775"/>
                </a:lnTo>
                <a:lnTo>
                  <a:pt x="333375" y="485775"/>
                </a:lnTo>
                <a:close/>
                <a:moveTo>
                  <a:pt x="942975" y="476250"/>
                </a:moveTo>
                <a:lnTo>
                  <a:pt x="952500" y="476250"/>
                </a:lnTo>
                <a:lnTo>
                  <a:pt x="952500" y="485775"/>
                </a:lnTo>
                <a:lnTo>
                  <a:pt x="962025" y="485775"/>
                </a:lnTo>
                <a:lnTo>
                  <a:pt x="962025" y="495300"/>
                </a:lnTo>
                <a:lnTo>
                  <a:pt x="942975" y="495300"/>
                </a:lnTo>
                <a:close/>
                <a:moveTo>
                  <a:pt x="971550" y="476250"/>
                </a:moveTo>
                <a:lnTo>
                  <a:pt x="981075" y="476250"/>
                </a:lnTo>
                <a:lnTo>
                  <a:pt x="981075" y="485775"/>
                </a:lnTo>
                <a:lnTo>
                  <a:pt x="971550" y="485775"/>
                </a:lnTo>
                <a:close/>
                <a:moveTo>
                  <a:pt x="1504950" y="476250"/>
                </a:moveTo>
                <a:lnTo>
                  <a:pt x="1514475" y="476250"/>
                </a:lnTo>
                <a:lnTo>
                  <a:pt x="1514475" y="485775"/>
                </a:lnTo>
                <a:lnTo>
                  <a:pt x="1504950" y="485775"/>
                </a:lnTo>
                <a:close/>
                <a:moveTo>
                  <a:pt x="628650" y="485775"/>
                </a:moveTo>
                <a:lnTo>
                  <a:pt x="638175" y="485775"/>
                </a:lnTo>
                <a:lnTo>
                  <a:pt x="638175" y="495300"/>
                </a:lnTo>
                <a:lnTo>
                  <a:pt x="628650" y="495300"/>
                </a:lnTo>
                <a:close/>
                <a:moveTo>
                  <a:pt x="647700" y="485775"/>
                </a:moveTo>
                <a:lnTo>
                  <a:pt x="657225" y="485775"/>
                </a:lnTo>
                <a:lnTo>
                  <a:pt x="657225" y="495300"/>
                </a:lnTo>
                <a:lnTo>
                  <a:pt x="647700" y="495300"/>
                </a:lnTo>
                <a:close/>
                <a:moveTo>
                  <a:pt x="819150" y="485775"/>
                </a:moveTo>
                <a:lnTo>
                  <a:pt x="828675" y="485775"/>
                </a:lnTo>
                <a:lnTo>
                  <a:pt x="828675" y="495300"/>
                </a:lnTo>
                <a:lnTo>
                  <a:pt x="819150" y="495300"/>
                </a:lnTo>
                <a:close/>
                <a:moveTo>
                  <a:pt x="981075" y="485775"/>
                </a:moveTo>
                <a:lnTo>
                  <a:pt x="990600" y="485775"/>
                </a:lnTo>
                <a:lnTo>
                  <a:pt x="990600" y="504825"/>
                </a:lnTo>
                <a:lnTo>
                  <a:pt x="1000125" y="504825"/>
                </a:lnTo>
                <a:lnTo>
                  <a:pt x="1000125" y="561975"/>
                </a:lnTo>
                <a:lnTo>
                  <a:pt x="990600" y="561975"/>
                </a:lnTo>
                <a:lnTo>
                  <a:pt x="990600" y="590550"/>
                </a:lnTo>
                <a:lnTo>
                  <a:pt x="981075" y="590550"/>
                </a:lnTo>
                <a:lnTo>
                  <a:pt x="981075" y="581025"/>
                </a:lnTo>
                <a:lnTo>
                  <a:pt x="971550" y="581025"/>
                </a:lnTo>
                <a:lnTo>
                  <a:pt x="971550" y="571500"/>
                </a:lnTo>
                <a:lnTo>
                  <a:pt x="981075" y="571500"/>
                </a:lnTo>
                <a:close/>
                <a:moveTo>
                  <a:pt x="619125" y="495300"/>
                </a:moveTo>
                <a:lnTo>
                  <a:pt x="628650" y="495300"/>
                </a:lnTo>
                <a:lnTo>
                  <a:pt x="628650" y="504825"/>
                </a:lnTo>
                <a:lnTo>
                  <a:pt x="619125" y="504825"/>
                </a:lnTo>
                <a:close/>
                <a:moveTo>
                  <a:pt x="657225" y="495300"/>
                </a:moveTo>
                <a:lnTo>
                  <a:pt x="666750" y="495300"/>
                </a:lnTo>
                <a:lnTo>
                  <a:pt x="666750" y="504825"/>
                </a:lnTo>
                <a:lnTo>
                  <a:pt x="685800" y="504825"/>
                </a:lnTo>
                <a:lnTo>
                  <a:pt x="685800" y="495300"/>
                </a:lnTo>
                <a:lnTo>
                  <a:pt x="695325" y="495300"/>
                </a:lnTo>
                <a:lnTo>
                  <a:pt x="695325" y="504825"/>
                </a:lnTo>
                <a:lnTo>
                  <a:pt x="685800" y="504825"/>
                </a:lnTo>
                <a:lnTo>
                  <a:pt x="685800" y="514350"/>
                </a:lnTo>
                <a:lnTo>
                  <a:pt x="676275" y="514350"/>
                </a:lnTo>
                <a:lnTo>
                  <a:pt x="676275" y="523875"/>
                </a:lnTo>
                <a:lnTo>
                  <a:pt x="657225" y="523875"/>
                </a:lnTo>
                <a:close/>
                <a:moveTo>
                  <a:pt x="847725" y="495300"/>
                </a:moveTo>
                <a:lnTo>
                  <a:pt x="857250" y="495300"/>
                </a:lnTo>
                <a:lnTo>
                  <a:pt x="857250" y="504825"/>
                </a:lnTo>
                <a:lnTo>
                  <a:pt x="847725" y="504825"/>
                </a:lnTo>
                <a:close/>
                <a:moveTo>
                  <a:pt x="885825" y="504825"/>
                </a:moveTo>
                <a:lnTo>
                  <a:pt x="904875" y="504825"/>
                </a:lnTo>
                <a:lnTo>
                  <a:pt x="904875" y="514350"/>
                </a:lnTo>
                <a:lnTo>
                  <a:pt x="885825" y="514350"/>
                </a:lnTo>
                <a:close/>
                <a:moveTo>
                  <a:pt x="333375" y="514350"/>
                </a:moveTo>
                <a:lnTo>
                  <a:pt x="342900" y="514350"/>
                </a:lnTo>
                <a:lnTo>
                  <a:pt x="342900" y="523875"/>
                </a:lnTo>
                <a:lnTo>
                  <a:pt x="333375" y="523875"/>
                </a:lnTo>
                <a:close/>
                <a:moveTo>
                  <a:pt x="904875" y="514350"/>
                </a:moveTo>
                <a:lnTo>
                  <a:pt x="914400" y="514350"/>
                </a:lnTo>
                <a:lnTo>
                  <a:pt x="914400" y="523875"/>
                </a:lnTo>
                <a:lnTo>
                  <a:pt x="904875" y="523875"/>
                </a:lnTo>
                <a:close/>
                <a:moveTo>
                  <a:pt x="114300" y="523875"/>
                </a:moveTo>
                <a:lnTo>
                  <a:pt x="123825" y="523875"/>
                </a:lnTo>
                <a:lnTo>
                  <a:pt x="123825" y="533400"/>
                </a:lnTo>
                <a:lnTo>
                  <a:pt x="114300" y="533400"/>
                </a:lnTo>
                <a:close/>
                <a:moveTo>
                  <a:pt x="323850" y="523875"/>
                </a:moveTo>
                <a:lnTo>
                  <a:pt x="333375" y="523875"/>
                </a:lnTo>
                <a:lnTo>
                  <a:pt x="333375" y="533400"/>
                </a:lnTo>
                <a:lnTo>
                  <a:pt x="323850" y="533400"/>
                </a:lnTo>
                <a:close/>
                <a:moveTo>
                  <a:pt x="1409700" y="523875"/>
                </a:moveTo>
                <a:lnTo>
                  <a:pt x="1419225" y="523875"/>
                </a:lnTo>
                <a:lnTo>
                  <a:pt x="1419225" y="561975"/>
                </a:lnTo>
                <a:lnTo>
                  <a:pt x="1409700" y="561975"/>
                </a:lnTo>
                <a:close/>
                <a:moveTo>
                  <a:pt x="142875" y="533400"/>
                </a:moveTo>
                <a:lnTo>
                  <a:pt x="161925" y="533400"/>
                </a:lnTo>
                <a:lnTo>
                  <a:pt x="161925" y="542925"/>
                </a:lnTo>
                <a:lnTo>
                  <a:pt x="142875" y="542925"/>
                </a:lnTo>
                <a:close/>
                <a:moveTo>
                  <a:pt x="285750" y="533400"/>
                </a:moveTo>
                <a:lnTo>
                  <a:pt x="304800" y="533400"/>
                </a:lnTo>
                <a:lnTo>
                  <a:pt x="304800" y="542925"/>
                </a:lnTo>
                <a:lnTo>
                  <a:pt x="285750" y="542925"/>
                </a:lnTo>
                <a:close/>
                <a:moveTo>
                  <a:pt x="390525" y="533400"/>
                </a:moveTo>
                <a:lnTo>
                  <a:pt x="438150" y="533400"/>
                </a:lnTo>
                <a:lnTo>
                  <a:pt x="438150" y="552450"/>
                </a:lnTo>
                <a:lnTo>
                  <a:pt x="419100" y="552450"/>
                </a:lnTo>
                <a:lnTo>
                  <a:pt x="419100" y="542925"/>
                </a:lnTo>
                <a:lnTo>
                  <a:pt x="400050" y="542925"/>
                </a:lnTo>
                <a:lnTo>
                  <a:pt x="400050" y="552450"/>
                </a:lnTo>
                <a:lnTo>
                  <a:pt x="390525" y="552450"/>
                </a:lnTo>
                <a:lnTo>
                  <a:pt x="390525" y="561975"/>
                </a:lnTo>
                <a:lnTo>
                  <a:pt x="381000" y="561975"/>
                </a:lnTo>
                <a:lnTo>
                  <a:pt x="381000" y="542925"/>
                </a:lnTo>
                <a:lnTo>
                  <a:pt x="390525" y="542925"/>
                </a:lnTo>
                <a:close/>
                <a:moveTo>
                  <a:pt x="666750" y="542925"/>
                </a:moveTo>
                <a:lnTo>
                  <a:pt x="685800" y="542925"/>
                </a:lnTo>
                <a:lnTo>
                  <a:pt x="685800" y="581025"/>
                </a:lnTo>
                <a:lnTo>
                  <a:pt x="666750" y="581025"/>
                </a:lnTo>
                <a:close/>
                <a:moveTo>
                  <a:pt x="1095375" y="552450"/>
                </a:moveTo>
                <a:lnTo>
                  <a:pt x="1352550" y="552450"/>
                </a:lnTo>
                <a:lnTo>
                  <a:pt x="1352550" y="561975"/>
                </a:lnTo>
                <a:lnTo>
                  <a:pt x="1343025" y="561975"/>
                </a:lnTo>
                <a:lnTo>
                  <a:pt x="1343025" y="571500"/>
                </a:lnTo>
                <a:lnTo>
                  <a:pt x="1352550" y="571500"/>
                </a:lnTo>
                <a:lnTo>
                  <a:pt x="1352550" y="581025"/>
                </a:lnTo>
                <a:lnTo>
                  <a:pt x="1343025" y="581025"/>
                </a:lnTo>
                <a:lnTo>
                  <a:pt x="1343025" y="590550"/>
                </a:lnTo>
                <a:lnTo>
                  <a:pt x="1333500" y="590550"/>
                </a:lnTo>
                <a:lnTo>
                  <a:pt x="1333500" y="571500"/>
                </a:lnTo>
                <a:lnTo>
                  <a:pt x="1104900" y="571500"/>
                </a:lnTo>
                <a:lnTo>
                  <a:pt x="1104900" y="561975"/>
                </a:lnTo>
                <a:lnTo>
                  <a:pt x="1095375" y="561975"/>
                </a:lnTo>
                <a:close/>
                <a:moveTo>
                  <a:pt x="390525" y="561975"/>
                </a:moveTo>
                <a:lnTo>
                  <a:pt x="400050" y="561975"/>
                </a:lnTo>
                <a:lnTo>
                  <a:pt x="400050" y="571500"/>
                </a:lnTo>
                <a:lnTo>
                  <a:pt x="419100" y="571500"/>
                </a:lnTo>
                <a:lnTo>
                  <a:pt x="419100" y="581025"/>
                </a:lnTo>
                <a:lnTo>
                  <a:pt x="390525" y="581025"/>
                </a:lnTo>
                <a:close/>
                <a:moveTo>
                  <a:pt x="1085850" y="561975"/>
                </a:moveTo>
                <a:lnTo>
                  <a:pt x="1095375" y="561975"/>
                </a:lnTo>
                <a:lnTo>
                  <a:pt x="1095375" y="571500"/>
                </a:lnTo>
                <a:lnTo>
                  <a:pt x="1085850" y="571500"/>
                </a:lnTo>
                <a:close/>
                <a:moveTo>
                  <a:pt x="1533525" y="561975"/>
                </a:moveTo>
                <a:lnTo>
                  <a:pt x="1543050" y="561975"/>
                </a:lnTo>
                <a:lnTo>
                  <a:pt x="1543050" y="571500"/>
                </a:lnTo>
                <a:lnTo>
                  <a:pt x="1533525" y="571500"/>
                </a:lnTo>
                <a:close/>
                <a:moveTo>
                  <a:pt x="438150" y="571500"/>
                </a:moveTo>
                <a:lnTo>
                  <a:pt x="447675" y="571500"/>
                </a:lnTo>
                <a:lnTo>
                  <a:pt x="447675" y="581025"/>
                </a:lnTo>
                <a:lnTo>
                  <a:pt x="438150" y="581025"/>
                </a:lnTo>
                <a:close/>
                <a:moveTo>
                  <a:pt x="1076325" y="571500"/>
                </a:moveTo>
                <a:lnTo>
                  <a:pt x="1085850" y="571500"/>
                </a:lnTo>
                <a:lnTo>
                  <a:pt x="1085850" y="581025"/>
                </a:lnTo>
                <a:lnTo>
                  <a:pt x="1076325" y="581025"/>
                </a:lnTo>
                <a:close/>
                <a:moveTo>
                  <a:pt x="1095375" y="571500"/>
                </a:moveTo>
                <a:lnTo>
                  <a:pt x="1104900" y="571500"/>
                </a:lnTo>
                <a:lnTo>
                  <a:pt x="1104900" y="581025"/>
                </a:lnTo>
                <a:lnTo>
                  <a:pt x="1095375" y="581025"/>
                </a:lnTo>
                <a:close/>
                <a:moveTo>
                  <a:pt x="1419225" y="571500"/>
                </a:moveTo>
                <a:lnTo>
                  <a:pt x="1428750" y="571500"/>
                </a:lnTo>
                <a:lnTo>
                  <a:pt x="1428750" y="581025"/>
                </a:lnTo>
                <a:lnTo>
                  <a:pt x="1419225" y="581025"/>
                </a:lnTo>
                <a:close/>
                <a:moveTo>
                  <a:pt x="447675" y="581025"/>
                </a:moveTo>
                <a:lnTo>
                  <a:pt x="457200" y="581025"/>
                </a:lnTo>
                <a:lnTo>
                  <a:pt x="457200" y="590550"/>
                </a:lnTo>
                <a:lnTo>
                  <a:pt x="466725" y="590550"/>
                </a:lnTo>
                <a:lnTo>
                  <a:pt x="466725" y="600075"/>
                </a:lnTo>
                <a:lnTo>
                  <a:pt x="476250" y="600075"/>
                </a:lnTo>
                <a:lnTo>
                  <a:pt x="476250" y="609600"/>
                </a:lnTo>
                <a:lnTo>
                  <a:pt x="466725" y="609600"/>
                </a:lnTo>
                <a:lnTo>
                  <a:pt x="466725" y="619125"/>
                </a:lnTo>
                <a:lnTo>
                  <a:pt x="457200" y="619125"/>
                </a:lnTo>
                <a:lnTo>
                  <a:pt x="457200" y="609600"/>
                </a:lnTo>
                <a:lnTo>
                  <a:pt x="447675" y="609600"/>
                </a:lnTo>
                <a:lnTo>
                  <a:pt x="447675" y="600075"/>
                </a:lnTo>
                <a:lnTo>
                  <a:pt x="438150" y="600075"/>
                </a:lnTo>
                <a:lnTo>
                  <a:pt x="438150" y="590550"/>
                </a:lnTo>
                <a:lnTo>
                  <a:pt x="447675" y="590550"/>
                </a:lnTo>
                <a:close/>
                <a:moveTo>
                  <a:pt x="600075" y="581025"/>
                </a:moveTo>
                <a:lnTo>
                  <a:pt x="609600" y="581025"/>
                </a:lnTo>
                <a:lnTo>
                  <a:pt x="609600" y="590550"/>
                </a:lnTo>
                <a:lnTo>
                  <a:pt x="600075" y="590550"/>
                </a:lnTo>
                <a:close/>
                <a:moveTo>
                  <a:pt x="962025" y="581025"/>
                </a:moveTo>
                <a:lnTo>
                  <a:pt x="971550" y="581025"/>
                </a:lnTo>
                <a:lnTo>
                  <a:pt x="971550" y="590550"/>
                </a:lnTo>
                <a:lnTo>
                  <a:pt x="962025" y="590550"/>
                </a:lnTo>
                <a:close/>
                <a:moveTo>
                  <a:pt x="1428750" y="581025"/>
                </a:moveTo>
                <a:lnTo>
                  <a:pt x="1438275" y="581025"/>
                </a:lnTo>
                <a:lnTo>
                  <a:pt x="1438275" y="590550"/>
                </a:lnTo>
                <a:lnTo>
                  <a:pt x="1428750" y="590550"/>
                </a:lnTo>
                <a:close/>
                <a:moveTo>
                  <a:pt x="609600" y="590550"/>
                </a:moveTo>
                <a:lnTo>
                  <a:pt x="619125" y="590550"/>
                </a:lnTo>
                <a:lnTo>
                  <a:pt x="619125" y="600075"/>
                </a:lnTo>
                <a:lnTo>
                  <a:pt x="609600" y="600075"/>
                </a:lnTo>
                <a:close/>
                <a:moveTo>
                  <a:pt x="904875" y="590550"/>
                </a:moveTo>
                <a:lnTo>
                  <a:pt x="914400" y="590550"/>
                </a:lnTo>
                <a:lnTo>
                  <a:pt x="914400" y="600075"/>
                </a:lnTo>
                <a:lnTo>
                  <a:pt x="904875" y="600075"/>
                </a:lnTo>
                <a:close/>
                <a:moveTo>
                  <a:pt x="1438275" y="590550"/>
                </a:moveTo>
                <a:lnTo>
                  <a:pt x="1447800" y="590550"/>
                </a:lnTo>
                <a:lnTo>
                  <a:pt x="1447800" y="600075"/>
                </a:lnTo>
                <a:lnTo>
                  <a:pt x="1438275" y="600075"/>
                </a:lnTo>
                <a:close/>
                <a:moveTo>
                  <a:pt x="114300" y="600075"/>
                </a:moveTo>
                <a:lnTo>
                  <a:pt x="123825" y="600075"/>
                </a:lnTo>
                <a:lnTo>
                  <a:pt x="123825" y="609600"/>
                </a:lnTo>
                <a:lnTo>
                  <a:pt x="114300" y="609600"/>
                </a:lnTo>
                <a:close/>
                <a:moveTo>
                  <a:pt x="152400" y="600075"/>
                </a:moveTo>
                <a:lnTo>
                  <a:pt x="161925" y="600075"/>
                </a:lnTo>
                <a:lnTo>
                  <a:pt x="161925" y="609600"/>
                </a:lnTo>
                <a:lnTo>
                  <a:pt x="152400" y="609600"/>
                </a:lnTo>
                <a:close/>
                <a:moveTo>
                  <a:pt x="619125" y="600075"/>
                </a:moveTo>
                <a:lnTo>
                  <a:pt x="628650" y="600075"/>
                </a:lnTo>
                <a:lnTo>
                  <a:pt x="628650" y="609600"/>
                </a:lnTo>
                <a:lnTo>
                  <a:pt x="619125" y="609600"/>
                </a:lnTo>
                <a:close/>
                <a:moveTo>
                  <a:pt x="1181100" y="600075"/>
                </a:moveTo>
                <a:lnTo>
                  <a:pt x="1285875" y="600075"/>
                </a:lnTo>
                <a:lnTo>
                  <a:pt x="1285875" y="619125"/>
                </a:lnTo>
                <a:lnTo>
                  <a:pt x="1181100" y="619125"/>
                </a:lnTo>
                <a:close/>
                <a:moveTo>
                  <a:pt x="1457325" y="600075"/>
                </a:moveTo>
                <a:lnTo>
                  <a:pt x="1495425" y="600075"/>
                </a:lnTo>
                <a:lnTo>
                  <a:pt x="1495425" y="619125"/>
                </a:lnTo>
                <a:lnTo>
                  <a:pt x="1457325" y="619125"/>
                </a:lnTo>
                <a:close/>
                <a:moveTo>
                  <a:pt x="466725" y="619125"/>
                </a:moveTo>
                <a:lnTo>
                  <a:pt x="476250" y="619125"/>
                </a:lnTo>
                <a:lnTo>
                  <a:pt x="476250" y="628650"/>
                </a:lnTo>
                <a:lnTo>
                  <a:pt x="466725" y="628650"/>
                </a:lnTo>
                <a:close/>
                <a:moveTo>
                  <a:pt x="942975" y="619125"/>
                </a:moveTo>
                <a:lnTo>
                  <a:pt x="952500" y="619125"/>
                </a:lnTo>
                <a:lnTo>
                  <a:pt x="952500" y="628650"/>
                </a:lnTo>
                <a:lnTo>
                  <a:pt x="942975" y="628650"/>
                </a:lnTo>
                <a:close/>
                <a:moveTo>
                  <a:pt x="1419225" y="619125"/>
                </a:moveTo>
                <a:lnTo>
                  <a:pt x="1428750" y="619125"/>
                </a:lnTo>
                <a:lnTo>
                  <a:pt x="1428750" y="628650"/>
                </a:lnTo>
                <a:lnTo>
                  <a:pt x="1419225" y="628650"/>
                </a:lnTo>
                <a:close/>
                <a:moveTo>
                  <a:pt x="800100" y="628650"/>
                </a:moveTo>
                <a:lnTo>
                  <a:pt x="828675" y="628650"/>
                </a:lnTo>
                <a:lnTo>
                  <a:pt x="828675" y="638175"/>
                </a:lnTo>
                <a:lnTo>
                  <a:pt x="800100" y="638175"/>
                </a:lnTo>
                <a:close/>
                <a:moveTo>
                  <a:pt x="933450" y="628650"/>
                </a:moveTo>
                <a:lnTo>
                  <a:pt x="942975" y="628650"/>
                </a:lnTo>
                <a:lnTo>
                  <a:pt x="942975" y="638175"/>
                </a:lnTo>
                <a:lnTo>
                  <a:pt x="933450" y="638175"/>
                </a:lnTo>
                <a:close/>
                <a:moveTo>
                  <a:pt x="1552575" y="628650"/>
                </a:moveTo>
                <a:lnTo>
                  <a:pt x="1562100" y="628650"/>
                </a:lnTo>
                <a:lnTo>
                  <a:pt x="1562100" y="638175"/>
                </a:lnTo>
                <a:lnTo>
                  <a:pt x="1552575" y="638175"/>
                </a:lnTo>
                <a:close/>
                <a:moveTo>
                  <a:pt x="200025" y="638175"/>
                </a:moveTo>
                <a:lnTo>
                  <a:pt x="209550" y="638175"/>
                </a:lnTo>
                <a:lnTo>
                  <a:pt x="209550" y="647700"/>
                </a:lnTo>
                <a:lnTo>
                  <a:pt x="200025" y="647700"/>
                </a:lnTo>
                <a:close/>
                <a:moveTo>
                  <a:pt x="504825" y="638175"/>
                </a:moveTo>
                <a:lnTo>
                  <a:pt x="514350" y="638175"/>
                </a:lnTo>
                <a:lnTo>
                  <a:pt x="514350" y="647700"/>
                </a:lnTo>
                <a:lnTo>
                  <a:pt x="504825" y="647700"/>
                </a:lnTo>
                <a:close/>
                <a:moveTo>
                  <a:pt x="704850" y="638175"/>
                </a:moveTo>
                <a:lnTo>
                  <a:pt x="714375" y="638175"/>
                </a:lnTo>
                <a:lnTo>
                  <a:pt x="714375" y="647700"/>
                </a:lnTo>
                <a:lnTo>
                  <a:pt x="704850" y="647700"/>
                </a:lnTo>
                <a:close/>
                <a:moveTo>
                  <a:pt x="838200" y="638175"/>
                </a:moveTo>
                <a:lnTo>
                  <a:pt x="895350" y="638175"/>
                </a:lnTo>
                <a:lnTo>
                  <a:pt x="895350" y="647700"/>
                </a:lnTo>
                <a:lnTo>
                  <a:pt x="838200" y="647700"/>
                </a:lnTo>
                <a:close/>
                <a:moveTo>
                  <a:pt x="1133475" y="638175"/>
                </a:moveTo>
                <a:lnTo>
                  <a:pt x="1228725" y="638175"/>
                </a:lnTo>
                <a:lnTo>
                  <a:pt x="1228725" y="657225"/>
                </a:lnTo>
                <a:lnTo>
                  <a:pt x="1133475" y="657225"/>
                </a:lnTo>
                <a:close/>
                <a:moveTo>
                  <a:pt x="1562100" y="638175"/>
                </a:moveTo>
                <a:lnTo>
                  <a:pt x="1571625" y="638175"/>
                </a:lnTo>
                <a:lnTo>
                  <a:pt x="1571625" y="647700"/>
                </a:lnTo>
                <a:lnTo>
                  <a:pt x="1562100" y="647700"/>
                </a:lnTo>
                <a:close/>
                <a:moveTo>
                  <a:pt x="76200" y="647700"/>
                </a:moveTo>
                <a:lnTo>
                  <a:pt x="85725" y="647700"/>
                </a:lnTo>
                <a:lnTo>
                  <a:pt x="85725" y="657225"/>
                </a:lnTo>
                <a:lnTo>
                  <a:pt x="76200" y="657225"/>
                </a:lnTo>
                <a:close/>
                <a:moveTo>
                  <a:pt x="1076325" y="647700"/>
                </a:moveTo>
                <a:lnTo>
                  <a:pt x="1095375" y="647700"/>
                </a:lnTo>
                <a:lnTo>
                  <a:pt x="1095375" y="657225"/>
                </a:lnTo>
                <a:lnTo>
                  <a:pt x="1076325" y="657225"/>
                </a:lnTo>
                <a:close/>
                <a:moveTo>
                  <a:pt x="1571625" y="647700"/>
                </a:moveTo>
                <a:lnTo>
                  <a:pt x="1581150" y="647700"/>
                </a:lnTo>
                <a:lnTo>
                  <a:pt x="1581150" y="657225"/>
                </a:lnTo>
                <a:lnTo>
                  <a:pt x="1571625" y="657225"/>
                </a:lnTo>
                <a:close/>
                <a:moveTo>
                  <a:pt x="1314450" y="657225"/>
                </a:moveTo>
                <a:lnTo>
                  <a:pt x="1333500" y="657225"/>
                </a:lnTo>
                <a:lnTo>
                  <a:pt x="1333500" y="666750"/>
                </a:lnTo>
                <a:lnTo>
                  <a:pt x="1314450" y="666750"/>
                </a:lnTo>
                <a:close/>
                <a:moveTo>
                  <a:pt x="838200" y="666750"/>
                </a:moveTo>
                <a:lnTo>
                  <a:pt x="857250" y="666750"/>
                </a:lnTo>
                <a:lnTo>
                  <a:pt x="857250" y="685800"/>
                </a:lnTo>
                <a:lnTo>
                  <a:pt x="847725" y="685800"/>
                </a:lnTo>
                <a:lnTo>
                  <a:pt x="847725" y="676275"/>
                </a:lnTo>
                <a:lnTo>
                  <a:pt x="838200" y="676275"/>
                </a:lnTo>
                <a:close/>
                <a:moveTo>
                  <a:pt x="1304925" y="666750"/>
                </a:moveTo>
                <a:lnTo>
                  <a:pt x="1314450" y="666750"/>
                </a:lnTo>
                <a:lnTo>
                  <a:pt x="1314450" y="676275"/>
                </a:lnTo>
                <a:lnTo>
                  <a:pt x="1304925" y="676275"/>
                </a:lnTo>
                <a:close/>
                <a:moveTo>
                  <a:pt x="1362075" y="666750"/>
                </a:moveTo>
                <a:lnTo>
                  <a:pt x="1371600" y="666750"/>
                </a:lnTo>
                <a:lnTo>
                  <a:pt x="1371600" y="685800"/>
                </a:lnTo>
                <a:lnTo>
                  <a:pt x="1362075" y="685800"/>
                </a:lnTo>
                <a:close/>
                <a:moveTo>
                  <a:pt x="742950" y="676275"/>
                </a:moveTo>
                <a:lnTo>
                  <a:pt x="752475" y="676275"/>
                </a:lnTo>
                <a:lnTo>
                  <a:pt x="752475" y="685800"/>
                </a:lnTo>
                <a:lnTo>
                  <a:pt x="742950" y="685800"/>
                </a:lnTo>
                <a:close/>
                <a:moveTo>
                  <a:pt x="1200150" y="676275"/>
                </a:moveTo>
                <a:lnTo>
                  <a:pt x="1228725" y="676275"/>
                </a:lnTo>
                <a:lnTo>
                  <a:pt x="1228725" y="695325"/>
                </a:lnTo>
                <a:lnTo>
                  <a:pt x="1200150" y="695325"/>
                </a:lnTo>
                <a:close/>
                <a:moveTo>
                  <a:pt x="76200" y="685800"/>
                </a:moveTo>
                <a:lnTo>
                  <a:pt x="85725" y="685800"/>
                </a:lnTo>
                <a:lnTo>
                  <a:pt x="85725" y="695325"/>
                </a:lnTo>
                <a:lnTo>
                  <a:pt x="76200" y="695325"/>
                </a:lnTo>
                <a:close/>
                <a:moveTo>
                  <a:pt x="200025" y="685800"/>
                </a:moveTo>
                <a:lnTo>
                  <a:pt x="209550" y="685800"/>
                </a:lnTo>
                <a:lnTo>
                  <a:pt x="209550" y="695325"/>
                </a:lnTo>
                <a:lnTo>
                  <a:pt x="200025" y="695325"/>
                </a:lnTo>
                <a:close/>
                <a:moveTo>
                  <a:pt x="619125" y="685800"/>
                </a:moveTo>
                <a:lnTo>
                  <a:pt x="628650" y="685800"/>
                </a:lnTo>
                <a:lnTo>
                  <a:pt x="628650" y="704850"/>
                </a:lnTo>
                <a:lnTo>
                  <a:pt x="619125" y="704850"/>
                </a:lnTo>
                <a:close/>
                <a:moveTo>
                  <a:pt x="752475" y="685800"/>
                </a:moveTo>
                <a:lnTo>
                  <a:pt x="771525" y="685800"/>
                </a:lnTo>
                <a:lnTo>
                  <a:pt x="771525" y="695325"/>
                </a:lnTo>
                <a:lnTo>
                  <a:pt x="781050" y="695325"/>
                </a:lnTo>
                <a:lnTo>
                  <a:pt x="781050" y="714375"/>
                </a:lnTo>
                <a:lnTo>
                  <a:pt x="771525" y="714375"/>
                </a:lnTo>
                <a:lnTo>
                  <a:pt x="771525" y="704850"/>
                </a:lnTo>
                <a:lnTo>
                  <a:pt x="752475" y="704850"/>
                </a:lnTo>
                <a:close/>
                <a:moveTo>
                  <a:pt x="838200" y="685800"/>
                </a:moveTo>
                <a:lnTo>
                  <a:pt x="847725" y="685800"/>
                </a:lnTo>
                <a:lnTo>
                  <a:pt x="847725" y="704850"/>
                </a:lnTo>
                <a:lnTo>
                  <a:pt x="838200" y="704850"/>
                </a:lnTo>
                <a:close/>
                <a:moveTo>
                  <a:pt x="1590675" y="695325"/>
                </a:moveTo>
                <a:lnTo>
                  <a:pt x="1600200" y="695325"/>
                </a:lnTo>
                <a:lnTo>
                  <a:pt x="1600200" y="723900"/>
                </a:lnTo>
                <a:lnTo>
                  <a:pt x="1590675" y="723900"/>
                </a:lnTo>
                <a:close/>
                <a:moveTo>
                  <a:pt x="85725" y="704850"/>
                </a:moveTo>
                <a:lnTo>
                  <a:pt x="95250" y="704850"/>
                </a:lnTo>
                <a:lnTo>
                  <a:pt x="95250" y="714375"/>
                </a:lnTo>
                <a:lnTo>
                  <a:pt x="85725" y="714375"/>
                </a:lnTo>
                <a:close/>
                <a:moveTo>
                  <a:pt x="190500" y="704850"/>
                </a:moveTo>
                <a:lnTo>
                  <a:pt x="200025" y="704850"/>
                </a:lnTo>
                <a:lnTo>
                  <a:pt x="200025" y="714375"/>
                </a:lnTo>
                <a:lnTo>
                  <a:pt x="190500" y="714375"/>
                </a:lnTo>
                <a:close/>
                <a:moveTo>
                  <a:pt x="828675" y="704850"/>
                </a:moveTo>
                <a:lnTo>
                  <a:pt x="838200" y="704850"/>
                </a:lnTo>
                <a:lnTo>
                  <a:pt x="838200" y="714375"/>
                </a:lnTo>
                <a:lnTo>
                  <a:pt x="828675" y="714375"/>
                </a:lnTo>
                <a:close/>
                <a:moveTo>
                  <a:pt x="847725" y="704850"/>
                </a:moveTo>
                <a:lnTo>
                  <a:pt x="857250" y="704850"/>
                </a:lnTo>
                <a:lnTo>
                  <a:pt x="857250" y="714375"/>
                </a:lnTo>
                <a:lnTo>
                  <a:pt x="847725" y="714375"/>
                </a:lnTo>
                <a:close/>
                <a:moveTo>
                  <a:pt x="95250" y="714375"/>
                </a:moveTo>
                <a:lnTo>
                  <a:pt x="104775" y="714375"/>
                </a:lnTo>
                <a:lnTo>
                  <a:pt x="104775" y="723900"/>
                </a:lnTo>
                <a:lnTo>
                  <a:pt x="95250" y="723900"/>
                </a:lnTo>
                <a:close/>
                <a:moveTo>
                  <a:pt x="180975" y="714375"/>
                </a:moveTo>
                <a:lnTo>
                  <a:pt x="190500" y="714375"/>
                </a:lnTo>
                <a:lnTo>
                  <a:pt x="190500" y="723900"/>
                </a:lnTo>
                <a:lnTo>
                  <a:pt x="180975" y="723900"/>
                </a:lnTo>
                <a:close/>
                <a:moveTo>
                  <a:pt x="857250" y="714375"/>
                </a:moveTo>
                <a:lnTo>
                  <a:pt x="866775" y="714375"/>
                </a:lnTo>
                <a:lnTo>
                  <a:pt x="866775" y="723900"/>
                </a:lnTo>
                <a:lnTo>
                  <a:pt x="857250" y="723900"/>
                </a:lnTo>
                <a:close/>
                <a:moveTo>
                  <a:pt x="971550" y="714375"/>
                </a:moveTo>
                <a:lnTo>
                  <a:pt x="981075" y="714375"/>
                </a:lnTo>
                <a:lnTo>
                  <a:pt x="981075" y="723900"/>
                </a:lnTo>
                <a:lnTo>
                  <a:pt x="971550" y="723900"/>
                </a:lnTo>
                <a:close/>
                <a:moveTo>
                  <a:pt x="1190625" y="714375"/>
                </a:moveTo>
                <a:lnTo>
                  <a:pt x="1228725" y="714375"/>
                </a:lnTo>
                <a:lnTo>
                  <a:pt x="1228725" y="723900"/>
                </a:lnTo>
                <a:lnTo>
                  <a:pt x="1238250" y="723900"/>
                </a:lnTo>
                <a:lnTo>
                  <a:pt x="1238250" y="733425"/>
                </a:lnTo>
                <a:lnTo>
                  <a:pt x="1228725" y="733425"/>
                </a:lnTo>
                <a:lnTo>
                  <a:pt x="1228725" y="742950"/>
                </a:lnTo>
                <a:lnTo>
                  <a:pt x="1238250" y="742950"/>
                </a:lnTo>
                <a:lnTo>
                  <a:pt x="1238250" y="752475"/>
                </a:lnTo>
                <a:lnTo>
                  <a:pt x="1266825" y="752475"/>
                </a:lnTo>
                <a:lnTo>
                  <a:pt x="1266825" y="742950"/>
                </a:lnTo>
                <a:lnTo>
                  <a:pt x="1276350" y="742950"/>
                </a:lnTo>
                <a:lnTo>
                  <a:pt x="1276350" y="752475"/>
                </a:lnTo>
                <a:lnTo>
                  <a:pt x="1266825" y="752475"/>
                </a:lnTo>
                <a:lnTo>
                  <a:pt x="1266825" y="762000"/>
                </a:lnTo>
                <a:lnTo>
                  <a:pt x="1257300" y="762000"/>
                </a:lnTo>
                <a:lnTo>
                  <a:pt x="1257300" y="771525"/>
                </a:lnTo>
                <a:lnTo>
                  <a:pt x="1247775" y="771525"/>
                </a:lnTo>
                <a:lnTo>
                  <a:pt x="1247775" y="781050"/>
                </a:lnTo>
                <a:lnTo>
                  <a:pt x="1238250" y="781050"/>
                </a:lnTo>
                <a:lnTo>
                  <a:pt x="1238250" y="771525"/>
                </a:lnTo>
                <a:lnTo>
                  <a:pt x="1228725" y="771525"/>
                </a:lnTo>
                <a:lnTo>
                  <a:pt x="1228725" y="781050"/>
                </a:lnTo>
                <a:lnTo>
                  <a:pt x="1095375" y="781050"/>
                </a:lnTo>
                <a:lnTo>
                  <a:pt x="1095375" y="752475"/>
                </a:lnTo>
                <a:lnTo>
                  <a:pt x="1181100" y="752475"/>
                </a:lnTo>
                <a:lnTo>
                  <a:pt x="1181100" y="723900"/>
                </a:lnTo>
                <a:lnTo>
                  <a:pt x="1190625" y="723900"/>
                </a:lnTo>
                <a:close/>
                <a:moveTo>
                  <a:pt x="114300" y="723900"/>
                </a:moveTo>
                <a:lnTo>
                  <a:pt x="123825" y="723900"/>
                </a:lnTo>
                <a:lnTo>
                  <a:pt x="123825" y="733425"/>
                </a:lnTo>
                <a:lnTo>
                  <a:pt x="133350" y="733425"/>
                </a:lnTo>
                <a:lnTo>
                  <a:pt x="133350" y="752475"/>
                </a:lnTo>
                <a:lnTo>
                  <a:pt x="95250" y="752475"/>
                </a:lnTo>
                <a:lnTo>
                  <a:pt x="95250" y="742950"/>
                </a:lnTo>
                <a:lnTo>
                  <a:pt x="114300" y="742950"/>
                </a:lnTo>
                <a:close/>
                <a:moveTo>
                  <a:pt x="847725" y="723900"/>
                </a:moveTo>
                <a:lnTo>
                  <a:pt x="857250" y="723900"/>
                </a:lnTo>
                <a:lnTo>
                  <a:pt x="857250" y="733425"/>
                </a:lnTo>
                <a:lnTo>
                  <a:pt x="847725" y="733425"/>
                </a:lnTo>
                <a:close/>
                <a:moveTo>
                  <a:pt x="1266825" y="723900"/>
                </a:moveTo>
                <a:lnTo>
                  <a:pt x="1276350" y="723900"/>
                </a:lnTo>
                <a:lnTo>
                  <a:pt x="1276350" y="733425"/>
                </a:lnTo>
                <a:lnTo>
                  <a:pt x="1266825" y="733425"/>
                </a:lnTo>
                <a:close/>
                <a:moveTo>
                  <a:pt x="1581150" y="723900"/>
                </a:moveTo>
                <a:lnTo>
                  <a:pt x="1590675" y="723900"/>
                </a:lnTo>
                <a:lnTo>
                  <a:pt x="1590675" y="733425"/>
                </a:lnTo>
                <a:lnTo>
                  <a:pt x="1581150" y="733425"/>
                </a:lnTo>
                <a:close/>
                <a:moveTo>
                  <a:pt x="152400" y="733425"/>
                </a:moveTo>
                <a:lnTo>
                  <a:pt x="171450" y="733425"/>
                </a:lnTo>
                <a:lnTo>
                  <a:pt x="171450" y="742950"/>
                </a:lnTo>
                <a:lnTo>
                  <a:pt x="190500" y="742950"/>
                </a:lnTo>
                <a:lnTo>
                  <a:pt x="190500" y="752475"/>
                </a:lnTo>
                <a:lnTo>
                  <a:pt x="152400" y="752475"/>
                </a:lnTo>
                <a:close/>
                <a:moveTo>
                  <a:pt x="333375" y="733425"/>
                </a:moveTo>
                <a:lnTo>
                  <a:pt x="342900" y="733425"/>
                </a:lnTo>
                <a:lnTo>
                  <a:pt x="342900" y="742950"/>
                </a:lnTo>
                <a:lnTo>
                  <a:pt x="333375" y="742950"/>
                </a:lnTo>
                <a:close/>
                <a:moveTo>
                  <a:pt x="609600" y="733425"/>
                </a:moveTo>
                <a:lnTo>
                  <a:pt x="619125" y="733425"/>
                </a:lnTo>
                <a:lnTo>
                  <a:pt x="619125" y="752475"/>
                </a:lnTo>
                <a:lnTo>
                  <a:pt x="609600" y="752475"/>
                </a:lnTo>
                <a:close/>
                <a:moveTo>
                  <a:pt x="704850" y="733425"/>
                </a:moveTo>
                <a:lnTo>
                  <a:pt x="714375" y="733425"/>
                </a:lnTo>
                <a:lnTo>
                  <a:pt x="714375" y="742950"/>
                </a:lnTo>
                <a:lnTo>
                  <a:pt x="704850" y="742950"/>
                </a:lnTo>
                <a:close/>
                <a:moveTo>
                  <a:pt x="857250" y="733425"/>
                </a:moveTo>
                <a:lnTo>
                  <a:pt x="866775" y="733425"/>
                </a:lnTo>
                <a:lnTo>
                  <a:pt x="866775" y="742950"/>
                </a:lnTo>
                <a:lnTo>
                  <a:pt x="857250" y="742950"/>
                </a:lnTo>
                <a:close/>
                <a:moveTo>
                  <a:pt x="1381125" y="733425"/>
                </a:moveTo>
                <a:lnTo>
                  <a:pt x="1390650" y="733425"/>
                </a:lnTo>
                <a:lnTo>
                  <a:pt x="1390650" y="742950"/>
                </a:lnTo>
                <a:lnTo>
                  <a:pt x="1381125" y="742950"/>
                </a:lnTo>
                <a:close/>
                <a:moveTo>
                  <a:pt x="1562100" y="733425"/>
                </a:moveTo>
                <a:lnTo>
                  <a:pt x="1571625" y="733425"/>
                </a:lnTo>
                <a:lnTo>
                  <a:pt x="1571625" y="742950"/>
                </a:lnTo>
                <a:lnTo>
                  <a:pt x="1562100" y="742950"/>
                </a:lnTo>
                <a:close/>
                <a:moveTo>
                  <a:pt x="342900" y="742950"/>
                </a:moveTo>
                <a:lnTo>
                  <a:pt x="361950" y="742950"/>
                </a:lnTo>
                <a:lnTo>
                  <a:pt x="361950" y="752475"/>
                </a:lnTo>
                <a:lnTo>
                  <a:pt x="466725" y="752475"/>
                </a:lnTo>
                <a:lnTo>
                  <a:pt x="466725" y="771525"/>
                </a:lnTo>
                <a:lnTo>
                  <a:pt x="352425" y="771525"/>
                </a:lnTo>
                <a:lnTo>
                  <a:pt x="352425" y="752475"/>
                </a:lnTo>
                <a:lnTo>
                  <a:pt x="342900" y="752475"/>
                </a:lnTo>
                <a:close/>
                <a:moveTo>
                  <a:pt x="733425" y="742950"/>
                </a:moveTo>
                <a:lnTo>
                  <a:pt x="742950" y="742950"/>
                </a:lnTo>
                <a:lnTo>
                  <a:pt x="742950" y="752475"/>
                </a:lnTo>
                <a:lnTo>
                  <a:pt x="733425" y="752475"/>
                </a:lnTo>
                <a:close/>
                <a:moveTo>
                  <a:pt x="981075" y="742950"/>
                </a:moveTo>
                <a:lnTo>
                  <a:pt x="990600" y="742950"/>
                </a:lnTo>
                <a:lnTo>
                  <a:pt x="990600" y="762000"/>
                </a:lnTo>
                <a:lnTo>
                  <a:pt x="981075" y="762000"/>
                </a:lnTo>
                <a:close/>
                <a:moveTo>
                  <a:pt x="1419225" y="742950"/>
                </a:moveTo>
                <a:lnTo>
                  <a:pt x="1447800" y="742950"/>
                </a:lnTo>
                <a:lnTo>
                  <a:pt x="1447800" y="752475"/>
                </a:lnTo>
                <a:lnTo>
                  <a:pt x="1419225" y="752475"/>
                </a:lnTo>
                <a:close/>
                <a:moveTo>
                  <a:pt x="1514475" y="742950"/>
                </a:moveTo>
                <a:lnTo>
                  <a:pt x="1533525" y="742950"/>
                </a:lnTo>
                <a:lnTo>
                  <a:pt x="1533525" y="752475"/>
                </a:lnTo>
                <a:lnTo>
                  <a:pt x="1514475" y="752475"/>
                </a:lnTo>
                <a:close/>
                <a:moveTo>
                  <a:pt x="762000" y="752475"/>
                </a:moveTo>
                <a:lnTo>
                  <a:pt x="771525" y="752475"/>
                </a:lnTo>
                <a:lnTo>
                  <a:pt x="771525" y="762000"/>
                </a:lnTo>
                <a:lnTo>
                  <a:pt x="762000" y="762000"/>
                </a:lnTo>
                <a:close/>
                <a:moveTo>
                  <a:pt x="828675" y="752475"/>
                </a:moveTo>
                <a:lnTo>
                  <a:pt x="838200" y="752475"/>
                </a:lnTo>
                <a:lnTo>
                  <a:pt x="838200" y="762000"/>
                </a:lnTo>
                <a:lnTo>
                  <a:pt x="828675" y="762000"/>
                </a:lnTo>
                <a:close/>
                <a:moveTo>
                  <a:pt x="914400" y="752475"/>
                </a:moveTo>
                <a:lnTo>
                  <a:pt x="933450" y="752475"/>
                </a:lnTo>
                <a:lnTo>
                  <a:pt x="933450" y="762000"/>
                </a:lnTo>
                <a:lnTo>
                  <a:pt x="914400" y="762000"/>
                </a:lnTo>
                <a:close/>
                <a:moveTo>
                  <a:pt x="647700" y="762000"/>
                </a:moveTo>
                <a:lnTo>
                  <a:pt x="657225" y="762000"/>
                </a:lnTo>
                <a:lnTo>
                  <a:pt x="657225" y="771525"/>
                </a:lnTo>
                <a:lnTo>
                  <a:pt x="647700" y="771525"/>
                </a:lnTo>
                <a:close/>
                <a:moveTo>
                  <a:pt x="685800" y="762000"/>
                </a:moveTo>
                <a:lnTo>
                  <a:pt x="704850" y="762000"/>
                </a:lnTo>
                <a:lnTo>
                  <a:pt x="704850" y="771525"/>
                </a:lnTo>
                <a:lnTo>
                  <a:pt x="714375" y="771525"/>
                </a:lnTo>
                <a:lnTo>
                  <a:pt x="714375" y="790575"/>
                </a:lnTo>
                <a:lnTo>
                  <a:pt x="704850" y="790575"/>
                </a:lnTo>
                <a:lnTo>
                  <a:pt x="704850" y="800100"/>
                </a:lnTo>
                <a:lnTo>
                  <a:pt x="695325" y="800100"/>
                </a:lnTo>
                <a:lnTo>
                  <a:pt x="695325" y="771525"/>
                </a:lnTo>
                <a:lnTo>
                  <a:pt x="685800" y="771525"/>
                </a:lnTo>
                <a:close/>
                <a:moveTo>
                  <a:pt x="885825" y="762000"/>
                </a:moveTo>
                <a:lnTo>
                  <a:pt x="895350" y="762000"/>
                </a:lnTo>
                <a:lnTo>
                  <a:pt x="895350" y="771525"/>
                </a:lnTo>
                <a:lnTo>
                  <a:pt x="904875" y="771525"/>
                </a:lnTo>
                <a:lnTo>
                  <a:pt x="904875" y="790575"/>
                </a:lnTo>
                <a:lnTo>
                  <a:pt x="895350" y="790575"/>
                </a:lnTo>
                <a:lnTo>
                  <a:pt x="895350" y="819150"/>
                </a:lnTo>
                <a:lnTo>
                  <a:pt x="885825" y="819150"/>
                </a:lnTo>
                <a:lnTo>
                  <a:pt x="885825" y="809625"/>
                </a:lnTo>
                <a:lnTo>
                  <a:pt x="876300" y="809625"/>
                </a:lnTo>
                <a:lnTo>
                  <a:pt x="876300" y="790575"/>
                </a:lnTo>
                <a:lnTo>
                  <a:pt x="885825" y="790575"/>
                </a:lnTo>
                <a:close/>
                <a:moveTo>
                  <a:pt x="990600" y="762000"/>
                </a:moveTo>
                <a:lnTo>
                  <a:pt x="1000125" y="762000"/>
                </a:lnTo>
                <a:lnTo>
                  <a:pt x="1000125" y="771525"/>
                </a:lnTo>
                <a:lnTo>
                  <a:pt x="990600" y="771525"/>
                </a:lnTo>
                <a:close/>
                <a:moveTo>
                  <a:pt x="971550" y="771525"/>
                </a:moveTo>
                <a:lnTo>
                  <a:pt x="981075" y="771525"/>
                </a:lnTo>
                <a:lnTo>
                  <a:pt x="981075" y="781050"/>
                </a:lnTo>
                <a:lnTo>
                  <a:pt x="971550" y="781050"/>
                </a:lnTo>
                <a:close/>
                <a:moveTo>
                  <a:pt x="1000125" y="771525"/>
                </a:moveTo>
                <a:lnTo>
                  <a:pt x="1009650" y="771525"/>
                </a:lnTo>
                <a:lnTo>
                  <a:pt x="1009650" y="781050"/>
                </a:lnTo>
                <a:lnTo>
                  <a:pt x="1000125" y="781050"/>
                </a:lnTo>
                <a:close/>
                <a:moveTo>
                  <a:pt x="342900" y="781050"/>
                </a:moveTo>
                <a:lnTo>
                  <a:pt x="352425" y="781050"/>
                </a:lnTo>
                <a:lnTo>
                  <a:pt x="352425" y="790575"/>
                </a:lnTo>
                <a:lnTo>
                  <a:pt x="342900" y="790575"/>
                </a:lnTo>
                <a:close/>
                <a:moveTo>
                  <a:pt x="571500" y="781050"/>
                </a:moveTo>
                <a:lnTo>
                  <a:pt x="581025" y="781050"/>
                </a:lnTo>
                <a:lnTo>
                  <a:pt x="581025" y="790575"/>
                </a:lnTo>
                <a:lnTo>
                  <a:pt x="571500" y="790575"/>
                </a:lnTo>
                <a:close/>
                <a:moveTo>
                  <a:pt x="990600" y="781050"/>
                </a:moveTo>
                <a:lnTo>
                  <a:pt x="1000125" y="781050"/>
                </a:lnTo>
                <a:lnTo>
                  <a:pt x="1000125" y="790575"/>
                </a:lnTo>
                <a:lnTo>
                  <a:pt x="990600" y="790575"/>
                </a:lnTo>
                <a:close/>
                <a:moveTo>
                  <a:pt x="1009650" y="781050"/>
                </a:moveTo>
                <a:lnTo>
                  <a:pt x="1028700" y="781050"/>
                </a:lnTo>
                <a:lnTo>
                  <a:pt x="1028700" y="790575"/>
                </a:lnTo>
                <a:lnTo>
                  <a:pt x="1009650" y="790575"/>
                </a:lnTo>
                <a:close/>
                <a:moveTo>
                  <a:pt x="1247775" y="781050"/>
                </a:moveTo>
                <a:lnTo>
                  <a:pt x="1257300" y="781050"/>
                </a:lnTo>
                <a:lnTo>
                  <a:pt x="1257300" y="790575"/>
                </a:lnTo>
                <a:lnTo>
                  <a:pt x="1247775" y="790575"/>
                </a:lnTo>
                <a:close/>
                <a:moveTo>
                  <a:pt x="28575" y="790575"/>
                </a:moveTo>
                <a:lnTo>
                  <a:pt x="38100" y="790575"/>
                </a:lnTo>
                <a:lnTo>
                  <a:pt x="38100" y="800100"/>
                </a:lnTo>
                <a:lnTo>
                  <a:pt x="28575" y="800100"/>
                </a:lnTo>
                <a:close/>
                <a:moveTo>
                  <a:pt x="247650" y="790575"/>
                </a:moveTo>
                <a:lnTo>
                  <a:pt x="257175" y="790575"/>
                </a:lnTo>
                <a:lnTo>
                  <a:pt x="257175" y="800100"/>
                </a:lnTo>
                <a:lnTo>
                  <a:pt x="247650" y="800100"/>
                </a:lnTo>
                <a:close/>
                <a:moveTo>
                  <a:pt x="333375" y="790575"/>
                </a:moveTo>
                <a:lnTo>
                  <a:pt x="342900" y="790575"/>
                </a:lnTo>
                <a:lnTo>
                  <a:pt x="342900" y="800100"/>
                </a:lnTo>
                <a:lnTo>
                  <a:pt x="333375" y="800100"/>
                </a:lnTo>
                <a:close/>
                <a:moveTo>
                  <a:pt x="561975" y="790575"/>
                </a:moveTo>
                <a:lnTo>
                  <a:pt x="571500" y="790575"/>
                </a:lnTo>
                <a:lnTo>
                  <a:pt x="571500" y="800100"/>
                </a:lnTo>
                <a:lnTo>
                  <a:pt x="561975" y="800100"/>
                </a:lnTo>
                <a:close/>
                <a:moveTo>
                  <a:pt x="581025" y="790575"/>
                </a:moveTo>
                <a:lnTo>
                  <a:pt x="590550" y="790575"/>
                </a:lnTo>
                <a:lnTo>
                  <a:pt x="590550" y="800100"/>
                </a:lnTo>
                <a:lnTo>
                  <a:pt x="581025" y="800100"/>
                </a:lnTo>
                <a:close/>
                <a:moveTo>
                  <a:pt x="762000" y="790575"/>
                </a:moveTo>
                <a:lnTo>
                  <a:pt x="771525" y="790575"/>
                </a:lnTo>
                <a:lnTo>
                  <a:pt x="771525" y="800100"/>
                </a:lnTo>
                <a:lnTo>
                  <a:pt x="762000" y="800100"/>
                </a:lnTo>
                <a:close/>
                <a:moveTo>
                  <a:pt x="828675" y="790575"/>
                </a:moveTo>
                <a:lnTo>
                  <a:pt x="838200" y="790575"/>
                </a:lnTo>
                <a:lnTo>
                  <a:pt x="838200" y="800100"/>
                </a:lnTo>
                <a:lnTo>
                  <a:pt x="828675" y="800100"/>
                </a:lnTo>
                <a:close/>
                <a:moveTo>
                  <a:pt x="1028700" y="790575"/>
                </a:moveTo>
                <a:lnTo>
                  <a:pt x="1038225" y="790575"/>
                </a:lnTo>
                <a:lnTo>
                  <a:pt x="1038225" y="800100"/>
                </a:lnTo>
                <a:lnTo>
                  <a:pt x="1028700" y="800100"/>
                </a:lnTo>
                <a:close/>
                <a:moveTo>
                  <a:pt x="1238250" y="790575"/>
                </a:moveTo>
                <a:lnTo>
                  <a:pt x="1247775" y="790575"/>
                </a:lnTo>
                <a:lnTo>
                  <a:pt x="1247775" y="809625"/>
                </a:lnTo>
                <a:lnTo>
                  <a:pt x="1257300" y="809625"/>
                </a:lnTo>
                <a:lnTo>
                  <a:pt x="1257300" y="828675"/>
                </a:lnTo>
                <a:lnTo>
                  <a:pt x="1247775" y="828675"/>
                </a:lnTo>
                <a:lnTo>
                  <a:pt x="1247775" y="838200"/>
                </a:lnTo>
                <a:lnTo>
                  <a:pt x="1238250" y="838200"/>
                </a:lnTo>
                <a:lnTo>
                  <a:pt x="1238250" y="828675"/>
                </a:lnTo>
                <a:lnTo>
                  <a:pt x="1219200" y="828675"/>
                </a:lnTo>
                <a:lnTo>
                  <a:pt x="1219200" y="819150"/>
                </a:lnTo>
                <a:lnTo>
                  <a:pt x="1228725" y="819150"/>
                </a:lnTo>
                <a:lnTo>
                  <a:pt x="1228725" y="809625"/>
                </a:lnTo>
                <a:lnTo>
                  <a:pt x="1238250" y="809625"/>
                </a:lnTo>
                <a:close/>
                <a:moveTo>
                  <a:pt x="552450" y="800100"/>
                </a:moveTo>
                <a:lnTo>
                  <a:pt x="561975" y="800100"/>
                </a:lnTo>
                <a:lnTo>
                  <a:pt x="561975" y="809625"/>
                </a:lnTo>
                <a:lnTo>
                  <a:pt x="552450" y="809625"/>
                </a:lnTo>
                <a:close/>
                <a:moveTo>
                  <a:pt x="571500" y="800100"/>
                </a:moveTo>
                <a:lnTo>
                  <a:pt x="581025" y="800100"/>
                </a:lnTo>
                <a:lnTo>
                  <a:pt x="581025" y="809625"/>
                </a:lnTo>
                <a:lnTo>
                  <a:pt x="571500" y="809625"/>
                </a:lnTo>
                <a:close/>
                <a:moveTo>
                  <a:pt x="704850" y="800100"/>
                </a:moveTo>
                <a:lnTo>
                  <a:pt x="723900" y="800100"/>
                </a:lnTo>
                <a:lnTo>
                  <a:pt x="723900" y="809625"/>
                </a:lnTo>
                <a:lnTo>
                  <a:pt x="714375" y="809625"/>
                </a:lnTo>
                <a:lnTo>
                  <a:pt x="714375" y="819150"/>
                </a:lnTo>
                <a:lnTo>
                  <a:pt x="704850" y="819150"/>
                </a:lnTo>
                <a:close/>
                <a:moveTo>
                  <a:pt x="752475" y="800100"/>
                </a:moveTo>
                <a:lnTo>
                  <a:pt x="762000" y="800100"/>
                </a:lnTo>
                <a:lnTo>
                  <a:pt x="762000" y="809625"/>
                </a:lnTo>
                <a:lnTo>
                  <a:pt x="752475" y="809625"/>
                </a:lnTo>
                <a:close/>
                <a:moveTo>
                  <a:pt x="838200" y="800100"/>
                </a:moveTo>
                <a:lnTo>
                  <a:pt x="847725" y="800100"/>
                </a:lnTo>
                <a:lnTo>
                  <a:pt x="847725" y="809625"/>
                </a:lnTo>
                <a:lnTo>
                  <a:pt x="866775" y="809625"/>
                </a:lnTo>
                <a:lnTo>
                  <a:pt x="866775" y="819150"/>
                </a:lnTo>
                <a:lnTo>
                  <a:pt x="857250" y="819150"/>
                </a:lnTo>
                <a:lnTo>
                  <a:pt x="857250" y="838200"/>
                </a:lnTo>
                <a:lnTo>
                  <a:pt x="847725" y="838200"/>
                </a:lnTo>
                <a:lnTo>
                  <a:pt x="847725" y="828675"/>
                </a:lnTo>
                <a:lnTo>
                  <a:pt x="838200" y="828675"/>
                </a:lnTo>
                <a:lnTo>
                  <a:pt x="838200" y="819150"/>
                </a:lnTo>
                <a:lnTo>
                  <a:pt x="819150" y="819150"/>
                </a:lnTo>
                <a:lnTo>
                  <a:pt x="819150" y="809625"/>
                </a:lnTo>
                <a:lnTo>
                  <a:pt x="838200" y="809625"/>
                </a:lnTo>
                <a:close/>
                <a:moveTo>
                  <a:pt x="1038225" y="800100"/>
                </a:moveTo>
                <a:lnTo>
                  <a:pt x="1047750" y="800100"/>
                </a:lnTo>
                <a:lnTo>
                  <a:pt x="1047750" y="809625"/>
                </a:lnTo>
                <a:lnTo>
                  <a:pt x="1038225" y="809625"/>
                </a:lnTo>
                <a:close/>
                <a:moveTo>
                  <a:pt x="542925" y="809625"/>
                </a:moveTo>
                <a:lnTo>
                  <a:pt x="552450" y="809625"/>
                </a:lnTo>
                <a:lnTo>
                  <a:pt x="552450" y="819150"/>
                </a:lnTo>
                <a:lnTo>
                  <a:pt x="542925" y="819150"/>
                </a:lnTo>
                <a:close/>
                <a:moveTo>
                  <a:pt x="561975" y="809625"/>
                </a:moveTo>
                <a:lnTo>
                  <a:pt x="571500" y="809625"/>
                </a:lnTo>
                <a:lnTo>
                  <a:pt x="571500" y="819150"/>
                </a:lnTo>
                <a:lnTo>
                  <a:pt x="561975" y="819150"/>
                </a:lnTo>
                <a:close/>
                <a:moveTo>
                  <a:pt x="742950" y="809625"/>
                </a:moveTo>
                <a:lnTo>
                  <a:pt x="752475" y="809625"/>
                </a:lnTo>
                <a:lnTo>
                  <a:pt x="752475" y="819150"/>
                </a:lnTo>
                <a:lnTo>
                  <a:pt x="742950" y="819150"/>
                </a:lnTo>
                <a:close/>
                <a:moveTo>
                  <a:pt x="762000" y="809625"/>
                </a:moveTo>
                <a:lnTo>
                  <a:pt x="781050" y="809625"/>
                </a:lnTo>
                <a:lnTo>
                  <a:pt x="781050" y="819150"/>
                </a:lnTo>
                <a:lnTo>
                  <a:pt x="762000" y="819150"/>
                </a:lnTo>
                <a:close/>
                <a:moveTo>
                  <a:pt x="552450" y="819150"/>
                </a:moveTo>
                <a:lnTo>
                  <a:pt x="561975" y="819150"/>
                </a:lnTo>
                <a:lnTo>
                  <a:pt x="561975" y="828675"/>
                </a:lnTo>
                <a:lnTo>
                  <a:pt x="552450" y="828675"/>
                </a:lnTo>
                <a:close/>
                <a:moveTo>
                  <a:pt x="714375" y="819150"/>
                </a:moveTo>
                <a:lnTo>
                  <a:pt x="723900" y="819150"/>
                </a:lnTo>
                <a:lnTo>
                  <a:pt x="723900" y="838200"/>
                </a:lnTo>
                <a:lnTo>
                  <a:pt x="714375" y="838200"/>
                </a:lnTo>
                <a:close/>
                <a:moveTo>
                  <a:pt x="752475" y="819150"/>
                </a:moveTo>
                <a:lnTo>
                  <a:pt x="762000" y="819150"/>
                </a:lnTo>
                <a:lnTo>
                  <a:pt x="762000" y="828675"/>
                </a:lnTo>
                <a:lnTo>
                  <a:pt x="752475" y="828675"/>
                </a:lnTo>
                <a:close/>
                <a:moveTo>
                  <a:pt x="876300" y="819150"/>
                </a:moveTo>
                <a:lnTo>
                  <a:pt x="885825" y="819150"/>
                </a:lnTo>
                <a:lnTo>
                  <a:pt x="885825" y="838200"/>
                </a:lnTo>
                <a:lnTo>
                  <a:pt x="876300" y="838200"/>
                </a:lnTo>
                <a:close/>
                <a:moveTo>
                  <a:pt x="1047750" y="819150"/>
                </a:moveTo>
                <a:lnTo>
                  <a:pt x="1057275" y="819150"/>
                </a:lnTo>
                <a:lnTo>
                  <a:pt x="1057275" y="828675"/>
                </a:lnTo>
                <a:lnTo>
                  <a:pt x="1047750" y="828675"/>
                </a:lnTo>
                <a:close/>
                <a:moveTo>
                  <a:pt x="1438275" y="819150"/>
                </a:moveTo>
                <a:lnTo>
                  <a:pt x="1447800" y="819150"/>
                </a:lnTo>
                <a:lnTo>
                  <a:pt x="1447800" y="828675"/>
                </a:lnTo>
                <a:lnTo>
                  <a:pt x="1438275" y="828675"/>
                </a:lnTo>
                <a:close/>
                <a:moveTo>
                  <a:pt x="742950" y="828675"/>
                </a:moveTo>
                <a:lnTo>
                  <a:pt x="752475" y="828675"/>
                </a:lnTo>
                <a:lnTo>
                  <a:pt x="752475" y="838200"/>
                </a:lnTo>
                <a:lnTo>
                  <a:pt x="742950" y="838200"/>
                </a:lnTo>
                <a:close/>
                <a:moveTo>
                  <a:pt x="1038225" y="828675"/>
                </a:moveTo>
                <a:lnTo>
                  <a:pt x="1047750" y="828675"/>
                </a:lnTo>
                <a:lnTo>
                  <a:pt x="1047750" y="838200"/>
                </a:lnTo>
                <a:lnTo>
                  <a:pt x="1038225" y="838200"/>
                </a:lnTo>
                <a:close/>
                <a:moveTo>
                  <a:pt x="1209675" y="828675"/>
                </a:moveTo>
                <a:lnTo>
                  <a:pt x="1219200" y="828675"/>
                </a:lnTo>
                <a:lnTo>
                  <a:pt x="1219200" y="838200"/>
                </a:lnTo>
                <a:lnTo>
                  <a:pt x="1209675" y="838200"/>
                </a:lnTo>
                <a:close/>
                <a:moveTo>
                  <a:pt x="1428750" y="828675"/>
                </a:moveTo>
                <a:lnTo>
                  <a:pt x="1438275" y="828675"/>
                </a:lnTo>
                <a:lnTo>
                  <a:pt x="1438275" y="838200"/>
                </a:lnTo>
                <a:lnTo>
                  <a:pt x="1428750" y="838200"/>
                </a:lnTo>
                <a:close/>
                <a:moveTo>
                  <a:pt x="723900" y="838200"/>
                </a:moveTo>
                <a:lnTo>
                  <a:pt x="742950" y="838200"/>
                </a:lnTo>
                <a:lnTo>
                  <a:pt x="742950" y="847725"/>
                </a:lnTo>
                <a:lnTo>
                  <a:pt x="723900" y="847725"/>
                </a:lnTo>
                <a:close/>
                <a:moveTo>
                  <a:pt x="857250" y="838200"/>
                </a:moveTo>
                <a:lnTo>
                  <a:pt x="876300" y="838200"/>
                </a:lnTo>
                <a:lnTo>
                  <a:pt x="876300" y="847725"/>
                </a:lnTo>
                <a:lnTo>
                  <a:pt x="857250" y="847725"/>
                </a:lnTo>
                <a:close/>
                <a:moveTo>
                  <a:pt x="523875" y="847725"/>
                </a:moveTo>
                <a:lnTo>
                  <a:pt x="533400" y="847725"/>
                </a:lnTo>
                <a:lnTo>
                  <a:pt x="533400" y="857250"/>
                </a:lnTo>
                <a:lnTo>
                  <a:pt x="542925" y="857250"/>
                </a:lnTo>
                <a:lnTo>
                  <a:pt x="542925" y="847725"/>
                </a:lnTo>
                <a:lnTo>
                  <a:pt x="552450" y="847725"/>
                </a:lnTo>
                <a:lnTo>
                  <a:pt x="552450" y="857250"/>
                </a:lnTo>
                <a:lnTo>
                  <a:pt x="542925" y="857250"/>
                </a:lnTo>
                <a:lnTo>
                  <a:pt x="542925" y="876300"/>
                </a:lnTo>
                <a:lnTo>
                  <a:pt x="533400" y="876300"/>
                </a:lnTo>
                <a:lnTo>
                  <a:pt x="533400" y="866775"/>
                </a:lnTo>
                <a:lnTo>
                  <a:pt x="523875" y="866775"/>
                </a:lnTo>
                <a:close/>
                <a:moveTo>
                  <a:pt x="1219200" y="847725"/>
                </a:moveTo>
                <a:lnTo>
                  <a:pt x="1228725" y="847725"/>
                </a:lnTo>
                <a:lnTo>
                  <a:pt x="1228725" y="857250"/>
                </a:lnTo>
                <a:lnTo>
                  <a:pt x="1219200" y="857250"/>
                </a:lnTo>
                <a:close/>
                <a:moveTo>
                  <a:pt x="1466850" y="847725"/>
                </a:moveTo>
                <a:lnTo>
                  <a:pt x="1476375" y="847725"/>
                </a:lnTo>
                <a:lnTo>
                  <a:pt x="1476375" y="857250"/>
                </a:lnTo>
                <a:lnTo>
                  <a:pt x="1485900" y="857250"/>
                </a:lnTo>
                <a:lnTo>
                  <a:pt x="1485900" y="847725"/>
                </a:lnTo>
                <a:lnTo>
                  <a:pt x="1495425" y="847725"/>
                </a:lnTo>
                <a:lnTo>
                  <a:pt x="1495425" y="857250"/>
                </a:lnTo>
                <a:lnTo>
                  <a:pt x="1485900" y="857250"/>
                </a:lnTo>
                <a:lnTo>
                  <a:pt x="1485900" y="866775"/>
                </a:lnTo>
                <a:lnTo>
                  <a:pt x="1466850" y="866775"/>
                </a:lnTo>
                <a:lnTo>
                  <a:pt x="1466850" y="885825"/>
                </a:lnTo>
                <a:lnTo>
                  <a:pt x="1447800" y="885825"/>
                </a:lnTo>
                <a:lnTo>
                  <a:pt x="1447800" y="857250"/>
                </a:lnTo>
                <a:lnTo>
                  <a:pt x="1466850" y="857250"/>
                </a:lnTo>
                <a:close/>
                <a:moveTo>
                  <a:pt x="1066800" y="857250"/>
                </a:moveTo>
                <a:lnTo>
                  <a:pt x="1076325" y="857250"/>
                </a:lnTo>
                <a:lnTo>
                  <a:pt x="1076325" y="876300"/>
                </a:lnTo>
                <a:lnTo>
                  <a:pt x="1066800" y="876300"/>
                </a:lnTo>
                <a:lnTo>
                  <a:pt x="1066800" y="885825"/>
                </a:lnTo>
                <a:lnTo>
                  <a:pt x="1057275" y="885825"/>
                </a:lnTo>
                <a:lnTo>
                  <a:pt x="1057275" y="866775"/>
                </a:lnTo>
                <a:lnTo>
                  <a:pt x="1066800" y="866775"/>
                </a:lnTo>
                <a:close/>
                <a:moveTo>
                  <a:pt x="57150" y="866775"/>
                </a:moveTo>
                <a:lnTo>
                  <a:pt x="76200" y="866775"/>
                </a:lnTo>
                <a:lnTo>
                  <a:pt x="76200" y="876300"/>
                </a:lnTo>
                <a:lnTo>
                  <a:pt x="57150" y="876300"/>
                </a:lnTo>
                <a:close/>
                <a:moveTo>
                  <a:pt x="209550" y="866775"/>
                </a:moveTo>
                <a:lnTo>
                  <a:pt x="219075" y="866775"/>
                </a:lnTo>
                <a:lnTo>
                  <a:pt x="219075" y="876300"/>
                </a:lnTo>
                <a:lnTo>
                  <a:pt x="209550" y="876300"/>
                </a:lnTo>
                <a:close/>
                <a:moveTo>
                  <a:pt x="857250" y="866775"/>
                </a:moveTo>
                <a:lnTo>
                  <a:pt x="866775" y="866775"/>
                </a:lnTo>
                <a:lnTo>
                  <a:pt x="866775" y="876300"/>
                </a:lnTo>
                <a:lnTo>
                  <a:pt x="857250" y="876300"/>
                </a:lnTo>
                <a:close/>
                <a:moveTo>
                  <a:pt x="847725" y="876300"/>
                </a:moveTo>
                <a:lnTo>
                  <a:pt x="857250" y="876300"/>
                </a:lnTo>
                <a:lnTo>
                  <a:pt x="857250" y="895350"/>
                </a:lnTo>
                <a:lnTo>
                  <a:pt x="847725" y="895350"/>
                </a:lnTo>
                <a:close/>
                <a:moveTo>
                  <a:pt x="1181100" y="876300"/>
                </a:moveTo>
                <a:lnTo>
                  <a:pt x="1190625" y="876300"/>
                </a:lnTo>
                <a:lnTo>
                  <a:pt x="1190625" y="885825"/>
                </a:lnTo>
                <a:lnTo>
                  <a:pt x="1181100" y="885825"/>
                </a:lnTo>
                <a:close/>
                <a:moveTo>
                  <a:pt x="1152525" y="885825"/>
                </a:moveTo>
                <a:lnTo>
                  <a:pt x="1162050" y="885825"/>
                </a:lnTo>
                <a:lnTo>
                  <a:pt x="1162050" y="895350"/>
                </a:lnTo>
                <a:lnTo>
                  <a:pt x="1152525" y="895350"/>
                </a:lnTo>
                <a:close/>
                <a:moveTo>
                  <a:pt x="1171575" y="885825"/>
                </a:moveTo>
                <a:lnTo>
                  <a:pt x="1181100" y="885825"/>
                </a:lnTo>
                <a:lnTo>
                  <a:pt x="1181100" y="895350"/>
                </a:lnTo>
                <a:lnTo>
                  <a:pt x="1171575" y="895350"/>
                </a:lnTo>
                <a:close/>
                <a:moveTo>
                  <a:pt x="504825" y="895350"/>
                </a:moveTo>
                <a:lnTo>
                  <a:pt x="514350" y="895350"/>
                </a:lnTo>
                <a:lnTo>
                  <a:pt x="514350" y="904875"/>
                </a:lnTo>
                <a:lnTo>
                  <a:pt x="504825" y="904875"/>
                </a:lnTo>
                <a:close/>
                <a:moveTo>
                  <a:pt x="523875" y="895350"/>
                </a:moveTo>
                <a:lnTo>
                  <a:pt x="533400" y="895350"/>
                </a:lnTo>
                <a:lnTo>
                  <a:pt x="533400" y="904875"/>
                </a:lnTo>
                <a:lnTo>
                  <a:pt x="523875" y="904875"/>
                </a:lnTo>
                <a:close/>
                <a:moveTo>
                  <a:pt x="857250" y="895350"/>
                </a:moveTo>
                <a:lnTo>
                  <a:pt x="866775" y="895350"/>
                </a:lnTo>
                <a:lnTo>
                  <a:pt x="866775" y="904875"/>
                </a:lnTo>
                <a:lnTo>
                  <a:pt x="857250" y="904875"/>
                </a:lnTo>
                <a:close/>
                <a:moveTo>
                  <a:pt x="952500" y="895350"/>
                </a:moveTo>
                <a:lnTo>
                  <a:pt x="962025" y="895350"/>
                </a:lnTo>
                <a:lnTo>
                  <a:pt x="962025" y="904875"/>
                </a:lnTo>
                <a:lnTo>
                  <a:pt x="952500" y="904875"/>
                </a:lnTo>
                <a:close/>
                <a:moveTo>
                  <a:pt x="1162050" y="895350"/>
                </a:moveTo>
                <a:lnTo>
                  <a:pt x="1171575" y="895350"/>
                </a:lnTo>
                <a:lnTo>
                  <a:pt x="1171575" y="904875"/>
                </a:lnTo>
                <a:lnTo>
                  <a:pt x="1162050" y="904875"/>
                </a:lnTo>
                <a:close/>
                <a:moveTo>
                  <a:pt x="866775" y="904875"/>
                </a:moveTo>
                <a:lnTo>
                  <a:pt x="952500" y="904875"/>
                </a:lnTo>
                <a:lnTo>
                  <a:pt x="952500" y="923925"/>
                </a:lnTo>
                <a:lnTo>
                  <a:pt x="990600" y="923925"/>
                </a:lnTo>
                <a:lnTo>
                  <a:pt x="990600" y="933450"/>
                </a:lnTo>
                <a:lnTo>
                  <a:pt x="609600" y="933450"/>
                </a:lnTo>
                <a:lnTo>
                  <a:pt x="609600" y="923925"/>
                </a:lnTo>
                <a:lnTo>
                  <a:pt x="866775" y="923925"/>
                </a:lnTo>
                <a:close/>
                <a:moveTo>
                  <a:pt x="1085850" y="904875"/>
                </a:moveTo>
                <a:lnTo>
                  <a:pt x="1095375" y="904875"/>
                </a:lnTo>
                <a:lnTo>
                  <a:pt x="1095375" y="923925"/>
                </a:lnTo>
                <a:lnTo>
                  <a:pt x="1085850" y="923925"/>
                </a:lnTo>
                <a:lnTo>
                  <a:pt x="1085850" y="933450"/>
                </a:lnTo>
                <a:lnTo>
                  <a:pt x="1076325" y="933450"/>
                </a:lnTo>
                <a:lnTo>
                  <a:pt x="1076325" y="914400"/>
                </a:lnTo>
                <a:lnTo>
                  <a:pt x="1085850" y="914400"/>
                </a:lnTo>
                <a:close/>
                <a:moveTo>
                  <a:pt x="495300" y="923925"/>
                </a:moveTo>
                <a:lnTo>
                  <a:pt x="504825" y="923925"/>
                </a:lnTo>
                <a:lnTo>
                  <a:pt x="504825" y="933450"/>
                </a:lnTo>
                <a:lnTo>
                  <a:pt x="514350" y="933450"/>
                </a:lnTo>
                <a:lnTo>
                  <a:pt x="514350" y="952500"/>
                </a:lnTo>
                <a:lnTo>
                  <a:pt x="504825" y="952500"/>
                </a:lnTo>
                <a:lnTo>
                  <a:pt x="504825" y="942975"/>
                </a:lnTo>
                <a:lnTo>
                  <a:pt x="495300" y="942975"/>
                </a:lnTo>
                <a:close/>
                <a:moveTo>
                  <a:pt x="133350" y="933450"/>
                </a:moveTo>
                <a:lnTo>
                  <a:pt x="152400" y="933450"/>
                </a:lnTo>
                <a:lnTo>
                  <a:pt x="152400" y="942975"/>
                </a:lnTo>
                <a:lnTo>
                  <a:pt x="133350" y="942975"/>
                </a:lnTo>
                <a:close/>
                <a:moveTo>
                  <a:pt x="600075" y="933450"/>
                </a:moveTo>
                <a:lnTo>
                  <a:pt x="609600" y="933450"/>
                </a:lnTo>
                <a:lnTo>
                  <a:pt x="609600" y="942975"/>
                </a:lnTo>
                <a:lnTo>
                  <a:pt x="600075" y="942975"/>
                </a:lnTo>
                <a:close/>
                <a:moveTo>
                  <a:pt x="990600" y="933450"/>
                </a:moveTo>
                <a:lnTo>
                  <a:pt x="1000125" y="933450"/>
                </a:lnTo>
                <a:lnTo>
                  <a:pt x="1000125" y="942975"/>
                </a:lnTo>
                <a:lnTo>
                  <a:pt x="990600" y="942975"/>
                </a:lnTo>
                <a:close/>
                <a:moveTo>
                  <a:pt x="1085850" y="952500"/>
                </a:moveTo>
                <a:lnTo>
                  <a:pt x="1095375" y="952500"/>
                </a:lnTo>
                <a:lnTo>
                  <a:pt x="1095375" y="962025"/>
                </a:lnTo>
                <a:lnTo>
                  <a:pt x="1085850" y="962025"/>
                </a:lnTo>
                <a:close/>
                <a:moveTo>
                  <a:pt x="1104900" y="952500"/>
                </a:moveTo>
                <a:lnTo>
                  <a:pt x="1114425" y="952500"/>
                </a:lnTo>
                <a:lnTo>
                  <a:pt x="1114425" y="962025"/>
                </a:lnTo>
                <a:lnTo>
                  <a:pt x="1104900" y="962025"/>
                </a:lnTo>
                <a:close/>
                <a:moveTo>
                  <a:pt x="1085850" y="971550"/>
                </a:moveTo>
                <a:lnTo>
                  <a:pt x="1095375" y="971550"/>
                </a:lnTo>
                <a:lnTo>
                  <a:pt x="1095375" y="981075"/>
                </a:lnTo>
                <a:lnTo>
                  <a:pt x="1085850" y="981075"/>
                </a:lnTo>
                <a:close/>
                <a:moveTo>
                  <a:pt x="485775" y="981075"/>
                </a:moveTo>
                <a:lnTo>
                  <a:pt x="495300" y="981075"/>
                </a:lnTo>
                <a:lnTo>
                  <a:pt x="495300" y="990600"/>
                </a:lnTo>
                <a:lnTo>
                  <a:pt x="485775" y="990600"/>
                </a:lnTo>
                <a:close/>
                <a:moveTo>
                  <a:pt x="1076325" y="981075"/>
                </a:moveTo>
                <a:lnTo>
                  <a:pt x="1085850" y="981075"/>
                </a:lnTo>
                <a:lnTo>
                  <a:pt x="1085850" y="990600"/>
                </a:lnTo>
                <a:lnTo>
                  <a:pt x="1076325" y="990600"/>
                </a:lnTo>
                <a:close/>
                <a:moveTo>
                  <a:pt x="1104900" y="981075"/>
                </a:moveTo>
                <a:lnTo>
                  <a:pt x="1114425" y="981075"/>
                </a:lnTo>
                <a:lnTo>
                  <a:pt x="1114425" y="990600"/>
                </a:lnTo>
                <a:lnTo>
                  <a:pt x="1104900" y="990600"/>
                </a:lnTo>
                <a:close/>
                <a:moveTo>
                  <a:pt x="523875" y="990600"/>
                </a:moveTo>
                <a:lnTo>
                  <a:pt x="533400" y="990600"/>
                </a:lnTo>
                <a:lnTo>
                  <a:pt x="533400" y="1009650"/>
                </a:lnTo>
                <a:lnTo>
                  <a:pt x="523875" y="1009650"/>
                </a:lnTo>
                <a:close/>
                <a:moveTo>
                  <a:pt x="1057275" y="990600"/>
                </a:moveTo>
                <a:lnTo>
                  <a:pt x="1076325" y="990600"/>
                </a:lnTo>
                <a:lnTo>
                  <a:pt x="1076325" y="1009650"/>
                </a:lnTo>
                <a:lnTo>
                  <a:pt x="1066800" y="1009650"/>
                </a:lnTo>
                <a:lnTo>
                  <a:pt x="1066800" y="1000125"/>
                </a:lnTo>
                <a:lnTo>
                  <a:pt x="1057275" y="1000125"/>
                </a:lnTo>
                <a:close/>
                <a:moveTo>
                  <a:pt x="542925" y="1000125"/>
                </a:moveTo>
                <a:lnTo>
                  <a:pt x="561975" y="1000125"/>
                </a:lnTo>
                <a:lnTo>
                  <a:pt x="561975" y="1009650"/>
                </a:lnTo>
                <a:lnTo>
                  <a:pt x="552450" y="1009650"/>
                </a:lnTo>
                <a:lnTo>
                  <a:pt x="552450" y="1019175"/>
                </a:lnTo>
                <a:lnTo>
                  <a:pt x="533400" y="1019175"/>
                </a:lnTo>
                <a:lnTo>
                  <a:pt x="533400" y="1009650"/>
                </a:lnTo>
                <a:lnTo>
                  <a:pt x="542925" y="1009650"/>
                </a:lnTo>
                <a:close/>
                <a:moveTo>
                  <a:pt x="1095375" y="1000125"/>
                </a:moveTo>
                <a:lnTo>
                  <a:pt x="1104900" y="1000125"/>
                </a:lnTo>
                <a:lnTo>
                  <a:pt x="1104900" y="1019175"/>
                </a:lnTo>
                <a:lnTo>
                  <a:pt x="1114425" y="1019175"/>
                </a:lnTo>
                <a:lnTo>
                  <a:pt x="1114425" y="1047750"/>
                </a:lnTo>
                <a:lnTo>
                  <a:pt x="1123950" y="1047750"/>
                </a:lnTo>
                <a:lnTo>
                  <a:pt x="1123950" y="1057275"/>
                </a:lnTo>
                <a:lnTo>
                  <a:pt x="1104900" y="1057275"/>
                </a:lnTo>
                <a:lnTo>
                  <a:pt x="1104900" y="1047750"/>
                </a:lnTo>
                <a:lnTo>
                  <a:pt x="1095375" y="1047750"/>
                </a:lnTo>
                <a:lnTo>
                  <a:pt x="1095375" y="1019175"/>
                </a:lnTo>
                <a:lnTo>
                  <a:pt x="1085850" y="1019175"/>
                </a:lnTo>
                <a:lnTo>
                  <a:pt x="1085850" y="1009650"/>
                </a:lnTo>
                <a:lnTo>
                  <a:pt x="1095375" y="1009650"/>
                </a:lnTo>
                <a:close/>
                <a:moveTo>
                  <a:pt x="485775" y="1009650"/>
                </a:moveTo>
                <a:lnTo>
                  <a:pt x="495300" y="1009650"/>
                </a:lnTo>
                <a:lnTo>
                  <a:pt x="495300" y="1019175"/>
                </a:lnTo>
                <a:lnTo>
                  <a:pt x="485775" y="1019175"/>
                </a:lnTo>
                <a:close/>
                <a:moveTo>
                  <a:pt x="504825" y="1009650"/>
                </a:moveTo>
                <a:lnTo>
                  <a:pt x="514350" y="1009650"/>
                </a:lnTo>
                <a:lnTo>
                  <a:pt x="514350" y="1019175"/>
                </a:lnTo>
                <a:lnTo>
                  <a:pt x="504825" y="1019175"/>
                </a:lnTo>
                <a:close/>
                <a:moveTo>
                  <a:pt x="581025" y="1009650"/>
                </a:moveTo>
                <a:lnTo>
                  <a:pt x="600075" y="1009650"/>
                </a:lnTo>
                <a:lnTo>
                  <a:pt x="600075" y="1019175"/>
                </a:lnTo>
                <a:lnTo>
                  <a:pt x="609600" y="1019175"/>
                </a:lnTo>
                <a:lnTo>
                  <a:pt x="609600" y="1057275"/>
                </a:lnTo>
                <a:lnTo>
                  <a:pt x="600075" y="1057275"/>
                </a:lnTo>
                <a:lnTo>
                  <a:pt x="600075" y="1066800"/>
                </a:lnTo>
                <a:lnTo>
                  <a:pt x="571500" y="1066800"/>
                </a:lnTo>
                <a:lnTo>
                  <a:pt x="571500" y="1057275"/>
                </a:lnTo>
                <a:lnTo>
                  <a:pt x="581025" y="1057275"/>
                </a:lnTo>
                <a:lnTo>
                  <a:pt x="581025" y="1047750"/>
                </a:lnTo>
                <a:lnTo>
                  <a:pt x="590550" y="1047750"/>
                </a:lnTo>
                <a:lnTo>
                  <a:pt x="590550" y="1038225"/>
                </a:lnTo>
                <a:lnTo>
                  <a:pt x="571500" y="1038225"/>
                </a:lnTo>
                <a:lnTo>
                  <a:pt x="571500" y="1028700"/>
                </a:lnTo>
                <a:lnTo>
                  <a:pt x="581025" y="1028700"/>
                </a:lnTo>
                <a:close/>
                <a:moveTo>
                  <a:pt x="1447800" y="1009650"/>
                </a:moveTo>
                <a:lnTo>
                  <a:pt x="1466850" y="1009650"/>
                </a:lnTo>
                <a:lnTo>
                  <a:pt x="1466850" y="1085850"/>
                </a:lnTo>
                <a:lnTo>
                  <a:pt x="1457325" y="1085850"/>
                </a:lnTo>
                <a:lnTo>
                  <a:pt x="1457325" y="1066800"/>
                </a:lnTo>
                <a:lnTo>
                  <a:pt x="1447800" y="1066800"/>
                </a:lnTo>
                <a:close/>
                <a:moveTo>
                  <a:pt x="476250" y="1038225"/>
                </a:moveTo>
                <a:lnTo>
                  <a:pt x="485775" y="1038225"/>
                </a:lnTo>
                <a:lnTo>
                  <a:pt x="485775" y="1047750"/>
                </a:lnTo>
                <a:lnTo>
                  <a:pt x="476250" y="1047750"/>
                </a:lnTo>
                <a:close/>
                <a:moveTo>
                  <a:pt x="790575" y="1038225"/>
                </a:moveTo>
                <a:lnTo>
                  <a:pt x="809625" y="1038225"/>
                </a:lnTo>
                <a:lnTo>
                  <a:pt x="809625" y="1047750"/>
                </a:lnTo>
                <a:lnTo>
                  <a:pt x="790575" y="1047750"/>
                </a:lnTo>
                <a:close/>
                <a:moveTo>
                  <a:pt x="914400" y="1038225"/>
                </a:moveTo>
                <a:lnTo>
                  <a:pt x="942975" y="1038225"/>
                </a:lnTo>
                <a:lnTo>
                  <a:pt x="942975" y="1047750"/>
                </a:lnTo>
                <a:lnTo>
                  <a:pt x="981075" y="1047750"/>
                </a:lnTo>
                <a:lnTo>
                  <a:pt x="981075" y="1057275"/>
                </a:lnTo>
                <a:lnTo>
                  <a:pt x="971550" y="1057275"/>
                </a:lnTo>
                <a:lnTo>
                  <a:pt x="971550" y="1095375"/>
                </a:lnTo>
                <a:lnTo>
                  <a:pt x="962025" y="1095375"/>
                </a:lnTo>
                <a:lnTo>
                  <a:pt x="962025" y="1133475"/>
                </a:lnTo>
                <a:lnTo>
                  <a:pt x="942975" y="1133475"/>
                </a:lnTo>
                <a:lnTo>
                  <a:pt x="942975" y="1123950"/>
                </a:lnTo>
                <a:lnTo>
                  <a:pt x="933450" y="1123950"/>
                </a:lnTo>
                <a:lnTo>
                  <a:pt x="933450" y="1114425"/>
                </a:lnTo>
                <a:lnTo>
                  <a:pt x="942975" y="1114425"/>
                </a:lnTo>
                <a:lnTo>
                  <a:pt x="942975" y="1095375"/>
                </a:lnTo>
                <a:lnTo>
                  <a:pt x="923925" y="1095375"/>
                </a:lnTo>
                <a:lnTo>
                  <a:pt x="923925" y="1066800"/>
                </a:lnTo>
                <a:lnTo>
                  <a:pt x="914400" y="1066800"/>
                </a:lnTo>
                <a:close/>
                <a:moveTo>
                  <a:pt x="1000125" y="1038225"/>
                </a:moveTo>
                <a:lnTo>
                  <a:pt x="1009650" y="1038225"/>
                </a:lnTo>
                <a:lnTo>
                  <a:pt x="1009650" y="1047750"/>
                </a:lnTo>
                <a:lnTo>
                  <a:pt x="1000125" y="1047750"/>
                </a:lnTo>
                <a:close/>
                <a:moveTo>
                  <a:pt x="361950" y="1047750"/>
                </a:moveTo>
                <a:lnTo>
                  <a:pt x="371475" y="1047750"/>
                </a:lnTo>
                <a:lnTo>
                  <a:pt x="371475" y="1057275"/>
                </a:lnTo>
                <a:lnTo>
                  <a:pt x="361950" y="1057275"/>
                </a:lnTo>
                <a:close/>
                <a:moveTo>
                  <a:pt x="352425" y="1057275"/>
                </a:moveTo>
                <a:lnTo>
                  <a:pt x="361950" y="1057275"/>
                </a:lnTo>
                <a:lnTo>
                  <a:pt x="361950" y="1066800"/>
                </a:lnTo>
                <a:lnTo>
                  <a:pt x="352425" y="1066800"/>
                </a:lnTo>
                <a:close/>
                <a:moveTo>
                  <a:pt x="371475" y="1057275"/>
                </a:moveTo>
                <a:lnTo>
                  <a:pt x="381000" y="1057275"/>
                </a:lnTo>
                <a:lnTo>
                  <a:pt x="381000" y="1066800"/>
                </a:lnTo>
                <a:lnTo>
                  <a:pt x="371475" y="1066800"/>
                </a:lnTo>
                <a:close/>
                <a:moveTo>
                  <a:pt x="381000" y="1066800"/>
                </a:moveTo>
                <a:lnTo>
                  <a:pt x="390525" y="1066800"/>
                </a:lnTo>
                <a:lnTo>
                  <a:pt x="390525" y="1076325"/>
                </a:lnTo>
                <a:lnTo>
                  <a:pt x="381000" y="1076325"/>
                </a:lnTo>
                <a:close/>
                <a:moveTo>
                  <a:pt x="466725" y="1066800"/>
                </a:moveTo>
                <a:lnTo>
                  <a:pt x="476250" y="1066800"/>
                </a:lnTo>
                <a:lnTo>
                  <a:pt x="476250" y="1076325"/>
                </a:lnTo>
                <a:lnTo>
                  <a:pt x="466725" y="1076325"/>
                </a:lnTo>
                <a:close/>
                <a:moveTo>
                  <a:pt x="485775" y="1066800"/>
                </a:moveTo>
                <a:lnTo>
                  <a:pt x="495300" y="1066800"/>
                </a:lnTo>
                <a:lnTo>
                  <a:pt x="495300" y="1076325"/>
                </a:lnTo>
                <a:lnTo>
                  <a:pt x="485775" y="1076325"/>
                </a:lnTo>
                <a:close/>
                <a:moveTo>
                  <a:pt x="561975" y="1066800"/>
                </a:moveTo>
                <a:lnTo>
                  <a:pt x="571500" y="1066800"/>
                </a:lnTo>
                <a:lnTo>
                  <a:pt x="571500" y="1076325"/>
                </a:lnTo>
                <a:lnTo>
                  <a:pt x="561975" y="1076325"/>
                </a:lnTo>
                <a:close/>
                <a:moveTo>
                  <a:pt x="1019175" y="1066800"/>
                </a:moveTo>
                <a:lnTo>
                  <a:pt x="1028700" y="1066800"/>
                </a:lnTo>
                <a:lnTo>
                  <a:pt x="1028700" y="1104900"/>
                </a:lnTo>
                <a:lnTo>
                  <a:pt x="1019175" y="1104900"/>
                </a:lnTo>
                <a:close/>
                <a:moveTo>
                  <a:pt x="390525" y="1076325"/>
                </a:moveTo>
                <a:lnTo>
                  <a:pt x="400050" y="1076325"/>
                </a:lnTo>
                <a:lnTo>
                  <a:pt x="400050" y="1095375"/>
                </a:lnTo>
                <a:lnTo>
                  <a:pt x="390525" y="1095375"/>
                </a:lnTo>
                <a:close/>
                <a:moveTo>
                  <a:pt x="590550" y="1076325"/>
                </a:moveTo>
                <a:lnTo>
                  <a:pt x="600075" y="1076325"/>
                </a:lnTo>
                <a:lnTo>
                  <a:pt x="600075" y="1085850"/>
                </a:lnTo>
                <a:lnTo>
                  <a:pt x="590550" y="1085850"/>
                </a:lnTo>
                <a:close/>
                <a:moveTo>
                  <a:pt x="771525" y="1076325"/>
                </a:moveTo>
                <a:lnTo>
                  <a:pt x="781050" y="1076325"/>
                </a:lnTo>
                <a:lnTo>
                  <a:pt x="781050" y="1085850"/>
                </a:lnTo>
                <a:lnTo>
                  <a:pt x="771525" y="1085850"/>
                </a:lnTo>
                <a:close/>
                <a:moveTo>
                  <a:pt x="819150" y="1076325"/>
                </a:moveTo>
                <a:lnTo>
                  <a:pt x="828675" y="1076325"/>
                </a:lnTo>
                <a:lnTo>
                  <a:pt x="828675" y="1085850"/>
                </a:lnTo>
                <a:lnTo>
                  <a:pt x="819150" y="1085850"/>
                </a:lnTo>
                <a:close/>
                <a:moveTo>
                  <a:pt x="1104900" y="1076325"/>
                </a:moveTo>
                <a:lnTo>
                  <a:pt x="1123950" y="1076325"/>
                </a:lnTo>
                <a:lnTo>
                  <a:pt x="1123950" y="1085850"/>
                </a:lnTo>
                <a:lnTo>
                  <a:pt x="1133475" y="1085850"/>
                </a:lnTo>
                <a:lnTo>
                  <a:pt x="1133475" y="1095375"/>
                </a:lnTo>
                <a:lnTo>
                  <a:pt x="1114425" y="1095375"/>
                </a:lnTo>
                <a:lnTo>
                  <a:pt x="1114425" y="1085850"/>
                </a:lnTo>
                <a:lnTo>
                  <a:pt x="1104900" y="1085850"/>
                </a:lnTo>
                <a:close/>
                <a:moveTo>
                  <a:pt x="1209675" y="1076325"/>
                </a:moveTo>
                <a:lnTo>
                  <a:pt x="1219200" y="1076325"/>
                </a:lnTo>
                <a:lnTo>
                  <a:pt x="1219200" y="1095375"/>
                </a:lnTo>
                <a:lnTo>
                  <a:pt x="1209675" y="1095375"/>
                </a:lnTo>
                <a:close/>
                <a:moveTo>
                  <a:pt x="561975" y="1085850"/>
                </a:moveTo>
                <a:lnTo>
                  <a:pt x="571500" y="1085850"/>
                </a:lnTo>
                <a:lnTo>
                  <a:pt x="571500" y="1095375"/>
                </a:lnTo>
                <a:lnTo>
                  <a:pt x="561975" y="1095375"/>
                </a:lnTo>
                <a:close/>
                <a:moveTo>
                  <a:pt x="781050" y="1085850"/>
                </a:moveTo>
                <a:lnTo>
                  <a:pt x="790575" y="1085850"/>
                </a:lnTo>
                <a:lnTo>
                  <a:pt x="790575" y="1095375"/>
                </a:lnTo>
                <a:lnTo>
                  <a:pt x="781050" y="1095375"/>
                </a:lnTo>
                <a:close/>
                <a:moveTo>
                  <a:pt x="809625" y="1085850"/>
                </a:moveTo>
                <a:lnTo>
                  <a:pt x="819150" y="1085850"/>
                </a:lnTo>
                <a:lnTo>
                  <a:pt x="819150" y="1095375"/>
                </a:lnTo>
                <a:lnTo>
                  <a:pt x="809625" y="1095375"/>
                </a:lnTo>
                <a:close/>
                <a:moveTo>
                  <a:pt x="1057275" y="1085850"/>
                </a:moveTo>
                <a:lnTo>
                  <a:pt x="1076325" y="1085850"/>
                </a:lnTo>
                <a:lnTo>
                  <a:pt x="1076325" y="1104900"/>
                </a:lnTo>
                <a:lnTo>
                  <a:pt x="1057275" y="1104900"/>
                </a:lnTo>
                <a:close/>
                <a:moveTo>
                  <a:pt x="1447800" y="1085850"/>
                </a:moveTo>
                <a:lnTo>
                  <a:pt x="1457325" y="1085850"/>
                </a:lnTo>
                <a:lnTo>
                  <a:pt x="1457325" y="1095375"/>
                </a:lnTo>
                <a:lnTo>
                  <a:pt x="1447800" y="1095375"/>
                </a:lnTo>
                <a:close/>
                <a:moveTo>
                  <a:pt x="352425" y="1095375"/>
                </a:moveTo>
                <a:lnTo>
                  <a:pt x="361950" y="1095375"/>
                </a:lnTo>
                <a:lnTo>
                  <a:pt x="361950" y="1114425"/>
                </a:lnTo>
                <a:lnTo>
                  <a:pt x="352425" y="1114425"/>
                </a:lnTo>
                <a:close/>
                <a:moveTo>
                  <a:pt x="609600" y="1095375"/>
                </a:moveTo>
                <a:lnTo>
                  <a:pt x="619125" y="1095375"/>
                </a:lnTo>
                <a:lnTo>
                  <a:pt x="619125" y="1114425"/>
                </a:lnTo>
                <a:lnTo>
                  <a:pt x="609600" y="1114425"/>
                </a:lnTo>
                <a:close/>
                <a:moveTo>
                  <a:pt x="457200" y="1104900"/>
                </a:moveTo>
                <a:lnTo>
                  <a:pt x="485775" y="1104900"/>
                </a:lnTo>
                <a:lnTo>
                  <a:pt x="485775" y="1114425"/>
                </a:lnTo>
                <a:lnTo>
                  <a:pt x="476250" y="1114425"/>
                </a:lnTo>
                <a:lnTo>
                  <a:pt x="476250" y="1123950"/>
                </a:lnTo>
                <a:lnTo>
                  <a:pt x="457200" y="1123950"/>
                </a:lnTo>
                <a:close/>
                <a:moveTo>
                  <a:pt x="361950" y="1114425"/>
                </a:moveTo>
                <a:lnTo>
                  <a:pt x="371475" y="1114425"/>
                </a:lnTo>
                <a:lnTo>
                  <a:pt x="371475" y="1123950"/>
                </a:lnTo>
                <a:lnTo>
                  <a:pt x="361950" y="1123950"/>
                </a:lnTo>
                <a:close/>
                <a:moveTo>
                  <a:pt x="1114425" y="1114425"/>
                </a:moveTo>
                <a:lnTo>
                  <a:pt x="1133475" y="1114425"/>
                </a:lnTo>
                <a:lnTo>
                  <a:pt x="1133475" y="1123950"/>
                </a:lnTo>
                <a:lnTo>
                  <a:pt x="1143000" y="1123950"/>
                </a:lnTo>
                <a:lnTo>
                  <a:pt x="1143000" y="1162050"/>
                </a:lnTo>
                <a:lnTo>
                  <a:pt x="1133475" y="1162050"/>
                </a:lnTo>
                <a:lnTo>
                  <a:pt x="1133475" y="1181100"/>
                </a:lnTo>
                <a:lnTo>
                  <a:pt x="1123950" y="1181100"/>
                </a:lnTo>
                <a:lnTo>
                  <a:pt x="1123950" y="1171575"/>
                </a:lnTo>
                <a:lnTo>
                  <a:pt x="1114425" y="1171575"/>
                </a:lnTo>
                <a:lnTo>
                  <a:pt x="1114425" y="1162050"/>
                </a:lnTo>
                <a:lnTo>
                  <a:pt x="1123950" y="1162050"/>
                </a:lnTo>
                <a:lnTo>
                  <a:pt x="1123950" y="1123950"/>
                </a:lnTo>
                <a:lnTo>
                  <a:pt x="1114425" y="1123950"/>
                </a:lnTo>
                <a:close/>
                <a:moveTo>
                  <a:pt x="1028700" y="1123950"/>
                </a:moveTo>
                <a:lnTo>
                  <a:pt x="1038225" y="1123950"/>
                </a:lnTo>
                <a:lnTo>
                  <a:pt x="1038225" y="1133475"/>
                </a:lnTo>
                <a:lnTo>
                  <a:pt x="1028700" y="1133475"/>
                </a:lnTo>
                <a:close/>
                <a:moveTo>
                  <a:pt x="1019175" y="1133475"/>
                </a:moveTo>
                <a:lnTo>
                  <a:pt x="1028700" y="1133475"/>
                </a:lnTo>
                <a:lnTo>
                  <a:pt x="1028700" y="1143000"/>
                </a:lnTo>
                <a:lnTo>
                  <a:pt x="1019175" y="1143000"/>
                </a:lnTo>
                <a:close/>
                <a:moveTo>
                  <a:pt x="609600" y="1143000"/>
                </a:moveTo>
                <a:lnTo>
                  <a:pt x="619125" y="1143000"/>
                </a:lnTo>
                <a:lnTo>
                  <a:pt x="619125" y="1162050"/>
                </a:lnTo>
                <a:lnTo>
                  <a:pt x="628650" y="1162050"/>
                </a:lnTo>
                <a:lnTo>
                  <a:pt x="628650" y="1190625"/>
                </a:lnTo>
                <a:lnTo>
                  <a:pt x="619125" y="1190625"/>
                </a:lnTo>
                <a:lnTo>
                  <a:pt x="619125" y="1181100"/>
                </a:lnTo>
                <a:lnTo>
                  <a:pt x="600075" y="1181100"/>
                </a:lnTo>
                <a:lnTo>
                  <a:pt x="600075" y="1171575"/>
                </a:lnTo>
                <a:lnTo>
                  <a:pt x="590550" y="1171575"/>
                </a:lnTo>
                <a:lnTo>
                  <a:pt x="590550" y="1162050"/>
                </a:lnTo>
                <a:lnTo>
                  <a:pt x="600075" y="1162050"/>
                </a:lnTo>
                <a:lnTo>
                  <a:pt x="600075" y="1152525"/>
                </a:lnTo>
                <a:lnTo>
                  <a:pt x="609600" y="1152525"/>
                </a:lnTo>
                <a:close/>
                <a:moveTo>
                  <a:pt x="981075" y="1143000"/>
                </a:moveTo>
                <a:lnTo>
                  <a:pt x="1000125" y="1143000"/>
                </a:lnTo>
                <a:lnTo>
                  <a:pt x="1000125" y="1152525"/>
                </a:lnTo>
                <a:lnTo>
                  <a:pt x="981075" y="1152525"/>
                </a:lnTo>
                <a:close/>
                <a:moveTo>
                  <a:pt x="457200" y="1162050"/>
                </a:moveTo>
                <a:lnTo>
                  <a:pt x="466725" y="1162050"/>
                </a:lnTo>
                <a:lnTo>
                  <a:pt x="466725" y="1171575"/>
                </a:lnTo>
                <a:lnTo>
                  <a:pt x="457200" y="1171575"/>
                </a:lnTo>
                <a:close/>
                <a:moveTo>
                  <a:pt x="476250" y="1162050"/>
                </a:moveTo>
                <a:lnTo>
                  <a:pt x="485775" y="1162050"/>
                </a:lnTo>
                <a:lnTo>
                  <a:pt x="485775" y="1171575"/>
                </a:lnTo>
                <a:lnTo>
                  <a:pt x="476250" y="1171575"/>
                </a:lnTo>
                <a:close/>
                <a:moveTo>
                  <a:pt x="466725" y="1171575"/>
                </a:moveTo>
                <a:lnTo>
                  <a:pt x="476250" y="1171575"/>
                </a:lnTo>
                <a:lnTo>
                  <a:pt x="476250" y="1181100"/>
                </a:lnTo>
                <a:lnTo>
                  <a:pt x="466725" y="1181100"/>
                </a:lnTo>
                <a:close/>
                <a:moveTo>
                  <a:pt x="571500" y="1171575"/>
                </a:moveTo>
                <a:lnTo>
                  <a:pt x="581025" y="1171575"/>
                </a:lnTo>
                <a:lnTo>
                  <a:pt x="581025" y="1181100"/>
                </a:lnTo>
                <a:lnTo>
                  <a:pt x="571500" y="1181100"/>
                </a:lnTo>
                <a:close/>
                <a:moveTo>
                  <a:pt x="971550" y="1171575"/>
                </a:moveTo>
                <a:lnTo>
                  <a:pt x="981075" y="1171575"/>
                </a:lnTo>
                <a:lnTo>
                  <a:pt x="981075" y="1190625"/>
                </a:lnTo>
                <a:lnTo>
                  <a:pt x="971550" y="1190625"/>
                </a:lnTo>
                <a:close/>
                <a:moveTo>
                  <a:pt x="1000125" y="1171575"/>
                </a:moveTo>
                <a:lnTo>
                  <a:pt x="1009650" y="1171575"/>
                </a:lnTo>
                <a:lnTo>
                  <a:pt x="1009650" y="1181100"/>
                </a:lnTo>
                <a:lnTo>
                  <a:pt x="1000125" y="1181100"/>
                </a:lnTo>
                <a:close/>
                <a:moveTo>
                  <a:pt x="1028700" y="1171575"/>
                </a:moveTo>
                <a:lnTo>
                  <a:pt x="1038225" y="1171575"/>
                </a:lnTo>
                <a:lnTo>
                  <a:pt x="1038225" y="1181100"/>
                </a:lnTo>
                <a:lnTo>
                  <a:pt x="1028700" y="1181100"/>
                </a:lnTo>
                <a:close/>
                <a:moveTo>
                  <a:pt x="1104900" y="1171575"/>
                </a:moveTo>
                <a:lnTo>
                  <a:pt x="1114425" y="1171575"/>
                </a:lnTo>
                <a:lnTo>
                  <a:pt x="1114425" y="1181100"/>
                </a:lnTo>
                <a:lnTo>
                  <a:pt x="1104900" y="1181100"/>
                </a:lnTo>
                <a:close/>
                <a:moveTo>
                  <a:pt x="552450" y="1181100"/>
                </a:moveTo>
                <a:lnTo>
                  <a:pt x="571500" y="1181100"/>
                </a:lnTo>
                <a:lnTo>
                  <a:pt x="571500" y="1190625"/>
                </a:lnTo>
                <a:lnTo>
                  <a:pt x="581025" y="1190625"/>
                </a:lnTo>
                <a:lnTo>
                  <a:pt x="581025" y="1181100"/>
                </a:lnTo>
                <a:lnTo>
                  <a:pt x="590550" y="1181100"/>
                </a:lnTo>
                <a:lnTo>
                  <a:pt x="590550" y="1190625"/>
                </a:lnTo>
                <a:lnTo>
                  <a:pt x="581025" y="1190625"/>
                </a:lnTo>
                <a:lnTo>
                  <a:pt x="581025" y="1200150"/>
                </a:lnTo>
                <a:lnTo>
                  <a:pt x="552450" y="1200150"/>
                </a:lnTo>
                <a:lnTo>
                  <a:pt x="552450" y="1209675"/>
                </a:lnTo>
                <a:lnTo>
                  <a:pt x="542925" y="1209675"/>
                </a:lnTo>
                <a:lnTo>
                  <a:pt x="542925" y="1190625"/>
                </a:lnTo>
                <a:lnTo>
                  <a:pt x="552450" y="1190625"/>
                </a:lnTo>
                <a:close/>
                <a:moveTo>
                  <a:pt x="1009650" y="1181100"/>
                </a:moveTo>
                <a:lnTo>
                  <a:pt x="1019175" y="1181100"/>
                </a:lnTo>
                <a:lnTo>
                  <a:pt x="1019175" y="1190625"/>
                </a:lnTo>
                <a:lnTo>
                  <a:pt x="1009650" y="1190625"/>
                </a:lnTo>
                <a:close/>
                <a:moveTo>
                  <a:pt x="1095375" y="1181100"/>
                </a:moveTo>
                <a:lnTo>
                  <a:pt x="1104900" y="1181100"/>
                </a:lnTo>
                <a:lnTo>
                  <a:pt x="1104900" y="1190625"/>
                </a:lnTo>
                <a:lnTo>
                  <a:pt x="1095375" y="1190625"/>
                </a:lnTo>
                <a:close/>
                <a:moveTo>
                  <a:pt x="485775" y="1190625"/>
                </a:moveTo>
                <a:lnTo>
                  <a:pt x="495300" y="1190625"/>
                </a:lnTo>
                <a:lnTo>
                  <a:pt x="495300" y="1200150"/>
                </a:lnTo>
                <a:lnTo>
                  <a:pt x="485775" y="1200150"/>
                </a:lnTo>
                <a:close/>
                <a:moveTo>
                  <a:pt x="628650" y="1190625"/>
                </a:moveTo>
                <a:lnTo>
                  <a:pt x="638175" y="1190625"/>
                </a:lnTo>
                <a:lnTo>
                  <a:pt x="638175" y="1200150"/>
                </a:lnTo>
                <a:lnTo>
                  <a:pt x="628650" y="1200150"/>
                </a:lnTo>
                <a:close/>
                <a:moveTo>
                  <a:pt x="962025" y="1190625"/>
                </a:moveTo>
                <a:lnTo>
                  <a:pt x="971550" y="1190625"/>
                </a:lnTo>
                <a:lnTo>
                  <a:pt x="971550" y="1200150"/>
                </a:lnTo>
                <a:lnTo>
                  <a:pt x="962025" y="1200150"/>
                </a:lnTo>
                <a:close/>
                <a:moveTo>
                  <a:pt x="1104900" y="1190625"/>
                </a:moveTo>
                <a:lnTo>
                  <a:pt x="1114425" y="1190625"/>
                </a:lnTo>
                <a:lnTo>
                  <a:pt x="1114425" y="1200150"/>
                </a:lnTo>
                <a:lnTo>
                  <a:pt x="1104900" y="1200150"/>
                </a:lnTo>
                <a:close/>
                <a:moveTo>
                  <a:pt x="495300" y="1200150"/>
                </a:moveTo>
                <a:lnTo>
                  <a:pt x="504825" y="1200150"/>
                </a:lnTo>
                <a:lnTo>
                  <a:pt x="504825" y="1209675"/>
                </a:lnTo>
                <a:lnTo>
                  <a:pt x="495300" y="1209675"/>
                </a:lnTo>
                <a:close/>
                <a:moveTo>
                  <a:pt x="638175" y="1200150"/>
                </a:moveTo>
                <a:lnTo>
                  <a:pt x="962025" y="1200150"/>
                </a:lnTo>
                <a:lnTo>
                  <a:pt x="962025" y="1209675"/>
                </a:lnTo>
                <a:lnTo>
                  <a:pt x="638175" y="1209675"/>
                </a:lnTo>
                <a:close/>
                <a:moveTo>
                  <a:pt x="1047750" y="1200150"/>
                </a:moveTo>
                <a:lnTo>
                  <a:pt x="1057275" y="1200150"/>
                </a:lnTo>
                <a:lnTo>
                  <a:pt x="1057275" y="1209675"/>
                </a:lnTo>
                <a:lnTo>
                  <a:pt x="1047750" y="1209675"/>
                </a:lnTo>
                <a:close/>
                <a:moveTo>
                  <a:pt x="1095375" y="1200150"/>
                </a:moveTo>
                <a:lnTo>
                  <a:pt x="1104900" y="1200150"/>
                </a:lnTo>
                <a:lnTo>
                  <a:pt x="1104900" y="1209675"/>
                </a:lnTo>
                <a:lnTo>
                  <a:pt x="1095375" y="1209675"/>
                </a:lnTo>
                <a:close/>
                <a:moveTo>
                  <a:pt x="609600" y="1238250"/>
                </a:moveTo>
                <a:lnTo>
                  <a:pt x="628650" y="1238250"/>
                </a:lnTo>
                <a:lnTo>
                  <a:pt x="628650" y="1247775"/>
                </a:lnTo>
                <a:lnTo>
                  <a:pt x="609600" y="1247775"/>
                </a:lnTo>
                <a:close/>
                <a:moveTo>
                  <a:pt x="962025" y="1247775"/>
                </a:moveTo>
                <a:lnTo>
                  <a:pt x="971550" y="1247775"/>
                </a:lnTo>
                <a:lnTo>
                  <a:pt x="971550" y="1257300"/>
                </a:lnTo>
                <a:lnTo>
                  <a:pt x="1362075" y="1257300"/>
                </a:lnTo>
                <a:lnTo>
                  <a:pt x="1362075" y="1276350"/>
                </a:lnTo>
                <a:lnTo>
                  <a:pt x="285750" y="1276350"/>
                </a:lnTo>
                <a:lnTo>
                  <a:pt x="285750" y="1257300"/>
                </a:lnTo>
                <a:lnTo>
                  <a:pt x="962025" y="1257300"/>
                </a:lnTo>
                <a:close/>
                <a:moveTo>
                  <a:pt x="123825" y="1257300"/>
                </a:moveTo>
                <a:lnTo>
                  <a:pt x="200025" y="1257300"/>
                </a:lnTo>
                <a:lnTo>
                  <a:pt x="200025" y="1276350"/>
                </a:lnTo>
                <a:lnTo>
                  <a:pt x="123825" y="1276350"/>
                </a:lnTo>
                <a:close/>
                <a:moveTo>
                  <a:pt x="238125" y="1257300"/>
                </a:moveTo>
                <a:lnTo>
                  <a:pt x="247650" y="1257300"/>
                </a:lnTo>
                <a:lnTo>
                  <a:pt x="247650" y="1276350"/>
                </a:lnTo>
                <a:lnTo>
                  <a:pt x="238125" y="1276350"/>
                </a:lnTo>
                <a:close/>
                <a:moveTo>
                  <a:pt x="1400175" y="1257300"/>
                </a:moveTo>
                <a:lnTo>
                  <a:pt x="1476375" y="1257300"/>
                </a:lnTo>
                <a:lnTo>
                  <a:pt x="1476375" y="1276350"/>
                </a:lnTo>
                <a:lnTo>
                  <a:pt x="1400175" y="1276350"/>
                </a:lnTo>
                <a:close/>
              </a:path>
            </a:pathLst>
          </a:custGeom>
          <a:solidFill xmlns:a="http://schemas.openxmlformats.org/drawingml/2006/main">
            <a:srgbClr val="A6B4AB"/>
          </a:solidFill>
          <a:ln xmlns:a="http://schemas.openxmlformats.org/drawingml/2006/main" w="0">
            <a:noFill/>
          </a:ln>
        </p:spPr>
      </p:sp>
      <p:sp>
        <p:nvSpPr>
          <p:cNvPr id="37" name="turno1 vector #6b7f74">
            <a:extLst xmlns:a="http://schemas.openxmlformats.org/drawingml/2006/main">
              <a:ext uri="{FF2B5EF4-FFF2-40B4-BE49-F238E27FC236}">
                <a16:creationId xmlns:a16="http://schemas.microsoft.com/office/drawing/2014/main" id="{756523FE-9167-4A2A-A4D5-08FA205E5C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2025" y="2752725"/>
            <a:ext cx="2476500" cy="2095500"/>
          </a:xfrm>
          <a:custGeom xmlns:a="http://schemas.openxmlformats.org/drawingml/2006/main">
            <a:pathLst>
              <a:path w="1609725" h="1362075">
                <a:moveTo>
                  <a:pt x="1047750" y="66675"/>
                </a:moveTo>
                <a:lnTo>
                  <a:pt x="1247775" y="66675"/>
                </a:lnTo>
                <a:lnTo>
                  <a:pt x="1247775" y="76200"/>
                </a:lnTo>
                <a:lnTo>
                  <a:pt x="1047750" y="76200"/>
                </a:lnTo>
                <a:close/>
                <a:moveTo>
                  <a:pt x="1019175" y="76200"/>
                </a:moveTo>
                <a:lnTo>
                  <a:pt x="1028700" y="76200"/>
                </a:lnTo>
                <a:lnTo>
                  <a:pt x="1028700" y="85725"/>
                </a:lnTo>
                <a:lnTo>
                  <a:pt x="1019175" y="85725"/>
                </a:lnTo>
                <a:close/>
                <a:moveTo>
                  <a:pt x="1266825" y="76200"/>
                </a:moveTo>
                <a:lnTo>
                  <a:pt x="1276350" y="76200"/>
                </a:lnTo>
                <a:lnTo>
                  <a:pt x="1276350" y="85725"/>
                </a:lnTo>
                <a:lnTo>
                  <a:pt x="1266825" y="85725"/>
                </a:lnTo>
                <a:close/>
                <a:moveTo>
                  <a:pt x="1009650" y="85725"/>
                </a:moveTo>
                <a:lnTo>
                  <a:pt x="1019175" y="85725"/>
                </a:lnTo>
                <a:lnTo>
                  <a:pt x="1019175" y="95250"/>
                </a:lnTo>
                <a:lnTo>
                  <a:pt x="1009650" y="95250"/>
                </a:lnTo>
                <a:close/>
                <a:moveTo>
                  <a:pt x="1276350" y="85725"/>
                </a:moveTo>
                <a:lnTo>
                  <a:pt x="1285875" y="85725"/>
                </a:lnTo>
                <a:lnTo>
                  <a:pt x="1285875" y="95250"/>
                </a:lnTo>
                <a:lnTo>
                  <a:pt x="1276350" y="95250"/>
                </a:lnTo>
                <a:close/>
                <a:moveTo>
                  <a:pt x="342900" y="142875"/>
                </a:moveTo>
                <a:lnTo>
                  <a:pt x="352425" y="142875"/>
                </a:lnTo>
                <a:lnTo>
                  <a:pt x="352425" y="152400"/>
                </a:lnTo>
                <a:lnTo>
                  <a:pt x="342900" y="152400"/>
                </a:lnTo>
                <a:close/>
                <a:moveTo>
                  <a:pt x="1076325" y="142875"/>
                </a:moveTo>
                <a:lnTo>
                  <a:pt x="1095375" y="142875"/>
                </a:lnTo>
                <a:lnTo>
                  <a:pt x="1095375" y="152400"/>
                </a:lnTo>
                <a:lnTo>
                  <a:pt x="1104900" y="152400"/>
                </a:lnTo>
                <a:lnTo>
                  <a:pt x="1104900" y="171450"/>
                </a:lnTo>
                <a:lnTo>
                  <a:pt x="1095375" y="171450"/>
                </a:lnTo>
                <a:lnTo>
                  <a:pt x="1095375" y="180975"/>
                </a:lnTo>
                <a:lnTo>
                  <a:pt x="1085850" y="180975"/>
                </a:lnTo>
                <a:lnTo>
                  <a:pt x="1085850" y="171450"/>
                </a:lnTo>
                <a:lnTo>
                  <a:pt x="1076325" y="171450"/>
                </a:lnTo>
                <a:close/>
                <a:moveTo>
                  <a:pt x="1200150" y="142875"/>
                </a:moveTo>
                <a:lnTo>
                  <a:pt x="1219200" y="142875"/>
                </a:lnTo>
                <a:lnTo>
                  <a:pt x="1219200" y="152400"/>
                </a:lnTo>
                <a:lnTo>
                  <a:pt x="1228725" y="152400"/>
                </a:lnTo>
                <a:lnTo>
                  <a:pt x="1228725" y="171450"/>
                </a:lnTo>
                <a:lnTo>
                  <a:pt x="1219200" y="171450"/>
                </a:lnTo>
                <a:lnTo>
                  <a:pt x="1219200" y="180975"/>
                </a:lnTo>
                <a:lnTo>
                  <a:pt x="1200150" y="180975"/>
                </a:lnTo>
                <a:lnTo>
                  <a:pt x="1200150" y="171450"/>
                </a:lnTo>
                <a:lnTo>
                  <a:pt x="1190625" y="171450"/>
                </a:lnTo>
                <a:lnTo>
                  <a:pt x="1190625" y="152400"/>
                </a:lnTo>
                <a:lnTo>
                  <a:pt x="1200150" y="152400"/>
                </a:lnTo>
                <a:close/>
                <a:moveTo>
                  <a:pt x="1428750" y="142875"/>
                </a:moveTo>
                <a:lnTo>
                  <a:pt x="1438275" y="142875"/>
                </a:lnTo>
                <a:lnTo>
                  <a:pt x="1438275" y="152400"/>
                </a:lnTo>
                <a:lnTo>
                  <a:pt x="1428750" y="152400"/>
                </a:lnTo>
                <a:close/>
                <a:moveTo>
                  <a:pt x="333375" y="152400"/>
                </a:moveTo>
                <a:lnTo>
                  <a:pt x="342900" y="152400"/>
                </a:lnTo>
                <a:lnTo>
                  <a:pt x="342900" y="285750"/>
                </a:lnTo>
                <a:lnTo>
                  <a:pt x="352425" y="285750"/>
                </a:lnTo>
                <a:lnTo>
                  <a:pt x="352425" y="304800"/>
                </a:lnTo>
                <a:lnTo>
                  <a:pt x="342900" y="304800"/>
                </a:lnTo>
                <a:lnTo>
                  <a:pt x="342900" y="295275"/>
                </a:lnTo>
                <a:lnTo>
                  <a:pt x="333375" y="295275"/>
                </a:lnTo>
                <a:lnTo>
                  <a:pt x="333375" y="285750"/>
                </a:lnTo>
                <a:lnTo>
                  <a:pt x="323850" y="285750"/>
                </a:lnTo>
                <a:lnTo>
                  <a:pt x="323850" y="161925"/>
                </a:lnTo>
                <a:lnTo>
                  <a:pt x="333375" y="161925"/>
                </a:lnTo>
                <a:close/>
                <a:moveTo>
                  <a:pt x="1133475" y="152400"/>
                </a:moveTo>
                <a:lnTo>
                  <a:pt x="1143000" y="152400"/>
                </a:lnTo>
                <a:lnTo>
                  <a:pt x="1143000" y="171450"/>
                </a:lnTo>
                <a:lnTo>
                  <a:pt x="1133475" y="171450"/>
                </a:lnTo>
                <a:close/>
                <a:moveTo>
                  <a:pt x="1152525" y="152400"/>
                </a:moveTo>
                <a:lnTo>
                  <a:pt x="1162050" y="152400"/>
                </a:lnTo>
                <a:lnTo>
                  <a:pt x="1162050" y="171450"/>
                </a:lnTo>
                <a:lnTo>
                  <a:pt x="1152525" y="171450"/>
                </a:lnTo>
                <a:close/>
                <a:moveTo>
                  <a:pt x="1371600" y="152400"/>
                </a:moveTo>
                <a:lnTo>
                  <a:pt x="1381125" y="152400"/>
                </a:lnTo>
                <a:lnTo>
                  <a:pt x="1381125" y="161925"/>
                </a:lnTo>
                <a:lnTo>
                  <a:pt x="1371600" y="161925"/>
                </a:lnTo>
                <a:close/>
                <a:moveTo>
                  <a:pt x="1447800" y="152400"/>
                </a:moveTo>
                <a:lnTo>
                  <a:pt x="1457325" y="152400"/>
                </a:lnTo>
                <a:lnTo>
                  <a:pt x="1457325" y="161925"/>
                </a:lnTo>
                <a:lnTo>
                  <a:pt x="1447800" y="161925"/>
                </a:lnTo>
                <a:close/>
                <a:moveTo>
                  <a:pt x="1362075" y="161925"/>
                </a:moveTo>
                <a:lnTo>
                  <a:pt x="1371600" y="161925"/>
                </a:lnTo>
                <a:lnTo>
                  <a:pt x="1371600" y="171450"/>
                </a:lnTo>
                <a:lnTo>
                  <a:pt x="1362075" y="171450"/>
                </a:lnTo>
                <a:close/>
                <a:moveTo>
                  <a:pt x="1457325" y="161925"/>
                </a:moveTo>
                <a:lnTo>
                  <a:pt x="1466850" y="161925"/>
                </a:lnTo>
                <a:lnTo>
                  <a:pt x="1466850" y="171450"/>
                </a:lnTo>
                <a:lnTo>
                  <a:pt x="1457325" y="171450"/>
                </a:lnTo>
                <a:close/>
                <a:moveTo>
                  <a:pt x="390525" y="190500"/>
                </a:moveTo>
                <a:lnTo>
                  <a:pt x="542925" y="190500"/>
                </a:lnTo>
                <a:lnTo>
                  <a:pt x="542925" y="209550"/>
                </a:lnTo>
                <a:lnTo>
                  <a:pt x="390525" y="209550"/>
                </a:lnTo>
                <a:close/>
                <a:moveTo>
                  <a:pt x="1009650" y="228600"/>
                </a:moveTo>
                <a:lnTo>
                  <a:pt x="1019175" y="228600"/>
                </a:lnTo>
                <a:lnTo>
                  <a:pt x="1019175" y="238125"/>
                </a:lnTo>
                <a:lnTo>
                  <a:pt x="1009650" y="238125"/>
                </a:lnTo>
                <a:close/>
                <a:moveTo>
                  <a:pt x="1276350" y="228600"/>
                </a:moveTo>
                <a:lnTo>
                  <a:pt x="1285875" y="228600"/>
                </a:lnTo>
                <a:lnTo>
                  <a:pt x="1285875" y="238125"/>
                </a:lnTo>
                <a:lnTo>
                  <a:pt x="1276350" y="238125"/>
                </a:lnTo>
                <a:close/>
                <a:moveTo>
                  <a:pt x="1352550" y="228600"/>
                </a:moveTo>
                <a:lnTo>
                  <a:pt x="1362075" y="228600"/>
                </a:lnTo>
                <a:lnTo>
                  <a:pt x="1362075" y="238125"/>
                </a:lnTo>
                <a:lnTo>
                  <a:pt x="1352550" y="238125"/>
                </a:lnTo>
                <a:close/>
                <a:moveTo>
                  <a:pt x="1466850" y="228600"/>
                </a:moveTo>
                <a:lnTo>
                  <a:pt x="1476375" y="228600"/>
                </a:lnTo>
                <a:lnTo>
                  <a:pt x="1476375" y="238125"/>
                </a:lnTo>
                <a:lnTo>
                  <a:pt x="1466850" y="238125"/>
                </a:lnTo>
                <a:close/>
                <a:moveTo>
                  <a:pt x="1019175" y="238125"/>
                </a:moveTo>
                <a:lnTo>
                  <a:pt x="1028700" y="238125"/>
                </a:lnTo>
                <a:lnTo>
                  <a:pt x="1028700" y="247650"/>
                </a:lnTo>
                <a:lnTo>
                  <a:pt x="1019175" y="247650"/>
                </a:lnTo>
                <a:close/>
                <a:moveTo>
                  <a:pt x="1266825" y="238125"/>
                </a:moveTo>
                <a:lnTo>
                  <a:pt x="1276350" y="238125"/>
                </a:lnTo>
                <a:lnTo>
                  <a:pt x="1276350" y="247650"/>
                </a:lnTo>
                <a:lnTo>
                  <a:pt x="1266825" y="247650"/>
                </a:lnTo>
                <a:close/>
                <a:moveTo>
                  <a:pt x="1047750" y="247650"/>
                </a:moveTo>
                <a:lnTo>
                  <a:pt x="1181100" y="247650"/>
                </a:lnTo>
                <a:lnTo>
                  <a:pt x="1181100" y="257175"/>
                </a:lnTo>
                <a:lnTo>
                  <a:pt x="1047750" y="257175"/>
                </a:lnTo>
                <a:close/>
                <a:moveTo>
                  <a:pt x="1247775" y="247650"/>
                </a:moveTo>
                <a:lnTo>
                  <a:pt x="1257300" y="247650"/>
                </a:lnTo>
                <a:lnTo>
                  <a:pt x="1257300" y="257175"/>
                </a:lnTo>
                <a:lnTo>
                  <a:pt x="1247775" y="257175"/>
                </a:lnTo>
                <a:close/>
                <a:moveTo>
                  <a:pt x="1238250" y="257175"/>
                </a:moveTo>
                <a:lnTo>
                  <a:pt x="1247775" y="257175"/>
                </a:lnTo>
                <a:lnTo>
                  <a:pt x="1247775" y="266700"/>
                </a:lnTo>
                <a:lnTo>
                  <a:pt x="1238250" y="266700"/>
                </a:lnTo>
                <a:close/>
                <a:moveTo>
                  <a:pt x="209550" y="266700"/>
                </a:moveTo>
                <a:lnTo>
                  <a:pt x="238125" y="266700"/>
                </a:lnTo>
                <a:lnTo>
                  <a:pt x="238125" y="276225"/>
                </a:lnTo>
                <a:lnTo>
                  <a:pt x="209550" y="276225"/>
                </a:lnTo>
                <a:close/>
                <a:moveTo>
                  <a:pt x="1400175" y="266700"/>
                </a:moveTo>
                <a:lnTo>
                  <a:pt x="1428750" y="266700"/>
                </a:lnTo>
                <a:lnTo>
                  <a:pt x="1428750" y="285750"/>
                </a:lnTo>
                <a:lnTo>
                  <a:pt x="1457325" y="285750"/>
                </a:lnTo>
                <a:lnTo>
                  <a:pt x="1457325" y="295275"/>
                </a:lnTo>
                <a:lnTo>
                  <a:pt x="1371600" y="295275"/>
                </a:lnTo>
                <a:lnTo>
                  <a:pt x="1371600" y="285750"/>
                </a:lnTo>
                <a:lnTo>
                  <a:pt x="1400175" y="285750"/>
                </a:lnTo>
                <a:close/>
                <a:moveTo>
                  <a:pt x="257175" y="276225"/>
                </a:moveTo>
                <a:lnTo>
                  <a:pt x="266700" y="276225"/>
                </a:lnTo>
                <a:lnTo>
                  <a:pt x="266700" y="285750"/>
                </a:lnTo>
                <a:lnTo>
                  <a:pt x="257175" y="285750"/>
                </a:lnTo>
                <a:close/>
                <a:moveTo>
                  <a:pt x="1209675" y="276225"/>
                </a:moveTo>
                <a:lnTo>
                  <a:pt x="1219200" y="276225"/>
                </a:lnTo>
                <a:lnTo>
                  <a:pt x="1219200" y="285750"/>
                </a:lnTo>
                <a:lnTo>
                  <a:pt x="1209675" y="285750"/>
                </a:lnTo>
                <a:close/>
                <a:moveTo>
                  <a:pt x="266700" y="285750"/>
                </a:moveTo>
                <a:lnTo>
                  <a:pt x="276225" y="285750"/>
                </a:lnTo>
                <a:lnTo>
                  <a:pt x="276225" y="295275"/>
                </a:lnTo>
                <a:lnTo>
                  <a:pt x="266700" y="295275"/>
                </a:lnTo>
                <a:close/>
                <a:moveTo>
                  <a:pt x="762000" y="285750"/>
                </a:moveTo>
                <a:lnTo>
                  <a:pt x="828675" y="285750"/>
                </a:lnTo>
                <a:lnTo>
                  <a:pt x="828675" y="295275"/>
                </a:lnTo>
                <a:lnTo>
                  <a:pt x="762000" y="295275"/>
                </a:lnTo>
                <a:close/>
                <a:moveTo>
                  <a:pt x="1219200" y="285750"/>
                </a:moveTo>
                <a:lnTo>
                  <a:pt x="1228725" y="285750"/>
                </a:lnTo>
                <a:lnTo>
                  <a:pt x="1228725" y="295275"/>
                </a:lnTo>
                <a:lnTo>
                  <a:pt x="1219200" y="295275"/>
                </a:lnTo>
                <a:close/>
                <a:moveTo>
                  <a:pt x="581025" y="295275"/>
                </a:moveTo>
                <a:lnTo>
                  <a:pt x="600075" y="295275"/>
                </a:lnTo>
                <a:lnTo>
                  <a:pt x="600075" y="304800"/>
                </a:lnTo>
                <a:lnTo>
                  <a:pt x="581025" y="304800"/>
                </a:lnTo>
                <a:close/>
                <a:moveTo>
                  <a:pt x="723900" y="295275"/>
                </a:moveTo>
                <a:lnTo>
                  <a:pt x="733425" y="295275"/>
                </a:lnTo>
                <a:lnTo>
                  <a:pt x="733425" y="304800"/>
                </a:lnTo>
                <a:lnTo>
                  <a:pt x="723900" y="304800"/>
                </a:lnTo>
                <a:close/>
                <a:moveTo>
                  <a:pt x="857250" y="295275"/>
                </a:moveTo>
                <a:lnTo>
                  <a:pt x="866775" y="295275"/>
                </a:lnTo>
                <a:lnTo>
                  <a:pt x="866775" y="304800"/>
                </a:lnTo>
                <a:lnTo>
                  <a:pt x="857250" y="304800"/>
                </a:lnTo>
                <a:close/>
                <a:moveTo>
                  <a:pt x="1343025" y="295275"/>
                </a:moveTo>
                <a:lnTo>
                  <a:pt x="1352550" y="295275"/>
                </a:lnTo>
                <a:lnTo>
                  <a:pt x="1352550" y="304800"/>
                </a:lnTo>
                <a:lnTo>
                  <a:pt x="1343025" y="304800"/>
                </a:lnTo>
                <a:close/>
                <a:moveTo>
                  <a:pt x="1476375" y="295275"/>
                </a:moveTo>
                <a:lnTo>
                  <a:pt x="1485900" y="295275"/>
                </a:lnTo>
                <a:lnTo>
                  <a:pt x="1485900" y="304800"/>
                </a:lnTo>
                <a:lnTo>
                  <a:pt x="1476375" y="304800"/>
                </a:lnTo>
                <a:close/>
                <a:moveTo>
                  <a:pt x="161925" y="304800"/>
                </a:moveTo>
                <a:lnTo>
                  <a:pt x="171450" y="304800"/>
                </a:lnTo>
                <a:lnTo>
                  <a:pt x="171450" y="314325"/>
                </a:lnTo>
                <a:lnTo>
                  <a:pt x="161925" y="314325"/>
                </a:lnTo>
                <a:close/>
                <a:moveTo>
                  <a:pt x="276225" y="304800"/>
                </a:moveTo>
                <a:lnTo>
                  <a:pt x="285750" y="304800"/>
                </a:lnTo>
                <a:lnTo>
                  <a:pt x="285750" y="314325"/>
                </a:lnTo>
                <a:lnTo>
                  <a:pt x="276225" y="314325"/>
                </a:lnTo>
                <a:close/>
                <a:moveTo>
                  <a:pt x="361950" y="304800"/>
                </a:moveTo>
                <a:lnTo>
                  <a:pt x="381000" y="304800"/>
                </a:lnTo>
                <a:lnTo>
                  <a:pt x="381000" y="314325"/>
                </a:lnTo>
                <a:lnTo>
                  <a:pt x="361950" y="314325"/>
                </a:lnTo>
                <a:close/>
                <a:moveTo>
                  <a:pt x="704850" y="304800"/>
                </a:moveTo>
                <a:lnTo>
                  <a:pt x="714375" y="304800"/>
                </a:lnTo>
                <a:lnTo>
                  <a:pt x="714375" y="314325"/>
                </a:lnTo>
                <a:lnTo>
                  <a:pt x="704850" y="314325"/>
                </a:lnTo>
                <a:close/>
                <a:moveTo>
                  <a:pt x="1323975" y="304800"/>
                </a:moveTo>
                <a:lnTo>
                  <a:pt x="1333500" y="304800"/>
                </a:lnTo>
                <a:lnTo>
                  <a:pt x="1333500" y="314325"/>
                </a:lnTo>
                <a:lnTo>
                  <a:pt x="1323975" y="314325"/>
                </a:lnTo>
                <a:close/>
                <a:moveTo>
                  <a:pt x="1495425" y="304800"/>
                </a:moveTo>
                <a:lnTo>
                  <a:pt x="1504950" y="304800"/>
                </a:lnTo>
                <a:lnTo>
                  <a:pt x="1504950" y="314325"/>
                </a:lnTo>
                <a:lnTo>
                  <a:pt x="1495425" y="314325"/>
                </a:lnTo>
                <a:close/>
                <a:moveTo>
                  <a:pt x="381000" y="314325"/>
                </a:moveTo>
                <a:lnTo>
                  <a:pt x="390525" y="314325"/>
                </a:lnTo>
                <a:lnTo>
                  <a:pt x="390525" y="323850"/>
                </a:lnTo>
                <a:lnTo>
                  <a:pt x="381000" y="323850"/>
                </a:lnTo>
                <a:close/>
                <a:moveTo>
                  <a:pt x="419100" y="314325"/>
                </a:moveTo>
                <a:lnTo>
                  <a:pt x="438150" y="314325"/>
                </a:lnTo>
                <a:lnTo>
                  <a:pt x="438150" y="323850"/>
                </a:lnTo>
                <a:lnTo>
                  <a:pt x="428625" y="323850"/>
                </a:lnTo>
                <a:lnTo>
                  <a:pt x="428625" y="333375"/>
                </a:lnTo>
                <a:lnTo>
                  <a:pt x="409575" y="333375"/>
                </a:lnTo>
                <a:lnTo>
                  <a:pt x="409575" y="323850"/>
                </a:lnTo>
                <a:lnTo>
                  <a:pt x="419100" y="323850"/>
                </a:lnTo>
                <a:close/>
                <a:moveTo>
                  <a:pt x="895350" y="314325"/>
                </a:moveTo>
                <a:lnTo>
                  <a:pt x="904875" y="314325"/>
                </a:lnTo>
                <a:lnTo>
                  <a:pt x="904875" y="323850"/>
                </a:lnTo>
                <a:lnTo>
                  <a:pt x="895350" y="323850"/>
                </a:lnTo>
                <a:close/>
                <a:moveTo>
                  <a:pt x="1314450" y="314325"/>
                </a:moveTo>
                <a:lnTo>
                  <a:pt x="1323975" y="314325"/>
                </a:lnTo>
                <a:lnTo>
                  <a:pt x="1323975" y="323850"/>
                </a:lnTo>
                <a:lnTo>
                  <a:pt x="1314450" y="323850"/>
                </a:lnTo>
                <a:close/>
                <a:moveTo>
                  <a:pt x="1504950" y="314325"/>
                </a:moveTo>
                <a:lnTo>
                  <a:pt x="1514475" y="314325"/>
                </a:lnTo>
                <a:lnTo>
                  <a:pt x="1514475" y="323850"/>
                </a:lnTo>
                <a:lnTo>
                  <a:pt x="1504950" y="323850"/>
                </a:lnTo>
                <a:close/>
                <a:moveTo>
                  <a:pt x="676275" y="323850"/>
                </a:moveTo>
                <a:lnTo>
                  <a:pt x="685800" y="323850"/>
                </a:lnTo>
                <a:lnTo>
                  <a:pt x="685800" y="333375"/>
                </a:lnTo>
                <a:lnTo>
                  <a:pt x="676275" y="333375"/>
                </a:lnTo>
                <a:close/>
                <a:moveTo>
                  <a:pt x="742950" y="323850"/>
                </a:moveTo>
                <a:lnTo>
                  <a:pt x="752475" y="323850"/>
                </a:lnTo>
                <a:lnTo>
                  <a:pt x="752475" y="333375"/>
                </a:lnTo>
                <a:lnTo>
                  <a:pt x="742950" y="333375"/>
                </a:lnTo>
                <a:close/>
                <a:moveTo>
                  <a:pt x="781050" y="323850"/>
                </a:moveTo>
                <a:lnTo>
                  <a:pt x="809625" y="323850"/>
                </a:lnTo>
                <a:lnTo>
                  <a:pt x="809625" y="342900"/>
                </a:lnTo>
                <a:lnTo>
                  <a:pt x="781050" y="342900"/>
                </a:lnTo>
                <a:close/>
                <a:moveTo>
                  <a:pt x="838200" y="323850"/>
                </a:moveTo>
                <a:lnTo>
                  <a:pt x="847725" y="323850"/>
                </a:lnTo>
                <a:lnTo>
                  <a:pt x="847725" y="333375"/>
                </a:lnTo>
                <a:lnTo>
                  <a:pt x="838200" y="333375"/>
                </a:lnTo>
                <a:close/>
                <a:moveTo>
                  <a:pt x="666750" y="333375"/>
                </a:moveTo>
                <a:lnTo>
                  <a:pt x="676275" y="333375"/>
                </a:lnTo>
                <a:lnTo>
                  <a:pt x="676275" y="342900"/>
                </a:lnTo>
                <a:lnTo>
                  <a:pt x="666750" y="342900"/>
                </a:lnTo>
                <a:close/>
                <a:moveTo>
                  <a:pt x="866775" y="333375"/>
                </a:moveTo>
                <a:lnTo>
                  <a:pt x="876300" y="333375"/>
                </a:lnTo>
                <a:lnTo>
                  <a:pt x="876300" y="342900"/>
                </a:lnTo>
                <a:lnTo>
                  <a:pt x="866775" y="342900"/>
                </a:lnTo>
                <a:close/>
                <a:moveTo>
                  <a:pt x="390525" y="342900"/>
                </a:moveTo>
                <a:lnTo>
                  <a:pt x="400050" y="342900"/>
                </a:lnTo>
                <a:lnTo>
                  <a:pt x="400050" y="352425"/>
                </a:lnTo>
                <a:lnTo>
                  <a:pt x="390525" y="352425"/>
                </a:lnTo>
                <a:close/>
                <a:moveTo>
                  <a:pt x="657225" y="342900"/>
                </a:moveTo>
                <a:lnTo>
                  <a:pt x="666750" y="342900"/>
                </a:lnTo>
                <a:lnTo>
                  <a:pt x="666750" y="352425"/>
                </a:lnTo>
                <a:lnTo>
                  <a:pt x="657225" y="352425"/>
                </a:lnTo>
                <a:close/>
                <a:moveTo>
                  <a:pt x="704850" y="342900"/>
                </a:moveTo>
                <a:lnTo>
                  <a:pt x="714375" y="342900"/>
                </a:lnTo>
                <a:lnTo>
                  <a:pt x="714375" y="352425"/>
                </a:lnTo>
                <a:lnTo>
                  <a:pt x="704850" y="352425"/>
                </a:lnTo>
                <a:close/>
                <a:moveTo>
                  <a:pt x="742950" y="342900"/>
                </a:moveTo>
                <a:lnTo>
                  <a:pt x="752475" y="342900"/>
                </a:lnTo>
                <a:lnTo>
                  <a:pt x="752475" y="352425"/>
                </a:lnTo>
                <a:lnTo>
                  <a:pt x="742950" y="352425"/>
                </a:lnTo>
                <a:close/>
                <a:moveTo>
                  <a:pt x="838200" y="342900"/>
                </a:moveTo>
                <a:lnTo>
                  <a:pt x="847725" y="342900"/>
                </a:lnTo>
                <a:lnTo>
                  <a:pt x="847725" y="352425"/>
                </a:lnTo>
                <a:lnTo>
                  <a:pt x="838200" y="352425"/>
                </a:lnTo>
                <a:close/>
                <a:moveTo>
                  <a:pt x="161925" y="352425"/>
                </a:moveTo>
                <a:lnTo>
                  <a:pt x="171450" y="352425"/>
                </a:lnTo>
                <a:lnTo>
                  <a:pt x="171450" y="361950"/>
                </a:lnTo>
                <a:lnTo>
                  <a:pt x="161925" y="361950"/>
                </a:lnTo>
                <a:close/>
                <a:moveTo>
                  <a:pt x="723900" y="352425"/>
                </a:moveTo>
                <a:lnTo>
                  <a:pt x="733425" y="352425"/>
                </a:lnTo>
                <a:lnTo>
                  <a:pt x="733425" y="361950"/>
                </a:lnTo>
                <a:lnTo>
                  <a:pt x="723900" y="361950"/>
                </a:lnTo>
                <a:close/>
                <a:moveTo>
                  <a:pt x="895350" y="352425"/>
                </a:moveTo>
                <a:lnTo>
                  <a:pt x="904875" y="352425"/>
                </a:lnTo>
                <a:lnTo>
                  <a:pt x="904875" y="361950"/>
                </a:lnTo>
                <a:lnTo>
                  <a:pt x="895350" y="361950"/>
                </a:lnTo>
                <a:close/>
                <a:moveTo>
                  <a:pt x="933450" y="352425"/>
                </a:moveTo>
                <a:lnTo>
                  <a:pt x="942975" y="352425"/>
                </a:lnTo>
                <a:lnTo>
                  <a:pt x="942975" y="361950"/>
                </a:lnTo>
                <a:lnTo>
                  <a:pt x="933450" y="361950"/>
                </a:lnTo>
                <a:close/>
                <a:moveTo>
                  <a:pt x="876300" y="361950"/>
                </a:moveTo>
                <a:lnTo>
                  <a:pt x="885825" y="361950"/>
                </a:lnTo>
                <a:lnTo>
                  <a:pt x="885825" y="371475"/>
                </a:lnTo>
                <a:lnTo>
                  <a:pt x="876300" y="371475"/>
                </a:lnTo>
                <a:close/>
                <a:moveTo>
                  <a:pt x="904875" y="361950"/>
                </a:moveTo>
                <a:lnTo>
                  <a:pt x="914400" y="361950"/>
                </a:lnTo>
                <a:lnTo>
                  <a:pt x="914400" y="371475"/>
                </a:lnTo>
                <a:lnTo>
                  <a:pt x="904875" y="371475"/>
                </a:lnTo>
                <a:close/>
                <a:moveTo>
                  <a:pt x="1295400" y="361950"/>
                </a:moveTo>
                <a:lnTo>
                  <a:pt x="1304925" y="361950"/>
                </a:lnTo>
                <a:lnTo>
                  <a:pt x="1304925" y="390525"/>
                </a:lnTo>
                <a:lnTo>
                  <a:pt x="1295400" y="390525"/>
                </a:lnTo>
                <a:close/>
                <a:moveTo>
                  <a:pt x="1524000" y="361950"/>
                </a:moveTo>
                <a:lnTo>
                  <a:pt x="1533525" y="361950"/>
                </a:lnTo>
                <a:lnTo>
                  <a:pt x="1533525" y="390525"/>
                </a:lnTo>
                <a:lnTo>
                  <a:pt x="1524000" y="390525"/>
                </a:lnTo>
                <a:close/>
                <a:moveTo>
                  <a:pt x="266700" y="371475"/>
                </a:moveTo>
                <a:lnTo>
                  <a:pt x="276225" y="371475"/>
                </a:lnTo>
                <a:lnTo>
                  <a:pt x="276225" y="381000"/>
                </a:lnTo>
                <a:lnTo>
                  <a:pt x="266700" y="381000"/>
                </a:lnTo>
                <a:close/>
                <a:moveTo>
                  <a:pt x="676275" y="371475"/>
                </a:moveTo>
                <a:lnTo>
                  <a:pt x="685800" y="371475"/>
                </a:lnTo>
                <a:lnTo>
                  <a:pt x="685800" y="381000"/>
                </a:lnTo>
                <a:lnTo>
                  <a:pt x="676275" y="381000"/>
                </a:lnTo>
                <a:close/>
                <a:moveTo>
                  <a:pt x="695325" y="371475"/>
                </a:moveTo>
                <a:lnTo>
                  <a:pt x="704850" y="371475"/>
                </a:lnTo>
                <a:lnTo>
                  <a:pt x="704850" y="381000"/>
                </a:lnTo>
                <a:lnTo>
                  <a:pt x="695325" y="381000"/>
                </a:lnTo>
                <a:close/>
                <a:moveTo>
                  <a:pt x="885825" y="371475"/>
                </a:moveTo>
                <a:lnTo>
                  <a:pt x="895350" y="371475"/>
                </a:lnTo>
                <a:lnTo>
                  <a:pt x="895350" y="381000"/>
                </a:lnTo>
                <a:lnTo>
                  <a:pt x="885825" y="381000"/>
                </a:lnTo>
                <a:close/>
                <a:moveTo>
                  <a:pt x="1219200" y="371475"/>
                </a:moveTo>
                <a:lnTo>
                  <a:pt x="1228725" y="371475"/>
                </a:lnTo>
                <a:lnTo>
                  <a:pt x="1228725" y="381000"/>
                </a:lnTo>
                <a:lnTo>
                  <a:pt x="1219200" y="381000"/>
                </a:lnTo>
                <a:close/>
                <a:moveTo>
                  <a:pt x="257175" y="381000"/>
                </a:moveTo>
                <a:lnTo>
                  <a:pt x="266700" y="381000"/>
                </a:lnTo>
                <a:lnTo>
                  <a:pt x="266700" y="390525"/>
                </a:lnTo>
                <a:lnTo>
                  <a:pt x="257175" y="390525"/>
                </a:lnTo>
                <a:close/>
                <a:moveTo>
                  <a:pt x="666750" y="381000"/>
                </a:moveTo>
                <a:lnTo>
                  <a:pt x="676275" y="381000"/>
                </a:lnTo>
                <a:lnTo>
                  <a:pt x="676275" y="390525"/>
                </a:lnTo>
                <a:lnTo>
                  <a:pt x="666750" y="390525"/>
                </a:lnTo>
                <a:close/>
                <a:moveTo>
                  <a:pt x="685800" y="381000"/>
                </a:moveTo>
                <a:lnTo>
                  <a:pt x="695325" y="381000"/>
                </a:lnTo>
                <a:lnTo>
                  <a:pt x="695325" y="390525"/>
                </a:lnTo>
                <a:lnTo>
                  <a:pt x="685800" y="390525"/>
                </a:lnTo>
                <a:close/>
                <a:moveTo>
                  <a:pt x="895350" y="381000"/>
                </a:moveTo>
                <a:lnTo>
                  <a:pt x="904875" y="381000"/>
                </a:lnTo>
                <a:lnTo>
                  <a:pt x="904875" y="390525"/>
                </a:lnTo>
                <a:lnTo>
                  <a:pt x="895350" y="390525"/>
                </a:lnTo>
                <a:close/>
                <a:moveTo>
                  <a:pt x="914400" y="381000"/>
                </a:moveTo>
                <a:lnTo>
                  <a:pt x="923925" y="381000"/>
                </a:lnTo>
                <a:lnTo>
                  <a:pt x="923925" y="390525"/>
                </a:lnTo>
                <a:lnTo>
                  <a:pt x="914400" y="390525"/>
                </a:lnTo>
                <a:close/>
                <a:moveTo>
                  <a:pt x="200025" y="390525"/>
                </a:moveTo>
                <a:lnTo>
                  <a:pt x="209550" y="390525"/>
                </a:lnTo>
                <a:lnTo>
                  <a:pt x="209550" y="400050"/>
                </a:lnTo>
                <a:lnTo>
                  <a:pt x="200025" y="400050"/>
                </a:lnTo>
                <a:close/>
                <a:moveTo>
                  <a:pt x="238125" y="390525"/>
                </a:moveTo>
                <a:lnTo>
                  <a:pt x="247650" y="390525"/>
                </a:lnTo>
                <a:lnTo>
                  <a:pt x="247650" y="400050"/>
                </a:lnTo>
                <a:lnTo>
                  <a:pt x="238125" y="400050"/>
                </a:lnTo>
                <a:close/>
                <a:moveTo>
                  <a:pt x="676275" y="390525"/>
                </a:moveTo>
                <a:lnTo>
                  <a:pt x="685800" y="390525"/>
                </a:lnTo>
                <a:lnTo>
                  <a:pt x="685800" y="400050"/>
                </a:lnTo>
                <a:lnTo>
                  <a:pt x="676275" y="400050"/>
                </a:lnTo>
                <a:close/>
                <a:moveTo>
                  <a:pt x="904875" y="390525"/>
                </a:moveTo>
                <a:lnTo>
                  <a:pt x="914400" y="390525"/>
                </a:lnTo>
                <a:lnTo>
                  <a:pt x="914400" y="400050"/>
                </a:lnTo>
                <a:lnTo>
                  <a:pt x="904875" y="400050"/>
                </a:lnTo>
                <a:close/>
                <a:moveTo>
                  <a:pt x="923925" y="390525"/>
                </a:moveTo>
                <a:lnTo>
                  <a:pt x="933450" y="390525"/>
                </a:lnTo>
                <a:lnTo>
                  <a:pt x="933450" y="409575"/>
                </a:lnTo>
                <a:lnTo>
                  <a:pt x="914400" y="409575"/>
                </a:lnTo>
                <a:lnTo>
                  <a:pt x="914400" y="400050"/>
                </a:lnTo>
                <a:lnTo>
                  <a:pt x="923925" y="400050"/>
                </a:lnTo>
                <a:close/>
                <a:moveTo>
                  <a:pt x="952500" y="390525"/>
                </a:moveTo>
                <a:lnTo>
                  <a:pt x="962025" y="390525"/>
                </a:lnTo>
                <a:lnTo>
                  <a:pt x="962025" y="400050"/>
                </a:lnTo>
                <a:lnTo>
                  <a:pt x="952500" y="400050"/>
                </a:lnTo>
                <a:close/>
                <a:moveTo>
                  <a:pt x="1200150" y="390525"/>
                </a:moveTo>
                <a:lnTo>
                  <a:pt x="1209675" y="390525"/>
                </a:lnTo>
                <a:lnTo>
                  <a:pt x="1209675" y="409575"/>
                </a:lnTo>
                <a:lnTo>
                  <a:pt x="1219200" y="409575"/>
                </a:lnTo>
                <a:lnTo>
                  <a:pt x="1219200" y="400050"/>
                </a:lnTo>
                <a:lnTo>
                  <a:pt x="1228725" y="400050"/>
                </a:lnTo>
                <a:lnTo>
                  <a:pt x="1228725" y="419100"/>
                </a:lnTo>
                <a:lnTo>
                  <a:pt x="1200150" y="419100"/>
                </a:lnTo>
                <a:lnTo>
                  <a:pt x="1200150" y="409575"/>
                </a:lnTo>
                <a:lnTo>
                  <a:pt x="1190625" y="409575"/>
                </a:lnTo>
                <a:lnTo>
                  <a:pt x="1190625" y="400050"/>
                </a:lnTo>
                <a:lnTo>
                  <a:pt x="1200150" y="400050"/>
                </a:lnTo>
                <a:close/>
                <a:moveTo>
                  <a:pt x="1304925" y="390525"/>
                </a:moveTo>
                <a:lnTo>
                  <a:pt x="1314450" y="390525"/>
                </a:lnTo>
                <a:lnTo>
                  <a:pt x="1314450" y="400050"/>
                </a:lnTo>
                <a:lnTo>
                  <a:pt x="1304925" y="400050"/>
                </a:lnTo>
                <a:close/>
                <a:moveTo>
                  <a:pt x="1514475" y="390525"/>
                </a:moveTo>
                <a:lnTo>
                  <a:pt x="1524000" y="390525"/>
                </a:lnTo>
                <a:lnTo>
                  <a:pt x="1524000" y="400050"/>
                </a:lnTo>
                <a:lnTo>
                  <a:pt x="1514475" y="400050"/>
                </a:lnTo>
                <a:close/>
                <a:moveTo>
                  <a:pt x="628650" y="400050"/>
                </a:moveTo>
                <a:lnTo>
                  <a:pt x="638175" y="400050"/>
                </a:lnTo>
                <a:lnTo>
                  <a:pt x="638175" y="409575"/>
                </a:lnTo>
                <a:lnTo>
                  <a:pt x="628650" y="409575"/>
                </a:lnTo>
                <a:close/>
                <a:moveTo>
                  <a:pt x="1323975" y="400050"/>
                </a:moveTo>
                <a:lnTo>
                  <a:pt x="1333500" y="400050"/>
                </a:lnTo>
                <a:lnTo>
                  <a:pt x="1333500" y="409575"/>
                </a:lnTo>
                <a:lnTo>
                  <a:pt x="1323975" y="409575"/>
                </a:lnTo>
                <a:close/>
                <a:moveTo>
                  <a:pt x="1495425" y="400050"/>
                </a:moveTo>
                <a:lnTo>
                  <a:pt x="1504950" y="400050"/>
                </a:lnTo>
                <a:lnTo>
                  <a:pt x="1504950" y="409575"/>
                </a:lnTo>
                <a:lnTo>
                  <a:pt x="1495425" y="409575"/>
                </a:lnTo>
                <a:close/>
                <a:moveTo>
                  <a:pt x="933450" y="409575"/>
                </a:moveTo>
                <a:lnTo>
                  <a:pt x="942975" y="409575"/>
                </a:lnTo>
                <a:lnTo>
                  <a:pt x="942975" y="438150"/>
                </a:lnTo>
                <a:lnTo>
                  <a:pt x="952500" y="438150"/>
                </a:lnTo>
                <a:lnTo>
                  <a:pt x="952500" y="457200"/>
                </a:lnTo>
                <a:lnTo>
                  <a:pt x="933450" y="457200"/>
                </a:lnTo>
                <a:lnTo>
                  <a:pt x="933450" y="438150"/>
                </a:lnTo>
                <a:lnTo>
                  <a:pt x="923925" y="438150"/>
                </a:lnTo>
                <a:lnTo>
                  <a:pt x="923925" y="419100"/>
                </a:lnTo>
                <a:lnTo>
                  <a:pt x="933450" y="419100"/>
                </a:lnTo>
                <a:close/>
                <a:moveTo>
                  <a:pt x="1181100" y="409575"/>
                </a:moveTo>
                <a:lnTo>
                  <a:pt x="1190625" y="409575"/>
                </a:lnTo>
                <a:lnTo>
                  <a:pt x="1190625" y="419100"/>
                </a:lnTo>
                <a:lnTo>
                  <a:pt x="1181100" y="419100"/>
                </a:lnTo>
                <a:close/>
                <a:moveTo>
                  <a:pt x="1371600" y="409575"/>
                </a:moveTo>
                <a:lnTo>
                  <a:pt x="1466850" y="409575"/>
                </a:lnTo>
                <a:lnTo>
                  <a:pt x="1466850" y="419100"/>
                </a:lnTo>
                <a:lnTo>
                  <a:pt x="1371600" y="419100"/>
                </a:lnTo>
                <a:close/>
                <a:moveTo>
                  <a:pt x="285750" y="419100"/>
                </a:moveTo>
                <a:lnTo>
                  <a:pt x="295275" y="419100"/>
                </a:lnTo>
                <a:lnTo>
                  <a:pt x="295275" y="428625"/>
                </a:lnTo>
                <a:lnTo>
                  <a:pt x="285750" y="428625"/>
                </a:lnTo>
                <a:close/>
                <a:moveTo>
                  <a:pt x="647700" y="419100"/>
                </a:moveTo>
                <a:lnTo>
                  <a:pt x="657225" y="419100"/>
                </a:lnTo>
                <a:lnTo>
                  <a:pt x="657225" y="428625"/>
                </a:lnTo>
                <a:lnTo>
                  <a:pt x="647700" y="428625"/>
                </a:lnTo>
                <a:close/>
                <a:moveTo>
                  <a:pt x="666750" y="419100"/>
                </a:moveTo>
                <a:lnTo>
                  <a:pt x="676275" y="419100"/>
                </a:lnTo>
                <a:lnTo>
                  <a:pt x="676275" y="428625"/>
                </a:lnTo>
                <a:lnTo>
                  <a:pt x="666750" y="428625"/>
                </a:lnTo>
                <a:close/>
                <a:moveTo>
                  <a:pt x="962025" y="419100"/>
                </a:moveTo>
                <a:lnTo>
                  <a:pt x="971550" y="419100"/>
                </a:lnTo>
                <a:lnTo>
                  <a:pt x="971550" y="428625"/>
                </a:lnTo>
                <a:lnTo>
                  <a:pt x="962025" y="428625"/>
                </a:lnTo>
                <a:close/>
                <a:moveTo>
                  <a:pt x="1162050" y="419100"/>
                </a:moveTo>
                <a:lnTo>
                  <a:pt x="1181100" y="419100"/>
                </a:lnTo>
                <a:lnTo>
                  <a:pt x="1181100" y="428625"/>
                </a:lnTo>
                <a:lnTo>
                  <a:pt x="1162050" y="428625"/>
                </a:lnTo>
                <a:close/>
                <a:moveTo>
                  <a:pt x="752475" y="428625"/>
                </a:moveTo>
                <a:lnTo>
                  <a:pt x="762000" y="428625"/>
                </a:lnTo>
                <a:lnTo>
                  <a:pt x="762000" y="438150"/>
                </a:lnTo>
                <a:lnTo>
                  <a:pt x="752475" y="438150"/>
                </a:lnTo>
                <a:close/>
                <a:moveTo>
                  <a:pt x="1152525" y="428625"/>
                </a:moveTo>
                <a:lnTo>
                  <a:pt x="1162050" y="428625"/>
                </a:lnTo>
                <a:lnTo>
                  <a:pt x="1162050" y="438150"/>
                </a:lnTo>
                <a:lnTo>
                  <a:pt x="1152525" y="438150"/>
                </a:lnTo>
                <a:close/>
                <a:moveTo>
                  <a:pt x="762000" y="438150"/>
                </a:moveTo>
                <a:lnTo>
                  <a:pt x="771525" y="438150"/>
                </a:lnTo>
                <a:lnTo>
                  <a:pt x="771525" y="447675"/>
                </a:lnTo>
                <a:lnTo>
                  <a:pt x="762000" y="447675"/>
                </a:lnTo>
                <a:close/>
                <a:moveTo>
                  <a:pt x="1133475" y="438150"/>
                </a:moveTo>
                <a:lnTo>
                  <a:pt x="1152525" y="438150"/>
                </a:lnTo>
                <a:lnTo>
                  <a:pt x="1152525" y="447675"/>
                </a:lnTo>
                <a:lnTo>
                  <a:pt x="1133475" y="447675"/>
                </a:lnTo>
                <a:close/>
                <a:moveTo>
                  <a:pt x="647700" y="447675"/>
                </a:moveTo>
                <a:lnTo>
                  <a:pt x="666750" y="447675"/>
                </a:lnTo>
                <a:lnTo>
                  <a:pt x="666750" y="466725"/>
                </a:lnTo>
                <a:lnTo>
                  <a:pt x="647700" y="466725"/>
                </a:lnTo>
                <a:close/>
                <a:moveTo>
                  <a:pt x="771525" y="447675"/>
                </a:moveTo>
                <a:lnTo>
                  <a:pt x="781050" y="447675"/>
                </a:lnTo>
                <a:lnTo>
                  <a:pt x="781050" y="457200"/>
                </a:lnTo>
                <a:lnTo>
                  <a:pt x="771525" y="457200"/>
                </a:lnTo>
                <a:close/>
                <a:moveTo>
                  <a:pt x="1123950" y="447675"/>
                </a:moveTo>
                <a:lnTo>
                  <a:pt x="1133475" y="447675"/>
                </a:lnTo>
                <a:lnTo>
                  <a:pt x="1133475" y="457200"/>
                </a:lnTo>
                <a:lnTo>
                  <a:pt x="1123950" y="457200"/>
                </a:lnTo>
                <a:close/>
                <a:moveTo>
                  <a:pt x="114300" y="457200"/>
                </a:moveTo>
                <a:lnTo>
                  <a:pt x="123825" y="457200"/>
                </a:lnTo>
                <a:lnTo>
                  <a:pt x="123825" y="466725"/>
                </a:lnTo>
                <a:lnTo>
                  <a:pt x="114300" y="466725"/>
                </a:lnTo>
                <a:close/>
                <a:moveTo>
                  <a:pt x="323850" y="457200"/>
                </a:moveTo>
                <a:lnTo>
                  <a:pt x="333375" y="457200"/>
                </a:lnTo>
                <a:lnTo>
                  <a:pt x="333375" y="466725"/>
                </a:lnTo>
                <a:lnTo>
                  <a:pt x="323850" y="466725"/>
                </a:lnTo>
                <a:close/>
                <a:moveTo>
                  <a:pt x="723900" y="457200"/>
                </a:moveTo>
                <a:lnTo>
                  <a:pt x="733425" y="457200"/>
                </a:lnTo>
                <a:lnTo>
                  <a:pt x="733425" y="466725"/>
                </a:lnTo>
                <a:lnTo>
                  <a:pt x="723900" y="466725"/>
                </a:lnTo>
                <a:close/>
                <a:moveTo>
                  <a:pt x="781050" y="457200"/>
                </a:moveTo>
                <a:lnTo>
                  <a:pt x="790575" y="457200"/>
                </a:lnTo>
                <a:lnTo>
                  <a:pt x="790575" y="466725"/>
                </a:lnTo>
                <a:lnTo>
                  <a:pt x="781050" y="466725"/>
                </a:lnTo>
                <a:close/>
                <a:moveTo>
                  <a:pt x="1104900" y="457200"/>
                </a:moveTo>
                <a:lnTo>
                  <a:pt x="1123950" y="457200"/>
                </a:lnTo>
                <a:lnTo>
                  <a:pt x="1123950" y="466725"/>
                </a:lnTo>
                <a:lnTo>
                  <a:pt x="1104900" y="466725"/>
                </a:lnTo>
                <a:close/>
                <a:moveTo>
                  <a:pt x="647700" y="476250"/>
                </a:moveTo>
                <a:lnTo>
                  <a:pt x="657225" y="476250"/>
                </a:lnTo>
                <a:lnTo>
                  <a:pt x="657225" y="485775"/>
                </a:lnTo>
                <a:lnTo>
                  <a:pt x="647700" y="485775"/>
                </a:lnTo>
                <a:close/>
                <a:moveTo>
                  <a:pt x="809625" y="476250"/>
                </a:moveTo>
                <a:lnTo>
                  <a:pt x="819150" y="476250"/>
                </a:lnTo>
                <a:lnTo>
                  <a:pt x="819150" y="485775"/>
                </a:lnTo>
                <a:lnTo>
                  <a:pt x="809625" y="485775"/>
                </a:lnTo>
                <a:close/>
                <a:moveTo>
                  <a:pt x="1447800" y="476250"/>
                </a:moveTo>
                <a:lnTo>
                  <a:pt x="1457325" y="476250"/>
                </a:lnTo>
                <a:lnTo>
                  <a:pt x="1457325" y="485775"/>
                </a:lnTo>
                <a:lnTo>
                  <a:pt x="1447800" y="485775"/>
                </a:lnTo>
                <a:close/>
                <a:moveTo>
                  <a:pt x="1495425" y="476250"/>
                </a:moveTo>
                <a:lnTo>
                  <a:pt x="1504950" y="476250"/>
                </a:lnTo>
                <a:lnTo>
                  <a:pt x="1504950" y="485775"/>
                </a:lnTo>
                <a:lnTo>
                  <a:pt x="1495425" y="485775"/>
                </a:lnTo>
                <a:close/>
                <a:moveTo>
                  <a:pt x="333375" y="485775"/>
                </a:moveTo>
                <a:lnTo>
                  <a:pt x="342900" y="485775"/>
                </a:lnTo>
                <a:lnTo>
                  <a:pt x="342900" y="514350"/>
                </a:lnTo>
                <a:lnTo>
                  <a:pt x="333375" y="514350"/>
                </a:lnTo>
                <a:close/>
                <a:moveTo>
                  <a:pt x="609600" y="485775"/>
                </a:moveTo>
                <a:lnTo>
                  <a:pt x="619125" y="485775"/>
                </a:lnTo>
                <a:lnTo>
                  <a:pt x="619125" y="581025"/>
                </a:lnTo>
                <a:lnTo>
                  <a:pt x="628650" y="581025"/>
                </a:lnTo>
                <a:lnTo>
                  <a:pt x="628650" y="590550"/>
                </a:lnTo>
                <a:lnTo>
                  <a:pt x="657225" y="590550"/>
                </a:lnTo>
                <a:lnTo>
                  <a:pt x="657225" y="581025"/>
                </a:lnTo>
                <a:lnTo>
                  <a:pt x="666750" y="581025"/>
                </a:lnTo>
                <a:lnTo>
                  <a:pt x="666750" y="590550"/>
                </a:lnTo>
                <a:lnTo>
                  <a:pt x="657225" y="590550"/>
                </a:lnTo>
                <a:lnTo>
                  <a:pt x="657225" y="600075"/>
                </a:lnTo>
                <a:lnTo>
                  <a:pt x="619125" y="600075"/>
                </a:lnTo>
                <a:lnTo>
                  <a:pt x="619125" y="590550"/>
                </a:lnTo>
                <a:lnTo>
                  <a:pt x="609600" y="590550"/>
                </a:lnTo>
                <a:lnTo>
                  <a:pt x="609600" y="581025"/>
                </a:lnTo>
                <a:lnTo>
                  <a:pt x="600075" y="581025"/>
                </a:lnTo>
                <a:lnTo>
                  <a:pt x="600075" y="495300"/>
                </a:lnTo>
                <a:lnTo>
                  <a:pt x="609600" y="495300"/>
                </a:lnTo>
                <a:close/>
                <a:moveTo>
                  <a:pt x="695325" y="485775"/>
                </a:moveTo>
                <a:lnTo>
                  <a:pt x="704850" y="485775"/>
                </a:lnTo>
                <a:lnTo>
                  <a:pt x="704850" y="495300"/>
                </a:lnTo>
                <a:lnTo>
                  <a:pt x="695325" y="495300"/>
                </a:lnTo>
                <a:close/>
                <a:moveTo>
                  <a:pt x="828675" y="485775"/>
                </a:moveTo>
                <a:lnTo>
                  <a:pt x="838200" y="485775"/>
                </a:lnTo>
                <a:lnTo>
                  <a:pt x="838200" y="495300"/>
                </a:lnTo>
                <a:lnTo>
                  <a:pt x="828675" y="495300"/>
                </a:lnTo>
                <a:close/>
                <a:moveTo>
                  <a:pt x="933450" y="485775"/>
                </a:moveTo>
                <a:lnTo>
                  <a:pt x="942975" y="485775"/>
                </a:lnTo>
                <a:lnTo>
                  <a:pt x="942975" y="495300"/>
                </a:lnTo>
                <a:lnTo>
                  <a:pt x="933450" y="495300"/>
                </a:lnTo>
                <a:close/>
                <a:moveTo>
                  <a:pt x="962025" y="485775"/>
                </a:moveTo>
                <a:lnTo>
                  <a:pt x="981075" y="485775"/>
                </a:lnTo>
                <a:lnTo>
                  <a:pt x="981075" y="504825"/>
                </a:lnTo>
                <a:lnTo>
                  <a:pt x="971550" y="504825"/>
                </a:lnTo>
                <a:lnTo>
                  <a:pt x="971550" y="495300"/>
                </a:lnTo>
                <a:lnTo>
                  <a:pt x="962025" y="495300"/>
                </a:lnTo>
                <a:close/>
                <a:moveTo>
                  <a:pt x="1514475" y="485775"/>
                </a:moveTo>
                <a:lnTo>
                  <a:pt x="1524000" y="485775"/>
                </a:lnTo>
                <a:lnTo>
                  <a:pt x="1524000" y="495300"/>
                </a:lnTo>
                <a:lnTo>
                  <a:pt x="1514475" y="495300"/>
                </a:lnTo>
                <a:close/>
                <a:moveTo>
                  <a:pt x="857250" y="495300"/>
                </a:moveTo>
                <a:lnTo>
                  <a:pt x="866775" y="495300"/>
                </a:lnTo>
                <a:lnTo>
                  <a:pt x="866775" y="504825"/>
                </a:lnTo>
                <a:lnTo>
                  <a:pt x="857250" y="504825"/>
                </a:lnTo>
                <a:close/>
                <a:moveTo>
                  <a:pt x="923925" y="495300"/>
                </a:moveTo>
                <a:lnTo>
                  <a:pt x="933450" y="495300"/>
                </a:lnTo>
                <a:lnTo>
                  <a:pt x="933450" y="571500"/>
                </a:lnTo>
                <a:lnTo>
                  <a:pt x="914400" y="571500"/>
                </a:lnTo>
                <a:lnTo>
                  <a:pt x="914400" y="514350"/>
                </a:lnTo>
                <a:lnTo>
                  <a:pt x="904875" y="514350"/>
                </a:lnTo>
                <a:lnTo>
                  <a:pt x="904875" y="504825"/>
                </a:lnTo>
                <a:lnTo>
                  <a:pt x="923925" y="504825"/>
                </a:lnTo>
                <a:close/>
                <a:moveTo>
                  <a:pt x="1524000" y="495300"/>
                </a:moveTo>
                <a:lnTo>
                  <a:pt x="1533525" y="495300"/>
                </a:lnTo>
                <a:lnTo>
                  <a:pt x="1533525" y="504825"/>
                </a:lnTo>
                <a:lnTo>
                  <a:pt x="1524000" y="504825"/>
                </a:lnTo>
                <a:close/>
                <a:moveTo>
                  <a:pt x="1419225" y="504825"/>
                </a:moveTo>
                <a:lnTo>
                  <a:pt x="1428750" y="504825"/>
                </a:lnTo>
                <a:lnTo>
                  <a:pt x="1428750" y="514350"/>
                </a:lnTo>
                <a:lnTo>
                  <a:pt x="1419225" y="514350"/>
                </a:lnTo>
                <a:close/>
                <a:moveTo>
                  <a:pt x="114300" y="514350"/>
                </a:moveTo>
                <a:lnTo>
                  <a:pt x="123825" y="514350"/>
                </a:lnTo>
                <a:lnTo>
                  <a:pt x="123825" y="523875"/>
                </a:lnTo>
                <a:lnTo>
                  <a:pt x="114300" y="523875"/>
                </a:lnTo>
                <a:close/>
                <a:moveTo>
                  <a:pt x="1533525" y="514350"/>
                </a:moveTo>
                <a:lnTo>
                  <a:pt x="1543050" y="514350"/>
                </a:lnTo>
                <a:lnTo>
                  <a:pt x="1543050" y="533400"/>
                </a:lnTo>
                <a:lnTo>
                  <a:pt x="1533525" y="533400"/>
                </a:lnTo>
                <a:close/>
                <a:moveTo>
                  <a:pt x="123825" y="523875"/>
                </a:moveTo>
                <a:lnTo>
                  <a:pt x="133350" y="523875"/>
                </a:lnTo>
                <a:lnTo>
                  <a:pt x="133350" y="533400"/>
                </a:lnTo>
                <a:lnTo>
                  <a:pt x="123825" y="533400"/>
                </a:lnTo>
                <a:close/>
                <a:moveTo>
                  <a:pt x="161925" y="533400"/>
                </a:moveTo>
                <a:lnTo>
                  <a:pt x="180975" y="533400"/>
                </a:lnTo>
                <a:lnTo>
                  <a:pt x="180975" y="542925"/>
                </a:lnTo>
                <a:lnTo>
                  <a:pt x="161925" y="542925"/>
                </a:lnTo>
                <a:close/>
                <a:moveTo>
                  <a:pt x="266700" y="533400"/>
                </a:moveTo>
                <a:lnTo>
                  <a:pt x="285750" y="533400"/>
                </a:lnTo>
                <a:lnTo>
                  <a:pt x="285750" y="542925"/>
                </a:lnTo>
                <a:lnTo>
                  <a:pt x="266700" y="542925"/>
                </a:lnTo>
                <a:close/>
                <a:moveTo>
                  <a:pt x="409575" y="542925"/>
                </a:moveTo>
                <a:lnTo>
                  <a:pt x="419100" y="542925"/>
                </a:lnTo>
                <a:lnTo>
                  <a:pt x="419100" y="552450"/>
                </a:lnTo>
                <a:lnTo>
                  <a:pt x="409575" y="552450"/>
                </a:lnTo>
                <a:close/>
                <a:moveTo>
                  <a:pt x="1352550" y="552450"/>
                </a:moveTo>
                <a:lnTo>
                  <a:pt x="1371600" y="552450"/>
                </a:lnTo>
                <a:lnTo>
                  <a:pt x="1371600" y="561975"/>
                </a:lnTo>
                <a:lnTo>
                  <a:pt x="1352550" y="561975"/>
                </a:lnTo>
                <a:close/>
                <a:moveTo>
                  <a:pt x="1533525" y="552450"/>
                </a:moveTo>
                <a:lnTo>
                  <a:pt x="1543050" y="552450"/>
                </a:lnTo>
                <a:lnTo>
                  <a:pt x="1543050" y="561975"/>
                </a:lnTo>
                <a:lnTo>
                  <a:pt x="1533525" y="561975"/>
                </a:lnTo>
                <a:close/>
                <a:moveTo>
                  <a:pt x="409575" y="561975"/>
                </a:moveTo>
                <a:lnTo>
                  <a:pt x="428625" y="561975"/>
                </a:lnTo>
                <a:lnTo>
                  <a:pt x="428625" y="571500"/>
                </a:lnTo>
                <a:lnTo>
                  <a:pt x="438150" y="571500"/>
                </a:lnTo>
                <a:lnTo>
                  <a:pt x="438150" y="581025"/>
                </a:lnTo>
                <a:lnTo>
                  <a:pt x="447675" y="581025"/>
                </a:lnTo>
                <a:lnTo>
                  <a:pt x="447675" y="590550"/>
                </a:lnTo>
                <a:lnTo>
                  <a:pt x="428625" y="590550"/>
                </a:lnTo>
                <a:lnTo>
                  <a:pt x="428625" y="581025"/>
                </a:lnTo>
                <a:lnTo>
                  <a:pt x="419100" y="581025"/>
                </a:lnTo>
                <a:lnTo>
                  <a:pt x="419100" y="571500"/>
                </a:lnTo>
                <a:lnTo>
                  <a:pt x="409575" y="571500"/>
                </a:lnTo>
                <a:close/>
                <a:moveTo>
                  <a:pt x="1095375" y="561975"/>
                </a:moveTo>
                <a:lnTo>
                  <a:pt x="1104900" y="561975"/>
                </a:lnTo>
                <a:lnTo>
                  <a:pt x="1104900" y="571500"/>
                </a:lnTo>
                <a:lnTo>
                  <a:pt x="1095375" y="571500"/>
                </a:lnTo>
                <a:close/>
                <a:moveTo>
                  <a:pt x="1343025" y="561975"/>
                </a:moveTo>
                <a:lnTo>
                  <a:pt x="1352550" y="561975"/>
                </a:lnTo>
                <a:lnTo>
                  <a:pt x="1352550" y="571500"/>
                </a:lnTo>
                <a:lnTo>
                  <a:pt x="1343025" y="571500"/>
                </a:lnTo>
                <a:close/>
                <a:moveTo>
                  <a:pt x="1371600" y="561975"/>
                </a:moveTo>
                <a:lnTo>
                  <a:pt x="1381125" y="561975"/>
                </a:lnTo>
                <a:lnTo>
                  <a:pt x="1381125" y="571500"/>
                </a:lnTo>
                <a:lnTo>
                  <a:pt x="1371600" y="571500"/>
                </a:lnTo>
                <a:close/>
                <a:moveTo>
                  <a:pt x="1085850" y="571500"/>
                </a:moveTo>
                <a:lnTo>
                  <a:pt x="1095375" y="571500"/>
                </a:lnTo>
                <a:lnTo>
                  <a:pt x="1095375" y="647700"/>
                </a:lnTo>
                <a:lnTo>
                  <a:pt x="1076325" y="647700"/>
                </a:lnTo>
                <a:lnTo>
                  <a:pt x="1076325" y="581025"/>
                </a:lnTo>
                <a:lnTo>
                  <a:pt x="1085850" y="581025"/>
                </a:lnTo>
                <a:close/>
                <a:moveTo>
                  <a:pt x="1352550" y="571500"/>
                </a:moveTo>
                <a:lnTo>
                  <a:pt x="1371600" y="571500"/>
                </a:lnTo>
                <a:lnTo>
                  <a:pt x="1371600" y="581025"/>
                </a:lnTo>
                <a:lnTo>
                  <a:pt x="1362075" y="581025"/>
                </a:lnTo>
                <a:lnTo>
                  <a:pt x="1362075" y="590550"/>
                </a:lnTo>
                <a:lnTo>
                  <a:pt x="1352550" y="590550"/>
                </a:lnTo>
                <a:lnTo>
                  <a:pt x="1352550" y="600075"/>
                </a:lnTo>
                <a:lnTo>
                  <a:pt x="1343025" y="600075"/>
                </a:lnTo>
                <a:lnTo>
                  <a:pt x="1343025" y="657225"/>
                </a:lnTo>
                <a:lnTo>
                  <a:pt x="1323975" y="657225"/>
                </a:lnTo>
                <a:lnTo>
                  <a:pt x="1323975" y="600075"/>
                </a:lnTo>
                <a:lnTo>
                  <a:pt x="1333500" y="600075"/>
                </a:lnTo>
                <a:lnTo>
                  <a:pt x="1333500" y="590550"/>
                </a:lnTo>
                <a:lnTo>
                  <a:pt x="1343025" y="590550"/>
                </a:lnTo>
                <a:lnTo>
                  <a:pt x="1343025" y="581025"/>
                </a:lnTo>
                <a:lnTo>
                  <a:pt x="1352550" y="581025"/>
                </a:lnTo>
                <a:close/>
                <a:moveTo>
                  <a:pt x="1524000" y="571500"/>
                </a:moveTo>
                <a:lnTo>
                  <a:pt x="1533525" y="571500"/>
                </a:lnTo>
                <a:lnTo>
                  <a:pt x="1533525" y="581025"/>
                </a:lnTo>
                <a:lnTo>
                  <a:pt x="1524000" y="581025"/>
                </a:lnTo>
                <a:close/>
                <a:moveTo>
                  <a:pt x="676275" y="581025"/>
                </a:moveTo>
                <a:lnTo>
                  <a:pt x="685800" y="581025"/>
                </a:lnTo>
                <a:lnTo>
                  <a:pt x="685800" y="590550"/>
                </a:lnTo>
                <a:lnTo>
                  <a:pt x="676275" y="590550"/>
                </a:lnTo>
                <a:close/>
                <a:moveTo>
                  <a:pt x="933450" y="581025"/>
                </a:moveTo>
                <a:lnTo>
                  <a:pt x="942975" y="581025"/>
                </a:lnTo>
                <a:lnTo>
                  <a:pt x="942975" y="590550"/>
                </a:lnTo>
                <a:lnTo>
                  <a:pt x="933450" y="590550"/>
                </a:lnTo>
                <a:close/>
                <a:moveTo>
                  <a:pt x="971550" y="581025"/>
                </a:moveTo>
                <a:lnTo>
                  <a:pt x="981075" y="581025"/>
                </a:lnTo>
                <a:lnTo>
                  <a:pt x="981075" y="600075"/>
                </a:lnTo>
                <a:lnTo>
                  <a:pt x="971550" y="600075"/>
                </a:lnTo>
                <a:lnTo>
                  <a:pt x="971550" y="685800"/>
                </a:lnTo>
                <a:lnTo>
                  <a:pt x="962025" y="685800"/>
                </a:lnTo>
                <a:lnTo>
                  <a:pt x="962025" y="638175"/>
                </a:lnTo>
                <a:lnTo>
                  <a:pt x="942975" y="638175"/>
                </a:lnTo>
                <a:lnTo>
                  <a:pt x="942975" y="628650"/>
                </a:lnTo>
                <a:lnTo>
                  <a:pt x="952500" y="628650"/>
                </a:lnTo>
                <a:lnTo>
                  <a:pt x="952500" y="619125"/>
                </a:lnTo>
                <a:lnTo>
                  <a:pt x="942975" y="619125"/>
                </a:lnTo>
                <a:lnTo>
                  <a:pt x="942975" y="590550"/>
                </a:lnTo>
                <a:lnTo>
                  <a:pt x="971550" y="590550"/>
                </a:lnTo>
                <a:close/>
                <a:moveTo>
                  <a:pt x="1514475" y="581025"/>
                </a:moveTo>
                <a:lnTo>
                  <a:pt x="1524000" y="581025"/>
                </a:lnTo>
                <a:lnTo>
                  <a:pt x="1524000" y="590550"/>
                </a:lnTo>
                <a:lnTo>
                  <a:pt x="1514475" y="590550"/>
                </a:lnTo>
                <a:close/>
                <a:moveTo>
                  <a:pt x="1504950" y="590550"/>
                </a:moveTo>
                <a:lnTo>
                  <a:pt x="1514475" y="590550"/>
                </a:lnTo>
                <a:lnTo>
                  <a:pt x="1514475" y="600075"/>
                </a:lnTo>
                <a:lnTo>
                  <a:pt x="1504950" y="600075"/>
                </a:lnTo>
                <a:close/>
                <a:moveTo>
                  <a:pt x="123825" y="600075"/>
                </a:moveTo>
                <a:lnTo>
                  <a:pt x="152400" y="600075"/>
                </a:lnTo>
                <a:lnTo>
                  <a:pt x="152400" y="609600"/>
                </a:lnTo>
                <a:lnTo>
                  <a:pt x="123825" y="609600"/>
                </a:lnTo>
                <a:close/>
                <a:moveTo>
                  <a:pt x="904875" y="600075"/>
                </a:moveTo>
                <a:lnTo>
                  <a:pt x="914400" y="600075"/>
                </a:lnTo>
                <a:lnTo>
                  <a:pt x="914400" y="609600"/>
                </a:lnTo>
                <a:lnTo>
                  <a:pt x="904875" y="609600"/>
                </a:lnTo>
                <a:close/>
                <a:moveTo>
                  <a:pt x="104775" y="609600"/>
                </a:moveTo>
                <a:lnTo>
                  <a:pt x="114300" y="609600"/>
                </a:lnTo>
                <a:lnTo>
                  <a:pt x="114300" y="619125"/>
                </a:lnTo>
                <a:lnTo>
                  <a:pt x="104775" y="619125"/>
                </a:lnTo>
                <a:close/>
                <a:moveTo>
                  <a:pt x="171450" y="609600"/>
                </a:moveTo>
                <a:lnTo>
                  <a:pt x="180975" y="609600"/>
                </a:lnTo>
                <a:lnTo>
                  <a:pt x="180975" y="619125"/>
                </a:lnTo>
                <a:lnTo>
                  <a:pt x="171450" y="619125"/>
                </a:lnTo>
                <a:close/>
                <a:moveTo>
                  <a:pt x="466725" y="609600"/>
                </a:moveTo>
                <a:lnTo>
                  <a:pt x="485775" y="609600"/>
                </a:lnTo>
                <a:lnTo>
                  <a:pt x="485775" y="619125"/>
                </a:lnTo>
                <a:lnTo>
                  <a:pt x="495300" y="619125"/>
                </a:lnTo>
                <a:lnTo>
                  <a:pt x="495300" y="628650"/>
                </a:lnTo>
                <a:lnTo>
                  <a:pt x="476250" y="628650"/>
                </a:lnTo>
                <a:lnTo>
                  <a:pt x="476250" y="619125"/>
                </a:lnTo>
                <a:lnTo>
                  <a:pt x="466725" y="619125"/>
                </a:lnTo>
                <a:close/>
                <a:moveTo>
                  <a:pt x="685800" y="609600"/>
                </a:moveTo>
                <a:lnTo>
                  <a:pt x="695325" y="609600"/>
                </a:lnTo>
                <a:lnTo>
                  <a:pt x="695325" y="619125"/>
                </a:lnTo>
                <a:lnTo>
                  <a:pt x="685800" y="619125"/>
                </a:lnTo>
                <a:close/>
                <a:moveTo>
                  <a:pt x="95250" y="619125"/>
                </a:moveTo>
                <a:lnTo>
                  <a:pt x="104775" y="619125"/>
                </a:lnTo>
                <a:lnTo>
                  <a:pt x="104775" y="628650"/>
                </a:lnTo>
                <a:lnTo>
                  <a:pt x="95250" y="628650"/>
                </a:lnTo>
                <a:close/>
                <a:moveTo>
                  <a:pt x="180975" y="619125"/>
                </a:moveTo>
                <a:lnTo>
                  <a:pt x="190500" y="619125"/>
                </a:lnTo>
                <a:lnTo>
                  <a:pt x="190500" y="628650"/>
                </a:lnTo>
                <a:lnTo>
                  <a:pt x="180975" y="628650"/>
                </a:lnTo>
                <a:close/>
                <a:moveTo>
                  <a:pt x="895350" y="619125"/>
                </a:moveTo>
                <a:lnTo>
                  <a:pt x="904875" y="619125"/>
                </a:lnTo>
                <a:lnTo>
                  <a:pt x="904875" y="628650"/>
                </a:lnTo>
                <a:lnTo>
                  <a:pt x="895350" y="628650"/>
                </a:lnTo>
                <a:close/>
                <a:moveTo>
                  <a:pt x="1428750" y="619125"/>
                </a:moveTo>
                <a:lnTo>
                  <a:pt x="1438275" y="619125"/>
                </a:lnTo>
                <a:lnTo>
                  <a:pt x="1438275" y="628650"/>
                </a:lnTo>
                <a:lnTo>
                  <a:pt x="1428750" y="628650"/>
                </a:lnTo>
                <a:close/>
                <a:moveTo>
                  <a:pt x="1466850" y="619125"/>
                </a:moveTo>
                <a:lnTo>
                  <a:pt x="1495425" y="619125"/>
                </a:lnTo>
                <a:lnTo>
                  <a:pt x="1495425" y="628650"/>
                </a:lnTo>
                <a:lnTo>
                  <a:pt x="1466850" y="628650"/>
                </a:lnTo>
                <a:close/>
                <a:moveTo>
                  <a:pt x="1514475" y="619125"/>
                </a:moveTo>
                <a:lnTo>
                  <a:pt x="1533525" y="619125"/>
                </a:lnTo>
                <a:lnTo>
                  <a:pt x="1533525" y="628650"/>
                </a:lnTo>
                <a:lnTo>
                  <a:pt x="1514475" y="628650"/>
                </a:lnTo>
                <a:close/>
                <a:moveTo>
                  <a:pt x="85725" y="628650"/>
                </a:moveTo>
                <a:lnTo>
                  <a:pt x="95250" y="628650"/>
                </a:lnTo>
                <a:lnTo>
                  <a:pt x="95250" y="638175"/>
                </a:lnTo>
                <a:lnTo>
                  <a:pt x="85725" y="638175"/>
                </a:lnTo>
                <a:close/>
                <a:moveTo>
                  <a:pt x="190500" y="628650"/>
                </a:moveTo>
                <a:lnTo>
                  <a:pt x="200025" y="628650"/>
                </a:lnTo>
                <a:lnTo>
                  <a:pt x="200025" y="638175"/>
                </a:lnTo>
                <a:lnTo>
                  <a:pt x="190500" y="638175"/>
                </a:lnTo>
                <a:close/>
                <a:moveTo>
                  <a:pt x="695325" y="628650"/>
                </a:moveTo>
                <a:lnTo>
                  <a:pt x="704850" y="628650"/>
                </a:lnTo>
                <a:lnTo>
                  <a:pt x="704850" y="638175"/>
                </a:lnTo>
                <a:lnTo>
                  <a:pt x="695325" y="638175"/>
                </a:lnTo>
                <a:close/>
                <a:moveTo>
                  <a:pt x="885825" y="628650"/>
                </a:moveTo>
                <a:lnTo>
                  <a:pt x="895350" y="628650"/>
                </a:lnTo>
                <a:lnTo>
                  <a:pt x="895350" y="638175"/>
                </a:lnTo>
                <a:lnTo>
                  <a:pt x="885825" y="638175"/>
                </a:lnTo>
                <a:close/>
                <a:moveTo>
                  <a:pt x="1400175" y="628650"/>
                </a:moveTo>
                <a:lnTo>
                  <a:pt x="1409700" y="628650"/>
                </a:lnTo>
                <a:lnTo>
                  <a:pt x="1409700" y="638175"/>
                </a:lnTo>
                <a:lnTo>
                  <a:pt x="1400175" y="638175"/>
                </a:lnTo>
                <a:close/>
                <a:moveTo>
                  <a:pt x="1543050" y="628650"/>
                </a:moveTo>
                <a:lnTo>
                  <a:pt x="1552575" y="628650"/>
                </a:lnTo>
                <a:lnTo>
                  <a:pt x="1552575" y="638175"/>
                </a:lnTo>
                <a:lnTo>
                  <a:pt x="1543050" y="638175"/>
                </a:lnTo>
                <a:close/>
                <a:moveTo>
                  <a:pt x="495300" y="638175"/>
                </a:moveTo>
                <a:lnTo>
                  <a:pt x="504825" y="638175"/>
                </a:lnTo>
                <a:lnTo>
                  <a:pt x="504825" y="647700"/>
                </a:lnTo>
                <a:lnTo>
                  <a:pt x="495300" y="647700"/>
                </a:lnTo>
                <a:close/>
                <a:moveTo>
                  <a:pt x="790575" y="638175"/>
                </a:moveTo>
                <a:lnTo>
                  <a:pt x="800100" y="638175"/>
                </a:lnTo>
                <a:lnTo>
                  <a:pt x="800100" y="647700"/>
                </a:lnTo>
                <a:lnTo>
                  <a:pt x="790575" y="647700"/>
                </a:lnTo>
                <a:close/>
                <a:moveTo>
                  <a:pt x="895350" y="638175"/>
                </a:moveTo>
                <a:lnTo>
                  <a:pt x="933450" y="638175"/>
                </a:lnTo>
                <a:lnTo>
                  <a:pt x="933450" y="647700"/>
                </a:lnTo>
                <a:lnTo>
                  <a:pt x="923925" y="647700"/>
                </a:lnTo>
                <a:lnTo>
                  <a:pt x="923925" y="657225"/>
                </a:lnTo>
                <a:lnTo>
                  <a:pt x="904875" y="657225"/>
                </a:lnTo>
                <a:lnTo>
                  <a:pt x="904875" y="647700"/>
                </a:lnTo>
                <a:lnTo>
                  <a:pt x="895350" y="647700"/>
                </a:lnTo>
                <a:close/>
                <a:moveTo>
                  <a:pt x="200025" y="647700"/>
                </a:moveTo>
                <a:lnTo>
                  <a:pt x="209550" y="647700"/>
                </a:lnTo>
                <a:lnTo>
                  <a:pt x="209550" y="685800"/>
                </a:lnTo>
                <a:lnTo>
                  <a:pt x="200025" y="685800"/>
                </a:lnTo>
                <a:close/>
                <a:moveTo>
                  <a:pt x="781050" y="647700"/>
                </a:moveTo>
                <a:lnTo>
                  <a:pt x="790575" y="647700"/>
                </a:lnTo>
                <a:lnTo>
                  <a:pt x="790575" y="666750"/>
                </a:lnTo>
                <a:lnTo>
                  <a:pt x="781050" y="666750"/>
                </a:lnTo>
                <a:close/>
                <a:moveTo>
                  <a:pt x="847725" y="647700"/>
                </a:moveTo>
                <a:lnTo>
                  <a:pt x="885825" y="647700"/>
                </a:lnTo>
                <a:lnTo>
                  <a:pt x="885825" y="666750"/>
                </a:lnTo>
                <a:lnTo>
                  <a:pt x="866775" y="666750"/>
                </a:lnTo>
                <a:lnTo>
                  <a:pt x="866775" y="676275"/>
                </a:lnTo>
                <a:lnTo>
                  <a:pt x="857250" y="676275"/>
                </a:lnTo>
                <a:lnTo>
                  <a:pt x="857250" y="666750"/>
                </a:lnTo>
                <a:lnTo>
                  <a:pt x="847725" y="666750"/>
                </a:lnTo>
                <a:close/>
                <a:moveTo>
                  <a:pt x="76200" y="657225"/>
                </a:moveTo>
                <a:lnTo>
                  <a:pt x="85725" y="657225"/>
                </a:lnTo>
                <a:lnTo>
                  <a:pt x="85725" y="685800"/>
                </a:lnTo>
                <a:lnTo>
                  <a:pt x="76200" y="685800"/>
                </a:lnTo>
                <a:close/>
                <a:moveTo>
                  <a:pt x="1371600" y="657225"/>
                </a:moveTo>
                <a:lnTo>
                  <a:pt x="1381125" y="657225"/>
                </a:lnTo>
                <a:lnTo>
                  <a:pt x="1381125" y="666750"/>
                </a:lnTo>
                <a:lnTo>
                  <a:pt x="1371600" y="666750"/>
                </a:lnTo>
                <a:close/>
                <a:moveTo>
                  <a:pt x="790575" y="666750"/>
                </a:moveTo>
                <a:lnTo>
                  <a:pt x="800100" y="666750"/>
                </a:lnTo>
                <a:lnTo>
                  <a:pt x="800100" y="676275"/>
                </a:lnTo>
                <a:lnTo>
                  <a:pt x="790575" y="676275"/>
                </a:lnTo>
                <a:close/>
                <a:moveTo>
                  <a:pt x="1581150" y="666750"/>
                </a:moveTo>
                <a:lnTo>
                  <a:pt x="1590675" y="666750"/>
                </a:lnTo>
                <a:lnTo>
                  <a:pt x="1590675" y="676275"/>
                </a:lnTo>
                <a:lnTo>
                  <a:pt x="1581150" y="676275"/>
                </a:lnTo>
                <a:close/>
                <a:moveTo>
                  <a:pt x="742950" y="685800"/>
                </a:moveTo>
                <a:lnTo>
                  <a:pt x="752475" y="685800"/>
                </a:lnTo>
                <a:lnTo>
                  <a:pt x="752475" y="704850"/>
                </a:lnTo>
                <a:lnTo>
                  <a:pt x="742950" y="704850"/>
                </a:lnTo>
                <a:close/>
                <a:moveTo>
                  <a:pt x="847725" y="685800"/>
                </a:moveTo>
                <a:lnTo>
                  <a:pt x="857250" y="685800"/>
                </a:lnTo>
                <a:lnTo>
                  <a:pt x="857250" y="704850"/>
                </a:lnTo>
                <a:lnTo>
                  <a:pt x="847725" y="704850"/>
                </a:lnTo>
                <a:close/>
                <a:moveTo>
                  <a:pt x="1362075" y="685800"/>
                </a:moveTo>
                <a:lnTo>
                  <a:pt x="1371600" y="685800"/>
                </a:lnTo>
                <a:lnTo>
                  <a:pt x="1371600" y="723900"/>
                </a:lnTo>
                <a:lnTo>
                  <a:pt x="1362075" y="723900"/>
                </a:lnTo>
                <a:close/>
                <a:moveTo>
                  <a:pt x="781050" y="695325"/>
                </a:moveTo>
                <a:lnTo>
                  <a:pt x="838200" y="695325"/>
                </a:lnTo>
                <a:lnTo>
                  <a:pt x="838200" y="704850"/>
                </a:lnTo>
                <a:lnTo>
                  <a:pt x="828675" y="704850"/>
                </a:lnTo>
                <a:lnTo>
                  <a:pt x="828675" y="714375"/>
                </a:lnTo>
                <a:lnTo>
                  <a:pt x="781050" y="714375"/>
                </a:lnTo>
                <a:close/>
                <a:moveTo>
                  <a:pt x="619125" y="704850"/>
                </a:moveTo>
                <a:lnTo>
                  <a:pt x="628650" y="704850"/>
                </a:lnTo>
                <a:lnTo>
                  <a:pt x="628650" y="723900"/>
                </a:lnTo>
                <a:lnTo>
                  <a:pt x="619125" y="723900"/>
                </a:lnTo>
                <a:close/>
                <a:moveTo>
                  <a:pt x="733425" y="704850"/>
                </a:moveTo>
                <a:lnTo>
                  <a:pt x="742950" y="704850"/>
                </a:lnTo>
                <a:lnTo>
                  <a:pt x="742950" y="733425"/>
                </a:lnTo>
                <a:lnTo>
                  <a:pt x="752475" y="733425"/>
                </a:lnTo>
                <a:lnTo>
                  <a:pt x="752475" y="742950"/>
                </a:lnTo>
                <a:lnTo>
                  <a:pt x="762000" y="742950"/>
                </a:lnTo>
                <a:lnTo>
                  <a:pt x="762000" y="771525"/>
                </a:lnTo>
                <a:lnTo>
                  <a:pt x="752475" y="771525"/>
                </a:lnTo>
                <a:lnTo>
                  <a:pt x="752475" y="762000"/>
                </a:lnTo>
                <a:lnTo>
                  <a:pt x="742950" y="762000"/>
                </a:lnTo>
                <a:lnTo>
                  <a:pt x="742950" y="742950"/>
                </a:lnTo>
                <a:lnTo>
                  <a:pt x="733425" y="742950"/>
                </a:lnTo>
                <a:lnTo>
                  <a:pt x="733425" y="733425"/>
                </a:lnTo>
                <a:lnTo>
                  <a:pt x="714375" y="733425"/>
                </a:lnTo>
                <a:lnTo>
                  <a:pt x="714375" y="723900"/>
                </a:lnTo>
                <a:lnTo>
                  <a:pt x="733425" y="723900"/>
                </a:lnTo>
                <a:close/>
                <a:moveTo>
                  <a:pt x="857250" y="704850"/>
                </a:moveTo>
                <a:lnTo>
                  <a:pt x="866775" y="704850"/>
                </a:lnTo>
                <a:lnTo>
                  <a:pt x="866775" y="714375"/>
                </a:lnTo>
                <a:lnTo>
                  <a:pt x="857250" y="714375"/>
                </a:lnTo>
                <a:close/>
                <a:moveTo>
                  <a:pt x="123825" y="723900"/>
                </a:moveTo>
                <a:lnTo>
                  <a:pt x="133350" y="723900"/>
                </a:lnTo>
                <a:lnTo>
                  <a:pt x="133350" y="733425"/>
                </a:lnTo>
                <a:lnTo>
                  <a:pt x="123825" y="733425"/>
                </a:lnTo>
                <a:close/>
                <a:moveTo>
                  <a:pt x="161925" y="723900"/>
                </a:moveTo>
                <a:lnTo>
                  <a:pt x="171450" y="723900"/>
                </a:lnTo>
                <a:lnTo>
                  <a:pt x="171450" y="733425"/>
                </a:lnTo>
                <a:lnTo>
                  <a:pt x="161925" y="733425"/>
                </a:lnTo>
                <a:close/>
                <a:moveTo>
                  <a:pt x="857250" y="723900"/>
                </a:moveTo>
                <a:lnTo>
                  <a:pt x="885825" y="723900"/>
                </a:lnTo>
                <a:lnTo>
                  <a:pt x="885825" y="733425"/>
                </a:lnTo>
                <a:lnTo>
                  <a:pt x="857250" y="733425"/>
                </a:lnTo>
                <a:close/>
                <a:moveTo>
                  <a:pt x="971550" y="723900"/>
                </a:moveTo>
                <a:lnTo>
                  <a:pt x="981075" y="723900"/>
                </a:lnTo>
                <a:lnTo>
                  <a:pt x="981075" y="733425"/>
                </a:lnTo>
                <a:lnTo>
                  <a:pt x="971550" y="733425"/>
                </a:lnTo>
                <a:close/>
                <a:moveTo>
                  <a:pt x="847725" y="733425"/>
                </a:moveTo>
                <a:lnTo>
                  <a:pt x="857250" y="733425"/>
                </a:lnTo>
                <a:lnTo>
                  <a:pt x="857250" y="762000"/>
                </a:lnTo>
                <a:lnTo>
                  <a:pt x="847725" y="762000"/>
                </a:lnTo>
                <a:lnTo>
                  <a:pt x="847725" y="771525"/>
                </a:lnTo>
                <a:lnTo>
                  <a:pt x="838200" y="771525"/>
                </a:lnTo>
                <a:lnTo>
                  <a:pt x="838200" y="781050"/>
                </a:lnTo>
                <a:lnTo>
                  <a:pt x="819150" y="781050"/>
                </a:lnTo>
                <a:lnTo>
                  <a:pt x="819150" y="771525"/>
                </a:lnTo>
                <a:lnTo>
                  <a:pt x="828675" y="771525"/>
                </a:lnTo>
                <a:lnTo>
                  <a:pt x="828675" y="762000"/>
                </a:lnTo>
                <a:lnTo>
                  <a:pt x="838200" y="762000"/>
                </a:lnTo>
                <a:lnTo>
                  <a:pt x="838200" y="742950"/>
                </a:lnTo>
                <a:lnTo>
                  <a:pt x="847725" y="742950"/>
                </a:lnTo>
                <a:close/>
                <a:moveTo>
                  <a:pt x="885825" y="733425"/>
                </a:moveTo>
                <a:lnTo>
                  <a:pt x="895350" y="733425"/>
                </a:lnTo>
                <a:lnTo>
                  <a:pt x="895350" y="742950"/>
                </a:lnTo>
                <a:lnTo>
                  <a:pt x="885825" y="742950"/>
                </a:lnTo>
                <a:close/>
                <a:moveTo>
                  <a:pt x="1266825" y="733425"/>
                </a:moveTo>
                <a:lnTo>
                  <a:pt x="1285875" y="733425"/>
                </a:lnTo>
                <a:lnTo>
                  <a:pt x="1285875" y="742950"/>
                </a:lnTo>
                <a:lnTo>
                  <a:pt x="1295400" y="742950"/>
                </a:lnTo>
                <a:lnTo>
                  <a:pt x="1295400" y="752475"/>
                </a:lnTo>
                <a:lnTo>
                  <a:pt x="1304925" y="752475"/>
                </a:lnTo>
                <a:lnTo>
                  <a:pt x="1304925" y="771525"/>
                </a:lnTo>
                <a:lnTo>
                  <a:pt x="1295400" y="771525"/>
                </a:lnTo>
                <a:lnTo>
                  <a:pt x="1295400" y="781050"/>
                </a:lnTo>
                <a:lnTo>
                  <a:pt x="1285875" y="781050"/>
                </a:lnTo>
                <a:lnTo>
                  <a:pt x="1285875" y="790575"/>
                </a:lnTo>
                <a:lnTo>
                  <a:pt x="1276350" y="790575"/>
                </a:lnTo>
                <a:lnTo>
                  <a:pt x="1276350" y="800100"/>
                </a:lnTo>
                <a:lnTo>
                  <a:pt x="1266825" y="800100"/>
                </a:lnTo>
                <a:lnTo>
                  <a:pt x="1266825" y="809625"/>
                </a:lnTo>
                <a:lnTo>
                  <a:pt x="1247775" y="809625"/>
                </a:lnTo>
                <a:lnTo>
                  <a:pt x="1247775" y="790575"/>
                </a:lnTo>
                <a:lnTo>
                  <a:pt x="1257300" y="790575"/>
                </a:lnTo>
                <a:lnTo>
                  <a:pt x="1257300" y="781050"/>
                </a:lnTo>
                <a:lnTo>
                  <a:pt x="1247775" y="781050"/>
                </a:lnTo>
                <a:lnTo>
                  <a:pt x="1247775" y="771525"/>
                </a:lnTo>
                <a:lnTo>
                  <a:pt x="1257300" y="771525"/>
                </a:lnTo>
                <a:lnTo>
                  <a:pt x="1257300" y="762000"/>
                </a:lnTo>
                <a:lnTo>
                  <a:pt x="1266825" y="762000"/>
                </a:lnTo>
                <a:lnTo>
                  <a:pt x="1266825" y="752475"/>
                </a:lnTo>
                <a:lnTo>
                  <a:pt x="1276350" y="752475"/>
                </a:lnTo>
                <a:lnTo>
                  <a:pt x="1276350" y="742950"/>
                </a:lnTo>
                <a:lnTo>
                  <a:pt x="1266825" y="742950"/>
                </a:lnTo>
                <a:close/>
                <a:moveTo>
                  <a:pt x="1390650" y="733425"/>
                </a:moveTo>
                <a:lnTo>
                  <a:pt x="1400175" y="733425"/>
                </a:lnTo>
                <a:lnTo>
                  <a:pt x="1400175" y="742950"/>
                </a:lnTo>
                <a:lnTo>
                  <a:pt x="1390650" y="742950"/>
                </a:lnTo>
                <a:close/>
                <a:moveTo>
                  <a:pt x="1552575" y="733425"/>
                </a:moveTo>
                <a:lnTo>
                  <a:pt x="1562100" y="733425"/>
                </a:lnTo>
                <a:lnTo>
                  <a:pt x="1562100" y="742950"/>
                </a:lnTo>
                <a:lnTo>
                  <a:pt x="1552575" y="742950"/>
                </a:lnTo>
                <a:close/>
                <a:moveTo>
                  <a:pt x="323850" y="742950"/>
                </a:moveTo>
                <a:lnTo>
                  <a:pt x="342900" y="742950"/>
                </a:lnTo>
                <a:lnTo>
                  <a:pt x="342900" y="752475"/>
                </a:lnTo>
                <a:lnTo>
                  <a:pt x="323850" y="752475"/>
                </a:lnTo>
                <a:close/>
                <a:moveTo>
                  <a:pt x="695325" y="742950"/>
                </a:moveTo>
                <a:lnTo>
                  <a:pt x="704850" y="742950"/>
                </a:lnTo>
                <a:lnTo>
                  <a:pt x="704850" y="762000"/>
                </a:lnTo>
                <a:lnTo>
                  <a:pt x="666750" y="762000"/>
                </a:lnTo>
                <a:lnTo>
                  <a:pt x="666750" y="752475"/>
                </a:lnTo>
                <a:lnTo>
                  <a:pt x="695325" y="752475"/>
                </a:lnTo>
                <a:close/>
                <a:moveTo>
                  <a:pt x="1447800" y="742950"/>
                </a:moveTo>
                <a:lnTo>
                  <a:pt x="1514475" y="742950"/>
                </a:lnTo>
                <a:lnTo>
                  <a:pt x="1514475" y="752475"/>
                </a:lnTo>
                <a:lnTo>
                  <a:pt x="1447800" y="752475"/>
                </a:lnTo>
                <a:close/>
                <a:moveTo>
                  <a:pt x="76200" y="752475"/>
                </a:moveTo>
                <a:lnTo>
                  <a:pt x="85725" y="752475"/>
                </a:lnTo>
                <a:lnTo>
                  <a:pt x="85725" y="762000"/>
                </a:lnTo>
                <a:lnTo>
                  <a:pt x="76200" y="762000"/>
                </a:lnTo>
                <a:close/>
                <a:moveTo>
                  <a:pt x="200025" y="752475"/>
                </a:moveTo>
                <a:lnTo>
                  <a:pt x="209550" y="752475"/>
                </a:lnTo>
                <a:lnTo>
                  <a:pt x="209550" y="762000"/>
                </a:lnTo>
                <a:lnTo>
                  <a:pt x="200025" y="762000"/>
                </a:lnTo>
                <a:close/>
                <a:moveTo>
                  <a:pt x="314325" y="752475"/>
                </a:moveTo>
                <a:lnTo>
                  <a:pt x="323850" y="752475"/>
                </a:lnTo>
                <a:lnTo>
                  <a:pt x="323850" y="781050"/>
                </a:lnTo>
                <a:lnTo>
                  <a:pt x="314325" y="781050"/>
                </a:lnTo>
                <a:close/>
                <a:moveTo>
                  <a:pt x="342900" y="752475"/>
                </a:moveTo>
                <a:lnTo>
                  <a:pt x="352425" y="752475"/>
                </a:lnTo>
                <a:lnTo>
                  <a:pt x="352425" y="781050"/>
                </a:lnTo>
                <a:lnTo>
                  <a:pt x="342900" y="781050"/>
                </a:lnTo>
                <a:close/>
                <a:moveTo>
                  <a:pt x="609600" y="752475"/>
                </a:moveTo>
                <a:lnTo>
                  <a:pt x="619125" y="752475"/>
                </a:lnTo>
                <a:lnTo>
                  <a:pt x="619125" y="762000"/>
                </a:lnTo>
                <a:lnTo>
                  <a:pt x="609600" y="762000"/>
                </a:lnTo>
                <a:close/>
                <a:moveTo>
                  <a:pt x="895350" y="752475"/>
                </a:moveTo>
                <a:lnTo>
                  <a:pt x="904875" y="752475"/>
                </a:lnTo>
                <a:lnTo>
                  <a:pt x="904875" y="771525"/>
                </a:lnTo>
                <a:lnTo>
                  <a:pt x="895350" y="771525"/>
                </a:lnTo>
                <a:close/>
                <a:moveTo>
                  <a:pt x="57150" y="762000"/>
                </a:moveTo>
                <a:lnTo>
                  <a:pt x="66675" y="762000"/>
                </a:lnTo>
                <a:lnTo>
                  <a:pt x="66675" y="771525"/>
                </a:lnTo>
                <a:lnTo>
                  <a:pt x="57150" y="771525"/>
                </a:lnTo>
                <a:close/>
                <a:moveTo>
                  <a:pt x="219075" y="762000"/>
                </a:moveTo>
                <a:lnTo>
                  <a:pt x="228600" y="762000"/>
                </a:lnTo>
                <a:lnTo>
                  <a:pt x="228600" y="771525"/>
                </a:lnTo>
                <a:lnTo>
                  <a:pt x="219075" y="771525"/>
                </a:lnTo>
                <a:close/>
                <a:moveTo>
                  <a:pt x="600075" y="762000"/>
                </a:moveTo>
                <a:lnTo>
                  <a:pt x="609600" y="762000"/>
                </a:lnTo>
                <a:lnTo>
                  <a:pt x="609600" y="771525"/>
                </a:lnTo>
                <a:lnTo>
                  <a:pt x="628650" y="771525"/>
                </a:lnTo>
                <a:lnTo>
                  <a:pt x="628650" y="781050"/>
                </a:lnTo>
                <a:lnTo>
                  <a:pt x="609600" y="781050"/>
                </a:lnTo>
                <a:lnTo>
                  <a:pt x="609600" y="790575"/>
                </a:lnTo>
                <a:lnTo>
                  <a:pt x="581025" y="790575"/>
                </a:lnTo>
                <a:lnTo>
                  <a:pt x="581025" y="781050"/>
                </a:lnTo>
                <a:lnTo>
                  <a:pt x="590550" y="781050"/>
                </a:lnTo>
                <a:lnTo>
                  <a:pt x="590550" y="771525"/>
                </a:lnTo>
                <a:lnTo>
                  <a:pt x="600075" y="771525"/>
                </a:lnTo>
                <a:close/>
                <a:moveTo>
                  <a:pt x="638175" y="762000"/>
                </a:moveTo>
                <a:lnTo>
                  <a:pt x="647700" y="762000"/>
                </a:lnTo>
                <a:lnTo>
                  <a:pt x="647700" y="771525"/>
                </a:lnTo>
                <a:lnTo>
                  <a:pt x="638175" y="771525"/>
                </a:lnTo>
                <a:close/>
                <a:moveTo>
                  <a:pt x="952500" y="762000"/>
                </a:moveTo>
                <a:lnTo>
                  <a:pt x="962025" y="762000"/>
                </a:lnTo>
                <a:lnTo>
                  <a:pt x="962025" y="771525"/>
                </a:lnTo>
                <a:lnTo>
                  <a:pt x="952500" y="771525"/>
                </a:lnTo>
                <a:close/>
                <a:moveTo>
                  <a:pt x="981075" y="762000"/>
                </a:moveTo>
                <a:lnTo>
                  <a:pt x="990600" y="762000"/>
                </a:lnTo>
                <a:lnTo>
                  <a:pt x="990600" y="771525"/>
                </a:lnTo>
                <a:lnTo>
                  <a:pt x="1000125" y="771525"/>
                </a:lnTo>
                <a:lnTo>
                  <a:pt x="1000125" y="781050"/>
                </a:lnTo>
                <a:lnTo>
                  <a:pt x="981075" y="781050"/>
                </a:lnTo>
                <a:close/>
                <a:moveTo>
                  <a:pt x="228600" y="771525"/>
                </a:moveTo>
                <a:lnTo>
                  <a:pt x="238125" y="771525"/>
                </a:lnTo>
                <a:lnTo>
                  <a:pt x="238125" y="781050"/>
                </a:lnTo>
                <a:lnTo>
                  <a:pt x="228600" y="781050"/>
                </a:lnTo>
                <a:close/>
                <a:moveTo>
                  <a:pt x="771525" y="771525"/>
                </a:moveTo>
                <a:lnTo>
                  <a:pt x="781050" y="771525"/>
                </a:lnTo>
                <a:lnTo>
                  <a:pt x="781050" y="781050"/>
                </a:lnTo>
                <a:lnTo>
                  <a:pt x="771525" y="781050"/>
                </a:lnTo>
                <a:close/>
                <a:moveTo>
                  <a:pt x="1276350" y="771525"/>
                </a:moveTo>
                <a:lnTo>
                  <a:pt x="1285875" y="771525"/>
                </a:lnTo>
                <a:lnTo>
                  <a:pt x="1285875" y="752475"/>
                </a:lnTo>
                <a:lnTo>
                  <a:pt x="1276350" y="752475"/>
                </a:lnTo>
                <a:close/>
                <a:moveTo>
                  <a:pt x="238125" y="781050"/>
                </a:moveTo>
                <a:lnTo>
                  <a:pt x="247650" y="781050"/>
                </a:lnTo>
                <a:lnTo>
                  <a:pt x="247650" y="790575"/>
                </a:lnTo>
                <a:lnTo>
                  <a:pt x="238125" y="790575"/>
                </a:lnTo>
                <a:close/>
                <a:moveTo>
                  <a:pt x="323850" y="781050"/>
                </a:moveTo>
                <a:lnTo>
                  <a:pt x="342900" y="781050"/>
                </a:lnTo>
                <a:lnTo>
                  <a:pt x="342900" y="790575"/>
                </a:lnTo>
                <a:lnTo>
                  <a:pt x="323850" y="790575"/>
                </a:lnTo>
                <a:close/>
                <a:moveTo>
                  <a:pt x="781050" y="781050"/>
                </a:moveTo>
                <a:lnTo>
                  <a:pt x="790575" y="781050"/>
                </a:lnTo>
                <a:lnTo>
                  <a:pt x="790575" y="790575"/>
                </a:lnTo>
                <a:lnTo>
                  <a:pt x="809625" y="790575"/>
                </a:lnTo>
                <a:lnTo>
                  <a:pt x="809625" y="781050"/>
                </a:lnTo>
                <a:lnTo>
                  <a:pt x="819150" y="781050"/>
                </a:lnTo>
                <a:lnTo>
                  <a:pt x="819150" y="790575"/>
                </a:lnTo>
                <a:lnTo>
                  <a:pt x="809625" y="790575"/>
                </a:lnTo>
                <a:lnTo>
                  <a:pt x="809625" y="809625"/>
                </a:lnTo>
                <a:lnTo>
                  <a:pt x="790575" y="809625"/>
                </a:lnTo>
                <a:lnTo>
                  <a:pt x="790575" y="819150"/>
                </a:lnTo>
                <a:lnTo>
                  <a:pt x="781050" y="819150"/>
                </a:lnTo>
                <a:lnTo>
                  <a:pt x="781050" y="809625"/>
                </a:lnTo>
                <a:lnTo>
                  <a:pt x="762000" y="809625"/>
                </a:lnTo>
                <a:lnTo>
                  <a:pt x="762000" y="800100"/>
                </a:lnTo>
                <a:lnTo>
                  <a:pt x="781050" y="800100"/>
                </a:lnTo>
                <a:close/>
                <a:moveTo>
                  <a:pt x="1000125" y="781050"/>
                </a:moveTo>
                <a:lnTo>
                  <a:pt x="1009650" y="781050"/>
                </a:lnTo>
                <a:lnTo>
                  <a:pt x="1009650" y="790575"/>
                </a:lnTo>
                <a:lnTo>
                  <a:pt x="1000125" y="790575"/>
                </a:lnTo>
                <a:close/>
                <a:moveTo>
                  <a:pt x="571500" y="790575"/>
                </a:moveTo>
                <a:lnTo>
                  <a:pt x="581025" y="790575"/>
                </a:lnTo>
                <a:lnTo>
                  <a:pt x="581025" y="800100"/>
                </a:lnTo>
                <a:lnTo>
                  <a:pt x="571500" y="800100"/>
                </a:lnTo>
                <a:close/>
                <a:moveTo>
                  <a:pt x="704850" y="790575"/>
                </a:moveTo>
                <a:lnTo>
                  <a:pt x="714375" y="790575"/>
                </a:lnTo>
                <a:lnTo>
                  <a:pt x="714375" y="800100"/>
                </a:lnTo>
                <a:lnTo>
                  <a:pt x="704850" y="800100"/>
                </a:lnTo>
                <a:close/>
                <a:moveTo>
                  <a:pt x="1009650" y="790575"/>
                </a:moveTo>
                <a:lnTo>
                  <a:pt x="1028700" y="790575"/>
                </a:lnTo>
                <a:lnTo>
                  <a:pt x="1028700" y="800100"/>
                </a:lnTo>
                <a:lnTo>
                  <a:pt x="1038225" y="800100"/>
                </a:lnTo>
                <a:lnTo>
                  <a:pt x="1038225" y="809625"/>
                </a:lnTo>
                <a:lnTo>
                  <a:pt x="1047750" y="809625"/>
                </a:lnTo>
                <a:lnTo>
                  <a:pt x="1047750" y="828675"/>
                </a:lnTo>
                <a:lnTo>
                  <a:pt x="1038225" y="828675"/>
                </a:lnTo>
                <a:lnTo>
                  <a:pt x="1038225" y="819150"/>
                </a:lnTo>
                <a:lnTo>
                  <a:pt x="1028700" y="819150"/>
                </a:lnTo>
                <a:lnTo>
                  <a:pt x="1028700" y="809625"/>
                </a:lnTo>
                <a:lnTo>
                  <a:pt x="1019175" y="809625"/>
                </a:lnTo>
                <a:lnTo>
                  <a:pt x="1019175" y="800100"/>
                </a:lnTo>
                <a:lnTo>
                  <a:pt x="1009650" y="800100"/>
                </a:lnTo>
                <a:close/>
                <a:moveTo>
                  <a:pt x="28575" y="800100"/>
                </a:moveTo>
                <a:lnTo>
                  <a:pt x="38100" y="800100"/>
                </a:lnTo>
                <a:lnTo>
                  <a:pt x="38100" y="809625"/>
                </a:lnTo>
                <a:lnTo>
                  <a:pt x="28575" y="809625"/>
                </a:lnTo>
                <a:close/>
                <a:moveTo>
                  <a:pt x="247650" y="800100"/>
                </a:moveTo>
                <a:lnTo>
                  <a:pt x="257175" y="800100"/>
                </a:lnTo>
                <a:lnTo>
                  <a:pt x="257175" y="819150"/>
                </a:lnTo>
                <a:lnTo>
                  <a:pt x="247650" y="819150"/>
                </a:lnTo>
                <a:close/>
                <a:moveTo>
                  <a:pt x="561975" y="800100"/>
                </a:moveTo>
                <a:lnTo>
                  <a:pt x="571500" y="800100"/>
                </a:lnTo>
                <a:lnTo>
                  <a:pt x="571500" y="809625"/>
                </a:lnTo>
                <a:lnTo>
                  <a:pt x="561975" y="809625"/>
                </a:lnTo>
                <a:close/>
                <a:moveTo>
                  <a:pt x="828675" y="800100"/>
                </a:moveTo>
                <a:lnTo>
                  <a:pt x="838200" y="800100"/>
                </a:lnTo>
                <a:lnTo>
                  <a:pt x="838200" y="809625"/>
                </a:lnTo>
                <a:lnTo>
                  <a:pt x="828675" y="809625"/>
                </a:lnTo>
                <a:close/>
                <a:moveTo>
                  <a:pt x="552450" y="809625"/>
                </a:moveTo>
                <a:lnTo>
                  <a:pt x="561975" y="809625"/>
                </a:lnTo>
                <a:lnTo>
                  <a:pt x="561975" y="819150"/>
                </a:lnTo>
                <a:lnTo>
                  <a:pt x="552450" y="819150"/>
                </a:lnTo>
                <a:close/>
                <a:moveTo>
                  <a:pt x="714375" y="809625"/>
                </a:moveTo>
                <a:lnTo>
                  <a:pt x="733425" y="809625"/>
                </a:lnTo>
                <a:lnTo>
                  <a:pt x="733425" y="819150"/>
                </a:lnTo>
                <a:lnTo>
                  <a:pt x="752475" y="819150"/>
                </a:lnTo>
                <a:lnTo>
                  <a:pt x="752475" y="809625"/>
                </a:lnTo>
                <a:lnTo>
                  <a:pt x="762000" y="809625"/>
                </a:lnTo>
                <a:lnTo>
                  <a:pt x="762000" y="819150"/>
                </a:lnTo>
                <a:lnTo>
                  <a:pt x="752475" y="819150"/>
                </a:lnTo>
                <a:lnTo>
                  <a:pt x="752475" y="828675"/>
                </a:lnTo>
                <a:lnTo>
                  <a:pt x="742950" y="828675"/>
                </a:lnTo>
                <a:lnTo>
                  <a:pt x="742950" y="838200"/>
                </a:lnTo>
                <a:lnTo>
                  <a:pt x="723900" y="838200"/>
                </a:lnTo>
                <a:lnTo>
                  <a:pt x="723900" y="819150"/>
                </a:lnTo>
                <a:lnTo>
                  <a:pt x="714375" y="819150"/>
                </a:lnTo>
                <a:close/>
                <a:moveTo>
                  <a:pt x="809625" y="809625"/>
                </a:moveTo>
                <a:lnTo>
                  <a:pt x="819150" y="809625"/>
                </a:lnTo>
                <a:lnTo>
                  <a:pt x="819150" y="819150"/>
                </a:lnTo>
                <a:lnTo>
                  <a:pt x="809625" y="819150"/>
                </a:lnTo>
                <a:close/>
                <a:moveTo>
                  <a:pt x="866775" y="809625"/>
                </a:moveTo>
                <a:lnTo>
                  <a:pt x="885825" y="809625"/>
                </a:lnTo>
                <a:lnTo>
                  <a:pt x="885825" y="819150"/>
                </a:lnTo>
                <a:lnTo>
                  <a:pt x="876300" y="819150"/>
                </a:lnTo>
                <a:lnTo>
                  <a:pt x="876300" y="838200"/>
                </a:lnTo>
                <a:lnTo>
                  <a:pt x="857250" y="838200"/>
                </a:lnTo>
                <a:lnTo>
                  <a:pt x="857250" y="819150"/>
                </a:lnTo>
                <a:lnTo>
                  <a:pt x="866775" y="819150"/>
                </a:lnTo>
                <a:close/>
                <a:moveTo>
                  <a:pt x="542925" y="819150"/>
                </a:moveTo>
                <a:lnTo>
                  <a:pt x="552450" y="819150"/>
                </a:lnTo>
                <a:lnTo>
                  <a:pt x="552450" y="847725"/>
                </a:lnTo>
                <a:lnTo>
                  <a:pt x="542925" y="847725"/>
                </a:lnTo>
                <a:lnTo>
                  <a:pt x="542925" y="857250"/>
                </a:lnTo>
                <a:lnTo>
                  <a:pt x="533400" y="857250"/>
                </a:lnTo>
                <a:lnTo>
                  <a:pt x="533400" y="828675"/>
                </a:lnTo>
                <a:lnTo>
                  <a:pt x="542925" y="828675"/>
                </a:lnTo>
                <a:close/>
                <a:moveTo>
                  <a:pt x="790575" y="819150"/>
                </a:moveTo>
                <a:lnTo>
                  <a:pt x="809625" y="819150"/>
                </a:lnTo>
                <a:lnTo>
                  <a:pt x="809625" y="895350"/>
                </a:lnTo>
                <a:lnTo>
                  <a:pt x="790575" y="895350"/>
                </a:lnTo>
                <a:close/>
                <a:moveTo>
                  <a:pt x="1047750" y="828675"/>
                </a:moveTo>
                <a:lnTo>
                  <a:pt x="1057275" y="828675"/>
                </a:lnTo>
                <a:lnTo>
                  <a:pt x="1057275" y="838200"/>
                </a:lnTo>
                <a:lnTo>
                  <a:pt x="1066800" y="838200"/>
                </a:lnTo>
                <a:lnTo>
                  <a:pt x="1066800" y="866775"/>
                </a:lnTo>
                <a:lnTo>
                  <a:pt x="1057275" y="866775"/>
                </a:lnTo>
                <a:lnTo>
                  <a:pt x="1057275" y="857250"/>
                </a:lnTo>
                <a:lnTo>
                  <a:pt x="1047750" y="857250"/>
                </a:lnTo>
                <a:close/>
                <a:moveTo>
                  <a:pt x="1219200" y="828675"/>
                </a:moveTo>
                <a:lnTo>
                  <a:pt x="1238250" y="828675"/>
                </a:lnTo>
                <a:lnTo>
                  <a:pt x="1238250" y="847725"/>
                </a:lnTo>
                <a:lnTo>
                  <a:pt x="1228725" y="847725"/>
                </a:lnTo>
                <a:lnTo>
                  <a:pt x="1228725" y="838200"/>
                </a:lnTo>
                <a:lnTo>
                  <a:pt x="1219200" y="838200"/>
                </a:lnTo>
                <a:close/>
                <a:moveTo>
                  <a:pt x="1466850" y="828675"/>
                </a:moveTo>
                <a:lnTo>
                  <a:pt x="1476375" y="828675"/>
                </a:lnTo>
                <a:lnTo>
                  <a:pt x="1476375" y="838200"/>
                </a:lnTo>
                <a:lnTo>
                  <a:pt x="1485900" y="838200"/>
                </a:lnTo>
                <a:lnTo>
                  <a:pt x="1485900" y="857250"/>
                </a:lnTo>
                <a:lnTo>
                  <a:pt x="1476375" y="857250"/>
                </a:lnTo>
                <a:lnTo>
                  <a:pt x="1476375" y="847725"/>
                </a:lnTo>
                <a:lnTo>
                  <a:pt x="1466850" y="847725"/>
                </a:lnTo>
                <a:close/>
                <a:moveTo>
                  <a:pt x="1200150" y="838200"/>
                </a:moveTo>
                <a:lnTo>
                  <a:pt x="1209675" y="838200"/>
                </a:lnTo>
                <a:lnTo>
                  <a:pt x="1209675" y="847725"/>
                </a:lnTo>
                <a:lnTo>
                  <a:pt x="1219200" y="847725"/>
                </a:lnTo>
                <a:lnTo>
                  <a:pt x="1219200" y="857250"/>
                </a:lnTo>
                <a:lnTo>
                  <a:pt x="1209675" y="857250"/>
                </a:lnTo>
                <a:lnTo>
                  <a:pt x="1209675" y="866775"/>
                </a:lnTo>
                <a:lnTo>
                  <a:pt x="1200150" y="866775"/>
                </a:lnTo>
                <a:lnTo>
                  <a:pt x="1200150" y="876300"/>
                </a:lnTo>
                <a:lnTo>
                  <a:pt x="1181100" y="876300"/>
                </a:lnTo>
                <a:lnTo>
                  <a:pt x="1181100" y="885825"/>
                </a:lnTo>
                <a:lnTo>
                  <a:pt x="1171575" y="885825"/>
                </a:lnTo>
                <a:lnTo>
                  <a:pt x="1171575" y="895350"/>
                </a:lnTo>
                <a:lnTo>
                  <a:pt x="1162050" y="895350"/>
                </a:lnTo>
                <a:lnTo>
                  <a:pt x="1162050" y="876300"/>
                </a:lnTo>
                <a:lnTo>
                  <a:pt x="1171575" y="876300"/>
                </a:lnTo>
                <a:lnTo>
                  <a:pt x="1171575" y="866775"/>
                </a:lnTo>
                <a:lnTo>
                  <a:pt x="1181100" y="866775"/>
                </a:lnTo>
                <a:lnTo>
                  <a:pt x="1181100" y="857250"/>
                </a:lnTo>
                <a:lnTo>
                  <a:pt x="1190625" y="857250"/>
                </a:lnTo>
                <a:lnTo>
                  <a:pt x="1190625" y="847725"/>
                </a:lnTo>
                <a:lnTo>
                  <a:pt x="1200150" y="847725"/>
                </a:lnTo>
                <a:close/>
                <a:moveTo>
                  <a:pt x="1428750" y="838200"/>
                </a:moveTo>
                <a:lnTo>
                  <a:pt x="1438275" y="838200"/>
                </a:lnTo>
                <a:lnTo>
                  <a:pt x="1438275" y="857250"/>
                </a:lnTo>
                <a:lnTo>
                  <a:pt x="1428750" y="857250"/>
                </a:lnTo>
                <a:close/>
                <a:moveTo>
                  <a:pt x="28575" y="847725"/>
                </a:moveTo>
                <a:lnTo>
                  <a:pt x="38100" y="847725"/>
                </a:lnTo>
                <a:lnTo>
                  <a:pt x="38100" y="857250"/>
                </a:lnTo>
                <a:lnTo>
                  <a:pt x="28575" y="857250"/>
                </a:lnTo>
                <a:close/>
                <a:moveTo>
                  <a:pt x="247650" y="847725"/>
                </a:moveTo>
                <a:lnTo>
                  <a:pt x="257175" y="847725"/>
                </a:lnTo>
                <a:lnTo>
                  <a:pt x="257175" y="857250"/>
                </a:lnTo>
                <a:lnTo>
                  <a:pt x="247650" y="857250"/>
                </a:lnTo>
                <a:close/>
                <a:moveTo>
                  <a:pt x="1447800" y="847725"/>
                </a:moveTo>
                <a:lnTo>
                  <a:pt x="1466850" y="847725"/>
                </a:lnTo>
                <a:lnTo>
                  <a:pt x="1466850" y="857250"/>
                </a:lnTo>
                <a:lnTo>
                  <a:pt x="1447800" y="857250"/>
                </a:lnTo>
                <a:close/>
                <a:moveTo>
                  <a:pt x="38100" y="857250"/>
                </a:moveTo>
                <a:lnTo>
                  <a:pt x="47625" y="857250"/>
                </a:lnTo>
                <a:lnTo>
                  <a:pt x="47625" y="866775"/>
                </a:lnTo>
                <a:lnTo>
                  <a:pt x="38100" y="866775"/>
                </a:lnTo>
                <a:close/>
                <a:moveTo>
                  <a:pt x="238125" y="857250"/>
                </a:moveTo>
                <a:lnTo>
                  <a:pt x="247650" y="857250"/>
                </a:lnTo>
                <a:lnTo>
                  <a:pt x="247650" y="866775"/>
                </a:lnTo>
                <a:lnTo>
                  <a:pt x="238125" y="866775"/>
                </a:lnTo>
                <a:close/>
                <a:moveTo>
                  <a:pt x="76200" y="866775"/>
                </a:moveTo>
                <a:lnTo>
                  <a:pt x="95250" y="866775"/>
                </a:lnTo>
                <a:lnTo>
                  <a:pt x="95250" y="876300"/>
                </a:lnTo>
                <a:lnTo>
                  <a:pt x="76200" y="876300"/>
                </a:lnTo>
                <a:close/>
                <a:moveTo>
                  <a:pt x="190500" y="866775"/>
                </a:moveTo>
                <a:lnTo>
                  <a:pt x="209550" y="866775"/>
                </a:lnTo>
                <a:lnTo>
                  <a:pt x="209550" y="876300"/>
                </a:lnTo>
                <a:lnTo>
                  <a:pt x="190500" y="876300"/>
                </a:lnTo>
                <a:close/>
                <a:moveTo>
                  <a:pt x="523875" y="866775"/>
                </a:moveTo>
                <a:lnTo>
                  <a:pt x="533400" y="866775"/>
                </a:lnTo>
                <a:lnTo>
                  <a:pt x="533400" y="895350"/>
                </a:lnTo>
                <a:lnTo>
                  <a:pt x="523875" y="895350"/>
                </a:lnTo>
                <a:lnTo>
                  <a:pt x="523875" y="923925"/>
                </a:lnTo>
                <a:lnTo>
                  <a:pt x="514350" y="923925"/>
                </a:lnTo>
                <a:lnTo>
                  <a:pt x="514350" y="933450"/>
                </a:lnTo>
                <a:lnTo>
                  <a:pt x="504825" y="933450"/>
                </a:lnTo>
                <a:lnTo>
                  <a:pt x="504825" y="904875"/>
                </a:lnTo>
                <a:lnTo>
                  <a:pt x="514350" y="904875"/>
                </a:lnTo>
                <a:lnTo>
                  <a:pt x="514350" y="876300"/>
                </a:lnTo>
                <a:lnTo>
                  <a:pt x="523875" y="876300"/>
                </a:lnTo>
                <a:close/>
                <a:moveTo>
                  <a:pt x="866775" y="866775"/>
                </a:moveTo>
                <a:lnTo>
                  <a:pt x="952500" y="866775"/>
                </a:lnTo>
                <a:lnTo>
                  <a:pt x="952500" y="876300"/>
                </a:lnTo>
                <a:lnTo>
                  <a:pt x="962025" y="876300"/>
                </a:lnTo>
                <a:lnTo>
                  <a:pt x="962025" y="895350"/>
                </a:lnTo>
                <a:lnTo>
                  <a:pt x="952500" y="895350"/>
                </a:lnTo>
                <a:lnTo>
                  <a:pt x="952500" y="885825"/>
                </a:lnTo>
                <a:lnTo>
                  <a:pt x="942975" y="885825"/>
                </a:lnTo>
                <a:lnTo>
                  <a:pt x="942975" y="876300"/>
                </a:lnTo>
                <a:lnTo>
                  <a:pt x="866775" y="876300"/>
                </a:lnTo>
                <a:close/>
                <a:moveTo>
                  <a:pt x="857250" y="876300"/>
                </a:moveTo>
                <a:lnTo>
                  <a:pt x="866775" y="876300"/>
                </a:lnTo>
                <a:lnTo>
                  <a:pt x="866775" y="885825"/>
                </a:lnTo>
                <a:lnTo>
                  <a:pt x="857250" y="885825"/>
                </a:lnTo>
                <a:close/>
                <a:moveTo>
                  <a:pt x="1066800" y="876300"/>
                </a:moveTo>
                <a:lnTo>
                  <a:pt x="1076325" y="876300"/>
                </a:lnTo>
                <a:lnTo>
                  <a:pt x="1076325" y="885825"/>
                </a:lnTo>
                <a:lnTo>
                  <a:pt x="1085850" y="885825"/>
                </a:lnTo>
                <a:lnTo>
                  <a:pt x="1085850" y="914400"/>
                </a:lnTo>
                <a:lnTo>
                  <a:pt x="1076325" y="914400"/>
                </a:lnTo>
                <a:lnTo>
                  <a:pt x="1076325" y="904875"/>
                </a:lnTo>
                <a:lnTo>
                  <a:pt x="1066800" y="904875"/>
                </a:lnTo>
                <a:close/>
                <a:moveTo>
                  <a:pt x="1447800" y="885825"/>
                </a:moveTo>
                <a:lnTo>
                  <a:pt x="1466850" y="885825"/>
                </a:lnTo>
                <a:lnTo>
                  <a:pt x="1466850" y="1009650"/>
                </a:lnTo>
                <a:lnTo>
                  <a:pt x="1447800" y="1009650"/>
                </a:lnTo>
                <a:close/>
                <a:moveTo>
                  <a:pt x="942975" y="895350"/>
                </a:moveTo>
                <a:lnTo>
                  <a:pt x="952500" y="895350"/>
                </a:lnTo>
                <a:lnTo>
                  <a:pt x="952500" y="904875"/>
                </a:lnTo>
                <a:lnTo>
                  <a:pt x="942975" y="904875"/>
                </a:lnTo>
                <a:close/>
                <a:moveTo>
                  <a:pt x="1085850" y="923925"/>
                </a:moveTo>
                <a:lnTo>
                  <a:pt x="1095375" y="923925"/>
                </a:lnTo>
                <a:lnTo>
                  <a:pt x="1095375" y="933450"/>
                </a:lnTo>
                <a:lnTo>
                  <a:pt x="1104900" y="933450"/>
                </a:lnTo>
                <a:lnTo>
                  <a:pt x="1104900" y="962025"/>
                </a:lnTo>
                <a:lnTo>
                  <a:pt x="1114425" y="962025"/>
                </a:lnTo>
                <a:lnTo>
                  <a:pt x="1114425" y="981075"/>
                </a:lnTo>
                <a:lnTo>
                  <a:pt x="1104900" y="981075"/>
                </a:lnTo>
                <a:lnTo>
                  <a:pt x="1104900" y="1000125"/>
                </a:lnTo>
                <a:lnTo>
                  <a:pt x="1095375" y="1000125"/>
                </a:lnTo>
                <a:lnTo>
                  <a:pt x="1095375" y="1009650"/>
                </a:lnTo>
                <a:lnTo>
                  <a:pt x="1076325" y="1009650"/>
                </a:lnTo>
                <a:lnTo>
                  <a:pt x="1076325" y="1000125"/>
                </a:lnTo>
                <a:lnTo>
                  <a:pt x="1085850" y="1000125"/>
                </a:lnTo>
                <a:lnTo>
                  <a:pt x="1085850" y="990600"/>
                </a:lnTo>
                <a:lnTo>
                  <a:pt x="1095375" y="990600"/>
                </a:lnTo>
                <a:lnTo>
                  <a:pt x="1095375" y="952500"/>
                </a:lnTo>
                <a:lnTo>
                  <a:pt x="1085850" y="952500"/>
                </a:lnTo>
                <a:close/>
                <a:moveTo>
                  <a:pt x="133350" y="942975"/>
                </a:moveTo>
                <a:lnTo>
                  <a:pt x="152400" y="942975"/>
                </a:lnTo>
                <a:lnTo>
                  <a:pt x="152400" y="1066800"/>
                </a:lnTo>
                <a:lnTo>
                  <a:pt x="161925" y="1066800"/>
                </a:lnTo>
                <a:lnTo>
                  <a:pt x="161925" y="1076325"/>
                </a:lnTo>
                <a:lnTo>
                  <a:pt x="352425" y="1076325"/>
                </a:lnTo>
                <a:lnTo>
                  <a:pt x="352425" y="1066800"/>
                </a:lnTo>
                <a:lnTo>
                  <a:pt x="361950" y="1066800"/>
                </a:lnTo>
                <a:lnTo>
                  <a:pt x="361950" y="1057275"/>
                </a:lnTo>
                <a:lnTo>
                  <a:pt x="371475" y="1057275"/>
                </a:lnTo>
                <a:lnTo>
                  <a:pt x="371475" y="1066800"/>
                </a:lnTo>
                <a:lnTo>
                  <a:pt x="381000" y="1066800"/>
                </a:lnTo>
                <a:lnTo>
                  <a:pt x="381000" y="1076325"/>
                </a:lnTo>
                <a:lnTo>
                  <a:pt x="361950" y="1076325"/>
                </a:lnTo>
                <a:lnTo>
                  <a:pt x="361950" y="1095375"/>
                </a:lnTo>
                <a:lnTo>
                  <a:pt x="142875" y="1095375"/>
                </a:lnTo>
                <a:lnTo>
                  <a:pt x="142875" y="1085850"/>
                </a:lnTo>
                <a:lnTo>
                  <a:pt x="133350" y="1085850"/>
                </a:lnTo>
                <a:close/>
                <a:moveTo>
                  <a:pt x="495300" y="942975"/>
                </a:moveTo>
                <a:lnTo>
                  <a:pt x="504825" y="942975"/>
                </a:lnTo>
                <a:lnTo>
                  <a:pt x="504825" y="981075"/>
                </a:lnTo>
                <a:lnTo>
                  <a:pt x="514350" y="981075"/>
                </a:lnTo>
                <a:lnTo>
                  <a:pt x="514350" y="990600"/>
                </a:lnTo>
                <a:lnTo>
                  <a:pt x="523875" y="990600"/>
                </a:lnTo>
                <a:lnTo>
                  <a:pt x="523875" y="1009650"/>
                </a:lnTo>
                <a:lnTo>
                  <a:pt x="504825" y="1009650"/>
                </a:lnTo>
                <a:lnTo>
                  <a:pt x="504825" y="1038225"/>
                </a:lnTo>
                <a:lnTo>
                  <a:pt x="495300" y="1038225"/>
                </a:lnTo>
                <a:lnTo>
                  <a:pt x="495300" y="1066800"/>
                </a:lnTo>
                <a:lnTo>
                  <a:pt x="485775" y="1066800"/>
                </a:lnTo>
                <a:lnTo>
                  <a:pt x="485775" y="1104900"/>
                </a:lnTo>
                <a:lnTo>
                  <a:pt x="466725" y="1104900"/>
                </a:lnTo>
                <a:lnTo>
                  <a:pt x="466725" y="1076325"/>
                </a:lnTo>
                <a:lnTo>
                  <a:pt x="476250" y="1076325"/>
                </a:lnTo>
                <a:lnTo>
                  <a:pt x="476250" y="1047750"/>
                </a:lnTo>
                <a:lnTo>
                  <a:pt x="485775" y="1047750"/>
                </a:lnTo>
                <a:lnTo>
                  <a:pt x="485775" y="1019175"/>
                </a:lnTo>
                <a:lnTo>
                  <a:pt x="495300" y="1019175"/>
                </a:lnTo>
                <a:lnTo>
                  <a:pt x="495300" y="981075"/>
                </a:lnTo>
                <a:lnTo>
                  <a:pt x="485775" y="981075"/>
                </a:lnTo>
                <a:lnTo>
                  <a:pt x="485775" y="952500"/>
                </a:lnTo>
                <a:lnTo>
                  <a:pt x="495300" y="952500"/>
                </a:lnTo>
                <a:close/>
                <a:moveTo>
                  <a:pt x="533400" y="1000125"/>
                </a:moveTo>
                <a:lnTo>
                  <a:pt x="542925" y="1000125"/>
                </a:lnTo>
                <a:lnTo>
                  <a:pt x="542925" y="1009650"/>
                </a:lnTo>
                <a:lnTo>
                  <a:pt x="533400" y="1009650"/>
                </a:lnTo>
                <a:close/>
                <a:moveTo>
                  <a:pt x="600075" y="1000125"/>
                </a:moveTo>
                <a:lnTo>
                  <a:pt x="609600" y="1000125"/>
                </a:lnTo>
                <a:lnTo>
                  <a:pt x="609600" y="1019175"/>
                </a:lnTo>
                <a:lnTo>
                  <a:pt x="600075" y="1019175"/>
                </a:lnTo>
                <a:close/>
                <a:moveTo>
                  <a:pt x="1000125" y="1000125"/>
                </a:moveTo>
                <a:lnTo>
                  <a:pt x="1009650" y="1000125"/>
                </a:lnTo>
                <a:lnTo>
                  <a:pt x="1009650" y="1009650"/>
                </a:lnTo>
                <a:lnTo>
                  <a:pt x="1000125" y="1009650"/>
                </a:lnTo>
                <a:close/>
                <a:moveTo>
                  <a:pt x="1038225" y="1000125"/>
                </a:moveTo>
                <a:lnTo>
                  <a:pt x="1066800" y="1000125"/>
                </a:lnTo>
                <a:lnTo>
                  <a:pt x="1066800" y="1009650"/>
                </a:lnTo>
                <a:lnTo>
                  <a:pt x="1057275" y="1009650"/>
                </a:lnTo>
                <a:lnTo>
                  <a:pt x="1057275" y="1019175"/>
                </a:lnTo>
                <a:lnTo>
                  <a:pt x="1038225" y="1019175"/>
                </a:lnTo>
                <a:lnTo>
                  <a:pt x="1038225" y="1028700"/>
                </a:lnTo>
                <a:lnTo>
                  <a:pt x="1028700" y="1028700"/>
                </a:lnTo>
                <a:lnTo>
                  <a:pt x="1028700" y="1047750"/>
                </a:lnTo>
                <a:lnTo>
                  <a:pt x="1038225" y="1047750"/>
                </a:lnTo>
                <a:lnTo>
                  <a:pt x="1038225" y="1123950"/>
                </a:lnTo>
                <a:lnTo>
                  <a:pt x="1028700" y="1123950"/>
                </a:lnTo>
                <a:lnTo>
                  <a:pt x="1028700" y="1133475"/>
                </a:lnTo>
                <a:lnTo>
                  <a:pt x="1019175" y="1133475"/>
                </a:lnTo>
                <a:lnTo>
                  <a:pt x="1019175" y="1104900"/>
                </a:lnTo>
                <a:lnTo>
                  <a:pt x="1028700" y="1104900"/>
                </a:lnTo>
                <a:lnTo>
                  <a:pt x="1028700" y="1066800"/>
                </a:lnTo>
                <a:lnTo>
                  <a:pt x="1019175" y="1066800"/>
                </a:lnTo>
                <a:lnTo>
                  <a:pt x="1019175" y="1047750"/>
                </a:lnTo>
                <a:lnTo>
                  <a:pt x="1009650" y="1047750"/>
                </a:lnTo>
                <a:lnTo>
                  <a:pt x="1009650" y="1038225"/>
                </a:lnTo>
                <a:lnTo>
                  <a:pt x="1000125" y="1038225"/>
                </a:lnTo>
                <a:lnTo>
                  <a:pt x="1000125" y="1028700"/>
                </a:lnTo>
                <a:lnTo>
                  <a:pt x="1019175" y="1028700"/>
                </a:lnTo>
                <a:lnTo>
                  <a:pt x="1019175" y="1019175"/>
                </a:lnTo>
                <a:lnTo>
                  <a:pt x="1009650" y="1019175"/>
                </a:lnTo>
                <a:lnTo>
                  <a:pt x="1009650" y="1009650"/>
                </a:lnTo>
                <a:lnTo>
                  <a:pt x="1038225" y="1009650"/>
                </a:lnTo>
                <a:close/>
                <a:moveTo>
                  <a:pt x="552450" y="1009650"/>
                </a:moveTo>
                <a:lnTo>
                  <a:pt x="581025" y="1009650"/>
                </a:lnTo>
                <a:lnTo>
                  <a:pt x="581025" y="1028700"/>
                </a:lnTo>
                <a:lnTo>
                  <a:pt x="561975" y="1028700"/>
                </a:lnTo>
                <a:lnTo>
                  <a:pt x="561975" y="1019175"/>
                </a:lnTo>
                <a:lnTo>
                  <a:pt x="552450" y="1019175"/>
                </a:lnTo>
                <a:close/>
                <a:moveTo>
                  <a:pt x="781050" y="1038225"/>
                </a:moveTo>
                <a:lnTo>
                  <a:pt x="790575" y="1038225"/>
                </a:lnTo>
                <a:lnTo>
                  <a:pt x="790575" y="1047750"/>
                </a:lnTo>
                <a:lnTo>
                  <a:pt x="781050" y="1047750"/>
                </a:lnTo>
                <a:close/>
                <a:moveTo>
                  <a:pt x="809625" y="1038225"/>
                </a:moveTo>
                <a:lnTo>
                  <a:pt x="819150" y="1038225"/>
                </a:lnTo>
                <a:lnTo>
                  <a:pt x="819150" y="1047750"/>
                </a:lnTo>
                <a:lnTo>
                  <a:pt x="809625" y="1047750"/>
                </a:lnTo>
                <a:close/>
                <a:moveTo>
                  <a:pt x="942975" y="1038225"/>
                </a:moveTo>
                <a:lnTo>
                  <a:pt x="962025" y="1038225"/>
                </a:lnTo>
                <a:lnTo>
                  <a:pt x="962025" y="1047750"/>
                </a:lnTo>
                <a:lnTo>
                  <a:pt x="942975" y="1047750"/>
                </a:lnTo>
                <a:close/>
                <a:moveTo>
                  <a:pt x="990600" y="1038225"/>
                </a:moveTo>
                <a:lnTo>
                  <a:pt x="1000125" y="1038225"/>
                </a:lnTo>
                <a:lnTo>
                  <a:pt x="1000125" y="1047750"/>
                </a:lnTo>
                <a:lnTo>
                  <a:pt x="990600" y="1047750"/>
                </a:lnTo>
                <a:close/>
                <a:moveTo>
                  <a:pt x="771525" y="1047750"/>
                </a:moveTo>
                <a:lnTo>
                  <a:pt x="781050" y="1047750"/>
                </a:lnTo>
                <a:lnTo>
                  <a:pt x="781050" y="1057275"/>
                </a:lnTo>
                <a:lnTo>
                  <a:pt x="771525" y="1057275"/>
                </a:lnTo>
                <a:close/>
                <a:moveTo>
                  <a:pt x="819150" y="1047750"/>
                </a:moveTo>
                <a:lnTo>
                  <a:pt x="828675" y="1047750"/>
                </a:lnTo>
                <a:lnTo>
                  <a:pt x="828675" y="1057275"/>
                </a:lnTo>
                <a:lnTo>
                  <a:pt x="819150" y="1057275"/>
                </a:lnTo>
                <a:close/>
                <a:moveTo>
                  <a:pt x="981075" y="1047750"/>
                </a:moveTo>
                <a:lnTo>
                  <a:pt x="990600" y="1047750"/>
                </a:lnTo>
                <a:lnTo>
                  <a:pt x="990600" y="1057275"/>
                </a:lnTo>
                <a:lnTo>
                  <a:pt x="981075" y="1057275"/>
                </a:lnTo>
                <a:close/>
                <a:moveTo>
                  <a:pt x="600075" y="1057275"/>
                </a:moveTo>
                <a:lnTo>
                  <a:pt x="609600" y="1057275"/>
                </a:lnTo>
                <a:lnTo>
                  <a:pt x="609600" y="1066800"/>
                </a:lnTo>
                <a:lnTo>
                  <a:pt x="619125" y="1066800"/>
                </a:lnTo>
                <a:lnTo>
                  <a:pt x="619125" y="1095375"/>
                </a:lnTo>
                <a:lnTo>
                  <a:pt x="609600" y="1095375"/>
                </a:lnTo>
                <a:lnTo>
                  <a:pt x="609600" y="1085850"/>
                </a:lnTo>
                <a:lnTo>
                  <a:pt x="600075" y="1085850"/>
                </a:lnTo>
                <a:lnTo>
                  <a:pt x="600075" y="1076325"/>
                </a:lnTo>
                <a:lnTo>
                  <a:pt x="590550" y="1076325"/>
                </a:lnTo>
                <a:lnTo>
                  <a:pt x="590550" y="1085850"/>
                </a:lnTo>
                <a:lnTo>
                  <a:pt x="561975" y="1085850"/>
                </a:lnTo>
                <a:lnTo>
                  <a:pt x="561975" y="1095375"/>
                </a:lnTo>
                <a:lnTo>
                  <a:pt x="542925" y="1095375"/>
                </a:lnTo>
                <a:lnTo>
                  <a:pt x="542925" y="1104900"/>
                </a:lnTo>
                <a:lnTo>
                  <a:pt x="523875" y="1104900"/>
                </a:lnTo>
                <a:lnTo>
                  <a:pt x="523875" y="1085850"/>
                </a:lnTo>
                <a:lnTo>
                  <a:pt x="542925" y="1085850"/>
                </a:lnTo>
                <a:lnTo>
                  <a:pt x="542925" y="1076325"/>
                </a:lnTo>
                <a:lnTo>
                  <a:pt x="571500" y="1076325"/>
                </a:lnTo>
                <a:lnTo>
                  <a:pt x="571500" y="1066800"/>
                </a:lnTo>
                <a:lnTo>
                  <a:pt x="600075" y="1066800"/>
                </a:lnTo>
                <a:close/>
                <a:moveTo>
                  <a:pt x="904875" y="1057275"/>
                </a:moveTo>
                <a:lnTo>
                  <a:pt x="914400" y="1057275"/>
                </a:lnTo>
                <a:lnTo>
                  <a:pt x="914400" y="1066800"/>
                </a:lnTo>
                <a:lnTo>
                  <a:pt x="923925" y="1066800"/>
                </a:lnTo>
                <a:lnTo>
                  <a:pt x="923925" y="1095375"/>
                </a:lnTo>
                <a:lnTo>
                  <a:pt x="942975" y="1095375"/>
                </a:lnTo>
                <a:lnTo>
                  <a:pt x="942975" y="1114425"/>
                </a:lnTo>
                <a:lnTo>
                  <a:pt x="933450" y="1114425"/>
                </a:lnTo>
                <a:lnTo>
                  <a:pt x="933450" y="1123950"/>
                </a:lnTo>
                <a:lnTo>
                  <a:pt x="923925" y="1123950"/>
                </a:lnTo>
                <a:lnTo>
                  <a:pt x="923925" y="1104900"/>
                </a:lnTo>
                <a:lnTo>
                  <a:pt x="914400" y="1104900"/>
                </a:lnTo>
                <a:lnTo>
                  <a:pt x="914400" y="1085850"/>
                </a:lnTo>
                <a:lnTo>
                  <a:pt x="904875" y="1085850"/>
                </a:lnTo>
                <a:close/>
                <a:moveTo>
                  <a:pt x="1104900" y="1057275"/>
                </a:moveTo>
                <a:lnTo>
                  <a:pt x="1123950" y="1057275"/>
                </a:lnTo>
                <a:lnTo>
                  <a:pt x="1123950" y="1076325"/>
                </a:lnTo>
                <a:lnTo>
                  <a:pt x="1104900" y="1076325"/>
                </a:lnTo>
                <a:close/>
                <a:moveTo>
                  <a:pt x="1438275" y="1066800"/>
                </a:moveTo>
                <a:lnTo>
                  <a:pt x="1457325" y="1066800"/>
                </a:lnTo>
                <a:lnTo>
                  <a:pt x="1457325" y="1085850"/>
                </a:lnTo>
                <a:lnTo>
                  <a:pt x="1447800" y="1085850"/>
                </a:lnTo>
                <a:lnTo>
                  <a:pt x="1447800" y="1095375"/>
                </a:lnTo>
                <a:lnTo>
                  <a:pt x="1219200" y="1095375"/>
                </a:lnTo>
                <a:lnTo>
                  <a:pt x="1219200" y="1076325"/>
                </a:lnTo>
                <a:lnTo>
                  <a:pt x="1438275" y="1076325"/>
                </a:lnTo>
                <a:close/>
                <a:moveTo>
                  <a:pt x="1047750" y="1085850"/>
                </a:moveTo>
                <a:lnTo>
                  <a:pt x="1057275" y="1085850"/>
                </a:lnTo>
                <a:lnTo>
                  <a:pt x="1057275" y="1095375"/>
                </a:lnTo>
                <a:lnTo>
                  <a:pt x="1047750" y="1095375"/>
                </a:lnTo>
                <a:close/>
                <a:moveTo>
                  <a:pt x="381000" y="1095375"/>
                </a:moveTo>
                <a:lnTo>
                  <a:pt x="390525" y="1095375"/>
                </a:lnTo>
                <a:lnTo>
                  <a:pt x="390525" y="1104900"/>
                </a:lnTo>
                <a:lnTo>
                  <a:pt x="381000" y="1104900"/>
                </a:lnTo>
                <a:close/>
                <a:moveTo>
                  <a:pt x="1114425" y="1095375"/>
                </a:moveTo>
                <a:lnTo>
                  <a:pt x="1133475" y="1095375"/>
                </a:lnTo>
                <a:lnTo>
                  <a:pt x="1133475" y="1114425"/>
                </a:lnTo>
                <a:lnTo>
                  <a:pt x="1114425" y="1114425"/>
                </a:lnTo>
                <a:close/>
                <a:moveTo>
                  <a:pt x="361950" y="1104900"/>
                </a:moveTo>
                <a:lnTo>
                  <a:pt x="381000" y="1104900"/>
                </a:lnTo>
                <a:lnTo>
                  <a:pt x="381000" y="1114425"/>
                </a:lnTo>
                <a:lnTo>
                  <a:pt x="361950" y="1114425"/>
                </a:lnTo>
                <a:close/>
                <a:moveTo>
                  <a:pt x="457200" y="1123950"/>
                </a:moveTo>
                <a:lnTo>
                  <a:pt x="476250" y="1123950"/>
                </a:lnTo>
                <a:lnTo>
                  <a:pt x="476250" y="1171575"/>
                </a:lnTo>
                <a:lnTo>
                  <a:pt x="466725" y="1171575"/>
                </a:lnTo>
                <a:lnTo>
                  <a:pt x="466725" y="1162050"/>
                </a:lnTo>
                <a:lnTo>
                  <a:pt x="457200" y="1162050"/>
                </a:lnTo>
                <a:close/>
                <a:moveTo>
                  <a:pt x="933450" y="1123950"/>
                </a:moveTo>
                <a:lnTo>
                  <a:pt x="942975" y="1123950"/>
                </a:lnTo>
                <a:lnTo>
                  <a:pt x="942975" y="1133475"/>
                </a:lnTo>
                <a:lnTo>
                  <a:pt x="971550" y="1133475"/>
                </a:lnTo>
                <a:lnTo>
                  <a:pt x="971550" y="1143000"/>
                </a:lnTo>
                <a:lnTo>
                  <a:pt x="981075" y="1143000"/>
                </a:lnTo>
                <a:lnTo>
                  <a:pt x="981075" y="1152525"/>
                </a:lnTo>
                <a:lnTo>
                  <a:pt x="990600" y="1152525"/>
                </a:lnTo>
                <a:lnTo>
                  <a:pt x="990600" y="1162050"/>
                </a:lnTo>
                <a:lnTo>
                  <a:pt x="1009650" y="1162050"/>
                </a:lnTo>
                <a:lnTo>
                  <a:pt x="1009650" y="1152525"/>
                </a:lnTo>
                <a:lnTo>
                  <a:pt x="1000125" y="1152525"/>
                </a:lnTo>
                <a:lnTo>
                  <a:pt x="1000125" y="1143000"/>
                </a:lnTo>
                <a:lnTo>
                  <a:pt x="1009650" y="1143000"/>
                </a:lnTo>
                <a:lnTo>
                  <a:pt x="1009650" y="1133475"/>
                </a:lnTo>
                <a:lnTo>
                  <a:pt x="1019175" y="1133475"/>
                </a:lnTo>
                <a:lnTo>
                  <a:pt x="1019175" y="1171575"/>
                </a:lnTo>
                <a:lnTo>
                  <a:pt x="1028700" y="1171575"/>
                </a:lnTo>
                <a:lnTo>
                  <a:pt x="1028700" y="1181100"/>
                </a:lnTo>
                <a:lnTo>
                  <a:pt x="1047750" y="1181100"/>
                </a:lnTo>
                <a:lnTo>
                  <a:pt x="1047750" y="1190625"/>
                </a:lnTo>
                <a:lnTo>
                  <a:pt x="1104900" y="1190625"/>
                </a:lnTo>
                <a:lnTo>
                  <a:pt x="1104900" y="1200150"/>
                </a:lnTo>
                <a:lnTo>
                  <a:pt x="1095375" y="1200150"/>
                </a:lnTo>
                <a:lnTo>
                  <a:pt x="1095375" y="1209675"/>
                </a:lnTo>
                <a:lnTo>
                  <a:pt x="1057275" y="1209675"/>
                </a:lnTo>
                <a:lnTo>
                  <a:pt x="1057275" y="1200150"/>
                </a:lnTo>
                <a:lnTo>
                  <a:pt x="1028700" y="1200150"/>
                </a:lnTo>
                <a:lnTo>
                  <a:pt x="1028700" y="1190625"/>
                </a:lnTo>
                <a:lnTo>
                  <a:pt x="1019175" y="1190625"/>
                </a:lnTo>
                <a:lnTo>
                  <a:pt x="1019175" y="1181100"/>
                </a:lnTo>
                <a:lnTo>
                  <a:pt x="1009650" y="1181100"/>
                </a:lnTo>
                <a:lnTo>
                  <a:pt x="1009650" y="1171575"/>
                </a:lnTo>
                <a:lnTo>
                  <a:pt x="981075" y="1171575"/>
                </a:lnTo>
                <a:lnTo>
                  <a:pt x="981075" y="1162050"/>
                </a:lnTo>
                <a:lnTo>
                  <a:pt x="971550" y="1162050"/>
                </a:lnTo>
                <a:lnTo>
                  <a:pt x="971550" y="1152525"/>
                </a:lnTo>
                <a:lnTo>
                  <a:pt x="962025" y="1152525"/>
                </a:lnTo>
                <a:lnTo>
                  <a:pt x="962025" y="1143000"/>
                </a:lnTo>
                <a:lnTo>
                  <a:pt x="933450" y="1143000"/>
                </a:lnTo>
                <a:close/>
                <a:moveTo>
                  <a:pt x="619125" y="1143000"/>
                </a:moveTo>
                <a:lnTo>
                  <a:pt x="628650" y="1143000"/>
                </a:lnTo>
                <a:lnTo>
                  <a:pt x="628650" y="1162050"/>
                </a:lnTo>
                <a:lnTo>
                  <a:pt x="619125" y="1162050"/>
                </a:lnTo>
                <a:close/>
                <a:moveTo>
                  <a:pt x="581025" y="1171575"/>
                </a:moveTo>
                <a:lnTo>
                  <a:pt x="600075" y="1171575"/>
                </a:lnTo>
                <a:lnTo>
                  <a:pt x="600075" y="1181100"/>
                </a:lnTo>
                <a:lnTo>
                  <a:pt x="581025" y="1181100"/>
                </a:lnTo>
                <a:close/>
                <a:moveTo>
                  <a:pt x="1114425" y="1171575"/>
                </a:moveTo>
                <a:lnTo>
                  <a:pt x="1123950" y="1171575"/>
                </a:lnTo>
                <a:lnTo>
                  <a:pt x="1123950" y="1190625"/>
                </a:lnTo>
                <a:lnTo>
                  <a:pt x="1114425" y="1190625"/>
                </a:lnTo>
                <a:close/>
                <a:moveTo>
                  <a:pt x="571500" y="1181100"/>
                </a:moveTo>
                <a:lnTo>
                  <a:pt x="581025" y="1181100"/>
                </a:lnTo>
                <a:lnTo>
                  <a:pt x="581025" y="1190625"/>
                </a:lnTo>
                <a:lnTo>
                  <a:pt x="571500" y="1190625"/>
                </a:lnTo>
                <a:close/>
                <a:moveTo>
                  <a:pt x="495300" y="1190625"/>
                </a:moveTo>
                <a:lnTo>
                  <a:pt x="542925" y="1190625"/>
                </a:lnTo>
                <a:lnTo>
                  <a:pt x="542925" y="1209675"/>
                </a:lnTo>
                <a:lnTo>
                  <a:pt x="504825" y="1209675"/>
                </a:lnTo>
                <a:lnTo>
                  <a:pt x="504825" y="1200150"/>
                </a:lnTo>
                <a:lnTo>
                  <a:pt x="495300" y="1200150"/>
                </a:lnTo>
                <a:close/>
                <a:moveTo>
                  <a:pt x="609600" y="1219200"/>
                </a:moveTo>
                <a:lnTo>
                  <a:pt x="628650" y="1219200"/>
                </a:lnTo>
                <a:lnTo>
                  <a:pt x="628650" y="1238250"/>
                </a:lnTo>
                <a:lnTo>
                  <a:pt x="609600" y="1238250"/>
                </a:lnTo>
                <a:close/>
                <a:moveTo>
                  <a:pt x="971550" y="1219200"/>
                </a:moveTo>
                <a:lnTo>
                  <a:pt x="990600" y="1219200"/>
                </a:lnTo>
                <a:lnTo>
                  <a:pt x="990600" y="1247775"/>
                </a:lnTo>
                <a:lnTo>
                  <a:pt x="971550" y="1247775"/>
                </a:lnTo>
                <a:close/>
              </a:path>
            </a:pathLst>
          </a:custGeom>
          <a:solidFill xmlns:a="http://schemas.openxmlformats.org/drawingml/2006/main">
            <a:srgbClr val="6B7F74"/>
          </a:solidFill>
          <a:ln xmlns:a="http://schemas.openxmlformats.org/drawingml/2006/main" w="0">
            <a:noFill/>
          </a:ln>
        </p:spPr>
      </p:sp>
      <p:sp>
        <p:nvSpPr>
          <p:cNvPr id="38" name="turno1 vector #284f3c">
            <a:extLst xmlns:a="http://schemas.openxmlformats.org/drawingml/2006/main">
              <a:ext uri="{FF2B5EF4-FFF2-40B4-BE49-F238E27FC236}">
                <a16:creationId xmlns:a16="http://schemas.microsoft.com/office/drawing/2014/main" id="{3A28575F-59D4-4A24-93CE-E21F77C2E3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2025" y="2752725"/>
            <a:ext cx="2476500" cy="2095500"/>
          </a:xfrm>
          <a:custGeom xmlns:a="http://schemas.openxmlformats.org/drawingml/2006/main">
            <a:pathLst>
              <a:path w="1609725" h="1362075">
                <a:moveTo>
                  <a:pt x="1028700" y="76200"/>
                </a:moveTo>
                <a:lnTo>
                  <a:pt x="1171575" y="76200"/>
                </a:lnTo>
                <a:lnTo>
                  <a:pt x="1171575" y="85725"/>
                </a:lnTo>
                <a:lnTo>
                  <a:pt x="1123950" y="85725"/>
                </a:lnTo>
                <a:lnTo>
                  <a:pt x="1123950" y="95250"/>
                </a:lnTo>
                <a:lnTo>
                  <a:pt x="1133475" y="95250"/>
                </a:lnTo>
                <a:lnTo>
                  <a:pt x="1133475" y="104775"/>
                </a:lnTo>
                <a:lnTo>
                  <a:pt x="1104900" y="104775"/>
                </a:lnTo>
                <a:lnTo>
                  <a:pt x="1104900" y="114300"/>
                </a:lnTo>
                <a:lnTo>
                  <a:pt x="1095375" y="114300"/>
                </a:lnTo>
                <a:lnTo>
                  <a:pt x="1095375" y="104775"/>
                </a:lnTo>
                <a:lnTo>
                  <a:pt x="1085850" y="104775"/>
                </a:lnTo>
                <a:lnTo>
                  <a:pt x="1085850" y="114300"/>
                </a:lnTo>
                <a:lnTo>
                  <a:pt x="1095375" y="114300"/>
                </a:lnTo>
                <a:lnTo>
                  <a:pt x="1095375" y="123825"/>
                </a:lnTo>
                <a:lnTo>
                  <a:pt x="1085850" y="123825"/>
                </a:lnTo>
                <a:lnTo>
                  <a:pt x="1085850" y="133350"/>
                </a:lnTo>
                <a:lnTo>
                  <a:pt x="1095375" y="133350"/>
                </a:lnTo>
                <a:lnTo>
                  <a:pt x="1095375" y="142875"/>
                </a:lnTo>
                <a:lnTo>
                  <a:pt x="1076325" y="142875"/>
                </a:lnTo>
                <a:lnTo>
                  <a:pt x="1076325" y="171450"/>
                </a:lnTo>
                <a:lnTo>
                  <a:pt x="1066800" y="171450"/>
                </a:lnTo>
                <a:lnTo>
                  <a:pt x="1066800" y="152400"/>
                </a:lnTo>
                <a:lnTo>
                  <a:pt x="1038225" y="152400"/>
                </a:lnTo>
                <a:lnTo>
                  <a:pt x="1038225" y="161925"/>
                </a:lnTo>
                <a:lnTo>
                  <a:pt x="1028700" y="161925"/>
                </a:lnTo>
                <a:lnTo>
                  <a:pt x="1028700" y="123825"/>
                </a:lnTo>
                <a:lnTo>
                  <a:pt x="1038225" y="123825"/>
                </a:lnTo>
                <a:lnTo>
                  <a:pt x="1038225" y="133350"/>
                </a:lnTo>
                <a:lnTo>
                  <a:pt x="1047750" y="133350"/>
                </a:lnTo>
                <a:lnTo>
                  <a:pt x="1047750" y="123825"/>
                </a:lnTo>
                <a:lnTo>
                  <a:pt x="1066800" y="123825"/>
                </a:lnTo>
                <a:lnTo>
                  <a:pt x="1066800" y="114300"/>
                </a:lnTo>
                <a:lnTo>
                  <a:pt x="1076325" y="114300"/>
                </a:lnTo>
                <a:lnTo>
                  <a:pt x="1076325" y="85725"/>
                </a:lnTo>
                <a:lnTo>
                  <a:pt x="1028700" y="85725"/>
                </a:lnTo>
                <a:close/>
                <a:moveTo>
                  <a:pt x="1009650" y="95250"/>
                </a:moveTo>
                <a:lnTo>
                  <a:pt x="1019175" y="95250"/>
                </a:lnTo>
                <a:lnTo>
                  <a:pt x="1019175" y="180975"/>
                </a:lnTo>
                <a:lnTo>
                  <a:pt x="1009650" y="180975"/>
                </a:lnTo>
                <a:close/>
                <a:moveTo>
                  <a:pt x="1085850" y="95250"/>
                </a:moveTo>
                <a:lnTo>
                  <a:pt x="1095375" y="95250"/>
                </a:lnTo>
                <a:lnTo>
                  <a:pt x="1095375" y="85725"/>
                </a:lnTo>
                <a:lnTo>
                  <a:pt x="1085850" y="85725"/>
                </a:lnTo>
                <a:close/>
                <a:moveTo>
                  <a:pt x="581025" y="142875"/>
                </a:moveTo>
                <a:lnTo>
                  <a:pt x="600075" y="142875"/>
                </a:lnTo>
                <a:lnTo>
                  <a:pt x="600075" y="161925"/>
                </a:lnTo>
                <a:lnTo>
                  <a:pt x="590550" y="161925"/>
                </a:lnTo>
                <a:lnTo>
                  <a:pt x="590550" y="152400"/>
                </a:lnTo>
                <a:lnTo>
                  <a:pt x="581025" y="152400"/>
                </a:lnTo>
                <a:close/>
                <a:moveTo>
                  <a:pt x="1143000" y="142875"/>
                </a:moveTo>
                <a:lnTo>
                  <a:pt x="1152525" y="142875"/>
                </a:lnTo>
                <a:lnTo>
                  <a:pt x="1152525" y="152400"/>
                </a:lnTo>
                <a:lnTo>
                  <a:pt x="1143000" y="152400"/>
                </a:lnTo>
                <a:close/>
                <a:moveTo>
                  <a:pt x="1276350" y="142875"/>
                </a:moveTo>
                <a:lnTo>
                  <a:pt x="1285875" y="142875"/>
                </a:lnTo>
                <a:lnTo>
                  <a:pt x="1285875" y="228600"/>
                </a:lnTo>
                <a:lnTo>
                  <a:pt x="1276350" y="228600"/>
                </a:lnTo>
                <a:lnTo>
                  <a:pt x="1276350" y="238125"/>
                </a:lnTo>
                <a:lnTo>
                  <a:pt x="1266825" y="238125"/>
                </a:lnTo>
                <a:lnTo>
                  <a:pt x="1266825" y="247650"/>
                </a:lnTo>
                <a:lnTo>
                  <a:pt x="1247775" y="247650"/>
                </a:lnTo>
                <a:lnTo>
                  <a:pt x="1247775" y="228600"/>
                </a:lnTo>
                <a:lnTo>
                  <a:pt x="1238250" y="228600"/>
                </a:lnTo>
                <a:lnTo>
                  <a:pt x="1238250" y="219075"/>
                </a:lnTo>
                <a:lnTo>
                  <a:pt x="1209675" y="219075"/>
                </a:lnTo>
                <a:lnTo>
                  <a:pt x="1209675" y="228600"/>
                </a:lnTo>
                <a:lnTo>
                  <a:pt x="1200150" y="228600"/>
                </a:lnTo>
                <a:lnTo>
                  <a:pt x="1200150" y="238125"/>
                </a:lnTo>
                <a:lnTo>
                  <a:pt x="1190625" y="238125"/>
                </a:lnTo>
                <a:lnTo>
                  <a:pt x="1190625" y="247650"/>
                </a:lnTo>
                <a:lnTo>
                  <a:pt x="1085850" y="247650"/>
                </a:lnTo>
                <a:lnTo>
                  <a:pt x="1085850" y="238125"/>
                </a:lnTo>
                <a:lnTo>
                  <a:pt x="1104900" y="238125"/>
                </a:lnTo>
                <a:lnTo>
                  <a:pt x="1104900" y="219075"/>
                </a:lnTo>
                <a:lnTo>
                  <a:pt x="1143000" y="219075"/>
                </a:lnTo>
                <a:lnTo>
                  <a:pt x="1143000" y="209550"/>
                </a:lnTo>
                <a:lnTo>
                  <a:pt x="1162050" y="209550"/>
                </a:lnTo>
                <a:lnTo>
                  <a:pt x="1162050" y="180975"/>
                </a:lnTo>
                <a:lnTo>
                  <a:pt x="1143000" y="180975"/>
                </a:lnTo>
                <a:lnTo>
                  <a:pt x="1143000" y="171450"/>
                </a:lnTo>
                <a:lnTo>
                  <a:pt x="1162050" y="171450"/>
                </a:lnTo>
                <a:lnTo>
                  <a:pt x="1162050" y="152400"/>
                </a:lnTo>
                <a:lnTo>
                  <a:pt x="1171575" y="152400"/>
                </a:lnTo>
                <a:lnTo>
                  <a:pt x="1171575" y="171450"/>
                </a:lnTo>
                <a:lnTo>
                  <a:pt x="1200150" y="171450"/>
                </a:lnTo>
                <a:lnTo>
                  <a:pt x="1200150" y="180975"/>
                </a:lnTo>
                <a:lnTo>
                  <a:pt x="1219200" y="180975"/>
                </a:lnTo>
                <a:lnTo>
                  <a:pt x="1219200" y="171450"/>
                </a:lnTo>
                <a:lnTo>
                  <a:pt x="1228725" y="171450"/>
                </a:lnTo>
                <a:lnTo>
                  <a:pt x="1228725" y="161925"/>
                </a:lnTo>
                <a:lnTo>
                  <a:pt x="1247775" y="161925"/>
                </a:lnTo>
                <a:lnTo>
                  <a:pt x="1247775" y="152400"/>
                </a:lnTo>
                <a:lnTo>
                  <a:pt x="1276350" y="152400"/>
                </a:lnTo>
                <a:close/>
                <a:moveTo>
                  <a:pt x="1390650" y="142875"/>
                </a:moveTo>
                <a:lnTo>
                  <a:pt x="1428750" y="142875"/>
                </a:lnTo>
                <a:lnTo>
                  <a:pt x="1428750" y="152400"/>
                </a:lnTo>
                <a:lnTo>
                  <a:pt x="1447800" y="152400"/>
                </a:lnTo>
                <a:lnTo>
                  <a:pt x="1447800" y="161925"/>
                </a:lnTo>
                <a:lnTo>
                  <a:pt x="1419225" y="161925"/>
                </a:lnTo>
                <a:lnTo>
                  <a:pt x="1419225" y="152400"/>
                </a:lnTo>
                <a:lnTo>
                  <a:pt x="1390650" y="152400"/>
                </a:lnTo>
                <a:close/>
                <a:moveTo>
                  <a:pt x="1447800" y="161925"/>
                </a:moveTo>
                <a:lnTo>
                  <a:pt x="1457325" y="161925"/>
                </a:lnTo>
                <a:lnTo>
                  <a:pt x="1457325" y="171450"/>
                </a:lnTo>
                <a:lnTo>
                  <a:pt x="1447800" y="171450"/>
                </a:lnTo>
                <a:close/>
                <a:moveTo>
                  <a:pt x="1076325" y="171450"/>
                </a:moveTo>
                <a:lnTo>
                  <a:pt x="1085850" y="171450"/>
                </a:lnTo>
                <a:lnTo>
                  <a:pt x="1085850" y="180975"/>
                </a:lnTo>
                <a:lnTo>
                  <a:pt x="1076325" y="180975"/>
                </a:lnTo>
                <a:close/>
                <a:moveTo>
                  <a:pt x="1457325" y="171450"/>
                </a:moveTo>
                <a:lnTo>
                  <a:pt x="1466850" y="171450"/>
                </a:lnTo>
                <a:lnTo>
                  <a:pt x="1466850" y="180975"/>
                </a:lnTo>
                <a:lnTo>
                  <a:pt x="1457325" y="180975"/>
                </a:lnTo>
                <a:close/>
                <a:moveTo>
                  <a:pt x="1352550" y="180975"/>
                </a:moveTo>
                <a:lnTo>
                  <a:pt x="1362075" y="180975"/>
                </a:lnTo>
                <a:lnTo>
                  <a:pt x="1362075" y="190500"/>
                </a:lnTo>
                <a:lnTo>
                  <a:pt x="1352550" y="190500"/>
                </a:lnTo>
                <a:close/>
                <a:moveTo>
                  <a:pt x="1466850" y="180975"/>
                </a:moveTo>
                <a:lnTo>
                  <a:pt x="1476375" y="180975"/>
                </a:lnTo>
                <a:lnTo>
                  <a:pt x="1476375" y="228600"/>
                </a:lnTo>
                <a:lnTo>
                  <a:pt x="1466850" y="228600"/>
                </a:lnTo>
                <a:close/>
                <a:moveTo>
                  <a:pt x="1352550" y="209550"/>
                </a:moveTo>
                <a:lnTo>
                  <a:pt x="1362075" y="209550"/>
                </a:lnTo>
                <a:lnTo>
                  <a:pt x="1362075" y="219075"/>
                </a:lnTo>
                <a:lnTo>
                  <a:pt x="1400175" y="219075"/>
                </a:lnTo>
                <a:lnTo>
                  <a:pt x="1400175" y="228600"/>
                </a:lnTo>
                <a:lnTo>
                  <a:pt x="1419225" y="228600"/>
                </a:lnTo>
                <a:lnTo>
                  <a:pt x="1419225" y="238125"/>
                </a:lnTo>
                <a:lnTo>
                  <a:pt x="1438275" y="238125"/>
                </a:lnTo>
                <a:lnTo>
                  <a:pt x="1438275" y="257175"/>
                </a:lnTo>
                <a:lnTo>
                  <a:pt x="1447800" y="257175"/>
                </a:lnTo>
                <a:lnTo>
                  <a:pt x="1447800" y="247650"/>
                </a:lnTo>
                <a:lnTo>
                  <a:pt x="1457325" y="247650"/>
                </a:lnTo>
                <a:lnTo>
                  <a:pt x="1457325" y="257175"/>
                </a:lnTo>
                <a:lnTo>
                  <a:pt x="1447800" y="257175"/>
                </a:lnTo>
                <a:lnTo>
                  <a:pt x="1447800" y="266700"/>
                </a:lnTo>
                <a:lnTo>
                  <a:pt x="1381125" y="266700"/>
                </a:lnTo>
                <a:lnTo>
                  <a:pt x="1381125" y="257175"/>
                </a:lnTo>
                <a:lnTo>
                  <a:pt x="1371600" y="257175"/>
                </a:lnTo>
                <a:lnTo>
                  <a:pt x="1371600" y="247650"/>
                </a:lnTo>
                <a:lnTo>
                  <a:pt x="1362075" y="247650"/>
                </a:lnTo>
                <a:lnTo>
                  <a:pt x="1362075" y="228600"/>
                </a:lnTo>
                <a:lnTo>
                  <a:pt x="1352550" y="228600"/>
                </a:lnTo>
                <a:close/>
                <a:moveTo>
                  <a:pt x="1200150" y="266700"/>
                </a:moveTo>
                <a:lnTo>
                  <a:pt x="1209675" y="266700"/>
                </a:lnTo>
                <a:lnTo>
                  <a:pt x="1209675" y="276225"/>
                </a:lnTo>
                <a:lnTo>
                  <a:pt x="1200150" y="276225"/>
                </a:lnTo>
                <a:close/>
                <a:moveTo>
                  <a:pt x="190500" y="276225"/>
                </a:moveTo>
                <a:lnTo>
                  <a:pt x="200025" y="276225"/>
                </a:lnTo>
                <a:lnTo>
                  <a:pt x="200025" y="285750"/>
                </a:lnTo>
                <a:lnTo>
                  <a:pt x="190500" y="285750"/>
                </a:lnTo>
                <a:close/>
                <a:moveTo>
                  <a:pt x="247650" y="276225"/>
                </a:moveTo>
                <a:lnTo>
                  <a:pt x="257175" y="276225"/>
                </a:lnTo>
                <a:lnTo>
                  <a:pt x="257175" y="285750"/>
                </a:lnTo>
                <a:lnTo>
                  <a:pt x="247650" y="285750"/>
                </a:lnTo>
                <a:close/>
                <a:moveTo>
                  <a:pt x="1228725" y="276225"/>
                </a:moveTo>
                <a:lnTo>
                  <a:pt x="1238250" y="276225"/>
                </a:lnTo>
                <a:lnTo>
                  <a:pt x="1238250" y="285750"/>
                </a:lnTo>
                <a:lnTo>
                  <a:pt x="1228725" y="285750"/>
                </a:lnTo>
                <a:close/>
                <a:moveTo>
                  <a:pt x="180975" y="285750"/>
                </a:moveTo>
                <a:lnTo>
                  <a:pt x="190500" y="285750"/>
                </a:lnTo>
                <a:lnTo>
                  <a:pt x="190500" y="295275"/>
                </a:lnTo>
                <a:lnTo>
                  <a:pt x="180975" y="295275"/>
                </a:lnTo>
                <a:close/>
                <a:moveTo>
                  <a:pt x="590550" y="285750"/>
                </a:moveTo>
                <a:lnTo>
                  <a:pt x="600075" y="285750"/>
                </a:lnTo>
                <a:lnTo>
                  <a:pt x="600075" y="295275"/>
                </a:lnTo>
                <a:lnTo>
                  <a:pt x="590550" y="295275"/>
                </a:lnTo>
                <a:close/>
                <a:moveTo>
                  <a:pt x="171450" y="295275"/>
                </a:moveTo>
                <a:lnTo>
                  <a:pt x="180975" y="295275"/>
                </a:lnTo>
                <a:lnTo>
                  <a:pt x="180975" y="314325"/>
                </a:lnTo>
                <a:lnTo>
                  <a:pt x="171450" y="314325"/>
                </a:lnTo>
                <a:close/>
                <a:moveTo>
                  <a:pt x="733425" y="295275"/>
                </a:moveTo>
                <a:lnTo>
                  <a:pt x="771525" y="295275"/>
                </a:lnTo>
                <a:lnTo>
                  <a:pt x="771525" y="304800"/>
                </a:lnTo>
                <a:lnTo>
                  <a:pt x="733425" y="304800"/>
                </a:lnTo>
                <a:close/>
                <a:moveTo>
                  <a:pt x="847725" y="295275"/>
                </a:moveTo>
                <a:lnTo>
                  <a:pt x="857250" y="295275"/>
                </a:lnTo>
                <a:lnTo>
                  <a:pt x="857250" y="304800"/>
                </a:lnTo>
                <a:lnTo>
                  <a:pt x="847725" y="304800"/>
                </a:lnTo>
                <a:close/>
                <a:moveTo>
                  <a:pt x="1390650" y="295275"/>
                </a:moveTo>
                <a:lnTo>
                  <a:pt x="1476375" y="295275"/>
                </a:lnTo>
                <a:lnTo>
                  <a:pt x="1476375" y="304800"/>
                </a:lnTo>
                <a:lnTo>
                  <a:pt x="1495425" y="304800"/>
                </a:lnTo>
                <a:lnTo>
                  <a:pt x="1495425" y="314325"/>
                </a:lnTo>
                <a:lnTo>
                  <a:pt x="1504950" y="314325"/>
                </a:lnTo>
                <a:lnTo>
                  <a:pt x="1504950" y="323850"/>
                </a:lnTo>
                <a:lnTo>
                  <a:pt x="1514475" y="323850"/>
                </a:lnTo>
                <a:lnTo>
                  <a:pt x="1514475" y="333375"/>
                </a:lnTo>
                <a:lnTo>
                  <a:pt x="1524000" y="333375"/>
                </a:lnTo>
                <a:lnTo>
                  <a:pt x="1524000" y="390525"/>
                </a:lnTo>
                <a:lnTo>
                  <a:pt x="1514475" y="390525"/>
                </a:lnTo>
                <a:lnTo>
                  <a:pt x="1514475" y="371475"/>
                </a:lnTo>
                <a:lnTo>
                  <a:pt x="1504950" y="371475"/>
                </a:lnTo>
                <a:lnTo>
                  <a:pt x="1504950" y="381000"/>
                </a:lnTo>
                <a:lnTo>
                  <a:pt x="1495425" y="381000"/>
                </a:lnTo>
                <a:lnTo>
                  <a:pt x="1495425" y="371475"/>
                </a:lnTo>
                <a:lnTo>
                  <a:pt x="1485900" y="371475"/>
                </a:lnTo>
                <a:lnTo>
                  <a:pt x="1485900" y="352425"/>
                </a:lnTo>
                <a:lnTo>
                  <a:pt x="1466850" y="352425"/>
                </a:lnTo>
                <a:lnTo>
                  <a:pt x="1466850" y="342900"/>
                </a:lnTo>
                <a:lnTo>
                  <a:pt x="1457325" y="342900"/>
                </a:lnTo>
                <a:lnTo>
                  <a:pt x="1457325" y="333375"/>
                </a:lnTo>
                <a:lnTo>
                  <a:pt x="1447800" y="333375"/>
                </a:lnTo>
                <a:lnTo>
                  <a:pt x="1447800" y="304800"/>
                </a:lnTo>
                <a:lnTo>
                  <a:pt x="1390650" y="304800"/>
                </a:lnTo>
                <a:close/>
                <a:moveTo>
                  <a:pt x="714375" y="304800"/>
                </a:moveTo>
                <a:lnTo>
                  <a:pt x="733425" y="304800"/>
                </a:lnTo>
                <a:lnTo>
                  <a:pt x="733425" y="314325"/>
                </a:lnTo>
                <a:lnTo>
                  <a:pt x="714375" y="314325"/>
                </a:lnTo>
                <a:close/>
                <a:moveTo>
                  <a:pt x="876300" y="304800"/>
                </a:moveTo>
                <a:lnTo>
                  <a:pt x="885825" y="304800"/>
                </a:lnTo>
                <a:lnTo>
                  <a:pt x="885825" y="314325"/>
                </a:lnTo>
                <a:lnTo>
                  <a:pt x="876300" y="314325"/>
                </a:lnTo>
                <a:close/>
                <a:moveTo>
                  <a:pt x="161925" y="314325"/>
                </a:moveTo>
                <a:lnTo>
                  <a:pt x="171450" y="314325"/>
                </a:lnTo>
                <a:lnTo>
                  <a:pt x="171450" y="333375"/>
                </a:lnTo>
                <a:lnTo>
                  <a:pt x="180975" y="333375"/>
                </a:lnTo>
                <a:lnTo>
                  <a:pt x="180975" y="352425"/>
                </a:lnTo>
                <a:lnTo>
                  <a:pt x="190500" y="352425"/>
                </a:lnTo>
                <a:lnTo>
                  <a:pt x="190500" y="342900"/>
                </a:lnTo>
                <a:lnTo>
                  <a:pt x="200025" y="342900"/>
                </a:lnTo>
                <a:lnTo>
                  <a:pt x="200025" y="352425"/>
                </a:lnTo>
                <a:lnTo>
                  <a:pt x="209550" y="352425"/>
                </a:lnTo>
                <a:lnTo>
                  <a:pt x="209550" y="361950"/>
                </a:lnTo>
                <a:lnTo>
                  <a:pt x="257175" y="361950"/>
                </a:lnTo>
                <a:lnTo>
                  <a:pt x="257175" y="371475"/>
                </a:lnTo>
                <a:lnTo>
                  <a:pt x="266700" y="371475"/>
                </a:lnTo>
                <a:lnTo>
                  <a:pt x="266700" y="361950"/>
                </a:lnTo>
                <a:lnTo>
                  <a:pt x="276225" y="361950"/>
                </a:lnTo>
                <a:lnTo>
                  <a:pt x="276225" y="352425"/>
                </a:lnTo>
                <a:lnTo>
                  <a:pt x="285750" y="352425"/>
                </a:lnTo>
                <a:lnTo>
                  <a:pt x="285750" y="361950"/>
                </a:lnTo>
                <a:lnTo>
                  <a:pt x="276225" y="361950"/>
                </a:lnTo>
                <a:lnTo>
                  <a:pt x="276225" y="371475"/>
                </a:lnTo>
                <a:lnTo>
                  <a:pt x="266700" y="371475"/>
                </a:lnTo>
                <a:lnTo>
                  <a:pt x="266700" y="381000"/>
                </a:lnTo>
                <a:lnTo>
                  <a:pt x="257175" y="381000"/>
                </a:lnTo>
                <a:lnTo>
                  <a:pt x="257175" y="390525"/>
                </a:lnTo>
                <a:lnTo>
                  <a:pt x="238125" y="390525"/>
                </a:lnTo>
                <a:lnTo>
                  <a:pt x="238125" y="400050"/>
                </a:lnTo>
                <a:lnTo>
                  <a:pt x="209550" y="400050"/>
                </a:lnTo>
                <a:lnTo>
                  <a:pt x="209550" y="390525"/>
                </a:lnTo>
                <a:lnTo>
                  <a:pt x="190500" y="390525"/>
                </a:lnTo>
                <a:lnTo>
                  <a:pt x="190500" y="381000"/>
                </a:lnTo>
                <a:lnTo>
                  <a:pt x="180975" y="381000"/>
                </a:lnTo>
                <a:lnTo>
                  <a:pt x="180975" y="371475"/>
                </a:lnTo>
                <a:lnTo>
                  <a:pt x="171450" y="371475"/>
                </a:lnTo>
                <a:lnTo>
                  <a:pt x="171450" y="352425"/>
                </a:lnTo>
                <a:lnTo>
                  <a:pt x="161925" y="352425"/>
                </a:lnTo>
                <a:close/>
                <a:moveTo>
                  <a:pt x="371475" y="314325"/>
                </a:moveTo>
                <a:lnTo>
                  <a:pt x="381000" y="314325"/>
                </a:lnTo>
                <a:lnTo>
                  <a:pt x="381000" y="323850"/>
                </a:lnTo>
                <a:lnTo>
                  <a:pt x="371475" y="323850"/>
                </a:lnTo>
                <a:close/>
                <a:moveTo>
                  <a:pt x="695325" y="314325"/>
                </a:moveTo>
                <a:lnTo>
                  <a:pt x="704850" y="314325"/>
                </a:lnTo>
                <a:lnTo>
                  <a:pt x="704850" y="323850"/>
                </a:lnTo>
                <a:lnTo>
                  <a:pt x="695325" y="323850"/>
                </a:lnTo>
                <a:close/>
                <a:moveTo>
                  <a:pt x="752475" y="314325"/>
                </a:moveTo>
                <a:lnTo>
                  <a:pt x="819150" y="314325"/>
                </a:lnTo>
                <a:lnTo>
                  <a:pt x="819150" y="323850"/>
                </a:lnTo>
                <a:lnTo>
                  <a:pt x="752475" y="323850"/>
                </a:lnTo>
                <a:close/>
                <a:moveTo>
                  <a:pt x="723900" y="323850"/>
                </a:moveTo>
                <a:lnTo>
                  <a:pt x="742950" y="323850"/>
                </a:lnTo>
                <a:lnTo>
                  <a:pt x="742950" y="333375"/>
                </a:lnTo>
                <a:lnTo>
                  <a:pt x="723900" y="333375"/>
                </a:lnTo>
                <a:close/>
                <a:moveTo>
                  <a:pt x="847725" y="323850"/>
                </a:moveTo>
                <a:lnTo>
                  <a:pt x="857250" y="323850"/>
                </a:lnTo>
                <a:lnTo>
                  <a:pt x="857250" y="333375"/>
                </a:lnTo>
                <a:lnTo>
                  <a:pt x="847725" y="333375"/>
                </a:lnTo>
                <a:close/>
                <a:moveTo>
                  <a:pt x="904875" y="323850"/>
                </a:moveTo>
                <a:lnTo>
                  <a:pt x="914400" y="323850"/>
                </a:lnTo>
                <a:lnTo>
                  <a:pt x="914400" y="333375"/>
                </a:lnTo>
                <a:lnTo>
                  <a:pt x="904875" y="333375"/>
                </a:lnTo>
                <a:close/>
                <a:moveTo>
                  <a:pt x="390525" y="333375"/>
                </a:moveTo>
                <a:lnTo>
                  <a:pt x="400050" y="333375"/>
                </a:lnTo>
                <a:lnTo>
                  <a:pt x="400050" y="342900"/>
                </a:lnTo>
                <a:lnTo>
                  <a:pt x="390525" y="342900"/>
                </a:lnTo>
                <a:close/>
                <a:moveTo>
                  <a:pt x="714375" y="333375"/>
                </a:moveTo>
                <a:lnTo>
                  <a:pt x="723900" y="333375"/>
                </a:lnTo>
                <a:lnTo>
                  <a:pt x="723900" y="342900"/>
                </a:lnTo>
                <a:lnTo>
                  <a:pt x="714375" y="342900"/>
                </a:lnTo>
                <a:close/>
                <a:moveTo>
                  <a:pt x="914400" y="333375"/>
                </a:moveTo>
                <a:lnTo>
                  <a:pt x="923925" y="333375"/>
                </a:lnTo>
                <a:lnTo>
                  <a:pt x="923925" y="342900"/>
                </a:lnTo>
                <a:lnTo>
                  <a:pt x="914400" y="342900"/>
                </a:lnTo>
                <a:close/>
                <a:moveTo>
                  <a:pt x="1304925" y="333375"/>
                </a:moveTo>
                <a:lnTo>
                  <a:pt x="1314450" y="333375"/>
                </a:lnTo>
                <a:lnTo>
                  <a:pt x="1314450" y="371475"/>
                </a:lnTo>
                <a:lnTo>
                  <a:pt x="1304925" y="371475"/>
                </a:lnTo>
                <a:close/>
                <a:moveTo>
                  <a:pt x="752475" y="342900"/>
                </a:moveTo>
                <a:lnTo>
                  <a:pt x="771525" y="342900"/>
                </a:lnTo>
                <a:lnTo>
                  <a:pt x="771525" y="352425"/>
                </a:lnTo>
                <a:lnTo>
                  <a:pt x="752475" y="352425"/>
                </a:lnTo>
                <a:close/>
                <a:moveTo>
                  <a:pt x="885825" y="342900"/>
                </a:moveTo>
                <a:lnTo>
                  <a:pt x="895350" y="342900"/>
                </a:lnTo>
                <a:lnTo>
                  <a:pt x="895350" y="352425"/>
                </a:lnTo>
                <a:lnTo>
                  <a:pt x="885825" y="352425"/>
                </a:lnTo>
                <a:close/>
                <a:moveTo>
                  <a:pt x="923925" y="342900"/>
                </a:moveTo>
                <a:lnTo>
                  <a:pt x="933450" y="342900"/>
                </a:lnTo>
                <a:lnTo>
                  <a:pt x="933450" y="361950"/>
                </a:lnTo>
                <a:lnTo>
                  <a:pt x="923925" y="361950"/>
                </a:lnTo>
                <a:lnTo>
                  <a:pt x="923925" y="381000"/>
                </a:lnTo>
                <a:lnTo>
                  <a:pt x="914400" y="381000"/>
                </a:lnTo>
                <a:lnTo>
                  <a:pt x="914400" y="361950"/>
                </a:lnTo>
                <a:lnTo>
                  <a:pt x="904875" y="361950"/>
                </a:lnTo>
                <a:lnTo>
                  <a:pt x="904875" y="352425"/>
                </a:lnTo>
                <a:lnTo>
                  <a:pt x="923925" y="352425"/>
                </a:lnTo>
                <a:close/>
                <a:moveTo>
                  <a:pt x="857250" y="352425"/>
                </a:moveTo>
                <a:lnTo>
                  <a:pt x="866775" y="352425"/>
                </a:lnTo>
                <a:lnTo>
                  <a:pt x="866775" y="361950"/>
                </a:lnTo>
                <a:lnTo>
                  <a:pt x="857250" y="361950"/>
                </a:lnTo>
                <a:close/>
                <a:moveTo>
                  <a:pt x="1323975" y="352425"/>
                </a:moveTo>
                <a:lnTo>
                  <a:pt x="1333500" y="352425"/>
                </a:lnTo>
                <a:lnTo>
                  <a:pt x="1333500" y="361950"/>
                </a:lnTo>
                <a:lnTo>
                  <a:pt x="1323975" y="361950"/>
                </a:lnTo>
                <a:close/>
                <a:moveTo>
                  <a:pt x="647700" y="361950"/>
                </a:moveTo>
                <a:lnTo>
                  <a:pt x="657225" y="361950"/>
                </a:lnTo>
                <a:lnTo>
                  <a:pt x="657225" y="371475"/>
                </a:lnTo>
                <a:lnTo>
                  <a:pt x="647700" y="371475"/>
                </a:lnTo>
                <a:close/>
                <a:moveTo>
                  <a:pt x="933450" y="361950"/>
                </a:moveTo>
                <a:lnTo>
                  <a:pt x="942975" y="361950"/>
                </a:lnTo>
                <a:lnTo>
                  <a:pt x="942975" y="371475"/>
                </a:lnTo>
                <a:lnTo>
                  <a:pt x="933450" y="371475"/>
                </a:lnTo>
                <a:close/>
                <a:moveTo>
                  <a:pt x="876300" y="371475"/>
                </a:moveTo>
                <a:lnTo>
                  <a:pt x="885825" y="371475"/>
                </a:lnTo>
                <a:lnTo>
                  <a:pt x="885825" y="381000"/>
                </a:lnTo>
                <a:lnTo>
                  <a:pt x="895350" y="381000"/>
                </a:lnTo>
                <a:lnTo>
                  <a:pt x="895350" y="390525"/>
                </a:lnTo>
                <a:lnTo>
                  <a:pt x="904875" y="390525"/>
                </a:lnTo>
                <a:lnTo>
                  <a:pt x="904875" y="400050"/>
                </a:lnTo>
                <a:lnTo>
                  <a:pt x="914400" y="400050"/>
                </a:lnTo>
                <a:lnTo>
                  <a:pt x="914400" y="409575"/>
                </a:lnTo>
                <a:lnTo>
                  <a:pt x="923925" y="409575"/>
                </a:lnTo>
                <a:lnTo>
                  <a:pt x="923925" y="419100"/>
                </a:lnTo>
                <a:lnTo>
                  <a:pt x="876300" y="419100"/>
                </a:lnTo>
                <a:lnTo>
                  <a:pt x="876300" y="409575"/>
                </a:lnTo>
                <a:lnTo>
                  <a:pt x="857250" y="409575"/>
                </a:lnTo>
                <a:lnTo>
                  <a:pt x="857250" y="400050"/>
                </a:lnTo>
                <a:lnTo>
                  <a:pt x="866775" y="400050"/>
                </a:lnTo>
                <a:lnTo>
                  <a:pt x="866775" y="390525"/>
                </a:lnTo>
                <a:lnTo>
                  <a:pt x="876300" y="390525"/>
                </a:lnTo>
                <a:close/>
                <a:moveTo>
                  <a:pt x="942975" y="371475"/>
                </a:moveTo>
                <a:lnTo>
                  <a:pt x="952500" y="371475"/>
                </a:lnTo>
                <a:lnTo>
                  <a:pt x="952500" y="390525"/>
                </a:lnTo>
                <a:lnTo>
                  <a:pt x="942975" y="390525"/>
                </a:lnTo>
                <a:close/>
                <a:moveTo>
                  <a:pt x="1209675" y="371475"/>
                </a:moveTo>
                <a:lnTo>
                  <a:pt x="1219200" y="371475"/>
                </a:lnTo>
                <a:lnTo>
                  <a:pt x="1219200" y="381000"/>
                </a:lnTo>
                <a:lnTo>
                  <a:pt x="1209675" y="381000"/>
                </a:lnTo>
                <a:close/>
                <a:moveTo>
                  <a:pt x="638175" y="381000"/>
                </a:moveTo>
                <a:lnTo>
                  <a:pt x="647700" y="381000"/>
                </a:lnTo>
                <a:lnTo>
                  <a:pt x="647700" y="390525"/>
                </a:lnTo>
                <a:lnTo>
                  <a:pt x="638175" y="390525"/>
                </a:lnTo>
                <a:close/>
                <a:moveTo>
                  <a:pt x="923925" y="381000"/>
                </a:moveTo>
                <a:lnTo>
                  <a:pt x="933450" y="381000"/>
                </a:lnTo>
                <a:lnTo>
                  <a:pt x="933450" y="390525"/>
                </a:lnTo>
                <a:lnTo>
                  <a:pt x="923925" y="390525"/>
                </a:lnTo>
                <a:close/>
                <a:moveTo>
                  <a:pt x="1200150" y="381000"/>
                </a:moveTo>
                <a:lnTo>
                  <a:pt x="1209675" y="381000"/>
                </a:lnTo>
                <a:lnTo>
                  <a:pt x="1209675" y="390525"/>
                </a:lnTo>
                <a:lnTo>
                  <a:pt x="1200150" y="390525"/>
                </a:lnTo>
                <a:close/>
                <a:moveTo>
                  <a:pt x="1219200" y="381000"/>
                </a:moveTo>
                <a:lnTo>
                  <a:pt x="1228725" y="381000"/>
                </a:lnTo>
                <a:lnTo>
                  <a:pt x="1228725" y="390525"/>
                </a:lnTo>
                <a:lnTo>
                  <a:pt x="1219200" y="390525"/>
                </a:lnTo>
                <a:close/>
                <a:moveTo>
                  <a:pt x="657225" y="390525"/>
                </a:moveTo>
                <a:lnTo>
                  <a:pt x="666750" y="390525"/>
                </a:lnTo>
                <a:lnTo>
                  <a:pt x="666750" y="400050"/>
                </a:lnTo>
                <a:lnTo>
                  <a:pt x="657225" y="400050"/>
                </a:lnTo>
                <a:close/>
                <a:moveTo>
                  <a:pt x="1504950" y="390525"/>
                </a:moveTo>
                <a:lnTo>
                  <a:pt x="1514475" y="390525"/>
                </a:lnTo>
                <a:lnTo>
                  <a:pt x="1514475" y="400050"/>
                </a:lnTo>
                <a:lnTo>
                  <a:pt x="1504950" y="400050"/>
                </a:lnTo>
                <a:close/>
                <a:moveTo>
                  <a:pt x="676275" y="400050"/>
                </a:moveTo>
                <a:lnTo>
                  <a:pt x="685800" y="400050"/>
                </a:lnTo>
                <a:lnTo>
                  <a:pt x="685800" y="419100"/>
                </a:lnTo>
                <a:lnTo>
                  <a:pt x="704850" y="419100"/>
                </a:lnTo>
                <a:lnTo>
                  <a:pt x="704850" y="428625"/>
                </a:lnTo>
                <a:lnTo>
                  <a:pt x="714375" y="428625"/>
                </a:lnTo>
                <a:lnTo>
                  <a:pt x="714375" y="447675"/>
                </a:lnTo>
                <a:lnTo>
                  <a:pt x="733425" y="447675"/>
                </a:lnTo>
                <a:lnTo>
                  <a:pt x="733425" y="438150"/>
                </a:lnTo>
                <a:lnTo>
                  <a:pt x="742950" y="438150"/>
                </a:lnTo>
                <a:lnTo>
                  <a:pt x="742950" y="428625"/>
                </a:lnTo>
                <a:lnTo>
                  <a:pt x="752475" y="428625"/>
                </a:lnTo>
                <a:lnTo>
                  <a:pt x="752475" y="438150"/>
                </a:lnTo>
                <a:lnTo>
                  <a:pt x="742950" y="438150"/>
                </a:lnTo>
                <a:lnTo>
                  <a:pt x="742950" y="447675"/>
                </a:lnTo>
                <a:lnTo>
                  <a:pt x="733425" y="447675"/>
                </a:lnTo>
                <a:lnTo>
                  <a:pt x="733425" y="457200"/>
                </a:lnTo>
                <a:lnTo>
                  <a:pt x="723900" y="457200"/>
                </a:lnTo>
                <a:lnTo>
                  <a:pt x="723900" y="476250"/>
                </a:lnTo>
                <a:lnTo>
                  <a:pt x="714375" y="476250"/>
                </a:lnTo>
                <a:lnTo>
                  <a:pt x="714375" y="485775"/>
                </a:lnTo>
                <a:lnTo>
                  <a:pt x="704850" y="485775"/>
                </a:lnTo>
                <a:lnTo>
                  <a:pt x="704850" y="466725"/>
                </a:lnTo>
                <a:lnTo>
                  <a:pt x="685800" y="466725"/>
                </a:lnTo>
                <a:lnTo>
                  <a:pt x="685800" y="457200"/>
                </a:lnTo>
                <a:lnTo>
                  <a:pt x="676275" y="457200"/>
                </a:lnTo>
                <a:lnTo>
                  <a:pt x="676275" y="466725"/>
                </a:lnTo>
                <a:lnTo>
                  <a:pt x="666750" y="466725"/>
                </a:lnTo>
                <a:lnTo>
                  <a:pt x="666750" y="428625"/>
                </a:lnTo>
                <a:lnTo>
                  <a:pt x="676275" y="428625"/>
                </a:lnTo>
                <a:close/>
                <a:moveTo>
                  <a:pt x="933450" y="400050"/>
                </a:moveTo>
                <a:lnTo>
                  <a:pt x="942975" y="400050"/>
                </a:lnTo>
                <a:lnTo>
                  <a:pt x="942975" y="409575"/>
                </a:lnTo>
                <a:lnTo>
                  <a:pt x="933450" y="409575"/>
                </a:lnTo>
                <a:close/>
                <a:moveTo>
                  <a:pt x="1209675" y="400050"/>
                </a:moveTo>
                <a:lnTo>
                  <a:pt x="1219200" y="400050"/>
                </a:lnTo>
                <a:lnTo>
                  <a:pt x="1219200" y="409575"/>
                </a:lnTo>
                <a:lnTo>
                  <a:pt x="1209675" y="409575"/>
                </a:lnTo>
                <a:close/>
                <a:moveTo>
                  <a:pt x="1333500" y="400050"/>
                </a:moveTo>
                <a:lnTo>
                  <a:pt x="1343025" y="400050"/>
                </a:lnTo>
                <a:lnTo>
                  <a:pt x="1343025" y="409575"/>
                </a:lnTo>
                <a:lnTo>
                  <a:pt x="1333500" y="409575"/>
                </a:lnTo>
                <a:close/>
                <a:moveTo>
                  <a:pt x="1390650" y="400050"/>
                </a:moveTo>
                <a:lnTo>
                  <a:pt x="1409700" y="400050"/>
                </a:lnTo>
                <a:lnTo>
                  <a:pt x="1409700" y="409575"/>
                </a:lnTo>
                <a:lnTo>
                  <a:pt x="1390650" y="409575"/>
                </a:lnTo>
                <a:close/>
                <a:moveTo>
                  <a:pt x="1485900" y="400050"/>
                </a:moveTo>
                <a:lnTo>
                  <a:pt x="1495425" y="400050"/>
                </a:lnTo>
                <a:lnTo>
                  <a:pt x="1495425" y="409575"/>
                </a:lnTo>
                <a:lnTo>
                  <a:pt x="1485900" y="409575"/>
                </a:lnTo>
                <a:close/>
                <a:moveTo>
                  <a:pt x="628650" y="409575"/>
                </a:moveTo>
                <a:lnTo>
                  <a:pt x="638175" y="409575"/>
                </a:lnTo>
                <a:lnTo>
                  <a:pt x="638175" y="419100"/>
                </a:lnTo>
                <a:lnTo>
                  <a:pt x="628650" y="419100"/>
                </a:lnTo>
                <a:close/>
                <a:moveTo>
                  <a:pt x="647700" y="409575"/>
                </a:moveTo>
                <a:lnTo>
                  <a:pt x="657225" y="409575"/>
                </a:lnTo>
                <a:lnTo>
                  <a:pt x="657225" y="419100"/>
                </a:lnTo>
                <a:lnTo>
                  <a:pt x="647700" y="419100"/>
                </a:lnTo>
                <a:close/>
                <a:moveTo>
                  <a:pt x="161925" y="419100"/>
                </a:moveTo>
                <a:lnTo>
                  <a:pt x="171450" y="419100"/>
                </a:lnTo>
                <a:lnTo>
                  <a:pt x="171450" y="428625"/>
                </a:lnTo>
                <a:lnTo>
                  <a:pt x="161925" y="428625"/>
                </a:lnTo>
                <a:close/>
                <a:moveTo>
                  <a:pt x="200025" y="419100"/>
                </a:moveTo>
                <a:lnTo>
                  <a:pt x="257175" y="419100"/>
                </a:lnTo>
                <a:lnTo>
                  <a:pt x="257175" y="428625"/>
                </a:lnTo>
                <a:lnTo>
                  <a:pt x="200025" y="428625"/>
                </a:lnTo>
                <a:close/>
                <a:moveTo>
                  <a:pt x="276225" y="419100"/>
                </a:moveTo>
                <a:lnTo>
                  <a:pt x="285750" y="419100"/>
                </a:lnTo>
                <a:lnTo>
                  <a:pt x="285750" y="428625"/>
                </a:lnTo>
                <a:lnTo>
                  <a:pt x="276225" y="428625"/>
                </a:lnTo>
                <a:close/>
                <a:moveTo>
                  <a:pt x="142875" y="428625"/>
                </a:moveTo>
                <a:lnTo>
                  <a:pt x="152400" y="428625"/>
                </a:lnTo>
                <a:lnTo>
                  <a:pt x="152400" y="438150"/>
                </a:lnTo>
                <a:lnTo>
                  <a:pt x="142875" y="438150"/>
                </a:lnTo>
                <a:close/>
                <a:moveTo>
                  <a:pt x="942975" y="428625"/>
                </a:moveTo>
                <a:lnTo>
                  <a:pt x="971550" y="428625"/>
                </a:lnTo>
                <a:lnTo>
                  <a:pt x="971550" y="466725"/>
                </a:lnTo>
                <a:lnTo>
                  <a:pt x="952500" y="466725"/>
                </a:lnTo>
                <a:lnTo>
                  <a:pt x="952500" y="438150"/>
                </a:lnTo>
                <a:lnTo>
                  <a:pt x="942975" y="438150"/>
                </a:lnTo>
                <a:close/>
                <a:moveTo>
                  <a:pt x="828675" y="438150"/>
                </a:moveTo>
                <a:lnTo>
                  <a:pt x="838200" y="438150"/>
                </a:lnTo>
                <a:lnTo>
                  <a:pt x="838200" y="466725"/>
                </a:lnTo>
                <a:lnTo>
                  <a:pt x="828675" y="466725"/>
                </a:lnTo>
                <a:close/>
                <a:moveTo>
                  <a:pt x="923925" y="438150"/>
                </a:moveTo>
                <a:lnTo>
                  <a:pt x="933450" y="438150"/>
                </a:lnTo>
                <a:lnTo>
                  <a:pt x="933450" y="466725"/>
                </a:lnTo>
                <a:lnTo>
                  <a:pt x="942975" y="466725"/>
                </a:lnTo>
                <a:lnTo>
                  <a:pt x="942975" y="485775"/>
                </a:lnTo>
                <a:lnTo>
                  <a:pt x="933450" y="485775"/>
                </a:lnTo>
                <a:lnTo>
                  <a:pt x="933450" y="495300"/>
                </a:lnTo>
                <a:lnTo>
                  <a:pt x="923925" y="495300"/>
                </a:lnTo>
                <a:lnTo>
                  <a:pt x="923925" y="504825"/>
                </a:lnTo>
                <a:lnTo>
                  <a:pt x="866775" y="504825"/>
                </a:lnTo>
                <a:lnTo>
                  <a:pt x="866775" y="495300"/>
                </a:lnTo>
                <a:lnTo>
                  <a:pt x="838200" y="495300"/>
                </a:lnTo>
                <a:lnTo>
                  <a:pt x="838200" y="485775"/>
                </a:lnTo>
                <a:lnTo>
                  <a:pt x="866775" y="485775"/>
                </a:lnTo>
                <a:lnTo>
                  <a:pt x="866775" y="476250"/>
                </a:lnTo>
                <a:lnTo>
                  <a:pt x="885825" y="476250"/>
                </a:lnTo>
                <a:lnTo>
                  <a:pt x="885825" y="466725"/>
                </a:lnTo>
                <a:lnTo>
                  <a:pt x="904875" y="466725"/>
                </a:lnTo>
                <a:lnTo>
                  <a:pt x="904875" y="457200"/>
                </a:lnTo>
                <a:lnTo>
                  <a:pt x="914400" y="457200"/>
                </a:lnTo>
                <a:lnTo>
                  <a:pt x="914400" y="466725"/>
                </a:lnTo>
                <a:lnTo>
                  <a:pt x="923925" y="466725"/>
                </a:lnTo>
                <a:close/>
                <a:moveTo>
                  <a:pt x="628650" y="447675"/>
                </a:moveTo>
                <a:lnTo>
                  <a:pt x="647700" y="447675"/>
                </a:lnTo>
                <a:lnTo>
                  <a:pt x="647700" y="466725"/>
                </a:lnTo>
                <a:lnTo>
                  <a:pt x="666750" y="466725"/>
                </a:lnTo>
                <a:lnTo>
                  <a:pt x="666750" y="495300"/>
                </a:lnTo>
                <a:lnTo>
                  <a:pt x="657225" y="495300"/>
                </a:lnTo>
                <a:lnTo>
                  <a:pt x="657225" y="476250"/>
                </a:lnTo>
                <a:lnTo>
                  <a:pt x="647700" y="476250"/>
                </a:lnTo>
                <a:lnTo>
                  <a:pt x="647700" y="485775"/>
                </a:lnTo>
                <a:lnTo>
                  <a:pt x="628650" y="485775"/>
                </a:lnTo>
                <a:lnTo>
                  <a:pt x="628650" y="495300"/>
                </a:lnTo>
                <a:lnTo>
                  <a:pt x="619125" y="495300"/>
                </a:lnTo>
                <a:lnTo>
                  <a:pt x="619125" y="476250"/>
                </a:lnTo>
                <a:lnTo>
                  <a:pt x="628650" y="476250"/>
                </a:lnTo>
                <a:close/>
                <a:moveTo>
                  <a:pt x="114300" y="466725"/>
                </a:moveTo>
                <a:lnTo>
                  <a:pt x="123825" y="466725"/>
                </a:lnTo>
                <a:lnTo>
                  <a:pt x="123825" y="514350"/>
                </a:lnTo>
                <a:lnTo>
                  <a:pt x="114300" y="514350"/>
                </a:lnTo>
                <a:close/>
                <a:moveTo>
                  <a:pt x="295275" y="466725"/>
                </a:moveTo>
                <a:lnTo>
                  <a:pt x="333375" y="466725"/>
                </a:lnTo>
                <a:lnTo>
                  <a:pt x="333375" y="523875"/>
                </a:lnTo>
                <a:lnTo>
                  <a:pt x="323850" y="523875"/>
                </a:lnTo>
                <a:lnTo>
                  <a:pt x="323850" y="533400"/>
                </a:lnTo>
                <a:lnTo>
                  <a:pt x="266700" y="533400"/>
                </a:lnTo>
                <a:lnTo>
                  <a:pt x="266700" y="542925"/>
                </a:lnTo>
                <a:lnTo>
                  <a:pt x="219075" y="542925"/>
                </a:lnTo>
                <a:lnTo>
                  <a:pt x="219075" y="533400"/>
                </a:lnTo>
                <a:lnTo>
                  <a:pt x="238125" y="533400"/>
                </a:lnTo>
                <a:lnTo>
                  <a:pt x="238125" y="523875"/>
                </a:lnTo>
                <a:lnTo>
                  <a:pt x="247650" y="523875"/>
                </a:lnTo>
                <a:lnTo>
                  <a:pt x="247650" y="514350"/>
                </a:lnTo>
                <a:lnTo>
                  <a:pt x="257175" y="514350"/>
                </a:lnTo>
                <a:lnTo>
                  <a:pt x="257175" y="504825"/>
                </a:lnTo>
                <a:lnTo>
                  <a:pt x="266700" y="504825"/>
                </a:lnTo>
                <a:lnTo>
                  <a:pt x="266700" y="485775"/>
                </a:lnTo>
                <a:lnTo>
                  <a:pt x="276225" y="485775"/>
                </a:lnTo>
                <a:lnTo>
                  <a:pt x="276225" y="476250"/>
                </a:lnTo>
                <a:lnTo>
                  <a:pt x="295275" y="476250"/>
                </a:lnTo>
                <a:close/>
                <a:moveTo>
                  <a:pt x="800100" y="466725"/>
                </a:moveTo>
                <a:lnTo>
                  <a:pt x="809625" y="466725"/>
                </a:lnTo>
                <a:lnTo>
                  <a:pt x="809625" y="476250"/>
                </a:lnTo>
                <a:lnTo>
                  <a:pt x="800100" y="476250"/>
                </a:lnTo>
                <a:close/>
                <a:moveTo>
                  <a:pt x="819150" y="476250"/>
                </a:moveTo>
                <a:lnTo>
                  <a:pt x="828675" y="476250"/>
                </a:lnTo>
                <a:lnTo>
                  <a:pt x="828675" y="485775"/>
                </a:lnTo>
                <a:lnTo>
                  <a:pt x="819150" y="485775"/>
                </a:lnTo>
                <a:close/>
                <a:moveTo>
                  <a:pt x="1457325" y="476250"/>
                </a:moveTo>
                <a:lnTo>
                  <a:pt x="1495425" y="476250"/>
                </a:lnTo>
                <a:lnTo>
                  <a:pt x="1495425" y="485775"/>
                </a:lnTo>
                <a:lnTo>
                  <a:pt x="1514475" y="485775"/>
                </a:lnTo>
                <a:lnTo>
                  <a:pt x="1514475" y="495300"/>
                </a:lnTo>
                <a:lnTo>
                  <a:pt x="1504950" y="495300"/>
                </a:lnTo>
                <a:lnTo>
                  <a:pt x="1504950" y="504825"/>
                </a:lnTo>
                <a:lnTo>
                  <a:pt x="1514475" y="504825"/>
                </a:lnTo>
                <a:lnTo>
                  <a:pt x="1514475" y="523875"/>
                </a:lnTo>
                <a:lnTo>
                  <a:pt x="1524000" y="523875"/>
                </a:lnTo>
                <a:lnTo>
                  <a:pt x="1524000" y="504825"/>
                </a:lnTo>
                <a:lnTo>
                  <a:pt x="1533525" y="504825"/>
                </a:lnTo>
                <a:lnTo>
                  <a:pt x="1533525" y="533400"/>
                </a:lnTo>
                <a:lnTo>
                  <a:pt x="1543050" y="533400"/>
                </a:lnTo>
                <a:lnTo>
                  <a:pt x="1543050" y="552450"/>
                </a:lnTo>
                <a:lnTo>
                  <a:pt x="1533525" y="552450"/>
                </a:lnTo>
                <a:lnTo>
                  <a:pt x="1533525" y="571500"/>
                </a:lnTo>
                <a:lnTo>
                  <a:pt x="1524000" y="571500"/>
                </a:lnTo>
                <a:lnTo>
                  <a:pt x="1524000" y="581025"/>
                </a:lnTo>
                <a:lnTo>
                  <a:pt x="1514475" y="581025"/>
                </a:lnTo>
                <a:lnTo>
                  <a:pt x="1514475" y="590550"/>
                </a:lnTo>
                <a:lnTo>
                  <a:pt x="1504950" y="590550"/>
                </a:lnTo>
                <a:lnTo>
                  <a:pt x="1504950" y="600075"/>
                </a:lnTo>
                <a:lnTo>
                  <a:pt x="1447800" y="600075"/>
                </a:lnTo>
                <a:lnTo>
                  <a:pt x="1447800" y="590550"/>
                </a:lnTo>
                <a:lnTo>
                  <a:pt x="1438275" y="590550"/>
                </a:lnTo>
                <a:lnTo>
                  <a:pt x="1438275" y="581025"/>
                </a:lnTo>
                <a:lnTo>
                  <a:pt x="1428750" y="581025"/>
                </a:lnTo>
                <a:lnTo>
                  <a:pt x="1428750" y="571500"/>
                </a:lnTo>
                <a:lnTo>
                  <a:pt x="1419225" y="571500"/>
                </a:lnTo>
                <a:lnTo>
                  <a:pt x="1419225" y="514350"/>
                </a:lnTo>
                <a:lnTo>
                  <a:pt x="1428750" y="514350"/>
                </a:lnTo>
                <a:lnTo>
                  <a:pt x="1428750" y="495300"/>
                </a:lnTo>
                <a:lnTo>
                  <a:pt x="1438275" y="495300"/>
                </a:lnTo>
                <a:lnTo>
                  <a:pt x="1438275" y="485775"/>
                </a:lnTo>
                <a:lnTo>
                  <a:pt x="1457325" y="485775"/>
                </a:lnTo>
                <a:close/>
                <a:moveTo>
                  <a:pt x="1438275" y="504825"/>
                </a:moveTo>
                <a:lnTo>
                  <a:pt x="1447800" y="504825"/>
                </a:lnTo>
                <a:lnTo>
                  <a:pt x="1447800" y="495300"/>
                </a:lnTo>
                <a:lnTo>
                  <a:pt x="1438275" y="495300"/>
                </a:lnTo>
                <a:close/>
                <a:moveTo>
                  <a:pt x="133350" y="523875"/>
                </a:moveTo>
                <a:lnTo>
                  <a:pt x="142875" y="523875"/>
                </a:lnTo>
                <a:lnTo>
                  <a:pt x="142875" y="533400"/>
                </a:lnTo>
                <a:lnTo>
                  <a:pt x="133350" y="533400"/>
                </a:lnTo>
                <a:close/>
                <a:moveTo>
                  <a:pt x="180975" y="533400"/>
                </a:moveTo>
                <a:lnTo>
                  <a:pt x="209550" y="533400"/>
                </a:lnTo>
                <a:lnTo>
                  <a:pt x="209550" y="542925"/>
                </a:lnTo>
                <a:lnTo>
                  <a:pt x="180975" y="542925"/>
                </a:lnTo>
                <a:close/>
                <a:moveTo>
                  <a:pt x="400050" y="542925"/>
                </a:moveTo>
                <a:lnTo>
                  <a:pt x="409575" y="542925"/>
                </a:lnTo>
                <a:lnTo>
                  <a:pt x="409575" y="552450"/>
                </a:lnTo>
                <a:lnTo>
                  <a:pt x="400050" y="552450"/>
                </a:lnTo>
                <a:close/>
                <a:moveTo>
                  <a:pt x="409575" y="552450"/>
                </a:moveTo>
                <a:lnTo>
                  <a:pt x="428625" y="552450"/>
                </a:lnTo>
                <a:lnTo>
                  <a:pt x="428625" y="561975"/>
                </a:lnTo>
                <a:lnTo>
                  <a:pt x="409575" y="561975"/>
                </a:lnTo>
                <a:close/>
                <a:moveTo>
                  <a:pt x="1362075" y="561975"/>
                </a:moveTo>
                <a:lnTo>
                  <a:pt x="1371600" y="561975"/>
                </a:lnTo>
                <a:lnTo>
                  <a:pt x="1371600" y="571500"/>
                </a:lnTo>
                <a:lnTo>
                  <a:pt x="1362075" y="571500"/>
                </a:lnTo>
                <a:close/>
                <a:moveTo>
                  <a:pt x="914400" y="571500"/>
                </a:moveTo>
                <a:lnTo>
                  <a:pt x="933450" y="571500"/>
                </a:lnTo>
                <a:lnTo>
                  <a:pt x="933450" y="590550"/>
                </a:lnTo>
                <a:lnTo>
                  <a:pt x="914400" y="590550"/>
                </a:lnTo>
                <a:close/>
                <a:moveTo>
                  <a:pt x="666750" y="581025"/>
                </a:moveTo>
                <a:lnTo>
                  <a:pt x="676275" y="581025"/>
                </a:lnTo>
                <a:lnTo>
                  <a:pt x="676275" y="590550"/>
                </a:lnTo>
                <a:lnTo>
                  <a:pt x="685800" y="590550"/>
                </a:lnTo>
                <a:lnTo>
                  <a:pt x="685800" y="619125"/>
                </a:lnTo>
                <a:lnTo>
                  <a:pt x="695325" y="619125"/>
                </a:lnTo>
                <a:lnTo>
                  <a:pt x="695325" y="638175"/>
                </a:lnTo>
                <a:lnTo>
                  <a:pt x="704850" y="638175"/>
                </a:lnTo>
                <a:lnTo>
                  <a:pt x="704850" y="647700"/>
                </a:lnTo>
                <a:lnTo>
                  <a:pt x="714375" y="647700"/>
                </a:lnTo>
                <a:lnTo>
                  <a:pt x="714375" y="657225"/>
                </a:lnTo>
                <a:lnTo>
                  <a:pt x="723900" y="657225"/>
                </a:lnTo>
                <a:lnTo>
                  <a:pt x="723900" y="666750"/>
                </a:lnTo>
                <a:lnTo>
                  <a:pt x="733425" y="666750"/>
                </a:lnTo>
                <a:lnTo>
                  <a:pt x="733425" y="676275"/>
                </a:lnTo>
                <a:lnTo>
                  <a:pt x="714375" y="676275"/>
                </a:lnTo>
                <a:lnTo>
                  <a:pt x="714375" y="685800"/>
                </a:lnTo>
                <a:lnTo>
                  <a:pt x="676275" y="685800"/>
                </a:lnTo>
                <a:lnTo>
                  <a:pt x="676275" y="676275"/>
                </a:lnTo>
                <a:lnTo>
                  <a:pt x="666750" y="676275"/>
                </a:lnTo>
                <a:lnTo>
                  <a:pt x="666750" y="647700"/>
                </a:lnTo>
                <a:lnTo>
                  <a:pt x="657225" y="647700"/>
                </a:lnTo>
                <a:lnTo>
                  <a:pt x="657225" y="619125"/>
                </a:lnTo>
                <a:lnTo>
                  <a:pt x="676275" y="619125"/>
                </a:lnTo>
                <a:lnTo>
                  <a:pt x="676275" y="600075"/>
                </a:lnTo>
                <a:lnTo>
                  <a:pt x="657225" y="600075"/>
                </a:lnTo>
                <a:lnTo>
                  <a:pt x="657225" y="590550"/>
                </a:lnTo>
                <a:lnTo>
                  <a:pt x="666750" y="590550"/>
                </a:lnTo>
                <a:close/>
                <a:moveTo>
                  <a:pt x="933450" y="590550"/>
                </a:moveTo>
                <a:lnTo>
                  <a:pt x="942975" y="590550"/>
                </a:lnTo>
                <a:lnTo>
                  <a:pt x="942975" y="600075"/>
                </a:lnTo>
                <a:lnTo>
                  <a:pt x="933450" y="600075"/>
                </a:lnTo>
                <a:close/>
                <a:moveTo>
                  <a:pt x="628650" y="600075"/>
                </a:moveTo>
                <a:lnTo>
                  <a:pt x="638175" y="600075"/>
                </a:lnTo>
                <a:lnTo>
                  <a:pt x="638175" y="685800"/>
                </a:lnTo>
                <a:lnTo>
                  <a:pt x="628650" y="685800"/>
                </a:lnTo>
                <a:close/>
                <a:moveTo>
                  <a:pt x="114300" y="609600"/>
                </a:moveTo>
                <a:lnTo>
                  <a:pt x="142875" y="609600"/>
                </a:lnTo>
                <a:lnTo>
                  <a:pt x="142875" y="619125"/>
                </a:lnTo>
                <a:lnTo>
                  <a:pt x="133350" y="619125"/>
                </a:lnTo>
                <a:lnTo>
                  <a:pt x="133350" y="638175"/>
                </a:lnTo>
                <a:lnTo>
                  <a:pt x="123825" y="638175"/>
                </a:lnTo>
                <a:lnTo>
                  <a:pt x="123825" y="647700"/>
                </a:lnTo>
                <a:lnTo>
                  <a:pt x="114300" y="647700"/>
                </a:lnTo>
                <a:lnTo>
                  <a:pt x="114300" y="657225"/>
                </a:lnTo>
                <a:lnTo>
                  <a:pt x="104775" y="657225"/>
                </a:lnTo>
                <a:lnTo>
                  <a:pt x="104775" y="647700"/>
                </a:lnTo>
                <a:lnTo>
                  <a:pt x="95250" y="647700"/>
                </a:lnTo>
                <a:lnTo>
                  <a:pt x="95250" y="695325"/>
                </a:lnTo>
                <a:lnTo>
                  <a:pt x="104775" y="695325"/>
                </a:lnTo>
                <a:lnTo>
                  <a:pt x="104775" y="676275"/>
                </a:lnTo>
                <a:lnTo>
                  <a:pt x="114300" y="676275"/>
                </a:lnTo>
                <a:lnTo>
                  <a:pt x="114300" y="695325"/>
                </a:lnTo>
                <a:lnTo>
                  <a:pt x="104775" y="695325"/>
                </a:lnTo>
                <a:lnTo>
                  <a:pt x="104775" y="714375"/>
                </a:lnTo>
                <a:lnTo>
                  <a:pt x="95250" y="714375"/>
                </a:lnTo>
                <a:lnTo>
                  <a:pt x="95250" y="704850"/>
                </a:lnTo>
                <a:lnTo>
                  <a:pt x="85725" y="704850"/>
                </a:lnTo>
                <a:lnTo>
                  <a:pt x="85725" y="638175"/>
                </a:lnTo>
                <a:lnTo>
                  <a:pt x="95250" y="638175"/>
                </a:lnTo>
                <a:lnTo>
                  <a:pt x="95250" y="628650"/>
                </a:lnTo>
                <a:lnTo>
                  <a:pt x="104775" y="628650"/>
                </a:lnTo>
                <a:lnTo>
                  <a:pt x="104775" y="619125"/>
                </a:lnTo>
                <a:lnTo>
                  <a:pt x="114300" y="619125"/>
                </a:lnTo>
                <a:close/>
                <a:moveTo>
                  <a:pt x="933450" y="619125"/>
                </a:moveTo>
                <a:lnTo>
                  <a:pt x="942975" y="619125"/>
                </a:lnTo>
                <a:lnTo>
                  <a:pt x="942975" y="628650"/>
                </a:lnTo>
                <a:lnTo>
                  <a:pt x="933450" y="628650"/>
                </a:lnTo>
                <a:close/>
                <a:moveTo>
                  <a:pt x="1438275" y="619125"/>
                </a:moveTo>
                <a:lnTo>
                  <a:pt x="1466850" y="619125"/>
                </a:lnTo>
                <a:lnTo>
                  <a:pt x="1466850" y="628650"/>
                </a:lnTo>
                <a:lnTo>
                  <a:pt x="1438275" y="628650"/>
                </a:lnTo>
                <a:close/>
                <a:moveTo>
                  <a:pt x="1495425" y="619125"/>
                </a:moveTo>
                <a:lnTo>
                  <a:pt x="1514475" y="619125"/>
                </a:lnTo>
                <a:lnTo>
                  <a:pt x="1514475" y="628650"/>
                </a:lnTo>
                <a:lnTo>
                  <a:pt x="1543050" y="628650"/>
                </a:lnTo>
                <a:lnTo>
                  <a:pt x="1543050" y="638175"/>
                </a:lnTo>
                <a:lnTo>
                  <a:pt x="1562100" y="638175"/>
                </a:lnTo>
                <a:lnTo>
                  <a:pt x="1562100" y="647700"/>
                </a:lnTo>
                <a:lnTo>
                  <a:pt x="1552575" y="647700"/>
                </a:lnTo>
                <a:lnTo>
                  <a:pt x="1552575" y="657225"/>
                </a:lnTo>
                <a:lnTo>
                  <a:pt x="1562100" y="657225"/>
                </a:lnTo>
                <a:lnTo>
                  <a:pt x="1562100" y="666750"/>
                </a:lnTo>
                <a:lnTo>
                  <a:pt x="1571625" y="666750"/>
                </a:lnTo>
                <a:lnTo>
                  <a:pt x="1571625" y="657225"/>
                </a:lnTo>
                <a:lnTo>
                  <a:pt x="1581150" y="657225"/>
                </a:lnTo>
                <a:lnTo>
                  <a:pt x="1581150" y="676275"/>
                </a:lnTo>
                <a:lnTo>
                  <a:pt x="1590675" y="676275"/>
                </a:lnTo>
                <a:lnTo>
                  <a:pt x="1590675" y="723900"/>
                </a:lnTo>
                <a:lnTo>
                  <a:pt x="1581150" y="723900"/>
                </a:lnTo>
                <a:lnTo>
                  <a:pt x="1581150" y="733425"/>
                </a:lnTo>
                <a:lnTo>
                  <a:pt x="1552575" y="733425"/>
                </a:lnTo>
                <a:lnTo>
                  <a:pt x="1552575" y="723900"/>
                </a:lnTo>
                <a:lnTo>
                  <a:pt x="1543050" y="723900"/>
                </a:lnTo>
                <a:lnTo>
                  <a:pt x="1543050" y="714375"/>
                </a:lnTo>
                <a:lnTo>
                  <a:pt x="1524000" y="714375"/>
                </a:lnTo>
                <a:lnTo>
                  <a:pt x="1524000" y="704850"/>
                </a:lnTo>
                <a:lnTo>
                  <a:pt x="1514475" y="704850"/>
                </a:lnTo>
                <a:lnTo>
                  <a:pt x="1514475" y="685800"/>
                </a:lnTo>
                <a:lnTo>
                  <a:pt x="1504950" y="685800"/>
                </a:lnTo>
                <a:lnTo>
                  <a:pt x="1504950" y="676275"/>
                </a:lnTo>
                <a:lnTo>
                  <a:pt x="1495425" y="676275"/>
                </a:lnTo>
                <a:lnTo>
                  <a:pt x="1495425" y="657225"/>
                </a:lnTo>
                <a:lnTo>
                  <a:pt x="1485900" y="657225"/>
                </a:lnTo>
                <a:lnTo>
                  <a:pt x="1485900" y="638175"/>
                </a:lnTo>
                <a:lnTo>
                  <a:pt x="1466850" y="638175"/>
                </a:lnTo>
                <a:lnTo>
                  <a:pt x="1466850" y="628650"/>
                </a:lnTo>
                <a:lnTo>
                  <a:pt x="1495425" y="628650"/>
                </a:lnTo>
                <a:close/>
                <a:moveTo>
                  <a:pt x="485775" y="628650"/>
                </a:moveTo>
                <a:lnTo>
                  <a:pt x="504825" y="628650"/>
                </a:lnTo>
                <a:lnTo>
                  <a:pt x="504825" y="638175"/>
                </a:lnTo>
                <a:lnTo>
                  <a:pt x="485775" y="638175"/>
                </a:lnTo>
                <a:close/>
                <a:moveTo>
                  <a:pt x="895350" y="628650"/>
                </a:moveTo>
                <a:lnTo>
                  <a:pt x="904875" y="628650"/>
                </a:lnTo>
                <a:lnTo>
                  <a:pt x="904875" y="638175"/>
                </a:lnTo>
                <a:lnTo>
                  <a:pt x="895350" y="638175"/>
                </a:lnTo>
                <a:close/>
                <a:moveTo>
                  <a:pt x="923925" y="628650"/>
                </a:moveTo>
                <a:lnTo>
                  <a:pt x="933450" y="628650"/>
                </a:lnTo>
                <a:lnTo>
                  <a:pt x="933450" y="638175"/>
                </a:lnTo>
                <a:lnTo>
                  <a:pt x="923925" y="638175"/>
                </a:lnTo>
                <a:close/>
                <a:moveTo>
                  <a:pt x="933450" y="638175"/>
                </a:moveTo>
                <a:lnTo>
                  <a:pt x="942975" y="638175"/>
                </a:lnTo>
                <a:lnTo>
                  <a:pt x="942975" y="657225"/>
                </a:lnTo>
                <a:lnTo>
                  <a:pt x="923925" y="657225"/>
                </a:lnTo>
                <a:lnTo>
                  <a:pt x="923925" y="647700"/>
                </a:lnTo>
                <a:lnTo>
                  <a:pt x="933450" y="647700"/>
                </a:lnTo>
                <a:close/>
                <a:moveTo>
                  <a:pt x="1390650" y="638175"/>
                </a:moveTo>
                <a:lnTo>
                  <a:pt x="1400175" y="638175"/>
                </a:lnTo>
                <a:lnTo>
                  <a:pt x="1400175" y="647700"/>
                </a:lnTo>
                <a:lnTo>
                  <a:pt x="1390650" y="647700"/>
                </a:lnTo>
                <a:close/>
                <a:moveTo>
                  <a:pt x="838200" y="647700"/>
                </a:moveTo>
                <a:lnTo>
                  <a:pt x="847725" y="647700"/>
                </a:lnTo>
                <a:lnTo>
                  <a:pt x="847725" y="666750"/>
                </a:lnTo>
                <a:lnTo>
                  <a:pt x="838200" y="666750"/>
                </a:lnTo>
                <a:close/>
                <a:moveTo>
                  <a:pt x="885825" y="647700"/>
                </a:moveTo>
                <a:lnTo>
                  <a:pt x="904875" y="647700"/>
                </a:lnTo>
                <a:lnTo>
                  <a:pt x="904875" y="657225"/>
                </a:lnTo>
                <a:lnTo>
                  <a:pt x="895350" y="657225"/>
                </a:lnTo>
                <a:lnTo>
                  <a:pt x="895350" y="666750"/>
                </a:lnTo>
                <a:lnTo>
                  <a:pt x="885825" y="666750"/>
                </a:lnTo>
                <a:close/>
                <a:moveTo>
                  <a:pt x="1381125" y="647700"/>
                </a:moveTo>
                <a:lnTo>
                  <a:pt x="1390650" y="647700"/>
                </a:lnTo>
                <a:lnTo>
                  <a:pt x="1390650" y="657225"/>
                </a:lnTo>
                <a:lnTo>
                  <a:pt x="1381125" y="657225"/>
                </a:lnTo>
                <a:close/>
                <a:moveTo>
                  <a:pt x="904875" y="657225"/>
                </a:moveTo>
                <a:lnTo>
                  <a:pt x="923925" y="657225"/>
                </a:lnTo>
                <a:lnTo>
                  <a:pt x="923925" y="666750"/>
                </a:lnTo>
                <a:lnTo>
                  <a:pt x="904875" y="666750"/>
                </a:lnTo>
                <a:close/>
                <a:moveTo>
                  <a:pt x="828675" y="666750"/>
                </a:moveTo>
                <a:lnTo>
                  <a:pt x="838200" y="666750"/>
                </a:lnTo>
                <a:lnTo>
                  <a:pt x="838200" y="676275"/>
                </a:lnTo>
                <a:lnTo>
                  <a:pt x="828675" y="676275"/>
                </a:lnTo>
                <a:close/>
                <a:moveTo>
                  <a:pt x="866775" y="666750"/>
                </a:moveTo>
                <a:lnTo>
                  <a:pt x="876300" y="666750"/>
                </a:lnTo>
                <a:lnTo>
                  <a:pt x="876300" y="704850"/>
                </a:lnTo>
                <a:lnTo>
                  <a:pt x="857250" y="704850"/>
                </a:lnTo>
                <a:lnTo>
                  <a:pt x="857250" y="676275"/>
                </a:lnTo>
                <a:lnTo>
                  <a:pt x="866775" y="676275"/>
                </a:lnTo>
                <a:close/>
                <a:moveTo>
                  <a:pt x="1371600" y="666750"/>
                </a:moveTo>
                <a:lnTo>
                  <a:pt x="1381125" y="666750"/>
                </a:lnTo>
                <a:lnTo>
                  <a:pt x="1381125" y="695325"/>
                </a:lnTo>
                <a:lnTo>
                  <a:pt x="1390650" y="695325"/>
                </a:lnTo>
                <a:lnTo>
                  <a:pt x="1390650" y="685800"/>
                </a:lnTo>
                <a:lnTo>
                  <a:pt x="1400175" y="685800"/>
                </a:lnTo>
                <a:lnTo>
                  <a:pt x="1400175" y="695325"/>
                </a:lnTo>
                <a:lnTo>
                  <a:pt x="1419225" y="695325"/>
                </a:lnTo>
                <a:lnTo>
                  <a:pt x="1419225" y="714375"/>
                </a:lnTo>
                <a:lnTo>
                  <a:pt x="1390650" y="714375"/>
                </a:lnTo>
                <a:lnTo>
                  <a:pt x="1390650" y="704850"/>
                </a:lnTo>
                <a:lnTo>
                  <a:pt x="1381125" y="704850"/>
                </a:lnTo>
                <a:lnTo>
                  <a:pt x="1381125" y="723900"/>
                </a:lnTo>
                <a:lnTo>
                  <a:pt x="1390650" y="723900"/>
                </a:lnTo>
                <a:lnTo>
                  <a:pt x="1390650" y="733425"/>
                </a:lnTo>
                <a:lnTo>
                  <a:pt x="1371600" y="733425"/>
                </a:lnTo>
                <a:close/>
                <a:moveTo>
                  <a:pt x="962025" y="685800"/>
                </a:moveTo>
                <a:lnTo>
                  <a:pt x="971550" y="685800"/>
                </a:lnTo>
                <a:lnTo>
                  <a:pt x="971550" y="704850"/>
                </a:lnTo>
                <a:lnTo>
                  <a:pt x="962025" y="704850"/>
                </a:lnTo>
                <a:close/>
                <a:moveTo>
                  <a:pt x="190500" y="695325"/>
                </a:moveTo>
                <a:lnTo>
                  <a:pt x="200025" y="695325"/>
                </a:lnTo>
                <a:lnTo>
                  <a:pt x="200025" y="704850"/>
                </a:lnTo>
                <a:lnTo>
                  <a:pt x="190500" y="704850"/>
                </a:lnTo>
                <a:close/>
                <a:moveTo>
                  <a:pt x="180975" y="704850"/>
                </a:moveTo>
                <a:lnTo>
                  <a:pt x="190500" y="704850"/>
                </a:lnTo>
                <a:lnTo>
                  <a:pt x="190500" y="714375"/>
                </a:lnTo>
                <a:lnTo>
                  <a:pt x="180975" y="714375"/>
                </a:lnTo>
                <a:close/>
                <a:moveTo>
                  <a:pt x="104775" y="714375"/>
                </a:moveTo>
                <a:lnTo>
                  <a:pt x="180975" y="714375"/>
                </a:lnTo>
                <a:lnTo>
                  <a:pt x="180975" y="723900"/>
                </a:lnTo>
                <a:lnTo>
                  <a:pt x="161925" y="723900"/>
                </a:lnTo>
                <a:lnTo>
                  <a:pt x="161925" y="733425"/>
                </a:lnTo>
                <a:lnTo>
                  <a:pt x="133350" y="733425"/>
                </a:lnTo>
                <a:lnTo>
                  <a:pt x="133350" y="723900"/>
                </a:lnTo>
                <a:lnTo>
                  <a:pt x="104775" y="723900"/>
                </a:lnTo>
                <a:close/>
                <a:moveTo>
                  <a:pt x="1419225" y="714375"/>
                </a:moveTo>
                <a:lnTo>
                  <a:pt x="1428750" y="714375"/>
                </a:lnTo>
                <a:lnTo>
                  <a:pt x="1428750" y="723900"/>
                </a:lnTo>
                <a:lnTo>
                  <a:pt x="1419225" y="723900"/>
                </a:lnTo>
                <a:close/>
                <a:moveTo>
                  <a:pt x="619125" y="723900"/>
                </a:moveTo>
                <a:lnTo>
                  <a:pt x="628650" y="723900"/>
                </a:lnTo>
                <a:lnTo>
                  <a:pt x="628650" y="733425"/>
                </a:lnTo>
                <a:lnTo>
                  <a:pt x="619125" y="733425"/>
                </a:lnTo>
                <a:close/>
                <a:moveTo>
                  <a:pt x="962025" y="733425"/>
                </a:moveTo>
                <a:lnTo>
                  <a:pt x="981075" y="733425"/>
                </a:lnTo>
                <a:lnTo>
                  <a:pt x="981075" y="771525"/>
                </a:lnTo>
                <a:lnTo>
                  <a:pt x="962025" y="771525"/>
                </a:lnTo>
                <a:lnTo>
                  <a:pt x="962025" y="762000"/>
                </a:lnTo>
                <a:lnTo>
                  <a:pt x="933450" y="762000"/>
                </a:lnTo>
                <a:lnTo>
                  <a:pt x="933450" y="752475"/>
                </a:lnTo>
                <a:lnTo>
                  <a:pt x="962025" y="752475"/>
                </a:lnTo>
                <a:close/>
                <a:moveTo>
                  <a:pt x="1400175" y="733425"/>
                </a:moveTo>
                <a:lnTo>
                  <a:pt x="1419225" y="733425"/>
                </a:lnTo>
                <a:lnTo>
                  <a:pt x="1419225" y="742950"/>
                </a:lnTo>
                <a:lnTo>
                  <a:pt x="1400175" y="742950"/>
                </a:lnTo>
                <a:close/>
                <a:moveTo>
                  <a:pt x="1428750" y="733425"/>
                </a:moveTo>
                <a:lnTo>
                  <a:pt x="1504950" y="733425"/>
                </a:lnTo>
                <a:lnTo>
                  <a:pt x="1504950" y="742950"/>
                </a:lnTo>
                <a:lnTo>
                  <a:pt x="1428750" y="742950"/>
                </a:lnTo>
                <a:close/>
                <a:moveTo>
                  <a:pt x="1543050" y="733425"/>
                </a:moveTo>
                <a:lnTo>
                  <a:pt x="1552575" y="733425"/>
                </a:lnTo>
                <a:lnTo>
                  <a:pt x="1552575" y="742950"/>
                </a:lnTo>
                <a:lnTo>
                  <a:pt x="1543050" y="742950"/>
                </a:lnTo>
                <a:close/>
                <a:moveTo>
                  <a:pt x="895350" y="742950"/>
                </a:moveTo>
                <a:lnTo>
                  <a:pt x="904875" y="742950"/>
                </a:lnTo>
                <a:lnTo>
                  <a:pt x="904875" y="752475"/>
                </a:lnTo>
                <a:lnTo>
                  <a:pt x="895350" y="752475"/>
                </a:lnTo>
                <a:close/>
                <a:moveTo>
                  <a:pt x="85725" y="752475"/>
                </a:moveTo>
                <a:lnTo>
                  <a:pt x="95250" y="752475"/>
                </a:lnTo>
                <a:lnTo>
                  <a:pt x="95250" y="762000"/>
                </a:lnTo>
                <a:lnTo>
                  <a:pt x="85725" y="762000"/>
                </a:lnTo>
                <a:close/>
                <a:moveTo>
                  <a:pt x="114300" y="752475"/>
                </a:moveTo>
                <a:lnTo>
                  <a:pt x="200025" y="752475"/>
                </a:lnTo>
                <a:lnTo>
                  <a:pt x="200025" y="762000"/>
                </a:lnTo>
                <a:lnTo>
                  <a:pt x="219075" y="762000"/>
                </a:lnTo>
                <a:lnTo>
                  <a:pt x="219075" y="771525"/>
                </a:lnTo>
                <a:lnTo>
                  <a:pt x="228600" y="771525"/>
                </a:lnTo>
                <a:lnTo>
                  <a:pt x="228600" y="781050"/>
                </a:lnTo>
                <a:lnTo>
                  <a:pt x="238125" y="781050"/>
                </a:lnTo>
                <a:lnTo>
                  <a:pt x="238125" y="790575"/>
                </a:lnTo>
                <a:lnTo>
                  <a:pt x="247650" y="790575"/>
                </a:lnTo>
                <a:lnTo>
                  <a:pt x="247650" y="819150"/>
                </a:lnTo>
                <a:lnTo>
                  <a:pt x="257175" y="819150"/>
                </a:lnTo>
                <a:lnTo>
                  <a:pt x="257175" y="847725"/>
                </a:lnTo>
                <a:lnTo>
                  <a:pt x="247650" y="847725"/>
                </a:lnTo>
                <a:lnTo>
                  <a:pt x="247650" y="857250"/>
                </a:lnTo>
                <a:lnTo>
                  <a:pt x="238125" y="857250"/>
                </a:lnTo>
                <a:lnTo>
                  <a:pt x="238125" y="866775"/>
                </a:lnTo>
                <a:lnTo>
                  <a:pt x="200025" y="866775"/>
                </a:lnTo>
                <a:lnTo>
                  <a:pt x="200025" y="857250"/>
                </a:lnTo>
                <a:lnTo>
                  <a:pt x="209550" y="857250"/>
                </a:lnTo>
                <a:lnTo>
                  <a:pt x="209550" y="847725"/>
                </a:lnTo>
                <a:lnTo>
                  <a:pt x="190500" y="847725"/>
                </a:lnTo>
                <a:lnTo>
                  <a:pt x="190500" y="828675"/>
                </a:lnTo>
                <a:lnTo>
                  <a:pt x="180975" y="828675"/>
                </a:lnTo>
                <a:lnTo>
                  <a:pt x="180975" y="819150"/>
                </a:lnTo>
                <a:lnTo>
                  <a:pt x="171450" y="819150"/>
                </a:lnTo>
                <a:lnTo>
                  <a:pt x="171450" y="809625"/>
                </a:lnTo>
                <a:lnTo>
                  <a:pt x="161925" y="809625"/>
                </a:lnTo>
                <a:lnTo>
                  <a:pt x="161925" y="800100"/>
                </a:lnTo>
                <a:lnTo>
                  <a:pt x="142875" y="800100"/>
                </a:lnTo>
                <a:lnTo>
                  <a:pt x="142875" y="790575"/>
                </a:lnTo>
                <a:lnTo>
                  <a:pt x="133350" y="790575"/>
                </a:lnTo>
                <a:lnTo>
                  <a:pt x="133350" y="781050"/>
                </a:lnTo>
                <a:lnTo>
                  <a:pt x="123825" y="781050"/>
                </a:lnTo>
                <a:lnTo>
                  <a:pt x="123825" y="771525"/>
                </a:lnTo>
                <a:lnTo>
                  <a:pt x="133350" y="771525"/>
                </a:lnTo>
                <a:lnTo>
                  <a:pt x="133350" y="762000"/>
                </a:lnTo>
                <a:lnTo>
                  <a:pt x="114300" y="762000"/>
                </a:lnTo>
                <a:close/>
                <a:moveTo>
                  <a:pt x="657225" y="752475"/>
                </a:moveTo>
                <a:lnTo>
                  <a:pt x="666750" y="752475"/>
                </a:lnTo>
                <a:lnTo>
                  <a:pt x="666750" y="762000"/>
                </a:lnTo>
                <a:lnTo>
                  <a:pt x="657225" y="762000"/>
                </a:lnTo>
                <a:close/>
                <a:moveTo>
                  <a:pt x="904875" y="752475"/>
                </a:moveTo>
                <a:lnTo>
                  <a:pt x="914400" y="752475"/>
                </a:lnTo>
                <a:lnTo>
                  <a:pt x="914400" y="762000"/>
                </a:lnTo>
                <a:lnTo>
                  <a:pt x="904875" y="762000"/>
                </a:lnTo>
                <a:close/>
                <a:moveTo>
                  <a:pt x="609600" y="762000"/>
                </a:moveTo>
                <a:lnTo>
                  <a:pt x="619125" y="762000"/>
                </a:lnTo>
                <a:lnTo>
                  <a:pt x="619125" y="771525"/>
                </a:lnTo>
                <a:lnTo>
                  <a:pt x="609600" y="771525"/>
                </a:lnTo>
                <a:close/>
                <a:moveTo>
                  <a:pt x="762000" y="762000"/>
                </a:moveTo>
                <a:lnTo>
                  <a:pt x="771525" y="762000"/>
                </a:lnTo>
                <a:lnTo>
                  <a:pt x="771525" y="781050"/>
                </a:lnTo>
                <a:lnTo>
                  <a:pt x="762000" y="781050"/>
                </a:lnTo>
                <a:close/>
                <a:moveTo>
                  <a:pt x="1276350" y="762000"/>
                </a:moveTo>
                <a:lnTo>
                  <a:pt x="1285875" y="762000"/>
                </a:lnTo>
                <a:lnTo>
                  <a:pt x="1285875" y="771525"/>
                </a:lnTo>
                <a:lnTo>
                  <a:pt x="1276350" y="771525"/>
                </a:lnTo>
                <a:close/>
                <a:moveTo>
                  <a:pt x="47625" y="771525"/>
                </a:moveTo>
                <a:lnTo>
                  <a:pt x="57150" y="771525"/>
                </a:lnTo>
                <a:lnTo>
                  <a:pt x="57150" y="781050"/>
                </a:lnTo>
                <a:lnTo>
                  <a:pt x="47625" y="781050"/>
                </a:lnTo>
                <a:close/>
                <a:moveTo>
                  <a:pt x="152400" y="771525"/>
                </a:moveTo>
                <a:lnTo>
                  <a:pt x="161925" y="771525"/>
                </a:lnTo>
                <a:lnTo>
                  <a:pt x="161925" y="762000"/>
                </a:lnTo>
                <a:lnTo>
                  <a:pt x="152400" y="762000"/>
                </a:lnTo>
                <a:close/>
                <a:moveTo>
                  <a:pt x="38100" y="781050"/>
                </a:moveTo>
                <a:lnTo>
                  <a:pt x="47625" y="781050"/>
                </a:lnTo>
                <a:lnTo>
                  <a:pt x="47625" y="790575"/>
                </a:lnTo>
                <a:lnTo>
                  <a:pt x="38100" y="790575"/>
                </a:lnTo>
                <a:close/>
                <a:moveTo>
                  <a:pt x="200025" y="781050"/>
                </a:moveTo>
                <a:lnTo>
                  <a:pt x="209550" y="781050"/>
                </a:lnTo>
                <a:lnTo>
                  <a:pt x="209550" y="771525"/>
                </a:lnTo>
                <a:lnTo>
                  <a:pt x="200025" y="771525"/>
                </a:lnTo>
                <a:close/>
                <a:moveTo>
                  <a:pt x="771525" y="781050"/>
                </a:moveTo>
                <a:lnTo>
                  <a:pt x="781050" y="781050"/>
                </a:lnTo>
                <a:lnTo>
                  <a:pt x="781050" y="800100"/>
                </a:lnTo>
                <a:lnTo>
                  <a:pt x="771525" y="800100"/>
                </a:lnTo>
                <a:close/>
                <a:moveTo>
                  <a:pt x="819150" y="781050"/>
                </a:moveTo>
                <a:lnTo>
                  <a:pt x="828675" y="781050"/>
                </a:lnTo>
                <a:lnTo>
                  <a:pt x="828675" y="809625"/>
                </a:lnTo>
                <a:lnTo>
                  <a:pt x="809625" y="809625"/>
                </a:lnTo>
                <a:lnTo>
                  <a:pt x="809625" y="790575"/>
                </a:lnTo>
                <a:lnTo>
                  <a:pt x="819150" y="790575"/>
                </a:lnTo>
                <a:close/>
                <a:moveTo>
                  <a:pt x="28575" y="809625"/>
                </a:moveTo>
                <a:lnTo>
                  <a:pt x="38100" y="809625"/>
                </a:lnTo>
                <a:lnTo>
                  <a:pt x="38100" y="819150"/>
                </a:lnTo>
                <a:lnTo>
                  <a:pt x="47625" y="819150"/>
                </a:lnTo>
                <a:lnTo>
                  <a:pt x="47625" y="828675"/>
                </a:lnTo>
                <a:lnTo>
                  <a:pt x="76200" y="828675"/>
                </a:lnTo>
                <a:lnTo>
                  <a:pt x="76200" y="838200"/>
                </a:lnTo>
                <a:lnTo>
                  <a:pt x="85725" y="838200"/>
                </a:lnTo>
                <a:lnTo>
                  <a:pt x="85725" y="857250"/>
                </a:lnTo>
                <a:lnTo>
                  <a:pt x="104775" y="857250"/>
                </a:lnTo>
                <a:lnTo>
                  <a:pt x="104775" y="866775"/>
                </a:lnTo>
                <a:lnTo>
                  <a:pt x="190500" y="866775"/>
                </a:lnTo>
                <a:lnTo>
                  <a:pt x="190500" y="876300"/>
                </a:lnTo>
                <a:lnTo>
                  <a:pt x="95250" y="876300"/>
                </a:lnTo>
                <a:lnTo>
                  <a:pt x="95250" y="866775"/>
                </a:lnTo>
                <a:lnTo>
                  <a:pt x="47625" y="866775"/>
                </a:lnTo>
                <a:lnTo>
                  <a:pt x="47625" y="857250"/>
                </a:lnTo>
                <a:lnTo>
                  <a:pt x="38100" y="857250"/>
                </a:lnTo>
                <a:lnTo>
                  <a:pt x="38100" y="847725"/>
                </a:lnTo>
                <a:lnTo>
                  <a:pt x="28575" y="847725"/>
                </a:lnTo>
                <a:close/>
                <a:moveTo>
                  <a:pt x="790575" y="809625"/>
                </a:moveTo>
                <a:lnTo>
                  <a:pt x="809625" y="809625"/>
                </a:lnTo>
                <a:lnTo>
                  <a:pt x="809625" y="819150"/>
                </a:lnTo>
                <a:lnTo>
                  <a:pt x="790575" y="819150"/>
                </a:lnTo>
                <a:close/>
                <a:moveTo>
                  <a:pt x="1447800" y="819150"/>
                </a:moveTo>
                <a:lnTo>
                  <a:pt x="1466850" y="819150"/>
                </a:lnTo>
                <a:lnTo>
                  <a:pt x="1466850" y="847725"/>
                </a:lnTo>
                <a:lnTo>
                  <a:pt x="1447800" y="847725"/>
                </a:lnTo>
                <a:lnTo>
                  <a:pt x="1447800" y="857250"/>
                </a:lnTo>
                <a:lnTo>
                  <a:pt x="1438275" y="857250"/>
                </a:lnTo>
                <a:lnTo>
                  <a:pt x="1438275" y="828675"/>
                </a:lnTo>
                <a:lnTo>
                  <a:pt x="1447800" y="828675"/>
                </a:lnTo>
                <a:close/>
                <a:moveTo>
                  <a:pt x="1209675" y="838200"/>
                </a:moveTo>
                <a:lnTo>
                  <a:pt x="1228725" y="838200"/>
                </a:lnTo>
                <a:lnTo>
                  <a:pt x="1228725" y="847725"/>
                </a:lnTo>
                <a:lnTo>
                  <a:pt x="1209675" y="847725"/>
                </a:lnTo>
                <a:close/>
                <a:moveTo>
                  <a:pt x="38100" y="847725"/>
                </a:moveTo>
                <a:lnTo>
                  <a:pt x="47625" y="847725"/>
                </a:lnTo>
                <a:lnTo>
                  <a:pt x="47625" y="838200"/>
                </a:lnTo>
                <a:lnTo>
                  <a:pt x="38100" y="838200"/>
                </a:lnTo>
                <a:close/>
                <a:moveTo>
                  <a:pt x="609600" y="933450"/>
                </a:moveTo>
                <a:lnTo>
                  <a:pt x="666750" y="933450"/>
                </a:lnTo>
                <a:lnTo>
                  <a:pt x="666750" y="942975"/>
                </a:lnTo>
                <a:lnTo>
                  <a:pt x="647700" y="942975"/>
                </a:lnTo>
                <a:lnTo>
                  <a:pt x="647700" y="952500"/>
                </a:lnTo>
                <a:lnTo>
                  <a:pt x="676275" y="952500"/>
                </a:lnTo>
                <a:lnTo>
                  <a:pt x="676275" y="962025"/>
                </a:lnTo>
                <a:lnTo>
                  <a:pt x="666750" y="962025"/>
                </a:lnTo>
                <a:lnTo>
                  <a:pt x="666750" y="971550"/>
                </a:lnTo>
                <a:lnTo>
                  <a:pt x="676275" y="971550"/>
                </a:lnTo>
                <a:lnTo>
                  <a:pt x="676275" y="981075"/>
                </a:lnTo>
                <a:lnTo>
                  <a:pt x="647700" y="981075"/>
                </a:lnTo>
                <a:lnTo>
                  <a:pt x="647700" y="990600"/>
                </a:lnTo>
                <a:lnTo>
                  <a:pt x="609600" y="990600"/>
                </a:lnTo>
                <a:lnTo>
                  <a:pt x="609600" y="1000125"/>
                </a:lnTo>
                <a:lnTo>
                  <a:pt x="600075" y="1000125"/>
                </a:lnTo>
                <a:lnTo>
                  <a:pt x="600075" y="942975"/>
                </a:lnTo>
                <a:lnTo>
                  <a:pt x="609600" y="942975"/>
                </a:lnTo>
                <a:close/>
                <a:moveTo>
                  <a:pt x="923925" y="933450"/>
                </a:moveTo>
                <a:lnTo>
                  <a:pt x="990600" y="933450"/>
                </a:lnTo>
                <a:lnTo>
                  <a:pt x="990600" y="942975"/>
                </a:lnTo>
                <a:lnTo>
                  <a:pt x="1000125" y="942975"/>
                </a:lnTo>
                <a:lnTo>
                  <a:pt x="1000125" y="1009650"/>
                </a:lnTo>
                <a:lnTo>
                  <a:pt x="1009650" y="1009650"/>
                </a:lnTo>
                <a:lnTo>
                  <a:pt x="1009650" y="1019175"/>
                </a:lnTo>
                <a:lnTo>
                  <a:pt x="1019175" y="1019175"/>
                </a:lnTo>
                <a:lnTo>
                  <a:pt x="1019175" y="1028700"/>
                </a:lnTo>
                <a:lnTo>
                  <a:pt x="1000125" y="1028700"/>
                </a:lnTo>
                <a:lnTo>
                  <a:pt x="1000125" y="1038225"/>
                </a:lnTo>
                <a:lnTo>
                  <a:pt x="990600" y="1038225"/>
                </a:lnTo>
                <a:lnTo>
                  <a:pt x="990600" y="990600"/>
                </a:lnTo>
                <a:lnTo>
                  <a:pt x="981075" y="990600"/>
                </a:lnTo>
                <a:lnTo>
                  <a:pt x="981075" y="981075"/>
                </a:lnTo>
                <a:lnTo>
                  <a:pt x="971550" y="981075"/>
                </a:lnTo>
                <a:lnTo>
                  <a:pt x="971550" y="990600"/>
                </a:lnTo>
                <a:lnTo>
                  <a:pt x="942975" y="990600"/>
                </a:lnTo>
                <a:lnTo>
                  <a:pt x="942975" y="1000125"/>
                </a:lnTo>
                <a:lnTo>
                  <a:pt x="933450" y="1000125"/>
                </a:lnTo>
                <a:lnTo>
                  <a:pt x="933450" y="1009650"/>
                </a:lnTo>
                <a:lnTo>
                  <a:pt x="904875" y="1009650"/>
                </a:lnTo>
                <a:lnTo>
                  <a:pt x="904875" y="1038225"/>
                </a:lnTo>
                <a:lnTo>
                  <a:pt x="885825" y="1038225"/>
                </a:lnTo>
                <a:lnTo>
                  <a:pt x="885825" y="1047750"/>
                </a:lnTo>
                <a:lnTo>
                  <a:pt x="876300" y="1047750"/>
                </a:lnTo>
                <a:lnTo>
                  <a:pt x="876300" y="1057275"/>
                </a:lnTo>
                <a:lnTo>
                  <a:pt x="828675" y="1057275"/>
                </a:lnTo>
                <a:lnTo>
                  <a:pt x="828675" y="1047750"/>
                </a:lnTo>
                <a:lnTo>
                  <a:pt x="819150" y="1047750"/>
                </a:lnTo>
                <a:lnTo>
                  <a:pt x="819150" y="1038225"/>
                </a:lnTo>
                <a:lnTo>
                  <a:pt x="781050" y="1038225"/>
                </a:lnTo>
                <a:lnTo>
                  <a:pt x="781050" y="1047750"/>
                </a:lnTo>
                <a:lnTo>
                  <a:pt x="771525" y="1047750"/>
                </a:lnTo>
                <a:lnTo>
                  <a:pt x="771525" y="1076325"/>
                </a:lnTo>
                <a:lnTo>
                  <a:pt x="762000" y="1076325"/>
                </a:lnTo>
                <a:lnTo>
                  <a:pt x="762000" y="1066800"/>
                </a:lnTo>
                <a:lnTo>
                  <a:pt x="742950" y="1066800"/>
                </a:lnTo>
                <a:lnTo>
                  <a:pt x="742950" y="1057275"/>
                </a:lnTo>
                <a:lnTo>
                  <a:pt x="733425" y="1057275"/>
                </a:lnTo>
                <a:lnTo>
                  <a:pt x="733425" y="1028700"/>
                </a:lnTo>
                <a:lnTo>
                  <a:pt x="742950" y="1028700"/>
                </a:lnTo>
                <a:lnTo>
                  <a:pt x="742950" y="1019175"/>
                </a:lnTo>
                <a:lnTo>
                  <a:pt x="771525" y="1019175"/>
                </a:lnTo>
                <a:lnTo>
                  <a:pt x="771525" y="1028700"/>
                </a:lnTo>
                <a:lnTo>
                  <a:pt x="781050" y="1028700"/>
                </a:lnTo>
                <a:lnTo>
                  <a:pt x="781050" y="1019175"/>
                </a:lnTo>
                <a:lnTo>
                  <a:pt x="790575" y="1019175"/>
                </a:lnTo>
                <a:lnTo>
                  <a:pt x="790575" y="1009650"/>
                </a:lnTo>
                <a:lnTo>
                  <a:pt x="819150" y="1009650"/>
                </a:lnTo>
                <a:lnTo>
                  <a:pt x="819150" y="1000125"/>
                </a:lnTo>
                <a:lnTo>
                  <a:pt x="847725" y="1000125"/>
                </a:lnTo>
                <a:lnTo>
                  <a:pt x="847725" y="990600"/>
                </a:lnTo>
                <a:lnTo>
                  <a:pt x="857250" y="990600"/>
                </a:lnTo>
                <a:lnTo>
                  <a:pt x="857250" y="981075"/>
                </a:lnTo>
                <a:lnTo>
                  <a:pt x="866775" y="981075"/>
                </a:lnTo>
                <a:lnTo>
                  <a:pt x="866775" y="971550"/>
                </a:lnTo>
                <a:lnTo>
                  <a:pt x="876300" y="971550"/>
                </a:lnTo>
                <a:lnTo>
                  <a:pt x="876300" y="962025"/>
                </a:lnTo>
                <a:lnTo>
                  <a:pt x="904875" y="962025"/>
                </a:lnTo>
                <a:lnTo>
                  <a:pt x="904875" y="952500"/>
                </a:lnTo>
                <a:lnTo>
                  <a:pt x="942975" y="952500"/>
                </a:lnTo>
                <a:lnTo>
                  <a:pt x="942975" y="942975"/>
                </a:lnTo>
                <a:lnTo>
                  <a:pt x="923925" y="942975"/>
                </a:lnTo>
                <a:close/>
                <a:moveTo>
                  <a:pt x="609600" y="952500"/>
                </a:moveTo>
                <a:lnTo>
                  <a:pt x="619125" y="952500"/>
                </a:lnTo>
                <a:lnTo>
                  <a:pt x="619125" y="942975"/>
                </a:lnTo>
                <a:lnTo>
                  <a:pt x="609600" y="942975"/>
                </a:lnTo>
                <a:close/>
                <a:moveTo>
                  <a:pt x="1085850" y="981075"/>
                </a:moveTo>
                <a:lnTo>
                  <a:pt x="1095375" y="981075"/>
                </a:lnTo>
                <a:lnTo>
                  <a:pt x="1095375" y="990600"/>
                </a:lnTo>
                <a:lnTo>
                  <a:pt x="1085850" y="990600"/>
                </a:lnTo>
                <a:close/>
                <a:moveTo>
                  <a:pt x="1076325" y="990600"/>
                </a:moveTo>
                <a:lnTo>
                  <a:pt x="1085850" y="990600"/>
                </a:lnTo>
                <a:lnTo>
                  <a:pt x="1085850" y="1000125"/>
                </a:lnTo>
                <a:lnTo>
                  <a:pt x="1076325" y="1000125"/>
                </a:lnTo>
                <a:close/>
                <a:moveTo>
                  <a:pt x="904875" y="1038225"/>
                </a:moveTo>
                <a:lnTo>
                  <a:pt x="914400" y="1038225"/>
                </a:lnTo>
                <a:lnTo>
                  <a:pt x="914400" y="1057275"/>
                </a:lnTo>
                <a:lnTo>
                  <a:pt x="904875" y="1057275"/>
                </a:lnTo>
                <a:lnTo>
                  <a:pt x="904875" y="1066800"/>
                </a:lnTo>
                <a:lnTo>
                  <a:pt x="895350" y="1066800"/>
                </a:lnTo>
                <a:lnTo>
                  <a:pt x="895350" y="1047750"/>
                </a:lnTo>
                <a:lnTo>
                  <a:pt x="904875" y="1047750"/>
                </a:lnTo>
                <a:close/>
                <a:moveTo>
                  <a:pt x="962025" y="1038225"/>
                </a:moveTo>
                <a:lnTo>
                  <a:pt x="971550" y="1038225"/>
                </a:lnTo>
                <a:lnTo>
                  <a:pt x="971550" y="1047750"/>
                </a:lnTo>
                <a:lnTo>
                  <a:pt x="962025" y="1047750"/>
                </a:lnTo>
                <a:close/>
                <a:moveTo>
                  <a:pt x="981075" y="1038225"/>
                </a:moveTo>
                <a:lnTo>
                  <a:pt x="990600" y="1038225"/>
                </a:lnTo>
                <a:lnTo>
                  <a:pt x="990600" y="1047750"/>
                </a:lnTo>
                <a:lnTo>
                  <a:pt x="981075" y="1047750"/>
                </a:lnTo>
                <a:close/>
                <a:moveTo>
                  <a:pt x="609600" y="1057275"/>
                </a:moveTo>
                <a:lnTo>
                  <a:pt x="619125" y="1057275"/>
                </a:lnTo>
                <a:lnTo>
                  <a:pt x="619125" y="1066800"/>
                </a:lnTo>
                <a:lnTo>
                  <a:pt x="609600" y="1066800"/>
                </a:lnTo>
                <a:close/>
                <a:moveTo>
                  <a:pt x="361950" y="1076325"/>
                </a:moveTo>
                <a:lnTo>
                  <a:pt x="390525" y="1076325"/>
                </a:lnTo>
                <a:lnTo>
                  <a:pt x="390525" y="1095375"/>
                </a:lnTo>
                <a:lnTo>
                  <a:pt x="381000" y="1095375"/>
                </a:lnTo>
                <a:lnTo>
                  <a:pt x="381000" y="1104900"/>
                </a:lnTo>
                <a:lnTo>
                  <a:pt x="361950" y="1104900"/>
                </a:lnTo>
                <a:close/>
                <a:moveTo>
                  <a:pt x="1038225" y="1076325"/>
                </a:moveTo>
                <a:lnTo>
                  <a:pt x="1047750" y="1076325"/>
                </a:lnTo>
                <a:lnTo>
                  <a:pt x="1047750" y="1104900"/>
                </a:lnTo>
                <a:lnTo>
                  <a:pt x="1038225" y="1104900"/>
                </a:lnTo>
                <a:close/>
                <a:moveTo>
                  <a:pt x="619125" y="1085850"/>
                </a:moveTo>
                <a:lnTo>
                  <a:pt x="628650" y="1085850"/>
                </a:lnTo>
                <a:lnTo>
                  <a:pt x="628650" y="1104900"/>
                </a:lnTo>
                <a:lnTo>
                  <a:pt x="638175" y="1104900"/>
                </a:lnTo>
                <a:lnTo>
                  <a:pt x="638175" y="1095375"/>
                </a:lnTo>
                <a:lnTo>
                  <a:pt x="657225" y="1095375"/>
                </a:lnTo>
                <a:lnTo>
                  <a:pt x="657225" y="1104900"/>
                </a:lnTo>
                <a:lnTo>
                  <a:pt x="666750" y="1104900"/>
                </a:lnTo>
                <a:lnTo>
                  <a:pt x="666750" y="1114425"/>
                </a:lnTo>
                <a:lnTo>
                  <a:pt x="676275" y="1114425"/>
                </a:lnTo>
                <a:lnTo>
                  <a:pt x="676275" y="1133475"/>
                </a:lnTo>
                <a:lnTo>
                  <a:pt x="666750" y="1133475"/>
                </a:lnTo>
                <a:lnTo>
                  <a:pt x="666750" y="1143000"/>
                </a:lnTo>
                <a:lnTo>
                  <a:pt x="657225" y="1143000"/>
                </a:lnTo>
                <a:lnTo>
                  <a:pt x="657225" y="1152525"/>
                </a:lnTo>
                <a:lnTo>
                  <a:pt x="638175" y="1152525"/>
                </a:lnTo>
                <a:lnTo>
                  <a:pt x="638175" y="1162050"/>
                </a:lnTo>
                <a:lnTo>
                  <a:pt x="628650" y="1162050"/>
                </a:lnTo>
                <a:lnTo>
                  <a:pt x="628650" y="1143000"/>
                </a:lnTo>
                <a:lnTo>
                  <a:pt x="619125" y="1143000"/>
                </a:lnTo>
                <a:close/>
                <a:moveTo>
                  <a:pt x="904875" y="1085850"/>
                </a:moveTo>
                <a:lnTo>
                  <a:pt x="914400" y="1085850"/>
                </a:lnTo>
                <a:lnTo>
                  <a:pt x="914400" y="1104900"/>
                </a:lnTo>
                <a:lnTo>
                  <a:pt x="923925" y="1104900"/>
                </a:lnTo>
                <a:lnTo>
                  <a:pt x="923925" y="1123950"/>
                </a:lnTo>
                <a:lnTo>
                  <a:pt x="933450" y="1123950"/>
                </a:lnTo>
                <a:lnTo>
                  <a:pt x="933450" y="1143000"/>
                </a:lnTo>
                <a:lnTo>
                  <a:pt x="962025" y="1143000"/>
                </a:lnTo>
                <a:lnTo>
                  <a:pt x="962025" y="1152525"/>
                </a:lnTo>
                <a:lnTo>
                  <a:pt x="971550" y="1152525"/>
                </a:lnTo>
                <a:lnTo>
                  <a:pt x="971550" y="1162050"/>
                </a:lnTo>
                <a:lnTo>
                  <a:pt x="962025" y="1162050"/>
                </a:lnTo>
                <a:lnTo>
                  <a:pt x="962025" y="1171575"/>
                </a:lnTo>
                <a:lnTo>
                  <a:pt x="971550" y="1171575"/>
                </a:lnTo>
                <a:lnTo>
                  <a:pt x="971550" y="1190625"/>
                </a:lnTo>
                <a:lnTo>
                  <a:pt x="962025" y="1190625"/>
                </a:lnTo>
                <a:lnTo>
                  <a:pt x="962025" y="1181100"/>
                </a:lnTo>
                <a:lnTo>
                  <a:pt x="952500" y="1181100"/>
                </a:lnTo>
                <a:lnTo>
                  <a:pt x="952500" y="1190625"/>
                </a:lnTo>
                <a:lnTo>
                  <a:pt x="962025" y="1190625"/>
                </a:lnTo>
                <a:lnTo>
                  <a:pt x="962025" y="1200150"/>
                </a:lnTo>
                <a:lnTo>
                  <a:pt x="790575" y="1200150"/>
                </a:lnTo>
                <a:lnTo>
                  <a:pt x="790575" y="1190625"/>
                </a:lnTo>
                <a:lnTo>
                  <a:pt x="819150" y="1190625"/>
                </a:lnTo>
                <a:lnTo>
                  <a:pt x="819150" y="1181100"/>
                </a:lnTo>
                <a:lnTo>
                  <a:pt x="809625" y="1181100"/>
                </a:lnTo>
                <a:lnTo>
                  <a:pt x="809625" y="1171575"/>
                </a:lnTo>
                <a:lnTo>
                  <a:pt x="838200" y="1171575"/>
                </a:lnTo>
                <a:lnTo>
                  <a:pt x="838200" y="1190625"/>
                </a:lnTo>
                <a:lnTo>
                  <a:pt x="876300" y="1190625"/>
                </a:lnTo>
                <a:lnTo>
                  <a:pt x="876300" y="1181100"/>
                </a:lnTo>
                <a:lnTo>
                  <a:pt x="847725" y="1181100"/>
                </a:lnTo>
                <a:lnTo>
                  <a:pt x="847725" y="1171575"/>
                </a:lnTo>
                <a:lnTo>
                  <a:pt x="866775" y="1171575"/>
                </a:lnTo>
                <a:lnTo>
                  <a:pt x="866775" y="1162050"/>
                </a:lnTo>
                <a:lnTo>
                  <a:pt x="876300" y="1162050"/>
                </a:lnTo>
                <a:lnTo>
                  <a:pt x="876300" y="1143000"/>
                </a:lnTo>
                <a:lnTo>
                  <a:pt x="885825" y="1143000"/>
                </a:lnTo>
                <a:lnTo>
                  <a:pt x="885825" y="1133475"/>
                </a:lnTo>
                <a:lnTo>
                  <a:pt x="904875" y="1133475"/>
                </a:lnTo>
                <a:lnTo>
                  <a:pt x="904875" y="1123950"/>
                </a:lnTo>
                <a:lnTo>
                  <a:pt x="914400" y="1123950"/>
                </a:lnTo>
                <a:lnTo>
                  <a:pt x="914400" y="1114425"/>
                </a:lnTo>
                <a:lnTo>
                  <a:pt x="904875" y="1114425"/>
                </a:lnTo>
                <a:close/>
                <a:moveTo>
                  <a:pt x="790575" y="1095375"/>
                </a:moveTo>
                <a:lnTo>
                  <a:pt x="809625" y="1095375"/>
                </a:lnTo>
                <a:lnTo>
                  <a:pt x="809625" y="1104900"/>
                </a:lnTo>
                <a:lnTo>
                  <a:pt x="790575" y="1104900"/>
                </a:lnTo>
                <a:close/>
                <a:moveTo>
                  <a:pt x="990600" y="1152525"/>
                </a:moveTo>
                <a:lnTo>
                  <a:pt x="1009650" y="1152525"/>
                </a:lnTo>
                <a:lnTo>
                  <a:pt x="1009650" y="1162050"/>
                </a:lnTo>
                <a:lnTo>
                  <a:pt x="990600" y="1162050"/>
                </a:lnTo>
                <a:close/>
                <a:moveTo>
                  <a:pt x="476250" y="1171575"/>
                </a:moveTo>
                <a:lnTo>
                  <a:pt x="485775" y="1171575"/>
                </a:lnTo>
                <a:lnTo>
                  <a:pt x="485775" y="1181100"/>
                </a:lnTo>
                <a:lnTo>
                  <a:pt x="495300" y="1181100"/>
                </a:lnTo>
                <a:lnTo>
                  <a:pt x="495300" y="1190625"/>
                </a:lnTo>
                <a:lnTo>
                  <a:pt x="476250" y="1190625"/>
                </a:lnTo>
                <a:close/>
                <a:moveTo>
                  <a:pt x="1104900" y="1181100"/>
                </a:moveTo>
                <a:lnTo>
                  <a:pt x="1114425" y="1181100"/>
                </a:lnTo>
                <a:lnTo>
                  <a:pt x="1114425" y="1190625"/>
                </a:lnTo>
                <a:lnTo>
                  <a:pt x="1104900" y="1190625"/>
                </a:lnTo>
                <a:close/>
                <a:moveTo>
                  <a:pt x="762000" y="1190625"/>
                </a:moveTo>
                <a:lnTo>
                  <a:pt x="771525" y="1190625"/>
                </a:lnTo>
                <a:lnTo>
                  <a:pt x="771525" y="1200150"/>
                </a:lnTo>
                <a:lnTo>
                  <a:pt x="762000" y="1200150"/>
                </a:lnTo>
                <a:close/>
                <a:moveTo>
                  <a:pt x="923925" y="1190625"/>
                </a:moveTo>
                <a:lnTo>
                  <a:pt x="942975" y="1190625"/>
                </a:lnTo>
                <a:lnTo>
                  <a:pt x="942975" y="1181100"/>
                </a:lnTo>
                <a:lnTo>
                  <a:pt x="923925" y="1181100"/>
                </a:lnTo>
                <a:close/>
                <a:moveTo>
                  <a:pt x="971550" y="1247775"/>
                </a:moveTo>
                <a:lnTo>
                  <a:pt x="1000125" y="1247775"/>
                </a:lnTo>
                <a:lnTo>
                  <a:pt x="1000125" y="1257300"/>
                </a:lnTo>
                <a:lnTo>
                  <a:pt x="971550" y="1257300"/>
                </a:lnTo>
                <a:close/>
              </a:path>
            </a:pathLst>
          </a:custGeom>
          <a:solidFill xmlns:a="http://schemas.openxmlformats.org/drawingml/2006/main">
            <a:srgbClr val="284F3C"/>
          </a:solidFill>
          <a:ln xmlns:a="http://schemas.openxmlformats.org/drawingml/2006/main" w="0">
            <a:noFill/>
          </a:ln>
        </p:spPr>
      </p:sp>
      <p:sp>
        <p:nvSpPr>
          <p:cNvPr id="39" name="turno1 vector #264c3a">
            <a:extLst xmlns:a="http://schemas.openxmlformats.org/drawingml/2006/main">
              <a:ext uri="{FF2B5EF4-FFF2-40B4-BE49-F238E27FC236}">
                <a16:creationId xmlns:a16="http://schemas.microsoft.com/office/drawing/2014/main" id="{B8AA50B9-012F-428B-B9EB-7B6A29EB78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2025" y="2752725"/>
            <a:ext cx="2476500" cy="2095500"/>
          </a:xfrm>
          <a:custGeom xmlns:a="http://schemas.openxmlformats.org/drawingml/2006/main">
            <a:pathLst>
              <a:path w="1609725" h="1362075">
                <a:moveTo>
                  <a:pt x="1171575" y="76200"/>
                </a:moveTo>
                <a:lnTo>
                  <a:pt x="1238250" y="76200"/>
                </a:lnTo>
                <a:lnTo>
                  <a:pt x="1238250" y="85725"/>
                </a:lnTo>
                <a:lnTo>
                  <a:pt x="1181100" y="85725"/>
                </a:lnTo>
                <a:lnTo>
                  <a:pt x="1181100" y="95250"/>
                </a:lnTo>
                <a:lnTo>
                  <a:pt x="1190625" y="95250"/>
                </a:lnTo>
                <a:lnTo>
                  <a:pt x="1190625" y="104775"/>
                </a:lnTo>
                <a:lnTo>
                  <a:pt x="1181100" y="104775"/>
                </a:lnTo>
                <a:lnTo>
                  <a:pt x="1181100" y="114300"/>
                </a:lnTo>
                <a:lnTo>
                  <a:pt x="1171575" y="114300"/>
                </a:lnTo>
                <a:lnTo>
                  <a:pt x="1171575" y="123825"/>
                </a:lnTo>
                <a:lnTo>
                  <a:pt x="1143000" y="123825"/>
                </a:lnTo>
                <a:lnTo>
                  <a:pt x="1143000" y="133350"/>
                </a:lnTo>
                <a:lnTo>
                  <a:pt x="1152525" y="133350"/>
                </a:lnTo>
                <a:lnTo>
                  <a:pt x="1152525" y="142875"/>
                </a:lnTo>
                <a:lnTo>
                  <a:pt x="1133475" y="142875"/>
                </a:lnTo>
                <a:lnTo>
                  <a:pt x="1133475" y="133350"/>
                </a:lnTo>
                <a:lnTo>
                  <a:pt x="1114425" y="133350"/>
                </a:lnTo>
                <a:lnTo>
                  <a:pt x="1114425" y="142875"/>
                </a:lnTo>
                <a:lnTo>
                  <a:pt x="1104900" y="142875"/>
                </a:lnTo>
                <a:lnTo>
                  <a:pt x="1104900" y="152400"/>
                </a:lnTo>
                <a:lnTo>
                  <a:pt x="1095375" y="152400"/>
                </a:lnTo>
                <a:lnTo>
                  <a:pt x="1095375" y="133350"/>
                </a:lnTo>
                <a:lnTo>
                  <a:pt x="1085850" y="133350"/>
                </a:lnTo>
                <a:lnTo>
                  <a:pt x="1085850" y="123825"/>
                </a:lnTo>
                <a:lnTo>
                  <a:pt x="1095375" y="123825"/>
                </a:lnTo>
                <a:lnTo>
                  <a:pt x="1095375" y="114300"/>
                </a:lnTo>
                <a:lnTo>
                  <a:pt x="1085850" y="114300"/>
                </a:lnTo>
                <a:lnTo>
                  <a:pt x="1085850" y="104775"/>
                </a:lnTo>
                <a:lnTo>
                  <a:pt x="1095375" y="104775"/>
                </a:lnTo>
                <a:lnTo>
                  <a:pt x="1095375" y="114300"/>
                </a:lnTo>
                <a:lnTo>
                  <a:pt x="1104900" y="114300"/>
                </a:lnTo>
                <a:lnTo>
                  <a:pt x="1104900" y="104775"/>
                </a:lnTo>
                <a:lnTo>
                  <a:pt x="1133475" y="104775"/>
                </a:lnTo>
                <a:lnTo>
                  <a:pt x="1133475" y="95250"/>
                </a:lnTo>
                <a:lnTo>
                  <a:pt x="1123950" y="95250"/>
                </a:lnTo>
                <a:lnTo>
                  <a:pt x="1123950" y="85725"/>
                </a:lnTo>
                <a:lnTo>
                  <a:pt x="1171575" y="85725"/>
                </a:lnTo>
                <a:close/>
                <a:moveTo>
                  <a:pt x="1019175" y="85725"/>
                </a:moveTo>
                <a:lnTo>
                  <a:pt x="1076325" y="85725"/>
                </a:lnTo>
                <a:lnTo>
                  <a:pt x="1076325" y="114300"/>
                </a:lnTo>
                <a:lnTo>
                  <a:pt x="1066800" y="114300"/>
                </a:lnTo>
                <a:lnTo>
                  <a:pt x="1066800" y="123825"/>
                </a:lnTo>
                <a:lnTo>
                  <a:pt x="1047750" y="123825"/>
                </a:lnTo>
                <a:lnTo>
                  <a:pt x="1047750" y="133350"/>
                </a:lnTo>
                <a:lnTo>
                  <a:pt x="1038225" y="133350"/>
                </a:lnTo>
                <a:lnTo>
                  <a:pt x="1038225" y="123825"/>
                </a:lnTo>
                <a:lnTo>
                  <a:pt x="1028700" y="123825"/>
                </a:lnTo>
                <a:lnTo>
                  <a:pt x="1028700" y="161925"/>
                </a:lnTo>
                <a:lnTo>
                  <a:pt x="1038225" y="161925"/>
                </a:lnTo>
                <a:lnTo>
                  <a:pt x="1038225" y="152400"/>
                </a:lnTo>
                <a:lnTo>
                  <a:pt x="1066800" y="152400"/>
                </a:lnTo>
                <a:lnTo>
                  <a:pt x="1066800" y="161925"/>
                </a:lnTo>
                <a:lnTo>
                  <a:pt x="1047750" y="161925"/>
                </a:lnTo>
                <a:lnTo>
                  <a:pt x="1047750" y="171450"/>
                </a:lnTo>
                <a:lnTo>
                  <a:pt x="1038225" y="171450"/>
                </a:lnTo>
                <a:lnTo>
                  <a:pt x="1038225" y="180975"/>
                </a:lnTo>
                <a:lnTo>
                  <a:pt x="1028700" y="180975"/>
                </a:lnTo>
                <a:lnTo>
                  <a:pt x="1028700" y="171450"/>
                </a:lnTo>
                <a:lnTo>
                  <a:pt x="1019175" y="171450"/>
                </a:lnTo>
                <a:close/>
                <a:moveTo>
                  <a:pt x="1085850" y="85725"/>
                </a:moveTo>
                <a:lnTo>
                  <a:pt x="1095375" y="85725"/>
                </a:lnTo>
                <a:lnTo>
                  <a:pt x="1095375" y="95250"/>
                </a:lnTo>
                <a:lnTo>
                  <a:pt x="1085850" y="95250"/>
                </a:lnTo>
                <a:close/>
                <a:moveTo>
                  <a:pt x="1276350" y="95250"/>
                </a:moveTo>
                <a:lnTo>
                  <a:pt x="1285875" y="95250"/>
                </a:lnTo>
                <a:lnTo>
                  <a:pt x="1285875" y="142875"/>
                </a:lnTo>
                <a:lnTo>
                  <a:pt x="1276350" y="142875"/>
                </a:lnTo>
                <a:close/>
                <a:moveTo>
                  <a:pt x="1247775" y="133350"/>
                </a:moveTo>
                <a:lnTo>
                  <a:pt x="1266825" y="133350"/>
                </a:lnTo>
                <a:lnTo>
                  <a:pt x="1266825" y="142875"/>
                </a:lnTo>
                <a:lnTo>
                  <a:pt x="1276350" y="142875"/>
                </a:lnTo>
                <a:lnTo>
                  <a:pt x="1276350" y="152400"/>
                </a:lnTo>
                <a:lnTo>
                  <a:pt x="1247775" y="152400"/>
                </a:lnTo>
                <a:lnTo>
                  <a:pt x="1247775" y="161925"/>
                </a:lnTo>
                <a:lnTo>
                  <a:pt x="1228725" y="161925"/>
                </a:lnTo>
                <a:lnTo>
                  <a:pt x="1228725" y="152400"/>
                </a:lnTo>
                <a:lnTo>
                  <a:pt x="1219200" y="152400"/>
                </a:lnTo>
                <a:lnTo>
                  <a:pt x="1219200" y="142875"/>
                </a:lnTo>
                <a:lnTo>
                  <a:pt x="1247775" y="142875"/>
                </a:lnTo>
                <a:close/>
                <a:moveTo>
                  <a:pt x="1152525" y="142875"/>
                </a:moveTo>
                <a:lnTo>
                  <a:pt x="1162050" y="142875"/>
                </a:lnTo>
                <a:lnTo>
                  <a:pt x="1162050" y="152400"/>
                </a:lnTo>
                <a:lnTo>
                  <a:pt x="1152525" y="152400"/>
                </a:lnTo>
                <a:close/>
                <a:moveTo>
                  <a:pt x="1381125" y="152400"/>
                </a:moveTo>
                <a:lnTo>
                  <a:pt x="1419225" y="152400"/>
                </a:lnTo>
                <a:lnTo>
                  <a:pt x="1419225" y="161925"/>
                </a:lnTo>
                <a:lnTo>
                  <a:pt x="1447800" y="161925"/>
                </a:lnTo>
                <a:lnTo>
                  <a:pt x="1447800" y="171450"/>
                </a:lnTo>
                <a:lnTo>
                  <a:pt x="1457325" y="171450"/>
                </a:lnTo>
                <a:lnTo>
                  <a:pt x="1457325" y="180975"/>
                </a:lnTo>
                <a:lnTo>
                  <a:pt x="1466850" y="180975"/>
                </a:lnTo>
                <a:lnTo>
                  <a:pt x="1466850" y="247650"/>
                </a:lnTo>
                <a:lnTo>
                  <a:pt x="1457325" y="247650"/>
                </a:lnTo>
                <a:lnTo>
                  <a:pt x="1457325" y="238125"/>
                </a:lnTo>
                <a:lnTo>
                  <a:pt x="1447800" y="238125"/>
                </a:lnTo>
                <a:lnTo>
                  <a:pt x="1447800" y="257175"/>
                </a:lnTo>
                <a:lnTo>
                  <a:pt x="1438275" y="257175"/>
                </a:lnTo>
                <a:lnTo>
                  <a:pt x="1438275" y="238125"/>
                </a:lnTo>
                <a:lnTo>
                  <a:pt x="1419225" y="238125"/>
                </a:lnTo>
                <a:lnTo>
                  <a:pt x="1419225" y="228600"/>
                </a:lnTo>
                <a:lnTo>
                  <a:pt x="1400175" y="228600"/>
                </a:lnTo>
                <a:lnTo>
                  <a:pt x="1400175" y="219075"/>
                </a:lnTo>
                <a:lnTo>
                  <a:pt x="1362075" y="219075"/>
                </a:lnTo>
                <a:lnTo>
                  <a:pt x="1362075" y="209550"/>
                </a:lnTo>
                <a:lnTo>
                  <a:pt x="1352550" y="209550"/>
                </a:lnTo>
                <a:lnTo>
                  <a:pt x="1352550" y="190500"/>
                </a:lnTo>
                <a:lnTo>
                  <a:pt x="1362075" y="190500"/>
                </a:lnTo>
                <a:lnTo>
                  <a:pt x="1362075" y="209550"/>
                </a:lnTo>
                <a:lnTo>
                  <a:pt x="1371600" y="209550"/>
                </a:lnTo>
                <a:lnTo>
                  <a:pt x="1371600" y="200025"/>
                </a:lnTo>
                <a:lnTo>
                  <a:pt x="1400175" y="200025"/>
                </a:lnTo>
                <a:lnTo>
                  <a:pt x="1400175" y="180975"/>
                </a:lnTo>
                <a:lnTo>
                  <a:pt x="1390650" y="180975"/>
                </a:lnTo>
                <a:lnTo>
                  <a:pt x="1390650" y="161925"/>
                </a:lnTo>
                <a:lnTo>
                  <a:pt x="1381125" y="161925"/>
                </a:lnTo>
                <a:close/>
                <a:moveTo>
                  <a:pt x="1171575" y="161925"/>
                </a:moveTo>
                <a:lnTo>
                  <a:pt x="1190625" y="161925"/>
                </a:lnTo>
                <a:lnTo>
                  <a:pt x="1190625" y="171450"/>
                </a:lnTo>
                <a:lnTo>
                  <a:pt x="1171575" y="171450"/>
                </a:lnTo>
                <a:close/>
                <a:moveTo>
                  <a:pt x="1009650" y="180975"/>
                </a:moveTo>
                <a:lnTo>
                  <a:pt x="1019175" y="180975"/>
                </a:lnTo>
                <a:lnTo>
                  <a:pt x="1019175" y="190500"/>
                </a:lnTo>
                <a:lnTo>
                  <a:pt x="1009650" y="190500"/>
                </a:lnTo>
                <a:close/>
                <a:moveTo>
                  <a:pt x="1143000" y="180975"/>
                </a:moveTo>
                <a:lnTo>
                  <a:pt x="1162050" y="180975"/>
                </a:lnTo>
                <a:lnTo>
                  <a:pt x="1162050" y="209550"/>
                </a:lnTo>
                <a:lnTo>
                  <a:pt x="1143000" y="209550"/>
                </a:lnTo>
                <a:lnTo>
                  <a:pt x="1143000" y="219075"/>
                </a:lnTo>
                <a:lnTo>
                  <a:pt x="1104900" y="219075"/>
                </a:lnTo>
                <a:lnTo>
                  <a:pt x="1104900" y="238125"/>
                </a:lnTo>
                <a:lnTo>
                  <a:pt x="1085850" y="238125"/>
                </a:lnTo>
                <a:lnTo>
                  <a:pt x="1085850" y="247650"/>
                </a:lnTo>
                <a:lnTo>
                  <a:pt x="1028700" y="247650"/>
                </a:lnTo>
                <a:lnTo>
                  <a:pt x="1028700" y="238125"/>
                </a:lnTo>
                <a:lnTo>
                  <a:pt x="1066800" y="238125"/>
                </a:lnTo>
                <a:lnTo>
                  <a:pt x="1066800" y="228600"/>
                </a:lnTo>
                <a:lnTo>
                  <a:pt x="1057275" y="228600"/>
                </a:lnTo>
                <a:lnTo>
                  <a:pt x="1057275" y="219075"/>
                </a:lnTo>
                <a:lnTo>
                  <a:pt x="1066800" y="219075"/>
                </a:lnTo>
                <a:lnTo>
                  <a:pt x="1066800" y="209550"/>
                </a:lnTo>
                <a:lnTo>
                  <a:pt x="1085850" y="209550"/>
                </a:lnTo>
                <a:lnTo>
                  <a:pt x="1085850" y="200025"/>
                </a:lnTo>
                <a:lnTo>
                  <a:pt x="1095375" y="200025"/>
                </a:lnTo>
                <a:lnTo>
                  <a:pt x="1095375" y="190500"/>
                </a:lnTo>
                <a:lnTo>
                  <a:pt x="1104900" y="190500"/>
                </a:lnTo>
                <a:lnTo>
                  <a:pt x="1104900" y="200025"/>
                </a:lnTo>
                <a:lnTo>
                  <a:pt x="1133475" y="200025"/>
                </a:lnTo>
                <a:lnTo>
                  <a:pt x="1133475" y="190500"/>
                </a:lnTo>
                <a:lnTo>
                  <a:pt x="1143000" y="190500"/>
                </a:lnTo>
                <a:close/>
                <a:moveTo>
                  <a:pt x="1409700" y="190500"/>
                </a:moveTo>
                <a:lnTo>
                  <a:pt x="1419225" y="190500"/>
                </a:lnTo>
                <a:lnTo>
                  <a:pt x="1419225" y="180975"/>
                </a:lnTo>
                <a:lnTo>
                  <a:pt x="1409700" y="180975"/>
                </a:lnTo>
                <a:close/>
                <a:moveTo>
                  <a:pt x="1209675" y="219075"/>
                </a:moveTo>
                <a:lnTo>
                  <a:pt x="1238250" y="219075"/>
                </a:lnTo>
                <a:lnTo>
                  <a:pt x="1238250" y="228600"/>
                </a:lnTo>
                <a:lnTo>
                  <a:pt x="1247775" y="228600"/>
                </a:lnTo>
                <a:lnTo>
                  <a:pt x="1247775" y="257175"/>
                </a:lnTo>
                <a:lnTo>
                  <a:pt x="1238250" y="257175"/>
                </a:lnTo>
                <a:lnTo>
                  <a:pt x="1238250" y="276225"/>
                </a:lnTo>
                <a:lnTo>
                  <a:pt x="1228725" y="276225"/>
                </a:lnTo>
                <a:lnTo>
                  <a:pt x="1228725" y="247650"/>
                </a:lnTo>
                <a:lnTo>
                  <a:pt x="1209675" y="247650"/>
                </a:lnTo>
                <a:lnTo>
                  <a:pt x="1209675" y="257175"/>
                </a:lnTo>
                <a:lnTo>
                  <a:pt x="1200150" y="257175"/>
                </a:lnTo>
                <a:lnTo>
                  <a:pt x="1200150" y="266700"/>
                </a:lnTo>
                <a:lnTo>
                  <a:pt x="1190625" y="266700"/>
                </a:lnTo>
                <a:lnTo>
                  <a:pt x="1190625" y="257175"/>
                </a:lnTo>
                <a:lnTo>
                  <a:pt x="1181100" y="257175"/>
                </a:lnTo>
                <a:lnTo>
                  <a:pt x="1181100" y="247650"/>
                </a:lnTo>
                <a:lnTo>
                  <a:pt x="1190625" y="247650"/>
                </a:lnTo>
                <a:lnTo>
                  <a:pt x="1190625" y="238125"/>
                </a:lnTo>
                <a:lnTo>
                  <a:pt x="1200150" y="238125"/>
                </a:lnTo>
                <a:lnTo>
                  <a:pt x="1200150" y="228600"/>
                </a:lnTo>
                <a:lnTo>
                  <a:pt x="1209675" y="228600"/>
                </a:lnTo>
                <a:close/>
                <a:moveTo>
                  <a:pt x="1209675" y="257175"/>
                </a:moveTo>
                <a:lnTo>
                  <a:pt x="1219200" y="257175"/>
                </a:lnTo>
                <a:lnTo>
                  <a:pt x="1219200" y="276225"/>
                </a:lnTo>
                <a:lnTo>
                  <a:pt x="1209675" y="276225"/>
                </a:lnTo>
                <a:close/>
                <a:moveTo>
                  <a:pt x="200025" y="276225"/>
                </a:moveTo>
                <a:lnTo>
                  <a:pt x="247650" y="276225"/>
                </a:lnTo>
                <a:lnTo>
                  <a:pt x="247650" y="285750"/>
                </a:lnTo>
                <a:lnTo>
                  <a:pt x="200025" y="285750"/>
                </a:lnTo>
                <a:close/>
                <a:moveTo>
                  <a:pt x="200025" y="295275"/>
                </a:moveTo>
                <a:lnTo>
                  <a:pt x="219075" y="295275"/>
                </a:lnTo>
                <a:lnTo>
                  <a:pt x="219075" y="304800"/>
                </a:lnTo>
                <a:lnTo>
                  <a:pt x="209550" y="304800"/>
                </a:lnTo>
                <a:lnTo>
                  <a:pt x="209550" y="314325"/>
                </a:lnTo>
                <a:lnTo>
                  <a:pt x="219075" y="314325"/>
                </a:lnTo>
                <a:lnTo>
                  <a:pt x="219075" y="323850"/>
                </a:lnTo>
                <a:lnTo>
                  <a:pt x="228600" y="323850"/>
                </a:lnTo>
                <a:lnTo>
                  <a:pt x="228600" y="333375"/>
                </a:lnTo>
                <a:lnTo>
                  <a:pt x="238125" y="333375"/>
                </a:lnTo>
                <a:lnTo>
                  <a:pt x="238125" y="342900"/>
                </a:lnTo>
                <a:lnTo>
                  <a:pt x="257175" y="342900"/>
                </a:lnTo>
                <a:lnTo>
                  <a:pt x="257175" y="352425"/>
                </a:lnTo>
                <a:lnTo>
                  <a:pt x="266700" y="352425"/>
                </a:lnTo>
                <a:lnTo>
                  <a:pt x="266700" y="371475"/>
                </a:lnTo>
                <a:lnTo>
                  <a:pt x="257175" y="371475"/>
                </a:lnTo>
                <a:lnTo>
                  <a:pt x="257175" y="361950"/>
                </a:lnTo>
                <a:lnTo>
                  <a:pt x="209550" y="361950"/>
                </a:lnTo>
                <a:lnTo>
                  <a:pt x="209550" y="352425"/>
                </a:lnTo>
                <a:lnTo>
                  <a:pt x="200025" y="352425"/>
                </a:lnTo>
                <a:lnTo>
                  <a:pt x="200025" y="342900"/>
                </a:lnTo>
                <a:lnTo>
                  <a:pt x="190500" y="342900"/>
                </a:lnTo>
                <a:lnTo>
                  <a:pt x="190500" y="352425"/>
                </a:lnTo>
                <a:lnTo>
                  <a:pt x="180975" y="352425"/>
                </a:lnTo>
                <a:lnTo>
                  <a:pt x="180975" y="333375"/>
                </a:lnTo>
                <a:lnTo>
                  <a:pt x="171450" y="333375"/>
                </a:lnTo>
                <a:lnTo>
                  <a:pt x="171450" y="314325"/>
                </a:lnTo>
                <a:lnTo>
                  <a:pt x="180975" y="314325"/>
                </a:lnTo>
                <a:lnTo>
                  <a:pt x="180975" y="304800"/>
                </a:lnTo>
                <a:lnTo>
                  <a:pt x="200025" y="304800"/>
                </a:lnTo>
                <a:close/>
                <a:moveTo>
                  <a:pt x="771525" y="295275"/>
                </a:moveTo>
                <a:lnTo>
                  <a:pt x="847725" y="295275"/>
                </a:lnTo>
                <a:lnTo>
                  <a:pt x="847725" y="304800"/>
                </a:lnTo>
                <a:lnTo>
                  <a:pt x="819150" y="304800"/>
                </a:lnTo>
                <a:lnTo>
                  <a:pt x="819150" y="314325"/>
                </a:lnTo>
                <a:lnTo>
                  <a:pt x="771525" y="314325"/>
                </a:lnTo>
                <a:close/>
                <a:moveTo>
                  <a:pt x="1352550" y="295275"/>
                </a:moveTo>
                <a:lnTo>
                  <a:pt x="1390650" y="295275"/>
                </a:lnTo>
                <a:lnTo>
                  <a:pt x="1390650" y="304800"/>
                </a:lnTo>
                <a:lnTo>
                  <a:pt x="1447800" y="304800"/>
                </a:lnTo>
                <a:lnTo>
                  <a:pt x="1447800" y="333375"/>
                </a:lnTo>
                <a:lnTo>
                  <a:pt x="1457325" y="333375"/>
                </a:lnTo>
                <a:lnTo>
                  <a:pt x="1457325" y="342900"/>
                </a:lnTo>
                <a:lnTo>
                  <a:pt x="1466850" y="342900"/>
                </a:lnTo>
                <a:lnTo>
                  <a:pt x="1466850" y="352425"/>
                </a:lnTo>
                <a:lnTo>
                  <a:pt x="1485900" y="352425"/>
                </a:lnTo>
                <a:lnTo>
                  <a:pt x="1485900" y="371475"/>
                </a:lnTo>
                <a:lnTo>
                  <a:pt x="1495425" y="371475"/>
                </a:lnTo>
                <a:lnTo>
                  <a:pt x="1495425" y="381000"/>
                </a:lnTo>
                <a:lnTo>
                  <a:pt x="1504950" y="381000"/>
                </a:lnTo>
                <a:lnTo>
                  <a:pt x="1504950" y="371475"/>
                </a:lnTo>
                <a:lnTo>
                  <a:pt x="1514475" y="371475"/>
                </a:lnTo>
                <a:lnTo>
                  <a:pt x="1514475" y="381000"/>
                </a:lnTo>
                <a:lnTo>
                  <a:pt x="1504950" y="381000"/>
                </a:lnTo>
                <a:lnTo>
                  <a:pt x="1504950" y="400050"/>
                </a:lnTo>
                <a:lnTo>
                  <a:pt x="1495425" y="400050"/>
                </a:lnTo>
                <a:lnTo>
                  <a:pt x="1495425" y="390525"/>
                </a:lnTo>
                <a:lnTo>
                  <a:pt x="1485900" y="390525"/>
                </a:lnTo>
                <a:lnTo>
                  <a:pt x="1485900" y="381000"/>
                </a:lnTo>
                <a:lnTo>
                  <a:pt x="1438275" y="381000"/>
                </a:lnTo>
                <a:lnTo>
                  <a:pt x="1438275" y="390525"/>
                </a:lnTo>
                <a:lnTo>
                  <a:pt x="1428750" y="390525"/>
                </a:lnTo>
                <a:lnTo>
                  <a:pt x="1428750" y="400050"/>
                </a:lnTo>
                <a:lnTo>
                  <a:pt x="1447800" y="400050"/>
                </a:lnTo>
                <a:lnTo>
                  <a:pt x="1447800" y="409575"/>
                </a:lnTo>
                <a:lnTo>
                  <a:pt x="1409700" y="409575"/>
                </a:lnTo>
                <a:lnTo>
                  <a:pt x="1409700" y="400050"/>
                </a:lnTo>
                <a:lnTo>
                  <a:pt x="1390650" y="400050"/>
                </a:lnTo>
                <a:lnTo>
                  <a:pt x="1390650" y="409575"/>
                </a:lnTo>
                <a:lnTo>
                  <a:pt x="1343025" y="409575"/>
                </a:lnTo>
                <a:lnTo>
                  <a:pt x="1343025" y="400050"/>
                </a:lnTo>
                <a:lnTo>
                  <a:pt x="1314450" y="400050"/>
                </a:lnTo>
                <a:lnTo>
                  <a:pt x="1314450" y="390525"/>
                </a:lnTo>
                <a:lnTo>
                  <a:pt x="1304925" y="390525"/>
                </a:lnTo>
                <a:lnTo>
                  <a:pt x="1304925" y="371475"/>
                </a:lnTo>
                <a:lnTo>
                  <a:pt x="1314450" y="371475"/>
                </a:lnTo>
                <a:lnTo>
                  <a:pt x="1314450" y="323850"/>
                </a:lnTo>
                <a:lnTo>
                  <a:pt x="1323975" y="323850"/>
                </a:lnTo>
                <a:lnTo>
                  <a:pt x="1323975" y="342900"/>
                </a:lnTo>
                <a:lnTo>
                  <a:pt x="1352550" y="342900"/>
                </a:lnTo>
                <a:lnTo>
                  <a:pt x="1352550" y="333375"/>
                </a:lnTo>
                <a:lnTo>
                  <a:pt x="1381125" y="333375"/>
                </a:lnTo>
                <a:lnTo>
                  <a:pt x="1381125" y="342900"/>
                </a:lnTo>
                <a:lnTo>
                  <a:pt x="1390650" y="342900"/>
                </a:lnTo>
                <a:lnTo>
                  <a:pt x="1390650" y="323850"/>
                </a:lnTo>
                <a:lnTo>
                  <a:pt x="1381125" y="323850"/>
                </a:lnTo>
                <a:lnTo>
                  <a:pt x="1381125" y="304800"/>
                </a:lnTo>
                <a:lnTo>
                  <a:pt x="1352550" y="304800"/>
                </a:lnTo>
                <a:close/>
                <a:moveTo>
                  <a:pt x="733425" y="304800"/>
                </a:moveTo>
                <a:lnTo>
                  <a:pt x="742950" y="304800"/>
                </a:lnTo>
                <a:lnTo>
                  <a:pt x="742950" y="314325"/>
                </a:lnTo>
                <a:lnTo>
                  <a:pt x="733425" y="314325"/>
                </a:lnTo>
                <a:close/>
                <a:moveTo>
                  <a:pt x="704850" y="314325"/>
                </a:moveTo>
                <a:lnTo>
                  <a:pt x="723900" y="314325"/>
                </a:lnTo>
                <a:lnTo>
                  <a:pt x="723900" y="333375"/>
                </a:lnTo>
                <a:lnTo>
                  <a:pt x="714375" y="333375"/>
                </a:lnTo>
                <a:lnTo>
                  <a:pt x="714375" y="323850"/>
                </a:lnTo>
                <a:lnTo>
                  <a:pt x="704850" y="323850"/>
                </a:lnTo>
                <a:close/>
                <a:moveTo>
                  <a:pt x="742950" y="314325"/>
                </a:moveTo>
                <a:lnTo>
                  <a:pt x="752475" y="314325"/>
                </a:lnTo>
                <a:lnTo>
                  <a:pt x="752475" y="323850"/>
                </a:lnTo>
                <a:lnTo>
                  <a:pt x="742950" y="323850"/>
                </a:lnTo>
                <a:close/>
                <a:moveTo>
                  <a:pt x="819150" y="314325"/>
                </a:moveTo>
                <a:lnTo>
                  <a:pt x="847725" y="314325"/>
                </a:lnTo>
                <a:lnTo>
                  <a:pt x="847725" y="323850"/>
                </a:lnTo>
                <a:lnTo>
                  <a:pt x="819150" y="323850"/>
                </a:lnTo>
                <a:close/>
                <a:moveTo>
                  <a:pt x="704850" y="333375"/>
                </a:moveTo>
                <a:lnTo>
                  <a:pt x="714375" y="333375"/>
                </a:lnTo>
                <a:lnTo>
                  <a:pt x="714375" y="342900"/>
                </a:lnTo>
                <a:lnTo>
                  <a:pt x="704850" y="342900"/>
                </a:lnTo>
                <a:close/>
                <a:moveTo>
                  <a:pt x="771525" y="342900"/>
                </a:moveTo>
                <a:lnTo>
                  <a:pt x="809625" y="342900"/>
                </a:lnTo>
                <a:lnTo>
                  <a:pt x="809625" y="352425"/>
                </a:lnTo>
                <a:lnTo>
                  <a:pt x="800100" y="352425"/>
                </a:lnTo>
                <a:lnTo>
                  <a:pt x="800100" y="371475"/>
                </a:lnTo>
                <a:lnTo>
                  <a:pt x="781050" y="371475"/>
                </a:lnTo>
                <a:lnTo>
                  <a:pt x="781050" y="381000"/>
                </a:lnTo>
                <a:lnTo>
                  <a:pt x="762000" y="381000"/>
                </a:lnTo>
                <a:lnTo>
                  <a:pt x="762000" y="371475"/>
                </a:lnTo>
                <a:lnTo>
                  <a:pt x="752475" y="371475"/>
                </a:lnTo>
                <a:lnTo>
                  <a:pt x="752475" y="361950"/>
                </a:lnTo>
                <a:lnTo>
                  <a:pt x="733425" y="361950"/>
                </a:lnTo>
                <a:lnTo>
                  <a:pt x="733425" y="352425"/>
                </a:lnTo>
                <a:lnTo>
                  <a:pt x="771525" y="352425"/>
                </a:lnTo>
                <a:close/>
                <a:moveTo>
                  <a:pt x="895350" y="342900"/>
                </a:moveTo>
                <a:lnTo>
                  <a:pt x="904875" y="342900"/>
                </a:lnTo>
                <a:lnTo>
                  <a:pt x="904875" y="352425"/>
                </a:lnTo>
                <a:lnTo>
                  <a:pt x="895350" y="352425"/>
                </a:lnTo>
                <a:close/>
                <a:moveTo>
                  <a:pt x="914400" y="342900"/>
                </a:moveTo>
                <a:lnTo>
                  <a:pt x="923925" y="342900"/>
                </a:lnTo>
                <a:lnTo>
                  <a:pt x="923925" y="352425"/>
                </a:lnTo>
                <a:lnTo>
                  <a:pt x="914400" y="352425"/>
                </a:lnTo>
                <a:close/>
                <a:moveTo>
                  <a:pt x="1409700" y="352425"/>
                </a:moveTo>
                <a:lnTo>
                  <a:pt x="1419225" y="352425"/>
                </a:lnTo>
                <a:lnTo>
                  <a:pt x="1419225" y="342900"/>
                </a:lnTo>
                <a:lnTo>
                  <a:pt x="1409700" y="342900"/>
                </a:lnTo>
                <a:close/>
                <a:moveTo>
                  <a:pt x="857250" y="361950"/>
                </a:moveTo>
                <a:lnTo>
                  <a:pt x="876300" y="361950"/>
                </a:lnTo>
                <a:lnTo>
                  <a:pt x="876300" y="390525"/>
                </a:lnTo>
                <a:lnTo>
                  <a:pt x="866775" y="390525"/>
                </a:lnTo>
                <a:lnTo>
                  <a:pt x="866775" y="400050"/>
                </a:lnTo>
                <a:lnTo>
                  <a:pt x="857250" y="400050"/>
                </a:lnTo>
                <a:lnTo>
                  <a:pt x="857250" y="409575"/>
                </a:lnTo>
                <a:lnTo>
                  <a:pt x="876300" y="409575"/>
                </a:lnTo>
                <a:lnTo>
                  <a:pt x="876300" y="419100"/>
                </a:lnTo>
                <a:lnTo>
                  <a:pt x="923925" y="419100"/>
                </a:lnTo>
                <a:lnTo>
                  <a:pt x="923925" y="466725"/>
                </a:lnTo>
                <a:lnTo>
                  <a:pt x="914400" y="466725"/>
                </a:lnTo>
                <a:lnTo>
                  <a:pt x="914400" y="457200"/>
                </a:lnTo>
                <a:lnTo>
                  <a:pt x="904875" y="457200"/>
                </a:lnTo>
                <a:lnTo>
                  <a:pt x="904875" y="466725"/>
                </a:lnTo>
                <a:lnTo>
                  <a:pt x="885825" y="466725"/>
                </a:lnTo>
                <a:lnTo>
                  <a:pt x="885825" y="476250"/>
                </a:lnTo>
                <a:lnTo>
                  <a:pt x="866775" y="476250"/>
                </a:lnTo>
                <a:lnTo>
                  <a:pt x="866775" y="485775"/>
                </a:lnTo>
                <a:lnTo>
                  <a:pt x="828675" y="485775"/>
                </a:lnTo>
                <a:lnTo>
                  <a:pt x="828675" y="476250"/>
                </a:lnTo>
                <a:lnTo>
                  <a:pt x="809625" y="476250"/>
                </a:lnTo>
                <a:lnTo>
                  <a:pt x="809625" y="457200"/>
                </a:lnTo>
                <a:lnTo>
                  <a:pt x="800100" y="457200"/>
                </a:lnTo>
                <a:lnTo>
                  <a:pt x="800100" y="419100"/>
                </a:lnTo>
                <a:lnTo>
                  <a:pt x="809625" y="419100"/>
                </a:lnTo>
                <a:lnTo>
                  <a:pt x="809625" y="400050"/>
                </a:lnTo>
                <a:lnTo>
                  <a:pt x="819150" y="400050"/>
                </a:lnTo>
                <a:lnTo>
                  <a:pt x="819150" y="390525"/>
                </a:lnTo>
                <a:lnTo>
                  <a:pt x="838200" y="390525"/>
                </a:lnTo>
                <a:lnTo>
                  <a:pt x="838200" y="381000"/>
                </a:lnTo>
                <a:lnTo>
                  <a:pt x="847725" y="381000"/>
                </a:lnTo>
                <a:lnTo>
                  <a:pt x="847725" y="371475"/>
                </a:lnTo>
                <a:lnTo>
                  <a:pt x="857250" y="371475"/>
                </a:lnTo>
                <a:close/>
                <a:moveTo>
                  <a:pt x="1323975" y="361950"/>
                </a:moveTo>
                <a:lnTo>
                  <a:pt x="1333500" y="361950"/>
                </a:lnTo>
                <a:lnTo>
                  <a:pt x="1333500" y="352425"/>
                </a:lnTo>
                <a:lnTo>
                  <a:pt x="1323975" y="352425"/>
                </a:lnTo>
                <a:close/>
                <a:moveTo>
                  <a:pt x="923925" y="371475"/>
                </a:moveTo>
                <a:lnTo>
                  <a:pt x="942975" y="371475"/>
                </a:lnTo>
                <a:lnTo>
                  <a:pt x="942975" y="381000"/>
                </a:lnTo>
                <a:lnTo>
                  <a:pt x="923925" y="381000"/>
                </a:lnTo>
                <a:close/>
                <a:moveTo>
                  <a:pt x="685800" y="390525"/>
                </a:moveTo>
                <a:lnTo>
                  <a:pt x="695325" y="390525"/>
                </a:lnTo>
                <a:lnTo>
                  <a:pt x="695325" y="400050"/>
                </a:lnTo>
                <a:lnTo>
                  <a:pt x="714375" y="400050"/>
                </a:lnTo>
                <a:lnTo>
                  <a:pt x="714375" y="409575"/>
                </a:lnTo>
                <a:lnTo>
                  <a:pt x="723900" y="409575"/>
                </a:lnTo>
                <a:lnTo>
                  <a:pt x="723900" y="419100"/>
                </a:lnTo>
                <a:lnTo>
                  <a:pt x="733425" y="419100"/>
                </a:lnTo>
                <a:lnTo>
                  <a:pt x="733425" y="428625"/>
                </a:lnTo>
                <a:lnTo>
                  <a:pt x="742950" y="428625"/>
                </a:lnTo>
                <a:lnTo>
                  <a:pt x="742950" y="438150"/>
                </a:lnTo>
                <a:lnTo>
                  <a:pt x="733425" y="438150"/>
                </a:lnTo>
                <a:lnTo>
                  <a:pt x="733425" y="447675"/>
                </a:lnTo>
                <a:lnTo>
                  <a:pt x="714375" y="447675"/>
                </a:lnTo>
                <a:lnTo>
                  <a:pt x="714375" y="428625"/>
                </a:lnTo>
                <a:lnTo>
                  <a:pt x="704850" y="428625"/>
                </a:lnTo>
                <a:lnTo>
                  <a:pt x="704850" y="419100"/>
                </a:lnTo>
                <a:lnTo>
                  <a:pt x="685800" y="419100"/>
                </a:lnTo>
                <a:close/>
                <a:moveTo>
                  <a:pt x="1314450" y="390525"/>
                </a:moveTo>
                <a:lnTo>
                  <a:pt x="1323975" y="390525"/>
                </a:lnTo>
                <a:lnTo>
                  <a:pt x="1323975" y="381000"/>
                </a:lnTo>
                <a:lnTo>
                  <a:pt x="1314450" y="381000"/>
                </a:lnTo>
                <a:close/>
                <a:moveTo>
                  <a:pt x="171450" y="419100"/>
                </a:moveTo>
                <a:lnTo>
                  <a:pt x="180975" y="419100"/>
                </a:lnTo>
                <a:lnTo>
                  <a:pt x="180975" y="428625"/>
                </a:lnTo>
                <a:lnTo>
                  <a:pt x="171450" y="428625"/>
                </a:lnTo>
                <a:close/>
                <a:moveTo>
                  <a:pt x="190500" y="419100"/>
                </a:moveTo>
                <a:lnTo>
                  <a:pt x="200025" y="419100"/>
                </a:lnTo>
                <a:lnTo>
                  <a:pt x="200025" y="428625"/>
                </a:lnTo>
                <a:lnTo>
                  <a:pt x="257175" y="428625"/>
                </a:lnTo>
                <a:lnTo>
                  <a:pt x="257175" y="419100"/>
                </a:lnTo>
                <a:lnTo>
                  <a:pt x="276225" y="419100"/>
                </a:lnTo>
                <a:lnTo>
                  <a:pt x="276225" y="428625"/>
                </a:lnTo>
                <a:lnTo>
                  <a:pt x="266700" y="428625"/>
                </a:lnTo>
                <a:lnTo>
                  <a:pt x="266700" y="447675"/>
                </a:lnTo>
                <a:lnTo>
                  <a:pt x="257175" y="447675"/>
                </a:lnTo>
                <a:lnTo>
                  <a:pt x="257175" y="457200"/>
                </a:lnTo>
                <a:lnTo>
                  <a:pt x="219075" y="457200"/>
                </a:lnTo>
                <a:lnTo>
                  <a:pt x="219075" y="466725"/>
                </a:lnTo>
                <a:lnTo>
                  <a:pt x="200025" y="466725"/>
                </a:lnTo>
                <a:lnTo>
                  <a:pt x="200025" y="457200"/>
                </a:lnTo>
                <a:lnTo>
                  <a:pt x="190500" y="457200"/>
                </a:lnTo>
                <a:lnTo>
                  <a:pt x="190500" y="447675"/>
                </a:lnTo>
                <a:lnTo>
                  <a:pt x="180975" y="447675"/>
                </a:lnTo>
                <a:lnTo>
                  <a:pt x="180975" y="438150"/>
                </a:lnTo>
                <a:lnTo>
                  <a:pt x="190500" y="438150"/>
                </a:lnTo>
                <a:close/>
                <a:moveTo>
                  <a:pt x="123825" y="447675"/>
                </a:moveTo>
                <a:lnTo>
                  <a:pt x="133350" y="447675"/>
                </a:lnTo>
                <a:lnTo>
                  <a:pt x="133350" y="457200"/>
                </a:lnTo>
                <a:lnTo>
                  <a:pt x="123825" y="457200"/>
                </a:lnTo>
                <a:close/>
                <a:moveTo>
                  <a:pt x="314325" y="447675"/>
                </a:moveTo>
                <a:lnTo>
                  <a:pt x="323850" y="447675"/>
                </a:lnTo>
                <a:lnTo>
                  <a:pt x="323850" y="466725"/>
                </a:lnTo>
                <a:lnTo>
                  <a:pt x="295275" y="466725"/>
                </a:lnTo>
                <a:lnTo>
                  <a:pt x="295275" y="476250"/>
                </a:lnTo>
                <a:lnTo>
                  <a:pt x="276225" y="476250"/>
                </a:lnTo>
                <a:lnTo>
                  <a:pt x="276225" y="485775"/>
                </a:lnTo>
                <a:lnTo>
                  <a:pt x="266700" y="485775"/>
                </a:lnTo>
                <a:lnTo>
                  <a:pt x="266700" y="504825"/>
                </a:lnTo>
                <a:lnTo>
                  <a:pt x="257175" y="504825"/>
                </a:lnTo>
                <a:lnTo>
                  <a:pt x="257175" y="514350"/>
                </a:lnTo>
                <a:lnTo>
                  <a:pt x="247650" y="514350"/>
                </a:lnTo>
                <a:lnTo>
                  <a:pt x="247650" y="523875"/>
                </a:lnTo>
                <a:lnTo>
                  <a:pt x="238125" y="523875"/>
                </a:lnTo>
                <a:lnTo>
                  <a:pt x="238125" y="533400"/>
                </a:lnTo>
                <a:lnTo>
                  <a:pt x="219075" y="533400"/>
                </a:lnTo>
                <a:lnTo>
                  <a:pt x="219075" y="542925"/>
                </a:lnTo>
                <a:lnTo>
                  <a:pt x="209550" y="542925"/>
                </a:lnTo>
                <a:lnTo>
                  <a:pt x="209550" y="533400"/>
                </a:lnTo>
                <a:lnTo>
                  <a:pt x="190500" y="533400"/>
                </a:lnTo>
                <a:lnTo>
                  <a:pt x="190500" y="514350"/>
                </a:lnTo>
                <a:lnTo>
                  <a:pt x="171450" y="514350"/>
                </a:lnTo>
                <a:lnTo>
                  <a:pt x="171450" y="504825"/>
                </a:lnTo>
                <a:lnTo>
                  <a:pt x="200025" y="504825"/>
                </a:lnTo>
                <a:lnTo>
                  <a:pt x="200025" y="514350"/>
                </a:lnTo>
                <a:lnTo>
                  <a:pt x="209550" y="514350"/>
                </a:lnTo>
                <a:lnTo>
                  <a:pt x="209550" y="504825"/>
                </a:lnTo>
                <a:lnTo>
                  <a:pt x="219075" y="504825"/>
                </a:lnTo>
                <a:lnTo>
                  <a:pt x="219075" y="495300"/>
                </a:lnTo>
                <a:lnTo>
                  <a:pt x="228600" y="495300"/>
                </a:lnTo>
                <a:lnTo>
                  <a:pt x="228600" y="485775"/>
                </a:lnTo>
                <a:lnTo>
                  <a:pt x="238125" y="485775"/>
                </a:lnTo>
                <a:lnTo>
                  <a:pt x="238125" y="476250"/>
                </a:lnTo>
                <a:lnTo>
                  <a:pt x="257175" y="476250"/>
                </a:lnTo>
                <a:lnTo>
                  <a:pt x="257175" y="466725"/>
                </a:lnTo>
                <a:lnTo>
                  <a:pt x="276225" y="466725"/>
                </a:lnTo>
                <a:lnTo>
                  <a:pt x="276225" y="457200"/>
                </a:lnTo>
                <a:lnTo>
                  <a:pt x="314325" y="457200"/>
                </a:lnTo>
                <a:close/>
                <a:moveTo>
                  <a:pt x="676275" y="457200"/>
                </a:moveTo>
                <a:lnTo>
                  <a:pt x="685800" y="457200"/>
                </a:lnTo>
                <a:lnTo>
                  <a:pt x="685800" y="466725"/>
                </a:lnTo>
                <a:lnTo>
                  <a:pt x="676275" y="466725"/>
                </a:lnTo>
                <a:close/>
                <a:moveTo>
                  <a:pt x="123825" y="466725"/>
                </a:moveTo>
                <a:lnTo>
                  <a:pt x="142875" y="466725"/>
                </a:lnTo>
                <a:lnTo>
                  <a:pt x="142875" y="476250"/>
                </a:lnTo>
                <a:lnTo>
                  <a:pt x="161925" y="476250"/>
                </a:lnTo>
                <a:lnTo>
                  <a:pt x="161925" y="514350"/>
                </a:lnTo>
                <a:lnTo>
                  <a:pt x="152400" y="514350"/>
                </a:lnTo>
                <a:lnTo>
                  <a:pt x="152400" y="523875"/>
                </a:lnTo>
                <a:lnTo>
                  <a:pt x="171450" y="523875"/>
                </a:lnTo>
                <a:lnTo>
                  <a:pt x="171450" y="533400"/>
                </a:lnTo>
                <a:lnTo>
                  <a:pt x="142875" y="533400"/>
                </a:lnTo>
                <a:lnTo>
                  <a:pt x="142875" y="523875"/>
                </a:lnTo>
                <a:lnTo>
                  <a:pt x="123825" y="523875"/>
                </a:lnTo>
                <a:lnTo>
                  <a:pt x="123825" y="514350"/>
                </a:lnTo>
                <a:lnTo>
                  <a:pt x="133350" y="514350"/>
                </a:lnTo>
                <a:lnTo>
                  <a:pt x="133350" y="504825"/>
                </a:lnTo>
                <a:lnTo>
                  <a:pt x="123825" y="504825"/>
                </a:lnTo>
                <a:close/>
                <a:moveTo>
                  <a:pt x="666750" y="466725"/>
                </a:moveTo>
                <a:lnTo>
                  <a:pt x="676275" y="466725"/>
                </a:lnTo>
                <a:lnTo>
                  <a:pt x="676275" y="476250"/>
                </a:lnTo>
                <a:lnTo>
                  <a:pt x="666750" y="476250"/>
                </a:lnTo>
                <a:close/>
                <a:moveTo>
                  <a:pt x="685800" y="466725"/>
                </a:moveTo>
                <a:lnTo>
                  <a:pt x="704850" y="466725"/>
                </a:lnTo>
                <a:lnTo>
                  <a:pt x="704850" y="485775"/>
                </a:lnTo>
                <a:lnTo>
                  <a:pt x="695325" y="485775"/>
                </a:lnTo>
                <a:lnTo>
                  <a:pt x="695325" y="476250"/>
                </a:lnTo>
                <a:lnTo>
                  <a:pt x="685800" y="476250"/>
                </a:lnTo>
                <a:close/>
                <a:moveTo>
                  <a:pt x="828675" y="466725"/>
                </a:moveTo>
                <a:lnTo>
                  <a:pt x="838200" y="466725"/>
                </a:lnTo>
                <a:lnTo>
                  <a:pt x="838200" y="438150"/>
                </a:lnTo>
                <a:lnTo>
                  <a:pt x="828675" y="438150"/>
                </a:lnTo>
                <a:close/>
                <a:moveTo>
                  <a:pt x="962025" y="466725"/>
                </a:moveTo>
                <a:lnTo>
                  <a:pt x="971550" y="466725"/>
                </a:lnTo>
                <a:lnTo>
                  <a:pt x="971550" y="485775"/>
                </a:lnTo>
                <a:lnTo>
                  <a:pt x="952500" y="485775"/>
                </a:lnTo>
                <a:lnTo>
                  <a:pt x="952500" y="476250"/>
                </a:lnTo>
                <a:lnTo>
                  <a:pt x="962025" y="476250"/>
                </a:lnTo>
                <a:close/>
                <a:moveTo>
                  <a:pt x="1438275" y="495300"/>
                </a:moveTo>
                <a:lnTo>
                  <a:pt x="1447800" y="495300"/>
                </a:lnTo>
                <a:lnTo>
                  <a:pt x="1447800" y="504825"/>
                </a:lnTo>
                <a:lnTo>
                  <a:pt x="1438275" y="504825"/>
                </a:lnTo>
                <a:close/>
                <a:moveTo>
                  <a:pt x="1504950" y="495300"/>
                </a:moveTo>
                <a:lnTo>
                  <a:pt x="1524000" y="495300"/>
                </a:lnTo>
                <a:lnTo>
                  <a:pt x="1524000" y="523875"/>
                </a:lnTo>
                <a:lnTo>
                  <a:pt x="1514475" y="523875"/>
                </a:lnTo>
                <a:lnTo>
                  <a:pt x="1514475" y="504825"/>
                </a:lnTo>
                <a:lnTo>
                  <a:pt x="1504950" y="504825"/>
                </a:lnTo>
                <a:close/>
                <a:moveTo>
                  <a:pt x="638175" y="600075"/>
                </a:moveTo>
                <a:lnTo>
                  <a:pt x="676275" y="600075"/>
                </a:lnTo>
                <a:lnTo>
                  <a:pt x="676275" y="619125"/>
                </a:lnTo>
                <a:lnTo>
                  <a:pt x="657225" y="619125"/>
                </a:lnTo>
                <a:lnTo>
                  <a:pt x="657225" y="609600"/>
                </a:lnTo>
                <a:lnTo>
                  <a:pt x="638175" y="609600"/>
                </a:lnTo>
                <a:close/>
                <a:moveTo>
                  <a:pt x="142875" y="609600"/>
                </a:moveTo>
                <a:lnTo>
                  <a:pt x="171450" y="609600"/>
                </a:lnTo>
                <a:lnTo>
                  <a:pt x="171450" y="619125"/>
                </a:lnTo>
                <a:lnTo>
                  <a:pt x="152400" y="619125"/>
                </a:lnTo>
                <a:lnTo>
                  <a:pt x="152400" y="657225"/>
                </a:lnTo>
                <a:lnTo>
                  <a:pt x="142875" y="657225"/>
                </a:lnTo>
                <a:lnTo>
                  <a:pt x="142875" y="685800"/>
                </a:lnTo>
                <a:lnTo>
                  <a:pt x="161925" y="685800"/>
                </a:lnTo>
                <a:lnTo>
                  <a:pt x="161925" y="695325"/>
                </a:lnTo>
                <a:lnTo>
                  <a:pt x="171450" y="695325"/>
                </a:lnTo>
                <a:lnTo>
                  <a:pt x="171450" y="704850"/>
                </a:lnTo>
                <a:lnTo>
                  <a:pt x="180975" y="704850"/>
                </a:lnTo>
                <a:lnTo>
                  <a:pt x="180975" y="714375"/>
                </a:lnTo>
                <a:lnTo>
                  <a:pt x="104775" y="714375"/>
                </a:lnTo>
                <a:lnTo>
                  <a:pt x="104775" y="695325"/>
                </a:lnTo>
                <a:lnTo>
                  <a:pt x="95250" y="695325"/>
                </a:lnTo>
                <a:lnTo>
                  <a:pt x="95250" y="647700"/>
                </a:lnTo>
                <a:lnTo>
                  <a:pt x="104775" y="647700"/>
                </a:lnTo>
                <a:lnTo>
                  <a:pt x="104775" y="657225"/>
                </a:lnTo>
                <a:lnTo>
                  <a:pt x="114300" y="657225"/>
                </a:lnTo>
                <a:lnTo>
                  <a:pt x="114300" y="647700"/>
                </a:lnTo>
                <a:lnTo>
                  <a:pt x="123825" y="647700"/>
                </a:lnTo>
                <a:lnTo>
                  <a:pt x="123825" y="638175"/>
                </a:lnTo>
                <a:lnTo>
                  <a:pt x="133350" y="638175"/>
                </a:lnTo>
                <a:lnTo>
                  <a:pt x="133350" y="619125"/>
                </a:lnTo>
                <a:lnTo>
                  <a:pt x="142875" y="619125"/>
                </a:lnTo>
                <a:close/>
                <a:moveTo>
                  <a:pt x="638175" y="619125"/>
                </a:moveTo>
                <a:lnTo>
                  <a:pt x="657225" y="619125"/>
                </a:lnTo>
                <a:lnTo>
                  <a:pt x="657225" y="647700"/>
                </a:lnTo>
                <a:lnTo>
                  <a:pt x="666750" y="647700"/>
                </a:lnTo>
                <a:lnTo>
                  <a:pt x="666750" y="676275"/>
                </a:lnTo>
                <a:lnTo>
                  <a:pt x="676275" y="676275"/>
                </a:lnTo>
                <a:lnTo>
                  <a:pt x="676275" y="685800"/>
                </a:lnTo>
                <a:lnTo>
                  <a:pt x="714375" y="685800"/>
                </a:lnTo>
                <a:lnTo>
                  <a:pt x="714375" y="676275"/>
                </a:lnTo>
                <a:lnTo>
                  <a:pt x="742950" y="676275"/>
                </a:lnTo>
                <a:lnTo>
                  <a:pt x="742950" y="685800"/>
                </a:lnTo>
                <a:lnTo>
                  <a:pt x="733425" y="685800"/>
                </a:lnTo>
                <a:lnTo>
                  <a:pt x="733425" y="695325"/>
                </a:lnTo>
                <a:lnTo>
                  <a:pt x="742950" y="695325"/>
                </a:lnTo>
                <a:lnTo>
                  <a:pt x="742950" y="704850"/>
                </a:lnTo>
                <a:lnTo>
                  <a:pt x="723900" y="704850"/>
                </a:lnTo>
                <a:lnTo>
                  <a:pt x="723900" y="695325"/>
                </a:lnTo>
                <a:lnTo>
                  <a:pt x="685800" y="695325"/>
                </a:lnTo>
                <a:lnTo>
                  <a:pt x="685800" y="704850"/>
                </a:lnTo>
                <a:lnTo>
                  <a:pt x="666750" y="704850"/>
                </a:lnTo>
                <a:lnTo>
                  <a:pt x="666750" y="695325"/>
                </a:lnTo>
                <a:lnTo>
                  <a:pt x="628650" y="695325"/>
                </a:lnTo>
                <a:lnTo>
                  <a:pt x="628650" y="685800"/>
                </a:lnTo>
                <a:lnTo>
                  <a:pt x="638175" y="685800"/>
                </a:lnTo>
                <a:close/>
                <a:moveTo>
                  <a:pt x="1438275" y="628650"/>
                </a:moveTo>
                <a:lnTo>
                  <a:pt x="1466850" y="628650"/>
                </a:lnTo>
                <a:lnTo>
                  <a:pt x="1466850" y="638175"/>
                </a:lnTo>
                <a:lnTo>
                  <a:pt x="1485900" y="638175"/>
                </a:lnTo>
                <a:lnTo>
                  <a:pt x="1485900" y="657225"/>
                </a:lnTo>
                <a:lnTo>
                  <a:pt x="1495425" y="657225"/>
                </a:lnTo>
                <a:lnTo>
                  <a:pt x="1495425" y="676275"/>
                </a:lnTo>
                <a:lnTo>
                  <a:pt x="1504950" y="676275"/>
                </a:lnTo>
                <a:lnTo>
                  <a:pt x="1504950" y="685800"/>
                </a:lnTo>
                <a:lnTo>
                  <a:pt x="1514475" y="685800"/>
                </a:lnTo>
                <a:lnTo>
                  <a:pt x="1514475" y="704850"/>
                </a:lnTo>
                <a:lnTo>
                  <a:pt x="1524000" y="704850"/>
                </a:lnTo>
                <a:lnTo>
                  <a:pt x="1524000" y="714375"/>
                </a:lnTo>
                <a:lnTo>
                  <a:pt x="1543050" y="714375"/>
                </a:lnTo>
                <a:lnTo>
                  <a:pt x="1543050" y="723900"/>
                </a:lnTo>
                <a:lnTo>
                  <a:pt x="1552575" y="723900"/>
                </a:lnTo>
                <a:lnTo>
                  <a:pt x="1552575" y="733425"/>
                </a:lnTo>
                <a:lnTo>
                  <a:pt x="1543050" y="733425"/>
                </a:lnTo>
                <a:lnTo>
                  <a:pt x="1543050" y="742950"/>
                </a:lnTo>
                <a:lnTo>
                  <a:pt x="1504950" y="742950"/>
                </a:lnTo>
                <a:lnTo>
                  <a:pt x="1504950" y="733425"/>
                </a:lnTo>
                <a:lnTo>
                  <a:pt x="1428750" y="733425"/>
                </a:lnTo>
                <a:lnTo>
                  <a:pt x="1428750" y="742950"/>
                </a:lnTo>
                <a:lnTo>
                  <a:pt x="1419225" y="742950"/>
                </a:lnTo>
                <a:lnTo>
                  <a:pt x="1419225" y="733425"/>
                </a:lnTo>
                <a:lnTo>
                  <a:pt x="1390650" y="733425"/>
                </a:lnTo>
                <a:lnTo>
                  <a:pt x="1390650" y="723900"/>
                </a:lnTo>
                <a:lnTo>
                  <a:pt x="1381125" y="723900"/>
                </a:lnTo>
                <a:lnTo>
                  <a:pt x="1381125" y="704850"/>
                </a:lnTo>
                <a:lnTo>
                  <a:pt x="1390650" y="704850"/>
                </a:lnTo>
                <a:lnTo>
                  <a:pt x="1390650" y="714375"/>
                </a:lnTo>
                <a:lnTo>
                  <a:pt x="1419225" y="714375"/>
                </a:lnTo>
                <a:lnTo>
                  <a:pt x="1419225" y="695325"/>
                </a:lnTo>
                <a:lnTo>
                  <a:pt x="1400175" y="695325"/>
                </a:lnTo>
                <a:lnTo>
                  <a:pt x="1400175" y="685800"/>
                </a:lnTo>
                <a:lnTo>
                  <a:pt x="1390650" y="685800"/>
                </a:lnTo>
                <a:lnTo>
                  <a:pt x="1390650" y="695325"/>
                </a:lnTo>
                <a:lnTo>
                  <a:pt x="1381125" y="695325"/>
                </a:lnTo>
                <a:lnTo>
                  <a:pt x="1381125" y="676275"/>
                </a:lnTo>
                <a:lnTo>
                  <a:pt x="1390650" y="676275"/>
                </a:lnTo>
                <a:lnTo>
                  <a:pt x="1390650" y="666750"/>
                </a:lnTo>
                <a:lnTo>
                  <a:pt x="1419225" y="666750"/>
                </a:lnTo>
                <a:lnTo>
                  <a:pt x="1419225" y="676275"/>
                </a:lnTo>
                <a:lnTo>
                  <a:pt x="1428750" y="676275"/>
                </a:lnTo>
                <a:lnTo>
                  <a:pt x="1428750" y="666750"/>
                </a:lnTo>
                <a:lnTo>
                  <a:pt x="1438275" y="666750"/>
                </a:lnTo>
                <a:lnTo>
                  <a:pt x="1438275" y="647700"/>
                </a:lnTo>
                <a:lnTo>
                  <a:pt x="1447800" y="647700"/>
                </a:lnTo>
                <a:lnTo>
                  <a:pt x="1447800" y="638175"/>
                </a:lnTo>
                <a:lnTo>
                  <a:pt x="1438275" y="638175"/>
                </a:lnTo>
                <a:close/>
                <a:moveTo>
                  <a:pt x="952500" y="638175"/>
                </a:moveTo>
                <a:lnTo>
                  <a:pt x="962025" y="638175"/>
                </a:lnTo>
                <a:lnTo>
                  <a:pt x="962025" y="685800"/>
                </a:lnTo>
                <a:lnTo>
                  <a:pt x="942975" y="685800"/>
                </a:lnTo>
                <a:lnTo>
                  <a:pt x="942975" y="704850"/>
                </a:lnTo>
                <a:lnTo>
                  <a:pt x="923925" y="704850"/>
                </a:lnTo>
                <a:lnTo>
                  <a:pt x="923925" y="714375"/>
                </a:lnTo>
                <a:lnTo>
                  <a:pt x="885825" y="714375"/>
                </a:lnTo>
                <a:lnTo>
                  <a:pt x="885825" y="704850"/>
                </a:lnTo>
                <a:lnTo>
                  <a:pt x="876300" y="704850"/>
                </a:lnTo>
                <a:lnTo>
                  <a:pt x="876300" y="666750"/>
                </a:lnTo>
                <a:lnTo>
                  <a:pt x="895350" y="666750"/>
                </a:lnTo>
                <a:lnTo>
                  <a:pt x="895350" y="657225"/>
                </a:lnTo>
                <a:lnTo>
                  <a:pt x="904875" y="657225"/>
                </a:lnTo>
                <a:lnTo>
                  <a:pt x="904875" y="666750"/>
                </a:lnTo>
                <a:lnTo>
                  <a:pt x="923925" y="666750"/>
                </a:lnTo>
                <a:lnTo>
                  <a:pt x="923925" y="657225"/>
                </a:lnTo>
                <a:lnTo>
                  <a:pt x="952500" y="657225"/>
                </a:lnTo>
                <a:close/>
                <a:moveTo>
                  <a:pt x="190500" y="685800"/>
                </a:moveTo>
                <a:lnTo>
                  <a:pt x="200025" y="685800"/>
                </a:lnTo>
                <a:lnTo>
                  <a:pt x="200025" y="695325"/>
                </a:lnTo>
                <a:lnTo>
                  <a:pt x="190500" y="695325"/>
                </a:lnTo>
                <a:close/>
                <a:moveTo>
                  <a:pt x="104775" y="695325"/>
                </a:moveTo>
                <a:lnTo>
                  <a:pt x="114300" y="695325"/>
                </a:lnTo>
                <a:lnTo>
                  <a:pt x="114300" y="676275"/>
                </a:lnTo>
                <a:lnTo>
                  <a:pt x="104775" y="676275"/>
                </a:lnTo>
                <a:close/>
                <a:moveTo>
                  <a:pt x="866775" y="704850"/>
                </a:moveTo>
                <a:lnTo>
                  <a:pt x="876300" y="704850"/>
                </a:lnTo>
                <a:lnTo>
                  <a:pt x="876300" y="723900"/>
                </a:lnTo>
                <a:lnTo>
                  <a:pt x="866775" y="723900"/>
                </a:lnTo>
                <a:close/>
                <a:moveTo>
                  <a:pt x="962025" y="714375"/>
                </a:moveTo>
                <a:lnTo>
                  <a:pt x="971550" y="714375"/>
                </a:lnTo>
                <a:lnTo>
                  <a:pt x="971550" y="733425"/>
                </a:lnTo>
                <a:lnTo>
                  <a:pt x="962025" y="733425"/>
                </a:lnTo>
                <a:close/>
                <a:moveTo>
                  <a:pt x="704850" y="723900"/>
                </a:moveTo>
                <a:lnTo>
                  <a:pt x="714375" y="723900"/>
                </a:lnTo>
                <a:lnTo>
                  <a:pt x="714375" y="733425"/>
                </a:lnTo>
                <a:lnTo>
                  <a:pt x="704850" y="733425"/>
                </a:lnTo>
                <a:close/>
                <a:moveTo>
                  <a:pt x="1419225" y="723900"/>
                </a:moveTo>
                <a:lnTo>
                  <a:pt x="1428750" y="723900"/>
                </a:lnTo>
                <a:lnTo>
                  <a:pt x="1428750" y="714375"/>
                </a:lnTo>
                <a:lnTo>
                  <a:pt x="1419225" y="714375"/>
                </a:lnTo>
                <a:close/>
                <a:moveTo>
                  <a:pt x="695325" y="733425"/>
                </a:moveTo>
                <a:lnTo>
                  <a:pt x="704850" y="733425"/>
                </a:lnTo>
                <a:lnTo>
                  <a:pt x="704850" y="742950"/>
                </a:lnTo>
                <a:lnTo>
                  <a:pt x="695325" y="742950"/>
                </a:lnTo>
                <a:close/>
                <a:moveTo>
                  <a:pt x="942975" y="733425"/>
                </a:moveTo>
                <a:lnTo>
                  <a:pt x="962025" y="733425"/>
                </a:lnTo>
                <a:lnTo>
                  <a:pt x="962025" y="752475"/>
                </a:lnTo>
                <a:lnTo>
                  <a:pt x="942975" y="752475"/>
                </a:lnTo>
                <a:close/>
                <a:moveTo>
                  <a:pt x="685800" y="742950"/>
                </a:moveTo>
                <a:lnTo>
                  <a:pt x="695325" y="742950"/>
                </a:lnTo>
                <a:lnTo>
                  <a:pt x="695325" y="752475"/>
                </a:lnTo>
                <a:lnTo>
                  <a:pt x="685800" y="752475"/>
                </a:lnTo>
                <a:close/>
                <a:moveTo>
                  <a:pt x="95250" y="752475"/>
                </a:moveTo>
                <a:lnTo>
                  <a:pt x="114300" y="752475"/>
                </a:lnTo>
                <a:lnTo>
                  <a:pt x="114300" y="762000"/>
                </a:lnTo>
                <a:lnTo>
                  <a:pt x="95250" y="762000"/>
                </a:lnTo>
                <a:close/>
                <a:moveTo>
                  <a:pt x="114300" y="762000"/>
                </a:moveTo>
                <a:lnTo>
                  <a:pt x="133350" y="762000"/>
                </a:lnTo>
                <a:lnTo>
                  <a:pt x="133350" y="771525"/>
                </a:lnTo>
                <a:lnTo>
                  <a:pt x="123825" y="771525"/>
                </a:lnTo>
                <a:lnTo>
                  <a:pt x="123825" y="781050"/>
                </a:lnTo>
                <a:lnTo>
                  <a:pt x="133350" y="781050"/>
                </a:lnTo>
                <a:lnTo>
                  <a:pt x="133350" y="790575"/>
                </a:lnTo>
                <a:lnTo>
                  <a:pt x="142875" y="790575"/>
                </a:lnTo>
                <a:lnTo>
                  <a:pt x="142875" y="800100"/>
                </a:lnTo>
                <a:lnTo>
                  <a:pt x="161925" y="800100"/>
                </a:lnTo>
                <a:lnTo>
                  <a:pt x="161925" y="809625"/>
                </a:lnTo>
                <a:lnTo>
                  <a:pt x="171450" y="809625"/>
                </a:lnTo>
                <a:lnTo>
                  <a:pt x="171450" y="819150"/>
                </a:lnTo>
                <a:lnTo>
                  <a:pt x="180975" y="819150"/>
                </a:lnTo>
                <a:lnTo>
                  <a:pt x="180975" y="828675"/>
                </a:lnTo>
                <a:lnTo>
                  <a:pt x="190500" y="828675"/>
                </a:lnTo>
                <a:lnTo>
                  <a:pt x="190500" y="847725"/>
                </a:lnTo>
                <a:lnTo>
                  <a:pt x="209550" y="847725"/>
                </a:lnTo>
                <a:lnTo>
                  <a:pt x="209550" y="857250"/>
                </a:lnTo>
                <a:lnTo>
                  <a:pt x="200025" y="857250"/>
                </a:lnTo>
                <a:lnTo>
                  <a:pt x="200025" y="866775"/>
                </a:lnTo>
                <a:lnTo>
                  <a:pt x="104775" y="866775"/>
                </a:lnTo>
                <a:lnTo>
                  <a:pt x="104775" y="857250"/>
                </a:lnTo>
                <a:lnTo>
                  <a:pt x="85725" y="857250"/>
                </a:lnTo>
                <a:lnTo>
                  <a:pt x="85725" y="838200"/>
                </a:lnTo>
                <a:lnTo>
                  <a:pt x="76200" y="838200"/>
                </a:lnTo>
                <a:lnTo>
                  <a:pt x="76200" y="828675"/>
                </a:lnTo>
                <a:lnTo>
                  <a:pt x="47625" y="828675"/>
                </a:lnTo>
                <a:lnTo>
                  <a:pt x="47625" y="819150"/>
                </a:lnTo>
                <a:lnTo>
                  <a:pt x="38100" y="819150"/>
                </a:lnTo>
                <a:lnTo>
                  <a:pt x="38100" y="790575"/>
                </a:lnTo>
                <a:lnTo>
                  <a:pt x="47625" y="790575"/>
                </a:lnTo>
                <a:lnTo>
                  <a:pt x="47625" y="809625"/>
                </a:lnTo>
                <a:lnTo>
                  <a:pt x="57150" y="809625"/>
                </a:lnTo>
                <a:lnTo>
                  <a:pt x="57150" y="800100"/>
                </a:lnTo>
                <a:lnTo>
                  <a:pt x="95250" y="800100"/>
                </a:lnTo>
                <a:lnTo>
                  <a:pt x="95250" y="790575"/>
                </a:lnTo>
                <a:lnTo>
                  <a:pt x="104775" y="790575"/>
                </a:lnTo>
                <a:lnTo>
                  <a:pt x="104775" y="771525"/>
                </a:lnTo>
                <a:lnTo>
                  <a:pt x="114300" y="771525"/>
                </a:lnTo>
                <a:close/>
                <a:moveTo>
                  <a:pt x="152400" y="762000"/>
                </a:moveTo>
                <a:lnTo>
                  <a:pt x="161925" y="762000"/>
                </a:lnTo>
                <a:lnTo>
                  <a:pt x="161925" y="771525"/>
                </a:lnTo>
                <a:lnTo>
                  <a:pt x="152400" y="771525"/>
                </a:lnTo>
                <a:close/>
                <a:moveTo>
                  <a:pt x="200025" y="771525"/>
                </a:moveTo>
                <a:lnTo>
                  <a:pt x="209550" y="771525"/>
                </a:lnTo>
                <a:lnTo>
                  <a:pt x="209550" y="781050"/>
                </a:lnTo>
                <a:lnTo>
                  <a:pt x="200025" y="781050"/>
                </a:lnTo>
                <a:close/>
                <a:moveTo>
                  <a:pt x="38100" y="838200"/>
                </a:moveTo>
                <a:lnTo>
                  <a:pt x="47625" y="838200"/>
                </a:lnTo>
                <a:lnTo>
                  <a:pt x="47625" y="847725"/>
                </a:lnTo>
                <a:lnTo>
                  <a:pt x="38100" y="847725"/>
                </a:lnTo>
                <a:close/>
                <a:moveTo>
                  <a:pt x="666750" y="933450"/>
                </a:moveTo>
                <a:lnTo>
                  <a:pt x="742950" y="933450"/>
                </a:lnTo>
                <a:lnTo>
                  <a:pt x="742950" y="942975"/>
                </a:lnTo>
                <a:lnTo>
                  <a:pt x="733425" y="942975"/>
                </a:lnTo>
                <a:lnTo>
                  <a:pt x="733425" y="952500"/>
                </a:lnTo>
                <a:lnTo>
                  <a:pt x="742950" y="952500"/>
                </a:lnTo>
                <a:lnTo>
                  <a:pt x="742950" y="962025"/>
                </a:lnTo>
                <a:lnTo>
                  <a:pt x="771525" y="962025"/>
                </a:lnTo>
                <a:lnTo>
                  <a:pt x="771525" y="952500"/>
                </a:lnTo>
                <a:lnTo>
                  <a:pt x="781050" y="952500"/>
                </a:lnTo>
                <a:lnTo>
                  <a:pt x="781050" y="942975"/>
                </a:lnTo>
                <a:lnTo>
                  <a:pt x="752475" y="942975"/>
                </a:lnTo>
                <a:lnTo>
                  <a:pt x="752475" y="933450"/>
                </a:lnTo>
                <a:lnTo>
                  <a:pt x="819150" y="933450"/>
                </a:lnTo>
                <a:lnTo>
                  <a:pt x="819150" y="952500"/>
                </a:lnTo>
                <a:lnTo>
                  <a:pt x="857250" y="952500"/>
                </a:lnTo>
                <a:lnTo>
                  <a:pt x="857250" y="933450"/>
                </a:lnTo>
                <a:lnTo>
                  <a:pt x="923925" y="933450"/>
                </a:lnTo>
                <a:lnTo>
                  <a:pt x="923925" y="942975"/>
                </a:lnTo>
                <a:lnTo>
                  <a:pt x="942975" y="942975"/>
                </a:lnTo>
                <a:lnTo>
                  <a:pt x="942975" y="952500"/>
                </a:lnTo>
                <a:lnTo>
                  <a:pt x="904875" y="952500"/>
                </a:lnTo>
                <a:lnTo>
                  <a:pt x="904875" y="962025"/>
                </a:lnTo>
                <a:lnTo>
                  <a:pt x="876300" y="962025"/>
                </a:lnTo>
                <a:lnTo>
                  <a:pt x="876300" y="971550"/>
                </a:lnTo>
                <a:lnTo>
                  <a:pt x="866775" y="971550"/>
                </a:lnTo>
                <a:lnTo>
                  <a:pt x="866775" y="981075"/>
                </a:lnTo>
                <a:lnTo>
                  <a:pt x="857250" y="981075"/>
                </a:lnTo>
                <a:lnTo>
                  <a:pt x="857250" y="990600"/>
                </a:lnTo>
                <a:lnTo>
                  <a:pt x="847725" y="990600"/>
                </a:lnTo>
                <a:lnTo>
                  <a:pt x="847725" y="1000125"/>
                </a:lnTo>
                <a:lnTo>
                  <a:pt x="819150" y="1000125"/>
                </a:lnTo>
                <a:lnTo>
                  <a:pt x="819150" y="1009650"/>
                </a:lnTo>
                <a:lnTo>
                  <a:pt x="790575" y="1009650"/>
                </a:lnTo>
                <a:lnTo>
                  <a:pt x="790575" y="1019175"/>
                </a:lnTo>
                <a:lnTo>
                  <a:pt x="781050" y="1019175"/>
                </a:lnTo>
                <a:lnTo>
                  <a:pt x="781050" y="1028700"/>
                </a:lnTo>
                <a:lnTo>
                  <a:pt x="771525" y="1028700"/>
                </a:lnTo>
                <a:lnTo>
                  <a:pt x="771525" y="1019175"/>
                </a:lnTo>
                <a:lnTo>
                  <a:pt x="742950" y="1019175"/>
                </a:lnTo>
                <a:lnTo>
                  <a:pt x="742950" y="1028700"/>
                </a:lnTo>
                <a:lnTo>
                  <a:pt x="733425" y="1028700"/>
                </a:lnTo>
                <a:lnTo>
                  <a:pt x="733425" y="1057275"/>
                </a:lnTo>
                <a:lnTo>
                  <a:pt x="742950" y="1057275"/>
                </a:lnTo>
                <a:lnTo>
                  <a:pt x="742950" y="1066800"/>
                </a:lnTo>
                <a:lnTo>
                  <a:pt x="762000" y="1066800"/>
                </a:lnTo>
                <a:lnTo>
                  <a:pt x="762000" y="1076325"/>
                </a:lnTo>
                <a:lnTo>
                  <a:pt x="771525" y="1076325"/>
                </a:lnTo>
                <a:lnTo>
                  <a:pt x="771525" y="1095375"/>
                </a:lnTo>
                <a:lnTo>
                  <a:pt x="762000" y="1095375"/>
                </a:lnTo>
                <a:lnTo>
                  <a:pt x="762000" y="1104900"/>
                </a:lnTo>
                <a:lnTo>
                  <a:pt x="752475" y="1104900"/>
                </a:lnTo>
                <a:lnTo>
                  <a:pt x="752475" y="1114425"/>
                </a:lnTo>
                <a:lnTo>
                  <a:pt x="742950" y="1114425"/>
                </a:lnTo>
                <a:lnTo>
                  <a:pt x="742950" y="1123950"/>
                </a:lnTo>
                <a:lnTo>
                  <a:pt x="733425" y="1123950"/>
                </a:lnTo>
                <a:lnTo>
                  <a:pt x="733425" y="1133475"/>
                </a:lnTo>
                <a:lnTo>
                  <a:pt x="723900" y="1133475"/>
                </a:lnTo>
                <a:lnTo>
                  <a:pt x="723900" y="1152525"/>
                </a:lnTo>
                <a:lnTo>
                  <a:pt x="714375" y="1152525"/>
                </a:lnTo>
                <a:lnTo>
                  <a:pt x="714375" y="1162050"/>
                </a:lnTo>
                <a:lnTo>
                  <a:pt x="752475" y="1162050"/>
                </a:lnTo>
                <a:lnTo>
                  <a:pt x="752475" y="1152525"/>
                </a:lnTo>
                <a:lnTo>
                  <a:pt x="762000" y="1152525"/>
                </a:lnTo>
                <a:lnTo>
                  <a:pt x="762000" y="1162050"/>
                </a:lnTo>
                <a:lnTo>
                  <a:pt x="771525" y="1162050"/>
                </a:lnTo>
                <a:lnTo>
                  <a:pt x="771525" y="1143000"/>
                </a:lnTo>
                <a:lnTo>
                  <a:pt x="819150" y="1143000"/>
                </a:lnTo>
                <a:lnTo>
                  <a:pt x="819150" y="1133475"/>
                </a:lnTo>
                <a:lnTo>
                  <a:pt x="828675" y="1133475"/>
                </a:lnTo>
                <a:lnTo>
                  <a:pt x="828675" y="1123950"/>
                </a:lnTo>
                <a:lnTo>
                  <a:pt x="885825" y="1123950"/>
                </a:lnTo>
                <a:lnTo>
                  <a:pt x="885825" y="1114425"/>
                </a:lnTo>
                <a:lnTo>
                  <a:pt x="895350" y="1114425"/>
                </a:lnTo>
                <a:lnTo>
                  <a:pt x="895350" y="1123950"/>
                </a:lnTo>
                <a:lnTo>
                  <a:pt x="904875" y="1123950"/>
                </a:lnTo>
                <a:lnTo>
                  <a:pt x="904875" y="1114425"/>
                </a:lnTo>
                <a:lnTo>
                  <a:pt x="914400" y="1114425"/>
                </a:lnTo>
                <a:lnTo>
                  <a:pt x="914400" y="1123950"/>
                </a:lnTo>
                <a:lnTo>
                  <a:pt x="904875" y="1123950"/>
                </a:lnTo>
                <a:lnTo>
                  <a:pt x="904875" y="1133475"/>
                </a:lnTo>
                <a:lnTo>
                  <a:pt x="885825" y="1133475"/>
                </a:lnTo>
                <a:lnTo>
                  <a:pt x="885825" y="1143000"/>
                </a:lnTo>
                <a:lnTo>
                  <a:pt x="876300" y="1143000"/>
                </a:lnTo>
                <a:lnTo>
                  <a:pt x="876300" y="1162050"/>
                </a:lnTo>
                <a:lnTo>
                  <a:pt x="866775" y="1162050"/>
                </a:lnTo>
                <a:lnTo>
                  <a:pt x="866775" y="1171575"/>
                </a:lnTo>
                <a:lnTo>
                  <a:pt x="847725" y="1171575"/>
                </a:lnTo>
                <a:lnTo>
                  <a:pt x="847725" y="1181100"/>
                </a:lnTo>
                <a:lnTo>
                  <a:pt x="876300" y="1181100"/>
                </a:lnTo>
                <a:lnTo>
                  <a:pt x="876300" y="1190625"/>
                </a:lnTo>
                <a:lnTo>
                  <a:pt x="838200" y="1190625"/>
                </a:lnTo>
                <a:lnTo>
                  <a:pt x="838200" y="1171575"/>
                </a:lnTo>
                <a:lnTo>
                  <a:pt x="809625" y="1171575"/>
                </a:lnTo>
                <a:lnTo>
                  <a:pt x="809625" y="1181100"/>
                </a:lnTo>
                <a:lnTo>
                  <a:pt x="819150" y="1181100"/>
                </a:lnTo>
                <a:lnTo>
                  <a:pt x="819150" y="1190625"/>
                </a:lnTo>
                <a:lnTo>
                  <a:pt x="790575" y="1190625"/>
                </a:lnTo>
                <a:lnTo>
                  <a:pt x="790575" y="1200150"/>
                </a:lnTo>
                <a:lnTo>
                  <a:pt x="771525" y="1200150"/>
                </a:lnTo>
                <a:lnTo>
                  <a:pt x="771525" y="1190625"/>
                </a:lnTo>
                <a:lnTo>
                  <a:pt x="762000" y="1190625"/>
                </a:lnTo>
                <a:lnTo>
                  <a:pt x="762000" y="1200150"/>
                </a:lnTo>
                <a:lnTo>
                  <a:pt x="704850" y="1200150"/>
                </a:lnTo>
                <a:lnTo>
                  <a:pt x="704850" y="1181100"/>
                </a:lnTo>
                <a:lnTo>
                  <a:pt x="647700" y="1181100"/>
                </a:lnTo>
                <a:lnTo>
                  <a:pt x="647700" y="1171575"/>
                </a:lnTo>
                <a:lnTo>
                  <a:pt x="628650" y="1171575"/>
                </a:lnTo>
                <a:lnTo>
                  <a:pt x="628650" y="1162050"/>
                </a:lnTo>
                <a:lnTo>
                  <a:pt x="638175" y="1162050"/>
                </a:lnTo>
                <a:lnTo>
                  <a:pt x="638175" y="1152525"/>
                </a:lnTo>
                <a:lnTo>
                  <a:pt x="657225" y="1152525"/>
                </a:lnTo>
                <a:lnTo>
                  <a:pt x="657225" y="1143000"/>
                </a:lnTo>
                <a:lnTo>
                  <a:pt x="666750" y="1143000"/>
                </a:lnTo>
                <a:lnTo>
                  <a:pt x="666750" y="1133475"/>
                </a:lnTo>
                <a:lnTo>
                  <a:pt x="676275" y="1133475"/>
                </a:lnTo>
                <a:lnTo>
                  <a:pt x="676275" y="1114425"/>
                </a:lnTo>
                <a:lnTo>
                  <a:pt x="666750" y="1114425"/>
                </a:lnTo>
                <a:lnTo>
                  <a:pt x="666750" y="1104900"/>
                </a:lnTo>
                <a:lnTo>
                  <a:pt x="657225" y="1104900"/>
                </a:lnTo>
                <a:lnTo>
                  <a:pt x="657225" y="1095375"/>
                </a:lnTo>
                <a:lnTo>
                  <a:pt x="638175" y="1095375"/>
                </a:lnTo>
                <a:lnTo>
                  <a:pt x="638175" y="1104900"/>
                </a:lnTo>
                <a:lnTo>
                  <a:pt x="628650" y="1104900"/>
                </a:lnTo>
                <a:lnTo>
                  <a:pt x="628650" y="1085850"/>
                </a:lnTo>
                <a:lnTo>
                  <a:pt x="619125" y="1085850"/>
                </a:lnTo>
                <a:lnTo>
                  <a:pt x="619125" y="1076325"/>
                </a:lnTo>
                <a:lnTo>
                  <a:pt x="628650" y="1076325"/>
                </a:lnTo>
                <a:lnTo>
                  <a:pt x="628650" y="1085850"/>
                </a:lnTo>
                <a:lnTo>
                  <a:pt x="638175" y="1085850"/>
                </a:lnTo>
                <a:lnTo>
                  <a:pt x="638175" y="1076325"/>
                </a:lnTo>
                <a:lnTo>
                  <a:pt x="657225" y="1076325"/>
                </a:lnTo>
                <a:lnTo>
                  <a:pt x="657225" y="1066800"/>
                </a:lnTo>
                <a:lnTo>
                  <a:pt x="666750" y="1066800"/>
                </a:lnTo>
                <a:lnTo>
                  <a:pt x="666750" y="1057275"/>
                </a:lnTo>
                <a:lnTo>
                  <a:pt x="676275" y="1057275"/>
                </a:lnTo>
                <a:lnTo>
                  <a:pt x="676275" y="1038225"/>
                </a:lnTo>
                <a:lnTo>
                  <a:pt x="685800" y="1038225"/>
                </a:lnTo>
                <a:lnTo>
                  <a:pt x="685800" y="1019175"/>
                </a:lnTo>
                <a:lnTo>
                  <a:pt x="676275" y="1019175"/>
                </a:lnTo>
                <a:lnTo>
                  <a:pt x="676275" y="1009650"/>
                </a:lnTo>
                <a:lnTo>
                  <a:pt x="628650" y="1009650"/>
                </a:lnTo>
                <a:lnTo>
                  <a:pt x="628650" y="1000125"/>
                </a:lnTo>
                <a:lnTo>
                  <a:pt x="619125" y="1000125"/>
                </a:lnTo>
                <a:lnTo>
                  <a:pt x="619125" y="1009650"/>
                </a:lnTo>
                <a:lnTo>
                  <a:pt x="609600" y="1009650"/>
                </a:lnTo>
                <a:lnTo>
                  <a:pt x="609600" y="990600"/>
                </a:lnTo>
                <a:lnTo>
                  <a:pt x="647700" y="990600"/>
                </a:lnTo>
                <a:lnTo>
                  <a:pt x="647700" y="981075"/>
                </a:lnTo>
                <a:lnTo>
                  <a:pt x="676275" y="981075"/>
                </a:lnTo>
                <a:lnTo>
                  <a:pt x="676275" y="971550"/>
                </a:lnTo>
                <a:lnTo>
                  <a:pt x="666750" y="971550"/>
                </a:lnTo>
                <a:lnTo>
                  <a:pt x="666750" y="962025"/>
                </a:lnTo>
                <a:lnTo>
                  <a:pt x="676275" y="962025"/>
                </a:lnTo>
                <a:lnTo>
                  <a:pt x="676275" y="952500"/>
                </a:lnTo>
                <a:lnTo>
                  <a:pt x="647700" y="952500"/>
                </a:lnTo>
                <a:lnTo>
                  <a:pt x="647700" y="942975"/>
                </a:lnTo>
                <a:lnTo>
                  <a:pt x="666750" y="942975"/>
                </a:lnTo>
                <a:close/>
                <a:moveTo>
                  <a:pt x="609600" y="942975"/>
                </a:moveTo>
                <a:lnTo>
                  <a:pt x="619125" y="942975"/>
                </a:lnTo>
                <a:lnTo>
                  <a:pt x="619125" y="952500"/>
                </a:lnTo>
                <a:lnTo>
                  <a:pt x="609600" y="952500"/>
                </a:lnTo>
                <a:close/>
                <a:moveTo>
                  <a:pt x="971550" y="981075"/>
                </a:moveTo>
                <a:lnTo>
                  <a:pt x="981075" y="981075"/>
                </a:lnTo>
                <a:lnTo>
                  <a:pt x="981075" y="990600"/>
                </a:lnTo>
                <a:lnTo>
                  <a:pt x="971550" y="990600"/>
                </a:lnTo>
                <a:close/>
                <a:moveTo>
                  <a:pt x="942975" y="990600"/>
                </a:moveTo>
                <a:lnTo>
                  <a:pt x="971550" y="990600"/>
                </a:lnTo>
                <a:lnTo>
                  <a:pt x="971550" y="1009650"/>
                </a:lnTo>
                <a:lnTo>
                  <a:pt x="962025" y="1009650"/>
                </a:lnTo>
                <a:lnTo>
                  <a:pt x="962025" y="1019175"/>
                </a:lnTo>
                <a:lnTo>
                  <a:pt x="952500" y="1019175"/>
                </a:lnTo>
                <a:lnTo>
                  <a:pt x="952500" y="1038225"/>
                </a:lnTo>
                <a:lnTo>
                  <a:pt x="933450" y="1038225"/>
                </a:lnTo>
                <a:lnTo>
                  <a:pt x="933450" y="1019175"/>
                </a:lnTo>
                <a:lnTo>
                  <a:pt x="923925" y="1019175"/>
                </a:lnTo>
                <a:lnTo>
                  <a:pt x="923925" y="1038225"/>
                </a:lnTo>
                <a:lnTo>
                  <a:pt x="904875" y="1038225"/>
                </a:lnTo>
                <a:lnTo>
                  <a:pt x="904875" y="1009650"/>
                </a:lnTo>
                <a:lnTo>
                  <a:pt x="933450" y="1009650"/>
                </a:lnTo>
                <a:lnTo>
                  <a:pt x="933450" y="1000125"/>
                </a:lnTo>
                <a:lnTo>
                  <a:pt x="942975" y="1000125"/>
                </a:lnTo>
                <a:close/>
                <a:moveTo>
                  <a:pt x="981075" y="990600"/>
                </a:moveTo>
                <a:lnTo>
                  <a:pt x="990600" y="990600"/>
                </a:lnTo>
                <a:lnTo>
                  <a:pt x="990600" y="1000125"/>
                </a:lnTo>
                <a:lnTo>
                  <a:pt x="981075" y="1000125"/>
                </a:lnTo>
                <a:close/>
                <a:moveTo>
                  <a:pt x="885825" y="1038225"/>
                </a:moveTo>
                <a:lnTo>
                  <a:pt x="904875" y="1038225"/>
                </a:lnTo>
                <a:lnTo>
                  <a:pt x="904875" y="1047750"/>
                </a:lnTo>
                <a:lnTo>
                  <a:pt x="895350" y="1047750"/>
                </a:lnTo>
                <a:lnTo>
                  <a:pt x="895350" y="1057275"/>
                </a:lnTo>
                <a:lnTo>
                  <a:pt x="876300" y="1057275"/>
                </a:lnTo>
                <a:lnTo>
                  <a:pt x="876300" y="1047750"/>
                </a:lnTo>
                <a:lnTo>
                  <a:pt x="885825" y="1047750"/>
                </a:lnTo>
                <a:close/>
                <a:moveTo>
                  <a:pt x="828675" y="1057275"/>
                </a:moveTo>
                <a:lnTo>
                  <a:pt x="838200" y="1057275"/>
                </a:lnTo>
                <a:lnTo>
                  <a:pt x="838200" y="1066800"/>
                </a:lnTo>
                <a:lnTo>
                  <a:pt x="828675" y="1066800"/>
                </a:lnTo>
                <a:close/>
                <a:moveTo>
                  <a:pt x="847725" y="1057275"/>
                </a:moveTo>
                <a:lnTo>
                  <a:pt x="876300" y="1057275"/>
                </a:lnTo>
                <a:lnTo>
                  <a:pt x="876300" y="1066800"/>
                </a:lnTo>
                <a:lnTo>
                  <a:pt x="847725" y="1066800"/>
                </a:lnTo>
                <a:close/>
                <a:moveTo>
                  <a:pt x="962025" y="1162050"/>
                </a:moveTo>
                <a:lnTo>
                  <a:pt x="971550" y="1162050"/>
                </a:lnTo>
                <a:lnTo>
                  <a:pt x="971550" y="1171575"/>
                </a:lnTo>
                <a:lnTo>
                  <a:pt x="962025" y="1171575"/>
                </a:lnTo>
                <a:close/>
                <a:moveTo>
                  <a:pt x="923925" y="1181100"/>
                </a:moveTo>
                <a:lnTo>
                  <a:pt x="942975" y="1181100"/>
                </a:lnTo>
                <a:lnTo>
                  <a:pt x="942975" y="1190625"/>
                </a:lnTo>
                <a:lnTo>
                  <a:pt x="923925" y="1190625"/>
                </a:lnTo>
                <a:close/>
                <a:moveTo>
                  <a:pt x="952500" y="1181100"/>
                </a:moveTo>
                <a:lnTo>
                  <a:pt x="962025" y="1181100"/>
                </a:lnTo>
                <a:lnTo>
                  <a:pt x="962025" y="1190625"/>
                </a:lnTo>
                <a:lnTo>
                  <a:pt x="952500" y="1190625"/>
                </a:lnTo>
                <a:close/>
                <a:moveTo>
                  <a:pt x="657225" y="1190625"/>
                </a:moveTo>
                <a:lnTo>
                  <a:pt x="685800" y="1190625"/>
                </a:lnTo>
                <a:lnTo>
                  <a:pt x="685800" y="1200150"/>
                </a:lnTo>
                <a:lnTo>
                  <a:pt x="657225" y="1200150"/>
                </a:lnTo>
                <a:close/>
              </a:path>
            </a:pathLst>
          </a:custGeom>
          <a:solidFill xmlns:a="http://schemas.openxmlformats.org/drawingml/2006/main">
            <a:srgbClr val="264C3A"/>
          </a:solidFill>
          <a:ln xmlns:a="http://schemas.openxmlformats.org/drawingml/2006/main" w="0">
            <a:noFill/>
          </a:ln>
        </p:spPr>
      </p:sp>
      <p:sp>
        <p:nvSpPr>
          <p:cNvPr id="40" name="turno1 vector #254837">
            <a:extLst xmlns:a="http://schemas.openxmlformats.org/drawingml/2006/main">
              <a:ext uri="{FF2B5EF4-FFF2-40B4-BE49-F238E27FC236}">
                <a16:creationId xmlns:a16="http://schemas.microsoft.com/office/drawing/2014/main" id="{1662466B-2AA1-4A20-B5C5-AA26E76860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62025" y="2752725"/>
            <a:ext cx="2476500" cy="2095500"/>
          </a:xfrm>
          <a:custGeom xmlns:a="http://schemas.openxmlformats.org/drawingml/2006/main">
            <a:pathLst>
              <a:path w="1609725" h="1362075">
                <a:moveTo>
                  <a:pt x="1238250" y="76200"/>
                </a:moveTo>
                <a:lnTo>
                  <a:pt x="1266825" y="76200"/>
                </a:lnTo>
                <a:lnTo>
                  <a:pt x="1266825" y="85725"/>
                </a:lnTo>
                <a:lnTo>
                  <a:pt x="1276350" y="85725"/>
                </a:lnTo>
                <a:lnTo>
                  <a:pt x="1276350" y="142875"/>
                </a:lnTo>
                <a:lnTo>
                  <a:pt x="1266825" y="142875"/>
                </a:lnTo>
                <a:lnTo>
                  <a:pt x="1266825" y="133350"/>
                </a:lnTo>
                <a:lnTo>
                  <a:pt x="1247775" y="133350"/>
                </a:lnTo>
                <a:lnTo>
                  <a:pt x="1247775" y="142875"/>
                </a:lnTo>
                <a:lnTo>
                  <a:pt x="1200150" y="142875"/>
                </a:lnTo>
                <a:lnTo>
                  <a:pt x="1200150" y="152400"/>
                </a:lnTo>
                <a:lnTo>
                  <a:pt x="1190625" y="152400"/>
                </a:lnTo>
                <a:lnTo>
                  <a:pt x="1190625" y="161925"/>
                </a:lnTo>
                <a:lnTo>
                  <a:pt x="1171575" y="161925"/>
                </a:lnTo>
                <a:lnTo>
                  <a:pt x="1171575" y="152400"/>
                </a:lnTo>
                <a:lnTo>
                  <a:pt x="1162050" y="152400"/>
                </a:lnTo>
                <a:lnTo>
                  <a:pt x="1162050" y="142875"/>
                </a:lnTo>
                <a:lnTo>
                  <a:pt x="1152525" y="142875"/>
                </a:lnTo>
                <a:lnTo>
                  <a:pt x="1152525" y="133350"/>
                </a:lnTo>
                <a:lnTo>
                  <a:pt x="1143000" y="133350"/>
                </a:lnTo>
                <a:lnTo>
                  <a:pt x="1143000" y="123825"/>
                </a:lnTo>
                <a:lnTo>
                  <a:pt x="1171575" y="123825"/>
                </a:lnTo>
                <a:lnTo>
                  <a:pt x="1171575" y="114300"/>
                </a:lnTo>
                <a:lnTo>
                  <a:pt x="1181100" y="114300"/>
                </a:lnTo>
                <a:lnTo>
                  <a:pt x="1181100" y="104775"/>
                </a:lnTo>
                <a:lnTo>
                  <a:pt x="1190625" y="104775"/>
                </a:lnTo>
                <a:lnTo>
                  <a:pt x="1190625" y="95250"/>
                </a:lnTo>
                <a:lnTo>
                  <a:pt x="1181100" y="95250"/>
                </a:lnTo>
                <a:lnTo>
                  <a:pt x="1181100" y="85725"/>
                </a:lnTo>
                <a:lnTo>
                  <a:pt x="1238250" y="85725"/>
                </a:lnTo>
                <a:close/>
                <a:moveTo>
                  <a:pt x="1114425" y="133350"/>
                </a:moveTo>
                <a:lnTo>
                  <a:pt x="1133475" y="133350"/>
                </a:lnTo>
                <a:lnTo>
                  <a:pt x="1133475" y="142875"/>
                </a:lnTo>
                <a:lnTo>
                  <a:pt x="1143000" y="142875"/>
                </a:lnTo>
                <a:lnTo>
                  <a:pt x="1143000" y="152400"/>
                </a:lnTo>
                <a:lnTo>
                  <a:pt x="1133475" y="152400"/>
                </a:lnTo>
                <a:lnTo>
                  <a:pt x="1133475" y="171450"/>
                </a:lnTo>
                <a:lnTo>
                  <a:pt x="1143000" y="171450"/>
                </a:lnTo>
                <a:lnTo>
                  <a:pt x="1143000" y="190500"/>
                </a:lnTo>
                <a:lnTo>
                  <a:pt x="1133475" y="190500"/>
                </a:lnTo>
                <a:lnTo>
                  <a:pt x="1133475" y="200025"/>
                </a:lnTo>
                <a:lnTo>
                  <a:pt x="1104900" y="200025"/>
                </a:lnTo>
                <a:lnTo>
                  <a:pt x="1104900" y="190500"/>
                </a:lnTo>
                <a:lnTo>
                  <a:pt x="1095375" y="190500"/>
                </a:lnTo>
                <a:lnTo>
                  <a:pt x="1095375" y="200025"/>
                </a:lnTo>
                <a:lnTo>
                  <a:pt x="1085850" y="200025"/>
                </a:lnTo>
                <a:lnTo>
                  <a:pt x="1085850" y="209550"/>
                </a:lnTo>
                <a:lnTo>
                  <a:pt x="1066800" y="209550"/>
                </a:lnTo>
                <a:lnTo>
                  <a:pt x="1066800" y="219075"/>
                </a:lnTo>
                <a:lnTo>
                  <a:pt x="1057275" y="219075"/>
                </a:lnTo>
                <a:lnTo>
                  <a:pt x="1057275" y="228600"/>
                </a:lnTo>
                <a:lnTo>
                  <a:pt x="1066800" y="228600"/>
                </a:lnTo>
                <a:lnTo>
                  <a:pt x="1066800" y="238125"/>
                </a:lnTo>
                <a:lnTo>
                  <a:pt x="1019175" y="238125"/>
                </a:lnTo>
                <a:lnTo>
                  <a:pt x="1019175" y="228600"/>
                </a:lnTo>
                <a:lnTo>
                  <a:pt x="1009650" y="228600"/>
                </a:lnTo>
                <a:lnTo>
                  <a:pt x="1009650" y="190500"/>
                </a:lnTo>
                <a:lnTo>
                  <a:pt x="1019175" y="190500"/>
                </a:lnTo>
                <a:lnTo>
                  <a:pt x="1019175" y="171450"/>
                </a:lnTo>
                <a:lnTo>
                  <a:pt x="1028700" y="171450"/>
                </a:lnTo>
                <a:lnTo>
                  <a:pt x="1028700" y="180975"/>
                </a:lnTo>
                <a:lnTo>
                  <a:pt x="1038225" y="180975"/>
                </a:lnTo>
                <a:lnTo>
                  <a:pt x="1038225" y="171450"/>
                </a:lnTo>
                <a:lnTo>
                  <a:pt x="1047750" y="171450"/>
                </a:lnTo>
                <a:lnTo>
                  <a:pt x="1047750" y="161925"/>
                </a:lnTo>
                <a:lnTo>
                  <a:pt x="1066800" y="161925"/>
                </a:lnTo>
                <a:lnTo>
                  <a:pt x="1066800" y="171450"/>
                </a:lnTo>
                <a:lnTo>
                  <a:pt x="1076325" y="171450"/>
                </a:lnTo>
                <a:lnTo>
                  <a:pt x="1076325" y="180975"/>
                </a:lnTo>
                <a:lnTo>
                  <a:pt x="1095375" y="180975"/>
                </a:lnTo>
                <a:lnTo>
                  <a:pt x="1095375" y="171450"/>
                </a:lnTo>
                <a:lnTo>
                  <a:pt x="1104900" y="171450"/>
                </a:lnTo>
                <a:lnTo>
                  <a:pt x="1104900" y="142875"/>
                </a:lnTo>
                <a:lnTo>
                  <a:pt x="1114425" y="142875"/>
                </a:lnTo>
                <a:close/>
                <a:moveTo>
                  <a:pt x="1371600" y="161925"/>
                </a:moveTo>
                <a:lnTo>
                  <a:pt x="1390650" y="161925"/>
                </a:lnTo>
                <a:lnTo>
                  <a:pt x="1390650" y="180975"/>
                </a:lnTo>
                <a:lnTo>
                  <a:pt x="1400175" y="180975"/>
                </a:lnTo>
                <a:lnTo>
                  <a:pt x="1400175" y="200025"/>
                </a:lnTo>
                <a:lnTo>
                  <a:pt x="1371600" y="200025"/>
                </a:lnTo>
                <a:lnTo>
                  <a:pt x="1371600" y="209550"/>
                </a:lnTo>
                <a:lnTo>
                  <a:pt x="1362075" y="209550"/>
                </a:lnTo>
                <a:lnTo>
                  <a:pt x="1362075" y="171450"/>
                </a:lnTo>
                <a:lnTo>
                  <a:pt x="1371600" y="171450"/>
                </a:lnTo>
                <a:close/>
                <a:moveTo>
                  <a:pt x="1409700" y="180975"/>
                </a:moveTo>
                <a:lnTo>
                  <a:pt x="1419225" y="180975"/>
                </a:lnTo>
                <a:lnTo>
                  <a:pt x="1419225" y="190500"/>
                </a:lnTo>
                <a:lnTo>
                  <a:pt x="1409700" y="190500"/>
                </a:lnTo>
                <a:close/>
                <a:moveTo>
                  <a:pt x="1447800" y="238125"/>
                </a:moveTo>
                <a:lnTo>
                  <a:pt x="1457325" y="238125"/>
                </a:lnTo>
                <a:lnTo>
                  <a:pt x="1457325" y="247650"/>
                </a:lnTo>
                <a:lnTo>
                  <a:pt x="1447800" y="247650"/>
                </a:lnTo>
                <a:close/>
                <a:moveTo>
                  <a:pt x="1209675" y="247650"/>
                </a:moveTo>
                <a:lnTo>
                  <a:pt x="1228725" y="247650"/>
                </a:lnTo>
                <a:lnTo>
                  <a:pt x="1228725" y="285750"/>
                </a:lnTo>
                <a:lnTo>
                  <a:pt x="1219200" y="285750"/>
                </a:lnTo>
                <a:lnTo>
                  <a:pt x="1219200" y="257175"/>
                </a:lnTo>
                <a:lnTo>
                  <a:pt x="1209675" y="257175"/>
                </a:lnTo>
                <a:close/>
                <a:moveTo>
                  <a:pt x="1200150" y="257175"/>
                </a:moveTo>
                <a:lnTo>
                  <a:pt x="1209675" y="257175"/>
                </a:lnTo>
                <a:lnTo>
                  <a:pt x="1209675" y="266700"/>
                </a:lnTo>
                <a:lnTo>
                  <a:pt x="1200150" y="266700"/>
                </a:lnTo>
                <a:close/>
                <a:moveTo>
                  <a:pt x="190500" y="285750"/>
                </a:moveTo>
                <a:lnTo>
                  <a:pt x="266700" y="285750"/>
                </a:lnTo>
                <a:lnTo>
                  <a:pt x="266700" y="295275"/>
                </a:lnTo>
                <a:lnTo>
                  <a:pt x="276225" y="295275"/>
                </a:lnTo>
                <a:lnTo>
                  <a:pt x="276225" y="314325"/>
                </a:lnTo>
                <a:lnTo>
                  <a:pt x="285750" y="314325"/>
                </a:lnTo>
                <a:lnTo>
                  <a:pt x="285750" y="352425"/>
                </a:lnTo>
                <a:lnTo>
                  <a:pt x="276225" y="352425"/>
                </a:lnTo>
                <a:lnTo>
                  <a:pt x="276225" y="361950"/>
                </a:lnTo>
                <a:lnTo>
                  <a:pt x="266700" y="361950"/>
                </a:lnTo>
                <a:lnTo>
                  <a:pt x="266700" y="352425"/>
                </a:lnTo>
                <a:lnTo>
                  <a:pt x="257175" y="352425"/>
                </a:lnTo>
                <a:lnTo>
                  <a:pt x="257175" y="342900"/>
                </a:lnTo>
                <a:lnTo>
                  <a:pt x="238125" y="342900"/>
                </a:lnTo>
                <a:lnTo>
                  <a:pt x="238125" y="333375"/>
                </a:lnTo>
                <a:lnTo>
                  <a:pt x="228600" y="333375"/>
                </a:lnTo>
                <a:lnTo>
                  <a:pt x="228600" y="323850"/>
                </a:lnTo>
                <a:lnTo>
                  <a:pt x="219075" y="323850"/>
                </a:lnTo>
                <a:lnTo>
                  <a:pt x="219075" y="314325"/>
                </a:lnTo>
                <a:lnTo>
                  <a:pt x="209550" y="314325"/>
                </a:lnTo>
                <a:lnTo>
                  <a:pt x="209550" y="304800"/>
                </a:lnTo>
                <a:lnTo>
                  <a:pt x="219075" y="304800"/>
                </a:lnTo>
                <a:lnTo>
                  <a:pt x="219075" y="295275"/>
                </a:lnTo>
                <a:lnTo>
                  <a:pt x="200025" y="295275"/>
                </a:lnTo>
                <a:lnTo>
                  <a:pt x="200025" y="304800"/>
                </a:lnTo>
                <a:lnTo>
                  <a:pt x="180975" y="304800"/>
                </a:lnTo>
                <a:lnTo>
                  <a:pt x="180975" y="295275"/>
                </a:lnTo>
                <a:lnTo>
                  <a:pt x="190500" y="295275"/>
                </a:lnTo>
                <a:close/>
                <a:moveTo>
                  <a:pt x="742950" y="304800"/>
                </a:moveTo>
                <a:lnTo>
                  <a:pt x="771525" y="304800"/>
                </a:lnTo>
                <a:lnTo>
                  <a:pt x="771525" y="314325"/>
                </a:lnTo>
                <a:lnTo>
                  <a:pt x="742950" y="314325"/>
                </a:lnTo>
                <a:close/>
                <a:moveTo>
                  <a:pt x="819150" y="304800"/>
                </a:moveTo>
                <a:lnTo>
                  <a:pt x="876300" y="304800"/>
                </a:lnTo>
                <a:lnTo>
                  <a:pt x="876300" y="314325"/>
                </a:lnTo>
                <a:lnTo>
                  <a:pt x="895350" y="314325"/>
                </a:lnTo>
                <a:lnTo>
                  <a:pt x="895350" y="323850"/>
                </a:lnTo>
                <a:lnTo>
                  <a:pt x="904875" y="323850"/>
                </a:lnTo>
                <a:lnTo>
                  <a:pt x="904875" y="333375"/>
                </a:lnTo>
                <a:lnTo>
                  <a:pt x="914400" y="333375"/>
                </a:lnTo>
                <a:lnTo>
                  <a:pt x="914400" y="352425"/>
                </a:lnTo>
                <a:lnTo>
                  <a:pt x="904875" y="352425"/>
                </a:lnTo>
                <a:lnTo>
                  <a:pt x="904875" y="342900"/>
                </a:lnTo>
                <a:lnTo>
                  <a:pt x="876300" y="342900"/>
                </a:lnTo>
                <a:lnTo>
                  <a:pt x="876300" y="333375"/>
                </a:lnTo>
                <a:lnTo>
                  <a:pt x="857250" y="333375"/>
                </a:lnTo>
                <a:lnTo>
                  <a:pt x="857250" y="323850"/>
                </a:lnTo>
                <a:lnTo>
                  <a:pt x="847725" y="323850"/>
                </a:lnTo>
                <a:lnTo>
                  <a:pt x="847725" y="314325"/>
                </a:lnTo>
                <a:lnTo>
                  <a:pt x="819150" y="314325"/>
                </a:lnTo>
                <a:close/>
                <a:moveTo>
                  <a:pt x="1333500" y="304800"/>
                </a:moveTo>
                <a:lnTo>
                  <a:pt x="1381125" y="304800"/>
                </a:lnTo>
                <a:lnTo>
                  <a:pt x="1381125" y="323850"/>
                </a:lnTo>
                <a:lnTo>
                  <a:pt x="1390650" y="323850"/>
                </a:lnTo>
                <a:lnTo>
                  <a:pt x="1390650" y="342900"/>
                </a:lnTo>
                <a:lnTo>
                  <a:pt x="1381125" y="342900"/>
                </a:lnTo>
                <a:lnTo>
                  <a:pt x="1381125" y="333375"/>
                </a:lnTo>
                <a:lnTo>
                  <a:pt x="1352550" y="333375"/>
                </a:lnTo>
                <a:lnTo>
                  <a:pt x="1352550" y="342900"/>
                </a:lnTo>
                <a:lnTo>
                  <a:pt x="1323975" y="342900"/>
                </a:lnTo>
                <a:lnTo>
                  <a:pt x="1323975" y="314325"/>
                </a:lnTo>
                <a:lnTo>
                  <a:pt x="1333500" y="314325"/>
                </a:lnTo>
                <a:close/>
                <a:moveTo>
                  <a:pt x="723900" y="314325"/>
                </a:moveTo>
                <a:lnTo>
                  <a:pt x="742950" y="314325"/>
                </a:lnTo>
                <a:lnTo>
                  <a:pt x="742950" y="323850"/>
                </a:lnTo>
                <a:lnTo>
                  <a:pt x="723900" y="323850"/>
                </a:lnTo>
                <a:close/>
                <a:moveTo>
                  <a:pt x="685800" y="323850"/>
                </a:moveTo>
                <a:lnTo>
                  <a:pt x="714375" y="323850"/>
                </a:lnTo>
                <a:lnTo>
                  <a:pt x="714375" y="333375"/>
                </a:lnTo>
                <a:lnTo>
                  <a:pt x="704850" y="333375"/>
                </a:lnTo>
                <a:lnTo>
                  <a:pt x="704850" y="352425"/>
                </a:lnTo>
                <a:lnTo>
                  <a:pt x="695325" y="352425"/>
                </a:lnTo>
                <a:lnTo>
                  <a:pt x="695325" y="361950"/>
                </a:lnTo>
                <a:lnTo>
                  <a:pt x="685800" y="361950"/>
                </a:lnTo>
                <a:lnTo>
                  <a:pt x="685800" y="371475"/>
                </a:lnTo>
                <a:lnTo>
                  <a:pt x="676275" y="371475"/>
                </a:lnTo>
                <a:lnTo>
                  <a:pt x="676275" y="381000"/>
                </a:lnTo>
                <a:lnTo>
                  <a:pt x="666750" y="381000"/>
                </a:lnTo>
                <a:lnTo>
                  <a:pt x="666750" y="390525"/>
                </a:lnTo>
                <a:lnTo>
                  <a:pt x="657225" y="390525"/>
                </a:lnTo>
                <a:lnTo>
                  <a:pt x="657225" y="409575"/>
                </a:lnTo>
                <a:lnTo>
                  <a:pt x="647700" y="409575"/>
                </a:lnTo>
                <a:lnTo>
                  <a:pt x="647700" y="447675"/>
                </a:lnTo>
                <a:lnTo>
                  <a:pt x="628650" y="447675"/>
                </a:lnTo>
                <a:lnTo>
                  <a:pt x="628650" y="419100"/>
                </a:lnTo>
                <a:lnTo>
                  <a:pt x="638175" y="419100"/>
                </a:lnTo>
                <a:lnTo>
                  <a:pt x="638175" y="390525"/>
                </a:lnTo>
                <a:lnTo>
                  <a:pt x="647700" y="390525"/>
                </a:lnTo>
                <a:lnTo>
                  <a:pt x="647700" y="371475"/>
                </a:lnTo>
                <a:lnTo>
                  <a:pt x="657225" y="371475"/>
                </a:lnTo>
                <a:lnTo>
                  <a:pt x="657225" y="352425"/>
                </a:lnTo>
                <a:lnTo>
                  <a:pt x="666750" y="352425"/>
                </a:lnTo>
                <a:lnTo>
                  <a:pt x="666750" y="342900"/>
                </a:lnTo>
                <a:lnTo>
                  <a:pt x="676275" y="342900"/>
                </a:lnTo>
                <a:lnTo>
                  <a:pt x="676275" y="333375"/>
                </a:lnTo>
                <a:lnTo>
                  <a:pt x="685800" y="333375"/>
                </a:lnTo>
                <a:close/>
                <a:moveTo>
                  <a:pt x="809625" y="342900"/>
                </a:moveTo>
                <a:lnTo>
                  <a:pt x="838200" y="342900"/>
                </a:lnTo>
                <a:lnTo>
                  <a:pt x="838200" y="352425"/>
                </a:lnTo>
                <a:lnTo>
                  <a:pt x="857250" y="352425"/>
                </a:lnTo>
                <a:lnTo>
                  <a:pt x="857250" y="371475"/>
                </a:lnTo>
                <a:lnTo>
                  <a:pt x="847725" y="371475"/>
                </a:lnTo>
                <a:lnTo>
                  <a:pt x="847725" y="381000"/>
                </a:lnTo>
                <a:lnTo>
                  <a:pt x="838200" y="381000"/>
                </a:lnTo>
                <a:lnTo>
                  <a:pt x="838200" y="390525"/>
                </a:lnTo>
                <a:lnTo>
                  <a:pt x="819150" y="390525"/>
                </a:lnTo>
                <a:lnTo>
                  <a:pt x="819150" y="400050"/>
                </a:lnTo>
                <a:lnTo>
                  <a:pt x="809625" y="400050"/>
                </a:lnTo>
                <a:lnTo>
                  <a:pt x="809625" y="419100"/>
                </a:lnTo>
                <a:lnTo>
                  <a:pt x="800100" y="419100"/>
                </a:lnTo>
                <a:lnTo>
                  <a:pt x="800100" y="457200"/>
                </a:lnTo>
                <a:lnTo>
                  <a:pt x="809625" y="457200"/>
                </a:lnTo>
                <a:lnTo>
                  <a:pt x="809625" y="466725"/>
                </a:lnTo>
                <a:lnTo>
                  <a:pt x="790575" y="466725"/>
                </a:lnTo>
                <a:lnTo>
                  <a:pt x="790575" y="457200"/>
                </a:lnTo>
                <a:lnTo>
                  <a:pt x="781050" y="457200"/>
                </a:lnTo>
                <a:lnTo>
                  <a:pt x="781050" y="447675"/>
                </a:lnTo>
                <a:lnTo>
                  <a:pt x="771525" y="447675"/>
                </a:lnTo>
                <a:lnTo>
                  <a:pt x="771525" y="438150"/>
                </a:lnTo>
                <a:lnTo>
                  <a:pt x="762000" y="438150"/>
                </a:lnTo>
                <a:lnTo>
                  <a:pt x="762000" y="428625"/>
                </a:lnTo>
                <a:lnTo>
                  <a:pt x="733425" y="428625"/>
                </a:lnTo>
                <a:lnTo>
                  <a:pt x="733425" y="419100"/>
                </a:lnTo>
                <a:lnTo>
                  <a:pt x="723900" y="419100"/>
                </a:lnTo>
                <a:lnTo>
                  <a:pt x="723900" y="409575"/>
                </a:lnTo>
                <a:lnTo>
                  <a:pt x="714375" y="409575"/>
                </a:lnTo>
                <a:lnTo>
                  <a:pt x="714375" y="400050"/>
                </a:lnTo>
                <a:lnTo>
                  <a:pt x="695325" y="400050"/>
                </a:lnTo>
                <a:lnTo>
                  <a:pt x="695325" y="381000"/>
                </a:lnTo>
                <a:lnTo>
                  <a:pt x="704850" y="381000"/>
                </a:lnTo>
                <a:lnTo>
                  <a:pt x="704850" y="371475"/>
                </a:lnTo>
                <a:lnTo>
                  <a:pt x="714375" y="371475"/>
                </a:lnTo>
                <a:lnTo>
                  <a:pt x="714375" y="361950"/>
                </a:lnTo>
                <a:lnTo>
                  <a:pt x="752475" y="361950"/>
                </a:lnTo>
                <a:lnTo>
                  <a:pt x="752475" y="371475"/>
                </a:lnTo>
                <a:lnTo>
                  <a:pt x="762000" y="371475"/>
                </a:lnTo>
                <a:lnTo>
                  <a:pt x="762000" y="381000"/>
                </a:lnTo>
                <a:lnTo>
                  <a:pt x="781050" y="381000"/>
                </a:lnTo>
                <a:lnTo>
                  <a:pt x="781050" y="371475"/>
                </a:lnTo>
                <a:lnTo>
                  <a:pt x="800100" y="371475"/>
                </a:lnTo>
                <a:lnTo>
                  <a:pt x="800100" y="352425"/>
                </a:lnTo>
                <a:lnTo>
                  <a:pt x="809625" y="352425"/>
                </a:lnTo>
                <a:close/>
                <a:moveTo>
                  <a:pt x="1409700" y="342900"/>
                </a:moveTo>
                <a:lnTo>
                  <a:pt x="1419225" y="342900"/>
                </a:lnTo>
                <a:lnTo>
                  <a:pt x="1419225" y="352425"/>
                </a:lnTo>
                <a:lnTo>
                  <a:pt x="1409700" y="352425"/>
                </a:lnTo>
                <a:close/>
                <a:moveTo>
                  <a:pt x="923925" y="361950"/>
                </a:moveTo>
                <a:lnTo>
                  <a:pt x="933450" y="361950"/>
                </a:lnTo>
                <a:lnTo>
                  <a:pt x="933450" y="371475"/>
                </a:lnTo>
                <a:lnTo>
                  <a:pt x="923925" y="371475"/>
                </a:lnTo>
                <a:close/>
                <a:moveTo>
                  <a:pt x="933450" y="381000"/>
                </a:moveTo>
                <a:lnTo>
                  <a:pt x="942975" y="381000"/>
                </a:lnTo>
                <a:lnTo>
                  <a:pt x="942975" y="390525"/>
                </a:lnTo>
                <a:lnTo>
                  <a:pt x="952500" y="390525"/>
                </a:lnTo>
                <a:lnTo>
                  <a:pt x="952500" y="400050"/>
                </a:lnTo>
                <a:lnTo>
                  <a:pt x="962025" y="400050"/>
                </a:lnTo>
                <a:lnTo>
                  <a:pt x="962025" y="428625"/>
                </a:lnTo>
                <a:lnTo>
                  <a:pt x="942975" y="428625"/>
                </a:lnTo>
                <a:lnTo>
                  <a:pt x="942975" y="400050"/>
                </a:lnTo>
                <a:lnTo>
                  <a:pt x="933450" y="400050"/>
                </a:lnTo>
                <a:close/>
                <a:moveTo>
                  <a:pt x="1209675" y="381000"/>
                </a:moveTo>
                <a:lnTo>
                  <a:pt x="1219200" y="381000"/>
                </a:lnTo>
                <a:lnTo>
                  <a:pt x="1219200" y="390525"/>
                </a:lnTo>
                <a:lnTo>
                  <a:pt x="1228725" y="390525"/>
                </a:lnTo>
                <a:lnTo>
                  <a:pt x="1228725" y="400050"/>
                </a:lnTo>
                <a:lnTo>
                  <a:pt x="1209675" y="400050"/>
                </a:lnTo>
                <a:close/>
                <a:moveTo>
                  <a:pt x="1314450" y="381000"/>
                </a:moveTo>
                <a:lnTo>
                  <a:pt x="1323975" y="381000"/>
                </a:lnTo>
                <a:lnTo>
                  <a:pt x="1323975" y="390525"/>
                </a:lnTo>
                <a:lnTo>
                  <a:pt x="1314450" y="390525"/>
                </a:lnTo>
                <a:close/>
                <a:moveTo>
                  <a:pt x="1438275" y="381000"/>
                </a:moveTo>
                <a:lnTo>
                  <a:pt x="1485900" y="381000"/>
                </a:lnTo>
                <a:lnTo>
                  <a:pt x="1485900" y="390525"/>
                </a:lnTo>
                <a:lnTo>
                  <a:pt x="1495425" y="390525"/>
                </a:lnTo>
                <a:lnTo>
                  <a:pt x="1495425" y="400050"/>
                </a:lnTo>
                <a:lnTo>
                  <a:pt x="1485900" y="400050"/>
                </a:lnTo>
                <a:lnTo>
                  <a:pt x="1485900" y="409575"/>
                </a:lnTo>
                <a:lnTo>
                  <a:pt x="1447800" y="409575"/>
                </a:lnTo>
                <a:lnTo>
                  <a:pt x="1447800" y="400050"/>
                </a:lnTo>
                <a:lnTo>
                  <a:pt x="1428750" y="400050"/>
                </a:lnTo>
                <a:lnTo>
                  <a:pt x="1428750" y="390525"/>
                </a:lnTo>
                <a:lnTo>
                  <a:pt x="1438275" y="390525"/>
                </a:lnTo>
                <a:close/>
                <a:moveTo>
                  <a:pt x="1504950" y="381000"/>
                </a:moveTo>
                <a:lnTo>
                  <a:pt x="1514475" y="381000"/>
                </a:lnTo>
                <a:lnTo>
                  <a:pt x="1514475" y="390525"/>
                </a:lnTo>
                <a:lnTo>
                  <a:pt x="1504950" y="390525"/>
                </a:lnTo>
                <a:close/>
                <a:moveTo>
                  <a:pt x="180975" y="419100"/>
                </a:moveTo>
                <a:lnTo>
                  <a:pt x="190500" y="419100"/>
                </a:lnTo>
                <a:lnTo>
                  <a:pt x="190500" y="438150"/>
                </a:lnTo>
                <a:lnTo>
                  <a:pt x="180975" y="438150"/>
                </a:lnTo>
                <a:lnTo>
                  <a:pt x="180975" y="447675"/>
                </a:lnTo>
                <a:lnTo>
                  <a:pt x="190500" y="447675"/>
                </a:lnTo>
                <a:lnTo>
                  <a:pt x="190500" y="457200"/>
                </a:lnTo>
                <a:lnTo>
                  <a:pt x="200025" y="457200"/>
                </a:lnTo>
                <a:lnTo>
                  <a:pt x="200025" y="466725"/>
                </a:lnTo>
                <a:lnTo>
                  <a:pt x="219075" y="466725"/>
                </a:lnTo>
                <a:lnTo>
                  <a:pt x="219075" y="457200"/>
                </a:lnTo>
                <a:lnTo>
                  <a:pt x="257175" y="457200"/>
                </a:lnTo>
                <a:lnTo>
                  <a:pt x="257175" y="447675"/>
                </a:lnTo>
                <a:lnTo>
                  <a:pt x="266700" y="447675"/>
                </a:lnTo>
                <a:lnTo>
                  <a:pt x="266700" y="428625"/>
                </a:lnTo>
                <a:lnTo>
                  <a:pt x="304800" y="428625"/>
                </a:lnTo>
                <a:lnTo>
                  <a:pt x="304800" y="438150"/>
                </a:lnTo>
                <a:lnTo>
                  <a:pt x="314325" y="438150"/>
                </a:lnTo>
                <a:lnTo>
                  <a:pt x="314325" y="457200"/>
                </a:lnTo>
                <a:lnTo>
                  <a:pt x="276225" y="457200"/>
                </a:lnTo>
                <a:lnTo>
                  <a:pt x="276225" y="466725"/>
                </a:lnTo>
                <a:lnTo>
                  <a:pt x="257175" y="466725"/>
                </a:lnTo>
                <a:lnTo>
                  <a:pt x="257175" y="476250"/>
                </a:lnTo>
                <a:lnTo>
                  <a:pt x="238125" y="476250"/>
                </a:lnTo>
                <a:lnTo>
                  <a:pt x="238125" y="485775"/>
                </a:lnTo>
                <a:lnTo>
                  <a:pt x="228600" y="485775"/>
                </a:lnTo>
                <a:lnTo>
                  <a:pt x="228600" y="495300"/>
                </a:lnTo>
                <a:lnTo>
                  <a:pt x="219075" y="495300"/>
                </a:lnTo>
                <a:lnTo>
                  <a:pt x="219075" y="504825"/>
                </a:lnTo>
                <a:lnTo>
                  <a:pt x="209550" y="504825"/>
                </a:lnTo>
                <a:lnTo>
                  <a:pt x="209550" y="514350"/>
                </a:lnTo>
                <a:lnTo>
                  <a:pt x="200025" y="514350"/>
                </a:lnTo>
                <a:lnTo>
                  <a:pt x="200025" y="504825"/>
                </a:lnTo>
                <a:lnTo>
                  <a:pt x="171450" y="504825"/>
                </a:lnTo>
                <a:lnTo>
                  <a:pt x="171450" y="514350"/>
                </a:lnTo>
                <a:lnTo>
                  <a:pt x="190500" y="514350"/>
                </a:lnTo>
                <a:lnTo>
                  <a:pt x="190500" y="533400"/>
                </a:lnTo>
                <a:lnTo>
                  <a:pt x="171450" y="533400"/>
                </a:lnTo>
                <a:lnTo>
                  <a:pt x="171450" y="523875"/>
                </a:lnTo>
                <a:lnTo>
                  <a:pt x="152400" y="523875"/>
                </a:lnTo>
                <a:lnTo>
                  <a:pt x="152400" y="514350"/>
                </a:lnTo>
                <a:lnTo>
                  <a:pt x="161925" y="514350"/>
                </a:lnTo>
                <a:lnTo>
                  <a:pt x="161925" y="476250"/>
                </a:lnTo>
                <a:lnTo>
                  <a:pt x="142875" y="476250"/>
                </a:lnTo>
                <a:lnTo>
                  <a:pt x="142875" y="466725"/>
                </a:lnTo>
                <a:lnTo>
                  <a:pt x="123825" y="466725"/>
                </a:lnTo>
                <a:lnTo>
                  <a:pt x="123825" y="457200"/>
                </a:lnTo>
                <a:lnTo>
                  <a:pt x="133350" y="457200"/>
                </a:lnTo>
                <a:lnTo>
                  <a:pt x="133350" y="438150"/>
                </a:lnTo>
                <a:lnTo>
                  <a:pt x="152400" y="438150"/>
                </a:lnTo>
                <a:lnTo>
                  <a:pt x="152400" y="428625"/>
                </a:lnTo>
                <a:lnTo>
                  <a:pt x="180975" y="428625"/>
                </a:lnTo>
                <a:close/>
                <a:moveTo>
                  <a:pt x="676275" y="466725"/>
                </a:moveTo>
                <a:lnTo>
                  <a:pt x="685800" y="466725"/>
                </a:lnTo>
                <a:lnTo>
                  <a:pt x="685800" y="476250"/>
                </a:lnTo>
                <a:lnTo>
                  <a:pt x="695325" y="476250"/>
                </a:lnTo>
                <a:lnTo>
                  <a:pt x="695325" y="495300"/>
                </a:lnTo>
                <a:lnTo>
                  <a:pt x="685800" y="495300"/>
                </a:lnTo>
                <a:lnTo>
                  <a:pt x="685800" y="504825"/>
                </a:lnTo>
                <a:lnTo>
                  <a:pt x="666750" y="504825"/>
                </a:lnTo>
                <a:lnTo>
                  <a:pt x="666750" y="476250"/>
                </a:lnTo>
                <a:lnTo>
                  <a:pt x="676275" y="476250"/>
                </a:lnTo>
                <a:close/>
                <a:moveTo>
                  <a:pt x="942975" y="466725"/>
                </a:moveTo>
                <a:lnTo>
                  <a:pt x="962025" y="466725"/>
                </a:lnTo>
                <a:lnTo>
                  <a:pt x="962025" y="476250"/>
                </a:lnTo>
                <a:lnTo>
                  <a:pt x="942975" y="476250"/>
                </a:lnTo>
                <a:close/>
                <a:moveTo>
                  <a:pt x="123825" y="504825"/>
                </a:moveTo>
                <a:lnTo>
                  <a:pt x="133350" y="504825"/>
                </a:lnTo>
                <a:lnTo>
                  <a:pt x="133350" y="514350"/>
                </a:lnTo>
                <a:lnTo>
                  <a:pt x="123825" y="514350"/>
                </a:lnTo>
                <a:close/>
                <a:moveTo>
                  <a:pt x="390525" y="552450"/>
                </a:moveTo>
                <a:lnTo>
                  <a:pt x="409575" y="552450"/>
                </a:lnTo>
                <a:lnTo>
                  <a:pt x="409575" y="571500"/>
                </a:lnTo>
                <a:lnTo>
                  <a:pt x="400050" y="571500"/>
                </a:lnTo>
                <a:lnTo>
                  <a:pt x="400050" y="561975"/>
                </a:lnTo>
                <a:lnTo>
                  <a:pt x="390525" y="561975"/>
                </a:lnTo>
                <a:close/>
                <a:moveTo>
                  <a:pt x="1352550" y="561975"/>
                </a:moveTo>
                <a:lnTo>
                  <a:pt x="1362075" y="561975"/>
                </a:lnTo>
                <a:lnTo>
                  <a:pt x="1362075" y="571500"/>
                </a:lnTo>
                <a:lnTo>
                  <a:pt x="1352550" y="571500"/>
                </a:lnTo>
                <a:close/>
                <a:moveTo>
                  <a:pt x="914400" y="590550"/>
                </a:moveTo>
                <a:lnTo>
                  <a:pt x="933450" y="590550"/>
                </a:lnTo>
                <a:lnTo>
                  <a:pt x="933450" y="600075"/>
                </a:lnTo>
                <a:lnTo>
                  <a:pt x="942975" y="600075"/>
                </a:lnTo>
                <a:lnTo>
                  <a:pt x="942975" y="619125"/>
                </a:lnTo>
                <a:lnTo>
                  <a:pt x="933450" y="619125"/>
                </a:lnTo>
                <a:lnTo>
                  <a:pt x="933450" y="628650"/>
                </a:lnTo>
                <a:lnTo>
                  <a:pt x="923925" y="628650"/>
                </a:lnTo>
                <a:lnTo>
                  <a:pt x="923925" y="638175"/>
                </a:lnTo>
                <a:lnTo>
                  <a:pt x="904875" y="638175"/>
                </a:lnTo>
                <a:lnTo>
                  <a:pt x="904875" y="609600"/>
                </a:lnTo>
                <a:lnTo>
                  <a:pt x="914400" y="609600"/>
                </a:lnTo>
                <a:close/>
                <a:moveTo>
                  <a:pt x="638175" y="609600"/>
                </a:moveTo>
                <a:lnTo>
                  <a:pt x="657225" y="609600"/>
                </a:lnTo>
                <a:lnTo>
                  <a:pt x="657225" y="619125"/>
                </a:lnTo>
                <a:lnTo>
                  <a:pt x="638175" y="619125"/>
                </a:lnTo>
                <a:close/>
                <a:moveTo>
                  <a:pt x="152400" y="619125"/>
                </a:moveTo>
                <a:lnTo>
                  <a:pt x="180975" y="619125"/>
                </a:lnTo>
                <a:lnTo>
                  <a:pt x="180975" y="628650"/>
                </a:lnTo>
                <a:lnTo>
                  <a:pt x="190500" y="628650"/>
                </a:lnTo>
                <a:lnTo>
                  <a:pt x="190500" y="638175"/>
                </a:lnTo>
                <a:lnTo>
                  <a:pt x="200025" y="638175"/>
                </a:lnTo>
                <a:lnTo>
                  <a:pt x="200025" y="685800"/>
                </a:lnTo>
                <a:lnTo>
                  <a:pt x="190500" y="685800"/>
                </a:lnTo>
                <a:lnTo>
                  <a:pt x="190500" y="704850"/>
                </a:lnTo>
                <a:lnTo>
                  <a:pt x="171450" y="704850"/>
                </a:lnTo>
                <a:lnTo>
                  <a:pt x="171450" y="695325"/>
                </a:lnTo>
                <a:lnTo>
                  <a:pt x="161925" y="695325"/>
                </a:lnTo>
                <a:lnTo>
                  <a:pt x="161925" y="685800"/>
                </a:lnTo>
                <a:lnTo>
                  <a:pt x="142875" y="685800"/>
                </a:lnTo>
                <a:lnTo>
                  <a:pt x="142875" y="657225"/>
                </a:lnTo>
                <a:lnTo>
                  <a:pt x="152400" y="657225"/>
                </a:lnTo>
                <a:close/>
                <a:moveTo>
                  <a:pt x="1409700" y="628650"/>
                </a:moveTo>
                <a:lnTo>
                  <a:pt x="1438275" y="628650"/>
                </a:lnTo>
                <a:lnTo>
                  <a:pt x="1438275" y="638175"/>
                </a:lnTo>
                <a:lnTo>
                  <a:pt x="1447800" y="638175"/>
                </a:lnTo>
                <a:lnTo>
                  <a:pt x="1447800" y="647700"/>
                </a:lnTo>
                <a:lnTo>
                  <a:pt x="1438275" y="647700"/>
                </a:lnTo>
                <a:lnTo>
                  <a:pt x="1438275" y="666750"/>
                </a:lnTo>
                <a:lnTo>
                  <a:pt x="1428750" y="666750"/>
                </a:lnTo>
                <a:lnTo>
                  <a:pt x="1428750" y="676275"/>
                </a:lnTo>
                <a:lnTo>
                  <a:pt x="1419225" y="676275"/>
                </a:lnTo>
                <a:lnTo>
                  <a:pt x="1419225" y="666750"/>
                </a:lnTo>
                <a:lnTo>
                  <a:pt x="1390650" y="666750"/>
                </a:lnTo>
                <a:lnTo>
                  <a:pt x="1390650" y="676275"/>
                </a:lnTo>
                <a:lnTo>
                  <a:pt x="1381125" y="676275"/>
                </a:lnTo>
                <a:lnTo>
                  <a:pt x="1381125" y="657225"/>
                </a:lnTo>
                <a:lnTo>
                  <a:pt x="1390650" y="657225"/>
                </a:lnTo>
                <a:lnTo>
                  <a:pt x="1390650" y="647700"/>
                </a:lnTo>
                <a:lnTo>
                  <a:pt x="1400175" y="647700"/>
                </a:lnTo>
                <a:lnTo>
                  <a:pt x="1400175" y="638175"/>
                </a:lnTo>
                <a:lnTo>
                  <a:pt x="1409700" y="638175"/>
                </a:lnTo>
                <a:close/>
                <a:moveTo>
                  <a:pt x="800100" y="638175"/>
                </a:moveTo>
                <a:lnTo>
                  <a:pt x="838200" y="638175"/>
                </a:lnTo>
                <a:lnTo>
                  <a:pt x="838200" y="666750"/>
                </a:lnTo>
                <a:lnTo>
                  <a:pt x="828675" y="666750"/>
                </a:lnTo>
                <a:lnTo>
                  <a:pt x="828675" y="676275"/>
                </a:lnTo>
                <a:lnTo>
                  <a:pt x="800100" y="676275"/>
                </a:lnTo>
                <a:lnTo>
                  <a:pt x="800100" y="666750"/>
                </a:lnTo>
                <a:lnTo>
                  <a:pt x="790575" y="666750"/>
                </a:lnTo>
                <a:lnTo>
                  <a:pt x="790575" y="647700"/>
                </a:lnTo>
                <a:lnTo>
                  <a:pt x="800100" y="647700"/>
                </a:lnTo>
                <a:close/>
                <a:moveTo>
                  <a:pt x="942975" y="638175"/>
                </a:moveTo>
                <a:lnTo>
                  <a:pt x="952500" y="638175"/>
                </a:lnTo>
                <a:lnTo>
                  <a:pt x="952500" y="657225"/>
                </a:lnTo>
                <a:lnTo>
                  <a:pt x="942975" y="657225"/>
                </a:lnTo>
                <a:close/>
                <a:moveTo>
                  <a:pt x="1552575" y="647700"/>
                </a:moveTo>
                <a:lnTo>
                  <a:pt x="1571625" y="647700"/>
                </a:lnTo>
                <a:lnTo>
                  <a:pt x="1571625" y="666750"/>
                </a:lnTo>
                <a:lnTo>
                  <a:pt x="1562100" y="666750"/>
                </a:lnTo>
                <a:lnTo>
                  <a:pt x="1562100" y="657225"/>
                </a:lnTo>
                <a:lnTo>
                  <a:pt x="1552575" y="657225"/>
                </a:lnTo>
                <a:close/>
                <a:moveTo>
                  <a:pt x="733425" y="685800"/>
                </a:moveTo>
                <a:lnTo>
                  <a:pt x="742950" y="685800"/>
                </a:lnTo>
                <a:lnTo>
                  <a:pt x="742950" y="695325"/>
                </a:lnTo>
                <a:lnTo>
                  <a:pt x="733425" y="695325"/>
                </a:lnTo>
                <a:close/>
                <a:moveTo>
                  <a:pt x="942975" y="685800"/>
                </a:moveTo>
                <a:lnTo>
                  <a:pt x="962025" y="685800"/>
                </a:lnTo>
                <a:lnTo>
                  <a:pt x="962025" y="704850"/>
                </a:lnTo>
                <a:lnTo>
                  <a:pt x="971550" y="704850"/>
                </a:lnTo>
                <a:lnTo>
                  <a:pt x="971550" y="714375"/>
                </a:lnTo>
                <a:lnTo>
                  <a:pt x="962025" y="714375"/>
                </a:lnTo>
                <a:lnTo>
                  <a:pt x="962025" y="733425"/>
                </a:lnTo>
                <a:lnTo>
                  <a:pt x="942975" y="733425"/>
                </a:lnTo>
                <a:lnTo>
                  <a:pt x="942975" y="752475"/>
                </a:lnTo>
                <a:lnTo>
                  <a:pt x="904875" y="752475"/>
                </a:lnTo>
                <a:lnTo>
                  <a:pt x="904875" y="742950"/>
                </a:lnTo>
                <a:lnTo>
                  <a:pt x="895350" y="742950"/>
                </a:lnTo>
                <a:lnTo>
                  <a:pt x="895350" y="733425"/>
                </a:lnTo>
                <a:lnTo>
                  <a:pt x="885825" y="733425"/>
                </a:lnTo>
                <a:lnTo>
                  <a:pt x="885825" y="723900"/>
                </a:lnTo>
                <a:lnTo>
                  <a:pt x="876300" y="723900"/>
                </a:lnTo>
                <a:lnTo>
                  <a:pt x="876300" y="704850"/>
                </a:lnTo>
                <a:lnTo>
                  <a:pt x="885825" y="704850"/>
                </a:lnTo>
                <a:lnTo>
                  <a:pt x="885825" y="714375"/>
                </a:lnTo>
                <a:lnTo>
                  <a:pt x="923925" y="714375"/>
                </a:lnTo>
                <a:lnTo>
                  <a:pt x="923925" y="704850"/>
                </a:lnTo>
                <a:lnTo>
                  <a:pt x="942975" y="704850"/>
                </a:lnTo>
                <a:close/>
                <a:moveTo>
                  <a:pt x="628650" y="695325"/>
                </a:moveTo>
                <a:lnTo>
                  <a:pt x="666750" y="695325"/>
                </a:lnTo>
                <a:lnTo>
                  <a:pt x="666750" y="704850"/>
                </a:lnTo>
                <a:lnTo>
                  <a:pt x="685800" y="704850"/>
                </a:lnTo>
                <a:lnTo>
                  <a:pt x="685800" y="695325"/>
                </a:lnTo>
                <a:lnTo>
                  <a:pt x="723900" y="695325"/>
                </a:lnTo>
                <a:lnTo>
                  <a:pt x="723900" y="704850"/>
                </a:lnTo>
                <a:lnTo>
                  <a:pt x="733425" y="704850"/>
                </a:lnTo>
                <a:lnTo>
                  <a:pt x="733425" y="723900"/>
                </a:lnTo>
                <a:lnTo>
                  <a:pt x="704850" y="723900"/>
                </a:lnTo>
                <a:lnTo>
                  <a:pt x="704850" y="733425"/>
                </a:lnTo>
                <a:lnTo>
                  <a:pt x="695325" y="733425"/>
                </a:lnTo>
                <a:lnTo>
                  <a:pt x="695325" y="742950"/>
                </a:lnTo>
                <a:lnTo>
                  <a:pt x="685800" y="742950"/>
                </a:lnTo>
                <a:lnTo>
                  <a:pt x="685800" y="752475"/>
                </a:lnTo>
                <a:lnTo>
                  <a:pt x="657225" y="752475"/>
                </a:lnTo>
                <a:lnTo>
                  <a:pt x="657225" y="762000"/>
                </a:lnTo>
                <a:lnTo>
                  <a:pt x="638175" y="762000"/>
                </a:lnTo>
                <a:lnTo>
                  <a:pt x="638175" y="771525"/>
                </a:lnTo>
                <a:lnTo>
                  <a:pt x="619125" y="771525"/>
                </a:lnTo>
                <a:lnTo>
                  <a:pt x="619125" y="733425"/>
                </a:lnTo>
                <a:lnTo>
                  <a:pt x="628650" y="733425"/>
                </a:lnTo>
                <a:close/>
                <a:moveTo>
                  <a:pt x="323850" y="752475"/>
                </a:moveTo>
                <a:lnTo>
                  <a:pt x="342900" y="752475"/>
                </a:lnTo>
                <a:lnTo>
                  <a:pt x="342900" y="781050"/>
                </a:lnTo>
                <a:lnTo>
                  <a:pt x="323850" y="781050"/>
                </a:lnTo>
                <a:close/>
                <a:moveTo>
                  <a:pt x="1276350" y="752475"/>
                </a:moveTo>
                <a:lnTo>
                  <a:pt x="1285875" y="752475"/>
                </a:lnTo>
                <a:lnTo>
                  <a:pt x="1285875" y="762000"/>
                </a:lnTo>
                <a:lnTo>
                  <a:pt x="1276350" y="762000"/>
                </a:lnTo>
                <a:close/>
                <a:moveTo>
                  <a:pt x="66675" y="762000"/>
                </a:moveTo>
                <a:lnTo>
                  <a:pt x="114300" y="762000"/>
                </a:lnTo>
                <a:lnTo>
                  <a:pt x="114300" y="771525"/>
                </a:lnTo>
                <a:lnTo>
                  <a:pt x="104775" y="771525"/>
                </a:lnTo>
                <a:lnTo>
                  <a:pt x="104775" y="790575"/>
                </a:lnTo>
                <a:lnTo>
                  <a:pt x="95250" y="790575"/>
                </a:lnTo>
                <a:lnTo>
                  <a:pt x="95250" y="800100"/>
                </a:lnTo>
                <a:lnTo>
                  <a:pt x="57150" y="800100"/>
                </a:lnTo>
                <a:lnTo>
                  <a:pt x="57150" y="809625"/>
                </a:lnTo>
                <a:lnTo>
                  <a:pt x="47625" y="809625"/>
                </a:lnTo>
                <a:lnTo>
                  <a:pt x="47625" y="781050"/>
                </a:lnTo>
                <a:lnTo>
                  <a:pt x="57150" y="781050"/>
                </a:lnTo>
                <a:lnTo>
                  <a:pt x="57150" y="771525"/>
                </a:lnTo>
                <a:lnTo>
                  <a:pt x="66675" y="771525"/>
                </a:lnTo>
                <a:close/>
                <a:moveTo>
                  <a:pt x="866775" y="876300"/>
                </a:moveTo>
                <a:lnTo>
                  <a:pt x="942975" y="876300"/>
                </a:lnTo>
                <a:lnTo>
                  <a:pt x="942975" y="885825"/>
                </a:lnTo>
                <a:lnTo>
                  <a:pt x="952500" y="885825"/>
                </a:lnTo>
                <a:lnTo>
                  <a:pt x="952500" y="895350"/>
                </a:lnTo>
                <a:lnTo>
                  <a:pt x="942975" y="895350"/>
                </a:lnTo>
                <a:lnTo>
                  <a:pt x="942975" y="904875"/>
                </a:lnTo>
                <a:lnTo>
                  <a:pt x="866775" y="904875"/>
                </a:lnTo>
                <a:lnTo>
                  <a:pt x="866775" y="895350"/>
                </a:lnTo>
                <a:lnTo>
                  <a:pt x="857250" y="895350"/>
                </a:lnTo>
                <a:lnTo>
                  <a:pt x="857250" y="885825"/>
                </a:lnTo>
                <a:lnTo>
                  <a:pt x="866775" y="885825"/>
                </a:lnTo>
                <a:close/>
                <a:moveTo>
                  <a:pt x="742950" y="933450"/>
                </a:moveTo>
                <a:lnTo>
                  <a:pt x="752475" y="933450"/>
                </a:lnTo>
                <a:lnTo>
                  <a:pt x="752475" y="942975"/>
                </a:lnTo>
                <a:lnTo>
                  <a:pt x="781050" y="942975"/>
                </a:lnTo>
                <a:lnTo>
                  <a:pt x="781050" y="952500"/>
                </a:lnTo>
                <a:lnTo>
                  <a:pt x="771525" y="952500"/>
                </a:lnTo>
                <a:lnTo>
                  <a:pt x="771525" y="962025"/>
                </a:lnTo>
                <a:lnTo>
                  <a:pt x="742950" y="962025"/>
                </a:lnTo>
                <a:lnTo>
                  <a:pt x="742950" y="952500"/>
                </a:lnTo>
                <a:lnTo>
                  <a:pt x="733425" y="952500"/>
                </a:lnTo>
                <a:lnTo>
                  <a:pt x="733425" y="942975"/>
                </a:lnTo>
                <a:lnTo>
                  <a:pt x="742950" y="942975"/>
                </a:lnTo>
                <a:close/>
                <a:moveTo>
                  <a:pt x="819150" y="933450"/>
                </a:moveTo>
                <a:lnTo>
                  <a:pt x="857250" y="933450"/>
                </a:lnTo>
                <a:lnTo>
                  <a:pt x="857250" y="952500"/>
                </a:lnTo>
                <a:lnTo>
                  <a:pt x="819150" y="952500"/>
                </a:lnTo>
                <a:close/>
                <a:moveTo>
                  <a:pt x="971550" y="990600"/>
                </a:moveTo>
                <a:lnTo>
                  <a:pt x="981075" y="990600"/>
                </a:lnTo>
                <a:lnTo>
                  <a:pt x="981075" y="1000125"/>
                </a:lnTo>
                <a:lnTo>
                  <a:pt x="990600" y="1000125"/>
                </a:lnTo>
                <a:lnTo>
                  <a:pt x="990600" y="1038225"/>
                </a:lnTo>
                <a:lnTo>
                  <a:pt x="981075" y="1038225"/>
                </a:lnTo>
                <a:lnTo>
                  <a:pt x="981075" y="1047750"/>
                </a:lnTo>
                <a:lnTo>
                  <a:pt x="971550" y="1047750"/>
                </a:lnTo>
                <a:lnTo>
                  <a:pt x="971550" y="1038225"/>
                </a:lnTo>
                <a:lnTo>
                  <a:pt x="952500" y="1038225"/>
                </a:lnTo>
                <a:lnTo>
                  <a:pt x="952500" y="1019175"/>
                </a:lnTo>
                <a:lnTo>
                  <a:pt x="962025" y="1019175"/>
                </a:lnTo>
                <a:lnTo>
                  <a:pt x="962025" y="1009650"/>
                </a:lnTo>
                <a:lnTo>
                  <a:pt x="971550" y="1009650"/>
                </a:lnTo>
                <a:close/>
                <a:moveTo>
                  <a:pt x="619125" y="1000125"/>
                </a:moveTo>
                <a:lnTo>
                  <a:pt x="628650" y="1000125"/>
                </a:lnTo>
                <a:lnTo>
                  <a:pt x="628650" y="1009650"/>
                </a:lnTo>
                <a:lnTo>
                  <a:pt x="676275" y="1009650"/>
                </a:lnTo>
                <a:lnTo>
                  <a:pt x="676275" y="1019175"/>
                </a:lnTo>
                <a:lnTo>
                  <a:pt x="685800" y="1019175"/>
                </a:lnTo>
                <a:lnTo>
                  <a:pt x="685800" y="1038225"/>
                </a:lnTo>
                <a:lnTo>
                  <a:pt x="676275" y="1038225"/>
                </a:lnTo>
                <a:lnTo>
                  <a:pt x="676275" y="1057275"/>
                </a:lnTo>
                <a:lnTo>
                  <a:pt x="666750" y="1057275"/>
                </a:lnTo>
                <a:lnTo>
                  <a:pt x="666750" y="1066800"/>
                </a:lnTo>
                <a:lnTo>
                  <a:pt x="657225" y="1066800"/>
                </a:lnTo>
                <a:lnTo>
                  <a:pt x="657225" y="1076325"/>
                </a:lnTo>
                <a:lnTo>
                  <a:pt x="638175" y="1076325"/>
                </a:lnTo>
                <a:lnTo>
                  <a:pt x="638175" y="1085850"/>
                </a:lnTo>
                <a:lnTo>
                  <a:pt x="628650" y="1085850"/>
                </a:lnTo>
                <a:lnTo>
                  <a:pt x="628650" y="1076325"/>
                </a:lnTo>
                <a:lnTo>
                  <a:pt x="619125" y="1076325"/>
                </a:lnTo>
                <a:lnTo>
                  <a:pt x="619125" y="1057275"/>
                </a:lnTo>
                <a:lnTo>
                  <a:pt x="609600" y="1057275"/>
                </a:lnTo>
                <a:lnTo>
                  <a:pt x="609600" y="1009650"/>
                </a:lnTo>
                <a:lnTo>
                  <a:pt x="619125" y="1009650"/>
                </a:lnTo>
                <a:close/>
                <a:moveTo>
                  <a:pt x="923925" y="1019175"/>
                </a:moveTo>
                <a:lnTo>
                  <a:pt x="933450" y="1019175"/>
                </a:lnTo>
                <a:lnTo>
                  <a:pt x="933450" y="1038225"/>
                </a:lnTo>
                <a:lnTo>
                  <a:pt x="923925" y="1038225"/>
                </a:lnTo>
                <a:close/>
                <a:moveTo>
                  <a:pt x="838200" y="1057275"/>
                </a:moveTo>
                <a:lnTo>
                  <a:pt x="847725" y="1057275"/>
                </a:lnTo>
                <a:lnTo>
                  <a:pt x="847725" y="1066800"/>
                </a:lnTo>
                <a:lnTo>
                  <a:pt x="876300" y="1066800"/>
                </a:lnTo>
                <a:lnTo>
                  <a:pt x="876300" y="1057275"/>
                </a:lnTo>
                <a:lnTo>
                  <a:pt x="895350" y="1057275"/>
                </a:lnTo>
                <a:lnTo>
                  <a:pt x="895350" y="1066800"/>
                </a:lnTo>
                <a:lnTo>
                  <a:pt x="904875" y="1066800"/>
                </a:lnTo>
                <a:lnTo>
                  <a:pt x="904875" y="1123950"/>
                </a:lnTo>
                <a:lnTo>
                  <a:pt x="895350" y="1123950"/>
                </a:lnTo>
                <a:lnTo>
                  <a:pt x="895350" y="1114425"/>
                </a:lnTo>
                <a:lnTo>
                  <a:pt x="885825" y="1114425"/>
                </a:lnTo>
                <a:lnTo>
                  <a:pt x="885825" y="1123950"/>
                </a:lnTo>
                <a:lnTo>
                  <a:pt x="828675" y="1123950"/>
                </a:lnTo>
                <a:lnTo>
                  <a:pt x="828675" y="1133475"/>
                </a:lnTo>
                <a:lnTo>
                  <a:pt x="819150" y="1133475"/>
                </a:lnTo>
                <a:lnTo>
                  <a:pt x="819150" y="1143000"/>
                </a:lnTo>
                <a:lnTo>
                  <a:pt x="771525" y="1143000"/>
                </a:lnTo>
                <a:lnTo>
                  <a:pt x="771525" y="1162050"/>
                </a:lnTo>
                <a:lnTo>
                  <a:pt x="762000" y="1162050"/>
                </a:lnTo>
                <a:lnTo>
                  <a:pt x="762000" y="1152525"/>
                </a:lnTo>
                <a:lnTo>
                  <a:pt x="752475" y="1152525"/>
                </a:lnTo>
                <a:lnTo>
                  <a:pt x="752475" y="1162050"/>
                </a:lnTo>
                <a:lnTo>
                  <a:pt x="714375" y="1162050"/>
                </a:lnTo>
                <a:lnTo>
                  <a:pt x="714375" y="1152525"/>
                </a:lnTo>
                <a:lnTo>
                  <a:pt x="723900" y="1152525"/>
                </a:lnTo>
                <a:lnTo>
                  <a:pt x="723900" y="1133475"/>
                </a:lnTo>
                <a:lnTo>
                  <a:pt x="733425" y="1133475"/>
                </a:lnTo>
                <a:lnTo>
                  <a:pt x="733425" y="1123950"/>
                </a:lnTo>
                <a:lnTo>
                  <a:pt x="742950" y="1123950"/>
                </a:lnTo>
                <a:lnTo>
                  <a:pt x="742950" y="1114425"/>
                </a:lnTo>
                <a:lnTo>
                  <a:pt x="752475" y="1114425"/>
                </a:lnTo>
                <a:lnTo>
                  <a:pt x="752475" y="1104900"/>
                </a:lnTo>
                <a:lnTo>
                  <a:pt x="762000" y="1104900"/>
                </a:lnTo>
                <a:lnTo>
                  <a:pt x="762000" y="1095375"/>
                </a:lnTo>
                <a:lnTo>
                  <a:pt x="771525" y="1095375"/>
                </a:lnTo>
                <a:lnTo>
                  <a:pt x="771525" y="1085850"/>
                </a:lnTo>
                <a:lnTo>
                  <a:pt x="781050" y="1085850"/>
                </a:lnTo>
                <a:lnTo>
                  <a:pt x="781050" y="1095375"/>
                </a:lnTo>
                <a:lnTo>
                  <a:pt x="790575" y="1095375"/>
                </a:lnTo>
                <a:lnTo>
                  <a:pt x="790575" y="1104900"/>
                </a:lnTo>
                <a:lnTo>
                  <a:pt x="809625" y="1104900"/>
                </a:lnTo>
                <a:lnTo>
                  <a:pt x="809625" y="1095375"/>
                </a:lnTo>
                <a:lnTo>
                  <a:pt x="819150" y="1095375"/>
                </a:lnTo>
                <a:lnTo>
                  <a:pt x="819150" y="1085850"/>
                </a:lnTo>
                <a:lnTo>
                  <a:pt x="828675" y="1085850"/>
                </a:lnTo>
                <a:lnTo>
                  <a:pt x="828675" y="1066800"/>
                </a:lnTo>
                <a:lnTo>
                  <a:pt x="838200" y="1066800"/>
                </a:lnTo>
                <a:close/>
                <a:moveTo>
                  <a:pt x="971550" y="1162050"/>
                </a:moveTo>
                <a:lnTo>
                  <a:pt x="981075" y="1162050"/>
                </a:lnTo>
                <a:lnTo>
                  <a:pt x="981075" y="1171575"/>
                </a:lnTo>
                <a:lnTo>
                  <a:pt x="971550" y="1171575"/>
                </a:lnTo>
                <a:close/>
                <a:moveTo>
                  <a:pt x="628650" y="1171575"/>
                </a:moveTo>
                <a:lnTo>
                  <a:pt x="647700" y="1171575"/>
                </a:lnTo>
                <a:lnTo>
                  <a:pt x="647700" y="1181100"/>
                </a:lnTo>
                <a:lnTo>
                  <a:pt x="704850" y="1181100"/>
                </a:lnTo>
                <a:lnTo>
                  <a:pt x="704850" y="1200150"/>
                </a:lnTo>
                <a:lnTo>
                  <a:pt x="685800" y="1200150"/>
                </a:lnTo>
                <a:lnTo>
                  <a:pt x="685800" y="1190625"/>
                </a:lnTo>
                <a:lnTo>
                  <a:pt x="657225" y="1190625"/>
                </a:lnTo>
                <a:lnTo>
                  <a:pt x="657225" y="1200150"/>
                </a:lnTo>
                <a:lnTo>
                  <a:pt x="638175" y="1200150"/>
                </a:lnTo>
                <a:lnTo>
                  <a:pt x="638175" y="1190625"/>
                </a:lnTo>
                <a:lnTo>
                  <a:pt x="628650" y="1190625"/>
                </a:lnTo>
                <a:close/>
                <a:moveTo>
                  <a:pt x="600075" y="1247775"/>
                </a:moveTo>
                <a:lnTo>
                  <a:pt x="628650" y="1247775"/>
                </a:lnTo>
                <a:lnTo>
                  <a:pt x="628650" y="1257300"/>
                </a:lnTo>
                <a:lnTo>
                  <a:pt x="600075" y="1257300"/>
                </a:lnTo>
                <a:close/>
              </a:path>
            </a:pathLst>
          </a:custGeom>
          <a:solidFill xmlns:a="http://schemas.openxmlformats.org/drawingml/2006/main">
            <a:srgbClr val="254837"/>
          </a:solidFill>
          <a:ln xmlns:a="http://schemas.openxmlformats.org/drawingml/2006/main" w="0">
            <a:noFill/>
          </a:ln>
        </p:spPr>
      </p:sp>
      <p:sp>
        <p:nvSpPr>
          <p:cNvPr id="41" name="">
            <a:extLst xmlns:a="http://schemas.openxmlformats.org/drawingml/2006/main">
              <a:ext uri="{FF2B5EF4-FFF2-40B4-BE49-F238E27FC236}">
                <a16:creationId xmlns:a16="http://schemas.microsoft.com/office/drawing/2014/main" id="{E4EA26E9-6A56-4B27-BBB5-4D6FD89414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420225" y="1885950"/>
            <a:ext cx="2971800" cy="3609975"/>
          </a:xfrm>
          <a:prstGeom xmlns:a="http://schemas.openxmlformats.org/drawingml/2006/main" prst="roundRect">
            <a:avLst>
              <a:gd name="adj" fmla="val 7051"/>
            </a:avLst>
          </a:prstGeom>
          <a:solidFill xmlns:a="http://schemas.openxmlformats.org/drawingml/2006/main">
            <a:srgbClr val="F5F2E8"/>
          </a:solidFill>
          <a:ln xmlns:a="http://schemas.openxmlformats.org/drawingml/2006/main" w="23813">
            <a:solidFill>
              <a:srgbClr val="1D4333"/>
            </a:solidFill>
          </a:ln>
        </p:spPr>
      </p:sp>
      <p:sp>
        <p:nvSpPr>
          <p:cNvPr id="42" name="">
            <a:extLst xmlns:a="http://schemas.openxmlformats.org/drawingml/2006/main">
              <a:ext uri="{FF2B5EF4-FFF2-40B4-BE49-F238E27FC236}">
                <a16:creationId xmlns:a16="http://schemas.microsoft.com/office/drawing/2014/main" id="{18C46DA7-E042-4CB9-BF66-9AD741DEFD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420225" y="1885950"/>
            <a:ext cx="2971800" cy="619125"/>
          </a:xfrm>
          <a:prstGeom xmlns:a="http://schemas.openxmlformats.org/drawingml/2006/main" prst="roundRect">
            <a:avLst>
              <a:gd name="adj" fmla="val 33846"/>
            </a:avLst>
          </a:prstGeom>
          <a:solidFill xmlns:a="http://schemas.openxmlformats.org/drawingml/2006/main">
            <a:srgbClr val="1D4333"/>
          </a:solidFill>
          <a:ln xmlns:a="http://schemas.openxmlformats.org/drawingml/2006/main" w="0">
            <a:noFill/>
          </a:ln>
        </p:spPr>
      </p:sp>
      <p:sp>
        <p:nvSpPr>
          <p:cNvPr id="43" name="">
            <a:extLst xmlns:a="http://schemas.openxmlformats.org/drawingml/2006/main">
              <a:ext uri="{FF2B5EF4-FFF2-40B4-BE49-F238E27FC236}">
                <a16:creationId xmlns:a16="http://schemas.microsoft.com/office/drawing/2014/main" id="{125745D2-0C9C-4B13-B001-7361303504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525000" y="1990725"/>
            <a:ext cx="2762250" cy="40957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ctr">
              <a:defRPr sz="2100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defPPr>
            <a:lvl1pPr algn="ctr">
              <a:defRPr sz="2100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lvl1pPr>
            <a:lvl2pPr algn="ctr">
              <a:defRPr sz="2100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lvl2pPr>
            <a:lvl3pPr algn="ctr">
              <a:defRPr sz="2100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lvl3pPr>
            <a:lvl4pPr algn="ctr">
              <a:defRPr sz="2100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lvl4pPr>
            <a:lvl5pPr algn="ctr">
              <a:defRPr sz="2100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lvl5pPr>
            <a:lvl6pPr algn="ctr">
              <a:defRPr sz="2100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lvl6pPr>
            <a:lvl7pPr algn="ctr">
              <a:defRPr sz="2100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lvl7pPr>
            <a:lvl8pPr algn="ctr">
              <a:defRPr sz="2100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lvl8pPr>
            <a:lvl9pPr algn="ctr">
              <a:defRPr sz="2100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ctr">
              <a:lnSpc>
                <a:spcPct val="105000"/>
              </a:lnSpc>
              <a:buNone/>
              <a:defRPr sz="2100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pPr>
            <a:r>
              <a:rPr sz="2100" b="0">
                <a:solidFill>
                  <a:srgbClr val="FFFFFF"/>
                </a:solidFill>
                <a:latin typeface="Arial"/>
                <a:ea typeface="Arial"/>
                <a:cs typeface="Arial"/>
              </a:rPr>
              <a:t>Turno 2</a:t>
            </a:r>
          </a:p>
        </p:txBody>
      </p:sp>
      <p:sp>
        <p:nvSpPr>
          <p:cNvPr id="44" name="">
            <a:extLst xmlns:a="http://schemas.openxmlformats.org/drawingml/2006/main">
              <a:ext uri="{FF2B5EF4-FFF2-40B4-BE49-F238E27FC236}">
                <a16:creationId xmlns:a16="http://schemas.microsoft.com/office/drawing/2014/main" id="{E70AE649-DA2F-4AEB-BCA6-C8022DC2F9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448800" y="2343150"/>
            <a:ext cx="2914650" cy="2847975"/>
          </a:xfrm>
          <a:prstGeom xmlns:a="http://schemas.openxmlformats.org/drawingml/2006/main" prst="rect">
            <a:avLst/>
          </a:prstGeom>
          <a:solidFill xmlns:a="http://schemas.openxmlformats.org/drawingml/2006/main">
            <a:srgbClr val="F5F2E8"/>
          </a:solidFill>
          <a:ln xmlns:a="http://schemas.openxmlformats.org/drawingml/2006/main" w="0">
            <a:noFill/>
          </a:ln>
        </p:spPr>
      </p:sp>
      <p:sp>
        <p:nvSpPr>
          <p:cNvPr id="45" name="">
            <a:extLst xmlns:a="http://schemas.openxmlformats.org/drawingml/2006/main">
              <a:ext uri="{FF2B5EF4-FFF2-40B4-BE49-F238E27FC236}">
                <a16:creationId xmlns:a16="http://schemas.microsoft.com/office/drawing/2014/main" id="{1B484C34-4891-4076-8953-FAF223EB8F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086975" y="2514600"/>
            <a:ext cx="1828800" cy="2724150"/>
          </a:xfrm>
          <a:prstGeom xmlns:a="http://schemas.openxmlformats.org/drawingml/2006/main" prst="rect">
            <a:avLst/>
          </a:prstGeom>
          <a:solidFill xmlns:a="http://schemas.openxmlformats.org/drawingml/2006/main">
            <a:srgbClr val="F5F2E8"/>
          </a:solidFill>
          <a:ln xmlns:a="http://schemas.openxmlformats.org/drawingml/2006/main" w="0">
            <a:noFill/>
          </a:ln>
        </p:spPr>
      </p:sp>
      <p:sp>
        <p:nvSpPr>
          <p:cNvPr id="46" name="turno2 vector #fbfcf7">
            <a:extLst xmlns:a="http://schemas.openxmlformats.org/drawingml/2006/main">
              <a:ext uri="{FF2B5EF4-FFF2-40B4-BE49-F238E27FC236}">
                <a16:creationId xmlns:a16="http://schemas.microsoft.com/office/drawing/2014/main" id="{F9C8F648-4C6F-41FD-8EAE-37EBB3C6EE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86975" y="2514600"/>
            <a:ext cx="1828800" cy="2724150"/>
          </a:xfrm>
          <a:custGeom xmlns:a="http://schemas.openxmlformats.org/drawingml/2006/main">
            <a:pathLst>
              <a:path w="1181100" h="1762125">
                <a:moveTo>
                  <a:pt x="695325" y="47625"/>
                </a:moveTo>
                <a:lnTo>
                  <a:pt x="704850" y="47625"/>
                </a:lnTo>
                <a:lnTo>
                  <a:pt x="704850" y="57150"/>
                </a:lnTo>
                <a:lnTo>
                  <a:pt x="695325" y="57150"/>
                </a:lnTo>
                <a:close/>
                <a:moveTo>
                  <a:pt x="752475" y="47625"/>
                </a:moveTo>
                <a:lnTo>
                  <a:pt x="781050" y="47625"/>
                </a:lnTo>
                <a:lnTo>
                  <a:pt x="781050" y="76200"/>
                </a:lnTo>
                <a:lnTo>
                  <a:pt x="771525" y="76200"/>
                </a:lnTo>
                <a:lnTo>
                  <a:pt x="771525" y="85725"/>
                </a:lnTo>
                <a:lnTo>
                  <a:pt x="762000" y="85725"/>
                </a:lnTo>
                <a:lnTo>
                  <a:pt x="762000" y="76200"/>
                </a:lnTo>
                <a:lnTo>
                  <a:pt x="752475" y="76200"/>
                </a:lnTo>
                <a:close/>
                <a:moveTo>
                  <a:pt x="504825" y="85725"/>
                </a:moveTo>
                <a:lnTo>
                  <a:pt x="514350" y="85725"/>
                </a:lnTo>
                <a:lnTo>
                  <a:pt x="514350" y="95250"/>
                </a:lnTo>
                <a:lnTo>
                  <a:pt x="523875" y="95250"/>
                </a:lnTo>
                <a:lnTo>
                  <a:pt x="523875" y="104775"/>
                </a:lnTo>
                <a:lnTo>
                  <a:pt x="533400" y="104775"/>
                </a:lnTo>
                <a:lnTo>
                  <a:pt x="533400" y="123825"/>
                </a:lnTo>
                <a:lnTo>
                  <a:pt x="581025" y="123825"/>
                </a:lnTo>
                <a:lnTo>
                  <a:pt x="581025" y="114300"/>
                </a:lnTo>
                <a:lnTo>
                  <a:pt x="590550" y="114300"/>
                </a:lnTo>
                <a:lnTo>
                  <a:pt x="590550" y="104775"/>
                </a:lnTo>
                <a:lnTo>
                  <a:pt x="600075" y="104775"/>
                </a:lnTo>
                <a:lnTo>
                  <a:pt x="600075" y="114300"/>
                </a:lnTo>
                <a:lnTo>
                  <a:pt x="590550" y="114300"/>
                </a:lnTo>
                <a:lnTo>
                  <a:pt x="590550" y="142875"/>
                </a:lnTo>
                <a:lnTo>
                  <a:pt x="600075" y="142875"/>
                </a:lnTo>
                <a:lnTo>
                  <a:pt x="600075" y="161925"/>
                </a:lnTo>
                <a:lnTo>
                  <a:pt x="590550" y="161925"/>
                </a:lnTo>
                <a:lnTo>
                  <a:pt x="590550" y="152400"/>
                </a:lnTo>
                <a:lnTo>
                  <a:pt x="581025" y="152400"/>
                </a:lnTo>
                <a:lnTo>
                  <a:pt x="581025" y="142875"/>
                </a:lnTo>
                <a:lnTo>
                  <a:pt x="533400" y="142875"/>
                </a:lnTo>
                <a:lnTo>
                  <a:pt x="533400" y="133350"/>
                </a:lnTo>
                <a:lnTo>
                  <a:pt x="523875" y="133350"/>
                </a:lnTo>
                <a:lnTo>
                  <a:pt x="523875" y="123825"/>
                </a:lnTo>
                <a:lnTo>
                  <a:pt x="514350" y="123825"/>
                </a:lnTo>
                <a:lnTo>
                  <a:pt x="514350" y="114300"/>
                </a:lnTo>
                <a:lnTo>
                  <a:pt x="495300" y="114300"/>
                </a:lnTo>
                <a:lnTo>
                  <a:pt x="495300" y="104775"/>
                </a:lnTo>
                <a:lnTo>
                  <a:pt x="476250" y="104775"/>
                </a:lnTo>
                <a:lnTo>
                  <a:pt x="476250" y="95250"/>
                </a:lnTo>
                <a:lnTo>
                  <a:pt x="504825" y="95250"/>
                </a:lnTo>
                <a:close/>
                <a:moveTo>
                  <a:pt x="695325" y="152400"/>
                </a:moveTo>
                <a:lnTo>
                  <a:pt x="714375" y="152400"/>
                </a:lnTo>
                <a:lnTo>
                  <a:pt x="714375" y="180975"/>
                </a:lnTo>
                <a:lnTo>
                  <a:pt x="685800" y="180975"/>
                </a:lnTo>
                <a:lnTo>
                  <a:pt x="685800" y="161925"/>
                </a:lnTo>
                <a:lnTo>
                  <a:pt x="695325" y="161925"/>
                </a:lnTo>
                <a:close/>
                <a:moveTo>
                  <a:pt x="323850" y="180975"/>
                </a:moveTo>
                <a:lnTo>
                  <a:pt x="333375" y="180975"/>
                </a:lnTo>
                <a:lnTo>
                  <a:pt x="333375" y="190500"/>
                </a:lnTo>
                <a:lnTo>
                  <a:pt x="323850" y="190500"/>
                </a:lnTo>
                <a:close/>
                <a:moveTo>
                  <a:pt x="876300" y="180975"/>
                </a:moveTo>
                <a:lnTo>
                  <a:pt x="885825" y="180975"/>
                </a:lnTo>
                <a:lnTo>
                  <a:pt x="885825" y="190500"/>
                </a:lnTo>
                <a:lnTo>
                  <a:pt x="876300" y="190500"/>
                </a:lnTo>
                <a:close/>
                <a:moveTo>
                  <a:pt x="333375" y="190500"/>
                </a:moveTo>
                <a:lnTo>
                  <a:pt x="342900" y="190500"/>
                </a:lnTo>
                <a:lnTo>
                  <a:pt x="342900" y="200025"/>
                </a:lnTo>
                <a:lnTo>
                  <a:pt x="333375" y="200025"/>
                </a:lnTo>
                <a:close/>
                <a:moveTo>
                  <a:pt x="438150" y="200025"/>
                </a:moveTo>
                <a:lnTo>
                  <a:pt x="447675" y="200025"/>
                </a:lnTo>
                <a:lnTo>
                  <a:pt x="447675" y="209550"/>
                </a:lnTo>
                <a:lnTo>
                  <a:pt x="438150" y="209550"/>
                </a:lnTo>
                <a:close/>
                <a:moveTo>
                  <a:pt x="828675" y="209550"/>
                </a:moveTo>
                <a:lnTo>
                  <a:pt x="847725" y="209550"/>
                </a:lnTo>
                <a:lnTo>
                  <a:pt x="847725" y="219075"/>
                </a:lnTo>
                <a:lnTo>
                  <a:pt x="838200" y="219075"/>
                </a:lnTo>
                <a:lnTo>
                  <a:pt x="838200" y="228600"/>
                </a:lnTo>
                <a:lnTo>
                  <a:pt x="828675" y="228600"/>
                </a:lnTo>
                <a:close/>
                <a:moveTo>
                  <a:pt x="457200" y="219075"/>
                </a:moveTo>
                <a:lnTo>
                  <a:pt x="523875" y="219075"/>
                </a:lnTo>
                <a:lnTo>
                  <a:pt x="523875" y="228600"/>
                </a:lnTo>
                <a:lnTo>
                  <a:pt x="533400" y="228600"/>
                </a:lnTo>
                <a:lnTo>
                  <a:pt x="533400" y="238125"/>
                </a:lnTo>
                <a:lnTo>
                  <a:pt x="542925" y="238125"/>
                </a:lnTo>
                <a:lnTo>
                  <a:pt x="542925" y="247650"/>
                </a:lnTo>
                <a:lnTo>
                  <a:pt x="552450" y="247650"/>
                </a:lnTo>
                <a:lnTo>
                  <a:pt x="552450" y="257175"/>
                </a:lnTo>
                <a:lnTo>
                  <a:pt x="561975" y="257175"/>
                </a:lnTo>
                <a:lnTo>
                  <a:pt x="561975" y="266700"/>
                </a:lnTo>
                <a:lnTo>
                  <a:pt x="571500" y="266700"/>
                </a:lnTo>
                <a:lnTo>
                  <a:pt x="571500" y="285750"/>
                </a:lnTo>
                <a:lnTo>
                  <a:pt x="581025" y="285750"/>
                </a:lnTo>
                <a:lnTo>
                  <a:pt x="581025" y="304800"/>
                </a:lnTo>
                <a:lnTo>
                  <a:pt x="590550" y="304800"/>
                </a:lnTo>
                <a:lnTo>
                  <a:pt x="590550" y="314325"/>
                </a:lnTo>
                <a:lnTo>
                  <a:pt x="619125" y="314325"/>
                </a:lnTo>
                <a:lnTo>
                  <a:pt x="619125" y="323850"/>
                </a:lnTo>
                <a:lnTo>
                  <a:pt x="628650" y="323850"/>
                </a:lnTo>
                <a:lnTo>
                  <a:pt x="628650" y="333375"/>
                </a:lnTo>
                <a:lnTo>
                  <a:pt x="571500" y="333375"/>
                </a:lnTo>
                <a:lnTo>
                  <a:pt x="571500" y="323850"/>
                </a:lnTo>
                <a:lnTo>
                  <a:pt x="533400" y="323850"/>
                </a:lnTo>
                <a:lnTo>
                  <a:pt x="533400" y="257175"/>
                </a:lnTo>
                <a:lnTo>
                  <a:pt x="523875" y="257175"/>
                </a:lnTo>
                <a:lnTo>
                  <a:pt x="523875" y="247650"/>
                </a:lnTo>
                <a:lnTo>
                  <a:pt x="514350" y="247650"/>
                </a:lnTo>
                <a:lnTo>
                  <a:pt x="514350" y="238125"/>
                </a:lnTo>
                <a:lnTo>
                  <a:pt x="466725" y="238125"/>
                </a:lnTo>
                <a:lnTo>
                  <a:pt x="466725" y="228600"/>
                </a:lnTo>
                <a:lnTo>
                  <a:pt x="457200" y="228600"/>
                </a:lnTo>
                <a:close/>
                <a:moveTo>
                  <a:pt x="428625" y="238125"/>
                </a:moveTo>
                <a:lnTo>
                  <a:pt x="438150" y="238125"/>
                </a:lnTo>
                <a:lnTo>
                  <a:pt x="438150" y="247650"/>
                </a:lnTo>
                <a:lnTo>
                  <a:pt x="428625" y="247650"/>
                </a:lnTo>
                <a:close/>
                <a:moveTo>
                  <a:pt x="1000125" y="266700"/>
                </a:moveTo>
                <a:lnTo>
                  <a:pt x="1009650" y="266700"/>
                </a:lnTo>
                <a:lnTo>
                  <a:pt x="1009650" y="276225"/>
                </a:lnTo>
                <a:lnTo>
                  <a:pt x="1047750" y="276225"/>
                </a:lnTo>
                <a:lnTo>
                  <a:pt x="1047750" y="266700"/>
                </a:lnTo>
                <a:lnTo>
                  <a:pt x="1057275" y="266700"/>
                </a:lnTo>
                <a:lnTo>
                  <a:pt x="1057275" y="276225"/>
                </a:lnTo>
                <a:lnTo>
                  <a:pt x="1047750" y="276225"/>
                </a:lnTo>
                <a:lnTo>
                  <a:pt x="1047750" y="285750"/>
                </a:lnTo>
                <a:lnTo>
                  <a:pt x="1038225" y="285750"/>
                </a:lnTo>
                <a:lnTo>
                  <a:pt x="1038225" y="314325"/>
                </a:lnTo>
                <a:lnTo>
                  <a:pt x="1047750" y="314325"/>
                </a:lnTo>
                <a:lnTo>
                  <a:pt x="1047750" y="333375"/>
                </a:lnTo>
                <a:lnTo>
                  <a:pt x="1038225" y="333375"/>
                </a:lnTo>
                <a:lnTo>
                  <a:pt x="1038225" y="342900"/>
                </a:lnTo>
                <a:lnTo>
                  <a:pt x="1028700" y="342900"/>
                </a:lnTo>
                <a:lnTo>
                  <a:pt x="1028700" y="352425"/>
                </a:lnTo>
                <a:lnTo>
                  <a:pt x="1019175" y="352425"/>
                </a:lnTo>
                <a:lnTo>
                  <a:pt x="1019175" y="361950"/>
                </a:lnTo>
                <a:lnTo>
                  <a:pt x="1009650" y="361950"/>
                </a:lnTo>
                <a:lnTo>
                  <a:pt x="1009650" y="381000"/>
                </a:lnTo>
                <a:lnTo>
                  <a:pt x="990600" y="381000"/>
                </a:lnTo>
                <a:lnTo>
                  <a:pt x="990600" y="371475"/>
                </a:lnTo>
                <a:lnTo>
                  <a:pt x="981075" y="371475"/>
                </a:lnTo>
                <a:lnTo>
                  <a:pt x="981075" y="361950"/>
                </a:lnTo>
                <a:lnTo>
                  <a:pt x="990600" y="361950"/>
                </a:lnTo>
                <a:lnTo>
                  <a:pt x="990600" y="342900"/>
                </a:lnTo>
                <a:lnTo>
                  <a:pt x="1000125" y="342900"/>
                </a:lnTo>
                <a:lnTo>
                  <a:pt x="1000125" y="333375"/>
                </a:lnTo>
                <a:lnTo>
                  <a:pt x="952500" y="333375"/>
                </a:lnTo>
                <a:lnTo>
                  <a:pt x="952500" y="314325"/>
                </a:lnTo>
                <a:lnTo>
                  <a:pt x="971550" y="314325"/>
                </a:lnTo>
                <a:lnTo>
                  <a:pt x="971550" y="304800"/>
                </a:lnTo>
                <a:lnTo>
                  <a:pt x="981075" y="304800"/>
                </a:lnTo>
                <a:lnTo>
                  <a:pt x="981075" y="285750"/>
                </a:lnTo>
                <a:lnTo>
                  <a:pt x="990600" y="285750"/>
                </a:lnTo>
                <a:lnTo>
                  <a:pt x="990600" y="276225"/>
                </a:lnTo>
                <a:lnTo>
                  <a:pt x="1000125" y="276225"/>
                </a:lnTo>
                <a:close/>
                <a:moveTo>
                  <a:pt x="466725" y="276225"/>
                </a:moveTo>
                <a:lnTo>
                  <a:pt x="476250" y="276225"/>
                </a:lnTo>
                <a:lnTo>
                  <a:pt x="476250" y="285750"/>
                </a:lnTo>
                <a:lnTo>
                  <a:pt x="485775" y="285750"/>
                </a:lnTo>
                <a:lnTo>
                  <a:pt x="485775" y="304800"/>
                </a:lnTo>
                <a:lnTo>
                  <a:pt x="476250" y="304800"/>
                </a:lnTo>
                <a:lnTo>
                  <a:pt x="476250" y="314325"/>
                </a:lnTo>
                <a:lnTo>
                  <a:pt x="466725" y="314325"/>
                </a:lnTo>
                <a:lnTo>
                  <a:pt x="466725" y="304800"/>
                </a:lnTo>
                <a:lnTo>
                  <a:pt x="457200" y="304800"/>
                </a:lnTo>
                <a:lnTo>
                  <a:pt x="457200" y="285750"/>
                </a:lnTo>
                <a:lnTo>
                  <a:pt x="466725" y="285750"/>
                </a:lnTo>
                <a:close/>
                <a:moveTo>
                  <a:pt x="638175" y="304800"/>
                </a:moveTo>
                <a:lnTo>
                  <a:pt x="647700" y="304800"/>
                </a:lnTo>
                <a:lnTo>
                  <a:pt x="647700" y="314325"/>
                </a:lnTo>
                <a:lnTo>
                  <a:pt x="638175" y="314325"/>
                </a:lnTo>
                <a:close/>
                <a:moveTo>
                  <a:pt x="304800" y="333375"/>
                </a:moveTo>
                <a:lnTo>
                  <a:pt x="361950" y="333375"/>
                </a:lnTo>
                <a:lnTo>
                  <a:pt x="361950" y="352425"/>
                </a:lnTo>
                <a:lnTo>
                  <a:pt x="342900" y="352425"/>
                </a:lnTo>
                <a:lnTo>
                  <a:pt x="342900" y="361950"/>
                </a:lnTo>
                <a:lnTo>
                  <a:pt x="285750" y="361950"/>
                </a:lnTo>
                <a:lnTo>
                  <a:pt x="285750" y="371475"/>
                </a:lnTo>
                <a:lnTo>
                  <a:pt x="295275" y="371475"/>
                </a:lnTo>
                <a:lnTo>
                  <a:pt x="295275" y="390525"/>
                </a:lnTo>
                <a:lnTo>
                  <a:pt x="285750" y="390525"/>
                </a:lnTo>
                <a:lnTo>
                  <a:pt x="285750" y="381000"/>
                </a:lnTo>
                <a:lnTo>
                  <a:pt x="276225" y="381000"/>
                </a:lnTo>
                <a:lnTo>
                  <a:pt x="276225" y="352425"/>
                </a:lnTo>
                <a:lnTo>
                  <a:pt x="295275" y="352425"/>
                </a:lnTo>
                <a:lnTo>
                  <a:pt x="295275" y="342900"/>
                </a:lnTo>
                <a:lnTo>
                  <a:pt x="304800" y="342900"/>
                </a:lnTo>
                <a:close/>
                <a:moveTo>
                  <a:pt x="1057275" y="371475"/>
                </a:moveTo>
                <a:lnTo>
                  <a:pt x="1076325" y="371475"/>
                </a:lnTo>
                <a:lnTo>
                  <a:pt x="1076325" y="381000"/>
                </a:lnTo>
                <a:lnTo>
                  <a:pt x="1066800" y="381000"/>
                </a:lnTo>
                <a:lnTo>
                  <a:pt x="1066800" y="390525"/>
                </a:lnTo>
                <a:lnTo>
                  <a:pt x="1047750" y="390525"/>
                </a:lnTo>
                <a:lnTo>
                  <a:pt x="1047750" y="381000"/>
                </a:lnTo>
                <a:lnTo>
                  <a:pt x="1057275" y="381000"/>
                </a:lnTo>
                <a:close/>
                <a:moveTo>
                  <a:pt x="333375" y="381000"/>
                </a:moveTo>
                <a:lnTo>
                  <a:pt x="371475" y="381000"/>
                </a:lnTo>
                <a:lnTo>
                  <a:pt x="371475" y="390525"/>
                </a:lnTo>
                <a:lnTo>
                  <a:pt x="361950" y="390525"/>
                </a:lnTo>
                <a:lnTo>
                  <a:pt x="361950" y="400050"/>
                </a:lnTo>
                <a:lnTo>
                  <a:pt x="342900" y="400050"/>
                </a:lnTo>
                <a:lnTo>
                  <a:pt x="342900" y="409575"/>
                </a:lnTo>
                <a:lnTo>
                  <a:pt x="333375" y="409575"/>
                </a:lnTo>
                <a:lnTo>
                  <a:pt x="333375" y="400050"/>
                </a:lnTo>
                <a:lnTo>
                  <a:pt x="323850" y="400050"/>
                </a:lnTo>
                <a:lnTo>
                  <a:pt x="323850" y="390525"/>
                </a:lnTo>
                <a:lnTo>
                  <a:pt x="333375" y="390525"/>
                </a:lnTo>
                <a:close/>
                <a:moveTo>
                  <a:pt x="638175" y="400050"/>
                </a:moveTo>
                <a:lnTo>
                  <a:pt x="657225" y="400050"/>
                </a:lnTo>
                <a:lnTo>
                  <a:pt x="657225" y="419100"/>
                </a:lnTo>
                <a:lnTo>
                  <a:pt x="638175" y="419100"/>
                </a:lnTo>
                <a:close/>
                <a:moveTo>
                  <a:pt x="504825" y="409575"/>
                </a:moveTo>
                <a:lnTo>
                  <a:pt x="523875" y="409575"/>
                </a:lnTo>
                <a:lnTo>
                  <a:pt x="523875" y="419100"/>
                </a:lnTo>
                <a:lnTo>
                  <a:pt x="533400" y="419100"/>
                </a:lnTo>
                <a:lnTo>
                  <a:pt x="533400" y="428625"/>
                </a:lnTo>
                <a:lnTo>
                  <a:pt x="542925" y="428625"/>
                </a:lnTo>
                <a:lnTo>
                  <a:pt x="542925" y="466725"/>
                </a:lnTo>
                <a:lnTo>
                  <a:pt x="533400" y="466725"/>
                </a:lnTo>
                <a:lnTo>
                  <a:pt x="533400" y="476250"/>
                </a:lnTo>
                <a:lnTo>
                  <a:pt x="523875" y="476250"/>
                </a:lnTo>
                <a:lnTo>
                  <a:pt x="523875" y="485775"/>
                </a:lnTo>
                <a:lnTo>
                  <a:pt x="514350" y="485775"/>
                </a:lnTo>
                <a:lnTo>
                  <a:pt x="514350" y="495300"/>
                </a:lnTo>
                <a:lnTo>
                  <a:pt x="504825" y="495300"/>
                </a:lnTo>
                <a:lnTo>
                  <a:pt x="504825" y="485775"/>
                </a:lnTo>
                <a:lnTo>
                  <a:pt x="495300" y="485775"/>
                </a:lnTo>
                <a:lnTo>
                  <a:pt x="495300" y="476250"/>
                </a:lnTo>
                <a:lnTo>
                  <a:pt x="485775" y="476250"/>
                </a:lnTo>
                <a:lnTo>
                  <a:pt x="485775" y="438150"/>
                </a:lnTo>
                <a:lnTo>
                  <a:pt x="447675" y="438150"/>
                </a:lnTo>
                <a:lnTo>
                  <a:pt x="447675" y="447675"/>
                </a:lnTo>
                <a:lnTo>
                  <a:pt x="438150" y="447675"/>
                </a:lnTo>
                <a:lnTo>
                  <a:pt x="438150" y="457200"/>
                </a:lnTo>
                <a:lnTo>
                  <a:pt x="428625" y="457200"/>
                </a:lnTo>
                <a:lnTo>
                  <a:pt x="428625" y="419100"/>
                </a:lnTo>
                <a:lnTo>
                  <a:pt x="504825" y="419100"/>
                </a:lnTo>
                <a:close/>
                <a:moveTo>
                  <a:pt x="361950" y="447675"/>
                </a:moveTo>
                <a:lnTo>
                  <a:pt x="381000" y="447675"/>
                </a:lnTo>
                <a:lnTo>
                  <a:pt x="381000" y="457200"/>
                </a:lnTo>
                <a:lnTo>
                  <a:pt x="361950" y="457200"/>
                </a:lnTo>
                <a:close/>
                <a:moveTo>
                  <a:pt x="504825" y="457200"/>
                </a:moveTo>
                <a:lnTo>
                  <a:pt x="523875" y="457200"/>
                </a:lnTo>
                <a:lnTo>
                  <a:pt x="523875" y="447675"/>
                </a:lnTo>
                <a:lnTo>
                  <a:pt x="504825" y="447675"/>
                </a:lnTo>
                <a:close/>
                <a:moveTo>
                  <a:pt x="847725" y="504825"/>
                </a:moveTo>
                <a:lnTo>
                  <a:pt x="876300" y="504825"/>
                </a:lnTo>
                <a:lnTo>
                  <a:pt x="876300" y="514350"/>
                </a:lnTo>
                <a:lnTo>
                  <a:pt x="885825" y="514350"/>
                </a:lnTo>
                <a:lnTo>
                  <a:pt x="885825" y="542925"/>
                </a:lnTo>
                <a:lnTo>
                  <a:pt x="866775" y="542925"/>
                </a:lnTo>
                <a:lnTo>
                  <a:pt x="866775" y="552450"/>
                </a:lnTo>
                <a:lnTo>
                  <a:pt x="857250" y="552450"/>
                </a:lnTo>
                <a:lnTo>
                  <a:pt x="857250" y="542925"/>
                </a:lnTo>
                <a:lnTo>
                  <a:pt x="847725" y="542925"/>
                </a:lnTo>
                <a:close/>
                <a:moveTo>
                  <a:pt x="895350" y="514350"/>
                </a:moveTo>
                <a:lnTo>
                  <a:pt x="904875" y="514350"/>
                </a:lnTo>
                <a:lnTo>
                  <a:pt x="904875" y="523875"/>
                </a:lnTo>
                <a:lnTo>
                  <a:pt x="914400" y="523875"/>
                </a:lnTo>
                <a:lnTo>
                  <a:pt x="914400" y="533400"/>
                </a:lnTo>
                <a:lnTo>
                  <a:pt x="904875" y="533400"/>
                </a:lnTo>
                <a:lnTo>
                  <a:pt x="904875" y="542925"/>
                </a:lnTo>
                <a:lnTo>
                  <a:pt x="895350" y="542925"/>
                </a:lnTo>
                <a:close/>
                <a:moveTo>
                  <a:pt x="942975" y="561975"/>
                </a:moveTo>
                <a:lnTo>
                  <a:pt x="971550" y="561975"/>
                </a:lnTo>
                <a:lnTo>
                  <a:pt x="971550" y="571500"/>
                </a:lnTo>
                <a:lnTo>
                  <a:pt x="962025" y="571500"/>
                </a:lnTo>
                <a:lnTo>
                  <a:pt x="962025" y="581025"/>
                </a:lnTo>
                <a:lnTo>
                  <a:pt x="942975" y="581025"/>
                </a:lnTo>
                <a:close/>
                <a:moveTo>
                  <a:pt x="476250" y="571500"/>
                </a:moveTo>
                <a:lnTo>
                  <a:pt x="485775" y="571500"/>
                </a:lnTo>
                <a:lnTo>
                  <a:pt x="485775" y="581025"/>
                </a:lnTo>
                <a:lnTo>
                  <a:pt x="495300" y="581025"/>
                </a:lnTo>
                <a:lnTo>
                  <a:pt x="495300" y="609600"/>
                </a:lnTo>
                <a:lnTo>
                  <a:pt x="485775" y="609600"/>
                </a:lnTo>
                <a:lnTo>
                  <a:pt x="485775" y="657225"/>
                </a:lnTo>
                <a:lnTo>
                  <a:pt x="476250" y="657225"/>
                </a:lnTo>
                <a:lnTo>
                  <a:pt x="476250" y="666750"/>
                </a:lnTo>
                <a:lnTo>
                  <a:pt x="466725" y="666750"/>
                </a:lnTo>
                <a:lnTo>
                  <a:pt x="466725" y="647700"/>
                </a:lnTo>
                <a:lnTo>
                  <a:pt x="447675" y="647700"/>
                </a:lnTo>
                <a:lnTo>
                  <a:pt x="447675" y="638175"/>
                </a:lnTo>
                <a:lnTo>
                  <a:pt x="457200" y="638175"/>
                </a:lnTo>
                <a:lnTo>
                  <a:pt x="457200" y="628650"/>
                </a:lnTo>
                <a:lnTo>
                  <a:pt x="447675" y="628650"/>
                </a:lnTo>
                <a:lnTo>
                  <a:pt x="447675" y="600075"/>
                </a:lnTo>
                <a:lnTo>
                  <a:pt x="457200" y="600075"/>
                </a:lnTo>
                <a:lnTo>
                  <a:pt x="457200" y="590550"/>
                </a:lnTo>
                <a:lnTo>
                  <a:pt x="466725" y="590550"/>
                </a:lnTo>
                <a:lnTo>
                  <a:pt x="466725" y="581025"/>
                </a:lnTo>
                <a:lnTo>
                  <a:pt x="476250" y="581025"/>
                </a:lnTo>
                <a:close/>
                <a:moveTo>
                  <a:pt x="723900" y="581025"/>
                </a:moveTo>
                <a:lnTo>
                  <a:pt x="771525" y="581025"/>
                </a:lnTo>
                <a:lnTo>
                  <a:pt x="771525" y="590550"/>
                </a:lnTo>
                <a:lnTo>
                  <a:pt x="781050" y="590550"/>
                </a:lnTo>
                <a:lnTo>
                  <a:pt x="781050" y="609600"/>
                </a:lnTo>
                <a:lnTo>
                  <a:pt x="762000" y="609600"/>
                </a:lnTo>
                <a:lnTo>
                  <a:pt x="762000" y="600075"/>
                </a:lnTo>
                <a:lnTo>
                  <a:pt x="733425" y="600075"/>
                </a:lnTo>
                <a:lnTo>
                  <a:pt x="733425" y="590550"/>
                </a:lnTo>
                <a:lnTo>
                  <a:pt x="723900" y="590550"/>
                </a:lnTo>
                <a:close/>
                <a:moveTo>
                  <a:pt x="285750" y="609600"/>
                </a:moveTo>
                <a:lnTo>
                  <a:pt x="295275" y="609600"/>
                </a:lnTo>
                <a:lnTo>
                  <a:pt x="295275" y="638175"/>
                </a:lnTo>
                <a:lnTo>
                  <a:pt x="285750" y="638175"/>
                </a:lnTo>
                <a:close/>
                <a:moveTo>
                  <a:pt x="600075" y="619125"/>
                </a:moveTo>
                <a:lnTo>
                  <a:pt x="609600" y="619125"/>
                </a:lnTo>
                <a:lnTo>
                  <a:pt x="609600" y="657225"/>
                </a:lnTo>
                <a:lnTo>
                  <a:pt x="600075" y="657225"/>
                </a:lnTo>
                <a:close/>
                <a:moveTo>
                  <a:pt x="295275" y="638175"/>
                </a:moveTo>
                <a:lnTo>
                  <a:pt x="304800" y="638175"/>
                </a:lnTo>
                <a:lnTo>
                  <a:pt x="304800" y="647700"/>
                </a:lnTo>
                <a:lnTo>
                  <a:pt x="295275" y="647700"/>
                </a:lnTo>
                <a:close/>
                <a:moveTo>
                  <a:pt x="619125" y="638175"/>
                </a:moveTo>
                <a:lnTo>
                  <a:pt x="638175" y="638175"/>
                </a:lnTo>
                <a:lnTo>
                  <a:pt x="638175" y="647700"/>
                </a:lnTo>
                <a:lnTo>
                  <a:pt x="628650" y="647700"/>
                </a:lnTo>
                <a:lnTo>
                  <a:pt x="628650" y="657225"/>
                </a:lnTo>
                <a:lnTo>
                  <a:pt x="619125" y="657225"/>
                </a:lnTo>
                <a:close/>
                <a:moveTo>
                  <a:pt x="295275" y="657225"/>
                </a:moveTo>
                <a:lnTo>
                  <a:pt x="304800" y="657225"/>
                </a:lnTo>
                <a:lnTo>
                  <a:pt x="304800" y="666750"/>
                </a:lnTo>
                <a:lnTo>
                  <a:pt x="295275" y="666750"/>
                </a:lnTo>
                <a:close/>
                <a:moveTo>
                  <a:pt x="523875" y="657225"/>
                </a:moveTo>
                <a:lnTo>
                  <a:pt x="533400" y="657225"/>
                </a:lnTo>
                <a:lnTo>
                  <a:pt x="533400" y="666750"/>
                </a:lnTo>
                <a:lnTo>
                  <a:pt x="523875" y="666750"/>
                </a:lnTo>
                <a:close/>
                <a:moveTo>
                  <a:pt x="561975" y="657225"/>
                </a:moveTo>
                <a:lnTo>
                  <a:pt x="590550" y="657225"/>
                </a:lnTo>
                <a:lnTo>
                  <a:pt x="590550" y="704850"/>
                </a:lnTo>
                <a:lnTo>
                  <a:pt x="561975" y="704850"/>
                </a:lnTo>
                <a:close/>
                <a:moveTo>
                  <a:pt x="742950" y="695325"/>
                </a:moveTo>
                <a:lnTo>
                  <a:pt x="752475" y="695325"/>
                </a:lnTo>
                <a:lnTo>
                  <a:pt x="752475" y="704850"/>
                </a:lnTo>
                <a:lnTo>
                  <a:pt x="742950" y="704850"/>
                </a:lnTo>
                <a:close/>
                <a:moveTo>
                  <a:pt x="0" y="723900"/>
                </a:moveTo>
                <a:lnTo>
                  <a:pt x="19050" y="723900"/>
                </a:lnTo>
                <a:lnTo>
                  <a:pt x="19050" y="733425"/>
                </a:lnTo>
                <a:lnTo>
                  <a:pt x="0" y="733425"/>
                </a:lnTo>
                <a:close/>
                <a:moveTo>
                  <a:pt x="19050" y="733425"/>
                </a:moveTo>
                <a:lnTo>
                  <a:pt x="28575" y="733425"/>
                </a:lnTo>
                <a:lnTo>
                  <a:pt x="28575" y="742950"/>
                </a:lnTo>
                <a:lnTo>
                  <a:pt x="38100" y="742950"/>
                </a:lnTo>
                <a:lnTo>
                  <a:pt x="38100" y="752475"/>
                </a:lnTo>
                <a:lnTo>
                  <a:pt x="47625" y="752475"/>
                </a:lnTo>
                <a:lnTo>
                  <a:pt x="47625" y="771525"/>
                </a:lnTo>
                <a:lnTo>
                  <a:pt x="38100" y="771525"/>
                </a:lnTo>
                <a:lnTo>
                  <a:pt x="38100" y="762000"/>
                </a:lnTo>
                <a:lnTo>
                  <a:pt x="19050" y="762000"/>
                </a:lnTo>
                <a:close/>
                <a:moveTo>
                  <a:pt x="142875" y="733425"/>
                </a:moveTo>
                <a:lnTo>
                  <a:pt x="161925" y="733425"/>
                </a:lnTo>
                <a:lnTo>
                  <a:pt x="161925" y="742950"/>
                </a:lnTo>
                <a:lnTo>
                  <a:pt x="171450" y="742950"/>
                </a:lnTo>
                <a:lnTo>
                  <a:pt x="171450" y="771525"/>
                </a:lnTo>
                <a:lnTo>
                  <a:pt x="161925" y="771525"/>
                </a:lnTo>
                <a:lnTo>
                  <a:pt x="161925" y="800100"/>
                </a:lnTo>
                <a:lnTo>
                  <a:pt x="152400" y="800100"/>
                </a:lnTo>
                <a:lnTo>
                  <a:pt x="152400" y="819150"/>
                </a:lnTo>
                <a:lnTo>
                  <a:pt x="123825" y="819150"/>
                </a:lnTo>
                <a:lnTo>
                  <a:pt x="123825" y="809625"/>
                </a:lnTo>
                <a:lnTo>
                  <a:pt x="133350" y="809625"/>
                </a:lnTo>
                <a:lnTo>
                  <a:pt x="133350" y="800100"/>
                </a:lnTo>
                <a:lnTo>
                  <a:pt x="142875" y="800100"/>
                </a:lnTo>
                <a:close/>
                <a:moveTo>
                  <a:pt x="704850" y="742950"/>
                </a:moveTo>
                <a:lnTo>
                  <a:pt x="733425" y="742950"/>
                </a:lnTo>
                <a:lnTo>
                  <a:pt x="733425" y="771525"/>
                </a:lnTo>
                <a:lnTo>
                  <a:pt x="723900" y="771525"/>
                </a:lnTo>
                <a:lnTo>
                  <a:pt x="723900" y="781050"/>
                </a:lnTo>
                <a:lnTo>
                  <a:pt x="714375" y="781050"/>
                </a:lnTo>
                <a:lnTo>
                  <a:pt x="714375" y="790575"/>
                </a:lnTo>
                <a:lnTo>
                  <a:pt x="704850" y="790575"/>
                </a:lnTo>
                <a:lnTo>
                  <a:pt x="704850" y="771525"/>
                </a:lnTo>
                <a:lnTo>
                  <a:pt x="714375" y="771525"/>
                </a:lnTo>
                <a:lnTo>
                  <a:pt x="714375" y="752475"/>
                </a:lnTo>
                <a:lnTo>
                  <a:pt x="704850" y="752475"/>
                </a:lnTo>
                <a:close/>
                <a:moveTo>
                  <a:pt x="762000" y="762000"/>
                </a:moveTo>
                <a:lnTo>
                  <a:pt x="781050" y="762000"/>
                </a:lnTo>
                <a:lnTo>
                  <a:pt x="781050" y="781050"/>
                </a:lnTo>
                <a:lnTo>
                  <a:pt x="800100" y="781050"/>
                </a:lnTo>
                <a:lnTo>
                  <a:pt x="800100" y="809625"/>
                </a:lnTo>
                <a:lnTo>
                  <a:pt x="771525" y="809625"/>
                </a:lnTo>
                <a:lnTo>
                  <a:pt x="771525" y="838200"/>
                </a:lnTo>
                <a:lnTo>
                  <a:pt x="762000" y="838200"/>
                </a:lnTo>
                <a:lnTo>
                  <a:pt x="762000" y="828675"/>
                </a:lnTo>
                <a:lnTo>
                  <a:pt x="742950" y="828675"/>
                </a:lnTo>
                <a:lnTo>
                  <a:pt x="742950" y="838200"/>
                </a:lnTo>
                <a:lnTo>
                  <a:pt x="714375" y="838200"/>
                </a:lnTo>
                <a:lnTo>
                  <a:pt x="714375" y="819150"/>
                </a:lnTo>
                <a:lnTo>
                  <a:pt x="723900" y="819150"/>
                </a:lnTo>
                <a:lnTo>
                  <a:pt x="723900" y="809625"/>
                </a:lnTo>
                <a:lnTo>
                  <a:pt x="733425" y="809625"/>
                </a:lnTo>
                <a:lnTo>
                  <a:pt x="733425" y="800100"/>
                </a:lnTo>
                <a:lnTo>
                  <a:pt x="742950" y="800100"/>
                </a:lnTo>
                <a:lnTo>
                  <a:pt x="742950" y="790575"/>
                </a:lnTo>
                <a:lnTo>
                  <a:pt x="752475" y="790575"/>
                </a:lnTo>
                <a:lnTo>
                  <a:pt x="752475" y="771525"/>
                </a:lnTo>
                <a:lnTo>
                  <a:pt x="762000" y="771525"/>
                </a:lnTo>
                <a:close/>
                <a:moveTo>
                  <a:pt x="266700" y="771525"/>
                </a:moveTo>
                <a:lnTo>
                  <a:pt x="285750" y="771525"/>
                </a:lnTo>
                <a:lnTo>
                  <a:pt x="285750" y="781050"/>
                </a:lnTo>
                <a:lnTo>
                  <a:pt x="276225" y="781050"/>
                </a:lnTo>
                <a:lnTo>
                  <a:pt x="276225" y="790575"/>
                </a:lnTo>
                <a:lnTo>
                  <a:pt x="266700" y="790575"/>
                </a:lnTo>
                <a:close/>
                <a:moveTo>
                  <a:pt x="390525" y="771525"/>
                </a:moveTo>
                <a:lnTo>
                  <a:pt x="400050" y="771525"/>
                </a:lnTo>
                <a:lnTo>
                  <a:pt x="400050" y="790575"/>
                </a:lnTo>
                <a:lnTo>
                  <a:pt x="390525" y="790575"/>
                </a:lnTo>
                <a:close/>
                <a:moveTo>
                  <a:pt x="200025" y="781050"/>
                </a:moveTo>
                <a:lnTo>
                  <a:pt x="257175" y="781050"/>
                </a:lnTo>
                <a:lnTo>
                  <a:pt x="257175" y="790575"/>
                </a:lnTo>
                <a:lnTo>
                  <a:pt x="238125" y="790575"/>
                </a:lnTo>
                <a:lnTo>
                  <a:pt x="238125" y="800100"/>
                </a:lnTo>
                <a:lnTo>
                  <a:pt x="228600" y="800100"/>
                </a:lnTo>
                <a:lnTo>
                  <a:pt x="228600" y="809625"/>
                </a:lnTo>
                <a:lnTo>
                  <a:pt x="209550" y="809625"/>
                </a:lnTo>
                <a:lnTo>
                  <a:pt x="209550" y="819150"/>
                </a:lnTo>
                <a:lnTo>
                  <a:pt x="200025" y="819150"/>
                </a:lnTo>
                <a:close/>
                <a:moveTo>
                  <a:pt x="85725" y="790575"/>
                </a:moveTo>
                <a:lnTo>
                  <a:pt x="95250" y="790575"/>
                </a:lnTo>
                <a:lnTo>
                  <a:pt x="95250" y="809625"/>
                </a:lnTo>
                <a:lnTo>
                  <a:pt x="85725" y="809625"/>
                </a:lnTo>
                <a:close/>
                <a:moveTo>
                  <a:pt x="171450" y="819150"/>
                </a:moveTo>
                <a:lnTo>
                  <a:pt x="180975" y="819150"/>
                </a:lnTo>
                <a:lnTo>
                  <a:pt x="180975" y="828675"/>
                </a:lnTo>
                <a:lnTo>
                  <a:pt x="190500" y="828675"/>
                </a:lnTo>
                <a:lnTo>
                  <a:pt x="190500" y="838200"/>
                </a:lnTo>
                <a:lnTo>
                  <a:pt x="180975" y="838200"/>
                </a:lnTo>
                <a:lnTo>
                  <a:pt x="180975" y="857250"/>
                </a:lnTo>
                <a:lnTo>
                  <a:pt x="161925" y="857250"/>
                </a:lnTo>
                <a:lnTo>
                  <a:pt x="161925" y="847725"/>
                </a:lnTo>
                <a:lnTo>
                  <a:pt x="152400" y="847725"/>
                </a:lnTo>
                <a:lnTo>
                  <a:pt x="152400" y="828675"/>
                </a:lnTo>
                <a:lnTo>
                  <a:pt x="171450" y="828675"/>
                </a:lnTo>
                <a:close/>
                <a:moveTo>
                  <a:pt x="381000" y="847725"/>
                </a:moveTo>
                <a:lnTo>
                  <a:pt x="419100" y="847725"/>
                </a:lnTo>
                <a:lnTo>
                  <a:pt x="419100" y="857250"/>
                </a:lnTo>
                <a:lnTo>
                  <a:pt x="428625" y="857250"/>
                </a:lnTo>
                <a:lnTo>
                  <a:pt x="428625" y="866775"/>
                </a:lnTo>
                <a:lnTo>
                  <a:pt x="438150" y="866775"/>
                </a:lnTo>
                <a:lnTo>
                  <a:pt x="438150" y="885825"/>
                </a:lnTo>
                <a:lnTo>
                  <a:pt x="428625" y="885825"/>
                </a:lnTo>
                <a:lnTo>
                  <a:pt x="428625" y="876300"/>
                </a:lnTo>
                <a:lnTo>
                  <a:pt x="419100" y="876300"/>
                </a:lnTo>
                <a:lnTo>
                  <a:pt x="419100" y="866775"/>
                </a:lnTo>
                <a:lnTo>
                  <a:pt x="381000" y="866775"/>
                </a:lnTo>
                <a:close/>
                <a:moveTo>
                  <a:pt x="666750" y="847725"/>
                </a:moveTo>
                <a:lnTo>
                  <a:pt x="676275" y="847725"/>
                </a:lnTo>
                <a:lnTo>
                  <a:pt x="676275" y="857250"/>
                </a:lnTo>
                <a:lnTo>
                  <a:pt x="666750" y="857250"/>
                </a:lnTo>
                <a:close/>
                <a:moveTo>
                  <a:pt x="523875" y="876300"/>
                </a:moveTo>
                <a:lnTo>
                  <a:pt x="542925" y="876300"/>
                </a:lnTo>
                <a:lnTo>
                  <a:pt x="542925" y="904875"/>
                </a:lnTo>
                <a:lnTo>
                  <a:pt x="533400" y="904875"/>
                </a:lnTo>
                <a:lnTo>
                  <a:pt x="533400" y="895350"/>
                </a:lnTo>
                <a:lnTo>
                  <a:pt x="523875" y="895350"/>
                </a:lnTo>
                <a:close/>
                <a:moveTo>
                  <a:pt x="619125" y="885825"/>
                </a:moveTo>
                <a:lnTo>
                  <a:pt x="628650" y="885825"/>
                </a:lnTo>
                <a:lnTo>
                  <a:pt x="628650" y="904875"/>
                </a:lnTo>
                <a:lnTo>
                  <a:pt x="619125" y="904875"/>
                </a:lnTo>
                <a:close/>
                <a:moveTo>
                  <a:pt x="323850" y="914400"/>
                </a:moveTo>
                <a:lnTo>
                  <a:pt x="333375" y="914400"/>
                </a:lnTo>
                <a:lnTo>
                  <a:pt x="333375" y="923925"/>
                </a:lnTo>
                <a:lnTo>
                  <a:pt x="323850" y="923925"/>
                </a:lnTo>
                <a:close/>
                <a:moveTo>
                  <a:pt x="733425" y="971550"/>
                </a:moveTo>
                <a:lnTo>
                  <a:pt x="742950" y="971550"/>
                </a:lnTo>
                <a:lnTo>
                  <a:pt x="742950" y="981075"/>
                </a:lnTo>
                <a:lnTo>
                  <a:pt x="762000" y="981075"/>
                </a:lnTo>
                <a:lnTo>
                  <a:pt x="762000" y="990600"/>
                </a:lnTo>
                <a:lnTo>
                  <a:pt x="771525" y="990600"/>
                </a:lnTo>
                <a:lnTo>
                  <a:pt x="771525" y="1028700"/>
                </a:lnTo>
                <a:lnTo>
                  <a:pt x="752475" y="1028700"/>
                </a:lnTo>
                <a:lnTo>
                  <a:pt x="752475" y="1019175"/>
                </a:lnTo>
                <a:lnTo>
                  <a:pt x="742950" y="1019175"/>
                </a:lnTo>
                <a:lnTo>
                  <a:pt x="742950" y="1028700"/>
                </a:lnTo>
                <a:lnTo>
                  <a:pt x="723900" y="1028700"/>
                </a:lnTo>
                <a:lnTo>
                  <a:pt x="723900" y="981075"/>
                </a:lnTo>
                <a:lnTo>
                  <a:pt x="733425" y="981075"/>
                </a:lnTo>
                <a:close/>
                <a:moveTo>
                  <a:pt x="628650" y="990600"/>
                </a:moveTo>
                <a:lnTo>
                  <a:pt x="638175" y="990600"/>
                </a:lnTo>
                <a:lnTo>
                  <a:pt x="638175" y="1000125"/>
                </a:lnTo>
                <a:lnTo>
                  <a:pt x="628650" y="1000125"/>
                </a:lnTo>
                <a:close/>
                <a:moveTo>
                  <a:pt x="523875" y="1028700"/>
                </a:moveTo>
                <a:lnTo>
                  <a:pt x="533400" y="1028700"/>
                </a:lnTo>
                <a:lnTo>
                  <a:pt x="533400" y="1038225"/>
                </a:lnTo>
                <a:lnTo>
                  <a:pt x="523875" y="1038225"/>
                </a:lnTo>
                <a:close/>
                <a:moveTo>
                  <a:pt x="514350" y="1047750"/>
                </a:moveTo>
                <a:lnTo>
                  <a:pt x="523875" y="1047750"/>
                </a:lnTo>
                <a:lnTo>
                  <a:pt x="523875" y="1066800"/>
                </a:lnTo>
                <a:lnTo>
                  <a:pt x="504825" y="1066800"/>
                </a:lnTo>
                <a:lnTo>
                  <a:pt x="504825" y="1057275"/>
                </a:lnTo>
                <a:lnTo>
                  <a:pt x="514350" y="1057275"/>
                </a:lnTo>
                <a:close/>
                <a:moveTo>
                  <a:pt x="295275" y="1085850"/>
                </a:moveTo>
                <a:lnTo>
                  <a:pt x="323850" y="1085850"/>
                </a:lnTo>
                <a:lnTo>
                  <a:pt x="323850" y="1104900"/>
                </a:lnTo>
                <a:lnTo>
                  <a:pt x="314325" y="1104900"/>
                </a:lnTo>
                <a:lnTo>
                  <a:pt x="314325" y="1162050"/>
                </a:lnTo>
                <a:lnTo>
                  <a:pt x="304800" y="1162050"/>
                </a:lnTo>
                <a:lnTo>
                  <a:pt x="304800" y="1171575"/>
                </a:lnTo>
                <a:lnTo>
                  <a:pt x="295275" y="1171575"/>
                </a:lnTo>
                <a:lnTo>
                  <a:pt x="295275" y="1152525"/>
                </a:lnTo>
                <a:lnTo>
                  <a:pt x="304800" y="1152525"/>
                </a:lnTo>
                <a:lnTo>
                  <a:pt x="304800" y="1123950"/>
                </a:lnTo>
                <a:lnTo>
                  <a:pt x="295275" y="1123950"/>
                </a:lnTo>
                <a:close/>
                <a:moveTo>
                  <a:pt x="381000" y="1143000"/>
                </a:moveTo>
                <a:lnTo>
                  <a:pt x="390525" y="1143000"/>
                </a:lnTo>
                <a:lnTo>
                  <a:pt x="390525" y="1152525"/>
                </a:lnTo>
                <a:lnTo>
                  <a:pt x="381000" y="1152525"/>
                </a:lnTo>
                <a:close/>
                <a:moveTo>
                  <a:pt x="47625" y="1285875"/>
                </a:moveTo>
                <a:lnTo>
                  <a:pt x="57150" y="1285875"/>
                </a:lnTo>
                <a:lnTo>
                  <a:pt x="57150" y="1295400"/>
                </a:lnTo>
                <a:lnTo>
                  <a:pt x="47625" y="1295400"/>
                </a:lnTo>
                <a:close/>
                <a:moveTo>
                  <a:pt x="247650" y="1304925"/>
                </a:moveTo>
                <a:lnTo>
                  <a:pt x="266700" y="1304925"/>
                </a:lnTo>
                <a:lnTo>
                  <a:pt x="266700" y="1314450"/>
                </a:lnTo>
                <a:lnTo>
                  <a:pt x="247650" y="1314450"/>
                </a:lnTo>
                <a:close/>
                <a:moveTo>
                  <a:pt x="295275" y="1333500"/>
                </a:moveTo>
                <a:lnTo>
                  <a:pt x="314325" y="1333500"/>
                </a:lnTo>
                <a:lnTo>
                  <a:pt x="314325" y="1343025"/>
                </a:lnTo>
                <a:lnTo>
                  <a:pt x="323850" y="1343025"/>
                </a:lnTo>
                <a:lnTo>
                  <a:pt x="323850" y="1352550"/>
                </a:lnTo>
                <a:lnTo>
                  <a:pt x="304800" y="1352550"/>
                </a:lnTo>
                <a:lnTo>
                  <a:pt x="304800" y="1343025"/>
                </a:lnTo>
                <a:lnTo>
                  <a:pt x="295275" y="1343025"/>
                </a:lnTo>
                <a:close/>
                <a:moveTo>
                  <a:pt x="609600" y="1428750"/>
                </a:moveTo>
                <a:lnTo>
                  <a:pt x="619125" y="1428750"/>
                </a:lnTo>
                <a:lnTo>
                  <a:pt x="619125" y="1438275"/>
                </a:lnTo>
                <a:lnTo>
                  <a:pt x="609600" y="1438275"/>
                </a:lnTo>
                <a:close/>
                <a:moveTo>
                  <a:pt x="428625" y="1438275"/>
                </a:moveTo>
                <a:lnTo>
                  <a:pt x="447675" y="1438275"/>
                </a:lnTo>
                <a:lnTo>
                  <a:pt x="447675" y="1447800"/>
                </a:lnTo>
                <a:lnTo>
                  <a:pt x="466725" y="1447800"/>
                </a:lnTo>
                <a:lnTo>
                  <a:pt x="466725" y="1466850"/>
                </a:lnTo>
                <a:lnTo>
                  <a:pt x="447675" y="1466850"/>
                </a:lnTo>
                <a:lnTo>
                  <a:pt x="447675" y="1457325"/>
                </a:lnTo>
                <a:lnTo>
                  <a:pt x="438150" y="1457325"/>
                </a:lnTo>
                <a:lnTo>
                  <a:pt x="438150" y="1447800"/>
                </a:lnTo>
                <a:lnTo>
                  <a:pt x="428625" y="1447800"/>
                </a:lnTo>
                <a:close/>
                <a:moveTo>
                  <a:pt x="381000" y="1447800"/>
                </a:moveTo>
                <a:lnTo>
                  <a:pt x="400050" y="1447800"/>
                </a:lnTo>
                <a:lnTo>
                  <a:pt x="400050" y="1476375"/>
                </a:lnTo>
                <a:lnTo>
                  <a:pt x="381000" y="1476375"/>
                </a:lnTo>
                <a:close/>
                <a:moveTo>
                  <a:pt x="733425" y="1466850"/>
                </a:moveTo>
                <a:lnTo>
                  <a:pt x="742950" y="1466850"/>
                </a:lnTo>
                <a:lnTo>
                  <a:pt x="742950" y="1476375"/>
                </a:lnTo>
                <a:lnTo>
                  <a:pt x="733425" y="1476375"/>
                </a:lnTo>
                <a:close/>
                <a:moveTo>
                  <a:pt x="657225" y="1514475"/>
                </a:moveTo>
                <a:lnTo>
                  <a:pt x="666750" y="1514475"/>
                </a:lnTo>
                <a:lnTo>
                  <a:pt x="666750" y="1524000"/>
                </a:lnTo>
                <a:lnTo>
                  <a:pt x="657225" y="1524000"/>
                </a:lnTo>
                <a:close/>
                <a:moveTo>
                  <a:pt x="342900" y="1533525"/>
                </a:moveTo>
                <a:lnTo>
                  <a:pt x="352425" y="1533525"/>
                </a:lnTo>
                <a:lnTo>
                  <a:pt x="352425" y="1543050"/>
                </a:lnTo>
                <a:lnTo>
                  <a:pt x="342900" y="1543050"/>
                </a:lnTo>
                <a:close/>
                <a:moveTo>
                  <a:pt x="714375" y="1619250"/>
                </a:moveTo>
                <a:lnTo>
                  <a:pt x="723900" y="1619250"/>
                </a:lnTo>
                <a:lnTo>
                  <a:pt x="723900" y="1628775"/>
                </a:lnTo>
                <a:lnTo>
                  <a:pt x="714375" y="1628775"/>
                </a:lnTo>
                <a:close/>
                <a:moveTo>
                  <a:pt x="666750" y="1704975"/>
                </a:moveTo>
                <a:lnTo>
                  <a:pt x="685800" y="1704975"/>
                </a:lnTo>
                <a:lnTo>
                  <a:pt x="685800" y="1724025"/>
                </a:lnTo>
                <a:lnTo>
                  <a:pt x="666750" y="1724025"/>
                </a:lnTo>
                <a:close/>
                <a:moveTo>
                  <a:pt x="247650" y="1752600"/>
                </a:moveTo>
                <a:lnTo>
                  <a:pt x="476250" y="1752600"/>
                </a:lnTo>
                <a:lnTo>
                  <a:pt x="476250" y="1762125"/>
                </a:lnTo>
                <a:lnTo>
                  <a:pt x="247650" y="1762125"/>
                </a:lnTo>
                <a:close/>
                <a:moveTo>
                  <a:pt x="504825" y="1752600"/>
                </a:moveTo>
                <a:lnTo>
                  <a:pt x="657225" y="1752600"/>
                </a:lnTo>
                <a:lnTo>
                  <a:pt x="657225" y="1762125"/>
                </a:lnTo>
                <a:lnTo>
                  <a:pt x="504825" y="1762125"/>
                </a:lnTo>
                <a:close/>
              </a:path>
            </a:pathLst>
          </a:custGeom>
          <a:solidFill xmlns:a="http://schemas.openxmlformats.org/drawingml/2006/main">
            <a:srgbClr val="FBFCF7"/>
          </a:solidFill>
          <a:ln xmlns:a="http://schemas.openxmlformats.org/drawingml/2006/main" w="0">
            <a:noFill/>
          </a:ln>
        </p:spPr>
      </p:sp>
      <p:sp>
        <p:nvSpPr>
          <p:cNvPr id="47" name="turno2 vector #fafaf6">
            <a:extLst xmlns:a="http://schemas.openxmlformats.org/drawingml/2006/main">
              <a:ext uri="{FF2B5EF4-FFF2-40B4-BE49-F238E27FC236}">
                <a16:creationId xmlns:a16="http://schemas.microsoft.com/office/drawing/2014/main" id="{4DF5155E-A0DC-4736-B555-13227D1DE7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86975" y="2514600"/>
            <a:ext cx="1828800" cy="2724150"/>
          </a:xfrm>
          <a:custGeom xmlns:a="http://schemas.openxmlformats.org/drawingml/2006/main">
            <a:pathLst>
              <a:path w="1181100" h="1762125">
                <a:moveTo>
                  <a:pt x="838200" y="9525"/>
                </a:moveTo>
                <a:lnTo>
                  <a:pt x="857250" y="9525"/>
                </a:lnTo>
                <a:lnTo>
                  <a:pt x="857250" y="28575"/>
                </a:lnTo>
                <a:lnTo>
                  <a:pt x="866775" y="28575"/>
                </a:lnTo>
                <a:lnTo>
                  <a:pt x="866775" y="38100"/>
                </a:lnTo>
                <a:lnTo>
                  <a:pt x="857250" y="38100"/>
                </a:lnTo>
                <a:lnTo>
                  <a:pt x="857250" y="47625"/>
                </a:lnTo>
                <a:lnTo>
                  <a:pt x="838200" y="47625"/>
                </a:lnTo>
                <a:lnTo>
                  <a:pt x="838200" y="28575"/>
                </a:lnTo>
                <a:lnTo>
                  <a:pt x="847725" y="28575"/>
                </a:lnTo>
                <a:lnTo>
                  <a:pt x="847725" y="19050"/>
                </a:lnTo>
                <a:lnTo>
                  <a:pt x="838200" y="19050"/>
                </a:lnTo>
                <a:close/>
                <a:moveTo>
                  <a:pt x="323850" y="19050"/>
                </a:moveTo>
                <a:lnTo>
                  <a:pt x="342900" y="19050"/>
                </a:lnTo>
                <a:lnTo>
                  <a:pt x="342900" y="28575"/>
                </a:lnTo>
                <a:lnTo>
                  <a:pt x="323850" y="28575"/>
                </a:lnTo>
                <a:close/>
                <a:moveTo>
                  <a:pt x="942975" y="19050"/>
                </a:moveTo>
                <a:lnTo>
                  <a:pt x="962025" y="19050"/>
                </a:lnTo>
                <a:lnTo>
                  <a:pt x="962025" y="28575"/>
                </a:lnTo>
                <a:lnTo>
                  <a:pt x="942975" y="28575"/>
                </a:lnTo>
                <a:close/>
                <a:moveTo>
                  <a:pt x="1038225" y="19050"/>
                </a:moveTo>
                <a:lnTo>
                  <a:pt x="1057275" y="19050"/>
                </a:lnTo>
                <a:lnTo>
                  <a:pt x="1057275" y="28575"/>
                </a:lnTo>
                <a:lnTo>
                  <a:pt x="1066800" y="28575"/>
                </a:lnTo>
                <a:lnTo>
                  <a:pt x="1066800" y="38100"/>
                </a:lnTo>
                <a:lnTo>
                  <a:pt x="1057275" y="38100"/>
                </a:lnTo>
                <a:lnTo>
                  <a:pt x="1057275" y="47625"/>
                </a:lnTo>
                <a:lnTo>
                  <a:pt x="1047750" y="47625"/>
                </a:lnTo>
                <a:lnTo>
                  <a:pt x="1047750" y="38100"/>
                </a:lnTo>
                <a:lnTo>
                  <a:pt x="1038225" y="38100"/>
                </a:lnTo>
                <a:close/>
                <a:moveTo>
                  <a:pt x="1104900" y="19050"/>
                </a:moveTo>
                <a:lnTo>
                  <a:pt x="1114425" y="19050"/>
                </a:lnTo>
                <a:lnTo>
                  <a:pt x="1114425" y="38100"/>
                </a:lnTo>
                <a:lnTo>
                  <a:pt x="1104900" y="38100"/>
                </a:lnTo>
                <a:close/>
                <a:moveTo>
                  <a:pt x="704850" y="28575"/>
                </a:moveTo>
                <a:lnTo>
                  <a:pt x="733425" y="28575"/>
                </a:lnTo>
                <a:lnTo>
                  <a:pt x="733425" y="38100"/>
                </a:lnTo>
                <a:lnTo>
                  <a:pt x="723900" y="38100"/>
                </a:lnTo>
                <a:lnTo>
                  <a:pt x="723900" y="47625"/>
                </a:lnTo>
                <a:lnTo>
                  <a:pt x="733425" y="47625"/>
                </a:lnTo>
                <a:lnTo>
                  <a:pt x="733425" y="38100"/>
                </a:lnTo>
                <a:lnTo>
                  <a:pt x="742950" y="38100"/>
                </a:lnTo>
                <a:lnTo>
                  <a:pt x="742950" y="47625"/>
                </a:lnTo>
                <a:lnTo>
                  <a:pt x="733425" y="47625"/>
                </a:lnTo>
                <a:lnTo>
                  <a:pt x="733425" y="57150"/>
                </a:lnTo>
                <a:lnTo>
                  <a:pt x="723900" y="57150"/>
                </a:lnTo>
                <a:lnTo>
                  <a:pt x="723900" y="66675"/>
                </a:lnTo>
                <a:lnTo>
                  <a:pt x="704850" y="66675"/>
                </a:lnTo>
                <a:lnTo>
                  <a:pt x="704850" y="47625"/>
                </a:lnTo>
                <a:lnTo>
                  <a:pt x="685800" y="47625"/>
                </a:lnTo>
                <a:lnTo>
                  <a:pt x="685800" y="38100"/>
                </a:lnTo>
                <a:lnTo>
                  <a:pt x="704850" y="38100"/>
                </a:lnTo>
                <a:close/>
                <a:moveTo>
                  <a:pt x="752475" y="38100"/>
                </a:moveTo>
                <a:lnTo>
                  <a:pt x="790575" y="38100"/>
                </a:lnTo>
                <a:lnTo>
                  <a:pt x="790575" y="57150"/>
                </a:lnTo>
                <a:lnTo>
                  <a:pt x="781050" y="57150"/>
                </a:lnTo>
                <a:lnTo>
                  <a:pt x="781050" y="47625"/>
                </a:lnTo>
                <a:lnTo>
                  <a:pt x="752475" y="47625"/>
                </a:lnTo>
                <a:close/>
                <a:moveTo>
                  <a:pt x="180975" y="47625"/>
                </a:moveTo>
                <a:lnTo>
                  <a:pt x="200025" y="47625"/>
                </a:lnTo>
                <a:lnTo>
                  <a:pt x="200025" y="57150"/>
                </a:lnTo>
                <a:lnTo>
                  <a:pt x="180975" y="57150"/>
                </a:lnTo>
                <a:close/>
                <a:moveTo>
                  <a:pt x="742950" y="47625"/>
                </a:moveTo>
                <a:lnTo>
                  <a:pt x="752475" y="47625"/>
                </a:lnTo>
                <a:lnTo>
                  <a:pt x="752475" y="76200"/>
                </a:lnTo>
                <a:lnTo>
                  <a:pt x="742950" y="76200"/>
                </a:lnTo>
                <a:close/>
                <a:moveTo>
                  <a:pt x="1019175" y="57150"/>
                </a:moveTo>
                <a:lnTo>
                  <a:pt x="1028700" y="57150"/>
                </a:lnTo>
                <a:lnTo>
                  <a:pt x="1028700" y="76200"/>
                </a:lnTo>
                <a:lnTo>
                  <a:pt x="1009650" y="76200"/>
                </a:lnTo>
                <a:lnTo>
                  <a:pt x="1009650" y="66675"/>
                </a:lnTo>
                <a:lnTo>
                  <a:pt x="1019175" y="66675"/>
                </a:lnTo>
                <a:close/>
                <a:moveTo>
                  <a:pt x="257175" y="66675"/>
                </a:moveTo>
                <a:lnTo>
                  <a:pt x="266700" y="66675"/>
                </a:lnTo>
                <a:lnTo>
                  <a:pt x="266700" y="76200"/>
                </a:lnTo>
                <a:lnTo>
                  <a:pt x="257175" y="76200"/>
                </a:lnTo>
                <a:close/>
                <a:moveTo>
                  <a:pt x="485775" y="76200"/>
                </a:moveTo>
                <a:lnTo>
                  <a:pt x="495300" y="76200"/>
                </a:lnTo>
                <a:lnTo>
                  <a:pt x="495300" y="85725"/>
                </a:lnTo>
                <a:lnTo>
                  <a:pt x="485775" y="85725"/>
                </a:lnTo>
                <a:close/>
                <a:moveTo>
                  <a:pt x="1000125" y="76200"/>
                </a:moveTo>
                <a:lnTo>
                  <a:pt x="1009650" y="76200"/>
                </a:lnTo>
                <a:lnTo>
                  <a:pt x="1009650" y="85725"/>
                </a:lnTo>
                <a:lnTo>
                  <a:pt x="1000125" y="85725"/>
                </a:lnTo>
                <a:close/>
                <a:moveTo>
                  <a:pt x="476250" y="85725"/>
                </a:moveTo>
                <a:lnTo>
                  <a:pt x="485775" y="85725"/>
                </a:lnTo>
                <a:lnTo>
                  <a:pt x="485775" y="95250"/>
                </a:lnTo>
                <a:lnTo>
                  <a:pt x="476250" y="95250"/>
                </a:lnTo>
                <a:close/>
                <a:moveTo>
                  <a:pt x="495300" y="85725"/>
                </a:moveTo>
                <a:lnTo>
                  <a:pt x="504825" y="85725"/>
                </a:lnTo>
                <a:lnTo>
                  <a:pt x="504825" y="95250"/>
                </a:lnTo>
                <a:lnTo>
                  <a:pt x="495300" y="95250"/>
                </a:lnTo>
                <a:close/>
                <a:moveTo>
                  <a:pt x="85725" y="95250"/>
                </a:moveTo>
                <a:lnTo>
                  <a:pt x="95250" y="95250"/>
                </a:lnTo>
                <a:lnTo>
                  <a:pt x="95250" y="104775"/>
                </a:lnTo>
                <a:lnTo>
                  <a:pt x="85725" y="104775"/>
                </a:lnTo>
                <a:close/>
                <a:moveTo>
                  <a:pt x="466725" y="95250"/>
                </a:moveTo>
                <a:lnTo>
                  <a:pt x="476250" y="95250"/>
                </a:lnTo>
                <a:lnTo>
                  <a:pt x="476250" y="104775"/>
                </a:lnTo>
                <a:lnTo>
                  <a:pt x="466725" y="104775"/>
                </a:lnTo>
                <a:close/>
                <a:moveTo>
                  <a:pt x="476250" y="104775"/>
                </a:moveTo>
                <a:lnTo>
                  <a:pt x="495300" y="104775"/>
                </a:lnTo>
                <a:lnTo>
                  <a:pt x="495300" y="114300"/>
                </a:lnTo>
                <a:lnTo>
                  <a:pt x="476250" y="114300"/>
                </a:lnTo>
                <a:close/>
                <a:moveTo>
                  <a:pt x="600075" y="104775"/>
                </a:moveTo>
                <a:lnTo>
                  <a:pt x="609600" y="104775"/>
                </a:lnTo>
                <a:lnTo>
                  <a:pt x="609600" y="114300"/>
                </a:lnTo>
                <a:lnTo>
                  <a:pt x="628650" y="114300"/>
                </a:lnTo>
                <a:lnTo>
                  <a:pt x="628650" y="133350"/>
                </a:lnTo>
                <a:lnTo>
                  <a:pt x="619125" y="133350"/>
                </a:lnTo>
                <a:lnTo>
                  <a:pt x="619125" y="142875"/>
                </a:lnTo>
                <a:lnTo>
                  <a:pt x="609600" y="142875"/>
                </a:lnTo>
                <a:lnTo>
                  <a:pt x="609600" y="152400"/>
                </a:lnTo>
                <a:lnTo>
                  <a:pt x="600075" y="152400"/>
                </a:lnTo>
                <a:lnTo>
                  <a:pt x="600075" y="142875"/>
                </a:lnTo>
                <a:lnTo>
                  <a:pt x="590550" y="142875"/>
                </a:lnTo>
                <a:lnTo>
                  <a:pt x="590550" y="114300"/>
                </a:lnTo>
                <a:lnTo>
                  <a:pt x="600075" y="114300"/>
                </a:lnTo>
                <a:close/>
                <a:moveTo>
                  <a:pt x="76200" y="114300"/>
                </a:moveTo>
                <a:lnTo>
                  <a:pt x="85725" y="114300"/>
                </a:lnTo>
                <a:lnTo>
                  <a:pt x="85725" y="123825"/>
                </a:lnTo>
                <a:lnTo>
                  <a:pt x="76200" y="123825"/>
                </a:lnTo>
                <a:close/>
                <a:moveTo>
                  <a:pt x="504825" y="114300"/>
                </a:moveTo>
                <a:lnTo>
                  <a:pt x="514350" y="114300"/>
                </a:lnTo>
                <a:lnTo>
                  <a:pt x="514350" y="123825"/>
                </a:lnTo>
                <a:lnTo>
                  <a:pt x="504825" y="123825"/>
                </a:lnTo>
                <a:close/>
                <a:moveTo>
                  <a:pt x="533400" y="114300"/>
                </a:moveTo>
                <a:lnTo>
                  <a:pt x="542925" y="114300"/>
                </a:lnTo>
                <a:lnTo>
                  <a:pt x="542925" y="123825"/>
                </a:lnTo>
                <a:lnTo>
                  <a:pt x="533400" y="123825"/>
                </a:lnTo>
                <a:close/>
                <a:moveTo>
                  <a:pt x="57150" y="123825"/>
                </a:moveTo>
                <a:lnTo>
                  <a:pt x="76200" y="123825"/>
                </a:lnTo>
                <a:lnTo>
                  <a:pt x="76200" y="133350"/>
                </a:lnTo>
                <a:lnTo>
                  <a:pt x="57150" y="133350"/>
                </a:lnTo>
                <a:close/>
                <a:moveTo>
                  <a:pt x="514350" y="123825"/>
                </a:moveTo>
                <a:lnTo>
                  <a:pt x="523875" y="123825"/>
                </a:lnTo>
                <a:lnTo>
                  <a:pt x="523875" y="133350"/>
                </a:lnTo>
                <a:lnTo>
                  <a:pt x="514350" y="133350"/>
                </a:lnTo>
                <a:close/>
                <a:moveTo>
                  <a:pt x="523875" y="133350"/>
                </a:moveTo>
                <a:lnTo>
                  <a:pt x="533400" y="133350"/>
                </a:lnTo>
                <a:lnTo>
                  <a:pt x="533400" y="142875"/>
                </a:lnTo>
                <a:lnTo>
                  <a:pt x="523875" y="142875"/>
                </a:lnTo>
                <a:close/>
                <a:moveTo>
                  <a:pt x="542925" y="142875"/>
                </a:moveTo>
                <a:lnTo>
                  <a:pt x="581025" y="142875"/>
                </a:lnTo>
                <a:lnTo>
                  <a:pt x="581025" y="152400"/>
                </a:lnTo>
                <a:lnTo>
                  <a:pt x="590550" y="152400"/>
                </a:lnTo>
                <a:lnTo>
                  <a:pt x="590550" y="161925"/>
                </a:lnTo>
                <a:lnTo>
                  <a:pt x="571500" y="161925"/>
                </a:lnTo>
                <a:lnTo>
                  <a:pt x="571500" y="152400"/>
                </a:lnTo>
                <a:lnTo>
                  <a:pt x="542925" y="152400"/>
                </a:lnTo>
                <a:close/>
                <a:moveTo>
                  <a:pt x="333375" y="152400"/>
                </a:moveTo>
                <a:lnTo>
                  <a:pt x="342900" y="152400"/>
                </a:lnTo>
                <a:lnTo>
                  <a:pt x="342900" y="161925"/>
                </a:lnTo>
                <a:lnTo>
                  <a:pt x="361950" y="161925"/>
                </a:lnTo>
                <a:lnTo>
                  <a:pt x="361950" y="200025"/>
                </a:lnTo>
                <a:lnTo>
                  <a:pt x="371475" y="200025"/>
                </a:lnTo>
                <a:lnTo>
                  <a:pt x="371475" y="209550"/>
                </a:lnTo>
                <a:lnTo>
                  <a:pt x="381000" y="209550"/>
                </a:lnTo>
                <a:lnTo>
                  <a:pt x="381000" y="219075"/>
                </a:lnTo>
                <a:lnTo>
                  <a:pt x="371475" y="219075"/>
                </a:lnTo>
                <a:lnTo>
                  <a:pt x="371475" y="228600"/>
                </a:lnTo>
                <a:lnTo>
                  <a:pt x="352425" y="228600"/>
                </a:lnTo>
                <a:lnTo>
                  <a:pt x="352425" y="209550"/>
                </a:lnTo>
                <a:lnTo>
                  <a:pt x="342900" y="209550"/>
                </a:lnTo>
                <a:lnTo>
                  <a:pt x="342900" y="190500"/>
                </a:lnTo>
                <a:lnTo>
                  <a:pt x="333375" y="190500"/>
                </a:lnTo>
                <a:lnTo>
                  <a:pt x="333375" y="180975"/>
                </a:lnTo>
                <a:lnTo>
                  <a:pt x="314325" y="180975"/>
                </a:lnTo>
                <a:lnTo>
                  <a:pt x="314325" y="171450"/>
                </a:lnTo>
                <a:lnTo>
                  <a:pt x="323850" y="171450"/>
                </a:lnTo>
                <a:lnTo>
                  <a:pt x="323850" y="161925"/>
                </a:lnTo>
                <a:lnTo>
                  <a:pt x="333375" y="161925"/>
                </a:lnTo>
                <a:close/>
                <a:moveTo>
                  <a:pt x="714375" y="152400"/>
                </a:moveTo>
                <a:lnTo>
                  <a:pt x="723900" y="152400"/>
                </a:lnTo>
                <a:lnTo>
                  <a:pt x="723900" y="171450"/>
                </a:lnTo>
                <a:lnTo>
                  <a:pt x="714375" y="171450"/>
                </a:lnTo>
                <a:close/>
                <a:moveTo>
                  <a:pt x="104775" y="161925"/>
                </a:moveTo>
                <a:lnTo>
                  <a:pt x="114300" y="161925"/>
                </a:lnTo>
                <a:lnTo>
                  <a:pt x="114300" y="171450"/>
                </a:lnTo>
                <a:lnTo>
                  <a:pt x="104775" y="171450"/>
                </a:lnTo>
                <a:close/>
                <a:moveTo>
                  <a:pt x="276225" y="171450"/>
                </a:moveTo>
                <a:lnTo>
                  <a:pt x="295275" y="171450"/>
                </a:lnTo>
                <a:lnTo>
                  <a:pt x="295275" y="180975"/>
                </a:lnTo>
                <a:lnTo>
                  <a:pt x="285750" y="180975"/>
                </a:lnTo>
                <a:lnTo>
                  <a:pt x="285750" y="190500"/>
                </a:lnTo>
                <a:lnTo>
                  <a:pt x="276225" y="190500"/>
                </a:lnTo>
                <a:close/>
                <a:moveTo>
                  <a:pt x="676275" y="171450"/>
                </a:moveTo>
                <a:lnTo>
                  <a:pt x="685800" y="171450"/>
                </a:lnTo>
                <a:lnTo>
                  <a:pt x="685800" y="180975"/>
                </a:lnTo>
                <a:lnTo>
                  <a:pt x="723900" y="180975"/>
                </a:lnTo>
                <a:lnTo>
                  <a:pt x="723900" y="190500"/>
                </a:lnTo>
                <a:lnTo>
                  <a:pt x="742950" y="190500"/>
                </a:lnTo>
                <a:lnTo>
                  <a:pt x="742950" y="219075"/>
                </a:lnTo>
                <a:lnTo>
                  <a:pt x="752475" y="219075"/>
                </a:lnTo>
                <a:lnTo>
                  <a:pt x="752475" y="238125"/>
                </a:lnTo>
                <a:lnTo>
                  <a:pt x="733425" y="238125"/>
                </a:lnTo>
                <a:lnTo>
                  <a:pt x="733425" y="228600"/>
                </a:lnTo>
                <a:lnTo>
                  <a:pt x="723900" y="228600"/>
                </a:lnTo>
                <a:lnTo>
                  <a:pt x="723900" y="247650"/>
                </a:lnTo>
                <a:lnTo>
                  <a:pt x="704850" y="247650"/>
                </a:lnTo>
                <a:lnTo>
                  <a:pt x="704850" y="219075"/>
                </a:lnTo>
                <a:lnTo>
                  <a:pt x="714375" y="219075"/>
                </a:lnTo>
                <a:lnTo>
                  <a:pt x="714375" y="209550"/>
                </a:lnTo>
                <a:lnTo>
                  <a:pt x="704850" y="209550"/>
                </a:lnTo>
                <a:lnTo>
                  <a:pt x="704850" y="200025"/>
                </a:lnTo>
                <a:lnTo>
                  <a:pt x="676275" y="200025"/>
                </a:lnTo>
                <a:lnTo>
                  <a:pt x="676275" y="190500"/>
                </a:lnTo>
                <a:lnTo>
                  <a:pt x="666750" y="190500"/>
                </a:lnTo>
                <a:lnTo>
                  <a:pt x="666750" y="180975"/>
                </a:lnTo>
                <a:lnTo>
                  <a:pt x="676275" y="180975"/>
                </a:lnTo>
                <a:close/>
                <a:moveTo>
                  <a:pt x="876300" y="171450"/>
                </a:moveTo>
                <a:lnTo>
                  <a:pt x="923925" y="171450"/>
                </a:lnTo>
                <a:lnTo>
                  <a:pt x="923925" y="180975"/>
                </a:lnTo>
                <a:lnTo>
                  <a:pt x="904875" y="180975"/>
                </a:lnTo>
                <a:lnTo>
                  <a:pt x="904875" y="190500"/>
                </a:lnTo>
                <a:lnTo>
                  <a:pt x="885825" y="190500"/>
                </a:lnTo>
                <a:lnTo>
                  <a:pt x="885825" y="180975"/>
                </a:lnTo>
                <a:lnTo>
                  <a:pt x="876300" y="180975"/>
                </a:lnTo>
                <a:close/>
                <a:moveTo>
                  <a:pt x="1095375" y="171450"/>
                </a:moveTo>
                <a:lnTo>
                  <a:pt x="1104900" y="171450"/>
                </a:lnTo>
                <a:lnTo>
                  <a:pt x="1104900" y="180975"/>
                </a:lnTo>
                <a:lnTo>
                  <a:pt x="1095375" y="180975"/>
                </a:lnTo>
                <a:close/>
                <a:moveTo>
                  <a:pt x="857250" y="180975"/>
                </a:moveTo>
                <a:lnTo>
                  <a:pt x="876300" y="180975"/>
                </a:lnTo>
                <a:lnTo>
                  <a:pt x="876300" y="190500"/>
                </a:lnTo>
                <a:lnTo>
                  <a:pt x="866775" y="190500"/>
                </a:lnTo>
                <a:lnTo>
                  <a:pt x="866775" y="200025"/>
                </a:lnTo>
                <a:lnTo>
                  <a:pt x="857250" y="200025"/>
                </a:lnTo>
                <a:lnTo>
                  <a:pt x="857250" y="209550"/>
                </a:lnTo>
                <a:lnTo>
                  <a:pt x="838200" y="209550"/>
                </a:lnTo>
                <a:lnTo>
                  <a:pt x="838200" y="190500"/>
                </a:lnTo>
                <a:lnTo>
                  <a:pt x="857250" y="190500"/>
                </a:lnTo>
                <a:close/>
                <a:moveTo>
                  <a:pt x="409575" y="190500"/>
                </a:moveTo>
                <a:lnTo>
                  <a:pt x="428625" y="190500"/>
                </a:lnTo>
                <a:lnTo>
                  <a:pt x="428625" y="200025"/>
                </a:lnTo>
                <a:lnTo>
                  <a:pt x="419100" y="200025"/>
                </a:lnTo>
                <a:lnTo>
                  <a:pt x="419100" y="219075"/>
                </a:lnTo>
                <a:lnTo>
                  <a:pt x="428625" y="219075"/>
                </a:lnTo>
                <a:lnTo>
                  <a:pt x="428625" y="200025"/>
                </a:lnTo>
                <a:lnTo>
                  <a:pt x="438150" y="200025"/>
                </a:lnTo>
                <a:lnTo>
                  <a:pt x="438150" y="209550"/>
                </a:lnTo>
                <a:lnTo>
                  <a:pt x="447675" y="209550"/>
                </a:lnTo>
                <a:lnTo>
                  <a:pt x="447675" y="190500"/>
                </a:lnTo>
                <a:lnTo>
                  <a:pt x="457200" y="190500"/>
                </a:lnTo>
                <a:lnTo>
                  <a:pt x="457200" y="200025"/>
                </a:lnTo>
                <a:lnTo>
                  <a:pt x="466725" y="200025"/>
                </a:lnTo>
                <a:lnTo>
                  <a:pt x="466725" y="209550"/>
                </a:lnTo>
                <a:lnTo>
                  <a:pt x="514350" y="209550"/>
                </a:lnTo>
                <a:lnTo>
                  <a:pt x="514350" y="219075"/>
                </a:lnTo>
                <a:lnTo>
                  <a:pt x="457200" y="219075"/>
                </a:lnTo>
                <a:lnTo>
                  <a:pt x="457200" y="228600"/>
                </a:lnTo>
                <a:lnTo>
                  <a:pt x="466725" y="228600"/>
                </a:lnTo>
                <a:lnTo>
                  <a:pt x="466725" y="238125"/>
                </a:lnTo>
                <a:lnTo>
                  <a:pt x="428625" y="238125"/>
                </a:lnTo>
                <a:lnTo>
                  <a:pt x="428625" y="257175"/>
                </a:lnTo>
                <a:lnTo>
                  <a:pt x="419100" y="257175"/>
                </a:lnTo>
                <a:lnTo>
                  <a:pt x="419100" y="247650"/>
                </a:lnTo>
                <a:lnTo>
                  <a:pt x="409575" y="247650"/>
                </a:lnTo>
                <a:lnTo>
                  <a:pt x="409575" y="219075"/>
                </a:lnTo>
                <a:lnTo>
                  <a:pt x="390525" y="219075"/>
                </a:lnTo>
                <a:lnTo>
                  <a:pt x="390525" y="200025"/>
                </a:lnTo>
                <a:lnTo>
                  <a:pt x="400050" y="200025"/>
                </a:lnTo>
                <a:lnTo>
                  <a:pt x="400050" y="209550"/>
                </a:lnTo>
                <a:lnTo>
                  <a:pt x="409575" y="209550"/>
                </a:lnTo>
                <a:close/>
                <a:moveTo>
                  <a:pt x="819150" y="209550"/>
                </a:moveTo>
                <a:lnTo>
                  <a:pt x="828675" y="209550"/>
                </a:lnTo>
                <a:lnTo>
                  <a:pt x="828675" y="228600"/>
                </a:lnTo>
                <a:lnTo>
                  <a:pt x="838200" y="228600"/>
                </a:lnTo>
                <a:lnTo>
                  <a:pt x="838200" y="219075"/>
                </a:lnTo>
                <a:lnTo>
                  <a:pt x="847725" y="219075"/>
                </a:lnTo>
                <a:lnTo>
                  <a:pt x="847725" y="228600"/>
                </a:lnTo>
                <a:lnTo>
                  <a:pt x="838200" y="228600"/>
                </a:lnTo>
                <a:lnTo>
                  <a:pt x="838200" y="238125"/>
                </a:lnTo>
                <a:lnTo>
                  <a:pt x="800100" y="238125"/>
                </a:lnTo>
                <a:lnTo>
                  <a:pt x="800100" y="247650"/>
                </a:lnTo>
                <a:lnTo>
                  <a:pt x="809625" y="247650"/>
                </a:lnTo>
                <a:lnTo>
                  <a:pt x="809625" y="257175"/>
                </a:lnTo>
                <a:lnTo>
                  <a:pt x="819150" y="257175"/>
                </a:lnTo>
                <a:lnTo>
                  <a:pt x="819150" y="266700"/>
                </a:lnTo>
                <a:lnTo>
                  <a:pt x="828675" y="266700"/>
                </a:lnTo>
                <a:lnTo>
                  <a:pt x="828675" y="285750"/>
                </a:lnTo>
                <a:lnTo>
                  <a:pt x="847725" y="285750"/>
                </a:lnTo>
                <a:lnTo>
                  <a:pt x="847725" y="295275"/>
                </a:lnTo>
                <a:lnTo>
                  <a:pt x="857250" y="295275"/>
                </a:lnTo>
                <a:lnTo>
                  <a:pt x="857250" y="304800"/>
                </a:lnTo>
                <a:lnTo>
                  <a:pt x="847725" y="304800"/>
                </a:lnTo>
                <a:lnTo>
                  <a:pt x="847725" y="314325"/>
                </a:lnTo>
                <a:lnTo>
                  <a:pt x="809625" y="314325"/>
                </a:lnTo>
                <a:lnTo>
                  <a:pt x="809625" y="304800"/>
                </a:lnTo>
                <a:lnTo>
                  <a:pt x="790575" y="304800"/>
                </a:lnTo>
                <a:lnTo>
                  <a:pt x="790575" y="266700"/>
                </a:lnTo>
                <a:lnTo>
                  <a:pt x="781050" y="266700"/>
                </a:lnTo>
                <a:lnTo>
                  <a:pt x="781050" y="238125"/>
                </a:lnTo>
                <a:lnTo>
                  <a:pt x="790575" y="238125"/>
                </a:lnTo>
                <a:lnTo>
                  <a:pt x="790575" y="228600"/>
                </a:lnTo>
                <a:lnTo>
                  <a:pt x="781050" y="228600"/>
                </a:lnTo>
                <a:lnTo>
                  <a:pt x="781050" y="219075"/>
                </a:lnTo>
                <a:lnTo>
                  <a:pt x="819150" y="219075"/>
                </a:lnTo>
                <a:close/>
                <a:moveTo>
                  <a:pt x="533400" y="228600"/>
                </a:moveTo>
                <a:lnTo>
                  <a:pt x="542925" y="228600"/>
                </a:lnTo>
                <a:lnTo>
                  <a:pt x="542925" y="238125"/>
                </a:lnTo>
                <a:lnTo>
                  <a:pt x="533400" y="238125"/>
                </a:lnTo>
                <a:close/>
                <a:moveTo>
                  <a:pt x="542925" y="238125"/>
                </a:moveTo>
                <a:lnTo>
                  <a:pt x="552450" y="238125"/>
                </a:lnTo>
                <a:lnTo>
                  <a:pt x="552450" y="247650"/>
                </a:lnTo>
                <a:lnTo>
                  <a:pt x="542925" y="247650"/>
                </a:lnTo>
                <a:close/>
                <a:moveTo>
                  <a:pt x="552450" y="247650"/>
                </a:moveTo>
                <a:lnTo>
                  <a:pt x="571500" y="247650"/>
                </a:lnTo>
                <a:lnTo>
                  <a:pt x="571500" y="266700"/>
                </a:lnTo>
                <a:lnTo>
                  <a:pt x="561975" y="266700"/>
                </a:lnTo>
                <a:lnTo>
                  <a:pt x="561975" y="257175"/>
                </a:lnTo>
                <a:lnTo>
                  <a:pt x="552450" y="257175"/>
                </a:lnTo>
                <a:close/>
                <a:moveTo>
                  <a:pt x="1000125" y="247650"/>
                </a:moveTo>
                <a:lnTo>
                  <a:pt x="1009650" y="247650"/>
                </a:lnTo>
                <a:lnTo>
                  <a:pt x="1009650" y="266700"/>
                </a:lnTo>
                <a:lnTo>
                  <a:pt x="1000125" y="266700"/>
                </a:lnTo>
                <a:lnTo>
                  <a:pt x="1000125" y="276225"/>
                </a:lnTo>
                <a:lnTo>
                  <a:pt x="990600" y="276225"/>
                </a:lnTo>
                <a:lnTo>
                  <a:pt x="990600" y="257175"/>
                </a:lnTo>
                <a:lnTo>
                  <a:pt x="1000125" y="257175"/>
                </a:lnTo>
                <a:close/>
                <a:moveTo>
                  <a:pt x="1019175" y="257175"/>
                </a:moveTo>
                <a:lnTo>
                  <a:pt x="1028700" y="257175"/>
                </a:lnTo>
                <a:lnTo>
                  <a:pt x="1028700" y="266700"/>
                </a:lnTo>
                <a:lnTo>
                  <a:pt x="1047750" y="266700"/>
                </a:lnTo>
                <a:lnTo>
                  <a:pt x="1047750" y="276225"/>
                </a:lnTo>
                <a:lnTo>
                  <a:pt x="1009650" y="276225"/>
                </a:lnTo>
                <a:lnTo>
                  <a:pt x="1009650" y="266700"/>
                </a:lnTo>
                <a:lnTo>
                  <a:pt x="1019175" y="266700"/>
                </a:lnTo>
                <a:close/>
                <a:moveTo>
                  <a:pt x="1057275" y="266700"/>
                </a:moveTo>
                <a:lnTo>
                  <a:pt x="1066800" y="266700"/>
                </a:lnTo>
                <a:lnTo>
                  <a:pt x="1066800" y="285750"/>
                </a:lnTo>
                <a:lnTo>
                  <a:pt x="1047750" y="285750"/>
                </a:lnTo>
                <a:lnTo>
                  <a:pt x="1047750" y="276225"/>
                </a:lnTo>
                <a:lnTo>
                  <a:pt x="1057275" y="276225"/>
                </a:lnTo>
                <a:close/>
                <a:moveTo>
                  <a:pt x="1038225" y="285750"/>
                </a:moveTo>
                <a:lnTo>
                  <a:pt x="1047750" y="285750"/>
                </a:lnTo>
                <a:lnTo>
                  <a:pt x="1047750" y="295275"/>
                </a:lnTo>
                <a:lnTo>
                  <a:pt x="1038225" y="295275"/>
                </a:lnTo>
                <a:close/>
                <a:moveTo>
                  <a:pt x="523875" y="304800"/>
                </a:moveTo>
                <a:lnTo>
                  <a:pt x="533400" y="304800"/>
                </a:lnTo>
                <a:lnTo>
                  <a:pt x="533400" y="323850"/>
                </a:lnTo>
                <a:lnTo>
                  <a:pt x="523875" y="323850"/>
                </a:lnTo>
                <a:close/>
                <a:moveTo>
                  <a:pt x="647700" y="304800"/>
                </a:moveTo>
                <a:lnTo>
                  <a:pt x="657225" y="304800"/>
                </a:lnTo>
                <a:lnTo>
                  <a:pt x="657225" y="323850"/>
                </a:lnTo>
                <a:lnTo>
                  <a:pt x="676275" y="323850"/>
                </a:lnTo>
                <a:lnTo>
                  <a:pt x="676275" y="333375"/>
                </a:lnTo>
                <a:lnTo>
                  <a:pt x="685800" y="333375"/>
                </a:lnTo>
                <a:lnTo>
                  <a:pt x="685800" y="342900"/>
                </a:lnTo>
                <a:lnTo>
                  <a:pt x="704850" y="342900"/>
                </a:lnTo>
                <a:lnTo>
                  <a:pt x="704850" y="361950"/>
                </a:lnTo>
                <a:lnTo>
                  <a:pt x="657225" y="361950"/>
                </a:lnTo>
                <a:lnTo>
                  <a:pt x="657225" y="333375"/>
                </a:lnTo>
                <a:lnTo>
                  <a:pt x="647700" y="333375"/>
                </a:lnTo>
                <a:lnTo>
                  <a:pt x="647700" y="342900"/>
                </a:lnTo>
                <a:lnTo>
                  <a:pt x="619125" y="342900"/>
                </a:lnTo>
                <a:lnTo>
                  <a:pt x="619125" y="333375"/>
                </a:lnTo>
                <a:lnTo>
                  <a:pt x="628650" y="333375"/>
                </a:lnTo>
                <a:lnTo>
                  <a:pt x="628650" y="323850"/>
                </a:lnTo>
                <a:lnTo>
                  <a:pt x="619125" y="323850"/>
                </a:lnTo>
                <a:lnTo>
                  <a:pt x="619125" y="314325"/>
                </a:lnTo>
                <a:lnTo>
                  <a:pt x="647700" y="314325"/>
                </a:lnTo>
                <a:close/>
                <a:moveTo>
                  <a:pt x="314325" y="323850"/>
                </a:moveTo>
                <a:lnTo>
                  <a:pt x="323850" y="323850"/>
                </a:lnTo>
                <a:lnTo>
                  <a:pt x="323850" y="333375"/>
                </a:lnTo>
                <a:lnTo>
                  <a:pt x="314325" y="333375"/>
                </a:lnTo>
                <a:close/>
                <a:moveTo>
                  <a:pt x="552450" y="323850"/>
                </a:moveTo>
                <a:lnTo>
                  <a:pt x="571500" y="323850"/>
                </a:lnTo>
                <a:lnTo>
                  <a:pt x="571500" y="333375"/>
                </a:lnTo>
                <a:lnTo>
                  <a:pt x="552450" y="333375"/>
                </a:lnTo>
                <a:close/>
                <a:moveTo>
                  <a:pt x="942975" y="323850"/>
                </a:moveTo>
                <a:lnTo>
                  <a:pt x="952500" y="323850"/>
                </a:lnTo>
                <a:lnTo>
                  <a:pt x="952500" y="333375"/>
                </a:lnTo>
                <a:lnTo>
                  <a:pt x="1000125" y="333375"/>
                </a:lnTo>
                <a:lnTo>
                  <a:pt x="1000125" y="342900"/>
                </a:lnTo>
                <a:lnTo>
                  <a:pt x="990600" y="342900"/>
                </a:lnTo>
                <a:lnTo>
                  <a:pt x="990600" y="361950"/>
                </a:lnTo>
                <a:lnTo>
                  <a:pt x="981075" y="361950"/>
                </a:lnTo>
                <a:lnTo>
                  <a:pt x="981075" y="371475"/>
                </a:lnTo>
                <a:lnTo>
                  <a:pt x="962025" y="371475"/>
                </a:lnTo>
                <a:lnTo>
                  <a:pt x="962025" y="361950"/>
                </a:lnTo>
                <a:lnTo>
                  <a:pt x="952500" y="361950"/>
                </a:lnTo>
                <a:lnTo>
                  <a:pt x="952500" y="352425"/>
                </a:lnTo>
                <a:lnTo>
                  <a:pt x="942975" y="352425"/>
                </a:lnTo>
                <a:close/>
                <a:moveTo>
                  <a:pt x="1114425" y="323850"/>
                </a:moveTo>
                <a:lnTo>
                  <a:pt x="1123950" y="323850"/>
                </a:lnTo>
                <a:lnTo>
                  <a:pt x="1123950" y="342900"/>
                </a:lnTo>
                <a:lnTo>
                  <a:pt x="1114425" y="342900"/>
                </a:lnTo>
                <a:close/>
                <a:moveTo>
                  <a:pt x="295275" y="333375"/>
                </a:moveTo>
                <a:lnTo>
                  <a:pt x="304800" y="333375"/>
                </a:lnTo>
                <a:lnTo>
                  <a:pt x="304800" y="342900"/>
                </a:lnTo>
                <a:lnTo>
                  <a:pt x="295275" y="342900"/>
                </a:lnTo>
                <a:close/>
                <a:moveTo>
                  <a:pt x="571500" y="333375"/>
                </a:moveTo>
                <a:lnTo>
                  <a:pt x="581025" y="333375"/>
                </a:lnTo>
                <a:lnTo>
                  <a:pt x="581025" y="342900"/>
                </a:lnTo>
                <a:lnTo>
                  <a:pt x="571500" y="342900"/>
                </a:lnTo>
                <a:close/>
                <a:moveTo>
                  <a:pt x="590550" y="333375"/>
                </a:moveTo>
                <a:lnTo>
                  <a:pt x="600075" y="333375"/>
                </a:lnTo>
                <a:lnTo>
                  <a:pt x="600075" y="342900"/>
                </a:lnTo>
                <a:lnTo>
                  <a:pt x="590550" y="342900"/>
                </a:lnTo>
                <a:close/>
                <a:moveTo>
                  <a:pt x="276225" y="342900"/>
                </a:moveTo>
                <a:lnTo>
                  <a:pt x="295275" y="342900"/>
                </a:lnTo>
                <a:lnTo>
                  <a:pt x="295275" y="352425"/>
                </a:lnTo>
                <a:lnTo>
                  <a:pt x="276225" y="352425"/>
                </a:lnTo>
                <a:close/>
                <a:moveTo>
                  <a:pt x="361950" y="342900"/>
                </a:moveTo>
                <a:lnTo>
                  <a:pt x="371475" y="342900"/>
                </a:lnTo>
                <a:lnTo>
                  <a:pt x="371475" y="352425"/>
                </a:lnTo>
                <a:lnTo>
                  <a:pt x="361950" y="352425"/>
                </a:lnTo>
                <a:close/>
                <a:moveTo>
                  <a:pt x="266700" y="352425"/>
                </a:moveTo>
                <a:lnTo>
                  <a:pt x="276225" y="352425"/>
                </a:lnTo>
                <a:lnTo>
                  <a:pt x="276225" y="371475"/>
                </a:lnTo>
                <a:lnTo>
                  <a:pt x="266700" y="371475"/>
                </a:lnTo>
                <a:close/>
                <a:moveTo>
                  <a:pt x="342900" y="352425"/>
                </a:moveTo>
                <a:lnTo>
                  <a:pt x="361950" y="352425"/>
                </a:lnTo>
                <a:lnTo>
                  <a:pt x="361950" y="361950"/>
                </a:lnTo>
                <a:lnTo>
                  <a:pt x="371475" y="361950"/>
                </a:lnTo>
                <a:lnTo>
                  <a:pt x="371475" y="371475"/>
                </a:lnTo>
                <a:lnTo>
                  <a:pt x="381000" y="371475"/>
                </a:lnTo>
                <a:lnTo>
                  <a:pt x="381000" y="390525"/>
                </a:lnTo>
                <a:lnTo>
                  <a:pt x="371475" y="390525"/>
                </a:lnTo>
                <a:lnTo>
                  <a:pt x="371475" y="381000"/>
                </a:lnTo>
                <a:lnTo>
                  <a:pt x="333375" y="381000"/>
                </a:lnTo>
                <a:lnTo>
                  <a:pt x="333375" y="390525"/>
                </a:lnTo>
                <a:lnTo>
                  <a:pt x="323850" y="390525"/>
                </a:lnTo>
                <a:lnTo>
                  <a:pt x="323850" y="400050"/>
                </a:lnTo>
                <a:lnTo>
                  <a:pt x="333375" y="400050"/>
                </a:lnTo>
                <a:lnTo>
                  <a:pt x="333375" y="419100"/>
                </a:lnTo>
                <a:lnTo>
                  <a:pt x="314325" y="419100"/>
                </a:lnTo>
                <a:lnTo>
                  <a:pt x="314325" y="400050"/>
                </a:lnTo>
                <a:lnTo>
                  <a:pt x="285750" y="400050"/>
                </a:lnTo>
                <a:lnTo>
                  <a:pt x="285750" y="390525"/>
                </a:lnTo>
                <a:lnTo>
                  <a:pt x="295275" y="390525"/>
                </a:lnTo>
                <a:lnTo>
                  <a:pt x="295275" y="371475"/>
                </a:lnTo>
                <a:lnTo>
                  <a:pt x="285750" y="371475"/>
                </a:lnTo>
                <a:lnTo>
                  <a:pt x="285750" y="361950"/>
                </a:lnTo>
                <a:lnTo>
                  <a:pt x="342900" y="361950"/>
                </a:lnTo>
                <a:close/>
                <a:moveTo>
                  <a:pt x="971550" y="352425"/>
                </a:moveTo>
                <a:lnTo>
                  <a:pt x="981075" y="352425"/>
                </a:lnTo>
                <a:lnTo>
                  <a:pt x="981075" y="342900"/>
                </a:lnTo>
                <a:lnTo>
                  <a:pt x="971550" y="342900"/>
                </a:lnTo>
                <a:close/>
                <a:moveTo>
                  <a:pt x="1133475" y="352425"/>
                </a:moveTo>
                <a:lnTo>
                  <a:pt x="1152525" y="352425"/>
                </a:lnTo>
                <a:lnTo>
                  <a:pt x="1152525" y="361950"/>
                </a:lnTo>
                <a:lnTo>
                  <a:pt x="1133475" y="361950"/>
                </a:lnTo>
                <a:close/>
                <a:moveTo>
                  <a:pt x="1009650" y="361950"/>
                </a:moveTo>
                <a:lnTo>
                  <a:pt x="1019175" y="361950"/>
                </a:lnTo>
                <a:lnTo>
                  <a:pt x="1019175" y="371475"/>
                </a:lnTo>
                <a:lnTo>
                  <a:pt x="1009650" y="371475"/>
                </a:lnTo>
                <a:close/>
                <a:moveTo>
                  <a:pt x="981075" y="371475"/>
                </a:moveTo>
                <a:lnTo>
                  <a:pt x="990600" y="371475"/>
                </a:lnTo>
                <a:lnTo>
                  <a:pt x="990600" y="381000"/>
                </a:lnTo>
                <a:lnTo>
                  <a:pt x="981075" y="381000"/>
                </a:lnTo>
                <a:close/>
                <a:moveTo>
                  <a:pt x="1047750" y="371475"/>
                </a:moveTo>
                <a:lnTo>
                  <a:pt x="1057275" y="371475"/>
                </a:lnTo>
                <a:lnTo>
                  <a:pt x="1057275" y="381000"/>
                </a:lnTo>
                <a:lnTo>
                  <a:pt x="1047750" y="381000"/>
                </a:lnTo>
                <a:close/>
                <a:moveTo>
                  <a:pt x="1066800" y="381000"/>
                </a:moveTo>
                <a:lnTo>
                  <a:pt x="1076325" y="381000"/>
                </a:lnTo>
                <a:lnTo>
                  <a:pt x="1076325" y="390525"/>
                </a:lnTo>
                <a:lnTo>
                  <a:pt x="1085850" y="390525"/>
                </a:lnTo>
                <a:lnTo>
                  <a:pt x="1085850" y="400050"/>
                </a:lnTo>
                <a:lnTo>
                  <a:pt x="1095375" y="400050"/>
                </a:lnTo>
                <a:lnTo>
                  <a:pt x="1095375" y="419100"/>
                </a:lnTo>
                <a:lnTo>
                  <a:pt x="1104900" y="419100"/>
                </a:lnTo>
                <a:lnTo>
                  <a:pt x="1104900" y="428625"/>
                </a:lnTo>
                <a:lnTo>
                  <a:pt x="1085850" y="428625"/>
                </a:lnTo>
                <a:lnTo>
                  <a:pt x="1085850" y="419100"/>
                </a:lnTo>
                <a:lnTo>
                  <a:pt x="1076325" y="419100"/>
                </a:lnTo>
                <a:lnTo>
                  <a:pt x="1076325" y="409575"/>
                </a:lnTo>
                <a:lnTo>
                  <a:pt x="1066800" y="409575"/>
                </a:lnTo>
                <a:lnTo>
                  <a:pt x="1066800" y="400050"/>
                </a:lnTo>
                <a:lnTo>
                  <a:pt x="1038225" y="400050"/>
                </a:lnTo>
                <a:lnTo>
                  <a:pt x="1038225" y="390525"/>
                </a:lnTo>
                <a:lnTo>
                  <a:pt x="1066800" y="390525"/>
                </a:lnTo>
                <a:close/>
                <a:moveTo>
                  <a:pt x="657225" y="390525"/>
                </a:moveTo>
                <a:lnTo>
                  <a:pt x="676275" y="390525"/>
                </a:lnTo>
                <a:lnTo>
                  <a:pt x="676275" y="409575"/>
                </a:lnTo>
                <a:lnTo>
                  <a:pt x="666750" y="409575"/>
                </a:lnTo>
                <a:lnTo>
                  <a:pt x="666750" y="419100"/>
                </a:lnTo>
                <a:lnTo>
                  <a:pt x="657225" y="419100"/>
                </a:lnTo>
                <a:close/>
                <a:moveTo>
                  <a:pt x="628650" y="400050"/>
                </a:moveTo>
                <a:lnTo>
                  <a:pt x="638175" y="400050"/>
                </a:lnTo>
                <a:lnTo>
                  <a:pt x="638175" y="419100"/>
                </a:lnTo>
                <a:lnTo>
                  <a:pt x="628650" y="419100"/>
                </a:lnTo>
                <a:close/>
                <a:moveTo>
                  <a:pt x="428625" y="409575"/>
                </a:moveTo>
                <a:lnTo>
                  <a:pt x="485775" y="409575"/>
                </a:lnTo>
                <a:lnTo>
                  <a:pt x="485775" y="419100"/>
                </a:lnTo>
                <a:lnTo>
                  <a:pt x="428625" y="419100"/>
                </a:lnTo>
                <a:close/>
                <a:moveTo>
                  <a:pt x="523875" y="409575"/>
                </a:moveTo>
                <a:lnTo>
                  <a:pt x="533400" y="409575"/>
                </a:lnTo>
                <a:lnTo>
                  <a:pt x="533400" y="419100"/>
                </a:lnTo>
                <a:lnTo>
                  <a:pt x="523875" y="419100"/>
                </a:lnTo>
                <a:close/>
                <a:moveTo>
                  <a:pt x="676275" y="409575"/>
                </a:moveTo>
                <a:lnTo>
                  <a:pt x="695325" y="409575"/>
                </a:lnTo>
                <a:lnTo>
                  <a:pt x="695325" y="419100"/>
                </a:lnTo>
                <a:lnTo>
                  <a:pt x="676275" y="419100"/>
                </a:lnTo>
                <a:close/>
                <a:moveTo>
                  <a:pt x="533400" y="419100"/>
                </a:moveTo>
                <a:lnTo>
                  <a:pt x="542925" y="419100"/>
                </a:lnTo>
                <a:lnTo>
                  <a:pt x="542925" y="428625"/>
                </a:lnTo>
                <a:lnTo>
                  <a:pt x="533400" y="428625"/>
                </a:lnTo>
                <a:close/>
                <a:moveTo>
                  <a:pt x="542925" y="428625"/>
                </a:moveTo>
                <a:lnTo>
                  <a:pt x="552450" y="428625"/>
                </a:lnTo>
                <a:lnTo>
                  <a:pt x="552450" y="447675"/>
                </a:lnTo>
                <a:lnTo>
                  <a:pt x="542925" y="447675"/>
                </a:lnTo>
                <a:close/>
                <a:moveTo>
                  <a:pt x="933450" y="428625"/>
                </a:moveTo>
                <a:lnTo>
                  <a:pt x="942975" y="428625"/>
                </a:lnTo>
                <a:lnTo>
                  <a:pt x="942975" y="438150"/>
                </a:lnTo>
                <a:lnTo>
                  <a:pt x="933450" y="438150"/>
                </a:lnTo>
                <a:close/>
                <a:moveTo>
                  <a:pt x="447675" y="438150"/>
                </a:moveTo>
                <a:lnTo>
                  <a:pt x="485775" y="438150"/>
                </a:lnTo>
                <a:lnTo>
                  <a:pt x="485775" y="476250"/>
                </a:lnTo>
                <a:lnTo>
                  <a:pt x="476250" y="476250"/>
                </a:lnTo>
                <a:lnTo>
                  <a:pt x="476250" y="466725"/>
                </a:lnTo>
                <a:lnTo>
                  <a:pt x="466725" y="466725"/>
                </a:lnTo>
                <a:lnTo>
                  <a:pt x="466725" y="457200"/>
                </a:lnTo>
                <a:lnTo>
                  <a:pt x="457200" y="457200"/>
                </a:lnTo>
                <a:lnTo>
                  <a:pt x="457200" y="447675"/>
                </a:lnTo>
                <a:lnTo>
                  <a:pt x="447675" y="447675"/>
                </a:lnTo>
                <a:close/>
                <a:moveTo>
                  <a:pt x="438150" y="447675"/>
                </a:moveTo>
                <a:lnTo>
                  <a:pt x="447675" y="447675"/>
                </a:lnTo>
                <a:lnTo>
                  <a:pt x="447675" y="457200"/>
                </a:lnTo>
                <a:lnTo>
                  <a:pt x="438150" y="457200"/>
                </a:lnTo>
                <a:close/>
                <a:moveTo>
                  <a:pt x="504825" y="447675"/>
                </a:moveTo>
                <a:lnTo>
                  <a:pt x="523875" y="447675"/>
                </a:lnTo>
                <a:lnTo>
                  <a:pt x="523875" y="457200"/>
                </a:lnTo>
                <a:lnTo>
                  <a:pt x="504825" y="457200"/>
                </a:lnTo>
                <a:close/>
                <a:moveTo>
                  <a:pt x="857250" y="495300"/>
                </a:moveTo>
                <a:lnTo>
                  <a:pt x="866775" y="495300"/>
                </a:lnTo>
                <a:lnTo>
                  <a:pt x="866775" y="504825"/>
                </a:lnTo>
                <a:lnTo>
                  <a:pt x="857250" y="504825"/>
                </a:lnTo>
                <a:close/>
                <a:moveTo>
                  <a:pt x="876300" y="504825"/>
                </a:moveTo>
                <a:lnTo>
                  <a:pt x="885825" y="504825"/>
                </a:lnTo>
                <a:lnTo>
                  <a:pt x="885825" y="514350"/>
                </a:lnTo>
                <a:lnTo>
                  <a:pt x="876300" y="514350"/>
                </a:lnTo>
                <a:close/>
                <a:moveTo>
                  <a:pt x="914400" y="504825"/>
                </a:moveTo>
                <a:lnTo>
                  <a:pt x="923925" y="504825"/>
                </a:lnTo>
                <a:lnTo>
                  <a:pt x="923925" y="523875"/>
                </a:lnTo>
                <a:lnTo>
                  <a:pt x="904875" y="523875"/>
                </a:lnTo>
                <a:lnTo>
                  <a:pt x="904875" y="514350"/>
                </a:lnTo>
                <a:lnTo>
                  <a:pt x="914400" y="514350"/>
                </a:lnTo>
                <a:close/>
                <a:moveTo>
                  <a:pt x="285750" y="514350"/>
                </a:moveTo>
                <a:lnTo>
                  <a:pt x="295275" y="514350"/>
                </a:lnTo>
                <a:lnTo>
                  <a:pt x="295275" y="523875"/>
                </a:lnTo>
                <a:lnTo>
                  <a:pt x="285750" y="523875"/>
                </a:lnTo>
                <a:close/>
                <a:moveTo>
                  <a:pt x="885825" y="514350"/>
                </a:moveTo>
                <a:lnTo>
                  <a:pt x="895350" y="514350"/>
                </a:lnTo>
                <a:lnTo>
                  <a:pt x="895350" y="542925"/>
                </a:lnTo>
                <a:lnTo>
                  <a:pt x="885825" y="542925"/>
                </a:lnTo>
                <a:close/>
                <a:moveTo>
                  <a:pt x="1038225" y="514350"/>
                </a:moveTo>
                <a:lnTo>
                  <a:pt x="1047750" y="514350"/>
                </a:lnTo>
                <a:lnTo>
                  <a:pt x="1047750" y="523875"/>
                </a:lnTo>
                <a:lnTo>
                  <a:pt x="1038225" y="523875"/>
                </a:lnTo>
                <a:close/>
                <a:moveTo>
                  <a:pt x="1085850" y="523875"/>
                </a:moveTo>
                <a:lnTo>
                  <a:pt x="1104900" y="523875"/>
                </a:lnTo>
                <a:lnTo>
                  <a:pt x="1104900" y="542925"/>
                </a:lnTo>
                <a:lnTo>
                  <a:pt x="1095375" y="542925"/>
                </a:lnTo>
                <a:lnTo>
                  <a:pt x="1095375" y="552450"/>
                </a:lnTo>
                <a:lnTo>
                  <a:pt x="1076325" y="552450"/>
                </a:lnTo>
                <a:lnTo>
                  <a:pt x="1076325" y="542925"/>
                </a:lnTo>
                <a:lnTo>
                  <a:pt x="1085850" y="542925"/>
                </a:lnTo>
                <a:close/>
                <a:moveTo>
                  <a:pt x="904875" y="533400"/>
                </a:moveTo>
                <a:lnTo>
                  <a:pt x="914400" y="533400"/>
                </a:lnTo>
                <a:lnTo>
                  <a:pt x="914400" y="542925"/>
                </a:lnTo>
                <a:lnTo>
                  <a:pt x="904875" y="542925"/>
                </a:lnTo>
                <a:close/>
                <a:moveTo>
                  <a:pt x="847725" y="542925"/>
                </a:moveTo>
                <a:lnTo>
                  <a:pt x="857250" y="542925"/>
                </a:lnTo>
                <a:lnTo>
                  <a:pt x="857250" y="552450"/>
                </a:lnTo>
                <a:lnTo>
                  <a:pt x="847725" y="552450"/>
                </a:lnTo>
                <a:close/>
                <a:moveTo>
                  <a:pt x="866775" y="542925"/>
                </a:moveTo>
                <a:lnTo>
                  <a:pt x="876300" y="542925"/>
                </a:lnTo>
                <a:lnTo>
                  <a:pt x="876300" y="552450"/>
                </a:lnTo>
                <a:lnTo>
                  <a:pt x="866775" y="552450"/>
                </a:lnTo>
                <a:close/>
                <a:moveTo>
                  <a:pt x="895350" y="542925"/>
                </a:moveTo>
                <a:lnTo>
                  <a:pt x="904875" y="542925"/>
                </a:lnTo>
                <a:lnTo>
                  <a:pt x="904875" y="552450"/>
                </a:lnTo>
                <a:lnTo>
                  <a:pt x="895350" y="552450"/>
                </a:lnTo>
                <a:close/>
                <a:moveTo>
                  <a:pt x="1009650" y="542925"/>
                </a:moveTo>
                <a:lnTo>
                  <a:pt x="1019175" y="542925"/>
                </a:lnTo>
                <a:lnTo>
                  <a:pt x="1019175" y="561975"/>
                </a:lnTo>
                <a:lnTo>
                  <a:pt x="1009650" y="561975"/>
                </a:lnTo>
                <a:close/>
                <a:moveTo>
                  <a:pt x="428625" y="552450"/>
                </a:moveTo>
                <a:lnTo>
                  <a:pt x="457200" y="552450"/>
                </a:lnTo>
                <a:lnTo>
                  <a:pt x="457200" y="561975"/>
                </a:lnTo>
                <a:lnTo>
                  <a:pt x="447675" y="561975"/>
                </a:lnTo>
                <a:lnTo>
                  <a:pt x="447675" y="590550"/>
                </a:lnTo>
                <a:lnTo>
                  <a:pt x="457200" y="590550"/>
                </a:lnTo>
                <a:lnTo>
                  <a:pt x="457200" y="581025"/>
                </a:lnTo>
                <a:lnTo>
                  <a:pt x="466725" y="581025"/>
                </a:lnTo>
                <a:lnTo>
                  <a:pt x="466725" y="590550"/>
                </a:lnTo>
                <a:lnTo>
                  <a:pt x="457200" y="590550"/>
                </a:lnTo>
                <a:lnTo>
                  <a:pt x="457200" y="600075"/>
                </a:lnTo>
                <a:lnTo>
                  <a:pt x="447675" y="600075"/>
                </a:lnTo>
                <a:lnTo>
                  <a:pt x="447675" y="609600"/>
                </a:lnTo>
                <a:lnTo>
                  <a:pt x="419100" y="609600"/>
                </a:lnTo>
                <a:lnTo>
                  <a:pt x="419100" y="590550"/>
                </a:lnTo>
                <a:lnTo>
                  <a:pt x="438150" y="590550"/>
                </a:lnTo>
                <a:lnTo>
                  <a:pt x="438150" y="561975"/>
                </a:lnTo>
                <a:lnTo>
                  <a:pt x="428625" y="561975"/>
                </a:lnTo>
                <a:close/>
                <a:moveTo>
                  <a:pt x="962025" y="552450"/>
                </a:moveTo>
                <a:lnTo>
                  <a:pt x="1000125" y="552450"/>
                </a:lnTo>
                <a:lnTo>
                  <a:pt x="1000125" y="561975"/>
                </a:lnTo>
                <a:lnTo>
                  <a:pt x="990600" y="561975"/>
                </a:lnTo>
                <a:lnTo>
                  <a:pt x="990600" y="571500"/>
                </a:lnTo>
                <a:lnTo>
                  <a:pt x="971550" y="571500"/>
                </a:lnTo>
                <a:lnTo>
                  <a:pt x="971550" y="561975"/>
                </a:lnTo>
                <a:lnTo>
                  <a:pt x="962025" y="561975"/>
                </a:lnTo>
                <a:close/>
                <a:moveTo>
                  <a:pt x="1095375" y="561975"/>
                </a:moveTo>
                <a:lnTo>
                  <a:pt x="1104900" y="561975"/>
                </a:lnTo>
                <a:lnTo>
                  <a:pt x="1104900" y="571500"/>
                </a:lnTo>
                <a:lnTo>
                  <a:pt x="1133475" y="571500"/>
                </a:lnTo>
                <a:lnTo>
                  <a:pt x="1133475" y="581025"/>
                </a:lnTo>
                <a:lnTo>
                  <a:pt x="1085850" y="581025"/>
                </a:lnTo>
                <a:lnTo>
                  <a:pt x="1085850" y="571500"/>
                </a:lnTo>
                <a:lnTo>
                  <a:pt x="1095375" y="571500"/>
                </a:lnTo>
                <a:close/>
                <a:moveTo>
                  <a:pt x="485775" y="571500"/>
                </a:moveTo>
                <a:lnTo>
                  <a:pt x="495300" y="571500"/>
                </a:lnTo>
                <a:lnTo>
                  <a:pt x="495300" y="581025"/>
                </a:lnTo>
                <a:lnTo>
                  <a:pt x="485775" y="581025"/>
                </a:lnTo>
                <a:close/>
                <a:moveTo>
                  <a:pt x="676275" y="571500"/>
                </a:moveTo>
                <a:lnTo>
                  <a:pt x="685800" y="571500"/>
                </a:lnTo>
                <a:lnTo>
                  <a:pt x="685800" y="581025"/>
                </a:lnTo>
                <a:lnTo>
                  <a:pt x="676275" y="581025"/>
                </a:lnTo>
                <a:close/>
                <a:moveTo>
                  <a:pt x="714375" y="571500"/>
                </a:moveTo>
                <a:lnTo>
                  <a:pt x="723900" y="571500"/>
                </a:lnTo>
                <a:lnTo>
                  <a:pt x="723900" y="590550"/>
                </a:lnTo>
                <a:lnTo>
                  <a:pt x="704850" y="590550"/>
                </a:lnTo>
                <a:lnTo>
                  <a:pt x="704850" y="581025"/>
                </a:lnTo>
                <a:lnTo>
                  <a:pt x="714375" y="581025"/>
                </a:lnTo>
                <a:close/>
                <a:moveTo>
                  <a:pt x="933450" y="571500"/>
                </a:moveTo>
                <a:lnTo>
                  <a:pt x="942975" y="571500"/>
                </a:lnTo>
                <a:lnTo>
                  <a:pt x="942975" y="600075"/>
                </a:lnTo>
                <a:lnTo>
                  <a:pt x="923925" y="600075"/>
                </a:lnTo>
                <a:lnTo>
                  <a:pt x="923925" y="590550"/>
                </a:lnTo>
                <a:lnTo>
                  <a:pt x="933450" y="590550"/>
                </a:lnTo>
                <a:close/>
                <a:moveTo>
                  <a:pt x="962025" y="571500"/>
                </a:moveTo>
                <a:lnTo>
                  <a:pt x="971550" y="571500"/>
                </a:lnTo>
                <a:lnTo>
                  <a:pt x="971550" y="581025"/>
                </a:lnTo>
                <a:lnTo>
                  <a:pt x="962025" y="581025"/>
                </a:lnTo>
                <a:close/>
                <a:moveTo>
                  <a:pt x="809625" y="581025"/>
                </a:moveTo>
                <a:lnTo>
                  <a:pt x="819150" y="581025"/>
                </a:lnTo>
                <a:lnTo>
                  <a:pt x="819150" y="628650"/>
                </a:lnTo>
                <a:lnTo>
                  <a:pt x="838200" y="628650"/>
                </a:lnTo>
                <a:lnTo>
                  <a:pt x="838200" y="647700"/>
                </a:lnTo>
                <a:lnTo>
                  <a:pt x="857250" y="647700"/>
                </a:lnTo>
                <a:lnTo>
                  <a:pt x="857250" y="666750"/>
                </a:lnTo>
                <a:lnTo>
                  <a:pt x="847725" y="666750"/>
                </a:lnTo>
                <a:lnTo>
                  <a:pt x="847725" y="657225"/>
                </a:lnTo>
                <a:lnTo>
                  <a:pt x="838200" y="657225"/>
                </a:lnTo>
                <a:lnTo>
                  <a:pt x="838200" y="666750"/>
                </a:lnTo>
                <a:lnTo>
                  <a:pt x="800100" y="666750"/>
                </a:lnTo>
                <a:lnTo>
                  <a:pt x="800100" y="590550"/>
                </a:lnTo>
                <a:lnTo>
                  <a:pt x="809625" y="590550"/>
                </a:lnTo>
                <a:close/>
                <a:moveTo>
                  <a:pt x="1000125" y="581025"/>
                </a:moveTo>
                <a:lnTo>
                  <a:pt x="1019175" y="581025"/>
                </a:lnTo>
                <a:lnTo>
                  <a:pt x="1019175" y="590550"/>
                </a:lnTo>
                <a:lnTo>
                  <a:pt x="1028700" y="590550"/>
                </a:lnTo>
                <a:lnTo>
                  <a:pt x="1028700" y="600075"/>
                </a:lnTo>
                <a:lnTo>
                  <a:pt x="1009650" y="600075"/>
                </a:lnTo>
                <a:lnTo>
                  <a:pt x="1009650" y="590550"/>
                </a:lnTo>
                <a:lnTo>
                  <a:pt x="1000125" y="590550"/>
                </a:lnTo>
                <a:close/>
                <a:moveTo>
                  <a:pt x="295275" y="590550"/>
                </a:moveTo>
                <a:lnTo>
                  <a:pt x="304800" y="590550"/>
                </a:lnTo>
                <a:lnTo>
                  <a:pt x="304800" y="609600"/>
                </a:lnTo>
                <a:lnTo>
                  <a:pt x="314325" y="609600"/>
                </a:lnTo>
                <a:lnTo>
                  <a:pt x="314325" y="628650"/>
                </a:lnTo>
                <a:lnTo>
                  <a:pt x="304800" y="628650"/>
                </a:lnTo>
                <a:lnTo>
                  <a:pt x="304800" y="638175"/>
                </a:lnTo>
                <a:lnTo>
                  <a:pt x="295275" y="638175"/>
                </a:lnTo>
                <a:lnTo>
                  <a:pt x="295275" y="609600"/>
                </a:lnTo>
                <a:lnTo>
                  <a:pt x="285750" y="609600"/>
                </a:lnTo>
                <a:lnTo>
                  <a:pt x="285750" y="600075"/>
                </a:lnTo>
                <a:lnTo>
                  <a:pt x="295275" y="600075"/>
                </a:lnTo>
                <a:close/>
                <a:moveTo>
                  <a:pt x="1076325" y="590550"/>
                </a:moveTo>
                <a:lnTo>
                  <a:pt x="1085850" y="590550"/>
                </a:lnTo>
                <a:lnTo>
                  <a:pt x="1085850" y="609600"/>
                </a:lnTo>
                <a:lnTo>
                  <a:pt x="1076325" y="609600"/>
                </a:lnTo>
                <a:close/>
                <a:moveTo>
                  <a:pt x="962025" y="600075"/>
                </a:moveTo>
                <a:lnTo>
                  <a:pt x="971550" y="600075"/>
                </a:lnTo>
                <a:lnTo>
                  <a:pt x="971550" y="619125"/>
                </a:lnTo>
                <a:lnTo>
                  <a:pt x="962025" y="619125"/>
                </a:lnTo>
                <a:close/>
                <a:moveTo>
                  <a:pt x="276225" y="609600"/>
                </a:moveTo>
                <a:lnTo>
                  <a:pt x="285750" y="609600"/>
                </a:lnTo>
                <a:lnTo>
                  <a:pt x="285750" y="638175"/>
                </a:lnTo>
                <a:lnTo>
                  <a:pt x="295275" y="638175"/>
                </a:lnTo>
                <a:lnTo>
                  <a:pt x="295275" y="647700"/>
                </a:lnTo>
                <a:lnTo>
                  <a:pt x="304800" y="647700"/>
                </a:lnTo>
                <a:lnTo>
                  <a:pt x="304800" y="638175"/>
                </a:lnTo>
                <a:lnTo>
                  <a:pt x="314325" y="638175"/>
                </a:lnTo>
                <a:lnTo>
                  <a:pt x="314325" y="628650"/>
                </a:lnTo>
                <a:lnTo>
                  <a:pt x="323850" y="628650"/>
                </a:lnTo>
                <a:lnTo>
                  <a:pt x="323850" y="647700"/>
                </a:lnTo>
                <a:lnTo>
                  <a:pt x="352425" y="647700"/>
                </a:lnTo>
                <a:lnTo>
                  <a:pt x="352425" y="657225"/>
                </a:lnTo>
                <a:lnTo>
                  <a:pt x="381000" y="657225"/>
                </a:lnTo>
                <a:lnTo>
                  <a:pt x="381000" y="685800"/>
                </a:lnTo>
                <a:lnTo>
                  <a:pt x="361950" y="685800"/>
                </a:lnTo>
                <a:lnTo>
                  <a:pt x="361950" y="676275"/>
                </a:lnTo>
                <a:lnTo>
                  <a:pt x="333375" y="676275"/>
                </a:lnTo>
                <a:lnTo>
                  <a:pt x="333375" y="685800"/>
                </a:lnTo>
                <a:lnTo>
                  <a:pt x="314325" y="685800"/>
                </a:lnTo>
                <a:lnTo>
                  <a:pt x="314325" y="666750"/>
                </a:lnTo>
                <a:lnTo>
                  <a:pt x="304800" y="666750"/>
                </a:lnTo>
                <a:lnTo>
                  <a:pt x="304800" y="657225"/>
                </a:lnTo>
                <a:lnTo>
                  <a:pt x="295275" y="657225"/>
                </a:lnTo>
                <a:lnTo>
                  <a:pt x="295275" y="666750"/>
                </a:lnTo>
                <a:lnTo>
                  <a:pt x="285750" y="666750"/>
                </a:lnTo>
                <a:lnTo>
                  <a:pt x="285750" y="647700"/>
                </a:lnTo>
                <a:lnTo>
                  <a:pt x="276225" y="647700"/>
                </a:lnTo>
                <a:close/>
                <a:moveTo>
                  <a:pt x="609600" y="619125"/>
                </a:moveTo>
                <a:lnTo>
                  <a:pt x="619125" y="619125"/>
                </a:lnTo>
                <a:lnTo>
                  <a:pt x="619125" y="628650"/>
                </a:lnTo>
                <a:lnTo>
                  <a:pt x="638175" y="628650"/>
                </a:lnTo>
                <a:lnTo>
                  <a:pt x="638175" y="638175"/>
                </a:lnTo>
                <a:lnTo>
                  <a:pt x="619125" y="638175"/>
                </a:lnTo>
                <a:lnTo>
                  <a:pt x="619125" y="657225"/>
                </a:lnTo>
                <a:lnTo>
                  <a:pt x="609600" y="657225"/>
                </a:lnTo>
                <a:close/>
                <a:moveTo>
                  <a:pt x="447675" y="628650"/>
                </a:moveTo>
                <a:lnTo>
                  <a:pt x="457200" y="628650"/>
                </a:lnTo>
                <a:lnTo>
                  <a:pt x="457200" y="638175"/>
                </a:lnTo>
                <a:lnTo>
                  <a:pt x="447675" y="638175"/>
                </a:lnTo>
                <a:close/>
                <a:moveTo>
                  <a:pt x="438150" y="638175"/>
                </a:moveTo>
                <a:lnTo>
                  <a:pt x="447675" y="638175"/>
                </a:lnTo>
                <a:lnTo>
                  <a:pt x="447675" y="647700"/>
                </a:lnTo>
                <a:lnTo>
                  <a:pt x="466725" y="647700"/>
                </a:lnTo>
                <a:lnTo>
                  <a:pt x="466725" y="666750"/>
                </a:lnTo>
                <a:lnTo>
                  <a:pt x="476250" y="666750"/>
                </a:lnTo>
                <a:lnTo>
                  <a:pt x="476250" y="657225"/>
                </a:lnTo>
                <a:lnTo>
                  <a:pt x="485775" y="657225"/>
                </a:lnTo>
                <a:lnTo>
                  <a:pt x="485775" y="676275"/>
                </a:lnTo>
                <a:lnTo>
                  <a:pt x="495300" y="676275"/>
                </a:lnTo>
                <a:lnTo>
                  <a:pt x="495300" y="685800"/>
                </a:lnTo>
                <a:lnTo>
                  <a:pt x="504825" y="685800"/>
                </a:lnTo>
                <a:lnTo>
                  <a:pt x="504825" y="695325"/>
                </a:lnTo>
                <a:lnTo>
                  <a:pt x="466725" y="695325"/>
                </a:lnTo>
                <a:lnTo>
                  <a:pt x="466725" y="676275"/>
                </a:lnTo>
                <a:lnTo>
                  <a:pt x="447675" y="676275"/>
                </a:lnTo>
                <a:lnTo>
                  <a:pt x="447675" y="657225"/>
                </a:lnTo>
                <a:lnTo>
                  <a:pt x="438150" y="657225"/>
                </a:lnTo>
                <a:close/>
                <a:moveTo>
                  <a:pt x="590550" y="638175"/>
                </a:moveTo>
                <a:lnTo>
                  <a:pt x="600075" y="638175"/>
                </a:lnTo>
                <a:lnTo>
                  <a:pt x="600075" y="666750"/>
                </a:lnTo>
                <a:lnTo>
                  <a:pt x="590550" y="666750"/>
                </a:lnTo>
                <a:lnTo>
                  <a:pt x="590550" y="657225"/>
                </a:lnTo>
                <a:lnTo>
                  <a:pt x="581025" y="657225"/>
                </a:lnTo>
                <a:lnTo>
                  <a:pt x="581025" y="647700"/>
                </a:lnTo>
                <a:lnTo>
                  <a:pt x="590550" y="647700"/>
                </a:lnTo>
                <a:close/>
                <a:moveTo>
                  <a:pt x="390525" y="647700"/>
                </a:moveTo>
                <a:lnTo>
                  <a:pt x="400050" y="647700"/>
                </a:lnTo>
                <a:lnTo>
                  <a:pt x="400050" y="666750"/>
                </a:lnTo>
                <a:lnTo>
                  <a:pt x="390525" y="666750"/>
                </a:lnTo>
                <a:close/>
                <a:moveTo>
                  <a:pt x="628650" y="647700"/>
                </a:moveTo>
                <a:lnTo>
                  <a:pt x="638175" y="647700"/>
                </a:lnTo>
                <a:lnTo>
                  <a:pt x="638175" y="657225"/>
                </a:lnTo>
                <a:lnTo>
                  <a:pt x="628650" y="657225"/>
                </a:lnTo>
                <a:close/>
                <a:moveTo>
                  <a:pt x="1028700" y="647700"/>
                </a:moveTo>
                <a:lnTo>
                  <a:pt x="1038225" y="647700"/>
                </a:lnTo>
                <a:lnTo>
                  <a:pt x="1038225" y="657225"/>
                </a:lnTo>
                <a:lnTo>
                  <a:pt x="1028700" y="657225"/>
                </a:lnTo>
                <a:close/>
                <a:moveTo>
                  <a:pt x="542925" y="657225"/>
                </a:moveTo>
                <a:lnTo>
                  <a:pt x="561975" y="657225"/>
                </a:lnTo>
                <a:lnTo>
                  <a:pt x="561975" y="676275"/>
                </a:lnTo>
                <a:lnTo>
                  <a:pt x="552450" y="676275"/>
                </a:lnTo>
                <a:lnTo>
                  <a:pt x="552450" y="666750"/>
                </a:lnTo>
                <a:lnTo>
                  <a:pt x="542925" y="666750"/>
                </a:lnTo>
                <a:close/>
                <a:moveTo>
                  <a:pt x="1047750" y="657225"/>
                </a:moveTo>
                <a:lnTo>
                  <a:pt x="1057275" y="657225"/>
                </a:lnTo>
                <a:lnTo>
                  <a:pt x="1057275" y="666750"/>
                </a:lnTo>
                <a:lnTo>
                  <a:pt x="1066800" y="666750"/>
                </a:lnTo>
                <a:lnTo>
                  <a:pt x="1066800" y="676275"/>
                </a:lnTo>
                <a:lnTo>
                  <a:pt x="1047750" y="676275"/>
                </a:lnTo>
                <a:close/>
                <a:moveTo>
                  <a:pt x="1133475" y="657225"/>
                </a:moveTo>
                <a:lnTo>
                  <a:pt x="1143000" y="657225"/>
                </a:lnTo>
                <a:lnTo>
                  <a:pt x="1143000" y="666750"/>
                </a:lnTo>
                <a:lnTo>
                  <a:pt x="1133475" y="666750"/>
                </a:lnTo>
                <a:close/>
                <a:moveTo>
                  <a:pt x="876300" y="676275"/>
                </a:moveTo>
                <a:lnTo>
                  <a:pt x="885825" y="676275"/>
                </a:lnTo>
                <a:lnTo>
                  <a:pt x="885825" y="695325"/>
                </a:lnTo>
                <a:lnTo>
                  <a:pt x="876300" y="695325"/>
                </a:lnTo>
                <a:close/>
                <a:moveTo>
                  <a:pt x="590550" y="685800"/>
                </a:moveTo>
                <a:lnTo>
                  <a:pt x="600075" y="685800"/>
                </a:lnTo>
                <a:lnTo>
                  <a:pt x="600075" y="704850"/>
                </a:lnTo>
                <a:lnTo>
                  <a:pt x="590550" y="704850"/>
                </a:lnTo>
                <a:close/>
                <a:moveTo>
                  <a:pt x="971550" y="685800"/>
                </a:moveTo>
                <a:lnTo>
                  <a:pt x="981075" y="685800"/>
                </a:lnTo>
                <a:lnTo>
                  <a:pt x="981075" y="695325"/>
                </a:lnTo>
                <a:lnTo>
                  <a:pt x="990600" y="695325"/>
                </a:lnTo>
                <a:lnTo>
                  <a:pt x="990600" y="714375"/>
                </a:lnTo>
                <a:lnTo>
                  <a:pt x="962025" y="714375"/>
                </a:lnTo>
                <a:lnTo>
                  <a:pt x="962025" y="704850"/>
                </a:lnTo>
                <a:lnTo>
                  <a:pt x="971550" y="704850"/>
                </a:lnTo>
                <a:close/>
                <a:moveTo>
                  <a:pt x="1028700" y="685800"/>
                </a:moveTo>
                <a:lnTo>
                  <a:pt x="1038225" y="685800"/>
                </a:lnTo>
                <a:lnTo>
                  <a:pt x="1038225" y="704850"/>
                </a:lnTo>
                <a:lnTo>
                  <a:pt x="1057275" y="704850"/>
                </a:lnTo>
                <a:lnTo>
                  <a:pt x="1057275" y="723900"/>
                </a:lnTo>
                <a:lnTo>
                  <a:pt x="1047750" y="723900"/>
                </a:lnTo>
                <a:lnTo>
                  <a:pt x="1047750" y="714375"/>
                </a:lnTo>
                <a:lnTo>
                  <a:pt x="1019175" y="714375"/>
                </a:lnTo>
                <a:lnTo>
                  <a:pt x="1019175" y="733425"/>
                </a:lnTo>
                <a:lnTo>
                  <a:pt x="1009650" y="733425"/>
                </a:lnTo>
                <a:lnTo>
                  <a:pt x="1009650" y="742950"/>
                </a:lnTo>
                <a:lnTo>
                  <a:pt x="990600" y="742950"/>
                </a:lnTo>
                <a:lnTo>
                  <a:pt x="990600" y="752475"/>
                </a:lnTo>
                <a:lnTo>
                  <a:pt x="981075" y="752475"/>
                </a:lnTo>
                <a:lnTo>
                  <a:pt x="981075" y="742950"/>
                </a:lnTo>
                <a:lnTo>
                  <a:pt x="971550" y="742950"/>
                </a:lnTo>
                <a:lnTo>
                  <a:pt x="971550" y="733425"/>
                </a:lnTo>
                <a:lnTo>
                  <a:pt x="981075" y="733425"/>
                </a:lnTo>
                <a:lnTo>
                  <a:pt x="981075" y="723900"/>
                </a:lnTo>
                <a:lnTo>
                  <a:pt x="990600" y="723900"/>
                </a:lnTo>
                <a:lnTo>
                  <a:pt x="990600" y="714375"/>
                </a:lnTo>
                <a:lnTo>
                  <a:pt x="1009650" y="714375"/>
                </a:lnTo>
                <a:lnTo>
                  <a:pt x="1009650" y="704850"/>
                </a:lnTo>
                <a:lnTo>
                  <a:pt x="1019175" y="704850"/>
                </a:lnTo>
                <a:lnTo>
                  <a:pt x="1019175" y="695325"/>
                </a:lnTo>
                <a:lnTo>
                  <a:pt x="1028700" y="695325"/>
                </a:lnTo>
                <a:close/>
                <a:moveTo>
                  <a:pt x="1114425" y="685800"/>
                </a:moveTo>
                <a:lnTo>
                  <a:pt x="1133475" y="685800"/>
                </a:lnTo>
                <a:lnTo>
                  <a:pt x="1133475" y="695325"/>
                </a:lnTo>
                <a:lnTo>
                  <a:pt x="1123950" y="695325"/>
                </a:lnTo>
                <a:lnTo>
                  <a:pt x="1123950" y="704850"/>
                </a:lnTo>
                <a:lnTo>
                  <a:pt x="1114425" y="704850"/>
                </a:lnTo>
                <a:close/>
                <a:moveTo>
                  <a:pt x="571500" y="704850"/>
                </a:moveTo>
                <a:lnTo>
                  <a:pt x="590550" y="704850"/>
                </a:lnTo>
                <a:lnTo>
                  <a:pt x="590550" y="714375"/>
                </a:lnTo>
                <a:lnTo>
                  <a:pt x="571500" y="714375"/>
                </a:lnTo>
                <a:close/>
                <a:moveTo>
                  <a:pt x="847725" y="704850"/>
                </a:moveTo>
                <a:lnTo>
                  <a:pt x="857250" y="704850"/>
                </a:lnTo>
                <a:lnTo>
                  <a:pt x="857250" y="714375"/>
                </a:lnTo>
                <a:lnTo>
                  <a:pt x="866775" y="714375"/>
                </a:lnTo>
                <a:lnTo>
                  <a:pt x="866775" y="723900"/>
                </a:lnTo>
                <a:lnTo>
                  <a:pt x="847725" y="723900"/>
                </a:lnTo>
                <a:close/>
                <a:moveTo>
                  <a:pt x="666750" y="714375"/>
                </a:moveTo>
                <a:lnTo>
                  <a:pt x="676275" y="714375"/>
                </a:lnTo>
                <a:lnTo>
                  <a:pt x="676275" y="723900"/>
                </a:lnTo>
                <a:lnTo>
                  <a:pt x="666750" y="723900"/>
                </a:lnTo>
                <a:close/>
                <a:moveTo>
                  <a:pt x="895350" y="723900"/>
                </a:moveTo>
                <a:lnTo>
                  <a:pt x="904875" y="723900"/>
                </a:lnTo>
                <a:lnTo>
                  <a:pt x="904875" y="733425"/>
                </a:lnTo>
                <a:lnTo>
                  <a:pt x="895350" y="733425"/>
                </a:lnTo>
                <a:close/>
                <a:moveTo>
                  <a:pt x="0" y="733425"/>
                </a:moveTo>
                <a:lnTo>
                  <a:pt x="19050" y="733425"/>
                </a:lnTo>
                <a:lnTo>
                  <a:pt x="19050" y="762000"/>
                </a:lnTo>
                <a:lnTo>
                  <a:pt x="38100" y="762000"/>
                </a:lnTo>
                <a:lnTo>
                  <a:pt x="38100" y="771525"/>
                </a:lnTo>
                <a:lnTo>
                  <a:pt x="47625" y="771525"/>
                </a:lnTo>
                <a:lnTo>
                  <a:pt x="47625" y="762000"/>
                </a:lnTo>
                <a:lnTo>
                  <a:pt x="57150" y="762000"/>
                </a:lnTo>
                <a:lnTo>
                  <a:pt x="57150" y="781050"/>
                </a:lnTo>
                <a:lnTo>
                  <a:pt x="85725" y="781050"/>
                </a:lnTo>
                <a:lnTo>
                  <a:pt x="85725" y="809625"/>
                </a:lnTo>
                <a:lnTo>
                  <a:pt x="95250" y="809625"/>
                </a:lnTo>
                <a:lnTo>
                  <a:pt x="95250" y="800100"/>
                </a:lnTo>
                <a:lnTo>
                  <a:pt x="104775" y="800100"/>
                </a:lnTo>
                <a:lnTo>
                  <a:pt x="104775" y="809625"/>
                </a:lnTo>
                <a:lnTo>
                  <a:pt x="123825" y="809625"/>
                </a:lnTo>
                <a:lnTo>
                  <a:pt x="123825" y="819150"/>
                </a:lnTo>
                <a:lnTo>
                  <a:pt x="152400" y="819150"/>
                </a:lnTo>
                <a:lnTo>
                  <a:pt x="152400" y="800100"/>
                </a:lnTo>
                <a:lnTo>
                  <a:pt x="161925" y="800100"/>
                </a:lnTo>
                <a:lnTo>
                  <a:pt x="161925" y="771525"/>
                </a:lnTo>
                <a:lnTo>
                  <a:pt x="171450" y="771525"/>
                </a:lnTo>
                <a:lnTo>
                  <a:pt x="171450" y="742950"/>
                </a:lnTo>
                <a:lnTo>
                  <a:pt x="161925" y="742950"/>
                </a:lnTo>
                <a:lnTo>
                  <a:pt x="161925" y="733425"/>
                </a:lnTo>
                <a:lnTo>
                  <a:pt x="190500" y="733425"/>
                </a:lnTo>
                <a:lnTo>
                  <a:pt x="190500" y="742950"/>
                </a:lnTo>
                <a:lnTo>
                  <a:pt x="209550" y="742950"/>
                </a:lnTo>
                <a:lnTo>
                  <a:pt x="209550" y="752475"/>
                </a:lnTo>
                <a:lnTo>
                  <a:pt x="219075" y="752475"/>
                </a:lnTo>
                <a:lnTo>
                  <a:pt x="219075" y="771525"/>
                </a:lnTo>
                <a:lnTo>
                  <a:pt x="228600" y="771525"/>
                </a:lnTo>
                <a:lnTo>
                  <a:pt x="228600" y="781050"/>
                </a:lnTo>
                <a:lnTo>
                  <a:pt x="200025" y="781050"/>
                </a:lnTo>
                <a:lnTo>
                  <a:pt x="200025" y="828675"/>
                </a:lnTo>
                <a:lnTo>
                  <a:pt x="180975" y="828675"/>
                </a:lnTo>
                <a:lnTo>
                  <a:pt x="180975" y="819150"/>
                </a:lnTo>
                <a:lnTo>
                  <a:pt x="171450" y="819150"/>
                </a:lnTo>
                <a:lnTo>
                  <a:pt x="171450" y="828675"/>
                </a:lnTo>
                <a:lnTo>
                  <a:pt x="152400" y="828675"/>
                </a:lnTo>
                <a:lnTo>
                  <a:pt x="152400" y="838200"/>
                </a:lnTo>
                <a:lnTo>
                  <a:pt x="123825" y="838200"/>
                </a:lnTo>
                <a:lnTo>
                  <a:pt x="123825" y="828675"/>
                </a:lnTo>
                <a:lnTo>
                  <a:pt x="85725" y="828675"/>
                </a:lnTo>
                <a:lnTo>
                  <a:pt x="85725" y="819150"/>
                </a:lnTo>
                <a:lnTo>
                  <a:pt x="76200" y="819150"/>
                </a:lnTo>
                <a:lnTo>
                  <a:pt x="76200" y="828675"/>
                </a:lnTo>
                <a:lnTo>
                  <a:pt x="66675" y="828675"/>
                </a:lnTo>
                <a:lnTo>
                  <a:pt x="66675" y="800100"/>
                </a:lnTo>
                <a:lnTo>
                  <a:pt x="57150" y="800100"/>
                </a:lnTo>
                <a:lnTo>
                  <a:pt x="57150" y="790575"/>
                </a:lnTo>
                <a:lnTo>
                  <a:pt x="47625" y="790575"/>
                </a:lnTo>
                <a:lnTo>
                  <a:pt x="47625" y="781050"/>
                </a:lnTo>
                <a:lnTo>
                  <a:pt x="38100" y="781050"/>
                </a:lnTo>
                <a:lnTo>
                  <a:pt x="38100" y="790575"/>
                </a:lnTo>
                <a:lnTo>
                  <a:pt x="28575" y="790575"/>
                </a:lnTo>
                <a:lnTo>
                  <a:pt x="28575" y="781050"/>
                </a:lnTo>
                <a:lnTo>
                  <a:pt x="0" y="781050"/>
                </a:lnTo>
                <a:close/>
                <a:moveTo>
                  <a:pt x="638175" y="733425"/>
                </a:moveTo>
                <a:lnTo>
                  <a:pt x="647700" y="733425"/>
                </a:lnTo>
                <a:lnTo>
                  <a:pt x="647700" y="742950"/>
                </a:lnTo>
                <a:lnTo>
                  <a:pt x="638175" y="742950"/>
                </a:lnTo>
                <a:close/>
                <a:moveTo>
                  <a:pt x="781050" y="752475"/>
                </a:moveTo>
                <a:lnTo>
                  <a:pt x="790575" y="752475"/>
                </a:lnTo>
                <a:lnTo>
                  <a:pt x="790575" y="771525"/>
                </a:lnTo>
                <a:lnTo>
                  <a:pt x="800100" y="771525"/>
                </a:lnTo>
                <a:lnTo>
                  <a:pt x="800100" y="781050"/>
                </a:lnTo>
                <a:lnTo>
                  <a:pt x="781050" y="781050"/>
                </a:lnTo>
                <a:close/>
                <a:moveTo>
                  <a:pt x="942975" y="752475"/>
                </a:moveTo>
                <a:lnTo>
                  <a:pt x="952500" y="752475"/>
                </a:lnTo>
                <a:lnTo>
                  <a:pt x="952500" y="762000"/>
                </a:lnTo>
                <a:lnTo>
                  <a:pt x="942975" y="762000"/>
                </a:lnTo>
                <a:close/>
                <a:moveTo>
                  <a:pt x="1000125" y="752475"/>
                </a:moveTo>
                <a:lnTo>
                  <a:pt x="1009650" y="752475"/>
                </a:lnTo>
                <a:lnTo>
                  <a:pt x="1009650" y="771525"/>
                </a:lnTo>
                <a:lnTo>
                  <a:pt x="1000125" y="771525"/>
                </a:lnTo>
                <a:close/>
                <a:moveTo>
                  <a:pt x="266700" y="762000"/>
                </a:moveTo>
                <a:lnTo>
                  <a:pt x="276225" y="762000"/>
                </a:lnTo>
                <a:lnTo>
                  <a:pt x="276225" y="771525"/>
                </a:lnTo>
                <a:lnTo>
                  <a:pt x="266700" y="771525"/>
                </a:lnTo>
                <a:close/>
                <a:moveTo>
                  <a:pt x="704850" y="762000"/>
                </a:moveTo>
                <a:lnTo>
                  <a:pt x="714375" y="762000"/>
                </a:lnTo>
                <a:lnTo>
                  <a:pt x="714375" y="771525"/>
                </a:lnTo>
                <a:lnTo>
                  <a:pt x="704850" y="771525"/>
                </a:lnTo>
                <a:close/>
                <a:moveTo>
                  <a:pt x="952500" y="762000"/>
                </a:moveTo>
                <a:lnTo>
                  <a:pt x="962025" y="762000"/>
                </a:lnTo>
                <a:lnTo>
                  <a:pt x="962025" y="771525"/>
                </a:lnTo>
                <a:lnTo>
                  <a:pt x="952500" y="771525"/>
                </a:lnTo>
                <a:close/>
                <a:moveTo>
                  <a:pt x="1066800" y="762000"/>
                </a:moveTo>
                <a:lnTo>
                  <a:pt x="1076325" y="762000"/>
                </a:lnTo>
                <a:lnTo>
                  <a:pt x="1076325" y="771525"/>
                </a:lnTo>
                <a:lnTo>
                  <a:pt x="1066800" y="771525"/>
                </a:lnTo>
                <a:close/>
                <a:moveTo>
                  <a:pt x="238125" y="771525"/>
                </a:moveTo>
                <a:lnTo>
                  <a:pt x="266700" y="771525"/>
                </a:lnTo>
                <a:lnTo>
                  <a:pt x="266700" y="781050"/>
                </a:lnTo>
                <a:lnTo>
                  <a:pt x="238125" y="781050"/>
                </a:lnTo>
                <a:close/>
                <a:moveTo>
                  <a:pt x="962025" y="771525"/>
                </a:moveTo>
                <a:lnTo>
                  <a:pt x="971550" y="771525"/>
                </a:lnTo>
                <a:lnTo>
                  <a:pt x="971550" y="781050"/>
                </a:lnTo>
                <a:lnTo>
                  <a:pt x="962025" y="781050"/>
                </a:lnTo>
                <a:close/>
                <a:moveTo>
                  <a:pt x="695325" y="781050"/>
                </a:moveTo>
                <a:lnTo>
                  <a:pt x="704850" y="781050"/>
                </a:lnTo>
                <a:lnTo>
                  <a:pt x="704850" y="790575"/>
                </a:lnTo>
                <a:lnTo>
                  <a:pt x="695325" y="790575"/>
                </a:lnTo>
                <a:close/>
                <a:moveTo>
                  <a:pt x="1028700" y="781050"/>
                </a:moveTo>
                <a:lnTo>
                  <a:pt x="1038225" y="781050"/>
                </a:lnTo>
                <a:lnTo>
                  <a:pt x="1038225" y="800100"/>
                </a:lnTo>
                <a:lnTo>
                  <a:pt x="1028700" y="800100"/>
                </a:lnTo>
                <a:close/>
                <a:moveTo>
                  <a:pt x="238125" y="790575"/>
                </a:moveTo>
                <a:lnTo>
                  <a:pt x="247650" y="790575"/>
                </a:lnTo>
                <a:lnTo>
                  <a:pt x="247650" y="800100"/>
                </a:lnTo>
                <a:lnTo>
                  <a:pt x="238125" y="800100"/>
                </a:lnTo>
                <a:close/>
                <a:moveTo>
                  <a:pt x="800100" y="790575"/>
                </a:moveTo>
                <a:lnTo>
                  <a:pt x="809625" y="790575"/>
                </a:lnTo>
                <a:lnTo>
                  <a:pt x="809625" y="800100"/>
                </a:lnTo>
                <a:lnTo>
                  <a:pt x="819150" y="800100"/>
                </a:lnTo>
                <a:lnTo>
                  <a:pt x="819150" y="809625"/>
                </a:lnTo>
                <a:lnTo>
                  <a:pt x="828675" y="809625"/>
                </a:lnTo>
                <a:lnTo>
                  <a:pt x="828675" y="819150"/>
                </a:lnTo>
                <a:lnTo>
                  <a:pt x="838200" y="819150"/>
                </a:lnTo>
                <a:lnTo>
                  <a:pt x="838200" y="809625"/>
                </a:lnTo>
                <a:lnTo>
                  <a:pt x="866775" y="809625"/>
                </a:lnTo>
                <a:lnTo>
                  <a:pt x="866775" y="819150"/>
                </a:lnTo>
                <a:lnTo>
                  <a:pt x="847725" y="819150"/>
                </a:lnTo>
                <a:lnTo>
                  <a:pt x="847725" y="828675"/>
                </a:lnTo>
                <a:lnTo>
                  <a:pt x="866775" y="828675"/>
                </a:lnTo>
                <a:lnTo>
                  <a:pt x="866775" y="857250"/>
                </a:lnTo>
                <a:lnTo>
                  <a:pt x="876300" y="857250"/>
                </a:lnTo>
                <a:lnTo>
                  <a:pt x="876300" y="876300"/>
                </a:lnTo>
                <a:lnTo>
                  <a:pt x="857250" y="876300"/>
                </a:lnTo>
                <a:lnTo>
                  <a:pt x="857250" y="885825"/>
                </a:lnTo>
                <a:lnTo>
                  <a:pt x="819150" y="885825"/>
                </a:lnTo>
                <a:lnTo>
                  <a:pt x="819150" y="876300"/>
                </a:lnTo>
                <a:lnTo>
                  <a:pt x="781050" y="876300"/>
                </a:lnTo>
                <a:lnTo>
                  <a:pt x="781050" y="857250"/>
                </a:lnTo>
                <a:lnTo>
                  <a:pt x="771525" y="857250"/>
                </a:lnTo>
                <a:lnTo>
                  <a:pt x="771525" y="847725"/>
                </a:lnTo>
                <a:lnTo>
                  <a:pt x="742950" y="847725"/>
                </a:lnTo>
                <a:lnTo>
                  <a:pt x="742950" y="857250"/>
                </a:lnTo>
                <a:lnTo>
                  <a:pt x="733425" y="857250"/>
                </a:lnTo>
                <a:lnTo>
                  <a:pt x="733425" y="847725"/>
                </a:lnTo>
                <a:lnTo>
                  <a:pt x="714375" y="847725"/>
                </a:lnTo>
                <a:lnTo>
                  <a:pt x="714375" y="838200"/>
                </a:lnTo>
                <a:lnTo>
                  <a:pt x="704850" y="838200"/>
                </a:lnTo>
                <a:lnTo>
                  <a:pt x="704850" y="828675"/>
                </a:lnTo>
                <a:lnTo>
                  <a:pt x="714375" y="828675"/>
                </a:lnTo>
                <a:lnTo>
                  <a:pt x="714375" y="838200"/>
                </a:lnTo>
                <a:lnTo>
                  <a:pt x="742950" y="838200"/>
                </a:lnTo>
                <a:lnTo>
                  <a:pt x="742950" y="828675"/>
                </a:lnTo>
                <a:lnTo>
                  <a:pt x="762000" y="828675"/>
                </a:lnTo>
                <a:lnTo>
                  <a:pt x="762000" y="838200"/>
                </a:lnTo>
                <a:lnTo>
                  <a:pt x="771525" y="838200"/>
                </a:lnTo>
                <a:lnTo>
                  <a:pt x="771525" y="809625"/>
                </a:lnTo>
                <a:lnTo>
                  <a:pt x="800100" y="809625"/>
                </a:lnTo>
                <a:close/>
                <a:moveTo>
                  <a:pt x="828675" y="790575"/>
                </a:moveTo>
                <a:lnTo>
                  <a:pt x="838200" y="790575"/>
                </a:lnTo>
                <a:lnTo>
                  <a:pt x="838200" y="800100"/>
                </a:lnTo>
                <a:lnTo>
                  <a:pt x="828675" y="800100"/>
                </a:lnTo>
                <a:close/>
                <a:moveTo>
                  <a:pt x="209550" y="809625"/>
                </a:moveTo>
                <a:lnTo>
                  <a:pt x="219075" y="809625"/>
                </a:lnTo>
                <a:lnTo>
                  <a:pt x="219075" y="819150"/>
                </a:lnTo>
                <a:lnTo>
                  <a:pt x="209550" y="819150"/>
                </a:lnTo>
                <a:close/>
                <a:moveTo>
                  <a:pt x="180975" y="838200"/>
                </a:moveTo>
                <a:lnTo>
                  <a:pt x="190500" y="838200"/>
                </a:lnTo>
                <a:lnTo>
                  <a:pt x="190500" y="847725"/>
                </a:lnTo>
                <a:lnTo>
                  <a:pt x="180975" y="847725"/>
                </a:lnTo>
                <a:close/>
                <a:moveTo>
                  <a:pt x="152400" y="847725"/>
                </a:moveTo>
                <a:lnTo>
                  <a:pt x="161925" y="847725"/>
                </a:lnTo>
                <a:lnTo>
                  <a:pt x="161925" y="857250"/>
                </a:lnTo>
                <a:lnTo>
                  <a:pt x="152400" y="857250"/>
                </a:lnTo>
                <a:close/>
                <a:moveTo>
                  <a:pt x="371475" y="847725"/>
                </a:moveTo>
                <a:lnTo>
                  <a:pt x="381000" y="847725"/>
                </a:lnTo>
                <a:lnTo>
                  <a:pt x="381000" y="866775"/>
                </a:lnTo>
                <a:lnTo>
                  <a:pt x="371475" y="866775"/>
                </a:lnTo>
                <a:close/>
                <a:moveTo>
                  <a:pt x="381000" y="866775"/>
                </a:moveTo>
                <a:lnTo>
                  <a:pt x="390525" y="866775"/>
                </a:lnTo>
                <a:lnTo>
                  <a:pt x="390525" y="876300"/>
                </a:lnTo>
                <a:lnTo>
                  <a:pt x="381000" y="876300"/>
                </a:lnTo>
                <a:close/>
                <a:moveTo>
                  <a:pt x="400050" y="866775"/>
                </a:moveTo>
                <a:lnTo>
                  <a:pt x="419100" y="866775"/>
                </a:lnTo>
                <a:lnTo>
                  <a:pt x="419100" y="876300"/>
                </a:lnTo>
                <a:lnTo>
                  <a:pt x="400050" y="876300"/>
                </a:lnTo>
                <a:close/>
                <a:moveTo>
                  <a:pt x="419100" y="876300"/>
                </a:moveTo>
                <a:lnTo>
                  <a:pt x="428625" y="876300"/>
                </a:lnTo>
                <a:lnTo>
                  <a:pt x="428625" y="885825"/>
                </a:lnTo>
                <a:lnTo>
                  <a:pt x="419100" y="885825"/>
                </a:lnTo>
                <a:close/>
                <a:moveTo>
                  <a:pt x="428625" y="885825"/>
                </a:moveTo>
                <a:lnTo>
                  <a:pt x="438150" y="885825"/>
                </a:lnTo>
                <a:lnTo>
                  <a:pt x="438150" y="895350"/>
                </a:lnTo>
                <a:lnTo>
                  <a:pt x="428625" y="895350"/>
                </a:lnTo>
                <a:close/>
                <a:moveTo>
                  <a:pt x="542925" y="885825"/>
                </a:moveTo>
                <a:lnTo>
                  <a:pt x="552450" y="885825"/>
                </a:lnTo>
                <a:lnTo>
                  <a:pt x="552450" y="895350"/>
                </a:lnTo>
                <a:lnTo>
                  <a:pt x="542925" y="895350"/>
                </a:lnTo>
                <a:close/>
                <a:moveTo>
                  <a:pt x="523875" y="895350"/>
                </a:moveTo>
                <a:lnTo>
                  <a:pt x="533400" y="895350"/>
                </a:lnTo>
                <a:lnTo>
                  <a:pt x="533400" y="904875"/>
                </a:lnTo>
                <a:lnTo>
                  <a:pt x="523875" y="904875"/>
                </a:lnTo>
                <a:close/>
                <a:moveTo>
                  <a:pt x="552450" y="895350"/>
                </a:moveTo>
                <a:lnTo>
                  <a:pt x="561975" y="895350"/>
                </a:lnTo>
                <a:lnTo>
                  <a:pt x="561975" y="904875"/>
                </a:lnTo>
                <a:lnTo>
                  <a:pt x="581025" y="904875"/>
                </a:lnTo>
                <a:lnTo>
                  <a:pt x="581025" y="895350"/>
                </a:lnTo>
                <a:lnTo>
                  <a:pt x="590550" y="895350"/>
                </a:lnTo>
                <a:lnTo>
                  <a:pt x="590550" y="904875"/>
                </a:lnTo>
                <a:lnTo>
                  <a:pt x="600075" y="904875"/>
                </a:lnTo>
                <a:lnTo>
                  <a:pt x="600075" y="895350"/>
                </a:lnTo>
                <a:lnTo>
                  <a:pt x="619125" y="895350"/>
                </a:lnTo>
                <a:lnTo>
                  <a:pt x="619125" y="904875"/>
                </a:lnTo>
                <a:lnTo>
                  <a:pt x="609600" y="904875"/>
                </a:lnTo>
                <a:lnTo>
                  <a:pt x="609600" y="914400"/>
                </a:lnTo>
                <a:lnTo>
                  <a:pt x="600075" y="914400"/>
                </a:lnTo>
                <a:lnTo>
                  <a:pt x="600075" y="923925"/>
                </a:lnTo>
                <a:lnTo>
                  <a:pt x="590550" y="923925"/>
                </a:lnTo>
                <a:lnTo>
                  <a:pt x="590550" y="942975"/>
                </a:lnTo>
                <a:lnTo>
                  <a:pt x="600075" y="942975"/>
                </a:lnTo>
                <a:lnTo>
                  <a:pt x="600075" y="962025"/>
                </a:lnTo>
                <a:lnTo>
                  <a:pt x="571500" y="962025"/>
                </a:lnTo>
                <a:lnTo>
                  <a:pt x="571500" y="952500"/>
                </a:lnTo>
                <a:lnTo>
                  <a:pt x="561975" y="952500"/>
                </a:lnTo>
                <a:lnTo>
                  <a:pt x="561975" y="914400"/>
                </a:lnTo>
                <a:lnTo>
                  <a:pt x="542925" y="914400"/>
                </a:lnTo>
                <a:lnTo>
                  <a:pt x="542925" y="904875"/>
                </a:lnTo>
                <a:lnTo>
                  <a:pt x="552450" y="904875"/>
                </a:lnTo>
                <a:close/>
                <a:moveTo>
                  <a:pt x="619125" y="904875"/>
                </a:moveTo>
                <a:lnTo>
                  <a:pt x="628650" y="904875"/>
                </a:lnTo>
                <a:lnTo>
                  <a:pt x="628650" y="914400"/>
                </a:lnTo>
                <a:lnTo>
                  <a:pt x="619125" y="914400"/>
                </a:lnTo>
                <a:close/>
                <a:moveTo>
                  <a:pt x="533400" y="914400"/>
                </a:moveTo>
                <a:lnTo>
                  <a:pt x="542925" y="914400"/>
                </a:lnTo>
                <a:lnTo>
                  <a:pt x="542925" y="923925"/>
                </a:lnTo>
                <a:lnTo>
                  <a:pt x="533400" y="923925"/>
                </a:lnTo>
                <a:close/>
                <a:moveTo>
                  <a:pt x="314325" y="923925"/>
                </a:moveTo>
                <a:lnTo>
                  <a:pt x="333375" y="923925"/>
                </a:lnTo>
                <a:lnTo>
                  <a:pt x="333375" y="933450"/>
                </a:lnTo>
                <a:lnTo>
                  <a:pt x="342900" y="933450"/>
                </a:lnTo>
                <a:lnTo>
                  <a:pt x="342900" y="942975"/>
                </a:lnTo>
                <a:lnTo>
                  <a:pt x="352425" y="942975"/>
                </a:lnTo>
                <a:lnTo>
                  <a:pt x="352425" y="952500"/>
                </a:lnTo>
                <a:lnTo>
                  <a:pt x="371475" y="952500"/>
                </a:lnTo>
                <a:lnTo>
                  <a:pt x="371475" y="962025"/>
                </a:lnTo>
                <a:lnTo>
                  <a:pt x="323850" y="962025"/>
                </a:lnTo>
                <a:lnTo>
                  <a:pt x="323850" y="942975"/>
                </a:lnTo>
                <a:lnTo>
                  <a:pt x="314325" y="942975"/>
                </a:lnTo>
                <a:close/>
                <a:moveTo>
                  <a:pt x="314325" y="962025"/>
                </a:moveTo>
                <a:lnTo>
                  <a:pt x="323850" y="962025"/>
                </a:lnTo>
                <a:lnTo>
                  <a:pt x="323850" y="971550"/>
                </a:lnTo>
                <a:lnTo>
                  <a:pt x="314325" y="971550"/>
                </a:lnTo>
                <a:close/>
                <a:moveTo>
                  <a:pt x="371475" y="962025"/>
                </a:moveTo>
                <a:lnTo>
                  <a:pt x="381000" y="962025"/>
                </a:lnTo>
                <a:lnTo>
                  <a:pt x="381000" y="990600"/>
                </a:lnTo>
                <a:lnTo>
                  <a:pt x="390525" y="990600"/>
                </a:lnTo>
                <a:lnTo>
                  <a:pt x="390525" y="981075"/>
                </a:lnTo>
                <a:lnTo>
                  <a:pt x="400050" y="981075"/>
                </a:lnTo>
                <a:lnTo>
                  <a:pt x="400050" y="971550"/>
                </a:lnTo>
                <a:lnTo>
                  <a:pt x="409575" y="971550"/>
                </a:lnTo>
                <a:lnTo>
                  <a:pt x="409575" y="962025"/>
                </a:lnTo>
                <a:lnTo>
                  <a:pt x="419100" y="962025"/>
                </a:lnTo>
                <a:lnTo>
                  <a:pt x="419100" y="971550"/>
                </a:lnTo>
                <a:lnTo>
                  <a:pt x="428625" y="971550"/>
                </a:lnTo>
                <a:lnTo>
                  <a:pt x="428625" y="1009650"/>
                </a:lnTo>
                <a:lnTo>
                  <a:pt x="419100" y="1009650"/>
                </a:lnTo>
                <a:lnTo>
                  <a:pt x="419100" y="1000125"/>
                </a:lnTo>
                <a:lnTo>
                  <a:pt x="409575" y="1000125"/>
                </a:lnTo>
                <a:lnTo>
                  <a:pt x="409575" y="990600"/>
                </a:lnTo>
                <a:lnTo>
                  <a:pt x="390525" y="990600"/>
                </a:lnTo>
                <a:lnTo>
                  <a:pt x="390525" y="1000125"/>
                </a:lnTo>
                <a:lnTo>
                  <a:pt x="371475" y="1000125"/>
                </a:lnTo>
                <a:close/>
                <a:moveTo>
                  <a:pt x="628650" y="971550"/>
                </a:moveTo>
                <a:lnTo>
                  <a:pt x="638175" y="971550"/>
                </a:lnTo>
                <a:lnTo>
                  <a:pt x="638175" y="990600"/>
                </a:lnTo>
                <a:lnTo>
                  <a:pt x="628650" y="990600"/>
                </a:lnTo>
                <a:close/>
                <a:moveTo>
                  <a:pt x="742950" y="971550"/>
                </a:moveTo>
                <a:lnTo>
                  <a:pt x="762000" y="971550"/>
                </a:lnTo>
                <a:lnTo>
                  <a:pt x="762000" y="981075"/>
                </a:lnTo>
                <a:lnTo>
                  <a:pt x="742950" y="981075"/>
                </a:lnTo>
                <a:close/>
                <a:moveTo>
                  <a:pt x="619125" y="990600"/>
                </a:moveTo>
                <a:lnTo>
                  <a:pt x="628650" y="990600"/>
                </a:lnTo>
                <a:lnTo>
                  <a:pt x="628650" y="1000125"/>
                </a:lnTo>
                <a:lnTo>
                  <a:pt x="638175" y="1000125"/>
                </a:lnTo>
                <a:lnTo>
                  <a:pt x="638175" y="1019175"/>
                </a:lnTo>
                <a:lnTo>
                  <a:pt x="628650" y="1019175"/>
                </a:lnTo>
                <a:lnTo>
                  <a:pt x="628650" y="1009650"/>
                </a:lnTo>
                <a:lnTo>
                  <a:pt x="619125" y="1009650"/>
                </a:lnTo>
                <a:close/>
                <a:moveTo>
                  <a:pt x="400050" y="1000125"/>
                </a:moveTo>
                <a:lnTo>
                  <a:pt x="409575" y="1000125"/>
                </a:lnTo>
                <a:lnTo>
                  <a:pt x="409575" y="1009650"/>
                </a:lnTo>
                <a:lnTo>
                  <a:pt x="419100" y="1009650"/>
                </a:lnTo>
                <a:lnTo>
                  <a:pt x="419100" y="1019175"/>
                </a:lnTo>
                <a:lnTo>
                  <a:pt x="428625" y="1019175"/>
                </a:lnTo>
                <a:lnTo>
                  <a:pt x="428625" y="1038225"/>
                </a:lnTo>
                <a:lnTo>
                  <a:pt x="419100" y="1038225"/>
                </a:lnTo>
                <a:lnTo>
                  <a:pt x="419100" y="1047750"/>
                </a:lnTo>
                <a:lnTo>
                  <a:pt x="409575" y="1047750"/>
                </a:lnTo>
                <a:lnTo>
                  <a:pt x="409575" y="1038225"/>
                </a:lnTo>
                <a:lnTo>
                  <a:pt x="400050" y="1038225"/>
                </a:lnTo>
                <a:lnTo>
                  <a:pt x="400050" y="1019175"/>
                </a:lnTo>
                <a:lnTo>
                  <a:pt x="390525" y="1019175"/>
                </a:lnTo>
                <a:lnTo>
                  <a:pt x="390525" y="1009650"/>
                </a:lnTo>
                <a:lnTo>
                  <a:pt x="400050" y="1009650"/>
                </a:lnTo>
                <a:close/>
                <a:moveTo>
                  <a:pt x="57150" y="1009650"/>
                </a:moveTo>
                <a:lnTo>
                  <a:pt x="76200" y="1009650"/>
                </a:lnTo>
                <a:lnTo>
                  <a:pt x="76200" y="1019175"/>
                </a:lnTo>
                <a:lnTo>
                  <a:pt x="95250" y="1019175"/>
                </a:lnTo>
                <a:lnTo>
                  <a:pt x="95250" y="1009650"/>
                </a:lnTo>
                <a:lnTo>
                  <a:pt x="104775" y="1009650"/>
                </a:lnTo>
                <a:lnTo>
                  <a:pt x="104775" y="1019175"/>
                </a:lnTo>
                <a:lnTo>
                  <a:pt x="95250" y="1019175"/>
                </a:lnTo>
                <a:lnTo>
                  <a:pt x="95250" y="1028700"/>
                </a:lnTo>
                <a:lnTo>
                  <a:pt x="85725" y="1028700"/>
                </a:lnTo>
                <a:lnTo>
                  <a:pt x="85725" y="1038225"/>
                </a:lnTo>
                <a:lnTo>
                  <a:pt x="76200" y="1038225"/>
                </a:lnTo>
                <a:lnTo>
                  <a:pt x="76200" y="1047750"/>
                </a:lnTo>
                <a:lnTo>
                  <a:pt x="47625" y="1047750"/>
                </a:lnTo>
                <a:lnTo>
                  <a:pt x="47625" y="1019175"/>
                </a:lnTo>
                <a:lnTo>
                  <a:pt x="57150" y="1019175"/>
                </a:lnTo>
                <a:close/>
                <a:moveTo>
                  <a:pt x="533400" y="1009650"/>
                </a:moveTo>
                <a:lnTo>
                  <a:pt x="542925" y="1009650"/>
                </a:lnTo>
                <a:lnTo>
                  <a:pt x="542925" y="1019175"/>
                </a:lnTo>
                <a:lnTo>
                  <a:pt x="552450" y="1019175"/>
                </a:lnTo>
                <a:lnTo>
                  <a:pt x="552450" y="1028700"/>
                </a:lnTo>
                <a:lnTo>
                  <a:pt x="561975" y="1028700"/>
                </a:lnTo>
                <a:lnTo>
                  <a:pt x="561975" y="1038225"/>
                </a:lnTo>
                <a:lnTo>
                  <a:pt x="552450" y="1038225"/>
                </a:lnTo>
                <a:lnTo>
                  <a:pt x="552450" y="1057275"/>
                </a:lnTo>
                <a:lnTo>
                  <a:pt x="561975" y="1057275"/>
                </a:lnTo>
                <a:lnTo>
                  <a:pt x="561975" y="1076325"/>
                </a:lnTo>
                <a:lnTo>
                  <a:pt x="542925" y="1076325"/>
                </a:lnTo>
                <a:lnTo>
                  <a:pt x="542925" y="1085850"/>
                </a:lnTo>
                <a:lnTo>
                  <a:pt x="504825" y="1085850"/>
                </a:lnTo>
                <a:lnTo>
                  <a:pt x="504825" y="1066800"/>
                </a:lnTo>
                <a:lnTo>
                  <a:pt x="523875" y="1066800"/>
                </a:lnTo>
                <a:lnTo>
                  <a:pt x="523875" y="1047750"/>
                </a:lnTo>
                <a:lnTo>
                  <a:pt x="514350" y="1047750"/>
                </a:lnTo>
                <a:lnTo>
                  <a:pt x="514350" y="1019175"/>
                </a:lnTo>
                <a:lnTo>
                  <a:pt x="533400" y="1019175"/>
                </a:lnTo>
                <a:close/>
                <a:moveTo>
                  <a:pt x="742950" y="1019175"/>
                </a:moveTo>
                <a:lnTo>
                  <a:pt x="752475" y="1019175"/>
                </a:lnTo>
                <a:lnTo>
                  <a:pt x="752475" y="1028700"/>
                </a:lnTo>
                <a:lnTo>
                  <a:pt x="762000" y="1028700"/>
                </a:lnTo>
                <a:lnTo>
                  <a:pt x="762000" y="1038225"/>
                </a:lnTo>
                <a:lnTo>
                  <a:pt x="742950" y="1038225"/>
                </a:lnTo>
                <a:lnTo>
                  <a:pt x="742950" y="1047750"/>
                </a:lnTo>
                <a:lnTo>
                  <a:pt x="733425" y="1047750"/>
                </a:lnTo>
                <a:lnTo>
                  <a:pt x="733425" y="1038225"/>
                </a:lnTo>
                <a:lnTo>
                  <a:pt x="723900" y="1038225"/>
                </a:lnTo>
                <a:lnTo>
                  <a:pt x="723900" y="1028700"/>
                </a:lnTo>
                <a:lnTo>
                  <a:pt x="742950" y="1028700"/>
                </a:lnTo>
                <a:close/>
                <a:moveTo>
                  <a:pt x="523875" y="1038225"/>
                </a:moveTo>
                <a:lnTo>
                  <a:pt x="533400" y="1038225"/>
                </a:lnTo>
                <a:lnTo>
                  <a:pt x="533400" y="1028700"/>
                </a:lnTo>
                <a:lnTo>
                  <a:pt x="523875" y="1028700"/>
                </a:lnTo>
                <a:close/>
                <a:moveTo>
                  <a:pt x="733425" y="1066800"/>
                </a:moveTo>
                <a:lnTo>
                  <a:pt x="742950" y="1066800"/>
                </a:lnTo>
                <a:lnTo>
                  <a:pt x="742950" y="1076325"/>
                </a:lnTo>
                <a:lnTo>
                  <a:pt x="733425" y="1076325"/>
                </a:lnTo>
                <a:close/>
                <a:moveTo>
                  <a:pt x="752475" y="1066800"/>
                </a:moveTo>
                <a:lnTo>
                  <a:pt x="762000" y="1066800"/>
                </a:lnTo>
                <a:lnTo>
                  <a:pt x="762000" y="1076325"/>
                </a:lnTo>
                <a:lnTo>
                  <a:pt x="752475" y="1076325"/>
                </a:lnTo>
                <a:close/>
                <a:moveTo>
                  <a:pt x="304800" y="1076325"/>
                </a:moveTo>
                <a:lnTo>
                  <a:pt x="333375" y="1076325"/>
                </a:lnTo>
                <a:lnTo>
                  <a:pt x="333375" y="1085850"/>
                </a:lnTo>
                <a:lnTo>
                  <a:pt x="342900" y="1085850"/>
                </a:lnTo>
                <a:lnTo>
                  <a:pt x="342900" y="1123950"/>
                </a:lnTo>
                <a:lnTo>
                  <a:pt x="352425" y="1123950"/>
                </a:lnTo>
                <a:lnTo>
                  <a:pt x="352425" y="1114425"/>
                </a:lnTo>
                <a:lnTo>
                  <a:pt x="371475" y="1114425"/>
                </a:lnTo>
                <a:lnTo>
                  <a:pt x="371475" y="1123950"/>
                </a:lnTo>
                <a:lnTo>
                  <a:pt x="381000" y="1123950"/>
                </a:lnTo>
                <a:lnTo>
                  <a:pt x="381000" y="1133475"/>
                </a:lnTo>
                <a:lnTo>
                  <a:pt x="390525" y="1133475"/>
                </a:lnTo>
                <a:lnTo>
                  <a:pt x="390525" y="1143000"/>
                </a:lnTo>
                <a:lnTo>
                  <a:pt x="381000" y="1143000"/>
                </a:lnTo>
                <a:lnTo>
                  <a:pt x="381000" y="1152525"/>
                </a:lnTo>
                <a:lnTo>
                  <a:pt x="390525" y="1152525"/>
                </a:lnTo>
                <a:lnTo>
                  <a:pt x="390525" y="1162050"/>
                </a:lnTo>
                <a:lnTo>
                  <a:pt x="371475" y="1162050"/>
                </a:lnTo>
                <a:lnTo>
                  <a:pt x="371475" y="1171575"/>
                </a:lnTo>
                <a:lnTo>
                  <a:pt x="361950" y="1171575"/>
                </a:lnTo>
                <a:lnTo>
                  <a:pt x="361950" y="1162050"/>
                </a:lnTo>
                <a:lnTo>
                  <a:pt x="352425" y="1162050"/>
                </a:lnTo>
                <a:lnTo>
                  <a:pt x="352425" y="1143000"/>
                </a:lnTo>
                <a:lnTo>
                  <a:pt x="333375" y="1143000"/>
                </a:lnTo>
                <a:lnTo>
                  <a:pt x="333375" y="1162050"/>
                </a:lnTo>
                <a:lnTo>
                  <a:pt x="323850" y="1162050"/>
                </a:lnTo>
                <a:lnTo>
                  <a:pt x="323850" y="1171575"/>
                </a:lnTo>
                <a:lnTo>
                  <a:pt x="304800" y="1171575"/>
                </a:lnTo>
                <a:lnTo>
                  <a:pt x="304800" y="1162050"/>
                </a:lnTo>
                <a:lnTo>
                  <a:pt x="314325" y="1162050"/>
                </a:lnTo>
                <a:lnTo>
                  <a:pt x="314325" y="1104900"/>
                </a:lnTo>
                <a:lnTo>
                  <a:pt x="323850" y="1104900"/>
                </a:lnTo>
                <a:lnTo>
                  <a:pt x="323850" y="1085850"/>
                </a:lnTo>
                <a:lnTo>
                  <a:pt x="304800" y="1085850"/>
                </a:lnTo>
                <a:close/>
                <a:moveTo>
                  <a:pt x="295275" y="1123950"/>
                </a:moveTo>
                <a:lnTo>
                  <a:pt x="304800" y="1123950"/>
                </a:lnTo>
                <a:lnTo>
                  <a:pt x="304800" y="1152525"/>
                </a:lnTo>
                <a:lnTo>
                  <a:pt x="295275" y="1152525"/>
                </a:lnTo>
                <a:close/>
                <a:moveTo>
                  <a:pt x="742950" y="1133475"/>
                </a:moveTo>
                <a:lnTo>
                  <a:pt x="752475" y="1133475"/>
                </a:lnTo>
                <a:lnTo>
                  <a:pt x="752475" y="1143000"/>
                </a:lnTo>
                <a:lnTo>
                  <a:pt x="742950" y="1143000"/>
                </a:lnTo>
                <a:close/>
                <a:moveTo>
                  <a:pt x="723900" y="1162050"/>
                </a:moveTo>
                <a:lnTo>
                  <a:pt x="733425" y="1162050"/>
                </a:lnTo>
                <a:lnTo>
                  <a:pt x="733425" y="1171575"/>
                </a:lnTo>
                <a:lnTo>
                  <a:pt x="742950" y="1171575"/>
                </a:lnTo>
                <a:lnTo>
                  <a:pt x="742950" y="1162050"/>
                </a:lnTo>
                <a:lnTo>
                  <a:pt x="762000" y="1162050"/>
                </a:lnTo>
                <a:lnTo>
                  <a:pt x="762000" y="1190625"/>
                </a:lnTo>
                <a:lnTo>
                  <a:pt x="733425" y="1190625"/>
                </a:lnTo>
                <a:lnTo>
                  <a:pt x="733425" y="1200150"/>
                </a:lnTo>
                <a:lnTo>
                  <a:pt x="723900" y="1200150"/>
                </a:lnTo>
                <a:close/>
                <a:moveTo>
                  <a:pt x="504825" y="1181100"/>
                </a:moveTo>
                <a:lnTo>
                  <a:pt x="523875" y="1181100"/>
                </a:lnTo>
                <a:lnTo>
                  <a:pt x="523875" y="1190625"/>
                </a:lnTo>
                <a:lnTo>
                  <a:pt x="533400" y="1190625"/>
                </a:lnTo>
                <a:lnTo>
                  <a:pt x="533400" y="1209675"/>
                </a:lnTo>
                <a:lnTo>
                  <a:pt x="523875" y="1209675"/>
                </a:lnTo>
                <a:lnTo>
                  <a:pt x="523875" y="1200150"/>
                </a:lnTo>
                <a:lnTo>
                  <a:pt x="504825" y="1200150"/>
                </a:lnTo>
                <a:lnTo>
                  <a:pt x="504825" y="1209675"/>
                </a:lnTo>
                <a:lnTo>
                  <a:pt x="495300" y="1209675"/>
                </a:lnTo>
                <a:lnTo>
                  <a:pt x="495300" y="1190625"/>
                </a:lnTo>
                <a:lnTo>
                  <a:pt x="504825" y="1190625"/>
                </a:lnTo>
                <a:close/>
                <a:moveTo>
                  <a:pt x="457200" y="1209675"/>
                </a:moveTo>
                <a:lnTo>
                  <a:pt x="476250" y="1209675"/>
                </a:lnTo>
                <a:lnTo>
                  <a:pt x="476250" y="1238250"/>
                </a:lnTo>
                <a:lnTo>
                  <a:pt x="457200" y="1238250"/>
                </a:lnTo>
                <a:lnTo>
                  <a:pt x="457200" y="1257300"/>
                </a:lnTo>
                <a:lnTo>
                  <a:pt x="447675" y="1257300"/>
                </a:lnTo>
                <a:lnTo>
                  <a:pt x="447675" y="1247775"/>
                </a:lnTo>
                <a:lnTo>
                  <a:pt x="438150" y="1247775"/>
                </a:lnTo>
                <a:lnTo>
                  <a:pt x="438150" y="1276350"/>
                </a:lnTo>
                <a:lnTo>
                  <a:pt x="428625" y="1276350"/>
                </a:lnTo>
                <a:lnTo>
                  <a:pt x="428625" y="1228725"/>
                </a:lnTo>
                <a:lnTo>
                  <a:pt x="466725" y="1228725"/>
                </a:lnTo>
                <a:lnTo>
                  <a:pt x="466725" y="1219200"/>
                </a:lnTo>
                <a:lnTo>
                  <a:pt x="457200" y="1219200"/>
                </a:lnTo>
                <a:close/>
                <a:moveTo>
                  <a:pt x="38100" y="1257300"/>
                </a:moveTo>
                <a:lnTo>
                  <a:pt x="47625" y="1257300"/>
                </a:lnTo>
                <a:lnTo>
                  <a:pt x="47625" y="1276350"/>
                </a:lnTo>
                <a:lnTo>
                  <a:pt x="57150" y="1276350"/>
                </a:lnTo>
                <a:lnTo>
                  <a:pt x="57150" y="1285875"/>
                </a:lnTo>
                <a:lnTo>
                  <a:pt x="47625" y="1285875"/>
                </a:lnTo>
                <a:lnTo>
                  <a:pt x="47625" y="1295400"/>
                </a:lnTo>
                <a:lnTo>
                  <a:pt x="57150" y="1295400"/>
                </a:lnTo>
                <a:lnTo>
                  <a:pt x="57150" y="1285875"/>
                </a:lnTo>
                <a:lnTo>
                  <a:pt x="66675" y="1285875"/>
                </a:lnTo>
                <a:lnTo>
                  <a:pt x="66675" y="1304925"/>
                </a:lnTo>
                <a:lnTo>
                  <a:pt x="76200" y="1304925"/>
                </a:lnTo>
                <a:lnTo>
                  <a:pt x="76200" y="1314450"/>
                </a:lnTo>
                <a:lnTo>
                  <a:pt x="38100" y="1314450"/>
                </a:lnTo>
                <a:lnTo>
                  <a:pt x="38100" y="1304925"/>
                </a:lnTo>
                <a:lnTo>
                  <a:pt x="28575" y="1304925"/>
                </a:lnTo>
                <a:lnTo>
                  <a:pt x="28575" y="1295400"/>
                </a:lnTo>
                <a:lnTo>
                  <a:pt x="19050" y="1295400"/>
                </a:lnTo>
                <a:lnTo>
                  <a:pt x="19050" y="1266825"/>
                </a:lnTo>
                <a:lnTo>
                  <a:pt x="38100" y="1266825"/>
                </a:lnTo>
                <a:close/>
                <a:moveTo>
                  <a:pt x="542925" y="1257300"/>
                </a:moveTo>
                <a:lnTo>
                  <a:pt x="552450" y="1257300"/>
                </a:lnTo>
                <a:lnTo>
                  <a:pt x="552450" y="1266825"/>
                </a:lnTo>
                <a:lnTo>
                  <a:pt x="561975" y="1266825"/>
                </a:lnTo>
                <a:lnTo>
                  <a:pt x="561975" y="1276350"/>
                </a:lnTo>
                <a:lnTo>
                  <a:pt x="552450" y="1276350"/>
                </a:lnTo>
                <a:lnTo>
                  <a:pt x="552450" y="1285875"/>
                </a:lnTo>
                <a:lnTo>
                  <a:pt x="542925" y="1285875"/>
                </a:lnTo>
                <a:close/>
                <a:moveTo>
                  <a:pt x="809625" y="1285875"/>
                </a:moveTo>
                <a:lnTo>
                  <a:pt x="819150" y="1285875"/>
                </a:lnTo>
                <a:lnTo>
                  <a:pt x="819150" y="1295400"/>
                </a:lnTo>
                <a:lnTo>
                  <a:pt x="809625" y="1295400"/>
                </a:lnTo>
                <a:close/>
                <a:moveTo>
                  <a:pt x="0" y="1304925"/>
                </a:moveTo>
                <a:lnTo>
                  <a:pt x="28575" y="1304925"/>
                </a:lnTo>
                <a:lnTo>
                  <a:pt x="28575" y="1323975"/>
                </a:lnTo>
                <a:lnTo>
                  <a:pt x="19050" y="1323975"/>
                </a:lnTo>
                <a:lnTo>
                  <a:pt x="19050" y="1314450"/>
                </a:lnTo>
                <a:lnTo>
                  <a:pt x="0" y="1314450"/>
                </a:lnTo>
                <a:close/>
                <a:moveTo>
                  <a:pt x="304800" y="1304925"/>
                </a:moveTo>
                <a:lnTo>
                  <a:pt x="314325" y="1304925"/>
                </a:lnTo>
                <a:lnTo>
                  <a:pt x="314325" y="1323975"/>
                </a:lnTo>
                <a:lnTo>
                  <a:pt x="323850" y="1323975"/>
                </a:lnTo>
                <a:lnTo>
                  <a:pt x="323850" y="1304925"/>
                </a:lnTo>
                <a:lnTo>
                  <a:pt x="333375" y="1304925"/>
                </a:lnTo>
                <a:lnTo>
                  <a:pt x="333375" y="1323975"/>
                </a:lnTo>
                <a:lnTo>
                  <a:pt x="352425" y="1323975"/>
                </a:lnTo>
                <a:lnTo>
                  <a:pt x="352425" y="1333500"/>
                </a:lnTo>
                <a:lnTo>
                  <a:pt x="361950" y="1333500"/>
                </a:lnTo>
                <a:lnTo>
                  <a:pt x="361950" y="1362075"/>
                </a:lnTo>
                <a:lnTo>
                  <a:pt x="342900" y="1362075"/>
                </a:lnTo>
                <a:lnTo>
                  <a:pt x="342900" y="1371600"/>
                </a:lnTo>
                <a:lnTo>
                  <a:pt x="333375" y="1371600"/>
                </a:lnTo>
                <a:lnTo>
                  <a:pt x="333375" y="1362075"/>
                </a:lnTo>
                <a:lnTo>
                  <a:pt x="323850" y="1362075"/>
                </a:lnTo>
                <a:lnTo>
                  <a:pt x="323850" y="1371600"/>
                </a:lnTo>
                <a:lnTo>
                  <a:pt x="314325" y="1371600"/>
                </a:lnTo>
                <a:lnTo>
                  <a:pt x="314325" y="1362075"/>
                </a:lnTo>
                <a:lnTo>
                  <a:pt x="304800" y="1362075"/>
                </a:lnTo>
                <a:lnTo>
                  <a:pt x="304800" y="1352550"/>
                </a:lnTo>
                <a:lnTo>
                  <a:pt x="323850" y="1352550"/>
                </a:lnTo>
                <a:lnTo>
                  <a:pt x="323850" y="1343025"/>
                </a:lnTo>
                <a:lnTo>
                  <a:pt x="314325" y="1343025"/>
                </a:lnTo>
                <a:lnTo>
                  <a:pt x="314325" y="1333500"/>
                </a:lnTo>
                <a:lnTo>
                  <a:pt x="304800" y="1333500"/>
                </a:lnTo>
                <a:close/>
                <a:moveTo>
                  <a:pt x="428625" y="1304925"/>
                </a:moveTo>
                <a:lnTo>
                  <a:pt x="438150" y="1304925"/>
                </a:lnTo>
                <a:lnTo>
                  <a:pt x="438150" y="1314450"/>
                </a:lnTo>
                <a:lnTo>
                  <a:pt x="428625" y="1314450"/>
                </a:lnTo>
                <a:close/>
                <a:moveTo>
                  <a:pt x="485775" y="1343025"/>
                </a:moveTo>
                <a:lnTo>
                  <a:pt x="504825" y="1343025"/>
                </a:lnTo>
                <a:lnTo>
                  <a:pt x="504825" y="1352550"/>
                </a:lnTo>
                <a:lnTo>
                  <a:pt x="485775" y="1352550"/>
                </a:lnTo>
                <a:close/>
                <a:moveTo>
                  <a:pt x="742950" y="1343025"/>
                </a:moveTo>
                <a:lnTo>
                  <a:pt x="752475" y="1343025"/>
                </a:lnTo>
                <a:lnTo>
                  <a:pt x="752475" y="1362075"/>
                </a:lnTo>
                <a:lnTo>
                  <a:pt x="742950" y="1362075"/>
                </a:lnTo>
                <a:close/>
                <a:moveTo>
                  <a:pt x="0" y="1352550"/>
                </a:moveTo>
                <a:lnTo>
                  <a:pt x="9525" y="1352550"/>
                </a:lnTo>
                <a:lnTo>
                  <a:pt x="9525" y="1362075"/>
                </a:lnTo>
                <a:lnTo>
                  <a:pt x="0" y="1362075"/>
                </a:lnTo>
                <a:close/>
                <a:moveTo>
                  <a:pt x="942975" y="1352550"/>
                </a:moveTo>
                <a:lnTo>
                  <a:pt x="962025" y="1352550"/>
                </a:lnTo>
                <a:lnTo>
                  <a:pt x="962025" y="1390650"/>
                </a:lnTo>
                <a:lnTo>
                  <a:pt x="971550" y="1390650"/>
                </a:lnTo>
                <a:lnTo>
                  <a:pt x="971550" y="1409700"/>
                </a:lnTo>
                <a:lnTo>
                  <a:pt x="952500" y="1409700"/>
                </a:lnTo>
                <a:lnTo>
                  <a:pt x="952500" y="1381125"/>
                </a:lnTo>
                <a:lnTo>
                  <a:pt x="942975" y="1381125"/>
                </a:lnTo>
                <a:lnTo>
                  <a:pt x="942975" y="1371600"/>
                </a:lnTo>
                <a:lnTo>
                  <a:pt x="952500" y="1371600"/>
                </a:lnTo>
                <a:lnTo>
                  <a:pt x="952500" y="1362075"/>
                </a:lnTo>
                <a:lnTo>
                  <a:pt x="942975" y="1362075"/>
                </a:lnTo>
                <a:close/>
                <a:moveTo>
                  <a:pt x="904875" y="1362075"/>
                </a:moveTo>
                <a:lnTo>
                  <a:pt x="914400" y="1362075"/>
                </a:lnTo>
                <a:lnTo>
                  <a:pt x="914400" y="1371600"/>
                </a:lnTo>
                <a:lnTo>
                  <a:pt x="904875" y="1371600"/>
                </a:lnTo>
                <a:close/>
                <a:moveTo>
                  <a:pt x="466725" y="1371600"/>
                </a:moveTo>
                <a:lnTo>
                  <a:pt x="485775" y="1371600"/>
                </a:lnTo>
                <a:lnTo>
                  <a:pt x="485775" y="1381125"/>
                </a:lnTo>
                <a:lnTo>
                  <a:pt x="466725" y="1381125"/>
                </a:lnTo>
                <a:close/>
                <a:moveTo>
                  <a:pt x="1123950" y="1371600"/>
                </a:moveTo>
                <a:lnTo>
                  <a:pt x="1143000" y="1371600"/>
                </a:lnTo>
                <a:lnTo>
                  <a:pt x="1143000" y="1390650"/>
                </a:lnTo>
                <a:lnTo>
                  <a:pt x="1152525" y="1390650"/>
                </a:lnTo>
                <a:lnTo>
                  <a:pt x="1152525" y="1400175"/>
                </a:lnTo>
                <a:lnTo>
                  <a:pt x="1123950" y="1400175"/>
                </a:lnTo>
                <a:close/>
                <a:moveTo>
                  <a:pt x="876300" y="1381125"/>
                </a:moveTo>
                <a:lnTo>
                  <a:pt x="885825" y="1381125"/>
                </a:lnTo>
                <a:lnTo>
                  <a:pt x="885825" y="1390650"/>
                </a:lnTo>
                <a:lnTo>
                  <a:pt x="876300" y="1390650"/>
                </a:lnTo>
                <a:close/>
                <a:moveTo>
                  <a:pt x="190500" y="1390650"/>
                </a:moveTo>
                <a:lnTo>
                  <a:pt x="200025" y="1390650"/>
                </a:lnTo>
                <a:lnTo>
                  <a:pt x="200025" y="1409700"/>
                </a:lnTo>
                <a:lnTo>
                  <a:pt x="209550" y="1409700"/>
                </a:lnTo>
                <a:lnTo>
                  <a:pt x="209550" y="1419225"/>
                </a:lnTo>
                <a:lnTo>
                  <a:pt x="200025" y="1419225"/>
                </a:lnTo>
                <a:lnTo>
                  <a:pt x="200025" y="1438275"/>
                </a:lnTo>
                <a:lnTo>
                  <a:pt x="180975" y="1438275"/>
                </a:lnTo>
                <a:lnTo>
                  <a:pt x="180975" y="1428750"/>
                </a:lnTo>
                <a:lnTo>
                  <a:pt x="190500" y="1428750"/>
                </a:lnTo>
                <a:lnTo>
                  <a:pt x="190500" y="1419225"/>
                </a:lnTo>
                <a:lnTo>
                  <a:pt x="171450" y="1419225"/>
                </a:lnTo>
                <a:lnTo>
                  <a:pt x="171450" y="1409700"/>
                </a:lnTo>
                <a:lnTo>
                  <a:pt x="161925" y="1409700"/>
                </a:lnTo>
                <a:lnTo>
                  <a:pt x="161925" y="1400175"/>
                </a:lnTo>
                <a:lnTo>
                  <a:pt x="190500" y="1400175"/>
                </a:lnTo>
                <a:close/>
                <a:moveTo>
                  <a:pt x="438150" y="1390650"/>
                </a:moveTo>
                <a:lnTo>
                  <a:pt x="447675" y="1390650"/>
                </a:lnTo>
                <a:lnTo>
                  <a:pt x="447675" y="1409700"/>
                </a:lnTo>
                <a:lnTo>
                  <a:pt x="457200" y="1409700"/>
                </a:lnTo>
                <a:lnTo>
                  <a:pt x="457200" y="1419225"/>
                </a:lnTo>
                <a:lnTo>
                  <a:pt x="476250" y="1419225"/>
                </a:lnTo>
                <a:lnTo>
                  <a:pt x="476250" y="1438275"/>
                </a:lnTo>
                <a:lnTo>
                  <a:pt x="485775" y="1438275"/>
                </a:lnTo>
                <a:lnTo>
                  <a:pt x="485775" y="1447800"/>
                </a:lnTo>
                <a:lnTo>
                  <a:pt x="495300" y="1447800"/>
                </a:lnTo>
                <a:lnTo>
                  <a:pt x="495300" y="1457325"/>
                </a:lnTo>
                <a:lnTo>
                  <a:pt x="485775" y="1457325"/>
                </a:lnTo>
                <a:lnTo>
                  <a:pt x="485775" y="1466850"/>
                </a:lnTo>
                <a:lnTo>
                  <a:pt x="466725" y="1466850"/>
                </a:lnTo>
                <a:lnTo>
                  <a:pt x="466725" y="1447800"/>
                </a:lnTo>
                <a:lnTo>
                  <a:pt x="447675" y="1447800"/>
                </a:lnTo>
                <a:lnTo>
                  <a:pt x="447675" y="1428750"/>
                </a:lnTo>
                <a:lnTo>
                  <a:pt x="428625" y="1428750"/>
                </a:lnTo>
                <a:lnTo>
                  <a:pt x="428625" y="1409700"/>
                </a:lnTo>
                <a:lnTo>
                  <a:pt x="438150" y="1409700"/>
                </a:lnTo>
                <a:close/>
                <a:moveTo>
                  <a:pt x="733425" y="1390650"/>
                </a:moveTo>
                <a:lnTo>
                  <a:pt x="742950" y="1390650"/>
                </a:lnTo>
                <a:lnTo>
                  <a:pt x="742950" y="1409700"/>
                </a:lnTo>
                <a:lnTo>
                  <a:pt x="733425" y="1409700"/>
                </a:lnTo>
                <a:close/>
                <a:moveTo>
                  <a:pt x="800100" y="1400175"/>
                </a:moveTo>
                <a:lnTo>
                  <a:pt x="819150" y="1400175"/>
                </a:lnTo>
                <a:lnTo>
                  <a:pt x="819150" y="1419225"/>
                </a:lnTo>
                <a:lnTo>
                  <a:pt x="809625" y="1419225"/>
                </a:lnTo>
                <a:lnTo>
                  <a:pt x="809625" y="1409700"/>
                </a:lnTo>
                <a:lnTo>
                  <a:pt x="800100" y="1409700"/>
                </a:lnTo>
                <a:close/>
                <a:moveTo>
                  <a:pt x="847725" y="1400175"/>
                </a:moveTo>
                <a:lnTo>
                  <a:pt x="857250" y="1400175"/>
                </a:lnTo>
                <a:lnTo>
                  <a:pt x="857250" y="1438275"/>
                </a:lnTo>
                <a:lnTo>
                  <a:pt x="819150" y="1438275"/>
                </a:lnTo>
                <a:lnTo>
                  <a:pt x="819150" y="1419225"/>
                </a:lnTo>
                <a:lnTo>
                  <a:pt x="828675" y="1419225"/>
                </a:lnTo>
                <a:lnTo>
                  <a:pt x="828675" y="1409700"/>
                </a:lnTo>
                <a:lnTo>
                  <a:pt x="847725" y="1409700"/>
                </a:lnTo>
                <a:close/>
                <a:moveTo>
                  <a:pt x="1095375" y="1400175"/>
                </a:moveTo>
                <a:lnTo>
                  <a:pt x="1104900" y="1400175"/>
                </a:lnTo>
                <a:lnTo>
                  <a:pt x="1104900" y="1409700"/>
                </a:lnTo>
                <a:lnTo>
                  <a:pt x="1095375" y="1409700"/>
                </a:lnTo>
                <a:close/>
                <a:moveTo>
                  <a:pt x="895350" y="1409700"/>
                </a:moveTo>
                <a:lnTo>
                  <a:pt x="914400" y="1409700"/>
                </a:lnTo>
                <a:lnTo>
                  <a:pt x="914400" y="1419225"/>
                </a:lnTo>
                <a:lnTo>
                  <a:pt x="895350" y="1419225"/>
                </a:lnTo>
                <a:close/>
                <a:moveTo>
                  <a:pt x="381000" y="1419225"/>
                </a:moveTo>
                <a:lnTo>
                  <a:pt x="400050" y="1419225"/>
                </a:lnTo>
                <a:lnTo>
                  <a:pt x="400050" y="1447800"/>
                </a:lnTo>
                <a:lnTo>
                  <a:pt x="381000" y="1447800"/>
                </a:lnTo>
                <a:close/>
                <a:moveTo>
                  <a:pt x="600075" y="1419225"/>
                </a:moveTo>
                <a:lnTo>
                  <a:pt x="619125" y="1419225"/>
                </a:lnTo>
                <a:lnTo>
                  <a:pt x="619125" y="1428750"/>
                </a:lnTo>
                <a:lnTo>
                  <a:pt x="600075" y="1428750"/>
                </a:lnTo>
                <a:close/>
                <a:moveTo>
                  <a:pt x="742950" y="1419225"/>
                </a:moveTo>
                <a:lnTo>
                  <a:pt x="781050" y="1419225"/>
                </a:lnTo>
                <a:lnTo>
                  <a:pt x="781050" y="1438275"/>
                </a:lnTo>
                <a:lnTo>
                  <a:pt x="762000" y="1438275"/>
                </a:lnTo>
                <a:lnTo>
                  <a:pt x="762000" y="1447800"/>
                </a:lnTo>
                <a:lnTo>
                  <a:pt x="742950" y="1447800"/>
                </a:lnTo>
                <a:lnTo>
                  <a:pt x="742950" y="1466850"/>
                </a:lnTo>
                <a:lnTo>
                  <a:pt x="733425" y="1466850"/>
                </a:lnTo>
                <a:lnTo>
                  <a:pt x="733425" y="1428750"/>
                </a:lnTo>
                <a:lnTo>
                  <a:pt x="742950" y="1428750"/>
                </a:lnTo>
                <a:close/>
                <a:moveTo>
                  <a:pt x="657225" y="1428750"/>
                </a:moveTo>
                <a:lnTo>
                  <a:pt x="666750" y="1428750"/>
                </a:lnTo>
                <a:lnTo>
                  <a:pt x="666750" y="1466850"/>
                </a:lnTo>
                <a:lnTo>
                  <a:pt x="647700" y="1466850"/>
                </a:lnTo>
                <a:lnTo>
                  <a:pt x="647700" y="1457325"/>
                </a:lnTo>
                <a:lnTo>
                  <a:pt x="657225" y="1457325"/>
                </a:lnTo>
                <a:lnTo>
                  <a:pt x="657225" y="1447800"/>
                </a:lnTo>
                <a:lnTo>
                  <a:pt x="647700" y="1447800"/>
                </a:lnTo>
                <a:lnTo>
                  <a:pt x="647700" y="1438275"/>
                </a:lnTo>
                <a:lnTo>
                  <a:pt x="657225" y="1438275"/>
                </a:lnTo>
                <a:close/>
                <a:moveTo>
                  <a:pt x="962025" y="1428750"/>
                </a:moveTo>
                <a:lnTo>
                  <a:pt x="981075" y="1428750"/>
                </a:lnTo>
                <a:lnTo>
                  <a:pt x="981075" y="1447800"/>
                </a:lnTo>
                <a:lnTo>
                  <a:pt x="971550" y="1447800"/>
                </a:lnTo>
                <a:lnTo>
                  <a:pt x="971550" y="1438275"/>
                </a:lnTo>
                <a:lnTo>
                  <a:pt x="962025" y="1438275"/>
                </a:lnTo>
                <a:close/>
                <a:moveTo>
                  <a:pt x="66675" y="1438275"/>
                </a:moveTo>
                <a:lnTo>
                  <a:pt x="76200" y="1438275"/>
                </a:lnTo>
                <a:lnTo>
                  <a:pt x="76200" y="1447800"/>
                </a:lnTo>
                <a:lnTo>
                  <a:pt x="66675" y="1447800"/>
                </a:lnTo>
                <a:close/>
                <a:moveTo>
                  <a:pt x="609600" y="1438275"/>
                </a:moveTo>
                <a:lnTo>
                  <a:pt x="619125" y="1438275"/>
                </a:lnTo>
                <a:lnTo>
                  <a:pt x="619125" y="1447800"/>
                </a:lnTo>
                <a:lnTo>
                  <a:pt x="609600" y="1447800"/>
                </a:lnTo>
                <a:close/>
                <a:moveTo>
                  <a:pt x="742950" y="1438275"/>
                </a:moveTo>
                <a:lnTo>
                  <a:pt x="752475" y="1438275"/>
                </a:lnTo>
                <a:lnTo>
                  <a:pt x="752475" y="1428750"/>
                </a:lnTo>
                <a:lnTo>
                  <a:pt x="742950" y="1428750"/>
                </a:lnTo>
                <a:close/>
                <a:moveTo>
                  <a:pt x="933450" y="1438275"/>
                </a:moveTo>
                <a:lnTo>
                  <a:pt x="942975" y="1438275"/>
                </a:lnTo>
                <a:lnTo>
                  <a:pt x="942975" y="1466850"/>
                </a:lnTo>
                <a:lnTo>
                  <a:pt x="933450" y="1466850"/>
                </a:lnTo>
                <a:lnTo>
                  <a:pt x="933450" y="1476375"/>
                </a:lnTo>
                <a:lnTo>
                  <a:pt x="942975" y="1476375"/>
                </a:lnTo>
                <a:lnTo>
                  <a:pt x="942975" y="1485900"/>
                </a:lnTo>
                <a:lnTo>
                  <a:pt x="933450" y="1485900"/>
                </a:lnTo>
                <a:lnTo>
                  <a:pt x="933450" y="1504950"/>
                </a:lnTo>
                <a:lnTo>
                  <a:pt x="904875" y="1504950"/>
                </a:lnTo>
                <a:lnTo>
                  <a:pt x="904875" y="1495425"/>
                </a:lnTo>
                <a:lnTo>
                  <a:pt x="914400" y="1495425"/>
                </a:lnTo>
                <a:lnTo>
                  <a:pt x="914400" y="1485900"/>
                </a:lnTo>
                <a:lnTo>
                  <a:pt x="876300" y="1485900"/>
                </a:lnTo>
                <a:lnTo>
                  <a:pt x="876300" y="1476375"/>
                </a:lnTo>
                <a:lnTo>
                  <a:pt x="838200" y="1476375"/>
                </a:lnTo>
                <a:lnTo>
                  <a:pt x="838200" y="1457325"/>
                </a:lnTo>
                <a:lnTo>
                  <a:pt x="847725" y="1457325"/>
                </a:lnTo>
                <a:lnTo>
                  <a:pt x="847725" y="1447800"/>
                </a:lnTo>
                <a:lnTo>
                  <a:pt x="857250" y="1447800"/>
                </a:lnTo>
                <a:lnTo>
                  <a:pt x="857250" y="1457325"/>
                </a:lnTo>
                <a:lnTo>
                  <a:pt x="885825" y="1457325"/>
                </a:lnTo>
                <a:lnTo>
                  <a:pt x="885825" y="1466850"/>
                </a:lnTo>
                <a:lnTo>
                  <a:pt x="904875" y="1466850"/>
                </a:lnTo>
                <a:lnTo>
                  <a:pt x="904875" y="1476375"/>
                </a:lnTo>
                <a:lnTo>
                  <a:pt x="914400" y="1476375"/>
                </a:lnTo>
                <a:lnTo>
                  <a:pt x="914400" y="1466850"/>
                </a:lnTo>
                <a:lnTo>
                  <a:pt x="923925" y="1466850"/>
                </a:lnTo>
                <a:lnTo>
                  <a:pt x="923925" y="1457325"/>
                </a:lnTo>
                <a:lnTo>
                  <a:pt x="933450" y="1457325"/>
                </a:lnTo>
                <a:close/>
                <a:moveTo>
                  <a:pt x="142875" y="1447800"/>
                </a:moveTo>
                <a:lnTo>
                  <a:pt x="152400" y="1447800"/>
                </a:lnTo>
                <a:lnTo>
                  <a:pt x="152400" y="1457325"/>
                </a:lnTo>
                <a:lnTo>
                  <a:pt x="142875" y="1457325"/>
                </a:lnTo>
                <a:close/>
                <a:moveTo>
                  <a:pt x="428625" y="1447800"/>
                </a:moveTo>
                <a:lnTo>
                  <a:pt x="438150" y="1447800"/>
                </a:lnTo>
                <a:lnTo>
                  <a:pt x="438150" y="1457325"/>
                </a:lnTo>
                <a:lnTo>
                  <a:pt x="428625" y="1457325"/>
                </a:lnTo>
                <a:close/>
                <a:moveTo>
                  <a:pt x="504825" y="1447800"/>
                </a:moveTo>
                <a:lnTo>
                  <a:pt x="533400" y="1447800"/>
                </a:lnTo>
                <a:lnTo>
                  <a:pt x="533400" y="1466850"/>
                </a:lnTo>
                <a:lnTo>
                  <a:pt x="504825" y="1466850"/>
                </a:lnTo>
                <a:close/>
                <a:moveTo>
                  <a:pt x="552450" y="1447800"/>
                </a:moveTo>
                <a:lnTo>
                  <a:pt x="571500" y="1447800"/>
                </a:lnTo>
                <a:lnTo>
                  <a:pt x="571500" y="1466850"/>
                </a:lnTo>
                <a:lnTo>
                  <a:pt x="552450" y="1466850"/>
                </a:lnTo>
                <a:close/>
                <a:moveTo>
                  <a:pt x="800100" y="1447800"/>
                </a:moveTo>
                <a:lnTo>
                  <a:pt x="819150" y="1447800"/>
                </a:lnTo>
                <a:lnTo>
                  <a:pt x="819150" y="1457325"/>
                </a:lnTo>
                <a:lnTo>
                  <a:pt x="809625" y="1457325"/>
                </a:lnTo>
                <a:lnTo>
                  <a:pt x="809625" y="1466850"/>
                </a:lnTo>
                <a:lnTo>
                  <a:pt x="800100" y="1466850"/>
                </a:lnTo>
                <a:close/>
                <a:moveTo>
                  <a:pt x="438150" y="1457325"/>
                </a:moveTo>
                <a:lnTo>
                  <a:pt x="447675" y="1457325"/>
                </a:lnTo>
                <a:lnTo>
                  <a:pt x="447675" y="1466850"/>
                </a:lnTo>
                <a:lnTo>
                  <a:pt x="438150" y="1466850"/>
                </a:lnTo>
                <a:close/>
                <a:moveTo>
                  <a:pt x="752475" y="1457325"/>
                </a:moveTo>
                <a:lnTo>
                  <a:pt x="762000" y="1457325"/>
                </a:lnTo>
                <a:lnTo>
                  <a:pt x="762000" y="1476375"/>
                </a:lnTo>
                <a:lnTo>
                  <a:pt x="752475" y="1476375"/>
                </a:lnTo>
                <a:lnTo>
                  <a:pt x="752475" y="1495425"/>
                </a:lnTo>
                <a:lnTo>
                  <a:pt x="781050" y="1495425"/>
                </a:lnTo>
                <a:lnTo>
                  <a:pt x="781050" y="1524000"/>
                </a:lnTo>
                <a:lnTo>
                  <a:pt x="752475" y="1524000"/>
                </a:lnTo>
                <a:lnTo>
                  <a:pt x="752475" y="1514475"/>
                </a:lnTo>
                <a:lnTo>
                  <a:pt x="742950" y="1514475"/>
                </a:lnTo>
                <a:lnTo>
                  <a:pt x="742950" y="1495425"/>
                </a:lnTo>
                <a:lnTo>
                  <a:pt x="723900" y="1495425"/>
                </a:lnTo>
                <a:lnTo>
                  <a:pt x="723900" y="1466850"/>
                </a:lnTo>
                <a:lnTo>
                  <a:pt x="733425" y="1466850"/>
                </a:lnTo>
                <a:lnTo>
                  <a:pt x="733425" y="1485900"/>
                </a:lnTo>
                <a:lnTo>
                  <a:pt x="742950" y="1485900"/>
                </a:lnTo>
                <a:lnTo>
                  <a:pt x="742950" y="1466850"/>
                </a:lnTo>
                <a:lnTo>
                  <a:pt x="752475" y="1466850"/>
                </a:lnTo>
                <a:close/>
                <a:moveTo>
                  <a:pt x="381000" y="1476375"/>
                </a:moveTo>
                <a:lnTo>
                  <a:pt x="390525" y="1476375"/>
                </a:lnTo>
                <a:lnTo>
                  <a:pt x="390525" y="1485900"/>
                </a:lnTo>
                <a:lnTo>
                  <a:pt x="381000" y="1485900"/>
                </a:lnTo>
                <a:close/>
                <a:moveTo>
                  <a:pt x="0" y="1495425"/>
                </a:moveTo>
                <a:lnTo>
                  <a:pt x="19050" y="1495425"/>
                </a:lnTo>
                <a:lnTo>
                  <a:pt x="19050" y="1504950"/>
                </a:lnTo>
                <a:lnTo>
                  <a:pt x="38100" y="1504950"/>
                </a:lnTo>
                <a:lnTo>
                  <a:pt x="38100" y="1514475"/>
                </a:lnTo>
                <a:lnTo>
                  <a:pt x="9525" y="1514475"/>
                </a:lnTo>
                <a:lnTo>
                  <a:pt x="9525" y="1504950"/>
                </a:lnTo>
                <a:lnTo>
                  <a:pt x="0" y="1504950"/>
                </a:lnTo>
                <a:close/>
                <a:moveTo>
                  <a:pt x="847725" y="1495425"/>
                </a:moveTo>
                <a:lnTo>
                  <a:pt x="866775" y="1495425"/>
                </a:lnTo>
                <a:lnTo>
                  <a:pt x="866775" y="1504950"/>
                </a:lnTo>
                <a:lnTo>
                  <a:pt x="876300" y="1504950"/>
                </a:lnTo>
                <a:lnTo>
                  <a:pt x="876300" y="1514475"/>
                </a:lnTo>
                <a:lnTo>
                  <a:pt x="866775" y="1514475"/>
                </a:lnTo>
                <a:lnTo>
                  <a:pt x="866775" y="1524000"/>
                </a:lnTo>
                <a:lnTo>
                  <a:pt x="847725" y="1524000"/>
                </a:lnTo>
                <a:lnTo>
                  <a:pt x="847725" y="1514475"/>
                </a:lnTo>
                <a:lnTo>
                  <a:pt x="838200" y="1514475"/>
                </a:lnTo>
                <a:lnTo>
                  <a:pt x="838200" y="1504950"/>
                </a:lnTo>
                <a:lnTo>
                  <a:pt x="847725" y="1504950"/>
                </a:lnTo>
                <a:close/>
                <a:moveTo>
                  <a:pt x="800100" y="1504950"/>
                </a:moveTo>
                <a:lnTo>
                  <a:pt x="809625" y="1504950"/>
                </a:lnTo>
                <a:lnTo>
                  <a:pt x="809625" y="1524000"/>
                </a:lnTo>
                <a:lnTo>
                  <a:pt x="800100" y="1524000"/>
                </a:lnTo>
                <a:close/>
                <a:moveTo>
                  <a:pt x="895350" y="1504950"/>
                </a:moveTo>
                <a:lnTo>
                  <a:pt x="904875" y="1504950"/>
                </a:lnTo>
                <a:lnTo>
                  <a:pt x="904875" y="1514475"/>
                </a:lnTo>
                <a:lnTo>
                  <a:pt x="895350" y="1514475"/>
                </a:lnTo>
                <a:close/>
                <a:moveTo>
                  <a:pt x="1133475" y="1504950"/>
                </a:moveTo>
                <a:lnTo>
                  <a:pt x="1143000" y="1504950"/>
                </a:lnTo>
                <a:lnTo>
                  <a:pt x="1143000" y="1514475"/>
                </a:lnTo>
                <a:lnTo>
                  <a:pt x="1133475" y="1514475"/>
                </a:lnTo>
                <a:close/>
                <a:moveTo>
                  <a:pt x="847725" y="1514475"/>
                </a:moveTo>
                <a:lnTo>
                  <a:pt x="857250" y="1514475"/>
                </a:lnTo>
                <a:lnTo>
                  <a:pt x="857250" y="1504950"/>
                </a:lnTo>
                <a:lnTo>
                  <a:pt x="847725" y="1504950"/>
                </a:lnTo>
                <a:close/>
                <a:moveTo>
                  <a:pt x="933450" y="1514475"/>
                </a:moveTo>
                <a:lnTo>
                  <a:pt x="942975" y="1514475"/>
                </a:lnTo>
                <a:lnTo>
                  <a:pt x="942975" y="1543050"/>
                </a:lnTo>
                <a:lnTo>
                  <a:pt x="933450" y="1543050"/>
                </a:lnTo>
                <a:close/>
                <a:moveTo>
                  <a:pt x="952500" y="1514475"/>
                </a:moveTo>
                <a:lnTo>
                  <a:pt x="962025" y="1514475"/>
                </a:lnTo>
                <a:lnTo>
                  <a:pt x="962025" y="1524000"/>
                </a:lnTo>
                <a:lnTo>
                  <a:pt x="952500" y="1524000"/>
                </a:lnTo>
                <a:close/>
                <a:moveTo>
                  <a:pt x="1057275" y="1514475"/>
                </a:moveTo>
                <a:lnTo>
                  <a:pt x="1066800" y="1514475"/>
                </a:lnTo>
                <a:lnTo>
                  <a:pt x="1066800" y="1524000"/>
                </a:lnTo>
                <a:lnTo>
                  <a:pt x="1057275" y="1524000"/>
                </a:lnTo>
                <a:close/>
                <a:moveTo>
                  <a:pt x="781050" y="1524000"/>
                </a:moveTo>
                <a:lnTo>
                  <a:pt x="790575" y="1524000"/>
                </a:lnTo>
                <a:lnTo>
                  <a:pt x="790575" y="1533525"/>
                </a:lnTo>
                <a:lnTo>
                  <a:pt x="781050" y="1533525"/>
                </a:lnTo>
                <a:close/>
                <a:moveTo>
                  <a:pt x="771525" y="1533525"/>
                </a:moveTo>
                <a:lnTo>
                  <a:pt x="781050" y="1533525"/>
                </a:lnTo>
                <a:lnTo>
                  <a:pt x="781050" y="1552575"/>
                </a:lnTo>
                <a:lnTo>
                  <a:pt x="771525" y="1552575"/>
                </a:lnTo>
                <a:lnTo>
                  <a:pt x="771525" y="1562100"/>
                </a:lnTo>
                <a:lnTo>
                  <a:pt x="762000" y="1562100"/>
                </a:lnTo>
                <a:lnTo>
                  <a:pt x="762000" y="1552575"/>
                </a:lnTo>
                <a:lnTo>
                  <a:pt x="752475" y="1552575"/>
                </a:lnTo>
                <a:lnTo>
                  <a:pt x="752475" y="1543050"/>
                </a:lnTo>
                <a:lnTo>
                  <a:pt x="771525" y="1543050"/>
                </a:lnTo>
                <a:close/>
                <a:moveTo>
                  <a:pt x="790575" y="1533525"/>
                </a:moveTo>
                <a:lnTo>
                  <a:pt x="809625" y="1533525"/>
                </a:lnTo>
                <a:lnTo>
                  <a:pt x="809625" y="1562100"/>
                </a:lnTo>
                <a:lnTo>
                  <a:pt x="800100" y="1562100"/>
                </a:lnTo>
                <a:lnTo>
                  <a:pt x="800100" y="1543050"/>
                </a:lnTo>
                <a:lnTo>
                  <a:pt x="790575" y="1543050"/>
                </a:lnTo>
                <a:close/>
                <a:moveTo>
                  <a:pt x="857250" y="1533525"/>
                </a:moveTo>
                <a:lnTo>
                  <a:pt x="866775" y="1533525"/>
                </a:lnTo>
                <a:lnTo>
                  <a:pt x="866775" y="1571625"/>
                </a:lnTo>
                <a:lnTo>
                  <a:pt x="857250" y="1571625"/>
                </a:lnTo>
                <a:lnTo>
                  <a:pt x="857250" y="1562100"/>
                </a:lnTo>
                <a:lnTo>
                  <a:pt x="838200" y="1562100"/>
                </a:lnTo>
                <a:lnTo>
                  <a:pt x="838200" y="1552575"/>
                </a:lnTo>
                <a:lnTo>
                  <a:pt x="857250" y="1552575"/>
                </a:lnTo>
                <a:close/>
                <a:moveTo>
                  <a:pt x="333375" y="1543050"/>
                </a:moveTo>
                <a:lnTo>
                  <a:pt x="352425" y="1543050"/>
                </a:lnTo>
                <a:lnTo>
                  <a:pt x="352425" y="1552575"/>
                </a:lnTo>
                <a:lnTo>
                  <a:pt x="333375" y="1552575"/>
                </a:lnTo>
                <a:close/>
                <a:moveTo>
                  <a:pt x="733425" y="1543050"/>
                </a:moveTo>
                <a:lnTo>
                  <a:pt x="742950" y="1543050"/>
                </a:lnTo>
                <a:lnTo>
                  <a:pt x="742950" y="1552575"/>
                </a:lnTo>
                <a:lnTo>
                  <a:pt x="733425" y="1552575"/>
                </a:lnTo>
                <a:close/>
                <a:moveTo>
                  <a:pt x="904875" y="1552575"/>
                </a:moveTo>
                <a:lnTo>
                  <a:pt x="914400" y="1552575"/>
                </a:lnTo>
                <a:lnTo>
                  <a:pt x="914400" y="1571625"/>
                </a:lnTo>
                <a:lnTo>
                  <a:pt x="904875" y="1571625"/>
                </a:lnTo>
                <a:close/>
                <a:moveTo>
                  <a:pt x="781050" y="1562100"/>
                </a:moveTo>
                <a:lnTo>
                  <a:pt x="800100" y="1562100"/>
                </a:lnTo>
                <a:lnTo>
                  <a:pt x="800100" y="1571625"/>
                </a:lnTo>
                <a:lnTo>
                  <a:pt x="790575" y="1571625"/>
                </a:lnTo>
                <a:lnTo>
                  <a:pt x="790575" y="1590675"/>
                </a:lnTo>
                <a:lnTo>
                  <a:pt x="781050" y="1590675"/>
                </a:lnTo>
                <a:close/>
                <a:moveTo>
                  <a:pt x="952500" y="1562100"/>
                </a:moveTo>
                <a:lnTo>
                  <a:pt x="962025" y="1562100"/>
                </a:lnTo>
                <a:lnTo>
                  <a:pt x="962025" y="1571625"/>
                </a:lnTo>
                <a:lnTo>
                  <a:pt x="952500" y="1571625"/>
                </a:lnTo>
                <a:close/>
                <a:moveTo>
                  <a:pt x="876300" y="1571625"/>
                </a:moveTo>
                <a:lnTo>
                  <a:pt x="885825" y="1571625"/>
                </a:lnTo>
                <a:lnTo>
                  <a:pt x="885825" y="1581150"/>
                </a:lnTo>
                <a:lnTo>
                  <a:pt x="876300" y="1581150"/>
                </a:lnTo>
                <a:close/>
                <a:moveTo>
                  <a:pt x="723900" y="1590675"/>
                </a:moveTo>
                <a:lnTo>
                  <a:pt x="733425" y="1590675"/>
                </a:lnTo>
                <a:lnTo>
                  <a:pt x="733425" y="1600200"/>
                </a:lnTo>
                <a:lnTo>
                  <a:pt x="742950" y="1600200"/>
                </a:lnTo>
                <a:lnTo>
                  <a:pt x="742950" y="1619250"/>
                </a:lnTo>
                <a:lnTo>
                  <a:pt x="733425" y="1619250"/>
                </a:lnTo>
                <a:lnTo>
                  <a:pt x="733425" y="1628775"/>
                </a:lnTo>
                <a:lnTo>
                  <a:pt x="723900" y="1628775"/>
                </a:lnTo>
                <a:lnTo>
                  <a:pt x="723900" y="1619250"/>
                </a:lnTo>
                <a:lnTo>
                  <a:pt x="714375" y="1619250"/>
                </a:lnTo>
                <a:lnTo>
                  <a:pt x="714375" y="1600200"/>
                </a:lnTo>
                <a:lnTo>
                  <a:pt x="723900" y="1600200"/>
                </a:lnTo>
                <a:close/>
                <a:moveTo>
                  <a:pt x="1057275" y="1590675"/>
                </a:moveTo>
                <a:lnTo>
                  <a:pt x="1066800" y="1590675"/>
                </a:lnTo>
                <a:lnTo>
                  <a:pt x="1066800" y="1600200"/>
                </a:lnTo>
                <a:lnTo>
                  <a:pt x="1057275" y="1600200"/>
                </a:lnTo>
                <a:close/>
                <a:moveTo>
                  <a:pt x="0" y="1628775"/>
                </a:moveTo>
                <a:lnTo>
                  <a:pt x="9525" y="1628775"/>
                </a:lnTo>
                <a:lnTo>
                  <a:pt x="9525" y="1647825"/>
                </a:lnTo>
                <a:lnTo>
                  <a:pt x="0" y="1647825"/>
                </a:lnTo>
                <a:close/>
                <a:moveTo>
                  <a:pt x="714375" y="1628775"/>
                </a:moveTo>
                <a:lnTo>
                  <a:pt x="723900" y="1628775"/>
                </a:lnTo>
                <a:lnTo>
                  <a:pt x="723900" y="1638300"/>
                </a:lnTo>
                <a:lnTo>
                  <a:pt x="714375" y="1638300"/>
                </a:lnTo>
                <a:close/>
                <a:moveTo>
                  <a:pt x="1038225" y="1638300"/>
                </a:moveTo>
                <a:lnTo>
                  <a:pt x="1047750" y="1638300"/>
                </a:lnTo>
                <a:lnTo>
                  <a:pt x="1047750" y="1647825"/>
                </a:lnTo>
                <a:lnTo>
                  <a:pt x="1057275" y="1647825"/>
                </a:lnTo>
                <a:lnTo>
                  <a:pt x="1057275" y="1657350"/>
                </a:lnTo>
                <a:lnTo>
                  <a:pt x="1047750" y="1657350"/>
                </a:lnTo>
                <a:lnTo>
                  <a:pt x="1047750" y="1666875"/>
                </a:lnTo>
                <a:lnTo>
                  <a:pt x="1038225" y="1666875"/>
                </a:lnTo>
                <a:close/>
                <a:moveTo>
                  <a:pt x="790575" y="1657350"/>
                </a:moveTo>
                <a:lnTo>
                  <a:pt x="800100" y="1657350"/>
                </a:lnTo>
                <a:lnTo>
                  <a:pt x="800100" y="1666875"/>
                </a:lnTo>
                <a:lnTo>
                  <a:pt x="819150" y="1666875"/>
                </a:lnTo>
                <a:lnTo>
                  <a:pt x="819150" y="1676400"/>
                </a:lnTo>
                <a:lnTo>
                  <a:pt x="781050" y="1676400"/>
                </a:lnTo>
                <a:lnTo>
                  <a:pt x="781050" y="1666875"/>
                </a:lnTo>
                <a:lnTo>
                  <a:pt x="790575" y="1666875"/>
                </a:lnTo>
                <a:close/>
                <a:moveTo>
                  <a:pt x="828675" y="1666875"/>
                </a:moveTo>
                <a:lnTo>
                  <a:pt x="838200" y="1666875"/>
                </a:lnTo>
                <a:lnTo>
                  <a:pt x="838200" y="1676400"/>
                </a:lnTo>
                <a:lnTo>
                  <a:pt x="828675" y="1676400"/>
                </a:lnTo>
                <a:close/>
                <a:moveTo>
                  <a:pt x="1028700" y="1676400"/>
                </a:moveTo>
                <a:lnTo>
                  <a:pt x="1057275" y="1676400"/>
                </a:lnTo>
                <a:lnTo>
                  <a:pt x="1057275" y="1685925"/>
                </a:lnTo>
                <a:lnTo>
                  <a:pt x="1066800" y="1685925"/>
                </a:lnTo>
                <a:lnTo>
                  <a:pt x="1066800" y="1704975"/>
                </a:lnTo>
                <a:lnTo>
                  <a:pt x="1057275" y="1704975"/>
                </a:lnTo>
                <a:lnTo>
                  <a:pt x="1057275" y="1714500"/>
                </a:lnTo>
                <a:lnTo>
                  <a:pt x="1038225" y="1714500"/>
                </a:lnTo>
                <a:lnTo>
                  <a:pt x="1038225" y="1685925"/>
                </a:lnTo>
                <a:lnTo>
                  <a:pt x="1028700" y="1685925"/>
                </a:lnTo>
                <a:close/>
                <a:moveTo>
                  <a:pt x="676275" y="1685925"/>
                </a:moveTo>
                <a:lnTo>
                  <a:pt x="685800" y="1685925"/>
                </a:lnTo>
                <a:lnTo>
                  <a:pt x="685800" y="1704975"/>
                </a:lnTo>
                <a:lnTo>
                  <a:pt x="666750" y="1704975"/>
                </a:lnTo>
                <a:lnTo>
                  <a:pt x="666750" y="1695450"/>
                </a:lnTo>
                <a:lnTo>
                  <a:pt x="676275" y="1695450"/>
                </a:lnTo>
                <a:close/>
                <a:moveTo>
                  <a:pt x="733425" y="1685925"/>
                </a:moveTo>
                <a:lnTo>
                  <a:pt x="742950" y="1685925"/>
                </a:lnTo>
                <a:lnTo>
                  <a:pt x="742950" y="1695450"/>
                </a:lnTo>
                <a:lnTo>
                  <a:pt x="752475" y="1695450"/>
                </a:lnTo>
                <a:lnTo>
                  <a:pt x="752475" y="1685925"/>
                </a:lnTo>
                <a:lnTo>
                  <a:pt x="790575" y="1685925"/>
                </a:lnTo>
                <a:lnTo>
                  <a:pt x="790575" y="1695450"/>
                </a:lnTo>
                <a:lnTo>
                  <a:pt x="781050" y="1695450"/>
                </a:lnTo>
                <a:lnTo>
                  <a:pt x="781050" y="1704975"/>
                </a:lnTo>
                <a:lnTo>
                  <a:pt x="771525" y="1704975"/>
                </a:lnTo>
                <a:lnTo>
                  <a:pt x="771525" y="1714500"/>
                </a:lnTo>
                <a:lnTo>
                  <a:pt x="762000" y="1714500"/>
                </a:lnTo>
                <a:lnTo>
                  <a:pt x="762000" y="1724025"/>
                </a:lnTo>
                <a:lnTo>
                  <a:pt x="752475" y="1724025"/>
                </a:lnTo>
                <a:lnTo>
                  <a:pt x="752475" y="1752600"/>
                </a:lnTo>
                <a:lnTo>
                  <a:pt x="733425" y="1752600"/>
                </a:lnTo>
                <a:lnTo>
                  <a:pt x="733425" y="1743075"/>
                </a:lnTo>
                <a:lnTo>
                  <a:pt x="723900" y="1743075"/>
                </a:lnTo>
                <a:lnTo>
                  <a:pt x="723900" y="1724025"/>
                </a:lnTo>
                <a:lnTo>
                  <a:pt x="733425" y="1724025"/>
                </a:lnTo>
                <a:lnTo>
                  <a:pt x="733425" y="1714500"/>
                </a:lnTo>
                <a:lnTo>
                  <a:pt x="742950" y="1714500"/>
                </a:lnTo>
                <a:lnTo>
                  <a:pt x="742950" y="1704975"/>
                </a:lnTo>
                <a:lnTo>
                  <a:pt x="733425" y="1704975"/>
                </a:lnTo>
                <a:close/>
                <a:moveTo>
                  <a:pt x="942975" y="1685925"/>
                </a:moveTo>
                <a:lnTo>
                  <a:pt x="952500" y="1685925"/>
                </a:lnTo>
                <a:lnTo>
                  <a:pt x="952500" y="1695450"/>
                </a:lnTo>
                <a:lnTo>
                  <a:pt x="971550" y="1695450"/>
                </a:lnTo>
                <a:lnTo>
                  <a:pt x="971550" y="1714500"/>
                </a:lnTo>
                <a:lnTo>
                  <a:pt x="952500" y="1714500"/>
                </a:lnTo>
                <a:lnTo>
                  <a:pt x="952500" y="1724025"/>
                </a:lnTo>
                <a:lnTo>
                  <a:pt x="933450" y="1724025"/>
                </a:lnTo>
                <a:lnTo>
                  <a:pt x="933450" y="1704975"/>
                </a:lnTo>
                <a:lnTo>
                  <a:pt x="942975" y="1704975"/>
                </a:lnTo>
                <a:close/>
                <a:moveTo>
                  <a:pt x="1009650" y="1685925"/>
                </a:moveTo>
                <a:lnTo>
                  <a:pt x="1019175" y="1685925"/>
                </a:lnTo>
                <a:lnTo>
                  <a:pt x="1019175" y="1695450"/>
                </a:lnTo>
                <a:lnTo>
                  <a:pt x="1009650" y="1695450"/>
                </a:lnTo>
                <a:close/>
                <a:moveTo>
                  <a:pt x="847725" y="1695450"/>
                </a:moveTo>
                <a:lnTo>
                  <a:pt x="866775" y="1695450"/>
                </a:lnTo>
                <a:lnTo>
                  <a:pt x="866775" y="1704975"/>
                </a:lnTo>
                <a:lnTo>
                  <a:pt x="847725" y="1704975"/>
                </a:lnTo>
                <a:close/>
                <a:moveTo>
                  <a:pt x="1085850" y="1695450"/>
                </a:moveTo>
                <a:lnTo>
                  <a:pt x="1095375" y="1695450"/>
                </a:lnTo>
                <a:lnTo>
                  <a:pt x="1095375" y="1704975"/>
                </a:lnTo>
                <a:lnTo>
                  <a:pt x="1085850" y="1704975"/>
                </a:lnTo>
                <a:close/>
                <a:moveTo>
                  <a:pt x="800100" y="1704975"/>
                </a:moveTo>
                <a:lnTo>
                  <a:pt x="809625" y="1704975"/>
                </a:lnTo>
                <a:lnTo>
                  <a:pt x="809625" y="1714500"/>
                </a:lnTo>
                <a:lnTo>
                  <a:pt x="800100" y="1714500"/>
                </a:lnTo>
                <a:close/>
                <a:moveTo>
                  <a:pt x="1000125" y="1704975"/>
                </a:moveTo>
                <a:lnTo>
                  <a:pt x="1009650" y="1704975"/>
                </a:lnTo>
                <a:lnTo>
                  <a:pt x="1009650" y="1714500"/>
                </a:lnTo>
                <a:lnTo>
                  <a:pt x="1000125" y="1714500"/>
                </a:lnTo>
                <a:close/>
                <a:moveTo>
                  <a:pt x="685800" y="1714500"/>
                </a:moveTo>
                <a:lnTo>
                  <a:pt x="695325" y="1714500"/>
                </a:lnTo>
                <a:lnTo>
                  <a:pt x="695325" y="1743075"/>
                </a:lnTo>
                <a:lnTo>
                  <a:pt x="685800" y="1743075"/>
                </a:lnTo>
                <a:lnTo>
                  <a:pt x="685800" y="1733550"/>
                </a:lnTo>
                <a:lnTo>
                  <a:pt x="676275" y="1733550"/>
                </a:lnTo>
                <a:lnTo>
                  <a:pt x="676275" y="1724025"/>
                </a:lnTo>
                <a:lnTo>
                  <a:pt x="685800" y="1724025"/>
                </a:lnTo>
                <a:close/>
                <a:moveTo>
                  <a:pt x="38100" y="1724025"/>
                </a:moveTo>
                <a:lnTo>
                  <a:pt x="47625" y="1724025"/>
                </a:lnTo>
                <a:lnTo>
                  <a:pt x="47625" y="1733550"/>
                </a:lnTo>
                <a:lnTo>
                  <a:pt x="38100" y="1733550"/>
                </a:lnTo>
                <a:close/>
                <a:moveTo>
                  <a:pt x="771525" y="1724025"/>
                </a:moveTo>
                <a:lnTo>
                  <a:pt x="790575" y="1724025"/>
                </a:lnTo>
                <a:lnTo>
                  <a:pt x="790575" y="1733550"/>
                </a:lnTo>
                <a:lnTo>
                  <a:pt x="771525" y="1733550"/>
                </a:lnTo>
                <a:close/>
                <a:moveTo>
                  <a:pt x="1019175" y="1733550"/>
                </a:moveTo>
                <a:lnTo>
                  <a:pt x="1028700" y="1733550"/>
                </a:lnTo>
                <a:lnTo>
                  <a:pt x="1028700" y="1743075"/>
                </a:lnTo>
                <a:lnTo>
                  <a:pt x="1019175" y="1743075"/>
                </a:lnTo>
                <a:close/>
                <a:moveTo>
                  <a:pt x="714375" y="1743075"/>
                </a:moveTo>
                <a:lnTo>
                  <a:pt x="723900" y="1743075"/>
                </a:lnTo>
                <a:lnTo>
                  <a:pt x="723900" y="1762125"/>
                </a:lnTo>
                <a:lnTo>
                  <a:pt x="714375" y="1762125"/>
                </a:lnTo>
                <a:close/>
                <a:moveTo>
                  <a:pt x="76200" y="1752600"/>
                </a:moveTo>
                <a:lnTo>
                  <a:pt x="85725" y="1752600"/>
                </a:lnTo>
                <a:lnTo>
                  <a:pt x="85725" y="1762125"/>
                </a:lnTo>
                <a:lnTo>
                  <a:pt x="76200" y="1762125"/>
                </a:lnTo>
                <a:close/>
                <a:moveTo>
                  <a:pt x="657225" y="1752600"/>
                </a:moveTo>
                <a:lnTo>
                  <a:pt x="666750" y="1752600"/>
                </a:lnTo>
                <a:lnTo>
                  <a:pt x="666750" y="1762125"/>
                </a:lnTo>
                <a:lnTo>
                  <a:pt x="657225" y="1762125"/>
                </a:lnTo>
                <a:close/>
                <a:moveTo>
                  <a:pt x="695325" y="1752600"/>
                </a:moveTo>
                <a:lnTo>
                  <a:pt x="704850" y="1752600"/>
                </a:lnTo>
                <a:lnTo>
                  <a:pt x="704850" y="1762125"/>
                </a:lnTo>
                <a:lnTo>
                  <a:pt x="695325" y="1762125"/>
                </a:lnTo>
                <a:close/>
                <a:moveTo>
                  <a:pt x="933450" y="1752600"/>
                </a:moveTo>
                <a:lnTo>
                  <a:pt x="971550" y="1752600"/>
                </a:lnTo>
                <a:lnTo>
                  <a:pt x="971550" y="1762125"/>
                </a:lnTo>
                <a:lnTo>
                  <a:pt x="933450" y="1762125"/>
                </a:lnTo>
                <a:close/>
              </a:path>
            </a:pathLst>
          </a:custGeom>
          <a:solidFill xmlns:a="http://schemas.openxmlformats.org/drawingml/2006/main">
            <a:srgbClr val="FAFAF6"/>
          </a:solidFill>
          <a:ln xmlns:a="http://schemas.openxmlformats.org/drawingml/2006/main" w="0">
            <a:noFill/>
          </a:ln>
        </p:spPr>
      </p:sp>
      <p:sp>
        <p:nvSpPr>
          <p:cNvPr id="48" name="turno2 vector #fbf9f5">
            <a:extLst xmlns:a="http://schemas.openxmlformats.org/drawingml/2006/main">
              <a:ext uri="{FF2B5EF4-FFF2-40B4-BE49-F238E27FC236}">
                <a16:creationId xmlns:a16="http://schemas.microsoft.com/office/drawing/2014/main" id="{03EB1A2E-B4F9-4E67-9E80-C8DFC97D07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86975" y="2514600"/>
            <a:ext cx="1828800" cy="2724150"/>
          </a:xfrm>
          <a:custGeom xmlns:a="http://schemas.openxmlformats.org/drawingml/2006/main">
            <a:pathLst>
              <a:path w="1181100" h="1762125">
                <a:moveTo>
                  <a:pt x="85725" y="0"/>
                </a:moveTo>
                <a:lnTo>
                  <a:pt x="104775" y="0"/>
                </a:lnTo>
                <a:lnTo>
                  <a:pt x="104775" y="9525"/>
                </a:lnTo>
                <a:lnTo>
                  <a:pt x="85725" y="9525"/>
                </a:lnTo>
                <a:close/>
                <a:moveTo>
                  <a:pt x="714375" y="0"/>
                </a:moveTo>
                <a:lnTo>
                  <a:pt x="733425" y="0"/>
                </a:lnTo>
                <a:lnTo>
                  <a:pt x="733425" y="9525"/>
                </a:lnTo>
                <a:lnTo>
                  <a:pt x="723900" y="9525"/>
                </a:lnTo>
                <a:lnTo>
                  <a:pt x="723900" y="19050"/>
                </a:lnTo>
                <a:lnTo>
                  <a:pt x="762000" y="19050"/>
                </a:lnTo>
                <a:lnTo>
                  <a:pt x="762000" y="28575"/>
                </a:lnTo>
                <a:lnTo>
                  <a:pt x="771525" y="28575"/>
                </a:lnTo>
                <a:lnTo>
                  <a:pt x="771525" y="38100"/>
                </a:lnTo>
                <a:lnTo>
                  <a:pt x="752475" y="38100"/>
                </a:lnTo>
                <a:lnTo>
                  <a:pt x="752475" y="47625"/>
                </a:lnTo>
                <a:lnTo>
                  <a:pt x="742950" y="47625"/>
                </a:lnTo>
                <a:lnTo>
                  <a:pt x="742950" y="38100"/>
                </a:lnTo>
                <a:lnTo>
                  <a:pt x="733425" y="38100"/>
                </a:lnTo>
                <a:lnTo>
                  <a:pt x="733425" y="28575"/>
                </a:lnTo>
                <a:lnTo>
                  <a:pt x="714375" y="28575"/>
                </a:lnTo>
                <a:close/>
                <a:moveTo>
                  <a:pt x="1057275" y="0"/>
                </a:moveTo>
                <a:lnTo>
                  <a:pt x="1076325" y="0"/>
                </a:lnTo>
                <a:lnTo>
                  <a:pt x="1076325" y="9525"/>
                </a:lnTo>
                <a:lnTo>
                  <a:pt x="1057275" y="9525"/>
                </a:lnTo>
                <a:close/>
                <a:moveTo>
                  <a:pt x="1123950" y="0"/>
                </a:moveTo>
                <a:lnTo>
                  <a:pt x="1143000" y="0"/>
                </a:lnTo>
                <a:lnTo>
                  <a:pt x="1143000" y="9525"/>
                </a:lnTo>
                <a:lnTo>
                  <a:pt x="1133475" y="9525"/>
                </a:lnTo>
                <a:lnTo>
                  <a:pt x="1133475" y="19050"/>
                </a:lnTo>
                <a:lnTo>
                  <a:pt x="1123950" y="19050"/>
                </a:lnTo>
                <a:close/>
                <a:moveTo>
                  <a:pt x="57150" y="19050"/>
                </a:moveTo>
                <a:lnTo>
                  <a:pt x="66675" y="19050"/>
                </a:lnTo>
                <a:lnTo>
                  <a:pt x="66675" y="28575"/>
                </a:lnTo>
                <a:lnTo>
                  <a:pt x="57150" y="28575"/>
                </a:lnTo>
                <a:close/>
                <a:moveTo>
                  <a:pt x="209550" y="19050"/>
                </a:moveTo>
                <a:lnTo>
                  <a:pt x="219075" y="19050"/>
                </a:lnTo>
                <a:lnTo>
                  <a:pt x="219075" y="28575"/>
                </a:lnTo>
                <a:lnTo>
                  <a:pt x="228600" y="28575"/>
                </a:lnTo>
                <a:lnTo>
                  <a:pt x="228600" y="38100"/>
                </a:lnTo>
                <a:lnTo>
                  <a:pt x="219075" y="38100"/>
                </a:lnTo>
                <a:lnTo>
                  <a:pt x="219075" y="47625"/>
                </a:lnTo>
                <a:lnTo>
                  <a:pt x="209550" y="47625"/>
                </a:lnTo>
                <a:close/>
                <a:moveTo>
                  <a:pt x="257175" y="19050"/>
                </a:moveTo>
                <a:lnTo>
                  <a:pt x="276225" y="19050"/>
                </a:lnTo>
                <a:lnTo>
                  <a:pt x="276225" y="28575"/>
                </a:lnTo>
                <a:lnTo>
                  <a:pt x="257175" y="28575"/>
                </a:lnTo>
                <a:close/>
                <a:moveTo>
                  <a:pt x="123825" y="28575"/>
                </a:moveTo>
                <a:lnTo>
                  <a:pt x="133350" y="28575"/>
                </a:lnTo>
                <a:lnTo>
                  <a:pt x="133350" y="38100"/>
                </a:lnTo>
                <a:lnTo>
                  <a:pt x="123825" y="38100"/>
                </a:lnTo>
                <a:close/>
                <a:moveTo>
                  <a:pt x="800100" y="28575"/>
                </a:moveTo>
                <a:lnTo>
                  <a:pt x="819150" y="28575"/>
                </a:lnTo>
                <a:lnTo>
                  <a:pt x="819150" y="38100"/>
                </a:lnTo>
                <a:lnTo>
                  <a:pt x="800100" y="38100"/>
                </a:lnTo>
                <a:close/>
                <a:moveTo>
                  <a:pt x="28575" y="38100"/>
                </a:moveTo>
                <a:lnTo>
                  <a:pt x="38100" y="38100"/>
                </a:lnTo>
                <a:lnTo>
                  <a:pt x="38100" y="47625"/>
                </a:lnTo>
                <a:lnTo>
                  <a:pt x="28575" y="47625"/>
                </a:lnTo>
                <a:close/>
                <a:moveTo>
                  <a:pt x="723900" y="38100"/>
                </a:moveTo>
                <a:lnTo>
                  <a:pt x="733425" y="38100"/>
                </a:lnTo>
                <a:lnTo>
                  <a:pt x="733425" y="47625"/>
                </a:lnTo>
                <a:lnTo>
                  <a:pt x="723900" y="47625"/>
                </a:lnTo>
                <a:close/>
                <a:moveTo>
                  <a:pt x="1133475" y="38100"/>
                </a:moveTo>
                <a:lnTo>
                  <a:pt x="1152525" y="38100"/>
                </a:lnTo>
                <a:lnTo>
                  <a:pt x="1152525" y="47625"/>
                </a:lnTo>
                <a:lnTo>
                  <a:pt x="1133475" y="47625"/>
                </a:lnTo>
                <a:close/>
                <a:moveTo>
                  <a:pt x="733425" y="47625"/>
                </a:moveTo>
                <a:lnTo>
                  <a:pt x="742950" y="47625"/>
                </a:lnTo>
                <a:lnTo>
                  <a:pt x="742950" y="76200"/>
                </a:lnTo>
                <a:lnTo>
                  <a:pt x="723900" y="76200"/>
                </a:lnTo>
                <a:lnTo>
                  <a:pt x="723900" y="57150"/>
                </a:lnTo>
                <a:lnTo>
                  <a:pt x="733425" y="57150"/>
                </a:lnTo>
                <a:close/>
                <a:moveTo>
                  <a:pt x="485775" y="85725"/>
                </a:moveTo>
                <a:lnTo>
                  <a:pt x="495300" y="85725"/>
                </a:lnTo>
                <a:lnTo>
                  <a:pt x="495300" y="95250"/>
                </a:lnTo>
                <a:lnTo>
                  <a:pt x="485775" y="95250"/>
                </a:lnTo>
                <a:close/>
                <a:moveTo>
                  <a:pt x="514350" y="85725"/>
                </a:moveTo>
                <a:lnTo>
                  <a:pt x="523875" y="85725"/>
                </a:lnTo>
                <a:lnTo>
                  <a:pt x="523875" y="95250"/>
                </a:lnTo>
                <a:lnTo>
                  <a:pt x="514350" y="95250"/>
                </a:lnTo>
                <a:close/>
                <a:moveTo>
                  <a:pt x="1076325" y="85725"/>
                </a:moveTo>
                <a:lnTo>
                  <a:pt x="1085850" y="85725"/>
                </a:lnTo>
                <a:lnTo>
                  <a:pt x="1085850" y="104775"/>
                </a:lnTo>
                <a:lnTo>
                  <a:pt x="1066800" y="104775"/>
                </a:lnTo>
                <a:lnTo>
                  <a:pt x="1066800" y="114300"/>
                </a:lnTo>
                <a:lnTo>
                  <a:pt x="1047750" y="114300"/>
                </a:lnTo>
                <a:lnTo>
                  <a:pt x="1047750" y="123825"/>
                </a:lnTo>
                <a:lnTo>
                  <a:pt x="1038225" y="123825"/>
                </a:lnTo>
                <a:lnTo>
                  <a:pt x="1038225" y="95250"/>
                </a:lnTo>
                <a:lnTo>
                  <a:pt x="1076325" y="95250"/>
                </a:lnTo>
                <a:close/>
                <a:moveTo>
                  <a:pt x="1095375" y="104775"/>
                </a:moveTo>
                <a:lnTo>
                  <a:pt x="1104900" y="104775"/>
                </a:lnTo>
                <a:lnTo>
                  <a:pt x="1104900" y="114300"/>
                </a:lnTo>
                <a:lnTo>
                  <a:pt x="1114425" y="114300"/>
                </a:lnTo>
                <a:lnTo>
                  <a:pt x="1114425" y="123825"/>
                </a:lnTo>
                <a:lnTo>
                  <a:pt x="1095375" y="123825"/>
                </a:lnTo>
                <a:close/>
                <a:moveTo>
                  <a:pt x="1047750" y="123825"/>
                </a:moveTo>
                <a:lnTo>
                  <a:pt x="1057275" y="123825"/>
                </a:lnTo>
                <a:lnTo>
                  <a:pt x="1057275" y="133350"/>
                </a:lnTo>
                <a:lnTo>
                  <a:pt x="1047750" y="133350"/>
                </a:lnTo>
                <a:close/>
                <a:moveTo>
                  <a:pt x="1123950" y="152400"/>
                </a:moveTo>
                <a:lnTo>
                  <a:pt x="1143000" y="152400"/>
                </a:lnTo>
                <a:lnTo>
                  <a:pt x="1143000" y="161925"/>
                </a:lnTo>
                <a:lnTo>
                  <a:pt x="1152525" y="161925"/>
                </a:lnTo>
                <a:lnTo>
                  <a:pt x="1152525" y="171450"/>
                </a:lnTo>
                <a:lnTo>
                  <a:pt x="1123950" y="171450"/>
                </a:lnTo>
                <a:lnTo>
                  <a:pt x="1123950" y="190500"/>
                </a:lnTo>
                <a:lnTo>
                  <a:pt x="1133475" y="190500"/>
                </a:lnTo>
                <a:lnTo>
                  <a:pt x="1133475" y="200025"/>
                </a:lnTo>
                <a:lnTo>
                  <a:pt x="1123950" y="200025"/>
                </a:lnTo>
                <a:lnTo>
                  <a:pt x="1123950" y="209550"/>
                </a:lnTo>
                <a:lnTo>
                  <a:pt x="1114425" y="209550"/>
                </a:lnTo>
                <a:lnTo>
                  <a:pt x="1114425" y="200025"/>
                </a:lnTo>
                <a:lnTo>
                  <a:pt x="1104900" y="200025"/>
                </a:lnTo>
                <a:lnTo>
                  <a:pt x="1104900" y="209550"/>
                </a:lnTo>
                <a:lnTo>
                  <a:pt x="1095375" y="209550"/>
                </a:lnTo>
                <a:lnTo>
                  <a:pt x="1095375" y="228600"/>
                </a:lnTo>
                <a:lnTo>
                  <a:pt x="1066800" y="228600"/>
                </a:lnTo>
                <a:lnTo>
                  <a:pt x="1066800" y="219075"/>
                </a:lnTo>
                <a:lnTo>
                  <a:pt x="1076325" y="219075"/>
                </a:lnTo>
                <a:lnTo>
                  <a:pt x="1076325" y="200025"/>
                </a:lnTo>
                <a:lnTo>
                  <a:pt x="1095375" y="200025"/>
                </a:lnTo>
                <a:lnTo>
                  <a:pt x="1095375" y="180975"/>
                </a:lnTo>
                <a:lnTo>
                  <a:pt x="1104900" y="180975"/>
                </a:lnTo>
                <a:lnTo>
                  <a:pt x="1104900" y="171450"/>
                </a:lnTo>
                <a:lnTo>
                  <a:pt x="1114425" y="171450"/>
                </a:lnTo>
                <a:lnTo>
                  <a:pt x="1114425" y="161925"/>
                </a:lnTo>
                <a:lnTo>
                  <a:pt x="1123950" y="161925"/>
                </a:lnTo>
                <a:close/>
                <a:moveTo>
                  <a:pt x="304800" y="161925"/>
                </a:moveTo>
                <a:lnTo>
                  <a:pt x="314325" y="161925"/>
                </a:lnTo>
                <a:lnTo>
                  <a:pt x="314325" y="171450"/>
                </a:lnTo>
                <a:lnTo>
                  <a:pt x="304800" y="171450"/>
                </a:lnTo>
                <a:close/>
                <a:moveTo>
                  <a:pt x="104775" y="171450"/>
                </a:moveTo>
                <a:lnTo>
                  <a:pt x="123825" y="171450"/>
                </a:lnTo>
                <a:lnTo>
                  <a:pt x="123825" y="190500"/>
                </a:lnTo>
                <a:lnTo>
                  <a:pt x="104775" y="190500"/>
                </a:lnTo>
                <a:close/>
                <a:moveTo>
                  <a:pt x="866775" y="171450"/>
                </a:moveTo>
                <a:lnTo>
                  <a:pt x="876300" y="171450"/>
                </a:lnTo>
                <a:lnTo>
                  <a:pt x="876300" y="180975"/>
                </a:lnTo>
                <a:lnTo>
                  <a:pt x="866775" y="180975"/>
                </a:lnTo>
                <a:close/>
                <a:moveTo>
                  <a:pt x="19050" y="180975"/>
                </a:moveTo>
                <a:lnTo>
                  <a:pt x="28575" y="180975"/>
                </a:lnTo>
                <a:lnTo>
                  <a:pt x="28575" y="190500"/>
                </a:lnTo>
                <a:lnTo>
                  <a:pt x="19050" y="190500"/>
                </a:lnTo>
                <a:close/>
                <a:moveTo>
                  <a:pt x="28575" y="190500"/>
                </a:moveTo>
                <a:lnTo>
                  <a:pt x="47625" y="190500"/>
                </a:lnTo>
                <a:lnTo>
                  <a:pt x="47625" y="200025"/>
                </a:lnTo>
                <a:lnTo>
                  <a:pt x="28575" y="200025"/>
                </a:lnTo>
                <a:close/>
                <a:moveTo>
                  <a:pt x="1000125" y="190500"/>
                </a:moveTo>
                <a:lnTo>
                  <a:pt x="1009650" y="190500"/>
                </a:lnTo>
                <a:lnTo>
                  <a:pt x="1009650" y="200025"/>
                </a:lnTo>
                <a:lnTo>
                  <a:pt x="1000125" y="200025"/>
                </a:lnTo>
                <a:close/>
                <a:moveTo>
                  <a:pt x="114300" y="219075"/>
                </a:moveTo>
                <a:lnTo>
                  <a:pt x="133350" y="219075"/>
                </a:lnTo>
                <a:lnTo>
                  <a:pt x="133350" y="228600"/>
                </a:lnTo>
                <a:lnTo>
                  <a:pt x="114300" y="228600"/>
                </a:lnTo>
                <a:close/>
                <a:moveTo>
                  <a:pt x="752475" y="219075"/>
                </a:moveTo>
                <a:lnTo>
                  <a:pt x="762000" y="219075"/>
                </a:lnTo>
                <a:lnTo>
                  <a:pt x="762000" y="228600"/>
                </a:lnTo>
                <a:lnTo>
                  <a:pt x="752475" y="228600"/>
                </a:lnTo>
                <a:close/>
                <a:moveTo>
                  <a:pt x="361950" y="228600"/>
                </a:moveTo>
                <a:lnTo>
                  <a:pt x="371475" y="228600"/>
                </a:lnTo>
                <a:lnTo>
                  <a:pt x="371475" y="238125"/>
                </a:lnTo>
                <a:lnTo>
                  <a:pt x="361950" y="238125"/>
                </a:lnTo>
                <a:close/>
                <a:moveTo>
                  <a:pt x="723900" y="228600"/>
                </a:moveTo>
                <a:lnTo>
                  <a:pt x="733425" y="228600"/>
                </a:lnTo>
                <a:lnTo>
                  <a:pt x="733425" y="238125"/>
                </a:lnTo>
                <a:lnTo>
                  <a:pt x="752475" y="238125"/>
                </a:lnTo>
                <a:lnTo>
                  <a:pt x="752475" y="247650"/>
                </a:lnTo>
                <a:lnTo>
                  <a:pt x="723900" y="247650"/>
                </a:lnTo>
                <a:close/>
                <a:moveTo>
                  <a:pt x="809625" y="247650"/>
                </a:moveTo>
                <a:lnTo>
                  <a:pt x="819150" y="247650"/>
                </a:lnTo>
                <a:lnTo>
                  <a:pt x="819150" y="257175"/>
                </a:lnTo>
                <a:lnTo>
                  <a:pt x="809625" y="257175"/>
                </a:lnTo>
                <a:close/>
                <a:moveTo>
                  <a:pt x="819150" y="257175"/>
                </a:moveTo>
                <a:lnTo>
                  <a:pt x="828675" y="257175"/>
                </a:lnTo>
                <a:lnTo>
                  <a:pt x="828675" y="266700"/>
                </a:lnTo>
                <a:lnTo>
                  <a:pt x="819150" y="266700"/>
                </a:lnTo>
                <a:close/>
                <a:moveTo>
                  <a:pt x="1009650" y="257175"/>
                </a:moveTo>
                <a:lnTo>
                  <a:pt x="1019175" y="257175"/>
                </a:lnTo>
                <a:lnTo>
                  <a:pt x="1019175" y="266700"/>
                </a:lnTo>
                <a:lnTo>
                  <a:pt x="1009650" y="266700"/>
                </a:lnTo>
                <a:close/>
                <a:moveTo>
                  <a:pt x="1028700" y="257175"/>
                </a:moveTo>
                <a:lnTo>
                  <a:pt x="1038225" y="257175"/>
                </a:lnTo>
                <a:lnTo>
                  <a:pt x="1038225" y="266700"/>
                </a:lnTo>
                <a:lnTo>
                  <a:pt x="1028700" y="266700"/>
                </a:lnTo>
                <a:close/>
                <a:moveTo>
                  <a:pt x="1057275" y="257175"/>
                </a:moveTo>
                <a:lnTo>
                  <a:pt x="1066800" y="257175"/>
                </a:lnTo>
                <a:lnTo>
                  <a:pt x="1066800" y="266700"/>
                </a:lnTo>
                <a:lnTo>
                  <a:pt x="1057275" y="266700"/>
                </a:lnTo>
                <a:close/>
                <a:moveTo>
                  <a:pt x="1095375" y="257175"/>
                </a:moveTo>
                <a:lnTo>
                  <a:pt x="1114425" y="257175"/>
                </a:lnTo>
                <a:lnTo>
                  <a:pt x="1114425" y="276225"/>
                </a:lnTo>
                <a:lnTo>
                  <a:pt x="1104900" y="276225"/>
                </a:lnTo>
                <a:lnTo>
                  <a:pt x="1104900" y="266700"/>
                </a:lnTo>
                <a:lnTo>
                  <a:pt x="1095375" y="266700"/>
                </a:lnTo>
                <a:close/>
                <a:moveTo>
                  <a:pt x="1066800" y="266700"/>
                </a:moveTo>
                <a:lnTo>
                  <a:pt x="1076325" y="266700"/>
                </a:lnTo>
                <a:lnTo>
                  <a:pt x="1076325" y="276225"/>
                </a:lnTo>
                <a:lnTo>
                  <a:pt x="1066800" y="276225"/>
                </a:lnTo>
                <a:close/>
                <a:moveTo>
                  <a:pt x="828675" y="276225"/>
                </a:moveTo>
                <a:lnTo>
                  <a:pt x="838200" y="276225"/>
                </a:lnTo>
                <a:lnTo>
                  <a:pt x="838200" y="285750"/>
                </a:lnTo>
                <a:lnTo>
                  <a:pt x="828675" y="285750"/>
                </a:lnTo>
                <a:close/>
                <a:moveTo>
                  <a:pt x="847725" y="285750"/>
                </a:moveTo>
                <a:lnTo>
                  <a:pt x="857250" y="285750"/>
                </a:lnTo>
                <a:lnTo>
                  <a:pt x="857250" y="295275"/>
                </a:lnTo>
                <a:lnTo>
                  <a:pt x="847725" y="295275"/>
                </a:lnTo>
                <a:close/>
                <a:moveTo>
                  <a:pt x="857250" y="295275"/>
                </a:moveTo>
                <a:lnTo>
                  <a:pt x="866775" y="295275"/>
                </a:lnTo>
                <a:lnTo>
                  <a:pt x="866775" y="304800"/>
                </a:lnTo>
                <a:lnTo>
                  <a:pt x="857250" y="304800"/>
                </a:lnTo>
                <a:close/>
                <a:moveTo>
                  <a:pt x="295275" y="304800"/>
                </a:moveTo>
                <a:lnTo>
                  <a:pt x="304800" y="304800"/>
                </a:lnTo>
                <a:lnTo>
                  <a:pt x="304800" y="314325"/>
                </a:lnTo>
                <a:lnTo>
                  <a:pt x="314325" y="314325"/>
                </a:lnTo>
                <a:lnTo>
                  <a:pt x="314325" y="333375"/>
                </a:lnTo>
                <a:lnTo>
                  <a:pt x="285750" y="333375"/>
                </a:lnTo>
                <a:lnTo>
                  <a:pt x="285750" y="314325"/>
                </a:lnTo>
                <a:lnTo>
                  <a:pt x="295275" y="314325"/>
                </a:lnTo>
                <a:close/>
                <a:moveTo>
                  <a:pt x="847725" y="304800"/>
                </a:moveTo>
                <a:lnTo>
                  <a:pt x="857250" y="304800"/>
                </a:lnTo>
                <a:lnTo>
                  <a:pt x="857250" y="314325"/>
                </a:lnTo>
                <a:lnTo>
                  <a:pt x="847725" y="314325"/>
                </a:lnTo>
                <a:close/>
                <a:moveTo>
                  <a:pt x="657225" y="314325"/>
                </a:moveTo>
                <a:lnTo>
                  <a:pt x="666750" y="314325"/>
                </a:lnTo>
                <a:lnTo>
                  <a:pt x="666750" y="323850"/>
                </a:lnTo>
                <a:lnTo>
                  <a:pt x="657225" y="323850"/>
                </a:lnTo>
                <a:close/>
                <a:moveTo>
                  <a:pt x="923925" y="323850"/>
                </a:moveTo>
                <a:lnTo>
                  <a:pt x="942975" y="323850"/>
                </a:lnTo>
                <a:lnTo>
                  <a:pt x="942975" y="342900"/>
                </a:lnTo>
                <a:lnTo>
                  <a:pt x="914400" y="342900"/>
                </a:lnTo>
                <a:lnTo>
                  <a:pt x="914400" y="333375"/>
                </a:lnTo>
                <a:lnTo>
                  <a:pt x="923925" y="333375"/>
                </a:lnTo>
                <a:close/>
                <a:moveTo>
                  <a:pt x="647700" y="333375"/>
                </a:moveTo>
                <a:lnTo>
                  <a:pt x="657225" y="333375"/>
                </a:lnTo>
                <a:lnTo>
                  <a:pt x="657225" y="361950"/>
                </a:lnTo>
                <a:lnTo>
                  <a:pt x="666750" y="361950"/>
                </a:lnTo>
                <a:lnTo>
                  <a:pt x="666750" y="390525"/>
                </a:lnTo>
                <a:lnTo>
                  <a:pt x="647700" y="390525"/>
                </a:lnTo>
                <a:lnTo>
                  <a:pt x="647700" y="361950"/>
                </a:lnTo>
                <a:lnTo>
                  <a:pt x="638175" y="361950"/>
                </a:lnTo>
                <a:lnTo>
                  <a:pt x="638175" y="352425"/>
                </a:lnTo>
                <a:lnTo>
                  <a:pt x="647700" y="352425"/>
                </a:lnTo>
                <a:close/>
                <a:moveTo>
                  <a:pt x="971550" y="342900"/>
                </a:moveTo>
                <a:lnTo>
                  <a:pt x="981075" y="342900"/>
                </a:lnTo>
                <a:lnTo>
                  <a:pt x="981075" y="352425"/>
                </a:lnTo>
                <a:lnTo>
                  <a:pt x="971550" y="352425"/>
                </a:lnTo>
                <a:close/>
                <a:moveTo>
                  <a:pt x="1133475" y="342900"/>
                </a:moveTo>
                <a:lnTo>
                  <a:pt x="1152525" y="342900"/>
                </a:lnTo>
                <a:lnTo>
                  <a:pt x="1152525" y="352425"/>
                </a:lnTo>
                <a:lnTo>
                  <a:pt x="1133475" y="352425"/>
                </a:lnTo>
                <a:close/>
                <a:moveTo>
                  <a:pt x="1123950" y="352425"/>
                </a:moveTo>
                <a:lnTo>
                  <a:pt x="1133475" y="352425"/>
                </a:lnTo>
                <a:lnTo>
                  <a:pt x="1133475" y="361950"/>
                </a:lnTo>
                <a:lnTo>
                  <a:pt x="1152525" y="361950"/>
                </a:lnTo>
                <a:lnTo>
                  <a:pt x="1152525" y="352425"/>
                </a:lnTo>
                <a:lnTo>
                  <a:pt x="1162050" y="352425"/>
                </a:lnTo>
                <a:lnTo>
                  <a:pt x="1162050" y="361950"/>
                </a:lnTo>
                <a:lnTo>
                  <a:pt x="1171575" y="361950"/>
                </a:lnTo>
                <a:lnTo>
                  <a:pt x="1171575" y="381000"/>
                </a:lnTo>
                <a:lnTo>
                  <a:pt x="1181100" y="381000"/>
                </a:lnTo>
                <a:lnTo>
                  <a:pt x="1181100" y="390525"/>
                </a:lnTo>
                <a:lnTo>
                  <a:pt x="1171575" y="390525"/>
                </a:lnTo>
                <a:lnTo>
                  <a:pt x="1171575" y="400050"/>
                </a:lnTo>
                <a:lnTo>
                  <a:pt x="1162050" y="400050"/>
                </a:lnTo>
                <a:lnTo>
                  <a:pt x="1162050" y="428625"/>
                </a:lnTo>
                <a:lnTo>
                  <a:pt x="1143000" y="428625"/>
                </a:lnTo>
                <a:lnTo>
                  <a:pt x="1143000" y="400050"/>
                </a:lnTo>
                <a:lnTo>
                  <a:pt x="1152525" y="400050"/>
                </a:lnTo>
                <a:lnTo>
                  <a:pt x="1152525" y="390525"/>
                </a:lnTo>
                <a:lnTo>
                  <a:pt x="1133475" y="390525"/>
                </a:lnTo>
                <a:lnTo>
                  <a:pt x="1133475" y="371475"/>
                </a:lnTo>
                <a:lnTo>
                  <a:pt x="1123950" y="371475"/>
                </a:lnTo>
                <a:close/>
                <a:moveTo>
                  <a:pt x="628650" y="361950"/>
                </a:moveTo>
                <a:lnTo>
                  <a:pt x="638175" y="361950"/>
                </a:lnTo>
                <a:lnTo>
                  <a:pt x="638175" y="371475"/>
                </a:lnTo>
                <a:lnTo>
                  <a:pt x="628650" y="371475"/>
                </a:lnTo>
                <a:close/>
                <a:moveTo>
                  <a:pt x="390525" y="371475"/>
                </a:moveTo>
                <a:lnTo>
                  <a:pt x="400050" y="371475"/>
                </a:lnTo>
                <a:lnTo>
                  <a:pt x="400050" y="381000"/>
                </a:lnTo>
                <a:lnTo>
                  <a:pt x="409575" y="381000"/>
                </a:lnTo>
                <a:lnTo>
                  <a:pt x="409575" y="390525"/>
                </a:lnTo>
                <a:lnTo>
                  <a:pt x="381000" y="390525"/>
                </a:lnTo>
                <a:lnTo>
                  <a:pt x="381000" y="381000"/>
                </a:lnTo>
                <a:lnTo>
                  <a:pt x="390525" y="381000"/>
                </a:lnTo>
                <a:close/>
                <a:moveTo>
                  <a:pt x="1076325" y="371475"/>
                </a:moveTo>
                <a:lnTo>
                  <a:pt x="1085850" y="371475"/>
                </a:lnTo>
                <a:lnTo>
                  <a:pt x="1085850" y="390525"/>
                </a:lnTo>
                <a:lnTo>
                  <a:pt x="1076325" y="390525"/>
                </a:lnTo>
                <a:close/>
                <a:moveTo>
                  <a:pt x="276225" y="381000"/>
                </a:moveTo>
                <a:lnTo>
                  <a:pt x="285750" y="381000"/>
                </a:lnTo>
                <a:lnTo>
                  <a:pt x="285750" y="390525"/>
                </a:lnTo>
                <a:lnTo>
                  <a:pt x="276225" y="390525"/>
                </a:lnTo>
                <a:close/>
                <a:moveTo>
                  <a:pt x="1085850" y="390525"/>
                </a:moveTo>
                <a:lnTo>
                  <a:pt x="1095375" y="390525"/>
                </a:lnTo>
                <a:lnTo>
                  <a:pt x="1095375" y="400050"/>
                </a:lnTo>
                <a:lnTo>
                  <a:pt x="1085850" y="400050"/>
                </a:lnTo>
                <a:close/>
                <a:moveTo>
                  <a:pt x="676275" y="400050"/>
                </a:moveTo>
                <a:lnTo>
                  <a:pt x="685800" y="400050"/>
                </a:lnTo>
                <a:lnTo>
                  <a:pt x="685800" y="409575"/>
                </a:lnTo>
                <a:lnTo>
                  <a:pt x="676275" y="409575"/>
                </a:lnTo>
                <a:close/>
                <a:moveTo>
                  <a:pt x="1047750" y="400050"/>
                </a:moveTo>
                <a:lnTo>
                  <a:pt x="1066800" y="400050"/>
                </a:lnTo>
                <a:lnTo>
                  <a:pt x="1066800" y="409575"/>
                </a:lnTo>
                <a:lnTo>
                  <a:pt x="1076325" y="409575"/>
                </a:lnTo>
                <a:lnTo>
                  <a:pt x="1076325" y="419100"/>
                </a:lnTo>
                <a:lnTo>
                  <a:pt x="1057275" y="419100"/>
                </a:lnTo>
                <a:lnTo>
                  <a:pt x="1057275" y="409575"/>
                </a:lnTo>
                <a:lnTo>
                  <a:pt x="1047750" y="409575"/>
                </a:lnTo>
                <a:close/>
                <a:moveTo>
                  <a:pt x="666750" y="409575"/>
                </a:moveTo>
                <a:lnTo>
                  <a:pt x="676275" y="409575"/>
                </a:lnTo>
                <a:lnTo>
                  <a:pt x="676275" y="419100"/>
                </a:lnTo>
                <a:lnTo>
                  <a:pt x="666750" y="419100"/>
                </a:lnTo>
                <a:close/>
                <a:moveTo>
                  <a:pt x="428625" y="457200"/>
                </a:moveTo>
                <a:lnTo>
                  <a:pt x="447675" y="457200"/>
                </a:lnTo>
                <a:lnTo>
                  <a:pt x="447675" y="466725"/>
                </a:lnTo>
                <a:lnTo>
                  <a:pt x="428625" y="466725"/>
                </a:lnTo>
                <a:close/>
                <a:moveTo>
                  <a:pt x="485775" y="476250"/>
                </a:moveTo>
                <a:lnTo>
                  <a:pt x="495300" y="476250"/>
                </a:lnTo>
                <a:lnTo>
                  <a:pt x="495300" y="485775"/>
                </a:lnTo>
                <a:lnTo>
                  <a:pt x="485775" y="485775"/>
                </a:lnTo>
                <a:close/>
                <a:moveTo>
                  <a:pt x="495300" y="485775"/>
                </a:moveTo>
                <a:lnTo>
                  <a:pt x="504825" y="485775"/>
                </a:lnTo>
                <a:lnTo>
                  <a:pt x="504825" y="495300"/>
                </a:lnTo>
                <a:lnTo>
                  <a:pt x="495300" y="495300"/>
                </a:lnTo>
                <a:close/>
                <a:moveTo>
                  <a:pt x="952500" y="552450"/>
                </a:moveTo>
                <a:lnTo>
                  <a:pt x="962025" y="552450"/>
                </a:lnTo>
                <a:lnTo>
                  <a:pt x="962025" y="561975"/>
                </a:lnTo>
                <a:lnTo>
                  <a:pt x="952500" y="561975"/>
                </a:lnTo>
                <a:close/>
                <a:moveTo>
                  <a:pt x="1047750" y="552450"/>
                </a:moveTo>
                <a:lnTo>
                  <a:pt x="1066800" y="552450"/>
                </a:lnTo>
                <a:lnTo>
                  <a:pt x="1066800" y="571500"/>
                </a:lnTo>
                <a:lnTo>
                  <a:pt x="1057275" y="571500"/>
                </a:lnTo>
                <a:lnTo>
                  <a:pt x="1057275" y="581025"/>
                </a:lnTo>
                <a:lnTo>
                  <a:pt x="1047750" y="581025"/>
                </a:lnTo>
                <a:lnTo>
                  <a:pt x="1047750" y="609600"/>
                </a:lnTo>
                <a:lnTo>
                  <a:pt x="1038225" y="609600"/>
                </a:lnTo>
                <a:lnTo>
                  <a:pt x="1038225" y="571500"/>
                </a:lnTo>
                <a:lnTo>
                  <a:pt x="1047750" y="571500"/>
                </a:lnTo>
                <a:close/>
                <a:moveTo>
                  <a:pt x="428625" y="561975"/>
                </a:moveTo>
                <a:lnTo>
                  <a:pt x="438150" y="561975"/>
                </a:lnTo>
                <a:lnTo>
                  <a:pt x="438150" y="571500"/>
                </a:lnTo>
                <a:lnTo>
                  <a:pt x="428625" y="571500"/>
                </a:lnTo>
                <a:close/>
                <a:moveTo>
                  <a:pt x="447675" y="561975"/>
                </a:moveTo>
                <a:lnTo>
                  <a:pt x="485775" y="561975"/>
                </a:lnTo>
                <a:lnTo>
                  <a:pt x="485775" y="571500"/>
                </a:lnTo>
                <a:lnTo>
                  <a:pt x="476250" y="571500"/>
                </a:lnTo>
                <a:lnTo>
                  <a:pt x="476250" y="581025"/>
                </a:lnTo>
                <a:lnTo>
                  <a:pt x="457200" y="581025"/>
                </a:lnTo>
                <a:lnTo>
                  <a:pt x="457200" y="590550"/>
                </a:lnTo>
                <a:lnTo>
                  <a:pt x="447675" y="590550"/>
                </a:lnTo>
                <a:close/>
                <a:moveTo>
                  <a:pt x="1000125" y="561975"/>
                </a:moveTo>
                <a:lnTo>
                  <a:pt x="1009650" y="561975"/>
                </a:lnTo>
                <a:lnTo>
                  <a:pt x="1009650" y="571500"/>
                </a:lnTo>
                <a:lnTo>
                  <a:pt x="1000125" y="571500"/>
                </a:lnTo>
                <a:close/>
                <a:moveTo>
                  <a:pt x="1085850" y="561975"/>
                </a:moveTo>
                <a:lnTo>
                  <a:pt x="1095375" y="561975"/>
                </a:lnTo>
                <a:lnTo>
                  <a:pt x="1095375" y="571500"/>
                </a:lnTo>
                <a:lnTo>
                  <a:pt x="1085850" y="571500"/>
                </a:lnTo>
                <a:close/>
                <a:moveTo>
                  <a:pt x="400050" y="571500"/>
                </a:moveTo>
                <a:lnTo>
                  <a:pt x="428625" y="571500"/>
                </a:lnTo>
                <a:lnTo>
                  <a:pt x="428625" y="581025"/>
                </a:lnTo>
                <a:lnTo>
                  <a:pt x="400050" y="581025"/>
                </a:lnTo>
                <a:close/>
                <a:moveTo>
                  <a:pt x="971550" y="571500"/>
                </a:moveTo>
                <a:lnTo>
                  <a:pt x="981075" y="571500"/>
                </a:lnTo>
                <a:lnTo>
                  <a:pt x="981075" y="590550"/>
                </a:lnTo>
                <a:lnTo>
                  <a:pt x="990600" y="590550"/>
                </a:lnTo>
                <a:lnTo>
                  <a:pt x="990600" y="571500"/>
                </a:lnTo>
                <a:lnTo>
                  <a:pt x="1000125" y="571500"/>
                </a:lnTo>
                <a:lnTo>
                  <a:pt x="1000125" y="590550"/>
                </a:lnTo>
                <a:lnTo>
                  <a:pt x="1009650" y="590550"/>
                </a:lnTo>
                <a:lnTo>
                  <a:pt x="1009650" y="600075"/>
                </a:lnTo>
                <a:lnTo>
                  <a:pt x="1000125" y="600075"/>
                </a:lnTo>
                <a:lnTo>
                  <a:pt x="1000125" y="609600"/>
                </a:lnTo>
                <a:lnTo>
                  <a:pt x="981075" y="609600"/>
                </a:lnTo>
                <a:lnTo>
                  <a:pt x="981075" y="600075"/>
                </a:lnTo>
                <a:lnTo>
                  <a:pt x="942975" y="600075"/>
                </a:lnTo>
                <a:lnTo>
                  <a:pt x="942975" y="581025"/>
                </a:lnTo>
                <a:lnTo>
                  <a:pt x="971550" y="581025"/>
                </a:lnTo>
                <a:close/>
                <a:moveTo>
                  <a:pt x="285750" y="581025"/>
                </a:moveTo>
                <a:lnTo>
                  <a:pt x="295275" y="581025"/>
                </a:lnTo>
                <a:lnTo>
                  <a:pt x="295275" y="600075"/>
                </a:lnTo>
                <a:lnTo>
                  <a:pt x="285750" y="600075"/>
                </a:lnTo>
                <a:lnTo>
                  <a:pt x="285750" y="609600"/>
                </a:lnTo>
                <a:lnTo>
                  <a:pt x="276225" y="609600"/>
                </a:lnTo>
                <a:lnTo>
                  <a:pt x="276225" y="590550"/>
                </a:lnTo>
                <a:lnTo>
                  <a:pt x="285750" y="590550"/>
                </a:lnTo>
                <a:close/>
                <a:moveTo>
                  <a:pt x="304800" y="600075"/>
                </a:moveTo>
                <a:lnTo>
                  <a:pt x="314325" y="600075"/>
                </a:lnTo>
                <a:lnTo>
                  <a:pt x="314325" y="609600"/>
                </a:lnTo>
                <a:lnTo>
                  <a:pt x="304800" y="609600"/>
                </a:lnTo>
                <a:close/>
                <a:moveTo>
                  <a:pt x="1019175" y="609600"/>
                </a:moveTo>
                <a:lnTo>
                  <a:pt x="1028700" y="609600"/>
                </a:lnTo>
                <a:lnTo>
                  <a:pt x="1028700" y="628650"/>
                </a:lnTo>
                <a:lnTo>
                  <a:pt x="1019175" y="628650"/>
                </a:lnTo>
                <a:close/>
                <a:moveTo>
                  <a:pt x="390525" y="619125"/>
                </a:moveTo>
                <a:lnTo>
                  <a:pt x="419100" y="619125"/>
                </a:lnTo>
                <a:lnTo>
                  <a:pt x="419100" y="628650"/>
                </a:lnTo>
                <a:lnTo>
                  <a:pt x="400050" y="628650"/>
                </a:lnTo>
                <a:lnTo>
                  <a:pt x="400050" y="638175"/>
                </a:lnTo>
                <a:lnTo>
                  <a:pt x="390525" y="638175"/>
                </a:lnTo>
                <a:close/>
                <a:moveTo>
                  <a:pt x="819150" y="619125"/>
                </a:moveTo>
                <a:lnTo>
                  <a:pt x="828675" y="619125"/>
                </a:lnTo>
                <a:lnTo>
                  <a:pt x="828675" y="628650"/>
                </a:lnTo>
                <a:lnTo>
                  <a:pt x="819150" y="628650"/>
                </a:lnTo>
                <a:close/>
                <a:moveTo>
                  <a:pt x="304800" y="628650"/>
                </a:moveTo>
                <a:lnTo>
                  <a:pt x="314325" y="628650"/>
                </a:lnTo>
                <a:lnTo>
                  <a:pt x="314325" y="638175"/>
                </a:lnTo>
                <a:lnTo>
                  <a:pt x="304800" y="638175"/>
                </a:lnTo>
                <a:close/>
                <a:moveTo>
                  <a:pt x="838200" y="628650"/>
                </a:moveTo>
                <a:lnTo>
                  <a:pt x="847725" y="628650"/>
                </a:lnTo>
                <a:lnTo>
                  <a:pt x="847725" y="638175"/>
                </a:lnTo>
                <a:lnTo>
                  <a:pt x="857250" y="638175"/>
                </a:lnTo>
                <a:lnTo>
                  <a:pt x="857250" y="647700"/>
                </a:lnTo>
                <a:lnTo>
                  <a:pt x="838200" y="647700"/>
                </a:lnTo>
                <a:close/>
                <a:moveTo>
                  <a:pt x="1009650" y="628650"/>
                </a:moveTo>
                <a:lnTo>
                  <a:pt x="1019175" y="628650"/>
                </a:lnTo>
                <a:lnTo>
                  <a:pt x="1019175" y="638175"/>
                </a:lnTo>
                <a:lnTo>
                  <a:pt x="1009650" y="638175"/>
                </a:lnTo>
                <a:close/>
                <a:moveTo>
                  <a:pt x="1066800" y="628650"/>
                </a:moveTo>
                <a:lnTo>
                  <a:pt x="1095375" y="628650"/>
                </a:lnTo>
                <a:lnTo>
                  <a:pt x="1095375" y="657225"/>
                </a:lnTo>
                <a:lnTo>
                  <a:pt x="1104900" y="657225"/>
                </a:lnTo>
                <a:lnTo>
                  <a:pt x="1104900" y="666750"/>
                </a:lnTo>
                <a:lnTo>
                  <a:pt x="1123950" y="666750"/>
                </a:lnTo>
                <a:lnTo>
                  <a:pt x="1123950" y="676275"/>
                </a:lnTo>
                <a:lnTo>
                  <a:pt x="1076325" y="676275"/>
                </a:lnTo>
                <a:lnTo>
                  <a:pt x="1076325" y="647700"/>
                </a:lnTo>
                <a:lnTo>
                  <a:pt x="1066800" y="647700"/>
                </a:lnTo>
                <a:close/>
                <a:moveTo>
                  <a:pt x="266700" y="638175"/>
                </a:moveTo>
                <a:lnTo>
                  <a:pt x="276225" y="638175"/>
                </a:lnTo>
                <a:lnTo>
                  <a:pt x="276225" y="647700"/>
                </a:lnTo>
                <a:lnTo>
                  <a:pt x="285750" y="647700"/>
                </a:lnTo>
                <a:lnTo>
                  <a:pt x="285750" y="666750"/>
                </a:lnTo>
                <a:lnTo>
                  <a:pt x="276225" y="666750"/>
                </a:lnTo>
                <a:lnTo>
                  <a:pt x="276225" y="657225"/>
                </a:lnTo>
                <a:lnTo>
                  <a:pt x="266700" y="657225"/>
                </a:lnTo>
                <a:close/>
                <a:moveTo>
                  <a:pt x="428625" y="647700"/>
                </a:moveTo>
                <a:lnTo>
                  <a:pt x="438150" y="647700"/>
                </a:lnTo>
                <a:lnTo>
                  <a:pt x="438150" y="657225"/>
                </a:lnTo>
                <a:lnTo>
                  <a:pt x="447675" y="657225"/>
                </a:lnTo>
                <a:lnTo>
                  <a:pt x="447675" y="666750"/>
                </a:lnTo>
                <a:lnTo>
                  <a:pt x="428625" y="666750"/>
                </a:lnTo>
                <a:close/>
                <a:moveTo>
                  <a:pt x="895350" y="657225"/>
                </a:moveTo>
                <a:lnTo>
                  <a:pt x="904875" y="657225"/>
                </a:lnTo>
                <a:lnTo>
                  <a:pt x="904875" y="666750"/>
                </a:lnTo>
                <a:lnTo>
                  <a:pt x="895350" y="666750"/>
                </a:lnTo>
                <a:close/>
                <a:moveTo>
                  <a:pt x="1038225" y="657225"/>
                </a:moveTo>
                <a:lnTo>
                  <a:pt x="1047750" y="657225"/>
                </a:lnTo>
                <a:lnTo>
                  <a:pt x="1047750" y="676275"/>
                </a:lnTo>
                <a:lnTo>
                  <a:pt x="1038225" y="676275"/>
                </a:lnTo>
                <a:close/>
                <a:moveTo>
                  <a:pt x="295275" y="666750"/>
                </a:moveTo>
                <a:lnTo>
                  <a:pt x="314325" y="666750"/>
                </a:lnTo>
                <a:lnTo>
                  <a:pt x="314325" y="685800"/>
                </a:lnTo>
                <a:lnTo>
                  <a:pt x="295275" y="685800"/>
                </a:lnTo>
                <a:close/>
                <a:moveTo>
                  <a:pt x="942975" y="666750"/>
                </a:moveTo>
                <a:lnTo>
                  <a:pt x="962025" y="666750"/>
                </a:lnTo>
                <a:lnTo>
                  <a:pt x="962025" y="676275"/>
                </a:lnTo>
                <a:lnTo>
                  <a:pt x="971550" y="676275"/>
                </a:lnTo>
                <a:lnTo>
                  <a:pt x="971550" y="704850"/>
                </a:lnTo>
                <a:lnTo>
                  <a:pt x="952500" y="704850"/>
                </a:lnTo>
                <a:lnTo>
                  <a:pt x="952500" y="714375"/>
                </a:lnTo>
                <a:lnTo>
                  <a:pt x="942975" y="714375"/>
                </a:lnTo>
                <a:lnTo>
                  <a:pt x="942975" y="762000"/>
                </a:lnTo>
                <a:lnTo>
                  <a:pt x="923925" y="762000"/>
                </a:lnTo>
                <a:lnTo>
                  <a:pt x="923925" y="752475"/>
                </a:lnTo>
                <a:lnTo>
                  <a:pt x="914400" y="752475"/>
                </a:lnTo>
                <a:lnTo>
                  <a:pt x="914400" y="733425"/>
                </a:lnTo>
                <a:lnTo>
                  <a:pt x="923925" y="733425"/>
                </a:lnTo>
                <a:lnTo>
                  <a:pt x="923925" y="704850"/>
                </a:lnTo>
                <a:lnTo>
                  <a:pt x="942975" y="704850"/>
                </a:lnTo>
                <a:close/>
                <a:moveTo>
                  <a:pt x="352425" y="676275"/>
                </a:moveTo>
                <a:lnTo>
                  <a:pt x="361950" y="676275"/>
                </a:lnTo>
                <a:lnTo>
                  <a:pt x="361950" y="685800"/>
                </a:lnTo>
                <a:lnTo>
                  <a:pt x="352425" y="685800"/>
                </a:lnTo>
                <a:close/>
                <a:moveTo>
                  <a:pt x="1066800" y="676275"/>
                </a:moveTo>
                <a:lnTo>
                  <a:pt x="1076325" y="676275"/>
                </a:lnTo>
                <a:lnTo>
                  <a:pt x="1076325" y="695325"/>
                </a:lnTo>
                <a:lnTo>
                  <a:pt x="1085850" y="695325"/>
                </a:lnTo>
                <a:lnTo>
                  <a:pt x="1085850" y="714375"/>
                </a:lnTo>
                <a:lnTo>
                  <a:pt x="1066800" y="714375"/>
                </a:lnTo>
                <a:lnTo>
                  <a:pt x="1066800" y="704850"/>
                </a:lnTo>
                <a:lnTo>
                  <a:pt x="1057275" y="704850"/>
                </a:lnTo>
                <a:lnTo>
                  <a:pt x="1057275" y="685800"/>
                </a:lnTo>
                <a:lnTo>
                  <a:pt x="1066800" y="685800"/>
                </a:lnTo>
                <a:close/>
                <a:moveTo>
                  <a:pt x="485775" y="695325"/>
                </a:moveTo>
                <a:lnTo>
                  <a:pt x="504825" y="695325"/>
                </a:lnTo>
                <a:lnTo>
                  <a:pt x="504825" y="704850"/>
                </a:lnTo>
                <a:lnTo>
                  <a:pt x="485775" y="704850"/>
                </a:lnTo>
                <a:close/>
                <a:moveTo>
                  <a:pt x="561975" y="704850"/>
                </a:moveTo>
                <a:lnTo>
                  <a:pt x="571500" y="704850"/>
                </a:lnTo>
                <a:lnTo>
                  <a:pt x="571500" y="714375"/>
                </a:lnTo>
                <a:lnTo>
                  <a:pt x="561975" y="714375"/>
                </a:lnTo>
                <a:close/>
                <a:moveTo>
                  <a:pt x="638175" y="714375"/>
                </a:moveTo>
                <a:lnTo>
                  <a:pt x="666750" y="714375"/>
                </a:lnTo>
                <a:lnTo>
                  <a:pt x="666750" y="723900"/>
                </a:lnTo>
                <a:lnTo>
                  <a:pt x="657225" y="723900"/>
                </a:lnTo>
                <a:lnTo>
                  <a:pt x="657225" y="733425"/>
                </a:lnTo>
                <a:lnTo>
                  <a:pt x="638175" y="733425"/>
                </a:lnTo>
                <a:close/>
                <a:moveTo>
                  <a:pt x="152400" y="723900"/>
                </a:moveTo>
                <a:lnTo>
                  <a:pt x="180975" y="723900"/>
                </a:lnTo>
                <a:lnTo>
                  <a:pt x="180975" y="733425"/>
                </a:lnTo>
                <a:lnTo>
                  <a:pt x="152400" y="733425"/>
                </a:lnTo>
                <a:close/>
                <a:moveTo>
                  <a:pt x="1143000" y="723900"/>
                </a:moveTo>
                <a:lnTo>
                  <a:pt x="1152525" y="723900"/>
                </a:lnTo>
                <a:lnTo>
                  <a:pt x="1152525" y="742950"/>
                </a:lnTo>
                <a:lnTo>
                  <a:pt x="1143000" y="742950"/>
                </a:lnTo>
                <a:lnTo>
                  <a:pt x="1143000" y="752475"/>
                </a:lnTo>
                <a:lnTo>
                  <a:pt x="1123950" y="752475"/>
                </a:lnTo>
                <a:lnTo>
                  <a:pt x="1123950" y="733425"/>
                </a:lnTo>
                <a:lnTo>
                  <a:pt x="1143000" y="733425"/>
                </a:lnTo>
                <a:close/>
                <a:moveTo>
                  <a:pt x="38100" y="742950"/>
                </a:moveTo>
                <a:lnTo>
                  <a:pt x="47625" y="742950"/>
                </a:lnTo>
                <a:lnTo>
                  <a:pt x="47625" y="752475"/>
                </a:lnTo>
                <a:lnTo>
                  <a:pt x="38100" y="752475"/>
                </a:lnTo>
                <a:close/>
                <a:moveTo>
                  <a:pt x="133350" y="742950"/>
                </a:moveTo>
                <a:lnTo>
                  <a:pt x="142875" y="742950"/>
                </a:lnTo>
                <a:lnTo>
                  <a:pt x="142875" y="771525"/>
                </a:lnTo>
                <a:lnTo>
                  <a:pt x="133350" y="771525"/>
                </a:lnTo>
                <a:close/>
                <a:moveTo>
                  <a:pt x="47625" y="752475"/>
                </a:moveTo>
                <a:lnTo>
                  <a:pt x="57150" y="752475"/>
                </a:lnTo>
                <a:lnTo>
                  <a:pt x="57150" y="762000"/>
                </a:lnTo>
                <a:lnTo>
                  <a:pt x="47625" y="762000"/>
                </a:lnTo>
                <a:close/>
                <a:moveTo>
                  <a:pt x="57150" y="762000"/>
                </a:moveTo>
                <a:lnTo>
                  <a:pt x="66675" y="762000"/>
                </a:lnTo>
                <a:lnTo>
                  <a:pt x="66675" y="771525"/>
                </a:lnTo>
                <a:lnTo>
                  <a:pt x="76200" y="771525"/>
                </a:lnTo>
                <a:lnTo>
                  <a:pt x="76200" y="781050"/>
                </a:lnTo>
                <a:lnTo>
                  <a:pt x="57150" y="781050"/>
                </a:lnTo>
                <a:close/>
                <a:moveTo>
                  <a:pt x="942975" y="762000"/>
                </a:moveTo>
                <a:lnTo>
                  <a:pt x="952500" y="762000"/>
                </a:lnTo>
                <a:lnTo>
                  <a:pt x="952500" y="771525"/>
                </a:lnTo>
                <a:lnTo>
                  <a:pt x="962025" y="771525"/>
                </a:lnTo>
                <a:lnTo>
                  <a:pt x="962025" y="781050"/>
                </a:lnTo>
                <a:lnTo>
                  <a:pt x="971550" y="781050"/>
                </a:lnTo>
                <a:lnTo>
                  <a:pt x="971550" y="790575"/>
                </a:lnTo>
                <a:lnTo>
                  <a:pt x="990600" y="790575"/>
                </a:lnTo>
                <a:lnTo>
                  <a:pt x="990600" y="800100"/>
                </a:lnTo>
                <a:lnTo>
                  <a:pt x="962025" y="800100"/>
                </a:lnTo>
                <a:lnTo>
                  <a:pt x="962025" y="790575"/>
                </a:lnTo>
                <a:lnTo>
                  <a:pt x="942975" y="790575"/>
                </a:lnTo>
                <a:lnTo>
                  <a:pt x="942975" y="781050"/>
                </a:lnTo>
                <a:lnTo>
                  <a:pt x="933450" y="781050"/>
                </a:lnTo>
                <a:lnTo>
                  <a:pt x="933450" y="771525"/>
                </a:lnTo>
                <a:lnTo>
                  <a:pt x="942975" y="771525"/>
                </a:lnTo>
                <a:close/>
                <a:moveTo>
                  <a:pt x="800100" y="781050"/>
                </a:moveTo>
                <a:lnTo>
                  <a:pt x="819150" y="781050"/>
                </a:lnTo>
                <a:lnTo>
                  <a:pt x="819150" y="790575"/>
                </a:lnTo>
                <a:lnTo>
                  <a:pt x="828675" y="790575"/>
                </a:lnTo>
                <a:lnTo>
                  <a:pt x="828675" y="800100"/>
                </a:lnTo>
                <a:lnTo>
                  <a:pt x="809625" y="800100"/>
                </a:lnTo>
                <a:lnTo>
                  <a:pt x="809625" y="790575"/>
                </a:lnTo>
                <a:lnTo>
                  <a:pt x="800100" y="790575"/>
                </a:lnTo>
                <a:close/>
                <a:moveTo>
                  <a:pt x="923925" y="781050"/>
                </a:moveTo>
                <a:lnTo>
                  <a:pt x="933450" y="781050"/>
                </a:lnTo>
                <a:lnTo>
                  <a:pt x="933450" y="790575"/>
                </a:lnTo>
                <a:lnTo>
                  <a:pt x="923925" y="790575"/>
                </a:lnTo>
                <a:close/>
                <a:moveTo>
                  <a:pt x="133350" y="790575"/>
                </a:moveTo>
                <a:lnTo>
                  <a:pt x="142875" y="790575"/>
                </a:lnTo>
                <a:lnTo>
                  <a:pt x="142875" y="800100"/>
                </a:lnTo>
                <a:lnTo>
                  <a:pt x="133350" y="800100"/>
                </a:lnTo>
                <a:close/>
                <a:moveTo>
                  <a:pt x="885825" y="790575"/>
                </a:moveTo>
                <a:lnTo>
                  <a:pt x="923925" y="790575"/>
                </a:lnTo>
                <a:lnTo>
                  <a:pt x="923925" y="809625"/>
                </a:lnTo>
                <a:lnTo>
                  <a:pt x="914400" y="809625"/>
                </a:lnTo>
                <a:lnTo>
                  <a:pt x="914400" y="838200"/>
                </a:lnTo>
                <a:lnTo>
                  <a:pt x="895350" y="838200"/>
                </a:lnTo>
                <a:lnTo>
                  <a:pt x="895350" y="819150"/>
                </a:lnTo>
                <a:lnTo>
                  <a:pt x="885825" y="819150"/>
                </a:lnTo>
                <a:close/>
                <a:moveTo>
                  <a:pt x="123825" y="800100"/>
                </a:moveTo>
                <a:lnTo>
                  <a:pt x="133350" y="800100"/>
                </a:lnTo>
                <a:lnTo>
                  <a:pt x="133350" y="809625"/>
                </a:lnTo>
                <a:lnTo>
                  <a:pt x="123825" y="809625"/>
                </a:lnTo>
                <a:close/>
                <a:moveTo>
                  <a:pt x="1038225" y="800100"/>
                </a:moveTo>
                <a:lnTo>
                  <a:pt x="1057275" y="800100"/>
                </a:lnTo>
                <a:lnTo>
                  <a:pt x="1057275" y="809625"/>
                </a:lnTo>
                <a:lnTo>
                  <a:pt x="1047750" y="809625"/>
                </a:lnTo>
                <a:lnTo>
                  <a:pt x="1047750" y="819150"/>
                </a:lnTo>
                <a:lnTo>
                  <a:pt x="1038225" y="819150"/>
                </a:lnTo>
                <a:close/>
                <a:moveTo>
                  <a:pt x="561975" y="809625"/>
                </a:moveTo>
                <a:lnTo>
                  <a:pt x="571500" y="809625"/>
                </a:lnTo>
                <a:lnTo>
                  <a:pt x="571500" y="828675"/>
                </a:lnTo>
                <a:lnTo>
                  <a:pt x="561975" y="828675"/>
                </a:lnTo>
                <a:close/>
                <a:moveTo>
                  <a:pt x="581025" y="828675"/>
                </a:moveTo>
                <a:lnTo>
                  <a:pt x="590550" y="828675"/>
                </a:lnTo>
                <a:lnTo>
                  <a:pt x="590550" y="838200"/>
                </a:lnTo>
                <a:lnTo>
                  <a:pt x="581025" y="838200"/>
                </a:lnTo>
                <a:close/>
                <a:moveTo>
                  <a:pt x="762000" y="847725"/>
                </a:moveTo>
                <a:lnTo>
                  <a:pt x="771525" y="847725"/>
                </a:lnTo>
                <a:lnTo>
                  <a:pt x="771525" y="857250"/>
                </a:lnTo>
                <a:lnTo>
                  <a:pt x="781050" y="857250"/>
                </a:lnTo>
                <a:lnTo>
                  <a:pt x="781050" y="876300"/>
                </a:lnTo>
                <a:lnTo>
                  <a:pt x="762000" y="876300"/>
                </a:lnTo>
                <a:close/>
                <a:moveTo>
                  <a:pt x="361950" y="857250"/>
                </a:moveTo>
                <a:lnTo>
                  <a:pt x="371475" y="857250"/>
                </a:lnTo>
                <a:lnTo>
                  <a:pt x="371475" y="866775"/>
                </a:lnTo>
                <a:lnTo>
                  <a:pt x="381000" y="866775"/>
                </a:lnTo>
                <a:lnTo>
                  <a:pt x="381000" y="876300"/>
                </a:lnTo>
                <a:lnTo>
                  <a:pt x="361950" y="876300"/>
                </a:lnTo>
                <a:close/>
                <a:moveTo>
                  <a:pt x="1085850" y="857250"/>
                </a:moveTo>
                <a:lnTo>
                  <a:pt x="1104900" y="857250"/>
                </a:lnTo>
                <a:lnTo>
                  <a:pt x="1104900" y="866775"/>
                </a:lnTo>
                <a:lnTo>
                  <a:pt x="1085850" y="866775"/>
                </a:lnTo>
                <a:close/>
                <a:moveTo>
                  <a:pt x="0" y="866775"/>
                </a:moveTo>
                <a:lnTo>
                  <a:pt x="9525" y="866775"/>
                </a:lnTo>
                <a:lnTo>
                  <a:pt x="9525" y="876300"/>
                </a:lnTo>
                <a:lnTo>
                  <a:pt x="19050" y="876300"/>
                </a:lnTo>
                <a:lnTo>
                  <a:pt x="19050" y="885825"/>
                </a:lnTo>
                <a:lnTo>
                  <a:pt x="9525" y="885825"/>
                </a:lnTo>
                <a:lnTo>
                  <a:pt x="9525" y="895350"/>
                </a:lnTo>
                <a:lnTo>
                  <a:pt x="0" y="895350"/>
                </a:lnTo>
                <a:close/>
                <a:moveTo>
                  <a:pt x="781050" y="876300"/>
                </a:moveTo>
                <a:lnTo>
                  <a:pt x="790575" y="876300"/>
                </a:lnTo>
                <a:lnTo>
                  <a:pt x="790575" y="885825"/>
                </a:lnTo>
                <a:lnTo>
                  <a:pt x="781050" y="885825"/>
                </a:lnTo>
                <a:close/>
                <a:moveTo>
                  <a:pt x="809625" y="885825"/>
                </a:moveTo>
                <a:lnTo>
                  <a:pt x="838200" y="885825"/>
                </a:lnTo>
                <a:lnTo>
                  <a:pt x="838200" y="895350"/>
                </a:lnTo>
                <a:lnTo>
                  <a:pt x="819150" y="895350"/>
                </a:lnTo>
                <a:lnTo>
                  <a:pt x="819150" y="904875"/>
                </a:lnTo>
                <a:lnTo>
                  <a:pt x="809625" y="904875"/>
                </a:lnTo>
                <a:close/>
                <a:moveTo>
                  <a:pt x="542925" y="895350"/>
                </a:moveTo>
                <a:lnTo>
                  <a:pt x="552450" y="895350"/>
                </a:lnTo>
                <a:lnTo>
                  <a:pt x="552450" y="904875"/>
                </a:lnTo>
                <a:lnTo>
                  <a:pt x="542925" y="904875"/>
                </a:lnTo>
                <a:close/>
                <a:moveTo>
                  <a:pt x="523875" y="904875"/>
                </a:moveTo>
                <a:lnTo>
                  <a:pt x="542925" y="904875"/>
                </a:lnTo>
                <a:lnTo>
                  <a:pt x="542925" y="914400"/>
                </a:lnTo>
                <a:lnTo>
                  <a:pt x="523875" y="914400"/>
                </a:lnTo>
                <a:close/>
                <a:moveTo>
                  <a:pt x="590550" y="923925"/>
                </a:moveTo>
                <a:lnTo>
                  <a:pt x="609600" y="923925"/>
                </a:lnTo>
                <a:lnTo>
                  <a:pt x="609600" y="933450"/>
                </a:lnTo>
                <a:lnTo>
                  <a:pt x="600075" y="933450"/>
                </a:lnTo>
                <a:lnTo>
                  <a:pt x="600075" y="942975"/>
                </a:lnTo>
                <a:lnTo>
                  <a:pt x="590550" y="942975"/>
                </a:lnTo>
                <a:close/>
                <a:moveTo>
                  <a:pt x="342900" y="933450"/>
                </a:moveTo>
                <a:lnTo>
                  <a:pt x="352425" y="933450"/>
                </a:lnTo>
                <a:lnTo>
                  <a:pt x="352425" y="942975"/>
                </a:lnTo>
                <a:lnTo>
                  <a:pt x="342900" y="942975"/>
                </a:lnTo>
                <a:close/>
                <a:moveTo>
                  <a:pt x="314325" y="942975"/>
                </a:moveTo>
                <a:lnTo>
                  <a:pt x="323850" y="942975"/>
                </a:lnTo>
                <a:lnTo>
                  <a:pt x="323850" y="962025"/>
                </a:lnTo>
                <a:lnTo>
                  <a:pt x="314325" y="962025"/>
                </a:lnTo>
                <a:close/>
                <a:moveTo>
                  <a:pt x="361950" y="942975"/>
                </a:moveTo>
                <a:lnTo>
                  <a:pt x="371475" y="942975"/>
                </a:lnTo>
                <a:lnTo>
                  <a:pt x="371475" y="952500"/>
                </a:lnTo>
                <a:lnTo>
                  <a:pt x="361950" y="952500"/>
                </a:lnTo>
                <a:close/>
                <a:moveTo>
                  <a:pt x="371475" y="952500"/>
                </a:moveTo>
                <a:lnTo>
                  <a:pt x="390525" y="952500"/>
                </a:lnTo>
                <a:lnTo>
                  <a:pt x="390525" y="962025"/>
                </a:lnTo>
                <a:lnTo>
                  <a:pt x="400050" y="962025"/>
                </a:lnTo>
                <a:lnTo>
                  <a:pt x="400050" y="981075"/>
                </a:lnTo>
                <a:lnTo>
                  <a:pt x="390525" y="981075"/>
                </a:lnTo>
                <a:lnTo>
                  <a:pt x="390525" y="990600"/>
                </a:lnTo>
                <a:lnTo>
                  <a:pt x="381000" y="990600"/>
                </a:lnTo>
                <a:lnTo>
                  <a:pt x="381000" y="962025"/>
                </a:lnTo>
                <a:lnTo>
                  <a:pt x="371475" y="962025"/>
                </a:lnTo>
                <a:close/>
                <a:moveTo>
                  <a:pt x="361950" y="962025"/>
                </a:moveTo>
                <a:lnTo>
                  <a:pt x="371475" y="962025"/>
                </a:lnTo>
                <a:lnTo>
                  <a:pt x="371475" y="971550"/>
                </a:lnTo>
                <a:lnTo>
                  <a:pt x="361950" y="971550"/>
                </a:lnTo>
                <a:close/>
                <a:moveTo>
                  <a:pt x="762000" y="981075"/>
                </a:moveTo>
                <a:lnTo>
                  <a:pt x="771525" y="981075"/>
                </a:lnTo>
                <a:lnTo>
                  <a:pt x="771525" y="990600"/>
                </a:lnTo>
                <a:lnTo>
                  <a:pt x="762000" y="990600"/>
                </a:lnTo>
                <a:close/>
                <a:moveTo>
                  <a:pt x="390525" y="990600"/>
                </a:moveTo>
                <a:lnTo>
                  <a:pt x="409575" y="990600"/>
                </a:lnTo>
                <a:lnTo>
                  <a:pt x="409575" y="1000125"/>
                </a:lnTo>
                <a:lnTo>
                  <a:pt x="400050" y="1000125"/>
                </a:lnTo>
                <a:lnTo>
                  <a:pt x="400050" y="1009650"/>
                </a:lnTo>
                <a:lnTo>
                  <a:pt x="381000" y="1009650"/>
                </a:lnTo>
                <a:lnTo>
                  <a:pt x="381000" y="1000125"/>
                </a:lnTo>
                <a:lnTo>
                  <a:pt x="390525" y="1000125"/>
                </a:lnTo>
                <a:close/>
                <a:moveTo>
                  <a:pt x="66675" y="1000125"/>
                </a:moveTo>
                <a:lnTo>
                  <a:pt x="85725" y="1000125"/>
                </a:lnTo>
                <a:lnTo>
                  <a:pt x="85725" y="1019175"/>
                </a:lnTo>
                <a:lnTo>
                  <a:pt x="76200" y="1019175"/>
                </a:lnTo>
                <a:lnTo>
                  <a:pt x="76200" y="1009650"/>
                </a:lnTo>
                <a:lnTo>
                  <a:pt x="66675" y="1009650"/>
                </a:lnTo>
                <a:close/>
                <a:moveTo>
                  <a:pt x="409575" y="1000125"/>
                </a:moveTo>
                <a:lnTo>
                  <a:pt x="419100" y="1000125"/>
                </a:lnTo>
                <a:lnTo>
                  <a:pt x="419100" y="1009650"/>
                </a:lnTo>
                <a:lnTo>
                  <a:pt x="409575" y="1009650"/>
                </a:lnTo>
                <a:close/>
                <a:moveTo>
                  <a:pt x="419100" y="1009650"/>
                </a:moveTo>
                <a:lnTo>
                  <a:pt x="428625" y="1009650"/>
                </a:lnTo>
                <a:lnTo>
                  <a:pt x="428625" y="1019175"/>
                </a:lnTo>
                <a:lnTo>
                  <a:pt x="419100" y="1019175"/>
                </a:lnTo>
                <a:close/>
                <a:moveTo>
                  <a:pt x="523875" y="1009650"/>
                </a:moveTo>
                <a:lnTo>
                  <a:pt x="533400" y="1009650"/>
                </a:lnTo>
                <a:lnTo>
                  <a:pt x="533400" y="1019175"/>
                </a:lnTo>
                <a:lnTo>
                  <a:pt x="523875" y="1019175"/>
                </a:lnTo>
                <a:close/>
                <a:moveTo>
                  <a:pt x="619125" y="1009650"/>
                </a:moveTo>
                <a:lnTo>
                  <a:pt x="628650" y="1009650"/>
                </a:lnTo>
                <a:lnTo>
                  <a:pt x="628650" y="1019175"/>
                </a:lnTo>
                <a:lnTo>
                  <a:pt x="619125" y="1019175"/>
                </a:lnTo>
                <a:close/>
                <a:moveTo>
                  <a:pt x="762000" y="1028700"/>
                </a:moveTo>
                <a:lnTo>
                  <a:pt x="771525" y="1028700"/>
                </a:lnTo>
                <a:lnTo>
                  <a:pt x="771525" y="1076325"/>
                </a:lnTo>
                <a:lnTo>
                  <a:pt x="762000" y="1076325"/>
                </a:lnTo>
                <a:lnTo>
                  <a:pt x="762000" y="1066800"/>
                </a:lnTo>
                <a:lnTo>
                  <a:pt x="752475" y="1066800"/>
                </a:lnTo>
                <a:lnTo>
                  <a:pt x="752475" y="1038225"/>
                </a:lnTo>
                <a:lnTo>
                  <a:pt x="762000" y="1038225"/>
                </a:lnTo>
                <a:close/>
                <a:moveTo>
                  <a:pt x="552450" y="1038225"/>
                </a:moveTo>
                <a:lnTo>
                  <a:pt x="561975" y="1038225"/>
                </a:lnTo>
                <a:lnTo>
                  <a:pt x="561975" y="1057275"/>
                </a:lnTo>
                <a:lnTo>
                  <a:pt x="552450" y="1057275"/>
                </a:lnTo>
                <a:close/>
                <a:moveTo>
                  <a:pt x="733425" y="1047750"/>
                </a:moveTo>
                <a:lnTo>
                  <a:pt x="742950" y="1047750"/>
                </a:lnTo>
                <a:lnTo>
                  <a:pt x="742950" y="1066800"/>
                </a:lnTo>
                <a:lnTo>
                  <a:pt x="733425" y="1066800"/>
                </a:lnTo>
                <a:close/>
                <a:moveTo>
                  <a:pt x="561975" y="1066800"/>
                </a:moveTo>
                <a:lnTo>
                  <a:pt x="571500" y="1066800"/>
                </a:lnTo>
                <a:lnTo>
                  <a:pt x="571500" y="1076325"/>
                </a:lnTo>
                <a:lnTo>
                  <a:pt x="581025" y="1076325"/>
                </a:lnTo>
                <a:lnTo>
                  <a:pt x="581025" y="1095375"/>
                </a:lnTo>
                <a:lnTo>
                  <a:pt x="571500" y="1095375"/>
                </a:lnTo>
                <a:lnTo>
                  <a:pt x="571500" y="1085850"/>
                </a:lnTo>
                <a:lnTo>
                  <a:pt x="561975" y="1085850"/>
                </a:lnTo>
                <a:lnTo>
                  <a:pt x="561975" y="1095375"/>
                </a:lnTo>
                <a:lnTo>
                  <a:pt x="552450" y="1095375"/>
                </a:lnTo>
                <a:lnTo>
                  <a:pt x="552450" y="1085850"/>
                </a:lnTo>
                <a:lnTo>
                  <a:pt x="542925" y="1085850"/>
                </a:lnTo>
                <a:lnTo>
                  <a:pt x="542925" y="1076325"/>
                </a:lnTo>
                <a:lnTo>
                  <a:pt x="561975" y="1076325"/>
                </a:lnTo>
                <a:close/>
                <a:moveTo>
                  <a:pt x="333375" y="1152525"/>
                </a:moveTo>
                <a:lnTo>
                  <a:pt x="342900" y="1152525"/>
                </a:lnTo>
                <a:lnTo>
                  <a:pt x="342900" y="1162050"/>
                </a:lnTo>
                <a:lnTo>
                  <a:pt x="333375" y="1162050"/>
                </a:lnTo>
                <a:close/>
                <a:moveTo>
                  <a:pt x="723900" y="1152525"/>
                </a:moveTo>
                <a:lnTo>
                  <a:pt x="733425" y="1152525"/>
                </a:lnTo>
                <a:lnTo>
                  <a:pt x="733425" y="1162050"/>
                </a:lnTo>
                <a:lnTo>
                  <a:pt x="723900" y="1162050"/>
                </a:lnTo>
                <a:close/>
                <a:moveTo>
                  <a:pt x="352425" y="1162050"/>
                </a:moveTo>
                <a:lnTo>
                  <a:pt x="361950" y="1162050"/>
                </a:lnTo>
                <a:lnTo>
                  <a:pt x="361950" y="1171575"/>
                </a:lnTo>
                <a:lnTo>
                  <a:pt x="352425" y="1171575"/>
                </a:lnTo>
                <a:close/>
                <a:moveTo>
                  <a:pt x="762000" y="1162050"/>
                </a:moveTo>
                <a:lnTo>
                  <a:pt x="771525" y="1162050"/>
                </a:lnTo>
                <a:lnTo>
                  <a:pt x="771525" y="1171575"/>
                </a:lnTo>
                <a:lnTo>
                  <a:pt x="762000" y="1171575"/>
                </a:lnTo>
                <a:close/>
                <a:moveTo>
                  <a:pt x="476250" y="1190625"/>
                </a:moveTo>
                <a:lnTo>
                  <a:pt x="485775" y="1190625"/>
                </a:lnTo>
                <a:lnTo>
                  <a:pt x="485775" y="1200150"/>
                </a:lnTo>
                <a:lnTo>
                  <a:pt x="476250" y="1200150"/>
                </a:lnTo>
                <a:close/>
                <a:moveTo>
                  <a:pt x="428625" y="1219200"/>
                </a:moveTo>
                <a:lnTo>
                  <a:pt x="438150" y="1219200"/>
                </a:lnTo>
                <a:lnTo>
                  <a:pt x="438150" y="1228725"/>
                </a:lnTo>
                <a:lnTo>
                  <a:pt x="428625" y="1228725"/>
                </a:lnTo>
                <a:close/>
                <a:moveTo>
                  <a:pt x="419100" y="1228725"/>
                </a:moveTo>
                <a:lnTo>
                  <a:pt x="428625" y="1228725"/>
                </a:lnTo>
                <a:lnTo>
                  <a:pt x="428625" y="1238250"/>
                </a:lnTo>
                <a:lnTo>
                  <a:pt x="419100" y="1238250"/>
                </a:lnTo>
                <a:close/>
                <a:moveTo>
                  <a:pt x="781050" y="1247775"/>
                </a:moveTo>
                <a:lnTo>
                  <a:pt x="800100" y="1247775"/>
                </a:lnTo>
                <a:lnTo>
                  <a:pt x="800100" y="1257300"/>
                </a:lnTo>
                <a:lnTo>
                  <a:pt x="809625" y="1257300"/>
                </a:lnTo>
                <a:lnTo>
                  <a:pt x="809625" y="1266825"/>
                </a:lnTo>
                <a:lnTo>
                  <a:pt x="819150" y="1266825"/>
                </a:lnTo>
                <a:lnTo>
                  <a:pt x="819150" y="1276350"/>
                </a:lnTo>
                <a:lnTo>
                  <a:pt x="828675" y="1276350"/>
                </a:lnTo>
                <a:lnTo>
                  <a:pt x="828675" y="1285875"/>
                </a:lnTo>
                <a:lnTo>
                  <a:pt x="809625" y="1285875"/>
                </a:lnTo>
                <a:lnTo>
                  <a:pt x="809625" y="1276350"/>
                </a:lnTo>
                <a:lnTo>
                  <a:pt x="790575" y="1276350"/>
                </a:lnTo>
                <a:lnTo>
                  <a:pt x="790575" y="1257300"/>
                </a:lnTo>
                <a:lnTo>
                  <a:pt x="781050" y="1257300"/>
                </a:lnTo>
                <a:close/>
                <a:moveTo>
                  <a:pt x="600075" y="1266825"/>
                </a:moveTo>
                <a:lnTo>
                  <a:pt x="609600" y="1266825"/>
                </a:lnTo>
                <a:lnTo>
                  <a:pt x="609600" y="1285875"/>
                </a:lnTo>
                <a:lnTo>
                  <a:pt x="600075" y="1285875"/>
                </a:lnTo>
                <a:close/>
                <a:moveTo>
                  <a:pt x="742950" y="1266825"/>
                </a:moveTo>
                <a:lnTo>
                  <a:pt x="781050" y="1266825"/>
                </a:lnTo>
                <a:lnTo>
                  <a:pt x="781050" y="1295400"/>
                </a:lnTo>
                <a:lnTo>
                  <a:pt x="742950" y="1295400"/>
                </a:lnTo>
                <a:lnTo>
                  <a:pt x="742950" y="1285875"/>
                </a:lnTo>
                <a:lnTo>
                  <a:pt x="733425" y="1285875"/>
                </a:lnTo>
                <a:lnTo>
                  <a:pt x="733425" y="1295400"/>
                </a:lnTo>
                <a:lnTo>
                  <a:pt x="723900" y="1295400"/>
                </a:lnTo>
                <a:lnTo>
                  <a:pt x="723900" y="1276350"/>
                </a:lnTo>
                <a:lnTo>
                  <a:pt x="742950" y="1276350"/>
                </a:lnTo>
                <a:close/>
                <a:moveTo>
                  <a:pt x="1104900" y="1304925"/>
                </a:moveTo>
                <a:lnTo>
                  <a:pt x="1133475" y="1304925"/>
                </a:lnTo>
                <a:lnTo>
                  <a:pt x="1133475" y="1314450"/>
                </a:lnTo>
                <a:lnTo>
                  <a:pt x="1104900" y="1314450"/>
                </a:lnTo>
                <a:close/>
                <a:moveTo>
                  <a:pt x="781050" y="1314450"/>
                </a:moveTo>
                <a:lnTo>
                  <a:pt x="800100" y="1314450"/>
                </a:lnTo>
                <a:lnTo>
                  <a:pt x="800100" y="1323975"/>
                </a:lnTo>
                <a:lnTo>
                  <a:pt x="781050" y="1323975"/>
                </a:lnTo>
                <a:close/>
                <a:moveTo>
                  <a:pt x="523875" y="1333500"/>
                </a:moveTo>
                <a:lnTo>
                  <a:pt x="533400" y="1333500"/>
                </a:lnTo>
                <a:lnTo>
                  <a:pt x="533400" y="1343025"/>
                </a:lnTo>
                <a:lnTo>
                  <a:pt x="523875" y="1343025"/>
                </a:lnTo>
                <a:close/>
                <a:moveTo>
                  <a:pt x="457200" y="1352550"/>
                </a:moveTo>
                <a:lnTo>
                  <a:pt x="466725" y="1352550"/>
                </a:lnTo>
                <a:lnTo>
                  <a:pt x="466725" y="1362075"/>
                </a:lnTo>
                <a:lnTo>
                  <a:pt x="476250" y="1362075"/>
                </a:lnTo>
                <a:lnTo>
                  <a:pt x="476250" y="1371600"/>
                </a:lnTo>
                <a:lnTo>
                  <a:pt x="457200" y="1371600"/>
                </a:lnTo>
                <a:close/>
                <a:moveTo>
                  <a:pt x="1085850" y="1352550"/>
                </a:moveTo>
                <a:lnTo>
                  <a:pt x="1104900" y="1352550"/>
                </a:lnTo>
                <a:lnTo>
                  <a:pt x="1104900" y="1362075"/>
                </a:lnTo>
                <a:lnTo>
                  <a:pt x="1085850" y="1362075"/>
                </a:lnTo>
                <a:close/>
                <a:moveTo>
                  <a:pt x="304800" y="1362075"/>
                </a:moveTo>
                <a:lnTo>
                  <a:pt x="314325" y="1362075"/>
                </a:lnTo>
                <a:lnTo>
                  <a:pt x="314325" y="1371600"/>
                </a:lnTo>
                <a:lnTo>
                  <a:pt x="323850" y="1371600"/>
                </a:lnTo>
                <a:lnTo>
                  <a:pt x="323850" y="1362075"/>
                </a:lnTo>
                <a:lnTo>
                  <a:pt x="333375" y="1362075"/>
                </a:lnTo>
                <a:lnTo>
                  <a:pt x="333375" y="1371600"/>
                </a:lnTo>
                <a:lnTo>
                  <a:pt x="323850" y="1371600"/>
                </a:lnTo>
                <a:lnTo>
                  <a:pt x="323850" y="1381125"/>
                </a:lnTo>
                <a:lnTo>
                  <a:pt x="304800" y="1381125"/>
                </a:lnTo>
                <a:close/>
                <a:moveTo>
                  <a:pt x="752475" y="1362075"/>
                </a:moveTo>
                <a:lnTo>
                  <a:pt x="762000" y="1362075"/>
                </a:lnTo>
                <a:lnTo>
                  <a:pt x="762000" y="1371600"/>
                </a:lnTo>
                <a:lnTo>
                  <a:pt x="781050" y="1371600"/>
                </a:lnTo>
                <a:lnTo>
                  <a:pt x="781050" y="1400175"/>
                </a:lnTo>
                <a:lnTo>
                  <a:pt x="771525" y="1400175"/>
                </a:lnTo>
                <a:lnTo>
                  <a:pt x="771525" y="1419225"/>
                </a:lnTo>
                <a:lnTo>
                  <a:pt x="742950" y="1419225"/>
                </a:lnTo>
                <a:lnTo>
                  <a:pt x="742950" y="1428750"/>
                </a:lnTo>
                <a:lnTo>
                  <a:pt x="733425" y="1428750"/>
                </a:lnTo>
                <a:lnTo>
                  <a:pt x="733425" y="1409700"/>
                </a:lnTo>
                <a:lnTo>
                  <a:pt x="742950" y="1409700"/>
                </a:lnTo>
                <a:lnTo>
                  <a:pt x="742950" y="1390650"/>
                </a:lnTo>
                <a:lnTo>
                  <a:pt x="752475" y="1390650"/>
                </a:lnTo>
                <a:close/>
                <a:moveTo>
                  <a:pt x="914400" y="1400175"/>
                </a:moveTo>
                <a:lnTo>
                  <a:pt x="923925" y="1400175"/>
                </a:lnTo>
                <a:lnTo>
                  <a:pt x="923925" y="1419225"/>
                </a:lnTo>
                <a:lnTo>
                  <a:pt x="914400" y="1419225"/>
                </a:lnTo>
                <a:close/>
                <a:moveTo>
                  <a:pt x="1143000" y="1400175"/>
                </a:moveTo>
                <a:lnTo>
                  <a:pt x="1181100" y="1400175"/>
                </a:lnTo>
                <a:lnTo>
                  <a:pt x="1181100" y="1419225"/>
                </a:lnTo>
                <a:lnTo>
                  <a:pt x="1171575" y="1419225"/>
                </a:lnTo>
                <a:lnTo>
                  <a:pt x="1171575" y="1466850"/>
                </a:lnTo>
                <a:lnTo>
                  <a:pt x="1162050" y="1466850"/>
                </a:lnTo>
                <a:lnTo>
                  <a:pt x="1162050" y="1476375"/>
                </a:lnTo>
                <a:lnTo>
                  <a:pt x="1123950" y="1476375"/>
                </a:lnTo>
                <a:lnTo>
                  <a:pt x="1123950" y="1485900"/>
                </a:lnTo>
                <a:lnTo>
                  <a:pt x="1114425" y="1485900"/>
                </a:lnTo>
                <a:lnTo>
                  <a:pt x="1114425" y="1476375"/>
                </a:lnTo>
                <a:lnTo>
                  <a:pt x="1104900" y="1476375"/>
                </a:lnTo>
                <a:lnTo>
                  <a:pt x="1104900" y="1466850"/>
                </a:lnTo>
                <a:lnTo>
                  <a:pt x="1095375" y="1466850"/>
                </a:lnTo>
                <a:lnTo>
                  <a:pt x="1095375" y="1447800"/>
                </a:lnTo>
                <a:lnTo>
                  <a:pt x="1114425" y="1447800"/>
                </a:lnTo>
                <a:lnTo>
                  <a:pt x="1114425" y="1457325"/>
                </a:lnTo>
                <a:lnTo>
                  <a:pt x="1123950" y="1457325"/>
                </a:lnTo>
                <a:lnTo>
                  <a:pt x="1123950" y="1466850"/>
                </a:lnTo>
                <a:lnTo>
                  <a:pt x="1133475" y="1466850"/>
                </a:lnTo>
                <a:lnTo>
                  <a:pt x="1133475" y="1457325"/>
                </a:lnTo>
                <a:lnTo>
                  <a:pt x="1143000" y="1457325"/>
                </a:lnTo>
                <a:lnTo>
                  <a:pt x="1143000" y="1447800"/>
                </a:lnTo>
                <a:lnTo>
                  <a:pt x="1152525" y="1447800"/>
                </a:lnTo>
                <a:lnTo>
                  <a:pt x="1152525" y="1438275"/>
                </a:lnTo>
                <a:lnTo>
                  <a:pt x="1162050" y="1438275"/>
                </a:lnTo>
                <a:lnTo>
                  <a:pt x="1162050" y="1409700"/>
                </a:lnTo>
                <a:lnTo>
                  <a:pt x="1143000" y="1409700"/>
                </a:lnTo>
                <a:close/>
                <a:moveTo>
                  <a:pt x="1028700" y="1409700"/>
                </a:moveTo>
                <a:lnTo>
                  <a:pt x="1047750" y="1409700"/>
                </a:lnTo>
                <a:lnTo>
                  <a:pt x="1047750" y="1428750"/>
                </a:lnTo>
                <a:lnTo>
                  <a:pt x="1038225" y="1428750"/>
                </a:lnTo>
                <a:lnTo>
                  <a:pt x="1038225" y="1438275"/>
                </a:lnTo>
                <a:lnTo>
                  <a:pt x="1028700" y="1438275"/>
                </a:lnTo>
                <a:close/>
                <a:moveTo>
                  <a:pt x="809625" y="1419225"/>
                </a:moveTo>
                <a:lnTo>
                  <a:pt x="819150" y="1419225"/>
                </a:lnTo>
                <a:lnTo>
                  <a:pt x="819150" y="1428750"/>
                </a:lnTo>
                <a:lnTo>
                  <a:pt x="809625" y="1428750"/>
                </a:lnTo>
                <a:close/>
                <a:moveTo>
                  <a:pt x="428625" y="1428750"/>
                </a:moveTo>
                <a:lnTo>
                  <a:pt x="447675" y="1428750"/>
                </a:lnTo>
                <a:lnTo>
                  <a:pt x="447675" y="1438275"/>
                </a:lnTo>
                <a:lnTo>
                  <a:pt x="428625" y="1438275"/>
                </a:lnTo>
                <a:close/>
                <a:moveTo>
                  <a:pt x="790575" y="1457325"/>
                </a:moveTo>
                <a:lnTo>
                  <a:pt x="800100" y="1457325"/>
                </a:lnTo>
                <a:lnTo>
                  <a:pt x="800100" y="1476375"/>
                </a:lnTo>
                <a:lnTo>
                  <a:pt x="771525" y="1476375"/>
                </a:lnTo>
                <a:lnTo>
                  <a:pt x="771525" y="1466850"/>
                </a:lnTo>
                <a:lnTo>
                  <a:pt x="790575" y="1466850"/>
                </a:lnTo>
                <a:close/>
                <a:moveTo>
                  <a:pt x="942975" y="1457325"/>
                </a:moveTo>
                <a:lnTo>
                  <a:pt x="971550" y="1457325"/>
                </a:lnTo>
                <a:lnTo>
                  <a:pt x="971550" y="1476375"/>
                </a:lnTo>
                <a:lnTo>
                  <a:pt x="962025" y="1476375"/>
                </a:lnTo>
                <a:lnTo>
                  <a:pt x="962025" y="1485900"/>
                </a:lnTo>
                <a:lnTo>
                  <a:pt x="942975" y="1485900"/>
                </a:lnTo>
                <a:close/>
                <a:moveTo>
                  <a:pt x="733425" y="1476375"/>
                </a:moveTo>
                <a:lnTo>
                  <a:pt x="742950" y="1476375"/>
                </a:lnTo>
                <a:lnTo>
                  <a:pt x="742950" y="1485900"/>
                </a:lnTo>
                <a:lnTo>
                  <a:pt x="733425" y="1485900"/>
                </a:lnTo>
                <a:close/>
                <a:moveTo>
                  <a:pt x="809625" y="1504950"/>
                </a:moveTo>
                <a:lnTo>
                  <a:pt x="838200" y="1504950"/>
                </a:lnTo>
                <a:lnTo>
                  <a:pt x="838200" y="1524000"/>
                </a:lnTo>
                <a:lnTo>
                  <a:pt x="819150" y="1524000"/>
                </a:lnTo>
                <a:lnTo>
                  <a:pt x="819150" y="1533525"/>
                </a:lnTo>
                <a:lnTo>
                  <a:pt x="809625" y="1533525"/>
                </a:lnTo>
                <a:close/>
                <a:moveTo>
                  <a:pt x="847725" y="1504950"/>
                </a:moveTo>
                <a:lnTo>
                  <a:pt x="857250" y="1504950"/>
                </a:lnTo>
                <a:lnTo>
                  <a:pt x="857250" y="1514475"/>
                </a:lnTo>
                <a:lnTo>
                  <a:pt x="847725" y="1514475"/>
                </a:lnTo>
                <a:close/>
                <a:moveTo>
                  <a:pt x="342900" y="1524000"/>
                </a:moveTo>
                <a:lnTo>
                  <a:pt x="371475" y="1524000"/>
                </a:lnTo>
                <a:lnTo>
                  <a:pt x="371475" y="1533525"/>
                </a:lnTo>
                <a:lnTo>
                  <a:pt x="381000" y="1533525"/>
                </a:lnTo>
                <a:lnTo>
                  <a:pt x="381000" y="1543050"/>
                </a:lnTo>
                <a:lnTo>
                  <a:pt x="371475" y="1543050"/>
                </a:lnTo>
                <a:lnTo>
                  <a:pt x="371475" y="1552575"/>
                </a:lnTo>
                <a:lnTo>
                  <a:pt x="352425" y="1552575"/>
                </a:lnTo>
                <a:lnTo>
                  <a:pt x="352425" y="1533525"/>
                </a:lnTo>
                <a:lnTo>
                  <a:pt x="342900" y="1533525"/>
                </a:lnTo>
                <a:close/>
                <a:moveTo>
                  <a:pt x="952500" y="1524000"/>
                </a:moveTo>
                <a:lnTo>
                  <a:pt x="962025" y="1524000"/>
                </a:lnTo>
                <a:lnTo>
                  <a:pt x="962025" y="1533525"/>
                </a:lnTo>
                <a:lnTo>
                  <a:pt x="952500" y="1533525"/>
                </a:lnTo>
                <a:close/>
                <a:moveTo>
                  <a:pt x="1000125" y="1524000"/>
                </a:moveTo>
                <a:lnTo>
                  <a:pt x="1019175" y="1524000"/>
                </a:lnTo>
                <a:lnTo>
                  <a:pt x="1019175" y="1552575"/>
                </a:lnTo>
                <a:lnTo>
                  <a:pt x="1028700" y="1552575"/>
                </a:lnTo>
                <a:lnTo>
                  <a:pt x="1028700" y="1571625"/>
                </a:lnTo>
                <a:lnTo>
                  <a:pt x="1009650" y="1571625"/>
                </a:lnTo>
                <a:lnTo>
                  <a:pt x="1009650" y="1581150"/>
                </a:lnTo>
                <a:lnTo>
                  <a:pt x="1000125" y="1581150"/>
                </a:lnTo>
                <a:lnTo>
                  <a:pt x="1000125" y="1571625"/>
                </a:lnTo>
                <a:lnTo>
                  <a:pt x="990600" y="1571625"/>
                </a:lnTo>
                <a:lnTo>
                  <a:pt x="990600" y="1581150"/>
                </a:lnTo>
                <a:lnTo>
                  <a:pt x="981075" y="1581150"/>
                </a:lnTo>
                <a:lnTo>
                  <a:pt x="981075" y="1600200"/>
                </a:lnTo>
                <a:lnTo>
                  <a:pt x="971550" y="1600200"/>
                </a:lnTo>
                <a:lnTo>
                  <a:pt x="971550" y="1609725"/>
                </a:lnTo>
                <a:lnTo>
                  <a:pt x="962025" y="1609725"/>
                </a:lnTo>
                <a:lnTo>
                  <a:pt x="962025" y="1581150"/>
                </a:lnTo>
                <a:lnTo>
                  <a:pt x="952500" y="1581150"/>
                </a:lnTo>
                <a:lnTo>
                  <a:pt x="952500" y="1571625"/>
                </a:lnTo>
                <a:lnTo>
                  <a:pt x="962025" y="1571625"/>
                </a:lnTo>
                <a:lnTo>
                  <a:pt x="962025" y="1562100"/>
                </a:lnTo>
                <a:lnTo>
                  <a:pt x="981075" y="1562100"/>
                </a:lnTo>
                <a:lnTo>
                  <a:pt x="981075" y="1552575"/>
                </a:lnTo>
                <a:lnTo>
                  <a:pt x="990600" y="1552575"/>
                </a:lnTo>
                <a:lnTo>
                  <a:pt x="990600" y="1533525"/>
                </a:lnTo>
                <a:lnTo>
                  <a:pt x="1000125" y="1533525"/>
                </a:lnTo>
                <a:close/>
                <a:moveTo>
                  <a:pt x="781050" y="1533525"/>
                </a:moveTo>
                <a:lnTo>
                  <a:pt x="790575" y="1533525"/>
                </a:lnTo>
                <a:lnTo>
                  <a:pt x="790575" y="1543050"/>
                </a:lnTo>
                <a:lnTo>
                  <a:pt x="781050" y="1543050"/>
                </a:lnTo>
                <a:close/>
                <a:moveTo>
                  <a:pt x="0" y="1543050"/>
                </a:moveTo>
                <a:lnTo>
                  <a:pt x="9525" y="1543050"/>
                </a:lnTo>
                <a:lnTo>
                  <a:pt x="9525" y="1571625"/>
                </a:lnTo>
                <a:lnTo>
                  <a:pt x="0" y="1571625"/>
                </a:lnTo>
                <a:close/>
                <a:moveTo>
                  <a:pt x="66675" y="1552575"/>
                </a:moveTo>
                <a:lnTo>
                  <a:pt x="76200" y="1552575"/>
                </a:lnTo>
                <a:lnTo>
                  <a:pt x="76200" y="1571625"/>
                </a:lnTo>
                <a:lnTo>
                  <a:pt x="66675" y="1571625"/>
                </a:lnTo>
                <a:close/>
                <a:moveTo>
                  <a:pt x="838200" y="1562100"/>
                </a:moveTo>
                <a:lnTo>
                  <a:pt x="857250" y="1562100"/>
                </a:lnTo>
                <a:lnTo>
                  <a:pt x="857250" y="1571625"/>
                </a:lnTo>
                <a:lnTo>
                  <a:pt x="847725" y="1571625"/>
                </a:lnTo>
                <a:lnTo>
                  <a:pt x="847725" y="1590675"/>
                </a:lnTo>
                <a:lnTo>
                  <a:pt x="819150" y="1590675"/>
                </a:lnTo>
                <a:lnTo>
                  <a:pt x="819150" y="1581150"/>
                </a:lnTo>
                <a:lnTo>
                  <a:pt x="828675" y="1581150"/>
                </a:lnTo>
                <a:lnTo>
                  <a:pt x="828675" y="1571625"/>
                </a:lnTo>
                <a:lnTo>
                  <a:pt x="838200" y="1571625"/>
                </a:lnTo>
                <a:close/>
                <a:moveTo>
                  <a:pt x="733425" y="1581150"/>
                </a:moveTo>
                <a:lnTo>
                  <a:pt x="742950" y="1581150"/>
                </a:lnTo>
                <a:lnTo>
                  <a:pt x="742950" y="1590675"/>
                </a:lnTo>
                <a:lnTo>
                  <a:pt x="733425" y="1590675"/>
                </a:lnTo>
                <a:close/>
                <a:moveTo>
                  <a:pt x="752475" y="1581150"/>
                </a:moveTo>
                <a:lnTo>
                  <a:pt x="771525" y="1581150"/>
                </a:lnTo>
                <a:lnTo>
                  <a:pt x="771525" y="1600200"/>
                </a:lnTo>
                <a:lnTo>
                  <a:pt x="781050" y="1600200"/>
                </a:lnTo>
                <a:lnTo>
                  <a:pt x="781050" y="1628775"/>
                </a:lnTo>
                <a:lnTo>
                  <a:pt x="762000" y="1628775"/>
                </a:lnTo>
                <a:lnTo>
                  <a:pt x="762000" y="1638300"/>
                </a:lnTo>
                <a:lnTo>
                  <a:pt x="771525" y="1638300"/>
                </a:lnTo>
                <a:lnTo>
                  <a:pt x="771525" y="1666875"/>
                </a:lnTo>
                <a:lnTo>
                  <a:pt x="781050" y="1666875"/>
                </a:lnTo>
                <a:lnTo>
                  <a:pt x="781050" y="1676400"/>
                </a:lnTo>
                <a:lnTo>
                  <a:pt x="771525" y="1676400"/>
                </a:lnTo>
                <a:lnTo>
                  <a:pt x="771525" y="1685925"/>
                </a:lnTo>
                <a:lnTo>
                  <a:pt x="742950" y="1685925"/>
                </a:lnTo>
                <a:lnTo>
                  <a:pt x="742950" y="1676400"/>
                </a:lnTo>
                <a:lnTo>
                  <a:pt x="723900" y="1676400"/>
                </a:lnTo>
                <a:lnTo>
                  <a:pt x="723900" y="1638300"/>
                </a:lnTo>
                <a:lnTo>
                  <a:pt x="733425" y="1638300"/>
                </a:lnTo>
                <a:lnTo>
                  <a:pt x="733425" y="1619250"/>
                </a:lnTo>
                <a:lnTo>
                  <a:pt x="742950" y="1619250"/>
                </a:lnTo>
                <a:lnTo>
                  <a:pt x="742950" y="1600200"/>
                </a:lnTo>
                <a:lnTo>
                  <a:pt x="752475" y="1600200"/>
                </a:lnTo>
                <a:close/>
                <a:moveTo>
                  <a:pt x="914400" y="1600200"/>
                </a:moveTo>
                <a:lnTo>
                  <a:pt x="933450" y="1600200"/>
                </a:lnTo>
                <a:lnTo>
                  <a:pt x="933450" y="1609725"/>
                </a:lnTo>
                <a:lnTo>
                  <a:pt x="914400" y="1609725"/>
                </a:lnTo>
                <a:close/>
                <a:moveTo>
                  <a:pt x="1123950" y="1628775"/>
                </a:moveTo>
                <a:lnTo>
                  <a:pt x="1133475" y="1628775"/>
                </a:lnTo>
                <a:lnTo>
                  <a:pt x="1133475" y="1647825"/>
                </a:lnTo>
                <a:lnTo>
                  <a:pt x="1114425" y="1647825"/>
                </a:lnTo>
                <a:lnTo>
                  <a:pt x="1114425" y="1638300"/>
                </a:lnTo>
                <a:lnTo>
                  <a:pt x="1123950" y="1638300"/>
                </a:lnTo>
                <a:close/>
                <a:moveTo>
                  <a:pt x="923925" y="1638300"/>
                </a:moveTo>
                <a:lnTo>
                  <a:pt x="952500" y="1638300"/>
                </a:lnTo>
                <a:lnTo>
                  <a:pt x="952500" y="1647825"/>
                </a:lnTo>
                <a:lnTo>
                  <a:pt x="942975" y="1647825"/>
                </a:lnTo>
                <a:lnTo>
                  <a:pt x="942975" y="1657350"/>
                </a:lnTo>
                <a:lnTo>
                  <a:pt x="923925" y="1657350"/>
                </a:lnTo>
                <a:close/>
                <a:moveTo>
                  <a:pt x="57150" y="1647825"/>
                </a:moveTo>
                <a:lnTo>
                  <a:pt x="76200" y="1647825"/>
                </a:lnTo>
                <a:lnTo>
                  <a:pt x="76200" y="1666875"/>
                </a:lnTo>
                <a:lnTo>
                  <a:pt x="57150" y="1666875"/>
                </a:lnTo>
                <a:close/>
                <a:moveTo>
                  <a:pt x="123825" y="1647825"/>
                </a:moveTo>
                <a:lnTo>
                  <a:pt x="133350" y="1647825"/>
                </a:lnTo>
                <a:lnTo>
                  <a:pt x="133350" y="1666875"/>
                </a:lnTo>
                <a:lnTo>
                  <a:pt x="123825" y="1666875"/>
                </a:lnTo>
                <a:close/>
                <a:moveTo>
                  <a:pt x="790575" y="1647825"/>
                </a:moveTo>
                <a:lnTo>
                  <a:pt x="809625" y="1647825"/>
                </a:lnTo>
                <a:lnTo>
                  <a:pt x="809625" y="1657350"/>
                </a:lnTo>
                <a:lnTo>
                  <a:pt x="790575" y="1657350"/>
                </a:lnTo>
                <a:close/>
                <a:moveTo>
                  <a:pt x="0" y="1657350"/>
                </a:moveTo>
                <a:lnTo>
                  <a:pt x="19050" y="1657350"/>
                </a:lnTo>
                <a:lnTo>
                  <a:pt x="19050" y="1676400"/>
                </a:lnTo>
                <a:lnTo>
                  <a:pt x="9525" y="1676400"/>
                </a:lnTo>
                <a:lnTo>
                  <a:pt x="9525" y="1685925"/>
                </a:lnTo>
                <a:lnTo>
                  <a:pt x="0" y="1685925"/>
                </a:lnTo>
                <a:close/>
                <a:moveTo>
                  <a:pt x="733425" y="1657350"/>
                </a:moveTo>
                <a:lnTo>
                  <a:pt x="742950" y="1657350"/>
                </a:lnTo>
                <a:lnTo>
                  <a:pt x="742950" y="1638300"/>
                </a:lnTo>
                <a:lnTo>
                  <a:pt x="733425" y="1638300"/>
                </a:lnTo>
                <a:close/>
                <a:moveTo>
                  <a:pt x="904875" y="1657350"/>
                </a:moveTo>
                <a:lnTo>
                  <a:pt x="923925" y="1657350"/>
                </a:lnTo>
                <a:lnTo>
                  <a:pt x="923925" y="1666875"/>
                </a:lnTo>
                <a:lnTo>
                  <a:pt x="904875" y="1666875"/>
                </a:lnTo>
                <a:close/>
                <a:moveTo>
                  <a:pt x="847725" y="1666875"/>
                </a:moveTo>
                <a:lnTo>
                  <a:pt x="876300" y="1666875"/>
                </a:lnTo>
                <a:lnTo>
                  <a:pt x="876300" y="1676400"/>
                </a:lnTo>
                <a:lnTo>
                  <a:pt x="885825" y="1676400"/>
                </a:lnTo>
                <a:lnTo>
                  <a:pt x="885825" y="1685925"/>
                </a:lnTo>
                <a:lnTo>
                  <a:pt x="876300" y="1685925"/>
                </a:lnTo>
                <a:lnTo>
                  <a:pt x="876300" y="1695450"/>
                </a:lnTo>
                <a:lnTo>
                  <a:pt x="847725" y="1695450"/>
                </a:lnTo>
                <a:close/>
                <a:moveTo>
                  <a:pt x="752475" y="1676400"/>
                </a:moveTo>
                <a:lnTo>
                  <a:pt x="762000" y="1676400"/>
                </a:lnTo>
                <a:lnTo>
                  <a:pt x="762000" y="1666875"/>
                </a:lnTo>
                <a:lnTo>
                  <a:pt x="752475" y="1666875"/>
                </a:lnTo>
                <a:close/>
                <a:moveTo>
                  <a:pt x="57150" y="1685925"/>
                </a:moveTo>
                <a:lnTo>
                  <a:pt x="66675" y="1685925"/>
                </a:lnTo>
                <a:lnTo>
                  <a:pt x="66675" y="1695450"/>
                </a:lnTo>
                <a:lnTo>
                  <a:pt x="76200" y="1695450"/>
                </a:lnTo>
                <a:lnTo>
                  <a:pt x="76200" y="1704975"/>
                </a:lnTo>
                <a:lnTo>
                  <a:pt x="66675" y="1704975"/>
                </a:lnTo>
                <a:lnTo>
                  <a:pt x="66675" y="1714500"/>
                </a:lnTo>
                <a:lnTo>
                  <a:pt x="57150" y="1714500"/>
                </a:lnTo>
                <a:close/>
                <a:moveTo>
                  <a:pt x="0" y="1695450"/>
                </a:moveTo>
                <a:lnTo>
                  <a:pt x="9525" y="1695450"/>
                </a:lnTo>
                <a:lnTo>
                  <a:pt x="9525" y="1714500"/>
                </a:lnTo>
                <a:lnTo>
                  <a:pt x="0" y="1714500"/>
                </a:lnTo>
                <a:close/>
                <a:moveTo>
                  <a:pt x="685800" y="1695450"/>
                </a:moveTo>
                <a:lnTo>
                  <a:pt x="704850" y="1695450"/>
                </a:lnTo>
                <a:lnTo>
                  <a:pt x="704850" y="1704975"/>
                </a:lnTo>
                <a:lnTo>
                  <a:pt x="695325" y="1704975"/>
                </a:lnTo>
                <a:lnTo>
                  <a:pt x="695325" y="1714500"/>
                </a:lnTo>
                <a:lnTo>
                  <a:pt x="685800" y="1714500"/>
                </a:lnTo>
                <a:close/>
                <a:moveTo>
                  <a:pt x="895350" y="1704975"/>
                </a:moveTo>
                <a:lnTo>
                  <a:pt x="904875" y="1704975"/>
                </a:lnTo>
                <a:lnTo>
                  <a:pt x="904875" y="1714500"/>
                </a:lnTo>
                <a:lnTo>
                  <a:pt x="895350" y="1714500"/>
                </a:lnTo>
                <a:close/>
                <a:moveTo>
                  <a:pt x="1133475" y="1714500"/>
                </a:moveTo>
                <a:lnTo>
                  <a:pt x="1152525" y="1714500"/>
                </a:lnTo>
                <a:lnTo>
                  <a:pt x="1152525" y="1733550"/>
                </a:lnTo>
                <a:lnTo>
                  <a:pt x="1162050" y="1733550"/>
                </a:lnTo>
                <a:lnTo>
                  <a:pt x="1162050" y="1752600"/>
                </a:lnTo>
                <a:lnTo>
                  <a:pt x="1152525" y="1752600"/>
                </a:lnTo>
                <a:lnTo>
                  <a:pt x="1152525" y="1762125"/>
                </a:lnTo>
                <a:lnTo>
                  <a:pt x="1143000" y="1762125"/>
                </a:lnTo>
                <a:lnTo>
                  <a:pt x="1143000" y="1743075"/>
                </a:lnTo>
                <a:lnTo>
                  <a:pt x="1123950" y="1743075"/>
                </a:lnTo>
                <a:lnTo>
                  <a:pt x="1123950" y="1733550"/>
                </a:lnTo>
                <a:lnTo>
                  <a:pt x="1133475" y="1733550"/>
                </a:lnTo>
                <a:close/>
                <a:moveTo>
                  <a:pt x="1047750" y="1752600"/>
                </a:moveTo>
                <a:lnTo>
                  <a:pt x="1066800" y="1752600"/>
                </a:lnTo>
                <a:lnTo>
                  <a:pt x="1066800" y="1762125"/>
                </a:lnTo>
                <a:lnTo>
                  <a:pt x="1047750" y="1762125"/>
                </a:lnTo>
                <a:close/>
              </a:path>
            </a:pathLst>
          </a:custGeom>
          <a:solidFill xmlns:a="http://schemas.openxmlformats.org/drawingml/2006/main">
            <a:srgbClr val="FBF9F5"/>
          </a:solidFill>
          <a:ln xmlns:a="http://schemas.openxmlformats.org/drawingml/2006/main" w="0">
            <a:noFill/>
          </a:ln>
        </p:spPr>
      </p:sp>
      <p:sp>
        <p:nvSpPr>
          <p:cNvPr id="49" name="turno2 vector #faf9f6">
            <a:extLst xmlns:a="http://schemas.openxmlformats.org/drawingml/2006/main">
              <a:ext uri="{FF2B5EF4-FFF2-40B4-BE49-F238E27FC236}">
                <a16:creationId xmlns:a16="http://schemas.microsoft.com/office/drawing/2014/main" id="{243939CC-5909-4D6F-9BA6-5BAFCDC3C7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86975" y="2514600"/>
            <a:ext cx="1828800" cy="2724150"/>
          </a:xfrm>
          <a:custGeom xmlns:a="http://schemas.openxmlformats.org/drawingml/2006/main">
            <a:pathLst>
              <a:path w="1181100" h="1762125">
                <a:moveTo>
                  <a:pt x="733425" y="0"/>
                </a:moveTo>
                <a:lnTo>
                  <a:pt x="742950" y="0"/>
                </a:lnTo>
                <a:lnTo>
                  <a:pt x="742950" y="9525"/>
                </a:lnTo>
                <a:lnTo>
                  <a:pt x="733425" y="9525"/>
                </a:lnTo>
                <a:close/>
                <a:moveTo>
                  <a:pt x="1133475" y="9525"/>
                </a:moveTo>
                <a:lnTo>
                  <a:pt x="1143000" y="9525"/>
                </a:lnTo>
                <a:lnTo>
                  <a:pt x="1143000" y="38100"/>
                </a:lnTo>
                <a:lnTo>
                  <a:pt x="1133475" y="38100"/>
                </a:lnTo>
                <a:lnTo>
                  <a:pt x="1133475" y="28575"/>
                </a:lnTo>
                <a:lnTo>
                  <a:pt x="1114425" y="28575"/>
                </a:lnTo>
                <a:lnTo>
                  <a:pt x="1114425" y="19050"/>
                </a:lnTo>
                <a:lnTo>
                  <a:pt x="1133475" y="19050"/>
                </a:lnTo>
                <a:close/>
                <a:moveTo>
                  <a:pt x="219075" y="19050"/>
                </a:moveTo>
                <a:lnTo>
                  <a:pt x="228600" y="19050"/>
                </a:lnTo>
                <a:lnTo>
                  <a:pt x="228600" y="28575"/>
                </a:lnTo>
                <a:lnTo>
                  <a:pt x="219075" y="28575"/>
                </a:lnTo>
                <a:close/>
                <a:moveTo>
                  <a:pt x="695325" y="28575"/>
                </a:moveTo>
                <a:lnTo>
                  <a:pt x="704850" y="28575"/>
                </a:lnTo>
                <a:lnTo>
                  <a:pt x="704850" y="38100"/>
                </a:lnTo>
                <a:lnTo>
                  <a:pt x="695325" y="38100"/>
                </a:lnTo>
                <a:close/>
                <a:moveTo>
                  <a:pt x="781050" y="28575"/>
                </a:moveTo>
                <a:lnTo>
                  <a:pt x="800100" y="28575"/>
                </a:lnTo>
                <a:lnTo>
                  <a:pt x="800100" y="38100"/>
                </a:lnTo>
                <a:lnTo>
                  <a:pt x="809625" y="38100"/>
                </a:lnTo>
                <a:lnTo>
                  <a:pt x="809625" y="47625"/>
                </a:lnTo>
                <a:lnTo>
                  <a:pt x="790575" y="47625"/>
                </a:lnTo>
                <a:lnTo>
                  <a:pt x="790575" y="38100"/>
                </a:lnTo>
                <a:lnTo>
                  <a:pt x="781050" y="38100"/>
                </a:lnTo>
                <a:close/>
                <a:moveTo>
                  <a:pt x="742950" y="76200"/>
                </a:moveTo>
                <a:lnTo>
                  <a:pt x="762000" y="76200"/>
                </a:lnTo>
                <a:lnTo>
                  <a:pt x="762000" y="85725"/>
                </a:lnTo>
                <a:lnTo>
                  <a:pt x="742950" y="85725"/>
                </a:lnTo>
                <a:close/>
                <a:moveTo>
                  <a:pt x="361950" y="171450"/>
                </a:moveTo>
                <a:lnTo>
                  <a:pt x="371475" y="171450"/>
                </a:lnTo>
                <a:lnTo>
                  <a:pt x="371475" y="180975"/>
                </a:lnTo>
                <a:lnTo>
                  <a:pt x="419100" y="180975"/>
                </a:lnTo>
                <a:lnTo>
                  <a:pt x="419100" y="190500"/>
                </a:lnTo>
                <a:lnTo>
                  <a:pt x="409575" y="190500"/>
                </a:lnTo>
                <a:lnTo>
                  <a:pt x="409575" y="209550"/>
                </a:lnTo>
                <a:lnTo>
                  <a:pt x="400050" y="209550"/>
                </a:lnTo>
                <a:lnTo>
                  <a:pt x="400050" y="200025"/>
                </a:lnTo>
                <a:lnTo>
                  <a:pt x="390525" y="200025"/>
                </a:lnTo>
                <a:lnTo>
                  <a:pt x="390525" y="209550"/>
                </a:lnTo>
                <a:lnTo>
                  <a:pt x="371475" y="209550"/>
                </a:lnTo>
                <a:lnTo>
                  <a:pt x="371475" y="200025"/>
                </a:lnTo>
                <a:lnTo>
                  <a:pt x="361950" y="200025"/>
                </a:lnTo>
                <a:close/>
                <a:moveTo>
                  <a:pt x="714375" y="171450"/>
                </a:moveTo>
                <a:lnTo>
                  <a:pt x="723900" y="171450"/>
                </a:lnTo>
                <a:lnTo>
                  <a:pt x="723900" y="180975"/>
                </a:lnTo>
                <a:lnTo>
                  <a:pt x="714375" y="180975"/>
                </a:lnTo>
                <a:close/>
                <a:moveTo>
                  <a:pt x="419100" y="200025"/>
                </a:moveTo>
                <a:lnTo>
                  <a:pt x="428625" y="200025"/>
                </a:lnTo>
                <a:lnTo>
                  <a:pt x="428625" y="219075"/>
                </a:lnTo>
                <a:lnTo>
                  <a:pt x="419100" y="219075"/>
                </a:lnTo>
                <a:close/>
                <a:moveTo>
                  <a:pt x="828675" y="200025"/>
                </a:moveTo>
                <a:lnTo>
                  <a:pt x="838200" y="200025"/>
                </a:lnTo>
                <a:lnTo>
                  <a:pt x="838200" y="209550"/>
                </a:lnTo>
                <a:lnTo>
                  <a:pt x="828675" y="209550"/>
                </a:lnTo>
                <a:close/>
                <a:moveTo>
                  <a:pt x="752475" y="209550"/>
                </a:moveTo>
                <a:lnTo>
                  <a:pt x="762000" y="209550"/>
                </a:lnTo>
                <a:lnTo>
                  <a:pt x="762000" y="219075"/>
                </a:lnTo>
                <a:lnTo>
                  <a:pt x="752475" y="219075"/>
                </a:lnTo>
                <a:close/>
                <a:moveTo>
                  <a:pt x="762000" y="219075"/>
                </a:moveTo>
                <a:lnTo>
                  <a:pt x="781050" y="219075"/>
                </a:lnTo>
                <a:lnTo>
                  <a:pt x="781050" y="228600"/>
                </a:lnTo>
                <a:lnTo>
                  <a:pt x="790575" y="228600"/>
                </a:lnTo>
                <a:lnTo>
                  <a:pt x="790575" y="238125"/>
                </a:lnTo>
                <a:lnTo>
                  <a:pt x="781050" y="238125"/>
                </a:lnTo>
                <a:lnTo>
                  <a:pt x="781050" y="257175"/>
                </a:lnTo>
                <a:lnTo>
                  <a:pt x="762000" y="257175"/>
                </a:lnTo>
                <a:lnTo>
                  <a:pt x="762000" y="247650"/>
                </a:lnTo>
                <a:lnTo>
                  <a:pt x="752475" y="247650"/>
                </a:lnTo>
                <a:lnTo>
                  <a:pt x="752475" y="228600"/>
                </a:lnTo>
                <a:lnTo>
                  <a:pt x="762000" y="228600"/>
                </a:lnTo>
                <a:close/>
                <a:moveTo>
                  <a:pt x="552450" y="238125"/>
                </a:moveTo>
                <a:lnTo>
                  <a:pt x="561975" y="238125"/>
                </a:lnTo>
                <a:lnTo>
                  <a:pt x="561975" y="247650"/>
                </a:lnTo>
                <a:lnTo>
                  <a:pt x="552450" y="247650"/>
                </a:lnTo>
                <a:close/>
                <a:moveTo>
                  <a:pt x="800100" y="238125"/>
                </a:moveTo>
                <a:lnTo>
                  <a:pt x="838200" y="238125"/>
                </a:lnTo>
                <a:lnTo>
                  <a:pt x="838200" y="247650"/>
                </a:lnTo>
                <a:lnTo>
                  <a:pt x="828675" y="247650"/>
                </a:lnTo>
                <a:lnTo>
                  <a:pt x="828675" y="257175"/>
                </a:lnTo>
                <a:lnTo>
                  <a:pt x="819150" y="257175"/>
                </a:lnTo>
                <a:lnTo>
                  <a:pt x="819150" y="247650"/>
                </a:lnTo>
                <a:lnTo>
                  <a:pt x="800100" y="247650"/>
                </a:lnTo>
                <a:close/>
                <a:moveTo>
                  <a:pt x="409575" y="247650"/>
                </a:moveTo>
                <a:lnTo>
                  <a:pt x="419100" y="247650"/>
                </a:lnTo>
                <a:lnTo>
                  <a:pt x="419100" y="257175"/>
                </a:lnTo>
                <a:lnTo>
                  <a:pt x="409575" y="257175"/>
                </a:lnTo>
                <a:close/>
                <a:moveTo>
                  <a:pt x="857250" y="285750"/>
                </a:moveTo>
                <a:lnTo>
                  <a:pt x="866775" y="285750"/>
                </a:lnTo>
                <a:lnTo>
                  <a:pt x="866775" y="295275"/>
                </a:lnTo>
                <a:lnTo>
                  <a:pt x="857250" y="295275"/>
                </a:lnTo>
                <a:close/>
                <a:moveTo>
                  <a:pt x="581025" y="333375"/>
                </a:moveTo>
                <a:lnTo>
                  <a:pt x="590550" y="333375"/>
                </a:lnTo>
                <a:lnTo>
                  <a:pt x="590550" y="342900"/>
                </a:lnTo>
                <a:lnTo>
                  <a:pt x="581025" y="342900"/>
                </a:lnTo>
                <a:close/>
                <a:moveTo>
                  <a:pt x="600075" y="333375"/>
                </a:moveTo>
                <a:lnTo>
                  <a:pt x="619125" y="333375"/>
                </a:lnTo>
                <a:lnTo>
                  <a:pt x="619125" y="342900"/>
                </a:lnTo>
                <a:lnTo>
                  <a:pt x="609600" y="342900"/>
                </a:lnTo>
                <a:lnTo>
                  <a:pt x="609600" y="352425"/>
                </a:lnTo>
                <a:lnTo>
                  <a:pt x="600075" y="352425"/>
                </a:lnTo>
                <a:close/>
                <a:moveTo>
                  <a:pt x="685800" y="333375"/>
                </a:moveTo>
                <a:lnTo>
                  <a:pt x="695325" y="333375"/>
                </a:lnTo>
                <a:lnTo>
                  <a:pt x="695325" y="342900"/>
                </a:lnTo>
                <a:lnTo>
                  <a:pt x="685800" y="342900"/>
                </a:lnTo>
                <a:close/>
                <a:moveTo>
                  <a:pt x="1143000" y="333375"/>
                </a:moveTo>
                <a:lnTo>
                  <a:pt x="1152525" y="333375"/>
                </a:lnTo>
                <a:lnTo>
                  <a:pt x="1152525" y="342900"/>
                </a:lnTo>
                <a:lnTo>
                  <a:pt x="1143000" y="342900"/>
                </a:lnTo>
                <a:close/>
                <a:moveTo>
                  <a:pt x="1057275" y="361950"/>
                </a:moveTo>
                <a:lnTo>
                  <a:pt x="1076325" y="361950"/>
                </a:lnTo>
                <a:lnTo>
                  <a:pt x="1076325" y="371475"/>
                </a:lnTo>
                <a:lnTo>
                  <a:pt x="1057275" y="371475"/>
                </a:lnTo>
                <a:close/>
                <a:moveTo>
                  <a:pt x="990600" y="381000"/>
                </a:moveTo>
                <a:lnTo>
                  <a:pt x="1000125" y="381000"/>
                </a:lnTo>
                <a:lnTo>
                  <a:pt x="1000125" y="390525"/>
                </a:lnTo>
                <a:lnTo>
                  <a:pt x="990600" y="390525"/>
                </a:lnTo>
                <a:close/>
                <a:moveTo>
                  <a:pt x="647700" y="390525"/>
                </a:moveTo>
                <a:lnTo>
                  <a:pt x="657225" y="390525"/>
                </a:lnTo>
                <a:lnTo>
                  <a:pt x="657225" y="400050"/>
                </a:lnTo>
                <a:lnTo>
                  <a:pt x="647700" y="400050"/>
                </a:lnTo>
                <a:close/>
                <a:moveTo>
                  <a:pt x="1076325" y="447675"/>
                </a:moveTo>
                <a:lnTo>
                  <a:pt x="1104900" y="447675"/>
                </a:lnTo>
                <a:lnTo>
                  <a:pt x="1104900" y="466725"/>
                </a:lnTo>
                <a:lnTo>
                  <a:pt x="1085850" y="466725"/>
                </a:lnTo>
                <a:lnTo>
                  <a:pt x="1085850" y="457200"/>
                </a:lnTo>
                <a:lnTo>
                  <a:pt x="1076325" y="457200"/>
                </a:lnTo>
                <a:close/>
                <a:moveTo>
                  <a:pt x="1114425" y="447675"/>
                </a:moveTo>
                <a:lnTo>
                  <a:pt x="1133475" y="447675"/>
                </a:lnTo>
                <a:lnTo>
                  <a:pt x="1133475" y="457200"/>
                </a:lnTo>
                <a:lnTo>
                  <a:pt x="1114425" y="457200"/>
                </a:lnTo>
                <a:close/>
                <a:moveTo>
                  <a:pt x="428625" y="466725"/>
                </a:moveTo>
                <a:lnTo>
                  <a:pt x="438150" y="466725"/>
                </a:lnTo>
                <a:lnTo>
                  <a:pt x="438150" y="476250"/>
                </a:lnTo>
                <a:lnTo>
                  <a:pt x="428625" y="476250"/>
                </a:lnTo>
                <a:close/>
                <a:moveTo>
                  <a:pt x="847725" y="495300"/>
                </a:moveTo>
                <a:lnTo>
                  <a:pt x="857250" y="495300"/>
                </a:lnTo>
                <a:lnTo>
                  <a:pt x="857250" y="504825"/>
                </a:lnTo>
                <a:lnTo>
                  <a:pt x="847725" y="504825"/>
                </a:lnTo>
                <a:close/>
                <a:moveTo>
                  <a:pt x="866775" y="495300"/>
                </a:moveTo>
                <a:lnTo>
                  <a:pt x="876300" y="495300"/>
                </a:lnTo>
                <a:lnTo>
                  <a:pt x="876300" y="504825"/>
                </a:lnTo>
                <a:lnTo>
                  <a:pt x="866775" y="504825"/>
                </a:lnTo>
                <a:close/>
                <a:moveTo>
                  <a:pt x="885825" y="504825"/>
                </a:moveTo>
                <a:lnTo>
                  <a:pt x="914400" y="504825"/>
                </a:lnTo>
                <a:lnTo>
                  <a:pt x="914400" y="514350"/>
                </a:lnTo>
                <a:lnTo>
                  <a:pt x="885825" y="514350"/>
                </a:lnTo>
                <a:close/>
                <a:moveTo>
                  <a:pt x="1104900" y="533400"/>
                </a:moveTo>
                <a:lnTo>
                  <a:pt x="1114425" y="533400"/>
                </a:lnTo>
                <a:lnTo>
                  <a:pt x="1114425" y="542925"/>
                </a:lnTo>
                <a:lnTo>
                  <a:pt x="1104900" y="542925"/>
                </a:lnTo>
                <a:close/>
                <a:moveTo>
                  <a:pt x="438150" y="542925"/>
                </a:moveTo>
                <a:lnTo>
                  <a:pt x="447675" y="542925"/>
                </a:lnTo>
                <a:lnTo>
                  <a:pt x="447675" y="552450"/>
                </a:lnTo>
                <a:lnTo>
                  <a:pt x="438150" y="552450"/>
                </a:lnTo>
                <a:close/>
                <a:moveTo>
                  <a:pt x="876300" y="542925"/>
                </a:moveTo>
                <a:lnTo>
                  <a:pt x="895350" y="542925"/>
                </a:lnTo>
                <a:lnTo>
                  <a:pt x="895350" y="552450"/>
                </a:lnTo>
                <a:lnTo>
                  <a:pt x="885825" y="552450"/>
                </a:lnTo>
                <a:lnTo>
                  <a:pt x="885825" y="561975"/>
                </a:lnTo>
                <a:lnTo>
                  <a:pt x="876300" y="561975"/>
                </a:lnTo>
                <a:close/>
                <a:moveTo>
                  <a:pt x="1000125" y="542925"/>
                </a:moveTo>
                <a:lnTo>
                  <a:pt x="1009650" y="542925"/>
                </a:lnTo>
                <a:lnTo>
                  <a:pt x="1009650" y="561975"/>
                </a:lnTo>
                <a:lnTo>
                  <a:pt x="1000125" y="561975"/>
                </a:lnTo>
                <a:close/>
                <a:moveTo>
                  <a:pt x="1019175" y="542925"/>
                </a:moveTo>
                <a:lnTo>
                  <a:pt x="1028700" y="542925"/>
                </a:lnTo>
                <a:lnTo>
                  <a:pt x="1028700" y="571500"/>
                </a:lnTo>
                <a:lnTo>
                  <a:pt x="1009650" y="571500"/>
                </a:lnTo>
                <a:lnTo>
                  <a:pt x="1009650" y="561975"/>
                </a:lnTo>
                <a:lnTo>
                  <a:pt x="1019175" y="561975"/>
                </a:lnTo>
                <a:close/>
                <a:moveTo>
                  <a:pt x="400050" y="561975"/>
                </a:moveTo>
                <a:lnTo>
                  <a:pt x="428625" y="561975"/>
                </a:lnTo>
                <a:lnTo>
                  <a:pt x="428625" y="571500"/>
                </a:lnTo>
                <a:lnTo>
                  <a:pt x="400050" y="571500"/>
                </a:lnTo>
                <a:close/>
                <a:moveTo>
                  <a:pt x="990600" y="561975"/>
                </a:moveTo>
                <a:lnTo>
                  <a:pt x="1000125" y="561975"/>
                </a:lnTo>
                <a:lnTo>
                  <a:pt x="1000125" y="571500"/>
                </a:lnTo>
                <a:lnTo>
                  <a:pt x="990600" y="571500"/>
                </a:lnTo>
                <a:close/>
                <a:moveTo>
                  <a:pt x="428625" y="571500"/>
                </a:moveTo>
                <a:lnTo>
                  <a:pt x="438150" y="571500"/>
                </a:lnTo>
                <a:lnTo>
                  <a:pt x="438150" y="590550"/>
                </a:lnTo>
                <a:lnTo>
                  <a:pt x="428625" y="590550"/>
                </a:lnTo>
                <a:close/>
                <a:moveTo>
                  <a:pt x="723900" y="590550"/>
                </a:moveTo>
                <a:lnTo>
                  <a:pt x="733425" y="590550"/>
                </a:lnTo>
                <a:lnTo>
                  <a:pt x="733425" y="600075"/>
                </a:lnTo>
                <a:lnTo>
                  <a:pt x="723900" y="600075"/>
                </a:lnTo>
                <a:close/>
                <a:moveTo>
                  <a:pt x="733425" y="600075"/>
                </a:moveTo>
                <a:lnTo>
                  <a:pt x="742950" y="600075"/>
                </a:lnTo>
                <a:lnTo>
                  <a:pt x="742950" y="609600"/>
                </a:lnTo>
                <a:lnTo>
                  <a:pt x="733425" y="609600"/>
                </a:lnTo>
                <a:close/>
                <a:moveTo>
                  <a:pt x="438150" y="609600"/>
                </a:moveTo>
                <a:lnTo>
                  <a:pt x="447675" y="609600"/>
                </a:lnTo>
                <a:lnTo>
                  <a:pt x="447675" y="638175"/>
                </a:lnTo>
                <a:lnTo>
                  <a:pt x="438150" y="638175"/>
                </a:lnTo>
                <a:close/>
                <a:moveTo>
                  <a:pt x="619125" y="619125"/>
                </a:moveTo>
                <a:lnTo>
                  <a:pt x="628650" y="619125"/>
                </a:lnTo>
                <a:lnTo>
                  <a:pt x="628650" y="628650"/>
                </a:lnTo>
                <a:lnTo>
                  <a:pt x="619125" y="628650"/>
                </a:lnTo>
                <a:close/>
                <a:moveTo>
                  <a:pt x="1085850" y="619125"/>
                </a:moveTo>
                <a:lnTo>
                  <a:pt x="1104900" y="619125"/>
                </a:lnTo>
                <a:lnTo>
                  <a:pt x="1104900" y="628650"/>
                </a:lnTo>
                <a:lnTo>
                  <a:pt x="1085850" y="628650"/>
                </a:lnTo>
                <a:close/>
                <a:moveTo>
                  <a:pt x="628650" y="714375"/>
                </a:moveTo>
                <a:lnTo>
                  <a:pt x="638175" y="714375"/>
                </a:lnTo>
                <a:lnTo>
                  <a:pt x="638175" y="723900"/>
                </a:lnTo>
                <a:lnTo>
                  <a:pt x="628650" y="723900"/>
                </a:lnTo>
                <a:close/>
                <a:moveTo>
                  <a:pt x="657225" y="723900"/>
                </a:moveTo>
                <a:lnTo>
                  <a:pt x="666750" y="723900"/>
                </a:lnTo>
                <a:lnTo>
                  <a:pt x="666750" y="733425"/>
                </a:lnTo>
                <a:lnTo>
                  <a:pt x="657225" y="733425"/>
                </a:lnTo>
                <a:close/>
                <a:moveTo>
                  <a:pt x="647700" y="733425"/>
                </a:moveTo>
                <a:lnTo>
                  <a:pt x="657225" y="733425"/>
                </a:lnTo>
                <a:lnTo>
                  <a:pt x="657225" y="742950"/>
                </a:lnTo>
                <a:lnTo>
                  <a:pt x="647700" y="742950"/>
                </a:lnTo>
                <a:close/>
                <a:moveTo>
                  <a:pt x="314325" y="771525"/>
                </a:moveTo>
                <a:lnTo>
                  <a:pt x="323850" y="771525"/>
                </a:lnTo>
                <a:lnTo>
                  <a:pt x="323850" y="781050"/>
                </a:lnTo>
                <a:lnTo>
                  <a:pt x="314325" y="781050"/>
                </a:lnTo>
                <a:close/>
                <a:moveTo>
                  <a:pt x="38100" y="781050"/>
                </a:moveTo>
                <a:lnTo>
                  <a:pt x="47625" y="781050"/>
                </a:lnTo>
                <a:lnTo>
                  <a:pt x="47625" y="790575"/>
                </a:lnTo>
                <a:lnTo>
                  <a:pt x="38100" y="790575"/>
                </a:lnTo>
                <a:close/>
                <a:moveTo>
                  <a:pt x="47625" y="790575"/>
                </a:moveTo>
                <a:lnTo>
                  <a:pt x="57150" y="790575"/>
                </a:lnTo>
                <a:lnTo>
                  <a:pt x="57150" y="800100"/>
                </a:lnTo>
                <a:lnTo>
                  <a:pt x="47625" y="800100"/>
                </a:lnTo>
                <a:close/>
                <a:moveTo>
                  <a:pt x="571500" y="819150"/>
                </a:moveTo>
                <a:lnTo>
                  <a:pt x="581025" y="819150"/>
                </a:lnTo>
                <a:lnTo>
                  <a:pt x="581025" y="828675"/>
                </a:lnTo>
                <a:lnTo>
                  <a:pt x="571500" y="828675"/>
                </a:lnTo>
                <a:close/>
                <a:moveTo>
                  <a:pt x="866775" y="838200"/>
                </a:moveTo>
                <a:lnTo>
                  <a:pt x="876300" y="838200"/>
                </a:lnTo>
                <a:lnTo>
                  <a:pt x="876300" y="857250"/>
                </a:lnTo>
                <a:lnTo>
                  <a:pt x="866775" y="857250"/>
                </a:lnTo>
                <a:close/>
                <a:moveTo>
                  <a:pt x="0" y="847725"/>
                </a:moveTo>
                <a:lnTo>
                  <a:pt x="19050" y="847725"/>
                </a:lnTo>
                <a:lnTo>
                  <a:pt x="19050" y="866775"/>
                </a:lnTo>
                <a:lnTo>
                  <a:pt x="0" y="866775"/>
                </a:lnTo>
                <a:close/>
                <a:moveTo>
                  <a:pt x="390525" y="866775"/>
                </a:moveTo>
                <a:lnTo>
                  <a:pt x="400050" y="866775"/>
                </a:lnTo>
                <a:lnTo>
                  <a:pt x="400050" y="876300"/>
                </a:lnTo>
                <a:lnTo>
                  <a:pt x="390525" y="876300"/>
                </a:lnTo>
                <a:close/>
                <a:moveTo>
                  <a:pt x="400050" y="876300"/>
                </a:moveTo>
                <a:lnTo>
                  <a:pt x="419100" y="876300"/>
                </a:lnTo>
                <a:lnTo>
                  <a:pt x="419100" y="885825"/>
                </a:lnTo>
                <a:lnTo>
                  <a:pt x="428625" y="885825"/>
                </a:lnTo>
                <a:lnTo>
                  <a:pt x="428625" y="895350"/>
                </a:lnTo>
                <a:lnTo>
                  <a:pt x="409575" y="895350"/>
                </a:lnTo>
                <a:lnTo>
                  <a:pt x="409575" y="885825"/>
                </a:lnTo>
                <a:lnTo>
                  <a:pt x="400050" y="885825"/>
                </a:lnTo>
                <a:close/>
                <a:moveTo>
                  <a:pt x="809625" y="876300"/>
                </a:moveTo>
                <a:lnTo>
                  <a:pt x="819150" y="876300"/>
                </a:lnTo>
                <a:lnTo>
                  <a:pt x="819150" y="885825"/>
                </a:lnTo>
                <a:lnTo>
                  <a:pt x="809625" y="885825"/>
                </a:lnTo>
                <a:close/>
                <a:moveTo>
                  <a:pt x="561975" y="895350"/>
                </a:moveTo>
                <a:lnTo>
                  <a:pt x="571500" y="895350"/>
                </a:lnTo>
                <a:lnTo>
                  <a:pt x="571500" y="904875"/>
                </a:lnTo>
                <a:lnTo>
                  <a:pt x="561975" y="904875"/>
                </a:lnTo>
                <a:close/>
                <a:moveTo>
                  <a:pt x="352425" y="933450"/>
                </a:moveTo>
                <a:lnTo>
                  <a:pt x="371475" y="933450"/>
                </a:lnTo>
                <a:lnTo>
                  <a:pt x="371475" y="942975"/>
                </a:lnTo>
                <a:lnTo>
                  <a:pt x="361950" y="942975"/>
                </a:lnTo>
                <a:lnTo>
                  <a:pt x="361950" y="952500"/>
                </a:lnTo>
                <a:lnTo>
                  <a:pt x="352425" y="952500"/>
                </a:lnTo>
                <a:close/>
                <a:moveTo>
                  <a:pt x="723900" y="971550"/>
                </a:moveTo>
                <a:lnTo>
                  <a:pt x="733425" y="971550"/>
                </a:lnTo>
                <a:lnTo>
                  <a:pt x="733425" y="981075"/>
                </a:lnTo>
                <a:lnTo>
                  <a:pt x="723900" y="981075"/>
                </a:lnTo>
                <a:close/>
                <a:moveTo>
                  <a:pt x="371475" y="1000125"/>
                </a:moveTo>
                <a:lnTo>
                  <a:pt x="381000" y="1000125"/>
                </a:lnTo>
                <a:lnTo>
                  <a:pt x="381000" y="1009650"/>
                </a:lnTo>
                <a:lnTo>
                  <a:pt x="371475" y="1009650"/>
                </a:lnTo>
                <a:close/>
                <a:moveTo>
                  <a:pt x="28575" y="1019175"/>
                </a:moveTo>
                <a:lnTo>
                  <a:pt x="47625" y="1019175"/>
                </a:lnTo>
                <a:lnTo>
                  <a:pt x="47625" y="1047750"/>
                </a:lnTo>
                <a:lnTo>
                  <a:pt x="38100" y="1047750"/>
                </a:lnTo>
                <a:lnTo>
                  <a:pt x="38100" y="1038225"/>
                </a:lnTo>
                <a:lnTo>
                  <a:pt x="28575" y="1038225"/>
                </a:lnTo>
                <a:close/>
                <a:moveTo>
                  <a:pt x="619125" y="1019175"/>
                </a:moveTo>
                <a:lnTo>
                  <a:pt x="628650" y="1019175"/>
                </a:lnTo>
                <a:lnTo>
                  <a:pt x="628650" y="1028700"/>
                </a:lnTo>
                <a:lnTo>
                  <a:pt x="619125" y="1028700"/>
                </a:lnTo>
                <a:close/>
                <a:moveTo>
                  <a:pt x="723900" y="1038225"/>
                </a:moveTo>
                <a:lnTo>
                  <a:pt x="733425" y="1038225"/>
                </a:lnTo>
                <a:lnTo>
                  <a:pt x="733425" y="1047750"/>
                </a:lnTo>
                <a:lnTo>
                  <a:pt x="723900" y="1047750"/>
                </a:lnTo>
                <a:close/>
                <a:moveTo>
                  <a:pt x="742950" y="1038225"/>
                </a:moveTo>
                <a:lnTo>
                  <a:pt x="752475" y="1038225"/>
                </a:lnTo>
                <a:lnTo>
                  <a:pt x="752475" y="1047750"/>
                </a:lnTo>
                <a:lnTo>
                  <a:pt x="742950" y="1047750"/>
                </a:lnTo>
                <a:close/>
                <a:moveTo>
                  <a:pt x="561975" y="1057275"/>
                </a:moveTo>
                <a:lnTo>
                  <a:pt x="571500" y="1057275"/>
                </a:lnTo>
                <a:lnTo>
                  <a:pt x="571500" y="1066800"/>
                </a:lnTo>
                <a:lnTo>
                  <a:pt x="561975" y="1066800"/>
                </a:lnTo>
                <a:close/>
                <a:moveTo>
                  <a:pt x="0" y="1104900"/>
                </a:moveTo>
                <a:lnTo>
                  <a:pt x="9525" y="1104900"/>
                </a:lnTo>
                <a:lnTo>
                  <a:pt x="9525" y="1114425"/>
                </a:lnTo>
                <a:lnTo>
                  <a:pt x="0" y="1114425"/>
                </a:lnTo>
                <a:close/>
                <a:moveTo>
                  <a:pt x="333375" y="1143000"/>
                </a:moveTo>
                <a:lnTo>
                  <a:pt x="352425" y="1143000"/>
                </a:lnTo>
                <a:lnTo>
                  <a:pt x="352425" y="1162050"/>
                </a:lnTo>
                <a:lnTo>
                  <a:pt x="342900" y="1162050"/>
                </a:lnTo>
                <a:lnTo>
                  <a:pt x="342900" y="1152525"/>
                </a:lnTo>
                <a:lnTo>
                  <a:pt x="333375" y="1152525"/>
                </a:lnTo>
                <a:close/>
                <a:moveTo>
                  <a:pt x="381000" y="1162050"/>
                </a:moveTo>
                <a:lnTo>
                  <a:pt x="390525" y="1162050"/>
                </a:lnTo>
                <a:lnTo>
                  <a:pt x="390525" y="1171575"/>
                </a:lnTo>
                <a:lnTo>
                  <a:pt x="381000" y="1171575"/>
                </a:lnTo>
                <a:close/>
                <a:moveTo>
                  <a:pt x="714375" y="1171575"/>
                </a:moveTo>
                <a:lnTo>
                  <a:pt x="723900" y="1171575"/>
                </a:lnTo>
                <a:lnTo>
                  <a:pt x="723900" y="1200150"/>
                </a:lnTo>
                <a:lnTo>
                  <a:pt x="714375" y="1200150"/>
                </a:lnTo>
                <a:close/>
                <a:moveTo>
                  <a:pt x="47625" y="1266825"/>
                </a:moveTo>
                <a:lnTo>
                  <a:pt x="57150" y="1266825"/>
                </a:lnTo>
                <a:lnTo>
                  <a:pt x="57150" y="1276350"/>
                </a:lnTo>
                <a:lnTo>
                  <a:pt x="47625" y="1276350"/>
                </a:lnTo>
                <a:close/>
                <a:moveTo>
                  <a:pt x="781050" y="1266825"/>
                </a:moveTo>
                <a:lnTo>
                  <a:pt x="790575" y="1266825"/>
                </a:lnTo>
                <a:lnTo>
                  <a:pt x="790575" y="1276350"/>
                </a:lnTo>
                <a:lnTo>
                  <a:pt x="809625" y="1276350"/>
                </a:lnTo>
                <a:lnTo>
                  <a:pt x="809625" y="1285875"/>
                </a:lnTo>
                <a:lnTo>
                  <a:pt x="790575" y="1285875"/>
                </a:lnTo>
                <a:lnTo>
                  <a:pt x="790575" y="1295400"/>
                </a:lnTo>
                <a:lnTo>
                  <a:pt x="781050" y="1295400"/>
                </a:lnTo>
                <a:close/>
                <a:moveTo>
                  <a:pt x="371475" y="1276350"/>
                </a:moveTo>
                <a:lnTo>
                  <a:pt x="381000" y="1276350"/>
                </a:lnTo>
                <a:lnTo>
                  <a:pt x="381000" y="1285875"/>
                </a:lnTo>
                <a:lnTo>
                  <a:pt x="371475" y="1285875"/>
                </a:lnTo>
                <a:close/>
                <a:moveTo>
                  <a:pt x="19050" y="1295400"/>
                </a:moveTo>
                <a:lnTo>
                  <a:pt x="28575" y="1295400"/>
                </a:lnTo>
                <a:lnTo>
                  <a:pt x="28575" y="1304925"/>
                </a:lnTo>
                <a:lnTo>
                  <a:pt x="19050" y="1304925"/>
                </a:lnTo>
                <a:close/>
                <a:moveTo>
                  <a:pt x="28575" y="1304925"/>
                </a:moveTo>
                <a:lnTo>
                  <a:pt x="38100" y="1304925"/>
                </a:lnTo>
                <a:lnTo>
                  <a:pt x="38100" y="1314450"/>
                </a:lnTo>
                <a:lnTo>
                  <a:pt x="28575" y="1314450"/>
                </a:lnTo>
                <a:close/>
                <a:moveTo>
                  <a:pt x="0" y="1343025"/>
                </a:moveTo>
                <a:lnTo>
                  <a:pt x="9525" y="1343025"/>
                </a:lnTo>
                <a:lnTo>
                  <a:pt x="9525" y="1352550"/>
                </a:lnTo>
                <a:lnTo>
                  <a:pt x="0" y="1352550"/>
                </a:lnTo>
                <a:close/>
                <a:moveTo>
                  <a:pt x="914400" y="1352550"/>
                </a:moveTo>
                <a:lnTo>
                  <a:pt x="933450" y="1352550"/>
                </a:lnTo>
                <a:lnTo>
                  <a:pt x="933450" y="1362075"/>
                </a:lnTo>
                <a:lnTo>
                  <a:pt x="914400" y="1362075"/>
                </a:lnTo>
                <a:close/>
                <a:moveTo>
                  <a:pt x="476250" y="1381125"/>
                </a:moveTo>
                <a:lnTo>
                  <a:pt x="485775" y="1381125"/>
                </a:lnTo>
                <a:lnTo>
                  <a:pt x="485775" y="1390650"/>
                </a:lnTo>
                <a:lnTo>
                  <a:pt x="476250" y="1390650"/>
                </a:lnTo>
                <a:close/>
                <a:moveTo>
                  <a:pt x="200025" y="1419225"/>
                </a:moveTo>
                <a:lnTo>
                  <a:pt x="209550" y="1419225"/>
                </a:lnTo>
                <a:lnTo>
                  <a:pt x="209550" y="1428750"/>
                </a:lnTo>
                <a:lnTo>
                  <a:pt x="200025" y="1428750"/>
                </a:lnTo>
                <a:close/>
                <a:moveTo>
                  <a:pt x="723900" y="1428750"/>
                </a:moveTo>
                <a:lnTo>
                  <a:pt x="733425" y="1428750"/>
                </a:lnTo>
                <a:lnTo>
                  <a:pt x="733425" y="1438275"/>
                </a:lnTo>
                <a:lnTo>
                  <a:pt x="723900" y="1438275"/>
                </a:lnTo>
                <a:close/>
                <a:moveTo>
                  <a:pt x="1114425" y="1438275"/>
                </a:moveTo>
                <a:lnTo>
                  <a:pt x="1123950" y="1438275"/>
                </a:lnTo>
                <a:lnTo>
                  <a:pt x="1123950" y="1447800"/>
                </a:lnTo>
                <a:lnTo>
                  <a:pt x="1114425" y="1447800"/>
                </a:lnTo>
                <a:close/>
                <a:moveTo>
                  <a:pt x="542925" y="1447800"/>
                </a:moveTo>
                <a:lnTo>
                  <a:pt x="552450" y="1447800"/>
                </a:lnTo>
                <a:lnTo>
                  <a:pt x="552450" y="1466850"/>
                </a:lnTo>
                <a:lnTo>
                  <a:pt x="542925" y="1466850"/>
                </a:lnTo>
                <a:close/>
                <a:moveTo>
                  <a:pt x="952500" y="1504950"/>
                </a:moveTo>
                <a:lnTo>
                  <a:pt x="962025" y="1504950"/>
                </a:lnTo>
                <a:lnTo>
                  <a:pt x="962025" y="1514475"/>
                </a:lnTo>
                <a:lnTo>
                  <a:pt x="952500" y="1514475"/>
                </a:lnTo>
                <a:close/>
                <a:moveTo>
                  <a:pt x="381000" y="1514475"/>
                </a:moveTo>
                <a:lnTo>
                  <a:pt x="390525" y="1514475"/>
                </a:lnTo>
                <a:lnTo>
                  <a:pt x="390525" y="1524000"/>
                </a:lnTo>
                <a:lnTo>
                  <a:pt x="400050" y="1524000"/>
                </a:lnTo>
                <a:lnTo>
                  <a:pt x="400050" y="1543050"/>
                </a:lnTo>
                <a:lnTo>
                  <a:pt x="381000" y="1543050"/>
                </a:lnTo>
                <a:lnTo>
                  <a:pt x="381000" y="1533525"/>
                </a:lnTo>
                <a:lnTo>
                  <a:pt x="371475" y="1533525"/>
                </a:lnTo>
                <a:lnTo>
                  <a:pt x="371475" y="1524000"/>
                </a:lnTo>
                <a:lnTo>
                  <a:pt x="381000" y="1524000"/>
                </a:lnTo>
                <a:close/>
                <a:moveTo>
                  <a:pt x="1066800" y="1514475"/>
                </a:moveTo>
                <a:lnTo>
                  <a:pt x="1076325" y="1514475"/>
                </a:lnTo>
                <a:lnTo>
                  <a:pt x="1076325" y="1524000"/>
                </a:lnTo>
                <a:lnTo>
                  <a:pt x="1066800" y="1524000"/>
                </a:lnTo>
                <a:close/>
                <a:moveTo>
                  <a:pt x="28575" y="1524000"/>
                </a:moveTo>
                <a:lnTo>
                  <a:pt x="47625" y="1524000"/>
                </a:lnTo>
                <a:lnTo>
                  <a:pt x="47625" y="1533525"/>
                </a:lnTo>
                <a:lnTo>
                  <a:pt x="28575" y="1533525"/>
                </a:lnTo>
                <a:close/>
                <a:moveTo>
                  <a:pt x="1057275" y="1524000"/>
                </a:moveTo>
                <a:lnTo>
                  <a:pt x="1066800" y="1524000"/>
                </a:lnTo>
                <a:lnTo>
                  <a:pt x="1066800" y="1533525"/>
                </a:lnTo>
                <a:lnTo>
                  <a:pt x="1057275" y="1533525"/>
                </a:lnTo>
                <a:close/>
                <a:moveTo>
                  <a:pt x="847725" y="1533525"/>
                </a:moveTo>
                <a:lnTo>
                  <a:pt x="857250" y="1533525"/>
                </a:lnTo>
                <a:lnTo>
                  <a:pt x="857250" y="1552575"/>
                </a:lnTo>
                <a:lnTo>
                  <a:pt x="847725" y="1552575"/>
                </a:lnTo>
                <a:close/>
                <a:moveTo>
                  <a:pt x="942975" y="1552575"/>
                </a:moveTo>
                <a:lnTo>
                  <a:pt x="962025" y="1552575"/>
                </a:lnTo>
                <a:lnTo>
                  <a:pt x="962025" y="1562100"/>
                </a:lnTo>
                <a:lnTo>
                  <a:pt x="952500" y="1562100"/>
                </a:lnTo>
                <a:lnTo>
                  <a:pt x="952500" y="1571625"/>
                </a:lnTo>
                <a:lnTo>
                  <a:pt x="933450" y="1571625"/>
                </a:lnTo>
                <a:lnTo>
                  <a:pt x="933450" y="1562100"/>
                </a:lnTo>
                <a:lnTo>
                  <a:pt x="942975" y="1562100"/>
                </a:lnTo>
                <a:close/>
                <a:moveTo>
                  <a:pt x="914400" y="1562100"/>
                </a:moveTo>
                <a:lnTo>
                  <a:pt x="923925" y="1562100"/>
                </a:lnTo>
                <a:lnTo>
                  <a:pt x="923925" y="1590675"/>
                </a:lnTo>
                <a:lnTo>
                  <a:pt x="914400" y="1590675"/>
                </a:lnTo>
                <a:close/>
                <a:moveTo>
                  <a:pt x="704850" y="1628775"/>
                </a:moveTo>
                <a:lnTo>
                  <a:pt x="714375" y="1628775"/>
                </a:lnTo>
                <a:lnTo>
                  <a:pt x="714375" y="1638300"/>
                </a:lnTo>
                <a:lnTo>
                  <a:pt x="723900" y="1638300"/>
                </a:lnTo>
                <a:lnTo>
                  <a:pt x="723900" y="1628775"/>
                </a:lnTo>
                <a:lnTo>
                  <a:pt x="733425" y="1628775"/>
                </a:lnTo>
                <a:lnTo>
                  <a:pt x="733425" y="1638300"/>
                </a:lnTo>
                <a:lnTo>
                  <a:pt x="723900" y="1638300"/>
                </a:lnTo>
                <a:lnTo>
                  <a:pt x="723900" y="1647825"/>
                </a:lnTo>
                <a:lnTo>
                  <a:pt x="704850" y="1647825"/>
                </a:lnTo>
                <a:close/>
                <a:moveTo>
                  <a:pt x="942975" y="1647825"/>
                </a:moveTo>
                <a:lnTo>
                  <a:pt x="962025" y="1647825"/>
                </a:lnTo>
                <a:lnTo>
                  <a:pt x="962025" y="1657350"/>
                </a:lnTo>
                <a:lnTo>
                  <a:pt x="942975" y="1657350"/>
                </a:lnTo>
                <a:close/>
                <a:moveTo>
                  <a:pt x="752475" y="1666875"/>
                </a:moveTo>
                <a:lnTo>
                  <a:pt x="762000" y="1666875"/>
                </a:lnTo>
                <a:lnTo>
                  <a:pt x="762000" y="1676400"/>
                </a:lnTo>
                <a:lnTo>
                  <a:pt x="752475" y="1676400"/>
                </a:lnTo>
                <a:close/>
                <a:moveTo>
                  <a:pt x="981075" y="1666875"/>
                </a:moveTo>
                <a:lnTo>
                  <a:pt x="1000125" y="1666875"/>
                </a:lnTo>
                <a:lnTo>
                  <a:pt x="1000125" y="1676400"/>
                </a:lnTo>
                <a:lnTo>
                  <a:pt x="981075" y="1676400"/>
                </a:lnTo>
                <a:close/>
                <a:moveTo>
                  <a:pt x="771525" y="1676400"/>
                </a:moveTo>
                <a:lnTo>
                  <a:pt x="781050" y="1676400"/>
                </a:lnTo>
                <a:lnTo>
                  <a:pt x="781050" y="1685925"/>
                </a:lnTo>
                <a:lnTo>
                  <a:pt x="771525" y="1685925"/>
                </a:lnTo>
                <a:close/>
                <a:moveTo>
                  <a:pt x="904875" y="1704975"/>
                </a:moveTo>
                <a:lnTo>
                  <a:pt x="914400" y="1704975"/>
                </a:lnTo>
                <a:lnTo>
                  <a:pt x="914400" y="1714500"/>
                </a:lnTo>
                <a:lnTo>
                  <a:pt x="904875" y="1714500"/>
                </a:lnTo>
                <a:close/>
                <a:moveTo>
                  <a:pt x="666750" y="1752600"/>
                </a:moveTo>
                <a:lnTo>
                  <a:pt x="676275" y="1752600"/>
                </a:lnTo>
                <a:lnTo>
                  <a:pt x="676275" y="1762125"/>
                </a:lnTo>
                <a:lnTo>
                  <a:pt x="666750" y="1762125"/>
                </a:lnTo>
                <a:close/>
              </a:path>
            </a:pathLst>
          </a:custGeom>
          <a:solidFill xmlns:a="http://schemas.openxmlformats.org/drawingml/2006/main">
            <a:srgbClr val="FAF9F6"/>
          </a:solidFill>
          <a:ln xmlns:a="http://schemas.openxmlformats.org/drawingml/2006/main" w="0">
            <a:noFill/>
          </a:ln>
        </p:spPr>
      </p:sp>
      <p:sp>
        <p:nvSpPr>
          <p:cNvPr id="50" name="turno2 vector #faf9f5">
            <a:extLst xmlns:a="http://schemas.openxmlformats.org/drawingml/2006/main">
              <a:ext uri="{FF2B5EF4-FFF2-40B4-BE49-F238E27FC236}">
                <a16:creationId xmlns:a16="http://schemas.microsoft.com/office/drawing/2014/main" id="{C843DFA4-8B03-43F2-A35C-C7A9779658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86975" y="2514600"/>
            <a:ext cx="1828800" cy="2724150"/>
          </a:xfrm>
          <a:custGeom xmlns:a="http://schemas.openxmlformats.org/drawingml/2006/main">
            <a:pathLst>
              <a:path w="1181100" h="1762125">
                <a:moveTo>
                  <a:pt x="152400" y="0"/>
                </a:moveTo>
                <a:lnTo>
                  <a:pt x="161925" y="0"/>
                </a:lnTo>
                <a:lnTo>
                  <a:pt x="161925" y="9525"/>
                </a:lnTo>
                <a:lnTo>
                  <a:pt x="152400" y="9525"/>
                </a:lnTo>
                <a:close/>
                <a:moveTo>
                  <a:pt x="180975" y="0"/>
                </a:moveTo>
                <a:lnTo>
                  <a:pt x="190500" y="0"/>
                </a:lnTo>
                <a:lnTo>
                  <a:pt x="190500" y="9525"/>
                </a:lnTo>
                <a:lnTo>
                  <a:pt x="180975" y="9525"/>
                </a:lnTo>
                <a:close/>
                <a:moveTo>
                  <a:pt x="276225" y="0"/>
                </a:moveTo>
                <a:lnTo>
                  <a:pt x="304800" y="0"/>
                </a:lnTo>
                <a:lnTo>
                  <a:pt x="304800" y="9525"/>
                </a:lnTo>
                <a:lnTo>
                  <a:pt x="295275" y="9525"/>
                </a:lnTo>
                <a:lnTo>
                  <a:pt x="295275" y="38100"/>
                </a:lnTo>
                <a:lnTo>
                  <a:pt x="285750" y="38100"/>
                </a:lnTo>
                <a:lnTo>
                  <a:pt x="285750" y="47625"/>
                </a:lnTo>
                <a:lnTo>
                  <a:pt x="266700" y="47625"/>
                </a:lnTo>
                <a:lnTo>
                  <a:pt x="266700" y="38100"/>
                </a:lnTo>
                <a:lnTo>
                  <a:pt x="257175" y="38100"/>
                </a:lnTo>
                <a:lnTo>
                  <a:pt x="257175" y="28575"/>
                </a:lnTo>
                <a:lnTo>
                  <a:pt x="285750" y="28575"/>
                </a:lnTo>
                <a:lnTo>
                  <a:pt x="285750" y="9525"/>
                </a:lnTo>
                <a:lnTo>
                  <a:pt x="276225" y="9525"/>
                </a:lnTo>
                <a:close/>
                <a:moveTo>
                  <a:pt x="390525" y="0"/>
                </a:moveTo>
                <a:lnTo>
                  <a:pt x="428625" y="0"/>
                </a:lnTo>
                <a:lnTo>
                  <a:pt x="428625" y="9525"/>
                </a:lnTo>
                <a:lnTo>
                  <a:pt x="390525" y="9525"/>
                </a:lnTo>
                <a:close/>
                <a:moveTo>
                  <a:pt x="666750" y="0"/>
                </a:moveTo>
                <a:lnTo>
                  <a:pt x="685800" y="0"/>
                </a:lnTo>
                <a:lnTo>
                  <a:pt x="685800" y="9525"/>
                </a:lnTo>
                <a:lnTo>
                  <a:pt x="676275" y="9525"/>
                </a:lnTo>
                <a:lnTo>
                  <a:pt x="676275" y="19050"/>
                </a:lnTo>
                <a:lnTo>
                  <a:pt x="657225" y="19050"/>
                </a:lnTo>
                <a:lnTo>
                  <a:pt x="657225" y="9525"/>
                </a:lnTo>
                <a:lnTo>
                  <a:pt x="666750" y="9525"/>
                </a:lnTo>
                <a:close/>
                <a:moveTo>
                  <a:pt x="771525" y="0"/>
                </a:moveTo>
                <a:lnTo>
                  <a:pt x="790575" y="0"/>
                </a:lnTo>
                <a:lnTo>
                  <a:pt x="790575" y="9525"/>
                </a:lnTo>
                <a:lnTo>
                  <a:pt x="800100" y="9525"/>
                </a:lnTo>
                <a:lnTo>
                  <a:pt x="800100" y="28575"/>
                </a:lnTo>
                <a:lnTo>
                  <a:pt x="781050" y="28575"/>
                </a:lnTo>
                <a:lnTo>
                  <a:pt x="781050" y="38100"/>
                </a:lnTo>
                <a:lnTo>
                  <a:pt x="771525" y="38100"/>
                </a:lnTo>
                <a:lnTo>
                  <a:pt x="771525" y="28575"/>
                </a:lnTo>
                <a:lnTo>
                  <a:pt x="762000" y="28575"/>
                </a:lnTo>
                <a:lnTo>
                  <a:pt x="762000" y="19050"/>
                </a:lnTo>
                <a:lnTo>
                  <a:pt x="723900" y="19050"/>
                </a:lnTo>
                <a:lnTo>
                  <a:pt x="723900" y="9525"/>
                </a:lnTo>
                <a:lnTo>
                  <a:pt x="771525" y="9525"/>
                </a:lnTo>
                <a:close/>
                <a:moveTo>
                  <a:pt x="923925" y="0"/>
                </a:moveTo>
                <a:lnTo>
                  <a:pt x="933450" y="0"/>
                </a:lnTo>
                <a:lnTo>
                  <a:pt x="933450" y="9525"/>
                </a:lnTo>
                <a:lnTo>
                  <a:pt x="942975" y="9525"/>
                </a:lnTo>
                <a:lnTo>
                  <a:pt x="942975" y="0"/>
                </a:lnTo>
                <a:lnTo>
                  <a:pt x="952500" y="0"/>
                </a:lnTo>
                <a:lnTo>
                  <a:pt x="952500" y="9525"/>
                </a:lnTo>
                <a:lnTo>
                  <a:pt x="962025" y="9525"/>
                </a:lnTo>
                <a:lnTo>
                  <a:pt x="962025" y="19050"/>
                </a:lnTo>
                <a:lnTo>
                  <a:pt x="942975" y="19050"/>
                </a:lnTo>
                <a:lnTo>
                  <a:pt x="942975" y="28575"/>
                </a:lnTo>
                <a:lnTo>
                  <a:pt x="933450" y="28575"/>
                </a:lnTo>
                <a:lnTo>
                  <a:pt x="933450" y="19050"/>
                </a:lnTo>
                <a:lnTo>
                  <a:pt x="923925" y="19050"/>
                </a:lnTo>
                <a:close/>
                <a:moveTo>
                  <a:pt x="1009650" y="0"/>
                </a:moveTo>
                <a:lnTo>
                  <a:pt x="1028700" y="0"/>
                </a:lnTo>
                <a:lnTo>
                  <a:pt x="1028700" y="9525"/>
                </a:lnTo>
                <a:lnTo>
                  <a:pt x="1019175" y="9525"/>
                </a:lnTo>
                <a:lnTo>
                  <a:pt x="1019175" y="19050"/>
                </a:lnTo>
                <a:lnTo>
                  <a:pt x="1028700" y="19050"/>
                </a:lnTo>
                <a:lnTo>
                  <a:pt x="1028700" y="9525"/>
                </a:lnTo>
                <a:lnTo>
                  <a:pt x="1038225" y="9525"/>
                </a:lnTo>
                <a:lnTo>
                  <a:pt x="1038225" y="28575"/>
                </a:lnTo>
                <a:lnTo>
                  <a:pt x="1019175" y="28575"/>
                </a:lnTo>
                <a:lnTo>
                  <a:pt x="1019175" y="47625"/>
                </a:lnTo>
                <a:lnTo>
                  <a:pt x="1009650" y="47625"/>
                </a:lnTo>
                <a:lnTo>
                  <a:pt x="1009650" y="38100"/>
                </a:lnTo>
                <a:lnTo>
                  <a:pt x="990600" y="38100"/>
                </a:lnTo>
                <a:lnTo>
                  <a:pt x="990600" y="28575"/>
                </a:lnTo>
                <a:lnTo>
                  <a:pt x="1000125" y="28575"/>
                </a:lnTo>
                <a:lnTo>
                  <a:pt x="1000125" y="19050"/>
                </a:lnTo>
                <a:lnTo>
                  <a:pt x="1009650" y="19050"/>
                </a:lnTo>
                <a:close/>
                <a:moveTo>
                  <a:pt x="1076325" y="0"/>
                </a:moveTo>
                <a:lnTo>
                  <a:pt x="1123950" y="0"/>
                </a:lnTo>
                <a:lnTo>
                  <a:pt x="1123950" y="19050"/>
                </a:lnTo>
                <a:lnTo>
                  <a:pt x="1104900" y="19050"/>
                </a:lnTo>
                <a:lnTo>
                  <a:pt x="1104900" y="47625"/>
                </a:lnTo>
                <a:lnTo>
                  <a:pt x="1095375" y="47625"/>
                </a:lnTo>
                <a:lnTo>
                  <a:pt x="1095375" y="38100"/>
                </a:lnTo>
                <a:lnTo>
                  <a:pt x="1076325" y="38100"/>
                </a:lnTo>
                <a:lnTo>
                  <a:pt x="1076325" y="28575"/>
                </a:lnTo>
                <a:lnTo>
                  <a:pt x="1057275" y="28575"/>
                </a:lnTo>
                <a:lnTo>
                  <a:pt x="1057275" y="19050"/>
                </a:lnTo>
                <a:lnTo>
                  <a:pt x="1047750" y="19050"/>
                </a:lnTo>
                <a:lnTo>
                  <a:pt x="1047750" y="9525"/>
                </a:lnTo>
                <a:lnTo>
                  <a:pt x="1076325" y="9525"/>
                </a:lnTo>
                <a:close/>
                <a:moveTo>
                  <a:pt x="1143000" y="0"/>
                </a:moveTo>
                <a:lnTo>
                  <a:pt x="1152525" y="0"/>
                </a:lnTo>
                <a:lnTo>
                  <a:pt x="1152525" y="38100"/>
                </a:lnTo>
                <a:lnTo>
                  <a:pt x="1143000" y="38100"/>
                </a:lnTo>
                <a:close/>
                <a:moveTo>
                  <a:pt x="66675" y="9525"/>
                </a:moveTo>
                <a:lnTo>
                  <a:pt x="104775" y="9525"/>
                </a:lnTo>
                <a:lnTo>
                  <a:pt x="104775" y="19050"/>
                </a:lnTo>
                <a:lnTo>
                  <a:pt x="85725" y="19050"/>
                </a:lnTo>
                <a:lnTo>
                  <a:pt x="85725" y="38100"/>
                </a:lnTo>
                <a:lnTo>
                  <a:pt x="66675" y="38100"/>
                </a:lnTo>
                <a:close/>
                <a:moveTo>
                  <a:pt x="142875" y="19050"/>
                </a:moveTo>
                <a:lnTo>
                  <a:pt x="152400" y="19050"/>
                </a:lnTo>
                <a:lnTo>
                  <a:pt x="152400" y="28575"/>
                </a:lnTo>
                <a:lnTo>
                  <a:pt x="142875" y="28575"/>
                </a:lnTo>
                <a:close/>
                <a:moveTo>
                  <a:pt x="304800" y="19050"/>
                </a:moveTo>
                <a:lnTo>
                  <a:pt x="323850" y="19050"/>
                </a:lnTo>
                <a:lnTo>
                  <a:pt x="323850" y="28575"/>
                </a:lnTo>
                <a:lnTo>
                  <a:pt x="304800" y="28575"/>
                </a:lnTo>
                <a:close/>
                <a:moveTo>
                  <a:pt x="342900" y="19050"/>
                </a:moveTo>
                <a:lnTo>
                  <a:pt x="352425" y="19050"/>
                </a:lnTo>
                <a:lnTo>
                  <a:pt x="352425" y="28575"/>
                </a:lnTo>
                <a:lnTo>
                  <a:pt x="371475" y="28575"/>
                </a:lnTo>
                <a:lnTo>
                  <a:pt x="371475" y="38100"/>
                </a:lnTo>
                <a:lnTo>
                  <a:pt x="381000" y="38100"/>
                </a:lnTo>
                <a:lnTo>
                  <a:pt x="381000" y="47625"/>
                </a:lnTo>
                <a:lnTo>
                  <a:pt x="390525" y="47625"/>
                </a:lnTo>
                <a:lnTo>
                  <a:pt x="390525" y="57150"/>
                </a:lnTo>
                <a:lnTo>
                  <a:pt x="381000" y="57150"/>
                </a:lnTo>
                <a:lnTo>
                  <a:pt x="381000" y="66675"/>
                </a:lnTo>
                <a:lnTo>
                  <a:pt x="371475" y="66675"/>
                </a:lnTo>
                <a:lnTo>
                  <a:pt x="371475" y="47625"/>
                </a:lnTo>
                <a:lnTo>
                  <a:pt x="361950" y="47625"/>
                </a:lnTo>
                <a:lnTo>
                  <a:pt x="361950" y="38100"/>
                </a:lnTo>
                <a:lnTo>
                  <a:pt x="342900" y="38100"/>
                </a:lnTo>
                <a:close/>
                <a:moveTo>
                  <a:pt x="695325" y="19050"/>
                </a:moveTo>
                <a:lnTo>
                  <a:pt x="714375" y="19050"/>
                </a:lnTo>
                <a:lnTo>
                  <a:pt x="714375" y="28575"/>
                </a:lnTo>
                <a:lnTo>
                  <a:pt x="695325" y="28575"/>
                </a:lnTo>
                <a:close/>
                <a:moveTo>
                  <a:pt x="828675" y="19050"/>
                </a:moveTo>
                <a:lnTo>
                  <a:pt x="847725" y="19050"/>
                </a:lnTo>
                <a:lnTo>
                  <a:pt x="847725" y="28575"/>
                </a:lnTo>
                <a:lnTo>
                  <a:pt x="838200" y="28575"/>
                </a:lnTo>
                <a:lnTo>
                  <a:pt x="838200" y="38100"/>
                </a:lnTo>
                <a:lnTo>
                  <a:pt x="819150" y="38100"/>
                </a:lnTo>
                <a:lnTo>
                  <a:pt x="819150" y="28575"/>
                </a:lnTo>
                <a:lnTo>
                  <a:pt x="828675" y="28575"/>
                </a:lnTo>
                <a:close/>
                <a:moveTo>
                  <a:pt x="857250" y="19050"/>
                </a:moveTo>
                <a:lnTo>
                  <a:pt x="866775" y="19050"/>
                </a:lnTo>
                <a:lnTo>
                  <a:pt x="866775" y="28575"/>
                </a:lnTo>
                <a:lnTo>
                  <a:pt x="857250" y="28575"/>
                </a:lnTo>
                <a:close/>
                <a:moveTo>
                  <a:pt x="904875" y="19050"/>
                </a:moveTo>
                <a:lnTo>
                  <a:pt x="914400" y="19050"/>
                </a:lnTo>
                <a:lnTo>
                  <a:pt x="914400" y="28575"/>
                </a:lnTo>
                <a:lnTo>
                  <a:pt x="904875" y="28575"/>
                </a:lnTo>
                <a:close/>
                <a:moveTo>
                  <a:pt x="95250" y="28575"/>
                </a:moveTo>
                <a:lnTo>
                  <a:pt x="104775" y="28575"/>
                </a:lnTo>
                <a:lnTo>
                  <a:pt x="104775" y="38100"/>
                </a:lnTo>
                <a:lnTo>
                  <a:pt x="95250" y="38100"/>
                </a:lnTo>
                <a:close/>
                <a:moveTo>
                  <a:pt x="190500" y="38100"/>
                </a:moveTo>
                <a:lnTo>
                  <a:pt x="209550" y="38100"/>
                </a:lnTo>
                <a:lnTo>
                  <a:pt x="209550" y="47625"/>
                </a:lnTo>
                <a:lnTo>
                  <a:pt x="190500" y="47625"/>
                </a:lnTo>
                <a:close/>
                <a:moveTo>
                  <a:pt x="219075" y="38100"/>
                </a:moveTo>
                <a:lnTo>
                  <a:pt x="228600" y="38100"/>
                </a:lnTo>
                <a:lnTo>
                  <a:pt x="228600" y="47625"/>
                </a:lnTo>
                <a:lnTo>
                  <a:pt x="219075" y="47625"/>
                </a:lnTo>
                <a:close/>
                <a:moveTo>
                  <a:pt x="1123950" y="38100"/>
                </a:moveTo>
                <a:lnTo>
                  <a:pt x="1133475" y="38100"/>
                </a:lnTo>
                <a:lnTo>
                  <a:pt x="1133475" y="66675"/>
                </a:lnTo>
                <a:lnTo>
                  <a:pt x="1123950" y="66675"/>
                </a:lnTo>
                <a:close/>
                <a:moveTo>
                  <a:pt x="47625" y="47625"/>
                </a:moveTo>
                <a:lnTo>
                  <a:pt x="66675" y="47625"/>
                </a:lnTo>
                <a:lnTo>
                  <a:pt x="66675" y="57150"/>
                </a:lnTo>
                <a:lnTo>
                  <a:pt x="57150" y="57150"/>
                </a:lnTo>
                <a:lnTo>
                  <a:pt x="57150" y="66675"/>
                </a:lnTo>
                <a:lnTo>
                  <a:pt x="47625" y="66675"/>
                </a:lnTo>
                <a:close/>
                <a:moveTo>
                  <a:pt x="257175" y="57150"/>
                </a:moveTo>
                <a:lnTo>
                  <a:pt x="266700" y="57150"/>
                </a:lnTo>
                <a:lnTo>
                  <a:pt x="266700" y="66675"/>
                </a:lnTo>
                <a:lnTo>
                  <a:pt x="257175" y="66675"/>
                </a:lnTo>
                <a:close/>
                <a:moveTo>
                  <a:pt x="1028700" y="57150"/>
                </a:moveTo>
                <a:lnTo>
                  <a:pt x="1038225" y="57150"/>
                </a:lnTo>
                <a:lnTo>
                  <a:pt x="1038225" y="76200"/>
                </a:lnTo>
                <a:lnTo>
                  <a:pt x="1028700" y="76200"/>
                </a:lnTo>
                <a:close/>
                <a:moveTo>
                  <a:pt x="1076325" y="57150"/>
                </a:moveTo>
                <a:lnTo>
                  <a:pt x="1114425" y="57150"/>
                </a:lnTo>
                <a:lnTo>
                  <a:pt x="1114425" y="76200"/>
                </a:lnTo>
                <a:lnTo>
                  <a:pt x="1104900" y="76200"/>
                </a:lnTo>
                <a:lnTo>
                  <a:pt x="1104900" y="104775"/>
                </a:lnTo>
                <a:lnTo>
                  <a:pt x="1095375" y="104775"/>
                </a:lnTo>
                <a:lnTo>
                  <a:pt x="1095375" y="114300"/>
                </a:lnTo>
                <a:lnTo>
                  <a:pt x="1076325" y="114300"/>
                </a:lnTo>
                <a:lnTo>
                  <a:pt x="1076325" y="104775"/>
                </a:lnTo>
                <a:lnTo>
                  <a:pt x="1085850" y="104775"/>
                </a:lnTo>
                <a:lnTo>
                  <a:pt x="1085850" y="85725"/>
                </a:lnTo>
                <a:lnTo>
                  <a:pt x="1076325" y="85725"/>
                </a:lnTo>
                <a:close/>
                <a:moveTo>
                  <a:pt x="0" y="66675"/>
                </a:moveTo>
                <a:lnTo>
                  <a:pt x="9525" y="66675"/>
                </a:lnTo>
                <a:lnTo>
                  <a:pt x="9525" y="76200"/>
                </a:lnTo>
                <a:lnTo>
                  <a:pt x="19050" y="76200"/>
                </a:lnTo>
                <a:lnTo>
                  <a:pt x="19050" y="85725"/>
                </a:lnTo>
                <a:lnTo>
                  <a:pt x="0" y="85725"/>
                </a:lnTo>
                <a:close/>
                <a:moveTo>
                  <a:pt x="495300" y="76200"/>
                </a:moveTo>
                <a:lnTo>
                  <a:pt x="514350" y="76200"/>
                </a:lnTo>
                <a:lnTo>
                  <a:pt x="514350" y="85725"/>
                </a:lnTo>
                <a:lnTo>
                  <a:pt x="495300" y="85725"/>
                </a:lnTo>
                <a:close/>
                <a:moveTo>
                  <a:pt x="933450" y="76200"/>
                </a:moveTo>
                <a:lnTo>
                  <a:pt x="952500" y="76200"/>
                </a:lnTo>
                <a:lnTo>
                  <a:pt x="952500" y="85725"/>
                </a:lnTo>
                <a:lnTo>
                  <a:pt x="933450" y="85725"/>
                </a:lnTo>
                <a:close/>
                <a:moveTo>
                  <a:pt x="1009650" y="76200"/>
                </a:moveTo>
                <a:lnTo>
                  <a:pt x="1028700" y="76200"/>
                </a:lnTo>
                <a:lnTo>
                  <a:pt x="1028700" y="95250"/>
                </a:lnTo>
                <a:lnTo>
                  <a:pt x="1038225" y="95250"/>
                </a:lnTo>
                <a:lnTo>
                  <a:pt x="1038225" y="123825"/>
                </a:lnTo>
                <a:lnTo>
                  <a:pt x="1028700" y="123825"/>
                </a:lnTo>
                <a:lnTo>
                  <a:pt x="1028700" y="114300"/>
                </a:lnTo>
                <a:lnTo>
                  <a:pt x="1019175" y="114300"/>
                </a:lnTo>
                <a:lnTo>
                  <a:pt x="1019175" y="104775"/>
                </a:lnTo>
                <a:lnTo>
                  <a:pt x="1000125" y="104775"/>
                </a:lnTo>
                <a:lnTo>
                  <a:pt x="1000125" y="85725"/>
                </a:lnTo>
                <a:lnTo>
                  <a:pt x="1009650" y="85725"/>
                </a:lnTo>
                <a:close/>
                <a:moveTo>
                  <a:pt x="190500" y="95250"/>
                </a:moveTo>
                <a:lnTo>
                  <a:pt x="200025" y="95250"/>
                </a:lnTo>
                <a:lnTo>
                  <a:pt x="200025" y="104775"/>
                </a:lnTo>
                <a:lnTo>
                  <a:pt x="190500" y="104775"/>
                </a:lnTo>
                <a:close/>
                <a:moveTo>
                  <a:pt x="323850" y="95250"/>
                </a:moveTo>
                <a:lnTo>
                  <a:pt x="342900" y="95250"/>
                </a:lnTo>
                <a:lnTo>
                  <a:pt x="342900" y="104775"/>
                </a:lnTo>
                <a:lnTo>
                  <a:pt x="323850" y="104775"/>
                </a:lnTo>
                <a:close/>
                <a:moveTo>
                  <a:pt x="85725" y="104775"/>
                </a:moveTo>
                <a:lnTo>
                  <a:pt x="104775" y="104775"/>
                </a:lnTo>
                <a:lnTo>
                  <a:pt x="104775" y="114300"/>
                </a:lnTo>
                <a:lnTo>
                  <a:pt x="95250" y="114300"/>
                </a:lnTo>
                <a:lnTo>
                  <a:pt x="95250" y="133350"/>
                </a:lnTo>
                <a:lnTo>
                  <a:pt x="85725" y="133350"/>
                </a:lnTo>
                <a:close/>
                <a:moveTo>
                  <a:pt x="466725" y="104775"/>
                </a:moveTo>
                <a:lnTo>
                  <a:pt x="476250" y="104775"/>
                </a:lnTo>
                <a:lnTo>
                  <a:pt x="476250" y="114300"/>
                </a:lnTo>
                <a:lnTo>
                  <a:pt x="466725" y="114300"/>
                </a:lnTo>
                <a:close/>
                <a:moveTo>
                  <a:pt x="200025" y="114300"/>
                </a:moveTo>
                <a:lnTo>
                  <a:pt x="209550" y="114300"/>
                </a:lnTo>
                <a:lnTo>
                  <a:pt x="209550" y="123825"/>
                </a:lnTo>
                <a:lnTo>
                  <a:pt x="200025" y="123825"/>
                </a:lnTo>
                <a:close/>
                <a:moveTo>
                  <a:pt x="0" y="123825"/>
                </a:moveTo>
                <a:lnTo>
                  <a:pt x="9525" y="123825"/>
                </a:lnTo>
                <a:lnTo>
                  <a:pt x="9525" y="133350"/>
                </a:lnTo>
                <a:lnTo>
                  <a:pt x="19050" y="133350"/>
                </a:lnTo>
                <a:lnTo>
                  <a:pt x="19050" y="123825"/>
                </a:lnTo>
                <a:lnTo>
                  <a:pt x="28575" y="123825"/>
                </a:lnTo>
                <a:lnTo>
                  <a:pt x="28575" y="133350"/>
                </a:lnTo>
                <a:lnTo>
                  <a:pt x="19050" y="133350"/>
                </a:lnTo>
                <a:lnTo>
                  <a:pt x="19050" y="142875"/>
                </a:lnTo>
                <a:lnTo>
                  <a:pt x="9525" y="142875"/>
                </a:lnTo>
                <a:lnTo>
                  <a:pt x="9525" y="171450"/>
                </a:lnTo>
                <a:lnTo>
                  <a:pt x="0" y="171450"/>
                </a:lnTo>
                <a:close/>
                <a:moveTo>
                  <a:pt x="247650" y="123825"/>
                </a:moveTo>
                <a:lnTo>
                  <a:pt x="266700" y="123825"/>
                </a:lnTo>
                <a:lnTo>
                  <a:pt x="266700" y="133350"/>
                </a:lnTo>
                <a:lnTo>
                  <a:pt x="276225" y="133350"/>
                </a:lnTo>
                <a:lnTo>
                  <a:pt x="276225" y="152400"/>
                </a:lnTo>
                <a:lnTo>
                  <a:pt x="257175" y="152400"/>
                </a:lnTo>
                <a:lnTo>
                  <a:pt x="257175" y="142875"/>
                </a:lnTo>
                <a:lnTo>
                  <a:pt x="247650" y="142875"/>
                </a:lnTo>
                <a:close/>
                <a:moveTo>
                  <a:pt x="504825" y="123825"/>
                </a:moveTo>
                <a:lnTo>
                  <a:pt x="514350" y="123825"/>
                </a:lnTo>
                <a:lnTo>
                  <a:pt x="514350" y="133350"/>
                </a:lnTo>
                <a:lnTo>
                  <a:pt x="504825" y="133350"/>
                </a:lnTo>
                <a:close/>
                <a:moveTo>
                  <a:pt x="1038225" y="123825"/>
                </a:moveTo>
                <a:lnTo>
                  <a:pt x="1047750" y="123825"/>
                </a:lnTo>
                <a:lnTo>
                  <a:pt x="1047750" y="133350"/>
                </a:lnTo>
                <a:lnTo>
                  <a:pt x="1038225" y="133350"/>
                </a:lnTo>
                <a:close/>
                <a:moveTo>
                  <a:pt x="1095375" y="123825"/>
                </a:moveTo>
                <a:lnTo>
                  <a:pt x="1114425" y="123825"/>
                </a:lnTo>
                <a:lnTo>
                  <a:pt x="1114425" y="133350"/>
                </a:lnTo>
                <a:lnTo>
                  <a:pt x="1133475" y="133350"/>
                </a:lnTo>
                <a:lnTo>
                  <a:pt x="1133475" y="152400"/>
                </a:lnTo>
                <a:lnTo>
                  <a:pt x="1123950" y="152400"/>
                </a:lnTo>
                <a:lnTo>
                  <a:pt x="1123950" y="142875"/>
                </a:lnTo>
                <a:lnTo>
                  <a:pt x="1104900" y="142875"/>
                </a:lnTo>
                <a:lnTo>
                  <a:pt x="1104900" y="133350"/>
                </a:lnTo>
                <a:lnTo>
                  <a:pt x="1095375" y="133350"/>
                </a:lnTo>
                <a:close/>
                <a:moveTo>
                  <a:pt x="57150" y="133350"/>
                </a:moveTo>
                <a:lnTo>
                  <a:pt x="66675" y="133350"/>
                </a:lnTo>
                <a:lnTo>
                  <a:pt x="66675" y="152400"/>
                </a:lnTo>
                <a:lnTo>
                  <a:pt x="57150" y="152400"/>
                </a:lnTo>
                <a:close/>
                <a:moveTo>
                  <a:pt x="514350" y="133350"/>
                </a:moveTo>
                <a:lnTo>
                  <a:pt x="523875" y="133350"/>
                </a:lnTo>
                <a:lnTo>
                  <a:pt x="523875" y="142875"/>
                </a:lnTo>
                <a:lnTo>
                  <a:pt x="514350" y="142875"/>
                </a:lnTo>
                <a:close/>
                <a:moveTo>
                  <a:pt x="904875" y="133350"/>
                </a:moveTo>
                <a:lnTo>
                  <a:pt x="923925" y="133350"/>
                </a:lnTo>
                <a:lnTo>
                  <a:pt x="923925" y="152400"/>
                </a:lnTo>
                <a:lnTo>
                  <a:pt x="914400" y="152400"/>
                </a:lnTo>
                <a:lnTo>
                  <a:pt x="914400" y="161925"/>
                </a:lnTo>
                <a:lnTo>
                  <a:pt x="904875" y="161925"/>
                </a:lnTo>
                <a:close/>
                <a:moveTo>
                  <a:pt x="981075" y="133350"/>
                </a:moveTo>
                <a:lnTo>
                  <a:pt x="990600" y="133350"/>
                </a:lnTo>
                <a:lnTo>
                  <a:pt x="990600" y="142875"/>
                </a:lnTo>
                <a:lnTo>
                  <a:pt x="1000125" y="142875"/>
                </a:lnTo>
                <a:lnTo>
                  <a:pt x="1000125" y="152400"/>
                </a:lnTo>
                <a:lnTo>
                  <a:pt x="981075" y="152400"/>
                </a:lnTo>
                <a:close/>
                <a:moveTo>
                  <a:pt x="161925" y="142875"/>
                </a:moveTo>
                <a:lnTo>
                  <a:pt x="180975" y="142875"/>
                </a:lnTo>
                <a:lnTo>
                  <a:pt x="180975" y="152400"/>
                </a:lnTo>
                <a:lnTo>
                  <a:pt x="161925" y="152400"/>
                </a:lnTo>
                <a:close/>
                <a:moveTo>
                  <a:pt x="304800" y="142875"/>
                </a:moveTo>
                <a:lnTo>
                  <a:pt x="323850" y="142875"/>
                </a:lnTo>
                <a:lnTo>
                  <a:pt x="323850" y="152400"/>
                </a:lnTo>
                <a:lnTo>
                  <a:pt x="333375" y="152400"/>
                </a:lnTo>
                <a:lnTo>
                  <a:pt x="333375" y="142875"/>
                </a:lnTo>
                <a:lnTo>
                  <a:pt x="342900" y="142875"/>
                </a:lnTo>
                <a:lnTo>
                  <a:pt x="342900" y="152400"/>
                </a:lnTo>
                <a:lnTo>
                  <a:pt x="333375" y="152400"/>
                </a:lnTo>
                <a:lnTo>
                  <a:pt x="333375" y="161925"/>
                </a:lnTo>
                <a:lnTo>
                  <a:pt x="323850" y="161925"/>
                </a:lnTo>
                <a:lnTo>
                  <a:pt x="323850" y="171450"/>
                </a:lnTo>
                <a:lnTo>
                  <a:pt x="314325" y="171450"/>
                </a:lnTo>
                <a:lnTo>
                  <a:pt x="314325" y="161925"/>
                </a:lnTo>
                <a:lnTo>
                  <a:pt x="304800" y="161925"/>
                </a:lnTo>
                <a:lnTo>
                  <a:pt x="304800" y="171450"/>
                </a:lnTo>
                <a:lnTo>
                  <a:pt x="314325" y="171450"/>
                </a:lnTo>
                <a:lnTo>
                  <a:pt x="314325" y="180975"/>
                </a:lnTo>
                <a:lnTo>
                  <a:pt x="295275" y="180975"/>
                </a:lnTo>
                <a:lnTo>
                  <a:pt x="295275" y="171450"/>
                </a:lnTo>
                <a:lnTo>
                  <a:pt x="276225" y="171450"/>
                </a:lnTo>
                <a:lnTo>
                  <a:pt x="276225" y="152400"/>
                </a:lnTo>
                <a:lnTo>
                  <a:pt x="304800" y="152400"/>
                </a:lnTo>
                <a:close/>
                <a:moveTo>
                  <a:pt x="523875" y="142875"/>
                </a:moveTo>
                <a:lnTo>
                  <a:pt x="533400" y="142875"/>
                </a:lnTo>
                <a:lnTo>
                  <a:pt x="533400" y="152400"/>
                </a:lnTo>
                <a:lnTo>
                  <a:pt x="523875" y="152400"/>
                </a:lnTo>
                <a:close/>
                <a:moveTo>
                  <a:pt x="1028700" y="142875"/>
                </a:moveTo>
                <a:lnTo>
                  <a:pt x="1038225" y="142875"/>
                </a:lnTo>
                <a:lnTo>
                  <a:pt x="1038225" y="161925"/>
                </a:lnTo>
                <a:lnTo>
                  <a:pt x="1028700" y="161925"/>
                </a:lnTo>
                <a:lnTo>
                  <a:pt x="1028700" y="171450"/>
                </a:lnTo>
                <a:lnTo>
                  <a:pt x="1019175" y="171450"/>
                </a:lnTo>
                <a:lnTo>
                  <a:pt x="1019175" y="190500"/>
                </a:lnTo>
                <a:lnTo>
                  <a:pt x="990600" y="190500"/>
                </a:lnTo>
                <a:lnTo>
                  <a:pt x="990600" y="161925"/>
                </a:lnTo>
                <a:lnTo>
                  <a:pt x="1009650" y="161925"/>
                </a:lnTo>
                <a:lnTo>
                  <a:pt x="1009650" y="152400"/>
                </a:lnTo>
                <a:lnTo>
                  <a:pt x="1028700" y="152400"/>
                </a:lnTo>
                <a:close/>
                <a:moveTo>
                  <a:pt x="114300" y="161925"/>
                </a:moveTo>
                <a:lnTo>
                  <a:pt x="123825" y="161925"/>
                </a:lnTo>
                <a:lnTo>
                  <a:pt x="123825" y="171450"/>
                </a:lnTo>
                <a:lnTo>
                  <a:pt x="114300" y="171450"/>
                </a:lnTo>
                <a:close/>
                <a:moveTo>
                  <a:pt x="723900" y="161925"/>
                </a:moveTo>
                <a:lnTo>
                  <a:pt x="733425" y="161925"/>
                </a:lnTo>
                <a:lnTo>
                  <a:pt x="733425" y="190500"/>
                </a:lnTo>
                <a:lnTo>
                  <a:pt x="723900" y="190500"/>
                </a:lnTo>
                <a:close/>
                <a:moveTo>
                  <a:pt x="895350" y="161925"/>
                </a:moveTo>
                <a:lnTo>
                  <a:pt x="904875" y="161925"/>
                </a:lnTo>
                <a:lnTo>
                  <a:pt x="904875" y="171450"/>
                </a:lnTo>
                <a:lnTo>
                  <a:pt x="895350" y="171450"/>
                </a:lnTo>
                <a:close/>
                <a:moveTo>
                  <a:pt x="371475" y="171450"/>
                </a:moveTo>
                <a:lnTo>
                  <a:pt x="381000" y="171450"/>
                </a:lnTo>
                <a:lnTo>
                  <a:pt x="381000" y="180975"/>
                </a:lnTo>
                <a:lnTo>
                  <a:pt x="371475" y="180975"/>
                </a:lnTo>
                <a:close/>
                <a:moveTo>
                  <a:pt x="923925" y="171450"/>
                </a:moveTo>
                <a:lnTo>
                  <a:pt x="933450" y="171450"/>
                </a:lnTo>
                <a:lnTo>
                  <a:pt x="933450" y="180975"/>
                </a:lnTo>
                <a:lnTo>
                  <a:pt x="923925" y="180975"/>
                </a:lnTo>
                <a:close/>
                <a:moveTo>
                  <a:pt x="1047750" y="171450"/>
                </a:moveTo>
                <a:lnTo>
                  <a:pt x="1057275" y="171450"/>
                </a:lnTo>
                <a:lnTo>
                  <a:pt x="1057275" y="180975"/>
                </a:lnTo>
                <a:lnTo>
                  <a:pt x="1047750" y="180975"/>
                </a:lnTo>
                <a:close/>
                <a:moveTo>
                  <a:pt x="1143000" y="171450"/>
                </a:moveTo>
                <a:lnTo>
                  <a:pt x="1152525" y="171450"/>
                </a:lnTo>
                <a:lnTo>
                  <a:pt x="1152525" y="180975"/>
                </a:lnTo>
                <a:lnTo>
                  <a:pt x="1143000" y="180975"/>
                </a:lnTo>
                <a:close/>
                <a:moveTo>
                  <a:pt x="457200" y="180975"/>
                </a:moveTo>
                <a:lnTo>
                  <a:pt x="466725" y="180975"/>
                </a:lnTo>
                <a:lnTo>
                  <a:pt x="466725" y="190500"/>
                </a:lnTo>
                <a:lnTo>
                  <a:pt x="476250" y="190500"/>
                </a:lnTo>
                <a:lnTo>
                  <a:pt x="476250" y="200025"/>
                </a:lnTo>
                <a:lnTo>
                  <a:pt x="485775" y="200025"/>
                </a:lnTo>
                <a:lnTo>
                  <a:pt x="485775" y="209550"/>
                </a:lnTo>
                <a:lnTo>
                  <a:pt x="466725" y="209550"/>
                </a:lnTo>
                <a:lnTo>
                  <a:pt x="466725" y="200025"/>
                </a:lnTo>
                <a:lnTo>
                  <a:pt x="457200" y="200025"/>
                </a:lnTo>
                <a:close/>
                <a:moveTo>
                  <a:pt x="847725" y="180975"/>
                </a:moveTo>
                <a:lnTo>
                  <a:pt x="857250" y="180975"/>
                </a:lnTo>
                <a:lnTo>
                  <a:pt x="857250" y="190500"/>
                </a:lnTo>
                <a:lnTo>
                  <a:pt x="847725" y="190500"/>
                </a:lnTo>
                <a:close/>
                <a:moveTo>
                  <a:pt x="133350" y="190500"/>
                </a:moveTo>
                <a:lnTo>
                  <a:pt x="161925" y="190500"/>
                </a:lnTo>
                <a:lnTo>
                  <a:pt x="161925" y="219075"/>
                </a:lnTo>
                <a:lnTo>
                  <a:pt x="133350" y="219075"/>
                </a:lnTo>
                <a:close/>
                <a:moveTo>
                  <a:pt x="1076325" y="190500"/>
                </a:moveTo>
                <a:lnTo>
                  <a:pt x="1085850" y="190500"/>
                </a:lnTo>
                <a:lnTo>
                  <a:pt x="1085850" y="200025"/>
                </a:lnTo>
                <a:lnTo>
                  <a:pt x="1076325" y="200025"/>
                </a:lnTo>
                <a:close/>
                <a:moveTo>
                  <a:pt x="504825" y="200025"/>
                </a:moveTo>
                <a:lnTo>
                  <a:pt x="514350" y="200025"/>
                </a:lnTo>
                <a:lnTo>
                  <a:pt x="514350" y="209550"/>
                </a:lnTo>
                <a:lnTo>
                  <a:pt x="504825" y="209550"/>
                </a:lnTo>
                <a:close/>
                <a:moveTo>
                  <a:pt x="771525" y="200025"/>
                </a:moveTo>
                <a:lnTo>
                  <a:pt x="781050" y="200025"/>
                </a:lnTo>
                <a:lnTo>
                  <a:pt x="781050" y="209550"/>
                </a:lnTo>
                <a:lnTo>
                  <a:pt x="800100" y="209550"/>
                </a:lnTo>
                <a:lnTo>
                  <a:pt x="800100" y="219075"/>
                </a:lnTo>
                <a:lnTo>
                  <a:pt x="762000" y="219075"/>
                </a:lnTo>
                <a:lnTo>
                  <a:pt x="762000" y="209550"/>
                </a:lnTo>
                <a:lnTo>
                  <a:pt x="771525" y="209550"/>
                </a:lnTo>
                <a:close/>
                <a:moveTo>
                  <a:pt x="1038225" y="200025"/>
                </a:moveTo>
                <a:lnTo>
                  <a:pt x="1076325" y="200025"/>
                </a:lnTo>
                <a:lnTo>
                  <a:pt x="1076325" y="219075"/>
                </a:lnTo>
                <a:lnTo>
                  <a:pt x="1066800" y="219075"/>
                </a:lnTo>
                <a:lnTo>
                  <a:pt x="1066800" y="228600"/>
                </a:lnTo>
                <a:lnTo>
                  <a:pt x="1057275" y="228600"/>
                </a:lnTo>
                <a:lnTo>
                  <a:pt x="1057275" y="238125"/>
                </a:lnTo>
                <a:lnTo>
                  <a:pt x="1038225" y="238125"/>
                </a:lnTo>
                <a:lnTo>
                  <a:pt x="1038225" y="228600"/>
                </a:lnTo>
                <a:lnTo>
                  <a:pt x="1047750" y="228600"/>
                </a:lnTo>
                <a:lnTo>
                  <a:pt x="1047750" y="209550"/>
                </a:lnTo>
                <a:lnTo>
                  <a:pt x="1038225" y="209550"/>
                </a:lnTo>
                <a:close/>
                <a:moveTo>
                  <a:pt x="1123950" y="200025"/>
                </a:moveTo>
                <a:lnTo>
                  <a:pt x="1133475" y="200025"/>
                </a:lnTo>
                <a:lnTo>
                  <a:pt x="1133475" y="209550"/>
                </a:lnTo>
                <a:lnTo>
                  <a:pt x="1123950" y="209550"/>
                </a:lnTo>
                <a:close/>
                <a:moveTo>
                  <a:pt x="381000" y="209550"/>
                </a:moveTo>
                <a:lnTo>
                  <a:pt x="390525" y="209550"/>
                </a:lnTo>
                <a:lnTo>
                  <a:pt x="390525" y="219075"/>
                </a:lnTo>
                <a:lnTo>
                  <a:pt x="409575" y="219075"/>
                </a:lnTo>
                <a:lnTo>
                  <a:pt x="409575" y="257175"/>
                </a:lnTo>
                <a:lnTo>
                  <a:pt x="400050" y="257175"/>
                </a:lnTo>
                <a:lnTo>
                  <a:pt x="400050" y="238125"/>
                </a:lnTo>
                <a:lnTo>
                  <a:pt x="390525" y="238125"/>
                </a:lnTo>
                <a:lnTo>
                  <a:pt x="390525" y="228600"/>
                </a:lnTo>
                <a:lnTo>
                  <a:pt x="371475" y="228600"/>
                </a:lnTo>
                <a:lnTo>
                  <a:pt x="371475" y="219075"/>
                </a:lnTo>
                <a:lnTo>
                  <a:pt x="381000" y="219075"/>
                </a:lnTo>
                <a:close/>
                <a:moveTo>
                  <a:pt x="514350" y="209550"/>
                </a:moveTo>
                <a:lnTo>
                  <a:pt x="523875" y="209550"/>
                </a:lnTo>
                <a:lnTo>
                  <a:pt x="523875" y="219075"/>
                </a:lnTo>
                <a:lnTo>
                  <a:pt x="514350" y="219075"/>
                </a:lnTo>
                <a:close/>
                <a:moveTo>
                  <a:pt x="523875" y="219075"/>
                </a:moveTo>
                <a:lnTo>
                  <a:pt x="533400" y="219075"/>
                </a:lnTo>
                <a:lnTo>
                  <a:pt x="533400" y="228600"/>
                </a:lnTo>
                <a:lnTo>
                  <a:pt x="523875" y="228600"/>
                </a:lnTo>
                <a:close/>
                <a:moveTo>
                  <a:pt x="1095375" y="219075"/>
                </a:moveTo>
                <a:lnTo>
                  <a:pt x="1104900" y="219075"/>
                </a:lnTo>
                <a:lnTo>
                  <a:pt x="1104900" y="238125"/>
                </a:lnTo>
                <a:lnTo>
                  <a:pt x="1095375" y="238125"/>
                </a:lnTo>
                <a:close/>
                <a:moveTo>
                  <a:pt x="1171575" y="219075"/>
                </a:moveTo>
                <a:lnTo>
                  <a:pt x="1181100" y="219075"/>
                </a:lnTo>
                <a:lnTo>
                  <a:pt x="1181100" y="228600"/>
                </a:lnTo>
                <a:lnTo>
                  <a:pt x="1171575" y="228600"/>
                </a:lnTo>
                <a:close/>
                <a:moveTo>
                  <a:pt x="542925" y="228600"/>
                </a:moveTo>
                <a:lnTo>
                  <a:pt x="552450" y="228600"/>
                </a:lnTo>
                <a:lnTo>
                  <a:pt x="552450" y="238125"/>
                </a:lnTo>
                <a:lnTo>
                  <a:pt x="542925" y="238125"/>
                </a:lnTo>
                <a:close/>
                <a:moveTo>
                  <a:pt x="1019175" y="247650"/>
                </a:moveTo>
                <a:lnTo>
                  <a:pt x="1038225" y="247650"/>
                </a:lnTo>
                <a:lnTo>
                  <a:pt x="1038225" y="257175"/>
                </a:lnTo>
                <a:lnTo>
                  <a:pt x="1019175" y="257175"/>
                </a:lnTo>
                <a:close/>
                <a:moveTo>
                  <a:pt x="1066800" y="247650"/>
                </a:moveTo>
                <a:lnTo>
                  <a:pt x="1085850" y="247650"/>
                </a:lnTo>
                <a:lnTo>
                  <a:pt x="1085850" y="257175"/>
                </a:lnTo>
                <a:lnTo>
                  <a:pt x="1095375" y="257175"/>
                </a:lnTo>
                <a:lnTo>
                  <a:pt x="1095375" y="266700"/>
                </a:lnTo>
                <a:lnTo>
                  <a:pt x="1104900" y="266700"/>
                </a:lnTo>
                <a:lnTo>
                  <a:pt x="1104900" y="276225"/>
                </a:lnTo>
                <a:lnTo>
                  <a:pt x="1114425" y="276225"/>
                </a:lnTo>
                <a:lnTo>
                  <a:pt x="1114425" y="285750"/>
                </a:lnTo>
                <a:lnTo>
                  <a:pt x="1095375" y="285750"/>
                </a:lnTo>
                <a:lnTo>
                  <a:pt x="1095375" y="276225"/>
                </a:lnTo>
                <a:lnTo>
                  <a:pt x="1076325" y="276225"/>
                </a:lnTo>
                <a:lnTo>
                  <a:pt x="1076325" y="266700"/>
                </a:lnTo>
                <a:lnTo>
                  <a:pt x="1066800" y="266700"/>
                </a:lnTo>
                <a:close/>
                <a:moveTo>
                  <a:pt x="409575" y="257175"/>
                </a:moveTo>
                <a:lnTo>
                  <a:pt x="419100" y="257175"/>
                </a:lnTo>
                <a:lnTo>
                  <a:pt x="419100" y="266700"/>
                </a:lnTo>
                <a:lnTo>
                  <a:pt x="409575" y="266700"/>
                </a:lnTo>
                <a:close/>
                <a:moveTo>
                  <a:pt x="1038225" y="257175"/>
                </a:moveTo>
                <a:lnTo>
                  <a:pt x="1057275" y="257175"/>
                </a:lnTo>
                <a:lnTo>
                  <a:pt x="1057275" y="266700"/>
                </a:lnTo>
                <a:lnTo>
                  <a:pt x="1038225" y="266700"/>
                </a:lnTo>
                <a:close/>
                <a:moveTo>
                  <a:pt x="828675" y="266700"/>
                </a:moveTo>
                <a:lnTo>
                  <a:pt x="838200" y="266700"/>
                </a:lnTo>
                <a:lnTo>
                  <a:pt x="838200" y="276225"/>
                </a:lnTo>
                <a:lnTo>
                  <a:pt x="828675" y="276225"/>
                </a:lnTo>
                <a:close/>
                <a:moveTo>
                  <a:pt x="647700" y="295275"/>
                </a:moveTo>
                <a:lnTo>
                  <a:pt x="666750" y="295275"/>
                </a:lnTo>
                <a:lnTo>
                  <a:pt x="666750" y="314325"/>
                </a:lnTo>
                <a:lnTo>
                  <a:pt x="657225" y="314325"/>
                </a:lnTo>
                <a:lnTo>
                  <a:pt x="657225" y="304800"/>
                </a:lnTo>
                <a:lnTo>
                  <a:pt x="647700" y="304800"/>
                </a:lnTo>
                <a:close/>
                <a:moveTo>
                  <a:pt x="666750" y="314325"/>
                </a:moveTo>
                <a:lnTo>
                  <a:pt x="676275" y="314325"/>
                </a:lnTo>
                <a:lnTo>
                  <a:pt x="676275" y="323850"/>
                </a:lnTo>
                <a:lnTo>
                  <a:pt x="666750" y="323850"/>
                </a:lnTo>
                <a:close/>
                <a:moveTo>
                  <a:pt x="1143000" y="314325"/>
                </a:moveTo>
                <a:lnTo>
                  <a:pt x="1152525" y="314325"/>
                </a:lnTo>
                <a:lnTo>
                  <a:pt x="1152525" y="323850"/>
                </a:lnTo>
                <a:lnTo>
                  <a:pt x="1162050" y="323850"/>
                </a:lnTo>
                <a:lnTo>
                  <a:pt x="1162050" y="352425"/>
                </a:lnTo>
                <a:lnTo>
                  <a:pt x="1152525" y="352425"/>
                </a:lnTo>
                <a:lnTo>
                  <a:pt x="1152525" y="333375"/>
                </a:lnTo>
                <a:lnTo>
                  <a:pt x="1143000" y="333375"/>
                </a:lnTo>
                <a:lnTo>
                  <a:pt x="1143000" y="342900"/>
                </a:lnTo>
                <a:lnTo>
                  <a:pt x="1133475" y="342900"/>
                </a:lnTo>
                <a:lnTo>
                  <a:pt x="1133475" y="352425"/>
                </a:lnTo>
                <a:lnTo>
                  <a:pt x="1123950" y="352425"/>
                </a:lnTo>
                <a:lnTo>
                  <a:pt x="1123950" y="400050"/>
                </a:lnTo>
                <a:lnTo>
                  <a:pt x="1133475" y="400050"/>
                </a:lnTo>
                <a:lnTo>
                  <a:pt x="1133475" y="390525"/>
                </a:lnTo>
                <a:lnTo>
                  <a:pt x="1152525" y="390525"/>
                </a:lnTo>
                <a:lnTo>
                  <a:pt x="1152525" y="400050"/>
                </a:lnTo>
                <a:lnTo>
                  <a:pt x="1143000" y="400050"/>
                </a:lnTo>
                <a:lnTo>
                  <a:pt x="1143000" y="428625"/>
                </a:lnTo>
                <a:lnTo>
                  <a:pt x="1133475" y="428625"/>
                </a:lnTo>
                <a:lnTo>
                  <a:pt x="1133475" y="447675"/>
                </a:lnTo>
                <a:lnTo>
                  <a:pt x="1123950" y="447675"/>
                </a:lnTo>
                <a:lnTo>
                  <a:pt x="1123950" y="428625"/>
                </a:lnTo>
                <a:lnTo>
                  <a:pt x="1114425" y="428625"/>
                </a:lnTo>
                <a:lnTo>
                  <a:pt x="1114425" y="419100"/>
                </a:lnTo>
                <a:lnTo>
                  <a:pt x="1095375" y="419100"/>
                </a:lnTo>
                <a:lnTo>
                  <a:pt x="1095375" y="390525"/>
                </a:lnTo>
                <a:lnTo>
                  <a:pt x="1085850" y="390525"/>
                </a:lnTo>
                <a:lnTo>
                  <a:pt x="1085850" y="371475"/>
                </a:lnTo>
                <a:lnTo>
                  <a:pt x="1095375" y="371475"/>
                </a:lnTo>
                <a:lnTo>
                  <a:pt x="1095375" y="390525"/>
                </a:lnTo>
                <a:lnTo>
                  <a:pt x="1104900" y="390525"/>
                </a:lnTo>
                <a:lnTo>
                  <a:pt x="1104900" y="409575"/>
                </a:lnTo>
                <a:lnTo>
                  <a:pt x="1114425" y="409575"/>
                </a:lnTo>
                <a:lnTo>
                  <a:pt x="1114425" y="361950"/>
                </a:lnTo>
                <a:lnTo>
                  <a:pt x="1104900" y="361950"/>
                </a:lnTo>
                <a:lnTo>
                  <a:pt x="1104900" y="352425"/>
                </a:lnTo>
                <a:lnTo>
                  <a:pt x="1114425" y="352425"/>
                </a:lnTo>
                <a:lnTo>
                  <a:pt x="1114425" y="342900"/>
                </a:lnTo>
                <a:lnTo>
                  <a:pt x="1123950" y="342900"/>
                </a:lnTo>
                <a:lnTo>
                  <a:pt x="1123950" y="323850"/>
                </a:lnTo>
                <a:lnTo>
                  <a:pt x="1143000" y="323850"/>
                </a:lnTo>
                <a:close/>
                <a:moveTo>
                  <a:pt x="542925" y="323850"/>
                </a:moveTo>
                <a:lnTo>
                  <a:pt x="552450" y="323850"/>
                </a:lnTo>
                <a:lnTo>
                  <a:pt x="552450" y="333375"/>
                </a:lnTo>
                <a:lnTo>
                  <a:pt x="542925" y="333375"/>
                </a:lnTo>
                <a:close/>
                <a:moveTo>
                  <a:pt x="676275" y="323850"/>
                </a:moveTo>
                <a:lnTo>
                  <a:pt x="685800" y="323850"/>
                </a:lnTo>
                <a:lnTo>
                  <a:pt x="685800" y="333375"/>
                </a:lnTo>
                <a:lnTo>
                  <a:pt x="676275" y="333375"/>
                </a:lnTo>
                <a:close/>
                <a:moveTo>
                  <a:pt x="914400" y="323850"/>
                </a:moveTo>
                <a:lnTo>
                  <a:pt x="923925" y="323850"/>
                </a:lnTo>
                <a:lnTo>
                  <a:pt x="923925" y="333375"/>
                </a:lnTo>
                <a:lnTo>
                  <a:pt x="914400" y="333375"/>
                </a:lnTo>
                <a:close/>
                <a:moveTo>
                  <a:pt x="276225" y="333375"/>
                </a:moveTo>
                <a:lnTo>
                  <a:pt x="295275" y="333375"/>
                </a:lnTo>
                <a:lnTo>
                  <a:pt x="295275" y="342900"/>
                </a:lnTo>
                <a:lnTo>
                  <a:pt x="276225" y="342900"/>
                </a:lnTo>
                <a:close/>
                <a:moveTo>
                  <a:pt x="561975" y="333375"/>
                </a:moveTo>
                <a:lnTo>
                  <a:pt x="571500" y="333375"/>
                </a:lnTo>
                <a:lnTo>
                  <a:pt x="571500" y="342900"/>
                </a:lnTo>
                <a:lnTo>
                  <a:pt x="561975" y="342900"/>
                </a:lnTo>
                <a:close/>
                <a:moveTo>
                  <a:pt x="581025" y="342900"/>
                </a:moveTo>
                <a:lnTo>
                  <a:pt x="600075" y="342900"/>
                </a:lnTo>
                <a:lnTo>
                  <a:pt x="600075" y="352425"/>
                </a:lnTo>
                <a:lnTo>
                  <a:pt x="581025" y="352425"/>
                </a:lnTo>
                <a:close/>
                <a:moveTo>
                  <a:pt x="628650" y="342900"/>
                </a:moveTo>
                <a:lnTo>
                  <a:pt x="647700" y="342900"/>
                </a:lnTo>
                <a:lnTo>
                  <a:pt x="647700" y="352425"/>
                </a:lnTo>
                <a:lnTo>
                  <a:pt x="628650" y="352425"/>
                </a:lnTo>
                <a:close/>
                <a:moveTo>
                  <a:pt x="933450" y="342900"/>
                </a:moveTo>
                <a:lnTo>
                  <a:pt x="942975" y="342900"/>
                </a:lnTo>
                <a:lnTo>
                  <a:pt x="942975" y="352425"/>
                </a:lnTo>
                <a:lnTo>
                  <a:pt x="933450" y="352425"/>
                </a:lnTo>
                <a:close/>
                <a:moveTo>
                  <a:pt x="609600" y="361950"/>
                </a:moveTo>
                <a:lnTo>
                  <a:pt x="628650" y="361950"/>
                </a:lnTo>
                <a:lnTo>
                  <a:pt x="628650" y="371475"/>
                </a:lnTo>
                <a:lnTo>
                  <a:pt x="638175" y="371475"/>
                </a:lnTo>
                <a:lnTo>
                  <a:pt x="638175" y="381000"/>
                </a:lnTo>
                <a:lnTo>
                  <a:pt x="647700" y="381000"/>
                </a:lnTo>
                <a:lnTo>
                  <a:pt x="647700" y="400050"/>
                </a:lnTo>
                <a:lnTo>
                  <a:pt x="628650" y="400050"/>
                </a:lnTo>
                <a:lnTo>
                  <a:pt x="628650" y="409575"/>
                </a:lnTo>
                <a:lnTo>
                  <a:pt x="619125" y="409575"/>
                </a:lnTo>
                <a:lnTo>
                  <a:pt x="619125" y="371475"/>
                </a:lnTo>
                <a:lnTo>
                  <a:pt x="609600" y="371475"/>
                </a:lnTo>
                <a:close/>
                <a:moveTo>
                  <a:pt x="666750" y="361950"/>
                </a:moveTo>
                <a:lnTo>
                  <a:pt x="704850" y="361950"/>
                </a:lnTo>
                <a:lnTo>
                  <a:pt x="704850" y="371475"/>
                </a:lnTo>
                <a:lnTo>
                  <a:pt x="695325" y="371475"/>
                </a:lnTo>
                <a:lnTo>
                  <a:pt x="695325" y="381000"/>
                </a:lnTo>
                <a:lnTo>
                  <a:pt x="685800" y="381000"/>
                </a:lnTo>
                <a:lnTo>
                  <a:pt x="685800" y="400050"/>
                </a:lnTo>
                <a:lnTo>
                  <a:pt x="676275" y="400050"/>
                </a:lnTo>
                <a:lnTo>
                  <a:pt x="676275" y="390525"/>
                </a:lnTo>
                <a:lnTo>
                  <a:pt x="666750" y="390525"/>
                </a:lnTo>
                <a:close/>
                <a:moveTo>
                  <a:pt x="971550" y="371475"/>
                </a:moveTo>
                <a:lnTo>
                  <a:pt x="981075" y="371475"/>
                </a:lnTo>
                <a:lnTo>
                  <a:pt x="981075" y="381000"/>
                </a:lnTo>
                <a:lnTo>
                  <a:pt x="971550" y="381000"/>
                </a:lnTo>
                <a:close/>
                <a:moveTo>
                  <a:pt x="1171575" y="371475"/>
                </a:moveTo>
                <a:lnTo>
                  <a:pt x="1181100" y="371475"/>
                </a:lnTo>
                <a:lnTo>
                  <a:pt x="1181100" y="381000"/>
                </a:lnTo>
                <a:lnTo>
                  <a:pt x="1171575" y="381000"/>
                </a:lnTo>
                <a:close/>
                <a:moveTo>
                  <a:pt x="981075" y="381000"/>
                </a:moveTo>
                <a:lnTo>
                  <a:pt x="990600" y="381000"/>
                </a:lnTo>
                <a:lnTo>
                  <a:pt x="990600" y="390525"/>
                </a:lnTo>
                <a:lnTo>
                  <a:pt x="981075" y="390525"/>
                </a:lnTo>
                <a:close/>
                <a:moveTo>
                  <a:pt x="1000125" y="381000"/>
                </a:moveTo>
                <a:lnTo>
                  <a:pt x="1009650" y="381000"/>
                </a:lnTo>
                <a:lnTo>
                  <a:pt x="1009650" y="390525"/>
                </a:lnTo>
                <a:lnTo>
                  <a:pt x="1000125" y="390525"/>
                </a:lnTo>
                <a:close/>
                <a:moveTo>
                  <a:pt x="1171575" y="390525"/>
                </a:moveTo>
                <a:lnTo>
                  <a:pt x="1181100" y="390525"/>
                </a:lnTo>
                <a:lnTo>
                  <a:pt x="1181100" y="400050"/>
                </a:lnTo>
                <a:lnTo>
                  <a:pt x="1171575" y="400050"/>
                </a:lnTo>
                <a:close/>
                <a:moveTo>
                  <a:pt x="685800" y="400050"/>
                </a:moveTo>
                <a:lnTo>
                  <a:pt x="695325" y="400050"/>
                </a:lnTo>
                <a:lnTo>
                  <a:pt x="695325" y="409575"/>
                </a:lnTo>
                <a:lnTo>
                  <a:pt x="685800" y="409575"/>
                </a:lnTo>
                <a:close/>
                <a:moveTo>
                  <a:pt x="695325" y="409575"/>
                </a:moveTo>
                <a:lnTo>
                  <a:pt x="704850" y="409575"/>
                </a:lnTo>
                <a:lnTo>
                  <a:pt x="704850" y="419100"/>
                </a:lnTo>
                <a:lnTo>
                  <a:pt x="695325" y="419100"/>
                </a:lnTo>
                <a:close/>
                <a:moveTo>
                  <a:pt x="1076325" y="419100"/>
                </a:moveTo>
                <a:lnTo>
                  <a:pt x="1085850" y="419100"/>
                </a:lnTo>
                <a:lnTo>
                  <a:pt x="1085850" y="428625"/>
                </a:lnTo>
                <a:lnTo>
                  <a:pt x="1095375" y="428625"/>
                </a:lnTo>
                <a:lnTo>
                  <a:pt x="1095375" y="438150"/>
                </a:lnTo>
                <a:lnTo>
                  <a:pt x="1104900" y="438150"/>
                </a:lnTo>
                <a:lnTo>
                  <a:pt x="1104900" y="447675"/>
                </a:lnTo>
                <a:lnTo>
                  <a:pt x="1057275" y="447675"/>
                </a:lnTo>
                <a:lnTo>
                  <a:pt x="1057275" y="428625"/>
                </a:lnTo>
                <a:lnTo>
                  <a:pt x="1066800" y="428625"/>
                </a:lnTo>
                <a:lnTo>
                  <a:pt x="1066800" y="438150"/>
                </a:lnTo>
                <a:lnTo>
                  <a:pt x="1076325" y="438150"/>
                </a:lnTo>
                <a:close/>
                <a:moveTo>
                  <a:pt x="1162050" y="438150"/>
                </a:moveTo>
                <a:lnTo>
                  <a:pt x="1181100" y="438150"/>
                </a:lnTo>
                <a:lnTo>
                  <a:pt x="1181100" y="447675"/>
                </a:lnTo>
                <a:lnTo>
                  <a:pt x="1162050" y="447675"/>
                </a:lnTo>
                <a:close/>
                <a:moveTo>
                  <a:pt x="447675" y="447675"/>
                </a:moveTo>
                <a:lnTo>
                  <a:pt x="457200" y="447675"/>
                </a:lnTo>
                <a:lnTo>
                  <a:pt x="457200" y="457200"/>
                </a:lnTo>
                <a:lnTo>
                  <a:pt x="466725" y="457200"/>
                </a:lnTo>
                <a:lnTo>
                  <a:pt x="466725" y="466725"/>
                </a:lnTo>
                <a:lnTo>
                  <a:pt x="476250" y="466725"/>
                </a:lnTo>
                <a:lnTo>
                  <a:pt x="476250" y="476250"/>
                </a:lnTo>
                <a:lnTo>
                  <a:pt x="485775" y="476250"/>
                </a:lnTo>
                <a:lnTo>
                  <a:pt x="485775" y="485775"/>
                </a:lnTo>
                <a:lnTo>
                  <a:pt x="466725" y="485775"/>
                </a:lnTo>
                <a:lnTo>
                  <a:pt x="466725" y="476250"/>
                </a:lnTo>
                <a:lnTo>
                  <a:pt x="438150" y="476250"/>
                </a:lnTo>
                <a:lnTo>
                  <a:pt x="438150" y="466725"/>
                </a:lnTo>
                <a:lnTo>
                  <a:pt x="447675" y="466725"/>
                </a:lnTo>
                <a:close/>
                <a:moveTo>
                  <a:pt x="1104900" y="447675"/>
                </a:moveTo>
                <a:lnTo>
                  <a:pt x="1114425" y="447675"/>
                </a:lnTo>
                <a:lnTo>
                  <a:pt x="1114425" y="476250"/>
                </a:lnTo>
                <a:lnTo>
                  <a:pt x="1095375" y="476250"/>
                </a:lnTo>
                <a:lnTo>
                  <a:pt x="1095375" y="466725"/>
                </a:lnTo>
                <a:lnTo>
                  <a:pt x="1104900" y="466725"/>
                </a:lnTo>
                <a:close/>
                <a:moveTo>
                  <a:pt x="419100" y="457200"/>
                </a:moveTo>
                <a:lnTo>
                  <a:pt x="428625" y="457200"/>
                </a:lnTo>
                <a:lnTo>
                  <a:pt x="428625" y="476250"/>
                </a:lnTo>
                <a:lnTo>
                  <a:pt x="419100" y="476250"/>
                </a:lnTo>
                <a:close/>
                <a:moveTo>
                  <a:pt x="1143000" y="457200"/>
                </a:moveTo>
                <a:lnTo>
                  <a:pt x="1152525" y="457200"/>
                </a:lnTo>
                <a:lnTo>
                  <a:pt x="1152525" y="466725"/>
                </a:lnTo>
                <a:lnTo>
                  <a:pt x="1162050" y="466725"/>
                </a:lnTo>
                <a:lnTo>
                  <a:pt x="1162050" y="485775"/>
                </a:lnTo>
                <a:lnTo>
                  <a:pt x="1152525" y="485775"/>
                </a:lnTo>
                <a:lnTo>
                  <a:pt x="1152525" y="495300"/>
                </a:lnTo>
                <a:lnTo>
                  <a:pt x="1123950" y="495300"/>
                </a:lnTo>
                <a:lnTo>
                  <a:pt x="1123950" y="514350"/>
                </a:lnTo>
                <a:lnTo>
                  <a:pt x="1133475" y="514350"/>
                </a:lnTo>
                <a:lnTo>
                  <a:pt x="1133475" y="523875"/>
                </a:lnTo>
                <a:lnTo>
                  <a:pt x="1114425" y="523875"/>
                </a:lnTo>
                <a:lnTo>
                  <a:pt x="1114425" y="533400"/>
                </a:lnTo>
                <a:lnTo>
                  <a:pt x="1104900" y="533400"/>
                </a:lnTo>
                <a:lnTo>
                  <a:pt x="1104900" y="523875"/>
                </a:lnTo>
                <a:lnTo>
                  <a:pt x="1085850" y="523875"/>
                </a:lnTo>
                <a:lnTo>
                  <a:pt x="1085850" y="542925"/>
                </a:lnTo>
                <a:lnTo>
                  <a:pt x="1076325" y="542925"/>
                </a:lnTo>
                <a:lnTo>
                  <a:pt x="1076325" y="552450"/>
                </a:lnTo>
                <a:lnTo>
                  <a:pt x="1095375" y="552450"/>
                </a:lnTo>
                <a:lnTo>
                  <a:pt x="1095375" y="542925"/>
                </a:lnTo>
                <a:lnTo>
                  <a:pt x="1104900" y="542925"/>
                </a:lnTo>
                <a:lnTo>
                  <a:pt x="1104900" y="552450"/>
                </a:lnTo>
                <a:lnTo>
                  <a:pt x="1114425" y="552450"/>
                </a:lnTo>
                <a:lnTo>
                  <a:pt x="1114425" y="533400"/>
                </a:lnTo>
                <a:lnTo>
                  <a:pt x="1133475" y="533400"/>
                </a:lnTo>
                <a:lnTo>
                  <a:pt x="1133475" y="542925"/>
                </a:lnTo>
                <a:lnTo>
                  <a:pt x="1123950" y="542925"/>
                </a:lnTo>
                <a:lnTo>
                  <a:pt x="1123950" y="552450"/>
                </a:lnTo>
                <a:lnTo>
                  <a:pt x="1114425" y="552450"/>
                </a:lnTo>
                <a:lnTo>
                  <a:pt x="1114425" y="561975"/>
                </a:lnTo>
                <a:lnTo>
                  <a:pt x="1133475" y="561975"/>
                </a:lnTo>
                <a:lnTo>
                  <a:pt x="1133475" y="571500"/>
                </a:lnTo>
                <a:lnTo>
                  <a:pt x="1104900" y="571500"/>
                </a:lnTo>
                <a:lnTo>
                  <a:pt x="1104900" y="561975"/>
                </a:lnTo>
                <a:lnTo>
                  <a:pt x="1085850" y="561975"/>
                </a:lnTo>
                <a:lnTo>
                  <a:pt x="1085850" y="581025"/>
                </a:lnTo>
                <a:lnTo>
                  <a:pt x="1104900" y="581025"/>
                </a:lnTo>
                <a:lnTo>
                  <a:pt x="1104900" y="590550"/>
                </a:lnTo>
                <a:lnTo>
                  <a:pt x="1114425" y="590550"/>
                </a:lnTo>
                <a:lnTo>
                  <a:pt x="1114425" y="581025"/>
                </a:lnTo>
                <a:lnTo>
                  <a:pt x="1133475" y="581025"/>
                </a:lnTo>
                <a:lnTo>
                  <a:pt x="1133475" y="600075"/>
                </a:lnTo>
                <a:lnTo>
                  <a:pt x="1143000" y="600075"/>
                </a:lnTo>
                <a:lnTo>
                  <a:pt x="1143000" y="609600"/>
                </a:lnTo>
                <a:lnTo>
                  <a:pt x="1133475" y="609600"/>
                </a:lnTo>
                <a:lnTo>
                  <a:pt x="1133475" y="619125"/>
                </a:lnTo>
                <a:lnTo>
                  <a:pt x="1114425" y="619125"/>
                </a:lnTo>
                <a:lnTo>
                  <a:pt x="1114425" y="628650"/>
                </a:lnTo>
                <a:lnTo>
                  <a:pt x="1104900" y="628650"/>
                </a:lnTo>
                <a:lnTo>
                  <a:pt x="1104900" y="619125"/>
                </a:lnTo>
                <a:lnTo>
                  <a:pt x="1066800" y="619125"/>
                </a:lnTo>
                <a:lnTo>
                  <a:pt x="1066800" y="628650"/>
                </a:lnTo>
                <a:lnTo>
                  <a:pt x="1057275" y="628650"/>
                </a:lnTo>
                <a:lnTo>
                  <a:pt x="1057275" y="638175"/>
                </a:lnTo>
                <a:lnTo>
                  <a:pt x="1038225" y="638175"/>
                </a:lnTo>
                <a:lnTo>
                  <a:pt x="1038225" y="647700"/>
                </a:lnTo>
                <a:lnTo>
                  <a:pt x="1028700" y="647700"/>
                </a:lnTo>
                <a:lnTo>
                  <a:pt x="1028700" y="628650"/>
                </a:lnTo>
                <a:lnTo>
                  <a:pt x="1038225" y="628650"/>
                </a:lnTo>
                <a:lnTo>
                  <a:pt x="1038225" y="609600"/>
                </a:lnTo>
                <a:lnTo>
                  <a:pt x="1057275" y="609600"/>
                </a:lnTo>
                <a:lnTo>
                  <a:pt x="1057275" y="590550"/>
                </a:lnTo>
                <a:lnTo>
                  <a:pt x="1047750" y="590550"/>
                </a:lnTo>
                <a:lnTo>
                  <a:pt x="1047750" y="581025"/>
                </a:lnTo>
                <a:lnTo>
                  <a:pt x="1057275" y="581025"/>
                </a:lnTo>
                <a:lnTo>
                  <a:pt x="1057275" y="571500"/>
                </a:lnTo>
                <a:lnTo>
                  <a:pt x="1066800" y="571500"/>
                </a:lnTo>
                <a:lnTo>
                  <a:pt x="1066800" y="552450"/>
                </a:lnTo>
                <a:lnTo>
                  <a:pt x="1057275" y="552450"/>
                </a:lnTo>
                <a:lnTo>
                  <a:pt x="1057275" y="533400"/>
                </a:lnTo>
                <a:lnTo>
                  <a:pt x="1047750" y="533400"/>
                </a:lnTo>
                <a:lnTo>
                  <a:pt x="1047750" y="571500"/>
                </a:lnTo>
                <a:lnTo>
                  <a:pt x="1038225" y="571500"/>
                </a:lnTo>
                <a:lnTo>
                  <a:pt x="1038225" y="600075"/>
                </a:lnTo>
                <a:lnTo>
                  <a:pt x="1028700" y="600075"/>
                </a:lnTo>
                <a:lnTo>
                  <a:pt x="1028700" y="590550"/>
                </a:lnTo>
                <a:lnTo>
                  <a:pt x="1019175" y="590550"/>
                </a:lnTo>
                <a:lnTo>
                  <a:pt x="1019175" y="581025"/>
                </a:lnTo>
                <a:lnTo>
                  <a:pt x="1000125" y="581025"/>
                </a:lnTo>
                <a:lnTo>
                  <a:pt x="1000125" y="571500"/>
                </a:lnTo>
                <a:lnTo>
                  <a:pt x="1028700" y="571500"/>
                </a:lnTo>
                <a:lnTo>
                  <a:pt x="1028700" y="542925"/>
                </a:lnTo>
                <a:lnTo>
                  <a:pt x="1019175" y="542925"/>
                </a:lnTo>
                <a:lnTo>
                  <a:pt x="1019175" y="533400"/>
                </a:lnTo>
                <a:lnTo>
                  <a:pt x="1028700" y="533400"/>
                </a:lnTo>
                <a:lnTo>
                  <a:pt x="1028700" y="523875"/>
                </a:lnTo>
                <a:lnTo>
                  <a:pt x="1047750" y="523875"/>
                </a:lnTo>
                <a:lnTo>
                  <a:pt x="1047750" y="514350"/>
                </a:lnTo>
                <a:lnTo>
                  <a:pt x="1057275" y="514350"/>
                </a:lnTo>
                <a:lnTo>
                  <a:pt x="1057275" y="504825"/>
                </a:lnTo>
                <a:lnTo>
                  <a:pt x="1066800" y="504825"/>
                </a:lnTo>
                <a:lnTo>
                  <a:pt x="1066800" y="495300"/>
                </a:lnTo>
                <a:lnTo>
                  <a:pt x="1095375" y="495300"/>
                </a:lnTo>
                <a:lnTo>
                  <a:pt x="1095375" y="514350"/>
                </a:lnTo>
                <a:lnTo>
                  <a:pt x="1114425" y="514350"/>
                </a:lnTo>
                <a:lnTo>
                  <a:pt x="1114425" y="485775"/>
                </a:lnTo>
                <a:lnTo>
                  <a:pt x="1133475" y="485775"/>
                </a:lnTo>
                <a:lnTo>
                  <a:pt x="1133475" y="476250"/>
                </a:lnTo>
                <a:lnTo>
                  <a:pt x="1143000" y="476250"/>
                </a:lnTo>
                <a:close/>
                <a:moveTo>
                  <a:pt x="428625" y="476250"/>
                </a:moveTo>
                <a:lnTo>
                  <a:pt x="438150" y="476250"/>
                </a:lnTo>
                <a:lnTo>
                  <a:pt x="438150" y="485775"/>
                </a:lnTo>
                <a:lnTo>
                  <a:pt x="428625" y="485775"/>
                </a:lnTo>
                <a:close/>
                <a:moveTo>
                  <a:pt x="1162050" y="485775"/>
                </a:moveTo>
                <a:lnTo>
                  <a:pt x="1181100" y="485775"/>
                </a:lnTo>
                <a:lnTo>
                  <a:pt x="1181100" y="504825"/>
                </a:lnTo>
                <a:lnTo>
                  <a:pt x="1171575" y="504825"/>
                </a:lnTo>
                <a:lnTo>
                  <a:pt x="1171575" y="523875"/>
                </a:lnTo>
                <a:lnTo>
                  <a:pt x="1162050" y="523875"/>
                </a:lnTo>
                <a:lnTo>
                  <a:pt x="1162050" y="533400"/>
                </a:lnTo>
                <a:lnTo>
                  <a:pt x="1152525" y="533400"/>
                </a:lnTo>
                <a:lnTo>
                  <a:pt x="1152525" y="523875"/>
                </a:lnTo>
                <a:lnTo>
                  <a:pt x="1143000" y="523875"/>
                </a:lnTo>
                <a:lnTo>
                  <a:pt x="1143000" y="504825"/>
                </a:lnTo>
                <a:lnTo>
                  <a:pt x="1152525" y="504825"/>
                </a:lnTo>
                <a:lnTo>
                  <a:pt x="1152525" y="514350"/>
                </a:lnTo>
                <a:lnTo>
                  <a:pt x="1162050" y="514350"/>
                </a:lnTo>
                <a:close/>
                <a:moveTo>
                  <a:pt x="876300" y="495300"/>
                </a:moveTo>
                <a:lnTo>
                  <a:pt x="904875" y="495300"/>
                </a:lnTo>
                <a:lnTo>
                  <a:pt x="904875" y="504825"/>
                </a:lnTo>
                <a:lnTo>
                  <a:pt x="876300" y="504825"/>
                </a:lnTo>
                <a:close/>
                <a:moveTo>
                  <a:pt x="866775" y="552450"/>
                </a:moveTo>
                <a:lnTo>
                  <a:pt x="876300" y="552450"/>
                </a:lnTo>
                <a:lnTo>
                  <a:pt x="876300" y="561975"/>
                </a:lnTo>
                <a:lnTo>
                  <a:pt x="866775" y="561975"/>
                </a:lnTo>
                <a:close/>
                <a:moveTo>
                  <a:pt x="390525" y="571500"/>
                </a:moveTo>
                <a:lnTo>
                  <a:pt x="400050" y="571500"/>
                </a:lnTo>
                <a:lnTo>
                  <a:pt x="400050" y="581025"/>
                </a:lnTo>
                <a:lnTo>
                  <a:pt x="428625" y="581025"/>
                </a:lnTo>
                <a:lnTo>
                  <a:pt x="428625" y="590550"/>
                </a:lnTo>
                <a:lnTo>
                  <a:pt x="419100" y="590550"/>
                </a:lnTo>
                <a:lnTo>
                  <a:pt x="419100" y="609600"/>
                </a:lnTo>
                <a:lnTo>
                  <a:pt x="438150" y="609600"/>
                </a:lnTo>
                <a:lnTo>
                  <a:pt x="438150" y="647700"/>
                </a:lnTo>
                <a:lnTo>
                  <a:pt x="428625" y="647700"/>
                </a:lnTo>
                <a:lnTo>
                  <a:pt x="428625" y="638175"/>
                </a:lnTo>
                <a:lnTo>
                  <a:pt x="419100" y="638175"/>
                </a:lnTo>
                <a:lnTo>
                  <a:pt x="419100" y="619125"/>
                </a:lnTo>
                <a:lnTo>
                  <a:pt x="400050" y="619125"/>
                </a:lnTo>
                <a:lnTo>
                  <a:pt x="400050" y="609600"/>
                </a:lnTo>
                <a:lnTo>
                  <a:pt x="390525" y="609600"/>
                </a:lnTo>
                <a:lnTo>
                  <a:pt x="390525" y="600075"/>
                </a:lnTo>
                <a:lnTo>
                  <a:pt x="381000" y="600075"/>
                </a:lnTo>
                <a:lnTo>
                  <a:pt x="381000" y="590550"/>
                </a:lnTo>
                <a:lnTo>
                  <a:pt x="390525" y="590550"/>
                </a:lnTo>
                <a:close/>
                <a:moveTo>
                  <a:pt x="981075" y="571500"/>
                </a:moveTo>
                <a:lnTo>
                  <a:pt x="990600" y="571500"/>
                </a:lnTo>
                <a:lnTo>
                  <a:pt x="990600" y="590550"/>
                </a:lnTo>
                <a:lnTo>
                  <a:pt x="981075" y="590550"/>
                </a:lnTo>
                <a:close/>
                <a:moveTo>
                  <a:pt x="819150" y="581025"/>
                </a:moveTo>
                <a:lnTo>
                  <a:pt x="828675" y="581025"/>
                </a:lnTo>
                <a:lnTo>
                  <a:pt x="828675" y="609600"/>
                </a:lnTo>
                <a:lnTo>
                  <a:pt x="838200" y="609600"/>
                </a:lnTo>
                <a:lnTo>
                  <a:pt x="838200" y="628650"/>
                </a:lnTo>
                <a:lnTo>
                  <a:pt x="828675" y="628650"/>
                </a:lnTo>
                <a:lnTo>
                  <a:pt x="828675" y="619125"/>
                </a:lnTo>
                <a:lnTo>
                  <a:pt x="819150" y="619125"/>
                </a:lnTo>
                <a:close/>
                <a:moveTo>
                  <a:pt x="304800" y="590550"/>
                </a:moveTo>
                <a:lnTo>
                  <a:pt x="323850" y="590550"/>
                </a:lnTo>
                <a:lnTo>
                  <a:pt x="323850" y="600075"/>
                </a:lnTo>
                <a:lnTo>
                  <a:pt x="342900" y="600075"/>
                </a:lnTo>
                <a:lnTo>
                  <a:pt x="342900" y="609600"/>
                </a:lnTo>
                <a:lnTo>
                  <a:pt x="333375" y="609600"/>
                </a:lnTo>
                <a:lnTo>
                  <a:pt x="333375" y="628650"/>
                </a:lnTo>
                <a:lnTo>
                  <a:pt x="342900" y="628650"/>
                </a:lnTo>
                <a:lnTo>
                  <a:pt x="342900" y="647700"/>
                </a:lnTo>
                <a:lnTo>
                  <a:pt x="323850" y="647700"/>
                </a:lnTo>
                <a:lnTo>
                  <a:pt x="323850" y="628650"/>
                </a:lnTo>
                <a:lnTo>
                  <a:pt x="314325" y="628650"/>
                </a:lnTo>
                <a:lnTo>
                  <a:pt x="314325" y="600075"/>
                </a:lnTo>
                <a:lnTo>
                  <a:pt x="304800" y="600075"/>
                </a:lnTo>
                <a:close/>
                <a:moveTo>
                  <a:pt x="714375" y="590550"/>
                </a:moveTo>
                <a:lnTo>
                  <a:pt x="723900" y="590550"/>
                </a:lnTo>
                <a:lnTo>
                  <a:pt x="723900" y="600075"/>
                </a:lnTo>
                <a:lnTo>
                  <a:pt x="714375" y="600075"/>
                </a:lnTo>
                <a:close/>
                <a:moveTo>
                  <a:pt x="914400" y="600075"/>
                </a:moveTo>
                <a:lnTo>
                  <a:pt x="962025" y="600075"/>
                </a:lnTo>
                <a:lnTo>
                  <a:pt x="962025" y="619125"/>
                </a:lnTo>
                <a:lnTo>
                  <a:pt x="971550" y="619125"/>
                </a:lnTo>
                <a:lnTo>
                  <a:pt x="971550" y="600075"/>
                </a:lnTo>
                <a:lnTo>
                  <a:pt x="981075" y="600075"/>
                </a:lnTo>
                <a:lnTo>
                  <a:pt x="981075" y="609600"/>
                </a:lnTo>
                <a:lnTo>
                  <a:pt x="1000125" y="609600"/>
                </a:lnTo>
                <a:lnTo>
                  <a:pt x="1000125" y="600075"/>
                </a:lnTo>
                <a:lnTo>
                  <a:pt x="1028700" y="600075"/>
                </a:lnTo>
                <a:lnTo>
                  <a:pt x="1028700" y="609600"/>
                </a:lnTo>
                <a:lnTo>
                  <a:pt x="1019175" y="609600"/>
                </a:lnTo>
                <a:lnTo>
                  <a:pt x="1019175" y="628650"/>
                </a:lnTo>
                <a:lnTo>
                  <a:pt x="1009650" y="628650"/>
                </a:lnTo>
                <a:lnTo>
                  <a:pt x="1009650" y="638175"/>
                </a:lnTo>
                <a:lnTo>
                  <a:pt x="1000125" y="638175"/>
                </a:lnTo>
                <a:lnTo>
                  <a:pt x="1000125" y="647700"/>
                </a:lnTo>
                <a:lnTo>
                  <a:pt x="990600" y="647700"/>
                </a:lnTo>
                <a:lnTo>
                  <a:pt x="990600" y="657225"/>
                </a:lnTo>
                <a:lnTo>
                  <a:pt x="981075" y="657225"/>
                </a:lnTo>
                <a:lnTo>
                  <a:pt x="981075" y="685800"/>
                </a:lnTo>
                <a:lnTo>
                  <a:pt x="971550" y="685800"/>
                </a:lnTo>
                <a:lnTo>
                  <a:pt x="971550" y="676275"/>
                </a:lnTo>
                <a:lnTo>
                  <a:pt x="962025" y="676275"/>
                </a:lnTo>
                <a:lnTo>
                  <a:pt x="962025" y="666750"/>
                </a:lnTo>
                <a:lnTo>
                  <a:pt x="942975" y="666750"/>
                </a:lnTo>
                <a:lnTo>
                  <a:pt x="942975" y="704850"/>
                </a:lnTo>
                <a:lnTo>
                  <a:pt x="923925" y="704850"/>
                </a:lnTo>
                <a:lnTo>
                  <a:pt x="923925" y="723900"/>
                </a:lnTo>
                <a:lnTo>
                  <a:pt x="866775" y="723900"/>
                </a:lnTo>
                <a:lnTo>
                  <a:pt x="866775" y="714375"/>
                </a:lnTo>
                <a:lnTo>
                  <a:pt x="857250" y="714375"/>
                </a:lnTo>
                <a:lnTo>
                  <a:pt x="857250" y="704850"/>
                </a:lnTo>
                <a:lnTo>
                  <a:pt x="828675" y="704850"/>
                </a:lnTo>
                <a:lnTo>
                  <a:pt x="828675" y="685800"/>
                </a:lnTo>
                <a:lnTo>
                  <a:pt x="819150" y="685800"/>
                </a:lnTo>
                <a:lnTo>
                  <a:pt x="819150" y="666750"/>
                </a:lnTo>
                <a:lnTo>
                  <a:pt x="838200" y="666750"/>
                </a:lnTo>
                <a:lnTo>
                  <a:pt x="838200" y="657225"/>
                </a:lnTo>
                <a:lnTo>
                  <a:pt x="847725" y="657225"/>
                </a:lnTo>
                <a:lnTo>
                  <a:pt x="847725" y="666750"/>
                </a:lnTo>
                <a:lnTo>
                  <a:pt x="857250" y="666750"/>
                </a:lnTo>
                <a:lnTo>
                  <a:pt x="857250" y="638175"/>
                </a:lnTo>
                <a:lnTo>
                  <a:pt x="876300" y="638175"/>
                </a:lnTo>
                <a:lnTo>
                  <a:pt x="876300" y="647700"/>
                </a:lnTo>
                <a:lnTo>
                  <a:pt x="866775" y="647700"/>
                </a:lnTo>
                <a:lnTo>
                  <a:pt x="866775" y="666750"/>
                </a:lnTo>
                <a:lnTo>
                  <a:pt x="904875" y="666750"/>
                </a:lnTo>
                <a:lnTo>
                  <a:pt x="904875" y="647700"/>
                </a:lnTo>
                <a:lnTo>
                  <a:pt x="895350" y="647700"/>
                </a:lnTo>
                <a:lnTo>
                  <a:pt x="895350" y="638175"/>
                </a:lnTo>
                <a:lnTo>
                  <a:pt x="914400" y="638175"/>
                </a:lnTo>
                <a:lnTo>
                  <a:pt x="914400" y="628650"/>
                </a:lnTo>
                <a:lnTo>
                  <a:pt x="933450" y="628650"/>
                </a:lnTo>
                <a:lnTo>
                  <a:pt x="933450" y="619125"/>
                </a:lnTo>
                <a:lnTo>
                  <a:pt x="914400" y="619125"/>
                </a:lnTo>
                <a:close/>
                <a:moveTo>
                  <a:pt x="352425" y="609600"/>
                </a:moveTo>
                <a:lnTo>
                  <a:pt x="361950" y="609600"/>
                </a:lnTo>
                <a:lnTo>
                  <a:pt x="361950" y="628650"/>
                </a:lnTo>
                <a:lnTo>
                  <a:pt x="352425" y="628650"/>
                </a:lnTo>
                <a:close/>
                <a:moveTo>
                  <a:pt x="1076325" y="609600"/>
                </a:moveTo>
                <a:lnTo>
                  <a:pt x="1085850" y="609600"/>
                </a:lnTo>
                <a:lnTo>
                  <a:pt x="1085850" y="590550"/>
                </a:lnTo>
                <a:lnTo>
                  <a:pt x="1076325" y="590550"/>
                </a:lnTo>
                <a:close/>
                <a:moveTo>
                  <a:pt x="361950" y="628650"/>
                </a:moveTo>
                <a:lnTo>
                  <a:pt x="371475" y="628650"/>
                </a:lnTo>
                <a:lnTo>
                  <a:pt x="371475" y="638175"/>
                </a:lnTo>
                <a:lnTo>
                  <a:pt x="361950" y="638175"/>
                </a:lnTo>
                <a:close/>
                <a:moveTo>
                  <a:pt x="1114425" y="628650"/>
                </a:moveTo>
                <a:lnTo>
                  <a:pt x="1123950" y="628650"/>
                </a:lnTo>
                <a:lnTo>
                  <a:pt x="1123950" y="647700"/>
                </a:lnTo>
                <a:lnTo>
                  <a:pt x="1133475" y="647700"/>
                </a:lnTo>
                <a:lnTo>
                  <a:pt x="1133475" y="666750"/>
                </a:lnTo>
                <a:lnTo>
                  <a:pt x="1104900" y="666750"/>
                </a:lnTo>
                <a:lnTo>
                  <a:pt x="1104900" y="647700"/>
                </a:lnTo>
                <a:lnTo>
                  <a:pt x="1114425" y="647700"/>
                </a:lnTo>
                <a:close/>
                <a:moveTo>
                  <a:pt x="381000" y="638175"/>
                </a:moveTo>
                <a:lnTo>
                  <a:pt x="400050" y="638175"/>
                </a:lnTo>
                <a:lnTo>
                  <a:pt x="400050" y="647700"/>
                </a:lnTo>
                <a:lnTo>
                  <a:pt x="390525" y="647700"/>
                </a:lnTo>
                <a:lnTo>
                  <a:pt x="390525" y="666750"/>
                </a:lnTo>
                <a:lnTo>
                  <a:pt x="381000" y="666750"/>
                </a:lnTo>
                <a:lnTo>
                  <a:pt x="381000" y="657225"/>
                </a:lnTo>
                <a:lnTo>
                  <a:pt x="371475" y="657225"/>
                </a:lnTo>
                <a:lnTo>
                  <a:pt x="371475" y="647700"/>
                </a:lnTo>
                <a:lnTo>
                  <a:pt x="381000" y="647700"/>
                </a:lnTo>
                <a:close/>
                <a:moveTo>
                  <a:pt x="400050" y="647700"/>
                </a:moveTo>
                <a:lnTo>
                  <a:pt x="409575" y="647700"/>
                </a:lnTo>
                <a:lnTo>
                  <a:pt x="409575" y="676275"/>
                </a:lnTo>
                <a:lnTo>
                  <a:pt x="419100" y="676275"/>
                </a:lnTo>
                <a:lnTo>
                  <a:pt x="419100" y="704850"/>
                </a:lnTo>
                <a:lnTo>
                  <a:pt x="390525" y="704850"/>
                </a:lnTo>
                <a:lnTo>
                  <a:pt x="390525" y="695325"/>
                </a:lnTo>
                <a:lnTo>
                  <a:pt x="381000" y="695325"/>
                </a:lnTo>
                <a:lnTo>
                  <a:pt x="381000" y="676275"/>
                </a:lnTo>
                <a:lnTo>
                  <a:pt x="390525" y="676275"/>
                </a:lnTo>
                <a:lnTo>
                  <a:pt x="390525" y="666750"/>
                </a:lnTo>
                <a:lnTo>
                  <a:pt x="400050" y="666750"/>
                </a:lnTo>
                <a:close/>
                <a:moveTo>
                  <a:pt x="885825" y="647700"/>
                </a:moveTo>
                <a:lnTo>
                  <a:pt x="895350" y="647700"/>
                </a:lnTo>
                <a:lnTo>
                  <a:pt x="895350" y="657225"/>
                </a:lnTo>
                <a:lnTo>
                  <a:pt x="885825" y="657225"/>
                </a:lnTo>
                <a:close/>
                <a:moveTo>
                  <a:pt x="1038225" y="647700"/>
                </a:moveTo>
                <a:lnTo>
                  <a:pt x="1047750" y="647700"/>
                </a:lnTo>
                <a:lnTo>
                  <a:pt x="1047750" y="657225"/>
                </a:lnTo>
                <a:lnTo>
                  <a:pt x="1038225" y="657225"/>
                </a:lnTo>
                <a:close/>
                <a:moveTo>
                  <a:pt x="1066800" y="647700"/>
                </a:moveTo>
                <a:lnTo>
                  <a:pt x="1076325" y="647700"/>
                </a:lnTo>
                <a:lnTo>
                  <a:pt x="1076325" y="676275"/>
                </a:lnTo>
                <a:lnTo>
                  <a:pt x="1066800" y="676275"/>
                </a:lnTo>
                <a:close/>
                <a:moveTo>
                  <a:pt x="1143000" y="657225"/>
                </a:moveTo>
                <a:lnTo>
                  <a:pt x="1162050" y="657225"/>
                </a:lnTo>
                <a:lnTo>
                  <a:pt x="1162050" y="666750"/>
                </a:lnTo>
                <a:lnTo>
                  <a:pt x="1171575" y="666750"/>
                </a:lnTo>
                <a:lnTo>
                  <a:pt x="1171575" y="676275"/>
                </a:lnTo>
                <a:lnTo>
                  <a:pt x="1133475" y="676275"/>
                </a:lnTo>
                <a:lnTo>
                  <a:pt x="1133475" y="666750"/>
                </a:lnTo>
                <a:lnTo>
                  <a:pt x="1143000" y="666750"/>
                </a:lnTo>
                <a:close/>
                <a:moveTo>
                  <a:pt x="276225" y="666750"/>
                </a:moveTo>
                <a:lnTo>
                  <a:pt x="295275" y="666750"/>
                </a:lnTo>
                <a:lnTo>
                  <a:pt x="295275" y="685800"/>
                </a:lnTo>
                <a:lnTo>
                  <a:pt x="285750" y="685800"/>
                </a:lnTo>
                <a:lnTo>
                  <a:pt x="285750" y="676275"/>
                </a:lnTo>
                <a:lnTo>
                  <a:pt x="276225" y="676275"/>
                </a:lnTo>
                <a:close/>
                <a:moveTo>
                  <a:pt x="438150" y="666750"/>
                </a:moveTo>
                <a:lnTo>
                  <a:pt x="447675" y="666750"/>
                </a:lnTo>
                <a:lnTo>
                  <a:pt x="447675" y="676275"/>
                </a:lnTo>
                <a:lnTo>
                  <a:pt x="438150" y="676275"/>
                </a:lnTo>
                <a:close/>
                <a:moveTo>
                  <a:pt x="333375" y="676275"/>
                </a:moveTo>
                <a:lnTo>
                  <a:pt x="352425" y="676275"/>
                </a:lnTo>
                <a:lnTo>
                  <a:pt x="352425" y="685800"/>
                </a:lnTo>
                <a:lnTo>
                  <a:pt x="361950" y="685800"/>
                </a:lnTo>
                <a:lnTo>
                  <a:pt x="361950" y="695325"/>
                </a:lnTo>
                <a:lnTo>
                  <a:pt x="342900" y="695325"/>
                </a:lnTo>
                <a:lnTo>
                  <a:pt x="342900" y="685800"/>
                </a:lnTo>
                <a:lnTo>
                  <a:pt x="333375" y="685800"/>
                </a:lnTo>
                <a:close/>
                <a:moveTo>
                  <a:pt x="1038225" y="676275"/>
                </a:moveTo>
                <a:lnTo>
                  <a:pt x="1066800" y="676275"/>
                </a:lnTo>
                <a:lnTo>
                  <a:pt x="1066800" y="685800"/>
                </a:lnTo>
                <a:lnTo>
                  <a:pt x="1057275" y="685800"/>
                </a:lnTo>
                <a:lnTo>
                  <a:pt x="1057275" y="704850"/>
                </a:lnTo>
                <a:lnTo>
                  <a:pt x="1038225" y="704850"/>
                </a:lnTo>
                <a:close/>
                <a:moveTo>
                  <a:pt x="1104900" y="676275"/>
                </a:moveTo>
                <a:lnTo>
                  <a:pt x="1114425" y="676275"/>
                </a:lnTo>
                <a:lnTo>
                  <a:pt x="1114425" y="704850"/>
                </a:lnTo>
                <a:lnTo>
                  <a:pt x="1104900" y="704850"/>
                </a:lnTo>
                <a:lnTo>
                  <a:pt x="1104900" y="714375"/>
                </a:lnTo>
                <a:lnTo>
                  <a:pt x="1085850" y="714375"/>
                </a:lnTo>
                <a:lnTo>
                  <a:pt x="1085850" y="695325"/>
                </a:lnTo>
                <a:lnTo>
                  <a:pt x="1076325" y="695325"/>
                </a:lnTo>
                <a:lnTo>
                  <a:pt x="1076325" y="685800"/>
                </a:lnTo>
                <a:lnTo>
                  <a:pt x="1104900" y="685800"/>
                </a:lnTo>
                <a:close/>
                <a:moveTo>
                  <a:pt x="1123950" y="676275"/>
                </a:moveTo>
                <a:lnTo>
                  <a:pt x="1133475" y="676275"/>
                </a:lnTo>
                <a:lnTo>
                  <a:pt x="1133475" y="685800"/>
                </a:lnTo>
                <a:lnTo>
                  <a:pt x="1123950" y="685800"/>
                </a:lnTo>
                <a:close/>
                <a:moveTo>
                  <a:pt x="847725" y="695325"/>
                </a:moveTo>
                <a:lnTo>
                  <a:pt x="857250" y="695325"/>
                </a:lnTo>
                <a:lnTo>
                  <a:pt x="857250" y="676275"/>
                </a:lnTo>
                <a:lnTo>
                  <a:pt x="847725" y="676275"/>
                </a:lnTo>
                <a:close/>
                <a:moveTo>
                  <a:pt x="876300" y="695325"/>
                </a:moveTo>
                <a:lnTo>
                  <a:pt x="857250" y="695325"/>
                </a:lnTo>
                <a:lnTo>
                  <a:pt x="857250" y="704850"/>
                </a:lnTo>
                <a:lnTo>
                  <a:pt x="876300" y="704850"/>
                </a:lnTo>
                <a:close/>
                <a:moveTo>
                  <a:pt x="876300" y="695325"/>
                </a:moveTo>
                <a:lnTo>
                  <a:pt x="885825" y="695325"/>
                </a:lnTo>
                <a:lnTo>
                  <a:pt x="885825" y="676275"/>
                </a:lnTo>
                <a:lnTo>
                  <a:pt x="876300" y="676275"/>
                </a:lnTo>
                <a:close/>
                <a:moveTo>
                  <a:pt x="990600" y="695325"/>
                </a:moveTo>
                <a:lnTo>
                  <a:pt x="1000125" y="695325"/>
                </a:lnTo>
                <a:lnTo>
                  <a:pt x="1000125" y="704850"/>
                </a:lnTo>
                <a:lnTo>
                  <a:pt x="1009650" y="704850"/>
                </a:lnTo>
                <a:lnTo>
                  <a:pt x="1009650" y="714375"/>
                </a:lnTo>
                <a:lnTo>
                  <a:pt x="990600" y="714375"/>
                </a:lnTo>
                <a:close/>
                <a:moveTo>
                  <a:pt x="1152525" y="695325"/>
                </a:moveTo>
                <a:lnTo>
                  <a:pt x="1162050" y="695325"/>
                </a:lnTo>
                <a:lnTo>
                  <a:pt x="1162050" y="704850"/>
                </a:lnTo>
                <a:lnTo>
                  <a:pt x="1152525" y="704850"/>
                </a:lnTo>
                <a:close/>
                <a:moveTo>
                  <a:pt x="628650" y="704850"/>
                </a:moveTo>
                <a:lnTo>
                  <a:pt x="638175" y="704850"/>
                </a:lnTo>
                <a:lnTo>
                  <a:pt x="638175" y="714375"/>
                </a:lnTo>
                <a:lnTo>
                  <a:pt x="628650" y="714375"/>
                </a:lnTo>
                <a:close/>
                <a:moveTo>
                  <a:pt x="904875" y="704850"/>
                </a:moveTo>
                <a:lnTo>
                  <a:pt x="914400" y="704850"/>
                </a:lnTo>
                <a:lnTo>
                  <a:pt x="914400" y="685800"/>
                </a:lnTo>
                <a:lnTo>
                  <a:pt x="904875" y="685800"/>
                </a:lnTo>
                <a:close/>
                <a:moveTo>
                  <a:pt x="952500" y="704850"/>
                </a:moveTo>
                <a:lnTo>
                  <a:pt x="962025" y="704850"/>
                </a:lnTo>
                <a:lnTo>
                  <a:pt x="962025" y="714375"/>
                </a:lnTo>
                <a:lnTo>
                  <a:pt x="990600" y="714375"/>
                </a:lnTo>
                <a:lnTo>
                  <a:pt x="990600" y="723900"/>
                </a:lnTo>
                <a:lnTo>
                  <a:pt x="981075" y="723900"/>
                </a:lnTo>
                <a:lnTo>
                  <a:pt x="981075" y="733425"/>
                </a:lnTo>
                <a:lnTo>
                  <a:pt x="971550" y="733425"/>
                </a:lnTo>
                <a:lnTo>
                  <a:pt x="971550" y="742950"/>
                </a:lnTo>
                <a:lnTo>
                  <a:pt x="981075" y="742950"/>
                </a:lnTo>
                <a:lnTo>
                  <a:pt x="981075" y="752475"/>
                </a:lnTo>
                <a:lnTo>
                  <a:pt x="990600" y="752475"/>
                </a:lnTo>
                <a:lnTo>
                  <a:pt x="990600" y="742950"/>
                </a:lnTo>
                <a:lnTo>
                  <a:pt x="1009650" y="742950"/>
                </a:lnTo>
                <a:lnTo>
                  <a:pt x="1009650" y="733425"/>
                </a:lnTo>
                <a:lnTo>
                  <a:pt x="1019175" y="733425"/>
                </a:lnTo>
                <a:lnTo>
                  <a:pt x="1019175" y="714375"/>
                </a:lnTo>
                <a:lnTo>
                  <a:pt x="1047750" y="714375"/>
                </a:lnTo>
                <a:lnTo>
                  <a:pt x="1047750" y="723900"/>
                </a:lnTo>
                <a:lnTo>
                  <a:pt x="1057275" y="723900"/>
                </a:lnTo>
                <a:lnTo>
                  <a:pt x="1057275" y="704850"/>
                </a:lnTo>
                <a:lnTo>
                  <a:pt x="1066800" y="704850"/>
                </a:lnTo>
                <a:lnTo>
                  <a:pt x="1066800" y="714375"/>
                </a:lnTo>
                <a:lnTo>
                  <a:pt x="1076325" y="714375"/>
                </a:lnTo>
                <a:lnTo>
                  <a:pt x="1076325" y="742950"/>
                </a:lnTo>
                <a:lnTo>
                  <a:pt x="1095375" y="742950"/>
                </a:lnTo>
                <a:lnTo>
                  <a:pt x="1095375" y="752475"/>
                </a:lnTo>
                <a:lnTo>
                  <a:pt x="1104900" y="752475"/>
                </a:lnTo>
                <a:lnTo>
                  <a:pt x="1104900" y="762000"/>
                </a:lnTo>
                <a:lnTo>
                  <a:pt x="1114425" y="762000"/>
                </a:lnTo>
                <a:lnTo>
                  <a:pt x="1114425" y="771525"/>
                </a:lnTo>
                <a:lnTo>
                  <a:pt x="1123950" y="771525"/>
                </a:lnTo>
                <a:lnTo>
                  <a:pt x="1123950" y="781050"/>
                </a:lnTo>
                <a:lnTo>
                  <a:pt x="1095375" y="781050"/>
                </a:lnTo>
                <a:lnTo>
                  <a:pt x="1095375" y="771525"/>
                </a:lnTo>
                <a:lnTo>
                  <a:pt x="1076325" y="771525"/>
                </a:lnTo>
                <a:lnTo>
                  <a:pt x="1076325" y="762000"/>
                </a:lnTo>
                <a:lnTo>
                  <a:pt x="1066800" y="762000"/>
                </a:lnTo>
                <a:lnTo>
                  <a:pt x="1066800" y="752475"/>
                </a:lnTo>
                <a:lnTo>
                  <a:pt x="1047750" y="752475"/>
                </a:lnTo>
                <a:lnTo>
                  <a:pt x="1047750" y="742950"/>
                </a:lnTo>
                <a:lnTo>
                  <a:pt x="1028700" y="742950"/>
                </a:lnTo>
                <a:lnTo>
                  <a:pt x="1028700" y="752475"/>
                </a:lnTo>
                <a:lnTo>
                  <a:pt x="1038225" y="752475"/>
                </a:lnTo>
                <a:lnTo>
                  <a:pt x="1038225" y="771525"/>
                </a:lnTo>
                <a:lnTo>
                  <a:pt x="1047750" y="771525"/>
                </a:lnTo>
                <a:lnTo>
                  <a:pt x="1047750" y="781050"/>
                </a:lnTo>
                <a:lnTo>
                  <a:pt x="1028700" y="781050"/>
                </a:lnTo>
                <a:lnTo>
                  <a:pt x="1028700" y="800100"/>
                </a:lnTo>
                <a:lnTo>
                  <a:pt x="1038225" y="800100"/>
                </a:lnTo>
                <a:lnTo>
                  <a:pt x="1038225" y="809625"/>
                </a:lnTo>
                <a:lnTo>
                  <a:pt x="1019175" y="809625"/>
                </a:lnTo>
                <a:lnTo>
                  <a:pt x="1019175" y="800100"/>
                </a:lnTo>
                <a:lnTo>
                  <a:pt x="1009650" y="800100"/>
                </a:lnTo>
                <a:lnTo>
                  <a:pt x="1009650" y="790575"/>
                </a:lnTo>
                <a:lnTo>
                  <a:pt x="971550" y="790575"/>
                </a:lnTo>
                <a:lnTo>
                  <a:pt x="971550" y="771525"/>
                </a:lnTo>
                <a:lnTo>
                  <a:pt x="962025" y="771525"/>
                </a:lnTo>
                <a:lnTo>
                  <a:pt x="962025" y="762000"/>
                </a:lnTo>
                <a:lnTo>
                  <a:pt x="952500" y="762000"/>
                </a:lnTo>
                <a:lnTo>
                  <a:pt x="952500" y="752475"/>
                </a:lnTo>
                <a:lnTo>
                  <a:pt x="942975" y="752475"/>
                </a:lnTo>
                <a:lnTo>
                  <a:pt x="942975" y="733425"/>
                </a:lnTo>
                <a:lnTo>
                  <a:pt x="952500" y="733425"/>
                </a:lnTo>
                <a:lnTo>
                  <a:pt x="952500" y="752475"/>
                </a:lnTo>
                <a:lnTo>
                  <a:pt x="962025" y="752475"/>
                </a:lnTo>
                <a:lnTo>
                  <a:pt x="962025" y="723900"/>
                </a:lnTo>
                <a:lnTo>
                  <a:pt x="942975" y="723900"/>
                </a:lnTo>
                <a:lnTo>
                  <a:pt x="942975" y="714375"/>
                </a:lnTo>
                <a:lnTo>
                  <a:pt x="952500" y="714375"/>
                </a:lnTo>
                <a:close/>
                <a:moveTo>
                  <a:pt x="619125" y="714375"/>
                </a:moveTo>
                <a:lnTo>
                  <a:pt x="628650" y="714375"/>
                </a:lnTo>
                <a:lnTo>
                  <a:pt x="628650" y="723900"/>
                </a:lnTo>
                <a:lnTo>
                  <a:pt x="619125" y="723900"/>
                </a:lnTo>
                <a:close/>
                <a:moveTo>
                  <a:pt x="1123950" y="714375"/>
                </a:moveTo>
                <a:lnTo>
                  <a:pt x="1162050" y="714375"/>
                </a:lnTo>
                <a:lnTo>
                  <a:pt x="1162050" y="723900"/>
                </a:lnTo>
                <a:lnTo>
                  <a:pt x="1143000" y="723900"/>
                </a:lnTo>
                <a:lnTo>
                  <a:pt x="1143000" y="733425"/>
                </a:lnTo>
                <a:lnTo>
                  <a:pt x="1123950" y="733425"/>
                </a:lnTo>
                <a:lnTo>
                  <a:pt x="1123950" y="742950"/>
                </a:lnTo>
                <a:lnTo>
                  <a:pt x="1114425" y="742950"/>
                </a:lnTo>
                <a:lnTo>
                  <a:pt x="1114425" y="723900"/>
                </a:lnTo>
                <a:lnTo>
                  <a:pt x="1123950" y="723900"/>
                </a:lnTo>
                <a:close/>
                <a:moveTo>
                  <a:pt x="628650" y="723900"/>
                </a:moveTo>
                <a:lnTo>
                  <a:pt x="638175" y="723900"/>
                </a:lnTo>
                <a:lnTo>
                  <a:pt x="638175" y="742950"/>
                </a:lnTo>
                <a:lnTo>
                  <a:pt x="628650" y="742950"/>
                </a:lnTo>
                <a:close/>
                <a:moveTo>
                  <a:pt x="895350" y="752475"/>
                </a:moveTo>
                <a:lnTo>
                  <a:pt x="923925" y="752475"/>
                </a:lnTo>
                <a:lnTo>
                  <a:pt x="923925" y="762000"/>
                </a:lnTo>
                <a:lnTo>
                  <a:pt x="942975" y="762000"/>
                </a:lnTo>
                <a:lnTo>
                  <a:pt x="942975" y="771525"/>
                </a:lnTo>
                <a:lnTo>
                  <a:pt x="923925" y="771525"/>
                </a:lnTo>
                <a:lnTo>
                  <a:pt x="923925" y="790575"/>
                </a:lnTo>
                <a:lnTo>
                  <a:pt x="885825" y="790575"/>
                </a:lnTo>
                <a:lnTo>
                  <a:pt x="885825" y="819150"/>
                </a:lnTo>
                <a:lnTo>
                  <a:pt x="895350" y="819150"/>
                </a:lnTo>
                <a:lnTo>
                  <a:pt x="895350" y="838200"/>
                </a:lnTo>
                <a:lnTo>
                  <a:pt x="866775" y="838200"/>
                </a:lnTo>
                <a:lnTo>
                  <a:pt x="866775" y="800100"/>
                </a:lnTo>
                <a:lnTo>
                  <a:pt x="857250" y="800100"/>
                </a:lnTo>
                <a:lnTo>
                  <a:pt x="857250" y="809625"/>
                </a:lnTo>
                <a:lnTo>
                  <a:pt x="838200" y="809625"/>
                </a:lnTo>
                <a:lnTo>
                  <a:pt x="838200" y="819150"/>
                </a:lnTo>
                <a:lnTo>
                  <a:pt x="828675" y="819150"/>
                </a:lnTo>
                <a:lnTo>
                  <a:pt x="828675" y="809625"/>
                </a:lnTo>
                <a:lnTo>
                  <a:pt x="819150" y="809625"/>
                </a:lnTo>
                <a:lnTo>
                  <a:pt x="819150" y="800100"/>
                </a:lnTo>
                <a:lnTo>
                  <a:pt x="838200" y="800100"/>
                </a:lnTo>
                <a:lnTo>
                  <a:pt x="838200" y="790575"/>
                </a:lnTo>
                <a:lnTo>
                  <a:pt x="819150" y="790575"/>
                </a:lnTo>
                <a:lnTo>
                  <a:pt x="819150" y="781050"/>
                </a:lnTo>
                <a:lnTo>
                  <a:pt x="838200" y="781050"/>
                </a:lnTo>
                <a:lnTo>
                  <a:pt x="838200" y="790575"/>
                </a:lnTo>
                <a:lnTo>
                  <a:pt x="866775" y="790575"/>
                </a:lnTo>
                <a:lnTo>
                  <a:pt x="866775" y="781050"/>
                </a:lnTo>
                <a:lnTo>
                  <a:pt x="895350" y="781050"/>
                </a:lnTo>
                <a:lnTo>
                  <a:pt x="895350" y="771525"/>
                </a:lnTo>
                <a:lnTo>
                  <a:pt x="914400" y="771525"/>
                </a:lnTo>
                <a:lnTo>
                  <a:pt x="914400" y="762000"/>
                </a:lnTo>
                <a:lnTo>
                  <a:pt x="895350" y="762000"/>
                </a:lnTo>
                <a:close/>
                <a:moveTo>
                  <a:pt x="1143000" y="752475"/>
                </a:moveTo>
                <a:lnTo>
                  <a:pt x="1152525" y="752475"/>
                </a:lnTo>
                <a:lnTo>
                  <a:pt x="1152525" y="771525"/>
                </a:lnTo>
                <a:lnTo>
                  <a:pt x="1143000" y="771525"/>
                </a:lnTo>
                <a:close/>
                <a:moveTo>
                  <a:pt x="276225" y="762000"/>
                </a:moveTo>
                <a:lnTo>
                  <a:pt x="285750" y="762000"/>
                </a:lnTo>
                <a:lnTo>
                  <a:pt x="285750" y="771525"/>
                </a:lnTo>
                <a:lnTo>
                  <a:pt x="276225" y="771525"/>
                </a:lnTo>
                <a:close/>
                <a:moveTo>
                  <a:pt x="1000125" y="771525"/>
                </a:moveTo>
                <a:lnTo>
                  <a:pt x="1009650" y="771525"/>
                </a:lnTo>
                <a:lnTo>
                  <a:pt x="1009650" y="752475"/>
                </a:lnTo>
                <a:lnTo>
                  <a:pt x="1000125" y="752475"/>
                </a:lnTo>
                <a:close/>
                <a:moveTo>
                  <a:pt x="0" y="781050"/>
                </a:moveTo>
                <a:lnTo>
                  <a:pt x="28575" y="781050"/>
                </a:lnTo>
                <a:lnTo>
                  <a:pt x="28575" y="790575"/>
                </a:lnTo>
                <a:lnTo>
                  <a:pt x="9525" y="790575"/>
                </a:lnTo>
                <a:lnTo>
                  <a:pt x="9525" y="800100"/>
                </a:lnTo>
                <a:lnTo>
                  <a:pt x="0" y="800100"/>
                </a:lnTo>
                <a:close/>
                <a:moveTo>
                  <a:pt x="1047750" y="781050"/>
                </a:moveTo>
                <a:lnTo>
                  <a:pt x="1057275" y="781050"/>
                </a:lnTo>
                <a:lnTo>
                  <a:pt x="1057275" y="790575"/>
                </a:lnTo>
                <a:lnTo>
                  <a:pt x="1047750" y="790575"/>
                </a:lnTo>
                <a:close/>
                <a:moveTo>
                  <a:pt x="38100" y="790575"/>
                </a:moveTo>
                <a:lnTo>
                  <a:pt x="47625" y="790575"/>
                </a:lnTo>
                <a:lnTo>
                  <a:pt x="47625" y="800100"/>
                </a:lnTo>
                <a:lnTo>
                  <a:pt x="66675" y="800100"/>
                </a:lnTo>
                <a:lnTo>
                  <a:pt x="66675" y="828675"/>
                </a:lnTo>
                <a:lnTo>
                  <a:pt x="57150" y="828675"/>
                </a:lnTo>
                <a:lnTo>
                  <a:pt x="57150" y="847725"/>
                </a:lnTo>
                <a:lnTo>
                  <a:pt x="28575" y="847725"/>
                </a:lnTo>
                <a:lnTo>
                  <a:pt x="28575" y="876300"/>
                </a:lnTo>
                <a:lnTo>
                  <a:pt x="9525" y="876300"/>
                </a:lnTo>
                <a:lnTo>
                  <a:pt x="9525" y="866775"/>
                </a:lnTo>
                <a:lnTo>
                  <a:pt x="19050" y="866775"/>
                </a:lnTo>
                <a:lnTo>
                  <a:pt x="19050" y="838200"/>
                </a:lnTo>
                <a:lnTo>
                  <a:pt x="38100" y="838200"/>
                </a:lnTo>
                <a:lnTo>
                  <a:pt x="38100" y="819150"/>
                </a:lnTo>
                <a:lnTo>
                  <a:pt x="47625" y="819150"/>
                </a:lnTo>
                <a:lnTo>
                  <a:pt x="47625" y="809625"/>
                </a:lnTo>
                <a:lnTo>
                  <a:pt x="38100" y="809625"/>
                </a:lnTo>
                <a:close/>
                <a:moveTo>
                  <a:pt x="0" y="809625"/>
                </a:moveTo>
                <a:lnTo>
                  <a:pt x="9525" y="809625"/>
                </a:lnTo>
                <a:lnTo>
                  <a:pt x="9525" y="819150"/>
                </a:lnTo>
                <a:lnTo>
                  <a:pt x="0" y="819150"/>
                </a:lnTo>
                <a:close/>
                <a:moveTo>
                  <a:pt x="1057275" y="809625"/>
                </a:moveTo>
                <a:lnTo>
                  <a:pt x="1066800" y="809625"/>
                </a:lnTo>
                <a:lnTo>
                  <a:pt x="1066800" y="819150"/>
                </a:lnTo>
                <a:lnTo>
                  <a:pt x="1057275" y="819150"/>
                </a:lnTo>
                <a:close/>
                <a:moveTo>
                  <a:pt x="76200" y="819150"/>
                </a:moveTo>
                <a:lnTo>
                  <a:pt x="85725" y="819150"/>
                </a:lnTo>
                <a:lnTo>
                  <a:pt x="85725" y="828675"/>
                </a:lnTo>
                <a:lnTo>
                  <a:pt x="76200" y="828675"/>
                </a:lnTo>
                <a:close/>
                <a:moveTo>
                  <a:pt x="552450" y="819150"/>
                </a:moveTo>
                <a:lnTo>
                  <a:pt x="561975" y="819150"/>
                </a:lnTo>
                <a:lnTo>
                  <a:pt x="561975" y="828675"/>
                </a:lnTo>
                <a:lnTo>
                  <a:pt x="581025" y="828675"/>
                </a:lnTo>
                <a:lnTo>
                  <a:pt x="581025" y="838200"/>
                </a:lnTo>
                <a:lnTo>
                  <a:pt x="590550" y="838200"/>
                </a:lnTo>
                <a:lnTo>
                  <a:pt x="590550" y="847725"/>
                </a:lnTo>
                <a:lnTo>
                  <a:pt x="561975" y="847725"/>
                </a:lnTo>
                <a:lnTo>
                  <a:pt x="561975" y="838200"/>
                </a:lnTo>
                <a:lnTo>
                  <a:pt x="552450" y="838200"/>
                </a:lnTo>
                <a:close/>
                <a:moveTo>
                  <a:pt x="95250" y="828675"/>
                </a:moveTo>
                <a:lnTo>
                  <a:pt x="123825" y="828675"/>
                </a:lnTo>
                <a:lnTo>
                  <a:pt x="123825" y="838200"/>
                </a:lnTo>
                <a:lnTo>
                  <a:pt x="95250" y="838200"/>
                </a:lnTo>
                <a:close/>
                <a:moveTo>
                  <a:pt x="742950" y="847725"/>
                </a:moveTo>
                <a:lnTo>
                  <a:pt x="762000" y="847725"/>
                </a:lnTo>
                <a:lnTo>
                  <a:pt x="762000" y="876300"/>
                </a:lnTo>
                <a:lnTo>
                  <a:pt x="752475" y="876300"/>
                </a:lnTo>
                <a:lnTo>
                  <a:pt x="752475" y="857250"/>
                </a:lnTo>
                <a:lnTo>
                  <a:pt x="742950" y="857250"/>
                </a:lnTo>
                <a:close/>
                <a:moveTo>
                  <a:pt x="381000" y="876300"/>
                </a:moveTo>
                <a:lnTo>
                  <a:pt x="400050" y="876300"/>
                </a:lnTo>
                <a:lnTo>
                  <a:pt x="400050" y="885825"/>
                </a:lnTo>
                <a:lnTo>
                  <a:pt x="381000" y="885825"/>
                </a:lnTo>
                <a:close/>
                <a:moveTo>
                  <a:pt x="762000" y="876300"/>
                </a:moveTo>
                <a:lnTo>
                  <a:pt x="781050" y="876300"/>
                </a:lnTo>
                <a:lnTo>
                  <a:pt x="781050" y="885825"/>
                </a:lnTo>
                <a:lnTo>
                  <a:pt x="762000" y="885825"/>
                </a:lnTo>
                <a:close/>
                <a:moveTo>
                  <a:pt x="790575" y="876300"/>
                </a:moveTo>
                <a:lnTo>
                  <a:pt x="809625" y="876300"/>
                </a:lnTo>
                <a:lnTo>
                  <a:pt x="809625" y="904875"/>
                </a:lnTo>
                <a:lnTo>
                  <a:pt x="800100" y="904875"/>
                </a:lnTo>
                <a:lnTo>
                  <a:pt x="800100" y="895350"/>
                </a:lnTo>
                <a:lnTo>
                  <a:pt x="790575" y="895350"/>
                </a:lnTo>
                <a:close/>
                <a:moveTo>
                  <a:pt x="9525" y="885825"/>
                </a:moveTo>
                <a:lnTo>
                  <a:pt x="19050" y="885825"/>
                </a:lnTo>
                <a:lnTo>
                  <a:pt x="19050" y="895350"/>
                </a:lnTo>
                <a:lnTo>
                  <a:pt x="9525" y="895350"/>
                </a:lnTo>
                <a:close/>
                <a:moveTo>
                  <a:pt x="400050" y="885825"/>
                </a:moveTo>
                <a:lnTo>
                  <a:pt x="409575" y="885825"/>
                </a:lnTo>
                <a:lnTo>
                  <a:pt x="409575" y="895350"/>
                </a:lnTo>
                <a:lnTo>
                  <a:pt x="400050" y="895350"/>
                </a:lnTo>
                <a:close/>
                <a:moveTo>
                  <a:pt x="409575" y="895350"/>
                </a:moveTo>
                <a:lnTo>
                  <a:pt x="428625" y="895350"/>
                </a:lnTo>
                <a:lnTo>
                  <a:pt x="428625" y="904875"/>
                </a:lnTo>
                <a:lnTo>
                  <a:pt x="409575" y="904875"/>
                </a:lnTo>
                <a:close/>
                <a:moveTo>
                  <a:pt x="333375" y="904875"/>
                </a:moveTo>
                <a:lnTo>
                  <a:pt x="342900" y="904875"/>
                </a:lnTo>
                <a:lnTo>
                  <a:pt x="342900" y="914400"/>
                </a:lnTo>
                <a:lnTo>
                  <a:pt x="352425" y="914400"/>
                </a:lnTo>
                <a:lnTo>
                  <a:pt x="352425" y="923925"/>
                </a:lnTo>
                <a:lnTo>
                  <a:pt x="381000" y="923925"/>
                </a:lnTo>
                <a:lnTo>
                  <a:pt x="381000" y="942975"/>
                </a:lnTo>
                <a:lnTo>
                  <a:pt x="390525" y="942975"/>
                </a:lnTo>
                <a:lnTo>
                  <a:pt x="390525" y="952500"/>
                </a:lnTo>
                <a:lnTo>
                  <a:pt x="371475" y="952500"/>
                </a:lnTo>
                <a:lnTo>
                  <a:pt x="371475" y="933450"/>
                </a:lnTo>
                <a:lnTo>
                  <a:pt x="333375" y="933450"/>
                </a:lnTo>
                <a:close/>
                <a:moveTo>
                  <a:pt x="609600" y="904875"/>
                </a:moveTo>
                <a:lnTo>
                  <a:pt x="619125" y="904875"/>
                </a:lnTo>
                <a:lnTo>
                  <a:pt x="619125" y="914400"/>
                </a:lnTo>
                <a:lnTo>
                  <a:pt x="628650" y="914400"/>
                </a:lnTo>
                <a:lnTo>
                  <a:pt x="628650" y="923925"/>
                </a:lnTo>
                <a:lnTo>
                  <a:pt x="600075" y="923925"/>
                </a:lnTo>
                <a:lnTo>
                  <a:pt x="600075" y="914400"/>
                </a:lnTo>
                <a:lnTo>
                  <a:pt x="609600" y="914400"/>
                </a:lnTo>
                <a:close/>
                <a:moveTo>
                  <a:pt x="0" y="914400"/>
                </a:moveTo>
                <a:lnTo>
                  <a:pt x="19050" y="914400"/>
                </a:lnTo>
                <a:lnTo>
                  <a:pt x="19050" y="923925"/>
                </a:lnTo>
                <a:lnTo>
                  <a:pt x="0" y="923925"/>
                </a:lnTo>
                <a:close/>
                <a:moveTo>
                  <a:pt x="0" y="933450"/>
                </a:moveTo>
                <a:lnTo>
                  <a:pt x="9525" y="933450"/>
                </a:lnTo>
                <a:lnTo>
                  <a:pt x="9525" y="981075"/>
                </a:lnTo>
                <a:lnTo>
                  <a:pt x="19050" y="981075"/>
                </a:lnTo>
                <a:lnTo>
                  <a:pt x="19050" y="971550"/>
                </a:lnTo>
                <a:lnTo>
                  <a:pt x="57150" y="971550"/>
                </a:lnTo>
                <a:lnTo>
                  <a:pt x="57150" y="981075"/>
                </a:lnTo>
                <a:lnTo>
                  <a:pt x="76200" y="981075"/>
                </a:lnTo>
                <a:lnTo>
                  <a:pt x="76200" y="990600"/>
                </a:lnTo>
                <a:lnTo>
                  <a:pt x="85725" y="990600"/>
                </a:lnTo>
                <a:lnTo>
                  <a:pt x="85725" y="1000125"/>
                </a:lnTo>
                <a:lnTo>
                  <a:pt x="66675" y="1000125"/>
                </a:lnTo>
                <a:lnTo>
                  <a:pt x="66675" y="1009650"/>
                </a:lnTo>
                <a:lnTo>
                  <a:pt x="57150" y="1009650"/>
                </a:lnTo>
                <a:lnTo>
                  <a:pt x="57150" y="1019175"/>
                </a:lnTo>
                <a:lnTo>
                  <a:pt x="47625" y="1019175"/>
                </a:lnTo>
                <a:lnTo>
                  <a:pt x="47625" y="990600"/>
                </a:lnTo>
                <a:lnTo>
                  <a:pt x="38100" y="990600"/>
                </a:lnTo>
                <a:lnTo>
                  <a:pt x="38100" y="981075"/>
                </a:lnTo>
                <a:lnTo>
                  <a:pt x="28575" y="981075"/>
                </a:lnTo>
                <a:lnTo>
                  <a:pt x="28575" y="990600"/>
                </a:lnTo>
                <a:lnTo>
                  <a:pt x="0" y="990600"/>
                </a:lnTo>
                <a:close/>
                <a:moveTo>
                  <a:pt x="552450" y="933450"/>
                </a:moveTo>
                <a:lnTo>
                  <a:pt x="561975" y="933450"/>
                </a:lnTo>
                <a:lnTo>
                  <a:pt x="561975" y="952500"/>
                </a:lnTo>
                <a:lnTo>
                  <a:pt x="571500" y="952500"/>
                </a:lnTo>
                <a:lnTo>
                  <a:pt x="571500" y="962025"/>
                </a:lnTo>
                <a:lnTo>
                  <a:pt x="600075" y="962025"/>
                </a:lnTo>
                <a:lnTo>
                  <a:pt x="600075" y="952500"/>
                </a:lnTo>
                <a:lnTo>
                  <a:pt x="619125" y="952500"/>
                </a:lnTo>
                <a:lnTo>
                  <a:pt x="619125" y="981075"/>
                </a:lnTo>
                <a:lnTo>
                  <a:pt x="590550" y="981075"/>
                </a:lnTo>
                <a:lnTo>
                  <a:pt x="590550" y="971550"/>
                </a:lnTo>
                <a:lnTo>
                  <a:pt x="561975" y="971550"/>
                </a:lnTo>
                <a:lnTo>
                  <a:pt x="561975" y="962025"/>
                </a:lnTo>
                <a:lnTo>
                  <a:pt x="552450" y="962025"/>
                </a:lnTo>
                <a:close/>
                <a:moveTo>
                  <a:pt x="333375" y="962025"/>
                </a:moveTo>
                <a:lnTo>
                  <a:pt x="361950" y="962025"/>
                </a:lnTo>
                <a:lnTo>
                  <a:pt x="361950" y="971550"/>
                </a:lnTo>
                <a:lnTo>
                  <a:pt x="371475" y="971550"/>
                </a:lnTo>
                <a:lnTo>
                  <a:pt x="371475" y="1000125"/>
                </a:lnTo>
                <a:lnTo>
                  <a:pt x="361950" y="1000125"/>
                </a:lnTo>
                <a:lnTo>
                  <a:pt x="361950" y="990600"/>
                </a:lnTo>
                <a:lnTo>
                  <a:pt x="352425" y="990600"/>
                </a:lnTo>
                <a:lnTo>
                  <a:pt x="352425" y="971550"/>
                </a:lnTo>
                <a:lnTo>
                  <a:pt x="333375" y="971550"/>
                </a:lnTo>
                <a:close/>
                <a:moveTo>
                  <a:pt x="400050" y="962025"/>
                </a:moveTo>
                <a:lnTo>
                  <a:pt x="409575" y="962025"/>
                </a:lnTo>
                <a:lnTo>
                  <a:pt x="409575" y="971550"/>
                </a:lnTo>
                <a:lnTo>
                  <a:pt x="400050" y="971550"/>
                </a:lnTo>
                <a:close/>
                <a:moveTo>
                  <a:pt x="733425" y="962025"/>
                </a:moveTo>
                <a:lnTo>
                  <a:pt x="752475" y="962025"/>
                </a:lnTo>
                <a:lnTo>
                  <a:pt x="752475" y="971550"/>
                </a:lnTo>
                <a:lnTo>
                  <a:pt x="733425" y="971550"/>
                </a:lnTo>
                <a:close/>
                <a:moveTo>
                  <a:pt x="533400" y="990600"/>
                </a:moveTo>
                <a:lnTo>
                  <a:pt x="542925" y="990600"/>
                </a:lnTo>
                <a:lnTo>
                  <a:pt x="542925" y="1000125"/>
                </a:lnTo>
                <a:lnTo>
                  <a:pt x="552450" y="1000125"/>
                </a:lnTo>
                <a:lnTo>
                  <a:pt x="552450" y="1009650"/>
                </a:lnTo>
                <a:lnTo>
                  <a:pt x="561975" y="1009650"/>
                </a:lnTo>
                <a:lnTo>
                  <a:pt x="561975" y="1028700"/>
                </a:lnTo>
                <a:lnTo>
                  <a:pt x="552450" y="1028700"/>
                </a:lnTo>
                <a:lnTo>
                  <a:pt x="552450" y="1019175"/>
                </a:lnTo>
                <a:lnTo>
                  <a:pt x="542925" y="1019175"/>
                </a:lnTo>
                <a:lnTo>
                  <a:pt x="542925" y="1009650"/>
                </a:lnTo>
                <a:lnTo>
                  <a:pt x="523875" y="1009650"/>
                </a:lnTo>
                <a:lnTo>
                  <a:pt x="523875" y="1000125"/>
                </a:lnTo>
                <a:lnTo>
                  <a:pt x="533400" y="1000125"/>
                </a:lnTo>
                <a:close/>
                <a:moveTo>
                  <a:pt x="85725" y="1000125"/>
                </a:moveTo>
                <a:lnTo>
                  <a:pt x="95250" y="1000125"/>
                </a:lnTo>
                <a:lnTo>
                  <a:pt x="95250" y="1019175"/>
                </a:lnTo>
                <a:lnTo>
                  <a:pt x="85725" y="1019175"/>
                </a:lnTo>
                <a:close/>
                <a:moveTo>
                  <a:pt x="0" y="1009650"/>
                </a:moveTo>
                <a:lnTo>
                  <a:pt x="28575" y="1009650"/>
                </a:lnTo>
                <a:lnTo>
                  <a:pt x="28575" y="1028700"/>
                </a:lnTo>
                <a:lnTo>
                  <a:pt x="19050" y="1028700"/>
                </a:lnTo>
                <a:lnTo>
                  <a:pt x="19050" y="1019175"/>
                </a:lnTo>
                <a:lnTo>
                  <a:pt x="0" y="1019175"/>
                </a:lnTo>
                <a:close/>
                <a:moveTo>
                  <a:pt x="381000" y="1009650"/>
                </a:moveTo>
                <a:lnTo>
                  <a:pt x="390525" y="1009650"/>
                </a:lnTo>
                <a:lnTo>
                  <a:pt x="390525" y="1019175"/>
                </a:lnTo>
                <a:lnTo>
                  <a:pt x="381000" y="1019175"/>
                </a:lnTo>
                <a:close/>
                <a:moveTo>
                  <a:pt x="609600" y="1009650"/>
                </a:moveTo>
                <a:lnTo>
                  <a:pt x="619125" y="1009650"/>
                </a:lnTo>
                <a:lnTo>
                  <a:pt x="619125" y="1028700"/>
                </a:lnTo>
                <a:lnTo>
                  <a:pt x="609600" y="1028700"/>
                </a:lnTo>
                <a:close/>
                <a:moveTo>
                  <a:pt x="390525" y="1019175"/>
                </a:moveTo>
                <a:lnTo>
                  <a:pt x="400050" y="1019175"/>
                </a:lnTo>
                <a:lnTo>
                  <a:pt x="400050" y="1028700"/>
                </a:lnTo>
                <a:lnTo>
                  <a:pt x="390525" y="1028700"/>
                </a:lnTo>
                <a:close/>
                <a:moveTo>
                  <a:pt x="628650" y="1019175"/>
                </a:moveTo>
                <a:lnTo>
                  <a:pt x="638175" y="1019175"/>
                </a:lnTo>
                <a:lnTo>
                  <a:pt x="638175" y="1028700"/>
                </a:lnTo>
                <a:lnTo>
                  <a:pt x="628650" y="1028700"/>
                </a:lnTo>
                <a:close/>
                <a:moveTo>
                  <a:pt x="619125" y="1028700"/>
                </a:moveTo>
                <a:lnTo>
                  <a:pt x="628650" y="1028700"/>
                </a:lnTo>
                <a:lnTo>
                  <a:pt x="628650" y="1038225"/>
                </a:lnTo>
                <a:lnTo>
                  <a:pt x="619125" y="1038225"/>
                </a:lnTo>
                <a:close/>
                <a:moveTo>
                  <a:pt x="38100" y="1047750"/>
                </a:moveTo>
                <a:lnTo>
                  <a:pt x="66675" y="1047750"/>
                </a:lnTo>
                <a:lnTo>
                  <a:pt x="66675" y="1057275"/>
                </a:lnTo>
                <a:lnTo>
                  <a:pt x="38100" y="1057275"/>
                </a:lnTo>
                <a:close/>
                <a:moveTo>
                  <a:pt x="571500" y="1047750"/>
                </a:moveTo>
                <a:lnTo>
                  <a:pt x="581025" y="1047750"/>
                </a:lnTo>
                <a:lnTo>
                  <a:pt x="581025" y="1057275"/>
                </a:lnTo>
                <a:lnTo>
                  <a:pt x="600075" y="1057275"/>
                </a:lnTo>
                <a:lnTo>
                  <a:pt x="600075" y="1066800"/>
                </a:lnTo>
                <a:lnTo>
                  <a:pt x="581025" y="1066800"/>
                </a:lnTo>
                <a:lnTo>
                  <a:pt x="581025" y="1076325"/>
                </a:lnTo>
                <a:lnTo>
                  <a:pt x="571500" y="1076325"/>
                </a:lnTo>
                <a:close/>
                <a:moveTo>
                  <a:pt x="742950" y="1047750"/>
                </a:moveTo>
                <a:lnTo>
                  <a:pt x="752475" y="1047750"/>
                </a:lnTo>
                <a:lnTo>
                  <a:pt x="752475" y="1066800"/>
                </a:lnTo>
                <a:lnTo>
                  <a:pt x="742950" y="1066800"/>
                </a:lnTo>
                <a:close/>
                <a:moveTo>
                  <a:pt x="723900" y="1057275"/>
                </a:moveTo>
                <a:lnTo>
                  <a:pt x="733425" y="1057275"/>
                </a:lnTo>
                <a:lnTo>
                  <a:pt x="733425" y="1066800"/>
                </a:lnTo>
                <a:lnTo>
                  <a:pt x="723900" y="1066800"/>
                </a:lnTo>
                <a:close/>
                <a:moveTo>
                  <a:pt x="533400" y="1085850"/>
                </a:moveTo>
                <a:lnTo>
                  <a:pt x="552450" y="1085850"/>
                </a:lnTo>
                <a:lnTo>
                  <a:pt x="552450" y="1095375"/>
                </a:lnTo>
                <a:lnTo>
                  <a:pt x="533400" y="1095375"/>
                </a:lnTo>
                <a:close/>
                <a:moveTo>
                  <a:pt x="561975" y="1085850"/>
                </a:moveTo>
                <a:lnTo>
                  <a:pt x="571500" y="1085850"/>
                </a:lnTo>
                <a:lnTo>
                  <a:pt x="571500" y="1095375"/>
                </a:lnTo>
                <a:lnTo>
                  <a:pt x="581025" y="1095375"/>
                </a:lnTo>
                <a:lnTo>
                  <a:pt x="581025" y="1114425"/>
                </a:lnTo>
                <a:lnTo>
                  <a:pt x="561975" y="1114425"/>
                </a:lnTo>
                <a:lnTo>
                  <a:pt x="561975" y="1104900"/>
                </a:lnTo>
                <a:lnTo>
                  <a:pt x="552450" y="1104900"/>
                </a:lnTo>
                <a:lnTo>
                  <a:pt x="552450" y="1095375"/>
                </a:lnTo>
                <a:lnTo>
                  <a:pt x="561975" y="1095375"/>
                </a:lnTo>
                <a:close/>
                <a:moveTo>
                  <a:pt x="0" y="1095375"/>
                </a:moveTo>
                <a:lnTo>
                  <a:pt x="19050" y="1095375"/>
                </a:lnTo>
                <a:lnTo>
                  <a:pt x="19050" y="1114425"/>
                </a:lnTo>
                <a:lnTo>
                  <a:pt x="9525" y="1114425"/>
                </a:lnTo>
                <a:lnTo>
                  <a:pt x="9525" y="1104900"/>
                </a:lnTo>
                <a:lnTo>
                  <a:pt x="0" y="1104900"/>
                </a:lnTo>
                <a:close/>
                <a:moveTo>
                  <a:pt x="723900" y="1123950"/>
                </a:moveTo>
                <a:lnTo>
                  <a:pt x="733425" y="1123950"/>
                </a:lnTo>
                <a:lnTo>
                  <a:pt x="733425" y="1152525"/>
                </a:lnTo>
                <a:lnTo>
                  <a:pt x="723900" y="1152525"/>
                </a:lnTo>
                <a:close/>
                <a:moveTo>
                  <a:pt x="323850" y="1162050"/>
                </a:moveTo>
                <a:lnTo>
                  <a:pt x="352425" y="1162050"/>
                </a:lnTo>
                <a:lnTo>
                  <a:pt x="352425" y="1171575"/>
                </a:lnTo>
                <a:lnTo>
                  <a:pt x="361950" y="1171575"/>
                </a:lnTo>
                <a:lnTo>
                  <a:pt x="361950" y="1181100"/>
                </a:lnTo>
                <a:lnTo>
                  <a:pt x="323850" y="1181100"/>
                </a:lnTo>
                <a:close/>
                <a:moveTo>
                  <a:pt x="371475" y="1162050"/>
                </a:moveTo>
                <a:lnTo>
                  <a:pt x="381000" y="1162050"/>
                </a:lnTo>
                <a:lnTo>
                  <a:pt x="381000" y="1171575"/>
                </a:lnTo>
                <a:lnTo>
                  <a:pt x="371475" y="1171575"/>
                </a:lnTo>
                <a:close/>
                <a:moveTo>
                  <a:pt x="495300" y="1171575"/>
                </a:moveTo>
                <a:lnTo>
                  <a:pt x="504825" y="1171575"/>
                </a:lnTo>
                <a:lnTo>
                  <a:pt x="504825" y="1190625"/>
                </a:lnTo>
                <a:lnTo>
                  <a:pt x="495300" y="1190625"/>
                </a:lnTo>
                <a:close/>
                <a:moveTo>
                  <a:pt x="523875" y="1181100"/>
                </a:moveTo>
                <a:lnTo>
                  <a:pt x="533400" y="1181100"/>
                </a:lnTo>
                <a:lnTo>
                  <a:pt x="533400" y="1190625"/>
                </a:lnTo>
                <a:lnTo>
                  <a:pt x="523875" y="1190625"/>
                </a:lnTo>
                <a:close/>
                <a:moveTo>
                  <a:pt x="466725" y="1190625"/>
                </a:moveTo>
                <a:lnTo>
                  <a:pt x="476250" y="1190625"/>
                </a:lnTo>
                <a:lnTo>
                  <a:pt x="476250" y="1200150"/>
                </a:lnTo>
                <a:lnTo>
                  <a:pt x="485775" y="1200150"/>
                </a:lnTo>
                <a:lnTo>
                  <a:pt x="485775" y="1190625"/>
                </a:lnTo>
                <a:lnTo>
                  <a:pt x="495300" y="1190625"/>
                </a:lnTo>
                <a:lnTo>
                  <a:pt x="495300" y="1219200"/>
                </a:lnTo>
                <a:lnTo>
                  <a:pt x="485775" y="1219200"/>
                </a:lnTo>
                <a:lnTo>
                  <a:pt x="485775" y="1333500"/>
                </a:lnTo>
                <a:lnTo>
                  <a:pt x="504825" y="1333500"/>
                </a:lnTo>
                <a:lnTo>
                  <a:pt x="504825" y="1343025"/>
                </a:lnTo>
                <a:lnTo>
                  <a:pt x="485775" y="1343025"/>
                </a:lnTo>
                <a:lnTo>
                  <a:pt x="485775" y="1362075"/>
                </a:lnTo>
                <a:lnTo>
                  <a:pt x="504825" y="1362075"/>
                </a:lnTo>
                <a:lnTo>
                  <a:pt x="504825" y="1390650"/>
                </a:lnTo>
                <a:lnTo>
                  <a:pt x="495300" y="1390650"/>
                </a:lnTo>
                <a:lnTo>
                  <a:pt x="495300" y="1400175"/>
                </a:lnTo>
                <a:lnTo>
                  <a:pt x="476250" y="1400175"/>
                </a:lnTo>
                <a:lnTo>
                  <a:pt x="476250" y="1409700"/>
                </a:lnTo>
                <a:lnTo>
                  <a:pt x="485775" y="1409700"/>
                </a:lnTo>
                <a:lnTo>
                  <a:pt x="485775" y="1438275"/>
                </a:lnTo>
                <a:lnTo>
                  <a:pt x="476250" y="1438275"/>
                </a:lnTo>
                <a:lnTo>
                  <a:pt x="476250" y="1419225"/>
                </a:lnTo>
                <a:lnTo>
                  <a:pt x="457200" y="1419225"/>
                </a:lnTo>
                <a:lnTo>
                  <a:pt x="457200" y="1400175"/>
                </a:lnTo>
                <a:lnTo>
                  <a:pt x="466725" y="1400175"/>
                </a:lnTo>
                <a:lnTo>
                  <a:pt x="466725" y="1390650"/>
                </a:lnTo>
                <a:lnTo>
                  <a:pt x="485775" y="1390650"/>
                </a:lnTo>
                <a:lnTo>
                  <a:pt x="485775" y="1371600"/>
                </a:lnTo>
                <a:lnTo>
                  <a:pt x="476250" y="1371600"/>
                </a:lnTo>
                <a:lnTo>
                  <a:pt x="476250" y="1362075"/>
                </a:lnTo>
                <a:lnTo>
                  <a:pt x="466725" y="1362075"/>
                </a:lnTo>
                <a:lnTo>
                  <a:pt x="466725" y="1352550"/>
                </a:lnTo>
                <a:lnTo>
                  <a:pt x="457200" y="1352550"/>
                </a:lnTo>
                <a:lnTo>
                  <a:pt x="457200" y="1333500"/>
                </a:lnTo>
                <a:lnTo>
                  <a:pt x="447675" y="1333500"/>
                </a:lnTo>
                <a:lnTo>
                  <a:pt x="447675" y="1323975"/>
                </a:lnTo>
                <a:lnTo>
                  <a:pt x="438150" y="1323975"/>
                </a:lnTo>
                <a:lnTo>
                  <a:pt x="438150" y="1333500"/>
                </a:lnTo>
                <a:lnTo>
                  <a:pt x="428625" y="1333500"/>
                </a:lnTo>
                <a:lnTo>
                  <a:pt x="428625" y="1314450"/>
                </a:lnTo>
                <a:lnTo>
                  <a:pt x="438150" y="1314450"/>
                </a:lnTo>
                <a:lnTo>
                  <a:pt x="438150" y="1304925"/>
                </a:lnTo>
                <a:lnTo>
                  <a:pt x="428625" y="1304925"/>
                </a:lnTo>
                <a:lnTo>
                  <a:pt x="428625" y="1276350"/>
                </a:lnTo>
                <a:lnTo>
                  <a:pt x="438150" y="1276350"/>
                </a:lnTo>
                <a:lnTo>
                  <a:pt x="438150" y="1247775"/>
                </a:lnTo>
                <a:lnTo>
                  <a:pt x="447675" y="1247775"/>
                </a:lnTo>
                <a:lnTo>
                  <a:pt x="447675" y="1257300"/>
                </a:lnTo>
                <a:lnTo>
                  <a:pt x="457200" y="1257300"/>
                </a:lnTo>
                <a:lnTo>
                  <a:pt x="457200" y="1238250"/>
                </a:lnTo>
                <a:lnTo>
                  <a:pt x="476250" y="1238250"/>
                </a:lnTo>
                <a:lnTo>
                  <a:pt x="476250" y="1209675"/>
                </a:lnTo>
                <a:lnTo>
                  <a:pt x="457200" y="1209675"/>
                </a:lnTo>
                <a:lnTo>
                  <a:pt x="457200" y="1200150"/>
                </a:lnTo>
                <a:lnTo>
                  <a:pt x="466725" y="1200150"/>
                </a:lnTo>
                <a:close/>
                <a:moveTo>
                  <a:pt x="533400" y="1190625"/>
                </a:moveTo>
                <a:lnTo>
                  <a:pt x="542925" y="1190625"/>
                </a:lnTo>
                <a:lnTo>
                  <a:pt x="542925" y="1209675"/>
                </a:lnTo>
                <a:lnTo>
                  <a:pt x="561975" y="1209675"/>
                </a:lnTo>
                <a:lnTo>
                  <a:pt x="561975" y="1219200"/>
                </a:lnTo>
                <a:lnTo>
                  <a:pt x="542925" y="1219200"/>
                </a:lnTo>
                <a:lnTo>
                  <a:pt x="542925" y="1238250"/>
                </a:lnTo>
                <a:lnTo>
                  <a:pt x="533400" y="1238250"/>
                </a:lnTo>
                <a:lnTo>
                  <a:pt x="533400" y="1228725"/>
                </a:lnTo>
                <a:lnTo>
                  <a:pt x="514350" y="1228725"/>
                </a:lnTo>
                <a:lnTo>
                  <a:pt x="514350" y="1219200"/>
                </a:lnTo>
                <a:lnTo>
                  <a:pt x="533400" y="1219200"/>
                </a:lnTo>
                <a:close/>
                <a:moveTo>
                  <a:pt x="723900" y="1200150"/>
                </a:moveTo>
                <a:lnTo>
                  <a:pt x="733425" y="1200150"/>
                </a:lnTo>
                <a:lnTo>
                  <a:pt x="733425" y="1209675"/>
                </a:lnTo>
                <a:lnTo>
                  <a:pt x="723900" y="1209675"/>
                </a:lnTo>
                <a:close/>
                <a:moveTo>
                  <a:pt x="428625" y="1209675"/>
                </a:moveTo>
                <a:lnTo>
                  <a:pt x="438150" y="1209675"/>
                </a:lnTo>
                <a:lnTo>
                  <a:pt x="438150" y="1219200"/>
                </a:lnTo>
                <a:lnTo>
                  <a:pt x="428625" y="1219200"/>
                </a:lnTo>
                <a:close/>
                <a:moveTo>
                  <a:pt x="438150" y="1219200"/>
                </a:moveTo>
                <a:lnTo>
                  <a:pt x="447675" y="1219200"/>
                </a:lnTo>
                <a:lnTo>
                  <a:pt x="447675" y="1228725"/>
                </a:lnTo>
                <a:lnTo>
                  <a:pt x="438150" y="1228725"/>
                </a:lnTo>
                <a:close/>
                <a:moveTo>
                  <a:pt x="419100" y="1238250"/>
                </a:moveTo>
                <a:lnTo>
                  <a:pt x="428625" y="1238250"/>
                </a:lnTo>
                <a:lnTo>
                  <a:pt x="428625" y="1257300"/>
                </a:lnTo>
                <a:lnTo>
                  <a:pt x="419100" y="1257300"/>
                </a:lnTo>
                <a:close/>
                <a:moveTo>
                  <a:pt x="523875" y="1247775"/>
                </a:moveTo>
                <a:lnTo>
                  <a:pt x="552450" y="1247775"/>
                </a:lnTo>
                <a:lnTo>
                  <a:pt x="552450" y="1257300"/>
                </a:lnTo>
                <a:lnTo>
                  <a:pt x="542925" y="1257300"/>
                </a:lnTo>
                <a:lnTo>
                  <a:pt x="542925" y="1266825"/>
                </a:lnTo>
                <a:lnTo>
                  <a:pt x="523875" y="1266825"/>
                </a:lnTo>
                <a:close/>
                <a:moveTo>
                  <a:pt x="552450" y="1257300"/>
                </a:moveTo>
                <a:lnTo>
                  <a:pt x="561975" y="1257300"/>
                </a:lnTo>
                <a:lnTo>
                  <a:pt x="561975" y="1266825"/>
                </a:lnTo>
                <a:lnTo>
                  <a:pt x="552450" y="1266825"/>
                </a:lnTo>
                <a:close/>
                <a:moveTo>
                  <a:pt x="771525" y="1257300"/>
                </a:moveTo>
                <a:lnTo>
                  <a:pt x="790575" y="1257300"/>
                </a:lnTo>
                <a:lnTo>
                  <a:pt x="790575" y="1266825"/>
                </a:lnTo>
                <a:lnTo>
                  <a:pt x="771525" y="1266825"/>
                </a:lnTo>
                <a:close/>
                <a:moveTo>
                  <a:pt x="371475" y="1266825"/>
                </a:moveTo>
                <a:lnTo>
                  <a:pt x="381000" y="1266825"/>
                </a:lnTo>
                <a:lnTo>
                  <a:pt x="381000" y="1276350"/>
                </a:lnTo>
                <a:lnTo>
                  <a:pt x="371475" y="1276350"/>
                </a:lnTo>
                <a:close/>
                <a:moveTo>
                  <a:pt x="723900" y="1266825"/>
                </a:moveTo>
                <a:lnTo>
                  <a:pt x="733425" y="1266825"/>
                </a:lnTo>
                <a:lnTo>
                  <a:pt x="733425" y="1276350"/>
                </a:lnTo>
                <a:lnTo>
                  <a:pt x="723900" y="1276350"/>
                </a:lnTo>
                <a:close/>
                <a:moveTo>
                  <a:pt x="0" y="1276350"/>
                </a:moveTo>
                <a:lnTo>
                  <a:pt x="19050" y="1276350"/>
                </a:lnTo>
                <a:lnTo>
                  <a:pt x="19050" y="1304925"/>
                </a:lnTo>
                <a:lnTo>
                  <a:pt x="0" y="1304925"/>
                </a:lnTo>
                <a:close/>
                <a:moveTo>
                  <a:pt x="361950" y="1276350"/>
                </a:moveTo>
                <a:lnTo>
                  <a:pt x="371475" y="1276350"/>
                </a:lnTo>
                <a:lnTo>
                  <a:pt x="371475" y="1285875"/>
                </a:lnTo>
                <a:lnTo>
                  <a:pt x="381000" y="1285875"/>
                </a:lnTo>
                <a:lnTo>
                  <a:pt x="381000" y="1276350"/>
                </a:lnTo>
                <a:lnTo>
                  <a:pt x="390525" y="1276350"/>
                </a:lnTo>
                <a:lnTo>
                  <a:pt x="390525" y="1304925"/>
                </a:lnTo>
                <a:lnTo>
                  <a:pt x="381000" y="1304925"/>
                </a:lnTo>
                <a:lnTo>
                  <a:pt x="381000" y="1323975"/>
                </a:lnTo>
                <a:lnTo>
                  <a:pt x="371475" y="1323975"/>
                </a:lnTo>
                <a:lnTo>
                  <a:pt x="371475" y="1362075"/>
                </a:lnTo>
                <a:lnTo>
                  <a:pt x="361950" y="1362075"/>
                </a:lnTo>
                <a:lnTo>
                  <a:pt x="361950" y="1333500"/>
                </a:lnTo>
                <a:lnTo>
                  <a:pt x="352425" y="1333500"/>
                </a:lnTo>
                <a:lnTo>
                  <a:pt x="352425" y="1323975"/>
                </a:lnTo>
                <a:lnTo>
                  <a:pt x="333375" y="1323975"/>
                </a:lnTo>
                <a:lnTo>
                  <a:pt x="333375" y="1314450"/>
                </a:lnTo>
                <a:lnTo>
                  <a:pt x="342900" y="1314450"/>
                </a:lnTo>
                <a:lnTo>
                  <a:pt x="342900" y="1295400"/>
                </a:lnTo>
                <a:lnTo>
                  <a:pt x="352425" y="1295400"/>
                </a:lnTo>
                <a:lnTo>
                  <a:pt x="352425" y="1304925"/>
                </a:lnTo>
                <a:lnTo>
                  <a:pt x="361950" y="1304925"/>
                </a:lnTo>
                <a:close/>
                <a:moveTo>
                  <a:pt x="552450" y="1276350"/>
                </a:moveTo>
                <a:lnTo>
                  <a:pt x="561975" y="1276350"/>
                </a:lnTo>
                <a:lnTo>
                  <a:pt x="561975" y="1295400"/>
                </a:lnTo>
                <a:lnTo>
                  <a:pt x="552450" y="1295400"/>
                </a:lnTo>
                <a:lnTo>
                  <a:pt x="552450" y="1304925"/>
                </a:lnTo>
                <a:lnTo>
                  <a:pt x="533400" y="1304925"/>
                </a:lnTo>
                <a:lnTo>
                  <a:pt x="533400" y="1295400"/>
                </a:lnTo>
                <a:lnTo>
                  <a:pt x="542925" y="1295400"/>
                </a:lnTo>
                <a:lnTo>
                  <a:pt x="542925" y="1285875"/>
                </a:lnTo>
                <a:lnTo>
                  <a:pt x="552450" y="1285875"/>
                </a:lnTo>
                <a:close/>
                <a:moveTo>
                  <a:pt x="733425" y="1285875"/>
                </a:moveTo>
                <a:lnTo>
                  <a:pt x="742950" y="1285875"/>
                </a:lnTo>
                <a:lnTo>
                  <a:pt x="742950" y="1295400"/>
                </a:lnTo>
                <a:lnTo>
                  <a:pt x="733425" y="1295400"/>
                </a:lnTo>
                <a:close/>
                <a:moveTo>
                  <a:pt x="790575" y="1285875"/>
                </a:moveTo>
                <a:lnTo>
                  <a:pt x="800100" y="1285875"/>
                </a:lnTo>
                <a:lnTo>
                  <a:pt x="800100" y="1314450"/>
                </a:lnTo>
                <a:lnTo>
                  <a:pt x="781050" y="1314450"/>
                </a:lnTo>
                <a:lnTo>
                  <a:pt x="781050" y="1295400"/>
                </a:lnTo>
                <a:lnTo>
                  <a:pt x="790575" y="1295400"/>
                </a:lnTo>
                <a:close/>
                <a:moveTo>
                  <a:pt x="723900" y="1295400"/>
                </a:moveTo>
                <a:lnTo>
                  <a:pt x="733425" y="1295400"/>
                </a:lnTo>
                <a:lnTo>
                  <a:pt x="733425" y="1314450"/>
                </a:lnTo>
                <a:lnTo>
                  <a:pt x="742950" y="1314450"/>
                </a:lnTo>
                <a:lnTo>
                  <a:pt x="742950" y="1295400"/>
                </a:lnTo>
                <a:lnTo>
                  <a:pt x="752475" y="1295400"/>
                </a:lnTo>
                <a:lnTo>
                  <a:pt x="752475" y="1314450"/>
                </a:lnTo>
                <a:lnTo>
                  <a:pt x="762000" y="1314450"/>
                </a:lnTo>
                <a:lnTo>
                  <a:pt x="762000" y="1323975"/>
                </a:lnTo>
                <a:lnTo>
                  <a:pt x="733425" y="1323975"/>
                </a:lnTo>
                <a:lnTo>
                  <a:pt x="733425" y="1333500"/>
                </a:lnTo>
                <a:lnTo>
                  <a:pt x="723900" y="1333500"/>
                </a:lnTo>
                <a:close/>
                <a:moveTo>
                  <a:pt x="600075" y="1304925"/>
                </a:moveTo>
                <a:lnTo>
                  <a:pt x="609600" y="1304925"/>
                </a:lnTo>
                <a:lnTo>
                  <a:pt x="609600" y="1314450"/>
                </a:lnTo>
                <a:lnTo>
                  <a:pt x="600075" y="1314450"/>
                </a:lnTo>
                <a:close/>
                <a:moveTo>
                  <a:pt x="28575" y="1314450"/>
                </a:moveTo>
                <a:lnTo>
                  <a:pt x="76200" y="1314450"/>
                </a:lnTo>
                <a:lnTo>
                  <a:pt x="76200" y="1323975"/>
                </a:lnTo>
                <a:lnTo>
                  <a:pt x="47625" y="1323975"/>
                </a:lnTo>
                <a:lnTo>
                  <a:pt x="47625" y="1333500"/>
                </a:lnTo>
                <a:lnTo>
                  <a:pt x="19050" y="1333500"/>
                </a:lnTo>
                <a:lnTo>
                  <a:pt x="19050" y="1323975"/>
                </a:lnTo>
                <a:lnTo>
                  <a:pt x="28575" y="1323975"/>
                </a:lnTo>
                <a:close/>
                <a:moveTo>
                  <a:pt x="314325" y="1314450"/>
                </a:moveTo>
                <a:lnTo>
                  <a:pt x="323850" y="1314450"/>
                </a:lnTo>
                <a:lnTo>
                  <a:pt x="323850" y="1323975"/>
                </a:lnTo>
                <a:lnTo>
                  <a:pt x="314325" y="1323975"/>
                </a:lnTo>
                <a:close/>
                <a:moveTo>
                  <a:pt x="295275" y="1323975"/>
                </a:moveTo>
                <a:lnTo>
                  <a:pt x="304800" y="1323975"/>
                </a:lnTo>
                <a:lnTo>
                  <a:pt x="304800" y="1333500"/>
                </a:lnTo>
                <a:lnTo>
                  <a:pt x="295275" y="1333500"/>
                </a:lnTo>
                <a:close/>
                <a:moveTo>
                  <a:pt x="847725" y="1323975"/>
                </a:moveTo>
                <a:lnTo>
                  <a:pt x="857250" y="1323975"/>
                </a:lnTo>
                <a:lnTo>
                  <a:pt x="857250" y="1333500"/>
                </a:lnTo>
                <a:lnTo>
                  <a:pt x="866775" y="1333500"/>
                </a:lnTo>
                <a:lnTo>
                  <a:pt x="866775" y="1343025"/>
                </a:lnTo>
                <a:lnTo>
                  <a:pt x="857250" y="1343025"/>
                </a:lnTo>
                <a:lnTo>
                  <a:pt x="857250" y="1352550"/>
                </a:lnTo>
                <a:lnTo>
                  <a:pt x="866775" y="1352550"/>
                </a:lnTo>
                <a:lnTo>
                  <a:pt x="866775" y="1371600"/>
                </a:lnTo>
                <a:lnTo>
                  <a:pt x="876300" y="1371600"/>
                </a:lnTo>
                <a:lnTo>
                  <a:pt x="876300" y="1400175"/>
                </a:lnTo>
                <a:lnTo>
                  <a:pt x="866775" y="1400175"/>
                </a:lnTo>
                <a:lnTo>
                  <a:pt x="866775" y="1390650"/>
                </a:lnTo>
                <a:lnTo>
                  <a:pt x="857250" y="1390650"/>
                </a:lnTo>
                <a:lnTo>
                  <a:pt x="857250" y="1371600"/>
                </a:lnTo>
                <a:lnTo>
                  <a:pt x="847725" y="1371600"/>
                </a:lnTo>
                <a:lnTo>
                  <a:pt x="847725" y="1352550"/>
                </a:lnTo>
                <a:lnTo>
                  <a:pt x="838200" y="1352550"/>
                </a:lnTo>
                <a:lnTo>
                  <a:pt x="838200" y="1343025"/>
                </a:lnTo>
                <a:lnTo>
                  <a:pt x="847725" y="1343025"/>
                </a:lnTo>
                <a:close/>
                <a:moveTo>
                  <a:pt x="885825" y="1323975"/>
                </a:moveTo>
                <a:lnTo>
                  <a:pt x="914400" y="1323975"/>
                </a:lnTo>
                <a:lnTo>
                  <a:pt x="914400" y="1333500"/>
                </a:lnTo>
                <a:lnTo>
                  <a:pt x="885825" y="1333500"/>
                </a:lnTo>
                <a:close/>
                <a:moveTo>
                  <a:pt x="533400" y="1333500"/>
                </a:moveTo>
                <a:lnTo>
                  <a:pt x="542925" y="1333500"/>
                </a:lnTo>
                <a:lnTo>
                  <a:pt x="542925" y="1343025"/>
                </a:lnTo>
                <a:lnTo>
                  <a:pt x="533400" y="1343025"/>
                </a:lnTo>
                <a:close/>
                <a:moveTo>
                  <a:pt x="1000125" y="1333500"/>
                </a:moveTo>
                <a:lnTo>
                  <a:pt x="1009650" y="1333500"/>
                </a:lnTo>
                <a:lnTo>
                  <a:pt x="1009650" y="1343025"/>
                </a:lnTo>
                <a:lnTo>
                  <a:pt x="1000125" y="1343025"/>
                </a:lnTo>
                <a:close/>
                <a:moveTo>
                  <a:pt x="1019175" y="1333500"/>
                </a:moveTo>
                <a:lnTo>
                  <a:pt x="1028700" y="1333500"/>
                </a:lnTo>
                <a:lnTo>
                  <a:pt x="1028700" y="1352550"/>
                </a:lnTo>
                <a:lnTo>
                  <a:pt x="1019175" y="1352550"/>
                </a:lnTo>
                <a:close/>
                <a:moveTo>
                  <a:pt x="1066800" y="1333500"/>
                </a:moveTo>
                <a:lnTo>
                  <a:pt x="1085850" y="1333500"/>
                </a:lnTo>
                <a:lnTo>
                  <a:pt x="1085850" y="1343025"/>
                </a:lnTo>
                <a:lnTo>
                  <a:pt x="1076325" y="1343025"/>
                </a:lnTo>
                <a:lnTo>
                  <a:pt x="1076325" y="1362075"/>
                </a:lnTo>
                <a:lnTo>
                  <a:pt x="1057275" y="1362075"/>
                </a:lnTo>
                <a:lnTo>
                  <a:pt x="1057275" y="1343025"/>
                </a:lnTo>
                <a:lnTo>
                  <a:pt x="1066800" y="1343025"/>
                </a:lnTo>
                <a:close/>
                <a:moveTo>
                  <a:pt x="1152525" y="1333500"/>
                </a:moveTo>
                <a:lnTo>
                  <a:pt x="1162050" y="1333500"/>
                </a:lnTo>
                <a:lnTo>
                  <a:pt x="1162050" y="1343025"/>
                </a:lnTo>
                <a:lnTo>
                  <a:pt x="1152525" y="1343025"/>
                </a:lnTo>
                <a:close/>
                <a:moveTo>
                  <a:pt x="504825" y="1343025"/>
                </a:moveTo>
                <a:lnTo>
                  <a:pt x="514350" y="1343025"/>
                </a:lnTo>
                <a:lnTo>
                  <a:pt x="514350" y="1352550"/>
                </a:lnTo>
                <a:lnTo>
                  <a:pt x="504825" y="1352550"/>
                </a:lnTo>
                <a:close/>
                <a:moveTo>
                  <a:pt x="752475" y="1343025"/>
                </a:moveTo>
                <a:lnTo>
                  <a:pt x="762000" y="1343025"/>
                </a:lnTo>
                <a:lnTo>
                  <a:pt x="762000" y="1352550"/>
                </a:lnTo>
                <a:lnTo>
                  <a:pt x="781050" y="1352550"/>
                </a:lnTo>
                <a:lnTo>
                  <a:pt x="781050" y="1362075"/>
                </a:lnTo>
                <a:lnTo>
                  <a:pt x="790575" y="1362075"/>
                </a:lnTo>
                <a:lnTo>
                  <a:pt x="790575" y="1352550"/>
                </a:lnTo>
                <a:lnTo>
                  <a:pt x="800100" y="1352550"/>
                </a:lnTo>
                <a:lnTo>
                  <a:pt x="800100" y="1362075"/>
                </a:lnTo>
                <a:lnTo>
                  <a:pt x="790575" y="1362075"/>
                </a:lnTo>
                <a:lnTo>
                  <a:pt x="790575" y="1390650"/>
                </a:lnTo>
                <a:lnTo>
                  <a:pt x="800100" y="1390650"/>
                </a:lnTo>
                <a:lnTo>
                  <a:pt x="800100" y="1371600"/>
                </a:lnTo>
                <a:lnTo>
                  <a:pt x="809625" y="1371600"/>
                </a:lnTo>
                <a:lnTo>
                  <a:pt x="809625" y="1400175"/>
                </a:lnTo>
                <a:lnTo>
                  <a:pt x="790575" y="1400175"/>
                </a:lnTo>
                <a:lnTo>
                  <a:pt x="790575" y="1409700"/>
                </a:lnTo>
                <a:lnTo>
                  <a:pt x="781050" y="1409700"/>
                </a:lnTo>
                <a:lnTo>
                  <a:pt x="781050" y="1419225"/>
                </a:lnTo>
                <a:lnTo>
                  <a:pt x="771525" y="1419225"/>
                </a:lnTo>
                <a:lnTo>
                  <a:pt x="771525" y="1400175"/>
                </a:lnTo>
                <a:lnTo>
                  <a:pt x="781050" y="1400175"/>
                </a:lnTo>
                <a:lnTo>
                  <a:pt x="781050" y="1371600"/>
                </a:lnTo>
                <a:lnTo>
                  <a:pt x="762000" y="1371600"/>
                </a:lnTo>
                <a:lnTo>
                  <a:pt x="762000" y="1362075"/>
                </a:lnTo>
                <a:lnTo>
                  <a:pt x="752475" y="1362075"/>
                </a:lnTo>
                <a:close/>
                <a:moveTo>
                  <a:pt x="981075" y="1343025"/>
                </a:moveTo>
                <a:lnTo>
                  <a:pt x="990600" y="1343025"/>
                </a:lnTo>
                <a:lnTo>
                  <a:pt x="990600" y="1352550"/>
                </a:lnTo>
                <a:lnTo>
                  <a:pt x="981075" y="1352550"/>
                </a:lnTo>
                <a:close/>
                <a:moveTo>
                  <a:pt x="9525" y="1352550"/>
                </a:moveTo>
                <a:lnTo>
                  <a:pt x="19050" y="1352550"/>
                </a:lnTo>
                <a:lnTo>
                  <a:pt x="19050" y="1362075"/>
                </a:lnTo>
                <a:lnTo>
                  <a:pt x="9525" y="1362075"/>
                </a:lnTo>
                <a:close/>
                <a:moveTo>
                  <a:pt x="733425" y="1352550"/>
                </a:moveTo>
                <a:lnTo>
                  <a:pt x="742950" y="1352550"/>
                </a:lnTo>
                <a:lnTo>
                  <a:pt x="742950" y="1362075"/>
                </a:lnTo>
                <a:lnTo>
                  <a:pt x="752475" y="1362075"/>
                </a:lnTo>
                <a:lnTo>
                  <a:pt x="752475" y="1390650"/>
                </a:lnTo>
                <a:lnTo>
                  <a:pt x="733425" y="1390650"/>
                </a:lnTo>
                <a:close/>
                <a:moveTo>
                  <a:pt x="962025" y="1352550"/>
                </a:moveTo>
                <a:lnTo>
                  <a:pt x="971550" y="1352550"/>
                </a:lnTo>
                <a:lnTo>
                  <a:pt x="971550" y="1381125"/>
                </a:lnTo>
                <a:lnTo>
                  <a:pt x="990600" y="1381125"/>
                </a:lnTo>
                <a:lnTo>
                  <a:pt x="990600" y="1400175"/>
                </a:lnTo>
                <a:lnTo>
                  <a:pt x="971550" y="1400175"/>
                </a:lnTo>
                <a:lnTo>
                  <a:pt x="971550" y="1390650"/>
                </a:lnTo>
                <a:lnTo>
                  <a:pt x="962025" y="1390650"/>
                </a:lnTo>
                <a:close/>
                <a:moveTo>
                  <a:pt x="0" y="1362075"/>
                </a:moveTo>
                <a:lnTo>
                  <a:pt x="9525" y="1362075"/>
                </a:lnTo>
                <a:lnTo>
                  <a:pt x="9525" y="1400175"/>
                </a:lnTo>
                <a:lnTo>
                  <a:pt x="0" y="1400175"/>
                </a:lnTo>
                <a:close/>
                <a:moveTo>
                  <a:pt x="57150" y="1362075"/>
                </a:moveTo>
                <a:lnTo>
                  <a:pt x="66675" y="1362075"/>
                </a:lnTo>
                <a:lnTo>
                  <a:pt x="66675" y="1371600"/>
                </a:lnTo>
                <a:lnTo>
                  <a:pt x="57150" y="1371600"/>
                </a:lnTo>
                <a:close/>
                <a:moveTo>
                  <a:pt x="676275" y="1362075"/>
                </a:moveTo>
                <a:lnTo>
                  <a:pt x="685800" y="1362075"/>
                </a:lnTo>
                <a:lnTo>
                  <a:pt x="685800" y="1371600"/>
                </a:lnTo>
                <a:lnTo>
                  <a:pt x="676275" y="1371600"/>
                </a:lnTo>
                <a:close/>
                <a:moveTo>
                  <a:pt x="942975" y="1362075"/>
                </a:moveTo>
                <a:lnTo>
                  <a:pt x="952500" y="1362075"/>
                </a:lnTo>
                <a:lnTo>
                  <a:pt x="952500" y="1371600"/>
                </a:lnTo>
                <a:lnTo>
                  <a:pt x="942975" y="1371600"/>
                </a:lnTo>
                <a:close/>
                <a:moveTo>
                  <a:pt x="1123950" y="1362075"/>
                </a:moveTo>
                <a:lnTo>
                  <a:pt x="1152525" y="1362075"/>
                </a:lnTo>
                <a:lnTo>
                  <a:pt x="1152525" y="1371600"/>
                </a:lnTo>
                <a:lnTo>
                  <a:pt x="1162050" y="1371600"/>
                </a:lnTo>
                <a:lnTo>
                  <a:pt x="1162050" y="1381125"/>
                </a:lnTo>
                <a:lnTo>
                  <a:pt x="1181100" y="1381125"/>
                </a:lnTo>
                <a:lnTo>
                  <a:pt x="1181100" y="1400175"/>
                </a:lnTo>
                <a:lnTo>
                  <a:pt x="1152525" y="1400175"/>
                </a:lnTo>
                <a:lnTo>
                  <a:pt x="1152525" y="1390650"/>
                </a:lnTo>
                <a:lnTo>
                  <a:pt x="1143000" y="1390650"/>
                </a:lnTo>
                <a:lnTo>
                  <a:pt x="1143000" y="1371600"/>
                </a:lnTo>
                <a:lnTo>
                  <a:pt x="1123950" y="1371600"/>
                </a:lnTo>
                <a:close/>
                <a:moveTo>
                  <a:pt x="323850" y="1371600"/>
                </a:moveTo>
                <a:lnTo>
                  <a:pt x="342900" y="1371600"/>
                </a:lnTo>
                <a:lnTo>
                  <a:pt x="342900" y="1381125"/>
                </a:lnTo>
                <a:lnTo>
                  <a:pt x="323850" y="1381125"/>
                </a:lnTo>
                <a:close/>
                <a:moveTo>
                  <a:pt x="457200" y="1371600"/>
                </a:moveTo>
                <a:lnTo>
                  <a:pt x="466725" y="1371600"/>
                </a:lnTo>
                <a:lnTo>
                  <a:pt x="466725" y="1381125"/>
                </a:lnTo>
                <a:lnTo>
                  <a:pt x="457200" y="1381125"/>
                </a:lnTo>
                <a:close/>
                <a:moveTo>
                  <a:pt x="542925" y="1371600"/>
                </a:moveTo>
                <a:lnTo>
                  <a:pt x="552450" y="1371600"/>
                </a:lnTo>
                <a:lnTo>
                  <a:pt x="552450" y="1400175"/>
                </a:lnTo>
                <a:lnTo>
                  <a:pt x="533400" y="1400175"/>
                </a:lnTo>
                <a:lnTo>
                  <a:pt x="533400" y="1381125"/>
                </a:lnTo>
                <a:lnTo>
                  <a:pt x="542925" y="1381125"/>
                </a:lnTo>
                <a:close/>
                <a:moveTo>
                  <a:pt x="1114425" y="1371600"/>
                </a:moveTo>
                <a:lnTo>
                  <a:pt x="1123950" y="1371600"/>
                </a:lnTo>
                <a:lnTo>
                  <a:pt x="1123950" y="1390650"/>
                </a:lnTo>
                <a:lnTo>
                  <a:pt x="1114425" y="1390650"/>
                </a:lnTo>
                <a:close/>
                <a:moveTo>
                  <a:pt x="438150" y="1381125"/>
                </a:moveTo>
                <a:lnTo>
                  <a:pt x="447675" y="1381125"/>
                </a:lnTo>
                <a:lnTo>
                  <a:pt x="447675" y="1390650"/>
                </a:lnTo>
                <a:lnTo>
                  <a:pt x="438150" y="1390650"/>
                </a:lnTo>
                <a:close/>
                <a:moveTo>
                  <a:pt x="942975" y="1381125"/>
                </a:moveTo>
                <a:lnTo>
                  <a:pt x="952500" y="1381125"/>
                </a:lnTo>
                <a:lnTo>
                  <a:pt x="952500" y="1409700"/>
                </a:lnTo>
                <a:lnTo>
                  <a:pt x="933450" y="1409700"/>
                </a:lnTo>
                <a:lnTo>
                  <a:pt x="933450" y="1390650"/>
                </a:lnTo>
                <a:lnTo>
                  <a:pt x="942975" y="1390650"/>
                </a:lnTo>
                <a:close/>
                <a:moveTo>
                  <a:pt x="133350" y="1390650"/>
                </a:moveTo>
                <a:lnTo>
                  <a:pt x="152400" y="1390650"/>
                </a:lnTo>
                <a:lnTo>
                  <a:pt x="152400" y="1400175"/>
                </a:lnTo>
                <a:lnTo>
                  <a:pt x="161925" y="1400175"/>
                </a:lnTo>
                <a:lnTo>
                  <a:pt x="161925" y="1409700"/>
                </a:lnTo>
                <a:lnTo>
                  <a:pt x="142875" y="1409700"/>
                </a:lnTo>
                <a:lnTo>
                  <a:pt x="142875" y="1438275"/>
                </a:lnTo>
                <a:lnTo>
                  <a:pt x="123825" y="1438275"/>
                </a:lnTo>
                <a:lnTo>
                  <a:pt x="123825" y="1400175"/>
                </a:lnTo>
                <a:lnTo>
                  <a:pt x="133350" y="1400175"/>
                </a:lnTo>
                <a:close/>
                <a:moveTo>
                  <a:pt x="723900" y="1390650"/>
                </a:moveTo>
                <a:lnTo>
                  <a:pt x="733425" y="1390650"/>
                </a:lnTo>
                <a:lnTo>
                  <a:pt x="733425" y="1400175"/>
                </a:lnTo>
                <a:lnTo>
                  <a:pt x="723900" y="1400175"/>
                </a:lnTo>
                <a:close/>
                <a:moveTo>
                  <a:pt x="847725" y="1390650"/>
                </a:moveTo>
                <a:lnTo>
                  <a:pt x="857250" y="1390650"/>
                </a:lnTo>
                <a:lnTo>
                  <a:pt x="857250" y="1400175"/>
                </a:lnTo>
                <a:lnTo>
                  <a:pt x="847725" y="1400175"/>
                </a:lnTo>
                <a:close/>
                <a:moveTo>
                  <a:pt x="1085850" y="1390650"/>
                </a:moveTo>
                <a:lnTo>
                  <a:pt x="1104900" y="1390650"/>
                </a:lnTo>
                <a:lnTo>
                  <a:pt x="1104900" y="1400175"/>
                </a:lnTo>
                <a:lnTo>
                  <a:pt x="1095375" y="1400175"/>
                </a:lnTo>
                <a:lnTo>
                  <a:pt x="1095375" y="1409700"/>
                </a:lnTo>
                <a:lnTo>
                  <a:pt x="1066800" y="1409700"/>
                </a:lnTo>
                <a:lnTo>
                  <a:pt x="1066800" y="1428750"/>
                </a:lnTo>
                <a:lnTo>
                  <a:pt x="1085850" y="1428750"/>
                </a:lnTo>
                <a:lnTo>
                  <a:pt x="1085850" y="1438275"/>
                </a:lnTo>
                <a:lnTo>
                  <a:pt x="1095375" y="1438275"/>
                </a:lnTo>
                <a:lnTo>
                  <a:pt x="1095375" y="1466850"/>
                </a:lnTo>
                <a:lnTo>
                  <a:pt x="1085850" y="1466850"/>
                </a:lnTo>
                <a:lnTo>
                  <a:pt x="1085850" y="1476375"/>
                </a:lnTo>
                <a:lnTo>
                  <a:pt x="1057275" y="1476375"/>
                </a:lnTo>
                <a:lnTo>
                  <a:pt x="1057275" y="1466850"/>
                </a:lnTo>
                <a:lnTo>
                  <a:pt x="1038225" y="1466850"/>
                </a:lnTo>
                <a:lnTo>
                  <a:pt x="1038225" y="1447800"/>
                </a:lnTo>
                <a:lnTo>
                  <a:pt x="1047750" y="1447800"/>
                </a:lnTo>
                <a:lnTo>
                  <a:pt x="1047750" y="1400175"/>
                </a:lnTo>
                <a:lnTo>
                  <a:pt x="1085850" y="1400175"/>
                </a:lnTo>
                <a:close/>
                <a:moveTo>
                  <a:pt x="514350" y="1400175"/>
                </a:moveTo>
                <a:lnTo>
                  <a:pt x="533400" y="1400175"/>
                </a:lnTo>
                <a:lnTo>
                  <a:pt x="533400" y="1419225"/>
                </a:lnTo>
                <a:lnTo>
                  <a:pt x="514350" y="1419225"/>
                </a:lnTo>
                <a:close/>
                <a:moveTo>
                  <a:pt x="1123950" y="1400175"/>
                </a:moveTo>
                <a:lnTo>
                  <a:pt x="1143000" y="1400175"/>
                </a:lnTo>
                <a:lnTo>
                  <a:pt x="1143000" y="1409700"/>
                </a:lnTo>
                <a:lnTo>
                  <a:pt x="1123950" y="1409700"/>
                </a:lnTo>
                <a:close/>
                <a:moveTo>
                  <a:pt x="923925" y="1409700"/>
                </a:moveTo>
                <a:lnTo>
                  <a:pt x="933450" y="1409700"/>
                </a:lnTo>
                <a:lnTo>
                  <a:pt x="933450" y="1419225"/>
                </a:lnTo>
                <a:lnTo>
                  <a:pt x="923925" y="1419225"/>
                </a:lnTo>
                <a:close/>
                <a:moveTo>
                  <a:pt x="1143000" y="1409700"/>
                </a:moveTo>
                <a:lnTo>
                  <a:pt x="1162050" y="1409700"/>
                </a:lnTo>
                <a:lnTo>
                  <a:pt x="1162050" y="1438275"/>
                </a:lnTo>
                <a:lnTo>
                  <a:pt x="1152525" y="1438275"/>
                </a:lnTo>
                <a:lnTo>
                  <a:pt x="1152525" y="1447800"/>
                </a:lnTo>
                <a:lnTo>
                  <a:pt x="1143000" y="1447800"/>
                </a:lnTo>
                <a:lnTo>
                  <a:pt x="1143000" y="1457325"/>
                </a:lnTo>
                <a:lnTo>
                  <a:pt x="1133475" y="1457325"/>
                </a:lnTo>
                <a:lnTo>
                  <a:pt x="1133475" y="1466850"/>
                </a:lnTo>
                <a:lnTo>
                  <a:pt x="1123950" y="1466850"/>
                </a:lnTo>
                <a:lnTo>
                  <a:pt x="1123950" y="1419225"/>
                </a:lnTo>
                <a:lnTo>
                  <a:pt x="1143000" y="1419225"/>
                </a:lnTo>
                <a:close/>
                <a:moveTo>
                  <a:pt x="904875" y="1419225"/>
                </a:moveTo>
                <a:lnTo>
                  <a:pt x="914400" y="1419225"/>
                </a:lnTo>
                <a:lnTo>
                  <a:pt x="914400" y="1428750"/>
                </a:lnTo>
                <a:lnTo>
                  <a:pt x="904875" y="1428750"/>
                </a:lnTo>
                <a:close/>
                <a:moveTo>
                  <a:pt x="9525" y="1428750"/>
                </a:moveTo>
                <a:lnTo>
                  <a:pt x="47625" y="1428750"/>
                </a:lnTo>
                <a:lnTo>
                  <a:pt x="47625" y="1438275"/>
                </a:lnTo>
                <a:lnTo>
                  <a:pt x="66675" y="1438275"/>
                </a:lnTo>
                <a:lnTo>
                  <a:pt x="66675" y="1466850"/>
                </a:lnTo>
                <a:lnTo>
                  <a:pt x="57150" y="1466850"/>
                </a:lnTo>
                <a:lnTo>
                  <a:pt x="57150" y="1476375"/>
                </a:lnTo>
                <a:lnTo>
                  <a:pt x="38100" y="1476375"/>
                </a:lnTo>
                <a:lnTo>
                  <a:pt x="38100" y="1466850"/>
                </a:lnTo>
                <a:lnTo>
                  <a:pt x="28575" y="1466850"/>
                </a:lnTo>
                <a:lnTo>
                  <a:pt x="28575" y="1457325"/>
                </a:lnTo>
                <a:lnTo>
                  <a:pt x="19050" y="1457325"/>
                </a:lnTo>
                <a:lnTo>
                  <a:pt x="19050" y="1438275"/>
                </a:lnTo>
                <a:lnTo>
                  <a:pt x="9525" y="1438275"/>
                </a:lnTo>
                <a:close/>
                <a:moveTo>
                  <a:pt x="200025" y="1428750"/>
                </a:moveTo>
                <a:lnTo>
                  <a:pt x="209550" y="1428750"/>
                </a:lnTo>
                <a:lnTo>
                  <a:pt x="209550" y="1447800"/>
                </a:lnTo>
                <a:lnTo>
                  <a:pt x="190500" y="1447800"/>
                </a:lnTo>
                <a:lnTo>
                  <a:pt x="190500" y="1438275"/>
                </a:lnTo>
                <a:lnTo>
                  <a:pt x="200025" y="1438275"/>
                </a:lnTo>
                <a:close/>
                <a:moveTo>
                  <a:pt x="600075" y="1428750"/>
                </a:moveTo>
                <a:lnTo>
                  <a:pt x="609600" y="1428750"/>
                </a:lnTo>
                <a:lnTo>
                  <a:pt x="609600" y="1447800"/>
                </a:lnTo>
                <a:lnTo>
                  <a:pt x="590550" y="1447800"/>
                </a:lnTo>
                <a:lnTo>
                  <a:pt x="590550" y="1438275"/>
                </a:lnTo>
                <a:lnTo>
                  <a:pt x="600075" y="1438275"/>
                </a:lnTo>
                <a:close/>
                <a:moveTo>
                  <a:pt x="742950" y="1428750"/>
                </a:moveTo>
                <a:lnTo>
                  <a:pt x="752475" y="1428750"/>
                </a:lnTo>
                <a:lnTo>
                  <a:pt x="752475" y="1438275"/>
                </a:lnTo>
                <a:lnTo>
                  <a:pt x="742950" y="1438275"/>
                </a:lnTo>
                <a:close/>
                <a:moveTo>
                  <a:pt x="1171575" y="1428750"/>
                </a:moveTo>
                <a:lnTo>
                  <a:pt x="1181100" y="1428750"/>
                </a:lnTo>
                <a:lnTo>
                  <a:pt x="1181100" y="1466850"/>
                </a:lnTo>
                <a:lnTo>
                  <a:pt x="1171575" y="1466850"/>
                </a:lnTo>
                <a:close/>
                <a:moveTo>
                  <a:pt x="552450" y="1438275"/>
                </a:moveTo>
                <a:lnTo>
                  <a:pt x="561975" y="1438275"/>
                </a:lnTo>
                <a:lnTo>
                  <a:pt x="561975" y="1447800"/>
                </a:lnTo>
                <a:lnTo>
                  <a:pt x="552450" y="1447800"/>
                </a:lnTo>
                <a:close/>
                <a:moveTo>
                  <a:pt x="809625" y="1438275"/>
                </a:moveTo>
                <a:lnTo>
                  <a:pt x="828675" y="1438275"/>
                </a:lnTo>
                <a:lnTo>
                  <a:pt x="828675" y="1447800"/>
                </a:lnTo>
                <a:lnTo>
                  <a:pt x="809625" y="1447800"/>
                </a:lnTo>
                <a:close/>
                <a:moveTo>
                  <a:pt x="962025" y="1438275"/>
                </a:moveTo>
                <a:lnTo>
                  <a:pt x="971550" y="1438275"/>
                </a:lnTo>
                <a:lnTo>
                  <a:pt x="971550" y="1447800"/>
                </a:lnTo>
                <a:lnTo>
                  <a:pt x="990600" y="1447800"/>
                </a:lnTo>
                <a:lnTo>
                  <a:pt x="990600" y="1457325"/>
                </a:lnTo>
                <a:lnTo>
                  <a:pt x="962025" y="1457325"/>
                </a:lnTo>
                <a:close/>
                <a:moveTo>
                  <a:pt x="1104900" y="1438275"/>
                </a:moveTo>
                <a:lnTo>
                  <a:pt x="1114425" y="1438275"/>
                </a:lnTo>
                <a:lnTo>
                  <a:pt x="1114425" y="1447800"/>
                </a:lnTo>
                <a:lnTo>
                  <a:pt x="1104900" y="1447800"/>
                </a:lnTo>
                <a:close/>
                <a:moveTo>
                  <a:pt x="495300" y="1447800"/>
                </a:moveTo>
                <a:lnTo>
                  <a:pt x="504825" y="1447800"/>
                </a:lnTo>
                <a:lnTo>
                  <a:pt x="504825" y="1466850"/>
                </a:lnTo>
                <a:lnTo>
                  <a:pt x="485775" y="1466850"/>
                </a:lnTo>
                <a:lnTo>
                  <a:pt x="485775" y="1457325"/>
                </a:lnTo>
                <a:lnTo>
                  <a:pt x="495300" y="1457325"/>
                </a:lnTo>
                <a:close/>
                <a:moveTo>
                  <a:pt x="533400" y="1447800"/>
                </a:moveTo>
                <a:lnTo>
                  <a:pt x="542925" y="1447800"/>
                </a:lnTo>
                <a:lnTo>
                  <a:pt x="542925" y="1466850"/>
                </a:lnTo>
                <a:lnTo>
                  <a:pt x="533400" y="1466850"/>
                </a:lnTo>
                <a:close/>
                <a:moveTo>
                  <a:pt x="942975" y="1447800"/>
                </a:moveTo>
                <a:lnTo>
                  <a:pt x="952500" y="1447800"/>
                </a:lnTo>
                <a:lnTo>
                  <a:pt x="952500" y="1457325"/>
                </a:lnTo>
                <a:lnTo>
                  <a:pt x="942975" y="1457325"/>
                </a:lnTo>
                <a:close/>
                <a:moveTo>
                  <a:pt x="771525" y="1457325"/>
                </a:moveTo>
                <a:lnTo>
                  <a:pt x="781050" y="1457325"/>
                </a:lnTo>
                <a:lnTo>
                  <a:pt x="781050" y="1466850"/>
                </a:lnTo>
                <a:lnTo>
                  <a:pt x="771525" y="1466850"/>
                </a:lnTo>
                <a:close/>
                <a:moveTo>
                  <a:pt x="142875" y="1466850"/>
                </a:moveTo>
                <a:lnTo>
                  <a:pt x="152400" y="1466850"/>
                </a:lnTo>
                <a:lnTo>
                  <a:pt x="152400" y="1504950"/>
                </a:lnTo>
                <a:lnTo>
                  <a:pt x="142875" y="1504950"/>
                </a:lnTo>
                <a:lnTo>
                  <a:pt x="142875" y="1514475"/>
                </a:lnTo>
                <a:lnTo>
                  <a:pt x="123825" y="1514475"/>
                </a:lnTo>
                <a:lnTo>
                  <a:pt x="123825" y="1524000"/>
                </a:lnTo>
                <a:lnTo>
                  <a:pt x="114300" y="1524000"/>
                </a:lnTo>
                <a:lnTo>
                  <a:pt x="114300" y="1495425"/>
                </a:lnTo>
                <a:lnTo>
                  <a:pt x="123825" y="1495425"/>
                </a:lnTo>
                <a:lnTo>
                  <a:pt x="123825" y="1485900"/>
                </a:lnTo>
                <a:lnTo>
                  <a:pt x="133350" y="1485900"/>
                </a:lnTo>
                <a:lnTo>
                  <a:pt x="133350" y="1476375"/>
                </a:lnTo>
                <a:lnTo>
                  <a:pt x="142875" y="1476375"/>
                </a:lnTo>
                <a:close/>
                <a:moveTo>
                  <a:pt x="762000" y="1466850"/>
                </a:moveTo>
                <a:lnTo>
                  <a:pt x="771525" y="1466850"/>
                </a:lnTo>
                <a:lnTo>
                  <a:pt x="771525" y="1476375"/>
                </a:lnTo>
                <a:lnTo>
                  <a:pt x="781050" y="1476375"/>
                </a:lnTo>
                <a:lnTo>
                  <a:pt x="781050" y="1485900"/>
                </a:lnTo>
                <a:lnTo>
                  <a:pt x="790575" y="1485900"/>
                </a:lnTo>
                <a:lnTo>
                  <a:pt x="790575" y="1495425"/>
                </a:lnTo>
                <a:lnTo>
                  <a:pt x="752475" y="1495425"/>
                </a:lnTo>
                <a:lnTo>
                  <a:pt x="752475" y="1476375"/>
                </a:lnTo>
                <a:lnTo>
                  <a:pt x="762000" y="1476375"/>
                </a:lnTo>
                <a:close/>
                <a:moveTo>
                  <a:pt x="971550" y="1466850"/>
                </a:moveTo>
                <a:lnTo>
                  <a:pt x="981075" y="1466850"/>
                </a:lnTo>
                <a:lnTo>
                  <a:pt x="981075" y="1476375"/>
                </a:lnTo>
                <a:lnTo>
                  <a:pt x="990600" y="1476375"/>
                </a:lnTo>
                <a:lnTo>
                  <a:pt x="990600" y="1485900"/>
                </a:lnTo>
                <a:lnTo>
                  <a:pt x="1000125" y="1485900"/>
                </a:lnTo>
                <a:lnTo>
                  <a:pt x="1000125" y="1495425"/>
                </a:lnTo>
                <a:lnTo>
                  <a:pt x="1009650" y="1495425"/>
                </a:lnTo>
                <a:lnTo>
                  <a:pt x="1009650" y="1485900"/>
                </a:lnTo>
                <a:lnTo>
                  <a:pt x="1019175" y="1485900"/>
                </a:lnTo>
                <a:lnTo>
                  <a:pt x="1019175" y="1495425"/>
                </a:lnTo>
                <a:lnTo>
                  <a:pt x="1028700" y="1495425"/>
                </a:lnTo>
                <a:lnTo>
                  <a:pt x="1028700" y="1485900"/>
                </a:lnTo>
                <a:lnTo>
                  <a:pt x="1038225" y="1485900"/>
                </a:lnTo>
                <a:lnTo>
                  <a:pt x="1038225" y="1504950"/>
                </a:lnTo>
                <a:lnTo>
                  <a:pt x="1019175" y="1504950"/>
                </a:lnTo>
                <a:lnTo>
                  <a:pt x="1019175" y="1514475"/>
                </a:lnTo>
                <a:lnTo>
                  <a:pt x="990600" y="1514475"/>
                </a:lnTo>
                <a:lnTo>
                  <a:pt x="990600" y="1495425"/>
                </a:lnTo>
                <a:lnTo>
                  <a:pt x="981075" y="1495425"/>
                </a:lnTo>
                <a:lnTo>
                  <a:pt x="981075" y="1504950"/>
                </a:lnTo>
                <a:lnTo>
                  <a:pt x="952500" y="1504950"/>
                </a:lnTo>
                <a:lnTo>
                  <a:pt x="952500" y="1533525"/>
                </a:lnTo>
                <a:lnTo>
                  <a:pt x="962025" y="1533525"/>
                </a:lnTo>
                <a:lnTo>
                  <a:pt x="962025" y="1514475"/>
                </a:lnTo>
                <a:lnTo>
                  <a:pt x="981075" y="1514475"/>
                </a:lnTo>
                <a:lnTo>
                  <a:pt x="981075" y="1524000"/>
                </a:lnTo>
                <a:lnTo>
                  <a:pt x="1000125" y="1524000"/>
                </a:lnTo>
                <a:lnTo>
                  <a:pt x="1000125" y="1533525"/>
                </a:lnTo>
                <a:lnTo>
                  <a:pt x="990600" y="1533525"/>
                </a:lnTo>
                <a:lnTo>
                  <a:pt x="990600" y="1552575"/>
                </a:lnTo>
                <a:lnTo>
                  <a:pt x="971550" y="1552575"/>
                </a:lnTo>
                <a:lnTo>
                  <a:pt x="971550" y="1562100"/>
                </a:lnTo>
                <a:lnTo>
                  <a:pt x="962025" y="1562100"/>
                </a:lnTo>
                <a:lnTo>
                  <a:pt x="962025" y="1552575"/>
                </a:lnTo>
                <a:lnTo>
                  <a:pt x="942975" y="1552575"/>
                </a:lnTo>
                <a:lnTo>
                  <a:pt x="942975" y="1562100"/>
                </a:lnTo>
                <a:lnTo>
                  <a:pt x="933450" y="1562100"/>
                </a:lnTo>
                <a:lnTo>
                  <a:pt x="933450" y="1571625"/>
                </a:lnTo>
                <a:lnTo>
                  <a:pt x="952500" y="1571625"/>
                </a:lnTo>
                <a:lnTo>
                  <a:pt x="952500" y="1581150"/>
                </a:lnTo>
                <a:lnTo>
                  <a:pt x="942975" y="1581150"/>
                </a:lnTo>
                <a:lnTo>
                  <a:pt x="942975" y="1600200"/>
                </a:lnTo>
                <a:lnTo>
                  <a:pt x="933450" y="1600200"/>
                </a:lnTo>
                <a:lnTo>
                  <a:pt x="933450" y="1590675"/>
                </a:lnTo>
                <a:lnTo>
                  <a:pt x="923925" y="1590675"/>
                </a:lnTo>
                <a:lnTo>
                  <a:pt x="923925" y="1562100"/>
                </a:lnTo>
                <a:lnTo>
                  <a:pt x="914400" y="1562100"/>
                </a:lnTo>
                <a:lnTo>
                  <a:pt x="914400" y="1552575"/>
                </a:lnTo>
                <a:lnTo>
                  <a:pt x="904875" y="1552575"/>
                </a:lnTo>
                <a:lnTo>
                  <a:pt x="904875" y="1590675"/>
                </a:lnTo>
                <a:lnTo>
                  <a:pt x="914400" y="1590675"/>
                </a:lnTo>
                <a:lnTo>
                  <a:pt x="914400" y="1609725"/>
                </a:lnTo>
                <a:lnTo>
                  <a:pt x="904875" y="1609725"/>
                </a:lnTo>
                <a:lnTo>
                  <a:pt x="904875" y="1619250"/>
                </a:lnTo>
                <a:lnTo>
                  <a:pt x="876300" y="1619250"/>
                </a:lnTo>
                <a:lnTo>
                  <a:pt x="876300" y="1628775"/>
                </a:lnTo>
                <a:lnTo>
                  <a:pt x="857250" y="1628775"/>
                </a:lnTo>
                <a:lnTo>
                  <a:pt x="857250" y="1619250"/>
                </a:lnTo>
                <a:lnTo>
                  <a:pt x="847725" y="1619250"/>
                </a:lnTo>
                <a:lnTo>
                  <a:pt x="847725" y="1609725"/>
                </a:lnTo>
                <a:lnTo>
                  <a:pt x="857250" y="1609725"/>
                </a:lnTo>
                <a:lnTo>
                  <a:pt x="857250" y="1600200"/>
                </a:lnTo>
                <a:lnTo>
                  <a:pt x="876300" y="1600200"/>
                </a:lnTo>
                <a:lnTo>
                  <a:pt x="876300" y="1581150"/>
                </a:lnTo>
                <a:lnTo>
                  <a:pt x="847725" y="1581150"/>
                </a:lnTo>
                <a:lnTo>
                  <a:pt x="847725" y="1571625"/>
                </a:lnTo>
                <a:lnTo>
                  <a:pt x="866775" y="1571625"/>
                </a:lnTo>
                <a:lnTo>
                  <a:pt x="866775" y="1552575"/>
                </a:lnTo>
                <a:lnTo>
                  <a:pt x="895350" y="1552575"/>
                </a:lnTo>
                <a:lnTo>
                  <a:pt x="895350" y="1543050"/>
                </a:lnTo>
                <a:lnTo>
                  <a:pt x="866775" y="1543050"/>
                </a:lnTo>
                <a:lnTo>
                  <a:pt x="866775" y="1533525"/>
                </a:lnTo>
                <a:lnTo>
                  <a:pt x="847725" y="1533525"/>
                </a:lnTo>
                <a:lnTo>
                  <a:pt x="847725" y="1524000"/>
                </a:lnTo>
                <a:lnTo>
                  <a:pt x="866775" y="1524000"/>
                </a:lnTo>
                <a:lnTo>
                  <a:pt x="866775" y="1514475"/>
                </a:lnTo>
                <a:lnTo>
                  <a:pt x="876300" y="1514475"/>
                </a:lnTo>
                <a:lnTo>
                  <a:pt x="876300" y="1504950"/>
                </a:lnTo>
                <a:lnTo>
                  <a:pt x="866775" y="1504950"/>
                </a:lnTo>
                <a:lnTo>
                  <a:pt x="866775" y="1485900"/>
                </a:lnTo>
                <a:lnTo>
                  <a:pt x="857250" y="1485900"/>
                </a:lnTo>
                <a:lnTo>
                  <a:pt x="857250" y="1495425"/>
                </a:lnTo>
                <a:lnTo>
                  <a:pt x="847725" y="1495425"/>
                </a:lnTo>
                <a:lnTo>
                  <a:pt x="847725" y="1476375"/>
                </a:lnTo>
                <a:lnTo>
                  <a:pt x="876300" y="1476375"/>
                </a:lnTo>
                <a:lnTo>
                  <a:pt x="876300" y="1485900"/>
                </a:lnTo>
                <a:lnTo>
                  <a:pt x="914400" y="1485900"/>
                </a:lnTo>
                <a:lnTo>
                  <a:pt x="914400" y="1495425"/>
                </a:lnTo>
                <a:lnTo>
                  <a:pt x="904875" y="1495425"/>
                </a:lnTo>
                <a:lnTo>
                  <a:pt x="904875" y="1504950"/>
                </a:lnTo>
                <a:lnTo>
                  <a:pt x="895350" y="1504950"/>
                </a:lnTo>
                <a:lnTo>
                  <a:pt x="895350" y="1533525"/>
                </a:lnTo>
                <a:lnTo>
                  <a:pt x="904875" y="1533525"/>
                </a:lnTo>
                <a:lnTo>
                  <a:pt x="904875" y="1543050"/>
                </a:lnTo>
                <a:lnTo>
                  <a:pt x="923925" y="1543050"/>
                </a:lnTo>
                <a:lnTo>
                  <a:pt x="923925" y="1533525"/>
                </a:lnTo>
                <a:lnTo>
                  <a:pt x="933450" y="1533525"/>
                </a:lnTo>
                <a:lnTo>
                  <a:pt x="933450" y="1543050"/>
                </a:lnTo>
                <a:lnTo>
                  <a:pt x="942975" y="1543050"/>
                </a:lnTo>
                <a:lnTo>
                  <a:pt x="942975" y="1514475"/>
                </a:lnTo>
                <a:lnTo>
                  <a:pt x="923925" y="1514475"/>
                </a:lnTo>
                <a:lnTo>
                  <a:pt x="923925" y="1504950"/>
                </a:lnTo>
                <a:lnTo>
                  <a:pt x="933450" y="1504950"/>
                </a:lnTo>
                <a:lnTo>
                  <a:pt x="933450" y="1485900"/>
                </a:lnTo>
                <a:lnTo>
                  <a:pt x="962025" y="1485900"/>
                </a:lnTo>
                <a:lnTo>
                  <a:pt x="962025" y="1476375"/>
                </a:lnTo>
                <a:lnTo>
                  <a:pt x="971550" y="1476375"/>
                </a:lnTo>
                <a:close/>
                <a:moveTo>
                  <a:pt x="1162050" y="1466850"/>
                </a:moveTo>
                <a:lnTo>
                  <a:pt x="1171575" y="1466850"/>
                </a:lnTo>
                <a:lnTo>
                  <a:pt x="1171575" y="1476375"/>
                </a:lnTo>
                <a:lnTo>
                  <a:pt x="1181100" y="1476375"/>
                </a:lnTo>
                <a:lnTo>
                  <a:pt x="1181100" y="1485900"/>
                </a:lnTo>
                <a:lnTo>
                  <a:pt x="1162050" y="1485900"/>
                </a:lnTo>
                <a:close/>
                <a:moveTo>
                  <a:pt x="371475" y="1476375"/>
                </a:moveTo>
                <a:lnTo>
                  <a:pt x="381000" y="1476375"/>
                </a:lnTo>
                <a:lnTo>
                  <a:pt x="381000" y="1485900"/>
                </a:lnTo>
                <a:lnTo>
                  <a:pt x="371475" y="1485900"/>
                </a:lnTo>
                <a:close/>
                <a:moveTo>
                  <a:pt x="1123950" y="1476375"/>
                </a:moveTo>
                <a:lnTo>
                  <a:pt x="1152525" y="1476375"/>
                </a:lnTo>
                <a:lnTo>
                  <a:pt x="1152525" y="1485900"/>
                </a:lnTo>
                <a:lnTo>
                  <a:pt x="1143000" y="1485900"/>
                </a:lnTo>
                <a:lnTo>
                  <a:pt x="1143000" y="1495425"/>
                </a:lnTo>
                <a:lnTo>
                  <a:pt x="1133475" y="1495425"/>
                </a:lnTo>
                <a:lnTo>
                  <a:pt x="1133475" y="1485900"/>
                </a:lnTo>
                <a:lnTo>
                  <a:pt x="1123950" y="1485900"/>
                </a:lnTo>
                <a:close/>
                <a:moveTo>
                  <a:pt x="723900" y="1495425"/>
                </a:moveTo>
                <a:lnTo>
                  <a:pt x="742950" y="1495425"/>
                </a:lnTo>
                <a:lnTo>
                  <a:pt x="742950" y="1504950"/>
                </a:lnTo>
                <a:lnTo>
                  <a:pt x="723900" y="1504950"/>
                </a:lnTo>
                <a:close/>
                <a:moveTo>
                  <a:pt x="790575" y="1495425"/>
                </a:moveTo>
                <a:lnTo>
                  <a:pt x="847725" y="1495425"/>
                </a:lnTo>
                <a:lnTo>
                  <a:pt x="847725" y="1504950"/>
                </a:lnTo>
                <a:lnTo>
                  <a:pt x="790575" y="1504950"/>
                </a:lnTo>
                <a:close/>
                <a:moveTo>
                  <a:pt x="1095375" y="1495425"/>
                </a:moveTo>
                <a:lnTo>
                  <a:pt x="1104900" y="1495425"/>
                </a:lnTo>
                <a:lnTo>
                  <a:pt x="1104900" y="1514475"/>
                </a:lnTo>
                <a:lnTo>
                  <a:pt x="1095375" y="1514475"/>
                </a:lnTo>
                <a:lnTo>
                  <a:pt x="1095375" y="1524000"/>
                </a:lnTo>
                <a:lnTo>
                  <a:pt x="1076325" y="1524000"/>
                </a:lnTo>
                <a:lnTo>
                  <a:pt x="1076325" y="1514475"/>
                </a:lnTo>
                <a:lnTo>
                  <a:pt x="1057275" y="1514475"/>
                </a:lnTo>
                <a:lnTo>
                  <a:pt x="1057275" y="1533525"/>
                </a:lnTo>
                <a:lnTo>
                  <a:pt x="1066800" y="1533525"/>
                </a:lnTo>
                <a:lnTo>
                  <a:pt x="1066800" y="1543050"/>
                </a:lnTo>
                <a:lnTo>
                  <a:pt x="1038225" y="1543050"/>
                </a:lnTo>
                <a:lnTo>
                  <a:pt x="1038225" y="1552575"/>
                </a:lnTo>
                <a:lnTo>
                  <a:pt x="1019175" y="1552575"/>
                </a:lnTo>
                <a:lnTo>
                  <a:pt x="1019175" y="1533525"/>
                </a:lnTo>
                <a:lnTo>
                  <a:pt x="1028700" y="1533525"/>
                </a:lnTo>
                <a:lnTo>
                  <a:pt x="1028700" y="1524000"/>
                </a:lnTo>
                <a:lnTo>
                  <a:pt x="1038225" y="1524000"/>
                </a:lnTo>
                <a:lnTo>
                  <a:pt x="1038225" y="1514475"/>
                </a:lnTo>
                <a:lnTo>
                  <a:pt x="1047750" y="1514475"/>
                </a:lnTo>
                <a:lnTo>
                  <a:pt x="1047750" y="1504950"/>
                </a:lnTo>
                <a:lnTo>
                  <a:pt x="1095375" y="1504950"/>
                </a:lnTo>
                <a:close/>
                <a:moveTo>
                  <a:pt x="0" y="1504950"/>
                </a:moveTo>
                <a:lnTo>
                  <a:pt x="9525" y="1504950"/>
                </a:lnTo>
                <a:lnTo>
                  <a:pt x="9525" y="1524000"/>
                </a:lnTo>
                <a:lnTo>
                  <a:pt x="0" y="1524000"/>
                </a:lnTo>
                <a:close/>
                <a:moveTo>
                  <a:pt x="19050" y="1514475"/>
                </a:moveTo>
                <a:lnTo>
                  <a:pt x="38100" y="1514475"/>
                </a:lnTo>
                <a:lnTo>
                  <a:pt x="38100" y="1524000"/>
                </a:lnTo>
                <a:lnTo>
                  <a:pt x="19050" y="1524000"/>
                </a:lnTo>
                <a:close/>
                <a:moveTo>
                  <a:pt x="742950" y="1514475"/>
                </a:moveTo>
                <a:lnTo>
                  <a:pt x="752475" y="1514475"/>
                </a:lnTo>
                <a:lnTo>
                  <a:pt x="752475" y="1524000"/>
                </a:lnTo>
                <a:lnTo>
                  <a:pt x="781050" y="1524000"/>
                </a:lnTo>
                <a:lnTo>
                  <a:pt x="781050" y="1533525"/>
                </a:lnTo>
                <a:lnTo>
                  <a:pt x="771525" y="1533525"/>
                </a:lnTo>
                <a:lnTo>
                  <a:pt x="771525" y="1543050"/>
                </a:lnTo>
                <a:lnTo>
                  <a:pt x="752475" y="1543050"/>
                </a:lnTo>
                <a:lnTo>
                  <a:pt x="752475" y="1552575"/>
                </a:lnTo>
                <a:lnTo>
                  <a:pt x="742950" y="1552575"/>
                </a:lnTo>
                <a:close/>
                <a:moveTo>
                  <a:pt x="1133475" y="1514475"/>
                </a:moveTo>
                <a:lnTo>
                  <a:pt x="1143000" y="1514475"/>
                </a:lnTo>
                <a:lnTo>
                  <a:pt x="1143000" y="1524000"/>
                </a:lnTo>
                <a:lnTo>
                  <a:pt x="1133475" y="1524000"/>
                </a:lnTo>
                <a:close/>
                <a:moveTo>
                  <a:pt x="790575" y="1524000"/>
                </a:moveTo>
                <a:lnTo>
                  <a:pt x="809625" y="1524000"/>
                </a:lnTo>
                <a:lnTo>
                  <a:pt x="809625" y="1533525"/>
                </a:lnTo>
                <a:lnTo>
                  <a:pt x="790575" y="1533525"/>
                </a:lnTo>
                <a:close/>
                <a:moveTo>
                  <a:pt x="819150" y="1524000"/>
                </a:moveTo>
                <a:lnTo>
                  <a:pt x="838200" y="1524000"/>
                </a:lnTo>
                <a:lnTo>
                  <a:pt x="838200" y="1533525"/>
                </a:lnTo>
                <a:lnTo>
                  <a:pt x="847725" y="1533525"/>
                </a:lnTo>
                <a:lnTo>
                  <a:pt x="847725" y="1552575"/>
                </a:lnTo>
                <a:lnTo>
                  <a:pt x="809625" y="1552575"/>
                </a:lnTo>
                <a:lnTo>
                  <a:pt x="809625" y="1533525"/>
                </a:lnTo>
                <a:lnTo>
                  <a:pt x="819150" y="1533525"/>
                </a:lnTo>
                <a:close/>
                <a:moveTo>
                  <a:pt x="28575" y="1533525"/>
                </a:moveTo>
                <a:lnTo>
                  <a:pt x="57150" y="1533525"/>
                </a:lnTo>
                <a:lnTo>
                  <a:pt x="57150" y="1543050"/>
                </a:lnTo>
                <a:lnTo>
                  <a:pt x="66675" y="1543050"/>
                </a:lnTo>
                <a:lnTo>
                  <a:pt x="66675" y="1562100"/>
                </a:lnTo>
                <a:lnTo>
                  <a:pt x="38100" y="1562100"/>
                </a:lnTo>
                <a:lnTo>
                  <a:pt x="38100" y="1552575"/>
                </a:lnTo>
                <a:lnTo>
                  <a:pt x="28575" y="1552575"/>
                </a:lnTo>
                <a:close/>
                <a:moveTo>
                  <a:pt x="1171575" y="1533525"/>
                </a:moveTo>
                <a:lnTo>
                  <a:pt x="1181100" y="1533525"/>
                </a:lnTo>
                <a:lnTo>
                  <a:pt x="1181100" y="1552575"/>
                </a:lnTo>
                <a:lnTo>
                  <a:pt x="1171575" y="1552575"/>
                </a:lnTo>
                <a:close/>
                <a:moveTo>
                  <a:pt x="152400" y="1543050"/>
                </a:moveTo>
                <a:lnTo>
                  <a:pt x="161925" y="1543050"/>
                </a:lnTo>
                <a:lnTo>
                  <a:pt x="161925" y="1552575"/>
                </a:lnTo>
                <a:lnTo>
                  <a:pt x="152400" y="1552575"/>
                </a:lnTo>
                <a:close/>
                <a:moveTo>
                  <a:pt x="1114425" y="1543050"/>
                </a:moveTo>
                <a:lnTo>
                  <a:pt x="1162050" y="1543050"/>
                </a:lnTo>
                <a:lnTo>
                  <a:pt x="1162050" y="1552575"/>
                </a:lnTo>
                <a:lnTo>
                  <a:pt x="1152525" y="1552575"/>
                </a:lnTo>
                <a:lnTo>
                  <a:pt x="1152525" y="1571625"/>
                </a:lnTo>
                <a:lnTo>
                  <a:pt x="1143000" y="1571625"/>
                </a:lnTo>
                <a:lnTo>
                  <a:pt x="1143000" y="1590675"/>
                </a:lnTo>
                <a:lnTo>
                  <a:pt x="1114425" y="1590675"/>
                </a:lnTo>
                <a:lnTo>
                  <a:pt x="1114425" y="1600200"/>
                </a:lnTo>
                <a:lnTo>
                  <a:pt x="1104900" y="1600200"/>
                </a:lnTo>
                <a:lnTo>
                  <a:pt x="1104900" y="1609725"/>
                </a:lnTo>
                <a:lnTo>
                  <a:pt x="1095375" y="1609725"/>
                </a:lnTo>
                <a:lnTo>
                  <a:pt x="1095375" y="1619250"/>
                </a:lnTo>
                <a:lnTo>
                  <a:pt x="1085850" y="1619250"/>
                </a:lnTo>
                <a:lnTo>
                  <a:pt x="1085850" y="1628775"/>
                </a:lnTo>
                <a:lnTo>
                  <a:pt x="1066800" y="1628775"/>
                </a:lnTo>
                <a:lnTo>
                  <a:pt x="1066800" y="1619250"/>
                </a:lnTo>
                <a:lnTo>
                  <a:pt x="1076325" y="1619250"/>
                </a:lnTo>
                <a:lnTo>
                  <a:pt x="1076325" y="1609725"/>
                </a:lnTo>
                <a:lnTo>
                  <a:pt x="1066800" y="1609725"/>
                </a:lnTo>
                <a:lnTo>
                  <a:pt x="1066800" y="1590675"/>
                </a:lnTo>
                <a:lnTo>
                  <a:pt x="1057275" y="1590675"/>
                </a:lnTo>
                <a:lnTo>
                  <a:pt x="1057275" y="1581150"/>
                </a:lnTo>
                <a:lnTo>
                  <a:pt x="1047750" y="1581150"/>
                </a:lnTo>
                <a:lnTo>
                  <a:pt x="1047750" y="1571625"/>
                </a:lnTo>
                <a:lnTo>
                  <a:pt x="1104900" y="1571625"/>
                </a:lnTo>
                <a:lnTo>
                  <a:pt x="1104900" y="1552575"/>
                </a:lnTo>
                <a:lnTo>
                  <a:pt x="1114425" y="1552575"/>
                </a:lnTo>
                <a:close/>
                <a:moveTo>
                  <a:pt x="19050" y="1552575"/>
                </a:moveTo>
                <a:lnTo>
                  <a:pt x="28575" y="1552575"/>
                </a:lnTo>
                <a:lnTo>
                  <a:pt x="28575" y="1562100"/>
                </a:lnTo>
                <a:lnTo>
                  <a:pt x="19050" y="1562100"/>
                </a:lnTo>
                <a:close/>
                <a:moveTo>
                  <a:pt x="342900" y="1552575"/>
                </a:moveTo>
                <a:lnTo>
                  <a:pt x="352425" y="1552575"/>
                </a:lnTo>
                <a:lnTo>
                  <a:pt x="352425" y="1571625"/>
                </a:lnTo>
                <a:lnTo>
                  <a:pt x="342900" y="1571625"/>
                </a:lnTo>
                <a:close/>
                <a:moveTo>
                  <a:pt x="752475" y="1552575"/>
                </a:moveTo>
                <a:lnTo>
                  <a:pt x="762000" y="1552575"/>
                </a:lnTo>
                <a:lnTo>
                  <a:pt x="762000" y="1562100"/>
                </a:lnTo>
                <a:lnTo>
                  <a:pt x="771525" y="1562100"/>
                </a:lnTo>
                <a:lnTo>
                  <a:pt x="771525" y="1552575"/>
                </a:lnTo>
                <a:lnTo>
                  <a:pt x="781050" y="1552575"/>
                </a:lnTo>
                <a:lnTo>
                  <a:pt x="781050" y="1590675"/>
                </a:lnTo>
                <a:lnTo>
                  <a:pt x="838200" y="1590675"/>
                </a:lnTo>
                <a:lnTo>
                  <a:pt x="838200" y="1619250"/>
                </a:lnTo>
                <a:lnTo>
                  <a:pt x="800100" y="1619250"/>
                </a:lnTo>
                <a:lnTo>
                  <a:pt x="800100" y="1638300"/>
                </a:lnTo>
                <a:lnTo>
                  <a:pt x="809625" y="1638300"/>
                </a:lnTo>
                <a:lnTo>
                  <a:pt x="809625" y="1647825"/>
                </a:lnTo>
                <a:lnTo>
                  <a:pt x="790575" y="1647825"/>
                </a:lnTo>
                <a:lnTo>
                  <a:pt x="790575" y="1666875"/>
                </a:lnTo>
                <a:lnTo>
                  <a:pt x="781050" y="1666875"/>
                </a:lnTo>
                <a:lnTo>
                  <a:pt x="781050" y="1657350"/>
                </a:lnTo>
                <a:lnTo>
                  <a:pt x="771525" y="1657350"/>
                </a:lnTo>
                <a:lnTo>
                  <a:pt x="771525" y="1638300"/>
                </a:lnTo>
                <a:lnTo>
                  <a:pt x="762000" y="1638300"/>
                </a:lnTo>
                <a:lnTo>
                  <a:pt x="762000" y="1628775"/>
                </a:lnTo>
                <a:lnTo>
                  <a:pt x="781050" y="1628775"/>
                </a:lnTo>
                <a:lnTo>
                  <a:pt x="781050" y="1600200"/>
                </a:lnTo>
                <a:lnTo>
                  <a:pt x="771525" y="1600200"/>
                </a:lnTo>
                <a:lnTo>
                  <a:pt x="771525" y="1581150"/>
                </a:lnTo>
                <a:lnTo>
                  <a:pt x="752475" y="1581150"/>
                </a:lnTo>
                <a:lnTo>
                  <a:pt x="752475" y="1600200"/>
                </a:lnTo>
                <a:lnTo>
                  <a:pt x="733425" y="1600200"/>
                </a:lnTo>
                <a:lnTo>
                  <a:pt x="733425" y="1590675"/>
                </a:lnTo>
                <a:lnTo>
                  <a:pt x="723900" y="1590675"/>
                </a:lnTo>
                <a:lnTo>
                  <a:pt x="723900" y="1581150"/>
                </a:lnTo>
                <a:lnTo>
                  <a:pt x="733425" y="1581150"/>
                </a:lnTo>
                <a:lnTo>
                  <a:pt x="733425" y="1571625"/>
                </a:lnTo>
                <a:lnTo>
                  <a:pt x="752475" y="1571625"/>
                </a:lnTo>
                <a:close/>
                <a:moveTo>
                  <a:pt x="800100" y="1562100"/>
                </a:moveTo>
                <a:lnTo>
                  <a:pt x="809625" y="1562100"/>
                </a:lnTo>
                <a:lnTo>
                  <a:pt x="809625" y="1571625"/>
                </a:lnTo>
                <a:lnTo>
                  <a:pt x="800100" y="1571625"/>
                </a:lnTo>
                <a:close/>
                <a:moveTo>
                  <a:pt x="0" y="1571625"/>
                </a:moveTo>
                <a:lnTo>
                  <a:pt x="28575" y="1571625"/>
                </a:lnTo>
                <a:lnTo>
                  <a:pt x="28575" y="1581150"/>
                </a:lnTo>
                <a:lnTo>
                  <a:pt x="9525" y="1581150"/>
                </a:lnTo>
                <a:lnTo>
                  <a:pt x="9525" y="1590675"/>
                </a:lnTo>
                <a:lnTo>
                  <a:pt x="0" y="1590675"/>
                </a:lnTo>
                <a:close/>
                <a:moveTo>
                  <a:pt x="152400" y="1571625"/>
                </a:moveTo>
                <a:lnTo>
                  <a:pt x="161925" y="1571625"/>
                </a:lnTo>
                <a:lnTo>
                  <a:pt x="161925" y="1581150"/>
                </a:lnTo>
                <a:lnTo>
                  <a:pt x="152400" y="1581150"/>
                </a:lnTo>
                <a:close/>
                <a:moveTo>
                  <a:pt x="790575" y="1571625"/>
                </a:moveTo>
                <a:lnTo>
                  <a:pt x="800100" y="1571625"/>
                </a:lnTo>
                <a:lnTo>
                  <a:pt x="800100" y="1581150"/>
                </a:lnTo>
                <a:lnTo>
                  <a:pt x="790575" y="1581150"/>
                </a:lnTo>
                <a:close/>
                <a:moveTo>
                  <a:pt x="133350" y="1581150"/>
                </a:moveTo>
                <a:lnTo>
                  <a:pt x="142875" y="1581150"/>
                </a:lnTo>
                <a:lnTo>
                  <a:pt x="142875" y="1590675"/>
                </a:lnTo>
                <a:lnTo>
                  <a:pt x="133350" y="1590675"/>
                </a:lnTo>
                <a:close/>
                <a:moveTo>
                  <a:pt x="876300" y="1581150"/>
                </a:moveTo>
                <a:lnTo>
                  <a:pt x="885825" y="1581150"/>
                </a:lnTo>
                <a:lnTo>
                  <a:pt x="885825" y="1571625"/>
                </a:lnTo>
                <a:lnTo>
                  <a:pt x="876300" y="1571625"/>
                </a:lnTo>
                <a:close/>
                <a:moveTo>
                  <a:pt x="981075" y="1581150"/>
                </a:moveTo>
                <a:lnTo>
                  <a:pt x="1000125" y="1581150"/>
                </a:lnTo>
                <a:lnTo>
                  <a:pt x="1000125" y="1600200"/>
                </a:lnTo>
                <a:lnTo>
                  <a:pt x="990600" y="1600200"/>
                </a:lnTo>
                <a:lnTo>
                  <a:pt x="990600" y="1619250"/>
                </a:lnTo>
                <a:lnTo>
                  <a:pt x="1000125" y="1619250"/>
                </a:lnTo>
                <a:lnTo>
                  <a:pt x="1000125" y="1638300"/>
                </a:lnTo>
                <a:lnTo>
                  <a:pt x="1019175" y="1638300"/>
                </a:lnTo>
                <a:lnTo>
                  <a:pt x="1019175" y="1619250"/>
                </a:lnTo>
                <a:lnTo>
                  <a:pt x="1028700" y="1619250"/>
                </a:lnTo>
                <a:lnTo>
                  <a:pt x="1028700" y="1628775"/>
                </a:lnTo>
                <a:lnTo>
                  <a:pt x="1038225" y="1628775"/>
                </a:lnTo>
                <a:lnTo>
                  <a:pt x="1038225" y="1647825"/>
                </a:lnTo>
                <a:lnTo>
                  <a:pt x="1028700" y="1647825"/>
                </a:lnTo>
                <a:lnTo>
                  <a:pt x="1028700" y="1657350"/>
                </a:lnTo>
                <a:lnTo>
                  <a:pt x="1038225" y="1657350"/>
                </a:lnTo>
                <a:lnTo>
                  <a:pt x="1038225" y="1676400"/>
                </a:lnTo>
                <a:lnTo>
                  <a:pt x="1028700" y="1676400"/>
                </a:lnTo>
                <a:lnTo>
                  <a:pt x="1028700" y="1685925"/>
                </a:lnTo>
                <a:lnTo>
                  <a:pt x="1019175" y="1685925"/>
                </a:lnTo>
                <a:lnTo>
                  <a:pt x="1019175" y="1676400"/>
                </a:lnTo>
                <a:lnTo>
                  <a:pt x="1000125" y="1676400"/>
                </a:lnTo>
                <a:lnTo>
                  <a:pt x="1000125" y="1666875"/>
                </a:lnTo>
                <a:lnTo>
                  <a:pt x="981075" y="1666875"/>
                </a:lnTo>
                <a:lnTo>
                  <a:pt x="981075" y="1676400"/>
                </a:lnTo>
                <a:lnTo>
                  <a:pt x="962025" y="1676400"/>
                </a:lnTo>
                <a:lnTo>
                  <a:pt x="962025" y="1666875"/>
                </a:lnTo>
                <a:lnTo>
                  <a:pt x="952500" y="1666875"/>
                </a:lnTo>
                <a:lnTo>
                  <a:pt x="952500" y="1676400"/>
                </a:lnTo>
                <a:lnTo>
                  <a:pt x="942975" y="1676400"/>
                </a:lnTo>
                <a:lnTo>
                  <a:pt x="942975" y="1657350"/>
                </a:lnTo>
                <a:lnTo>
                  <a:pt x="962025" y="1657350"/>
                </a:lnTo>
                <a:lnTo>
                  <a:pt x="962025" y="1647825"/>
                </a:lnTo>
                <a:lnTo>
                  <a:pt x="971550" y="1647825"/>
                </a:lnTo>
                <a:lnTo>
                  <a:pt x="971550" y="1657350"/>
                </a:lnTo>
                <a:lnTo>
                  <a:pt x="981075" y="1657350"/>
                </a:lnTo>
                <a:lnTo>
                  <a:pt x="981075" y="1638300"/>
                </a:lnTo>
                <a:lnTo>
                  <a:pt x="971550" y="1638300"/>
                </a:lnTo>
                <a:lnTo>
                  <a:pt x="971550" y="1609725"/>
                </a:lnTo>
                <a:lnTo>
                  <a:pt x="981075" y="1609725"/>
                </a:lnTo>
                <a:close/>
                <a:moveTo>
                  <a:pt x="1171575" y="1581150"/>
                </a:moveTo>
                <a:lnTo>
                  <a:pt x="1181100" y="1581150"/>
                </a:lnTo>
                <a:lnTo>
                  <a:pt x="1181100" y="1590675"/>
                </a:lnTo>
                <a:lnTo>
                  <a:pt x="1171575" y="1590675"/>
                </a:lnTo>
                <a:close/>
                <a:moveTo>
                  <a:pt x="114300" y="1590675"/>
                </a:moveTo>
                <a:lnTo>
                  <a:pt x="123825" y="1590675"/>
                </a:lnTo>
                <a:lnTo>
                  <a:pt x="123825" y="1609725"/>
                </a:lnTo>
                <a:lnTo>
                  <a:pt x="114300" y="1609725"/>
                </a:lnTo>
                <a:close/>
                <a:moveTo>
                  <a:pt x="733425" y="1590675"/>
                </a:moveTo>
                <a:lnTo>
                  <a:pt x="742950" y="1590675"/>
                </a:lnTo>
                <a:lnTo>
                  <a:pt x="742950" y="1581150"/>
                </a:lnTo>
                <a:lnTo>
                  <a:pt x="733425" y="1581150"/>
                </a:lnTo>
                <a:close/>
                <a:moveTo>
                  <a:pt x="57150" y="1600200"/>
                </a:moveTo>
                <a:lnTo>
                  <a:pt x="66675" y="1600200"/>
                </a:lnTo>
                <a:lnTo>
                  <a:pt x="66675" y="1609725"/>
                </a:lnTo>
                <a:lnTo>
                  <a:pt x="76200" y="1609725"/>
                </a:lnTo>
                <a:lnTo>
                  <a:pt x="76200" y="1619250"/>
                </a:lnTo>
                <a:lnTo>
                  <a:pt x="57150" y="1619250"/>
                </a:lnTo>
                <a:close/>
                <a:moveTo>
                  <a:pt x="142875" y="1609725"/>
                </a:moveTo>
                <a:lnTo>
                  <a:pt x="152400" y="1609725"/>
                </a:lnTo>
                <a:lnTo>
                  <a:pt x="152400" y="1619250"/>
                </a:lnTo>
                <a:lnTo>
                  <a:pt x="142875" y="1619250"/>
                </a:lnTo>
                <a:close/>
                <a:moveTo>
                  <a:pt x="95250" y="1619250"/>
                </a:moveTo>
                <a:lnTo>
                  <a:pt x="104775" y="1619250"/>
                </a:lnTo>
                <a:lnTo>
                  <a:pt x="104775" y="1638300"/>
                </a:lnTo>
                <a:lnTo>
                  <a:pt x="85725" y="1638300"/>
                </a:lnTo>
                <a:lnTo>
                  <a:pt x="85725" y="1628775"/>
                </a:lnTo>
                <a:lnTo>
                  <a:pt x="95250" y="1628775"/>
                </a:lnTo>
                <a:close/>
                <a:moveTo>
                  <a:pt x="923925" y="1619250"/>
                </a:moveTo>
                <a:lnTo>
                  <a:pt x="942975" y="1619250"/>
                </a:lnTo>
                <a:lnTo>
                  <a:pt x="942975" y="1638300"/>
                </a:lnTo>
                <a:lnTo>
                  <a:pt x="923925" y="1638300"/>
                </a:lnTo>
                <a:lnTo>
                  <a:pt x="923925" y="1657350"/>
                </a:lnTo>
                <a:lnTo>
                  <a:pt x="904875" y="1657350"/>
                </a:lnTo>
                <a:lnTo>
                  <a:pt x="904875" y="1647825"/>
                </a:lnTo>
                <a:lnTo>
                  <a:pt x="914400" y="1647825"/>
                </a:lnTo>
                <a:lnTo>
                  <a:pt x="914400" y="1628775"/>
                </a:lnTo>
                <a:lnTo>
                  <a:pt x="923925" y="1628775"/>
                </a:lnTo>
                <a:close/>
                <a:moveTo>
                  <a:pt x="1114425" y="1619250"/>
                </a:moveTo>
                <a:lnTo>
                  <a:pt x="1133475" y="1619250"/>
                </a:lnTo>
                <a:lnTo>
                  <a:pt x="1133475" y="1628775"/>
                </a:lnTo>
                <a:lnTo>
                  <a:pt x="1123950" y="1628775"/>
                </a:lnTo>
                <a:lnTo>
                  <a:pt x="1123950" y="1638300"/>
                </a:lnTo>
                <a:lnTo>
                  <a:pt x="1114425" y="1638300"/>
                </a:lnTo>
                <a:close/>
                <a:moveTo>
                  <a:pt x="828675" y="1628775"/>
                </a:moveTo>
                <a:lnTo>
                  <a:pt x="838200" y="1628775"/>
                </a:lnTo>
                <a:lnTo>
                  <a:pt x="838200" y="1638300"/>
                </a:lnTo>
                <a:lnTo>
                  <a:pt x="828675" y="1638300"/>
                </a:lnTo>
                <a:close/>
                <a:moveTo>
                  <a:pt x="847725" y="1628775"/>
                </a:moveTo>
                <a:lnTo>
                  <a:pt x="857250" y="1628775"/>
                </a:lnTo>
                <a:lnTo>
                  <a:pt x="857250" y="1657350"/>
                </a:lnTo>
                <a:lnTo>
                  <a:pt x="847725" y="1657350"/>
                </a:lnTo>
                <a:close/>
                <a:moveTo>
                  <a:pt x="9525" y="1638300"/>
                </a:moveTo>
                <a:lnTo>
                  <a:pt x="19050" y="1638300"/>
                </a:lnTo>
                <a:lnTo>
                  <a:pt x="19050" y="1647825"/>
                </a:lnTo>
                <a:lnTo>
                  <a:pt x="28575" y="1647825"/>
                </a:lnTo>
                <a:lnTo>
                  <a:pt x="28575" y="1666875"/>
                </a:lnTo>
                <a:lnTo>
                  <a:pt x="38100" y="1666875"/>
                </a:lnTo>
                <a:lnTo>
                  <a:pt x="38100" y="1676400"/>
                </a:lnTo>
                <a:lnTo>
                  <a:pt x="19050" y="1676400"/>
                </a:lnTo>
                <a:lnTo>
                  <a:pt x="19050" y="1657350"/>
                </a:lnTo>
                <a:lnTo>
                  <a:pt x="0" y="1657350"/>
                </a:lnTo>
                <a:lnTo>
                  <a:pt x="0" y="1647825"/>
                </a:lnTo>
                <a:lnTo>
                  <a:pt x="9525" y="1647825"/>
                </a:lnTo>
                <a:close/>
                <a:moveTo>
                  <a:pt x="1057275" y="1638300"/>
                </a:moveTo>
                <a:lnTo>
                  <a:pt x="1076325" y="1638300"/>
                </a:lnTo>
                <a:lnTo>
                  <a:pt x="1076325" y="1657350"/>
                </a:lnTo>
                <a:lnTo>
                  <a:pt x="1066800" y="1657350"/>
                </a:lnTo>
                <a:lnTo>
                  <a:pt x="1066800" y="1666875"/>
                </a:lnTo>
                <a:lnTo>
                  <a:pt x="1047750" y="1666875"/>
                </a:lnTo>
                <a:lnTo>
                  <a:pt x="1047750" y="1657350"/>
                </a:lnTo>
                <a:lnTo>
                  <a:pt x="1057275" y="1657350"/>
                </a:lnTo>
                <a:close/>
                <a:moveTo>
                  <a:pt x="161925" y="1647825"/>
                </a:moveTo>
                <a:lnTo>
                  <a:pt x="171450" y="1647825"/>
                </a:lnTo>
                <a:lnTo>
                  <a:pt x="171450" y="1666875"/>
                </a:lnTo>
                <a:lnTo>
                  <a:pt x="161925" y="1666875"/>
                </a:lnTo>
                <a:close/>
                <a:moveTo>
                  <a:pt x="704850" y="1647825"/>
                </a:moveTo>
                <a:lnTo>
                  <a:pt x="723900" y="1647825"/>
                </a:lnTo>
                <a:lnTo>
                  <a:pt x="723900" y="1657350"/>
                </a:lnTo>
                <a:lnTo>
                  <a:pt x="704850" y="1657350"/>
                </a:lnTo>
                <a:close/>
                <a:moveTo>
                  <a:pt x="733425" y="1647825"/>
                </a:moveTo>
                <a:lnTo>
                  <a:pt x="742950" y="1647825"/>
                </a:lnTo>
                <a:lnTo>
                  <a:pt x="742950" y="1657350"/>
                </a:lnTo>
                <a:lnTo>
                  <a:pt x="733425" y="1657350"/>
                </a:lnTo>
                <a:close/>
                <a:moveTo>
                  <a:pt x="838200" y="1666875"/>
                </a:moveTo>
                <a:lnTo>
                  <a:pt x="847725" y="1666875"/>
                </a:lnTo>
                <a:lnTo>
                  <a:pt x="847725" y="1695450"/>
                </a:lnTo>
                <a:lnTo>
                  <a:pt x="838200" y="1695450"/>
                </a:lnTo>
                <a:lnTo>
                  <a:pt x="838200" y="1704975"/>
                </a:lnTo>
                <a:lnTo>
                  <a:pt x="828675" y="1704975"/>
                </a:lnTo>
                <a:lnTo>
                  <a:pt x="828675" y="1714500"/>
                </a:lnTo>
                <a:lnTo>
                  <a:pt x="819150" y="1714500"/>
                </a:lnTo>
                <a:lnTo>
                  <a:pt x="819150" y="1724025"/>
                </a:lnTo>
                <a:lnTo>
                  <a:pt x="809625" y="1724025"/>
                </a:lnTo>
                <a:lnTo>
                  <a:pt x="809625" y="1695450"/>
                </a:lnTo>
                <a:lnTo>
                  <a:pt x="790575" y="1695450"/>
                </a:lnTo>
                <a:lnTo>
                  <a:pt x="790575" y="1685925"/>
                </a:lnTo>
                <a:lnTo>
                  <a:pt x="809625" y="1685925"/>
                </a:lnTo>
                <a:lnTo>
                  <a:pt x="809625" y="1676400"/>
                </a:lnTo>
                <a:lnTo>
                  <a:pt x="838200" y="1676400"/>
                </a:lnTo>
                <a:close/>
                <a:moveTo>
                  <a:pt x="876300" y="1666875"/>
                </a:moveTo>
                <a:lnTo>
                  <a:pt x="885825" y="1666875"/>
                </a:lnTo>
                <a:lnTo>
                  <a:pt x="885825" y="1676400"/>
                </a:lnTo>
                <a:lnTo>
                  <a:pt x="876300" y="1676400"/>
                </a:lnTo>
                <a:close/>
                <a:moveTo>
                  <a:pt x="923925" y="1666875"/>
                </a:moveTo>
                <a:lnTo>
                  <a:pt x="933450" y="1666875"/>
                </a:lnTo>
                <a:lnTo>
                  <a:pt x="933450" y="1676400"/>
                </a:lnTo>
                <a:lnTo>
                  <a:pt x="923925" y="1676400"/>
                </a:lnTo>
                <a:close/>
                <a:moveTo>
                  <a:pt x="1143000" y="1666875"/>
                </a:moveTo>
                <a:lnTo>
                  <a:pt x="1162050" y="1666875"/>
                </a:lnTo>
                <a:lnTo>
                  <a:pt x="1162050" y="1676400"/>
                </a:lnTo>
                <a:lnTo>
                  <a:pt x="1143000" y="1676400"/>
                </a:lnTo>
                <a:close/>
                <a:moveTo>
                  <a:pt x="733425" y="1676400"/>
                </a:moveTo>
                <a:lnTo>
                  <a:pt x="742950" y="1676400"/>
                </a:lnTo>
                <a:lnTo>
                  <a:pt x="742950" y="1685925"/>
                </a:lnTo>
                <a:lnTo>
                  <a:pt x="733425" y="1685925"/>
                </a:lnTo>
                <a:close/>
                <a:moveTo>
                  <a:pt x="904875" y="1676400"/>
                </a:moveTo>
                <a:lnTo>
                  <a:pt x="923925" y="1676400"/>
                </a:lnTo>
                <a:lnTo>
                  <a:pt x="923925" y="1695450"/>
                </a:lnTo>
                <a:lnTo>
                  <a:pt x="904875" y="1695450"/>
                </a:lnTo>
                <a:close/>
                <a:moveTo>
                  <a:pt x="990600" y="1676400"/>
                </a:moveTo>
                <a:lnTo>
                  <a:pt x="1000125" y="1676400"/>
                </a:lnTo>
                <a:lnTo>
                  <a:pt x="1000125" y="1685925"/>
                </a:lnTo>
                <a:lnTo>
                  <a:pt x="990600" y="1685925"/>
                </a:lnTo>
                <a:close/>
                <a:moveTo>
                  <a:pt x="1076325" y="1676400"/>
                </a:moveTo>
                <a:lnTo>
                  <a:pt x="1085850" y="1676400"/>
                </a:lnTo>
                <a:lnTo>
                  <a:pt x="1085850" y="1685925"/>
                </a:lnTo>
                <a:lnTo>
                  <a:pt x="1095375" y="1685925"/>
                </a:lnTo>
                <a:lnTo>
                  <a:pt x="1095375" y="1695450"/>
                </a:lnTo>
                <a:lnTo>
                  <a:pt x="1076325" y="1695450"/>
                </a:lnTo>
                <a:close/>
                <a:moveTo>
                  <a:pt x="19050" y="1685925"/>
                </a:moveTo>
                <a:lnTo>
                  <a:pt x="28575" y="1685925"/>
                </a:lnTo>
                <a:lnTo>
                  <a:pt x="28575" y="1704975"/>
                </a:lnTo>
                <a:lnTo>
                  <a:pt x="19050" y="1704975"/>
                </a:lnTo>
                <a:lnTo>
                  <a:pt x="19050" y="1714500"/>
                </a:lnTo>
                <a:lnTo>
                  <a:pt x="9525" y="1714500"/>
                </a:lnTo>
                <a:lnTo>
                  <a:pt x="9525" y="1695450"/>
                </a:lnTo>
                <a:lnTo>
                  <a:pt x="19050" y="1695450"/>
                </a:lnTo>
                <a:close/>
                <a:moveTo>
                  <a:pt x="66675" y="1685925"/>
                </a:moveTo>
                <a:lnTo>
                  <a:pt x="85725" y="1685925"/>
                </a:lnTo>
                <a:lnTo>
                  <a:pt x="85725" y="1714500"/>
                </a:lnTo>
                <a:lnTo>
                  <a:pt x="66675" y="1714500"/>
                </a:lnTo>
                <a:lnTo>
                  <a:pt x="66675" y="1704975"/>
                </a:lnTo>
                <a:lnTo>
                  <a:pt x="76200" y="1704975"/>
                </a:lnTo>
                <a:lnTo>
                  <a:pt x="76200" y="1695450"/>
                </a:lnTo>
                <a:lnTo>
                  <a:pt x="66675" y="1695450"/>
                </a:lnTo>
                <a:close/>
                <a:moveTo>
                  <a:pt x="114300" y="1685925"/>
                </a:moveTo>
                <a:lnTo>
                  <a:pt x="123825" y="1685925"/>
                </a:lnTo>
                <a:lnTo>
                  <a:pt x="123825" y="1704975"/>
                </a:lnTo>
                <a:lnTo>
                  <a:pt x="114300" y="1704975"/>
                </a:lnTo>
                <a:close/>
                <a:moveTo>
                  <a:pt x="685800" y="1685925"/>
                </a:moveTo>
                <a:lnTo>
                  <a:pt x="695325" y="1685925"/>
                </a:lnTo>
                <a:lnTo>
                  <a:pt x="695325" y="1695450"/>
                </a:lnTo>
                <a:lnTo>
                  <a:pt x="685800" y="1695450"/>
                </a:lnTo>
                <a:close/>
                <a:moveTo>
                  <a:pt x="723900" y="1685925"/>
                </a:moveTo>
                <a:lnTo>
                  <a:pt x="733425" y="1685925"/>
                </a:lnTo>
                <a:lnTo>
                  <a:pt x="733425" y="1704975"/>
                </a:lnTo>
                <a:lnTo>
                  <a:pt x="742950" y="1704975"/>
                </a:lnTo>
                <a:lnTo>
                  <a:pt x="742950" y="1714500"/>
                </a:lnTo>
                <a:lnTo>
                  <a:pt x="733425" y="1714500"/>
                </a:lnTo>
                <a:lnTo>
                  <a:pt x="733425" y="1724025"/>
                </a:lnTo>
                <a:lnTo>
                  <a:pt x="723900" y="1724025"/>
                </a:lnTo>
                <a:lnTo>
                  <a:pt x="723900" y="1733550"/>
                </a:lnTo>
                <a:lnTo>
                  <a:pt x="714375" y="1733550"/>
                </a:lnTo>
                <a:lnTo>
                  <a:pt x="714375" y="1714500"/>
                </a:lnTo>
                <a:lnTo>
                  <a:pt x="704850" y="1714500"/>
                </a:lnTo>
                <a:lnTo>
                  <a:pt x="704850" y="1724025"/>
                </a:lnTo>
                <a:lnTo>
                  <a:pt x="695325" y="1724025"/>
                </a:lnTo>
                <a:lnTo>
                  <a:pt x="695325" y="1704975"/>
                </a:lnTo>
                <a:lnTo>
                  <a:pt x="704850" y="1704975"/>
                </a:lnTo>
                <a:lnTo>
                  <a:pt x="704850" y="1695450"/>
                </a:lnTo>
                <a:lnTo>
                  <a:pt x="723900" y="1695450"/>
                </a:lnTo>
                <a:close/>
                <a:moveTo>
                  <a:pt x="742950" y="1685925"/>
                </a:moveTo>
                <a:lnTo>
                  <a:pt x="752475" y="1685925"/>
                </a:lnTo>
                <a:lnTo>
                  <a:pt x="752475" y="1695450"/>
                </a:lnTo>
                <a:lnTo>
                  <a:pt x="742950" y="1695450"/>
                </a:lnTo>
                <a:close/>
                <a:moveTo>
                  <a:pt x="952500" y="1685925"/>
                </a:moveTo>
                <a:lnTo>
                  <a:pt x="971550" y="1685925"/>
                </a:lnTo>
                <a:lnTo>
                  <a:pt x="971550" y="1695450"/>
                </a:lnTo>
                <a:lnTo>
                  <a:pt x="952500" y="1695450"/>
                </a:lnTo>
                <a:close/>
                <a:moveTo>
                  <a:pt x="1114425" y="1685925"/>
                </a:moveTo>
                <a:lnTo>
                  <a:pt x="1133475" y="1685925"/>
                </a:lnTo>
                <a:lnTo>
                  <a:pt x="1133475" y="1704975"/>
                </a:lnTo>
                <a:lnTo>
                  <a:pt x="1123950" y="1704975"/>
                </a:lnTo>
                <a:lnTo>
                  <a:pt x="1123950" y="1695450"/>
                </a:lnTo>
                <a:lnTo>
                  <a:pt x="1114425" y="1695450"/>
                </a:lnTo>
                <a:close/>
                <a:moveTo>
                  <a:pt x="133350" y="1695450"/>
                </a:moveTo>
                <a:lnTo>
                  <a:pt x="142875" y="1695450"/>
                </a:lnTo>
                <a:lnTo>
                  <a:pt x="142875" y="1704975"/>
                </a:lnTo>
                <a:lnTo>
                  <a:pt x="133350" y="1704975"/>
                </a:lnTo>
                <a:close/>
                <a:moveTo>
                  <a:pt x="781050" y="1695450"/>
                </a:moveTo>
                <a:lnTo>
                  <a:pt x="790575" y="1695450"/>
                </a:lnTo>
                <a:lnTo>
                  <a:pt x="790575" y="1704975"/>
                </a:lnTo>
                <a:lnTo>
                  <a:pt x="800100" y="1704975"/>
                </a:lnTo>
                <a:lnTo>
                  <a:pt x="800100" y="1714500"/>
                </a:lnTo>
                <a:lnTo>
                  <a:pt x="790575" y="1714500"/>
                </a:lnTo>
                <a:lnTo>
                  <a:pt x="790575" y="1724025"/>
                </a:lnTo>
                <a:lnTo>
                  <a:pt x="771525" y="1724025"/>
                </a:lnTo>
                <a:lnTo>
                  <a:pt x="771525" y="1704975"/>
                </a:lnTo>
                <a:lnTo>
                  <a:pt x="781050" y="1704975"/>
                </a:lnTo>
                <a:close/>
                <a:moveTo>
                  <a:pt x="1095375" y="1695450"/>
                </a:moveTo>
                <a:lnTo>
                  <a:pt x="1114425" y="1695450"/>
                </a:lnTo>
                <a:lnTo>
                  <a:pt x="1114425" y="1704975"/>
                </a:lnTo>
                <a:lnTo>
                  <a:pt x="1104900" y="1704975"/>
                </a:lnTo>
                <a:lnTo>
                  <a:pt x="1104900" y="1714500"/>
                </a:lnTo>
                <a:lnTo>
                  <a:pt x="1095375" y="1714500"/>
                </a:lnTo>
                <a:lnTo>
                  <a:pt x="1095375" y="1724025"/>
                </a:lnTo>
                <a:lnTo>
                  <a:pt x="1085850" y="1724025"/>
                </a:lnTo>
                <a:lnTo>
                  <a:pt x="1085850" y="1733550"/>
                </a:lnTo>
                <a:lnTo>
                  <a:pt x="1076325" y="1733550"/>
                </a:lnTo>
                <a:lnTo>
                  <a:pt x="1076325" y="1752600"/>
                </a:lnTo>
                <a:lnTo>
                  <a:pt x="1047750" y="1752600"/>
                </a:lnTo>
                <a:lnTo>
                  <a:pt x="1047750" y="1743075"/>
                </a:lnTo>
                <a:lnTo>
                  <a:pt x="1057275" y="1743075"/>
                </a:lnTo>
                <a:lnTo>
                  <a:pt x="1057275" y="1733550"/>
                </a:lnTo>
                <a:lnTo>
                  <a:pt x="1066800" y="1733550"/>
                </a:lnTo>
                <a:lnTo>
                  <a:pt x="1066800" y="1714500"/>
                </a:lnTo>
                <a:lnTo>
                  <a:pt x="1057275" y="1714500"/>
                </a:lnTo>
                <a:lnTo>
                  <a:pt x="1057275" y="1704975"/>
                </a:lnTo>
                <a:lnTo>
                  <a:pt x="1066800" y="1704975"/>
                </a:lnTo>
                <a:lnTo>
                  <a:pt x="1066800" y="1714500"/>
                </a:lnTo>
                <a:lnTo>
                  <a:pt x="1076325" y="1714500"/>
                </a:lnTo>
                <a:lnTo>
                  <a:pt x="1076325" y="1704975"/>
                </a:lnTo>
                <a:lnTo>
                  <a:pt x="1095375" y="1704975"/>
                </a:lnTo>
                <a:close/>
                <a:moveTo>
                  <a:pt x="1152525" y="1695450"/>
                </a:moveTo>
                <a:lnTo>
                  <a:pt x="1162050" y="1695450"/>
                </a:lnTo>
                <a:lnTo>
                  <a:pt x="1162050" y="1714500"/>
                </a:lnTo>
                <a:lnTo>
                  <a:pt x="1152525" y="1714500"/>
                </a:lnTo>
                <a:close/>
                <a:moveTo>
                  <a:pt x="152400" y="1704975"/>
                </a:moveTo>
                <a:lnTo>
                  <a:pt x="161925" y="1704975"/>
                </a:lnTo>
                <a:lnTo>
                  <a:pt x="161925" y="1724025"/>
                </a:lnTo>
                <a:lnTo>
                  <a:pt x="152400" y="1724025"/>
                </a:lnTo>
                <a:lnTo>
                  <a:pt x="152400" y="1733550"/>
                </a:lnTo>
                <a:lnTo>
                  <a:pt x="142875" y="1733550"/>
                </a:lnTo>
                <a:lnTo>
                  <a:pt x="142875" y="1724025"/>
                </a:lnTo>
                <a:lnTo>
                  <a:pt x="133350" y="1724025"/>
                </a:lnTo>
                <a:lnTo>
                  <a:pt x="133350" y="1714500"/>
                </a:lnTo>
                <a:lnTo>
                  <a:pt x="152400" y="1714500"/>
                </a:lnTo>
                <a:close/>
                <a:moveTo>
                  <a:pt x="904875" y="1714500"/>
                </a:moveTo>
                <a:lnTo>
                  <a:pt x="914400" y="1714500"/>
                </a:lnTo>
                <a:lnTo>
                  <a:pt x="914400" y="1724025"/>
                </a:lnTo>
                <a:lnTo>
                  <a:pt x="904875" y="1724025"/>
                </a:lnTo>
                <a:close/>
                <a:moveTo>
                  <a:pt x="1009650" y="1714500"/>
                </a:moveTo>
                <a:lnTo>
                  <a:pt x="1019175" y="1714500"/>
                </a:lnTo>
                <a:lnTo>
                  <a:pt x="1019175" y="1733550"/>
                </a:lnTo>
                <a:lnTo>
                  <a:pt x="1009650" y="1733550"/>
                </a:lnTo>
                <a:close/>
                <a:moveTo>
                  <a:pt x="28575" y="1724025"/>
                </a:moveTo>
                <a:lnTo>
                  <a:pt x="38100" y="1724025"/>
                </a:lnTo>
                <a:lnTo>
                  <a:pt x="38100" y="1733550"/>
                </a:lnTo>
                <a:lnTo>
                  <a:pt x="47625" y="1733550"/>
                </a:lnTo>
                <a:lnTo>
                  <a:pt x="47625" y="1743075"/>
                </a:lnTo>
                <a:lnTo>
                  <a:pt x="28575" y="1743075"/>
                </a:lnTo>
                <a:close/>
                <a:moveTo>
                  <a:pt x="790575" y="1724025"/>
                </a:moveTo>
                <a:lnTo>
                  <a:pt x="800100" y="1724025"/>
                </a:lnTo>
                <a:lnTo>
                  <a:pt x="800100" y="1752600"/>
                </a:lnTo>
                <a:lnTo>
                  <a:pt x="781050" y="1752600"/>
                </a:lnTo>
                <a:lnTo>
                  <a:pt x="781050" y="1733550"/>
                </a:lnTo>
                <a:lnTo>
                  <a:pt x="790575" y="1733550"/>
                </a:lnTo>
                <a:close/>
                <a:moveTo>
                  <a:pt x="676275" y="1733550"/>
                </a:moveTo>
                <a:lnTo>
                  <a:pt x="685800" y="1733550"/>
                </a:lnTo>
                <a:lnTo>
                  <a:pt x="685800" y="1743075"/>
                </a:lnTo>
                <a:lnTo>
                  <a:pt x="695325" y="1743075"/>
                </a:lnTo>
                <a:lnTo>
                  <a:pt x="695325" y="1752600"/>
                </a:lnTo>
                <a:lnTo>
                  <a:pt x="685800" y="1752600"/>
                </a:lnTo>
                <a:lnTo>
                  <a:pt x="685800" y="1762125"/>
                </a:lnTo>
                <a:lnTo>
                  <a:pt x="676275" y="1762125"/>
                </a:lnTo>
                <a:close/>
                <a:moveTo>
                  <a:pt x="828675" y="1733550"/>
                </a:moveTo>
                <a:lnTo>
                  <a:pt x="838200" y="1733550"/>
                </a:lnTo>
                <a:lnTo>
                  <a:pt x="838200" y="1752600"/>
                </a:lnTo>
                <a:lnTo>
                  <a:pt x="828675" y="1752600"/>
                </a:lnTo>
                <a:close/>
                <a:moveTo>
                  <a:pt x="9525" y="1743075"/>
                </a:moveTo>
                <a:lnTo>
                  <a:pt x="19050" y="1743075"/>
                </a:lnTo>
                <a:lnTo>
                  <a:pt x="19050" y="1762125"/>
                </a:lnTo>
                <a:lnTo>
                  <a:pt x="9525" y="1762125"/>
                </a:lnTo>
                <a:close/>
                <a:moveTo>
                  <a:pt x="723900" y="1743075"/>
                </a:moveTo>
                <a:lnTo>
                  <a:pt x="733425" y="1743075"/>
                </a:lnTo>
                <a:lnTo>
                  <a:pt x="733425" y="1752600"/>
                </a:lnTo>
                <a:lnTo>
                  <a:pt x="723900" y="1752600"/>
                </a:lnTo>
                <a:close/>
                <a:moveTo>
                  <a:pt x="942975" y="1743075"/>
                </a:moveTo>
                <a:lnTo>
                  <a:pt x="962025" y="1743075"/>
                </a:lnTo>
                <a:lnTo>
                  <a:pt x="962025" y="1752600"/>
                </a:lnTo>
                <a:lnTo>
                  <a:pt x="942975" y="1752600"/>
                </a:lnTo>
                <a:close/>
                <a:moveTo>
                  <a:pt x="1162050" y="1743075"/>
                </a:moveTo>
                <a:lnTo>
                  <a:pt x="1171575" y="1743075"/>
                </a:lnTo>
                <a:lnTo>
                  <a:pt x="1171575" y="1752600"/>
                </a:lnTo>
                <a:lnTo>
                  <a:pt x="1162050" y="1752600"/>
                </a:lnTo>
                <a:close/>
                <a:moveTo>
                  <a:pt x="66675" y="1752600"/>
                </a:moveTo>
                <a:lnTo>
                  <a:pt x="76200" y="1752600"/>
                </a:lnTo>
                <a:lnTo>
                  <a:pt x="76200" y="1762125"/>
                </a:lnTo>
                <a:lnTo>
                  <a:pt x="66675" y="1762125"/>
                </a:lnTo>
                <a:close/>
                <a:moveTo>
                  <a:pt x="800100" y="1752600"/>
                </a:moveTo>
                <a:lnTo>
                  <a:pt x="819150" y="1752600"/>
                </a:lnTo>
                <a:lnTo>
                  <a:pt x="819150" y="1762125"/>
                </a:lnTo>
                <a:lnTo>
                  <a:pt x="800100" y="1762125"/>
                </a:lnTo>
                <a:close/>
                <a:moveTo>
                  <a:pt x="1095375" y="1752600"/>
                </a:moveTo>
                <a:lnTo>
                  <a:pt x="1114425" y="1752600"/>
                </a:lnTo>
                <a:lnTo>
                  <a:pt x="1114425" y="1762125"/>
                </a:lnTo>
                <a:lnTo>
                  <a:pt x="1095375" y="1762125"/>
                </a:lnTo>
                <a:close/>
                <a:moveTo>
                  <a:pt x="1152525" y="1752600"/>
                </a:moveTo>
                <a:lnTo>
                  <a:pt x="1162050" y="1752600"/>
                </a:lnTo>
                <a:lnTo>
                  <a:pt x="1162050" y="1762125"/>
                </a:lnTo>
                <a:lnTo>
                  <a:pt x="1152525" y="1762125"/>
                </a:lnTo>
                <a:close/>
              </a:path>
            </a:pathLst>
          </a:custGeom>
          <a:solidFill xmlns:a="http://schemas.openxmlformats.org/drawingml/2006/main">
            <a:srgbClr val="FAF9F5"/>
          </a:solidFill>
          <a:ln xmlns:a="http://schemas.openxmlformats.org/drawingml/2006/main" w="0">
            <a:noFill/>
          </a:ln>
        </p:spPr>
      </p:sp>
      <p:sp>
        <p:nvSpPr>
          <p:cNvPr id="51" name="turno2 vector #faf9f4">
            <a:extLst xmlns:a="http://schemas.openxmlformats.org/drawingml/2006/main">
              <a:ext uri="{FF2B5EF4-FFF2-40B4-BE49-F238E27FC236}">
                <a16:creationId xmlns:a16="http://schemas.microsoft.com/office/drawing/2014/main" id="{C315899F-9F90-4F22-AA03-CBA80D176C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86975" y="2514600"/>
            <a:ext cx="1828800" cy="2724150"/>
          </a:xfrm>
          <a:custGeom xmlns:a="http://schemas.openxmlformats.org/drawingml/2006/main">
            <a:pathLst>
              <a:path w="1181100" h="1762125">
                <a:moveTo>
                  <a:pt x="133350" y="0"/>
                </a:moveTo>
                <a:lnTo>
                  <a:pt x="142875" y="0"/>
                </a:lnTo>
                <a:lnTo>
                  <a:pt x="142875" y="9525"/>
                </a:lnTo>
                <a:lnTo>
                  <a:pt x="133350" y="9525"/>
                </a:lnTo>
                <a:close/>
                <a:moveTo>
                  <a:pt x="962025" y="0"/>
                </a:moveTo>
                <a:lnTo>
                  <a:pt x="971550" y="0"/>
                </a:lnTo>
                <a:lnTo>
                  <a:pt x="971550" y="9525"/>
                </a:lnTo>
                <a:lnTo>
                  <a:pt x="962025" y="9525"/>
                </a:lnTo>
                <a:close/>
                <a:moveTo>
                  <a:pt x="1000125" y="0"/>
                </a:moveTo>
                <a:lnTo>
                  <a:pt x="1009650" y="0"/>
                </a:lnTo>
                <a:lnTo>
                  <a:pt x="1009650" y="19050"/>
                </a:lnTo>
                <a:lnTo>
                  <a:pt x="1000125" y="19050"/>
                </a:lnTo>
                <a:close/>
                <a:moveTo>
                  <a:pt x="1152525" y="0"/>
                </a:moveTo>
                <a:lnTo>
                  <a:pt x="1171575" y="0"/>
                </a:lnTo>
                <a:lnTo>
                  <a:pt x="1171575" y="38100"/>
                </a:lnTo>
                <a:lnTo>
                  <a:pt x="1162050" y="38100"/>
                </a:lnTo>
                <a:lnTo>
                  <a:pt x="1162050" y="47625"/>
                </a:lnTo>
                <a:lnTo>
                  <a:pt x="1152525" y="47625"/>
                </a:lnTo>
                <a:close/>
                <a:moveTo>
                  <a:pt x="0" y="9525"/>
                </a:moveTo>
                <a:lnTo>
                  <a:pt x="9525" y="9525"/>
                </a:lnTo>
                <a:lnTo>
                  <a:pt x="9525" y="28575"/>
                </a:lnTo>
                <a:lnTo>
                  <a:pt x="0" y="28575"/>
                </a:lnTo>
                <a:close/>
                <a:moveTo>
                  <a:pt x="390525" y="9525"/>
                </a:moveTo>
                <a:lnTo>
                  <a:pt x="409575" y="9525"/>
                </a:lnTo>
                <a:lnTo>
                  <a:pt x="409575" y="19050"/>
                </a:lnTo>
                <a:lnTo>
                  <a:pt x="400050" y="19050"/>
                </a:lnTo>
                <a:lnTo>
                  <a:pt x="400050" y="28575"/>
                </a:lnTo>
                <a:lnTo>
                  <a:pt x="381000" y="28575"/>
                </a:lnTo>
                <a:lnTo>
                  <a:pt x="381000" y="19050"/>
                </a:lnTo>
                <a:lnTo>
                  <a:pt x="390525" y="19050"/>
                </a:lnTo>
                <a:close/>
                <a:moveTo>
                  <a:pt x="1019175" y="9525"/>
                </a:moveTo>
                <a:lnTo>
                  <a:pt x="1028700" y="9525"/>
                </a:lnTo>
                <a:lnTo>
                  <a:pt x="1028700" y="19050"/>
                </a:lnTo>
                <a:lnTo>
                  <a:pt x="1019175" y="19050"/>
                </a:lnTo>
                <a:close/>
                <a:moveTo>
                  <a:pt x="190500" y="19050"/>
                </a:moveTo>
                <a:lnTo>
                  <a:pt x="209550" y="19050"/>
                </a:lnTo>
                <a:lnTo>
                  <a:pt x="209550" y="38100"/>
                </a:lnTo>
                <a:lnTo>
                  <a:pt x="200025" y="38100"/>
                </a:lnTo>
                <a:lnTo>
                  <a:pt x="200025" y="28575"/>
                </a:lnTo>
                <a:lnTo>
                  <a:pt x="190500" y="28575"/>
                </a:lnTo>
                <a:close/>
                <a:moveTo>
                  <a:pt x="238125" y="19050"/>
                </a:moveTo>
                <a:lnTo>
                  <a:pt x="257175" y="19050"/>
                </a:lnTo>
                <a:lnTo>
                  <a:pt x="257175" y="38100"/>
                </a:lnTo>
                <a:lnTo>
                  <a:pt x="238125" y="38100"/>
                </a:lnTo>
                <a:close/>
                <a:moveTo>
                  <a:pt x="800100" y="19050"/>
                </a:moveTo>
                <a:lnTo>
                  <a:pt x="809625" y="19050"/>
                </a:lnTo>
                <a:lnTo>
                  <a:pt x="809625" y="28575"/>
                </a:lnTo>
                <a:lnTo>
                  <a:pt x="800100" y="28575"/>
                </a:lnTo>
                <a:close/>
                <a:moveTo>
                  <a:pt x="9525" y="28575"/>
                </a:moveTo>
                <a:lnTo>
                  <a:pt x="19050" y="28575"/>
                </a:lnTo>
                <a:lnTo>
                  <a:pt x="19050" y="38100"/>
                </a:lnTo>
                <a:lnTo>
                  <a:pt x="9525" y="38100"/>
                </a:lnTo>
                <a:close/>
                <a:moveTo>
                  <a:pt x="142875" y="28575"/>
                </a:moveTo>
                <a:lnTo>
                  <a:pt x="152400" y="28575"/>
                </a:lnTo>
                <a:lnTo>
                  <a:pt x="152400" y="47625"/>
                </a:lnTo>
                <a:lnTo>
                  <a:pt x="142875" y="47625"/>
                </a:lnTo>
                <a:close/>
                <a:moveTo>
                  <a:pt x="323850" y="28575"/>
                </a:moveTo>
                <a:lnTo>
                  <a:pt x="333375" y="28575"/>
                </a:lnTo>
                <a:lnTo>
                  <a:pt x="333375" y="47625"/>
                </a:lnTo>
                <a:lnTo>
                  <a:pt x="323850" y="47625"/>
                </a:lnTo>
                <a:close/>
                <a:moveTo>
                  <a:pt x="371475" y="28575"/>
                </a:moveTo>
                <a:lnTo>
                  <a:pt x="381000" y="28575"/>
                </a:lnTo>
                <a:lnTo>
                  <a:pt x="381000" y="38100"/>
                </a:lnTo>
                <a:lnTo>
                  <a:pt x="371475" y="38100"/>
                </a:lnTo>
                <a:close/>
                <a:moveTo>
                  <a:pt x="1028700" y="28575"/>
                </a:moveTo>
                <a:lnTo>
                  <a:pt x="1038225" y="28575"/>
                </a:lnTo>
                <a:lnTo>
                  <a:pt x="1038225" y="38100"/>
                </a:lnTo>
                <a:lnTo>
                  <a:pt x="1028700" y="38100"/>
                </a:lnTo>
                <a:close/>
                <a:moveTo>
                  <a:pt x="342900" y="38100"/>
                </a:moveTo>
                <a:lnTo>
                  <a:pt x="352425" y="38100"/>
                </a:lnTo>
                <a:lnTo>
                  <a:pt x="352425" y="66675"/>
                </a:lnTo>
                <a:lnTo>
                  <a:pt x="342900" y="66675"/>
                </a:lnTo>
                <a:close/>
                <a:moveTo>
                  <a:pt x="971550" y="38100"/>
                </a:moveTo>
                <a:lnTo>
                  <a:pt x="1009650" y="38100"/>
                </a:lnTo>
                <a:lnTo>
                  <a:pt x="1009650" y="47625"/>
                </a:lnTo>
                <a:lnTo>
                  <a:pt x="990600" y="47625"/>
                </a:lnTo>
                <a:lnTo>
                  <a:pt x="990600" y="57150"/>
                </a:lnTo>
                <a:lnTo>
                  <a:pt x="981075" y="57150"/>
                </a:lnTo>
                <a:lnTo>
                  <a:pt x="981075" y="66675"/>
                </a:lnTo>
                <a:lnTo>
                  <a:pt x="962025" y="66675"/>
                </a:lnTo>
                <a:lnTo>
                  <a:pt x="962025" y="57150"/>
                </a:lnTo>
                <a:lnTo>
                  <a:pt x="971550" y="57150"/>
                </a:lnTo>
                <a:close/>
                <a:moveTo>
                  <a:pt x="1085850" y="38100"/>
                </a:moveTo>
                <a:lnTo>
                  <a:pt x="1095375" y="38100"/>
                </a:lnTo>
                <a:lnTo>
                  <a:pt x="1095375" y="47625"/>
                </a:lnTo>
                <a:lnTo>
                  <a:pt x="1104900" y="47625"/>
                </a:lnTo>
                <a:lnTo>
                  <a:pt x="1104900" y="38100"/>
                </a:lnTo>
                <a:lnTo>
                  <a:pt x="1114425" y="38100"/>
                </a:lnTo>
                <a:lnTo>
                  <a:pt x="1114425" y="47625"/>
                </a:lnTo>
                <a:lnTo>
                  <a:pt x="1123950" y="47625"/>
                </a:lnTo>
                <a:lnTo>
                  <a:pt x="1123950" y="66675"/>
                </a:lnTo>
                <a:lnTo>
                  <a:pt x="1114425" y="66675"/>
                </a:lnTo>
                <a:lnTo>
                  <a:pt x="1114425" y="57150"/>
                </a:lnTo>
                <a:lnTo>
                  <a:pt x="1085850" y="57150"/>
                </a:lnTo>
                <a:close/>
                <a:moveTo>
                  <a:pt x="133350" y="47625"/>
                </a:moveTo>
                <a:lnTo>
                  <a:pt x="142875" y="47625"/>
                </a:lnTo>
                <a:lnTo>
                  <a:pt x="142875" y="76200"/>
                </a:lnTo>
                <a:lnTo>
                  <a:pt x="133350" y="76200"/>
                </a:lnTo>
                <a:lnTo>
                  <a:pt x="133350" y="95250"/>
                </a:lnTo>
                <a:lnTo>
                  <a:pt x="104775" y="95250"/>
                </a:lnTo>
                <a:lnTo>
                  <a:pt x="104775" y="104775"/>
                </a:lnTo>
                <a:lnTo>
                  <a:pt x="95250" y="104775"/>
                </a:lnTo>
                <a:lnTo>
                  <a:pt x="95250" y="95250"/>
                </a:lnTo>
                <a:lnTo>
                  <a:pt x="85725" y="95250"/>
                </a:lnTo>
                <a:lnTo>
                  <a:pt x="85725" y="76200"/>
                </a:lnTo>
                <a:lnTo>
                  <a:pt x="57150" y="76200"/>
                </a:lnTo>
                <a:lnTo>
                  <a:pt x="57150" y="57150"/>
                </a:lnTo>
                <a:lnTo>
                  <a:pt x="85725" y="57150"/>
                </a:lnTo>
                <a:lnTo>
                  <a:pt x="85725" y="66675"/>
                </a:lnTo>
                <a:lnTo>
                  <a:pt x="95250" y="66675"/>
                </a:lnTo>
                <a:lnTo>
                  <a:pt x="95250" y="76200"/>
                </a:lnTo>
                <a:lnTo>
                  <a:pt x="114300" y="76200"/>
                </a:lnTo>
                <a:lnTo>
                  <a:pt x="114300" y="66675"/>
                </a:lnTo>
                <a:lnTo>
                  <a:pt x="123825" y="66675"/>
                </a:lnTo>
                <a:lnTo>
                  <a:pt x="123825" y="57150"/>
                </a:lnTo>
                <a:lnTo>
                  <a:pt x="133350" y="57150"/>
                </a:lnTo>
                <a:close/>
                <a:moveTo>
                  <a:pt x="1028700" y="47625"/>
                </a:moveTo>
                <a:lnTo>
                  <a:pt x="1038225" y="47625"/>
                </a:lnTo>
                <a:lnTo>
                  <a:pt x="1038225" y="57150"/>
                </a:lnTo>
                <a:lnTo>
                  <a:pt x="1028700" y="57150"/>
                </a:lnTo>
                <a:close/>
                <a:moveTo>
                  <a:pt x="180975" y="57150"/>
                </a:moveTo>
                <a:lnTo>
                  <a:pt x="190500" y="57150"/>
                </a:lnTo>
                <a:lnTo>
                  <a:pt x="190500" y="66675"/>
                </a:lnTo>
                <a:lnTo>
                  <a:pt x="180975" y="66675"/>
                </a:lnTo>
                <a:close/>
                <a:moveTo>
                  <a:pt x="228600" y="57150"/>
                </a:moveTo>
                <a:lnTo>
                  <a:pt x="247650" y="57150"/>
                </a:lnTo>
                <a:lnTo>
                  <a:pt x="247650" y="76200"/>
                </a:lnTo>
                <a:lnTo>
                  <a:pt x="228600" y="76200"/>
                </a:lnTo>
                <a:lnTo>
                  <a:pt x="228600" y="85725"/>
                </a:lnTo>
                <a:lnTo>
                  <a:pt x="219075" y="85725"/>
                </a:lnTo>
                <a:lnTo>
                  <a:pt x="219075" y="114300"/>
                </a:lnTo>
                <a:lnTo>
                  <a:pt x="190500" y="114300"/>
                </a:lnTo>
                <a:lnTo>
                  <a:pt x="190500" y="104775"/>
                </a:lnTo>
                <a:lnTo>
                  <a:pt x="209550" y="104775"/>
                </a:lnTo>
                <a:lnTo>
                  <a:pt x="209550" y="95250"/>
                </a:lnTo>
                <a:lnTo>
                  <a:pt x="190500" y="95250"/>
                </a:lnTo>
                <a:lnTo>
                  <a:pt x="190500" y="85725"/>
                </a:lnTo>
                <a:lnTo>
                  <a:pt x="209550" y="85725"/>
                </a:lnTo>
                <a:lnTo>
                  <a:pt x="209550" y="76200"/>
                </a:lnTo>
                <a:lnTo>
                  <a:pt x="200025" y="76200"/>
                </a:lnTo>
                <a:lnTo>
                  <a:pt x="200025" y="66675"/>
                </a:lnTo>
                <a:lnTo>
                  <a:pt x="228600" y="66675"/>
                </a:lnTo>
                <a:close/>
                <a:moveTo>
                  <a:pt x="361950" y="57150"/>
                </a:moveTo>
                <a:lnTo>
                  <a:pt x="371475" y="57150"/>
                </a:lnTo>
                <a:lnTo>
                  <a:pt x="371475" y="66675"/>
                </a:lnTo>
                <a:lnTo>
                  <a:pt x="361950" y="66675"/>
                </a:lnTo>
                <a:close/>
                <a:moveTo>
                  <a:pt x="1066800" y="57150"/>
                </a:moveTo>
                <a:lnTo>
                  <a:pt x="1076325" y="57150"/>
                </a:lnTo>
                <a:lnTo>
                  <a:pt x="1076325" y="76200"/>
                </a:lnTo>
                <a:lnTo>
                  <a:pt x="1066800" y="76200"/>
                </a:lnTo>
                <a:lnTo>
                  <a:pt x="1066800" y="85725"/>
                </a:lnTo>
                <a:lnTo>
                  <a:pt x="1057275" y="85725"/>
                </a:lnTo>
                <a:lnTo>
                  <a:pt x="1057275" y="66675"/>
                </a:lnTo>
                <a:lnTo>
                  <a:pt x="1066800" y="66675"/>
                </a:lnTo>
                <a:close/>
                <a:moveTo>
                  <a:pt x="304800" y="66675"/>
                </a:moveTo>
                <a:lnTo>
                  <a:pt x="314325" y="66675"/>
                </a:lnTo>
                <a:lnTo>
                  <a:pt x="314325" y="76200"/>
                </a:lnTo>
                <a:lnTo>
                  <a:pt x="333375" y="76200"/>
                </a:lnTo>
                <a:lnTo>
                  <a:pt x="333375" y="85725"/>
                </a:lnTo>
                <a:lnTo>
                  <a:pt x="304800" y="85725"/>
                </a:lnTo>
                <a:close/>
                <a:moveTo>
                  <a:pt x="352425" y="66675"/>
                </a:moveTo>
                <a:lnTo>
                  <a:pt x="361950" y="66675"/>
                </a:lnTo>
                <a:lnTo>
                  <a:pt x="361950" y="76200"/>
                </a:lnTo>
                <a:lnTo>
                  <a:pt x="352425" y="76200"/>
                </a:lnTo>
                <a:close/>
                <a:moveTo>
                  <a:pt x="1038225" y="66675"/>
                </a:moveTo>
                <a:lnTo>
                  <a:pt x="1047750" y="66675"/>
                </a:lnTo>
                <a:lnTo>
                  <a:pt x="1047750" y="76200"/>
                </a:lnTo>
                <a:lnTo>
                  <a:pt x="1038225" y="76200"/>
                </a:lnTo>
                <a:close/>
                <a:moveTo>
                  <a:pt x="723900" y="76200"/>
                </a:moveTo>
                <a:lnTo>
                  <a:pt x="733425" y="76200"/>
                </a:lnTo>
                <a:lnTo>
                  <a:pt x="733425" y="85725"/>
                </a:lnTo>
                <a:lnTo>
                  <a:pt x="723900" y="85725"/>
                </a:lnTo>
                <a:close/>
                <a:moveTo>
                  <a:pt x="952500" y="76200"/>
                </a:moveTo>
                <a:lnTo>
                  <a:pt x="962025" y="76200"/>
                </a:lnTo>
                <a:lnTo>
                  <a:pt x="962025" y="85725"/>
                </a:lnTo>
                <a:lnTo>
                  <a:pt x="952500" y="85725"/>
                </a:lnTo>
                <a:close/>
                <a:moveTo>
                  <a:pt x="933450" y="85725"/>
                </a:moveTo>
                <a:lnTo>
                  <a:pt x="952500" y="85725"/>
                </a:lnTo>
                <a:lnTo>
                  <a:pt x="952500" y="95250"/>
                </a:lnTo>
                <a:lnTo>
                  <a:pt x="933450" y="95250"/>
                </a:lnTo>
                <a:close/>
                <a:moveTo>
                  <a:pt x="990600" y="85725"/>
                </a:moveTo>
                <a:lnTo>
                  <a:pt x="1000125" y="85725"/>
                </a:lnTo>
                <a:lnTo>
                  <a:pt x="1000125" y="104775"/>
                </a:lnTo>
                <a:lnTo>
                  <a:pt x="1009650" y="104775"/>
                </a:lnTo>
                <a:lnTo>
                  <a:pt x="1009650" y="114300"/>
                </a:lnTo>
                <a:lnTo>
                  <a:pt x="1000125" y="114300"/>
                </a:lnTo>
                <a:lnTo>
                  <a:pt x="1000125" y="123825"/>
                </a:lnTo>
                <a:lnTo>
                  <a:pt x="1019175" y="123825"/>
                </a:lnTo>
                <a:lnTo>
                  <a:pt x="1019175" y="114300"/>
                </a:lnTo>
                <a:lnTo>
                  <a:pt x="1028700" y="114300"/>
                </a:lnTo>
                <a:lnTo>
                  <a:pt x="1028700" y="123825"/>
                </a:lnTo>
                <a:lnTo>
                  <a:pt x="1038225" y="123825"/>
                </a:lnTo>
                <a:lnTo>
                  <a:pt x="1038225" y="133350"/>
                </a:lnTo>
                <a:lnTo>
                  <a:pt x="1057275" y="133350"/>
                </a:lnTo>
                <a:lnTo>
                  <a:pt x="1057275" y="142875"/>
                </a:lnTo>
                <a:lnTo>
                  <a:pt x="1028700" y="142875"/>
                </a:lnTo>
                <a:lnTo>
                  <a:pt x="1028700" y="133350"/>
                </a:lnTo>
                <a:lnTo>
                  <a:pt x="1019175" y="133350"/>
                </a:lnTo>
                <a:lnTo>
                  <a:pt x="1019175" y="142875"/>
                </a:lnTo>
                <a:lnTo>
                  <a:pt x="1028700" y="142875"/>
                </a:lnTo>
                <a:lnTo>
                  <a:pt x="1028700" y="152400"/>
                </a:lnTo>
                <a:lnTo>
                  <a:pt x="1009650" y="152400"/>
                </a:lnTo>
                <a:lnTo>
                  <a:pt x="1009650" y="161925"/>
                </a:lnTo>
                <a:lnTo>
                  <a:pt x="1000125" y="161925"/>
                </a:lnTo>
                <a:lnTo>
                  <a:pt x="1000125" y="142875"/>
                </a:lnTo>
                <a:lnTo>
                  <a:pt x="990600" y="142875"/>
                </a:lnTo>
                <a:lnTo>
                  <a:pt x="990600" y="123825"/>
                </a:lnTo>
                <a:lnTo>
                  <a:pt x="971550" y="123825"/>
                </a:lnTo>
                <a:lnTo>
                  <a:pt x="971550" y="114300"/>
                </a:lnTo>
                <a:lnTo>
                  <a:pt x="981075" y="114300"/>
                </a:lnTo>
                <a:lnTo>
                  <a:pt x="981075" y="95250"/>
                </a:lnTo>
                <a:lnTo>
                  <a:pt x="990600" y="95250"/>
                </a:lnTo>
                <a:close/>
                <a:moveTo>
                  <a:pt x="38100" y="95250"/>
                </a:moveTo>
                <a:lnTo>
                  <a:pt x="47625" y="95250"/>
                </a:lnTo>
                <a:lnTo>
                  <a:pt x="47625" y="114300"/>
                </a:lnTo>
                <a:lnTo>
                  <a:pt x="28575" y="114300"/>
                </a:lnTo>
                <a:lnTo>
                  <a:pt x="28575" y="123825"/>
                </a:lnTo>
                <a:lnTo>
                  <a:pt x="19050" y="123825"/>
                </a:lnTo>
                <a:lnTo>
                  <a:pt x="19050" y="104775"/>
                </a:lnTo>
                <a:lnTo>
                  <a:pt x="38100" y="104775"/>
                </a:lnTo>
                <a:close/>
                <a:moveTo>
                  <a:pt x="104775" y="104775"/>
                </a:moveTo>
                <a:lnTo>
                  <a:pt x="114300" y="104775"/>
                </a:lnTo>
                <a:lnTo>
                  <a:pt x="114300" y="114300"/>
                </a:lnTo>
                <a:lnTo>
                  <a:pt x="133350" y="114300"/>
                </a:lnTo>
                <a:lnTo>
                  <a:pt x="133350" y="161925"/>
                </a:lnTo>
                <a:lnTo>
                  <a:pt x="104775" y="161925"/>
                </a:lnTo>
                <a:lnTo>
                  <a:pt x="104775" y="142875"/>
                </a:lnTo>
                <a:lnTo>
                  <a:pt x="95250" y="142875"/>
                </a:lnTo>
                <a:lnTo>
                  <a:pt x="95250" y="114300"/>
                </a:lnTo>
                <a:lnTo>
                  <a:pt x="104775" y="114300"/>
                </a:lnTo>
                <a:close/>
                <a:moveTo>
                  <a:pt x="1171575" y="104775"/>
                </a:moveTo>
                <a:lnTo>
                  <a:pt x="1181100" y="104775"/>
                </a:lnTo>
                <a:lnTo>
                  <a:pt x="1181100" y="123825"/>
                </a:lnTo>
                <a:lnTo>
                  <a:pt x="1171575" y="123825"/>
                </a:lnTo>
                <a:close/>
                <a:moveTo>
                  <a:pt x="266700" y="123825"/>
                </a:moveTo>
                <a:lnTo>
                  <a:pt x="276225" y="123825"/>
                </a:lnTo>
                <a:lnTo>
                  <a:pt x="276225" y="133350"/>
                </a:lnTo>
                <a:lnTo>
                  <a:pt x="266700" y="133350"/>
                </a:lnTo>
                <a:close/>
                <a:moveTo>
                  <a:pt x="914400" y="123825"/>
                </a:moveTo>
                <a:lnTo>
                  <a:pt x="923925" y="123825"/>
                </a:lnTo>
                <a:lnTo>
                  <a:pt x="923925" y="133350"/>
                </a:lnTo>
                <a:lnTo>
                  <a:pt x="914400" y="133350"/>
                </a:lnTo>
                <a:close/>
                <a:moveTo>
                  <a:pt x="19050" y="133350"/>
                </a:moveTo>
                <a:lnTo>
                  <a:pt x="28575" y="133350"/>
                </a:lnTo>
                <a:lnTo>
                  <a:pt x="28575" y="152400"/>
                </a:lnTo>
                <a:lnTo>
                  <a:pt x="38100" y="152400"/>
                </a:lnTo>
                <a:lnTo>
                  <a:pt x="38100" y="133350"/>
                </a:lnTo>
                <a:lnTo>
                  <a:pt x="57150" y="133350"/>
                </a:lnTo>
                <a:lnTo>
                  <a:pt x="57150" y="152400"/>
                </a:lnTo>
                <a:lnTo>
                  <a:pt x="66675" y="152400"/>
                </a:lnTo>
                <a:lnTo>
                  <a:pt x="66675" y="161925"/>
                </a:lnTo>
                <a:lnTo>
                  <a:pt x="76200" y="161925"/>
                </a:lnTo>
                <a:lnTo>
                  <a:pt x="76200" y="171450"/>
                </a:lnTo>
                <a:lnTo>
                  <a:pt x="66675" y="171450"/>
                </a:lnTo>
                <a:lnTo>
                  <a:pt x="66675" y="180975"/>
                </a:lnTo>
                <a:lnTo>
                  <a:pt x="38100" y="180975"/>
                </a:lnTo>
                <a:lnTo>
                  <a:pt x="38100" y="171450"/>
                </a:lnTo>
                <a:lnTo>
                  <a:pt x="28575" y="171450"/>
                </a:lnTo>
                <a:lnTo>
                  <a:pt x="28575" y="180975"/>
                </a:lnTo>
                <a:lnTo>
                  <a:pt x="19050" y="180975"/>
                </a:lnTo>
                <a:lnTo>
                  <a:pt x="19050" y="171450"/>
                </a:lnTo>
                <a:lnTo>
                  <a:pt x="9525" y="171450"/>
                </a:lnTo>
                <a:lnTo>
                  <a:pt x="9525" y="142875"/>
                </a:lnTo>
                <a:lnTo>
                  <a:pt x="19050" y="142875"/>
                </a:lnTo>
                <a:close/>
                <a:moveTo>
                  <a:pt x="895350" y="142875"/>
                </a:moveTo>
                <a:lnTo>
                  <a:pt x="904875" y="142875"/>
                </a:lnTo>
                <a:lnTo>
                  <a:pt x="904875" y="152400"/>
                </a:lnTo>
                <a:lnTo>
                  <a:pt x="895350" y="152400"/>
                </a:lnTo>
                <a:close/>
                <a:moveTo>
                  <a:pt x="971550" y="142875"/>
                </a:moveTo>
                <a:lnTo>
                  <a:pt x="981075" y="142875"/>
                </a:lnTo>
                <a:lnTo>
                  <a:pt x="981075" y="152400"/>
                </a:lnTo>
                <a:lnTo>
                  <a:pt x="971550" y="152400"/>
                </a:lnTo>
                <a:close/>
                <a:moveTo>
                  <a:pt x="1076325" y="142875"/>
                </a:moveTo>
                <a:lnTo>
                  <a:pt x="1085850" y="142875"/>
                </a:lnTo>
                <a:lnTo>
                  <a:pt x="1085850" y="161925"/>
                </a:lnTo>
                <a:lnTo>
                  <a:pt x="1066800" y="161925"/>
                </a:lnTo>
                <a:lnTo>
                  <a:pt x="1066800" y="171450"/>
                </a:lnTo>
                <a:lnTo>
                  <a:pt x="1028700" y="171450"/>
                </a:lnTo>
                <a:lnTo>
                  <a:pt x="1028700" y="161925"/>
                </a:lnTo>
                <a:lnTo>
                  <a:pt x="1057275" y="161925"/>
                </a:lnTo>
                <a:lnTo>
                  <a:pt x="1057275" y="152400"/>
                </a:lnTo>
                <a:lnTo>
                  <a:pt x="1076325" y="152400"/>
                </a:lnTo>
                <a:close/>
                <a:moveTo>
                  <a:pt x="1114425" y="142875"/>
                </a:moveTo>
                <a:lnTo>
                  <a:pt x="1123950" y="142875"/>
                </a:lnTo>
                <a:lnTo>
                  <a:pt x="1123950" y="161925"/>
                </a:lnTo>
                <a:lnTo>
                  <a:pt x="1114425" y="161925"/>
                </a:lnTo>
                <a:close/>
                <a:moveTo>
                  <a:pt x="142875" y="152400"/>
                </a:moveTo>
                <a:lnTo>
                  <a:pt x="152400" y="152400"/>
                </a:lnTo>
                <a:lnTo>
                  <a:pt x="152400" y="161925"/>
                </a:lnTo>
                <a:lnTo>
                  <a:pt x="142875" y="161925"/>
                </a:lnTo>
                <a:close/>
                <a:moveTo>
                  <a:pt x="1171575" y="152400"/>
                </a:moveTo>
                <a:lnTo>
                  <a:pt x="1181100" y="152400"/>
                </a:lnTo>
                <a:lnTo>
                  <a:pt x="1181100" y="171450"/>
                </a:lnTo>
                <a:lnTo>
                  <a:pt x="1171575" y="171450"/>
                </a:lnTo>
                <a:lnTo>
                  <a:pt x="1171575" y="180975"/>
                </a:lnTo>
                <a:lnTo>
                  <a:pt x="1152525" y="180975"/>
                </a:lnTo>
                <a:lnTo>
                  <a:pt x="1152525" y="171450"/>
                </a:lnTo>
                <a:lnTo>
                  <a:pt x="1162050" y="171450"/>
                </a:lnTo>
                <a:lnTo>
                  <a:pt x="1162050" y="161925"/>
                </a:lnTo>
                <a:lnTo>
                  <a:pt x="1171575" y="161925"/>
                </a:lnTo>
                <a:close/>
                <a:moveTo>
                  <a:pt x="200025" y="161925"/>
                </a:moveTo>
                <a:lnTo>
                  <a:pt x="209550" y="161925"/>
                </a:lnTo>
                <a:lnTo>
                  <a:pt x="209550" y="171450"/>
                </a:lnTo>
                <a:lnTo>
                  <a:pt x="200025" y="171450"/>
                </a:lnTo>
                <a:close/>
                <a:moveTo>
                  <a:pt x="885825" y="161925"/>
                </a:moveTo>
                <a:lnTo>
                  <a:pt x="895350" y="161925"/>
                </a:lnTo>
                <a:lnTo>
                  <a:pt x="895350" y="171450"/>
                </a:lnTo>
                <a:lnTo>
                  <a:pt x="885825" y="171450"/>
                </a:lnTo>
                <a:close/>
                <a:moveTo>
                  <a:pt x="933450" y="161925"/>
                </a:moveTo>
                <a:lnTo>
                  <a:pt x="942975" y="161925"/>
                </a:lnTo>
                <a:lnTo>
                  <a:pt x="942975" y="171450"/>
                </a:lnTo>
                <a:lnTo>
                  <a:pt x="952500" y="171450"/>
                </a:lnTo>
                <a:lnTo>
                  <a:pt x="952500" y="190500"/>
                </a:lnTo>
                <a:lnTo>
                  <a:pt x="933450" y="190500"/>
                </a:lnTo>
                <a:close/>
                <a:moveTo>
                  <a:pt x="1019175" y="171450"/>
                </a:moveTo>
                <a:lnTo>
                  <a:pt x="1028700" y="171450"/>
                </a:lnTo>
                <a:lnTo>
                  <a:pt x="1028700" y="190500"/>
                </a:lnTo>
                <a:lnTo>
                  <a:pt x="1038225" y="190500"/>
                </a:lnTo>
                <a:lnTo>
                  <a:pt x="1038225" y="209550"/>
                </a:lnTo>
                <a:lnTo>
                  <a:pt x="1028700" y="209550"/>
                </a:lnTo>
                <a:lnTo>
                  <a:pt x="1028700" y="200025"/>
                </a:lnTo>
                <a:lnTo>
                  <a:pt x="1019175" y="200025"/>
                </a:lnTo>
                <a:close/>
                <a:moveTo>
                  <a:pt x="1085850" y="171450"/>
                </a:moveTo>
                <a:lnTo>
                  <a:pt x="1095375" y="171450"/>
                </a:lnTo>
                <a:lnTo>
                  <a:pt x="1095375" y="190500"/>
                </a:lnTo>
                <a:lnTo>
                  <a:pt x="1085850" y="190500"/>
                </a:lnTo>
                <a:close/>
                <a:moveTo>
                  <a:pt x="66675" y="180975"/>
                </a:moveTo>
                <a:lnTo>
                  <a:pt x="76200" y="180975"/>
                </a:lnTo>
                <a:lnTo>
                  <a:pt x="76200" y="200025"/>
                </a:lnTo>
                <a:lnTo>
                  <a:pt x="66675" y="200025"/>
                </a:lnTo>
                <a:close/>
                <a:moveTo>
                  <a:pt x="733425" y="180975"/>
                </a:moveTo>
                <a:lnTo>
                  <a:pt x="742950" y="180975"/>
                </a:lnTo>
                <a:lnTo>
                  <a:pt x="742950" y="190500"/>
                </a:lnTo>
                <a:lnTo>
                  <a:pt x="733425" y="190500"/>
                </a:lnTo>
                <a:close/>
                <a:moveTo>
                  <a:pt x="981075" y="180975"/>
                </a:moveTo>
                <a:lnTo>
                  <a:pt x="990600" y="180975"/>
                </a:lnTo>
                <a:lnTo>
                  <a:pt x="990600" y="190500"/>
                </a:lnTo>
                <a:lnTo>
                  <a:pt x="981075" y="190500"/>
                </a:lnTo>
                <a:close/>
                <a:moveTo>
                  <a:pt x="1123950" y="180975"/>
                </a:moveTo>
                <a:lnTo>
                  <a:pt x="1133475" y="180975"/>
                </a:lnTo>
                <a:lnTo>
                  <a:pt x="1133475" y="190500"/>
                </a:lnTo>
                <a:lnTo>
                  <a:pt x="1123950" y="190500"/>
                </a:lnTo>
                <a:close/>
                <a:moveTo>
                  <a:pt x="1143000" y="180975"/>
                </a:moveTo>
                <a:lnTo>
                  <a:pt x="1152525" y="180975"/>
                </a:lnTo>
                <a:lnTo>
                  <a:pt x="1152525" y="190500"/>
                </a:lnTo>
                <a:lnTo>
                  <a:pt x="1143000" y="190500"/>
                </a:lnTo>
                <a:close/>
                <a:moveTo>
                  <a:pt x="161925" y="190500"/>
                </a:moveTo>
                <a:lnTo>
                  <a:pt x="171450" y="190500"/>
                </a:lnTo>
                <a:lnTo>
                  <a:pt x="171450" y="209550"/>
                </a:lnTo>
                <a:lnTo>
                  <a:pt x="180975" y="209550"/>
                </a:lnTo>
                <a:lnTo>
                  <a:pt x="180975" y="219075"/>
                </a:lnTo>
                <a:lnTo>
                  <a:pt x="161925" y="219075"/>
                </a:lnTo>
                <a:close/>
                <a:moveTo>
                  <a:pt x="990600" y="190500"/>
                </a:moveTo>
                <a:lnTo>
                  <a:pt x="1000125" y="190500"/>
                </a:lnTo>
                <a:lnTo>
                  <a:pt x="1000125" y="200025"/>
                </a:lnTo>
                <a:lnTo>
                  <a:pt x="990600" y="200025"/>
                </a:lnTo>
                <a:close/>
                <a:moveTo>
                  <a:pt x="85725" y="200025"/>
                </a:moveTo>
                <a:lnTo>
                  <a:pt x="104775" y="200025"/>
                </a:lnTo>
                <a:lnTo>
                  <a:pt x="104775" y="219075"/>
                </a:lnTo>
                <a:lnTo>
                  <a:pt x="95250" y="219075"/>
                </a:lnTo>
                <a:lnTo>
                  <a:pt x="95250" y="209550"/>
                </a:lnTo>
                <a:lnTo>
                  <a:pt x="85725" y="209550"/>
                </a:lnTo>
                <a:close/>
                <a:moveTo>
                  <a:pt x="1133475" y="200025"/>
                </a:moveTo>
                <a:lnTo>
                  <a:pt x="1143000" y="200025"/>
                </a:lnTo>
                <a:lnTo>
                  <a:pt x="1143000" y="209550"/>
                </a:lnTo>
                <a:lnTo>
                  <a:pt x="1133475" y="209550"/>
                </a:lnTo>
                <a:close/>
                <a:moveTo>
                  <a:pt x="523875" y="209550"/>
                </a:moveTo>
                <a:lnTo>
                  <a:pt x="533400" y="209550"/>
                </a:lnTo>
                <a:lnTo>
                  <a:pt x="533400" y="219075"/>
                </a:lnTo>
                <a:lnTo>
                  <a:pt x="523875" y="219075"/>
                </a:lnTo>
                <a:close/>
                <a:moveTo>
                  <a:pt x="1104900" y="209550"/>
                </a:moveTo>
                <a:lnTo>
                  <a:pt x="1133475" y="209550"/>
                </a:lnTo>
                <a:lnTo>
                  <a:pt x="1133475" y="219075"/>
                </a:lnTo>
                <a:lnTo>
                  <a:pt x="1123950" y="219075"/>
                </a:lnTo>
                <a:lnTo>
                  <a:pt x="1123950" y="228600"/>
                </a:lnTo>
                <a:lnTo>
                  <a:pt x="1114425" y="228600"/>
                </a:lnTo>
                <a:lnTo>
                  <a:pt x="1114425" y="219075"/>
                </a:lnTo>
                <a:lnTo>
                  <a:pt x="1104900" y="219075"/>
                </a:lnTo>
                <a:close/>
                <a:moveTo>
                  <a:pt x="1171575" y="209550"/>
                </a:moveTo>
                <a:lnTo>
                  <a:pt x="1181100" y="209550"/>
                </a:lnTo>
                <a:lnTo>
                  <a:pt x="1181100" y="219075"/>
                </a:lnTo>
                <a:lnTo>
                  <a:pt x="1171575" y="219075"/>
                </a:lnTo>
                <a:close/>
                <a:moveTo>
                  <a:pt x="0" y="219075"/>
                </a:moveTo>
                <a:lnTo>
                  <a:pt x="9525" y="219075"/>
                </a:lnTo>
                <a:lnTo>
                  <a:pt x="9525" y="228600"/>
                </a:lnTo>
                <a:lnTo>
                  <a:pt x="0" y="228600"/>
                </a:lnTo>
                <a:close/>
                <a:moveTo>
                  <a:pt x="371475" y="228600"/>
                </a:moveTo>
                <a:lnTo>
                  <a:pt x="390525" y="228600"/>
                </a:lnTo>
                <a:lnTo>
                  <a:pt x="390525" y="238125"/>
                </a:lnTo>
                <a:lnTo>
                  <a:pt x="371475" y="238125"/>
                </a:lnTo>
                <a:close/>
                <a:moveTo>
                  <a:pt x="1057275" y="228600"/>
                </a:moveTo>
                <a:lnTo>
                  <a:pt x="1066800" y="228600"/>
                </a:lnTo>
                <a:lnTo>
                  <a:pt x="1066800" y="238125"/>
                </a:lnTo>
                <a:lnTo>
                  <a:pt x="1085850" y="238125"/>
                </a:lnTo>
                <a:lnTo>
                  <a:pt x="1085850" y="247650"/>
                </a:lnTo>
                <a:lnTo>
                  <a:pt x="1057275" y="247650"/>
                </a:lnTo>
                <a:close/>
                <a:moveTo>
                  <a:pt x="1143000" y="228600"/>
                </a:moveTo>
                <a:lnTo>
                  <a:pt x="1152525" y="228600"/>
                </a:lnTo>
                <a:lnTo>
                  <a:pt x="1152525" y="238125"/>
                </a:lnTo>
                <a:lnTo>
                  <a:pt x="1143000" y="238125"/>
                </a:lnTo>
                <a:close/>
                <a:moveTo>
                  <a:pt x="47625" y="247650"/>
                </a:moveTo>
                <a:lnTo>
                  <a:pt x="57150" y="247650"/>
                </a:lnTo>
                <a:lnTo>
                  <a:pt x="57150" y="257175"/>
                </a:lnTo>
                <a:lnTo>
                  <a:pt x="47625" y="257175"/>
                </a:lnTo>
                <a:close/>
                <a:moveTo>
                  <a:pt x="1009650" y="247650"/>
                </a:moveTo>
                <a:lnTo>
                  <a:pt x="1019175" y="247650"/>
                </a:lnTo>
                <a:lnTo>
                  <a:pt x="1019175" y="257175"/>
                </a:lnTo>
                <a:lnTo>
                  <a:pt x="1009650" y="257175"/>
                </a:lnTo>
                <a:close/>
                <a:moveTo>
                  <a:pt x="1085850" y="247650"/>
                </a:moveTo>
                <a:lnTo>
                  <a:pt x="1095375" y="247650"/>
                </a:lnTo>
                <a:lnTo>
                  <a:pt x="1095375" y="257175"/>
                </a:lnTo>
                <a:lnTo>
                  <a:pt x="1085850" y="257175"/>
                </a:lnTo>
                <a:close/>
                <a:moveTo>
                  <a:pt x="400050" y="257175"/>
                </a:moveTo>
                <a:lnTo>
                  <a:pt x="409575" y="257175"/>
                </a:lnTo>
                <a:lnTo>
                  <a:pt x="409575" y="266700"/>
                </a:lnTo>
                <a:lnTo>
                  <a:pt x="400050" y="266700"/>
                </a:lnTo>
                <a:close/>
                <a:moveTo>
                  <a:pt x="1171575" y="257175"/>
                </a:moveTo>
                <a:lnTo>
                  <a:pt x="1181100" y="257175"/>
                </a:lnTo>
                <a:lnTo>
                  <a:pt x="1181100" y="266700"/>
                </a:lnTo>
                <a:lnTo>
                  <a:pt x="1171575" y="266700"/>
                </a:lnTo>
                <a:close/>
                <a:moveTo>
                  <a:pt x="1114425" y="266700"/>
                </a:moveTo>
                <a:lnTo>
                  <a:pt x="1123950" y="266700"/>
                </a:lnTo>
                <a:lnTo>
                  <a:pt x="1123950" y="276225"/>
                </a:lnTo>
                <a:lnTo>
                  <a:pt x="1114425" y="276225"/>
                </a:lnTo>
                <a:close/>
                <a:moveTo>
                  <a:pt x="1143000" y="266700"/>
                </a:moveTo>
                <a:lnTo>
                  <a:pt x="1162050" y="266700"/>
                </a:lnTo>
                <a:lnTo>
                  <a:pt x="1162050" y="304800"/>
                </a:lnTo>
                <a:lnTo>
                  <a:pt x="1171575" y="304800"/>
                </a:lnTo>
                <a:lnTo>
                  <a:pt x="1171575" y="314325"/>
                </a:lnTo>
                <a:lnTo>
                  <a:pt x="1143000" y="314325"/>
                </a:lnTo>
                <a:lnTo>
                  <a:pt x="1143000" y="304800"/>
                </a:lnTo>
                <a:lnTo>
                  <a:pt x="1133475" y="304800"/>
                </a:lnTo>
                <a:lnTo>
                  <a:pt x="1133475" y="285750"/>
                </a:lnTo>
                <a:lnTo>
                  <a:pt x="1143000" y="285750"/>
                </a:lnTo>
                <a:close/>
                <a:moveTo>
                  <a:pt x="9525" y="276225"/>
                </a:moveTo>
                <a:lnTo>
                  <a:pt x="19050" y="276225"/>
                </a:lnTo>
                <a:lnTo>
                  <a:pt x="19050" y="285750"/>
                </a:lnTo>
                <a:lnTo>
                  <a:pt x="9525" y="285750"/>
                </a:lnTo>
                <a:close/>
                <a:moveTo>
                  <a:pt x="76200" y="276225"/>
                </a:moveTo>
                <a:lnTo>
                  <a:pt x="85725" y="276225"/>
                </a:lnTo>
                <a:lnTo>
                  <a:pt x="85725" y="285750"/>
                </a:lnTo>
                <a:lnTo>
                  <a:pt x="76200" y="285750"/>
                </a:lnTo>
                <a:close/>
                <a:moveTo>
                  <a:pt x="295275" y="295275"/>
                </a:moveTo>
                <a:lnTo>
                  <a:pt x="304800" y="295275"/>
                </a:lnTo>
                <a:lnTo>
                  <a:pt x="304800" y="304800"/>
                </a:lnTo>
                <a:lnTo>
                  <a:pt x="295275" y="304800"/>
                </a:lnTo>
                <a:close/>
                <a:moveTo>
                  <a:pt x="304800" y="304800"/>
                </a:moveTo>
                <a:lnTo>
                  <a:pt x="314325" y="304800"/>
                </a:lnTo>
                <a:lnTo>
                  <a:pt x="314325" y="314325"/>
                </a:lnTo>
                <a:lnTo>
                  <a:pt x="304800" y="314325"/>
                </a:lnTo>
                <a:close/>
                <a:moveTo>
                  <a:pt x="800100" y="304800"/>
                </a:moveTo>
                <a:lnTo>
                  <a:pt x="809625" y="304800"/>
                </a:lnTo>
                <a:lnTo>
                  <a:pt x="809625" y="314325"/>
                </a:lnTo>
                <a:lnTo>
                  <a:pt x="800100" y="314325"/>
                </a:lnTo>
                <a:close/>
                <a:moveTo>
                  <a:pt x="1162050" y="323850"/>
                </a:moveTo>
                <a:lnTo>
                  <a:pt x="1171575" y="323850"/>
                </a:lnTo>
                <a:lnTo>
                  <a:pt x="1171575" y="333375"/>
                </a:lnTo>
                <a:lnTo>
                  <a:pt x="1181100" y="333375"/>
                </a:lnTo>
                <a:lnTo>
                  <a:pt x="1181100" y="371475"/>
                </a:lnTo>
                <a:lnTo>
                  <a:pt x="1171575" y="371475"/>
                </a:lnTo>
                <a:lnTo>
                  <a:pt x="1171575" y="361950"/>
                </a:lnTo>
                <a:lnTo>
                  <a:pt x="1162050" y="361950"/>
                </a:lnTo>
                <a:close/>
                <a:moveTo>
                  <a:pt x="266700" y="342900"/>
                </a:moveTo>
                <a:lnTo>
                  <a:pt x="276225" y="342900"/>
                </a:lnTo>
                <a:lnTo>
                  <a:pt x="276225" y="352425"/>
                </a:lnTo>
                <a:lnTo>
                  <a:pt x="266700" y="352425"/>
                </a:lnTo>
                <a:close/>
                <a:moveTo>
                  <a:pt x="381000" y="371475"/>
                </a:moveTo>
                <a:lnTo>
                  <a:pt x="390525" y="371475"/>
                </a:lnTo>
                <a:lnTo>
                  <a:pt x="390525" y="381000"/>
                </a:lnTo>
                <a:lnTo>
                  <a:pt x="381000" y="381000"/>
                </a:lnTo>
                <a:close/>
                <a:moveTo>
                  <a:pt x="962025" y="371475"/>
                </a:moveTo>
                <a:lnTo>
                  <a:pt x="971550" y="371475"/>
                </a:lnTo>
                <a:lnTo>
                  <a:pt x="971550" y="381000"/>
                </a:lnTo>
                <a:lnTo>
                  <a:pt x="962025" y="381000"/>
                </a:lnTo>
                <a:close/>
                <a:moveTo>
                  <a:pt x="1038225" y="400050"/>
                </a:moveTo>
                <a:lnTo>
                  <a:pt x="1047750" y="400050"/>
                </a:lnTo>
                <a:lnTo>
                  <a:pt x="1047750" y="409575"/>
                </a:lnTo>
                <a:lnTo>
                  <a:pt x="1038225" y="409575"/>
                </a:lnTo>
                <a:close/>
                <a:moveTo>
                  <a:pt x="1171575" y="400050"/>
                </a:moveTo>
                <a:lnTo>
                  <a:pt x="1181100" y="400050"/>
                </a:lnTo>
                <a:lnTo>
                  <a:pt x="1181100" y="409575"/>
                </a:lnTo>
                <a:lnTo>
                  <a:pt x="1171575" y="409575"/>
                </a:lnTo>
                <a:close/>
                <a:moveTo>
                  <a:pt x="942975" y="428625"/>
                </a:moveTo>
                <a:lnTo>
                  <a:pt x="952500" y="428625"/>
                </a:lnTo>
                <a:lnTo>
                  <a:pt x="952500" y="438150"/>
                </a:lnTo>
                <a:lnTo>
                  <a:pt x="942975" y="438150"/>
                </a:lnTo>
                <a:close/>
                <a:moveTo>
                  <a:pt x="1162050" y="447675"/>
                </a:moveTo>
                <a:lnTo>
                  <a:pt x="1171575" y="447675"/>
                </a:lnTo>
                <a:lnTo>
                  <a:pt x="1171575" y="457200"/>
                </a:lnTo>
                <a:lnTo>
                  <a:pt x="1162050" y="457200"/>
                </a:lnTo>
                <a:close/>
                <a:moveTo>
                  <a:pt x="1076325" y="457200"/>
                </a:moveTo>
                <a:lnTo>
                  <a:pt x="1085850" y="457200"/>
                </a:lnTo>
                <a:lnTo>
                  <a:pt x="1085850" y="466725"/>
                </a:lnTo>
                <a:lnTo>
                  <a:pt x="1095375" y="466725"/>
                </a:lnTo>
                <a:lnTo>
                  <a:pt x="1095375" y="476250"/>
                </a:lnTo>
                <a:lnTo>
                  <a:pt x="1085850" y="476250"/>
                </a:lnTo>
                <a:lnTo>
                  <a:pt x="1085850" y="495300"/>
                </a:lnTo>
                <a:lnTo>
                  <a:pt x="1066800" y="495300"/>
                </a:lnTo>
                <a:lnTo>
                  <a:pt x="1066800" y="476250"/>
                </a:lnTo>
                <a:lnTo>
                  <a:pt x="1076325" y="476250"/>
                </a:lnTo>
                <a:close/>
                <a:moveTo>
                  <a:pt x="1162050" y="466725"/>
                </a:moveTo>
                <a:lnTo>
                  <a:pt x="1171575" y="466725"/>
                </a:lnTo>
                <a:lnTo>
                  <a:pt x="1171575" y="485775"/>
                </a:lnTo>
                <a:lnTo>
                  <a:pt x="1162050" y="485775"/>
                </a:lnTo>
                <a:close/>
                <a:moveTo>
                  <a:pt x="476250" y="485775"/>
                </a:moveTo>
                <a:lnTo>
                  <a:pt x="495300" y="485775"/>
                </a:lnTo>
                <a:lnTo>
                  <a:pt x="495300" y="495300"/>
                </a:lnTo>
                <a:lnTo>
                  <a:pt x="476250" y="495300"/>
                </a:lnTo>
                <a:close/>
                <a:moveTo>
                  <a:pt x="495300" y="495300"/>
                </a:moveTo>
                <a:lnTo>
                  <a:pt x="504825" y="495300"/>
                </a:lnTo>
                <a:lnTo>
                  <a:pt x="504825" y="504825"/>
                </a:lnTo>
                <a:lnTo>
                  <a:pt x="495300" y="504825"/>
                </a:lnTo>
                <a:close/>
                <a:moveTo>
                  <a:pt x="1123950" y="495300"/>
                </a:moveTo>
                <a:lnTo>
                  <a:pt x="1152525" y="495300"/>
                </a:lnTo>
                <a:lnTo>
                  <a:pt x="1152525" y="504825"/>
                </a:lnTo>
                <a:lnTo>
                  <a:pt x="1143000" y="504825"/>
                </a:lnTo>
                <a:lnTo>
                  <a:pt x="1143000" y="542925"/>
                </a:lnTo>
                <a:lnTo>
                  <a:pt x="1133475" y="542925"/>
                </a:lnTo>
                <a:lnTo>
                  <a:pt x="1133475" y="514350"/>
                </a:lnTo>
                <a:lnTo>
                  <a:pt x="1123950" y="514350"/>
                </a:lnTo>
                <a:close/>
                <a:moveTo>
                  <a:pt x="1038225" y="504825"/>
                </a:moveTo>
                <a:lnTo>
                  <a:pt x="1047750" y="504825"/>
                </a:lnTo>
                <a:lnTo>
                  <a:pt x="1047750" y="514350"/>
                </a:lnTo>
                <a:lnTo>
                  <a:pt x="1038225" y="514350"/>
                </a:lnTo>
                <a:close/>
                <a:moveTo>
                  <a:pt x="1171575" y="504825"/>
                </a:moveTo>
                <a:lnTo>
                  <a:pt x="1181100" y="504825"/>
                </a:lnTo>
                <a:lnTo>
                  <a:pt x="1181100" y="523875"/>
                </a:lnTo>
                <a:lnTo>
                  <a:pt x="1171575" y="523875"/>
                </a:lnTo>
                <a:close/>
                <a:moveTo>
                  <a:pt x="1152525" y="533400"/>
                </a:moveTo>
                <a:lnTo>
                  <a:pt x="1162050" y="533400"/>
                </a:lnTo>
                <a:lnTo>
                  <a:pt x="1162050" y="542925"/>
                </a:lnTo>
                <a:lnTo>
                  <a:pt x="1152525" y="542925"/>
                </a:lnTo>
                <a:close/>
                <a:moveTo>
                  <a:pt x="285750" y="552450"/>
                </a:moveTo>
                <a:lnTo>
                  <a:pt x="295275" y="552450"/>
                </a:lnTo>
                <a:lnTo>
                  <a:pt x="295275" y="581025"/>
                </a:lnTo>
                <a:lnTo>
                  <a:pt x="285750" y="581025"/>
                </a:lnTo>
                <a:lnTo>
                  <a:pt x="285750" y="590550"/>
                </a:lnTo>
                <a:lnTo>
                  <a:pt x="276225" y="590550"/>
                </a:lnTo>
                <a:lnTo>
                  <a:pt x="276225" y="561975"/>
                </a:lnTo>
                <a:lnTo>
                  <a:pt x="285750" y="561975"/>
                </a:lnTo>
                <a:close/>
                <a:moveTo>
                  <a:pt x="457200" y="552450"/>
                </a:moveTo>
                <a:lnTo>
                  <a:pt x="466725" y="552450"/>
                </a:lnTo>
                <a:lnTo>
                  <a:pt x="466725" y="561975"/>
                </a:lnTo>
                <a:lnTo>
                  <a:pt x="457200" y="561975"/>
                </a:lnTo>
                <a:close/>
                <a:moveTo>
                  <a:pt x="1162050" y="552450"/>
                </a:moveTo>
                <a:lnTo>
                  <a:pt x="1171575" y="552450"/>
                </a:lnTo>
                <a:lnTo>
                  <a:pt x="1171575" y="561975"/>
                </a:lnTo>
                <a:lnTo>
                  <a:pt x="1181100" y="561975"/>
                </a:lnTo>
                <a:lnTo>
                  <a:pt x="1181100" y="581025"/>
                </a:lnTo>
                <a:lnTo>
                  <a:pt x="1162050" y="581025"/>
                </a:lnTo>
                <a:lnTo>
                  <a:pt x="1162050" y="590550"/>
                </a:lnTo>
                <a:lnTo>
                  <a:pt x="1152525" y="590550"/>
                </a:lnTo>
                <a:lnTo>
                  <a:pt x="1152525" y="581025"/>
                </a:lnTo>
                <a:lnTo>
                  <a:pt x="1143000" y="581025"/>
                </a:lnTo>
                <a:lnTo>
                  <a:pt x="1143000" y="590550"/>
                </a:lnTo>
                <a:lnTo>
                  <a:pt x="1133475" y="590550"/>
                </a:lnTo>
                <a:lnTo>
                  <a:pt x="1133475" y="571500"/>
                </a:lnTo>
                <a:lnTo>
                  <a:pt x="1152525" y="571500"/>
                </a:lnTo>
                <a:lnTo>
                  <a:pt x="1152525" y="561975"/>
                </a:lnTo>
                <a:lnTo>
                  <a:pt x="1162050" y="561975"/>
                </a:lnTo>
                <a:close/>
                <a:moveTo>
                  <a:pt x="1104900" y="581025"/>
                </a:moveTo>
                <a:lnTo>
                  <a:pt x="1114425" y="581025"/>
                </a:lnTo>
                <a:lnTo>
                  <a:pt x="1114425" y="590550"/>
                </a:lnTo>
                <a:lnTo>
                  <a:pt x="1104900" y="590550"/>
                </a:lnTo>
                <a:close/>
                <a:moveTo>
                  <a:pt x="1047750" y="590550"/>
                </a:moveTo>
                <a:lnTo>
                  <a:pt x="1057275" y="590550"/>
                </a:lnTo>
                <a:lnTo>
                  <a:pt x="1057275" y="609600"/>
                </a:lnTo>
                <a:lnTo>
                  <a:pt x="1047750" y="609600"/>
                </a:lnTo>
                <a:close/>
                <a:moveTo>
                  <a:pt x="381000" y="600075"/>
                </a:moveTo>
                <a:lnTo>
                  <a:pt x="390525" y="600075"/>
                </a:lnTo>
                <a:lnTo>
                  <a:pt x="390525" y="609600"/>
                </a:lnTo>
                <a:lnTo>
                  <a:pt x="381000" y="609600"/>
                </a:lnTo>
                <a:close/>
                <a:moveTo>
                  <a:pt x="1028700" y="600075"/>
                </a:moveTo>
                <a:lnTo>
                  <a:pt x="1038225" y="600075"/>
                </a:lnTo>
                <a:lnTo>
                  <a:pt x="1038225" y="628650"/>
                </a:lnTo>
                <a:lnTo>
                  <a:pt x="1028700" y="628650"/>
                </a:lnTo>
                <a:close/>
                <a:moveTo>
                  <a:pt x="914400" y="619125"/>
                </a:moveTo>
                <a:lnTo>
                  <a:pt x="933450" y="619125"/>
                </a:lnTo>
                <a:lnTo>
                  <a:pt x="933450" y="628650"/>
                </a:lnTo>
                <a:lnTo>
                  <a:pt x="914400" y="628650"/>
                </a:lnTo>
                <a:close/>
                <a:moveTo>
                  <a:pt x="1123950" y="619125"/>
                </a:moveTo>
                <a:lnTo>
                  <a:pt x="1133475" y="619125"/>
                </a:lnTo>
                <a:lnTo>
                  <a:pt x="1133475" y="647700"/>
                </a:lnTo>
                <a:lnTo>
                  <a:pt x="1123950" y="647700"/>
                </a:lnTo>
                <a:close/>
                <a:moveTo>
                  <a:pt x="342900" y="628650"/>
                </a:moveTo>
                <a:lnTo>
                  <a:pt x="361950" y="628650"/>
                </a:lnTo>
                <a:lnTo>
                  <a:pt x="361950" y="638175"/>
                </a:lnTo>
                <a:lnTo>
                  <a:pt x="342900" y="638175"/>
                </a:lnTo>
                <a:close/>
                <a:moveTo>
                  <a:pt x="904875" y="628650"/>
                </a:moveTo>
                <a:lnTo>
                  <a:pt x="914400" y="628650"/>
                </a:lnTo>
                <a:lnTo>
                  <a:pt x="914400" y="638175"/>
                </a:lnTo>
                <a:lnTo>
                  <a:pt x="904875" y="638175"/>
                </a:lnTo>
                <a:close/>
                <a:moveTo>
                  <a:pt x="361950" y="638175"/>
                </a:moveTo>
                <a:lnTo>
                  <a:pt x="371475" y="638175"/>
                </a:lnTo>
                <a:lnTo>
                  <a:pt x="371475" y="657225"/>
                </a:lnTo>
                <a:lnTo>
                  <a:pt x="352425" y="657225"/>
                </a:lnTo>
                <a:lnTo>
                  <a:pt x="352425" y="647700"/>
                </a:lnTo>
                <a:lnTo>
                  <a:pt x="361950" y="647700"/>
                </a:lnTo>
                <a:close/>
                <a:moveTo>
                  <a:pt x="885825" y="638175"/>
                </a:moveTo>
                <a:lnTo>
                  <a:pt x="895350" y="638175"/>
                </a:lnTo>
                <a:lnTo>
                  <a:pt x="895350" y="647700"/>
                </a:lnTo>
                <a:lnTo>
                  <a:pt x="885825" y="647700"/>
                </a:lnTo>
                <a:close/>
                <a:moveTo>
                  <a:pt x="1000125" y="638175"/>
                </a:moveTo>
                <a:lnTo>
                  <a:pt x="1019175" y="638175"/>
                </a:lnTo>
                <a:lnTo>
                  <a:pt x="1019175" y="647700"/>
                </a:lnTo>
                <a:lnTo>
                  <a:pt x="1000125" y="647700"/>
                </a:lnTo>
                <a:close/>
                <a:moveTo>
                  <a:pt x="866775" y="647700"/>
                </a:moveTo>
                <a:lnTo>
                  <a:pt x="876300" y="647700"/>
                </a:lnTo>
                <a:lnTo>
                  <a:pt x="876300" y="666750"/>
                </a:lnTo>
                <a:lnTo>
                  <a:pt x="866775" y="666750"/>
                </a:lnTo>
                <a:close/>
                <a:moveTo>
                  <a:pt x="990600" y="647700"/>
                </a:moveTo>
                <a:lnTo>
                  <a:pt x="1000125" y="647700"/>
                </a:lnTo>
                <a:lnTo>
                  <a:pt x="1000125" y="657225"/>
                </a:lnTo>
                <a:lnTo>
                  <a:pt x="990600" y="657225"/>
                </a:lnTo>
                <a:close/>
                <a:moveTo>
                  <a:pt x="1133475" y="647700"/>
                </a:moveTo>
                <a:lnTo>
                  <a:pt x="1162050" y="647700"/>
                </a:lnTo>
                <a:lnTo>
                  <a:pt x="1162050" y="657225"/>
                </a:lnTo>
                <a:lnTo>
                  <a:pt x="1133475" y="657225"/>
                </a:lnTo>
                <a:close/>
                <a:moveTo>
                  <a:pt x="266700" y="657225"/>
                </a:moveTo>
                <a:lnTo>
                  <a:pt x="276225" y="657225"/>
                </a:lnTo>
                <a:lnTo>
                  <a:pt x="276225" y="666750"/>
                </a:lnTo>
                <a:lnTo>
                  <a:pt x="266700" y="666750"/>
                </a:lnTo>
                <a:close/>
                <a:moveTo>
                  <a:pt x="1028700" y="657225"/>
                </a:moveTo>
                <a:lnTo>
                  <a:pt x="1038225" y="657225"/>
                </a:lnTo>
                <a:lnTo>
                  <a:pt x="1038225" y="685800"/>
                </a:lnTo>
                <a:lnTo>
                  <a:pt x="1028700" y="685800"/>
                </a:lnTo>
                <a:lnTo>
                  <a:pt x="1028700" y="695325"/>
                </a:lnTo>
                <a:lnTo>
                  <a:pt x="1019175" y="695325"/>
                </a:lnTo>
                <a:lnTo>
                  <a:pt x="1019175" y="704850"/>
                </a:lnTo>
                <a:lnTo>
                  <a:pt x="1000125" y="704850"/>
                </a:lnTo>
                <a:lnTo>
                  <a:pt x="1000125" y="695325"/>
                </a:lnTo>
                <a:lnTo>
                  <a:pt x="990600" y="695325"/>
                </a:lnTo>
                <a:lnTo>
                  <a:pt x="990600" y="685800"/>
                </a:lnTo>
                <a:lnTo>
                  <a:pt x="1019175" y="685800"/>
                </a:lnTo>
                <a:lnTo>
                  <a:pt x="1019175" y="666750"/>
                </a:lnTo>
                <a:lnTo>
                  <a:pt x="1028700" y="666750"/>
                </a:lnTo>
                <a:close/>
                <a:moveTo>
                  <a:pt x="409575" y="666750"/>
                </a:moveTo>
                <a:lnTo>
                  <a:pt x="419100" y="666750"/>
                </a:lnTo>
                <a:lnTo>
                  <a:pt x="419100" y="676275"/>
                </a:lnTo>
                <a:lnTo>
                  <a:pt x="409575" y="676275"/>
                </a:lnTo>
                <a:close/>
                <a:moveTo>
                  <a:pt x="1076325" y="676275"/>
                </a:moveTo>
                <a:lnTo>
                  <a:pt x="1104900" y="676275"/>
                </a:lnTo>
                <a:lnTo>
                  <a:pt x="1104900" y="685800"/>
                </a:lnTo>
                <a:lnTo>
                  <a:pt x="1076325" y="685800"/>
                </a:lnTo>
                <a:close/>
                <a:moveTo>
                  <a:pt x="1133475" y="676275"/>
                </a:moveTo>
                <a:lnTo>
                  <a:pt x="1143000" y="676275"/>
                </a:lnTo>
                <a:lnTo>
                  <a:pt x="1143000" y="685800"/>
                </a:lnTo>
                <a:lnTo>
                  <a:pt x="1133475" y="685800"/>
                </a:lnTo>
                <a:close/>
                <a:moveTo>
                  <a:pt x="1152525" y="676275"/>
                </a:moveTo>
                <a:lnTo>
                  <a:pt x="1171575" y="676275"/>
                </a:lnTo>
                <a:lnTo>
                  <a:pt x="1171575" y="695325"/>
                </a:lnTo>
                <a:lnTo>
                  <a:pt x="1152525" y="695325"/>
                </a:lnTo>
                <a:close/>
                <a:moveTo>
                  <a:pt x="323850" y="685800"/>
                </a:moveTo>
                <a:lnTo>
                  <a:pt x="333375" y="685800"/>
                </a:lnTo>
                <a:lnTo>
                  <a:pt x="333375" y="695325"/>
                </a:lnTo>
                <a:lnTo>
                  <a:pt x="323850" y="695325"/>
                </a:lnTo>
                <a:close/>
                <a:moveTo>
                  <a:pt x="361950" y="685800"/>
                </a:moveTo>
                <a:lnTo>
                  <a:pt x="371475" y="685800"/>
                </a:lnTo>
                <a:lnTo>
                  <a:pt x="371475" y="695325"/>
                </a:lnTo>
                <a:lnTo>
                  <a:pt x="361950" y="695325"/>
                </a:lnTo>
                <a:close/>
                <a:moveTo>
                  <a:pt x="904875" y="685800"/>
                </a:moveTo>
                <a:lnTo>
                  <a:pt x="914400" y="685800"/>
                </a:lnTo>
                <a:lnTo>
                  <a:pt x="914400" y="704850"/>
                </a:lnTo>
                <a:lnTo>
                  <a:pt x="904875" y="704850"/>
                </a:lnTo>
                <a:close/>
                <a:moveTo>
                  <a:pt x="381000" y="695325"/>
                </a:moveTo>
                <a:lnTo>
                  <a:pt x="390525" y="695325"/>
                </a:lnTo>
                <a:lnTo>
                  <a:pt x="390525" y="704850"/>
                </a:lnTo>
                <a:lnTo>
                  <a:pt x="381000" y="704850"/>
                </a:lnTo>
                <a:close/>
                <a:moveTo>
                  <a:pt x="466725" y="695325"/>
                </a:moveTo>
                <a:lnTo>
                  <a:pt x="485775" y="695325"/>
                </a:lnTo>
                <a:lnTo>
                  <a:pt x="485775" y="704850"/>
                </a:lnTo>
                <a:lnTo>
                  <a:pt x="466725" y="704850"/>
                </a:lnTo>
                <a:close/>
                <a:moveTo>
                  <a:pt x="857250" y="695325"/>
                </a:moveTo>
                <a:lnTo>
                  <a:pt x="876300" y="695325"/>
                </a:lnTo>
                <a:lnTo>
                  <a:pt x="876300" y="704850"/>
                </a:lnTo>
                <a:lnTo>
                  <a:pt x="857250" y="704850"/>
                </a:lnTo>
                <a:close/>
                <a:moveTo>
                  <a:pt x="495300" y="704850"/>
                </a:moveTo>
                <a:lnTo>
                  <a:pt x="504825" y="704850"/>
                </a:lnTo>
                <a:lnTo>
                  <a:pt x="504825" y="714375"/>
                </a:lnTo>
                <a:lnTo>
                  <a:pt x="495300" y="714375"/>
                </a:lnTo>
                <a:close/>
                <a:moveTo>
                  <a:pt x="819150" y="704850"/>
                </a:moveTo>
                <a:lnTo>
                  <a:pt x="828675" y="704850"/>
                </a:lnTo>
                <a:lnTo>
                  <a:pt x="828675" y="714375"/>
                </a:lnTo>
                <a:lnTo>
                  <a:pt x="819150" y="714375"/>
                </a:lnTo>
                <a:close/>
                <a:moveTo>
                  <a:pt x="0" y="714375"/>
                </a:moveTo>
                <a:lnTo>
                  <a:pt x="9525" y="714375"/>
                </a:lnTo>
                <a:lnTo>
                  <a:pt x="9525" y="723900"/>
                </a:lnTo>
                <a:lnTo>
                  <a:pt x="0" y="723900"/>
                </a:lnTo>
                <a:close/>
                <a:moveTo>
                  <a:pt x="142875" y="723900"/>
                </a:moveTo>
                <a:lnTo>
                  <a:pt x="152400" y="723900"/>
                </a:lnTo>
                <a:lnTo>
                  <a:pt x="152400" y="733425"/>
                </a:lnTo>
                <a:lnTo>
                  <a:pt x="142875" y="733425"/>
                </a:lnTo>
                <a:close/>
                <a:moveTo>
                  <a:pt x="180975" y="723900"/>
                </a:moveTo>
                <a:lnTo>
                  <a:pt x="200025" y="723900"/>
                </a:lnTo>
                <a:lnTo>
                  <a:pt x="200025" y="733425"/>
                </a:lnTo>
                <a:lnTo>
                  <a:pt x="209550" y="733425"/>
                </a:lnTo>
                <a:lnTo>
                  <a:pt x="209550" y="742950"/>
                </a:lnTo>
                <a:lnTo>
                  <a:pt x="190500" y="742950"/>
                </a:lnTo>
                <a:lnTo>
                  <a:pt x="190500" y="733425"/>
                </a:lnTo>
                <a:lnTo>
                  <a:pt x="180975" y="733425"/>
                </a:lnTo>
                <a:close/>
                <a:moveTo>
                  <a:pt x="904875" y="723900"/>
                </a:moveTo>
                <a:lnTo>
                  <a:pt x="923925" y="723900"/>
                </a:lnTo>
                <a:lnTo>
                  <a:pt x="923925" y="733425"/>
                </a:lnTo>
                <a:lnTo>
                  <a:pt x="904875" y="733425"/>
                </a:lnTo>
                <a:close/>
                <a:moveTo>
                  <a:pt x="942975" y="723900"/>
                </a:moveTo>
                <a:lnTo>
                  <a:pt x="952500" y="723900"/>
                </a:lnTo>
                <a:lnTo>
                  <a:pt x="952500" y="733425"/>
                </a:lnTo>
                <a:lnTo>
                  <a:pt x="942975" y="733425"/>
                </a:lnTo>
                <a:close/>
                <a:moveTo>
                  <a:pt x="133350" y="733425"/>
                </a:moveTo>
                <a:lnTo>
                  <a:pt x="142875" y="733425"/>
                </a:lnTo>
                <a:lnTo>
                  <a:pt x="142875" y="742950"/>
                </a:lnTo>
                <a:lnTo>
                  <a:pt x="133350" y="742950"/>
                </a:lnTo>
                <a:close/>
                <a:moveTo>
                  <a:pt x="704850" y="733425"/>
                </a:moveTo>
                <a:lnTo>
                  <a:pt x="714375" y="733425"/>
                </a:lnTo>
                <a:lnTo>
                  <a:pt x="714375" y="742950"/>
                </a:lnTo>
                <a:lnTo>
                  <a:pt x="704850" y="742950"/>
                </a:lnTo>
                <a:close/>
                <a:moveTo>
                  <a:pt x="209550" y="742950"/>
                </a:moveTo>
                <a:lnTo>
                  <a:pt x="219075" y="742950"/>
                </a:lnTo>
                <a:lnTo>
                  <a:pt x="219075" y="752475"/>
                </a:lnTo>
                <a:lnTo>
                  <a:pt x="209550" y="752475"/>
                </a:lnTo>
                <a:close/>
                <a:moveTo>
                  <a:pt x="1152525" y="742950"/>
                </a:moveTo>
                <a:lnTo>
                  <a:pt x="1181100" y="742950"/>
                </a:lnTo>
                <a:lnTo>
                  <a:pt x="1181100" y="752475"/>
                </a:lnTo>
                <a:lnTo>
                  <a:pt x="1152525" y="752475"/>
                </a:lnTo>
                <a:close/>
                <a:moveTo>
                  <a:pt x="1133475" y="752475"/>
                </a:moveTo>
                <a:lnTo>
                  <a:pt x="1143000" y="752475"/>
                </a:lnTo>
                <a:lnTo>
                  <a:pt x="1143000" y="771525"/>
                </a:lnTo>
                <a:lnTo>
                  <a:pt x="1133475" y="771525"/>
                </a:lnTo>
                <a:close/>
                <a:moveTo>
                  <a:pt x="857250" y="762000"/>
                </a:moveTo>
                <a:lnTo>
                  <a:pt x="876300" y="762000"/>
                </a:lnTo>
                <a:lnTo>
                  <a:pt x="876300" y="771525"/>
                </a:lnTo>
                <a:lnTo>
                  <a:pt x="885825" y="771525"/>
                </a:lnTo>
                <a:lnTo>
                  <a:pt x="885825" y="781050"/>
                </a:lnTo>
                <a:lnTo>
                  <a:pt x="857250" y="781050"/>
                </a:lnTo>
                <a:close/>
                <a:moveTo>
                  <a:pt x="1152525" y="762000"/>
                </a:moveTo>
                <a:lnTo>
                  <a:pt x="1162050" y="762000"/>
                </a:lnTo>
                <a:lnTo>
                  <a:pt x="1162050" y="771525"/>
                </a:lnTo>
                <a:lnTo>
                  <a:pt x="1152525" y="771525"/>
                </a:lnTo>
                <a:close/>
                <a:moveTo>
                  <a:pt x="923925" y="771525"/>
                </a:moveTo>
                <a:lnTo>
                  <a:pt x="933450" y="771525"/>
                </a:lnTo>
                <a:lnTo>
                  <a:pt x="933450" y="781050"/>
                </a:lnTo>
                <a:lnTo>
                  <a:pt x="923925" y="781050"/>
                </a:lnTo>
                <a:close/>
                <a:moveTo>
                  <a:pt x="1076325" y="771525"/>
                </a:moveTo>
                <a:lnTo>
                  <a:pt x="1085850" y="771525"/>
                </a:lnTo>
                <a:lnTo>
                  <a:pt x="1085850" y="781050"/>
                </a:lnTo>
                <a:lnTo>
                  <a:pt x="1076325" y="781050"/>
                </a:lnTo>
                <a:close/>
                <a:moveTo>
                  <a:pt x="1057275" y="781050"/>
                </a:moveTo>
                <a:lnTo>
                  <a:pt x="1066800" y="781050"/>
                </a:lnTo>
                <a:lnTo>
                  <a:pt x="1066800" y="790575"/>
                </a:lnTo>
                <a:lnTo>
                  <a:pt x="1057275" y="790575"/>
                </a:lnTo>
                <a:close/>
                <a:moveTo>
                  <a:pt x="1009650" y="800100"/>
                </a:moveTo>
                <a:lnTo>
                  <a:pt x="1019175" y="800100"/>
                </a:lnTo>
                <a:lnTo>
                  <a:pt x="1019175" y="809625"/>
                </a:lnTo>
                <a:lnTo>
                  <a:pt x="1009650" y="809625"/>
                </a:lnTo>
                <a:close/>
                <a:moveTo>
                  <a:pt x="9525" y="809625"/>
                </a:moveTo>
                <a:lnTo>
                  <a:pt x="19050" y="809625"/>
                </a:lnTo>
                <a:lnTo>
                  <a:pt x="19050" y="819150"/>
                </a:lnTo>
                <a:lnTo>
                  <a:pt x="9525" y="819150"/>
                </a:lnTo>
                <a:close/>
                <a:moveTo>
                  <a:pt x="38100" y="809625"/>
                </a:moveTo>
                <a:lnTo>
                  <a:pt x="47625" y="809625"/>
                </a:lnTo>
                <a:lnTo>
                  <a:pt x="47625" y="819150"/>
                </a:lnTo>
                <a:lnTo>
                  <a:pt x="38100" y="819150"/>
                </a:lnTo>
                <a:close/>
                <a:moveTo>
                  <a:pt x="1028700" y="809625"/>
                </a:moveTo>
                <a:lnTo>
                  <a:pt x="1038225" y="809625"/>
                </a:lnTo>
                <a:lnTo>
                  <a:pt x="1038225" y="819150"/>
                </a:lnTo>
                <a:lnTo>
                  <a:pt x="1028700" y="819150"/>
                </a:lnTo>
                <a:close/>
                <a:moveTo>
                  <a:pt x="1104900" y="809625"/>
                </a:moveTo>
                <a:lnTo>
                  <a:pt x="1114425" y="809625"/>
                </a:lnTo>
                <a:lnTo>
                  <a:pt x="1114425" y="828675"/>
                </a:lnTo>
                <a:lnTo>
                  <a:pt x="1104900" y="828675"/>
                </a:lnTo>
                <a:close/>
                <a:moveTo>
                  <a:pt x="28575" y="828675"/>
                </a:moveTo>
                <a:lnTo>
                  <a:pt x="38100" y="828675"/>
                </a:lnTo>
                <a:lnTo>
                  <a:pt x="38100" y="838200"/>
                </a:lnTo>
                <a:lnTo>
                  <a:pt x="28575" y="838200"/>
                </a:lnTo>
                <a:close/>
                <a:moveTo>
                  <a:pt x="76200" y="828675"/>
                </a:moveTo>
                <a:lnTo>
                  <a:pt x="95250" y="828675"/>
                </a:lnTo>
                <a:lnTo>
                  <a:pt x="95250" y="838200"/>
                </a:lnTo>
                <a:lnTo>
                  <a:pt x="76200" y="838200"/>
                </a:lnTo>
                <a:close/>
                <a:moveTo>
                  <a:pt x="1152525" y="828675"/>
                </a:moveTo>
                <a:lnTo>
                  <a:pt x="1162050" y="828675"/>
                </a:lnTo>
                <a:lnTo>
                  <a:pt x="1162050" y="838200"/>
                </a:lnTo>
                <a:lnTo>
                  <a:pt x="1152525" y="838200"/>
                </a:lnTo>
                <a:close/>
                <a:moveTo>
                  <a:pt x="685800" y="838200"/>
                </a:moveTo>
                <a:lnTo>
                  <a:pt x="695325" y="838200"/>
                </a:lnTo>
                <a:lnTo>
                  <a:pt x="695325" y="847725"/>
                </a:lnTo>
                <a:lnTo>
                  <a:pt x="685800" y="847725"/>
                </a:lnTo>
                <a:close/>
                <a:moveTo>
                  <a:pt x="704850" y="838200"/>
                </a:moveTo>
                <a:lnTo>
                  <a:pt x="714375" y="838200"/>
                </a:lnTo>
                <a:lnTo>
                  <a:pt x="714375" y="847725"/>
                </a:lnTo>
                <a:lnTo>
                  <a:pt x="704850" y="847725"/>
                </a:lnTo>
                <a:close/>
                <a:moveTo>
                  <a:pt x="47625" y="857250"/>
                </a:moveTo>
                <a:lnTo>
                  <a:pt x="66675" y="857250"/>
                </a:lnTo>
                <a:lnTo>
                  <a:pt x="66675" y="876300"/>
                </a:lnTo>
                <a:lnTo>
                  <a:pt x="57150" y="876300"/>
                </a:lnTo>
                <a:lnTo>
                  <a:pt x="57150" y="885825"/>
                </a:lnTo>
                <a:lnTo>
                  <a:pt x="38100" y="885825"/>
                </a:lnTo>
                <a:lnTo>
                  <a:pt x="38100" y="876300"/>
                </a:lnTo>
                <a:lnTo>
                  <a:pt x="28575" y="876300"/>
                </a:lnTo>
                <a:lnTo>
                  <a:pt x="28575" y="866775"/>
                </a:lnTo>
                <a:lnTo>
                  <a:pt x="47625" y="866775"/>
                </a:lnTo>
                <a:close/>
                <a:moveTo>
                  <a:pt x="742950" y="857250"/>
                </a:moveTo>
                <a:lnTo>
                  <a:pt x="752475" y="857250"/>
                </a:lnTo>
                <a:lnTo>
                  <a:pt x="752475" y="876300"/>
                </a:lnTo>
                <a:lnTo>
                  <a:pt x="762000" y="876300"/>
                </a:lnTo>
                <a:lnTo>
                  <a:pt x="762000" y="885825"/>
                </a:lnTo>
                <a:lnTo>
                  <a:pt x="752475" y="885825"/>
                </a:lnTo>
                <a:lnTo>
                  <a:pt x="752475" y="895350"/>
                </a:lnTo>
                <a:lnTo>
                  <a:pt x="742950" y="895350"/>
                </a:lnTo>
                <a:close/>
                <a:moveTo>
                  <a:pt x="1104900" y="857250"/>
                </a:moveTo>
                <a:lnTo>
                  <a:pt x="1123950" y="857250"/>
                </a:lnTo>
                <a:lnTo>
                  <a:pt x="1123950" y="866775"/>
                </a:lnTo>
                <a:lnTo>
                  <a:pt x="1114425" y="866775"/>
                </a:lnTo>
                <a:lnTo>
                  <a:pt x="1114425" y="876300"/>
                </a:lnTo>
                <a:lnTo>
                  <a:pt x="1095375" y="876300"/>
                </a:lnTo>
                <a:lnTo>
                  <a:pt x="1095375" y="866775"/>
                </a:lnTo>
                <a:lnTo>
                  <a:pt x="1104900" y="866775"/>
                </a:lnTo>
                <a:close/>
                <a:moveTo>
                  <a:pt x="1171575" y="857250"/>
                </a:moveTo>
                <a:lnTo>
                  <a:pt x="1181100" y="857250"/>
                </a:lnTo>
                <a:lnTo>
                  <a:pt x="1181100" y="866775"/>
                </a:lnTo>
                <a:lnTo>
                  <a:pt x="1171575" y="866775"/>
                </a:lnTo>
                <a:close/>
                <a:moveTo>
                  <a:pt x="390525" y="885825"/>
                </a:moveTo>
                <a:lnTo>
                  <a:pt x="400050" y="885825"/>
                </a:lnTo>
                <a:lnTo>
                  <a:pt x="400050" y="895350"/>
                </a:lnTo>
                <a:lnTo>
                  <a:pt x="390525" y="895350"/>
                </a:lnTo>
                <a:close/>
                <a:moveTo>
                  <a:pt x="628650" y="885825"/>
                </a:moveTo>
                <a:lnTo>
                  <a:pt x="638175" y="885825"/>
                </a:lnTo>
                <a:lnTo>
                  <a:pt x="638175" y="914400"/>
                </a:lnTo>
                <a:lnTo>
                  <a:pt x="628650" y="914400"/>
                </a:lnTo>
                <a:close/>
                <a:moveTo>
                  <a:pt x="762000" y="885825"/>
                </a:moveTo>
                <a:lnTo>
                  <a:pt x="771525" y="885825"/>
                </a:lnTo>
                <a:lnTo>
                  <a:pt x="771525" y="895350"/>
                </a:lnTo>
                <a:lnTo>
                  <a:pt x="762000" y="895350"/>
                </a:lnTo>
                <a:close/>
                <a:moveTo>
                  <a:pt x="781050" y="885825"/>
                </a:moveTo>
                <a:lnTo>
                  <a:pt x="790575" y="885825"/>
                </a:lnTo>
                <a:lnTo>
                  <a:pt x="790575" y="895350"/>
                </a:lnTo>
                <a:lnTo>
                  <a:pt x="781050" y="895350"/>
                </a:lnTo>
                <a:close/>
                <a:moveTo>
                  <a:pt x="9525" y="895350"/>
                </a:moveTo>
                <a:lnTo>
                  <a:pt x="28575" y="895350"/>
                </a:lnTo>
                <a:lnTo>
                  <a:pt x="28575" y="914400"/>
                </a:lnTo>
                <a:lnTo>
                  <a:pt x="9525" y="914400"/>
                </a:lnTo>
                <a:close/>
                <a:moveTo>
                  <a:pt x="790575" y="895350"/>
                </a:moveTo>
                <a:lnTo>
                  <a:pt x="800100" y="895350"/>
                </a:lnTo>
                <a:lnTo>
                  <a:pt x="800100" y="904875"/>
                </a:lnTo>
                <a:lnTo>
                  <a:pt x="809625" y="904875"/>
                </a:lnTo>
                <a:lnTo>
                  <a:pt x="809625" y="914400"/>
                </a:lnTo>
                <a:lnTo>
                  <a:pt x="790575" y="914400"/>
                </a:lnTo>
                <a:close/>
                <a:moveTo>
                  <a:pt x="381000" y="933450"/>
                </a:moveTo>
                <a:lnTo>
                  <a:pt x="390525" y="933450"/>
                </a:lnTo>
                <a:lnTo>
                  <a:pt x="390525" y="942975"/>
                </a:lnTo>
                <a:lnTo>
                  <a:pt x="381000" y="942975"/>
                </a:lnTo>
                <a:close/>
                <a:moveTo>
                  <a:pt x="600075" y="933450"/>
                </a:moveTo>
                <a:lnTo>
                  <a:pt x="609600" y="933450"/>
                </a:lnTo>
                <a:lnTo>
                  <a:pt x="609600" y="952500"/>
                </a:lnTo>
                <a:lnTo>
                  <a:pt x="600075" y="952500"/>
                </a:lnTo>
                <a:close/>
                <a:moveTo>
                  <a:pt x="390525" y="942975"/>
                </a:moveTo>
                <a:lnTo>
                  <a:pt x="400050" y="942975"/>
                </a:lnTo>
                <a:lnTo>
                  <a:pt x="400050" y="952500"/>
                </a:lnTo>
                <a:lnTo>
                  <a:pt x="390525" y="952500"/>
                </a:lnTo>
                <a:close/>
                <a:moveTo>
                  <a:pt x="628650" y="962025"/>
                </a:moveTo>
                <a:lnTo>
                  <a:pt x="638175" y="962025"/>
                </a:lnTo>
                <a:lnTo>
                  <a:pt x="638175" y="971550"/>
                </a:lnTo>
                <a:lnTo>
                  <a:pt x="628650" y="971550"/>
                </a:lnTo>
                <a:close/>
                <a:moveTo>
                  <a:pt x="9525" y="971550"/>
                </a:moveTo>
                <a:lnTo>
                  <a:pt x="19050" y="971550"/>
                </a:lnTo>
                <a:lnTo>
                  <a:pt x="19050" y="981075"/>
                </a:lnTo>
                <a:lnTo>
                  <a:pt x="9525" y="981075"/>
                </a:lnTo>
                <a:close/>
                <a:moveTo>
                  <a:pt x="57150" y="971550"/>
                </a:moveTo>
                <a:lnTo>
                  <a:pt x="66675" y="971550"/>
                </a:lnTo>
                <a:lnTo>
                  <a:pt x="66675" y="981075"/>
                </a:lnTo>
                <a:lnTo>
                  <a:pt x="57150" y="981075"/>
                </a:lnTo>
                <a:close/>
                <a:moveTo>
                  <a:pt x="762000" y="971550"/>
                </a:moveTo>
                <a:lnTo>
                  <a:pt x="771525" y="971550"/>
                </a:lnTo>
                <a:lnTo>
                  <a:pt x="771525" y="981075"/>
                </a:lnTo>
                <a:lnTo>
                  <a:pt x="762000" y="981075"/>
                </a:lnTo>
                <a:close/>
                <a:moveTo>
                  <a:pt x="0" y="990600"/>
                </a:moveTo>
                <a:lnTo>
                  <a:pt x="9525" y="990600"/>
                </a:lnTo>
                <a:lnTo>
                  <a:pt x="9525" y="1000125"/>
                </a:lnTo>
                <a:lnTo>
                  <a:pt x="0" y="1000125"/>
                </a:lnTo>
                <a:close/>
                <a:moveTo>
                  <a:pt x="38100" y="990600"/>
                </a:moveTo>
                <a:lnTo>
                  <a:pt x="47625" y="990600"/>
                </a:lnTo>
                <a:lnTo>
                  <a:pt x="47625" y="1000125"/>
                </a:lnTo>
                <a:lnTo>
                  <a:pt x="38100" y="1000125"/>
                </a:lnTo>
                <a:close/>
                <a:moveTo>
                  <a:pt x="28575" y="1009650"/>
                </a:moveTo>
                <a:lnTo>
                  <a:pt x="47625" y="1009650"/>
                </a:lnTo>
                <a:lnTo>
                  <a:pt x="47625" y="1019175"/>
                </a:lnTo>
                <a:lnTo>
                  <a:pt x="28575" y="1019175"/>
                </a:lnTo>
                <a:close/>
                <a:moveTo>
                  <a:pt x="38100" y="1057275"/>
                </a:moveTo>
                <a:lnTo>
                  <a:pt x="57150" y="1057275"/>
                </a:lnTo>
                <a:lnTo>
                  <a:pt x="57150" y="1066800"/>
                </a:lnTo>
                <a:lnTo>
                  <a:pt x="38100" y="1066800"/>
                </a:lnTo>
                <a:close/>
                <a:moveTo>
                  <a:pt x="762000" y="1076325"/>
                </a:moveTo>
                <a:lnTo>
                  <a:pt x="771525" y="1076325"/>
                </a:lnTo>
                <a:lnTo>
                  <a:pt x="771525" y="1123950"/>
                </a:lnTo>
                <a:lnTo>
                  <a:pt x="762000" y="1123950"/>
                </a:lnTo>
                <a:close/>
                <a:moveTo>
                  <a:pt x="542925" y="1095375"/>
                </a:moveTo>
                <a:lnTo>
                  <a:pt x="552450" y="1095375"/>
                </a:lnTo>
                <a:lnTo>
                  <a:pt x="552450" y="1104900"/>
                </a:lnTo>
                <a:lnTo>
                  <a:pt x="542925" y="1104900"/>
                </a:lnTo>
                <a:close/>
                <a:moveTo>
                  <a:pt x="733425" y="1133475"/>
                </a:moveTo>
                <a:lnTo>
                  <a:pt x="742950" y="1133475"/>
                </a:lnTo>
                <a:lnTo>
                  <a:pt x="742950" y="1143000"/>
                </a:lnTo>
                <a:lnTo>
                  <a:pt x="752475" y="1143000"/>
                </a:lnTo>
                <a:lnTo>
                  <a:pt x="752475" y="1152525"/>
                </a:lnTo>
                <a:lnTo>
                  <a:pt x="762000" y="1152525"/>
                </a:lnTo>
                <a:lnTo>
                  <a:pt x="762000" y="1133475"/>
                </a:lnTo>
                <a:lnTo>
                  <a:pt x="771525" y="1133475"/>
                </a:lnTo>
                <a:lnTo>
                  <a:pt x="771525" y="1162050"/>
                </a:lnTo>
                <a:lnTo>
                  <a:pt x="742950" y="1162050"/>
                </a:lnTo>
                <a:lnTo>
                  <a:pt x="742950" y="1171575"/>
                </a:lnTo>
                <a:lnTo>
                  <a:pt x="733425" y="1171575"/>
                </a:lnTo>
                <a:close/>
                <a:moveTo>
                  <a:pt x="714375" y="1152525"/>
                </a:moveTo>
                <a:lnTo>
                  <a:pt x="723900" y="1152525"/>
                </a:lnTo>
                <a:lnTo>
                  <a:pt x="723900" y="1171575"/>
                </a:lnTo>
                <a:lnTo>
                  <a:pt x="714375" y="1171575"/>
                </a:lnTo>
                <a:close/>
                <a:moveTo>
                  <a:pt x="762000" y="1171575"/>
                </a:moveTo>
                <a:lnTo>
                  <a:pt x="771525" y="1171575"/>
                </a:lnTo>
                <a:lnTo>
                  <a:pt x="771525" y="1200150"/>
                </a:lnTo>
                <a:lnTo>
                  <a:pt x="762000" y="1200150"/>
                </a:lnTo>
                <a:close/>
                <a:moveTo>
                  <a:pt x="333375" y="1181100"/>
                </a:moveTo>
                <a:lnTo>
                  <a:pt x="352425" y="1181100"/>
                </a:lnTo>
                <a:lnTo>
                  <a:pt x="352425" y="1190625"/>
                </a:lnTo>
                <a:lnTo>
                  <a:pt x="333375" y="1190625"/>
                </a:lnTo>
                <a:close/>
                <a:moveTo>
                  <a:pt x="476250" y="1181100"/>
                </a:moveTo>
                <a:lnTo>
                  <a:pt x="495300" y="1181100"/>
                </a:lnTo>
                <a:lnTo>
                  <a:pt x="495300" y="1190625"/>
                </a:lnTo>
                <a:lnTo>
                  <a:pt x="476250" y="1190625"/>
                </a:lnTo>
                <a:close/>
                <a:moveTo>
                  <a:pt x="533400" y="1181100"/>
                </a:moveTo>
                <a:lnTo>
                  <a:pt x="552450" y="1181100"/>
                </a:lnTo>
                <a:lnTo>
                  <a:pt x="552450" y="1190625"/>
                </a:lnTo>
                <a:lnTo>
                  <a:pt x="561975" y="1190625"/>
                </a:lnTo>
                <a:lnTo>
                  <a:pt x="561975" y="1200150"/>
                </a:lnTo>
                <a:lnTo>
                  <a:pt x="571500" y="1200150"/>
                </a:lnTo>
                <a:lnTo>
                  <a:pt x="571500" y="1228725"/>
                </a:lnTo>
                <a:lnTo>
                  <a:pt x="552450" y="1228725"/>
                </a:lnTo>
                <a:lnTo>
                  <a:pt x="552450" y="1247775"/>
                </a:lnTo>
                <a:lnTo>
                  <a:pt x="523875" y="1247775"/>
                </a:lnTo>
                <a:lnTo>
                  <a:pt x="523875" y="1228725"/>
                </a:lnTo>
                <a:lnTo>
                  <a:pt x="533400" y="1228725"/>
                </a:lnTo>
                <a:lnTo>
                  <a:pt x="533400" y="1238250"/>
                </a:lnTo>
                <a:lnTo>
                  <a:pt x="542925" y="1238250"/>
                </a:lnTo>
                <a:lnTo>
                  <a:pt x="542925" y="1219200"/>
                </a:lnTo>
                <a:lnTo>
                  <a:pt x="561975" y="1219200"/>
                </a:lnTo>
                <a:lnTo>
                  <a:pt x="561975" y="1209675"/>
                </a:lnTo>
                <a:lnTo>
                  <a:pt x="542925" y="1209675"/>
                </a:lnTo>
                <a:lnTo>
                  <a:pt x="542925" y="1190625"/>
                </a:lnTo>
                <a:lnTo>
                  <a:pt x="533400" y="1190625"/>
                </a:lnTo>
                <a:close/>
                <a:moveTo>
                  <a:pt x="419100" y="1219200"/>
                </a:moveTo>
                <a:lnTo>
                  <a:pt x="428625" y="1219200"/>
                </a:lnTo>
                <a:lnTo>
                  <a:pt x="428625" y="1228725"/>
                </a:lnTo>
                <a:lnTo>
                  <a:pt x="419100" y="1228725"/>
                </a:lnTo>
                <a:close/>
                <a:moveTo>
                  <a:pt x="485775" y="1247775"/>
                </a:moveTo>
                <a:lnTo>
                  <a:pt x="495300" y="1247775"/>
                </a:lnTo>
                <a:lnTo>
                  <a:pt x="495300" y="1266825"/>
                </a:lnTo>
                <a:lnTo>
                  <a:pt x="485775" y="1266825"/>
                </a:lnTo>
                <a:close/>
                <a:moveTo>
                  <a:pt x="552450" y="1247775"/>
                </a:moveTo>
                <a:lnTo>
                  <a:pt x="561975" y="1247775"/>
                </a:lnTo>
                <a:lnTo>
                  <a:pt x="561975" y="1257300"/>
                </a:lnTo>
                <a:lnTo>
                  <a:pt x="552450" y="1257300"/>
                </a:lnTo>
                <a:close/>
                <a:moveTo>
                  <a:pt x="600075" y="1247775"/>
                </a:moveTo>
                <a:lnTo>
                  <a:pt x="609600" y="1247775"/>
                </a:lnTo>
                <a:lnTo>
                  <a:pt x="609600" y="1266825"/>
                </a:lnTo>
                <a:lnTo>
                  <a:pt x="600075" y="1266825"/>
                </a:lnTo>
                <a:close/>
                <a:moveTo>
                  <a:pt x="419100" y="1257300"/>
                </a:moveTo>
                <a:lnTo>
                  <a:pt x="428625" y="1257300"/>
                </a:lnTo>
                <a:lnTo>
                  <a:pt x="428625" y="1276350"/>
                </a:lnTo>
                <a:lnTo>
                  <a:pt x="419100" y="1276350"/>
                </a:lnTo>
                <a:close/>
                <a:moveTo>
                  <a:pt x="504825" y="1257300"/>
                </a:moveTo>
                <a:lnTo>
                  <a:pt x="523875" y="1257300"/>
                </a:lnTo>
                <a:lnTo>
                  <a:pt x="523875" y="1276350"/>
                </a:lnTo>
                <a:lnTo>
                  <a:pt x="514350" y="1276350"/>
                </a:lnTo>
                <a:lnTo>
                  <a:pt x="514350" y="1285875"/>
                </a:lnTo>
                <a:lnTo>
                  <a:pt x="504825" y="1285875"/>
                </a:lnTo>
                <a:close/>
                <a:moveTo>
                  <a:pt x="533400" y="1266825"/>
                </a:moveTo>
                <a:lnTo>
                  <a:pt x="542925" y="1266825"/>
                </a:lnTo>
                <a:lnTo>
                  <a:pt x="542925" y="1276350"/>
                </a:lnTo>
                <a:lnTo>
                  <a:pt x="533400" y="1276350"/>
                </a:lnTo>
                <a:close/>
                <a:moveTo>
                  <a:pt x="561975" y="1266825"/>
                </a:moveTo>
                <a:lnTo>
                  <a:pt x="571500" y="1266825"/>
                </a:lnTo>
                <a:lnTo>
                  <a:pt x="571500" y="1285875"/>
                </a:lnTo>
                <a:lnTo>
                  <a:pt x="561975" y="1285875"/>
                </a:lnTo>
                <a:close/>
                <a:moveTo>
                  <a:pt x="533400" y="1304925"/>
                </a:moveTo>
                <a:lnTo>
                  <a:pt x="552450" y="1304925"/>
                </a:lnTo>
                <a:lnTo>
                  <a:pt x="552450" y="1323975"/>
                </a:lnTo>
                <a:lnTo>
                  <a:pt x="523875" y="1323975"/>
                </a:lnTo>
                <a:lnTo>
                  <a:pt x="523875" y="1314450"/>
                </a:lnTo>
                <a:lnTo>
                  <a:pt x="533400" y="1314450"/>
                </a:lnTo>
                <a:close/>
                <a:moveTo>
                  <a:pt x="866775" y="1304925"/>
                </a:moveTo>
                <a:lnTo>
                  <a:pt x="876300" y="1304925"/>
                </a:lnTo>
                <a:lnTo>
                  <a:pt x="876300" y="1323975"/>
                </a:lnTo>
                <a:lnTo>
                  <a:pt x="885825" y="1323975"/>
                </a:lnTo>
                <a:lnTo>
                  <a:pt x="885825" y="1304925"/>
                </a:lnTo>
                <a:lnTo>
                  <a:pt x="914400" y="1304925"/>
                </a:lnTo>
                <a:lnTo>
                  <a:pt x="914400" y="1314450"/>
                </a:lnTo>
                <a:lnTo>
                  <a:pt x="904875" y="1314450"/>
                </a:lnTo>
                <a:lnTo>
                  <a:pt x="904875" y="1323975"/>
                </a:lnTo>
                <a:lnTo>
                  <a:pt x="885825" y="1323975"/>
                </a:lnTo>
                <a:lnTo>
                  <a:pt x="885825" y="1333500"/>
                </a:lnTo>
                <a:lnTo>
                  <a:pt x="933450" y="1333500"/>
                </a:lnTo>
                <a:lnTo>
                  <a:pt x="933450" y="1352550"/>
                </a:lnTo>
                <a:lnTo>
                  <a:pt x="914400" y="1352550"/>
                </a:lnTo>
                <a:lnTo>
                  <a:pt x="914400" y="1362075"/>
                </a:lnTo>
                <a:lnTo>
                  <a:pt x="904875" y="1362075"/>
                </a:lnTo>
                <a:lnTo>
                  <a:pt x="904875" y="1343025"/>
                </a:lnTo>
                <a:lnTo>
                  <a:pt x="885825" y="1343025"/>
                </a:lnTo>
                <a:lnTo>
                  <a:pt x="885825" y="1352550"/>
                </a:lnTo>
                <a:lnTo>
                  <a:pt x="876300" y="1352550"/>
                </a:lnTo>
                <a:lnTo>
                  <a:pt x="876300" y="1343025"/>
                </a:lnTo>
                <a:lnTo>
                  <a:pt x="866775" y="1343025"/>
                </a:lnTo>
                <a:close/>
                <a:moveTo>
                  <a:pt x="942975" y="1304925"/>
                </a:moveTo>
                <a:lnTo>
                  <a:pt x="952500" y="1304925"/>
                </a:lnTo>
                <a:lnTo>
                  <a:pt x="952500" y="1314450"/>
                </a:lnTo>
                <a:lnTo>
                  <a:pt x="942975" y="1314450"/>
                </a:lnTo>
                <a:close/>
                <a:moveTo>
                  <a:pt x="990600" y="1304925"/>
                </a:moveTo>
                <a:lnTo>
                  <a:pt x="1019175" y="1304925"/>
                </a:lnTo>
                <a:lnTo>
                  <a:pt x="1019175" y="1314450"/>
                </a:lnTo>
                <a:lnTo>
                  <a:pt x="990600" y="1314450"/>
                </a:lnTo>
                <a:close/>
                <a:moveTo>
                  <a:pt x="1047750" y="1304925"/>
                </a:moveTo>
                <a:lnTo>
                  <a:pt x="1057275" y="1304925"/>
                </a:lnTo>
                <a:lnTo>
                  <a:pt x="1057275" y="1333500"/>
                </a:lnTo>
                <a:lnTo>
                  <a:pt x="1047750" y="1333500"/>
                </a:lnTo>
                <a:close/>
                <a:moveTo>
                  <a:pt x="1085850" y="1304925"/>
                </a:moveTo>
                <a:lnTo>
                  <a:pt x="1104900" y="1304925"/>
                </a:lnTo>
                <a:lnTo>
                  <a:pt x="1104900" y="1314450"/>
                </a:lnTo>
                <a:lnTo>
                  <a:pt x="1085850" y="1314450"/>
                </a:lnTo>
                <a:close/>
                <a:moveTo>
                  <a:pt x="1152525" y="1304925"/>
                </a:moveTo>
                <a:lnTo>
                  <a:pt x="1171575" y="1304925"/>
                </a:lnTo>
                <a:lnTo>
                  <a:pt x="1171575" y="1314450"/>
                </a:lnTo>
                <a:lnTo>
                  <a:pt x="1152525" y="1314450"/>
                </a:lnTo>
                <a:close/>
                <a:moveTo>
                  <a:pt x="485775" y="1314450"/>
                </a:moveTo>
                <a:lnTo>
                  <a:pt x="495300" y="1314450"/>
                </a:lnTo>
                <a:lnTo>
                  <a:pt x="495300" y="1323975"/>
                </a:lnTo>
                <a:lnTo>
                  <a:pt x="514350" y="1323975"/>
                </a:lnTo>
                <a:lnTo>
                  <a:pt x="514350" y="1333500"/>
                </a:lnTo>
                <a:lnTo>
                  <a:pt x="485775" y="1333500"/>
                </a:lnTo>
                <a:close/>
                <a:moveTo>
                  <a:pt x="847725" y="1314450"/>
                </a:moveTo>
                <a:lnTo>
                  <a:pt x="857250" y="1314450"/>
                </a:lnTo>
                <a:lnTo>
                  <a:pt x="857250" y="1323975"/>
                </a:lnTo>
                <a:lnTo>
                  <a:pt x="847725" y="1323975"/>
                </a:lnTo>
                <a:close/>
                <a:moveTo>
                  <a:pt x="47625" y="1323975"/>
                </a:moveTo>
                <a:lnTo>
                  <a:pt x="66675" y="1323975"/>
                </a:lnTo>
                <a:lnTo>
                  <a:pt x="66675" y="1333500"/>
                </a:lnTo>
                <a:lnTo>
                  <a:pt x="47625" y="1333500"/>
                </a:lnTo>
                <a:close/>
                <a:moveTo>
                  <a:pt x="800100" y="1323975"/>
                </a:moveTo>
                <a:lnTo>
                  <a:pt x="809625" y="1323975"/>
                </a:lnTo>
                <a:lnTo>
                  <a:pt x="809625" y="1333500"/>
                </a:lnTo>
                <a:lnTo>
                  <a:pt x="800100" y="1333500"/>
                </a:lnTo>
                <a:close/>
                <a:moveTo>
                  <a:pt x="828675" y="1323975"/>
                </a:moveTo>
                <a:lnTo>
                  <a:pt x="847725" y="1323975"/>
                </a:lnTo>
                <a:lnTo>
                  <a:pt x="847725" y="1343025"/>
                </a:lnTo>
                <a:lnTo>
                  <a:pt x="838200" y="1343025"/>
                </a:lnTo>
                <a:lnTo>
                  <a:pt x="838200" y="1352550"/>
                </a:lnTo>
                <a:lnTo>
                  <a:pt x="847725" y="1352550"/>
                </a:lnTo>
                <a:lnTo>
                  <a:pt x="847725" y="1371600"/>
                </a:lnTo>
                <a:lnTo>
                  <a:pt x="857250" y="1371600"/>
                </a:lnTo>
                <a:lnTo>
                  <a:pt x="857250" y="1390650"/>
                </a:lnTo>
                <a:lnTo>
                  <a:pt x="847725" y="1390650"/>
                </a:lnTo>
                <a:lnTo>
                  <a:pt x="847725" y="1409700"/>
                </a:lnTo>
                <a:lnTo>
                  <a:pt x="828675" y="1409700"/>
                </a:lnTo>
                <a:lnTo>
                  <a:pt x="828675" y="1419225"/>
                </a:lnTo>
                <a:lnTo>
                  <a:pt x="819150" y="1419225"/>
                </a:lnTo>
                <a:lnTo>
                  <a:pt x="819150" y="1381125"/>
                </a:lnTo>
                <a:lnTo>
                  <a:pt x="828675" y="1381125"/>
                </a:lnTo>
                <a:lnTo>
                  <a:pt x="828675" y="1390650"/>
                </a:lnTo>
                <a:lnTo>
                  <a:pt x="838200" y="1390650"/>
                </a:lnTo>
                <a:lnTo>
                  <a:pt x="838200" y="1362075"/>
                </a:lnTo>
                <a:lnTo>
                  <a:pt x="809625" y="1362075"/>
                </a:lnTo>
                <a:lnTo>
                  <a:pt x="809625" y="1371600"/>
                </a:lnTo>
                <a:lnTo>
                  <a:pt x="800100" y="1371600"/>
                </a:lnTo>
                <a:lnTo>
                  <a:pt x="800100" y="1352550"/>
                </a:lnTo>
                <a:lnTo>
                  <a:pt x="809625" y="1352550"/>
                </a:lnTo>
                <a:lnTo>
                  <a:pt x="809625" y="1333500"/>
                </a:lnTo>
                <a:lnTo>
                  <a:pt x="828675" y="1333500"/>
                </a:lnTo>
                <a:close/>
                <a:moveTo>
                  <a:pt x="942975" y="1323975"/>
                </a:moveTo>
                <a:lnTo>
                  <a:pt x="952500" y="1323975"/>
                </a:lnTo>
                <a:lnTo>
                  <a:pt x="952500" y="1333500"/>
                </a:lnTo>
                <a:lnTo>
                  <a:pt x="962025" y="1333500"/>
                </a:lnTo>
                <a:lnTo>
                  <a:pt x="962025" y="1352550"/>
                </a:lnTo>
                <a:lnTo>
                  <a:pt x="952500" y="1352550"/>
                </a:lnTo>
                <a:lnTo>
                  <a:pt x="952500" y="1343025"/>
                </a:lnTo>
                <a:lnTo>
                  <a:pt x="942975" y="1343025"/>
                </a:lnTo>
                <a:close/>
                <a:moveTo>
                  <a:pt x="1000125" y="1323975"/>
                </a:moveTo>
                <a:lnTo>
                  <a:pt x="1028700" y="1323975"/>
                </a:lnTo>
                <a:lnTo>
                  <a:pt x="1028700" y="1333500"/>
                </a:lnTo>
                <a:lnTo>
                  <a:pt x="1019175" y="1333500"/>
                </a:lnTo>
                <a:lnTo>
                  <a:pt x="1019175" y="1362075"/>
                </a:lnTo>
                <a:lnTo>
                  <a:pt x="1009650" y="1362075"/>
                </a:lnTo>
                <a:lnTo>
                  <a:pt x="1009650" y="1371600"/>
                </a:lnTo>
                <a:lnTo>
                  <a:pt x="1000125" y="1371600"/>
                </a:lnTo>
                <a:lnTo>
                  <a:pt x="1000125" y="1362075"/>
                </a:lnTo>
                <a:lnTo>
                  <a:pt x="990600" y="1362075"/>
                </a:lnTo>
                <a:lnTo>
                  <a:pt x="990600" y="1343025"/>
                </a:lnTo>
                <a:lnTo>
                  <a:pt x="1009650" y="1343025"/>
                </a:lnTo>
                <a:lnTo>
                  <a:pt x="1009650" y="1333500"/>
                </a:lnTo>
                <a:lnTo>
                  <a:pt x="1000125" y="1333500"/>
                </a:lnTo>
                <a:close/>
                <a:moveTo>
                  <a:pt x="542925" y="1333500"/>
                </a:moveTo>
                <a:lnTo>
                  <a:pt x="552450" y="1333500"/>
                </a:lnTo>
                <a:lnTo>
                  <a:pt x="552450" y="1343025"/>
                </a:lnTo>
                <a:lnTo>
                  <a:pt x="561975" y="1343025"/>
                </a:lnTo>
                <a:lnTo>
                  <a:pt x="561975" y="1352550"/>
                </a:lnTo>
                <a:lnTo>
                  <a:pt x="533400" y="1352550"/>
                </a:lnTo>
                <a:lnTo>
                  <a:pt x="533400" y="1343025"/>
                </a:lnTo>
                <a:lnTo>
                  <a:pt x="542925" y="1343025"/>
                </a:lnTo>
                <a:close/>
                <a:moveTo>
                  <a:pt x="1057275" y="1333500"/>
                </a:moveTo>
                <a:lnTo>
                  <a:pt x="1066800" y="1333500"/>
                </a:lnTo>
                <a:lnTo>
                  <a:pt x="1066800" y="1343025"/>
                </a:lnTo>
                <a:lnTo>
                  <a:pt x="1057275" y="1343025"/>
                </a:lnTo>
                <a:close/>
                <a:moveTo>
                  <a:pt x="1085850" y="1333500"/>
                </a:moveTo>
                <a:lnTo>
                  <a:pt x="1095375" y="1333500"/>
                </a:lnTo>
                <a:lnTo>
                  <a:pt x="1095375" y="1352550"/>
                </a:lnTo>
                <a:lnTo>
                  <a:pt x="1085850" y="1352550"/>
                </a:lnTo>
                <a:lnTo>
                  <a:pt x="1085850" y="1362075"/>
                </a:lnTo>
                <a:lnTo>
                  <a:pt x="1104900" y="1362075"/>
                </a:lnTo>
                <a:lnTo>
                  <a:pt x="1104900" y="1343025"/>
                </a:lnTo>
                <a:lnTo>
                  <a:pt x="1123950" y="1343025"/>
                </a:lnTo>
                <a:lnTo>
                  <a:pt x="1123950" y="1333500"/>
                </a:lnTo>
                <a:lnTo>
                  <a:pt x="1133475" y="1333500"/>
                </a:lnTo>
                <a:lnTo>
                  <a:pt x="1133475" y="1352550"/>
                </a:lnTo>
                <a:lnTo>
                  <a:pt x="1162050" y="1352550"/>
                </a:lnTo>
                <a:lnTo>
                  <a:pt x="1162050" y="1371600"/>
                </a:lnTo>
                <a:lnTo>
                  <a:pt x="1152525" y="1371600"/>
                </a:lnTo>
                <a:lnTo>
                  <a:pt x="1152525" y="1362075"/>
                </a:lnTo>
                <a:lnTo>
                  <a:pt x="1123950" y="1362075"/>
                </a:lnTo>
                <a:lnTo>
                  <a:pt x="1123950" y="1371600"/>
                </a:lnTo>
                <a:lnTo>
                  <a:pt x="1104900" y="1371600"/>
                </a:lnTo>
                <a:lnTo>
                  <a:pt x="1104900" y="1381125"/>
                </a:lnTo>
                <a:lnTo>
                  <a:pt x="1095375" y="1381125"/>
                </a:lnTo>
                <a:lnTo>
                  <a:pt x="1095375" y="1390650"/>
                </a:lnTo>
                <a:lnTo>
                  <a:pt x="1085850" y="1390650"/>
                </a:lnTo>
                <a:lnTo>
                  <a:pt x="1085850" y="1400175"/>
                </a:lnTo>
                <a:lnTo>
                  <a:pt x="1047750" y="1400175"/>
                </a:lnTo>
                <a:lnTo>
                  <a:pt x="1047750" y="1409700"/>
                </a:lnTo>
                <a:lnTo>
                  <a:pt x="1028700" y="1409700"/>
                </a:lnTo>
                <a:lnTo>
                  <a:pt x="1028700" y="1419225"/>
                </a:lnTo>
                <a:lnTo>
                  <a:pt x="1019175" y="1419225"/>
                </a:lnTo>
                <a:lnTo>
                  <a:pt x="1019175" y="1409700"/>
                </a:lnTo>
                <a:lnTo>
                  <a:pt x="1009650" y="1409700"/>
                </a:lnTo>
                <a:lnTo>
                  <a:pt x="1009650" y="1400175"/>
                </a:lnTo>
                <a:lnTo>
                  <a:pt x="1000125" y="1400175"/>
                </a:lnTo>
                <a:lnTo>
                  <a:pt x="1000125" y="1390650"/>
                </a:lnTo>
                <a:lnTo>
                  <a:pt x="1019175" y="1390650"/>
                </a:lnTo>
                <a:lnTo>
                  <a:pt x="1019175" y="1381125"/>
                </a:lnTo>
                <a:lnTo>
                  <a:pt x="1028700" y="1381125"/>
                </a:lnTo>
                <a:lnTo>
                  <a:pt x="1028700" y="1371600"/>
                </a:lnTo>
                <a:lnTo>
                  <a:pt x="1047750" y="1371600"/>
                </a:lnTo>
                <a:lnTo>
                  <a:pt x="1047750" y="1381125"/>
                </a:lnTo>
                <a:lnTo>
                  <a:pt x="1066800" y="1381125"/>
                </a:lnTo>
                <a:lnTo>
                  <a:pt x="1066800" y="1390650"/>
                </a:lnTo>
                <a:lnTo>
                  <a:pt x="1076325" y="1390650"/>
                </a:lnTo>
                <a:lnTo>
                  <a:pt x="1076325" y="1371600"/>
                </a:lnTo>
                <a:lnTo>
                  <a:pt x="1057275" y="1371600"/>
                </a:lnTo>
                <a:lnTo>
                  <a:pt x="1057275" y="1362075"/>
                </a:lnTo>
                <a:lnTo>
                  <a:pt x="1076325" y="1362075"/>
                </a:lnTo>
                <a:lnTo>
                  <a:pt x="1076325" y="1343025"/>
                </a:lnTo>
                <a:lnTo>
                  <a:pt x="1085850" y="1343025"/>
                </a:lnTo>
                <a:close/>
                <a:moveTo>
                  <a:pt x="1143000" y="1333500"/>
                </a:moveTo>
                <a:lnTo>
                  <a:pt x="1152525" y="1333500"/>
                </a:lnTo>
                <a:lnTo>
                  <a:pt x="1152525" y="1343025"/>
                </a:lnTo>
                <a:lnTo>
                  <a:pt x="1143000" y="1343025"/>
                </a:lnTo>
                <a:close/>
                <a:moveTo>
                  <a:pt x="857250" y="1343025"/>
                </a:moveTo>
                <a:lnTo>
                  <a:pt x="866775" y="1343025"/>
                </a:lnTo>
                <a:lnTo>
                  <a:pt x="866775" y="1352550"/>
                </a:lnTo>
                <a:lnTo>
                  <a:pt x="857250" y="1352550"/>
                </a:lnTo>
                <a:close/>
                <a:moveTo>
                  <a:pt x="504825" y="1352550"/>
                </a:moveTo>
                <a:lnTo>
                  <a:pt x="523875" y="1352550"/>
                </a:lnTo>
                <a:lnTo>
                  <a:pt x="523875" y="1362075"/>
                </a:lnTo>
                <a:lnTo>
                  <a:pt x="514350" y="1362075"/>
                </a:lnTo>
                <a:lnTo>
                  <a:pt x="514350" y="1371600"/>
                </a:lnTo>
                <a:lnTo>
                  <a:pt x="504825" y="1371600"/>
                </a:lnTo>
                <a:close/>
                <a:moveTo>
                  <a:pt x="781050" y="1352550"/>
                </a:moveTo>
                <a:lnTo>
                  <a:pt x="790575" y="1352550"/>
                </a:lnTo>
                <a:lnTo>
                  <a:pt x="790575" y="1362075"/>
                </a:lnTo>
                <a:lnTo>
                  <a:pt x="781050" y="1362075"/>
                </a:lnTo>
                <a:close/>
                <a:moveTo>
                  <a:pt x="542925" y="1362075"/>
                </a:moveTo>
                <a:lnTo>
                  <a:pt x="552450" y="1362075"/>
                </a:lnTo>
                <a:lnTo>
                  <a:pt x="552450" y="1371600"/>
                </a:lnTo>
                <a:lnTo>
                  <a:pt x="542925" y="1371600"/>
                </a:lnTo>
                <a:close/>
                <a:moveTo>
                  <a:pt x="914400" y="1362075"/>
                </a:moveTo>
                <a:lnTo>
                  <a:pt x="933450" y="1362075"/>
                </a:lnTo>
                <a:lnTo>
                  <a:pt x="933450" y="1371600"/>
                </a:lnTo>
                <a:lnTo>
                  <a:pt x="942975" y="1371600"/>
                </a:lnTo>
                <a:lnTo>
                  <a:pt x="942975" y="1390650"/>
                </a:lnTo>
                <a:lnTo>
                  <a:pt x="933450" y="1390650"/>
                </a:lnTo>
                <a:lnTo>
                  <a:pt x="933450" y="1409700"/>
                </a:lnTo>
                <a:lnTo>
                  <a:pt x="923925" y="1409700"/>
                </a:lnTo>
                <a:lnTo>
                  <a:pt x="923925" y="1400175"/>
                </a:lnTo>
                <a:lnTo>
                  <a:pt x="914400" y="1400175"/>
                </a:lnTo>
                <a:close/>
                <a:moveTo>
                  <a:pt x="9525" y="1371600"/>
                </a:moveTo>
                <a:lnTo>
                  <a:pt x="19050" y="1371600"/>
                </a:lnTo>
                <a:lnTo>
                  <a:pt x="19050" y="1381125"/>
                </a:lnTo>
                <a:lnTo>
                  <a:pt x="9525" y="1381125"/>
                </a:lnTo>
                <a:close/>
                <a:moveTo>
                  <a:pt x="533400" y="1371600"/>
                </a:moveTo>
                <a:lnTo>
                  <a:pt x="542925" y="1371600"/>
                </a:lnTo>
                <a:lnTo>
                  <a:pt x="542925" y="1381125"/>
                </a:lnTo>
                <a:lnTo>
                  <a:pt x="533400" y="1381125"/>
                </a:lnTo>
                <a:close/>
                <a:moveTo>
                  <a:pt x="85725" y="1381125"/>
                </a:moveTo>
                <a:lnTo>
                  <a:pt x="95250" y="1381125"/>
                </a:lnTo>
                <a:lnTo>
                  <a:pt x="95250" y="1390650"/>
                </a:lnTo>
                <a:lnTo>
                  <a:pt x="85725" y="1390650"/>
                </a:lnTo>
                <a:close/>
                <a:moveTo>
                  <a:pt x="66675" y="1390650"/>
                </a:moveTo>
                <a:lnTo>
                  <a:pt x="85725" y="1390650"/>
                </a:lnTo>
                <a:lnTo>
                  <a:pt x="85725" y="1409700"/>
                </a:lnTo>
                <a:lnTo>
                  <a:pt x="76200" y="1409700"/>
                </a:lnTo>
                <a:lnTo>
                  <a:pt x="76200" y="1438275"/>
                </a:lnTo>
                <a:lnTo>
                  <a:pt x="66675" y="1438275"/>
                </a:lnTo>
                <a:lnTo>
                  <a:pt x="66675" y="1419225"/>
                </a:lnTo>
                <a:lnTo>
                  <a:pt x="57150" y="1419225"/>
                </a:lnTo>
                <a:lnTo>
                  <a:pt x="57150" y="1400175"/>
                </a:lnTo>
                <a:lnTo>
                  <a:pt x="66675" y="1400175"/>
                </a:lnTo>
                <a:close/>
                <a:moveTo>
                  <a:pt x="495300" y="1390650"/>
                </a:moveTo>
                <a:lnTo>
                  <a:pt x="533400" y="1390650"/>
                </a:lnTo>
                <a:lnTo>
                  <a:pt x="533400" y="1400175"/>
                </a:lnTo>
                <a:lnTo>
                  <a:pt x="514350" y="1400175"/>
                </a:lnTo>
                <a:lnTo>
                  <a:pt x="514350" y="1409700"/>
                </a:lnTo>
                <a:lnTo>
                  <a:pt x="504825" y="1409700"/>
                </a:lnTo>
                <a:lnTo>
                  <a:pt x="504825" y="1400175"/>
                </a:lnTo>
                <a:lnTo>
                  <a:pt x="495300" y="1400175"/>
                </a:lnTo>
                <a:close/>
                <a:moveTo>
                  <a:pt x="581025" y="1390650"/>
                </a:moveTo>
                <a:lnTo>
                  <a:pt x="590550" y="1390650"/>
                </a:lnTo>
                <a:lnTo>
                  <a:pt x="590550" y="1400175"/>
                </a:lnTo>
                <a:lnTo>
                  <a:pt x="581025" y="1400175"/>
                </a:lnTo>
                <a:close/>
                <a:moveTo>
                  <a:pt x="857250" y="1390650"/>
                </a:moveTo>
                <a:lnTo>
                  <a:pt x="866775" y="1390650"/>
                </a:lnTo>
                <a:lnTo>
                  <a:pt x="866775" y="1419225"/>
                </a:lnTo>
                <a:lnTo>
                  <a:pt x="857250" y="1419225"/>
                </a:lnTo>
                <a:close/>
                <a:moveTo>
                  <a:pt x="114300" y="1400175"/>
                </a:moveTo>
                <a:lnTo>
                  <a:pt x="123825" y="1400175"/>
                </a:lnTo>
                <a:lnTo>
                  <a:pt x="123825" y="1419225"/>
                </a:lnTo>
                <a:lnTo>
                  <a:pt x="114300" y="1419225"/>
                </a:lnTo>
                <a:close/>
                <a:moveTo>
                  <a:pt x="476250" y="1400175"/>
                </a:moveTo>
                <a:lnTo>
                  <a:pt x="485775" y="1400175"/>
                </a:lnTo>
                <a:lnTo>
                  <a:pt x="485775" y="1409700"/>
                </a:lnTo>
                <a:lnTo>
                  <a:pt x="476250" y="1409700"/>
                </a:lnTo>
                <a:close/>
                <a:moveTo>
                  <a:pt x="723900" y="1400175"/>
                </a:moveTo>
                <a:lnTo>
                  <a:pt x="733425" y="1400175"/>
                </a:lnTo>
                <a:lnTo>
                  <a:pt x="733425" y="1428750"/>
                </a:lnTo>
                <a:lnTo>
                  <a:pt x="723900" y="1428750"/>
                </a:lnTo>
                <a:close/>
                <a:moveTo>
                  <a:pt x="904875" y="1400175"/>
                </a:moveTo>
                <a:lnTo>
                  <a:pt x="914400" y="1400175"/>
                </a:lnTo>
                <a:lnTo>
                  <a:pt x="914400" y="1409700"/>
                </a:lnTo>
                <a:lnTo>
                  <a:pt x="904875" y="1409700"/>
                </a:lnTo>
                <a:close/>
                <a:moveTo>
                  <a:pt x="19050" y="1409700"/>
                </a:moveTo>
                <a:lnTo>
                  <a:pt x="28575" y="1409700"/>
                </a:lnTo>
                <a:lnTo>
                  <a:pt x="28575" y="1419225"/>
                </a:lnTo>
                <a:lnTo>
                  <a:pt x="57150" y="1419225"/>
                </a:lnTo>
                <a:lnTo>
                  <a:pt x="57150" y="1438275"/>
                </a:lnTo>
                <a:lnTo>
                  <a:pt x="47625" y="1438275"/>
                </a:lnTo>
                <a:lnTo>
                  <a:pt x="47625" y="1428750"/>
                </a:lnTo>
                <a:lnTo>
                  <a:pt x="19050" y="1428750"/>
                </a:lnTo>
                <a:close/>
                <a:moveTo>
                  <a:pt x="781050" y="1409700"/>
                </a:moveTo>
                <a:lnTo>
                  <a:pt x="790575" y="1409700"/>
                </a:lnTo>
                <a:lnTo>
                  <a:pt x="790575" y="1428750"/>
                </a:lnTo>
                <a:lnTo>
                  <a:pt x="800100" y="1428750"/>
                </a:lnTo>
                <a:lnTo>
                  <a:pt x="800100" y="1409700"/>
                </a:lnTo>
                <a:lnTo>
                  <a:pt x="809625" y="1409700"/>
                </a:lnTo>
                <a:lnTo>
                  <a:pt x="809625" y="1428750"/>
                </a:lnTo>
                <a:lnTo>
                  <a:pt x="819150" y="1428750"/>
                </a:lnTo>
                <a:lnTo>
                  <a:pt x="819150" y="1438275"/>
                </a:lnTo>
                <a:lnTo>
                  <a:pt x="809625" y="1438275"/>
                </a:lnTo>
                <a:lnTo>
                  <a:pt x="809625" y="1447800"/>
                </a:lnTo>
                <a:lnTo>
                  <a:pt x="800100" y="1447800"/>
                </a:lnTo>
                <a:lnTo>
                  <a:pt x="800100" y="1457325"/>
                </a:lnTo>
                <a:lnTo>
                  <a:pt x="790575" y="1457325"/>
                </a:lnTo>
                <a:lnTo>
                  <a:pt x="790575" y="1466850"/>
                </a:lnTo>
                <a:lnTo>
                  <a:pt x="781050" y="1466850"/>
                </a:lnTo>
                <a:close/>
                <a:moveTo>
                  <a:pt x="933450" y="1409700"/>
                </a:moveTo>
                <a:lnTo>
                  <a:pt x="962025" y="1409700"/>
                </a:lnTo>
                <a:lnTo>
                  <a:pt x="962025" y="1419225"/>
                </a:lnTo>
                <a:lnTo>
                  <a:pt x="981075" y="1419225"/>
                </a:lnTo>
                <a:lnTo>
                  <a:pt x="981075" y="1428750"/>
                </a:lnTo>
                <a:lnTo>
                  <a:pt x="952500" y="1428750"/>
                </a:lnTo>
                <a:lnTo>
                  <a:pt x="952500" y="1419225"/>
                </a:lnTo>
                <a:lnTo>
                  <a:pt x="933450" y="1419225"/>
                </a:lnTo>
                <a:close/>
                <a:moveTo>
                  <a:pt x="1085850" y="1409700"/>
                </a:moveTo>
                <a:lnTo>
                  <a:pt x="1095375" y="1409700"/>
                </a:lnTo>
                <a:lnTo>
                  <a:pt x="1095375" y="1419225"/>
                </a:lnTo>
                <a:lnTo>
                  <a:pt x="1085850" y="1419225"/>
                </a:lnTo>
                <a:close/>
                <a:moveTo>
                  <a:pt x="0" y="1419225"/>
                </a:moveTo>
                <a:lnTo>
                  <a:pt x="9525" y="1419225"/>
                </a:lnTo>
                <a:lnTo>
                  <a:pt x="9525" y="1438275"/>
                </a:lnTo>
                <a:lnTo>
                  <a:pt x="0" y="1438275"/>
                </a:lnTo>
                <a:close/>
                <a:moveTo>
                  <a:pt x="533400" y="1419225"/>
                </a:moveTo>
                <a:lnTo>
                  <a:pt x="542925" y="1419225"/>
                </a:lnTo>
                <a:lnTo>
                  <a:pt x="542925" y="1438275"/>
                </a:lnTo>
                <a:lnTo>
                  <a:pt x="552450" y="1438275"/>
                </a:lnTo>
                <a:lnTo>
                  <a:pt x="552450" y="1447800"/>
                </a:lnTo>
                <a:lnTo>
                  <a:pt x="523875" y="1447800"/>
                </a:lnTo>
                <a:lnTo>
                  <a:pt x="523875" y="1438275"/>
                </a:lnTo>
                <a:lnTo>
                  <a:pt x="533400" y="1438275"/>
                </a:lnTo>
                <a:close/>
                <a:moveTo>
                  <a:pt x="914400" y="1419225"/>
                </a:moveTo>
                <a:lnTo>
                  <a:pt x="933450" y="1419225"/>
                </a:lnTo>
                <a:lnTo>
                  <a:pt x="933450" y="1438275"/>
                </a:lnTo>
                <a:lnTo>
                  <a:pt x="914400" y="1438275"/>
                </a:lnTo>
                <a:close/>
                <a:moveTo>
                  <a:pt x="981075" y="1428750"/>
                </a:moveTo>
                <a:lnTo>
                  <a:pt x="1000125" y="1428750"/>
                </a:lnTo>
                <a:lnTo>
                  <a:pt x="1000125" y="1447800"/>
                </a:lnTo>
                <a:lnTo>
                  <a:pt x="1009650" y="1447800"/>
                </a:lnTo>
                <a:lnTo>
                  <a:pt x="1009650" y="1466850"/>
                </a:lnTo>
                <a:lnTo>
                  <a:pt x="1000125" y="1466850"/>
                </a:lnTo>
                <a:lnTo>
                  <a:pt x="1000125" y="1485900"/>
                </a:lnTo>
                <a:lnTo>
                  <a:pt x="990600" y="1485900"/>
                </a:lnTo>
                <a:lnTo>
                  <a:pt x="990600" y="1476375"/>
                </a:lnTo>
                <a:lnTo>
                  <a:pt x="981075" y="1476375"/>
                </a:lnTo>
                <a:lnTo>
                  <a:pt x="981075" y="1457325"/>
                </a:lnTo>
                <a:lnTo>
                  <a:pt x="990600" y="1457325"/>
                </a:lnTo>
                <a:lnTo>
                  <a:pt x="990600" y="1447800"/>
                </a:lnTo>
                <a:lnTo>
                  <a:pt x="981075" y="1447800"/>
                </a:lnTo>
                <a:close/>
                <a:moveTo>
                  <a:pt x="1019175" y="1428750"/>
                </a:moveTo>
                <a:lnTo>
                  <a:pt x="1028700" y="1428750"/>
                </a:lnTo>
                <a:lnTo>
                  <a:pt x="1028700" y="1438275"/>
                </a:lnTo>
                <a:lnTo>
                  <a:pt x="1019175" y="1438275"/>
                </a:lnTo>
                <a:close/>
                <a:moveTo>
                  <a:pt x="180975" y="1438275"/>
                </a:moveTo>
                <a:lnTo>
                  <a:pt x="190500" y="1438275"/>
                </a:lnTo>
                <a:lnTo>
                  <a:pt x="190500" y="1447800"/>
                </a:lnTo>
                <a:lnTo>
                  <a:pt x="180975" y="1447800"/>
                </a:lnTo>
                <a:close/>
                <a:moveTo>
                  <a:pt x="942975" y="1438275"/>
                </a:moveTo>
                <a:lnTo>
                  <a:pt x="962025" y="1438275"/>
                </a:lnTo>
                <a:lnTo>
                  <a:pt x="962025" y="1457325"/>
                </a:lnTo>
                <a:lnTo>
                  <a:pt x="952500" y="1457325"/>
                </a:lnTo>
                <a:lnTo>
                  <a:pt x="952500" y="1447800"/>
                </a:lnTo>
                <a:lnTo>
                  <a:pt x="942975" y="1447800"/>
                </a:lnTo>
                <a:close/>
                <a:moveTo>
                  <a:pt x="1028700" y="1438275"/>
                </a:moveTo>
                <a:lnTo>
                  <a:pt x="1038225" y="1438275"/>
                </a:lnTo>
                <a:lnTo>
                  <a:pt x="1038225" y="1457325"/>
                </a:lnTo>
                <a:lnTo>
                  <a:pt x="1028700" y="1457325"/>
                </a:lnTo>
                <a:close/>
                <a:moveTo>
                  <a:pt x="1095375" y="1438275"/>
                </a:moveTo>
                <a:lnTo>
                  <a:pt x="1104900" y="1438275"/>
                </a:lnTo>
                <a:lnTo>
                  <a:pt x="1104900" y="1447800"/>
                </a:lnTo>
                <a:lnTo>
                  <a:pt x="1095375" y="1447800"/>
                </a:lnTo>
                <a:close/>
                <a:moveTo>
                  <a:pt x="800100" y="1466850"/>
                </a:moveTo>
                <a:lnTo>
                  <a:pt x="809625" y="1466850"/>
                </a:lnTo>
                <a:lnTo>
                  <a:pt x="809625" y="1476375"/>
                </a:lnTo>
                <a:lnTo>
                  <a:pt x="800100" y="1476375"/>
                </a:lnTo>
                <a:close/>
                <a:moveTo>
                  <a:pt x="933450" y="1466850"/>
                </a:moveTo>
                <a:lnTo>
                  <a:pt x="942975" y="1466850"/>
                </a:lnTo>
                <a:lnTo>
                  <a:pt x="942975" y="1476375"/>
                </a:lnTo>
                <a:lnTo>
                  <a:pt x="933450" y="1476375"/>
                </a:lnTo>
                <a:close/>
                <a:moveTo>
                  <a:pt x="1038225" y="1466850"/>
                </a:moveTo>
                <a:lnTo>
                  <a:pt x="1057275" y="1466850"/>
                </a:lnTo>
                <a:lnTo>
                  <a:pt x="1057275" y="1495425"/>
                </a:lnTo>
                <a:lnTo>
                  <a:pt x="1066800" y="1495425"/>
                </a:lnTo>
                <a:lnTo>
                  <a:pt x="1066800" y="1504950"/>
                </a:lnTo>
                <a:lnTo>
                  <a:pt x="1047750" y="1504950"/>
                </a:lnTo>
                <a:lnTo>
                  <a:pt x="1047750" y="1514475"/>
                </a:lnTo>
                <a:lnTo>
                  <a:pt x="1038225" y="1514475"/>
                </a:lnTo>
                <a:lnTo>
                  <a:pt x="1038225" y="1524000"/>
                </a:lnTo>
                <a:lnTo>
                  <a:pt x="1028700" y="1524000"/>
                </a:lnTo>
                <a:lnTo>
                  <a:pt x="1028700" y="1504950"/>
                </a:lnTo>
                <a:lnTo>
                  <a:pt x="1038225" y="1504950"/>
                </a:lnTo>
                <a:lnTo>
                  <a:pt x="1038225" y="1485900"/>
                </a:lnTo>
                <a:lnTo>
                  <a:pt x="1047750" y="1485900"/>
                </a:lnTo>
                <a:lnTo>
                  <a:pt x="1047750" y="1476375"/>
                </a:lnTo>
                <a:lnTo>
                  <a:pt x="1038225" y="1476375"/>
                </a:lnTo>
                <a:close/>
                <a:moveTo>
                  <a:pt x="123825" y="1476375"/>
                </a:moveTo>
                <a:lnTo>
                  <a:pt x="133350" y="1476375"/>
                </a:lnTo>
                <a:lnTo>
                  <a:pt x="133350" y="1485900"/>
                </a:lnTo>
                <a:lnTo>
                  <a:pt x="123825" y="1485900"/>
                </a:lnTo>
                <a:close/>
                <a:moveTo>
                  <a:pt x="781050" y="1476375"/>
                </a:moveTo>
                <a:lnTo>
                  <a:pt x="800100" y="1476375"/>
                </a:lnTo>
                <a:lnTo>
                  <a:pt x="800100" y="1485900"/>
                </a:lnTo>
                <a:lnTo>
                  <a:pt x="809625" y="1485900"/>
                </a:lnTo>
                <a:lnTo>
                  <a:pt x="809625" y="1495425"/>
                </a:lnTo>
                <a:lnTo>
                  <a:pt x="790575" y="1495425"/>
                </a:lnTo>
                <a:lnTo>
                  <a:pt x="790575" y="1485900"/>
                </a:lnTo>
                <a:lnTo>
                  <a:pt x="781050" y="1485900"/>
                </a:lnTo>
                <a:close/>
                <a:moveTo>
                  <a:pt x="1152525" y="1476375"/>
                </a:moveTo>
                <a:lnTo>
                  <a:pt x="1162050" y="1476375"/>
                </a:lnTo>
                <a:lnTo>
                  <a:pt x="1162050" y="1485900"/>
                </a:lnTo>
                <a:lnTo>
                  <a:pt x="1152525" y="1485900"/>
                </a:lnTo>
                <a:close/>
                <a:moveTo>
                  <a:pt x="114300" y="1485900"/>
                </a:moveTo>
                <a:lnTo>
                  <a:pt x="123825" y="1485900"/>
                </a:lnTo>
                <a:lnTo>
                  <a:pt x="123825" y="1495425"/>
                </a:lnTo>
                <a:lnTo>
                  <a:pt x="114300" y="1495425"/>
                </a:lnTo>
                <a:close/>
                <a:moveTo>
                  <a:pt x="1019175" y="1485900"/>
                </a:moveTo>
                <a:lnTo>
                  <a:pt x="1028700" y="1485900"/>
                </a:lnTo>
                <a:lnTo>
                  <a:pt x="1028700" y="1495425"/>
                </a:lnTo>
                <a:lnTo>
                  <a:pt x="1019175" y="1495425"/>
                </a:lnTo>
                <a:close/>
                <a:moveTo>
                  <a:pt x="1076325" y="1485900"/>
                </a:moveTo>
                <a:lnTo>
                  <a:pt x="1085850" y="1485900"/>
                </a:lnTo>
                <a:lnTo>
                  <a:pt x="1085850" y="1495425"/>
                </a:lnTo>
                <a:lnTo>
                  <a:pt x="1095375" y="1495425"/>
                </a:lnTo>
                <a:lnTo>
                  <a:pt x="1095375" y="1504950"/>
                </a:lnTo>
                <a:lnTo>
                  <a:pt x="1076325" y="1504950"/>
                </a:lnTo>
                <a:close/>
                <a:moveTo>
                  <a:pt x="1123950" y="1485900"/>
                </a:moveTo>
                <a:lnTo>
                  <a:pt x="1133475" y="1485900"/>
                </a:lnTo>
                <a:lnTo>
                  <a:pt x="1133475" y="1495425"/>
                </a:lnTo>
                <a:lnTo>
                  <a:pt x="1143000" y="1495425"/>
                </a:lnTo>
                <a:lnTo>
                  <a:pt x="1143000" y="1504950"/>
                </a:lnTo>
                <a:lnTo>
                  <a:pt x="1133475" y="1504950"/>
                </a:lnTo>
                <a:lnTo>
                  <a:pt x="1133475" y="1543050"/>
                </a:lnTo>
                <a:lnTo>
                  <a:pt x="1114425" y="1543050"/>
                </a:lnTo>
                <a:lnTo>
                  <a:pt x="1114425" y="1552575"/>
                </a:lnTo>
                <a:lnTo>
                  <a:pt x="1104900" y="1552575"/>
                </a:lnTo>
                <a:lnTo>
                  <a:pt x="1104900" y="1524000"/>
                </a:lnTo>
                <a:lnTo>
                  <a:pt x="1095375" y="1524000"/>
                </a:lnTo>
                <a:lnTo>
                  <a:pt x="1095375" y="1514475"/>
                </a:lnTo>
                <a:lnTo>
                  <a:pt x="1104900" y="1514475"/>
                </a:lnTo>
                <a:lnTo>
                  <a:pt x="1104900" y="1495425"/>
                </a:lnTo>
                <a:lnTo>
                  <a:pt x="1114425" y="1495425"/>
                </a:lnTo>
                <a:lnTo>
                  <a:pt x="1114425" y="1504950"/>
                </a:lnTo>
                <a:lnTo>
                  <a:pt x="1123950" y="1504950"/>
                </a:lnTo>
                <a:close/>
                <a:moveTo>
                  <a:pt x="1162050" y="1485900"/>
                </a:moveTo>
                <a:lnTo>
                  <a:pt x="1181100" y="1485900"/>
                </a:lnTo>
                <a:lnTo>
                  <a:pt x="1181100" y="1495425"/>
                </a:lnTo>
                <a:lnTo>
                  <a:pt x="1171575" y="1495425"/>
                </a:lnTo>
                <a:lnTo>
                  <a:pt x="1171575" y="1504950"/>
                </a:lnTo>
                <a:lnTo>
                  <a:pt x="1162050" y="1504950"/>
                </a:lnTo>
                <a:close/>
                <a:moveTo>
                  <a:pt x="57150" y="1495425"/>
                </a:moveTo>
                <a:lnTo>
                  <a:pt x="66675" y="1495425"/>
                </a:lnTo>
                <a:lnTo>
                  <a:pt x="66675" y="1514475"/>
                </a:lnTo>
                <a:lnTo>
                  <a:pt x="57150" y="1514475"/>
                </a:lnTo>
                <a:close/>
                <a:moveTo>
                  <a:pt x="152400" y="1495425"/>
                </a:moveTo>
                <a:lnTo>
                  <a:pt x="161925" y="1495425"/>
                </a:lnTo>
                <a:lnTo>
                  <a:pt x="161925" y="1504950"/>
                </a:lnTo>
                <a:lnTo>
                  <a:pt x="152400" y="1504950"/>
                </a:lnTo>
                <a:close/>
                <a:moveTo>
                  <a:pt x="209550" y="1504950"/>
                </a:moveTo>
                <a:lnTo>
                  <a:pt x="219075" y="1504950"/>
                </a:lnTo>
                <a:lnTo>
                  <a:pt x="219075" y="1524000"/>
                </a:lnTo>
                <a:lnTo>
                  <a:pt x="209550" y="1524000"/>
                </a:lnTo>
                <a:close/>
                <a:moveTo>
                  <a:pt x="723900" y="1504950"/>
                </a:moveTo>
                <a:lnTo>
                  <a:pt x="742950" y="1504950"/>
                </a:lnTo>
                <a:lnTo>
                  <a:pt x="742950" y="1543050"/>
                </a:lnTo>
                <a:lnTo>
                  <a:pt x="733425" y="1543050"/>
                </a:lnTo>
                <a:lnTo>
                  <a:pt x="733425" y="1514475"/>
                </a:lnTo>
                <a:lnTo>
                  <a:pt x="723900" y="1514475"/>
                </a:lnTo>
                <a:close/>
                <a:moveTo>
                  <a:pt x="38100" y="1514475"/>
                </a:moveTo>
                <a:lnTo>
                  <a:pt x="47625" y="1514475"/>
                </a:lnTo>
                <a:lnTo>
                  <a:pt x="47625" y="1524000"/>
                </a:lnTo>
                <a:lnTo>
                  <a:pt x="38100" y="1524000"/>
                </a:lnTo>
                <a:close/>
                <a:moveTo>
                  <a:pt x="123825" y="1514475"/>
                </a:moveTo>
                <a:lnTo>
                  <a:pt x="133350" y="1514475"/>
                </a:lnTo>
                <a:lnTo>
                  <a:pt x="133350" y="1524000"/>
                </a:lnTo>
                <a:lnTo>
                  <a:pt x="123825" y="1524000"/>
                </a:lnTo>
                <a:close/>
                <a:moveTo>
                  <a:pt x="838200" y="1514475"/>
                </a:moveTo>
                <a:lnTo>
                  <a:pt x="847725" y="1514475"/>
                </a:lnTo>
                <a:lnTo>
                  <a:pt x="847725" y="1533525"/>
                </a:lnTo>
                <a:lnTo>
                  <a:pt x="838200" y="1533525"/>
                </a:lnTo>
                <a:close/>
                <a:moveTo>
                  <a:pt x="133350" y="1524000"/>
                </a:moveTo>
                <a:lnTo>
                  <a:pt x="142875" y="1524000"/>
                </a:lnTo>
                <a:lnTo>
                  <a:pt x="142875" y="1533525"/>
                </a:lnTo>
                <a:lnTo>
                  <a:pt x="133350" y="1533525"/>
                </a:lnTo>
                <a:close/>
                <a:moveTo>
                  <a:pt x="1162050" y="1524000"/>
                </a:moveTo>
                <a:lnTo>
                  <a:pt x="1181100" y="1524000"/>
                </a:lnTo>
                <a:lnTo>
                  <a:pt x="1181100" y="1533525"/>
                </a:lnTo>
                <a:lnTo>
                  <a:pt x="1171575" y="1533525"/>
                </a:lnTo>
                <a:lnTo>
                  <a:pt x="1171575" y="1552575"/>
                </a:lnTo>
                <a:lnTo>
                  <a:pt x="1162050" y="1552575"/>
                </a:lnTo>
                <a:close/>
                <a:moveTo>
                  <a:pt x="0" y="1533525"/>
                </a:moveTo>
                <a:lnTo>
                  <a:pt x="9525" y="1533525"/>
                </a:lnTo>
                <a:lnTo>
                  <a:pt x="9525" y="1543050"/>
                </a:lnTo>
                <a:lnTo>
                  <a:pt x="0" y="1543050"/>
                </a:lnTo>
                <a:close/>
                <a:moveTo>
                  <a:pt x="114300" y="1533525"/>
                </a:moveTo>
                <a:lnTo>
                  <a:pt x="133350" y="1533525"/>
                </a:lnTo>
                <a:lnTo>
                  <a:pt x="133350" y="1543050"/>
                </a:lnTo>
                <a:lnTo>
                  <a:pt x="114300" y="1543050"/>
                </a:lnTo>
                <a:close/>
                <a:moveTo>
                  <a:pt x="333375" y="1533525"/>
                </a:moveTo>
                <a:lnTo>
                  <a:pt x="342900" y="1533525"/>
                </a:lnTo>
                <a:lnTo>
                  <a:pt x="342900" y="1543050"/>
                </a:lnTo>
                <a:lnTo>
                  <a:pt x="333375" y="1543050"/>
                </a:lnTo>
                <a:close/>
                <a:moveTo>
                  <a:pt x="9525" y="1543050"/>
                </a:moveTo>
                <a:lnTo>
                  <a:pt x="28575" y="1543050"/>
                </a:lnTo>
                <a:lnTo>
                  <a:pt x="28575" y="1552575"/>
                </a:lnTo>
                <a:lnTo>
                  <a:pt x="19050" y="1552575"/>
                </a:lnTo>
                <a:lnTo>
                  <a:pt x="19050" y="1571625"/>
                </a:lnTo>
                <a:lnTo>
                  <a:pt x="9525" y="1571625"/>
                </a:lnTo>
                <a:close/>
                <a:moveTo>
                  <a:pt x="885825" y="1543050"/>
                </a:moveTo>
                <a:lnTo>
                  <a:pt x="895350" y="1543050"/>
                </a:lnTo>
                <a:lnTo>
                  <a:pt x="895350" y="1552575"/>
                </a:lnTo>
                <a:lnTo>
                  <a:pt x="885825" y="1552575"/>
                </a:lnTo>
                <a:close/>
                <a:moveTo>
                  <a:pt x="1038225" y="1543050"/>
                </a:moveTo>
                <a:lnTo>
                  <a:pt x="1057275" y="1543050"/>
                </a:lnTo>
                <a:lnTo>
                  <a:pt x="1057275" y="1571625"/>
                </a:lnTo>
                <a:lnTo>
                  <a:pt x="1047750" y="1571625"/>
                </a:lnTo>
                <a:lnTo>
                  <a:pt x="1047750" y="1552575"/>
                </a:lnTo>
                <a:lnTo>
                  <a:pt x="1038225" y="1552575"/>
                </a:lnTo>
                <a:close/>
                <a:moveTo>
                  <a:pt x="333375" y="1552575"/>
                </a:moveTo>
                <a:lnTo>
                  <a:pt x="342900" y="1552575"/>
                </a:lnTo>
                <a:lnTo>
                  <a:pt x="342900" y="1562100"/>
                </a:lnTo>
                <a:lnTo>
                  <a:pt x="333375" y="1562100"/>
                </a:lnTo>
                <a:close/>
                <a:moveTo>
                  <a:pt x="733425" y="1552575"/>
                </a:moveTo>
                <a:lnTo>
                  <a:pt x="742950" y="1552575"/>
                </a:lnTo>
                <a:lnTo>
                  <a:pt x="742950" y="1562100"/>
                </a:lnTo>
                <a:lnTo>
                  <a:pt x="752475" y="1562100"/>
                </a:lnTo>
                <a:lnTo>
                  <a:pt x="752475" y="1571625"/>
                </a:lnTo>
                <a:lnTo>
                  <a:pt x="733425" y="1571625"/>
                </a:lnTo>
                <a:close/>
                <a:moveTo>
                  <a:pt x="1085850" y="1562100"/>
                </a:moveTo>
                <a:lnTo>
                  <a:pt x="1104900" y="1562100"/>
                </a:lnTo>
                <a:lnTo>
                  <a:pt x="1104900" y="1571625"/>
                </a:lnTo>
                <a:lnTo>
                  <a:pt x="1085850" y="1571625"/>
                </a:lnTo>
                <a:close/>
                <a:moveTo>
                  <a:pt x="66675" y="1571625"/>
                </a:moveTo>
                <a:lnTo>
                  <a:pt x="76200" y="1571625"/>
                </a:lnTo>
                <a:lnTo>
                  <a:pt x="76200" y="1581150"/>
                </a:lnTo>
                <a:lnTo>
                  <a:pt x="66675" y="1581150"/>
                </a:lnTo>
                <a:close/>
                <a:moveTo>
                  <a:pt x="85725" y="1571625"/>
                </a:moveTo>
                <a:lnTo>
                  <a:pt x="95250" y="1571625"/>
                </a:lnTo>
                <a:lnTo>
                  <a:pt x="95250" y="1581150"/>
                </a:lnTo>
                <a:lnTo>
                  <a:pt x="85725" y="1581150"/>
                </a:lnTo>
                <a:close/>
                <a:moveTo>
                  <a:pt x="142875" y="1571625"/>
                </a:moveTo>
                <a:lnTo>
                  <a:pt x="152400" y="1571625"/>
                </a:lnTo>
                <a:lnTo>
                  <a:pt x="152400" y="1590675"/>
                </a:lnTo>
                <a:lnTo>
                  <a:pt x="142875" y="1590675"/>
                </a:lnTo>
                <a:close/>
                <a:moveTo>
                  <a:pt x="723900" y="1571625"/>
                </a:moveTo>
                <a:lnTo>
                  <a:pt x="733425" y="1571625"/>
                </a:lnTo>
                <a:lnTo>
                  <a:pt x="733425" y="1581150"/>
                </a:lnTo>
                <a:lnTo>
                  <a:pt x="723900" y="1581150"/>
                </a:lnTo>
                <a:close/>
                <a:moveTo>
                  <a:pt x="1028700" y="1571625"/>
                </a:moveTo>
                <a:lnTo>
                  <a:pt x="1038225" y="1571625"/>
                </a:lnTo>
                <a:lnTo>
                  <a:pt x="1038225" y="1590675"/>
                </a:lnTo>
                <a:lnTo>
                  <a:pt x="1019175" y="1590675"/>
                </a:lnTo>
                <a:lnTo>
                  <a:pt x="1019175" y="1581150"/>
                </a:lnTo>
                <a:lnTo>
                  <a:pt x="1028700" y="1581150"/>
                </a:lnTo>
                <a:close/>
                <a:moveTo>
                  <a:pt x="1143000" y="1571625"/>
                </a:moveTo>
                <a:lnTo>
                  <a:pt x="1152525" y="1571625"/>
                </a:lnTo>
                <a:lnTo>
                  <a:pt x="1152525" y="1581150"/>
                </a:lnTo>
                <a:lnTo>
                  <a:pt x="1143000" y="1581150"/>
                </a:lnTo>
                <a:close/>
                <a:moveTo>
                  <a:pt x="9525" y="1581150"/>
                </a:moveTo>
                <a:lnTo>
                  <a:pt x="19050" y="1581150"/>
                </a:lnTo>
                <a:lnTo>
                  <a:pt x="19050" y="1590675"/>
                </a:lnTo>
                <a:lnTo>
                  <a:pt x="9525" y="1590675"/>
                </a:lnTo>
                <a:close/>
                <a:moveTo>
                  <a:pt x="866775" y="1581150"/>
                </a:moveTo>
                <a:lnTo>
                  <a:pt x="876300" y="1581150"/>
                </a:lnTo>
                <a:lnTo>
                  <a:pt x="876300" y="1600200"/>
                </a:lnTo>
                <a:lnTo>
                  <a:pt x="866775" y="1600200"/>
                </a:lnTo>
                <a:close/>
                <a:moveTo>
                  <a:pt x="1162050" y="1581150"/>
                </a:moveTo>
                <a:lnTo>
                  <a:pt x="1171575" y="1581150"/>
                </a:lnTo>
                <a:lnTo>
                  <a:pt x="1171575" y="1590675"/>
                </a:lnTo>
                <a:lnTo>
                  <a:pt x="1162050" y="1590675"/>
                </a:lnTo>
                <a:close/>
                <a:moveTo>
                  <a:pt x="0" y="1590675"/>
                </a:moveTo>
                <a:lnTo>
                  <a:pt x="9525" y="1590675"/>
                </a:lnTo>
                <a:lnTo>
                  <a:pt x="9525" y="1600200"/>
                </a:lnTo>
                <a:lnTo>
                  <a:pt x="0" y="1600200"/>
                </a:lnTo>
                <a:close/>
                <a:moveTo>
                  <a:pt x="133350" y="1590675"/>
                </a:moveTo>
                <a:lnTo>
                  <a:pt x="142875" y="1590675"/>
                </a:lnTo>
                <a:lnTo>
                  <a:pt x="142875" y="1600200"/>
                </a:lnTo>
                <a:lnTo>
                  <a:pt x="133350" y="1600200"/>
                </a:lnTo>
                <a:close/>
                <a:moveTo>
                  <a:pt x="1000125" y="1590675"/>
                </a:moveTo>
                <a:lnTo>
                  <a:pt x="1009650" y="1590675"/>
                </a:lnTo>
                <a:lnTo>
                  <a:pt x="1009650" y="1619250"/>
                </a:lnTo>
                <a:lnTo>
                  <a:pt x="990600" y="1619250"/>
                </a:lnTo>
                <a:lnTo>
                  <a:pt x="990600" y="1600200"/>
                </a:lnTo>
                <a:lnTo>
                  <a:pt x="1000125" y="1600200"/>
                </a:lnTo>
                <a:close/>
                <a:moveTo>
                  <a:pt x="1114425" y="1590675"/>
                </a:moveTo>
                <a:lnTo>
                  <a:pt x="1123950" y="1590675"/>
                </a:lnTo>
                <a:lnTo>
                  <a:pt x="1123950" y="1609725"/>
                </a:lnTo>
                <a:lnTo>
                  <a:pt x="1133475" y="1609725"/>
                </a:lnTo>
                <a:lnTo>
                  <a:pt x="1133475" y="1619250"/>
                </a:lnTo>
                <a:lnTo>
                  <a:pt x="1114425" y="1619250"/>
                </a:lnTo>
                <a:lnTo>
                  <a:pt x="1114425" y="1609725"/>
                </a:lnTo>
                <a:lnTo>
                  <a:pt x="1104900" y="1609725"/>
                </a:lnTo>
                <a:lnTo>
                  <a:pt x="1104900" y="1600200"/>
                </a:lnTo>
                <a:lnTo>
                  <a:pt x="1114425" y="1600200"/>
                </a:lnTo>
                <a:close/>
                <a:moveTo>
                  <a:pt x="1133475" y="1590675"/>
                </a:moveTo>
                <a:lnTo>
                  <a:pt x="1143000" y="1590675"/>
                </a:lnTo>
                <a:lnTo>
                  <a:pt x="1143000" y="1600200"/>
                </a:lnTo>
                <a:lnTo>
                  <a:pt x="1133475" y="1600200"/>
                </a:lnTo>
                <a:close/>
                <a:moveTo>
                  <a:pt x="1171575" y="1590675"/>
                </a:moveTo>
                <a:lnTo>
                  <a:pt x="1181100" y="1590675"/>
                </a:lnTo>
                <a:lnTo>
                  <a:pt x="1181100" y="1600200"/>
                </a:lnTo>
                <a:lnTo>
                  <a:pt x="1171575" y="1600200"/>
                </a:lnTo>
                <a:close/>
                <a:moveTo>
                  <a:pt x="152400" y="1619250"/>
                </a:moveTo>
                <a:lnTo>
                  <a:pt x="161925" y="1619250"/>
                </a:lnTo>
                <a:lnTo>
                  <a:pt x="161925" y="1628775"/>
                </a:lnTo>
                <a:lnTo>
                  <a:pt x="152400" y="1628775"/>
                </a:lnTo>
                <a:close/>
                <a:moveTo>
                  <a:pt x="1009650" y="1619250"/>
                </a:moveTo>
                <a:lnTo>
                  <a:pt x="1019175" y="1619250"/>
                </a:lnTo>
                <a:lnTo>
                  <a:pt x="1019175" y="1628775"/>
                </a:lnTo>
                <a:lnTo>
                  <a:pt x="1009650" y="1628775"/>
                </a:lnTo>
                <a:close/>
                <a:moveTo>
                  <a:pt x="1028700" y="1619250"/>
                </a:moveTo>
                <a:lnTo>
                  <a:pt x="1038225" y="1619250"/>
                </a:lnTo>
                <a:lnTo>
                  <a:pt x="1038225" y="1628775"/>
                </a:lnTo>
                <a:lnTo>
                  <a:pt x="1028700" y="1628775"/>
                </a:lnTo>
                <a:close/>
                <a:moveTo>
                  <a:pt x="1085850" y="1619250"/>
                </a:moveTo>
                <a:lnTo>
                  <a:pt x="1095375" y="1619250"/>
                </a:lnTo>
                <a:lnTo>
                  <a:pt x="1095375" y="1628775"/>
                </a:lnTo>
                <a:lnTo>
                  <a:pt x="1085850" y="1628775"/>
                </a:lnTo>
                <a:close/>
                <a:moveTo>
                  <a:pt x="1133475" y="1619250"/>
                </a:moveTo>
                <a:lnTo>
                  <a:pt x="1162050" y="1619250"/>
                </a:lnTo>
                <a:lnTo>
                  <a:pt x="1162050" y="1638300"/>
                </a:lnTo>
                <a:lnTo>
                  <a:pt x="1152525" y="1638300"/>
                </a:lnTo>
                <a:lnTo>
                  <a:pt x="1152525" y="1647825"/>
                </a:lnTo>
                <a:lnTo>
                  <a:pt x="1162050" y="1647825"/>
                </a:lnTo>
                <a:lnTo>
                  <a:pt x="1162050" y="1657350"/>
                </a:lnTo>
                <a:lnTo>
                  <a:pt x="1143000" y="1657350"/>
                </a:lnTo>
                <a:lnTo>
                  <a:pt x="1143000" y="1647825"/>
                </a:lnTo>
                <a:lnTo>
                  <a:pt x="1133475" y="1647825"/>
                </a:lnTo>
                <a:close/>
                <a:moveTo>
                  <a:pt x="9525" y="1628775"/>
                </a:moveTo>
                <a:lnTo>
                  <a:pt x="19050" y="1628775"/>
                </a:lnTo>
                <a:lnTo>
                  <a:pt x="19050" y="1638300"/>
                </a:lnTo>
                <a:lnTo>
                  <a:pt x="9525" y="1638300"/>
                </a:lnTo>
                <a:close/>
                <a:moveTo>
                  <a:pt x="1104900" y="1628775"/>
                </a:moveTo>
                <a:lnTo>
                  <a:pt x="1114425" y="1628775"/>
                </a:lnTo>
                <a:lnTo>
                  <a:pt x="1114425" y="1647825"/>
                </a:lnTo>
                <a:lnTo>
                  <a:pt x="1133475" y="1647825"/>
                </a:lnTo>
                <a:lnTo>
                  <a:pt x="1133475" y="1657350"/>
                </a:lnTo>
                <a:lnTo>
                  <a:pt x="1123950" y="1657350"/>
                </a:lnTo>
                <a:lnTo>
                  <a:pt x="1123950" y="1666875"/>
                </a:lnTo>
                <a:lnTo>
                  <a:pt x="1114425" y="1666875"/>
                </a:lnTo>
                <a:lnTo>
                  <a:pt x="1114425" y="1676400"/>
                </a:lnTo>
                <a:lnTo>
                  <a:pt x="1123950" y="1676400"/>
                </a:lnTo>
                <a:lnTo>
                  <a:pt x="1123950" y="1685925"/>
                </a:lnTo>
                <a:lnTo>
                  <a:pt x="1085850" y="1685925"/>
                </a:lnTo>
                <a:lnTo>
                  <a:pt x="1085850" y="1676400"/>
                </a:lnTo>
                <a:lnTo>
                  <a:pt x="1076325" y="1676400"/>
                </a:lnTo>
                <a:lnTo>
                  <a:pt x="1076325" y="1685925"/>
                </a:lnTo>
                <a:lnTo>
                  <a:pt x="1066800" y="1685925"/>
                </a:lnTo>
                <a:lnTo>
                  <a:pt x="1066800" y="1676400"/>
                </a:lnTo>
                <a:lnTo>
                  <a:pt x="1038225" y="1676400"/>
                </a:lnTo>
                <a:lnTo>
                  <a:pt x="1038225" y="1666875"/>
                </a:lnTo>
                <a:lnTo>
                  <a:pt x="1066800" y="1666875"/>
                </a:lnTo>
                <a:lnTo>
                  <a:pt x="1066800" y="1657350"/>
                </a:lnTo>
                <a:lnTo>
                  <a:pt x="1076325" y="1657350"/>
                </a:lnTo>
                <a:lnTo>
                  <a:pt x="1076325" y="1666875"/>
                </a:lnTo>
                <a:lnTo>
                  <a:pt x="1085850" y="1666875"/>
                </a:lnTo>
                <a:lnTo>
                  <a:pt x="1085850" y="1657350"/>
                </a:lnTo>
                <a:lnTo>
                  <a:pt x="1095375" y="1657350"/>
                </a:lnTo>
                <a:lnTo>
                  <a:pt x="1095375" y="1647825"/>
                </a:lnTo>
                <a:lnTo>
                  <a:pt x="1104900" y="1647825"/>
                </a:lnTo>
                <a:close/>
                <a:moveTo>
                  <a:pt x="95250" y="1638300"/>
                </a:moveTo>
                <a:lnTo>
                  <a:pt x="104775" y="1638300"/>
                </a:lnTo>
                <a:lnTo>
                  <a:pt x="104775" y="1647825"/>
                </a:lnTo>
                <a:lnTo>
                  <a:pt x="95250" y="1647825"/>
                </a:lnTo>
                <a:close/>
                <a:moveTo>
                  <a:pt x="809625" y="1638300"/>
                </a:moveTo>
                <a:lnTo>
                  <a:pt x="819150" y="1638300"/>
                </a:lnTo>
                <a:lnTo>
                  <a:pt x="819150" y="1666875"/>
                </a:lnTo>
                <a:lnTo>
                  <a:pt x="800100" y="1666875"/>
                </a:lnTo>
                <a:lnTo>
                  <a:pt x="800100" y="1657350"/>
                </a:lnTo>
                <a:lnTo>
                  <a:pt x="809625" y="1657350"/>
                </a:lnTo>
                <a:close/>
                <a:moveTo>
                  <a:pt x="904875" y="1638300"/>
                </a:moveTo>
                <a:lnTo>
                  <a:pt x="914400" y="1638300"/>
                </a:lnTo>
                <a:lnTo>
                  <a:pt x="914400" y="1647825"/>
                </a:lnTo>
                <a:lnTo>
                  <a:pt x="904875" y="1647825"/>
                </a:lnTo>
                <a:close/>
                <a:moveTo>
                  <a:pt x="695325" y="1647825"/>
                </a:moveTo>
                <a:lnTo>
                  <a:pt x="704850" y="1647825"/>
                </a:lnTo>
                <a:lnTo>
                  <a:pt x="704850" y="1657350"/>
                </a:lnTo>
                <a:lnTo>
                  <a:pt x="695325" y="1657350"/>
                </a:lnTo>
                <a:close/>
                <a:moveTo>
                  <a:pt x="838200" y="1647825"/>
                </a:moveTo>
                <a:lnTo>
                  <a:pt x="847725" y="1647825"/>
                </a:lnTo>
                <a:lnTo>
                  <a:pt x="847725" y="1657350"/>
                </a:lnTo>
                <a:lnTo>
                  <a:pt x="857250" y="1657350"/>
                </a:lnTo>
                <a:lnTo>
                  <a:pt x="857250" y="1647825"/>
                </a:lnTo>
                <a:lnTo>
                  <a:pt x="866775" y="1647825"/>
                </a:lnTo>
                <a:lnTo>
                  <a:pt x="866775" y="1666875"/>
                </a:lnTo>
                <a:lnTo>
                  <a:pt x="838200" y="1666875"/>
                </a:lnTo>
                <a:close/>
                <a:moveTo>
                  <a:pt x="1028700" y="1647825"/>
                </a:moveTo>
                <a:lnTo>
                  <a:pt x="1038225" y="1647825"/>
                </a:lnTo>
                <a:lnTo>
                  <a:pt x="1038225" y="1657350"/>
                </a:lnTo>
                <a:lnTo>
                  <a:pt x="1028700" y="1657350"/>
                </a:lnTo>
                <a:close/>
                <a:moveTo>
                  <a:pt x="114300" y="1657350"/>
                </a:moveTo>
                <a:lnTo>
                  <a:pt x="123825" y="1657350"/>
                </a:lnTo>
                <a:lnTo>
                  <a:pt x="123825" y="1666875"/>
                </a:lnTo>
                <a:lnTo>
                  <a:pt x="114300" y="1666875"/>
                </a:lnTo>
                <a:close/>
                <a:moveTo>
                  <a:pt x="704850" y="1657350"/>
                </a:moveTo>
                <a:lnTo>
                  <a:pt x="714375" y="1657350"/>
                </a:lnTo>
                <a:lnTo>
                  <a:pt x="714375" y="1666875"/>
                </a:lnTo>
                <a:lnTo>
                  <a:pt x="704850" y="1666875"/>
                </a:lnTo>
                <a:close/>
                <a:moveTo>
                  <a:pt x="923925" y="1657350"/>
                </a:moveTo>
                <a:lnTo>
                  <a:pt x="933450" y="1657350"/>
                </a:lnTo>
                <a:lnTo>
                  <a:pt x="933450" y="1666875"/>
                </a:lnTo>
                <a:lnTo>
                  <a:pt x="923925" y="1666875"/>
                </a:lnTo>
                <a:close/>
                <a:moveTo>
                  <a:pt x="38100" y="1666875"/>
                </a:moveTo>
                <a:lnTo>
                  <a:pt x="47625" y="1666875"/>
                </a:lnTo>
                <a:lnTo>
                  <a:pt x="47625" y="1676400"/>
                </a:lnTo>
                <a:lnTo>
                  <a:pt x="57150" y="1676400"/>
                </a:lnTo>
                <a:lnTo>
                  <a:pt x="57150" y="1695450"/>
                </a:lnTo>
                <a:lnTo>
                  <a:pt x="38100" y="1695450"/>
                </a:lnTo>
                <a:lnTo>
                  <a:pt x="38100" y="1704975"/>
                </a:lnTo>
                <a:lnTo>
                  <a:pt x="28575" y="1704975"/>
                </a:lnTo>
                <a:lnTo>
                  <a:pt x="28575" y="1676400"/>
                </a:lnTo>
                <a:lnTo>
                  <a:pt x="38100" y="1676400"/>
                </a:lnTo>
                <a:close/>
                <a:moveTo>
                  <a:pt x="904875" y="1666875"/>
                </a:moveTo>
                <a:lnTo>
                  <a:pt x="923925" y="1666875"/>
                </a:lnTo>
                <a:lnTo>
                  <a:pt x="923925" y="1676400"/>
                </a:lnTo>
                <a:lnTo>
                  <a:pt x="904875" y="1676400"/>
                </a:lnTo>
                <a:close/>
                <a:moveTo>
                  <a:pt x="180975" y="1676400"/>
                </a:moveTo>
                <a:lnTo>
                  <a:pt x="190500" y="1676400"/>
                </a:lnTo>
                <a:lnTo>
                  <a:pt x="190500" y="1695450"/>
                </a:lnTo>
                <a:lnTo>
                  <a:pt x="171450" y="1695450"/>
                </a:lnTo>
                <a:lnTo>
                  <a:pt x="171450" y="1685925"/>
                </a:lnTo>
                <a:lnTo>
                  <a:pt x="180975" y="1685925"/>
                </a:lnTo>
                <a:close/>
                <a:moveTo>
                  <a:pt x="781050" y="1676400"/>
                </a:moveTo>
                <a:lnTo>
                  <a:pt x="809625" y="1676400"/>
                </a:lnTo>
                <a:lnTo>
                  <a:pt x="809625" y="1685925"/>
                </a:lnTo>
                <a:lnTo>
                  <a:pt x="781050" y="1685925"/>
                </a:lnTo>
                <a:close/>
                <a:moveTo>
                  <a:pt x="885825" y="1676400"/>
                </a:moveTo>
                <a:lnTo>
                  <a:pt x="895350" y="1676400"/>
                </a:lnTo>
                <a:lnTo>
                  <a:pt x="895350" y="1685925"/>
                </a:lnTo>
                <a:lnTo>
                  <a:pt x="885825" y="1685925"/>
                </a:lnTo>
                <a:close/>
                <a:moveTo>
                  <a:pt x="0" y="1685925"/>
                </a:moveTo>
                <a:lnTo>
                  <a:pt x="9525" y="1685925"/>
                </a:lnTo>
                <a:lnTo>
                  <a:pt x="9525" y="1695450"/>
                </a:lnTo>
                <a:lnTo>
                  <a:pt x="0" y="1695450"/>
                </a:lnTo>
                <a:close/>
                <a:moveTo>
                  <a:pt x="695325" y="1685925"/>
                </a:moveTo>
                <a:lnTo>
                  <a:pt x="723900" y="1685925"/>
                </a:lnTo>
                <a:lnTo>
                  <a:pt x="723900" y="1695450"/>
                </a:lnTo>
                <a:lnTo>
                  <a:pt x="695325" y="1695450"/>
                </a:lnTo>
                <a:close/>
                <a:moveTo>
                  <a:pt x="990600" y="1685925"/>
                </a:moveTo>
                <a:lnTo>
                  <a:pt x="1009650" y="1685925"/>
                </a:lnTo>
                <a:lnTo>
                  <a:pt x="1009650" y="1704975"/>
                </a:lnTo>
                <a:lnTo>
                  <a:pt x="1000125" y="1704975"/>
                </a:lnTo>
                <a:lnTo>
                  <a:pt x="1000125" y="1714500"/>
                </a:lnTo>
                <a:lnTo>
                  <a:pt x="1009650" y="1714500"/>
                </a:lnTo>
                <a:lnTo>
                  <a:pt x="1009650" y="1733550"/>
                </a:lnTo>
                <a:lnTo>
                  <a:pt x="1019175" y="1733550"/>
                </a:lnTo>
                <a:lnTo>
                  <a:pt x="1019175" y="1743075"/>
                </a:lnTo>
                <a:lnTo>
                  <a:pt x="1028700" y="1743075"/>
                </a:lnTo>
                <a:lnTo>
                  <a:pt x="1028700" y="1752600"/>
                </a:lnTo>
                <a:lnTo>
                  <a:pt x="1000125" y="1752600"/>
                </a:lnTo>
                <a:lnTo>
                  <a:pt x="1000125" y="1762125"/>
                </a:lnTo>
                <a:lnTo>
                  <a:pt x="981075" y="1762125"/>
                </a:lnTo>
                <a:lnTo>
                  <a:pt x="981075" y="1724025"/>
                </a:lnTo>
                <a:lnTo>
                  <a:pt x="971550" y="1724025"/>
                </a:lnTo>
                <a:lnTo>
                  <a:pt x="971550" y="1695450"/>
                </a:lnTo>
                <a:lnTo>
                  <a:pt x="990600" y="1695450"/>
                </a:lnTo>
                <a:close/>
                <a:moveTo>
                  <a:pt x="1133475" y="1685925"/>
                </a:moveTo>
                <a:lnTo>
                  <a:pt x="1143000" y="1685925"/>
                </a:lnTo>
                <a:lnTo>
                  <a:pt x="1143000" y="1695450"/>
                </a:lnTo>
                <a:lnTo>
                  <a:pt x="1152525" y="1695450"/>
                </a:lnTo>
                <a:lnTo>
                  <a:pt x="1152525" y="1685925"/>
                </a:lnTo>
                <a:lnTo>
                  <a:pt x="1162050" y="1685925"/>
                </a:lnTo>
                <a:lnTo>
                  <a:pt x="1162050" y="1695450"/>
                </a:lnTo>
                <a:lnTo>
                  <a:pt x="1152525" y="1695450"/>
                </a:lnTo>
                <a:lnTo>
                  <a:pt x="1152525" y="1714500"/>
                </a:lnTo>
                <a:lnTo>
                  <a:pt x="1133475" y="1714500"/>
                </a:lnTo>
                <a:lnTo>
                  <a:pt x="1133475" y="1733550"/>
                </a:lnTo>
                <a:lnTo>
                  <a:pt x="1123950" y="1733550"/>
                </a:lnTo>
                <a:lnTo>
                  <a:pt x="1123950" y="1743075"/>
                </a:lnTo>
                <a:lnTo>
                  <a:pt x="1143000" y="1743075"/>
                </a:lnTo>
                <a:lnTo>
                  <a:pt x="1143000" y="1752600"/>
                </a:lnTo>
                <a:lnTo>
                  <a:pt x="1123950" y="1752600"/>
                </a:lnTo>
                <a:lnTo>
                  <a:pt x="1123950" y="1762125"/>
                </a:lnTo>
                <a:lnTo>
                  <a:pt x="1114425" y="1762125"/>
                </a:lnTo>
                <a:lnTo>
                  <a:pt x="1114425" y="1714500"/>
                </a:lnTo>
                <a:lnTo>
                  <a:pt x="1104900" y="1714500"/>
                </a:lnTo>
                <a:lnTo>
                  <a:pt x="1104900" y="1704975"/>
                </a:lnTo>
                <a:lnTo>
                  <a:pt x="1114425" y="1704975"/>
                </a:lnTo>
                <a:lnTo>
                  <a:pt x="1114425" y="1695450"/>
                </a:lnTo>
                <a:lnTo>
                  <a:pt x="1123950" y="1695450"/>
                </a:lnTo>
                <a:lnTo>
                  <a:pt x="1123950" y="1704975"/>
                </a:lnTo>
                <a:lnTo>
                  <a:pt x="1133475" y="1704975"/>
                </a:lnTo>
                <a:close/>
                <a:moveTo>
                  <a:pt x="95250" y="1695450"/>
                </a:moveTo>
                <a:lnTo>
                  <a:pt x="114300" y="1695450"/>
                </a:lnTo>
                <a:lnTo>
                  <a:pt x="114300" y="1704975"/>
                </a:lnTo>
                <a:lnTo>
                  <a:pt x="123825" y="1704975"/>
                </a:lnTo>
                <a:lnTo>
                  <a:pt x="123825" y="1695450"/>
                </a:lnTo>
                <a:lnTo>
                  <a:pt x="133350" y="1695450"/>
                </a:lnTo>
                <a:lnTo>
                  <a:pt x="133350" y="1704975"/>
                </a:lnTo>
                <a:lnTo>
                  <a:pt x="123825" y="1704975"/>
                </a:lnTo>
                <a:lnTo>
                  <a:pt x="123825" y="1714500"/>
                </a:lnTo>
                <a:lnTo>
                  <a:pt x="95250" y="1714500"/>
                </a:lnTo>
                <a:close/>
                <a:moveTo>
                  <a:pt x="800100" y="1695450"/>
                </a:moveTo>
                <a:lnTo>
                  <a:pt x="809625" y="1695450"/>
                </a:lnTo>
                <a:lnTo>
                  <a:pt x="809625" y="1704975"/>
                </a:lnTo>
                <a:lnTo>
                  <a:pt x="800100" y="1704975"/>
                </a:lnTo>
                <a:close/>
                <a:moveTo>
                  <a:pt x="838200" y="1695450"/>
                </a:moveTo>
                <a:lnTo>
                  <a:pt x="847725" y="1695450"/>
                </a:lnTo>
                <a:lnTo>
                  <a:pt x="847725" y="1704975"/>
                </a:lnTo>
                <a:lnTo>
                  <a:pt x="838200" y="1704975"/>
                </a:lnTo>
                <a:close/>
                <a:moveTo>
                  <a:pt x="866775" y="1695450"/>
                </a:moveTo>
                <a:lnTo>
                  <a:pt x="876300" y="1695450"/>
                </a:lnTo>
                <a:lnTo>
                  <a:pt x="876300" y="1714500"/>
                </a:lnTo>
                <a:lnTo>
                  <a:pt x="885825" y="1714500"/>
                </a:lnTo>
                <a:lnTo>
                  <a:pt x="885825" y="1724025"/>
                </a:lnTo>
                <a:lnTo>
                  <a:pt x="933450" y="1724025"/>
                </a:lnTo>
                <a:lnTo>
                  <a:pt x="933450" y="1733550"/>
                </a:lnTo>
                <a:lnTo>
                  <a:pt x="895350" y="1733550"/>
                </a:lnTo>
                <a:lnTo>
                  <a:pt x="895350" y="1743075"/>
                </a:lnTo>
                <a:lnTo>
                  <a:pt x="866775" y="1743075"/>
                </a:lnTo>
                <a:lnTo>
                  <a:pt x="866775" y="1733550"/>
                </a:lnTo>
                <a:lnTo>
                  <a:pt x="857250" y="1733550"/>
                </a:lnTo>
                <a:lnTo>
                  <a:pt x="857250" y="1714500"/>
                </a:lnTo>
                <a:lnTo>
                  <a:pt x="866775" y="1714500"/>
                </a:lnTo>
                <a:close/>
                <a:moveTo>
                  <a:pt x="828675" y="1704975"/>
                </a:moveTo>
                <a:lnTo>
                  <a:pt x="838200" y="1704975"/>
                </a:lnTo>
                <a:lnTo>
                  <a:pt x="838200" y="1714500"/>
                </a:lnTo>
                <a:lnTo>
                  <a:pt x="828675" y="1714500"/>
                </a:lnTo>
                <a:close/>
                <a:moveTo>
                  <a:pt x="38100" y="1714500"/>
                </a:moveTo>
                <a:lnTo>
                  <a:pt x="47625" y="1714500"/>
                </a:lnTo>
                <a:lnTo>
                  <a:pt x="47625" y="1724025"/>
                </a:lnTo>
                <a:lnTo>
                  <a:pt x="38100" y="1724025"/>
                </a:lnTo>
                <a:close/>
                <a:moveTo>
                  <a:pt x="66675" y="1714500"/>
                </a:moveTo>
                <a:lnTo>
                  <a:pt x="85725" y="1714500"/>
                </a:lnTo>
                <a:lnTo>
                  <a:pt x="85725" y="1724025"/>
                </a:lnTo>
                <a:lnTo>
                  <a:pt x="66675" y="1724025"/>
                </a:lnTo>
                <a:close/>
                <a:moveTo>
                  <a:pt x="704850" y="1714500"/>
                </a:moveTo>
                <a:lnTo>
                  <a:pt x="714375" y="1714500"/>
                </a:lnTo>
                <a:lnTo>
                  <a:pt x="714375" y="1733550"/>
                </a:lnTo>
                <a:lnTo>
                  <a:pt x="704850" y="1733550"/>
                </a:lnTo>
                <a:lnTo>
                  <a:pt x="704850" y="1743075"/>
                </a:lnTo>
                <a:lnTo>
                  <a:pt x="695325" y="1743075"/>
                </a:lnTo>
                <a:lnTo>
                  <a:pt x="695325" y="1724025"/>
                </a:lnTo>
                <a:lnTo>
                  <a:pt x="704850" y="1724025"/>
                </a:lnTo>
                <a:close/>
                <a:moveTo>
                  <a:pt x="1152525" y="1714500"/>
                </a:moveTo>
                <a:lnTo>
                  <a:pt x="1162050" y="1714500"/>
                </a:lnTo>
                <a:lnTo>
                  <a:pt x="1162050" y="1724025"/>
                </a:lnTo>
                <a:lnTo>
                  <a:pt x="1152525" y="1724025"/>
                </a:lnTo>
                <a:close/>
                <a:moveTo>
                  <a:pt x="47625" y="1724025"/>
                </a:moveTo>
                <a:lnTo>
                  <a:pt x="57150" y="1724025"/>
                </a:lnTo>
                <a:lnTo>
                  <a:pt x="57150" y="1743075"/>
                </a:lnTo>
                <a:lnTo>
                  <a:pt x="47625" y="1743075"/>
                </a:lnTo>
                <a:close/>
                <a:moveTo>
                  <a:pt x="142875" y="1733550"/>
                </a:moveTo>
                <a:lnTo>
                  <a:pt x="152400" y="1733550"/>
                </a:lnTo>
                <a:lnTo>
                  <a:pt x="152400" y="1743075"/>
                </a:lnTo>
                <a:lnTo>
                  <a:pt x="142875" y="1743075"/>
                </a:lnTo>
                <a:close/>
                <a:moveTo>
                  <a:pt x="714375" y="1733550"/>
                </a:moveTo>
                <a:lnTo>
                  <a:pt x="723900" y="1733550"/>
                </a:lnTo>
                <a:lnTo>
                  <a:pt x="723900" y="1743075"/>
                </a:lnTo>
                <a:lnTo>
                  <a:pt x="714375" y="1743075"/>
                </a:lnTo>
                <a:close/>
                <a:moveTo>
                  <a:pt x="847725" y="1733550"/>
                </a:moveTo>
                <a:lnTo>
                  <a:pt x="857250" y="1733550"/>
                </a:lnTo>
                <a:lnTo>
                  <a:pt x="857250" y="1743075"/>
                </a:lnTo>
                <a:lnTo>
                  <a:pt x="847725" y="1743075"/>
                </a:lnTo>
                <a:close/>
                <a:moveTo>
                  <a:pt x="66675" y="1743075"/>
                </a:moveTo>
                <a:lnTo>
                  <a:pt x="76200" y="1743075"/>
                </a:lnTo>
                <a:lnTo>
                  <a:pt x="76200" y="1752600"/>
                </a:lnTo>
                <a:lnTo>
                  <a:pt x="66675" y="1752600"/>
                </a:lnTo>
                <a:close/>
                <a:moveTo>
                  <a:pt x="752475" y="1743075"/>
                </a:moveTo>
                <a:lnTo>
                  <a:pt x="771525" y="1743075"/>
                </a:lnTo>
                <a:lnTo>
                  <a:pt x="771525" y="1762125"/>
                </a:lnTo>
                <a:lnTo>
                  <a:pt x="752475" y="1762125"/>
                </a:lnTo>
                <a:close/>
                <a:moveTo>
                  <a:pt x="819150" y="1752600"/>
                </a:moveTo>
                <a:lnTo>
                  <a:pt x="828675" y="1752600"/>
                </a:lnTo>
                <a:lnTo>
                  <a:pt x="828675" y="1762125"/>
                </a:lnTo>
                <a:lnTo>
                  <a:pt x="819150" y="1762125"/>
                </a:lnTo>
                <a:close/>
                <a:moveTo>
                  <a:pt x="904875" y="1752600"/>
                </a:moveTo>
                <a:lnTo>
                  <a:pt x="914400" y="1752600"/>
                </a:lnTo>
                <a:lnTo>
                  <a:pt x="914400" y="1762125"/>
                </a:lnTo>
                <a:lnTo>
                  <a:pt x="904875" y="1762125"/>
                </a:lnTo>
                <a:close/>
                <a:moveTo>
                  <a:pt x="1162050" y="1752600"/>
                </a:moveTo>
                <a:lnTo>
                  <a:pt x="1171575" y="1752600"/>
                </a:lnTo>
                <a:lnTo>
                  <a:pt x="1171575" y="1762125"/>
                </a:lnTo>
                <a:lnTo>
                  <a:pt x="1162050" y="1762125"/>
                </a:lnTo>
                <a:close/>
              </a:path>
            </a:pathLst>
          </a:custGeom>
          <a:solidFill xmlns:a="http://schemas.openxmlformats.org/drawingml/2006/main">
            <a:srgbClr val="FAF9F4"/>
          </a:solidFill>
          <a:ln xmlns:a="http://schemas.openxmlformats.org/drawingml/2006/main" w="0">
            <a:noFill/>
          </a:ln>
        </p:spPr>
      </p:sp>
      <p:sp>
        <p:nvSpPr>
          <p:cNvPr id="52" name="turno2 vector #faf8f4">
            <a:extLst xmlns:a="http://schemas.openxmlformats.org/drawingml/2006/main">
              <a:ext uri="{FF2B5EF4-FFF2-40B4-BE49-F238E27FC236}">
                <a16:creationId xmlns:a16="http://schemas.microsoft.com/office/drawing/2014/main" id="{6CD29562-C571-4406-B92C-11481BD5A1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86975" y="2514600"/>
            <a:ext cx="1828800" cy="2724150"/>
          </a:xfrm>
          <a:custGeom xmlns:a="http://schemas.openxmlformats.org/drawingml/2006/main">
            <a:pathLst>
              <a:path w="1181100" h="1762125">
                <a:moveTo>
                  <a:pt x="0" y="0"/>
                </a:moveTo>
                <a:lnTo>
                  <a:pt x="9525" y="0"/>
                </a:lnTo>
                <a:lnTo>
                  <a:pt x="9525" y="9525"/>
                </a:lnTo>
                <a:lnTo>
                  <a:pt x="0" y="9525"/>
                </a:lnTo>
                <a:close/>
                <a:moveTo>
                  <a:pt x="38100" y="0"/>
                </a:moveTo>
                <a:lnTo>
                  <a:pt x="47625" y="0"/>
                </a:lnTo>
                <a:lnTo>
                  <a:pt x="47625" y="9525"/>
                </a:lnTo>
                <a:lnTo>
                  <a:pt x="66675" y="9525"/>
                </a:lnTo>
                <a:lnTo>
                  <a:pt x="66675" y="0"/>
                </a:lnTo>
                <a:lnTo>
                  <a:pt x="85725" y="0"/>
                </a:lnTo>
                <a:lnTo>
                  <a:pt x="85725" y="9525"/>
                </a:lnTo>
                <a:lnTo>
                  <a:pt x="66675" y="9525"/>
                </a:lnTo>
                <a:lnTo>
                  <a:pt x="66675" y="19050"/>
                </a:lnTo>
                <a:lnTo>
                  <a:pt x="57150" y="19050"/>
                </a:lnTo>
                <a:lnTo>
                  <a:pt x="57150" y="28575"/>
                </a:lnTo>
                <a:lnTo>
                  <a:pt x="66675" y="28575"/>
                </a:lnTo>
                <a:lnTo>
                  <a:pt x="66675" y="38100"/>
                </a:lnTo>
                <a:lnTo>
                  <a:pt x="85725" y="38100"/>
                </a:lnTo>
                <a:lnTo>
                  <a:pt x="85725" y="19050"/>
                </a:lnTo>
                <a:lnTo>
                  <a:pt x="104775" y="19050"/>
                </a:lnTo>
                <a:lnTo>
                  <a:pt x="104775" y="9525"/>
                </a:lnTo>
                <a:lnTo>
                  <a:pt x="142875" y="9525"/>
                </a:lnTo>
                <a:lnTo>
                  <a:pt x="142875" y="47625"/>
                </a:lnTo>
                <a:lnTo>
                  <a:pt x="133350" y="47625"/>
                </a:lnTo>
                <a:lnTo>
                  <a:pt x="133350" y="57150"/>
                </a:lnTo>
                <a:lnTo>
                  <a:pt x="123825" y="57150"/>
                </a:lnTo>
                <a:lnTo>
                  <a:pt x="123825" y="66675"/>
                </a:lnTo>
                <a:lnTo>
                  <a:pt x="114300" y="66675"/>
                </a:lnTo>
                <a:lnTo>
                  <a:pt x="114300" y="76200"/>
                </a:lnTo>
                <a:lnTo>
                  <a:pt x="95250" y="76200"/>
                </a:lnTo>
                <a:lnTo>
                  <a:pt x="95250" y="66675"/>
                </a:lnTo>
                <a:lnTo>
                  <a:pt x="85725" y="66675"/>
                </a:lnTo>
                <a:lnTo>
                  <a:pt x="85725" y="57150"/>
                </a:lnTo>
                <a:lnTo>
                  <a:pt x="66675" y="57150"/>
                </a:lnTo>
                <a:lnTo>
                  <a:pt x="66675" y="47625"/>
                </a:lnTo>
                <a:lnTo>
                  <a:pt x="47625" y="47625"/>
                </a:lnTo>
                <a:lnTo>
                  <a:pt x="47625" y="66675"/>
                </a:lnTo>
                <a:lnTo>
                  <a:pt x="57150" y="66675"/>
                </a:lnTo>
                <a:lnTo>
                  <a:pt x="57150" y="76200"/>
                </a:lnTo>
                <a:lnTo>
                  <a:pt x="9525" y="76200"/>
                </a:lnTo>
                <a:lnTo>
                  <a:pt x="9525" y="66675"/>
                </a:lnTo>
                <a:lnTo>
                  <a:pt x="0" y="66675"/>
                </a:lnTo>
                <a:lnTo>
                  <a:pt x="0" y="28575"/>
                </a:lnTo>
                <a:lnTo>
                  <a:pt x="9525" y="28575"/>
                </a:lnTo>
                <a:lnTo>
                  <a:pt x="9525" y="38100"/>
                </a:lnTo>
                <a:lnTo>
                  <a:pt x="28575" y="38100"/>
                </a:lnTo>
                <a:lnTo>
                  <a:pt x="28575" y="28575"/>
                </a:lnTo>
                <a:lnTo>
                  <a:pt x="38100" y="28575"/>
                </a:lnTo>
                <a:close/>
                <a:moveTo>
                  <a:pt x="161925" y="0"/>
                </a:moveTo>
                <a:lnTo>
                  <a:pt x="180975" y="0"/>
                </a:lnTo>
                <a:lnTo>
                  <a:pt x="180975" y="9525"/>
                </a:lnTo>
                <a:lnTo>
                  <a:pt x="190500" y="9525"/>
                </a:lnTo>
                <a:lnTo>
                  <a:pt x="190500" y="19050"/>
                </a:lnTo>
                <a:lnTo>
                  <a:pt x="161925" y="19050"/>
                </a:lnTo>
                <a:close/>
                <a:moveTo>
                  <a:pt x="247650" y="0"/>
                </a:moveTo>
                <a:lnTo>
                  <a:pt x="276225" y="0"/>
                </a:lnTo>
                <a:lnTo>
                  <a:pt x="276225" y="9525"/>
                </a:lnTo>
                <a:lnTo>
                  <a:pt x="285750" y="9525"/>
                </a:lnTo>
                <a:lnTo>
                  <a:pt x="285750" y="28575"/>
                </a:lnTo>
                <a:lnTo>
                  <a:pt x="276225" y="28575"/>
                </a:lnTo>
                <a:lnTo>
                  <a:pt x="276225" y="19050"/>
                </a:lnTo>
                <a:lnTo>
                  <a:pt x="238125" y="19050"/>
                </a:lnTo>
                <a:lnTo>
                  <a:pt x="238125" y="57150"/>
                </a:lnTo>
                <a:lnTo>
                  <a:pt x="228600" y="57150"/>
                </a:lnTo>
                <a:lnTo>
                  <a:pt x="228600" y="66675"/>
                </a:lnTo>
                <a:lnTo>
                  <a:pt x="200025" y="66675"/>
                </a:lnTo>
                <a:lnTo>
                  <a:pt x="200025" y="47625"/>
                </a:lnTo>
                <a:lnTo>
                  <a:pt x="228600" y="47625"/>
                </a:lnTo>
                <a:lnTo>
                  <a:pt x="228600" y="9525"/>
                </a:lnTo>
                <a:lnTo>
                  <a:pt x="247650" y="9525"/>
                </a:lnTo>
                <a:close/>
                <a:moveTo>
                  <a:pt x="304800" y="0"/>
                </a:moveTo>
                <a:lnTo>
                  <a:pt x="323850" y="0"/>
                </a:lnTo>
                <a:lnTo>
                  <a:pt x="323850" y="19050"/>
                </a:lnTo>
                <a:lnTo>
                  <a:pt x="304800" y="19050"/>
                </a:lnTo>
                <a:lnTo>
                  <a:pt x="304800" y="28575"/>
                </a:lnTo>
                <a:lnTo>
                  <a:pt x="295275" y="28575"/>
                </a:lnTo>
                <a:lnTo>
                  <a:pt x="295275" y="9525"/>
                </a:lnTo>
                <a:lnTo>
                  <a:pt x="304800" y="9525"/>
                </a:lnTo>
                <a:close/>
                <a:moveTo>
                  <a:pt x="457200" y="0"/>
                </a:moveTo>
                <a:lnTo>
                  <a:pt x="485775" y="0"/>
                </a:lnTo>
                <a:lnTo>
                  <a:pt x="485775" y="19050"/>
                </a:lnTo>
                <a:lnTo>
                  <a:pt x="466725" y="19050"/>
                </a:lnTo>
                <a:lnTo>
                  <a:pt x="466725" y="9525"/>
                </a:lnTo>
                <a:lnTo>
                  <a:pt x="457200" y="9525"/>
                </a:lnTo>
                <a:close/>
                <a:moveTo>
                  <a:pt x="657225" y="0"/>
                </a:moveTo>
                <a:lnTo>
                  <a:pt x="666750" y="0"/>
                </a:lnTo>
                <a:lnTo>
                  <a:pt x="666750" y="9525"/>
                </a:lnTo>
                <a:lnTo>
                  <a:pt x="657225" y="9525"/>
                </a:lnTo>
                <a:close/>
                <a:moveTo>
                  <a:pt x="704850" y="0"/>
                </a:moveTo>
                <a:lnTo>
                  <a:pt x="714375" y="0"/>
                </a:lnTo>
                <a:lnTo>
                  <a:pt x="714375" y="19050"/>
                </a:lnTo>
                <a:lnTo>
                  <a:pt x="704850" y="19050"/>
                </a:lnTo>
                <a:close/>
                <a:moveTo>
                  <a:pt x="904875" y="0"/>
                </a:moveTo>
                <a:lnTo>
                  <a:pt x="923925" y="0"/>
                </a:lnTo>
                <a:lnTo>
                  <a:pt x="923925" y="19050"/>
                </a:lnTo>
                <a:lnTo>
                  <a:pt x="904875" y="19050"/>
                </a:lnTo>
                <a:close/>
                <a:moveTo>
                  <a:pt x="1047750" y="0"/>
                </a:moveTo>
                <a:lnTo>
                  <a:pt x="1057275" y="0"/>
                </a:lnTo>
                <a:lnTo>
                  <a:pt x="1057275" y="9525"/>
                </a:lnTo>
                <a:lnTo>
                  <a:pt x="1047750" y="9525"/>
                </a:lnTo>
                <a:close/>
                <a:moveTo>
                  <a:pt x="152400" y="28575"/>
                </a:moveTo>
                <a:lnTo>
                  <a:pt x="161925" y="28575"/>
                </a:lnTo>
                <a:lnTo>
                  <a:pt x="161925" y="38100"/>
                </a:lnTo>
                <a:lnTo>
                  <a:pt x="152400" y="38100"/>
                </a:lnTo>
                <a:close/>
                <a:moveTo>
                  <a:pt x="381000" y="28575"/>
                </a:moveTo>
                <a:lnTo>
                  <a:pt x="390525" y="28575"/>
                </a:lnTo>
                <a:lnTo>
                  <a:pt x="390525" y="47625"/>
                </a:lnTo>
                <a:lnTo>
                  <a:pt x="381000" y="47625"/>
                </a:lnTo>
                <a:close/>
                <a:moveTo>
                  <a:pt x="895350" y="28575"/>
                </a:moveTo>
                <a:lnTo>
                  <a:pt x="904875" y="28575"/>
                </a:lnTo>
                <a:lnTo>
                  <a:pt x="904875" y="38100"/>
                </a:lnTo>
                <a:lnTo>
                  <a:pt x="895350" y="38100"/>
                </a:lnTo>
                <a:close/>
                <a:moveTo>
                  <a:pt x="1171575" y="28575"/>
                </a:moveTo>
                <a:lnTo>
                  <a:pt x="1181100" y="28575"/>
                </a:lnTo>
                <a:lnTo>
                  <a:pt x="1181100" y="47625"/>
                </a:lnTo>
                <a:lnTo>
                  <a:pt x="1162050" y="47625"/>
                </a:lnTo>
                <a:lnTo>
                  <a:pt x="1162050" y="38100"/>
                </a:lnTo>
                <a:lnTo>
                  <a:pt x="1171575" y="38100"/>
                </a:lnTo>
                <a:close/>
                <a:moveTo>
                  <a:pt x="95250" y="38100"/>
                </a:moveTo>
                <a:lnTo>
                  <a:pt x="104775" y="38100"/>
                </a:lnTo>
                <a:lnTo>
                  <a:pt x="104775" y="28575"/>
                </a:lnTo>
                <a:lnTo>
                  <a:pt x="95250" y="28575"/>
                </a:lnTo>
                <a:close/>
                <a:moveTo>
                  <a:pt x="123825" y="38100"/>
                </a:moveTo>
                <a:lnTo>
                  <a:pt x="133350" y="38100"/>
                </a:lnTo>
                <a:lnTo>
                  <a:pt x="133350" y="28575"/>
                </a:lnTo>
                <a:lnTo>
                  <a:pt x="123825" y="28575"/>
                </a:lnTo>
                <a:close/>
                <a:moveTo>
                  <a:pt x="352425" y="38100"/>
                </a:moveTo>
                <a:lnTo>
                  <a:pt x="361950" y="38100"/>
                </a:lnTo>
                <a:lnTo>
                  <a:pt x="361950" y="47625"/>
                </a:lnTo>
                <a:lnTo>
                  <a:pt x="371475" y="47625"/>
                </a:lnTo>
                <a:lnTo>
                  <a:pt x="371475" y="57150"/>
                </a:lnTo>
                <a:lnTo>
                  <a:pt x="361950" y="57150"/>
                </a:lnTo>
                <a:lnTo>
                  <a:pt x="361950" y="66675"/>
                </a:lnTo>
                <a:lnTo>
                  <a:pt x="352425" y="66675"/>
                </a:lnTo>
                <a:close/>
                <a:moveTo>
                  <a:pt x="28575" y="47625"/>
                </a:moveTo>
                <a:lnTo>
                  <a:pt x="38100" y="47625"/>
                </a:lnTo>
                <a:lnTo>
                  <a:pt x="38100" y="38100"/>
                </a:lnTo>
                <a:lnTo>
                  <a:pt x="28575" y="38100"/>
                </a:lnTo>
                <a:close/>
                <a:moveTo>
                  <a:pt x="1133475" y="47625"/>
                </a:moveTo>
                <a:lnTo>
                  <a:pt x="1162050" y="47625"/>
                </a:lnTo>
                <a:lnTo>
                  <a:pt x="1162050" y="66675"/>
                </a:lnTo>
                <a:lnTo>
                  <a:pt x="1133475" y="66675"/>
                </a:lnTo>
                <a:close/>
                <a:moveTo>
                  <a:pt x="942975" y="66675"/>
                </a:moveTo>
                <a:lnTo>
                  <a:pt x="971550" y="66675"/>
                </a:lnTo>
                <a:lnTo>
                  <a:pt x="971550" y="76200"/>
                </a:lnTo>
                <a:lnTo>
                  <a:pt x="942975" y="76200"/>
                </a:lnTo>
                <a:close/>
                <a:moveTo>
                  <a:pt x="1028700" y="76200"/>
                </a:moveTo>
                <a:lnTo>
                  <a:pt x="1047750" y="76200"/>
                </a:lnTo>
                <a:lnTo>
                  <a:pt x="1047750" y="85725"/>
                </a:lnTo>
                <a:lnTo>
                  <a:pt x="1066800" y="85725"/>
                </a:lnTo>
                <a:lnTo>
                  <a:pt x="1066800" y="76200"/>
                </a:lnTo>
                <a:lnTo>
                  <a:pt x="1076325" y="76200"/>
                </a:lnTo>
                <a:lnTo>
                  <a:pt x="1076325" y="95250"/>
                </a:lnTo>
                <a:lnTo>
                  <a:pt x="1028700" y="95250"/>
                </a:lnTo>
                <a:close/>
                <a:moveTo>
                  <a:pt x="38100" y="85725"/>
                </a:moveTo>
                <a:lnTo>
                  <a:pt x="47625" y="85725"/>
                </a:lnTo>
                <a:lnTo>
                  <a:pt x="47625" y="95250"/>
                </a:lnTo>
                <a:lnTo>
                  <a:pt x="38100" y="95250"/>
                </a:lnTo>
                <a:close/>
                <a:moveTo>
                  <a:pt x="1104900" y="85725"/>
                </a:moveTo>
                <a:lnTo>
                  <a:pt x="1123950" y="85725"/>
                </a:lnTo>
                <a:lnTo>
                  <a:pt x="1123950" y="95250"/>
                </a:lnTo>
                <a:lnTo>
                  <a:pt x="1133475" y="95250"/>
                </a:lnTo>
                <a:lnTo>
                  <a:pt x="1133475" y="114300"/>
                </a:lnTo>
                <a:lnTo>
                  <a:pt x="1152525" y="114300"/>
                </a:lnTo>
                <a:lnTo>
                  <a:pt x="1152525" y="133350"/>
                </a:lnTo>
                <a:lnTo>
                  <a:pt x="1143000" y="133350"/>
                </a:lnTo>
                <a:lnTo>
                  <a:pt x="1143000" y="123825"/>
                </a:lnTo>
                <a:lnTo>
                  <a:pt x="1133475" y="123825"/>
                </a:lnTo>
                <a:lnTo>
                  <a:pt x="1133475" y="133350"/>
                </a:lnTo>
                <a:lnTo>
                  <a:pt x="1114425" y="133350"/>
                </a:lnTo>
                <a:lnTo>
                  <a:pt x="1114425" y="114300"/>
                </a:lnTo>
                <a:lnTo>
                  <a:pt x="1104900" y="114300"/>
                </a:lnTo>
                <a:close/>
                <a:moveTo>
                  <a:pt x="200025" y="95250"/>
                </a:moveTo>
                <a:lnTo>
                  <a:pt x="209550" y="95250"/>
                </a:lnTo>
                <a:lnTo>
                  <a:pt x="209550" y="104775"/>
                </a:lnTo>
                <a:lnTo>
                  <a:pt x="200025" y="104775"/>
                </a:lnTo>
                <a:close/>
                <a:moveTo>
                  <a:pt x="276225" y="95250"/>
                </a:moveTo>
                <a:lnTo>
                  <a:pt x="285750" y="95250"/>
                </a:lnTo>
                <a:lnTo>
                  <a:pt x="285750" y="104775"/>
                </a:lnTo>
                <a:lnTo>
                  <a:pt x="276225" y="104775"/>
                </a:lnTo>
                <a:close/>
                <a:moveTo>
                  <a:pt x="1171575" y="95250"/>
                </a:moveTo>
                <a:lnTo>
                  <a:pt x="1181100" y="95250"/>
                </a:lnTo>
                <a:lnTo>
                  <a:pt x="1181100" y="104775"/>
                </a:lnTo>
                <a:lnTo>
                  <a:pt x="1171575" y="104775"/>
                </a:lnTo>
                <a:close/>
                <a:moveTo>
                  <a:pt x="0" y="104775"/>
                </a:moveTo>
                <a:lnTo>
                  <a:pt x="9525" y="104775"/>
                </a:lnTo>
                <a:lnTo>
                  <a:pt x="9525" y="114300"/>
                </a:lnTo>
                <a:lnTo>
                  <a:pt x="19050" y="114300"/>
                </a:lnTo>
                <a:lnTo>
                  <a:pt x="19050" y="133350"/>
                </a:lnTo>
                <a:lnTo>
                  <a:pt x="9525" y="133350"/>
                </a:lnTo>
                <a:lnTo>
                  <a:pt x="9525" y="123825"/>
                </a:lnTo>
                <a:lnTo>
                  <a:pt x="0" y="123825"/>
                </a:lnTo>
                <a:close/>
                <a:moveTo>
                  <a:pt x="1066800" y="104775"/>
                </a:moveTo>
                <a:lnTo>
                  <a:pt x="1076325" y="104775"/>
                </a:lnTo>
                <a:lnTo>
                  <a:pt x="1076325" y="133350"/>
                </a:lnTo>
                <a:lnTo>
                  <a:pt x="1085850" y="133350"/>
                </a:lnTo>
                <a:lnTo>
                  <a:pt x="1085850" y="114300"/>
                </a:lnTo>
                <a:lnTo>
                  <a:pt x="1095375" y="114300"/>
                </a:lnTo>
                <a:lnTo>
                  <a:pt x="1095375" y="152400"/>
                </a:lnTo>
                <a:lnTo>
                  <a:pt x="1085850" y="152400"/>
                </a:lnTo>
                <a:lnTo>
                  <a:pt x="1085850" y="142875"/>
                </a:lnTo>
                <a:lnTo>
                  <a:pt x="1076325" y="142875"/>
                </a:lnTo>
                <a:lnTo>
                  <a:pt x="1076325" y="152400"/>
                </a:lnTo>
                <a:lnTo>
                  <a:pt x="1057275" y="152400"/>
                </a:lnTo>
                <a:lnTo>
                  <a:pt x="1057275" y="161925"/>
                </a:lnTo>
                <a:lnTo>
                  <a:pt x="1047750" y="161925"/>
                </a:lnTo>
                <a:lnTo>
                  <a:pt x="1047750" y="142875"/>
                </a:lnTo>
                <a:lnTo>
                  <a:pt x="1057275" y="142875"/>
                </a:lnTo>
                <a:lnTo>
                  <a:pt x="1057275" y="123825"/>
                </a:lnTo>
                <a:lnTo>
                  <a:pt x="1047750" y="123825"/>
                </a:lnTo>
                <a:lnTo>
                  <a:pt x="1047750" y="114300"/>
                </a:lnTo>
                <a:lnTo>
                  <a:pt x="1066800" y="114300"/>
                </a:lnTo>
                <a:close/>
                <a:moveTo>
                  <a:pt x="1162050" y="104775"/>
                </a:moveTo>
                <a:lnTo>
                  <a:pt x="1171575" y="104775"/>
                </a:lnTo>
                <a:lnTo>
                  <a:pt x="1171575" y="123825"/>
                </a:lnTo>
                <a:lnTo>
                  <a:pt x="1162050" y="123825"/>
                </a:lnTo>
                <a:close/>
                <a:moveTo>
                  <a:pt x="962025" y="123825"/>
                </a:moveTo>
                <a:lnTo>
                  <a:pt x="990600" y="123825"/>
                </a:lnTo>
                <a:lnTo>
                  <a:pt x="990600" y="133350"/>
                </a:lnTo>
                <a:lnTo>
                  <a:pt x="981075" y="133350"/>
                </a:lnTo>
                <a:lnTo>
                  <a:pt x="981075" y="142875"/>
                </a:lnTo>
                <a:lnTo>
                  <a:pt x="971550" y="142875"/>
                </a:lnTo>
                <a:lnTo>
                  <a:pt x="971550" y="152400"/>
                </a:lnTo>
                <a:lnTo>
                  <a:pt x="962025" y="152400"/>
                </a:lnTo>
                <a:close/>
                <a:moveTo>
                  <a:pt x="28575" y="133350"/>
                </a:moveTo>
                <a:lnTo>
                  <a:pt x="38100" y="133350"/>
                </a:lnTo>
                <a:lnTo>
                  <a:pt x="38100" y="152400"/>
                </a:lnTo>
                <a:lnTo>
                  <a:pt x="28575" y="152400"/>
                </a:lnTo>
                <a:close/>
                <a:moveTo>
                  <a:pt x="504825" y="133350"/>
                </a:moveTo>
                <a:lnTo>
                  <a:pt x="514350" y="133350"/>
                </a:lnTo>
                <a:lnTo>
                  <a:pt x="514350" y="142875"/>
                </a:lnTo>
                <a:lnTo>
                  <a:pt x="504825" y="142875"/>
                </a:lnTo>
                <a:close/>
                <a:moveTo>
                  <a:pt x="1019175" y="133350"/>
                </a:moveTo>
                <a:lnTo>
                  <a:pt x="1028700" y="133350"/>
                </a:lnTo>
                <a:lnTo>
                  <a:pt x="1028700" y="142875"/>
                </a:lnTo>
                <a:lnTo>
                  <a:pt x="1019175" y="142875"/>
                </a:lnTo>
                <a:close/>
                <a:moveTo>
                  <a:pt x="133350" y="142875"/>
                </a:moveTo>
                <a:lnTo>
                  <a:pt x="142875" y="142875"/>
                </a:lnTo>
                <a:lnTo>
                  <a:pt x="142875" y="161925"/>
                </a:lnTo>
                <a:lnTo>
                  <a:pt x="133350" y="161925"/>
                </a:lnTo>
                <a:close/>
                <a:moveTo>
                  <a:pt x="323850" y="142875"/>
                </a:moveTo>
                <a:lnTo>
                  <a:pt x="333375" y="142875"/>
                </a:lnTo>
                <a:lnTo>
                  <a:pt x="333375" y="152400"/>
                </a:lnTo>
                <a:lnTo>
                  <a:pt x="323850" y="152400"/>
                </a:lnTo>
                <a:close/>
                <a:moveTo>
                  <a:pt x="514350" y="142875"/>
                </a:moveTo>
                <a:lnTo>
                  <a:pt x="523875" y="142875"/>
                </a:lnTo>
                <a:lnTo>
                  <a:pt x="523875" y="152400"/>
                </a:lnTo>
                <a:lnTo>
                  <a:pt x="514350" y="152400"/>
                </a:lnTo>
                <a:close/>
                <a:moveTo>
                  <a:pt x="1152525" y="142875"/>
                </a:moveTo>
                <a:lnTo>
                  <a:pt x="1171575" y="142875"/>
                </a:lnTo>
                <a:lnTo>
                  <a:pt x="1171575" y="161925"/>
                </a:lnTo>
                <a:lnTo>
                  <a:pt x="1162050" y="161925"/>
                </a:lnTo>
                <a:lnTo>
                  <a:pt x="1162050" y="171450"/>
                </a:lnTo>
                <a:lnTo>
                  <a:pt x="1152525" y="171450"/>
                </a:lnTo>
                <a:lnTo>
                  <a:pt x="1152525" y="161925"/>
                </a:lnTo>
                <a:lnTo>
                  <a:pt x="1143000" y="161925"/>
                </a:lnTo>
                <a:lnTo>
                  <a:pt x="1143000" y="152400"/>
                </a:lnTo>
                <a:lnTo>
                  <a:pt x="1152525" y="152400"/>
                </a:lnTo>
                <a:close/>
                <a:moveTo>
                  <a:pt x="152400" y="152400"/>
                </a:moveTo>
                <a:lnTo>
                  <a:pt x="180975" y="152400"/>
                </a:lnTo>
                <a:lnTo>
                  <a:pt x="180975" y="161925"/>
                </a:lnTo>
                <a:lnTo>
                  <a:pt x="171450" y="161925"/>
                </a:lnTo>
                <a:lnTo>
                  <a:pt x="171450" y="171450"/>
                </a:lnTo>
                <a:lnTo>
                  <a:pt x="142875" y="171450"/>
                </a:lnTo>
                <a:lnTo>
                  <a:pt x="142875" y="161925"/>
                </a:lnTo>
                <a:lnTo>
                  <a:pt x="152400" y="161925"/>
                </a:lnTo>
                <a:close/>
                <a:moveTo>
                  <a:pt x="895350" y="152400"/>
                </a:moveTo>
                <a:lnTo>
                  <a:pt x="904875" y="152400"/>
                </a:lnTo>
                <a:lnTo>
                  <a:pt x="904875" y="161925"/>
                </a:lnTo>
                <a:lnTo>
                  <a:pt x="895350" y="161925"/>
                </a:lnTo>
                <a:close/>
                <a:moveTo>
                  <a:pt x="914400" y="152400"/>
                </a:moveTo>
                <a:lnTo>
                  <a:pt x="923925" y="152400"/>
                </a:lnTo>
                <a:lnTo>
                  <a:pt x="923925" y="161925"/>
                </a:lnTo>
                <a:lnTo>
                  <a:pt x="914400" y="161925"/>
                </a:lnTo>
                <a:close/>
                <a:moveTo>
                  <a:pt x="1104900" y="152400"/>
                </a:moveTo>
                <a:lnTo>
                  <a:pt x="1114425" y="152400"/>
                </a:lnTo>
                <a:lnTo>
                  <a:pt x="1114425" y="171450"/>
                </a:lnTo>
                <a:lnTo>
                  <a:pt x="1095375" y="171450"/>
                </a:lnTo>
                <a:lnTo>
                  <a:pt x="1095375" y="161925"/>
                </a:lnTo>
                <a:lnTo>
                  <a:pt x="1104900" y="161925"/>
                </a:lnTo>
                <a:close/>
                <a:moveTo>
                  <a:pt x="123825" y="161925"/>
                </a:moveTo>
                <a:lnTo>
                  <a:pt x="133350" y="161925"/>
                </a:lnTo>
                <a:lnTo>
                  <a:pt x="133350" y="219075"/>
                </a:lnTo>
                <a:lnTo>
                  <a:pt x="114300" y="219075"/>
                </a:lnTo>
                <a:lnTo>
                  <a:pt x="114300" y="228600"/>
                </a:lnTo>
                <a:lnTo>
                  <a:pt x="133350" y="228600"/>
                </a:lnTo>
                <a:lnTo>
                  <a:pt x="133350" y="219075"/>
                </a:lnTo>
                <a:lnTo>
                  <a:pt x="152400" y="219075"/>
                </a:lnTo>
                <a:lnTo>
                  <a:pt x="152400" y="247650"/>
                </a:lnTo>
                <a:lnTo>
                  <a:pt x="142875" y="247650"/>
                </a:lnTo>
                <a:lnTo>
                  <a:pt x="142875" y="257175"/>
                </a:lnTo>
                <a:lnTo>
                  <a:pt x="133350" y="257175"/>
                </a:lnTo>
                <a:lnTo>
                  <a:pt x="133350" y="247650"/>
                </a:lnTo>
                <a:lnTo>
                  <a:pt x="104775" y="247650"/>
                </a:lnTo>
                <a:lnTo>
                  <a:pt x="104775" y="238125"/>
                </a:lnTo>
                <a:lnTo>
                  <a:pt x="95250" y="238125"/>
                </a:lnTo>
                <a:lnTo>
                  <a:pt x="95250" y="228600"/>
                </a:lnTo>
                <a:lnTo>
                  <a:pt x="104775" y="228600"/>
                </a:lnTo>
                <a:lnTo>
                  <a:pt x="104775" y="190500"/>
                </a:lnTo>
                <a:lnTo>
                  <a:pt x="123825" y="190500"/>
                </a:lnTo>
                <a:close/>
                <a:moveTo>
                  <a:pt x="866775" y="161925"/>
                </a:moveTo>
                <a:lnTo>
                  <a:pt x="885825" y="161925"/>
                </a:lnTo>
                <a:lnTo>
                  <a:pt x="885825" y="171450"/>
                </a:lnTo>
                <a:lnTo>
                  <a:pt x="866775" y="171450"/>
                </a:lnTo>
                <a:close/>
                <a:moveTo>
                  <a:pt x="1066800" y="161925"/>
                </a:moveTo>
                <a:lnTo>
                  <a:pt x="1076325" y="161925"/>
                </a:lnTo>
                <a:lnTo>
                  <a:pt x="1076325" y="200025"/>
                </a:lnTo>
                <a:lnTo>
                  <a:pt x="1038225" y="200025"/>
                </a:lnTo>
                <a:lnTo>
                  <a:pt x="1038225" y="190500"/>
                </a:lnTo>
                <a:lnTo>
                  <a:pt x="1028700" y="190500"/>
                </a:lnTo>
                <a:lnTo>
                  <a:pt x="1028700" y="171450"/>
                </a:lnTo>
                <a:lnTo>
                  <a:pt x="1047750" y="171450"/>
                </a:lnTo>
                <a:lnTo>
                  <a:pt x="1047750" y="180975"/>
                </a:lnTo>
                <a:lnTo>
                  <a:pt x="1057275" y="180975"/>
                </a:lnTo>
                <a:lnTo>
                  <a:pt x="1057275" y="171450"/>
                </a:lnTo>
                <a:lnTo>
                  <a:pt x="1066800" y="171450"/>
                </a:lnTo>
                <a:close/>
                <a:moveTo>
                  <a:pt x="9525" y="171450"/>
                </a:moveTo>
                <a:lnTo>
                  <a:pt x="19050" y="171450"/>
                </a:lnTo>
                <a:lnTo>
                  <a:pt x="19050" y="190500"/>
                </a:lnTo>
                <a:lnTo>
                  <a:pt x="28575" y="190500"/>
                </a:lnTo>
                <a:lnTo>
                  <a:pt x="28575" y="180975"/>
                </a:lnTo>
                <a:lnTo>
                  <a:pt x="66675" y="180975"/>
                </a:lnTo>
                <a:lnTo>
                  <a:pt x="66675" y="200025"/>
                </a:lnTo>
                <a:lnTo>
                  <a:pt x="76200" y="200025"/>
                </a:lnTo>
                <a:lnTo>
                  <a:pt x="76200" y="190500"/>
                </a:lnTo>
                <a:lnTo>
                  <a:pt x="85725" y="190500"/>
                </a:lnTo>
                <a:lnTo>
                  <a:pt x="85725" y="219075"/>
                </a:lnTo>
                <a:lnTo>
                  <a:pt x="76200" y="219075"/>
                </a:lnTo>
                <a:lnTo>
                  <a:pt x="76200" y="228600"/>
                </a:lnTo>
                <a:lnTo>
                  <a:pt x="85725" y="228600"/>
                </a:lnTo>
                <a:lnTo>
                  <a:pt x="85725" y="238125"/>
                </a:lnTo>
                <a:lnTo>
                  <a:pt x="95250" y="238125"/>
                </a:lnTo>
                <a:lnTo>
                  <a:pt x="95250" y="247650"/>
                </a:lnTo>
                <a:lnTo>
                  <a:pt x="85725" y="247650"/>
                </a:lnTo>
                <a:lnTo>
                  <a:pt x="85725" y="257175"/>
                </a:lnTo>
                <a:lnTo>
                  <a:pt x="57150" y="257175"/>
                </a:lnTo>
                <a:lnTo>
                  <a:pt x="57150" y="247650"/>
                </a:lnTo>
                <a:lnTo>
                  <a:pt x="38100" y="247650"/>
                </a:lnTo>
                <a:lnTo>
                  <a:pt x="38100" y="228600"/>
                </a:lnTo>
                <a:lnTo>
                  <a:pt x="47625" y="228600"/>
                </a:lnTo>
                <a:lnTo>
                  <a:pt x="47625" y="219075"/>
                </a:lnTo>
                <a:lnTo>
                  <a:pt x="38100" y="219075"/>
                </a:lnTo>
                <a:lnTo>
                  <a:pt x="38100" y="209550"/>
                </a:lnTo>
                <a:lnTo>
                  <a:pt x="19050" y="209550"/>
                </a:lnTo>
                <a:lnTo>
                  <a:pt x="19050" y="219075"/>
                </a:lnTo>
                <a:lnTo>
                  <a:pt x="0" y="219075"/>
                </a:lnTo>
                <a:lnTo>
                  <a:pt x="0" y="209550"/>
                </a:lnTo>
                <a:lnTo>
                  <a:pt x="9525" y="209550"/>
                </a:lnTo>
                <a:close/>
                <a:moveTo>
                  <a:pt x="400050" y="171450"/>
                </a:moveTo>
                <a:lnTo>
                  <a:pt x="409575" y="171450"/>
                </a:lnTo>
                <a:lnTo>
                  <a:pt x="409575" y="180975"/>
                </a:lnTo>
                <a:lnTo>
                  <a:pt x="400050" y="180975"/>
                </a:lnTo>
                <a:close/>
                <a:moveTo>
                  <a:pt x="847725" y="171450"/>
                </a:moveTo>
                <a:lnTo>
                  <a:pt x="866775" y="171450"/>
                </a:lnTo>
                <a:lnTo>
                  <a:pt x="866775" y="180975"/>
                </a:lnTo>
                <a:lnTo>
                  <a:pt x="847725" y="180975"/>
                </a:lnTo>
                <a:close/>
                <a:moveTo>
                  <a:pt x="1123950" y="171450"/>
                </a:moveTo>
                <a:lnTo>
                  <a:pt x="1143000" y="171450"/>
                </a:lnTo>
                <a:lnTo>
                  <a:pt x="1143000" y="190500"/>
                </a:lnTo>
                <a:lnTo>
                  <a:pt x="1152525" y="190500"/>
                </a:lnTo>
                <a:lnTo>
                  <a:pt x="1152525" y="180975"/>
                </a:lnTo>
                <a:lnTo>
                  <a:pt x="1171575" y="180975"/>
                </a:lnTo>
                <a:lnTo>
                  <a:pt x="1171575" y="190500"/>
                </a:lnTo>
                <a:lnTo>
                  <a:pt x="1162050" y="190500"/>
                </a:lnTo>
                <a:lnTo>
                  <a:pt x="1162050" y="200025"/>
                </a:lnTo>
                <a:lnTo>
                  <a:pt x="1171575" y="200025"/>
                </a:lnTo>
                <a:lnTo>
                  <a:pt x="1171575" y="228600"/>
                </a:lnTo>
                <a:lnTo>
                  <a:pt x="1181100" y="228600"/>
                </a:lnTo>
                <a:lnTo>
                  <a:pt x="1181100" y="238125"/>
                </a:lnTo>
                <a:lnTo>
                  <a:pt x="1171575" y="238125"/>
                </a:lnTo>
                <a:lnTo>
                  <a:pt x="1171575" y="266700"/>
                </a:lnTo>
                <a:lnTo>
                  <a:pt x="1181100" y="266700"/>
                </a:lnTo>
                <a:lnTo>
                  <a:pt x="1181100" y="304800"/>
                </a:lnTo>
                <a:lnTo>
                  <a:pt x="1162050" y="304800"/>
                </a:lnTo>
                <a:lnTo>
                  <a:pt x="1162050" y="266700"/>
                </a:lnTo>
                <a:lnTo>
                  <a:pt x="1143000" y="266700"/>
                </a:lnTo>
                <a:lnTo>
                  <a:pt x="1143000" y="285750"/>
                </a:lnTo>
                <a:lnTo>
                  <a:pt x="1133475" y="285750"/>
                </a:lnTo>
                <a:lnTo>
                  <a:pt x="1133475" y="295275"/>
                </a:lnTo>
                <a:lnTo>
                  <a:pt x="1123950" y="295275"/>
                </a:lnTo>
                <a:lnTo>
                  <a:pt x="1123950" y="285750"/>
                </a:lnTo>
                <a:lnTo>
                  <a:pt x="1114425" y="285750"/>
                </a:lnTo>
                <a:lnTo>
                  <a:pt x="1114425" y="276225"/>
                </a:lnTo>
                <a:lnTo>
                  <a:pt x="1123950" y="276225"/>
                </a:lnTo>
                <a:lnTo>
                  <a:pt x="1123950" y="266700"/>
                </a:lnTo>
                <a:lnTo>
                  <a:pt x="1114425" y="266700"/>
                </a:lnTo>
                <a:lnTo>
                  <a:pt x="1114425" y="257175"/>
                </a:lnTo>
                <a:lnTo>
                  <a:pt x="1095375" y="257175"/>
                </a:lnTo>
                <a:lnTo>
                  <a:pt x="1095375" y="247650"/>
                </a:lnTo>
                <a:lnTo>
                  <a:pt x="1085850" y="247650"/>
                </a:lnTo>
                <a:lnTo>
                  <a:pt x="1085850" y="238125"/>
                </a:lnTo>
                <a:lnTo>
                  <a:pt x="1066800" y="238125"/>
                </a:lnTo>
                <a:lnTo>
                  <a:pt x="1066800" y="228600"/>
                </a:lnTo>
                <a:lnTo>
                  <a:pt x="1095375" y="228600"/>
                </a:lnTo>
                <a:lnTo>
                  <a:pt x="1095375" y="238125"/>
                </a:lnTo>
                <a:lnTo>
                  <a:pt x="1114425" y="238125"/>
                </a:lnTo>
                <a:lnTo>
                  <a:pt x="1114425" y="228600"/>
                </a:lnTo>
                <a:lnTo>
                  <a:pt x="1123950" y="228600"/>
                </a:lnTo>
                <a:lnTo>
                  <a:pt x="1123950" y="219075"/>
                </a:lnTo>
                <a:lnTo>
                  <a:pt x="1133475" y="219075"/>
                </a:lnTo>
                <a:lnTo>
                  <a:pt x="1133475" y="209550"/>
                </a:lnTo>
                <a:lnTo>
                  <a:pt x="1143000" y="209550"/>
                </a:lnTo>
                <a:lnTo>
                  <a:pt x="1143000" y="200025"/>
                </a:lnTo>
                <a:lnTo>
                  <a:pt x="1133475" y="200025"/>
                </a:lnTo>
                <a:lnTo>
                  <a:pt x="1133475" y="180975"/>
                </a:lnTo>
                <a:lnTo>
                  <a:pt x="1123950" y="180975"/>
                </a:lnTo>
                <a:close/>
                <a:moveTo>
                  <a:pt x="1009650" y="190500"/>
                </a:moveTo>
                <a:lnTo>
                  <a:pt x="1019175" y="190500"/>
                </a:lnTo>
                <a:lnTo>
                  <a:pt x="1019175" y="200025"/>
                </a:lnTo>
                <a:lnTo>
                  <a:pt x="1028700" y="200025"/>
                </a:lnTo>
                <a:lnTo>
                  <a:pt x="1028700" y="209550"/>
                </a:lnTo>
                <a:lnTo>
                  <a:pt x="1009650" y="209550"/>
                </a:lnTo>
                <a:close/>
                <a:moveTo>
                  <a:pt x="1085850" y="190500"/>
                </a:moveTo>
                <a:lnTo>
                  <a:pt x="1095375" y="190500"/>
                </a:lnTo>
                <a:lnTo>
                  <a:pt x="1095375" y="200025"/>
                </a:lnTo>
                <a:lnTo>
                  <a:pt x="1085850" y="200025"/>
                </a:lnTo>
                <a:close/>
                <a:moveTo>
                  <a:pt x="28575" y="200025"/>
                </a:moveTo>
                <a:lnTo>
                  <a:pt x="47625" y="200025"/>
                </a:lnTo>
                <a:lnTo>
                  <a:pt x="47625" y="190500"/>
                </a:lnTo>
                <a:lnTo>
                  <a:pt x="28575" y="190500"/>
                </a:lnTo>
                <a:close/>
                <a:moveTo>
                  <a:pt x="514350" y="200025"/>
                </a:moveTo>
                <a:lnTo>
                  <a:pt x="523875" y="200025"/>
                </a:lnTo>
                <a:lnTo>
                  <a:pt x="523875" y="209550"/>
                </a:lnTo>
                <a:lnTo>
                  <a:pt x="514350" y="209550"/>
                </a:lnTo>
                <a:close/>
                <a:moveTo>
                  <a:pt x="1104900" y="200025"/>
                </a:moveTo>
                <a:lnTo>
                  <a:pt x="1114425" y="200025"/>
                </a:lnTo>
                <a:lnTo>
                  <a:pt x="1114425" y="209550"/>
                </a:lnTo>
                <a:lnTo>
                  <a:pt x="1104900" y="209550"/>
                </a:lnTo>
                <a:close/>
                <a:moveTo>
                  <a:pt x="200025" y="209550"/>
                </a:moveTo>
                <a:lnTo>
                  <a:pt x="219075" y="209550"/>
                </a:lnTo>
                <a:lnTo>
                  <a:pt x="219075" y="228600"/>
                </a:lnTo>
                <a:lnTo>
                  <a:pt x="209550" y="228600"/>
                </a:lnTo>
                <a:lnTo>
                  <a:pt x="209550" y="219075"/>
                </a:lnTo>
                <a:lnTo>
                  <a:pt x="200025" y="219075"/>
                </a:lnTo>
                <a:close/>
                <a:moveTo>
                  <a:pt x="1095375" y="209550"/>
                </a:moveTo>
                <a:lnTo>
                  <a:pt x="1104900" y="209550"/>
                </a:lnTo>
                <a:lnTo>
                  <a:pt x="1104900" y="219075"/>
                </a:lnTo>
                <a:lnTo>
                  <a:pt x="1095375" y="219075"/>
                </a:lnTo>
                <a:close/>
                <a:moveTo>
                  <a:pt x="1019175" y="228600"/>
                </a:moveTo>
                <a:lnTo>
                  <a:pt x="1038225" y="228600"/>
                </a:lnTo>
                <a:lnTo>
                  <a:pt x="1038225" y="238125"/>
                </a:lnTo>
                <a:lnTo>
                  <a:pt x="1057275" y="238125"/>
                </a:lnTo>
                <a:lnTo>
                  <a:pt x="1057275" y="247650"/>
                </a:lnTo>
                <a:lnTo>
                  <a:pt x="1066800" y="247650"/>
                </a:lnTo>
                <a:lnTo>
                  <a:pt x="1066800" y="257175"/>
                </a:lnTo>
                <a:lnTo>
                  <a:pt x="1038225" y="257175"/>
                </a:lnTo>
                <a:lnTo>
                  <a:pt x="1038225" y="247650"/>
                </a:lnTo>
                <a:lnTo>
                  <a:pt x="1019175" y="247650"/>
                </a:lnTo>
                <a:close/>
                <a:moveTo>
                  <a:pt x="361950" y="238125"/>
                </a:moveTo>
                <a:lnTo>
                  <a:pt x="400050" y="238125"/>
                </a:lnTo>
                <a:lnTo>
                  <a:pt x="400050" y="266700"/>
                </a:lnTo>
                <a:lnTo>
                  <a:pt x="390525" y="266700"/>
                </a:lnTo>
                <a:lnTo>
                  <a:pt x="390525" y="257175"/>
                </a:lnTo>
                <a:lnTo>
                  <a:pt x="371475" y="257175"/>
                </a:lnTo>
                <a:lnTo>
                  <a:pt x="371475" y="247650"/>
                </a:lnTo>
                <a:lnTo>
                  <a:pt x="361950" y="247650"/>
                </a:lnTo>
                <a:close/>
                <a:moveTo>
                  <a:pt x="1143000" y="238125"/>
                </a:moveTo>
                <a:lnTo>
                  <a:pt x="1152525" y="238125"/>
                </a:lnTo>
                <a:lnTo>
                  <a:pt x="1152525" y="228600"/>
                </a:lnTo>
                <a:lnTo>
                  <a:pt x="1143000" y="228600"/>
                </a:lnTo>
                <a:close/>
                <a:moveTo>
                  <a:pt x="828675" y="257175"/>
                </a:moveTo>
                <a:lnTo>
                  <a:pt x="838200" y="257175"/>
                </a:lnTo>
                <a:lnTo>
                  <a:pt x="838200" y="266700"/>
                </a:lnTo>
                <a:lnTo>
                  <a:pt x="828675" y="266700"/>
                </a:lnTo>
                <a:close/>
                <a:moveTo>
                  <a:pt x="0" y="266700"/>
                </a:moveTo>
                <a:lnTo>
                  <a:pt x="9525" y="266700"/>
                </a:lnTo>
                <a:lnTo>
                  <a:pt x="9525" y="285750"/>
                </a:lnTo>
                <a:lnTo>
                  <a:pt x="0" y="285750"/>
                </a:lnTo>
                <a:close/>
                <a:moveTo>
                  <a:pt x="85725" y="276225"/>
                </a:moveTo>
                <a:lnTo>
                  <a:pt x="104775" y="276225"/>
                </a:lnTo>
                <a:lnTo>
                  <a:pt x="104775" y="295275"/>
                </a:lnTo>
                <a:lnTo>
                  <a:pt x="76200" y="295275"/>
                </a:lnTo>
                <a:lnTo>
                  <a:pt x="76200" y="285750"/>
                </a:lnTo>
                <a:lnTo>
                  <a:pt x="85725" y="285750"/>
                </a:lnTo>
                <a:close/>
                <a:moveTo>
                  <a:pt x="114300" y="276225"/>
                </a:moveTo>
                <a:lnTo>
                  <a:pt x="123825" y="276225"/>
                </a:lnTo>
                <a:lnTo>
                  <a:pt x="123825" y="285750"/>
                </a:lnTo>
                <a:lnTo>
                  <a:pt x="114300" y="285750"/>
                </a:lnTo>
                <a:close/>
                <a:moveTo>
                  <a:pt x="133350" y="276225"/>
                </a:moveTo>
                <a:lnTo>
                  <a:pt x="142875" y="276225"/>
                </a:lnTo>
                <a:lnTo>
                  <a:pt x="142875" y="285750"/>
                </a:lnTo>
                <a:lnTo>
                  <a:pt x="133350" y="285750"/>
                </a:lnTo>
                <a:close/>
                <a:moveTo>
                  <a:pt x="152400" y="276225"/>
                </a:moveTo>
                <a:lnTo>
                  <a:pt x="161925" y="276225"/>
                </a:lnTo>
                <a:lnTo>
                  <a:pt x="161925" y="285750"/>
                </a:lnTo>
                <a:lnTo>
                  <a:pt x="152400" y="285750"/>
                </a:lnTo>
                <a:close/>
                <a:moveTo>
                  <a:pt x="285750" y="304800"/>
                </a:moveTo>
                <a:lnTo>
                  <a:pt x="295275" y="304800"/>
                </a:lnTo>
                <a:lnTo>
                  <a:pt x="295275" y="314325"/>
                </a:lnTo>
                <a:lnTo>
                  <a:pt x="285750" y="314325"/>
                </a:lnTo>
                <a:close/>
                <a:moveTo>
                  <a:pt x="790575" y="304800"/>
                </a:moveTo>
                <a:lnTo>
                  <a:pt x="800100" y="304800"/>
                </a:lnTo>
                <a:lnTo>
                  <a:pt x="800100" y="314325"/>
                </a:lnTo>
                <a:lnTo>
                  <a:pt x="790575" y="314325"/>
                </a:lnTo>
                <a:close/>
                <a:moveTo>
                  <a:pt x="276225" y="323850"/>
                </a:moveTo>
                <a:lnTo>
                  <a:pt x="285750" y="323850"/>
                </a:lnTo>
                <a:lnTo>
                  <a:pt x="285750" y="333375"/>
                </a:lnTo>
                <a:lnTo>
                  <a:pt x="276225" y="333375"/>
                </a:lnTo>
                <a:close/>
                <a:moveTo>
                  <a:pt x="1171575" y="323850"/>
                </a:moveTo>
                <a:lnTo>
                  <a:pt x="1181100" y="323850"/>
                </a:lnTo>
                <a:lnTo>
                  <a:pt x="1181100" y="333375"/>
                </a:lnTo>
                <a:lnTo>
                  <a:pt x="1171575" y="333375"/>
                </a:lnTo>
                <a:close/>
                <a:moveTo>
                  <a:pt x="257175" y="333375"/>
                </a:moveTo>
                <a:lnTo>
                  <a:pt x="276225" y="333375"/>
                </a:lnTo>
                <a:lnTo>
                  <a:pt x="276225" y="342900"/>
                </a:lnTo>
                <a:lnTo>
                  <a:pt x="257175" y="342900"/>
                </a:lnTo>
                <a:close/>
                <a:moveTo>
                  <a:pt x="609600" y="342900"/>
                </a:moveTo>
                <a:lnTo>
                  <a:pt x="628650" y="342900"/>
                </a:lnTo>
                <a:lnTo>
                  <a:pt x="628650" y="352425"/>
                </a:lnTo>
                <a:lnTo>
                  <a:pt x="638175" y="352425"/>
                </a:lnTo>
                <a:lnTo>
                  <a:pt x="638175" y="361950"/>
                </a:lnTo>
                <a:lnTo>
                  <a:pt x="609600" y="361950"/>
                </a:lnTo>
                <a:lnTo>
                  <a:pt x="609600" y="371475"/>
                </a:lnTo>
                <a:lnTo>
                  <a:pt x="600075" y="371475"/>
                </a:lnTo>
                <a:lnTo>
                  <a:pt x="600075" y="361950"/>
                </a:lnTo>
                <a:lnTo>
                  <a:pt x="590550" y="361950"/>
                </a:lnTo>
                <a:lnTo>
                  <a:pt x="590550" y="352425"/>
                </a:lnTo>
                <a:lnTo>
                  <a:pt x="609600" y="352425"/>
                </a:lnTo>
                <a:close/>
                <a:moveTo>
                  <a:pt x="914400" y="342900"/>
                </a:moveTo>
                <a:lnTo>
                  <a:pt x="933450" y="342900"/>
                </a:lnTo>
                <a:lnTo>
                  <a:pt x="933450" y="361950"/>
                </a:lnTo>
                <a:lnTo>
                  <a:pt x="923925" y="361950"/>
                </a:lnTo>
                <a:lnTo>
                  <a:pt x="923925" y="352425"/>
                </a:lnTo>
                <a:lnTo>
                  <a:pt x="914400" y="352425"/>
                </a:lnTo>
                <a:close/>
                <a:moveTo>
                  <a:pt x="390525" y="361950"/>
                </a:moveTo>
                <a:lnTo>
                  <a:pt x="400050" y="361950"/>
                </a:lnTo>
                <a:lnTo>
                  <a:pt x="400050" y="371475"/>
                </a:lnTo>
                <a:lnTo>
                  <a:pt x="390525" y="371475"/>
                </a:lnTo>
                <a:close/>
                <a:moveTo>
                  <a:pt x="638175" y="361950"/>
                </a:moveTo>
                <a:lnTo>
                  <a:pt x="647700" y="361950"/>
                </a:lnTo>
                <a:lnTo>
                  <a:pt x="647700" y="381000"/>
                </a:lnTo>
                <a:lnTo>
                  <a:pt x="638175" y="381000"/>
                </a:lnTo>
                <a:close/>
                <a:moveTo>
                  <a:pt x="704850" y="361950"/>
                </a:moveTo>
                <a:lnTo>
                  <a:pt x="714375" y="361950"/>
                </a:lnTo>
                <a:lnTo>
                  <a:pt x="714375" y="371475"/>
                </a:lnTo>
                <a:lnTo>
                  <a:pt x="723900" y="371475"/>
                </a:lnTo>
                <a:lnTo>
                  <a:pt x="723900" y="381000"/>
                </a:lnTo>
                <a:lnTo>
                  <a:pt x="695325" y="381000"/>
                </a:lnTo>
                <a:lnTo>
                  <a:pt x="695325" y="371475"/>
                </a:lnTo>
                <a:lnTo>
                  <a:pt x="704850" y="371475"/>
                </a:lnTo>
                <a:close/>
                <a:moveTo>
                  <a:pt x="400050" y="371475"/>
                </a:moveTo>
                <a:lnTo>
                  <a:pt x="409575" y="371475"/>
                </a:lnTo>
                <a:lnTo>
                  <a:pt x="409575" y="381000"/>
                </a:lnTo>
                <a:lnTo>
                  <a:pt x="400050" y="381000"/>
                </a:lnTo>
                <a:close/>
                <a:moveTo>
                  <a:pt x="1123950" y="371475"/>
                </a:moveTo>
                <a:lnTo>
                  <a:pt x="1133475" y="371475"/>
                </a:lnTo>
                <a:lnTo>
                  <a:pt x="1133475" y="400050"/>
                </a:lnTo>
                <a:lnTo>
                  <a:pt x="1123950" y="400050"/>
                </a:lnTo>
                <a:close/>
                <a:moveTo>
                  <a:pt x="723900" y="381000"/>
                </a:moveTo>
                <a:lnTo>
                  <a:pt x="733425" y="381000"/>
                </a:lnTo>
                <a:lnTo>
                  <a:pt x="733425" y="390525"/>
                </a:lnTo>
                <a:lnTo>
                  <a:pt x="723900" y="390525"/>
                </a:lnTo>
                <a:close/>
                <a:moveTo>
                  <a:pt x="971550" y="381000"/>
                </a:moveTo>
                <a:lnTo>
                  <a:pt x="981075" y="381000"/>
                </a:lnTo>
                <a:lnTo>
                  <a:pt x="981075" y="390525"/>
                </a:lnTo>
                <a:lnTo>
                  <a:pt x="971550" y="390525"/>
                </a:lnTo>
                <a:close/>
                <a:moveTo>
                  <a:pt x="1162050" y="400050"/>
                </a:moveTo>
                <a:lnTo>
                  <a:pt x="1171575" y="400050"/>
                </a:lnTo>
                <a:lnTo>
                  <a:pt x="1171575" y="438150"/>
                </a:lnTo>
                <a:lnTo>
                  <a:pt x="1162050" y="438150"/>
                </a:lnTo>
                <a:lnTo>
                  <a:pt x="1162050" y="447675"/>
                </a:lnTo>
                <a:lnTo>
                  <a:pt x="1143000" y="447675"/>
                </a:lnTo>
                <a:lnTo>
                  <a:pt x="1143000" y="438150"/>
                </a:lnTo>
                <a:lnTo>
                  <a:pt x="1133475" y="438150"/>
                </a:lnTo>
                <a:lnTo>
                  <a:pt x="1133475" y="428625"/>
                </a:lnTo>
                <a:lnTo>
                  <a:pt x="1162050" y="428625"/>
                </a:lnTo>
                <a:close/>
                <a:moveTo>
                  <a:pt x="1038225" y="409575"/>
                </a:moveTo>
                <a:lnTo>
                  <a:pt x="1057275" y="409575"/>
                </a:lnTo>
                <a:lnTo>
                  <a:pt x="1057275" y="419100"/>
                </a:lnTo>
                <a:lnTo>
                  <a:pt x="1076325" y="419100"/>
                </a:lnTo>
                <a:lnTo>
                  <a:pt x="1076325" y="438150"/>
                </a:lnTo>
                <a:lnTo>
                  <a:pt x="1066800" y="438150"/>
                </a:lnTo>
                <a:lnTo>
                  <a:pt x="1066800" y="428625"/>
                </a:lnTo>
                <a:lnTo>
                  <a:pt x="1057275" y="428625"/>
                </a:lnTo>
                <a:lnTo>
                  <a:pt x="1057275" y="438150"/>
                </a:lnTo>
                <a:lnTo>
                  <a:pt x="1047750" y="438150"/>
                </a:lnTo>
                <a:lnTo>
                  <a:pt x="1047750" y="419100"/>
                </a:lnTo>
                <a:lnTo>
                  <a:pt x="1038225" y="419100"/>
                </a:lnTo>
                <a:close/>
                <a:moveTo>
                  <a:pt x="1171575" y="466725"/>
                </a:moveTo>
                <a:lnTo>
                  <a:pt x="1181100" y="466725"/>
                </a:lnTo>
                <a:lnTo>
                  <a:pt x="1181100" y="485775"/>
                </a:lnTo>
                <a:lnTo>
                  <a:pt x="1171575" y="485775"/>
                </a:lnTo>
                <a:close/>
                <a:moveTo>
                  <a:pt x="419100" y="476250"/>
                </a:moveTo>
                <a:lnTo>
                  <a:pt x="428625" y="476250"/>
                </a:lnTo>
                <a:lnTo>
                  <a:pt x="428625" y="485775"/>
                </a:lnTo>
                <a:lnTo>
                  <a:pt x="419100" y="485775"/>
                </a:lnTo>
                <a:close/>
                <a:moveTo>
                  <a:pt x="1085850" y="476250"/>
                </a:moveTo>
                <a:lnTo>
                  <a:pt x="1114425" y="476250"/>
                </a:lnTo>
                <a:lnTo>
                  <a:pt x="1114425" y="514350"/>
                </a:lnTo>
                <a:lnTo>
                  <a:pt x="1095375" y="514350"/>
                </a:lnTo>
                <a:lnTo>
                  <a:pt x="1095375" y="495300"/>
                </a:lnTo>
                <a:lnTo>
                  <a:pt x="1085850" y="495300"/>
                </a:lnTo>
                <a:close/>
                <a:moveTo>
                  <a:pt x="904875" y="495300"/>
                </a:moveTo>
                <a:lnTo>
                  <a:pt x="914400" y="495300"/>
                </a:lnTo>
                <a:lnTo>
                  <a:pt x="914400" y="504825"/>
                </a:lnTo>
                <a:lnTo>
                  <a:pt x="904875" y="504825"/>
                </a:lnTo>
                <a:close/>
                <a:moveTo>
                  <a:pt x="285750" y="523875"/>
                </a:moveTo>
                <a:lnTo>
                  <a:pt x="295275" y="523875"/>
                </a:lnTo>
                <a:lnTo>
                  <a:pt x="295275" y="542925"/>
                </a:lnTo>
                <a:lnTo>
                  <a:pt x="285750" y="542925"/>
                </a:lnTo>
                <a:close/>
                <a:moveTo>
                  <a:pt x="1114425" y="523875"/>
                </a:moveTo>
                <a:lnTo>
                  <a:pt x="1133475" y="523875"/>
                </a:lnTo>
                <a:lnTo>
                  <a:pt x="1133475" y="533400"/>
                </a:lnTo>
                <a:lnTo>
                  <a:pt x="1114425" y="533400"/>
                </a:lnTo>
                <a:close/>
                <a:moveTo>
                  <a:pt x="1143000" y="523875"/>
                </a:moveTo>
                <a:lnTo>
                  <a:pt x="1152525" y="523875"/>
                </a:lnTo>
                <a:lnTo>
                  <a:pt x="1152525" y="542925"/>
                </a:lnTo>
                <a:lnTo>
                  <a:pt x="1143000" y="542925"/>
                </a:lnTo>
                <a:close/>
                <a:moveTo>
                  <a:pt x="1047750" y="533400"/>
                </a:moveTo>
                <a:lnTo>
                  <a:pt x="1057275" y="533400"/>
                </a:lnTo>
                <a:lnTo>
                  <a:pt x="1057275" y="552450"/>
                </a:lnTo>
                <a:lnTo>
                  <a:pt x="1047750" y="552450"/>
                </a:lnTo>
                <a:close/>
                <a:moveTo>
                  <a:pt x="1104900" y="542925"/>
                </a:moveTo>
                <a:lnTo>
                  <a:pt x="1114425" y="542925"/>
                </a:lnTo>
                <a:lnTo>
                  <a:pt x="1114425" y="552450"/>
                </a:lnTo>
                <a:lnTo>
                  <a:pt x="1104900" y="552450"/>
                </a:lnTo>
                <a:close/>
                <a:moveTo>
                  <a:pt x="1143000" y="552450"/>
                </a:moveTo>
                <a:lnTo>
                  <a:pt x="1162050" y="552450"/>
                </a:lnTo>
                <a:lnTo>
                  <a:pt x="1162050" y="561975"/>
                </a:lnTo>
                <a:lnTo>
                  <a:pt x="1152525" y="561975"/>
                </a:lnTo>
                <a:lnTo>
                  <a:pt x="1152525" y="571500"/>
                </a:lnTo>
                <a:lnTo>
                  <a:pt x="1133475" y="571500"/>
                </a:lnTo>
                <a:lnTo>
                  <a:pt x="1133475" y="561975"/>
                </a:lnTo>
                <a:lnTo>
                  <a:pt x="1143000" y="561975"/>
                </a:lnTo>
                <a:close/>
                <a:moveTo>
                  <a:pt x="323850" y="581025"/>
                </a:moveTo>
                <a:lnTo>
                  <a:pt x="342900" y="581025"/>
                </a:lnTo>
                <a:lnTo>
                  <a:pt x="342900" y="600075"/>
                </a:lnTo>
                <a:lnTo>
                  <a:pt x="323850" y="600075"/>
                </a:lnTo>
                <a:close/>
                <a:moveTo>
                  <a:pt x="1162050" y="581025"/>
                </a:moveTo>
                <a:lnTo>
                  <a:pt x="1171575" y="581025"/>
                </a:lnTo>
                <a:lnTo>
                  <a:pt x="1171575" y="590550"/>
                </a:lnTo>
                <a:lnTo>
                  <a:pt x="1162050" y="590550"/>
                </a:lnTo>
                <a:close/>
                <a:moveTo>
                  <a:pt x="704850" y="590550"/>
                </a:moveTo>
                <a:lnTo>
                  <a:pt x="714375" y="590550"/>
                </a:lnTo>
                <a:lnTo>
                  <a:pt x="714375" y="600075"/>
                </a:lnTo>
                <a:lnTo>
                  <a:pt x="704850" y="600075"/>
                </a:lnTo>
                <a:close/>
                <a:moveTo>
                  <a:pt x="828675" y="590550"/>
                </a:moveTo>
                <a:lnTo>
                  <a:pt x="838200" y="590550"/>
                </a:lnTo>
                <a:lnTo>
                  <a:pt x="838200" y="600075"/>
                </a:lnTo>
                <a:lnTo>
                  <a:pt x="847725" y="600075"/>
                </a:lnTo>
                <a:lnTo>
                  <a:pt x="847725" y="609600"/>
                </a:lnTo>
                <a:lnTo>
                  <a:pt x="866775" y="609600"/>
                </a:lnTo>
                <a:lnTo>
                  <a:pt x="866775" y="628650"/>
                </a:lnTo>
                <a:lnTo>
                  <a:pt x="876300" y="628650"/>
                </a:lnTo>
                <a:lnTo>
                  <a:pt x="876300" y="638175"/>
                </a:lnTo>
                <a:lnTo>
                  <a:pt x="847725" y="638175"/>
                </a:lnTo>
                <a:lnTo>
                  <a:pt x="847725" y="628650"/>
                </a:lnTo>
                <a:lnTo>
                  <a:pt x="838200" y="628650"/>
                </a:lnTo>
                <a:lnTo>
                  <a:pt x="838200" y="609600"/>
                </a:lnTo>
                <a:lnTo>
                  <a:pt x="828675" y="609600"/>
                </a:lnTo>
                <a:close/>
                <a:moveTo>
                  <a:pt x="342900" y="600075"/>
                </a:moveTo>
                <a:lnTo>
                  <a:pt x="352425" y="600075"/>
                </a:lnTo>
                <a:lnTo>
                  <a:pt x="352425" y="628650"/>
                </a:lnTo>
                <a:lnTo>
                  <a:pt x="333375" y="628650"/>
                </a:lnTo>
                <a:lnTo>
                  <a:pt x="333375" y="609600"/>
                </a:lnTo>
                <a:lnTo>
                  <a:pt x="342900" y="609600"/>
                </a:lnTo>
                <a:close/>
                <a:moveTo>
                  <a:pt x="723900" y="600075"/>
                </a:moveTo>
                <a:lnTo>
                  <a:pt x="733425" y="600075"/>
                </a:lnTo>
                <a:lnTo>
                  <a:pt x="733425" y="609600"/>
                </a:lnTo>
                <a:lnTo>
                  <a:pt x="723900" y="609600"/>
                </a:lnTo>
                <a:close/>
                <a:moveTo>
                  <a:pt x="1143000" y="600075"/>
                </a:moveTo>
                <a:lnTo>
                  <a:pt x="1152525" y="600075"/>
                </a:lnTo>
                <a:lnTo>
                  <a:pt x="1152525" y="609600"/>
                </a:lnTo>
                <a:lnTo>
                  <a:pt x="1143000" y="609600"/>
                </a:lnTo>
                <a:close/>
                <a:moveTo>
                  <a:pt x="381000" y="609600"/>
                </a:moveTo>
                <a:lnTo>
                  <a:pt x="400050" y="609600"/>
                </a:lnTo>
                <a:lnTo>
                  <a:pt x="400050" y="619125"/>
                </a:lnTo>
                <a:lnTo>
                  <a:pt x="390525" y="619125"/>
                </a:lnTo>
                <a:lnTo>
                  <a:pt x="390525" y="638175"/>
                </a:lnTo>
                <a:lnTo>
                  <a:pt x="381000" y="638175"/>
                </a:lnTo>
                <a:lnTo>
                  <a:pt x="381000" y="647700"/>
                </a:lnTo>
                <a:lnTo>
                  <a:pt x="371475" y="647700"/>
                </a:lnTo>
                <a:lnTo>
                  <a:pt x="371475" y="628650"/>
                </a:lnTo>
                <a:lnTo>
                  <a:pt x="381000" y="628650"/>
                </a:lnTo>
                <a:close/>
                <a:moveTo>
                  <a:pt x="1066800" y="619125"/>
                </a:moveTo>
                <a:lnTo>
                  <a:pt x="1085850" y="619125"/>
                </a:lnTo>
                <a:lnTo>
                  <a:pt x="1085850" y="628650"/>
                </a:lnTo>
                <a:lnTo>
                  <a:pt x="1066800" y="628650"/>
                </a:lnTo>
                <a:close/>
                <a:moveTo>
                  <a:pt x="1114425" y="619125"/>
                </a:moveTo>
                <a:lnTo>
                  <a:pt x="1123950" y="619125"/>
                </a:lnTo>
                <a:lnTo>
                  <a:pt x="1123950" y="628650"/>
                </a:lnTo>
                <a:lnTo>
                  <a:pt x="1114425" y="628650"/>
                </a:lnTo>
                <a:close/>
                <a:moveTo>
                  <a:pt x="400050" y="628650"/>
                </a:moveTo>
                <a:lnTo>
                  <a:pt x="419100" y="628650"/>
                </a:lnTo>
                <a:lnTo>
                  <a:pt x="419100" y="638175"/>
                </a:lnTo>
                <a:lnTo>
                  <a:pt x="428625" y="638175"/>
                </a:lnTo>
                <a:lnTo>
                  <a:pt x="428625" y="666750"/>
                </a:lnTo>
                <a:lnTo>
                  <a:pt x="438150" y="666750"/>
                </a:lnTo>
                <a:lnTo>
                  <a:pt x="438150" y="685800"/>
                </a:lnTo>
                <a:lnTo>
                  <a:pt x="428625" y="685800"/>
                </a:lnTo>
                <a:lnTo>
                  <a:pt x="428625" y="695325"/>
                </a:lnTo>
                <a:lnTo>
                  <a:pt x="419100" y="695325"/>
                </a:lnTo>
                <a:lnTo>
                  <a:pt x="419100" y="666750"/>
                </a:lnTo>
                <a:lnTo>
                  <a:pt x="409575" y="666750"/>
                </a:lnTo>
                <a:lnTo>
                  <a:pt x="409575" y="647700"/>
                </a:lnTo>
                <a:lnTo>
                  <a:pt x="400050" y="647700"/>
                </a:lnTo>
                <a:close/>
                <a:moveTo>
                  <a:pt x="1019175" y="628650"/>
                </a:moveTo>
                <a:lnTo>
                  <a:pt x="1028700" y="628650"/>
                </a:lnTo>
                <a:lnTo>
                  <a:pt x="1028700" y="638175"/>
                </a:lnTo>
                <a:lnTo>
                  <a:pt x="1019175" y="638175"/>
                </a:lnTo>
                <a:close/>
                <a:moveTo>
                  <a:pt x="876300" y="638175"/>
                </a:moveTo>
                <a:lnTo>
                  <a:pt x="885825" y="638175"/>
                </a:lnTo>
                <a:lnTo>
                  <a:pt x="885825" y="657225"/>
                </a:lnTo>
                <a:lnTo>
                  <a:pt x="895350" y="657225"/>
                </a:lnTo>
                <a:lnTo>
                  <a:pt x="895350" y="647700"/>
                </a:lnTo>
                <a:lnTo>
                  <a:pt x="904875" y="647700"/>
                </a:lnTo>
                <a:lnTo>
                  <a:pt x="904875" y="657225"/>
                </a:lnTo>
                <a:lnTo>
                  <a:pt x="895350" y="657225"/>
                </a:lnTo>
                <a:lnTo>
                  <a:pt x="895350" y="666750"/>
                </a:lnTo>
                <a:lnTo>
                  <a:pt x="876300" y="666750"/>
                </a:lnTo>
                <a:close/>
                <a:moveTo>
                  <a:pt x="1095375" y="647700"/>
                </a:moveTo>
                <a:lnTo>
                  <a:pt x="1104900" y="647700"/>
                </a:lnTo>
                <a:lnTo>
                  <a:pt x="1104900" y="657225"/>
                </a:lnTo>
                <a:lnTo>
                  <a:pt x="1095375" y="657225"/>
                </a:lnTo>
                <a:close/>
                <a:moveTo>
                  <a:pt x="1162050" y="657225"/>
                </a:moveTo>
                <a:lnTo>
                  <a:pt x="1171575" y="657225"/>
                </a:lnTo>
                <a:lnTo>
                  <a:pt x="1171575" y="666750"/>
                </a:lnTo>
                <a:lnTo>
                  <a:pt x="1162050" y="666750"/>
                </a:lnTo>
                <a:close/>
                <a:moveTo>
                  <a:pt x="266700" y="666750"/>
                </a:moveTo>
                <a:lnTo>
                  <a:pt x="276225" y="666750"/>
                </a:lnTo>
                <a:lnTo>
                  <a:pt x="276225" y="676275"/>
                </a:lnTo>
                <a:lnTo>
                  <a:pt x="285750" y="676275"/>
                </a:lnTo>
                <a:lnTo>
                  <a:pt x="285750" y="695325"/>
                </a:lnTo>
                <a:lnTo>
                  <a:pt x="276225" y="695325"/>
                </a:lnTo>
                <a:lnTo>
                  <a:pt x="276225" y="685800"/>
                </a:lnTo>
                <a:lnTo>
                  <a:pt x="266700" y="685800"/>
                </a:lnTo>
                <a:close/>
                <a:moveTo>
                  <a:pt x="1123950" y="666750"/>
                </a:moveTo>
                <a:lnTo>
                  <a:pt x="1133475" y="666750"/>
                </a:lnTo>
                <a:lnTo>
                  <a:pt x="1133475" y="676275"/>
                </a:lnTo>
                <a:lnTo>
                  <a:pt x="1123950" y="676275"/>
                </a:lnTo>
                <a:close/>
                <a:moveTo>
                  <a:pt x="847725" y="676275"/>
                </a:moveTo>
                <a:lnTo>
                  <a:pt x="857250" y="676275"/>
                </a:lnTo>
                <a:lnTo>
                  <a:pt x="857250" y="695325"/>
                </a:lnTo>
                <a:lnTo>
                  <a:pt x="847725" y="695325"/>
                </a:lnTo>
                <a:close/>
                <a:moveTo>
                  <a:pt x="1114425" y="676275"/>
                </a:moveTo>
                <a:lnTo>
                  <a:pt x="1123950" y="676275"/>
                </a:lnTo>
                <a:lnTo>
                  <a:pt x="1123950" y="685800"/>
                </a:lnTo>
                <a:lnTo>
                  <a:pt x="1114425" y="685800"/>
                </a:lnTo>
                <a:close/>
                <a:moveTo>
                  <a:pt x="295275" y="685800"/>
                </a:moveTo>
                <a:lnTo>
                  <a:pt x="323850" y="685800"/>
                </a:lnTo>
                <a:lnTo>
                  <a:pt x="323850" y="704850"/>
                </a:lnTo>
                <a:lnTo>
                  <a:pt x="304800" y="704850"/>
                </a:lnTo>
                <a:lnTo>
                  <a:pt x="304800" y="695325"/>
                </a:lnTo>
                <a:lnTo>
                  <a:pt x="295275" y="695325"/>
                </a:lnTo>
                <a:close/>
                <a:moveTo>
                  <a:pt x="371475" y="685800"/>
                </a:moveTo>
                <a:lnTo>
                  <a:pt x="381000" y="685800"/>
                </a:lnTo>
                <a:lnTo>
                  <a:pt x="381000" y="704850"/>
                </a:lnTo>
                <a:lnTo>
                  <a:pt x="361950" y="704850"/>
                </a:lnTo>
                <a:lnTo>
                  <a:pt x="361950" y="695325"/>
                </a:lnTo>
                <a:lnTo>
                  <a:pt x="371475" y="695325"/>
                </a:lnTo>
                <a:close/>
                <a:moveTo>
                  <a:pt x="257175" y="695325"/>
                </a:moveTo>
                <a:lnTo>
                  <a:pt x="266700" y="695325"/>
                </a:lnTo>
                <a:lnTo>
                  <a:pt x="266700" y="704850"/>
                </a:lnTo>
                <a:lnTo>
                  <a:pt x="257175" y="704850"/>
                </a:lnTo>
                <a:close/>
                <a:moveTo>
                  <a:pt x="457200" y="695325"/>
                </a:moveTo>
                <a:lnTo>
                  <a:pt x="466725" y="695325"/>
                </a:lnTo>
                <a:lnTo>
                  <a:pt x="466725" y="704850"/>
                </a:lnTo>
                <a:lnTo>
                  <a:pt x="457200" y="704850"/>
                </a:lnTo>
                <a:close/>
                <a:moveTo>
                  <a:pt x="1162050" y="695325"/>
                </a:moveTo>
                <a:lnTo>
                  <a:pt x="1181100" y="695325"/>
                </a:lnTo>
                <a:lnTo>
                  <a:pt x="1181100" y="742950"/>
                </a:lnTo>
                <a:lnTo>
                  <a:pt x="1152525" y="742950"/>
                </a:lnTo>
                <a:lnTo>
                  <a:pt x="1152525" y="723900"/>
                </a:lnTo>
                <a:lnTo>
                  <a:pt x="1162050" y="723900"/>
                </a:lnTo>
                <a:close/>
                <a:moveTo>
                  <a:pt x="476250" y="704850"/>
                </a:moveTo>
                <a:lnTo>
                  <a:pt x="495300" y="704850"/>
                </a:lnTo>
                <a:lnTo>
                  <a:pt x="495300" y="714375"/>
                </a:lnTo>
                <a:lnTo>
                  <a:pt x="476250" y="714375"/>
                </a:lnTo>
                <a:close/>
                <a:moveTo>
                  <a:pt x="590550" y="704850"/>
                </a:moveTo>
                <a:lnTo>
                  <a:pt x="609600" y="704850"/>
                </a:lnTo>
                <a:lnTo>
                  <a:pt x="609600" y="714375"/>
                </a:lnTo>
                <a:lnTo>
                  <a:pt x="619125" y="714375"/>
                </a:lnTo>
                <a:lnTo>
                  <a:pt x="619125" y="723900"/>
                </a:lnTo>
                <a:lnTo>
                  <a:pt x="590550" y="723900"/>
                </a:lnTo>
                <a:close/>
                <a:moveTo>
                  <a:pt x="638175" y="704850"/>
                </a:moveTo>
                <a:lnTo>
                  <a:pt x="657225" y="704850"/>
                </a:lnTo>
                <a:lnTo>
                  <a:pt x="657225" y="714375"/>
                </a:lnTo>
                <a:lnTo>
                  <a:pt x="638175" y="714375"/>
                </a:lnTo>
                <a:close/>
                <a:moveTo>
                  <a:pt x="809625" y="704850"/>
                </a:moveTo>
                <a:lnTo>
                  <a:pt x="819150" y="704850"/>
                </a:lnTo>
                <a:lnTo>
                  <a:pt x="819150" y="714375"/>
                </a:lnTo>
                <a:lnTo>
                  <a:pt x="809625" y="714375"/>
                </a:lnTo>
                <a:close/>
                <a:moveTo>
                  <a:pt x="200025" y="723900"/>
                </a:moveTo>
                <a:lnTo>
                  <a:pt x="209550" y="723900"/>
                </a:lnTo>
                <a:lnTo>
                  <a:pt x="209550" y="733425"/>
                </a:lnTo>
                <a:lnTo>
                  <a:pt x="200025" y="733425"/>
                </a:lnTo>
                <a:close/>
                <a:moveTo>
                  <a:pt x="1143000" y="742950"/>
                </a:moveTo>
                <a:lnTo>
                  <a:pt x="1152525" y="742950"/>
                </a:lnTo>
                <a:lnTo>
                  <a:pt x="1152525" y="752475"/>
                </a:lnTo>
                <a:lnTo>
                  <a:pt x="1143000" y="752475"/>
                </a:lnTo>
                <a:close/>
                <a:moveTo>
                  <a:pt x="1085850" y="771525"/>
                </a:moveTo>
                <a:lnTo>
                  <a:pt x="1095375" y="771525"/>
                </a:lnTo>
                <a:lnTo>
                  <a:pt x="1095375" y="781050"/>
                </a:lnTo>
                <a:lnTo>
                  <a:pt x="1085850" y="781050"/>
                </a:lnTo>
                <a:close/>
                <a:moveTo>
                  <a:pt x="1095375" y="781050"/>
                </a:moveTo>
                <a:lnTo>
                  <a:pt x="1133475" y="781050"/>
                </a:lnTo>
                <a:lnTo>
                  <a:pt x="1133475" y="790575"/>
                </a:lnTo>
                <a:lnTo>
                  <a:pt x="1123950" y="790575"/>
                </a:lnTo>
                <a:lnTo>
                  <a:pt x="1123950" y="838200"/>
                </a:lnTo>
                <a:lnTo>
                  <a:pt x="1104900" y="838200"/>
                </a:lnTo>
                <a:lnTo>
                  <a:pt x="1104900" y="847725"/>
                </a:lnTo>
                <a:lnTo>
                  <a:pt x="1114425" y="847725"/>
                </a:lnTo>
                <a:lnTo>
                  <a:pt x="1114425" y="857250"/>
                </a:lnTo>
                <a:lnTo>
                  <a:pt x="1085850" y="857250"/>
                </a:lnTo>
                <a:lnTo>
                  <a:pt x="1085850" y="866775"/>
                </a:lnTo>
                <a:lnTo>
                  <a:pt x="1066800" y="866775"/>
                </a:lnTo>
                <a:lnTo>
                  <a:pt x="1066800" y="847725"/>
                </a:lnTo>
                <a:lnTo>
                  <a:pt x="1095375" y="847725"/>
                </a:lnTo>
                <a:lnTo>
                  <a:pt x="1095375" y="828675"/>
                </a:lnTo>
                <a:lnTo>
                  <a:pt x="1114425" y="828675"/>
                </a:lnTo>
                <a:lnTo>
                  <a:pt x="1114425" y="809625"/>
                </a:lnTo>
                <a:lnTo>
                  <a:pt x="1104900" y="809625"/>
                </a:lnTo>
                <a:lnTo>
                  <a:pt x="1104900" y="790575"/>
                </a:lnTo>
                <a:lnTo>
                  <a:pt x="1095375" y="790575"/>
                </a:lnTo>
                <a:close/>
                <a:moveTo>
                  <a:pt x="9525" y="790575"/>
                </a:moveTo>
                <a:lnTo>
                  <a:pt x="38100" y="790575"/>
                </a:lnTo>
                <a:lnTo>
                  <a:pt x="38100" y="809625"/>
                </a:lnTo>
                <a:lnTo>
                  <a:pt x="28575" y="809625"/>
                </a:lnTo>
                <a:lnTo>
                  <a:pt x="28575" y="819150"/>
                </a:lnTo>
                <a:lnTo>
                  <a:pt x="19050" y="819150"/>
                </a:lnTo>
                <a:lnTo>
                  <a:pt x="19050" y="809625"/>
                </a:lnTo>
                <a:lnTo>
                  <a:pt x="9525" y="809625"/>
                </a:lnTo>
                <a:close/>
                <a:moveTo>
                  <a:pt x="990600" y="790575"/>
                </a:moveTo>
                <a:lnTo>
                  <a:pt x="1009650" y="790575"/>
                </a:lnTo>
                <a:lnTo>
                  <a:pt x="1009650" y="809625"/>
                </a:lnTo>
                <a:lnTo>
                  <a:pt x="1028700" y="809625"/>
                </a:lnTo>
                <a:lnTo>
                  <a:pt x="1028700" y="819150"/>
                </a:lnTo>
                <a:lnTo>
                  <a:pt x="1047750" y="819150"/>
                </a:lnTo>
                <a:lnTo>
                  <a:pt x="1047750" y="809625"/>
                </a:lnTo>
                <a:lnTo>
                  <a:pt x="1057275" y="809625"/>
                </a:lnTo>
                <a:lnTo>
                  <a:pt x="1057275" y="800100"/>
                </a:lnTo>
                <a:lnTo>
                  <a:pt x="1066800" y="800100"/>
                </a:lnTo>
                <a:lnTo>
                  <a:pt x="1066800" y="809625"/>
                </a:lnTo>
                <a:lnTo>
                  <a:pt x="1057275" y="809625"/>
                </a:lnTo>
                <a:lnTo>
                  <a:pt x="1057275" y="819150"/>
                </a:lnTo>
                <a:lnTo>
                  <a:pt x="1047750" y="819150"/>
                </a:lnTo>
                <a:lnTo>
                  <a:pt x="1047750" y="828675"/>
                </a:lnTo>
                <a:lnTo>
                  <a:pt x="1038225" y="828675"/>
                </a:lnTo>
                <a:lnTo>
                  <a:pt x="1038225" y="847725"/>
                </a:lnTo>
                <a:lnTo>
                  <a:pt x="1028700" y="847725"/>
                </a:lnTo>
                <a:lnTo>
                  <a:pt x="1028700" y="838200"/>
                </a:lnTo>
                <a:lnTo>
                  <a:pt x="1019175" y="838200"/>
                </a:lnTo>
                <a:lnTo>
                  <a:pt x="1019175" y="828675"/>
                </a:lnTo>
                <a:lnTo>
                  <a:pt x="1009650" y="828675"/>
                </a:lnTo>
                <a:lnTo>
                  <a:pt x="1009650" y="819150"/>
                </a:lnTo>
                <a:lnTo>
                  <a:pt x="981075" y="819150"/>
                </a:lnTo>
                <a:lnTo>
                  <a:pt x="981075" y="809625"/>
                </a:lnTo>
                <a:lnTo>
                  <a:pt x="971550" y="809625"/>
                </a:lnTo>
                <a:lnTo>
                  <a:pt x="971550" y="800100"/>
                </a:lnTo>
                <a:lnTo>
                  <a:pt x="990600" y="800100"/>
                </a:lnTo>
                <a:close/>
                <a:moveTo>
                  <a:pt x="552450" y="809625"/>
                </a:moveTo>
                <a:lnTo>
                  <a:pt x="561975" y="809625"/>
                </a:lnTo>
                <a:lnTo>
                  <a:pt x="561975" y="819150"/>
                </a:lnTo>
                <a:lnTo>
                  <a:pt x="552450" y="819150"/>
                </a:lnTo>
                <a:close/>
                <a:moveTo>
                  <a:pt x="1171575" y="809625"/>
                </a:moveTo>
                <a:lnTo>
                  <a:pt x="1181100" y="809625"/>
                </a:lnTo>
                <a:lnTo>
                  <a:pt x="1181100" y="857250"/>
                </a:lnTo>
                <a:lnTo>
                  <a:pt x="1171575" y="857250"/>
                </a:lnTo>
                <a:lnTo>
                  <a:pt x="1171575" y="866775"/>
                </a:lnTo>
                <a:lnTo>
                  <a:pt x="1143000" y="866775"/>
                </a:lnTo>
                <a:lnTo>
                  <a:pt x="1143000" y="857250"/>
                </a:lnTo>
                <a:lnTo>
                  <a:pt x="1152525" y="857250"/>
                </a:lnTo>
                <a:lnTo>
                  <a:pt x="1152525" y="838200"/>
                </a:lnTo>
                <a:lnTo>
                  <a:pt x="1143000" y="838200"/>
                </a:lnTo>
                <a:lnTo>
                  <a:pt x="1143000" y="819150"/>
                </a:lnTo>
                <a:lnTo>
                  <a:pt x="1171575" y="819150"/>
                </a:lnTo>
                <a:close/>
                <a:moveTo>
                  <a:pt x="542925" y="819150"/>
                </a:moveTo>
                <a:lnTo>
                  <a:pt x="552450" y="819150"/>
                </a:lnTo>
                <a:lnTo>
                  <a:pt x="552450" y="828675"/>
                </a:lnTo>
                <a:lnTo>
                  <a:pt x="542925" y="828675"/>
                </a:lnTo>
                <a:close/>
                <a:moveTo>
                  <a:pt x="695325" y="828675"/>
                </a:moveTo>
                <a:lnTo>
                  <a:pt x="704850" y="828675"/>
                </a:lnTo>
                <a:lnTo>
                  <a:pt x="704850" y="847725"/>
                </a:lnTo>
                <a:lnTo>
                  <a:pt x="714375" y="847725"/>
                </a:lnTo>
                <a:lnTo>
                  <a:pt x="714375" y="857250"/>
                </a:lnTo>
                <a:lnTo>
                  <a:pt x="685800" y="857250"/>
                </a:lnTo>
                <a:lnTo>
                  <a:pt x="685800" y="847725"/>
                </a:lnTo>
                <a:lnTo>
                  <a:pt x="695325" y="847725"/>
                </a:lnTo>
                <a:close/>
                <a:moveTo>
                  <a:pt x="76200" y="838200"/>
                </a:moveTo>
                <a:lnTo>
                  <a:pt x="95250" y="838200"/>
                </a:lnTo>
                <a:lnTo>
                  <a:pt x="95250" y="847725"/>
                </a:lnTo>
                <a:lnTo>
                  <a:pt x="76200" y="847725"/>
                </a:lnTo>
                <a:close/>
                <a:moveTo>
                  <a:pt x="1152525" y="838200"/>
                </a:moveTo>
                <a:lnTo>
                  <a:pt x="1162050" y="838200"/>
                </a:lnTo>
                <a:lnTo>
                  <a:pt x="1162050" y="828675"/>
                </a:lnTo>
                <a:lnTo>
                  <a:pt x="1152525" y="828675"/>
                </a:lnTo>
                <a:close/>
                <a:moveTo>
                  <a:pt x="28575" y="847725"/>
                </a:moveTo>
                <a:lnTo>
                  <a:pt x="47625" y="847725"/>
                </a:lnTo>
                <a:lnTo>
                  <a:pt x="47625" y="866775"/>
                </a:lnTo>
                <a:lnTo>
                  <a:pt x="28575" y="866775"/>
                </a:lnTo>
                <a:close/>
                <a:moveTo>
                  <a:pt x="1123950" y="857250"/>
                </a:moveTo>
                <a:lnTo>
                  <a:pt x="1133475" y="857250"/>
                </a:lnTo>
                <a:lnTo>
                  <a:pt x="1133475" y="876300"/>
                </a:lnTo>
                <a:lnTo>
                  <a:pt x="1123950" y="876300"/>
                </a:lnTo>
                <a:close/>
                <a:moveTo>
                  <a:pt x="1085850" y="866775"/>
                </a:moveTo>
                <a:lnTo>
                  <a:pt x="1095375" y="866775"/>
                </a:lnTo>
                <a:lnTo>
                  <a:pt x="1095375" y="876300"/>
                </a:lnTo>
                <a:lnTo>
                  <a:pt x="1085850" y="876300"/>
                </a:lnTo>
                <a:close/>
                <a:moveTo>
                  <a:pt x="361950" y="876300"/>
                </a:moveTo>
                <a:lnTo>
                  <a:pt x="381000" y="876300"/>
                </a:lnTo>
                <a:lnTo>
                  <a:pt x="381000" y="885825"/>
                </a:lnTo>
                <a:lnTo>
                  <a:pt x="361950" y="885825"/>
                </a:lnTo>
                <a:close/>
                <a:moveTo>
                  <a:pt x="381000" y="885825"/>
                </a:moveTo>
                <a:lnTo>
                  <a:pt x="390525" y="885825"/>
                </a:lnTo>
                <a:lnTo>
                  <a:pt x="390525" y="895350"/>
                </a:lnTo>
                <a:lnTo>
                  <a:pt x="381000" y="895350"/>
                </a:lnTo>
                <a:close/>
                <a:moveTo>
                  <a:pt x="390525" y="895350"/>
                </a:moveTo>
                <a:lnTo>
                  <a:pt x="409575" y="895350"/>
                </a:lnTo>
                <a:lnTo>
                  <a:pt x="409575" y="904875"/>
                </a:lnTo>
                <a:lnTo>
                  <a:pt x="419100" y="904875"/>
                </a:lnTo>
                <a:lnTo>
                  <a:pt x="419100" y="914400"/>
                </a:lnTo>
                <a:lnTo>
                  <a:pt x="400050" y="914400"/>
                </a:lnTo>
                <a:lnTo>
                  <a:pt x="400050" y="904875"/>
                </a:lnTo>
                <a:lnTo>
                  <a:pt x="390525" y="904875"/>
                </a:lnTo>
                <a:close/>
                <a:moveTo>
                  <a:pt x="742950" y="895350"/>
                </a:moveTo>
                <a:lnTo>
                  <a:pt x="752475" y="895350"/>
                </a:lnTo>
                <a:lnTo>
                  <a:pt x="752475" y="914400"/>
                </a:lnTo>
                <a:lnTo>
                  <a:pt x="742950" y="914400"/>
                </a:lnTo>
                <a:close/>
                <a:moveTo>
                  <a:pt x="19050" y="914400"/>
                </a:moveTo>
                <a:lnTo>
                  <a:pt x="28575" y="914400"/>
                </a:lnTo>
                <a:lnTo>
                  <a:pt x="28575" y="933450"/>
                </a:lnTo>
                <a:lnTo>
                  <a:pt x="38100" y="933450"/>
                </a:lnTo>
                <a:lnTo>
                  <a:pt x="38100" y="952500"/>
                </a:lnTo>
                <a:lnTo>
                  <a:pt x="9525" y="952500"/>
                </a:lnTo>
                <a:lnTo>
                  <a:pt x="9525" y="933450"/>
                </a:lnTo>
                <a:lnTo>
                  <a:pt x="0" y="933450"/>
                </a:lnTo>
                <a:lnTo>
                  <a:pt x="0" y="923925"/>
                </a:lnTo>
                <a:lnTo>
                  <a:pt x="19050" y="923925"/>
                </a:lnTo>
                <a:close/>
                <a:moveTo>
                  <a:pt x="781050" y="914400"/>
                </a:moveTo>
                <a:lnTo>
                  <a:pt x="790575" y="914400"/>
                </a:lnTo>
                <a:lnTo>
                  <a:pt x="790575" y="923925"/>
                </a:lnTo>
                <a:lnTo>
                  <a:pt x="781050" y="923925"/>
                </a:lnTo>
                <a:close/>
                <a:moveTo>
                  <a:pt x="533400" y="942975"/>
                </a:moveTo>
                <a:lnTo>
                  <a:pt x="552450" y="942975"/>
                </a:lnTo>
                <a:lnTo>
                  <a:pt x="552450" y="962025"/>
                </a:lnTo>
                <a:lnTo>
                  <a:pt x="533400" y="962025"/>
                </a:lnTo>
                <a:close/>
                <a:moveTo>
                  <a:pt x="390525" y="952500"/>
                </a:moveTo>
                <a:lnTo>
                  <a:pt x="409575" y="952500"/>
                </a:lnTo>
                <a:lnTo>
                  <a:pt x="409575" y="962025"/>
                </a:lnTo>
                <a:lnTo>
                  <a:pt x="390525" y="962025"/>
                </a:lnTo>
                <a:close/>
                <a:moveTo>
                  <a:pt x="28575" y="962025"/>
                </a:moveTo>
                <a:lnTo>
                  <a:pt x="57150" y="962025"/>
                </a:lnTo>
                <a:lnTo>
                  <a:pt x="57150" y="971550"/>
                </a:lnTo>
                <a:lnTo>
                  <a:pt x="28575" y="971550"/>
                </a:lnTo>
                <a:close/>
                <a:moveTo>
                  <a:pt x="323850" y="962025"/>
                </a:moveTo>
                <a:lnTo>
                  <a:pt x="333375" y="962025"/>
                </a:lnTo>
                <a:lnTo>
                  <a:pt x="333375" y="971550"/>
                </a:lnTo>
                <a:lnTo>
                  <a:pt x="323850" y="971550"/>
                </a:lnTo>
                <a:close/>
                <a:moveTo>
                  <a:pt x="762000" y="962025"/>
                </a:moveTo>
                <a:lnTo>
                  <a:pt x="771525" y="962025"/>
                </a:lnTo>
                <a:lnTo>
                  <a:pt x="771525" y="971550"/>
                </a:lnTo>
                <a:lnTo>
                  <a:pt x="762000" y="971550"/>
                </a:lnTo>
                <a:close/>
                <a:moveTo>
                  <a:pt x="28575" y="981075"/>
                </a:moveTo>
                <a:lnTo>
                  <a:pt x="38100" y="981075"/>
                </a:lnTo>
                <a:lnTo>
                  <a:pt x="38100" y="1000125"/>
                </a:lnTo>
                <a:lnTo>
                  <a:pt x="28575" y="1000125"/>
                </a:lnTo>
                <a:lnTo>
                  <a:pt x="28575" y="1009650"/>
                </a:lnTo>
                <a:lnTo>
                  <a:pt x="0" y="1009650"/>
                </a:lnTo>
                <a:lnTo>
                  <a:pt x="0" y="1000125"/>
                </a:lnTo>
                <a:lnTo>
                  <a:pt x="9525" y="1000125"/>
                </a:lnTo>
                <a:lnTo>
                  <a:pt x="9525" y="990600"/>
                </a:lnTo>
                <a:lnTo>
                  <a:pt x="28575" y="990600"/>
                </a:lnTo>
                <a:close/>
                <a:moveTo>
                  <a:pt x="38100" y="1000125"/>
                </a:moveTo>
                <a:lnTo>
                  <a:pt x="47625" y="1000125"/>
                </a:lnTo>
                <a:lnTo>
                  <a:pt x="47625" y="1009650"/>
                </a:lnTo>
                <a:lnTo>
                  <a:pt x="38100" y="1009650"/>
                </a:lnTo>
                <a:close/>
                <a:moveTo>
                  <a:pt x="552450" y="1000125"/>
                </a:moveTo>
                <a:lnTo>
                  <a:pt x="561975" y="1000125"/>
                </a:lnTo>
                <a:lnTo>
                  <a:pt x="561975" y="1009650"/>
                </a:lnTo>
                <a:lnTo>
                  <a:pt x="552450" y="1009650"/>
                </a:lnTo>
                <a:close/>
                <a:moveTo>
                  <a:pt x="561975" y="1009650"/>
                </a:moveTo>
                <a:lnTo>
                  <a:pt x="571500" y="1009650"/>
                </a:lnTo>
                <a:lnTo>
                  <a:pt x="571500" y="1019175"/>
                </a:lnTo>
                <a:lnTo>
                  <a:pt x="581025" y="1019175"/>
                </a:lnTo>
                <a:lnTo>
                  <a:pt x="581025" y="1047750"/>
                </a:lnTo>
                <a:lnTo>
                  <a:pt x="571500" y="1047750"/>
                </a:lnTo>
                <a:lnTo>
                  <a:pt x="571500" y="1057275"/>
                </a:lnTo>
                <a:lnTo>
                  <a:pt x="561975" y="1057275"/>
                </a:lnTo>
                <a:close/>
                <a:moveTo>
                  <a:pt x="723900" y="1047750"/>
                </a:moveTo>
                <a:lnTo>
                  <a:pt x="733425" y="1047750"/>
                </a:lnTo>
                <a:lnTo>
                  <a:pt x="733425" y="1057275"/>
                </a:lnTo>
                <a:lnTo>
                  <a:pt x="723900" y="1057275"/>
                </a:lnTo>
                <a:close/>
                <a:moveTo>
                  <a:pt x="0" y="1057275"/>
                </a:moveTo>
                <a:lnTo>
                  <a:pt x="19050" y="1057275"/>
                </a:lnTo>
                <a:lnTo>
                  <a:pt x="19050" y="1066800"/>
                </a:lnTo>
                <a:lnTo>
                  <a:pt x="9525" y="1066800"/>
                </a:lnTo>
                <a:lnTo>
                  <a:pt x="9525" y="1076325"/>
                </a:lnTo>
                <a:lnTo>
                  <a:pt x="0" y="1076325"/>
                </a:lnTo>
                <a:close/>
                <a:moveTo>
                  <a:pt x="581025" y="1066800"/>
                </a:moveTo>
                <a:lnTo>
                  <a:pt x="600075" y="1066800"/>
                </a:lnTo>
                <a:lnTo>
                  <a:pt x="600075" y="1085850"/>
                </a:lnTo>
                <a:lnTo>
                  <a:pt x="590550" y="1085850"/>
                </a:lnTo>
                <a:lnTo>
                  <a:pt x="590550" y="1095375"/>
                </a:lnTo>
                <a:lnTo>
                  <a:pt x="581025" y="1095375"/>
                </a:lnTo>
                <a:close/>
                <a:moveTo>
                  <a:pt x="523875" y="1085850"/>
                </a:moveTo>
                <a:lnTo>
                  <a:pt x="533400" y="1085850"/>
                </a:lnTo>
                <a:lnTo>
                  <a:pt x="533400" y="1095375"/>
                </a:lnTo>
                <a:lnTo>
                  <a:pt x="523875" y="1095375"/>
                </a:lnTo>
                <a:close/>
                <a:moveTo>
                  <a:pt x="523875" y="1143000"/>
                </a:moveTo>
                <a:lnTo>
                  <a:pt x="542925" y="1143000"/>
                </a:lnTo>
                <a:lnTo>
                  <a:pt x="542925" y="1152525"/>
                </a:lnTo>
                <a:lnTo>
                  <a:pt x="552450" y="1152525"/>
                </a:lnTo>
                <a:lnTo>
                  <a:pt x="552450" y="1162050"/>
                </a:lnTo>
                <a:lnTo>
                  <a:pt x="523875" y="1162050"/>
                </a:lnTo>
                <a:lnTo>
                  <a:pt x="523875" y="1181100"/>
                </a:lnTo>
                <a:lnTo>
                  <a:pt x="504825" y="1181100"/>
                </a:lnTo>
                <a:lnTo>
                  <a:pt x="504825" y="1171575"/>
                </a:lnTo>
                <a:lnTo>
                  <a:pt x="495300" y="1171575"/>
                </a:lnTo>
                <a:lnTo>
                  <a:pt x="495300" y="1162050"/>
                </a:lnTo>
                <a:lnTo>
                  <a:pt x="504825" y="1162050"/>
                </a:lnTo>
                <a:lnTo>
                  <a:pt x="504825" y="1152525"/>
                </a:lnTo>
                <a:lnTo>
                  <a:pt x="523875" y="1152525"/>
                </a:lnTo>
                <a:close/>
                <a:moveTo>
                  <a:pt x="361950" y="1171575"/>
                </a:moveTo>
                <a:lnTo>
                  <a:pt x="371475" y="1171575"/>
                </a:lnTo>
                <a:lnTo>
                  <a:pt x="371475" y="1181100"/>
                </a:lnTo>
                <a:lnTo>
                  <a:pt x="361950" y="1181100"/>
                </a:lnTo>
                <a:close/>
                <a:moveTo>
                  <a:pt x="561975" y="1190625"/>
                </a:moveTo>
                <a:lnTo>
                  <a:pt x="571500" y="1190625"/>
                </a:lnTo>
                <a:lnTo>
                  <a:pt x="571500" y="1200150"/>
                </a:lnTo>
                <a:lnTo>
                  <a:pt x="561975" y="1200150"/>
                </a:lnTo>
                <a:close/>
                <a:moveTo>
                  <a:pt x="781050" y="1238250"/>
                </a:moveTo>
                <a:lnTo>
                  <a:pt x="790575" y="1238250"/>
                </a:lnTo>
                <a:lnTo>
                  <a:pt x="790575" y="1247775"/>
                </a:lnTo>
                <a:lnTo>
                  <a:pt x="781050" y="1247775"/>
                </a:lnTo>
                <a:close/>
                <a:moveTo>
                  <a:pt x="771525" y="1247775"/>
                </a:moveTo>
                <a:lnTo>
                  <a:pt x="781050" y="1247775"/>
                </a:lnTo>
                <a:lnTo>
                  <a:pt x="781050" y="1257300"/>
                </a:lnTo>
                <a:lnTo>
                  <a:pt x="771525" y="1257300"/>
                </a:lnTo>
                <a:close/>
                <a:moveTo>
                  <a:pt x="495300" y="1257300"/>
                </a:moveTo>
                <a:lnTo>
                  <a:pt x="504825" y="1257300"/>
                </a:lnTo>
                <a:lnTo>
                  <a:pt x="504825" y="1285875"/>
                </a:lnTo>
                <a:lnTo>
                  <a:pt x="485775" y="1285875"/>
                </a:lnTo>
                <a:lnTo>
                  <a:pt x="485775" y="1266825"/>
                </a:lnTo>
                <a:lnTo>
                  <a:pt x="495300" y="1266825"/>
                </a:lnTo>
                <a:close/>
                <a:moveTo>
                  <a:pt x="742950" y="1257300"/>
                </a:moveTo>
                <a:lnTo>
                  <a:pt x="771525" y="1257300"/>
                </a:lnTo>
                <a:lnTo>
                  <a:pt x="771525" y="1266825"/>
                </a:lnTo>
                <a:lnTo>
                  <a:pt x="742950" y="1266825"/>
                </a:lnTo>
                <a:close/>
                <a:moveTo>
                  <a:pt x="581025" y="1266825"/>
                </a:moveTo>
                <a:lnTo>
                  <a:pt x="600075" y="1266825"/>
                </a:lnTo>
                <a:lnTo>
                  <a:pt x="600075" y="1285875"/>
                </a:lnTo>
                <a:lnTo>
                  <a:pt x="609600" y="1285875"/>
                </a:lnTo>
                <a:lnTo>
                  <a:pt x="609600" y="1304925"/>
                </a:lnTo>
                <a:lnTo>
                  <a:pt x="600075" y="1304925"/>
                </a:lnTo>
                <a:lnTo>
                  <a:pt x="600075" y="1295400"/>
                </a:lnTo>
                <a:lnTo>
                  <a:pt x="581025" y="1295400"/>
                </a:lnTo>
                <a:lnTo>
                  <a:pt x="581025" y="1285875"/>
                </a:lnTo>
                <a:lnTo>
                  <a:pt x="571500" y="1285875"/>
                </a:lnTo>
                <a:lnTo>
                  <a:pt x="571500" y="1276350"/>
                </a:lnTo>
                <a:lnTo>
                  <a:pt x="581025" y="1276350"/>
                </a:lnTo>
                <a:close/>
                <a:moveTo>
                  <a:pt x="733425" y="1266825"/>
                </a:moveTo>
                <a:lnTo>
                  <a:pt x="742950" y="1266825"/>
                </a:lnTo>
                <a:lnTo>
                  <a:pt x="742950" y="1276350"/>
                </a:lnTo>
                <a:lnTo>
                  <a:pt x="733425" y="1276350"/>
                </a:lnTo>
                <a:close/>
                <a:moveTo>
                  <a:pt x="342900" y="1285875"/>
                </a:moveTo>
                <a:lnTo>
                  <a:pt x="361950" y="1285875"/>
                </a:lnTo>
                <a:lnTo>
                  <a:pt x="361950" y="1304925"/>
                </a:lnTo>
                <a:lnTo>
                  <a:pt x="352425" y="1304925"/>
                </a:lnTo>
                <a:lnTo>
                  <a:pt x="352425" y="1295400"/>
                </a:lnTo>
                <a:lnTo>
                  <a:pt x="342900" y="1295400"/>
                </a:lnTo>
                <a:close/>
                <a:moveTo>
                  <a:pt x="533400" y="1285875"/>
                </a:moveTo>
                <a:lnTo>
                  <a:pt x="542925" y="1285875"/>
                </a:lnTo>
                <a:lnTo>
                  <a:pt x="542925" y="1295400"/>
                </a:lnTo>
                <a:lnTo>
                  <a:pt x="533400" y="1295400"/>
                </a:lnTo>
                <a:close/>
                <a:moveTo>
                  <a:pt x="819150" y="1285875"/>
                </a:moveTo>
                <a:lnTo>
                  <a:pt x="847725" y="1285875"/>
                </a:lnTo>
                <a:lnTo>
                  <a:pt x="847725" y="1304925"/>
                </a:lnTo>
                <a:lnTo>
                  <a:pt x="828675" y="1304925"/>
                </a:lnTo>
                <a:lnTo>
                  <a:pt x="828675" y="1295400"/>
                </a:lnTo>
                <a:lnTo>
                  <a:pt x="819150" y="1295400"/>
                </a:lnTo>
                <a:close/>
                <a:moveTo>
                  <a:pt x="752475" y="1295400"/>
                </a:moveTo>
                <a:lnTo>
                  <a:pt x="781050" y="1295400"/>
                </a:lnTo>
                <a:lnTo>
                  <a:pt x="781050" y="1323975"/>
                </a:lnTo>
                <a:lnTo>
                  <a:pt x="800100" y="1323975"/>
                </a:lnTo>
                <a:lnTo>
                  <a:pt x="800100" y="1333500"/>
                </a:lnTo>
                <a:lnTo>
                  <a:pt x="809625" y="1333500"/>
                </a:lnTo>
                <a:lnTo>
                  <a:pt x="809625" y="1352550"/>
                </a:lnTo>
                <a:lnTo>
                  <a:pt x="771525" y="1352550"/>
                </a:lnTo>
                <a:lnTo>
                  <a:pt x="771525" y="1304925"/>
                </a:lnTo>
                <a:lnTo>
                  <a:pt x="762000" y="1304925"/>
                </a:lnTo>
                <a:lnTo>
                  <a:pt x="762000" y="1314450"/>
                </a:lnTo>
                <a:lnTo>
                  <a:pt x="752475" y="1314450"/>
                </a:lnTo>
                <a:close/>
                <a:moveTo>
                  <a:pt x="1114425" y="1295400"/>
                </a:moveTo>
                <a:lnTo>
                  <a:pt x="1133475" y="1295400"/>
                </a:lnTo>
                <a:lnTo>
                  <a:pt x="1133475" y="1304925"/>
                </a:lnTo>
                <a:lnTo>
                  <a:pt x="1114425" y="1304925"/>
                </a:lnTo>
                <a:close/>
                <a:moveTo>
                  <a:pt x="1019175" y="1304925"/>
                </a:moveTo>
                <a:lnTo>
                  <a:pt x="1047750" y="1304925"/>
                </a:lnTo>
                <a:lnTo>
                  <a:pt x="1047750" y="1333500"/>
                </a:lnTo>
                <a:lnTo>
                  <a:pt x="1028700" y="1333500"/>
                </a:lnTo>
                <a:lnTo>
                  <a:pt x="1028700" y="1323975"/>
                </a:lnTo>
                <a:lnTo>
                  <a:pt x="1019175" y="1323975"/>
                </a:lnTo>
                <a:close/>
                <a:moveTo>
                  <a:pt x="828675" y="1314450"/>
                </a:moveTo>
                <a:lnTo>
                  <a:pt x="847725" y="1314450"/>
                </a:lnTo>
                <a:lnTo>
                  <a:pt x="847725" y="1323975"/>
                </a:lnTo>
                <a:lnTo>
                  <a:pt x="828675" y="1323975"/>
                </a:lnTo>
                <a:close/>
                <a:moveTo>
                  <a:pt x="1104900" y="1314450"/>
                </a:moveTo>
                <a:lnTo>
                  <a:pt x="1133475" y="1314450"/>
                </a:lnTo>
                <a:lnTo>
                  <a:pt x="1133475" y="1333500"/>
                </a:lnTo>
                <a:lnTo>
                  <a:pt x="1123950" y="1333500"/>
                </a:lnTo>
                <a:lnTo>
                  <a:pt x="1123950" y="1343025"/>
                </a:lnTo>
                <a:lnTo>
                  <a:pt x="1104900" y="1343025"/>
                </a:lnTo>
                <a:close/>
                <a:moveTo>
                  <a:pt x="514350" y="1323975"/>
                </a:moveTo>
                <a:lnTo>
                  <a:pt x="542925" y="1323975"/>
                </a:lnTo>
                <a:lnTo>
                  <a:pt x="542925" y="1333500"/>
                </a:lnTo>
                <a:lnTo>
                  <a:pt x="523875" y="1333500"/>
                </a:lnTo>
                <a:lnTo>
                  <a:pt x="523875" y="1343025"/>
                </a:lnTo>
                <a:lnTo>
                  <a:pt x="533400" y="1343025"/>
                </a:lnTo>
                <a:lnTo>
                  <a:pt x="533400" y="1352550"/>
                </a:lnTo>
                <a:lnTo>
                  <a:pt x="561975" y="1352550"/>
                </a:lnTo>
                <a:lnTo>
                  <a:pt x="561975" y="1343025"/>
                </a:lnTo>
                <a:lnTo>
                  <a:pt x="552450" y="1343025"/>
                </a:lnTo>
                <a:lnTo>
                  <a:pt x="552450" y="1333500"/>
                </a:lnTo>
                <a:lnTo>
                  <a:pt x="561975" y="1333500"/>
                </a:lnTo>
                <a:lnTo>
                  <a:pt x="561975" y="1323975"/>
                </a:lnTo>
                <a:lnTo>
                  <a:pt x="590550" y="1323975"/>
                </a:lnTo>
                <a:lnTo>
                  <a:pt x="590550" y="1333500"/>
                </a:lnTo>
                <a:lnTo>
                  <a:pt x="581025" y="1333500"/>
                </a:lnTo>
                <a:lnTo>
                  <a:pt x="581025" y="1362075"/>
                </a:lnTo>
                <a:lnTo>
                  <a:pt x="571500" y="1362075"/>
                </a:lnTo>
                <a:lnTo>
                  <a:pt x="571500" y="1371600"/>
                </a:lnTo>
                <a:lnTo>
                  <a:pt x="590550" y="1371600"/>
                </a:lnTo>
                <a:lnTo>
                  <a:pt x="590550" y="1390650"/>
                </a:lnTo>
                <a:lnTo>
                  <a:pt x="581025" y="1390650"/>
                </a:lnTo>
                <a:lnTo>
                  <a:pt x="581025" y="1409700"/>
                </a:lnTo>
                <a:lnTo>
                  <a:pt x="571500" y="1409700"/>
                </a:lnTo>
                <a:lnTo>
                  <a:pt x="571500" y="1400175"/>
                </a:lnTo>
                <a:lnTo>
                  <a:pt x="552450" y="1400175"/>
                </a:lnTo>
                <a:lnTo>
                  <a:pt x="552450" y="1362075"/>
                </a:lnTo>
                <a:lnTo>
                  <a:pt x="542925" y="1362075"/>
                </a:lnTo>
                <a:lnTo>
                  <a:pt x="542925" y="1371600"/>
                </a:lnTo>
                <a:lnTo>
                  <a:pt x="533400" y="1371600"/>
                </a:lnTo>
                <a:lnTo>
                  <a:pt x="533400" y="1381125"/>
                </a:lnTo>
                <a:lnTo>
                  <a:pt x="523875" y="1381125"/>
                </a:lnTo>
                <a:lnTo>
                  <a:pt x="523875" y="1371600"/>
                </a:lnTo>
                <a:lnTo>
                  <a:pt x="514350" y="1371600"/>
                </a:lnTo>
                <a:lnTo>
                  <a:pt x="514350" y="1362075"/>
                </a:lnTo>
                <a:lnTo>
                  <a:pt x="523875" y="1362075"/>
                </a:lnTo>
                <a:lnTo>
                  <a:pt x="523875" y="1352550"/>
                </a:lnTo>
                <a:lnTo>
                  <a:pt x="514350" y="1352550"/>
                </a:lnTo>
                <a:lnTo>
                  <a:pt x="514350" y="1343025"/>
                </a:lnTo>
                <a:lnTo>
                  <a:pt x="504825" y="1343025"/>
                </a:lnTo>
                <a:lnTo>
                  <a:pt x="504825" y="1333500"/>
                </a:lnTo>
                <a:lnTo>
                  <a:pt x="514350" y="1333500"/>
                </a:lnTo>
                <a:close/>
                <a:moveTo>
                  <a:pt x="1133475" y="1333500"/>
                </a:moveTo>
                <a:lnTo>
                  <a:pt x="1143000" y="1333500"/>
                </a:lnTo>
                <a:lnTo>
                  <a:pt x="1143000" y="1343025"/>
                </a:lnTo>
                <a:lnTo>
                  <a:pt x="1181100" y="1343025"/>
                </a:lnTo>
                <a:lnTo>
                  <a:pt x="1181100" y="1381125"/>
                </a:lnTo>
                <a:lnTo>
                  <a:pt x="1162050" y="1381125"/>
                </a:lnTo>
                <a:lnTo>
                  <a:pt x="1162050" y="1352550"/>
                </a:lnTo>
                <a:lnTo>
                  <a:pt x="1133475" y="1352550"/>
                </a:lnTo>
                <a:close/>
                <a:moveTo>
                  <a:pt x="866775" y="1343025"/>
                </a:moveTo>
                <a:lnTo>
                  <a:pt x="876300" y="1343025"/>
                </a:lnTo>
                <a:lnTo>
                  <a:pt x="876300" y="1371600"/>
                </a:lnTo>
                <a:lnTo>
                  <a:pt x="866775" y="1371600"/>
                </a:lnTo>
                <a:close/>
                <a:moveTo>
                  <a:pt x="962025" y="1343025"/>
                </a:moveTo>
                <a:lnTo>
                  <a:pt x="981075" y="1343025"/>
                </a:lnTo>
                <a:lnTo>
                  <a:pt x="981075" y="1352550"/>
                </a:lnTo>
                <a:lnTo>
                  <a:pt x="990600" y="1352550"/>
                </a:lnTo>
                <a:lnTo>
                  <a:pt x="990600" y="1362075"/>
                </a:lnTo>
                <a:lnTo>
                  <a:pt x="1000125" y="1362075"/>
                </a:lnTo>
                <a:lnTo>
                  <a:pt x="1000125" y="1371600"/>
                </a:lnTo>
                <a:lnTo>
                  <a:pt x="1009650" y="1371600"/>
                </a:lnTo>
                <a:lnTo>
                  <a:pt x="1009650" y="1362075"/>
                </a:lnTo>
                <a:lnTo>
                  <a:pt x="1019175" y="1362075"/>
                </a:lnTo>
                <a:lnTo>
                  <a:pt x="1019175" y="1352550"/>
                </a:lnTo>
                <a:lnTo>
                  <a:pt x="1028700" y="1352550"/>
                </a:lnTo>
                <a:lnTo>
                  <a:pt x="1028700" y="1343025"/>
                </a:lnTo>
                <a:lnTo>
                  <a:pt x="1038225" y="1343025"/>
                </a:lnTo>
                <a:lnTo>
                  <a:pt x="1038225" y="1352550"/>
                </a:lnTo>
                <a:lnTo>
                  <a:pt x="1047750" y="1352550"/>
                </a:lnTo>
                <a:lnTo>
                  <a:pt x="1047750" y="1362075"/>
                </a:lnTo>
                <a:lnTo>
                  <a:pt x="1057275" y="1362075"/>
                </a:lnTo>
                <a:lnTo>
                  <a:pt x="1057275" y="1371600"/>
                </a:lnTo>
                <a:lnTo>
                  <a:pt x="1076325" y="1371600"/>
                </a:lnTo>
                <a:lnTo>
                  <a:pt x="1076325" y="1390650"/>
                </a:lnTo>
                <a:lnTo>
                  <a:pt x="1066800" y="1390650"/>
                </a:lnTo>
                <a:lnTo>
                  <a:pt x="1066800" y="1381125"/>
                </a:lnTo>
                <a:lnTo>
                  <a:pt x="1047750" y="1381125"/>
                </a:lnTo>
                <a:lnTo>
                  <a:pt x="1047750" y="1371600"/>
                </a:lnTo>
                <a:lnTo>
                  <a:pt x="1028700" y="1371600"/>
                </a:lnTo>
                <a:lnTo>
                  <a:pt x="1028700" y="1381125"/>
                </a:lnTo>
                <a:lnTo>
                  <a:pt x="1019175" y="1381125"/>
                </a:lnTo>
                <a:lnTo>
                  <a:pt x="1019175" y="1390650"/>
                </a:lnTo>
                <a:lnTo>
                  <a:pt x="990600" y="1390650"/>
                </a:lnTo>
                <a:lnTo>
                  <a:pt x="990600" y="1381125"/>
                </a:lnTo>
                <a:lnTo>
                  <a:pt x="971550" y="1381125"/>
                </a:lnTo>
                <a:lnTo>
                  <a:pt x="971550" y="1352550"/>
                </a:lnTo>
                <a:lnTo>
                  <a:pt x="962025" y="1352550"/>
                </a:lnTo>
                <a:close/>
                <a:moveTo>
                  <a:pt x="1095375" y="1343025"/>
                </a:moveTo>
                <a:lnTo>
                  <a:pt x="1104900" y="1343025"/>
                </a:lnTo>
                <a:lnTo>
                  <a:pt x="1104900" y="1352550"/>
                </a:lnTo>
                <a:lnTo>
                  <a:pt x="1095375" y="1352550"/>
                </a:lnTo>
                <a:close/>
                <a:moveTo>
                  <a:pt x="85725" y="1362075"/>
                </a:moveTo>
                <a:lnTo>
                  <a:pt x="95250" y="1362075"/>
                </a:lnTo>
                <a:lnTo>
                  <a:pt x="95250" y="1371600"/>
                </a:lnTo>
                <a:lnTo>
                  <a:pt x="104775" y="1371600"/>
                </a:lnTo>
                <a:lnTo>
                  <a:pt x="104775" y="1381125"/>
                </a:lnTo>
                <a:lnTo>
                  <a:pt x="85725" y="1381125"/>
                </a:lnTo>
                <a:close/>
                <a:moveTo>
                  <a:pt x="657225" y="1362075"/>
                </a:moveTo>
                <a:lnTo>
                  <a:pt x="666750" y="1362075"/>
                </a:lnTo>
                <a:lnTo>
                  <a:pt x="666750" y="1371600"/>
                </a:lnTo>
                <a:lnTo>
                  <a:pt x="657225" y="1371600"/>
                </a:lnTo>
                <a:close/>
                <a:moveTo>
                  <a:pt x="790575" y="1362075"/>
                </a:moveTo>
                <a:lnTo>
                  <a:pt x="800100" y="1362075"/>
                </a:lnTo>
                <a:lnTo>
                  <a:pt x="800100" y="1371600"/>
                </a:lnTo>
                <a:lnTo>
                  <a:pt x="790575" y="1371600"/>
                </a:lnTo>
                <a:close/>
                <a:moveTo>
                  <a:pt x="9525" y="1381125"/>
                </a:moveTo>
                <a:lnTo>
                  <a:pt x="19050" y="1381125"/>
                </a:lnTo>
                <a:lnTo>
                  <a:pt x="19050" y="1428750"/>
                </a:lnTo>
                <a:lnTo>
                  <a:pt x="9525" y="1428750"/>
                </a:lnTo>
                <a:lnTo>
                  <a:pt x="9525" y="1419225"/>
                </a:lnTo>
                <a:lnTo>
                  <a:pt x="0" y="1419225"/>
                </a:lnTo>
                <a:lnTo>
                  <a:pt x="0" y="1400175"/>
                </a:lnTo>
                <a:lnTo>
                  <a:pt x="9525" y="1400175"/>
                </a:lnTo>
                <a:close/>
                <a:moveTo>
                  <a:pt x="123825" y="1390650"/>
                </a:moveTo>
                <a:lnTo>
                  <a:pt x="133350" y="1390650"/>
                </a:lnTo>
                <a:lnTo>
                  <a:pt x="133350" y="1400175"/>
                </a:lnTo>
                <a:lnTo>
                  <a:pt x="123825" y="1400175"/>
                </a:lnTo>
                <a:close/>
                <a:moveTo>
                  <a:pt x="533400" y="1400175"/>
                </a:moveTo>
                <a:lnTo>
                  <a:pt x="542925" y="1400175"/>
                </a:lnTo>
                <a:lnTo>
                  <a:pt x="542925" y="1419225"/>
                </a:lnTo>
                <a:lnTo>
                  <a:pt x="533400" y="1419225"/>
                </a:lnTo>
                <a:close/>
                <a:moveTo>
                  <a:pt x="485775" y="1409700"/>
                </a:moveTo>
                <a:lnTo>
                  <a:pt x="514350" y="1409700"/>
                </a:lnTo>
                <a:lnTo>
                  <a:pt x="514350" y="1419225"/>
                </a:lnTo>
                <a:lnTo>
                  <a:pt x="495300" y="1419225"/>
                </a:lnTo>
                <a:lnTo>
                  <a:pt x="495300" y="1438275"/>
                </a:lnTo>
                <a:lnTo>
                  <a:pt x="485775" y="1438275"/>
                </a:lnTo>
                <a:close/>
                <a:moveTo>
                  <a:pt x="1066800" y="1409700"/>
                </a:moveTo>
                <a:lnTo>
                  <a:pt x="1085850" y="1409700"/>
                </a:lnTo>
                <a:lnTo>
                  <a:pt x="1085850" y="1428750"/>
                </a:lnTo>
                <a:lnTo>
                  <a:pt x="1066800" y="1428750"/>
                </a:lnTo>
                <a:close/>
                <a:moveTo>
                  <a:pt x="1123950" y="1409700"/>
                </a:moveTo>
                <a:lnTo>
                  <a:pt x="1143000" y="1409700"/>
                </a:lnTo>
                <a:lnTo>
                  <a:pt x="1143000" y="1419225"/>
                </a:lnTo>
                <a:lnTo>
                  <a:pt x="1123950" y="1419225"/>
                </a:lnTo>
                <a:close/>
                <a:moveTo>
                  <a:pt x="523875" y="1419225"/>
                </a:moveTo>
                <a:lnTo>
                  <a:pt x="533400" y="1419225"/>
                </a:lnTo>
                <a:lnTo>
                  <a:pt x="533400" y="1428750"/>
                </a:lnTo>
                <a:lnTo>
                  <a:pt x="523875" y="1428750"/>
                </a:lnTo>
                <a:close/>
                <a:moveTo>
                  <a:pt x="1019175" y="1419225"/>
                </a:moveTo>
                <a:lnTo>
                  <a:pt x="1028700" y="1419225"/>
                </a:lnTo>
                <a:lnTo>
                  <a:pt x="1028700" y="1428750"/>
                </a:lnTo>
                <a:lnTo>
                  <a:pt x="1019175" y="1428750"/>
                </a:lnTo>
                <a:close/>
                <a:moveTo>
                  <a:pt x="1171575" y="1419225"/>
                </a:moveTo>
                <a:lnTo>
                  <a:pt x="1181100" y="1419225"/>
                </a:lnTo>
                <a:lnTo>
                  <a:pt x="1181100" y="1428750"/>
                </a:lnTo>
                <a:lnTo>
                  <a:pt x="1171575" y="1428750"/>
                </a:lnTo>
                <a:close/>
                <a:moveTo>
                  <a:pt x="57150" y="1428750"/>
                </a:moveTo>
                <a:lnTo>
                  <a:pt x="66675" y="1428750"/>
                </a:lnTo>
                <a:lnTo>
                  <a:pt x="66675" y="1438275"/>
                </a:lnTo>
                <a:lnTo>
                  <a:pt x="57150" y="1438275"/>
                </a:lnTo>
                <a:close/>
                <a:moveTo>
                  <a:pt x="542925" y="1428750"/>
                </a:moveTo>
                <a:lnTo>
                  <a:pt x="552450" y="1428750"/>
                </a:lnTo>
                <a:lnTo>
                  <a:pt x="552450" y="1438275"/>
                </a:lnTo>
                <a:lnTo>
                  <a:pt x="542925" y="1438275"/>
                </a:lnTo>
                <a:close/>
                <a:moveTo>
                  <a:pt x="1038225" y="1428750"/>
                </a:moveTo>
                <a:lnTo>
                  <a:pt x="1047750" y="1428750"/>
                </a:lnTo>
                <a:lnTo>
                  <a:pt x="1047750" y="1447800"/>
                </a:lnTo>
                <a:lnTo>
                  <a:pt x="1038225" y="1447800"/>
                </a:lnTo>
                <a:close/>
                <a:moveTo>
                  <a:pt x="1085850" y="1428750"/>
                </a:moveTo>
                <a:lnTo>
                  <a:pt x="1095375" y="1428750"/>
                </a:lnTo>
                <a:lnTo>
                  <a:pt x="1095375" y="1438275"/>
                </a:lnTo>
                <a:lnTo>
                  <a:pt x="1085850" y="1438275"/>
                </a:lnTo>
                <a:close/>
                <a:moveTo>
                  <a:pt x="1114425" y="1428750"/>
                </a:moveTo>
                <a:lnTo>
                  <a:pt x="1123950" y="1428750"/>
                </a:lnTo>
                <a:lnTo>
                  <a:pt x="1123950" y="1438275"/>
                </a:lnTo>
                <a:lnTo>
                  <a:pt x="1114425" y="1438275"/>
                </a:lnTo>
                <a:close/>
                <a:moveTo>
                  <a:pt x="1114425" y="1447800"/>
                </a:moveTo>
                <a:lnTo>
                  <a:pt x="1123950" y="1447800"/>
                </a:lnTo>
                <a:lnTo>
                  <a:pt x="1123950" y="1457325"/>
                </a:lnTo>
                <a:lnTo>
                  <a:pt x="1114425" y="1457325"/>
                </a:lnTo>
                <a:close/>
                <a:moveTo>
                  <a:pt x="971550" y="1457325"/>
                </a:moveTo>
                <a:lnTo>
                  <a:pt x="981075" y="1457325"/>
                </a:lnTo>
                <a:lnTo>
                  <a:pt x="981075" y="1466850"/>
                </a:lnTo>
                <a:lnTo>
                  <a:pt x="971550" y="1466850"/>
                </a:lnTo>
                <a:close/>
                <a:moveTo>
                  <a:pt x="1085850" y="1466850"/>
                </a:moveTo>
                <a:lnTo>
                  <a:pt x="1104900" y="1466850"/>
                </a:lnTo>
                <a:lnTo>
                  <a:pt x="1104900" y="1476375"/>
                </a:lnTo>
                <a:lnTo>
                  <a:pt x="1114425" y="1476375"/>
                </a:lnTo>
                <a:lnTo>
                  <a:pt x="1114425" y="1485900"/>
                </a:lnTo>
                <a:lnTo>
                  <a:pt x="1123950" y="1485900"/>
                </a:lnTo>
                <a:lnTo>
                  <a:pt x="1123950" y="1504950"/>
                </a:lnTo>
                <a:lnTo>
                  <a:pt x="1114425" y="1504950"/>
                </a:lnTo>
                <a:lnTo>
                  <a:pt x="1114425" y="1495425"/>
                </a:lnTo>
                <a:lnTo>
                  <a:pt x="1085850" y="1495425"/>
                </a:lnTo>
                <a:lnTo>
                  <a:pt x="1085850" y="1485900"/>
                </a:lnTo>
                <a:lnTo>
                  <a:pt x="1076325" y="1485900"/>
                </a:lnTo>
                <a:lnTo>
                  <a:pt x="1076325" y="1504950"/>
                </a:lnTo>
                <a:lnTo>
                  <a:pt x="1066800" y="1504950"/>
                </a:lnTo>
                <a:lnTo>
                  <a:pt x="1066800" y="1495425"/>
                </a:lnTo>
                <a:lnTo>
                  <a:pt x="1057275" y="1495425"/>
                </a:lnTo>
                <a:lnTo>
                  <a:pt x="1057275" y="1476375"/>
                </a:lnTo>
                <a:lnTo>
                  <a:pt x="1085850" y="1476375"/>
                </a:lnTo>
                <a:close/>
                <a:moveTo>
                  <a:pt x="352425" y="1476375"/>
                </a:moveTo>
                <a:lnTo>
                  <a:pt x="361950" y="1476375"/>
                </a:lnTo>
                <a:lnTo>
                  <a:pt x="361950" y="1485900"/>
                </a:lnTo>
                <a:lnTo>
                  <a:pt x="352425" y="1485900"/>
                </a:lnTo>
                <a:close/>
                <a:moveTo>
                  <a:pt x="1171575" y="1495425"/>
                </a:moveTo>
                <a:lnTo>
                  <a:pt x="1181100" y="1495425"/>
                </a:lnTo>
                <a:lnTo>
                  <a:pt x="1181100" y="1524000"/>
                </a:lnTo>
                <a:lnTo>
                  <a:pt x="1162050" y="1524000"/>
                </a:lnTo>
                <a:lnTo>
                  <a:pt x="1162050" y="1504950"/>
                </a:lnTo>
                <a:lnTo>
                  <a:pt x="1171575" y="1504950"/>
                </a:lnTo>
                <a:close/>
                <a:moveTo>
                  <a:pt x="1019175" y="1504950"/>
                </a:moveTo>
                <a:lnTo>
                  <a:pt x="1028700" y="1504950"/>
                </a:lnTo>
                <a:lnTo>
                  <a:pt x="1028700" y="1533525"/>
                </a:lnTo>
                <a:lnTo>
                  <a:pt x="1019175" y="1533525"/>
                </a:lnTo>
                <a:lnTo>
                  <a:pt x="1019175" y="1524000"/>
                </a:lnTo>
                <a:lnTo>
                  <a:pt x="990600" y="1524000"/>
                </a:lnTo>
                <a:lnTo>
                  <a:pt x="990600" y="1514475"/>
                </a:lnTo>
                <a:lnTo>
                  <a:pt x="1019175" y="1514475"/>
                </a:lnTo>
                <a:close/>
                <a:moveTo>
                  <a:pt x="9525" y="1514475"/>
                </a:moveTo>
                <a:lnTo>
                  <a:pt x="19050" y="1514475"/>
                </a:lnTo>
                <a:lnTo>
                  <a:pt x="19050" y="1524000"/>
                </a:lnTo>
                <a:lnTo>
                  <a:pt x="28575" y="1524000"/>
                </a:lnTo>
                <a:lnTo>
                  <a:pt x="28575" y="1543050"/>
                </a:lnTo>
                <a:lnTo>
                  <a:pt x="9525" y="1543050"/>
                </a:lnTo>
                <a:lnTo>
                  <a:pt x="9525" y="1533525"/>
                </a:lnTo>
                <a:lnTo>
                  <a:pt x="0" y="1533525"/>
                </a:lnTo>
                <a:lnTo>
                  <a:pt x="0" y="1524000"/>
                </a:lnTo>
                <a:lnTo>
                  <a:pt x="9525" y="1524000"/>
                </a:lnTo>
                <a:close/>
                <a:moveTo>
                  <a:pt x="133350" y="1514475"/>
                </a:moveTo>
                <a:lnTo>
                  <a:pt x="142875" y="1514475"/>
                </a:lnTo>
                <a:lnTo>
                  <a:pt x="142875" y="1524000"/>
                </a:lnTo>
                <a:lnTo>
                  <a:pt x="133350" y="1524000"/>
                </a:lnTo>
                <a:close/>
                <a:moveTo>
                  <a:pt x="114300" y="1524000"/>
                </a:moveTo>
                <a:lnTo>
                  <a:pt x="133350" y="1524000"/>
                </a:lnTo>
                <a:lnTo>
                  <a:pt x="133350" y="1533525"/>
                </a:lnTo>
                <a:lnTo>
                  <a:pt x="114300" y="1533525"/>
                </a:lnTo>
                <a:close/>
                <a:moveTo>
                  <a:pt x="1085850" y="1524000"/>
                </a:moveTo>
                <a:lnTo>
                  <a:pt x="1104900" y="1524000"/>
                </a:lnTo>
                <a:lnTo>
                  <a:pt x="1104900" y="1543050"/>
                </a:lnTo>
                <a:lnTo>
                  <a:pt x="1095375" y="1543050"/>
                </a:lnTo>
                <a:lnTo>
                  <a:pt x="1095375" y="1533525"/>
                </a:lnTo>
                <a:lnTo>
                  <a:pt x="1085850" y="1533525"/>
                </a:lnTo>
                <a:close/>
                <a:moveTo>
                  <a:pt x="371475" y="1543050"/>
                </a:moveTo>
                <a:lnTo>
                  <a:pt x="381000" y="1543050"/>
                </a:lnTo>
                <a:lnTo>
                  <a:pt x="381000" y="1552575"/>
                </a:lnTo>
                <a:lnTo>
                  <a:pt x="371475" y="1552575"/>
                </a:lnTo>
                <a:close/>
                <a:moveTo>
                  <a:pt x="352425" y="1552575"/>
                </a:moveTo>
                <a:lnTo>
                  <a:pt x="371475" y="1552575"/>
                </a:lnTo>
                <a:lnTo>
                  <a:pt x="371475" y="1562100"/>
                </a:lnTo>
                <a:lnTo>
                  <a:pt x="352425" y="1562100"/>
                </a:lnTo>
                <a:close/>
                <a:moveTo>
                  <a:pt x="742950" y="1552575"/>
                </a:moveTo>
                <a:lnTo>
                  <a:pt x="752475" y="1552575"/>
                </a:lnTo>
                <a:lnTo>
                  <a:pt x="752475" y="1562100"/>
                </a:lnTo>
                <a:lnTo>
                  <a:pt x="742950" y="1562100"/>
                </a:lnTo>
                <a:close/>
                <a:moveTo>
                  <a:pt x="819150" y="1552575"/>
                </a:moveTo>
                <a:lnTo>
                  <a:pt x="838200" y="1552575"/>
                </a:lnTo>
                <a:lnTo>
                  <a:pt x="838200" y="1571625"/>
                </a:lnTo>
                <a:lnTo>
                  <a:pt x="828675" y="1571625"/>
                </a:lnTo>
                <a:lnTo>
                  <a:pt x="828675" y="1581150"/>
                </a:lnTo>
                <a:lnTo>
                  <a:pt x="819150" y="1581150"/>
                </a:lnTo>
                <a:lnTo>
                  <a:pt x="819150" y="1590675"/>
                </a:lnTo>
                <a:lnTo>
                  <a:pt x="790575" y="1590675"/>
                </a:lnTo>
                <a:lnTo>
                  <a:pt x="790575" y="1581150"/>
                </a:lnTo>
                <a:lnTo>
                  <a:pt x="800100" y="1581150"/>
                </a:lnTo>
                <a:lnTo>
                  <a:pt x="800100" y="1571625"/>
                </a:lnTo>
                <a:lnTo>
                  <a:pt x="809625" y="1571625"/>
                </a:lnTo>
                <a:lnTo>
                  <a:pt x="809625" y="1562100"/>
                </a:lnTo>
                <a:lnTo>
                  <a:pt x="819150" y="1562100"/>
                </a:lnTo>
                <a:close/>
                <a:moveTo>
                  <a:pt x="971550" y="1552575"/>
                </a:moveTo>
                <a:lnTo>
                  <a:pt x="981075" y="1552575"/>
                </a:lnTo>
                <a:lnTo>
                  <a:pt x="981075" y="1562100"/>
                </a:lnTo>
                <a:lnTo>
                  <a:pt x="971550" y="1562100"/>
                </a:lnTo>
                <a:close/>
                <a:moveTo>
                  <a:pt x="1028700" y="1552575"/>
                </a:moveTo>
                <a:lnTo>
                  <a:pt x="1047750" y="1552575"/>
                </a:lnTo>
                <a:lnTo>
                  <a:pt x="1047750" y="1581150"/>
                </a:lnTo>
                <a:lnTo>
                  <a:pt x="1038225" y="1581150"/>
                </a:lnTo>
                <a:lnTo>
                  <a:pt x="1038225" y="1571625"/>
                </a:lnTo>
                <a:lnTo>
                  <a:pt x="1028700" y="1571625"/>
                </a:lnTo>
                <a:close/>
                <a:moveTo>
                  <a:pt x="1152525" y="1552575"/>
                </a:moveTo>
                <a:lnTo>
                  <a:pt x="1162050" y="1552575"/>
                </a:lnTo>
                <a:lnTo>
                  <a:pt x="1162050" y="1562100"/>
                </a:lnTo>
                <a:lnTo>
                  <a:pt x="1152525" y="1562100"/>
                </a:lnTo>
                <a:close/>
                <a:moveTo>
                  <a:pt x="76200" y="1562100"/>
                </a:moveTo>
                <a:lnTo>
                  <a:pt x="85725" y="1562100"/>
                </a:lnTo>
                <a:lnTo>
                  <a:pt x="85725" y="1581150"/>
                </a:lnTo>
                <a:lnTo>
                  <a:pt x="76200" y="1581150"/>
                </a:lnTo>
                <a:close/>
                <a:moveTo>
                  <a:pt x="1066800" y="1562100"/>
                </a:moveTo>
                <a:lnTo>
                  <a:pt x="1085850" y="1562100"/>
                </a:lnTo>
                <a:lnTo>
                  <a:pt x="1085850" y="1571625"/>
                </a:lnTo>
                <a:lnTo>
                  <a:pt x="1066800" y="1571625"/>
                </a:lnTo>
                <a:close/>
                <a:moveTo>
                  <a:pt x="990600" y="1571625"/>
                </a:moveTo>
                <a:lnTo>
                  <a:pt x="1000125" y="1571625"/>
                </a:lnTo>
                <a:lnTo>
                  <a:pt x="1000125" y="1581150"/>
                </a:lnTo>
                <a:lnTo>
                  <a:pt x="990600" y="1581150"/>
                </a:lnTo>
                <a:close/>
                <a:moveTo>
                  <a:pt x="1009650" y="1571625"/>
                </a:moveTo>
                <a:lnTo>
                  <a:pt x="1028700" y="1571625"/>
                </a:lnTo>
                <a:lnTo>
                  <a:pt x="1028700" y="1581150"/>
                </a:lnTo>
                <a:lnTo>
                  <a:pt x="1019175" y="1581150"/>
                </a:lnTo>
                <a:lnTo>
                  <a:pt x="1019175" y="1590675"/>
                </a:lnTo>
                <a:lnTo>
                  <a:pt x="1000125" y="1590675"/>
                </a:lnTo>
                <a:lnTo>
                  <a:pt x="1000125" y="1581150"/>
                </a:lnTo>
                <a:lnTo>
                  <a:pt x="1009650" y="1581150"/>
                </a:lnTo>
                <a:close/>
                <a:moveTo>
                  <a:pt x="19050" y="1581150"/>
                </a:moveTo>
                <a:lnTo>
                  <a:pt x="28575" y="1581150"/>
                </a:lnTo>
                <a:lnTo>
                  <a:pt x="28575" y="1600200"/>
                </a:lnTo>
                <a:lnTo>
                  <a:pt x="9525" y="1600200"/>
                </a:lnTo>
                <a:lnTo>
                  <a:pt x="9525" y="1590675"/>
                </a:lnTo>
                <a:lnTo>
                  <a:pt x="19050" y="1590675"/>
                </a:lnTo>
                <a:close/>
                <a:moveTo>
                  <a:pt x="942975" y="1581150"/>
                </a:moveTo>
                <a:lnTo>
                  <a:pt x="962025" y="1581150"/>
                </a:lnTo>
                <a:lnTo>
                  <a:pt x="962025" y="1609725"/>
                </a:lnTo>
                <a:lnTo>
                  <a:pt x="971550" y="1609725"/>
                </a:lnTo>
                <a:lnTo>
                  <a:pt x="971550" y="1600200"/>
                </a:lnTo>
                <a:lnTo>
                  <a:pt x="981075" y="1600200"/>
                </a:lnTo>
                <a:lnTo>
                  <a:pt x="981075" y="1609725"/>
                </a:lnTo>
                <a:lnTo>
                  <a:pt x="971550" y="1609725"/>
                </a:lnTo>
                <a:lnTo>
                  <a:pt x="971550" y="1638300"/>
                </a:lnTo>
                <a:lnTo>
                  <a:pt x="981075" y="1638300"/>
                </a:lnTo>
                <a:lnTo>
                  <a:pt x="981075" y="1657350"/>
                </a:lnTo>
                <a:lnTo>
                  <a:pt x="971550" y="1657350"/>
                </a:lnTo>
                <a:lnTo>
                  <a:pt x="971550" y="1647825"/>
                </a:lnTo>
                <a:lnTo>
                  <a:pt x="952500" y="1647825"/>
                </a:lnTo>
                <a:lnTo>
                  <a:pt x="952500" y="1638300"/>
                </a:lnTo>
                <a:lnTo>
                  <a:pt x="942975" y="1638300"/>
                </a:lnTo>
                <a:lnTo>
                  <a:pt x="942975" y="1619250"/>
                </a:lnTo>
                <a:lnTo>
                  <a:pt x="923925" y="1619250"/>
                </a:lnTo>
                <a:lnTo>
                  <a:pt x="923925" y="1628775"/>
                </a:lnTo>
                <a:lnTo>
                  <a:pt x="914400" y="1628775"/>
                </a:lnTo>
                <a:lnTo>
                  <a:pt x="914400" y="1638300"/>
                </a:lnTo>
                <a:lnTo>
                  <a:pt x="904875" y="1638300"/>
                </a:lnTo>
                <a:lnTo>
                  <a:pt x="904875" y="1628775"/>
                </a:lnTo>
                <a:lnTo>
                  <a:pt x="895350" y="1628775"/>
                </a:lnTo>
                <a:lnTo>
                  <a:pt x="895350" y="1619250"/>
                </a:lnTo>
                <a:lnTo>
                  <a:pt x="904875" y="1619250"/>
                </a:lnTo>
                <a:lnTo>
                  <a:pt x="904875" y="1609725"/>
                </a:lnTo>
                <a:lnTo>
                  <a:pt x="933450" y="1609725"/>
                </a:lnTo>
                <a:lnTo>
                  <a:pt x="933450" y="1600200"/>
                </a:lnTo>
                <a:lnTo>
                  <a:pt x="914400" y="1600200"/>
                </a:lnTo>
                <a:lnTo>
                  <a:pt x="914400" y="1590675"/>
                </a:lnTo>
                <a:lnTo>
                  <a:pt x="933450" y="1590675"/>
                </a:lnTo>
                <a:lnTo>
                  <a:pt x="933450" y="1600200"/>
                </a:lnTo>
                <a:lnTo>
                  <a:pt x="942975" y="1600200"/>
                </a:lnTo>
                <a:close/>
                <a:moveTo>
                  <a:pt x="838200" y="1590675"/>
                </a:moveTo>
                <a:lnTo>
                  <a:pt x="857250" y="1590675"/>
                </a:lnTo>
                <a:lnTo>
                  <a:pt x="857250" y="1609725"/>
                </a:lnTo>
                <a:lnTo>
                  <a:pt x="847725" y="1609725"/>
                </a:lnTo>
                <a:lnTo>
                  <a:pt x="847725" y="1619250"/>
                </a:lnTo>
                <a:lnTo>
                  <a:pt x="857250" y="1619250"/>
                </a:lnTo>
                <a:lnTo>
                  <a:pt x="857250" y="1628775"/>
                </a:lnTo>
                <a:lnTo>
                  <a:pt x="847725" y="1628775"/>
                </a:lnTo>
                <a:lnTo>
                  <a:pt x="847725" y="1647825"/>
                </a:lnTo>
                <a:lnTo>
                  <a:pt x="838200" y="1647825"/>
                </a:lnTo>
                <a:lnTo>
                  <a:pt x="838200" y="1628775"/>
                </a:lnTo>
                <a:lnTo>
                  <a:pt x="819150" y="1628775"/>
                </a:lnTo>
                <a:lnTo>
                  <a:pt x="819150" y="1619250"/>
                </a:lnTo>
                <a:lnTo>
                  <a:pt x="838200" y="1619250"/>
                </a:lnTo>
                <a:close/>
                <a:moveTo>
                  <a:pt x="1143000" y="1590675"/>
                </a:moveTo>
                <a:lnTo>
                  <a:pt x="1171575" y="1590675"/>
                </a:lnTo>
                <a:lnTo>
                  <a:pt x="1171575" y="1600200"/>
                </a:lnTo>
                <a:lnTo>
                  <a:pt x="1181100" y="1600200"/>
                </a:lnTo>
                <a:lnTo>
                  <a:pt x="1181100" y="1609725"/>
                </a:lnTo>
                <a:lnTo>
                  <a:pt x="1162050" y="1609725"/>
                </a:lnTo>
                <a:lnTo>
                  <a:pt x="1162050" y="1619250"/>
                </a:lnTo>
                <a:lnTo>
                  <a:pt x="1133475" y="1619250"/>
                </a:lnTo>
                <a:lnTo>
                  <a:pt x="1133475" y="1600200"/>
                </a:lnTo>
                <a:lnTo>
                  <a:pt x="1143000" y="1600200"/>
                </a:lnTo>
                <a:close/>
                <a:moveTo>
                  <a:pt x="104775" y="1600200"/>
                </a:moveTo>
                <a:lnTo>
                  <a:pt x="114300" y="1600200"/>
                </a:lnTo>
                <a:lnTo>
                  <a:pt x="114300" y="1609725"/>
                </a:lnTo>
                <a:lnTo>
                  <a:pt x="123825" y="1609725"/>
                </a:lnTo>
                <a:lnTo>
                  <a:pt x="123825" y="1600200"/>
                </a:lnTo>
                <a:lnTo>
                  <a:pt x="142875" y="1600200"/>
                </a:lnTo>
                <a:lnTo>
                  <a:pt x="142875" y="1619250"/>
                </a:lnTo>
                <a:lnTo>
                  <a:pt x="133350" y="1619250"/>
                </a:lnTo>
                <a:lnTo>
                  <a:pt x="133350" y="1628775"/>
                </a:lnTo>
                <a:lnTo>
                  <a:pt x="123825" y="1628775"/>
                </a:lnTo>
                <a:lnTo>
                  <a:pt x="123825" y="1657350"/>
                </a:lnTo>
                <a:lnTo>
                  <a:pt x="114300" y="1657350"/>
                </a:lnTo>
                <a:lnTo>
                  <a:pt x="114300" y="1666875"/>
                </a:lnTo>
                <a:lnTo>
                  <a:pt x="95250" y="1666875"/>
                </a:lnTo>
                <a:lnTo>
                  <a:pt x="95250" y="1657350"/>
                </a:lnTo>
                <a:lnTo>
                  <a:pt x="76200" y="1657350"/>
                </a:lnTo>
                <a:lnTo>
                  <a:pt x="76200" y="1647825"/>
                </a:lnTo>
                <a:lnTo>
                  <a:pt x="66675" y="1647825"/>
                </a:lnTo>
                <a:lnTo>
                  <a:pt x="66675" y="1628775"/>
                </a:lnTo>
                <a:lnTo>
                  <a:pt x="57150" y="1628775"/>
                </a:lnTo>
                <a:lnTo>
                  <a:pt x="57150" y="1619250"/>
                </a:lnTo>
                <a:lnTo>
                  <a:pt x="76200" y="1619250"/>
                </a:lnTo>
                <a:lnTo>
                  <a:pt x="76200" y="1609725"/>
                </a:lnTo>
                <a:lnTo>
                  <a:pt x="85725" y="1609725"/>
                </a:lnTo>
                <a:lnTo>
                  <a:pt x="85725" y="1619250"/>
                </a:lnTo>
                <a:lnTo>
                  <a:pt x="95250" y="1619250"/>
                </a:lnTo>
                <a:lnTo>
                  <a:pt x="95250" y="1609725"/>
                </a:lnTo>
                <a:lnTo>
                  <a:pt x="104775" y="1609725"/>
                </a:lnTo>
                <a:close/>
                <a:moveTo>
                  <a:pt x="152400" y="1600200"/>
                </a:moveTo>
                <a:lnTo>
                  <a:pt x="171450" y="1600200"/>
                </a:lnTo>
                <a:lnTo>
                  <a:pt x="171450" y="1609725"/>
                </a:lnTo>
                <a:lnTo>
                  <a:pt x="180975" y="1609725"/>
                </a:lnTo>
                <a:lnTo>
                  <a:pt x="180975" y="1628775"/>
                </a:lnTo>
                <a:lnTo>
                  <a:pt x="171450" y="1628775"/>
                </a:lnTo>
                <a:lnTo>
                  <a:pt x="171450" y="1647825"/>
                </a:lnTo>
                <a:lnTo>
                  <a:pt x="161925" y="1647825"/>
                </a:lnTo>
                <a:lnTo>
                  <a:pt x="161925" y="1619250"/>
                </a:lnTo>
                <a:lnTo>
                  <a:pt x="152400" y="1619250"/>
                </a:lnTo>
                <a:close/>
                <a:moveTo>
                  <a:pt x="9525" y="1619250"/>
                </a:moveTo>
                <a:lnTo>
                  <a:pt x="28575" y="1619250"/>
                </a:lnTo>
                <a:lnTo>
                  <a:pt x="28575" y="1628775"/>
                </a:lnTo>
                <a:lnTo>
                  <a:pt x="47625" y="1628775"/>
                </a:lnTo>
                <a:lnTo>
                  <a:pt x="47625" y="1647825"/>
                </a:lnTo>
                <a:lnTo>
                  <a:pt x="57150" y="1647825"/>
                </a:lnTo>
                <a:lnTo>
                  <a:pt x="57150" y="1666875"/>
                </a:lnTo>
                <a:lnTo>
                  <a:pt x="76200" y="1666875"/>
                </a:lnTo>
                <a:lnTo>
                  <a:pt x="76200" y="1676400"/>
                </a:lnTo>
                <a:lnTo>
                  <a:pt x="85725" y="1676400"/>
                </a:lnTo>
                <a:lnTo>
                  <a:pt x="85725" y="1685925"/>
                </a:lnTo>
                <a:lnTo>
                  <a:pt x="57150" y="1685925"/>
                </a:lnTo>
                <a:lnTo>
                  <a:pt x="57150" y="1676400"/>
                </a:lnTo>
                <a:lnTo>
                  <a:pt x="47625" y="1676400"/>
                </a:lnTo>
                <a:lnTo>
                  <a:pt x="47625" y="1666875"/>
                </a:lnTo>
                <a:lnTo>
                  <a:pt x="28575" y="1666875"/>
                </a:lnTo>
                <a:lnTo>
                  <a:pt x="28575" y="1647825"/>
                </a:lnTo>
                <a:lnTo>
                  <a:pt x="19050" y="1647825"/>
                </a:lnTo>
                <a:lnTo>
                  <a:pt x="19050" y="1628775"/>
                </a:lnTo>
                <a:lnTo>
                  <a:pt x="9525" y="1628775"/>
                </a:lnTo>
                <a:close/>
                <a:moveTo>
                  <a:pt x="1000125" y="1619250"/>
                </a:moveTo>
                <a:lnTo>
                  <a:pt x="1009650" y="1619250"/>
                </a:lnTo>
                <a:lnTo>
                  <a:pt x="1009650" y="1628775"/>
                </a:lnTo>
                <a:lnTo>
                  <a:pt x="1019175" y="1628775"/>
                </a:lnTo>
                <a:lnTo>
                  <a:pt x="1019175" y="1638300"/>
                </a:lnTo>
                <a:lnTo>
                  <a:pt x="1000125" y="1638300"/>
                </a:lnTo>
                <a:close/>
                <a:moveTo>
                  <a:pt x="800100" y="1628775"/>
                </a:moveTo>
                <a:lnTo>
                  <a:pt x="809625" y="1628775"/>
                </a:lnTo>
                <a:lnTo>
                  <a:pt x="809625" y="1638300"/>
                </a:lnTo>
                <a:lnTo>
                  <a:pt x="800100" y="1638300"/>
                </a:lnTo>
                <a:close/>
                <a:moveTo>
                  <a:pt x="85725" y="1638300"/>
                </a:moveTo>
                <a:lnTo>
                  <a:pt x="95250" y="1638300"/>
                </a:lnTo>
                <a:lnTo>
                  <a:pt x="95250" y="1647825"/>
                </a:lnTo>
                <a:lnTo>
                  <a:pt x="104775" y="1647825"/>
                </a:lnTo>
                <a:lnTo>
                  <a:pt x="104775" y="1619250"/>
                </a:lnTo>
                <a:lnTo>
                  <a:pt x="95250" y="1619250"/>
                </a:lnTo>
                <a:lnTo>
                  <a:pt x="95250" y="1628775"/>
                </a:lnTo>
                <a:lnTo>
                  <a:pt x="85725" y="1628775"/>
                </a:lnTo>
                <a:close/>
                <a:moveTo>
                  <a:pt x="733425" y="1638300"/>
                </a:moveTo>
                <a:lnTo>
                  <a:pt x="742950" y="1638300"/>
                </a:lnTo>
                <a:lnTo>
                  <a:pt x="742950" y="1647825"/>
                </a:lnTo>
                <a:lnTo>
                  <a:pt x="733425" y="1647825"/>
                </a:lnTo>
                <a:close/>
                <a:moveTo>
                  <a:pt x="895350" y="1638300"/>
                </a:moveTo>
                <a:lnTo>
                  <a:pt x="904875" y="1638300"/>
                </a:lnTo>
                <a:lnTo>
                  <a:pt x="904875" y="1695450"/>
                </a:lnTo>
                <a:lnTo>
                  <a:pt x="914400" y="1695450"/>
                </a:lnTo>
                <a:lnTo>
                  <a:pt x="914400" y="1704975"/>
                </a:lnTo>
                <a:lnTo>
                  <a:pt x="895350" y="1704975"/>
                </a:lnTo>
                <a:lnTo>
                  <a:pt x="895350" y="1714500"/>
                </a:lnTo>
                <a:lnTo>
                  <a:pt x="904875" y="1714500"/>
                </a:lnTo>
                <a:lnTo>
                  <a:pt x="904875" y="1724025"/>
                </a:lnTo>
                <a:lnTo>
                  <a:pt x="885825" y="1724025"/>
                </a:lnTo>
                <a:lnTo>
                  <a:pt x="885825" y="1714500"/>
                </a:lnTo>
                <a:lnTo>
                  <a:pt x="876300" y="1714500"/>
                </a:lnTo>
                <a:lnTo>
                  <a:pt x="876300" y="1685925"/>
                </a:lnTo>
                <a:lnTo>
                  <a:pt x="895350" y="1685925"/>
                </a:lnTo>
                <a:lnTo>
                  <a:pt x="895350" y="1676400"/>
                </a:lnTo>
                <a:lnTo>
                  <a:pt x="885825" y="1676400"/>
                </a:lnTo>
                <a:lnTo>
                  <a:pt x="885825" y="1666875"/>
                </a:lnTo>
                <a:lnTo>
                  <a:pt x="866775" y="1666875"/>
                </a:lnTo>
                <a:lnTo>
                  <a:pt x="866775" y="1657350"/>
                </a:lnTo>
                <a:lnTo>
                  <a:pt x="895350" y="1657350"/>
                </a:lnTo>
                <a:close/>
                <a:moveTo>
                  <a:pt x="1133475" y="1647825"/>
                </a:moveTo>
                <a:lnTo>
                  <a:pt x="1143000" y="1647825"/>
                </a:lnTo>
                <a:lnTo>
                  <a:pt x="1143000" y="1657350"/>
                </a:lnTo>
                <a:lnTo>
                  <a:pt x="1133475" y="1657350"/>
                </a:lnTo>
                <a:close/>
                <a:moveTo>
                  <a:pt x="171450" y="1657350"/>
                </a:moveTo>
                <a:lnTo>
                  <a:pt x="180975" y="1657350"/>
                </a:lnTo>
                <a:lnTo>
                  <a:pt x="180975" y="1666875"/>
                </a:lnTo>
                <a:lnTo>
                  <a:pt x="190500" y="1666875"/>
                </a:lnTo>
                <a:lnTo>
                  <a:pt x="190500" y="1676400"/>
                </a:lnTo>
                <a:lnTo>
                  <a:pt x="180975" y="1676400"/>
                </a:lnTo>
                <a:lnTo>
                  <a:pt x="180975" y="1685925"/>
                </a:lnTo>
                <a:lnTo>
                  <a:pt x="171450" y="1685925"/>
                </a:lnTo>
                <a:lnTo>
                  <a:pt x="171450" y="1695450"/>
                </a:lnTo>
                <a:lnTo>
                  <a:pt x="161925" y="1695450"/>
                </a:lnTo>
                <a:lnTo>
                  <a:pt x="161925" y="1666875"/>
                </a:lnTo>
                <a:lnTo>
                  <a:pt x="171450" y="1666875"/>
                </a:lnTo>
                <a:close/>
                <a:moveTo>
                  <a:pt x="714375" y="1657350"/>
                </a:moveTo>
                <a:lnTo>
                  <a:pt x="723900" y="1657350"/>
                </a:lnTo>
                <a:lnTo>
                  <a:pt x="723900" y="1676400"/>
                </a:lnTo>
                <a:lnTo>
                  <a:pt x="733425" y="1676400"/>
                </a:lnTo>
                <a:lnTo>
                  <a:pt x="733425" y="1685925"/>
                </a:lnTo>
                <a:lnTo>
                  <a:pt x="714375" y="1685925"/>
                </a:lnTo>
                <a:close/>
                <a:moveTo>
                  <a:pt x="771525" y="1657350"/>
                </a:moveTo>
                <a:lnTo>
                  <a:pt x="781050" y="1657350"/>
                </a:lnTo>
                <a:lnTo>
                  <a:pt x="781050" y="1666875"/>
                </a:lnTo>
                <a:lnTo>
                  <a:pt x="771525" y="1666875"/>
                </a:lnTo>
                <a:close/>
                <a:moveTo>
                  <a:pt x="1076325" y="1657350"/>
                </a:moveTo>
                <a:lnTo>
                  <a:pt x="1085850" y="1657350"/>
                </a:lnTo>
                <a:lnTo>
                  <a:pt x="1085850" y="1666875"/>
                </a:lnTo>
                <a:lnTo>
                  <a:pt x="1076325" y="1666875"/>
                </a:lnTo>
                <a:close/>
                <a:moveTo>
                  <a:pt x="1114425" y="1666875"/>
                </a:moveTo>
                <a:lnTo>
                  <a:pt x="1123950" y="1666875"/>
                </a:lnTo>
                <a:lnTo>
                  <a:pt x="1123950" y="1676400"/>
                </a:lnTo>
                <a:lnTo>
                  <a:pt x="1114425" y="1676400"/>
                </a:lnTo>
                <a:close/>
                <a:moveTo>
                  <a:pt x="1162050" y="1666875"/>
                </a:moveTo>
                <a:lnTo>
                  <a:pt x="1171575" y="1666875"/>
                </a:lnTo>
                <a:lnTo>
                  <a:pt x="1171575" y="1676400"/>
                </a:lnTo>
                <a:lnTo>
                  <a:pt x="1162050" y="1676400"/>
                </a:lnTo>
                <a:close/>
                <a:moveTo>
                  <a:pt x="9525" y="1676400"/>
                </a:moveTo>
                <a:lnTo>
                  <a:pt x="28575" y="1676400"/>
                </a:lnTo>
                <a:lnTo>
                  <a:pt x="28575" y="1685925"/>
                </a:lnTo>
                <a:lnTo>
                  <a:pt x="19050" y="1685925"/>
                </a:lnTo>
                <a:lnTo>
                  <a:pt x="19050" y="1695450"/>
                </a:lnTo>
                <a:lnTo>
                  <a:pt x="9525" y="1695450"/>
                </a:lnTo>
                <a:close/>
                <a:moveTo>
                  <a:pt x="1000125" y="1676400"/>
                </a:moveTo>
                <a:lnTo>
                  <a:pt x="1019175" y="1676400"/>
                </a:lnTo>
                <a:lnTo>
                  <a:pt x="1019175" y="1685925"/>
                </a:lnTo>
                <a:lnTo>
                  <a:pt x="1000125" y="1685925"/>
                </a:lnTo>
                <a:close/>
                <a:moveTo>
                  <a:pt x="85725" y="1685925"/>
                </a:moveTo>
                <a:lnTo>
                  <a:pt x="114300" y="1685925"/>
                </a:lnTo>
                <a:lnTo>
                  <a:pt x="114300" y="1695450"/>
                </a:lnTo>
                <a:lnTo>
                  <a:pt x="95250" y="1695450"/>
                </a:lnTo>
                <a:lnTo>
                  <a:pt x="95250" y="1714500"/>
                </a:lnTo>
                <a:lnTo>
                  <a:pt x="85725" y="1714500"/>
                </a:lnTo>
                <a:close/>
                <a:moveTo>
                  <a:pt x="1095375" y="1685925"/>
                </a:moveTo>
                <a:lnTo>
                  <a:pt x="1114425" y="1685925"/>
                </a:lnTo>
                <a:lnTo>
                  <a:pt x="1114425" y="1695450"/>
                </a:lnTo>
                <a:lnTo>
                  <a:pt x="1095375" y="1695450"/>
                </a:lnTo>
                <a:close/>
                <a:moveTo>
                  <a:pt x="38100" y="1695450"/>
                </a:moveTo>
                <a:lnTo>
                  <a:pt x="57150" y="1695450"/>
                </a:lnTo>
                <a:lnTo>
                  <a:pt x="57150" y="1714500"/>
                </a:lnTo>
                <a:lnTo>
                  <a:pt x="66675" y="1714500"/>
                </a:lnTo>
                <a:lnTo>
                  <a:pt x="66675" y="1733550"/>
                </a:lnTo>
                <a:lnTo>
                  <a:pt x="76200" y="1733550"/>
                </a:lnTo>
                <a:lnTo>
                  <a:pt x="76200" y="1743075"/>
                </a:lnTo>
                <a:lnTo>
                  <a:pt x="66675" y="1743075"/>
                </a:lnTo>
                <a:lnTo>
                  <a:pt x="66675" y="1762125"/>
                </a:lnTo>
                <a:lnTo>
                  <a:pt x="19050" y="1762125"/>
                </a:lnTo>
                <a:lnTo>
                  <a:pt x="19050" y="1733550"/>
                </a:lnTo>
                <a:lnTo>
                  <a:pt x="28575" y="1733550"/>
                </a:lnTo>
                <a:lnTo>
                  <a:pt x="28575" y="1743075"/>
                </a:lnTo>
                <a:lnTo>
                  <a:pt x="57150" y="1743075"/>
                </a:lnTo>
                <a:lnTo>
                  <a:pt x="57150" y="1724025"/>
                </a:lnTo>
                <a:lnTo>
                  <a:pt x="47625" y="1724025"/>
                </a:lnTo>
                <a:lnTo>
                  <a:pt x="47625" y="1714500"/>
                </a:lnTo>
                <a:lnTo>
                  <a:pt x="38100" y="1714500"/>
                </a:lnTo>
                <a:close/>
                <a:moveTo>
                  <a:pt x="1162050" y="1695450"/>
                </a:moveTo>
                <a:lnTo>
                  <a:pt x="1181100" y="1695450"/>
                </a:lnTo>
                <a:lnTo>
                  <a:pt x="1181100" y="1762125"/>
                </a:lnTo>
                <a:lnTo>
                  <a:pt x="1171575" y="1762125"/>
                </a:lnTo>
                <a:lnTo>
                  <a:pt x="1171575" y="1743075"/>
                </a:lnTo>
                <a:lnTo>
                  <a:pt x="1162050" y="1743075"/>
                </a:lnTo>
                <a:lnTo>
                  <a:pt x="1162050" y="1733550"/>
                </a:lnTo>
                <a:lnTo>
                  <a:pt x="1152525" y="1733550"/>
                </a:lnTo>
                <a:lnTo>
                  <a:pt x="1152525" y="1724025"/>
                </a:lnTo>
                <a:lnTo>
                  <a:pt x="1162050" y="1724025"/>
                </a:lnTo>
                <a:close/>
                <a:moveTo>
                  <a:pt x="123825" y="1704975"/>
                </a:moveTo>
                <a:lnTo>
                  <a:pt x="152400" y="1704975"/>
                </a:lnTo>
                <a:lnTo>
                  <a:pt x="152400" y="1714500"/>
                </a:lnTo>
                <a:lnTo>
                  <a:pt x="133350" y="1714500"/>
                </a:lnTo>
                <a:lnTo>
                  <a:pt x="133350" y="1724025"/>
                </a:lnTo>
                <a:lnTo>
                  <a:pt x="142875" y="1724025"/>
                </a:lnTo>
                <a:lnTo>
                  <a:pt x="142875" y="1752600"/>
                </a:lnTo>
                <a:lnTo>
                  <a:pt x="133350" y="1752600"/>
                </a:lnTo>
                <a:lnTo>
                  <a:pt x="133350" y="1743075"/>
                </a:lnTo>
                <a:lnTo>
                  <a:pt x="95250" y="1743075"/>
                </a:lnTo>
                <a:lnTo>
                  <a:pt x="95250" y="1733550"/>
                </a:lnTo>
                <a:lnTo>
                  <a:pt x="104775" y="1733550"/>
                </a:lnTo>
                <a:lnTo>
                  <a:pt x="104775" y="1724025"/>
                </a:lnTo>
                <a:lnTo>
                  <a:pt x="114300" y="1724025"/>
                </a:lnTo>
                <a:lnTo>
                  <a:pt x="114300" y="1714500"/>
                </a:lnTo>
                <a:lnTo>
                  <a:pt x="123825" y="1714500"/>
                </a:lnTo>
                <a:close/>
                <a:moveTo>
                  <a:pt x="0" y="1714500"/>
                </a:moveTo>
                <a:lnTo>
                  <a:pt x="9525" y="1714500"/>
                </a:lnTo>
                <a:lnTo>
                  <a:pt x="9525" y="1724025"/>
                </a:lnTo>
                <a:lnTo>
                  <a:pt x="0" y="1724025"/>
                </a:lnTo>
                <a:close/>
                <a:moveTo>
                  <a:pt x="161925" y="1714500"/>
                </a:moveTo>
                <a:lnTo>
                  <a:pt x="171450" y="1714500"/>
                </a:lnTo>
                <a:lnTo>
                  <a:pt x="171450" y="1724025"/>
                </a:lnTo>
                <a:lnTo>
                  <a:pt x="161925" y="1724025"/>
                </a:lnTo>
                <a:close/>
                <a:moveTo>
                  <a:pt x="1095375" y="1714500"/>
                </a:moveTo>
                <a:lnTo>
                  <a:pt x="1114425" y="1714500"/>
                </a:lnTo>
                <a:lnTo>
                  <a:pt x="1114425" y="1724025"/>
                </a:lnTo>
                <a:lnTo>
                  <a:pt x="1095375" y="1724025"/>
                </a:lnTo>
                <a:close/>
                <a:moveTo>
                  <a:pt x="152400" y="1724025"/>
                </a:moveTo>
                <a:lnTo>
                  <a:pt x="161925" y="1724025"/>
                </a:lnTo>
                <a:lnTo>
                  <a:pt x="161925" y="1733550"/>
                </a:lnTo>
                <a:lnTo>
                  <a:pt x="152400" y="1733550"/>
                </a:lnTo>
                <a:close/>
                <a:moveTo>
                  <a:pt x="762000" y="1733550"/>
                </a:moveTo>
                <a:lnTo>
                  <a:pt x="781050" y="1733550"/>
                </a:lnTo>
                <a:lnTo>
                  <a:pt x="781050" y="1752600"/>
                </a:lnTo>
                <a:lnTo>
                  <a:pt x="800100" y="1752600"/>
                </a:lnTo>
                <a:lnTo>
                  <a:pt x="800100" y="1762125"/>
                </a:lnTo>
                <a:lnTo>
                  <a:pt x="771525" y="1762125"/>
                </a:lnTo>
                <a:lnTo>
                  <a:pt x="771525" y="1743075"/>
                </a:lnTo>
                <a:lnTo>
                  <a:pt x="762000" y="1743075"/>
                </a:lnTo>
                <a:close/>
                <a:moveTo>
                  <a:pt x="838200" y="1743075"/>
                </a:moveTo>
                <a:lnTo>
                  <a:pt x="847725" y="1743075"/>
                </a:lnTo>
                <a:lnTo>
                  <a:pt x="847725" y="1762125"/>
                </a:lnTo>
                <a:lnTo>
                  <a:pt x="828675" y="1762125"/>
                </a:lnTo>
                <a:lnTo>
                  <a:pt x="828675" y="1752600"/>
                </a:lnTo>
                <a:lnTo>
                  <a:pt x="838200" y="1752600"/>
                </a:lnTo>
                <a:close/>
                <a:moveTo>
                  <a:pt x="1123950" y="1752600"/>
                </a:moveTo>
                <a:lnTo>
                  <a:pt x="1143000" y="1752600"/>
                </a:lnTo>
                <a:lnTo>
                  <a:pt x="1143000" y="1762125"/>
                </a:lnTo>
                <a:lnTo>
                  <a:pt x="1123950" y="1762125"/>
                </a:lnTo>
                <a:close/>
              </a:path>
            </a:pathLst>
          </a:custGeom>
          <a:solidFill xmlns:a="http://schemas.openxmlformats.org/drawingml/2006/main">
            <a:srgbClr val="FAF8F4"/>
          </a:solidFill>
          <a:ln xmlns:a="http://schemas.openxmlformats.org/drawingml/2006/main" w="0">
            <a:noFill/>
          </a:ln>
        </p:spPr>
      </p:sp>
      <p:sp>
        <p:nvSpPr>
          <p:cNvPr id="53" name="turno2 vector #f9faf5">
            <a:extLst xmlns:a="http://schemas.openxmlformats.org/drawingml/2006/main">
              <a:ext uri="{FF2B5EF4-FFF2-40B4-BE49-F238E27FC236}">
                <a16:creationId xmlns:a16="http://schemas.microsoft.com/office/drawing/2014/main" id="{FA76B540-4FAF-440B-8E0D-67873F1A71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86975" y="2514600"/>
            <a:ext cx="1828800" cy="2724150"/>
          </a:xfrm>
          <a:custGeom xmlns:a="http://schemas.openxmlformats.org/drawingml/2006/main">
            <a:pathLst>
              <a:path w="1181100" h="1762125">
                <a:moveTo>
                  <a:pt x="333375" y="0"/>
                </a:moveTo>
                <a:lnTo>
                  <a:pt x="342900" y="0"/>
                </a:lnTo>
                <a:lnTo>
                  <a:pt x="342900" y="19050"/>
                </a:lnTo>
                <a:lnTo>
                  <a:pt x="333375" y="19050"/>
                </a:lnTo>
                <a:close/>
                <a:moveTo>
                  <a:pt x="371475" y="0"/>
                </a:moveTo>
                <a:lnTo>
                  <a:pt x="390525" y="0"/>
                </a:lnTo>
                <a:lnTo>
                  <a:pt x="390525" y="9525"/>
                </a:lnTo>
                <a:lnTo>
                  <a:pt x="371475" y="9525"/>
                </a:lnTo>
                <a:close/>
                <a:moveTo>
                  <a:pt x="428625" y="0"/>
                </a:moveTo>
                <a:lnTo>
                  <a:pt x="447675" y="0"/>
                </a:lnTo>
                <a:lnTo>
                  <a:pt x="447675" y="28575"/>
                </a:lnTo>
                <a:lnTo>
                  <a:pt x="438150" y="28575"/>
                </a:lnTo>
                <a:lnTo>
                  <a:pt x="438150" y="9525"/>
                </a:lnTo>
                <a:lnTo>
                  <a:pt x="428625" y="9525"/>
                </a:lnTo>
                <a:close/>
                <a:moveTo>
                  <a:pt x="828675" y="0"/>
                </a:moveTo>
                <a:lnTo>
                  <a:pt x="857250" y="0"/>
                </a:lnTo>
                <a:lnTo>
                  <a:pt x="857250" y="9525"/>
                </a:lnTo>
                <a:lnTo>
                  <a:pt x="828675" y="9525"/>
                </a:lnTo>
                <a:close/>
                <a:moveTo>
                  <a:pt x="876300" y="0"/>
                </a:moveTo>
                <a:lnTo>
                  <a:pt x="895350" y="0"/>
                </a:lnTo>
                <a:lnTo>
                  <a:pt x="895350" y="9525"/>
                </a:lnTo>
                <a:lnTo>
                  <a:pt x="876300" y="9525"/>
                </a:lnTo>
                <a:close/>
                <a:moveTo>
                  <a:pt x="933450" y="0"/>
                </a:moveTo>
                <a:lnTo>
                  <a:pt x="942975" y="0"/>
                </a:lnTo>
                <a:lnTo>
                  <a:pt x="942975" y="9525"/>
                </a:lnTo>
                <a:lnTo>
                  <a:pt x="933450" y="9525"/>
                </a:lnTo>
                <a:close/>
                <a:moveTo>
                  <a:pt x="314325" y="28575"/>
                </a:moveTo>
                <a:lnTo>
                  <a:pt x="323850" y="28575"/>
                </a:lnTo>
                <a:lnTo>
                  <a:pt x="323850" y="47625"/>
                </a:lnTo>
                <a:lnTo>
                  <a:pt x="314325" y="47625"/>
                </a:lnTo>
                <a:close/>
                <a:moveTo>
                  <a:pt x="333375" y="28575"/>
                </a:moveTo>
                <a:lnTo>
                  <a:pt x="342900" y="28575"/>
                </a:lnTo>
                <a:lnTo>
                  <a:pt x="342900" y="47625"/>
                </a:lnTo>
                <a:lnTo>
                  <a:pt x="333375" y="47625"/>
                </a:lnTo>
                <a:close/>
                <a:moveTo>
                  <a:pt x="942975" y="28575"/>
                </a:moveTo>
                <a:lnTo>
                  <a:pt x="962025" y="28575"/>
                </a:lnTo>
                <a:lnTo>
                  <a:pt x="962025" y="38100"/>
                </a:lnTo>
                <a:lnTo>
                  <a:pt x="942975" y="38100"/>
                </a:lnTo>
                <a:close/>
                <a:moveTo>
                  <a:pt x="1123950" y="28575"/>
                </a:moveTo>
                <a:lnTo>
                  <a:pt x="1133475" y="28575"/>
                </a:lnTo>
                <a:lnTo>
                  <a:pt x="1133475" y="38100"/>
                </a:lnTo>
                <a:lnTo>
                  <a:pt x="1123950" y="38100"/>
                </a:lnTo>
                <a:close/>
                <a:moveTo>
                  <a:pt x="247650" y="38100"/>
                </a:moveTo>
                <a:lnTo>
                  <a:pt x="257175" y="38100"/>
                </a:lnTo>
                <a:lnTo>
                  <a:pt x="257175" y="57150"/>
                </a:lnTo>
                <a:lnTo>
                  <a:pt x="247650" y="57150"/>
                </a:lnTo>
                <a:close/>
                <a:moveTo>
                  <a:pt x="857250" y="38100"/>
                </a:moveTo>
                <a:lnTo>
                  <a:pt x="866775" y="38100"/>
                </a:lnTo>
                <a:lnTo>
                  <a:pt x="866775" y="47625"/>
                </a:lnTo>
                <a:lnTo>
                  <a:pt x="857250" y="47625"/>
                </a:lnTo>
                <a:close/>
                <a:moveTo>
                  <a:pt x="1057275" y="38100"/>
                </a:moveTo>
                <a:lnTo>
                  <a:pt x="1066800" y="38100"/>
                </a:lnTo>
                <a:lnTo>
                  <a:pt x="1066800" y="47625"/>
                </a:lnTo>
                <a:lnTo>
                  <a:pt x="1076325" y="47625"/>
                </a:lnTo>
                <a:lnTo>
                  <a:pt x="1076325" y="57150"/>
                </a:lnTo>
                <a:lnTo>
                  <a:pt x="1057275" y="57150"/>
                </a:lnTo>
                <a:close/>
                <a:moveTo>
                  <a:pt x="847725" y="47625"/>
                </a:moveTo>
                <a:lnTo>
                  <a:pt x="857250" y="47625"/>
                </a:lnTo>
                <a:lnTo>
                  <a:pt x="857250" y="57150"/>
                </a:lnTo>
                <a:lnTo>
                  <a:pt x="847725" y="57150"/>
                </a:lnTo>
                <a:close/>
                <a:moveTo>
                  <a:pt x="142875" y="57150"/>
                </a:moveTo>
                <a:lnTo>
                  <a:pt x="152400" y="57150"/>
                </a:lnTo>
                <a:lnTo>
                  <a:pt x="152400" y="76200"/>
                </a:lnTo>
                <a:lnTo>
                  <a:pt x="142875" y="76200"/>
                </a:lnTo>
                <a:close/>
                <a:moveTo>
                  <a:pt x="171450" y="57150"/>
                </a:moveTo>
                <a:lnTo>
                  <a:pt x="180975" y="57150"/>
                </a:lnTo>
                <a:lnTo>
                  <a:pt x="180975" y="66675"/>
                </a:lnTo>
                <a:lnTo>
                  <a:pt x="190500" y="66675"/>
                </a:lnTo>
                <a:lnTo>
                  <a:pt x="190500" y="57150"/>
                </a:lnTo>
                <a:lnTo>
                  <a:pt x="200025" y="57150"/>
                </a:lnTo>
                <a:lnTo>
                  <a:pt x="200025" y="66675"/>
                </a:lnTo>
                <a:lnTo>
                  <a:pt x="190500" y="66675"/>
                </a:lnTo>
                <a:lnTo>
                  <a:pt x="190500" y="85725"/>
                </a:lnTo>
                <a:lnTo>
                  <a:pt x="161925" y="85725"/>
                </a:lnTo>
                <a:lnTo>
                  <a:pt x="161925" y="66675"/>
                </a:lnTo>
                <a:lnTo>
                  <a:pt x="171450" y="66675"/>
                </a:lnTo>
                <a:close/>
                <a:moveTo>
                  <a:pt x="266700" y="57150"/>
                </a:moveTo>
                <a:lnTo>
                  <a:pt x="276225" y="57150"/>
                </a:lnTo>
                <a:lnTo>
                  <a:pt x="276225" y="66675"/>
                </a:lnTo>
                <a:lnTo>
                  <a:pt x="285750" y="66675"/>
                </a:lnTo>
                <a:lnTo>
                  <a:pt x="285750" y="76200"/>
                </a:lnTo>
                <a:lnTo>
                  <a:pt x="276225" y="76200"/>
                </a:lnTo>
                <a:lnTo>
                  <a:pt x="276225" y="85725"/>
                </a:lnTo>
                <a:lnTo>
                  <a:pt x="257175" y="85725"/>
                </a:lnTo>
                <a:lnTo>
                  <a:pt x="257175" y="76200"/>
                </a:lnTo>
                <a:lnTo>
                  <a:pt x="266700" y="76200"/>
                </a:lnTo>
                <a:close/>
                <a:moveTo>
                  <a:pt x="781050" y="57150"/>
                </a:moveTo>
                <a:lnTo>
                  <a:pt x="790575" y="57150"/>
                </a:lnTo>
                <a:lnTo>
                  <a:pt x="790575" y="66675"/>
                </a:lnTo>
                <a:lnTo>
                  <a:pt x="781050" y="66675"/>
                </a:lnTo>
                <a:close/>
                <a:moveTo>
                  <a:pt x="914400" y="57150"/>
                </a:moveTo>
                <a:lnTo>
                  <a:pt x="933450" y="57150"/>
                </a:lnTo>
                <a:lnTo>
                  <a:pt x="933450" y="76200"/>
                </a:lnTo>
                <a:lnTo>
                  <a:pt x="923925" y="76200"/>
                </a:lnTo>
                <a:lnTo>
                  <a:pt x="923925" y="85725"/>
                </a:lnTo>
                <a:lnTo>
                  <a:pt x="895350" y="85725"/>
                </a:lnTo>
                <a:lnTo>
                  <a:pt x="895350" y="76200"/>
                </a:lnTo>
                <a:lnTo>
                  <a:pt x="885825" y="76200"/>
                </a:lnTo>
                <a:lnTo>
                  <a:pt x="885825" y="85725"/>
                </a:lnTo>
                <a:lnTo>
                  <a:pt x="876300" y="85725"/>
                </a:lnTo>
                <a:lnTo>
                  <a:pt x="876300" y="66675"/>
                </a:lnTo>
                <a:lnTo>
                  <a:pt x="914400" y="66675"/>
                </a:lnTo>
                <a:close/>
                <a:moveTo>
                  <a:pt x="1009650" y="57150"/>
                </a:moveTo>
                <a:lnTo>
                  <a:pt x="1019175" y="57150"/>
                </a:lnTo>
                <a:lnTo>
                  <a:pt x="1019175" y="66675"/>
                </a:lnTo>
                <a:lnTo>
                  <a:pt x="1009650" y="66675"/>
                </a:lnTo>
                <a:close/>
                <a:moveTo>
                  <a:pt x="400050" y="66675"/>
                </a:moveTo>
                <a:lnTo>
                  <a:pt x="419100" y="66675"/>
                </a:lnTo>
                <a:lnTo>
                  <a:pt x="419100" y="85725"/>
                </a:lnTo>
                <a:lnTo>
                  <a:pt x="400050" y="85725"/>
                </a:lnTo>
                <a:close/>
                <a:moveTo>
                  <a:pt x="1000125" y="66675"/>
                </a:moveTo>
                <a:lnTo>
                  <a:pt x="1009650" y="66675"/>
                </a:lnTo>
                <a:lnTo>
                  <a:pt x="1009650" y="76200"/>
                </a:lnTo>
                <a:lnTo>
                  <a:pt x="1000125" y="76200"/>
                </a:lnTo>
                <a:close/>
                <a:moveTo>
                  <a:pt x="476250" y="76200"/>
                </a:moveTo>
                <a:lnTo>
                  <a:pt x="485775" y="76200"/>
                </a:lnTo>
                <a:lnTo>
                  <a:pt x="485775" y="85725"/>
                </a:lnTo>
                <a:lnTo>
                  <a:pt x="476250" y="85725"/>
                </a:lnTo>
                <a:close/>
                <a:moveTo>
                  <a:pt x="771525" y="76200"/>
                </a:moveTo>
                <a:lnTo>
                  <a:pt x="781050" y="76200"/>
                </a:lnTo>
                <a:lnTo>
                  <a:pt x="781050" y="85725"/>
                </a:lnTo>
                <a:lnTo>
                  <a:pt x="771525" y="85725"/>
                </a:lnTo>
                <a:close/>
                <a:moveTo>
                  <a:pt x="66675" y="85725"/>
                </a:moveTo>
                <a:lnTo>
                  <a:pt x="76200" y="85725"/>
                </a:lnTo>
                <a:lnTo>
                  <a:pt x="76200" y="104775"/>
                </a:lnTo>
                <a:lnTo>
                  <a:pt x="85725" y="104775"/>
                </a:lnTo>
                <a:lnTo>
                  <a:pt x="85725" y="114300"/>
                </a:lnTo>
                <a:lnTo>
                  <a:pt x="76200" y="114300"/>
                </a:lnTo>
                <a:lnTo>
                  <a:pt x="76200" y="123825"/>
                </a:lnTo>
                <a:lnTo>
                  <a:pt x="57150" y="123825"/>
                </a:lnTo>
                <a:lnTo>
                  <a:pt x="57150" y="104775"/>
                </a:lnTo>
                <a:lnTo>
                  <a:pt x="66675" y="104775"/>
                </a:lnTo>
                <a:close/>
                <a:moveTo>
                  <a:pt x="219075" y="85725"/>
                </a:moveTo>
                <a:lnTo>
                  <a:pt x="228600" y="85725"/>
                </a:lnTo>
                <a:lnTo>
                  <a:pt x="228600" y="95250"/>
                </a:lnTo>
                <a:lnTo>
                  <a:pt x="219075" y="95250"/>
                </a:lnTo>
                <a:close/>
                <a:moveTo>
                  <a:pt x="466725" y="85725"/>
                </a:moveTo>
                <a:lnTo>
                  <a:pt x="476250" y="85725"/>
                </a:lnTo>
                <a:lnTo>
                  <a:pt x="476250" y="95250"/>
                </a:lnTo>
                <a:lnTo>
                  <a:pt x="466725" y="95250"/>
                </a:lnTo>
                <a:close/>
                <a:moveTo>
                  <a:pt x="600075" y="85725"/>
                </a:moveTo>
                <a:lnTo>
                  <a:pt x="628650" y="85725"/>
                </a:lnTo>
                <a:lnTo>
                  <a:pt x="628650" y="95250"/>
                </a:lnTo>
                <a:lnTo>
                  <a:pt x="638175" y="95250"/>
                </a:lnTo>
                <a:lnTo>
                  <a:pt x="638175" y="114300"/>
                </a:lnTo>
                <a:lnTo>
                  <a:pt x="609600" y="114300"/>
                </a:lnTo>
                <a:lnTo>
                  <a:pt x="609600" y="104775"/>
                </a:lnTo>
                <a:lnTo>
                  <a:pt x="600075" y="104775"/>
                </a:lnTo>
                <a:close/>
                <a:moveTo>
                  <a:pt x="142875" y="95250"/>
                </a:moveTo>
                <a:lnTo>
                  <a:pt x="152400" y="95250"/>
                </a:lnTo>
                <a:lnTo>
                  <a:pt x="152400" y="104775"/>
                </a:lnTo>
                <a:lnTo>
                  <a:pt x="161925" y="104775"/>
                </a:lnTo>
                <a:lnTo>
                  <a:pt x="161925" y="114300"/>
                </a:lnTo>
                <a:lnTo>
                  <a:pt x="180975" y="114300"/>
                </a:lnTo>
                <a:lnTo>
                  <a:pt x="180975" y="104775"/>
                </a:lnTo>
                <a:lnTo>
                  <a:pt x="190500" y="104775"/>
                </a:lnTo>
                <a:lnTo>
                  <a:pt x="190500" y="123825"/>
                </a:lnTo>
                <a:lnTo>
                  <a:pt x="180975" y="123825"/>
                </a:lnTo>
                <a:lnTo>
                  <a:pt x="180975" y="133350"/>
                </a:lnTo>
                <a:lnTo>
                  <a:pt x="171450" y="133350"/>
                </a:lnTo>
                <a:lnTo>
                  <a:pt x="171450" y="142875"/>
                </a:lnTo>
                <a:lnTo>
                  <a:pt x="152400" y="142875"/>
                </a:lnTo>
                <a:lnTo>
                  <a:pt x="152400" y="133350"/>
                </a:lnTo>
                <a:lnTo>
                  <a:pt x="142875" y="133350"/>
                </a:lnTo>
                <a:lnTo>
                  <a:pt x="142875" y="123825"/>
                </a:lnTo>
                <a:lnTo>
                  <a:pt x="133350" y="123825"/>
                </a:lnTo>
                <a:lnTo>
                  <a:pt x="133350" y="104775"/>
                </a:lnTo>
                <a:lnTo>
                  <a:pt x="142875" y="104775"/>
                </a:lnTo>
                <a:close/>
                <a:moveTo>
                  <a:pt x="933450" y="95250"/>
                </a:moveTo>
                <a:lnTo>
                  <a:pt x="962025" y="95250"/>
                </a:lnTo>
                <a:lnTo>
                  <a:pt x="962025" y="114300"/>
                </a:lnTo>
                <a:lnTo>
                  <a:pt x="952500" y="114300"/>
                </a:lnTo>
                <a:lnTo>
                  <a:pt x="952500" y="152400"/>
                </a:lnTo>
                <a:lnTo>
                  <a:pt x="933450" y="152400"/>
                </a:lnTo>
                <a:lnTo>
                  <a:pt x="933450" y="114300"/>
                </a:lnTo>
                <a:lnTo>
                  <a:pt x="923925" y="114300"/>
                </a:lnTo>
                <a:lnTo>
                  <a:pt x="923925" y="104775"/>
                </a:lnTo>
                <a:lnTo>
                  <a:pt x="933450" y="104775"/>
                </a:lnTo>
                <a:close/>
                <a:moveTo>
                  <a:pt x="581025" y="104775"/>
                </a:moveTo>
                <a:lnTo>
                  <a:pt x="590550" y="104775"/>
                </a:lnTo>
                <a:lnTo>
                  <a:pt x="590550" y="114300"/>
                </a:lnTo>
                <a:lnTo>
                  <a:pt x="581025" y="114300"/>
                </a:lnTo>
                <a:close/>
                <a:moveTo>
                  <a:pt x="571500" y="114300"/>
                </a:moveTo>
                <a:lnTo>
                  <a:pt x="581025" y="114300"/>
                </a:lnTo>
                <a:lnTo>
                  <a:pt x="581025" y="123825"/>
                </a:lnTo>
                <a:lnTo>
                  <a:pt x="571500" y="123825"/>
                </a:lnTo>
                <a:close/>
                <a:moveTo>
                  <a:pt x="76200" y="123825"/>
                </a:moveTo>
                <a:lnTo>
                  <a:pt x="85725" y="123825"/>
                </a:lnTo>
                <a:lnTo>
                  <a:pt x="85725" y="133350"/>
                </a:lnTo>
                <a:lnTo>
                  <a:pt x="76200" y="133350"/>
                </a:lnTo>
                <a:close/>
                <a:moveTo>
                  <a:pt x="238125" y="123825"/>
                </a:moveTo>
                <a:lnTo>
                  <a:pt x="247650" y="123825"/>
                </a:lnTo>
                <a:lnTo>
                  <a:pt x="247650" y="133350"/>
                </a:lnTo>
                <a:lnTo>
                  <a:pt x="238125" y="133350"/>
                </a:lnTo>
                <a:close/>
                <a:moveTo>
                  <a:pt x="66675" y="133350"/>
                </a:moveTo>
                <a:lnTo>
                  <a:pt x="76200" y="133350"/>
                </a:lnTo>
                <a:lnTo>
                  <a:pt x="76200" y="142875"/>
                </a:lnTo>
                <a:lnTo>
                  <a:pt x="66675" y="142875"/>
                </a:lnTo>
                <a:close/>
                <a:moveTo>
                  <a:pt x="533400" y="142875"/>
                </a:moveTo>
                <a:lnTo>
                  <a:pt x="542925" y="142875"/>
                </a:lnTo>
                <a:lnTo>
                  <a:pt x="542925" y="152400"/>
                </a:lnTo>
                <a:lnTo>
                  <a:pt x="533400" y="152400"/>
                </a:lnTo>
                <a:close/>
                <a:moveTo>
                  <a:pt x="95250" y="152400"/>
                </a:moveTo>
                <a:lnTo>
                  <a:pt x="104775" y="152400"/>
                </a:lnTo>
                <a:lnTo>
                  <a:pt x="104775" y="171450"/>
                </a:lnTo>
                <a:lnTo>
                  <a:pt x="95250" y="171450"/>
                </a:lnTo>
                <a:close/>
                <a:moveTo>
                  <a:pt x="342900" y="152400"/>
                </a:moveTo>
                <a:lnTo>
                  <a:pt x="352425" y="152400"/>
                </a:lnTo>
                <a:lnTo>
                  <a:pt x="352425" y="161925"/>
                </a:lnTo>
                <a:lnTo>
                  <a:pt x="342900" y="161925"/>
                </a:lnTo>
                <a:close/>
                <a:moveTo>
                  <a:pt x="561975" y="152400"/>
                </a:moveTo>
                <a:lnTo>
                  <a:pt x="571500" y="152400"/>
                </a:lnTo>
                <a:lnTo>
                  <a:pt x="571500" y="161925"/>
                </a:lnTo>
                <a:lnTo>
                  <a:pt x="561975" y="161925"/>
                </a:lnTo>
                <a:close/>
                <a:moveTo>
                  <a:pt x="571500" y="161925"/>
                </a:moveTo>
                <a:lnTo>
                  <a:pt x="590550" y="161925"/>
                </a:lnTo>
                <a:lnTo>
                  <a:pt x="590550" y="171450"/>
                </a:lnTo>
                <a:lnTo>
                  <a:pt x="571500" y="171450"/>
                </a:lnTo>
                <a:close/>
                <a:moveTo>
                  <a:pt x="266700" y="180975"/>
                </a:moveTo>
                <a:lnTo>
                  <a:pt x="276225" y="180975"/>
                </a:lnTo>
                <a:lnTo>
                  <a:pt x="276225" y="190500"/>
                </a:lnTo>
                <a:lnTo>
                  <a:pt x="266700" y="190500"/>
                </a:lnTo>
                <a:close/>
                <a:moveTo>
                  <a:pt x="285750" y="180975"/>
                </a:moveTo>
                <a:lnTo>
                  <a:pt x="295275" y="180975"/>
                </a:lnTo>
                <a:lnTo>
                  <a:pt x="295275" y="190500"/>
                </a:lnTo>
                <a:lnTo>
                  <a:pt x="285750" y="190500"/>
                </a:lnTo>
                <a:close/>
                <a:moveTo>
                  <a:pt x="904875" y="180975"/>
                </a:moveTo>
                <a:lnTo>
                  <a:pt x="923925" y="180975"/>
                </a:lnTo>
                <a:lnTo>
                  <a:pt x="923925" y="190500"/>
                </a:lnTo>
                <a:lnTo>
                  <a:pt x="904875" y="190500"/>
                </a:lnTo>
                <a:close/>
                <a:moveTo>
                  <a:pt x="657225" y="190500"/>
                </a:moveTo>
                <a:lnTo>
                  <a:pt x="676275" y="190500"/>
                </a:lnTo>
                <a:lnTo>
                  <a:pt x="676275" y="200025"/>
                </a:lnTo>
                <a:lnTo>
                  <a:pt x="657225" y="200025"/>
                </a:lnTo>
                <a:close/>
                <a:moveTo>
                  <a:pt x="742950" y="190500"/>
                </a:moveTo>
                <a:lnTo>
                  <a:pt x="752475" y="190500"/>
                </a:lnTo>
                <a:lnTo>
                  <a:pt x="752475" y="219075"/>
                </a:lnTo>
                <a:lnTo>
                  <a:pt x="742950" y="219075"/>
                </a:lnTo>
                <a:close/>
                <a:moveTo>
                  <a:pt x="685800" y="200025"/>
                </a:moveTo>
                <a:lnTo>
                  <a:pt x="704850" y="200025"/>
                </a:lnTo>
                <a:lnTo>
                  <a:pt x="704850" y="209550"/>
                </a:lnTo>
                <a:lnTo>
                  <a:pt x="714375" y="209550"/>
                </a:lnTo>
                <a:lnTo>
                  <a:pt x="714375" y="219075"/>
                </a:lnTo>
                <a:lnTo>
                  <a:pt x="695325" y="219075"/>
                </a:lnTo>
                <a:lnTo>
                  <a:pt x="695325" y="209550"/>
                </a:lnTo>
                <a:lnTo>
                  <a:pt x="685800" y="209550"/>
                </a:lnTo>
                <a:close/>
                <a:moveTo>
                  <a:pt x="838200" y="228600"/>
                </a:moveTo>
                <a:lnTo>
                  <a:pt x="847725" y="228600"/>
                </a:lnTo>
                <a:lnTo>
                  <a:pt x="847725" y="238125"/>
                </a:lnTo>
                <a:lnTo>
                  <a:pt x="838200" y="238125"/>
                </a:lnTo>
                <a:close/>
                <a:moveTo>
                  <a:pt x="885825" y="266700"/>
                </a:moveTo>
                <a:lnTo>
                  <a:pt x="895350" y="266700"/>
                </a:lnTo>
                <a:lnTo>
                  <a:pt x="895350" y="276225"/>
                </a:lnTo>
                <a:lnTo>
                  <a:pt x="885825" y="276225"/>
                </a:lnTo>
                <a:close/>
                <a:moveTo>
                  <a:pt x="733425" y="285750"/>
                </a:moveTo>
                <a:lnTo>
                  <a:pt x="742950" y="285750"/>
                </a:lnTo>
                <a:lnTo>
                  <a:pt x="742950" y="295275"/>
                </a:lnTo>
                <a:lnTo>
                  <a:pt x="733425" y="295275"/>
                </a:lnTo>
                <a:close/>
                <a:moveTo>
                  <a:pt x="723900" y="295275"/>
                </a:moveTo>
                <a:lnTo>
                  <a:pt x="733425" y="295275"/>
                </a:lnTo>
                <a:lnTo>
                  <a:pt x="733425" y="304800"/>
                </a:lnTo>
                <a:lnTo>
                  <a:pt x="723900" y="304800"/>
                </a:lnTo>
                <a:close/>
                <a:moveTo>
                  <a:pt x="457200" y="304800"/>
                </a:moveTo>
                <a:lnTo>
                  <a:pt x="466725" y="304800"/>
                </a:lnTo>
                <a:lnTo>
                  <a:pt x="466725" y="314325"/>
                </a:lnTo>
                <a:lnTo>
                  <a:pt x="457200" y="314325"/>
                </a:lnTo>
                <a:close/>
                <a:moveTo>
                  <a:pt x="1104900" y="314325"/>
                </a:moveTo>
                <a:lnTo>
                  <a:pt x="1123950" y="314325"/>
                </a:lnTo>
                <a:lnTo>
                  <a:pt x="1123950" y="323850"/>
                </a:lnTo>
                <a:lnTo>
                  <a:pt x="1114425" y="323850"/>
                </a:lnTo>
                <a:lnTo>
                  <a:pt x="1114425" y="352425"/>
                </a:lnTo>
                <a:lnTo>
                  <a:pt x="1104900" y="352425"/>
                </a:lnTo>
                <a:lnTo>
                  <a:pt x="1104900" y="381000"/>
                </a:lnTo>
                <a:lnTo>
                  <a:pt x="1095375" y="381000"/>
                </a:lnTo>
                <a:lnTo>
                  <a:pt x="1095375" y="371475"/>
                </a:lnTo>
                <a:lnTo>
                  <a:pt x="1085850" y="371475"/>
                </a:lnTo>
                <a:lnTo>
                  <a:pt x="1085850" y="361950"/>
                </a:lnTo>
                <a:lnTo>
                  <a:pt x="1095375" y="361950"/>
                </a:lnTo>
                <a:lnTo>
                  <a:pt x="1095375" y="342900"/>
                </a:lnTo>
                <a:lnTo>
                  <a:pt x="1104900" y="342900"/>
                </a:lnTo>
                <a:close/>
                <a:moveTo>
                  <a:pt x="352425" y="323850"/>
                </a:moveTo>
                <a:lnTo>
                  <a:pt x="371475" y="323850"/>
                </a:lnTo>
                <a:lnTo>
                  <a:pt x="371475" y="342900"/>
                </a:lnTo>
                <a:lnTo>
                  <a:pt x="361950" y="342900"/>
                </a:lnTo>
                <a:lnTo>
                  <a:pt x="361950" y="333375"/>
                </a:lnTo>
                <a:lnTo>
                  <a:pt x="352425" y="333375"/>
                </a:lnTo>
                <a:close/>
                <a:moveTo>
                  <a:pt x="361950" y="352425"/>
                </a:moveTo>
                <a:lnTo>
                  <a:pt x="371475" y="352425"/>
                </a:lnTo>
                <a:lnTo>
                  <a:pt x="371475" y="361950"/>
                </a:lnTo>
                <a:lnTo>
                  <a:pt x="361950" y="361950"/>
                </a:lnTo>
                <a:close/>
                <a:moveTo>
                  <a:pt x="942975" y="352425"/>
                </a:moveTo>
                <a:lnTo>
                  <a:pt x="952500" y="352425"/>
                </a:lnTo>
                <a:lnTo>
                  <a:pt x="952500" y="361950"/>
                </a:lnTo>
                <a:lnTo>
                  <a:pt x="962025" y="361950"/>
                </a:lnTo>
                <a:lnTo>
                  <a:pt x="962025" y="371475"/>
                </a:lnTo>
                <a:lnTo>
                  <a:pt x="942975" y="371475"/>
                </a:lnTo>
                <a:close/>
                <a:moveTo>
                  <a:pt x="1038225" y="381000"/>
                </a:moveTo>
                <a:lnTo>
                  <a:pt x="1047750" y="381000"/>
                </a:lnTo>
                <a:lnTo>
                  <a:pt x="1047750" y="390525"/>
                </a:lnTo>
                <a:lnTo>
                  <a:pt x="1038225" y="390525"/>
                </a:lnTo>
                <a:close/>
                <a:moveTo>
                  <a:pt x="276225" y="390525"/>
                </a:moveTo>
                <a:lnTo>
                  <a:pt x="285750" y="390525"/>
                </a:lnTo>
                <a:lnTo>
                  <a:pt x="285750" y="400050"/>
                </a:lnTo>
                <a:lnTo>
                  <a:pt x="276225" y="400050"/>
                </a:lnTo>
                <a:close/>
                <a:moveTo>
                  <a:pt x="361950" y="390525"/>
                </a:moveTo>
                <a:lnTo>
                  <a:pt x="371475" y="390525"/>
                </a:lnTo>
                <a:lnTo>
                  <a:pt x="371475" y="400050"/>
                </a:lnTo>
                <a:lnTo>
                  <a:pt x="361950" y="400050"/>
                </a:lnTo>
                <a:close/>
                <a:moveTo>
                  <a:pt x="1019175" y="390525"/>
                </a:moveTo>
                <a:lnTo>
                  <a:pt x="1038225" y="390525"/>
                </a:lnTo>
                <a:lnTo>
                  <a:pt x="1038225" y="409575"/>
                </a:lnTo>
                <a:lnTo>
                  <a:pt x="1019175" y="409575"/>
                </a:lnTo>
                <a:close/>
                <a:moveTo>
                  <a:pt x="285750" y="400050"/>
                </a:moveTo>
                <a:lnTo>
                  <a:pt x="314325" y="400050"/>
                </a:lnTo>
                <a:lnTo>
                  <a:pt x="314325" y="419100"/>
                </a:lnTo>
                <a:lnTo>
                  <a:pt x="304800" y="419100"/>
                </a:lnTo>
                <a:lnTo>
                  <a:pt x="304800" y="409575"/>
                </a:lnTo>
                <a:lnTo>
                  <a:pt x="285750" y="409575"/>
                </a:lnTo>
                <a:close/>
                <a:moveTo>
                  <a:pt x="419100" y="400050"/>
                </a:moveTo>
                <a:lnTo>
                  <a:pt x="428625" y="400050"/>
                </a:lnTo>
                <a:lnTo>
                  <a:pt x="428625" y="419100"/>
                </a:lnTo>
                <a:lnTo>
                  <a:pt x="419100" y="419100"/>
                </a:lnTo>
                <a:close/>
                <a:moveTo>
                  <a:pt x="514350" y="400050"/>
                </a:moveTo>
                <a:lnTo>
                  <a:pt x="523875" y="400050"/>
                </a:lnTo>
                <a:lnTo>
                  <a:pt x="523875" y="409575"/>
                </a:lnTo>
                <a:lnTo>
                  <a:pt x="514350" y="409575"/>
                </a:lnTo>
                <a:close/>
                <a:moveTo>
                  <a:pt x="704850" y="419100"/>
                </a:moveTo>
                <a:lnTo>
                  <a:pt x="714375" y="419100"/>
                </a:lnTo>
                <a:lnTo>
                  <a:pt x="714375" y="428625"/>
                </a:lnTo>
                <a:lnTo>
                  <a:pt x="704850" y="428625"/>
                </a:lnTo>
                <a:close/>
                <a:moveTo>
                  <a:pt x="723900" y="419100"/>
                </a:moveTo>
                <a:lnTo>
                  <a:pt x="733425" y="419100"/>
                </a:lnTo>
                <a:lnTo>
                  <a:pt x="733425" y="428625"/>
                </a:lnTo>
                <a:lnTo>
                  <a:pt x="723900" y="428625"/>
                </a:lnTo>
                <a:close/>
                <a:moveTo>
                  <a:pt x="1104900" y="419100"/>
                </a:moveTo>
                <a:lnTo>
                  <a:pt x="1114425" y="419100"/>
                </a:lnTo>
                <a:lnTo>
                  <a:pt x="1114425" y="428625"/>
                </a:lnTo>
                <a:lnTo>
                  <a:pt x="1104900" y="428625"/>
                </a:lnTo>
                <a:close/>
                <a:moveTo>
                  <a:pt x="923925" y="438150"/>
                </a:moveTo>
                <a:lnTo>
                  <a:pt x="942975" y="438150"/>
                </a:lnTo>
                <a:lnTo>
                  <a:pt x="942975" y="447675"/>
                </a:lnTo>
                <a:lnTo>
                  <a:pt x="933450" y="447675"/>
                </a:lnTo>
                <a:lnTo>
                  <a:pt x="933450" y="457200"/>
                </a:lnTo>
                <a:lnTo>
                  <a:pt x="923925" y="457200"/>
                </a:lnTo>
                <a:close/>
                <a:moveTo>
                  <a:pt x="952500" y="485775"/>
                </a:moveTo>
                <a:lnTo>
                  <a:pt x="971550" y="485775"/>
                </a:lnTo>
                <a:lnTo>
                  <a:pt x="971550" y="504825"/>
                </a:lnTo>
                <a:lnTo>
                  <a:pt x="933450" y="504825"/>
                </a:lnTo>
                <a:lnTo>
                  <a:pt x="933450" y="495300"/>
                </a:lnTo>
                <a:lnTo>
                  <a:pt x="952500" y="495300"/>
                </a:lnTo>
                <a:close/>
                <a:moveTo>
                  <a:pt x="285750" y="495300"/>
                </a:moveTo>
                <a:lnTo>
                  <a:pt x="295275" y="495300"/>
                </a:lnTo>
                <a:lnTo>
                  <a:pt x="295275" y="514350"/>
                </a:lnTo>
                <a:lnTo>
                  <a:pt x="285750" y="514350"/>
                </a:lnTo>
                <a:close/>
                <a:moveTo>
                  <a:pt x="666750" y="571500"/>
                </a:moveTo>
                <a:lnTo>
                  <a:pt x="676275" y="571500"/>
                </a:lnTo>
                <a:lnTo>
                  <a:pt x="676275" y="581025"/>
                </a:lnTo>
                <a:lnTo>
                  <a:pt x="666750" y="581025"/>
                </a:lnTo>
                <a:close/>
                <a:moveTo>
                  <a:pt x="723900" y="571500"/>
                </a:moveTo>
                <a:lnTo>
                  <a:pt x="733425" y="571500"/>
                </a:lnTo>
                <a:lnTo>
                  <a:pt x="733425" y="581025"/>
                </a:lnTo>
                <a:lnTo>
                  <a:pt x="723900" y="581025"/>
                </a:lnTo>
                <a:close/>
                <a:moveTo>
                  <a:pt x="600075" y="600075"/>
                </a:moveTo>
                <a:lnTo>
                  <a:pt x="609600" y="600075"/>
                </a:lnTo>
                <a:lnTo>
                  <a:pt x="609600" y="619125"/>
                </a:lnTo>
                <a:lnTo>
                  <a:pt x="600075" y="619125"/>
                </a:lnTo>
                <a:close/>
                <a:moveTo>
                  <a:pt x="590550" y="619125"/>
                </a:moveTo>
                <a:lnTo>
                  <a:pt x="600075" y="619125"/>
                </a:lnTo>
                <a:lnTo>
                  <a:pt x="600075" y="638175"/>
                </a:lnTo>
                <a:lnTo>
                  <a:pt x="590550" y="638175"/>
                </a:lnTo>
                <a:close/>
                <a:moveTo>
                  <a:pt x="514350" y="638175"/>
                </a:moveTo>
                <a:lnTo>
                  <a:pt x="523875" y="638175"/>
                </a:lnTo>
                <a:lnTo>
                  <a:pt x="523875" y="647700"/>
                </a:lnTo>
                <a:lnTo>
                  <a:pt x="533400" y="647700"/>
                </a:lnTo>
                <a:lnTo>
                  <a:pt x="533400" y="657225"/>
                </a:lnTo>
                <a:lnTo>
                  <a:pt x="523875" y="657225"/>
                </a:lnTo>
                <a:lnTo>
                  <a:pt x="523875" y="666750"/>
                </a:lnTo>
                <a:lnTo>
                  <a:pt x="514350" y="666750"/>
                </a:lnTo>
                <a:close/>
                <a:moveTo>
                  <a:pt x="571500" y="647700"/>
                </a:moveTo>
                <a:lnTo>
                  <a:pt x="581025" y="647700"/>
                </a:lnTo>
                <a:lnTo>
                  <a:pt x="581025" y="657225"/>
                </a:lnTo>
                <a:lnTo>
                  <a:pt x="571500" y="657225"/>
                </a:lnTo>
                <a:close/>
                <a:moveTo>
                  <a:pt x="1000125" y="647700"/>
                </a:moveTo>
                <a:lnTo>
                  <a:pt x="1019175" y="647700"/>
                </a:lnTo>
                <a:lnTo>
                  <a:pt x="1019175" y="657225"/>
                </a:lnTo>
                <a:lnTo>
                  <a:pt x="1000125" y="657225"/>
                </a:lnTo>
                <a:close/>
                <a:moveTo>
                  <a:pt x="1047750" y="647700"/>
                </a:moveTo>
                <a:lnTo>
                  <a:pt x="1057275" y="647700"/>
                </a:lnTo>
                <a:lnTo>
                  <a:pt x="1057275" y="657225"/>
                </a:lnTo>
                <a:lnTo>
                  <a:pt x="1047750" y="657225"/>
                </a:lnTo>
                <a:close/>
                <a:moveTo>
                  <a:pt x="533400" y="657225"/>
                </a:moveTo>
                <a:lnTo>
                  <a:pt x="542925" y="657225"/>
                </a:lnTo>
                <a:lnTo>
                  <a:pt x="542925" y="666750"/>
                </a:lnTo>
                <a:lnTo>
                  <a:pt x="533400" y="666750"/>
                </a:lnTo>
                <a:close/>
                <a:moveTo>
                  <a:pt x="990600" y="657225"/>
                </a:moveTo>
                <a:lnTo>
                  <a:pt x="1000125" y="657225"/>
                </a:lnTo>
                <a:lnTo>
                  <a:pt x="1000125" y="676275"/>
                </a:lnTo>
                <a:lnTo>
                  <a:pt x="1009650" y="676275"/>
                </a:lnTo>
                <a:lnTo>
                  <a:pt x="1009650" y="685800"/>
                </a:lnTo>
                <a:lnTo>
                  <a:pt x="990600" y="685800"/>
                </a:lnTo>
                <a:lnTo>
                  <a:pt x="990600" y="695325"/>
                </a:lnTo>
                <a:lnTo>
                  <a:pt x="981075" y="695325"/>
                </a:lnTo>
                <a:lnTo>
                  <a:pt x="981075" y="666750"/>
                </a:lnTo>
                <a:lnTo>
                  <a:pt x="990600" y="666750"/>
                </a:lnTo>
                <a:close/>
                <a:moveTo>
                  <a:pt x="590550" y="666750"/>
                </a:moveTo>
                <a:lnTo>
                  <a:pt x="600075" y="666750"/>
                </a:lnTo>
                <a:lnTo>
                  <a:pt x="600075" y="685800"/>
                </a:lnTo>
                <a:lnTo>
                  <a:pt x="590550" y="685800"/>
                </a:lnTo>
                <a:close/>
                <a:moveTo>
                  <a:pt x="800100" y="666750"/>
                </a:moveTo>
                <a:lnTo>
                  <a:pt x="809625" y="666750"/>
                </a:lnTo>
                <a:lnTo>
                  <a:pt x="809625" y="676275"/>
                </a:lnTo>
                <a:lnTo>
                  <a:pt x="800100" y="676275"/>
                </a:lnTo>
                <a:close/>
                <a:moveTo>
                  <a:pt x="457200" y="676275"/>
                </a:moveTo>
                <a:lnTo>
                  <a:pt x="466725" y="676275"/>
                </a:lnTo>
                <a:lnTo>
                  <a:pt x="466725" y="685800"/>
                </a:lnTo>
                <a:lnTo>
                  <a:pt x="457200" y="685800"/>
                </a:lnTo>
                <a:close/>
                <a:moveTo>
                  <a:pt x="742950" y="685800"/>
                </a:moveTo>
                <a:lnTo>
                  <a:pt x="752475" y="685800"/>
                </a:lnTo>
                <a:lnTo>
                  <a:pt x="752475" y="695325"/>
                </a:lnTo>
                <a:lnTo>
                  <a:pt x="742950" y="695325"/>
                </a:lnTo>
                <a:close/>
                <a:moveTo>
                  <a:pt x="1133475" y="685800"/>
                </a:moveTo>
                <a:lnTo>
                  <a:pt x="1143000" y="685800"/>
                </a:lnTo>
                <a:lnTo>
                  <a:pt x="1143000" y="704850"/>
                </a:lnTo>
                <a:lnTo>
                  <a:pt x="1133475" y="704850"/>
                </a:lnTo>
                <a:lnTo>
                  <a:pt x="1133475" y="714375"/>
                </a:lnTo>
                <a:lnTo>
                  <a:pt x="1114425" y="714375"/>
                </a:lnTo>
                <a:lnTo>
                  <a:pt x="1114425" y="733425"/>
                </a:lnTo>
                <a:lnTo>
                  <a:pt x="1095375" y="733425"/>
                </a:lnTo>
                <a:lnTo>
                  <a:pt x="1095375" y="742950"/>
                </a:lnTo>
                <a:lnTo>
                  <a:pt x="1076325" y="742950"/>
                </a:lnTo>
                <a:lnTo>
                  <a:pt x="1076325" y="733425"/>
                </a:lnTo>
                <a:lnTo>
                  <a:pt x="1085850" y="733425"/>
                </a:lnTo>
                <a:lnTo>
                  <a:pt x="1085850" y="723900"/>
                </a:lnTo>
                <a:lnTo>
                  <a:pt x="1095375" y="723900"/>
                </a:lnTo>
                <a:lnTo>
                  <a:pt x="1095375" y="714375"/>
                </a:lnTo>
                <a:lnTo>
                  <a:pt x="1104900" y="714375"/>
                </a:lnTo>
                <a:lnTo>
                  <a:pt x="1104900" y="704850"/>
                </a:lnTo>
                <a:lnTo>
                  <a:pt x="1123950" y="704850"/>
                </a:lnTo>
                <a:lnTo>
                  <a:pt x="1123950" y="695325"/>
                </a:lnTo>
                <a:lnTo>
                  <a:pt x="1133475" y="695325"/>
                </a:lnTo>
                <a:close/>
                <a:moveTo>
                  <a:pt x="504825" y="695325"/>
                </a:moveTo>
                <a:lnTo>
                  <a:pt x="514350" y="695325"/>
                </a:lnTo>
                <a:lnTo>
                  <a:pt x="514350" y="714375"/>
                </a:lnTo>
                <a:lnTo>
                  <a:pt x="504825" y="714375"/>
                </a:lnTo>
                <a:close/>
                <a:moveTo>
                  <a:pt x="742950" y="704850"/>
                </a:moveTo>
                <a:lnTo>
                  <a:pt x="752475" y="704850"/>
                </a:lnTo>
                <a:lnTo>
                  <a:pt x="752475" y="714375"/>
                </a:lnTo>
                <a:lnTo>
                  <a:pt x="742950" y="714375"/>
                </a:lnTo>
                <a:close/>
                <a:moveTo>
                  <a:pt x="838200" y="704850"/>
                </a:moveTo>
                <a:lnTo>
                  <a:pt x="847725" y="704850"/>
                </a:lnTo>
                <a:lnTo>
                  <a:pt x="847725" y="723900"/>
                </a:lnTo>
                <a:lnTo>
                  <a:pt x="895350" y="723900"/>
                </a:lnTo>
                <a:lnTo>
                  <a:pt x="895350" y="733425"/>
                </a:lnTo>
                <a:lnTo>
                  <a:pt x="914400" y="733425"/>
                </a:lnTo>
                <a:lnTo>
                  <a:pt x="914400" y="742950"/>
                </a:lnTo>
                <a:lnTo>
                  <a:pt x="904875" y="742950"/>
                </a:lnTo>
                <a:lnTo>
                  <a:pt x="904875" y="752475"/>
                </a:lnTo>
                <a:lnTo>
                  <a:pt x="895350" y="752475"/>
                </a:lnTo>
                <a:lnTo>
                  <a:pt x="895350" y="762000"/>
                </a:lnTo>
                <a:lnTo>
                  <a:pt x="857250" y="762000"/>
                </a:lnTo>
                <a:lnTo>
                  <a:pt x="857250" y="781050"/>
                </a:lnTo>
                <a:lnTo>
                  <a:pt x="847725" y="781050"/>
                </a:lnTo>
                <a:lnTo>
                  <a:pt x="847725" y="762000"/>
                </a:lnTo>
                <a:lnTo>
                  <a:pt x="828675" y="762000"/>
                </a:lnTo>
                <a:lnTo>
                  <a:pt x="828675" y="752475"/>
                </a:lnTo>
                <a:lnTo>
                  <a:pt x="838200" y="752475"/>
                </a:lnTo>
                <a:close/>
                <a:moveTo>
                  <a:pt x="390525" y="723900"/>
                </a:moveTo>
                <a:lnTo>
                  <a:pt x="419100" y="723900"/>
                </a:lnTo>
                <a:lnTo>
                  <a:pt x="419100" y="733425"/>
                </a:lnTo>
                <a:lnTo>
                  <a:pt x="390525" y="733425"/>
                </a:lnTo>
                <a:close/>
                <a:moveTo>
                  <a:pt x="219075" y="742950"/>
                </a:moveTo>
                <a:lnTo>
                  <a:pt x="257175" y="742950"/>
                </a:lnTo>
                <a:lnTo>
                  <a:pt x="257175" y="752475"/>
                </a:lnTo>
                <a:lnTo>
                  <a:pt x="266700" y="752475"/>
                </a:lnTo>
                <a:lnTo>
                  <a:pt x="266700" y="771525"/>
                </a:lnTo>
                <a:lnTo>
                  <a:pt x="238125" y="771525"/>
                </a:lnTo>
                <a:lnTo>
                  <a:pt x="238125" y="781050"/>
                </a:lnTo>
                <a:lnTo>
                  <a:pt x="228600" y="781050"/>
                </a:lnTo>
                <a:lnTo>
                  <a:pt x="228600" y="771525"/>
                </a:lnTo>
                <a:lnTo>
                  <a:pt x="219075" y="771525"/>
                </a:lnTo>
                <a:close/>
                <a:moveTo>
                  <a:pt x="762000" y="752475"/>
                </a:moveTo>
                <a:lnTo>
                  <a:pt x="781050" y="752475"/>
                </a:lnTo>
                <a:lnTo>
                  <a:pt x="781050" y="762000"/>
                </a:lnTo>
                <a:lnTo>
                  <a:pt x="762000" y="762000"/>
                </a:lnTo>
                <a:close/>
                <a:moveTo>
                  <a:pt x="1047750" y="752475"/>
                </a:moveTo>
                <a:lnTo>
                  <a:pt x="1066800" y="752475"/>
                </a:lnTo>
                <a:lnTo>
                  <a:pt x="1066800" y="781050"/>
                </a:lnTo>
                <a:lnTo>
                  <a:pt x="1047750" y="781050"/>
                </a:lnTo>
                <a:close/>
                <a:moveTo>
                  <a:pt x="790575" y="762000"/>
                </a:moveTo>
                <a:lnTo>
                  <a:pt x="800100" y="762000"/>
                </a:lnTo>
                <a:lnTo>
                  <a:pt x="800100" y="771525"/>
                </a:lnTo>
                <a:lnTo>
                  <a:pt x="790575" y="771525"/>
                </a:lnTo>
                <a:close/>
                <a:moveTo>
                  <a:pt x="285750" y="771525"/>
                </a:moveTo>
                <a:lnTo>
                  <a:pt x="295275" y="771525"/>
                </a:lnTo>
                <a:lnTo>
                  <a:pt x="295275" y="781050"/>
                </a:lnTo>
                <a:lnTo>
                  <a:pt x="285750" y="781050"/>
                </a:lnTo>
                <a:close/>
                <a:moveTo>
                  <a:pt x="800100" y="771525"/>
                </a:moveTo>
                <a:lnTo>
                  <a:pt x="819150" y="771525"/>
                </a:lnTo>
                <a:lnTo>
                  <a:pt x="819150" y="781050"/>
                </a:lnTo>
                <a:lnTo>
                  <a:pt x="800100" y="781050"/>
                </a:lnTo>
                <a:close/>
                <a:moveTo>
                  <a:pt x="257175" y="781050"/>
                </a:moveTo>
                <a:lnTo>
                  <a:pt x="266700" y="781050"/>
                </a:lnTo>
                <a:lnTo>
                  <a:pt x="266700" y="790575"/>
                </a:lnTo>
                <a:lnTo>
                  <a:pt x="257175" y="790575"/>
                </a:lnTo>
                <a:close/>
                <a:moveTo>
                  <a:pt x="276225" y="781050"/>
                </a:moveTo>
                <a:lnTo>
                  <a:pt x="285750" y="781050"/>
                </a:lnTo>
                <a:lnTo>
                  <a:pt x="285750" y="790575"/>
                </a:lnTo>
                <a:lnTo>
                  <a:pt x="276225" y="790575"/>
                </a:lnTo>
                <a:close/>
                <a:moveTo>
                  <a:pt x="619125" y="781050"/>
                </a:moveTo>
                <a:lnTo>
                  <a:pt x="638175" y="781050"/>
                </a:lnTo>
                <a:lnTo>
                  <a:pt x="638175" y="790575"/>
                </a:lnTo>
                <a:lnTo>
                  <a:pt x="647700" y="790575"/>
                </a:lnTo>
                <a:lnTo>
                  <a:pt x="647700" y="809625"/>
                </a:lnTo>
                <a:lnTo>
                  <a:pt x="628650" y="809625"/>
                </a:lnTo>
                <a:lnTo>
                  <a:pt x="628650" y="800100"/>
                </a:lnTo>
                <a:lnTo>
                  <a:pt x="619125" y="800100"/>
                </a:lnTo>
                <a:close/>
                <a:moveTo>
                  <a:pt x="847725" y="819150"/>
                </a:moveTo>
                <a:lnTo>
                  <a:pt x="866775" y="819150"/>
                </a:lnTo>
                <a:lnTo>
                  <a:pt x="866775" y="828675"/>
                </a:lnTo>
                <a:lnTo>
                  <a:pt x="847725" y="828675"/>
                </a:lnTo>
                <a:close/>
                <a:moveTo>
                  <a:pt x="133350" y="838200"/>
                </a:moveTo>
                <a:lnTo>
                  <a:pt x="152400" y="838200"/>
                </a:lnTo>
                <a:lnTo>
                  <a:pt x="152400" y="857250"/>
                </a:lnTo>
                <a:lnTo>
                  <a:pt x="142875" y="857250"/>
                </a:lnTo>
                <a:lnTo>
                  <a:pt x="142875" y="847725"/>
                </a:lnTo>
                <a:lnTo>
                  <a:pt x="133350" y="847725"/>
                </a:lnTo>
                <a:close/>
                <a:moveTo>
                  <a:pt x="676275" y="847725"/>
                </a:moveTo>
                <a:lnTo>
                  <a:pt x="685800" y="847725"/>
                </a:lnTo>
                <a:lnTo>
                  <a:pt x="685800" y="857250"/>
                </a:lnTo>
                <a:lnTo>
                  <a:pt x="676275" y="857250"/>
                </a:lnTo>
                <a:close/>
                <a:moveTo>
                  <a:pt x="152400" y="857250"/>
                </a:moveTo>
                <a:lnTo>
                  <a:pt x="171450" y="857250"/>
                </a:lnTo>
                <a:lnTo>
                  <a:pt x="171450" y="866775"/>
                </a:lnTo>
                <a:lnTo>
                  <a:pt x="152400" y="866775"/>
                </a:lnTo>
                <a:close/>
                <a:moveTo>
                  <a:pt x="590550" y="857250"/>
                </a:moveTo>
                <a:lnTo>
                  <a:pt x="600075" y="857250"/>
                </a:lnTo>
                <a:lnTo>
                  <a:pt x="600075" y="866775"/>
                </a:lnTo>
                <a:lnTo>
                  <a:pt x="590550" y="866775"/>
                </a:lnTo>
                <a:close/>
                <a:moveTo>
                  <a:pt x="571500" y="895350"/>
                </a:moveTo>
                <a:lnTo>
                  <a:pt x="581025" y="895350"/>
                </a:lnTo>
                <a:lnTo>
                  <a:pt x="581025" y="904875"/>
                </a:lnTo>
                <a:lnTo>
                  <a:pt x="571500" y="904875"/>
                </a:lnTo>
                <a:close/>
                <a:moveTo>
                  <a:pt x="590550" y="895350"/>
                </a:moveTo>
                <a:lnTo>
                  <a:pt x="600075" y="895350"/>
                </a:lnTo>
                <a:lnTo>
                  <a:pt x="600075" y="904875"/>
                </a:lnTo>
                <a:lnTo>
                  <a:pt x="590550" y="904875"/>
                </a:lnTo>
                <a:close/>
                <a:moveTo>
                  <a:pt x="542925" y="914400"/>
                </a:moveTo>
                <a:lnTo>
                  <a:pt x="561975" y="914400"/>
                </a:lnTo>
                <a:lnTo>
                  <a:pt x="561975" y="933450"/>
                </a:lnTo>
                <a:lnTo>
                  <a:pt x="552450" y="933450"/>
                </a:lnTo>
                <a:lnTo>
                  <a:pt x="552450" y="923925"/>
                </a:lnTo>
                <a:lnTo>
                  <a:pt x="542925" y="923925"/>
                </a:lnTo>
                <a:close/>
                <a:moveTo>
                  <a:pt x="533400" y="923925"/>
                </a:moveTo>
                <a:lnTo>
                  <a:pt x="542925" y="923925"/>
                </a:lnTo>
                <a:lnTo>
                  <a:pt x="542925" y="933450"/>
                </a:lnTo>
                <a:lnTo>
                  <a:pt x="533400" y="933450"/>
                </a:lnTo>
                <a:close/>
                <a:moveTo>
                  <a:pt x="438150" y="962025"/>
                </a:moveTo>
                <a:lnTo>
                  <a:pt x="447675" y="962025"/>
                </a:lnTo>
                <a:lnTo>
                  <a:pt x="447675" y="971550"/>
                </a:lnTo>
                <a:lnTo>
                  <a:pt x="438150" y="971550"/>
                </a:lnTo>
                <a:close/>
                <a:moveTo>
                  <a:pt x="428625" y="971550"/>
                </a:moveTo>
                <a:lnTo>
                  <a:pt x="438150" y="971550"/>
                </a:lnTo>
                <a:lnTo>
                  <a:pt x="438150" y="990600"/>
                </a:lnTo>
                <a:lnTo>
                  <a:pt x="428625" y="990600"/>
                </a:lnTo>
                <a:close/>
                <a:moveTo>
                  <a:pt x="638175" y="981075"/>
                </a:moveTo>
                <a:lnTo>
                  <a:pt x="647700" y="981075"/>
                </a:lnTo>
                <a:lnTo>
                  <a:pt x="647700" y="1009650"/>
                </a:lnTo>
                <a:lnTo>
                  <a:pt x="638175" y="1009650"/>
                </a:lnTo>
                <a:close/>
                <a:moveTo>
                  <a:pt x="104775" y="1009650"/>
                </a:moveTo>
                <a:lnTo>
                  <a:pt x="114300" y="1009650"/>
                </a:lnTo>
                <a:lnTo>
                  <a:pt x="114300" y="1019175"/>
                </a:lnTo>
                <a:lnTo>
                  <a:pt x="104775" y="1019175"/>
                </a:lnTo>
                <a:close/>
                <a:moveTo>
                  <a:pt x="0" y="1019175"/>
                </a:moveTo>
                <a:lnTo>
                  <a:pt x="19050" y="1019175"/>
                </a:lnTo>
                <a:lnTo>
                  <a:pt x="19050" y="1028700"/>
                </a:lnTo>
                <a:lnTo>
                  <a:pt x="0" y="1028700"/>
                </a:lnTo>
                <a:close/>
                <a:moveTo>
                  <a:pt x="95250" y="1019175"/>
                </a:moveTo>
                <a:lnTo>
                  <a:pt x="104775" y="1019175"/>
                </a:lnTo>
                <a:lnTo>
                  <a:pt x="104775" y="1028700"/>
                </a:lnTo>
                <a:lnTo>
                  <a:pt x="95250" y="1028700"/>
                </a:lnTo>
                <a:close/>
                <a:moveTo>
                  <a:pt x="504825" y="1047750"/>
                </a:moveTo>
                <a:lnTo>
                  <a:pt x="514350" y="1047750"/>
                </a:lnTo>
                <a:lnTo>
                  <a:pt x="514350" y="1057275"/>
                </a:lnTo>
                <a:lnTo>
                  <a:pt x="504825" y="1057275"/>
                </a:lnTo>
                <a:close/>
                <a:moveTo>
                  <a:pt x="314325" y="1066800"/>
                </a:moveTo>
                <a:lnTo>
                  <a:pt x="323850" y="1066800"/>
                </a:lnTo>
                <a:lnTo>
                  <a:pt x="323850" y="1076325"/>
                </a:lnTo>
                <a:lnTo>
                  <a:pt x="314325" y="1076325"/>
                </a:lnTo>
                <a:close/>
                <a:moveTo>
                  <a:pt x="333375" y="1076325"/>
                </a:moveTo>
                <a:lnTo>
                  <a:pt x="342900" y="1076325"/>
                </a:lnTo>
                <a:lnTo>
                  <a:pt x="342900" y="1085850"/>
                </a:lnTo>
                <a:lnTo>
                  <a:pt x="333375" y="1085850"/>
                </a:lnTo>
                <a:close/>
                <a:moveTo>
                  <a:pt x="723900" y="1076325"/>
                </a:moveTo>
                <a:lnTo>
                  <a:pt x="762000" y="1076325"/>
                </a:lnTo>
                <a:lnTo>
                  <a:pt x="762000" y="1123950"/>
                </a:lnTo>
                <a:lnTo>
                  <a:pt x="771525" y="1123950"/>
                </a:lnTo>
                <a:lnTo>
                  <a:pt x="771525" y="1133475"/>
                </a:lnTo>
                <a:lnTo>
                  <a:pt x="762000" y="1133475"/>
                </a:lnTo>
                <a:lnTo>
                  <a:pt x="762000" y="1152525"/>
                </a:lnTo>
                <a:lnTo>
                  <a:pt x="752475" y="1152525"/>
                </a:lnTo>
                <a:lnTo>
                  <a:pt x="752475" y="1114425"/>
                </a:lnTo>
                <a:lnTo>
                  <a:pt x="723900" y="1114425"/>
                </a:lnTo>
                <a:lnTo>
                  <a:pt x="723900" y="1104900"/>
                </a:lnTo>
                <a:lnTo>
                  <a:pt x="733425" y="1104900"/>
                </a:lnTo>
                <a:lnTo>
                  <a:pt x="733425" y="1085850"/>
                </a:lnTo>
                <a:lnTo>
                  <a:pt x="723900" y="1085850"/>
                </a:lnTo>
                <a:close/>
                <a:moveTo>
                  <a:pt x="28575" y="1085850"/>
                </a:moveTo>
                <a:lnTo>
                  <a:pt x="38100" y="1085850"/>
                </a:lnTo>
                <a:lnTo>
                  <a:pt x="38100" y="1095375"/>
                </a:lnTo>
                <a:lnTo>
                  <a:pt x="47625" y="1095375"/>
                </a:lnTo>
                <a:lnTo>
                  <a:pt x="47625" y="1114425"/>
                </a:lnTo>
                <a:lnTo>
                  <a:pt x="19050" y="1114425"/>
                </a:lnTo>
                <a:lnTo>
                  <a:pt x="19050" y="1095375"/>
                </a:lnTo>
                <a:lnTo>
                  <a:pt x="28575" y="1095375"/>
                </a:lnTo>
                <a:close/>
                <a:moveTo>
                  <a:pt x="342900" y="1085850"/>
                </a:moveTo>
                <a:lnTo>
                  <a:pt x="352425" y="1085850"/>
                </a:lnTo>
                <a:lnTo>
                  <a:pt x="352425" y="1095375"/>
                </a:lnTo>
                <a:lnTo>
                  <a:pt x="361950" y="1095375"/>
                </a:lnTo>
                <a:lnTo>
                  <a:pt x="361950" y="1104900"/>
                </a:lnTo>
                <a:lnTo>
                  <a:pt x="371475" y="1104900"/>
                </a:lnTo>
                <a:lnTo>
                  <a:pt x="371475" y="1114425"/>
                </a:lnTo>
                <a:lnTo>
                  <a:pt x="352425" y="1114425"/>
                </a:lnTo>
                <a:lnTo>
                  <a:pt x="352425" y="1123950"/>
                </a:lnTo>
                <a:lnTo>
                  <a:pt x="342900" y="1123950"/>
                </a:lnTo>
                <a:close/>
                <a:moveTo>
                  <a:pt x="676275" y="1085850"/>
                </a:moveTo>
                <a:lnTo>
                  <a:pt x="695325" y="1085850"/>
                </a:lnTo>
                <a:lnTo>
                  <a:pt x="695325" y="1104900"/>
                </a:lnTo>
                <a:lnTo>
                  <a:pt x="676275" y="1104900"/>
                </a:lnTo>
                <a:close/>
                <a:moveTo>
                  <a:pt x="619125" y="1095375"/>
                </a:moveTo>
                <a:lnTo>
                  <a:pt x="628650" y="1095375"/>
                </a:lnTo>
                <a:lnTo>
                  <a:pt x="628650" y="1123950"/>
                </a:lnTo>
                <a:lnTo>
                  <a:pt x="619125" y="1123950"/>
                </a:lnTo>
                <a:lnTo>
                  <a:pt x="619125" y="1133475"/>
                </a:lnTo>
                <a:lnTo>
                  <a:pt x="609600" y="1133475"/>
                </a:lnTo>
                <a:lnTo>
                  <a:pt x="609600" y="1104900"/>
                </a:lnTo>
                <a:lnTo>
                  <a:pt x="619125" y="1104900"/>
                </a:lnTo>
                <a:close/>
                <a:moveTo>
                  <a:pt x="666750" y="1123950"/>
                </a:moveTo>
                <a:lnTo>
                  <a:pt x="676275" y="1123950"/>
                </a:lnTo>
                <a:lnTo>
                  <a:pt x="676275" y="1181100"/>
                </a:lnTo>
                <a:lnTo>
                  <a:pt x="657225" y="1181100"/>
                </a:lnTo>
                <a:lnTo>
                  <a:pt x="657225" y="1162050"/>
                </a:lnTo>
                <a:lnTo>
                  <a:pt x="666750" y="1162050"/>
                </a:lnTo>
                <a:close/>
                <a:moveTo>
                  <a:pt x="390525" y="1133475"/>
                </a:moveTo>
                <a:lnTo>
                  <a:pt x="400050" y="1133475"/>
                </a:lnTo>
                <a:lnTo>
                  <a:pt x="400050" y="1152525"/>
                </a:lnTo>
                <a:lnTo>
                  <a:pt x="390525" y="1152525"/>
                </a:lnTo>
                <a:close/>
                <a:moveTo>
                  <a:pt x="295275" y="1171575"/>
                </a:moveTo>
                <a:lnTo>
                  <a:pt x="304800" y="1171575"/>
                </a:lnTo>
                <a:lnTo>
                  <a:pt x="304800" y="1181100"/>
                </a:lnTo>
                <a:lnTo>
                  <a:pt x="295275" y="1181100"/>
                </a:lnTo>
                <a:close/>
                <a:moveTo>
                  <a:pt x="428625" y="1190625"/>
                </a:moveTo>
                <a:lnTo>
                  <a:pt x="438150" y="1190625"/>
                </a:lnTo>
                <a:lnTo>
                  <a:pt x="438150" y="1209675"/>
                </a:lnTo>
                <a:lnTo>
                  <a:pt x="428625" y="1209675"/>
                </a:lnTo>
                <a:close/>
                <a:moveTo>
                  <a:pt x="504825" y="1200150"/>
                </a:moveTo>
                <a:lnTo>
                  <a:pt x="523875" y="1200150"/>
                </a:lnTo>
                <a:lnTo>
                  <a:pt x="523875" y="1209675"/>
                </a:lnTo>
                <a:lnTo>
                  <a:pt x="533400" y="1209675"/>
                </a:lnTo>
                <a:lnTo>
                  <a:pt x="533400" y="1219200"/>
                </a:lnTo>
                <a:lnTo>
                  <a:pt x="495300" y="1219200"/>
                </a:lnTo>
                <a:lnTo>
                  <a:pt x="495300" y="1209675"/>
                </a:lnTo>
                <a:lnTo>
                  <a:pt x="504825" y="1209675"/>
                </a:lnTo>
                <a:close/>
                <a:moveTo>
                  <a:pt x="447675" y="1209675"/>
                </a:moveTo>
                <a:lnTo>
                  <a:pt x="457200" y="1209675"/>
                </a:lnTo>
                <a:lnTo>
                  <a:pt x="457200" y="1219200"/>
                </a:lnTo>
                <a:lnTo>
                  <a:pt x="466725" y="1219200"/>
                </a:lnTo>
                <a:lnTo>
                  <a:pt x="466725" y="1228725"/>
                </a:lnTo>
                <a:lnTo>
                  <a:pt x="447675" y="1228725"/>
                </a:lnTo>
                <a:close/>
                <a:moveTo>
                  <a:pt x="600075" y="1238250"/>
                </a:moveTo>
                <a:lnTo>
                  <a:pt x="609600" y="1238250"/>
                </a:lnTo>
                <a:lnTo>
                  <a:pt x="609600" y="1247775"/>
                </a:lnTo>
                <a:lnTo>
                  <a:pt x="600075" y="1247775"/>
                </a:lnTo>
                <a:close/>
                <a:moveTo>
                  <a:pt x="962025" y="1304925"/>
                </a:moveTo>
                <a:lnTo>
                  <a:pt x="981075" y="1304925"/>
                </a:lnTo>
                <a:lnTo>
                  <a:pt x="981075" y="1314450"/>
                </a:lnTo>
                <a:lnTo>
                  <a:pt x="962025" y="1314450"/>
                </a:lnTo>
                <a:close/>
                <a:moveTo>
                  <a:pt x="257175" y="1314450"/>
                </a:moveTo>
                <a:lnTo>
                  <a:pt x="266700" y="1314450"/>
                </a:lnTo>
                <a:lnTo>
                  <a:pt x="266700" y="1323975"/>
                </a:lnTo>
                <a:lnTo>
                  <a:pt x="257175" y="1323975"/>
                </a:lnTo>
                <a:close/>
                <a:moveTo>
                  <a:pt x="723900" y="1333500"/>
                </a:moveTo>
                <a:lnTo>
                  <a:pt x="733425" y="1333500"/>
                </a:lnTo>
                <a:lnTo>
                  <a:pt x="733425" y="1362075"/>
                </a:lnTo>
                <a:lnTo>
                  <a:pt x="723900" y="1362075"/>
                </a:lnTo>
                <a:close/>
                <a:moveTo>
                  <a:pt x="742950" y="1333500"/>
                </a:moveTo>
                <a:lnTo>
                  <a:pt x="752475" y="1333500"/>
                </a:lnTo>
                <a:lnTo>
                  <a:pt x="752475" y="1343025"/>
                </a:lnTo>
                <a:lnTo>
                  <a:pt x="742950" y="1343025"/>
                </a:lnTo>
                <a:close/>
                <a:moveTo>
                  <a:pt x="295275" y="1343025"/>
                </a:moveTo>
                <a:lnTo>
                  <a:pt x="304800" y="1343025"/>
                </a:lnTo>
                <a:lnTo>
                  <a:pt x="304800" y="1352550"/>
                </a:lnTo>
                <a:lnTo>
                  <a:pt x="295275" y="1352550"/>
                </a:lnTo>
                <a:close/>
                <a:moveTo>
                  <a:pt x="895350" y="1362075"/>
                </a:moveTo>
                <a:lnTo>
                  <a:pt x="904875" y="1362075"/>
                </a:lnTo>
                <a:lnTo>
                  <a:pt x="904875" y="1371600"/>
                </a:lnTo>
                <a:lnTo>
                  <a:pt x="895350" y="1371600"/>
                </a:lnTo>
                <a:close/>
                <a:moveTo>
                  <a:pt x="819150" y="1371600"/>
                </a:moveTo>
                <a:lnTo>
                  <a:pt x="828675" y="1371600"/>
                </a:lnTo>
                <a:lnTo>
                  <a:pt x="828675" y="1381125"/>
                </a:lnTo>
                <a:lnTo>
                  <a:pt x="819150" y="1381125"/>
                </a:lnTo>
                <a:close/>
                <a:moveTo>
                  <a:pt x="876300" y="1390650"/>
                </a:moveTo>
                <a:lnTo>
                  <a:pt x="885825" y="1390650"/>
                </a:lnTo>
                <a:lnTo>
                  <a:pt x="885825" y="1400175"/>
                </a:lnTo>
                <a:lnTo>
                  <a:pt x="895350" y="1400175"/>
                </a:lnTo>
                <a:lnTo>
                  <a:pt x="895350" y="1438275"/>
                </a:lnTo>
                <a:lnTo>
                  <a:pt x="885825" y="1438275"/>
                </a:lnTo>
                <a:lnTo>
                  <a:pt x="885825" y="1447800"/>
                </a:lnTo>
                <a:lnTo>
                  <a:pt x="914400" y="1447800"/>
                </a:lnTo>
                <a:lnTo>
                  <a:pt x="914400" y="1438275"/>
                </a:lnTo>
                <a:lnTo>
                  <a:pt x="933450" y="1438275"/>
                </a:lnTo>
                <a:lnTo>
                  <a:pt x="933450" y="1419225"/>
                </a:lnTo>
                <a:lnTo>
                  <a:pt x="952500" y="1419225"/>
                </a:lnTo>
                <a:lnTo>
                  <a:pt x="952500" y="1428750"/>
                </a:lnTo>
                <a:lnTo>
                  <a:pt x="962025" y="1428750"/>
                </a:lnTo>
                <a:lnTo>
                  <a:pt x="962025" y="1438275"/>
                </a:lnTo>
                <a:lnTo>
                  <a:pt x="933450" y="1438275"/>
                </a:lnTo>
                <a:lnTo>
                  <a:pt x="933450" y="1457325"/>
                </a:lnTo>
                <a:lnTo>
                  <a:pt x="923925" y="1457325"/>
                </a:lnTo>
                <a:lnTo>
                  <a:pt x="923925" y="1466850"/>
                </a:lnTo>
                <a:lnTo>
                  <a:pt x="914400" y="1466850"/>
                </a:lnTo>
                <a:lnTo>
                  <a:pt x="914400" y="1476375"/>
                </a:lnTo>
                <a:lnTo>
                  <a:pt x="904875" y="1476375"/>
                </a:lnTo>
                <a:lnTo>
                  <a:pt x="904875" y="1466850"/>
                </a:lnTo>
                <a:lnTo>
                  <a:pt x="885825" y="1466850"/>
                </a:lnTo>
                <a:lnTo>
                  <a:pt x="885825" y="1457325"/>
                </a:lnTo>
                <a:lnTo>
                  <a:pt x="857250" y="1457325"/>
                </a:lnTo>
                <a:lnTo>
                  <a:pt x="857250" y="1419225"/>
                </a:lnTo>
                <a:lnTo>
                  <a:pt x="866775" y="1419225"/>
                </a:lnTo>
                <a:lnTo>
                  <a:pt x="866775" y="1400175"/>
                </a:lnTo>
                <a:lnTo>
                  <a:pt x="876300" y="1400175"/>
                </a:lnTo>
                <a:close/>
                <a:moveTo>
                  <a:pt x="1104900" y="1390650"/>
                </a:moveTo>
                <a:lnTo>
                  <a:pt x="1123950" y="1390650"/>
                </a:lnTo>
                <a:lnTo>
                  <a:pt x="1123950" y="1400175"/>
                </a:lnTo>
                <a:lnTo>
                  <a:pt x="1114425" y="1400175"/>
                </a:lnTo>
                <a:lnTo>
                  <a:pt x="1114425" y="1419225"/>
                </a:lnTo>
                <a:lnTo>
                  <a:pt x="1095375" y="1419225"/>
                </a:lnTo>
                <a:lnTo>
                  <a:pt x="1095375" y="1409700"/>
                </a:lnTo>
                <a:lnTo>
                  <a:pt x="1104900" y="1409700"/>
                </a:lnTo>
                <a:close/>
                <a:moveTo>
                  <a:pt x="657225" y="1400175"/>
                </a:moveTo>
                <a:lnTo>
                  <a:pt x="666750" y="1400175"/>
                </a:lnTo>
                <a:lnTo>
                  <a:pt x="666750" y="1428750"/>
                </a:lnTo>
                <a:lnTo>
                  <a:pt x="657225" y="1428750"/>
                </a:lnTo>
                <a:close/>
                <a:moveTo>
                  <a:pt x="676275" y="1400175"/>
                </a:moveTo>
                <a:lnTo>
                  <a:pt x="685800" y="1400175"/>
                </a:lnTo>
                <a:lnTo>
                  <a:pt x="685800" y="1419225"/>
                </a:lnTo>
                <a:lnTo>
                  <a:pt x="676275" y="1419225"/>
                </a:lnTo>
                <a:close/>
                <a:moveTo>
                  <a:pt x="790575" y="1400175"/>
                </a:moveTo>
                <a:lnTo>
                  <a:pt x="800100" y="1400175"/>
                </a:lnTo>
                <a:lnTo>
                  <a:pt x="800100" y="1428750"/>
                </a:lnTo>
                <a:lnTo>
                  <a:pt x="790575" y="1428750"/>
                </a:lnTo>
                <a:close/>
                <a:moveTo>
                  <a:pt x="971550" y="1400175"/>
                </a:moveTo>
                <a:lnTo>
                  <a:pt x="981075" y="1400175"/>
                </a:lnTo>
                <a:lnTo>
                  <a:pt x="981075" y="1409700"/>
                </a:lnTo>
                <a:lnTo>
                  <a:pt x="971550" y="1409700"/>
                </a:lnTo>
                <a:close/>
                <a:moveTo>
                  <a:pt x="1000125" y="1400175"/>
                </a:moveTo>
                <a:lnTo>
                  <a:pt x="1009650" y="1400175"/>
                </a:lnTo>
                <a:lnTo>
                  <a:pt x="1009650" y="1419225"/>
                </a:lnTo>
                <a:lnTo>
                  <a:pt x="1000125" y="1419225"/>
                </a:lnTo>
                <a:close/>
                <a:moveTo>
                  <a:pt x="152400" y="1409700"/>
                </a:moveTo>
                <a:lnTo>
                  <a:pt x="171450" y="1409700"/>
                </a:lnTo>
                <a:lnTo>
                  <a:pt x="171450" y="1419225"/>
                </a:lnTo>
                <a:lnTo>
                  <a:pt x="190500" y="1419225"/>
                </a:lnTo>
                <a:lnTo>
                  <a:pt x="190500" y="1428750"/>
                </a:lnTo>
                <a:lnTo>
                  <a:pt x="180975" y="1428750"/>
                </a:lnTo>
                <a:lnTo>
                  <a:pt x="180975" y="1447800"/>
                </a:lnTo>
                <a:lnTo>
                  <a:pt x="161925" y="1447800"/>
                </a:lnTo>
                <a:lnTo>
                  <a:pt x="161925" y="1466850"/>
                </a:lnTo>
                <a:lnTo>
                  <a:pt x="142875" y="1466850"/>
                </a:lnTo>
                <a:lnTo>
                  <a:pt x="142875" y="1476375"/>
                </a:lnTo>
                <a:lnTo>
                  <a:pt x="123825" y="1476375"/>
                </a:lnTo>
                <a:lnTo>
                  <a:pt x="123825" y="1466850"/>
                </a:lnTo>
                <a:lnTo>
                  <a:pt x="114300" y="1466850"/>
                </a:lnTo>
                <a:lnTo>
                  <a:pt x="114300" y="1447800"/>
                </a:lnTo>
                <a:lnTo>
                  <a:pt x="133350" y="1447800"/>
                </a:lnTo>
                <a:lnTo>
                  <a:pt x="133350" y="1438275"/>
                </a:lnTo>
                <a:lnTo>
                  <a:pt x="142875" y="1438275"/>
                </a:lnTo>
                <a:lnTo>
                  <a:pt x="142875" y="1419225"/>
                </a:lnTo>
                <a:lnTo>
                  <a:pt x="152400" y="1419225"/>
                </a:lnTo>
                <a:close/>
                <a:moveTo>
                  <a:pt x="600075" y="1409700"/>
                </a:moveTo>
                <a:lnTo>
                  <a:pt x="619125" y="1409700"/>
                </a:lnTo>
                <a:lnTo>
                  <a:pt x="619125" y="1419225"/>
                </a:lnTo>
                <a:lnTo>
                  <a:pt x="600075" y="1419225"/>
                </a:lnTo>
                <a:close/>
                <a:moveTo>
                  <a:pt x="962025" y="1409700"/>
                </a:moveTo>
                <a:lnTo>
                  <a:pt x="971550" y="1409700"/>
                </a:lnTo>
                <a:lnTo>
                  <a:pt x="971550" y="1419225"/>
                </a:lnTo>
                <a:lnTo>
                  <a:pt x="962025" y="1419225"/>
                </a:lnTo>
                <a:close/>
                <a:moveTo>
                  <a:pt x="266700" y="1419225"/>
                </a:moveTo>
                <a:lnTo>
                  <a:pt x="276225" y="1419225"/>
                </a:lnTo>
                <a:lnTo>
                  <a:pt x="276225" y="1428750"/>
                </a:lnTo>
                <a:lnTo>
                  <a:pt x="266700" y="1428750"/>
                </a:lnTo>
                <a:close/>
                <a:moveTo>
                  <a:pt x="371475" y="1428750"/>
                </a:moveTo>
                <a:lnTo>
                  <a:pt x="381000" y="1428750"/>
                </a:lnTo>
                <a:lnTo>
                  <a:pt x="381000" y="1466850"/>
                </a:lnTo>
                <a:lnTo>
                  <a:pt x="371475" y="1466850"/>
                </a:lnTo>
                <a:close/>
                <a:moveTo>
                  <a:pt x="619125" y="1428750"/>
                </a:moveTo>
                <a:lnTo>
                  <a:pt x="628650" y="1428750"/>
                </a:lnTo>
                <a:lnTo>
                  <a:pt x="628650" y="1438275"/>
                </a:lnTo>
                <a:lnTo>
                  <a:pt x="619125" y="1438275"/>
                </a:lnTo>
                <a:close/>
                <a:moveTo>
                  <a:pt x="76200" y="1438275"/>
                </a:moveTo>
                <a:lnTo>
                  <a:pt x="95250" y="1438275"/>
                </a:lnTo>
                <a:lnTo>
                  <a:pt x="95250" y="1447800"/>
                </a:lnTo>
                <a:lnTo>
                  <a:pt x="85725" y="1447800"/>
                </a:lnTo>
                <a:lnTo>
                  <a:pt x="85725" y="1476375"/>
                </a:lnTo>
                <a:lnTo>
                  <a:pt x="66675" y="1476375"/>
                </a:lnTo>
                <a:lnTo>
                  <a:pt x="66675" y="1447800"/>
                </a:lnTo>
                <a:lnTo>
                  <a:pt x="76200" y="1447800"/>
                </a:lnTo>
                <a:close/>
                <a:moveTo>
                  <a:pt x="666750" y="1438275"/>
                </a:moveTo>
                <a:lnTo>
                  <a:pt x="685800" y="1438275"/>
                </a:lnTo>
                <a:lnTo>
                  <a:pt x="685800" y="1457325"/>
                </a:lnTo>
                <a:lnTo>
                  <a:pt x="695325" y="1457325"/>
                </a:lnTo>
                <a:lnTo>
                  <a:pt x="695325" y="1466850"/>
                </a:lnTo>
                <a:lnTo>
                  <a:pt x="666750" y="1466850"/>
                </a:lnTo>
                <a:close/>
                <a:moveTo>
                  <a:pt x="762000" y="1438275"/>
                </a:moveTo>
                <a:lnTo>
                  <a:pt x="781050" y="1438275"/>
                </a:lnTo>
                <a:lnTo>
                  <a:pt x="781050" y="1457325"/>
                </a:lnTo>
                <a:lnTo>
                  <a:pt x="771525" y="1457325"/>
                </a:lnTo>
                <a:lnTo>
                  <a:pt x="771525" y="1466850"/>
                </a:lnTo>
                <a:lnTo>
                  <a:pt x="762000" y="1466850"/>
                </a:lnTo>
                <a:lnTo>
                  <a:pt x="762000" y="1457325"/>
                </a:lnTo>
                <a:lnTo>
                  <a:pt x="752475" y="1457325"/>
                </a:lnTo>
                <a:lnTo>
                  <a:pt x="752475" y="1466850"/>
                </a:lnTo>
                <a:lnTo>
                  <a:pt x="742950" y="1466850"/>
                </a:lnTo>
                <a:lnTo>
                  <a:pt x="742950" y="1447800"/>
                </a:lnTo>
                <a:lnTo>
                  <a:pt x="762000" y="1447800"/>
                </a:lnTo>
                <a:close/>
                <a:moveTo>
                  <a:pt x="828675" y="1438275"/>
                </a:moveTo>
                <a:lnTo>
                  <a:pt x="838200" y="1438275"/>
                </a:lnTo>
                <a:lnTo>
                  <a:pt x="838200" y="1476375"/>
                </a:lnTo>
                <a:lnTo>
                  <a:pt x="847725" y="1476375"/>
                </a:lnTo>
                <a:lnTo>
                  <a:pt x="847725" y="1485900"/>
                </a:lnTo>
                <a:lnTo>
                  <a:pt x="828675" y="1485900"/>
                </a:lnTo>
                <a:lnTo>
                  <a:pt x="828675" y="1476375"/>
                </a:lnTo>
                <a:lnTo>
                  <a:pt x="809625" y="1476375"/>
                </a:lnTo>
                <a:lnTo>
                  <a:pt x="809625" y="1457325"/>
                </a:lnTo>
                <a:lnTo>
                  <a:pt x="819150" y="1457325"/>
                </a:lnTo>
                <a:lnTo>
                  <a:pt x="819150" y="1447800"/>
                </a:lnTo>
                <a:lnTo>
                  <a:pt x="828675" y="1447800"/>
                </a:lnTo>
                <a:close/>
                <a:moveTo>
                  <a:pt x="209550" y="1447800"/>
                </a:moveTo>
                <a:lnTo>
                  <a:pt x="228600" y="1447800"/>
                </a:lnTo>
                <a:lnTo>
                  <a:pt x="228600" y="1466850"/>
                </a:lnTo>
                <a:lnTo>
                  <a:pt x="219075" y="1466850"/>
                </a:lnTo>
                <a:lnTo>
                  <a:pt x="219075" y="1476375"/>
                </a:lnTo>
                <a:lnTo>
                  <a:pt x="209550" y="1476375"/>
                </a:lnTo>
                <a:lnTo>
                  <a:pt x="209550" y="1466850"/>
                </a:lnTo>
                <a:lnTo>
                  <a:pt x="200025" y="1466850"/>
                </a:lnTo>
                <a:lnTo>
                  <a:pt x="200025" y="1457325"/>
                </a:lnTo>
                <a:lnTo>
                  <a:pt x="209550" y="1457325"/>
                </a:lnTo>
                <a:close/>
                <a:moveTo>
                  <a:pt x="0" y="1457325"/>
                </a:moveTo>
                <a:lnTo>
                  <a:pt x="9525" y="1457325"/>
                </a:lnTo>
                <a:lnTo>
                  <a:pt x="9525" y="1466850"/>
                </a:lnTo>
                <a:lnTo>
                  <a:pt x="28575" y="1466850"/>
                </a:lnTo>
                <a:lnTo>
                  <a:pt x="28575" y="1485900"/>
                </a:lnTo>
                <a:lnTo>
                  <a:pt x="57150" y="1485900"/>
                </a:lnTo>
                <a:lnTo>
                  <a:pt x="57150" y="1514475"/>
                </a:lnTo>
                <a:lnTo>
                  <a:pt x="66675" y="1514475"/>
                </a:lnTo>
                <a:lnTo>
                  <a:pt x="66675" y="1495425"/>
                </a:lnTo>
                <a:lnTo>
                  <a:pt x="76200" y="1495425"/>
                </a:lnTo>
                <a:lnTo>
                  <a:pt x="76200" y="1485900"/>
                </a:lnTo>
                <a:lnTo>
                  <a:pt x="85725" y="1485900"/>
                </a:lnTo>
                <a:lnTo>
                  <a:pt x="85725" y="1476375"/>
                </a:lnTo>
                <a:lnTo>
                  <a:pt x="95250" y="1476375"/>
                </a:lnTo>
                <a:lnTo>
                  <a:pt x="95250" y="1485900"/>
                </a:lnTo>
                <a:lnTo>
                  <a:pt x="104775" y="1485900"/>
                </a:lnTo>
                <a:lnTo>
                  <a:pt x="104775" y="1495425"/>
                </a:lnTo>
                <a:lnTo>
                  <a:pt x="85725" y="1495425"/>
                </a:lnTo>
                <a:lnTo>
                  <a:pt x="85725" y="1504950"/>
                </a:lnTo>
                <a:lnTo>
                  <a:pt x="76200" y="1504950"/>
                </a:lnTo>
                <a:lnTo>
                  <a:pt x="76200" y="1524000"/>
                </a:lnTo>
                <a:lnTo>
                  <a:pt x="47625" y="1524000"/>
                </a:lnTo>
                <a:lnTo>
                  <a:pt x="47625" y="1514475"/>
                </a:lnTo>
                <a:lnTo>
                  <a:pt x="38100" y="1514475"/>
                </a:lnTo>
                <a:lnTo>
                  <a:pt x="38100" y="1504950"/>
                </a:lnTo>
                <a:lnTo>
                  <a:pt x="19050" y="1504950"/>
                </a:lnTo>
                <a:lnTo>
                  <a:pt x="19050" y="1495425"/>
                </a:lnTo>
                <a:lnTo>
                  <a:pt x="0" y="1495425"/>
                </a:lnTo>
                <a:close/>
                <a:moveTo>
                  <a:pt x="142875" y="1457325"/>
                </a:moveTo>
                <a:lnTo>
                  <a:pt x="152400" y="1457325"/>
                </a:lnTo>
                <a:lnTo>
                  <a:pt x="152400" y="1447800"/>
                </a:lnTo>
                <a:lnTo>
                  <a:pt x="142875" y="1447800"/>
                </a:lnTo>
                <a:close/>
                <a:moveTo>
                  <a:pt x="723900" y="1457325"/>
                </a:moveTo>
                <a:lnTo>
                  <a:pt x="733425" y="1457325"/>
                </a:lnTo>
                <a:lnTo>
                  <a:pt x="733425" y="1466850"/>
                </a:lnTo>
                <a:lnTo>
                  <a:pt x="723900" y="1466850"/>
                </a:lnTo>
                <a:close/>
                <a:moveTo>
                  <a:pt x="1000125" y="1466850"/>
                </a:moveTo>
                <a:lnTo>
                  <a:pt x="1009650" y="1466850"/>
                </a:lnTo>
                <a:lnTo>
                  <a:pt x="1009650" y="1476375"/>
                </a:lnTo>
                <a:lnTo>
                  <a:pt x="1000125" y="1476375"/>
                </a:lnTo>
                <a:close/>
                <a:moveTo>
                  <a:pt x="333375" y="1476375"/>
                </a:moveTo>
                <a:lnTo>
                  <a:pt x="342900" y="1476375"/>
                </a:lnTo>
                <a:lnTo>
                  <a:pt x="342900" y="1485900"/>
                </a:lnTo>
                <a:lnTo>
                  <a:pt x="333375" y="1485900"/>
                </a:lnTo>
                <a:close/>
                <a:moveTo>
                  <a:pt x="1019175" y="1476375"/>
                </a:moveTo>
                <a:lnTo>
                  <a:pt x="1028700" y="1476375"/>
                </a:lnTo>
                <a:lnTo>
                  <a:pt x="1028700" y="1485900"/>
                </a:lnTo>
                <a:lnTo>
                  <a:pt x="1019175" y="1485900"/>
                </a:lnTo>
                <a:close/>
                <a:moveTo>
                  <a:pt x="857250" y="1485900"/>
                </a:moveTo>
                <a:lnTo>
                  <a:pt x="866775" y="1485900"/>
                </a:lnTo>
                <a:lnTo>
                  <a:pt x="866775" y="1495425"/>
                </a:lnTo>
                <a:lnTo>
                  <a:pt x="857250" y="1495425"/>
                </a:lnTo>
                <a:close/>
                <a:moveTo>
                  <a:pt x="781050" y="1495425"/>
                </a:moveTo>
                <a:lnTo>
                  <a:pt x="790575" y="1495425"/>
                </a:lnTo>
                <a:lnTo>
                  <a:pt x="790575" y="1504950"/>
                </a:lnTo>
                <a:lnTo>
                  <a:pt x="800100" y="1504950"/>
                </a:lnTo>
                <a:lnTo>
                  <a:pt x="800100" y="1524000"/>
                </a:lnTo>
                <a:lnTo>
                  <a:pt x="781050" y="1524000"/>
                </a:lnTo>
                <a:close/>
                <a:moveTo>
                  <a:pt x="161925" y="1504950"/>
                </a:moveTo>
                <a:lnTo>
                  <a:pt x="171450" y="1504950"/>
                </a:lnTo>
                <a:lnTo>
                  <a:pt x="171450" y="1514475"/>
                </a:lnTo>
                <a:lnTo>
                  <a:pt x="161925" y="1514475"/>
                </a:lnTo>
                <a:close/>
                <a:moveTo>
                  <a:pt x="904875" y="1504950"/>
                </a:moveTo>
                <a:lnTo>
                  <a:pt x="923925" y="1504950"/>
                </a:lnTo>
                <a:lnTo>
                  <a:pt x="923925" y="1514475"/>
                </a:lnTo>
                <a:lnTo>
                  <a:pt x="914400" y="1514475"/>
                </a:lnTo>
                <a:lnTo>
                  <a:pt x="914400" y="1524000"/>
                </a:lnTo>
                <a:lnTo>
                  <a:pt x="904875" y="1524000"/>
                </a:lnTo>
                <a:close/>
                <a:moveTo>
                  <a:pt x="142875" y="1524000"/>
                </a:moveTo>
                <a:lnTo>
                  <a:pt x="152400" y="1524000"/>
                </a:lnTo>
                <a:lnTo>
                  <a:pt x="152400" y="1552575"/>
                </a:lnTo>
                <a:lnTo>
                  <a:pt x="133350" y="1552575"/>
                </a:lnTo>
                <a:lnTo>
                  <a:pt x="133350" y="1571625"/>
                </a:lnTo>
                <a:lnTo>
                  <a:pt x="114300" y="1571625"/>
                </a:lnTo>
                <a:lnTo>
                  <a:pt x="114300" y="1552575"/>
                </a:lnTo>
                <a:lnTo>
                  <a:pt x="123825" y="1552575"/>
                </a:lnTo>
                <a:lnTo>
                  <a:pt x="123825" y="1543050"/>
                </a:lnTo>
                <a:lnTo>
                  <a:pt x="142875" y="1543050"/>
                </a:lnTo>
                <a:close/>
                <a:moveTo>
                  <a:pt x="781050" y="1543050"/>
                </a:moveTo>
                <a:lnTo>
                  <a:pt x="800100" y="1543050"/>
                </a:lnTo>
                <a:lnTo>
                  <a:pt x="800100" y="1562100"/>
                </a:lnTo>
                <a:lnTo>
                  <a:pt x="781050" y="1562100"/>
                </a:lnTo>
                <a:close/>
                <a:moveTo>
                  <a:pt x="1047750" y="1600200"/>
                </a:moveTo>
                <a:lnTo>
                  <a:pt x="1066800" y="1600200"/>
                </a:lnTo>
                <a:lnTo>
                  <a:pt x="1066800" y="1619250"/>
                </a:lnTo>
                <a:lnTo>
                  <a:pt x="1057275" y="1619250"/>
                </a:lnTo>
                <a:lnTo>
                  <a:pt x="1057275" y="1609725"/>
                </a:lnTo>
                <a:lnTo>
                  <a:pt x="1047750" y="1609725"/>
                </a:lnTo>
                <a:close/>
                <a:moveTo>
                  <a:pt x="923925" y="1676400"/>
                </a:moveTo>
                <a:lnTo>
                  <a:pt x="942975" y="1676400"/>
                </a:lnTo>
                <a:lnTo>
                  <a:pt x="942975" y="1685925"/>
                </a:lnTo>
                <a:lnTo>
                  <a:pt x="923925" y="1685925"/>
                </a:lnTo>
                <a:close/>
                <a:moveTo>
                  <a:pt x="1019175" y="1685925"/>
                </a:moveTo>
                <a:lnTo>
                  <a:pt x="1038225" y="1685925"/>
                </a:lnTo>
                <a:lnTo>
                  <a:pt x="1038225" y="1714500"/>
                </a:lnTo>
                <a:lnTo>
                  <a:pt x="1057275" y="1714500"/>
                </a:lnTo>
                <a:lnTo>
                  <a:pt x="1057275" y="1724025"/>
                </a:lnTo>
                <a:lnTo>
                  <a:pt x="1047750" y="1724025"/>
                </a:lnTo>
                <a:lnTo>
                  <a:pt x="1047750" y="1733550"/>
                </a:lnTo>
                <a:lnTo>
                  <a:pt x="1057275" y="1733550"/>
                </a:lnTo>
                <a:lnTo>
                  <a:pt x="1057275" y="1743075"/>
                </a:lnTo>
                <a:lnTo>
                  <a:pt x="1038225" y="1743075"/>
                </a:lnTo>
                <a:lnTo>
                  <a:pt x="1038225" y="1752600"/>
                </a:lnTo>
                <a:lnTo>
                  <a:pt x="1028700" y="1752600"/>
                </a:lnTo>
                <a:lnTo>
                  <a:pt x="1028700" y="1733550"/>
                </a:lnTo>
                <a:lnTo>
                  <a:pt x="1019175" y="1733550"/>
                </a:lnTo>
                <a:lnTo>
                  <a:pt x="1019175" y="1714500"/>
                </a:lnTo>
                <a:lnTo>
                  <a:pt x="1009650" y="1714500"/>
                </a:lnTo>
                <a:lnTo>
                  <a:pt x="1009650" y="1695450"/>
                </a:lnTo>
                <a:lnTo>
                  <a:pt x="1019175" y="1695450"/>
                </a:lnTo>
                <a:close/>
                <a:moveTo>
                  <a:pt x="933450" y="1695450"/>
                </a:moveTo>
                <a:lnTo>
                  <a:pt x="942975" y="1695450"/>
                </a:lnTo>
                <a:lnTo>
                  <a:pt x="942975" y="1704975"/>
                </a:lnTo>
                <a:lnTo>
                  <a:pt x="933450" y="1704975"/>
                </a:lnTo>
                <a:close/>
                <a:moveTo>
                  <a:pt x="1076325" y="1695450"/>
                </a:moveTo>
                <a:lnTo>
                  <a:pt x="1085850" y="1695450"/>
                </a:lnTo>
                <a:lnTo>
                  <a:pt x="1085850" y="1704975"/>
                </a:lnTo>
                <a:lnTo>
                  <a:pt x="1076325" y="1704975"/>
                </a:lnTo>
                <a:close/>
                <a:moveTo>
                  <a:pt x="838200" y="1704975"/>
                </a:moveTo>
                <a:lnTo>
                  <a:pt x="866775" y="1704975"/>
                </a:lnTo>
                <a:lnTo>
                  <a:pt x="866775" y="1714500"/>
                </a:lnTo>
                <a:lnTo>
                  <a:pt x="857250" y="1714500"/>
                </a:lnTo>
                <a:lnTo>
                  <a:pt x="857250" y="1724025"/>
                </a:lnTo>
                <a:lnTo>
                  <a:pt x="838200" y="1724025"/>
                </a:lnTo>
                <a:lnTo>
                  <a:pt x="838200" y="1733550"/>
                </a:lnTo>
                <a:lnTo>
                  <a:pt x="828675" y="1733550"/>
                </a:lnTo>
                <a:lnTo>
                  <a:pt x="828675" y="1752600"/>
                </a:lnTo>
                <a:lnTo>
                  <a:pt x="809625" y="1752600"/>
                </a:lnTo>
                <a:lnTo>
                  <a:pt x="809625" y="1733550"/>
                </a:lnTo>
                <a:lnTo>
                  <a:pt x="819150" y="1733550"/>
                </a:lnTo>
                <a:lnTo>
                  <a:pt x="819150" y="1724025"/>
                </a:lnTo>
                <a:lnTo>
                  <a:pt x="828675" y="1724025"/>
                </a:lnTo>
                <a:lnTo>
                  <a:pt x="828675" y="1714500"/>
                </a:lnTo>
                <a:lnTo>
                  <a:pt x="838200" y="1714500"/>
                </a:lnTo>
                <a:close/>
                <a:moveTo>
                  <a:pt x="933450" y="1724025"/>
                </a:moveTo>
                <a:lnTo>
                  <a:pt x="942975" y="1724025"/>
                </a:lnTo>
                <a:lnTo>
                  <a:pt x="942975" y="1733550"/>
                </a:lnTo>
                <a:lnTo>
                  <a:pt x="933450" y="1733550"/>
                </a:lnTo>
                <a:close/>
                <a:moveTo>
                  <a:pt x="914400" y="1733550"/>
                </a:moveTo>
                <a:lnTo>
                  <a:pt x="933450" y="1733550"/>
                </a:lnTo>
                <a:lnTo>
                  <a:pt x="933450" y="1762125"/>
                </a:lnTo>
                <a:lnTo>
                  <a:pt x="914400" y="1762125"/>
                </a:lnTo>
                <a:close/>
                <a:moveTo>
                  <a:pt x="704850" y="1743075"/>
                </a:moveTo>
                <a:lnTo>
                  <a:pt x="714375" y="1743075"/>
                </a:lnTo>
                <a:lnTo>
                  <a:pt x="714375" y="1762125"/>
                </a:lnTo>
                <a:lnTo>
                  <a:pt x="704850" y="1762125"/>
                </a:lnTo>
                <a:close/>
                <a:moveTo>
                  <a:pt x="85725" y="1752600"/>
                </a:moveTo>
                <a:lnTo>
                  <a:pt x="95250" y="1752600"/>
                </a:lnTo>
                <a:lnTo>
                  <a:pt x="95250" y="1762125"/>
                </a:lnTo>
                <a:lnTo>
                  <a:pt x="85725" y="1762125"/>
                </a:lnTo>
                <a:close/>
                <a:moveTo>
                  <a:pt x="742950" y="1752600"/>
                </a:moveTo>
                <a:lnTo>
                  <a:pt x="752475" y="1752600"/>
                </a:lnTo>
                <a:lnTo>
                  <a:pt x="752475" y="1762125"/>
                </a:lnTo>
                <a:lnTo>
                  <a:pt x="742950" y="1762125"/>
                </a:lnTo>
                <a:close/>
                <a:moveTo>
                  <a:pt x="857250" y="1752600"/>
                </a:moveTo>
                <a:lnTo>
                  <a:pt x="876300" y="1752600"/>
                </a:lnTo>
                <a:lnTo>
                  <a:pt x="876300" y="1762125"/>
                </a:lnTo>
                <a:lnTo>
                  <a:pt x="857250" y="1762125"/>
                </a:lnTo>
                <a:close/>
              </a:path>
            </a:pathLst>
          </a:custGeom>
          <a:solidFill xmlns:a="http://schemas.openxmlformats.org/drawingml/2006/main">
            <a:srgbClr val="F9FAF5"/>
          </a:solidFill>
          <a:ln xmlns:a="http://schemas.openxmlformats.org/drawingml/2006/main" w="0">
            <a:noFill/>
          </a:ln>
        </p:spPr>
      </p:sp>
      <p:sp>
        <p:nvSpPr>
          <p:cNvPr id="54" name="turno2 vector #f9f9f5">
            <a:extLst xmlns:a="http://schemas.openxmlformats.org/drawingml/2006/main">
              <a:ext uri="{FF2B5EF4-FFF2-40B4-BE49-F238E27FC236}">
                <a16:creationId xmlns:a16="http://schemas.microsoft.com/office/drawing/2014/main" id="{C61659BE-10D4-4BF6-9584-24C359AF16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86975" y="2514600"/>
            <a:ext cx="1828800" cy="2724150"/>
          </a:xfrm>
          <a:custGeom xmlns:a="http://schemas.openxmlformats.org/drawingml/2006/main">
            <a:pathLst>
              <a:path w="1181100" h="1762125">
                <a:moveTo>
                  <a:pt x="742950" y="0"/>
                </a:moveTo>
                <a:lnTo>
                  <a:pt x="752475" y="0"/>
                </a:lnTo>
                <a:lnTo>
                  <a:pt x="752475" y="9525"/>
                </a:lnTo>
                <a:lnTo>
                  <a:pt x="742950" y="9525"/>
                </a:lnTo>
                <a:close/>
                <a:moveTo>
                  <a:pt x="790575" y="0"/>
                </a:moveTo>
                <a:lnTo>
                  <a:pt x="809625" y="0"/>
                </a:lnTo>
                <a:lnTo>
                  <a:pt x="809625" y="19050"/>
                </a:lnTo>
                <a:lnTo>
                  <a:pt x="800100" y="19050"/>
                </a:lnTo>
                <a:lnTo>
                  <a:pt x="800100" y="9525"/>
                </a:lnTo>
                <a:lnTo>
                  <a:pt x="790575" y="9525"/>
                </a:lnTo>
                <a:close/>
                <a:moveTo>
                  <a:pt x="952500" y="0"/>
                </a:moveTo>
                <a:lnTo>
                  <a:pt x="962025" y="0"/>
                </a:lnTo>
                <a:lnTo>
                  <a:pt x="962025" y="9525"/>
                </a:lnTo>
                <a:lnTo>
                  <a:pt x="952500" y="9525"/>
                </a:lnTo>
                <a:close/>
                <a:moveTo>
                  <a:pt x="1028700" y="0"/>
                </a:moveTo>
                <a:lnTo>
                  <a:pt x="1038225" y="0"/>
                </a:lnTo>
                <a:lnTo>
                  <a:pt x="1038225" y="9525"/>
                </a:lnTo>
                <a:lnTo>
                  <a:pt x="1028700" y="9525"/>
                </a:lnTo>
                <a:close/>
                <a:moveTo>
                  <a:pt x="419100" y="9525"/>
                </a:moveTo>
                <a:lnTo>
                  <a:pt x="438150" y="9525"/>
                </a:lnTo>
                <a:lnTo>
                  <a:pt x="438150" y="28575"/>
                </a:lnTo>
                <a:lnTo>
                  <a:pt x="419100" y="28575"/>
                </a:lnTo>
                <a:close/>
                <a:moveTo>
                  <a:pt x="828675" y="9525"/>
                </a:moveTo>
                <a:lnTo>
                  <a:pt x="838200" y="9525"/>
                </a:lnTo>
                <a:lnTo>
                  <a:pt x="838200" y="19050"/>
                </a:lnTo>
                <a:lnTo>
                  <a:pt x="828675" y="19050"/>
                </a:lnTo>
                <a:close/>
                <a:moveTo>
                  <a:pt x="962025" y="9525"/>
                </a:moveTo>
                <a:lnTo>
                  <a:pt x="971550" y="9525"/>
                </a:lnTo>
                <a:lnTo>
                  <a:pt x="971550" y="38100"/>
                </a:lnTo>
                <a:lnTo>
                  <a:pt x="962025" y="38100"/>
                </a:lnTo>
                <a:close/>
                <a:moveTo>
                  <a:pt x="1038225" y="9525"/>
                </a:moveTo>
                <a:lnTo>
                  <a:pt x="1047750" y="9525"/>
                </a:lnTo>
                <a:lnTo>
                  <a:pt x="1047750" y="19050"/>
                </a:lnTo>
                <a:lnTo>
                  <a:pt x="1038225" y="19050"/>
                </a:lnTo>
                <a:close/>
                <a:moveTo>
                  <a:pt x="447675" y="19050"/>
                </a:moveTo>
                <a:lnTo>
                  <a:pt x="466725" y="19050"/>
                </a:lnTo>
                <a:lnTo>
                  <a:pt x="466725" y="28575"/>
                </a:lnTo>
                <a:lnTo>
                  <a:pt x="447675" y="28575"/>
                </a:lnTo>
                <a:close/>
                <a:moveTo>
                  <a:pt x="685800" y="19050"/>
                </a:moveTo>
                <a:lnTo>
                  <a:pt x="695325" y="19050"/>
                </a:lnTo>
                <a:lnTo>
                  <a:pt x="695325" y="38100"/>
                </a:lnTo>
                <a:lnTo>
                  <a:pt x="685800" y="38100"/>
                </a:lnTo>
                <a:close/>
                <a:moveTo>
                  <a:pt x="819150" y="19050"/>
                </a:moveTo>
                <a:lnTo>
                  <a:pt x="828675" y="19050"/>
                </a:lnTo>
                <a:lnTo>
                  <a:pt x="828675" y="28575"/>
                </a:lnTo>
                <a:lnTo>
                  <a:pt x="819150" y="28575"/>
                </a:lnTo>
                <a:close/>
                <a:moveTo>
                  <a:pt x="914400" y="19050"/>
                </a:moveTo>
                <a:lnTo>
                  <a:pt x="933450" y="19050"/>
                </a:lnTo>
                <a:lnTo>
                  <a:pt x="933450" y="28575"/>
                </a:lnTo>
                <a:lnTo>
                  <a:pt x="942975" y="28575"/>
                </a:lnTo>
                <a:lnTo>
                  <a:pt x="942975" y="38100"/>
                </a:lnTo>
                <a:lnTo>
                  <a:pt x="923925" y="38100"/>
                </a:lnTo>
                <a:lnTo>
                  <a:pt x="923925" y="28575"/>
                </a:lnTo>
                <a:lnTo>
                  <a:pt x="914400" y="28575"/>
                </a:lnTo>
                <a:close/>
                <a:moveTo>
                  <a:pt x="295275" y="28575"/>
                </a:moveTo>
                <a:lnTo>
                  <a:pt x="314325" y="28575"/>
                </a:lnTo>
                <a:lnTo>
                  <a:pt x="314325" y="38100"/>
                </a:lnTo>
                <a:lnTo>
                  <a:pt x="304800" y="38100"/>
                </a:lnTo>
                <a:lnTo>
                  <a:pt x="304800" y="47625"/>
                </a:lnTo>
                <a:lnTo>
                  <a:pt x="295275" y="47625"/>
                </a:lnTo>
                <a:lnTo>
                  <a:pt x="295275" y="57150"/>
                </a:lnTo>
                <a:lnTo>
                  <a:pt x="285750" y="57150"/>
                </a:lnTo>
                <a:lnTo>
                  <a:pt x="285750" y="66675"/>
                </a:lnTo>
                <a:lnTo>
                  <a:pt x="276225" y="66675"/>
                </a:lnTo>
                <a:lnTo>
                  <a:pt x="276225" y="57150"/>
                </a:lnTo>
                <a:lnTo>
                  <a:pt x="266700" y="57150"/>
                </a:lnTo>
                <a:lnTo>
                  <a:pt x="266700" y="47625"/>
                </a:lnTo>
                <a:lnTo>
                  <a:pt x="257175" y="47625"/>
                </a:lnTo>
                <a:lnTo>
                  <a:pt x="257175" y="38100"/>
                </a:lnTo>
                <a:lnTo>
                  <a:pt x="266700" y="38100"/>
                </a:lnTo>
                <a:lnTo>
                  <a:pt x="266700" y="47625"/>
                </a:lnTo>
                <a:lnTo>
                  <a:pt x="285750" y="47625"/>
                </a:lnTo>
                <a:lnTo>
                  <a:pt x="285750" y="38100"/>
                </a:lnTo>
                <a:lnTo>
                  <a:pt x="295275" y="38100"/>
                </a:lnTo>
                <a:close/>
                <a:moveTo>
                  <a:pt x="885825" y="28575"/>
                </a:moveTo>
                <a:lnTo>
                  <a:pt x="895350" y="28575"/>
                </a:lnTo>
                <a:lnTo>
                  <a:pt x="895350" y="38100"/>
                </a:lnTo>
                <a:lnTo>
                  <a:pt x="885825" y="38100"/>
                </a:lnTo>
                <a:close/>
                <a:moveTo>
                  <a:pt x="1114425" y="28575"/>
                </a:moveTo>
                <a:lnTo>
                  <a:pt x="1123950" y="28575"/>
                </a:lnTo>
                <a:lnTo>
                  <a:pt x="1123950" y="38100"/>
                </a:lnTo>
                <a:lnTo>
                  <a:pt x="1114425" y="38100"/>
                </a:lnTo>
                <a:close/>
                <a:moveTo>
                  <a:pt x="180975" y="38100"/>
                </a:moveTo>
                <a:lnTo>
                  <a:pt x="190500" y="38100"/>
                </a:lnTo>
                <a:lnTo>
                  <a:pt x="190500" y="47625"/>
                </a:lnTo>
                <a:lnTo>
                  <a:pt x="180975" y="47625"/>
                </a:lnTo>
                <a:close/>
                <a:moveTo>
                  <a:pt x="819150" y="38100"/>
                </a:moveTo>
                <a:lnTo>
                  <a:pt x="838200" y="38100"/>
                </a:lnTo>
                <a:lnTo>
                  <a:pt x="838200" y="47625"/>
                </a:lnTo>
                <a:lnTo>
                  <a:pt x="819150" y="47625"/>
                </a:lnTo>
                <a:close/>
                <a:moveTo>
                  <a:pt x="866775" y="38100"/>
                </a:moveTo>
                <a:lnTo>
                  <a:pt x="885825" y="38100"/>
                </a:lnTo>
                <a:lnTo>
                  <a:pt x="885825" y="47625"/>
                </a:lnTo>
                <a:lnTo>
                  <a:pt x="866775" y="47625"/>
                </a:lnTo>
                <a:close/>
                <a:moveTo>
                  <a:pt x="790575" y="47625"/>
                </a:moveTo>
                <a:lnTo>
                  <a:pt x="800100" y="47625"/>
                </a:lnTo>
                <a:lnTo>
                  <a:pt x="800100" y="57150"/>
                </a:lnTo>
                <a:lnTo>
                  <a:pt x="790575" y="57150"/>
                </a:lnTo>
                <a:close/>
                <a:moveTo>
                  <a:pt x="1076325" y="47625"/>
                </a:moveTo>
                <a:lnTo>
                  <a:pt x="1085850" y="47625"/>
                </a:lnTo>
                <a:lnTo>
                  <a:pt x="1085850" y="57150"/>
                </a:lnTo>
                <a:lnTo>
                  <a:pt x="1076325" y="57150"/>
                </a:lnTo>
                <a:close/>
                <a:moveTo>
                  <a:pt x="152400" y="57150"/>
                </a:moveTo>
                <a:lnTo>
                  <a:pt x="171450" y="57150"/>
                </a:lnTo>
                <a:lnTo>
                  <a:pt x="171450" y="66675"/>
                </a:lnTo>
                <a:lnTo>
                  <a:pt x="152400" y="66675"/>
                </a:lnTo>
                <a:close/>
                <a:moveTo>
                  <a:pt x="866775" y="57150"/>
                </a:moveTo>
                <a:lnTo>
                  <a:pt x="885825" y="57150"/>
                </a:lnTo>
                <a:lnTo>
                  <a:pt x="885825" y="66675"/>
                </a:lnTo>
                <a:lnTo>
                  <a:pt x="866775" y="66675"/>
                </a:lnTo>
                <a:close/>
                <a:moveTo>
                  <a:pt x="247650" y="66675"/>
                </a:moveTo>
                <a:lnTo>
                  <a:pt x="257175" y="66675"/>
                </a:lnTo>
                <a:lnTo>
                  <a:pt x="257175" y="85725"/>
                </a:lnTo>
                <a:lnTo>
                  <a:pt x="247650" y="85725"/>
                </a:lnTo>
                <a:close/>
                <a:moveTo>
                  <a:pt x="1143000" y="66675"/>
                </a:moveTo>
                <a:lnTo>
                  <a:pt x="1181100" y="66675"/>
                </a:lnTo>
                <a:lnTo>
                  <a:pt x="1181100" y="76200"/>
                </a:lnTo>
                <a:lnTo>
                  <a:pt x="1162050" y="76200"/>
                </a:lnTo>
                <a:lnTo>
                  <a:pt x="1162050" y="85725"/>
                </a:lnTo>
                <a:lnTo>
                  <a:pt x="1152525" y="85725"/>
                </a:lnTo>
                <a:lnTo>
                  <a:pt x="1152525" y="76200"/>
                </a:lnTo>
                <a:lnTo>
                  <a:pt x="1143000" y="76200"/>
                </a:lnTo>
                <a:close/>
                <a:moveTo>
                  <a:pt x="514350" y="76200"/>
                </a:moveTo>
                <a:lnTo>
                  <a:pt x="523875" y="76200"/>
                </a:lnTo>
                <a:lnTo>
                  <a:pt x="523875" y="85725"/>
                </a:lnTo>
                <a:lnTo>
                  <a:pt x="514350" y="85725"/>
                </a:lnTo>
                <a:close/>
                <a:moveTo>
                  <a:pt x="923925" y="76200"/>
                </a:moveTo>
                <a:lnTo>
                  <a:pt x="933450" y="76200"/>
                </a:lnTo>
                <a:lnTo>
                  <a:pt x="933450" y="104775"/>
                </a:lnTo>
                <a:lnTo>
                  <a:pt x="923925" y="104775"/>
                </a:lnTo>
                <a:lnTo>
                  <a:pt x="923925" y="95250"/>
                </a:lnTo>
                <a:lnTo>
                  <a:pt x="914400" y="95250"/>
                </a:lnTo>
                <a:lnTo>
                  <a:pt x="914400" y="85725"/>
                </a:lnTo>
                <a:lnTo>
                  <a:pt x="923925" y="85725"/>
                </a:lnTo>
                <a:close/>
                <a:moveTo>
                  <a:pt x="1104900" y="76200"/>
                </a:moveTo>
                <a:lnTo>
                  <a:pt x="1114425" y="76200"/>
                </a:lnTo>
                <a:lnTo>
                  <a:pt x="1114425" y="85725"/>
                </a:lnTo>
                <a:lnTo>
                  <a:pt x="1104900" y="85725"/>
                </a:lnTo>
                <a:close/>
                <a:moveTo>
                  <a:pt x="180975" y="85725"/>
                </a:moveTo>
                <a:lnTo>
                  <a:pt x="190500" y="85725"/>
                </a:lnTo>
                <a:lnTo>
                  <a:pt x="190500" y="104775"/>
                </a:lnTo>
                <a:lnTo>
                  <a:pt x="180975" y="104775"/>
                </a:lnTo>
                <a:close/>
                <a:moveTo>
                  <a:pt x="257175" y="85725"/>
                </a:moveTo>
                <a:lnTo>
                  <a:pt x="266700" y="85725"/>
                </a:lnTo>
                <a:lnTo>
                  <a:pt x="266700" y="95250"/>
                </a:lnTo>
                <a:lnTo>
                  <a:pt x="257175" y="95250"/>
                </a:lnTo>
                <a:close/>
                <a:moveTo>
                  <a:pt x="295275" y="85725"/>
                </a:moveTo>
                <a:lnTo>
                  <a:pt x="333375" y="85725"/>
                </a:lnTo>
                <a:lnTo>
                  <a:pt x="333375" y="95250"/>
                </a:lnTo>
                <a:lnTo>
                  <a:pt x="323850" y="95250"/>
                </a:lnTo>
                <a:lnTo>
                  <a:pt x="323850" y="104775"/>
                </a:lnTo>
                <a:lnTo>
                  <a:pt x="314325" y="104775"/>
                </a:lnTo>
                <a:lnTo>
                  <a:pt x="314325" y="95250"/>
                </a:lnTo>
                <a:lnTo>
                  <a:pt x="304800" y="95250"/>
                </a:lnTo>
                <a:lnTo>
                  <a:pt x="304800" y="104775"/>
                </a:lnTo>
                <a:lnTo>
                  <a:pt x="295275" y="104775"/>
                </a:lnTo>
                <a:close/>
                <a:moveTo>
                  <a:pt x="752475" y="85725"/>
                </a:moveTo>
                <a:lnTo>
                  <a:pt x="781050" y="85725"/>
                </a:lnTo>
                <a:lnTo>
                  <a:pt x="781050" y="95250"/>
                </a:lnTo>
                <a:lnTo>
                  <a:pt x="752475" y="95250"/>
                </a:lnTo>
                <a:close/>
                <a:moveTo>
                  <a:pt x="590550" y="95250"/>
                </a:moveTo>
                <a:lnTo>
                  <a:pt x="600075" y="95250"/>
                </a:lnTo>
                <a:lnTo>
                  <a:pt x="600075" y="104775"/>
                </a:lnTo>
                <a:lnTo>
                  <a:pt x="590550" y="104775"/>
                </a:lnTo>
                <a:close/>
                <a:moveTo>
                  <a:pt x="47625" y="104775"/>
                </a:moveTo>
                <a:lnTo>
                  <a:pt x="57150" y="104775"/>
                </a:lnTo>
                <a:lnTo>
                  <a:pt x="57150" y="114300"/>
                </a:lnTo>
                <a:lnTo>
                  <a:pt x="47625" y="114300"/>
                </a:lnTo>
                <a:close/>
                <a:moveTo>
                  <a:pt x="171450" y="104775"/>
                </a:moveTo>
                <a:lnTo>
                  <a:pt x="180975" y="104775"/>
                </a:lnTo>
                <a:lnTo>
                  <a:pt x="180975" y="114300"/>
                </a:lnTo>
                <a:lnTo>
                  <a:pt x="171450" y="114300"/>
                </a:lnTo>
                <a:close/>
                <a:moveTo>
                  <a:pt x="323850" y="104775"/>
                </a:moveTo>
                <a:lnTo>
                  <a:pt x="333375" y="104775"/>
                </a:lnTo>
                <a:lnTo>
                  <a:pt x="333375" y="114300"/>
                </a:lnTo>
                <a:lnTo>
                  <a:pt x="323850" y="114300"/>
                </a:lnTo>
                <a:close/>
                <a:moveTo>
                  <a:pt x="1009650" y="104775"/>
                </a:moveTo>
                <a:lnTo>
                  <a:pt x="1019175" y="104775"/>
                </a:lnTo>
                <a:lnTo>
                  <a:pt x="1019175" y="114300"/>
                </a:lnTo>
                <a:lnTo>
                  <a:pt x="1009650" y="114300"/>
                </a:lnTo>
                <a:close/>
                <a:moveTo>
                  <a:pt x="209550" y="114300"/>
                </a:moveTo>
                <a:lnTo>
                  <a:pt x="219075" y="114300"/>
                </a:lnTo>
                <a:lnTo>
                  <a:pt x="219075" y="123825"/>
                </a:lnTo>
                <a:lnTo>
                  <a:pt x="228600" y="123825"/>
                </a:lnTo>
                <a:lnTo>
                  <a:pt x="228600" y="133350"/>
                </a:lnTo>
                <a:lnTo>
                  <a:pt x="180975" y="133350"/>
                </a:lnTo>
                <a:lnTo>
                  <a:pt x="180975" y="123825"/>
                </a:lnTo>
                <a:lnTo>
                  <a:pt x="209550" y="123825"/>
                </a:lnTo>
                <a:close/>
                <a:moveTo>
                  <a:pt x="476250" y="114300"/>
                </a:moveTo>
                <a:lnTo>
                  <a:pt x="485775" y="114300"/>
                </a:lnTo>
                <a:lnTo>
                  <a:pt x="485775" y="123825"/>
                </a:lnTo>
                <a:lnTo>
                  <a:pt x="476250" y="123825"/>
                </a:lnTo>
                <a:close/>
                <a:moveTo>
                  <a:pt x="495300" y="114300"/>
                </a:moveTo>
                <a:lnTo>
                  <a:pt x="504825" y="114300"/>
                </a:lnTo>
                <a:lnTo>
                  <a:pt x="504825" y="123825"/>
                </a:lnTo>
                <a:lnTo>
                  <a:pt x="495300" y="123825"/>
                </a:lnTo>
                <a:close/>
                <a:moveTo>
                  <a:pt x="628650" y="114300"/>
                </a:moveTo>
                <a:lnTo>
                  <a:pt x="638175" y="114300"/>
                </a:lnTo>
                <a:lnTo>
                  <a:pt x="638175" y="123825"/>
                </a:lnTo>
                <a:lnTo>
                  <a:pt x="628650" y="123825"/>
                </a:lnTo>
                <a:close/>
                <a:moveTo>
                  <a:pt x="923925" y="123825"/>
                </a:moveTo>
                <a:lnTo>
                  <a:pt x="933450" y="123825"/>
                </a:lnTo>
                <a:lnTo>
                  <a:pt x="933450" y="152400"/>
                </a:lnTo>
                <a:lnTo>
                  <a:pt x="952500" y="152400"/>
                </a:lnTo>
                <a:lnTo>
                  <a:pt x="952500" y="161925"/>
                </a:lnTo>
                <a:lnTo>
                  <a:pt x="923925" y="161925"/>
                </a:lnTo>
                <a:close/>
                <a:moveTo>
                  <a:pt x="76200" y="133350"/>
                </a:moveTo>
                <a:lnTo>
                  <a:pt x="95250" y="133350"/>
                </a:lnTo>
                <a:lnTo>
                  <a:pt x="95250" y="152400"/>
                </a:lnTo>
                <a:lnTo>
                  <a:pt x="85725" y="152400"/>
                </a:lnTo>
                <a:lnTo>
                  <a:pt x="85725" y="161925"/>
                </a:lnTo>
                <a:lnTo>
                  <a:pt x="76200" y="161925"/>
                </a:lnTo>
                <a:lnTo>
                  <a:pt x="76200" y="152400"/>
                </a:lnTo>
                <a:lnTo>
                  <a:pt x="66675" y="152400"/>
                </a:lnTo>
                <a:lnTo>
                  <a:pt x="66675" y="142875"/>
                </a:lnTo>
                <a:lnTo>
                  <a:pt x="76200" y="142875"/>
                </a:lnTo>
                <a:close/>
                <a:moveTo>
                  <a:pt x="171450" y="133350"/>
                </a:moveTo>
                <a:lnTo>
                  <a:pt x="180975" y="133350"/>
                </a:lnTo>
                <a:lnTo>
                  <a:pt x="180975" y="142875"/>
                </a:lnTo>
                <a:lnTo>
                  <a:pt x="171450" y="142875"/>
                </a:lnTo>
                <a:close/>
                <a:moveTo>
                  <a:pt x="285750" y="133350"/>
                </a:moveTo>
                <a:lnTo>
                  <a:pt x="314325" y="133350"/>
                </a:lnTo>
                <a:lnTo>
                  <a:pt x="314325" y="142875"/>
                </a:lnTo>
                <a:lnTo>
                  <a:pt x="304800" y="142875"/>
                </a:lnTo>
                <a:lnTo>
                  <a:pt x="304800" y="152400"/>
                </a:lnTo>
                <a:lnTo>
                  <a:pt x="276225" y="152400"/>
                </a:lnTo>
                <a:lnTo>
                  <a:pt x="276225" y="142875"/>
                </a:lnTo>
                <a:lnTo>
                  <a:pt x="285750" y="142875"/>
                </a:lnTo>
                <a:close/>
                <a:moveTo>
                  <a:pt x="247650" y="142875"/>
                </a:moveTo>
                <a:lnTo>
                  <a:pt x="257175" y="142875"/>
                </a:lnTo>
                <a:lnTo>
                  <a:pt x="257175" y="152400"/>
                </a:lnTo>
                <a:lnTo>
                  <a:pt x="276225" y="152400"/>
                </a:lnTo>
                <a:lnTo>
                  <a:pt x="276225" y="180975"/>
                </a:lnTo>
                <a:lnTo>
                  <a:pt x="266700" y="180975"/>
                </a:lnTo>
                <a:lnTo>
                  <a:pt x="266700" y="171450"/>
                </a:lnTo>
                <a:lnTo>
                  <a:pt x="247650" y="171450"/>
                </a:lnTo>
                <a:close/>
                <a:moveTo>
                  <a:pt x="342900" y="142875"/>
                </a:moveTo>
                <a:lnTo>
                  <a:pt x="352425" y="142875"/>
                </a:lnTo>
                <a:lnTo>
                  <a:pt x="352425" y="152400"/>
                </a:lnTo>
                <a:lnTo>
                  <a:pt x="342900" y="152400"/>
                </a:lnTo>
                <a:close/>
                <a:moveTo>
                  <a:pt x="981075" y="152400"/>
                </a:moveTo>
                <a:lnTo>
                  <a:pt x="1000125" y="152400"/>
                </a:lnTo>
                <a:lnTo>
                  <a:pt x="1000125" y="161925"/>
                </a:lnTo>
                <a:lnTo>
                  <a:pt x="990600" y="161925"/>
                </a:lnTo>
                <a:lnTo>
                  <a:pt x="990600" y="171450"/>
                </a:lnTo>
                <a:lnTo>
                  <a:pt x="981075" y="171450"/>
                </a:lnTo>
                <a:close/>
                <a:moveTo>
                  <a:pt x="85725" y="161925"/>
                </a:moveTo>
                <a:lnTo>
                  <a:pt x="95250" y="161925"/>
                </a:lnTo>
                <a:lnTo>
                  <a:pt x="95250" y="171450"/>
                </a:lnTo>
                <a:lnTo>
                  <a:pt x="85725" y="171450"/>
                </a:lnTo>
                <a:close/>
                <a:moveTo>
                  <a:pt x="904875" y="161925"/>
                </a:moveTo>
                <a:lnTo>
                  <a:pt x="923925" y="161925"/>
                </a:lnTo>
                <a:lnTo>
                  <a:pt x="923925" y="171450"/>
                </a:lnTo>
                <a:lnTo>
                  <a:pt x="904875" y="171450"/>
                </a:lnTo>
                <a:close/>
                <a:moveTo>
                  <a:pt x="95250" y="171450"/>
                </a:moveTo>
                <a:lnTo>
                  <a:pt x="104775" y="171450"/>
                </a:lnTo>
                <a:lnTo>
                  <a:pt x="104775" y="180975"/>
                </a:lnTo>
                <a:lnTo>
                  <a:pt x="95250" y="180975"/>
                </a:lnTo>
                <a:close/>
                <a:moveTo>
                  <a:pt x="161925" y="171450"/>
                </a:moveTo>
                <a:lnTo>
                  <a:pt x="180975" y="171450"/>
                </a:lnTo>
                <a:lnTo>
                  <a:pt x="180975" y="180975"/>
                </a:lnTo>
                <a:lnTo>
                  <a:pt x="171450" y="180975"/>
                </a:lnTo>
                <a:lnTo>
                  <a:pt x="171450" y="190500"/>
                </a:lnTo>
                <a:lnTo>
                  <a:pt x="142875" y="190500"/>
                </a:lnTo>
                <a:lnTo>
                  <a:pt x="142875" y="180975"/>
                </a:lnTo>
                <a:lnTo>
                  <a:pt x="161925" y="180975"/>
                </a:lnTo>
                <a:close/>
                <a:moveTo>
                  <a:pt x="866775" y="190500"/>
                </a:moveTo>
                <a:lnTo>
                  <a:pt x="876300" y="190500"/>
                </a:lnTo>
                <a:lnTo>
                  <a:pt x="876300" y="200025"/>
                </a:lnTo>
                <a:lnTo>
                  <a:pt x="866775" y="200025"/>
                </a:lnTo>
                <a:close/>
                <a:moveTo>
                  <a:pt x="485775" y="200025"/>
                </a:moveTo>
                <a:lnTo>
                  <a:pt x="504825" y="200025"/>
                </a:lnTo>
                <a:lnTo>
                  <a:pt x="504825" y="209550"/>
                </a:lnTo>
                <a:lnTo>
                  <a:pt x="485775" y="209550"/>
                </a:lnTo>
                <a:close/>
                <a:moveTo>
                  <a:pt x="809625" y="200025"/>
                </a:moveTo>
                <a:lnTo>
                  <a:pt x="828675" y="200025"/>
                </a:lnTo>
                <a:lnTo>
                  <a:pt x="828675" y="209550"/>
                </a:lnTo>
                <a:lnTo>
                  <a:pt x="819150" y="209550"/>
                </a:lnTo>
                <a:lnTo>
                  <a:pt x="819150" y="219075"/>
                </a:lnTo>
                <a:lnTo>
                  <a:pt x="800100" y="219075"/>
                </a:lnTo>
                <a:lnTo>
                  <a:pt x="800100" y="209550"/>
                </a:lnTo>
                <a:lnTo>
                  <a:pt x="809625" y="209550"/>
                </a:lnTo>
                <a:close/>
                <a:moveTo>
                  <a:pt x="1038225" y="209550"/>
                </a:moveTo>
                <a:lnTo>
                  <a:pt x="1047750" y="209550"/>
                </a:lnTo>
                <a:lnTo>
                  <a:pt x="1047750" y="228600"/>
                </a:lnTo>
                <a:lnTo>
                  <a:pt x="1038225" y="228600"/>
                </a:lnTo>
                <a:close/>
                <a:moveTo>
                  <a:pt x="695325" y="219075"/>
                </a:moveTo>
                <a:lnTo>
                  <a:pt x="704850" y="219075"/>
                </a:lnTo>
                <a:lnTo>
                  <a:pt x="704850" y="228600"/>
                </a:lnTo>
                <a:lnTo>
                  <a:pt x="695325" y="228600"/>
                </a:lnTo>
                <a:close/>
                <a:moveTo>
                  <a:pt x="561975" y="238125"/>
                </a:moveTo>
                <a:lnTo>
                  <a:pt x="571500" y="238125"/>
                </a:lnTo>
                <a:lnTo>
                  <a:pt x="571500" y="247650"/>
                </a:lnTo>
                <a:lnTo>
                  <a:pt x="561975" y="247650"/>
                </a:lnTo>
                <a:close/>
                <a:moveTo>
                  <a:pt x="838200" y="238125"/>
                </a:moveTo>
                <a:lnTo>
                  <a:pt x="847725" y="238125"/>
                </a:lnTo>
                <a:lnTo>
                  <a:pt x="847725" y="247650"/>
                </a:lnTo>
                <a:lnTo>
                  <a:pt x="838200" y="247650"/>
                </a:lnTo>
                <a:close/>
                <a:moveTo>
                  <a:pt x="571500" y="247650"/>
                </a:moveTo>
                <a:lnTo>
                  <a:pt x="581025" y="247650"/>
                </a:lnTo>
                <a:lnTo>
                  <a:pt x="581025" y="266700"/>
                </a:lnTo>
                <a:lnTo>
                  <a:pt x="571500" y="266700"/>
                </a:lnTo>
                <a:close/>
                <a:moveTo>
                  <a:pt x="704850" y="247650"/>
                </a:moveTo>
                <a:lnTo>
                  <a:pt x="723900" y="247650"/>
                </a:lnTo>
                <a:lnTo>
                  <a:pt x="723900" y="257175"/>
                </a:lnTo>
                <a:lnTo>
                  <a:pt x="704850" y="257175"/>
                </a:lnTo>
                <a:close/>
                <a:moveTo>
                  <a:pt x="828675" y="247650"/>
                </a:moveTo>
                <a:lnTo>
                  <a:pt x="838200" y="247650"/>
                </a:lnTo>
                <a:lnTo>
                  <a:pt x="838200" y="257175"/>
                </a:lnTo>
                <a:lnTo>
                  <a:pt x="828675" y="257175"/>
                </a:lnTo>
                <a:close/>
                <a:moveTo>
                  <a:pt x="1066800" y="276225"/>
                </a:moveTo>
                <a:lnTo>
                  <a:pt x="1095375" y="276225"/>
                </a:lnTo>
                <a:lnTo>
                  <a:pt x="1095375" y="285750"/>
                </a:lnTo>
                <a:lnTo>
                  <a:pt x="1114425" y="285750"/>
                </a:lnTo>
                <a:lnTo>
                  <a:pt x="1114425" y="295275"/>
                </a:lnTo>
                <a:lnTo>
                  <a:pt x="1085850" y="295275"/>
                </a:lnTo>
                <a:lnTo>
                  <a:pt x="1085850" y="285750"/>
                </a:lnTo>
                <a:lnTo>
                  <a:pt x="1066800" y="285750"/>
                </a:lnTo>
                <a:close/>
                <a:moveTo>
                  <a:pt x="1076325" y="361950"/>
                </a:moveTo>
                <a:lnTo>
                  <a:pt x="1085850" y="361950"/>
                </a:lnTo>
                <a:lnTo>
                  <a:pt x="1085850" y="371475"/>
                </a:lnTo>
                <a:lnTo>
                  <a:pt x="1076325" y="371475"/>
                </a:lnTo>
                <a:close/>
                <a:moveTo>
                  <a:pt x="1104900" y="361950"/>
                </a:moveTo>
                <a:lnTo>
                  <a:pt x="1114425" y="361950"/>
                </a:lnTo>
                <a:lnTo>
                  <a:pt x="1114425" y="409575"/>
                </a:lnTo>
                <a:lnTo>
                  <a:pt x="1104900" y="409575"/>
                </a:lnTo>
                <a:lnTo>
                  <a:pt x="1104900" y="390525"/>
                </a:lnTo>
                <a:lnTo>
                  <a:pt x="1095375" y="390525"/>
                </a:lnTo>
                <a:lnTo>
                  <a:pt x="1095375" y="381000"/>
                </a:lnTo>
                <a:lnTo>
                  <a:pt x="1104900" y="381000"/>
                </a:lnTo>
                <a:close/>
                <a:moveTo>
                  <a:pt x="609600" y="371475"/>
                </a:moveTo>
                <a:lnTo>
                  <a:pt x="619125" y="371475"/>
                </a:lnTo>
                <a:lnTo>
                  <a:pt x="619125" y="390525"/>
                </a:lnTo>
                <a:lnTo>
                  <a:pt x="609600" y="390525"/>
                </a:lnTo>
                <a:close/>
                <a:moveTo>
                  <a:pt x="428625" y="400050"/>
                </a:moveTo>
                <a:lnTo>
                  <a:pt x="447675" y="400050"/>
                </a:lnTo>
                <a:lnTo>
                  <a:pt x="447675" y="409575"/>
                </a:lnTo>
                <a:lnTo>
                  <a:pt x="428625" y="409575"/>
                </a:lnTo>
                <a:close/>
                <a:moveTo>
                  <a:pt x="523875" y="400050"/>
                </a:moveTo>
                <a:lnTo>
                  <a:pt x="533400" y="400050"/>
                </a:lnTo>
                <a:lnTo>
                  <a:pt x="533400" y="409575"/>
                </a:lnTo>
                <a:lnTo>
                  <a:pt x="523875" y="409575"/>
                </a:lnTo>
                <a:close/>
                <a:moveTo>
                  <a:pt x="533400" y="409575"/>
                </a:moveTo>
                <a:lnTo>
                  <a:pt x="542925" y="409575"/>
                </a:lnTo>
                <a:lnTo>
                  <a:pt x="542925" y="419100"/>
                </a:lnTo>
                <a:lnTo>
                  <a:pt x="533400" y="419100"/>
                </a:lnTo>
                <a:close/>
                <a:moveTo>
                  <a:pt x="704850" y="409575"/>
                </a:moveTo>
                <a:lnTo>
                  <a:pt x="714375" y="409575"/>
                </a:lnTo>
                <a:lnTo>
                  <a:pt x="714375" y="419100"/>
                </a:lnTo>
                <a:lnTo>
                  <a:pt x="704850" y="419100"/>
                </a:lnTo>
                <a:close/>
                <a:moveTo>
                  <a:pt x="542925" y="419100"/>
                </a:moveTo>
                <a:lnTo>
                  <a:pt x="552450" y="419100"/>
                </a:lnTo>
                <a:lnTo>
                  <a:pt x="552450" y="428625"/>
                </a:lnTo>
                <a:lnTo>
                  <a:pt x="542925" y="428625"/>
                </a:lnTo>
                <a:close/>
                <a:moveTo>
                  <a:pt x="895350" y="428625"/>
                </a:moveTo>
                <a:lnTo>
                  <a:pt x="933450" y="428625"/>
                </a:lnTo>
                <a:lnTo>
                  <a:pt x="933450" y="438150"/>
                </a:lnTo>
                <a:lnTo>
                  <a:pt x="923925" y="438150"/>
                </a:lnTo>
                <a:lnTo>
                  <a:pt x="923925" y="466725"/>
                </a:lnTo>
                <a:lnTo>
                  <a:pt x="904875" y="466725"/>
                </a:lnTo>
                <a:lnTo>
                  <a:pt x="904875" y="438150"/>
                </a:lnTo>
                <a:lnTo>
                  <a:pt x="895350" y="438150"/>
                </a:lnTo>
                <a:close/>
                <a:moveTo>
                  <a:pt x="1095375" y="428625"/>
                </a:moveTo>
                <a:lnTo>
                  <a:pt x="1104900" y="428625"/>
                </a:lnTo>
                <a:lnTo>
                  <a:pt x="1104900" y="438150"/>
                </a:lnTo>
                <a:lnTo>
                  <a:pt x="1095375" y="438150"/>
                </a:lnTo>
                <a:close/>
                <a:moveTo>
                  <a:pt x="1114425" y="428625"/>
                </a:moveTo>
                <a:lnTo>
                  <a:pt x="1123950" y="428625"/>
                </a:lnTo>
                <a:lnTo>
                  <a:pt x="1123950" y="447675"/>
                </a:lnTo>
                <a:lnTo>
                  <a:pt x="1114425" y="447675"/>
                </a:lnTo>
                <a:close/>
                <a:moveTo>
                  <a:pt x="1171575" y="428625"/>
                </a:moveTo>
                <a:lnTo>
                  <a:pt x="1181100" y="428625"/>
                </a:lnTo>
                <a:lnTo>
                  <a:pt x="1181100" y="438150"/>
                </a:lnTo>
                <a:lnTo>
                  <a:pt x="1171575" y="438150"/>
                </a:lnTo>
                <a:close/>
                <a:moveTo>
                  <a:pt x="1133475" y="447675"/>
                </a:moveTo>
                <a:lnTo>
                  <a:pt x="1143000" y="447675"/>
                </a:lnTo>
                <a:lnTo>
                  <a:pt x="1143000" y="476250"/>
                </a:lnTo>
                <a:lnTo>
                  <a:pt x="1133475" y="476250"/>
                </a:lnTo>
                <a:lnTo>
                  <a:pt x="1133475" y="485775"/>
                </a:lnTo>
                <a:lnTo>
                  <a:pt x="1114425" y="485775"/>
                </a:lnTo>
                <a:lnTo>
                  <a:pt x="1114425" y="457200"/>
                </a:lnTo>
                <a:lnTo>
                  <a:pt x="1133475" y="457200"/>
                </a:lnTo>
                <a:close/>
                <a:moveTo>
                  <a:pt x="1152525" y="485775"/>
                </a:moveTo>
                <a:lnTo>
                  <a:pt x="1162050" y="485775"/>
                </a:lnTo>
                <a:lnTo>
                  <a:pt x="1162050" y="514350"/>
                </a:lnTo>
                <a:lnTo>
                  <a:pt x="1152525" y="514350"/>
                </a:lnTo>
                <a:close/>
                <a:moveTo>
                  <a:pt x="1123950" y="542925"/>
                </a:moveTo>
                <a:lnTo>
                  <a:pt x="1133475" y="542925"/>
                </a:lnTo>
                <a:lnTo>
                  <a:pt x="1133475" y="561975"/>
                </a:lnTo>
                <a:lnTo>
                  <a:pt x="1114425" y="561975"/>
                </a:lnTo>
                <a:lnTo>
                  <a:pt x="1114425" y="552450"/>
                </a:lnTo>
                <a:lnTo>
                  <a:pt x="1123950" y="552450"/>
                </a:lnTo>
                <a:close/>
                <a:moveTo>
                  <a:pt x="885825" y="552450"/>
                </a:moveTo>
                <a:lnTo>
                  <a:pt x="895350" y="552450"/>
                </a:lnTo>
                <a:lnTo>
                  <a:pt x="895350" y="561975"/>
                </a:lnTo>
                <a:lnTo>
                  <a:pt x="885825" y="561975"/>
                </a:lnTo>
                <a:close/>
                <a:moveTo>
                  <a:pt x="295275" y="561975"/>
                </a:moveTo>
                <a:lnTo>
                  <a:pt x="314325" y="561975"/>
                </a:lnTo>
                <a:lnTo>
                  <a:pt x="314325" y="581025"/>
                </a:lnTo>
                <a:lnTo>
                  <a:pt x="304800" y="581025"/>
                </a:lnTo>
                <a:lnTo>
                  <a:pt x="304800" y="590550"/>
                </a:lnTo>
                <a:lnTo>
                  <a:pt x="295275" y="590550"/>
                </a:lnTo>
                <a:close/>
                <a:moveTo>
                  <a:pt x="800100" y="581025"/>
                </a:moveTo>
                <a:lnTo>
                  <a:pt x="809625" y="581025"/>
                </a:lnTo>
                <a:lnTo>
                  <a:pt x="809625" y="590550"/>
                </a:lnTo>
                <a:lnTo>
                  <a:pt x="800100" y="590550"/>
                </a:lnTo>
                <a:close/>
                <a:moveTo>
                  <a:pt x="904875" y="609600"/>
                </a:moveTo>
                <a:lnTo>
                  <a:pt x="914400" y="609600"/>
                </a:lnTo>
                <a:lnTo>
                  <a:pt x="914400" y="619125"/>
                </a:lnTo>
                <a:lnTo>
                  <a:pt x="904875" y="619125"/>
                </a:lnTo>
                <a:close/>
                <a:moveTo>
                  <a:pt x="1143000" y="609600"/>
                </a:moveTo>
                <a:lnTo>
                  <a:pt x="1152525" y="609600"/>
                </a:lnTo>
                <a:lnTo>
                  <a:pt x="1152525" y="619125"/>
                </a:lnTo>
                <a:lnTo>
                  <a:pt x="1162050" y="619125"/>
                </a:lnTo>
                <a:lnTo>
                  <a:pt x="1162050" y="628650"/>
                </a:lnTo>
                <a:lnTo>
                  <a:pt x="1143000" y="628650"/>
                </a:lnTo>
                <a:close/>
                <a:moveTo>
                  <a:pt x="361950" y="619125"/>
                </a:moveTo>
                <a:lnTo>
                  <a:pt x="371475" y="619125"/>
                </a:lnTo>
                <a:lnTo>
                  <a:pt x="371475" y="628650"/>
                </a:lnTo>
                <a:lnTo>
                  <a:pt x="361950" y="628650"/>
                </a:lnTo>
                <a:close/>
                <a:moveTo>
                  <a:pt x="742950" y="628650"/>
                </a:moveTo>
                <a:lnTo>
                  <a:pt x="752475" y="628650"/>
                </a:lnTo>
                <a:lnTo>
                  <a:pt x="752475" y="638175"/>
                </a:lnTo>
                <a:lnTo>
                  <a:pt x="742950" y="638175"/>
                </a:lnTo>
                <a:close/>
                <a:moveTo>
                  <a:pt x="1057275" y="628650"/>
                </a:moveTo>
                <a:lnTo>
                  <a:pt x="1066800" y="628650"/>
                </a:lnTo>
                <a:lnTo>
                  <a:pt x="1066800" y="638175"/>
                </a:lnTo>
                <a:lnTo>
                  <a:pt x="1057275" y="638175"/>
                </a:lnTo>
                <a:close/>
                <a:moveTo>
                  <a:pt x="1095375" y="628650"/>
                </a:moveTo>
                <a:lnTo>
                  <a:pt x="1114425" y="628650"/>
                </a:lnTo>
                <a:lnTo>
                  <a:pt x="1114425" y="647700"/>
                </a:lnTo>
                <a:lnTo>
                  <a:pt x="1095375" y="647700"/>
                </a:lnTo>
                <a:close/>
                <a:moveTo>
                  <a:pt x="581025" y="638175"/>
                </a:moveTo>
                <a:lnTo>
                  <a:pt x="590550" y="638175"/>
                </a:lnTo>
                <a:lnTo>
                  <a:pt x="590550" y="647700"/>
                </a:lnTo>
                <a:lnTo>
                  <a:pt x="581025" y="647700"/>
                </a:lnTo>
                <a:close/>
                <a:moveTo>
                  <a:pt x="1019175" y="638175"/>
                </a:moveTo>
                <a:lnTo>
                  <a:pt x="1028700" y="638175"/>
                </a:lnTo>
                <a:lnTo>
                  <a:pt x="1028700" y="647700"/>
                </a:lnTo>
                <a:lnTo>
                  <a:pt x="1019175" y="647700"/>
                </a:lnTo>
                <a:close/>
                <a:moveTo>
                  <a:pt x="1038225" y="638175"/>
                </a:moveTo>
                <a:lnTo>
                  <a:pt x="1057275" y="638175"/>
                </a:lnTo>
                <a:lnTo>
                  <a:pt x="1057275" y="647700"/>
                </a:lnTo>
                <a:lnTo>
                  <a:pt x="1038225" y="647700"/>
                </a:lnTo>
                <a:close/>
                <a:moveTo>
                  <a:pt x="381000" y="666750"/>
                </a:moveTo>
                <a:lnTo>
                  <a:pt x="390525" y="666750"/>
                </a:lnTo>
                <a:lnTo>
                  <a:pt x="390525" y="676275"/>
                </a:lnTo>
                <a:lnTo>
                  <a:pt x="381000" y="676275"/>
                </a:lnTo>
                <a:close/>
                <a:moveTo>
                  <a:pt x="533400" y="666750"/>
                </a:moveTo>
                <a:lnTo>
                  <a:pt x="552450" y="666750"/>
                </a:lnTo>
                <a:lnTo>
                  <a:pt x="552450" y="676275"/>
                </a:lnTo>
                <a:lnTo>
                  <a:pt x="533400" y="676275"/>
                </a:lnTo>
                <a:close/>
                <a:moveTo>
                  <a:pt x="552450" y="676275"/>
                </a:moveTo>
                <a:lnTo>
                  <a:pt x="561975" y="676275"/>
                </a:lnTo>
                <a:lnTo>
                  <a:pt x="561975" y="685800"/>
                </a:lnTo>
                <a:lnTo>
                  <a:pt x="552450" y="685800"/>
                </a:lnTo>
                <a:close/>
                <a:moveTo>
                  <a:pt x="333375" y="685800"/>
                </a:moveTo>
                <a:lnTo>
                  <a:pt x="342900" y="685800"/>
                </a:lnTo>
                <a:lnTo>
                  <a:pt x="342900" y="695325"/>
                </a:lnTo>
                <a:lnTo>
                  <a:pt x="333375" y="695325"/>
                </a:lnTo>
                <a:close/>
                <a:moveTo>
                  <a:pt x="1143000" y="695325"/>
                </a:moveTo>
                <a:lnTo>
                  <a:pt x="1152525" y="695325"/>
                </a:lnTo>
                <a:lnTo>
                  <a:pt x="1152525" y="704850"/>
                </a:lnTo>
                <a:lnTo>
                  <a:pt x="1162050" y="704850"/>
                </a:lnTo>
                <a:lnTo>
                  <a:pt x="1162050" y="714375"/>
                </a:lnTo>
                <a:lnTo>
                  <a:pt x="1133475" y="714375"/>
                </a:lnTo>
                <a:lnTo>
                  <a:pt x="1133475" y="704850"/>
                </a:lnTo>
                <a:lnTo>
                  <a:pt x="1143000" y="704850"/>
                </a:lnTo>
                <a:close/>
                <a:moveTo>
                  <a:pt x="619125" y="704850"/>
                </a:moveTo>
                <a:lnTo>
                  <a:pt x="628650" y="704850"/>
                </a:lnTo>
                <a:lnTo>
                  <a:pt x="628650" y="714375"/>
                </a:lnTo>
                <a:lnTo>
                  <a:pt x="619125" y="714375"/>
                </a:lnTo>
                <a:close/>
                <a:moveTo>
                  <a:pt x="828675" y="704850"/>
                </a:moveTo>
                <a:lnTo>
                  <a:pt x="838200" y="704850"/>
                </a:lnTo>
                <a:lnTo>
                  <a:pt x="838200" y="714375"/>
                </a:lnTo>
                <a:lnTo>
                  <a:pt x="828675" y="714375"/>
                </a:lnTo>
                <a:close/>
                <a:moveTo>
                  <a:pt x="1076325" y="714375"/>
                </a:moveTo>
                <a:lnTo>
                  <a:pt x="1095375" y="714375"/>
                </a:lnTo>
                <a:lnTo>
                  <a:pt x="1095375" y="723900"/>
                </a:lnTo>
                <a:lnTo>
                  <a:pt x="1085850" y="723900"/>
                </a:lnTo>
                <a:lnTo>
                  <a:pt x="1085850" y="733425"/>
                </a:lnTo>
                <a:lnTo>
                  <a:pt x="1076325" y="733425"/>
                </a:lnTo>
                <a:close/>
                <a:moveTo>
                  <a:pt x="1114425" y="714375"/>
                </a:moveTo>
                <a:lnTo>
                  <a:pt x="1123950" y="714375"/>
                </a:lnTo>
                <a:lnTo>
                  <a:pt x="1123950" y="723900"/>
                </a:lnTo>
                <a:lnTo>
                  <a:pt x="1114425" y="723900"/>
                </a:lnTo>
                <a:close/>
                <a:moveTo>
                  <a:pt x="619125" y="723900"/>
                </a:moveTo>
                <a:lnTo>
                  <a:pt x="628650" y="723900"/>
                </a:lnTo>
                <a:lnTo>
                  <a:pt x="628650" y="742950"/>
                </a:lnTo>
                <a:lnTo>
                  <a:pt x="619125" y="742950"/>
                </a:lnTo>
                <a:close/>
                <a:moveTo>
                  <a:pt x="952500" y="733425"/>
                </a:moveTo>
                <a:lnTo>
                  <a:pt x="962025" y="733425"/>
                </a:lnTo>
                <a:lnTo>
                  <a:pt x="962025" y="752475"/>
                </a:lnTo>
                <a:lnTo>
                  <a:pt x="952500" y="752475"/>
                </a:lnTo>
                <a:close/>
                <a:moveTo>
                  <a:pt x="1095375" y="733425"/>
                </a:moveTo>
                <a:lnTo>
                  <a:pt x="1114425" y="733425"/>
                </a:lnTo>
                <a:lnTo>
                  <a:pt x="1114425" y="742950"/>
                </a:lnTo>
                <a:lnTo>
                  <a:pt x="1095375" y="742950"/>
                </a:lnTo>
                <a:close/>
                <a:moveTo>
                  <a:pt x="638175" y="742950"/>
                </a:moveTo>
                <a:lnTo>
                  <a:pt x="647700" y="742950"/>
                </a:lnTo>
                <a:lnTo>
                  <a:pt x="647700" y="752475"/>
                </a:lnTo>
                <a:lnTo>
                  <a:pt x="638175" y="752475"/>
                </a:lnTo>
                <a:close/>
                <a:moveTo>
                  <a:pt x="904875" y="742950"/>
                </a:moveTo>
                <a:lnTo>
                  <a:pt x="914400" y="742950"/>
                </a:lnTo>
                <a:lnTo>
                  <a:pt x="914400" y="752475"/>
                </a:lnTo>
                <a:lnTo>
                  <a:pt x="904875" y="752475"/>
                </a:lnTo>
                <a:close/>
                <a:moveTo>
                  <a:pt x="1028700" y="742950"/>
                </a:moveTo>
                <a:lnTo>
                  <a:pt x="1047750" y="742950"/>
                </a:lnTo>
                <a:lnTo>
                  <a:pt x="1047750" y="771525"/>
                </a:lnTo>
                <a:lnTo>
                  <a:pt x="1038225" y="771525"/>
                </a:lnTo>
                <a:lnTo>
                  <a:pt x="1038225" y="752475"/>
                </a:lnTo>
                <a:lnTo>
                  <a:pt x="1028700" y="752475"/>
                </a:lnTo>
                <a:close/>
                <a:moveTo>
                  <a:pt x="895350" y="762000"/>
                </a:moveTo>
                <a:lnTo>
                  <a:pt x="914400" y="762000"/>
                </a:lnTo>
                <a:lnTo>
                  <a:pt x="914400" y="771525"/>
                </a:lnTo>
                <a:lnTo>
                  <a:pt x="895350" y="771525"/>
                </a:lnTo>
                <a:close/>
                <a:moveTo>
                  <a:pt x="1114425" y="762000"/>
                </a:moveTo>
                <a:lnTo>
                  <a:pt x="1123950" y="762000"/>
                </a:lnTo>
                <a:lnTo>
                  <a:pt x="1123950" y="771525"/>
                </a:lnTo>
                <a:lnTo>
                  <a:pt x="1114425" y="771525"/>
                </a:lnTo>
                <a:close/>
                <a:moveTo>
                  <a:pt x="1143000" y="771525"/>
                </a:moveTo>
                <a:lnTo>
                  <a:pt x="1152525" y="771525"/>
                </a:lnTo>
                <a:lnTo>
                  <a:pt x="1152525" y="781050"/>
                </a:lnTo>
                <a:lnTo>
                  <a:pt x="1143000" y="781050"/>
                </a:lnTo>
                <a:close/>
                <a:moveTo>
                  <a:pt x="609600" y="781050"/>
                </a:moveTo>
                <a:lnTo>
                  <a:pt x="619125" y="781050"/>
                </a:lnTo>
                <a:lnTo>
                  <a:pt x="619125" y="800100"/>
                </a:lnTo>
                <a:lnTo>
                  <a:pt x="609600" y="800100"/>
                </a:lnTo>
                <a:close/>
                <a:moveTo>
                  <a:pt x="838200" y="781050"/>
                </a:moveTo>
                <a:lnTo>
                  <a:pt x="847725" y="781050"/>
                </a:lnTo>
                <a:lnTo>
                  <a:pt x="847725" y="790575"/>
                </a:lnTo>
                <a:lnTo>
                  <a:pt x="838200" y="790575"/>
                </a:lnTo>
                <a:close/>
                <a:moveTo>
                  <a:pt x="1038225" y="781050"/>
                </a:moveTo>
                <a:lnTo>
                  <a:pt x="1047750" y="781050"/>
                </a:lnTo>
                <a:lnTo>
                  <a:pt x="1047750" y="800100"/>
                </a:lnTo>
                <a:lnTo>
                  <a:pt x="1038225" y="800100"/>
                </a:lnTo>
                <a:close/>
                <a:moveTo>
                  <a:pt x="857250" y="800100"/>
                </a:moveTo>
                <a:lnTo>
                  <a:pt x="866775" y="800100"/>
                </a:lnTo>
                <a:lnTo>
                  <a:pt x="866775" y="809625"/>
                </a:lnTo>
                <a:lnTo>
                  <a:pt x="857250" y="809625"/>
                </a:lnTo>
                <a:close/>
                <a:moveTo>
                  <a:pt x="0" y="819150"/>
                </a:moveTo>
                <a:lnTo>
                  <a:pt x="9525" y="819150"/>
                </a:lnTo>
                <a:lnTo>
                  <a:pt x="9525" y="828675"/>
                </a:lnTo>
                <a:lnTo>
                  <a:pt x="19050" y="828675"/>
                </a:lnTo>
                <a:lnTo>
                  <a:pt x="19050" y="847725"/>
                </a:lnTo>
                <a:lnTo>
                  <a:pt x="0" y="847725"/>
                </a:lnTo>
                <a:close/>
                <a:moveTo>
                  <a:pt x="1057275" y="819150"/>
                </a:moveTo>
                <a:lnTo>
                  <a:pt x="1066800" y="819150"/>
                </a:lnTo>
                <a:lnTo>
                  <a:pt x="1066800" y="828675"/>
                </a:lnTo>
                <a:lnTo>
                  <a:pt x="1057275" y="828675"/>
                </a:lnTo>
                <a:close/>
                <a:moveTo>
                  <a:pt x="123825" y="838200"/>
                </a:moveTo>
                <a:lnTo>
                  <a:pt x="133350" y="838200"/>
                </a:lnTo>
                <a:lnTo>
                  <a:pt x="133350" y="847725"/>
                </a:lnTo>
                <a:lnTo>
                  <a:pt x="123825" y="847725"/>
                </a:lnTo>
                <a:close/>
                <a:moveTo>
                  <a:pt x="666750" y="838200"/>
                </a:moveTo>
                <a:lnTo>
                  <a:pt x="685800" y="838200"/>
                </a:lnTo>
                <a:lnTo>
                  <a:pt x="685800" y="847725"/>
                </a:lnTo>
                <a:lnTo>
                  <a:pt x="666750" y="847725"/>
                </a:lnTo>
                <a:close/>
                <a:moveTo>
                  <a:pt x="876300" y="838200"/>
                </a:moveTo>
                <a:lnTo>
                  <a:pt x="885825" y="838200"/>
                </a:lnTo>
                <a:lnTo>
                  <a:pt x="885825" y="847725"/>
                </a:lnTo>
                <a:lnTo>
                  <a:pt x="876300" y="847725"/>
                </a:lnTo>
                <a:close/>
                <a:moveTo>
                  <a:pt x="133350" y="847725"/>
                </a:moveTo>
                <a:lnTo>
                  <a:pt x="142875" y="847725"/>
                </a:lnTo>
                <a:lnTo>
                  <a:pt x="142875" y="857250"/>
                </a:lnTo>
                <a:lnTo>
                  <a:pt x="133350" y="857250"/>
                </a:lnTo>
                <a:close/>
                <a:moveTo>
                  <a:pt x="581025" y="847725"/>
                </a:moveTo>
                <a:lnTo>
                  <a:pt x="600075" y="847725"/>
                </a:lnTo>
                <a:lnTo>
                  <a:pt x="600075" y="857250"/>
                </a:lnTo>
                <a:lnTo>
                  <a:pt x="590550" y="857250"/>
                </a:lnTo>
                <a:lnTo>
                  <a:pt x="590550" y="866775"/>
                </a:lnTo>
                <a:lnTo>
                  <a:pt x="581025" y="866775"/>
                </a:lnTo>
                <a:close/>
                <a:moveTo>
                  <a:pt x="514350" y="866775"/>
                </a:moveTo>
                <a:lnTo>
                  <a:pt x="533400" y="866775"/>
                </a:lnTo>
                <a:lnTo>
                  <a:pt x="533400" y="876300"/>
                </a:lnTo>
                <a:lnTo>
                  <a:pt x="523875" y="876300"/>
                </a:lnTo>
                <a:lnTo>
                  <a:pt x="523875" y="895350"/>
                </a:lnTo>
                <a:lnTo>
                  <a:pt x="514350" y="895350"/>
                </a:lnTo>
                <a:close/>
                <a:moveTo>
                  <a:pt x="19050" y="876300"/>
                </a:moveTo>
                <a:lnTo>
                  <a:pt x="28575" y="876300"/>
                </a:lnTo>
                <a:lnTo>
                  <a:pt x="28575" y="885825"/>
                </a:lnTo>
                <a:lnTo>
                  <a:pt x="19050" y="885825"/>
                </a:lnTo>
                <a:close/>
                <a:moveTo>
                  <a:pt x="0" y="895350"/>
                </a:moveTo>
                <a:lnTo>
                  <a:pt x="9525" y="895350"/>
                </a:lnTo>
                <a:lnTo>
                  <a:pt x="9525" y="904875"/>
                </a:lnTo>
                <a:lnTo>
                  <a:pt x="0" y="904875"/>
                </a:lnTo>
                <a:close/>
                <a:moveTo>
                  <a:pt x="323850" y="904875"/>
                </a:moveTo>
                <a:lnTo>
                  <a:pt x="333375" y="904875"/>
                </a:lnTo>
                <a:lnTo>
                  <a:pt x="333375" y="914400"/>
                </a:lnTo>
                <a:lnTo>
                  <a:pt x="323850" y="914400"/>
                </a:lnTo>
                <a:close/>
                <a:moveTo>
                  <a:pt x="342900" y="904875"/>
                </a:moveTo>
                <a:lnTo>
                  <a:pt x="352425" y="904875"/>
                </a:lnTo>
                <a:lnTo>
                  <a:pt x="352425" y="914400"/>
                </a:lnTo>
                <a:lnTo>
                  <a:pt x="342900" y="914400"/>
                </a:lnTo>
                <a:close/>
                <a:moveTo>
                  <a:pt x="419100" y="962025"/>
                </a:moveTo>
                <a:lnTo>
                  <a:pt x="428625" y="962025"/>
                </a:lnTo>
                <a:lnTo>
                  <a:pt x="428625" y="971550"/>
                </a:lnTo>
                <a:lnTo>
                  <a:pt x="419100" y="971550"/>
                </a:lnTo>
                <a:close/>
                <a:moveTo>
                  <a:pt x="552450" y="962025"/>
                </a:moveTo>
                <a:lnTo>
                  <a:pt x="561975" y="962025"/>
                </a:lnTo>
                <a:lnTo>
                  <a:pt x="561975" y="971550"/>
                </a:lnTo>
                <a:lnTo>
                  <a:pt x="552450" y="971550"/>
                </a:lnTo>
                <a:close/>
                <a:moveTo>
                  <a:pt x="438150" y="971550"/>
                </a:moveTo>
                <a:lnTo>
                  <a:pt x="447675" y="971550"/>
                </a:lnTo>
                <a:lnTo>
                  <a:pt x="447675" y="981075"/>
                </a:lnTo>
                <a:lnTo>
                  <a:pt x="438150" y="981075"/>
                </a:lnTo>
                <a:close/>
                <a:moveTo>
                  <a:pt x="571500" y="971550"/>
                </a:moveTo>
                <a:lnTo>
                  <a:pt x="581025" y="971550"/>
                </a:lnTo>
                <a:lnTo>
                  <a:pt x="581025" y="981075"/>
                </a:lnTo>
                <a:lnTo>
                  <a:pt x="571500" y="981075"/>
                </a:lnTo>
                <a:close/>
                <a:moveTo>
                  <a:pt x="600075" y="981075"/>
                </a:moveTo>
                <a:lnTo>
                  <a:pt x="628650" y="981075"/>
                </a:lnTo>
                <a:lnTo>
                  <a:pt x="628650" y="990600"/>
                </a:lnTo>
                <a:lnTo>
                  <a:pt x="619125" y="990600"/>
                </a:lnTo>
                <a:lnTo>
                  <a:pt x="619125" y="1009650"/>
                </a:lnTo>
                <a:lnTo>
                  <a:pt x="609600" y="1009650"/>
                </a:lnTo>
                <a:lnTo>
                  <a:pt x="609600" y="990600"/>
                </a:lnTo>
                <a:lnTo>
                  <a:pt x="600075" y="990600"/>
                </a:lnTo>
                <a:close/>
                <a:moveTo>
                  <a:pt x="371475" y="1009650"/>
                </a:moveTo>
                <a:lnTo>
                  <a:pt x="381000" y="1009650"/>
                </a:lnTo>
                <a:lnTo>
                  <a:pt x="381000" y="1019175"/>
                </a:lnTo>
                <a:lnTo>
                  <a:pt x="371475" y="1019175"/>
                </a:lnTo>
                <a:close/>
                <a:moveTo>
                  <a:pt x="0" y="1028700"/>
                </a:moveTo>
                <a:lnTo>
                  <a:pt x="28575" y="1028700"/>
                </a:lnTo>
                <a:lnTo>
                  <a:pt x="28575" y="1038225"/>
                </a:lnTo>
                <a:lnTo>
                  <a:pt x="38100" y="1038225"/>
                </a:lnTo>
                <a:lnTo>
                  <a:pt x="38100" y="1057275"/>
                </a:lnTo>
                <a:lnTo>
                  <a:pt x="19050" y="1057275"/>
                </a:lnTo>
                <a:lnTo>
                  <a:pt x="19050" y="1038225"/>
                </a:lnTo>
                <a:lnTo>
                  <a:pt x="0" y="1038225"/>
                </a:lnTo>
                <a:close/>
                <a:moveTo>
                  <a:pt x="723900" y="1066800"/>
                </a:moveTo>
                <a:lnTo>
                  <a:pt x="733425" y="1066800"/>
                </a:lnTo>
                <a:lnTo>
                  <a:pt x="733425" y="1076325"/>
                </a:lnTo>
                <a:lnTo>
                  <a:pt x="723900" y="1076325"/>
                </a:lnTo>
                <a:close/>
                <a:moveTo>
                  <a:pt x="742950" y="1066800"/>
                </a:moveTo>
                <a:lnTo>
                  <a:pt x="752475" y="1066800"/>
                </a:lnTo>
                <a:lnTo>
                  <a:pt x="752475" y="1076325"/>
                </a:lnTo>
                <a:lnTo>
                  <a:pt x="742950" y="1076325"/>
                </a:lnTo>
                <a:close/>
                <a:moveTo>
                  <a:pt x="38100" y="1085850"/>
                </a:moveTo>
                <a:lnTo>
                  <a:pt x="47625" y="1085850"/>
                </a:lnTo>
                <a:lnTo>
                  <a:pt x="47625" y="1095375"/>
                </a:lnTo>
                <a:lnTo>
                  <a:pt x="38100" y="1095375"/>
                </a:lnTo>
                <a:close/>
                <a:moveTo>
                  <a:pt x="581025" y="1095375"/>
                </a:moveTo>
                <a:lnTo>
                  <a:pt x="600075" y="1095375"/>
                </a:lnTo>
                <a:lnTo>
                  <a:pt x="600075" y="1104900"/>
                </a:lnTo>
                <a:lnTo>
                  <a:pt x="609600" y="1104900"/>
                </a:lnTo>
                <a:lnTo>
                  <a:pt x="609600" y="1095375"/>
                </a:lnTo>
                <a:lnTo>
                  <a:pt x="619125" y="1095375"/>
                </a:lnTo>
                <a:lnTo>
                  <a:pt x="619125" y="1104900"/>
                </a:lnTo>
                <a:lnTo>
                  <a:pt x="609600" y="1104900"/>
                </a:lnTo>
                <a:lnTo>
                  <a:pt x="609600" y="1114425"/>
                </a:lnTo>
                <a:lnTo>
                  <a:pt x="590550" y="1114425"/>
                </a:lnTo>
                <a:lnTo>
                  <a:pt x="590550" y="1104900"/>
                </a:lnTo>
                <a:lnTo>
                  <a:pt x="581025" y="1104900"/>
                </a:lnTo>
                <a:close/>
                <a:moveTo>
                  <a:pt x="0" y="1114425"/>
                </a:moveTo>
                <a:lnTo>
                  <a:pt x="38100" y="1114425"/>
                </a:lnTo>
                <a:lnTo>
                  <a:pt x="38100" y="1133475"/>
                </a:lnTo>
                <a:lnTo>
                  <a:pt x="19050" y="1133475"/>
                </a:lnTo>
                <a:lnTo>
                  <a:pt x="19050" y="1123950"/>
                </a:lnTo>
                <a:lnTo>
                  <a:pt x="0" y="1123950"/>
                </a:lnTo>
                <a:close/>
                <a:moveTo>
                  <a:pt x="723900" y="1114425"/>
                </a:moveTo>
                <a:lnTo>
                  <a:pt x="733425" y="1114425"/>
                </a:lnTo>
                <a:lnTo>
                  <a:pt x="733425" y="1123950"/>
                </a:lnTo>
                <a:lnTo>
                  <a:pt x="723900" y="1123950"/>
                </a:lnTo>
                <a:close/>
                <a:moveTo>
                  <a:pt x="742950" y="1114425"/>
                </a:moveTo>
                <a:lnTo>
                  <a:pt x="752475" y="1114425"/>
                </a:lnTo>
                <a:lnTo>
                  <a:pt x="752475" y="1133475"/>
                </a:lnTo>
                <a:lnTo>
                  <a:pt x="742950" y="1133475"/>
                </a:lnTo>
                <a:close/>
                <a:moveTo>
                  <a:pt x="381000" y="1123950"/>
                </a:moveTo>
                <a:lnTo>
                  <a:pt x="400050" y="1123950"/>
                </a:lnTo>
                <a:lnTo>
                  <a:pt x="400050" y="1133475"/>
                </a:lnTo>
                <a:lnTo>
                  <a:pt x="381000" y="1133475"/>
                </a:lnTo>
                <a:close/>
                <a:moveTo>
                  <a:pt x="676275" y="1123950"/>
                </a:moveTo>
                <a:lnTo>
                  <a:pt x="685800" y="1123950"/>
                </a:lnTo>
                <a:lnTo>
                  <a:pt x="685800" y="1143000"/>
                </a:lnTo>
                <a:lnTo>
                  <a:pt x="676275" y="1143000"/>
                </a:lnTo>
                <a:close/>
                <a:moveTo>
                  <a:pt x="390525" y="1152525"/>
                </a:moveTo>
                <a:lnTo>
                  <a:pt x="400050" y="1152525"/>
                </a:lnTo>
                <a:lnTo>
                  <a:pt x="400050" y="1162050"/>
                </a:lnTo>
                <a:lnTo>
                  <a:pt x="390525" y="1162050"/>
                </a:lnTo>
                <a:close/>
                <a:moveTo>
                  <a:pt x="733425" y="1190625"/>
                </a:moveTo>
                <a:lnTo>
                  <a:pt x="742950" y="1190625"/>
                </a:lnTo>
                <a:lnTo>
                  <a:pt x="742950" y="1200150"/>
                </a:lnTo>
                <a:lnTo>
                  <a:pt x="733425" y="1200150"/>
                </a:lnTo>
                <a:close/>
                <a:moveTo>
                  <a:pt x="657225" y="1200150"/>
                </a:moveTo>
                <a:lnTo>
                  <a:pt x="685800" y="1200150"/>
                </a:lnTo>
                <a:lnTo>
                  <a:pt x="685800" y="1219200"/>
                </a:lnTo>
                <a:lnTo>
                  <a:pt x="657225" y="1219200"/>
                </a:lnTo>
                <a:close/>
                <a:moveTo>
                  <a:pt x="485775" y="1219200"/>
                </a:moveTo>
                <a:lnTo>
                  <a:pt x="514350" y="1219200"/>
                </a:lnTo>
                <a:lnTo>
                  <a:pt x="514350" y="1228725"/>
                </a:lnTo>
                <a:lnTo>
                  <a:pt x="523875" y="1228725"/>
                </a:lnTo>
                <a:lnTo>
                  <a:pt x="523875" y="1247775"/>
                </a:lnTo>
                <a:lnTo>
                  <a:pt x="495300" y="1247775"/>
                </a:lnTo>
                <a:lnTo>
                  <a:pt x="495300" y="1238250"/>
                </a:lnTo>
                <a:lnTo>
                  <a:pt x="485775" y="1238250"/>
                </a:lnTo>
                <a:close/>
                <a:moveTo>
                  <a:pt x="371475" y="1257300"/>
                </a:moveTo>
                <a:lnTo>
                  <a:pt x="390525" y="1257300"/>
                </a:lnTo>
                <a:lnTo>
                  <a:pt x="390525" y="1276350"/>
                </a:lnTo>
                <a:lnTo>
                  <a:pt x="381000" y="1276350"/>
                </a:lnTo>
                <a:lnTo>
                  <a:pt x="381000" y="1266825"/>
                </a:lnTo>
                <a:lnTo>
                  <a:pt x="371475" y="1266825"/>
                </a:lnTo>
                <a:close/>
                <a:moveTo>
                  <a:pt x="0" y="1266825"/>
                </a:moveTo>
                <a:lnTo>
                  <a:pt x="19050" y="1266825"/>
                </a:lnTo>
                <a:lnTo>
                  <a:pt x="19050" y="1276350"/>
                </a:lnTo>
                <a:lnTo>
                  <a:pt x="0" y="1276350"/>
                </a:lnTo>
                <a:close/>
                <a:moveTo>
                  <a:pt x="361950" y="1266825"/>
                </a:moveTo>
                <a:lnTo>
                  <a:pt x="371475" y="1266825"/>
                </a:lnTo>
                <a:lnTo>
                  <a:pt x="371475" y="1276350"/>
                </a:lnTo>
                <a:lnTo>
                  <a:pt x="361950" y="1276350"/>
                </a:lnTo>
                <a:close/>
                <a:moveTo>
                  <a:pt x="800100" y="1285875"/>
                </a:moveTo>
                <a:lnTo>
                  <a:pt x="809625" y="1285875"/>
                </a:lnTo>
                <a:lnTo>
                  <a:pt x="809625" y="1295400"/>
                </a:lnTo>
                <a:lnTo>
                  <a:pt x="800100" y="1295400"/>
                </a:lnTo>
                <a:close/>
                <a:moveTo>
                  <a:pt x="323850" y="1295400"/>
                </a:moveTo>
                <a:lnTo>
                  <a:pt x="342900" y="1295400"/>
                </a:lnTo>
                <a:lnTo>
                  <a:pt x="342900" y="1314450"/>
                </a:lnTo>
                <a:lnTo>
                  <a:pt x="333375" y="1314450"/>
                </a:lnTo>
                <a:lnTo>
                  <a:pt x="333375" y="1304925"/>
                </a:lnTo>
                <a:lnTo>
                  <a:pt x="323850" y="1304925"/>
                </a:lnTo>
                <a:close/>
                <a:moveTo>
                  <a:pt x="733425" y="1295400"/>
                </a:moveTo>
                <a:lnTo>
                  <a:pt x="742950" y="1295400"/>
                </a:lnTo>
                <a:lnTo>
                  <a:pt x="742950" y="1314450"/>
                </a:lnTo>
                <a:lnTo>
                  <a:pt x="733425" y="1314450"/>
                </a:lnTo>
                <a:close/>
                <a:moveTo>
                  <a:pt x="314325" y="1304925"/>
                </a:moveTo>
                <a:lnTo>
                  <a:pt x="323850" y="1304925"/>
                </a:lnTo>
                <a:lnTo>
                  <a:pt x="323850" y="1314450"/>
                </a:lnTo>
                <a:lnTo>
                  <a:pt x="314325" y="1314450"/>
                </a:lnTo>
                <a:close/>
                <a:moveTo>
                  <a:pt x="381000" y="1304925"/>
                </a:moveTo>
                <a:lnTo>
                  <a:pt x="390525" y="1304925"/>
                </a:lnTo>
                <a:lnTo>
                  <a:pt x="390525" y="1323975"/>
                </a:lnTo>
                <a:lnTo>
                  <a:pt x="381000" y="1323975"/>
                </a:lnTo>
                <a:close/>
                <a:moveTo>
                  <a:pt x="9525" y="1314450"/>
                </a:moveTo>
                <a:lnTo>
                  <a:pt x="19050" y="1314450"/>
                </a:lnTo>
                <a:lnTo>
                  <a:pt x="19050" y="1323975"/>
                </a:lnTo>
                <a:lnTo>
                  <a:pt x="9525" y="1323975"/>
                </a:lnTo>
                <a:close/>
                <a:moveTo>
                  <a:pt x="76200" y="1314450"/>
                </a:moveTo>
                <a:lnTo>
                  <a:pt x="85725" y="1314450"/>
                </a:lnTo>
                <a:lnTo>
                  <a:pt x="85725" y="1323975"/>
                </a:lnTo>
                <a:lnTo>
                  <a:pt x="76200" y="1323975"/>
                </a:lnTo>
                <a:close/>
                <a:moveTo>
                  <a:pt x="1095375" y="1314450"/>
                </a:moveTo>
                <a:lnTo>
                  <a:pt x="1104900" y="1314450"/>
                </a:lnTo>
                <a:lnTo>
                  <a:pt x="1104900" y="1323975"/>
                </a:lnTo>
                <a:lnTo>
                  <a:pt x="1095375" y="1323975"/>
                </a:lnTo>
                <a:close/>
                <a:moveTo>
                  <a:pt x="733425" y="1323975"/>
                </a:moveTo>
                <a:lnTo>
                  <a:pt x="762000" y="1323975"/>
                </a:lnTo>
                <a:lnTo>
                  <a:pt x="762000" y="1343025"/>
                </a:lnTo>
                <a:lnTo>
                  <a:pt x="752475" y="1343025"/>
                </a:lnTo>
                <a:lnTo>
                  <a:pt x="752475" y="1333500"/>
                </a:lnTo>
                <a:lnTo>
                  <a:pt x="742950" y="1333500"/>
                </a:lnTo>
                <a:lnTo>
                  <a:pt x="742950" y="1352550"/>
                </a:lnTo>
                <a:lnTo>
                  <a:pt x="733425" y="1352550"/>
                </a:lnTo>
                <a:close/>
                <a:moveTo>
                  <a:pt x="1085850" y="1323975"/>
                </a:moveTo>
                <a:lnTo>
                  <a:pt x="1095375" y="1323975"/>
                </a:lnTo>
                <a:lnTo>
                  <a:pt x="1095375" y="1333500"/>
                </a:lnTo>
                <a:lnTo>
                  <a:pt x="1085850" y="1333500"/>
                </a:lnTo>
                <a:close/>
                <a:moveTo>
                  <a:pt x="1152525" y="1323975"/>
                </a:moveTo>
                <a:lnTo>
                  <a:pt x="1162050" y="1323975"/>
                </a:lnTo>
                <a:lnTo>
                  <a:pt x="1162050" y="1333500"/>
                </a:lnTo>
                <a:lnTo>
                  <a:pt x="1152525" y="1333500"/>
                </a:lnTo>
                <a:close/>
                <a:moveTo>
                  <a:pt x="0" y="1333500"/>
                </a:moveTo>
                <a:lnTo>
                  <a:pt x="9525" y="1333500"/>
                </a:lnTo>
                <a:lnTo>
                  <a:pt x="9525" y="1343025"/>
                </a:lnTo>
                <a:lnTo>
                  <a:pt x="0" y="1343025"/>
                </a:lnTo>
                <a:close/>
                <a:moveTo>
                  <a:pt x="381000" y="1333500"/>
                </a:moveTo>
                <a:lnTo>
                  <a:pt x="390525" y="1333500"/>
                </a:lnTo>
                <a:lnTo>
                  <a:pt x="390525" y="1343025"/>
                </a:lnTo>
                <a:lnTo>
                  <a:pt x="381000" y="1343025"/>
                </a:lnTo>
                <a:close/>
                <a:moveTo>
                  <a:pt x="981075" y="1333500"/>
                </a:moveTo>
                <a:lnTo>
                  <a:pt x="990600" y="1333500"/>
                </a:lnTo>
                <a:lnTo>
                  <a:pt x="990600" y="1343025"/>
                </a:lnTo>
                <a:lnTo>
                  <a:pt x="981075" y="1343025"/>
                </a:lnTo>
                <a:close/>
                <a:moveTo>
                  <a:pt x="1162050" y="1333500"/>
                </a:moveTo>
                <a:lnTo>
                  <a:pt x="1171575" y="1333500"/>
                </a:lnTo>
                <a:lnTo>
                  <a:pt x="1171575" y="1343025"/>
                </a:lnTo>
                <a:lnTo>
                  <a:pt x="1162050" y="1343025"/>
                </a:lnTo>
                <a:close/>
                <a:moveTo>
                  <a:pt x="57150" y="1352550"/>
                </a:moveTo>
                <a:lnTo>
                  <a:pt x="66675" y="1352550"/>
                </a:lnTo>
                <a:lnTo>
                  <a:pt x="66675" y="1362075"/>
                </a:lnTo>
                <a:lnTo>
                  <a:pt x="57150" y="1362075"/>
                </a:lnTo>
                <a:close/>
                <a:moveTo>
                  <a:pt x="485775" y="1352550"/>
                </a:moveTo>
                <a:lnTo>
                  <a:pt x="504825" y="1352550"/>
                </a:lnTo>
                <a:lnTo>
                  <a:pt x="504825" y="1362075"/>
                </a:lnTo>
                <a:lnTo>
                  <a:pt x="485775" y="1362075"/>
                </a:lnTo>
                <a:close/>
                <a:moveTo>
                  <a:pt x="933450" y="1352550"/>
                </a:moveTo>
                <a:lnTo>
                  <a:pt x="942975" y="1352550"/>
                </a:lnTo>
                <a:lnTo>
                  <a:pt x="942975" y="1362075"/>
                </a:lnTo>
                <a:lnTo>
                  <a:pt x="933450" y="1362075"/>
                </a:lnTo>
                <a:close/>
                <a:moveTo>
                  <a:pt x="342900" y="1362075"/>
                </a:moveTo>
                <a:lnTo>
                  <a:pt x="352425" y="1362075"/>
                </a:lnTo>
                <a:lnTo>
                  <a:pt x="352425" y="1371600"/>
                </a:lnTo>
                <a:lnTo>
                  <a:pt x="342900" y="1371600"/>
                </a:lnTo>
                <a:close/>
                <a:moveTo>
                  <a:pt x="723900" y="1362075"/>
                </a:moveTo>
                <a:lnTo>
                  <a:pt x="733425" y="1362075"/>
                </a:lnTo>
                <a:lnTo>
                  <a:pt x="733425" y="1390650"/>
                </a:lnTo>
                <a:lnTo>
                  <a:pt x="723900" y="1390650"/>
                </a:lnTo>
                <a:close/>
                <a:moveTo>
                  <a:pt x="885825" y="1362075"/>
                </a:moveTo>
                <a:lnTo>
                  <a:pt x="895350" y="1362075"/>
                </a:lnTo>
                <a:lnTo>
                  <a:pt x="895350" y="1381125"/>
                </a:lnTo>
                <a:lnTo>
                  <a:pt x="876300" y="1381125"/>
                </a:lnTo>
                <a:lnTo>
                  <a:pt x="876300" y="1371600"/>
                </a:lnTo>
                <a:lnTo>
                  <a:pt x="885825" y="1371600"/>
                </a:lnTo>
                <a:close/>
                <a:moveTo>
                  <a:pt x="904875" y="1371600"/>
                </a:moveTo>
                <a:lnTo>
                  <a:pt x="914400" y="1371600"/>
                </a:lnTo>
                <a:lnTo>
                  <a:pt x="914400" y="1381125"/>
                </a:lnTo>
                <a:lnTo>
                  <a:pt x="904875" y="1381125"/>
                </a:lnTo>
                <a:close/>
                <a:moveTo>
                  <a:pt x="314325" y="1381125"/>
                </a:moveTo>
                <a:lnTo>
                  <a:pt x="323850" y="1381125"/>
                </a:lnTo>
                <a:lnTo>
                  <a:pt x="323850" y="1390650"/>
                </a:lnTo>
                <a:lnTo>
                  <a:pt x="314325" y="1390650"/>
                </a:lnTo>
                <a:close/>
                <a:moveTo>
                  <a:pt x="466725" y="1381125"/>
                </a:moveTo>
                <a:lnTo>
                  <a:pt x="476250" y="1381125"/>
                </a:lnTo>
                <a:lnTo>
                  <a:pt x="476250" y="1390650"/>
                </a:lnTo>
                <a:lnTo>
                  <a:pt x="466725" y="1390650"/>
                </a:lnTo>
                <a:close/>
                <a:moveTo>
                  <a:pt x="790575" y="1381125"/>
                </a:moveTo>
                <a:lnTo>
                  <a:pt x="800100" y="1381125"/>
                </a:lnTo>
                <a:lnTo>
                  <a:pt x="800100" y="1390650"/>
                </a:lnTo>
                <a:lnTo>
                  <a:pt x="790575" y="1390650"/>
                </a:lnTo>
                <a:close/>
                <a:moveTo>
                  <a:pt x="200025" y="1400175"/>
                </a:moveTo>
                <a:lnTo>
                  <a:pt x="209550" y="1400175"/>
                </a:lnTo>
                <a:lnTo>
                  <a:pt x="209550" y="1409700"/>
                </a:lnTo>
                <a:lnTo>
                  <a:pt x="200025" y="1409700"/>
                </a:lnTo>
                <a:close/>
                <a:moveTo>
                  <a:pt x="447675" y="1400175"/>
                </a:moveTo>
                <a:lnTo>
                  <a:pt x="457200" y="1400175"/>
                </a:lnTo>
                <a:lnTo>
                  <a:pt x="457200" y="1409700"/>
                </a:lnTo>
                <a:lnTo>
                  <a:pt x="447675" y="1409700"/>
                </a:lnTo>
                <a:close/>
                <a:moveTo>
                  <a:pt x="1114425" y="1400175"/>
                </a:moveTo>
                <a:lnTo>
                  <a:pt x="1123950" y="1400175"/>
                </a:lnTo>
                <a:lnTo>
                  <a:pt x="1123950" y="1419225"/>
                </a:lnTo>
                <a:lnTo>
                  <a:pt x="1114425" y="1419225"/>
                </a:lnTo>
                <a:close/>
                <a:moveTo>
                  <a:pt x="142875" y="1409700"/>
                </a:moveTo>
                <a:lnTo>
                  <a:pt x="152400" y="1409700"/>
                </a:lnTo>
                <a:lnTo>
                  <a:pt x="152400" y="1419225"/>
                </a:lnTo>
                <a:lnTo>
                  <a:pt x="142875" y="1419225"/>
                </a:lnTo>
                <a:close/>
                <a:moveTo>
                  <a:pt x="666750" y="1409700"/>
                </a:moveTo>
                <a:lnTo>
                  <a:pt x="676275" y="1409700"/>
                </a:lnTo>
                <a:lnTo>
                  <a:pt x="676275" y="1419225"/>
                </a:lnTo>
                <a:lnTo>
                  <a:pt x="695325" y="1419225"/>
                </a:lnTo>
                <a:lnTo>
                  <a:pt x="695325" y="1457325"/>
                </a:lnTo>
                <a:lnTo>
                  <a:pt x="685800" y="1457325"/>
                </a:lnTo>
                <a:lnTo>
                  <a:pt x="685800" y="1438275"/>
                </a:lnTo>
                <a:lnTo>
                  <a:pt x="666750" y="1438275"/>
                </a:lnTo>
                <a:close/>
                <a:moveTo>
                  <a:pt x="114300" y="1419225"/>
                </a:moveTo>
                <a:lnTo>
                  <a:pt x="123825" y="1419225"/>
                </a:lnTo>
                <a:lnTo>
                  <a:pt x="123825" y="1438275"/>
                </a:lnTo>
                <a:lnTo>
                  <a:pt x="114300" y="1438275"/>
                </a:lnTo>
                <a:close/>
                <a:moveTo>
                  <a:pt x="647700" y="1419225"/>
                </a:moveTo>
                <a:lnTo>
                  <a:pt x="657225" y="1419225"/>
                </a:lnTo>
                <a:lnTo>
                  <a:pt x="657225" y="1438275"/>
                </a:lnTo>
                <a:lnTo>
                  <a:pt x="647700" y="1438275"/>
                </a:lnTo>
                <a:close/>
                <a:moveTo>
                  <a:pt x="895350" y="1419225"/>
                </a:moveTo>
                <a:lnTo>
                  <a:pt x="904875" y="1419225"/>
                </a:lnTo>
                <a:lnTo>
                  <a:pt x="904875" y="1428750"/>
                </a:lnTo>
                <a:lnTo>
                  <a:pt x="895350" y="1428750"/>
                </a:lnTo>
                <a:close/>
                <a:moveTo>
                  <a:pt x="123825" y="1438275"/>
                </a:moveTo>
                <a:lnTo>
                  <a:pt x="133350" y="1438275"/>
                </a:lnTo>
                <a:lnTo>
                  <a:pt x="133350" y="1447800"/>
                </a:lnTo>
                <a:lnTo>
                  <a:pt x="123825" y="1447800"/>
                </a:lnTo>
                <a:close/>
                <a:moveTo>
                  <a:pt x="514350" y="1438275"/>
                </a:moveTo>
                <a:lnTo>
                  <a:pt x="523875" y="1438275"/>
                </a:lnTo>
                <a:lnTo>
                  <a:pt x="523875" y="1447800"/>
                </a:lnTo>
                <a:lnTo>
                  <a:pt x="514350" y="1447800"/>
                </a:lnTo>
                <a:close/>
                <a:moveTo>
                  <a:pt x="723900" y="1438275"/>
                </a:moveTo>
                <a:lnTo>
                  <a:pt x="733425" y="1438275"/>
                </a:lnTo>
                <a:lnTo>
                  <a:pt x="733425" y="1457325"/>
                </a:lnTo>
                <a:lnTo>
                  <a:pt x="723900" y="1457325"/>
                </a:lnTo>
                <a:close/>
                <a:moveTo>
                  <a:pt x="838200" y="1438275"/>
                </a:moveTo>
                <a:lnTo>
                  <a:pt x="857250" y="1438275"/>
                </a:lnTo>
                <a:lnTo>
                  <a:pt x="857250" y="1447800"/>
                </a:lnTo>
                <a:lnTo>
                  <a:pt x="847725" y="1447800"/>
                </a:lnTo>
                <a:lnTo>
                  <a:pt x="847725" y="1457325"/>
                </a:lnTo>
                <a:lnTo>
                  <a:pt x="838200" y="1457325"/>
                </a:lnTo>
                <a:close/>
                <a:moveTo>
                  <a:pt x="647700" y="1447800"/>
                </a:moveTo>
                <a:lnTo>
                  <a:pt x="657225" y="1447800"/>
                </a:lnTo>
                <a:lnTo>
                  <a:pt x="657225" y="1457325"/>
                </a:lnTo>
                <a:lnTo>
                  <a:pt x="647700" y="1457325"/>
                </a:lnTo>
                <a:close/>
                <a:moveTo>
                  <a:pt x="361950" y="1457325"/>
                </a:moveTo>
                <a:lnTo>
                  <a:pt x="371475" y="1457325"/>
                </a:lnTo>
                <a:lnTo>
                  <a:pt x="371475" y="1466850"/>
                </a:lnTo>
                <a:lnTo>
                  <a:pt x="361950" y="1466850"/>
                </a:lnTo>
                <a:close/>
                <a:moveTo>
                  <a:pt x="1019175" y="1457325"/>
                </a:moveTo>
                <a:lnTo>
                  <a:pt x="1028700" y="1457325"/>
                </a:lnTo>
                <a:lnTo>
                  <a:pt x="1028700" y="1476375"/>
                </a:lnTo>
                <a:lnTo>
                  <a:pt x="1019175" y="1476375"/>
                </a:lnTo>
                <a:close/>
                <a:moveTo>
                  <a:pt x="28575" y="1466850"/>
                </a:moveTo>
                <a:lnTo>
                  <a:pt x="38100" y="1466850"/>
                </a:lnTo>
                <a:lnTo>
                  <a:pt x="38100" y="1476375"/>
                </a:lnTo>
                <a:lnTo>
                  <a:pt x="28575" y="1476375"/>
                </a:lnTo>
                <a:close/>
                <a:moveTo>
                  <a:pt x="57150" y="1466850"/>
                </a:moveTo>
                <a:lnTo>
                  <a:pt x="66675" y="1466850"/>
                </a:lnTo>
                <a:lnTo>
                  <a:pt x="66675" y="1476375"/>
                </a:lnTo>
                <a:lnTo>
                  <a:pt x="57150" y="1476375"/>
                </a:lnTo>
                <a:close/>
                <a:moveTo>
                  <a:pt x="371475" y="1466850"/>
                </a:moveTo>
                <a:lnTo>
                  <a:pt x="381000" y="1466850"/>
                </a:lnTo>
                <a:lnTo>
                  <a:pt x="381000" y="1476375"/>
                </a:lnTo>
                <a:lnTo>
                  <a:pt x="371475" y="1476375"/>
                </a:lnTo>
                <a:close/>
                <a:moveTo>
                  <a:pt x="104775" y="1485900"/>
                </a:moveTo>
                <a:lnTo>
                  <a:pt x="114300" y="1485900"/>
                </a:lnTo>
                <a:lnTo>
                  <a:pt x="114300" y="1514475"/>
                </a:lnTo>
                <a:lnTo>
                  <a:pt x="104775" y="1514475"/>
                </a:lnTo>
                <a:close/>
                <a:moveTo>
                  <a:pt x="809625" y="1485900"/>
                </a:moveTo>
                <a:lnTo>
                  <a:pt x="847725" y="1485900"/>
                </a:lnTo>
                <a:lnTo>
                  <a:pt x="847725" y="1495425"/>
                </a:lnTo>
                <a:lnTo>
                  <a:pt x="809625" y="1495425"/>
                </a:lnTo>
                <a:close/>
                <a:moveTo>
                  <a:pt x="1000125" y="1485900"/>
                </a:moveTo>
                <a:lnTo>
                  <a:pt x="1009650" y="1485900"/>
                </a:lnTo>
                <a:lnTo>
                  <a:pt x="1009650" y="1495425"/>
                </a:lnTo>
                <a:lnTo>
                  <a:pt x="1000125" y="1495425"/>
                </a:lnTo>
                <a:close/>
                <a:moveTo>
                  <a:pt x="1143000" y="1485900"/>
                </a:moveTo>
                <a:lnTo>
                  <a:pt x="1152525" y="1485900"/>
                </a:lnTo>
                <a:lnTo>
                  <a:pt x="1152525" y="1504950"/>
                </a:lnTo>
                <a:lnTo>
                  <a:pt x="1143000" y="1504950"/>
                </a:lnTo>
                <a:close/>
                <a:moveTo>
                  <a:pt x="981075" y="1495425"/>
                </a:moveTo>
                <a:lnTo>
                  <a:pt x="990600" y="1495425"/>
                </a:lnTo>
                <a:lnTo>
                  <a:pt x="990600" y="1524000"/>
                </a:lnTo>
                <a:lnTo>
                  <a:pt x="981075" y="1524000"/>
                </a:lnTo>
                <a:lnTo>
                  <a:pt x="981075" y="1514475"/>
                </a:lnTo>
                <a:lnTo>
                  <a:pt x="962025" y="1514475"/>
                </a:lnTo>
                <a:lnTo>
                  <a:pt x="962025" y="1504950"/>
                </a:lnTo>
                <a:lnTo>
                  <a:pt x="981075" y="1504950"/>
                </a:lnTo>
                <a:close/>
                <a:moveTo>
                  <a:pt x="371475" y="1514475"/>
                </a:moveTo>
                <a:lnTo>
                  <a:pt x="381000" y="1514475"/>
                </a:lnTo>
                <a:lnTo>
                  <a:pt x="381000" y="1524000"/>
                </a:lnTo>
                <a:lnTo>
                  <a:pt x="371475" y="1524000"/>
                </a:lnTo>
                <a:close/>
                <a:moveTo>
                  <a:pt x="895350" y="1514475"/>
                </a:moveTo>
                <a:lnTo>
                  <a:pt x="904875" y="1514475"/>
                </a:lnTo>
                <a:lnTo>
                  <a:pt x="904875" y="1524000"/>
                </a:lnTo>
                <a:lnTo>
                  <a:pt x="923925" y="1524000"/>
                </a:lnTo>
                <a:lnTo>
                  <a:pt x="923925" y="1514475"/>
                </a:lnTo>
                <a:lnTo>
                  <a:pt x="933450" y="1514475"/>
                </a:lnTo>
                <a:lnTo>
                  <a:pt x="933450" y="1533525"/>
                </a:lnTo>
                <a:lnTo>
                  <a:pt x="923925" y="1533525"/>
                </a:lnTo>
                <a:lnTo>
                  <a:pt x="923925" y="1543050"/>
                </a:lnTo>
                <a:lnTo>
                  <a:pt x="904875" y="1543050"/>
                </a:lnTo>
                <a:lnTo>
                  <a:pt x="904875" y="1533525"/>
                </a:lnTo>
                <a:lnTo>
                  <a:pt x="895350" y="1533525"/>
                </a:lnTo>
                <a:close/>
                <a:moveTo>
                  <a:pt x="95250" y="1524000"/>
                </a:moveTo>
                <a:lnTo>
                  <a:pt x="104775" y="1524000"/>
                </a:lnTo>
                <a:lnTo>
                  <a:pt x="104775" y="1533525"/>
                </a:lnTo>
                <a:lnTo>
                  <a:pt x="95250" y="1533525"/>
                </a:lnTo>
                <a:close/>
                <a:moveTo>
                  <a:pt x="1066800" y="1524000"/>
                </a:moveTo>
                <a:lnTo>
                  <a:pt x="1085850" y="1524000"/>
                </a:lnTo>
                <a:lnTo>
                  <a:pt x="1085850" y="1543050"/>
                </a:lnTo>
                <a:lnTo>
                  <a:pt x="1066800" y="1543050"/>
                </a:lnTo>
                <a:close/>
                <a:moveTo>
                  <a:pt x="1133475" y="1524000"/>
                </a:moveTo>
                <a:lnTo>
                  <a:pt x="1143000" y="1524000"/>
                </a:lnTo>
                <a:lnTo>
                  <a:pt x="1143000" y="1543050"/>
                </a:lnTo>
                <a:lnTo>
                  <a:pt x="1133475" y="1543050"/>
                </a:lnTo>
                <a:close/>
                <a:moveTo>
                  <a:pt x="57150" y="1533525"/>
                </a:moveTo>
                <a:lnTo>
                  <a:pt x="66675" y="1533525"/>
                </a:lnTo>
                <a:lnTo>
                  <a:pt x="66675" y="1543050"/>
                </a:lnTo>
                <a:lnTo>
                  <a:pt x="57150" y="1543050"/>
                </a:lnTo>
                <a:close/>
                <a:moveTo>
                  <a:pt x="66675" y="1543050"/>
                </a:moveTo>
                <a:lnTo>
                  <a:pt x="76200" y="1543050"/>
                </a:lnTo>
                <a:lnTo>
                  <a:pt x="76200" y="1552575"/>
                </a:lnTo>
                <a:lnTo>
                  <a:pt x="66675" y="1552575"/>
                </a:lnTo>
                <a:close/>
                <a:moveTo>
                  <a:pt x="161925" y="1543050"/>
                </a:moveTo>
                <a:lnTo>
                  <a:pt x="171450" y="1543050"/>
                </a:lnTo>
                <a:lnTo>
                  <a:pt x="171450" y="1552575"/>
                </a:lnTo>
                <a:lnTo>
                  <a:pt x="180975" y="1552575"/>
                </a:lnTo>
                <a:lnTo>
                  <a:pt x="180975" y="1571625"/>
                </a:lnTo>
                <a:lnTo>
                  <a:pt x="142875" y="1571625"/>
                </a:lnTo>
                <a:lnTo>
                  <a:pt x="142875" y="1581150"/>
                </a:lnTo>
                <a:lnTo>
                  <a:pt x="133350" y="1581150"/>
                </a:lnTo>
                <a:lnTo>
                  <a:pt x="133350" y="1600200"/>
                </a:lnTo>
                <a:lnTo>
                  <a:pt x="123825" y="1600200"/>
                </a:lnTo>
                <a:lnTo>
                  <a:pt x="123825" y="1590675"/>
                </a:lnTo>
                <a:lnTo>
                  <a:pt x="114300" y="1590675"/>
                </a:lnTo>
                <a:lnTo>
                  <a:pt x="114300" y="1581150"/>
                </a:lnTo>
                <a:lnTo>
                  <a:pt x="104775" y="1581150"/>
                </a:lnTo>
                <a:lnTo>
                  <a:pt x="104775" y="1552575"/>
                </a:lnTo>
                <a:lnTo>
                  <a:pt x="114300" y="1552575"/>
                </a:lnTo>
                <a:lnTo>
                  <a:pt x="114300" y="1571625"/>
                </a:lnTo>
                <a:lnTo>
                  <a:pt x="133350" y="1571625"/>
                </a:lnTo>
                <a:lnTo>
                  <a:pt x="133350" y="1562100"/>
                </a:lnTo>
                <a:lnTo>
                  <a:pt x="152400" y="1562100"/>
                </a:lnTo>
                <a:lnTo>
                  <a:pt x="152400" y="1552575"/>
                </a:lnTo>
                <a:lnTo>
                  <a:pt x="161925" y="1552575"/>
                </a:lnTo>
                <a:close/>
                <a:moveTo>
                  <a:pt x="866775" y="1543050"/>
                </a:moveTo>
                <a:lnTo>
                  <a:pt x="876300" y="1543050"/>
                </a:lnTo>
                <a:lnTo>
                  <a:pt x="876300" y="1552575"/>
                </a:lnTo>
                <a:lnTo>
                  <a:pt x="866775" y="1552575"/>
                </a:lnTo>
                <a:close/>
                <a:moveTo>
                  <a:pt x="28575" y="1552575"/>
                </a:moveTo>
                <a:lnTo>
                  <a:pt x="38100" y="1552575"/>
                </a:lnTo>
                <a:lnTo>
                  <a:pt x="38100" y="1562100"/>
                </a:lnTo>
                <a:lnTo>
                  <a:pt x="28575" y="1562100"/>
                </a:lnTo>
                <a:close/>
                <a:moveTo>
                  <a:pt x="809625" y="1552575"/>
                </a:moveTo>
                <a:lnTo>
                  <a:pt x="819150" y="1552575"/>
                </a:lnTo>
                <a:lnTo>
                  <a:pt x="819150" y="1562100"/>
                </a:lnTo>
                <a:lnTo>
                  <a:pt x="809625" y="1562100"/>
                </a:lnTo>
                <a:close/>
                <a:moveTo>
                  <a:pt x="19050" y="1562100"/>
                </a:moveTo>
                <a:lnTo>
                  <a:pt x="28575" y="1562100"/>
                </a:lnTo>
                <a:lnTo>
                  <a:pt x="28575" y="1571625"/>
                </a:lnTo>
                <a:lnTo>
                  <a:pt x="19050" y="1571625"/>
                </a:lnTo>
                <a:close/>
                <a:moveTo>
                  <a:pt x="28575" y="1571625"/>
                </a:moveTo>
                <a:lnTo>
                  <a:pt x="38100" y="1571625"/>
                </a:lnTo>
                <a:lnTo>
                  <a:pt x="38100" y="1581150"/>
                </a:lnTo>
                <a:lnTo>
                  <a:pt x="28575" y="1581150"/>
                </a:lnTo>
                <a:close/>
                <a:moveTo>
                  <a:pt x="904875" y="1571625"/>
                </a:moveTo>
                <a:lnTo>
                  <a:pt x="914400" y="1571625"/>
                </a:lnTo>
                <a:lnTo>
                  <a:pt x="914400" y="1590675"/>
                </a:lnTo>
                <a:lnTo>
                  <a:pt x="904875" y="1590675"/>
                </a:lnTo>
                <a:close/>
                <a:moveTo>
                  <a:pt x="1038225" y="1581150"/>
                </a:moveTo>
                <a:lnTo>
                  <a:pt x="1057275" y="1581150"/>
                </a:lnTo>
                <a:lnTo>
                  <a:pt x="1057275" y="1600200"/>
                </a:lnTo>
                <a:lnTo>
                  <a:pt x="1047750" y="1600200"/>
                </a:lnTo>
                <a:lnTo>
                  <a:pt x="1047750" y="1609725"/>
                </a:lnTo>
                <a:lnTo>
                  <a:pt x="1038225" y="1609725"/>
                </a:lnTo>
                <a:close/>
                <a:moveTo>
                  <a:pt x="104775" y="1590675"/>
                </a:moveTo>
                <a:lnTo>
                  <a:pt x="114300" y="1590675"/>
                </a:lnTo>
                <a:lnTo>
                  <a:pt x="114300" y="1600200"/>
                </a:lnTo>
                <a:lnTo>
                  <a:pt x="104775" y="1600200"/>
                </a:lnTo>
                <a:close/>
                <a:moveTo>
                  <a:pt x="66675" y="1600200"/>
                </a:moveTo>
                <a:lnTo>
                  <a:pt x="76200" y="1600200"/>
                </a:lnTo>
                <a:lnTo>
                  <a:pt x="76200" y="1609725"/>
                </a:lnTo>
                <a:lnTo>
                  <a:pt x="66675" y="1609725"/>
                </a:lnTo>
                <a:close/>
                <a:moveTo>
                  <a:pt x="219075" y="1600200"/>
                </a:moveTo>
                <a:lnTo>
                  <a:pt x="228600" y="1600200"/>
                </a:lnTo>
                <a:lnTo>
                  <a:pt x="228600" y="1619250"/>
                </a:lnTo>
                <a:lnTo>
                  <a:pt x="219075" y="1619250"/>
                </a:lnTo>
                <a:close/>
                <a:moveTo>
                  <a:pt x="47625" y="1609725"/>
                </a:moveTo>
                <a:lnTo>
                  <a:pt x="57150" y="1609725"/>
                </a:lnTo>
                <a:lnTo>
                  <a:pt x="57150" y="1619250"/>
                </a:lnTo>
                <a:lnTo>
                  <a:pt x="47625" y="1619250"/>
                </a:lnTo>
                <a:close/>
                <a:moveTo>
                  <a:pt x="1047750" y="1609725"/>
                </a:moveTo>
                <a:lnTo>
                  <a:pt x="1057275" y="1609725"/>
                </a:lnTo>
                <a:lnTo>
                  <a:pt x="1057275" y="1619250"/>
                </a:lnTo>
                <a:lnTo>
                  <a:pt x="1066800" y="1619250"/>
                </a:lnTo>
                <a:lnTo>
                  <a:pt x="1066800" y="1609725"/>
                </a:lnTo>
                <a:lnTo>
                  <a:pt x="1076325" y="1609725"/>
                </a:lnTo>
                <a:lnTo>
                  <a:pt x="1076325" y="1619250"/>
                </a:lnTo>
                <a:lnTo>
                  <a:pt x="1066800" y="1619250"/>
                </a:lnTo>
                <a:lnTo>
                  <a:pt x="1066800" y="1628775"/>
                </a:lnTo>
                <a:lnTo>
                  <a:pt x="1047750" y="1628775"/>
                </a:lnTo>
                <a:close/>
                <a:moveTo>
                  <a:pt x="142875" y="1619250"/>
                </a:moveTo>
                <a:lnTo>
                  <a:pt x="152400" y="1619250"/>
                </a:lnTo>
                <a:lnTo>
                  <a:pt x="152400" y="1647825"/>
                </a:lnTo>
                <a:lnTo>
                  <a:pt x="161925" y="1647825"/>
                </a:lnTo>
                <a:lnTo>
                  <a:pt x="161925" y="1657350"/>
                </a:lnTo>
                <a:lnTo>
                  <a:pt x="142875" y="1657350"/>
                </a:lnTo>
                <a:close/>
                <a:moveTo>
                  <a:pt x="800100" y="1619250"/>
                </a:moveTo>
                <a:lnTo>
                  <a:pt x="809625" y="1619250"/>
                </a:lnTo>
                <a:lnTo>
                  <a:pt x="809625" y="1628775"/>
                </a:lnTo>
                <a:lnTo>
                  <a:pt x="800100" y="1628775"/>
                </a:lnTo>
                <a:close/>
                <a:moveTo>
                  <a:pt x="209550" y="1647825"/>
                </a:moveTo>
                <a:lnTo>
                  <a:pt x="219075" y="1647825"/>
                </a:lnTo>
                <a:lnTo>
                  <a:pt x="219075" y="1657350"/>
                </a:lnTo>
                <a:lnTo>
                  <a:pt x="209550" y="1657350"/>
                </a:lnTo>
                <a:close/>
                <a:moveTo>
                  <a:pt x="1133475" y="1657350"/>
                </a:moveTo>
                <a:lnTo>
                  <a:pt x="1162050" y="1657350"/>
                </a:lnTo>
                <a:lnTo>
                  <a:pt x="1162050" y="1666875"/>
                </a:lnTo>
                <a:lnTo>
                  <a:pt x="1133475" y="1666875"/>
                </a:lnTo>
                <a:close/>
                <a:moveTo>
                  <a:pt x="123825" y="1666875"/>
                </a:moveTo>
                <a:lnTo>
                  <a:pt x="142875" y="1666875"/>
                </a:lnTo>
                <a:lnTo>
                  <a:pt x="142875" y="1695450"/>
                </a:lnTo>
                <a:lnTo>
                  <a:pt x="123825" y="1695450"/>
                </a:lnTo>
                <a:close/>
                <a:moveTo>
                  <a:pt x="933450" y="1666875"/>
                </a:moveTo>
                <a:lnTo>
                  <a:pt x="942975" y="1666875"/>
                </a:lnTo>
                <a:lnTo>
                  <a:pt x="942975" y="1676400"/>
                </a:lnTo>
                <a:lnTo>
                  <a:pt x="933450" y="1676400"/>
                </a:lnTo>
                <a:close/>
                <a:moveTo>
                  <a:pt x="952500" y="1666875"/>
                </a:moveTo>
                <a:lnTo>
                  <a:pt x="962025" y="1666875"/>
                </a:lnTo>
                <a:lnTo>
                  <a:pt x="962025" y="1685925"/>
                </a:lnTo>
                <a:lnTo>
                  <a:pt x="952500" y="1685925"/>
                </a:lnTo>
                <a:close/>
                <a:moveTo>
                  <a:pt x="676275" y="1676400"/>
                </a:moveTo>
                <a:lnTo>
                  <a:pt x="685800" y="1676400"/>
                </a:lnTo>
                <a:lnTo>
                  <a:pt x="685800" y="1685925"/>
                </a:lnTo>
                <a:lnTo>
                  <a:pt x="676275" y="1685925"/>
                </a:lnTo>
                <a:close/>
                <a:moveTo>
                  <a:pt x="971550" y="1676400"/>
                </a:moveTo>
                <a:lnTo>
                  <a:pt x="990600" y="1676400"/>
                </a:lnTo>
                <a:lnTo>
                  <a:pt x="990600" y="1685925"/>
                </a:lnTo>
                <a:lnTo>
                  <a:pt x="971550" y="1685925"/>
                </a:lnTo>
                <a:close/>
                <a:moveTo>
                  <a:pt x="1143000" y="1676400"/>
                </a:moveTo>
                <a:lnTo>
                  <a:pt x="1162050" y="1676400"/>
                </a:lnTo>
                <a:lnTo>
                  <a:pt x="1162050" y="1685925"/>
                </a:lnTo>
                <a:lnTo>
                  <a:pt x="1143000" y="1685925"/>
                </a:lnTo>
                <a:close/>
                <a:moveTo>
                  <a:pt x="666750" y="1685925"/>
                </a:moveTo>
                <a:lnTo>
                  <a:pt x="676275" y="1685925"/>
                </a:lnTo>
                <a:lnTo>
                  <a:pt x="676275" y="1695450"/>
                </a:lnTo>
                <a:lnTo>
                  <a:pt x="666750" y="1695450"/>
                </a:lnTo>
                <a:close/>
                <a:moveTo>
                  <a:pt x="923925" y="1685925"/>
                </a:moveTo>
                <a:lnTo>
                  <a:pt x="942975" y="1685925"/>
                </a:lnTo>
                <a:lnTo>
                  <a:pt x="942975" y="1695450"/>
                </a:lnTo>
                <a:lnTo>
                  <a:pt x="933450" y="1695450"/>
                </a:lnTo>
                <a:lnTo>
                  <a:pt x="933450" y="1724025"/>
                </a:lnTo>
                <a:lnTo>
                  <a:pt x="914400" y="1724025"/>
                </a:lnTo>
                <a:lnTo>
                  <a:pt x="914400" y="1695450"/>
                </a:lnTo>
                <a:lnTo>
                  <a:pt x="923925" y="1695450"/>
                </a:lnTo>
                <a:close/>
                <a:moveTo>
                  <a:pt x="1066800" y="1685925"/>
                </a:moveTo>
                <a:lnTo>
                  <a:pt x="1076325" y="1685925"/>
                </a:lnTo>
                <a:lnTo>
                  <a:pt x="1076325" y="1714500"/>
                </a:lnTo>
                <a:lnTo>
                  <a:pt x="1066800" y="1714500"/>
                </a:lnTo>
                <a:close/>
                <a:moveTo>
                  <a:pt x="19050" y="1704975"/>
                </a:moveTo>
                <a:lnTo>
                  <a:pt x="28575" y="1704975"/>
                </a:lnTo>
                <a:lnTo>
                  <a:pt x="28575" y="1733550"/>
                </a:lnTo>
                <a:lnTo>
                  <a:pt x="19050" y="1733550"/>
                </a:lnTo>
                <a:close/>
                <a:moveTo>
                  <a:pt x="85725" y="1714500"/>
                </a:moveTo>
                <a:lnTo>
                  <a:pt x="95250" y="1714500"/>
                </a:lnTo>
                <a:lnTo>
                  <a:pt x="95250" y="1733550"/>
                </a:lnTo>
                <a:lnTo>
                  <a:pt x="85725" y="1733550"/>
                </a:lnTo>
                <a:close/>
                <a:moveTo>
                  <a:pt x="762000" y="1714500"/>
                </a:moveTo>
                <a:lnTo>
                  <a:pt x="771525" y="1714500"/>
                </a:lnTo>
                <a:lnTo>
                  <a:pt x="771525" y="1724025"/>
                </a:lnTo>
                <a:lnTo>
                  <a:pt x="762000" y="1724025"/>
                </a:lnTo>
                <a:close/>
                <a:moveTo>
                  <a:pt x="790575" y="1714500"/>
                </a:moveTo>
                <a:lnTo>
                  <a:pt x="800100" y="1714500"/>
                </a:lnTo>
                <a:lnTo>
                  <a:pt x="800100" y="1724025"/>
                </a:lnTo>
                <a:lnTo>
                  <a:pt x="790575" y="1724025"/>
                </a:lnTo>
                <a:close/>
                <a:moveTo>
                  <a:pt x="819150" y="1714500"/>
                </a:moveTo>
                <a:lnTo>
                  <a:pt x="828675" y="1714500"/>
                </a:lnTo>
                <a:lnTo>
                  <a:pt x="828675" y="1724025"/>
                </a:lnTo>
                <a:lnTo>
                  <a:pt x="819150" y="1724025"/>
                </a:lnTo>
                <a:close/>
                <a:moveTo>
                  <a:pt x="952500" y="1714500"/>
                </a:moveTo>
                <a:lnTo>
                  <a:pt x="962025" y="1714500"/>
                </a:lnTo>
                <a:lnTo>
                  <a:pt x="962025" y="1724025"/>
                </a:lnTo>
                <a:lnTo>
                  <a:pt x="952500" y="1724025"/>
                </a:lnTo>
                <a:close/>
                <a:moveTo>
                  <a:pt x="1057275" y="1714500"/>
                </a:moveTo>
                <a:lnTo>
                  <a:pt x="1066800" y="1714500"/>
                </a:lnTo>
                <a:lnTo>
                  <a:pt x="1066800" y="1724025"/>
                </a:lnTo>
                <a:lnTo>
                  <a:pt x="1057275" y="1724025"/>
                </a:lnTo>
                <a:close/>
                <a:moveTo>
                  <a:pt x="809625" y="1724025"/>
                </a:moveTo>
                <a:lnTo>
                  <a:pt x="819150" y="1724025"/>
                </a:lnTo>
                <a:lnTo>
                  <a:pt x="819150" y="1733550"/>
                </a:lnTo>
                <a:lnTo>
                  <a:pt x="809625" y="1733550"/>
                </a:lnTo>
                <a:close/>
                <a:moveTo>
                  <a:pt x="1085850" y="1724025"/>
                </a:moveTo>
                <a:lnTo>
                  <a:pt x="1095375" y="1724025"/>
                </a:lnTo>
                <a:lnTo>
                  <a:pt x="1095375" y="1743075"/>
                </a:lnTo>
                <a:lnTo>
                  <a:pt x="1104900" y="1743075"/>
                </a:lnTo>
                <a:lnTo>
                  <a:pt x="1104900" y="1752600"/>
                </a:lnTo>
                <a:lnTo>
                  <a:pt x="1095375" y="1752600"/>
                </a:lnTo>
                <a:lnTo>
                  <a:pt x="1095375" y="1762125"/>
                </a:lnTo>
                <a:lnTo>
                  <a:pt x="1066800" y="1762125"/>
                </a:lnTo>
                <a:lnTo>
                  <a:pt x="1066800" y="1752600"/>
                </a:lnTo>
                <a:lnTo>
                  <a:pt x="1076325" y="1752600"/>
                </a:lnTo>
                <a:lnTo>
                  <a:pt x="1076325" y="1733550"/>
                </a:lnTo>
                <a:lnTo>
                  <a:pt x="1085850" y="1733550"/>
                </a:lnTo>
                <a:close/>
                <a:moveTo>
                  <a:pt x="800100" y="1733550"/>
                </a:moveTo>
                <a:lnTo>
                  <a:pt x="809625" y="1733550"/>
                </a:lnTo>
                <a:lnTo>
                  <a:pt x="809625" y="1752600"/>
                </a:lnTo>
                <a:lnTo>
                  <a:pt x="800100" y="1752600"/>
                </a:lnTo>
                <a:close/>
                <a:moveTo>
                  <a:pt x="933450" y="1733550"/>
                </a:moveTo>
                <a:lnTo>
                  <a:pt x="952500" y="1733550"/>
                </a:lnTo>
                <a:lnTo>
                  <a:pt x="952500" y="1743075"/>
                </a:lnTo>
                <a:lnTo>
                  <a:pt x="942975" y="1743075"/>
                </a:lnTo>
                <a:lnTo>
                  <a:pt x="942975" y="1752600"/>
                </a:lnTo>
                <a:lnTo>
                  <a:pt x="933450" y="1752600"/>
                </a:lnTo>
                <a:close/>
                <a:moveTo>
                  <a:pt x="171450" y="1743075"/>
                </a:moveTo>
                <a:lnTo>
                  <a:pt x="180975" y="1743075"/>
                </a:lnTo>
                <a:lnTo>
                  <a:pt x="180975" y="1752600"/>
                </a:lnTo>
                <a:lnTo>
                  <a:pt x="200025" y="1752600"/>
                </a:lnTo>
                <a:lnTo>
                  <a:pt x="200025" y="1762125"/>
                </a:lnTo>
                <a:lnTo>
                  <a:pt x="171450" y="1762125"/>
                </a:lnTo>
                <a:close/>
                <a:moveTo>
                  <a:pt x="962025" y="1743075"/>
                </a:moveTo>
                <a:lnTo>
                  <a:pt x="971550" y="1743075"/>
                </a:lnTo>
                <a:lnTo>
                  <a:pt x="971550" y="1752600"/>
                </a:lnTo>
                <a:lnTo>
                  <a:pt x="962025" y="1752600"/>
                </a:lnTo>
                <a:close/>
                <a:moveTo>
                  <a:pt x="723900" y="1752600"/>
                </a:moveTo>
                <a:lnTo>
                  <a:pt x="742950" y="1752600"/>
                </a:lnTo>
                <a:lnTo>
                  <a:pt x="742950" y="1762125"/>
                </a:lnTo>
                <a:lnTo>
                  <a:pt x="723900" y="1762125"/>
                </a:lnTo>
                <a:close/>
                <a:moveTo>
                  <a:pt x="895350" y="1752600"/>
                </a:moveTo>
                <a:lnTo>
                  <a:pt x="904875" y="1752600"/>
                </a:lnTo>
                <a:lnTo>
                  <a:pt x="904875" y="1762125"/>
                </a:lnTo>
                <a:lnTo>
                  <a:pt x="895350" y="1762125"/>
                </a:lnTo>
                <a:close/>
              </a:path>
            </a:pathLst>
          </a:custGeom>
          <a:solidFill xmlns:a="http://schemas.openxmlformats.org/drawingml/2006/main">
            <a:srgbClr val="F9F9F5"/>
          </a:solidFill>
          <a:ln xmlns:a="http://schemas.openxmlformats.org/drawingml/2006/main" w="0">
            <a:noFill/>
          </a:ln>
        </p:spPr>
      </p:sp>
      <p:sp>
        <p:nvSpPr>
          <p:cNvPr id="55" name="turno2 vector #f9f9f4">
            <a:extLst xmlns:a="http://schemas.openxmlformats.org/drawingml/2006/main">
              <a:ext uri="{FF2B5EF4-FFF2-40B4-BE49-F238E27FC236}">
                <a16:creationId xmlns:a16="http://schemas.microsoft.com/office/drawing/2014/main" id="{9617FA73-DBD5-4A2C-8829-E2F26934EE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86975" y="2514600"/>
            <a:ext cx="1828800" cy="2724150"/>
          </a:xfrm>
          <a:custGeom xmlns:a="http://schemas.openxmlformats.org/drawingml/2006/main">
            <a:pathLst>
              <a:path w="1181100" h="1762125">
                <a:moveTo>
                  <a:pt x="114300" y="0"/>
                </a:moveTo>
                <a:lnTo>
                  <a:pt x="123825" y="0"/>
                </a:lnTo>
                <a:lnTo>
                  <a:pt x="123825" y="9525"/>
                </a:lnTo>
                <a:lnTo>
                  <a:pt x="114300" y="9525"/>
                </a:lnTo>
                <a:close/>
                <a:moveTo>
                  <a:pt x="142875" y="0"/>
                </a:moveTo>
                <a:lnTo>
                  <a:pt x="152400" y="0"/>
                </a:lnTo>
                <a:lnTo>
                  <a:pt x="152400" y="9525"/>
                </a:lnTo>
                <a:lnTo>
                  <a:pt x="142875" y="9525"/>
                </a:lnTo>
                <a:close/>
                <a:moveTo>
                  <a:pt x="323850" y="0"/>
                </a:moveTo>
                <a:lnTo>
                  <a:pt x="333375" y="0"/>
                </a:lnTo>
                <a:lnTo>
                  <a:pt x="333375" y="19050"/>
                </a:lnTo>
                <a:lnTo>
                  <a:pt x="323850" y="19050"/>
                </a:lnTo>
                <a:close/>
                <a:moveTo>
                  <a:pt x="342900" y="0"/>
                </a:moveTo>
                <a:lnTo>
                  <a:pt x="352425" y="0"/>
                </a:lnTo>
                <a:lnTo>
                  <a:pt x="352425" y="9525"/>
                </a:lnTo>
                <a:lnTo>
                  <a:pt x="390525" y="9525"/>
                </a:lnTo>
                <a:lnTo>
                  <a:pt x="390525" y="19050"/>
                </a:lnTo>
                <a:lnTo>
                  <a:pt x="381000" y="19050"/>
                </a:lnTo>
                <a:lnTo>
                  <a:pt x="381000" y="28575"/>
                </a:lnTo>
                <a:lnTo>
                  <a:pt x="352425" y="28575"/>
                </a:lnTo>
                <a:lnTo>
                  <a:pt x="352425" y="19050"/>
                </a:lnTo>
                <a:lnTo>
                  <a:pt x="342900" y="19050"/>
                </a:lnTo>
                <a:close/>
                <a:moveTo>
                  <a:pt x="809625" y="0"/>
                </a:moveTo>
                <a:lnTo>
                  <a:pt x="828675" y="0"/>
                </a:lnTo>
                <a:lnTo>
                  <a:pt x="828675" y="19050"/>
                </a:lnTo>
                <a:lnTo>
                  <a:pt x="819150" y="19050"/>
                </a:lnTo>
                <a:lnTo>
                  <a:pt x="819150" y="28575"/>
                </a:lnTo>
                <a:lnTo>
                  <a:pt x="809625" y="28575"/>
                </a:lnTo>
                <a:close/>
                <a:moveTo>
                  <a:pt x="857250" y="0"/>
                </a:moveTo>
                <a:lnTo>
                  <a:pt x="876300" y="0"/>
                </a:lnTo>
                <a:lnTo>
                  <a:pt x="876300" y="9525"/>
                </a:lnTo>
                <a:lnTo>
                  <a:pt x="857250" y="9525"/>
                </a:lnTo>
                <a:close/>
                <a:moveTo>
                  <a:pt x="895350" y="0"/>
                </a:moveTo>
                <a:lnTo>
                  <a:pt x="904875" y="0"/>
                </a:lnTo>
                <a:lnTo>
                  <a:pt x="904875" y="9525"/>
                </a:lnTo>
                <a:lnTo>
                  <a:pt x="895350" y="9525"/>
                </a:lnTo>
                <a:close/>
                <a:moveTo>
                  <a:pt x="971550" y="0"/>
                </a:moveTo>
                <a:lnTo>
                  <a:pt x="1000125" y="0"/>
                </a:lnTo>
                <a:lnTo>
                  <a:pt x="1000125" y="28575"/>
                </a:lnTo>
                <a:lnTo>
                  <a:pt x="990600" y="28575"/>
                </a:lnTo>
                <a:lnTo>
                  <a:pt x="990600" y="38100"/>
                </a:lnTo>
                <a:lnTo>
                  <a:pt x="971550" y="38100"/>
                </a:lnTo>
                <a:close/>
                <a:moveTo>
                  <a:pt x="409575" y="9525"/>
                </a:moveTo>
                <a:lnTo>
                  <a:pt x="419100" y="9525"/>
                </a:lnTo>
                <a:lnTo>
                  <a:pt x="419100" y="28575"/>
                </a:lnTo>
                <a:lnTo>
                  <a:pt x="466725" y="28575"/>
                </a:lnTo>
                <a:lnTo>
                  <a:pt x="466725" y="19050"/>
                </a:lnTo>
                <a:lnTo>
                  <a:pt x="476250" y="19050"/>
                </a:lnTo>
                <a:lnTo>
                  <a:pt x="476250" y="28575"/>
                </a:lnTo>
                <a:lnTo>
                  <a:pt x="485775" y="28575"/>
                </a:lnTo>
                <a:lnTo>
                  <a:pt x="485775" y="47625"/>
                </a:lnTo>
                <a:lnTo>
                  <a:pt x="476250" y="47625"/>
                </a:lnTo>
                <a:lnTo>
                  <a:pt x="476250" y="38100"/>
                </a:lnTo>
                <a:lnTo>
                  <a:pt x="466725" y="38100"/>
                </a:lnTo>
                <a:lnTo>
                  <a:pt x="466725" y="66675"/>
                </a:lnTo>
                <a:lnTo>
                  <a:pt x="428625" y="66675"/>
                </a:lnTo>
                <a:lnTo>
                  <a:pt x="428625" y="47625"/>
                </a:lnTo>
                <a:lnTo>
                  <a:pt x="409575" y="47625"/>
                </a:lnTo>
                <a:close/>
                <a:moveTo>
                  <a:pt x="447675" y="9525"/>
                </a:moveTo>
                <a:lnTo>
                  <a:pt x="457200" y="9525"/>
                </a:lnTo>
                <a:lnTo>
                  <a:pt x="457200" y="19050"/>
                </a:lnTo>
                <a:lnTo>
                  <a:pt x="447675" y="19050"/>
                </a:lnTo>
                <a:close/>
                <a:moveTo>
                  <a:pt x="876300" y="9525"/>
                </a:moveTo>
                <a:lnTo>
                  <a:pt x="895350" y="9525"/>
                </a:lnTo>
                <a:lnTo>
                  <a:pt x="895350" y="28575"/>
                </a:lnTo>
                <a:lnTo>
                  <a:pt x="885825" y="28575"/>
                </a:lnTo>
                <a:lnTo>
                  <a:pt x="885825" y="19050"/>
                </a:lnTo>
                <a:lnTo>
                  <a:pt x="876300" y="19050"/>
                </a:lnTo>
                <a:close/>
                <a:moveTo>
                  <a:pt x="9525" y="19050"/>
                </a:moveTo>
                <a:lnTo>
                  <a:pt x="28575" y="19050"/>
                </a:lnTo>
                <a:lnTo>
                  <a:pt x="28575" y="38100"/>
                </a:lnTo>
                <a:lnTo>
                  <a:pt x="19050" y="38100"/>
                </a:lnTo>
                <a:lnTo>
                  <a:pt x="19050" y="28575"/>
                </a:lnTo>
                <a:lnTo>
                  <a:pt x="9525" y="28575"/>
                </a:lnTo>
                <a:close/>
                <a:moveTo>
                  <a:pt x="161925" y="19050"/>
                </a:moveTo>
                <a:lnTo>
                  <a:pt x="190500" y="19050"/>
                </a:lnTo>
                <a:lnTo>
                  <a:pt x="190500" y="28575"/>
                </a:lnTo>
                <a:lnTo>
                  <a:pt x="161925" y="28575"/>
                </a:lnTo>
                <a:close/>
                <a:moveTo>
                  <a:pt x="190500" y="28575"/>
                </a:moveTo>
                <a:lnTo>
                  <a:pt x="200025" y="28575"/>
                </a:lnTo>
                <a:lnTo>
                  <a:pt x="200025" y="38100"/>
                </a:lnTo>
                <a:lnTo>
                  <a:pt x="190500" y="38100"/>
                </a:lnTo>
                <a:close/>
                <a:moveTo>
                  <a:pt x="866775" y="28575"/>
                </a:moveTo>
                <a:lnTo>
                  <a:pt x="876300" y="28575"/>
                </a:lnTo>
                <a:lnTo>
                  <a:pt x="876300" y="38100"/>
                </a:lnTo>
                <a:lnTo>
                  <a:pt x="866775" y="38100"/>
                </a:lnTo>
                <a:close/>
                <a:moveTo>
                  <a:pt x="904875" y="28575"/>
                </a:moveTo>
                <a:lnTo>
                  <a:pt x="923925" y="28575"/>
                </a:lnTo>
                <a:lnTo>
                  <a:pt x="923925" y="38100"/>
                </a:lnTo>
                <a:lnTo>
                  <a:pt x="971550" y="38100"/>
                </a:lnTo>
                <a:lnTo>
                  <a:pt x="971550" y="57150"/>
                </a:lnTo>
                <a:lnTo>
                  <a:pt x="942975" y="57150"/>
                </a:lnTo>
                <a:lnTo>
                  <a:pt x="942975" y="76200"/>
                </a:lnTo>
                <a:lnTo>
                  <a:pt x="933450" y="76200"/>
                </a:lnTo>
                <a:lnTo>
                  <a:pt x="933450" y="57150"/>
                </a:lnTo>
                <a:lnTo>
                  <a:pt x="914400" y="57150"/>
                </a:lnTo>
                <a:lnTo>
                  <a:pt x="914400" y="47625"/>
                </a:lnTo>
                <a:lnTo>
                  <a:pt x="904875" y="47625"/>
                </a:lnTo>
                <a:lnTo>
                  <a:pt x="904875" y="66675"/>
                </a:lnTo>
                <a:lnTo>
                  <a:pt x="885825" y="66675"/>
                </a:lnTo>
                <a:lnTo>
                  <a:pt x="885825" y="57150"/>
                </a:lnTo>
                <a:lnTo>
                  <a:pt x="857250" y="57150"/>
                </a:lnTo>
                <a:lnTo>
                  <a:pt x="857250" y="47625"/>
                </a:lnTo>
                <a:lnTo>
                  <a:pt x="885825" y="47625"/>
                </a:lnTo>
                <a:lnTo>
                  <a:pt x="885825" y="38100"/>
                </a:lnTo>
                <a:lnTo>
                  <a:pt x="904875" y="38100"/>
                </a:lnTo>
                <a:close/>
                <a:moveTo>
                  <a:pt x="1066800" y="28575"/>
                </a:moveTo>
                <a:lnTo>
                  <a:pt x="1076325" y="28575"/>
                </a:lnTo>
                <a:lnTo>
                  <a:pt x="1076325" y="38100"/>
                </a:lnTo>
                <a:lnTo>
                  <a:pt x="1085850" y="38100"/>
                </a:lnTo>
                <a:lnTo>
                  <a:pt x="1085850" y="47625"/>
                </a:lnTo>
                <a:lnTo>
                  <a:pt x="1066800" y="47625"/>
                </a:lnTo>
                <a:close/>
                <a:moveTo>
                  <a:pt x="171450" y="38100"/>
                </a:moveTo>
                <a:lnTo>
                  <a:pt x="180975" y="38100"/>
                </a:lnTo>
                <a:lnTo>
                  <a:pt x="180975" y="57150"/>
                </a:lnTo>
                <a:lnTo>
                  <a:pt x="171450" y="57150"/>
                </a:lnTo>
                <a:close/>
                <a:moveTo>
                  <a:pt x="238125" y="38100"/>
                </a:moveTo>
                <a:lnTo>
                  <a:pt x="247650" y="38100"/>
                </a:lnTo>
                <a:lnTo>
                  <a:pt x="247650" y="57150"/>
                </a:lnTo>
                <a:lnTo>
                  <a:pt x="238125" y="57150"/>
                </a:lnTo>
                <a:close/>
                <a:moveTo>
                  <a:pt x="304800" y="38100"/>
                </a:moveTo>
                <a:lnTo>
                  <a:pt x="314325" y="38100"/>
                </a:lnTo>
                <a:lnTo>
                  <a:pt x="314325" y="47625"/>
                </a:lnTo>
                <a:lnTo>
                  <a:pt x="304800" y="47625"/>
                </a:lnTo>
                <a:close/>
                <a:moveTo>
                  <a:pt x="1114425" y="38100"/>
                </a:moveTo>
                <a:lnTo>
                  <a:pt x="1123950" y="38100"/>
                </a:lnTo>
                <a:lnTo>
                  <a:pt x="1123950" y="47625"/>
                </a:lnTo>
                <a:lnTo>
                  <a:pt x="1114425" y="47625"/>
                </a:lnTo>
                <a:close/>
                <a:moveTo>
                  <a:pt x="142875" y="47625"/>
                </a:moveTo>
                <a:lnTo>
                  <a:pt x="152400" y="47625"/>
                </a:lnTo>
                <a:lnTo>
                  <a:pt x="152400" y="57150"/>
                </a:lnTo>
                <a:lnTo>
                  <a:pt x="142875" y="57150"/>
                </a:lnTo>
                <a:close/>
                <a:moveTo>
                  <a:pt x="257175" y="47625"/>
                </a:moveTo>
                <a:lnTo>
                  <a:pt x="266700" y="47625"/>
                </a:lnTo>
                <a:lnTo>
                  <a:pt x="266700" y="57150"/>
                </a:lnTo>
                <a:lnTo>
                  <a:pt x="257175" y="57150"/>
                </a:lnTo>
                <a:close/>
                <a:moveTo>
                  <a:pt x="323850" y="47625"/>
                </a:moveTo>
                <a:lnTo>
                  <a:pt x="342900" y="47625"/>
                </a:lnTo>
                <a:lnTo>
                  <a:pt x="342900" y="66675"/>
                </a:lnTo>
                <a:lnTo>
                  <a:pt x="352425" y="66675"/>
                </a:lnTo>
                <a:lnTo>
                  <a:pt x="352425" y="76200"/>
                </a:lnTo>
                <a:lnTo>
                  <a:pt x="361950" y="76200"/>
                </a:lnTo>
                <a:lnTo>
                  <a:pt x="361950" y="66675"/>
                </a:lnTo>
                <a:lnTo>
                  <a:pt x="381000" y="66675"/>
                </a:lnTo>
                <a:lnTo>
                  <a:pt x="381000" y="57150"/>
                </a:lnTo>
                <a:lnTo>
                  <a:pt x="400050" y="57150"/>
                </a:lnTo>
                <a:lnTo>
                  <a:pt x="400050" y="95250"/>
                </a:lnTo>
                <a:lnTo>
                  <a:pt x="390525" y="95250"/>
                </a:lnTo>
                <a:lnTo>
                  <a:pt x="390525" y="66675"/>
                </a:lnTo>
                <a:lnTo>
                  <a:pt x="381000" y="66675"/>
                </a:lnTo>
                <a:lnTo>
                  <a:pt x="381000" y="76200"/>
                </a:lnTo>
                <a:lnTo>
                  <a:pt x="371475" y="76200"/>
                </a:lnTo>
                <a:lnTo>
                  <a:pt x="371475" y="85725"/>
                </a:lnTo>
                <a:lnTo>
                  <a:pt x="352425" y="85725"/>
                </a:lnTo>
                <a:lnTo>
                  <a:pt x="352425" y="104775"/>
                </a:lnTo>
                <a:lnTo>
                  <a:pt x="342900" y="104775"/>
                </a:lnTo>
                <a:lnTo>
                  <a:pt x="342900" y="95250"/>
                </a:lnTo>
                <a:lnTo>
                  <a:pt x="333375" y="95250"/>
                </a:lnTo>
                <a:lnTo>
                  <a:pt x="333375" y="76200"/>
                </a:lnTo>
                <a:lnTo>
                  <a:pt x="314325" y="76200"/>
                </a:lnTo>
                <a:lnTo>
                  <a:pt x="314325" y="66675"/>
                </a:lnTo>
                <a:lnTo>
                  <a:pt x="323850" y="66675"/>
                </a:lnTo>
                <a:close/>
                <a:moveTo>
                  <a:pt x="838200" y="47625"/>
                </a:moveTo>
                <a:lnTo>
                  <a:pt x="847725" y="47625"/>
                </a:lnTo>
                <a:lnTo>
                  <a:pt x="847725" y="57150"/>
                </a:lnTo>
                <a:lnTo>
                  <a:pt x="838200" y="57150"/>
                </a:lnTo>
                <a:close/>
                <a:moveTo>
                  <a:pt x="990600" y="47625"/>
                </a:moveTo>
                <a:lnTo>
                  <a:pt x="1028700" y="47625"/>
                </a:lnTo>
                <a:lnTo>
                  <a:pt x="1028700" y="57150"/>
                </a:lnTo>
                <a:lnTo>
                  <a:pt x="1009650" y="57150"/>
                </a:lnTo>
                <a:lnTo>
                  <a:pt x="1009650" y="66675"/>
                </a:lnTo>
                <a:lnTo>
                  <a:pt x="1000125" y="66675"/>
                </a:lnTo>
                <a:lnTo>
                  <a:pt x="1000125" y="85725"/>
                </a:lnTo>
                <a:lnTo>
                  <a:pt x="990600" y="85725"/>
                </a:lnTo>
                <a:lnTo>
                  <a:pt x="990600" y="95250"/>
                </a:lnTo>
                <a:lnTo>
                  <a:pt x="981075" y="95250"/>
                </a:lnTo>
                <a:lnTo>
                  <a:pt x="981075" y="57150"/>
                </a:lnTo>
                <a:lnTo>
                  <a:pt x="990600" y="57150"/>
                </a:lnTo>
                <a:close/>
                <a:moveTo>
                  <a:pt x="1038225" y="47625"/>
                </a:moveTo>
                <a:lnTo>
                  <a:pt x="1057275" y="47625"/>
                </a:lnTo>
                <a:lnTo>
                  <a:pt x="1057275" y="57150"/>
                </a:lnTo>
                <a:lnTo>
                  <a:pt x="1066800" y="57150"/>
                </a:lnTo>
                <a:lnTo>
                  <a:pt x="1066800" y="66675"/>
                </a:lnTo>
                <a:lnTo>
                  <a:pt x="1057275" y="66675"/>
                </a:lnTo>
                <a:lnTo>
                  <a:pt x="1057275" y="85725"/>
                </a:lnTo>
                <a:lnTo>
                  <a:pt x="1047750" y="85725"/>
                </a:lnTo>
                <a:lnTo>
                  <a:pt x="1047750" y="66675"/>
                </a:lnTo>
                <a:lnTo>
                  <a:pt x="1038225" y="66675"/>
                </a:lnTo>
                <a:close/>
                <a:moveTo>
                  <a:pt x="247650" y="57150"/>
                </a:moveTo>
                <a:lnTo>
                  <a:pt x="257175" y="57150"/>
                </a:lnTo>
                <a:lnTo>
                  <a:pt x="257175" y="66675"/>
                </a:lnTo>
                <a:lnTo>
                  <a:pt x="247650" y="66675"/>
                </a:lnTo>
                <a:close/>
                <a:moveTo>
                  <a:pt x="285750" y="57150"/>
                </a:moveTo>
                <a:lnTo>
                  <a:pt x="295275" y="57150"/>
                </a:lnTo>
                <a:lnTo>
                  <a:pt x="295275" y="66675"/>
                </a:lnTo>
                <a:lnTo>
                  <a:pt x="304800" y="66675"/>
                </a:lnTo>
                <a:lnTo>
                  <a:pt x="304800" y="85725"/>
                </a:lnTo>
                <a:lnTo>
                  <a:pt x="295275" y="85725"/>
                </a:lnTo>
                <a:lnTo>
                  <a:pt x="295275" y="104775"/>
                </a:lnTo>
                <a:lnTo>
                  <a:pt x="304800" y="104775"/>
                </a:lnTo>
                <a:lnTo>
                  <a:pt x="304800" y="114300"/>
                </a:lnTo>
                <a:lnTo>
                  <a:pt x="314325" y="114300"/>
                </a:lnTo>
                <a:lnTo>
                  <a:pt x="314325" y="133350"/>
                </a:lnTo>
                <a:lnTo>
                  <a:pt x="285750" y="133350"/>
                </a:lnTo>
                <a:lnTo>
                  <a:pt x="285750" y="142875"/>
                </a:lnTo>
                <a:lnTo>
                  <a:pt x="276225" y="142875"/>
                </a:lnTo>
                <a:lnTo>
                  <a:pt x="276225" y="123825"/>
                </a:lnTo>
                <a:lnTo>
                  <a:pt x="238125" y="123825"/>
                </a:lnTo>
                <a:lnTo>
                  <a:pt x="238125" y="133350"/>
                </a:lnTo>
                <a:lnTo>
                  <a:pt x="247650" y="133350"/>
                </a:lnTo>
                <a:lnTo>
                  <a:pt x="247650" y="171450"/>
                </a:lnTo>
                <a:lnTo>
                  <a:pt x="266700" y="171450"/>
                </a:lnTo>
                <a:lnTo>
                  <a:pt x="266700" y="190500"/>
                </a:lnTo>
                <a:lnTo>
                  <a:pt x="276225" y="190500"/>
                </a:lnTo>
                <a:lnTo>
                  <a:pt x="276225" y="200025"/>
                </a:lnTo>
                <a:lnTo>
                  <a:pt x="257175" y="200025"/>
                </a:lnTo>
                <a:lnTo>
                  <a:pt x="257175" y="190500"/>
                </a:lnTo>
                <a:lnTo>
                  <a:pt x="238125" y="190500"/>
                </a:lnTo>
                <a:lnTo>
                  <a:pt x="238125" y="200025"/>
                </a:lnTo>
                <a:lnTo>
                  <a:pt x="219075" y="200025"/>
                </a:lnTo>
                <a:lnTo>
                  <a:pt x="219075" y="180975"/>
                </a:lnTo>
                <a:lnTo>
                  <a:pt x="190500" y="180975"/>
                </a:lnTo>
                <a:lnTo>
                  <a:pt x="190500" y="152400"/>
                </a:lnTo>
                <a:lnTo>
                  <a:pt x="209550" y="152400"/>
                </a:lnTo>
                <a:lnTo>
                  <a:pt x="209550" y="161925"/>
                </a:lnTo>
                <a:lnTo>
                  <a:pt x="200025" y="161925"/>
                </a:lnTo>
                <a:lnTo>
                  <a:pt x="200025" y="171450"/>
                </a:lnTo>
                <a:lnTo>
                  <a:pt x="209550" y="171450"/>
                </a:lnTo>
                <a:lnTo>
                  <a:pt x="209550" y="161925"/>
                </a:lnTo>
                <a:lnTo>
                  <a:pt x="219075" y="161925"/>
                </a:lnTo>
                <a:lnTo>
                  <a:pt x="219075" y="171450"/>
                </a:lnTo>
                <a:lnTo>
                  <a:pt x="228600" y="171450"/>
                </a:lnTo>
                <a:lnTo>
                  <a:pt x="228600" y="161925"/>
                </a:lnTo>
                <a:lnTo>
                  <a:pt x="238125" y="161925"/>
                </a:lnTo>
                <a:lnTo>
                  <a:pt x="238125" y="152400"/>
                </a:lnTo>
                <a:lnTo>
                  <a:pt x="219075" y="152400"/>
                </a:lnTo>
                <a:lnTo>
                  <a:pt x="219075" y="133350"/>
                </a:lnTo>
                <a:lnTo>
                  <a:pt x="228600" y="133350"/>
                </a:lnTo>
                <a:lnTo>
                  <a:pt x="228600" y="123825"/>
                </a:lnTo>
                <a:lnTo>
                  <a:pt x="219075" y="123825"/>
                </a:lnTo>
                <a:lnTo>
                  <a:pt x="219075" y="95250"/>
                </a:lnTo>
                <a:lnTo>
                  <a:pt x="228600" y="95250"/>
                </a:lnTo>
                <a:lnTo>
                  <a:pt x="228600" y="76200"/>
                </a:lnTo>
                <a:lnTo>
                  <a:pt x="247650" y="76200"/>
                </a:lnTo>
                <a:lnTo>
                  <a:pt x="247650" y="85725"/>
                </a:lnTo>
                <a:lnTo>
                  <a:pt x="257175" y="85725"/>
                </a:lnTo>
                <a:lnTo>
                  <a:pt x="257175" y="95250"/>
                </a:lnTo>
                <a:lnTo>
                  <a:pt x="266700" y="95250"/>
                </a:lnTo>
                <a:lnTo>
                  <a:pt x="266700" y="85725"/>
                </a:lnTo>
                <a:lnTo>
                  <a:pt x="276225" y="85725"/>
                </a:lnTo>
                <a:lnTo>
                  <a:pt x="276225" y="76200"/>
                </a:lnTo>
                <a:lnTo>
                  <a:pt x="285750" y="76200"/>
                </a:lnTo>
                <a:close/>
                <a:moveTo>
                  <a:pt x="1162050" y="57150"/>
                </a:moveTo>
                <a:lnTo>
                  <a:pt x="1181100" y="57150"/>
                </a:lnTo>
                <a:lnTo>
                  <a:pt x="1181100" y="66675"/>
                </a:lnTo>
                <a:lnTo>
                  <a:pt x="1162050" y="66675"/>
                </a:lnTo>
                <a:close/>
                <a:moveTo>
                  <a:pt x="152400" y="66675"/>
                </a:moveTo>
                <a:lnTo>
                  <a:pt x="161925" y="66675"/>
                </a:lnTo>
                <a:lnTo>
                  <a:pt x="161925" y="85725"/>
                </a:lnTo>
                <a:lnTo>
                  <a:pt x="180975" y="85725"/>
                </a:lnTo>
                <a:lnTo>
                  <a:pt x="180975" y="104775"/>
                </a:lnTo>
                <a:lnTo>
                  <a:pt x="171450" y="104775"/>
                </a:lnTo>
                <a:lnTo>
                  <a:pt x="171450" y="114300"/>
                </a:lnTo>
                <a:lnTo>
                  <a:pt x="161925" y="114300"/>
                </a:lnTo>
                <a:lnTo>
                  <a:pt x="161925" y="104775"/>
                </a:lnTo>
                <a:lnTo>
                  <a:pt x="152400" y="104775"/>
                </a:lnTo>
                <a:lnTo>
                  <a:pt x="152400" y="95250"/>
                </a:lnTo>
                <a:lnTo>
                  <a:pt x="142875" y="95250"/>
                </a:lnTo>
                <a:lnTo>
                  <a:pt x="142875" y="104775"/>
                </a:lnTo>
                <a:lnTo>
                  <a:pt x="104775" y="104775"/>
                </a:lnTo>
                <a:lnTo>
                  <a:pt x="104775" y="95250"/>
                </a:lnTo>
                <a:lnTo>
                  <a:pt x="133350" y="95250"/>
                </a:lnTo>
                <a:lnTo>
                  <a:pt x="133350" y="76200"/>
                </a:lnTo>
                <a:lnTo>
                  <a:pt x="152400" y="76200"/>
                </a:lnTo>
                <a:close/>
                <a:moveTo>
                  <a:pt x="190500" y="66675"/>
                </a:moveTo>
                <a:lnTo>
                  <a:pt x="200025" y="66675"/>
                </a:lnTo>
                <a:lnTo>
                  <a:pt x="200025" y="76200"/>
                </a:lnTo>
                <a:lnTo>
                  <a:pt x="209550" y="76200"/>
                </a:lnTo>
                <a:lnTo>
                  <a:pt x="209550" y="85725"/>
                </a:lnTo>
                <a:lnTo>
                  <a:pt x="190500" y="85725"/>
                </a:lnTo>
                <a:close/>
                <a:moveTo>
                  <a:pt x="57150" y="76200"/>
                </a:moveTo>
                <a:lnTo>
                  <a:pt x="85725" y="76200"/>
                </a:lnTo>
                <a:lnTo>
                  <a:pt x="85725" y="104775"/>
                </a:lnTo>
                <a:lnTo>
                  <a:pt x="76200" y="104775"/>
                </a:lnTo>
                <a:lnTo>
                  <a:pt x="76200" y="85725"/>
                </a:lnTo>
                <a:lnTo>
                  <a:pt x="66675" y="85725"/>
                </a:lnTo>
                <a:lnTo>
                  <a:pt x="66675" y="104775"/>
                </a:lnTo>
                <a:lnTo>
                  <a:pt x="47625" y="104775"/>
                </a:lnTo>
                <a:lnTo>
                  <a:pt x="47625" y="85725"/>
                </a:lnTo>
                <a:lnTo>
                  <a:pt x="57150" y="85725"/>
                </a:lnTo>
                <a:close/>
                <a:moveTo>
                  <a:pt x="885825" y="76200"/>
                </a:moveTo>
                <a:lnTo>
                  <a:pt x="895350" y="76200"/>
                </a:lnTo>
                <a:lnTo>
                  <a:pt x="895350" y="85725"/>
                </a:lnTo>
                <a:lnTo>
                  <a:pt x="885825" y="85725"/>
                </a:lnTo>
                <a:close/>
                <a:moveTo>
                  <a:pt x="1143000" y="76200"/>
                </a:moveTo>
                <a:lnTo>
                  <a:pt x="1152525" y="76200"/>
                </a:lnTo>
                <a:lnTo>
                  <a:pt x="1152525" y="85725"/>
                </a:lnTo>
                <a:lnTo>
                  <a:pt x="1143000" y="85725"/>
                </a:lnTo>
                <a:close/>
                <a:moveTo>
                  <a:pt x="0" y="85725"/>
                </a:moveTo>
                <a:lnTo>
                  <a:pt x="28575" y="85725"/>
                </a:lnTo>
                <a:lnTo>
                  <a:pt x="28575" y="104775"/>
                </a:lnTo>
                <a:lnTo>
                  <a:pt x="19050" y="104775"/>
                </a:lnTo>
                <a:lnTo>
                  <a:pt x="19050" y="95250"/>
                </a:lnTo>
                <a:lnTo>
                  <a:pt x="0" y="95250"/>
                </a:lnTo>
                <a:close/>
                <a:moveTo>
                  <a:pt x="876300" y="85725"/>
                </a:moveTo>
                <a:lnTo>
                  <a:pt x="885825" y="85725"/>
                </a:lnTo>
                <a:lnTo>
                  <a:pt x="885825" y="104775"/>
                </a:lnTo>
                <a:lnTo>
                  <a:pt x="876300" y="104775"/>
                </a:lnTo>
                <a:close/>
                <a:moveTo>
                  <a:pt x="895350" y="85725"/>
                </a:moveTo>
                <a:lnTo>
                  <a:pt x="914400" y="85725"/>
                </a:lnTo>
                <a:lnTo>
                  <a:pt x="914400" y="95250"/>
                </a:lnTo>
                <a:lnTo>
                  <a:pt x="923925" y="95250"/>
                </a:lnTo>
                <a:lnTo>
                  <a:pt x="923925" y="114300"/>
                </a:lnTo>
                <a:lnTo>
                  <a:pt x="914400" y="114300"/>
                </a:lnTo>
                <a:lnTo>
                  <a:pt x="914400" y="104775"/>
                </a:lnTo>
                <a:lnTo>
                  <a:pt x="895350" y="104775"/>
                </a:lnTo>
                <a:close/>
                <a:moveTo>
                  <a:pt x="952500" y="85725"/>
                </a:moveTo>
                <a:lnTo>
                  <a:pt x="962025" y="85725"/>
                </a:lnTo>
                <a:lnTo>
                  <a:pt x="962025" y="95250"/>
                </a:lnTo>
                <a:lnTo>
                  <a:pt x="952500" y="95250"/>
                </a:lnTo>
                <a:close/>
                <a:moveTo>
                  <a:pt x="962025" y="95250"/>
                </a:moveTo>
                <a:lnTo>
                  <a:pt x="981075" y="95250"/>
                </a:lnTo>
                <a:lnTo>
                  <a:pt x="981075" y="114300"/>
                </a:lnTo>
                <a:lnTo>
                  <a:pt x="962025" y="114300"/>
                </a:lnTo>
                <a:close/>
                <a:moveTo>
                  <a:pt x="1133475" y="95250"/>
                </a:moveTo>
                <a:lnTo>
                  <a:pt x="1143000" y="95250"/>
                </a:lnTo>
                <a:lnTo>
                  <a:pt x="1143000" y="104775"/>
                </a:lnTo>
                <a:lnTo>
                  <a:pt x="1133475" y="104775"/>
                </a:lnTo>
                <a:close/>
                <a:moveTo>
                  <a:pt x="276225" y="104775"/>
                </a:moveTo>
                <a:lnTo>
                  <a:pt x="285750" y="104775"/>
                </a:lnTo>
                <a:lnTo>
                  <a:pt x="285750" y="95250"/>
                </a:lnTo>
                <a:lnTo>
                  <a:pt x="276225" y="95250"/>
                </a:lnTo>
                <a:close/>
                <a:moveTo>
                  <a:pt x="333375" y="104775"/>
                </a:moveTo>
                <a:lnTo>
                  <a:pt x="342900" y="104775"/>
                </a:lnTo>
                <a:lnTo>
                  <a:pt x="342900" y="114300"/>
                </a:lnTo>
                <a:lnTo>
                  <a:pt x="333375" y="114300"/>
                </a:lnTo>
                <a:close/>
                <a:moveTo>
                  <a:pt x="28575" y="114300"/>
                </a:moveTo>
                <a:lnTo>
                  <a:pt x="57150" y="114300"/>
                </a:lnTo>
                <a:lnTo>
                  <a:pt x="57150" y="133350"/>
                </a:lnTo>
                <a:lnTo>
                  <a:pt x="38100" y="133350"/>
                </a:lnTo>
                <a:lnTo>
                  <a:pt x="38100" y="123825"/>
                </a:lnTo>
                <a:lnTo>
                  <a:pt x="28575" y="123825"/>
                </a:lnTo>
                <a:close/>
                <a:moveTo>
                  <a:pt x="190500" y="114300"/>
                </a:moveTo>
                <a:lnTo>
                  <a:pt x="200025" y="114300"/>
                </a:lnTo>
                <a:lnTo>
                  <a:pt x="200025" y="123825"/>
                </a:lnTo>
                <a:lnTo>
                  <a:pt x="190500" y="123825"/>
                </a:lnTo>
                <a:close/>
                <a:moveTo>
                  <a:pt x="923925" y="114300"/>
                </a:moveTo>
                <a:lnTo>
                  <a:pt x="933450" y="114300"/>
                </a:lnTo>
                <a:lnTo>
                  <a:pt x="933450" y="123825"/>
                </a:lnTo>
                <a:lnTo>
                  <a:pt x="923925" y="123825"/>
                </a:lnTo>
                <a:close/>
                <a:moveTo>
                  <a:pt x="952500" y="114300"/>
                </a:moveTo>
                <a:lnTo>
                  <a:pt x="962025" y="114300"/>
                </a:lnTo>
                <a:lnTo>
                  <a:pt x="962025" y="171450"/>
                </a:lnTo>
                <a:lnTo>
                  <a:pt x="942975" y="171450"/>
                </a:lnTo>
                <a:lnTo>
                  <a:pt x="942975" y="161925"/>
                </a:lnTo>
                <a:lnTo>
                  <a:pt x="952500" y="161925"/>
                </a:lnTo>
                <a:close/>
                <a:moveTo>
                  <a:pt x="1000125" y="114300"/>
                </a:moveTo>
                <a:lnTo>
                  <a:pt x="1019175" y="114300"/>
                </a:lnTo>
                <a:lnTo>
                  <a:pt x="1019175" y="123825"/>
                </a:lnTo>
                <a:lnTo>
                  <a:pt x="1000125" y="123825"/>
                </a:lnTo>
                <a:close/>
                <a:moveTo>
                  <a:pt x="133350" y="123825"/>
                </a:moveTo>
                <a:lnTo>
                  <a:pt x="142875" y="123825"/>
                </a:lnTo>
                <a:lnTo>
                  <a:pt x="142875" y="133350"/>
                </a:lnTo>
                <a:lnTo>
                  <a:pt x="152400" y="133350"/>
                </a:lnTo>
                <a:lnTo>
                  <a:pt x="152400" y="142875"/>
                </a:lnTo>
                <a:lnTo>
                  <a:pt x="161925" y="142875"/>
                </a:lnTo>
                <a:lnTo>
                  <a:pt x="161925" y="152400"/>
                </a:lnTo>
                <a:lnTo>
                  <a:pt x="142875" y="152400"/>
                </a:lnTo>
                <a:lnTo>
                  <a:pt x="142875" y="142875"/>
                </a:lnTo>
                <a:lnTo>
                  <a:pt x="133350" y="142875"/>
                </a:lnTo>
                <a:close/>
                <a:moveTo>
                  <a:pt x="276225" y="123825"/>
                </a:moveTo>
                <a:lnTo>
                  <a:pt x="285750" y="123825"/>
                </a:lnTo>
                <a:lnTo>
                  <a:pt x="285750" y="114300"/>
                </a:lnTo>
                <a:lnTo>
                  <a:pt x="276225" y="114300"/>
                </a:lnTo>
                <a:close/>
                <a:moveTo>
                  <a:pt x="904875" y="123825"/>
                </a:moveTo>
                <a:lnTo>
                  <a:pt x="914400" y="123825"/>
                </a:lnTo>
                <a:lnTo>
                  <a:pt x="914400" y="133350"/>
                </a:lnTo>
                <a:lnTo>
                  <a:pt x="904875" y="133350"/>
                </a:lnTo>
                <a:close/>
                <a:moveTo>
                  <a:pt x="1162050" y="123825"/>
                </a:moveTo>
                <a:lnTo>
                  <a:pt x="1181100" y="123825"/>
                </a:lnTo>
                <a:lnTo>
                  <a:pt x="1181100" y="142875"/>
                </a:lnTo>
                <a:lnTo>
                  <a:pt x="1152525" y="142875"/>
                </a:lnTo>
                <a:lnTo>
                  <a:pt x="1152525" y="133350"/>
                </a:lnTo>
                <a:lnTo>
                  <a:pt x="1162050" y="133350"/>
                </a:lnTo>
                <a:close/>
                <a:moveTo>
                  <a:pt x="180975" y="133350"/>
                </a:moveTo>
                <a:lnTo>
                  <a:pt x="190500" y="133350"/>
                </a:lnTo>
                <a:lnTo>
                  <a:pt x="190500" y="142875"/>
                </a:lnTo>
                <a:lnTo>
                  <a:pt x="180975" y="142875"/>
                </a:lnTo>
                <a:close/>
                <a:moveTo>
                  <a:pt x="342900" y="133350"/>
                </a:moveTo>
                <a:lnTo>
                  <a:pt x="352425" y="133350"/>
                </a:lnTo>
                <a:lnTo>
                  <a:pt x="352425" y="142875"/>
                </a:lnTo>
                <a:lnTo>
                  <a:pt x="342900" y="142875"/>
                </a:lnTo>
                <a:close/>
                <a:moveTo>
                  <a:pt x="1095375" y="133350"/>
                </a:moveTo>
                <a:lnTo>
                  <a:pt x="1104900" y="133350"/>
                </a:lnTo>
                <a:lnTo>
                  <a:pt x="1104900" y="142875"/>
                </a:lnTo>
                <a:lnTo>
                  <a:pt x="1095375" y="142875"/>
                </a:lnTo>
                <a:close/>
                <a:moveTo>
                  <a:pt x="95250" y="142875"/>
                </a:moveTo>
                <a:lnTo>
                  <a:pt x="104775" y="142875"/>
                </a:lnTo>
                <a:lnTo>
                  <a:pt x="104775" y="152400"/>
                </a:lnTo>
                <a:lnTo>
                  <a:pt x="95250" y="152400"/>
                </a:lnTo>
                <a:close/>
                <a:moveTo>
                  <a:pt x="704850" y="142875"/>
                </a:moveTo>
                <a:lnTo>
                  <a:pt x="723900" y="142875"/>
                </a:lnTo>
                <a:lnTo>
                  <a:pt x="723900" y="152400"/>
                </a:lnTo>
                <a:lnTo>
                  <a:pt x="704850" y="152400"/>
                </a:lnTo>
                <a:close/>
                <a:moveTo>
                  <a:pt x="66675" y="152400"/>
                </a:moveTo>
                <a:lnTo>
                  <a:pt x="76200" y="152400"/>
                </a:lnTo>
                <a:lnTo>
                  <a:pt x="76200" y="161925"/>
                </a:lnTo>
                <a:lnTo>
                  <a:pt x="66675" y="161925"/>
                </a:lnTo>
                <a:close/>
                <a:moveTo>
                  <a:pt x="85725" y="152400"/>
                </a:moveTo>
                <a:lnTo>
                  <a:pt x="95250" y="152400"/>
                </a:lnTo>
                <a:lnTo>
                  <a:pt x="95250" y="161925"/>
                </a:lnTo>
                <a:lnTo>
                  <a:pt x="85725" y="161925"/>
                </a:lnTo>
                <a:close/>
                <a:moveTo>
                  <a:pt x="352425" y="152400"/>
                </a:moveTo>
                <a:lnTo>
                  <a:pt x="361950" y="152400"/>
                </a:lnTo>
                <a:lnTo>
                  <a:pt x="361950" y="161925"/>
                </a:lnTo>
                <a:lnTo>
                  <a:pt x="352425" y="161925"/>
                </a:lnTo>
                <a:close/>
                <a:moveTo>
                  <a:pt x="542925" y="152400"/>
                </a:moveTo>
                <a:lnTo>
                  <a:pt x="561975" y="152400"/>
                </a:lnTo>
                <a:lnTo>
                  <a:pt x="561975" y="161925"/>
                </a:lnTo>
                <a:lnTo>
                  <a:pt x="542925" y="161925"/>
                </a:lnTo>
                <a:close/>
                <a:moveTo>
                  <a:pt x="723900" y="152400"/>
                </a:moveTo>
                <a:lnTo>
                  <a:pt x="733425" y="152400"/>
                </a:lnTo>
                <a:lnTo>
                  <a:pt x="733425" y="161925"/>
                </a:lnTo>
                <a:lnTo>
                  <a:pt x="723900" y="161925"/>
                </a:lnTo>
                <a:close/>
                <a:moveTo>
                  <a:pt x="971550" y="152400"/>
                </a:moveTo>
                <a:lnTo>
                  <a:pt x="981075" y="152400"/>
                </a:lnTo>
                <a:lnTo>
                  <a:pt x="981075" y="161925"/>
                </a:lnTo>
                <a:lnTo>
                  <a:pt x="971550" y="161925"/>
                </a:lnTo>
                <a:close/>
                <a:moveTo>
                  <a:pt x="76200" y="161925"/>
                </a:moveTo>
                <a:lnTo>
                  <a:pt x="85725" y="161925"/>
                </a:lnTo>
                <a:lnTo>
                  <a:pt x="85725" y="171450"/>
                </a:lnTo>
                <a:lnTo>
                  <a:pt x="95250" y="171450"/>
                </a:lnTo>
                <a:lnTo>
                  <a:pt x="95250" y="180975"/>
                </a:lnTo>
                <a:lnTo>
                  <a:pt x="104775" y="180975"/>
                </a:lnTo>
                <a:lnTo>
                  <a:pt x="104775" y="200025"/>
                </a:lnTo>
                <a:lnTo>
                  <a:pt x="95250" y="200025"/>
                </a:lnTo>
                <a:lnTo>
                  <a:pt x="95250" y="190500"/>
                </a:lnTo>
                <a:lnTo>
                  <a:pt x="76200" y="190500"/>
                </a:lnTo>
                <a:lnTo>
                  <a:pt x="76200" y="180975"/>
                </a:lnTo>
                <a:lnTo>
                  <a:pt x="66675" y="180975"/>
                </a:lnTo>
                <a:lnTo>
                  <a:pt x="66675" y="171450"/>
                </a:lnTo>
                <a:lnTo>
                  <a:pt x="76200" y="171450"/>
                </a:lnTo>
                <a:close/>
                <a:moveTo>
                  <a:pt x="361950" y="161925"/>
                </a:moveTo>
                <a:lnTo>
                  <a:pt x="371475" y="161925"/>
                </a:lnTo>
                <a:lnTo>
                  <a:pt x="371475" y="171450"/>
                </a:lnTo>
                <a:lnTo>
                  <a:pt x="361950" y="171450"/>
                </a:lnTo>
                <a:close/>
                <a:moveTo>
                  <a:pt x="923925" y="161925"/>
                </a:moveTo>
                <a:lnTo>
                  <a:pt x="933450" y="161925"/>
                </a:lnTo>
                <a:lnTo>
                  <a:pt x="933450" y="171450"/>
                </a:lnTo>
                <a:lnTo>
                  <a:pt x="923925" y="171450"/>
                </a:lnTo>
                <a:close/>
                <a:moveTo>
                  <a:pt x="1076325" y="161925"/>
                </a:moveTo>
                <a:lnTo>
                  <a:pt x="1085850" y="161925"/>
                </a:lnTo>
                <a:lnTo>
                  <a:pt x="1085850" y="171450"/>
                </a:lnTo>
                <a:lnTo>
                  <a:pt x="1076325" y="171450"/>
                </a:lnTo>
                <a:close/>
                <a:moveTo>
                  <a:pt x="28575" y="171450"/>
                </a:moveTo>
                <a:lnTo>
                  <a:pt x="38100" y="171450"/>
                </a:lnTo>
                <a:lnTo>
                  <a:pt x="38100" y="180975"/>
                </a:lnTo>
                <a:lnTo>
                  <a:pt x="28575" y="180975"/>
                </a:lnTo>
                <a:close/>
                <a:moveTo>
                  <a:pt x="152400" y="171450"/>
                </a:moveTo>
                <a:lnTo>
                  <a:pt x="161925" y="171450"/>
                </a:lnTo>
                <a:lnTo>
                  <a:pt x="161925" y="180975"/>
                </a:lnTo>
                <a:lnTo>
                  <a:pt x="152400" y="180975"/>
                </a:lnTo>
                <a:close/>
                <a:moveTo>
                  <a:pt x="981075" y="171450"/>
                </a:moveTo>
                <a:lnTo>
                  <a:pt x="990600" y="171450"/>
                </a:lnTo>
                <a:lnTo>
                  <a:pt x="990600" y="180975"/>
                </a:lnTo>
                <a:lnTo>
                  <a:pt x="981075" y="180975"/>
                </a:lnTo>
                <a:close/>
                <a:moveTo>
                  <a:pt x="657225" y="180975"/>
                </a:moveTo>
                <a:lnTo>
                  <a:pt x="666750" y="180975"/>
                </a:lnTo>
                <a:lnTo>
                  <a:pt x="666750" y="190500"/>
                </a:lnTo>
                <a:lnTo>
                  <a:pt x="657225" y="190500"/>
                </a:lnTo>
                <a:close/>
                <a:moveTo>
                  <a:pt x="742950" y="180975"/>
                </a:moveTo>
                <a:lnTo>
                  <a:pt x="762000" y="180975"/>
                </a:lnTo>
                <a:lnTo>
                  <a:pt x="762000" y="200025"/>
                </a:lnTo>
                <a:lnTo>
                  <a:pt x="771525" y="200025"/>
                </a:lnTo>
                <a:lnTo>
                  <a:pt x="771525" y="209550"/>
                </a:lnTo>
                <a:lnTo>
                  <a:pt x="752475" y="209550"/>
                </a:lnTo>
                <a:lnTo>
                  <a:pt x="752475" y="190500"/>
                </a:lnTo>
                <a:lnTo>
                  <a:pt x="742950" y="190500"/>
                </a:lnTo>
                <a:close/>
                <a:moveTo>
                  <a:pt x="923925" y="180975"/>
                </a:moveTo>
                <a:lnTo>
                  <a:pt x="933450" y="180975"/>
                </a:lnTo>
                <a:lnTo>
                  <a:pt x="933450" y="190500"/>
                </a:lnTo>
                <a:lnTo>
                  <a:pt x="923925" y="190500"/>
                </a:lnTo>
                <a:close/>
                <a:moveTo>
                  <a:pt x="828675" y="190500"/>
                </a:moveTo>
                <a:lnTo>
                  <a:pt x="838200" y="190500"/>
                </a:lnTo>
                <a:lnTo>
                  <a:pt x="838200" y="200025"/>
                </a:lnTo>
                <a:lnTo>
                  <a:pt x="828675" y="200025"/>
                </a:lnTo>
                <a:close/>
                <a:moveTo>
                  <a:pt x="981075" y="190500"/>
                </a:moveTo>
                <a:lnTo>
                  <a:pt x="990600" y="190500"/>
                </a:lnTo>
                <a:lnTo>
                  <a:pt x="990600" y="209550"/>
                </a:lnTo>
                <a:lnTo>
                  <a:pt x="981075" y="209550"/>
                </a:lnTo>
                <a:close/>
                <a:moveTo>
                  <a:pt x="0" y="200025"/>
                </a:moveTo>
                <a:lnTo>
                  <a:pt x="9525" y="200025"/>
                </a:lnTo>
                <a:lnTo>
                  <a:pt x="9525" y="209550"/>
                </a:lnTo>
                <a:lnTo>
                  <a:pt x="0" y="209550"/>
                </a:lnTo>
                <a:close/>
                <a:moveTo>
                  <a:pt x="180975" y="200025"/>
                </a:moveTo>
                <a:lnTo>
                  <a:pt x="190500" y="200025"/>
                </a:lnTo>
                <a:lnTo>
                  <a:pt x="190500" y="209550"/>
                </a:lnTo>
                <a:lnTo>
                  <a:pt x="200025" y="209550"/>
                </a:lnTo>
                <a:lnTo>
                  <a:pt x="200025" y="228600"/>
                </a:lnTo>
                <a:lnTo>
                  <a:pt x="180975" y="228600"/>
                </a:lnTo>
                <a:lnTo>
                  <a:pt x="180975" y="238125"/>
                </a:lnTo>
                <a:lnTo>
                  <a:pt x="161925" y="238125"/>
                </a:lnTo>
                <a:lnTo>
                  <a:pt x="161925" y="228600"/>
                </a:lnTo>
                <a:lnTo>
                  <a:pt x="152400" y="228600"/>
                </a:lnTo>
                <a:lnTo>
                  <a:pt x="152400" y="219075"/>
                </a:lnTo>
                <a:lnTo>
                  <a:pt x="180975" y="219075"/>
                </a:lnTo>
                <a:close/>
                <a:moveTo>
                  <a:pt x="238125" y="200025"/>
                </a:moveTo>
                <a:lnTo>
                  <a:pt x="247650" y="200025"/>
                </a:lnTo>
                <a:lnTo>
                  <a:pt x="247650" y="219075"/>
                </a:lnTo>
                <a:lnTo>
                  <a:pt x="238125" y="219075"/>
                </a:lnTo>
                <a:lnTo>
                  <a:pt x="238125" y="247650"/>
                </a:lnTo>
                <a:lnTo>
                  <a:pt x="228600" y="247650"/>
                </a:lnTo>
                <a:lnTo>
                  <a:pt x="228600" y="209550"/>
                </a:lnTo>
                <a:lnTo>
                  <a:pt x="238125" y="209550"/>
                </a:lnTo>
                <a:close/>
                <a:moveTo>
                  <a:pt x="657225" y="200025"/>
                </a:moveTo>
                <a:lnTo>
                  <a:pt x="666750" y="200025"/>
                </a:lnTo>
                <a:lnTo>
                  <a:pt x="666750" y="209550"/>
                </a:lnTo>
                <a:lnTo>
                  <a:pt x="657225" y="209550"/>
                </a:lnTo>
                <a:close/>
                <a:moveTo>
                  <a:pt x="676275" y="200025"/>
                </a:moveTo>
                <a:lnTo>
                  <a:pt x="685800" y="200025"/>
                </a:lnTo>
                <a:lnTo>
                  <a:pt x="685800" y="209550"/>
                </a:lnTo>
                <a:lnTo>
                  <a:pt x="676275" y="209550"/>
                </a:lnTo>
                <a:close/>
                <a:moveTo>
                  <a:pt x="1171575" y="200025"/>
                </a:moveTo>
                <a:lnTo>
                  <a:pt x="1181100" y="200025"/>
                </a:lnTo>
                <a:lnTo>
                  <a:pt x="1181100" y="209550"/>
                </a:lnTo>
                <a:lnTo>
                  <a:pt x="1171575" y="209550"/>
                </a:lnTo>
                <a:close/>
                <a:moveTo>
                  <a:pt x="685800" y="209550"/>
                </a:moveTo>
                <a:lnTo>
                  <a:pt x="695325" y="209550"/>
                </a:lnTo>
                <a:lnTo>
                  <a:pt x="695325" y="219075"/>
                </a:lnTo>
                <a:lnTo>
                  <a:pt x="685800" y="219075"/>
                </a:lnTo>
                <a:close/>
                <a:moveTo>
                  <a:pt x="1028700" y="209550"/>
                </a:moveTo>
                <a:lnTo>
                  <a:pt x="1038225" y="209550"/>
                </a:lnTo>
                <a:lnTo>
                  <a:pt x="1038225" y="219075"/>
                </a:lnTo>
                <a:lnTo>
                  <a:pt x="1028700" y="219075"/>
                </a:lnTo>
                <a:close/>
                <a:moveTo>
                  <a:pt x="533400" y="219075"/>
                </a:moveTo>
                <a:lnTo>
                  <a:pt x="542925" y="219075"/>
                </a:lnTo>
                <a:lnTo>
                  <a:pt x="542925" y="228600"/>
                </a:lnTo>
                <a:lnTo>
                  <a:pt x="533400" y="228600"/>
                </a:lnTo>
                <a:close/>
                <a:moveTo>
                  <a:pt x="1104900" y="219075"/>
                </a:moveTo>
                <a:lnTo>
                  <a:pt x="1114425" y="219075"/>
                </a:lnTo>
                <a:lnTo>
                  <a:pt x="1114425" y="228600"/>
                </a:lnTo>
                <a:lnTo>
                  <a:pt x="1104900" y="228600"/>
                </a:lnTo>
                <a:close/>
                <a:moveTo>
                  <a:pt x="0" y="228600"/>
                </a:moveTo>
                <a:lnTo>
                  <a:pt x="9525" y="228600"/>
                </a:lnTo>
                <a:lnTo>
                  <a:pt x="9525" y="257175"/>
                </a:lnTo>
                <a:lnTo>
                  <a:pt x="0" y="257175"/>
                </a:lnTo>
                <a:close/>
                <a:moveTo>
                  <a:pt x="581025" y="228600"/>
                </a:moveTo>
                <a:lnTo>
                  <a:pt x="590550" y="228600"/>
                </a:lnTo>
                <a:lnTo>
                  <a:pt x="590550" y="247650"/>
                </a:lnTo>
                <a:lnTo>
                  <a:pt x="571500" y="247650"/>
                </a:lnTo>
                <a:lnTo>
                  <a:pt x="571500" y="238125"/>
                </a:lnTo>
                <a:lnTo>
                  <a:pt x="581025" y="238125"/>
                </a:lnTo>
                <a:close/>
                <a:moveTo>
                  <a:pt x="695325" y="228600"/>
                </a:moveTo>
                <a:lnTo>
                  <a:pt x="704850" y="228600"/>
                </a:lnTo>
                <a:lnTo>
                  <a:pt x="704850" y="238125"/>
                </a:lnTo>
                <a:lnTo>
                  <a:pt x="695325" y="238125"/>
                </a:lnTo>
                <a:close/>
                <a:moveTo>
                  <a:pt x="1000125" y="238125"/>
                </a:moveTo>
                <a:lnTo>
                  <a:pt x="1009650" y="238125"/>
                </a:lnTo>
                <a:lnTo>
                  <a:pt x="1009650" y="247650"/>
                </a:lnTo>
                <a:lnTo>
                  <a:pt x="1000125" y="247650"/>
                </a:lnTo>
                <a:close/>
                <a:moveTo>
                  <a:pt x="19050" y="257175"/>
                </a:moveTo>
                <a:lnTo>
                  <a:pt x="28575" y="257175"/>
                </a:lnTo>
                <a:lnTo>
                  <a:pt x="28575" y="266700"/>
                </a:lnTo>
                <a:lnTo>
                  <a:pt x="19050" y="266700"/>
                </a:lnTo>
                <a:close/>
                <a:moveTo>
                  <a:pt x="57150" y="257175"/>
                </a:moveTo>
                <a:lnTo>
                  <a:pt x="76200" y="257175"/>
                </a:lnTo>
                <a:lnTo>
                  <a:pt x="76200" y="285750"/>
                </a:lnTo>
                <a:lnTo>
                  <a:pt x="57150" y="285750"/>
                </a:lnTo>
                <a:close/>
                <a:moveTo>
                  <a:pt x="142875" y="257175"/>
                </a:moveTo>
                <a:lnTo>
                  <a:pt x="152400" y="257175"/>
                </a:lnTo>
                <a:lnTo>
                  <a:pt x="152400" y="266700"/>
                </a:lnTo>
                <a:lnTo>
                  <a:pt x="142875" y="266700"/>
                </a:lnTo>
                <a:close/>
                <a:moveTo>
                  <a:pt x="19050" y="276225"/>
                </a:moveTo>
                <a:lnTo>
                  <a:pt x="28575" y="276225"/>
                </a:lnTo>
                <a:lnTo>
                  <a:pt x="28575" y="285750"/>
                </a:lnTo>
                <a:lnTo>
                  <a:pt x="19050" y="285750"/>
                </a:lnTo>
                <a:close/>
                <a:moveTo>
                  <a:pt x="1095375" y="295275"/>
                </a:moveTo>
                <a:lnTo>
                  <a:pt x="1104900" y="295275"/>
                </a:lnTo>
                <a:lnTo>
                  <a:pt x="1104900" y="304800"/>
                </a:lnTo>
                <a:lnTo>
                  <a:pt x="1095375" y="304800"/>
                </a:lnTo>
                <a:close/>
                <a:moveTo>
                  <a:pt x="1104900" y="304800"/>
                </a:moveTo>
                <a:lnTo>
                  <a:pt x="1143000" y="304800"/>
                </a:lnTo>
                <a:lnTo>
                  <a:pt x="1143000" y="323850"/>
                </a:lnTo>
                <a:lnTo>
                  <a:pt x="1123950" y="323850"/>
                </a:lnTo>
                <a:lnTo>
                  <a:pt x="1123950" y="314325"/>
                </a:lnTo>
                <a:lnTo>
                  <a:pt x="1104900" y="314325"/>
                </a:lnTo>
                <a:close/>
                <a:moveTo>
                  <a:pt x="1152525" y="314325"/>
                </a:moveTo>
                <a:lnTo>
                  <a:pt x="1171575" y="314325"/>
                </a:lnTo>
                <a:lnTo>
                  <a:pt x="1171575" y="323850"/>
                </a:lnTo>
                <a:lnTo>
                  <a:pt x="1152525" y="323850"/>
                </a:lnTo>
                <a:close/>
                <a:moveTo>
                  <a:pt x="371475" y="333375"/>
                </a:moveTo>
                <a:lnTo>
                  <a:pt x="381000" y="333375"/>
                </a:lnTo>
                <a:lnTo>
                  <a:pt x="381000" y="342900"/>
                </a:lnTo>
                <a:lnTo>
                  <a:pt x="390525" y="342900"/>
                </a:lnTo>
                <a:lnTo>
                  <a:pt x="390525" y="352425"/>
                </a:lnTo>
                <a:lnTo>
                  <a:pt x="400050" y="352425"/>
                </a:lnTo>
                <a:lnTo>
                  <a:pt x="400050" y="361950"/>
                </a:lnTo>
                <a:lnTo>
                  <a:pt x="390525" y="361950"/>
                </a:lnTo>
                <a:lnTo>
                  <a:pt x="390525" y="371475"/>
                </a:lnTo>
                <a:lnTo>
                  <a:pt x="371475" y="371475"/>
                </a:lnTo>
                <a:close/>
                <a:moveTo>
                  <a:pt x="552450" y="333375"/>
                </a:moveTo>
                <a:lnTo>
                  <a:pt x="561975" y="333375"/>
                </a:lnTo>
                <a:lnTo>
                  <a:pt x="561975" y="342900"/>
                </a:lnTo>
                <a:lnTo>
                  <a:pt x="552450" y="342900"/>
                </a:lnTo>
                <a:close/>
                <a:moveTo>
                  <a:pt x="952500" y="371475"/>
                </a:moveTo>
                <a:lnTo>
                  <a:pt x="962025" y="371475"/>
                </a:lnTo>
                <a:lnTo>
                  <a:pt x="962025" y="381000"/>
                </a:lnTo>
                <a:lnTo>
                  <a:pt x="952500" y="381000"/>
                </a:lnTo>
                <a:close/>
                <a:moveTo>
                  <a:pt x="685800" y="390525"/>
                </a:moveTo>
                <a:lnTo>
                  <a:pt x="695325" y="390525"/>
                </a:lnTo>
                <a:lnTo>
                  <a:pt x="695325" y="400050"/>
                </a:lnTo>
                <a:lnTo>
                  <a:pt x="685800" y="400050"/>
                </a:lnTo>
                <a:close/>
                <a:moveTo>
                  <a:pt x="447675" y="400050"/>
                </a:moveTo>
                <a:lnTo>
                  <a:pt x="457200" y="400050"/>
                </a:lnTo>
                <a:lnTo>
                  <a:pt x="457200" y="409575"/>
                </a:lnTo>
                <a:lnTo>
                  <a:pt x="447675" y="409575"/>
                </a:lnTo>
                <a:close/>
                <a:moveTo>
                  <a:pt x="695325" y="400050"/>
                </a:moveTo>
                <a:lnTo>
                  <a:pt x="704850" y="400050"/>
                </a:lnTo>
                <a:lnTo>
                  <a:pt x="704850" y="409575"/>
                </a:lnTo>
                <a:lnTo>
                  <a:pt x="695325" y="409575"/>
                </a:lnTo>
                <a:close/>
                <a:moveTo>
                  <a:pt x="933450" y="400050"/>
                </a:moveTo>
                <a:lnTo>
                  <a:pt x="942975" y="400050"/>
                </a:lnTo>
                <a:lnTo>
                  <a:pt x="942975" y="419100"/>
                </a:lnTo>
                <a:lnTo>
                  <a:pt x="952500" y="419100"/>
                </a:lnTo>
                <a:lnTo>
                  <a:pt x="952500" y="428625"/>
                </a:lnTo>
                <a:lnTo>
                  <a:pt x="895350" y="428625"/>
                </a:lnTo>
                <a:lnTo>
                  <a:pt x="895350" y="419100"/>
                </a:lnTo>
                <a:lnTo>
                  <a:pt x="923925" y="419100"/>
                </a:lnTo>
                <a:lnTo>
                  <a:pt x="923925" y="409575"/>
                </a:lnTo>
                <a:lnTo>
                  <a:pt x="933450" y="409575"/>
                </a:lnTo>
                <a:close/>
                <a:moveTo>
                  <a:pt x="714375" y="409575"/>
                </a:moveTo>
                <a:lnTo>
                  <a:pt x="723900" y="409575"/>
                </a:lnTo>
                <a:lnTo>
                  <a:pt x="723900" y="428625"/>
                </a:lnTo>
                <a:lnTo>
                  <a:pt x="714375" y="428625"/>
                </a:lnTo>
                <a:close/>
                <a:moveTo>
                  <a:pt x="695325" y="419100"/>
                </a:moveTo>
                <a:lnTo>
                  <a:pt x="704850" y="419100"/>
                </a:lnTo>
                <a:lnTo>
                  <a:pt x="704850" y="428625"/>
                </a:lnTo>
                <a:lnTo>
                  <a:pt x="695325" y="428625"/>
                </a:lnTo>
                <a:close/>
                <a:moveTo>
                  <a:pt x="885825" y="428625"/>
                </a:moveTo>
                <a:lnTo>
                  <a:pt x="895350" y="428625"/>
                </a:lnTo>
                <a:lnTo>
                  <a:pt x="895350" y="438150"/>
                </a:lnTo>
                <a:lnTo>
                  <a:pt x="885825" y="438150"/>
                </a:lnTo>
                <a:close/>
                <a:moveTo>
                  <a:pt x="1104900" y="428625"/>
                </a:moveTo>
                <a:lnTo>
                  <a:pt x="1114425" y="428625"/>
                </a:lnTo>
                <a:lnTo>
                  <a:pt x="1114425" y="447675"/>
                </a:lnTo>
                <a:lnTo>
                  <a:pt x="1104900" y="447675"/>
                </a:lnTo>
                <a:close/>
                <a:moveTo>
                  <a:pt x="895350" y="438150"/>
                </a:moveTo>
                <a:lnTo>
                  <a:pt x="904875" y="438150"/>
                </a:lnTo>
                <a:lnTo>
                  <a:pt x="904875" y="447675"/>
                </a:lnTo>
                <a:lnTo>
                  <a:pt x="895350" y="447675"/>
                </a:lnTo>
                <a:close/>
                <a:moveTo>
                  <a:pt x="942975" y="438150"/>
                </a:moveTo>
                <a:lnTo>
                  <a:pt x="952500" y="438150"/>
                </a:lnTo>
                <a:lnTo>
                  <a:pt x="952500" y="447675"/>
                </a:lnTo>
                <a:lnTo>
                  <a:pt x="942975" y="447675"/>
                </a:lnTo>
                <a:close/>
                <a:moveTo>
                  <a:pt x="1047750" y="438150"/>
                </a:moveTo>
                <a:lnTo>
                  <a:pt x="1057275" y="438150"/>
                </a:lnTo>
                <a:lnTo>
                  <a:pt x="1057275" y="447675"/>
                </a:lnTo>
                <a:lnTo>
                  <a:pt x="1047750" y="447675"/>
                </a:lnTo>
                <a:close/>
                <a:moveTo>
                  <a:pt x="1057275" y="447675"/>
                </a:moveTo>
                <a:lnTo>
                  <a:pt x="1076325" y="447675"/>
                </a:lnTo>
                <a:lnTo>
                  <a:pt x="1076325" y="457200"/>
                </a:lnTo>
                <a:lnTo>
                  <a:pt x="1057275" y="457200"/>
                </a:lnTo>
                <a:close/>
                <a:moveTo>
                  <a:pt x="1152525" y="447675"/>
                </a:moveTo>
                <a:lnTo>
                  <a:pt x="1162050" y="447675"/>
                </a:lnTo>
                <a:lnTo>
                  <a:pt x="1162050" y="457200"/>
                </a:lnTo>
                <a:lnTo>
                  <a:pt x="1171575" y="457200"/>
                </a:lnTo>
                <a:lnTo>
                  <a:pt x="1171575" y="447675"/>
                </a:lnTo>
                <a:lnTo>
                  <a:pt x="1181100" y="447675"/>
                </a:lnTo>
                <a:lnTo>
                  <a:pt x="1181100" y="466725"/>
                </a:lnTo>
                <a:lnTo>
                  <a:pt x="1152525" y="466725"/>
                </a:lnTo>
                <a:close/>
                <a:moveTo>
                  <a:pt x="361950" y="457200"/>
                </a:moveTo>
                <a:lnTo>
                  <a:pt x="371475" y="457200"/>
                </a:lnTo>
                <a:lnTo>
                  <a:pt x="371475" y="466725"/>
                </a:lnTo>
                <a:lnTo>
                  <a:pt x="361950" y="466725"/>
                </a:lnTo>
                <a:close/>
                <a:moveTo>
                  <a:pt x="457200" y="476250"/>
                </a:moveTo>
                <a:lnTo>
                  <a:pt x="466725" y="476250"/>
                </a:lnTo>
                <a:lnTo>
                  <a:pt x="466725" y="485775"/>
                </a:lnTo>
                <a:lnTo>
                  <a:pt x="457200" y="485775"/>
                </a:lnTo>
                <a:close/>
                <a:moveTo>
                  <a:pt x="933450" y="485775"/>
                </a:moveTo>
                <a:lnTo>
                  <a:pt x="942975" y="485775"/>
                </a:lnTo>
                <a:lnTo>
                  <a:pt x="942975" y="495300"/>
                </a:lnTo>
                <a:lnTo>
                  <a:pt x="933450" y="495300"/>
                </a:lnTo>
                <a:close/>
                <a:moveTo>
                  <a:pt x="276225" y="495300"/>
                </a:moveTo>
                <a:lnTo>
                  <a:pt x="285750" y="495300"/>
                </a:lnTo>
                <a:lnTo>
                  <a:pt x="285750" y="514350"/>
                </a:lnTo>
                <a:lnTo>
                  <a:pt x="276225" y="514350"/>
                </a:lnTo>
                <a:close/>
                <a:moveTo>
                  <a:pt x="295275" y="495300"/>
                </a:moveTo>
                <a:lnTo>
                  <a:pt x="304800" y="495300"/>
                </a:lnTo>
                <a:lnTo>
                  <a:pt x="304800" y="514350"/>
                </a:lnTo>
                <a:lnTo>
                  <a:pt x="295275" y="514350"/>
                </a:lnTo>
                <a:close/>
                <a:moveTo>
                  <a:pt x="485775" y="495300"/>
                </a:moveTo>
                <a:lnTo>
                  <a:pt x="495300" y="495300"/>
                </a:lnTo>
                <a:lnTo>
                  <a:pt x="495300" y="504825"/>
                </a:lnTo>
                <a:lnTo>
                  <a:pt x="485775" y="504825"/>
                </a:lnTo>
                <a:close/>
                <a:moveTo>
                  <a:pt x="504825" y="495300"/>
                </a:moveTo>
                <a:lnTo>
                  <a:pt x="514350" y="495300"/>
                </a:lnTo>
                <a:lnTo>
                  <a:pt x="514350" y="504825"/>
                </a:lnTo>
                <a:lnTo>
                  <a:pt x="504825" y="504825"/>
                </a:lnTo>
                <a:close/>
                <a:moveTo>
                  <a:pt x="914400" y="495300"/>
                </a:moveTo>
                <a:lnTo>
                  <a:pt x="933450" y="495300"/>
                </a:lnTo>
                <a:lnTo>
                  <a:pt x="933450" y="504825"/>
                </a:lnTo>
                <a:lnTo>
                  <a:pt x="942975" y="504825"/>
                </a:lnTo>
                <a:lnTo>
                  <a:pt x="942975" y="514350"/>
                </a:lnTo>
                <a:lnTo>
                  <a:pt x="923925" y="514350"/>
                </a:lnTo>
                <a:lnTo>
                  <a:pt x="923925" y="504825"/>
                </a:lnTo>
                <a:lnTo>
                  <a:pt x="914400" y="504825"/>
                </a:lnTo>
                <a:close/>
                <a:moveTo>
                  <a:pt x="1038225" y="495300"/>
                </a:moveTo>
                <a:lnTo>
                  <a:pt x="1047750" y="495300"/>
                </a:lnTo>
                <a:lnTo>
                  <a:pt x="1047750" y="504825"/>
                </a:lnTo>
                <a:lnTo>
                  <a:pt x="1038225" y="504825"/>
                </a:lnTo>
                <a:close/>
                <a:moveTo>
                  <a:pt x="495300" y="504825"/>
                </a:moveTo>
                <a:lnTo>
                  <a:pt x="504825" y="504825"/>
                </a:lnTo>
                <a:lnTo>
                  <a:pt x="504825" y="514350"/>
                </a:lnTo>
                <a:lnTo>
                  <a:pt x="495300" y="514350"/>
                </a:lnTo>
                <a:close/>
                <a:moveTo>
                  <a:pt x="1047750" y="504825"/>
                </a:moveTo>
                <a:lnTo>
                  <a:pt x="1057275" y="504825"/>
                </a:lnTo>
                <a:lnTo>
                  <a:pt x="1057275" y="514350"/>
                </a:lnTo>
                <a:lnTo>
                  <a:pt x="1047750" y="514350"/>
                </a:lnTo>
                <a:close/>
                <a:moveTo>
                  <a:pt x="1162050" y="523875"/>
                </a:moveTo>
                <a:lnTo>
                  <a:pt x="1181100" y="523875"/>
                </a:lnTo>
                <a:lnTo>
                  <a:pt x="1181100" y="561975"/>
                </a:lnTo>
                <a:lnTo>
                  <a:pt x="1171575" y="561975"/>
                </a:lnTo>
                <a:lnTo>
                  <a:pt x="1171575" y="552450"/>
                </a:lnTo>
                <a:lnTo>
                  <a:pt x="1162050" y="552450"/>
                </a:lnTo>
                <a:close/>
                <a:moveTo>
                  <a:pt x="381000" y="542925"/>
                </a:moveTo>
                <a:lnTo>
                  <a:pt x="390525" y="542925"/>
                </a:lnTo>
                <a:lnTo>
                  <a:pt x="390525" y="552450"/>
                </a:lnTo>
                <a:lnTo>
                  <a:pt x="400050" y="552450"/>
                </a:lnTo>
                <a:lnTo>
                  <a:pt x="400050" y="571500"/>
                </a:lnTo>
                <a:lnTo>
                  <a:pt x="381000" y="571500"/>
                </a:lnTo>
                <a:close/>
                <a:moveTo>
                  <a:pt x="447675" y="542925"/>
                </a:moveTo>
                <a:lnTo>
                  <a:pt x="457200" y="542925"/>
                </a:lnTo>
                <a:lnTo>
                  <a:pt x="457200" y="552450"/>
                </a:lnTo>
                <a:lnTo>
                  <a:pt x="447675" y="552450"/>
                </a:lnTo>
                <a:close/>
                <a:moveTo>
                  <a:pt x="847725" y="552450"/>
                </a:moveTo>
                <a:lnTo>
                  <a:pt x="866775" y="552450"/>
                </a:lnTo>
                <a:lnTo>
                  <a:pt x="866775" y="561975"/>
                </a:lnTo>
                <a:lnTo>
                  <a:pt x="847725" y="561975"/>
                </a:lnTo>
                <a:close/>
                <a:moveTo>
                  <a:pt x="866775" y="561975"/>
                </a:moveTo>
                <a:lnTo>
                  <a:pt x="885825" y="561975"/>
                </a:lnTo>
                <a:lnTo>
                  <a:pt x="885825" y="571500"/>
                </a:lnTo>
                <a:lnTo>
                  <a:pt x="866775" y="571500"/>
                </a:lnTo>
                <a:close/>
                <a:moveTo>
                  <a:pt x="371475" y="571500"/>
                </a:moveTo>
                <a:lnTo>
                  <a:pt x="381000" y="571500"/>
                </a:lnTo>
                <a:lnTo>
                  <a:pt x="381000" y="619125"/>
                </a:lnTo>
                <a:lnTo>
                  <a:pt x="361950" y="619125"/>
                </a:lnTo>
                <a:lnTo>
                  <a:pt x="361950" y="609600"/>
                </a:lnTo>
                <a:lnTo>
                  <a:pt x="371475" y="609600"/>
                </a:lnTo>
                <a:close/>
                <a:moveTo>
                  <a:pt x="704850" y="571500"/>
                </a:moveTo>
                <a:lnTo>
                  <a:pt x="714375" y="571500"/>
                </a:lnTo>
                <a:lnTo>
                  <a:pt x="714375" y="581025"/>
                </a:lnTo>
                <a:lnTo>
                  <a:pt x="704850" y="581025"/>
                </a:lnTo>
                <a:close/>
                <a:moveTo>
                  <a:pt x="1143000" y="581025"/>
                </a:moveTo>
                <a:lnTo>
                  <a:pt x="1152525" y="581025"/>
                </a:lnTo>
                <a:lnTo>
                  <a:pt x="1152525" y="600075"/>
                </a:lnTo>
                <a:lnTo>
                  <a:pt x="1133475" y="600075"/>
                </a:lnTo>
                <a:lnTo>
                  <a:pt x="1133475" y="590550"/>
                </a:lnTo>
                <a:lnTo>
                  <a:pt x="1143000" y="590550"/>
                </a:lnTo>
                <a:close/>
                <a:moveTo>
                  <a:pt x="904875" y="600075"/>
                </a:moveTo>
                <a:lnTo>
                  <a:pt x="914400" y="600075"/>
                </a:lnTo>
                <a:lnTo>
                  <a:pt x="914400" y="609600"/>
                </a:lnTo>
                <a:lnTo>
                  <a:pt x="904875" y="609600"/>
                </a:lnTo>
                <a:close/>
                <a:moveTo>
                  <a:pt x="895350" y="609600"/>
                </a:moveTo>
                <a:lnTo>
                  <a:pt x="904875" y="609600"/>
                </a:lnTo>
                <a:lnTo>
                  <a:pt x="904875" y="619125"/>
                </a:lnTo>
                <a:lnTo>
                  <a:pt x="914400" y="619125"/>
                </a:lnTo>
                <a:lnTo>
                  <a:pt x="914400" y="628650"/>
                </a:lnTo>
                <a:lnTo>
                  <a:pt x="895350" y="628650"/>
                </a:lnTo>
                <a:close/>
                <a:moveTo>
                  <a:pt x="1133475" y="609600"/>
                </a:moveTo>
                <a:lnTo>
                  <a:pt x="1143000" y="609600"/>
                </a:lnTo>
                <a:lnTo>
                  <a:pt x="1143000" y="628650"/>
                </a:lnTo>
                <a:lnTo>
                  <a:pt x="1162050" y="628650"/>
                </a:lnTo>
                <a:lnTo>
                  <a:pt x="1162050" y="619125"/>
                </a:lnTo>
                <a:lnTo>
                  <a:pt x="1171575" y="619125"/>
                </a:lnTo>
                <a:lnTo>
                  <a:pt x="1171575" y="638175"/>
                </a:lnTo>
                <a:lnTo>
                  <a:pt x="1181100" y="638175"/>
                </a:lnTo>
                <a:lnTo>
                  <a:pt x="1181100" y="647700"/>
                </a:lnTo>
                <a:lnTo>
                  <a:pt x="1133475" y="647700"/>
                </a:lnTo>
                <a:close/>
                <a:moveTo>
                  <a:pt x="342900" y="638175"/>
                </a:moveTo>
                <a:lnTo>
                  <a:pt x="361950" y="638175"/>
                </a:lnTo>
                <a:lnTo>
                  <a:pt x="361950" y="647700"/>
                </a:lnTo>
                <a:lnTo>
                  <a:pt x="342900" y="647700"/>
                </a:lnTo>
                <a:close/>
                <a:moveTo>
                  <a:pt x="1057275" y="638175"/>
                </a:moveTo>
                <a:lnTo>
                  <a:pt x="1066800" y="638175"/>
                </a:lnTo>
                <a:lnTo>
                  <a:pt x="1066800" y="666750"/>
                </a:lnTo>
                <a:lnTo>
                  <a:pt x="1057275" y="666750"/>
                </a:lnTo>
                <a:close/>
                <a:moveTo>
                  <a:pt x="1019175" y="647700"/>
                </a:moveTo>
                <a:lnTo>
                  <a:pt x="1028700" y="647700"/>
                </a:lnTo>
                <a:lnTo>
                  <a:pt x="1028700" y="657225"/>
                </a:lnTo>
                <a:lnTo>
                  <a:pt x="1019175" y="657225"/>
                </a:lnTo>
                <a:close/>
                <a:moveTo>
                  <a:pt x="600075" y="657225"/>
                </a:moveTo>
                <a:lnTo>
                  <a:pt x="609600" y="657225"/>
                </a:lnTo>
                <a:lnTo>
                  <a:pt x="609600" y="666750"/>
                </a:lnTo>
                <a:lnTo>
                  <a:pt x="600075" y="666750"/>
                </a:lnTo>
                <a:close/>
                <a:moveTo>
                  <a:pt x="981075" y="657225"/>
                </a:moveTo>
                <a:lnTo>
                  <a:pt x="990600" y="657225"/>
                </a:lnTo>
                <a:lnTo>
                  <a:pt x="990600" y="666750"/>
                </a:lnTo>
                <a:lnTo>
                  <a:pt x="981075" y="666750"/>
                </a:lnTo>
                <a:close/>
                <a:moveTo>
                  <a:pt x="1000125" y="657225"/>
                </a:moveTo>
                <a:lnTo>
                  <a:pt x="1019175" y="657225"/>
                </a:lnTo>
                <a:lnTo>
                  <a:pt x="1019175" y="685800"/>
                </a:lnTo>
                <a:lnTo>
                  <a:pt x="1009650" y="685800"/>
                </a:lnTo>
                <a:lnTo>
                  <a:pt x="1009650" y="676275"/>
                </a:lnTo>
                <a:lnTo>
                  <a:pt x="1000125" y="676275"/>
                </a:lnTo>
                <a:close/>
                <a:moveTo>
                  <a:pt x="809625" y="666750"/>
                </a:moveTo>
                <a:lnTo>
                  <a:pt x="819150" y="666750"/>
                </a:lnTo>
                <a:lnTo>
                  <a:pt x="819150" y="676275"/>
                </a:lnTo>
                <a:lnTo>
                  <a:pt x="809625" y="676275"/>
                </a:lnTo>
                <a:close/>
                <a:moveTo>
                  <a:pt x="1143000" y="676275"/>
                </a:moveTo>
                <a:lnTo>
                  <a:pt x="1152525" y="676275"/>
                </a:lnTo>
                <a:lnTo>
                  <a:pt x="1152525" y="695325"/>
                </a:lnTo>
                <a:lnTo>
                  <a:pt x="1143000" y="695325"/>
                </a:lnTo>
                <a:close/>
                <a:moveTo>
                  <a:pt x="1171575" y="676275"/>
                </a:moveTo>
                <a:lnTo>
                  <a:pt x="1181100" y="676275"/>
                </a:lnTo>
                <a:lnTo>
                  <a:pt x="1181100" y="695325"/>
                </a:lnTo>
                <a:lnTo>
                  <a:pt x="1171575" y="695325"/>
                </a:lnTo>
                <a:close/>
                <a:moveTo>
                  <a:pt x="457200" y="685800"/>
                </a:moveTo>
                <a:lnTo>
                  <a:pt x="466725" y="685800"/>
                </a:lnTo>
                <a:lnTo>
                  <a:pt x="466725" y="695325"/>
                </a:lnTo>
                <a:lnTo>
                  <a:pt x="457200" y="695325"/>
                </a:lnTo>
                <a:close/>
                <a:moveTo>
                  <a:pt x="819150" y="685800"/>
                </a:moveTo>
                <a:lnTo>
                  <a:pt x="828675" y="685800"/>
                </a:lnTo>
                <a:lnTo>
                  <a:pt x="828675" y="704850"/>
                </a:lnTo>
                <a:lnTo>
                  <a:pt x="819150" y="704850"/>
                </a:lnTo>
                <a:close/>
                <a:moveTo>
                  <a:pt x="333375" y="695325"/>
                </a:moveTo>
                <a:lnTo>
                  <a:pt x="361950" y="695325"/>
                </a:lnTo>
                <a:lnTo>
                  <a:pt x="361950" y="704850"/>
                </a:lnTo>
                <a:lnTo>
                  <a:pt x="333375" y="704850"/>
                </a:lnTo>
                <a:close/>
                <a:moveTo>
                  <a:pt x="419100" y="695325"/>
                </a:moveTo>
                <a:lnTo>
                  <a:pt x="428625" y="695325"/>
                </a:lnTo>
                <a:lnTo>
                  <a:pt x="428625" y="714375"/>
                </a:lnTo>
                <a:lnTo>
                  <a:pt x="419100" y="714375"/>
                </a:lnTo>
                <a:lnTo>
                  <a:pt x="419100" y="723900"/>
                </a:lnTo>
                <a:lnTo>
                  <a:pt x="390525" y="723900"/>
                </a:lnTo>
                <a:lnTo>
                  <a:pt x="390525" y="733425"/>
                </a:lnTo>
                <a:lnTo>
                  <a:pt x="371475" y="733425"/>
                </a:lnTo>
                <a:lnTo>
                  <a:pt x="371475" y="714375"/>
                </a:lnTo>
                <a:lnTo>
                  <a:pt x="361950" y="714375"/>
                </a:lnTo>
                <a:lnTo>
                  <a:pt x="361950" y="704850"/>
                </a:lnTo>
                <a:lnTo>
                  <a:pt x="371475" y="704850"/>
                </a:lnTo>
                <a:lnTo>
                  <a:pt x="371475" y="714375"/>
                </a:lnTo>
                <a:lnTo>
                  <a:pt x="381000" y="714375"/>
                </a:lnTo>
                <a:lnTo>
                  <a:pt x="381000" y="704850"/>
                </a:lnTo>
                <a:lnTo>
                  <a:pt x="419100" y="704850"/>
                </a:lnTo>
                <a:close/>
                <a:moveTo>
                  <a:pt x="552450" y="704850"/>
                </a:moveTo>
                <a:lnTo>
                  <a:pt x="561975" y="704850"/>
                </a:lnTo>
                <a:lnTo>
                  <a:pt x="561975" y="714375"/>
                </a:lnTo>
                <a:lnTo>
                  <a:pt x="571500" y="714375"/>
                </a:lnTo>
                <a:lnTo>
                  <a:pt x="571500" y="723900"/>
                </a:lnTo>
                <a:lnTo>
                  <a:pt x="552450" y="723900"/>
                </a:lnTo>
                <a:close/>
                <a:moveTo>
                  <a:pt x="828675" y="714375"/>
                </a:moveTo>
                <a:lnTo>
                  <a:pt x="838200" y="714375"/>
                </a:lnTo>
                <a:lnTo>
                  <a:pt x="838200" y="752475"/>
                </a:lnTo>
                <a:lnTo>
                  <a:pt x="828675" y="752475"/>
                </a:lnTo>
                <a:lnTo>
                  <a:pt x="828675" y="762000"/>
                </a:lnTo>
                <a:lnTo>
                  <a:pt x="847725" y="762000"/>
                </a:lnTo>
                <a:lnTo>
                  <a:pt x="847725" y="781050"/>
                </a:lnTo>
                <a:lnTo>
                  <a:pt x="819150" y="781050"/>
                </a:lnTo>
                <a:lnTo>
                  <a:pt x="819150" y="771525"/>
                </a:lnTo>
                <a:lnTo>
                  <a:pt x="800100" y="771525"/>
                </a:lnTo>
                <a:lnTo>
                  <a:pt x="800100" y="762000"/>
                </a:lnTo>
                <a:lnTo>
                  <a:pt x="790575" y="762000"/>
                </a:lnTo>
                <a:lnTo>
                  <a:pt x="790575" y="752475"/>
                </a:lnTo>
                <a:lnTo>
                  <a:pt x="800100" y="752475"/>
                </a:lnTo>
                <a:lnTo>
                  <a:pt x="800100" y="742950"/>
                </a:lnTo>
                <a:lnTo>
                  <a:pt x="819150" y="742950"/>
                </a:lnTo>
                <a:lnTo>
                  <a:pt x="819150" y="723900"/>
                </a:lnTo>
                <a:lnTo>
                  <a:pt x="828675" y="723900"/>
                </a:lnTo>
                <a:close/>
                <a:moveTo>
                  <a:pt x="952500" y="723900"/>
                </a:moveTo>
                <a:lnTo>
                  <a:pt x="962025" y="723900"/>
                </a:lnTo>
                <a:lnTo>
                  <a:pt x="962025" y="733425"/>
                </a:lnTo>
                <a:lnTo>
                  <a:pt x="952500" y="733425"/>
                </a:lnTo>
                <a:close/>
                <a:moveTo>
                  <a:pt x="238125" y="733425"/>
                </a:moveTo>
                <a:lnTo>
                  <a:pt x="247650" y="733425"/>
                </a:lnTo>
                <a:lnTo>
                  <a:pt x="247650" y="742950"/>
                </a:lnTo>
                <a:lnTo>
                  <a:pt x="238125" y="742950"/>
                </a:lnTo>
                <a:close/>
                <a:moveTo>
                  <a:pt x="714375" y="733425"/>
                </a:moveTo>
                <a:lnTo>
                  <a:pt x="733425" y="733425"/>
                </a:lnTo>
                <a:lnTo>
                  <a:pt x="733425" y="742950"/>
                </a:lnTo>
                <a:lnTo>
                  <a:pt x="714375" y="742950"/>
                </a:lnTo>
                <a:close/>
                <a:moveTo>
                  <a:pt x="628650" y="742950"/>
                </a:moveTo>
                <a:lnTo>
                  <a:pt x="638175" y="742950"/>
                </a:lnTo>
                <a:lnTo>
                  <a:pt x="638175" y="752475"/>
                </a:lnTo>
                <a:lnTo>
                  <a:pt x="628650" y="752475"/>
                </a:lnTo>
                <a:close/>
                <a:moveTo>
                  <a:pt x="1095375" y="742950"/>
                </a:moveTo>
                <a:lnTo>
                  <a:pt x="1123950" y="742950"/>
                </a:lnTo>
                <a:lnTo>
                  <a:pt x="1123950" y="752475"/>
                </a:lnTo>
                <a:lnTo>
                  <a:pt x="1133475" y="752475"/>
                </a:lnTo>
                <a:lnTo>
                  <a:pt x="1133475" y="771525"/>
                </a:lnTo>
                <a:lnTo>
                  <a:pt x="1143000" y="771525"/>
                </a:lnTo>
                <a:lnTo>
                  <a:pt x="1143000" y="781050"/>
                </a:lnTo>
                <a:lnTo>
                  <a:pt x="1123950" y="781050"/>
                </a:lnTo>
                <a:lnTo>
                  <a:pt x="1123950" y="762000"/>
                </a:lnTo>
                <a:lnTo>
                  <a:pt x="1104900" y="762000"/>
                </a:lnTo>
                <a:lnTo>
                  <a:pt x="1104900" y="752475"/>
                </a:lnTo>
                <a:lnTo>
                  <a:pt x="1095375" y="752475"/>
                </a:lnTo>
                <a:close/>
                <a:moveTo>
                  <a:pt x="266700" y="752475"/>
                </a:moveTo>
                <a:lnTo>
                  <a:pt x="276225" y="752475"/>
                </a:lnTo>
                <a:lnTo>
                  <a:pt x="276225" y="762000"/>
                </a:lnTo>
                <a:lnTo>
                  <a:pt x="266700" y="762000"/>
                </a:lnTo>
                <a:close/>
                <a:moveTo>
                  <a:pt x="1152525" y="752475"/>
                </a:moveTo>
                <a:lnTo>
                  <a:pt x="1181100" y="752475"/>
                </a:lnTo>
                <a:lnTo>
                  <a:pt x="1181100" y="762000"/>
                </a:lnTo>
                <a:lnTo>
                  <a:pt x="1171575" y="762000"/>
                </a:lnTo>
                <a:lnTo>
                  <a:pt x="1171575" y="771525"/>
                </a:lnTo>
                <a:lnTo>
                  <a:pt x="1162050" y="771525"/>
                </a:lnTo>
                <a:lnTo>
                  <a:pt x="1162050" y="762000"/>
                </a:lnTo>
                <a:lnTo>
                  <a:pt x="1152525" y="762000"/>
                </a:lnTo>
                <a:close/>
                <a:moveTo>
                  <a:pt x="285750" y="762000"/>
                </a:moveTo>
                <a:lnTo>
                  <a:pt x="304800" y="762000"/>
                </a:lnTo>
                <a:lnTo>
                  <a:pt x="304800" y="781050"/>
                </a:lnTo>
                <a:lnTo>
                  <a:pt x="295275" y="781050"/>
                </a:lnTo>
                <a:lnTo>
                  <a:pt x="295275" y="771525"/>
                </a:lnTo>
                <a:lnTo>
                  <a:pt x="285750" y="771525"/>
                </a:lnTo>
                <a:close/>
                <a:moveTo>
                  <a:pt x="876300" y="762000"/>
                </a:moveTo>
                <a:lnTo>
                  <a:pt x="895350" y="762000"/>
                </a:lnTo>
                <a:lnTo>
                  <a:pt x="895350" y="771525"/>
                </a:lnTo>
                <a:lnTo>
                  <a:pt x="876300" y="771525"/>
                </a:lnTo>
                <a:close/>
                <a:moveTo>
                  <a:pt x="685800" y="771525"/>
                </a:moveTo>
                <a:lnTo>
                  <a:pt x="704850" y="771525"/>
                </a:lnTo>
                <a:lnTo>
                  <a:pt x="704850" y="781050"/>
                </a:lnTo>
                <a:lnTo>
                  <a:pt x="695325" y="781050"/>
                </a:lnTo>
                <a:lnTo>
                  <a:pt x="695325" y="790575"/>
                </a:lnTo>
                <a:lnTo>
                  <a:pt x="685800" y="790575"/>
                </a:lnTo>
                <a:close/>
                <a:moveTo>
                  <a:pt x="1066800" y="771525"/>
                </a:moveTo>
                <a:lnTo>
                  <a:pt x="1076325" y="771525"/>
                </a:lnTo>
                <a:lnTo>
                  <a:pt x="1076325" y="781050"/>
                </a:lnTo>
                <a:lnTo>
                  <a:pt x="1085850" y="781050"/>
                </a:lnTo>
                <a:lnTo>
                  <a:pt x="1085850" y="828675"/>
                </a:lnTo>
                <a:lnTo>
                  <a:pt x="1066800" y="828675"/>
                </a:lnTo>
                <a:lnTo>
                  <a:pt x="1066800" y="809625"/>
                </a:lnTo>
                <a:lnTo>
                  <a:pt x="1076325" y="809625"/>
                </a:lnTo>
                <a:lnTo>
                  <a:pt x="1076325" y="790575"/>
                </a:lnTo>
                <a:lnTo>
                  <a:pt x="1066800" y="790575"/>
                </a:lnTo>
                <a:close/>
                <a:moveTo>
                  <a:pt x="1152525" y="771525"/>
                </a:moveTo>
                <a:lnTo>
                  <a:pt x="1162050" y="771525"/>
                </a:lnTo>
                <a:lnTo>
                  <a:pt x="1162050" y="781050"/>
                </a:lnTo>
                <a:lnTo>
                  <a:pt x="1152525" y="781050"/>
                </a:lnTo>
                <a:close/>
                <a:moveTo>
                  <a:pt x="638175" y="781050"/>
                </a:moveTo>
                <a:lnTo>
                  <a:pt x="647700" y="781050"/>
                </a:lnTo>
                <a:lnTo>
                  <a:pt x="647700" y="790575"/>
                </a:lnTo>
                <a:lnTo>
                  <a:pt x="638175" y="790575"/>
                </a:lnTo>
                <a:close/>
                <a:moveTo>
                  <a:pt x="847725" y="781050"/>
                </a:moveTo>
                <a:lnTo>
                  <a:pt x="866775" y="781050"/>
                </a:lnTo>
                <a:lnTo>
                  <a:pt x="866775" y="790575"/>
                </a:lnTo>
                <a:lnTo>
                  <a:pt x="847725" y="790575"/>
                </a:lnTo>
                <a:close/>
                <a:moveTo>
                  <a:pt x="647700" y="790575"/>
                </a:moveTo>
                <a:lnTo>
                  <a:pt x="657225" y="790575"/>
                </a:lnTo>
                <a:lnTo>
                  <a:pt x="657225" y="809625"/>
                </a:lnTo>
                <a:lnTo>
                  <a:pt x="647700" y="809625"/>
                </a:lnTo>
                <a:close/>
                <a:moveTo>
                  <a:pt x="695325" y="790575"/>
                </a:moveTo>
                <a:lnTo>
                  <a:pt x="704850" y="790575"/>
                </a:lnTo>
                <a:lnTo>
                  <a:pt x="704850" y="800100"/>
                </a:lnTo>
                <a:lnTo>
                  <a:pt x="695325" y="800100"/>
                </a:lnTo>
                <a:close/>
                <a:moveTo>
                  <a:pt x="1095375" y="800100"/>
                </a:moveTo>
                <a:lnTo>
                  <a:pt x="1104900" y="800100"/>
                </a:lnTo>
                <a:lnTo>
                  <a:pt x="1104900" y="809625"/>
                </a:lnTo>
                <a:lnTo>
                  <a:pt x="1095375" y="809625"/>
                </a:lnTo>
                <a:close/>
                <a:moveTo>
                  <a:pt x="9525" y="819150"/>
                </a:moveTo>
                <a:lnTo>
                  <a:pt x="28575" y="819150"/>
                </a:lnTo>
                <a:lnTo>
                  <a:pt x="28575" y="838200"/>
                </a:lnTo>
                <a:lnTo>
                  <a:pt x="19050" y="838200"/>
                </a:lnTo>
                <a:lnTo>
                  <a:pt x="19050" y="828675"/>
                </a:lnTo>
                <a:lnTo>
                  <a:pt x="9525" y="828675"/>
                </a:lnTo>
                <a:close/>
                <a:moveTo>
                  <a:pt x="114300" y="838200"/>
                </a:moveTo>
                <a:lnTo>
                  <a:pt x="123825" y="838200"/>
                </a:lnTo>
                <a:lnTo>
                  <a:pt x="123825" y="847725"/>
                </a:lnTo>
                <a:lnTo>
                  <a:pt x="114300" y="847725"/>
                </a:lnTo>
                <a:close/>
                <a:moveTo>
                  <a:pt x="123825" y="847725"/>
                </a:moveTo>
                <a:lnTo>
                  <a:pt x="133350" y="847725"/>
                </a:lnTo>
                <a:lnTo>
                  <a:pt x="133350" y="857250"/>
                </a:lnTo>
                <a:lnTo>
                  <a:pt x="123825" y="857250"/>
                </a:lnTo>
                <a:close/>
                <a:moveTo>
                  <a:pt x="571500" y="847725"/>
                </a:moveTo>
                <a:lnTo>
                  <a:pt x="581025" y="847725"/>
                </a:lnTo>
                <a:lnTo>
                  <a:pt x="581025" y="857250"/>
                </a:lnTo>
                <a:lnTo>
                  <a:pt x="571500" y="857250"/>
                </a:lnTo>
                <a:close/>
                <a:moveTo>
                  <a:pt x="714375" y="847725"/>
                </a:moveTo>
                <a:lnTo>
                  <a:pt x="733425" y="847725"/>
                </a:lnTo>
                <a:lnTo>
                  <a:pt x="733425" y="857250"/>
                </a:lnTo>
                <a:lnTo>
                  <a:pt x="714375" y="857250"/>
                </a:lnTo>
                <a:close/>
                <a:moveTo>
                  <a:pt x="876300" y="847725"/>
                </a:moveTo>
                <a:lnTo>
                  <a:pt x="885825" y="847725"/>
                </a:lnTo>
                <a:lnTo>
                  <a:pt x="885825" y="866775"/>
                </a:lnTo>
                <a:lnTo>
                  <a:pt x="876300" y="866775"/>
                </a:lnTo>
                <a:close/>
                <a:moveTo>
                  <a:pt x="142875" y="857250"/>
                </a:moveTo>
                <a:lnTo>
                  <a:pt x="152400" y="857250"/>
                </a:lnTo>
                <a:lnTo>
                  <a:pt x="152400" y="866775"/>
                </a:lnTo>
                <a:lnTo>
                  <a:pt x="161925" y="866775"/>
                </a:lnTo>
                <a:lnTo>
                  <a:pt x="161925" y="876300"/>
                </a:lnTo>
                <a:lnTo>
                  <a:pt x="142875" y="876300"/>
                </a:lnTo>
                <a:close/>
                <a:moveTo>
                  <a:pt x="733425" y="857250"/>
                </a:moveTo>
                <a:lnTo>
                  <a:pt x="742950" y="857250"/>
                </a:lnTo>
                <a:lnTo>
                  <a:pt x="742950" y="866775"/>
                </a:lnTo>
                <a:lnTo>
                  <a:pt x="733425" y="866775"/>
                </a:lnTo>
                <a:close/>
                <a:moveTo>
                  <a:pt x="28575" y="876300"/>
                </a:moveTo>
                <a:lnTo>
                  <a:pt x="38100" y="876300"/>
                </a:lnTo>
                <a:lnTo>
                  <a:pt x="38100" y="885825"/>
                </a:lnTo>
                <a:lnTo>
                  <a:pt x="57150" y="885825"/>
                </a:lnTo>
                <a:lnTo>
                  <a:pt x="57150" y="876300"/>
                </a:lnTo>
                <a:lnTo>
                  <a:pt x="66675" y="876300"/>
                </a:lnTo>
                <a:lnTo>
                  <a:pt x="66675" y="885825"/>
                </a:lnTo>
                <a:lnTo>
                  <a:pt x="57150" y="885825"/>
                </a:lnTo>
                <a:lnTo>
                  <a:pt x="57150" y="904875"/>
                </a:lnTo>
                <a:lnTo>
                  <a:pt x="38100" y="904875"/>
                </a:lnTo>
                <a:lnTo>
                  <a:pt x="38100" y="914400"/>
                </a:lnTo>
                <a:lnTo>
                  <a:pt x="28575" y="914400"/>
                </a:lnTo>
                <a:lnTo>
                  <a:pt x="28575" y="895350"/>
                </a:lnTo>
                <a:lnTo>
                  <a:pt x="19050" y="895350"/>
                </a:lnTo>
                <a:lnTo>
                  <a:pt x="19050" y="885825"/>
                </a:lnTo>
                <a:lnTo>
                  <a:pt x="28575" y="885825"/>
                </a:lnTo>
                <a:close/>
                <a:moveTo>
                  <a:pt x="438150" y="876300"/>
                </a:moveTo>
                <a:lnTo>
                  <a:pt x="447675" y="876300"/>
                </a:lnTo>
                <a:lnTo>
                  <a:pt x="447675" y="914400"/>
                </a:lnTo>
                <a:lnTo>
                  <a:pt x="438150" y="914400"/>
                </a:lnTo>
                <a:lnTo>
                  <a:pt x="438150" y="904875"/>
                </a:lnTo>
                <a:lnTo>
                  <a:pt x="428625" y="904875"/>
                </a:lnTo>
                <a:lnTo>
                  <a:pt x="428625" y="895350"/>
                </a:lnTo>
                <a:lnTo>
                  <a:pt x="438150" y="895350"/>
                </a:lnTo>
                <a:close/>
                <a:moveTo>
                  <a:pt x="333375" y="895350"/>
                </a:moveTo>
                <a:lnTo>
                  <a:pt x="342900" y="895350"/>
                </a:lnTo>
                <a:lnTo>
                  <a:pt x="342900" y="904875"/>
                </a:lnTo>
                <a:lnTo>
                  <a:pt x="333375" y="904875"/>
                </a:lnTo>
                <a:close/>
                <a:moveTo>
                  <a:pt x="781050" y="895350"/>
                </a:moveTo>
                <a:lnTo>
                  <a:pt x="790575" y="895350"/>
                </a:lnTo>
                <a:lnTo>
                  <a:pt x="790575" y="904875"/>
                </a:lnTo>
                <a:lnTo>
                  <a:pt x="781050" y="904875"/>
                </a:lnTo>
                <a:close/>
                <a:moveTo>
                  <a:pt x="542925" y="923925"/>
                </a:moveTo>
                <a:lnTo>
                  <a:pt x="552450" y="923925"/>
                </a:lnTo>
                <a:lnTo>
                  <a:pt x="552450" y="942975"/>
                </a:lnTo>
                <a:lnTo>
                  <a:pt x="533400" y="942975"/>
                </a:lnTo>
                <a:lnTo>
                  <a:pt x="533400" y="933450"/>
                </a:lnTo>
                <a:lnTo>
                  <a:pt x="542925" y="933450"/>
                </a:lnTo>
                <a:close/>
                <a:moveTo>
                  <a:pt x="609600" y="923925"/>
                </a:moveTo>
                <a:lnTo>
                  <a:pt x="628650" y="923925"/>
                </a:lnTo>
                <a:lnTo>
                  <a:pt x="628650" y="933450"/>
                </a:lnTo>
                <a:lnTo>
                  <a:pt x="638175" y="933450"/>
                </a:lnTo>
                <a:lnTo>
                  <a:pt x="638175" y="962025"/>
                </a:lnTo>
                <a:lnTo>
                  <a:pt x="628650" y="962025"/>
                </a:lnTo>
                <a:lnTo>
                  <a:pt x="628650" y="981075"/>
                </a:lnTo>
                <a:lnTo>
                  <a:pt x="619125" y="981075"/>
                </a:lnTo>
                <a:lnTo>
                  <a:pt x="619125" y="952500"/>
                </a:lnTo>
                <a:lnTo>
                  <a:pt x="609600" y="952500"/>
                </a:lnTo>
                <a:close/>
                <a:moveTo>
                  <a:pt x="390525" y="933450"/>
                </a:moveTo>
                <a:lnTo>
                  <a:pt x="400050" y="933450"/>
                </a:lnTo>
                <a:lnTo>
                  <a:pt x="400050" y="942975"/>
                </a:lnTo>
                <a:lnTo>
                  <a:pt x="390525" y="942975"/>
                </a:lnTo>
                <a:close/>
                <a:moveTo>
                  <a:pt x="619125" y="952500"/>
                </a:moveTo>
                <a:lnTo>
                  <a:pt x="628650" y="952500"/>
                </a:lnTo>
                <a:lnTo>
                  <a:pt x="628650" y="942975"/>
                </a:lnTo>
                <a:lnTo>
                  <a:pt x="619125" y="942975"/>
                </a:lnTo>
                <a:close/>
                <a:moveTo>
                  <a:pt x="9525" y="962025"/>
                </a:moveTo>
                <a:lnTo>
                  <a:pt x="28575" y="962025"/>
                </a:lnTo>
                <a:lnTo>
                  <a:pt x="28575" y="971550"/>
                </a:lnTo>
                <a:lnTo>
                  <a:pt x="9525" y="971550"/>
                </a:lnTo>
                <a:close/>
                <a:moveTo>
                  <a:pt x="428625" y="962025"/>
                </a:moveTo>
                <a:lnTo>
                  <a:pt x="438150" y="962025"/>
                </a:lnTo>
                <a:lnTo>
                  <a:pt x="438150" y="971550"/>
                </a:lnTo>
                <a:lnTo>
                  <a:pt x="428625" y="971550"/>
                </a:lnTo>
                <a:close/>
                <a:moveTo>
                  <a:pt x="723900" y="962025"/>
                </a:moveTo>
                <a:lnTo>
                  <a:pt x="733425" y="962025"/>
                </a:lnTo>
                <a:lnTo>
                  <a:pt x="733425" y="971550"/>
                </a:lnTo>
                <a:lnTo>
                  <a:pt x="723900" y="971550"/>
                </a:lnTo>
                <a:close/>
                <a:moveTo>
                  <a:pt x="66675" y="971550"/>
                </a:moveTo>
                <a:lnTo>
                  <a:pt x="76200" y="971550"/>
                </a:lnTo>
                <a:lnTo>
                  <a:pt x="76200" y="981075"/>
                </a:lnTo>
                <a:lnTo>
                  <a:pt x="66675" y="981075"/>
                </a:lnTo>
                <a:close/>
                <a:moveTo>
                  <a:pt x="561975" y="971550"/>
                </a:moveTo>
                <a:lnTo>
                  <a:pt x="571500" y="971550"/>
                </a:lnTo>
                <a:lnTo>
                  <a:pt x="571500" y="981075"/>
                </a:lnTo>
                <a:lnTo>
                  <a:pt x="561975" y="981075"/>
                </a:lnTo>
                <a:close/>
                <a:moveTo>
                  <a:pt x="361950" y="1009650"/>
                </a:moveTo>
                <a:lnTo>
                  <a:pt x="371475" y="1009650"/>
                </a:lnTo>
                <a:lnTo>
                  <a:pt x="371475" y="1019175"/>
                </a:lnTo>
                <a:lnTo>
                  <a:pt x="390525" y="1019175"/>
                </a:lnTo>
                <a:lnTo>
                  <a:pt x="390525" y="1028700"/>
                </a:lnTo>
                <a:lnTo>
                  <a:pt x="371475" y="1028700"/>
                </a:lnTo>
                <a:lnTo>
                  <a:pt x="371475" y="1038225"/>
                </a:lnTo>
                <a:lnTo>
                  <a:pt x="352425" y="1038225"/>
                </a:lnTo>
                <a:lnTo>
                  <a:pt x="352425" y="1028700"/>
                </a:lnTo>
                <a:lnTo>
                  <a:pt x="361950" y="1028700"/>
                </a:lnTo>
                <a:close/>
                <a:moveTo>
                  <a:pt x="390525" y="1028700"/>
                </a:moveTo>
                <a:lnTo>
                  <a:pt x="400050" y="1028700"/>
                </a:lnTo>
                <a:lnTo>
                  <a:pt x="400050" y="1038225"/>
                </a:lnTo>
                <a:lnTo>
                  <a:pt x="390525" y="1038225"/>
                </a:lnTo>
                <a:close/>
                <a:moveTo>
                  <a:pt x="628650" y="1028700"/>
                </a:moveTo>
                <a:lnTo>
                  <a:pt x="638175" y="1028700"/>
                </a:lnTo>
                <a:lnTo>
                  <a:pt x="638175" y="1038225"/>
                </a:lnTo>
                <a:lnTo>
                  <a:pt x="628650" y="1038225"/>
                </a:lnTo>
                <a:close/>
                <a:moveTo>
                  <a:pt x="38100" y="1066800"/>
                </a:moveTo>
                <a:lnTo>
                  <a:pt x="47625" y="1066800"/>
                </a:lnTo>
                <a:lnTo>
                  <a:pt x="47625" y="1085850"/>
                </a:lnTo>
                <a:lnTo>
                  <a:pt x="28575" y="1085850"/>
                </a:lnTo>
                <a:lnTo>
                  <a:pt x="28575" y="1076325"/>
                </a:lnTo>
                <a:lnTo>
                  <a:pt x="38100" y="1076325"/>
                </a:lnTo>
                <a:close/>
                <a:moveTo>
                  <a:pt x="9525" y="1085850"/>
                </a:moveTo>
                <a:lnTo>
                  <a:pt x="28575" y="1085850"/>
                </a:lnTo>
                <a:lnTo>
                  <a:pt x="28575" y="1095375"/>
                </a:lnTo>
                <a:lnTo>
                  <a:pt x="9525" y="1095375"/>
                </a:lnTo>
                <a:close/>
                <a:moveTo>
                  <a:pt x="352425" y="1085850"/>
                </a:moveTo>
                <a:lnTo>
                  <a:pt x="361950" y="1085850"/>
                </a:lnTo>
                <a:lnTo>
                  <a:pt x="361950" y="1095375"/>
                </a:lnTo>
                <a:lnTo>
                  <a:pt x="352425" y="1095375"/>
                </a:lnTo>
                <a:close/>
                <a:moveTo>
                  <a:pt x="619125" y="1085850"/>
                </a:moveTo>
                <a:lnTo>
                  <a:pt x="638175" y="1085850"/>
                </a:lnTo>
                <a:lnTo>
                  <a:pt x="638175" y="1104900"/>
                </a:lnTo>
                <a:lnTo>
                  <a:pt x="628650" y="1104900"/>
                </a:lnTo>
                <a:lnTo>
                  <a:pt x="628650" y="1095375"/>
                </a:lnTo>
                <a:lnTo>
                  <a:pt x="619125" y="1095375"/>
                </a:lnTo>
                <a:close/>
                <a:moveTo>
                  <a:pt x="361950" y="1095375"/>
                </a:moveTo>
                <a:lnTo>
                  <a:pt x="371475" y="1095375"/>
                </a:lnTo>
                <a:lnTo>
                  <a:pt x="371475" y="1104900"/>
                </a:lnTo>
                <a:lnTo>
                  <a:pt x="361950" y="1104900"/>
                </a:lnTo>
                <a:close/>
                <a:moveTo>
                  <a:pt x="600075" y="1095375"/>
                </a:moveTo>
                <a:lnTo>
                  <a:pt x="609600" y="1095375"/>
                </a:lnTo>
                <a:lnTo>
                  <a:pt x="609600" y="1104900"/>
                </a:lnTo>
                <a:lnTo>
                  <a:pt x="600075" y="1104900"/>
                </a:lnTo>
                <a:close/>
                <a:moveTo>
                  <a:pt x="552450" y="1104900"/>
                </a:moveTo>
                <a:lnTo>
                  <a:pt x="561975" y="1104900"/>
                </a:lnTo>
                <a:lnTo>
                  <a:pt x="561975" y="1114425"/>
                </a:lnTo>
                <a:lnTo>
                  <a:pt x="581025" y="1114425"/>
                </a:lnTo>
                <a:lnTo>
                  <a:pt x="581025" y="1104900"/>
                </a:lnTo>
                <a:lnTo>
                  <a:pt x="590550" y="1104900"/>
                </a:lnTo>
                <a:lnTo>
                  <a:pt x="590550" y="1114425"/>
                </a:lnTo>
                <a:lnTo>
                  <a:pt x="609600" y="1114425"/>
                </a:lnTo>
                <a:lnTo>
                  <a:pt x="609600" y="1123950"/>
                </a:lnTo>
                <a:lnTo>
                  <a:pt x="590550" y="1123950"/>
                </a:lnTo>
                <a:lnTo>
                  <a:pt x="590550" y="1133475"/>
                </a:lnTo>
                <a:lnTo>
                  <a:pt x="561975" y="1133475"/>
                </a:lnTo>
                <a:lnTo>
                  <a:pt x="561975" y="1123950"/>
                </a:lnTo>
                <a:lnTo>
                  <a:pt x="552450" y="1123950"/>
                </a:lnTo>
                <a:close/>
                <a:moveTo>
                  <a:pt x="371475" y="1114425"/>
                </a:moveTo>
                <a:lnTo>
                  <a:pt x="381000" y="1114425"/>
                </a:lnTo>
                <a:lnTo>
                  <a:pt x="381000" y="1123950"/>
                </a:lnTo>
                <a:lnTo>
                  <a:pt x="371475" y="1123950"/>
                </a:lnTo>
                <a:close/>
                <a:moveTo>
                  <a:pt x="390525" y="1114425"/>
                </a:moveTo>
                <a:lnTo>
                  <a:pt x="400050" y="1114425"/>
                </a:lnTo>
                <a:lnTo>
                  <a:pt x="400050" y="1123950"/>
                </a:lnTo>
                <a:lnTo>
                  <a:pt x="390525" y="1123950"/>
                </a:lnTo>
                <a:close/>
                <a:moveTo>
                  <a:pt x="733425" y="1114425"/>
                </a:moveTo>
                <a:lnTo>
                  <a:pt x="742950" y="1114425"/>
                </a:lnTo>
                <a:lnTo>
                  <a:pt x="742950" y="1133475"/>
                </a:lnTo>
                <a:lnTo>
                  <a:pt x="733425" y="1133475"/>
                </a:lnTo>
                <a:close/>
                <a:moveTo>
                  <a:pt x="9525" y="1123950"/>
                </a:moveTo>
                <a:lnTo>
                  <a:pt x="19050" y="1123950"/>
                </a:lnTo>
                <a:lnTo>
                  <a:pt x="19050" y="1133475"/>
                </a:lnTo>
                <a:lnTo>
                  <a:pt x="9525" y="1133475"/>
                </a:lnTo>
                <a:close/>
                <a:moveTo>
                  <a:pt x="19050" y="1133475"/>
                </a:moveTo>
                <a:lnTo>
                  <a:pt x="28575" y="1133475"/>
                </a:lnTo>
                <a:lnTo>
                  <a:pt x="28575" y="1143000"/>
                </a:lnTo>
                <a:lnTo>
                  <a:pt x="19050" y="1143000"/>
                </a:lnTo>
                <a:close/>
                <a:moveTo>
                  <a:pt x="657225" y="1143000"/>
                </a:moveTo>
                <a:lnTo>
                  <a:pt x="666750" y="1143000"/>
                </a:lnTo>
                <a:lnTo>
                  <a:pt x="666750" y="1162050"/>
                </a:lnTo>
                <a:lnTo>
                  <a:pt x="657225" y="1162050"/>
                </a:lnTo>
                <a:lnTo>
                  <a:pt x="657225" y="1171575"/>
                </a:lnTo>
                <a:lnTo>
                  <a:pt x="647700" y="1171575"/>
                </a:lnTo>
                <a:lnTo>
                  <a:pt x="647700" y="1152525"/>
                </a:lnTo>
                <a:lnTo>
                  <a:pt x="657225" y="1152525"/>
                </a:lnTo>
                <a:close/>
                <a:moveTo>
                  <a:pt x="676275" y="1143000"/>
                </a:moveTo>
                <a:lnTo>
                  <a:pt x="685800" y="1143000"/>
                </a:lnTo>
                <a:lnTo>
                  <a:pt x="685800" y="1190625"/>
                </a:lnTo>
                <a:lnTo>
                  <a:pt x="657225" y="1190625"/>
                </a:lnTo>
                <a:lnTo>
                  <a:pt x="657225" y="1181100"/>
                </a:lnTo>
                <a:lnTo>
                  <a:pt x="676275" y="1181100"/>
                </a:lnTo>
                <a:close/>
                <a:moveTo>
                  <a:pt x="304800" y="1171575"/>
                </a:moveTo>
                <a:lnTo>
                  <a:pt x="323850" y="1171575"/>
                </a:lnTo>
                <a:lnTo>
                  <a:pt x="323850" y="1181100"/>
                </a:lnTo>
                <a:lnTo>
                  <a:pt x="304800" y="1181100"/>
                </a:lnTo>
                <a:close/>
                <a:moveTo>
                  <a:pt x="476250" y="1171575"/>
                </a:moveTo>
                <a:lnTo>
                  <a:pt x="485775" y="1171575"/>
                </a:lnTo>
                <a:lnTo>
                  <a:pt x="485775" y="1181100"/>
                </a:lnTo>
                <a:lnTo>
                  <a:pt x="476250" y="1181100"/>
                </a:lnTo>
                <a:close/>
                <a:moveTo>
                  <a:pt x="323850" y="1181100"/>
                </a:moveTo>
                <a:lnTo>
                  <a:pt x="333375" y="1181100"/>
                </a:lnTo>
                <a:lnTo>
                  <a:pt x="333375" y="1190625"/>
                </a:lnTo>
                <a:lnTo>
                  <a:pt x="323850" y="1190625"/>
                </a:lnTo>
                <a:close/>
                <a:moveTo>
                  <a:pt x="457200" y="1181100"/>
                </a:moveTo>
                <a:lnTo>
                  <a:pt x="476250" y="1181100"/>
                </a:lnTo>
                <a:lnTo>
                  <a:pt x="476250" y="1190625"/>
                </a:lnTo>
                <a:lnTo>
                  <a:pt x="466725" y="1190625"/>
                </a:lnTo>
                <a:lnTo>
                  <a:pt x="466725" y="1200150"/>
                </a:lnTo>
                <a:lnTo>
                  <a:pt x="457200" y="1200150"/>
                </a:lnTo>
                <a:lnTo>
                  <a:pt x="457200" y="1209675"/>
                </a:lnTo>
                <a:lnTo>
                  <a:pt x="447675" y="1209675"/>
                </a:lnTo>
                <a:lnTo>
                  <a:pt x="447675" y="1219200"/>
                </a:lnTo>
                <a:lnTo>
                  <a:pt x="438150" y="1219200"/>
                </a:lnTo>
                <a:lnTo>
                  <a:pt x="438150" y="1200150"/>
                </a:lnTo>
                <a:lnTo>
                  <a:pt x="447675" y="1200150"/>
                </a:lnTo>
                <a:lnTo>
                  <a:pt x="447675" y="1190625"/>
                </a:lnTo>
                <a:lnTo>
                  <a:pt x="457200" y="1190625"/>
                </a:lnTo>
                <a:close/>
                <a:moveTo>
                  <a:pt x="552450" y="1181100"/>
                </a:moveTo>
                <a:lnTo>
                  <a:pt x="561975" y="1181100"/>
                </a:lnTo>
                <a:lnTo>
                  <a:pt x="561975" y="1190625"/>
                </a:lnTo>
                <a:lnTo>
                  <a:pt x="552450" y="1190625"/>
                </a:lnTo>
                <a:close/>
                <a:moveTo>
                  <a:pt x="9525" y="1190625"/>
                </a:moveTo>
                <a:lnTo>
                  <a:pt x="19050" y="1190625"/>
                </a:lnTo>
                <a:lnTo>
                  <a:pt x="19050" y="1200150"/>
                </a:lnTo>
                <a:lnTo>
                  <a:pt x="9525" y="1200150"/>
                </a:lnTo>
                <a:close/>
                <a:moveTo>
                  <a:pt x="742950" y="1190625"/>
                </a:moveTo>
                <a:lnTo>
                  <a:pt x="762000" y="1190625"/>
                </a:lnTo>
                <a:lnTo>
                  <a:pt x="762000" y="1200150"/>
                </a:lnTo>
                <a:lnTo>
                  <a:pt x="752475" y="1200150"/>
                </a:lnTo>
                <a:lnTo>
                  <a:pt x="752475" y="1209675"/>
                </a:lnTo>
                <a:lnTo>
                  <a:pt x="733425" y="1209675"/>
                </a:lnTo>
                <a:lnTo>
                  <a:pt x="733425" y="1200150"/>
                </a:lnTo>
                <a:lnTo>
                  <a:pt x="742950" y="1200150"/>
                </a:lnTo>
                <a:close/>
                <a:moveTo>
                  <a:pt x="714375" y="1200150"/>
                </a:moveTo>
                <a:lnTo>
                  <a:pt x="723900" y="1200150"/>
                </a:lnTo>
                <a:lnTo>
                  <a:pt x="723900" y="1209675"/>
                </a:lnTo>
                <a:lnTo>
                  <a:pt x="714375" y="1209675"/>
                </a:lnTo>
                <a:close/>
                <a:moveTo>
                  <a:pt x="723900" y="1209675"/>
                </a:moveTo>
                <a:lnTo>
                  <a:pt x="733425" y="1209675"/>
                </a:lnTo>
                <a:lnTo>
                  <a:pt x="733425" y="1219200"/>
                </a:lnTo>
                <a:lnTo>
                  <a:pt x="723900" y="1219200"/>
                </a:lnTo>
                <a:close/>
                <a:moveTo>
                  <a:pt x="571500" y="1219200"/>
                </a:moveTo>
                <a:lnTo>
                  <a:pt x="590550" y="1219200"/>
                </a:lnTo>
                <a:lnTo>
                  <a:pt x="590550" y="1238250"/>
                </a:lnTo>
                <a:lnTo>
                  <a:pt x="600075" y="1238250"/>
                </a:lnTo>
                <a:lnTo>
                  <a:pt x="600075" y="1228725"/>
                </a:lnTo>
                <a:lnTo>
                  <a:pt x="609600" y="1228725"/>
                </a:lnTo>
                <a:lnTo>
                  <a:pt x="609600" y="1238250"/>
                </a:lnTo>
                <a:lnTo>
                  <a:pt x="600075" y="1238250"/>
                </a:lnTo>
                <a:lnTo>
                  <a:pt x="600075" y="1266825"/>
                </a:lnTo>
                <a:lnTo>
                  <a:pt x="581025" y="1266825"/>
                </a:lnTo>
                <a:lnTo>
                  <a:pt x="581025" y="1276350"/>
                </a:lnTo>
                <a:lnTo>
                  <a:pt x="571500" y="1276350"/>
                </a:lnTo>
                <a:lnTo>
                  <a:pt x="571500" y="1266825"/>
                </a:lnTo>
                <a:lnTo>
                  <a:pt x="561975" y="1266825"/>
                </a:lnTo>
                <a:lnTo>
                  <a:pt x="561975" y="1247775"/>
                </a:lnTo>
                <a:lnTo>
                  <a:pt x="552450" y="1247775"/>
                </a:lnTo>
                <a:lnTo>
                  <a:pt x="552450" y="1228725"/>
                </a:lnTo>
                <a:lnTo>
                  <a:pt x="571500" y="1228725"/>
                </a:lnTo>
                <a:close/>
                <a:moveTo>
                  <a:pt x="485775" y="1238250"/>
                </a:moveTo>
                <a:lnTo>
                  <a:pt x="495300" y="1238250"/>
                </a:lnTo>
                <a:lnTo>
                  <a:pt x="495300" y="1247775"/>
                </a:lnTo>
                <a:lnTo>
                  <a:pt x="485775" y="1247775"/>
                </a:lnTo>
                <a:close/>
                <a:moveTo>
                  <a:pt x="38100" y="1247775"/>
                </a:moveTo>
                <a:lnTo>
                  <a:pt x="47625" y="1247775"/>
                </a:lnTo>
                <a:lnTo>
                  <a:pt x="47625" y="1257300"/>
                </a:lnTo>
                <a:lnTo>
                  <a:pt x="38100" y="1257300"/>
                </a:lnTo>
                <a:close/>
                <a:moveTo>
                  <a:pt x="495300" y="1247775"/>
                </a:moveTo>
                <a:lnTo>
                  <a:pt x="523875" y="1247775"/>
                </a:lnTo>
                <a:lnTo>
                  <a:pt x="523875" y="1257300"/>
                </a:lnTo>
                <a:lnTo>
                  <a:pt x="495300" y="1257300"/>
                </a:lnTo>
                <a:close/>
                <a:moveTo>
                  <a:pt x="47625" y="1257300"/>
                </a:moveTo>
                <a:lnTo>
                  <a:pt x="57150" y="1257300"/>
                </a:lnTo>
                <a:lnTo>
                  <a:pt x="57150" y="1266825"/>
                </a:lnTo>
                <a:lnTo>
                  <a:pt x="47625" y="1266825"/>
                </a:lnTo>
                <a:close/>
                <a:moveTo>
                  <a:pt x="419100" y="1276350"/>
                </a:moveTo>
                <a:lnTo>
                  <a:pt x="428625" y="1276350"/>
                </a:lnTo>
                <a:lnTo>
                  <a:pt x="428625" y="1323975"/>
                </a:lnTo>
                <a:lnTo>
                  <a:pt x="419100" y="1323975"/>
                </a:lnTo>
                <a:close/>
                <a:moveTo>
                  <a:pt x="514350" y="1276350"/>
                </a:moveTo>
                <a:lnTo>
                  <a:pt x="523875" y="1276350"/>
                </a:lnTo>
                <a:lnTo>
                  <a:pt x="523875" y="1285875"/>
                </a:lnTo>
                <a:lnTo>
                  <a:pt x="514350" y="1285875"/>
                </a:lnTo>
                <a:close/>
                <a:moveTo>
                  <a:pt x="504825" y="1285875"/>
                </a:moveTo>
                <a:lnTo>
                  <a:pt x="514350" y="1285875"/>
                </a:lnTo>
                <a:lnTo>
                  <a:pt x="514350" y="1295400"/>
                </a:lnTo>
                <a:lnTo>
                  <a:pt x="533400" y="1295400"/>
                </a:lnTo>
                <a:lnTo>
                  <a:pt x="533400" y="1314450"/>
                </a:lnTo>
                <a:lnTo>
                  <a:pt x="523875" y="1314450"/>
                </a:lnTo>
                <a:lnTo>
                  <a:pt x="523875" y="1323975"/>
                </a:lnTo>
                <a:lnTo>
                  <a:pt x="495300" y="1323975"/>
                </a:lnTo>
                <a:lnTo>
                  <a:pt x="495300" y="1314450"/>
                </a:lnTo>
                <a:lnTo>
                  <a:pt x="485775" y="1314450"/>
                </a:lnTo>
                <a:lnTo>
                  <a:pt x="485775" y="1304925"/>
                </a:lnTo>
                <a:lnTo>
                  <a:pt x="495300" y="1304925"/>
                </a:lnTo>
                <a:lnTo>
                  <a:pt x="495300" y="1295400"/>
                </a:lnTo>
                <a:lnTo>
                  <a:pt x="504825" y="1295400"/>
                </a:lnTo>
                <a:close/>
                <a:moveTo>
                  <a:pt x="561975" y="1285875"/>
                </a:moveTo>
                <a:lnTo>
                  <a:pt x="571500" y="1285875"/>
                </a:lnTo>
                <a:lnTo>
                  <a:pt x="571500" y="1304925"/>
                </a:lnTo>
                <a:lnTo>
                  <a:pt x="590550" y="1304925"/>
                </a:lnTo>
                <a:lnTo>
                  <a:pt x="590550" y="1323975"/>
                </a:lnTo>
                <a:lnTo>
                  <a:pt x="581025" y="1323975"/>
                </a:lnTo>
                <a:lnTo>
                  <a:pt x="581025" y="1314450"/>
                </a:lnTo>
                <a:lnTo>
                  <a:pt x="561975" y="1314450"/>
                </a:lnTo>
                <a:close/>
                <a:moveTo>
                  <a:pt x="714375" y="1285875"/>
                </a:moveTo>
                <a:lnTo>
                  <a:pt x="723900" y="1285875"/>
                </a:lnTo>
                <a:lnTo>
                  <a:pt x="723900" y="1343025"/>
                </a:lnTo>
                <a:lnTo>
                  <a:pt x="714375" y="1343025"/>
                </a:lnTo>
                <a:close/>
                <a:moveTo>
                  <a:pt x="304800" y="1295400"/>
                </a:moveTo>
                <a:lnTo>
                  <a:pt x="314325" y="1295400"/>
                </a:lnTo>
                <a:lnTo>
                  <a:pt x="314325" y="1304925"/>
                </a:lnTo>
                <a:lnTo>
                  <a:pt x="304800" y="1304925"/>
                </a:lnTo>
                <a:close/>
                <a:moveTo>
                  <a:pt x="962025" y="1295400"/>
                </a:moveTo>
                <a:lnTo>
                  <a:pt x="981075" y="1295400"/>
                </a:lnTo>
                <a:lnTo>
                  <a:pt x="981075" y="1304925"/>
                </a:lnTo>
                <a:lnTo>
                  <a:pt x="962025" y="1304925"/>
                </a:lnTo>
                <a:close/>
                <a:moveTo>
                  <a:pt x="800100" y="1304925"/>
                </a:moveTo>
                <a:lnTo>
                  <a:pt x="819150" y="1304925"/>
                </a:lnTo>
                <a:lnTo>
                  <a:pt x="819150" y="1323975"/>
                </a:lnTo>
                <a:lnTo>
                  <a:pt x="828675" y="1323975"/>
                </a:lnTo>
                <a:lnTo>
                  <a:pt x="828675" y="1333500"/>
                </a:lnTo>
                <a:lnTo>
                  <a:pt x="809625" y="1333500"/>
                </a:lnTo>
                <a:lnTo>
                  <a:pt x="809625" y="1323975"/>
                </a:lnTo>
                <a:lnTo>
                  <a:pt x="800100" y="1323975"/>
                </a:lnTo>
                <a:close/>
                <a:moveTo>
                  <a:pt x="847725" y="1304925"/>
                </a:moveTo>
                <a:lnTo>
                  <a:pt x="866775" y="1304925"/>
                </a:lnTo>
                <a:lnTo>
                  <a:pt x="866775" y="1333500"/>
                </a:lnTo>
                <a:lnTo>
                  <a:pt x="857250" y="1333500"/>
                </a:lnTo>
                <a:lnTo>
                  <a:pt x="857250" y="1314450"/>
                </a:lnTo>
                <a:lnTo>
                  <a:pt x="847725" y="1314450"/>
                </a:lnTo>
                <a:close/>
                <a:moveTo>
                  <a:pt x="876300" y="1304925"/>
                </a:moveTo>
                <a:lnTo>
                  <a:pt x="885825" y="1304925"/>
                </a:lnTo>
                <a:lnTo>
                  <a:pt x="885825" y="1323975"/>
                </a:lnTo>
                <a:lnTo>
                  <a:pt x="876300" y="1323975"/>
                </a:lnTo>
                <a:close/>
                <a:moveTo>
                  <a:pt x="923925" y="1304925"/>
                </a:moveTo>
                <a:lnTo>
                  <a:pt x="942975" y="1304925"/>
                </a:lnTo>
                <a:lnTo>
                  <a:pt x="942975" y="1314450"/>
                </a:lnTo>
                <a:lnTo>
                  <a:pt x="923925" y="1314450"/>
                </a:lnTo>
                <a:close/>
                <a:moveTo>
                  <a:pt x="952500" y="1304925"/>
                </a:moveTo>
                <a:lnTo>
                  <a:pt x="962025" y="1304925"/>
                </a:lnTo>
                <a:lnTo>
                  <a:pt x="962025" y="1314450"/>
                </a:lnTo>
                <a:lnTo>
                  <a:pt x="981075" y="1314450"/>
                </a:lnTo>
                <a:lnTo>
                  <a:pt x="981075" y="1304925"/>
                </a:lnTo>
                <a:lnTo>
                  <a:pt x="990600" y="1304925"/>
                </a:lnTo>
                <a:lnTo>
                  <a:pt x="990600" y="1323975"/>
                </a:lnTo>
                <a:lnTo>
                  <a:pt x="981075" y="1323975"/>
                </a:lnTo>
                <a:lnTo>
                  <a:pt x="981075" y="1343025"/>
                </a:lnTo>
                <a:lnTo>
                  <a:pt x="962025" y="1343025"/>
                </a:lnTo>
                <a:lnTo>
                  <a:pt x="962025" y="1333500"/>
                </a:lnTo>
                <a:lnTo>
                  <a:pt x="952500" y="1333500"/>
                </a:lnTo>
                <a:lnTo>
                  <a:pt x="952500" y="1323975"/>
                </a:lnTo>
                <a:lnTo>
                  <a:pt x="942975" y="1323975"/>
                </a:lnTo>
                <a:lnTo>
                  <a:pt x="942975" y="1314450"/>
                </a:lnTo>
                <a:lnTo>
                  <a:pt x="952500" y="1314450"/>
                </a:lnTo>
                <a:close/>
                <a:moveTo>
                  <a:pt x="1076325" y="1304925"/>
                </a:moveTo>
                <a:lnTo>
                  <a:pt x="1085850" y="1304925"/>
                </a:lnTo>
                <a:lnTo>
                  <a:pt x="1085850" y="1314450"/>
                </a:lnTo>
                <a:lnTo>
                  <a:pt x="1076325" y="1314450"/>
                </a:lnTo>
                <a:close/>
                <a:moveTo>
                  <a:pt x="1133475" y="1304925"/>
                </a:moveTo>
                <a:lnTo>
                  <a:pt x="1143000" y="1304925"/>
                </a:lnTo>
                <a:lnTo>
                  <a:pt x="1143000" y="1314450"/>
                </a:lnTo>
                <a:lnTo>
                  <a:pt x="1171575" y="1314450"/>
                </a:lnTo>
                <a:lnTo>
                  <a:pt x="1171575" y="1304925"/>
                </a:lnTo>
                <a:lnTo>
                  <a:pt x="1181100" y="1304925"/>
                </a:lnTo>
                <a:lnTo>
                  <a:pt x="1181100" y="1343025"/>
                </a:lnTo>
                <a:lnTo>
                  <a:pt x="1171575" y="1343025"/>
                </a:lnTo>
                <a:lnTo>
                  <a:pt x="1171575" y="1333500"/>
                </a:lnTo>
                <a:lnTo>
                  <a:pt x="1162050" y="1333500"/>
                </a:lnTo>
                <a:lnTo>
                  <a:pt x="1162050" y="1323975"/>
                </a:lnTo>
                <a:lnTo>
                  <a:pt x="1152525" y="1323975"/>
                </a:lnTo>
                <a:lnTo>
                  <a:pt x="1152525" y="1333500"/>
                </a:lnTo>
                <a:lnTo>
                  <a:pt x="1133475" y="1333500"/>
                </a:lnTo>
                <a:close/>
                <a:moveTo>
                  <a:pt x="0" y="1314450"/>
                </a:moveTo>
                <a:lnTo>
                  <a:pt x="9525" y="1314450"/>
                </a:lnTo>
                <a:lnTo>
                  <a:pt x="9525" y="1323975"/>
                </a:lnTo>
                <a:lnTo>
                  <a:pt x="0" y="1323975"/>
                </a:lnTo>
                <a:close/>
                <a:moveTo>
                  <a:pt x="295275" y="1314450"/>
                </a:moveTo>
                <a:lnTo>
                  <a:pt x="304800" y="1314450"/>
                </a:lnTo>
                <a:lnTo>
                  <a:pt x="304800" y="1323975"/>
                </a:lnTo>
                <a:lnTo>
                  <a:pt x="295275" y="1323975"/>
                </a:lnTo>
                <a:close/>
                <a:moveTo>
                  <a:pt x="657225" y="1314450"/>
                </a:moveTo>
                <a:lnTo>
                  <a:pt x="676275" y="1314450"/>
                </a:lnTo>
                <a:lnTo>
                  <a:pt x="676275" y="1323975"/>
                </a:lnTo>
                <a:lnTo>
                  <a:pt x="666750" y="1323975"/>
                </a:lnTo>
                <a:lnTo>
                  <a:pt x="666750" y="1333500"/>
                </a:lnTo>
                <a:lnTo>
                  <a:pt x="657225" y="1333500"/>
                </a:lnTo>
                <a:close/>
                <a:moveTo>
                  <a:pt x="904875" y="1314450"/>
                </a:moveTo>
                <a:lnTo>
                  <a:pt x="914400" y="1314450"/>
                </a:lnTo>
                <a:lnTo>
                  <a:pt x="914400" y="1323975"/>
                </a:lnTo>
                <a:lnTo>
                  <a:pt x="904875" y="1323975"/>
                </a:lnTo>
                <a:close/>
                <a:moveTo>
                  <a:pt x="1000125" y="1314450"/>
                </a:moveTo>
                <a:lnTo>
                  <a:pt x="1009650" y="1314450"/>
                </a:lnTo>
                <a:lnTo>
                  <a:pt x="1009650" y="1323975"/>
                </a:lnTo>
                <a:lnTo>
                  <a:pt x="1000125" y="1323975"/>
                </a:lnTo>
                <a:close/>
                <a:moveTo>
                  <a:pt x="1057275" y="1314450"/>
                </a:moveTo>
                <a:lnTo>
                  <a:pt x="1066800" y="1314450"/>
                </a:lnTo>
                <a:lnTo>
                  <a:pt x="1066800" y="1333500"/>
                </a:lnTo>
                <a:lnTo>
                  <a:pt x="1057275" y="1333500"/>
                </a:lnTo>
                <a:close/>
                <a:moveTo>
                  <a:pt x="66675" y="1323975"/>
                </a:moveTo>
                <a:lnTo>
                  <a:pt x="85725" y="1323975"/>
                </a:lnTo>
                <a:lnTo>
                  <a:pt x="85725" y="1343025"/>
                </a:lnTo>
                <a:lnTo>
                  <a:pt x="66675" y="1343025"/>
                </a:lnTo>
                <a:lnTo>
                  <a:pt x="66675" y="1352550"/>
                </a:lnTo>
                <a:lnTo>
                  <a:pt x="57150" y="1352550"/>
                </a:lnTo>
                <a:lnTo>
                  <a:pt x="57150" y="1343025"/>
                </a:lnTo>
                <a:lnTo>
                  <a:pt x="47625" y="1343025"/>
                </a:lnTo>
                <a:lnTo>
                  <a:pt x="47625" y="1362075"/>
                </a:lnTo>
                <a:lnTo>
                  <a:pt x="38100" y="1362075"/>
                </a:lnTo>
                <a:lnTo>
                  <a:pt x="38100" y="1343025"/>
                </a:lnTo>
                <a:lnTo>
                  <a:pt x="28575" y="1343025"/>
                </a:lnTo>
                <a:lnTo>
                  <a:pt x="28575" y="1333500"/>
                </a:lnTo>
                <a:lnTo>
                  <a:pt x="66675" y="1333500"/>
                </a:lnTo>
                <a:close/>
                <a:moveTo>
                  <a:pt x="381000" y="1323975"/>
                </a:moveTo>
                <a:lnTo>
                  <a:pt x="390525" y="1323975"/>
                </a:lnTo>
                <a:lnTo>
                  <a:pt x="390525" y="1333500"/>
                </a:lnTo>
                <a:lnTo>
                  <a:pt x="381000" y="1333500"/>
                </a:lnTo>
                <a:close/>
                <a:moveTo>
                  <a:pt x="438150" y="1323975"/>
                </a:moveTo>
                <a:lnTo>
                  <a:pt x="447675" y="1323975"/>
                </a:lnTo>
                <a:lnTo>
                  <a:pt x="447675" y="1333500"/>
                </a:lnTo>
                <a:lnTo>
                  <a:pt x="438150" y="1333500"/>
                </a:lnTo>
                <a:close/>
                <a:moveTo>
                  <a:pt x="542925" y="1323975"/>
                </a:moveTo>
                <a:lnTo>
                  <a:pt x="561975" y="1323975"/>
                </a:lnTo>
                <a:lnTo>
                  <a:pt x="561975" y="1333500"/>
                </a:lnTo>
                <a:lnTo>
                  <a:pt x="542925" y="1333500"/>
                </a:lnTo>
                <a:close/>
                <a:moveTo>
                  <a:pt x="914400" y="1323975"/>
                </a:moveTo>
                <a:lnTo>
                  <a:pt x="942975" y="1323975"/>
                </a:lnTo>
                <a:lnTo>
                  <a:pt x="942975" y="1343025"/>
                </a:lnTo>
                <a:lnTo>
                  <a:pt x="952500" y="1343025"/>
                </a:lnTo>
                <a:lnTo>
                  <a:pt x="952500" y="1352550"/>
                </a:lnTo>
                <a:lnTo>
                  <a:pt x="933450" y="1352550"/>
                </a:lnTo>
                <a:lnTo>
                  <a:pt x="933450" y="1333500"/>
                </a:lnTo>
                <a:lnTo>
                  <a:pt x="914400" y="1333500"/>
                </a:lnTo>
                <a:close/>
                <a:moveTo>
                  <a:pt x="990600" y="1323975"/>
                </a:moveTo>
                <a:lnTo>
                  <a:pt x="1000125" y="1323975"/>
                </a:lnTo>
                <a:lnTo>
                  <a:pt x="1000125" y="1343025"/>
                </a:lnTo>
                <a:lnTo>
                  <a:pt x="990600" y="1343025"/>
                </a:lnTo>
                <a:close/>
                <a:moveTo>
                  <a:pt x="1095375" y="1323975"/>
                </a:moveTo>
                <a:lnTo>
                  <a:pt x="1104900" y="1323975"/>
                </a:lnTo>
                <a:lnTo>
                  <a:pt x="1104900" y="1333500"/>
                </a:lnTo>
                <a:lnTo>
                  <a:pt x="1095375" y="1333500"/>
                </a:lnTo>
                <a:close/>
                <a:moveTo>
                  <a:pt x="428625" y="1333500"/>
                </a:moveTo>
                <a:lnTo>
                  <a:pt x="438150" y="1333500"/>
                </a:lnTo>
                <a:lnTo>
                  <a:pt x="438150" y="1343025"/>
                </a:lnTo>
                <a:lnTo>
                  <a:pt x="428625" y="1343025"/>
                </a:lnTo>
                <a:close/>
                <a:moveTo>
                  <a:pt x="447675" y="1333500"/>
                </a:moveTo>
                <a:lnTo>
                  <a:pt x="457200" y="1333500"/>
                </a:lnTo>
                <a:lnTo>
                  <a:pt x="457200" y="1371600"/>
                </a:lnTo>
                <a:lnTo>
                  <a:pt x="447675" y="1371600"/>
                </a:lnTo>
                <a:close/>
                <a:moveTo>
                  <a:pt x="1047750" y="1333500"/>
                </a:moveTo>
                <a:lnTo>
                  <a:pt x="1057275" y="1333500"/>
                </a:lnTo>
                <a:lnTo>
                  <a:pt x="1057275" y="1362075"/>
                </a:lnTo>
                <a:lnTo>
                  <a:pt x="1047750" y="1362075"/>
                </a:lnTo>
                <a:close/>
                <a:moveTo>
                  <a:pt x="381000" y="1343025"/>
                </a:moveTo>
                <a:lnTo>
                  <a:pt x="390525" y="1343025"/>
                </a:lnTo>
                <a:lnTo>
                  <a:pt x="390525" y="1371600"/>
                </a:lnTo>
                <a:lnTo>
                  <a:pt x="381000" y="1371600"/>
                </a:lnTo>
                <a:lnTo>
                  <a:pt x="381000" y="1362075"/>
                </a:lnTo>
                <a:lnTo>
                  <a:pt x="371475" y="1362075"/>
                </a:lnTo>
                <a:lnTo>
                  <a:pt x="371475" y="1352550"/>
                </a:lnTo>
                <a:lnTo>
                  <a:pt x="381000" y="1352550"/>
                </a:lnTo>
                <a:close/>
                <a:moveTo>
                  <a:pt x="762000" y="1343025"/>
                </a:moveTo>
                <a:lnTo>
                  <a:pt x="771525" y="1343025"/>
                </a:lnTo>
                <a:lnTo>
                  <a:pt x="771525" y="1352550"/>
                </a:lnTo>
                <a:lnTo>
                  <a:pt x="762000" y="1352550"/>
                </a:lnTo>
                <a:close/>
                <a:moveTo>
                  <a:pt x="885825" y="1343025"/>
                </a:moveTo>
                <a:lnTo>
                  <a:pt x="904875" y="1343025"/>
                </a:lnTo>
                <a:lnTo>
                  <a:pt x="904875" y="1362075"/>
                </a:lnTo>
                <a:lnTo>
                  <a:pt x="885825" y="1362075"/>
                </a:lnTo>
                <a:close/>
                <a:moveTo>
                  <a:pt x="19050" y="1352550"/>
                </a:moveTo>
                <a:lnTo>
                  <a:pt x="28575" y="1352550"/>
                </a:lnTo>
                <a:lnTo>
                  <a:pt x="28575" y="1381125"/>
                </a:lnTo>
                <a:lnTo>
                  <a:pt x="19050" y="1381125"/>
                </a:lnTo>
                <a:lnTo>
                  <a:pt x="19050" y="1371600"/>
                </a:lnTo>
                <a:lnTo>
                  <a:pt x="9525" y="1371600"/>
                </a:lnTo>
                <a:lnTo>
                  <a:pt x="9525" y="1362075"/>
                </a:lnTo>
                <a:lnTo>
                  <a:pt x="19050" y="1362075"/>
                </a:lnTo>
                <a:close/>
                <a:moveTo>
                  <a:pt x="428625" y="1352550"/>
                </a:moveTo>
                <a:lnTo>
                  <a:pt x="438150" y="1352550"/>
                </a:lnTo>
                <a:lnTo>
                  <a:pt x="438150" y="1362075"/>
                </a:lnTo>
                <a:lnTo>
                  <a:pt x="428625" y="1362075"/>
                </a:lnTo>
                <a:close/>
                <a:moveTo>
                  <a:pt x="66675" y="1362075"/>
                </a:moveTo>
                <a:lnTo>
                  <a:pt x="76200" y="1362075"/>
                </a:lnTo>
                <a:lnTo>
                  <a:pt x="76200" y="1371600"/>
                </a:lnTo>
                <a:lnTo>
                  <a:pt x="66675" y="1371600"/>
                </a:lnTo>
                <a:close/>
                <a:moveTo>
                  <a:pt x="352425" y="1362075"/>
                </a:moveTo>
                <a:lnTo>
                  <a:pt x="371475" y="1362075"/>
                </a:lnTo>
                <a:lnTo>
                  <a:pt x="371475" y="1371600"/>
                </a:lnTo>
                <a:lnTo>
                  <a:pt x="352425" y="1371600"/>
                </a:lnTo>
                <a:close/>
                <a:moveTo>
                  <a:pt x="809625" y="1362075"/>
                </a:moveTo>
                <a:lnTo>
                  <a:pt x="838200" y="1362075"/>
                </a:lnTo>
                <a:lnTo>
                  <a:pt x="838200" y="1390650"/>
                </a:lnTo>
                <a:lnTo>
                  <a:pt x="828675" y="1390650"/>
                </a:lnTo>
                <a:lnTo>
                  <a:pt x="828675" y="1371600"/>
                </a:lnTo>
                <a:lnTo>
                  <a:pt x="819150" y="1371600"/>
                </a:lnTo>
                <a:lnTo>
                  <a:pt x="819150" y="1400175"/>
                </a:lnTo>
                <a:lnTo>
                  <a:pt x="809625" y="1400175"/>
                </a:lnTo>
                <a:close/>
                <a:moveTo>
                  <a:pt x="876300" y="1362075"/>
                </a:moveTo>
                <a:lnTo>
                  <a:pt x="885825" y="1362075"/>
                </a:lnTo>
                <a:lnTo>
                  <a:pt x="885825" y="1371600"/>
                </a:lnTo>
                <a:lnTo>
                  <a:pt x="876300" y="1371600"/>
                </a:lnTo>
                <a:close/>
                <a:moveTo>
                  <a:pt x="933450" y="1362075"/>
                </a:moveTo>
                <a:lnTo>
                  <a:pt x="942975" y="1362075"/>
                </a:lnTo>
                <a:lnTo>
                  <a:pt x="942975" y="1371600"/>
                </a:lnTo>
                <a:lnTo>
                  <a:pt x="933450" y="1371600"/>
                </a:lnTo>
                <a:close/>
                <a:moveTo>
                  <a:pt x="342900" y="1371600"/>
                </a:moveTo>
                <a:lnTo>
                  <a:pt x="352425" y="1371600"/>
                </a:lnTo>
                <a:lnTo>
                  <a:pt x="352425" y="1381125"/>
                </a:lnTo>
                <a:lnTo>
                  <a:pt x="342900" y="1381125"/>
                </a:lnTo>
                <a:close/>
                <a:moveTo>
                  <a:pt x="428625" y="1371600"/>
                </a:moveTo>
                <a:lnTo>
                  <a:pt x="447675" y="1371600"/>
                </a:lnTo>
                <a:lnTo>
                  <a:pt x="447675" y="1381125"/>
                </a:lnTo>
                <a:lnTo>
                  <a:pt x="438150" y="1381125"/>
                </a:lnTo>
                <a:lnTo>
                  <a:pt x="438150" y="1409700"/>
                </a:lnTo>
                <a:lnTo>
                  <a:pt x="428625" y="1409700"/>
                </a:lnTo>
                <a:close/>
                <a:moveTo>
                  <a:pt x="504825" y="1371600"/>
                </a:moveTo>
                <a:lnTo>
                  <a:pt x="514350" y="1371600"/>
                </a:lnTo>
                <a:lnTo>
                  <a:pt x="514350" y="1381125"/>
                </a:lnTo>
                <a:lnTo>
                  <a:pt x="504825" y="1381125"/>
                </a:lnTo>
                <a:close/>
                <a:moveTo>
                  <a:pt x="676275" y="1371600"/>
                </a:moveTo>
                <a:lnTo>
                  <a:pt x="685800" y="1371600"/>
                </a:lnTo>
                <a:lnTo>
                  <a:pt x="685800" y="1381125"/>
                </a:lnTo>
                <a:lnTo>
                  <a:pt x="676275" y="1381125"/>
                </a:lnTo>
                <a:close/>
                <a:moveTo>
                  <a:pt x="895350" y="1371600"/>
                </a:moveTo>
                <a:lnTo>
                  <a:pt x="904875" y="1371600"/>
                </a:lnTo>
                <a:lnTo>
                  <a:pt x="904875" y="1381125"/>
                </a:lnTo>
                <a:lnTo>
                  <a:pt x="914400" y="1381125"/>
                </a:lnTo>
                <a:lnTo>
                  <a:pt x="914400" y="1390650"/>
                </a:lnTo>
                <a:lnTo>
                  <a:pt x="895350" y="1390650"/>
                </a:lnTo>
                <a:lnTo>
                  <a:pt x="895350" y="1400175"/>
                </a:lnTo>
                <a:lnTo>
                  <a:pt x="885825" y="1400175"/>
                </a:lnTo>
                <a:lnTo>
                  <a:pt x="885825" y="1381125"/>
                </a:lnTo>
                <a:lnTo>
                  <a:pt x="895350" y="1381125"/>
                </a:lnTo>
                <a:close/>
                <a:moveTo>
                  <a:pt x="1104900" y="1371600"/>
                </a:moveTo>
                <a:lnTo>
                  <a:pt x="1114425" y="1371600"/>
                </a:lnTo>
                <a:lnTo>
                  <a:pt x="1114425" y="1390650"/>
                </a:lnTo>
                <a:lnTo>
                  <a:pt x="1095375" y="1390650"/>
                </a:lnTo>
                <a:lnTo>
                  <a:pt x="1095375" y="1381125"/>
                </a:lnTo>
                <a:lnTo>
                  <a:pt x="1104900" y="1381125"/>
                </a:lnTo>
                <a:close/>
                <a:moveTo>
                  <a:pt x="38100" y="1381125"/>
                </a:moveTo>
                <a:lnTo>
                  <a:pt x="57150" y="1381125"/>
                </a:lnTo>
                <a:lnTo>
                  <a:pt x="57150" y="1390650"/>
                </a:lnTo>
                <a:lnTo>
                  <a:pt x="66675" y="1390650"/>
                </a:lnTo>
                <a:lnTo>
                  <a:pt x="66675" y="1381125"/>
                </a:lnTo>
                <a:lnTo>
                  <a:pt x="85725" y="1381125"/>
                </a:lnTo>
                <a:lnTo>
                  <a:pt x="85725" y="1390650"/>
                </a:lnTo>
                <a:lnTo>
                  <a:pt x="66675" y="1390650"/>
                </a:lnTo>
                <a:lnTo>
                  <a:pt x="66675" y="1400175"/>
                </a:lnTo>
                <a:lnTo>
                  <a:pt x="57150" y="1400175"/>
                </a:lnTo>
                <a:lnTo>
                  <a:pt x="57150" y="1419225"/>
                </a:lnTo>
                <a:lnTo>
                  <a:pt x="28575" y="1419225"/>
                </a:lnTo>
                <a:lnTo>
                  <a:pt x="28575" y="1409700"/>
                </a:lnTo>
                <a:lnTo>
                  <a:pt x="19050" y="1409700"/>
                </a:lnTo>
                <a:lnTo>
                  <a:pt x="19050" y="1390650"/>
                </a:lnTo>
                <a:lnTo>
                  <a:pt x="38100" y="1390650"/>
                </a:lnTo>
                <a:close/>
                <a:moveTo>
                  <a:pt x="190500" y="1381125"/>
                </a:moveTo>
                <a:lnTo>
                  <a:pt x="200025" y="1381125"/>
                </a:lnTo>
                <a:lnTo>
                  <a:pt x="200025" y="1390650"/>
                </a:lnTo>
                <a:lnTo>
                  <a:pt x="190500" y="1390650"/>
                </a:lnTo>
                <a:close/>
                <a:moveTo>
                  <a:pt x="447675" y="1381125"/>
                </a:moveTo>
                <a:lnTo>
                  <a:pt x="466725" y="1381125"/>
                </a:lnTo>
                <a:lnTo>
                  <a:pt x="466725" y="1400175"/>
                </a:lnTo>
                <a:lnTo>
                  <a:pt x="447675" y="1400175"/>
                </a:lnTo>
                <a:close/>
                <a:moveTo>
                  <a:pt x="85725" y="1390650"/>
                </a:moveTo>
                <a:lnTo>
                  <a:pt x="104775" y="1390650"/>
                </a:lnTo>
                <a:lnTo>
                  <a:pt x="104775" y="1400175"/>
                </a:lnTo>
                <a:lnTo>
                  <a:pt x="114300" y="1400175"/>
                </a:lnTo>
                <a:lnTo>
                  <a:pt x="114300" y="1438275"/>
                </a:lnTo>
                <a:lnTo>
                  <a:pt x="123825" y="1438275"/>
                </a:lnTo>
                <a:lnTo>
                  <a:pt x="123825" y="1447800"/>
                </a:lnTo>
                <a:lnTo>
                  <a:pt x="114300" y="1447800"/>
                </a:lnTo>
                <a:lnTo>
                  <a:pt x="114300" y="1466850"/>
                </a:lnTo>
                <a:lnTo>
                  <a:pt x="123825" y="1466850"/>
                </a:lnTo>
                <a:lnTo>
                  <a:pt x="123825" y="1485900"/>
                </a:lnTo>
                <a:lnTo>
                  <a:pt x="95250" y="1485900"/>
                </a:lnTo>
                <a:lnTo>
                  <a:pt x="95250" y="1476375"/>
                </a:lnTo>
                <a:lnTo>
                  <a:pt x="85725" y="1476375"/>
                </a:lnTo>
                <a:lnTo>
                  <a:pt x="85725" y="1447800"/>
                </a:lnTo>
                <a:lnTo>
                  <a:pt x="95250" y="1447800"/>
                </a:lnTo>
                <a:lnTo>
                  <a:pt x="95250" y="1438275"/>
                </a:lnTo>
                <a:lnTo>
                  <a:pt x="76200" y="1438275"/>
                </a:lnTo>
                <a:lnTo>
                  <a:pt x="76200" y="1428750"/>
                </a:lnTo>
                <a:lnTo>
                  <a:pt x="85725" y="1428750"/>
                </a:lnTo>
                <a:lnTo>
                  <a:pt x="85725" y="1419225"/>
                </a:lnTo>
                <a:lnTo>
                  <a:pt x="76200" y="1419225"/>
                </a:lnTo>
                <a:lnTo>
                  <a:pt x="76200" y="1409700"/>
                </a:lnTo>
                <a:lnTo>
                  <a:pt x="85725" y="1409700"/>
                </a:lnTo>
                <a:close/>
                <a:moveTo>
                  <a:pt x="152400" y="1390650"/>
                </a:moveTo>
                <a:lnTo>
                  <a:pt x="190500" y="1390650"/>
                </a:lnTo>
                <a:lnTo>
                  <a:pt x="190500" y="1400175"/>
                </a:lnTo>
                <a:lnTo>
                  <a:pt x="152400" y="1400175"/>
                </a:lnTo>
                <a:close/>
                <a:moveTo>
                  <a:pt x="200025" y="1390650"/>
                </a:moveTo>
                <a:lnTo>
                  <a:pt x="209550" y="1390650"/>
                </a:lnTo>
                <a:lnTo>
                  <a:pt x="209550" y="1400175"/>
                </a:lnTo>
                <a:lnTo>
                  <a:pt x="200025" y="1400175"/>
                </a:lnTo>
                <a:close/>
                <a:moveTo>
                  <a:pt x="600075" y="1390650"/>
                </a:moveTo>
                <a:lnTo>
                  <a:pt x="609600" y="1390650"/>
                </a:lnTo>
                <a:lnTo>
                  <a:pt x="609600" y="1400175"/>
                </a:lnTo>
                <a:lnTo>
                  <a:pt x="619125" y="1400175"/>
                </a:lnTo>
                <a:lnTo>
                  <a:pt x="619125" y="1409700"/>
                </a:lnTo>
                <a:lnTo>
                  <a:pt x="600075" y="1409700"/>
                </a:lnTo>
                <a:close/>
                <a:moveTo>
                  <a:pt x="676275" y="1390650"/>
                </a:moveTo>
                <a:lnTo>
                  <a:pt x="685800" y="1390650"/>
                </a:lnTo>
                <a:lnTo>
                  <a:pt x="685800" y="1400175"/>
                </a:lnTo>
                <a:lnTo>
                  <a:pt x="676275" y="1400175"/>
                </a:lnTo>
                <a:close/>
                <a:moveTo>
                  <a:pt x="990600" y="1390650"/>
                </a:moveTo>
                <a:lnTo>
                  <a:pt x="1000125" y="1390650"/>
                </a:lnTo>
                <a:lnTo>
                  <a:pt x="1000125" y="1419225"/>
                </a:lnTo>
                <a:lnTo>
                  <a:pt x="1009650" y="1419225"/>
                </a:lnTo>
                <a:lnTo>
                  <a:pt x="1009650" y="1409700"/>
                </a:lnTo>
                <a:lnTo>
                  <a:pt x="1019175" y="1409700"/>
                </a:lnTo>
                <a:lnTo>
                  <a:pt x="1019175" y="1419225"/>
                </a:lnTo>
                <a:lnTo>
                  <a:pt x="1009650" y="1419225"/>
                </a:lnTo>
                <a:lnTo>
                  <a:pt x="1009650" y="1438275"/>
                </a:lnTo>
                <a:lnTo>
                  <a:pt x="1028700" y="1438275"/>
                </a:lnTo>
                <a:lnTo>
                  <a:pt x="1028700" y="1457325"/>
                </a:lnTo>
                <a:lnTo>
                  <a:pt x="1019175" y="1457325"/>
                </a:lnTo>
                <a:lnTo>
                  <a:pt x="1019175" y="1485900"/>
                </a:lnTo>
                <a:lnTo>
                  <a:pt x="1000125" y="1485900"/>
                </a:lnTo>
                <a:lnTo>
                  <a:pt x="1000125" y="1476375"/>
                </a:lnTo>
                <a:lnTo>
                  <a:pt x="1009650" y="1476375"/>
                </a:lnTo>
                <a:lnTo>
                  <a:pt x="1009650" y="1447800"/>
                </a:lnTo>
                <a:lnTo>
                  <a:pt x="1000125" y="1447800"/>
                </a:lnTo>
                <a:lnTo>
                  <a:pt x="1000125" y="1428750"/>
                </a:lnTo>
                <a:lnTo>
                  <a:pt x="981075" y="1428750"/>
                </a:lnTo>
                <a:lnTo>
                  <a:pt x="981075" y="1419225"/>
                </a:lnTo>
                <a:lnTo>
                  <a:pt x="971550" y="1419225"/>
                </a:lnTo>
                <a:lnTo>
                  <a:pt x="971550" y="1409700"/>
                </a:lnTo>
                <a:lnTo>
                  <a:pt x="981075" y="1409700"/>
                </a:lnTo>
                <a:lnTo>
                  <a:pt x="981075" y="1400175"/>
                </a:lnTo>
                <a:lnTo>
                  <a:pt x="990600" y="1400175"/>
                </a:lnTo>
                <a:close/>
                <a:moveTo>
                  <a:pt x="561975" y="1400175"/>
                </a:moveTo>
                <a:lnTo>
                  <a:pt x="571500" y="1400175"/>
                </a:lnTo>
                <a:lnTo>
                  <a:pt x="571500" y="1409700"/>
                </a:lnTo>
                <a:lnTo>
                  <a:pt x="561975" y="1409700"/>
                </a:lnTo>
                <a:close/>
                <a:moveTo>
                  <a:pt x="666750" y="1400175"/>
                </a:moveTo>
                <a:lnTo>
                  <a:pt x="676275" y="1400175"/>
                </a:lnTo>
                <a:lnTo>
                  <a:pt x="676275" y="1409700"/>
                </a:lnTo>
                <a:lnTo>
                  <a:pt x="666750" y="1409700"/>
                </a:lnTo>
                <a:close/>
                <a:moveTo>
                  <a:pt x="685800" y="1400175"/>
                </a:moveTo>
                <a:lnTo>
                  <a:pt x="695325" y="1400175"/>
                </a:lnTo>
                <a:lnTo>
                  <a:pt x="695325" y="1419225"/>
                </a:lnTo>
                <a:lnTo>
                  <a:pt x="685800" y="1419225"/>
                </a:lnTo>
                <a:close/>
                <a:moveTo>
                  <a:pt x="895350" y="1400175"/>
                </a:moveTo>
                <a:lnTo>
                  <a:pt x="904875" y="1400175"/>
                </a:lnTo>
                <a:lnTo>
                  <a:pt x="904875" y="1409700"/>
                </a:lnTo>
                <a:lnTo>
                  <a:pt x="895350" y="1409700"/>
                </a:lnTo>
                <a:close/>
                <a:moveTo>
                  <a:pt x="647700" y="1409700"/>
                </a:moveTo>
                <a:lnTo>
                  <a:pt x="657225" y="1409700"/>
                </a:lnTo>
                <a:lnTo>
                  <a:pt x="657225" y="1419225"/>
                </a:lnTo>
                <a:lnTo>
                  <a:pt x="647700" y="1419225"/>
                </a:lnTo>
                <a:close/>
                <a:moveTo>
                  <a:pt x="1085850" y="1419225"/>
                </a:moveTo>
                <a:lnTo>
                  <a:pt x="1114425" y="1419225"/>
                </a:lnTo>
                <a:lnTo>
                  <a:pt x="1114425" y="1428750"/>
                </a:lnTo>
                <a:lnTo>
                  <a:pt x="1085850" y="1428750"/>
                </a:lnTo>
                <a:close/>
                <a:moveTo>
                  <a:pt x="895350" y="1428750"/>
                </a:moveTo>
                <a:lnTo>
                  <a:pt x="914400" y="1428750"/>
                </a:lnTo>
                <a:lnTo>
                  <a:pt x="914400" y="1447800"/>
                </a:lnTo>
                <a:lnTo>
                  <a:pt x="885825" y="1447800"/>
                </a:lnTo>
                <a:lnTo>
                  <a:pt x="885825" y="1438275"/>
                </a:lnTo>
                <a:lnTo>
                  <a:pt x="895350" y="1438275"/>
                </a:lnTo>
                <a:close/>
                <a:moveTo>
                  <a:pt x="209550" y="1438275"/>
                </a:moveTo>
                <a:lnTo>
                  <a:pt x="219075" y="1438275"/>
                </a:lnTo>
                <a:lnTo>
                  <a:pt x="219075" y="1447800"/>
                </a:lnTo>
                <a:lnTo>
                  <a:pt x="209550" y="1447800"/>
                </a:lnTo>
                <a:close/>
                <a:moveTo>
                  <a:pt x="361950" y="1438275"/>
                </a:moveTo>
                <a:lnTo>
                  <a:pt x="371475" y="1438275"/>
                </a:lnTo>
                <a:lnTo>
                  <a:pt x="371475" y="1457325"/>
                </a:lnTo>
                <a:lnTo>
                  <a:pt x="361950" y="1457325"/>
                </a:lnTo>
                <a:lnTo>
                  <a:pt x="361950" y="1466850"/>
                </a:lnTo>
                <a:lnTo>
                  <a:pt x="352425" y="1466850"/>
                </a:lnTo>
                <a:lnTo>
                  <a:pt x="352425" y="1447800"/>
                </a:lnTo>
                <a:lnTo>
                  <a:pt x="361950" y="1447800"/>
                </a:lnTo>
                <a:close/>
                <a:moveTo>
                  <a:pt x="9525" y="1447800"/>
                </a:moveTo>
                <a:lnTo>
                  <a:pt x="19050" y="1447800"/>
                </a:lnTo>
                <a:lnTo>
                  <a:pt x="19050" y="1457325"/>
                </a:lnTo>
                <a:lnTo>
                  <a:pt x="28575" y="1457325"/>
                </a:lnTo>
                <a:lnTo>
                  <a:pt x="28575" y="1466850"/>
                </a:lnTo>
                <a:lnTo>
                  <a:pt x="9525" y="1466850"/>
                </a:lnTo>
                <a:close/>
                <a:moveTo>
                  <a:pt x="161925" y="1447800"/>
                </a:moveTo>
                <a:lnTo>
                  <a:pt x="209550" y="1447800"/>
                </a:lnTo>
                <a:lnTo>
                  <a:pt x="209550" y="1457325"/>
                </a:lnTo>
                <a:lnTo>
                  <a:pt x="200025" y="1457325"/>
                </a:lnTo>
                <a:lnTo>
                  <a:pt x="200025" y="1466850"/>
                </a:lnTo>
                <a:lnTo>
                  <a:pt x="180975" y="1466850"/>
                </a:lnTo>
                <a:lnTo>
                  <a:pt x="180975" y="1476375"/>
                </a:lnTo>
                <a:lnTo>
                  <a:pt x="171450" y="1476375"/>
                </a:lnTo>
                <a:lnTo>
                  <a:pt x="171450" y="1485900"/>
                </a:lnTo>
                <a:lnTo>
                  <a:pt x="180975" y="1485900"/>
                </a:lnTo>
                <a:lnTo>
                  <a:pt x="180975" y="1495425"/>
                </a:lnTo>
                <a:lnTo>
                  <a:pt x="219075" y="1495425"/>
                </a:lnTo>
                <a:lnTo>
                  <a:pt x="219075" y="1504950"/>
                </a:lnTo>
                <a:lnTo>
                  <a:pt x="209550" y="1504950"/>
                </a:lnTo>
                <a:lnTo>
                  <a:pt x="209550" y="1514475"/>
                </a:lnTo>
                <a:lnTo>
                  <a:pt x="200025" y="1514475"/>
                </a:lnTo>
                <a:lnTo>
                  <a:pt x="200025" y="1524000"/>
                </a:lnTo>
                <a:lnTo>
                  <a:pt x="180975" y="1524000"/>
                </a:lnTo>
                <a:lnTo>
                  <a:pt x="180975" y="1533525"/>
                </a:lnTo>
                <a:lnTo>
                  <a:pt x="161925" y="1533525"/>
                </a:lnTo>
                <a:lnTo>
                  <a:pt x="161925" y="1543050"/>
                </a:lnTo>
                <a:lnTo>
                  <a:pt x="152400" y="1543050"/>
                </a:lnTo>
                <a:lnTo>
                  <a:pt x="152400" y="1524000"/>
                </a:lnTo>
                <a:lnTo>
                  <a:pt x="142875" y="1524000"/>
                </a:lnTo>
                <a:lnTo>
                  <a:pt x="142875" y="1504950"/>
                </a:lnTo>
                <a:lnTo>
                  <a:pt x="161925" y="1504950"/>
                </a:lnTo>
                <a:lnTo>
                  <a:pt x="161925" y="1495425"/>
                </a:lnTo>
                <a:lnTo>
                  <a:pt x="152400" y="1495425"/>
                </a:lnTo>
                <a:lnTo>
                  <a:pt x="152400" y="1466850"/>
                </a:lnTo>
                <a:lnTo>
                  <a:pt x="161925" y="1466850"/>
                </a:lnTo>
                <a:close/>
                <a:moveTo>
                  <a:pt x="1028700" y="1457325"/>
                </a:moveTo>
                <a:lnTo>
                  <a:pt x="1038225" y="1457325"/>
                </a:lnTo>
                <a:lnTo>
                  <a:pt x="1038225" y="1476375"/>
                </a:lnTo>
                <a:lnTo>
                  <a:pt x="1047750" y="1476375"/>
                </a:lnTo>
                <a:lnTo>
                  <a:pt x="1047750" y="1485900"/>
                </a:lnTo>
                <a:lnTo>
                  <a:pt x="1028700" y="1485900"/>
                </a:lnTo>
                <a:close/>
                <a:moveTo>
                  <a:pt x="95250" y="1466850"/>
                </a:moveTo>
                <a:lnTo>
                  <a:pt x="104775" y="1466850"/>
                </a:lnTo>
                <a:lnTo>
                  <a:pt x="104775" y="1447800"/>
                </a:lnTo>
                <a:lnTo>
                  <a:pt x="95250" y="1447800"/>
                </a:lnTo>
                <a:close/>
                <a:moveTo>
                  <a:pt x="200025" y="1466850"/>
                </a:moveTo>
                <a:lnTo>
                  <a:pt x="209550" y="1466850"/>
                </a:lnTo>
                <a:lnTo>
                  <a:pt x="209550" y="1476375"/>
                </a:lnTo>
                <a:lnTo>
                  <a:pt x="200025" y="1476375"/>
                </a:lnTo>
                <a:close/>
                <a:moveTo>
                  <a:pt x="361950" y="1466850"/>
                </a:moveTo>
                <a:lnTo>
                  <a:pt x="371475" y="1466850"/>
                </a:lnTo>
                <a:lnTo>
                  <a:pt x="371475" y="1485900"/>
                </a:lnTo>
                <a:lnTo>
                  <a:pt x="361950" y="1485900"/>
                </a:lnTo>
                <a:close/>
                <a:moveTo>
                  <a:pt x="657225" y="1466850"/>
                </a:moveTo>
                <a:lnTo>
                  <a:pt x="666750" y="1466850"/>
                </a:lnTo>
                <a:lnTo>
                  <a:pt x="666750" y="1476375"/>
                </a:lnTo>
                <a:lnTo>
                  <a:pt x="657225" y="1476375"/>
                </a:lnTo>
                <a:close/>
                <a:moveTo>
                  <a:pt x="1171575" y="1466850"/>
                </a:moveTo>
                <a:lnTo>
                  <a:pt x="1181100" y="1466850"/>
                </a:lnTo>
                <a:lnTo>
                  <a:pt x="1181100" y="1476375"/>
                </a:lnTo>
                <a:lnTo>
                  <a:pt x="1171575" y="1476375"/>
                </a:lnTo>
                <a:close/>
                <a:moveTo>
                  <a:pt x="28575" y="1476375"/>
                </a:moveTo>
                <a:lnTo>
                  <a:pt x="85725" y="1476375"/>
                </a:lnTo>
                <a:lnTo>
                  <a:pt x="85725" y="1485900"/>
                </a:lnTo>
                <a:lnTo>
                  <a:pt x="76200" y="1485900"/>
                </a:lnTo>
                <a:lnTo>
                  <a:pt x="76200" y="1495425"/>
                </a:lnTo>
                <a:lnTo>
                  <a:pt x="57150" y="1495425"/>
                </a:lnTo>
                <a:lnTo>
                  <a:pt x="57150" y="1485900"/>
                </a:lnTo>
                <a:lnTo>
                  <a:pt x="28575" y="1485900"/>
                </a:lnTo>
                <a:close/>
                <a:moveTo>
                  <a:pt x="800100" y="1476375"/>
                </a:moveTo>
                <a:lnTo>
                  <a:pt x="828675" y="1476375"/>
                </a:lnTo>
                <a:lnTo>
                  <a:pt x="828675" y="1485900"/>
                </a:lnTo>
                <a:lnTo>
                  <a:pt x="800100" y="1485900"/>
                </a:lnTo>
                <a:close/>
                <a:moveTo>
                  <a:pt x="1152525" y="1485900"/>
                </a:moveTo>
                <a:lnTo>
                  <a:pt x="1162050" y="1485900"/>
                </a:lnTo>
                <a:lnTo>
                  <a:pt x="1162050" y="1543050"/>
                </a:lnTo>
                <a:lnTo>
                  <a:pt x="1143000" y="1543050"/>
                </a:lnTo>
                <a:lnTo>
                  <a:pt x="1143000" y="1504950"/>
                </a:lnTo>
                <a:lnTo>
                  <a:pt x="1152525" y="1504950"/>
                </a:lnTo>
                <a:close/>
                <a:moveTo>
                  <a:pt x="85725" y="1495425"/>
                </a:moveTo>
                <a:lnTo>
                  <a:pt x="104775" y="1495425"/>
                </a:lnTo>
                <a:lnTo>
                  <a:pt x="104775" y="1514475"/>
                </a:lnTo>
                <a:lnTo>
                  <a:pt x="114300" y="1514475"/>
                </a:lnTo>
                <a:lnTo>
                  <a:pt x="114300" y="1543050"/>
                </a:lnTo>
                <a:lnTo>
                  <a:pt x="123825" y="1543050"/>
                </a:lnTo>
                <a:lnTo>
                  <a:pt x="123825" y="1552575"/>
                </a:lnTo>
                <a:lnTo>
                  <a:pt x="104775" y="1552575"/>
                </a:lnTo>
                <a:lnTo>
                  <a:pt x="104775" y="1562100"/>
                </a:lnTo>
                <a:lnTo>
                  <a:pt x="95250" y="1562100"/>
                </a:lnTo>
                <a:lnTo>
                  <a:pt x="95250" y="1552575"/>
                </a:lnTo>
                <a:lnTo>
                  <a:pt x="76200" y="1552575"/>
                </a:lnTo>
                <a:lnTo>
                  <a:pt x="76200" y="1543050"/>
                </a:lnTo>
                <a:lnTo>
                  <a:pt x="66675" y="1543050"/>
                </a:lnTo>
                <a:lnTo>
                  <a:pt x="66675" y="1533525"/>
                </a:lnTo>
                <a:lnTo>
                  <a:pt x="47625" y="1533525"/>
                </a:lnTo>
                <a:lnTo>
                  <a:pt x="47625" y="1524000"/>
                </a:lnTo>
                <a:lnTo>
                  <a:pt x="85725" y="1524000"/>
                </a:lnTo>
                <a:lnTo>
                  <a:pt x="85725" y="1514475"/>
                </a:lnTo>
                <a:lnTo>
                  <a:pt x="76200" y="1514475"/>
                </a:lnTo>
                <a:lnTo>
                  <a:pt x="76200" y="1504950"/>
                </a:lnTo>
                <a:lnTo>
                  <a:pt x="85725" y="1504950"/>
                </a:lnTo>
                <a:close/>
                <a:moveTo>
                  <a:pt x="161925" y="1514475"/>
                </a:moveTo>
                <a:lnTo>
                  <a:pt x="171450" y="1514475"/>
                </a:lnTo>
                <a:lnTo>
                  <a:pt x="171450" y="1504950"/>
                </a:lnTo>
                <a:lnTo>
                  <a:pt x="161925" y="1504950"/>
                </a:lnTo>
                <a:close/>
                <a:moveTo>
                  <a:pt x="723900" y="1514475"/>
                </a:moveTo>
                <a:lnTo>
                  <a:pt x="733425" y="1514475"/>
                </a:lnTo>
                <a:lnTo>
                  <a:pt x="733425" y="1543050"/>
                </a:lnTo>
                <a:lnTo>
                  <a:pt x="723900" y="1543050"/>
                </a:lnTo>
                <a:close/>
                <a:moveTo>
                  <a:pt x="914400" y="1514475"/>
                </a:moveTo>
                <a:lnTo>
                  <a:pt x="923925" y="1514475"/>
                </a:lnTo>
                <a:lnTo>
                  <a:pt x="923925" y="1524000"/>
                </a:lnTo>
                <a:lnTo>
                  <a:pt x="914400" y="1524000"/>
                </a:lnTo>
                <a:close/>
                <a:moveTo>
                  <a:pt x="209550" y="1524000"/>
                </a:moveTo>
                <a:lnTo>
                  <a:pt x="219075" y="1524000"/>
                </a:lnTo>
                <a:lnTo>
                  <a:pt x="219075" y="1552575"/>
                </a:lnTo>
                <a:lnTo>
                  <a:pt x="209550" y="1552575"/>
                </a:lnTo>
                <a:close/>
                <a:moveTo>
                  <a:pt x="95250" y="1533525"/>
                </a:moveTo>
                <a:lnTo>
                  <a:pt x="104775" y="1533525"/>
                </a:lnTo>
                <a:lnTo>
                  <a:pt x="104775" y="1524000"/>
                </a:lnTo>
                <a:lnTo>
                  <a:pt x="95250" y="1524000"/>
                </a:lnTo>
                <a:close/>
                <a:moveTo>
                  <a:pt x="133350" y="1533525"/>
                </a:moveTo>
                <a:lnTo>
                  <a:pt x="142875" y="1533525"/>
                </a:lnTo>
                <a:lnTo>
                  <a:pt x="142875" y="1543050"/>
                </a:lnTo>
                <a:lnTo>
                  <a:pt x="133350" y="1543050"/>
                </a:lnTo>
                <a:close/>
                <a:moveTo>
                  <a:pt x="876300" y="1543050"/>
                </a:moveTo>
                <a:lnTo>
                  <a:pt x="885825" y="1543050"/>
                </a:lnTo>
                <a:lnTo>
                  <a:pt x="885825" y="1552575"/>
                </a:lnTo>
                <a:lnTo>
                  <a:pt x="876300" y="1552575"/>
                </a:lnTo>
                <a:close/>
                <a:moveTo>
                  <a:pt x="1057275" y="1543050"/>
                </a:moveTo>
                <a:lnTo>
                  <a:pt x="1066800" y="1543050"/>
                </a:lnTo>
                <a:lnTo>
                  <a:pt x="1066800" y="1552575"/>
                </a:lnTo>
                <a:lnTo>
                  <a:pt x="1057275" y="1552575"/>
                </a:lnTo>
                <a:close/>
                <a:moveTo>
                  <a:pt x="1095375" y="1543050"/>
                </a:moveTo>
                <a:lnTo>
                  <a:pt x="1104900" y="1543050"/>
                </a:lnTo>
                <a:lnTo>
                  <a:pt x="1104900" y="1562100"/>
                </a:lnTo>
                <a:lnTo>
                  <a:pt x="1095375" y="1562100"/>
                </a:lnTo>
                <a:close/>
                <a:moveTo>
                  <a:pt x="133350" y="1552575"/>
                </a:moveTo>
                <a:lnTo>
                  <a:pt x="152400" y="1552575"/>
                </a:lnTo>
                <a:lnTo>
                  <a:pt x="152400" y="1562100"/>
                </a:lnTo>
                <a:lnTo>
                  <a:pt x="133350" y="1562100"/>
                </a:lnTo>
                <a:close/>
                <a:moveTo>
                  <a:pt x="28575" y="1562100"/>
                </a:moveTo>
                <a:lnTo>
                  <a:pt x="66675" y="1562100"/>
                </a:lnTo>
                <a:lnTo>
                  <a:pt x="66675" y="1581150"/>
                </a:lnTo>
                <a:lnTo>
                  <a:pt x="76200" y="1581150"/>
                </a:lnTo>
                <a:lnTo>
                  <a:pt x="76200" y="1590675"/>
                </a:lnTo>
                <a:lnTo>
                  <a:pt x="85725" y="1590675"/>
                </a:lnTo>
                <a:lnTo>
                  <a:pt x="85725" y="1609725"/>
                </a:lnTo>
                <a:lnTo>
                  <a:pt x="76200" y="1609725"/>
                </a:lnTo>
                <a:lnTo>
                  <a:pt x="76200" y="1600200"/>
                </a:lnTo>
                <a:lnTo>
                  <a:pt x="57150" y="1600200"/>
                </a:lnTo>
                <a:lnTo>
                  <a:pt x="57150" y="1609725"/>
                </a:lnTo>
                <a:lnTo>
                  <a:pt x="38100" y="1609725"/>
                </a:lnTo>
                <a:lnTo>
                  <a:pt x="38100" y="1571625"/>
                </a:lnTo>
                <a:lnTo>
                  <a:pt x="28575" y="1571625"/>
                </a:lnTo>
                <a:close/>
                <a:moveTo>
                  <a:pt x="95250" y="1571625"/>
                </a:moveTo>
                <a:lnTo>
                  <a:pt x="104775" y="1571625"/>
                </a:lnTo>
                <a:lnTo>
                  <a:pt x="104775" y="1581150"/>
                </a:lnTo>
                <a:lnTo>
                  <a:pt x="114300" y="1581150"/>
                </a:lnTo>
                <a:lnTo>
                  <a:pt x="114300" y="1590675"/>
                </a:lnTo>
                <a:lnTo>
                  <a:pt x="104775" y="1590675"/>
                </a:lnTo>
                <a:lnTo>
                  <a:pt x="104775" y="1600200"/>
                </a:lnTo>
                <a:lnTo>
                  <a:pt x="95250" y="1600200"/>
                </a:lnTo>
                <a:close/>
                <a:moveTo>
                  <a:pt x="1152525" y="1571625"/>
                </a:moveTo>
                <a:lnTo>
                  <a:pt x="1162050" y="1571625"/>
                </a:lnTo>
                <a:lnTo>
                  <a:pt x="1162050" y="1590675"/>
                </a:lnTo>
                <a:lnTo>
                  <a:pt x="1143000" y="1590675"/>
                </a:lnTo>
                <a:lnTo>
                  <a:pt x="1143000" y="1581150"/>
                </a:lnTo>
                <a:lnTo>
                  <a:pt x="1152525" y="1581150"/>
                </a:lnTo>
                <a:close/>
                <a:moveTo>
                  <a:pt x="142875" y="1590675"/>
                </a:moveTo>
                <a:lnTo>
                  <a:pt x="152400" y="1590675"/>
                </a:lnTo>
                <a:lnTo>
                  <a:pt x="152400" y="1600200"/>
                </a:lnTo>
                <a:lnTo>
                  <a:pt x="142875" y="1600200"/>
                </a:lnTo>
                <a:close/>
                <a:moveTo>
                  <a:pt x="1009650" y="1590675"/>
                </a:moveTo>
                <a:lnTo>
                  <a:pt x="1038225" y="1590675"/>
                </a:lnTo>
                <a:lnTo>
                  <a:pt x="1038225" y="1609725"/>
                </a:lnTo>
                <a:lnTo>
                  <a:pt x="1047750" y="1609725"/>
                </a:lnTo>
                <a:lnTo>
                  <a:pt x="1047750" y="1628775"/>
                </a:lnTo>
                <a:lnTo>
                  <a:pt x="1095375" y="1628775"/>
                </a:lnTo>
                <a:lnTo>
                  <a:pt x="1095375" y="1609725"/>
                </a:lnTo>
                <a:lnTo>
                  <a:pt x="1114425" y="1609725"/>
                </a:lnTo>
                <a:lnTo>
                  <a:pt x="1114425" y="1628775"/>
                </a:lnTo>
                <a:lnTo>
                  <a:pt x="1104900" y="1628775"/>
                </a:lnTo>
                <a:lnTo>
                  <a:pt x="1104900" y="1647825"/>
                </a:lnTo>
                <a:lnTo>
                  <a:pt x="1095375" y="1647825"/>
                </a:lnTo>
                <a:lnTo>
                  <a:pt x="1095375" y="1657350"/>
                </a:lnTo>
                <a:lnTo>
                  <a:pt x="1085850" y="1657350"/>
                </a:lnTo>
                <a:lnTo>
                  <a:pt x="1085850" y="1647825"/>
                </a:lnTo>
                <a:lnTo>
                  <a:pt x="1076325" y="1647825"/>
                </a:lnTo>
                <a:lnTo>
                  <a:pt x="1076325" y="1638300"/>
                </a:lnTo>
                <a:lnTo>
                  <a:pt x="1057275" y="1638300"/>
                </a:lnTo>
                <a:lnTo>
                  <a:pt x="1057275" y="1647825"/>
                </a:lnTo>
                <a:lnTo>
                  <a:pt x="1047750" y="1647825"/>
                </a:lnTo>
                <a:lnTo>
                  <a:pt x="1047750" y="1638300"/>
                </a:lnTo>
                <a:lnTo>
                  <a:pt x="1038225" y="1638300"/>
                </a:lnTo>
                <a:lnTo>
                  <a:pt x="1038225" y="1619250"/>
                </a:lnTo>
                <a:lnTo>
                  <a:pt x="1009650" y="1619250"/>
                </a:lnTo>
                <a:close/>
                <a:moveTo>
                  <a:pt x="1123950" y="1590675"/>
                </a:moveTo>
                <a:lnTo>
                  <a:pt x="1133475" y="1590675"/>
                </a:lnTo>
                <a:lnTo>
                  <a:pt x="1133475" y="1600200"/>
                </a:lnTo>
                <a:lnTo>
                  <a:pt x="1123950" y="1600200"/>
                </a:lnTo>
                <a:close/>
                <a:moveTo>
                  <a:pt x="190500" y="1619250"/>
                </a:moveTo>
                <a:lnTo>
                  <a:pt x="200025" y="1619250"/>
                </a:lnTo>
                <a:lnTo>
                  <a:pt x="200025" y="1628775"/>
                </a:lnTo>
                <a:lnTo>
                  <a:pt x="190500" y="1628775"/>
                </a:lnTo>
                <a:close/>
                <a:moveTo>
                  <a:pt x="876300" y="1619250"/>
                </a:moveTo>
                <a:lnTo>
                  <a:pt x="895350" y="1619250"/>
                </a:lnTo>
                <a:lnTo>
                  <a:pt x="895350" y="1628775"/>
                </a:lnTo>
                <a:lnTo>
                  <a:pt x="885825" y="1628775"/>
                </a:lnTo>
                <a:lnTo>
                  <a:pt x="885825" y="1638300"/>
                </a:lnTo>
                <a:lnTo>
                  <a:pt x="876300" y="1638300"/>
                </a:lnTo>
                <a:lnTo>
                  <a:pt x="876300" y="1657350"/>
                </a:lnTo>
                <a:lnTo>
                  <a:pt x="866775" y="1657350"/>
                </a:lnTo>
                <a:lnTo>
                  <a:pt x="866775" y="1638300"/>
                </a:lnTo>
                <a:lnTo>
                  <a:pt x="857250" y="1638300"/>
                </a:lnTo>
                <a:lnTo>
                  <a:pt x="857250" y="1628775"/>
                </a:lnTo>
                <a:lnTo>
                  <a:pt x="876300" y="1628775"/>
                </a:lnTo>
                <a:close/>
                <a:moveTo>
                  <a:pt x="1162050" y="1619250"/>
                </a:moveTo>
                <a:lnTo>
                  <a:pt x="1181100" y="1619250"/>
                </a:lnTo>
                <a:lnTo>
                  <a:pt x="1181100" y="1638300"/>
                </a:lnTo>
                <a:lnTo>
                  <a:pt x="1162050" y="1638300"/>
                </a:lnTo>
                <a:close/>
                <a:moveTo>
                  <a:pt x="133350" y="1628775"/>
                </a:moveTo>
                <a:lnTo>
                  <a:pt x="142875" y="1628775"/>
                </a:lnTo>
                <a:lnTo>
                  <a:pt x="142875" y="1638300"/>
                </a:lnTo>
                <a:lnTo>
                  <a:pt x="133350" y="1638300"/>
                </a:lnTo>
                <a:close/>
                <a:moveTo>
                  <a:pt x="152400" y="1628775"/>
                </a:moveTo>
                <a:lnTo>
                  <a:pt x="161925" y="1628775"/>
                </a:lnTo>
                <a:lnTo>
                  <a:pt x="161925" y="1647825"/>
                </a:lnTo>
                <a:lnTo>
                  <a:pt x="152400" y="1647825"/>
                </a:lnTo>
                <a:close/>
                <a:moveTo>
                  <a:pt x="228600" y="1628775"/>
                </a:moveTo>
                <a:lnTo>
                  <a:pt x="238125" y="1628775"/>
                </a:lnTo>
                <a:lnTo>
                  <a:pt x="238125" y="1657350"/>
                </a:lnTo>
                <a:lnTo>
                  <a:pt x="228600" y="1657350"/>
                </a:lnTo>
                <a:close/>
                <a:moveTo>
                  <a:pt x="828675" y="1638300"/>
                </a:moveTo>
                <a:lnTo>
                  <a:pt x="838200" y="1638300"/>
                </a:lnTo>
                <a:lnTo>
                  <a:pt x="838200" y="1666875"/>
                </a:lnTo>
                <a:lnTo>
                  <a:pt x="828675" y="1666875"/>
                </a:lnTo>
                <a:lnTo>
                  <a:pt x="828675" y="1676400"/>
                </a:lnTo>
                <a:lnTo>
                  <a:pt x="819150" y="1676400"/>
                </a:lnTo>
                <a:lnTo>
                  <a:pt x="819150" y="1647825"/>
                </a:lnTo>
                <a:lnTo>
                  <a:pt x="828675" y="1647825"/>
                </a:lnTo>
                <a:close/>
                <a:moveTo>
                  <a:pt x="1152525" y="1638300"/>
                </a:moveTo>
                <a:lnTo>
                  <a:pt x="1162050" y="1638300"/>
                </a:lnTo>
                <a:lnTo>
                  <a:pt x="1162050" y="1647825"/>
                </a:lnTo>
                <a:lnTo>
                  <a:pt x="1152525" y="1647825"/>
                </a:lnTo>
                <a:close/>
                <a:moveTo>
                  <a:pt x="152400" y="1657350"/>
                </a:moveTo>
                <a:lnTo>
                  <a:pt x="161925" y="1657350"/>
                </a:lnTo>
                <a:lnTo>
                  <a:pt x="161925" y="1676400"/>
                </a:lnTo>
                <a:lnTo>
                  <a:pt x="152400" y="1676400"/>
                </a:lnTo>
                <a:lnTo>
                  <a:pt x="152400" y="1685925"/>
                </a:lnTo>
                <a:lnTo>
                  <a:pt x="142875" y="1685925"/>
                </a:lnTo>
                <a:lnTo>
                  <a:pt x="142875" y="1666875"/>
                </a:lnTo>
                <a:lnTo>
                  <a:pt x="152400" y="1666875"/>
                </a:lnTo>
                <a:close/>
                <a:moveTo>
                  <a:pt x="695325" y="1657350"/>
                </a:moveTo>
                <a:lnTo>
                  <a:pt x="704850" y="1657350"/>
                </a:lnTo>
                <a:lnTo>
                  <a:pt x="704850" y="1666875"/>
                </a:lnTo>
                <a:lnTo>
                  <a:pt x="695325" y="1666875"/>
                </a:lnTo>
                <a:close/>
                <a:moveTo>
                  <a:pt x="933450" y="1657350"/>
                </a:moveTo>
                <a:lnTo>
                  <a:pt x="942975" y="1657350"/>
                </a:lnTo>
                <a:lnTo>
                  <a:pt x="942975" y="1666875"/>
                </a:lnTo>
                <a:lnTo>
                  <a:pt x="933450" y="1666875"/>
                </a:lnTo>
                <a:close/>
                <a:moveTo>
                  <a:pt x="1123950" y="1657350"/>
                </a:moveTo>
                <a:lnTo>
                  <a:pt x="1133475" y="1657350"/>
                </a:lnTo>
                <a:lnTo>
                  <a:pt x="1133475" y="1666875"/>
                </a:lnTo>
                <a:lnTo>
                  <a:pt x="1123950" y="1666875"/>
                </a:lnTo>
                <a:close/>
                <a:moveTo>
                  <a:pt x="114300" y="1666875"/>
                </a:moveTo>
                <a:lnTo>
                  <a:pt x="123825" y="1666875"/>
                </a:lnTo>
                <a:lnTo>
                  <a:pt x="123825" y="1685925"/>
                </a:lnTo>
                <a:lnTo>
                  <a:pt x="114300" y="1685925"/>
                </a:lnTo>
                <a:close/>
                <a:moveTo>
                  <a:pt x="685800" y="1666875"/>
                </a:moveTo>
                <a:lnTo>
                  <a:pt x="695325" y="1666875"/>
                </a:lnTo>
                <a:lnTo>
                  <a:pt x="695325" y="1685925"/>
                </a:lnTo>
                <a:lnTo>
                  <a:pt x="685800" y="1685925"/>
                </a:lnTo>
                <a:close/>
                <a:moveTo>
                  <a:pt x="704850" y="1666875"/>
                </a:moveTo>
                <a:lnTo>
                  <a:pt x="714375" y="1666875"/>
                </a:lnTo>
                <a:lnTo>
                  <a:pt x="714375" y="1676400"/>
                </a:lnTo>
                <a:lnTo>
                  <a:pt x="704850" y="1676400"/>
                </a:lnTo>
                <a:close/>
                <a:moveTo>
                  <a:pt x="228600" y="1676400"/>
                </a:moveTo>
                <a:lnTo>
                  <a:pt x="238125" y="1676400"/>
                </a:lnTo>
                <a:lnTo>
                  <a:pt x="238125" y="1704975"/>
                </a:lnTo>
                <a:lnTo>
                  <a:pt x="228600" y="1704975"/>
                </a:lnTo>
                <a:close/>
                <a:moveTo>
                  <a:pt x="942975" y="1676400"/>
                </a:moveTo>
                <a:lnTo>
                  <a:pt x="952500" y="1676400"/>
                </a:lnTo>
                <a:lnTo>
                  <a:pt x="952500" y="1685925"/>
                </a:lnTo>
                <a:lnTo>
                  <a:pt x="942975" y="1685925"/>
                </a:lnTo>
                <a:close/>
                <a:moveTo>
                  <a:pt x="962025" y="1676400"/>
                </a:moveTo>
                <a:lnTo>
                  <a:pt x="971550" y="1676400"/>
                </a:lnTo>
                <a:lnTo>
                  <a:pt x="971550" y="1685925"/>
                </a:lnTo>
                <a:lnTo>
                  <a:pt x="962025" y="1685925"/>
                </a:lnTo>
                <a:close/>
                <a:moveTo>
                  <a:pt x="1057275" y="1676400"/>
                </a:moveTo>
                <a:lnTo>
                  <a:pt x="1066800" y="1676400"/>
                </a:lnTo>
                <a:lnTo>
                  <a:pt x="1066800" y="1685925"/>
                </a:lnTo>
                <a:lnTo>
                  <a:pt x="1057275" y="1685925"/>
                </a:lnTo>
                <a:close/>
                <a:moveTo>
                  <a:pt x="1123950" y="1676400"/>
                </a:moveTo>
                <a:lnTo>
                  <a:pt x="1143000" y="1676400"/>
                </a:lnTo>
                <a:lnTo>
                  <a:pt x="1143000" y="1685925"/>
                </a:lnTo>
                <a:lnTo>
                  <a:pt x="1123950" y="1685925"/>
                </a:lnTo>
                <a:close/>
                <a:moveTo>
                  <a:pt x="971550" y="1685925"/>
                </a:moveTo>
                <a:lnTo>
                  <a:pt x="990600" y="1685925"/>
                </a:lnTo>
                <a:lnTo>
                  <a:pt x="990600" y="1695450"/>
                </a:lnTo>
                <a:lnTo>
                  <a:pt x="971550" y="1695450"/>
                </a:lnTo>
                <a:close/>
                <a:moveTo>
                  <a:pt x="1143000" y="1685925"/>
                </a:moveTo>
                <a:lnTo>
                  <a:pt x="1152525" y="1685925"/>
                </a:lnTo>
                <a:lnTo>
                  <a:pt x="1152525" y="1695450"/>
                </a:lnTo>
                <a:lnTo>
                  <a:pt x="1143000" y="1695450"/>
                </a:lnTo>
                <a:close/>
                <a:moveTo>
                  <a:pt x="171450" y="1695450"/>
                </a:moveTo>
                <a:lnTo>
                  <a:pt x="180975" y="1695450"/>
                </a:lnTo>
                <a:lnTo>
                  <a:pt x="180975" y="1704975"/>
                </a:lnTo>
                <a:lnTo>
                  <a:pt x="171450" y="1704975"/>
                </a:lnTo>
                <a:close/>
                <a:moveTo>
                  <a:pt x="790575" y="1695450"/>
                </a:moveTo>
                <a:lnTo>
                  <a:pt x="800100" y="1695450"/>
                </a:lnTo>
                <a:lnTo>
                  <a:pt x="800100" y="1704975"/>
                </a:lnTo>
                <a:lnTo>
                  <a:pt x="790575" y="1704975"/>
                </a:lnTo>
                <a:close/>
                <a:moveTo>
                  <a:pt x="800100" y="1714500"/>
                </a:moveTo>
                <a:lnTo>
                  <a:pt x="809625" y="1714500"/>
                </a:lnTo>
                <a:lnTo>
                  <a:pt x="809625" y="1733550"/>
                </a:lnTo>
                <a:lnTo>
                  <a:pt x="800100" y="1733550"/>
                </a:lnTo>
                <a:close/>
                <a:moveTo>
                  <a:pt x="962025" y="1714500"/>
                </a:moveTo>
                <a:lnTo>
                  <a:pt x="971550" y="1714500"/>
                </a:lnTo>
                <a:lnTo>
                  <a:pt x="971550" y="1724025"/>
                </a:lnTo>
                <a:lnTo>
                  <a:pt x="981075" y="1724025"/>
                </a:lnTo>
                <a:lnTo>
                  <a:pt x="981075" y="1733550"/>
                </a:lnTo>
                <a:lnTo>
                  <a:pt x="962025" y="1733550"/>
                </a:lnTo>
                <a:lnTo>
                  <a:pt x="962025" y="1743075"/>
                </a:lnTo>
                <a:lnTo>
                  <a:pt x="952500" y="1743075"/>
                </a:lnTo>
                <a:lnTo>
                  <a:pt x="952500" y="1733550"/>
                </a:lnTo>
                <a:lnTo>
                  <a:pt x="942975" y="1733550"/>
                </a:lnTo>
                <a:lnTo>
                  <a:pt x="942975" y="1724025"/>
                </a:lnTo>
                <a:lnTo>
                  <a:pt x="962025" y="1724025"/>
                </a:lnTo>
                <a:close/>
                <a:moveTo>
                  <a:pt x="76200" y="1724025"/>
                </a:moveTo>
                <a:lnTo>
                  <a:pt x="85725" y="1724025"/>
                </a:lnTo>
                <a:lnTo>
                  <a:pt x="85725" y="1733550"/>
                </a:lnTo>
                <a:lnTo>
                  <a:pt x="95250" y="1733550"/>
                </a:lnTo>
                <a:lnTo>
                  <a:pt x="95250" y="1743075"/>
                </a:lnTo>
                <a:lnTo>
                  <a:pt x="104775" y="1743075"/>
                </a:lnTo>
                <a:lnTo>
                  <a:pt x="104775" y="1752600"/>
                </a:lnTo>
                <a:lnTo>
                  <a:pt x="123825" y="1752600"/>
                </a:lnTo>
                <a:lnTo>
                  <a:pt x="123825" y="1743075"/>
                </a:lnTo>
                <a:lnTo>
                  <a:pt x="133350" y="1743075"/>
                </a:lnTo>
                <a:lnTo>
                  <a:pt x="133350" y="1752600"/>
                </a:lnTo>
                <a:lnTo>
                  <a:pt x="142875" y="1752600"/>
                </a:lnTo>
                <a:lnTo>
                  <a:pt x="142875" y="1743075"/>
                </a:lnTo>
                <a:lnTo>
                  <a:pt x="152400" y="1743075"/>
                </a:lnTo>
                <a:lnTo>
                  <a:pt x="152400" y="1762125"/>
                </a:lnTo>
                <a:lnTo>
                  <a:pt x="95250" y="1762125"/>
                </a:lnTo>
                <a:lnTo>
                  <a:pt x="95250" y="1752600"/>
                </a:lnTo>
                <a:lnTo>
                  <a:pt x="76200" y="1752600"/>
                </a:lnTo>
                <a:close/>
                <a:moveTo>
                  <a:pt x="752475" y="1724025"/>
                </a:moveTo>
                <a:lnTo>
                  <a:pt x="762000" y="1724025"/>
                </a:lnTo>
                <a:lnTo>
                  <a:pt x="762000" y="1733550"/>
                </a:lnTo>
                <a:lnTo>
                  <a:pt x="752475" y="1733550"/>
                </a:lnTo>
                <a:close/>
                <a:moveTo>
                  <a:pt x="838200" y="1724025"/>
                </a:moveTo>
                <a:lnTo>
                  <a:pt x="857250" y="1724025"/>
                </a:lnTo>
                <a:lnTo>
                  <a:pt x="857250" y="1733550"/>
                </a:lnTo>
                <a:lnTo>
                  <a:pt x="847725" y="1733550"/>
                </a:lnTo>
                <a:lnTo>
                  <a:pt x="847725" y="1743075"/>
                </a:lnTo>
                <a:lnTo>
                  <a:pt x="838200" y="1743075"/>
                </a:lnTo>
                <a:close/>
                <a:moveTo>
                  <a:pt x="1047750" y="1724025"/>
                </a:moveTo>
                <a:lnTo>
                  <a:pt x="1066800" y="1724025"/>
                </a:lnTo>
                <a:lnTo>
                  <a:pt x="1066800" y="1733550"/>
                </a:lnTo>
                <a:lnTo>
                  <a:pt x="1047750" y="1733550"/>
                </a:lnTo>
                <a:close/>
                <a:moveTo>
                  <a:pt x="1104900" y="1724025"/>
                </a:moveTo>
                <a:lnTo>
                  <a:pt x="1114425" y="1724025"/>
                </a:lnTo>
                <a:lnTo>
                  <a:pt x="1114425" y="1752600"/>
                </a:lnTo>
                <a:lnTo>
                  <a:pt x="1104900" y="1752600"/>
                </a:lnTo>
                <a:lnTo>
                  <a:pt x="1104900" y="1743075"/>
                </a:lnTo>
                <a:lnTo>
                  <a:pt x="1095375" y="1743075"/>
                </a:lnTo>
                <a:lnTo>
                  <a:pt x="1095375" y="1733550"/>
                </a:lnTo>
                <a:lnTo>
                  <a:pt x="1104900" y="1733550"/>
                </a:lnTo>
                <a:close/>
                <a:moveTo>
                  <a:pt x="161925" y="1733550"/>
                </a:moveTo>
                <a:lnTo>
                  <a:pt x="171450" y="1733550"/>
                </a:lnTo>
                <a:lnTo>
                  <a:pt x="171450" y="1762125"/>
                </a:lnTo>
                <a:lnTo>
                  <a:pt x="161925" y="1762125"/>
                </a:lnTo>
                <a:close/>
                <a:moveTo>
                  <a:pt x="704850" y="1733550"/>
                </a:moveTo>
                <a:lnTo>
                  <a:pt x="714375" y="1733550"/>
                </a:lnTo>
                <a:lnTo>
                  <a:pt x="714375" y="1743075"/>
                </a:lnTo>
                <a:lnTo>
                  <a:pt x="704850" y="1743075"/>
                </a:lnTo>
                <a:close/>
                <a:moveTo>
                  <a:pt x="857250" y="1733550"/>
                </a:moveTo>
                <a:lnTo>
                  <a:pt x="866775" y="1733550"/>
                </a:lnTo>
                <a:lnTo>
                  <a:pt x="866775" y="1743075"/>
                </a:lnTo>
                <a:lnTo>
                  <a:pt x="895350" y="1743075"/>
                </a:lnTo>
                <a:lnTo>
                  <a:pt x="895350" y="1733550"/>
                </a:lnTo>
                <a:lnTo>
                  <a:pt x="914400" y="1733550"/>
                </a:lnTo>
                <a:lnTo>
                  <a:pt x="914400" y="1752600"/>
                </a:lnTo>
                <a:lnTo>
                  <a:pt x="895350" y="1752600"/>
                </a:lnTo>
                <a:lnTo>
                  <a:pt x="895350" y="1762125"/>
                </a:lnTo>
                <a:lnTo>
                  <a:pt x="876300" y="1762125"/>
                </a:lnTo>
                <a:lnTo>
                  <a:pt x="876300" y="1752600"/>
                </a:lnTo>
                <a:lnTo>
                  <a:pt x="857250" y="1752600"/>
                </a:lnTo>
                <a:lnTo>
                  <a:pt x="857250" y="1762125"/>
                </a:lnTo>
                <a:lnTo>
                  <a:pt x="847725" y="1762125"/>
                </a:lnTo>
                <a:lnTo>
                  <a:pt x="847725" y="1743075"/>
                </a:lnTo>
                <a:lnTo>
                  <a:pt x="857250" y="1743075"/>
                </a:lnTo>
                <a:close/>
                <a:moveTo>
                  <a:pt x="200025" y="1743075"/>
                </a:moveTo>
                <a:lnTo>
                  <a:pt x="219075" y="1743075"/>
                </a:lnTo>
                <a:lnTo>
                  <a:pt x="219075" y="1752600"/>
                </a:lnTo>
                <a:lnTo>
                  <a:pt x="228600" y="1752600"/>
                </a:lnTo>
                <a:lnTo>
                  <a:pt x="228600" y="1762125"/>
                </a:lnTo>
                <a:lnTo>
                  <a:pt x="200025" y="1762125"/>
                </a:lnTo>
                <a:close/>
                <a:moveTo>
                  <a:pt x="695325" y="1743075"/>
                </a:moveTo>
                <a:lnTo>
                  <a:pt x="704850" y="1743075"/>
                </a:lnTo>
                <a:lnTo>
                  <a:pt x="704850" y="1752600"/>
                </a:lnTo>
                <a:lnTo>
                  <a:pt x="695325" y="1752600"/>
                </a:lnTo>
                <a:close/>
                <a:moveTo>
                  <a:pt x="1038225" y="1743075"/>
                </a:moveTo>
                <a:lnTo>
                  <a:pt x="1047750" y="1743075"/>
                </a:lnTo>
                <a:lnTo>
                  <a:pt x="1047750" y="1762125"/>
                </a:lnTo>
                <a:lnTo>
                  <a:pt x="1009650" y="1762125"/>
                </a:lnTo>
                <a:lnTo>
                  <a:pt x="1009650" y="1752600"/>
                </a:lnTo>
                <a:lnTo>
                  <a:pt x="1038225" y="1752600"/>
                </a:lnTo>
                <a:close/>
                <a:moveTo>
                  <a:pt x="685800" y="1752600"/>
                </a:moveTo>
                <a:lnTo>
                  <a:pt x="695325" y="1752600"/>
                </a:lnTo>
                <a:lnTo>
                  <a:pt x="695325" y="1762125"/>
                </a:lnTo>
                <a:lnTo>
                  <a:pt x="685800" y="1762125"/>
                </a:lnTo>
                <a:close/>
              </a:path>
            </a:pathLst>
          </a:custGeom>
          <a:solidFill xmlns:a="http://schemas.openxmlformats.org/drawingml/2006/main">
            <a:srgbClr val="F9F9F4"/>
          </a:solidFill>
          <a:ln xmlns:a="http://schemas.openxmlformats.org/drawingml/2006/main" w="0">
            <a:noFill/>
          </a:ln>
        </p:spPr>
      </p:sp>
      <p:sp>
        <p:nvSpPr>
          <p:cNvPr id="56" name="turno2 vector #f9f9f3">
            <a:extLst xmlns:a="http://schemas.openxmlformats.org/drawingml/2006/main">
              <a:ext uri="{FF2B5EF4-FFF2-40B4-BE49-F238E27FC236}">
                <a16:creationId xmlns:a16="http://schemas.microsoft.com/office/drawing/2014/main" id="{096AAA8C-F666-49A0-BA10-81987D2C48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86975" y="2514600"/>
            <a:ext cx="1828800" cy="2724150"/>
          </a:xfrm>
          <a:custGeom xmlns:a="http://schemas.openxmlformats.org/drawingml/2006/main">
            <a:pathLst>
              <a:path w="1181100" h="1762125">
                <a:moveTo>
                  <a:pt x="466725" y="38100"/>
                </a:moveTo>
                <a:lnTo>
                  <a:pt x="476250" y="38100"/>
                </a:lnTo>
                <a:lnTo>
                  <a:pt x="476250" y="47625"/>
                </a:lnTo>
                <a:lnTo>
                  <a:pt x="485775" y="47625"/>
                </a:lnTo>
                <a:lnTo>
                  <a:pt x="485775" y="57150"/>
                </a:lnTo>
                <a:lnTo>
                  <a:pt x="476250" y="57150"/>
                </a:lnTo>
                <a:lnTo>
                  <a:pt x="476250" y="66675"/>
                </a:lnTo>
                <a:lnTo>
                  <a:pt x="466725" y="66675"/>
                </a:lnTo>
                <a:close/>
                <a:moveTo>
                  <a:pt x="409575" y="47625"/>
                </a:moveTo>
                <a:lnTo>
                  <a:pt x="428625" y="47625"/>
                </a:lnTo>
                <a:lnTo>
                  <a:pt x="428625" y="76200"/>
                </a:lnTo>
                <a:lnTo>
                  <a:pt x="419100" y="76200"/>
                </a:lnTo>
                <a:lnTo>
                  <a:pt x="419100" y="66675"/>
                </a:lnTo>
                <a:lnTo>
                  <a:pt x="400050" y="66675"/>
                </a:lnTo>
                <a:lnTo>
                  <a:pt x="400050" y="57150"/>
                </a:lnTo>
                <a:lnTo>
                  <a:pt x="409575" y="57150"/>
                </a:lnTo>
                <a:close/>
                <a:moveTo>
                  <a:pt x="904875" y="47625"/>
                </a:moveTo>
                <a:lnTo>
                  <a:pt x="914400" y="47625"/>
                </a:lnTo>
                <a:lnTo>
                  <a:pt x="914400" y="66675"/>
                </a:lnTo>
                <a:lnTo>
                  <a:pt x="904875" y="66675"/>
                </a:lnTo>
                <a:close/>
                <a:moveTo>
                  <a:pt x="381000" y="66675"/>
                </a:moveTo>
                <a:lnTo>
                  <a:pt x="390525" y="66675"/>
                </a:lnTo>
                <a:lnTo>
                  <a:pt x="390525" y="76200"/>
                </a:lnTo>
                <a:lnTo>
                  <a:pt x="381000" y="76200"/>
                </a:lnTo>
                <a:close/>
                <a:moveTo>
                  <a:pt x="866775" y="66675"/>
                </a:moveTo>
                <a:lnTo>
                  <a:pt x="876300" y="66675"/>
                </a:lnTo>
                <a:lnTo>
                  <a:pt x="876300" y="76200"/>
                </a:lnTo>
                <a:lnTo>
                  <a:pt x="866775" y="76200"/>
                </a:lnTo>
                <a:close/>
                <a:moveTo>
                  <a:pt x="466725" y="76200"/>
                </a:moveTo>
                <a:lnTo>
                  <a:pt x="476250" y="76200"/>
                </a:lnTo>
                <a:lnTo>
                  <a:pt x="476250" y="85725"/>
                </a:lnTo>
                <a:lnTo>
                  <a:pt x="466725" y="85725"/>
                </a:lnTo>
                <a:close/>
                <a:moveTo>
                  <a:pt x="885825" y="85725"/>
                </a:moveTo>
                <a:lnTo>
                  <a:pt x="895350" y="85725"/>
                </a:lnTo>
                <a:lnTo>
                  <a:pt x="895350" y="104775"/>
                </a:lnTo>
                <a:lnTo>
                  <a:pt x="885825" y="104775"/>
                </a:lnTo>
                <a:close/>
                <a:moveTo>
                  <a:pt x="962025" y="114300"/>
                </a:moveTo>
                <a:lnTo>
                  <a:pt x="971550" y="114300"/>
                </a:lnTo>
                <a:lnTo>
                  <a:pt x="971550" y="123825"/>
                </a:lnTo>
                <a:lnTo>
                  <a:pt x="962025" y="123825"/>
                </a:lnTo>
                <a:close/>
                <a:moveTo>
                  <a:pt x="714375" y="133350"/>
                </a:moveTo>
                <a:lnTo>
                  <a:pt x="723900" y="133350"/>
                </a:lnTo>
                <a:lnTo>
                  <a:pt x="723900" y="142875"/>
                </a:lnTo>
                <a:lnTo>
                  <a:pt x="714375" y="142875"/>
                </a:lnTo>
                <a:close/>
                <a:moveTo>
                  <a:pt x="352425" y="142875"/>
                </a:moveTo>
                <a:lnTo>
                  <a:pt x="361950" y="142875"/>
                </a:lnTo>
                <a:lnTo>
                  <a:pt x="361950" y="152400"/>
                </a:lnTo>
                <a:lnTo>
                  <a:pt x="352425" y="152400"/>
                </a:lnTo>
                <a:close/>
                <a:moveTo>
                  <a:pt x="723900" y="142875"/>
                </a:moveTo>
                <a:lnTo>
                  <a:pt x="733425" y="142875"/>
                </a:lnTo>
                <a:lnTo>
                  <a:pt x="733425" y="152400"/>
                </a:lnTo>
                <a:lnTo>
                  <a:pt x="723900" y="152400"/>
                </a:lnTo>
                <a:close/>
                <a:moveTo>
                  <a:pt x="885825" y="142875"/>
                </a:moveTo>
                <a:lnTo>
                  <a:pt x="895350" y="142875"/>
                </a:lnTo>
                <a:lnTo>
                  <a:pt x="895350" y="152400"/>
                </a:lnTo>
                <a:lnTo>
                  <a:pt x="885825" y="152400"/>
                </a:lnTo>
                <a:close/>
                <a:moveTo>
                  <a:pt x="209550" y="152400"/>
                </a:moveTo>
                <a:lnTo>
                  <a:pt x="238125" y="152400"/>
                </a:lnTo>
                <a:lnTo>
                  <a:pt x="238125" y="161925"/>
                </a:lnTo>
                <a:lnTo>
                  <a:pt x="228600" y="161925"/>
                </a:lnTo>
                <a:lnTo>
                  <a:pt x="228600" y="171450"/>
                </a:lnTo>
                <a:lnTo>
                  <a:pt x="219075" y="171450"/>
                </a:lnTo>
                <a:lnTo>
                  <a:pt x="219075" y="161925"/>
                </a:lnTo>
                <a:lnTo>
                  <a:pt x="209550" y="161925"/>
                </a:lnTo>
                <a:close/>
                <a:moveTo>
                  <a:pt x="561975" y="161925"/>
                </a:moveTo>
                <a:lnTo>
                  <a:pt x="571500" y="161925"/>
                </a:lnTo>
                <a:lnTo>
                  <a:pt x="571500" y="171450"/>
                </a:lnTo>
                <a:lnTo>
                  <a:pt x="561975" y="171450"/>
                </a:lnTo>
                <a:close/>
                <a:moveTo>
                  <a:pt x="238125" y="219075"/>
                </a:moveTo>
                <a:lnTo>
                  <a:pt x="247650" y="219075"/>
                </a:lnTo>
                <a:lnTo>
                  <a:pt x="247650" y="247650"/>
                </a:lnTo>
                <a:lnTo>
                  <a:pt x="238125" y="247650"/>
                </a:lnTo>
                <a:close/>
                <a:moveTo>
                  <a:pt x="47625" y="257175"/>
                </a:moveTo>
                <a:lnTo>
                  <a:pt x="57150" y="257175"/>
                </a:lnTo>
                <a:lnTo>
                  <a:pt x="57150" y="266700"/>
                </a:lnTo>
                <a:lnTo>
                  <a:pt x="47625" y="266700"/>
                </a:lnTo>
                <a:close/>
                <a:moveTo>
                  <a:pt x="361950" y="314325"/>
                </a:moveTo>
                <a:lnTo>
                  <a:pt x="371475" y="314325"/>
                </a:lnTo>
                <a:lnTo>
                  <a:pt x="371475" y="323850"/>
                </a:lnTo>
                <a:lnTo>
                  <a:pt x="361950" y="323850"/>
                </a:lnTo>
                <a:close/>
                <a:moveTo>
                  <a:pt x="904875" y="333375"/>
                </a:moveTo>
                <a:lnTo>
                  <a:pt x="914400" y="333375"/>
                </a:lnTo>
                <a:lnTo>
                  <a:pt x="914400" y="342900"/>
                </a:lnTo>
                <a:lnTo>
                  <a:pt x="904875" y="342900"/>
                </a:lnTo>
                <a:close/>
                <a:moveTo>
                  <a:pt x="390525" y="342900"/>
                </a:moveTo>
                <a:lnTo>
                  <a:pt x="400050" y="342900"/>
                </a:lnTo>
                <a:lnTo>
                  <a:pt x="400050" y="352425"/>
                </a:lnTo>
                <a:lnTo>
                  <a:pt x="390525" y="352425"/>
                </a:lnTo>
                <a:close/>
                <a:moveTo>
                  <a:pt x="266700" y="371475"/>
                </a:moveTo>
                <a:lnTo>
                  <a:pt x="276225" y="371475"/>
                </a:lnTo>
                <a:lnTo>
                  <a:pt x="276225" y="381000"/>
                </a:lnTo>
                <a:lnTo>
                  <a:pt x="266700" y="381000"/>
                </a:lnTo>
                <a:close/>
                <a:moveTo>
                  <a:pt x="400050" y="390525"/>
                </a:moveTo>
                <a:lnTo>
                  <a:pt x="409575" y="390525"/>
                </a:lnTo>
                <a:lnTo>
                  <a:pt x="409575" y="400050"/>
                </a:lnTo>
                <a:lnTo>
                  <a:pt x="400050" y="400050"/>
                </a:lnTo>
                <a:close/>
                <a:moveTo>
                  <a:pt x="1000125" y="390525"/>
                </a:moveTo>
                <a:lnTo>
                  <a:pt x="1019175" y="390525"/>
                </a:lnTo>
                <a:lnTo>
                  <a:pt x="1019175" y="409575"/>
                </a:lnTo>
                <a:lnTo>
                  <a:pt x="1009650" y="409575"/>
                </a:lnTo>
                <a:lnTo>
                  <a:pt x="1009650" y="400050"/>
                </a:lnTo>
                <a:lnTo>
                  <a:pt x="1000125" y="400050"/>
                </a:lnTo>
                <a:close/>
                <a:moveTo>
                  <a:pt x="276225" y="400050"/>
                </a:moveTo>
                <a:lnTo>
                  <a:pt x="285750" y="400050"/>
                </a:lnTo>
                <a:lnTo>
                  <a:pt x="285750" y="409575"/>
                </a:lnTo>
                <a:lnTo>
                  <a:pt x="276225" y="409575"/>
                </a:lnTo>
                <a:close/>
                <a:moveTo>
                  <a:pt x="409575" y="400050"/>
                </a:moveTo>
                <a:lnTo>
                  <a:pt x="419100" y="400050"/>
                </a:lnTo>
                <a:lnTo>
                  <a:pt x="419100" y="409575"/>
                </a:lnTo>
                <a:lnTo>
                  <a:pt x="409575" y="409575"/>
                </a:lnTo>
                <a:close/>
                <a:moveTo>
                  <a:pt x="285750" y="409575"/>
                </a:moveTo>
                <a:lnTo>
                  <a:pt x="295275" y="409575"/>
                </a:lnTo>
                <a:lnTo>
                  <a:pt x="295275" y="419100"/>
                </a:lnTo>
                <a:lnTo>
                  <a:pt x="285750" y="419100"/>
                </a:lnTo>
                <a:close/>
                <a:moveTo>
                  <a:pt x="733425" y="409575"/>
                </a:moveTo>
                <a:lnTo>
                  <a:pt x="742950" y="409575"/>
                </a:lnTo>
                <a:lnTo>
                  <a:pt x="742950" y="438150"/>
                </a:lnTo>
                <a:lnTo>
                  <a:pt x="723900" y="438150"/>
                </a:lnTo>
                <a:lnTo>
                  <a:pt x="723900" y="428625"/>
                </a:lnTo>
                <a:lnTo>
                  <a:pt x="733425" y="428625"/>
                </a:lnTo>
                <a:close/>
                <a:moveTo>
                  <a:pt x="885825" y="409575"/>
                </a:moveTo>
                <a:lnTo>
                  <a:pt x="904875" y="409575"/>
                </a:lnTo>
                <a:lnTo>
                  <a:pt x="904875" y="419100"/>
                </a:lnTo>
                <a:lnTo>
                  <a:pt x="895350" y="419100"/>
                </a:lnTo>
                <a:lnTo>
                  <a:pt x="895350" y="428625"/>
                </a:lnTo>
                <a:lnTo>
                  <a:pt x="885825" y="428625"/>
                </a:lnTo>
                <a:close/>
                <a:moveTo>
                  <a:pt x="942975" y="409575"/>
                </a:moveTo>
                <a:lnTo>
                  <a:pt x="952500" y="409575"/>
                </a:lnTo>
                <a:lnTo>
                  <a:pt x="952500" y="419100"/>
                </a:lnTo>
                <a:lnTo>
                  <a:pt x="942975" y="419100"/>
                </a:lnTo>
                <a:close/>
                <a:moveTo>
                  <a:pt x="314325" y="419100"/>
                </a:moveTo>
                <a:lnTo>
                  <a:pt x="323850" y="419100"/>
                </a:lnTo>
                <a:lnTo>
                  <a:pt x="323850" y="428625"/>
                </a:lnTo>
                <a:lnTo>
                  <a:pt x="314325" y="428625"/>
                </a:lnTo>
                <a:close/>
                <a:moveTo>
                  <a:pt x="952500" y="419100"/>
                </a:moveTo>
                <a:lnTo>
                  <a:pt x="971550" y="419100"/>
                </a:lnTo>
                <a:lnTo>
                  <a:pt x="971550" y="428625"/>
                </a:lnTo>
                <a:lnTo>
                  <a:pt x="952500" y="428625"/>
                </a:lnTo>
                <a:close/>
                <a:moveTo>
                  <a:pt x="285750" y="485775"/>
                </a:moveTo>
                <a:lnTo>
                  <a:pt x="295275" y="485775"/>
                </a:lnTo>
                <a:lnTo>
                  <a:pt x="295275" y="495300"/>
                </a:lnTo>
                <a:lnTo>
                  <a:pt x="285750" y="495300"/>
                </a:lnTo>
                <a:close/>
                <a:moveTo>
                  <a:pt x="1038225" y="485775"/>
                </a:moveTo>
                <a:lnTo>
                  <a:pt x="1066800" y="485775"/>
                </a:lnTo>
                <a:lnTo>
                  <a:pt x="1066800" y="504825"/>
                </a:lnTo>
                <a:lnTo>
                  <a:pt x="1047750" y="504825"/>
                </a:lnTo>
                <a:lnTo>
                  <a:pt x="1047750" y="495300"/>
                </a:lnTo>
                <a:lnTo>
                  <a:pt x="1038225" y="495300"/>
                </a:lnTo>
                <a:close/>
                <a:moveTo>
                  <a:pt x="657225" y="552450"/>
                </a:moveTo>
                <a:lnTo>
                  <a:pt x="666750" y="552450"/>
                </a:lnTo>
                <a:lnTo>
                  <a:pt x="666750" y="561975"/>
                </a:lnTo>
                <a:lnTo>
                  <a:pt x="657225" y="561975"/>
                </a:lnTo>
                <a:close/>
                <a:moveTo>
                  <a:pt x="685800" y="571500"/>
                </a:moveTo>
                <a:lnTo>
                  <a:pt x="704850" y="571500"/>
                </a:lnTo>
                <a:lnTo>
                  <a:pt x="704850" y="590550"/>
                </a:lnTo>
                <a:lnTo>
                  <a:pt x="695325" y="590550"/>
                </a:lnTo>
                <a:lnTo>
                  <a:pt x="695325" y="581025"/>
                </a:lnTo>
                <a:lnTo>
                  <a:pt x="685800" y="581025"/>
                </a:lnTo>
                <a:close/>
                <a:moveTo>
                  <a:pt x="361950" y="590550"/>
                </a:moveTo>
                <a:lnTo>
                  <a:pt x="371475" y="590550"/>
                </a:lnTo>
                <a:lnTo>
                  <a:pt x="371475" y="600075"/>
                </a:lnTo>
                <a:lnTo>
                  <a:pt x="361950" y="600075"/>
                </a:lnTo>
                <a:close/>
                <a:moveTo>
                  <a:pt x="895350" y="600075"/>
                </a:moveTo>
                <a:lnTo>
                  <a:pt x="904875" y="600075"/>
                </a:lnTo>
                <a:lnTo>
                  <a:pt x="904875" y="609600"/>
                </a:lnTo>
                <a:lnTo>
                  <a:pt x="895350" y="609600"/>
                </a:lnTo>
                <a:close/>
                <a:moveTo>
                  <a:pt x="1171575" y="628650"/>
                </a:moveTo>
                <a:lnTo>
                  <a:pt x="1181100" y="628650"/>
                </a:lnTo>
                <a:lnTo>
                  <a:pt x="1181100" y="638175"/>
                </a:lnTo>
                <a:lnTo>
                  <a:pt x="1171575" y="638175"/>
                </a:lnTo>
                <a:close/>
                <a:moveTo>
                  <a:pt x="800100" y="676275"/>
                </a:moveTo>
                <a:lnTo>
                  <a:pt x="819150" y="676275"/>
                </a:lnTo>
                <a:lnTo>
                  <a:pt x="819150" y="685800"/>
                </a:lnTo>
                <a:lnTo>
                  <a:pt x="800100" y="685800"/>
                </a:lnTo>
                <a:close/>
                <a:moveTo>
                  <a:pt x="352425" y="704850"/>
                </a:moveTo>
                <a:lnTo>
                  <a:pt x="361950" y="704850"/>
                </a:lnTo>
                <a:lnTo>
                  <a:pt x="361950" y="714375"/>
                </a:lnTo>
                <a:lnTo>
                  <a:pt x="352425" y="714375"/>
                </a:lnTo>
                <a:close/>
                <a:moveTo>
                  <a:pt x="314325" y="714375"/>
                </a:moveTo>
                <a:lnTo>
                  <a:pt x="323850" y="714375"/>
                </a:lnTo>
                <a:lnTo>
                  <a:pt x="323850" y="723900"/>
                </a:lnTo>
                <a:lnTo>
                  <a:pt x="314325" y="723900"/>
                </a:lnTo>
                <a:close/>
                <a:moveTo>
                  <a:pt x="361950" y="714375"/>
                </a:moveTo>
                <a:lnTo>
                  <a:pt x="371475" y="714375"/>
                </a:lnTo>
                <a:lnTo>
                  <a:pt x="371475" y="733425"/>
                </a:lnTo>
                <a:lnTo>
                  <a:pt x="352425" y="733425"/>
                </a:lnTo>
                <a:lnTo>
                  <a:pt x="352425" y="723900"/>
                </a:lnTo>
                <a:lnTo>
                  <a:pt x="361950" y="723900"/>
                </a:lnTo>
                <a:close/>
                <a:moveTo>
                  <a:pt x="28575" y="733425"/>
                </a:moveTo>
                <a:lnTo>
                  <a:pt x="38100" y="733425"/>
                </a:lnTo>
                <a:lnTo>
                  <a:pt x="38100" y="742950"/>
                </a:lnTo>
                <a:lnTo>
                  <a:pt x="28575" y="742950"/>
                </a:lnTo>
                <a:close/>
                <a:moveTo>
                  <a:pt x="209550" y="733425"/>
                </a:moveTo>
                <a:lnTo>
                  <a:pt x="238125" y="733425"/>
                </a:lnTo>
                <a:lnTo>
                  <a:pt x="238125" y="742950"/>
                </a:lnTo>
                <a:lnTo>
                  <a:pt x="209550" y="742950"/>
                </a:lnTo>
                <a:close/>
                <a:moveTo>
                  <a:pt x="247650" y="733425"/>
                </a:moveTo>
                <a:lnTo>
                  <a:pt x="257175" y="733425"/>
                </a:lnTo>
                <a:lnTo>
                  <a:pt x="257175" y="742950"/>
                </a:lnTo>
                <a:lnTo>
                  <a:pt x="247650" y="742950"/>
                </a:lnTo>
                <a:close/>
                <a:moveTo>
                  <a:pt x="257175" y="742950"/>
                </a:moveTo>
                <a:lnTo>
                  <a:pt x="276225" y="742950"/>
                </a:lnTo>
                <a:lnTo>
                  <a:pt x="276225" y="752475"/>
                </a:lnTo>
                <a:lnTo>
                  <a:pt x="257175" y="752475"/>
                </a:lnTo>
                <a:close/>
                <a:moveTo>
                  <a:pt x="276225" y="752475"/>
                </a:moveTo>
                <a:lnTo>
                  <a:pt x="295275" y="752475"/>
                </a:lnTo>
                <a:lnTo>
                  <a:pt x="295275" y="762000"/>
                </a:lnTo>
                <a:lnTo>
                  <a:pt x="276225" y="762000"/>
                </a:lnTo>
                <a:close/>
                <a:moveTo>
                  <a:pt x="304800" y="762000"/>
                </a:moveTo>
                <a:lnTo>
                  <a:pt x="323850" y="762000"/>
                </a:lnTo>
                <a:lnTo>
                  <a:pt x="323850" y="771525"/>
                </a:lnTo>
                <a:lnTo>
                  <a:pt x="314325" y="771525"/>
                </a:lnTo>
                <a:lnTo>
                  <a:pt x="314325" y="781050"/>
                </a:lnTo>
                <a:lnTo>
                  <a:pt x="304800" y="781050"/>
                </a:lnTo>
                <a:close/>
                <a:moveTo>
                  <a:pt x="933450" y="781050"/>
                </a:moveTo>
                <a:lnTo>
                  <a:pt x="942975" y="781050"/>
                </a:lnTo>
                <a:lnTo>
                  <a:pt x="942975" y="790575"/>
                </a:lnTo>
                <a:lnTo>
                  <a:pt x="933450" y="790575"/>
                </a:lnTo>
                <a:close/>
                <a:moveTo>
                  <a:pt x="714375" y="857250"/>
                </a:moveTo>
                <a:lnTo>
                  <a:pt x="733425" y="857250"/>
                </a:lnTo>
                <a:lnTo>
                  <a:pt x="733425" y="866775"/>
                </a:lnTo>
                <a:lnTo>
                  <a:pt x="742950" y="866775"/>
                </a:lnTo>
                <a:lnTo>
                  <a:pt x="742950" y="876300"/>
                </a:lnTo>
                <a:lnTo>
                  <a:pt x="733425" y="876300"/>
                </a:lnTo>
                <a:lnTo>
                  <a:pt x="733425" y="885825"/>
                </a:lnTo>
                <a:lnTo>
                  <a:pt x="723900" y="885825"/>
                </a:lnTo>
                <a:lnTo>
                  <a:pt x="723900" y="876300"/>
                </a:lnTo>
                <a:lnTo>
                  <a:pt x="714375" y="876300"/>
                </a:lnTo>
                <a:close/>
                <a:moveTo>
                  <a:pt x="66675" y="866775"/>
                </a:moveTo>
                <a:lnTo>
                  <a:pt x="76200" y="866775"/>
                </a:lnTo>
                <a:lnTo>
                  <a:pt x="76200" y="885825"/>
                </a:lnTo>
                <a:lnTo>
                  <a:pt x="66675" y="885825"/>
                </a:lnTo>
                <a:close/>
                <a:moveTo>
                  <a:pt x="57150" y="885825"/>
                </a:moveTo>
                <a:lnTo>
                  <a:pt x="66675" y="885825"/>
                </a:lnTo>
                <a:lnTo>
                  <a:pt x="66675" y="895350"/>
                </a:lnTo>
                <a:lnTo>
                  <a:pt x="57150" y="895350"/>
                </a:lnTo>
                <a:close/>
                <a:moveTo>
                  <a:pt x="628650" y="914400"/>
                </a:moveTo>
                <a:lnTo>
                  <a:pt x="638175" y="914400"/>
                </a:lnTo>
                <a:lnTo>
                  <a:pt x="638175" y="933450"/>
                </a:lnTo>
                <a:lnTo>
                  <a:pt x="628650" y="933450"/>
                </a:lnTo>
                <a:close/>
                <a:moveTo>
                  <a:pt x="371475" y="1028700"/>
                </a:moveTo>
                <a:lnTo>
                  <a:pt x="390525" y="1028700"/>
                </a:lnTo>
                <a:lnTo>
                  <a:pt x="390525" y="1038225"/>
                </a:lnTo>
                <a:lnTo>
                  <a:pt x="371475" y="1038225"/>
                </a:lnTo>
                <a:close/>
                <a:moveTo>
                  <a:pt x="342900" y="1038225"/>
                </a:moveTo>
                <a:lnTo>
                  <a:pt x="371475" y="1038225"/>
                </a:lnTo>
                <a:lnTo>
                  <a:pt x="371475" y="1047750"/>
                </a:lnTo>
                <a:lnTo>
                  <a:pt x="361950" y="1047750"/>
                </a:lnTo>
                <a:lnTo>
                  <a:pt x="361950" y="1057275"/>
                </a:lnTo>
                <a:lnTo>
                  <a:pt x="352425" y="1057275"/>
                </a:lnTo>
                <a:lnTo>
                  <a:pt x="352425" y="1047750"/>
                </a:lnTo>
                <a:lnTo>
                  <a:pt x="342900" y="1047750"/>
                </a:lnTo>
                <a:close/>
                <a:moveTo>
                  <a:pt x="304800" y="1066800"/>
                </a:moveTo>
                <a:lnTo>
                  <a:pt x="314325" y="1066800"/>
                </a:lnTo>
                <a:lnTo>
                  <a:pt x="314325" y="1076325"/>
                </a:lnTo>
                <a:lnTo>
                  <a:pt x="304800" y="1076325"/>
                </a:lnTo>
                <a:close/>
                <a:moveTo>
                  <a:pt x="371475" y="1104900"/>
                </a:moveTo>
                <a:lnTo>
                  <a:pt x="381000" y="1104900"/>
                </a:lnTo>
                <a:lnTo>
                  <a:pt x="381000" y="1114425"/>
                </a:lnTo>
                <a:lnTo>
                  <a:pt x="371475" y="1114425"/>
                </a:lnTo>
                <a:close/>
                <a:moveTo>
                  <a:pt x="381000" y="1114425"/>
                </a:moveTo>
                <a:lnTo>
                  <a:pt x="390525" y="1114425"/>
                </a:lnTo>
                <a:lnTo>
                  <a:pt x="390525" y="1123950"/>
                </a:lnTo>
                <a:lnTo>
                  <a:pt x="381000" y="1123950"/>
                </a:lnTo>
                <a:close/>
                <a:moveTo>
                  <a:pt x="657225" y="1133475"/>
                </a:moveTo>
                <a:lnTo>
                  <a:pt x="666750" y="1133475"/>
                </a:lnTo>
                <a:lnTo>
                  <a:pt x="666750" y="1143000"/>
                </a:lnTo>
                <a:lnTo>
                  <a:pt x="657225" y="1143000"/>
                </a:lnTo>
                <a:close/>
                <a:moveTo>
                  <a:pt x="561975" y="1152525"/>
                </a:moveTo>
                <a:lnTo>
                  <a:pt x="571500" y="1152525"/>
                </a:lnTo>
                <a:lnTo>
                  <a:pt x="571500" y="1162050"/>
                </a:lnTo>
                <a:lnTo>
                  <a:pt x="581025" y="1162050"/>
                </a:lnTo>
                <a:lnTo>
                  <a:pt x="581025" y="1171575"/>
                </a:lnTo>
                <a:lnTo>
                  <a:pt x="571500" y="1171575"/>
                </a:lnTo>
                <a:lnTo>
                  <a:pt x="571500" y="1190625"/>
                </a:lnTo>
                <a:lnTo>
                  <a:pt x="561975" y="1190625"/>
                </a:lnTo>
                <a:lnTo>
                  <a:pt x="561975" y="1181100"/>
                </a:lnTo>
                <a:lnTo>
                  <a:pt x="552450" y="1181100"/>
                </a:lnTo>
                <a:lnTo>
                  <a:pt x="552450" y="1171575"/>
                </a:lnTo>
                <a:lnTo>
                  <a:pt x="561975" y="1171575"/>
                </a:lnTo>
                <a:close/>
                <a:moveTo>
                  <a:pt x="295275" y="1181100"/>
                </a:moveTo>
                <a:lnTo>
                  <a:pt x="304800" y="1181100"/>
                </a:lnTo>
                <a:lnTo>
                  <a:pt x="304800" y="1190625"/>
                </a:lnTo>
                <a:lnTo>
                  <a:pt x="295275" y="1190625"/>
                </a:lnTo>
                <a:close/>
                <a:moveTo>
                  <a:pt x="438150" y="1190625"/>
                </a:moveTo>
                <a:lnTo>
                  <a:pt x="447675" y="1190625"/>
                </a:lnTo>
                <a:lnTo>
                  <a:pt x="447675" y="1200150"/>
                </a:lnTo>
                <a:lnTo>
                  <a:pt x="438150" y="1200150"/>
                </a:lnTo>
                <a:close/>
                <a:moveTo>
                  <a:pt x="752475" y="1200150"/>
                </a:moveTo>
                <a:lnTo>
                  <a:pt x="771525" y="1200150"/>
                </a:lnTo>
                <a:lnTo>
                  <a:pt x="771525" y="1209675"/>
                </a:lnTo>
                <a:lnTo>
                  <a:pt x="752475" y="1209675"/>
                </a:lnTo>
                <a:close/>
                <a:moveTo>
                  <a:pt x="600075" y="1219200"/>
                </a:moveTo>
                <a:lnTo>
                  <a:pt x="609600" y="1219200"/>
                </a:lnTo>
                <a:lnTo>
                  <a:pt x="609600" y="1228725"/>
                </a:lnTo>
                <a:lnTo>
                  <a:pt x="600075" y="1228725"/>
                </a:lnTo>
                <a:close/>
                <a:moveTo>
                  <a:pt x="981075" y="1295400"/>
                </a:moveTo>
                <a:lnTo>
                  <a:pt x="1000125" y="1295400"/>
                </a:lnTo>
                <a:lnTo>
                  <a:pt x="1000125" y="1304925"/>
                </a:lnTo>
                <a:lnTo>
                  <a:pt x="981075" y="1304925"/>
                </a:lnTo>
                <a:close/>
                <a:moveTo>
                  <a:pt x="1057275" y="1295400"/>
                </a:moveTo>
                <a:lnTo>
                  <a:pt x="1076325" y="1295400"/>
                </a:lnTo>
                <a:lnTo>
                  <a:pt x="1076325" y="1314450"/>
                </a:lnTo>
                <a:lnTo>
                  <a:pt x="1057275" y="1314450"/>
                </a:lnTo>
                <a:close/>
                <a:moveTo>
                  <a:pt x="914400" y="1304925"/>
                </a:moveTo>
                <a:lnTo>
                  <a:pt x="923925" y="1304925"/>
                </a:lnTo>
                <a:lnTo>
                  <a:pt x="923925" y="1314450"/>
                </a:lnTo>
                <a:lnTo>
                  <a:pt x="914400" y="1314450"/>
                </a:lnTo>
                <a:close/>
                <a:moveTo>
                  <a:pt x="1143000" y="1304925"/>
                </a:moveTo>
                <a:lnTo>
                  <a:pt x="1152525" y="1304925"/>
                </a:lnTo>
                <a:lnTo>
                  <a:pt x="1152525" y="1314450"/>
                </a:lnTo>
                <a:lnTo>
                  <a:pt x="1143000" y="1314450"/>
                </a:lnTo>
                <a:close/>
                <a:moveTo>
                  <a:pt x="438150" y="1333500"/>
                </a:moveTo>
                <a:lnTo>
                  <a:pt x="447675" y="1333500"/>
                </a:lnTo>
                <a:lnTo>
                  <a:pt x="447675" y="1343025"/>
                </a:lnTo>
                <a:lnTo>
                  <a:pt x="438150" y="1343025"/>
                </a:lnTo>
                <a:close/>
                <a:moveTo>
                  <a:pt x="361950" y="1371600"/>
                </a:moveTo>
                <a:lnTo>
                  <a:pt x="371475" y="1371600"/>
                </a:lnTo>
                <a:lnTo>
                  <a:pt x="371475" y="1381125"/>
                </a:lnTo>
                <a:lnTo>
                  <a:pt x="361950" y="1381125"/>
                </a:lnTo>
                <a:close/>
                <a:moveTo>
                  <a:pt x="381000" y="1371600"/>
                </a:moveTo>
                <a:lnTo>
                  <a:pt x="390525" y="1371600"/>
                </a:lnTo>
                <a:lnTo>
                  <a:pt x="390525" y="1390650"/>
                </a:lnTo>
                <a:lnTo>
                  <a:pt x="381000" y="1390650"/>
                </a:lnTo>
                <a:close/>
                <a:moveTo>
                  <a:pt x="904875" y="1390650"/>
                </a:moveTo>
                <a:lnTo>
                  <a:pt x="914400" y="1390650"/>
                </a:lnTo>
                <a:lnTo>
                  <a:pt x="914400" y="1400175"/>
                </a:lnTo>
                <a:lnTo>
                  <a:pt x="904875" y="1400175"/>
                </a:lnTo>
                <a:close/>
                <a:moveTo>
                  <a:pt x="381000" y="1409700"/>
                </a:moveTo>
                <a:lnTo>
                  <a:pt x="400050" y="1409700"/>
                </a:lnTo>
                <a:lnTo>
                  <a:pt x="400050" y="1419225"/>
                </a:lnTo>
                <a:lnTo>
                  <a:pt x="381000" y="1419225"/>
                </a:lnTo>
                <a:close/>
                <a:moveTo>
                  <a:pt x="371475" y="1419225"/>
                </a:moveTo>
                <a:lnTo>
                  <a:pt x="381000" y="1419225"/>
                </a:lnTo>
                <a:lnTo>
                  <a:pt x="381000" y="1428750"/>
                </a:lnTo>
                <a:lnTo>
                  <a:pt x="371475" y="1428750"/>
                </a:lnTo>
                <a:close/>
                <a:moveTo>
                  <a:pt x="361950" y="1428750"/>
                </a:moveTo>
                <a:lnTo>
                  <a:pt x="371475" y="1428750"/>
                </a:lnTo>
                <a:lnTo>
                  <a:pt x="371475" y="1438275"/>
                </a:lnTo>
                <a:lnTo>
                  <a:pt x="361950" y="1438275"/>
                </a:lnTo>
                <a:close/>
                <a:moveTo>
                  <a:pt x="352425" y="1438275"/>
                </a:moveTo>
                <a:lnTo>
                  <a:pt x="361950" y="1438275"/>
                </a:lnTo>
                <a:lnTo>
                  <a:pt x="361950" y="1447800"/>
                </a:lnTo>
                <a:lnTo>
                  <a:pt x="352425" y="1447800"/>
                </a:lnTo>
                <a:close/>
                <a:moveTo>
                  <a:pt x="95250" y="1447800"/>
                </a:moveTo>
                <a:lnTo>
                  <a:pt x="104775" y="1447800"/>
                </a:lnTo>
                <a:lnTo>
                  <a:pt x="104775" y="1466850"/>
                </a:lnTo>
                <a:lnTo>
                  <a:pt x="95250" y="1466850"/>
                </a:lnTo>
                <a:close/>
                <a:moveTo>
                  <a:pt x="180975" y="1466850"/>
                </a:moveTo>
                <a:lnTo>
                  <a:pt x="200025" y="1466850"/>
                </a:lnTo>
                <a:lnTo>
                  <a:pt x="200025" y="1476375"/>
                </a:lnTo>
                <a:lnTo>
                  <a:pt x="219075" y="1476375"/>
                </a:lnTo>
                <a:lnTo>
                  <a:pt x="219075" y="1466850"/>
                </a:lnTo>
                <a:lnTo>
                  <a:pt x="228600" y="1466850"/>
                </a:lnTo>
                <a:lnTo>
                  <a:pt x="228600" y="1476375"/>
                </a:lnTo>
                <a:lnTo>
                  <a:pt x="219075" y="1476375"/>
                </a:lnTo>
                <a:lnTo>
                  <a:pt x="219075" y="1485900"/>
                </a:lnTo>
                <a:lnTo>
                  <a:pt x="200025" y="1485900"/>
                </a:lnTo>
                <a:lnTo>
                  <a:pt x="200025" y="1495425"/>
                </a:lnTo>
                <a:lnTo>
                  <a:pt x="180975" y="1495425"/>
                </a:lnTo>
                <a:lnTo>
                  <a:pt x="180975" y="1485900"/>
                </a:lnTo>
                <a:lnTo>
                  <a:pt x="171450" y="1485900"/>
                </a:lnTo>
                <a:lnTo>
                  <a:pt x="171450" y="1476375"/>
                </a:lnTo>
                <a:lnTo>
                  <a:pt x="180975" y="1476375"/>
                </a:lnTo>
                <a:close/>
                <a:moveTo>
                  <a:pt x="714375" y="1485900"/>
                </a:moveTo>
                <a:lnTo>
                  <a:pt x="723900" y="1485900"/>
                </a:lnTo>
                <a:lnTo>
                  <a:pt x="723900" y="1533525"/>
                </a:lnTo>
                <a:lnTo>
                  <a:pt x="714375" y="1533525"/>
                </a:lnTo>
                <a:close/>
                <a:moveTo>
                  <a:pt x="219075" y="1524000"/>
                </a:moveTo>
                <a:lnTo>
                  <a:pt x="228600" y="1524000"/>
                </a:lnTo>
                <a:lnTo>
                  <a:pt x="228600" y="1543050"/>
                </a:lnTo>
                <a:lnTo>
                  <a:pt x="219075" y="1543050"/>
                </a:lnTo>
                <a:close/>
                <a:moveTo>
                  <a:pt x="685800" y="1657350"/>
                </a:moveTo>
                <a:lnTo>
                  <a:pt x="695325" y="1657350"/>
                </a:lnTo>
                <a:lnTo>
                  <a:pt x="695325" y="1666875"/>
                </a:lnTo>
                <a:lnTo>
                  <a:pt x="685800" y="1666875"/>
                </a:lnTo>
                <a:close/>
                <a:moveTo>
                  <a:pt x="695325" y="1666875"/>
                </a:moveTo>
                <a:lnTo>
                  <a:pt x="704850" y="1666875"/>
                </a:lnTo>
                <a:lnTo>
                  <a:pt x="704850" y="1685925"/>
                </a:lnTo>
                <a:lnTo>
                  <a:pt x="695325" y="1685925"/>
                </a:lnTo>
                <a:close/>
                <a:moveTo>
                  <a:pt x="219075" y="1743075"/>
                </a:moveTo>
                <a:lnTo>
                  <a:pt x="228600" y="1743075"/>
                </a:lnTo>
                <a:lnTo>
                  <a:pt x="228600" y="1752600"/>
                </a:lnTo>
                <a:lnTo>
                  <a:pt x="219075" y="1752600"/>
                </a:lnTo>
                <a:close/>
                <a:moveTo>
                  <a:pt x="228600" y="1752600"/>
                </a:moveTo>
                <a:lnTo>
                  <a:pt x="247650" y="1752600"/>
                </a:lnTo>
                <a:lnTo>
                  <a:pt x="247650" y="1762125"/>
                </a:lnTo>
                <a:lnTo>
                  <a:pt x="228600" y="1762125"/>
                </a:lnTo>
                <a:close/>
                <a:moveTo>
                  <a:pt x="1000125" y="1752600"/>
                </a:moveTo>
                <a:lnTo>
                  <a:pt x="1009650" y="1752600"/>
                </a:lnTo>
                <a:lnTo>
                  <a:pt x="1009650" y="1762125"/>
                </a:lnTo>
                <a:lnTo>
                  <a:pt x="1000125" y="1762125"/>
                </a:lnTo>
                <a:close/>
              </a:path>
            </a:pathLst>
          </a:custGeom>
          <a:solidFill xmlns:a="http://schemas.openxmlformats.org/drawingml/2006/main">
            <a:srgbClr val="F9F9F3"/>
          </a:solidFill>
          <a:ln xmlns:a="http://schemas.openxmlformats.org/drawingml/2006/main" w="0">
            <a:noFill/>
          </a:ln>
        </p:spPr>
      </p:sp>
      <p:sp>
        <p:nvSpPr>
          <p:cNvPr id="57" name="turno2 vector #f9f8f4">
            <a:extLst xmlns:a="http://schemas.openxmlformats.org/drawingml/2006/main">
              <a:ext uri="{FF2B5EF4-FFF2-40B4-BE49-F238E27FC236}">
                <a16:creationId xmlns:a16="http://schemas.microsoft.com/office/drawing/2014/main" id="{87E1719B-3F42-47A7-945D-231476D1B5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86975" y="2514600"/>
            <a:ext cx="1828800" cy="2724150"/>
          </a:xfrm>
          <a:custGeom xmlns:a="http://schemas.openxmlformats.org/drawingml/2006/main">
            <a:pathLst>
              <a:path w="1181100" h="1762125">
                <a:moveTo>
                  <a:pt x="9525" y="0"/>
                </a:moveTo>
                <a:lnTo>
                  <a:pt x="38100" y="0"/>
                </a:lnTo>
                <a:lnTo>
                  <a:pt x="38100" y="28575"/>
                </a:lnTo>
                <a:lnTo>
                  <a:pt x="28575" y="28575"/>
                </a:lnTo>
                <a:lnTo>
                  <a:pt x="28575" y="19050"/>
                </a:lnTo>
                <a:lnTo>
                  <a:pt x="9525" y="19050"/>
                </a:lnTo>
                <a:close/>
                <a:moveTo>
                  <a:pt x="47625" y="0"/>
                </a:moveTo>
                <a:lnTo>
                  <a:pt x="66675" y="0"/>
                </a:lnTo>
                <a:lnTo>
                  <a:pt x="66675" y="9525"/>
                </a:lnTo>
                <a:lnTo>
                  <a:pt x="47625" y="9525"/>
                </a:lnTo>
                <a:close/>
                <a:moveTo>
                  <a:pt x="104775" y="0"/>
                </a:moveTo>
                <a:lnTo>
                  <a:pt x="114300" y="0"/>
                </a:lnTo>
                <a:lnTo>
                  <a:pt x="114300" y="9525"/>
                </a:lnTo>
                <a:lnTo>
                  <a:pt x="104775" y="9525"/>
                </a:lnTo>
                <a:close/>
                <a:moveTo>
                  <a:pt x="123825" y="0"/>
                </a:moveTo>
                <a:lnTo>
                  <a:pt x="133350" y="0"/>
                </a:lnTo>
                <a:lnTo>
                  <a:pt x="133350" y="9525"/>
                </a:lnTo>
                <a:lnTo>
                  <a:pt x="123825" y="9525"/>
                </a:lnTo>
                <a:close/>
                <a:moveTo>
                  <a:pt x="190500" y="0"/>
                </a:moveTo>
                <a:lnTo>
                  <a:pt x="200025" y="0"/>
                </a:lnTo>
                <a:lnTo>
                  <a:pt x="200025" y="9525"/>
                </a:lnTo>
                <a:lnTo>
                  <a:pt x="219075" y="9525"/>
                </a:lnTo>
                <a:lnTo>
                  <a:pt x="219075" y="0"/>
                </a:lnTo>
                <a:lnTo>
                  <a:pt x="247650" y="0"/>
                </a:lnTo>
                <a:lnTo>
                  <a:pt x="247650" y="9525"/>
                </a:lnTo>
                <a:lnTo>
                  <a:pt x="228600" y="9525"/>
                </a:lnTo>
                <a:lnTo>
                  <a:pt x="228600" y="19050"/>
                </a:lnTo>
                <a:lnTo>
                  <a:pt x="190500" y="19050"/>
                </a:lnTo>
                <a:close/>
                <a:moveTo>
                  <a:pt x="447675" y="0"/>
                </a:moveTo>
                <a:lnTo>
                  <a:pt x="457200" y="0"/>
                </a:lnTo>
                <a:lnTo>
                  <a:pt x="457200" y="9525"/>
                </a:lnTo>
                <a:lnTo>
                  <a:pt x="447675" y="9525"/>
                </a:lnTo>
                <a:close/>
                <a:moveTo>
                  <a:pt x="485775" y="0"/>
                </a:moveTo>
                <a:lnTo>
                  <a:pt x="504825" y="0"/>
                </a:lnTo>
                <a:lnTo>
                  <a:pt x="504825" y="9525"/>
                </a:lnTo>
                <a:lnTo>
                  <a:pt x="514350" y="9525"/>
                </a:lnTo>
                <a:lnTo>
                  <a:pt x="514350" y="0"/>
                </a:lnTo>
                <a:lnTo>
                  <a:pt x="552450" y="0"/>
                </a:lnTo>
                <a:lnTo>
                  <a:pt x="552450" y="9525"/>
                </a:lnTo>
                <a:lnTo>
                  <a:pt x="542925" y="9525"/>
                </a:lnTo>
                <a:lnTo>
                  <a:pt x="542925" y="19050"/>
                </a:lnTo>
                <a:lnTo>
                  <a:pt x="533400" y="19050"/>
                </a:lnTo>
                <a:lnTo>
                  <a:pt x="533400" y="28575"/>
                </a:lnTo>
                <a:lnTo>
                  <a:pt x="523875" y="28575"/>
                </a:lnTo>
                <a:lnTo>
                  <a:pt x="523875" y="38100"/>
                </a:lnTo>
                <a:lnTo>
                  <a:pt x="485775" y="38100"/>
                </a:lnTo>
                <a:lnTo>
                  <a:pt x="485775" y="28575"/>
                </a:lnTo>
                <a:lnTo>
                  <a:pt x="476250" y="28575"/>
                </a:lnTo>
                <a:lnTo>
                  <a:pt x="476250" y="19050"/>
                </a:lnTo>
                <a:lnTo>
                  <a:pt x="485775" y="19050"/>
                </a:lnTo>
                <a:close/>
                <a:moveTo>
                  <a:pt x="628650" y="0"/>
                </a:moveTo>
                <a:lnTo>
                  <a:pt x="638175" y="0"/>
                </a:lnTo>
                <a:lnTo>
                  <a:pt x="638175" y="9525"/>
                </a:lnTo>
                <a:lnTo>
                  <a:pt x="628650" y="9525"/>
                </a:lnTo>
                <a:close/>
                <a:moveTo>
                  <a:pt x="647700" y="0"/>
                </a:moveTo>
                <a:lnTo>
                  <a:pt x="657225" y="0"/>
                </a:lnTo>
                <a:lnTo>
                  <a:pt x="657225" y="19050"/>
                </a:lnTo>
                <a:lnTo>
                  <a:pt x="647700" y="19050"/>
                </a:lnTo>
                <a:close/>
                <a:moveTo>
                  <a:pt x="685800" y="0"/>
                </a:moveTo>
                <a:lnTo>
                  <a:pt x="704850" y="0"/>
                </a:lnTo>
                <a:lnTo>
                  <a:pt x="704850" y="19050"/>
                </a:lnTo>
                <a:lnTo>
                  <a:pt x="685800" y="19050"/>
                </a:lnTo>
                <a:lnTo>
                  <a:pt x="685800" y="38100"/>
                </a:lnTo>
                <a:lnTo>
                  <a:pt x="676275" y="38100"/>
                </a:lnTo>
                <a:lnTo>
                  <a:pt x="676275" y="28575"/>
                </a:lnTo>
                <a:lnTo>
                  <a:pt x="666750" y="28575"/>
                </a:lnTo>
                <a:lnTo>
                  <a:pt x="666750" y="19050"/>
                </a:lnTo>
                <a:lnTo>
                  <a:pt x="676275" y="19050"/>
                </a:lnTo>
                <a:lnTo>
                  <a:pt x="676275" y="9525"/>
                </a:lnTo>
                <a:lnTo>
                  <a:pt x="685800" y="9525"/>
                </a:lnTo>
                <a:close/>
                <a:moveTo>
                  <a:pt x="752475" y="0"/>
                </a:moveTo>
                <a:lnTo>
                  <a:pt x="771525" y="0"/>
                </a:lnTo>
                <a:lnTo>
                  <a:pt x="771525" y="9525"/>
                </a:lnTo>
                <a:lnTo>
                  <a:pt x="752475" y="9525"/>
                </a:lnTo>
                <a:close/>
                <a:moveTo>
                  <a:pt x="1038225" y="0"/>
                </a:moveTo>
                <a:lnTo>
                  <a:pt x="1047750" y="0"/>
                </a:lnTo>
                <a:lnTo>
                  <a:pt x="1047750" y="9525"/>
                </a:lnTo>
                <a:lnTo>
                  <a:pt x="1038225" y="9525"/>
                </a:lnTo>
                <a:close/>
                <a:moveTo>
                  <a:pt x="1171575" y="0"/>
                </a:moveTo>
                <a:lnTo>
                  <a:pt x="1181100" y="0"/>
                </a:lnTo>
                <a:lnTo>
                  <a:pt x="1181100" y="28575"/>
                </a:lnTo>
                <a:lnTo>
                  <a:pt x="1171575" y="28575"/>
                </a:lnTo>
                <a:close/>
                <a:moveTo>
                  <a:pt x="142875" y="9525"/>
                </a:moveTo>
                <a:lnTo>
                  <a:pt x="161925" y="9525"/>
                </a:lnTo>
                <a:lnTo>
                  <a:pt x="161925" y="28575"/>
                </a:lnTo>
                <a:lnTo>
                  <a:pt x="152400" y="28575"/>
                </a:lnTo>
                <a:lnTo>
                  <a:pt x="152400" y="19050"/>
                </a:lnTo>
                <a:lnTo>
                  <a:pt x="142875" y="19050"/>
                </a:lnTo>
                <a:close/>
                <a:moveTo>
                  <a:pt x="457200" y="9525"/>
                </a:moveTo>
                <a:lnTo>
                  <a:pt x="466725" y="9525"/>
                </a:lnTo>
                <a:lnTo>
                  <a:pt x="466725" y="19050"/>
                </a:lnTo>
                <a:lnTo>
                  <a:pt x="457200" y="19050"/>
                </a:lnTo>
                <a:close/>
                <a:moveTo>
                  <a:pt x="857250" y="9525"/>
                </a:moveTo>
                <a:lnTo>
                  <a:pt x="876300" y="9525"/>
                </a:lnTo>
                <a:lnTo>
                  <a:pt x="876300" y="19050"/>
                </a:lnTo>
                <a:lnTo>
                  <a:pt x="885825" y="19050"/>
                </a:lnTo>
                <a:lnTo>
                  <a:pt x="885825" y="38100"/>
                </a:lnTo>
                <a:lnTo>
                  <a:pt x="876300" y="38100"/>
                </a:lnTo>
                <a:lnTo>
                  <a:pt x="876300" y="28575"/>
                </a:lnTo>
                <a:lnTo>
                  <a:pt x="866775" y="28575"/>
                </a:lnTo>
                <a:lnTo>
                  <a:pt x="866775" y="19050"/>
                </a:lnTo>
                <a:lnTo>
                  <a:pt x="857250" y="19050"/>
                </a:lnTo>
                <a:close/>
                <a:moveTo>
                  <a:pt x="895350" y="9525"/>
                </a:moveTo>
                <a:lnTo>
                  <a:pt x="904875" y="9525"/>
                </a:lnTo>
                <a:lnTo>
                  <a:pt x="904875" y="28575"/>
                </a:lnTo>
                <a:lnTo>
                  <a:pt x="895350" y="28575"/>
                </a:lnTo>
                <a:close/>
                <a:moveTo>
                  <a:pt x="400050" y="19050"/>
                </a:moveTo>
                <a:lnTo>
                  <a:pt x="409575" y="19050"/>
                </a:lnTo>
                <a:lnTo>
                  <a:pt x="409575" y="38100"/>
                </a:lnTo>
                <a:lnTo>
                  <a:pt x="400050" y="38100"/>
                </a:lnTo>
                <a:lnTo>
                  <a:pt x="400050" y="57150"/>
                </a:lnTo>
                <a:lnTo>
                  <a:pt x="390525" y="57150"/>
                </a:lnTo>
                <a:lnTo>
                  <a:pt x="390525" y="28575"/>
                </a:lnTo>
                <a:lnTo>
                  <a:pt x="400050" y="28575"/>
                </a:lnTo>
                <a:close/>
                <a:moveTo>
                  <a:pt x="161925" y="28575"/>
                </a:moveTo>
                <a:lnTo>
                  <a:pt x="190500" y="28575"/>
                </a:lnTo>
                <a:lnTo>
                  <a:pt x="190500" y="38100"/>
                </a:lnTo>
                <a:lnTo>
                  <a:pt x="171450" y="38100"/>
                </a:lnTo>
                <a:lnTo>
                  <a:pt x="171450" y="57150"/>
                </a:lnTo>
                <a:lnTo>
                  <a:pt x="152400" y="57150"/>
                </a:lnTo>
                <a:lnTo>
                  <a:pt x="152400" y="47625"/>
                </a:lnTo>
                <a:lnTo>
                  <a:pt x="161925" y="47625"/>
                </a:lnTo>
                <a:close/>
                <a:moveTo>
                  <a:pt x="1019175" y="28575"/>
                </a:moveTo>
                <a:lnTo>
                  <a:pt x="1028700" y="28575"/>
                </a:lnTo>
                <a:lnTo>
                  <a:pt x="1028700" y="38100"/>
                </a:lnTo>
                <a:lnTo>
                  <a:pt x="1047750" y="38100"/>
                </a:lnTo>
                <a:lnTo>
                  <a:pt x="1047750" y="47625"/>
                </a:lnTo>
                <a:lnTo>
                  <a:pt x="1019175" y="47625"/>
                </a:lnTo>
                <a:close/>
                <a:moveTo>
                  <a:pt x="809625" y="38100"/>
                </a:moveTo>
                <a:lnTo>
                  <a:pt x="819150" y="38100"/>
                </a:lnTo>
                <a:lnTo>
                  <a:pt x="819150" y="47625"/>
                </a:lnTo>
                <a:lnTo>
                  <a:pt x="809625" y="47625"/>
                </a:lnTo>
                <a:close/>
                <a:moveTo>
                  <a:pt x="304800" y="47625"/>
                </a:moveTo>
                <a:lnTo>
                  <a:pt x="323850" y="47625"/>
                </a:lnTo>
                <a:lnTo>
                  <a:pt x="323850" y="66675"/>
                </a:lnTo>
                <a:lnTo>
                  <a:pt x="295275" y="66675"/>
                </a:lnTo>
                <a:lnTo>
                  <a:pt x="295275" y="57150"/>
                </a:lnTo>
                <a:lnTo>
                  <a:pt x="304800" y="57150"/>
                </a:lnTo>
                <a:close/>
                <a:moveTo>
                  <a:pt x="1162050" y="47625"/>
                </a:moveTo>
                <a:lnTo>
                  <a:pt x="1171575" y="47625"/>
                </a:lnTo>
                <a:lnTo>
                  <a:pt x="1171575" y="57150"/>
                </a:lnTo>
                <a:lnTo>
                  <a:pt x="1162050" y="57150"/>
                </a:lnTo>
                <a:close/>
                <a:moveTo>
                  <a:pt x="857250" y="57150"/>
                </a:moveTo>
                <a:lnTo>
                  <a:pt x="866775" y="57150"/>
                </a:lnTo>
                <a:lnTo>
                  <a:pt x="866775" y="66675"/>
                </a:lnTo>
                <a:lnTo>
                  <a:pt x="857250" y="66675"/>
                </a:lnTo>
                <a:close/>
                <a:moveTo>
                  <a:pt x="942975" y="57150"/>
                </a:moveTo>
                <a:lnTo>
                  <a:pt x="962025" y="57150"/>
                </a:lnTo>
                <a:lnTo>
                  <a:pt x="962025" y="66675"/>
                </a:lnTo>
                <a:lnTo>
                  <a:pt x="942975" y="66675"/>
                </a:lnTo>
                <a:close/>
                <a:moveTo>
                  <a:pt x="438150" y="66675"/>
                </a:moveTo>
                <a:lnTo>
                  <a:pt x="457200" y="66675"/>
                </a:lnTo>
                <a:lnTo>
                  <a:pt x="457200" y="76200"/>
                </a:lnTo>
                <a:lnTo>
                  <a:pt x="438150" y="76200"/>
                </a:lnTo>
                <a:close/>
                <a:moveTo>
                  <a:pt x="504825" y="66675"/>
                </a:moveTo>
                <a:lnTo>
                  <a:pt x="523875" y="66675"/>
                </a:lnTo>
                <a:lnTo>
                  <a:pt x="523875" y="76200"/>
                </a:lnTo>
                <a:lnTo>
                  <a:pt x="504825" y="76200"/>
                </a:lnTo>
                <a:close/>
                <a:moveTo>
                  <a:pt x="714375" y="66675"/>
                </a:moveTo>
                <a:lnTo>
                  <a:pt x="723900" y="66675"/>
                </a:lnTo>
                <a:lnTo>
                  <a:pt x="723900" y="76200"/>
                </a:lnTo>
                <a:lnTo>
                  <a:pt x="714375" y="76200"/>
                </a:lnTo>
                <a:close/>
                <a:moveTo>
                  <a:pt x="971550" y="66675"/>
                </a:moveTo>
                <a:lnTo>
                  <a:pt x="981075" y="66675"/>
                </a:lnTo>
                <a:lnTo>
                  <a:pt x="981075" y="95250"/>
                </a:lnTo>
                <a:lnTo>
                  <a:pt x="962025" y="95250"/>
                </a:lnTo>
                <a:lnTo>
                  <a:pt x="962025" y="76200"/>
                </a:lnTo>
                <a:lnTo>
                  <a:pt x="971550" y="76200"/>
                </a:lnTo>
                <a:close/>
                <a:moveTo>
                  <a:pt x="1114425" y="66675"/>
                </a:moveTo>
                <a:lnTo>
                  <a:pt x="1143000" y="66675"/>
                </a:lnTo>
                <a:lnTo>
                  <a:pt x="1143000" y="85725"/>
                </a:lnTo>
                <a:lnTo>
                  <a:pt x="1162050" y="85725"/>
                </a:lnTo>
                <a:lnTo>
                  <a:pt x="1162050" y="76200"/>
                </a:lnTo>
                <a:lnTo>
                  <a:pt x="1181100" y="76200"/>
                </a:lnTo>
                <a:lnTo>
                  <a:pt x="1181100" y="95250"/>
                </a:lnTo>
                <a:lnTo>
                  <a:pt x="1171575" y="95250"/>
                </a:lnTo>
                <a:lnTo>
                  <a:pt x="1171575" y="104775"/>
                </a:lnTo>
                <a:lnTo>
                  <a:pt x="1162050" y="104775"/>
                </a:lnTo>
                <a:lnTo>
                  <a:pt x="1162050" y="133350"/>
                </a:lnTo>
                <a:lnTo>
                  <a:pt x="1152525" y="133350"/>
                </a:lnTo>
                <a:lnTo>
                  <a:pt x="1152525" y="114300"/>
                </a:lnTo>
                <a:lnTo>
                  <a:pt x="1133475" y="114300"/>
                </a:lnTo>
                <a:lnTo>
                  <a:pt x="1133475" y="104775"/>
                </a:lnTo>
                <a:lnTo>
                  <a:pt x="1143000" y="104775"/>
                </a:lnTo>
                <a:lnTo>
                  <a:pt x="1143000" y="95250"/>
                </a:lnTo>
                <a:lnTo>
                  <a:pt x="1123950" y="95250"/>
                </a:lnTo>
                <a:lnTo>
                  <a:pt x="1123950" y="85725"/>
                </a:lnTo>
                <a:lnTo>
                  <a:pt x="1114425" y="85725"/>
                </a:lnTo>
                <a:close/>
                <a:moveTo>
                  <a:pt x="19050" y="76200"/>
                </a:moveTo>
                <a:lnTo>
                  <a:pt x="57150" y="76200"/>
                </a:lnTo>
                <a:lnTo>
                  <a:pt x="57150" y="85725"/>
                </a:lnTo>
                <a:lnTo>
                  <a:pt x="38100" y="85725"/>
                </a:lnTo>
                <a:lnTo>
                  <a:pt x="38100" y="104775"/>
                </a:lnTo>
                <a:lnTo>
                  <a:pt x="28575" y="104775"/>
                </a:lnTo>
                <a:lnTo>
                  <a:pt x="28575" y="85725"/>
                </a:lnTo>
                <a:lnTo>
                  <a:pt x="19050" y="85725"/>
                </a:lnTo>
                <a:close/>
                <a:moveTo>
                  <a:pt x="371475" y="76200"/>
                </a:moveTo>
                <a:lnTo>
                  <a:pt x="381000" y="76200"/>
                </a:lnTo>
                <a:lnTo>
                  <a:pt x="381000" y="85725"/>
                </a:lnTo>
                <a:lnTo>
                  <a:pt x="371475" y="85725"/>
                </a:lnTo>
                <a:close/>
                <a:moveTo>
                  <a:pt x="733425" y="76200"/>
                </a:moveTo>
                <a:lnTo>
                  <a:pt x="742950" y="76200"/>
                </a:lnTo>
                <a:lnTo>
                  <a:pt x="742950" y="85725"/>
                </a:lnTo>
                <a:lnTo>
                  <a:pt x="733425" y="85725"/>
                </a:lnTo>
                <a:close/>
                <a:moveTo>
                  <a:pt x="352425" y="85725"/>
                </a:moveTo>
                <a:lnTo>
                  <a:pt x="361950" y="85725"/>
                </a:lnTo>
                <a:lnTo>
                  <a:pt x="361950" y="95250"/>
                </a:lnTo>
                <a:lnTo>
                  <a:pt x="352425" y="95250"/>
                </a:lnTo>
                <a:close/>
                <a:moveTo>
                  <a:pt x="0" y="95250"/>
                </a:moveTo>
                <a:lnTo>
                  <a:pt x="19050" y="95250"/>
                </a:lnTo>
                <a:lnTo>
                  <a:pt x="19050" y="114300"/>
                </a:lnTo>
                <a:lnTo>
                  <a:pt x="9525" y="114300"/>
                </a:lnTo>
                <a:lnTo>
                  <a:pt x="9525" y="104775"/>
                </a:lnTo>
                <a:lnTo>
                  <a:pt x="0" y="104775"/>
                </a:lnTo>
                <a:close/>
                <a:moveTo>
                  <a:pt x="304800" y="95250"/>
                </a:moveTo>
                <a:lnTo>
                  <a:pt x="314325" y="95250"/>
                </a:lnTo>
                <a:lnTo>
                  <a:pt x="314325" y="104775"/>
                </a:lnTo>
                <a:lnTo>
                  <a:pt x="323850" y="104775"/>
                </a:lnTo>
                <a:lnTo>
                  <a:pt x="323850" y="114300"/>
                </a:lnTo>
                <a:lnTo>
                  <a:pt x="342900" y="114300"/>
                </a:lnTo>
                <a:lnTo>
                  <a:pt x="342900" y="104775"/>
                </a:lnTo>
                <a:lnTo>
                  <a:pt x="352425" y="104775"/>
                </a:lnTo>
                <a:lnTo>
                  <a:pt x="352425" y="114300"/>
                </a:lnTo>
                <a:lnTo>
                  <a:pt x="371475" y="114300"/>
                </a:lnTo>
                <a:lnTo>
                  <a:pt x="371475" y="123825"/>
                </a:lnTo>
                <a:lnTo>
                  <a:pt x="361950" y="123825"/>
                </a:lnTo>
                <a:lnTo>
                  <a:pt x="361950" y="133350"/>
                </a:lnTo>
                <a:lnTo>
                  <a:pt x="342900" y="133350"/>
                </a:lnTo>
                <a:lnTo>
                  <a:pt x="342900" y="142875"/>
                </a:lnTo>
                <a:lnTo>
                  <a:pt x="314325" y="142875"/>
                </a:lnTo>
                <a:lnTo>
                  <a:pt x="314325" y="114300"/>
                </a:lnTo>
                <a:lnTo>
                  <a:pt x="304800" y="114300"/>
                </a:lnTo>
                <a:close/>
                <a:moveTo>
                  <a:pt x="114300" y="104775"/>
                </a:moveTo>
                <a:lnTo>
                  <a:pt x="133350" y="104775"/>
                </a:lnTo>
                <a:lnTo>
                  <a:pt x="133350" y="114300"/>
                </a:lnTo>
                <a:lnTo>
                  <a:pt x="114300" y="114300"/>
                </a:lnTo>
                <a:close/>
                <a:moveTo>
                  <a:pt x="895350" y="104775"/>
                </a:moveTo>
                <a:lnTo>
                  <a:pt x="914400" y="104775"/>
                </a:lnTo>
                <a:lnTo>
                  <a:pt x="914400" y="114300"/>
                </a:lnTo>
                <a:lnTo>
                  <a:pt x="923925" y="114300"/>
                </a:lnTo>
                <a:lnTo>
                  <a:pt x="923925" y="123825"/>
                </a:lnTo>
                <a:lnTo>
                  <a:pt x="895350" y="123825"/>
                </a:lnTo>
                <a:close/>
                <a:moveTo>
                  <a:pt x="276225" y="114300"/>
                </a:moveTo>
                <a:lnTo>
                  <a:pt x="285750" y="114300"/>
                </a:lnTo>
                <a:lnTo>
                  <a:pt x="285750" y="123825"/>
                </a:lnTo>
                <a:lnTo>
                  <a:pt x="276225" y="123825"/>
                </a:lnTo>
                <a:close/>
                <a:moveTo>
                  <a:pt x="485775" y="114300"/>
                </a:moveTo>
                <a:lnTo>
                  <a:pt x="495300" y="114300"/>
                </a:lnTo>
                <a:lnTo>
                  <a:pt x="495300" y="123825"/>
                </a:lnTo>
                <a:lnTo>
                  <a:pt x="485775" y="123825"/>
                </a:lnTo>
                <a:close/>
                <a:moveTo>
                  <a:pt x="28575" y="123825"/>
                </a:moveTo>
                <a:lnTo>
                  <a:pt x="38100" y="123825"/>
                </a:lnTo>
                <a:lnTo>
                  <a:pt x="38100" y="133350"/>
                </a:lnTo>
                <a:lnTo>
                  <a:pt x="28575" y="133350"/>
                </a:lnTo>
                <a:close/>
                <a:moveTo>
                  <a:pt x="495300" y="123825"/>
                </a:moveTo>
                <a:lnTo>
                  <a:pt x="504825" y="123825"/>
                </a:lnTo>
                <a:lnTo>
                  <a:pt x="504825" y="133350"/>
                </a:lnTo>
                <a:lnTo>
                  <a:pt x="495300" y="133350"/>
                </a:lnTo>
                <a:close/>
                <a:moveTo>
                  <a:pt x="1076325" y="123825"/>
                </a:moveTo>
                <a:lnTo>
                  <a:pt x="1085850" y="123825"/>
                </a:lnTo>
                <a:lnTo>
                  <a:pt x="1085850" y="133350"/>
                </a:lnTo>
                <a:lnTo>
                  <a:pt x="1076325" y="133350"/>
                </a:lnTo>
                <a:close/>
                <a:moveTo>
                  <a:pt x="1133475" y="123825"/>
                </a:moveTo>
                <a:lnTo>
                  <a:pt x="1143000" y="123825"/>
                </a:lnTo>
                <a:lnTo>
                  <a:pt x="1143000" y="133350"/>
                </a:lnTo>
                <a:lnTo>
                  <a:pt x="1152525" y="133350"/>
                </a:lnTo>
                <a:lnTo>
                  <a:pt x="1152525" y="152400"/>
                </a:lnTo>
                <a:lnTo>
                  <a:pt x="1133475" y="152400"/>
                </a:lnTo>
                <a:close/>
                <a:moveTo>
                  <a:pt x="190500" y="133350"/>
                </a:moveTo>
                <a:lnTo>
                  <a:pt x="219075" y="133350"/>
                </a:lnTo>
                <a:lnTo>
                  <a:pt x="219075" y="152400"/>
                </a:lnTo>
                <a:lnTo>
                  <a:pt x="190500" y="152400"/>
                </a:lnTo>
                <a:lnTo>
                  <a:pt x="190500" y="180975"/>
                </a:lnTo>
                <a:lnTo>
                  <a:pt x="219075" y="180975"/>
                </a:lnTo>
                <a:lnTo>
                  <a:pt x="219075" y="200025"/>
                </a:lnTo>
                <a:lnTo>
                  <a:pt x="209550" y="200025"/>
                </a:lnTo>
                <a:lnTo>
                  <a:pt x="209550" y="209550"/>
                </a:lnTo>
                <a:lnTo>
                  <a:pt x="190500" y="209550"/>
                </a:lnTo>
                <a:lnTo>
                  <a:pt x="190500" y="200025"/>
                </a:lnTo>
                <a:lnTo>
                  <a:pt x="180975" y="200025"/>
                </a:lnTo>
                <a:lnTo>
                  <a:pt x="180975" y="209550"/>
                </a:lnTo>
                <a:lnTo>
                  <a:pt x="171450" y="209550"/>
                </a:lnTo>
                <a:lnTo>
                  <a:pt x="171450" y="180975"/>
                </a:lnTo>
                <a:lnTo>
                  <a:pt x="180975" y="180975"/>
                </a:lnTo>
                <a:lnTo>
                  <a:pt x="180975" y="171450"/>
                </a:lnTo>
                <a:lnTo>
                  <a:pt x="171450" y="171450"/>
                </a:lnTo>
                <a:lnTo>
                  <a:pt x="171450" y="161925"/>
                </a:lnTo>
                <a:lnTo>
                  <a:pt x="180975" y="161925"/>
                </a:lnTo>
                <a:lnTo>
                  <a:pt x="180975" y="142875"/>
                </a:lnTo>
                <a:lnTo>
                  <a:pt x="190500" y="142875"/>
                </a:lnTo>
                <a:close/>
                <a:moveTo>
                  <a:pt x="895350" y="133350"/>
                </a:moveTo>
                <a:lnTo>
                  <a:pt x="904875" y="133350"/>
                </a:lnTo>
                <a:lnTo>
                  <a:pt x="904875" y="142875"/>
                </a:lnTo>
                <a:lnTo>
                  <a:pt x="895350" y="142875"/>
                </a:lnTo>
                <a:close/>
                <a:moveTo>
                  <a:pt x="1038225" y="142875"/>
                </a:moveTo>
                <a:lnTo>
                  <a:pt x="1047750" y="142875"/>
                </a:lnTo>
                <a:lnTo>
                  <a:pt x="1047750" y="161925"/>
                </a:lnTo>
                <a:lnTo>
                  <a:pt x="1038225" y="161925"/>
                </a:lnTo>
                <a:close/>
                <a:moveTo>
                  <a:pt x="1095375" y="142875"/>
                </a:moveTo>
                <a:lnTo>
                  <a:pt x="1114425" y="142875"/>
                </a:lnTo>
                <a:lnTo>
                  <a:pt x="1114425" y="152400"/>
                </a:lnTo>
                <a:lnTo>
                  <a:pt x="1104900" y="152400"/>
                </a:lnTo>
                <a:lnTo>
                  <a:pt x="1104900" y="161925"/>
                </a:lnTo>
                <a:lnTo>
                  <a:pt x="1095375" y="161925"/>
                </a:lnTo>
                <a:lnTo>
                  <a:pt x="1095375" y="171450"/>
                </a:lnTo>
                <a:lnTo>
                  <a:pt x="1085850" y="171450"/>
                </a:lnTo>
                <a:lnTo>
                  <a:pt x="1085850" y="152400"/>
                </a:lnTo>
                <a:lnTo>
                  <a:pt x="1095375" y="152400"/>
                </a:lnTo>
                <a:close/>
                <a:moveTo>
                  <a:pt x="1171575" y="142875"/>
                </a:moveTo>
                <a:lnTo>
                  <a:pt x="1181100" y="142875"/>
                </a:lnTo>
                <a:lnTo>
                  <a:pt x="1181100" y="152400"/>
                </a:lnTo>
                <a:lnTo>
                  <a:pt x="1171575" y="152400"/>
                </a:lnTo>
                <a:close/>
                <a:moveTo>
                  <a:pt x="533400" y="152400"/>
                </a:moveTo>
                <a:lnTo>
                  <a:pt x="542925" y="152400"/>
                </a:lnTo>
                <a:lnTo>
                  <a:pt x="542925" y="161925"/>
                </a:lnTo>
                <a:lnTo>
                  <a:pt x="533400" y="161925"/>
                </a:lnTo>
                <a:close/>
                <a:moveTo>
                  <a:pt x="962025" y="152400"/>
                </a:moveTo>
                <a:lnTo>
                  <a:pt x="971550" y="152400"/>
                </a:lnTo>
                <a:lnTo>
                  <a:pt x="971550" y="161925"/>
                </a:lnTo>
                <a:lnTo>
                  <a:pt x="981075" y="161925"/>
                </a:lnTo>
                <a:lnTo>
                  <a:pt x="981075" y="209550"/>
                </a:lnTo>
                <a:lnTo>
                  <a:pt x="971550" y="209550"/>
                </a:lnTo>
                <a:lnTo>
                  <a:pt x="971550" y="200025"/>
                </a:lnTo>
                <a:lnTo>
                  <a:pt x="952500" y="200025"/>
                </a:lnTo>
                <a:lnTo>
                  <a:pt x="952500" y="171450"/>
                </a:lnTo>
                <a:lnTo>
                  <a:pt x="962025" y="171450"/>
                </a:lnTo>
                <a:close/>
                <a:moveTo>
                  <a:pt x="133350" y="161925"/>
                </a:moveTo>
                <a:lnTo>
                  <a:pt x="142875" y="161925"/>
                </a:lnTo>
                <a:lnTo>
                  <a:pt x="142875" y="171450"/>
                </a:lnTo>
                <a:lnTo>
                  <a:pt x="152400" y="171450"/>
                </a:lnTo>
                <a:lnTo>
                  <a:pt x="152400" y="180975"/>
                </a:lnTo>
                <a:lnTo>
                  <a:pt x="142875" y="180975"/>
                </a:lnTo>
                <a:lnTo>
                  <a:pt x="142875" y="190500"/>
                </a:lnTo>
                <a:lnTo>
                  <a:pt x="133350" y="190500"/>
                </a:lnTo>
                <a:close/>
                <a:moveTo>
                  <a:pt x="733425" y="161925"/>
                </a:moveTo>
                <a:lnTo>
                  <a:pt x="742950" y="161925"/>
                </a:lnTo>
                <a:lnTo>
                  <a:pt x="742950" y="171450"/>
                </a:lnTo>
                <a:lnTo>
                  <a:pt x="752475" y="171450"/>
                </a:lnTo>
                <a:lnTo>
                  <a:pt x="752475" y="180975"/>
                </a:lnTo>
                <a:lnTo>
                  <a:pt x="733425" y="180975"/>
                </a:lnTo>
                <a:close/>
                <a:moveTo>
                  <a:pt x="857250" y="161925"/>
                </a:moveTo>
                <a:lnTo>
                  <a:pt x="866775" y="161925"/>
                </a:lnTo>
                <a:lnTo>
                  <a:pt x="866775" y="171450"/>
                </a:lnTo>
                <a:lnTo>
                  <a:pt x="857250" y="171450"/>
                </a:lnTo>
                <a:close/>
                <a:moveTo>
                  <a:pt x="0" y="171450"/>
                </a:moveTo>
                <a:lnTo>
                  <a:pt x="9525" y="171450"/>
                </a:lnTo>
                <a:lnTo>
                  <a:pt x="9525" y="200025"/>
                </a:lnTo>
                <a:lnTo>
                  <a:pt x="0" y="200025"/>
                </a:lnTo>
                <a:close/>
                <a:moveTo>
                  <a:pt x="1076325" y="171450"/>
                </a:moveTo>
                <a:lnTo>
                  <a:pt x="1085850" y="171450"/>
                </a:lnTo>
                <a:lnTo>
                  <a:pt x="1085850" y="190500"/>
                </a:lnTo>
                <a:lnTo>
                  <a:pt x="1076325" y="190500"/>
                </a:lnTo>
                <a:close/>
                <a:moveTo>
                  <a:pt x="466725" y="180975"/>
                </a:moveTo>
                <a:lnTo>
                  <a:pt x="476250" y="180975"/>
                </a:lnTo>
                <a:lnTo>
                  <a:pt x="476250" y="190500"/>
                </a:lnTo>
                <a:lnTo>
                  <a:pt x="466725" y="190500"/>
                </a:lnTo>
                <a:close/>
                <a:moveTo>
                  <a:pt x="838200" y="180975"/>
                </a:moveTo>
                <a:lnTo>
                  <a:pt x="847725" y="180975"/>
                </a:lnTo>
                <a:lnTo>
                  <a:pt x="847725" y="190500"/>
                </a:lnTo>
                <a:lnTo>
                  <a:pt x="838200" y="190500"/>
                </a:lnTo>
                <a:close/>
                <a:moveTo>
                  <a:pt x="85725" y="190500"/>
                </a:moveTo>
                <a:lnTo>
                  <a:pt x="95250" y="190500"/>
                </a:lnTo>
                <a:lnTo>
                  <a:pt x="95250" y="200025"/>
                </a:lnTo>
                <a:lnTo>
                  <a:pt x="85725" y="200025"/>
                </a:lnTo>
                <a:close/>
                <a:moveTo>
                  <a:pt x="238125" y="190500"/>
                </a:moveTo>
                <a:lnTo>
                  <a:pt x="257175" y="190500"/>
                </a:lnTo>
                <a:lnTo>
                  <a:pt x="257175" y="209550"/>
                </a:lnTo>
                <a:lnTo>
                  <a:pt x="247650" y="209550"/>
                </a:lnTo>
                <a:lnTo>
                  <a:pt x="247650" y="200025"/>
                </a:lnTo>
                <a:lnTo>
                  <a:pt x="238125" y="200025"/>
                </a:lnTo>
                <a:close/>
                <a:moveTo>
                  <a:pt x="476250" y="190500"/>
                </a:moveTo>
                <a:lnTo>
                  <a:pt x="495300" y="190500"/>
                </a:lnTo>
                <a:lnTo>
                  <a:pt x="495300" y="200025"/>
                </a:lnTo>
                <a:lnTo>
                  <a:pt x="476250" y="200025"/>
                </a:lnTo>
                <a:close/>
                <a:moveTo>
                  <a:pt x="762000" y="190500"/>
                </a:moveTo>
                <a:lnTo>
                  <a:pt x="781050" y="190500"/>
                </a:lnTo>
                <a:lnTo>
                  <a:pt x="781050" y="200025"/>
                </a:lnTo>
                <a:lnTo>
                  <a:pt x="762000" y="200025"/>
                </a:lnTo>
                <a:close/>
                <a:moveTo>
                  <a:pt x="790575" y="190500"/>
                </a:moveTo>
                <a:lnTo>
                  <a:pt x="828675" y="190500"/>
                </a:lnTo>
                <a:lnTo>
                  <a:pt x="828675" y="200025"/>
                </a:lnTo>
                <a:lnTo>
                  <a:pt x="809625" y="200025"/>
                </a:lnTo>
                <a:lnTo>
                  <a:pt x="809625" y="209550"/>
                </a:lnTo>
                <a:lnTo>
                  <a:pt x="781050" y="209550"/>
                </a:lnTo>
                <a:lnTo>
                  <a:pt x="781050" y="200025"/>
                </a:lnTo>
                <a:lnTo>
                  <a:pt x="790575" y="200025"/>
                </a:lnTo>
                <a:close/>
                <a:moveTo>
                  <a:pt x="962025" y="190500"/>
                </a:moveTo>
                <a:lnTo>
                  <a:pt x="971550" y="190500"/>
                </a:lnTo>
                <a:lnTo>
                  <a:pt x="971550" y="171450"/>
                </a:lnTo>
                <a:lnTo>
                  <a:pt x="962025" y="171450"/>
                </a:lnTo>
                <a:close/>
                <a:moveTo>
                  <a:pt x="1162050" y="190500"/>
                </a:moveTo>
                <a:lnTo>
                  <a:pt x="1171575" y="190500"/>
                </a:lnTo>
                <a:lnTo>
                  <a:pt x="1171575" y="200025"/>
                </a:lnTo>
                <a:lnTo>
                  <a:pt x="1162050" y="200025"/>
                </a:lnTo>
                <a:close/>
                <a:moveTo>
                  <a:pt x="219075" y="200025"/>
                </a:moveTo>
                <a:lnTo>
                  <a:pt x="238125" y="200025"/>
                </a:lnTo>
                <a:lnTo>
                  <a:pt x="238125" y="209550"/>
                </a:lnTo>
                <a:lnTo>
                  <a:pt x="228600" y="209550"/>
                </a:lnTo>
                <a:lnTo>
                  <a:pt x="228600" y="238125"/>
                </a:lnTo>
                <a:lnTo>
                  <a:pt x="209550" y="238125"/>
                </a:lnTo>
                <a:lnTo>
                  <a:pt x="209550" y="228600"/>
                </a:lnTo>
                <a:lnTo>
                  <a:pt x="200025" y="228600"/>
                </a:lnTo>
                <a:lnTo>
                  <a:pt x="200025" y="219075"/>
                </a:lnTo>
                <a:lnTo>
                  <a:pt x="209550" y="219075"/>
                </a:lnTo>
                <a:lnTo>
                  <a:pt x="209550" y="228600"/>
                </a:lnTo>
                <a:lnTo>
                  <a:pt x="219075" y="228600"/>
                </a:lnTo>
                <a:close/>
                <a:moveTo>
                  <a:pt x="523875" y="200025"/>
                </a:moveTo>
                <a:lnTo>
                  <a:pt x="533400" y="200025"/>
                </a:lnTo>
                <a:lnTo>
                  <a:pt x="533400" y="209550"/>
                </a:lnTo>
                <a:lnTo>
                  <a:pt x="523875" y="209550"/>
                </a:lnTo>
                <a:close/>
                <a:moveTo>
                  <a:pt x="19050" y="209550"/>
                </a:moveTo>
                <a:lnTo>
                  <a:pt x="38100" y="209550"/>
                </a:lnTo>
                <a:lnTo>
                  <a:pt x="38100" y="219075"/>
                </a:lnTo>
                <a:lnTo>
                  <a:pt x="47625" y="219075"/>
                </a:lnTo>
                <a:lnTo>
                  <a:pt x="47625" y="228600"/>
                </a:lnTo>
                <a:lnTo>
                  <a:pt x="38100" y="228600"/>
                </a:lnTo>
                <a:lnTo>
                  <a:pt x="38100" y="247650"/>
                </a:lnTo>
                <a:lnTo>
                  <a:pt x="28575" y="247650"/>
                </a:lnTo>
                <a:lnTo>
                  <a:pt x="28575" y="257175"/>
                </a:lnTo>
                <a:lnTo>
                  <a:pt x="19050" y="257175"/>
                </a:lnTo>
                <a:lnTo>
                  <a:pt x="19050" y="266700"/>
                </a:lnTo>
                <a:lnTo>
                  <a:pt x="38100" y="266700"/>
                </a:lnTo>
                <a:lnTo>
                  <a:pt x="38100" y="276225"/>
                </a:lnTo>
                <a:lnTo>
                  <a:pt x="57150" y="276225"/>
                </a:lnTo>
                <a:lnTo>
                  <a:pt x="57150" y="285750"/>
                </a:lnTo>
                <a:lnTo>
                  <a:pt x="76200" y="285750"/>
                </a:lnTo>
                <a:lnTo>
                  <a:pt x="76200" y="295275"/>
                </a:lnTo>
                <a:lnTo>
                  <a:pt x="38100" y="295275"/>
                </a:lnTo>
                <a:lnTo>
                  <a:pt x="38100" y="285750"/>
                </a:lnTo>
                <a:lnTo>
                  <a:pt x="28575" y="285750"/>
                </a:lnTo>
                <a:lnTo>
                  <a:pt x="28575" y="276225"/>
                </a:lnTo>
                <a:lnTo>
                  <a:pt x="9525" y="276225"/>
                </a:lnTo>
                <a:lnTo>
                  <a:pt x="9525" y="266700"/>
                </a:lnTo>
                <a:lnTo>
                  <a:pt x="0" y="266700"/>
                </a:lnTo>
                <a:lnTo>
                  <a:pt x="0" y="257175"/>
                </a:lnTo>
                <a:lnTo>
                  <a:pt x="9525" y="257175"/>
                </a:lnTo>
                <a:lnTo>
                  <a:pt x="9525" y="219075"/>
                </a:lnTo>
                <a:lnTo>
                  <a:pt x="19050" y="219075"/>
                </a:lnTo>
                <a:close/>
                <a:moveTo>
                  <a:pt x="85725" y="209550"/>
                </a:moveTo>
                <a:lnTo>
                  <a:pt x="95250" y="209550"/>
                </a:lnTo>
                <a:lnTo>
                  <a:pt x="95250" y="219075"/>
                </a:lnTo>
                <a:lnTo>
                  <a:pt x="104775" y="219075"/>
                </a:lnTo>
                <a:lnTo>
                  <a:pt x="104775" y="228600"/>
                </a:lnTo>
                <a:lnTo>
                  <a:pt x="95250" y="228600"/>
                </a:lnTo>
                <a:lnTo>
                  <a:pt x="95250" y="238125"/>
                </a:lnTo>
                <a:lnTo>
                  <a:pt x="85725" y="238125"/>
                </a:lnTo>
                <a:close/>
                <a:moveTo>
                  <a:pt x="533400" y="209550"/>
                </a:moveTo>
                <a:lnTo>
                  <a:pt x="552450" y="209550"/>
                </a:lnTo>
                <a:lnTo>
                  <a:pt x="552450" y="219075"/>
                </a:lnTo>
                <a:lnTo>
                  <a:pt x="561975" y="219075"/>
                </a:lnTo>
                <a:lnTo>
                  <a:pt x="561975" y="228600"/>
                </a:lnTo>
                <a:lnTo>
                  <a:pt x="571500" y="228600"/>
                </a:lnTo>
                <a:lnTo>
                  <a:pt x="571500" y="238125"/>
                </a:lnTo>
                <a:lnTo>
                  <a:pt x="552450" y="238125"/>
                </a:lnTo>
                <a:lnTo>
                  <a:pt x="552450" y="228600"/>
                </a:lnTo>
                <a:lnTo>
                  <a:pt x="542925" y="228600"/>
                </a:lnTo>
                <a:lnTo>
                  <a:pt x="542925" y="219075"/>
                </a:lnTo>
                <a:lnTo>
                  <a:pt x="533400" y="219075"/>
                </a:lnTo>
                <a:close/>
                <a:moveTo>
                  <a:pt x="1009650" y="209550"/>
                </a:moveTo>
                <a:lnTo>
                  <a:pt x="1028700" y="209550"/>
                </a:lnTo>
                <a:lnTo>
                  <a:pt x="1028700" y="219075"/>
                </a:lnTo>
                <a:lnTo>
                  <a:pt x="1038225" y="219075"/>
                </a:lnTo>
                <a:lnTo>
                  <a:pt x="1038225" y="228600"/>
                </a:lnTo>
                <a:lnTo>
                  <a:pt x="1019175" y="228600"/>
                </a:lnTo>
                <a:lnTo>
                  <a:pt x="1019175" y="247650"/>
                </a:lnTo>
                <a:lnTo>
                  <a:pt x="1009650" y="247650"/>
                </a:lnTo>
                <a:close/>
                <a:moveTo>
                  <a:pt x="152400" y="228600"/>
                </a:moveTo>
                <a:lnTo>
                  <a:pt x="161925" y="228600"/>
                </a:lnTo>
                <a:lnTo>
                  <a:pt x="161925" y="257175"/>
                </a:lnTo>
                <a:lnTo>
                  <a:pt x="142875" y="257175"/>
                </a:lnTo>
                <a:lnTo>
                  <a:pt x="142875" y="247650"/>
                </a:lnTo>
                <a:lnTo>
                  <a:pt x="152400" y="247650"/>
                </a:lnTo>
                <a:close/>
                <a:moveTo>
                  <a:pt x="180975" y="228600"/>
                </a:moveTo>
                <a:lnTo>
                  <a:pt x="200025" y="228600"/>
                </a:lnTo>
                <a:lnTo>
                  <a:pt x="200025" y="266700"/>
                </a:lnTo>
                <a:lnTo>
                  <a:pt x="180975" y="266700"/>
                </a:lnTo>
                <a:lnTo>
                  <a:pt x="180975" y="247650"/>
                </a:lnTo>
                <a:lnTo>
                  <a:pt x="171450" y="247650"/>
                </a:lnTo>
                <a:lnTo>
                  <a:pt x="171450" y="238125"/>
                </a:lnTo>
                <a:lnTo>
                  <a:pt x="180975" y="238125"/>
                </a:lnTo>
                <a:close/>
                <a:moveTo>
                  <a:pt x="352425" y="228600"/>
                </a:moveTo>
                <a:lnTo>
                  <a:pt x="361950" y="228600"/>
                </a:lnTo>
                <a:lnTo>
                  <a:pt x="361950" y="238125"/>
                </a:lnTo>
                <a:lnTo>
                  <a:pt x="352425" y="238125"/>
                </a:lnTo>
                <a:close/>
                <a:moveTo>
                  <a:pt x="1104900" y="228600"/>
                </a:moveTo>
                <a:lnTo>
                  <a:pt x="1114425" y="228600"/>
                </a:lnTo>
                <a:lnTo>
                  <a:pt x="1114425" y="238125"/>
                </a:lnTo>
                <a:lnTo>
                  <a:pt x="1104900" y="238125"/>
                </a:lnTo>
                <a:close/>
                <a:moveTo>
                  <a:pt x="95250" y="238125"/>
                </a:moveTo>
                <a:lnTo>
                  <a:pt x="104775" y="238125"/>
                </a:lnTo>
                <a:lnTo>
                  <a:pt x="104775" y="247650"/>
                </a:lnTo>
                <a:lnTo>
                  <a:pt x="133350" y="247650"/>
                </a:lnTo>
                <a:lnTo>
                  <a:pt x="133350" y="257175"/>
                </a:lnTo>
                <a:lnTo>
                  <a:pt x="123825" y="257175"/>
                </a:lnTo>
                <a:lnTo>
                  <a:pt x="123825" y="266700"/>
                </a:lnTo>
                <a:lnTo>
                  <a:pt x="95250" y="266700"/>
                </a:lnTo>
                <a:lnTo>
                  <a:pt x="95250" y="257175"/>
                </a:lnTo>
                <a:lnTo>
                  <a:pt x="85725" y="257175"/>
                </a:lnTo>
                <a:lnTo>
                  <a:pt x="85725" y="247650"/>
                </a:lnTo>
                <a:lnTo>
                  <a:pt x="95250" y="247650"/>
                </a:lnTo>
                <a:close/>
                <a:moveTo>
                  <a:pt x="1171575" y="238125"/>
                </a:moveTo>
                <a:lnTo>
                  <a:pt x="1181100" y="238125"/>
                </a:lnTo>
                <a:lnTo>
                  <a:pt x="1181100" y="257175"/>
                </a:lnTo>
                <a:lnTo>
                  <a:pt x="1171575" y="257175"/>
                </a:lnTo>
                <a:close/>
                <a:moveTo>
                  <a:pt x="38100" y="247650"/>
                </a:moveTo>
                <a:lnTo>
                  <a:pt x="47625" y="247650"/>
                </a:lnTo>
                <a:lnTo>
                  <a:pt x="47625" y="257175"/>
                </a:lnTo>
                <a:lnTo>
                  <a:pt x="38100" y="257175"/>
                </a:lnTo>
                <a:close/>
                <a:moveTo>
                  <a:pt x="838200" y="247650"/>
                </a:moveTo>
                <a:lnTo>
                  <a:pt x="847725" y="247650"/>
                </a:lnTo>
                <a:lnTo>
                  <a:pt x="847725" y="257175"/>
                </a:lnTo>
                <a:lnTo>
                  <a:pt x="866775" y="257175"/>
                </a:lnTo>
                <a:lnTo>
                  <a:pt x="866775" y="266700"/>
                </a:lnTo>
                <a:lnTo>
                  <a:pt x="885825" y="266700"/>
                </a:lnTo>
                <a:lnTo>
                  <a:pt x="885825" y="257175"/>
                </a:lnTo>
                <a:lnTo>
                  <a:pt x="904875" y="257175"/>
                </a:lnTo>
                <a:lnTo>
                  <a:pt x="904875" y="266700"/>
                </a:lnTo>
                <a:lnTo>
                  <a:pt x="885825" y="266700"/>
                </a:lnTo>
                <a:lnTo>
                  <a:pt x="885825" y="285750"/>
                </a:lnTo>
                <a:lnTo>
                  <a:pt x="876300" y="285750"/>
                </a:lnTo>
                <a:lnTo>
                  <a:pt x="876300" y="295275"/>
                </a:lnTo>
                <a:lnTo>
                  <a:pt x="866775" y="295275"/>
                </a:lnTo>
                <a:lnTo>
                  <a:pt x="866775" y="285750"/>
                </a:lnTo>
                <a:lnTo>
                  <a:pt x="838200" y="285750"/>
                </a:lnTo>
                <a:close/>
                <a:moveTo>
                  <a:pt x="133350" y="257175"/>
                </a:moveTo>
                <a:lnTo>
                  <a:pt x="142875" y="257175"/>
                </a:lnTo>
                <a:lnTo>
                  <a:pt x="142875" y="266700"/>
                </a:lnTo>
                <a:lnTo>
                  <a:pt x="133350" y="266700"/>
                </a:lnTo>
                <a:close/>
                <a:moveTo>
                  <a:pt x="704850" y="257175"/>
                </a:moveTo>
                <a:lnTo>
                  <a:pt x="714375" y="257175"/>
                </a:lnTo>
                <a:lnTo>
                  <a:pt x="714375" y="266700"/>
                </a:lnTo>
                <a:lnTo>
                  <a:pt x="704850" y="266700"/>
                </a:lnTo>
                <a:close/>
                <a:moveTo>
                  <a:pt x="400050" y="266700"/>
                </a:moveTo>
                <a:lnTo>
                  <a:pt x="409575" y="266700"/>
                </a:lnTo>
                <a:lnTo>
                  <a:pt x="409575" y="276225"/>
                </a:lnTo>
                <a:lnTo>
                  <a:pt x="400050" y="276225"/>
                </a:lnTo>
                <a:close/>
                <a:moveTo>
                  <a:pt x="1114425" y="285750"/>
                </a:moveTo>
                <a:lnTo>
                  <a:pt x="1123950" y="285750"/>
                </a:lnTo>
                <a:lnTo>
                  <a:pt x="1123950" y="295275"/>
                </a:lnTo>
                <a:lnTo>
                  <a:pt x="1133475" y="295275"/>
                </a:lnTo>
                <a:lnTo>
                  <a:pt x="1133475" y="304800"/>
                </a:lnTo>
                <a:lnTo>
                  <a:pt x="1104900" y="304800"/>
                </a:lnTo>
                <a:lnTo>
                  <a:pt x="1104900" y="295275"/>
                </a:lnTo>
                <a:lnTo>
                  <a:pt x="1114425" y="295275"/>
                </a:lnTo>
                <a:close/>
                <a:moveTo>
                  <a:pt x="666750" y="304800"/>
                </a:moveTo>
                <a:lnTo>
                  <a:pt x="676275" y="304800"/>
                </a:lnTo>
                <a:lnTo>
                  <a:pt x="676275" y="314325"/>
                </a:lnTo>
                <a:lnTo>
                  <a:pt x="666750" y="314325"/>
                </a:lnTo>
                <a:close/>
                <a:moveTo>
                  <a:pt x="1171575" y="304800"/>
                </a:moveTo>
                <a:lnTo>
                  <a:pt x="1181100" y="304800"/>
                </a:lnTo>
                <a:lnTo>
                  <a:pt x="1181100" y="323850"/>
                </a:lnTo>
                <a:lnTo>
                  <a:pt x="1171575" y="323850"/>
                </a:lnTo>
                <a:close/>
                <a:moveTo>
                  <a:pt x="276225" y="314325"/>
                </a:moveTo>
                <a:lnTo>
                  <a:pt x="285750" y="314325"/>
                </a:lnTo>
                <a:lnTo>
                  <a:pt x="285750" y="323850"/>
                </a:lnTo>
                <a:lnTo>
                  <a:pt x="276225" y="323850"/>
                </a:lnTo>
                <a:close/>
                <a:moveTo>
                  <a:pt x="447675" y="314325"/>
                </a:moveTo>
                <a:lnTo>
                  <a:pt x="457200" y="314325"/>
                </a:lnTo>
                <a:lnTo>
                  <a:pt x="457200" y="323850"/>
                </a:lnTo>
                <a:lnTo>
                  <a:pt x="447675" y="323850"/>
                </a:lnTo>
                <a:close/>
                <a:moveTo>
                  <a:pt x="676275" y="314325"/>
                </a:moveTo>
                <a:lnTo>
                  <a:pt x="685800" y="314325"/>
                </a:lnTo>
                <a:lnTo>
                  <a:pt x="685800" y="323850"/>
                </a:lnTo>
                <a:lnTo>
                  <a:pt x="676275" y="323850"/>
                </a:lnTo>
                <a:close/>
                <a:moveTo>
                  <a:pt x="266700" y="323850"/>
                </a:moveTo>
                <a:lnTo>
                  <a:pt x="276225" y="323850"/>
                </a:lnTo>
                <a:lnTo>
                  <a:pt x="276225" y="333375"/>
                </a:lnTo>
                <a:lnTo>
                  <a:pt x="266700" y="333375"/>
                </a:lnTo>
                <a:close/>
                <a:moveTo>
                  <a:pt x="533400" y="323850"/>
                </a:moveTo>
                <a:lnTo>
                  <a:pt x="542925" y="323850"/>
                </a:lnTo>
                <a:lnTo>
                  <a:pt x="542925" y="333375"/>
                </a:lnTo>
                <a:lnTo>
                  <a:pt x="533400" y="333375"/>
                </a:lnTo>
                <a:close/>
                <a:moveTo>
                  <a:pt x="685800" y="323850"/>
                </a:moveTo>
                <a:lnTo>
                  <a:pt x="704850" y="323850"/>
                </a:lnTo>
                <a:lnTo>
                  <a:pt x="704850" y="342900"/>
                </a:lnTo>
                <a:lnTo>
                  <a:pt x="695325" y="342900"/>
                </a:lnTo>
                <a:lnTo>
                  <a:pt x="695325" y="333375"/>
                </a:lnTo>
                <a:lnTo>
                  <a:pt x="685800" y="333375"/>
                </a:lnTo>
                <a:close/>
                <a:moveTo>
                  <a:pt x="561975" y="342900"/>
                </a:moveTo>
                <a:lnTo>
                  <a:pt x="581025" y="342900"/>
                </a:lnTo>
                <a:lnTo>
                  <a:pt x="581025" y="352425"/>
                </a:lnTo>
                <a:lnTo>
                  <a:pt x="590550" y="352425"/>
                </a:lnTo>
                <a:lnTo>
                  <a:pt x="590550" y="361950"/>
                </a:lnTo>
                <a:lnTo>
                  <a:pt x="600075" y="361950"/>
                </a:lnTo>
                <a:lnTo>
                  <a:pt x="600075" y="371475"/>
                </a:lnTo>
                <a:lnTo>
                  <a:pt x="609600" y="371475"/>
                </a:lnTo>
                <a:lnTo>
                  <a:pt x="609600" y="390525"/>
                </a:lnTo>
                <a:lnTo>
                  <a:pt x="619125" y="390525"/>
                </a:lnTo>
                <a:lnTo>
                  <a:pt x="619125" y="409575"/>
                </a:lnTo>
                <a:lnTo>
                  <a:pt x="628650" y="409575"/>
                </a:lnTo>
                <a:lnTo>
                  <a:pt x="628650" y="419100"/>
                </a:lnTo>
                <a:lnTo>
                  <a:pt x="609600" y="419100"/>
                </a:lnTo>
                <a:lnTo>
                  <a:pt x="609600" y="409575"/>
                </a:lnTo>
                <a:lnTo>
                  <a:pt x="600075" y="409575"/>
                </a:lnTo>
                <a:lnTo>
                  <a:pt x="600075" y="400050"/>
                </a:lnTo>
                <a:lnTo>
                  <a:pt x="581025" y="400050"/>
                </a:lnTo>
                <a:lnTo>
                  <a:pt x="581025" y="381000"/>
                </a:lnTo>
                <a:lnTo>
                  <a:pt x="571500" y="381000"/>
                </a:lnTo>
                <a:lnTo>
                  <a:pt x="571500" y="361950"/>
                </a:lnTo>
                <a:lnTo>
                  <a:pt x="561975" y="361950"/>
                </a:lnTo>
                <a:close/>
                <a:moveTo>
                  <a:pt x="400050" y="352425"/>
                </a:moveTo>
                <a:lnTo>
                  <a:pt x="409575" y="352425"/>
                </a:lnTo>
                <a:lnTo>
                  <a:pt x="409575" y="371475"/>
                </a:lnTo>
                <a:lnTo>
                  <a:pt x="400050" y="371475"/>
                </a:lnTo>
                <a:close/>
                <a:moveTo>
                  <a:pt x="933450" y="352425"/>
                </a:moveTo>
                <a:lnTo>
                  <a:pt x="942975" y="352425"/>
                </a:lnTo>
                <a:lnTo>
                  <a:pt x="942975" y="371475"/>
                </a:lnTo>
                <a:lnTo>
                  <a:pt x="933450" y="371475"/>
                </a:lnTo>
                <a:close/>
                <a:moveTo>
                  <a:pt x="942975" y="371475"/>
                </a:moveTo>
                <a:lnTo>
                  <a:pt x="952500" y="371475"/>
                </a:lnTo>
                <a:lnTo>
                  <a:pt x="952500" y="381000"/>
                </a:lnTo>
                <a:lnTo>
                  <a:pt x="942975" y="381000"/>
                </a:lnTo>
                <a:close/>
                <a:moveTo>
                  <a:pt x="685800" y="381000"/>
                </a:moveTo>
                <a:lnTo>
                  <a:pt x="723900" y="381000"/>
                </a:lnTo>
                <a:lnTo>
                  <a:pt x="723900" y="390525"/>
                </a:lnTo>
                <a:lnTo>
                  <a:pt x="714375" y="390525"/>
                </a:lnTo>
                <a:lnTo>
                  <a:pt x="714375" y="400050"/>
                </a:lnTo>
                <a:lnTo>
                  <a:pt x="723900" y="400050"/>
                </a:lnTo>
                <a:lnTo>
                  <a:pt x="723900" y="409575"/>
                </a:lnTo>
                <a:lnTo>
                  <a:pt x="704850" y="409575"/>
                </a:lnTo>
                <a:lnTo>
                  <a:pt x="704850" y="400050"/>
                </a:lnTo>
                <a:lnTo>
                  <a:pt x="695325" y="400050"/>
                </a:lnTo>
                <a:lnTo>
                  <a:pt x="695325" y="390525"/>
                </a:lnTo>
                <a:lnTo>
                  <a:pt x="685800" y="390525"/>
                </a:lnTo>
                <a:close/>
                <a:moveTo>
                  <a:pt x="952500" y="381000"/>
                </a:moveTo>
                <a:lnTo>
                  <a:pt x="971550" y="381000"/>
                </a:lnTo>
                <a:lnTo>
                  <a:pt x="971550" y="390525"/>
                </a:lnTo>
                <a:lnTo>
                  <a:pt x="952500" y="390525"/>
                </a:lnTo>
                <a:close/>
                <a:moveTo>
                  <a:pt x="447675" y="390525"/>
                </a:moveTo>
                <a:lnTo>
                  <a:pt x="457200" y="390525"/>
                </a:lnTo>
                <a:lnTo>
                  <a:pt x="457200" y="400050"/>
                </a:lnTo>
                <a:lnTo>
                  <a:pt x="447675" y="400050"/>
                </a:lnTo>
                <a:close/>
                <a:moveTo>
                  <a:pt x="933450" y="390525"/>
                </a:moveTo>
                <a:lnTo>
                  <a:pt x="942975" y="390525"/>
                </a:lnTo>
                <a:lnTo>
                  <a:pt x="942975" y="400050"/>
                </a:lnTo>
                <a:lnTo>
                  <a:pt x="933450" y="400050"/>
                </a:lnTo>
                <a:close/>
                <a:moveTo>
                  <a:pt x="457200" y="400050"/>
                </a:moveTo>
                <a:lnTo>
                  <a:pt x="476250" y="400050"/>
                </a:lnTo>
                <a:lnTo>
                  <a:pt x="476250" y="409575"/>
                </a:lnTo>
                <a:lnTo>
                  <a:pt x="457200" y="409575"/>
                </a:lnTo>
                <a:close/>
                <a:moveTo>
                  <a:pt x="914400" y="400050"/>
                </a:moveTo>
                <a:lnTo>
                  <a:pt x="933450" y="400050"/>
                </a:lnTo>
                <a:lnTo>
                  <a:pt x="933450" y="409575"/>
                </a:lnTo>
                <a:lnTo>
                  <a:pt x="923925" y="409575"/>
                </a:lnTo>
                <a:lnTo>
                  <a:pt x="923925" y="419100"/>
                </a:lnTo>
                <a:lnTo>
                  <a:pt x="904875" y="419100"/>
                </a:lnTo>
                <a:lnTo>
                  <a:pt x="904875" y="409575"/>
                </a:lnTo>
                <a:lnTo>
                  <a:pt x="914400" y="409575"/>
                </a:lnTo>
                <a:close/>
                <a:moveTo>
                  <a:pt x="723900" y="409575"/>
                </a:moveTo>
                <a:lnTo>
                  <a:pt x="733425" y="409575"/>
                </a:lnTo>
                <a:lnTo>
                  <a:pt x="733425" y="419100"/>
                </a:lnTo>
                <a:lnTo>
                  <a:pt x="723900" y="419100"/>
                </a:lnTo>
                <a:close/>
                <a:moveTo>
                  <a:pt x="1028700" y="409575"/>
                </a:moveTo>
                <a:lnTo>
                  <a:pt x="1038225" y="409575"/>
                </a:lnTo>
                <a:lnTo>
                  <a:pt x="1038225" y="419100"/>
                </a:lnTo>
                <a:lnTo>
                  <a:pt x="1028700" y="419100"/>
                </a:lnTo>
                <a:close/>
                <a:moveTo>
                  <a:pt x="1171575" y="409575"/>
                </a:moveTo>
                <a:lnTo>
                  <a:pt x="1181100" y="409575"/>
                </a:lnTo>
                <a:lnTo>
                  <a:pt x="1181100" y="428625"/>
                </a:lnTo>
                <a:lnTo>
                  <a:pt x="1171575" y="428625"/>
                </a:lnTo>
                <a:close/>
                <a:moveTo>
                  <a:pt x="1038225" y="419100"/>
                </a:moveTo>
                <a:lnTo>
                  <a:pt x="1047750" y="419100"/>
                </a:lnTo>
                <a:lnTo>
                  <a:pt x="1047750" y="447675"/>
                </a:lnTo>
                <a:lnTo>
                  <a:pt x="1038225" y="447675"/>
                </a:lnTo>
                <a:close/>
                <a:moveTo>
                  <a:pt x="552450" y="428625"/>
                </a:moveTo>
                <a:lnTo>
                  <a:pt x="561975" y="428625"/>
                </a:lnTo>
                <a:lnTo>
                  <a:pt x="561975" y="438150"/>
                </a:lnTo>
                <a:lnTo>
                  <a:pt x="552450" y="438150"/>
                </a:lnTo>
                <a:close/>
                <a:moveTo>
                  <a:pt x="885825" y="438150"/>
                </a:moveTo>
                <a:lnTo>
                  <a:pt x="895350" y="438150"/>
                </a:lnTo>
                <a:lnTo>
                  <a:pt x="895350" y="447675"/>
                </a:lnTo>
                <a:lnTo>
                  <a:pt x="885825" y="447675"/>
                </a:lnTo>
                <a:close/>
                <a:moveTo>
                  <a:pt x="1133475" y="438150"/>
                </a:moveTo>
                <a:lnTo>
                  <a:pt x="1143000" y="438150"/>
                </a:lnTo>
                <a:lnTo>
                  <a:pt x="1143000" y="447675"/>
                </a:lnTo>
                <a:lnTo>
                  <a:pt x="1133475" y="447675"/>
                </a:lnTo>
                <a:close/>
                <a:moveTo>
                  <a:pt x="895350" y="447675"/>
                </a:moveTo>
                <a:lnTo>
                  <a:pt x="904875" y="447675"/>
                </a:lnTo>
                <a:lnTo>
                  <a:pt x="904875" y="457200"/>
                </a:lnTo>
                <a:lnTo>
                  <a:pt x="895350" y="457200"/>
                </a:lnTo>
                <a:close/>
                <a:moveTo>
                  <a:pt x="1047750" y="447675"/>
                </a:moveTo>
                <a:lnTo>
                  <a:pt x="1057275" y="447675"/>
                </a:lnTo>
                <a:lnTo>
                  <a:pt x="1057275" y="457200"/>
                </a:lnTo>
                <a:lnTo>
                  <a:pt x="1047750" y="457200"/>
                </a:lnTo>
                <a:close/>
                <a:moveTo>
                  <a:pt x="1143000" y="447675"/>
                </a:moveTo>
                <a:lnTo>
                  <a:pt x="1152525" y="447675"/>
                </a:lnTo>
                <a:lnTo>
                  <a:pt x="1152525" y="457200"/>
                </a:lnTo>
                <a:lnTo>
                  <a:pt x="1143000" y="457200"/>
                </a:lnTo>
                <a:close/>
                <a:moveTo>
                  <a:pt x="1057275" y="457200"/>
                </a:moveTo>
                <a:lnTo>
                  <a:pt x="1076325" y="457200"/>
                </a:lnTo>
                <a:lnTo>
                  <a:pt x="1076325" y="476250"/>
                </a:lnTo>
                <a:lnTo>
                  <a:pt x="1066800" y="476250"/>
                </a:lnTo>
                <a:lnTo>
                  <a:pt x="1066800" y="466725"/>
                </a:lnTo>
                <a:lnTo>
                  <a:pt x="1057275" y="466725"/>
                </a:lnTo>
                <a:close/>
                <a:moveTo>
                  <a:pt x="447675" y="476250"/>
                </a:moveTo>
                <a:lnTo>
                  <a:pt x="457200" y="476250"/>
                </a:lnTo>
                <a:lnTo>
                  <a:pt x="457200" y="485775"/>
                </a:lnTo>
                <a:lnTo>
                  <a:pt x="447675" y="485775"/>
                </a:lnTo>
                <a:close/>
                <a:moveTo>
                  <a:pt x="457200" y="485775"/>
                </a:moveTo>
                <a:lnTo>
                  <a:pt x="476250" y="485775"/>
                </a:lnTo>
                <a:lnTo>
                  <a:pt x="476250" y="495300"/>
                </a:lnTo>
                <a:lnTo>
                  <a:pt x="457200" y="495300"/>
                </a:lnTo>
                <a:close/>
                <a:moveTo>
                  <a:pt x="838200" y="485775"/>
                </a:moveTo>
                <a:lnTo>
                  <a:pt x="857250" y="485775"/>
                </a:lnTo>
                <a:lnTo>
                  <a:pt x="857250" y="495300"/>
                </a:lnTo>
                <a:lnTo>
                  <a:pt x="847725" y="495300"/>
                </a:lnTo>
                <a:lnTo>
                  <a:pt x="847725" y="504825"/>
                </a:lnTo>
                <a:lnTo>
                  <a:pt x="838200" y="504825"/>
                </a:lnTo>
                <a:close/>
                <a:moveTo>
                  <a:pt x="866775" y="485775"/>
                </a:moveTo>
                <a:lnTo>
                  <a:pt x="876300" y="485775"/>
                </a:lnTo>
                <a:lnTo>
                  <a:pt x="876300" y="495300"/>
                </a:lnTo>
                <a:lnTo>
                  <a:pt x="866775" y="495300"/>
                </a:lnTo>
                <a:close/>
                <a:moveTo>
                  <a:pt x="885825" y="485775"/>
                </a:moveTo>
                <a:lnTo>
                  <a:pt x="895350" y="485775"/>
                </a:lnTo>
                <a:lnTo>
                  <a:pt x="895350" y="495300"/>
                </a:lnTo>
                <a:lnTo>
                  <a:pt x="885825" y="495300"/>
                </a:lnTo>
                <a:close/>
                <a:moveTo>
                  <a:pt x="304800" y="504825"/>
                </a:moveTo>
                <a:lnTo>
                  <a:pt x="323850" y="504825"/>
                </a:lnTo>
                <a:lnTo>
                  <a:pt x="323850" y="533400"/>
                </a:lnTo>
                <a:lnTo>
                  <a:pt x="342900" y="533400"/>
                </a:lnTo>
                <a:lnTo>
                  <a:pt x="342900" y="552450"/>
                </a:lnTo>
                <a:lnTo>
                  <a:pt x="352425" y="552450"/>
                </a:lnTo>
                <a:lnTo>
                  <a:pt x="352425" y="561975"/>
                </a:lnTo>
                <a:lnTo>
                  <a:pt x="371475" y="561975"/>
                </a:lnTo>
                <a:lnTo>
                  <a:pt x="371475" y="542925"/>
                </a:lnTo>
                <a:lnTo>
                  <a:pt x="381000" y="542925"/>
                </a:lnTo>
                <a:lnTo>
                  <a:pt x="381000" y="571500"/>
                </a:lnTo>
                <a:lnTo>
                  <a:pt x="371475" y="571500"/>
                </a:lnTo>
                <a:lnTo>
                  <a:pt x="371475" y="590550"/>
                </a:lnTo>
                <a:lnTo>
                  <a:pt x="352425" y="590550"/>
                </a:lnTo>
                <a:lnTo>
                  <a:pt x="352425" y="571500"/>
                </a:lnTo>
                <a:lnTo>
                  <a:pt x="333375" y="571500"/>
                </a:lnTo>
                <a:lnTo>
                  <a:pt x="333375" y="581025"/>
                </a:lnTo>
                <a:lnTo>
                  <a:pt x="323850" y="581025"/>
                </a:lnTo>
                <a:lnTo>
                  <a:pt x="323850" y="590550"/>
                </a:lnTo>
                <a:lnTo>
                  <a:pt x="304800" y="590550"/>
                </a:lnTo>
                <a:lnTo>
                  <a:pt x="304800" y="581025"/>
                </a:lnTo>
                <a:lnTo>
                  <a:pt x="314325" y="581025"/>
                </a:lnTo>
                <a:lnTo>
                  <a:pt x="314325" y="561975"/>
                </a:lnTo>
                <a:lnTo>
                  <a:pt x="295275" y="561975"/>
                </a:lnTo>
                <a:lnTo>
                  <a:pt x="295275" y="514350"/>
                </a:lnTo>
                <a:lnTo>
                  <a:pt x="304800" y="514350"/>
                </a:lnTo>
                <a:close/>
                <a:moveTo>
                  <a:pt x="276225" y="514350"/>
                </a:moveTo>
                <a:lnTo>
                  <a:pt x="285750" y="514350"/>
                </a:lnTo>
                <a:lnTo>
                  <a:pt x="285750" y="533400"/>
                </a:lnTo>
                <a:lnTo>
                  <a:pt x="276225" y="533400"/>
                </a:lnTo>
                <a:close/>
                <a:moveTo>
                  <a:pt x="1133475" y="542925"/>
                </a:moveTo>
                <a:lnTo>
                  <a:pt x="1162050" y="542925"/>
                </a:lnTo>
                <a:lnTo>
                  <a:pt x="1162050" y="552450"/>
                </a:lnTo>
                <a:lnTo>
                  <a:pt x="1143000" y="552450"/>
                </a:lnTo>
                <a:lnTo>
                  <a:pt x="1143000" y="561975"/>
                </a:lnTo>
                <a:lnTo>
                  <a:pt x="1133475" y="561975"/>
                </a:lnTo>
                <a:close/>
                <a:moveTo>
                  <a:pt x="466725" y="552450"/>
                </a:moveTo>
                <a:lnTo>
                  <a:pt x="485775" y="552450"/>
                </a:lnTo>
                <a:lnTo>
                  <a:pt x="485775" y="561975"/>
                </a:lnTo>
                <a:lnTo>
                  <a:pt x="466725" y="561975"/>
                </a:lnTo>
                <a:close/>
                <a:moveTo>
                  <a:pt x="485775" y="561975"/>
                </a:moveTo>
                <a:lnTo>
                  <a:pt x="495300" y="561975"/>
                </a:lnTo>
                <a:lnTo>
                  <a:pt x="495300" y="571500"/>
                </a:lnTo>
                <a:lnTo>
                  <a:pt x="485775" y="571500"/>
                </a:lnTo>
                <a:close/>
                <a:moveTo>
                  <a:pt x="381000" y="571500"/>
                </a:moveTo>
                <a:lnTo>
                  <a:pt x="390525" y="571500"/>
                </a:lnTo>
                <a:lnTo>
                  <a:pt x="390525" y="590550"/>
                </a:lnTo>
                <a:lnTo>
                  <a:pt x="381000" y="590550"/>
                </a:lnTo>
                <a:close/>
                <a:moveTo>
                  <a:pt x="809625" y="571500"/>
                </a:moveTo>
                <a:lnTo>
                  <a:pt x="828675" y="571500"/>
                </a:lnTo>
                <a:lnTo>
                  <a:pt x="828675" y="581025"/>
                </a:lnTo>
                <a:lnTo>
                  <a:pt x="809625" y="581025"/>
                </a:lnTo>
                <a:close/>
                <a:moveTo>
                  <a:pt x="1171575" y="581025"/>
                </a:moveTo>
                <a:lnTo>
                  <a:pt x="1181100" y="581025"/>
                </a:lnTo>
                <a:lnTo>
                  <a:pt x="1181100" y="619125"/>
                </a:lnTo>
                <a:lnTo>
                  <a:pt x="1152525" y="619125"/>
                </a:lnTo>
                <a:lnTo>
                  <a:pt x="1152525" y="590550"/>
                </a:lnTo>
                <a:lnTo>
                  <a:pt x="1171575" y="590550"/>
                </a:lnTo>
                <a:close/>
                <a:moveTo>
                  <a:pt x="342900" y="590550"/>
                </a:moveTo>
                <a:lnTo>
                  <a:pt x="352425" y="590550"/>
                </a:lnTo>
                <a:lnTo>
                  <a:pt x="352425" y="600075"/>
                </a:lnTo>
                <a:lnTo>
                  <a:pt x="342900" y="600075"/>
                </a:lnTo>
                <a:close/>
                <a:moveTo>
                  <a:pt x="352425" y="600075"/>
                </a:moveTo>
                <a:lnTo>
                  <a:pt x="361950" y="600075"/>
                </a:lnTo>
                <a:lnTo>
                  <a:pt x="361950" y="609600"/>
                </a:lnTo>
                <a:lnTo>
                  <a:pt x="352425" y="609600"/>
                </a:lnTo>
                <a:close/>
                <a:moveTo>
                  <a:pt x="609600" y="600075"/>
                </a:moveTo>
                <a:lnTo>
                  <a:pt x="619125" y="600075"/>
                </a:lnTo>
                <a:lnTo>
                  <a:pt x="619125" y="619125"/>
                </a:lnTo>
                <a:lnTo>
                  <a:pt x="609600" y="619125"/>
                </a:lnTo>
                <a:close/>
                <a:moveTo>
                  <a:pt x="714375" y="600075"/>
                </a:moveTo>
                <a:lnTo>
                  <a:pt x="723900" y="600075"/>
                </a:lnTo>
                <a:lnTo>
                  <a:pt x="723900" y="609600"/>
                </a:lnTo>
                <a:lnTo>
                  <a:pt x="714375" y="609600"/>
                </a:lnTo>
                <a:close/>
                <a:moveTo>
                  <a:pt x="847725" y="600075"/>
                </a:moveTo>
                <a:lnTo>
                  <a:pt x="876300" y="600075"/>
                </a:lnTo>
                <a:lnTo>
                  <a:pt x="876300" y="609600"/>
                </a:lnTo>
                <a:lnTo>
                  <a:pt x="895350" y="609600"/>
                </a:lnTo>
                <a:lnTo>
                  <a:pt x="895350" y="628650"/>
                </a:lnTo>
                <a:lnTo>
                  <a:pt x="904875" y="628650"/>
                </a:lnTo>
                <a:lnTo>
                  <a:pt x="904875" y="638175"/>
                </a:lnTo>
                <a:lnTo>
                  <a:pt x="876300" y="638175"/>
                </a:lnTo>
                <a:lnTo>
                  <a:pt x="876300" y="628650"/>
                </a:lnTo>
                <a:lnTo>
                  <a:pt x="866775" y="628650"/>
                </a:lnTo>
                <a:lnTo>
                  <a:pt x="866775" y="609600"/>
                </a:lnTo>
                <a:lnTo>
                  <a:pt x="847725" y="609600"/>
                </a:lnTo>
                <a:close/>
                <a:moveTo>
                  <a:pt x="590550" y="609600"/>
                </a:moveTo>
                <a:lnTo>
                  <a:pt x="600075" y="609600"/>
                </a:lnTo>
                <a:lnTo>
                  <a:pt x="600075" y="619125"/>
                </a:lnTo>
                <a:lnTo>
                  <a:pt x="590550" y="619125"/>
                </a:lnTo>
                <a:close/>
                <a:moveTo>
                  <a:pt x="371475" y="619125"/>
                </a:moveTo>
                <a:lnTo>
                  <a:pt x="381000" y="619125"/>
                </a:lnTo>
                <a:lnTo>
                  <a:pt x="381000" y="628650"/>
                </a:lnTo>
                <a:lnTo>
                  <a:pt x="371475" y="628650"/>
                </a:lnTo>
                <a:close/>
                <a:moveTo>
                  <a:pt x="1162050" y="647700"/>
                </a:moveTo>
                <a:lnTo>
                  <a:pt x="1181100" y="647700"/>
                </a:lnTo>
                <a:lnTo>
                  <a:pt x="1181100" y="676275"/>
                </a:lnTo>
                <a:lnTo>
                  <a:pt x="1171575" y="676275"/>
                </a:lnTo>
                <a:lnTo>
                  <a:pt x="1171575" y="657225"/>
                </a:lnTo>
                <a:lnTo>
                  <a:pt x="1162050" y="657225"/>
                </a:lnTo>
                <a:close/>
                <a:moveTo>
                  <a:pt x="1019175" y="657225"/>
                </a:moveTo>
                <a:lnTo>
                  <a:pt x="1028700" y="657225"/>
                </a:lnTo>
                <a:lnTo>
                  <a:pt x="1028700" y="666750"/>
                </a:lnTo>
                <a:lnTo>
                  <a:pt x="1019175" y="666750"/>
                </a:lnTo>
                <a:close/>
                <a:moveTo>
                  <a:pt x="438150" y="676275"/>
                </a:moveTo>
                <a:lnTo>
                  <a:pt x="457200" y="676275"/>
                </a:lnTo>
                <a:lnTo>
                  <a:pt x="457200" y="695325"/>
                </a:lnTo>
                <a:lnTo>
                  <a:pt x="438150" y="695325"/>
                </a:lnTo>
                <a:lnTo>
                  <a:pt x="438150" y="714375"/>
                </a:lnTo>
                <a:lnTo>
                  <a:pt x="428625" y="714375"/>
                </a:lnTo>
                <a:lnTo>
                  <a:pt x="428625" y="685800"/>
                </a:lnTo>
                <a:lnTo>
                  <a:pt x="438150" y="685800"/>
                </a:lnTo>
                <a:close/>
                <a:moveTo>
                  <a:pt x="285750" y="685800"/>
                </a:moveTo>
                <a:lnTo>
                  <a:pt x="295275" y="685800"/>
                </a:lnTo>
                <a:lnTo>
                  <a:pt x="295275" y="695325"/>
                </a:lnTo>
                <a:lnTo>
                  <a:pt x="285750" y="695325"/>
                </a:lnTo>
                <a:close/>
                <a:moveTo>
                  <a:pt x="295275" y="695325"/>
                </a:moveTo>
                <a:lnTo>
                  <a:pt x="304800" y="695325"/>
                </a:lnTo>
                <a:lnTo>
                  <a:pt x="304800" y="704850"/>
                </a:lnTo>
                <a:lnTo>
                  <a:pt x="295275" y="704850"/>
                </a:lnTo>
                <a:close/>
                <a:moveTo>
                  <a:pt x="323850" y="695325"/>
                </a:moveTo>
                <a:lnTo>
                  <a:pt x="333375" y="695325"/>
                </a:lnTo>
                <a:lnTo>
                  <a:pt x="333375" y="704850"/>
                </a:lnTo>
                <a:lnTo>
                  <a:pt x="323850" y="704850"/>
                </a:lnTo>
                <a:close/>
                <a:moveTo>
                  <a:pt x="600075" y="695325"/>
                </a:moveTo>
                <a:lnTo>
                  <a:pt x="609600" y="695325"/>
                </a:lnTo>
                <a:lnTo>
                  <a:pt x="609600" y="704850"/>
                </a:lnTo>
                <a:lnTo>
                  <a:pt x="600075" y="704850"/>
                </a:lnTo>
                <a:close/>
                <a:moveTo>
                  <a:pt x="371475" y="704850"/>
                </a:moveTo>
                <a:lnTo>
                  <a:pt x="381000" y="704850"/>
                </a:lnTo>
                <a:lnTo>
                  <a:pt x="381000" y="714375"/>
                </a:lnTo>
                <a:lnTo>
                  <a:pt x="371475" y="714375"/>
                </a:lnTo>
                <a:close/>
                <a:moveTo>
                  <a:pt x="457200" y="704850"/>
                </a:moveTo>
                <a:lnTo>
                  <a:pt x="476250" y="704850"/>
                </a:lnTo>
                <a:lnTo>
                  <a:pt x="476250" y="714375"/>
                </a:lnTo>
                <a:lnTo>
                  <a:pt x="457200" y="714375"/>
                </a:lnTo>
                <a:close/>
                <a:moveTo>
                  <a:pt x="609600" y="704850"/>
                </a:moveTo>
                <a:lnTo>
                  <a:pt x="619125" y="704850"/>
                </a:lnTo>
                <a:lnTo>
                  <a:pt x="619125" y="714375"/>
                </a:lnTo>
                <a:lnTo>
                  <a:pt x="609600" y="714375"/>
                </a:lnTo>
                <a:close/>
                <a:moveTo>
                  <a:pt x="657225" y="704850"/>
                </a:moveTo>
                <a:lnTo>
                  <a:pt x="666750" y="704850"/>
                </a:lnTo>
                <a:lnTo>
                  <a:pt x="666750" y="714375"/>
                </a:lnTo>
                <a:lnTo>
                  <a:pt x="657225" y="714375"/>
                </a:lnTo>
                <a:close/>
                <a:moveTo>
                  <a:pt x="809625" y="714375"/>
                </a:moveTo>
                <a:lnTo>
                  <a:pt x="828675" y="714375"/>
                </a:lnTo>
                <a:lnTo>
                  <a:pt x="828675" y="723900"/>
                </a:lnTo>
                <a:lnTo>
                  <a:pt x="819150" y="723900"/>
                </a:lnTo>
                <a:lnTo>
                  <a:pt x="819150" y="742950"/>
                </a:lnTo>
                <a:lnTo>
                  <a:pt x="809625" y="742950"/>
                </a:lnTo>
                <a:close/>
                <a:moveTo>
                  <a:pt x="552450" y="723900"/>
                </a:moveTo>
                <a:lnTo>
                  <a:pt x="561975" y="723900"/>
                </a:lnTo>
                <a:lnTo>
                  <a:pt x="561975" y="733425"/>
                </a:lnTo>
                <a:lnTo>
                  <a:pt x="552450" y="733425"/>
                </a:lnTo>
                <a:close/>
                <a:moveTo>
                  <a:pt x="609600" y="723900"/>
                </a:moveTo>
                <a:lnTo>
                  <a:pt x="619125" y="723900"/>
                </a:lnTo>
                <a:lnTo>
                  <a:pt x="619125" y="733425"/>
                </a:lnTo>
                <a:lnTo>
                  <a:pt x="609600" y="733425"/>
                </a:lnTo>
                <a:close/>
                <a:moveTo>
                  <a:pt x="666750" y="723900"/>
                </a:moveTo>
                <a:lnTo>
                  <a:pt x="676275" y="723900"/>
                </a:lnTo>
                <a:lnTo>
                  <a:pt x="676275" y="733425"/>
                </a:lnTo>
                <a:lnTo>
                  <a:pt x="666750" y="733425"/>
                </a:lnTo>
                <a:close/>
                <a:moveTo>
                  <a:pt x="771525" y="742950"/>
                </a:moveTo>
                <a:lnTo>
                  <a:pt x="790575" y="742950"/>
                </a:lnTo>
                <a:lnTo>
                  <a:pt x="790575" y="752475"/>
                </a:lnTo>
                <a:lnTo>
                  <a:pt x="771525" y="752475"/>
                </a:lnTo>
                <a:close/>
                <a:moveTo>
                  <a:pt x="666750" y="762000"/>
                </a:moveTo>
                <a:lnTo>
                  <a:pt x="676275" y="762000"/>
                </a:lnTo>
                <a:lnTo>
                  <a:pt x="676275" y="781050"/>
                </a:lnTo>
                <a:lnTo>
                  <a:pt x="666750" y="781050"/>
                </a:lnTo>
                <a:close/>
                <a:moveTo>
                  <a:pt x="1171575" y="762000"/>
                </a:moveTo>
                <a:lnTo>
                  <a:pt x="1181100" y="762000"/>
                </a:lnTo>
                <a:lnTo>
                  <a:pt x="1181100" y="800100"/>
                </a:lnTo>
                <a:lnTo>
                  <a:pt x="1133475" y="800100"/>
                </a:lnTo>
                <a:lnTo>
                  <a:pt x="1133475" y="809625"/>
                </a:lnTo>
                <a:lnTo>
                  <a:pt x="1123950" y="809625"/>
                </a:lnTo>
                <a:lnTo>
                  <a:pt x="1123950" y="790575"/>
                </a:lnTo>
                <a:lnTo>
                  <a:pt x="1133475" y="790575"/>
                </a:lnTo>
                <a:lnTo>
                  <a:pt x="1133475" y="781050"/>
                </a:lnTo>
                <a:lnTo>
                  <a:pt x="1162050" y="781050"/>
                </a:lnTo>
                <a:lnTo>
                  <a:pt x="1162050" y="771525"/>
                </a:lnTo>
                <a:lnTo>
                  <a:pt x="1171575" y="771525"/>
                </a:lnTo>
                <a:close/>
                <a:moveTo>
                  <a:pt x="885825" y="771525"/>
                </a:moveTo>
                <a:lnTo>
                  <a:pt x="895350" y="771525"/>
                </a:lnTo>
                <a:lnTo>
                  <a:pt x="895350" y="781050"/>
                </a:lnTo>
                <a:lnTo>
                  <a:pt x="885825" y="781050"/>
                </a:lnTo>
                <a:close/>
                <a:moveTo>
                  <a:pt x="647700" y="781050"/>
                </a:moveTo>
                <a:lnTo>
                  <a:pt x="657225" y="781050"/>
                </a:lnTo>
                <a:lnTo>
                  <a:pt x="657225" y="790575"/>
                </a:lnTo>
                <a:lnTo>
                  <a:pt x="647700" y="790575"/>
                </a:lnTo>
                <a:close/>
                <a:moveTo>
                  <a:pt x="1085850" y="781050"/>
                </a:moveTo>
                <a:lnTo>
                  <a:pt x="1095375" y="781050"/>
                </a:lnTo>
                <a:lnTo>
                  <a:pt x="1095375" y="790575"/>
                </a:lnTo>
                <a:lnTo>
                  <a:pt x="1085850" y="790575"/>
                </a:lnTo>
                <a:close/>
                <a:moveTo>
                  <a:pt x="1047750" y="790575"/>
                </a:moveTo>
                <a:lnTo>
                  <a:pt x="1076325" y="790575"/>
                </a:lnTo>
                <a:lnTo>
                  <a:pt x="1076325" y="809625"/>
                </a:lnTo>
                <a:lnTo>
                  <a:pt x="1066800" y="809625"/>
                </a:lnTo>
                <a:lnTo>
                  <a:pt x="1066800" y="800100"/>
                </a:lnTo>
                <a:lnTo>
                  <a:pt x="1047750" y="800100"/>
                </a:lnTo>
                <a:close/>
                <a:moveTo>
                  <a:pt x="1095375" y="790575"/>
                </a:moveTo>
                <a:lnTo>
                  <a:pt x="1104900" y="790575"/>
                </a:lnTo>
                <a:lnTo>
                  <a:pt x="1104900" y="800100"/>
                </a:lnTo>
                <a:lnTo>
                  <a:pt x="1095375" y="800100"/>
                </a:lnTo>
                <a:close/>
                <a:moveTo>
                  <a:pt x="0" y="800100"/>
                </a:moveTo>
                <a:lnTo>
                  <a:pt x="9525" y="800100"/>
                </a:lnTo>
                <a:lnTo>
                  <a:pt x="9525" y="809625"/>
                </a:lnTo>
                <a:lnTo>
                  <a:pt x="0" y="809625"/>
                </a:lnTo>
                <a:close/>
                <a:moveTo>
                  <a:pt x="552450" y="800100"/>
                </a:moveTo>
                <a:lnTo>
                  <a:pt x="561975" y="800100"/>
                </a:lnTo>
                <a:lnTo>
                  <a:pt x="561975" y="809625"/>
                </a:lnTo>
                <a:lnTo>
                  <a:pt x="552450" y="809625"/>
                </a:lnTo>
                <a:close/>
                <a:moveTo>
                  <a:pt x="1085850" y="800100"/>
                </a:moveTo>
                <a:lnTo>
                  <a:pt x="1095375" y="800100"/>
                </a:lnTo>
                <a:lnTo>
                  <a:pt x="1095375" y="809625"/>
                </a:lnTo>
                <a:lnTo>
                  <a:pt x="1085850" y="809625"/>
                </a:lnTo>
                <a:close/>
                <a:moveTo>
                  <a:pt x="28575" y="809625"/>
                </a:moveTo>
                <a:lnTo>
                  <a:pt x="38100" y="809625"/>
                </a:lnTo>
                <a:lnTo>
                  <a:pt x="38100" y="828675"/>
                </a:lnTo>
                <a:lnTo>
                  <a:pt x="28575" y="828675"/>
                </a:lnTo>
                <a:close/>
                <a:moveTo>
                  <a:pt x="1047750" y="819150"/>
                </a:moveTo>
                <a:lnTo>
                  <a:pt x="1057275" y="819150"/>
                </a:lnTo>
                <a:lnTo>
                  <a:pt x="1057275" y="828675"/>
                </a:lnTo>
                <a:lnTo>
                  <a:pt x="1085850" y="828675"/>
                </a:lnTo>
                <a:lnTo>
                  <a:pt x="1085850" y="847725"/>
                </a:lnTo>
                <a:lnTo>
                  <a:pt x="1057275" y="847725"/>
                </a:lnTo>
                <a:lnTo>
                  <a:pt x="1057275" y="838200"/>
                </a:lnTo>
                <a:lnTo>
                  <a:pt x="1047750" y="838200"/>
                </a:lnTo>
                <a:close/>
                <a:moveTo>
                  <a:pt x="1123950" y="819150"/>
                </a:moveTo>
                <a:lnTo>
                  <a:pt x="1133475" y="819150"/>
                </a:lnTo>
                <a:lnTo>
                  <a:pt x="1133475" y="857250"/>
                </a:lnTo>
                <a:lnTo>
                  <a:pt x="1114425" y="857250"/>
                </a:lnTo>
                <a:lnTo>
                  <a:pt x="1114425" y="847725"/>
                </a:lnTo>
                <a:lnTo>
                  <a:pt x="1104900" y="847725"/>
                </a:lnTo>
                <a:lnTo>
                  <a:pt x="1104900" y="838200"/>
                </a:lnTo>
                <a:lnTo>
                  <a:pt x="1123950" y="838200"/>
                </a:lnTo>
                <a:close/>
                <a:moveTo>
                  <a:pt x="57150" y="828675"/>
                </a:moveTo>
                <a:lnTo>
                  <a:pt x="76200" y="828675"/>
                </a:lnTo>
                <a:lnTo>
                  <a:pt x="76200" y="857250"/>
                </a:lnTo>
                <a:lnTo>
                  <a:pt x="47625" y="857250"/>
                </a:lnTo>
                <a:lnTo>
                  <a:pt x="47625" y="847725"/>
                </a:lnTo>
                <a:lnTo>
                  <a:pt x="57150" y="847725"/>
                </a:lnTo>
                <a:close/>
                <a:moveTo>
                  <a:pt x="95250" y="838200"/>
                </a:moveTo>
                <a:lnTo>
                  <a:pt x="114300" y="838200"/>
                </a:lnTo>
                <a:lnTo>
                  <a:pt x="114300" y="847725"/>
                </a:lnTo>
                <a:lnTo>
                  <a:pt x="104775" y="847725"/>
                </a:lnTo>
                <a:lnTo>
                  <a:pt x="104775" y="857250"/>
                </a:lnTo>
                <a:lnTo>
                  <a:pt x="85725" y="857250"/>
                </a:lnTo>
                <a:lnTo>
                  <a:pt x="85725" y="847725"/>
                </a:lnTo>
                <a:lnTo>
                  <a:pt x="95250" y="847725"/>
                </a:lnTo>
                <a:close/>
                <a:moveTo>
                  <a:pt x="552450" y="838200"/>
                </a:moveTo>
                <a:lnTo>
                  <a:pt x="561975" y="838200"/>
                </a:lnTo>
                <a:lnTo>
                  <a:pt x="561975" y="847725"/>
                </a:lnTo>
                <a:lnTo>
                  <a:pt x="552450" y="847725"/>
                </a:lnTo>
                <a:close/>
                <a:moveTo>
                  <a:pt x="590550" y="838200"/>
                </a:moveTo>
                <a:lnTo>
                  <a:pt x="600075" y="838200"/>
                </a:lnTo>
                <a:lnTo>
                  <a:pt x="600075" y="847725"/>
                </a:lnTo>
                <a:lnTo>
                  <a:pt x="590550" y="847725"/>
                </a:lnTo>
                <a:close/>
                <a:moveTo>
                  <a:pt x="885825" y="838200"/>
                </a:moveTo>
                <a:lnTo>
                  <a:pt x="895350" y="838200"/>
                </a:lnTo>
                <a:lnTo>
                  <a:pt x="895350" y="847725"/>
                </a:lnTo>
                <a:lnTo>
                  <a:pt x="885825" y="847725"/>
                </a:lnTo>
                <a:close/>
                <a:moveTo>
                  <a:pt x="133350" y="857250"/>
                </a:moveTo>
                <a:lnTo>
                  <a:pt x="142875" y="857250"/>
                </a:lnTo>
                <a:lnTo>
                  <a:pt x="142875" y="866775"/>
                </a:lnTo>
                <a:lnTo>
                  <a:pt x="133350" y="866775"/>
                </a:lnTo>
                <a:close/>
                <a:moveTo>
                  <a:pt x="876300" y="866775"/>
                </a:moveTo>
                <a:lnTo>
                  <a:pt x="885825" y="866775"/>
                </a:lnTo>
                <a:lnTo>
                  <a:pt x="885825" y="876300"/>
                </a:lnTo>
                <a:lnTo>
                  <a:pt x="876300" y="876300"/>
                </a:lnTo>
                <a:close/>
                <a:moveTo>
                  <a:pt x="752475" y="885825"/>
                </a:moveTo>
                <a:lnTo>
                  <a:pt x="762000" y="885825"/>
                </a:lnTo>
                <a:lnTo>
                  <a:pt x="762000" y="895350"/>
                </a:lnTo>
                <a:lnTo>
                  <a:pt x="752475" y="895350"/>
                </a:lnTo>
                <a:close/>
                <a:moveTo>
                  <a:pt x="771525" y="885825"/>
                </a:moveTo>
                <a:lnTo>
                  <a:pt x="781050" y="885825"/>
                </a:lnTo>
                <a:lnTo>
                  <a:pt x="781050" y="895350"/>
                </a:lnTo>
                <a:lnTo>
                  <a:pt x="771525" y="895350"/>
                </a:lnTo>
                <a:close/>
                <a:moveTo>
                  <a:pt x="342900" y="895350"/>
                </a:moveTo>
                <a:lnTo>
                  <a:pt x="352425" y="895350"/>
                </a:lnTo>
                <a:lnTo>
                  <a:pt x="352425" y="904875"/>
                </a:lnTo>
                <a:lnTo>
                  <a:pt x="342900" y="904875"/>
                </a:lnTo>
                <a:close/>
                <a:moveTo>
                  <a:pt x="381000" y="895350"/>
                </a:moveTo>
                <a:lnTo>
                  <a:pt x="390525" y="895350"/>
                </a:lnTo>
                <a:lnTo>
                  <a:pt x="390525" y="904875"/>
                </a:lnTo>
                <a:lnTo>
                  <a:pt x="400050" y="904875"/>
                </a:lnTo>
                <a:lnTo>
                  <a:pt x="400050" y="914400"/>
                </a:lnTo>
                <a:lnTo>
                  <a:pt x="390525" y="914400"/>
                </a:lnTo>
                <a:lnTo>
                  <a:pt x="390525" y="933450"/>
                </a:lnTo>
                <a:lnTo>
                  <a:pt x="381000" y="933450"/>
                </a:lnTo>
                <a:lnTo>
                  <a:pt x="381000" y="923925"/>
                </a:lnTo>
                <a:lnTo>
                  <a:pt x="352425" y="923925"/>
                </a:lnTo>
                <a:lnTo>
                  <a:pt x="352425" y="904875"/>
                </a:lnTo>
                <a:lnTo>
                  <a:pt x="381000" y="904875"/>
                </a:lnTo>
                <a:close/>
                <a:moveTo>
                  <a:pt x="762000" y="895350"/>
                </a:moveTo>
                <a:lnTo>
                  <a:pt x="771525" y="895350"/>
                </a:lnTo>
                <a:lnTo>
                  <a:pt x="771525" y="904875"/>
                </a:lnTo>
                <a:lnTo>
                  <a:pt x="762000" y="904875"/>
                </a:lnTo>
                <a:close/>
                <a:moveTo>
                  <a:pt x="0" y="904875"/>
                </a:moveTo>
                <a:lnTo>
                  <a:pt x="9525" y="904875"/>
                </a:lnTo>
                <a:lnTo>
                  <a:pt x="9525" y="914400"/>
                </a:lnTo>
                <a:lnTo>
                  <a:pt x="0" y="914400"/>
                </a:lnTo>
                <a:close/>
                <a:moveTo>
                  <a:pt x="38100" y="904875"/>
                </a:moveTo>
                <a:lnTo>
                  <a:pt x="57150" y="904875"/>
                </a:lnTo>
                <a:lnTo>
                  <a:pt x="57150" y="914400"/>
                </a:lnTo>
                <a:lnTo>
                  <a:pt x="76200" y="914400"/>
                </a:lnTo>
                <a:lnTo>
                  <a:pt x="76200" y="952500"/>
                </a:lnTo>
                <a:lnTo>
                  <a:pt x="57150" y="952500"/>
                </a:lnTo>
                <a:lnTo>
                  <a:pt x="57150" y="962025"/>
                </a:lnTo>
                <a:lnTo>
                  <a:pt x="9525" y="962025"/>
                </a:lnTo>
                <a:lnTo>
                  <a:pt x="9525" y="952500"/>
                </a:lnTo>
                <a:lnTo>
                  <a:pt x="38100" y="952500"/>
                </a:lnTo>
                <a:lnTo>
                  <a:pt x="38100" y="933450"/>
                </a:lnTo>
                <a:lnTo>
                  <a:pt x="28575" y="933450"/>
                </a:lnTo>
                <a:lnTo>
                  <a:pt x="28575" y="914400"/>
                </a:lnTo>
                <a:lnTo>
                  <a:pt x="38100" y="914400"/>
                </a:lnTo>
                <a:close/>
                <a:moveTo>
                  <a:pt x="419100" y="904875"/>
                </a:moveTo>
                <a:lnTo>
                  <a:pt x="438150" y="904875"/>
                </a:lnTo>
                <a:lnTo>
                  <a:pt x="438150" y="914400"/>
                </a:lnTo>
                <a:lnTo>
                  <a:pt x="419100" y="914400"/>
                </a:lnTo>
                <a:close/>
                <a:moveTo>
                  <a:pt x="438150" y="914400"/>
                </a:moveTo>
                <a:lnTo>
                  <a:pt x="447675" y="914400"/>
                </a:lnTo>
                <a:lnTo>
                  <a:pt x="447675" y="923925"/>
                </a:lnTo>
                <a:lnTo>
                  <a:pt x="438150" y="923925"/>
                </a:lnTo>
                <a:close/>
                <a:moveTo>
                  <a:pt x="523875" y="914400"/>
                </a:moveTo>
                <a:lnTo>
                  <a:pt x="533400" y="914400"/>
                </a:lnTo>
                <a:lnTo>
                  <a:pt x="533400" y="923925"/>
                </a:lnTo>
                <a:lnTo>
                  <a:pt x="523875" y="923925"/>
                </a:lnTo>
                <a:close/>
                <a:moveTo>
                  <a:pt x="400050" y="942975"/>
                </a:moveTo>
                <a:lnTo>
                  <a:pt x="419100" y="942975"/>
                </a:lnTo>
                <a:lnTo>
                  <a:pt x="419100" y="952500"/>
                </a:lnTo>
                <a:lnTo>
                  <a:pt x="428625" y="952500"/>
                </a:lnTo>
                <a:lnTo>
                  <a:pt x="428625" y="962025"/>
                </a:lnTo>
                <a:lnTo>
                  <a:pt x="409575" y="962025"/>
                </a:lnTo>
                <a:lnTo>
                  <a:pt x="409575" y="952500"/>
                </a:lnTo>
                <a:lnTo>
                  <a:pt x="400050" y="952500"/>
                </a:lnTo>
                <a:close/>
                <a:moveTo>
                  <a:pt x="619125" y="942975"/>
                </a:moveTo>
                <a:lnTo>
                  <a:pt x="628650" y="942975"/>
                </a:lnTo>
                <a:lnTo>
                  <a:pt x="628650" y="952500"/>
                </a:lnTo>
                <a:lnTo>
                  <a:pt x="619125" y="952500"/>
                </a:lnTo>
                <a:close/>
                <a:moveTo>
                  <a:pt x="304800" y="952500"/>
                </a:moveTo>
                <a:lnTo>
                  <a:pt x="314325" y="952500"/>
                </a:lnTo>
                <a:lnTo>
                  <a:pt x="314325" y="971550"/>
                </a:lnTo>
                <a:lnTo>
                  <a:pt x="304800" y="971550"/>
                </a:lnTo>
                <a:close/>
                <a:moveTo>
                  <a:pt x="438150" y="952500"/>
                </a:moveTo>
                <a:lnTo>
                  <a:pt x="447675" y="952500"/>
                </a:lnTo>
                <a:lnTo>
                  <a:pt x="447675" y="962025"/>
                </a:lnTo>
                <a:lnTo>
                  <a:pt x="438150" y="962025"/>
                </a:lnTo>
                <a:close/>
                <a:moveTo>
                  <a:pt x="638175" y="952500"/>
                </a:moveTo>
                <a:lnTo>
                  <a:pt x="647700" y="952500"/>
                </a:lnTo>
                <a:lnTo>
                  <a:pt x="647700" y="981075"/>
                </a:lnTo>
                <a:lnTo>
                  <a:pt x="638175" y="981075"/>
                </a:lnTo>
                <a:close/>
                <a:moveTo>
                  <a:pt x="57150" y="962025"/>
                </a:moveTo>
                <a:lnTo>
                  <a:pt x="66675" y="962025"/>
                </a:lnTo>
                <a:lnTo>
                  <a:pt x="66675" y="971550"/>
                </a:lnTo>
                <a:lnTo>
                  <a:pt x="57150" y="971550"/>
                </a:lnTo>
                <a:close/>
                <a:moveTo>
                  <a:pt x="447675" y="962025"/>
                </a:moveTo>
                <a:lnTo>
                  <a:pt x="457200" y="962025"/>
                </a:lnTo>
                <a:lnTo>
                  <a:pt x="457200" y="971550"/>
                </a:lnTo>
                <a:lnTo>
                  <a:pt x="447675" y="971550"/>
                </a:lnTo>
                <a:close/>
                <a:moveTo>
                  <a:pt x="314325" y="971550"/>
                </a:moveTo>
                <a:lnTo>
                  <a:pt x="333375" y="971550"/>
                </a:lnTo>
                <a:lnTo>
                  <a:pt x="333375" y="981075"/>
                </a:lnTo>
                <a:lnTo>
                  <a:pt x="314325" y="981075"/>
                </a:lnTo>
                <a:close/>
                <a:moveTo>
                  <a:pt x="342900" y="971550"/>
                </a:moveTo>
                <a:lnTo>
                  <a:pt x="352425" y="971550"/>
                </a:lnTo>
                <a:lnTo>
                  <a:pt x="352425" y="981075"/>
                </a:lnTo>
                <a:lnTo>
                  <a:pt x="342900" y="981075"/>
                </a:lnTo>
                <a:close/>
                <a:moveTo>
                  <a:pt x="581025" y="971550"/>
                </a:moveTo>
                <a:lnTo>
                  <a:pt x="590550" y="971550"/>
                </a:lnTo>
                <a:lnTo>
                  <a:pt x="590550" y="981075"/>
                </a:lnTo>
                <a:lnTo>
                  <a:pt x="600075" y="981075"/>
                </a:lnTo>
                <a:lnTo>
                  <a:pt x="600075" y="990600"/>
                </a:lnTo>
                <a:lnTo>
                  <a:pt x="609600" y="990600"/>
                </a:lnTo>
                <a:lnTo>
                  <a:pt x="609600" y="1028700"/>
                </a:lnTo>
                <a:lnTo>
                  <a:pt x="619125" y="1028700"/>
                </a:lnTo>
                <a:lnTo>
                  <a:pt x="619125" y="1038225"/>
                </a:lnTo>
                <a:lnTo>
                  <a:pt x="609600" y="1038225"/>
                </a:lnTo>
                <a:lnTo>
                  <a:pt x="609600" y="1066800"/>
                </a:lnTo>
                <a:lnTo>
                  <a:pt x="628650" y="1066800"/>
                </a:lnTo>
                <a:lnTo>
                  <a:pt x="628650" y="1085850"/>
                </a:lnTo>
                <a:lnTo>
                  <a:pt x="619125" y="1085850"/>
                </a:lnTo>
                <a:lnTo>
                  <a:pt x="619125" y="1095375"/>
                </a:lnTo>
                <a:lnTo>
                  <a:pt x="590550" y="1095375"/>
                </a:lnTo>
                <a:lnTo>
                  <a:pt x="590550" y="1085850"/>
                </a:lnTo>
                <a:lnTo>
                  <a:pt x="600075" y="1085850"/>
                </a:lnTo>
                <a:lnTo>
                  <a:pt x="600075" y="1057275"/>
                </a:lnTo>
                <a:lnTo>
                  <a:pt x="581025" y="1057275"/>
                </a:lnTo>
                <a:lnTo>
                  <a:pt x="581025" y="1028700"/>
                </a:lnTo>
                <a:lnTo>
                  <a:pt x="600075" y="1028700"/>
                </a:lnTo>
                <a:lnTo>
                  <a:pt x="600075" y="1000125"/>
                </a:lnTo>
                <a:lnTo>
                  <a:pt x="581025" y="1000125"/>
                </a:lnTo>
                <a:lnTo>
                  <a:pt x="581025" y="990600"/>
                </a:lnTo>
                <a:lnTo>
                  <a:pt x="571500" y="990600"/>
                </a:lnTo>
                <a:lnTo>
                  <a:pt x="571500" y="981075"/>
                </a:lnTo>
                <a:lnTo>
                  <a:pt x="581025" y="981075"/>
                </a:lnTo>
                <a:close/>
                <a:moveTo>
                  <a:pt x="76200" y="981075"/>
                </a:moveTo>
                <a:lnTo>
                  <a:pt x="85725" y="981075"/>
                </a:lnTo>
                <a:lnTo>
                  <a:pt x="85725" y="990600"/>
                </a:lnTo>
                <a:lnTo>
                  <a:pt x="76200" y="990600"/>
                </a:lnTo>
                <a:close/>
                <a:moveTo>
                  <a:pt x="85725" y="990600"/>
                </a:moveTo>
                <a:lnTo>
                  <a:pt x="95250" y="990600"/>
                </a:lnTo>
                <a:lnTo>
                  <a:pt x="95250" y="1000125"/>
                </a:lnTo>
                <a:lnTo>
                  <a:pt x="85725" y="1000125"/>
                </a:lnTo>
                <a:close/>
                <a:moveTo>
                  <a:pt x="352425" y="990600"/>
                </a:moveTo>
                <a:lnTo>
                  <a:pt x="361950" y="990600"/>
                </a:lnTo>
                <a:lnTo>
                  <a:pt x="361950" y="1000125"/>
                </a:lnTo>
                <a:lnTo>
                  <a:pt x="371475" y="1000125"/>
                </a:lnTo>
                <a:lnTo>
                  <a:pt x="371475" y="1009650"/>
                </a:lnTo>
                <a:lnTo>
                  <a:pt x="361950" y="1009650"/>
                </a:lnTo>
                <a:lnTo>
                  <a:pt x="361950" y="1019175"/>
                </a:lnTo>
                <a:lnTo>
                  <a:pt x="352425" y="1019175"/>
                </a:lnTo>
                <a:close/>
                <a:moveTo>
                  <a:pt x="542925" y="990600"/>
                </a:moveTo>
                <a:lnTo>
                  <a:pt x="552450" y="990600"/>
                </a:lnTo>
                <a:lnTo>
                  <a:pt x="552450" y="1000125"/>
                </a:lnTo>
                <a:lnTo>
                  <a:pt x="542925" y="1000125"/>
                </a:lnTo>
                <a:close/>
                <a:moveTo>
                  <a:pt x="28575" y="1000125"/>
                </a:moveTo>
                <a:lnTo>
                  <a:pt x="38100" y="1000125"/>
                </a:lnTo>
                <a:lnTo>
                  <a:pt x="38100" y="1009650"/>
                </a:lnTo>
                <a:lnTo>
                  <a:pt x="28575" y="1009650"/>
                </a:lnTo>
                <a:close/>
                <a:moveTo>
                  <a:pt x="95250" y="1000125"/>
                </a:moveTo>
                <a:lnTo>
                  <a:pt x="114300" y="1000125"/>
                </a:lnTo>
                <a:lnTo>
                  <a:pt x="114300" y="1009650"/>
                </a:lnTo>
                <a:lnTo>
                  <a:pt x="95250" y="1009650"/>
                </a:lnTo>
                <a:close/>
                <a:moveTo>
                  <a:pt x="0" y="1038225"/>
                </a:moveTo>
                <a:lnTo>
                  <a:pt x="19050" y="1038225"/>
                </a:lnTo>
                <a:lnTo>
                  <a:pt x="19050" y="1057275"/>
                </a:lnTo>
                <a:lnTo>
                  <a:pt x="0" y="1057275"/>
                </a:lnTo>
                <a:close/>
                <a:moveTo>
                  <a:pt x="400050" y="1038225"/>
                </a:moveTo>
                <a:lnTo>
                  <a:pt x="409575" y="1038225"/>
                </a:lnTo>
                <a:lnTo>
                  <a:pt x="409575" y="1047750"/>
                </a:lnTo>
                <a:lnTo>
                  <a:pt x="400050" y="1047750"/>
                </a:lnTo>
                <a:close/>
                <a:moveTo>
                  <a:pt x="19050" y="1057275"/>
                </a:moveTo>
                <a:lnTo>
                  <a:pt x="38100" y="1057275"/>
                </a:lnTo>
                <a:lnTo>
                  <a:pt x="38100" y="1076325"/>
                </a:lnTo>
                <a:lnTo>
                  <a:pt x="28575" y="1076325"/>
                </a:lnTo>
                <a:lnTo>
                  <a:pt x="28575" y="1085850"/>
                </a:lnTo>
                <a:lnTo>
                  <a:pt x="19050" y="1085850"/>
                </a:lnTo>
                <a:lnTo>
                  <a:pt x="19050" y="1076325"/>
                </a:lnTo>
                <a:lnTo>
                  <a:pt x="9525" y="1076325"/>
                </a:lnTo>
                <a:lnTo>
                  <a:pt x="9525" y="1066800"/>
                </a:lnTo>
                <a:lnTo>
                  <a:pt x="19050" y="1066800"/>
                </a:lnTo>
                <a:close/>
                <a:moveTo>
                  <a:pt x="47625" y="1066800"/>
                </a:moveTo>
                <a:lnTo>
                  <a:pt x="57150" y="1066800"/>
                </a:lnTo>
                <a:lnTo>
                  <a:pt x="57150" y="1076325"/>
                </a:lnTo>
                <a:lnTo>
                  <a:pt x="47625" y="1076325"/>
                </a:lnTo>
                <a:close/>
                <a:moveTo>
                  <a:pt x="342900" y="1076325"/>
                </a:moveTo>
                <a:lnTo>
                  <a:pt x="352425" y="1076325"/>
                </a:lnTo>
                <a:lnTo>
                  <a:pt x="352425" y="1085850"/>
                </a:lnTo>
                <a:lnTo>
                  <a:pt x="342900" y="1085850"/>
                </a:lnTo>
                <a:close/>
                <a:moveTo>
                  <a:pt x="361950" y="1085850"/>
                </a:moveTo>
                <a:lnTo>
                  <a:pt x="371475" y="1085850"/>
                </a:lnTo>
                <a:lnTo>
                  <a:pt x="371475" y="1095375"/>
                </a:lnTo>
                <a:lnTo>
                  <a:pt x="361950" y="1095375"/>
                </a:lnTo>
                <a:close/>
                <a:moveTo>
                  <a:pt x="504825" y="1085850"/>
                </a:moveTo>
                <a:lnTo>
                  <a:pt x="523875" y="1085850"/>
                </a:lnTo>
                <a:lnTo>
                  <a:pt x="523875" y="1095375"/>
                </a:lnTo>
                <a:lnTo>
                  <a:pt x="504825" y="1095375"/>
                </a:lnTo>
                <a:close/>
                <a:moveTo>
                  <a:pt x="523875" y="1095375"/>
                </a:moveTo>
                <a:lnTo>
                  <a:pt x="542925" y="1095375"/>
                </a:lnTo>
                <a:lnTo>
                  <a:pt x="542925" y="1104900"/>
                </a:lnTo>
                <a:lnTo>
                  <a:pt x="523875" y="1104900"/>
                </a:lnTo>
                <a:close/>
                <a:moveTo>
                  <a:pt x="542925" y="1104900"/>
                </a:moveTo>
                <a:lnTo>
                  <a:pt x="552450" y="1104900"/>
                </a:lnTo>
                <a:lnTo>
                  <a:pt x="552450" y="1114425"/>
                </a:lnTo>
                <a:lnTo>
                  <a:pt x="542925" y="1114425"/>
                </a:lnTo>
                <a:close/>
                <a:moveTo>
                  <a:pt x="0" y="1123950"/>
                </a:moveTo>
                <a:lnTo>
                  <a:pt x="9525" y="1123950"/>
                </a:lnTo>
                <a:lnTo>
                  <a:pt x="9525" y="1133475"/>
                </a:lnTo>
                <a:lnTo>
                  <a:pt x="0" y="1133475"/>
                </a:lnTo>
                <a:close/>
                <a:moveTo>
                  <a:pt x="590550" y="1123950"/>
                </a:moveTo>
                <a:lnTo>
                  <a:pt x="609600" y="1123950"/>
                </a:lnTo>
                <a:lnTo>
                  <a:pt x="609600" y="1133475"/>
                </a:lnTo>
                <a:lnTo>
                  <a:pt x="600075" y="1133475"/>
                </a:lnTo>
                <a:lnTo>
                  <a:pt x="600075" y="1143000"/>
                </a:lnTo>
                <a:lnTo>
                  <a:pt x="609600" y="1143000"/>
                </a:lnTo>
                <a:lnTo>
                  <a:pt x="609600" y="1133475"/>
                </a:lnTo>
                <a:lnTo>
                  <a:pt x="619125" y="1133475"/>
                </a:lnTo>
                <a:lnTo>
                  <a:pt x="619125" y="1123950"/>
                </a:lnTo>
                <a:lnTo>
                  <a:pt x="628650" y="1123950"/>
                </a:lnTo>
                <a:lnTo>
                  <a:pt x="628650" y="1133475"/>
                </a:lnTo>
                <a:lnTo>
                  <a:pt x="619125" y="1133475"/>
                </a:lnTo>
                <a:lnTo>
                  <a:pt x="619125" y="1152525"/>
                </a:lnTo>
                <a:lnTo>
                  <a:pt x="590550" y="1152525"/>
                </a:lnTo>
                <a:lnTo>
                  <a:pt x="590550" y="1143000"/>
                </a:lnTo>
                <a:lnTo>
                  <a:pt x="581025" y="1143000"/>
                </a:lnTo>
                <a:lnTo>
                  <a:pt x="581025" y="1133475"/>
                </a:lnTo>
                <a:lnTo>
                  <a:pt x="590550" y="1133475"/>
                </a:lnTo>
                <a:close/>
                <a:moveTo>
                  <a:pt x="381000" y="1171575"/>
                </a:moveTo>
                <a:lnTo>
                  <a:pt x="390525" y="1171575"/>
                </a:lnTo>
                <a:lnTo>
                  <a:pt x="390525" y="1181100"/>
                </a:lnTo>
                <a:lnTo>
                  <a:pt x="381000" y="1181100"/>
                </a:lnTo>
                <a:close/>
                <a:moveTo>
                  <a:pt x="466725" y="1171575"/>
                </a:moveTo>
                <a:lnTo>
                  <a:pt x="476250" y="1171575"/>
                </a:lnTo>
                <a:lnTo>
                  <a:pt x="476250" y="1181100"/>
                </a:lnTo>
                <a:lnTo>
                  <a:pt x="466725" y="1181100"/>
                </a:lnTo>
                <a:close/>
                <a:moveTo>
                  <a:pt x="485775" y="1171575"/>
                </a:moveTo>
                <a:lnTo>
                  <a:pt x="495300" y="1171575"/>
                </a:lnTo>
                <a:lnTo>
                  <a:pt x="495300" y="1181100"/>
                </a:lnTo>
                <a:lnTo>
                  <a:pt x="485775" y="1181100"/>
                </a:lnTo>
                <a:close/>
                <a:moveTo>
                  <a:pt x="523875" y="1171575"/>
                </a:moveTo>
                <a:lnTo>
                  <a:pt x="552450" y="1171575"/>
                </a:lnTo>
                <a:lnTo>
                  <a:pt x="552450" y="1181100"/>
                </a:lnTo>
                <a:lnTo>
                  <a:pt x="523875" y="1181100"/>
                </a:lnTo>
                <a:close/>
                <a:moveTo>
                  <a:pt x="600075" y="1190625"/>
                </a:moveTo>
                <a:lnTo>
                  <a:pt x="609600" y="1190625"/>
                </a:lnTo>
                <a:lnTo>
                  <a:pt x="609600" y="1209675"/>
                </a:lnTo>
                <a:lnTo>
                  <a:pt x="600075" y="1209675"/>
                </a:lnTo>
                <a:close/>
                <a:moveTo>
                  <a:pt x="657225" y="1190625"/>
                </a:moveTo>
                <a:lnTo>
                  <a:pt x="685800" y="1190625"/>
                </a:lnTo>
                <a:lnTo>
                  <a:pt x="685800" y="1200150"/>
                </a:lnTo>
                <a:lnTo>
                  <a:pt x="657225" y="1200150"/>
                </a:lnTo>
                <a:close/>
                <a:moveTo>
                  <a:pt x="0" y="1200150"/>
                </a:moveTo>
                <a:lnTo>
                  <a:pt x="9525" y="1200150"/>
                </a:lnTo>
                <a:lnTo>
                  <a:pt x="9525" y="1209675"/>
                </a:lnTo>
                <a:lnTo>
                  <a:pt x="0" y="1209675"/>
                </a:lnTo>
                <a:close/>
                <a:moveTo>
                  <a:pt x="571500" y="1200150"/>
                </a:moveTo>
                <a:lnTo>
                  <a:pt x="581025" y="1200150"/>
                </a:lnTo>
                <a:lnTo>
                  <a:pt x="581025" y="1219200"/>
                </a:lnTo>
                <a:lnTo>
                  <a:pt x="571500" y="1219200"/>
                </a:lnTo>
                <a:close/>
                <a:moveTo>
                  <a:pt x="9525" y="1209675"/>
                </a:moveTo>
                <a:lnTo>
                  <a:pt x="19050" y="1209675"/>
                </a:lnTo>
                <a:lnTo>
                  <a:pt x="19050" y="1219200"/>
                </a:lnTo>
                <a:lnTo>
                  <a:pt x="9525" y="1219200"/>
                </a:lnTo>
                <a:close/>
                <a:moveTo>
                  <a:pt x="419100" y="1209675"/>
                </a:moveTo>
                <a:lnTo>
                  <a:pt x="428625" y="1209675"/>
                </a:lnTo>
                <a:lnTo>
                  <a:pt x="428625" y="1219200"/>
                </a:lnTo>
                <a:lnTo>
                  <a:pt x="419100" y="1219200"/>
                </a:lnTo>
                <a:close/>
                <a:moveTo>
                  <a:pt x="733425" y="1209675"/>
                </a:moveTo>
                <a:lnTo>
                  <a:pt x="752475" y="1209675"/>
                </a:lnTo>
                <a:lnTo>
                  <a:pt x="752475" y="1219200"/>
                </a:lnTo>
                <a:lnTo>
                  <a:pt x="733425" y="1219200"/>
                </a:lnTo>
                <a:close/>
                <a:moveTo>
                  <a:pt x="371475" y="1228725"/>
                </a:moveTo>
                <a:lnTo>
                  <a:pt x="381000" y="1228725"/>
                </a:lnTo>
                <a:lnTo>
                  <a:pt x="381000" y="1247775"/>
                </a:lnTo>
                <a:lnTo>
                  <a:pt x="390525" y="1247775"/>
                </a:lnTo>
                <a:lnTo>
                  <a:pt x="390525" y="1257300"/>
                </a:lnTo>
                <a:lnTo>
                  <a:pt x="371475" y="1257300"/>
                </a:lnTo>
                <a:lnTo>
                  <a:pt x="371475" y="1266825"/>
                </a:lnTo>
                <a:lnTo>
                  <a:pt x="361950" y="1266825"/>
                </a:lnTo>
                <a:lnTo>
                  <a:pt x="361950" y="1285875"/>
                </a:lnTo>
                <a:lnTo>
                  <a:pt x="342900" y="1285875"/>
                </a:lnTo>
                <a:lnTo>
                  <a:pt x="342900" y="1295400"/>
                </a:lnTo>
                <a:lnTo>
                  <a:pt x="323850" y="1295400"/>
                </a:lnTo>
                <a:lnTo>
                  <a:pt x="323850" y="1285875"/>
                </a:lnTo>
                <a:lnTo>
                  <a:pt x="333375" y="1285875"/>
                </a:lnTo>
                <a:lnTo>
                  <a:pt x="333375" y="1276350"/>
                </a:lnTo>
                <a:lnTo>
                  <a:pt x="352425" y="1276350"/>
                </a:lnTo>
                <a:lnTo>
                  <a:pt x="352425" y="1247775"/>
                </a:lnTo>
                <a:lnTo>
                  <a:pt x="361950" y="1247775"/>
                </a:lnTo>
                <a:lnTo>
                  <a:pt x="361950" y="1238250"/>
                </a:lnTo>
                <a:lnTo>
                  <a:pt x="371475" y="1238250"/>
                </a:lnTo>
                <a:close/>
                <a:moveTo>
                  <a:pt x="752475" y="1238250"/>
                </a:moveTo>
                <a:lnTo>
                  <a:pt x="781050" y="1238250"/>
                </a:lnTo>
                <a:lnTo>
                  <a:pt x="781050" y="1247775"/>
                </a:lnTo>
                <a:lnTo>
                  <a:pt x="771525" y="1247775"/>
                </a:lnTo>
                <a:lnTo>
                  <a:pt x="771525" y="1257300"/>
                </a:lnTo>
                <a:lnTo>
                  <a:pt x="742950" y="1257300"/>
                </a:lnTo>
                <a:lnTo>
                  <a:pt x="742950" y="1266825"/>
                </a:lnTo>
                <a:lnTo>
                  <a:pt x="723900" y="1266825"/>
                </a:lnTo>
                <a:lnTo>
                  <a:pt x="723900" y="1247775"/>
                </a:lnTo>
                <a:lnTo>
                  <a:pt x="752475" y="1247775"/>
                </a:lnTo>
                <a:close/>
                <a:moveTo>
                  <a:pt x="0" y="1257300"/>
                </a:moveTo>
                <a:lnTo>
                  <a:pt x="38100" y="1257300"/>
                </a:lnTo>
                <a:lnTo>
                  <a:pt x="38100" y="1266825"/>
                </a:lnTo>
                <a:lnTo>
                  <a:pt x="0" y="1266825"/>
                </a:lnTo>
                <a:close/>
                <a:moveTo>
                  <a:pt x="523875" y="1266825"/>
                </a:moveTo>
                <a:lnTo>
                  <a:pt x="533400" y="1266825"/>
                </a:lnTo>
                <a:lnTo>
                  <a:pt x="533400" y="1276350"/>
                </a:lnTo>
                <a:lnTo>
                  <a:pt x="542925" y="1276350"/>
                </a:lnTo>
                <a:lnTo>
                  <a:pt x="542925" y="1285875"/>
                </a:lnTo>
                <a:lnTo>
                  <a:pt x="533400" y="1285875"/>
                </a:lnTo>
                <a:lnTo>
                  <a:pt x="533400" y="1295400"/>
                </a:lnTo>
                <a:lnTo>
                  <a:pt x="514350" y="1295400"/>
                </a:lnTo>
                <a:lnTo>
                  <a:pt x="514350" y="1285875"/>
                </a:lnTo>
                <a:lnTo>
                  <a:pt x="523875" y="1285875"/>
                </a:lnTo>
                <a:close/>
                <a:moveTo>
                  <a:pt x="714375" y="1266825"/>
                </a:moveTo>
                <a:lnTo>
                  <a:pt x="723900" y="1266825"/>
                </a:lnTo>
                <a:lnTo>
                  <a:pt x="723900" y="1276350"/>
                </a:lnTo>
                <a:lnTo>
                  <a:pt x="714375" y="1276350"/>
                </a:lnTo>
                <a:close/>
                <a:moveTo>
                  <a:pt x="485775" y="1285875"/>
                </a:moveTo>
                <a:lnTo>
                  <a:pt x="504825" y="1285875"/>
                </a:lnTo>
                <a:lnTo>
                  <a:pt x="504825" y="1295400"/>
                </a:lnTo>
                <a:lnTo>
                  <a:pt x="495300" y="1295400"/>
                </a:lnTo>
                <a:lnTo>
                  <a:pt x="495300" y="1304925"/>
                </a:lnTo>
                <a:lnTo>
                  <a:pt x="485775" y="1304925"/>
                </a:lnTo>
                <a:close/>
                <a:moveTo>
                  <a:pt x="571500" y="1285875"/>
                </a:moveTo>
                <a:lnTo>
                  <a:pt x="581025" y="1285875"/>
                </a:lnTo>
                <a:lnTo>
                  <a:pt x="581025" y="1295400"/>
                </a:lnTo>
                <a:lnTo>
                  <a:pt x="600075" y="1295400"/>
                </a:lnTo>
                <a:lnTo>
                  <a:pt x="600075" y="1314450"/>
                </a:lnTo>
                <a:lnTo>
                  <a:pt x="609600" y="1314450"/>
                </a:lnTo>
                <a:lnTo>
                  <a:pt x="609600" y="1323975"/>
                </a:lnTo>
                <a:lnTo>
                  <a:pt x="619125" y="1323975"/>
                </a:lnTo>
                <a:lnTo>
                  <a:pt x="619125" y="1343025"/>
                </a:lnTo>
                <a:lnTo>
                  <a:pt x="609600" y="1343025"/>
                </a:lnTo>
                <a:lnTo>
                  <a:pt x="609600" y="1390650"/>
                </a:lnTo>
                <a:lnTo>
                  <a:pt x="600075" y="1390650"/>
                </a:lnTo>
                <a:lnTo>
                  <a:pt x="600075" y="1438275"/>
                </a:lnTo>
                <a:lnTo>
                  <a:pt x="590550" y="1438275"/>
                </a:lnTo>
                <a:lnTo>
                  <a:pt x="590550" y="1447800"/>
                </a:lnTo>
                <a:lnTo>
                  <a:pt x="609600" y="1447800"/>
                </a:lnTo>
                <a:lnTo>
                  <a:pt x="609600" y="1457325"/>
                </a:lnTo>
                <a:lnTo>
                  <a:pt x="571500" y="1457325"/>
                </a:lnTo>
                <a:lnTo>
                  <a:pt x="571500" y="1447800"/>
                </a:lnTo>
                <a:lnTo>
                  <a:pt x="561975" y="1447800"/>
                </a:lnTo>
                <a:lnTo>
                  <a:pt x="561975" y="1438275"/>
                </a:lnTo>
                <a:lnTo>
                  <a:pt x="552450" y="1438275"/>
                </a:lnTo>
                <a:lnTo>
                  <a:pt x="552450" y="1428750"/>
                </a:lnTo>
                <a:lnTo>
                  <a:pt x="542925" y="1428750"/>
                </a:lnTo>
                <a:lnTo>
                  <a:pt x="542925" y="1400175"/>
                </a:lnTo>
                <a:lnTo>
                  <a:pt x="561975" y="1400175"/>
                </a:lnTo>
                <a:lnTo>
                  <a:pt x="561975" y="1409700"/>
                </a:lnTo>
                <a:lnTo>
                  <a:pt x="571500" y="1409700"/>
                </a:lnTo>
                <a:lnTo>
                  <a:pt x="571500" y="1428750"/>
                </a:lnTo>
                <a:lnTo>
                  <a:pt x="581025" y="1428750"/>
                </a:lnTo>
                <a:lnTo>
                  <a:pt x="581025" y="1400175"/>
                </a:lnTo>
                <a:lnTo>
                  <a:pt x="590550" y="1400175"/>
                </a:lnTo>
                <a:lnTo>
                  <a:pt x="590550" y="1381125"/>
                </a:lnTo>
                <a:lnTo>
                  <a:pt x="600075" y="1381125"/>
                </a:lnTo>
                <a:lnTo>
                  <a:pt x="600075" y="1362075"/>
                </a:lnTo>
                <a:lnTo>
                  <a:pt x="590550" y="1362075"/>
                </a:lnTo>
                <a:lnTo>
                  <a:pt x="590550" y="1371600"/>
                </a:lnTo>
                <a:lnTo>
                  <a:pt x="581025" y="1371600"/>
                </a:lnTo>
                <a:lnTo>
                  <a:pt x="581025" y="1333500"/>
                </a:lnTo>
                <a:lnTo>
                  <a:pt x="590550" y="1333500"/>
                </a:lnTo>
                <a:lnTo>
                  <a:pt x="590550" y="1304925"/>
                </a:lnTo>
                <a:lnTo>
                  <a:pt x="571500" y="1304925"/>
                </a:lnTo>
                <a:close/>
                <a:moveTo>
                  <a:pt x="314325" y="1295400"/>
                </a:moveTo>
                <a:lnTo>
                  <a:pt x="323850" y="1295400"/>
                </a:lnTo>
                <a:lnTo>
                  <a:pt x="323850" y="1304925"/>
                </a:lnTo>
                <a:lnTo>
                  <a:pt x="314325" y="1304925"/>
                </a:lnTo>
                <a:close/>
                <a:moveTo>
                  <a:pt x="552450" y="1295400"/>
                </a:moveTo>
                <a:lnTo>
                  <a:pt x="561975" y="1295400"/>
                </a:lnTo>
                <a:lnTo>
                  <a:pt x="561975" y="1314450"/>
                </a:lnTo>
                <a:lnTo>
                  <a:pt x="581025" y="1314450"/>
                </a:lnTo>
                <a:lnTo>
                  <a:pt x="581025" y="1323975"/>
                </a:lnTo>
                <a:lnTo>
                  <a:pt x="552450" y="1323975"/>
                </a:lnTo>
                <a:close/>
                <a:moveTo>
                  <a:pt x="800100" y="1295400"/>
                </a:moveTo>
                <a:lnTo>
                  <a:pt x="828675" y="1295400"/>
                </a:lnTo>
                <a:lnTo>
                  <a:pt x="828675" y="1304925"/>
                </a:lnTo>
                <a:lnTo>
                  <a:pt x="847725" y="1304925"/>
                </a:lnTo>
                <a:lnTo>
                  <a:pt x="847725" y="1314450"/>
                </a:lnTo>
                <a:lnTo>
                  <a:pt x="828675" y="1314450"/>
                </a:lnTo>
                <a:lnTo>
                  <a:pt x="828675" y="1323975"/>
                </a:lnTo>
                <a:lnTo>
                  <a:pt x="819150" y="1323975"/>
                </a:lnTo>
                <a:lnTo>
                  <a:pt x="819150" y="1304925"/>
                </a:lnTo>
                <a:lnTo>
                  <a:pt x="800100" y="1304925"/>
                </a:lnTo>
                <a:close/>
                <a:moveTo>
                  <a:pt x="1085850" y="1295400"/>
                </a:moveTo>
                <a:lnTo>
                  <a:pt x="1104900" y="1295400"/>
                </a:lnTo>
                <a:lnTo>
                  <a:pt x="1104900" y="1304925"/>
                </a:lnTo>
                <a:lnTo>
                  <a:pt x="1085850" y="1304925"/>
                </a:lnTo>
                <a:close/>
                <a:moveTo>
                  <a:pt x="295275" y="1304925"/>
                </a:moveTo>
                <a:lnTo>
                  <a:pt x="304800" y="1304925"/>
                </a:lnTo>
                <a:lnTo>
                  <a:pt x="304800" y="1314450"/>
                </a:lnTo>
                <a:lnTo>
                  <a:pt x="295275" y="1314450"/>
                </a:lnTo>
                <a:close/>
                <a:moveTo>
                  <a:pt x="666750" y="1304925"/>
                </a:moveTo>
                <a:lnTo>
                  <a:pt x="676275" y="1304925"/>
                </a:lnTo>
                <a:lnTo>
                  <a:pt x="676275" y="1314450"/>
                </a:lnTo>
                <a:lnTo>
                  <a:pt x="666750" y="1314450"/>
                </a:lnTo>
                <a:close/>
                <a:moveTo>
                  <a:pt x="762000" y="1304925"/>
                </a:moveTo>
                <a:lnTo>
                  <a:pt x="771525" y="1304925"/>
                </a:lnTo>
                <a:lnTo>
                  <a:pt x="771525" y="1343025"/>
                </a:lnTo>
                <a:lnTo>
                  <a:pt x="762000" y="1343025"/>
                </a:lnTo>
                <a:close/>
                <a:moveTo>
                  <a:pt x="247650" y="1314450"/>
                </a:moveTo>
                <a:lnTo>
                  <a:pt x="257175" y="1314450"/>
                </a:lnTo>
                <a:lnTo>
                  <a:pt x="257175" y="1323975"/>
                </a:lnTo>
                <a:lnTo>
                  <a:pt x="247650" y="1323975"/>
                </a:lnTo>
                <a:close/>
                <a:moveTo>
                  <a:pt x="676275" y="1314450"/>
                </a:moveTo>
                <a:lnTo>
                  <a:pt x="685800" y="1314450"/>
                </a:lnTo>
                <a:lnTo>
                  <a:pt x="685800" y="1343025"/>
                </a:lnTo>
                <a:lnTo>
                  <a:pt x="695325" y="1343025"/>
                </a:lnTo>
                <a:lnTo>
                  <a:pt x="695325" y="1362075"/>
                </a:lnTo>
                <a:lnTo>
                  <a:pt x="676275" y="1362075"/>
                </a:lnTo>
                <a:lnTo>
                  <a:pt x="676275" y="1381125"/>
                </a:lnTo>
                <a:lnTo>
                  <a:pt x="685800" y="1381125"/>
                </a:lnTo>
                <a:lnTo>
                  <a:pt x="685800" y="1390650"/>
                </a:lnTo>
                <a:lnTo>
                  <a:pt x="676275" y="1390650"/>
                </a:lnTo>
                <a:lnTo>
                  <a:pt x="676275" y="1400175"/>
                </a:lnTo>
                <a:lnTo>
                  <a:pt x="657225" y="1400175"/>
                </a:lnTo>
                <a:lnTo>
                  <a:pt x="657225" y="1390650"/>
                </a:lnTo>
                <a:lnTo>
                  <a:pt x="647700" y="1390650"/>
                </a:lnTo>
                <a:lnTo>
                  <a:pt x="647700" y="1381125"/>
                </a:lnTo>
                <a:lnTo>
                  <a:pt x="657225" y="1381125"/>
                </a:lnTo>
                <a:lnTo>
                  <a:pt x="657225" y="1371600"/>
                </a:lnTo>
                <a:lnTo>
                  <a:pt x="666750" y="1371600"/>
                </a:lnTo>
                <a:lnTo>
                  <a:pt x="666750" y="1362075"/>
                </a:lnTo>
                <a:lnTo>
                  <a:pt x="657225" y="1362075"/>
                </a:lnTo>
                <a:lnTo>
                  <a:pt x="657225" y="1343025"/>
                </a:lnTo>
                <a:lnTo>
                  <a:pt x="647700" y="1343025"/>
                </a:lnTo>
                <a:lnTo>
                  <a:pt x="647700" y="1323975"/>
                </a:lnTo>
                <a:lnTo>
                  <a:pt x="657225" y="1323975"/>
                </a:lnTo>
                <a:lnTo>
                  <a:pt x="657225" y="1333500"/>
                </a:lnTo>
                <a:lnTo>
                  <a:pt x="666750" y="1333500"/>
                </a:lnTo>
                <a:lnTo>
                  <a:pt x="666750" y="1323975"/>
                </a:lnTo>
                <a:lnTo>
                  <a:pt x="676275" y="1323975"/>
                </a:lnTo>
                <a:close/>
                <a:moveTo>
                  <a:pt x="914400" y="1314450"/>
                </a:moveTo>
                <a:lnTo>
                  <a:pt x="942975" y="1314450"/>
                </a:lnTo>
                <a:lnTo>
                  <a:pt x="942975" y="1323975"/>
                </a:lnTo>
                <a:lnTo>
                  <a:pt x="914400" y="1323975"/>
                </a:lnTo>
                <a:close/>
                <a:moveTo>
                  <a:pt x="990600" y="1314450"/>
                </a:moveTo>
                <a:lnTo>
                  <a:pt x="1000125" y="1314450"/>
                </a:lnTo>
                <a:lnTo>
                  <a:pt x="1000125" y="1323975"/>
                </a:lnTo>
                <a:lnTo>
                  <a:pt x="990600" y="1323975"/>
                </a:lnTo>
                <a:close/>
                <a:moveTo>
                  <a:pt x="1009650" y="1314450"/>
                </a:moveTo>
                <a:lnTo>
                  <a:pt x="1019175" y="1314450"/>
                </a:lnTo>
                <a:lnTo>
                  <a:pt x="1019175" y="1323975"/>
                </a:lnTo>
                <a:lnTo>
                  <a:pt x="1009650" y="1323975"/>
                </a:lnTo>
                <a:close/>
                <a:moveTo>
                  <a:pt x="1066800" y="1314450"/>
                </a:moveTo>
                <a:lnTo>
                  <a:pt x="1095375" y="1314450"/>
                </a:lnTo>
                <a:lnTo>
                  <a:pt x="1095375" y="1323975"/>
                </a:lnTo>
                <a:lnTo>
                  <a:pt x="1085850" y="1323975"/>
                </a:lnTo>
                <a:lnTo>
                  <a:pt x="1085850" y="1333500"/>
                </a:lnTo>
                <a:lnTo>
                  <a:pt x="1066800" y="1333500"/>
                </a:lnTo>
                <a:close/>
                <a:moveTo>
                  <a:pt x="0" y="1323975"/>
                </a:moveTo>
                <a:lnTo>
                  <a:pt x="19050" y="1323975"/>
                </a:lnTo>
                <a:lnTo>
                  <a:pt x="19050" y="1333500"/>
                </a:lnTo>
                <a:lnTo>
                  <a:pt x="28575" y="1333500"/>
                </a:lnTo>
                <a:lnTo>
                  <a:pt x="28575" y="1343025"/>
                </a:lnTo>
                <a:lnTo>
                  <a:pt x="38100" y="1343025"/>
                </a:lnTo>
                <a:lnTo>
                  <a:pt x="38100" y="1362075"/>
                </a:lnTo>
                <a:lnTo>
                  <a:pt x="47625" y="1362075"/>
                </a:lnTo>
                <a:lnTo>
                  <a:pt x="47625" y="1343025"/>
                </a:lnTo>
                <a:lnTo>
                  <a:pt x="57150" y="1343025"/>
                </a:lnTo>
                <a:lnTo>
                  <a:pt x="57150" y="1371600"/>
                </a:lnTo>
                <a:lnTo>
                  <a:pt x="76200" y="1371600"/>
                </a:lnTo>
                <a:lnTo>
                  <a:pt x="76200" y="1362075"/>
                </a:lnTo>
                <a:lnTo>
                  <a:pt x="66675" y="1362075"/>
                </a:lnTo>
                <a:lnTo>
                  <a:pt x="66675" y="1343025"/>
                </a:lnTo>
                <a:lnTo>
                  <a:pt x="76200" y="1343025"/>
                </a:lnTo>
                <a:lnTo>
                  <a:pt x="76200" y="1362075"/>
                </a:lnTo>
                <a:lnTo>
                  <a:pt x="85725" y="1362075"/>
                </a:lnTo>
                <a:lnTo>
                  <a:pt x="85725" y="1381125"/>
                </a:lnTo>
                <a:lnTo>
                  <a:pt x="66675" y="1381125"/>
                </a:lnTo>
                <a:lnTo>
                  <a:pt x="66675" y="1390650"/>
                </a:lnTo>
                <a:lnTo>
                  <a:pt x="57150" y="1390650"/>
                </a:lnTo>
                <a:lnTo>
                  <a:pt x="57150" y="1381125"/>
                </a:lnTo>
                <a:lnTo>
                  <a:pt x="38100" y="1381125"/>
                </a:lnTo>
                <a:lnTo>
                  <a:pt x="38100" y="1390650"/>
                </a:lnTo>
                <a:lnTo>
                  <a:pt x="19050" y="1390650"/>
                </a:lnTo>
                <a:lnTo>
                  <a:pt x="19050" y="1381125"/>
                </a:lnTo>
                <a:lnTo>
                  <a:pt x="28575" y="1381125"/>
                </a:lnTo>
                <a:lnTo>
                  <a:pt x="28575" y="1352550"/>
                </a:lnTo>
                <a:lnTo>
                  <a:pt x="9525" y="1352550"/>
                </a:lnTo>
                <a:lnTo>
                  <a:pt x="9525" y="1333500"/>
                </a:lnTo>
                <a:lnTo>
                  <a:pt x="0" y="1333500"/>
                </a:lnTo>
                <a:close/>
                <a:moveTo>
                  <a:pt x="257175" y="1323975"/>
                </a:moveTo>
                <a:lnTo>
                  <a:pt x="266700" y="1323975"/>
                </a:lnTo>
                <a:lnTo>
                  <a:pt x="266700" y="1333500"/>
                </a:lnTo>
                <a:lnTo>
                  <a:pt x="257175" y="1333500"/>
                </a:lnTo>
                <a:close/>
                <a:moveTo>
                  <a:pt x="371475" y="1323975"/>
                </a:moveTo>
                <a:lnTo>
                  <a:pt x="381000" y="1323975"/>
                </a:lnTo>
                <a:lnTo>
                  <a:pt x="381000" y="1352550"/>
                </a:lnTo>
                <a:lnTo>
                  <a:pt x="371475" y="1352550"/>
                </a:lnTo>
                <a:close/>
                <a:moveTo>
                  <a:pt x="981075" y="1323975"/>
                </a:moveTo>
                <a:lnTo>
                  <a:pt x="990600" y="1323975"/>
                </a:lnTo>
                <a:lnTo>
                  <a:pt x="990600" y="1333500"/>
                </a:lnTo>
                <a:lnTo>
                  <a:pt x="981075" y="1333500"/>
                </a:lnTo>
                <a:close/>
                <a:moveTo>
                  <a:pt x="390525" y="1333500"/>
                </a:moveTo>
                <a:lnTo>
                  <a:pt x="400050" y="1333500"/>
                </a:lnTo>
                <a:lnTo>
                  <a:pt x="400050" y="1343025"/>
                </a:lnTo>
                <a:lnTo>
                  <a:pt x="390525" y="1343025"/>
                </a:lnTo>
                <a:close/>
                <a:moveTo>
                  <a:pt x="1028700" y="1333500"/>
                </a:moveTo>
                <a:lnTo>
                  <a:pt x="1047750" y="1333500"/>
                </a:lnTo>
                <a:lnTo>
                  <a:pt x="1047750" y="1352550"/>
                </a:lnTo>
                <a:lnTo>
                  <a:pt x="1038225" y="1352550"/>
                </a:lnTo>
                <a:lnTo>
                  <a:pt x="1038225" y="1343025"/>
                </a:lnTo>
                <a:lnTo>
                  <a:pt x="1028700" y="1343025"/>
                </a:lnTo>
                <a:close/>
                <a:moveTo>
                  <a:pt x="1095375" y="1333500"/>
                </a:moveTo>
                <a:lnTo>
                  <a:pt x="1104900" y="1333500"/>
                </a:lnTo>
                <a:lnTo>
                  <a:pt x="1104900" y="1343025"/>
                </a:lnTo>
                <a:lnTo>
                  <a:pt x="1095375" y="1343025"/>
                </a:lnTo>
                <a:close/>
                <a:moveTo>
                  <a:pt x="428625" y="1343025"/>
                </a:moveTo>
                <a:lnTo>
                  <a:pt x="438150" y="1343025"/>
                </a:lnTo>
                <a:lnTo>
                  <a:pt x="438150" y="1352550"/>
                </a:lnTo>
                <a:lnTo>
                  <a:pt x="428625" y="1352550"/>
                </a:lnTo>
                <a:close/>
                <a:moveTo>
                  <a:pt x="714375" y="1343025"/>
                </a:moveTo>
                <a:lnTo>
                  <a:pt x="723900" y="1343025"/>
                </a:lnTo>
                <a:lnTo>
                  <a:pt x="723900" y="1352550"/>
                </a:lnTo>
                <a:lnTo>
                  <a:pt x="714375" y="1352550"/>
                </a:lnTo>
                <a:close/>
                <a:moveTo>
                  <a:pt x="438150" y="1352550"/>
                </a:moveTo>
                <a:lnTo>
                  <a:pt x="447675" y="1352550"/>
                </a:lnTo>
                <a:lnTo>
                  <a:pt x="447675" y="1371600"/>
                </a:lnTo>
                <a:lnTo>
                  <a:pt x="428625" y="1371600"/>
                </a:lnTo>
                <a:lnTo>
                  <a:pt x="428625" y="1362075"/>
                </a:lnTo>
                <a:lnTo>
                  <a:pt x="438150" y="1362075"/>
                </a:lnTo>
                <a:close/>
                <a:moveTo>
                  <a:pt x="876300" y="1352550"/>
                </a:moveTo>
                <a:lnTo>
                  <a:pt x="885825" y="1352550"/>
                </a:lnTo>
                <a:lnTo>
                  <a:pt x="885825" y="1362075"/>
                </a:lnTo>
                <a:lnTo>
                  <a:pt x="876300" y="1362075"/>
                </a:lnTo>
                <a:close/>
                <a:moveTo>
                  <a:pt x="104775" y="1371600"/>
                </a:moveTo>
                <a:lnTo>
                  <a:pt x="114300" y="1371600"/>
                </a:lnTo>
                <a:lnTo>
                  <a:pt x="114300" y="1381125"/>
                </a:lnTo>
                <a:lnTo>
                  <a:pt x="152400" y="1381125"/>
                </a:lnTo>
                <a:lnTo>
                  <a:pt x="152400" y="1371600"/>
                </a:lnTo>
                <a:lnTo>
                  <a:pt x="161925" y="1371600"/>
                </a:lnTo>
                <a:lnTo>
                  <a:pt x="161925" y="1390650"/>
                </a:lnTo>
                <a:lnTo>
                  <a:pt x="123825" y="1390650"/>
                </a:lnTo>
                <a:lnTo>
                  <a:pt x="123825" y="1400175"/>
                </a:lnTo>
                <a:lnTo>
                  <a:pt x="114300" y="1400175"/>
                </a:lnTo>
                <a:lnTo>
                  <a:pt x="114300" y="1390650"/>
                </a:lnTo>
                <a:lnTo>
                  <a:pt x="95250" y="1390650"/>
                </a:lnTo>
                <a:lnTo>
                  <a:pt x="95250" y="1381125"/>
                </a:lnTo>
                <a:lnTo>
                  <a:pt x="104775" y="1381125"/>
                </a:lnTo>
                <a:close/>
                <a:moveTo>
                  <a:pt x="352425" y="1371600"/>
                </a:moveTo>
                <a:lnTo>
                  <a:pt x="361950" y="1371600"/>
                </a:lnTo>
                <a:lnTo>
                  <a:pt x="361950" y="1381125"/>
                </a:lnTo>
                <a:lnTo>
                  <a:pt x="352425" y="1381125"/>
                </a:lnTo>
                <a:close/>
                <a:moveTo>
                  <a:pt x="447675" y="1371600"/>
                </a:moveTo>
                <a:lnTo>
                  <a:pt x="457200" y="1371600"/>
                </a:lnTo>
                <a:lnTo>
                  <a:pt x="457200" y="1381125"/>
                </a:lnTo>
                <a:lnTo>
                  <a:pt x="447675" y="1381125"/>
                </a:lnTo>
                <a:close/>
                <a:moveTo>
                  <a:pt x="514350" y="1371600"/>
                </a:moveTo>
                <a:lnTo>
                  <a:pt x="523875" y="1371600"/>
                </a:lnTo>
                <a:lnTo>
                  <a:pt x="523875" y="1381125"/>
                </a:lnTo>
                <a:lnTo>
                  <a:pt x="533400" y="1381125"/>
                </a:lnTo>
                <a:lnTo>
                  <a:pt x="533400" y="1390650"/>
                </a:lnTo>
                <a:lnTo>
                  <a:pt x="504825" y="1390650"/>
                </a:lnTo>
                <a:lnTo>
                  <a:pt x="504825" y="1381125"/>
                </a:lnTo>
                <a:lnTo>
                  <a:pt x="514350" y="1381125"/>
                </a:lnTo>
                <a:close/>
                <a:moveTo>
                  <a:pt x="790575" y="1371600"/>
                </a:moveTo>
                <a:lnTo>
                  <a:pt x="800100" y="1371600"/>
                </a:lnTo>
                <a:lnTo>
                  <a:pt x="800100" y="1381125"/>
                </a:lnTo>
                <a:lnTo>
                  <a:pt x="790575" y="1381125"/>
                </a:lnTo>
                <a:close/>
                <a:moveTo>
                  <a:pt x="333375" y="1381125"/>
                </a:moveTo>
                <a:lnTo>
                  <a:pt x="352425" y="1381125"/>
                </a:lnTo>
                <a:lnTo>
                  <a:pt x="352425" y="1390650"/>
                </a:lnTo>
                <a:lnTo>
                  <a:pt x="333375" y="1390650"/>
                </a:lnTo>
                <a:close/>
                <a:moveTo>
                  <a:pt x="609600" y="1390650"/>
                </a:moveTo>
                <a:lnTo>
                  <a:pt x="619125" y="1390650"/>
                </a:lnTo>
                <a:lnTo>
                  <a:pt x="619125" y="1400175"/>
                </a:lnTo>
                <a:lnTo>
                  <a:pt x="609600" y="1400175"/>
                </a:lnTo>
                <a:close/>
                <a:moveTo>
                  <a:pt x="485775" y="1400175"/>
                </a:moveTo>
                <a:lnTo>
                  <a:pt x="504825" y="1400175"/>
                </a:lnTo>
                <a:lnTo>
                  <a:pt x="504825" y="1409700"/>
                </a:lnTo>
                <a:lnTo>
                  <a:pt x="485775" y="1409700"/>
                </a:lnTo>
                <a:close/>
                <a:moveTo>
                  <a:pt x="647700" y="1400175"/>
                </a:moveTo>
                <a:lnTo>
                  <a:pt x="657225" y="1400175"/>
                </a:lnTo>
                <a:lnTo>
                  <a:pt x="657225" y="1409700"/>
                </a:lnTo>
                <a:lnTo>
                  <a:pt x="647700" y="1409700"/>
                </a:lnTo>
                <a:close/>
                <a:moveTo>
                  <a:pt x="57150" y="1419225"/>
                </a:moveTo>
                <a:lnTo>
                  <a:pt x="66675" y="1419225"/>
                </a:lnTo>
                <a:lnTo>
                  <a:pt x="66675" y="1428750"/>
                </a:lnTo>
                <a:lnTo>
                  <a:pt x="57150" y="1428750"/>
                </a:lnTo>
                <a:close/>
                <a:moveTo>
                  <a:pt x="76200" y="1419225"/>
                </a:moveTo>
                <a:lnTo>
                  <a:pt x="85725" y="1419225"/>
                </a:lnTo>
                <a:lnTo>
                  <a:pt x="85725" y="1428750"/>
                </a:lnTo>
                <a:lnTo>
                  <a:pt x="76200" y="1428750"/>
                </a:lnTo>
                <a:close/>
                <a:moveTo>
                  <a:pt x="495300" y="1419225"/>
                </a:moveTo>
                <a:lnTo>
                  <a:pt x="523875" y="1419225"/>
                </a:lnTo>
                <a:lnTo>
                  <a:pt x="523875" y="1428750"/>
                </a:lnTo>
                <a:lnTo>
                  <a:pt x="533400" y="1428750"/>
                </a:lnTo>
                <a:lnTo>
                  <a:pt x="533400" y="1438275"/>
                </a:lnTo>
                <a:lnTo>
                  <a:pt x="514350" y="1438275"/>
                </a:lnTo>
                <a:lnTo>
                  <a:pt x="514350" y="1447800"/>
                </a:lnTo>
                <a:lnTo>
                  <a:pt x="485775" y="1447800"/>
                </a:lnTo>
                <a:lnTo>
                  <a:pt x="485775" y="1438275"/>
                </a:lnTo>
                <a:lnTo>
                  <a:pt x="495300" y="1438275"/>
                </a:lnTo>
                <a:close/>
                <a:moveTo>
                  <a:pt x="1009650" y="1419225"/>
                </a:moveTo>
                <a:lnTo>
                  <a:pt x="1019175" y="1419225"/>
                </a:lnTo>
                <a:lnTo>
                  <a:pt x="1019175" y="1438275"/>
                </a:lnTo>
                <a:lnTo>
                  <a:pt x="1009650" y="1438275"/>
                </a:lnTo>
                <a:close/>
                <a:moveTo>
                  <a:pt x="1114425" y="1419225"/>
                </a:moveTo>
                <a:lnTo>
                  <a:pt x="1123950" y="1419225"/>
                </a:lnTo>
                <a:lnTo>
                  <a:pt x="1123950" y="1428750"/>
                </a:lnTo>
                <a:lnTo>
                  <a:pt x="1114425" y="1428750"/>
                </a:lnTo>
                <a:close/>
                <a:moveTo>
                  <a:pt x="1095375" y="1428750"/>
                </a:moveTo>
                <a:lnTo>
                  <a:pt x="1114425" y="1428750"/>
                </a:lnTo>
                <a:lnTo>
                  <a:pt x="1114425" y="1438275"/>
                </a:lnTo>
                <a:lnTo>
                  <a:pt x="1095375" y="1438275"/>
                </a:lnTo>
                <a:close/>
                <a:moveTo>
                  <a:pt x="0" y="1438275"/>
                </a:moveTo>
                <a:lnTo>
                  <a:pt x="19050" y="1438275"/>
                </a:lnTo>
                <a:lnTo>
                  <a:pt x="19050" y="1447800"/>
                </a:lnTo>
                <a:lnTo>
                  <a:pt x="9525" y="1447800"/>
                </a:lnTo>
                <a:lnTo>
                  <a:pt x="9525" y="1457325"/>
                </a:lnTo>
                <a:lnTo>
                  <a:pt x="0" y="1457325"/>
                </a:lnTo>
                <a:close/>
                <a:moveTo>
                  <a:pt x="209550" y="1485900"/>
                </a:moveTo>
                <a:lnTo>
                  <a:pt x="219075" y="1485900"/>
                </a:lnTo>
                <a:lnTo>
                  <a:pt x="219075" y="1495425"/>
                </a:lnTo>
                <a:lnTo>
                  <a:pt x="209550" y="1495425"/>
                </a:lnTo>
                <a:close/>
                <a:moveTo>
                  <a:pt x="219075" y="1495425"/>
                </a:moveTo>
                <a:lnTo>
                  <a:pt x="228600" y="1495425"/>
                </a:lnTo>
                <a:lnTo>
                  <a:pt x="228600" y="1524000"/>
                </a:lnTo>
                <a:lnTo>
                  <a:pt x="219075" y="1524000"/>
                </a:lnTo>
                <a:close/>
                <a:moveTo>
                  <a:pt x="76200" y="1514475"/>
                </a:moveTo>
                <a:lnTo>
                  <a:pt x="85725" y="1514475"/>
                </a:lnTo>
                <a:lnTo>
                  <a:pt x="85725" y="1524000"/>
                </a:lnTo>
                <a:lnTo>
                  <a:pt x="76200" y="1524000"/>
                </a:lnTo>
                <a:close/>
                <a:moveTo>
                  <a:pt x="200025" y="1514475"/>
                </a:moveTo>
                <a:lnTo>
                  <a:pt x="209550" y="1514475"/>
                </a:lnTo>
                <a:lnTo>
                  <a:pt x="209550" y="1524000"/>
                </a:lnTo>
                <a:lnTo>
                  <a:pt x="200025" y="1524000"/>
                </a:lnTo>
                <a:close/>
                <a:moveTo>
                  <a:pt x="180975" y="1524000"/>
                </a:moveTo>
                <a:lnTo>
                  <a:pt x="200025" y="1524000"/>
                </a:lnTo>
                <a:lnTo>
                  <a:pt x="200025" y="1533525"/>
                </a:lnTo>
                <a:lnTo>
                  <a:pt x="190500" y="1533525"/>
                </a:lnTo>
                <a:lnTo>
                  <a:pt x="190500" y="1543050"/>
                </a:lnTo>
                <a:lnTo>
                  <a:pt x="209550" y="1543050"/>
                </a:lnTo>
                <a:lnTo>
                  <a:pt x="209550" y="1552575"/>
                </a:lnTo>
                <a:lnTo>
                  <a:pt x="200025" y="1552575"/>
                </a:lnTo>
                <a:lnTo>
                  <a:pt x="200025" y="1600200"/>
                </a:lnTo>
                <a:lnTo>
                  <a:pt x="219075" y="1600200"/>
                </a:lnTo>
                <a:lnTo>
                  <a:pt x="219075" y="1619250"/>
                </a:lnTo>
                <a:lnTo>
                  <a:pt x="228600" y="1619250"/>
                </a:lnTo>
                <a:lnTo>
                  <a:pt x="228600" y="1609725"/>
                </a:lnTo>
                <a:lnTo>
                  <a:pt x="238125" y="1609725"/>
                </a:lnTo>
                <a:lnTo>
                  <a:pt x="238125" y="1628775"/>
                </a:lnTo>
                <a:lnTo>
                  <a:pt x="228600" y="1628775"/>
                </a:lnTo>
                <a:lnTo>
                  <a:pt x="228600" y="1657350"/>
                </a:lnTo>
                <a:lnTo>
                  <a:pt x="238125" y="1657350"/>
                </a:lnTo>
                <a:lnTo>
                  <a:pt x="238125" y="1676400"/>
                </a:lnTo>
                <a:lnTo>
                  <a:pt x="228600" y="1676400"/>
                </a:lnTo>
                <a:lnTo>
                  <a:pt x="228600" y="1666875"/>
                </a:lnTo>
                <a:lnTo>
                  <a:pt x="219075" y="1666875"/>
                </a:lnTo>
                <a:lnTo>
                  <a:pt x="219075" y="1685925"/>
                </a:lnTo>
                <a:lnTo>
                  <a:pt x="228600" y="1685925"/>
                </a:lnTo>
                <a:lnTo>
                  <a:pt x="228600" y="1704975"/>
                </a:lnTo>
                <a:lnTo>
                  <a:pt x="219075" y="1704975"/>
                </a:lnTo>
                <a:lnTo>
                  <a:pt x="219075" y="1714500"/>
                </a:lnTo>
                <a:lnTo>
                  <a:pt x="200025" y="1714500"/>
                </a:lnTo>
                <a:lnTo>
                  <a:pt x="200025" y="1752600"/>
                </a:lnTo>
                <a:lnTo>
                  <a:pt x="180975" y="1752600"/>
                </a:lnTo>
                <a:lnTo>
                  <a:pt x="180975" y="1743075"/>
                </a:lnTo>
                <a:lnTo>
                  <a:pt x="171450" y="1743075"/>
                </a:lnTo>
                <a:lnTo>
                  <a:pt x="171450" y="1733550"/>
                </a:lnTo>
                <a:lnTo>
                  <a:pt x="161925" y="1733550"/>
                </a:lnTo>
                <a:lnTo>
                  <a:pt x="161925" y="1724025"/>
                </a:lnTo>
                <a:lnTo>
                  <a:pt x="171450" y="1724025"/>
                </a:lnTo>
                <a:lnTo>
                  <a:pt x="171450" y="1714500"/>
                </a:lnTo>
                <a:lnTo>
                  <a:pt x="161925" y="1714500"/>
                </a:lnTo>
                <a:lnTo>
                  <a:pt x="161925" y="1704975"/>
                </a:lnTo>
                <a:lnTo>
                  <a:pt x="142875" y="1704975"/>
                </a:lnTo>
                <a:lnTo>
                  <a:pt x="142875" y="1685925"/>
                </a:lnTo>
                <a:lnTo>
                  <a:pt x="152400" y="1685925"/>
                </a:lnTo>
                <a:lnTo>
                  <a:pt x="152400" y="1676400"/>
                </a:lnTo>
                <a:lnTo>
                  <a:pt x="161925" y="1676400"/>
                </a:lnTo>
                <a:lnTo>
                  <a:pt x="161925" y="1695450"/>
                </a:lnTo>
                <a:lnTo>
                  <a:pt x="171450" y="1695450"/>
                </a:lnTo>
                <a:lnTo>
                  <a:pt x="171450" y="1704975"/>
                </a:lnTo>
                <a:lnTo>
                  <a:pt x="180975" y="1704975"/>
                </a:lnTo>
                <a:lnTo>
                  <a:pt x="180975" y="1695450"/>
                </a:lnTo>
                <a:lnTo>
                  <a:pt x="190500" y="1695450"/>
                </a:lnTo>
                <a:lnTo>
                  <a:pt x="190500" y="1666875"/>
                </a:lnTo>
                <a:lnTo>
                  <a:pt x="180975" y="1666875"/>
                </a:lnTo>
                <a:lnTo>
                  <a:pt x="180975" y="1657350"/>
                </a:lnTo>
                <a:lnTo>
                  <a:pt x="171450" y="1657350"/>
                </a:lnTo>
                <a:lnTo>
                  <a:pt x="171450" y="1628775"/>
                </a:lnTo>
                <a:lnTo>
                  <a:pt x="180975" y="1628775"/>
                </a:lnTo>
                <a:lnTo>
                  <a:pt x="180975" y="1609725"/>
                </a:lnTo>
                <a:lnTo>
                  <a:pt x="171450" y="1609725"/>
                </a:lnTo>
                <a:lnTo>
                  <a:pt x="171450" y="1600200"/>
                </a:lnTo>
                <a:lnTo>
                  <a:pt x="152400" y="1600200"/>
                </a:lnTo>
                <a:lnTo>
                  <a:pt x="152400" y="1581150"/>
                </a:lnTo>
                <a:lnTo>
                  <a:pt x="161925" y="1581150"/>
                </a:lnTo>
                <a:lnTo>
                  <a:pt x="161925" y="1571625"/>
                </a:lnTo>
                <a:lnTo>
                  <a:pt x="180975" y="1571625"/>
                </a:lnTo>
                <a:lnTo>
                  <a:pt x="180975" y="1552575"/>
                </a:lnTo>
                <a:lnTo>
                  <a:pt x="171450" y="1552575"/>
                </a:lnTo>
                <a:lnTo>
                  <a:pt x="171450" y="1543050"/>
                </a:lnTo>
                <a:lnTo>
                  <a:pt x="161925" y="1543050"/>
                </a:lnTo>
                <a:lnTo>
                  <a:pt x="161925" y="1533525"/>
                </a:lnTo>
                <a:lnTo>
                  <a:pt x="180975" y="1533525"/>
                </a:lnTo>
                <a:close/>
                <a:moveTo>
                  <a:pt x="400050" y="1533525"/>
                </a:moveTo>
                <a:lnTo>
                  <a:pt x="409575" y="1533525"/>
                </a:lnTo>
                <a:lnTo>
                  <a:pt x="409575" y="1552575"/>
                </a:lnTo>
                <a:lnTo>
                  <a:pt x="381000" y="1552575"/>
                </a:lnTo>
                <a:lnTo>
                  <a:pt x="381000" y="1543050"/>
                </a:lnTo>
                <a:lnTo>
                  <a:pt x="400050" y="1543050"/>
                </a:lnTo>
                <a:close/>
                <a:moveTo>
                  <a:pt x="1085850" y="1533525"/>
                </a:moveTo>
                <a:lnTo>
                  <a:pt x="1095375" y="1533525"/>
                </a:lnTo>
                <a:lnTo>
                  <a:pt x="1095375" y="1562100"/>
                </a:lnTo>
                <a:lnTo>
                  <a:pt x="1066800" y="1562100"/>
                </a:lnTo>
                <a:lnTo>
                  <a:pt x="1066800" y="1571625"/>
                </a:lnTo>
                <a:lnTo>
                  <a:pt x="1057275" y="1571625"/>
                </a:lnTo>
                <a:lnTo>
                  <a:pt x="1057275" y="1552575"/>
                </a:lnTo>
                <a:lnTo>
                  <a:pt x="1066800" y="1552575"/>
                </a:lnTo>
                <a:lnTo>
                  <a:pt x="1066800" y="1543050"/>
                </a:lnTo>
                <a:lnTo>
                  <a:pt x="1085850" y="1543050"/>
                </a:lnTo>
                <a:close/>
                <a:moveTo>
                  <a:pt x="723900" y="1543050"/>
                </a:moveTo>
                <a:lnTo>
                  <a:pt x="733425" y="1543050"/>
                </a:lnTo>
                <a:lnTo>
                  <a:pt x="733425" y="1562100"/>
                </a:lnTo>
                <a:lnTo>
                  <a:pt x="723900" y="1562100"/>
                </a:lnTo>
                <a:close/>
                <a:moveTo>
                  <a:pt x="76200" y="1552575"/>
                </a:moveTo>
                <a:lnTo>
                  <a:pt x="95250" y="1552575"/>
                </a:lnTo>
                <a:lnTo>
                  <a:pt x="95250" y="1562100"/>
                </a:lnTo>
                <a:lnTo>
                  <a:pt x="104775" y="1562100"/>
                </a:lnTo>
                <a:lnTo>
                  <a:pt x="104775" y="1571625"/>
                </a:lnTo>
                <a:lnTo>
                  <a:pt x="85725" y="1571625"/>
                </a:lnTo>
                <a:lnTo>
                  <a:pt x="85725" y="1562100"/>
                </a:lnTo>
                <a:lnTo>
                  <a:pt x="76200" y="1562100"/>
                </a:lnTo>
                <a:close/>
                <a:moveTo>
                  <a:pt x="371475" y="1552575"/>
                </a:moveTo>
                <a:lnTo>
                  <a:pt x="381000" y="1552575"/>
                </a:lnTo>
                <a:lnTo>
                  <a:pt x="381000" y="1562100"/>
                </a:lnTo>
                <a:lnTo>
                  <a:pt x="371475" y="1562100"/>
                </a:lnTo>
                <a:close/>
                <a:moveTo>
                  <a:pt x="1162050" y="1552575"/>
                </a:moveTo>
                <a:lnTo>
                  <a:pt x="1181100" y="1552575"/>
                </a:lnTo>
                <a:lnTo>
                  <a:pt x="1181100" y="1581150"/>
                </a:lnTo>
                <a:lnTo>
                  <a:pt x="1162050" y="1581150"/>
                </a:lnTo>
                <a:lnTo>
                  <a:pt x="1162050" y="1571625"/>
                </a:lnTo>
                <a:lnTo>
                  <a:pt x="1152525" y="1571625"/>
                </a:lnTo>
                <a:lnTo>
                  <a:pt x="1152525" y="1562100"/>
                </a:lnTo>
                <a:lnTo>
                  <a:pt x="1162050" y="1562100"/>
                </a:lnTo>
                <a:close/>
                <a:moveTo>
                  <a:pt x="333375" y="1562100"/>
                </a:moveTo>
                <a:lnTo>
                  <a:pt x="342900" y="1562100"/>
                </a:lnTo>
                <a:lnTo>
                  <a:pt x="342900" y="1571625"/>
                </a:lnTo>
                <a:lnTo>
                  <a:pt x="352425" y="1571625"/>
                </a:lnTo>
                <a:lnTo>
                  <a:pt x="352425" y="1562100"/>
                </a:lnTo>
                <a:lnTo>
                  <a:pt x="371475" y="1562100"/>
                </a:lnTo>
                <a:lnTo>
                  <a:pt x="371475" y="1571625"/>
                </a:lnTo>
                <a:lnTo>
                  <a:pt x="361950" y="1571625"/>
                </a:lnTo>
                <a:lnTo>
                  <a:pt x="361950" y="1581150"/>
                </a:lnTo>
                <a:lnTo>
                  <a:pt x="352425" y="1581150"/>
                </a:lnTo>
                <a:lnTo>
                  <a:pt x="352425" y="1590675"/>
                </a:lnTo>
                <a:lnTo>
                  <a:pt x="333375" y="1590675"/>
                </a:lnTo>
                <a:close/>
                <a:moveTo>
                  <a:pt x="28575" y="1581150"/>
                </a:moveTo>
                <a:lnTo>
                  <a:pt x="38100" y="1581150"/>
                </a:lnTo>
                <a:lnTo>
                  <a:pt x="38100" y="1609725"/>
                </a:lnTo>
                <a:lnTo>
                  <a:pt x="47625" y="1609725"/>
                </a:lnTo>
                <a:lnTo>
                  <a:pt x="47625" y="1619250"/>
                </a:lnTo>
                <a:lnTo>
                  <a:pt x="57150" y="1619250"/>
                </a:lnTo>
                <a:lnTo>
                  <a:pt x="57150" y="1628775"/>
                </a:lnTo>
                <a:lnTo>
                  <a:pt x="66675" y="1628775"/>
                </a:lnTo>
                <a:lnTo>
                  <a:pt x="66675" y="1647825"/>
                </a:lnTo>
                <a:lnTo>
                  <a:pt x="47625" y="1647825"/>
                </a:lnTo>
                <a:lnTo>
                  <a:pt x="47625" y="1628775"/>
                </a:lnTo>
                <a:lnTo>
                  <a:pt x="28575" y="1628775"/>
                </a:lnTo>
                <a:lnTo>
                  <a:pt x="28575" y="1619250"/>
                </a:lnTo>
                <a:lnTo>
                  <a:pt x="9525" y="1619250"/>
                </a:lnTo>
                <a:lnTo>
                  <a:pt x="9525" y="1628775"/>
                </a:lnTo>
                <a:lnTo>
                  <a:pt x="0" y="1628775"/>
                </a:lnTo>
                <a:lnTo>
                  <a:pt x="0" y="1600200"/>
                </a:lnTo>
                <a:lnTo>
                  <a:pt x="28575" y="1600200"/>
                </a:lnTo>
                <a:close/>
                <a:moveTo>
                  <a:pt x="76200" y="1581150"/>
                </a:moveTo>
                <a:lnTo>
                  <a:pt x="95250" y="1581150"/>
                </a:lnTo>
                <a:lnTo>
                  <a:pt x="95250" y="1600200"/>
                </a:lnTo>
                <a:lnTo>
                  <a:pt x="104775" y="1600200"/>
                </a:lnTo>
                <a:lnTo>
                  <a:pt x="104775" y="1609725"/>
                </a:lnTo>
                <a:lnTo>
                  <a:pt x="95250" y="1609725"/>
                </a:lnTo>
                <a:lnTo>
                  <a:pt x="95250" y="1619250"/>
                </a:lnTo>
                <a:lnTo>
                  <a:pt x="85725" y="1619250"/>
                </a:lnTo>
                <a:lnTo>
                  <a:pt x="85725" y="1590675"/>
                </a:lnTo>
                <a:lnTo>
                  <a:pt x="76200" y="1590675"/>
                </a:lnTo>
                <a:close/>
                <a:moveTo>
                  <a:pt x="847725" y="1581150"/>
                </a:moveTo>
                <a:lnTo>
                  <a:pt x="866775" y="1581150"/>
                </a:lnTo>
                <a:lnTo>
                  <a:pt x="866775" y="1600200"/>
                </a:lnTo>
                <a:lnTo>
                  <a:pt x="857250" y="1600200"/>
                </a:lnTo>
                <a:lnTo>
                  <a:pt x="857250" y="1590675"/>
                </a:lnTo>
                <a:lnTo>
                  <a:pt x="847725" y="1590675"/>
                </a:lnTo>
                <a:close/>
                <a:moveTo>
                  <a:pt x="142875" y="1600200"/>
                </a:moveTo>
                <a:lnTo>
                  <a:pt x="152400" y="1600200"/>
                </a:lnTo>
                <a:lnTo>
                  <a:pt x="152400" y="1609725"/>
                </a:lnTo>
                <a:lnTo>
                  <a:pt x="142875" y="1609725"/>
                </a:lnTo>
                <a:close/>
                <a:moveTo>
                  <a:pt x="1162050" y="1609725"/>
                </a:moveTo>
                <a:lnTo>
                  <a:pt x="1181100" y="1609725"/>
                </a:lnTo>
                <a:lnTo>
                  <a:pt x="1181100" y="1619250"/>
                </a:lnTo>
                <a:lnTo>
                  <a:pt x="1162050" y="1619250"/>
                </a:lnTo>
                <a:close/>
                <a:moveTo>
                  <a:pt x="133350" y="1619250"/>
                </a:moveTo>
                <a:lnTo>
                  <a:pt x="142875" y="1619250"/>
                </a:lnTo>
                <a:lnTo>
                  <a:pt x="142875" y="1628775"/>
                </a:lnTo>
                <a:lnTo>
                  <a:pt x="133350" y="1628775"/>
                </a:lnTo>
                <a:close/>
                <a:moveTo>
                  <a:pt x="809625" y="1619250"/>
                </a:moveTo>
                <a:lnTo>
                  <a:pt x="819150" y="1619250"/>
                </a:lnTo>
                <a:lnTo>
                  <a:pt x="819150" y="1628775"/>
                </a:lnTo>
                <a:lnTo>
                  <a:pt x="828675" y="1628775"/>
                </a:lnTo>
                <a:lnTo>
                  <a:pt x="828675" y="1647825"/>
                </a:lnTo>
                <a:lnTo>
                  <a:pt x="819150" y="1647825"/>
                </a:lnTo>
                <a:lnTo>
                  <a:pt x="819150" y="1638300"/>
                </a:lnTo>
                <a:lnTo>
                  <a:pt x="809625" y="1638300"/>
                </a:lnTo>
                <a:close/>
                <a:moveTo>
                  <a:pt x="123825" y="1628775"/>
                </a:moveTo>
                <a:lnTo>
                  <a:pt x="133350" y="1628775"/>
                </a:lnTo>
                <a:lnTo>
                  <a:pt x="133350" y="1638300"/>
                </a:lnTo>
                <a:lnTo>
                  <a:pt x="142875" y="1638300"/>
                </a:lnTo>
                <a:lnTo>
                  <a:pt x="142875" y="1657350"/>
                </a:lnTo>
                <a:lnTo>
                  <a:pt x="152400" y="1657350"/>
                </a:lnTo>
                <a:lnTo>
                  <a:pt x="152400" y="1666875"/>
                </a:lnTo>
                <a:lnTo>
                  <a:pt x="133350" y="1666875"/>
                </a:lnTo>
                <a:lnTo>
                  <a:pt x="133350" y="1647825"/>
                </a:lnTo>
                <a:lnTo>
                  <a:pt x="123825" y="1647825"/>
                </a:lnTo>
                <a:close/>
                <a:moveTo>
                  <a:pt x="190500" y="1628775"/>
                </a:moveTo>
                <a:lnTo>
                  <a:pt x="200025" y="1628775"/>
                </a:lnTo>
                <a:lnTo>
                  <a:pt x="200025" y="1619250"/>
                </a:lnTo>
                <a:lnTo>
                  <a:pt x="190500" y="1619250"/>
                </a:lnTo>
                <a:close/>
                <a:moveTo>
                  <a:pt x="885825" y="1628775"/>
                </a:moveTo>
                <a:lnTo>
                  <a:pt x="904875" y="1628775"/>
                </a:lnTo>
                <a:lnTo>
                  <a:pt x="904875" y="1638300"/>
                </a:lnTo>
                <a:lnTo>
                  <a:pt x="895350" y="1638300"/>
                </a:lnTo>
                <a:lnTo>
                  <a:pt x="895350" y="1657350"/>
                </a:lnTo>
                <a:lnTo>
                  <a:pt x="876300" y="1657350"/>
                </a:lnTo>
                <a:lnTo>
                  <a:pt x="876300" y="1638300"/>
                </a:lnTo>
                <a:lnTo>
                  <a:pt x="885825" y="1638300"/>
                </a:lnTo>
                <a:close/>
                <a:moveTo>
                  <a:pt x="857250" y="1638300"/>
                </a:moveTo>
                <a:lnTo>
                  <a:pt x="866775" y="1638300"/>
                </a:lnTo>
                <a:lnTo>
                  <a:pt x="866775" y="1647825"/>
                </a:lnTo>
                <a:lnTo>
                  <a:pt x="857250" y="1647825"/>
                </a:lnTo>
                <a:close/>
                <a:moveTo>
                  <a:pt x="1162050" y="1638300"/>
                </a:moveTo>
                <a:lnTo>
                  <a:pt x="1181100" y="1638300"/>
                </a:lnTo>
                <a:lnTo>
                  <a:pt x="1181100" y="1695450"/>
                </a:lnTo>
                <a:lnTo>
                  <a:pt x="1162050" y="1695450"/>
                </a:lnTo>
                <a:lnTo>
                  <a:pt x="1162050" y="1676400"/>
                </a:lnTo>
                <a:lnTo>
                  <a:pt x="1171575" y="1676400"/>
                </a:lnTo>
                <a:lnTo>
                  <a:pt x="1171575" y="1666875"/>
                </a:lnTo>
                <a:lnTo>
                  <a:pt x="1162050" y="1666875"/>
                </a:lnTo>
                <a:close/>
                <a:moveTo>
                  <a:pt x="1076325" y="1647825"/>
                </a:moveTo>
                <a:lnTo>
                  <a:pt x="1085850" y="1647825"/>
                </a:lnTo>
                <a:lnTo>
                  <a:pt x="1085850" y="1657350"/>
                </a:lnTo>
                <a:lnTo>
                  <a:pt x="1076325" y="1657350"/>
                </a:lnTo>
                <a:close/>
                <a:moveTo>
                  <a:pt x="76200" y="1657350"/>
                </a:moveTo>
                <a:lnTo>
                  <a:pt x="95250" y="1657350"/>
                </a:lnTo>
                <a:lnTo>
                  <a:pt x="95250" y="1666875"/>
                </a:lnTo>
                <a:lnTo>
                  <a:pt x="114300" y="1666875"/>
                </a:lnTo>
                <a:lnTo>
                  <a:pt x="114300" y="1685925"/>
                </a:lnTo>
                <a:lnTo>
                  <a:pt x="85725" y="1685925"/>
                </a:lnTo>
                <a:lnTo>
                  <a:pt x="85725" y="1676400"/>
                </a:lnTo>
                <a:lnTo>
                  <a:pt x="76200" y="1676400"/>
                </a:lnTo>
                <a:close/>
                <a:moveTo>
                  <a:pt x="209550" y="1657350"/>
                </a:moveTo>
                <a:lnTo>
                  <a:pt x="219075" y="1657350"/>
                </a:lnTo>
                <a:lnTo>
                  <a:pt x="219075" y="1647825"/>
                </a:lnTo>
                <a:lnTo>
                  <a:pt x="209550" y="1647825"/>
                </a:lnTo>
                <a:close/>
                <a:moveTo>
                  <a:pt x="1123950" y="1666875"/>
                </a:moveTo>
                <a:lnTo>
                  <a:pt x="1143000" y="1666875"/>
                </a:lnTo>
                <a:lnTo>
                  <a:pt x="1143000" y="1676400"/>
                </a:lnTo>
                <a:lnTo>
                  <a:pt x="1123950" y="1676400"/>
                </a:lnTo>
                <a:close/>
                <a:moveTo>
                  <a:pt x="666750" y="1676400"/>
                </a:moveTo>
                <a:lnTo>
                  <a:pt x="676275" y="1676400"/>
                </a:lnTo>
                <a:lnTo>
                  <a:pt x="676275" y="1685925"/>
                </a:lnTo>
                <a:lnTo>
                  <a:pt x="666750" y="1685925"/>
                </a:lnTo>
                <a:close/>
                <a:moveTo>
                  <a:pt x="704850" y="1676400"/>
                </a:moveTo>
                <a:lnTo>
                  <a:pt x="714375" y="1676400"/>
                </a:lnTo>
                <a:lnTo>
                  <a:pt x="714375" y="1685925"/>
                </a:lnTo>
                <a:lnTo>
                  <a:pt x="704850" y="1685925"/>
                </a:lnTo>
                <a:close/>
                <a:moveTo>
                  <a:pt x="238125" y="1685925"/>
                </a:moveTo>
                <a:lnTo>
                  <a:pt x="247650" y="1685925"/>
                </a:lnTo>
                <a:lnTo>
                  <a:pt x="247650" y="1704975"/>
                </a:lnTo>
                <a:lnTo>
                  <a:pt x="238125" y="1704975"/>
                </a:lnTo>
                <a:close/>
                <a:moveTo>
                  <a:pt x="28575" y="1704975"/>
                </a:moveTo>
                <a:lnTo>
                  <a:pt x="38100" y="1704975"/>
                </a:lnTo>
                <a:lnTo>
                  <a:pt x="38100" y="1724025"/>
                </a:lnTo>
                <a:lnTo>
                  <a:pt x="28575" y="1724025"/>
                </a:lnTo>
                <a:close/>
                <a:moveTo>
                  <a:pt x="228600" y="1704975"/>
                </a:moveTo>
                <a:lnTo>
                  <a:pt x="238125" y="1704975"/>
                </a:lnTo>
                <a:lnTo>
                  <a:pt x="238125" y="1714500"/>
                </a:lnTo>
                <a:lnTo>
                  <a:pt x="228600" y="1714500"/>
                </a:lnTo>
                <a:close/>
                <a:moveTo>
                  <a:pt x="9525" y="1714500"/>
                </a:moveTo>
                <a:lnTo>
                  <a:pt x="19050" y="1714500"/>
                </a:lnTo>
                <a:lnTo>
                  <a:pt x="19050" y="1743075"/>
                </a:lnTo>
                <a:lnTo>
                  <a:pt x="0" y="1743075"/>
                </a:lnTo>
                <a:lnTo>
                  <a:pt x="0" y="1724025"/>
                </a:lnTo>
                <a:lnTo>
                  <a:pt x="9525" y="1724025"/>
                </a:lnTo>
                <a:close/>
                <a:moveTo>
                  <a:pt x="95250" y="1714500"/>
                </a:moveTo>
                <a:lnTo>
                  <a:pt x="114300" y="1714500"/>
                </a:lnTo>
                <a:lnTo>
                  <a:pt x="114300" y="1724025"/>
                </a:lnTo>
                <a:lnTo>
                  <a:pt x="104775" y="1724025"/>
                </a:lnTo>
                <a:lnTo>
                  <a:pt x="104775" y="1733550"/>
                </a:lnTo>
                <a:lnTo>
                  <a:pt x="95250" y="1733550"/>
                </a:lnTo>
                <a:close/>
                <a:moveTo>
                  <a:pt x="66675" y="1724025"/>
                </a:moveTo>
                <a:lnTo>
                  <a:pt x="76200" y="1724025"/>
                </a:lnTo>
                <a:lnTo>
                  <a:pt x="76200" y="1733550"/>
                </a:lnTo>
                <a:lnTo>
                  <a:pt x="66675" y="1733550"/>
                </a:lnTo>
                <a:close/>
                <a:moveTo>
                  <a:pt x="762000" y="1724025"/>
                </a:moveTo>
                <a:lnTo>
                  <a:pt x="771525" y="1724025"/>
                </a:lnTo>
                <a:lnTo>
                  <a:pt x="771525" y="1733550"/>
                </a:lnTo>
                <a:lnTo>
                  <a:pt x="762000" y="1733550"/>
                </a:lnTo>
                <a:close/>
                <a:moveTo>
                  <a:pt x="1095375" y="1724025"/>
                </a:moveTo>
                <a:lnTo>
                  <a:pt x="1104900" y="1724025"/>
                </a:lnTo>
                <a:lnTo>
                  <a:pt x="1104900" y="1733550"/>
                </a:lnTo>
                <a:lnTo>
                  <a:pt x="1095375" y="1733550"/>
                </a:lnTo>
                <a:close/>
                <a:moveTo>
                  <a:pt x="152400" y="1733550"/>
                </a:moveTo>
                <a:lnTo>
                  <a:pt x="161925" y="1733550"/>
                </a:lnTo>
                <a:lnTo>
                  <a:pt x="161925" y="1762125"/>
                </a:lnTo>
                <a:lnTo>
                  <a:pt x="152400" y="1762125"/>
                </a:lnTo>
                <a:close/>
                <a:moveTo>
                  <a:pt x="752475" y="1733550"/>
                </a:moveTo>
                <a:lnTo>
                  <a:pt x="762000" y="1733550"/>
                </a:lnTo>
                <a:lnTo>
                  <a:pt x="762000" y="1743075"/>
                </a:lnTo>
                <a:lnTo>
                  <a:pt x="752475" y="1743075"/>
                </a:lnTo>
                <a:close/>
                <a:moveTo>
                  <a:pt x="962025" y="1733550"/>
                </a:moveTo>
                <a:lnTo>
                  <a:pt x="981075" y="1733550"/>
                </a:lnTo>
                <a:lnTo>
                  <a:pt x="981075" y="1762125"/>
                </a:lnTo>
                <a:lnTo>
                  <a:pt x="971550" y="1762125"/>
                </a:lnTo>
                <a:lnTo>
                  <a:pt x="971550" y="1743075"/>
                </a:lnTo>
                <a:lnTo>
                  <a:pt x="962025" y="1743075"/>
                </a:lnTo>
                <a:close/>
                <a:moveTo>
                  <a:pt x="104775" y="1743075"/>
                </a:moveTo>
                <a:lnTo>
                  <a:pt x="123825" y="1743075"/>
                </a:lnTo>
                <a:lnTo>
                  <a:pt x="123825" y="1752600"/>
                </a:lnTo>
                <a:lnTo>
                  <a:pt x="104775" y="1752600"/>
                </a:lnTo>
                <a:close/>
                <a:moveTo>
                  <a:pt x="0" y="1752600"/>
                </a:moveTo>
                <a:lnTo>
                  <a:pt x="9525" y="1752600"/>
                </a:lnTo>
                <a:lnTo>
                  <a:pt x="9525" y="1762125"/>
                </a:lnTo>
                <a:lnTo>
                  <a:pt x="0" y="1762125"/>
                </a:lnTo>
                <a:close/>
              </a:path>
            </a:pathLst>
          </a:custGeom>
          <a:solidFill xmlns:a="http://schemas.openxmlformats.org/drawingml/2006/main">
            <a:srgbClr val="F9F8F4"/>
          </a:solidFill>
          <a:ln xmlns:a="http://schemas.openxmlformats.org/drawingml/2006/main" w="0">
            <a:noFill/>
          </a:ln>
        </p:spPr>
      </p:sp>
      <p:sp>
        <p:nvSpPr>
          <p:cNvPr id="58" name="turno2 vector #f9f8f3">
            <a:extLst xmlns:a="http://schemas.openxmlformats.org/drawingml/2006/main">
              <a:ext uri="{FF2B5EF4-FFF2-40B4-BE49-F238E27FC236}">
                <a16:creationId xmlns:a16="http://schemas.microsoft.com/office/drawing/2014/main" id="{D96EF63C-00BB-4CB7-8147-8858310DE4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86975" y="2514600"/>
            <a:ext cx="1828800" cy="2724150"/>
          </a:xfrm>
          <a:custGeom xmlns:a="http://schemas.openxmlformats.org/drawingml/2006/main">
            <a:pathLst>
              <a:path w="1181100" h="1762125">
                <a:moveTo>
                  <a:pt x="200025" y="0"/>
                </a:moveTo>
                <a:lnTo>
                  <a:pt x="219075" y="0"/>
                </a:lnTo>
                <a:lnTo>
                  <a:pt x="219075" y="9525"/>
                </a:lnTo>
                <a:lnTo>
                  <a:pt x="200025" y="9525"/>
                </a:lnTo>
                <a:close/>
                <a:moveTo>
                  <a:pt x="352425" y="0"/>
                </a:moveTo>
                <a:lnTo>
                  <a:pt x="371475" y="0"/>
                </a:lnTo>
                <a:lnTo>
                  <a:pt x="371475" y="9525"/>
                </a:lnTo>
                <a:lnTo>
                  <a:pt x="352425" y="9525"/>
                </a:lnTo>
                <a:close/>
                <a:moveTo>
                  <a:pt x="552450" y="0"/>
                </a:moveTo>
                <a:lnTo>
                  <a:pt x="571500" y="0"/>
                </a:lnTo>
                <a:lnTo>
                  <a:pt x="571500" y="9525"/>
                </a:lnTo>
                <a:lnTo>
                  <a:pt x="581025" y="9525"/>
                </a:lnTo>
                <a:lnTo>
                  <a:pt x="581025" y="19050"/>
                </a:lnTo>
                <a:lnTo>
                  <a:pt x="542925" y="19050"/>
                </a:lnTo>
                <a:lnTo>
                  <a:pt x="542925" y="9525"/>
                </a:lnTo>
                <a:lnTo>
                  <a:pt x="552450" y="9525"/>
                </a:lnTo>
                <a:close/>
                <a:moveTo>
                  <a:pt x="638175" y="0"/>
                </a:moveTo>
                <a:lnTo>
                  <a:pt x="647700" y="0"/>
                </a:lnTo>
                <a:lnTo>
                  <a:pt x="647700" y="9525"/>
                </a:lnTo>
                <a:lnTo>
                  <a:pt x="638175" y="9525"/>
                </a:lnTo>
                <a:close/>
                <a:moveTo>
                  <a:pt x="152400" y="38100"/>
                </a:moveTo>
                <a:lnTo>
                  <a:pt x="161925" y="38100"/>
                </a:lnTo>
                <a:lnTo>
                  <a:pt x="161925" y="47625"/>
                </a:lnTo>
                <a:lnTo>
                  <a:pt x="152400" y="47625"/>
                </a:lnTo>
                <a:close/>
                <a:moveTo>
                  <a:pt x="400050" y="38100"/>
                </a:moveTo>
                <a:lnTo>
                  <a:pt x="409575" y="38100"/>
                </a:lnTo>
                <a:lnTo>
                  <a:pt x="409575" y="57150"/>
                </a:lnTo>
                <a:lnTo>
                  <a:pt x="400050" y="57150"/>
                </a:lnTo>
                <a:close/>
                <a:moveTo>
                  <a:pt x="295275" y="47625"/>
                </a:moveTo>
                <a:lnTo>
                  <a:pt x="304800" y="47625"/>
                </a:lnTo>
                <a:lnTo>
                  <a:pt x="304800" y="57150"/>
                </a:lnTo>
                <a:lnTo>
                  <a:pt x="295275" y="57150"/>
                </a:lnTo>
                <a:close/>
                <a:moveTo>
                  <a:pt x="1171575" y="47625"/>
                </a:moveTo>
                <a:lnTo>
                  <a:pt x="1181100" y="47625"/>
                </a:lnTo>
                <a:lnTo>
                  <a:pt x="1181100" y="57150"/>
                </a:lnTo>
                <a:lnTo>
                  <a:pt x="1171575" y="57150"/>
                </a:lnTo>
                <a:close/>
                <a:moveTo>
                  <a:pt x="495300" y="57150"/>
                </a:moveTo>
                <a:lnTo>
                  <a:pt x="504825" y="57150"/>
                </a:lnTo>
                <a:lnTo>
                  <a:pt x="504825" y="76200"/>
                </a:lnTo>
                <a:lnTo>
                  <a:pt x="485775" y="76200"/>
                </a:lnTo>
                <a:lnTo>
                  <a:pt x="485775" y="66675"/>
                </a:lnTo>
                <a:lnTo>
                  <a:pt x="495300" y="66675"/>
                </a:lnTo>
                <a:close/>
                <a:moveTo>
                  <a:pt x="428625" y="66675"/>
                </a:moveTo>
                <a:lnTo>
                  <a:pt x="438150" y="66675"/>
                </a:lnTo>
                <a:lnTo>
                  <a:pt x="438150" y="76200"/>
                </a:lnTo>
                <a:lnTo>
                  <a:pt x="428625" y="76200"/>
                </a:lnTo>
                <a:close/>
                <a:moveTo>
                  <a:pt x="361950" y="85725"/>
                </a:moveTo>
                <a:lnTo>
                  <a:pt x="381000" y="85725"/>
                </a:lnTo>
                <a:lnTo>
                  <a:pt x="381000" y="114300"/>
                </a:lnTo>
                <a:lnTo>
                  <a:pt x="352425" y="114300"/>
                </a:lnTo>
                <a:lnTo>
                  <a:pt x="352425" y="95250"/>
                </a:lnTo>
                <a:lnTo>
                  <a:pt x="361950" y="95250"/>
                </a:lnTo>
                <a:close/>
                <a:moveTo>
                  <a:pt x="885825" y="114300"/>
                </a:moveTo>
                <a:lnTo>
                  <a:pt x="895350" y="114300"/>
                </a:lnTo>
                <a:lnTo>
                  <a:pt x="895350" y="123825"/>
                </a:lnTo>
                <a:lnTo>
                  <a:pt x="904875" y="123825"/>
                </a:lnTo>
                <a:lnTo>
                  <a:pt x="904875" y="133350"/>
                </a:lnTo>
                <a:lnTo>
                  <a:pt x="895350" y="133350"/>
                </a:lnTo>
                <a:lnTo>
                  <a:pt x="895350" y="142875"/>
                </a:lnTo>
                <a:lnTo>
                  <a:pt x="885825" y="142875"/>
                </a:lnTo>
                <a:lnTo>
                  <a:pt x="885825" y="152400"/>
                </a:lnTo>
                <a:lnTo>
                  <a:pt x="895350" y="152400"/>
                </a:lnTo>
                <a:lnTo>
                  <a:pt x="895350" y="161925"/>
                </a:lnTo>
                <a:lnTo>
                  <a:pt x="876300" y="161925"/>
                </a:lnTo>
                <a:lnTo>
                  <a:pt x="876300" y="133350"/>
                </a:lnTo>
                <a:lnTo>
                  <a:pt x="866775" y="133350"/>
                </a:lnTo>
                <a:lnTo>
                  <a:pt x="866775" y="123825"/>
                </a:lnTo>
                <a:lnTo>
                  <a:pt x="885825" y="123825"/>
                </a:lnTo>
                <a:close/>
                <a:moveTo>
                  <a:pt x="1076325" y="114300"/>
                </a:moveTo>
                <a:lnTo>
                  <a:pt x="1085850" y="114300"/>
                </a:lnTo>
                <a:lnTo>
                  <a:pt x="1085850" y="123825"/>
                </a:lnTo>
                <a:lnTo>
                  <a:pt x="1076325" y="123825"/>
                </a:lnTo>
                <a:close/>
                <a:moveTo>
                  <a:pt x="352425" y="133350"/>
                </a:moveTo>
                <a:lnTo>
                  <a:pt x="361950" y="133350"/>
                </a:lnTo>
                <a:lnTo>
                  <a:pt x="361950" y="142875"/>
                </a:lnTo>
                <a:lnTo>
                  <a:pt x="352425" y="142875"/>
                </a:lnTo>
                <a:close/>
                <a:moveTo>
                  <a:pt x="361950" y="152400"/>
                </a:moveTo>
                <a:lnTo>
                  <a:pt x="371475" y="152400"/>
                </a:lnTo>
                <a:lnTo>
                  <a:pt x="371475" y="161925"/>
                </a:lnTo>
                <a:lnTo>
                  <a:pt x="361950" y="161925"/>
                </a:lnTo>
                <a:close/>
                <a:moveTo>
                  <a:pt x="523875" y="152400"/>
                </a:moveTo>
                <a:lnTo>
                  <a:pt x="533400" y="152400"/>
                </a:lnTo>
                <a:lnTo>
                  <a:pt x="533400" y="161925"/>
                </a:lnTo>
                <a:lnTo>
                  <a:pt x="523875" y="161925"/>
                </a:lnTo>
                <a:close/>
                <a:moveTo>
                  <a:pt x="962025" y="171450"/>
                </a:moveTo>
                <a:lnTo>
                  <a:pt x="971550" y="171450"/>
                </a:lnTo>
                <a:lnTo>
                  <a:pt x="971550" y="190500"/>
                </a:lnTo>
                <a:lnTo>
                  <a:pt x="962025" y="190500"/>
                </a:lnTo>
                <a:close/>
                <a:moveTo>
                  <a:pt x="1171575" y="171450"/>
                </a:moveTo>
                <a:lnTo>
                  <a:pt x="1181100" y="171450"/>
                </a:lnTo>
                <a:lnTo>
                  <a:pt x="1181100" y="190500"/>
                </a:lnTo>
                <a:lnTo>
                  <a:pt x="1171575" y="190500"/>
                </a:lnTo>
                <a:close/>
                <a:moveTo>
                  <a:pt x="828675" y="180975"/>
                </a:moveTo>
                <a:lnTo>
                  <a:pt x="838200" y="180975"/>
                </a:lnTo>
                <a:lnTo>
                  <a:pt x="838200" y="190500"/>
                </a:lnTo>
                <a:lnTo>
                  <a:pt x="828675" y="190500"/>
                </a:lnTo>
                <a:close/>
                <a:moveTo>
                  <a:pt x="495300" y="190500"/>
                </a:moveTo>
                <a:lnTo>
                  <a:pt x="533400" y="190500"/>
                </a:lnTo>
                <a:lnTo>
                  <a:pt x="533400" y="200025"/>
                </a:lnTo>
                <a:lnTo>
                  <a:pt x="495300" y="200025"/>
                </a:lnTo>
                <a:close/>
                <a:moveTo>
                  <a:pt x="781050" y="190500"/>
                </a:moveTo>
                <a:lnTo>
                  <a:pt x="790575" y="190500"/>
                </a:lnTo>
                <a:lnTo>
                  <a:pt x="790575" y="200025"/>
                </a:lnTo>
                <a:lnTo>
                  <a:pt x="781050" y="200025"/>
                </a:lnTo>
                <a:close/>
                <a:moveTo>
                  <a:pt x="942975" y="190500"/>
                </a:moveTo>
                <a:lnTo>
                  <a:pt x="952500" y="190500"/>
                </a:lnTo>
                <a:lnTo>
                  <a:pt x="952500" y="200025"/>
                </a:lnTo>
                <a:lnTo>
                  <a:pt x="942975" y="200025"/>
                </a:lnTo>
                <a:close/>
                <a:moveTo>
                  <a:pt x="533400" y="200025"/>
                </a:moveTo>
                <a:lnTo>
                  <a:pt x="552450" y="200025"/>
                </a:lnTo>
                <a:lnTo>
                  <a:pt x="552450" y="209550"/>
                </a:lnTo>
                <a:lnTo>
                  <a:pt x="533400" y="209550"/>
                </a:lnTo>
                <a:close/>
                <a:moveTo>
                  <a:pt x="666750" y="200025"/>
                </a:moveTo>
                <a:lnTo>
                  <a:pt x="676275" y="200025"/>
                </a:lnTo>
                <a:lnTo>
                  <a:pt x="676275" y="209550"/>
                </a:lnTo>
                <a:lnTo>
                  <a:pt x="666750" y="209550"/>
                </a:lnTo>
                <a:close/>
                <a:moveTo>
                  <a:pt x="561975" y="209550"/>
                </a:moveTo>
                <a:lnTo>
                  <a:pt x="571500" y="209550"/>
                </a:lnTo>
                <a:lnTo>
                  <a:pt x="571500" y="228600"/>
                </a:lnTo>
                <a:lnTo>
                  <a:pt x="561975" y="228600"/>
                </a:lnTo>
                <a:close/>
                <a:moveTo>
                  <a:pt x="76200" y="219075"/>
                </a:moveTo>
                <a:lnTo>
                  <a:pt x="85725" y="219075"/>
                </a:lnTo>
                <a:lnTo>
                  <a:pt x="85725" y="228600"/>
                </a:lnTo>
                <a:lnTo>
                  <a:pt x="76200" y="228600"/>
                </a:lnTo>
                <a:close/>
                <a:moveTo>
                  <a:pt x="352425" y="238125"/>
                </a:moveTo>
                <a:lnTo>
                  <a:pt x="361950" y="238125"/>
                </a:lnTo>
                <a:lnTo>
                  <a:pt x="361950" y="247650"/>
                </a:lnTo>
                <a:lnTo>
                  <a:pt x="371475" y="247650"/>
                </a:lnTo>
                <a:lnTo>
                  <a:pt x="371475" y="257175"/>
                </a:lnTo>
                <a:lnTo>
                  <a:pt x="352425" y="257175"/>
                </a:lnTo>
                <a:close/>
                <a:moveTo>
                  <a:pt x="76200" y="257175"/>
                </a:moveTo>
                <a:lnTo>
                  <a:pt x="95250" y="257175"/>
                </a:lnTo>
                <a:lnTo>
                  <a:pt x="95250" y="266700"/>
                </a:lnTo>
                <a:lnTo>
                  <a:pt x="104775" y="266700"/>
                </a:lnTo>
                <a:lnTo>
                  <a:pt x="104775" y="276225"/>
                </a:lnTo>
                <a:lnTo>
                  <a:pt x="76200" y="276225"/>
                </a:lnTo>
                <a:close/>
                <a:moveTo>
                  <a:pt x="381000" y="257175"/>
                </a:moveTo>
                <a:lnTo>
                  <a:pt x="390525" y="257175"/>
                </a:lnTo>
                <a:lnTo>
                  <a:pt x="390525" y="266700"/>
                </a:lnTo>
                <a:lnTo>
                  <a:pt x="381000" y="266700"/>
                </a:lnTo>
                <a:close/>
                <a:moveTo>
                  <a:pt x="142875" y="266700"/>
                </a:moveTo>
                <a:lnTo>
                  <a:pt x="152400" y="266700"/>
                </a:lnTo>
                <a:lnTo>
                  <a:pt x="152400" y="285750"/>
                </a:lnTo>
                <a:lnTo>
                  <a:pt x="142875" y="285750"/>
                </a:lnTo>
                <a:close/>
                <a:moveTo>
                  <a:pt x="390525" y="266700"/>
                </a:moveTo>
                <a:lnTo>
                  <a:pt x="400050" y="266700"/>
                </a:lnTo>
                <a:lnTo>
                  <a:pt x="400050" y="276225"/>
                </a:lnTo>
                <a:lnTo>
                  <a:pt x="390525" y="276225"/>
                </a:lnTo>
                <a:close/>
                <a:moveTo>
                  <a:pt x="104775" y="276225"/>
                </a:moveTo>
                <a:lnTo>
                  <a:pt x="114300" y="276225"/>
                </a:lnTo>
                <a:lnTo>
                  <a:pt x="114300" y="285750"/>
                </a:lnTo>
                <a:lnTo>
                  <a:pt x="104775" y="285750"/>
                </a:lnTo>
                <a:close/>
                <a:moveTo>
                  <a:pt x="352425" y="285750"/>
                </a:moveTo>
                <a:lnTo>
                  <a:pt x="361950" y="285750"/>
                </a:lnTo>
                <a:lnTo>
                  <a:pt x="361950" y="295275"/>
                </a:lnTo>
                <a:lnTo>
                  <a:pt x="371475" y="295275"/>
                </a:lnTo>
                <a:lnTo>
                  <a:pt x="371475" y="314325"/>
                </a:lnTo>
                <a:lnTo>
                  <a:pt x="361950" y="314325"/>
                </a:lnTo>
                <a:lnTo>
                  <a:pt x="361950" y="304800"/>
                </a:lnTo>
                <a:lnTo>
                  <a:pt x="352425" y="304800"/>
                </a:lnTo>
                <a:close/>
                <a:moveTo>
                  <a:pt x="285750" y="295275"/>
                </a:moveTo>
                <a:lnTo>
                  <a:pt x="295275" y="295275"/>
                </a:lnTo>
                <a:lnTo>
                  <a:pt x="295275" y="304800"/>
                </a:lnTo>
                <a:lnTo>
                  <a:pt x="285750" y="304800"/>
                </a:lnTo>
                <a:close/>
                <a:moveTo>
                  <a:pt x="257175" y="304800"/>
                </a:moveTo>
                <a:lnTo>
                  <a:pt x="266700" y="304800"/>
                </a:lnTo>
                <a:lnTo>
                  <a:pt x="266700" y="314325"/>
                </a:lnTo>
                <a:lnTo>
                  <a:pt x="257175" y="314325"/>
                </a:lnTo>
                <a:close/>
                <a:moveTo>
                  <a:pt x="276225" y="304800"/>
                </a:moveTo>
                <a:lnTo>
                  <a:pt x="285750" y="304800"/>
                </a:lnTo>
                <a:lnTo>
                  <a:pt x="285750" y="314325"/>
                </a:lnTo>
                <a:lnTo>
                  <a:pt x="276225" y="314325"/>
                </a:lnTo>
                <a:close/>
                <a:moveTo>
                  <a:pt x="266700" y="314325"/>
                </a:moveTo>
                <a:lnTo>
                  <a:pt x="276225" y="314325"/>
                </a:lnTo>
                <a:lnTo>
                  <a:pt x="276225" y="323850"/>
                </a:lnTo>
                <a:lnTo>
                  <a:pt x="266700" y="323850"/>
                </a:lnTo>
                <a:close/>
                <a:moveTo>
                  <a:pt x="257175" y="323850"/>
                </a:moveTo>
                <a:lnTo>
                  <a:pt x="266700" y="323850"/>
                </a:lnTo>
                <a:lnTo>
                  <a:pt x="266700" y="333375"/>
                </a:lnTo>
                <a:lnTo>
                  <a:pt x="257175" y="333375"/>
                </a:lnTo>
                <a:close/>
                <a:moveTo>
                  <a:pt x="371475" y="323850"/>
                </a:moveTo>
                <a:lnTo>
                  <a:pt x="381000" y="323850"/>
                </a:lnTo>
                <a:lnTo>
                  <a:pt x="381000" y="333375"/>
                </a:lnTo>
                <a:lnTo>
                  <a:pt x="371475" y="333375"/>
                </a:lnTo>
                <a:close/>
                <a:moveTo>
                  <a:pt x="381000" y="333375"/>
                </a:moveTo>
                <a:lnTo>
                  <a:pt x="390525" y="333375"/>
                </a:lnTo>
                <a:lnTo>
                  <a:pt x="390525" y="342900"/>
                </a:lnTo>
                <a:lnTo>
                  <a:pt x="381000" y="342900"/>
                </a:lnTo>
                <a:close/>
                <a:moveTo>
                  <a:pt x="542925" y="333375"/>
                </a:moveTo>
                <a:lnTo>
                  <a:pt x="552450" y="333375"/>
                </a:lnTo>
                <a:lnTo>
                  <a:pt x="552450" y="342900"/>
                </a:lnTo>
                <a:lnTo>
                  <a:pt x="542925" y="342900"/>
                </a:lnTo>
                <a:close/>
                <a:moveTo>
                  <a:pt x="400050" y="342900"/>
                </a:moveTo>
                <a:lnTo>
                  <a:pt x="428625" y="342900"/>
                </a:lnTo>
                <a:lnTo>
                  <a:pt x="428625" y="361950"/>
                </a:lnTo>
                <a:lnTo>
                  <a:pt x="419100" y="361950"/>
                </a:lnTo>
                <a:lnTo>
                  <a:pt x="419100" y="381000"/>
                </a:lnTo>
                <a:lnTo>
                  <a:pt x="409575" y="381000"/>
                </a:lnTo>
                <a:lnTo>
                  <a:pt x="409575" y="352425"/>
                </a:lnTo>
                <a:lnTo>
                  <a:pt x="400050" y="352425"/>
                </a:lnTo>
                <a:close/>
                <a:moveTo>
                  <a:pt x="552450" y="342900"/>
                </a:moveTo>
                <a:lnTo>
                  <a:pt x="561975" y="342900"/>
                </a:lnTo>
                <a:lnTo>
                  <a:pt x="561975" y="361950"/>
                </a:lnTo>
                <a:lnTo>
                  <a:pt x="571500" y="361950"/>
                </a:lnTo>
                <a:lnTo>
                  <a:pt x="571500" y="371475"/>
                </a:lnTo>
                <a:lnTo>
                  <a:pt x="552450" y="371475"/>
                </a:lnTo>
                <a:close/>
                <a:moveTo>
                  <a:pt x="923925" y="361950"/>
                </a:moveTo>
                <a:lnTo>
                  <a:pt x="933450" y="361950"/>
                </a:lnTo>
                <a:lnTo>
                  <a:pt x="933450" y="371475"/>
                </a:lnTo>
                <a:lnTo>
                  <a:pt x="942975" y="371475"/>
                </a:lnTo>
                <a:lnTo>
                  <a:pt x="942975" y="381000"/>
                </a:lnTo>
                <a:lnTo>
                  <a:pt x="923925" y="381000"/>
                </a:lnTo>
                <a:close/>
                <a:moveTo>
                  <a:pt x="809625" y="371475"/>
                </a:moveTo>
                <a:lnTo>
                  <a:pt x="819150" y="371475"/>
                </a:lnTo>
                <a:lnTo>
                  <a:pt x="819150" y="381000"/>
                </a:lnTo>
                <a:lnTo>
                  <a:pt x="809625" y="381000"/>
                </a:lnTo>
                <a:close/>
                <a:moveTo>
                  <a:pt x="942975" y="381000"/>
                </a:moveTo>
                <a:lnTo>
                  <a:pt x="952500" y="381000"/>
                </a:lnTo>
                <a:lnTo>
                  <a:pt x="952500" y="390525"/>
                </a:lnTo>
                <a:lnTo>
                  <a:pt x="962025" y="390525"/>
                </a:lnTo>
                <a:lnTo>
                  <a:pt x="962025" y="400050"/>
                </a:lnTo>
                <a:lnTo>
                  <a:pt x="952500" y="400050"/>
                </a:lnTo>
                <a:lnTo>
                  <a:pt x="952500" y="409575"/>
                </a:lnTo>
                <a:lnTo>
                  <a:pt x="942975" y="409575"/>
                </a:lnTo>
                <a:close/>
                <a:moveTo>
                  <a:pt x="390525" y="390525"/>
                </a:moveTo>
                <a:lnTo>
                  <a:pt x="400050" y="390525"/>
                </a:lnTo>
                <a:lnTo>
                  <a:pt x="400050" y="400050"/>
                </a:lnTo>
                <a:lnTo>
                  <a:pt x="390525" y="400050"/>
                </a:lnTo>
                <a:close/>
                <a:moveTo>
                  <a:pt x="971550" y="390525"/>
                </a:moveTo>
                <a:lnTo>
                  <a:pt x="1000125" y="390525"/>
                </a:lnTo>
                <a:lnTo>
                  <a:pt x="1000125" y="400050"/>
                </a:lnTo>
                <a:lnTo>
                  <a:pt x="971550" y="400050"/>
                </a:lnTo>
                <a:close/>
                <a:moveTo>
                  <a:pt x="533400" y="400050"/>
                </a:moveTo>
                <a:lnTo>
                  <a:pt x="542925" y="400050"/>
                </a:lnTo>
                <a:lnTo>
                  <a:pt x="542925" y="409575"/>
                </a:lnTo>
                <a:lnTo>
                  <a:pt x="533400" y="409575"/>
                </a:lnTo>
                <a:close/>
                <a:moveTo>
                  <a:pt x="561975" y="400050"/>
                </a:moveTo>
                <a:lnTo>
                  <a:pt x="571500" y="400050"/>
                </a:lnTo>
                <a:lnTo>
                  <a:pt x="571500" y="409575"/>
                </a:lnTo>
                <a:lnTo>
                  <a:pt x="561975" y="409575"/>
                </a:lnTo>
                <a:close/>
                <a:moveTo>
                  <a:pt x="542925" y="409575"/>
                </a:moveTo>
                <a:lnTo>
                  <a:pt x="552450" y="409575"/>
                </a:lnTo>
                <a:lnTo>
                  <a:pt x="552450" y="419100"/>
                </a:lnTo>
                <a:lnTo>
                  <a:pt x="542925" y="419100"/>
                </a:lnTo>
                <a:close/>
                <a:moveTo>
                  <a:pt x="952500" y="428625"/>
                </a:moveTo>
                <a:lnTo>
                  <a:pt x="962025" y="428625"/>
                </a:lnTo>
                <a:lnTo>
                  <a:pt x="962025" y="438150"/>
                </a:lnTo>
                <a:lnTo>
                  <a:pt x="952500" y="438150"/>
                </a:lnTo>
                <a:close/>
                <a:moveTo>
                  <a:pt x="876300" y="438150"/>
                </a:moveTo>
                <a:lnTo>
                  <a:pt x="885825" y="438150"/>
                </a:lnTo>
                <a:lnTo>
                  <a:pt x="885825" y="447675"/>
                </a:lnTo>
                <a:lnTo>
                  <a:pt x="876300" y="447675"/>
                </a:lnTo>
                <a:close/>
                <a:moveTo>
                  <a:pt x="1038225" y="447675"/>
                </a:moveTo>
                <a:lnTo>
                  <a:pt x="1047750" y="447675"/>
                </a:lnTo>
                <a:lnTo>
                  <a:pt x="1047750" y="457200"/>
                </a:lnTo>
                <a:lnTo>
                  <a:pt x="1038225" y="457200"/>
                </a:lnTo>
                <a:close/>
                <a:moveTo>
                  <a:pt x="1047750" y="457200"/>
                </a:moveTo>
                <a:lnTo>
                  <a:pt x="1057275" y="457200"/>
                </a:lnTo>
                <a:lnTo>
                  <a:pt x="1057275" y="466725"/>
                </a:lnTo>
                <a:lnTo>
                  <a:pt x="1066800" y="466725"/>
                </a:lnTo>
                <a:lnTo>
                  <a:pt x="1066800" y="485775"/>
                </a:lnTo>
                <a:lnTo>
                  <a:pt x="1047750" y="485775"/>
                </a:lnTo>
                <a:close/>
                <a:moveTo>
                  <a:pt x="438150" y="476250"/>
                </a:moveTo>
                <a:lnTo>
                  <a:pt x="447675" y="476250"/>
                </a:lnTo>
                <a:lnTo>
                  <a:pt x="447675" y="485775"/>
                </a:lnTo>
                <a:lnTo>
                  <a:pt x="438150" y="485775"/>
                </a:lnTo>
                <a:close/>
                <a:moveTo>
                  <a:pt x="428625" y="485775"/>
                </a:moveTo>
                <a:lnTo>
                  <a:pt x="438150" y="485775"/>
                </a:lnTo>
                <a:lnTo>
                  <a:pt x="438150" y="495300"/>
                </a:lnTo>
                <a:lnTo>
                  <a:pt x="428625" y="495300"/>
                </a:lnTo>
                <a:close/>
                <a:moveTo>
                  <a:pt x="447675" y="485775"/>
                </a:moveTo>
                <a:lnTo>
                  <a:pt x="457200" y="485775"/>
                </a:lnTo>
                <a:lnTo>
                  <a:pt x="457200" y="495300"/>
                </a:lnTo>
                <a:lnTo>
                  <a:pt x="447675" y="495300"/>
                </a:lnTo>
                <a:close/>
                <a:moveTo>
                  <a:pt x="876300" y="485775"/>
                </a:moveTo>
                <a:lnTo>
                  <a:pt x="885825" y="485775"/>
                </a:lnTo>
                <a:lnTo>
                  <a:pt x="885825" y="495300"/>
                </a:lnTo>
                <a:lnTo>
                  <a:pt x="876300" y="495300"/>
                </a:lnTo>
                <a:close/>
                <a:moveTo>
                  <a:pt x="466725" y="495300"/>
                </a:moveTo>
                <a:lnTo>
                  <a:pt x="485775" y="495300"/>
                </a:lnTo>
                <a:lnTo>
                  <a:pt x="485775" y="504825"/>
                </a:lnTo>
                <a:lnTo>
                  <a:pt x="466725" y="504825"/>
                </a:lnTo>
                <a:close/>
                <a:moveTo>
                  <a:pt x="485775" y="504825"/>
                </a:moveTo>
                <a:lnTo>
                  <a:pt x="495300" y="504825"/>
                </a:lnTo>
                <a:lnTo>
                  <a:pt x="495300" y="514350"/>
                </a:lnTo>
                <a:lnTo>
                  <a:pt x="485775" y="514350"/>
                </a:lnTo>
                <a:close/>
                <a:moveTo>
                  <a:pt x="342900" y="523875"/>
                </a:moveTo>
                <a:lnTo>
                  <a:pt x="352425" y="523875"/>
                </a:lnTo>
                <a:lnTo>
                  <a:pt x="352425" y="533400"/>
                </a:lnTo>
                <a:lnTo>
                  <a:pt x="342900" y="533400"/>
                </a:lnTo>
                <a:close/>
                <a:moveTo>
                  <a:pt x="276225" y="533400"/>
                </a:moveTo>
                <a:lnTo>
                  <a:pt x="285750" y="533400"/>
                </a:lnTo>
                <a:lnTo>
                  <a:pt x="285750" y="542925"/>
                </a:lnTo>
                <a:lnTo>
                  <a:pt x="276225" y="542925"/>
                </a:lnTo>
                <a:close/>
                <a:moveTo>
                  <a:pt x="285750" y="542925"/>
                </a:moveTo>
                <a:lnTo>
                  <a:pt x="295275" y="542925"/>
                </a:lnTo>
                <a:lnTo>
                  <a:pt x="295275" y="552450"/>
                </a:lnTo>
                <a:lnTo>
                  <a:pt x="285750" y="552450"/>
                </a:lnTo>
                <a:close/>
                <a:moveTo>
                  <a:pt x="361950" y="552450"/>
                </a:moveTo>
                <a:lnTo>
                  <a:pt x="371475" y="552450"/>
                </a:lnTo>
                <a:lnTo>
                  <a:pt x="371475" y="561975"/>
                </a:lnTo>
                <a:lnTo>
                  <a:pt x="361950" y="561975"/>
                </a:lnTo>
                <a:close/>
                <a:moveTo>
                  <a:pt x="485775" y="552450"/>
                </a:moveTo>
                <a:lnTo>
                  <a:pt x="495300" y="552450"/>
                </a:lnTo>
                <a:lnTo>
                  <a:pt x="495300" y="561975"/>
                </a:lnTo>
                <a:lnTo>
                  <a:pt x="485775" y="561975"/>
                </a:lnTo>
                <a:close/>
                <a:moveTo>
                  <a:pt x="838200" y="552450"/>
                </a:moveTo>
                <a:lnTo>
                  <a:pt x="847725" y="552450"/>
                </a:lnTo>
                <a:lnTo>
                  <a:pt x="847725" y="561975"/>
                </a:lnTo>
                <a:lnTo>
                  <a:pt x="857250" y="561975"/>
                </a:lnTo>
                <a:lnTo>
                  <a:pt x="857250" y="571500"/>
                </a:lnTo>
                <a:lnTo>
                  <a:pt x="847725" y="571500"/>
                </a:lnTo>
                <a:lnTo>
                  <a:pt x="847725" y="581025"/>
                </a:lnTo>
                <a:lnTo>
                  <a:pt x="828675" y="581025"/>
                </a:lnTo>
                <a:lnTo>
                  <a:pt x="828675" y="571500"/>
                </a:lnTo>
                <a:lnTo>
                  <a:pt x="838200" y="571500"/>
                </a:lnTo>
                <a:close/>
                <a:moveTo>
                  <a:pt x="657225" y="561975"/>
                </a:moveTo>
                <a:lnTo>
                  <a:pt x="666750" y="561975"/>
                </a:lnTo>
                <a:lnTo>
                  <a:pt x="666750" y="581025"/>
                </a:lnTo>
                <a:lnTo>
                  <a:pt x="657225" y="581025"/>
                </a:lnTo>
                <a:close/>
                <a:moveTo>
                  <a:pt x="333375" y="571500"/>
                </a:moveTo>
                <a:lnTo>
                  <a:pt x="352425" y="571500"/>
                </a:lnTo>
                <a:lnTo>
                  <a:pt x="352425" y="590550"/>
                </a:lnTo>
                <a:lnTo>
                  <a:pt x="342900" y="590550"/>
                </a:lnTo>
                <a:lnTo>
                  <a:pt x="342900" y="581025"/>
                </a:lnTo>
                <a:lnTo>
                  <a:pt x="333375" y="581025"/>
                </a:lnTo>
                <a:close/>
                <a:moveTo>
                  <a:pt x="352425" y="590550"/>
                </a:moveTo>
                <a:lnTo>
                  <a:pt x="361950" y="590550"/>
                </a:lnTo>
                <a:lnTo>
                  <a:pt x="361950" y="600075"/>
                </a:lnTo>
                <a:lnTo>
                  <a:pt x="352425" y="600075"/>
                </a:lnTo>
                <a:close/>
                <a:moveTo>
                  <a:pt x="838200" y="590550"/>
                </a:moveTo>
                <a:lnTo>
                  <a:pt x="847725" y="590550"/>
                </a:lnTo>
                <a:lnTo>
                  <a:pt x="847725" y="600075"/>
                </a:lnTo>
                <a:lnTo>
                  <a:pt x="838200" y="600075"/>
                </a:lnTo>
                <a:close/>
                <a:moveTo>
                  <a:pt x="361950" y="600075"/>
                </a:moveTo>
                <a:lnTo>
                  <a:pt x="371475" y="600075"/>
                </a:lnTo>
                <a:lnTo>
                  <a:pt x="371475" y="609600"/>
                </a:lnTo>
                <a:lnTo>
                  <a:pt x="361950" y="609600"/>
                </a:lnTo>
                <a:close/>
                <a:moveTo>
                  <a:pt x="1171575" y="619125"/>
                </a:moveTo>
                <a:lnTo>
                  <a:pt x="1181100" y="619125"/>
                </a:lnTo>
                <a:lnTo>
                  <a:pt x="1181100" y="628650"/>
                </a:lnTo>
                <a:lnTo>
                  <a:pt x="1171575" y="628650"/>
                </a:lnTo>
                <a:close/>
                <a:moveTo>
                  <a:pt x="800100" y="685800"/>
                </a:moveTo>
                <a:lnTo>
                  <a:pt x="819150" y="685800"/>
                </a:lnTo>
                <a:lnTo>
                  <a:pt x="819150" y="704850"/>
                </a:lnTo>
                <a:lnTo>
                  <a:pt x="809625" y="704850"/>
                </a:lnTo>
                <a:lnTo>
                  <a:pt x="809625" y="695325"/>
                </a:lnTo>
                <a:lnTo>
                  <a:pt x="800100" y="695325"/>
                </a:lnTo>
                <a:close/>
                <a:moveTo>
                  <a:pt x="247650" y="695325"/>
                </a:moveTo>
                <a:lnTo>
                  <a:pt x="257175" y="695325"/>
                </a:lnTo>
                <a:lnTo>
                  <a:pt x="257175" y="704850"/>
                </a:lnTo>
                <a:lnTo>
                  <a:pt x="276225" y="704850"/>
                </a:lnTo>
                <a:lnTo>
                  <a:pt x="276225" y="695325"/>
                </a:lnTo>
                <a:lnTo>
                  <a:pt x="295275" y="695325"/>
                </a:lnTo>
                <a:lnTo>
                  <a:pt x="295275" y="704850"/>
                </a:lnTo>
                <a:lnTo>
                  <a:pt x="352425" y="704850"/>
                </a:lnTo>
                <a:lnTo>
                  <a:pt x="352425" y="714375"/>
                </a:lnTo>
                <a:lnTo>
                  <a:pt x="361950" y="714375"/>
                </a:lnTo>
                <a:lnTo>
                  <a:pt x="361950" y="723900"/>
                </a:lnTo>
                <a:lnTo>
                  <a:pt x="333375" y="723900"/>
                </a:lnTo>
                <a:lnTo>
                  <a:pt x="333375" y="714375"/>
                </a:lnTo>
                <a:lnTo>
                  <a:pt x="314325" y="714375"/>
                </a:lnTo>
                <a:lnTo>
                  <a:pt x="314325" y="723900"/>
                </a:lnTo>
                <a:lnTo>
                  <a:pt x="323850" y="723900"/>
                </a:lnTo>
                <a:lnTo>
                  <a:pt x="323850" y="733425"/>
                </a:lnTo>
                <a:lnTo>
                  <a:pt x="304800" y="733425"/>
                </a:lnTo>
                <a:lnTo>
                  <a:pt x="304800" y="723900"/>
                </a:lnTo>
                <a:lnTo>
                  <a:pt x="295275" y="723900"/>
                </a:lnTo>
                <a:lnTo>
                  <a:pt x="295275" y="742950"/>
                </a:lnTo>
                <a:lnTo>
                  <a:pt x="285750" y="742950"/>
                </a:lnTo>
                <a:lnTo>
                  <a:pt x="285750" y="733425"/>
                </a:lnTo>
                <a:lnTo>
                  <a:pt x="266700" y="733425"/>
                </a:lnTo>
                <a:lnTo>
                  <a:pt x="266700" y="714375"/>
                </a:lnTo>
                <a:lnTo>
                  <a:pt x="247650" y="714375"/>
                </a:lnTo>
                <a:close/>
                <a:moveTo>
                  <a:pt x="438150" y="695325"/>
                </a:moveTo>
                <a:lnTo>
                  <a:pt x="457200" y="695325"/>
                </a:lnTo>
                <a:lnTo>
                  <a:pt x="457200" y="723900"/>
                </a:lnTo>
                <a:lnTo>
                  <a:pt x="428625" y="723900"/>
                </a:lnTo>
                <a:lnTo>
                  <a:pt x="428625" y="733425"/>
                </a:lnTo>
                <a:lnTo>
                  <a:pt x="419100" y="733425"/>
                </a:lnTo>
                <a:lnTo>
                  <a:pt x="419100" y="714375"/>
                </a:lnTo>
                <a:lnTo>
                  <a:pt x="438150" y="714375"/>
                </a:lnTo>
                <a:close/>
                <a:moveTo>
                  <a:pt x="219075" y="714375"/>
                </a:moveTo>
                <a:lnTo>
                  <a:pt x="238125" y="714375"/>
                </a:lnTo>
                <a:lnTo>
                  <a:pt x="238125" y="733425"/>
                </a:lnTo>
                <a:lnTo>
                  <a:pt x="209550" y="733425"/>
                </a:lnTo>
                <a:lnTo>
                  <a:pt x="209550" y="723900"/>
                </a:lnTo>
                <a:lnTo>
                  <a:pt x="219075" y="723900"/>
                </a:lnTo>
                <a:close/>
                <a:moveTo>
                  <a:pt x="571500" y="714375"/>
                </a:moveTo>
                <a:lnTo>
                  <a:pt x="581025" y="714375"/>
                </a:lnTo>
                <a:lnTo>
                  <a:pt x="581025" y="723900"/>
                </a:lnTo>
                <a:lnTo>
                  <a:pt x="571500" y="723900"/>
                </a:lnTo>
                <a:close/>
                <a:moveTo>
                  <a:pt x="733425" y="742950"/>
                </a:moveTo>
                <a:lnTo>
                  <a:pt x="742950" y="742950"/>
                </a:lnTo>
                <a:lnTo>
                  <a:pt x="742950" y="762000"/>
                </a:lnTo>
                <a:lnTo>
                  <a:pt x="733425" y="762000"/>
                </a:lnTo>
                <a:close/>
                <a:moveTo>
                  <a:pt x="295275" y="752475"/>
                </a:moveTo>
                <a:lnTo>
                  <a:pt x="304800" y="752475"/>
                </a:lnTo>
                <a:lnTo>
                  <a:pt x="304800" y="762000"/>
                </a:lnTo>
                <a:lnTo>
                  <a:pt x="295275" y="762000"/>
                </a:lnTo>
                <a:close/>
                <a:moveTo>
                  <a:pt x="676275" y="771525"/>
                </a:moveTo>
                <a:lnTo>
                  <a:pt x="685800" y="771525"/>
                </a:lnTo>
                <a:lnTo>
                  <a:pt x="685800" y="781050"/>
                </a:lnTo>
                <a:lnTo>
                  <a:pt x="676275" y="781050"/>
                </a:lnTo>
                <a:close/>
                <a:moveTo>
                  <a:pt x="1085850" y="790575"/>
                </a:moveTo>
                <a:lnTo>
                  <a:pt x="1095375" y="790575"/>
                </a:lnTo>
                <a:lnTo>
                  <a:pt x="1095375" y="800100"/>
                </a:lnTo>
                <a:lnTo>
                  <a:pt x="1085850" y="800100"/>
                </a:lnTo>
                <a:close/>
                <a:moveTo>
                  <a:pt x="1133475" y="800100"/>
                </a:moveTo>
                <a:lnTo>
                  <a:pt x="1181100" y="800100"/>
                </a:lnTo>
                <a:lnTo>
                  <a:pt x="1181100" y="809625"/>
                </a:lnTo>
                <a:lnTo>
                  <a:pt x="1171575" y="809625"/>
                </a:lnTo>
                <a:lnTo>
                  <a:pt x="1171575" y="819150"/>
                </a:lnTo>
                <a:lnTo>
                  <a:pt x="1143000" y="819150"/>
                </a:lnTo>
                <a:lnTo>
                  <a:pt x="1143000" y="838200"/>
                </a:lnTo>
                <a:lnTo>
                  <a:pt x="1152525" y="838200"/>
                </a:lnTo>
                <a:lnTo>
                  <a:pt x="1152525" y="857250"/>
                </a:lnTo>
                <a:lnTo>
                  <a:pt x="1143000" y="857250"/>
                </a:lnTo>
                <a:lnTo>
                  <a:pt x="1143000" y="866775"/>
                </a:lnTo>
                <a:lnTo>
                  <a:pt x="1133475" y="866775"/>
                </a:lnTo>
                <a:lnTo>
                  <a:pt x="1133475" y="819150"/>
                </a:lnTo>
                <a:lnTo>
                  <a:pt x="1123950" y="819150"/>
                </a:lnTo>
                <a:lnTo>
                  <a:pt x="1123950" y="809625"/>
                </a:lnTo>
                <a:lnTo>
                  <a:pt x="1133475" y="809625"/>
                </a:lnTo>
                <a:close/>
                <a:moveTo>
                  <a:pt x="1085850" y="809625"/>
                </a:moveTo>
                <a:lnTo>
                  <a:pt x="1104900" y="809625"/>
                </a:lnTo>
                <a:lnTo>
                  <a:pt x="1104900" y="828675"/>
                </a:lnTo>
                <a:lnTo>
                  <a:pt x="1095375" y="828675"/>
                </a:lnTo>
                <a:lnTo>
                  <a:pt x="1095375" y="847725"/>
                </a:lnTo>
                <a:lnTo>
                  <a:pt x="1085850" y="847725"/>
                </a:lnTo>
                <a:close/>
                <a:moveTo>
                  <a:pt x="533400" y="819150"/>
                </a:moveTo>
                <a:lnTo>
                  <a:pt x="542925" y="819150"/>
                </a:lnTo>
                <a:lnTo>
                  <a:pt x="542925" y="828675"/>
                </a:lnTo>
                <a:lnTo>
                  <a:pt x="552450" y="828675"/>
                </a:lnTo>
                <a:lnTo>
                  <a:pt x="552450" y="838200"/>
                </a:lnTo>
                <a:lnTo>
                  <a:pt x="533400" y="838200"/>
                </a:lnTo>
                <a:close/>
                <a:moveTo>
                  <a:pt x="1000125" y="819150"/>
                </a:moveTo>
                <a:lnTo>
                  <a:pt x="1009650" y="819150"/>
                </a:lnTo>
                <a:lnTo>
                  <a:pt x="1009650" y="828675"/>
                </a:lnTo>
                <a:lnTo>
                  <a:pt x="1000125" y="828675"/>
                </a:lnTo>
                <a:close/>
                <a:moveTo>
                  <a:pt x="1038225" y="828675"/>
                </a:moveTo>
                <a:lnTo>
                  <a:pt x="1047750" y="828675"/>
                </a:lnTo>
                <a:lnTo>
                  <a:pt x="1047750" y="838200"/>
                </a:lnTo>
                <a:lnTo>
                  <a:pt x="1057275" y="838200"/>
                </a:lnTo>
                <a:lnTo>
                  <a:pt x="1057275" y="847725"/>
                </a:lnTo>
                <a:lnTo>
                  <a:pt x="1066800" y="847725"/>
                </a:lnTo>
                <a:lnTo>
                  <a:pt x="1066800" y="857250"/>
                </a:lnTo>
                <a:lnTo>
                  <a:pt x="1038225" y="857250"/>
                </a:lnTo>
                <a:close/>
                <a:moveTo>
                  <a:pt x="895350" y="838200"/>
                </a:moveTo>
                <a:lnTo>
                  <a:pt x="904875" y="838200"/>
                </a:lnTo>
                <a:lnTo>
                  <a:pt x="904875" y="847725"/>
                </a:lnTo>
                <a:lnTo>
                  <a:pt x="895350" y="847725"/>
                </a:lnTo>
                <a:close/>
                <a:moveTo>
                  <a:pt x="76200" y="847725"/>
                </a:moveTo>
                <a:lnTo>
                  <a:pt x="85725" y="847725"/>
                </a:lnTo>
                <a:lnTo>
                  <a:pt x="85725" y="857250"/>
                </a:lnTo>
                <a:lnTo>
                  <a:pt x="95250" y="857250"/>
                </a:lnTo>
                <a:lnTo>
                  <a:pt x="95250" y="866775"/>
                </a:lnTo>
                <a:lnTo>
                  <a:pt x="66675" y="866775"/>
                </a:lnTo>
                <a:lnTo>
                  <a:pt x="66675" y="857250"/>
                </a:lnTo>
                <a:lnTo>
                  <a:pt x="76200" y="857250"/>
                </a:lnTo>
                <a:close/>
                <a:moveTo>
                  <a:pt x="104775" y="847725"/>
                </a:moveTo>
                <a:lnTo>
                  <a:pt x="123825" y="847725"/>
                </a:lnTo>
                <a:lnTo>
                  <a:pt x="123825" y="857250"/>
                </a:lnTo>
                <a:lnTo>
                  <a:pt x="104775" y="857250"/>
                </a:lnTo>
                <a:close/>
                <a:moveTo>
                  <a:pt x="885825" y="857250"/>
                </a:moveTo>
                <a:lnTo>
                  <a:pt x="895350" y="857250"/>
                </a:lnTo>
                <a:lnTo>
                  <a:pt x="895350" y="866775"/>
                </a:lnTo>
                <a:lnTo>
                  <a:pt x="885825" y="866775"/>
                </a:lnTo>
                <a:close/>
                <a:moveTo>
                  <a:pt x="104775" y="866775"/>
                </a:moveTo>
                <a:lnTo>
                  <a:pt x="123825" y="866775"/>
                </a:lnTo>
                <a:lnTo>
                  <a:pt x="123825" y="876300"/>
                </a:lnTo>
                <a:lnTo>
                  <a:pt x="104775" y="876300"/>
                </a:lnTo>
                <a:close/>
                <a:moveTo>
                  <a:pt x="1114425" y="866775"/>
                </a:moveTo>
                <a:lnTo>
                  <a:pt x="1123950" y="866775"/>
                </a:lnTo>
                <a:lnTo>
                  <a:pt x="1123950" y="876300"/>
                </a:lnTo>
                <a:lnTo>
                  <a:pt x="1114425" y="876300"/>
                </a:lnTo>
                <a:close/>
                <a:moveTo>
                  <a:pt x="733425" y="876300"/>
                </a:moveTo>
                <a:lnTo>
                  <a:pt x="742950" y="876300"/>
                </a:lnTo>
                <a:lnTo>
                  <a:pt x="742950" y="904875"/>
                </a:lnTo>
                <a:lnTo>
                  <a:pt x="733425" y="904875"/>
                </a:lnTo>
                <a:lnTo>
                  <a:pt x="733425" y="895350"/>
                </a:lnTo>
                <a:lnTo>
                  <a:pt x="723900" y="895350"/>
                </a:lnTo>
                <a:lnTo>
                  <a:pt x="723900" y="885825"/>
                </a:lnTo>
                <a:lnTo>
                  <a:pt x="733425" y="885825"/>
                </a:lnTo>
                <a:close/>
                <a:moveTo>
                  <a:pt x="352425" y="885825"/>
                </a:moveTo>
                <a:lnTo>
                  <a:pt x="381000" y="885825"/>
                </a:lnTo>
                <a:lnTo>
                  <a:pt x="381000" y="904875"/>
                </a:lnTo>
                <a:lnTo>
                  <a:pt x="352425" y="904875"/>
                </a:lnTo>
                <a:close/>
                <a:moveTo>
                  <a:pt x="57150" y="895350"/>
                </a:moveTo>
                <a:lnTo>
                  <a:pt x="66675" y="895350"/>
                </a:lnTo>
                <a:lnTo>
                  <a:pt x="66675" y="914400"/>
                </a:lnTo>
                <a:lnTo>
                  <a:pt x="57150" y="914400"/>
                </a:lnTo>
                <a:close/>
                <a:moveTo>
                  <a:pt x="752475" y="895350"/>
                </a:moveTo>
                <a:lnTo>
                  <a:pt x="762000" y="895350"/>
                </a:lnTo>
                <a:lnTo>
                  <a:pt x="762000" y="904875"/>
                </a:lnTo>
                <a:lnTo>
                  <a:pt x="771525" y="904875"/>
                </a:lnTo>
                <a:lnTo>
                  <a:pt x="771525" y="895350"/>
                </a:lnTo>
                <a:lnTo>
                  <a:pt x="781050" y="895350"/>
                </a:lnTo>
                <a:lnTo>
                  <a:pt x="781050" y="904875"/>
                </a:lnTo>
                <a:lnTo>
                  <a:pt x="790575" y="904875"/>
                </a:lnTo>
                <a:lnTo>
                  <a:pt x="790575" y="914400"/>
                </a:lnTo>
                <a:lnTo>
                  <a:pt x="781050" y="914400"/>
                </a:lnTo>
                <a:lnTo>
                  <a:pt x="781050" y="923925"/>
                </a:lnTo>
                <a:lnTo>
                  <a:pt x="762000" y="923925"/>
                </a:lnTo>
                <a:lnTo>
                  <a:pt x="762000" y="914400"/>
                </a:lnTo>
                <a:lnTo>
                  <a:pt x="752475" y="914400"/>
                </a:lnTo>
                <a:close/>
                <a:moveTo>
                  <a:pt x="419100" y="914400"/>
                </a:moveTo>
                <a:lnTo>
                  <a:pt x="428625" y="914400"/>
                </a:lnTo>
                <a:lnTo>
                  <a:pt x="428625" y="923925"/>
                </a:lnTo>
                <a:lnTo>
                  <a:pt x="419100" y="923925"/>
                </a:lnTo>
                <a:close/>
                <a:moveTo>
                  <a:pt x="57150" y="952500"/>
                </a:moveTo>
                <a:lnTo>
                  <a:pt x="76200" y="952500"/>
                </a:lnTo>
                <a:lnTo>
                  <a:pt x="76200" y="962025"/>
                </a:lnTo>
                <a:lnTo>
                  <a:pt x="85725" y="962025"/>
                </a:lnTo>
                <a:lnTo>
                  <a:pt x="85725" y="981075"/>
                </a:lnTo>
                <a:lnTo>
                  <a:pt x="76200" y="981075"/>
                </a:lnTo>
                <a:lnTo>
                  <a:pt x="76200" y="971550"/>
                </a:lnTo>
                <a:lnTo>
                  <a:pt x="66675" y="971550"/>
                </a:lnTo>
                <a:lnTo>
                  <a:pt x="66675" y="962025"/>
                </a:lnTo>
                <a:lnTo>
                  <a:pt x="57150" y="962025"/>
                </a:lnTo>
                <a:close/>
                <a:moveTo>
                  <a:pt x="762000" y="952500"/>
                </a:moveTo>
                <a:lnTo>
                  <a:pt x="771525" y="952500"/>
                </a:lnTo>
                <a:lnTo>
                  <a:pt x="771525" y="962025"/>
                </a:lnTo>
                <a:lnTo>
                  <a:pt x="762000" y="962025"/>
                </a:lnTo>
                <a:close/>
                <a:moveTo>
                  <a:pt x="533400" y="962025"/>
                </a:moveTo>
                <a:lnTo>
                  <a:pt x="542925" y="962025"/>
                </a:lnTo>
                <a:lnTo>
                  <a:pt x="542925" y="971550"/>
                </a:lnTo>
                <a:lnTo>
                  <a:pt x="533400" y="971550"/>
                </a:lnTo>
                <a:close/>
                <a:moveTo>
                  <a:pt x="752475" y="962025"/>
                </a:moveTo>
                <a:lnTo>
                  <a:pt x="762000" y="962025"/>
                </a:lnTo>
                <a:lnTo>
                  <a:pt x="762000" y="971550"/>
                </a:lnTo>
                <a:lnTo>
                  <a:pt x="752475" y="971550"/>
                </a:lnTo>
                <a:close/>
                <a:moveTo>
                  <a:pt x="771525" y="962025"/>
                </a:moveTo>
                <a:lnTo>
                  <a:pt x="781050" y="962025"/>
                </a:lnTo>
                <a:lnTo>
                  <a:pt x="781050" y="971550"/>
                </a:lnTo>
                <a:lnTo>
                  <a:pt x="771525" y="971550"/>
                </a:lnTo>
                <a:close/>
                <a:moveTo>
                  <a:pt x="333375" y="971550"/>
                </a:moveTo>
                <a:lnTo>
                  <a:pt x="342900" y="971550"/>
                </a:lnTo>
                <a:lnTo>
                  <a:pt x="342900" y="981075"/>
                </a:lnTo>
                <a:lnTo>
                  <a:pt x="333375" y="981075"/>
                </a:lnTo>
                <a:close/>
                <a:moveTo>
                  <a:pt x="342900" y="981075"/>
                </a:moveTo>
                <a:lnTo>
                  <a:pt x="352425" y="981075"/>
                </a:lnTo>
                <a:lnTo>
                  <a:pt x="352425" y="1019175"/>
                </a:lnTo>
                <a:lnTo>
                  <a:pt x="361950" y="1019175"/>
                </a:lnTo>
                <a:lnTo>
                  <a:pt x="361950" y="1028700"/>
                </a:lnTo>
                <a:lnTo>
                  <a:pt x="352425" y="1028700"/>
                </a:lnTo>
                <a:lnTo>
                  <a:pt x="352425" y="1038225"/>
                </a:lnTo>
                <a:lnTo>
                  <a:pt x="342900" y="1038225"/>
                </a:lnTo>
                <a:close/>
                <a:moveTo>
                  <a:pt x="571500" y="990600"/>
                </a:moveTo>
                <a:lnTo>
                  <a:pt x="581025" y="990600"/>
                </a:lnTo>
                <a:lnTo>
                  <a:pt x="581025" y="1009650"/>
                </a:lnTo>
                <a:lnTo>
                  <a:pt x="590550" y="1009650"/>
                </a:lnTo>
                <a:lnTo>
                  <a:pt x="590550" y="1028700"/>
                </a:lnTo>
                <a:lnTo>
                  <a:pt x="581025" y="1028700"/>
                </a:lnTo>
                <a:lnTo>
                  <a:pt x="581025" y="1019175"/>
                </a:lnTo>
                <a:lnTo>
                  <a:pt x="571500" y="1019175"/>
                </a:lnTo>
                <a:lnTo>
                  <a:pt x="571500" y="1009650"/>
                </a:lnTo>
                <a:lnTo>
                  <a:pt x="561975" y="1009650"/>
                </a:lnTo>
                <a:lnTo>
                  <a:pt x="561975" y="1000125"/>
                </a:lnTo>
                <a:lnTo>
                  <a:pt x="571500" y="1000125"/>
                </a:lnTo>
                <a:close/>
                <a:moveTo>
                  <a:pt x="371475" y="1038225"/>
                </a:moveTo>
                <a:lnTo>
                  <a:pt x="400050" y="1038225"/>
                </a:lnTo>
                <a:lnTo>
                  <a:pt x="400050" y="1047750"/>
                </a:lnTo>
                <a:lnTo>
                  <a:pt x="371475" y="1047750"/>
                </a:lnTo>
                <a:close/>
                <a:moveTo>
                  <a:pt x="609600" y="1038225"/>
                </a:moveTo>
                <a:lnTo>
                  <a:pt x="628650" y="1038225"/>
                </a:lnTo>
                <a:lnTo>
                  <a:pt x="628650" y="1057275"/>
                </a:lnTo>
                <a:lnTo>
                  <a:pt x="609600" y="1057275"/>
                </a:lnTo>
                <a:close/>
                <a:moveTo>
                  <a:pt x="333375" y="1047750"/>
                </a:moveTo>
                <a:lnTo>
                  <a:pt x="352425" y="1047750"/>
                </a:lnTo>
                <a:lnTo>
                  <a:pt x="352425" y="1057275"/>
                </a:lnTo>
                <a:lnTo>
                  <a:pt x="361950" y="1057275"/>
                </a:lnTo>
                <a:lnTo>
                  <a:pt x="361950" y="1047750"/>
                </a:lnTo>
                <a:lnTo>
                  <a:pt x="371475" y="1047750"/>
                </a:lnTo>
                <a:lnTo>
                  <a:pt x="371475" y="1057275"/>
                </a:lnTo>
                <a:lnTo>
                  <a:pt x="381000" y="1057275"/>
                </a:lnTo>
                <a:lnTo>
                  <a:pt x="381000" y="1085850"/>
                </a:lnTo>
                <a:lnTo>
                  <a:pt x="352425" y="1085850"/>
                </a:lnTo>
                <a:lnTo>
                  <a:pt x="352425" y="1076325"/>
                </a:lnTo>
                <a:lnTo>
                  <a:pt x="333375" y="1076325"/>
                </a:lnTo>
                <a:close/>
                <a:moveTo>
                  <a:pt x="0" y="1076325"/>
                </a:moveTo>
                <a:lnTo>
                  <a:pt x="19050" y="1076325"/>
                </a:lnTo>
                <a:lnTo>
                  <a:pt x="19050" y="1085850"/>
                </a:lnTo>
                <a:lnTo>
                  <a:pt x="9525" y="1085850"/>
                </a:lnTo>
                <a:lnTo>
                  <a:pt x="9525" y="1095375"/>
                </a:lnTo>
                <a:lnTo>
                  <a:pt x="0" y="1095375"/>
                </a:lnTo>
                <a:close/>
                <a:moveTo>
                  <a:pt x="514350" y="1104900"/>
                </a:moveTo>
                <a:lnTo>
                  <a:pt x="542925" y="1104900"/>
                </a:lnTo>
                <a:lnTo>
                  <a:pt x="542925" y="1114425"/>
                </a:lnTo>
                <a:lnTo>
                  <a:pt x="523875" y="1114425"/>
                </a:lnTo>
                <a:lnTo>
                  <a:pt x="523875" y="1123950"/>
                </a:lnTo>
                <a:lnTo>
                  <a:pt x="542925" y="1123950"/>
                </a:lnTo>
                <a:lnTo>
                  <a:pt x="542925" y="1114425"/>
                </a:lnTo>
                <a:lnTo>
                  <a:pt x="552450" y="1114425"/>
                </a:lnTo>
                <a:lnTo>
                  <a:pt x="552450" y="1123950"/>
                </a:lnTo>
                <a:lnTo>
                  <a:pt x="542925" y="1123950"/>
                </a:lnTo>
                <a:lnTo>
                  <a:pt x="542925" y="1143000"/>
                </a:lnTo>
                <a:lnTo>
                  <a:pt x="523875" y="1143000"/>
                </a:lnTo>
                <a:lnTo>
                  <a:pt x="523875" y="1152525"/>
                </a:lnTo>
                <a:lnTo>
                  <a:pt x="504825" y="1152525"/>
                </a:lnTo>
                <a:lnTo>
                  <a:pt x="504825" y="1133475"/>
                </a:lnTo>
                <a:lnTo>
                  <a:pt x="514350" y="1133475"/>
                </a:lnTo>
                <a:close/>
                <a:moveTo>
                  <a:pt x="0" y="1133475"/>
                </a:moveTo>
                <a:lnTo>
                  <a:pt x="9525" y="1133475"/>
                </a:lnTo>
                <a:lnTo>
                  <a:pt x="9525" y="1152525"/>
                </a:lnTo>
                <a:lnTo>
                  <a:pt x="0" y="1152525"/>
                </a:lnTo>
                <a:close/>
                <a:moveTo>
                  <a:pt x="571500" y="1133475"/>
                </a:moveTo>
                <a:lnTo>
                  <a:pt x="581025" y="1133475"/>
                </a:lnTo>
                <a:lnTo>
                  <a:pt x="581025" y="1143000"/>
                </a:lnTo>
                <a:lnTo>
                  <a:pt x="571500" y="1143000"/>
                </a:lnTo>
                <a:close/>
                <a:moveTo>
                  <a:pt x="600075" y="1133475"/>
                </a:moveTo>
                <a:lnTo>
                  <a:pt x="609600" y="1133475"/>
                </a:lnTo>
                <a:lnTo>
                  <a:pt x="609600" y="1143000"/>
                </a:lnTo>
                <a:lnTo>
                  <a:pt x="600075" y="1143000"/>
                </a:lnTo>
                <a:close/>
                <a:moveTo>
                  <a:pt x="619125" y="1133475"/>
                </a:moveTo>
                <a:lnTo>
                  <a:pt x="628650" y="1133475"/>
                </a:lnTo>
                <a:lnTo>
                  <a:pt x="628650" y="1143000"/>
                </a:lnTo>
                <a:lnTo>
                  <a:pt x="619125" y="1143000"/>
                </a:lnTo>
                <a:close/>
                <a:moveTo>
                  <a:pt x="581025" y="1143000"/>
                </a:moveTo>
                <a:lnTo>
                  <a:pt x="590550" y="1143000"/>
                </a:lnTo>
                <a:lnTo>
                  <a:pt x="590550" y="1162050"/>
                </a:lnTo>
                <a:lnTo>
                  <a:pt x="581025" y="1162050"/>
                </a:lnTo>
                <a:close/>
                <a:moveTo>
                  <a:pt x="476250" y="1152525"/>
                </a:moveTo>
                <a:lnTo>
                  <a:pt x="504825" y="1152525"/>
                </a:lnTo>
                <a:lnTo>
                  <a:pt x="504825" y="1162050"/>
                </a:lnTo>
                <a:lnTo>
                  <a:pt x="495300" y="1162050"/>
                </a:lnTo>
                <a:lnTo>
                  <a:pt x="495300" y="1171575"/>
                </a:lnTo>
                <a:lnTo>
                  <a:pt x="466725" y="1171575"/>
                </a:lnTo>
                <a:lnTo>
                  <a:pt x="466725" y="1162050"/>
                </a:lnTo>
                <a:lnTo>
                  <a:pt x="476250" y="1162050"/>
                </a:lnTo>
                <a:close/>
                <a:moveTo>
                  <a:pt x="0" y="1162050"/>
                </a:moveTo>
                <a:lnTo>
                  <a:pt x="19050" y="1162050"/>
                </a:lnTo>
                <a:lnTo>
                  <a:pt x="19050" y="1190625"/>
                </a:lnTo>
                <a:lnTo>
                  <a:pt x="9525" y="1190625"/>
                </a:lnTo>
                <a:lnTo>
                  <a:pt x="9525" y="1200150"/>
                </a:lnTo>
                <a:lnTo>
                  <a:pt x="0" y="1200150"/>
                </a:lnTo>
                <a:close/>
                <a:moveTo>
                  <a:pt x="523875" y="1162050"/>
                </a:moveTo>
                <a:lnTo>
                  <a:pt x="533400" y="1162050"/>
                </a:lnTo>
                <a:lnTo>
                  <a:pt x="533400" y="1171575"/>
                </a:lnTo>
                <a:lnTo>
                  <a:pt x="523875" y="1171575"/>
                </a:lnTo>
                <a:close/>
                <a:moveTo>
                  <a:pt x="552450" y="1162050"/>
                </a:moveTo>
                <a:lnTo>
                  <a:pt x="561975" y="1162050"/>
                </a:lnTo>
                <a:lnTo>
                  <a:pt x="561975" y="1171575"/>
                </a:lnTo>
                <a:lnTo>
                  <a:pt x="552450" y="1171575"/>
                </a:lnTo>
                <a:close/>
                <a:moveTo>
                  <a:pt x="352425" y="1181100"/>
                </a:moveTo>
                <a:lnTo>
                  <a:pt x="361950" y="1181100"/>
                </a:lnTo>
                <a:lnTo>
                  <a:pt x="361950" y="1190625"/>
                </a:lnTo>
                <a:lnTo>
                  <a:pt x="352425" y="1190625"/>
                </a:lnTo>
                <a:close/>
                <a:moveTo>
                  <a:pt x="447675" y="1181100"/>
                </a:moveTo>
                <a:lnTo>
                  <a:pt x="457200" y="1181100"/>
                </a:lnTo>
                <a:lnTo>
                  <a:pt x="457200" y="1190625"/>
                </a:lnTo>
                <a:lnTo>
                  <a:pt x="447675" y="1190625"/>
                </a:lnTo>
                <a:close/>
                <a:moveTo>
                  <a:pt x="571500" y="1181100"/>
                </a:moveTo>
                <a:lnTo>
                  <a:pt x="581025" y="1181100"/>
                </a:lnTo>
                <a:lnTo>
                  <a:pt x="581025" y="1190625"/>
                </a:lnTo>
                <a:lnTo>
                  <a:pt x="590550" y="1190625"/>
                </a:lnTo>
                <a:lnTo>
                  <a:pt x="590550" y="1219200"/>
                </a:lnTo>
                <a:lnTo>
                  <a:pt x="581025" y="1219200"/>
                </a:lnTo>
                <a:lnTo>
                  <a:pt x="581025" y="1200150"/>
                </a:lnTo>
                <a:lnTo>
                  <a:pt x="571500" y="1200150"/>
                </a:lnTo>
                <a:close/>
                <a:moveTo>
                  <a:pt x="333375" y="1190625"/>
                </a:moveTo>
                <a:lnTo>
                  <a:pt x="352425" y="1190625"/>
                </a:lnTo>
                <a:lnTo>
                  <a:pt x="352425" y="1200150"/>
                </a:lnTo>
                <a:lnTo>
                  <a:pt x="333375" y="1200150"/>
                </a:lnTo>
                <a:close/>
                <a:moveTo>
                  <a:pt x="600075" y="1209675"/>
                </a:moveTo>
                <a:lnTo>
                  <a:pt x="609600" y="1209675"/>
                </a:lnTo>
                <a:lnTo>
                  <a:pt x="609600" y="1219200"/>
                </a:lnTo>
                <a:lnTo>
                  <a:pt x="600075" y="1219200"/>
                </a:lnTo>
                <a:close/>
                <a:moveTo>
                  <a:pt x="714375" y="1209675"/>
                </a:moveTo>
                <a:lnTo>
                  <a:pt x="723900" y="1209675"/>
                </a:lnTo>
                <a:lnTo>
                  <a:pt x="723900" y="1219200"/>
                </a:lnTo>
                <a:lnTo>
                  <a:pt x="714375" y="1219200"/>
                </a:lnTo>
                <a:close/>
                <a:moveTo>
                  <a:pt x="762000" y="1209675"/>
                </a:moveTo>
                <a:lnTo>
                  <a:pt x="771525" y="1209675"/>
                </a:lnTo>
                <a:lnTo>
                  <a:pt x="771525" y="1228725"/>
                </a:lnTo>
                <a:lnTo>
                  <a:pt x="762000" y="1228725"/>
                </a:lnTo>
                <a:close/>
                <a:moveTo>
                  <a:pt x="371475" y="1219200"/>
                </a:moveTo>
                <a:lnTo>
                  <a:pt x="381000" y="1219200"/>
                </a:lnTo>
                <a:lnTo>
                  <a:pt x="381000" y="1228725"/>
                </a:lnTo>
                <a:lnTo>
                  <a:pt x="371475" y="1228725"/>
                </a:lnTo>
                <a:close/>
                <a:moveTo>
                  <a:pt x="723900" y="1219200"/>
                </a:moveTo>
                <a:lnTo>
                  <a:pt x="733425" y="1219200"/>
                </a:lnTo>
                <a:lnTo>
                  <a:pt x="733425" y="1228725"/>
                </a:lnTo>
                <a:lnTo>
                  <a:pt x="723900" y="1228725"/>
                </a:lnTo>
                <a:close/>
                <a:moveTo>
                  <a:pt x="742950" y="1228725"/>
                </a:moveTo>
                <a:lnTo>
                  <a:pt x="752475" y="1228725"/>
                </a:lnTo>
                <a:lnTo>
                  <a:pt x="752475" y="1247775"/>
                </a:lnTo>
                <a:lnTo>
                  <a:pt x="742950" y="1247775"/>
                </a:lnTo>
                <a:close/>
                <a:moveTo>
                  <a:pt x="342900" y="1247775"/>
                </a:moveTo>
                <a:lnTo>
                  <a:pt x="352425" y="1247775"/>
                </a:lnTo>
                <a:lnTo>
                  <a:pt x="352425" y="1276350"/>
                </a:lnTo>
                <a:lnTo>
                  <a:pt x="342900" y="1276350"/>
                </a:lnTo>
                <a:close/>
                <a:moveTo>
                  <a:pt x="714375" y="1276350"/>
                </a:moveTo>
                <a:lnTo>
                  <a:pt x="723900" y="1276350"/>
                </a:lnTo>
                <a:lnTo>
                  <a:pt x="723900" y="1285875"/>
                </a:lnTo>
                <a:lnTo>
                  <a:pt x="714375" y="1285875"/>
                </a:lnTo>
                <a:close/>
                <a:moveTo>
                  <a:pt x="847725" y="1295400"/>
                </a:moveTo>
                <a:lnTo>
                  <a:pt x="866775" y="1295400"/>
                </a:lnTo>
                <a:lnTo>
                  <a:pt x="866775" y="1304925"/>
                </a:lnTo>
                <a:lnTo>
                  <a:pt x="847725" y="1304925"/>
                </a:lnTo>
                <a:close/>
                <a:moveTo>
                  <a:pt x="876300" y="1295400"/>
                </a:moveTo>
                <a:lnTo>
                  <a:pt x="885825" y="1295400"/>
                </a:lnTo>
                <a:lnTo>
                  <a:pt x="885825" y="1304925"/>
                </a:lnTo>
                <a:lnTo>
                  <a:pt x="876300" y="1304925"/>
                </a:lnTo>
                <a:close/>
                <a:moveTo>
                  <a:pt x="895350" y="1295400"/>
                </a:moveTo>
                <a:lnTo>
                  <a:pt x="962025" y="1295400"/>
                </a:lnTo>
                <a:lnTo>
                  <a:pt x="962025" y="1304925"/>
                </a:lnTo>
                <a:lnTo>
                  <a:pt x="895350" y="1304925"/>
                </a:lnTo>
                <a:close/>
                <a:moveTo>
                  <a:pt x="1000125" y="1295400"/>
                </a:moveTo>
                <a:lnTo>
                  <a:pt x="1038225" y="1295400"/>
                </a:lnTo>
                <a:lnTo>
                  <a:pt x="1038225" y="1304925"/>
                </a:lnTo>
                <a:lnTo>
                  <a:pt x="1000125" y="1304925"/>
                </a:lnTo>
                <a:close/>
                <a:moveTo>
                  <a:pt x="1076325" y="1295400"/>
                </a:moveTo>
                <a:lnTo>
                  <a:pt x="1085850" y="1295400"/>
                </a:lnTo>
                <a:lnTo>
                  <a:pt x="1085850" y="1304925"/>
                </a:lnTo>
                <a:lnTo>
                  <a:pt x="1076325" y="1304925"/>
                </a:lnTo>
                <a:close/>
                <a:moveTo>
                  <a:pt x="1104900" y="1295400"/>
                </a:moveTo>
                <a:lnTo>
                  <a:pt x="1114425" y="1295400"/>
                </a:lnTo>
                <a:lnTo>
                  <a:pt x="1114425" y="1304925"/>
                </a:lnTo>
                <a:lnTo>
                  <a:pt x="1104900" y="1304925"/>
                </a:lnTo>
                <a:close/>
                <a:moveTo>
                  <a:pt x="1133475" y="1295400"/>
                </a:moveTo>
                <a:lnTo>
                  <a:pt x="1181100" y="1295400"/>
                </a:lnTo>
                <a:lnTo>
                  <a:pt x="1181100" y="1304925"/>
                </a:lnTo>
                <a:lnTo>
                  <a:pt x="1133475" y="1304925"/>
                </a:lnTo>
                <a:close/>
                <a:moveTo>
                  <a:pt x="438150" y="1343025"/>
                </a:moveTo>
                <a:lnTo>
                  <a:pt x="447675" y="1343025"/>
                </a:lnTo>
                <a:lnTo>
                  <a:pt x="447675" y="1352550"/>
                </a:lnTo>
                <a:lnTo>
                  <a:pt x="438150" y="1352550"/>
                </a:lnTo>
                <a:close/>
                <a:moveTo>
                  <a:pt x="76200" y="1352550"/>
                </a:moveTo>
                <a:lnTo>
                  <a:pt x="85725" y="1352550"/>
                </a:lnTo>
                <a:lnTo>
                  <a:pt x="85725" y="1362075"/>
                </a:lnTo>
                <a:lnTo>
                  <a:pt x="76200" y="1362075"/>
                </a:lnTo>
                <a:close/>
                <a:moveTo>
                  <a:pt x="647700" y="1352550"/>
                </a:moveTo>
                <a:lnTo>
                  <a:pt x="657225" y="1352550"/>
                </a:lnTo>
                <a:lnTo>
                  <a:pt x="657225" y="1381125"/>
                </a:lnTo>
                <a:lnTo>
                  <a:pt x="647700" y="1381125"/>
                </a:lnTo>
                <a:close/>
                <a:moveTo>
                  <a:pt x="104775" y="1390650"/>
                </a:moveTo>
                <a:lnTo>
                  <a:pt x="114300" y="1390650"/>
                </a:lnTo>
                <a:lnTo>
                  <a:pt x="114300" y="1400175"/>
                </a:lnTo>
                <a:lnTo>
                  <a:pt x="104775" y="1400175"/>
                </a:lnTo>
                <a:close/>
                <a:moveTo>
                  <a:pt x="895350" y="1390650"/>
                </a:moveTo>
                <a:lnTo>
                  <a:pt x="904875" y="1390650"/>
                </a:lnTo>
                <a:lnTo>
                  <a:pt x="904875" y="1400175"/>
                </a:lnTo>
                <a:lnTo>
                  <a:pt x="895350" y="1400175"/>
                </a:lnTo>
                <a:close/>
                <a:moveTo>
                  <a:pt x="381000" y="1400175"/>
                </a:moveTo>
                <a:lnTo>
                  <a:pt x="390525" y="1400175"/>
                </a:lnTo>
                <a:lnTo>
                  <a:pt x="390525" y="1409700"/>
                </a:lnTo>
                <a:lnTo>
                  <a:pt x="381000" y="1409700"/>
                </a:lnTo>
                <a:close/>
                <a:moveTo>
                  <a:pt x="571500" y="1409700"/>
                </a:moveTo>
                <a:lnTo>
                  <a:pt x="581025" y="1409700"/>
                </a:lnTo>
                <a:lnTo>
                  <a:pt x="581025" y="1428750"/>
                </a:lnTo>
                <a:lnTo>
                  <a:pt x="571500" y="1428750"/>
                </a:lnTo>
                <a:close/>
                <a:moveTo>
                  <a:pt x="723900" y="1562100"/>
                </a:moveTo>
                <a:lnTo>
                  <a:pt x="733425" y="1562100"/>
                </a:lnTo>
                <a:lnTo>
                  <a:pt x="733425" y="1571625"/>
                </a:lnTo>
                <a:lnTo>
                  <a:pt x="723900" y="1571625"/>
                </a:lnTo>
                <a:close/>
                <a:moveTo>
                  <a:pt x="1123950" y="1600200"/>
                </a:moveTo>
                <a:lnTo>
                  <a:pt x="1133475" y="1600200"/>
                </a:lnTo>
                <a:lnTo>
                  <a:pt x="1133475" y="1609725"/>
                </a:lnTo>
                <a:lnTo>
                  <a:pt x="1123950" y="1609725"/>
                </a:lnTo>
                <a:close/>
                <a:moveTo>
                  <a:pt x="200025" y="1724025"/>
                </a:moveTo>
                <a:lnTo>
                  <a:pt x="219075" y="1724025"/>
                </a:lnTo>
                <a:lnTo>
                  <a:pt x="219075" y="1743075"/>
                </a:lnTo>
                <a:lnTo>
                  <a:pt x="200025" y="1743075"/>
                </a:lnTo>
                <a:close/>
                <a:moveTo>
                  <a:pt x="0" y="1743075"/>
                </a:moveTo>
                <a:lnTo>
                  <a:pt x="9525" y="1743075"/>
                </a:lnTo>
                <a:lnTo>
                  <a:pt x="9525" y="1752600"/>
                </a:lnTo>
                <a:lnTo>
                  <a:pt x="0" y="1752600"/>
                </a:lnTo>
                <a:close/>
                <a:moveTo>
                  <a:pt x="228600" y="1743075"/>
                </a:moveTo>
                <a:lnTo>
                  <a:pt x="238125" y="1743075"/>
                </a:lnTo>
                <a:lnTo>
                  <a:pt x="238125" y="1752600"/>
                </a:lnTo>
                <a:lnTo>
                  <a:pt x="228600" y="1752600"/>
                </a:lnTo>
                <a:close/>
                <a:moveTo>
                  <a:pt x="666750" y="1743075"/>
                </a:moveTo>
                <a:lnTo>
                  <a:pt x="676275" y="1743075"/>
                </a:lnTo>
                <a:lnTo>
                  <a:pt x="676275" y="1752600"/>
                </a:lnTo>
                <a:lnTo>
                  <a:pt x="666750" y="1752600"/>
                </a:lnTo>
                <a:close/>
              </a:path>
            </a:pathLst>
          </a:custGeom>
          <a:solidFill xmlns:a="http://schemas.openxmlformats.org/drawingml/2006/main">
            <a:srgbClr val="F9F8F3"/>
          </a:solidFill>
          <a:ln xmlns:a="http://schemas.openxmlformats.org/drawingml/2006/main" w="0">
            <a:noFill/>
          </a:ln>
        </p:spPr>
      </p:sp>
      <p:sp>
        <p:nvSpPr>
          <p:cNvPr id="59" name="turno2 vector #f7f8f3">
            <a:extLst xmlns:a="http://schemas.openxmlformats.org/drawingml/2006/main">
              <a:ext uri="{FF2B5EF4-FFF2-40B4-BE49-F238E27FC236}">
                <a16:creationId xmlns:a16="http://schemas.microsoft.com/office/drawing/2014/main" id="{0E9E9E5D-7B2D-4021-BDD0-C985465283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86975" y="2514600"/>
            <a:ext cx="1828800" cy="2724150"/>
          </a:xfrm>
          <a:custGeom xmlns:a="http://schemas.openxmlformats.org/drawingml/2006/main">
            <a:pathLst>
              <a:path w="1181100" h="1762125">
                <a:moveTo>
                  <a:pt x="504825" y="0"/>
                </a:moveTo>
                <a:lnTo>
                  <a:pt x="514350" y="0"/>
                </a:lnTo>
                <a:lnTo>
                  <a:pt x="514350" y="9525"/>
                </a:lnTo>
                <a:lnTo>
                  <a:pt x="504825" y="9525"/>
                </a:lnTo>
                <a:close/>
                <a:moveTo>
                  <a:pt x="571500" y="0"/>
                </a:moveTo>
                <a:lnTo>
                  <a:pt x="619125" y="0"/>
                </a:lnTo>
                <a:lnTo>
                  <a:pt x="619125" y="9525"/>
                </a:lnTo>
                <a:lnTo>
                  <a:pt x="609600" y="9525"/>
                </a:lnTo>
                <a:lnTo>
                  <a:pt x="609600" y="19050"/>
                </a:lnTo>
                <a:lnTo>
                  <a:pt x="581025" y="19050"/>
                </a:lnTo>
                <a:lnTo>
                  <a:pt x="581025" y="9525"/>
                </a:lnTo>
                <a:lnTo>
                  <a:pt x="571500" y="9525"/>
                </a:lnTo>
                <a:close/>
                <a:moveTo>
                  <a:pt x="628650" y="9525"/>
                </a:moveTo>
                <a:lnTo>
                  <a:pt x="647700" y="9525"/>
                </a:lnTo>
                <a:lnTo>
                  <a:pt x="647700" y="19050"/>
                </a:lnTo>
                <a:lnTo>
                  <a:pt x="628650" y="19050"/>
                </a:lnTo>
                <a:close/>
                <a:moveTo>
                  <a:pt x="647700" y="19050"/>
                </a:moveTo>
                <a:lnTo>
                  <a:pt x="666750" y="19050"/>
                </a:lnTo>
                <a:lnTo>
                  <a:pt x="666750" y="28575"/>
                </a:lnTo>
                <a:lnTo>
                  <a:pt x="647700" y="28575"/>
                </a:lnTo>
                <a:close/>
                <a:moveTo>
                  <a:pt x="485775" y="38100"/>
                </a:moveTo>
                <a:lnTo>
                  <a:pt x="504825" y="38100"/>
                </a:lnTo>
                <a:lnTo>
                  <a:pt x="504825" y="57150"/>
                </a:lnTo>
                <a:lnTo>
                  <a:pt x="495300" y="57150"/>
                </a:lnTo>
                <a:lnTo>
                  <a:pt x="495300" y="66675"/>
                </a:lnTo>
                <a:lnTo>
                  <a:pt x="485775" y="66675"/>
                </a:lnTo>
                <a:lnTo>
                  <a:pt x="485775" y="76200"/>
                </a:lnTo>
                <a:lnTo>
                  <a:pt x="466725" y="76200"/>
                </a:lnTo>
                <a:lnTo>
                  <a:pt x="466725" y="95250"/>
                </a:lnTo>
                <a:lnTo>
                  <a:pt x="457200" y="95250"/>
                </a:lnTo>
                <a:lnTo>
                  <a:pt x="457200" y="85725"/>
                </a:lnTo>
                <a:lnTo>
                  <a:pt x="447675" y="85725"/>
                </a:lnTo>
                <a:lnTo>
                  <a:pt x="447675" y="76200"/>
                </a:lnTo>
                <a:lnTo>
                  <a:pt x="457200" y="76200"/>
                </a:lnTo>
                <a:lnTo>
                  <a:pt x="457200" y="66675"/>
                </a:lnTo>
                <a:lnTo>
                  <a:pt x="476250" y="66675"/>
                </a:lnTo>
                <a:lnTo>
                  <a:pt x="476250" y="57150"/>
                </a:lnTo>
                <a:lnTo>
                  <a:pt x="485775" y="57150"/>
                </a:lnTo>
                <a:close/>
                <a:moveTo>
                  <a:pt x="533400" y="47625"/>
                </a:moveTo>
                <a:lnTo>
                  <a:pt x="542925" y="47625"/>
                </a:lnTo>
                <a:lnTo>
                  <a:pt x="542925" y="57150"/>
                </a:lnTo>
                <a:lnTo>
                  <a:pt x="533400" y="57150"/>
                </a:lnTo>
                <a:close/>
                <a:moveTo>
                  <a:pt x="504825" y="57150"/>
                </a:moveTo>
                <a:lnTo>
                  <a:pt x="533400" y="57150"/>
                </a:lnTo>
                <a:lnTo>
                  <a:pt x="533400" y="66675"/>
                </a:lnTo>
                <a:lnTo>
                  <a:pt x="504825" y="66675"/>
                </a:lnTo>
                <a:close/>
                <a:moveTo>
                  <a:pt x="381000" y="76200"/>
                </a:moveTo>
                <a:lnTo>
                  <a:pt x="390525" y="76200"/>
                </a:lnTo>
                <a:lnTo>
                  <a:pt x="390525" y="104775"/>
                </a:lnTo>
                <a:lnTo>
                  <a:pt x="381000" y="104775"/>
                </a:lnTo>
                <a:close/>
                <a:moveTo>
                  <a:pt x="714375" y="76200"/>
                </a:moveTo>
                <a:lnTo>
                  <a:pt x="723900" y="76200"/>
                </a:lnTo>
                <a:lnTo>
                  <a:pt x="723900" y="85725"/>
                </a:lnTo>
                <a:lnTo>
                  <a:pt x="752475" y="85725"/>
                </a:lnTo>
                <a:lnTo>
                  <a:pt x="752475" y="95250"/>
                </a:lnTo>
                <a:lnTo>
                  <a:pt x="733425" y="95250"/>
                </a:lnTo>
                <a:lnTo>
                  <a:pt x="733425" y="104775"/>
                </a:lnTo>
                <a:lnTo>
                  <a:pt x="723900" y="104775"/>
                </a:lnTo>
                <a:lnTo>
                  <a:pt x="723900" y="95250"/>
                </a:lnTo>
                <a:lnTo>
                  <a:pt x="714375" y="95250"/>
                </a:lnTo>
                <a:close/>
                <a:moveTo>
                  <a:pt x="866775" y="76200"/>
                </a:moveTo>
                <a:lnTo>
                  <a:pt x="876300" y="76200"/>
                </a:lnTo>
                <a:lnTo>
                  <a:pt x="876300" y="104775"/>
                </a:lnTo>
                <a:lnTo>
                  <a:pt x="866775" y="104775"/>
                </a:lnTo>
                <a:close/>
                <a:moveTo>
                  <a:pt x="781050" y="85725"/>
                </a:moveTo>
                <a:lnTo>
                  <a:pt x="790575" y="85725"/>
                </a:lnTo>
                <a:lnTo>
                  <a:pt x="790575" y="104775"/>
                </a:lnTo>
                <a:lnTo>
                  <a:pt x="800100" y="104775"/>
                </a:lnTo>
                <a:lnTo>
                  <a:pt x="800100" y="95250"/>
                </a:lnTo>
                <a:lnTo>
                  <a:pt x="809625" y="95250"/>
                </a:lnTo>
                <a:lnTo>
                  <a:pt x="809625" y="104775"/>
                </a:lnTo>
                <a:lnTo>
                  <a:pt x="800100" y="104775"/>
                </a:lnTo>
                <a:lnTo>
                  <a:pt x="800100" y="114300"/>
                </a:lnTo>
                <a:lnTo>
                  <a:pt x="781050" y="114300"/>
                </a:lnTo>
                <a:lnTo>
                  <a:pt x="781050" y="104775"/>
                </a:lnTo>
                <a:lnTo>
                  <a:pt x="762000" y="104775"/>
                </a:lnTo>
                <a:lnTo>
                  <a:pt x="762000" y="95250"/>
                </a:lnTo>
                <a:lnTo>
                  <a:pt x="781050" y="95250"/>
                </a:lnTo>
                <a:close/>
                <a:moveTo>
                  <a:pt x="638175" y="95250"/>
                </a:moveTo>
                <a:lnTo>
                  <a:pt x="647700" y="95250"/>
                </a:lnTo>
                <a:lnTo>
                  <a:pt x="647700" y="114300"/>
                </a:lnTo>
                <a:lnTo>
                  <a:pt x="638175" y="114300"/>
                </a:lnTo>
                <a:close/>
                <a:moveTo>
                  <a:pt x="876300" y="104775"/>
                </a:moveTo>
                <a:lnTo>
                  <a:pt x="895350" y="104775"/>
                </a:lnTo>
                <a:lnTo>
                  <a:pt x="895350" y="114300"/>
                </a:lnTo>
                <a:lnTo>
                  <a:pt x="885825" y="114300"/>
                </a:lnTo>
                <a:lnTo>
                  <a:pt x="885825" y="123825"/>
                </a:lnTo>
                <a:lnTo>
                  <a:pt x="876300" y="123825"/>
                </a:lnTo>
                <a:close/>
                <a:moveTo>
                  <a:pt x="371475" y="114300"/>
                </a:moveTo>
                <a:lnTo>
                  <a:pt x="381000" y="114300"/>
                </a:lnTo>
                <a:lnTo>
                  <a:pt x="381000" y="123825"/>
                </a:lnTo>
                <a:lnTo>
                  <a:pt x="371475" y="123825"/>
                </a:lnTo>
                <a:close/>
                <a:moveTo>
                  <a:pt x="466725" y="114300"/>
                </a:moveTo>
                <a:lnTo>
                  <a:pt x="476250" y="114300"/>
                </a:lnTo>
                <a:lnTo>
                  <a:pt x="476250" y="123825"/>
                </a:lnTo>
                <a:lnTo>
                  <a:pt x="466725" y="123825"/>
                </a:lnTo>
                <a:close/>
                <a:moveTo>
                  <a:pt x="542925" y="114300"/>
                </a:moveTo>
                <a:lnTo>
                  <a:pt x="552450" y="114300"/>
                </a:lnTo>
                <a:lnTo>
                  <a:pt x="552450" y="123825"/>
                </a:lnTo>
                <a:lnTo>
                  <a:pt x="542925" y="123825"/>
                </a:lnTo>
                <a:close/>
                <a:moveTo>
                  <a:pt x="361950" y="123825"/>
                </a:moveTo>
                <a:lnTo>
                  <a:pt x="371475" y="123825"/>
                </a:lnTo>
                <a:lnTo>
                  <a:pt x="371475" y="133350"/>
                </a:lnTo>
                <a:lnTo>
                  <a:pt x="361950" y="133350"/>
                </a:lnTo>
                <a:close/>
                <a:moveTo>
                  <a:pt x="476250" y="123825"/>
                </a:moveTo>
                <a:lnTo>
                  <a:pt x="495300" y="123825"/>
                </a:lnTo>
                <a:lnTo>
                  <a:pt x="495300" y="133350"/>
                </a:lnTo>
                <a:lnTo>
                  <a:pt x="476250" y="133350"/>
                </a:lnTo>
                <a:close/>
                <a:moveTo>
                  <a:pt x="400050" y="133350"/>
                </a:moveTo>
                <a:lnTo>
                  <a:pt x="409575" y="133350"/>
                </a:lnTo>
                <a:lnTo>
                  <a:pt x="409575" y="142875"/>
                </a:lnTo>
                <a:lnTo>
                  <a:pt x="400050" y="142875"/>
                </a:lnTo>
                <a:close/>
                <a:moveTo>
                  <a:pt x="723900" y="133350"/>
                </a:moveTo>
                <a:lnTo>
                  <a:pt x="733425" y="133350"/>
                </a:lnTo>
                <a:lnTo>
                  <a:pt x="733425" y="142875"/>
                </a:lnTo>
                <a:lnTo>
                  <a:pt x="723900" y="142875"/>
                </a:lnTo>
                <a:close/>
                <a:moveTo>
                  <a:pt x="733425" y="142875"/>
                </a:moveTo>
                <a:lnTo>
                  <a:pt x="742950" y="142875"/>
                </a:lnTo>
                <a:lnTo>
                  <a:pt x="742950" y="152400"/>
                </a:lnTo>
                <a:lnTo>
                  <a:pt x="752475" y="152400"/>
                </a:lnTo>
                <a:lnTo>
                  <a:pt x="752475" y="171450"/>
                </a:lnTo>
                <a:lnTo>
                  <a:pt x="742950" y="171450"/>
                </a:lnTo>
                <a:lnTo>
                  <a:pt x="742950" y="161925"/>
                </a:lnTo>
                <a:lnTo>
                  <a:pt x="733425" y="161925"/>
                </a:lnTo>
                <a:close/>
                <a:moveTo>
                  <a:pt x="819150" y="142875"/>
                </a:moveTo>
                <a:lnTo>
                  <a:pt x="828675" y="142875"/>
                </a:lnTo>
                <a:lnTo>
                  <a:pt x="828675" y="152400"/>
                </a:lnTo>
                <a:lnTo>
                  <a:pt x="819150" y="152400"/>
                </a:lnTo>
                <a:close/>
                <a:moveTo>
                  <a:pt x="542925" y="161925"/>
                </a:moveTo>
                <a:lnTo>
                  <a:pt x="561975" y="161925"/>
                </a:lnTo>
                <a:lnTo>
                  <a:pt x="561975" y="171450"/>
                </a:lnTo>
                <a:lnTo>
                  <a:pt x="542925" y="171450"/>
                </a:lnTo>
                <a:close/>
                <a:moveTo>
                  <a:pt x="409575" y="171450"/>
                </a:moveTo>
                <a:lnTo>
                  <a:pt x="419100" y="171450"/>
                </a:lnTo>
                <a:lnTo>
                  <a:pt x="419100" y="180975"/>
                </a:lnTo>
                <a:lnTo>
                  <a:pt x="409575" y="180975"/>
                </a:lnTo>
                <a:close/>
                <a:moveTo>
                  <a:pt x="504825" y="171450"/>
                </a:moveTo>
                <a:lnTo>
                  <a:pt x="514350" y="171450"/>
                </a:lnTo>
                <a:lnTo>
                  <a:pt x="514350" y="180975"/>
                </a:lnTo>
                <a:lnTo>
                  <a:pt x="523875" y="180975"/>
                </a:lnTo>
                <a:lnTo>
                  <a:pt x="523875" y="190500"/>
                </a:lnTo>
                <a:lnTo>
                  <a:pt x="495300" y="190500"/>
                </a:lnTo>
                <a:lnTo>
                  <a:pt x="495300" y="180975"/>
                </a:lnTo>
                <a:lnTo>
                  <a:pt x="504825" y="180975"/>
                </a:lnTo>
                <a:close/>
                <a:moveTo>
                  <a:pt x="561975" y="171450"/>
                </a:moveTo>
                <a:lnTo>
                  <a:pt x="581025" y="171450"/>
                </a:lnTo>
                <a:lnTo>
                  <a:pt x="581025" y="180975"/>
                </a:lnTo>
                <a:lnTo>
                  <a:pt x="561975" y="180975"/>
                </a:lnTo>
                <a:close/>
                <a:moveTo>
                  <a:pt x="752475" y="171450"/>
                </a:moveTo>
                <a:lnTo>
                  <a:pt x="762000" y="171450"/>
                </a:lnTo>
                <a:lnTo>
                  <a:pt x="762000" y="180975"/>
                </a:lnTo>
                <a:lnTo>
                  <a:pt x="752475" y="180975"/>
                </a:lnTo>
                <a:close/>
                <a:moveTo>
                  <a:pt x="314325" y="180975"/>
                </a:moveTo>
                <a:lnTo>
                  <a:pt x="323850" y="180975"/>
                </a:lnTo>
                <a:lnTo>
                  <a:pt x="323850" y="190500"/>
                </a:lnTo>
                <a:lnTo>
                  <a:pt x="314325" y="190500"/>
                </a:lnTo>
                <a:close/>
                <a:moveTo>
                  <a:pt x="762000" y="180975"/>
                </a:moveTo>
                <a:lnTo>
                  <a:pt x="771525" y="180975"/>
                </a:lnTo>
                <a:lnTo>
                  <a:pt x="771525" y="190500"/>
                </a:lnTo>
                <a:lnTo>
                  <a:pt x="762000" y="190500"/>
                </a:lnTo>
                <a:close/>
                <a:moveTo>
                  <a:pt x="790575" y="180975"/>
                </a:moveTo>
                <a:lnTo>
                  <a:pt x="819150" y="180975"/>
                </a:lnTo>
                <a:lnTo>
                  <a:pt x="819150" y="190500"/>
                </a:lnTo>
                <a:lnTo>
                  <a:pt x="790575" y="190500"/>
                </a:lnTo>
                <a:close/>
                <a:moveTo>
                  <a:pt x="1171575" y="190500"/>
                </a:moveTo>
                <a:lnTo>
                  <a:pt x="1181100" y="190500"/>
                </a:lnTo>
                <a:lnTo>
                  <a:pt x="1181100" y="200025"/>
                </a:lnTo>
                <a:lnTo>
                  <a:pt x="1171575" y="200025"/>
                </a:lnTo>
                <a:close/>
                <a:moveTo>
                  <a:pt x="257175" y="200025"/>
                </a:moveTo>
                <a:lnTo>
                  <a:pt x="266700" y="200025"/>
                </a:lnTo>
                <a:lnTo>
                  <a:pt x="266700" y="209550"/>
                </a:lnTo>
                <a:lnTo>
                  <a:pt x="257175" y="209550"/>
                </a:lnTo>
                <a:close/>
                <a:moveTo>
                  <a:pt x="561975" y="200025"/>
                </a:moveTo>
                <a:lnTo>
                  <a:pt x="571500" y="200025"/>
                </a:lnTo>
                <a:lnTo>
                  <a:pt x="571500" y="209550"/>
                </a:lnTo>
                <a:lnTo>
                  <a:pt x="561975" y="209550"/>
                </a:lnTo>
                <a:close/>
                <a:moveTo>
                  <a:pt x="962025" y="200025"/>
                </a:moveTo>
                <a:lnTo>
                  <a:pt x="971550" y="200025"/>
                </a:lnTo>
                <a:lnTo>
                  <a:pt x="971550" y="209550"/>
                </a:lnTo>
                <a:lnTo>
                  <a:pt x="962025" y="209550"/>
                </a:lnTo>
                <a:close/>
                <a:moveTo>
                  <a:pt x="552450" y="209550"/>
                </a:moveTo>
                <a:lnTo>
                  <a:pt x="561975" y="209550"/>
                </a:lnTo>
                <a:lnTo>
                  <a:pt x="561975" y="219075"/>
                </a:lnTo>
                <a:lnTo>
                  <a:pt x="552450" y="219075"/>
                </a:lnTo>
                <a:close/>
                <a:moveTo>
                  <a:pt x="971550" y="209550"/>
                </a:moveTo>
                <a:lnTo>
                  <a:pt x="990600" y="209550"/>
                </a:lnTo>
                <a:lnTo>
                  <a:pt x="990600" y="219075"/>
                </a:lnTo>
                <a:lnTo>
                  <a:pt x="971550" y="219075"/>
                </a:lnTo>
                <a:close/>
                <a:moveTo>
                  <a:pt x="685800" y="219075"/>
                </a:moveTo>
                <a:lnTo>
                  <a:pt x="695325" y="219075"/>
                </a:lnTo>
                <a:lnTo>
                  <a:pt x="695325" y="228600"/>
                </a:lnTo>
                <a:lnTo>
                  <a:pt x="685800" y="228600"/>
                </a:lnTo>
                <a:close/>
                <a:moveTo>
                  <a:pt x="990600" y="219075"/>
                </a:moveTo>
                <a:lnTo>
                  <a:pt x="1000125" y="219075"/>
                </a:lnTo>
                <a:lnTo>
                  <a:pt x="1000125" y="228600"/>
                </a:lnTo>
                <a:lnTo>
                  <a:pt x="990600" y="228600"/>
                </a:lnTo>
                <a:close/>
                <a:moveTo>
                  <a:pt x="571500" y="228600"/>
                </a:moveTo>
                <a:lnTo>
                  <a:pt x="581025" y="228600"/>
                </a:lnTo>
                <a:lnTo>
                  <a:pt x="581025" y="238125"/>
                </a:lnTo>
                <a:lnTo>
                  <a:pt x="571500" y="238125"/>
                </a:lnTo>
                <a:close/>
                <a:moveTo>
                  <a:pt x="590550" y="228600"/>
                </a:moveTo>
                <a:lnTo>
                  <a:pt x="600075" y="228600"/>
                </a:lnTo>
                <a:lnTo>
                  <a:pt x="600075" y="247650"/>
                </a:lnTo>
                <a:lnTo>
                  <a:pt x="590550" y="247650"/>
                </a:lnTo>
                <a:close/>
                <a:moveTo>
                  <a:pt x="638175" y="228600"/>
                </a:moveTo>
                <a:lnTo>
                  <a:pt x="647700" y="228600"/>
                </a:lnTo>
                <a:lnTo>
                  <a:pt x="647700" y="247650"/>
                </a:lnTo>
                <a:lnTo>
                  <a:pt x="638175" y="247650"/>
                </a:lnTo>
                <a:close/>
                <a:moveTo>
                  <a:pt x="1000125" y="228600"/>
                </a:moveTo>
                <a:lnTo>
                  <a:pt x="1009650" y="228600"/>
                </a:lnTo>
                <a:lnTo>
                  <a:pt x="1009650" y="238125"/>
                </a:lnTo>
                <a:lnTo>
                  <a:pt x="1000125" y="238125"/>
                </a:lnTo>
                <a:close/>
                <a:moveTo>
                  <a:pt x="285750" y="238125"/>
                </a:moveTo>
                <a:lnTo>
                  <a:pt x="304800" y="238125"/>
                </a:lnTo>
                <a:lnTo>
                  <a:pt x="304800" y="247650"/>
                </a:lnTo>
                <a:lnTo>
                  <a:pt x="285750" y="247650"/>
                </a:lnTo>
                <a:close/>
                <a:moveTo>
                  <a:pt x="847725" y="238125"/>
                </a:moveTo>
                <a:lnTo>
                  <a:pt x="857250" y="238125"/>
                </a:lnTo>
                <a:lnTo>
                  <a:pt x="857250" y="257175"/>
                </a:lnTo>
                <a:lnTo>
                  <a:pt x="847725" y="257175"/>
                </a:lnTo>
                <a:close/>
                <a:moveTo>
                  <a:pt x="904875" y="238125"/>
                </a:moveTo>
                <a:lnTo>
                  <a:pt x="914400" y="238125"/>
                </a:lnTo>
                <a:lnTo>
                  <a:pt x="914400" y="247650"/>
                </a:lnTo>
                <a:lnTo>
                  <a:pt x="923925" y="247650"/>
                </a:lnTo>
                <a:lnTo>
                  <a:pt x="923925" y="266700"/>
                </a:lnTo>
                <a:lnTo>
                  <a:pt x="904875" y="266700"/>
                </a:lnTo>
                <a:lnTo>
                  <a:pt x="904875" y="257175"/>
                </a:lnTo>
                <a:lnTo>
                  <a:pt x="895350" y="257175"/>
                </a:lnTo>
                <a:lnTo>
                  <a:pt x="895350" y="247650"/>
                </a:lnTo>
                <a:lnTo>
                  <a:pt x="904875" y="247650"/>
                </a:lnTo>
                <a:close/>
                <a:moveTo>
                  <a:pt x="28575" y="247650"/>
                </a:moveTo>
                <a:lnTo>
                  <a:pt x="38100" y="247650"/>
                </a:lnTo>
                <a:lnTo>
                  <a:pt x="38100" y="257175"/>
                </a:lnTo>
                <a:lnTo>
                  <a:pt x="47625" y="257175"/>
                </a:lnTo>
                <a:lnTo>
                  <a:pt x="47625" y="266700"/>
                </a:lnTo>
                <a:lnTo>
                  <a:pt x="57150" y="266700"/>
                </a:lnTo>
                <a:lnTo>
                  <a:pt x="57150" y="276225"/>
                </a:lnTo>
                <a:lnTo>
                  <a:pt x="38100" y="276225"/>
                </a:lnTo>
                <a:lnTo>
                  <a:pt x="38100" y="266700"/>
                </a:lnTo>
                <a:lnTo>
                  <a:pt x="28575" y="266700"/>
                </a:lnTo>
                <a:close/>
                <a:moveTo>
                  <a:pt x="228600" y="247650"/>
                </a:moveTo>
                <a:lnTo>
                  <a:pt x="238125" y="247650"/>
                </a:lnTo>
                <a:lnTo>
                  <a:pt x="238125" y="257175"/>
                </a:lnTo>
                <a:lnTo>
                  <a:pt x="228600" y="257175"/>
                </a:lnTo>
                <a:close/>
                <a:moveTo>
                  <a:pt x="581025" y="247650"/>
                </a:moveTo>
                <a:lnTo>
                  <a:pt x="590550" y="247650"/>
                </a:lnTo>
                <a:lnTo>
                  <a:pt x="590550" y="257175"/>
                </a:lnTo>
                <a:lnTo>
                  <a:pt x="581025" y="257175"/>
                </a:lnTo>
                <a:close/>
                <a:moveTo>
                  <a:pt x="990600" y="247650"/>
                </a:moveTo>
                <a:lnTo>
                  <a:pt x="1000125" y="247650"/>
                </a:lnTo>
                <a:lnTo>
                  <a:pt x="1000125" y="257175"/>
                </a:lnTo>
                <a:lnTo>
                  <a:pt x="990600" y="257175"/>
                </a:lnTo>
                <a:close/>
                <a:moveTo>
                  <a:pt x="895350" y="266700"/>
                </a:moveTo>
                <a:lnTo>
                  <a:pt x="904875" y="266700"/>
                </a:lnTo>
                <a:lnTo>
                  <a:pt x="904875" y="276225"/>
                </a:lnTo>
                <a:lnTo>
                  <a:pt x="895350" y="276225"/>
                </a:lnTo>
                <a:close/>
                <a:moveTo>
                  <a:pt x="342900" y="276225"/>
                </a:moveTo>
                <a:lnTo>
                  <a:pt x="352425" y="276225"/>
                </a:lnTo>
                <a:lnTo>
                  <a:pt x="352425" y="295275"/>
                </a:lnTo>
                <a:lnTo>
                  <a:pt x="342900" y="295275"/>
                </a:lnTo>
                <a:close/>
                <a:moveTo>
                  <a:pt x="390525" y="276225"/>
                </a:moveTo>
                <a:lnTo>
                  <a:pt x="400050" y="276225"/>
                </a:lnTo>
                <a:lnTo>
                  <a:pt x="400050" y="285750"/>
                </a:lnTo>
                <a:lnTo>
                  <a:pt x="390525" y="285750"/>
                </a:lnTo>
                <a:close/>
                <a:moveTo>
                  <a:pt x="285750" y="285750"/>
                </a:moveTo>
                <a:lnTo>
                  <a:pt x="304800" y="285750"/>
                </a:lnTo>
                <a:lnTo>
                  <a:pt x="304800" y="295275"/>
                </a:lnTo>
                <a:lnTo>
                  <a:pt x="285750" y="295275"/>
                </a:lnTo>
                <a:close/>
                <a:moveTo>
                  <a:pt x="266700" y="295275"/>
                </a:moveTo>
                <a:lnTo>
                  <a:pt x="285750" y="295275"/>
                </a:lnTo>
                <a:lnTo>
                  <a:pt x="285750" y="304800"/>
                </a:lnTo>
                <a:lnTo>
                  <a:pt x="276225" y="304800"/>
                </a:lnTo>
                <a:lnTo>
                  <a:pt x="276225" y="314325"/>
                </a:lnTo>
                <a:lnTo>
                  <a:pt x="266700" y="314325"/>
                </a:lnTo>
                <a:close/>
                <a:moveTo>
                  <a:pt x="304800" y="295275"/>
                </a:moveTo>
                <a:lnTo>
                  <a:pt x="314325" y="295275"/>
                </a:lnTo>
                <a:lnTo>
                  <a:pt x="314325" y="304800"/>
                </a:lnTo>
                <a:lnTo>
                  <a:pt x="304800" y="304800"/>
                </a:lnTo>
                <a:close/>
                <a:moveTo>
                  <a:pt x="447675" y="295275"/>
                </a:moveTo>
                <a:lnTo>
                  <a:pt x="457200" y="295275"/>
                </a:lnTo>
                <a:lnTo>
                  <a:pt x="457200" y="314325"/>
                </a:lnTo>
                <a:lnTo>
                  <a:pt x="447675" y="314325"/>
                </a:lnTo>
                <a:close/>
                <a:moveTo>
                  <a:pt x="714375" y="295275"/>
                </a:moveTo>
                <a:lnTo>
                  <a:pt x="723900" y="295275"/>
                </a:lnTo>
                <a:lnTo>
                  <a:pt x="723900" y="304800"/>
                </a:lnTo>
                <a:lnTo>
                  <a:pt x="714375" y="304800"/>
                </a:lnTo>
                <a:close/>
                <a:moveTo>
                  <a:pt x="1038225" y="304800"/>
                </a:moveTo>
                <a:lnTo>
                  <a:pt x="1047750" y="304800"/>
                </a:lnTo>
                <a:lnTo>
                  <a:pt x="1047750" y="314325"/>
                </a:lnTo>
                <a:lnTo>
                  <a:pt x="1038225" y="314325"/>
                </a:lnTo>
                <a:close/>
                <a:moveTo>
                  <a:pt x="371475" y="314325"/>
                </a:moveTo>
                <a:lnTo>
                  <a:pt x="381000" y="314325"/>
                </a:lnTo>
                <a:lnTo>
                  <a:pt x="381000" y="323850"/>
                </a:lnTo>
                <a:lnTo>
                  <a:pt x="371475" y="323850"/>
                </a:lnTo>
                <a:close/>
                <a:moveTo>
                  <a:pt x="457200" y="314325"/>
                </a:moveTo>
                <a:lnTo>
                  <a:pt x="466725" y="314325"/>
                </a:lnTo>
                <a:lnTo>
                  <a:pt x="466725" y="323850"/>
                </a:lnTo>
                <a:lnTo>
                  <a:pt x="457200" y="323850"/>
                </a:lnTo>
                <a:close/>
                <a:moveTo>
                  <a:pt x="838200" y="314325"/>
                </a:moveTo>
                <a:lnTo>
                  <a:pt x="847725" y="314325"/>
                </a:lnTo>
                <a:lnTo>
                  <a:pt x="847725" y="323850"/>
                </a:lnTo>
                <a:lnTo>
                  <a:pt x="838200" y="323850"/>
                </a:lnTo>
                <a:close/>
                <a:moveTo>
                  <a:pt x="942975" y="314325"/>
                </a:moveTo>
                <a:lnTo>
                  <a:pt x="952500" y="314325"/>
                </a:lnTo>
                <a:lnTo>
                  <a:pt x="952500" y="323850"/>
                </a:lnTo>
                <a:lnTo>
                  <a:pt x="942975" y="323850"/>
                </a:lnTo>
                <a:close/>
                <a:moveTo>
                  <a:pt x="1047750" y="314325"/>
                </a:moveTo>
                <a:lnTo>
                  <a:pt x="1066800" y="314325"/>
                </a:lnTo>
                <a:lnTo>
                  <a:pt x="1066800" y="333375"/>
                </a:lnTo>
                <a:lnTo>
                  <a:pt x="1047750" y="333375"/>
                </a:lnTo>
                <a:close/>
                <a:moveTo>
                  <a:pt x="381000" y="323850"/>
                </a:moveTo>
                <a:lnTo>
                  <a:pt x="390525" y="323850"/>
                </a:lnTo>
                <a:lnTo>
                  <a:pt x="390525" y="333375"/>
                </a:lnTo>
                <a:lnTo>
                  <a:pt x="381000" y="333375"/>
                </a:lnTo>
                <a:close/>
                <a:moveTo>
                  <a:pt x="514350" y="323850"/>
                </a:moveTo>
                <a:lnTo>
                  <a:pt x="533400" y="323850"/>
                </a:lnTo>
                <a:lnTo>
                  <a:pt x="533400" y="342900"/>
                </a:lnTo>
                <a:lnTo>
                  <a:pt x="523875" y="342900"/>
                </a:lnTo>
                <a:lnTo>
                  <a:pt x="523875" y="361950"/>
                </a:lnTo>
                <a:lnTo>
                  <a:pt x="504825" y="361950"/>
                </a:lnTo>
                <a:lnTo>
                  <a:pt x="504825" y="342900"/>
                </a:lnTo>
                <a:lnTo>
                  <a:pt x="514350" y="342900"/>
                </a:lnTo>
                <a:close/>
                <a:moveTo>
                  <a:pt x="390525" y="333375"/>
                </a:moveTo>
                <a:lnTo>
                  <a:pt x="409575" y="333375"/>
                </a:lnTo>
                <a:lnTo>
                  <a:pt x="409575" y="342900"/>
                </a:lnTo>
                <a:lnTo>
                  <a:pt x="390525" y="342900"/>
                </a:lnTo>
                <a:close/>
                <a:moveTo>
                  <a:pt x="542925" y="342900"/>
                </a:moveTo>
                <a:lnTo>
                  <a:pt x="552450" y="342900"/>
                </a:lnTo>
                <a:lnTo>
                  <a:pt x="552450" y="352425"/>
                </a:lnTo>
                <a:lnTo>
                  <a:pt x="542925" y="352425"/>
                </a:lnTo>
                <a:close/>
                <a:moveTo>
                  <a:pt x="1085850" y="352425"/>
                </a:moveTo>
                <a:lnTo>
                  <a:pt x="1095375" y="352425"/>
                </a:lnTo>
                <a:lnTo>
                  <a:pt x="1095375" y="361950"/>
                </a:lnTo>
                <a:lnTo>
                  <a:pt x="1085850" y="361950"/>
                </a:lnTo>
                <a:close/>
                <a:moveTo>
                  <a:pt x="552450" y="371475"/>
                </a:moveTo>
                <a:lnTo>
                  <a:pt x="571500" y="371475"/>
                </a:lnTo>
                <a:lnTo>
                  <a:pt x="571500" y="381000"/>
                </a:lnTo>
                <a:lnTo>
                  <a:pt x="581025" y="381000"/>
                </a:lnTo>
                <a:lnTo>
                  <a:pt x="581025" y="409575"/>
                </a:lnTo>
                <a:lnTo>
                  <a:pt x="571500" y="409575"/>
                </a:lnTo>
                <a:lnTo>
                  <a:pt x="571500" y="400050"/>
                </a:lnTo>
                <a:lnTo>
                  <a:pt x="561975" y="400050"/>
                </a:lnTo>
                <a:lnTo>
                  <a:pt x="561975" y="428625"/>
                </a:lnTo>
                <a:lnTo>
                  <a:pt x="552450" y="428625"/>
                </a:lnTo>
                <a:close/>
                <a:moveTo>
                  <a:pt x="790575" y="371475"/>
                </a:moveTo>
                <a:lnTo>
                  <a:pt x="800100" y="371475"/>
                </a:lnTo>
                <a:lnTo>
                  <a:pt x="800100" y="381000"/>
                </a:lnTo>
                <a:lnTo>
                  <a:pt x="790575" y="381000"/>
                </a:lnTo>
                <a:close/>
                <a:moveTo>
                  <a:pt x="409575" y="381000"/>
                </a:moveTo>
                <a:lnTo>
                  <a:pt x="419100" y="381000"/>
                </a:lnTo>
                <a:lnTo>
                  <a:pt x="419100" y="390525"/>
                </a:lnTo>
                <a:lnTo>
                  <a:pt x="438150" y="390525"/>
                </a:lnTo>
                <a:lnTo>
                  <a:pt x="438150" y="400050"/>
                </a:lnTo>
                <a:lnTo>
                  <a:pt x="409575" y="400050"/>
                </a:lnTo>
                <a:close/>
                <a:moveTo>
                  <a:pt x="914400" y="381000"/>
                </a:moveTo>
                <a:lnTo>
                  <a:pt x="942975" y="381000"/>
                </a:lnTo>
                <a:lnTo>
                  <a:pt x="942975" y="390525"/>
                </a:lnTo>
                <a:lnTo>
                  <a:pt x="933450" y="390525"/>
                </a:lnTo>
                <a:lnTo>
                  <a:pt x="933450" y="400050"/>
                </a:lnTo>
                <a:lnTo>
                  <a:pt x="914400" y="400050"/>
                </a:lnTo>
                <a:lnTo>
                  <a:pt x="914400" y="409575"/>
                </a:lnTo>
                <a:lnTo>
                  <a:pt x="885825" y="409575"/>
                </a:lnTo>
                <a:lnTo>
                  <a:pt x="885825" y="438150"/>
                </a:lnTo>
                <a:lnTo>
                  <a:pt x="876300" y="438150"/>
                </a:lnTo>
                <a:lnTo>
                  <a:pt x="876300" y="457200"/>
                </a:lnTo>
                <a:lnTo>
                  <a:pt x="857250" y="457200"/>
                </a:lnTo>
                <a:lnTo>
                  <a:pt x="857250" y="438150"/>
                </a:lnTo>
                <a:lnTo>
                  <a:pt x="866775" y="438150"/>
                </a:lnTo>
                <a:lnTo>
                  <a:pt x="866775" y="428625"/>
                </a:lnTo>
                <a:lnTo>
                  <a:pt x="857250" y="428625"/>
                </a:lnTo>
                <a:lnTo>
                  <a:pt x="857250" y="419100"/>
                </a:lnTo>
                <a:lnTo>
                  <a:pt x="866775" y="419100"/>
                </a:lnTo>
                <a:lnTo>
                  <a:pt x="866775" y="428625"/>
                </a:lnTo>
                <a:lnTo>
                  <a:pt x="876300" y="428625"/>
                </a:lnTo>
                <a:lnTo>
                  <a:pt x="876300" y="400050"/>
                </a:lnTo>
                <a:lnTo>
                  <a:pt x="885825" y="400050"/>
                </a:lnTo>
                <a:lnTo>
                  <a:pt x="885825" y="390525"/>
                </a:lnTo>
                <a:lnTo>
                  <a:pt x="914400" y="390525"/>
                </a:lnTo>
                <a:close/>
                <a:moveTo>
                  <a:pt x="1009650" y="381000"/>
                </a:moveTo>
                <a:lnTo>
                  <a:pt x="1019175" y="381000"/>
                </a:lnTo>
                <a:lnTo>
                  <a:pt x="1019175" y="390525"/>
                </a:lnTo>
                <a:lnTo>
                  <a:pt x="1009650" y="390525"/>
                </a:lnTo>
                <a:close/>
                <a:moveTo>
                  <a:pt x="714375" y="390525"/>
                </a:moveTo>
                <a:lnTo>
                  <a:pt x="733425" y="390525"/>
                </a:lnTo>
                <a:lnTo>
                  <a:pt x="733425" y="400050"/>
                </a:lnTo>
                <a:lnTo>
                  <a:pt x="762000" y="400050"/>
                </a:lnTo>
                <a:lnTo>
                  <a:pt x="762000" y="390525"/>
                </a:lnTo>
                <a:lnTo>
                  <a:pt x="771525" y="390525"/>
                </a:lnTo>
                <a:lnTo>
                  <a:pt x="771525" y="400050"/>
                </a:lnTo>
                <a:lnTo>
                  <a:pt x="790575" y="400050"/>
                </a:lnTo>
                <a:lnTo>
                  <a:pt x="790575" y="409575"/>
                </a:lnTo>
                <a:lnTo>
                  <a:pt x="800100" y="409575"/>
                </a:lnTo>
                <a:lnTo>
                  <a:pt x="800100" y="419100"/>
                </a:lnTo>
                <a:lnTo>
                  <a:pt x="762000" y="419100"/>
                </a:lnTo>
                <a:lnTo>
                  <a:pt x="762000" y="438150"/>
                </a:lnTo>
                <a:lnTo>
                  <a:pt x="742950" y="438150"/>
                </a:lnTo>
                <a:lnTo>
                  <a:pt x="742950" y="409575"/>
                </a:lnTo>
                <a:lnTo>
                  <a:pt x="723900" y="409575"/>
                </a:lnTo>
                <a:lnTo>
                  <a:pt x="723900" y="400050"/>
                </a:lnTo>
                <a:lnTo>
                  <a:pt x="714375" y="400050"/>
                </a:lnTo>
                <a:close/>
                <a:moveTo>
                  <a:pt x="962025" y="390525"/>
                </a:moveTo>
                <a:lnTo>
                  <a:pt x="971550" y="390525"/>
                </a:lnTo>
                <a:lnTo>
                  <a:pt x="971550" y="400050"/>
                </a:lnTo>
                <a:lnTo>
                  <a:pt x="1009650" y="400050"/>
                </a:lnTo>
                <a:lnTo>
                  <a:pt x="1009650" y="409575"/>
                </a:lnTo>
                <a:lnTo>
                  <a:pt x="1028700" y="409575"/>
                </a:lnTo>
                <a:lnTo>
                  <a:pt x="1028700" y="419100"/>
                </a:lnTo>
                <a:lnTo>
                  <a:pt x="1038225" y="419100"/>
                </a:lnTo>
                <a:lnTo>
                  <a:pt x="1038225" y="457200"/>
                </a:lnTo>
                <a:lnTo>
                  <a:pt x="1019175" y="457200"/>
                </a:lnTo>
                <a:lnTo>
                  <a:pt x="1019175" y="466725"/>
                </a:lnTo>
                <a:lnTo>
                  <a:pt x="1009650" y="466725"/>
                </a:lnTo>
                <a:lnTo>
                  <a:pt x="1009650" y="447675"/>
                </a:lnTo>
                <a:lnTo>
                  <a:pt x="1028700" y="447675"/>
                </a:lnTo>
                <a:lnTo>
                  <a:pt x="1028700" y="438150"/>
                </a:lnTo>
                <a:lnTo>
                  <a:pt x="1019175" y="438150"/>
                </a:lnTo>
                <a:lnTo>
                  <a:pt x="1019175" y="419100"/>
                </a:lnTo>
                <a:lnTo>
                  <a:pt x="990600" y="419100"/>
                </a:lnTo>
                <a:lnTo>
                  <a:pt x="990600" y="438150"/>
                </a:lnTo>
                <a:lnTo>
                  <a:pt x="981075" y="438150"/>
                </a:lnTo>
                <a:lnTo>
                  <a:pt x="981075" y="428625"/>
                </a:lnTo>
                <a:lnTo>
                  <a:pt x="971550" y="428625"/>
                </a:lnTo>
                <a:lnTo>
                  <a:pt x="971550" y="419100"/>
                </a:lnTo>
                <a:lnTo>
                  <a:pt x="952500" y="419100"/>
                </a:lnTo>
                <a:lnTo>
                  <a:pt x="952500" y="400050"/>
                </a:lnTo>
                <a:lnTo>
                  <a:pt x="962025" y="400050"/>
                </a:lnTo>
                <a:close/>
                <a:moveTo>
                  <a:pt x="590550" y="400050"/>
                </a:moveTo>
                <a:lnTo>
                  <a:pt x="600075" y="400050"/>
                </a:lnTo>
                <a:lnTo>
                  <a:pt x="600075" y="409575"/>
                </a:lnTo>
                <a:lnTo>
                  <a:pt x="590550" y="409575"/>
                </a:lnTo>
                <a:close/>
                <a:moveTo>
                  <a:pt x="295275" y="409575"/>
                </a:moveTo>
                <a:lnTo>
                  <a:pt x="304800" y="409575"/>
                </a:lnTo>
                <a:lnTo>
                  <a:pt x="304800" y="419100"/>
                </a:lnTo>
                <a:lnTo>
                  <a:pt x="295275" y="419100"/>
                </a:lnTo>
                <a:close/>
                <a:moveTo>
                  <a:pt x="600075" y="409575"/>
                </a:moveTo>
                <a:lnTo>
                  <a:pt x="609600" y="409575"/>
                </a:lnTo>
                <a:lnTo>
                  <a:pt x="609600" y="419100"/>
                </a:lnTo>
                <a:lnTo>
                  <a:pt x="600075" y="419100"/>
                </a:lnTo>
                <a:close/>
                <a:moveTo>
                  <a:pt x="304800" y="419100"/>
                </a:moveTo>
                <a:lnTo>
                  <a:pt x="314325" y="419100"/>
                </a:lnTo>
                <a:lnTo>
                  <a:pt x="314325" y="428625"/>
                </a:lnTo>
                <a:lnTo>
                  <a:pt x="304800" y="428625"/>
                </a:lnTo>
                <a:close/>
                <a:moveTo>
                  <a:pt x="419100" y="419100"/>
                </a:moveTo>
                <a:lnTo>
                  <a:pt x="428625" y="419100"/>
                </a:lnTo>
                <a:lnTo>
                  <a:pt x="428625" y="428625"/>
                </a:lnTo>
                <a:lnTo>
                  <a:pt x="419100" y="428625"/>
                </a:lnTo>
                <a:close/>
                <a:moveTo>
                  <a:pt x="685800" y="419100"/>
                </a:moveTo>
                <a:lnTo>
                  <a:pt x="695325" y="419100"/>
                </a:lnTo>
                <a:lnTo>
                  <a:pt x="695325" y="428625"/>
                </a:lnTo>
                <a:lnTo>
                  <a:pt x="685800" y="428625"/>
                </a:lnTo>
                <a:close/>
                <a:moveTo>
                  <a:pt x="581025" y="428625"/>
                </a:moveTo>
                <a:lnTo>
                  <a:pt x="590550" y="428625"/>
                </a:lnTo>
                <a:lnTo>
                  <a:pt x="590550" y="447675"/>
                </a:lnTo>
                <a:lnTo>
                  <a:pt x="571500" y="447675"/>
                </a:lnTo>
                <a:lnTo>
                  <a:pt x="571500" y="438150"/>
                </a:lnTo>
                <a:lnTo>
                  <a:pt x="581025" y="438150"/>
                </a:lnTo>
                <a:close/>
                <a:moveTo>
                  <a:pt x="714375" y="428625"/>
                </a:moveTo>
                <a:lnTo>
                  <a:pt x="723900" y="428625"/>
                </a:lnTo>
                <a:lnTo>
                  <a:pt x="723900" y="438150"/>
                </a:lnTo>
                <a:lnTo>
                  <a:pt x="714375" y="438150"/>
                </a:lnTo>
                <a:close/>
                <a:moveTo>
                  <a:pt x="371475" y="457200"/>
                </a:moveTo>
                <a:lnTo>
                  <a:pt x="381000" y="457200"/>
                </a:lnTo>
                <a:lnTo>
                  <a:pt x="381000" y="466725"/>
                </a:lnTo>
                <a:lnTo>
                  <a:pt x="371475" y="466725"/>
                </a:lnTo>
                <a:close/>
                <a:moveTo>
                  <a:pt x="352425" y="466725"/>
                </a:moveTo>
                <a:lnTo>
                  <a:pt x="371475" y="466725"/>
                </a:lnTo>
                <a:lnTo>
                  <a:pt x="371475" y="476250"/>
                </a:lnTo>
                <a:lnTo>
                  <a:pt x="361950" y="476250"/>
                </a:lnTo>
                <a:lnTo>
                  <a:pt x="361950" y="485775"/>
                </a:lnTo>
                <a:lnTo>
                  <a:pt x="352425" y="485775"/>
                </a:lnTo>
                <a:close/>
                <a:moveTo>
                  <a:pt x="838200" y="476250"/>
                </a:moveTo>
                <a:lnTo>
                  <a:pt x="857250" y="476250"/>
                </a:lnTo>
                <a:lnTo>
                  <a:pt x="857250" y="485775"/>
                </a:lnTo>
                <a:lnTo>
                  <a:pt x="838200" y="485775"/>
                </a:lnTo>
                <a:close/>
                <a:moveTo>
                  <a:pt x="876300" y="476250"/>
                </a:moveTo>
                <a:lnTo>
                  <a:pt x="895350" y="476250"/>
                </a:lnTo>
                <a:lnTo>
                  <a:pt x="895350" y="485775"/>
                </a:lnTo>
                <a:lnTo>
                  <a:pt x="876300" y="485775"/>
                </a:lnTo>
                <a:close/>
                <a:moveTo>
                  <a:pt x="1038225" y="476250"/>
                </a:moveTo>
                <a:lnTo>
                  <a:pt x="1047750" y="476250"/>
                </a:lnTo>
                <a:lnTo>
                  <a:pt x="1047750" y="485775"/>
                </a:lnTo>
                <a:lnTo>
                  <a:pt x="1038225" y="485775"/>
                </a:lnTo>
                <a:close/>
                <a:moveTo>
                  <a:pt x="857250" y="485775"/>
                </a:moveTo>
                <a:lnTo>
                  <a:pt x="866775" y="485775"/>
                </a:lnTo>
                <a:lnTo>
                  <a:pt x="866775" y="495300"/>
                </a:lnTo>
                <a:lnTo>
                  <a:pt x="857250" y="495300"/>
                </a:lnTo>
                <a:close/>
                <a:moveTo>
                  <a:pt x="895350" y="485775"/>
                </a:moveTo>
                <a:lnTo>
                  <a:pt x="904875" y="485775"/>
                </a:lnTo>
                <a:lnTo>
                  <a:pt x="904875" y="495300"/>
                </a:lnTo>
                <a:lnTo>
                  <a:pt x="895350" y="495300"/>
                </a:lnTo>
                <a:close/>
                <a:moveTo>
                  <a:pt x="923925" y="485775"/>
                </a:moveTo>
                <a:lnTo>
                  <a:pt x="933450" y="485775"/>
                </a:lnTo>
                <a:lnTo>
                  <a:pt x="933450" y="495300"/>
                </a:lnTo>
                <a:lnTo>
                  <a:pt x="923925" y="495300"/>
                </a:lnTo>
                <a:close/>
                <a:moveTo>
                  <a:pt x="942975" y="485775"/>
                </a:moveTo>
                <a:lnTo>
                  <a:pt x="952500" y="485775"/>
                </a:lnTo>
                <a:lnTo>
                  <a:pt x="952500" y="495300"/>
                </a:lnTo>
                <a:lnTo>
                  <a:pt x="942975" y="495300"/>
                </a:lnTo>
                <a:close/>
                <a:moveTo>
                  <a:pt x="971550" y="485775"/>
                </a:moveTo>
                <a:lnTo>
                  <a:pt x="981075" y="485775"/>
                </a:lnTo>
                <a:lnTo>
                  <a:pt x="981075" y="504825"/>
                </a:lnTo>
                <a:lnTo>
                  <a:pt x="971550" y="504825"/>
                </a:lnTo>
                <a:close/>
                <a:moveTo>
                  <a:pt x="1028700" y="485775"/>
                </a:moveTo>
                <a:lnTo>
                  <a:pt x="1038225" y="485775"/>
                </a:lnTo>
                <a:lnTo>
                  <a:pt x="1038225" y="523875"/>
                </a:lnTo>
                <a:lnTo>
                  <a:pt x="1028700" y="523875"/>
                </a:lnTo>
                <a:close/>
                <a:moveTo>
                  <a:pt x="304800" y="495300"/>
                </a:moveTo>
                <a:lnTo>
                  <a:pt x="323850" y="495300"/>
                </a:lnTo>
                <a:lnTo>
                  <a:pt x="323850" y="504825"/>
                </a:lnTo>
                <a:lnTo>
                  <a:pt x="304800" y="504825"/>
                </a:lnTo>
                <a:close/>
                <a:moveTo>
                  <a:pt x="352425" y="523875"/>
                </a:moveTo>
                <a:lnTo>
                  <a:pt x="361950" y="523875"/>
                </a:lnTo>
                <a:lnTo>
                  <a:pt x="361950" y="533400"/>
                </a:lnTo>
                <a:lnTo>
                  <a:pt x="352425" y="533400"/>
                </a:lnTo>
                <a:close/>
                <a:moveTo>
                  <a:pt x="1019175" y="523875"/>
                </a:moveTo>
                <a:lnTo>
                  <a:pt x="1028700" y="523875"/>
                </a:lnTo>
                <a:lnTo>
                  <a:pt x="1028700" y="533400"/>
                </a:lnTo>
                <a:lnTo>
                  <a:pt x="1019175" y="533400"/>
                </a:lnTo>
                <a:close/>
                <a:moveTo>
                  <a:pt x="342900" y="533400"/>
                </a:moveTo>
                <a:lnTo>
                  <a:pt x="352425" y="533400"/>
                </a:lnTo>
                <a:lnTo>
                  <a:pt x="352425" y="552450"/>
                </a:lnTo>
                <a:lnTo>
                  <a:pt x="342900" y="552450"/>
                </a:lnTo>
                <a:close/>
                <a:moveTo>
                  <a:pt x="1009650" y="533400"/>
                </a:moveTo>
                <a:lnTo>
                  <a:pt x="1019175" y="533400"/>
                </a:lnTo>
                <a:lnTo>
                  <a:pt x="1019175" y="542925"/>
                </a:lnTo>
                <a:lnTo>
                  <a:pt x="1009650" y="542925"/>
                </a:lnTo>
                <a:close/>
                <a:moveTo>
                  <a:pt x="428625" y="542925"/>
                </a:moveTo>
                <a:lnTo>
                  <a:pt x="438150" y="542925"/>
                </a:lnTo>
                <a:lnTo>
                  <a:pt x="438150" y="552450"/>
                </a:lnTo>
                <a:lnTo>
                  <a:pt x="428625" y="552450"/>
                </a:lnTo>
                <a:close/>
                <a:moveTo>
                  <a:pt x="419100" y="552450"/>
                </a:moveTo>
                <a:lnTo>
                  <a:pt x="428625" y="552450"/>
                </a:lnTo>
                <a:lnTo>
                  <a:pt x="428625" y="561975"/>
                </a:lnTo>
                <a:lnTo>
                  <a:pt x="419100" y="561975"/>
                </a:lnTo>
                <a:close/>
                <a:moveTo>
                  <a:pt x="647700" y="552450"/>
                </a:moveTo>
                <a:lnTo>
                  <a:pt x="657225" y="552450"/>
                </a:lnTo>
                <a:lnTo>
                  <a:pt x="657225" y="561975"/>
                </a:lnTo>
                <a:lnTo>
                  <a:pt x="647700" y="561975"/>
                </a:lnTo>
                <a:close/>
                <a:moveTo>
                  <a:pt x="666750" y="561975"/>
                </a:moveTo>
                <a:lnTo>
                  <a:pt x="685800" y="561975"/>
                </a:lnTo>
                <a:lnTo>
                  <a:pt x="685800" y="571500"/>
                </a:lnTo>
                <a:lnTo>
                  <a:pt x="666750" y="571500"/>
                </a:lnTo>
                <a:close/>
                <a:moveTo>
                  <a:pt x="857250" y="561975"/>
                </a:moveTo>
                <a:lnTo>
                  <a:pt x="866775" y="561975"/>
                </a:lnTo>
                <a:lnTo>
                  <a:pt x="866775" y="571500"/>
                </a:lnTo>
                <a:lnTo>
                  <a:pt x="857250" y="571500"/>
                </a:lnTo>
                <a:close/>
                <a:moveTo>
                  <a:pt x="847725" y="571500"/>
                </a:moveTo>
                <a:lnTo>
                  <a:pt x="857250" y="571500"/>
                </a:lnTo>
                <a:lnTo>
                  <a:pt x="857250" y="581025"/>
                </a:lnTo>
                <a:lnTo>
                  <a:pt x="847725" y="581025"/>
                </a:lnTo>
                <a:close/>
                <a:moveTo>
                  <a:pt x="666750" y="581025"/>
                </a:moveTo>
                <a:lnTo>
                  <a:pt x="695325" y="581025"/>
                </a:lnTo>
                <a:lnTo>
                  <a:pt x="695325" y="590550"/>
                </a:lnTo>
                <a:lnTo>
                  <a:pt x="666750" y="590550"/>
                </a:lnTo>
                <a:close/>
                <a:moveTo>
                  <a:pt x="771525" y="581025"/>
                </a:moveTo>
                <a:lnTo>
                  <a:pt x="781050" y="581025"/>
                </a:lnTo>
                <a:lnTo>
                  <a:pt x="781050" y="590550"/>
                </a:lnTo>
                <a:lnTo>
                  <a:pt x="771525" y="590550"/>
                </a:lnTo>
                <a:close/>
                <a:moveTo>
                  <a:pt x="752475" y="600075"/>
                </a:moveTo>
                <a:lnTo>
                  <a:pt x="762000" y="600075"/>
                </a:lnTo>
                <a:lnTo>
                  <a:pt x="762000" y="609600"/>
                </a:lnTo>
                <a:lnTo>
                  <a:pt x="752475" y="609600"/>
                </a:lnTo>
                <a:close/>
                <a:moveTo>
                  <a:pt x="876300" y="600075"/>
                </a:moveTo>
                <a:lnTo>
                  <a:pt x="895350" y="600075"/>
                </a:lnTo>
                <a:lnTo>
                  <a:pt x="895350" y="609600"/>
                </a:lnTo>
                <a:lnTo>
                  <a:pt x="876300" y="609600"/>
                </a:lnTo>
                <a:close/>
                <a:moveTo>
                  <a:pt x="723900" y="609600"/>
                </a:moveTo>
                <a:lnTo>
                  <a:pt x="733425" y="609600"/>
                </a:lnTo>
                <a:lnTo>
                  <a:pt x="733425" y="628650"/>
                </a:lnTo>
                <a:lnTo>
                  <a:pt x="742950" y="628650"/>
                </a:lnTo>
                <a:lnTo>
                  <a:pt x="742950" y="638175"/>
                </a:lnTo>
                <a:lnTo>
                  <a:pt x="723900" y="638175"/>
                </a:lnTo>
                <a:close/>
                <a:moveTo>
                  <a:pt x="762000" y="609600"/>
                </a:moveTo>
                <a:lnTo>
                  <a:pt x="771525" y="609600"/>
                </a:lnTo>
                <a:lnTo>
                  <a:pt x="771525" y="619125"/>
                </a:lnTo>
                <a:lnTo>
                  <a:pt x="762000" y="619125"/>
                </a:lnTo>
                <a:close/>
                <a:moveTo>
                  <a:pt x="742950" y="638175"/>
                </a:moveTo>
                <a:lnTo>
                  <a:pt x="752475" y="638175"/>
                </a:lnTo>
                <a:lnTo>
                  <a:pt x="752475" y="647700"/>
                </a:lnTo>
                <a:lnTo>
                  <a:pt x="742950" y="647700"/>
                </a:lnTo>
                <a:close/>
                <a:moveTo>
                  <a:pt x="685800" y="647700"/>
                </a:moveTo>
                <a:lnTo>
                  <a:pt x="695325" y="647700"/>
                </a:lnTo>
                <a:lnTo>
                  <a:pt x="695325" y="657225"/>
                </a:lnTo>
                <a:lnTo>
                  <a:pt x="685800" y="657225"/>
                </a:lnTo>
                <a:close/>
                <a:moveTo>
                  <a:pt x="685800" y="685800"/>
                </a:moveTo>
                <a:lnTo>
                  <a:pt x="695325" y="685800"/>
                </a:lnTo>
                <a:lnTo>
                  <a:pt x="695325" y="695325"/>
                </a:lnTo>
                <a:lnTo>
                  <a:pt x="685800" y="695325"/>
                </a:lnTo>
                <a:close/>
                <a:moveTo>
                  <a:pt x="790575" y="685800"/>
                </a:moveTo>
                <a:lnTo>
                  <a:pt x="800100" y="685800"/>
                </a:lnTo>
                <a:lnTo>
                  <a:pt x="800100" y="695325"/>
                </a:lnTo>
                <a:lnTo>
                  <a:pt x="809625" y="695325"/>
                </a:lnTo>
                <a:lnTo>
                  <a:pt x="809625" y="714375"/>
                </a:lnTo>
                <a:lnTo>
                  <a:pt x="790575" y="714375"/>
                </a:lnTo>
                <a:close/>
                <a:moveTo>
                  <a:pt x="552450" y="695325"/>
                </a:moveTo>
                <a:lnTo>
                  <a:pt x="561975" y="695325"/>
                </a:lnTo>
                <a:lnTo>
                  <a:pt x="561975" y="704850"/>
                </a:lnTo>
                <a:lnTo>
                  <a:pt x="552450" y="704850"/>
                </a:lnTo>
                <a:close/>
                <a:moveTo>
                  <a:pt x="733425" y="695325"/>
                </a:moveTo>
                <a:lnTo>
                  <a:pt x="742950" y="695325"/>
                </a:lnTo>
                <a:lnTo>
                  <a:pt x="742950" y="742950"/>
                </a:lnTo>
                <a:lnTo>
                  <a:pt x="733425" y="742950"/>
                </a:lnTo>
                <a:lnTo>
                  <a:pt x="733425" y="733425"/>
                </a:lnTo>
                <a:lnTo>
                  <a:pt x="723900" y="733425"/>
                </a:lnTo>
                <a:lnTo>
                  <a:pt x="723900" y="723900"/>
                </a:lnTo>
                <a:lnTo>
                  <a:pt x="733425" y="723900"/>
                </a:lnTo>
                <a:close/>
                <a:moveTo>
                  <a:pt x="238125" y="704850"/>
                </a:moveTo>
                <a:lnTo>
                  <a:pt x="247650" y="704850"/>
                </a:lnTo>
                <a:lnTo>
                  <a:pt x="247650" y="714375"/>
                </a:lnTo>
                <a:lnTo>
                  <a:pt x="238125" y="714375"/>
                </a:lnTo>
                <a:close/>
                <a:moveTo>
                  <a:pt x="514350" y="704850"/>
                </a:moveTo>
                <a:lnTo>
                  <a:pt x="523875" y="704850"/>
                </a:lnTo>
                <a:lnTo>
                  <a:pt x="523875" y="714375"/>
                </a:lnTo>
                <a:lnTo>
                  <a:pt x="514350" y="714375"/>
                </a:lnTo>
                <a:close/>
                <a:moveTo>
                  <a:pt x="247650" y="714375"/>
                </a:moveTo>
                <a:lnTo>
                  <a:pt x="266700" y="714375"/>
                </a:lnTo>
                <a:lnTo>
                  <a:pt x="266700" y="733425"/>
                </a:lnTo>
                <a:lnTo>
                  <a:pt x="285750" y="733425"/>
                </a:lnTo>
                <a:lnTo>
                  <a:pt x="285750" y="742950"/>
                </a:lnTo>
                <a:lnTo>
                  <a:pt x="295275" y="742950"/>
                </a:lnTo>
                <a:lnTo>
                  <a:pt x="295275" y="723900"/>
                </a:lnTo>
                <a:lnTo>
                  <a:pt x="304800" y="723900"/>
                </a:lnTo>
                <a:lnTo>
                  <a:pt x="304800" y="733425"/>
                </a:lnTo>
                <a:lnTo>
                  <a:pt x="323850" y="733425"/>
                </a:lnTo>
                <a:lnTo>
                  <a:pt x="323850" y="742950"/>
                </a:lnTo>
                <a:lnTo>
                  <a:pt x="304800" y="742950"/>
                </a:lnTo>
                <a:lnTo>
                  <a:pt x="304800" y="752475"/>
                </a:lnTo>
                <a:lnTo>
                  <a:pt x="276225" y="752475"/>
                </a:lnTo>
                <a:lnTo>
                  <a:pt x="276225" y="742950"/>
                </a:lnTo>
                <a:lnTo>
                  <a:pt x="257175" y="742950"/>
                </a:lnTo>
                <a:lnTo>
                  <a:pt x="257175" y="733425"/>
                </a:lnTo>
                <a:lnTo>
                  <a:pt x="238125" y="733425"/>
                </a:lnTo>
                <a:lnTo>
                  <a:pt x="238125" y="723900"/>
                </a:lnTo>
                <a:lnTo>
                  <a:pt x="247650" y="723900"/>
                </a:lnTo>
                <a:close/>
                <a:moveTo>
                  <a:pt x="457200" y="714375"/>
                </a:moveTo>
                <a:lnTo>
                  <a:pt x="466725" y="714375"/>
                </a:lnTo>
                <a:lnTo>
                  <a:pt x="466725" y="723900"/>
                </a:lnTo>
                <a:lnTo>
                  <a:pt x="457200" y="723900"/>
                </a:lnTo>
                <a:close/>
                <a:moveTo>
                  <a:pt x="504825" y="714375"/>
                </a:moveTo>
                <a:lnTo>
                  <a:pt x="514350" y="714375"/>
                </a:lnTo>
                <a:lnTo>
                  <a:pt x="514350" y="723900"/>
                </a:lnTo>
                <a:lnTo>
                  <a:pt x="504825" y="723900"/>
                </a:lnTo>
                <a:close/>
                <a:moveTo>
                  <a:pt x="676275" y="714375"/>
                </a:moveTo>
                <a:lnTo>
                  <a:pt x="685800" y="714375"/>
                </a:lnTo>
                <a:lnTo>
                  <a:pt x="685800" y="733425"/>
                </a:lnTo>
                <a:lnTo>
                  <a:pt x="676275" y="733425"/>
                </a:lnTo>
                <a:close/>
                <a:moveTo>
                  <a:pt x="333375" y="723900"/>
                </a:moveTo>
                <a:lnTo>
                  <a:pt x="352425" y="723900"/>
                </a:lnTo>
                <a:lnTo>
                  <a:pt x="352425" y="733425"/>
                </a:lnTo>
                <a:lnTo>
                  <a:pt x="333375" y="733425"/>
                </a:lnTo>
                <a:close/>
                <a:moveTo>
                  <a:pt x="561975" y="723900"/>
                </a:moveTo>
                <a:lnTo>
                  <a:pt x="571500" y="723900"/>
                </a:lnTo>
                <a:lnTo>
                  <a:pt x="571500" y="733425"/>
                </a:lnTo>
                <a:lnTo>
                  <a:pt x="561975" y="733425"/>
                </a:lnTo>
                <a:close/>
                <a:moveTo>
                  <a:pt x="409575" y="733425"/>
                </a:moveTo>
                <a:lnTo>
                  <a:pt x="419100" y="733425"/>
                </a:lnTo>
                <a:lnTo>
                  <a:pt x="419100" y="742950"/>
                </a:lnTo>
                <a:lnTo>
                  <a:pt x="409575" y="742950"/>
                </a:lnTo>
                <a:close/>
                <a:moveTo>
                  <a:pt x="552450" y="733425"/>
                </a:moveTo>
                <a:lnTo>
                  <a:pt x="561975" y="733425"/>
                </a:lnTo>
                <a:lnTo>
                  <a:pt x="561975" y="742950"/>
                </a:lnTo>
                <a:lnTo>
                  <a:pt x="552450" y="742950"/>
                </a:lnTo>
                <a:close/>
                <a:moveTo>
                  <a:pt x="695325" y="733425"/>
                </a:moveTo>
                <a:lnTo>
                  <a:pt x="704850" y="733425"/>
                </a:lnTo>
                <a:lnTo>
                  <a:pt x="704850" y="742950"/>
                </a:lnTo>
                <a:lnTo>
                  <a:pt x="695325" y="742950"/>
                </a:lnTo>
                <a:close/>
                <a:moveTo>
                  <a:pt x="800100" y="733425"/>
                </a:moveTo>
                <a:lnTo>
                  <a:pt x="809625" y="733425"/>
                </a:lnTo>
                <a:lnTo>
                  <a:pt x="809625" y="742950"/>
                </a:lnTo>
                <a:lnTo>
                  <a:pt x="800100" y="742950"/>
                </a:lnTo>
                <a:close/>
                <a:moveTo>
                  <a:pt x="790575" y="742950"/>
                </a:moveTo>
                <a:lnTo>
                  <a:pt x="800100" y="742950"/>
                </a:lnTo>
                <a:lnTo>
                  <a:pt x="800100" y="752475"/>
                </a:lnTo>
                <a:lnTo>
                  <a:pt x="790575" y="752475"/>
                </a:lnTo>
                <a:close/>
                <a:moveTo>
                  <a:pt x="533400" y="752475"/>
                </a:moveTo>
                <a:lnTo>
                  <a:pt x="552450" y="752475"/>
                </a:lnTo>
                <a:lnTo>
                  <a:pt x="552450" y="771525"/>
                </a:lnTo>
                <a:lnTo>
                  <a:pt x="533400" y="771525"/>
                </a:lnTo>
                <a:close/>
                <a:moveTo>
                  <a:pt x="600075" y="771525"/>
                </a:moveTo>
                <a:lnTo>
                  <a:pt x="647700" y="771525"/>
                </a:lnTo>
                <a:lnTo>
                  <a:pt x="647700" y="781050"/>
                </a:lnTo>
                <a:lnTo>
                  <a:pt x="609600" y="781050"/>
                </a:lnTo>
                <a:lnTo>
                  <a:pt x="609600" y="790575"/>
                </a:lnTo>
                <a:lnTo>
                  <a:pt x="600075" y="790575"/>
                </a:lnTo>
                <a:close/>
                <a:moveTo>
                  <a:pt x="676275" y="781050"/>
                </a:moveTo>
                <a:lnTo>
                  <a:pt x="685800" y="781050"/>
                </a:lnTo>
                <a:lnTo>
                  <a:pt x="685800" y="790575"/>
                </a:lnTo>
                <a:lnTo>
                  <a:pt x="695325" y="790575"/>
                </a:lnTo>
                <a:lnTo>
                  <a:pt x="695325" y="800100"/>
                </a:lnTo>
                <a:lnTo>
                  <a:pt x="676275" y="800100"/>
                </a:lnTo>
                <a:close/>
                <a:moveTo>
                  <a:pt x="714375" y="781050"/>
                </a:moveTo>
                <a:lnTo>
                  <a:pt x="723900" y="781050"/>
                </a:lnTo>
                <a:lnTo>
                  <a:pt x="723900" y="790575"/>
                </a:lnTo>
                <a:lnTo>
                  <a:pt x="714375" y="790575"/>
                </a:lnTo>
                <a:close/>
                <a:moveTo>
                  <a:pt x="247650" y="790575"/>
                </a:moveTo>
                <a:lnTo>
                  <a:pt x="257175" y="790575"/>
                </a:lnTo>
                <a:lnTo>
                  <a:pt x="257175" y="800100"/>
                </a:lnTo>
                <a:lnTo>
                  <a:pt x="247650" y="800100"/>
                </a:lnTo>
                <a:close/>
                <a:moveTo>
                  <a:pt x="657225" y="790575"/>
                </a:moveTo>
                <a:lnTo>
                  <a:pt x="666750" y="790575"/>
                </a:lnTo>
                <a:lnTo>
                  <a:pt x="666750" y="800100"/>
                </a:lnTo>
                <a:lnTo>
                  <a:pt x="657225" y="800100"/>
                </a:lnTo>
                <a:close/>
                <a:moveTo>
                  <a:pt x="704850" y="790575"/>
                </a:moveTo>
                <a:lnTo>
                  <a:pt x="714375" y="790575"/>
                </a:lnTo>
                <a:lnTo>
                  <a:pt x="714375" y="800100"/>
                </a:lnTo>
                <a:lnTo>
                  <a:pt x="704850" y="800100"/>
                </a:lnTo>
                <a:close/>
                <a:moveTo>
                  <a:pt x="561975" y="800100"/>
                </a:moveTo>
                <a:lnTo>
                  <a:pt x="571500" y="800100"/>
                </a:lnTo>
                <a:lnTo>
                  <a:pt x="571500" y="809625"/>
                </a:lnTo>
                <a:lnTo>
                  <a:pt x="561975" y="809625"/>
                </a:lnTo>
                <a:close/>
                <a:moveTo>
                  <a:pt x="685800" y="828675"/>
                </a:moveTo>
                <a:lnTo>
                  <a:pt x="695325" y="828675"/>
                </a:lnTo>
                <a:lnTo>
                  <a:pt x="695325" y="838200"/>
                </a:lnTo>
                <a:lnTo>
                  <a:pt x="685800" y="838200"/>
                </a:lnTo>
                <a:close/>
                <a:moveTo>
                  <a:pt x="533400" y="838200"/>
                </a:moveTo>
                <a:lnTo>
                  <a:pt x="552450" y="838200"/>
                </a:lnTo>
                <a:lnTo>
                  <a:pt x="552450" y="847725"/>
                </a:lnTo>
                <a:lnTo>
                  <a:pt x="571500" y="847725"/>
                </a:lnTo>
                <a:lnTo>
                  <a:pt x="571500" y="857250"/>
                </a:lnTo>
                <a:lnTo>
                  <a:pt x="581025" y="857250"/>
                </a:lnTo>
                <a:lnTo>
                  <a:pt x="581025" y="866775"/>
                </a:lnTo>
                <a:lnTo>
                  <a:pt x="561975" y="866775"/>
                </a:lnTo>
                <a:lnTo>
                  <a:pt x="561975" y="857250"/>
                </a:lnTo>
                <a:lnTo>
                  <a:pt x="542925" y="857250"/>
                </a:lnTo>
                <a:lnTo>
                  <a:pt x="542925" y="847725"/>
                </a:lnTo>
                <a:lnTo>
                  <a:pt x="533400" y="847725"/>
                </a:lnTo>
                <a:close/>
                <a:moveTo>
                  <a:pt x="95250" y="857250"/>
                </a:moveTo>
                <a:lnTo>
                  <a:pt x="114300" y="857250"/>
                </a:lnTo>
                <a:lnTo>
                  <a:pt x="114300" y="866775"/>
                </a:lnTo>
                <a:lnTo>
                  <a:pt x="104775" y="866775"/>
                </a:lnTo>
                <a:lnTo>
                  <a:pt x="104775" y="876300"/>
                </a:lnTo>
                <a:lnTo>
                  <a:pt x="114300" y="876300"/>
                </a:lnTo>
                <a:lnTo>
                  <a:pt x="114300" y="895350"/>
                </a:lnTo>
                <a:lnTo>
                  <a:pt x="95250" y="895350"/>
                </a:lnTo>
                <a:lnTo>
                  <a:pt x="95250" y="904875"/>
                </a:lnTo>
                <a:lnTo>
                  <a:pt x="76200" y="904875"/>
                </a:lnTo>
                <a:lnTo>
                  <a:pt x="76200" y="914400"/>
                </a:lnTo>
                <a:lnTo>
                  <a:pt x="66675" y="914400"/>
                </a:lnTo>
                <a:lnTo>
                  <a:pt x="66675" y="885825"/>
                </a:lnTo>
                <a:lnTo>
                  <a:pt x="76200" y="885825"/>
                </a:lnTo>
                <a:lnTo>
                  <a:pt x="76200" y="866775"/>
                </a:lnTo>
                <a:lnTo>
                  <a:pt x="95250" y="866775"/>
                </a:lnTo>
                <a:close/>
                <a:moveTo>
                  <a:pt x="514350" y="857250"/>
                </a:moveTo>
                <a:lnTo>
                  <a:pt x="523875" y="857250"/>
                </a:lnTo>
                <a:lnTo>
                  <a:pt x="523875" y="866775"/>
                </a:lnTo>
                <a:lnTo>
                  <a:pt x="514350" y="866775"/>
                </a:lnTo>
                <a:close/>
                <a:moveTo>
                  <a:pt x="704850" y="857250"/>
                </a:moveTo>
                <a:lnTo>
                  <a:pt x="714375" y="857250"/>
                </a:lnTo>
                <a:lnTo>
                  <a:pt x="714375" y="876300"/>
                </a:lnTo>
                <a:lnTo>
                  <a:pt x="704850" y="876300"/>
                </a:lnTo>
                <a:close/>
                <a:moveTo>
                  <a:pt x="352425" y="866775"/>
                </a:moveTo>
                <a:lnTo>
                  <a:pt x="361950" y="866775"/>
                </a:lnTo>
                <a:lnTo>
                  <a:pt x="361950" y="885825"/>
                </a:lnTo>
                <a:lnTo>
                  <a:pt x="352425" y="885825"/>
                </a:lnTo>
                <a:lnTo>
                  <a:pt x="352425" y="895350"/>
                </a:lnTo>
                <a:lnTo>
                  <a:pt x="333375" y="895350"/>
                </a:lnTo>
                <a:lnTo>
                  <a:pt x="333375" y="885825"/>
                </a:lnTo>
                <a:lnTo>
                  <a:pt x="342900" y="885825"/>
                </a:lnTo>
                <a:lnTo>
                  <a:pt x="342900" y="876300"/>
                </a:lnTo>
                <a:lnTo>
                  <a:pt x="352425" y="876300"/>
                </a:lnTo>
                <a:close/>
                <a:moveTo>
                  <a:pt x="581025" y="866775"/>
                </a:moveTo>
                <a:lnTo>
                  <a:pt x="600075" y="866775"/>
                </a:lnTo>
                <a:lnTo>
                  <a:pt x="600075" y="876300"/>
                </a:lnTo>
                <a:lnTo>
                  <a:pt x="581025" y="876300"/>
                </a:lnTo>
                <a:close/>
                <a:moveTo>
                  <a:pt x="142875" y="876300"/>
                </a:moveTo>
                <a:lnTo>
                  <a:pt x="152400" y="876300"/>
                </a:lnTo>
                <a:lnTo>
                  <a:pt x="152400" y="885825"/>
                </a:lnTo>
                <a:lnTo>
                  <a:pt x="142875" y="885825"/>
                </a:lnTo>
                <a:close/>
                <a:moveTo>
                  <a:pt x="714375" y="876300"/>
                </a:moveTo>
                <a:lnTo>
                  <a:pt x="723900" y="876300"/>
                </a:lnTo>
                <a:lnTo>
                  <a:pt x="723900" y="885825"/>
                </a:lnTo>
                <a:lnTo>
                  <a:pt x="714375" y="885825"/>
                </a:lnTo>
                <a:close/>
                <a:moveTo>
                  <a:pt x="704850" y="885825"/>
                </a:moveTo>
                <a:lnTo>
                  <a:pt x="714375" y="885825"/>
                </a:lnTo>
                <a:lnTo>
                  <a:pt x="714375" y="895350"/>
                </a:lnTo>
                <a:lnTo>
                  <a:pt x="704850" y="895350"/>
                </a:lnTo>
                <a:close/>
                <a:moveTo>
                  <a:pt x="76200" y="914400"/>
                </a:moveTo>
                <a:lnTo>
                  <a:pt x="85725" y="914400"/>
                </a:lnTo>
                <a:lnTo>
                  <a:pt x="85725" y="923925"/>
                </a:lnTo>
                <a:lnTo>
                  <a:pt x="76200" y="923925"/>
                </a:lnTo>
                <a:close/>
                <a:moveTo>
                  <a:pt x="409575" y="914400"/>
                </a:moveTo>
                <a:lnTo>
                  <a:pt x="419100" y="914400"/>
                </a:lnTo>
                <a:lnTo>
                  <a:pt x="419100" y="923925"/>
                </a:lnTo>
                <a:lnTo>
                  <a:pt x="428625" y="923925"/>
                </a:lnTo>
                <a:lnTo>
                  <a:pt x="428625" y="952500"/>
                </a:lnTo>
                <a:lnTo>
                  <a:pt x="419100" y="952500"/>
                </a:lnTo>
                <a:lnTo>
                  <a:pt x="419100" y="942975"/>
                </a:lnTo>
                <a:lnTo>
                  <a:pt x="400050" y="942975"/>
                </a:lnTo>
                <a:lnTo>
                  <a:pt x="400050" y="933450"/>
                </a:lnTo>
                <a:lnTo>
                  <a:pt x="390525" y="933450"/>
                </a:lnTo>
                <a:lnTo>
                  <a:pt x="390525" y="923925"/>
                </a:lnTo>
                <a:lnTo>
                  <a:pt x="409575" y="923925"/>
                </a:lnTo>
                <a:close/>
                <a:moveTo>
                  <a:pt x="95250" y="933450"/>
                </a:moveTo>
                <a:lnTo>
                  <a:pt x="104775" y="933450"/>
                </a:lnTo>
                <a:lnTo>
                  <a:pt x="104775" y="942975"/>
                </a:lnTo>
                <a:lnTo>
                  <a:pt x="95250" y="942975"/>
                </a:lnTo>
                <a:close/>
                <a:moveTo>
                  <a:pt x="638175" y="942975"/>
                </a:moveTo>
                <a:lnTo>
                  <a:pt x="647700" y="942975"/>
                </a:lnTo>
                <a:lnTo>
                  <a:pt x="647700" y="952500"/>
                </a:lnTo>
                <a:lnTo>
                  <a:pt x="638175" y="952500"/>
                </a:lnTo>
                <a:close/>
                <a:moveTo>
                  <a:pt x="742950" y="952500"/>
                </a:moveTo>
                <a:lnTo>
                  <a:pt x="762000" y="952500"/>
                </a:lnTo>
                <a:lnTo>
                  <a:pt x="762000" y="962025"/>
                </a:lnTo>
                <a:lnTo>
                  <a:pt x="742950" y="962025"/>
                </a:lnTo>
                <a:close/>
                <a:moveTo>
                  <a:pt x="542925" y="962025"/>
                </a:moveTo>
                <a:lnTo>
                  <a:pt x="552450" y="962025"/>
                </a:lnTo>
                <a:lnTo>
                  <a:pt x="552450" y="971550"/>
                </a:lnTo>
                <a:lnTo>
                  <a:pt x="542925" y="971550"/>
                </a:lnTo>
                <a:close/>
                <a:moveTo>
                  <a:pt x="552450" y="971550"/>
                </a:moveTo>
                <a:lnTo>
                  <a:pt x="561975" y="971550"/>
                </a:lnTo>
                <a:lnTo>
                  <a:pt x="561975" y="981075"/>
                </a:lnTo>
                <a:lnTo>
                  <a:pt x="571500" y="981075"/>
                </a:lnTo>
                <a:lnTo>
                  <a:pt x="571500" y="1000125"/>
                </a:lnTo>
                <a:lnTo>
                  <a:pt x="552450" y="1000125"/>
                </a:lnTo>
                <a:close/>
                <a:moveTo>
                  <a:pt x="581025" y="1000125"/>
                </a:moveTo>
                <a:lnTo>
                  <a:pt x="590550" y="1000125"/>
                </a:lnTo>
                <a:lnTo>
                  <a:pt x="590550" y="1009650"/>
                </a:lnTo>
                <a:lnTo>
                  <a:pt x="581025" y="1009650"/>
                </a:lnTo>
                <a:close/>
                <a:moveTo>
                  <a:pt x="104775" y="1019175"/>
                </a:moveTo>
                <a:lnTo>
                  <a:pt x="114300" y="1019175"/>
                </a:lnTo>
                <a:lnTo>
                  <a:pt x="114300" y="1028700"/>
                </a:lnTo>
                <a:lnTo>
                  <a:pt x="104775" y="1028700"/>
                </a:lnTo>
                <a:close/>
                <a:moveTo>
                  <a:pt x="628650" y="1038225"/>
                </a:moveTo>
                <a:lnTo>
                  <a:pt x="638175" y="1038225"/>
                </a:lnTo>
                <a:lnTo>
                  <a:pt x="638175" y="1057275"/>
                </a:lnTo>
                <a:lnTo>
                  <a:pt x="628650" y="1057275"/>
                </a:lnTo>
                <a:close/>
                <a:moveTo>
                  <a:pt x="371475" y="1047750"/>
                </a:moveTo>
                <a:lnTo>
                  <a:pt x="390525" y="1047750"/>
                </a:lnTo>
                <a:lnTo>
                  <a:pt x="390525" y="1057275"/>
                </a:lnTo>
                <a:lnTo>
                  <a:pt x="371475" y="1057275"/>
                </a:lnTo>
                <a:close/>
                <a:moveTo>
                  <a:pt x="304800" y="1057275"/>
                </a:moveTo>
                <a:lnTo>
                  <a:pt x="323850" y="1057275"/>
                </a:lnTo>
                <a:lnTo>
                  <a:pt x="323850" y="1066800"/>
                </a:lnTo>
                <a:lnTo>
                  <a:pt x="304800" y="1066800"/>
                </a:lnTo>
                <a:close/>
                <a:moveTo>
                  <a:pt x="609600" y="1057275"/>
                </a:moveTo>
                <a:lnTo>
                  <a:pt x="628650" y="1057275"/>
                </a:lnTo>
                <a:lnTo>
                  <a:pt x="628650" y="1066800"/>
                </a:lnTo>
                <a:lnTo>
                  <a:pt x="609600" y="1066800"/>
                </a:lnTo>
                <a:close/>
                <a:moveTo>
                  <a:pt x="323850" y="1066800"/>
                </a:moveTo>
                <a:lnTo>
                  <a:pt x="333375" y="1066800"/>
                </a:lnTo>
                <a:lnTo>
                  <a:pt x="333375" y="1076325"/>
                </a:lnTo>
                <a:lnTo>
                  <a:pt x="323850" y="1076325"/>
                </a:lnTo>
                <a:close/>
                <a:moveTo>
                  <a:pt x="47625" y="1076325"/>
                </a:moveTo>
                <a:lnTo>
                  <a:pt x="57150" y="1076325"/>
                </a:lnTo>
                <a:lnTo>
                  <a:pt x="57150" y="1085850"/>
                </a:lnTo>
                <a:lnTo>
                  <a:pt x="47625" y="1085850"/>
                </a:lnTo>
                <a:close/>
                <a:moveTo>
                  <a:pt x="495300" y="1076325"/>
                </a:moveTo>
                <a:lnTo>
                  <a:pt x="504825" y="1076325"/>
                </a:lnTo>
                <a:lnTo>
                  <a:pt x="504825" y="1104900"/>
                </a:lnTo>
                <a:lnTo>
                  <a:pt x="495300" y="1104900"/>
                </a:lnTo>
                <a:close/>
                <a:moveTo>
                  <a:pt x="628650" y="1076325"/>
                </a:moveTo>
                <a:lnTo>
                  <a:pt x="638175" y="1076325"/>
                </a:lnTo>
                <a:lnTo>
                  <a:pt x="638175" y="1085850"/>
                </a:lnTo>
                <a:lnTo>
                  <a:pt x="628650" y="1085850"/>
                </a:lnTo>
                <a:close/>
                <a:moveTo>
                  <a:pt x="371475" y="1085850"/>
                </a:moveTo>
                <a:lnTo>
                  <a:pt x="381000" y="1085850"/>
                </a:lnTo>
                <a:lnTo>
                  <a:pt x="381000" y="1095375"/>
                </a:lnTo>
                <a:lnTo>
                  <a:pt x="390525" y="1095375"/>
                </a:lnTo>
                <a:lnTo>
                  <a:pt x="390525" y="1104900"/>
                </a:lnTo>
                <a:lnTo>
                  <a:pt x="400050" y="1104900"/>
                </a:lnTo>
                <a:lnTo>
                  <a:pt x="400050" y="1114425"/>
                </a:lnTo>
                <a:lnTo>
                  <a:pt x="381000" y="1114425"/>
                </a:lnTo>
                <a:lnTo>
                  <a:pt x="381000" y="1104900"/>
                </a:lnTo>
                <a:lnTo>
                  <a:pt x="371475" y="1104900"/>
                </a:lnTo>
                <a:close/>
                <a:moveTo>
                  <a:pt x="723900" y="1085850"/>
                </a:moveTo>
                <a:lnTo>
                  <a:pt x="733425" y="1085850"/>
                </a:lnTo>
                <a:lnTo>
                  <a:pt x="733425" y="1104900"/>
                </a:lnTo>
                <a:lnTo>
                  <a:pt x="723900" y="1104900"/>
                </a:lnTo>
                <a:close/>
                <a:moveTo>
                  <a:pt x="514350" y="1095375"/>
                </a:moveTo>
                <a:lnTo>
                  <a:pt x="523875" y="1095375"/>
                </a:lnTo>
                <a:lnTo>
                  <a:pt x="523875" y="1104900"/>
                </a:lnTo>
                <a:lnTo>
                  <a:pt x="514350" y="1104900"/>
                </a:lnTo>
                <a:close/>
                <a:moveTo>
                  <a:pt x="676275" y="1104900"/>
                </a:moveTo>
                <a:lnTo>
                  <a:pt x="695325" y="1104900"/>
                </a:lnTo>
                <a:lnTo>
                  <a:pt x="695325" y="1114425"/>
                </a:lnTo>
                <a:lnTo>
                  <a:pt x="685800" y="1114425"/>
                </a:lnTo>
                <a:lnTo>
                  <a:pt x="685800" y="1123950"/>
                </a:lnTo>
                <a:lnTo>
                  <a:pt x="676275" y="1123950"/>
                </a:lnTo>
                <a:close/>
                <a:moveTo>
                  <a:pt x="714375" y="1104900"/>
                </a:moveTo>
                <a:lnTo>
                  <a:pt x="723900" y="1104900"/>
                </a:lnTo>
                <a:lnTo>
                  <a:pt x="723900" y="1152525"/>
                </a:lnTo>
                <a:lnTo>
                  <a:pt x="714375" y="1152525"/>
                </a:lnTo>
                <a:close/>
                <a:moveTo>
                  <a:pt x="38100" y="1114425"/>
                </a:moveTo>
                <a:lnTo>
                  <a:pt x="47625" y="1114425"/>
                </a:lnTo>
                <a:lnTo>
                  <a:pt x="47625" y="1123950"/>
                </a:lnTo>
                <a:lnTo>
                  <a:pt x="38100" y="1123950"/>
                </a:lnTo>
                <a:close/>
                <a:moveTo>
                  <a:pt x="542925" y="1123950"/>
                </a:moveTo>
                <a:lnTo>
                  <a:pt x="561975" y="1123950"/>
                </a:lnTo>
                <a:lnTo>
                  <a:pt x="561975" y="1133475"/>
                </a:lnTo>
                <a:lnTo>
                  <a:pt x="571500" y="1133475"/>
                </a:lnTo>
                <a:lnTo>
                  <a:pt x="571500" y="1152525"/>
                </a:lnTo>
                <a:lnTo>
                  <a:pt x="561975" y="1152525"/>
                </a:lnTo>
                <a:lnTo>
                  <a:pt x="561975" y="1143000"/>
                </a:lnTo>
                <a:lnTo>
                  <a:pt x="542925" y="1143000"/>
                </a:lnTo>
                <a:close/>
                <a:moveTo>
                  <a:pt x="9525" y="1133475"/>
                </a:moveTo>
                <a:lnTo>
                  <a:pt x="19050" y="1133475"/>
                </a:lnTo>
                <a:lnTo>
                  <a:pt x="19050" y="1143000"/>
                </a:lnTo>
                <a:lnTo>
                  <a:pt x="28575" y="1143000"/>
                </a:lnTo>
                <a:lnTo>
                  <a:pt x="28575" y="1133475"/>
                </a:lnTo>
                <a:lnTo>
                  <a:pt x="38100" y="1133475"/>
                </a:lnTo>
                <a:lnTo>
                  <a:pt x="38100" y="1152525"/>
                </a:lnTo>
                <a:lnTo>
                  <a:pt x="19050" y="1152525"/>
                </a:lnTo>
                <a:lnTo>
                  <a:pt x="19050" y="1162050"/>
                </a:lnTo>
                <a:lnTo>
                  <a:pt x="9525" y="1162050"/>
                </a:lnTo>
                <a:close/>
                <a:moveTo>
                  <a:pt x="457200" y="1143000"/>
                </a:moveTo>
                <a:lnTo>
                  <a:pt x="476250" y="1143000"/>
                </a:lnTo>
                <a:lnTo>
                  <a:pt x="476250" y="1162050"/>
                </a:lnTo>
                <a:lnTo>
                  <a:pt x="466725" y="1162050"/>
                </a:lnTo>
                <a:lnTo>
                  <a:pt x="466725" y="1181100"/>
                </a:lnTo>
                <a:lnTo>
                  <a:pt x="447675" y="1181100"/>
                </a:lnTo>
                <a:lnTo>
                  <a:pt x="447675" y="1190625"/>
                </a:lnTo>
                <a:lnTo>
                  <a:pt x="428625" y="1190625"/>
                </a:lnTo>
                <a:lnTo>
                  <a:pt x="428625" y="1181100"/>
                </a:lnTo>
                <a:lnTo>
                  <a:pt x="438150" y="1181100"/>
                </a:lnTo>
                <a:lnTo>
                  <a:pt x="438150" y="1171575"/>
                </a:lnTo>
                <a:lnTo>
                  <a:pt x="447675" y="1171575"/>
                </a:lnTo>
                <a:lnTo>
                  <a:pt x="447675" y="1162050"/>
                </a:lnTo>
                <a:lnTo>
                  <a:pt x="457200" y="1162050"/>
                </a:lnTo>
                <a:close/>
                <a:moveTo>
                  <a:pt x="619125" y="1143000"/>
                </a:moveTo>
                <a:lnTo>
                  <a:pt x="628650" y="1143000"/>
                </a:lnTo>
                <a:lnTo>
                  <a:pt x="628650" y="1152525"/>
                </a:lnTo>
                <a:lnTo>
                  <a:pt x="619125" y="1152525"/>
                </a:lnTo>
                <a:close/>
                <a:moveTo>
                  <a:pt x="600075" y="1152525"/>
                </a:moveTo>
                <a:lnTo>
                  <a:pt x="619125" y="1152525"/>
                </a:lnTo>
                <a:lnTo>
                  <a:pt x="619125" y="1171575"/>
                </a:lnTo>
                <a:lnTo>
                  <a:pt x="609600" y="1171575"/>
                </a:lnTo>
                <a:lnTo>
                  <a:pt x="609600" y="1190625"/>
                </a:lnTo>
                <a:lnTo>
                  <a:pt x="581025" y="1190625"/>
                </a:lnTo>
                <a:lnTo>
                  <a:pt x="581025" y="1181100"/>
                </a:lnTo>
                <a:lnTo>
                  <a:pt x="571500" y="1181100"/>
                </a:lnTo>
                <a:lnTo>
                  <a:pt x="571500" y="1171575"/>
                </a:lnTo>
                <a:lnTo>
                  <a:pt x="581025" y="1171575"/>
                </a:lnTo>
                <a:lnTo>
                  <a:pt x="581025" y="1162050"/>
                </a:lnTo>
                <a:lnTo>
                  <a:pt x="600075" y="1162050"/>
                </a:lnTo>
                <a:close/>
                <a:moveTo>
                  <a:pt x="285750" y="1162050"/>
                </a:moveTo>
                <a:lnTo>
                  <a:pt x="295275" y="1162050"/>
                </a:lnTo>
                <a:lnTo>
                  <a:pt x="295275" y="1190625"/>
                </a:lnTo>
                <a:lnTo>
                  <a:pt x="285750" y="1190625"/>
                </a:lnTo>
                <a:close/>
                <a:moveTo>
                  <a:pt x="647700" y="1171575"/>
                </a:moveTo>
                <a:lnTo>
                  <a:pt x="657225" y="1171575"/>
                </a:lnTo>
                <a:lnTo>
                  <a:pt x="657225" y="1181100"/>
                </a:lnTo>
                <a:lnTo>
                  <a:pt x="647700" y="1181100"/>
                </a:lnTo>
                <a:close/>
                <a:moveTo>
                  <a:pt x="647700" y="1190625"/>
                </a:moveTo>
                <a:lnTo>
                  <a:pt x="657225" y="1190625"/>
                </a:lnTo>
                <a:lnTo>
                  <a:pt x="657225" y="1219200"/>
                </a:lnTo>
                <a:lnTo>
                  <a:pt x="647700" y="1219200"/>
                </a:lnTo>
                <a:close/>
                <a:moveTo>
                  <a:pt x="9525" y="1200150"/>
                </a:moveTo>
                <a:lnTo>
                  <a:pt x="28575" y="1200150"/>
                </a:lnTo>
                <a:lnTo>
                  <a:pt x="28575" y="1228725"/>
                </a:lnTo>
                <a:lnTo>
                  <a:pt x="0" y="1228725"/>
                </a:lnTo>
                <a:lnTo>
                  <a:pt x="0" y="1209675"/>
                </a:lnTo>
                <a:lnTo>
                  <a:pt x="9525" y="1209675"/>
                </a:lnTo>
                <a:close/>
                <a:moveTo>
                  <a:pt x="419100" y="1200150"/>
                </a:moveTo>
                <a:lnTo>
                  <a:pt x="428625" y="1200150"/>
                </a:lnTo>
                <a:lnTo>
                  <a:pt x="428625" y="1209675"/>
                </a:lnTo>
                <a:lnTo>
                  <a:pt x="419100" y="1209675"/>
                </a:lnTo>
                <a:close/>
                <a:moveTo>
                  <a:pt x="590550" y="1209675"/>
                </a:moveTo>
                <a:lnTo>
                  <a:pt x="600075" y="1209675"/>
                </a:lnTo>
                <a:lnTo>
                  <a:pt x="600075" y="1238250"/>
                </a:lnTo>
                <a:lnTo>
                  <a:pt x="590550" y="1238250"/>
                </a:lnTo>
                <a:close/>
                <a:moveTo>
                  <a:pt x="752475" y="1209675"/>
                </a:moveTo>
                <a:lnTo>
                  <a:pt x="762000" y="1209675"/>
                </a:lnTo>
                <a:lnTo>
                  <a:pt x="762000" y="1238250"/>
                </a:lnTo>
                <a:lnTo>
                  <a:pt x="752475" y="1238250"/>
                </a:lnTo>
                <a:lnTo>
                  <a:pt x="752475" y="1228725"/>
                </a:lnTo>
                <a:lnTo>
                  <a:pt x="742950" y="1228725"/>
                </a:lnTo>
                <a:lnTo>
                  <a:pt x="742950" y="1238250"/>
                </a:lnTo>
                <a:lnTo>
                  <a:pt x="733425" y="1238250"/>
                </a:lnTo>
                <a:lnTo>
                  <a:pt x="733425" y="1219200"/>
                </a:lnTo>
                <a:lnTo>
                  <a:pt x="752475" y="1219200"/>
                </a:lnTo>
                <a:close/>
                <a:moveTo>
                  <a:pt x="9525" y="1219200"/>
                </a:moveTo>
                <a:lnTo>
                  <a:pt x="19050" y="1219200"/>
                </a:lnTo>
                <a:lnTo>
                  <a:pt x="19050" y="1209675"/>
                </a:lnTo>
                <a:lnTo>
                  <a:pt x="9525" y="1209675"/>
                </a:lnTo>
                <a:close/>
                <a:moveTo>
                  <a:pt x="657225" y="1219200"/>
                </a:moveTo>
                <a:lnTo>
                  <a:pt x="676275" y="1219200"/>
                </a:lnTo>
                <a:lnTo>
                  <a:pt x="676275" y="1228725"/>
                </a:lnTo>
                <a:lnTo>
                  <a:pt x="657225" y="1228725"/>
                </a:lnTo>
                <a:close/>
                <a:moveTo>
                  <a:pt x="28575" y="1228725"/>
                </a:moveTo>
                <a:lnTo>
                  <a:pt x="38100" y="1228725"/>
                </a:lnTo>
                <a:lnTo>
                  <a:pt x="38100" y="1238250"/>
                </a:lnTo>
                <a:lnTo>
                  <a:pt x="47625" y="1238250"/>
                </a:lnTo>
                <a:lnTo>
                  <a:pt x="47625" y="1247775"/>
                </a:lnTo>
                <a:lnTo>
                  <a:pt x="38100" y="1247775"/>
                </a:lnTo>
                <a:lnTo>
                  <a:pt x="38100" y="1257300"/>
                </a:lnTo>
                <a:lnTo>
                  <a:pt x="0" y="1257300"/>
                </a:lnTo>
                <a:lnTo>
                  <a:pt x="0" y="1247775"/>
                </a:lnTo>
                <a:lnTo>
                  <a:pt x="19050" y="1247775"/>
                </a:lnTo>
                <a:lnTo>
                  <a:pt x="19050" y="1238250"/>
                </a:lnTo>
                <a:lnTo>
                  <a:pt x="28575" y="1238250"/>
                </a:lnTo>
                <a:close/>
                <a:moveTo>
                  <a:pt x="381000" y="1228725"/>
                </a:moveTo>
                <a:lnTo>
                  <a:pt x="390525" y="1228725"/>
                </a:lnTo>
                <a:lnTo>
                  <a:pt x="390525" y="1247775"/>
                </a:lnTo>
                <a:lnTo>
                  <a:pt x="381000" y="1247775"/>
                </a:lnTo>
                <a:close/>
                <a:moveTo>
                  <a:pt x="609600" y="1228725"/>
                </a:moveTo>
                <a:lnTo>
                  <a:pt x="619125" y="1228725"/>
                </a:lnTo>
                <a:lnTo>
                  <a:pt x="619125" y="1257300"/>
                </a:lnTo>
                <a:lnTo>
                  <a:pt x="609600" y="1257300"/>
                </a:lnTo>
                <a:close/>
                <a:moveTo>
                  <a:pt x="47625" y="1247775"/>
                </a:moveTo>
                <a:lnTo>
                  <a:pt x="57150" y="1247775"/>
                </a:lnTo>
                <a:lnTo>
                  <a:pt x="57150" y="1257300"/>
                </a:lnTo>
                <a:lnTo>
                  <a:pt x="47625" y="1257300"/>
                </a:lnTo>
                <a:close/>
                <a:moveTo>
                  <a:pt x="714375" y="1247775"/>
                </a:moveTo>
                <a:lnTo>
                  <a:pt x="723900" y="1247775"/>
                </a:lnTo>
                <a:lnTo>
                  <a:pt x="723900" y="1266825"/>
                </a:lnTo>
                <a:lnTo>
                  <a:pt x="714375" y="1266825"/>
                </a:lnTo>
                <a:close/>
                <a:moveTo>
                  <a:pt x="333375" y="1257300"/>
                </a:moveTo>
                <a:lnTo>
                  <a:pt x="342900" y="1257300"/>
                </a:lnTo>
                <a:lnTo>
                  <a:pt x="342900" y="1276350"/>
                </a:lnTo>
                <a:lnTo>
                  <a:pt x="333375" y="1276350"/>
                </a:lnTo>
                <a:close/>
                <a:moveTo>
                  <a:pt x="657225" y="1285875"/>
                </a:moveTo>
                <a:lnTo>
                  <a:pt x="676275" y="1285875"/>
                </a:lnTo>
                <a:lnTo>
                  <a:pt x="676275" y="1295400"/>
                </a:lnTo>
                <a:lnTo>
                  <a:pt x="666750" y="1295400"/>
                </a:lnTo>
                <a:lnTo>
                  <a:pt x="666750" y="1314450"/>
                </a:lnTo>
                <a:lnTo>
                  <a:pt x="657225" y="1314450"/>
                </a:lnTo>
                <a:lnTo>
                  <a:pt x="657225" y="1323975"/>
                </a:lnTo>
                <a:lnTo>
                  <a:pt x="647700" y="1323975"/>
                </a:lnTo>
                <a:lnTo>
                  <a:pt x="647700" y="1295400"/>
                </a:lnTo>
                <a:lnTo>
                  <a:pt x="657225" y="1295400"/>
                </a:lnTo>
                <a:close/>
                <a:moveTo>
                  <a:pt x="676275" y="1295400"/>
                </a:moveTo>
                <a:lnTo>
                  <a:pt x="685800" y="1295400"/>
                </a:lnTo>
                <a:lnTo>
                  <a:pt x="685800" y="1304925"/>
                </a:lnTo>
                <a:lnTo>
                  <a:pt x="676275" y="1304925"/>
                </a:lnTo>
                <a:close/>
                <a:moveTo>
                  <a:pt x="390525" y="1314450"/>
                </a:moveTo>
                <a:lnTo>
                  <a:pt x="400050" y="1314450"/>
                </a:lnTo>
                <a:lnTo>
                  <a:pt x="400050" y="1333500"/>
                </a:lnTo>
                <a:lnTo>
                  <a:pt x="390525" y="1333500"/>
                </a:lnTo>
                <a:close/>
                <a:moveTo>
                  <a:pt x="419100" y="1323975"/>
                </a:moveTo>
                <a:lnTo>
                  <a:pt x="428625" y="1323975"/>
                </a:lnTo>
                <a:lnTo>
                  <a:pt x="428625" y="1333500"/>
                </a:lnTo>
                <a:lnTo>
                  <a:pt x="419100" y="1333500"/>
                </a:lnTo>
                <a:close/>
                <a:moveTo>
                  <a:pt x="685800" y="1323975"/>
                </a:moveTo>
                <a:lnTo>
                  <a:pt x="695325" y="1323975"/>
                </a:lnTo>
                <a:lnTo>
                  <a:pt x="695325" y="1343025"/>
                </a:lnTo>
                <a:lnTo>
                  <a:pt x="685800" y="1343025"/>
                </a:lnTo>
                <a:close/>
                <a:moveTo>
                  <a:pt x="76200" y="1343025"/>
                </a:moveTo>
                <a:lnTo>
                  <a:pt x="85725" y="1343025"/>
                </a:lnTo>
                <a:lnTo>
                  <a:pt x="85725" y="1352550"/>
                </a:lnTo>
                <a:lnTo>
                  <a:pt x="76200" y="1352550"/>
                </a:lnTo>
                <a:close/>
                <a:moveTo>
                  <a:pt x="419100" y="1352550"/>
                </a:moveTo>
                <a:lnTo>
                  <a:pt x="428625" y="1352550"/>
                </a:lnTo>
                <a:lnTo>
                  <a:pt x="428625" y="1362075"/>
                </a:lnTo>
                <a:lnTo>
                  <a:pt x="419100" y="1362075"/>
                </a:lnTo>
                <a:close/>
                <a:moveTo>
                  <a:pt x="714375" y="1352550"/>
                </a:moveTo>
                <a:lnTo>
                  <a:pt x="723900" y="1352550"/>
                </a:lnTo>
                <a:lnTo>
                  <a:pt x="723900" y="1371600"/>
                </a:lnTo>
                <a:lnTo>
                  <a:pt x="714375" y="1371600"/>
                </a:lnTo>
                <a:close/>
                <a:moveTo>
                  <a:pt x="371475" y="1362075"/>
                </a:moveTo>
                <a:lnTo>
                  <a:pt x="381000" y="1362075"/>
                </a:lnTo>
                <a:lnTo>
                  <a:pt x="381000" y="1390650"/>
                </a:lnTo>
                <a:lnTo>
                  <a:pt x="371475" y="1390650"/>
                </a:lnTo>
                <a:lnTo>
                  <a:pt x="371475" y="1400175"/>
                </a:lnTo>
                <a:lnTo>
                  <a:pt x="352425" y="1400175"/>
                </a:lnTo>
                <a:lnTo>
                  <a:pt x="352425" y="1409700"/>
                </a:lnTo>
                <a:lnTo>
                  <a:pt x="333375" y="1409700"/>
                </a:lnTo>
                <a:lnTo>
                  <a:pt x="333375" y="1419225"/>
                </a:lnTo>
                <a:lnTo>
                  <a:pt x="323850" y="1419225"/>
                </a:lnTo>
                <a:lnTo>
                  <a:pt x="323850" y="1409700"/>
                </a:lnTo>
                <a:lnTo>
                  <a:pt x="314325" y="1409700"/>
                </a:lnTo>
                <a:lnTo>
                  <a:pt x="314325" y="1390650"/>
                </a:lnTo>
                <a:lnTo>
                  <a:pt x="304800" y="1390650"/>
                </a:lnTo>
                <a:lnTo>
                  <a:pt x="304800" y="1381125"/>
                </a:lnTo>
                <a:lnTo>
                  <a:pt x="314325" y="1381125"/>
                </a:lnTo>
                <a:lnTo>
                  <a:pt x="314325" y="1390650"/>
                </a:lnTo>
                <a:lnTo>
                  <a:pt x="323850" y="1390650"/>
                </a:lnTo>
                <a:lnTo>
                  <a:pt x="323850" y="1381125"/>
                </a:lnTo>
                <a:lnTo>
                  <a:pt x="333375" y="1381125"/>
                </a:lnTo>
                <a:lnTo>
                  <a:pt x="333375" y="1390650"/>
                </a:lnTo>
                <a:lnTo>
                  <a:pt x="352425" y="1390650"/>
                </a:lnTo>
                <a:lnTo>
                  <a:pt x="352425" y="1381125"/>
                </a:lnTo>
                <a:lnTo>
                  <a:pt x="371475" y="1381125"/>
                </a:lnTo>
                <a:close/>
                <a:moveTo>
                  <a:pt x="685800" y="1362075"/>
                </a:moveTo>
                <a:lnTo>
                  <a:pt x="695325" y="1362075"/>
                </a:lnTo>
                <a:lnTo>
                  <a:pt x="695325" y="1371600"/>
                </a:lnTo>
                <a:lnTo>
                  <a:pt x="685800" y="1371600"/>
                </a:lnTo>
                <a:close/>
                <a:moveTo>
                  <a:pt x="114300" y="1371600"/>
                </a:moveTo>
                <a:lnTo>
                  <a:pt x="123825" y="1371600"/>
                </a:lnTo>
                <a:lnTo>
                  <a:pt x="123825" y="1381125"/>
                </a:lnTo>
                <a:lnTo>
                  <a:pt x="114300" y="1381125"/>
                </a:lnTo>
                <a:close/>
                <a:moveTo>
                  <a:pt x="381000" y="1390650"/>
                </a:moveTo>
                <a:lnTo>
                  <a:pt x="390525" y="1390650"/>
                </a:lnTo>
                <a:lnTo>
                  <a:pt x="390525" y="1400175"/>
                </a:lnTo>
                <a:lnTo>
                  <a:pt x="381000" y="1400175"/>
                </a:lnTo>
                <a:close/>
                <a:moveTo>
                  <a:pt x="647700" y="1390650"/>
                </a:moveTo>
                <a:lnTo>
                  <a:pt x="657225" y="1390650"/>
                </a:lnTo>
                <a:lnTo>
                  <a:pt x="657225" y="1400175"/>
                </a:lnTo>
                <a:lnTo>
                  <a:pt x="647700" y="1400175"/>
                </a:lnTo>
                <a:close/>
                <a:moveTo>
                  <a:pt x="685800" y="1390650"/>
                </a:moveTo>
                <a:lnTo>
                  <a:pt x="695325" y="1390650"/>
                </a:lnTo>
                <a:lnTo>
                  <a:pt x="695325" y="1400175"/>
                </a:lnTo>
                <a:lnTo>
                  <a:pt x="685800" y="1400175"/>
                </a:lnTo>
                <a:close/>
                <a:moveTo>
                  <a:pt x="371475" y="1409700"/>
                </a:moveTo>
                <a:lnTo>
                  <a:pt x="381000" y="1409700"/>
                </a:lnTo>
                <a:lnTo>
                  <a:pt x="381000" y="1419225"/>
                </a:lnTo>
                <a:lnTo>
                  <a:pt x="371475" y="1419225"/>
                </a:lnTo>
                <a:close/>
                <a:moveTo>
                  <a:pt x="619125" y="1409700"/>
                </a:moveTo>
                <a:lnTo>
                  <a:pt x="628650" y="1409700"/>
                </a:lnTo>
                <a:lnTo>
                  <a:pt x="628650" y="1428750"/>
                </a:lnTo>
                <a:lnTo>
                  <a:pt x="619125" y="1428750"/>
                </a:lnTo>
                <a:close/>
                <a:moveTo>
                  <a:pt x="342900" y="1419225"/>
                </a:moveTo>
                <a:lnTo>
                  <a:pt x="371475" y="1419225"/>
                </a:lnTo>
                <a:lnTo>
                  <a:pt x="371475" y="1428750"/>
                </a:lnTo>
                <a:lnTo>
                  <a:pt x="361950" y="1428750"/>
                </a:lnTo>
                <a:lnTo>
                  <a:pt x="361950" y="1438275"/>
                </a:lnTo>
                <a:lnTo>
                  <a:pt x="342900" y="1438275"/>
                </a:lnTo>
                <a:close/>
                <a:moveTo>
                  <a:pt x="342900" y="1447800"/>
                </a:moveTo>
                <a:lnTo>
                  <a:pt x="352425" y="1447800"/>
                </a:lnTo>
                <a:lnTo>
                  <a:pt x="352425" y="1457325"/>
                </a:lnTo>
                <a:lnTo>
                  <a:pt x="342900" y="1457325"/>
                </a:lnTo>
                <a:close/>
                <a:moveTo>
                  <a:pt x="352425" y="1466850"/>
                </a:moveTo>
                <a:lnTo>
                  <a:pt x="361950" y="1466850"/>
                </a:lnTo>
                <a:lnTo>
                  <a:pt x="361950" y="1476375"/>
                </a:lnTo>
                <a:lnTo>
                  <a:pt x="352425" y="1476375"/>
                </a:lnTo>
                <a:close/>
                <a:moveTo>
                  <a:pt x="666750" y="1466850"/>
                </a:moveTo>
                <a:lnTo>
                  <a:pt x="685800" y="1466850"/>
                </a:lnTo>
                <a:lnTo>
                  <a:pt x="685800" y="1476375"/>
                </a:lnTo>
                <a:lnTo>
                  <a:pt x="666750" y="1476375"/>
                </a:lnTo>
                <a:close/>
                <a:moveTo>
                  <a:pt x="219075" y="1476375"/>
                </a:moveTo>
                <a:lnTo>
                  <a:pt x="228600" y="1476375"/>
                </a:lnTo>
                <a:lnTo>
                  <a:pt x="228600" y="1495425"/>
                </a:lnTo>
                <a:lnTo>
                  <a:pt x="219075" y="1495425"/>
                </a:lnTo>
                <a:close/>
                <a:moveTo>
                  <a:pt x="200025" y="1485900"/>
                </a:moveTo>
                <a:lnTo>
                  <a:pt x="209550" y="1485900"/>
                </a:lnTo>
                <a:lnTo>
                  <a:pt x="209550" y="1495425"/>
                </a:lnTo>
                <a:lnTo>
                  <a:pt x="200025" y="1495425"/>
                </a:lnTo>
                <a:close/>
                <a:moveTo>
                  <a:pt x="352425" y="1485900"/>
                </a:moveTo>
                <a:lnTo>
                  <a:pt x="381000" y="1485900"/>
                </a:lnTo>
                <a:lnTo>
                  <a:pt x="381000" y="1495425"/>
                </a:lnTo>
                <a:lnTo>
                  <a:pt x="352425" y="1495425"/>
                </a:lnTo>
                <a:close/>
                <a:moveTo>
                  <a:pt x="676275" y="1514475"/>
                </a:moveTo>
                <a:lnTo>
                  <a:pt x="685800" y="1514475"/>
                </a:lnTo>
                <a:lnTo>
                  <a:pt x="685800" y="1524000"/>
                </a:lnTo>
                <a:lnTo>
                  <a:pt x="676275" y="1524000"/>
                </a:lnTo>
                <a:close/>
                <a:moveTo>
                  <a:pt x="200025" y="1524000"/>
                </a:moveTo>
                <a:lnTo>
                  <a:pt x="209550" y="1524000"/>
                </a:lnTo>
                <a:lnTo>
                  <a:pt x="209550" y="1543050"/>
                </a:lnTo>
                <a:lnTo>
                  <a:pt x="190500" y="1543050"/>
                </a:lnTo>
                <a:lnTo>
                  <a:pt x="190500" y="1533525"/>
                </a:lnTo>
                <a:lnTo>
                  <a:pt x="200025" y="1533525"/>
                </a:lnTo>
                <a:close/>
                <a:moveTo>
                  <a:pt x="219075" y="1543050"/>
                </a:moveTo>
                <a:lnTo>
                  <a:pt x="228600" y="1543050"/>
                </a:lnTo>
                <a:lnTo>
                  <a:pt x="228600" y="1562100"/>
                </a:lnTo>
                <a:lnTo>
                  <a:pt x="238125" y="1562100"/>
                </a:lnTo>
                <a:lnTo>
                  <a:pt x="238125" y="1571625"/>
                </a:lnTo>
                <a:lnTo>
                  <a:pt x="228600" y="1571625"/>
                </a:lnTo>
                <a:lnTo>
                  <a:pt x="228600" y="1600200"/>
                </a:lnTo>
                <a:lnTo>
                  <a:pt x="219075" y="1600200"/>
                </a:lnTo>
                <a:lnTo>
                  <a:pt x="219075" y="1590675"/>
                </a:lnTo>
                <a:lnTo>
                  <a:pt x="209550" y="1590675"/>
                </a:lnTo>
                <a:lnTo>
                  <a:pt x="209550" y="1600200"/>
                </a:lnTo>
                <a:lnTo>
                  <a:pt x="200025" y="1600200"/>
                </a:lnTo>
                <a:lnTo>
                  <a:pt x="200025" y="1552575"/>
                </a:lnTo>
                <a:lnTo>
                  <a:pt x="219075" y="1552575"/>
                </a:lnTo>
                <a:close/>
                <a:moveTo>
                  <a:pt x="238125" y="1638300"/>
                </a:moveTo>
                <a:lnTo>
                  <a:pt x="247650" y="1638300"/>
                </a:lnTo>
                <a:lnTo>
                  <a:pt x="247650" y="1666875"/>
                </a:lnTo>
                <a:lnTo>
                  <a:pt x="238125" y="1666875"/>
                </a:lnTo>
                <a:close/>
                <a:moveTo>
                  <a:pt x="219075" y="1666875"/>
                </a:moveTo>
                <a:lnTo>
                  <a:pt x="228600" y="1666875"/>
                </a:lnTo>
                <a:lnTo>
                  <a:pt x="228600" y="1685925"/>
                </a:lnTo>
                <a:lnTo>
                  <a:pt x="219075" y="1685925"/>
                </a:lnTo>
                <a:close/>
                <a:moveTo>
                  <a:pt x="676275" y="1666875"/>
                </a:moveTo>
                <a:lnTo>
                  <a:pt x="685800" y="1666875"/>
                </a:lnTo>
                <a:lnTo>
                  <a:pt x="685800" y="1676400"/>
                </a:lnTo>
                <a:lnTo>
                  <a:pt x="676275" y="1676400"/>
                </a:lnTo>
                <a:close/>
                <a:moveTo>
                  <a:pt x="238125" y="1743075"/>
                </a:moveTo>
                <a:lnTo>
                  <a:pt x="257175" y="1743075"/>
                </a:lnTo>
                <a:lnTo>
                  <a:pt x="257175" y="1752600"/>
                </a:lnTo>
                <a:lnTo>
                  <a:pt x="238125" y="1752600"/>
                </a:lnTo>
                <a:close/>
                <a:moveTo>
                  <a:pt x="476250" y="1752600"/>
                </a:moveTo>
                <a:lnTo>
                  <a:pt x="504825" y="1752600"/>
                </a:lnTo>
                <a:lnTo>
                  <a:pt x="504825" y="1762125"/>
                </a:lnTo>
                <a:lnTo>
                  <a:pt x="476250" y="1762125"/>
                </a:lnTo>
                <a:close/>
              </a:path>
            </a:pathLst>
          </a:custGeom>
          <a:solidFill xmlns:a="http://schemas.openxmlformats.org/drawingml/2006/main">
            <a:srgbClr val="F7F8F3"/>
          </a:solidFill>
          <a:ln xmlns:a="http://schemas.openxmlformats.org/drawingml/2006/main" w="0">
            <a:noFill/>
          </a:ln>
        </p:spPr>
      </p:sp>
      <p:sp>
        <p:nvSpPr>
          <p:cNvPr id="60" name="turno2 vector #f9f7f2">
            <a:extLst xmlns:a="http://schemas.openxmlformats.org/drawingml/2006/main">
              <a:ext uri="{FF2B5EF4-FFF2-40B4-BE49-F238E27FC236}">
                <a16:creationId xmlns:a16="http://schemas.microsoft.com/office/drawing/2014/main" id="{208882BF-D2DA-41F5-8E55-9D7317703D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86975" y="2514600"/>
            <a:ext cx="1828800" cy="2724150"/>
          </a:xfrm>
          <a:custGeom xmlns:a="http://schemas.openxmlformats.org/drawingml/2006/main">
            <a:pathLst>
              <a:path w="1181100" h="1762125">
                <a:moveTo>
                  <a:pt x="619125" y="0"/>
                </a:moveTo>
                <a:lnTo>
                  <a:pt x="628650" y="0"/>
                </a:lnTo>
                <a:lnTo>
                  <a:pt x="628650" y="19050"/>
                </a:lnTo>
                <a:lnTo>
                  <a:pt x="609600" y="19050"/>
                </a:lnTo>
                <a:lnTo>
                  <a:pt x="609600" y="9525"/>
                </a:lnTo>
                <a:lnTo>
                  <a:pt x="619125" y="9525"/>
                </a:lnTo>
                <a:close/>
                <a:moveTo>
                  <a:pt x="533400" y="19050"/>
                </a:moveTo>
                <a:lnTo>
                  <a:pt x="571500" y="19050"/>
                </a:lnTo>
                <a:lnTo>
                  <a:pt x="571500" y="28575"/>
                </a:lnTo>
                <a:lnTo>
                  <a:pt x="561975" y="28575"/>
                </a:lnTo>
                <a:lnTo>
                  <a:pt x="561975" y="38100"/>
                </a:lnTo>
                <a:lnTo>
                  <a:pt x="552450" y="38100"/>
                </a:lnTo>
                <a:lnTo>
                  <a:pt x="552450" y="47625"/>
                </a:lnTo>
                <a:lnTo>
                  <a:pt x="514350" y="47625"/>
                </a:lnTo>
                <a:lnTo>
                  <a:pt x="514350" y="57150"/>
                </a:lnTo>
                <a:lnTo>
                  <a:pt x="504825" y="57150"/>
                </a:lnTo>
                <a:lnTo>
                  <a:pt x="504825" y="38100"/>
                </a:lnTo>
                <a:lnTo>
                  <a:pt x="523875" y="38100"/>
                </a:lnTo>
                <a:lnTo>
                  <a:pt x="523875" y="28575"/>
                </a:lnTo>
                <a:lnTo>
                  <a:pt x="533400" y="28575"/>
                </a:lnTo>
                <a:close/>
                <a:moveTo>
                  <a:pt x="438150" y="76200"/>
                </a:moveTo>
                <a:lnTo>
                  <a:pt x="447675" y="76200"/>
                </a:lnTo>
                <a:lnTo>
                  <a:pt x="447675" y="85725"/>
                </a:lnTo>
                <a:lnTo>
                  <a:pt x="438150" y="85725"/>
                </a:lnTo>
                <a:close/>
                <a:moveTo>
                  <a:pt x="723900" y="123825"/>
                </a:moveTo>
                <a:lnTo>
                  <a:pt x="733425" y="123825"/>
                </a:lnTo>
                <a:lnTo>
                  <a:pt x="733425" y="133350"/>
                </a:lnTo>
                <a:lnTo>
                  <a:pt x="723900" y="133350"/>
                </a:lnTo>
                <a:close/>
                <a:moveTo>
                  <a:pt x="857250" y="123825"/>
                </a:moveTo>
                <a:lnTo>
                  <a:pt x="866775" y="123825"/>
                </a:lnTo>
                <a:lnTo>
                  <a:pt x="866775" y="133350"/>
                </a:lnTo>
                <a:lnTo>
                  <a:pt x="876300" y="133350"/>
                </a:lnTo>
                <a:lnTo>
                  <a:pt x="876300" y="161925"/>
                </a:lnTo>
                <a:lnTo>
                  <a:pt x="857250" y="161925"/>
                </a:lnTo>
                <a:lnTo>
                  <a:pt x="857250" y="171450"/>
                </a:lnTo>
                <a:lnTo>
                  <a:pt x="847725" y="171450"/>
                </a:lnTo>
                <a:lnTo>
                  <a:pt x="847725" y="180975"/>
                </a:lnTo>
                <a:lnTo>
                  <a:pt x="828675" y="180975"/>
                </a:lnTo>
                <a:lnTo>
                  <a:pt x="828675" y="161925"/>
                </a:lnTo>
                <a:lnTo>
                  <a:pt x="819150" y="161925"/>
                </a:lnTo>
                <a:lnTo>
                  <a:pt x="819150" y="152400"/>
                </a:lnTo>
                <a:lnTo>
                  <a:pt x="838200" y="152400"/>
                </a:lnTo>
                <a:lnTo>
                  <a:pt x="838200" y="161925"/>
                </a:lnTo>
                <a:lnTo>
                  <a:pt x="847725" y="161925"/>
                </a:lnTo>
                <a:lnTo>
                  <a:pt x="847725" y="152400"/>
                </a:lnTo>
                <a:lnTo>
                  <a:pt x="857250" y="152400"/>
                </a:lnTo>
                <a:close/>
                <a:moveTo>
                  <a:pt x="361950" y="133350"/>
                </a:moveTo>
                <a:lnTo>
                  <a:pt x="371475" y="133350"/>
                </a:lnTo>
                <a:lnTo>
                  <a:pt x="371475" y="152400"/>
                </a:lnTo>
                <a:lnTo>
                  <a:pt x="361950" y="152400"/>
                </a:lnTo>
                <a:close/>
                <a:moveTo>
                  <a:pt x="485775" y="133350"/>
                </a:moveTo>
                <a:lnTo>
                  <a:pt x="504825" y="133350"/>
                </a:lnTo>
                <a:lnTo>
                  <a:pt x="504825" y="142875"/>
                </a:lnTo>
                <a:lnTo>
                  <a:pt x="514350" y="142875"/>
                </a:lnTo>
                <a:lnTo>
                  <a:pt x="514350" y="152400"/>
                </a:lnTo>
                <a:lnTo>
                  <a:pt x="523875" y="152400"/>
                </a:lnTo>
                <a:lnTo>
                  <a:pt x="523875" y="161925"/>
                </a:lnTo>
                <a:lnTo>
                  <a:pt x="542925" y="161925"/>
                </a:lnTo>
                <a:lnTo>
                  <a:pt x="542925" y="171450"/>
                </a:lnTo>
                <a:lnTo>
                  <a:pt x="561975" y="171450"/>
                </a:lnTo>
                <a:lnTo>
                  <a:pt x="561975" y="180975"/>
                </a:lnTo>
                <a:lnTo>
                  <a:pt x="571500" y="180975"/>
                </a:lnTo>
                <a:lnTo>
                  <a:pt x="571500" y="200025"/>
                </a:lnTo>
                <a:lnTo>
                  <a:pt x="561975" y="200025"/>
                </a:lnTo>
                <a:lnTo>
                  <a:pt x="561975" y="209550"/>
                </a:lnTo>
                <a:lnTo>
                  <a:pt x="552450" y="209550"/>
                </a:lnTo>
                <a:lnTo>
                  <a:pt x="552450" y="200025"/>
                </a:lnTo>
                <a:lnTo>
                  <a:pt x="533400" y="200025"/>
                </a:lnTo>
                <a:lnTo>
                  <a:pt x="533400" y="190500"/>
                </a:lnTo>
                <a:lnTo>
                  <a:pt x="523875" y="190500"/>
                </a:lnTo>
                <a:lnTo>
                  <a:pt x="523875" y="180975"/>
                </a:lnTo>
                <a:lnTo>
                  <a:pt x="514350" y="180975"/>
                </a:lnTo>
                <a:lnTo>
                  <a:pt x="514350" y="171450"/>
                </a:lnTo>
                <a:lnTo>
                  <a:pt x="504825" y="171450"/>
                </a:lnTo>
                <a:lnTo>
                  <a:pt x="504825" y="180975"/>
                </a:lnTo>
                <a:lnTo>
                  <a:pt x="495300" y="180975"/>
                </a:lnTo>
                <a:lnTo>
                  <a:pt x="495300" y="190500"/>
                </a:lnTo>
                <a:lnTo>
                  <a:pt x="476250" y="190500"/>
                </a:lnTo>
                <a:lnTo>
                  <a:pt x="476250" y="180975"/>
                </a:lnTo>
                <a:lnTo>
                  <a:pt x="466725" y="180975"/>
                </a:lnTo>
                <a:lnTo>
                  <a:pt x="466725" y="171450"/>
                </a:lnTo>
                <a:lnTo>
                  <a:pt x="476250" y="171450"/>
                </a:lnTo>
                <a:lnTo>
                  <a:pt x="476250" y="152400"/>
                </a:lnTo>
                <a:lnTo>
                  <a:pt x="485775" y="152400"/>
                </a:lnTo>
                <a:close/>
                <a:moveTo>
                  <a:pt x="371475" y="152400"/>
                </a:moveTo>
                <a:lnTo>
                  <a:pt x="381000" y="152400"/>
                </a:lnTo>
                <a:lnTo>
                  <a:pt x="381000" y="161925"/>
                </a:lnTo>
                <a:lnTo>
                  <a:pt x="400050" y="161925"/>
                </a:lnTo>
                <a:lnTo>
                  <a:pt x="400050" y="180975"/>
                </a:lnTo>
                <a:lnTo>
                  <a:pt x="381000" y="180975"/>
                </a:lnTo>
                <a:lnTo>
                  <a:pt x="381000" y="171450"/>
                </a:lnTo>
                <a:lnTo>
                  <a:pt x="371475" y="171450"/>
                </a:lnTo>
                <a:close/>
                <a:moveTo>
                  <a:pt x="771525" y="180975"/>
                </a:moveTo>
                <a:lnTo>
                  <a:pt x="790575" y="180975"/>
                </a:lnTo>
                <a:lnTo>
                  <a:pt x="790575" y="190500"/>
                </a:lnTo>
                <a:lnTo>
                  <a:pt x="771525" y="190500"/>
                </a:lnTo>
                <a:close/>
                <a:moveTo>
                  <a:pt x="819150" y="180975"/>
                </a:moveTo>
                <a:lnTo>
                  <a:pt x="828675" y="180975"/>
                </a:lnTo>
                <a:lnTo>
                  <a:pt x="828675" y="190500"/>
                </a:lnTo>
                <a:lnTo>
                  <a:pt x="819150" y="190500"/>
                </a:lnTo>
                <a:close/>
                <a:moveTo>
                  <a:pt x="209550" y="200025"/>
                </a:moveTo>
                <a:lnTo>
                  <a:pt x="219075" y="200025"/>
                </a:lnTo>
                <a:lnTo>
                  <a:pt x="219075" y="209550"/>
                </a:lnTo>
                <a:lnTo>
                  <a:pt x="209550" y="209550"/>
                </a:lnTo>
                <a:close/>
                <a:moveTo>
                  <a:pt x="990600" y="200025"/>
                </a:moveTo>
                <a:lnTo>
                  <a:pt x="1009650" y="200025"/>
                </a:lnTo>
                <a:lnTo>
                  <a:pt x="1009650" y="228600"/>
                </a:lnTo>
                <a:lnTo>
                  <a:pt x="1000125" y="228600"/>
                </a:lnTo>
                <a:lnTo>
                  <a:pt x="1000125" y="219075"/>
                </a:lnTo>
                <a:lnTo>
                  <a:pt x="990600" y="219075"/>
                </a:lnTo>
                <a:close/>
                <a:moveTo>
                  <a:pt x="676275" y="209550"/>
                </a:moveTo>
                <a:lnTo>
                  <a:pt x="685800" y="209550"/>
                </a:lnTo>
                <a:lnTo>
                  <a:pt x="685800" y="228600"/>
                </a:lnTo>
                <a:lnTo>
                  <a:pt x="695325" y="228600"/>
                </a:lnTo>
                <a:lnTo>
                  <a:pt x="695325" y="238125"/>
                </a:lnTo>
                <a:lnTo>
                  <a:pt x="704850" y="238125"/>
                </a:lnTo>
                <a:lnTo>
                  <a:pt x="704850" y="266700"/>
                </a:lnTo>
                <a:lnTo>
                  <a:pt x="685800" y="266700"/>
                </a:lnTo>
                <a:lnTo>
                  <a:pt x="685800" y="257175"/>
                </a:lnTo>
                <a:lnTo>
                  <a:pt x="647700" y="257175"/>
                </a:lnTo>
                <a:lnTo>
                  <a:pt x="647700" y="228600"/>
                </a:lnTo>
                <a:lnTo>
                  <a:pt x="676275" y="228600"/>
                </a:lnTo>
                <a:close/>
                <a:moveTo>
                  <a:pt x="200025" y="228600"/>
                </a:moveTo>
                <a:lnTo>
                  <a:pt x="209550" y="228600"/>
                </a:lnTo>
                <a:lnTo>
                  <a:pt x="209550" y="238125"/>
                </a:lnTo>
                <a:lnTo>
                  <a:pt x="228600" y="238125"/>
                </a:lnTo>
                <a:lnTo>
                  <a:pt x="228600" y="247650"/>
                </a:lnTo>
                <a:lnTo>
                  <a:pt x="219075" y="247650"/>
                </a:lnTo>
                <a:lnTo>
                  <a:pt x="219075" y="276225"/>
                </a:lnTo>
                <a:lnTo>
                  <a:pt x="209550" y="276225"/>
                </a:lnTo>
                <a:lnTo>
                  <a:pt x="209550" y="295275"/>
                </a:lnTo>
                <a:lnTo>
                  <a:pt x="228600" y="295275"/>
                </a:lnTo>
                <a:lnTo>
                  <a:pt x="228600" y="285750"/>
                </a:lnTo>
                <a:lnTo>
                  <a:pt x="276225" y="285750"/>
                </a:lnTo>
                <a:lnTo>
                  <a:pt x="276225" y="295275"/>
                </a:lnTo>
                <a:lnTo>
                  <a:pt x="266700" y="295275"/>
                </a:lnTo>
                <a:lnTo>
                  <a:pt x="266700" y="304800"/>
                </a:lnTo>
                <a:lnTo>
                  <a:pt x="257175" y="304800"/>
                </a:lnTo>
                <a:lnTo>
                  <a:pt x="257175" y="314325"/>
                </a:lnTo>
                <a:lnTo>
                  <a:pt x="266700" y="314325"/>
                </a:lnTo>
                <a:lnTo>
                  <a:pt x="266700" y="323850"/>
                </a:lnTo>
                <a:lnTo>
                  <a:pt x="257175" y="323850"/>
                </a:lnTo>
                <a:lnTo>
                  <a:pt x="257175" y="342900"/>
                </a:lnTo>
                <a:lnTo>
                  <a:pt x="247650" y="342900"/>
                </a:lnTo>
                <a:lnTo>
                  <a:pt x="247650" y="333375"/>
                </a:lnTo>
                <a:lnTo>
                  <a:pt x="238125" y="333375"/>
                </a:lnTo>
                <a:lnTo>
                  <a:pt x="238125" y="323850"/>
                </a:lnTo>
                <a:lnTo>
                  <a:pt x="228600" y="323850"/>
                </a:lnTo>
                <a:lnTo>
                  <a:pt x="228600" y="314325"/>
                </a:lnTo>
                <a:lnTo>
                  <a:pt x="219075" y="314325"/>
                </a:lnTo>
                <a:lnTo>
                  <a:pt x="219075" y="304800"/>
                </a:lnTo>
                <a:lnTo>
                  <a:pt x="190500" y="304800"/>
                </a:lnTo>
                <a:lnTo>
                  <a:pt x="190500" y="295275"/>
                </a:lnTo>
                <a:lnTo>
                  <a:pt x="104775" y="295275"/>
                </a:lnTo>
                <a:lnTo>
                  <a:pt x="104775" y="285750"/>
                </a:lnTo>
                <a:lnTo>
                  <a:pt x="123825" y="285750"/>
                </a:lnTo>
                <a:lnTo>
                  <a:pt x="123825" y="276225"/>
                </a:lnTo>
                <a:lnTo>
                  <a:pt x="104775" y="276225"/>
                </a:lnTo>
                <a:lnTo>
                  <a:pt x="104775" y="266700"/>
                </a:lnTo>
                <a:lnTo>
                  <a:pt x="123825" y="266700"/>
                </a:lnTo>
                <a:lnTo>
                  <a:pt x="123825" y="257175"/>
                </a:lnTo>
                <a:lnTo>
                  <a:pt x="133350" y="257175"/>
                </a:lnTo>
                <a:lnTo>
                  <a:pt x="133350" y="266700"/>
                </a:lnTo>
                <a:lnTo>
                  <a:pt x="142875" y="266700"/>
                </a:lnTo>
                <a:lnTo>
                  <a:pt x="142875" y="276225"/>
                </a:lnTo>
                <a:lnTo>
                  <a:pt x="133350" y="276225"/>
                </a:lnTo>
                <a:lnTo>
                  <a:pt x="133350" y="285750"/>
                </a:lnTo>
                <a:lnTo>
                  <a:pt x="161925" y="285750"/>
                </a:lnTo>
                <a:lnTo>
                  <a:pt x="161925" y="276225"/>
                </a:lnTo>
                <a:lnTo>
                  <a:pt x="152400" y="276225"/>
                </a:lnTo>
                <a:lnTo>
                  <a:pt x="152400" y="257175"/>
                </a:lnTo>
                <a:lnTo>
                  <a:pt x="161925" y="257175"/>
                </a:lnTo>
                <a:lnTo>
                  <a:pt x="161925" y="238125"/>
                </a:lnTo>
                <a:lnTo>
                  <a:pt x="171450" y="238125"/>
                </a:lnTo>
                <a:lnTo>
                  <a:pt x="171450" y="247650"/>
                </a:lnTo>
                <a:lnTo>
                  <a:pt x="180975" y="247650"/>
                </a:lnTo>
                <a:lnTo>
                  <a:pt x="180975" y="266700"/>
                </a:lnTo>
                <a:lnTo>
                  <a:pt x="200025" y="266700"/>
                </a:lnTo>
                <a:close/>
                <a:moveTo>
                  <a:pt x="857250" y="247650"/>
                </a:moveTo>
                <a:lnTo>
                  <a:pt x="876300" y="247650"/>
                </a:lnTo>
                <a:lnTo>
                  <a:pt x="876300" y="257175"/>
                </a:lnTo>
                <a:lnTo>
                  <a:pt x="885825" y="257175"/>
                </a:lnTo>
                <a:lnTo>
                  <a:pt x="885825" y="266700"/>
                </a:lnTo>
                <a:lnTo>
                  <a:pt x="866775" y="266700"/>
                </a:lnTo>
                <a:lnTo>
                  <a:pt x="866775" y="257175"/>
                </a:lnTo>
                <a:lnTo>
                  <a:pt x="857250" y="257175"/>
                </a:lnTo>
                <a:close/>
                <a:moveTo>
                  <a:pt x="352425" y="257175"/>
                </a:moveTo>
                <a:lnTo>
                  <a:pt x="381000" y="257175"/>
                </a:lnTo>
                <a:lnTo>
                  <a:pt x="381000" y="266700"/>
                </a:lnTo>
                <a:lnTo>
                  <a:pt x="390525" y="266700"/>
                </a:lnTo>
                <a:lnTo>
                  <a:pt x="390525" y="285750"/>
                </a:lnTo>
                <a:lnTo>
                  <a:pt x="400050" y="285750"/>
                </a:lnTo>
                <a:lnTo>
                  <a:pt x="400050" y="295275"/>
                </a:lnTo>
                <a:lnTo>
                  <a:pt x="381000" y="295275"/>
                </a:lnTo>
                <a:lnTo>
                  <a:pt x="381000" y="314325"/>
                </a:lnTo>
                <a:lnTo>
                  <a:pt x="371475" y="314325"/>
                </a:lnTo>
                <a:lnTo>
                  <a:pt x="371475" y="295275"/>
                </a:lnTo>
                <a:lnTo>
                  <a:pt x="361950" y="295275"/>
                </a:lnTo>
                <a:lnTo>
                  <a:pt x="361950" y="285750"/>
                </a:lnTo>
                <a:lnTo>
                  <a:pt x="352425" y="285750"/>
                </a:lnTo>
                <a:close/>
                <a:moveTo>
                  <a:pt x="0" y="285750"/>
                </a:moveTo>
                <a:lnTo>
                  <a:pt x="38100" y="285750"/>
                </a:lnTo>
                <a:lnTo>
                  <a:pt x="38100" y="295275"/>
                </a:lnTo>
                <a:lnTo>
                  <a:pt x="0" y="295275"/>
                </a:lnTo>
                <a:close/>
                <a:moveTo>
                  <a:pt x="647700" y="285750"/>
                </a:moveTo>
                <a:lnTo>
                  <a:pt x="676275" y="285750"/>
                </a:lnTo>
                <a:lnTo>
                  <a:pt x="676275" y="295275"/>
                </a:lnTo>
                <a:lnTo>
                  <a:pt x="685800" y="295275"/>
                </a:lnTo>
                <a:lnTo>
                  <a:pt x="685800" y="304800"/>
                </a:lnTo>
                <a:lnTo>
                  <a:pt x="704850" y="304800"/>
                </a:lnTo>
                <a:lnTo>
                  <a:pt x="704850" y="314325"/>
                </a:lnTo>
                <a:lnTo>
                  <a:pt x="714375" y="314325"/>
                </a:lnTo>
                <a:lnTo>
                  <a:pt x="714375" y="342900"/>
                </a:lnTo>
                <a:lnTo>
                  <a:pt x="704850" y="342900"/>
                </a:lnTo>
                <a:lnTo>
                  <a:pt x="704850" y="323850"/>
                </a:lnTo>
                <a:lnTo>
                  <a:pt x="685800" y="323850"/>
                </a:lnTo>
                <a:lnTo>
                  <a:pt x="685800" y="314325"/>
                </a:lnTo>
                <a:lnTo>
                  <a:pt x="676275" y="314325"/>
                </a:lnTo>
                <a:lnTo>
                  <a:pt x="676275" y="304800"/>
                </a:lnTo>
                <a:lnTo>
                  <a:pt x="666750" y="304800"/>
                </a:lnTo>
                <a:lnTo>
                  <a:pt x="666750" y="295275"/>
                </a:lnTo>
                <a:lnTo>
                  <a:pt x="647700" y="295275"/>
                </a:lnTo>
                <a:close/>
                <a:moveTo>
                  <a:pt x="381000" y="314325"/>
                </a:moveTo>
                <a:lnTo>
                  <a:pt x="390525" y="314325"/>
                </a:lnTo>
                <a:lnTo>
                  <a:pt x="390525" y="323850"/>
                </a:lnTo>
                <a:lnTo>
                  <a:pt x="381000" y="323850"/>
                </a:lnTo>
                <a:close/>
                <a:moveTo>
                  <a:pt x="428625" y="314325"/>
                </a:moveTo>
                <a:lnTo>
                  <a:pt x="447675" y="314325"/>
                </a:lnTo>
                <a:lnTo>
                  <a:pt x="447675" y="323850"/>
                </a:lnTo>
                <a:lnTo>
                  <a:pt x="457200" y="323850"/>
                </a:lnTo>
                <a:lnTo>
                  <a:pt x="457200" y="361950"/>
                </a:lnTo>
                <a:lnTo>
                  <a:pt x="438150" y="361950"/>
                </a:lnTo>
                <a:lnTo>
                  <a:pt x="438150" y="371475"/>
                </a:lnTo>
                <a:lnTo>
                  <a:pt x="419100" y="371475"/>
                </a:lnTo>
                <a:lnTo>
                  <a:pt x="419100" y="361950"/>
                </a:lnTo>
                <a:lnTo>
                  <a:pt x="428625" y="361950"/>
                </a:lnTo>
                <a:lnTo>
                  <a:pt x="428625" y="342900"/>
                </a:lnTo>
                <a:lnTo>
                  <a:pt x="409575" y="342900"/>
                </a:lnTo>
                <a:lnTo>
                  <a:pt x="409575" y="333375"/>
                </a:lnTo>
                <a:lnTo>
                  <a:pt x="390525" y="333375"/>
                </a:lnTo>
                <a:lnTo>
                  <a:pt x="390525" y="323850"/>
                </a:lnTo>
                <a:lnTo>
                  <a:pt x="428625" y="323850"/>
                </a:lnTo>
                <a:close/>
                <a:moveTo>
                  <a:pt x="790575" y="314325"/>
                </a:moveTo>
                <a:lnTo>
                  <a:pt x="838200" y="314325"/>
                </a:lnTo>
                <a:lnTo>
                  <a:pt x="838200" y="323850"/>
                </a:lnTo>
                <a:lnTo>
                  <a:pt x="819150" y="323850"/>
                </a:lnTo>
                <a:lnTo>
                  <a:pt x="819150" y="333375"/>
                </a:lnTo>
                <a:lnTo>
                  <a:pt x="800100" y="333375"/>
                </a:lnTo>
                <a:lnTo>
                  <a:pt x="800100" y="342900"/>
                </a:lnTo>
                <a:lnTo>
                  <a:pt x="809625" y="342900"/>
                </a:lnTo>
                <a:lnTo>
                  <a:pt x="809625" y="361950"/>
                </a:lnTo>
                <a:lnTo>
                  <a:pt x="819150" y="361950"/>
                </a:lnTo>
                <a:lnTo>
                  <a:pt x="819150" y="371475"/>
                </a:lnTo>
                <a:lnTo>
                  <a:pt x="809625" y="371475"/>
                </a:lnTo>
                <a:lnTo>
                  <a:pt x="809625" y="381000"/>
                </a:lnTo>
                <a:lnTo>
                  <a:pt x="800100" y="381000"/>
                </a:lnTo>
                <a:lnTo>
                  <a:pt x="800100" y="371475"/>
                </a:lnTo>
                <a:lnTo>
                  <a:pt x="790575" y="371475"/>
                </a:lnTo>
                <a:lnTo>
                  <a:pt x="790575" y="381000"/>
                </a:lnTo>
                <a:lnTo>
                  <a:pt x="800100" y="381000"/>
                </a:lnTo>
                <a:lnTo>
                  <a:pt x="800100" y="400050"/>
                </a:lnTo>
                <a:lnTo>
                  <a:pt x="771525" y="400050"/>
                </a:lnTo>
                <a:lnTo>
                  <a:pt x="771525" y="390525"/>
                </a:lnTo>
                <a:lnTo>
                  <a:pt x="762000" y="390525"/>
                </a:lnTo>
                <a:lnTo>
                  <a:pt x="762000" y="381000"/>
                </a:lnTo>
                <a:lnTo>
                  <a:pt x="752475" y="381000"/>
                </a:lnTo>
                <a:lnTo>
                  <a:pt x="752475" y="390525"/>
                </a:lnTo>
                <a:lnTo>
                  <a:pt x="762000" y="390525"/>
                </a:lnTo>
                <a:lnTo>
                  <a:pt x="762000" y="400050"/>
                </a:lnTo>
                <a:lnTo>
                  <a:pt x="733425" y="400050"/>
                </a:lnTo>
                <a:lnTo>
                  <a:pt x="733425" y="381000"/>
                </a:lnTo>
                <a:lnTo>
                  <a:pt x="723900" y="381000"/>
                </a:lnTo>
                <a:lnTo>
                  <a:pt x="723900" y="371475"/>
                </a:lnTo>
                <a:lnTo>
                  <a:pt x="742950" y="371475"/>
                </a:lnTo>
                <a:lnTo>
                  <a:pt x="742950" y="361950"/>
                </a:lnTo>
                <a:lnTo>
                  <a:pt x="752475" y="361950"/>
                </a:lnTo>
                <a:lnTo>
                  <a:pt x="752475" y="342900"/>
                </a:lnTo>
                <a:lnTo>
                  <a:pt x="762000" y="342900"/>
                </a:lnTo>
                <a:lnTo>
                  <a:pt x="762000" y="352425"/>
                </a:lnTo>
                <a:lnTo>
                  <a:pt x="771525" y="352425"/>
                </a:lnTo>
                <a:lnTo>
                  <a:pt x="771525" y="342900"/>
                </a:lnTo>
                <a:lnTo>
                  <a:pt x="790575" y="342900"/>
                </a:lnTo>
                <a:close/>
                <a:moveTo>
                  <a:pt x="847725" y="314325"/>
                </a:moveTo>
                <a:lnTo>
                  <a:pt x="857250" y="314325"/>
                </a:lnTo>
                <a:lnTo>
                  <a:pt x="857250" y="323850"/>
                </a:lnTo>
                <a:lnTo>
                  <a:pt x="847725" y="323850"/>
                </a:lnTo>
                <a:close/>
                <a:moveTo>
                  <a:pt x="838200" y="323850"/>
                </a:moveTo>
                <a:lnTo>
                  <a:pt x="847725" y="323850"/>
                </a:lnTo>
                <a:lnTo>
                  <a:pt x="847725" y="333375"/>
                </a:lnTo>
                <a:lnTo>
                  <a:pt x="838200" y="333375"/>
                </a:lnTo>
                <a:close/>
                <a:moveTo>
                  <a:pt x="533400" y="333375"/>
                </a:moveTo>
                <a:lnTo>
                  <a:pt x="542925" y="333375"/>
                </a:lnTo>
                <a:lnTo>
                  <a:pt x="542925" y="352425"/>
                </a:lnTo>
                <a:lnTo>
                  <a:pt x="552450" y="352425"/>
                </a:lnTo>
                <a:lnTo>
                  <a:pt x="552450" y="409575"/>
                </a:lnTo>
                <a:lnTo>
                  <a:pt x="542925" y="409575"/>
                </a:lnTo>
                <a:lnTo>
                  <a:pt x="542925" y="400050"/>
                </a:lnTo>
                <a:lnTo>
                  <a:pt x="523875" y="400050"/>
                </a:lnTo>
                <a:lnTo>
                  <a:pt x="523875" y="390525"/>
                </a:lnTo>
                <a:lnTo>
                  <a:pt x="533400" y="390525"/>
                </a:lnTo>
                <a:lnTo>
                  <a:pt x="533400" y="361950"/>
                </a:lnTo>
                <a:lnTo>
                  <a:pt x="523875" y="361950"/>
                </a:lnTo>
                <a:lnTo>
                  <a:pt x="523875" y="342900"/>
                </a:lnTo>
                <a:lnTo>
                  <a:pt x="533400" y="342900"/>
                </a:lnTo>
                <a:close/>
                <a:moveTo>
                  <a:pt x="257175" y="342900"/>
                </a:moveTo>
                <a:lnTo>
                  <a:pt x="266700" y="342900"/>
                </a:lnTo>
                <a:lnTo>
                  <a:pt x="266700" y="352425"/>
                </a:lnTo>
                <a:lnTo>
                  <a:pt x="257175" y="352425"/>
                </a:lnTo>
                <a:close/>
                <a:moveTo>
                  <a:pt x="895350" y="342900"/>
                </a:moveTo>
                <a:lnTo>
                  <a:pt x="914400" y="342900"/>
                </a:lnTo>
                <a:lnTo>
                  <a:pt x="914400" y="352425"/>
                </a:lnTo>
                <a:lnTo>
                  <a:pt x="923925" y="352425"/>
                </a:lnTo>
                <a:lnTo>
                  <a:pt x="923925" y="381000"/>
                </a:lnTo>
                <a:lnTo>
                  <a:pt x="914400" y="381000"/>
                </a:lnTo>
                <a:lnTo>
                  <a:pt x="914400" y="390525"/>
                </a:lnTo>
                <a:lnTo>
                  <a:pt x="904875" y="390525"/>
                </a:lnTo>
                <a:lnTo>
                  <a:pt x="904875" y="371475"/>
                </a:lnTo>
                <a:lnTo>
                  <a:pt x="895350" y="371475"/>
                </a:lnTo>
                <a:close/>
                <a:moveTo>
                  <a:pt x="438150" y="390525"/>
                </a:moveTo>
                <a:lnTo>
                  <a:pt x="447675" y="390525"/>
                </a:lnTo>
                <a:lnTo>
                  <a:pt x="447675" y="400050"/>
                </a:lnTo>
                <a:lnTo>
                  <a:pt x="438150" y="400050"/>
                </a:lnTo>
                <a:close/>
                <a:moveTo>
                  <a:pt x="457200" y="390525"/>
                </a:moveTo>
                <a:lnTo>
                  <a:pt x="466725" y="390525"/>
                </a:lnTo>
                <a:lnTo>
                  <a:pt x="466725" y="400050"/>
                </a:lnTo>
                <a:lnTo>
                  <a:pt x="457200" y="400050"/>
                </a:lnTo>
                <a:close/>
                <a:moveTo>
                  <a:pt x="581025" y="400050"/>
                </a:moveTo>
                <a:lnTo>
                  <a:pt x="590550" y="400050"/>
                </a:lnTo>
                <a:lnTo>
                  <a:pt x="590550" y="419100"/>
                </a:lnTo>
                <a:lnTo>
                  <a:pt x="581025" y="419100"/>
                </a:lnTo>
                <a:lnTo>
                  <a:pt x="581025" y="438150"/>
                </a:lnTo>
                <a:lnTo>
                  <a:pt x="571500" y="438150"/>
                </a:lnTo>
                <a:lnTo>
                  <a:pt x="571500" y="447675"/>
                </a:lnTo>
                <a:lnTo>
                  <a:pt x="561975" y="447675"/>
                </a:lnTo>
                <a:lnTo>
                  <a:pt x="561975" y="409575"/>
                </a:lnTo>
                <a:lnTo>
                  <a:pt x="581025" y="409575"/>
                </a:lnTo>
                <a:close/>
                <a:moveTo>
                  <a:pt x="276225" y="409575"/>
                </a:moveTo>
                <a:lnTo>
                  <a:pt x="285750" y="409575"/>
                </a:lnTo>
                <a:lnTo>
                  <a:pt x="285750" y="419100"/>
                </a:lnTo>
                <a:lnTo>
                  <a:pt x="276225" y="419100"/>
                </a:lnTo>
                <a:close/>
                <a:moveTo>
                  <a:pt x="866775" y="409575"/>
                </a:moveTo>
                <a:lnTo>
                  <a:pt x="876300" y="409575"/>
                </a:lnTo>
                <a:lnTo>
                  <a:pt x="876300" y="428625"/>
                </a:lnTo>
                <a:lnTo>
                  <a:pt x="866775" y="428625"/>
                </a:lnTo>
                <a:close/>
                <a:moveTo>
                  <a:pt x="285750" y="419100"/>
                </a:moveTo>
                <a:lnTo>
                  <a:pt x="304800" y="419100"/>
                </a:lnTo>
                <a:lnTo>
                  <a:pt x="304800" y="447675"/>
                </a:lnTo>
                <a:lnTo>
                  <a:pt x="295275" y="447675"/>
                </a:lnTo>
                <a:lnTo>
                  <a:pt x="295275" y="428625"/>
                </a:lnTo>
                <a:lnTo>
                  <a:pt x="285750" y="428625"/>
                </a:lnTo>
                <a:close/>
                <a:moveTo>
                  <a:pt x="990600" y="419100"/>
                </a:moveTo>
                <a:lnTo>
                  <a:pt x="1019175" y="419100"/>
                </a:lnTo>
                <a:lnTo>
                  <a:pt x="1019175" y="438150"/>
                </a:lnTo>
                <a:lnTo>
                  <a:pt x="1028700" y="438150"/>
                </a:lnTo>
                <a:lnTo>
                  <a:pt x="1028700" y="447675"/>
                </a:lnTo>
                <a:lnTo>
                  <a:pt x="1000125" y="447675"/>
                </a:lnTo>
                <a:lnTo>
                  <a:pt x="1000125" y="438150"/>
                </a:lnTo>
                <a:lnTo>
                  <a:pt x="990600" y="438150"/>
                </a:lnTo>
                <a:close/>
                <a:moveTo>
                  <a:pt x="962025" y="428625"/>
                </a:moveTo>
                <a:lnTo>
                  <a:pt x="981075" y="428625"/>
                </a:lnTo>
                <a:lnTo>
                  <a:pt x="981075" y="438150"/>
                </a:lnTo>
                <a:lnTo>
                  <a:pt x="962025" y="438150"/>
                </a:lnTo>
                <a:close/>
                <a:moveTo>
                  <a:pt x="876300" y="447675"/>
                </a:moveTo>
                <a:lnTo>
                  <a:pt x="895350" y="447675"/>
                </a:lnTo>
                <a:lnTo>
                  <a:pt x="895350" y="457200"/>
                </a:lnTo>
                <a:lnTo>
                  <a:pt x="904875" y="457200"/>
                </a:lnTo>
                <a:lnTo>
                  <a:pt x="904875" y="466725"/>
                </a:lnTo>
                <a:lnTo>
                  <a:pt x="866775" y="466725"/>
                </a:lnTo>
                <a:lnTo>
                  <a:pt x="866775" y="476250"/>
                </a:lnTo>
                <a:lnTo>
                  <a:pt x="876300" y="476250"/>
                </a:lnTo>
                <a:lnTo>
                  <a:pt x="876300" y="485775"/>
                </a:lnTo>
                <a:lnTo>
                  <a:pt x="857250" y="485775"/>
                </a:lnTo>
                <a:lnTo>
                  <a:pt x="857250" y="476250"/>
                </a:lnTo>
                <a:lnTo>
                  <a:pt x="838200" y="476250"/>
                </a:lnTo>
                <a:lnTo>
                  <a:pt x="838200" y="457200"/>
                </a:lnTo>
                <a:lnTo>
                  <a:pt x="876300" y="457200"/>
                </a:lnTo>
                <a:close/>
                <a:moveTo>
                  <a:pt x="1019175" y="457200"/>
                </a:moveTo>
                <a:lnTo>
                  <a:pt x="1047750" y="457200"/>
                </a:lnTo>
                <a:lnTo>
                  <a:pt x="1047750" y="476250"/>
                </a:lnTo>
                <a:lnTo>
                  <a:pt x="1038225" y="476250"/>
                </a:lnTo>
                <a:lnTo>
                  <a:pt x="1038225" y="485775"/>
                </a:lnTo>
                <a:lnTo>
                  <a:pt x="1028700" y="485775"/>
                </a:lnTo>
                <a:lnTo>
                  <a:pt x="1028700" y="466725"/>
                </a:lnTo>
                <a:lnTo>
                  <a:pt x="1019175" y="466725"/>
                </a:lnTo>
                <a:close/>
                <a:moveTo>
                  <a:pt x="285750" y="476250"/>
                </a:moveTo>
                <a:lnTo>
                  <a:pt x="295275" y="476250"/>
                </a:lnTo>
                <a:lnTo>
                  <a:pt x="295275" y="485775"/>
                </a:lnTo>
                <a:lnTo>
                  <a:pt x="285750" y="485775"/>
                </a:lnTo>
                <a:close/>
                <a:moveTo>
                  <a:pt x="276225" y="485775"/>
                </a:moveTo>
                <a:lnTo>
                  <a:pt x="285750" y="485775"/>
                </a:lnTo>
                <a:lnTo>
                  <a:pt x="285750" y="495300"/>
                </a:lnTo>
                <a:lnTo>
                  <a:pt x="276225" y="495300"/>
                </a:lnTo>
                <a:close/>
                <a:moveTo>
                  <a:pt x="295275" y="485775"/>
                </a:moveTo>
                <a:lnTo>
                  <a:pt x="304800" y="485775"/>
                </a:lnTo>
                <a:lnTo>
                  <a:pt x="304800" y="495300"/>
                </a:lnTo>
                <a:lnTo>
                  <a:pt x="295275" y="495300"/>
                </a:lnTo>
                <a:close/>
                <a:moveTo>
                  <a:pt x="419100" y="485775"/>
                </a:moveTo>
                <a:lnTo>
                  <a:pt x="428625" y="485775"/>
                </a:lnTo>
                <a:lnTo>
                  <a:pt x="428625" y="495300"/>
                </a:lnTo>
                <a:lnTo>
                  <a:pt x="419100" y="495300"/>
                </a:lnTo>
                <a:close/>
                <a:moveTo>
                  <a:pt x="438150" y="485775"/>
                </a:moveTo>
                <a:lnTo>
                  <a:pt x="447675" y="485775"/>
                </a:lnTo>
                <a:lnTo>
                  <a:pt x="447675" y="495300"/>
                </a:lnTo>
                <a:lnTo>
                  <a:pt x="438150" y="495300"/>
                </a:lnTo>
                <a:close/>
                <a:moveTo>
                  <a:pt x="904875" y="485775"/>
                </a:moveTo>
                <a:lnTo>
                  <a:pt x="923925" y="485775"/>
                </a:lnTo>
                <a:lnTo>
                  <a:pt x="923925" y="495300"/>
                </a:lnTo>
                <a:lnTo>
                  <a:pt x="904875" y="495300"/>
                </a:lnTo>
                <a:close/>
                <a:moveTo>
                  <a:pt x="323850" y="495300"/>
                </a:moveTo>
                <a:lnTo>
                  <a:pt x="333375" y="495300"/>
                </a:lnTo>
                <a:lnTo>
                  <a:pt x="333375" y="504825"/>
                </a:lnTo>
                <a:lnTo>
                  <a:pt x="352425" y="504825"/>
                </a:lnTo>
                <a:lnTo>
                  <a:pt x="352425" y="514350"/>
                </a:lnTo>
                <a:lnTo>
                  <a:pt x="361950" y="514350"/>
                </a:lnTo>
                <a:lnTo>
                  <a:pt x="361950" y="523875"/>
                </a:lnTo>
                <a:lnTo>
                  <a:pt x="342900" y="523875"/>
                </a:lnTo>
                <a:lnTo>
                  <a:pt x="342900" y="533400"/>
                </a:lnTo>
                <a:lnTo>
                  <a:pt x="323850" y="533400"/>
                </a:lnTo>
                <a:close/>
                <a:moveTo>
                  <a:pt x="447675" y="495300"/>
                </a:moveTo>
                <a:lnTo>
                  <a:pt x="466725" y="495300"/>
                </a:lnTo>
                <a:lnTo>
                  <a:pt x="466725" y="504825"/>
                </a:lnTo>
                <a:lnTo>
                  <a:pt x="485775" y="504825"/>
                </a:lnTo>
                <a:lnTo>
                  <a:pt x="485775" y="514350"/>
                </a:lnTo>
                <a:lnTo>
                  <a:pt x="495300" y="514350"/>
                </a:lnTo>
                <a:lnTo>
                  <a:pt x="495300" y="533400"/>
                </a:lnTo>
                <a:lnTo>
                  <a:pt x="485775" y="533400"/>
                </a:lnTo>
                <a:lnTo>
                  <a:pt x="485775" y="523875"/>
                </a:lnTo>
                <a:lnTo>
                  <a:pt x="466725" y="523875"/>
                </a:lnTo>
                <a:lnTo>
                  <a:pt x="466725" y="514350"/>
                </a:lnTo>
                <a:lnTo>
                  <a:pt x="457200" y="514350"/>
                </a:lnTo>
                <a:lnTo>
                  <a:pt x="457200" y="542925"/>
                </a:lnTo>
                <a:lnTo>
                  <a:pt x="438150" y="542925"/>
                </a:lnTo>
                <a:lnTo>
                  <a:pt x="438150" y="533400"/>
                </a:lnTo>
                <a:lnTo>
                  <a:pt x="447675" y="533400"/>
                </a:lnTo>
                <a:close/>
                <a:moveTo>
                  <a:pt x="352425" y="533400"/>
                </a:moveTo>
                <a:lnTo>
                  <a:pt x="381000" y="533400"/>
                </a:lnTo>
                <a:lnTo>
                  <a:pt x="381000" y="542925"/>
                </a:lnTo>
                <a:lnTo>
                  <a:pt x="371475" y="542925"/>
                </a:lnTo>
                <a:lnTo>
                  <a:pt x="371475" y="552450"/>
                </a:lnTo>
                <a:lnTo>
                  <a:pt x="361950" y="552450"/>
                </a:lnTo>
                <a:lnTo>
                  <a:pt x="361950" y="561975"/>
                </a:lnTo>
                <a:lnTo>
                  <a:pt x="352425" y="561975"/>
                </a:lnTo>
                <a:close/>
                <a:moveTo>
                  <a:pt x="276225" y="542925"/>
                </a:moveTo>
                <a:lnTo>
                  <a:pt x="285750" y="542925"/>
                </a:lnTo>
                <a:lnTo>
                  <a:pt x="285750" y="561975"/>
                </a:lnTo>
                <a:lnTo>
                  <a:pt x="276225" y="561975"/>
                </a:lnTo>
                <a:close/>
                <a:moveTo>
                  <a:pt x="457200" y="542925"/>
                </a:moveTo>
                <a:lnTo>
                  <a:pt x="485775" y="542925"/>
                </a:lnTo>
                <a:lnTo>
                  <a:pt x="485775" y="552450"/>
                </a:lnTo>
                <a:lnTo>
                  <a:pt x="457200" y="552450"/>
                </a:lnTo>
                <a:close/>
                <a:moveTo>
                  <a:pt x="647700" y="561975"/>
                </a:moveTo>
                <a:lnTo>
                  <a:pt x="657225" y="561975"/>
                </a:lnTo>
                <a:lnTo>
                  <a:pt x="657225" y="581025"/>
                </a:lnTo>
                <a:lnTo>
                  <a:pt x="647700" y="581025"/>
                </a:lnTo>
                <a:close/>
                <a:moveTo>
                  <a:pt x="828675" y="561975"/>
                </a:moveTo>
                <a:lnTo>
                  <a:pt x="838200" y="561975"/>
                </a:lnTo>
                <a:lnTo>
                  <a:pt x="838200" y="571500"/>
                </a:lnTo>
                <a:lnTo>
                  <a:pt x="828675" y="571500"/>
                </a:lnTo>
                <a:close/>
                <a:moveTo>
                  <a:pt x="657225" y="581025"/>
                </a:moveTo>
                <a:lnTo>
                  <a:pt x="666750" y="581025"/>
                </a:lnTo>
                <a:lnTo>
                  <a:pt x="666750" y="590550"/>
                </a:lnTo>
                <a:lnTo>
                  <a:pt x="657225" y="590550"/>
                </a:lnTo>
                <a:close/>
                <a:moveTo>
                  <a:pt x="828675" y="581025"/>
                </a:moveTo>
                <a:lnTo>
                  <a:pt x="866775" y="581025"/>
                </a:lnTo>
                <a:lnTo>
                  <a:pt x="866775" y="590550"/>
                </a:lnTo>
                <a:lnTo>
                  <a:pt x="876300" y="590550"/>
                </a:lnTo>
                <a:lnTo>
                  <a:pt x="876300" y="600075"/>
                </a:lnTo>
                <a:lnTo>
                  <a:pt x="847725" y="600075"/>
                </a:lnTo>
                <a:lnTo>
                  <a:pt x="847725" y="590550"/>
                </a:lnTo>
                <a:lnTo>
                  <a:pt x="828675" y="590550"/>
                </a:lnTo>
                <a:close/>
                <a:moveTo>
                  <a:pt x="685800" y="590550"/>
                </a:moveTo>
                <a:lnTo>
                  <a:pt x="704850" y="590550"/>
                </a:lnTo>
                <a:lnTo>
                  <a:pt x="704850" y="600075"/>
                </a:lnTo>
                <a:lnTo>
                  <a:pt x="685800" y="600075"/>
                </a:lnTo>
                <a:close/>
                <a:moveTo>
                  <a:pt x="704850" y="600075"/>
                </a:moveTo>
                <a:lnTo>
                  <a:pt x="714375" y="600075"/>
                </a:lnTo>
                <a:lnTo>
                  <a:pt x="714375" y="609600"/>
                </a:lnTo>
                <a:lnTo>
                  <a:pt x="704850" y="609600"/>
                </a:lnTo>
                <a:close/>
                <a:moveTo>
                  <a:pt x="257175" y="666750"/>
                </a:moveTo>
                <a:lnTo>
                  <a:pt x="266700" y="666750"/>
                </a:lnTo>
                <a:lnTo>
                  <a:pt x="266700" y="685800"/>
                </a:lnTo>
                <a:lnTo>
                  <a:pt x="276225" y="685800"/>
                </a:lnTo>
                <a:lnTo>
                  <a:pt x="276225" y="704850"/>
                </a:lnTo>
                <a:lnTo>
                  <a:pt x="266700" y="704850"/>
                </a:lnTo>
                <a:lnTo>
                  <a:pt x="266700" y="695325"/>
                </a:lnTo>
                <a:lnTo>
                  <a:pt x="247650" y="695325"/>
                </a:lnTo>
                <a:lnTo>
                  <a:pt x="247650" y="704850"/>
                </a:lnTo>
                <a:lnTo>
                  <a:pt x="238125" y="704850"/>
                </a:lnTo>
                <a:lnTo>
                  <a:pt x="238125" y="714375"/>
                </a:lnTo>
                <a:lnTo>
                  <a:pt x="219075" y="714375"/>
                </a:lnTo>
                <a:lnTo>
                  <a:pt x="219075" y="723900"/>
                </a:lnTo>
                <a:lnTo>
                  <a:pt x="142875" y="723900"/>
                </a:lnTo>
                <a:lnTo>
                  <a:pt x="142875" y="714375"/>
                </a:lnTo>
                <a:lnTo>
                  <a:pt x="209550" y="714375"/>
                </a:lnTo>
                <a:lnTo>
                  <a:pt x="209550" y="704850"/>
                </a:lnTo>
                <a:lnTo>
                  <a:pt x="228600" y="704850"/>
                </a:lnTo>
                <a:lnTo>
                  <a:pt x="228600" y="695325"/>
                </a:lnTo>
                <a:lnTo>
                  <a:pt x="238125" y="695325"/>
                </a:lnTo>
                <a:lnTo>
                  <a:pt x="238125" y="685800"/>
                </a:lnTo>
                <a:lnTo>
                  <a:pt x="247650" y="685800"/>
                </a:lnTo>
                <a:lnTo>
                  <a:pt x="247650" y="676275"/>
                </a:lnTo>
                <a:lnTo>
                  <a:pt x="257175" y="676275"/>
                </a:lnTo>
                <a:close/>
                <a:moveTo>
                  <a:pt x="647700" y="676275"/>
                </a:moveTo>
                <a:lnTo>
                  <a:pt x="666750" y="676275"/>
                </a:lnTo>
                <a:lnTo>
                  <a:pt x="666750" y="704850"/>
                </a:lnTo>
                <a:lnTo>
                  <a:pt x="638175" y="704850"/>
                </a:lnTo>
                <a:lnTo>
                  <a:pt x="638175" y="695325"/>
                </a:lnTo>
                <a:lnTo>
                  <a:pt x="647700" y="695325"/>
                </a:lnTo>
                <a:close/>
                <a:moveTo>
                  <a:pt x="666750" y="704850"/>
                </a:moveTo>
                <a:lnTo>
                  <a:pt x="676275" y="704850"/>
                </a:lnTo>
                <a:lnTo>
                  <a:pt x="676275" y="714375"/>
                </a:lnTo>
                <a:lnTo>
                  <a:pt x="666750" y="714375"/>
                </a:lnTo>
                <a:close/>
                <a:moveTo>
                  <a:pt x="238125" y="714375"/>
                </a:moveTo>
                <a:lnTo>
                  <a:pt x="247650" y="714375"/>
                </a:lnTo>
                <a:lnTo>
                  <a:pt x="247650" y="723900"/>
                </a:lnTo>
                <a:lnTo>
                  <a:pt x="238125" y="723900"/>
                </a:lnTo>
                <a:close/>
                <a:moveTo>
                  <a:pt x="323850" y="714375"/>
                </a:moveTo>
                <a:lnTo>
                  <a:pt x="333375" y="714375"/>
                </a:lnTo>
                <a:lnTo>
                  <a:pt x="333375" y="723900"/>
                </a:lnTo>
                <a:lnTo>
                  <a:pt x="323850" y="723900"/>
                </a:lnTo>
                <a:close/>
                <a:moveTo>
                  <a:pt x="466725" y="714375"/>
                </a:moveTo>
                <a:lnTo>
                  <a:pt x="485775" y="714375"/>
                </a:lnTo>
                <a:lnTo>
                  <a:pt x="485775" y="723900"/>
                </a:lnTo>
                <a:lnTo>
                  <a:pt x="466725" y="723900"/>
                </a:lnTo>
                <a:close/>
                <a:moveTo>
                  <a:pt x="495300" y="714375"/>
                </a:moveTo>
                <a:lnTo>
                  <a:pt x="504825" y="714375"/>
                </a:lnTo>
                <a:lnTo>
                  <a:pt x="504825" y="733425"/>
                </a:lnTo>
                <a:lnTo>
                  <a:pt x="495300" y="733425"/>
                </a:lnTo>
                <a:close/>
                <a:moveTo>
                  <a:pt x="581025" y="714375"/>
                </a:moveTo>
                <a:lnTo>
                  <a:pt x="590550" y="714375"/>
                </a:lnTo>
                <a:lnTo>
                  <a:pt x="590550" y="723900"/>
                </a:lnTo>
                <a:lnTo>
                  <a:pt x="609600" y="723900"/>
                </a:lnTo>
                <a:lnTo>
                  <a:pt x="609600" y="733425"/>
                </a:lnTo>
                <a:lnTo>
                  <a:pt x="619125" y="733425"/>
                </a:lnTo>
                <a:lnTo>
                  <a:pt x="619125" y="742950"/>
                </a:lnTo>
                <a:lnTo>
                  <a:pt x="590550" y="742950"/>
                </a:lnTo>
                <a:lnTo>
                  <a:pt x="590550" y="752475"/>
                </a:lnTo>
                <a:lnTo>
                  <a:pt x="581025" y="752475"/>
                </a:lnTo>
                <a:lnTo>
                  <a:pt x="581025" y="742950"/>
                </a:lnTo>
                <a:lnTo>
                  <a:pt x="561975" y="742950"/>
                </a:lnTo>
                <a:lnTo>
                  <a:pt x="561975" y="733425"/>
                </a:lnTo>
                <a:lnTo>
                  <a:pt x="571500" y="733425"/>
                </a:lnTo>
                <a:lnTo>
                  <a:pt x="571500" y="723900"/>
                </a:lnTo>
                <a:lnTo>
                  <a:pt x="581025" y="723900"/>
                </a:lnTo>
                <a:close/>
                <a:moveTo>
                  <a:pt x="790575" y="714375"/>
                </a:moveTo>
                <a:lnTo>
                  <a:pt x="809625" y="714375"/>
                </a:lnTo>
                <a:lnTo>
                  <a:pt x="809625" y="733425"/>
                </a:lnTo>
                <a:lnTo>
                  <a:pt x="800100" y="733425"/>
                </a:lnTo>
                <a:lnTo>
                  <a:pt x="800100" y="742950"/>
                </a:lnTo>
                <a:lnTo>
                  <a:pt x="781050" y="742950"/>
                </a:lnTo>
                <a:lnTo>
                  <a:pt x="781050" y="723900"/>
                </a:lnTo>
                <a:lnTo>
                  <a:pt x="790575" y="723900"/>
                </a:lnTo>
                <a:close/>
                <a:moveTo>
                  <a:pt x="133350" y="723900"/>
                </a:moveTo>
                <a:lnTo>
                  <a:pt x="142875" y="723900"/>
                </a:lnTo>
                <a:lnTo>
                  <a:pt x="142875" y="733425"/>
                </a:lnTo>
                <a:lnTo>
                  <a:pt x="133350" y="733425"/>
                </a:lnTo>
                <a:close/>
                <a:moveTo>
                  <a:pt x="428625" y="723900"/>
                </a:moveTo>
                <a:lnTo>
                  <a:pt x="457200" y="723900"/>
                </a:lnTo>
                <a:lnTo>
                  <a:pt x="457200" y="733425"/>
                </a:lnTo>
                <a:lnTo>
                  <a:pt x="438150" y="733425"/>
                </a:lnTo>
                <a:lnTo>
                  <a:pt x="438150" y="742950"/>
                </a:lnTo>
                <a:lnTo>
                  <a:pt x="419100" y="742950"/>
                </a:lnTo>
                <a:lnTo>
                  <a:pt x="419100" y="733425"/>
                </a:lnTo>
                <a:lnTo>
                  <a:pt x="428625" y="733425"/>
                </a:lnTo>
                <a:close/>
                <a:moveTo>
                  <a:pt x="466725" y="733425"/>
                </a:moveTo>
                <a:lnTo>
                  <a:pt x="485775" y="733425"/>
                </a:lnTo>
                <a:lnTo>
                  <a:pt x="485775" y="742950"/>
                </a:lnTo>
                <a:lnTo>
                  <a:pt x="466725" y="742950"/>
                </a:lnTo>
                <a:close/>
                <a:moveTo>
                  <a:pt x="304800" y="742950"/>
                </a:moveTo>
                <a:lnTo>
                  <a:pt x="314325" y="742950"/>
                </a:lnTo>
                <a:lnTo>
                  <a:pt x="314325" y="762000"/>
                </a:lnTo>
                <a:lnTo>
                  <a:pt x="304800" y="762000"/>
                </a:lnTo>
                <a:close/>
                <a:moveTo>
                  <a:pt x="619125" y="742950"/>
                </a:moveTo>
                <a:lnTo>
                  <a:pt x="628650" y="742950"/>
                </a:lnTo>
                <a:lnTo>
                  <a:pt x="628650" y="752475"/>
                </a:lnTo>
                <a:lnTo>
                  <a:pt x="619125" y="752475"/>
                </a:lnTo>
                <a:close/>
                <a:moveTo>
                  <a:pt x="657225" y="762000"/>
                </a:moveTo>
                <a:lnTo>
                  <a:pt x="666750" y="762000"/>
                </a:lnTo>
                <a:lnTo>
                  <a:pt x="666750" y="781050"/>
                </a:lnTo>
                <a:lnTo>
                  <a:pt x="676275" y="781050"/>
                </a:lnTo>
                <a:lnTo>
                  <a:pt x="676275" y="800100"/>
                </a:lnTo>
                <a:lnTo>
                  <a:pt x="685800" y="800100"/>
                </a:lnTo>
                <a:lnTo>
                  <a:pt x="685800" y="809625"/>
                </a:lnTo>
                <a:lnTo>
                  <a:pt x="657225" y="809625"/>
                </a:lnTo>
                <a:lnTo>
                  <a:pt x="657225" y="800100"/>
                </a:lnTo>
                <a:lnTo>
                  <a:pt x="666750" y="800100"/>
                </a:lnTo>
                <a:lnTo>
                  <a:pt x="666750" y="790575"/>
                </a:lnTo>
                <a:lnTo>
                  <a:pt x="657225" y="790575"/>
                </a:lnTo>
                <a:lnTo>
                  <a:pt x="657225" y="781050"/>
                </a:lnTo>
                <a:lnTo>
                  <a:pt x="647700" y="781050"/>
                </a:lnTo>
                <a:lnTo>
                  <a:pt x="647700" y="771525"/>
                </a:lnTo>
                <a:lnTo>
                  <a:pt x="657225" y="771525"/>
                </a:lnTo>
                <a:close/>
                <a:moveTo>
                  <a:pt x="676275" y="762000"/>
                </a:moveTo>
                <a:lnTo>
                  <a:pt x="685800" y="762000"/>
                </a:lnTo>
                <a:lnTo>
                  <a:pt x="685800" y="771525"/>
                </a:lnTo>
                <a:lnTo>
                  <a:pt x="676275" y="771525"/>
                </a:lnTo>
                <a:close/>
                <a:moveTo>
                  <a:pt x="133350" y="771525"/>
                </a:moveTo>
                <a:lnTo>
                  <a:pt x="142875" y="771525"/>
                </a:lnTo>
                <a:lnTo>
                  <a:pt x="142875" y="790575"/>
                </a:lnTo>
                <a:lnTo>
                  <a:pt x="133350" y="790575"/>
                </a:lnTo>
                <a:close/>
                <a:moveTo>
                  <a:pt x="95250" y="790575"/>
                </a:moveTo>
                <a:lnTo>
                  <a:pt x="104775" y="790575"/>
                </a:lnTo>
                <a:lnTo>
                  <a:pt x="104775" y="800100"/>
                </a:lnTo>
                <a:lnTo>
                  <a:pt x="95250" y="800100"/>
                </a:lnTo>
                <a:close/>
                <a:moveTo>
                  <a:pt x="542925" y="790575"/>
                </a:moveTo>
                <a:lnTo>
                  <a:pt x="561975" y="790575"/>
                </a:lnTo>
                <a:lnTo>
                  <a:pt x="561975" y="800100"/>
                </a:lnTo>
                <a:lnTo>
                  <a:pt x="552450" y="800100"/>
                </a:lnTo>
                <a:lnTo>
                  <a:pt x="552450" y="819150"/>
                </a:lnTo>
                <a:lnTo>
                  <a:pt x="533400" y="819150"/>
                </a:lnTo>
                <a:lnTo>
                  <a:pt x="533400" y="809625"/>
                </a:lnTo>
                <a:lnTo>
                  <a:pt x="542925" y="809625"/>
                </a:lnTo>
                <a:close/>
                <a:moveTo>
                  <a:pt x="923925" y="790575"/>
                </a:moveTo>
                <a:lnTo>
                  <a:pt x="933450" y="790575"/>
                </a:lnTo>
                <a:lnTo>
                  <a:pt x="933450" y="800100"/>
                </a:lnTo>
                <a:lnTo>
                  <a:pt x="923925" y="800100"/>
                </a:lnTo>
                <a:close/>
                <a:moveTo>
                  <a:pt x="952500" y="790575"/>
                </a:moveTo>
                <a:lnTo>
                  <a:pt x="962025" y="790575"/>
                </a:lnTo>
                <a:lnTo>
                  <a:pt x="962025" y="800100"/>
                </a:lnTo>
                <a:lnTo>
                  <a:pt x="952500" y="800100"/>
                </a:lnTo>
                <a:close/>
                <a:moveTo>
                  <a:pt x="104775" y="800100"/>
                </a:moveTo>
                <a:lnTo>
                  <a:pt x="123825" y="800100"/>
                </a:lnTo>
                <a:lnTo>
                  <a:pt x="123825" y="809625"/>
                </a:lnTo>
                <a:lnTo>
                  <a:pt x="104775" y="809625"/>
                </a:lnTo>
                <a:close/>
                <a:moveTo>
                  <a:pt x="962025" y="800100"/>
                </a:moveTo>
                <a:lnTo>
                  <a:pt x="971550" y="800100"/>
                </a:lnTo>
                <a:lnTo>
                  <a:pt x="971550" y="809625"/>
                </a:lnTo>
                <a:lnTo>
                  <a:pt x="962025" y="809625"/>
                </a:lnTo>
                <a:close/>
                <a:moveTo>
                  <a:pt x="914400" y="809625"/>
                </a:moveTo>
                <a:lnTo>
                  <a:pt x="923925" y="809625"/>
                </a:lnTo>
                <a:lnTo>
                  <a:pt x="923925" y="838200"/>
                </a:lnTo>
                <a:lnTo>
                  <a:pt x="914400" y="838200"/>
                </a:lnTo>
                <a:close/>
                <a:moveTo>
                  <a:pt x="523875" y="819150"/>
                </a:moveTo>
                <a:lnTo>
                  <a:pt x="533400" y="819150"/>
                </a:lnTo>
                <a:lnTo>
                  <a:pt x="533400" y="838200"/>
                </a:lnTo>
                <a:lnTo>
                  <a:pt x="523875" y="838200"/>
                </a:lnTo>
                <a:close/>
                <a:moveTo>
                  <a:pt x="990600" y="819150"/>
                </a:moveTo>
                <a:lnTo>
                  <a:pt x="1000125" y="819150"/>
                </a:lnTo>
                <a:lnTo>
                  <a:pt x="1000125" y="828675"/>
                </a:lnTo>
                <a:lnTo>
                  <a:pt x="990600" y="828675"/>
                </a:lnTo>
                <a:close/>
                <a:moveTo>
                  <a:pt x="1000125" y="828675"/>
                </a:moveTo>
                <a:lnTo>
                  <a:pt x="1019175" y="828675"/>
                </a:lnTo>
                <a:lnTo>
                  <a:pt x="1019175" y="838200"/>
                </a:lnTo>
                <a:lnTo>
                  <a:pt x="1028700" y="838200"/>
                </a:lnTo>
                <a:lnTo>
                  <a:pt x="1028700" y="847725"/>
                </a:lnTo>
                <a:lnTo>
                  <a:pt x="1038225" y="847725"/>
                </a:lnTo>
                <a:lnTo>
                  <a:pt x="1038225" y="857250"/>
                </a:lnTo>
                <a:lnTo>
                  <a:pt x="1066800" y="857250"/>
                </a:lnTo>
                <a:lnTo>
                  <a:pt x="1066800" y="866775"/>
                </a:lnTo>
                <a:lnTo>
                  <a:pt x="1085850" y="866775"/>
                </a:lnTo>
                <a:lnTo>
                  <a:pt x="1085850" y="876300"/>
                </a:lnTo>
                <a:lnTo>
                  <a:pt x="1047750" y="876300"/>
                </a:lnTo>
                <a:lnTo>
                  <a:pt x="1047750" y="866775"/>
                </a:lnTo>
                <a:lnTo>
                  <a:pt x="1028700" y="866775"/>
                </a:lnTo>
                <a:lnTo>
                  <a:pt x="1028700" y="857250"/>
                </a:lnTo>
                <a:lnTo>
                  <a:pt x="1019175" y="857250"/>
                </a:lnTo>
                <a:lnTo>
                  <a:pt x="1019175" y="847725"/>
                </a:lnTo>
                <a:lnTo>
                  <a:pt x="1009650" y="847725"/>
                </a:lnTo>
                <a:lnTo>
                  <a:pt x="1009650" y="838200"/>
                </a:lnTo>
                <a:lnTo>
                  <a:pt x="1000125" y="838200"/>
                </a:lnTo>
                <a:close/>
                <a:moveTo>
                  <a:pt x="904875" y="838200"/>
                </a:moveTo>
                <a:lnTo>
                  <a:pt x="914400" y="838200"/>
                </a:lnTo>
                <a:lnTo>
                  <a:pt x="914400" y="866775"/>
                </a:lnTo>
                <a:lnTo>
                  <a:pt x="904875" y="866775"/>
                </a:lnTo>
                <a:lnTo>
                  <a:pt x="904875" y="876300"/>
                </a:lnTo>
                <a:lnTo>
                  <a:pt x="885825" y="876300"/>
                </a:lnTo>
                <a:lnTo>
                  <a:pt x="885825" y="866775"/>
                </a:lnTo>
                <a:lnTo>
                  <a:pt x="895350" y="866775"/>
                </a:lnTo>
                <a:lnTo>
                  <a:pt x="895350" y="857250"/>
                </a:lnTo>
                <a:lnTo>
                  <a:pt x="885825" y="857250"/>
                </a:lnTo>
                <a:lnTo>
                  <a:pt x="885825" y="847725"/>
                </a:lnTo>
                <a:lnTo>
                  <a:pt x="904875" y="847725"/>
                </a:lnTo>
                <a:close/>
                <a:moveTo>
                  <a:pt x="114300" y="857250"/>
                </a:moveTo>
                <a:lnTo>
                  <a:pt x="133350" y="857250"/>
                </a:lnTo>
                <a:lnTo>
                  <a:pt x="133350" y="866775"/>
                </a:lnTo>
                <a:lnTo>
                  <a:pt x="142875" y="866775"/>
                </a:lnTo>
                <a:lnTo>
                  <a:pt x="142875" y="885825"/>
                </a:lnTo>
                <a:lnTo>
                  <a:pt x="123825" y="885825"/>
                </a:lnTo>
                <a:lnTo>
                  <a:pt x="123825" y="895350"/>
                </a:lnTo>
                <a:lnTo>
                  <a:pt x="114300" y="895350"/>
                </a:lnTo>
                <a:lnTo>
                  <a:pt x="114300" y="876300"/>
                </a:lnTo>
                <a:lnTo>
                  <a:pt x="123825" y="876300"/>
                </a:lnTo>
                <a:lnTo>
                  <a:pt x="123825" y="866775"/>
                </a:lnTo>
                <a:lnTo>
                  <a:pt x="114300" y="866775"/>
                </a:lnTo>
                <a:close/>
                <a:moveTo>
                  <a:pt x="676275" y="857250"/>
                </a:moveTo>
                <a:lnTo>
                  <a:pt x="704850" y="857250"/>
                </a:lnTo>
                <a:lnTo>
                  <a:pt x="704850" y="876300"/>
                </a:lnTo>
                <a:lnTo>
                  <a:pt x="685800" y="876300"/>
                </a:lnTo>
                <a:lnTo>
                  <a:pt x="685800" y="866775"/>
                </a:lnTo>
                <a:lnTo>
                  <a:pt x="676275" y="866775"/>
                </a:lnTo>
                <a:close/>
                <a:moveTo>
                  <a:pt x="1133475" y="866775"/>
                </a:moveTo>
                <a:lnTo>
                  <a:pt x="1181100" y="866775"/>
                </a:lnTo>
                <a:lnTo>
                  <a:pt x="1181100" y="876300"/>
                </a:lnTo>
                <a:lnTo>
                  <a:pt x="1133475" y="876300"/>
                </a:lnTo>
                <a:close/>
                <a:moveTo>
                  <a:pt x="857250" y="876300"/>
                </a:moveTo>
                <a:lnTo>
                  <a:pt x="866775" y="876300"/>
                </a:lnTo>
                <a:lnTo>
                  <a:pt x="866775" y="885825"/>
                </a:lnTo>
                <a:lnTo>
                  <a:pt x="857250" y="885825"/>
                </a:lnTo>
                <a:close/>
                <a:moveTo>
                  <a:pt x="714375" y="885825"/>
                </a:moveTo>
                <a:lnTo>
                  <a:pt x="723900" y="885825"/>
                </a:lnTo>
                <a:lnTo>
                  <a:pt x="723900" y="895350"/>
                </a:lnTo>
                <a:lnTo>
                  <a:pt x="733425" y="895350"/>
                </a:lnTo>
                <a:lnTo>
                  <a:pt x="733425" y="904875"/>
                </a:lnTo>
                <a:lnTo>
                  <a:pt x="742950" y="904875"/>
                </a:lnTo>
                <a:lnTo>
                  <a:pt x="742950" y="914400"/>
                </a:lnTo>
                <a:lnTo>
                  <a:pt x="762000" y="914400"/>
                </a:lnTo>
                <a:lnTo>
                  <a:pt x="762000" y="923925"/>
                </a:lnTo>
                <a:lnTo>
                  <a:pt x="790575" y="923925"/>
                </a:lnTo>
                <a:lnTo>
                  <a:pt x="790575" y="914400"/>
                </a:lnTo>
                <a:lnTo>
                  <a:pt x="800100" y="914400"/>
                </a:lnTo>
                <a:lnTo>
                  <a:pt x="800100" y="923925"/>
                </a:lnTo>
                <a:lnTo>
                  <a:pt x="790575" y="923925"/>
                </a:lnTo>
                <a:lnTo>
                  <a:pt x="790575" y="942975"/>
                </a:lnTo>
                <a:lnTo>
                  <a:pt x="781050" y="942975"/>
                </a:lnTo>
                <a:lnTo>
                  <a:pt x="781050" y="962025"/>
                </a:lnTo>
                <a:lnTo>
                  <a:pt x="771525" y="962025"/>
                </a:lnTo>
                <a:lnTo>
                  <a:pt x="771525" y="952500"/>
                </a:lnTo>
                <a:lnTo>
                  <a:pt x="742950" y="952500"/>
                </a:lnTo>
                <a:lnTo>
                  <a:pt x="742950" y="962025"/>
                </a:lnTo>
                <a:lnTo>
                  <a:pt x="723900" y="962025"/>
                </a:lnTo>
                <a:lnTo>
                  <a:pt x="723900" y="952500"/>
                </a:lnTo>
                <a:lnTo>
                  <a:pt x="733425" y="952500"/>
                </a:lnTo>
                <a:lnTo>
                  <a:pt x="733425" y="942975"/>
                </a:lnTo>
                <a:lnTo>
                  <a:pt x="742950" y="942975"/>
                </a:lnTo>
                <a:lnTo>
                  <a:pt x="742950" y="933450"/>
                </a:lnTo>
                <a:lnTo>
                  <a:pt x="733425" y="933450"/>
                </a:lnTo>
                <a:lnTo>
                  <a:pt x="733425" y="923925"/>
                </a:lnTo>
                <a:lnTo>
                  <a:pt x="723900" y="923925"/>
                </a:lnTo>
                <a:lnTo>
                  <a:pt x="723900" y="904875"/>
                </a:lnTo>
                <a:lnTo>
                  <a:pt x="714375" y="904875"/>
                </a:lnTo>
                <a:close/>
                <a:moveTo>
                  <a:pt x="95250" y="895350"/>
                </a:moveTo>
                <a:lnTo>
                  <a:pt x="114300" y="895350"/>
                </a:lnTo>
                <a:lnTo>
                  <a:pt x="114300" y="914400"/>
                </a:lnTo>
                <a:lnTo>
                  <a:pt x="104775" y="914400"/>
                </a:lnTo>
                <a:lnTo>
                  <a:pt x="104775" y="933450"/>
                </a:lnTo>
                <a:lnTo>
                  <a:pt x="95250" y="933450"/>
                </a:lnTo>
                <a:lnTo>
                  <a:pt x="95250" y="942975"/>
                </a:lnTo>
                <a:lnTo>
                  <a:pt x="85725" y="942975"/>
                </a:lnTo>
                <a:lnTo>
                  <a:pt x="85725" y="962025"/>
                </a:lnTo>
                <a:lnTo>
                  <a:pt x="76200" y="962025"/>
                </a:lnTo>
                <a:lnTo>
                  <a:pt x="76200" y="923925"/>
                </a:lnTo>
                <a:lnTo>
                  <a:pt x="85725" y="923925"/>
                </a:lnTo>
                <a:lnTo>
                  <a:pt x="85725" y="914400"/>
                </a:lnTo>
                <a:lnTo>
                  <a:pt x="76200" y="914400"/>
                </a:lnTo>
                <a:lnTo>
                  <a:pt x="76200" y="904875"/>
                </a:lnTo>
                <a:lnTo>
                  <a:pt x="95250" y="904875"/>
                </a:lnTo>
                <a:close/>
                <a:moveTo>
                  <a:pt x="390525" y="914400"/>
                </a:moveTo>
                <a:lnTo>
                  <a:pt x="409575" y="914400"/>
                </a:lnTo>
                <a:lnTo>
                  <a:pt x="409575" y="923925"/>
                </a:lnTo>
                <a:lnTo>
                  <a:pt x="390525" y="923925"/>
                </a:lnTo>
                <a:close/>
                <a:moveTo>
                  <a:pt x="428625" y="914400"/>
                </a:moveTo>
                <a:lnTo>
                  <a:pt x="438150" y="914400"/>
                </a:lnTo>
                <a:lnTo>
                  <a:pt x="438150" y="923925"/>
                </a:lnTo>
                <a:lnTo>
                  <a:pt x="428625" y="923925"/>
                </a:lnTo>
                <a:close/>
                <a:moveTo>
                  <a:pt x="428625" y="933450"/>
                </a:moveTo>
                <a:lnTo>
                  <a:pt x="447675" y="933450"/>
                </a:lnTo>
                <a:lnTo>
                  <a:pt x="447675" y="952500"/>
                </a:lnTo>
                <a:lnTo>
                  <a:pt x="438150" y="952500"/>
                </a:lnTo>
                <a:lnTo>
                  <a:pt x="438150" y="962025"/>
                </a:lnTo>
                <a:lnTo>
                  <a:pt x="428625" y="962025"/>
                </a:lnTo>
                <a:close/>
                <a:moveTo>
                  <a:pt x="85725" y="962025"/>
                </a:moveTo>
                <a:lnTo>
                  <a:pt x="95250" y="962025"/>
                </a:lnTo>
                <a:lnTo>
                  <a:pt x="95250" y="981075"/>
                </a:lnTo>
                <a:lnTo>
                  <a:pt x="104775" y="981075"/>
                </a:lnTo>
                <a:lnTo>
                  <a:pt x="104775" y="1000125"/>
                </a:lnTo>
                <a:lnTo>
                  <a:pt x="95250" y="1000125"/>
                </a:lnTo>
                <a:lnTo>
                  <a:pt x="95250" y="990600"/>
                </a:lnTo>
                <a:lnTo>
                  <a:pt x="85725" y="990600"/>
                </a:lnTo>
                <a:close/>
                <a:moveTo>
                  <a:pt x="771525" y="971550"/>
                </a:moveTo>
                <a:lnTo>
                  <a:pt x="781050" y="971550"/>
                </a:lnTo>
                <a:lnTo>
                  <a:pt x="781050" y="1143000"/>
                </a:lnTo>
                <a:lnTo>
                  <a:pt x="771525" y="1143000"/>
                </a:lnTo>
                <a:close/>
                <a:moveTo>
                  <a:pt x="323850" y="981075"/>
                </a:moveTo>
                <a:lnTo>
                  <a:pt x="342900" y="981075"/>
                </a:lnTo>
                <a:lnTo>
                  <a:pt x="342900" y="1047750"/>
                </a:lnTo>
                <a:lnTo>
                  <a:pt x="333375" y="1047750"/>
                </a:lnTo>
                <a:lnTo>
                  <a:pt x="333375" y="1028700"/>
                </a:lnTo>
                <a:lnTo>
                  <a:pt x="323850" y="1028700"/>
                </a:lnTo>
                <a:close/>
                <a:moveTo>
                  <a:pt x="533400" y="981075"/>
                </a:moveTo>
                <a:lnTo>
                  <a:pt x="552450" y="981075"/>
                </a:lnTo>
                <a:lnTo>
                  <a:pt x="552450" y="990600"/>
                </a:lnTo>
                <a:lnTo>
                  <a:pt x="533400" y="990600"/>
                </a:lnTo>
                <a:close/>
                <a:moveTo>
                  <a:pt x="523875" y="990600"/>
                </a:moveTo>
                <a:lnTo>
                  <a:pt x="533400" y="990600"/>
                </a:lnTo>
                <a:lnTo>
                  <a:pt x="533400" y="1000125"/>
                </a:lnTo>
                <a:lnTo>
                  <a:pt x="523875" y="1000125"/>
                </a:lnTo>
                <a:close/>
                <a:moveTo>
                  <a:pt x="590550" y="1000125"/>
                </a:moveTo>
                <a:lnTo>
                  <a:pt x="600075" y="1000125"/>
                </a:lnTo>
                <a:lnTo>
                  <a:pt x="600075" y="1028700"/>
                </a:lnTo>
                <a:lnTo>
                  <a:pt x="590550" y="1028700"/>
                </a:lnTo>
                <a:close/>
                <a:moveTo>
                  <a:pt x="314325" y="1047750"/>
                </a:moveTo>
                <a:lnTo>
                  <a:pt x="333375" y="1047750"/>
                </a:lnTo>
                <a:lnTo>
                  <a:pt x="333375" y="1066800"/>
                </a:lnTo>
                <a:lnTo>
                  <a:pt x="323850" y="1066800"/>
                </a:lnTo>
                <a:lnTo>
                  <a:pt x="323850" y="1057275"/>
                </a:lnTo>
                <a:lnTo>
                  <a:pt x="314325" y="1057275"/>
                </a:lnTo>
                <a:close/>
                <a:moveTo>
                  <a:pt x="390525" y="1047750"/>
                </a:moveTo>
                <a:lnTo>
                  <a:pt x="409575" y="1047750"/>
                </a:lnTo>
                <a:lnTo>
                  <a:pt x="409575" y="1057275"/>
                </a:lnTo>
                <a:lnTo>
                  <a:pt x="390525" y="1057275"/>
                </a:lnTo>
                <a:close/>
                <a:moveTo>
                  <a:pt x="381000" y="1057275"/>
                </a:moveTo>
                <a:lnTo>
                  <a:pt x="390525" y="1057275"/>
                </a:lnTo>
                <a:lnTo>
                  <a:pt x="390525" y="1095375"/>
                </a:lnTo>
                <a:lnTo>
                  <a:pt x="381000" y="1095375"/>
                </a:lnTo>
                <a:close/>
                <a:moveTo>
                  <a:pt x="504825" y="1095375"/>
                </a:moveTo>
                <a:lnTo>
                  <a:pt x="514350" y="1095375"/>
                </a:lnTo>
                <a:lnTo>
                  <a:pt x="514350" y="1133475"/>
                </a:lnTo>
                <a:lnTo>
                  <a:pt x="504825" y="1133475"/>
                </a:lnTo>
                <a:lnTo>
                  <a:pt x="504825" y="1152525"/>
                </a:lnTo>
                <a:lnTo>
                  <a:pt x="476250" y="1152525"/>
                </a:lnTo>
                <a:lnTo>
                  <a:pt x="476250" y="1143000"/>
                </a:lnTo>
                <a:lnTo>
                  <a:pt x="485775" y="1143000"/>
                </a:lnTo>
                <a:lnTo>
                  <a:pt x="485775" y="1133475"/>
                </a:lnTo>
                <a:lnTo>
                  <a:pt x="476250" y="1133475"/>
                </a:lnTo>
                <a:lnTo>
                  <a:pt x="476250" y="1123950"/>
                </a:lnTo>
                <a:lnTo>
                  <a:pt x="485775" y="1123950"/>
                </a:lnTo>
                <a:lnTo>
                  <a:pt x="485775" y="1104900"/>
                </a:lnTo>
                <a:lnTo>
                  <a:pt x="504825" y="1104900"/>
                </a:lnTo>
                <a:close/>
                <a:moveTo>
                  <a:pt x="523875" y="1114425"/>
                </a:moveTo>
                <a:lnTo>
                  <a:pt x="542925" y="1114425"/>
                </a:lnTo>
                <a:lnTo>
                  <a:pt x="542925" y="1123950"/>
                </a:lnTo>
                <a:lnTo>
                  <a:pt x="523875" y="1123950"/>
                </a:lnTo>
                <a:close/>
                <a:moveTo>
                  <a:pt x="542925" y="1143000"/>
                </a:moveTo>
                <a:lnTo>
                  <a:pt x="561975" y="1143000"/>
                </a:lnTo>
                <a:lnTo>
                  <a:pt x="561975" y="1162050"/>
                </a:lnTo>
                <a:lnTo>
                  <a:pt x="552450" y="1162050"/>
                </a:lnTo>
                <a:lnTo>
                  <a:pt x="552450" y="1152525"/>
                </a:lnTo>
                <a:lnTo>
                  <a:pt x="542925" y="1152525"/>
                </a:lnTo>
                <a:close/>
                <a:moveTo>
                  <a:pt x="571500" y="1143000"/>
                </a:moveTo>
                <a:lnTo>
                  <a:pt x="581025" y="1143000"/>
                </a:lnTo>
                <a:lnTo>
                  <a:pt x="581025" y="1162050"/>
                </a:lnTo>
                <a:lnTo>
                  <a:pt x="571500" y="1162050"/>
                </a:lnTo>
                <a:close/>
                <a:moveTo>
                  <a:pt x="0" y="1152525"/>
                </a:moveTo>
                <a:lnTo>
                  <a:pt x="9525" y="1152525"/>
                </a:lnTo>
                <a:lnTo>
                  <a:pt x="9525" y="1162050"/>
                </a:lnTo>
                <a:lnTo>
                  <a:pt x="0" y="1162050"/>
                </a:lnTo>
                <a:close/>
                <a:moveTo>
                  <a:pt x="590550" y="1152525"/>
                </a:moveTo>
                <a:lnTo>
                  <a:pt x="600075" y="1152525"/>
                </a:lnTo>
                <a:lnTo>
                  <a:pt x="600075" y="1162050"/>
                </a:lnTo>
                <a:lnTo>
                  <a:pt x="590550" y="1162050"/>
                </a:lnTo>
                <a:close/>
                <a:moveTo>
                  <a:pt x="771525" y="1152525"/>
                </a:moveTo>
                <a:lnTo>
                  <a:pt x="781050" y="1152525"/>
                </a:lnTo>
                <a:lnTo>
                  <a:pt x="781050" y="1228725"/>
                </a:lnTo>
                <a:lnTo>
                  <a:pt x="790575" y="1228725"/>
                </a:lnTo>
                <a:lnTo>
                  <a:pt x="790575" y="1238250"/>
                </a:lnTo>
                <a:lnTo>
                  <a:pt x="762000" y="1238250"/>
                </a:lnTo>
                <a:lnTo>
                  <a:pt x="762000" y="1228725"/>
                </a:lnTo>
                <a:lnTo>
                  <a:pt x="771525" y="1228725"/>
                </a:lnTo>
                <a:close/>
                <a:moveTo>
                  <a:pt x="19050" y="1162050"/>
                </a:moveTo>
                <a:lnTo>
                  <a:pt x="28575" y="1162050"/>
                </a:lnTo>
                <a:lnTo>
                  <a:pt x="28575" y="1171575"/>
                </a:lnTo>
                <a:lnTo>
                  <a:pt x="19050" y="1171575"/>
                </a:lnTo>
                <a:close/>
                <a:moveTo>
                  <a:pt x="390525" y="1162050"/>
                </a:moveTo>
                <a:lnTo>
                  <a:pt x="400050" y="1162050"/>
                </a:lnTo>
                <a:lnTo>
                  <a:pt x="400050" y="1181100"/>
                </a:lnTo>
                <a:lnTo>
                  <a:pt x="390525" y="1181100"/>
                </a:lnTo>
                <a:close/>
                <a:moveTo>
                  <a:pt x="533400" y="1162050"/>
                </a:moveTo>
                <a:lnTo>
                  <a:pt x="552450" y="1162050"/>
                </a:lnTo>
                <a:lnTo>
                  <a:pt x="552450" y="1171575"/>
                </a:lnTo>
                <a:lnTo>
                  <a:pt x="533400" y="1171575"/>
                </a:lnTo>
                <a:close/>
                <a:moveTo>
                  <a:pt x="371475" y="1171575"/>
                </a:moveTo>
                <a:lnTo>
                  <a:pt x="381000" y="1171575"/>
                </a:lnTo>
                <a:lnTo>
                  <a:pt x="381000" y="1181100"/>
                </a:lnTo>
                <a:lnTo>
                  <a:pt x="390525" y="1181100"/>
                </a:lnTo>
                <a:lnTo>
                  <a:pt x="390525" y="1190625"/>
                </a:lnTo>
                <a:lnTo>
                  <a:pt x="371475" y="1190625"/>
                </a:lnTo>
                <a:lnTo>
                  <a:pt x="371475" y="1200150"/>
                </a:lnTo>
                <a:lnTo>
                  <a:pt x="381000" y="1200150"/>
                </a:lnTo>
                <a:lnTo>
                  <a:pt x="381000" y="1219200"/>
                </a:lnTo>
                <a:lnTo>
                  <a:pt x="371475" y="1219200"/>
                </a:lnTo>
                <a:lnTo>
                  <a:pt x="371475" y="1238250"/>
                </a:lnTo>
                <a:lnTo>
                  <a:pt x="361950" y="1238250"/>
                </a:lnTo>
                <a:lnTo>
                  <a:pt x="361950" y="1247775"/>
                </a:lnTo>
                <a:lnTo>
                  <a:pt x="342900" y="1247775"/>
                </a:lnTo>
                <a:lnTo>
                  <a:pt x="342900" y="1257300"/>
                </a:lnTo>
                <a:lnTo>
                  <a:pt x="323850" y="1257300"/>
                </a:lnTo>
                <a:lnTo>
                  <a:pt x="323850" y="1266825"/>
                </a:lnTo>
                <a:lnTo>
                  <a:pt x="333375" y="1266825"/>
                </a:lnTo>
                <a:lnTo>
                  <a:pt x="333375" y="1285875"/>
                </a:lnTo>
                <a:lnTo>
                  <a:pt x="323850" y="1285875"/>
                </a:lnTo>
                <a:lnTo>
                  <a:pt x="323850" y="1295400"/>
                </a:lnTo>
                <a:lnTo>
                  <a:pt x="304800" y="1295400"/>
                </a:lnTo>
                <a:lnTo>
                  <a:pt x="304800" y="1304925"/>
                </a:lnTo>
                <a:lnTo>
                  <a:pt x="295275" y="1304925"/>
                </a:lnTo>
                <a:lnTo>
                  <a:pt x="295275" y="1247775"/>
                </a:lnTo>
                <a:lnTo>
                  <a:pt x="314325" y="1247775"/>
                </a:lnTo>
                <a:lnTo>
                  <a:pt x="314325" y="1238250"/>
                </a:lnTo>
                <a:lnTo>
                  <a:pt x="323850" y="1238250"/>
                </a:lnTo>
                <a:lnTo>
                  <a:pt x="323850" y="1228725"/>
                </a:lnTo>
                <a:lnTo>
                  <a:pt x="314325" y="1228725"/>
                </a:lnTo>
                <a:lnTo>
                  <a:pt x="314325" y="1219200"/>
                </a:lnTo>
                <a:lnTo>
                  <a:pt x="295275" y="1219200"/>
                </a:lnTo>
                <a:lnTo>
                  <a:pt x="295275" y="1190625"/>
                </a:lnTo>
                <a:lnTo>
                  <a:pt x="304800" y="1190625"/>
                </a:lnTo>
                <a:lnTo>
                  <a:pt x="304800" y="1181100"/>
                </a:lnTo>
                <a:lnTo>
                  <a:pt x="323850" y="1181100"/>
                </a:lnTo>
                <a:lnTo>
                  <a:pt x="323850" y="1190625"/>
                </a:lnTo>
                <a:lnTo>
                  <a:pt x="333375" y="1190625"/>
                </a:lnTo>
                <a:lnTo>
                  <a:pt x="333375" y="1200150"/>
                </a:lnTo>
                <a:lnTo>
                  <a:pt x="352425" y="1200150"/>
                </a:lnTo>
                <a:lnTo>
                  <a:pt x="352425" y="1190625"/>
                </a:lnTo>
                <a:lnTo>
                  <a:pt x="361950" y="1190625"/>
                </a:lnTo>
                <a:lnTo>
                  <a:pt x="361950" y="1181100"/>
                </a:lnTo>
                <a:lnTo>
                  <a:pt x="371475" y="1181100"/>
                </a:lnTo>
                <a:close/>
                <a:moveTo>
                  <a:pt x="647700" y="1181100"/>
                </a:moveTo>
                <a:lnTo>
                  <a:pt x="657225" y="1181100"/>
                </a:lnTo>
                <a:lnTo>
                  <a:pt x="657225" y="1190625"/>
                </a:lnTo>
                <a:lnTo>
                  <a:pt x="647700" y="1190625"/>
                </a:lnTo>
                <a:close/>
                <a:moveTo>
                  <a:pt x="590550" y="1190625"/>
                </a:moveTo>
                <a:lnTo>
                  <a:pt x="600075" y="1190625"/>
                </a:lnTo>
                <a:lnTo>
                  <a:pt x="600075" y="1209675"/>
                </a:lnTo>
                <a:lnTo>
                  <a:pt x="590550" y="1209675"/>
                </a:lnTo>
                <a:close/>
                <a:moveTo>
                  <a:pt x="0" y="1228725"/>
                </a:moveTo>
                <a:lnTo>
                  <a:pt x="19050" y="1228725"/>
                </a:lnTo>
                <a:lnTo>
                  <a:pt x="19050" y="1247775"/>
                </a:lnTo>
                <a:lnTo>
                  <a:pt x="0" y="1247775"/>
                </a:lnTo>
                <a:close/>
                <a:moveTo>
                  <a:pt x="723900" y="1228725"/>
                </a:moveTo>
                <a:lnTo>
                  <a:pt x="733425" y="1228725"/>
                </a:lnTo>
                <a:lnTo>
                  <a:pt x="733425" y="1238250"/>
                </a:lnTo>
                <a:lnTo>
                  <a:pt x="742950" y="1238250"/>
                </a:lnTo>
                <a:lnTo>
                  <a:pt x="742950" y="1247775"/>
                </a:lnTo>
                <a:lnTo>
                  <a:pt x="723900" y="1247775"/>
                </a:lnTo>
                <a:close/>
                <a:moveTo>
                  <a:pt x="647700" y="1238250"/>
                </a:moveTo>
                <a:lnTo>
                  <a:pt x="676275" y="1238250"/>
                </a:lnTo>
                <a:lnTo>
                  <a:pt x="676275" y="1266825"/>
                </a:lnTo>
                <a:lnTo>
                  <a:pt x="647700" y="1266825"/>
                </a:lnTo>
                <a:close/>
                <a:moveTo>
                  <a:pt x="790575" y="1238250"/>
                </a:moveTo>
                <a:lnTo>
                  <a:pt x="800100" y="1238250"/>
                </a:lnTo>
                <a:lnTo>
                  <a:pt x="800100" y="1247775"/>
                </a:lnTo>
                <a:lnTo>
                  <a:pt x="790575" y="1247775"/>
                </a:lnTo>
                <a:close/>
                <a:moveTo>
                  <a:pt x="609600" y="1257300"/>
                </a:moveTo>
                <a:lnTo>
                  <a:pt x="619125" y="1257300"/>
                </a:lnTo>
                <a:lnTo>
                  <a:pt x="619125" y="1323975"/>
                </a:lnTo>
                <a:lnTo>
                  <a:pt x="609600" y="1323975"/>
                </a:lnTo>
                <a:close/>
                <a:moveTo>
                  <a:pt x="828675" y="1276350"/>
                </a:moveTo>
                <a:lnTo>
                  <a:pt x="838200" y="1276350"/>
                </a:lnTo>
                <a:lnTo>
                  <a:pt x="838200" y="1285875"/>
                </a:lnTo>
                <a:lnTo>
                  <a:pt x="828675" y="1285875"/>
                </a:lnTo>
                <a:close/>
                <a:moveTo>
                  <a:pt x="847725" y="1285875"/>
                </a:moveTo>
                <a:lnTo>
                  <a:pt x="857250" y="1285875"/>
                </a:lnTo>
                <a:lnTo>
                  <a:pt x="857250" y="1295400"/>
                </a:lnTo>
                <a:lnTo>
                  <a:pt x="847725" y="1295400"/>
                </a:lnTo>
                <a:close/>
                <a:moveTo>
                  <a:pt x="666750" y="1295400"/>
                </a:moveTo>
                <a:lnTo>
                  <a:pt x="676275" y="1295400"/>
                </a:lnTo>
                <a:lnTo>
                  <a:pt x="676275" y="1304925"/>
                </a:lnTo>
                <a:lnTo>
                  <a:pt x="666750" y="1304925"/>
                </a:lnTo>
                <a:close/>
                <a:moveTo>
                  <a:pt x="866775" y="1295400"/>
                </a:moveTo>
                <a:lnTo>
                  <a:pt x="876300" y="1295400"/>
                </a:lnTo>
                <a:lnTo>
                  <a:pt x="876300" y="1304925"/>
                </a:lnTo>
                <a:lnTo>
                  <a:pt x="866775" y="1304925"/>
                </a:lnTo>
                <a:close/>
                <a:moveTo>
                  <a:pt x="885825" y="1295400"/>
                </a:moveTo>
                <a:lnTo>
                  <a:pt x="895350" y="1295400"/>
                </a:lnTo>
                <a:lnTo>
                  <a:pt x="895350" y="1304925"/>
                </a:lnTo>
                <a:lnTo>
                  <a:pt x="885825" y="1304925"/>
                </a:lnTo>
                <a:close/>
                <a:moveTo>
                  <a:pt x="1038225" y="1295400"/>
                </a:moveTo>
                <a:lnTo>
                  <a:pt x="1057275" y="1295400"/>
                </a:lnTo>
                <a:lnTo>
                  <a:pt x="1057275" y="1304925"/>
                </a:lnTo>
                <a:lnTo>
                  <a:pt x="1038225" y="1304925"/>
                </a:lnTo>
                <a:close/>
                <a:moveTo>
                  <a:pt x="676275" y="1304925"/>
                </a:moveTo>
                <a:lnTo>
                  <a:pt x="685800" y="1304925"/>
                </a:lnTo>
                <a:lnTo>
                  <a:pt x="685800" y="1314450"/>
                </a:lnTo>
                <a:lnTo>
                  <a:pt x="676275" y="1314450"/>
                </a:lnTo>
                <a:close/>
                <a:moveTo>
                  <a:pt x="247650" y="1323975"/>
                </a:moveTo>
                <a:lnTo>
                  <a:pt x="257175" y="1323975"/>
                </a:lnTo>
                <a:lnTo>
                  <a:pt x="257175" y="1333500"/>
                </a:lnTo>
                <a:lnTo>
                  <a:pt x="247650" y="1333500"/>
                </a:lnTo>
                <a:close/>
                <a:moveTo>
                  <a:pt x="85725" y="1333500"/>
                </a:moveTo>
                <a:lnTo>
                  <a:pt x="95250" y="1333500"/>
                </a:lnTo>
                <a:lnTo>
                  <a:pt x="95250" y="1343025"/>
                </a:lnTo>
                <a:lnTo>
                  <a:pt x="114300" y="1343025"/>
                </a:lnTo>
                <a:lnTo>
                  <a:pt x="114300" y="1352550"/>
                </a:lnTo>
                <a:lnTo>
                  <a:pt x="123825" y="1352550"/>
                </a:lnTo>
                <a:lnTo>
                  <a:pt x="123825" y="1362075"/>
                </a:lnTo>
                <a:lnTo>
                  <a:pt x="161925" y="1362075"/>
                </a:lnTo>
                <a:lnTo>
                  <a:pt x="161925" y="1371600"/>
                </a:lnTo>
                <a:lnTo>
                  <a:pt x="152400" y="1371600"/>
                </a:lnTo>
                <a:lnTo>
                  <a:pt x="152400" y="1381125"/>
                </a:lnTo>
                <a:lnTo>
                  <a:pt x="123825" y="1381125"/>
                </a:lnTo>
                <a:lnTo>
                  <a:pt x="123825" y="1371600"/>
                </a:lnTo>
                <a:lnTo>
                  <a:pt x="95250" y="1371600"/>
                </a:lnTo>
                <a:lnTo>
                  <a:pt x="95250" y="1362075"/>
                </a:lnTo>
                <a:lnTo>
                  <a:pt x="85725" y="1362075"/>
                </a:lnTo>
                <a:close/>
                <a:moveTo>
                  <a:pt x="257175" y="1333500"/>
                </a:moveTo>
                <a:lnTo>
                  <a:pt x="266700" y="1333500"/>
                </a:lnTo>
                <a:lnTo>
                  <a:pt x="266700" y="1362075"/>
                </a:lnTo>
                <a:lnTo>
                  <a:pt x="257175" y="1362075"/>
                </a:lnTo>
                <a:close/>
                <a:moveTo>
                  <a:pt x="390525" y="1343025"/>
                </a:moveTo>
                <a:lnTo>
                  <a:pt x="400050" y="1343025"/>
                </a:lnTo>
                <a:lnTo>
                  <a:pt x="400050" y="1352550"/>
                </a:lnTo>
                <a:lnTo>
                  <a:pt x="390525" y="1352550"/>
                </a:lnTo>
                <a:close/>
                <a:moveTo>
                  <a:pt x="609600" y="1343025"/>
                </a:moveTo>
                <a:lnTo>
                  <a:pt x="619125" y="1343025"/>
                </a:lnTo>
                <a:lnTo>
                  <a:pt x="619125" y="1390650"/>
                </a:lnTo>
                <a:lnTo>
                  <a:pt x="609600" y="1390650"/>
                </a:lnTo>
                <a:close/>
                <a:moveTo>
                  <a:pt x="647700" y="1343025"/>
                </a:moveTo>
                <a:lnTo>
                  <a:pt x="657225" y="1343025"/>
                </a:lnTo>
                <a:lnTo>
                  <a:pt x="657225" y="1352550"/>
                </a:lnTo>
                <a:lnTo>
                  <a:pt x="647700" y="1352550"/>
                </a:lnTo>
                <a:close/>
                <a:moveTo>
                  <a:pt x="571500" y="1362075"/>
                </a:moveTo>
                <a:lnTo>
                  <a:pt x="581025" y="1362075"/>
                </a:lnTo>
                <a:lnTo>
                  <a:pt x="581025" y="1371600"/>
                </a:lnTo>
                <a:lnTo>
                  <a:pt x="571500" y="1371600"/>
                </a:lnTo>
                <a:close/>
                <a:moveTo>
                  <a:pt x="590550" y="1362075"/>
                </a:moveTo>
                <a:lnTo>
                  <a:pt x="600075" y="1362075"/>
                </a:lnTo>
                <a:lnTo>
                  <a:pt x="600075" y="1381125"/>
                </a:lnTo>
                <a:lnTo>
                  <a:pt x="590550" y="1381125"/>
                </a:lnTo>
                <a:close/>
                <a:moveTo>
                  <a:pt x="161925" y="1371600"/>
                </a:moveTo>
                <a:lnTo>
                  <a:pt x="200025" y="1371600"/>
                </a:lnTo>
                <a:lnTo>
                  <a:pt x="200025" y="1381125"/>
                </a:lnTo>
                <a:lnTo>
                  <a:pt x="190500" y="1381125"/>
                </a:lnTo>
                <a:lnTo>
                  <a:pt x="190500" y="1390650"/>
                </a:lnTo>
                <a:lnTo>
                  <a:pt x="161925" y="1390650"/>
                </a:lnTo>
                <a:close/>
                <a:moveTo>
                  <a:pt x="685800" y="1371600"/>
                </a:moveTo>
                <a:lnTo>
                  <a:pt x="695325" y="1371600"/>
                </a:lnTo>
                <a:lnTo>
                  <a:pt x="695325" y="1390650"/>
                </a:lnTo>
                <a:lnTo>
                  <a:pt x="685800" y="1390650"/>
                </a:lnTo>
                <a:close/>
                <a:moveTo>
                  <a:pt x="200025" y="1381125"/>
                </a:moveTo>
                <a:lnTo>
                  <a:pt x="209550" y="1381125"/>
                </a:lnTo>
                <a:lnTo>
                  <a:pt x="209550" y="1390650"/>
                </a:lnTo>
                <a:lnTo>
                  <a:pt x="200025" y="1390650"/>
                </a:lnTo>
                <a:close/>
                <a:moveTo>
                  <a:pt x="371475" y="1390650"/>
                </a:moveTo>
                <a:lnTo>
                  <a:pt x="381000" y="1390650"/>
                </a:lnTo>
                <a:lnTo>
                  <a:pt x="381000" y="1409700"/>
                </a:lnTo>
                <a:lnTo>
                  <a:pt x="352425" y="1409700"/>
                </a:lnTo>
                <a:lnTo>
                  <a:pt x="352425" y="1400175"/>
                </a:lnTo>
                <a:lnTo>
                  <a:pt x="371475" y="1400175"/>
                </a:lnTo>
                <a:close/>
                <a:moveTo>
                  <a:pt x="247650" y="1409700"/>
                </a:moveTo>
                <a:lnTo>
                  <a:pt x="257175" y="1409700"/>
                </a:lnTo>
                <a:lnTo>
                  <a:pt x="257175" y="1428750"/>
                </a:lnTo>
                <a:lnTo>
                  <a:pt x="247650" y="1428750"/>
                </a:lnTo>
                <a:close/>
                <a:moveTo>
                  <a:pt x="266700" y="1409700"/>
                </a:moveTo>
                <a:lnTo>
                  <a:pt x="276225" y="1409700"/>
                </a:lnTo>
                <a:lnTo>
                  <a:pt x="276225" y="1419225"/>
                </a:lnTo>
                <a:lnTo>
                  <a:pt x="266700" y="1419225"/>
                </a:lnTo>
                <a:close/>
                <a:moveTo>
                  <a:pt x="342900" y="1457325"/>
                </a:moveTo>
                <a:lnTo>
                  <a:pt x="352425" y="1457325"/>
                </a:lnTo>
                <a:lnTo>
                  <a:pt x="352425" y="1485900"/>
                </a:lnTo>
                <a:lnTo>
                  <a:pt x="342900" y="1485900"/>
                </a:lnTo>
                <a:lnTo>
                  <a:pt x="342900" y="1476375"/>
                </a:lnTo>
                <a:lnTo>
                  <a:pt x="333375" y="1476375"/>
                </a:lnTo>
                <a:lnTo>
                  <a:pt x="333375" y="1466850"/>
                </a:lnTo>
                <a:lnTo>
                  <a:pt x="342900" y="1466850"/>
                </a:lnTo>
                <a:close/>
                <a:moveTo>
                  <a:pt x="333375" y="1485900"/>
                </a:moveTo>
                <a:lnTo>
                  <a:pt x="342900" y="1485900"/>
                </a:lnTo>
                <a:lnTo>
                  <a:pt x="342900" y="1495425"/>
                </a:lnTo>
                <a:lnTo>
                  <a:pt x="333375" y="1495425"/>
                </a:lnTo>
                <a:close/>
                <a:moveTo>
                  <a:pt x="381000" y="1552575"/>
                </a:moveTo>
                <a:lnTo>
                  <a:pt x="409575" y="1552575"/>
                </a:lnTo>
                <a:lnTo>
                  <a:pt x="409575" y="1571625"/>
                </a:lnTo>
                <a:lnTo>
                  <a:pt x="390525" y="1571625"/>
                </a:lnTo>
                <a:lnTo>
                  <a:pt x="390525" y="1581150"/>
                </a:lnTo>
                <a:lnTo>
                  <a:pt x="381000" y="1581150"/>
                </a:lnTo>
                <a:lnTo>
                  <a:pt x="381000" y="1590675"/>
                </a:lnTo>
                <a:lnTo>
                  <a:pt x="352425" y="1590675"/>
                </a:lnTo>
                <a:lnTo>
                  <a:pt x="352425" y="1581150"/>
                </a:lnTo>
                <a:lnTo>
                  <a:pt x="361950" y="1581150"/>
                </a:lnTo>
                <a:lnTo>
                  <a:pt x="361950" y="1571625"/>
                </a:lnTo>
                <a:lnTo>
                  <a:pt x="371475" y="1571625"/>
                </a:lnTo>
                <a:lnTo>
                  <a:pt x="371475" y="1562100"/>
                </a:lnTo>
                <a:lnTo>
                  <a:pt x="381000" y="1562100"/>
                </a:lnTo>
                <a:close/>
                <a:moveTo>
                  <a:pt x="209550" y="1590675"/>
                </a:moveTo>
                <a:lnTo>
                  <a:pt x="219075" y="1590675"/>
                </a:lnTo>
                <a:lnTo>
                  <a:pt x="219075" y="1600200"/>
                </a:lnTo>
                <a:lnTo>
                  <a:pt x="209550" y="1600200"/>
                </a:lnTo>
                <a:close/>
                <a:moveTo>
                  <a:pt x="228600" y="1600200"/>
                </a:moveTo>
                <a:lnTo>
                  <a:pt x="238125" y="1600200"/>
                </a:lnTo>
                <a:lnTo>
                  <a:pt x="238125" y="1609725"/>
                </a:lnTo>
                <a:lnTo>
                  <a:pt x="228600" y="1609725"/>
                </a:lnTo>
                <a:close/>
                <a:moveTo>
                  <a:pt x="238125" y="1666875"/>
                </a:moveTo>
                <a:lnTo>
                  <a:pt x="247650" y="1666875"/>
                </a:lnTo>
                <a:lnTo>
                  <a:pt x="247650" y="1685925"/>
                </a:lnTo>
                <a:lnTo>
                  <a:pt x="238125" y="1685925"/>
                </a:lnTo>
                <a:close/>
                <a:moveTo>
                  <a:pt x="219075" y="1704975"/>
                </a:moveTo>
                <a:lnTo>
                  <a:pt x="228600" y="1704975"/>
                </a:lnTo>
                <a:lnTo>
                  <a:pt x="228600" y="1714500"/>
                </a:lnTo>
                <a:lnTo>
                  <a:pt x="238125" y="1714500"/>
                </a:lnTo>
                <a:lnTo>
                  <a:pt x="238125" y="1704975"/>
                </a:lnTo>
                <a:lnTo>
                  <a:pt x="247650" y="1704975"/>
                </a:lnTo>
                <a:lnTo>
                  <a:pt x="247650" y="1733550"/>
                </a:lnTo>
                <a:lnTo>
                  <a:pt x="238125" y="1733550"/>
                </a:lnTo>
                <a:lnTo>
                  <a:pt x="238125" y="1743075"/>
                </a:lnTo>
                <a:lnTo>
                  <a:pt x="219075" y="1743075"/>
                </a:lnTo>
                <a:lnTo>
                  <a:pt x="219075" y="1724025"/>
                </a:lnTo>
                <a:lnTo>
                  <a:pt x="200025" y="1724025"/>
                </a:lnTo>
                <a:lnTo>
                  <a:pt x="200025" y="1714500"/>
                </a:lnTo>
                <a:lnTo>
                  <a:pt x="219075" y="1714500"/>
                </a:lnTo>
                <a:close/>
              </a:path>
            </a:pathLst>
          </a:custGeom>
          <a:solidFill xmlns:a="http://schemas.openxmlformats.org/drawingml/2006/main">
            <a:srgbClr val="F9F7F2"/>
          </a:solidFill>
          <a:ln xmlns:a="http://schemas.openxmlformats.org/drawingml/2006/main" w="0">
            <a:noFill/>
          </a:ln>
        </p:spPr>
      </p:sp>
      <p:sp>
        <p:nvSpPr>
          <p:cNvPr id="61" name="turno2 vector #f6f7f1">
            <a:extLst xmlns:a="http://schemas.openxmlformats.org/drawingml/2006/main">
              <a:ext uri="{FF2B5EF4-FFF2-40B4-BE49-F238E27FC236}">
                <a16:creationId xmlns:a16="http://schemas.microsoft.com/office/drawing/2014/main" id="{FC297DF5-3EF5-4ACA-AE71-F496B6E3CE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86975" y="2514600"/>
            <a:ext cx="1828800" cy="2724150"/>
          </a:xfrm>
          <a:custGeom xmlns:a="http://schemas.openxmlformats.org/drawingml/2006/main">
            <a:pathLst>
              <a:path w="1181100" h="1762125">
                <a:moveTo>
                  <a:pt x="571500" y="19050"/>
                </a:moveTo>
                <a:lnTo>
                  <a:pt x="600075" y="19050"/>
                </a:lnTo>
                <a:lnTo>
                  <a:pt x="600075" y="28575"/>
                </a:lnTo>
                <a:lnTo>
                  <a:pt x="571500" y="28575"/>
                </a:lnTo>
                <a:close/>
                <a:moveTo>
                  <a:pt x="638175" y="19050"/>
                </a:moveTo>
                <a:lnTo>
                  <a:pt x="647700" y="19050"/>
                </a:lnTo>
                <a:lnTo>
                  <a:pt x="647700" y="28575"/>
                </a:lnTo>
                <a:lnTo>
                  <a:pt x="638175" y="28575"/>
                </a:lnTo>
                <a:close/>
                <a:moveTo>
                  <a:pt x="561975" y="28575"/>
                </a:moveTo>
                <a:lnTo>
                  <a:pt x="571500" y="28575"/>
                </a:lnTo>
                <a:lnTo>
                  <a:pt x="571500" y="38100"/>
                </a:lnTo>
                <a:lnTo>
                  <a:pt x="561975" y="38100"/>
                </a:lnTo>
                <a:close/>
                <a:moveTo>
                  <a:pt x="666750" y="28575"/>
                </a:moveTo>
                <a:lnTo>
                  <a:pt x="676275" y="28575"/>
                </a:lnTo>
                <a:lnTo>
                  <a:pt x="676275" y="38100"/>
                </a:lnTo>
                <a:lnTo>
                  <a:pt x="666750" y="38100"/>
                </a:lnTo>
                <a:close/>
                <a:moveTo>
                  <a:pt x="514350" y="47625"/>
                </a:moveTo>
                <a:lnTo>
                  <a:pt x="533400" y="47625"/>
                </a:lnTo>
                <a:lnTo>
                  <a:pt x="533400" y="57150"/>
                </a:lnTo>
                <a:lnTo>
                  <a:pt x="514350" y="57150"/>
                </a:lnTo>
                <a:close/>
                <a:moveTo>
                  <a:pt x="847725" y="57150"/>
                </a:moveTo>
                <a:lnTo>
                  <a:pt x="857250" y="57150"/>
                </a:lnTo>
                <a:lnTo>
                  <a:pt x="857250" y="66675"/>
                </a:lnTo>
                <a:lnTo>
                  <a:pt x="847725" y="66675"/>
                </a:lnTo>
                <a:close/>
                <a:moveTo>
                  <a:pt x="523875" y="66675"/>
                </a:moveTo>
                <a:lnTo>
                  <a:pt x="533400" y="66675"/>
                </a:lnTo>
                <a:lnTo>
                  <a:pt x="533400" y="76200"/>
                </a:lnTo>
                <a:lnTo>
                  <a:pt x="523875" y="76200"/>
                </a:lnTo>
                <a:close/>
                <a:moveTo>
                  <a:pt x="857250" y="66675"/>
                </a:moveTo>
                <a:lnTo>
                  <a:pt x="866775" y="66675"/>
                </a:lnTo>
                <a:lnTo>
                  <a:pt x="866775" y="76200"/>
                </a:lnTo>
                <a:lnTo>
                  <a:pt x="857250" y="76200"/>
                </a:lnTo>
                <a:close/>
                <a:moveTo>
                  <a:pt x="419100" y="76200"/>
                </a:moveTo>
                <a:lnTo>
                  <a:pt x="438150" y="76200"/>
                </a:lnTo>
                <a:lnTo>
                  <a:pt x="438150" y="85725"/>
                </a:lnTo>
                <a:lnTo>
                  <a:pt x="419100" y="85725"/>
                </a:lnTo>
                <a:close/>
                <a:moveTo>
                  <a:pt x="628650" y="85725"/>
                </a:moveTo>
                <a:lnTo>
                  <a:pt x="638175" y="85725"/>
                </a:lnTo>
                <a:lnTo>
                  <a:pt x="638175" y="95250"/>
                </a:lnTo>
                <a:lnTo>
                  <a:pt x="628650" y="95250"/>
                </a:lnTo>
                <a:close/>
                <a:moveTo>
                  <a:pt x="790575" y="85725"/>
                </a:moveTo>
                <a:lnTo>
                  <a:pt x="819150" y="85725"/>
                </a:lnTo>
                <a:lnTo>
                  <a:pt x="819150" y="104775"/>
                </a:lnTo>
                <a:lnTo>
                  <a:pt x="809625" y="104775"/>
                </a:lnTo>
                <a:lnTo>
                  <a:pt x="809625" y="95250"/>
                </a:lnTo>
                <a:lnTo>
                  <a:pt x="800100" y="95250"/>
                </a:lnTo>
                <a:lnTo>
                  <a:pt x="800100" y="104775"/>
                </a:lnTo>
                <a:lnTo>
                  <a:pt x="790575" y="104775"/>
                </a:lnTo>
                <a:close/>
                <a:moveTo>
                  <a:pt x="714375" y="95250"/>
                </a:moveTo>
                <a:lnTo>
                  <a:pt x="723900" y="95250"/>
                </a:lnTo>
                <a:lnTo>
                  <a:pt x="723900" y="104775"/>
                </a:lnTo>
                <a:lnTo>
                  <a:pt x="733425" y="104775"/>
                </a:lnTo>
                <a:lnTo>
                  <a:pt x="733425" y="95250"/>
                </a:lnTo>
                <a:lnTo>
                  <a:pt x="762000" y="95250"/>
                </a:lnTo>
                <a:lnTo>
                  <a:pt x="762000" y="104775"/>
                </a:lnTo>
                <a:lnTo>
                  <a:pt x="781050" y="104775"/>
                </a:lnTo>
                <a:lnTo>
                  <a:pt x="781050" y="114300"/>
                </a:lnTo>
                <a:lnTo>
                  <a:pt x="790575" y="114300"/>
                </a:lnTo>
                <a:lnTo>
                  <a:pt x="790575" y="152400"/>
                </a:lnTo>
                <a:lnTo>
                  <a:pt x="781050" y="152400"/>
                </a:lnTo>
                <a:lnTo>
                  <a:pt x="781050" y="171450"/>
                </a:lnTo>
                <a:lnTo>
                  <a:pt x="790575" y="171450"/>
                </a:lnTo>
                <a:lnTo>
                  <a:pt x="790575" y="180975"/>
                </a:lnTo>
                <a:lnTo>
                  <a:pt x="762000" y="180975"/>
                </a:lnTo>
                <a:lnTo>
                  <a:pt x="762000" y="171450"/>
                </a:lnTo>
                <a:lnTo>
                  <a:pt x="752475" y="171450"/>
                </a:lnTo>
                <a:lnTo>
                  <a:pt x="752475" y="152400"/>
                </a:lnTo>
                <a:lnTo>
                  <a:pt x="742950" y="152400"/>
                </a:lnTo>
                <a:lnTo>
                  <a:pt x="742950" y="142875"/>
                </a:lnTo>
                <a:lnTo>
                  <a:pt x="733425" y="142875"/>
                </a:lnTo>
                <a:lnTo>
                  <a:pt x="733425" y="123825"/>
                </a:lnTo>
                <a:lnTo>
                  <a:pt x="723900" y="123825"/>
                </a:lnTo>
                <a:lnTo>
                  <a:pt x="723900" y="133350"/>
                </a:lnTo>
                <a:lnTo>
                  <a:pt x="714375" y="133350"/>
                </a:lnTo>
                <a:close/>
                <a:moveTo>
                  <a:pt x="381000" y="104775"/>
                </a:moveTo>
                <a:lnTo>
                  <a:pt x="390525" y="104775"/>
                </a:lnTo>
                <a:lnTo>
                  <a:pt x="390525" y="123825"/>
                </a:lnTo>
                <a:lnTo>
                  <a:pt x="419100" y="123825"/>
                </a:lnTo>
                <a:lnTo>
                  <a:pt x="419100" y="171450"/>
                </a:lnTo>
                <a:lnTo>
                  <a:pt x="400050" y="171450"/>
                </a:lnTo>
                <a:lnTo>
                  <a:pt x="400050" y="161925"/>
                </a:lnTo>
                <a:lnTo>
                  <a:pt x="381000" y="161925"/>
                </a:lnTo>
                <a:lnTo>
                  <a:pt x="381000" y="152400"/>
                </a:lnTo>
                <a:lnTo>
                  <a:pt x="371475" y="152400"/>
                </a:lnTo>
                <a:lnTo>
                  <a:pt x="371475" y="123825"/>
                </a:lnTo>
                <a:lnTo>
                  <a:pt x="381000" y="123825"/>
                </a:lnTo>
                <a:close/>
                <a:moveTo>
                  <a:pt x="866775" y="104775"/>
                </a:moveTo>
                <a:lnTo>
                  <a:pt x="876300" y="104775"/>
                </a:lnTo>
                <a:lnTo>
                  <a:pt x="876300" y="123825"/>
                </a:lnTo>
                <a:lnTo>
                  <a:pt x="857250" y="123825"/>
                </a:lnTo>
                <a:lnTo>
                  <a:pt x="857250" y="114300"/>
                </a:lnTo>
                <a:lnTo>
                  <a:pt x="866775" y="114300"/>
                </a:lnTo>
                <a:close/>
                <a:moveTo>
                  <a:pt x="552450" y="114300"/>
                </a:moveTo>
                <a:lnTo>
                  <a:pt x="571500" y="114300"/>
                </a:lnTo>
                <a:lnTo>
                  <a:pt x="571500" y="123825"/>
                </a:lnTo>
                <a:lnTo>
                  <a:pt x="552450" y="123825"/>
                </a:lnTo>
                <a:close/>
                <a:moveTo>
                  <a:pt x="466725" y="123825"/>
                </a:moveTo>
                <a:lnTo>
                  <a:pt x="476250" y="123825"/>
                </a:lnTo>
                <a:lnTo>
                  <a:pt x="476250" y="133350"/>
                </a:lnTo>
                <a:lnTo>
                  <a:pt x="485775" y="133350"/>
                </a:lnTo>
                <a:lnTo>
                  <a:pt x="485775" y="152400"/>
                </a:lnTo>
                <a:lnTo>
                  <a:pt x="476250" y="152400"/>
                </a:lnTo>
                <a:lnTo>
                  <a:pt x="476250" y="171450"/>
                </a:lnTo>
                <a:lnTo>
                  <a:pt x="466725" y="171450"/>
                </a:lnTo>
                <a:lnTo>
                  <a:pt x="466725" y="180975"/>
                </a:lnTo>
                <a:lnTo>
                  <a:pt x="457200" y="180975"/>
                </a:lnTo>
                <a:lnTo>
                  <a:pt x="457200" y="171450"/>
                </a:lnTo>
                <a:lnTo>
                  <a:pt x="447675" y="171450"/>
                </a:lnTo>
                <a:lnTo>
                  <a:pt x="447675" y="142875"/>
                </a:lnTo>
                <a:lnTo>
                  <a:pt x="457200" y="142875"/>
                </a:lnTo>
                <a:lnTo>
                  <a:pt x="457200" y="133350"/>
                </a:lnTo>
                <a:lnTo>
                  <a:pt x="466725" y="133350"/>
                </a:lnTo>
                <a:close/>
                <a:moveTo>
                  <a:pt x="838200" y="123825"/>
                </a:moveTo>
                <a:lnTo>
                  <a:pt x="857250" y="123825"/>
                </a:lnTo>
                <a:lnTo>
                  <a:pt x="857250" y="152400"/>
                </a:lnTo>
                <a:lnTo>
                  <a:pt x="847725" y="152400"/>
                </a:lnTo>
                <a:lnTo>
                  <a:pt x="847725" y="161925"/>
                </a:lnTo>
                <a:lnTo>
                  <a:pt x="838200" y="161925"/>
                </a:lnTo>
                <a:lnTo>
                  <a:pt x="838200" y="152400"/>
                </a:lnTo>
                <a:lnTo>
                  <a:pt x="828675" y="152400"/>
                </a:lnTo>
                <a:lnTo>
                  <a:pt x="828675" y="142875"/>
                </a:lnTo>
                <a:lnTo>
                  <a:pt x="819150" y="142875"/>
                </a:lnTo>
                <a:lnTo>
                  <a:pt x="819150" y="133350"/>
                </a:lnTo>
                <a:lnTo>
                  <a:pt x="838200" y="133350"/>
                </a:lnTo>
                <a:close/>
                <a:moveTo>
                  <a:pt x="704850" y="133350"/>
                </a:moveTo>
                <a:lnTo>
                  <a:pt x="714375" y="133350"/>
                </a:lnTo>
                <a:lnTo>
                  <a:pt x="714375" y="142875"/>
                </a:lnTo>
                <a:lnTo>
                  <a:pt x="704850" y="142875"/>
                </a:lnTo>
                <a:close/>
                <a:moveTo>
                  <a:pt x="400050" y="142875"/>
                </a:moveTo>
                <a:lnTo>
                  <a:pt x="409575" y="142875"/>
                </a:lnTo>
                <a:lnTo>
                  <a:pt x="409575" y="133350"/>
                </a:lnTo>
                <a:lnTo>
                  <a:pt x="400050" y="133350"/>
                </a:lnTo>
                <a:close/>
                <a:moveTo>
                  <a:pt x="819150" y="161925"/>
                </a:moveTo>
                <a:lnTo>
                  <a:pt x="828675" y="161925"/>
                </a:lnTo>
                <a:lnTo>
                  <a:pt x="828675" y="180975"/>
                </a:lnTo>
                <a:lnTo>
                  <a:pt x="809625" y="180975"/>
                </a:lnTo>
                <a:lnTo>
                  <a:pt x="809625" y="171450"/>
                </a:lnTo>
                <a:lnTo>
                  <a:pt x="819150" y="171450"/>
                </a:lnTo>
                <a:close/>
                <a:moveTo>
                  <a:pt x="581025" y="171450"/>
                </a:moveTo>
                <a:lnTo>
                  <a:pt x="590550" y="171450"/>
                </a:lnTo>
                <a:lnTo>
                  <a:pt x="590550" y="180975"/>
                </a:lnTo>
                <a:lnTo>
                  <a:pt x="581025" y="180975"/>
                </a:lnTo>
                <a:close/>
                <a:moveTo>
                  <a:pt x="666750" y="171450"/>
                </a:moveTo>
                <a:lnTo>
                  <a:pt x="676275" y="171450"/>
                </a:lnTo>
                <a:lnTo>
                  <a:pt x="676275" y="180975"/>
                </a:lnTo>
                <a:lnTo>
                  <a:pt x="666750" y="180975"/>
                </a:lnTo>
                <a:close/>
                <a:moveTo>
                  <a:pt x="295275" y="180975"/>
                </a:moveTo>
                <a:lnTo>
                  <a:pt x="314325" y="180975"/>
                </a:lnTo>
                <a:lnTo>
                  <a:pt x="314325" y="190500"/>
                </a:lnTo>
                <a:lnTo>
                  <a:pt x="295275" y="190500"/>
                </a:lnTo>
                <a:close/>
                <a:moveTo>
                  <a:pt x="571500" y="180975"/>
                </a:moveTo>
                <a:lnTo>
                  <a:pt x="581025" y="180975"/>
                </a:lnTo>
                <a:lnTo>
                  <a:pt x="581025" y="219075"/>
                </a:lnTo>
                <a:lnTo>
                  <a:pt x="590550" y="219075"/>
                </a:lnTo>
                <a:lnTo>
                  <a:pt x="590550" y="228600"/>
                </a:lnTo>
                <a:lnTo>
                  <a:pt x="571500" y="228600"/>
                </a:lnTo>
                <a:close/>
                <a:moveTo>
                  <a:pt x="647700" y="190500"/>
                </a:moveTo>
                <a:lnTo>
                  <a:pt x="657225" y="190500"/>
                </a:lnTo>
                <a:lnTo>
                  <a:pt x="657225" y="209550"/>
                </a:lnTo>
                <a:lnTo>
                  <a:pt x="676275" y="209550"/>
                </a:lnTo>
                <a:lnTo>
                  <a:pt x="676275" y="228600"/>
                </a:lnTo>
                <a:lnTo>
                  <a:pt x="638175" y="228600"/>
                </a:lnTo>
                <a:lnTo>
                  <a:pt x="638175" y="219075"/>
                </a:lnTo>
                <a:lnTo>
                  <a:pt x="647700" y="219075"/>
                </a:lnTo>
                <a:close/>
                <a:moveTo>
                  <a:pt x="247650" y="209550"/>
                </a:moveTo>
                <a:lnTo>
                  <a:pt x="257175" y="209550"/>
                </a:lnTo>
                <a:lnTo>
                  <a:pt x="257175" y="219075"/>
                </a:lnTo>
                <a:lnTo>
                  <a:pt x="247650" y="219075"/>
                </a:lnTo>
                <a:close/>
                <a:moveTo>
                  <a:pt x="981075" y="219075"/>
                </a:moveTo>
                <a:lnTo>
                  <a:pt x="990600" y="219075"/>
                </a:lnTo>
                <a:lnTo>
                  <a:pt x="990600" y="228600"/>
                </a:lnTo>
                <a:lnTo>
                  <a:pt x="1000125" y="228600"/>
                </a:lnTo>
                <a:lnTo>
                  <a:pt x="1000125" y="247650"/>
                </a:lnTo>
                <a:lnTo>
                  <a:pt x="990600" y="247650"/>
                </a:lnTo>
                <a:lnTo>
                  <a:pt x="990600" y="238125"/>
                </a:lnTo>
                <a:lnTo>
                  <a:pt x="981075" y="238125"/>
                </a:lnTo>
                <a:close/>
                <a:moveTo>
                  <a:pt x="295275" y="228600"/>
                </a:moveTo>
                <a:lnTo>
                  <a:pt x="304800" y="228600"/>
                </a:lnTo>
                <a:lnTo>
                  <a:pt x="304800" y="238125"/>
                </a:lnTo>
                <a:lnTo>
                  <a:pt x="295275" y="238125"/>
                </a:lnTo>
                <a:close/>
                <a:moveTo>
                  <a:pt x="628650" y="228600"/>
                </a:moveTo>
                <a:lnTo>
                  <a:pt x="638175" y="228600"/>
                </a:lnTo>
                <a:lnTo>
                  <a:pt x="638175" y="247650"/>
                </a:lnTo>
                <a:lnTo>
                  <a:pt x="628650" y="247650"/>
                </a:lnTo>
                <a:close/>
                <a:moveTo>
                  <a:pt x="438150" y="238125"/>
                </a:moveTo>
                <a:lnTo>
                  <a:pt x="447675" y="238125"/>
                </a:lnTo>
                <a:lnTo>
                  <a:pt x="447675" y="247650"/>
                </a:lnTo>
                <a:lnTo>
                  <a:pt x="438150" y="247650"/>
                </a:lnTo>
                <a:close/>
                <a:moveTo>
                  <a:pt x="504825" y="238125"/>
                </a:moveTo>
                <a:lnTo>
                  <a:pt x="514350" y="238125"/>
                </a:lnTo>
                <a:lnTo>
                  <a:pt x="514350" y="247650"/>
                </a:lnTo>
                <a:lnTo>
                  <a:pt x="504825" y="247650"/>
                </a:lnTo>
                <a:close/>
                <a:moveTo>
                  <a:pt x="914400" y="238125"/>
                </a:moveTo>
                <a:lnTo>
                  <a:pt x="923925" y="238125"/>
                </a:lnTo>
                <a:lnTo>
                  <a:pt x="923925" y="247650"/>
                </a:lnTo>
                <a:lnTo>
                  <a:pt x="914400" y="247650"/>
                </a:lnTo>
                <a:close/>
                <a:moveTo>
                  <a:pt x="219075" y="247650"/>
                </a:moveTo>
                <a:lnTo>
                  <a:pt x="228600" y="247650"/>
                </a:lnTo>
                <a:lnTo>
                  <a:pt x="228600" y="257175"/>
                </a:lnTo>
                <a:lnTo>
                  <a:pt x="238125" y="257175"/>
                </a:lnTo>
                <a:lnTo>
                  <a:pt x="238125" y="247650"/>
                </a:lnTo>
                <a:lnTo>
                  <a:pt x="257175" y="247650"/>
                </a:lnTo>
                <a:lnTo>
                  <a:pt x="257175" y="257175"/>
                </a:lnTo>
                <a:lnTo>
                  <a:pt x="276225" y="257175"/>
                </a:lnTo>
                <a:lnTo>
                  <a:pt x="276225" y="247650"/>
                </a:lnTo>
                <a:lnTo>
                  <a:pt x="304800" y="247650"/>
                </a:lnTo>
                <a:lnTo>
                  <a:pt x="304800" y="257175"/>
                </a:lnTo>
                <a:lnTo>
                  <a:pt x="295275" y="257175"/>
                </a:lnTo>
                <a:lnTo>
                  <a:pt x="295275" y="276225"/>
                </a:lnTo>
                <a:lnTo>
                  <a:pt x="304800" y="276225"/>
                </a:lnTo>
                <a:lnTo>
                  <a:pt x="304800" y="285750"/>
                </a:lnTo>
                <a:lnTo>
                  <a:pt x="285750" y="285750"/>
                </a:lnTo>
                <a:lnTo>
                  <a:pt x="285750" y="295275"/>
                </a:lnTo>
                <a:lnTo>
                  <a:pt x="276225" y="295275"/>
                </a:lnTo>
                <a:lnTo>
                  <a:pt x="276225" y="285750"/>
                </a:lnTo>
                <a:lnTo>
                  <a:pt x="228600" y="285750"/>
                </a:lnTo>
                <a:lnTo>
                  <a:pt x="228600" y="295275"/>
                </a:lnTo>
                <a:lnTo>
                  <a:pt x="209550" y="295275"/>
                </a:lnTo>
                <a:lnTo>
                  <a:pt x="209550" y="276225"/>
                </a:lnTo>
                <a:lnTo>
                  <a:pt x="219075" y="276225"/>
                </a:lnTo>
                <a:close/>
                <a:moveTo>
                  <a:pt x="342900" y="247650"/>
                </a:moveTo>
                <a:lnTo>
                  <a:pt x="352425" y="247650"/>
                </a:lnTo>
                <a:lnTo>
                  <a:pt x="352425" y="276225"/>
                </a:lnTo>
                <a:lnTo>
                  <a:pt x="342900" y="276225"/>
                </a:lnTo>
                <a:close/>
                <a:moveTo>
                  <a:pt x="638175" y="247650"/>
                </a:moveTo>
                <a:lnTo>
                  <a:pt x="647700" y="247650"/>
                </a:lnTo>
                <a:lnTo>
                  <a:pt x="647700" y="257175"/>
                </a:lnTo>
                <a:lnTo>
                  <a:pt x="638175" y="257175"/>
                </a:lnTo>
                <a:close/>
                <a:moveTo>
                  <a:pt x="885825" y="247650"/>
                </a:moveTo>
                <a:lnTo>
                  <a:pt x="895350" y="247650"/>
                </a:lnTo>
                <a:lnTo>
                  <a:pt x="895350" y="257175"/>
                </a:lnTo>
                <a:lnTo>
                  <a:pt x="885825" y="257175"/>
                </a:lnTo>
                <a:close/>
                <a:moveTo>
                  <a:pt x="923925" y="247650"/>
                </a:moveTo>
                <a:lnTo>
                  <a:pt x="933450" y="247650"/>
                </a:lnTo>
                <a:lnTo>
                  <a:pt x="933450" y="266700"/>
                </a:lnTo>
                <a:lnTo>
                  <a:pt x="923925" y="266700"/>
                </a:lnTo>
                <a:close/>
                <a:moveTo>
                  <a:pt x="647700" y="257175"/>
                </a:moveTo>
                <a:lnTo>
                  <a:pt x="685800" y="257175"/>
                </a:lnTo>
                <a:lnTo>
                  <a:pt x="685800" y="266700"/>
                </a:lnTo>
                <a:lnTo>
                  <a:pt x="704850" y="266700"/>
                </a:lnTo>
                <a:lnTo>
                  <a:pt x="704850" y="276225"/>
                </a:lnTo>
                <a:lnTo>
                  <a:pt x="714375" y="276225"/>
                </a:lnTo>
                <a:lnTo>
                  <a:pt x="714375" y="285750"/>
                </a:lnTo>
                <a:lnTo>
                  <a:pt x="733425" y="285750"/>
                </a:lnTo>
                <a:lnTo>
                  <a:pt x="733425" y="295275"/>
                </a:lnTo>
                <a:lnTo>
                  <a:pt x="714375" y="295275"/>
                </a:lnTo>
                <a:lnTo>
                  <a:pt x="714375" y="304800"/>
                </a:lnTo>
                <a:lnTo>
                  <a:pt x="723900" y="304800"/>
                </a:lnTo>
                <a:lnTo>
                  <a:pt x="723900" y="323850"/>
                </a:lnTo>
                <a:lnTo>
                  <a:pt x="714375" y="323850"/>
                </a:lnTo>
                <a:lnTo>
                  <a:pt x="714375" y="314325"/>
                </a:lnTo>
                <a:lnTo>
                  <a:pt x="704850" y="314325"/>
                </a:lnTo>
                <a:lnTo>
                  <a:pt x="704850" y="304800"/>
                </a:lnTo>
                <a:lnTo>
                  <a:pt x="685800" y="304800"/>
                </a:lnTo>
                <a:lnTo>
                  <a:pt x="685800" y="295275"/>
                </a:lnTo>
                <a:lnTo>
                  <a:pt x="676275" y="295275"/>
                </a:lnTo>
                <a:lnTo>
                  <a:pt x="676275" y="285750"/>
                </a:lnTo>
                <a:lnTo>
                  <a:pt x="647700" y="285750"/>
                </a:lnTo>
                <a:close/>
                <a:moveTo>
                  <a:pt x="771525" y="257175"/>
                </a:moveTo>
                <a:lnTo>
                  <a:pt x="781050" y="257175"/>
                </a:lnTo>
                <a:lnTo>
                  <a:pt x="781050" y="266700"/>
                </a:lnTo>
                <a:lnTo>
                  <a:pt x="771525" y="266700"/>
                </a:lnTo>
                <a:close/>
                <a:moveTo>
                  <a:pt x="409575" y="266700"/>
                </a:moveTo>
                <a:lnTo>
                  <a:pt x="419100" y="266700"/>
                </a:lnTo>
                <a:lnTo>
                  <a:pt x="419100" y="276225"/>
                </a:lnTo>
                <a:lnTo>
                  <a:pt x="409575" y="276225"/>
                </a:lnTo>
                <a:close/>
                <a:moveTo>
                  <a:pt x="571500" y="266700"/>
                </a:moveTo>
                <a:lnTo>
                  <a:pt x="581025" y="266700"/>
                </a:lnTo>
                <a:lnTo>
                  <a:pt x="581025" y="285750"/>
                </a:lnTo>
                <a:lnTo>
                  <a:pt x="571500" y="285750"/>
                </a:lnTo>
                <a:close/>
                <a:moveTo>
                  <a:pt x="781050" y="266700"/>
                </a:moveTo>
                <a:lnTo>
                  <a:pt x="790575" y="266700"/>
                </a:lnTo>
                <a:lnTo>
                  <a:pt x="790575" y="276225"/>
                </a:lnTo>
                <a:lnTo>
                  <a:pt x="781050" y="276225"/>
                </a:lnTo>
                <a:close/>
                <a:moveTo>
                  <a:pt x="904875" y="266700"/>
                </a:moveTo>
                <a:lnTo>
                  <a:pt x="923925" y="266700"/>
                </a:lnTo>
                <a:lnTo>
                  <a:pt x="923925" y="276225"/>
                </a:lnTo>
                <a:lnTo>
                  <a:pt x="904875" y="276225"/>
                </a:lnTo>
                <a:close/>
                <a:moveTo>
                  <a:pt x="400050" y="276225"/>
                </a:moveTo>
                <a:lnTo>
                  <a:pt x="409575" y="276225"/>
                </a:lnTo>
                <a:lnTo>
                  <a:pt x="409575" y="304800"/>
                </a:lnTo>
                <a:lnTo>
                  <a:pt x="447675" y="304800"/>
                </a:lnTo>
                <a:lnTo>
                  <a:pt x="447675" y="314325"/>
                </a:lnTo>
                <a:lnTo>
                  <a:pt x="428625" y="314325"/>
                </a:lnTo>
                <a:lnTo>
                  <a:pt x="428625" y="323850"/>
                </a:lnTo>
                <a:lnTo>
                  <a:pt x="390525" y="323850"/>
                </a:lnTo>
                <a:lnTo>
                  <a:pt x="390525" y="314325"/>
                </a:lnTo>
                <a:lnTo>
                  <a:pt x="381000" y="314325"/>
                </a:lnTo>
                <a:lnTo>
                  <a:pt x="381000" y="295275"/>
                </a:lnTo>
                <a:lnTo>
                  <a:pt x="400050" y="295275"/>
                </a:lnTo>
                <a:close/>
                <a:moveTo>
                  <a:pt x="885825" y="276225"/>
                </a:moveTo>
                <a:lnTo>
                  <a:pt x="895350" y="276225"/>
                </a:lnTo>
                <a:lnTo>
                  <a:pt x="895350" y="285750"/>
                </a:lnTo>
                <a:lnTo>
                  <a:pt x="885825" y="285750"/>
                </a:lnTo>
                <a:close/>
                <a:moveTo>
                  <a:pt x="304800" y="285750"/>
                </a:moveTo>
                <a:lnTo>
                  <a:pt x="314325" y="285750"/>
                </a:lnTo>
                <a:lnTo>
                  <a:pt x="314325" y="295275"/>
                </a:lnTo>
                <a:lnTo>
                  <a:pt x="304800" y="295275"/>
                </a:lnTo>
                <a:close/>
                <a:moveTo>
                  <a:pt x="171450" y="295275"/>
                </a:moveTo>
                <a:lnTo>
                  <a:pt x="190500" y="295275"/>
                </a:lnTo>
                <a:lnTo>
                  <a:pt x="190500" y="304800"/>
                </a:lnTo>
                <a:lnTo>
                  <a:pt x="171450" y="304800"/>
                </a:lnTo>
                <a:close/>
                <a:moveTo>
                  <a:pt x="581025" y="295275"/>
                </a:moveTo>
                <a:lnTo>
                  <a:pt x="590550" y="295275"/>
                </a:lnTo>
                <a:lnTo>
                  <a:pt x="590550" y="304800"/>
                </a:lnTo>
                <a:lnTo>
                  <a:pt x="581025" y="304800"/>
                </a:lnTo>
                <a:close/>
                <a:moveTo>
                  <a:pt x="638175" y="295275"/>
                </a:moveTo>
                <a:lnTo>
                  <a:pt x="647700" y="295275"/>
                </a:lnTo>
                <a:lnTo>
                  <a:pt x="647700" y="304800"/>
                </a:lnTo>
                <a:lnTo>
                  <a:pt x="638175" y="304800"/>
                </a:lnTo>
                <a:close/>
                <a:moveTo>
                  <a:pt x="971550" y="295275"/>
                </a:moveTo>
                <a:lnTo>
                  <a:pt x="981075" y="295275"/>
                </a:lnTo>
                <a:lnTo>
                  <a:pt x="981075" y="304800"/>
                </a:lnTo>
                <a:lnTo>
                  <a:pt x="971550" y="304800"/>
                </a:lnTo>
                <a:close/>
                <a:moveTo>
                  <a:pt x="209550" y="304800"/>
                </a:moveTo>
                <a:lnTo>
                  <a:pt x="219075" y="304800"/>
                </a:lnTo>
                <a:lnTo>
                  <a:pt x="219075" y="314325"/>
                </a:lnTo>
                <a:lnTo>
                  <a:pt x="209550" y="314325"/>
                </a:lnTo>
                <a:close/>
                <a:moveTo>
                  <a:pt x="590550" y="304800"/>
                </a:moveTo>
                <a:lnTo>
                  <a:pt x="600075" y="304800"/>
                </a:lnTo>
                <a:lnTo>
                  <a:pt x="600075" y="314325"/>
                </a:lnTo>
                <a:lnTo>
                  <a:pt x="590550" y="314325"/>
                </a:lnTo>
                <a:close/>
                <a:moveTo>
                  <a:pt x="628650" y="304800"/>
                </a:moveTo>
                <a:lnTo>
                  <a:pt x="638175" y="304800"/>
                </a:lnTo>
                <a:lnTo>
                  <a:pt x="638175" y="314325"/>
                </a:lnTo>
                <a:lnTo>
                  <a:pt x="628650" y="314325"/>
                </a:lnTo>
                <a:close/>
                <a:moveTo>
                  <a:pt x="781050" y="304800"/>
                </a:moveTo>
                <a:lnTo>
                  <a:pt x="790575" y="304800"/>
                </a:lnTo>
                <a:lnTo>
                  <a:pt x="790575" y="342900"/>
                </a:lnTo>
                <a:lnTo>
                  <a:pt x="771525" y="342900"/>
                </a:lnTo>
                <a:lnTo>
                  <a:pt x="771525" y="352425"/>
                </a:lnTo>
                <a:lnTo>
                  <a:pt x="762000" y="352425"/>
                </a:lnTo>
                <a:lnTo>
                  <a:pt x="762000" y="342900"/>
                </a:lnTo>
                <a:lnTo>
                  <a:pt x="752475" y="342900"/>
                </a:lnTo>
                <a:lnTo>
                  <a:pt x="752475" y="361950"/>
                </a:lnTo>
                <a:lnTo>
                  <a:pt x="742950" y="361950"/>
                </a:lnTo>
                <a:lnTo>
                  <a:pt x="742950" y="333375"/>
                </a:lnTo>
                <a:lnTo>
                  <a:pt x="752475" y="333375"/>
                </a:lnTo>
                <a:lnTo>
                  <a:pt x="752475" y="323850"/>
                </a:lnTo>
                <a:lnTo>
                  <a:pt x="762000" y="323850"/>
                </a:lnTo>
                <a:lnTo>
                  <a:pt x="762000" y="314325"/>
                </a:lnTo>
                <a:lnTo>
                  <a:pt x="781050" y="314325"/>
                </a:lnTo>
                <a:close/>
                <a:moveTo>
                  <a:pt x="962025" y="304800"/>
                </a:moveTo>
                <a:lnTo>
                  <a:pt x="971550" y="304800"/>
                </a:lnTo>
                <a:lnTo>
                  <a:pt x="971550" y="314325"/>
                </a:lnTo>
                <a:lnTo>
                  <a:pt x="962025" y="314325"/>
                </a:lnTo>
                <a:close/>
                <a:moveTo>
                  <a:pt x="457200" y="323850"/>
                </a:moveTo>
                <a:lnTo>
                  <a:pt x="466725" y="323850"/>
                </a:lnTo>
                <a:lnTo>
                  <a:pt x="466725" y="352425"/>
                </a:lnTo>
                <a:lnTo>
                  <a:pt x="476250" y="352425"/>
                </a:lnTo>
                <a:lnTo>
                  <a:pt x="476250" y="400050"/>
                </a:lnTo>
                <a:lnTo>
                  <a:pt x="466725" y="400050"/>
                </a:lnTo>
                <a:lnTo>
                  <a:pt x="466725" y="390525"/>
                </a:lnTo>
                <a:lnTo>
                  <a:pt x="419100" y="390525"/>
                </a:lnTo>
                <a:lnTo>
                  <a:pt x="419100" y="371475"/>
                </a:lnTo>
                <a:lnTo>
                  <a:pt x="438150" y="371475"/>
                </a:lnTo>
                <a:lnTo>
                  <a:pt x="438150" y="361950"/>
                </a:lnTo>
                <a:lnTo>
                  <a:pt x="457200" y="361950"/>
                </a:lnTo>
                <a:close/>
                <a:moveTo>
                  <a:pt x="819150" y="323850"/>
                </a:moveTo>
                <a:lnTo>
                  <a:pt x="838200" y="323850"/>
                </a:lnTo>
                <a:lnTo>
                  <a:pt x="838200" y="333375"/>
                </a:lnTo>
                <a:lnTo>
                  <a:pt x="847725" y="333375"/>
                </a:lnTo>
                <a:lnTo>
                  <a:pt x="847725" y="323850"/>
                </a:lnTo>
                <a:lnTo>
                  <a:pt x="857250" y="323850"/>
                </a:lnTo>
                <a:lnTo>
                  <a:pt x="857250" y="342900"/>
                </a:lnTo>
                <a:lnTo>
                  <a:pt x="847725" y="342900"/>
                </a:lnTo>
                <a:lnTo>
                  <a:pt x="847725" y="352425"/>
                </a:lnTo>
                <a:lnTo>
                  <a:pt x="838200" y="352425"/>
                </a:lnTo>
                <a:lnTo>
                  <a:pt x="838200" y="361950"/>
                </a:lnTo>
                <a:lnTo>
                  <a:pt x="828675" y="361950"/>
                </a:lnTo>
                <a:lnTo>
                  <a:pt x="828675" y="390525"/>
                </a:lnTo>
                <a:lnTo>
                  <a:pt x="838200" y="390525"/>
                </a:lnTo>
                <a:lnTo>
                  <a:pt x="838200" y="400050"/>
                </a:lnTo>
                <a:lnTo>
                  <a:pt x="847725" y="400050"/>
                </a:lnTo>
                <a:lnTo>
                  <a:pt x="847725" y="409575"/>
                </a:lnTo>
                <a:lnTo>
                  <a:pt x="866775" y="409575"/>
                </a:lnTo>
                <a:lnTo>
                  <a:pt x="866775" y="419100"/>
                </a:lnTo>
                <a:lnTo>
                  <a:pt x="857250" y="419100"/>
                </a:lnTo>
                <a:lnTo>
                  <a:pt x="857250" y="428625"/>
                </a:lnTo>
                <a:lnTo>
                  <a:pt x="866775" y="428625"/>
                </a:lnTo>
                <a:lnTo>
                  <a:pt x="866775" y="438150"/>
                </a:lnTo>
                <a:lnTo>
                  <a:pt x="857250" y="438150"/>
                </a:lnTo>
                <a:lnTo>
                  <a:pt x="857250" y="457200"/>
                </a:lnTo>
                <a:lnTo>
                  <a:pt x="838200" y="457200"/>
                </a:lnTo>
                <a:lnTo>
                  <a:pt x="838200" y="466725"/>
                </a:lnTo>
                <a:lnTo>
                  <a:pt x="828675" y="466725"/>
                </a:lnTo>
                <a:lnTo>
                  <a:pt x="828675" y="457200"/>
                </a:lnTo>
                <a:lnTo>
                  <a:pt x="819150" y="457200"/>
                </a:lnTo>
                <a:lnTo>
                  <a:pt x="819150" y="447675"/>
                </a:lnTo>
                <a:lnTo>
                  <a:pt x="733425" y="447675"/>
                </a:lnTo>
                <a:lnTo>
                  <a:pt x="733425" y="438150"/>
                </a:lnTo>
                <a:lnTo>
                  <a:pt x="762000" y="438150"/>
                </a:lnTo>
                <a:lnTo>
                  <a:pt x="762000" y="419100"/>
                </a:lnTo>
                <a:lnTo>
                  <a:pt x="800100" y="419100"/>
                </a:lnTo>
                <a:lnTo>
                  <a:pt x="800100" y="409575"/>
                </a:lnTo>
                <a:lnTo>
                  <a:pt x="790575" y="409575"/>
                </a:lnTo>
                <a:lnTo>
                  <a:pt x="790575" y="400050"/>
                </a:lnTo>
                <a:lnTo>
                  <a:pt x="800100" y="400050"/>
                </a:lnTo>
                <a:lnTo>
                  <a:pt x="800100" y="381000"/>
                </a:lnTo>
                <a:lnTo>
                  <a:pt x="819150" y="381000"/>
                </a:lnTo>
                <a:lnTo>
                  <a:pt x="819150" y="361950"/>
                </a:lnTo>
                <a:lnTo>
                  <a:pt x="809625" y="361950"/>
                </a:lnTo>
                <a:lnTo>
                  <a:pt x="809625" y="342900"/>
                </a:lnTo>
                <a:lnTo>
                  <a:pt x="800100" y="342900"/>
                </a:lnTo>
                <a:lnTo>
                  <a:pt x="800100" y="333375"/>
                </a:lnTo>
                <a:lnTo>
                  <a:pt x="819150" y="333375"/>
                </a:lnTo>
                <a:close/>
                <a:moveTo>
                  <a:pt x="504825" y="333375"/>
                </a:moveTo>
                <a:lnTo>
                  <a:pt x="514350" y="333375"/>
                </a:lnTo>
                <a:lnTo>
                  <a:pt x="514350" y="342900"/>
                </a:lnTo>
                <a:lnTo>
                  <a:pt x="504825" y="342900"/>
                </a:lnTo>
                <a:close/>
                <a:moveTo>
                  <a:pt x="704850" y="342900"/>
                </a:moveTo>
                <a:lnTo>
                  <a:pt x="714375" y="342900"/>
                </a:lnTo>
                <a:lnTo>
                  <a:pt x="714375" y="361950"/>
                </a:lnTo>
                <a:lnTo>
                  <a:pt x="704850" y="361950"/>
                </a:lnTo>
                <a:close/>
                <a:moveTo>
                  <a:pt x="257175" y="352425"/>
                </a:moveTo>
                <a:lnTo>
                  <a:pt x="266700" y="352425"/>
                </a:lnTo>
                <a:lnTo>
                  <a:pt x="266700" y="361950"/>
                </a:lnTo>
                <a:lnTo>
                  <a:pt x="257175" y="361950"/>
                </a:lnTo>
                <a:close/>
                <a:moveTo>
                  <a:pt x="885825" y="352425"/>
                </a:moveTo>
                <a:lnTo>
                  <a:pt x="895350" y="352425"/>
                </a:lnTo>
                <a:lnTo>
                  <a:pt x="895350" y="371475"/>
                </a:lnTo>
                <a:lnTo>
                  <a:pt x="885825" y="371475"/>
                </a:lnTo>
                <a:close/>
                <a:moveTo>
                  <a:pt x="504825" y="361950"/>
                </a:moveTo>
                <a:lnTo>
                  <a:pt x="533400" y="361950"/>
                </a:lnTo>
                <a:lnTo>
                  <a:pt x="533400" y="390525"/>
                </a:lnTo>
                <a:lnTo>
                  <a:pt x="523875" y="390525"/>
                </a:lnTo>
                <a:lnTo>
                  <a:pt x="523875" y="381000"/>
                </a:lnTo>
                <a:lnTo>
                  <a:pt x="514350" y="381000"/>
                </a:lnTo>
                <a:lnTo>
                  <a:pt x="514350" y="371475"/>
                </a:lnTo>
                <a:lnTo>
                  <a:pt x="504825" y="371475"/>
                </a:lnTo>
                <a:close/>
                <a:moveTo>
                  <a:pt x="714375" y="361950"/>
                </a:moveTo>
                <a:lnTo>
                  <a:pt x="723900" y="361950"/>
                </a:lnTo>
                <a:lnTo>
                  <a:pt x="723900" y="371475"/>
                </a:lnTo>
                <a:lnTo>
                  <a:pt x="714375" y="371475"/>
                </a:lnTo>
                <a:close/>
                <a:moveTo>
                  <a:pt x="733425" y="361950"/>
                </a:moveTo>
                <a:lnTo>
                  <a:pt x="742950" y="361950"/>
                </a:lnTo>
                <a:lnTo>
                  <a:pt x="742950" y="371475"/>
                </a:lnTo>
                <a:lnTo>
                  <a:pt x="733425" y="371475"/>
                </a:lnTo>
                <a:close/>
                <a:moveTo>
                  <a:pt x="895350" y="371475"/>
                </a:moveTo>
                <a:lnTo>
                  <a:pt x="904875" y="371475"/>
                </a:lnTo>
                <a:lnTo>
                  <a:pt x="904875" y="390525"/>
                </a:lnTo>
                <a:lnTo>
                  <a:pt x="895350" y="390525"/>
                </a:lnTo>
                <a:close/>
                <a:moveTo>
                  <a:pt x="752475" y="381000"/>
                </a:moveTo>
                <a:lnTo>
                  <a:pt x="762000" y="381000"/>
                </a:lnTo>
                <a:lnTo>
                  <a:pt x="762000" y="390525"/>
                </a:lnTo>
                <a:lnTo>
                  <a:pt x="752475" y="390525"/>
                </a:lnTo>
                <a:close/>
                <a:moveTo>
                  <a:pt x="371475" y="390525"/>
                </a:moveTo>
                <a:lnTo>
                  <a:pt x="390525" y="390525"/>
                </a:lnTo>
                <a:lnTo>
                  <a:pt x="390525" y="400050"/>
                </a:lnTo>
                <a:lnTo>
                  <a:pt x="371475" y="400050"/>
                </a:lnTo>
                <a:close/>
                <a:moveTo>
                  <a:pt x="590550" y="409575"/>
                </a:moveTo>
                <a:lnTo>
                  <a:pt x="600075" y="409575"/>
                </a:lnTo>
                <a:lnTo>
                  <a:pt x="600075" y="419100"/>
                </a:lnTo>
                <a:lnTo>
                  <a:pt x="619125" y="419100"/>
                </a:lnTo>
                <a:lnTo>
                  <a:pt x="619125" y="428625"/>
                </a:lnTo>
                <a:lnTo>
                  <a:pt x="600075" y="428625"/>
                </a:lnTo>
                <a:lnTo>
                  <a:pt x="600075" y="438150"/>
                </a:lnTo>
                <a:lnTo>
                  <a:pt x="590550" y="438150"/>
                </a:lnTo>
                <a:lnTo>
                  <a:pt x="590550" y="428625"/>
                </a:lnTo>
                <a:lnTo>
                  <a:pt x="581025" y="428625"/>
                </a:lnTo>
                <a:lnTo>
                  <a:pt x="581025" y="419100"/>
                </a:lnTo>
                <a:lnTo>
                  <a:pt x="590550" y="419100"/>
                </a:lnTo>
                <a:close/>
                <a:moveTo>
                  <a:pt x="276225" y="419100"/>
                </a:moveTo>
                <a:lnTo>
                  <a:pt x="285750" y="419100"/>
                </a:lnTo>
                <a:lnTo>
                  <a:pt x="285750" y="428625"/>
                </a:lnTo>
                <a:lnTo>
                  <a:pt x="295275" y="428625"/>
                </a:lnTo>
                <a:lnTo>
                  <a:pt x="295275" y="447675"/>
                </a:lnTo>
                <a:lnTo>
                  <a:pt x="304800" y="447675"/>
                </a:lnTo>
                <a:lnTo>
                  <a:pt x="304800" y="428625"/>
                </a:lnTo>
                <a:lnTo>
                  <a:pt x="314325" y="428625"/>
                </a:lnTo>
                <a:lnTo>
                  <a:pt x="314325" y="466725"/>
                </a:lnTo>
                <a:lnTo>
                  <a:pt x="323850" y="466725"/>
                </a:lnTo>
                <a:lnTo>
                  <a:pt x="323850" y="476250"/>
                </a:lnTo>
                <a:lnTo>
                  <a:pt x="342900" y="476250"/>
                </a:lnTo>
                <a:lnTo>
                  <a:pt x="342900" y="466725"/>
                </a:lnTo>
                <a:lnTo>
                  <a:pt x="352425" y="466725"/>
                </a:lnTo>
                <a:lnTo>
                  <a:pt x="352425" y="457200"/>
                </a:lnTo>
                <a:lnTo>
                  <a:pt x="361950" y="457200"/>
                </a:lnTo>
                <a:lnTo>
                  <a:pt x="361950" y="466725"/>
                </a:lnTo>
                <a:lnTo>
                  <a:pt x="352425" y="466725"/>
                </a:lnTo>
                <a:lnTo>
                  <a:pt x="352425" y="485775"/>
                </a:lnTo>
                <a:lnTo>
                  <a:pt x="361950" y="485775"/>
                </a:lnTo>
                <a:lnTo>
                  <a:pt x="361950" y="476250"/>
                </a:lnTo>
                <a:lnTo>
                  <a:pt x="371475" y="476250"/>
                </a:lnTo>
                <a:lnTo>
                  <a:pt x="371475" y="504825"/>
                </a:lnTo>
                <a:lnTo>
                  <a:pt x="381000" y="504825"/>
                </a:lnTo>
                <a:lnTo>
                  <a:pt x="381000" y="523875"/>
                </a:lnTo>
                <a:lnTo>
                  <a:pt x="390525" y="523875"/>
                </a:lnTo>
                <a:lnTo>
                  <a:pt x="390525" y="542925"/>
                </a:lnTo>
                <a:lnTo>
                  <a:pt x="381000" y="542925"/>
                </a:lnTo>
                <a:lnTo>
                  <a:pt x="381000" y="533400"/>
                </a:lnTo>
                <a:lnTo>
                  <a:pt x="361950" y="533400"/>
                </a:lnTo>
                <a:lnTo>
                  <a:pt x="361950" y="514350"/>
                </a:lnTo>
                <a:lnTo>
                  <a:pt x="352425" y="514350"/>
                </a:lnTo>
                <a:lnTo>
                  <a:pt x="352425" y="504825"/>
                </a:lnTo>
                <a:lnTo>
                  <a:pt x="333375" y="504825"/>
                </a:lnTo>
                <a:lnTo>
                  <a:pt x="333375" y="495300"/>
                </a:lnTo>
                <a:lnTo>
                  <a:pt x="304800" y="495300"/>
                </a:lnTo>
                <a:lnTo>
                  <a:pt x="304800" y="485775"/>
                </a:lnTo>
                <a:lnTo>
                  <a:pt x="295275" y="485775"/>
                </a:lnTo>
                <a:lnTo>
                  <a:pt x="295275" y="476250"/>
                </a:lnTo>
                <a:lnTo>
                  <a:pt x="285750" y="476250"/>
                </a:lnTo>
                <a:lnTo>
                  <a:pt x="285750" y="485775"/>
                </a:lnTo>
                <a:lnTo>
                  <a:pt x="276225" y="485775"/>
                </a:lnTo>
                <a:close/>
                <a:moveTo>
                  <a:pt x="552450" y="438150"/>
                </a:moveTo>
                <a:lnTo>
                  <a:pt x="561975" y="438150"/>
                </a:lnTo>
                <a:lnTo>
                  <a:pt x="561975" y="447675"/>
                </a:lnTo>
                <a:lnTo>
                  <a:pt x="552450" y="447675"/>
                </a:lnTo>
                <a:close/>
                <a:moveTo>
                  <a:pt x="971550" y="438150"/>
                </a:moveTo>
                <a:lnTo>
                  <a:pt x="1000125" y="438150"/>
                </a:lnTo>
                <a:lnTo>
                  <a:pt x="1000125" y="447675"/>
                </a:lnTo>
                <a:lnTo>
                  <a:pt x="971550" y="447675"/>
                </a:lnTo>
                <a:close/>
                <a:moveTo>
                  <a:pt x="1000125" y="447675"/>
                </a:moveTo>
                <a:lnTo>
                  <a:pt x="1009650" y="447675"/>
                </a:lnTo>
                <a:lnTo>
                  <a:pt x="1009650" y="457200"/>
                </a:lnTo>
                <a:lnTo>
                  <a:pt x="1000125" y="457200"/>
                </a:lnTo>
                <a:close/>
                <a:moveTo>
                  <a:pt x="866775" y="466725"/>
                </a:moveTo>
                <a:lnTo>
                  <a:pt x="933450" y="466725"/>
                </a:lnTo>
                <a:lnTo>
                  <a:pt x="933450" y="476250"/>
                </a:lnTo>
                <a:lnTo>
                  <a:pt x="942975" y="476250"/>
                </a:lnTo>
                <a:lnTo>
                  <a:pt x="942975" y="485775"/>
                </a:lnTo>
                <a:lnTo>
                  <a:pt x="895350" y="485775"/>
                </a:lnTo>
                <a:lnTo>
                  <a:pt x="895350" y="476250"/>
                </a:lnTo>
                <a:lnTo>
                  <a:pt x="866775" y="476250"/>
                </a:lnTo>
                <a:close/>
                <a:moveTo>
                  <a:pt x="1019175" y="466725"/>
                </a:moveTo>
                <a:lnTo>
                  <a:pt x="1028700" y="466725"/>
                </a:lnTo>
                <a:lnTo>
                  <a:pt x="1028700" y="476250"/>
                </a:lnTo>
                <a:lnTo>
                  <a:pt x="1019175" y="476250"/>
                </a:lnTo>
                <a:close/>
                <a:moveTo>
                  <a:pt x="828675" y="485775"/>
                </a:moveTo>
                <a:lnTo>
                  <a:pt x="838200" y="485775"/>
                </a:lnTo>
                <a:lnTo>
                  <a:pt x="838200" y="495300"/>
                </a:lnTo>
                <a:lnTo>
                  <a:pt x="828675" y="495300"/>
                </a:lnTo>
                <a:close/>
                <a:moveTo>
                  <a:pt x="419100" y="495300"/>
                </a:moveTo>
                <a:lnTo>
                  <a:pt x="447675" y="495300"/>
                </a:lnTo>
                <a:lnTo>
                  <a:pt x="447675" y="533400"/>
                </a:lnTo>
                <a:lnTo>
                  <a:pt x="438150" y="533400"/>
                </a:lnTo>
                <a:lnTo>
                  <a:pt x="438150" y="523875"/>
                </a:lnTo>
                <a:lnTo>
                  <a:pt x="428625" y="523875"/>
                </a:lnTo>
                <a:lnTo>
                  <a:pt x="428625" y="514350"/>
                </a:lnTo>
                <a:lnTo>
                  <a:pt x="419100" y="514350"/>
                </a:lnTo>
                <a:close/>
                <a:moveTo>
                  <a:pt x="838200" y="504825"/>
                </a:moveTo>
                <a:lnTo>
                  <a:pt x="847725" y="504825"/>
                </a:lnTo>
                <a:lnTo>
                  <a:pt x="847725" y="514350"/>
                </a:lnTo>
                <a:lnTo>
                  <a:pt x="838200" y="514350"/>
                </a:lnTo>
                <a:close/>
                <a:moveTo>
                  <a:pt x="942975" y="504825"/>
                </a:moveTo>
                <a:lnTo>
                  <a:pt x="952500" y="504825"/>
                </a:lnTo>
                <a:lnTo>
                  <a:pt x="952500" y="514350"/>
                </a:lnTo>
                <a:lnTo>
                  <a:pt x="942975" y="514350"/>
                </a:lnTo>
                <a:close/>
                <a:moveTo>
                  <a:pt x="457200" y="514350"/>
                </a:moveTo>
                <a:lnTo>
                  <a:pt x="466725" y="514350"/>
                </a:lnTo>
                <a:lnTo>
                  <a:pt x="466725" y="523875"/>
                </a:lnTo>
                <a:lnTo>
                  <a:pt x="485775" y="523875"/>
                </a:lnTo>
                <a:lnTo>
                  <a:pt x="485775" y="533400"/>
                </a:lnTo>
                <a:lnTo>
                  <a:pt x="495300" y="533400"/>
                </a:lnTo>
                <a:lnTo>
                  <a:pt x="495300" y="514350"/>
                </a:lnTo>
                <a:lnTo>
                  <a:pt x="504825" y="514350"/>
                </a:lnTo>
                <a:lnTo>
                  <a:pt x="504825" y="542925"/>
                </a:lnTo>
                <a:lnTo>
                  <a:pt x="495300" y="542925"/>
                </a:lnTo>
                <a:lnTo>
                  <a:pt x="495300" y="552450"/>
                </a:lnTo>
                <a:lnTo>
                  <a:pt x="485775" y="552450"/>
                </a:lnTo>
                <a:lnTo>
                  <a:pt x="485775" y="542925"/>
                </a:lnTo>
                <a:lnTo>
                  <a:pt x="457200" y="542925"/>
                </a:lnTo>
                <a:close/>
                <a:moveTo>
                  <a:pt x="923925" y="514350"/>
                </a:moveTo>
                <a:lnTo>
                  <a:pt x="933450" y="514350"/>
                </a:lnTo>
                <a:lnTo>
                  <a:pt x="933450" y="523875"/>
                </a:lnTo>
                <a:lnTo>
                  <a:pt x="923925" y="523875"/>
                </a:lnTo>
                <a:close/>
                <a:moveTo>
                  <a:pt x="914400" y="523875"/>
                </a:moveTo>
                <a:lnTo>
                  <a:pt x="923925" y="523875"/>
                </a:lnTo>
                <a:lnTo>
                  <a:pt x="923925" y="542925"/>
                </a:lnTo>
                <a:lnTo>
                  <a:pt x="914400" y="542925"/>
                </a:lnTo>
                <a:close/>
                <a:moveTo>
                  <a:pt x="390525" y="542925"/>
                </a:moveTo>
                <a:lnTo>
                  <a:pt x="400050" y="542925"/>
                </a:lnTo>
                <a:lnTo>
                  <a:pt x="400050" y="552450"/>
                </a:lnTo>
                <a:lnTo>
                  <a:pt x="390525" y="552450"/>
                </a:lnTo>
                <a:close/>
                <a:moveTo>
                  <a:pt x="619125" y="542925"/>
                </a:moveTo>
                <a:lnTo>
                  <a:pt x="657225" y="542925"/>
                </a:lnTo>
                <a:lnTo>
                  <a:pt x="657225" y="552450"/>
                </a:lnTo>
                <a:lnTo>
                  <a:pt x="647700" y="552450"/>
                </a:lnTo>
                <a:lnTo>
                  <a:pt x="647700" y="581025"/>
                </a:lnTo>
                <a:lnTo>
                  <a:pt x="657225" y="581025"/>
                </a:lnTo>
                <a:lnTo>
                  <a:pt x="657225" y="600075"/>
                </a:lnTo>
                <a:lnTo>
                  <a:pt x="628650" y="600075"/>
                </a:lnTo>
                <a:lnTo>
                  <a:pt x="628650" y="609600"/>
                </a:lnTo>
                <a:lnTo>
                  <a:pt x="619125" y="609600"/>
                </a:lnTo>
                <a:lnTo>
                  <a:pt x="619125" y="600075"/>
                </a:lnTo>
                <a:lnTo>
                  <a:pt x="600075" y="600075"/>
                </a:lnTo>
                <a:lnTo>
                  <a:pt x="600075" y="581025"/>
                </a:lnTo>
                <a:lnTo>
                  <a:pt x="609600" y="581025"/>
                </a:lnTo>
                <a:lnTo>
                  <a:pt x="609600" y="552450"/>
                </a:lnTo>
                <a:lnTo>
                  <a:pt x="619125" y="552450"/>
                </a:lnTo>
                <a:close/>
                <a:moveTo>
                  <a:pt x="904875" y="542925"/>
                </a:moveTo>
                <a:lnTo>
                  <a:pt x="914400" y="542925"/>
                </a:lnTo>
                <a:lnTo>
                  <a:pt x="914400" y="552450"/>
                </a:lnTo>
                <a:lnTo>
                  <a:pt x="904875" y="552450"/>
                </a:lnTo>
                <a:close/>
                <a:moveTo>
                  <a:pt x="990600" y="542925"/>
                </a:moveTo>
                <a:lnTo>
                  <a:pt x="1000125" y="542925"/>
                </a:lnTo>
                <a:lnTo>
                  <a:pt x="1000125" y="552450"/>
                </a:lnTo>
                <a:lnTo>
                  <a:pt x="990600" y="552450"/>
                </a:lnTo>
                <a:close/>
                <a:moveTo>
                  <a:pt x="400050" y="552450"/>
                </a:moveTo>
                <a:lnTo>
                  <a:pt x="419100" y="552450"/>
                </a:lnTo>
                <a:lnTo>
                  <a:pt x="419100" y="561975"/>
                </a:lnTo>
                <a:lnTo>
                  <a:pt x="400050" y="561975"/>
                </a:lnTo>
                <a:close/>
                <a:moveTo>
                  <a:pt x="666750" y="552450"/>
                </a:moveTo>
                <a:lnTo>
                  <a:pt x="676275" y="552450"/>
                </a:lnTo>
                <a:lnTo>
                  <a:pt x="676275" y="561975"/>
                </a:lnTo>
                <a:lnTo>
                  <a:pt x="666750" y="561975"/>
                </a:lnTo>
                <a:close/>
                <a:moveTo>
                  <a:pt x="685800" y="561975"/>
                </a:moveTo>
                <a:lnTo>
                  <a:pt x="704850" y="561975"/>
                </a:lnTo>
                <a:lnTo>
                  <a:pt x="704850" y="571500"/>
                </a:lnTo>
                <a:lnTo>
                  <a:pt x="685800" y="571500"/>
                </a:lnTo>
                <a:close/>
                <a:moveTo>
                  <a:pt x="495300" y="571500"/>
                </a:moveTo>
                <a:lnTo>
                  <a:pt x="504825" y="571500"/>
                </a:lnTo>
                <a:lnTo>
                  <a:pt x="504825" y="600075"/>
                </a:lnTo>
                <a:lnTo>
                  <a:pt x="495300" y="600075"/>
                </a:lnTo>
                <a:close/>
                <a:moveTo>
                  <a:pt x="733425" y="571500"/>
                </a:moveTo>
                <a:lnTo>
                  <a:pt x="742950" y="571500"/>
                </a:lnTo>
                <a:lnTo>
                  <a:pt x="742950" y="581025"/>
                </a:lnTo>
                <a:lnTo>
                  <a:pt x="733425" y="581025"/>
                </a:lnTo>
                <a:close/>
                <a:moveTo>
                  <a:pt x="857250" y="571500"/>
                </a:moveTo>
                <a:lnTo>
                  <a:pt x="885825" y="571500"/>
                </a:lnTo>
                <a:lnTo>
                  <a:pt x="885825" y="581025"/>
                </a:lnTo>
                <a:lnTo>
                  <a:pt x="895350" y="581025"/>
                </a:lnTo>
                <a:lnTo>
                  <a:pt x="895350" y="590550"/>
                </a:lnTo>
                <a:lnTo>
                  <a:pt x="923925" y="590550"/>
                </a:lnTo>
                <a:lnTo>
                  <a:pt x="923925" y="581025"/>
                </a:lnTo>
                <a:lnTo>
                  <a:pt x="933450" y="581025"/>
                </a:lnTo>
                <a:lnTo>
                  <a:pt x="933450" y="590550"/>
                </a:lnTo>
                <a:lnTo>
                  <a:pt x="923925" y="590550"/>
                </a:lnTo>
                <a:lnTo>
                  <a:pt x="923925" y="600075"/>
                </a:lnTo>
                <a:lnTo>
                  <a:pt x="876300" y="600075"/>
                </a:lnTo>
                <a:lnTo>
                  <a:pt x="876300" y="590550"/>
                </a:lnTo>
                <a:lnTo>
                  <a:pt x="866775" y="590550"/>
                </a:lnTo>
                <a:lnTo>
                  <a:pt x="866775" y="581025"/>
                </a:lnTo>
                <a:lnTo>
                  <a:pt x="857250" y="581025"/>
                </a:lnTo>
                <a:close/>
                <a:moveTo>
                  <a:pt x="590550" y="600075"/>
                </a:moveTo>
                <a:lnTo>
                  <a:pt x="600075" y="600075"/>
                </a:lnTo>
                <a:lnTo>
                  <a:pt x="600075" y="609600"/>
                </a:lnTo>
                <a:lnTo>
                  <a:pt x="590550" y="609600"/>
                </a:lnTo>
                <a:close/>
                <a:moveTo>
                  <a:pt x="685800" y="600075"/>
                </a:moveTo>
                <a:lnTo>
                  <a:pt x="704850" y="600075"/>
                </a:lnTo>
                <a:lnTo>
                  <a:pt x="704850" y="609600"/>
                </a:lnTo>
                <a:lnTo>
                  <a:pt x="723900" y="609600"/>
                </a:lnTo>
                <a:lnTo>
                  <a:pt x="723900" y="638175"/>
                </a:lnTo>
                <a:lnTo>
                  <a:pt x="714375" y="638175"/>
                </a:lnTo>
                <a:lnTo>
                  <a:pt x="714375" y="647700"/>
                </a:lnTo>
                <a:lnTo>
                  <a:pt x="704850" y="647700"/>
                </a:lnTo>
                <a:lnTo>
                  <a:pt x="704850" y="695325"/>
                </a:lnTo>
                <a:lnTo>
                  <a:pt x="695325" y="695325"/>
                </a:lnTo>
                <a:lnTo>
                  <a:pt x="695325" y="685800"/>
                </a:lnTo>
                <a:lnTo>
                  <a:pt x="685800" y="685800"/>
                </a:lnTo>
                <a:lnTo>
                  <a:pt x="685800" y="695325"/>
                </a:lnTo>
                <a:lnTo>
                  <a:pt x="695325" y="695325"/>
                </a:lnTo>
                <a:lnTo>
                  <a:pt x="695325" y="704850"/>
                </a:lnTo>
                <a:lnTo>
                  <a:pt x="685800" y="704850"/>
                </a:lnTo>
                <a:lnTo>
                  <a:pt x="685800" y="714375"/>
                </a:lnTo>
                <a:lnTo>
                  <a:pt x="676275" y="714375"/>
                </a:lnTo>
                <a:lnTo>
                  <a:pt x="676275" y="704850"/>
                </a:lnTo>
                <a:lnTo>
                  <a:pt x="666750" y="704850"/>
                </a:lnTo>
                <a:lnTo>
                  <a:pt x="666750" y="676275"/>
                </a:lnTo>
                <a:lnTo>
                  <a:pt x="638175" y="676275"/>
                </a:lnTo>
                <a:lnTo>
                  <a:pt x="638175" y="666750"/>
                </a:lnTo>
                <a:lnTo>
                  <a:pt x="609600" y="666750"/>
                </a:lnTo>
                <a:lnTo>
                  <a:pt x="609600" y="657225"/>
                </a:lnTo>
                <a:lnTo>
                  <a:pt x="638175" y="657225"/>
                </a:lnTo>
                <a:lnTo>
                  <a:pt x="638175" y="628650"/>
                </a:lnTo>
                <a:lnTo>
                  <a:pt x="647700" y="628650"/>
                </a:lnTo>
                <a:lnTo>
                  <a:pt x="647700" y="666750"/>
                </a:lnTo>
                <a:lnTo>
                  <a:pt x="666750" y="666750"/>
                </a:lnTo>
                <a:lnTo>
                  <a:pt x="666750" y="657225"/>
                </a:lnTo>
                <a:lnTo>
                  <a:pt x="676275" y="657225"/>
                </a:lnTo>
                <a:lnTo>
                  <a:pt x="676275" y="638175"/>
                </a:lnTo>
                <a:lnTo>
                  <a:pt x="666750" y="638175"/>
                </a:lnTo>
                <a:lnTo>
                  <a:pt x="666750" y="619125"/>
                </a:lnTo>
                <a:lnTo>
                  <a:pt x="676275" y="619125"/>
                </a:lnTo>
                <a:lnTo>
                  <a:pt x="676275" y="609600"/>
                </a:lnTo>
                <a:lnTo>
                  <a:pt x="685800" y="609600"/>
                </a:lnTo>
                <a:close/>
                <a:moveTo>
                  <a:pt x="742950" y="600075"/>
                </a:moveTo>
                <a:lnTo>
                  <a:pt x="752475" y="600075"/>
                </a:lnTo>
                <a:lnTo>
                  <a:pt x="752475" y="609600"/>
                </a:lnTo>
                <a:lnTo>
                  <a:pt x="742950" y="609600"/>
                </a:lnTo>
                <a:close/>
                <a:moveTo>
                  <a:pt x="485775" y="609600"/>
                </a:moveTo>
                <a:lnTo>
                  <a:pt x="495300" y="609600"/>
                </a:lnTo>
                <a:lnTo>
                  <a:pt x="495300" y="619125"/>
                </a:lnTo>
                <a:lnTo>
                  <a:pt x="485775" y="619125"/>
                </a:lnTo>
                <a:close/>
                <a:moveTo>
                  <a:pt x="733425" y="609600"/>
                </a:moveTo>
                <a:lnTo>
                  <a:pt x="742950" y="609600"/>
                </a:lnTo>
                <a:lnTo>
                  <a:pt x="742950" y="628650"/>
                </a:lnTo>
                <a:lnTo>
                  <a:pt x="733425" y="628650"/>
                </a:lnTo>
                <a:close/>
                <a:moveTo>
                  <a:pt x="266700" y="628650"/>
                </a:moveTo>
                <a:lnTo>
                  <a:pt x="276225" y="628650"/>
                </a:lnTo>
                <a:lnTo>
                  <a:pt x="276225" y="638175"/>
                </a:lnTo>
                <a:lnTo>
                  <a:pt x="266700" y="638175"/>
                </a:lnTo>
                <a:close/>
                <a:moveTo>
                  <a:pt x="504825" y="628650"/>
                </a:moveTo>
                <a:lnTo>
                  <a:pt x="523875" y="628650"/>
                </a:lnTo>
                <a:lnTo>
                  <a:pt x="523875" y="638175"/>
                </a:lnTo>
                <a:lnTo>
                  <a:pt x="514350" y="638175"/>
                </a:lnTo>
                <a:lnTo>
                  <a:pt x="514350" y="657225"/>
                </a:lnTo>
                <a:lnTo>
                  <a:pt x="504825" y="657225"/>
                </a:lnTo>
                <a:close/>
                <a:moveTo>
                  <a:pt x="723900" y="638175"/>
                </a:moveTo>
                <a:lnTo>
                  <a:pt x="742950" y="638175"/>
                </a:lnTo>
                <a:lnTo>
                  <a:pt x="742950" y="647700"/>
                </a:lnTo>
                <a:lnTo>
                  <a:pt x="723900" y="647700"/>
                </a:lnTo>
                <a:close/>
                <a:moveTo>
                  <a:pt x="561975" y="647700"/>
                </a:moveTo>
                <a:lnTo>
                  <a:pt x="571500" y="647700"/>
                </a:lnTo>
                <a:lnTo>
                  <a:pt x="571500" y="657225"/>
                </a:lnTo>
                <a:lnTo>
                  <a:pt x="561975" y="657225"/>
                </a:lnTo>
                <a:close/>
                <a:moveTo>
                  <a:pt x="257175" y="657225"/>
                </a:moveTo>
                <a:lnTo>
                  <a:pt x="266700" y="657225"/>
                </a:lnTo>
                <a:lnTo>
                  <a:pt x="266700" y="666750"/>
                </a:lnTo>
                <a:lnTo>
                  <a:pt x="257175" y="666750"/>
                </a:lnTo>
                <a:close/>
                <a:moveTo>
                  <a:pt x="685800" y="657225"/>
                </a:moveTo>
                <a:lnTo>
                  <a:pt x="695325" y="657225"/>
                </a:lnTo>
                <a:lnTo>
                  <a:pt x="695325" y="647700"/>
                </a:lnTo>
                <a:lnTo>
                  <a:pt x="685800" y="647700"/>
                </a:lnTo>
                <a:close/>
                <a:moveTo>
                  <a:pt x="790575" y="657225"/>
                </a:moveTo>
                <a:lnTo>
                  <a:pt x="800100" y="657225"/>
                </a:lnTo>
                <a:lnTo>
                  <a:pt x="800100" y="685800"/>
                </a:lnTo>
                <a:lnTo>
                  <a:pt x="790575" y="685800"/>
                </a:lnTo>
                <a:close/>
                <a:moveTo>
                  <a:pt x="485775" y="666750"/>
                </a:moveTo>
                <a:lnTo>
                  <a:pt x="495300" y="666750"/>
                </a:lnTo>
                <a:lnTo>
                  <a:pt x="495300" y="676275"/>
                </a:lnTo>
                <a:lnTo>
                  <a:pt x="485775" y="676275"/>
                </a:lnTo>
                <a:close/>
                <a:moveTo>
                  <a:pt x="523875" y="666750"/>
                </a:moveTo>
                <a:lnTo>
                  <a:pt x="533400" y="666750"/>
                </a:lnTo>
                <a:lnTo>
                  <a:pt x="533400" y="676275"/>
                </a:lnTo>
                <a:lnTo>
                  <a:pt x="523875" y="676275"/>
                </a:lnTo>
                <a:close/>
                <a:moveTo>
                  <a:pt x="600075" y="666750"/>
                </a:moveTo>
                <a:lnTo>
                  <a:pt x="609600" y="666750"/>
                </a:lnTo>
                <a:lnTo>
                  <a:pt x="609600" y="676275"/>
                </a:lnTo>
                <a:lnTo>
                  <a:pt x="600075" y="676275"/>
                </a:lnTo>
                <a:close/>
                <a:moveTo>
                  <a:pt x="742950" y="676275"/>
                </a:moveTo>
                <a:lnTo>
                  <a:pt x="752475" y="676275"/>
                </a:lnTo>
                <a:lnTo>
                  <a:pt x="752475" y="685800"/>
                </a:lnTo>
                <a:lnTo>
                  <a:pt x="742950" y="685800"/>
                </a:lnTo>
                <a:close/>
                <a:moveTo>
                  <a:pt x="600075" y="685800"/>
                </a:moveTo>
                <a:lnTo>
                  <a:pt x="609600" y="685800"/>
                </a:lnTo>
                <a:lnTo>
                  <a:pt x="609600" y="695325"/>
                </a:lnTo>
                <a:lnTo>
                  <a:pt x="600075" y="695325"/>
                </a:lnTo>
                <a:close/>
                <a:moveTo>
                  <a:pt x="733425" y="685800"/>
                </a:moveTo>
                <a:lnTo>
                  <a:pt x="742950" y="685800"/>
                </a:lnTo>
                <a:lnTo>
                  <a:pt x="742950" y="695325"/>
                </a:lnTo>
                <a:lnTo>
                  <a:pt x="733425" y="695325"/>
                </a:lnTo>
                <a:close/>
                <a:moveTo>
                  <a:pt x="752475" y="685800"/>
                </a:moveTo>
                <a:lnTo>
                  <a:pt x="762000" y="685800"/>
                </a:lnTo>
                <a:lnTo>
                  <a:pt x="762000" y="704850"/>
                </a:lnTo>
                <a:lnTo>
                  <a:pt x="752475" y="704850"/>
                </a:lnTo>
                <a:close/>
                <a:moveTo>
                  <a:pt x="219075" y="695325"/>
                </a:moveTo>
                <a:lnTo>
                  <a:pt x="228600" y="695325"/>
                </a:lnTo>
                <a:lnTo>
                  <a:pt x="228600" y="704850"/>
                </a:lnTo>
                <a:lnTo>
                  <a:pt x="219075" y="704850"/>
                </a:lnTo>
                <a:close/>
                <a:moveTo>
                  <a:pt x="609600" y="695325"/>
                </a:moveTo>
                <a:lnTo>
                  <a:pt x="619125" y="695325"/>
                </a:lnTo>
                <a:lnTo>
                  <a:pt x="619125" y="704850"/>
                </a:lnTo>
                <a:lnTo>
                  <a:pt x="609600" y="704850"/>
                </a:lnTo>
                <a:close/>
                <a:moveTo>
                  <a:pt x="781050" y="695325"/>
                </a:moveTo>
                <a:lnTo>
                  <a:pt x="790575" y="695325"/>
                </a:lnTo>
                <a:lnTo>
                  <a:pt x="790575" y="723900"/>
                </a:lnTo>
                <a:lnTo>
                  <a:pt x="781050" y="723900"/>
                </a:lnTo>
                <a:close/>
                <a:moveTo>
                  <a:pt x="200025" y="704850"/>
                </a:moveTo>
                <a:lnTo>
                  <a:pt x="209550" y="704850"/>
                </a:lnTo>
                <a:lnTo>
                  <a:pt x="209550" y="714375"/>
                </a:lnTo>
                <a:lnTo>
                  <a:pt x="200025" y="714375"/>
                </a:lnTo>
                <a:close/>
                <a:moveTo>
                  <a:pt x="9525" y="714375"/>
                </a:moveTo>
                <a:lnTo>
                  <a:pt x="19050" y="714375"/>
                </a:lnTo>
                <a:lnTo>
                  <a:pt x="19050" y="723900"/>
                </a:lnTo>
                <a:lnTo>
                  <a:pt x="9525" y="723900"/>
                </a:lnTo>
                <a:close/>
                <a:moveTo>
                  <a:pt x="485775" y="714375"/>
                </a:moveTo>
                <a:lnTo>
                  <a:pt x="495300" y="714375"/>
                </a:lnTo>
                <a:lnTo>
                  <a:pt x="495300" y="733425"/>
                </a:lnTo>
                <a:lnTo>
                  <a:pt x="504825" y="733425"/>
                </a:lnTo>
                <a:lnTo>
                  <a:pt x="504825" y="723900"/>
                </a:lnTo>
                <a:lnTo>
                  <a:pt x="514350" y="723900"/>
                </a:lnTo>
                <a:lnTo>
                  <a:pt x="514350" y="714375"/>
                </a:lnTo>
                <a:lnTo>
                  <a:pt x="523875" y="714375"/>
                </a:lnTo>
                <a:lnTo>
                  <a:pt x="523875" y="723900"/>
                </a:lnTo>
                <a:lnTo>
                  <a:pt x="514350" y="723900"/>
                </a:lnTo>
                <a:lnTo>
                  <a:pt x="514350" y="752475"/>
                </a:lnTo>
                <a:lnTo>
                  <a:pt x="504825" y="752475"/>
                </a:lnTo>
                <a:lnTo>
                  <a:pt x="504825" y="762000"/>
                </a:lnTo>
                <a:lnTo>
                  <a:pt x="495300" y="762000"/>
                </a:lnTo>
                <a:lnTo>
                  <a:pt x="495300" y="771525"/>
                </a:lnTo>
                <a:lnTo>
                  <a:pt x="485775" y="771525"/>
                </a:lnTo>
                <a:lnTo>
                  <a:pt x="485775" y="781050"/>
                </a:lnTo>
                <a:lnTo>
                  <a:pt x="457200" y="781050"/>
                </a:lnTo>
                <a:lnTo>
                  <a:pt x="457200" y="771525"/>
                </a:lnTo>
                <a:lnTo>
                  <a:pt x="447675" y="771525"/>
                </a:lnTo>
                <a:lnTo>
                  <a:pt x="447675" y="762000"/>
                </a:lnTo>
                <a:lnTo>
                  <a:pt x="438150" y="762000"/>
                </a:lnTo>
                <a:lnTo>
                  <a:pt x="438150" y="752475"/>
                </a:lnTo>
                <a:lnTo>
                  <a:pt x="428625" y="752475"/>
                </a:lnTo>
                <a:lnTo>
                  <a:pt x="428625" y="742950"/>
                </a:lnTo>
                <a:lnTo>
                  <a:pt x="438150" y="742950"/>
                </a:lnTo>
                <a:lnTo>
                  <a:pt x="438150" y="733425"/>
                </a:lnTo>
                <a:lnTo>
                  <a:pt x="457200" y="733425"/>
                </a:lnTo>
                <a:lnTo>
                  <a:pt x="457200" y="723900"/>
                </a:lnTo>
                <a:lnTo>
                  <a:pt x="485775" y="723900"/>
                </a:lnTo>
                <a:close/>
                <a:moveTo>
                  <a:pt x="542925" y="714375"/>
                </a:moveTo>
                <a:lnTo>
                  <a:pt x="552450" y="714375"/>
                </a:lnTo>
                <a:lnTo>
                  <a:pt x="552450" y="752475"/>
                </a:lnTo>
                <a:lnTo>
                  <a:pt x="533400" y="752475"/>
                </a:lnTo>
                <a:lnTo>
                  <a:pt x="533400" y="742950"/>
                </a:lnTo>
                <a:lnTo>
                  <a:pt x="542925" y="742950"/>
                </a:lnTo>
                <a:close/>
                <a:moveTo>
                  <a:pt x="742950" y="714375"/>
                </a:moveTo>
                <a:lnTo>
                  <a:pt x="752475" y="714375"/>
                </a:lnTo>
                <a:lnTo>
                  <a:pt x="752475" y="733425"/>
                </a:lnTo>
                <a:lnTo>
                  <a:pt x="742950" y="733425"/>
                </a:lnTo>
                <a:close/>
                <a:moveTo>
                  <a:pt x="19050" y="723900"/>
                </a:moveTo>
                <a:lnTo>
                  <a:pt x="28575" y="723900"/>
                </a:lnTo>
                <a:lnTo>
                  <a:pt x="28575" y="733425"/>
                </a:lnTo>
                <a:lnTo>
                  <a:pt x="19050" y="733425"/>
                </a:lnTo>
                <a:close/>
                <a:moveTo>
                  <a:pt x="323850" y="723900"/>
                </a:moveTo>
                <a:lnTo>
                  <a:pt x="333375" y="723900"/>
                </a:lnTo>
                <a:lnTo>
                  <a:pt x="333375" y="733425"/>
                </a:lnTo>
                <a:lnTo>
                  <a:pt x="371475" y="733425"/>
                </a:lnTo>
                <a:lnTo>
                  <a:pt x="371475" y="742950"/>
                </a:lnTo>
                <a:lnTo>
                  <a:pt x="352425" y="742950"/>
                </a:lnTo>
                <a:lnTo>
                  <a:pt x="352425" y="752475"/>
                </a:lnTo>
                <a:lnTo>
                  <a:pt x="342900" y="752475"/>
                </a:lnTo>
                <a:lnTo>
                  <a:pt x="342900" y="762000"/>
                </a:lnTo>
                <a:lnTo>
                  <a:pt x="333375" y="762000"/>
                </a:lnTo>
                <a:lnTo>
                  <a:pt x="333375" y="781050"/>
                </a:lnTo>
                <a:lnTo>
                  <a:pt x="323850" y="781050"/>
                </a:lnTo>
                <a:lnTo>
                  <a:pt x="323850" y="762000"/>
                </a:lnTo>
                <a:lnTo>
                  <a:pt x="314325" y="762000"/>
                </a:lnTo>
                <a:lnTo>
                  <a:pt x="314325" y="742950"/>
                </a:lnTo>
                <a:lnTo>
                  <a:pt x="323850" y="742950"/>
                </a:lnTo>
                <a:close/>
                <a:moveTo>
                  <a:pt x="685800" y="723900"/>
                </a:moveTo>
                <a:lnTo>
                  <a:pt x="695325" y="723900"/>
                </a:lnTo>
                <a:lnTo>
                  <a:pt x="695325" y="742950"/>
                </a:lnTo>
                <a:lnTo>
                  <a:pt x="676275" y="742950"/>
                </a:lnTo>
                <a:lnTo>
                  <a:pt x="676275" y="733425"/>
                </a:lnTo>
                <a:lnTo>
                  <a:pt x="685800" y="733425"/>
                </a:lnTo>
                <a:close/>
                <a:moveTo>
                  <a:pt x="771525" y="723900"/>
                </a:moveTo>
                <a:lnTo>
                  <a:pt x="781050" y="723900"/>
                </a:lnTo>
                <a:lnTo>
                  <a:pt x="781050" y="742950"/>
                </a:lnTo>
                <a:lnTo>
                  <a:pt x="771525" y="742950"/>
                </a:lnTo>
                <a:close/>
                <a:moveTo>
                  <a:pt x="400050" y="733425"/>
                </a:moveTo>
                <a:lnTo>
                  <a:pt x="409575" y="733425"/>
                </a:lnTo>
                <a:lnTo>
                  <a:pt x="409575" y="742950"/>
                </a:lnTo>
                <a:lnTo>
                  <a:pt x="400050" y="742950"/>
                </a:lnTo>
                <a:close/>
                <a:moveTo>
                  <a:pt x="466725" y="742950"/>
                </a:moveTo>
                <a:lnTo>
                  <a:pt x="485775" y="742950"/>
                </a:lnTo>
                <a:lnTo>
                  <a:pt x="485775" y="733425"/>
                </a:lnTo>
                <a:lnTo>
                  <a:pt x="466725" y="733425"/>
                </a:lnTo>
                <a:close/>
                <a:moveTo>
                  <a:pt x="571500" y="742950"/>
                </a:moveTo>
                <a:lnTo>
                  <a:pt x="581025" y="742950"/>
                </a:lnTo>
                <a:lnTo>
                  <a:pt x="581025" y="752475"/>
                </a:lnTo>
                <a:lnTo>
                  <a:pt x="571500" y="752475"/>
                </a:lnTo>
                <a:close/>
                <a:moveTo>
                  <a:pt x="590550" y="742950"/>
                </a:moveTo>
                <a:lnTo>
                  <a:pt x="619125" y="742950"/>
                </a:lnTo>
                <a:lnTo>
                  <a:pt x="619125" y="752475"/>
                </a:lnTo>
                <a:lnTo>
                  <a:pt x="647700" y="752475"/>
                </a:lnTo>
                <a:lnTo>
                  <a:pt x="647700" y="762000"/>
                </a:lnTo>
                <a:lnTo>
                  <a:pt x="657225" y="762000"/>
                </a:lnTo>
                <a:lnTo>
                  <a:pt x="657225" y="771525"/>
                </a:lnTo>
                <a:lnTo>
                  <a:pt x="600075" y="771525"/>
                </a:lnTo>
                <a:lnTo>
                  <a:pt x="600075" y="781050"/>
                </a:lnTo>
                <a:lnTo>
                  <a:pt x="590550" y="781050"/>
                </a:lnTo>
                <a:lnTo>
                  <a:pt x="590550" y="771525"/>
                </a:lnTo>
                <a:lnTo>
                  <a:pt x="581025" y="771525"/>
                </a:lnTo>
                <a:lnTo>
                  <a:pt x="581025" y="752475"/>
                </a:lnTo>
                <a:lnTo>
                  <a:pt x="590550" y="752475"/>
                </a:lnTo>
                <a:close/>
                <a:moveTo>
                  <a:pt x="695325" y="742950"/>
                </a:moveTo>
                <a:lnTo>
                  <a:pt x="704850" y="742950"/>
                </a:lnTo>
                <a:lnTo>
                  <a:pt x="704850" y="752475"/>
                </a:lnTo>
                <a:lnTo>
                  <a:pt x="695325" y="752475"/>
                </a:lnTo>
                <a:close/>
                <a:moveTo>
                  <a:pt x="704850" y="752475"/>
                </a:moveTo>
                <a:lnTo>
                  <a:pt x="714375" y="752475"/>
                </a:lnTo>
                <a:lnTo>
                  <a:pt x="714375" y="762000"/>
                </a:lnTo>
                <a:lnTo>
                  <a:pt x="704850" y="762000"/>
                </a:lnTo>
                <a:close/>
                <a:moveTo>
                  <a:pt x="695325" y="762000"/>
                </a:moveTo>
                <a:lnTo>
                  <a:pt x="704850" y="762000"/>
                </a:lnTo>
                <a:lnTo>
                  <a:pt x="704850" y="771525"/>
                </a:lnTo>
                <a:lnTo>
                  <a:pt x="695325" y="771525"/>
                </a:lnTo>
                <a:close/>
                <a:moveTo>
                  <a:pt x="381000" y="771525"/>
                </a:moveTo>
                <a:lnTo>
                  <a:pt x="390525" y="771525"/>
                </a:lnTo>
                <a:lnTo>
                  <a:pt x="390525" y="790575"/>
                </a:lnTo>
                <a:lnTo>
                  <a:pt x="381000" y="790575"/>
                </a:lnTo>
                <a:close/>
                <a:moveTo>
                  <a:pt x="400050" y="771525"/>
                </a:moveTo>
                <a:lnTo>
                  <a:pt x="409575" y="771525"/>
                </a:lnTo>
                <a:lnTo>
                  <a:pt x="409575" y="790575"/>
                </a:lnTo>
                <a:lnTo>
                  <a:pt x="400050" y="790575"/>
                </a:lnTo>
                <a:close/>
                <a:moveTo>
                  <a:pt x="523875" y="771525"/>
                </a:moveTo>
                <a:lnTo>
                  <a:pt x="561975" y="771525"/>
                </a:lnTo>
                <a:lnTo>
                  <a:pt x="561975" y="790575"/>
                </a:lnTo>
                <a:lnTo>
                  <a:pt x="542925" y="790575"/>
                </a:lnTo>
                <a:lnTo>
                  <a:pt x="542925" y="809625"/>
                </a:lnTo>
                <a:lnTo>
                  <a:pt x="533400" y="809625"/>
                </a:lnTo>
                <a:lnTo>
                  <a:pt x="533400" y="819150"/>
                </a:lnTo>
                <a:lnTo>
                  <a:pt x="523875" y="819150"/>
                </a:lnTo>
                <a:lnTo>
                  <a:pt x="523875" y="828675"/>
                </a:lnTo>
                <a:lnTo>
                  <a:pt x="514350" y="828675"/>
                </a:lnTo>
                <a:lnTo>
                  <a:pt x="514350" y="781050"/>
                </a:lnTo>
                <a:lnTo>
                  <a:pt x="523875" y="781050"/>
                </a:lnTo>
                <a:close/>
                <a:moveTo>
                  <a:pt x="723900" y="771525"/>
                </a:moveTo>
                <a:lnTo>
                  <a:pt x="733425" y="771525"/>
                </a:lnTo>
                <a:lnTo>
                  <a:pt x="733425" y="781050"/>
                </a:lnTo>
                <a:lnTo>
                  <a:pt x="723900" y="781050"/>
                </a:lnTo>
                <a:close/>
                <a:moveTo>
                  <a:pt x="85725" y="781050"/>
                </a:moveTo>
                <a:lnTo>
                  <a:pt x="95250" y="781050"/>
                </a:lnTo>
                <a:lnTo>
                  <a:pt x="95250" y="790575"/>
                </a:lnTo>
                <a:lnTo>
                  <a:pt x="85725" y="790575"/>
                </a:lnTo>
                <a:close/>
                <a:moveTo>
                  <a:pt x="285750" y="781050"/>
                </a:moveTo>
                <a:lnTo>
                  <a:pt x="295275" y="781050"/>
                </a:lnTo>
                <a:lnTo>
                  <a:pt x="295275" y="790575"/>
                </a:lnTo>
                <a:lnTo>
                  <a:pt x="285750" y="790575"/>
                </a:lnTo>
                <a:close/>
                <a:moveTo>
                  <a:pt x="314325" y="781050"/>
                </a:moveTo>
                <a:lnTo>
                  <a:pt x="323850" y="781050"/>
                </a:lnTo>
                <a:lnTo>
                  <a:pt x="323850" y="790575"/>
                </a:lnTo>
                <a:lnTo>
                  <a:pt x="314325" y="790575"/>
                </a:lnTo>
                <a:close/>
                <a:moveTo>
                  <a:pt x="561975" y="790575"/>
                </a:moveTo>
                <a:lnTo>
                  <a:pt x="571500" y="790575"/>
                </a:lnTo>
                <a:lnTo>
                  <a:pt x="571500" y="800100"/>
                </a:lnTo>
                <a:lnTo>
                  <a:pt x="561975" y="800100"/>
                </a:lnTo>
                <a:close/>
                <a:moveTo>
                  <a:pt x="685800" y="800100"/>
                </a:moveTo>
                <a:lnTo>
                  <a:pt x="695325" y="800100"/>
                </a:lnTo>
                <a:lnTo>
                  <a:pt x="695325" y="809625"/>
                </a:lnTo>
                <a:lnTo>
                  <a:pt x="685800" y="809625"/>
                </a:lnTo>
                <a:close/>
                <a:moveTo>
                  <a:pt x="571500" y="809625"/>
                </a:moveTo>
                <a:lnTo>
                  <a:pt x="581025" y="809625"/>
                </a:lnTo>
                <a:lnTo>
                  <a:pt x="581025" y="819150"/>
                </a:lnTo>
                <a:lnTo>
                  <a:pt x="571500" y="819150"/>
                </a:lnTo>
                <a:close/>
                <a:moveTo>
                  <a:pt x="971550" y="809625"/>
                </a:moveTo>
                <a:lnTo>
                  <a:pt x="981075" y="809625"/>
                </a:lnTo>
                <a:lnTo>
                  <a:pt x="981075" y="819150"/>
                </a:lnTo>
                <a:lnTo>
                  <a:pt x="971550" y="819150"/>
                </a:lnTo>
                <a:close/>
                <a:moveTo>
                  <a:pt x="200025" y="819150"/>
                </a:moveTo>
                <a:lnTo>
                  <a:pt x="209550" y="819150"/>
                </a:lnTo>
                <a:lnTo>
                  <a:pt x="209550" y="828675"/>
                </a:lnTo>
                <a:lnTo>
                  <a:pt x="200025" y="828675"/>
                </a:lnTo>
                <a:close/>
                <a:moveTo>
                  <a:pt x="704850" y="819150"/>
                </a:moveTo>
                <a:lnTo>
                  <a:pt x="714375" y="819150"/>
                </a:lnTo>
                <a:lnTo>
                  <a:pt x="714375" y="828675"/>
                </a:lnTo>
                <a:lnTo>
                  <a:pt x="704850" y="828675"/>
                </a:lnTo>
                <a:close/>
                <a:moveTo>
                  <a:pt x="190500" y="828675"/>
                </a:moveTo>
                <a:lnTo>
                  <a:pt x="200025" y="828675"/>
                </a:lnTo>
                <a:lnTo>
                  <a:pt x="200025" y="838200"/>
                </a:lnTo>
                <a:lnTo>
                  <a:pt x="190500" y="838200"/>
                </a:lnTo>
                <a:close/>
                <a:moveTo>
                  <a:pt x="381000" y="838200"/>
                </a:moveTo>
                <a:lnTo>
                  <a:pt x="409575" y="838200"/>
                </a:lnTo>
                <a:lnTo>
                  <a:pt x="409575" y="847725"/>
                </a:lnTo>
                <a:lnTo>
                  <a:pt x="381000" y="847725"/>
                </a:lnTo>
                <a:close/>
                <a:moveTo>
                  <a:pt x="914400" y="838200"/>
                </a:moveTo>
                <a:lnTo>
                  <a:pt x="923925" y="838200"/>
                </a:lnTo>
                <a:lnTo>
                  <a:pt x="923925" y="866775"/>
                </a:lnTo>
                <a:lnTo>
                  <a:pt x="914400" y="866775"/>
                </a:lnTo>
                <a:close/>
                <a:moveTo>
                  <a:pt x="600075" y="847725"/>
                </a:moveTo>
                <a:lnTo>
                  <a:pt x="609600" y="847725"/>
                </a:lnTo>
                <a:lnTo>
                  <a:pt x="609600" y="866775"/>
                </a:lnTo>
                <a:lnTo>
                  <a:pt x="600075" y="866775"/>
                </a:lnTo>
                <a:close/>
                <a:moveTo>
                  <a:pt x="552450" y="857250"/>
                </a:moveTo>
                <a:lnTo>
                  <a:pt x="561975" y="857250"/>
                </a:lnTo>
                <a:lnTo>
                  <a:pt x="561975" y="866775"/>
                </a:lnTo>
                <a:lnTo>
                  <a:pt x="552450" y="866775"/>
                </a:lnTo>
                <a:close/>
                <a:moveTo>
                  <a:pt x="571500" y="866775"/>
                </a:moveTo>
                <a:lnTo>
                  <a:pt x="581025" y="866775"/>
                </a:lnTo>
                <a:lnTo>
                  <a:pt x="581025" y="876300"/>
                </a:lnTo>
                <a:lnTo>
                  <a:pt x="571500" y="876300"/>
                </a:lnTo>
                <a:close/>
                <a:moveTo>
                  <a:pt x="904875" y="866775"/>
                </a:moveTo>
                <a:lnTo>
                  <a:pt x="914400" y="866775"/>
                </a:lnTo>
                <a:lnTo>
                  <a:pt x="914400" y="876300"/>
                </a:lnTo>
                <a:lnTo>
                  <a:pt x="904875" y="876300"/>
                </a:lnTo>
                <a:close/>
                <a:moveTo>
                  <a:pt x="1038225" y="866775"/>
                </a:moveTo>
                <a:lnTo>
                  <a:pt x="1047750" y="866775"/>
                </a:lnTo>
                <a:lnTo>
                  <a:pt x="1047750" y="876300"/>
                </a:lnTo>
                <a:lnTo>
                  <a:pt x="1038225" y="876300"/>
                </a:lnTo>
                <a:close/>
                <a:moveTo>
                  <a:pt x="619125" y="876300"/>
                </a:moveTo>
                <a:lnTo>
                  <a:pt x="628650" y="876300"/>
                </a:lnTo>
                <a:lnTo>
                  <a:pt x="628650" y="885825"/>
                </a:lnTo>
                <a:lnTo>
                  <a:pt x="619125" y="885825"/>
                </a:lnTo>
                <a:close/>
                <a:moveTo>
                  <a:pt x="685800" y="876300"/>
                </a:moveTo>
                <a:lnTo>
                  <a:pt x="714375" y="876300"/>
                </a:lnTo>
                <a:lnTo>
                  <a:pt x="714375" y="885825"/>
                </a:lnTo>
                <a:lnTo>
                  <a:pt x="704850" y="885825"/>
                </a:lnTo>
                <a:lnTo>
                  <a:pt x="704850" y="895350"/>
                </a:lnTo>
                <a:lnTo>
                  <a:pt x="714375" y="895350"/>
                </a:lnTo>
                <a:lnTo>
                  <a:pt x="714375" y="904875"/>
                </a:lnTo>
                <a:lnTo>
                  <a:pt x="723900" y="904875"/>
                </a:lnTo>
                <a:lnTo>
                  <a:pt x="723900" y="923925"/>
                </a:lnTo>
                <a:lnTo>
                  <a:pt x="733425" y="923925"/>
                </a:lnTo>
                <a:lnTo>
                  <a:pt x="733425" y="933450"/>
                </a:lnTo>
                <a:lnTo>
                  <a:pt x="742950" y="933450"/>
                </a:lnTo>
                <a:lnTo>
                  <a:pt x="742950" y="942975"/>
                </a:lnTo>
                <a:lnTo>
                  <a:pt x="733425" y="942975"/>
                </a:lnTo>
                <a:lnTo>
                  <a:pt x="733425" y="952500"/>
                </a:lnTo>
                <a:lnTo>
                  <a:pt x="723900" y="952500"/>
                </a:lnTo>
                <a:lnTo>
                  <a:pt x="723900" y="962025"/>
                </a:lnTo>
                <a:lnTo>
                  <a:pt x="714375" y="962025"/>
                </a:lnTo>
                <a:lnTo>
                  <a:pt x="714375" y="923925"/>
                </a:lnTo>
                <a:lnTo>
                  <a:pt x="704850" y="923925"/>
                </a:lnTo>
                <a:lnTo>
                  <a:pt x="704850" y="904875"/>
                </a:lnTo>
                <a:lnTo>
                  <a:pt x="695325" y="904875"/>
                </a:lnTo>
                <a:lnTo>
                  <a:pt x="695325" y="885825"/>
                </a:lnTo>
                <a:lnTo>
                  <a:pt x="685800" y="885825"/>
                </a:lnTo>
                <a:close/>
                <a:moveTo>
                  <a:pt x="123825" y="885825"/>
                </a:moveTo>
                <a:lnTo>
                  <a:pt x="152400" y="885825"/>
                </a:lnTo>
                <a:lnTo>
                  <a:pt x="152400" y="895350"/>
                </a:lnTo>
                <a:lnTo>
                  <a:pt x="142875" y="895350"/>
                </a:lnTo>
                <a:lnTo>
                  <a:pt x="142875" y="904875"/>
                </a:lnTo>
                <a:lnTo>
                  <a:pt x="133350" y="904875"/>
                </a:lnTo>
                <a:lnTo>
                  <a:pt x="133350" y="914400"/>
                </a:lnTo>
                <a:lnTo>
                  <a:pt x="123825" y="914400"/>
                </a:lnTo>
                <a:lnTo>
                  <a:pt x="123825" y="923925"/>
                </a:lnTo>
                <a:lnTo>
                  <a:pt x="114300" y="923925"/>
                </a:lnTo>
                <a:lnTo>
                  <a:pt x="114300" y="962025"/>
                </a:lnTo>
                <a:lnTo>
                  <a:pt x="123825" y="962025"/>
                </a:lnTo>
                <a:lnTo>
                  <a:pt x="123825" y="971550"/>
                </a:lnTo>
                <a:lnTo>
                  <a:pt x="133350" y="971550"/>
                </a:lnTo>
                <a:lnTo>
                  <a:pt x="133350" y="1000125"/>
                </a:lnTo>
                <a:lnTo>
                  <a:pt x="123825" y="1000125"/>
                </a:lnTo>
                <a:lnTo>
                  <a:pt x="123825" y="1019175"/>
                </a:lnTo>
                <a:lnTo>
                  <a:pt x="114300" y="1019175"/>
                </a:lnTo>
                <a:lnTo>
                  <a:pt x="114300" y="1000125"/>
                </a:lnTo>
                <a:lnTo>
                  <a:pt x="104775" y="1000125"/>
                </a:lnTo>
                <a:lnTo>
                  <a:pt x="104775" y="981075"/>
                </a:lnTo>
                <a:lnTo>
                  <a:pt x="95250" y="981075"/>
                </a:lnTo>
                <a:lnTo>
                  <a:pt x="95250" y="962025"/>
                </a:lnTo>
                <a:lnTo>
                  <a:pt x="85725" y="962025"/>
                </a:lnTo>
                <a:lnTo>
                  <a:pt x="85725" y="942975"/>
                </a:lnTo>
                <a:lnTo>
                  <a:pt x="104775" y="942975"/>
                </a:lnTo>
                <a:lnTo>
                  <a:pt x="104775" y="914400"/>
                </a:lnTo>
                <a:lnTo>
                  <a:pt x="114300" y="914400"/>
                </a:lnTo>
                <a:lnTo>
                  <a:pt x="114300" y="895350"/>
                </a:lnTo>
                <a:lnTo>
                  <a:pt x="123825" y="895350"/>
                </a:lnTo>
                <a:close/>
                <a:moveTo>
                  <a:pt x="552450" y="885825"/>
                </a:moveTo>
                <a:lnTo>
                  <a:pt x="561975" y="885825"/>
                </a:lnTo>
                <a:lnTo>
                  <a:pt x="561975" y="895350"/>
                </a:lnTo>
                <a:lnTo>
                  <a:pt x="552450" y="895350"/>
                </a:lnTo>
                <a:close/>
                <a:moveTo>
                  <a:pt x="609600" y="885825"/>
                </a:moveTo>
                <a:lnTo>
                  <a:pt x="619125" y="885825"/>
                </a:lnTo>
                <a:lnTo>
                  <a:pt x="619125" y="895350"/>
                </a:lnTo>
                <a:lnTo>
                  <a:pt x="609600" y="895350"/>
                </a:lnTo>
                <a:close/>
                <a:moveTo>
                  <a:pt x="819150" y="895350"/>
                </a:moveTo>
                <a:lnTo>
                  <a:pt x="828675" y="895350"/>
                </a:lnTo>
                <a:lnTo>
                  <a:pt x="828675" y="904875"/>
                </a:lnTo>
                <a:lnTo>
                  <a:pt x="819150" y="904875"/>
                </a:lnTo>
                <a:close/>
                <a:moveTo>
                  <a:pt x="447675" y="904875"/>
                </a:moveTo>
                <a:lnTo>
                  <a:pt x="457200" y="904875"/>
                </a:lnTo>
                <a:lnTo>
                  <a:pt x="457200" y="962025"/>
                </a:lnTo>
                <a:lnTo>
                  <a:pt x="447675" y="962025"/>
                </a:lnTo>
                <a:lnTo>
                  <a:pt x="447675" y="933450"/>
                </a:lnTo>
                <a:lnTo>
                  <a:pt x="428625" y="933450"/>
                </a:lnTo>
                <a:lnTo>
                  <a:pt x="428625" y="923925"/>
                </a:lnTo>
                <a:lnTo>
                  <a:pt x="447675" y="923925"/>
                </a:lnTo>
                <a:close/>
                <a:moveTo>
                  <a:pt x="809625" y="904875"/>
                </a:moveTo>
                <a:lnTo>
                  <a:pt x="819150" y="904875"/>
                </a:lnTo>
                <a:lnTo>
                  <a:pt x="819150" y="914400"/>
                </a:lnTo>
                <a:lnTo>
                  <a:pt x="809625" y="914400"/>
                </a:lnTo>
                <a:close/>
                <a:moveTo>
                  <a:pt x="638175" y="914400"/>
                </a:moveTo>
                <a:lnTo>
                  <a:pt x="647700" y="914400"/>
                </a:lnTo>
                <a:lnTo>
                  <a:pt x="647700" y="942975"/>
                </a:lnTo>
                <a:lnTo>
                  <a:pt x="638175" y="942975"/>
                </a:lnTo>
                <a:close/>
                <a:moveTo>
                  <a:pt x="800100" y="914400"/>
                </a:moveTo>
                <a:lnTo>
                  <a:pt x="809625" y="914400"/>
                </a:lnTo>
                <a:lnTo>
                  <a:pt x="809625" y="923925"/>
                </a:lnTo>
                <a:lnTo>
                  <a:pt x="800100" y="923925"/>
                </a:lnTo>
                <a:close/>
                <a:moveTo>
                  <a:pt x="523875" y="923925"/>
                </a:moveTo>
                <a:lnTo>
                  <a:pt x="533400" y="923925"/>
                </a:lnTo>
                <a:lnTo>
                  <a:pt x="533400" y="971550"/>
                </a:lnTo>
                <a:lnTo>
                  <a:pt x="552450" y="971550"/>
                </a:lnTo>
                <a:lnTo>
                  <a:pt x="552450" y="981075"/>
                </a:lnTo>
                <a:lnTo>
                  <a:pt x="533400" y="981075"/>
                </a:lnTo>
                <a:lnTo>
                  <a:pt x="533400" y="990600"/>
                </a:lnTo>
                <a:lnTo>
                  <a:pt x="523875" y="990600"/>
                </a:lnTo>
                <a:close/>
                <a:moveTo>
                  <a:pt x="790575" y="923925"/>
                </a:moveTo>
                <a:lnTo>
                  <a:pt x="800100" y="923925"/>
                </a:lnTo>
                <a:lnTo>
                  <a:pt x="800100" y="933450"/>
                </a:lnTo>
                <a:lnTo>
                  <a:pt x="790575" y="933450"/>
                </a:lnTo>
                <a:close/>
                <a:moveTo>
                  <a:pt x="304800" y="942975"/>
                </a:moveTo>
                <a:lnTo>
                  <a:pt x="314325" y="942975"/>
                </a:lnTo>
                <a:lnTo>
                  <a:pt x="314325" y="952500"/>
                </a:lnTo>
                <a:lnTo>
                  <a:pt x="304800" y="952500"/>
                </a:lnTo>
                <a:close/>
                <a:moveTo>
                  <a:pt x="781050" y="942975"/>
                </a:moveTo>
                <a:lnTo>
                  <a:pt x="790575" y="942975"/>
                </a:lnTo>
                <a:lnTo>
                  <a:pt x="790575" y="952500"/>
                </a:lnTo>
                <a:lnTo>
                  <a:pt x="781050" y="952500"/>
                </a:lnTo>
                <a:close/>
                <a:moveTo>
                  <a:pt x="314325" y="981075"/>
                </a:moveTo>
                <a:lnTo>
                  <a:pt x="323850" y="981075"/>
                </a:lnTo>
                <a:lnTo>
                  <a:pt x="323850" y="1028700"/>
                </a:lnTo>
                <a:lnTo>
                  <a:pt x="333375" y="1028700"/>
                </a:lnTo>
                <a:lnTo>
                  <a:pt x="333375" y="1047750"/>
                </a:lnTo>
                <a:lnTo>
                  <a:pt x="314325" y="1047750"/>
                </a:lnTo>
                <a:lnTo>
                  <a:pt x="314325" y="1057275"/>
                </a:lnTo>
                <a:lnTo>
                  <a:pt x="304800" y="1057275"/>
                </a:lnTo>
                <a:lnTo>
                  <a:pt x="304800" y="1019175"/>
                </a:lnTo>
                <a:lnTo>
                  <a:pt x="314325" y="1019175"/>
                </a:lnTo>
                <a:close/>
                <a:moveTo>
                  <a:pt x="514350" y="1009650"/>
                </a:moveTo>
                <a:lnTo>
                  <a:pt x="523875" y="1009650"/>
                </a:lnTo>
                <a:lnTo>
                  <a:pt x="523875" y="1019175"/>
                </a:lnTo>
                <a:lnTo>
                  <a:pt x="514350" y="1019175"/>
                </a:lnTo>
                <a:close/>
                <a:moveTo>
                  <a:pt x="638175" y="1009650"/>
                </a:moveTo>
                <a:lnTo>
                  <a:pt x="647700" y="1009650"/>
                </a:lnTo>
                <a:lnTo>
                  <a:pt x="647700" y="1028700"/>
                </a:lnTo>
                <a:lnTo>
                  <a:pt x="638175" y="1028700"/>
                </a:lnTo>
                <a:close/>
                <a:moveTo>
                  <a:pt x="419100" y="1038225"/>
                </a:moveTo>
                <a:lnTo>
                  <a:pt x="428625" y="1038225"/>
                </a:lnTo>
                <a:lnTo>
                  <a:pt x="428625" y="1047750"/>
                </a:lnTo>
                <a:lnTo>
                  <a:pt x="419100" y="1047750"/>
                </a:lnTo>
                <a:close/>
                <a:moveTo>
                  <a:pt x="409575" y="1047750"/>
                </a:moveTo>
                <a:lnTo>
                  <a:pt x="419100" y="1047750"/>
                </a:lnTo>
                <a:lnTo>
                  <a:pt x="419100" y="1085850"/>
                </a:lnTo>
                <a:lnTo>
                  <a:pt x="409575" y="1085850"/>
                </a:lnTo>
                <a:lnTo>
                  <a:pt x="409575" y="1143000"/>
                </a:lnTo>
                <a:lnTo>
                  <a:pt x="400050" y="1143000"/>
                </a:lnTo>
                <a:lnTo>
                  <a:pt x="400050" y="1104900"/>
                </a:lnTo>
                <a:lnTo>
                  <a:pt x="390525" y="1104900"/>
                </a:lnTo>
                <a:lnTo>
                  <a:pt x="390525" y="1057275"/>
                </a:lnTo>
                <a:lnTo>
                  <a:pt x="409575" y="1057275"/>
                </a:lnTo>
                <a:close/>
                <a:moveTo>
                  <a:pt x="57150" y="1057275"/>
                </a:moveTo>
                <a:lnTo>
                  <a:pt x="66675" y="1057275"/>
                </a:lnTo>
                <a:lnTo>
                  <a:pt x="66675" y="1066800"/>
                </a:lnTo>
                <a:lnTo>
                  <a:pt x="57150" y="1066800"/>
                </a:lnTo>
                <a:close/>
                <a:moveTo>
                  <a:pt x="628650" y="1057275"/>
                </a:moveTo>
                <a:lnTo>
                  <a:pt x="638175" y="1057275"/>
                </a:lnTo>
                <a:lnTo>
                  <a:pt x="638175" y="1076325"/>
                </a:lnTo>
                <a:lnTo>
                  <a:pt x="628650" y="1076325"/>
                </a:lnTo>
                <a:close/>
                <a:moveTo>
                  <a:pt x="295275" y="1076325"/>
                </a:moveTo>
                <a:lnTo>
                  <a:pt x="304800" y="1076325"/>
                </a:lnTo>
                <a:lnTo>
                  <a:pt x="304800" y="1085850"/>
                </a:lnTo>
                <a:lnTo>
                  <a:pt x="295275" y="1085850"/>
                </a:lnTo>
                <a:close/>
                <a:moveTo>
                  <a:pt x="676275" y="1076325"/>
                </a:moveTo>
                <a:lnTo>
                  <a:pt x="695325" y="1076325"/>
                </a:lnTo>
                <a:lnTo>
                  <a:pt x="695325" y="1085850"/>
                </a:lnTo>
                <a:lnTo>
                  <a:pt x="676275" y="1085850"/>
                </a:lnTo>
                <a:close/>
                <a:moveTo>
                  <a:pt x="714375" y="1085850"/>
                </a:moveTo>
                <a:lnTo>
                  <a:pt x="723900" y="1085850"/>
                </a:lnTo>
                <a:lnTo>
                  <a:pt x="723900" y="1104900"/>
                </a:lnTo>
                <a:lnTo>
                  <a:pt x="714375" y="1104900"/>
                </a:lnTo>
                <a:close/>
                <a:moveTo>
                  <a:pt x="485775" y="1095375"/>
                </a:moveTo>
                <a:lnTo>
                  <a:pt x="495300" y="1095375"/>
                </a:lnTo>
                <a:lnTo>
                  <a:pt x="495300" y="1104900"/>
                </a:lnTo>
                <a:lnTo>
                  <a:pt x="485775" y="1104900"/>
                </a:lnTo>
                <a:close/>
                <a:moveTo>
                  <a:pt x="628650" y="1104900"/>
                </a:moveTo>
                <a:lnTo>
                  <a:pt x="638175" y="1104900"/>
                </a:lnTo>
                <a:lnTo>
                  <a:pt x="638175" y="1114425"/>
                </a:lnTo>
                <a:lnTo>
                  <a:pt x="628650" y="1114425"/>
                </a:lnTo>
                <a:close/>
                <a:moveTo>
                  <a:pt x="666750" y="1104900"/>
                </a:moveTo>
                <a:lnTo>
                  <a:pt x="676275" y="1104900"/>
                </a:lnTo>
                <a:lnTo>
                  <a:pt x="676275" y="1123950"/>
                </a:lnTo>
                <a:lnTo>
                  <a:pt x="666750" y="1123950"/>
                </a:lnTo>
                <a:close/>
                <a:moveTo>
                  <a:pt x="476250" y="1114425"/>
                </a:moveTo>
                <a:lnTo>
                  <a:pt x="485775" y="1114425"/>
                </a:lnTo>
                <a:lnTo>
                  <a:pt x="485775" y="1123950"/>
                </a:lnTo>
                <a:lnTo>
                  <a:pt x="476250" y="1123950"/>
                </a:lnTo>
                <a:close/>
                <a:moveTo>
                  <a:pt x="685800" y="1114425"/>
                </a:moveTo>
                <a:lnTo>
                  <a:pt x="695325" y="1114425"/>
                </a:lnTo>
                <a:lnTo>
                  <a:pt x="695325" y="1152525"/>
                </a:lnTo>
                <a:lnTo>
                  <a:pt x="685800" y="1152525"/>
                </a:lnTo>
                <a:close/>
                <a:moveTo>
                  <a:pt x="466725" y="1133475"/>
                </a:moveTo>
                <a:lnTo>
                  <a:pt x="485775" y="1133475"/>
                </a:lnTo>
                <a:lnTo>
                  <a:pt x="485775" y="1143000"/>
                </a:lnTo>
                <a:lnTo>
                  <a:pt x="466725" y="1143000"/>
                </a:lnTo>
                <a:close/>
                <a:moveTo>
                  <a:pt x="771525" y="1143000"/>
                </a:moveTo>
                <a:lnTo>
                  <a:pt x="781050" y="1143000"/>
                </a:lnTo>
                <a:lnTo>
                  <a:pt x="781050" y="1152525"/>
                </a:lnTo>
                <a:lnTo>
                  <a:pt x="771525" y="1152525"/>
                </a:lnTo>
                <a:close/>
                <a:moveTo>
                  <a:pt x="19050" y="1152525"/>
                </a:moveTo>
                <a:lnTo>
                  <a:pt x="28575" y="1152525"/>
                </a:lnTo>
                <a:lnTo>
                  <a:pt x="28575" y="1162050"/>
                </a:lnTo>
                <a:lnTo>
                  <a:pt x="19050" y="1162050"/>
                </a:lnTo>
                <a:close/>
                <a:moveTo>
                  <a:pt x="285750" y="1152525"/>
                </a:moveTo>
                <a:lnTo>
                  <a:pt x="295275" y="1152525"/>
                </a:lnTo>
                <a:lnTo>
                  <a:pt x="295275" y="1162050"/>
                </a:lnTo>
                <a:lnTo>
                  <a:pt x="285750" y="1162050"/>
                </a:lnTo>
                <a:close/>
                <a:moveTo>
                  <a:pt x="447675" y="1152525"/>
                </a:moveTo>
                <a:lnTo>
                  <a:pt x="457200" y="1152525"/>
                </a:lnTo>
                <a:lnTo>
                  <a:pt x="457200" y="1162050"/>
                </a:lnTo>
                <a:lnTo>
                  <a:pt x="447675" y="1162050"/>
                </a:lnTo>
                <a:close/>
                <a:moveTo>
                  <a:pt x="619125" y="1152525"/>
                </a:moveTo>
                <a:lnTo>
                  <a:pt x="628650" y="1152525"/>
                </a:lnTo>
                <a:lnTo>
                  <a:pt x="628650" y="1171575"/>
                </a:lnTo>
                <a:lnTo>
                  <a:pt x="619125" y="1171575"/>
                </a:lnTo>
                <a:close/>
                <a:moveTo>
                  <a:pt x="438150" y="1162050"/>
                </a:moveTo>
                <a:lnTo>
                  <a:pt x="447675" y="1162050"/>
                </a:lnTo>
                <a:lnTo>
                  <a:pt x="447675" y="1171575"/>
                </a:lnTo>
                <a:lnTo>
                  <a:pt x="438150" y="1171575"/>
                </a:lnTo>
                <a:close/>
                <a:moveTo>
                  <a:pt x="19050" y="1171575"/>
                </a:moveTo>
                <a:lnTo>
                  <a:pt x="28575" y="1171575"/>
                </a:lnTo>
                <a:lnTo>
                  <a:pt x="28575" y="1200150"/>
                </a:lnTo>
                <a:lnTo>
                  <a:pt x="19050" y="1200150"/>
                </a:lnTo>
                <a:close/>
                <a:moveTo>
                  <a:pt x="609600" y="1171575"/>
                </a:moveTo>
                <a:lnTo>
                  <a:pt x="619125" y="1171575"/>
                </a:lnTo>
                <a:lnTo>
                  <a:pt x="619125" y="1228725"/>
                </a:lnTo>
                <a:lnTo>
                  <a:pt x="609600" y="1228725"/>
                </a:lnTo>
                <a:close/>
                <a:moveTo>
                  <a:pt x="390525" y="1181100"/>
                </a:moveTo>
                <a:lnTo>
                  <a:pt x="400050" y="1181100"/>
                </a:lnTo>
                <a:lnTo>
                  <a:pt x="400050" y="1200150"/>
                </a:lnTo>
                <a:lnTo>
                  <a:pt x="390525" y="1200150"/>
                </a:lnTo>
                <a:lnTo>
                  <a:pt x="390525" y="1228725"/>
                </a:lnTo>
                <a:lnTo>
                  <a:pt x="381000" y="1228725"/>
                </a:lnTo>
                <a:lnTo>
                  <a:pt x="381000" y="1200150"/>
                </a:lnTo>
                <a:lnTo>
                  <a:pt x="371475" y="1200150"/>
                </a:lnTo>
                <a:lnTo>
                  <a:pt x="371475" y="1190625"/>
                </a:lnTo>
                <a:lnTo>
                  <a:pt x="390525" y="1190625"/>
                </a:lnTo>
                <a:close/>
                <a:moveTo>
                  <a:pt x="285750" y="1190625"/>
                </a:moveTo>
                <a:lnTo>
                  <a:pt x="295275" y="1190625"/>
                </a:lnTo>
                <a:lnTo>
                  <a:pt x="295275" y="1219200"/>
                </a:lnTo>
                <a:lnTo>
                  <a:pt x="314325" y="1219200"/>
                </a:lnTo>
                <a:lnTo>
                  <a:pt x="314325" y="1228725"/>
                </a:lnTo>
                <a:lnTo>
                  <a:pt x="323850" y="1228725"/>
                </a:lnTo>
                <a:lnTo>
                  <a:pt x="323850" y="1238250"/>
                </a:lnTo>
                <a:lnTo>
                  <a:pt x="314325" y="1238250"/>
                </a:lnTo>
                <a:lnTo>
                  <a:pt x="314325" y="1247775"/>
                </a:lnTo>
                <a:lnTo>
                  <a:pt x="295275" y="1247775"/>
                </a:lnTo>
                <a:lnTo>
                  <a:pt x="295275" y="1285875"/>
                </a:lnTo>
                <a:lnTo>
                  <a:pt x="285750" y="1285875"/>
                </a:lnTo>
                <a:close/>
                <a:moveTo>
                  <a:pt x="419100" y="1190625"/>
                </a:moveTo>
                <a:lnTo>
                  <a:pt x="428625" y="1190625"/>
                </a:lnTo>
                <a:lnTo>
                  <a:pt x="428625" y="1200150"/>
                </a:lnTo>
                <a:lnTo>
                  <a:pt x="419100" y="1200150"/>
                </a:lnTo>
                <a:close/>
                <a:moveTo>
                  <a:pt x="704850" y="1200150"/>
                </a:moveTo>
                <a:lnTo>
                  <a:pt x="714375" y="1200150"/>
                </a:lnTo>
                <a:lnTo>
                  <a:pt x="714375" y="1219200"/>
                </a:lnTo>
                <a:lnTo>
                  <a:pt x="723900" y="1219200"/>
                </a:lnTo>
                <a:lnTo>
                  <a:pt x="723900" y="1247775"/>
                </a:lnTo>
                <a:lnTo>
                  <a:pt x="714375" y="1247775"/>
                </a:lnTo>
                <a:lnTo>
                  <a:pt x="714375" y="1238250"/>
                </a:lnTo>
                <a:lnTo>
                  <a:pt x="704850" y="1238250"/>
                </a:lnTo>
                <a:close/>
                <a:moveTo>
                  <a:pt x="647700" y="1219200"/>
                </a:moveTo>
                <a:lnTo>
                  <a:pt x="657225" y="1219200"/>
                </a:lnTo>
                <a:lnTo>
                  <a:pt x="657225" y="1228725"/>
                </a:lnTo>
                <a:lnTo>
                  <a:pt x="676275" y="1228725"/>
                </a:lnTo>
                <a:lnTo>
                  <a:pt x="676275" y="1219200"/>
                </a:lnTo>
                <a:lnTo>
                  <a:pt x="685800" y="1219200"/>
                </a:lnTo>
                <a:lnTo>
                  <a:pt x="685800" y="1295400"/>
                </a:lnTo>
                <a:lnTo>
                  <a:pt x="676275" y="1295400"/>
                </a:lnTo>
                <a:lnTo>
                  <a:pt x="676275" y="1285875"/>
                </a:lnTo>
                <a:lnTo>
                  <a:pt x="657225" y="1285875"/>
                </a:lnTo>
                <a:lnTo>
                  <a:pt x="657225" y="1295400"/>
                </a:lnTo>
                <a:lnTo>
                  <a:pt x="647700" y="1295400"/>
                </a:lnTo>
                <a:lnTo>
                  <a:pt x="647700" y="1333500"/>
                </a:lnTo>
                <a:lnTo>
                  <a:pt x="638175" y="1333500"/>
                </a:lnTo>
                <a:lnTo>
                  <a:pt x="638175" y="1238250"/>
                </a:lnTo>
                <a:lnTo>
                  <a:pt x="647700" y="1238250"/>
                </a:lnTo>
                <a:close/>
                <a:moveTo>
                  <a:pt x="781050" y="1219200"/>
                </a:moveTo>
                <a:lnTo>
                  <a:pt x="790575" y="1219200"/>
                </a:lnTo>
                <a:lnTo>
                  <a:pt x="790575" y="1228725"/>
                </a:lnTo>
                <a:lnTo>
                  <a:pt x="781050" y="1228725"/>
                </a:lnTo>
                <a:close/>
                <a:moveTo>
                  <a:pt x="19050" y="1228725"/>
                </a:moveTo>
                <a:lnTo>
                  <a:pt x="28575" y="1228725"/>
                </a:lnTo>
                <a:lnTo>
                  <a:pt x="28575" y="1238250"/>
                </a:lnTo>
                <a:lnTo>
                  <a:pt x="19050" y="1238250"/>
                </a:lnTo>
                <a:close/>
                <a:moveTo>
                  <a:pt x="323850" y="1257300"/>
                </a:moveTo>
                <a:lnTo>
                  <a:pt x="333375" y="1257300"/>
                </a:lnTo>
                <a:lnTo>
                  <a:pt x="333375" y="1266825"/>
                </a:lnTo>
                <a:lnTo>
                  <a:pt x="323850" y="1266825"/>
                </a:lnTo>
                <a:close/>
                <a:moveTo>
                  <a:pt x="647700" y="1266825"/>
                </a:moveTo>
                <a:lnTo>
                  <a:pt x="676275" y="1266825"/>
                </a:lnTo>
                <a:lnTo>
                  <a:pt x="676275" y="1238250"/>
                </a:lnTo>
                <a:lnTo>
                  <a:pt x="647700" y="1238250"/>
                </a:lnTo>
                <a:close/>
                <a:moveTo>
                  <a:pt x="57150" y="1276350"/>
                </a:moveTo>
                <a:lnTo>
                  <a:pt x="66675" y="1276350"/>
                </a:lnTo>
                <a:lnTo>
                  <a:pt x="66675" y="1285875"/>
                </a:lnTo>
                <a:lnTo>
                  <a:pt x="57150" y="1285875"/>
                </a:lnTo>
                <a:close/>
                <a:moveTo>
                  <a:pt x="390525" y="1295400"/>
                </a:moveTo>
                <a:lnTo>
                  <a:pt x="400050" y="1295400"/>
                </a:lnTo>
                <a:lnTo>
                  <a:pt x="400050" y="1314450"/>
                </a:lnTo>
                <a:lnTo>
                  <a:pt x="390525" y="1314450"/>
                </a:lnTo>
                <a:close/>
                <a:moveTo>
                  <a:pt x="685800" y="1304925"/>
                </a:moveTo>
                <a:lnTo>
                  <a:pt x="695325" y="1304925"/>
                </a:lnTo>
                <a:lnTo>
                  <a:pt x="695325" y="1323975"/>
                </a:lnTo>
                <a:lnTo>
                  <a:pt x="685800" y="1323975"/>
                </a:lnTo>
                <a:close/>
                <a:moveTo>
                  <a:pt x="238125" y="1314450"/>
                </a:moveTo>
                <a:lnTo>
                  <a:pt x="247650" y="1314450"/>
                </a:lnTo>
                <a:lnTo>
                  <a:pt x="247650" y="1333500"/>
                </a:lnTo>
                <a:lnTo>
                  <a:pt x="257175" y="1333500"/>
                </a:lnTo>
                <a:lnTo>
                  <a:pt x="257175" y="1362075"/>
                </a:lnTo>
                <a:lnTo>
                  <a:pt x="266700" y="1362075"/>
                </a:lnTo>
                <a:lnTo>
                  <a:pt x="266700" y="1323975"/>
                </a:lnTo>
                <a:lnTo>
                  <a:pt x="276225" y="1323975"/>
                </a:lnTo>
                <a:lnTo>
                  <a:pt x="276225" y="1381125"/>
                </a:lnTo>
                <a:lnTo>
                  <a:pt x="285750" y="1381125"/>
                </a:lnTo>
                <a:lnTo>
                  <a:pt x="285750" y="1438275"/>
                </a:lnTo>
                <a:lnTo>
                  <a:pt x="247650" y="1438275"/>
                </a:lnTo>
                <a:lnTo>
                  <a:pt x="247650" y="1428750"/>
                </a:lnTo>
                <a:lnTo>
                  <a:pt x="238125" y="1428750"/>
                </a:lnTo>
                <a:close/>
                <a:moveTo>
                  <a:pt x="85725" y="1323975"/>
                </a:moveTo>
                <a:lnTo>
                  <a:pt x="95250" y="1323975"/>
                </a:lnTo>
                <a:lnTo>
                  <a:pt x="95250" y="1333500"/>
                </a:lnTo>
                <a:lnTo>
                  <a:pt x="85725" y="1333500"/>
                </a:lnTo>
                <a:close/>
                <a:moveTo>
                  <a:pt x="95250" y="1333500"/>
                </a:moveTo>
                <a:lnTo>
                  <a:pt x="114300" y="1333500"/>
                </a:lnTo>
                <a:lnTo>
                  <a:pt x="114300" y="1343025"/>
                </a:lnTo>
                <a:lnTo>
                  <a:pt x="95250" y="1343025"/>
                </a:lnTo>
                <a:close/>
                <a:moveTo>
                  <a:pt x="419100" y="1333500"/>
                </a:moveTo>
                <a:lnTo>
                  <a:pt x="428625" y="1333500"/>
                </a:lnTo>
                <a:lnTo>
                  <a:pt x="428625" y="1352550"/>
                </a:lnTo>
                <a:lnTo>
                  <a:pt x="419100" y="1352550"/>
                </a:lnTo>
                <a:close/>
                <a:moveTo>
                  <a:pt x="114300" y="1343025"/>
                </a:moveTo>
                <a:lnTo>
                  <a:pt x="133350" y="1343025"/>
                </a:lnTo>
                <a:lnTo>
                  <a:pt x="133350" y="1352550"/>
                </a:lnTo>
                <a:lnTo>
                  <a:pt x="152400" y="1352550"/>
                </a:lnTo>
                <a:lnTo>
                  <a:pt x="152400" y="1362075"/>
                </a:lnTo>
                <a:lnTo>
                  <a:pt x="123825" y="1362075"/>
                </a:lnTo>
                <a:lnTo>
                  <a:pt x="123825" y="1352550"/>
                </a:lnTo>
                <a:lnTo>
                  <a:pt x="114300" y="1352550"/>
                </a:lnTo>
                <a:close/>
                <a:moveTo>
                  <a:pt x="295275" y="1352550"/>
                </a:moveTo>
                <a:lnTo>
                  <a:pt x="304800" y="1352550"/>
                </a:lnTo>
                <a:lnTo>
                  <a:pt x="304800" y="1362075"/>
                </a:lnTo>
                <a:lnTo>
                  <a:pt x="295275" y="1362075"/>
                </a:lnTo>
                <a:close/>
                <a:moveTo>
                  <a:pt x="390525" y="1352550"/>
                </a:moveTo>
                <a:lnTo>
                  <a:pt x="400050" y="1352550"/>
                </a:lnTo>
                <a:lnTo>
                  <a:pt x="400050" y="1409700"/>
                </a:lnTo>
                <a:lnTo>
                  <a:pt x="390525" y="1409700"/>
                </a:lnTo>
                <a:close/>
                <a:moveTo>
                  <a:pt x="161925" y="1362075"/>
                </a:moveTo>
                <a:lnTo>
                  <a:pt x="200025" y="1362075"/>
                </a:lnTo>
                <a:lnTo>
                  <a:pt x="200025" y="1371600"/>
                </a:lnTo>
                <a:lnTo>
                  <a:pt x="161925" y="1371600"/>
                </a:lnTo>
                <a:close/>
                <a:moveTo>
                  <a:pt x="419100" y="1362075"/>
                </a:moveTo>
                <a:lnTo>
                  <a:pt x="428625" y="1362075"/>
                </a:lnTo>
                <a:lnTo>
                  <a:pt x="428625" y="1381125"/>
                </a:lnTo>
                <a:lnTo>
                  <a:pt x="419100" y="1381125"/>
                </a:lnTo>
                <a:close/>
                <a:moveTo>
                  <a:pt x="200025" y="1371600"/>
                </a:moveTo>
                <a:lnTo>
                  <a:pt x="209550" y="1371600"/>
                </a:lnTo>
                <a:lnTo>
                  <a:pt x="209550" y="1381125"/>
                </a:lnTo>
                <a:lnTo>
                  <a:pt x="200025" y="1381125"/>
                </a:lnTo>
                <a:close/>
                <a:moveTo>
                  <a:pt x="714375" y="1371600"/>
                </a:moveTo>
                <a:lnTo>
                  <a:pt x="723900" y="1371600"/>
                </a:lnTo>
                <a:lnTo>
                  <a:pt x="723900" y="1390650"/>
                </a:lnTo>
                <a:lnTo>
                  <a:pt x="714375" y="1390650"/>
                </a:lnTo>
                <a:close/>
                <a:moveTo>
                  <a:pt x="304800" y="1390650"/>
                </a:moveTo>
                <a:lnTo>
                  <a:pt x="314325" y="1390650"/>
                </a:lnTo>
                <a:lnTo>
                  <a:pt x="314325" y="1409700"/>
                </a:lnTo>
                <a:lnTo>
                  <a:pt x="304800" y="1409700"/>
                </a:lnTo>
                <a:close/>
                <a:moveTo>
                  <a:pt x="619125" y="1400175"/>
                </a:moveTo>
                <a:lnTo>
                  <a:pt x="628650" y="1400175"/>
                </a:lnTo>
                <a:lnTo>
                  <a:pt x="628650" y="1409700"/>
                </a:lnTo>
                <a:lnTo>
                  <a:pt x="619125" y="1409700"/>
                </a:lnTo>
                <a:close/>
                <a:moveTo>
                  <a:pt x="314325" y="1409700"/>
                </a:moveTo>
                <a:lnTo>
                  <a:pt x="323850" y="1409700"/>
                </a:lnTo>
                <a:lnTo>
                  <a:pt x="323850" y="1419225"/>
                </a:lnTo>
                <a:lnTo>
                  <a:pt x="333375" y="1419225"/>
                </a:lnTo>
                <a:lnTo>
                  <a:pt x="333375" y="1409700"/>
                </a:lnTo>
                <a:lnTo>
                  <a:pt x="371475" y="1409700"/>
                </a:lnTo>
                <a:lnTo>
                  <a:pt x="371475" y="1419225"/>
                </a:lnTo>
                <a:lnTo>
                  <a:pt x="342900" y="1419225"/>
                </a:lnTo>
                <a:lnTo>
                  <a:pt x="342900" y="1438275"/>
                </a:lnTo>
                <a:lnTo>
                  <a:pt x="352425" y="1438275"/>
                </a:lnTo>
                <a:lnTo>
                  <a:pt x="352425" y="1447800"/>
                </a:lnTo>
                <a:lnTo>
                  <a:pt x="342900" y="1447800"/>
                </a:lnTo>
                <a:lnTo>
                  <a:pt x="342900" y="1466850"/>
                </a:lnTo>
                <a:lnTo>
                  <a:pt x="333375" y="1466850"/>
                </a:lnTo>
                <a:lnTo>
                  <a:pt x="333375" y="1485900"/>
                </a:lnTo>
                <a:lnTo>
                  <a:pt x="323850" y="1485900"/>
                </a:lnTo>
                <a:lnTo>
                  <a:pt x="323850" y="1466850"/>
                </a:lnTo>
                <a:lnTo>
                  <a:pt x="314325" y="1466850"/>
                </a:lnTo>
                <a:close/>
                <a:moveTo>
                  <a:pt x="209550" y="1428750"/>
                </a:moveTo>
                <a:lnTo>
                  <a:pt x="219075" y="1428750"/>
                </a:lnTo>
                <a:lnTo>
                  <a:pt x="219075" y="1438275"/>
                </a:lnTo>
                <a:lnTo>
                  <a:pt x="209550" y="1438275"/>
                </a:lnTo>
                <a:close/>
                <a:moveTo>
                  <a:pt x="247650" y="1428750"/>
                </a:moveTo>
                <a:lnTo>
                  <a:pt x="257175" y="1428750"/>
                </a:lnTo>
                <a:lnTo>
                  <a:pt x="257175" y="1409700"/>
                </a:lnTo>
                <a:lnTo>
                  <a:pt x="247650" y="1409700"/>
                </a:lnTo>
                <a:close/>
                <a:moveTo>
                  <a:pt x="266700" y="1428750"/>
                </a:moveTo>
                <a:lnTo>
                  <a:pt x="276225" y="1428750"/>
                </a:lnTo>
                <a:lnTo>
                  <a:pt x="276225" y="1409700"/>
                </a:lnTo>
                <a:lnTo>
                  <a:pt x="266700" y="1409700"/>
                </a:lnTo>
                <a:close/>
                <a:moveTo>
                  <a:pt x="619125" y="1438275"/>
                </a:moveTo>
                <a:lnTo>
                  <a:pt x="628650" y="1438275"/>
                </a:lnTo>
                <a:lnTo>
                  <a:pt x="628650" y="1447800"/>
                </a:lnTo>
                <a:lnTo>
                  <a:pt x="619125" y="1447800"/>
                </a:lnTo>
                <a:close/>
                <a:moveTo>
                  <a:pt x="609600" y="1447800"/>
                </a:moveTo>
                <a:lnTo>
                  <a:pt x="619125" y="1447800"/>
                </a:lnTo>
                <a:lnTo>
                  <a:pt x="619125" y="1457325"/>
                </a:lnTo>
                <a:lnTo>
                  <a:pt x="609600" y="1457325"/>
                </a:lnTo>
                <a:close/>
                <a:moveTo>
                  <a:pt x="400050" y="1457325"/>
                </a:moveTo>
                <a:lnTo>
                  <a:pt x="409575" y="1457325"/>
                </a:lnTo>
                <a:lnTo>
                  <a:pt x="409575" y="1476375"/>
                </a:lnTo>
                <a:lnTo>
                  <a:pt x="400050" y="1476375"/>
                </a:lnTo>
                <a:close/>
                <a:moveTo>
                  <a:pt x="571500" y="1457325"/>
                </a:moveTo>
                <a:lnTo>
                  <a:pt x="581025" y="1457325"/>
                </a:lnTo>
                <a:lnTo>
                  <a:pt x="581025" y="1466850"/>
                </a:lnTo>
                <a:lnTo>
                  <a:pt x="571500" y="1466850"/>
                </a:lnTo>
                <a:close/>
                <a:moveTo>
                  <a:pt x="647700" y="1466850"/>
                </a:moveTo>
                <a:lnTo>
                  <a:pt x="657225" y="1466850"/>
                </a:lnTo>
                <a:lnTo>
                  <a:pt x="657225" y="1476375"/>
                </a:lnTo>
                <a:lnTo>
                  <a:pt x="647700" y="1476375"/>
                </a:lnTo>
                <a:close/>
                <a:moveTo>
                  <a:pt x="685800" y="1466850"/>
                </a:moveTo>
                <a:lnTo>
                  <a:pt x="695325" y="1466850"/>
                </a:lnTo>
                <a:lnTo>
                  <a:pt x="695325" y="1476375"/>
                </a:lnTo>
                <a:lnTo>
                  <a:pt x="685800" y="1476375"/>
                </a:lnTo>
                <a:close/>
                <a:moveTo>
                  <a:pt x="390525" y="1476375"/>
                </a:moveTo>
                <a:lnTo>
                  <a:pt x="400050" y="1476375"/>
                </a:lnTo>
                <a:lnTo>
                  <a:pt x="400050" y="1485900"/>
                </a:lnTo>
                <a:lnTo>
                  <a:pt x="390525" y="1485900"/>
                </a:lnTo>
                <a:close/>
                <a:moveTo>
                  <a:pt x="342900" y="1485900"/>
                </a:moveTo>
                <a:lnTo>
                  <a:pt x="352425" y="1485900"/>
                </a:lnTo>
                <a:lnTo>
                  <a:pt x="352425" y="1495425"/>
                </a:lnTo>
                <a:lnTo>
                  <a:pt x="342900" y="1495425"/>
                </a:lnTo>
                <a:close/>
                <a:moveTo>
                  <a:pt x="381000" y="1485900"/>
                </a:moveTo>
                <a:lnTo>
                  <a:pt x="390525" y="1485900"/>
                </a:lnTo>
                <a:lnTo>
                  <a:pt x="390525" y="1495425"/>
                </a:lnTo>
                <a:lnTo>
                  <a:pt x="381000" y="1495425"/>
                </a:lnTo>
                <a:close/>
                <a:moveTo>
                  <a:pt x="657225" y="1504950"/>
                </a:moveTo>
                <a:lnTo>
                  <a:pt x="685800" y="1504950"/>
                </a:lnTo>
                <a:lnTo>
                  <a:pt x="685800" y="1514475"/>
                </a:lnTo>
                <a:lnTo>
                  <a:pt x="676275" y="1514475"/>
                </a:lnTo>
                <a:lnTo>
                  <a:pt x="676275" y="1524000"/>
                </a:lnTo>
                <a:lnTo>
                  <a:pt x="685800" y="1524000"/>
                </a:lnTo>
                <a:lnTo>
                  <a:pt x="685800" y="1514475"/>
                </a:lnTo>
                <a:lnTo>
                  <a:pt x="695325" y="1514475"/>
                </a:lnTo>
                <a:lnTo>
                  <a:pt x="695325" y="1533525"/>
                </a:lnTo>
                <a:lnTo>
                  <a:pt x="685800" y="1533525"/>
                </a:lnTo>
                <a:lnTo>
                  <a:pt x="685800" y="1543050"/>
                </a:lnTo>
                <a:lnTo>
                  <a:pt x="666750" y="1543050"/>
                </a:lnTo>
                <a:lnTo>
                  <a:pt x="666750" y="1552575"/>
                </a:lnTo>
                <a:lnTo>
                  <a:pt x="657225" y="1552575"/>
                </a:lnTo>
                <a:lnTo>
                  <a:pt x="657225" y="1533525"/>
                </a:lnTo>
                <a:lnTo>
                  <a:pt x="647700" y="1533525"/>
                </a:lnTo>
                <a:lnTo>
                  <a:pt x="647700" y="1514475"/>
                </a:lnTo>
                <a:lnTo>
                  <a:pt x="657225" y="1514475"/>
                </a:lnTo>
                <a:close/>
                <a:moveTo>
                  <a:pt x="361950" y="1514475"/>
                </a:moveTo>
                <a:lnTo>
                  <a:pt x="371475" y="1514475"/>
                </a:lnTo>
                <a:lnTo>
                  <a:pt x="371475" y="1524000"/>
                </a:lnTo>
                <a:lnTo>
                  <a:pt x="361950" y="1524000"/>
                </a:lnTo>
                <a:close/>
                <a:moveTo>
                  <a:pt x="390525" y="1514475"/>
                </a:moveTo>
                <a:lnTo>
                  <a:pt x="400050" y="1514475"/>
                </a:lnTo>
                <a:lnTo>
                  <a:pt x="400050" y="1524000"/>
                </a:lnTo>
                <a:lnTo>
                  <a:pt x="390525" y="1524000"/>
                </a:lnTo>
                <a:close/>
                <a:moveTo>
                  <a:pt x="400050" y="1524000"/>
                </a:moveTo>
                <a:lnTo>
                  <a:pt x="409575" y="1524000"/>
                </a:lnTo>
                <a:lnTo>
                  <a:pt x="409575" y="1533525"/>
                </a:lnTo>
                <a:lnTo>
                  <a:pt x="400050" y="1533525"/>
                </a:lnTo>
                <a:close/>
                <a:moveTo>
                  <a:pt x="657225" y="1524000"/>
                </a:moveTo>
                <a:lnTo>
                  <a:pt x="666750" y="1524000"/>
                </a:lnTo>
                <a:lnTo>
                  <a:pt x="666750" y="1514475"/>
                </a:lnTo>
                <a:lnTo>
                  <a:pt x="657225" y="1514475"/>
                </a:lnTo>
                <a:close/>
                <a:moveTo>
                  <a:pt x="714375" y="1533525"/>
                </a:moveTo>
                <a:lnTo>
                  <a:pt x="723900" y="1533525"/>
                </a:lnTo>
                <a:lnTo>
                  <a:pt x="723900" y="1543050"/>
                </a:lnTo>
                <a:lnTo>
                  <a:pt x="714375" y="1543050"/>
                </a:lnTo>
                <a:close/>
                <a:moveTo>
                  <a:pt x="228600" y="1543050"/>
                </a:moveTo>
                <a:lnTo>
                  <a:pt x="238125" y="1543050"/>
                </a:lnTo>
                <a:lnTo>
                  <a:pt x="238125" y="1562100"/>
                </a:lnTo>
                <a:lnTo>
                  <a:pt x="228600" y="1562100"/>
                </a:lnTo>
                <a:close/>
                <a:moveTo>
                  <a:pt x="409575" y="1543050"/>
                </a:moveTo>
                <a:lnTo>
                  <a:pt x="419100" y="1543050"/>
                </a:lnTo>
                <a:lnTo>
                  <a:pt x="419100" y="1571625"/>
                </a:lnTo>
                <a:lnTo>
                  <a:pt x="409575" y="1571625"/>
                </a:lnTo>
                <a:close/>
                <a:moveTo>
                  <a:pt x="228600" y="1571625"/>
                </a:moveTo>
                <a:lnTo>
                  <a:pt x="238125" y="1571625"/>
                </a:lnTo>
                <a:lnTo>
                  <a:pt x="238125" y="1600200"/>
                </a:lnTo>
                <a:lnTo>
                  <a:pt x="228600" y="1600200"/>
                </a:lnTo>
                <a:close/>
                <a:moveTo>
                  <a:pt x="390525" y="1571625"/>
                </a:moveTo>
                <a:lnTo>
                  <a:pt x="409575" y="1571625"/>
                </a:lnTo>
                <a:lnTo>
                  <a:pt x="409575" y="1600200"/>
                </a:lnTo>
                <a:lnTo>
                  <a:pt x="400050" y="1600200"/>
                </a:lnTo>
                <a:lnTo>
                  <a:pt x="400050" y="1609725"/>
                </a:lnTo>
                <a:lnTo>
                  <a:pt x="390525" y="1609725"/>
                </a:lnTo>
                <a:lnTo>
                  <a:pt x="390525" y="1600200"/>
                </a:lnTo>
                <a:lnTo>
                  <a:pt x="342900" y="1600200"/>
                </a:lnTo>
                <a:lnTo>
                  <a:pt x="342900" y="1590675"/>
                </a:lnTo>
                <a:lnTo>
                  <a:pt x="381000" y="1590675"/>
                </a:lnTo>
                <a:lnTo>
                  <a:pt x="381000" y="1581150"/>
                </a:lnTo>
                <a:lnTo>
                  <a:pt x="390525" y="1581150"/>
                </a:lnTo>
                <a:close/>
                <a:moveTo>
                  <a:pt x="714375" y="1590675"/>
                </a:moveTo>
                <a:lnTo>
                  <a:pt x="723900" y="1590675"/>
                </a:lnTo>
                <a:lnTo>
                  <a:pt x="723900" y="1600200"/>
                </a:lnTo>
                <a:lnTo>
                  <a:pt x="714375" y="1600200"/>
                </a:lnTo>
                <a:close/>
                <a:moveTo>
                  <a:pt x="238125" y="1628775"/>
                </a:moveTo>
                <a:lnTo>
                  <a:pt x="247650" y="1628775"/>
                </a:lnTo>
                <a:lnTo>
                  <a:pt x="247650" y="1638300"/>
                </a:lnTo>
                <a:lnTo>
                  <a:pt x="238125" y="1638300"/>
                </a:lnTo>
                <a:close/>
                <a:moveTo>
                  <a:pt x="666750" y="1724025"/>
                </a:moveTo>
                <a:lnTo>
                  <a:pt x="676275" y="1724025"/>
                </a:lnTo>
                <a:lnTo>
                  <a:pt x="676275" y="1743075"/>
                </a:lnTo>
                <a:lnTo>
                  <a:pt x="666750" y="1743075"/>
                </a:lnTo>
                <a:close/>
                <a:moveTo>
                  <a:pt x="238125" y="1733550"/>
                </a:moveTo>
                <a:lnTo>
                  <a:pt x="247650" y="1733550"/>
                </a:lnTo>
                <a:lnTo>
                  <a:pt x="247650" y="1743075"/>
                </a:lnTo>
                <a:lnTo>
                  <a:pt x="238125" y="1743075"/>
                </a:lnTo>
                <a:close/>
              </a:path>
            </a:pathLst>
          </a:custGeom>
          <a:solidFill xmlns:a="http://schemas.openxmlformats.org/drawingml/2006/main">
            <a:srgbClr val="F6F7F1"/>
          </a:solidFill>
          <a:ln xmlns:a="http://schemas.openxmlformats.org/drawingml/2006/main" w="0">
            <a:noFill/>
          </a:ln>
        </p:spPr>
      </p:sp>
      <p:sp>
        <p:nvSpPr>
          <p:cNvPr id="62" name="turno2 vector #dfe4dd">
            <a:extLst xmlns:a="http://schemas.openxmlformats.org/drawingml/2006/main">
              <a:ext uri="{FF2B5EF4-FFF2-40B4-BE49-F238E27FC236}">
                <a16:creationId xmlns:a16="http://schemas.microsoft.com/office/drawing/2014/main" id="{1B0CEC1E-07E4-4FBC-8A56-6B70F696B9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86975" y="2514600"/>
            <a:ext cx="1828800" cy="2724150"/>
          </a:xfrm>
          <a:custGeom xmlns:a="http://schemas.openxmlformats.org/drawingml/2006/main">
            <a:pathLst>
              <a:path w="1181100" h="1762125">
                <a:moveTo>
                  <a:pt x="600075" y="19050"/>
                </a:moveTo>
                <a:lnTo>
                  <a:pt x="638175" y="19050"/>
                </a:lnTo>
                <a:lnTo>
                  <a:pt x="638175" y="28575"/>
                </a:lnTo>
                <a:lnTo>
                  <a:pt x="600075" y="28575"/>
                </a:lnTo>
                <a:close/>
                <a:moveTo>
                  <a:pt x="552450" y="38100"/>
                </a:moveTo>
                <a:lnTo>
                  <a:pt x="561975" y="38100"/>
                </a:lnTo>
                <a:lnTo>
                  <a:pt x="561975" y="47625"/>
                </a:lnTo>
                <a:lnTo>
                  <a:pt x="552450" y="47625"/>
                </a:lnTo>
                <a:close/>
                <a:moveTo>
                  <a:pt x="542925" y="47625"/>
                </a:moveTo>
                <a:lnTo>
                  <a:pt x="552450" y="47625"/>
                </a:lnTo>
                <a:lnTo>
                  <a:pt x="552450" y="57150"/>
                </a:lnTo>
                <a:lnTo>
                  <a:pt x="542925" y="57150"/>
                </a:lnTo>
                <a:close/>
                <a:moveTo>
                  <a:pt x="800100" y="47625"/>
                </a:moveTo>
                <a:lnTo>
                  <a:pt x="838200" y="47625"/>
                </a:lnTo>
                <a:lnTo>
                  <a:pt x="838200" y="57150"/>
                </a:lnTo>
                <a:lnTo>
                  <a:pt x="800100" y="57150"/>
                </a:lnTo>
                <a:close/>
                <a:moveTo>
                  <a:pt x="533400" y="57150"/>
                </a:moveTo>
                <a:lnTo>
                  <a:pt x="542925" y="57150"/>
                </a:lnTo>
                <a:lnTo>
                  <a:pt x="542925" y="66675"/>
                </a:lnTo>
                <a:lnTo>
                  <a:pt x="533400" y="66675"/>
                </a:lnTo>
                <a:close/>
                <a:moveTo>
                  <a:pt x="704850" y="66675"/>
                </a:moveTo>
                <a:lnTo>
                  <a:pt x="714375" y="66675"/>
                </a:lnTo>
                <a:lnTo>
                  <a:pt x="714375" y="76200"/>
                </a:lnTo>
                <a:lnTo>
                  <a:pt x="704850" y="76200"/>
                </a:lnTo>
                <a:close/>
                <a:moveTo>
                  <a:pt x="523875" y="76200"/>
                </a:moveTo>
                <a:lnTo>
                  <a:pt x="533400" y="76200"/>
                </a:lnTo>
                <a:lnTo>
                  <a:pt x="533400" y="85725"/>
                </a:lnTo>
                <a:lnTo>
                  <a:pt x="523875" y="85725"/>
                </a:lnTo>
                <a:close/>
                <a:moveTo>
                  <a:pt x="609600" y="76200"/>
                </a:moveTo>
                <a:lnTo>
                  <a:pt x="628650" y="76200"/>
                </a:lnTo>
                <a:lnTo>
                  <a:pt x="628650" y="85725"/>
                </a:lnTo>
                <a:lnTo>
                  <a:pt x="609600" y="85725"/>
                </a:lnTo>
                <a:close/>
                <a:moveTo>
                  <a:pt x="781050" y="76200"/>
                </a:moveTo>
                <a:lnTo>
                  <a:pt x="790575" y="76200"/>
                </a:lnTo>
                <a:lnTo>
                  <a:pt x="790575" y="85725"/>
                </a:lnTo>
                <a:lnTo>
                  <a:pt x="781050" y="85725"/>
                </a:lnTo>
                <a:close/>
                <a:moveTo>
                  <a:pt x="809625" y="76200"/>
                </a:moveTo>
                <a:lnTo>
                  <a:pt x="819150" y="76200"/>
                </a:lnTo>
                <a:lnTo>
                  <a:pt x="819150" y="85725"/>
                </a:lnTo>
                <a:lnTo>
                  <a:pt x="809625" y="85725"/>
                </a:lnTo>
                <a:close/>
                <a:moveTo>
                  <a:pt x="400050" y="85725"/>
                </a:moveTo>
                <a:lnTo>
                  <a:pt x="409575" y="85725"/>
                </a:lnTo>
                <a:lnTo>
                  <a:pt x="409575" y="95250"/>
                </a:lnTo>
                <a:lnTo>
                  <a:pt x="400050" y="95250"/>
                </a:lnTo>
                <a:close/>
                <a:moveTo>
                  <a:pt x="447675" y="85725"/>
                </a:moveTo>
                <a:lnTo>
                  <a:pt x="457200" y="85725"/>
                </a:lnTo>
                <a:lnTo>
                  <a:pt x="457200" y="95250"/>
                </a:lnTo>
                <a:lnTo>
                  <a:pt x="447675" y="95250"/>
                </a:lnTo>
                <a:close/>
                <a:moveTo>
                  <a:pt x="819150" y="85725"/>
                </a:moveTo>
                <a:lnTo>
                  <a:pt x="828675" y="85725"/>
                </a:lnTo>
                <a:lnTo>
                  <a:pt x="828675" y="95250"/>
                </a:lnTo>
                <a:lnTo>
                  <a:pt x="819150" y="95250"/>
                </a:lnTo>
                <a:close/>
                <a:moveTo>
                  <a:pt x="390525" y="95250"/>
                </a:moveTo>
                <a:lnTo>
                  <a:pt x="400050" y="95250"/>
                </a:lnTo>
                <a:lnTo>
                  <a:pt x="400050" y="104775"/>
                </a:lnTo>
                <a:lnTo>
                  <a:pt x="390525" y="104775"/>
                </a:lnTo>
                <a:close/>
                <a:moveTo>
                  <a:pt x="457200" y="95250"/>
                </a:moveTo>
                <a:lnTo>
                  <a:pt x="466725" y="95250"/>
                </a:lnTo>
                <a:lnTo>
                  <a:pt x="466725" y="104775"/>
                </a:lnTo>
                <a:lnTo>
                  <a:pt x="457200" y="104775"/>
                </a:lnTo>
                <a:close/>
                <a:moveTo>
                  <a:pt x="800100" y="104775"/>
                </a:moveTo>
                <a:lnTo>
                  <a:pt x="809625" y="104775"/>
                </a:lnTo>
                <a:lnTo>
                  <a:pt x="809625" y="114300"/>
                </a:lnTo>
                <a:lnTo>
                  <a:pt x="800100" y="114300"/>
                </a:lnTo>
                <a:close/>
                <a:moveTo>
                  <a:pt x="857250" y="104775"/>
                </a:moveTo>
                <a:lnTo>
                  <a:pt x="866775" y="104775"/>
                </a:lnTo>
                <a:lnTo>
                  <a:pt x="866775" y="114300"/>
                </a:lnTo>
                <a:lnTo>
                  <a:pt x="857250" y="114300"/>
                </a:lnTo>
                <a:close/>
                <a:moveTo>
                  <a:pt x="390525" y="114300"/>
                </a:moveTo>
                <a:lnTo>
                  <a:pt x="400050" y="114300"/>
                </a:lnTo>
                <a:lnTo>
                  <a:pt x="400050" y="123825"/>
                </a:lnTo>
                <a:lnTo>
                  <a:pt x="390525" y="123825"/>
                </a:lnTo>
                <a:close/>
                <a:moveTo>
                  <a:pt x="409575" y="114300"/>
                </a:moveTo>
                <a:lnTo>
                  <a:pt x="428625" y="114300"/>
                </a:lnTo>
                <a:lnTo>
                  <a:pt x="428625" y="133350"/>
                </a:lnTo>
                <a:lnTo>
                  <a:pt x="419100" y="133350"/>
                </a:lnTo>
                <a:lnTo>
                  <a:pt x="419100" y="123825"/>
                </a:lnTo>
                <a:lnTo>
                  <a:pt x="409575" y="123825"/>
                </a:lnTo>
                <a:close/>
                <a:moveTo>
                  <a:pt x="638175" y="114300"/>
                </a:moveTo>
                <a:lnTo>
                  <a:pt x="647700" y="114300"/>
                </a:lnTo>
                <a:lnTo>
                  <a:pt x="647700" y="123825"/>
                </a:lnTo>
                <a:lnTo>
                  <a:pt x="638175" y="123825"/>
                </a:lnTo>
                <a:close/>
                <a:moveTo>
                  <a:pt x="790575" y="114300"/>
                </a:moveTo>
                <a:lnTo>
                  <a:pt x="800100" y="114300"/>
                </a:lnTo>
                <a:lnTo>
                  <a:pt x="800100" y="123825"/>
                </a:lnTo>
                <a:lnTo>
                  <a:pt x="790575" y="123825"/>
                </a:lnTo>
                <a:close/>
                <a:moveTo>
                  <a:pt x="847725" y="114300"/>
                </a:moveTo>
                <a:lnTo>
                  <a:pt x="857250" y="114300"/>
                </a:lnTo>
                <a:lnTo>
                  <a:pt x="857250" y="123825"/>
                </a:lnTo>
                <a:lnTo>
                  <a:pt x="847725" y="123825"/>
                </a:lnTo>
                <a:close/>
                <a:moveTo>
                  <a:pt x="457200" y="123825"/>
                </a:moveTo>
                <a:lnTo>
                  <a:pt x="466725" y="123825"/>
                </a:lnTo>
                <a:lnTo>
                  <a:pt x="466725" y="133350"/>
                </a:lnTo>
                <a:lnTo>
                  <a:pt x="457200" y="133350"/>
                </a:lnTo>
                <a:close/>
                <a:moveTo>
                  <a:pt x="628650" y="123825"/>
                </a:moveTo>
                <a:lnTo>
                  <a:pt x="638175" y="123825"/>
                </a:lnTo>
                <a:lnTo>
                  <a:pt x="638175" y="133350"/>
                </a:lnTo>
                <a:lnTo>
                  <a:pt x="628650" y="133350"/>
                </a:lnTo>
                <a:close/>
                <a:moveTo>
                  <a:pt x="828675" y="123825"/>
                </a:moveTo>
                <a:lnTo>
                  <a:pt x="838200" y="123825"/>
                </a:lnTo>
                <a:lnTo>
                  <a:pt x="838200" y="133350"/>
                </a:lnTo>
                <a:lnTo>
                  <a:pt x="828675" y="133350"/>
                </a:lnTo>
                <a:close/>
                <a:moveTo>
                  <a:pt x="619125" y="133350"/>
                </a:moveTo>
                <a:lnTo>
                  <a:pt x="628650" y="133350"/>
                </a:lnTo>
                <a:lnTo>
                  <a:pt x="628650" y="142875"/>
                </a:lnTo>
                <a:lnTo>
                  <a:pt x="619125" y="142875"/>
                </a:lnTo>
                <a:close/>
                <a:moveTo>
                  <a:pt x="790575" y="133350"/>
                </a:moveTo>
                <a:lnTo>
                  <a:pt x="800100" y="133350"/>
                </a:lnTo>
                <a:lnTo>
                  <a:pt x="800100" y="142875"/>
                </a:lnTo>
                <a:lnTo>
                  <a:pt x="790575" y="142875"/>
                </a:lnTo>
                <a:close/>
                <a:moveTo>
                  <a:pt x="695325" y="142875"/>
                </a:moveTo>
                <a:lnTo>
                  <a:pt x="704850" y="142875"/>
                </a:lnTo>
                <a:lnTo>
                  <a:pt x="704850" y="152400"/>
                </a:lnTo>
                <a:lnTo>
                  <a:pt x="695325" y="152400"/>
                </a:lnTo>
                <a:close/>
                <a:moveTo>
                  <a:pt x="809625" y="142875"/>
                </a:moveTo>
                <a:lnTo>
                  <a:pt x="819150" y="142875"/>
                </a:lnTo>
                <a:lnTo>
                  <a:pt x="819150" y="171450"/>
                </a:lnTo>
                <a:lnTo>
                  <a:pt x="809625" y="171450"/>
                </a:lnTo>
                <a:close/>
                <a:moveTo>
                  <a:pt x="685800" y="152400"/>
                </a:moveTo>
                <a:lnTo>
                  <a:pt x="695325" y="152400"/>
                </a:lnTo>
                <a:lnTo>
                  <a:pt x="695325" y="161925"/>
                </a:lnTo>
                <a:lnTo>
                  <a:pt x="685800" y="161925"/>
                </a:lnTo>
                <a:close/>
                <a:moveTo>
                  <a:pt x="781050" y="152400"/>
                </a:moveTo>
                <a:lnTo>
                  <a:pt x="790575" y="152400"/>
                </a:lnTo>
                <a:lnTo>
                  <a:pt x="790575" y="161925"/>
                </a:lnTo>
                <a:lnTo>
                  <a:pt x="781050" y="161925"/>
                </a:lnTo>
                <a:close/>
                <a:moveTo>
                  <a:pt x="590550" y="161925"/>
                </a:moveTo>
                <a:lnTo>
                  <a:pt x="600075" y="161925"/>
                </a:lnTo>
                <a:lnTo>
                  <a:pt x="600075" y="171450"/>
                </a:lnTo>
                <a:lnTo>
                  <a:pt x="590550" y="171450"/>
                </a:lnTo>
                <a:close/>
                <a:moveTo>
                  <a:pt x="676275" y="161925"/>
                </a:moveTo>
                <a:lnTo>
                  <a:pt x="685800" y="161925"/>
                </a:lnTo>
                <a:lnTo>
                  <a:pt x="685800" y="171450"/>
                </a:lnTo>
                <a:lnTo>
                  <a:pt x="676275" y="171450"/>
                </a:lnTo>
                <a:close/>
                <a:moveTo>
                  <a:pt x="447675" y="171450"/>
                </a:moveTo>
                <a:lnTo>
                  <a:pt x="457200" y="171450"/>
                </a:lnTo>
                <a:lnTo>
                  <a:pt x="457200" y="190500"/>
                </a:lnTo>
                <a:lnTo>
                  <a:pt x="447675" y="190500"/>
                </a:lnTo>
                <a:lnTo>
                  <a:pt x="447675" y="200025"/>
                </a:lnTo>
                <a:lnTo>
                  <a:pt x="428625" y="200025"/>
                </a:lnTo>
                <a:lnTo>
                  <a:pt x="428625" y="190500"/>
                </a:lnTo>
                <a:lnTo>
                  <a:pt x="419100" y="190500"/>
                </a:lnTo>
                <a:lnTo>
                  <a:pt x="419100" y="180975"/>
                </a:lnTo>
                <a:lnTo>
                  <a:pt x="428625" y="180975"/>
                </a:lnTo>
                <a:lnTo>
                  <a:pt x="428625" y="190500"/>
                </a:lnTo>
                <a:lnTo>
                  <a:pt x="438150" y="190500"/>
                </a:lnTo>
                <a:lnTo>
                  <a:pt x="438150" y="180975"/>
                </a:lnTo>
                <a:lnTo>
                  <a:pt x="447675" y="180975"/>
                </a:lnTo>
                <a:close/>
                <a:moveTo>
                  <a:pt x="581025" y="180975"/>
                </a:moveTo>
                <a:lnTo>
                  <a:pt x="590550" y="180975"/>
                </a:lnTo>
                <a:lnTo>
                  <a:pt x="590550" y="190500"/>
                </a:lnTo>
                <a:lnTo>
                  <a:pt x="581025" y="190500"/>
                </a:lnTo>
                <a:close/>
                <a:moveTo>
                  <a:pt x="276225" y="190500"/>
                </a:moveTo>
                <a:lnTo>
                  <a:pt x="285750" y="190500"/>
                </a:lnTo>
                <a:lnTo>
                  <a:pt x="285750" y="200025"/>
                </a:lnTo>
                <a:lnTo>
                  <a:pt x="276225" y="200025"/>
                </a:lnTo>
                <a:close/>
                <a:moveTo>
                  <a:pt x="876300" y="190500"/>
                </a:moveTo>
                <a:lnTo>
                  <a:pt x="885825" y="190500"/>
                </a:lnTo>
                <a:lnTo>
                  <a:pt x="885825" y="200025"/>
                </a:lnTo>
                <a:lnTo>
                  <a:pt x="876300" y="200025"/>
                </a:lnTo>
                <a:close/>
                <a:moveTo>
                  <a:pt x="933450" y="190500"/>
                </a:moveTo>
                <a:lnTo>
                  <a:pt x="942975" y="190500"/>
                </a:lnTo>
                <a:lnTo>
                  <a:pt x="942975" y="200025"/>
                </a:lnTo>
                <a:lnTo>
                  <a:pt x="933450" y="200025"/>
                </a:lnTo>
                <a:close/>
                <a:moveTo>
                  <a:pt x="857250" y="200025"/>
                </a:moveTo>
                <a:lnTo>
                  <a:pt x="866775" y="200025"/>
                </a:lnTo>
                <a:lnTo>
                  <a:pt x="866775" y="209550"/>
                </a:lnTo>
                <a:lnTo>
                  <a:pt x="857250" y="209550"/>
                </a:lnTo>
                <a:close/>
                <a:moveTo>
                  <a:pt x="952500" y="200025"/>
                </a:moveTo>
                <a:lnTo>
                  <a:pt x="962025" y="200025"/>
                </a:lnTo>
                <a:lnTo>
                  <a:pt x="962025" y="209550"/>
                </a:lnTo>
                <a:lnTo>
                  <a:pt x="952500" y="209550"/>
                </a:lnTo>
                <a:close/>
                <a:moveTo>
                  <a:pt x="342900" y="209550"/>
                </a:moveTo>
                <a:lnTo>
                  <a:pt x="352425" y="209550"/>
                </a:lnTo>
                <a:lnTo>
                  <a:pt x="352425" y="247650"/>
                </a:lnTo>
                <a:lnTo>
                  <a:pt x="342900" y="247650"/>
                </a:lnTo>
                <a:close/>
                <a:moveTo>
                  <a:pt x="638175" y="209550"/>
                </a:moveTo>
                <a:lnTo>
                  <a:pt x="647700" y="209550"/>
                </a:lnTo>
                <a:lnTo>
                  <a:pt x="647700" y="219075"/>
                </a:lnTo>
                <a:lnTo>
                  <a:pt x="638175" y="219075"/>
                </a:lnTo>
                <a:close/>
                <a:moveTo>
                  <a:pt x="847725" y="209550"/>
                </a:moveTo>
                <a:lnTo>
                  <a:pt x="857250" y="209550"/>
                </a:lnTo>
                <a:lnTo>
                  <a:pt x="857250" y="219075"/>
                </a:lnTo>
                <a:lnTo>
                  <a:pt x="847725" y="219075"/>
                </a:lnTo>
                <a:close/>
                <a:moveTo>
                  <a:pt x="962025" y="209550"/>
                </a:moveTo>
                <a:lnTo>
                  <a:pt x="971550" y="209550"/>
                </a:lnTo>
                <a:lnTo>
                  <a:pt x="971550" y="219075"/>
                </a:lnTo>
                <a:lnTo>
                  <a:pt x="962025" y="219075"/>
                </a:lnTo>
                <a:close/>
                <a:moveTo>
                  <a:pt x="628650" y="219075"/>
                </a:moveTo>
                <a:lnTo>
                  <a:pt x="638175" y="219075"/>
                </a:lnTo>
                <a:lnTo>
                  <a:pt x="638175" y="228600"/>
                </a:lnTo>
                <a:lnTo>
                  <a:pt x="628650" y="228600"/>
                </a:lnTo>
                <a:close/>
                <a:moveTo>
                  <a:pt x="971550" y="219075"/>
                </a:moveTo>
                <a:lnTo>
                  <a:pt x="981075" y="219075"/>
                </a:lnTo>
                <a:lnTo>
                  <a:pt x="981075" y="228600"/>
                </a:lnTo>
                <a:lnTo>
                  <a:pt x="971550" y="228600"/>
                </a:lnTo>
                <a:close/>
                <a:moveTo>
                  <a:pt x="285750" y="228600"/>
                </a:moveTo>
                <a:lnTo>
                  <a:pt x="295275" y="228600"/>
                </a:lnTo>
                <a:lnTo>
                  <a:pt x="295275" y="238125"/>
                </a:lnTo>
                <a:lnTo>
                  <a:pt x="285750" y="238125"/>
                </a:lnTo>
                <a:close/>
                <a:moveTo>
                  <a:pt x="304800" y="228600"/>
                </a:moveTo>
                <a:lnTo>
                  <a:pt x="314325" y="228600"/>
                </a:lnTo>
                <a:lnTo>
                  <a:pt x="314325" y="247650"/>
                </a:lnTo>
                <a:lnTo>
                  <a:pt x="304800" y="247650"/>
                </a:lnTo>
                <a:close/>
                <a:moveTo>
                  <a:pt x="600075" y="228600"/>
                </a:moveTo>
                <a:lnTo>
                  <a:pt x="628650" y="228600"/>
                </a:lnTo>
                <a:lnTo>
                  <a:pt x="628650" y="247650"/>
                </a:lnTo>
                <a:lnTo>
                  <a:pt x="600075" y="247650"/>
                </a:lnTo>
                <a:close/>
                <a:moveTo>
                  <a:pt x="847725" y="228600"/>
                </a:moveTo>
                <a:lnTo>
                  <a:pt x="857250" y="228600"/>
                </a:lnTo>
                <a:lnTo>
                  <a:pt x="857250" y="238125"/>
                </a:lnTo>
                <a:lnTo>
                  <a:pt x="847725" y="238125"/>
                </a:lnTo>
                <a:close/>
                <a:moveTo>
                  <a:pt x="857250" y="238125"/>
                </a:moveTo>
                <a:lnTo>
                  <a:pt x="866775" y="238125"/>
                </a:lnTo>
                <a:lnTo>
                  <a:pt x="866775" y="247650"/>
                </a:lnTo>
                <a:lnTo>
                  <a:pt x="857250" y="247650"/>
                </a:lnTo>
                <a:close/>
                <a:moveTo>
                  <a:pt x="895350" y="238125"/>
                </a:moveTo>
                <a:lnTo>
                  <a:pt x="904875" y="238125"/>
                </a:lnTo>
                <a:lnTo>
                  <a:pt x="904875" y="247650"/>
                </a:lnTo>
                <a:lnTo>
                  <a:pt x="895350" y="247650"/>
                </a:lnTo>
                <a:close/>
                <a:moveTo>
                  <a:pt x="514350" y="247650"/>
                </a:moveTo>
                <a:lnTo>
                  <a:pt x="523875" y="247650"/>
                </a:lnTo>
                <a:lnTo>
                  <a:pt x="523875" y="257175"/>
                </a:lnTo>
                <a:lnTo>
                  <a:pt x="514350" y="257175"/>
                </a:lnTo>
                <a:close/>
                <a:moveTo>
                  <a:pt x="723900" y="247650"/>
                </a:moveTo>
                <a:lnTo>
                  <a:pt x="733425" y="247650"/>
                </a:lnTo>
                <a:lnTo>
                  <a:pt x="733425" y="257175"/>
                </a:lnTo>
                <a:lnTo>
                  <a:pt x="723900" y="257175"/>
                </a:lnTo>
                <a:close/>
                <a:moveTo>
                  <a:pt x="752475" y="247650"/>
                </a:moveTo>
                <a:lnTo>
                  <a:pt x="762000" y="247650"/>
                </a:lnTo>
                <a:lnTo>
                  <a:pt x="762000" y="257175"/>
                </a:lnTo>
                <a:lnTo>
                  <a:pt x="752475" y="257175"/>
                </a:lnTo>
                <a:close/>
                <a:moveTo>
                  <a:pt x="876300" y="247650"/>
                </a:moveTo>
                <a:lnTo>
                  <a:pt x="885825" y="247650"/>
                </a:lnTo>
                <a:lnTo>
                  <a:pt x="885825" y="257175"/>
                </a:lnTo>
                <a:lnTo>
                  <a:pt x="876300" y="257175"/>
                </a:lnTo>
                <a:close/>
                <a:moveTo>
                  <a:pt x="295275" y="257175"/>
                </a:moveTo>
                <a:lnTo>
                  <a:pt x="304800" y="257175"/>
                </a:lnTo>
                <a:lnTo>
                  <a:pt x="304800" y="276225"/>
                </a:lnTo>
                <a:lnTo>
                  <a:pt x="295275" y="276225"/>
                </a:lnTo>
                <a:close/>
                <a:moveTo>
                  <a:pt x="333375" y="257175"/>
                </a:moveTo>
                <a:lnTo>
                  <a:pt x="342900" y="257175"/>
                </a:lnTo>
                <a:lnTo>
                  <a:pt x="342900" y="285750"/>
                </a:lnTo>
                <a:lnTo>
                  <a:pt x="333375" y="285750"/>
                </a:lnTo>
                <a:close/>
                <a:moveTo>
                  <a:pt x="523875" y="257175"/>
                </a:moveTo>
                <a:lnTo>
                  <a:pt x="533400" y="257175"/>
                </a:lnTo>
                <a:lnTo>
                  <a:pt x="533400" y="266700"/>
                </a:lnTo>
                <a:lnTo>
                  <a:pt x="523875" y="266700"/>
                </a:lnTo>
                <a:close/>
                <a:moveTo>
                  <a:pt x="714375" y="257175"/>
                </a:moveTo>
                <a:lnTo>
                  <a:pt x="723900" y="257175"/>
                </a:lnTo>
                <a:lnTo>
                  <a:pt x="723900" y="266700"/>
                </a:lnTo>
                <a:lnTo>
                  <a:pt x="714375" y="266700"/>
                </a:lnTo>
                <a:close/>
                <a:moveTo>
                  <a:pt x="704850" y="266700"/>
                </a:moveTo>
                <a:lnTo>
                  <a:pt x="714375" y="266700"/>
                </a:lnTo>
                <a:lnTo>
                  <a:pt x="714375" y="276225"/>
                </a:lnTo>
                <a:lnTo>
                  <a:pt x="704850" y="276225"/>
                </a:lnTo>
                <a:close/>
                <a:moveTo>
                  <a:pt x="476250" y="276225"/>
                </a:moveTo>
                <a:lnTo>
                  <a:pt x="485775" y="276225"/>
                </a:lnTo>
                <a:lnTo>
                  <a:pt x="485775" y="285750"/>
                </a:lnTo>
                <a:lnTo>
                  <a:pt x="476250" y="285750"/>
                </a:lnTo>
                <a:close/>
                <a:moveTo>
                  <a:pt x="714375" y="276225"/>
                </a:moveTo>
                <a:lnTo>
                  <a:pt x="723900" y="276225"/>
                </a:lnTo>
                <a:lnTo>
                  <a:pt x="723900" y="285750"/>
                </a:lnTo>
                <a:lnTo>
                  <a:pt x="714375" y="285750"/>
                </a:lnTo>
                <a:close/>
                <a:moveTo>
                  <a:pt x="733425" y="276225"/>
                </a:moveTo>
                <a:lnTo>
                  <a:pt x="742950" y="276225"/>
                </a:lnTo>
                <a:lnTo>
                  <a:pt x="742950" y="285750"/>
                </a:lnTo>
                <a:lnTo>
                  <a:pt x="733425" y="285750"/>
                </a:lnTo>
                <a:close/>
                <a:moveTo>
                  <a:pt x="895350" y="276225"/>
                </a:moveTo>
                <a:lnTo>
                  <a:pt x="904875" y="276225"/>
                </a:lnTo>
                <a:lnTo>
                  <a:pt x="904875" y="285750"/>
                </a:lnTo>
                <a:lnTo>
                  <a:pt x="895350" y="285750"/>
                </a:lnTo>
                <a:close/>
                <a:moveTo>
                  <a:pt x="981075" y="276225"/>
                </a:moveTo>
                <a:lnTo>
                  <a:pt x="990600" y="276225"/>
                </a:lnTo>
                <a:lnTo>
                  <a:pt x="990600" y="285750"/>
                </a:lnTo>
                <a:lnTo>
                  <a:pt x="981075" y="285750"/>
                </a:lnTo>
                <a:close/>
                <a:moveTo>
                  <a:pt x="876300" y="285750"/>
                </a:moveTo>
                <a:lnTo>
                  <a:pt x="885825" y="285750"/>
                </a:lnTo>
                <a:lnTo>
                  <a:pt x="885825" y="295275"/>
                </a:lnTo>
                <a:lnTo>
                  <a:pt x="876300" y="295275"/>
                </a:lnTo>
                <a:close/>
                <a:moveTo>
                  <a:pt x="1076325" y="285750"/>
                </a:moveTo>
                <a:lnTo>
                  <a:pt x="1085850" y="285750"/>
                </a:lnTo>
                <a:lnTo>
                  <a:pt x="1085850" y="295275"/>
                </a:lnTo>
                <a:lnTo>
                  <a:pt x="1076325" y="295275"/>
                </a:lnTo>
                <a:close/>
                <a:moveTo>
                  <a:pt x="0" y="295275"/>
                </a:moveTo>
                <a:lnTo>
                  <a:pt x="171450" y="295275"/>
                </a:lnTo>
                <a:lnTo>
                  <a:pt x="171450" y="304800"/>
                </a:lnTo>
                <a:lnTo>
                  <a:pt x="0" y="304800"/>
                </a:lnTo>
                <a:close/>
                <a:moveTo>
                  <a:pt x="342900" y="295275"/>
                </a:moveTo>
                <a:lnTo>
                  <a:pt x="352425" y="295275"/>
                </a:lnTo>
                <a:lnTo>
                  <a:pt x="352425" y="304800"/>
                </a:lnTo>
                <a:lnTo>
                  <a:pt x="342900" y="304800"/>
                </a:lnTo>
                <a:close/>
                <a:moveTo>
                  <a:pt x="409575" y="295275"/>
                </a:moveTo>
                <a:lnTo>
                  <a:pt x="419100" y="295275"/>
                </a:lnTo>
                <a:lnTo>
                  <a:pt x="419100" y="304800"/>
                </a:lnTo>
                <a:lnTo>
                  <a:pt x="409575" y="304800"/>
                </a:lnTo>
                <a:close/>
                <a:moveTo>
                  <a:pt x="781050" y="295275"/>
                </a:moveTo>
                <a:lnTo>
                  <a:pt x="790575" y="295275"/>
                </a:lnTo>
                <a:lnTo>
                  <a:pt x="790575" y="304800"/>
                </a:lnTo>
                <a:lnTo>
                  <a:pt x="781050" y="304800"/>
                </a:lnTo>
                <a:close/>
                <a:moveTo>
                  <a:pt x="866775" y="295275"/>
                </a:moveTo>
                <a:lnTo>
                  <a:pt x="876300" y="295275"/>
                </a:lnTo>
                <a:lnTo>
                  <a:pt x="876300" y="304800"/>
                </a:lnTo>
                <a:lnTo>
                  <a:pt x="866775" y="304800"/>
                </a:lnTo>
                <a:close/>
                <a:moveTo>
                  <a:pt x="1085850" y="295275"/>
                </a:moveTo>
                <a:lnTo>
                  <a:pt x="1095375" y="295275"/>
                </a:lnTo>
                <a:lnTo>
                  <a:pt x="1095375" y="304800"/>
                </a:lnTo>
                <a:lnTo>
                  <a:pt x="1085850" y="304800"/>
                </a:lnTo>
                <a:close/>
                <a:moveTo>
                  <a:pt x="200025" y="304800"/>
                </a:moveTo>
                <a:lnTo>
                  <a:pt x="209550" y="304800"/>
                </a:lnTo>
                <a:lnTo>
                  <a:pt x="209550" y="314325"/>
                </a:lnTo>
                <a:lnTo>
                  <a:pt x="200025" y="314325"/>
                </a:lnTo>
                <a:close/>
                <a:moveTo>
                  <a:pt x="352425" y="304800"/>
                </a:moveTo>
                <a:lnTo>
                  <a:pt x="361950" y="304800"/>
                </a:lnTo>
                <a:lnTo>
                  <a:pt x="361950" y="323850"/>
                </a:lnTo>
                <a:lnTo>
                  <a:pt x="352425" y="323850"/>
                </a:lnTo>
                <a:close/>
                <a:moveTo>
                  <a:pt x="771525" y="304800"/>
                </a:moveTo>
                <a:lnTo>
                  <a:pt x="781050" y="304800"/>
                </a:lnTo>
                <a:lnTo>
                  <a:pt x="781050" y="314325"/>
                </a:lnTo>
                <a:lnTo>
                  <a:pt x="771525" y="314325"/>
                </a:lnTo>
                <a:close/>
                <a:moveTo>
                  <a:pt x="857250" y="304800"/>
                </a:moveTo>
                <a:lnTo>
                  <a:pt x="866775" y="304800"/>
                </a:lnTo>
                <a:lnTo>
                  <a:pt x="866775" y="314325"/>
                </a:lnTo>
                <a:lnTo>
                  <a:pt x="857250" y="314325"/>
                </a:lnTo>
                <a:close/>
                <a:moveTo>
                  <a:pt x="1095375" y="304800"/>
                </a:moveTo>
                <a:lnTo>
                  <a:pt x="1104900" y="304800"/>
                </a:lnTo>
                <a:lnTo>
                  <a:pt x="1104900" y="314325"/>
                </a:lnTo>
                <a:lnTo>
                  <a:pt x="1095375" y="314325"/>
                </a:lnTo>
                <a:close/>
                <a:moveTo>
                  <a:pt x="219075" y="314325"/>
                </a:moveTo>
                <a:lnTo>
                  <a:pt x="228600" y="314325"/>
                </a:lnTo>
                <a:lnTo>
                  <a:pt x="228600" y="323850"/>
                </a:lnTo>
                <a:lnTo>
                  <a:pt x="219075" y="323850"/>
                </a:lnTo>
                <a:close/>
                <a:moveTo>
                  <a:pt x="466725" y="314325"/>
                </a:moveTo>
                <a:lnTo>
                  <a:pt x="476250" y="314325"/>
                </a:lnTo>
                <a:lnTo>
                  <a:pt x="476250" y="323850"/>
                </a:lnTo>
                <a:lnTo>
                  <a:pt x="466725" y="323850"/>
                </a:lnTo>
                <a:close/>
                <a:moveTo>
                  <a:pt x="514350" y="314325"/>
                </a:moveTo>
                <a:lnTo>
                  <a:pt x="523875" y="314325"/>
                </a:lnTo>
                <a:lnTo>
                  <a:pt x="523875" y="323850"/>
                </a:lnTo>
                <a:lnTo>
                  <a:pt x="514350" y="323850"/>
                </a:lnTo>
                <a:close/>
                <a:moveTo>
                  <a:pt x="933450" y="314325"/>
                </a:moveTo>
                <a:lnTo>
                  <a:pt x="942975" y="314325"/>
                </a:lnTo>
                <a:lnTo>
                  <a:pt x="942975" y="323850"/>
                </a:lnTo>
                <a:lnTo>
                  <a:pt x="933450" y="323850"/>
                </a:lnTo>
                <a:close/>
                <a:moveTo>
                  <a:pt x="228600" y="323850"/>
                </a:moveTo>
                <a:lnTo>
                  <a:pt x="238125" y="323850"/>
                </a:lnTo>
                <a:lnTo>
                  <a:pt x="238125" y="333375"/>
                </a:lnTo>
                <a:lnTo>
                  <a:pt x="228600" y="333375"/>
                </a:lnTo>
                <a:close/>
                <a:moveTo>
                  <a:pt x="342900" y="323850"/>
                </a:moveTo>
                <a:lnTo>
                  <a:pt x="352425" y="323850"/>
                </a:lnTo>
                <a:lnTo>
                  <a:pt x="352425" y="333375"/>
                </a:lnTo>
                <a:lnTo>
                  <a:pt x="342900" y="333375"/>
                </a:lnTo>
                <a:close/>
                <a:moveTo>
                  <a:pt x="714375" y="323850"/>
                </a:moveTo>
                <a:lnTo>
                  <a:pt x="723900" y="323850"/>
                </a:lnTo>
                <a:lnTo>
                  <a:pt x="723900" y="342900"/>
                </a:lnTo>
                <a:lnTo>
                  <a:pt x="714375" y="342900"/>
                </a:lnTo>
                <a:close/>
                <a:moveTo>
                  <a:pt x="742950" y="323850"/>
                </a:moveTo>
                <a:lnTo>
                  <a:pt x="752475" y="323850"/>
                </a:lnTo>
                <a:lnTo>
                  <a:pt x="752475" y="333375"/>
                </a:lnTo>
                <a:lnTo>
                  <a:pt x="742950" y="333375"/>
                </a:lnTo>
                <a:close/>
                <a:moveTo>
                  <a:pt x="238125" y="333375"/>
                </a:moveTo>
                <a:lnTo>
                  <a:pt x="247650" y="333375"/>
                </a:lnTo>
                <a:lnTo>
                  <a:pt x="247650" y="342900"/>
                </a:lnTo>
                <a:lnTo>
                  <a:pt x="238125" y="342900"/>
                </a:lnTo>
                <a:close/>
                <a:moveTo>
                  <a:pt x="857250" y="333375"/>
                </a:moveTo>
                <a:lnTo>
                  <a:pt x="866775" y="333375"/>
                </a:lnTo>
                <a:lnTo>
                  <a:pt x="866775" y="342900"/>
                </a:lnTo>
                <a:lnTo>
                  <a:pt x="895350" y="342900"/>
                </a:lnTo>
                <a:lnTo>
                  <a:pt x="895350" y="333375"/>
                </a:lnTo>
                <a:lnTo>
                  <a:pt x="904875" y="333375"/>
                </a:lnTo>
                <a:lnTo>
                  <a:pt x="904875" y="342900"/>
                </a:lnTo>
                <a:lnTo>
                  <a:pt x="895350" y="342900"/>
                </a:lnTo>
                <a:lnTo>
                  <a:pt x="895350" y="352425"/>
                </a:lnTo>
                <a:lnTo>
                  <a:pt x="885825" y="352425"/>
                </a:lnTo>
                <a:lnTo>
                  <a:pt x="885825" y="361950"/>
                </a:lnTo>
                <a:lnTo>
                  <a:pt x="876300" y="361950"/>
                </a:lnTo>
                <a:lnTo>
                  <a:pt x="876300" y="352425"/>
                </a:lnTo>
                <a:lnTo>
                  <a:pt x="847725" y="352425"/>
                </a:lnTo>
                <a:lnTo>
                  <a:pt x="847725" y="342900"/>
                </a:lnTo>
                <a:lnTo>
                  <a:pt x="857250" y="342900"/>
                </a:lnTo>
                <a:close/>
                <a:moveTo>
                  <a:pt x="247650" y="342900"/>
                </a:moveTo>
                <a:lnTo>
                  <a:pt x="257175" y="342900"/>
                </a:lnTo>
                <a:lnTo>
                  <a:pt x="257175" y="352425"/>
                </a:lnTo>
                <a:lnTo>
                  <a:pt x="247650" y="352425"/>
                </a:lnTo>
                <a:close/>
                <a:moveTo>
                  <a:pt x="495300" y="352425"/>
                </a:moveTo>
                <a:lnTo>
                  <a:pt x="504825" y="352425"/>
                </a:lnTo>
                <a:lnTo>
                  <a:pt x="504825" y="371475"/>
                </a:lnTo>
                <a:lnTo>
                  <a:pt x="495300" y="371475"/>
                </a:lnTo>
                <a:close/>
                <a:moveTo>
                  <a:pt x="838200" y="352425"/>
                </a:moveTo>
                <a:lnTo>
                  <a:pt x="847725" y="352425"/>
                </a:lnTo>
                <a:lnTo>
                  <a:pt x="847725" y="361950"/>
                </a:lnTo>
                <a:lnTo>
                  <a:pt x="838200" y="361950"/>
                </a:lnTo>
                <a:close/>
                <a:moveTo>
                  <a:pt x="1019175" y="352425"/>
                </a:moveTo>
                <a:lnTo>
                  <a:pt x="1028700" y="352425"/>
                </a:lnTo>
                <a:lnTo>
                  <a:pt x="1028700" y="361950"/>
                </a:lnTo>
                <a:lnTo>
                  <a:pt x="1019175" y="361950"/>
                </a:lnTo>
                <a:close/>
                <a:moveTo>
                  <a:pt x="1076325" y="352425"/>
                </a:moveTo>
                <a:lnTo>
                  <a:pt x="1085850" y="352425"/>
                </a:lnTo>
                <a:lnTo>
                  <a:pt x="1085850" y="361950"/>
                </a:lnTo>
                <a:lnTo>
                  <a:pt x="1076325" y="361950"/>
                </a:lnTo>
                <a:close/>
                <a:moveTo>
                  <a:pt x="257175" y="361950"/>
                </a:moveTo>
                <a:lnTo>
                  <a:pt x="266700" y="361950"/>
                </a:lnTo>
                <a:lnTo>
                  <a:pt x="266700" y="371475"/>
                </a:lnTo>
                <a:lnTo>
                  <a:pt x="257175" y="371475"/>
                </a:lnTo>
                <a:close/>
                <a:moveTo>
                  <a:pt x="723900" y="361950"/>
                </a:moveTo>
                <a:lnTo>
                  <a:pt x="733425" y="361950"/>
                </a:lnTo>
                <a:lnTo>
                  <a:pt x="733425" y="371475"/>
                </a:lnTo>
                <a:lnTo>
                  <a:pt x="723900" y="371475"/>
                </a:lnTo>
                <a:close/>
                <a:moveTo>
                  <a:pt x="828675" y="361950"/>
                </a:moveTo>
                <a:lnTo>
                  <a:pt x="838200" y="361950"/>
                </a:lnTo>
                <a:lnTo>
                  <a:pt x="838200" y="390525"/>
                </a:lnTo>
                <a:lnTo>
                  <a:pt x="828675" y="390525"/>
                </a:lnTo>
                <a:close/>
                <a:moveTo>
                  <a:pt x="1047750" y="361950"/>
                </a:moveTo>
                <a:lnTo>
                  <a:pt x="1057275" y="361950"/>
                </a:lnTo>
                <a:lnTo>
                  <a:pt x="1057275" y="371475"/>
                </a:lnTo>
                <a:lnTo>
                  <a:pt x="1047750" y="371475"/>
                </a:lnTo>
                <a:close/>
                <a:moveTo>
                  <a:pt x="476250" y="371475"/>
                </a:moveTo>
                <a:lnTo>
                  <a:pt x="485775" y="371475"/>
                </a:lnTo>
                <a:lnTo>
                  <a:pt x="485775" y="381000"/>
                </a:lnTo>
                <a:lnTo>
                  <a:pt x="476250" y="381000"/>
                </a:lnTo>
                <a:close/>
                <a:moveTo>
                  <a:pt x="504825" y="371475"/>
                </a:moveTo>
                <a:lnTo>
                  <a:pt x="514350" y="371475"/>
                </a:lnTo>
                <a:lnTo>
                  <a:pt x="514350" y="381000"/>
                </a:lnTo>
                <a:lnTo>
                  <a:pt x="504825" y="381000"/>
                </a:lnTo>
                <a:close/>
                <a:moveTo>
                  <a:pt x="885825" y="371475"/>
                </a:moveTo>
                <a:lnTo>
                  <a:pt x="895350" y="371475"/>
                </a:lnTo>
                <a:lnTo>
                  <a:pt x="895350" y="390525"/>
                </a:lnTo>
                <a:lnTo>
                  <a:pt x="885825" y="390525"/>
                </a:lnTo>
                <a:close/>
                <a:moveTo>
                  <a:pt x="1009650" y="371475"/>
                </a:moveTo>
                <a:lnTo>
                  <a:pt x="1019175" y="371475"/>
                </a:lnTo>
                <a:lnTo>
                  <a:pt x="1019175" y="381000"/>
                </a:lnTo>
                <a:lnTo>
                  <a:pt x="1009650" y="381000"/>
                </a:lnTo>
                <a:close/>
                <a:moveTo>
                  <a:pt x="1038225" y="371475"/>
                </a:moveTo>
                <a:lnTo>
                  <a:pt x="1047750" y="371475"/>
                </a:lnTo>
                <a:lnTo>
                  <a:pt x="1047750" y="381000"/>
                </a:lnTo>
                <a:lnTo>
                  <a:pt x="1038225" y="381000"/>
                </a:lnTo>
                <a:close/>
                <a:moveTo>
                  <a:pt x="266700" y="381000"/>
                </a:moveTo>
                <a:lnTo>
                  <a:pt x="276225" y="381000"/>
                </a:lnTo>
                <a:lnTo>
                  <a:pt x="276225" y="409575"/>
                </a:lnTo>
                <a:lnTo>
                  <a:pt x="266700" y="409575"/>
                </a:lnTo>
                <a:close/>
                <a:moveTo>
                  <a:pt x="514350" y="381000"/>
                </a:moveTo>
                <a:lnTo>
                  <a:pt x="523875" y="381000"/>
                </a:lnTo>
                <a:lnTo>
                  <a:pt x="523875" y="400050"/>
                </a:lnTo>
                <a:lnTo>
                  <a:pt x="514350" y="400050"/>
                </a:lnTo>
                <a:close/>
                <a:moveTo>
                  <a:pt x="838200" y="390525"/>
                </a:moveTo>
                <a:lnTo>
                  <a:pt x="847725" y="390525"/>
                </a:lnTo>
                <a:lnTo>
                  <a:pt x="847725" y="400050"/>
                </a:lnTo>
                <a:lnTo>
                  <a:pt x="838200" y="400050"/>
                </a:lnTo>
                <a:close/>
                <a:moveTo>
                  <a:pt x="876300" y="390525"/>
                </a:moveTo>
                <a:lnTo>
                  <a:pt x="885825" y="390525"/>
                </a:lnTo>
                <a:lnTo>
                  <a:pt x="885825" y="400050"/>
                </a:lnTo>
                <a:lnTo>
                  <a:pt x="876300" y="400050"/>
                </a:lnTo>
                <a:close/>
                <a:moveTo>
                  <a:pt x="342900" y="400050"/>
                </a:moveTo>
                <a:lnTo>
                  <a:pt x="352425" y="400050"/>
                </a:lnTo>
                <a:lnTo>
                  <a:pt x="352425" y="409575"/>
                </a:lnTo>
                <a:lnTo>
                  <a:pt x="342900" y="409575"/>
                </a:lnTo>
                <a:close/>
                <a:moveTo>
                  <a:pt x="400050" y="400050"/>
                </a:moveTo>
                <a:lnTo>
                  <a:pt x="409575" y="400050"/>
                </a:lnTo>
                <a:lnTo>
                  <a:pt x="409575" y="409575"/>
                </a:lnTo>
                <a:lnTo>
                  <a:pt x="400050" y="409575"/>
                </a:lnTo>
                <a:close/>
                <a:moveTo>
                  <a:pt x="476250" y="400050"/>
                </a:moveTo>
                <a:lnTo>
                  <a:pt x="485775" y="400050"/>
                </a:lnTo>
                <a:lnTo>
                  <a:pt x="485775" y="409575"/>
                </a:lnTo>
                <a:lnTo>
                  <a:pt x="476250" y="409575"/>
                </a:lnTo>
                <a:close/>
                <a:moveTo>
                  <a:pt x="504825" y="400050"/>
                </a:moveTo>
                <a:lnTo>
                  <a:pt x="514350" y="400050"/>
                </a:lnTo>
                <a:lnTo>
                  <a:pt x="514350" y="409575"/>
                </a:lnTo>
                <a:lnTo>
                  <a:pt x="504825" y="409575"/>
                </a:lnTo>
                <a:close/>
                <a:moveTo>
                  <a:pt x="847725" y="400050"/>
                </a:moveTo>
                <a:lnTo>
                  <a:pt x="876300" y="400050"/>
                </a:lnTo>
                <a:lnTo>
                  <a:pt x="876300" y="409575"/>
                </a:lnTo>
                <a:lnTo>
                  <a:pt x="847725" y="409575"/>
                </a:lnTo>
                <a:close/>
                <a:moveTo>
                  <a:pt x="409575" y="409575"/>
                </a:moveTo>
                <a:lnTo>
                  <a:pt x="419100" y="409575"/>
                </a:lnTo>
                <a:lnTo>
                  <a:pt x="419100" y="419100"/>
                </a:lnTo>
                <a:lnTo>
                  <a:pt x="409575" y="419100"/>
                </a:lnTo>
                <a:close/>
                <a:moveTo>
                  <a:pt x="485775" y="409575"/>
                </a:moveTo>
                <a:lnTo>
                  <a:pt x="504825" y="409575"/>
                </a:lnTo>
                <a:lnTo>
                  <a:pt x="504825" y="419100"/>
                </a:lnTo>
                <a:lnTo>
                  <a:pt x="485775" y="419100"/>
                </a:lnTo>
                <a:close/>
                <a:moveTo>
                  <a:pt x="619125" y="419100"/>
                </a:moveTo>
                <a:lnTo>
                  <a:pt x="628650" y="419100"/>
                </a:lnTo>
                <a:lnTo>
                  <a:pt x="628650" y="428625"/>
                </a:lnTo>
                <a:lnTo>
                  <a:pt x="619125" y="428625"/>
                </a:lnTo>
                <a:close/>
                <a:moveTo>
                  <a:pt x="676275" y="419100"/>
                </a:moveTo>
                <a:lnTo>
                  <a:pt x="685800" y="419100"/>
                </a:lnTo>
                <a:lnTo>
                  <a:pt x="685800" y="428625"/>
                </a:lnTo>
                <a:lnTo>
                  <a:pt x="676275" y="428625"/>
                </a:lnTo>
                <a:close/>
                <a:moveTo>
                  <a:pt x="314325" y="428625"/>
                </a:moveTo>
                <a:lnTo>
                  <a:pt x="323850" y="428625"/>
                </a:lnTo>
                <a:lnTo>
                  <a:pt x="323850" y="438150"/>
                </a:lnTo>
                <a:lnTo>
                  <a:pt x="314325" y="438150"/>
                </a:lnTo>
                <a:close/>
                <a:moveTo>
                  <a:pt x="419100" y="428625"/>
                </a:moveTo>
                <a:lnTo>
                  <a:pt x="428625" y="428625"/>
                </a:lnTo>
                <a:lnTo>
                  <a:pt x="428625" y="457200"/>
                </a:lnTo>
                <a:lnTo>
                  <a:pt x="419100" y="457200"/>
                </a:lnTo>
                <a:close/>
                <a:moveTo>
                  <a:pt x="704850" y="428625"/>
                </a:moveTo>
                <a:lnTo>
                  <a:pt x="714375" y="428625"/>
                </a:lnTo>
                <a:lnTo>
                  <a:pt x="714375" y="438150"/>
                </a:lnTo>
                <a:lnTo>
                  <a:pt x="704850" y="438150"/>
                </a:lnTo>
                <a:close/>
                <a:moveTo>
                  <a:pt x="66675" y="438150"/>
                </a:moveTo>
                <a:lnTo>
                  <a:pt x="76200" y="438150"/>
                </a:lnTo>
                <a:lnTo>
                  <a:pt x="76200" y="466725"/>
                </a:lnTo>
                <a:lnTo>
                  <a:pt x="66675" y="466725"/>
                </a:lnTo>
                <a:close/>
                <a:moveTo>
                  <a:pt x="85725" y="438150"/>
                </a:moveTo>
                <a:lnTo>
                  <a:pt x="95250" y="438150"/>
                </a:lnTo>
                <a:lnTo>
                  <a:pt x="95250" y="447675"/>
                </a:lnTo>
                <a:lnTo>
                  <a:pt x="85725" y="447675"/>
                </a:lnTo>
                <a:close/>
                <a:moveTo>
                  <a:pt x="361950" y="438150"/>
                </a:moveTo>
                <a:lnTo>
                  <a:pt x="390525" y="438150"/>
                </a:lnTo>
                <a:lnTo>
                  <a:pt x="390525" y="457200"/>
                </a:lnTo>
                <a:lnTo>
                  <a:pt x="381000" y="457200"/>
                </a:lnTo>
                <a:lnTo>
                  <a:pt x="381000" y="447675"/>
                </a:lnTo>
                <a:lnTo>
                  <a:pt x="361950" y="447675"/>
                </a:lnTo>
                <a:close/>
                <a:moveTo>
                  <a:pt x="952500" y="438150"/>
                </a:moveTo>
                <a:lnTo>
                  <a:pt x="971550" y="438150"/>
                </a:lnTo>
                <a:lnTo>
                  <a:pt x="971550" y="447675"/>
                </a:lnTo>
                <a:lnTo>
                  <a:pt x="952500" y="447675"/>
                </a:lnTo>
                <a:close/>
                <a:moveTo>
                  <a:pt x="352425" y="447675"/>
                </a:moveTo>
                <a:lnTo>
                  <a:pt x="361950" y="447675"/>
                </a:lnTo>
                <a:lnTo>
                  <a:pt x="361950" y="457200"/>
                </a:lnTo>
                <a:lnTo>
                  <a:pt x="352425" y="457200"/>
                </a:lnTo>
                <a:close/>
                <a:moveTo>
                  <a:pt x="542925" y="447675"/>
                </a:moveTo>
                <a:lnTo>
                  <a:pt x="552450" y="447675"/>
                </a:lnTo>
                <a:lnTo>
                  <a:pt x="552450" y="457200"/>
                </a:lnTo>
                <a:lnTo>
                  <a:pt x="542925" y="457200"/>
                </a:lnTo>
                <a:close/>
                <a:moveTo>
                  <a:pt x="561975" y="447675"/>
                </a:moveTo>
                <a:lnTo>
                  <a:pt x="581025" y="447675"/>
                </a:lnTo>
                <a:lnTo>
                  <a:pt x="581025" y="457200"/>
                </a:lnTo>
                <a:lnTo>
                  <a:pt x="561975" y="457200"/>
                </a:lnTo>
                <a:close/>
                <a:moveTo>
                  <a:pt x="933450" y="447675"/>
                </a:moveTo>
                <a:lnTo>
                  <a:pt x="942975" y="447675"/>
                </a:lnTo>
                <a:lnTo>
                  <a:pt x="942975" y="457200"/>
                </a:lnTo>
                <a:lnTo>
                  <a:pt x="933450" y="457200"/>
                </a:lnTo>
                <a:close/>
                <a:moveTo>
                  <a:pt x="990600" y="447675"/>
                </a:moveTo>
                <a:lnTo>
                  <a:pt x="1000125" y="447675"/>
                </a:lnTo>
                <a:lnTo>
                  <a:pt x="1000125" y="457200"/>
                </a:lnTo>
                <a:lnTo>
                  <a:pt x="990600" y="457200"/>
                </a:lnTo>
                <a:close/>
                <a:moveTo>
                  <a:pt x="923925" y="457200"/>
                </a:moveTo>
                <a:lnTo>
                  <a:pt x="933450" y="457200"/>
                </a:lnTo>
                <a:lnTo>
                  <a:pt x="933450" y="466725"/>
                </a:lnTo>
                <a:lnTo>
                  <a:pt x="923925" y="466725"/>
                </a:lnTo>
                <a:close/>
                <a:moveTo>
                  <a:pt x="371475" y="466725"/>
                </a:moveTo>
                <a:lnTo>
                  <a:pt x="381000" y="466725"/>
                </a:lnTo>
                <a:lnTo>
                  <a:pt x="381000" y="476250"/>
                </a:lnTo>
                <a:lnTo>
                  <a:pt x="371475" y="476250"/>
                </a:lnTo>
                <a:close/>
                <a:moveTo>
                  <a:pt x="409575" y="466725"/>
                </a:moveTo>
                <a:lnTo>
                  <a:pt x="419100" y="466725"/>
                </a:lnTo>
                <a:lnTo>
                  <a:pt x="419100" y="504825"/>
                </a:lnTo>
                <a:lnTo>
                  <a:pt x="409575" y="504825"/>
                </a:lnTo>
                <a:close/>
                <a:moveTo>
                  <a:pt x="533400" y="466725"/>
                </a:moveTo>
                <a:lnTo>
                  <a:pt x="542925" y="466725"/>
                </a:lnTo>
                <a:lnTo>
                  <a:pt x="542925" y="476250"/>
                </a:lnTo>
                <a:lnTo>
                  <a:pt x="533400" y="476250"/>
                </a:lnTo>
                <a:close/>
                <a:moveTo>
                  <a:pt x="828675" y="466725"/>
                </a:moveTo>
                <a:lnTo>
                  <a:pt x="838200" y="466725"/>
                </a:lnTo>
                <a:lnTo>
                  <a:pt x="838200" y="485775"/>
                </a:lnTo>
                <a:lnTo>
                  <a:pt x="828675" y="485775"/>
                </a:lnTo>
                <a:close/>
                <a:moveTo>
                  <a:pt x="523875" y="476250"/>
                </a:moveTo>
                <a:lnTo>
                  <a:pt x="533400" y="476250"/>
                </a:lnTo>
                <a:lnTo>
                  <a:pt x="533400" y="485775"/>
                </a:lnTo>
                <a:lnTo>
                  <a:pt x="523875" y="485775"/>
                </a:lnTo>
                <a:close/>
                <a:moveTo>
                  <a:pt x="1019175" y="476250"/>
                </a:moveTo>
                <a:lnTo>
                  <a:pt x="1028700" y="476250"/>
                </a:lnTo>
                <a:lnTo>
                  <a:pt x="1028700" y="485775"/>
                </a:lnTo>
                <a:lnTo>
                  <a:pt x="1019175" y="485775"/>
                </a:lnTo>
                <a:close/>
                <a:moveTo>
                  <a:pt x="514350" y="485775"/>
                </a:moveTo>
                <a:lnTo>
                  <a:pt x="523875" y="485775"/>
                </a:lnTo>
                <a:lnTo>
                  <a:pt x="523875" y="495300"/>
                </a:lnTo>
                <a:lnTo>
                  <a:pt x="514350" y="495300"/>
                </a:lnTo>
                <a:close/>
                <a:moveTo>
                  <a:pt x="371475" y="495300"/>
                </a:moveTo>
                <a:lnTo>
                  <a:pt x="381000" y="495300"/>
                </a:lnTo>
                <a:lnTo>
                  <a:pt x="381000" y="504825"/>
                </a:lnTo>
                <a:lnTo>
                  <a:pt x="371475" y="504825"/>
                </a:lnTo>
                <a:close/>
                <a:moveTo>
                  <a:pt x="828675" y="495300"/>
                </a:moveTo>
                <a:lnTo>
                  <a:pt x="838200" y="495300"/>
                </a:lnTo>
                <a:lnTo>
                  <a:pt x="838200" y="504825"/>
                </a:lnTo>
                <a:lnTo>
                  <a:pt x="828675" y="504825"/>
                </a:lnTo>
                <a:close/>
                <a:moveTo>
                  <a:pt x="981075" y="495300"/>
                </a:moveTo>
                <a:lnTo>
                  <a:pt x="990600" y="495300"/>
                </a:lnTo>
                <a:lnTo>
                  <a:pt x="990600" y="504825"/>
                </a:lnTo>
                <a:lnTo>
                  <a:pt x="981075" y="504825"/>
                </a:lnTo>
                <a:close/>
                <a:moveTo>
                  <a:pt x="381000" y="504825"/>
                </a:moveTo>
                <a:lnTo>
                  <a:pt x="390525" y="504825"/>
                </a:lnTo>
                <a:lnTo>
                  <a:pt x="390525" y="523875"/>
                </a:lnTo>
                <a:lnTo>
                  <a:pt x="381000" y="523875"/>
                </a:lnTo>
                <a:close/>
                <a:moveTo>
                  <a:pt x="504825" y="504825"/>
                </a:moveTo>
                <a:lnTo>
                  <a:pt x="514350" y="504825"/>
                </a:lnTo>
                <a:lnTo>
                  <a:pt x="514350" y="514350"/>
                </a:lnTo>
                <a:lnTo>
                  <a:pt x="504825" y="514350"/>
                </a:lnTo>
                <a:close/>
                <a:moveTo>
                  <a:pt x="952500" y="504825"/>
                </a:moveTo>
                <a:lnTo>
                  <a:pt x="981075" y="504825"/>
                </a:lnTo>
                <a:lnTo>
                  <a:pt x="981075" y="514350"/>
                </a:lnTo>
                <a:lnTo>
                  <a:pt x="952500" y="514350"/>
                </a:lnTo>
                <a:close/>
                <a:moveTo>
                  <a:pt x="619125" y="533400"/>
                </a:moveTo>
                <a:lnTo>
                  <a:pt x="638175" y="533400"/>
                </a:lnTo>
                <a:lnTo>
                  <a:pt x="638175" y="542925"/>
                </a:lnTo>
                <a:lnTo>
                  <a:pt x="619125" y="542925"/>
                </a:lnTo>
                <a:close/>
                <a:moveTo>
                  <a:pt x="495300" y="542925"/>
                </a:moveTo>
                <a:lnTo>
                  <a:pt x="504825" y="542925"/>
                </a:lnTo>
                <a:lnTo>
                  <a:pt x="504825" y="571500"/>
                </a:lnTo>
                <a:lnTo>
                  <a:pt x="495300" y="571500"/>
                </a:lnTo>
                <a:close/>
                <a:moveTo>
                  <a:pt x="609600" y="542925"/>
                </a:moveTo>
                <a:lnTo>
                  <a:pt x="619125" y="542925"/>
                </a:lnTo>
                <a:lnTo>
                  <a:pt x="619125" y="552450"/>
                </a:lnTo>
                <a:lnTo>
                  <a:pt x="609600" y="552450"/>
                </a:lnTo>
                <a:close/>
                <a:moveTo>
                  <a:pt x="838200" y="542925"/>
                </a:moveTo>
                <a:lnTo>
                  <a:pt x="847725" y="542925"/>
                </a:lnTo>
                <a:lnTo>
                  <a:pt x="847725" y="552450"/>
                </a:lnTo>
                <a:lnTo>
                  <a:pt x="838200" y="552450"/>
                </a:lnTo>
                <a:close/>
                <a:moveTo>
                  <a:pt x="952500" y="542925"/>
                </a:moveTo>
                <a:lnTo>
                  <a:pt x="990600" y="542925"/>
                </a:lnTo>
                <a:lnTo>
                  <a:pt x="990600" y="552450"/>
                </a:lnTo>
                <a:lnTo>
                  <a:pt x="952500" y="552450"/>
                </a:lnTo>
                <a:close/>
                <a:moveTo>
                  <a:pt x="676275" y="552450"/>
                </a:moveTo>
                <a:lnTo>
                  <a:pt x="685800" y="552450"/>
                </a:lnTo>
                <a:lnTo>
                  <a:pt x="685800" y="561975"/>
                </a:lnTo>
                <a:lnTo>
                  <a:pt x="676275" y="561975"/>
                </a:lnTo>
                <a:close/>
                <a:moveTo>
                  <a:pt x="828675" y="552450"/>
                </a:moveTo>
                <a:lnTo>
                  <a:pt x="838200" y="552450"/>
                </a:lnTo>
                <a:lnTo>
                  <a:pt x="838200" y="561975"/>
                </a:lnTo>
                <a:lnTo>
                  <a:pt x="828675" y="561975"/>
                </a:lnTo>
                <a:close/>
                <a:moveTo>
                  <a:pt x="895350" y="552450"/>
                </a:moveTo>
                <a:lnTo>
                  <a:pt x="904875" y="552450"/>
                </a:lnTo>
                <a:lnTo>
                  <a:pt x="904875" y="561975"/>
                </a:lnTo>
                <a:lnTo>
                  <a:pt x="895350" y="561975"/>
                </a:lnTo>
                <a:close/>
                <a:moveTo>
                  <a:pt x="933450" y="552450"/>
                </a:moveTo>
                <a:lnTo>
                  <a:pt x="952500" y="552450"/>
                </a:lnTo>
                <a:lnTo>
                  <a:pt x="952500" y="561975"/>
                </a:lnTo>
                <a:lnTo>
                  <a:pt x="942975" y="561975"/>
                </a:lnTo>
                <a:lnTo>
                  <a:pt x="942975" y="571500"/>
                </a:lnTo>
                <a:lnTo>
                  <a:pt x="933450" y="571500"/>
                </a:lnTo>
                <a:close/>
                <a:moveTo>
                  <a:pt x="704850" y="561975"/>
                </a:moveTo>
                <a:lnTo>
                  <a:pt x="714375" y="561975"/>
                </a:lnTo>
                <a:lnTo>
                  <a:pt x="714375" y="571500"/>
                </a:lnTo>
                <a:lnTo>
                  <a:pt x="704850" y="571500"/>
                </a:lnTo>
                <a:close/>
                <a:moveTo>
                  <a:pt x="819150" y="561975"/>
                </a:moveTo>
                <a:lnTo>
                  <a:pt x="828675" y="561975"/>
                </a:lnTo>
                <a:lnTo>
                  <a:pt x="828675" y="571500"/>
                </a:lnTo>
                <a:lnTo>
                  <a:pt x="819150" y="571500"/>
                </a:lnTo>
                <a:close/>
                <a:moveTo>
                  <a:pt x="885825" y="561975"/>
                </a:moveTo>
                <a:lnTo>
                  <a:pt x="895350" y="561975"/>
                </a:lnTo>
                <a:lnTo>
                  <a:pt x="895350" y="581025"/>
                </a:lnTo>
                <a:lnTo>
                  <a:pt x="885825" y="581025"/>
                </a:lnTo>
                <a:close/>
                <a:moveTo>
                  <a:pt x="742950" y="571500"/>
                </a:moveTo>
                <a:lnTo>
                  <a:pt x="771525" y="571500"/>
                </a:lnTo>
                <a:lnTo>
                  <a:pt x="771525" y="581025"/>
                </a:lnTo>
                <a:lnTo>
                  <a:pt x="742950" y="581025"/>
                </a:lnTo>
                <a:close/>
                <a:moveTo>
                  <a:pt x="895350" y="581025"/>
                </a:moveTo>
                <a:lnTo>
                  <a:pt x="904875" y="581025"/>
                </a:lnTo>
                <a:lnTo>
                  <a:pt x="904875" y="590550"/>
                </a:lnTo>
                <a:lnTo>
                  <a:pt x="895350" y="590550"/>
                </a:lnTo>
                <a:close/>
                <a:moveTo>
                  <a:pt x="590550" y="590550"/>
                </a:moveTo>
                <a:lnTo>
                  <a:pt x="600075" y="590550"/>
                </a:lnTo>
                <a:lnTo>
                  <a:pt x="600075" y="600075"/>
                </a:lnTo>
                <a:lnTo>
                  <a:pt x="590550" y="600075"/>
                </a:lnTo>
                <a:close/>
                <a:moveTo>
                  <a:pt x="657225" y="590550"/>
                </a:moveTo>
                <a:lnTo>
                  <a:pt x="666750" y="590550"/>
                </a:lnTo>
                <a:lnTo>
                  <a:pt x="666750" y="600075"/>
                </a:lnTo>
                <a:lnTo>
                  <a:pt x="657225" y="600075"/>
                </a:lnTo>
                <a:close/>
                <a:moveTo>
                  <a:pt x="676275" y="590550"/>
                </a:moveTo>
                <a:lnTo>
                  <a:pt x="685800" y="590550"/>
                </a:lnTo>
                <a:lnTo>
                  <a:pt x="685800" y="600075"/>
                </a:lnTo>
                <a:lnTo>
                  <a:pt x="676275" y="600075"/>
                </a:lnTo>
                <a:close/>
                <a:moveTo>
                  <a:pt x="19050" y="600075"/>
                </a:moveTo>
                <a:lnTo>
                  <a:pt x="28575" y="600075"/>
                </a:lnTo>
                <a:lnTo>
                  <a:pt x="28575" y="609600"/>
                </a:lnTo>
                <a:lnTo>
                  <a:pt x="19050" y="609600"/>
                </a:lnTo>
                <a:close/>
                <a:moveTo>
                  <a:pt x="495300" y="600075"/>
                </a:moveTo>
                <a:lnTo>
                  <a:pt x="504825" y="600075"/>
                </a:lnTo>
                <a:lnTo>
                  <a:pt x="504825" y="609600"/>
                </a:lnTo>
                <a:lnTo>
                  <a:pt x="495300" y="609600"/>
                </a:lnTo>
                <a:close/>
                <a:moveTo>
                  <a:pt x="266700" y="609600"/>
                </a:moveTo>
                <a:lnTo>
                  <a:pt x="276225" y="609600"/>
                </a:lnTo>
                <a:lnTo>
                  <a:pt x="276225" y="628650"/>
                </a:lnTo>
                <a:lnTo>
                  <a:pt x="266700" y="628650"/>
                </a:lnTo>
                <a:close/>
                <a:moveTo>
                  <a:pt x="619125" y="609600"/>
                </a:moveTo>
                <a:lnTo>
                  <a:pt x="628650" y="609600"/>
                </a:lnTo>
                <a:lnTo>
                  <a:pt x="628650" y="619125"/>
                </a:lnTo>
                <a:lnTo>
                  <a:pt x="619125" y="619125"/>
                </a:lnTo>
                <a:close/>
                <a:moveTo>
                  <a:pt x="771525" y="609600"/>
                </a:moveTo>
                <a:lnTo>
                  <a:pt x="781050" y="609600"/>
                </a:lnTo>
                <a:lnTo>
                  <a:pt x="781050" y="619125"/>
                </a:lnTo>
                <a:lnTo>
                  <a:pt x="771525" y="619125"/>
                </a:lnTo>
                <a:close/>
                <a:moveTo>
                  <a:pt x="514350" y="619125"/>
                </a:moveTo>
                <a:lnTo>
                  <a:pt x="523875" y="619125"/>
                </a:lnTo>
                <a:lnTo>
                  <a:pt x="523875" y="628650"/>
                </a:lnTo>
                <a:lnTo>
                  <a:pt x="514350" y="628650"/>
                </a:lnTo>
                <a:close/>
                <a:moveTo>
                  <a:pt x="581025" y="619125"/>
                </a:moveTo>
                <a:lnTo>
                  <a:pt x="590550" y="619125"/>
                </a:lnTo>
                <a:lnTo>
                  <a:pt x="590550" y="638175"/>
                </a:lnTo>
                <a:lnTo>
                  <a:pt x="581025" y="638175"/>
                </a:lnTo>
                <a:close/>
                <a:moveTo>
                  <a:pt x="628650" y="619125"/>
                </a:moveTo>
                <a:lnTo>
                  <a:pt x="666750" y="619125"/>
                </a:lnTo>
                <a:lnTo>
                  <a:pt x="666750" y="638175"/>
                </a:lnTo>
                <a:lnTo>
                  <a:pt x="676275" y="638175"/>
                </a:lnTo>
                <a:lnTo>
                  <a:pt x="676275" y="657225"/>
                </a:lnTo>
                <a:lnTo>
                  <a:pt x="666750" y="657225"/>
                </a:lnTo>
                <a:lnTo>
                  <a:pt x="666750" y="647700"/>
                </a:lnTo>
                <a:lnTo>
                  <a:pt x="647700" y="647700"/>
                </a:lnTo>
                <a:lnTo>
                  <a:pt x="647700" y="628650"/>
                </a:lnTo>
                <a:lnTo>
                  <a:pt x="628650" y="628650"/>
                </a:lnTo>
                <a:close/>
                <a:moveTo>
                  <a:pt x="523875" y="638175"/>
                </a:moveTo>
                <a:lnTo>
                  <a:pt x="533400" y="638175"/>
                </a:lnTo>
                <a:lnTo>
                  <a:pt x="533400" y="647700"/>
                </a:lnTo>
                <a:lnTo>
                  <a:pt x="523875" y="647700"/>
                </a:lnTo>
                <a:close/>
                <a:moveTo>
                  <a:pt x="571500" y="638175"/>
                </a:moveTo>
                <a:lnTo>
                  <a:pt x="581025" y="638175"/>
                </a:lnTo>
                <a:lnTo>
                  <a:pt x="581025" y="647700"/>
                </a:lnTo>
                <a:lnTo>
                  <a:pt x="571500" y="647700"/>
                </a:lnTo>
                <a:close/>
                <a:moveTo>
                  <a:pt x="714375" y="638175"/>
                </a:moveTo>
                <a:lnTo>
                  <a:pt x="723900" y="638175"/>
                </a:lnTo>
                <a:lnTo>
                  <a:pt x="723900" y="647700"/>
                </a:lnTo>
                <a:lnTo>
                  <a:pt x="714375" y="647700"/>
                </a:lnTo>
                <a:close/>
                <a:moveTo>
                  <a:pt x="752475" y="638175"/>
                </a:moveTo>
                <a:lnTo>
                  <a:pt x="762000" y="638175"/>
                </a:lnTo>
                <a:lnTo>
                  <a:pt x="762000" y="647700"/>
                </a:lnTo>
                <a:lnTo>
                  <a:pt x="771525" y="647700"/>
                </a:lnTo>
                <a:lnTo>
                  <a:pt x="771525" y="657225"/>
                </a:lnTo>
                <a:lnTo>
                  <a:pt x="723900" y="657225"/>
                </a:lnTo>
                <a:lnTo>
                  <a:pt x="723900" y="647700"/>
                </a:lnTo>
                <a:lnTo>
                  <a:pt x="752475" y="647700"/>
                </a:lnTo>
                <a:close/>
                <a:moveTo>
                  <a:pt x="790575" y="638175"/>
                </a:moveTo>
                <a:lnTo>
                  <a:pt x="800100" y="638175"/>
                </a:lnTo>
                <a:lnTo>
                  <a:pt x="800100" y="657225"/>
                </a:lnTo>
                <a:lnTo>
                  <a:pt x="790575" y="657225"/>
                </a:lnTo>
                <a:close/>
                <a:moveTo>
                  <a:pt x="257175" y="647700"/>
                </a:moveTo>
                <a:lnTo>
                  <a:pt x="266700" y="647700"/>
                </a:lnTo>
                <a:lnTo>
                  <a:pt x="266700" y="657225"/>
                </a:lnTo>
                <a:lnTo>
                  <a:pt x="257175" y="657225"/>
                </a:lnTo>
                <a:close/>
                <a:moveTo>
                  <a:pt x="533400" y="647700"/>
                </a:moveTo>
                <a:lnTo>
                  <a:pt x="561975" y="647700"/>
                </a:lnTo>
                <a:lnTo>
                  <a:pt x="561975" y="657225"/>
                </a:lnTo>
                <a:lnTo>
                  <a:pt x="533400" y="657225"/>
                </a:lnTo>
                <a:close/>
                <a:moveTo>
                  <a:pt x="647700" y="657225"/>
                </a:moveTo>
                <a:lnTo>
                  <a:pt x="666750" y="657225"/>
                </a:lnTo>
                <a:lnTo>
                  <a:pt x="666750" y="666750"/>
                </a:lnTo>
                <a:lnTo>
                  <a:pt x="647700" y="666750"/>
                </a:lnTo>
                <a:close/>
                <a:moveTo>
                  <a:pt x="247650" y="666750"/>
                </a:moveTo>
                <a:lnTo>
                  <a:pt x="257175" y="666750"/>
                </a:lnTo>
                <a:lnTo>
                  <a:pt x="257175" y="676275"/>
                </a:lnTo>
                <a:lnTo>
                  <a:pt x="247650" y="676275"/>
                </a:lnTo>
                <a:close/>
                <a:moveTo>
                  <a:pt x="609600" y="666750"/>
                </a:moveTo>
                <a:lnTo>
                  <a:pt x="638175" y="666750"/>
                </a:lnTo>
                <a:lnTo>
                  <a:pt x="638175" y="676275"/>
                </a:lnTo>
                <a:lnTo>
                  <a:pt x="647700" y="676275"/>
                </a:lnTo>
                <a:lnTo>
                  <a:pt x="647700" y="695325"/>
                </a:lnTo>
                <a:lnTo>
                  <a:pt x="638175" y="695325"/>
                </a:lnTo>
                <a:lnTo>
                  <a:pt x="638175" y="704850"/>
                </a:lnTo>
                <a:lnTo>
                  <a:pt x="619125" y="704850"/>
                </a:lnTo>
                <a:lnTo>
                  <a:pt x="619125" y="695325"/>
                </a:lnTo>
                <a:lnTo>
                  <a:pt x="609600" y="695325"/>
                </a:lnTo>
                <a:lnTo>
                  <a:pt x="609600" y="685800"/>
                </a:lnTo>
                <a:lnTo>
                  <a:pt x="600075" y="685800"/>
                </a:lnTo>
                <a:lnTo>
                  <a:pt x="600075" y="676275"/>
                </a:lnTo>
                <a:lnTo>
                  <a:pt x="609600" y="676275"/>
                </a:lnTo>
                <a:close/>
                <a:moveTo>
                  <a:pt x="238125" y="676275"/>
                </a:moveTo>
                <a:lnTo>
                  <a:pt x="247650" y="676275"/>
                </a:lnTo>
                <a:lnTo>
                  <a:pt x="247650" y="685800"/>
                </a:lnTo>
                <a:lnTo>
                  <a:pt x="238125" y="685800"/>
                </a:lnTo>
                <a:close/>
                <a:moveTo>
                  <a:pt x="495300" y="676275"/>
                </a:moveTo>
                <a:lnTo>
                  <a:pt x="504825" y="676275"/>
                </a:lnTo>
                <a:lnTo>
                  <a:pt x="504825" y="685800"/>
                </a:lnTo>
                <a:lnTo>
                  <a:pt x="495300" y="685800"/>
                </a:lnTo>
                <a:close/>
                <a:moveTo>
                  <a:pt x="542925" y="676275"/>
                </a:moveTo>
                <a:lnTo>
                  <a:pt x="552450" y="676275"/>
                </a:lnTo>
                <a:lnTo>
                  <a:pt x="552450" y="685800"/>
                </a:lnTo>
                <a:lnTo>
                  <a:pt x="542925" y="685800"/>
                </a:lnTo>
                <a:close/>
                <a:moveTo>
                  <a:pt x="733425" y="676275"/>
                </a:moveTo>
                <a:lnTo>
                  <a:pt x="742950" y="676275"/>
                </a:lnTo>
                <a:lnTo>
                  <a:pt x="742950" y="685800"/>
                </a:lnTo>
                <a:lnTo>
                  <a:pt x="733425" y="685800"/>
                </a:lnTo>
                <a:close/>
                <a:moveTo>
                  <a:pt x="752475" y="676275"/>
                </a:moveTo>
                <a:lnTo>
                  <a:pt x="762000" y="676275"/>
                </a:lnTo>
                <a:lnTo>
                  <a:pt x="762000" y="685800"/>
                </a:lnTo>
                <a:lnTo>
                  <a:pt x="752475" y="685800"/>
                </a:lnTo>
                <a:close/>
                <a:moveTo>
                  <a:pt x="228600" y="685800"/>
                </a:moveTo>
                <a:lnTo>
                  <a:pt x="238125" y="685800"/>
                </a:lnTo>
                <a:lnTo>
                  <a:pt x="238125" y="695325"/>
                </a:lnTo>
                <a:lnTo>
                  <a:pt x="228600" y="695325"/>
                </a:lnTo>
                <a:close/>
                <a:moveTo>
                  <a:pt x="504825" y="685800"/>
                </a:moveTo>
                <a:lnTo>
                  <a:pt x="514350" y="685800"/>
                </a:lnTo>
                <a:lnTo>
                  <a:pt x="514350" y="695325"/>
                </a:lnTo>
                <a:lnTo>
                  <a:pt x="504825" y="695325"/>
                </a:lnTo>
                <a:close/>
                <a:moveTo>
                  <a:pt x="552450" y="685800"/>
                </a:moveTo>
                <a:lnTo>
                  <a:pt x="561975" y="685800"/>
                </a:lnTo>
                <a:lnTo>
                  <a:pt x="561975" y="695325"/>
                </a:lnTo>
                <a:lnTo>
                  <a:pt x="552450" y="695325"/>
                </a:lnTo>
                <a:close/>
                <a:moveTo>
                  <a:pt x="781050" y="685800"/>
                </a:moveTo>
                <a:lnTo>
                  <a:pt x="790575" y="685800"/>
                </a:lnTo>
                <a:lnTo>
                  <a:pt x="790575" y="695325"/>
                </a:lnTo>
                <a:lnTo>
                  <a:pt x="781050" y="695325"/>
                </a:lnTo>
                <a:close/>
                <a:moveTo>
                  <a:pt x="514350" y="695325"/>
                </a:moveTo>
                <a:lnTo>
                  <a:pt x="523875" y="695325"/>
                </a:lnTo>
                <a:lnTo>
                  <a:pt x="523875" y="704850"/>
                </a:lnTo>
                <a:lnTo>
                  <a:pt x="514350" y="704850"/>
                </a:lnTo>
                <a:close/>
                <a:moveTo>
                  <a:pt x="542925" y="695325"/>
                </a:moveTo>
                <a:lnTo>
                  <a:pt x="552450" y="695325"/>
                </a:lnTo>
                <a:lnTo>
                  <a:pt x="552450" y="714375"/>
                </a:lnTo>
                <a:lnTo>
                  <a:pt x="542925" y="714375"/>
                </a:lnTo>
                <a:close/>
                <a:moveTo>
                  <a:pt x="695325" y="695325"/>
                </a:moveTo>
                <a:lnTo>
                  <a:pt x="704850" y="695325"/>
                </a:lnTo>
                <a:lnTo>
                  <a:pt x="704850" y="704850"/>
                </a:lnTo>
                <a:lnTo>
                  <a:pt x="695325" y="704850"/>
                </a:lnTo>
                <a:close/>
                <a:moveTo>
                  <a:pt x="190500" y="704850"/>
                </a:moveTo>
                <a:lnTo>
                  <a:pt x="200025" y="704850"/>
                </a:lnTo>
                <a:lnTo>
                  <a:pt x="200025" y="714375"/>
                </a:lnTo>
                <a:lnTo>
                  <a:pt x="190500" y="714375"/>
                </a:lnTo>
                <a:close/>
                <a:moveTo>
                  <a:pt x="685800" y="704850"/>
                </a:moveTo>
                <a:lnTo>
                  <a:pt x="695325" y="704850"/>
                </a:lnTo>
                <a:lnTo>
                  <a:pt x="695325" y="723900"/>
                </a:lnTo>
                <a:lnTo>
                  <a:pt x="685800" y="723900"/>
                </a:lnTo>
                <a:close/>
                <a:moveTo>
                  <a:pt x="752475" y="704850"/>
                </a:moveTo>
                <a:lnTo>
                  <a:pt x="762000" y="704850"/>
                </a:lnTo>
                <a:lnTo>
                  <a:pt x="762000" y="714375"/>
                </a:lnTo>
                <a:lnTo>
                  <a:pt x="752475" y="714375"/>
                </a:lnTo>
                <a:close/>
                <a:moveTo>
                  <a:pt x="723900" y="714375"/>
                </a:moveTo>
                <a:lnTo>
                  <a:pt x="733425" y="714375"/>
                </a:lnTo>
                <a:lnTo>
                  <a:pt x="733425" y="723900"/>
                </a:lnTo>
                <a:lnTo>
                  <a:pt x="723900" y="723900"/>
                </a:lnTo>
                <a:close/>
                <a:moveTo>
                  <a:pt x="771525" y="714375"/>
                </a:moveTo>
                <a:lnTo>
                  <a:pt x="781050" y="714375"/>
                </a:lnTo>
                <a:lnTo>
                  <a:pt x="781050" y="723900"/>
                </a:lnTo>
                <a:lnTo>
                  <a:pt x="771525" y="723900"/>
                </a:lnTo>
                <a:close/>
                <a:moveTo>
                  <a:pt x="514350" y="723900"/>
                </a:moveTo>
                <a:lnTo>
                  <a:pt x="523875" y="723900"/>
                </a:lnTo>
                <a:lnTo>
                  <a:pt x="523875" y="733425"/>
                </a:lnTo>
                <a:lnTo>
                  <a:pt x="514350" y="733425"/>
                </a:lnTo>
                <a:close/>
                <a:moveTo>
                  <a:pt x="695325" y="723900"/>
                </a:moveTo>
                <a:lnTo>
                  <a:pt x="723900" y="723900"/>
                </a:lnTo>
                <a:lnTo>
                  <a:pt x="723900" y="733425"/>
                </a:lnTo>
                <a:lnTo>
                  <a:pt x="695325" y="733425"/>
                </a:lnTo>
                <a:close/>
                <a:moveTo>
                  <a:pt x="371475" y="733425"/>
                </a:moveTo>
                <a:lnTo>
                  <a:pt x="400050" y="733425"/>
                </a:lnTo>
                <a:lnTo>
                  <a:pt x="400050" y="742950"/>
                </a:lnTo>
                <a:lnTo>
                  <a:pt x="371475" y="742950"/>
                </a:lnTo>
                <a:close/>
                <a:moveTo>
                  <a:pt x="533400" y="733425"/>
                </a:moveTo>
                <a:lnTo>
                  <a:pt x="542925" y="733425"/>
                </a:lnTo>
                <a:lnTo>
                  <a:pt x="542925" y="742950"/>
                </a:lnTo>
                <a:lnTo>
                  <a:pt x="533400" y="742950"/>
                </a:lnTo>
                <a:close/>
                <a:moveTo>
                  <a:pt x="657225" y="733425"/>
                </a:moveTo>
                <a:lnTo>
                  <a:pt x="676275" y="733425"/>
                </a:lnTo>
                <a:lnTo>
                  <a:pt x="676275" y="742950"/>
                </a:lnTo>
                <a:lnTo>
                  <a:pt x="657225" y="742950"/>
                </a:lnTo>
                <a:close/>
                <a:moveTo>
                  <a:pt x="742950" y="733425"/>
                </a:moveTo>
                <a:lnTo>
                  <a:pt x="752475" y="733425"/>
                </a:lnTo>
                <a:lnTo>
                  <a:pt x="752475" y="742950"/>
                </a:lnTo>
                <a:lnTo>
                  <a:pt x="742950" y="742950"/>
                </a:lnTo>
                <a:close/>
                <a:moveTo>
                  <a:pt x="419100" y="742950"/>
                </a:moveTo>
                <a:lnTo>
                  <a:pt x="428625" y="742950"/>
                </a:lnTo>
                <a:lnTo>
                  <a:pt x="428625" y="752475"/>
                </a:lnTo>
                <a:lnTo>
                  <a:pt x="419100" y="752475"/>
                </a:lnTo>
                <a:close/>
                <a:moveTo>
                  <a:pt x="552450" y="742950"/>
                </a:moveTo>
                <a:lnTo>
                  <a:pt x="571500" y="742950"/>
                </a:lnTo>
                <a:lnTo>
                  <a:pt x="571500" y="752475"/>
                </a:lnTo>
                <a:lnTo>
                  <a:pt x="552450" y="752475"/>
                </a:lnTo>
                <a:close/>
                <a:moveTo>
                  <a:pt x="762000" y="742950"/>
                </a:moveTo>
                <a:lnTo>
                  <a:pt x="771525" y="742950"/>
                </a:lnTo>
                <a:lnTo>
                  <a:pt x="771525" y="752475"/>
                </a:lnTo>
                <a:lnTo>
                  <a:pt x="762000" y="752475"/>
                </a:lnTo>
                <a:close/>
                <a:moveTo>
                  <a:pt x="57150" y="752475"/>
                </a:moveTo>
                <a:lnTo>
                  <a:pt x="66675" y="752475"/>
                </a:lnTo>
                <a:lnTo>
                  <a:pt x="66675" y="762000"/>
                </a:lnTo>
                <a:lnTo>
                  <a:pt x="57150" y="762000"/>
                </a:lnTo>
                <a:close/>
                <a:moveTo>
                  <a:pt x="504825" y="752475"/>
                </a:moveTo>
                <a:lnTo>
                  <a:pt x="514350" y="752475"/>
                </a:lnTo>
                <a:lnTo>
                  <a:pt x="514350" y="762000"/>
                </a:lnTo>
                <a:lnTo>
                  <a:pt x="504825" y="762000"/>
                </a:lnTo>
                <a:close/>
                <a:moveTo>
                  <a:pt x="571500" y="752475"/>
                </a:moveTo>
                <a:lnTo>
                  <a:pt x="581025" y="752475"/>
                </a:lnTo>
                <a:lnTo>
                  <a:pt x="581025" y="762000"/>
                </a:lnTo>
                <a:lnTo>
                  <a:pt x="571500" y="762000"/>
                </a:lnTo>
                <a:close/>
                <a:moveTo>
                  <a:pt x="695325" y="752475"/>
                </a:moveTo>
                <a:lnTo>
                  <a:pt x="704850" y="752475"/>
                </a:lnTo>
                <a:lnTo>
                  <a:pt x="704850" y="762000"/>
                </a:lnTo>
                <a:lnTo>
                  <a:pt x="695325" y="762000"/>
                </a:lnTo>
                <a:close/>
                <a:moveTo>
                  <a:pt x="66675" y="762000"/>
                </a:moveTo>
                <a:lnTo>
                  <a:pt x="76200" y="762000"/>
                </a:lnTo>
                <a:lnTo>
                  <a:pt x="76200" y="771525"/>
                </a:lnTo>
                <a:lnTo>
                  <a:pt x="66675" y="771525"/>
                </a:lnTo>
                <a:close/>
                <a:moveTo>
                  <a:pt x="333375" y="762000"/>
                </a:moveTo>
                <a:lnTo>
                  <a:pt x="342900" y="762000"/>
                </a:lnTo>
                <a:lnTo>
                  <a:pt x="342900" y="771525"/>
                </a:lnTo>
                <a:lnTo>
                  <a:pt x="333375" y="771525"/>
                </a:lnTo>
                <a:close/>
                <a:moveTo>
                  <a:pt x="495300" y="762000"/>
                </a:moveTo>
                <a:lnTo>
                  <a:pt x="504825" y="762000"/>
                </a:lnTo>
                <a:lnTo>
                  <a:pt x="504825" y="771525"/>
                </a:lnTo>
                <a:lnTo>
                  <a:pt x="495300" y="771525"/>
                </a:lnTo>
                <a:close/>
                <a:moveTo>
                  <a:pt x="523875" y="762000"/>
                </a:moveTo>
                <a:lnTo>
                  <a:pt x="533400" y="762000"/>
                </a:lnTo>
                <a:lnTo>
                  <a:pt x="533400" y="771525"/>
                </a:lnTo>
                <a:lnTo>
                  <a:pt x="523875" y="771525"/>
                </a:lnTo>
                <a:close/>
                <a:moveTo>
                  <a:pt x="552450" y="762000"/>
                </a:moveTo>
                <a:lnTo>
                  <a:pt x="561975" y="762000"/>
                </a:lnTo>
                <a:lnTo>
                  <a:pt x="561975" y="771525"/>
                </a:lnTo>
                <a:lnTo>
                  <a:pt x="552450" y="771525"/>
                </a:lnTo>
                <a:close/>
                <a:moveTo>
                  <a:pt x="685800" y="762000"/>
                </a:moveTo>
                <a:lnTo>
                  <a:pt x="695325" y="762000"/>
                </a:lnTo>
                <a:lnTo>
                  <a:pt x="695325" y="771525"/>
                </a:lnTo>
                <a:lnTo>
                  <a:pt x="685800" y="771525"/>
                </a:lnTo>
                <a:close/>
                <a:moveTo>
                  <a:pt x="76200" y="771525"/>
                </a:moveTo>
                <a:lnTo>
                  <a:pt x="85725" y="771525"/>
                </a:lnTo>
                <a:lnTo>
                  <a:pt x="85725" y="781050"/>
                </a:lnTo>
                <a:lnTo>
                  <a:pt x="76200" y="781050"/>
                </a:lnTo>
                <a:close/>
                <a:moveTo>
                  <a:pt x="485775" y="771525"/>
                </a:moveTo>
                <a:lnTo>
                  <a:pt x="495300" y="771525"/>
                </a:lnTo>
                <a:lnTo>
                  <a:pt x="495300" y="781050"/>
                </a:lnTo>
                <a:lnTo>
                  <a:pt x="485775" y="781050"/>
                </a:lnTo>
                <a:close/>
                <a:moveTo>
                  <a:pt x="295275" y="781050"/>
                </a:moveTo>
                <a:lnTo>
                  <a:pt x="314325" y="781050"/>
                </a:lnTo>
                <a:lnTo>
                  <a:pt x="314325" y="790575"/>
                </a:lnTo>
                <a:lnTo>
                  <a:pt x="295275" y="790575"/>
                </a:lnTo>
                <a:close/>
                <a:moveTo>
                  <a:pt x="742950" y="781050"/>
                </a:moveTo>
                <a:lnTo>
                  <a:pt x="752475" y="781050"/>
                </a:lnTo>
                <a:lnTo>
                  <a:pt x="752475" y="790575"/>
                </a:lnTo>
                <a:lnTo>
                  <a:pt x="742950" y="790575"/>
                </a:lnTo>
                <a:close/>
                <a:moveTo>
                  <a:pt x="123825" y="790575"/>
                </a:moveTo>
                <a:lnTo>
                  <a:pt x="133350" y="790575"/>
                </a:lnTo>
                <a:lnTo>
                  <a:pt x="133350" y="800100"/>
                </a:lnTo>
                <a:lnTo>
                  <a:pt x="123825" y="800100"/>
                </a:lnTo>
                <a:close/>
                <a:moveTo>
                  <a:pt x="257175" y="790575"/>
                </a:moveTo>
                <a:lnTo>
                  <a:pt x="266700" y="790575"/>
                </a:lnTo>
                <a:lnTo>
                  <a:pt x="266700" y="800100"/>
                </a:lnTo>
                <a:lnTo>
                  <a:pt x="257175" y="800100"/>
                </a:lnTo>
                <a:close/>
                <a:moveTo>
                  <a:pt x="933450" y="790575"/>
                </a:moveTo>
                <a:lnTo>
                  <a:pt x="952500" y="790575"/>
                </a:lnTo>
                <a:lnTo>
                  <a:pt x="952500" y="800100"/>
                </a:lnTo>
                <a:lnTo>
                  <a:pt x="933450" y="800100"/>
                </a:lnTo>
                <a:close/>
                <a:moveTo>
                  <a:pt x="228600" y="800100"/>
                </a:moveTo>
                <a:lnTo>
                  <a:pt x="238125" y="800100"/>
                </a:lnTo>
                <a:lnTo>
                  <a:pt x="238125" y="809625"/>
                </a:lnTo>
                <a:lnTo>
                  <a:pt x="228600" y="809625"/>
                </a:lnTo>
                <a:close/>
                <a:moveTo>
                  <a:pt x="476250" y="800100"/>
                </a:moveTo>
                <a:lnTo>
                  <a:pt x="485775" y="800100"/>
                </a:lnTo>
                <a:lnTo>
                  <a:pt x="485775" y="809625"/>
                </a:lnTo>
                <a:lnTo>
                  <a:pt x="495300" y="809625"/>
                </a:lnTo>
                <a:lnTo>
                  <a:pt x="495300" y="838200"/>
                </a:lnTo>
                <a:lnTo>
                  <a:pt x="485775" y="838200"/>
                </a:lnTo>
                <a:lnTo>
                  <a:pt x="485775" y="828675"/>
                </a:lnTo>
                <a:lnTo>
                  <a:pt x="476250" y="828675"/>
                </a:lnTo>
                <a:close/>
                <a:moveTo>
                  <a:pt x="619125" y="800100"/>
                </a:moveTo>
                <a:lnTo>
                  <a:pt x="628650" y="800100"/>
                </a:lnTo>
                <a:lnTo>
                  <a:pt x="628650" y="809625"/>
                </a:lnTo>
                <a:lnTo>
                  <a:pt x="619125" y="809625"/>
                </a:lnTo>
                <a:close/>
                <a:moveTo>
                  <a:pt x="695325" y="800100"/>
                </a:moveTo>
                <a:lnTo>
                  <a:pt x="704850" y="800100"/>
                </a:lnTo>
                <a:lnTo>
                  <a:pt x="704850" y="809625"/>
                </a:lnTo>
                <a:lnTo>
                  <a:pt x="695325" y="809625"/>
                </a:lnTo>
                <a:close/>
                <a:moveTo>
                  <a:pt x="657225" y="809625"/>
                </a:moveTo>
                <a:lnTo>
                  <a:pt x="676275" y="809625"/>
                </a:lnTo>
                <a:lnTo>
                  <a:pt x="676275" y="819150"/>
                </a:lnTo>
                <a:lnTo>
                  <a:pt x="657225" y="819150"/>
                </a:lnTo>
                <a:close/>
                <a:moveTo>
                  <a:pt x="581025" y="819150"/>
                </a:moveTo>
                <a:lnTo>
                  <a:pt x="590550" y="819150"/>
                </a:lnTo>
                <a:lnTo>
                  <a:pt x="590550" y="828675"/>
                </a:lnTo>
                <a:lnTo>
                  <a:pt x="581025" y="828675"/>
                </a:lnTo>
                <a:close/>
                <a:moveTo>
                  <a:pt x="981075" y="819150"/>
                </a:moveTo>
                <a:lnTo>
                  <a:pt x="990600" y="819150"/>
                </a:lnTo>
                <a:lnTo>
                  <a:pt x="990600" y="828675"/>
                </a:lnTo>
                <a:lnTo>
                  <a:pt x="981075" y="828675"/>
                </a:lnTo>
                <a:close/>
                <a:moveTo>
                  <a:pt x="590550" y="828675"/>
                </a:moveTo>
                <a:lnTo>
                  <a:pt x="600075" y="828675"/>
                </a:lnTo>
                <a:lnTo>
                  <a:pt x="600075" y="838200"/>
                </a:lnTo>
                <a:lnTo>
                  <a:pt x="590550" y="838200"/>
                </a:lnTo>
                <a:close/>
                <a:moveTo>
                  <a:pt x="676275" y="828675"/>
                </a:moveTo>
                <a:lnTo>
                  <a:pt x="685800" y="828675"/>
                </a:lnTo>
                <a:lnTo>
                  <a:pt x="685800" y="838200"/>
                </a:lnTo>
                <a:lnTo>
                  <a:pt x="676275" y="838200"/>
                </a:lnTo>
                <a:close/>
                <a:moveTo>
                  <a:pt x="990600" y="828675"/>
                </a:moveTo>
                <a:lnTo>
                  <a:pt x="1000125" y="828675"/>
                </a:lnTo>
                <a:lnTo>
                  <a:pt x="1000125" y="838200"/>
                </a:lnTo>
                <a:lnTo>
                  <a:pt x="990600" y="838200"/>
                </a:lnTo>
                <a:close/>
                <a:moveTo>
                  <a:pt x="495300" y="838200"/>
                </a:moveTo>
                <a:lnTo>
                  <a:pt x="504825" y="838200"/>
                </a:lnTo>
                <a:lnTo>
                  <a:pt x="504825" y="847725"/>
                </a:lnTo>
                <a:lnTo>
                  <a:pt x="495300" y="847725"/>
                </a:lnTo>
                <a:close/>
                <a:moveTo>
                  <a:pt x="523875" y="838200"/>
                </a:moveTo>
                <a:lnTo>
                  <a:pt x="533400" y="838200"/>
                </a:lnTo>
                <a:lnTo>
                  <a:pt x="533400" y="847725"/>
                </a:lnTo>
                <a:lnTo>
                  <a:pt x="523875" y="847725"/>
                </a:lnTo>
                <a:close/>
                <a:moveTo>
                  <a:pt x="600075" y="838200"/>
                </a:moveTo>
                <a:lnTo>
                  <a:pt x="609600" y="838200"/>
                </a:lnTo>
                <a:lnTo>
                  <a:pt x="609600" y="847725"/>
                </a:lnTo>
                <a:lnTo>
                  <a:pt x="600075" y="847725"/>
                </a:lnTo>
                <a:close/>
                <a:moveTo>
                  <a:pt x="1000125" y="838200"/>
                </a:moveTo>
                <a:lnTo>
                  <a:pt x="1009650" y="838200"/>
                </a:lnTo>
                <a:lnTo>
                  <a:pt x="1009650" y="847725"/>
                </a:lnTo>
                <a:lnTo>
                  <a:pt x="1000125" y="847725"/>
                </a:lnTo>
                <a:close/>
                <a:moveTo>
                  <a:pt x="361950" y="847725"/>
                </a:moveTo>
                <a:lnTo>
                  <a:pt x="371475" y="847725"/>
                </a:lnTo>
                <a:lnTo>
                  <a:pt x="371475" y="857250"/>
                </a:lnTo>
                <a:lnTo>
                  <a:pt x="361950" y="857250"/>
                </a:lnTo>
                <a:close/>
                <a:moveTo>
                  <a:pt x="419100" y="847725"/>
                </a:moveTo>
                <a:lnTo>
                  <a:pt x="428625" y="847725"/>
                </a:lnTo>
                <a:lnTo>
                  <a:pt x="428625" y="857250"/>
                </a:lnTo>
                <a:lnTo>
                  <a:pt x="419100" y="857250"/>
                </a:lnTo>
                <a:close/>
                <a:moveTo>
                  <a:pt x="504825" y="847725"/>
                </a:moveTo>
                <a:lnTo>
                  <a:pt x="514350" y="847725"/>
                </a:lnTo>
                <a:lnTo>
                  <a:pt x="514350" y="876300"/>
                </a:lnTo>
                <a:lnTo>
                  <a:pt x="504825" y="876300"/>
                </a:lnTo>
                <a:close/>
                <a:moveTo>
                  <a:pt x="533400" y="847725"/>
                </a:moveTo>
                <a:lnTo>
                  <a:pt x="542925" y="847725"/>
                </a:lnTo>
                <a:lnTo>
                  <a:pt x="542925" y="857250"/>
                </a:lnTo>
                <a:lnTo>
                  <a:pt x="533400" y="857250"/>
                </a:lnTo>
                <a:close/>
                <a:moveTo>
                  <a:pt x="1009650" y="847725"/>
                </a:moveTo>
                <a:lnTo>
                  <a:pt x="1019175" y="847725"/>
                </a:lnTo>
                <a:lnTo>
                  <a:pt x="1019175" y="857250"/>
                </a:lnTo>
                <a:lnTo>
                  <a:pt x="1009650" y="857250"/>
                </a:lnTo>
                <a:close/>
                <a:moveTo>
                  <a:pt x="352425" y="857250"/>
                </a:moveTo>
                <a:lnTo>
                  <a:pt x="361950" y="857250"/>
                </a:lnTo>
                <a:lnTo>
                  <a:pt x="361950" y="866775"/>
                </a:lnTo>
                <a:lnTo>
                  <a:pt x="352425" y="866775"/>
                </a:lnTo>
                <a:close/>
                <a:moveTo>
                  <a:pt x="428625" y="857250"/>
                </a:moveTo>
                <a:lnTo>
                  <a:pt x="438150" y="857250"/>
                </a:lnTo>
                <a:lnTo>
                  <a:pt x="438150" y="866775"/>
                </a:lnTo>
                <a:lnTo>
                  <a:pt x="428625" y="866775"/>
                </a:lnTo>
                <a:close/>
                <a:moveTo>
                  <a:pt x="342900" y="866775"/>
                </a:moveTo>
                <a:lnTo>
                  <a:pt x="352425" y="866775"/>
                </a:lnTo>
                <a:lnTo>
                  <a:pt x="352425" y="876300"/>
                </a:lnTo>
                <a:lnTo>
                  <a:pt x="342900" y="876300"/>
                </a:lnTo>
                <a:close/>
                <a:moveTo>
                  <a:pt x="561975" y="866775"/>
                </a:moveTo>
                <a:lnTo>
                  <a:pt x="571500" y="866775"/>
                </a:lnTo>
                <a:lnTo>
                  <a:pt x="571500" y="876300"/>
                </a:lnTo>
                <a:lnTo>
                  <a:pt x="561975" y="876300"/>
                </a:lnTo>
                <a:close/>
                <a:moveTo>
                  <a:pt x="676275" y="866775"/>
                </a:moveTo>
                <a:lnTo>
                  <a:pt x="685800" y="866775"/>
                </a:lnTo>
                <a:lnTo>
                  <a:pt x="685800" y="876300"/>
                </a:lnTo>
                <a:lnTo>
                  <a:pt x="676275" y="876300"/>
                </a:lnTo>
                <a:close/>
                <a:moveTo>
                  <a:pt x="914400" y="866775"/>
                </a:moveTo>
                <a:lnTo>
                  <a:pt x="923925" y="866775"/>
                </a:lnTo>
                <a:lnTo>
                  <a:pt x="923925" y="876300"/>
                </a:lnTo>
                <a:lnTo>
                  <a:pt x="914400" y="876300"/>
                </a:lnTo>
                <a:close/>
                <a:moveTo>
                  <a:pt x="152400" y="876300"/>
                </a:moveTo>
                <a:lnTo>
                  <a:pt x="161925" y="876300"/>
                </a:lnTo>
                <a:lnTo>
                  <a:pt x="161925" y="885825"/>
                </a:lnTo>
                <a:lnTo>
                  <a:pt x="152400" y="885825"/>
                </a:lnTo>
                <a:close/>
                <a:moveTo>
                  <a:pt x="628650" y="876300"/>
                </a:moveTo>
                <a:lnTo>
                  <a:pt x="638175" y="876300"/>
                </a:lnTo>
                <a:lnTo>
                  <a:pt x="638175" y="885825"/>
                </a:lnTo>
                <a:lnTo>
                  <a:pt x="628650" y="885825"/>
                </a:lnTo>
                <a:close/>
                <a:moveTo>
                  <a:pt x="866775" y="876300"/>
                </a:moveTo>
                <a:lnTo>
                  <a:pt x="914400" y="876300"/>
                </a:lnTo>
                <a:lnTo>
                  <a:pt x="914400" y="885825"/>
                </a:lnTo>
                <a:lnTo>
                  <a:pt x="866775" y="885825"/>
                </a:lnTo>
                <a:close/>
                <a:moveTo>
                  <a:pt x="1047750" y="876300"/>
                </a:moveTo>
                <a:lnTo>
                  <a:pt x="1181100" y="876300"/>
                </a:lnTo>
                <a:lnTo>
                  <a:pt x="1181100" y="885825"/>
                </a:lnTo>
                <a:lnTo>
                  <a:pt x="1047750" y="885825"/>
                </a:lnTo>
                <a:close/>
                <a:moveTo>
                  <a:pt x="685800" y="885825"/>
                </a:moveTo>
                <a:lnTo>
                  <a:pt x="695325" y="885825"/>
                </a:lnTo>
                <a:lnTo>
                  <a:pt x="695325" y="895350"/>
                </a:lnTo>
                <a:lnTo>
                  <a:pt x="685800" y="895350"/>
                </a:lnTo>
                <a:close/>
                <a:moveTo>
                  <a:pt x="838200" y="885825"/>
                </a:moveTo>
                <a:lnTo>
                  <a:pt x="847725" y="885825"/>
                </a:lnTo>
                <a:lnTo>
                  <a:pt x="847725" y="895350"/>
                </a:lnTo>
                <a:lnTo>
                  <a:pt x="838200" y="895350"/>
                </a:lnTo>
                <a:close/>
                <a:moveTo>
                  <a:pt x="323850" y="895350"/>
                </a:moveTo>
                <a:lnTo>
                  <a:pt x="333375" y="895350"/>
                </a:lnTo>
                <a:lnTo>
                  <a:pt x="333375" y="904875"/>
                </a:lnTo>
                <a:lnTo>
                  <a:pt x="323850" y="904875"/>
                </a:lnTo>
                <a:close/>
                <a:moveTo>
                  <a:pt x="447675" y="895350"/>
                </a:moveTo>
                <a:lnTo>
                  <a:pt x="457200" y="895350"/>
                </a:lnTo>
                <a:lnTo>
                  <a:pt x="457200" y="904875"/>
                </a:lnTo>
                <a:lnTo>
                  <a:pt x="447675" y="904875"/>
                </a:lnTo>
                <a:close/>
                <a:moveTo>
                  <a:pt x="514350" y="895350"/>
                </a:moveTo>
                <a:lnTo>
                  <a:pt x="523875" y="895350"/>
                </a:lnTo>
                <a:lnTo>
                  <a:pt x="523875" y="914400"/>
                </a:lnTo>
                <a:lnTo>
                  <a:pt x="514350" y="914400"/>
                </a:lnTo>
                <a:close/>
                <a:moveTo>
                  <a:pt x="638175" y="895350"/>
                </a:moveTo>
                <a:lnTo>
                  <a:pt x="647700" y="895350"/>
                </a:lnTo>
                <a:lnTo>
                  <a:pt x="647700" y="914400"/>
                </a:lnTo>
                <a:lnTo>
                  <a:pt x="638175" y="914400"/>
                </a:lnTo>
                <a:close/>
                <a:moveTo>
                  <a:pt x="123825" y="914400"/>
                </a:moveTo>
                <a:lnTo>
                  <a:pt x="133350" y="914400"/>
                </a:lnTo>
                <a:lnTo>
                  <a:pt x="133350" y="923925"/>
                </a:lnTo>
                <a:lnTo>
                  <a:pt x="123825" y="923925"/>
                </a:lnTo>
                <a:close/>
                <a:moveTo>
                  <a:pt x="314325" y="914400"/>
                </a:moveTo>
                <a:lnTo>
                  <a:pt x="323850" y="914400"/>
                </a:lnTo>
                <a:lnTo>
                  <a:pt x="323850" y="923925"/>
                </a:lnTo>
                <a:lnTo>
                  <a:pt x="314325" y="923925"/>
                </a:lnTo>
                <a:close/>
                <a:moveTo>
                  <a:pt x="114300" y="923925"/>
                </a:moveTo>
                <a:lnTo>
                  <a:pt x="123825" y="923925"/>
                </a:lnTo>
                <a:lnTo>
                  <a:pt x="123825" y="933450"/>
                </a:lnTo>
                <a:lnTo>
                  <a:pt x="114300" y="933450"/>
                </a:lnTo>
                <a:close/>
                <a:moveTo>
                  <a:pt x="704850" y="923925"/>
                </a:moveTo>
                <a:lnTo>
                  <a:pt x="714375" y="923925"/>
                </a:lnTo>
                <a:lnTo>
                  <a:pt x="714375" y="933450"/>
                </a:lnTo>
                <a:lnTo>
                  <a:pt x="704850" y="933450"/>
                </a:lnTo>
                <a:close/>
                <a:moveTo>
                  <a:pt x="790575" y="933450"/>
                </a:moveTo>
                <a:lnTo>
                  <a:pt x="800100" y="933450"/>
                </a:lnTo>
                <a:lnTo>
                  <a:pt x="800100" y="942975"/>
                </a:lnTo>
                <a:lnTo>
                  <a:pt x="790575" y="942975"/>
                </a:lnTo>
                <a:close/>
                <a:moveTo>
                  <a:pt x="457200" y="942975"/>
                </a:moveTo>
                <a:lnTo>
                  <a:pt x="466725" y="942975"/>
                </a:lnTo>
                <a:lnTo>
                  <a:pt x="466725" y="981075"/>
                </a:lnTo>
                <a:lnTo>
                  <a:pt x="447675" y="981075"/>
                </a:lnTo>
                <a:lnTo>
                  <a:pt x="447675" y="971550"/>
                </a:lnTo>
                <a:lnTo>
                  <a:pt x="457200" y="971550"/>
                </a:lnTo>
                <a:close/>
                <a:moveTo>
                  <a:pt x="781050" y="952500"/>
                </a:moveTo>
                <a:lnTo>
                  <a:pt x="790575" y="952500"/>
                </a:lnTo>
                <a:lnTo>
                  <a:pt x="790575" y="962025"/>
                </a:lnTo>
                <a:lnTo>
                  <a:pt x="781050" y="962025"/>
                </a:lnTo>
                <a:close/>
                <a:moveTo>
                  <a:pt x="714375" y="962025"/>
                </a:moveTo>
                <a:lnTo>
                  <a:pt x="723900" y="962025"/>
                </a:lnTo>
                <a:lnTo>
                  <a:pt x="723900" y="981075"/>
                </a:lnTo>
                <a:lnTo>
                  <a:pt x="714375" y="981075"/>
                </a:lnTo>
                <a:close/>
                <a:moveTo>
                  <a:pt x="304800" y="971550"/>
                </a:moveTo>
                <a:lnTo>
                  <a:pt x="314325" y="971550"/>
                </a:lnTo>
                <a:lnTo>
                  <a:pt x="314325" y="981075"/>
                </a:lnTo>
                <a:lnTo>
                  <a:pt x="304800" y="981075"/>
                </a:lnTo>
                <a:close/>
                <a:moveTo>
                  <a:pt x="438150" y="981075"/>
                </a:moveTo>
                <a:lnTo>
                  <a:pt x="447675" y="981075"/>
                </a:lnTo>
                <a:lnTo>
                  <a:pt x="447675" y="1000125"/>
                </a:lnTo>
                <a:lnTo>
                  <a:pt x="438150" y="1000125"/>
                </a:lnTo>
                <a:lnTo>
                  <a:pt x="438150" y="1009650"/>
                </a:lnTo>
                <a:lnTo>
                  <a:pt x="428625" y="1009650"/>
                </a:lnTo>
                <a:lnTo>
                  <a:pt x="428625" y="990600"/>
                </a:lnTo>
                <a:lnTo>
                  <a:pt x="438150" y="990600"/>
                </a:lnTo>
                <a:close/>
                <a:moveTo>
                  <a:pt x="1057275" y="981075"/>
                </a:moveTo>
                <a:lnTo>
                  <a:pt x="1066800" y="981075"/>
                </a:lnTo>
                <a:lnTo>
                  <a:pt x="1066800" y="990600"/>
                </a:lnTo>
                <a:lnTo>
                  <a:pt x="1057275" y="990600"/>
                </a:lnTo>
                <a:close/>
                <a:moveTo>
                  <a:pt x="514350" y="990600"/>
                </a:moveTo>
                <a:lnTo>
                  <a:pt x="523875" y="990600"/>
                </a:lnTo>
                <a:lnTo>
                  <a:pt x="523875" y="1009650"/>
                </a:lnTo>
                <a:lnTo>
                  <a:pt x="514350" y="1009650"/>
                </a:lnTo>
                <a:close/>
                <a:moveTo>
                  <a:pt x="123825" y="1000125"/>
                </a:moveTo>
                <a:lnTo>
                  <a:pt x="133350" y="1000125"/>
                </a:lnTo>
                <a:lnTo>
                  <a:pt x="133350" y="1009650"/>
                </a:lnTo>
                <a:lnTo>
                  <a:pt x="123825" y="1009650"/>
                </a:lnTo>
                <a:close/>
                <a:moveTo>
                  <a:pt x="304800" y="1000125"/>
                </a:moveTo>
                <a:lnTo>
                  <a:pt x="314325" y="1000125"/>
                </a:lnTo>
                <a:lnTo>
                  <a:pt x="314325" y="1019175"/>
                </a:lnTo>
                <a:lnTo>
                  <a:pt x="304800" y="1019175"/>
                </a:lnTo>
                <a:close/>
                <a:moveTo>
                  <a:pt x="685800" y="1009650"/>
                </a:moveTo>
                <a:lnTo>
                  <a:pt x="704850" y="1009650"/>
                </a:lnTo>
                <a:lnTo>
                  <a:pt x="704850" y="1038225"/>
                </a:lnTo>
                <a:lnTo>
                  <a:pt x="723900" y="1038225"/>
                </a:lnTo>
                <a:lnTo>
                  <a:pt x="723900" y="1085850"/>
                </a:lnTo>
                <a:lnTo>
                  <a:pt x="714375" y="1085850"/>
                </a:lnTo>
                <a:lnTo>
                  <a:pt x="714375" y="1066800"/>
                </a:lnTo>
                <a:lnTo>
                  <a:pt x="695325" y="1066800"/>
                </a:lnTo>
                <a:lnTo>
                  <a:pt x="695325" y="1076325"/>
                </a:lnTo>
                <a:lnTo>
                  <a:pt x="676275" y="1076325"/>
                </a:lnTo>
                <a:lnTo>
                  <a:pt x="676275" y="1066800"/>
                </a:lnTo>
                <a:lnTo>
                  <a:pt x="685800" y="1066800"/>
                </a:lnTo>
                <a:close/>
                <a:moveTo>
                  <a:pt x="85725" y="1028700"/>
                </a:moveTo>
                <a:lnTo>
                  <a:pt x="95250" y="1028700"/>
                </a:lnTo>
                <a:lnTo>
                  <a:pt x="95250" y="1038225"/>
                </a:lnTo>
                <a:lnTo>
                  <a:pt x="85725" y="1038225"/>
                </a:lnTo>
                <a:close/>
                <a:moveTo>
                  <a:pt x="638175" y="1028700"/>
                </a:moveTo>
                <a:lnTo>
                  <a:pt x="647700" y="1028700"/>
                </a:lnTo>
                <a:lnTo>
                  <a:pt x="647700" y="1057275"/>
                </a:lnTo>
                <a:lnTo>
                  <a:pt x="638175" y="1057275"/>
                </a:lnTo>
                <a:close/>
                <a:moveTo>
                  <a:pt x="504825" y="1038225"/>
                </a:moveTo>
                <a:lnTo>
                  <a:pt x="514350" y="1038225"/>
                </a:lnTo>
                <a:lnTo>
                  <a:pt x="514350" y="1047750"/>
                </a:lnTo>
                <a:lnTo>
                  <a:pt x="504825" y="1047750"/>
                </a:lnTo>
                <a:close/>
                <a:moveTo>
                  <a:pt x="1171575" y="1038225"/>
                </a:moveTo>
                <a:lnTo>
                  <a:pt x="1181100" y="1038225"/>
                </a:lnTo>
                <a:lnTo>
                  <a:pt x="1181100" y="1047750"/>
                </a:lnTo>
                <a:lnTo>
                  <a:pt x="1171575" y="1047750"/>
                </a:lnTo>
                <a:close/>
                <a:moveTo>
                  <a:pt x="419100" y="1047750"/>
                </a:moveTo>
                <a:lnTo>
                  <a:pt x="428625" y="1047750"/>
                </a:lnTo>
                <a:lnTo>
                  <a:pt x="428625" y="1057275"/>
                </a:lnTo>
                <a:lnTo>
                  <a:pt x="419100" y="1057275"/>
                </a:lnTo>
                <a:close/>
                <a:moveTo>
                  <a:pt x="295275" y="1057275"/>
                </a:moveTo>
                <a:lnTo>
                  <a:pt x="304800" y="1057275"/>
                </a:lnTo>
                <a:lnTo>
                  <a:pt x="304800" y="1076325"/>
                </a:lnTo>
                <a:lnTo>
                  <a:pt x="295275" y="1076325"/>
                </a:lnTo>
                <a:close/>
                <a:moveTo>
                  <a:pt x="495300" y="1066800"/>
                </a:moveTo>
                <a:lnTo>
                  <a:pt x="504825" y="1066800"/>
                </a:lnTo>
                <a:lnTo>
                  <a:pt x="504825" y="1076325"/>
                </a:lnTo>
                <a:lnTo>
                  <a:pt x="495300" y="1076325"/>
                </a:lnTo>
                <a:close/>
                <a:moveTo>
                  <a:pt x="952500" y="1066800"/>
                </a:moveTo>
                <a:lnTo>
                  <a:pt x="962025" y="1066800"/>
                </a:lnTo>
                <a:lnTo>
                  <a:pt x="962025" y="1076325"/>
                </a:lnTo>
                <a:lnTo>
                  <a:pt x="952500" y="1076325"/>
                </a:lnTo>
                <a:close/>
                <a:moveTo>
                  <a:pt x="47625" y="1085850"/>
                </a:moveTo>
                <a:lnTo>
                  <a:pt x="57150" y="1085850"/>
                </a:lnTo>
                <a:lnTo>
                  <a:pt x="57150" y="1095375"/>
                </a:lnTo>
                <a:lnTo>
                  <a:pt x="47625" y="1095375"/>
                </a:lnTo>
                <a:close/>
                <a:moveTo>
                  <a:pt x="409575" y="1085850"/>
                </a:moveTo>
                <a:lnTo>
                  <a:pt x="419100" y="1085850"/>
                </a:lnTo>
                <a:lnTo>
                  <a:pt x="419100" y="1104900"/>
                </a:lnTo>
                <a:lnTo>
                  <a:pt x="409575" y="1104900"/>
                </a:lnTo>
                <a:close/>
                <a:moveTo>
                  <a:pt x="485775" y="1085850"/>
                </a:moveTo>
                <a:lnTo>
                  <a:pt x="495300" y="1085850"/>
                </a:lnTo>
                <a:lnTo>
                  <a:pt x="495300" y="1095375"/>
                </a:lnTo>
                <a:lnTo>
                  <a:pt x="485775" y="1095375"/>
                </a:lnTo>
                <a:close/>
                <a:moveTo>
                  <a:pt x="666750" y="1095375"/>
                </a:moveTo>
                <a:lnTo>
                  <a:pt x="676275" y="1095375"/>
                </a:lnTo>
                <a:lnTo>
                  <a:pt x="676275" y="1104900"/>
                </a:lnTo>
                <a:lnTo>
                  <a:pt x="666750" y="1104900"/>
                </a:lnTo>
                <a:close/>
                <a:moveTo>
                  <a:pt x="257175" y="1104900"/>
                </a:moveTo>
                <a:lnTo>
                  <a:pt x="276225" y="1104900"/>
                </a:lnTo>
                <a:lnTo>
                  <a:pt x="276225" y="1123950"/>
                </a:lnTo>
                <a:lnTo>
                  <a:pt x="295275" y="1123950"/>
                </a:lnTo>
                <a:lnTo>
                  <a:pt x="295275" y="1152525"/>
                </a:lnTo>
                <a:lnTo>
                  <a:pt x="285750" y="1152525"/>
                </a:lnTo>
                <a:lnTo>
                  <a:pt x="285750" y="1143000"/>
                </a:lnTo>
                <a:lnTo>
                  <a:pt x="257175" y="1143000"/>
                </a:lnTo>
                <a:close/>
                <a:moveTo>
                  <a:pt x="476250" y="1104900"/>
                </a:moveTo>
                <a:lnTo>
                  <a:pt x="485775" y="1104900"/>
                </a:lnTo>
                <a:lnTo>
                  <a:pt x="485775" y="1114425"/>
                </a:lnTo>
                <a:lnTo>
                  <a:pt x="476250" y="1114425"/>
                </a:lnTo>
                <a:close/>
                <a:moveTo>
                  <a:pt x="628650" y="1114425"/>
                </a:moveTo>
                <a:lnTo>
                  <a:pt x="638175" y="1114425"/>
                </a:lnTo>
                <a:lnTo>
                  <a:pt x="638175" y="1133475"/>
                </a:lnTo>
                <a:lnTo>
                  <a:pt x="628650" y="1133475"/>
                </a:lnTo>
                <a:close/>
                <a:moveTo>
                  <a:pt x="38100" y="1123950"/>
                </a:moveTo>
                <a:lnTo>
                  <a:pt x="47625" y="1123950"/>
                </a:lnTo>
                <a:lnTo>
                  <a:pt x="47625" y="1133475"/>
                </a:lnTo>
                <a:lnTo>
                  <a:pt x="38100" y="1133475"/>
                </a:lnTo>
                <a:close/>
                <a:moveTo>
                  <a:pt x="466725" y="1123950"/>
                </a:moveTo>
                <a:lnTo>
                  <a:pt x="476250" y="1123950"/>
                </a:lnTo>
                <a:lnTo>
                  <a:pt x="476250" y="1133475"/>
                </a:lnTo>
                <a:lnTo>
                  <a:pt x="466725" y="1133475"/>
                </a:lnTo>
                <a:close/>
                <a:moveTo>
                  <a:pt x="657225" y="1123950"/>
                </a:moveTo>
                <a:lnTo>
                  <a:pt x="666750" y="1123950"/>
                </a:lnTo>
                <a:lnTo>
                  <a:pt x="666750" y="1133475"/>
                </a:lnTo>
                <a:lnTo>
                  <a:pt x="657225" y="1133475"/>
                </a:lnTo>
                <a:close/>
                <a:moveTo>
                  <a:pt x="400050" y="1143000"/>
                </a:moveTo>
                <a:lnTo>
                  <a:pt x="409575" y="1143000"/>
                </a:lnTo>
                <a:lnTo>
                  <a:pt x="409575" y="1162050"/>
                </a:lnTo>
                <a:lnTo>
                  <a:pt x="400050" y="1162050"/>
                </a:lnTo>
                <a:close/>
                <a:moveTo>
                  <a:pt x="647700" y="1143000"/>
                </a:moveTo>
                <a:lnTo>
                  <a:pt x="657225" y="1143000"/>
                </a:lnTo>
                <a:lnTo>
                  <a:pt x="657225" y="1152525"/>
                </a:lnTo>
                <a:lnTo>
                  <a:pt x="647700" y="1152525"/>
                </a:lnTo>
                <a:close/>
                <a:moveTo>
                  <a:pt x="1009650" y="1143000"/>
                </a:moveTo>
                <a:lnTo>
                  <a:pt x="1019175" y="1143000"/>
                </a:lnTo>
                <a:lnTo>
                  <a:pt x="1019175" y="1152525"/>
                </a:lnTo>
                <a:lnTo>
                  <a:pt x="1009650" y="1152525"/>
                </a:lnTo>
                <a:close/>
                <a:moveTo>
                  <a:pt x="28575" y="1152525"/>
                </a:moveTo>
                <a:lnTo>
                  <a:pt x="38100" y="1152525"/>
                </a:lnTo>
                <a:lnTo>
                  <a:pt x="38100" y="1171575"/>
                </a:lnTo>
                <a:lnTo>
                  <a:pt x="28575" y="1171575"/>
                </a:lnTo>
                <a:close/>
                <a:moveTo>
                  <a:pt x="685800" y="1152525"/>
                </a:moveTo>
                <a:lnTo>
                  <a:pt x="695325" y="1152525"/>
                </a:lnTo>
                <a:lnTo>
                  <a:pt x="695325" y="1171575"/>
                </a:lnTo>
                <a:lnTo>
                  <a:pt x="685800" y="1171575"/>
                </a:lnTo>
                <a:close/>
                <a:moveTo>
                  <a:pt x="1123950" y="1152525"/>
                </a:moveTo>
                <a:lnTo>
                  <a:pt x="1143000" y="1152525"/>
                </a:lnTo>
                <a:lnTo>
                  <a:pt x="1143000" y="1181100"/>
                </a:lnTo>
                <a:lnTo>
                  <a:pt x="1123950" y="1181100"/>
                </a:lnTo>
                <a:close/>
                <a:moveTo>
                  <a:pt x="1152525" y="1152525"/>
                </a:moveTo>
                <a:lnTo>
                  <a:pt x="1162050" y="1152525"/>
                </a:lnTo>
                <a:lnTo>
                  <a:pt x="1162050" y="1162050"/>
                </a:lnTo>
                <a:lnTo>
                  <a:pt x="1152525" y="1162050"/>
                </a:lnTo>
                <a:close/>
                <a:moveTo>
                  <a:pt x="704850" y="1162050"/>
                </a:moveTo>
                <a:lnTo>
                  <a:pt x="714375" y="1162050"/>
                </a:lnTo>
                <a:lnTo>
                  <a:pt x="714375" y="1200150"/>
                </a:lnTo>
                <a:lnTo>
                  <a:pt x="704850" y="1200150"/>
                </a:lnTo>
                <a:close/>
                <a:moveTo>
                  <a:pt x="247650" y="1171575"/>
                </a:moveTo>
                <a:lnTo>
                  <a:pt x="266700" y="1171575"/>
                </a:lnTo>
                <a:lnTo>
                  <a:pt x="266700" y="1219200"/>
                </a:lnTo>
                <a:lnTo>
                  <a:pt x="247650" y="1219200"/>
                </a:lnTo>
                <a:close/>
                <a:moveTo>
                  <a:pt x="428625" y="1171575"/>
                </a:moveTo>
                <a:lnTo>
                  <a:pt x="438150" y="1171575"/>
                </a:lnTo>
                <a:lnTo>
                  <a:pt x="438150" y="1181100"/>
                </a:lnTo>
                <a:lnTo>
                  <a:pt x="428625" y="1181100"/>
                </a:lnTo>
                <a:close/>
                <a:moveTo>
                  <a:pt x="619125" y="1171575"/>
                </a:moveTo>
                <a:lnTo>
                  <a:pt x="628650" y="1171575"/>
                </a:lnTo>
                <a:lnTo>
                  <a:pt x="628650" y="1200150"/>
                </a:lnTo>
                <a:lnTo>
                  <a:pt x="619125" y="1200150"/>
                </a:lnTo>
                <a:close/>
                <a:moveTo>
                  <a:pt x="419100" y="1181100"/>
                </a:moveTo>
                <a:lnTo>
                  <a:pt x="428625" y="1181100"/>
                </a:lnTo>
                <a:lnTo>
                  <a:pt x="428625" y="1190625"/>
                </a:lnTo>
                <a:lnTo>
                  <a:pt x="419100" y="1190625"/>
                </a:lnTo>
                <a:close/>
                <a:moveTo>
                  <a:pt x="1009650" y="1181100"/>
                </a:moveTo>
                <a:lnTo>
                  <a:pt x="1028700" y="1181100"/>
                </a:lnTo>
                <a:lnTo>
                  <a:pt x="1028700" y="1200150"/>
                </a:lnTo>
                <a:lnTo>
                  <a:pt x="1019175" y="1200150"/>
                </a:lnTo>
                <a:lnTo>
                  <a:pt x="1019175" y="1209675"/>
                </a:lnTo>
                <a:lnTo>
                  <a:pt x="1009650" y="1209675"/>
                </a:lnTo>
                <a:close/>
                <a:moveTo>
                  <a:pt x="638175" y="1190625"/>
                </a:moveTo>
                <a:lnTo>
                  <a:pt x="647700" y="1190625"/>
                </a:lnTo>
                <a:lnTo>
                  <a:pt x="647700" y="1238250"/>
                </a:lnTo>
                <a:lnTo>
                  <a:pt x="638175" y="1238250"/>
                </a:lnTo>
                <a:close/>
                <a:moveTo>
                  <a:pt x="390525" y="1200150"/>
                </a:moveTo>
                <a:lnTo>
                  <a:pt x="400050" y="1200150"/>
                </a:lnTo>
                <a:lnTo>
                  <a:pt x="400050" y="1228725"/>
                </a:lnTo>
                <a:lnTo>
                  <a:pt x="390525" y="1228725"/>
                </a:lnTo>
                <a:close/>
                <a:moveTo>
                  <a:pt x="781050" y="1209675"/>
                </a:moveTo>
                <a:lnTo>
                  <a:pt x="790575" y="1209675"/>
                </a:lnTo>
                <a:lnTo>
                  <a:pt x="790575" y="1219200"/>
                </a:lnTo>
                <a:lnTo>
                  <a:pt x="781050" y="1219200"/>
                </a:lnTo>
                <a:close/>
                <a:moveTo>
                  <a:pt x="409575" y="1219200"/>
                </a:moveTo>
                <a:lnTo>
                  <a:pt x="419100" y="1219200"/>
                </a:lnTo>
                <a:lnTo>
                  <a:pt x="419100" y="1285875"/>
                </a:lnTo>
                <a:lnTo>
                  <a:pt x="400050" y="1285875"/>
                </a:lnTo>
                <a:lnTo>
                  <a:pt x="400050" y="1295400"/>
                </a:lnTo>
                <a:lnTo>
                  <a:pt x="390525" y="1295400"/>
                </a:lnTo>
                <a:lnTo>
                  <a:pt x="390525" y="1257300"/>
                </a:lnTo>
                <a:lnTo>
                  <a:pt x="409575" y="1257300"/>
                </a:lnTo>
                <a:close/>
                <a:moveTo>
                  <a:pt x="790575" y="1228725"/>
                </a:moveTo>
                <a:lnTo>
                  <a:pt x="800100" y="1228725"/>
                </a:lnTo>
                <a:lnTo>
                  <a:pt x="800100" y="1238250"/>
                </a:lnTo>
                <a:lnTo>
                  <a:pt x="790575" y="1238250"/>
                </a:lnTo>
                <a:close/>
                <a:moveTo>
                  <a:pt x="704850" y="1238250"/>
                </a:moveTo>
                <a:lnTo>
                  <a:pt x="714375" y="1238250"/>
                </a:lnTo>
                <a:lnTo>
                  <a:pt x="714375" y="1295400"/>
                </a:lnTo>
                <a:lnTo>
                  <a:pt x="695325" y="1295400"/>
                </a:lnTo>
                <a:lnTo>
                  <a:pt x="695325" y="1304925"/>
                </a:lnTo>
                <a:lnTo>
                  <a:pt x="685800" y="1304925"/>
                </a:lnTo>
                <a:lnTo>
                  <a:pt x="685800" y="1266825"/>
                </a:lnTo>
                <a:lnTo>
                  <a:pt x="704850" y="1266825"/>
                </a:lnTo>
                <a:close/>
                <a:moveTo>
                  <a:pt x="800100" y="1247775"/>
                </a:moveTo>
                <a:lnTo>
                  <a:pt x="809625" y="1247775"/>
                </a:lnTo>
                <a:lnTo>
                  <a:pt x="809625" y="1257300"/>
                </a:lnTo>
                <a:lnTo>
                  <a:pt x="800100" y="1257300"/>
                </a:lnTo>
                <a:close/>
                <a:moveTo>
                  <a:pt x="57150" y="1257300"/>
                </a:moveTo>
                <a:lnTo>
                  <a:pt x="66675" y="1257300"/>
                </a:lnTo>
                <a:lnTo>
                  <a:pt x="66675" y="1276350"/>
                </a:lnTo>
                <a:lnTo>
                  <a:pt x="57150" y="1276350"/>
                </a:lnTo>
                <a:close/>
                <a:moveTo>
                  <a:pt x="809625" y="1257300"/>
                </a:moveTo>
                <a:lnTo>
                  <a:pt x="819150" y="1257300"/>
                </a:lnTo>
                <a:lnTo>
                  <a:pt x="819150" y="1266825"/>
                </a:lnTo>
                <a:lnTo>
                  <a:pt x="809625" y="1266825"/>
                </a:lnTo>
                <a:close/>
                <a:moveTo>
                  <a:pt x="819150" y="1266825"/>
                </a:moveTo>
                <a:lnTo>
                  <a:pt x="828675" y="1266825"/>
                </a:lnTo>
                <a:lnTo>
                  <a:pt x="828675" y="1276350"/>
                </a:lnTo>
                <a:lnTo>
                  <a:pt x="819150" y="1276350"/>
                </a:lnTo>
                <a:close/>
                <a:moveTo>
                  <a:pt x="838200" y="1276350"/>
                </a:moveTo>
                <a:lnTo>
                  <a:pt x="847725" y="1276350"/>
                </a:lnTo>
                <a:lnTo>
                  <a:pt x="847725" y="1285875"/>
                </a:lnTo>
                <a:lnTo>
                  <a:pt x="838200" y="1285875"/>
                </a:lnTo>
                <a:close/>
                <a:moveTo>
                  <a:pt x="285750" y="1285875"/>
                </a:moveTo>
                <a:lnTo>
                  <a:pt x="295275" y="1285875"/>
                </a:lnTo>
                <a:lnTo>
                  <a:pt x="295275" y="1304925"/>
                </a:lnTo>
                <a:lnTo>
                  <a:pt x="285750" y="1304925"/>
                </a:lnTo>
                <a:close/>
                <a:moveTo>
                  <a:pt x="857250" y="1285875"/>
                </a:moveTo>
                <a:lnTo>
                  <a:pt x="876300" y="1285875"/>
                </a:lnTo>
                <a:lnTo>
                  <a:pt x="876300" y="1295400"/>
                </a:lnTo>
                <a:lnTo>
                  <a:pt x="857250" y="1295400"/>
                </a:lnTo>
                <a:close/>
                <a:moveTo>
                  <a:pt x="66675" y="1295400"/>
                </a:moveTo>
                <a:lnTo>
                  <a:pt x="76200" y="1295400"/>
                </a:lnTo>
                <a:lnTo>
                  <a:pt x="76200" y="1304925"/>
                </a:lnTo>
                <a:lnTo>
                  <a:pt x="66675" y="1304925"/>
                </a:lnTo>
                <a:close/>
                <a:moveTo>
                  <a:pt x="247650" y="1295400"/>
                </a:moveTo>
                <a:lnTo>
                  <a:pt x="266700" y="1295400"/>
                </a:lnTo>
                <a:lnTo>
                  <a:pt x="266700" y="1304925"/>
                </a:lnTo>
                <a:lnTo>
                  <a:pt x="247650" y="1304925"/>
                </a:lnTo>
                <a:close/>
                <a:moveTo>
                  <a:pt x="238125" y="1304925"/>
                </a:moveTo>
                <a:lnTo>
                  <a:pt x="247650" y="1304925"/>
                </a:lnTo>
                <a:lnTo>
                  <a:pt x="247650" y="1314450"/>
                </a:lnTo>
                <a:lnTo>
                  <a:pt x="238125" y="1314450"/>
                </a:lnTo>
                <a:close/>
                <a:moveTo>
                  <a:pt x="266700" y="1304925"/>
                </a:moveTo>
                <a:lnTo>
                  <a:pt x="276225" y="1304925"/>
                </a:lnTo>
                <a:lnTo>
                  <a:pt x="276225" y="1323975"/>
                </a:lnTo>
                <a:lnTo>
                  <a:pt x="266700" y="1323975"/>
                </a:lnTo>
                <a:close/>
                <a:moveTo>
                  <a:pt x="95250" y="1323975"/>
                </a:moveTo>
                <a:lnTo>
                  <a:pt x="104775" y="1323975"/>
                </a:lnTo>
                <a:lnTo>
                  <a:pt x="104775" y="1333500"/>
                </a:lnTo>
                <a:lnTo>
                  <a:pt x="95250" y="1333500"/>
                </a:lnTo>
                <a:close/>
                <a:moveTo>
                  <a:pt x="638175" y="1333500"/>
                </a:moveTo>
                <a:lnTo>
                  <a:pt x="647700" y="1333500"/>
                </a:lnTo>
                <a:lnTo>
                  <a:pt x="647700" y="1381125"/>
                </a:lnTo>
                <a:lnTo>
                  <a:pt x="628650" y="1381125"/>
                </a:lnTo>
                <a:lnTo>
                  <a:pt x="628650" y="1400175"/>
                </a:lnTo>
                <a:lnTo>
                  <a:pt x="619125" y="1400175"/>
                </a:lnTo>
                <a:lnTo>
                  <a:pt x="619125" y="1362075"/>
                </a:lnTo>
                <a:lnTo>
                  <a:pt x="638175" y="1362075"/>
                </a:lnTo>
                <a:close/>
                <a:moveTo>
                  <a:pt x="152400" y="1352550"/>
                </a:moveTo>
                <a:lnTo>
                  <a:pt x="171450" y="1352550"/>
                </a:lnTo>
                <a:lnTo>
                  <a:pt x="171450" y="1362075"/>
                </a:lnTo>
                <a:lnTo>
                  <a:pt x="152400" y="1362075"/>
                </a:lnTo>
                <a:close/>
                <a:moveTo>
                  <a:pt x="200025" y="1362075"/>
                </a:moveTo>
                <a:lnTo>
                  <a:pt x="209550" y="1362075"/>
                </a:lnTo>
                <a:lnTo>
                  <a:pt x="209550" y="1371600"/>
                </a:lnTo>
                <a:lnTo>
                  <a:pt x="200025" y="1371600"/>
                </a:lnTo>
                <a:close/>
                <a:moveTo>
                  <a:pt x="276225" y="1362075"/>
                </a:moveTo>
                <a:lnTo>
                  <a:pt x="285750" y="1362075"/>
                </a:lnTo>
                <a:lnTo>
                  <a:pt x="285750" y="1381125"/>
                </a:lnTo>
                <a:lnTo>
                  <a:pt x="276225" y="1381125"/>
                </a:lnTo>
                <a:close/>
                <a:moveTo>
                  <a:pt x="295275" y="1362075"/>
                </a:moveTo>
                <a:lnTo>
                  <a:pt x="304800" y="1362075"/>
                </a:lnTo>
                <a:lnTo>
                  <a:pt x="304800" y="1371600"/>
                </a:lnTo>
                <a:lnTo>
                  <a:pt x="295275" y="1371600"/>
                </a:lnTo>
                <a:close/>
                <a:moveTo>
                  <a:pt x="209550" y="1371600"/>
                </a:moveTo>
                <a:lnTo>
                  <a:pt x="219075" y="1371600"/>
                </a:lnTo>
                <a:lnTo>
                  <a:pt x="219075" y="1428750"/>
                </a:lnTo>
                <a:lnTo>
                  <a:pt x="209550" y="1428750"/>
                </a:lnTo>
                <a:close/>
                <a:moveTo>
                  <a:pt x="419100" y="1381125"/>
                </a:moveTo>
                <a:lnTo>
                  <a:pt x="428625" y="1381125"/>
                </a:lnTo>
                <a:lnTo>
                  <a:pt x="428625" y="1428750"/>
                </a:lnTo>
                <a:lnTo>
                  <a:pt x="409575" y="1428750"/>
                </a:lnTo>
                <a:lnTo>
                  <a:pt x="409575" y="1457325"/>
                </a:lnTo>
                <a:lnTo>
                  <a:pt x="400050" y="1457325"/>
                </a:lnTo>
                <a:lnTo>
                  <a:pt x="400050" y="1409700"/>
                </a:lnTo>
                <a:lnTo>
                  <a:pt x="419100" y="1409700"/>
                </a:lnTo>
                <a:close/>
                <a:moveTo>
                  <a:pt x="714375" y="1390650"/>
                </a:moveTo>
                <a:lnTo>
                  <a:pt x="723900" y="1390650"/>
                </a:lnTo>
                <a:lnTo>
                  <a:pt x="723900" y="1438275"/>
                </a:lnTo>
                <a:lnTo>
                  <a:pt x="704850" y="1438275"/>
                </a:lnTo>
                <a:lnTo>
                  <a:pt x="704850" y="1466850"/>
                </a:lnTo>
                <a:lnTo>
                  <a:pt x="695325" y="1466850"/>
                </a:lnTo>
                <a:lnTo>
                  <a:pt x="695325" y="1419225"/>
                </a:lnTo>
                <a:lnTo>
                  <a:pt x="714375" y="1419225"/>
                </a:lnTo>
                <a:close/>
                <a:moveTo>
                  <a:pt x="304800" y="1409700"/>
                </a:moveTo>
                <a:lnTo>
                  <a:pt x="314325" y="1409700"/>
                </a:lnTo>
                <a:lnTo>
                  <a:pt x="314325" y="1428750"/>
                </a:lnTo>
                <a:lnTo>
                  <a:pt x="304800" y="1428750"/>
                </a:lnTo>
                <a:close/>
                <a:moveTo>
                  <a:pt x="285750" y="1419225"/>
                </a:moveTo>
                <a:lnTo>
                  <a:pt x="295275" y="1419225"/>
                </a:lnTo>
                <a:lnTo>
                  <a:pt x="295275" y="1438275"/>
                </a:lnTo>
                <a:lnTo>
                  <a:pt x="285750" y="1438275"/>
                </a:lnTo>
                <a:close/>
                <a:moveTo>
                  <a:pt x="219075" y="1438275"/>
                </a:moveTo>
                <a:lnTo>
                  <a:pt x="228600" y="1438275"/>
                </a:lnTo>
                <a:lnTo>
                  <a:pt x="228600" y="1447800"/>
                </a:lnTo>
                <a:lnTo>
                  <a:pt x="219075" y="1447800"/>
                </a:lnTo>
                <a:close/>
                <a:moveTo>
                  <a:pt x="276225" y="1438275"/>
                </a:moveTo>
                <a:lnTo>
                  <a:pt x="285750" y="1438275"/>
                </a:lnTo>
                <a:lnTo>
                  <a:pt x="285750" y="1447800"/>
                </a:lnTo>
                <a:lnTo>
                  <a:pt x="276225" y="1447800"/>
                </a:lnTo>
                <a:close/>
                <a:moveTo>
                  <a:pt x="228600" y="1447800"/>
                </a:moveTo>
                <a:lnTo>
                  <a:pt x="238125" y="1447800"/>
                </a:lnTo>
                <a:lnTo>
                  <a:pt x="238125" y="1466850"/>
                </a:lnTo>
                <a:lnTo>
                  <a:pt x="228600" y="1466850"/>
                </a:lnTo>
                <a:close/>
                <a:moveTo>
                  <a:pt x="581025" y="1457325"/>
                </a:moveTo>
                <a:lnTo>
                  <a:pt x="590550" y="1457325"/>
                </a:lnTo>
                <a:lnTo>
                  <a:pt x="590550" y="1466850"/>
                </a:lnTo>
                <a:lnTo>
                  <a:pt x="581025" y="1466850"/>
                </a:lnTo>
                <a:close/>
                <a:moveTo>
                  <a:pt x="638175" y="1457325"/>
                </a:moveTo>
                <a:lnTo>
                  <a:pt x="647700" y="1457325"/>
                </a:lnTo>
                <a:lnTo>
                  <a:pt x="647700" y="1476375"/>
                </a:lnTo>
                <a:lnTo>
                  <a:pt x="638175" y="1476375"/>
                </a:lnTo>
                <a:close/>
                <a:moveTo>
                  <a:pt x="314325" y="1466850"/>
                </a:moveTo>
                <a:lnTo>
                  <a:pt x="323850" y="1466850"/>
                </a:lnTo>
                <a:lnTo>
                  <a:pt x="323850" y="1476375"/>
                </a:lnTo>
                <a:lnTo>
                  <a:pt x="314325" y="1476375"/>
                </a:lnTo>
                <a:close/>
                <a:moveTo>
                  <a:pt x="400050" y="1476375"/>
                </a:moveTo>
                <a:lnTo>
                  <a:pt x="409575" y="1476375"/>
                </a:lnTo>
                <a:lnTo>
                  <a:pt x="409575" y="1485900"/>
                </a:lnTo>
                <a:lnTo>
                  <a:pt x="400050" y="1485900"/>
                </a:lnTo>
                <a:close/>
                <a:moveTo>
                  <a:pt x="647700" y="1476375"/>
                </a:moveTo>
                <a:lnTo>
                  <a:pt x="685800" y="1476375"/>
                </a:lnTo>
                <a:lnTo>
                  <a:pt x="685800" y="1485900"/>
                </a:lnTo>
                <a:lnTo>
                  <a:pt x="647700" y="1485900"/>
                </a:lnTo>
                <a:close/>
                <a:moveTo>
                  <a:pt x="714375" y="1476375"/>
                </a:moveTo>
                <a:lnTo>
                  <a:pt x="723900" y="1476375"/>
                </a:lnTo>
                <a:lnTo>
                  <a:pt x="723900" y="1485900"/>
                </a:lnTo>
                <a:lnTo>
                  <a:pt x="714375" y="1485900"/>
                </a:lnTo>
                <a:close/>
                <a:moveTo>
                  <a:pt x="390525" y="1485900"/>
                </a:moveTo>
                <a:lnTo>
                  <a:pt x="400050" y="1485900"/>
                </a:lnTo>
                <a:lnTo>
                  <a:pt x="400050" y="1495425"/>
                </a:lnTo>
                <a:lnTo>
                  <a:pt x="390525" y="1495425"/>
                </a:lnTo>
                <a:close/>
                <a:moveTo>
                  <a:pt x="228600" y="1504950"/>
                </a:moveTo>
                <a:lnTo>
                  <a:pt x="238125" y="1504950"/>
                </a:lnTo>
                <a:lnTo>
                  <a:pt x="238125" y="1543050"/>
                </a:lnTo>
                <a:lnTo>
                  <a:pt x="228600" y="1543050"/>
                </a:lnTo>
                <a:close/>
                <a:moveTo>
                  <a:pt x="647700" y="1504950"/>
                </a:moveTo>
                <a:lnTo>
                  <a:pt x="657225" y="1504950"/>
                </a:lnTo>
                <a:lnTo>
                  <a:pt x="657225" y="1514475"/>
                </a:lnTo>
                <a:lnTo>
                  <a:pt x="647700" y="1514475"/>
                </a:lnTo>
                <a:close/>
                <a:moveTo>
                  <a:pt x="685800" y="1504950"/>
                </a:moveTo>
                <a:lnTo>
                  <a:pt x="695325" y="1504950"/>
                </a:lnTo>
                <a:lnTo>
                  <a:pt x="695325" y="1514475"/>
                </a:lnTo>
                <a:lnTo>
                  <a:pt x="685800" y="1514475"/>
                </a:lnTo>
                <a:close/>
                <a:moveTo>
                  <a:pt x="342900" y="1514475"/>
                </a:moveTo>
                <a:lnTo>
                  <a:pt x="361950" y="1514475"/>
                </a:lnTo>
                <a:lnTo>
                  <a:pt x="361950" y="1524000"/>
                </a:lnTo>
                <a:lnTo>
                  <a:pt x="342900" y="1524000"/>
                </a:lnTo>
                <a:close/>
                <a:moveTo>
                  <a:pt x="333375" y="1524000"/>
                </a:moveTo>
                <a:lnTo>
                  <a:pt x="342900" y="1524000"/>
                </a:lnTo>
                <a:lnTo>
                  <a:pt x="342900" y="1533525"/>
                </a:lnTo>
                <a:lnTo>
                  <a:pt x="333375" y="1533525"/>
                </a:lnTo>
                <a:close/>
                <a:moveTo>
                  <a:pt x="647700" y="1533525"/>
                </a:moveTo>
                <a:lnTo>
                  <a:pt x="657225" y="1533525"/>
                </a:lnTo>
                <a:lnTo>
                  <a:pt x="657225" y="1543050"/>
                </a:lnTo>
                <a:lnTo>
                  <a:pt x="647700" y="1543050"/>
                </a:lnTo>
                <a:close/>
                <a:moveTo>
                  <a:pt x="666750" y="1543050"/>
                </a:moveTo>
                <a:lnTo>
                  <a:pt x="685800" y="1543050"/>
                </a:lnTo>
                <a:lnTo>
                  <a:pt x="685800" y="1552575"/>
                </a:lnTo>
                <a:lnTo>
                  <a:pt x="666750" y="1552575"/>
                </a:lnTo>
                <a:close/>
                <a:moveTo>
                  <a:pt x="714375" y="1543050"/>
                </a:moveTo>
                <a:lnTo>
                  <a:pt x="723900" y="1543050"/>
                </a:lnTo>
                <a:lnTo>
                  <a:pt x="723900" y="1562100"/>
                </a:lnTo>
                <a:lnTo>
                  <a:pt x="714375" y="1562100"/>
                </a:lnTo>
                <a:close/>
                <a:moveTo>
                  <a:pt x="409575" y="1571625"/>
                </a:moveTo>
                <a:lnTo>
                  <a:pt x="419100" y="1571625"/>
                </a:lnTo>
                <a:lnTo>
                  <a:pt x="419100" y="1581150"/>
                </a:lnTo>
                <a:lnTo>
                  <a:pt x="409575" y="1581150"/>
                </a:lnTo>
                <a:close/>
                <a:moveTo>
                  <a:pt x="714375" y="1581150"/>
                </a:moveTo>
                <a:lnTo>
                  <a:pt x="723900" y="1581150"/>
                </a:lnTo>
                <a:lnTo>
                  <a:pt x="723900" y="1590675"/>
                </a:lnTo>
                <a:lnTo>
                  <a:pt x="714375" y="1590675"/>
                </a:lnTo>
                <a:close/>
                <a:moveTo>
                  <a:pt x="333375" y="1590675"/>
                </a:moveTo>
                <a:lnTo>
                  <a:pt x="342900" y="1590675"/>
                </a:lnTo>
                <a:lnTo>
                  <a:pt x="342900" y="1600200"/>
                </a:lnTo>
                <a:lnTo>
                  <a:pt x="333375" y="1600200"/>
                </a:lnTo>
                <a:close/>
                <a:moveTo>
                  <a:pt x="238125" y="1600200"/>
                </a:moveTo>
                <a:lnTo>
                  <a:pt x="247650" y="1600200"/>
                </a:lnTo>
                <a:lnTo>
                  <a:pt x="247650" y="1628775"/>
                </a:lnTo>
                <a:lnTo>
                  <a:pt x="238125" y="1628775"/>
                </a:lnTo>
                <a:close/>
                <a:moveTo>
                  <a:pt x="342900" y="1600200"/>
                </a:moveTo>
                <a:lnTo>
                  <a:pt x="390525" y="1600200"/>
                </a:lnTo>
                <a:lnTo>
                  <a:pt x="390525" y="1609725"/>
                </a:lnTo>
                <a:lnTo>
                  <a:pt x="400050" y="1609725"/>
                </a:lnTo>
                <a:lnTo>
                  <a:pt x="400050" y="1600200"/>
                </a:lnTo>
                <a:lnTo>
                  <a:pt x="409575" y="1600200"/>
                </a:lnTo>
                <a:lnTo>
                  <a:pt x="409575" y="1609725"/>
                </a:lnTo>
                <a:lnTo>
                  <a:pt x="400050" y="1609725"/>
                </a:lnTo>
                <a:lnTo>
                  <a:pt x="400050" y="1638300"/>
                </a:lnTo>
                <a:lnTo>
                  <a:pt x="390525" y="1638300"/>
                </a:lnTo>
                <a:lnTo>
                  <a:pt x="390525" y="1619250"/>
                </a:lnTo>
                <a:lnTo>
                  <a:pt x="361950" y="1619250"/>
                </a:lnTo>
                <a:lnTo>
                  <a:pt x="361950" y="1609725"/>
                </a:lnTo>
                <a:lnTo>
                  <a:pt x="342900" y="1609725"/>
                </a:lnTo>
                <a:close/>
                <a:moveTo>
                  <a:pt x="676275" y="1619250"/>
                </a:moveTo>
                <a:lnTo>
                  <a:pt x="685800" y="1619250"/>
                </a:lnTo>
                <a:lnTo>
                  <a:pt x="685800" y="1638300"/>
                </a:lnTo>
                <a:lnTo>
                  <a:pt x="666750" y="1638300"/>
                </a:lnTo>
                <a:lnTo>
                  <a:pt x="666750" y="1628775"/>
                </a:lnTo>
                <a:lnTo>
                  <a:pt x="676275" y="1628775"/>
                </a:lnTo>
                <a:close/>
                <a:moveTo>
                  <a:pt x="704850" y="1619250"/>
                </a:moveTo>
                <a:lnTo>
                  <a:pt x="714375" y="1619250"/>
                </a:lnTo>
                <a:lnTo>
                  <a:pt x="714375" y="1628775"/>
                </a:lnTo>
                <a:lnTo>
                  <a:pt x="704850" y="1628775"/>
                </a:lnTo>
                <a:close/>
                <a:moveTo>
                  <a:pt x="695325" y="1628775"/>
                </a:moveTo>
                <a:lnTo>
                  <a:pt x="704850" y="1628775"/>
                </a:lnTo>
                <a:lnTo>
                  <a:pt x="704850" y="1647825"/>
                </a:lnTo>
                <a:lnTo>
                  <a:pt x="695325" y="1647825"/>
                </a:lnTo>
                <a:close/>
                <a:moveTo>
                  <a:pt x="247650" y="1685925"/>
                </a:moveTo>
                <a:lnTo>
                  <a:pt x="257175" y="1685925"/>
                </a:lnTo>
                <a:lnTo>
                  <a:pt x="257175" y="1724025"/>
                </a:lnTo>
                <a:lnTo>
                  <a:pt x="247650" y="1724025"/>
                </a:lnTo>
                <a:close/>
                <a:moveTo>
                  <a:pt x="476250" y="1743075"/>
                </a:moveTo>
                <a:lnTo>
                  <a:pt x="504825" y="1743075"/>
                </a:lnTo>
                <a:lnTo>
                  <a:pt x="504825" y="1752600"/>
                </a:lnTo>
                <a:lnTo>
                  <a:pt x="476250" y="1752600"/>
                </a:lnTo>
                <a:close/>
                <a:moveTo>
                  <a:pt x="657225" y="1743075"/>
                </a:moveTo>
                <a:lnTo>
                  <a:pt x="666750" y="1743075"/>
                </a:lnTo>
                <a:lnTo>
                  <a:pt x="666750" y="1752600"/>
                </a:lnTo>
                <a:lnTo>
                  <a:pt x="657225" y="1752600"/>
                </a:lnTo>
                <a:close/>
              </a:path>
            </a:pathLst>
          </a:custGeom>
          <a:solidFill xmlns:a="http://schemas.openxmlformats.org/drawingml/2006/main">
            <a:srgbClr val="DFE4DD"/>
          </a:solidFill>
          <a:ln xmlns:a="http://schemas.openxmlformats.org/drawingml/2006/main" w="0">
            <a:noFill/>
          </a:ln>
        </p:spPr>
      </p:sp>
      <p:sp>
        <p:nvSpPr>
          <p:cNvPr id="63" name="turno2 vector #a1aaa0">
            <a:extLst xmlns:a="http://schemas.openxmlformats.org/drawingml/2006/main">
              <a:ext uri="{FF2B5EF4-FFF2-40B4-BE49-F238E27FC236}">
                <a16:creationId xmlns:a16="http://schemas.microsoft.com/office/drawing/2014/main" id="{8F4BBDBB-DFB6-437D-84AF-F648843141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86975" y="2514600"/>
            <a:ext cx="1828800" cy="2724150"/>
          </a:xfrm>
          <a:custGeom xmlns:a="http://schemas.openxmlformats.org/drawingml/2006/main">
            <a:pathLst>
              <a:path w="1181100" h="1762125">
                <a:moveTo>
                  <a:pt x="571500" y="28575"/>
                </a:moveTo>
                <a:lnTo>
                  <a:pt x="581025" y="28575"/>
                </a:lnTo>
                <a:lnTo>
                  <a:pt x="581025" y="38100"/>
                </a:lnTo>
                <a:lnTo>
                  <a:pt x="571500" y="38100"/>
                </a:lnTo>
                <a:close/>
                <a:moveTo>
                  <a:pt x="657225" y="28575"/>
                </a:moveTo>
                <a:lnTo>
                  <a:pt x="666750" y="28575"/>
                </a:lnTo>
                <a:lnTo>
                  <a:pt x="666750" y="38100"/>
                </a:lnTo>
                <a:lnTo>
                  <a:pt x="657225" y="38100"/>
                </a:lnTo>
                <a:close/>
                <a:moveTo>
                  <a:pt x="676275" y="38100"/>
                </a:moveTo>
                <a:lnTo>
                  <a:pt x="685800" y="38100"/>
                </a:lnTo>
                <a:lnTo>
                  <a:pt x="685800" y="47625"/>
                </a:lnTo>
                <a:lnTo>
                  <a:pt x="676275" y="47625"/>
                </a:lnTo>
                <a:close/>
                <a:moveTo>
                  <a:pt x="685800" y="47625"/>
                </a:moveTo>
                <a:lnTo>
                  <a:pt x="695325" y="47625"/>
                </a:lnTo>
                <a:lnTo>
                  <a:pt x="695325" y="57150"/>
                </a:lnTo>
                <a:lnTo>
                  <a:pt x="685800" y="57150"/>
                </a:lnTo>
                <a:close/>
                <a:moveTo>
                  <a:pt x="695325" y="57150"/>
                </a:moveTo>
                <a:lnTo>
                  <a:pt x="704850" y="57150"/>
                </a:lnTo>
                <a:lnTo>
                  <a:pt x="704850" y="66675"/>
                </a:lnTo>
                <a:lnTo>
                  <a:pt x="695325" y="66675"/>
                </a:lnTo>
                <a:close/>
                <a:moveTo>
                  <a:pt x="790575" y="57150"/>
                </a:moveTo>
                <a:lnTo>
                  <a:pt x="800100" y="57150"/>
                </a:lnTo>
                <a:lnTo>
                  <a:pt x="800100" y="66675"/>
                </a:lnTo>
                <a:lnTo>
                  <a:pt x="790575" y="66675"/>
                </a:lnTo>
                <a:close/>
                <a:moveTo>
                  <a:pt x="781050" y="66675"/>
                </a:moveTo>
                <a:lnTo>
                  <a:pt x="790575" y="66675"/>
                </a:lnTo>
                <a:lnTo>
                  <a:pt x="790575" y="76200"/>
                </a:lnTo>
                <a:lnTo>
                  <a:pt x="781050" y="76200"/>
                </a:lnTo>
                <a:close/>
                <a:moveTo>
                  <a:pt x="600075" y="76200"/>
                </a:moveTo>
                <a:lnTo>
                  <a:pt x="609600" y="76200"/>
                </a:lnTo>
                <a:lnTo>
                  <a:pt x="609600" y="85725"/>
                </a:lnTo>
                <a:lnTo>
                  <a:pt x="600075" y="85725"/>
                </a:lnTo>
                <a:close/>
                <a:moveTo>
                  <a:pt x="628650" y="76200"/>
                </a:moveTo>
                <a:lnTo>
                  <a:pt x="638175" y="76200"/>
                </a:lnTo>
                <a:lnTo>
                  <a:pt x="638175" y="85725"/>
                </a:lnTo>
                <a:lnTo>
                  <a:pt x="628650" y="85725"/>
                </a:lnTo>
                <a:close/>
                <a:moveTo>
                  <a:pt x="704850" y="76200"/>
                </a:moveTo>
                <a:lnTo>
                  <a:pt x="714375" y="76200"/>
                </a:lnTo>
                <a:lnTo>
                  <a:pt x="714375" y="85725"/>
                </a:lnTo>
                <a:lnTo>
                  <a:pt x="704850" y="85725"/>
                </a:lnTo>
                <a:close/>
                <a:moveTo>
                  <a:pt x="819150" y="76200"/>
                </a:moveTo>
                <a:lnTo>
                  <a:pt x="828675" y="76200"/>
                </a:lnTo>
                <a:lnTo>
                  <a:pt x="828675" y="85725"/>
                </a:lnTo>
                <a:lnTo>
                  <a:pt x="819150" y="85725"/>
                </a:lnTo>
                <a:close/>
                <a:moveTo>
                  <a:pt x="857250" y="76200"/>
                </a:moveTo>
                <a:lnTo>
                  <a:pt x="866775" y="76200"/>
                </a:lnTo>
                <a:lnTo>
                  <a:pt x="866775" y="104775"/>
                </a:lnTo>
                <a:lnTo>
                  <a:pt x="857250" y="104775"/>
                </a:lnTo>
                <a:close/>
                <a:moveTo>
                  <a:pt x="523875" y="85725"/>
                </a:moveTo>
                <a:lnTo>
                  <a:pt x="533400" y="85725"/>
                </a:lnTo>
                <a:lnTo>
                  <a:pt x="533400" y="104775"/>
                </a:lnTo>
                <a:lnTo>
                  <a:pt x="523875" y="104775"/>
                </a:lnTo>
                <a:close/>
                <a:moveTo>
                  <a:pt x="590550" y="85725"/>
                </a:moveTo>
                <a:lnTo>
                  <a:pt x="600075" y="85725"/>
                </a:lnTo>
                <a:lnTo>
                  <a:pt x="600075" y="95250"/>
                </a:lnTo>
                <a:lnTo>
                  <a:pt x="590550" y="95250"/>
                </a:lnTo>
                <a:close/>
                <a:moveTo>
                  <a:pt x="638175" y="85725"/>
                </a:moveTo>
                <a:lnTo>
                  <a:pt x="647700" y="85725"/>
                </a:lnTo>
                <a:lnTo>
                  <a:pt x="647700" y="95250"/>
                </a:lnTo>
                <a:lnTo>
                  <a:pt x="638175" y="95250"/>
                </a:lnTo>
                <a:close/>
                <a:moveTo>
                  <a:pt x="581025" y="95250"/>
                </a:moveTo>
                <a:lnTo>
                  <a:pt x="590550" y="95250"/>
                </a:lnTo>
                <a:lnTo>
                  <a:pt x="590550" y="104775"/>
                </a:lnTo>
                <a:lnTo>
                  <a:pt x="581025" y="104775"/>
                </a:lnTo>
                <a:close/>
                <a:moveTo>
                  <a:pt x="819150" y="95250"/>
                </a:moveTo>
                <a:lnTo>
                  <a:pt x="828675" y="95250"/>
                </a:lnTo>
                <a:lnTo>
                  <a:pt x="828675" y="104775"/>
                </a:lnTo>
                <a:lnTo>
                  <a:pt x="819150" y="104775"/>
                </a:lnTo>
                <a:close/>
                <a:moveTo>
                  <a:pt x="419100" y="104775"/>
                </a:moveTo>
                <a:lnTo>
                  <a:pt x="428625" y="104775"/>
                </a:lnTo>
                <a:lnTo>
                  <a:pt x="428625" y="114300"/>
                </a:lnTo>
                <a:lnTo>
                  <a:pt x="419100" y="114300"/>
                </a:lnTo>
                <a:close/>
                <a:moveTo>
                  <a:pt x="457200" y="104775"/>
                </a:moveTo>
                <a:lnTo>
                  <a:pt x="466725" y="104775"/>
                </a:lnTo>
                <a:lnTo>
                  <a:pt x="466725" y="123825"/>
                </a:lnTo>
                <a:lnTo>
                  <a:pt x="457200" y="123825"/>
                </a:lnTo>
                <a:close/>
                <a:moveTo>
                  <a:pt x="571500" y="104775"/>
                </a:moveTo>
                <a:lnTo>
                  <a:pt x="581025" y="104775"/>
                </a:lnTo>
                <a:lnTo>
                  <a:pt x="581025" y="114300"/>
                </a:lnTo>
                <a:lnTo>
                  <a:pt x="571500" y="114300"/>
                </a:lnTo>
                <a:close/>
                <a:moveTo>
                  <a:pt x="428625" y="114300"/>
                </a:moveTo>
                <a:lnTo>
                  <a:pt x="438150" y="114300"/>
                </a:lnTo>
                <a:lnTo>
                  <a:pt x="438150" y="123825"/>
                </a:lnTo>
                <a:lnTo>
                  <a:pt x="428625" y="123825"/>
                </a:lnTo>
                <a:close/>
                <a:moveTo>
                  <a:pt x="704850" y="114300"/>
                </a:moveTo>
                <a:lnTo>
                  <a:pt x="714375" y="114300"/>
                </a:lnTo>
                <a:lnTo>
                  <a:pt x="714375" y="133350"/>
                </a:lnTo>
                <a:lnTo>
                  <a:pt x="704850" y="133350"/>
                </a:lnTo>
                <a:close/>
                <a:moveTo>
                  <a:pt x="790575" y="123825"/>
                </a:moveTo>
                <a:lnTo>
                  <a:pt x="800100" y="123825"/>
                </a:lnTo>
                <a:lnTo>
                  <a:pt x="800100" y="133350"/>
                </a:lnTo>
                <a:lnTo>
                  <a:pt x="790575" y="133350"/>
                </a:lnTo>
                <a:close/>
                <a:moveTo>
                  <a:pt x="419100" y="133350"/>
                </a:moveTo>
                <a:lnTo>
                  <a:pt x="428625" y="133350"/>
                </a:lnTo>
                <a:lnTo>
                  <a:pt x="428625" y="142875"/>
                </a:lnTo>
                <a:lnTo>
                  <a:pt x="419100" y="142875"/>
                </a:lnTo>
                <a:close/>
                <a:moveTo>
                  <a:pt x="447675" y="133350"/>
                </a:moveTo>
                <a:lnTo>
                  <a:pt x="457200" y="133350"/>
                </a:lnTo>
                <a:lnTo>
                  <a:pt x="457200" y="142875"/>
                </a:lnTo>
                <a:lnTo>
                  <a:pt x="447675" y="142875"/>
                </a:lnTo>
                <a:close/>
                <a:moveTo>
                  <a:pt x="800100" y="133350"/>
                </a:moveTo>
                <a:lnTo>
                  <a:pt x="819150" y="133350"/>
                </a:lnTo>
                <a:lnTo>
                  <a:pt x="819150" y="142875"/>
                </a:lnTo>
                <a:lnTo>
                  <a:pt x="809625" y="142875"/>
                </a:lnTo>
                <a:lnTo>
                  <a:pt x="809625" y="161925"/>
                </a:lnTo>
                <a:lnTo>
                  <a:pt x="800100" y="161925"/>
                </a:lnTo>
                <a:lnTo>
                  <a:pt x="800100" y="152400"/>
                </a:lnTo>
                <a:lnTo>
                  <a:pt x="790575" y="152400"/>
                </a:lnTo>
                <a:lnTo>
                  <a:pt x="790575" y="142875"/>
                </a:lnTo>
                <a:lnTo>
                  <a:pt x="800100" y="142875"/>
                </a:lnTo>
                <a:close/>
                <a:moveTo>
                  <a:pt x="438150" y="142875"/>
                </a:moveTo>
                <a:lnTo>
                  <a:pt x="447675" y="142875"/>
                </a:lnTo>
                <a:lnTo>
                  <a:pt x="447675" y="180975"/>
                </a:lnTo>
                <a:lnTo>
                  <a:pt x="438150" y="180975"/>
                </a:lnTo>
                <a:lnTo>
                  <a:pt x="438150" y="190500"/>
                </a:lnTo>
                <a:lnTo>
                  <a:pt x="428625" y="190500"/>
                </a:lnTo>
                <a:lnTo>
                  <a:pt x="428625" y="180975"/>
                </a:lnTo>
                <a:lnTo>
                  <a:pt x="419100" y="180975"/>
                </a:lnTo>
                <a:lnTo>
                  <a:pt x="419100" y="152400"/>
                </a:lnTo>
                <a:lnTo>
                  <a:pt x="438150" y="152400"/>
                </a:lnTo>
                <a:close/>
                <a:moveTo>
                  <a:pt x="609600" y="142875"/>
                </a:moveTo>
                <a:lnTo>
                  <a:pt x="619125" y="142875"/>
                </a:lnTo>
                <a:lnTo>
                  <a:pt x="619125" y="152400"/>
                </a:lnTo>
                <a:lnTo>
                  <a:pt x="609600" y="152400"/>
                </a:lnTo>
                <a:close/>
                <a:moveTo>
                  <a:pt x="600075" y="152400"/>
                </a:moveTo>
                <a:lnTo>
                  <a:pt x="609600" y="152400"/>
                </a:lnTo>
                <a:lnTo>
                  <a:pt x="609600" y="161925"/>
                </a:lnTo>
                <a:lnTo>
                  <a:pt x="600075" y="161925"/>
                </a:lnTo>
                <a:close/>
                <a:moveTo>
                  <a:pt x="781050" y="161925"/>
                </a:moveTo>
                <a:lnTo>
                  <a:pt x="790575" y="161925"/>
                </a:lnTo>
                <a:lnTo>
                  <a:pt x="790575" y="171450"/>
                </a:lnTo>
                <a:lnTo>
                  <a:pt x="781050" y="171450"/>
                </a:lnTo>
                <a:close/>
                <a:moveTo>
                  <a:pt x="657225" y="171450"/>
                </a:moveTo>
                <a:lnTo>
                  <a:pt x="666750" y="171450"/>
                </a:lnTo>
                <a:lnTo>
                  <a:pt x="666750" y="180975"/>
                </a:lnTo>
                <a:lnTo>
                  <a:pt x="657225" y="180975"/>
                </a:lnTo>
                <a:close/>
                <a:moveTo>
                  <a:pt x="800100" y="171450"/>
                </a:moveTo>
                <a:lnTo>
                  <a:pt x="809625" y="171450"/>
                </a:lnTo>
                <a:lnTo>
                  <a:pt x="809625" y="180975"/>
                </a:lnTo>
                <a:lnTo>
                  <a:pt x="800100" y="180975"/>
                </a:lnTo>
                <a:close/>
                <a:moveTo>
                  <a:pt x="647700" y="180975"/>
                </a:moveTo>
                <a:lnTo>
                  <a:pt x="657225" y="180975"/>
                </a:lnTo>
                <a:lnTo>
                  <a:pt x="657225" y="190500"/>
                </a:lnTo>
                <a:lnTo>
                  <a:pt x="647700" y="190500"/>
                </a:lnTo>
                <a:close/>
                <a:moveTo>
                  <a:pt x="323850" y="190500"/>
                </a:moveTo>
                <a:lnTo>
                  <a:pt x="333375" y="190500"/>
                </a:lnTo>
                <a:lnTo>
                  <a:pt x="333375" y="200025"/>
                </a:lnTo>
                <a:lnTo>
                  <a:pt x="323850" y="200025"/>
                </a:lnTo>
                <a:close/>
                <a:moveTo>
                  <a:pt x="581025" y="190500"/>
                </a:moveTo>
                <a:lnTo>
                  <a:pt x="590550" y="190500"/>
                </a:lnTo>
                <a:lnTo>
                  <a:pt x="590550" y="209550"/>
                </a:lnTo>
                <a:lnTo>
                  <a:pt x="600075" y="209550"/>
                </a:lnTo>
                <a:lnTo>
                  <a:pt x="600075" y="219075"/>
                </a:lnTo>
                <a:lnTo>
                  <a:pt x="628650" y="219075"/>
                </a:lnTo>
                <a:lnTo>
                  <a:pt x="628650" y="209550"/>
                </a:lnTo>
                <a:lnTo>
                  <a:pt x="638175" y="209550"/>
                </a:lnTo>
                <a:lnTo>
                  <a:pt x="638175" y="200025"/>
                </a:lnTo>
                <a:lnTo>
                  <a:pt x="647700" y="200025"/>
                </a:lnTo>
                <a:lnTo>
                  <a:pt x="647700" y="209550"/>
                </a:lnTo>
                <a:lnTo>
                  <a:pt x="638175" y="209550"/>
                </a:lnTo>
                <a:lnTo>
                  <a:pt x="638175" y="219075"/>
                </a:lnTo>
                <a:lnTo>
                  <a:pt x="628650" y="219075"/>
                </a:lnTo>
                <a:lnTo>
                  <a:pt x="628650" y="228600"/>
                </a:lnTo>
                <a:lnTo>
                  <a:pt x="590550" y="228600"/>
                </a:lnTo>
                <a:lnTo>
                  <a:pt x="590550" y="219075"/>
                </a:lnTo>
                <a:lnTo>
                  <a:pt x="581025" y="219075"/>
                </a:lnTo>
                <a:close/>
                <a:moveTo>
                  <a:pt x="885825" y="190500"/>
                </a:moveTo>
                <a:lnTo>
                  <a:pt x="895350" y="190500"/>
                </a:lnTo>
                <a:lnTo>
                  <a:pt x="895350" y="200025"/>
                </a:lnTo>
                <a:lnTo>
                  <a:pt x="885825" y="200025"/>
                </a:lnTo>
                <a:close/>
                <a:moveTo>
                  <a:pt x="914400" y="190500"/>
                </a:moveTo>
                <a:lnTo>
                  <a:pt x="933450" y="190500"/>
                </a:lnTo>
                <a:lnTo>
                  <a:pt x="933450" y="200025"/>
                </a:lnTo>
                <a:lnTo>
                  <a:pt x="914400" y="200025"/>
                </a:lnTo>
                <a:close/>
                <a:moveTo>
                  <a:pt x="333375" y="200025"/>
                </a:moveTo>
                <a:lnTo>
                  <a:pt x="342900" y="200025"/>
                </a:lnTo>
                <a:lnTo>
                  <a:pt x="342900" y="209550"/>
                </a:lnTo>
                <a:lnTo>
                  <a:pt x="333375" y="209550"/>
                </a:lnTo>
                <a:close/>
                <a:moveTo>
                  <a:pt x="942975" y="200025"/>
                </a:moveTo>
                <a:lnTo>
                  <a:pt x="952500" y="200025"/>
                </a:lnTo>
                <a:lnTo>
                  <a:pt x="952500" y="209550"/>
                </a:lnTo>
                <a:lnTo>
                  <a:pt x="942975" y="209550"/>
                </a:lnTo>
                <a:close/>
                <a:moveTo>
                  <a:pt x="247650" y="219075"/>
                </a:moveTo>
                <a:lnTo>
                  <a:pt x="257175" y="219075"/>
                </a:lnTo>
                <a:lnTo>
                  <a:pt x="257175" y="228600"/>
                </a:lnTo>
                <a:lnTo>
                  <a:pt x="247650" y="228600"/>
                </a:lnTo>
                <a:close/>
                <a:moveTo>
                  <a:pt x="295275" y="219075"/>
                </a:moveTo>
                <a:lnTo>
                  <a:pt x="304800" y="219075"/>
                </a:lnTo>
                <a:lnTo>
                  <a:pt x="304800" y="228600"/>
                </a:lnTo>
                <a:lnTo>
                  <a:pt x="295275" y="228600"/>
                </a:lnTo>
                <a:close/>
                <a:moveTo>
                  <a:pt x="847725" y="219075"/>
                </a:moveTo>
                <a:lnTo>
                  <a:pt x="857250" y="219075"/>
                </a:lnTo>
                <a:lnTo>
                  <a:pt x="857250" y="228600"/>
                </a:lnTo>
                <a:lnTo>
                  <a:pt x="847725" y="228600"/>
                </a:lnTo>
                <a:close/>
                <a:moveTo>
                  <a:pt x="904875" y="228600"/>
                </a:moveTo>
                <a:lnTo>
                  <a:pt x="923925" y="228600"/>
                </a:lnTo>
                <a:lnTo>
                  <a:pt x="923925" y="238125"/>
                </a:lnTo>
                <a:lnTo>
                  <a:pt x="904875" y="238125"/>
                </a:lnTo>
                <a:close/>
                <a:moveTo>
                  <a:pt x="276225" y="238125"/>
                </a:moveTo>
                <a:lnTo>
                  <a:pt x="285750" y="238125"/>
                </a:lnTo>
                <a:lnTo>
                  <a:pt x="285750" y="247650"/>
                </a:lnTo>
                <a:lnTo>
                  <a:pt x="276225" y="247650"/>
                </a:lnTo>
                <a:close/>
                <a:moveTo>
                  <a:pt x="447675" y="238125"/>
                </a:moveTo>
                <a:lnTo>
                  <a:pt x="457200" y="238125"/>
                </a:lnTo>
                <a:lnTo>
                  <a:pt x="457200" y="247650"/>
                </a:lnTo>
                <a:lnTo>
                  <a:pt x="447675" y="247650"/>
                </a:lnTo>
                <a:close/>
                <a:moveTo>
                  <a:pt x="495300" y="238125"/>
                </a:moveTo>
                <a:lnTo>
                  <a:pt x="504825" y="238125"/>
                </a:lnTo>
                <a:lnTo>
                  <a:pt x="504825" y="247650"/>
                </a:lnTo>
                <a:lnTo>
                  <a:pt x="495300" y="247650"/>
                </a:lnTo>
                <a:close/>
                <a:moveTo>
                  <a:pt x="866775" y="238125"/>
                </a:moveTo>
                <a:lnTo>
                  <a:pt x="876300" y="238125"/>
                </a:lnTo>
                <a:lnTo>
                  <a:pt x="876300" y="247650"/>
                </a:lnTo>
                <a:lnTo>
                  <a:pt x="866775" y="247650"/>
                </a:lnTo>
                <a:close/>
                <a:moveTo>
                  <a:pt x="923925" y="238125"/>
                </a:moveTo>
                <a:lnTo>
                  <a:pt x="933450" y="238125"/>
                </a:lnTo>
                <a:lnTo>
                  <a:pt x="933450" y="247650"/>
                </a:lnTo>
                <a:lnTo>
                  <a:pt x="923925" y="247650"/>
                </a:lnTo>
                <a:close/>
                <a:moveTo>
                  <a:pt x="981075" y="238125"/>
                </a:moveTo>
                <a:lnTo>
                  <a:pt x="990600" y="238125"/>
                </a:lnTo>
                <a:lnTo>
                  <a:pt x="990600" y="276225"/>
                </a:lnTo>
                <a:lnTo>
                  <a:pt x="981075" y="276225"/>
                </a:lnTo>
                <a:close/>
                <a:moveTo>
                  <a:pt x="257175" y="247650"/>
                </a:moveTo>
                <a:lnTo>
                  <a:pt x="276225" y="247650"/>
                </a:lnTo>
                <a:lnTo>
                  <a:pt x="276225" y="257175"/>
                </a:lnTo>
                <a:lnTo>
                  <a:pt x="257175" y="257175"/>
                </a:lnTo>
                <a:close/>
                <a:moveTo>
                  <a:pt x="333375" y="247650"/>
                </a:moveTo>
                <a:lnTo>
                  <a:pt x="342900" y="247650"/>
                </a:lnTo>
                <a:lnTo>
                  <a:pt x="342900" y="257175"/>
                </a:lnTo>
                <a:lnTo>
                  <a:pt x="333375" y="257175"/>
                </a:lnTo>
                <a:close/>
                <a:moveTo>
                  <a:pt x="428625" y="247650"/>
                </a:moveTo>
                <a:lnTo>
                  <a:pt x="438150" y="247650"/>
                </a:lnTo>
                <a:lnTo>
                  <a:pt x="438150" y="257175"/>
                </a:lnTo>
                <a:lnTo>
                  <a:pt x="428625" y="257175"/>
                </a:lnTo>
                <a:close/>
                <a:moveTo>
                  <a:pt x="590550" y="247650"/>
                </a:moveTo>
                <a:lnTo>
                  <a:pt x="600075" y="247650"/>
                </a:lnTo>
                <a:lnTo>
                  <a:pt x="600075" y="257175"/>
                </a:lnTo>
                <a:lnTo>
                  <a:pt x="590550" y="257175"/>
                </a:lnTo>
                <a:close/>
                <a:moveTo>
                  <a:pt x="628650" y="247650"/>
                </a:moveTo>
                <a:lnTo>
                  <a:pt x="638175" y="247650"/>
                </a:lnTo>
                <a:lnTo>
                  <a:pt x="638175" y="257175"/>
                </a:lnTo>
                <a:lnTo>
                  <a:pt x="628650" y="257175"/>
                </a:lnTo>
                <a:close/>
                <a:moveTo>
                  <a:pt x="733425" y="247650"/>
                </a:moveTo>
                <a:lnTo>
                  <a:pt x="752475" y="247650"/>
                </a:lnTo>
                <a:lnTo>
                  <a:pt x="752475" y="257175"/>
                </a:lnTo>
                <a:lnTo>
                  <a:pt x="733425" y="257175"/>
                </a:lnTo>
                <a:close/>
                <a:moveTo>
                  <a:pt x="933450" y="247650"/>
                </a:moveTo>
                <a:lnTo>
                  <a:pt x="942975" y="247650"/>
                </a:lnTo>
                <a:lnTo>
                  <a:pt x="942975" y="266700"/>
                </a:lnTo>
                <a:lnTo>
                  <a:pt x="933450" y="266700"/>
                </a:lnTo>
                <a:close/>
                <a:moveTo>
                  <a:pt x="419100" y="257175"/>
                </a:moveTo>
                <a:lnTo>
                  <a:pt x="428625" y="257175"/>
                </a:lnTo>
                <a:lnTo>
                  <a:pt x="428625" y="266700"/>
                </a:lnTo>
                <a:lnTo>
                  <a:pt x="419100" y="266700"/>
                </a:lnTo>
                <a:close/>
                <a:moveTo>
                  <a:pt x="581025" y="257175"/>
                </a:moveTo>
                <a:lnTo>
                  <a:pt x="590550" y="257175"/>
                </a:lnTo>
                <a:lnTo>
                  <a:pt x="590550" y="266700"/>
                </a:lnTo>
                <a:lnTo>
                  <a:pt x="581025" y="266700"/>
                </a:lnTo>
                <a:close/>
                <a:moveTo>
                  <a:pt x="638175" y="257175"/>
                </a:moveTo>
                <a:lnTo>
                  <a:pt x="647700" y="257175"/>
                </a:lnTo>
                <a:lnTo>
                  <a:pt x="647700" y="266700"/>
                </a:lnTo>
                <a:lnTo>
                  <a:pt x="638175" y="266700"/>
                </a:lnTo>
                <a:close/>
                <a:moveTo>
                  <a:pt x="466725" y="266700"/>
                </a:moveTo>
                <a:lnTo>
                  <a:pt x="485775" y="266700"/>
                </a:lnTo>
                <a:lnTo>
                  <a:pt x="485775" y="276225"/>
                </a:lnTo>
                <a:lnTo>
                  <a:pt x="466725" y="276225"/>
                </a:lnTo>
                <a:close/>
                <a:moveTo>
                  <a:pt x="523875" y="266700"/>
                </a:moveTo>
                <a:lnTo>
                  <a:pt x="533400" y="266700"/>
                </a:lnTo>
                <a:lnTo>
                  <a:pt x="533400" y="304800"/>
                </a:lnTo>
                <a:lnTo>
                  <a:pt x="523875" y="304800"/>
                </a:lnTo>
                <a:close/>
                <a:moveTo>
                  <a:pt x="923925" y="266700"/>
                </a:moveTo>
                <a:lnTo>
                  <a:pt x="933450" y="266700"/>
                </a:lnTo>
                <a:lnTo>
                  <a:pt x="933450" y="276225"/>
                </a:lnTo>
                <a:lnTo>
                  <a:pt x="923925" y="276225"/>
                </a:lnTo>
                <a:close/>
                <a:moveTo>
                  <a:pt x="409575" y="276225"/>
                </a:moveTo>
                <a:lnTo>
                  <a:pt x="419100" y="276225"/>
                </a:lnTo>
                <a:lnTo>
                  <a:pt x="419100" y="295275"/>
                </a:lnTo>
                <a:lnTo>
                  <a:pt x="409575" y="295275"/>
                </a:lnTo>
                <a:close/>
                <a:moveTo>
                  <a:pt x="457200" y="276225"/>
                </a:moveTo>
                <a:lnTo>
                  <a:pt x="466725" y="276225"/>
                </a:lnTo>
                <a:lnTo>
                  <a:pt x="466725" y="285750"/>
                </a:lnTo>
                <a:lnTo>
                  <a:pt x="457200" y="285750"/>
                </a:lnTo>
                <a:close/>
                <a:moveTo>
                  <a:pt x="485775" y="276225"/>
                </a:moveTo>
                <a:lnTo>
                  <a:pt x="495300" y="276225"/>
                </a:lnTo>
                <a:lnTo>
                  <a:pt x="495300" y="304800"/>
                </a:lnTo>
                <a:lnTo>
                  <a:pt x="485775" y="304800"/>
                </a:lnTo>
                <a:close/>
                <a:moveTo>
                  <a:pt x="742950" y="276225"/>
                </a:moveTo>
                <a:lnTo>
                  <a:pt x="752475" y="276225"/>
                </a:lnTo>
                <a:lnTo>
                  <a:pt x="752475" y="295275"/>
                </a:lnTo>
                <a:lnTo>
                  <a:pt x="742950" y="295275"/>
                </a:lnTo>
                <a:close/>
                <a:moveTo>
                  <a:pt x="781050" y="276225"/>
                </a:moveTo>
                <a:lnTo>
                  <a:pt x="790575" y="276225"/>
                </a:lnTo>
                <a:lnTo>
                  <a:pt x="790575" y="295275"/>
                </a:lnTo>
                <a:lnTo>
                  <a:pt x="781050" y="295275"/>
                </a:lnTo>
                <a:close/>
                <a:moveTo>
                  <a:pt x="904875" y="276225"/>
                </a:moveTo>
                <a:lnTo>
                  <a:pt x="914400" y="276225"/>
                </a:lnTo>
                <a:lnTo>
                  <a:pt x="914400" y="285750"/>
                </a:lnTo>
                <a:lnTo>
                  <a:pt x="904875" y="285750"/>
                </a:lnTo>
                <a:close/>
                <a:moveTo>
                  <a:pt x="314325" y="285750"/>
                </a:moveTo>
                <a:lnTo>
                  <a:pt x="342900" y="285750"/>
                </a:lnTo>
                <a:lnTo>
                  <a:pt x="342900" y="304800"/>
                </a:lnTo>
                <a:lnTo>
                  <a:pt x="323850" y="304800"/>
                </a:lnTo>
                <a:lnTo>
                  <a:pt x="323850" y="323850"/>
                </a:lnTo>
                <a:lnTo>
                  <a:pt x="314325" y="323850"/>
                </a:lnTo>
                <a:close/>
                <a:moveTo>
                  <a:pt x="447675" y="285750"/>
                </a:moveTo>
                <a:lnTo>
                  <a:pt x="457200" y="285750"/>
                </a:lnTo>
                <a:lnTo>
                  <a:pt x="457200" y="295275"/>
                </a:lnTo>
                <a:lnTo>
                  <a:pt x="447675" y="295275"/>
                </a:lnTo>
                <a:close/>
                <a:moveTo>
                  <a:pt x="1047750" y="285750"/>
                </a:moveTo>
                <a:lnTo>
                  <a:pt x="1076325" y="285750"/>
                </a:lnTo>
                <a:lnTo>
                  <a:pt x="1076325" y="295275"/>
                </a:lnTo>
                <a:lnTo>
                  <a:pt x="1047750" y="295275"/>
                </a:lnTo>
                <a:close/>
                <a:moveTo>
                  <a:pt x="419100" y="295275"/>
                </a:moveTo>
                <a:lnTo>
                  <a:pt x="428625" y="295275"/>
                </a:lnTo>
                <a:lnTo>
                  <a:pt x="428625" y="304800"/>
                </a:lnTo>
                <a:lnTo>
                  <a:pt x="419100" y="304800"/>
                </a:lnTo>
                <a:close/>
                <a:moveTo>
                  <a:pt x="438150" y="295275"/>
                </a:moveTo>
                <a:lnTo>
                  <a:pt x="447675" y="295275"/>
                </a:lnTo>
                <a:lnTo>
                  <a:pt x="447675" y="304800"/>
                </a:lnTo>
                <a:lnTo>
                  <a:pt x="438150" y="304800"/>
                </a:lnTo>
                <a:close/>
                <a:moveTo>
                  <a:pt x="733425" y="295275"/>
                </a:moveTo>
                <a:lnTo>
                  <a:pt x="742950" y="295275"/>
                </a:lnTo>
                <a:lnTo>
                  <a:pt x="742950" y="304800"/>
                </a:lnTo>
                <a:lnTo>
                  <a:pt x="733425" y="304800"/>
                </a:lnTo>
                <a:close/>
                <a:moveTo>
                  <a:pt x="1038225" y="295275"/>
                </a:moveTo>
                <a:lnTo>
                  <a:pt x="1047750" y="295275"/>
                </a:lnTo>
                <a:lnTo>
                  <a:pt x="1047750" y="304800"/>
                </a:lnTo>
                <a:lnTo>
                  <a:pt x="1038225" y="304800"/>
                </a:lnTo>
                <a:close/>
                <a:moveTo>
                  <a:pt x="0" y="304800"/>
                </a:moveTo>
                <a:lnTo>
                  <a:pt x="200025" y="304800"/>
                </a:lnTo>
                <a:lnTo>
                  <a:pt x="200025" y="314325"/>
                </a:lnTo>
                <a:lnTo>
                  <a:pt x="0" y="314325"/>
                </a:lnTo>
                <a:close/>
                <a:moveTo>
                  <a:pt x="476250" y="304800"/>
                </a:moveTo>
                <a:lnTo>
                  <a:pt x="485775" y="304800"/>
                </a:lnTo>
                <a:lnTo>
                  <a:pt x="485775" y="314325"/>
                </a:lnTo>
                <a:lnTo>
                  <a:pt x="476250" y="314325"/>
                </a:lnTo>
                <a:close/>
                <a:moveTo>
                  <a:pt x="600075" y="304800"/>
                </a:moveTo>
                <a:lnTo>
                  <a:pt x="628650" y="304800"/>
                </a:lnTo>
                <a:lnTo>
                  <a:pt x="628650" y="314325"/>
                </a:lnTo>
                <a:lnTo>
                  <a:pt x="600075" y="314325"/>
                </a:lnTo>
                <a:close/>
                <a:moveTo>
                  <a:pt x="723900" y="304800"/>
                </a:moveTo>
                <a:lnTo>
                  <a:pt x="733425" y="304800"/>
                </a:lnTo>
                <a:lnTo>
                  <a:pt x="733425" y="314325"/>
                </a:lnTo>
                <a:lnTo>
                  <a:pt x="723900" y="314325"/>
                </a:lnTo>
                <a:close/>
                <a:moveTo>
                  <a:pt x="952500" y="304800"/>
                </a:moveTo>
                <a:lnTo>
                  <a:pt x="962025" y="304800"/>
                </a:lnTo>
                <a:lnTo>
                  <a:pt x="962025" y="314325"/>
                </a:lnTo>
                <a:lnTo>
                  <a:pt x="952500" y="314325"/>
                </a:lnTo>
                <a:close/>
                <a:moveTo>
                  <a:pt x="209550" y="314325"/>
                </a:moveTo>
                <a:lnTo>
                  <a:pt x="219075" y="314325"/>
                </a:lnTo>
                <a:lnTo>
                  <a:pt x="219075" y="323850"/>
                </a:lnTo>
                <a:lnTo>
                  <a:pt x="209550" y="323850"/>
                </a:lnTo>
                <a:close/>
                <a:moveTo>
                  <a:pt x="752475" y="314325"/>
                </a:moveTo>
                <a:lnTo>
                  <a:pt x="762000" y="314325"/>
                </a:lnTo>
                <a:lnTo>
                  <a:pt x="762000" y="323850"/>
                </a:lnTo>
                <a:lnTo>
                  <a:pt x="752475" y="323850"/>
                </a:lnTo>
                <a:close/>
                <a:moveTo>
                  <a:pt x="857250" y="314325"/>
                </a:moveTo>
                <a:lnTo>
                  <a:pt x="866775" y="314325"/>
                </a:lnTo>
                <a:lnTo>
                  <a:pt x="866775" y="333375"/>
                </a:lnTo>
                <a:lnTo>
                  <a:pt x="857250" y="333375"/>
                </a:lnTo>
                <a:close/>
                <a:moveTo>
                  <a:pt x="923925" y="314325"/>
                </a:moveTo>
                <a:lnTo>
                  <a:pt x="933450" y="314325"/>
                </a:lnTo>
                <a:lnTo>
                  <a:pt x="933450" y="323850"/>
                </a:lnTo>
                <a:lnTo>
                  <a:pt x="923925" y="323850"/>
                </a:lnTo>
                <a:close/>
                <a:moveTo>
                  <a:pt x="323850" y="323850"/>
                </a:moveTo>
                <a:lnTo>
                  <a:pt x="333375" y="323850"/>
                </a:lnTo>
                <a:lnTo>
                  <a:pt x="333375" y="333375"/>
                </a:lnTo>
                <a:lnTo>
                  <a:pt x="323850" y="333375"/>
                </a:lnTo>
                <a:close/>
                <a:moveTo>
                  <a:pt x="504825" y="323850"/>
                </a:moveTo>
                <a:lnTo>
                  <a:pt x="514350" y="323850"/>
                </a:lnTo>
                <a:lnTo>
                  <a:pt x="514350" y="333375"/>
                </a:lnTo>
                <a:lnTo>
                  <a:pt x="504825" y="333375"/>
                </a:lnTo>
                <a:close/>
                <a:moveTo>
                  <a:pt x="723900" y="323850"/>
                </a:moveTo>
                <a:lnTo>
                  <a:pt x="733425" y="323850"/>
                </a:lnTo>
                <a:lnTo>
                  <a:pt x="733425" y="333375"/>
                </a:lnTo>
                <a:lnTo>
                  <a:pt x="723900" y="333375"/>
                </a:lnTo>
                <a:close/>
                <a:moveTo>
                  <a:pt x="904875" y="323850"/>
                </a:moveTo>
                <a:lnTo>
                  <a:pt x="914400" y="323850"/>
                </a:lnTo>
                <a:lnTo>
                  <a:pt x="914400" y="333375"/>
                </a:lnTo>
                <a:lnTo>
                  <a:pt x="904875" y="333375"/>
                </a:lnTo>
                <a:close/>
                <a:moveTo>
                  <a:pt x="733425" y="333375"/>
                </a:moveTo>
                <a:lnTo>
                  <a:pt x="742950" y="333375"/>
                </a:lnTo>
                <a:lnTo>
                  <a:pt x="742950" y="361950"/>
                </a:lnTo>
                <a:lnTo>
                  <a:pt x="733425" y="361950"/>
                </a:lnTo>
                <a:close/>
                <a:moveTo>
                  <a:pt x="866775" y="333375"/>
                </a:moveTo>
                <a:lnTo>
                  <a:pt x="876300" y="333375"/>
                </a:lnTo>
                <a:lnTo>
                  <a:pt x="876300" y="342900"/>
                </a:lnTo>
                <a:lnTo>
                  <a:pt x="866775" y="342900"/>
                </a:lnTo>
                <a:close/>
                <a:moveTo>
                  <a:pt x="1038225" y="333375"/>
                </a:moveTo>
                <a:lnTo>
                  <a:pt x="1047750" y="333375"/>
                </a:lnTo>
                <a:lnTo>
                  <a:pt x="1047750" y="342900"/>
                </a:lnTo>
                <a:lnTo>
                  <a:pt x="1038225" y="342900"/>
                </a:lnTo>
                <a:close/>
                <a:moveTo>
                  <a:pt x="1095375" y="333375"/>
                </a:moveTo>
                <a:lnTo>
                  <a:pt x="1104900" y="333375"/>
                </a:lnTo>
                <a:lnTo>
                  <a:pt x="1104900" y="342900"/>
                </a:lnTo>
                <a:lnTo>
                  <a:pt x="1095375" y="342900"/>
                </a:lnTo>
                <a:close/>
                <a:moveTo>
                  <a:pt x="714375" y="342900"/>
                </a:moveTo>
                <a:lnTo>
                  <a:pt x="723900" y="342900"/>
                </a:lnTo>
                <a:lnTo>
                  <a:pt x="723900" y="361950"/>
                </a:lnTo>
                <a:lnTo>
                  <a:pt x="714375" y="361950"/>
                </a:lnTo>
                <a:close/>
                <a:moveTo>
                  <a:pt x="1028700" y="342900"/>
                </a:moveTo>
                <a:lnTo>
                  <a:pt x="1038225" y="342900"/>
                </a:lnTo>
                <a:lnTo>
                  <a:pt x="1038225" y="352425"/>
                </a:lnTo>
                <a:lnTo>
                  <a:pt x="1047750" y="352425"/>
                </a:lnTo>
                <a:lnTo>
                  <a:pt x="1047750" y="371475"/>
                </a:lnTo>
                <a:lnTo>
                  <a:pt x="1019175" y="371475"/>
                </a:lnTo>
                <a:lnTo>
                  <a:pt x="1019175" y="361950"/>
                </a:lnTo>
                <a:lnTo>
                  <a:pt x="1028700" y="361950"/>
                </a:lnTo>
                <a:close/>
                <a:moveTo>
                  <a:pt x="1085850" y="342900"/>
                </a:moveTo>
                <a:lnTo>
                  <a:pt x="1095375" y="342900"/>
                </a:lnTo>
                <a:lnTo>
                  <a:pt x="1095375" y="352425"/>
                </a:lnTo>
                <a:lnTo>
                  <a:pt x="1085850" y="352425"/>
                </a:lnTo>
                <a:close/>
                <a:moveTo>
                  <a:pt x="247650" y="352425"/>
                </a:moveTo>
                <a:lnTo>
                  <a:pt x="257175" y="352425"/>
                </a:lnTo>
                <a:lnTo>
                  <a:pt x="257175" y="361950"/>
                </a:lnTo>
                <a:lnTo>
                  <a:pt x="247650" y="361950"/>
                </a:lnTo>
                <a:close/>
                <a:moveTo>
                  <a:pt x="1057275" y="352425"/>
                </a:moveTo>
                <a:lnTo>
                  <a:pt x="1076325" y="352425"/>
                </a:lnTo>
                <a:lnTo>
                  <a:pt x="1076325" y="361950"/>
                </a:lnTo>
                <a:lnTo>
                  <a:pt x="1057275" y="361950"/>
                </a:lnTo>
                <a:close/>
                <a:moveTo>
                  <a:pt x="476250" y="361950"/>
                </a:moveTo>
                <a:lnTo>
                  <a:pt x="495300" y="361950"/>
                </a:lnTo>
                <a:lnTo>
                  <a:pt x="495300" y="371475"/>
                </a:lnTo>
                <a:lnTo>
                  <a:pt x="476250" y="371475"/>
                </a:lnTo>
                <a:close/>
                <a:moveTo>
                  <a:pt x="257175" y="371475"/>
                </a:moveTo>
                <a:lnTo>
                  <a:pt x="266700" y="371475"/>
                </a:lnTo>
                <a:lnTo>
                  <a:pt x="266700" y="390525"/>
                </a:lnTo>
                <a:lnTo>
                  <a:pt x="257175" y="390525"/>
                </a:lnTo>
                <a:close/>
                <a:moveTo>
                  <a:pt x="1019175" y="381000"/>
                </a:moveTo>
                <a:lnTo>
                  <a:pt x="1038225" y="381000"/>
                </a:lnTo>
                <a:lnTo>
                  <a:pt x="1038225" y="390525"/>
                </a:lnTo>
                <a:lnTo>
                  <a:pt x="1019175" y="390525"/>
                </a:lnTo>
                <a:close/>
                <a:moveTo>
                  <a:pt x="352425" y="400050"/>
                </a:moveTo>
                <a:lnTo>
                  <a:pt x="361950" y="400050"/>
                </a:lnTo>
                <a:lnTo>
                  <a:pt x="361950" y="409575"/>
                </a:lnTo>
                <a:lnTo>
                  <a:pt x="352425" y="409575"/>
                </a:lnTo>
                <a:close/>
                <a:moveTo>
                  <a:pt x="266700" y="409575"/>
                </a:moveTo>
                <a:lnTo>
                  <a:pt x="276225" y="409575"/>
                </a:lnTo>
                <a:lnTo>
                  <a:pt x="276225" y="609600"/>
                </a:lnTo>
                <a:lnTo>
                  <a:pt x="266700" y="609600"/>
                </a:lnTo>
                <a:close/>
                <a:moveTo>
                  <a:pt x="333375" y="409575"/>
                </a:moveTo>
                <a:lnTo>
                  <a:pt x="342900" y="409575"/>
                </a:lnTo>
                <a:lnTo>
                  <a:pt x="342900" y="419100"/>
                </a:lnTo>
                <a:lnTo>
                  <a:pt x="333375" y="419100"/>
                </a:lnTo>
                <a:close/>
                <a:moveTo>
                  <a:pt x="323850" y="419100"/>
                </a:moveTo>
                <a:lnTo>
                  <a:pt x="333375" y="419100"/>
                </a:lnTo>
                <a:lnTo>
                  <a:pt x="333375" y="428625"/>
                </a:lnTo>
                <a:lnTo>
                  <a:pt x="323850" y="428625"/>
                </a:lnTo>
                <a:close/>
                <a:moveTo>
                  <a:pt x="628650" y="419100"/>
                </a:moveTo>
                <a:lnTo>
                  <a:pt x="676275" y="419100"/>
                </a:lnTo>
                <a:lnTo>
                  <a:pt x="676275" y="428625"/>
                </a:lnTo>
                <a:lnTo>
                  <a:pt x="628650" y="428625"/>
                </a:lnTo>
                <a:close/>
                <a:moveTo>
                  <a:pt x="0" y="428625"/>
                </a:moveTo>
                <a:lnTo>
                  <a:pt x="19050" y="428625"/>
                </a:lnTo>
                <a:lnTo>
                  <a:pt x="19050" y="457200"/>
                </a:lnTo>
                <a:lnTo>
                  <a:pt x="38100" y="457200"/>
                </a:lnTo>
                <a:lnTo>
                  <a:pt x="38100" y="476250"/>
                </a:lnTo>
                <a:lnTo>
                  <a:pt x="9525" y="476250"/>
                </a:lnTo>
                <a:lnTo>
                  <a:pt x="9525" y="457200"/>
                </a:lnTo>
                <a:lnTo>
                  <a:pt x="0" y="457200"/>
                </a:lnTo>
                <a:close/>
                <a:moveTo>
                  <a:pt x="57150" y="428625"/>
                </a:moveTo>
                <a:lnTo>
                  <a:pt x="76200" y="428625"/>
                </a:lnTo>
                <a:lnTo>
                  <a:pt x="76200" y="438150"/>
                </a:lnTo>
                <a:lnTo>
                  <a:pt x="66675" y="438150"/>
                </a:lnTo>
                <a:lnTo>
                  <a:pt x="66675" y="466725"/>
                </a:lnTo>
                <a:lnTo>
                  <a:pt x="76200" y="466725"/>
                </a:lnTo>
                <a:lnTo>
                  <a:pt x="76200" y="476250"/>
                </a:lnTo>
                <a:lnTo>
                  <a:pt x="57150" y="476250"/>
                </a:lnTo>
                <a:lnTo>
                  <a:pt x="57150" y="466725"/>
                </a:lnTo>
                <a:lnTo>
                  <a:pt x="47625" y="466725"/>
                </a:lnTo>
                <a:lnTo>
                  <a:pt x="47625" y="438150"/>
                </a:lnTo>
                <a:lnTo>
                  <a:pt x="57150" y="438150"/>
                </a:lnTo>
                <a:close/>
                <a:moveTo>
                  <a:pt x="85725" y="428625"/>
                </a:moveTo>
                <a:lnTo>
                  <a:pt x="104775" y="428625"/>
                </a:lnTo>
                <a:lnTo>
                  <a:pt x="104775" y="438150"/>
                </a:lnTo>
                <a:lnTo>
                  <a:pt x="114300" y="438150"/>
                </a:lnTo>
                <a:lnTo>
                  <a:pt x="114300" y="447675"/>
                </a:lnTo>
                <a:lnTo>
                  <a:pt x="104775" y="447675"/>
                </a:lnTo>
                <a:lnTo>
                  <a:pt x="104775" y="457200"/>
                </a:lnTo>
                <a:lnTo>
                  <a:pt x="95250" y="457200"/>
                </a:lnTo>
                <a:lnTo>
                  <a:pt x="95250" y="438150"/>
                </a:lnTo>
                <a:lnTo>
                  <a:pt x="85725" y="438150"/>
                </a:lnTo>
                <a:close/>
                <a:moveTo>
                  <a:pt x="361950" y="428625"/>
                </a:moveTo>
                <a:lnTo>
                  <a:pt x="381000" y="428625"/>
                </a:lnTo>
                <a:lnTo>
                  <a:pt x="381000" y="438150"/>
                </a:lnTo>
                <a:lnTo>
                  <a:pt x="361950" y="438150"/>
                </a:lnTo>
                <a:close/>
                <a:moveTo>
                  <a:pt x="600075" y="428625"/>
                </a:moveTo>
                <a:lnTo>
                  <a:pt x="609600" y="428625"/>
                </a:lnTo>
                <a:lnTo>
                  <a:pt x="609600" y="438150"/>
                </a:lnTo>
                <a:lnTo>
                  <a:pt x="600075" y="438150"/>
                </a:lnTo>
                <a:close/>
                <a:moveTo>
                  <a:pt x="695325" y="428625"/>
                </a:moveTo>
                <a:lnTo>
                  <a:pt x="704850" y="428625"/>
                </a:lnTo>
                <a:lnTo>
                  <a:pt x="704850" y="438150"/>
                </a:lnTo>
                <a:lnTo>
                  <a:pt x="695325" y="438150"/>
                </a:lnTo>
                <a:close/>
                <a:moveTo>
                  <a:pt x="314325" y="438150"/>
                </a:moveTo>
                <a:lnTo>
                  <a:pt x="323850" y="438150"/>
                </a:lnTo>
                <a:lnTo>
                  <a:pt x="323850" y="466725"/>
                </a:lnTo>
                <a:lnTo>
                  <a:pt x="314325" y="466725"/>
                </a:lnTo>
                <a:close/>
                <a:moveTo>
                  <a:pt x="352425" y="438150"/>
                </a:moveTo>
                <a:lnTo>
                  <a:pt x="361950" y="438150"/>
                </a:lnTo>
                <a:lnTo>
                  <a:pt x="361950" y="447675"/>
                </a:lnTo>
                <a:lnTo>
                  <a:pt x="352425" y="447675"/>
                </a:lnTo>
                <a:close/>
                <a:moveTo>
                  <a:pt x="590550" y="438150"/>
                </a:moveTo>
                <a:lnTo>
                  <a:pt x="600075" y="438150"/>
                </a:lnTo>
                <a:lnTo>
                  <a:pt x="600075" y="447675"/>
                </a:lnTo>
                <a:lnTo>
                  <a:pt x="590550" y="447675"/>
                </a:lnTo>
                <a:close/>
                <a:moveTo>
                  <a:pt x="723900" y="438150"/>
                </a:moveTo>
                <a:lnTo>
                  <a:pt x="733425" y="438150"/>
                </a:lnTo>
                <a:lnTo>
                  <a:pt x="733425" y="447675"/>
                </a:lnTo>
                <a:lnTo>
                  <a:pt x="723900" y="447675"/>
                </a:lnTo>
                <a:close/>
                <a:moveTo>
                  <a:pt x="552450" y="447675"/>
                </a:moveTo>
                <a:lnTo>
                  <a:pt x="561975" y="447675"/>
                </a:lnTo>
                <a:lnTo>
                  <a:pt x="561975" y="457200"/>
                </a:lnTo>
                <a:lnTo>
                  <a:pt x="552450" y="457200"/>
                </a:lnTo>
                <a:close/>
                <a:moveTo>
                  <a:pt x="581025" y="447675"/>
                </a:moveTo>
                <a:lnTo>
                  <a:pt x="590550" y="447675"/>
                </a:lnTo>
                <a:lnTo>
                  <a:pt x="590550" y="457200"/>
                </a:lnTo>
                <a:lnTo>
                  <a:pt x="581025" y="457200"/>
                </a:lnTo>
                <a:close/>
                <a:moveTo>
                  <a:pt x="752475" y="447675"/>
                </a:moveTo>
                <a:lnTo>
                  <a:pt x="771525" y="447675"/>
                </a:lnTo>
                <a:lnTo>
                  <a:pt x="771525" y="457200"/>
                </a:lnTo>
                <a:lnTo>
                  <a:pt x="752475" y="457200"/>
                </a:lnTo>
                <a:close/>
                <a:moveTo>
                  <a:pt x="809625" y="447675"/>
                </a:moveTo>
                <a:lnTo>
                  <a:pt x="819150" y="447675"/>
                </a:lnTo>
                <a:lnTo>
                  <a:pt x="819150" y="457200"/>
                </a:lnTo>
                <a:lnTo>
                  <a:pt x="809625" y="457200"/>
                </a:lnTo>
                <a:close/>
                <a:moveTo>
                  <a:pt x="342900" y="457200"/>
                </a:moveTo>
                <a:lnTo>
                  <a:pt x="352425" y="457200"/>
                </a:lnTo>
                <a:lnTo>
                  <a:pt x="352425" y="466725"/>
                </a:lnTo>
                <a:lnTo>
                  <a:pt x="342900" y="466725"/>
                </a:lnTo>
                <a:close/>
                <a:moveTo>
                  <a:pt x="381000" y="457200"/>
                </a:moveTo>
                <a:lnTo>
                  <a:pt x="390525" y="457200"/>
                </a:lnTo>
                <a:lnTo>
                  <a:pt x="390525" y="466725"/>
                </a:lnTo>
                <a:lnTo>
                  <a:pt x="381000" y="466725"/>
                </a:lnTo>
                <a:close/>
                <a:moveTo>
                  <a:pt x="571500" y="457200"/>
                </a:moveTo>
                <a:lnTo>
                  <a:pt x="581025" y="457200"/>
                </a:lnTo>
                <a:lnTo>
                  <a:pt x="581025" y="466725"/>
                </a:lnTo>
                <a:lnTo>
                  <a:pt x="571500" y="466725"/>
                </a:lnTo>
                <a:close/>
                <a:moveTo>
                  <a:pt x="819150" y="457200"/>
                </a:moveTo>
                <a:lnTo>
                  <a:pt x="828675" y="457200"/>
                </a:lnTo>
                <a:lnTo>
                  <a:pt x="828675" y="466725"/>
                </a:lnTo>
                <a:lnTo>
                  <a:pt x="819150" y="466725"/>
                </a:lnTo>
                <a:close/>
                <a:moveTo>
                  <a:pt x="1000125" y="457200"/>
                </a:moveTo>
                <a:lnTo>
                  <a:pt x="1009650" y="457200"/>
                </a:lnTo>
                <a:lnTo>
                  <a:pt x="1009650" y="466725"/>
                </a:lnTo>
                <a:lnTo>
                  <a:pt x="1000125" y="466725"/>
                </a:lnTo>
                <a:close/>
                <a:moveTo>
                  <a:pt x="323850" y="466725"/>
                </a:moveTo>
                <a:lnTo>
                  <a:pt x="342900" y="466725"/>
                </a:lnTo>
                <a:lnTo>
                  <a:pt x="342900" y="476250"/>
                </a:lnTo>
                <a:lnTo>
                  <a:pt x="323850" y="476250"/>
                </a:lnTo>
                <a:close/>
                <a:moveTo>
                  <a:pt x="933450" y="466725"/>
                </a:moveTo>
                <a:lnTo>
                  <a:pt x="942975" y="466725"/>
                </a:lnTo>
                <a:lnTo>
                  <a:pt x="942975" y="476250"/>
                </a:lnTo>
                <a:lnTo>
                  <a:pt x="933450" y="476250"/>
                </a:lnTo>
                <a:close/>
                <a:moveTo>
                  <a:pt x="1009650" y="466725"/>
                </a:moveTo>
                <a:lnTo>
                  <a:pt x="1019175" y="466725"/>
                </a:lnTo>
                <a:lnTo>
                  <a:pt x="1019175" y="476250"/>
                </a:lnTo>
                <a:lnTo>
                  <a:pt x="1009650" y="476250"/>
                </a:lnTo>
                <a:close/>
                <a:moveTo>
                  <a:pt x="371475" y="476250"/>
                </a:moveTo>
                <a:lnTo>
                  <a:pt x="381000" y="476250"/>
                </a:lnTo>
                <a:lnTo>
                  <a:pt x="381000" y="495300"/>
                </a:lnTo>
                <a:lnTo>
                  <a:pt x="371475" y="495300"/>
                </a:lnTo>
                <a:close/>
                <a:moveTo>
                  <a:pt x="942975" y="476250"/>
                </a:moveTo>
                <a:lnTo>
                  <a:pt x="981075" y="476250"/>
                </a:lnTo>
                <a:lnTo>
                  <a:pt x="981075" y="485775"/>
                </a:lnTo>
                <a:lnTo>
                  <a:pt x="942975" y="485775"/>
                </a:lnTo>
                <a:close/>
                <a:moveTo>
                  <a:pt x="981075" y="485775"/>
                </a:moveTo>
                <a:lnTo>
                  <a:pt x="990600" y="485775"/>
                </a:lnTo>
                <a:lnTo>
                  <a:pt x="990600" y="495300"/>
                </a:lnTo>
                <a:lnTo>
                  <a:pt x="981075" y="495300"/>
                </a:lnTo>
                <a:close/>
                <a:moveTo>
                  <a:pt x="1019175" y="485775"/>
                </a:moveTo>
                <a:lnTo>
                  <a:pt x="1028700" y="485775"/>
                </a:lnTo>
                <a:lnTo>
                  <a:pt x="1028700" y="495300"/>
                </a:lnTo>
                <a:lnTo>
                  <a:pt x="1019175" y="495300"/>
                </a:lnTo>
                <a:close/>
                <a:moveTo>
                  <a:pt x="400050" y="504825"/>
                </a:moveTo>
                <a:lnTo>
                  <a:pt x="419100" y="504825"/>
                </a:lnTo>
                <a:lnTo>
                  <a:pt x="419100" y="514350"/>
                </a:lnTo>
                <a:lnTo>
                  <a:pt x="428625" y="514350"/>
                </a:lnTo>
                <a:lnTo>
                  <a:pt x="428625" y="523875"/>
                </a:lnTo>
                <a:lnTo>
                  <a:pt x="400050" y="523875"/>
                </a:lnTo>
                <a:lnTo>
                  <a:pt x="400050" y="542925"/>
                </a:lnTo>
                <a:lnTo>
                  <a:pt x="390525" y="542925"/>
                </a:lnTo>
                <a:lnTo>
                  <a:pt x="390525" y="514350"/>
                </a:lnTo>
                <a:lnTo>
                  <a:pt x="400050" y="514350"/>
                </a:lnTo>
                <a:close/>
                <a:moveTo>
                  <a:pt x="504825" y="514350"/>
                </a:moveTo>
                <a:lnTo>
                  <a:pt x="514350" y="514350"/>
                </a:lnTo>
                <a:lnTo>
                  <a:pt x="514350" y="523875"/>
                </a:lnTo>
                <a:lnTo>
                  <a:pt x="504825" y="523875"/>
                </a:lnTo>
                <a:close/>
                <a:moveTo>
                  <a:pt x="933450" y="514350"/>
                </a:moveTo>
                <a:lnTo>
                  <a:pt x="942975" y="514350"/>
                </a:lnTo>
                <a:lnTo>
                  <a:pt x="942975" y="523875"/>
                </a:lnTo>
                <a:lnTo>
                  <a:pt x="933450" y="523875"/>
                </a:lnTo>
                <a:close/>
                <a:moveTo>
                  <a:pt x="1019175" y="514350"/>
                </a:moveTo>
                <a:lnTo>
                  <a:pt x="1028700" y="514350"/>
                </a:lnTo>
                <a:lnTo>
                  <a:pt x="1028700" y="523875"/>
                </a:lnTo>
                <a:lnTo>
                  <a:pt x="1019175" y="523875"/>
                </a:lnTo>
                <a:close/>
                <a:moveTo>
                  <a:pt x="428625" y="523875"/>
                </a:moveTo>
                <a:lnTo>
                  <a:pt x="438150" y="523875"/>
                </a:lnTo>
                <a:lnTo>
                  <a:pt x="438150" y="542925"/>
                </a:lnTo>
                <a:lnTo>
                  <a:pt x="428625" y="542925"/>
                </a:lnTo>
                <a:close/>
                <a:moveTo>
                  <a:pt x="923925" y="523875"/>
                </a:moveTo>
                <a:lnTo>
                  <a:pt x="933450" y="523875"/>
                </a:lnTo>
                <a:lnTo>
                  <a:pt x="933450" y="533400"/>
                </a:lnTo>
                <a:lnTo>
                  <a:pt x="923925" y="533400"/>
                </a:lnTo>
                <a:close/>
                <a:moveTo>
                  <a:pt x="1009650" y="523875"/>
                </a:moveTo>
                <a:lnTo>
                  <a:pt x="1019175" y="523875"/>
                </a:lnTo>
                <a:lnTo>
                  <a:pt x="1019175" y="533400"/>
                </a:lnTo>
                <a:lnTo>
                  <a:pt x="1009650" y="533400"/>
                </a:lnTo>
                <a:close/>
                <a:moveTo>
                  <a:pt x="638175" y="533400"/>
                </a:moveTo>
                <a:lnTo>
                  <a:pt x="647700" y="533400"/>
                </a:lnTo>
                <a:lnTo>
                  <a:pt x="647700" y="542925"/>
                </a:lnTo>
                <a:lnTo>
                  <a:pt x="638175" y="542925"/>
                </a:lnTo>
                <a:close/>
                <a:moveTo>
                  <a:pt x="838200" y="533400"/>
                </a:moveTo>
                <a:lnTo>
                  <a:pt x="847725" y="533400"/>
                </a:lnTo>
                <a:lnTo>
                  <a:pt x="847725" y="542925"/>
                </a:lnTo>
                <a:lnTo>
                  <a:pt x="838200" y="542925"/>
                </a:lnTo>
                <a:close/>
                <a:moveTo>
                  <a:pt x="1000125" y="533400"/>
                </a:moveTo>
                <a:lnTo>
                  <a:pt x="1009650" y="533400"/>
                </a:lnTo>
                <a:lnTo>
                  <a:pt x="1009650" y="542925"/>
                </a:lnTo>
                <a:lnTo>
                  <a:pt x="1000125" y="542925"/>
                </a:lnTo>
                <a:close/>
                <a:moveTo>
                  <a:pt x="0" y="542925"/>
                </a:moveTo>
                <a:lnTo>
                  <a:pt x="9525" y="542925"/>
                </a:lnTo>
                <a:lnTo>
                  <a:pt x="9525" y="552450"/>
                </a:lnTo>
                <a:lnTo>
                  <a:pt x="0" y="552450"/>
                </a:lnTo>
                <a:close/>
                <a:moveTo>
                  <a:pt x="76200" y="542925"/>
                </a:moveTo>
                <a:lnTo>
                  <a:pt x="104775" y="542925"/>
                </a:lnTo>
                <a:lnTo>
                  <a:pt x="104775" y="571500"/>
                </a:lnTo>
                <a:lnTo>
                  <a:pt x="95250" y="571500"/>
                </a:lnTo>
                <a:lnTo>
                  <a:pt x="95250" y="581025"/>
                </a:lnTo>
                <a:lnTo>
                  <a:pt x="85725" y="581025"/>
                </a:lnTo>
                <a:lnTo>
                  <a:pt x="85725" y="590550"/>
                </a:lnTo>
                <a:lnTo>
                  <a:pt x="76200" y="590550"/>
                </a:lnTo>
                <a:lnTo>
                  <a:pt x="76200" y="571500"/>
                </a:lnTo>
                <a:lnTo>
                  <a:pt x="85725" y="571500"/>
                </a:lnTo>
                <a:lnTo>
                  <a:pt x="85725" y="552450"/>
                </a:lnTo>
                <a:lnTo>
                  <a:pt x="76200" y="552450"/>
                </a:lnTo>
                <a:close/>
                <a:moveTo>
                  <a:pt x="400050" y="542925"/>
                </a:moveTo>
                <a:lnTo>
                  <a:pt x="409575" y="542925"/>
                </a:lnTo>
                <a:lnTo>
                  <a:pt x="409575" y="552450"/>
                </a:lnTo>
                <a:lnTo>
                  <a:pt x="400050" y="552450"/>
                </a:lnTo>
                <a:close/>
                <a:moveTo>
                  <a:pt x="419100" y="542925"/>
                </a:moveTo>
                <a:lnTo>
                  <a:pt x="428625" y="542925"/>
                </a:lnTo>
                <a:lnTo>
                  <a:pt x="428625" y="552450"/>
                </a:lnTo>
                <a:lnTo>
                  <a:pt x="419100" y="552450"/>
                </a:lnTo>
                <a:close/>
                <a:moveTo>
                  <a:pt x="657225" y="542925"/>
                </a:moveTo>
                <a:lnTo>
                  <a:pt x="666750" y="542925"/>
                </a:lnTo>
                <a:lnTo>
                  <a:pt x="666750" y="552450"/>
                </a:lnTo>
                <a:lnTo>
                  <a:pt x="657225" y="552450"/>
                </a:lnTo>
                <a:close/>
                <a:moveTo>
                  <a:pt x="914400" y="542925"/>
                </a:moveTo>
                <a:lnTo>
                  <a:pt x="933450" y="542925"/>
                </a:lnTo>
                <a:lnTo>
                  <a:pt x="933450" y="561975"/>
                </a:lnTo>
                <a:lnTo>
                  <a:pt x="923925" y="561975"/>
                </a:lnTo>
                <a:lnTo>
                  <a:pt x="923925" y="552450"/>
                </a:lnTo>
                <a:lnTo>
                  <a:pt x="914400" y="552450"/>
                </a:lnTo>
                <a:close/>
                <a:moveTo>
                  <a:pt x="9525" y="561975"/>
                </a:moveTo>
                <a:lnTo>
                  <a:pt x="28575" y="561975"/>
                </a:lnTo>
                <a:lnTo>
                  <a:pt x="28575" y="571500"/>
                </a:lnTo>
                <a:lnTo>
                  <a:pt x="38100" y="571500"/>
                </a:lnTo>
                <a:lnTo>
                  <a:pt x="38100" y="609600"/>
                </a:lnTo>
                <a:lnTo>
                  <a:pt x="28575" y="609600"/>
                </a:lnTo>
                <a:lnTo>
                  <a:pt x="28575" y="600075"/>
                </a:lnTo>
                <a:lnTo>
                  <a:pt x="19050" y="600075"/>
                </a:lnTo>
                <a:lnTo>
                  <a:pt x="19050" y="571500"/>
                </a:lnTo>
                <a:lnTo>
                  <a:pt x="9525" y="571500"/>
                </a:lnTo>
                <a:close/>
                <a:moveTo>
                  <a:pt x="714375" y="561975"/>
                </a:moveTo>
                <a:lnTo>
                  <a:pt x="723900" y="561975"/>
                </a:lnTo>
                <a:lnTo>
                  <a:pt x="723900" y="571500"/>
                </a:lnTo>
                <a:lnTo>
                  <a:pt x="714375" y="571500"/>
                </a:lnTo>
                <a:close/>
                <a:moveTo>
                  <a:pt x="809625" y="561975"/>
                </a:moveTo>
                <a:lnTo>
                  <a:pt x="819150" y="561975"/>
                </a:lnTo>
                <a:lnTo>
                  <a:pt x="819150" y="571500"/>
                </a:lnTo>
                <a:lnTo>
                  <a:pt x="809625" y="571500"/>
                </a:lnTo>
                <a:close/>
                <a:moveTo>
                  <a:pt x="600075" y="571500"/>
                </a:moveTo>
                <a:lnTo>
                  <a:pt x="609600" y="571500"/>
                </a:lnTo>
                <a:lnTo>
                  <a:pt x="609600" y="581025"/>
                </a:lnTo>
                <a:lnTo>
                  <a:pt x="600075" y="581025"/>
                </a:lnTo>
                <a:close/>
                <a:moveTo>
                  <a:pt x="800100" y="571500"/>
                </a:moveTo>
                <a:lnTo>
                  <a:pt x="809625" y="571500"/>
                </a:lnTo>
                <a:lnTo>
                  <a:pt x="809625" y="581025"/>
                </a:lnTo>
                <a:lnTo>
                  <a:pt x="800100" y="581025"/>
                </a:lnTo>
                <a:close/>
                <a:moveTo>
                  <a:pt x="666750" y="590550"/>
                </a:moveTo>
                <a:lnTo>
                  <a:pt x="676275" y="590550"/>
                </a:lnTo>
                <a:lnTo>
                  <a:pt x="676275" y="600075"/>
                </a:lnTo>
                <a:lnTo>
                  <a:pt x="666750" y="600075"/>
                </a:lnTo>
                <a:close/>
                <a:moveTo>
                  <a:pt x="9525" y="600075"/>
                </a:moveTo>
                <a:lnTo>
                  <a:pt x="19050" y="600075"/>
                </a:lnTo>
                <a:lnTo>
                  <a:pt x="19050" y="609600"/>
                </a:lnTo>
                <a:lnTo>
                  <a:pt x="28575" y="609600"/>
                </a:lnTo>
                <a:lnTo>
                  <a:pt x="28575" y="619125"/>
                </a:lnTo>
                <a:lnTo>
                  <a:pt x="19050" y="619125"/>
                </a:lnTo>
                <a:lnTo>
                  <a:pt x="19050" y="628650"/>
                </a:lnTo>
                <a:lnTo>
                  <a:pt x="0" y="628650"/>
                </a:lnTo>
                <a:lnTo>
                  <a:pt x="0" y="609600"/>
                </a:lnTo>
                <a:lnTo>
                  <a:pt x="9525" y="609600"/>
                </a:lnTo>
                <a:close/>
                <a:moveTo>
                  <a:pt x="628650" y="600075"/>
                </a:moveTo>
                <a:lnTo>
                  <a:pt x="638175" y="600075"/>
                </a:lnTo>
                <a:lnTo>
                  <a:pt x="638175" y="619125"/>
                </a:lnTo>
                <a:lnTo>
                  <a:pt x="628650" y="619125"/>
                </a:lnTo>
                <a:close/>
                <a:moveTo>
                  <a:pt x="676275" y="600075"/>
                </a:moveTo>
                <a:lnTo>
                  <a:pt x="685800" y="600075"/>
                </a:lnTo>
                <a:lnTo>
                  <a:pt x="685800" y="609600"/>
                </a:lnTo>
                <a:lnTo>
                  <a:pt x="676275" y="609600"/>
                </a:lnTo>
                <a:close/>
                <a:moveTo>
                  <a:pt x="781050" y="600075"/>
                </a:moveTo>
                <a:lnTo>
                  <a:pt x="800100" y="600075"/>
                </a:lnTo>
                <a:lnTo>
                  <a:pt x="800100" y="638175"/>
                </a:lnTo>
                <a:lnTo>
                  <a:pt x="790575" y="638175"/>
                </a:lnTo>
                <a:lnTo>
                  <a:pt x="790575" y="628650"/>
                </a:lnTo>
                <a:lnTo>
                  <a:pt x="781050" y="628650"/>
                </a:lnTo>
                <a:close/>
                <a:moveTo>
                  <a:pt x="495300" y="609600"/>
                </a:moveTo>
                <a:lnTo>
                  <a:pt x="504825" y="609600"/>
                </a:lnTo>
                <a:lnTo>
                  <a:pt x="504825" y="619125"/>
                </a:lnTo>
                <a:lnTo>
                  <a:pt x="495300" y="619125"/>
                </a:lnTo>
                <a:close/>
                <a:moveTo>
                  <a:pt x="523875" y="609600"/>
                </a:moveTo>
                <a:lnTo>
                  <a:pt x="542925" y="609600"/>
                </a:lnTo>
                <a:lnTo>
                  <a:pt x="542925" y="619125"/>
                </a:lnTo>
                <a:lnTo>
                  <a:pt x="552450" y="619125"/>
                </a:lnTo>
                <a:lnTo>
                  <a:pt x="552450" y="638175"/>
                </a:lnTo>
                <a:lnTo>
                  <a:pt x="571500" y="638175"/>
                </a:lnTo>
                <a:lnTo>
                  <a:pt x="571500" y="647700"/>
                </a:lnTo>
                <a:lnTo>
                  <a:pt x="542925" y="647700"/>
                </a:lnTo>
                <a:lnTo>
                  <a:pt x="542925" y="628650"/>
                </a:lnTo>
                <a:lnTo>
                  <a:pt x="533400" y="628650"/>
                </a:lnTo>
                <a:lnTo>
                  <a:pt x="533400" y="638175"/>
                </a:lnTo>
                <a:lnTo>
                  <a:pt x="523875" y="638175"/>
                </a:lnTo>
                <a:close/>
                <a:moveTo>
                  <a:pt x="581025" y="609600"/>
                </a:moveTo>
                <a:lnTo>
                  <a:pt x="590550" y="609600"/>
                </a:lnTo>
                <a:lnTo>
                  <a:pt x="590550" y="619125"/>
                </a:lnTo>
                <a:lnTo>
                  <a:pt x="581025" y="619125"/>
                </a:lnTo>
                <a:close/>
                <a:moveTo>
                  <a:pt x="666750" y="609600"/>
                </a:moveTo>
                <a:lnTo>
                  <a:pt x="676275" y="609600"/>
                </a:lnTo>
                <a:lnTo>
                  <a:pt x="676275" y="619125"/>
                </a:lnTo>
                <a:lnTo>
                  <a:pt x="666750" y="619125"/>
                </a:lnTo>
                <a:close/>
                <a:moveTo>
                  <a:pt x="742950" y="609600"/>
                </a:moveTo>
                <a:lnTo>
                  <a:pt x="752475" y="609600"/>
                </a:lnTo>
                <a:lnTo>
                  <a:pt x="752475" y="628650"/>
                </a:lnTo>
                <a:lnTo>
                  <a:pt x="742950" y="628650"/>
                </a:lnTo>
                <a:close/>
                <a:moveTo>
                  <a:pt x="485775" y="619125"/>
                </a:moveTo>
                <a:lnTo>
                  <a:pt x="495300" y="619125"/>
                </a:lnTo>
                <a:lnTo>
                  <a:pt x="495300" y="628650"/>
                </a:lnTo>
                <a:lnTo>
                  <a:pt x="485775" y="628650"/>
                </a:lnTo>
                <a:close/>
                <a:moveTo>
                  <a:pt x="504825" y="619125"/>
                </a:moveTo>
                <a:lnTo>
                  <a:pt x="514350" y="619125"/>
                </a:lnTo>
                <a:lnTo>
                  <a:pt x="514350" y="628650"/>
                </a:lnTo>
                <a:lnTo>
                  <a:pt x="504825" y="628650"/>
                </a:lnTo>
                <a:close/>
                <a:moveTo>
                  <a:pt x="257175" y="628650"/>
                </a:moveTo>
                <a:lnTo>
                  <a:pt x="266700" y="628650"/>
                </a:lnTo>
                <a:lnTo>
                  <a:pt x="266700" y="647700"/>
                </a:lnTo>
                <a:lnTo>
                  <a:pt x="257175" y="647700"/>
                </a:lnTo>
                <a:close/>
                <a:moveTo>
                  <a:pt x="752475" y="628650"/>
                </a:moveTo>
                <a:lnTo>
                  <a:pt x="762000" y="628650"/>
                </a:lnTo>
                <a:lnTo>
                  <a:pt x="762000" y="638175"/>
                </a:lnTo>
                <a:lnTo>
                  <a:pt x="752475" y="638175"/>
                </a:lnTo>
                <a:close/>
                <a:moveTo>
                  <a:pt x="762000" y="638175"/>
                </a:moveTo>
                <a:lnTo>
                  <a:pt x="771525" y="638175"/>
                </a:lnTo>
                <a:lnTo>
                  <a:pt x="771525" y="647700"/>
                </a:lnTo>
                <a:lnTo>
                  <a:pt x="762000" y="647700"/>
                </a:lnTo>
                <a:close/>
                <a:moveTo>
                  <a:pt x="647700" y="647700"/>
                </a:moveTo>
                <a:lnTo>
                  <a:pt x="666750" y="647700"/>
                </a:lnTo>
                <a:lnTo>
                  <a:pt x="666750" y="657225"/>
                </a:lnTo>
                <a:lnTo>
                  <a:pt x="647700" y="657225"/>
                </a:lnTo>
                <a:close/>
                <a:moveTo>
                  <a:pt x="704850" y="647700"/>
                </a:moveTo>
                <a:lnTo>
                  <a:pt x="723900" y="647700"/>
                </a:lnTo>
                <a:lnTo>
                  <a:pt x="723900" y="657225"/>
                </a:lnTo>
                <a:lnTo>
                  <a:pt x="790575" y="657225"/>
                </a:lnTo>
                <a:lnTo>
                  <a:pt x="790575" y="685800"/>
                </a:lnTo>
                <a:lnTo>
                  <a:pt x="781050" y="685800"/>
                </a:lnTo>
                <a:lnTo>
                  <a:pt x="781050" y="714375"/>
                </a:lnTo>
                <a:lnTo>
                  <a:pt x="771525" y="714375"/>
                </a:lnTo>
                <a:lnTo>
                  <a:pt x="771525" y="742950"/>
                </a:lnTo>
                <a:lnTo>
                  <a:pt x="762000" y="742950"/>
                </a:lnTo>
                <a:lnTo>
                  <a:pt x="762000" y="771525"/>
                </a:lnTo>
                <a:lnTo>
                  <a:pt x="752475" y="771525"/>
                </a:lnTo>
                <a:lnTo>
                  <a:pt x="752475" y="762000"/>
                </a:lnTo>
                <a:lnTo>
                  <a:pt x="742950" y="762000"/>
                </a:lnTo>
                <a:lnTo>
                  <a:pt x="742950" y="742950"/>
                </a:lnTo>
                <a:lnTo>
                  <a:pt x="752475" y="742950"/>
                </a:lnTo>
                <a:lnTo>
                  <a:pt x="752475" y="714375"/>
                </a:lnTo>
                <a:lnTo>
                  <a:pt x="762000" y="714375"/>
                </a:lnTo>
                <a:lnTo>
                  <a:pt x="762000" y="676275"/>
                </a:lnTo>
                <a:lnTo>
                  <a:pt x="733425" y="676275"/>
                </a:lnTo>
                <a:lnTo>
                  <a:pt x="733425" y="714375"/>
                </a:lnTo>
                <a:lnTo>
                  <a:pt x="723900" y="714375"/>
                </a:lnTo>
                <a:lnTo>
                  <a:pt x="723900" y="723900"/>
                </a:lnTo>
                <a:lnTo>
                  <a:pt x="695325" y="723900"/>
                </a:lnTo>
                <a:lnTo>
                  <a:pt x="695325" y="704850"/>
                </a:lnTo>
                <a:lnTo>
                  <a:pt x="704850" y="704850"/>
                </a:lnTo>
                <a:close/>
                <a:moveTo>
                  <a:pt x="247650" y="657225"/>
                </a:moveTo>
                <a:lnTo>
                  <a:pt x="257175" y="657225"/>
                </a:lnTo>
                <a:lnTo>
                  <a:pt x="257175" y="666750"/>
                </a:lnTo>
                <a:lnTo>
                  <a:pt x="247650" y="666750"/>
                </a:lnTo>
                <a:close/>
                <a:moveTo>
                  <a:pt x="485775" y="657225"/>
                </a:moveTo>
                <a:lnTo>
                  <a:pt x="495300" y="657225"/>
                </a:lnTo>
                <a:lnTo>
                  <a:pt x="495300" y="666750"/>
                </a:lnTo>
                <a:lnTo>
                  <a:pt x="485775" y="666750"/>
                </a:lnTo>
                <a:close/>
                <a:moveTo>
                  <a:pt x="504825" y="657225"/>
                </a:moveTo>
                <a:lnTo>
                  <a:pt x="514350" y="657225"/>
                </a:lnTo>
                <a:lnTo>
                  <a:pt x="514350" y="666750"/>
                </a:lnTo>
                <a:lnTo>
                  <a:pt x="504825" y="666750"/>
                </a:lnTo>
                <a:close/>
                <a:moveTo>
                  <a:pt x="495300" y="666750"/>
                </a:moveTo>
                <a:lnTo>
                  <a:pt x="504825" y="666750"/>
                </a:lnTo>
                <a:lnTo>
                  <a:pt x="504825" y="676275"/>
                </a:lnTo>
                <a:lnTo>
                  <a:pt x="495300" y="676275"/>
                </a:lnTo>
                <a:close/>
                <a:moveTo>
                  <a:pt x="514350" y="666750"/>
                </a:moveTo>
                <a:lnTo>
                  <a:pt x="523875" y="666750"/>
                </a:lnTo>
                <a:lnTo>
                  <a:pt x="523875" y="676275"/>
                </a:lnTo>
                <a:lnTo>
                  <a:pt x="514350" y="676275"/>
                </a:lnTo>
                <a:close/>
                <a:moveTo>
                  <a:pt x="219075" y="685800"/>
                </a:moveTo>
                <a:lnTo>
                  <a:pt x="228600" y="685800"/>
                </a:lnTo>
                <a:lnTo>
                  <a:pt x="228600" y="695325"/>
                </a:lnTo>
                <a:lnTo>
                  <a:pt x="219075" y="695325"/>
                </a:lnTo>
                <a:close/>
                <a:moveTo>
                  <a:pt x="542925" y="685800"/>
                </a:moveTo>
                <a:lnTo>
                  <a:pt x="552450" y="685800"/>
                </a:lnTo>
                <a:lnTo>
                  <a:pt x="552450" y="695325"/>
                </a:lnTo>
                <a:lnTo>
                  <a:pt x="542925" y="695325"/>
                </a:lnTo>
                <a:close/>
                <a:moveTo>
                  <a:pt x="200025" y="695325"/>
                </a:moveTo>
                <a:lnTo>
                  <a:pt x="219075" y="695325"/>
                </a:lnTo>
                <a:lnTo>
                  <a:pt x="219075" y="704850"/>
                </a:lnTo>
                <a:lnTo>
                  <a:pt x="200025" y="704850"/>
                </a:lnTo>
                <a:close/>
                <a:moveTo>
                  <a:pt x="0" y="704850"/>
                </a:moveTo>
                <a:lnTo>
                  <a:pt x="19050" y="704850"/>
                </a:lnTo>
                <a:lnTo>
                  <a:pt x="19050" y="714375"/>
                </a:lnTo>
                <a:lnTo>
                  <a:pt x="0" y="714375"/>
                </a:lnTo>
                <a:close/>
                <a:moveTo>
                  <a:pt x="133350" y="704850"/>
                </a:moveTo>
                <a:lnTo>
                  <a:pt x="190500" y="704850"/>
                </a:lnTo>
                <a:lnTo>
                  <a:pt x="190500" y="714375"/>
                </a:lnTo>
                <a:lnTo>
                  <a:pt x="142875" y="714375"/>
                </a:lnTo>
                <a:lnTo>
                  <a:pt x="142875" y="723900"/>
                </a:lnTo>
                <a:lnTo>
                  <a:pt x="133350" y="723900"/>
                </a:lnTo>
                <a:lnTo>
                  <a:pt x="133350" y="790575"/>
                </a:lnTo>
                <a:lnTo>
                  <a:pt x="123825" y="790575"/>
                </a:lnTo>
                <a:lnTo>
                  <a:pt x="123825" y="714375"/>
                </a:lnTo>
                <a:lnTo>
                  <a:pt x="133350" y="714375"/>
                </a:lnTo>
                <a:close/>
                <a:moveTo>
                  <a:pt x="19050" y="714375"/>
                </a:moveTo>
                <a:lnTo>
                  <a:pt x="28575" y="714375"/>
                </a:lnTo>
                <a:lnTo>
                  <a:pt x="28575" y="723900"/>
                </a:lnTo>
                <a:lnTo>
                  <a:pt x="19050" y="723900"/>
                </a:lnTo>
                <a:close/>
                <a:moveTo>
                  <a:pt x="704850" y="714375"/>
                </a:moveTo>
                <a:lnTo>
                  <a:pt x="714375" y="714375"/>
                </a:lnTo>
                <a:lnTo>
                  <a:pt x="714375" y="704850"/>
                </a:lnTo>
                <a:lnTo>
                  <a:pt x="704850" y="704850"/>
                </a:lnTo>
                <a:close/>
                <a:moveTo>
                  <a:pt x="28575" y="723900"/>
                </a:moveTo>
                <a:lnTo>
                  <a:pt x="38100" y="723900"/>
                </a:lnTo>
                <a:lnTo>
                  <a:pt x="38100" y="733425"/>
                </a:lnTo>
                <a:lnTo>
                  <a:pt x="28575" y="733425"/>
                </a:lnTo>
                <a:close/>
                <a:moveTo>
                  <a:pt x="523875" y="723900"/>
                </a:moveTo>
                <a:lnTo>
                  <a:pt x="542925" y="723900"/>
                </a:lnTo>
                <a:lnTo>
                  <a:pt x="542925" y="733425"/>
                </a:lnTo>
                <a:lnTo>
                  <a:pt x="533400" y="733425"/>
                </a:lnTo>
                <a:lnTo>
                  <a:pt x="533400" y="762000"/>
                </a:lnTo>
                <a:lnTo>
                  <a:pt x="523875" y="762000"/>
                </a:lnTo>
                <a:lnTo>
                  <a:pt x="523875" y="752475"/>
                </a:lnTo>
                <a:lnTo>
                  <a:pt x="514350" y="752475"/>
                </a:lnTo>
                <a:lnTo>
                  <a:pt x="514350" y="733425"/>
                </a:lnTo>
                <a:lnTo>
                  <a:pt x="523875" y="733425"/>
                </a:lnTo>
                <a:close/>
                <a:moveTo>
                  <a:pt x="38100" y="733425"/>
                </a:moveTo>
                <a:lnTo>
                  <a:pt x="47625" y="733425"/>
                </a:lnTo>
                <a:lnTo>
                  <a:pt x="47625" y="742950"/>
                </a:lnTo>
                <a:lnTo>
                  <a:pt x="38100" y="742950"/>
                </a:lnTo>
                <a:close/>
                <a:moveTo>
                  <a:pt x="47625" y="742950"/>
                </a:moveTo>
                <a:lnTo>
                  <a:pt x="57150" y="742950"/>
                </a:lnTo>
                <a:lnTo>
                  <a:pt x="57150" y="752475"/>
                </a:lnTo>
                <a:lnTo>
                  <a:pt x="47625" y="752475"/>
                </a:lnTo>
                <a:close/>
                <a:moveTo>
                  <a:pt x="352425" y="742950"/>
                </a:moveTo>
                <a:lnTo>
                  <a:pt x="361950" y="742950"/>
                </a:lnTo>
                <a:lnTo>
                  <a:pt x="361950" y="752475"/>
                </a:lnTo>
                <a:lnTo>
                  <a:pt x="352425" y="752475"/>
                </a:lnTo>
                <a:close/>
                <a:moveTo>
                  <a:pt x="409575" y="742950"/>
                </a:moveTo>
                <a:lnTo>
                  <a:pt x="419100" y="742950"/>
                </a:lnTo>
                <a:lnTo>
                  <a:pt x="419100" y="752475"/>
                </a:lnTo>
                <a:lnTo>
                  <a:pt x="409575" y="752475"/>
                </a:lnTo>
                <a:close/>
                <a:moveTo>
                  <a:pt x="647700" y="742950"/>
                </a:moveTo>
                <a:lnTo>
                  <a:pt x="676275" y="742950"/>
                </a:lnTo>
                <a:lnTo>
                  <a:pt x="676275" y="762000"/>
                </a:lnTo>
                <a:lnTo>
                  <a:pt x="647700" y="762000"/>
                </a:lnTo>
                <a:close/>
                <a:moveTo>
                  <a:pt x="342900" y="752475"/>
                </a:moveTo>
                <a:lnTo>
                  <a:pt x="352425" y="752475"/>
                </a:lnTo>
                <a:lnTo>
                  <a:pt x="352425" y="762000"/>
                </a:lnTo>
                <a:lnTo>
                  <a:pt x="342900" y="762000"/>
                </a:lnTo>
                <a:close/>
                <a:moveTo>
                  <a:pt x="552450" y="752475"/>
                </a:moveTo>
                <a:lnTo>
                  <a:pt x="571500" y="752475"/>
                </a:lnTo>
                <a:lnTo>
                  <a:pt x="571500" y="762000"/>
                </a:lnTo>
                <a:lnTo>
                  <a:pt x="552450" y="762000"/>
                </a:lnTo>
                <a:close/>
                <a:moveTo>
                  <a:pt x="504825" y="762000"/>
                </a:moveTo>
                <a:lnTo>
                  <a:pt x="523875" y="762000"/>
                </a:lnTo>
                <a:lnTo>
                  <a:pt x="523875" y="781050"/>
                </a:lnTo>
                <a:lnTo>
                  <a:pt x="514350" y="781050"/>
                </a:lnTo>
                <a:lnTo>
                  <a:pt x="514350" y="771525"/>
                </a:lnTo>
                <a:lnTo>
                  <a:pt x="504825" y="771525"/>
                </a:lnTo>
                <a:close/>
                <a:moveTo>
                  <a:pt x="733425" y="762000"/>
                </a:moveTo>
                <a:lnTo>
                  <a:pt x="742950" y="762000"/>
                </a:lnTo>
                <a:lnTo>
                  <a:pt x="742950" y="771525"/>
                </a:lnTo>
                <a:lnTo>
                  <a:pt x="733425" y="771525"/>
                </a:lnTo>
                <a:close/>
                <a:moveTo>
                  <a:pt x="85725" y="771525"/>
                </a:moveTo>
                <a:lnTo>
                  <a:pt x="95250" y="771525"/>
                </a:lnTo>
                <a:lnTo>
                  <a:pt x="95250" y="781050"/>
                </a:lnTo>
                <a:lnTo>
                  <a:pt x="85725" y="781050"/>
                </a:lnTo>
                <a:close/>
                <a:moveTo>
                  <a:pt x="333375" y="771525"/>
                </a:moveTo>
                <a:lnTo>
                  <a:pt x="342900" y="771525"/>
                </a:lnTo>
                <a:lnTo>
                  <a:pt x="342900" y="781050"/>
                </a:lnTo>
                <a:lnTo>
                  <a:pt x="333375" y="781050"/>
                </a:lnTo>
                <a:close/>
                <a:moveTo>
                  <a:pt x="447675" y="771525"/>
                </a:moveTo>
                <a:lnTo>
                  <a:pt x="457200" y="771525"/>
                </a:lnTo>
                <a:lnTo>
                  <a:pt x="457200" y="781050"/>
                </a:lnTo>
                <a:lnTo>
                  <a:pt x="447675" y="781050"/>
                </a:lnTo>
                <a:close/>
                <a:moveTo>
                  <a:pt x="581025" y="771525"/>
                </a:moveTo>
                <a:lnTo>
                  <a:pt x="590550" y="771525"/>
                </a:lnTo>
                <a:lnTo>
                  <a:pt x="590550" y="781050"/>
                </a:lnTo>
                <a:lnTo>
                  <a:pt x="581025" y="781050"/>
                </a:lnTo>
                <a:close/>
                <a:moveTo>
                  <a:pt x="742950" y="771525"/>
                </a:moveTo>
                <a:lnTo>
                  <a:pt x="752475" y="771525"/>
                </a:lnTo>
                <a:lnTo>
                  <a:pt x="752475" y="781050"/>
                </a:lnTo>
                <a:lnTo>
                  <a:pt x="742950" y="781050"/>
                </a:lnTo>
                <a:close/>
                <a:moveTo>
                  <a:pt x="95250" y="781050"/>
                </a:moveTo>
                <a:lnTo>
                  <a:pt x="104775" y="781050"/>
                </a:lnTo>
                <a:lnTo>
                  <a:pt x="104775" y="790575"/>
                </a:lnTo>
                <a:lnTo>
                  <a:pt x="95250" y="790575"/>
                </a:lnTo>
                <a:close/>
                <a:moveTo>
                  <a:pt x="323850" y="781050"/>
                </a:moveTo>
                <a:lnTo>
                  <a:pt x="333375" y="781050"/>
                </a:lnTo>
                <a:lnTo>
                  <a:pt x="333375" y="790575"/>
                </a:lnTo>
                <a:lnTo>
                  <a:pt x="323850" y="790575"/>
                </a:lnTo>
                <a:close/>
                <a:moveTo>
                  <a:pt x="371475" y="781050"/>
                </a:moveTo>
                <a:lnTo>
                  <a:pt x="381000" y="781050"/>
                </a:lnTo>
                <a:lnTo>
                  <a:pt x="381000" y="790575"/>
                </a:lnTo>
                <a:lnTo>
                  <a:pt x="371475" y="790575"/>
                </a:lnTo>
                <a:close/>
                <a:moveTo>
                  <a:pt x="409575" y="781050"/>
                </a:moveTo>
                <a:lnTo>
                  <a:pt x="419100" y="781050"/>
                </a:lnTo>
                <a:lnTo>
                  <a:pt x="419100" y="790575"/>
                </a:lnTo>
                <a:lnTo>
                  <a:pt x="409575" y="790575"/>
                </a:lnTo>
                <a:close/>
                <a:moveTo>
                  <a:pt x="504825" y="781050"/>
                </a:moveTo>
                <a:lnTo>
                  <a:pt x="514350" y="781050"/>
                </a:lnTo>
                <a:lnTo>
                  <a:pt x="514350" y="828675"/>
                </a:lnTo>
                <a:lnTo>
                  <a:pt x="523875" y="828675"/>
                </a:lnTo>
                <a:lnTo>
                  <a:pt x="523875" y="857250"/>
                </a:lnTo>
                <a:lnTo>
                  <a:pt x="514350" y="857250"/>
                </a:lnTo>
                <a:lnTo>
                  <a:pt x="514350" y="847725"/>
                </a:lnTo>
                <a:lnTo>
                  <a:pt x="504825" y="847725"/>
                </a:lnTo>
                <a:lnTo>
                  <a:pt x="504825" y="838200"/>
                </a:lnTo>
                <a:lnTo>
                  <a:pt x="495300" y="838200"/>
                </a:lnTo>
                <a:lnTo>
                  <a:pt x="495300" y="800100"/>
                </a:lnTo>
                <a:lnTo>
                  <a:pt x="504825" y="800100"/>
                </a:lnTo>
                <a:close/>
                <a:moveTo>
                  <a:pt x="561975" y="781050"/>
                </a:moveTo>
                <a:lnTo>
                  <a:pt x="571500" y="781050"/>
                </a:lnTo>
                <a:lnTo>
                  <a:pt x="571500" y="790575"/>
                </a:lnTo>
                <a:lnTo>
                  <a:pt x="561975" y="790575"/>
                </a:lnTo>
                <a:close/>
                <a:moveTo>
                  <a:pt x="590550" y="781050"/>
                </a:moveTo>
                <a:lnTo>
                  <a:pt x="600075" y="781050"/>
                </a:lnTo>
                <a:lnTo>
                  <a:pt x="600075" y="790575"/>
                </a:lnTo>
                <a:lnTo>
                  <a:pt x="590550" y="790575"/>
                </a:lnTo>
                <a:close/>
                <a:moveTo>
                  <a:pt x="104775" y="790575"/>
                </a:moveTo>
                <a:lnTo>
                  <a:pt x="123825" y="790575"/>
                </a:lnTo>
                <a:lnTo>
                  <a:pt x="123825" y="800100"/>
                </a:lnTo>
                <a:lnTo>
                  <a:pt x="104775" y="800100"/>
                </a:lnTo>
                <a:close/>
                <a:moveTo>
                  <a:pt x="266700" y="790575"/>
                </a:moveTo>
                <a:lnTo>
                  <a:pt x="276225" y="790575"/>
                </a:lnTo>
                <a:lnTo>
                  <a:pt x="276225" y="800100"/>
                </a:lnTo>
                <a:lnTo>
                  <a:pt x="266700" y="800100"/>
                </a:lnTo>
                <a:close/>
                <a:moveTo>
                  <a:pt x="381000" y="790575"/>
                </a:moveTo>
                <a:lnTo>
                  <a:pt x="409575" y="790575"/>
                </a:lnTo>
                <a:lnTo>
                  <a:pt x="409575" y="800100"/>
                </a:lnTo>
                <a:lnTo>
                  <a:pt x="381000" y="800100"/>
                </a:lnTo>
                <a:close/>
                <a:moveTo>
                  <a:pt x="600075" y="790575"/>
                </a:moveTo>
                <a:lnTo>
                  <a:pt x="609600" y="790575"/>
                </a:lnTo>
                <a:lnTo>
                  <a:pt x="609600" y="800100"/>
                </a:lnTo>
                <a:lnTo>
                  <a:pt x="600075" y="800100"/>
                </a:lnTo>
                <a:close/>
                <a:moveTo>
                  <a:pt x="733425" y="790575"/>
                </a:moveTo>
                <a:lnTo>
                  <a:pt x="742950" y="790575"/>
                </a:lnTo>
                <a:lnTo>
                  <a:pt x="742950" y="800100"/>
                </a:lnTo>
                <a:lnTo>
                  <a:pt x="733425" y="800100"/>
                </a:lnTo>
                <a:close/>
                <a:moveTo>
                  <a:pt x="238125" y="800100"/>
                </a:moveTo>
                <a:lnTo>
                  <a:pt x="247650" y="800100"/>
                </a:lnTo>
                <a:lnTo>
                  <a:pt x="247650" y="809625"/>
                </a:lnTo>
                <a:lnTo>
                  <a:pt x="238125" y="809625"/>
                </a:lnTo>
                <a:close/>
                <a:moveTo>
                  <a:pt x="466725" y="800100"/>
                </a:moveTo>
                <a:lnTo>
                  <a:pt x="476250" y="800100"/>
                </a:lnTo>
                <a:lnTo>
                  <a:pt x="476250" y="819150"/>
                </a:lnTo>
                <a:lnTo>
                  <a:pt x="466725" y="819150"/>
                </a:lnTo>
                <a:close/>
                <a:moveTo>
                  <a:pt x="571500" y="800100"/>
                </a:moveTo>
                <a:lnTo>
                  <a:pt x="581025" y="800100"/>
                </a:lnTo>
                <a:lnTo>
                  <a:pt x="581025" y="809625"/>
                </a:lnTo>
                <a:lnTo>
                  <a:pt x="571500" y="809625"/>
                </a:lnTo>
                <a:close/>
                <a:moveTo>
                  <a:pt x="723900" y="800100"/>
                </a:moveTo>
                <a:lnTo>
                  <a:pt x="733425" y="800100"/>
                </a:lnTo>
                <a:lnTo>
                  <a:pt x="733425" y="809625"/>
                </a:lnTo>
                <a:lnTo>
                  <a:pt x="723900" y="809625"/>
                </a:lnTo>
                <a:close/>
                <a:moveTo>
                  <a:pt x="923925" y="800100"/>
                </a:moveTo>
                <a:lnTo>
                  <a:pt x="942975" y="800100"/>
                </a:lnTo>
                <a:lnTo>
                  <a:pt x="942975" y="809625"/>
                </a:lnTo>
                <a:lnTo>
                  <a:pt x="933450" y="809625"/>
                </a:lnTo>
                <a:lnTo>
                  <a:pt x="933450" y="876300"/>
                </a:lnTo>
                <a:lnTo>
                  <a:pt x="923925" y="876300"/>
                </a:lnTo>
                <a:close/>
                <a:moveTo>
                  <a:pt x="952500" y="800100"/>
                </a:moveTo>
                <a:lnTo>
                  <a:pt x="962025" y="800100"/>
                </a:lnTo>
                <a:lnTo>
                  <a:pt x="962025" y="809625"/>
                </a:lnTo>
                <a:lnTo>
                  <a:pt x="952500" y="809625"/>
                </a:lnTo>
                <a:close/>
                <a:moveTo>
                  <a:pt x="219075" y="809625"/>
                </a:moveTo>
                <a:lnTo>
                  <a:pt x="228600" y="809625"/>
                </a:lnTo>
                <a:lnTo>
                  <a:pt x="228600" y="819150"/>
                </a:lnTo>
                <a:lnTo>
                  <a:pt x="219075" y="819150"/>
                </a:lnTo>
                <a:close/>
                <a:moveTo>
                  <a:pt x="638175" y="809625"/>
                </a:moveTo>
                <a:lnTo>
                  <a:pt x="657225" y="809625"/>
                </a:lnTo>
                <a:lnTo>
                  <a:pt x="657225" y="819150"/>
                </a:lnTo>
                <a:lnTo>
                  <a:pt x="676275" y="819150"/>
                </a:lnTo>
                <a:lnTo>
                  <a:pt x="676275" y="809625"/>
                </a:lnTo>
                <a:lnTo>
                  <a:pt x="695325" y="809625"/>
                </a:lnTo>
                <a:lnTo>
                  <a:pt x="695325" y="819150"/>
                </a:lnTo>
                <a:lnTo>
                  <a:pt x="704850" y="819150"/>
                </a:lnTo>
                <a:lnTo>
                  <a:pt x="704850" y="809625"/>
                </a:lnTo>
                <a:lnTo>
                  <a:pt x="723900" y="809625"/>
                </a:lnTo>
                <a:lnTo>
                  <a:pt x="723900" y="819150"/>
                </a:lnTo>
                <a:lnTo>
                  <a:pt x="704850" y="819150"/>
                </a:lnTo>
                <a:lnTo>
                  <a:pt x="704850" y="828675"/>
                </a:lnTo>
                <a:lnTo>
                  <a:pt x="676275" y="828675"/>
                </a:lnTo>
                <a:lnTo>
                  <a:pt x="676275" y="838200"/>
                </a:lnTo>
                <a:lnTo>
                  <a:pt x="666750" y="838200"/>
                </a:lnTo>
                <a:lnTo>
                  <a:pt x="666750" y="857250"/>
                </a:lnTo>
                <a:lnTo>
                  <a:pt x="657225" y="857250"/>
                </a:lnTo>
                <a:lnTo>
                  <a:pt x="657225" y="847725"/>
                </a:lnTo>
                <a:lnTo>
                  <a:pt x="647700" y="847725"/>
                </a:lnTo>
                <a:lnTo>
                  <a:pt x="647700" y="819150"/>
                </a:lnTo>
                <a:lnTo>
                  <a:pt x="638175" y="819150"/>
                </a:lnTo>
                <a:close/>
                <a:moveTo>
                  <a:pt x="962025" y="809625"/>
                </a:moveTo>
                <a:lnTo>
                  <a:pt x="971550" y="809625"/>
                </a:lnTo>
                <a:lnTo>
                  <a:pt x="971550" y="819150"/>
                </a:lnTo>
                <a:lnTo>
                  <a:pt x="962025" y="819150"/>
                </a:lnTo>
                <a:close/>
                <a:moveTo>
                  <a:pt x="971550" y="819150"/>
                </a:moveTo>
                <a:lnTo>
                  <a:pt x="981075" y="819150"/>
                </a:lnTo>
                <a:lnTo>
                  <a:pt x="981075" y="828675"/>
                </a:lnTo>
                <a:lnTo>
                  <a:pt x="971550" y="828675"/>
                </a:lnTo>
                <a:close/>
                <a:moveTo>
                  <a:pt x="981075" y="828675"/>
                </a:moveTo>
                <a:lnTo>
                  <a:pt x="990600" y="828675"/>
                </a:lnTo>
                <a:lnTo>
                  <a:pt x="990600" y="838200"/>
                </a:lnTo>
                <a:lnTo>
                  <a:pt x="981075" y="838200"/>
                </a:lnTo>
                <a:close/>
                <a:moveTo>
                  <a:pt x="371475" y="838200"/>
                </a:moveTo>
                <a:lnTo>
                  <a:pt x="381000" y="838200"/>
                </a:lnTo>
                <a:lnTo>
                  <a:pt x="381000" y="847725"/>
                </a:lnTo>
                <a:lnTo>
                  <a:pt x="371475" y="847725"/>
                </a:lnTo>
                <a:close/>
                <a:moveTo>
                  <a:pt x="409575" y="838200"/>
                </a:moveTo>
                <a:lnTo>
                  <a:pt x="419100" y="838200"/>
                </a:lnTo>
                <a:lnTo>
                  <a:pt x="419100" y="847725"/>
                </a:lnTo>
                <a:lnTo>
                  <a:pt x="409575" y="847725"/>
                </a:lnTo>
                <a:close/>
                <a:moveTo>
                  <a:pt x="990600" y="838200"/>
                </a:moveTo>
                <a:lnTo>
                  <a:pt x="1000125" y="838200"/>
                </a:lnTo>
                <a:lnTo>
                  <a:pt x="1000125" y="847725"/>
                </a:lnTo>
                <a:lnTo>
                  <a:pt x="990600" y="847725"/>
                </a:lnTo>
                <a:close/>
                <a:moveTo>
                  <a:pt x="180975" y="847725"/>
                </a:moveTo>
                <a:lnTo>
                  <a:pt x="190500" y="847725"/>
                </a:lnTo>
                <a:lnTo>
                  <a:pt x="190500" y="857250"/>
                </a:lnTo>
                <a:lnTo>
                  <a:pt x="180975" y="857250"/>
                </a:lnTo>
                <a:close/>
                <a:moveTo>
                  <a:pt x="495300" y="847725"/>
                </a:moveTo>
                <a:lnTo>
                  <a:pt x="504825" y="847725"/>
                </a:lnTo>
                <a:lnTo>
                  <a:pt x="504825" y="857250"/>
                </a:lnTo>
                <a:lnTo>
                  <a:pt x="495300" y="857250"/>
                </a:lnTo>
                <a:close/>
                <a:moveTo>
                  <a:pt x="171450" y="857250"/>
                </a:moveTo>
                <a:lnTo>
                  <a:pt x="180975" y="857250"/>
                </a:lnTo>
                <a:lnTo>
                  <a:pt x="180975" y="866775"/>
                </a:lnTo>
                <a:lnTo>
                  <a:pt x="171450" y="866775"/>
                </a:lnTo>
                <a:close/>
                <a:moveTo>
                  <a:pt x="257175" y="857250"/>
                </a:moveTo>
                <a:lnTo>
                  <a:pt x="266700" y="857250"/>
                </a:lnTo>
                <a:lnTo>
                  <a:pt x="266700" y="866775"/>
                </a:lnTo>
                <a:lnTo>
                  <a:pt x="257175" y="866775"/>
                </a:lnTo>
                <a:close/>
                <a:moveTo>
                  <a:pt x="542925" y="857250"/>
                </a:moveTo>
                <a:lnTo>
                  <a:pt x="552450" y="857250"/>
                </a:lnTo>
                <a:lnTo>
                  <a:pt x="552450" y="866775"/>
                </a:lnTo>
                <a:lnTo>
                  <a:pt x="542925" y="866775"/>
                </a:lnTo>
                <a:close/>
                <a:moveTo>
                  <a:pt x="609600" y="857250"/>
                </a:moveTo>
                <a:lnTo>
                  <a:pt x="619125" y="857250"/>
                </a:lnTo>
                <a:lnTo>
                  <a:pt x="619125" y="866775"/>
                </a:lnTo>
                <a:lnTo>
                  <a:pt x="638175" y="866775"/>
                </a:lnTo>
                <a:lnTo>
                  <a:pt x="638175" y="876300"/>
                </a:lnTo>
                <a:lnTo>
                  <a:pt x="619125" y="876300"/>
                </a:lnTo>
                <a:lnTo>
                  <a:pt x="619125" y="885825"/>
                </a:lnTo>
                <a:lnTo>
                  <a:pt x="609600" y="885825"/>
                </a:lnTo>
                <a:lnTo>
                  <a:pt x="609600" y="895350"/>
                </a:lnTo>
                <a:lnTo>
                  <a:pt x="561975" y="895350"/>
                </a:lnTo>
                <a:lnTo>
                  <a:pt x="561975" y="885825"/>
                </a:lnTo>
                <a:lnTo>
                  <a:pt x="542925" y="885825"/>
                </a:lnTo>
                <a:lnTo>
                  <a:pt x="542925" y="876300"/>
                </a:lnTo>
                <a:lnTo>
                  <a:pt x="533400" y="876300"/>
                </a:lnTo>
                <a:lnTo>
                  <a:pt x="533400" y="866775"/>
                </a:lnTo>
                <a:lnTo>
                  <a:pt x="542925" y="866775"/>
                </a:lnTo>
                <a:lnTo>
                  <a:pt x="542925" y="876300"/>
                </a:lnTo>
                <a:lnTo>
                  <a:pt x="552450" y="876300"/>
                </a:lnTo>
                <a:lnTo>
                  <a:pt x="552450" y="866775"/>
                </a:lnTo>
                <a:lnTo>
                  <a:pt x="561975" y="866775"/>
                </a:lnTo>
                <a:lnTo>
                  <a:pt x="561975" y="885825"/>
                </a:lnTo>
                <a:lnTo>
                  <a:pt x="571500" y="885825"/>
                </a:lnTo>
                <a:lnTo>
                  <a:pt x="571500" y="876300"/>
                </a:lnTo>
                <a:lnTo>
                  <a:pt x="600075" y="876300"/>
                </a:lnTo>
                <a:lnTo>
                  <a:pt x="600075" y="866775"/>
                </a:lnTo>
                <a:lnTo>
                  <a:pt x="609600" y="866775"/>
                </a:lnTo>
                <a:close/>
                <a:moveTo>
                  <a:pt x="666750" y="857250"/>
                </a:moveTo>
                <a:lnTo>
                  <a:pt x="676275" y="857250"/>
                </a:lnTo>
                <a:lnTo>
                  <a:pt x="676275" y="866775"/>
                </a:lnTo>
                <a:lnTo>
                  <a:pt x="666750" y="866775"/>
                </a:lnTo>
                <a:close/>
                <a:moveTo>
                  <a:pt x="1019175" y="857250"/>
                </a:moveTo>
                <a:lnTo>
                  <a:pt x="1028700" y="857250"/>
                </a:lnTo>
                <a:lnTo>
                  <a:pt x="1028700" y="866775"/>
                </a:lnTo>
                <a:lnTo>
                  <a:pt x="1019175" y="866775"/>
                </a:lnTo>
                <a:close/>
                <a:moveTo>
                  <a:pt x="161925" y="866775"/>
                </a:moveTo>
                <a:lnTo>
                  <a:pt x="171450" y="866775"/>
                </a:lnTo>
                <a:lnTo>
                  <a:pt x="171450" y="876300"/>
                </a:lnTo>
                <a:lnTo>
                  <a:pt x="161925" y="876300"/>
                </a:lnTo>
                <a:close/>
                <a:moveTo>
                  <a:pt x="247650" y="866775"/>
                </a:moveTo>
                <a:lnTo>
                  <a:pt x="257175" y="866775"/>
                </a:lnTo>
                <a:lnTo>
                  <a:pt x="257175" y="876300"/>
                </a:lnTo>
                <a:lnTo>
                  <a:pt x="247650" y="876300"/>
                </a:lnTo>
                <a:close/>
                <a:moveTo>
                  <a:pt x="438150" y="866775"/>
                </a:moveTo>
                <a:lnTo>
                  <a:pt x="447675" y="866775"/>
                </a:lnTo>
                <a:lnTo>
                  <a:pt x="447675" y="876300"/>
                </a:lnTo>
                <a:lnTo>
                  <a:pt x="438150" y="876300"/>
                </a:lnTo>
                <a:close/>
                <a:moveTo>
                  <a:pt x="1028700" y="866775"/>
                </a:moveTo>
                <a:lnTo>
                  <a:pt x="1038225" y="866775"/>
                </a:lnTo>
                <a:lnTo>
                  <a:pt x="1038225" y="876300"/>
                </a:lnTo>
                <a:lnTo>
                  <a:pt x="1028700" y="876300"/>
                </a:lnTo>
                <a:close/>
                <a:moveTo>
                  <a:pt x="333375" y="876300"/>
                </a:moveTo>
                <a:lnTo>
                  <a:pt x="342900" y="876300"/>
                </a:lnTo>
                <a:lnTo>
                  <a:pt x="342900" y="885825"/>
                </a:lnTo>
                <a:lnTo>
                  <a:pt x="333375" y="885825"/>
                </a:lnTo>
                <a:close/>
                <a:moveTo>
                  <a:pt x="504825" y="876300"/>
                </a:moveTo>
                <a:lnTo>
                  <a:pt x="514350" y="876300"/>
                </a:lnTo>
                <a:lnTo>
                  <a:pt x="514350" y="885825"/>
                </a:lnTo>
                <a:lnTo>
                  <a:pt x="504825" y="885825"/>
                </a:lnTo>
                <a:close/>
                <a:moveTo>
                  <a:pt x="914400" y="876300"/>
                </a:moveTo>
                <a:lnTo>
                  <a:pt x="923925" y="876300"/>
                </a:lnTo>
                <a:lnTo>
                  <a:pt x="923925" y="885825"/>
                </a:lnTo>
                <a:lnTo>
                  <a:pt x="914400" y="885825"/>
                </a:lnTo>
                <a:close/>
                <a:moveTo>
                  <a:pt x="1038225" y="876300"/>
                </a:moveTo>
                <a:lnTo>
                  <a:pt x="1047750" y="876300"/>
                </a:lnTo>
                <a:lnTo>
                  <a:pt x="1047750" y="885825"/>
                </a:lnTo>
                <a:lnTo>
                  <a:pt x="1038225" y="885825"/>
                </a:lnTo>
                <a:close/>
                <a:moveTo>
                  <a:pt x="238125" y="885825"/>
                </a:moveTo>
                <a:lnTo>
                  <a:pt x="247650" y="885825"/>
                </a:lnTo>
                <a:lnTo>
                  <a:pt x="247650" y="895350"/>
                </a:lnTo>
                <a:lnTo>
                  <a:pt x="238125" y="895350"/>
                </a:lnTo>
                <a:close/>
                <a:moveTo>
                  <a:pt x="447675" y="885825"/>
                </a:moveTo>
                <a:lnTo>
                  <a:pt x="457200" y="885825"/>
                </a:lnTo>
                <a:lnTo>
                  <a:pt x="457200" y="895350"/>
                </a:lnTo>
                <a:lnTo>
                  <a:pt x="447675" y="895350"/>
                </a:lnTo>
                <a:close/>
                <a:moveTo>
                  <a:pt x="638175" y="885825"/>
                </a:moveTo>
                <a:lnTo>
                  <a:pt x="647700" y="885825"/>
                </a:lnTo>
                <a:lnTo>
                  <a:pt x="647700" y="895350"/>
                </a:lnTo>
                <a:lnTo>
                  <a:pt x="638175" y="895350"/>
                </a:lnTo>
                <a:close/>
                <a:moveTo>
                  <a:pt x="847725" y="885825"/>
                </a:moveTo>
                <a:lnTo>
                  <a:pt x="876300" y="885825"/>
                </a:lnTo>
                <a:lnTo>
                  <a:pt x="876300" y="895350"/>
                </a:lnTo>
                <a:lnTo>
                  <a:pt x="847725" y="895350"/>
                </a:lnTo>
                <a:close/>
                <a:moveTo>
                  <a:pt x="828675" y="895350"/>
                </a:moveTo>
                <a:lnTo>
                  <a:pt x="847725" y="895350"/>
                </a:lnTo>
                <a:lnTo>
                  <a:pt x="847725" y="904875"/>
                </a:lnTo>
                <a:lnTo>
                  <a:pt x="828675" y="904875"/>
                </a:lnTo>
                <a:close/>
                <a:moveTo>
                  <a:pt x="133350" y="904875"/>
                </a:moveTo>
                <a:lnTo>
                  <a:pt x="142875" y="904875"/>
                </a:lnTo>
                <a:lnTo>
                  <a:pt x="142875" y="914400"/>
                </a:lnTo>
                <a:lnTo>
                  <a:pt x="133350" y="914400"/>
                </a:lnTo>
                <a:close/>
                <a:moveTo>
                  <a:pt x="695325" y="904875"/>
                </a:moveTo>
                <a:lnTo>
                  <a:pt x="704850" y="904875"/>
                </a:lnTo>
                <a:lnTo>
                  <a:pt x="704850" y="914400"/>
                </a:lnTo>
                <a:lnTo>
                  <a:pt x="695325" y="914400"/>
                </a:lnTo>
                <a:close/>
                <a:moveTo>
                  <a:pt x="819150" y="904875"/>
                </a:moveTo>
                <a:lnTo>
                  <a:pt x="828675" y="904875"/>
                </a:lnTo>
                <a:lnTo>
                  <a:pt x="828675" y="914400"/>
                </a:lnTo>
                <a:lnTo>
                  <a:pt x="819150" y="914400"/>
                </a:lnTo>
                <a:close/>
                <a:moveTo>
                  <a:pt x="457200" y="914400"/>
                </a:moveTo>
                <a:lnTo>
                  <a:pt x="466725" y="914400"/>
                </a:lnTo>
                <a:lnTo>
                  <a:pt x="466725" y="942975"/>
                </a:lnTo>
                <a:lnTo>
                  <a:pt x="457200" y="942975"/>
                </a:lnTo>
                <a:close/>
                <a:moveTo>
                  <a:pt x="514350" y="914400"/>
                </a:moveTo>
                <a:lnTo>
                  <a:pt x="523875" y="914400"/>
                </a:lnTo>
                <a:lnTo>
                  <a:pt x="523875" y="990600"/>
                </a:lnTo>
                <a:lnTo>
                  <a:pt x="514350" y="990600"/>
                </a:lnTo>
                <a:close/>
                <a:moveTo>
                  <a:pt x="809625" y="914400"/>
                </a:moveTo>
                <a:lnTo>
                  <a:pt x="819150" y="914400"/>
                </a:lnTo>
                <a:lnTo>
                  <a:pt x="819150" y="923925"/>
                </a:lnTo>
                <a:lnTo>
                  <a:pt x="809625" y="923925"/>
                </a:lnTo>
                <a:close/>
                <a:moveTo>
                  <a:pt x="800100" y="923925"/>
                </a:moveTo>
                <a:lnTo>
                  <a:pt x="809625" y="923925"/>
                </a:lnTo>
                <a:lnTo>
                  <a:pt x="809625" y="933450"/>
                </a:lnTo>
                <a:lnTo>
                  <a:pt x="800100" y="933450"/>
                </a:lnTo>
                <a:close/>
                <a:moveTo>
                  <a:pt x="114300" y="933450"/>
                </a:moveTo>
                <a:lnTo>
                  <a:pt x="123825" y="933450"/>
                </a:lnTo>
                <a:lnTo>
                  <a:pt x="123825" y="962025"/>
                </a:lnTo>
                <a:lnTo>
                  <a:pt x="114300" y="962025"/>
                </a:lnTo>
                <a:close/>
                <a:moveTo>
                  <a:pt x="304800" y="933450"/>
                </a:moveTo>
                <a:lnTo>
                  <a:pt x="314325" y="933450"/>
                </a:lnTo>
                <a:lnTo>
                  <a:pt x="314325" y="942975"/>
                </a:lnTo>
                <a:lnTo>
                  <a:pt x="304800" y="942975"/>
                </a:lnTo>
                <a:close/>
                <a:moveTo>
                  <a:pt x="704850" y="933450"/>
                </a:moveTo>
                <a:lnTo>
                  <a:pt x="714375" y="933450"/>
                </a:lnTo>
                <a:lnTo>
                  <a:pt x="714375" y="981075"/>
                </a:lnTo>
                <a:lnTo>
                  <a:pt x="723900" y="981075"/>
                </a:lnTo>
                <a:lnTo>
                  <a:pt x="723900" y="1038225"/>
                </a:lnTo>
                <a:lnTo>
                  <a:pt x="704850" y="1038225"/>
                </a:lnTo>
                <a:lnTo>
                  <a:pt x="704850" y="1009650"/>
                </a:lnTo>
                <a:lnTo>
                  <a:pt x="685800" y="1009650"/>
                </a:lnTo>
                <a:lnTo>
                  <a:pt x="685800" y="981075"/>
                </a:lnTo>
                <a:lnTo>
                  <a:pt x="704850" y="981075"/>
                </a:lnTo>
                <a:close/>
                <a:moveTo>
                  <a:pt x="790575" y="942975"/>
                </a:moveTo>
                <a:lnTo>
                  <a:pt x="800100" y="942975"/>
                </a:lnTo>
                <a:lnTo>
                  <a:pt x="800100" y="952500"/>
                </a:lnTo>
                <a:lnTo>
                  <a:pt x="790575" y="952500"/>
                </a:lnTo>
                <a:close/>
                <a:moveTo>
                  <a:pt x="295275" y="952500"/>
                </a:moveTo>
                <a:lnTo>
                  <a:pt x="304800" y="952500"/>
                </a:lnTo>
                <a:lnTo>
                  <a:pt x="304800" y="981075"/>
                </a:lnTo>
                <a:lnTo>
                  <a:pt x="314325" y="981075"/>
                </a:lnTo>
                <a:lnTo>
                  <a:pt x="314325" y="1000125"/>
                </a:lnTo>
                <a:lnTo>
                  <a:pt x="304800" y="1000125"/>
                </a:lnTo>
                <a:lnTo>
                  <a:pt x="304800" y="1019175"/>
                </a:lnTo>
                <a:lnTo>
                  <a:pt x="295275" y="1019175"/>
                </a:lnTo>
                <a:close/>
                <a:moveTo>
                  <a:pt x="123825" y="962025"/>
                </a:moveTo>
                <a:lnTo>
                  <a:pt x="133350" y="962025"/>
                </a:lnTo>
                <a:lnTo>
                  <a:pt x="133350" y="971550"/>
                </a:lnTo>
                <a:lnTo>
                  <a:pt x="123825" y="971550"/>
                </a:lnTo>
                <a:close/>
                <a:moveTo>
                  <a:pt x="781050" y="962025"/>
                </a:moveTo>
                <a:lnTo>
                  <a:pt x="790575" y="962025"/>
                </a:lnTo>
                <a:lnTo>
                  <a:pt x="790575" y="1209675"/>
                </a:lnTo>
                <a:lnTo>
                  <a:pt x="781050" y="1209675"/>
                </a:lnTo>
                <a:close/>
                <a:moveTo>
                  <a:pt x="133350" y="971550"/>
                </a:moveTo>
                <a:lnTo>
                  <a:pt x="142875" y="971550"/>
                </a:lnTo>
                <a:lnTo>
                  <a:pt x="142875" y="990600"/>
                </a:lnTo>
                <a:lnTo>
                  <a:pt x="133350" y="990600"/>
                </a:lnTo>
                <a:close/>
                <a:moveTo>
                  <a:pt x="447675" y="981075"/>
                </a:moveTo>
                <a:lnTo>
                  <a:pt x="466725" y="981075"/>
                </a:lnTo>
                <a:lnTo>
                  <a:pt x="466725" y="1000125"/>
                </a:lnTo>
                <a:lnTo>
                  <a:pt x="447675" y="1000125"/>
                </a:lnTo>
                <a:close/>
                <a:moveTo>
                  <a:pt x="1019175" y="981075"/>
                </a:moveTo>
                <a:lnTo>
                  <a:pt x="1028700" y="981075"/>
                </a:lnTo>
                <a:lnTo>
                  <a:pt x="1028700" y="990600"/>
                </a:lnTo>
                <a:lnTo>
                  <a:pt x="1019175" y="990600"/>
                </a:lnTo>
                <a:close/>
                <a:moveTo>
                  <a:pt x="1066800" y="981075"/>
                </a:moveTo>
                <a:lnTo>
                  <a:pt x="1076325" y="981075"/>
                </a:lnTo>
                <a:lnTo>
                  <a:pt x="1076325" y="990600"/>
                </a:lnTo>
                <a:lnTo>
                  <a:pt x="1066800" y="990600"/>
                </a:lnTo>
                <a:close/>
                <a:moveTo>
                  <a:pt x="1009650" y="990600"/>
                </a:moveTo>
                <a:lnTo>
                  <a:pt x="1019175" y="990600"/>
                </a:lnTo>
                <a:lnTo>
                  <a:pt x="1019175" y="1038225"/>
                </a:lnTo>
                <a:lnTo>
                  <a:pt x="1028700" y="1038225"/>
                </a:lnTo>
                <a:lnTo>
                  <a:pt x="1028700" y="1047750"/>
                </a:lnTo>
                <a:lnTo>
                  <a:pt x="1057275" y="1047750"/>
                </a:lnTo>
                <a:lnTo>
                  <a:pt x="1057275" y="1038225"/>
                </a:lnTo>
                <a:lnTo>
                  <a:pt x="1066800" y="1038225"/>
                </a:lnTo>
                <a:lnTo>
                  <a:pt x="1066800" y="1057275"/>
                </a:lnTo>
                <a:lnTo>
                  <a:pt x="1057275" y="1057275"/>
                </a:lnTo>
                <a:lnTo>
                  <a:pt x="1057275" y="1066800"/>
                </a:lnTo>
                <a:lnTo>
                  <a:pt x="1028700" y="1066800"/>
                </a:lnTo>
                <a:lnTo>
                  <a:pt x="1028700" y="1057275"/>
                </a:lnTo>
                <a:lnTo>
                  <a:pt x="1019175" y="1057275"/>
                </a:lnTo>
                <a:lnTo>
                  <a:pt x="1019175" y="1047750"/>
                </a:lnTo>
                <a:lnTo>
                  <a:pt x="1009650" y="1047750"/>
                </a:lnTo>
                <a:lnTo>
                  <a:pt x="1009650" y="1038225"/>
                </a:lnTo>
                <a:lnTo>
                  <a:pt x="1000125" y="1038225"/>
                </a:lnTo>
                <a:lnTo>
                  <a:pt x="1000125" y="1000125"/>
                </a:lnTo>
                <a:lnTo>
                  <a:pt x="1009650" y="1000125"/>
                </a:lnTo>
                <a:close/>
                <a:moveTo>
                  <a:pt x="438150" y="1000125"/>
                </a:moveTo>
                <a:lnTo>
                  <a:pt x="447675" y="1000125"/>
                </a:lnTo>
                <a:lnTo>
                  <a:pt x="447675" y="1019175"/>
                </a:lnTo>
                <a:lnTo>
                  <a:pt x="428625" y="1019175"/>
                </a:lnTo>
                <a:lnTo>
                  <a:pt x="428625" y="1009650"/>
                </a:lnTo>
                <a:lnTo>
                  <a:pt x="438150" y="1009650"/>
                </a:lnTo>
                <a:close/>
                <a:moveTo>
                  <a:pt x="1095375" y="1000125"/>
                </a:moveTo>
                <a:lnTo>
                  <a:pt x="1114425" y="1000125"/>
                </a:lnTo>
                <a:lnTo>
                  <a:pt x="1114425" y="1038225"/>
                </a:lnTo>
                <a:lnTo>
                  <a:pt x="1123950" y="1038225"/>
                </a:lnTo>
                <a:lnTo>
                  <a:pt x="1123950" y="1047750"/>
                </a:lnTo>
                <a:lnTo>
                  <a:pt x="1133475" y="1047750"/>
                </a:lnTo>
                <a:lnTo>
                  <a:pt x="1133475" y="1038225"/>
                </a:lnTo>
                <a:lnTo>
                  <a:pt x="1152525" y="1038225"/>
                </a:lnTo>
                <a:lnTo>
                  <a:pt x="1152525" y="1057275"/>
                </a:lnTo>
                <a:lnTo>
                  <a:pt x="1143000" y="1057275"/>
                </a:lnTo>
                <a:lnTo>
                  <a:pt x="1143000" y="1066800"/>
                </a:lnTo>
                <a:lnTo>
                  <a:pt x="1104900" y="1066800"/>
                </a:lnTo>
                <a:lnTo>
                  <a:pt x="1104900" y="1057275"/>
                </a:lnTo>
                <a:lnTo>
                  <a:pt x="1095375" y="1057275"/>
                </a:lnTo>
                <a:close/>
                <a:moveTo>
                  <a:pt x="123825" y="1009650"/>
                </a:moveTo>
                <a:lnTo>
                  <a:pt x="133350" y="1009650"/>
                </a:lnTo>
                <a:lnTo>
                  <a:pt x="133350" y="1019175"/>
                </a:lnTo>
                <a:lnTo>
                  <a:pt x="123825" y="1019175"/>
                </a:lnTo>
                <a:close/>
                <a:moveTo>
                  <a:pt x="114300" y="1019175"/>
                </a:moveTo>
                <a:lnTo>
                  <a:pt x="123825" y="1019175"/>
                </a:lnTo>
                <a:lnTo>
                  <a:pt x="123825" y="1028700"/>
                </a:lnTo>
                <a:lnTo>
                  <a:pt x="114300" y="1028700"/>
                </a:lnTo>
                <a:close/>
                <a:moveTo>
                  <a:pt x="95250" y="1028700"/>
                </a:moveTo>
                <a:lnTo>
                  <a:pt x="104775" y="1028700"/>
                </a:lnTo>
                <a:lnTo>
                  <a:pt x="104775" y="1038225"/>
                </a:lnTo>
                <a:lnTo>
                  <a:pt x="95250" y="1038225"/>
                </a:lnTo>
                <a:close/>
                <a:moveTo>
                  <a:pt x="504825" y="1028700"/>
                </a:moveTo>
                <a:lnTo>
                  <a:pt x="514350" y="1028700"/>
                </a:lnTo>
                <a:lnTo>
                  <a:pt x="514350" y="1038225"/>
                </a:lnTo>
                <a:lnTo>
                  <a:pt x="504825" y="1038225"/>
                </a:lnTo>
                <a:close/>
                <a:moveTo>
                  <a:pt x="952500" y="1028700"/>
                </a:moveTo>
                <a:lnTo>
                  <a:pt x="962025" y="1028700"/>
                </a:lnTo>
                <a:lnTo>
                  <a:pt x="962025" y="1047750"/>
                </a:lnTo>
                <a:lnTo>
                  <a:pt x="952500" y="1047750"/>
                </a:lnTo>
                <a:close/>
                <a:moveTo>
                  <a:pt x="1171575" y="1028700"/>
                </a:moveTo>
                <a:lnTo>
                  <a:pt x="1181100" y="1028700"/>
                </a:lnTo>
                <a:lnTo>
                  <a:pt x="1181100" y="1038225"/>
                </a:lnTo>
                <a:lnTo>
                  <a:pt x="1171575" y="1038225"/>
                </a:lnTo>
                <a:close/>
                <a:moveTo>
                  <a:pt x="76200" y="1038225"/>
                </a:moveTo>
                <a:lnTo>
                  <a:pt x="85725" y="1038225"/>
                </a:lnTo>
                <a:lnTo>
                  <a:pt x="85725" y="1047750"/>
                </a:lnTo>
                <a:lnTo>
                  <a:pt x="76200" y="1047750"/>
                </a:lnTo>
                <a:close/>
                <a:moveTo>
                  <a:pt x="285750" y="1038225"/>
                </a:moveTo>
                <a:lnTo>
                  <a:pt x="304800" y="1038225"/>
                </a:lnTo>
                <a:lnTo>
                  <a:pt x="304800" y="1057275"/>
                </a:lnTo>
                <a:lnTo>
                  <a:pt x="295275" y="1057275"/>
                </a:lnTo>
                <a:lnTo>
                  <a:pt x="295275" y="1085850"/>
                </a:lnTo>
                <a:lnTo>
                  <a:pt x="276225" y="1085850"/>
                </a:lnTo>
                <a:lnTo>
                  <a:pt x="276225" y="1104900"/>
                </a:lnTo>
                <a:lnTo>
                  <a:pt x="257175" y="1104900"/>
                </a:lnTo>
                <a:lnTo>
                  <a:pt x="257175" y="1095375"/>
                </a:lnTo>
                <a:lnTo>
                  <a:pt x="266700" y="1095375"/>
                </a:lnTo>
                <a:lnTo>
                  <a:pt x="266700" y="1047750"/>
                </a:lnTo>
                <a:lnTo>
                  <a:pt x="285750" y="1047750"/>
                </a:lnTo>
                <a:close/>
                <a:moveTo>
                  <a:pt x="428625" y="1038225"/>
                </a:moveTo>
                <a:lnTo>
                  <a:pt x="438150" y="1038225"/>
                </a:lnTo>
                <a:lnTo>
                  <a:pt x="438150" y="1057275"/>
                </a:lnTo>
                <a:lnTo>
                  <a:pt x="428625" y="1057275"/>
                </a:lnTo>
                <a:close/>
                <a:moveTo>
                  <a:pt x="66675" y="1047750"/>
                </a:moveTo>
                <a:lnTo>
                  <a:pt x="76200" y="1047750"/>
                </a:lnTo>
                <a:lnTo>
                  <a:pt x="76200" y="1057275"/>
                </a:lnTo>
                <a:lnTo>
                  <a:pt x="66675" y="1057275"/>
                </a:lnTo>
                <a:close/>
                <a:moveTo>
                  <a:pt x="676275" y="1047750"/>
                </a:moveTo>
                <a:lnTo>
                  <a:pt x="685800" y="1047750"/>
                </a:lnTo>
                <a:lnTo>
                  <a:pt x="685800" y="1066800"/>
                </a:lnTo>
                <a:lnTo>
                  <a:pt x="676275" y="1066800"/>
                </a:lnTo>
                <a:close/>
                <a:moveTo>
                  <a:pt x="942975" y="1047750"/>
                </a:moveTo>
                <a:lnTo>
                  <a:pt x="952500" y="1047750"/>
                </a:lnTo>
                <a:lnTo>
                  <a:pt x="952500" y="1076325"/>
                </a:lnTo>
                <a:lnTo>
                  <a:pt x="933450" y="1076325"/>
                </a:lnTo>
                <a:lnTo>
                  <a:pt x="933450" y="1057275"/>
                </a:lnTo>
                <a:lnTo>
                  <a:pt x="942975" y="1057275"/>
                </a:lnTo>
                <a:close/>
                <a:moveTo>
                  <a:pt x="1171575" y="1047750"/>
                </a:moveTo>
                <a:lnTo>
                  <a:pt x="1181100" y="1047750"/>
                </a:lnTo>
                <a:lnTo>
                  <a:pt x="1181100" y="1057275"/>
                </a:lnTo>
                <a:lnTo>
                  <a:pt x="1171575" y="1057275"/>
                </a:lnTo>
                <a:close/>
                <a:moveTo>
                  <a:pt x="419100" y="1057275"/>
                </a:moveTo>
                <a:lnTo>
                  <a:pt x="428625" y="1057275"/>
                </a:lnTo>
                <a:lnTo>
                  <a:pt x="428625" y="1066800"/>
                </a:lnTo>
                <a:lnTo>
                  <a:pt x="419100" y="1066800"/>
                </a:lnTo>
                <a:close/>
                <a:moveTo>
                  <a:pt x="495300" y="1057275"/>
                </a:moveTo>
                <a:lnTo>
                  <a:pt x="504825" y="1057275"/>
                </a:lnTo>
                <a:lnTo>
                  <a:pt x="504825" y="1066800"/>
                </a:lnTo>
                <a:lnTo>
                  <a:pt x="495300" y="1066800"/>
                </a:lnTo>
                <a:close/>
                <a:moveTo>
                  <a:pt x="638175" y="1057275"/>
                </a:moveTo>
                <a:lnTo>
                  <a:pt x="647700" y="1057275"/>
                </a:lnTo>
                <a:lnTo>
                  <a:pt x="647700" y="1085850"/>
                </a:lnTo>
                <a:lnTo>
                  <a:pt x="638175" y="1085850"/>
                </a:lnTo>
                <a:close/>
                <a:moveTo>
                  <a:pt x="57150" y="1066800"/>
                </a:moveTo>
                <a:lnTo>
                  <a:pt x="66675" y="1066800"/>
                </a:lnTo>
                <a:lnTo>
                  <a:pt x="66675" y="1076325"/>
                </a:lnTo>
                <a:lnTo>
                  <a:pt x="57150" y="1076325"/>
                </a:lnTo>
                <a:close/>
                <a:moveTo>
                  <a:pt x="695325" y="1066800"/>
                </a:moveTo>
                <a:lnTo>
                  <a:pt x="714375" y="1066800"/>
                </a:lnTo>
                <a:lnTo>
                  <a:pt x="714375" y="1104900"/>
                </a:lnTo>
                <a:lnTo>
                  <a:pt x="695325" y="1104900"/>
                </a:lnTo>
                <a:close/>
                <a:moveTo>
                  <a:pt x="971550" y="1066800"/>
                </a:moveTo>
                <a:lnTo>
                  <a:pt x="981075" y="1066800"/>
                </a:lnTo>
                <a:lnTo>
                  <a:pt x="981075" y="1076325"/>
                </a:lnTo>
                <a:lnTo>
                  <a:pt x="971550" y="1076325"/>
                </a:lnTo>
                <a:close/>
                <a:moveTo>
                  <a:pt x="666750" y="1085850"/>
                </a:moveTo>
                <a:lnTo>
                  <a:pt x="676275" y="1085850"/>
                </a:lnTo>
                <a:lnTo>
                  <a:pt x="676275" y="1095375"/>
                </a:lnTo>
                <a:lnTo>
                  <a:pt x="666750" y="1095375"/>
                </a:lnTo>
                <a:close/>
                <a:moveTo>
                  <a:pt x="47625" y="1095375"/>
                </a:moveTo>
                <a:lnTo>
                  <a:pt x="57150" y="1095375"/>
                </a:lnTo>
                <a:lnTo>
                  <a:pt x="57150" y="1114425"/>
                </a:lnTo>
                <a:lnTo>
                  <a:pt x="47625" y="1114425"/>
                </a:lnTo>
                <a:close/>
                <a:moveTo>
                  <a:pt x="276225" y="1104900"/>
                </a:moveTo>
                <a:lnTo>
                  <a:pt x="295275" y="1104900"/>
                </a:lnTo>
                <a:lnTo>
                  <a:pt x="295275" y="1123950"/>
                </a:lnTo>
                <a:lnTo>
                  <a:pt x="276225" y="1123950"/>
                </a:lnTo>
                <a:close/>
                <a:moveTo>
                  <a:pt x="409575" y="1104900"/>
                </a:moveTo>
                <a:lnTo>
                  <a:pt x="419100" y="1104900"/>
                </a:lnTo>
                <a:lnTo>
                  <a:pt x="419100" y="1123950"/>
                </a:lnTo>
                <a:lnTo>
                  <a:pt x="409575" y="1123950"/>
                </a:lnTo>
                <a:close/>
                <a:moveTo>
                  <a:pt x="657225" y="1114425"/>
                </a:moveTo>
                <a:lnTo>
                  <a:pt x="666750" y="1114425"/>
                </a:lnTo>
                <a:lnTo>
                  <a:pt x="666750" y="1123950"/>
                </a:lnTo>
                <a:lnTo>
                  <a:pt x="657225" y="1123950"/>
                </a:lnTo>
                <a:close/>
                <a:moveTo>
                  <a:pt x="38100" y="1133475"/>
                </a:moveTo>
                <a:lnTo>
                  <a:pt x="47625" y="1133475"/>
                </a:lnTo>
                <a:lnTo>
                  <a:pt x="47625" y="1143000"/>
                </a:lnTo>
                <a:lnTo>
                  <a:pt x="38100" y="1143000"/>
                </a:lnTo>
                <a:close/>
                <a:moveTo>
                  <a:pt x="200025" y="1133475"/>
                </a:moveTo>
                <a:lnTo>
                  <a:pt x="219075" y="1133475"/>
                </a:lnTo>
                <a:lnTo>
                  <a:pt x="219075" y="1152525"/>
                </a:lnTo>
                <a:lnTo>
                  <a:pt x="209550" y="1152525"/>
                </a:lnTo>
                <a:lnTo>
                  <a:pt x="209550" y="1143000"/>
                </a:lnTo>
                <a:lnTo>
                  <a:pt x="200025" y="1143000"/>
                </a:lnTo>
                <a:close/>
                <a:moveTo>
                  <a:pt x="457200" y="1133475"/>
                </a:moveTo>
                <a:lnTo>
                  <a:pt x="466725" y="1133475"/>
                </a:lnTo>
                <a:lnTo>
                  <a:pt x="466725" y="1143000"/>
                </a:lnTo>
                <a:lnTo>
                  <a:pt x="457200" y="1143000"/>
                </a:lnTo>
                <a:close/>
                <a:moveTo>
                  <a:pt x="628650" y="1133475"/>
                </a:moveTo>
                <a:lnTo>
                  <a:pt x="638175" y="1133475"/>
                </a:lnTo>
                <a:lnTo>
                  <a:pt x="638175" y="1152525"/>
                </a:lnTo>
                <a:lnTo>
                  <a:pt x="628650" y="1152525"/>
                </a:lnTo>
                <a:close/>
                <a:moveTo>
                  <a:pt x="695325" y="1133475"/>
                </a:moveTo>
                <a:lnTo>
                  <a:pt x="714375" y="1133475"/>
                </a:lnTo>
                <a:lnTo>
                  <a:pt x="714375" y="1162050"/>
                </a:lnTo>
                <a:lnTo>
                  <a:pt x="704850" y="1162050"/>
                </a:lnTo>
                <a:lnTo>
                  <a:pt x="704850" y="1266825"/>
                </a:lnTo>
                <a:lnTo>
                  <a:pt x="685800" y="1266825"/>
                </a:lnTo>
                <a:lnTo>
                  <a:pt x="685800" y="1171575"/>
                </a:lnTo>
                <a:lnTo>
                  <a:pt x="695325" y="1171575"/>
                </a:lnTo>
                <a:close/>
                <a:moveTo>
                  <a:pt x="981075" y="1133475"/>
                </a:moveTo>
                <a:lnTo>
                  <a:pt x="990600" y="1133475"/>
                </a:lnTo>
                <a:lnTo>
                  <a:pt x="990600" y="1152525"/>
                </a:lnTo>
                <a:lnTo>
                  <a:pt x="981075" y="1152525"/>
                </a:lnTo>
                <a:lnTo>
                  <a:pt x="981075" y="1181100"/>
                </a:lnTo>
                <a:lnTo>
                  <a:pt x="990600" y="1181100"/>
                </a:lnTo>
                <a:lnTo>
                  <a:pt x="990600" y="1200150"/>
                </a:lnTo>
                <a:lnTo>
                  <a:pt x="981075" y="1200150"/>
                </a:lnTo>
                <a:lnTo>
                  <a:pt x="981075" y="1190625"/>
                </a:lnTo>
                <a:lnTo>
                  <a:pt x="971550" y="1190625"/>
                </a:lnTo>
                <a:lnTo>
                  <a:pt x="971550" y="1181100"/>
                </a:lnTo>
                <a:lnTo>
                  <a:pt x="962025" y="1181100"/>
                </a:lnTo>
                <a:lnTo>
                  <a:pt x="962025" y="1152525"/>
                </a:lnTo>
                <a:lnTo>
                  <a:pt x="971550" y="1152525"/>
                </a:lnTo>
                <a:lnTo>
                  <a:pt x="971550" y="1143000"/>
                </a:lnTo>
                <a:lnTo>
                  <a:pt x="981075" y="1143000"/>
                </a:lnTo>
                <a:close/>
                <a:moveTo>
                  <a:pt x="1009650" y="1133475"/>
                </a:moveTo>
                <a:lnTo>
                  <a:pt x="1019175" y="1133475"/>
                </a:lnTo>
                <a:lnTo>
                  <a:pt x="1019175" y="1143000"/>
                </a:lnTo>
                <a:lnTo>
                  <a:pt x="1009650" y="1143000"/>
                </a:lnTo>
                <a:close/>
                <a:moveTo>
                  <a:pt x="257175" y="1143000"/>
                </a:moveTo>
                <a:lnTo>
                  <a:pt x="285750" y="1143000"/>
                </a:lnTo>
                <a:lnTo>
                  <a:pt x="285750" y="1162050"/>
                </a:lnTo>
                <a:lnTo>
                  <a:pt x="266700" y="1162050"/>
                </a:lnTo>
                <a:lnTo>
                  <a:pt x="266700" y="1171575"/>
                </a:lnTo>
                <a:lnTo>
                  <a:pt x="247650" y="1171575"/>
                </a:lnTo>
                <a:lnTo>
                  <a:pt x="247650" y="1152525"/>
                </a:lnTo>
                <a:lnTo>
                  <a:pt x="257175" y="1152525"/>
                </a:lnTo>
                <a:close/>
                <a:moveTo>
                  <a:pt x="447675" y="1143000"/>
                </a:moveTo>
                <a:lnTo>
                  <a:pt x="457200" y="1143000"/>
                </a:lnTo>
                <a:lnTo>
                  <a:pt x="457200" y="1152525"/>
                </a:lnTo>
                <a:lnTo>
                  <a:pt x="447675" y="1152525"/>
                </a:lnTo>
                <a:close/>
                <a:moveTo>
                  <a:pt x="1000125" y="1143000"/>
                </a:moveTo>
                <a:lnTo>
                  <a:pt x="1009650" y="1143000"/>
                </a:lnTo>
                <a:lnTo>
                  <a:pt x="1009650" y="1152525"/>
                </a:lnTo>
                <a:lnTo>
                  <a:pt x="1000125" y="1152525"/>
                </a:lnTo>
                <a:close/>
                <a:moveTo>
                  <a:pt x="1019175" y="1143000"/>
                </a:moveTo>
                <a:lnTo>
                  <a:pt x="1028700" y="1143000"/>
                </a:lnTo>
                <a:lnTo>
                  <a:pt x="1028700" y="1181100"/>
                </a:lnTo>
                <a:lnTo>
                  <a:pt x="1009650" y="1181100"/>
                </a:lnTo>
                <a:lnTo>
                  <a:pt x="1009650" y="1152525"/>
                </a:lnTo>
                <a:lnTo>
                  <a:pt x="1019175" y="1152525"/>
                </a:lnTo>
                <a:close/>
                <a:moveTo>
                  <a:pt x="1085850" y="1143000"/>
                </a:moveTo>
                <a:lnTo>
                  <a:pt x="1104900" y="1143000"/>
                </a:lnTo>
                <a:lnTo>
                  <a:pt x="1104900" y="1152525"/>
                </a:lnTo>
                <a:lnTo>
                  <a:pt x="1123950" y="1152525"/>
                </a:lnTo>
                <a:lnTo>
                  <a:pt x="1123950" y="1181100"/>
                </a:lnTo>
                <a:lnTo>
                  <a:pt x="1104900" y="1181100"/>
                </a:lnTo>
                <a:lnTo>
                  <a:pt x="1104900" y="1190625"/>
                </a:lnTo>
                <a:lnTo>
                  <a:pt x="1095375" y="1190625"/>
                </a:lnTo>
                <a:lnTo>
                  <a:pt x="1095375" y="1200150"/>
                </a:lnTo>
                <a:lnTo>
                  <a:pt x="1057275" y="1200150"/>
                </a:lnTo>
                <a:lnTo>
                  <a:pt x="1057275" y="1190625"/>
                </a:lnTo>
                <a:lnTo>
                  <a:pt x="1047750" y="1190625"/>
                </a:lnTo>
                <a:lnTo>
                  <a:pt x="1047750" y="1181100"/>
                </a:lnTo>
                <a:lnTo>
                  <a:pt x="1085850" y="1181100"/>
                </a:lnTo>
                <a:close/>
                <a:moveTo>
                  <a:pt x="1152525" y="1143000"/>
                </a:moveTo>
                <a:lnTo>
                  <a:pt x="1181100" y="1143000"/>
                </a:lnTo>
                <a:lnTo>
                  <a:pt x="1181100" y="1171575"/>
                </a:lnTo>
                <a:lnTo>
                  <a:pt x="1162050" y="1171575"/>
                </a:lnTo>
                <a:lnTo>
                  <a:pt x="1162050" y="1152525"/>
                </a:lnTo>
                <a:lnTo>
                  <a:pt x="1152525" y="1152525"/>
                </a:lnTo>
                <a:close/>
                <a:moveTo>
                  <a:pt x="400050" y="1162050"/>
                </a:moveTo>
                <a:lnTo>
                  <a:pt x="409575" y="1162050"/>
                </a:lnTo>
                <a:lnTo>
                  <a:pt x="409575" y="1190625"/>
                </a:lnTo>
                <a:lnTo>
                  <a:pt x="419100" y="1190625"/>
                </a:lnTo>
                <a:lnTo>
                  <a:pt x="419100" y="1219200"/>
                </a:lnTo>
                <a:lnTo>
                  <a:pt x="409575" y="1219200"/>
                </a:lnTo>
                <a:lnTo>
                  <a:pt x="409575" y="1257300"/>
                </a:lnTo>
                <a:lnTo>
                  <a:pt x="390525" y="1257300"/>
                </a:lnTo>
                <a:lnTo>
                  <a:pt x="390525" y="1228725"/>
                </a:lnTo>
                <a:lnTo>
                  <a:pt x="400050" y="1228725"/>
                </a:lnTo>
                <a:close/>
                <a:moveTo>
                  <a:pt x="28575" y="1171575"/>
                </a:moveTo>
                <a:lnTo>
                  <a:pt x="38100" y="1171575"/>
                </a:lnTo>
                <a:lnTo>
                  <a:pt x="38100" y="1181100"/>
                </a:lnTo>
                <a:lnTo>
                  <a:pt x="28575" y="1181100"/>
                </a:lnTo>
                <a:close/>
                <a:moveTo>
                  <a:pt x="628650" y="1171575"/>
                </a:moveTo>
                <a:lnTo>
                  <a:pt x="647700" y="1171575"/>
                </a:lnTo>
                <a:lnTo>
                  <a:pt x="647700" y="1190625"/>
                </a:lnTo>
                <a:lnTo>
                  <a:pt x="638175" y="1190625"/>
                </a:lnTo>
                <a:lnTo>
                  <a:pt x="638175" y="1362075"/>
                </a:lnTo>
                <a:lnTo>
                  <a:pt x="619125" y="1362075"/>
                </a:lnTo>
                <a:lnTo>
                  <a:pt x="619125" y="1200150"/>
                </a:lnTo>
                <a:lnTo>
                  <a:pt x="628650" y="1200150"/>
                </a:lnTo>
                <a:close/>
                <a:moveTo>
                  <a:pt x="1000125" y="1181100"/>
                </a:moveTo>
                <a:lnTo>
                  <a:pt x="1009650" y="1181100"/>
                </a:lnTo>
                <a:lnTo>
                  <a:pt x="1009650" y="1209675"/>
                </a:lnTo>
                <a:lnTo>
                  <a:pt x="1000125" y="1209675"/>
                </a:lnTo>
                <a:close/>
                <a:moveTo>
                  <a:pt x="1123950" y="1181100"/>
                </a:moveTo>
                <a:lnTo>
                  <a:pt x="1143000" y="1181100"/>
                </a:lnTo>
                <a:lnTo>
                  <a:pt x="1143000" y="1190625"/>
                </a:lnTo>
                <a:lnTo>
                  <a:pt x="1123950" y="1190625"/>
                </a:lnTo>
                <a:close/>
                <a:moveTo>
                  <a:pt x="266700" y="1200150"/>
                </a:moveTo>
                <a:lnTo>
                  <a:pt x="285750" y="1200150"/>
                </a:lnTo>
                <a:lnTo>
                  <a:pt x="285750" y="1257300"/>
                </a:lnTo>
                <a:lnTo>
                  <a:pt x="276225" y="1257300"/>
                </a:lnTo>
                <a:lnTo>
                  <a:pt x="276225" y="1219200"/>
                </a:lnTo>
                <a:lnTo>
                  <a:pt x="266700" y="1219200"/>
                </a:lnTo>
                <a:close/>
                <a:moveTo>
                  <a:pt x="1019175" y="1200150"/>
                </a:moveTo>
                <a:lnTo>
                  <a:pt x="1028700" y="1200150"/>
                </a:lnTo>
                <a:lnTo>
                  <a:pt x="1028700" y="1219200"/>
                </a:lnTo>
                <a:lnTo>
                  <a:pt x="1009650" y="1219200"/>
                </a:lnTo>
                <a:lnTo>
                  <a:pt x="1009650" y="1209675"/>
                </a:lnTo>
                <a:lnTo>
                  <a:pt x="1019175" y="1209675"/>
                </a:lnTo>
                <a:close/>
                <a:moveTo>
                  <a:pt x="28575" y="1219200"/>
                </a:moveTo>
                <a:lnTo>
                  <a:pt x="38100" y="1219200"/>
                </a:lnTo>
                <a:lnTo>
                  <a:pt x="38100" y="1228725"/>
                </a:lnTo>
                <a:lnTo>
                  <a:pt x="28575" y="1228725"/>
                </a:lnTo>
                <a:close/>
                <a:moveTo>
                  <a:pt x="790575" y="1219200"/>
                </a:moveTo>
                <a:lnTo>
                  <a:pt x="800100" y="1219200"/>
                </a:lnTo>
                <a:lnTo>
                  <a:pt x="800100" y="1228725"/>
                </a:lnTo>
                <a:lnTo>
                  <a:pt x="790575" y="1228725"/>
                </a:lnTo>
                <a:close/>
                <a:moveTo>
                  <a:pt x="38100" y="1228725"/>
                </a:moveTo>
                <a:lnTo>
                  <a:pt x="47625" y="1228725"/>
                </a:lnTo>
                <a:lnTo>
                  <a:pt x="47625" y="1238250"/>
                </a:lnTo>
                <a:lnTo>
                  <a:pt x="38100" y="1238250"/>
                </a:lnTo>
                <a:close/>
                <a:moveTo>
                  <a:pt x="47625" y="1238250"/>
                </a:moveTo>
                <a:lnTo>
                  <a:pt x="57150" y="1238250"/>
                </a:lnTo>
                <a:lnTo>
                  <a:pt x="57150" y="1247775"/>
                </a:lnTo>
                <a:lnTo>
                  <a:pt x="47625" y="1247775"/>
                </a:lnTo>
                <a:close/>
                <a:moveTo>
                  <a:pt x="800100" y="1238250"/>
                </a:moveTo>
                <a:lnTo>
                  <a:pt x="809625" y="1238250"/>
                </a:lnTo>
                <a:lnTo>
                  <a:pt x="809625" y="1247775"/>
                </a:lnTo>
                <a:lnTo>
                  <a:pt x="800100" y="1247775"/>
                </a:lnTo>
                <a:close/>
                <a:moveTo>
                  <a:pt x="57150" y="1247775"/>
                </a:moveTo>
                <a:lnTo>
                  <a:pt x="66675" y="1247775"/>
                </a:lnTo>
                <a:lnTo>
                  <a:pt x="66675" y="1257300"/>
                </a:lnTo>
                <a:lnTo>
                  <a:pt x="57150" y="1257300"/>
                </a:lnTo>
                <a:close/>
                <a:moveTo>
                  <a:pt x="95250" y="1247775"/>
                </a:moveTo>
                <a:lnTo>
                  <a:pt x="104775" y="1247775"/>
                </a:lnTo>
                <a:lnTo>
                  <a:pt x="104775" y="1257300"/>
                </a:lnTo>
                <a:lnTo>
                  <a:pt x="114300" y="1257300"/>
                </a:lnTo>
                <a:lnTo>
                  <a:pt x="114300" y="1266825"/>
                </a:lnTo>
                <a:lnTo>
                  <a:pt x="95250" y="1266825"/>
                </a:lnTo>
                <a:close/>
                <a:moveTo>
                  <a:pt x="809625" y="1247775"/>
                </a:moveTo>
                <a:lnTo>
                  <a:pt x="819150" y="1247775"/>
                </a:lnTo>
                <a:lnTo>
                  <a:pt x="819150" y="1257300"/>
                </a:lnTo>
                <a:lnTo>
                  <a:pt x="809625" y="1257300"/>
                </a:lnTo>
                <a:close/>
                <a:moveTo>
                  <a:pt x="819150" y="1257300"/>
                </a:moveTo>
                <a:lnTo>
                  <a:pt x="828675" y="1257300"/>
                </a:lnTo>
                <a:lnTo>
                  <a:pt x="828675" y="1266825"/>
                </a:lnTo>
                <a:lnTo>
                  <a:pt x="819150" y="1266825"/>
                </a:lnTo>
                <a:close/>
                <a:moveTo>
                  <a:pt x="114300" y="1266825"/>
                </a:moveTo>
                <a:lnTo>
                  <a:pt x="123825" y="1266825"/>
                </a:lnTo>
                <a:lnTo>
                  <a:pt x="123825" y="1276350"/>
                </a:lnTo>
                <a:lnTo>
                  <a:pt x="114300" y="1276350"/>
                </a:lnTo>
                <a:close/>
                <a:moveTo>
                  <a:pt x="180975" y="1266825"/>
                </a:moveTo>
                <a:lnTo>
                  <a:pt x="190500" y="1266825"/>
                </a:lnTo>
                <a:lnTo>
                  <a:pt x="190500" y="1276350"/>
                </a:lnTo>
                <a:lnTo>
                  <a:pt x="180975" y="1276350"/>
                </a:lnTo>
                <a:close/>
                <a:moveTo>
                  <a:pt x="828675" y="1266825"/>
                </a:moveTo>
                <a:lnTo>
                  <a:pt x="838200" y="1266825"/>
                </a:lnTo>
                <a:lnTo>
                  <a:pt x="838200" y="1276350"/>
                </a:lnTo>
                <a:lnTo>
                  <a:pt x="828675" y="1276350"/>
                </a:lnTo>
                <a:close/>
                <a:moveTo>
                  <a:pt x="847725" y="1276350"/>
                </a:moveTo>
                <a:lnTo>
                  <a:pt x="866775" y="1276350"/>
                </a:lnTo>
                <a:lnTo>
                  <a:pt x="866775" y="1285875"/>
                </a:lnTo>
                <a:lnTo>
                  <a:pt x="847725" y="1285875"/>
                </a:lnTo>
                <a:close/>
                <a:moveTo>
                  <a:pt x="66675" y="1285875"/>
                </a:moveTo>
                <a:lnTo>
                  <a:pt x="76200" y="1285875"/>
                </a:lnTo>
                <a:lnTo>
                  <a:pt x="76200" y="1295400"/>
                </a:lnTo>
                <a:lnTo>
                  <a:pt x="66675" y="1295400"/>
                </a:lnTo>
                <a:close/>
                <a:moveTo>
                  <a:pt x="257175" y="1285875"/>
                </a:moveTo>
                <a:lnTo>
                  <a:pt x="266700" y="1285875"/>
                </a:lnTo>
                <a:lnTo>
                  <a:pt x="266700" y="1295400"/>
                </a:lnTo>
                <a:lnTo>
                  <a:pt x="257175" y="1295400"/>
                </a:lnTo>
                <a:close/>
                <a:moveTo>
                  <a:pt x="276225" y="1285875"/>
                </a:moveTo>
                <a:lnTo>
                  <a:pt x="285750" y="1285875"/>
                </a:lnTo>
                <a:lnTo>
                  <a:pt x="285750" y="1304925"/>
                </a:lnTo>
                <a:lnTo>
                  <a:pt x="295275" y="1304925"/>
                </a:lnTo>
                <a:lnTo>
                  <a:pt x="295275" y="1371600"/>
                </a:lnTo>
                <a:lnTo>
                  <a:pt x="304800" y="1371600"/>
                </a:lnTo>
                <a:lnTo>
                  <a:pt x="304800" y="1390650"/>
                </a:lnTo>
                <a:lnTo>
                  <a:pt x="285750" y="1390650"/>
                </a:lnTo>
                <a:lnTo>
                  <a:pt x="285750" y="1362075"/>
                </a:lnTo>
                <a:lnTo>
                  <a:pt x="276225" y="1362075"/>
                </a:lnTo>
                <a:lnTo>
                  <a:pt x="276225" y="1304925"/>
                </a:lnTo>
                <a:lnTo>
                  <a:pt x="266700" y="1304925"/>
                </a:lnTo>
                <a:lnTo>
                  <a:pt x="266700" y="1295400"/>
                </a:lnTo>
                <a:lnTo>
                  <a:pt x="276225" y="1295400"/>
                </a:lnTo>
                <a:close/>
                <a:moveTo>
                  <a:pt x="400050" y="1285875"/>
                </a:moveTo>
                <a:lnTo>
                  <a:pt x="419100" y="1285875"/>
                </a:lnTo>
                <a:lnTo>
                  <a:pt x="419100" y="1323975"/>
                </a:lnTo>
                <a:lnTo>
                  <a:pt x="400050" y="1323975"/>
                </a:lnTo>
                <a:close/>
                <a:moveTo>
                  <a:pt x="876300" y="1285875"/>
                </a:moveTo>
                <a:lnTo>
                  <a:pt x="1181100" y="1285875"/>
                </a:lnTo>
                <a:lnTo>
                  <a:pt x="1181100" y="1295400"/>
                </a:lnTo>
                <a:lnTo>
                  <a:pt x="876300" y="1295400"/>
                </a:lnTo>
                <a:close/>
                <a:moveTo>
                  <a:pt x="695325" y="1295400"/>
                </a:moveTo>
                <a:lnTo>
                  <a:pt x="714375" y="1295400"/>
                </a:lnTo>
                <a:lnTo>
                  <a:pt x="714375" y="1333500"/>
                </a:lnTo>
                <a:lnTo>
                  <a:pt x="695325" y="1333500"/>
                </a:lnTo>
                <a:close/>
                <a:moveTo>
                  <a:pt x="76200" y="1304925"/>
                </a:moveTo>
                <a:lnTo>
                  <a:pt x="85725" y="1304925"/>
                </a:lnTo>
                <a:lnTo>
                  <a:pt x="85725" y="1314450"/>
                </a:lnTo>
                <a:lnTo>
                  <a:pt x="76200" y="1314450"/>
                </a:lnTo>
                <a:close/>
                <a:moveTo>
                  <a:pt x="85725" y="1314450"/>
                </a:moveTo>
                <a:lnTo>
                  <a:pt x="95250" y="1314450"/>
                </a:lnTo>
                <a:lnTo>
                  <a:pt x="95250" y="1323975"/>
                </a:lnTo>
                <a:lnTo>
                  <a:pt x="85725" y="1323975"/>
                </a:lnTo>
                <a:close/>
                <a:moveTo>
                  <a:pt x="114300" y="1333500"/>
                </a:moveTo>
                <a:lnTo>
                  <a:pt x="123825" y="1333500"/>
                </a:lnTo>
                <a:lnTo>
                  <a:pt x="123825" y="1343025"/>
                </a:lnTo>
                <a:lnTo>
                  <a:pt x="114300" y="1343025"/>
                </a:lnTo>
                <a:close/>
                <a:moveTo>
                  <a:pt x="133350" y="1343025"/>
                </a:moveTo>
                <a:lnTo>
                  <a:pt x="142875" y="1343025"/>
                </a:lnTo>
                <a:lnTo>
                  <a:pt x="142875" y="1352550"/>
                </a:lnTo>
                <a:lnTo>
                  <a:pt x="133350" y="1352550"/>
                </a:lnTo>
                <a:close/>
                <a:moveTo>
                  <a:pt x="171450" y="1352550"/>
                </a:moveTo>
                <a:lnTo>
                  <a:pt x="180975" y="1352550"/>
                </a:lnTo>
                <a:lnTo>
                  <a:pt x="180975" y="1362075"/>
                </a:lnTo>
                <a:lnTo>
                  <a:pt x="171450" y="1362075"/>
                </a:lnTo>
                <a:close/>
                <a:moveTo>
                  <a:pt x="228600" y="1362075"/>
                </a:moveTo>
                <a:lnTo>
                  <a:pt x="238125" y="1362075"/>
                </a:lnTo>
                <a:lnTo>
                  <a:pt x="238125" y="1428750"/>
                </a:lnTo>
                <a:lnTo>
                  <a:pt x="228600" y="1428750"/>
                </a:lnTo>
                <a:lnTo>
                  <a:pt x="228600" y="1438275"/>
                </a:lnTo>
                <a:lnTo>
                  <a:pt x="219075" y="1438275"/>
                </a:lnTo>
                <a:lnTo>
                  <a:pt x="219075" y="1371600"/>
                </a:lnTo>
                <a:lnTo>
                  <a:pt x="228600" y="1371600"/>
                </a:lnTo>
                <a:close/>
                <a:moveTo>
                  <a:pt x="400050" y="1362075"/>
                </a:moveTo>
                <a:lnTo>
                  <a:pt x="419100" y="1362075"/>
                </a:lnTo>
                <a:lnTo>
                  <a:pt x="419100" y="1409700"/>
                </a:lnTo>
                <a:lnTo>
                  <a:pt x="400050" y="1409700"/>
                </a:lnTo>
                <a:close/>
                <a:moveTo>
                  <a:pt x="695325" y="1362075"/>
                </a:moveTo>
                <a:lnTo>
                  <a:pt x="714375" y="1362075"/>
                </a:lnTo>
                <a:lnTo>
                  <a:pt x="714375" y="1419225"/>
                </a:lnTo>
                <a:lnTo>
                  <a:pt x="695325" y="1419225"/>
                </a:lnTo>
                <a:close/>
                <a:moveTo>
                  <a:pt x="628650" y="1381125"/>
                </a:moveTo>
                <a:lnTo>
                  <a:pt x="647700" y="1381125"/>
                </a:lnTo>
                <a:lnTo>
                  <a:pt x="647700" y="1400175"/>
                </a:lnTo>
                <a:lnTo>
                  <a:pt x="628650" y="1400175"/>
                </a:lnTo>
                <a:close/>
                <a:moveTo>
                  <a:pt x="285750" y="1409700"/>
                </a:moveTo>
                <a:lnTo>
                  <a:pt x="304800" y="1409700"/>
                </a:lnTo>
                <a:lnTo>
                  <a:pt x="304800" y="1428750"/>
                </a:lnTo>
                <a:lnTo>
                  <a:pt x="314325" y="1428750"/>
                </a:lnTo>
                <a:lnTo>
                  <a:pt x="314325" y="1447800"/>
                </a:lnTo>
                <a:lnTo>
                  <a:pt x="304800" y="1447800"/>
                </a:lnTo>
                <a:lnTo>
                  <a:pt x="304800" y="1438275"/>
                </a:lnTo>
                <a:lnTo>
                  <a:pt x="295275" y="1438275"/>
                </a:lnTo>
                <a:lnTo>
                  <a:pt x="295275" y="1419225"/>
                </a:lnTo>
                <a:lnTo>
                  <a:pt x="285750" y="1419225"/>
                </a:lnTo>
                <a:close/>
                <a:moveTo>
                  <a:pt x="238125" y="1428750"/>
                </a:moveTo>
                <a:lnTo>
                  <a:pt x="247650" y="1428750"/>
                </a:lnTo>
                <a:lnTo>
                  <a:pt x="247650" y="1438275"/>
                </a:lnTo>
                <a:lnTo>
                  <a:pt x="238125" y="1438275"/>
                </a:lnTo>
                <a:close/>
                <a:moveTo>
                  <a:pt x="409575" y="1428750"/>
                </a:moveTo>
                <a:lnTo>
                  <a:pt x="428625" y="1428750"/>
                </a:lnTo>
                <a:lnTo>
                  <a:pt x="428625" y="1457325"/>
                </a:lnTo>
                <a:lnTo>
                  <a:pt x="409575" y="1457325"/>
                </a:lnTo>
                <a:close/>
                <a:moveTo>
                  <a:pt x="257175" y="1438275"/>
                </a:moveTo>
                <a:lnTo>
                  <a:pt x="276225" y="1438275"/>
                </a:lnTo>
                <a:lnTo>
                  <a:pt x="276225" y="1447800"/>
                </a:lnTo>
                <a:lnTo>
                  <a:pt x="257175" y="1447800"/>
                </a:lnTo>
                <a:close/>
                <a:moveTo>
                  <a:pt x="704850" y="1438275"/>
                </a:moveTo>
                <a:lnTo>
                  <a:pt x="723900" y="1438275"/>
                </a:lnTo>
                <a:lnTo>
                  <a:pt x="723900" y="1476375"/>
                </a:lnTo>
                <a:lnTo>
                  <a:pt x="714375" y="1476375"/>
                </a:lnTo>
                <a:lnTo>
                  <a:pt x="714375" y="1514475"/>
                </a:lnTo>
                <a:lnTo>
                  <a:pt x="695325" y="1514475"/>
                </a:lnTo>
                <a:lnTo>
                  <a:pt x="695325" y="1495425"/>
                </a:lnTo>
                <a:lnTo>
                  <a:pt x="704850" y="1495425"/>
                </a:lnTo>
                <a:lnTo>
                  <a:pt x="704850" y="1476375"/>
                </a:lnTo>
                <a:lnTo>
                  <a:pt x="695325" y="1476375"/>
                </a:lnTo>
                <a:lnTo>
                  <a:pt x="695325" y="1466850"/>
                </a:lnTo>
                <a:lnTo>
                  <a:pt x="704850" y="1466850"/>
                </a:lnTo>
                <a:close/>
                <a:moveTo>
                  <a:pt x="638175" y="1447800"/>
                </a:moveTo>
                <a:lnTo>
                  <a:pt x="647700" y="1447800"/>
                </a:lnTo>
                <a:lnTo>
                  <a:pt x="647700" y="1457325"/>
                </a:lnTo>
                <a:lnTo>
                  <a:pt x="638175" y="1457325"/>
                </a:lnTo>
                <a:close/>
                <a:moveTo>
                  <a:pt x="428625" y="1457325"/>
                </a:moveTo>
                <a:lnTo>
                  <a:pt x="438150" y="1457325"/>
                </a:lnTo>
                <a:lnTo>
                  <a:pt x="438150" y="1466850"/>
                </a:lnTo>
                <a:lnTo>
                  <a:pt x="428625" y="1466850"/>
                </a:lnTo>
                <a:close/>
                <a:moveTo>
                  <a:pt x="590550" y="1457325"/>
                </a:moveTo>
                <a:lnTo>
                  <a:pt x="600075" y="1457325"/>
                </a:lnTo>
                <a:lnTo>
                  <a:pt x="600075" y="1466850"/>
                </a:lnTo>
                <a:lnTo>
                  <a:pt x="590550" y="1466850"/>
                </a:lnTo>
                <a:close/>
                <a:moveTo>
                  <a:pt x="228600" y="1466850"/>
                </a:moveTo>
                <a:lnTo>
                  <a:pt x="238125" y="1466850"/>
                </a:lnTo>
                <a:lnTo>
                  <a:pt x="238125" y="1504950"/>
                </a:lnTo>
                <a:lnTo>
                  <a:pt x="228600" y="1504950"/>
                </a:lnTo>
                <a:close/>
                <a:moveTo>
                  <a:pt x="457200" y="1466850"/>
                </a:moveTo>
                <a:lnTo>
                  <a:pt x="561975" y="1466850"/>
                </a:lnTo>
                <a:lnTo>
                  <a:pt x="561975" y="1476375"/>
                </a:lnTo>
                <a:lnTo>
                  <a:pt x="457200" y="1476375"/>
                </a:lnTo>
                <a:close/>
                <a:moveTo>
                  <a:pt x="314325" y="1476375"/>
                </a:moveTo>
                <a:lnTo>
                  <a:pt x="323850" y="1476375"/>
                </a:lnTo>
                <a:lnTo>
                  <a:pt x="323850" y="1485900"/>
                </a:lnTo>
                <a:lnTo>
                  <a:pt x="333375" y="1485900"/>
                </a:lnTo>
                <a:lnTo>
                  <a:pt x="333375" y="1495425"/>
                </a:lnTo>
                <a:lnTo>
                  <a:pt x="400050" y="1495425"/>
                </a:lnTo>
                <a:lnTo>
                  <a:pt x="400050" y="1514475"/>
                </a:lnTo>
                <a:lnTo>
                  <a:pt x="333375" y="1514475"/>
                </a:lnTo>
                <a:lnTo>
                  <a:pt x="333375" y="1504950"/>
                </a:lnTo>
                <a:lnTo>
                  <a:pt x="323850" y="1504950"/>
                </a:lnTo>
                <a:lnTo>
                  <a:pt x="323850" y="1495425"/>
                </a:lnTo>
                <a:lnTo>
                  <a:pt x="314325" y="1495425"/>
                </a:lnTo>
                <a:close/>
                <a:moveTo>
                  <a:pt x="685800" y="1476375"/>
                </a:moveTo>
                <a:lnTo>
                  <a:pt x="695325" y="1476375"/>
                </a:lnTo>
                <a:lnTo>
                  <a:pt x="695325" y="1485900"/>
                </a:lnTo>
                <a:lnTo>
                  <a:pt x="685800" y="1485900"/>
                </a:lnTo>
                <a:close/>
                <a:moveTo>
                  <a:pt x="647700" y="1485900"/>
                </a:moveTo>
                <a:lnTo>
                  <a:pt x="685800" y="1485900"/>
                </a:lnTo>
                <a:lnTo>
                  <a:pt x="685800" y="1504950"/>
                </a:lnTo>
                <a:lnTo>
                  <a:pt x="647700" y="1504950"/>
                </a:lnTo>
                <a:close/>
                <a:moveTo>
                  <a:pt x="638175" y="1504950"/>
                </a:moveTo>
                <a:lnTo>
                  <a:pt x="647700" y="1504950"/>
                </a:lnTo>
                <a:lnTo>
                  <a:pt x="647700" y="1533525"/>
                </a:lnTo>
                <a:lnTo>
                  <a:pt x="638175" y="1533525"/>
                </a:lnTo>
                <a:close/>
                <a:moveTo>
                  <a:pt x="400050" y="1514475"/>
                </a:moveTo>
                <a:lnTo>
                  <a:pt x="409575" y="1514475"/>
                </a:lnTo>
                <a:lnTo>
                  <a:pt x="409575" y="1524000"/>
                </a:lnTo>
                <a:lnTo>
                  <a:pt x="400050" y="1524000"/>
                </a:lnTo>
                <a:close/>
                <a:moveTo>
                  <a:pt x="409575" y="1533525"/>
                </a:moveTo>
                <a:lnTo>
                  <a:pt x="419100" y="1533525"/>
                </a:lnTo>
                <a:lnTo>
                  <a:pt x="419100" y="1543050"/>
                </a:lnTo>
                <a:lnTo>
                  <a:pt x="409575" y="1543050"/>
                </a:lnTo>
                <a:close/>
                <a:moveTo>
                  <a:pt x="685800" y="1533525"/>
                </a:moveTo>
                <a:lnTo>
                  <a:pt x="714375" y="1533525"/>
                </a:lnTo>
                <a:lnTo>
                  <a:pt x="714375" y="1562100"/>
                </a:lnTo>
                <a:lnTo>
                  <a:pt x="723900" y="1562100"/>
                </a:lnTo>
                <a:lnTo>
                  <a:pt x="723900" y="1581150"/>
                </a:lnTo>
                <a:lnTo>
                  <a:pt x="714375" y="1581150"/>
                </a:lnTo>
                <a:lnTo>
                  <a:pt x="714375" y="1619250"/>
                </a:lnTo>
                <a:lnTo>
                  <a:pt x="704850" y="1619250"/>
                </a:lnTo>
                <a:lnTo>
                  <a:pt x="704850" y="1628775"/>
                </a:lnTo>
                <a:lnTo>
                  <a:pt x="695325" y="1628775"/>
                </a:lnTo>
                <a:lnTo>
                  <a:pt x="695325" y="1657350"/>
                </a:lnTo>
                <a:lnTo>
                  <a:pt x="685800" y="1657350"/>
                </a:lnTo>
                <a:lnTo>
                  <a:pt x="685800" y="1666875"/>
                </a:lnTo>
                <a:lnTo>
                  <a:pt x="676275" y="1666875"/>
                </a:lnTo>
                <a:lnTo>
                  <a:pt x="676275" y="1676400"/>
                </a:lnTo>
                <a:lnTo>
                  <a:pt x="666750" y="1676400"/>
                </a:lnTo>
                <a:lnTo>
                  <a:pt x="666750" y="1647825"/>
                </a:lnTo>
                <a:lnTo>
                  <a:pt x="657225" y="1647825"/>
                </a:lnTo>
                <a:lnTo>
                  <a:pt x="657225" y="1638300"/>
                </a:lnTo>
                <a:lnTo>
                  <a:pt x="685800" y="1638300"/>
                </a:lnTo>
                <a:lnTo>
                  <a:pt x="685800" y="1619250"/>
                </a:lnTo>
                <a:lnTo>
                  <a:pt x="676275" y="1619250"/>
                </a:lnTo>
                <a:lnTo>
                  <a:pt x="676275" y="1609725"/>
                </a:lnTo>
                <a:lnTo>
                  <a:pt x="685800" y="1609725"/>
                </a:lnTo>
                <a:lnTo>
                  <a:pt x="685800" y="1581150"/>
                </a:lnTo>
                <a:lnTo>
                  <a:pt x="704850" y="1581150"/>
                </a:lnTo>
                <a:lnTo>
                  <a:pt x="704850" y="1552575"/>
                </a:lnTo>
                <a:lnTo>
                  <a:pt x="695325" y="1552575"/>
                </a:lnTo>
                <a:lnTo>
                  <a:pt x="695325" y="1562100"/>
                </a:lnTo>
                <a:lnTo>
                  <a:pt x="657225" y="1562100"/>
                </a:lnTo>
                <a:lnTo>
                  <a:pt x="657225" y="1552575"/>
                </a:lnTo>
                <a:lnTo>
                  <a:pt x="647700" y="1552575"/>
                </a:lnTo>
                <a:lnTo>
                  <a:pt x="647700" y="1543050"/>
                </a:lnTo>
                <a:lnTo>
                  <a:pt x="657225" y="1543050"/>
                </a:lnTo>
                <a:lnTo>
                  <a:pt x="657225" y="1552575"/>
                </a:lnTo>
                <a:lnTo>
                  <a:pt x="685800" y="1552575"/>
                </a:lnTo>
                <a:close/>
                <a:moveTo>
                  <a:pt x="323850" y="1552575"/>
                </a:moveTo>
                <a:lnTo>
                  <a:pt x="333375" y="1552575"/>
                </a:lnTo>
                <a:lnTo>
                  <a:pt x="333375" y="1590675"/>
                </a:lnTo>
                <a:lnTo>
                  <a:pt x="323850" y="1590675"/>
                </a:lnTo>
                <a:close/>
                <a:moveTo>
                  <a:pt x="419100" y="1552575"/>
                </a:moveTo>
                <a:lnTo>
                  <a:pt x="428625" y="1552575"/>
                </a:lnTo>
                <a:lnTo>
                  <a:pt x="428625" y="1581150"/>
                </a:lnTo>
                <a:lnTo>
                  <a:pt x="419100" y="1581150"/>
                </a:lnTo>
                <a:close/>
                <a:moveTo>
                  <a:pt x="238125" y="1581150"/>
                </a:moveTo>
                <a:lnTo>
                  <a:pt x="247650" y="1581150"/>
                </a:lnTo>
                <a:lnTo>
                  <a:pt x="247650" y="1600200"/>
                </a:lnTo>
                <a:lnTo>
                  <a:pt x="238125" y="1600200"/>
                </a:lnTo>
                <a:close/>
                <a:moveTo>
                  <a:pt x="409575" y="1581150"/>
                </a:moveTo>
                <a:lnTo>
                  <a:pt x="419100" y="1581150"/>
                </a:lnTo>
                <a:lnTo>
                  <a:pt x="419100" y="1590675"/>
                </a:lnTo>
                <a:lnTo>
                  <a:pt x="409575" y="1590675"/>
                </a:lnTo>
                <a:close/>
                <a:moveTo>
                  <a:pt x="333375" y="1600200"/>
                </a:moveTo>
                <a:lnTo>
                  <a:pt x="342900" y="1600200"/>
                </a:lnTo>
                <a:lnTo>
                  <a:pt x="342900" y="1609725"/>
                </a:lnTo>
                <a:lnTo>
                  <a:pt x="361950" y="1609725"/>
                </a:lnTo>
                <a:lnTo>
                  <a:pt x="361950" y="1619250"/>
                </a:lnTo>
                <a:lnTo>
                  <a:pt x="352425" y="1619250"/>
                </a:lnTo>
                <a:lnTo>
                  <a:pt x="352425" y="1647825"/>
                </a:lnTo>
                <a:lnTo>
                  <a:pt x="333375" y="1647825"/>
                </a:lnTo>
                <a:lnTo>
                  <a:pt x="333375" y="1638300"/>
                </a:lnTo>
                <a:lnTo>
                  <a:pt x="323850" y="1638300"/>
                </a:lnTo>
                <a:lnTo>
                  <a:pt x="323850" y="1619250"/>
                </a:lnTo>
                <a:lnTo>
                  <a:pt x="333375" y="1619250"/>
                </a:lnTo>
                <a:close/>
                <a:moveTo>
                  <a:pt x="495300" y="1619250"/>
                </a:moveTo>
                <a:lnTo>
                  <a:pt x="514350" y="1619250"/>
                </a:lnTo>
                <a:lnTo>
                  <a:pt x="514350" y="1638300"/>
                </a:lnTo>
                <a:lnTo>
                  <a:pt x="495300" y="1638300"/>
                </a:lnTo>
                <a:close/>
                <a:moveTo>
                  <a:pt x="666750" y="1619250"/>
                </a:moveTo>
                <a:lnTo>
                  <a:pt x="676275" y="1619250"/>
                </a:lnTo>
                <a:lnTo>
                  <a:pt x="676275" y="1628775"/>
                </a:lnTo>
                <a:lnTo>
                  <a:pt x="666750" y="1628775"/>
                </a:lnTo>
                <a:close/>
                <a:moveTo>
                  <a:pt x="361950" y="1628775"/>
                </a:moveTo>
                <a:lnTo>
                  <a:pt x="390525" y="1628775"/>
                </a:lnTo>
                <a:lnTo>
                  <a:pt x="390525" y="1638300"/>
                </a:lnTo>
                <a:lnTo>
                  <a:pt x="400050" y="1638300"/>
                </a:lnTo>
                <a:lnTo>
                  <a:pt x="400050" y="1647825"/>
                </a:lnTo>
                <a:lnTo>
                  <a:pt x="371475" y="1647825"/>
                </a:lnTo>
                <a:lnTo>
                  <a:pt x="371475" y="1666875"/>
                </a:lnTo>
                <a:lnTo>
                  <a:pt x="361950" y="1666875"/>
                </a:lnTo>
                <a:close/>
                <a:moveTo>
                  <a:pt x="247650" y="1647825"/>
                </a:moveTo>
                <a:lnTo>
                  <a:pt x="257175" y="1647825"/>
                </a:lnTo>
                <a:lnTo>
                  <a:pt x="257175" y="1685925"/>
                </a:lnTo>
                <a:lnTo>
                  <a:pt x="247650" y="1685925"/>
                </a:lnTo>
                <a:close/>
                <a:moveTo>
                  <a:pt x="657225" y="1676400"/>
                </a:moveTo>
                <a:lnTo>
                  <a:pt x="666750" y="1676400"/>
                </a:lnTo>
                <a:lnTo>
                  <a:pt x="666750" y="1704975"/>
                </a:lnTo>
                <a:lnTo>
                  <a:pt x="657225" y="1704975"/>
                </a:lnTo>
                <a:close/>
                <a:moveTo>
                  <a:pt x="485775" y="1685925"/>
                </a:moveTo>
                <a:lnTo>
                  <a:pt x="504825" y="1685925"/>
                </a:lnTo>
                <a:lnTo>
                  <a:pt x="504825" y="1704975"/>
                </a:lnTo>
                <a:lnTo>
                  <a:pt x="485775" y="1704975"/>
                </a:lnTo>
                <a:close/>
                <a:moveTo>
                  <a:pt x="247650" y="1724025"/>
                </a:moveTo>
                <a:lnTo>
                  <a:pt x="257175" y="1724025"/>
                </a:lnTo>
                <a:lnTo>
                  <a:pt x="257175" y="1743075"/>
                </a:lnTo>
                <a:lnTo>
                  <a:pt x="247650" y="1743075"/>
                </a:lnTo>
                <a:close/>
                <a:moveTo>
                  <a:pt x="476250" y="1733550"/>
                </a:moveTo>
                <a:lnTo>
                  <a:pt x="495300" y="1733550"/>
                </a:lnTo>
                <a:lnTo>
                  <a:pt x="495300" y="1743075"/>
                </a:lnTo>
                <a:lnTo>
                  <a:pt x="476250" y="1743075"/>
                </a:lnTo>
                <a:close/>
                <a:moveTo>
                  <a:pt x="657225" y="1733550"/>
                </a:moveTo>
                <a:lnTo>
                  <a:pt x="666750" y="1733550"/>
                </a:lnTo>
                <a:lnTo>
                  <a:pt x="666750" y="1743075"/>
                </a:lnTo>
                <a:lnTo>
                  <a:pt x="657225" y="1743075"/>
                </a:lnTo>
                <a:close/>
                <a:moveTo>
                  <a:pt x="257175" y="1743075"/>
                </a:moveTo>
                <a:lnTo>
                  <a:pt x="333375" y="1743075"/>
                </a:lnTo>
                <a:lnTo>
                  <a:pt x="333375" y="1752600"/>
                </a:lnTo>
                <a:lnTo>
                  <a:pt x="257175" y="1752600"/>
                </a:lnTo>
                <a:close/>
                <a:moveTo>
                  <a:pt x="390525" y="1743075"/>
                </a:moveTo>
                <a:lnTo>
                  <a:pt x="476250" y="1743075"/>
                </a:lnTo>
                <a:lnTo>
                  <a:pt x="476250" y="1752600"/>
                </a:lnTo>
                <a:lnTo>
                  <a:pt x="390525" y="1752600"/>
                </a:lnTo>
                <a:close/>
                <a:moveTo>
                  <a:pt x="504825" y="1743075"/>
                </a:moveTo>
                <a:lnTo>
                  <a:pt x="514350" y="1743075"/>
                </a:lnTo>
                <a:lnTo>
                  <a:pt x="514350" y="1752600"/>
                </a:lnTo>
                <a:lnTo>
                  <a:pt x="504825" y="1752600"/>
                </a:lnTo>
                <a:close/>
                <a:moveTo>
                  <a:pt x="600075" y="1743075"/>
                </a:moveTo>
                <a:lnTo>
                  <a:pt x="657225" y="1743075"/>
                </a:lnTo>
                <a:lnTo>
                  <a:pt x="657225" y="1752600"/>
                </a:lnTo>
                <a:lnTo>
                  <a:pt x="600075" y="1752600"/>
                </a:lnTo>
                <a:close/>
              </a:path>
            </a:pathLst>
          </a:custGeom>
          <a:solidFill xmlns:a="http://schemas.openxmlformats.org/drawingml/2006/main">
            <a:srgbClr val="A1AAA0"/>
          </a:solidFill>
          <a:ln xmlns:a="http://schemas.openxmlformats.org/drawingml/2006/main" w="0">
            <a:noFill/>
          </a:ln>
        </p:spPr>
      </p:sp>
      <p:sp>
        <p:nvSpPr>
          <p:cNvPr id="64" name="turno2 vector #667062">
            <a:extLst xmlns:a="http://schemas.openxmlformats.org/drawingml/2006/main">
              <a:ext uri="{FF2B5EF4-FFF2-40B4-BE49-F238E27FC236}">
                <a16:creationId xmlns:a16="http://schemas.microsoft.com/office/drawing/2014/main" id="{08E5A03E-7B31-4EF0-8404-573A0A96E1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86975" y="2514600"/>
            <a:ext cx="1828800" cy="2724150"/>
          </a:xfrm>
          <a:custGeom xmlns:a="http://schemas.openxmlformats.org/drawingml/2006/main">
            <a:pathLst>
              <a:path w="1181100" h="1762125">
                <a:moveTo>
                  <a:pt x="581025" y="28575"/>
                </a:moveTo>
                <a:lnTo>
                  <a:pt x="590550" y="28575"/>
                </a:lnTo>
                <a:lnTo>
                  <a:pt x="590550" y="38100"/>
                </a:lnTo>
                <a:lnTo>
                  <a:pt x="581025" y="38100"/>
                </a:lnTo>
                <a:close/>
                <a:moveTo>
                  <a:pt x="638175" y="28575"/>
                </a:moveTo>
                <a:lnTo>
                  <a:pt x="657225" y="28575"/>
                </a:lnTo>
                <a:lnTo>
                  <a:pt x="657225" y="38100"/>
                </a:lnTo>
                <a:lnTo>
                  <a:pt x="638175" y="38100"/>
                </a:lnTo>
                <a:close/>
                <a:moveTo>
                  <a:pt x="561975" y="38100"/>
                </a:moveTo>
                <a:lnTo>
                  <a:pt x="571500" y="38100"/>
                </a:lnTo>
                <a:lnTo>
                  <a:pt x="571500" y="47625"/>
                </a:lnTo>
                <a:lnTo>
                  <a:pt x="561975" y="47625"/>
                </a:lnTo>
                <a:close/>
                <a:moveTo>
                  <a:pt x="838200" y="57150"/>
                </a:moveTo>
                <a:lnTo>
                  <a:pt x="847725" y="57150"/>
                </a:lnTo>
                <a:lnTo>
                  <a:pt x="847725" y="66675"/>
                </a:lnTo>
                <a:lnTo>
                  <a:pt x="838200" y="66675"/>
                </a:lnTo>
                <a:close/>
                <a:moveTo>
                  <a:pt x="533400" y="66675"/>
                </a:moveTo>
                <a:lnTo>
                  <a:pt x="542925" y="66675"/>
                </a:lnTo>
                <a:lnTo>
                  <a:pt x="542925" y="76200"/>
                </a:lnTo>
                <a:lnTo>
                  <a:pt x="533400" y="76200"/>
                </a:lnTo>
                <a:close/>
                <a:moveTo>
                  <a:pt x="790575" y="66675"/>
                </a:moveTo>
                <a:lnTo>
                  <a:pt x="800100" y="66675"/>
                </a:lnTo>
                <a:lnTo>
                  <a:pt x="800100" y="76200"/>
                </a:lnTo>
                <a:lnTo>
                  <a:pt x="809625" y="76200"/>
                </a:lnTo>
                <a:lnTo>
                  <a:pt x="809625" y="85725"/>
                </a:lnTo>
                <a:lnTo>
                  <a:pt x="790575" y="85725"/>
                </a:lnTo>
                <a:close/>
                <a:moveTo>
                  <a:pt x="847725" y="66675"/>
                </a:moveTo>
                <a:lnTo>
                  <a:pt x="857250" y="66675"/>
                </a:lnTo>
                <a:lnTo>
                  <a:pt x="857250" y="76200"/>
                </a:lnTo>
                <a:lnTo>
                  <a:pt x="847725" y="76200"/>
                </a:lnTo>
                <a:close/>
                <a:moveTo>
                  <a:pt x="590550" y="76200"/>
                </a:moveTo>
                <a:lnTo>
                  <a:pt x="600075" y="76200"/>
                </a:lnTo>
                <a:lnTo>
                  <a:pt x="600075" y="85725"/>
                </a:lnTo>
                <a:lnTo>
                  <a:pt x="590550" y="85725"/>
                </a:lnTo>
                <a:close/>
                <a:moveTo>
                  <a:pt x="409575" y="85725"/>
                </a:moveTo>
                <a:lnTo>
                  <a:pt x="419100" y="85725"/>
                </a:lnTo>
                <a:lnTo>
                  <a:pt x="419100" y="95250"/>
                </a:lnTo>
                <a:lnTo>
                  <a:pt x="409575" y="95250"/>
                </a:lnTo>
                <a:close/>
                <a:moveTo>
                  <a:pt x="438150" y="85725"/>
                </a:moveTo>
                <a:lnTo>
                  <a:pt x="447675" y="85725"/>
                </a:lnTo>
                <a:lnTo>
                  <a:pt x="447675" y="95250"/>
                </a:lnTo>
                <a:lnTo>
                  <a:pt x="438150" y="95250"/>
                </a:lnTo>
                <a:close/>
                <a:moveTo>
                  <a:pt x="581025" y="85725"/>
                </a:moveTo>
                <a:lnTo>
                  <a:pt x="590550" y="85725"/>
                </a:lnTo>
                <a:lnTo>
                  <a:pt x="590550" y="95250"/>
                </a:lnTo>
                <a:lnTo>
                  <a:pt x="581025" y="95250"/>
                </a:lnTo>
                <a:close/>
                <a:moveTo>
                  <a:pt x="704850" y="85725"/>
                </a:moveTo>
                <a:lnTo>
                  <a:pt x="714375" y="85725"/>
                </a:lnTo>
                <a:lnTo>
                  <a:pt x="714375" y="114300"/>
                </a:lnTo>
                <a:lnTo>
                  <a:pt x="704850" y="114300"/>
                </a:lnTo>
                <a:close/>
                <a:moveTo>
                  <a:pt x="828675" y="85725"/>
                </a:moveTo>
                <a:lnTo>
                  <a:pt x="838200" y="85725"/>
                </a:lnTo>
                <a:lnTo>
                  <a:pt x="838200" y="95250"/>
                </a:lnTo>
                <a:lnTo>
                  <a:pt x="828675" y="95250"/>
                </a:lnTo>
                <a:close/>
                <a:moveTo>
                  <a:pt x="400050" y="95250"/>
                </a:moveTo>
                <a:lnTo>
                  <a:pt x="409575" y="95250"/>
                </a:lnTo>
                <a:lnTo>
                  <a:pt x="409575" y="123825"/>
                </a:lnTo>
                <a:lnTo>
                  <a:pt x="400050" y="123825"/>
                </a:lnTo>
                <a:lnTo>
                  <a:pt x="400050" y="114300"/>
                </a:lnTo>
                <a:lnTo>
                  <a:pt x="390525" y="114300"/>
                </a:lnTo>
                <a:lnTo>
                  <a:pt x="390525" y="104775"/>
                </a:lnTo>
                <a:lnTo>
                  <a:pt x="400050" y="104775"/>
                </a:lnTo>
                <a:close/>
                <a:moveTo>
                  <a:pt x="447675" y="95250"/>
                </a:moveTo>
                <a:lnTo>
                  <a:pt x="457200" y="95250"/>
                </a:lnTo>
                <a:lnTo>
                  <a:pt x="457200" y="104775"/>
                </a:lnTo>
                <a:lnTo>
                  <a:pt x="447675" y="104775"/>
                </a:lnTo>
                <a:close/>
                <a:moveTo>
                  <a:pt x="533400" y="95250"/>
                </a:moveTo>
                <a:lnTo>
                  <a:pt x="542925" y="95250"/>
                </a:lnTo>
                <a:lnTo>
                  <a:pt x="542925" y="104775"/>
                </a:lnTo>
                <a:lnTo>
                  <a:pt x="571500" y="104775"/>
                </a:lnTo>
                <a:lnTo>
                  <a:pt x="571500" y="95250"/>
                </a:lnTo>
                <a:lnTo>
                  <a:pt x="581025" y="95250"/>
                </a:lnTo>
                <a:lnTo>
                  <a:pt x="581025" y="104775"/>
                </a:lnTo>
                <a:lnTo>
                  <a:pt x="571500" y="104775"/>
                </a:lnTo>
                <a:lnTo>
                  <a:pt x="571500" y="114300"/>
                </a:lnTo>
                <a:lnTo>
                  <a:pt x="533400" y="114300"/>
                </a:lnTo>
                <a:close/>
                <a:moveTo>
                  <a:pt x="647700" y="95250"/>
                </a:moveTo>
                <a:lnTo>
                  <a:pt x="657225" y="95250"/>
                </a:lnTo>
                <a:lnTo>
                  <a:pt x="657225" y="114300"/>
                </a:lnTo>
                <a:lnTo>
                  <a:pt x="647700" y="114300"/>
                </a:lnTo>
                <a:close/>
                <a:moveTo>
                  <a:pt x="809625" y="104775"/>
                </a:moveTo>
                <a:lnTo>
                  <a:pt x="819150" y="104775"/>
                </a:lnTo>
                <a:lnTo>
                  <a:pt x="819150" y="114300"/>
                </a:lnTo>
                <a:lnTo>
                  <a:pt x="809625" y="114300"/>
                </a:lnTo>
                <a:close/>
                <a:moveTo>
                  <a:pt x="847725" y="104775"/>
                </a:moveTo>
                <a:lnTo>
                  <a:pt x="857250" y="104775"/>
                </a:lnTo>
                <a:lnTo>
                  <a:pt x="857250" y="114300"/>
                </a:lnTo>
                <a:lnTo>
                  <a:pt x="847725" y="114300"/>
                </a:lnTo>
                <a:close/>
                <a:moveTo>
                  <a:pt x="800100" y="114300"/>
                </a:moveTo>
                <a:lnTo>
                  <a:pt x="809625" y="114300"/>
                </a:lnTo>
                <a:lnTo>
                  <a:pt x="809625" y="133350"/>
                </a:lnTo>
                <a:lnTo>
                  <a:pt x="800100" y="133350"/>
                </a:lnTo>
                <a:close/>
                <a:moveTo>
                  <a:pt x="838200" y="114300"/>
                </a:moveTo>
                <a:lnTo>
                  <a:pt x="847725" y="114300"/>
                </a:lnTo>
                <a:lnTo>
                  <a:pt x="847725" y="123825"/>
                </a:lnTo>
                <a:lnTo>
                  <a:pt x="838200" y="123825"/>
                </a:lnTo>
                <a:close/>
                <a:moveTo>
                  <a:pt x="428625" y="123825"/>
                </a:moveTo>
                <a:lnTo>
                  <a:pt x="438150" y="123825"/>
                </a:lnTo>
                <a:lnTo>
                  <a:pt x="438150" y="152400"/>
                </a:lnTo>
                <a:lnTo>
                  <a:pt x="419100" y="152400"/>
                </a:lnTo>
                <a:lnTo>
                  <a:pt x="419100" y="142875"/>
                </a:lnTo>
                <a:lnTo>
                  <a:pt x="428625" y="142875"/>
                </a:lnTo>
                <a:close/>
                <a:moveTo>
                  <a:pt x="638175" y="123825"/>
                </a:moveTo>
                <a:lnTo>
                  <a:pt x="647700" y="123825"/>
                </a:lnTo>
                <a:lnTo>
                  <a:pt x="647700" y="133350"/>
                </a:lnTo>
                <a:lnTo>
                  <a:pt x="638175" y="133350"/>
                </a:lnTo>
                <a:close/>
                <a:moveTo>
                  <a:pt x="819150" y="123825"/>
                </a:moveTo>
                <a:lnTo>
                  <a:pt x="828675" y="123825"/>
                </a:lnTo>
                <a:lnTo>
                  <a:pt x="828675" y="133350"/>
                </a:lnTo>
                <a:lnTo>
                  <a:pt x="819150" y="133350"/>
                </a:lnTo>
                <a:close/>
                <a:moveTo>
                  <a:pt x="628650" y="133350"/>
                </a:moveTo>
                <a:lnTo>
                  <a:pt x="638175" y="133350"/>
                </a:lnTo>
                <a:lnTo>
                  <a:pt x="638175" y="142875"/>
                </a:lnTo>
                <a:lnTo>
                  <a:pt x="628650" y="142875"/>
                </a:lnTo>
                <a:close/>
                <a:moveTo>
                  <a:pt x="695325" y="133350"/>
                </a:moveTo>
                <a:lnTo>
                  <a:pt x="704850" y="133350"/>
                </a:lnTo>
                <a:lnTo>
                  <a:pt x="704850" y="142875"/>
                </a:lnTo>
                <a:lnTo>
                  <a:pt x="695325" y="142875"/>
                </a:lnTo>
                <a:close/>
                <a:moveTo>
                  <a:pt x="790575" y="152400"/>
                </a:moveTo>
                <a:lnTo>
                  <a:pt x="800100" y="152400"/>
                </a:lnTo>
                <a:lnTo>
                  <a:pt x="800100" y="161925"/>
                </a:lnTo>
                <a:lnTo>
                  <a:pt x="790575" y="161925"/>
                </a:lnTo>
                <a:close/>
                <a:moveTo>
                  <a:pt x="666750" y="161925"/>
                </a:moveTo>
                <a:lnTo>
                  <a:pt x="676275" y="161925"/>
                </a:lnTo>
                <a:lnTo>
                  <a:pt x="676275" y="171450"/>
                </a:lnTo>
                <a:lnTo>
                  <a:pt x="666750" y="171450"/>
                </a:lnTo>
                <a:close/>
                <a:moveTo>
                  <a:pt x="590550" y="171450"/>
                </a:moveTo>
                <a:lnTo>
                  <a:pt x="600075" y="171450"/>
                </a:lnTo>
                <a:lnTo>
                  <a:pt x="600075" y="180975"/>
                </a:lnTo>
                <a:lnTo>
                  <a:pt x="590550" y="180975"/>
                </a:lnTo>
                <a:close/>
                <a:moveTo>
                  <a:pt x="790575" y="171450"/>
                </a:moveTo>
                <a:lnTo>
                  <a:pt x="800100" y="171450"/>
                </a:lnTo>
                <a:lnTo>
                  <a:pt x="800100" y="180975"/>
                </a:lnTo>
                <a:lnTo>
                  <a:pt x="790575" y="180975"/>
                </a:lnTo>
                <a:close/>
                <a:moveTo>
                  <a:pt x="285750" y="190500"/>
                </a:moveTo>
                <a:lnTo>
                  <a:pt x="295275" y="190500"/>
                </a:lnTo>
                <a:lnTo>
                  <a:pt x="295275" y="200025"/>
                </a:lnTo>
                <a:lnTo>
                  <a:pt x="285750" y="200025"/>
                </a:lnTo>
                <a:close/>
                <a:moveTo>
                  <a:pt x="314325" y="190500"/>
                </a:moveTo>
                <a:lnTo>
                  <a:pt x="323850" y="190500"/>
                </a:lnTo>
                <a:lnTo>
                  <a:pt x="323850" y="200025"/>
                </a:lnTo>
                <a:lnTo>
                  <a:pt x="314325" y="200025"/>
                </a:lnTo>
                <a:close/>
                <a:moveTo>
                  <a:pt x="638175" y="190500"/>
                </a:moveTo>
                <a:lnTo>
                  <a:pt x="647700" y="190500"/>
                </a:lnTo>
                <a:lnTo>
                  <a:pt x="647700" y="200025"/>
                </a:lnTo>
                <a:lnTo>
                  <a:pt x="638175" y="200025"/>
                </a:lnTo>
                <a:close/>
                <a:moveTo>
                  <a:pt x="895350" y="190500"/>
                </a:moveTo>
                <a:lnTo>
                  <a:pt x="914400" y="190500"/>
                </a:lnTo>
                <a:lnTo>
                  <a:pt x="914400" y="200025"/>
                </a:lnTo>
                <a:lnTo>
                  <a:pt x="895350" y="200025"/>
                </a:lnTo>
                <a:close/>
                <a:moveTo>
                  <a:pt x="266700" y="200025"/>
                </a:moveTo>
                <a:lnTo>
                  <a:pt x="276225" y="200025"/>
                </a:lnTo>
                <a:lnTo>
                  <a:pt x="276225" y="209550"/>
                </a:lnTo>
                <a:lnTo>
                  <a:pt x="266700" y="209550"/>
                </a:lnTo>
                <a:close/>
                <a:moveTo>
                  <a:pt x="866775" y="200025"/>
                </a:moveTo>
                <a:lnTo>
                  <a:pt x="876300" y="200025"/>
                </a:lnTo>
                <a:lnTo>
                  <a:pt x="876300" y="209550"/>
                </a:lnTo>
                <a:lnTo>
                  <a:pt x="866775" y="209550"/>
                </a:lnTo>
                <a:close/>
                <a:moveTo>
                  <a:pt x="257175" y="209550"/>
                </a:moveTo>
                <a:lnTo>
                  <a:pt x="266700" y="209550"/>
                </a:lnTo>
                <a:lnTo>
                  <a:pt x="266700" y="219075"/>
                </a:lnTo>
                <a:lnTo>
                  <a:pt x="257175" y="219075"/>
                </a:lnTo>
                <a:close/>
                <a:moveTo>
                  <a:pt x="857250" y="209550"/>
                </a:moveTo>
                <a:lnTo>
                  <a:pt x="866775" y="209550"/>
                </a:lnTo>
                <a:lnTo>
                  <a:pt x="866775" y="219075"/>
                </a:lnTo>
                <a:lnTo>
                  <a:pt x="857250" y="219075"/>
                </a:lnTo>
                <a:close/>
                <a:moveTo>
                  <a:pt x="285750" y="219075"/>
                </a:moveTo>
                <a:lnTo>
                  <a:pt x="295275" y="219075"/>
                </a:lnTo>
                <a:lnTo>
                  <a:pt x="295275" y="228600"/>
                </a:lnTo>
                <a:lnTo>
                  <a:pt x="285750" y="228600"/>
                </a:lnTo>
                <a:close/>
                <a:moveTo>
                  <a:pt x="247650" y="228600"/>
                </a:moveTo>
                <a:lnTo>
                  <a:pt x="257175" y="228600"/>
                </a:lnTo>
                <a:lnTo>
                  <a:pt x="257175" y="238125"/>
                </a:lnTo>
                <a:lnTo>
                  <a:pt x="276225" y="238125"/>
                </a:lnTo>
                <a:lnTo>
                  <a:pt x="276225" y="228600"/>
                </a:lnTo>
                <a:lnTo>
                  <a:pt x="285750" y="228600"/>
                </a:lnTo>
                <a:lnTo>
                  <a:pt x="285750" y="238125"/>
                </a:lnTo>
                <a:lnTo>
                  <a:pt x="276225" y="238125"/>
                </a:lnTo>
                <a:lnTo>
                  <a:pt x="276225" y="247650"/>
                </a:lnTo>
                <a:lnTo>
                  <a:pt x="247650" y="247650"/>
                </a:lnTo>
                <a:close/>
                <a:moveTo>
                  <a:pt x="857250" y="228600"/>
                </a:moveTo>
                <a:lnTo>
                  <a:pt x="866775" y="228600"/>
                </a:lnTo>
                <a:lnTo>
                  <a:pt x="866775" y="238125"/>
                </a:lnTo>
                <a:lnTo>
                  <a:pt x="857250" y="238125"/>
                </a:lnTo>
                <a:close/>
                <a:moveTo>
                  <a:pt x="895350" y="228600"/>
                </a:moveTo>
                <a:lnTo>
                  <a:pt x="904875" y="228600"/>
                </a:lnTo>
                <a:lnTo>
                  <a:pt x="904875" y="238125"/>
                </a:lnTo>
                <a:lnTo>
                  <a:pt x="895350" y="238125"/>
                </a:lnTo>
                <a:close/>
                <a:moveTo>
                  <a:pt x="923925" y="228600"/>
                </a:moveTo>
                <a:lnTo>
                  <a:pt x="933450" y="228600"/>
                </a:lnTo>
                <a:lnTo>
                  <a:pt x="933450" y="238125"/>
                </a:lnTo>
                <a:lnTo>
                  <a:pt x="923925" y="238125"/>
                </a:lnTo>
                <a:close/>
                <a:moveTo>
                  <a:pt x="971550" y="228600"/>
                </a:moveTo>
                <a:lnTo>
                  <a:pt x="981075" y="228600"/>
                </a:lnTo>
                <a:lnTo>
                  <a:pt x="981075" y="238125"/>
                </a:lnTo>
                <a:lnTo>
                  <a:pt x="971550" y="238125"/>
                </a:lnTo>
                <a:close/>
                <a:moveTo>
                  <a:pt x="457200" y="238125"/>
                </a:moveTo>
                <a:lnTo>
                  <a:pt x="495300" y="238125"/>
                </a:lnTo>
                <a:lnTo>
                  <a:pt x="495300" y="247650"/>
                </a:lnTo>
                <a:lnTo>
                  <a:pt x="457200" y="247650"/>
                </a:lnTo>
                <a:close/>
                <a:moveTo>
                  <a:pt x="876300" y="238125"/>
                </a:moveTo>
                <a:lnTo>
                  <a:pt x="895350" y="238125"/>
                </a:lnTo>
                <a:lnTo>
                  <a:pt x="895350" y="247650"/>
                </a:lnTo>
                <a:lnTo>
                  <a:pt x="876300" y="247650"/>
                </a:lnTo>
                <a:close/>
                <a:moveTo>
                  <a:pt x="933450" y="238125"/>
                </a:moveTo>
                <a:lnTo>
                  <a:pt x="942975" y="238125"/>
                </a:lnTo>
                <a:lnTo>
                  <a:pt x="942975" y="247650"/>
                </a:lnTo>
                <a:lnTo>
                  <a:pt x="933450" y="247650"/>
                </a:lnTo>
                <a:close/>
                <a:moveTo>
                  <a:pt x="304800" y="247650"/>
                </a:moveTo>
                <a:lnTo>
                  <a:pt x="314325" y="247650"/>
                </a:lnTo>
                <a:lnTo>
                  <a:pt x="314325" y="257175"/>
                </a:lnTo>
                <a:lnTo>
                  <a:pt x="304800" y="257175"/>
                </a:lnTo>
                <a:close/>
                <a:moveTo>
                  <a:pt x="752475" y="257175"/>
                </a:moveTo>
                <a:lnTo>
                  <a:pt x="771525" y="257175"/>
                </a:lnTo>
                <a:lnTo>
                  <a:pt x="771525" y="266700"/>
                </a:lnTo>
                <a:lnTo>
                  <a:pt x="752475" y="266700"/>
                </a:lnTo>
                <a:close/>
                <a:moveTo>
                  <a:pt x="457200" y="266700"/>
                </a:moveTo>
                <a:lnTo>
                  <a:pt x="466725" y="266700"/>
                </a:lnTo>
                <a:lnTo>
                  <a:pt x="466725" y="276225"/>
                </a:lnTo>
                <a:lnTo>
                  <a:pt x="457200" y="276225"/>
                </a:lnTo>
                <a:close/>
                <a:moveTo>
                  <a:pt x="714375" y="266700"/>
                </a:moveTo>
                <a:lnTo>
                  <a:pt x="723900" y="266700"/>
                </a:lnTo>
                <a:lnTo>
                  <a:pt x="723900" y="276225"/>
                </a:lnTo>
                <a:lnTo>
                  <a:pt x="714375" y="276225"/>
                </a:lnTo>
                <a:close/>
                <a:moveTo>
                  <a:pt x="771525" y="266700"/>
                </a:moveTo>
                <a:lnTo>
                  <a:pt x="781050" y="266700"/>
                </a:lnTo>
                <a:lnTo>
                  <a:pt x="781050" y="276225"/>
                </a:lnTo>
                <a:lnTo>
                  <a:pt x="771525" y="276225"/>
                </a:lnTo>
                <a:close/>
                <a:moveTo>
                  <a:pt x="304800" y="276225"/>
                </a:moveTo>
                <a:lnTo>
                  <a:pt x="314325" y="276225"/>
                </a:lnTo>
                <a:lnTo>
                  <a:pt x="314325" y="285750"/>
                </a:lnTo>
                <a:lnTo>
                  <a:pt x="304800" y="285750"/>
                </a:lnTo>
                <a:close/>
                <a:moveTo>
                  <a:pt x="323850" y="276225"/>
                </a:moveTo>
                <a:lnTo>
                  <a:pt x="333375" y="276225"/>
                </a:lnTo>
                <a:lnTo>
                  <a:pt x="333375" y="285750"/>
                </a:lnTo>
                <a:lnTo>
                  <a:pt x="323850" y="285750"/>
                </a:lnTo>
                <a:close/>
                <a:moveTo>
                  <a:pt x="447675" y="276225"/>
                </a:moveTo>
                <a:lnTo>
                  <a:pt x="457200" y="276225"/>
                </a:lnTo>
                <a:lnTo>
                  <a:pt x="457200" y="285750"/>
                </a:lnTo>
                <a:lnTo>
                  <a:pt x="447675" y="285750"/>
                </a:lnTo>
                <a:close/>
                <a:moveTo>
                  <a:pt x="723900" y="276225"/>
                </a:moveTo>
                <a:lnTo>
                  <a:pt x="733425" y="276225"/>
                </a:lnTo>
                <a:lnTo>
                  <a:pt x="733425" y="285750"/>
                </a:lnTo>
                <a:lnTo>
                  <a:pt x="723900" y="285750"/>
                </a:lnTo>
                <a:close/>
                <a:moveTo>
                  <a:pt x="752475" y="276225"/>
                </a:moveTo>
                <a:lnTo>
                  <a:pt x="762000" y="276225"/>
                </a:lnTo>
                <a:lnTo>
                  <a:pt x="762000" y="295275"/>
                </a:lnTo>
                <a:lnTo>
                  <a:pt x="752475" y="295275"/>
                </a:lnTo>
                <a:close/>
                <a:moveTo>
                  <a:pt x="914400" y="276225"/>
                </a:moveTo>
                <a:lnTo>
                  <a:pt x="923925" y="276225"/>
                </a:lnTo>
                <a:lnTo>
                  <a:pt x="923925" y="285750"/>
                </a:lnTo>
                <a:lnTo>
                  <a:pt x="914400" y="285750"/>
                </a:lnTo>
                <a:close/>
                <a:moveTo>
                  <a:pt x="438150" y="285750"/>
                </a:moveTo>
                <a:lnTo>
                  <a:pt x="447675" y="285750"/>
                </a:lnTo>
                <a:lnTo>
                  <a:pt x="447675" y="295275"/>
                </a:lnTo>
                <a:lnTo>
                  <a:pt x="438150" y="295275"/>
                </a:lnTo>
                <a:close/>
                <a:moveTo>
                  <a:pt x="581025" y="285750"/>
                </a:moveTo>
                <a:lnTo>
                  <a:pt x="590550" y="285750"/>
                </a:lnTo>
                <a:lnTo>
                  <a:pt x="590550" y="295275"/>
                </a:lnTo>
                <a:lnTo>
                  <a:pt x="581025" y="295275"/>
                </a:lnTo>
                <a:close/>
                <a:moveTo>
                  <a:pt x="638175" y="285750"/>
                </a:moveTo>
                <a:lnTo>
                  <a:pt x="647700" y="285750"/>
                </a:lnTo>
                <a:lnTo>
                  <a:pt x="647700" y="295275"/>
                </a:lnTo>
                <a:lnTo>
                  <a:pt x="638175" y="295275"/>
                </a:lnTo>
                <a:close/>
                <a:moveTo>
                  <a:pt x="885825" y="285750"/>
                </a:moveTo>
                <a:lnTo>
                  <a:pt x="895350" y="285750"/>
                </a:lnTo>
                <a:lnTo>
                  <a:pt x="895350" y="295275"/>
                </a:lnTo>
                <a:lnTo>
                  <a:pt x="885825" y="295275"/>
                </a:lnTo>
                <a:close/>
                <a:moveTo>
                  <a:pt x="971550" y="285750"/>
                </a:moveTo>
                <a:lnTo>
                  <a:pt x="981075" y="285750"/>
                </a:lnTo>
                <a:lnTo>
                  <a:pt x="981075" y="295275"/>
                </a:lnTo>
                <a:lnTo>
                  <a:pt x="971550" y="295275"/>
                </a:lnTo>
                <a:close/>
                <a:moveTo>
                  <a:pt x="428625" y="295275"/>
                </a:moveTo>
                <a:lnTo>
                  <a:pt x="438150" y="295275"/>
                </a:lnTo>
                <a:lnTo>
                  <a:pt x="438150" y="304800"/>
                </a:lnTo>
                <a:lnTo>
                  <a:pt x="428625" y="304800"/>
                </a:lnTo>
                <a:close/>
                <a:moveTo>
                  <a:pt x="590550" y="295275"/>
                </a:moveTo>
                <a:lnTo>
                  <a:pt x="600075" y="295275"/>
                </a:lnTo>
                <a:lnTo>
                  <a:pt x="600075" y="304800"/>
                </a:lnTo>
                <a:lnTo>
                  <a:pt x="590550" y="304800"/>
                </a:lnTo>
                <a:close/>
                <a:moveTo>
                  <a:pt x="628650" y="295275"/>
                </a:moveTo>
                <a:lnTo>
                  <a:pt x="638175" y="295275"/>
                </a:lnTo>
                <a:lnTo>
                  <a:pt x="638175" y="304800"/>
                </a:lnTo>
                <a:lnTo>
                  <a:pt x="628650" y="304800"/>
                </a:lnTo>
                <a:close/>
                <a:moveTo>
                  <a:pt x="742950" y="295275"/>
                </a:moveTo>
                <a:lnTo>
                  <a:pt x="752475" y="295275"/>
                </a:lnTo>
                <a:lnTo>
                  <a:pt x="752475" y="304800"/>
                </a:lnTo>
                <a:lnTo>
                  <a:pt x="742950" y="304800"/>
                </a:lnTo>
                <a:close/>
                <a:moveTo>
                  <a:pt x="771525" y="295275"/>
                </a:moveTo>
                <a:lnTo>
                  <a:pt x="781050" y="295275"/>
                </a:lnTo>
                <a:lnTo>
                  <a:pt x="781050" y="304800"/>
                </a:lnTo>
                <a:lnTo>
                  <a:pt x="771525" y="304800"/>
                </a:lnTo>
                <a:close/>
                <a:moveTo>
                  <a:pt x="962025" y="295275"/>
                </a:moveTo>
                <a:lnTo>
                  <a:pt x="971550" y="295275"/>
                </a:lnTo>
                <a:lnTo>
                  <a:pt x="971550" y="304800"/>
                </a:lnTo>
                <a:lnTo>
                  <a:pt x="962025" y="304800"/>
                </a:lnTo>
                <a:close/>
                <a:moveTo>
                  <a:pt x="1047750" y="295275"/>
                </a:moveTo>
                <a:lnTo>
                  <a:pt x="1085850" y="295275"/>
                </a:lnTo>
                <a:lnTo>
                  <a:pt x="1085850" y="304800"/>
                </a:lnTo>
                <a:lnTo>
                  <a:pt x="1076325" y="304800"/>
                </a:lnTo>
                <a:lnTo>
                  <a:pt x="1076325" y="314325"/>
                </a:lnTo>
                <a:lnTo>
                  <a:pt x="1085850" y="314325"/>
                </a:lnTo>
                <a:lnTo>
                  <a:pt x="1085850" y="304800"/>
                </a:lnTo>
                <a:lnTo>
                  <a:pt x="1095375" y="304800"/>
                </a:lnTo>
                <a:lnTo>
                  <a:pt x="1095375" y="314325"/>
                </a:lnTo>
                <a:lnTo>
                  <a:pt x="1104900" y="314325"/>
                </a:lnTo>
                <a:lnTo>
                  <a:pt x="1104900" y="333375"/>
                </a:lnTo>
                <a:lnTo>
                  <a:pt x="1095375" y="333375"/>
                </a:lnTo>
                <a:lnTo>
                  <a:pt x="1095375" y="342900"/>
                </a:lnTo>
                <a:lnTo>
                  <a:pt x="1085850" y="342900"/>
                </a:lnTo>
                <a:lnTo>
                  <a:pt x="1085850" y="323850"/>
                </a:lnTo>
                <a:lnTo>
                  <a:pt x="1076325" y="323850"/>
                </a:lnTo>
                <a:lnTo>
                  <a:pt x="1076325" y="333375"/>
                </a:lnTo>
                <a:lnTo>
                  <a:pt x="1066800" y="333375"/>
                </a:lnTo>
                <a:lnTo>
                  <a:pt x="1066800" y="314325"/>
                </a:lnTo>
                <a:lnTo>
                  <a:pt x="1047750" y="314325"/>
                </a:lnTo>
                <a:close/>
                <a:moveTo>
                  <a:pt x="323850" y="304800"/>
                </a:moveTo>
                <a:lnTo>
                  <a:pt x="333375" y="304800"/>
                </a:lnTo>
                <a:lnTo>
                  <a:pt x="333375" y="314325"/>
                </a:lnTo>
                <a:lnTo>
                  <a:pt x="323850" y="314325"/>
                </a:lnTo>
                <a:close/>
                <a:moveTo>
                  <a:pt x="342900" y="304800"/>
                </a:moveTo>
                <a:lnTo>
                  <a:pt x="352425" y="304800"/>
                </a:lnTo>
                <a:lnTo>
                  <a:pt x="352425" y="314325"/>
                </a:lnTo>
                <a:lnTo>
                  <a:pt x="342900" y="314325"/>
                </a:lnTo>
                <a:close/>
                <a:moveTo>
                  <a:pt x="514350" y="304800"/>
                </a:moveTo>
                <a:lnTo>
                  <a:pt x="523875" y="304800"/>
                </a:lnTo>
                <a:lnTo>
                  <a:pt x="523875" y="314325"/>
                </a:lnTo>
                <a:lnTo>
                  <a:pt x="514350" y="314325"/>
                </a:lnTo>
                <a:close/>
                <a:moveTo>
                  <a:pt x="762000" y="304800"/>
                </a:moveTo>
                <a:lnTo>
                  <a:pt x="771525" y="304800"/>
                </a:lnTo>
                <a:lnTo>
                  <a:pt x="771525" y="314325"/>
                </a:lnTo>
                <a:lnTo>
                  <a:pt x="762000" y="314325"/>
                </a:lnTo>
                <a:close/>
                <a:moveTo>
                  <a:pt x="0" y="314325"/>
                </a:moveTo>
                <a:lnTo>
                  <a:pt x="209550" y="314325"/>
                </a:lnTo>
                <a:lnTo>
                  <a:pt x="209550" y="323850"/>
                </a:lnTo>
                <a:lnTo>
                  <a:pt x="228600" y="323850"/>
                </a:lnTo>
                <a:lnTo>
                  <a:pt x="228600" y="333375"/>
                </a:lnTo>
                <a:lnTo>
                  <a:pt x="238125" y="333375"/>
                </a:lnTo>
                <a:lnTo>
                  <a:pt x="238125" y="342900"/>
                </a:lnTo>
                <a:lnTo>
                  <a:pt x="247650" y="342900"/>
                </a:lnTo>
                <a:lnTo>
                  <a:pt x="247650" y="361950"/>
                </a:lnTo>
                <a:lnTo>
                  <a:pt x="257175" y="361950"/>
                </a:lnTo>
                <a:lnTo>
                  <a:pt x="257175" y="390525"/>
                </a:lnTo>
                <a:lnTo>
                  <a:pt x="266700" y="390525"/>
                </a:lnTo>
                <a:lnTo>
                  <a:pt x="266700" y="628650"/>
                </a:lnTo>
                <a:lnTo>
                  <a:pt x="257175" y="628650"/>
                </a:lnTo>
                <a:lnTo>
                  <a:pt x="257175" y="400050"/>
                </a:lnTo>
                <a:lnTo>
                  <a:pt x="247650" y="400050"/>
                </a:lnTo>
                <a:lnTo>
                  <a:pt x="247650" y="371475"/>
                </a:lnTo>
                <a:lnTo>
                  <a:pt x="238125" y="371475"/>
                </a:lnTo>
                <a:lnTo>
                  <a:pt x="238125" y="352425"/>
                </a:lnTo>
                <a:lnTo>
                  <a:pt x="228600" y="352425"/>
                </a:lnTo>
                <a:lnTo>
                  <a:pt x="228600" y="342900"/>
                </a:lnTo>
                <a:lnTo>
                  <a:pt x="219075" y="342900"/>
                </a:lnTo>
                <a:lnTo>
                  <a:pt x="219075" y="333375"/>
                </a:lnTo>
                <a:lnTo>
                  <a:pt x="200025" y="333375"/>
                </a:lnTo>
                <a:lnTo>
                  <a:pt x="200025" y="323850"/>
                </a:lnTo>
                <a:lnTo>
                  <a:pt x="0" y="323850"/>
                </a:lnTo>
                <a:close/>
                <a:moveTo>
                  <a:pt x="723900" y="314325"/>
                </a:moveTo>
                <a:lnTo>
                  <a:pt x="733425" y="314325"/>
                </a:lnTo>
                <a:lnTo>
                  <a:pt x="733425" y="323850"/>
                </a:lnTo>
                <a:lnTo>
                  <a:pt x="723900" y="323850"/>
                </a:lnTo>
                <a:close/>
                <a:moveTo>
                  <a:pt x="914400" y="314325"/>
                </a:moveTo>
                <a:lnTo>
                  <a:pt x="923925" y="314325"/>
                </a:lnTo>
                <a:lnTo>
                  <a:pt x="923925" y="323850"/>
                </a:lnTo>
                <a:lnTo>
                  <a:pt x="914400" y="323850"/>
                </a:lnTo>
                <a:close/>
                <a:moveTo>
                  <a:pt x="333375" y="323850"/>
                </a:moveTo>
                <a:lnTo>
                  <a:pt x="342900" y="323850"/>
                </a:lnTo>
                <a:lnTo>
                  <a:pt x="342900" y="333375"/>
                </a:lnTo>
                <a:lnTo>
                  <a:pt x="333375" y="333375"/>
                </a:lnTo>
                <a:close/>
                <a:moveTo>
                  <a:pt x="466725" y="323850"/>
                </a:moveTo>
                <a:lnTo>
                  <a:pt x="476250" y="323850"/>
                </a:lnTo>
                <a:lnTo>
                  <a:pt x="476250" y="352425"/>
                </a:lnTo>
                <a:lnTo>
                  <a:pt x="466725" y="352425"/>
                </a:lnTo>
                <a:close/>
                <a:moveTo>
                  <a:pt x="733425" y="323850"/>
                </a:moveTo>
                <a:lnTo>
                  <a:pt x="742950" y="323850"/>
                </a:lnTo>
                <a:lnTo>
                  <a:pt x="742950" y="333375"/>
                </a:lnTo>
                <a:lnTo>
                  <a:pt x="733425" y="333375"/>
                </a:lnTo>
                <a:close/>
                <a:moveTo>
                  <a:pt x="866775" y="323850"/>
                </a:moveTo>
                <a:lnTo>
                  <a:pt x="876300" y="323850"/>
                </a:lnTo>
                <a:lnTo>
                  <a:pt x="876300" y="333375"/>
                </a:lnTo>
                <a:lnTo>
                  <a:pt x="866775" y="333375"/>
                </a:lnTo>
                <a:close/>
                <a:moveTo>
                  <a:pt x="495300" y="333375"/>
                </a:moveTo>
                <a:lnTo>
                  <a:pt x="504825" y="333375"/>
                </a:lnTo>
                <a:lnTo>
                  <a:pt x="504825" y="352425"/>
                </a:lnTo>
                <a:lnTo>
                  <a:pt x="495300" y="352425"/>
                </a:lnTo>
                <a:close/>
                <a:moveTo>
                  <a:pt x="723900" y="333375"/>
                </a:moveTo>
                <a:lnTo>
                  <a:pt x="733425" y="333375"/>
                </a:lnTo>
                <a:lnTo>
                  <a:pt x="733425" y="361950"/>
                </a:lnTo>
                <a:lnTo>
                  <a:pt x="723900" y="361950"/>
                </a:lnTo>
                <a:close/>
                <a:moveTo>
                  <a:pt x="876300" y="333375"/>
                </a:moveTo>
                <a:lnTo>
                  <a:pt x="895350" y="333375"/>
                </a:lnTo>
                <a:lnTo>
                  <a:pt x="895350" y="342900"/>
                </a:lnTo>
                <a:lnTo>
                  <a:pt x="876300" y="342900"/>
                </a:lnTo>
                <a:close/>
                <a:moveTo>
                  <a:pt x="1047750" y="333375"/>
                </a:moveTo>
                <a:lnTo>
                  <a:pt x="1066800" y="333375"/>
                </a:lnTo>
                <a:lnTo>
                  <a:pt x="1066800" y="352425"/>
                </a:lnTo>
                <a:lnTo>
                  <a:pt x="1057275" y="352425"/>
                </a:lnTo>
                <a:lnTo>
                  <a:pt x="1057275" y="361950"/>
                </a:lnTo>
                <a:lnTo>
                  <a:pt x="1047750" y="361950"/>
                </a:lnTo>
                <a:lnTo>
                  <a:pt x="1047750" y="352425"/>
                </a:lnTo>
                <a:lnTo>
                  <a:pt x="1038225" y="352425"/>
                </a:lnTo>
                <a:lnTo>
                  <a:pt x="1038225" y="342900"/>
                </a:lnTo>
                <a:lnTo>
                  <a:pt x="1047750" y="342900"/>
                </a:lnTo>
                <a:close/>
                <a:moveTo>
                  <a:pt x="476250" y="352425"/>
                </a:moveTo>
                <a:lnTo>
                  <a:pt x="495300" y="352425"/>
                </a:lnTo>
                <a:lnTo>
                  <a:pt x="495300" y="361950"/>
                </a:lnTo>
                <a:lnTo>
                  <a:pt x="476250" y="361950"/>
                </a:lnTo>
                <a:close/>
                <a:moveTo>
                  <a:pt x="866775" y="352425"/>
                </a:moveTo>
                <a:lnTo>
                  <a:pt x="876300" y="352425"/>
                </a:lnTo>
                <a:lnTo>
                  <a:pt x="876300" y="361950"/>
                </a:lnTo>
                <a:lnTo>
                  <a:pt x="866775" y="361950"/>
                </a:lnTo>
                <a:close/>
                <a:moveTo>
                  <a:pt x="876300" y="361950"/>
                </a:moveTo>
                <a:lnTo>
                  <a:pt x="885825" y="361950"/>
                </a:lnTo>
                <a:lnTo>
                  <a:pt x="885825" y="371475"/>
                </a:lnTo>
                <a:lnTo>
                  <a:pt x="876300" y="371475"/>
                </a:lnTo>
                <a:close/>
                <a:moveTo>
                  <a:pt x="1019175" y="371475"/>
                </a:moveTo>
                <a:lnTo>
                  <a:pt x="1038225" y="371475"/>
                </a:lnTo>
                <a:lnTo>
                  <a:pt x="1038225" y="381000"/>
                </a:lnTo>
                <a:lnTo>
                  <a:pt x="1019175" y="381000"/>
                </a:lnTo>
                <a:close/>
                <a:moveTo>
                  <a:pt x="476250" y="381000"/>
                </a:moveTo>
                <a:lnTo>
                  <a:pt x="485775" y="381000"/>
                </a:lnTo>
                <a:lnTo>
                  <a:pt x="485775" y="400050"/>
                </a:lnTo>
                <a:lnTo>
                  <a:pt x="476250" y="400050"/>
                </a:lnTo>
                <a:close/>
                <a:moveTo>
                  <a:pt x="361950" y="400050"/>
                </a:moveTo>
                <a:lnTo>
                  <a:pt x="371475" y="400050"/>
                </a:lnTo>
                <a:lnTo>
                  <a:pt x="371475" y="409575"/>
                </a:lnTo>
                <a:lnTo>
                  <a:pt x="361950" y="409575"/>
                </a:lnTo>
                <a:close/>
                <a:moveTo>
                  <a:pt x="390525" y="400050"/>
                </a:moveTo>
                <a:lnTo>
                  <a:pt x="400050" y="400050"/>
                </a:lnTo>
                <a:lnTo>
                  <a:pt x="400050" y="409575"/>
                </a:lnTo>
                <a:lnTo>
                  <a:pt x="390525" y="409575"/>
                </a:lnTo>
                <a:close/>
                <a:moveTo>
                  <a:pt x="485775" y="400050"/>
                </a:moveTo>
                <a:lnTo>
                  <a:pt x="495300" y="400050"/>
                </a:lnTo>
                <a:lnTo>
                  <a:pt x="495300" y="409575"/>
                </a:lnTo>
                <a:lnTo>
                  <a:pt x="485775" y="409575"/>
                </a:lnTo>
                <a:close/>
                <a:moveTo>
                  <a:pt x="0" y="409575"/>
                </a:moveTo>
                <a:lnTo>
                  <a:pt x="19050" y="409575"/>
                </a:lnTo>
                <a:lnTo>
                  <a:pt x="19050" y="419100"/>
                </a:lnTo>
                <a:lnTo>
                  <a:pt x="28575" y="419100"/>
                </a:lnTo>
                <a:lnTo>
                  <a:pt x="28575" y="457200"/>
                </a:lnTo>
                <a:lnTo>
                  <a:pt x="19050" y="457200"/>
                </a:lnTo>
                <a:lnTo>
                  <a:pt x="19050" y="428625"/>
                </a:lnTo>
                <a:lnTo>
                  <a:pt x="0" y="428625"/>
                </a:lnTo>
                <a:close/>
                <a:moveTo>
                  <a:pt x="400050" y="409575"/>
                </a:moveTo>
                <a:lnTo>
                  <a:pt x="409575" y="409575"/>
                </a:lnTo>
                <a:lnTo>
                  <a:pt x="409575" y="419100"/>
                </a:lnTo>
                <a:lnTo>
                  <a:pt x="400050" y="419100"/>
                </a:lnTo>
                <a:close/>
                <a:moveTo>
                  <a:pt x="57150" y="419100"/>
                </a:moveTo>
                <a:lnTo>
                  <a:pt x="104775" y="419100"/>
                </a:lnTo>
                <a:lnTo>
                  <a:pt x="104775" y="428625"/>
                </a:lnTo>
                <a:lnTo>
                  <a:pt x="85725" y="428625"/>
                </a:lnTo>
                <a:lnTo>
                  <a:pt x="85725" y="447675"/>
                </a:lnTo>
                <a:lnTo>
                  <a:pt x="95250" y="447675"/>
                </a:lnTo>
                <a:lnTo>
                  <a:pt x="95250" y="457200"/>
                </a:lnTo>
                <a:lnTo>
                  <a:pt x="104775" y="457200"/>
                </a:lnTo>
                <a:lnTo>
                  <a:pt x="104775" y="485775"/>
                </a:lnTo>
                <a:lnTo>
                  <a:pt x="57150" y="485775"/>
                </a:lnTo>
                <a:lnTo>
                  <a:pt x="57150" y="476250"/>
                </a:lnTo>
                <a:lnTo>
                  <a:pt x="38100" y="476250"/>
                </a:lnTo>
                <a:lnTo>
                  <a:pt x="38100" y="438150"/>
                </a:lnTo>
                <a:lnTo>
                  <a:pt x="47625" y="438150"/>
                </a:lnTo>
                <a:lnTo>
                  <a:pt x="47625" y="428625"/>
                </a:lnTo>
                <a:lnTo>
                  <a:pt x="57150" y="428625"/>
                </a:lnTo>
                <a:close/>
                <a:moveTo>
                  <a:pt x="409575" y="419100"/>
                </a:moveTo>
                <a:lnTo>
                  <a:pt x="419100" y="419100"/>
                </a:lnTo>
                <a:lnTo>
                  <a:pt x="419100" y="428625"/>
                </a:lnTo>
                <a:lnTo>
                  <a:pt x="409575" y="428625"/>
                </a:lnTo>
                <a:close/>
                <a:moveTo>
                  <a:pt x="104775" y="428625"/>
                </a:moveTo>
                <a:lnTo>
                  <a:pt x="114300" y="428625"/>
                </a:lnTo>
                <a:lnTo>
                  <a:pt x="114300" y="438150"/>
                </a:lnTo>
                <a:lnTo>
                  <a:pt x="104775" y="438150"/>
                </a:lnTo>
                <a:close/>
                <a:moveTo>
                  <a:pt x="609600" y="428625"/>
                </a:moveTo>
                <a:lnTo>
                  <a:pt x="619125" y="428625"/>
                </a:lnTo>
                <a:lnTo>
                  <a:pt x="619125" y="438150"/>
                </a:lnTo>
                <a:lnTo>
                  <a:pt x="609600" y="438150"/>
                </a:lnTo>
                <a:close/>
                <a:moveTo>
                  <a:pt x="685800" y="428625"/>
                </a:moveTo>
                <a:lnTo>
                  <a:pt x="695325" y="428625"/>
                </a:lnTo>
                <a:lnTo>
                  <a:pt x="695325" y="438150"/>
                </a:lnTo>
                <a:lnTo>
                  <a:pt x="685800" y="438150"/>
                </a:lnTo>
                <a:close/>
                <a:moveTo>
                  <a:pt x="714375" y="438150"/>
                </a:moveTo>
                <a:lnTo>
                  <a:pt x="723900" y="438150"/>
                </a:lnTo>
                <a:lnTo>
                  <a:pt x="723900" y="447675"/>
                </a:lnTo>
                <a:lnTo>
                  <a:pt x="714375" y="447675"/>
                </a:lnTo>
                <a:close/>
                <a:moveTo>
                  <a:pt x="733425" y="447675"/>
                </a:moveTo>
                <a:lnTo>
                  <a:pt x="752475" y="447675"/>
                </a:lnTo>
                <a:lnTo>
                  <a:pt x="752475" y="457200"/>
                </a:lnTo>
                <a:lnTo>
                  <a:pt x="733425" y="457200"/>
                </a:lnTo>
                <a:close/>
                <a:moveTo>
                  <a:pt x="771525" y="447675"/>
                </a:moveTo>
                <a:lnTo>
                  <a:pt x="809625" y="447675"/>
                </a:lnTo>
                <a:lnTo>
                  <a:pt x="809625" y="457200"/>
                </a:lnTo>
                <a:lnTo>
                  <a:pt x="771525" y="457200"/>
                </a:lnTo>
                <a:close/>
                <a:moveTo>
                  <a:pt x="942975" y="447675"/>
                </a:moveTo>
                <a:lnTo>
                  <a:pt x="952500" y="447675"/>
                </a:lnTo>
                <a:lnTo>
                  <a:pt x="952500" y="457200"/>
                </a:lnTo>
                <a:lnTo>
                  <a:pt x="942975" y="457200"/>
                </a:lnTo>
                <a:close/>
                <a:moveTo>
                  <a:pt x="981075" y="447675"/>
                </a:moveTo>
                <a:lnTo>
                  <a:pt x="990600" y="447675"/>
                </a:lnTo>
                <a:lnTo>
                  <a:pt x="990600" y="457200"/>
                </a:lnTo>
                <a:lnTo>
                  <a:pt x="981075" y="457200"/>
                </a:lnTo>
                <a:close/>
                <a:moveTo>
                  <a:pt x="0" y="457200"/>
                </a:moveTo>
                <a:lnTo>
                  <a:pt x="9525" y="457200"/>
                </a:lnTo>
                <a:lnTo>
                  <a:pt x="9525" y="476250"/>
                </a:lnTo>
                <a:lnTo>
                  <a:pt x="28575" y="476250"/>
                </a:lnTo>
                <a:lnTo>
                  <a:pt x="28575" y="485775"/>
                </a:lnTo>
                <a:lnTo>
                  <a:pt x="0" y="485775"/>
                </a:lnTo>
                <a:close/>
                <a:moveTo>
                  <a:pt x="323850" y="457200"/>
                </a:moveTo>
                <a:lnTo>
                  <a:pt x="333375" y="457200"/>
                </a:lnTo>
                <a:lnTo>
                  <a:pt x="333375" y="466725"/>
                </a:lnTo>
                <a:lnTo>
                  <a:pt x="323850" y="466725"/>
                </a:lnTo>
                <a:close/>
                <a:moveTo>
                  <a:pt x="409575" y="457200"/>
                </a:moveTo>
                <a:lnTo>
                  <a:pt x="419100" y="457200"/>
                </a:lnTo>
                <a:lnTo>
                  <a:pt x="419100" y="466725"/>
                </a:lnTo>
                <a:lnTo>
                  <a:pt x="409575" y="466725"/>
                </a:lnTo>
                <a:close/>
                <a:moveTo>
                  <a:pt x="542925" y="457200"/>
                </a:moveTo>
                <a:lnTo>
                  <a:pt x="571500" y="457200"/>
                </a:lnTo>
                <a:lnTo>
                  <a:pt x="571500" y="466725"/>
                </a:lnTo>
                <a:lnTo>
                  <a:pt x="552450" y="466725"/>
                </a:lnTo>
                <a:lnTo>
                  <a:pt x="552450" y="476250"/>
                </a:lnTo>
                <a:lnTo>
                  <a:pt x="542925" y="476250"/>
                </a:lnTo>
                <a:close/>
                <a:moveTo>
                  <a:pt x="933450" y="457200"/>
                </a:moveTo>
                <a:lnTo>
                  <a:pt x="942975" y="457200"/>
                </a:lnTo>
                <a:lnTo>
                  <a:pt x="942975" y="466725"/>
                </a:lnTo>
                <a:lnTo>
                  <a:pt x="933450" y="466725"/>
                </a:lnTo>
                <a:close/>
                <a:moveTo>
                  <a:pt x="47625" y="466725"/>
                </a:moveTo>
                <a:lnTo>
                  <a:pt x="57150" y="466725"/>
                </a:lnTo>
                <a:lnTo>
                  <a:pt x="57150" y="476250"/>
                </a:lnTo>
                <a:lnTo>
                  <a:pt x="76200" y="476250"/>
                </a:lnTo>
                <a:lnTo>
                  <a:pt x="76200" y="428625"/>
                </a:lnTo>
                <a:lnTo>
                  <a:pt x="57150" y="428625"/>
                </a:lnTo>
                <a:lnTo>
                  <a:pt x="57150" y="438150"/>
                </a:lnTo>
                <a:lnTo>
                  <a:pt x="47625" y="438150"/>
                </a:lnTo>
                <a:close/>
                <a:moveTo>
                  <a:pt x="533400" y="476250"/>
                </a:moveTo>
                <a:lnTo>
                  <a:pt x="542925" y="476250"/>
                </a:lnTo>
                <a:lnTo>
                  <a:pt x="542925" y="485775"/>
                </a:lnTo>
                <a:lnTo>
                  <a:pt x="533400" y="485775"/>
                </a:lnTo>
                <a:close/>
                <a:moveTo>
                  <a:pt x="523875" y="485775"/>
                </a:moveTo>
                <a:lnTo>
                  <a:pt x="533400" y="485775"/>
                </a:lnTo>
                <a:lnTo>
                  <a:pt x="533400" y="495300"/>
                </a:lnTo>
                <a:lnTo>
                  <a:pt x="523875" y="495300"/>
                </a:lnTo>
                <a:close/>
                <a:moveTo>
                  <a:pt x="819150" y="485775"/>
                </a:moveTo>
                <a:lnTo>
                  <a:pt x="828675" y="485775"/>
                </a:lnTo>
                <a:lnTo>
                  <a:pt x="828675" y="504825"/>
                </a:lnTo>
                <a:lnTo>
                  <a:pt x="819150" y="504825"/>
                </a:lnTo>
                <a:close/>
                <a:moveTo>
                  <a:pt x="400050" y="495300"/>
                </a:moveTo>
                <a:lnTo>
                  <a:pt x="409575" y="495300"/>
                </a:lnTo>
                <a:lnTo>
                  <a:pt x="409575" y="504825"/>
                </a:lnTo>
                <a:lnTo>
                  <a:pt x="400050" y="504825"/>
                </a:lnTo>
                <a:close/>
                <a:moveTo>
                  <a:pt x="514350" y="495300"/>
                </a:moveTo>
                <a:lnTo>
                  <a:pt x="523875" y="495300"/>
                </a:lnTo>
                <a:lnTo>
                  <a:pt x="523875" y="504825"/>
                </a:lnTo>
                <a:lnTo>
                  <a:pt x="514350" y="504825"/>
                </a:lnTo>
                <a:close/>
                <a:moveTo>
                  <a:pt x="1019175" y="495300"/>
                </a:moveTo>
                <a:lnTo>
                  <a:pt x="1028700" y="495300"/>
                </a:lnTo>
                <a:lnTo>
                  <a:pt x="1028700" y="514350"/>
                </a:lnTo>
                <a:lnTo>
                  <a:pt x="1019175" y="514350"/>
                </a:lnTo>
                <a:close/>
                <a:moveTo>
                  <a:pt x="390525" y="504825"/>
                </a:moveTo>
                <a:lnTo>
                  <a:pt x="400050" y="504825"/>
                </a:lnTo>
                <a:lnTo>
                  <a:pt x="400050" y="514350"/>
                </a:lnTo>
                <a:lnTo>
                  <a:pt x="390525" y="514350"/>
                </a:lnTo>
                <a:close/>
                <a:moveTo>
                  <a:pt x="828675" y="504825"/>
                </a:moveTo>
                <a:lnTo>
                  <a:pt x="838200" y="504825"/>
                </a:lnTo>
                <a:lnTo>
                  <a:pt x="838200" y="514350"/>
                </a:lnTo>
                <a:lnTo>
                  <a:pt x="828675" y="514350"/>
                </a:lnTo>
                <a:close/>
                <a:moveTo>
                  <a:pt x="981075" y="504825"/>
                </a:moveTo>
                <a:lnTo>
                  <a:pt x="990600" y="504825"/>
                </a:lnTo>
                <a:lnTo>
                  <a:pt x="990600" y="514350"/>
                </a:lnTo>
                <a:lnTo>
                  <a:pt x="981075" y="514350"/>
                </a:lnTo>
                <a:close/>
                <a:moveTo>
                  <a:pt x="838200" y="514350"/>
                </a:moveTo>
                <a:lnTo>
                  <a:pt x="847725" y="514350"/>
                </a:lnTo>
                <a:lnTo>
                  <a:pt x="847725" y="533400"/>
                </a:lnTo>
                <a:lnTo>
                  <a:pt x="838200" y="533400"/>
                </a:lnTo>
                <a:close/>
                <a:moveTo>
                  <a:pt x="66675" y="523875"/>
                </a:moveTo>
                <a:lnTo>
                  <a:pt x="85725" y="523875"/>
                </a:lnTo>
                <a:lnTo>
                  <a:pt x="85725" y="533400"/>
                </a:lnTo>
                <a:lnTo>
                  <a:pt x="95250" y="533400"/>
                </a:lnTo>
                <a:lnTo>
                  <a:pt x="95250" y="542925"/>
                </a:lnTo>
                <a:lnTo>
                  <a:pt x="76200" y="542925"/>
                </a:lnTo>
                <a:lnTo>
                  <a:pt x="76200" y="552450"/>
                </a:lnTo>
                <a:lnTo>
                  <a:pt x="47625" y="552450"/>
                </a:lnTo>
                <a:lnTo>
                  <a:pt x="47625" y="542925"/>
                </a:lnTo>
                <a:lnTo>
                  <a:pt x="57150" y="542925"/>
                </a:lnTo>
                <a:lnTo>
                  <a:pt x="57150" y="533400"/>
                </a:lnTo>
                <a:lnTo>
                  <a:pt x="66675" y="533400"/>
                </a:lnTo>
                <a:close/>
                <a:moveTo>
                  <a:pt x="400050" y="523875"/>
                </a:moveTo>
                <a:lnTo>
                  <a:pt x="409575" y="523875"/>
                </a:lnTo>
                <a:lnTo>
                  <a:pt x="409575" y="533400"/>
                </a:lnTo>
                <a:lnTo>
                  <a:pt x="400050" y="533400"/>
                </a:lnTo>
                <a:close/>
                <a:moveTo>
                  <a:pt x="419100" y="523875"/>
                </a:moveTo>
                <a:lnTo>
                  <a:pt x="428625" y="523875"/>
                </a:lnTo>
                <a:lnTo>
                  <a:pt x="428625" y="533400"/>
                </a:lnTo>
                <a:lnTo>
                  <a:pt x="419100" y="533400"/>
                </a:lnTo>
                <a:close/>
                <a:moveTo>
                  <a:pt x="504825" y="523875"/>
                </a:moveTo>
                <a:lnTo>
                  <a:pt x="514350" y="523875"/>
                </a:lnTo>
                <a:lnTo>
                  <a:pt x="514350" y="542925"/>
                </a:lnTo>
                <a:lnTo>
                  <a:pt x="504825" y="542925"/>
                </a:lnTo>
                <a:close/>
                <a:moveTo>
                  <a:pt x="0" y="533400"/>
                </a:moveTo>
                <a:lnTo>
                  <a:pt x="19050" y="533400"/>
                </a:lnTo>
                <a:lnTo>
                  <a:pt x="19050" y="552450"/>
                </a:lnTo>
                <a:lnTo>
                  <a:pt x="28575" y="552450"/>
                </a:lnTo>
                <a:lnTo>
                  <a:pt x="28575" y="561975"/>
                </a:lnTo>
                <a:lnTo>
                  <a:pt x="9525" y="561975"/>
                </a:lnTo>
                <a:lnTo>
                  <a:pt x="9525" y="571500"/>
                </a:lnTo>
                <a:lnTo>
                  <a:pt x="0" y="571500"/>
                </a:lnTo>
                <a:lnTo>
                  <a:pt x="0" y="552450"/>
                </a:lnTo>
                <a:lnTo>
                  <a:pt x="9525" y="552450"/>
                </a:lnTo>
                <a:lnTo>
                  <a:pt x="9525" y="542925"/>
                </a:lnTo>
                <a:lnTo>
                  <a:pt x="0" y="542925"/>
                </a:lnTo>
                <a:close/>
                <a:moveTo>
                  <a:pt x="647700" y="533400"/>
                </a:moveTo>
                <a:lnTo>
                  <a:pt x="657225" y="533400"/>
                </a:lnTo>
                <a:lnTo>
                  <a:pt x="657225" y="542925"/>
                </a:lnTo>
                <a:lnTo>
                  <a:pt x="647700" y="542925"/>
                </a:lnTo>
                <a:close/>
                <a:moveTo>
                  <a:pt x="923925" y="533400"/>
                </a:moveTo>
                <a:lnTo>
                  <a:pt x="933450" y="533400"/>
                </a:lnTo>
                <a:lnTo>
                  <a:pt x="933450" y="542925"/>
                </a:lnTo>
                <a:lnTo>
                  <a:pt x="923925" y="542925"/>
                </a:lnTo>
                <a:close/>
                <a:moveTo>
                  <a:pt x="409575" y="542925"/>
                </a:moveTo>
                <a:lnTo>
                  <a:pt x="419100" y="542925"/>
                </a:lnTo>
                <a:lnTo>
                  <a:pt x="419100" y="552450"/>
                </a:lnTo>
                <a:lnTo>
                  <a:pt x="409575" y="552450"/>
                </a:lnTo>
                <a:close/>
                <a:moveTo>
                  <a:pt x="666750" y="542925"/>
                </a:moveTo>
                <a:lnTo>
                  <a:pt x="676275" y="542925"/>
                </a:lnTo>
                <a:lnTo>
                  <a:pt x="676275" y="552450"/>
                </a:lnTo>
                <a:lnTo>
                  <a:pt x="666750" y="552450"/>
                </a:lnTo>
                <a:close/>
                <a:moveTo>
                  <a:pt x="933450" y="542925"/>
                </a:moveTo>
                <a:lnTo>
                  <a:pt x="952500" y="542925"/>
                </a:lnTo>
                <a:lnTo>
                  <a:pt x="952500" y="552450"/>
                </a:lnTo>
                <a:lnTo>
                  <a:pt x="933450" y="552450"/>
                </a:lnTo>
                <a:close/>
                <a:moveTo>
                  <a:pt x="685800" y="552450"/>
                </a:moveTo>
                <a:lnTo>
                  <a:pt x="695325" y="552450"/>
                </a:lnTo>
                <a:lnTo>
                  <a:pt x="695325" y="561975"/>
                </a:lnTo>
                <a:lnTo>
                  <a:pt x="685800" y="561975"/>
                </a:lnTo>
                <a:close/>
                <a:moveTo>
                  <a:pt x="904875" y="552450"/>
                </a:moveTo>
                <a:lnTo>
                  <a:pt x="923925" y="552450"/>
                </a:lnTo>
                <a:lnTo>
                  <a:pt x="923925" y="561975"/>
                </a:lnTo>
                <a:lnTo>
                  <a:pt x="933450" y="561975"/>
                </a:lnTo>
                <a:lnTo>
                  <a:pt x="933450" y="581025"/>
                </a:lnTo>
                <a:lnTo>
                  <a:pt x="923925" y="581025"/>
                </a:lnTo>
                <a:lnTo>
                  <a:pt x="923925" y="571500"/>
                </a:lnTo>
                <a:lnTo>
                  <a:pt x="914400" y="571500"/>
                </a:lnTo>
                <a:lnTo>
                  <a:pt x="914400" y="561975"/>
                </a:lnTo>
                <a:lnTo>
                  <a:pt x="904875" y="561975"/>
                </a:lnTo>
                <a:close/>
                <a:moveTo>
                  <a:pt x="28575" y="561975"/>
                </a:moveTo>
                <a:lnTo>
                  <a:pt x="38100" y="561975"/>
                </a:lnTo>
                <a:lnTo>
                  <a:pt x="38100" y="571500"/>
                </a:lnTo>
                <a:lnTo>
                  <a:pt x="28575" y="571500"/>
                </a:lnTo>
                <a:close/>
                <a:moveTo>
                  <a:pt x="76200" y="561975"/>
                </a:moveTo>
                <a:lnTo>
                  <a:pt x="85725" y="561975"/>
                </a:lnTo>
                <a:lnTo>
                  <a:pt x="85725" y="571500"/>
                </a:lnTo>
                <a:lnTo>
                  <a:pt x="76200" y="571500"/>
                </a:lnTo>
                <a:close/>
                <a:moveTo>
                  <a:pt x="600075" y="561975"/>
                </a:moveTo>
                <a:lnTo>
                  <a:pt x="609600" y="561975"/>
                </a:lnTo>
                <a:lnTo>
                  <a:pt x="609600" y="571500"/>
                </a:lnTo>
                <a:lnTo>
                  <a:pt x="600075" y="571500"/>
                </a:lnTo>
                <a:close/>
                <a:moveTo>
                  <a:pt x="723900" y="561975"/>
                </a:moveTo>
                <a:lnTo>
                  <a:pt x="742950" y="561975"/>
                </a:lnTo>
                <a:lnTo>
                  <a:pt x="742950" y="571500"/>
                </a:lnTo>
                <a:lnTo>
                  <a:pt x="723900" y="571500"/>
                </a:lnTo>
                <a:close/>
                <a:moveTo>
                  <a:pt x="895350" y="561975"/>
                </a:moveTo>
                <a:lnTo>
                  <a:pt x="904875" y="561975"/>
                </a:lnTo>
                <a:lnTo>
                  <a:pt x="904875" y="571500"/>
                </a:lnTo>
                <a:lnTo>
                  <a:pt x="895350" y="571500"/>
                </a:lnTo>
                <a:close/>
                <a:moveTo>
                  <a:pt x="9525" y="571500"/>
                </a:moveTo>
                <a:lnTo>
                  <a:pt x="19050" y="571500"/>
                </a:lnTo>
                <a:lnTo>
                  <a:pt x="19050" y="581025"/>
                </a:lnTo>
                <a:lnTo>
                  <a:pt x="9525" y="581025"/>
                </a:lnTo>
                <a:close/>
                <a:moveTo>
                  <a:pt x="66675" y="571500"/>
                </a:moveTo>
                <a:lnTo>
                  <a:pt x="76200" y="571500"/>
                </a:lnTo>
                <a:lnTo>
                  <a:pt x="76200" y="590550"/>
                </a:lnTo>
                <a:lnTo>
                  <a:pt x="85725" y="590550"/>
                </a:lnTo>
                <a:lnTo>
                  <a:pt x="85725" y="619125"/>
                </a:lnTo>
                <a:lnTo>
                  <a:pt x="66675" y="619125"/>
                </a:lnTo>
                <a:close/>
                <a:moveTo>
                  <a:pt x="771525" y="571500"/>
                </a:moveTo>
                <a:lnTo>
                  <a:pt x="800100" y="571500"/>
                </a:lnTo>
                <a:lnTo>
                  <a:pt x="800100" y="600075"/>
                </a:lnTo>
                <a:lnTo>
                  <a:pt x="781050" y="600075"/>
                </a:lnTo>
                <a:lnTo>
                  <a:pt x="781050" y="581025"/>
                </a:lnTo>
                <a:lnTo>
                  <a:pt x="771525" y="581025"/>
                </a:lnTo>
                <a:close/>
                <a:moveTo>
                  <a:pt x="590550" y="581025"/>
                </a:moveTo>
                <a:lnTo>
                  <a:pt x="600075" y="581025"/>
                </a:lnTo>
                <a:lnTo>
                  <a:pt x="600075" y="590550"/>
                </a:lnTo>
                <a:lnTo>
                  <a:pt x="590550" y="590550"/>
                </a:lnTo>
                <a:close/>
                <a:moveTo>
                  <a:pt x="904875" y="581025"/>
                </a:moveTo>
                <a:lnTo>
                  <a:pt x="923925" y="581025"/>
                </a:lnTo>
                <a:lnTo>
                  <a:pt x="923925" y="590550"/>
                </a:lnTo>
                <a:lnTo>
                  <a:pt x="904875" y="590550"/>
                </a:lnTo>
                <a:close/>
                <a:moveTo>
                  <a:pt x="581025" y="600075"/>
                </a:moveTo>
                <a:lnTo>
                  <a:pt x="590550" y="600075"/>
                </a:lnTo>
                <a:lnTo>
                  <a:pt x="590550" y="609600"/>
                </a:lnTo>
                <a:lnTo>
                  <a:pt x="581025" y="609600"/>
                </a:lnTo>
                <a:close/>
                <a:moveTo>
                  <a:pt x="638175" y="600075"/>
                </a:moveTo>
                <a:lnTo>
                  <a:pt x="676275" y="600075"/>
                </a:lnTo>
                <a:lnTo>
                  <a:pt x="676275" y="609600"/>
                </a:lnTo>
                <a:lnTo>
                  <a:pt x="666750" y="609600"/>
                </a:lnTo>
                <a:lnTo>
                  <a:pt x="666750" y="619125"/>
                </a:lnTo>
                <a:lnTo>
                  <a:pt x="638175" y="619125"/>
                </a:lnTo>
                <a:close/>
                <a:moveTo>
                  <a:pt x="514350" y="609600"/>
                </a:moveTo>
                <a:lnTo>
                  <a:pt x="523875" y="609600"/>
                </a:lnTo>
                <a:lnTo>
                  <a:pt x="523875" y="619125"/>
                </a:lnTo>
                <a:lnTo>
                  <a:pt x="514350" y="619125"/>
                </a:lnTo>
                <a:close/>
                <a:moveTo>
                  <a:pt x="542925" y="609600"/>
                </a:moveTo>
                <a:lnTo>
                  <a:pt x="552450" y="609600"/>
                </a:lnTo>
                <a:lnTo>
                  <a:pt x="552450" y="619125"/>
                </a:lnTo>
                <a:lnTo>
                  <a:pt x="542925" y="619125"/>
                </a:lnTo>
                <a:close/>
                <a:moveTo>
                  <a:pt x="752475" y="609600"/>
                </a:moveTo>
                <a:lnTo>
                  <a:pt x="762000" y="609600"/>
                </a:lnTo>
                <a:lnTo>
                  <a:pt x="762000" y="619125"/>
                </a:lnTo>
                <a:lnTo>
                  <a:pt x="771525" y="619125"/>
                </a:lnTo>
                <a:lnTo>
                  <a:pt x="771525" y="638175"/>
                </a:lnTo>
                <a:lnTo>
                  <a:pt x="762000" y="638175"/>
                </a:lnTo>
                <a:lnTo>
                  <a:pt x="762000" y="628650"/>
                </a:lnTo>
                <a:lnTo>
                  <a:pt x="752475" y="628650"/>
                </a:lnTo>
                <a:close/>
                <a:moveTo>
                  <a:pt x="495300" y="619125"/>
                </a:moveTo>
                <a:lnTo>
                  <a:pt x="504825" y="619125"/>
                </a:lnTo>
                <a:lnTo>
                  <a:pt x="504825" y="666750"/>
                </a:lnTo>
                <a:lnTo>
                  <a:pt x="495300" y="666750"/>
                </a:lnTo>
                <a:lnTo>
                  <a:pt x="495300" y="657225"/>
                </a:lnTo>
                <a:lnTo>
                  <a:pt x="485775" y="657225"/>
                </a:lnTo>
                <a:lnTo>
                  <a:pt x="485775" y="628650"/>
                </a:lnTo>
                <a:lnTo>
                  <a:pt x="495300" y="628650"/>
                </a:lnTo>
                <a:close/>
                <a:moveTo>
                  <a:pt x="552450" y="619125"/>
                </a:moveTo>
                <a:lnTo>
                  <a:pt x="561975" y="619125"/>
                </a:lnTo>
                <a:lnTo>
                  <a:pt x="561975" y="638175"/>
                </a:lnTo>
                <a:lnTo>
                  <a:pt x="552450" y="638175"/>
                </a:lnTo>
                <a:close/>
                <a:moveTo>
                  <a:pt x="247650" y="628650"/>
                </a:moveTo>
                <a:lnTo>
                  <a:pt x="257175" y="628650"/>
                </a:lnTo>
                <a:lnTo>
                  <a:pt x="257175" y="657225"/>
                </a:lnTo>
                <a:lnTo>
                  <a:pt x="247650" y="657225"/>
                </a:lnTo>
                <a:lnTo>
                  <a:pt x="247650" y="676275"/>
                </a:lnTo>
                <a:lnTo>
                  <a:pt x="238125" y="676275"/>
                </a:lnTo>
                <a:lnTo>
                  <a:pt x="238125" y="685800"/>
                </a:lnTo>
                <a:lnTo>
                  <a:pt x="219075" y="685800"/>
                </a:lnTo>
                <a:lnTo>
                  <a:pt x="219075" y="676275"/>
                </a:lnTo>
                <a:lnTo>
                  <a:pt x="228600" y="676275"/>
                </a:lnTo>
                <a:lnTo>
                  <a:pt x="228600" y="666750"/>
                </a:lnTo>
                <a:lnTo>
                  <a:pt x="238125" y="666750"/>
                </a:lnTo>
                <a:lnTo>
                  <a:pt x="238125" y="647700"/>
                </a:lnTo>
                <a:lnTo>
                  <a:pt x="247650" y="647700"/>
                </a:lnTo>
                <a:close/>
                <a:moveTo>
                  <a:pt x="533400" y="628650"/>
                </a:moveTo>
                <a:lnTo>
                  <a:pt x="542925" y="628650"/>
                </a:lnTo>
                <a:lnTo>
                  <a:pt x="542925" y="647700"/>
                </a:lnTo>
                <a:lnTo>
                  <a:pt x="533400" y="647700"/>
                </a:lnTo>
                <a:close/>
                <a:moveTo>
                  <a:pt x="781050" y="628650"/>
                </a:moveTo>
                <a:lnTo>
                  <a:pt x="790575" y="628650"/>
                </a:lnTo>
                <a:lnTo>
                  <a:pt x="790575" y="657225"/>
                </a:lnTo>
                <a:lnTo>
                  <a:pt x="771525" y="657225"/>
                </a:lnTo>
                <a:lnTo>
                  <a:pt x="771525" y="647700"/>
                </a:lnTo>
                <a:lnTo>
                  <a:pt x="781050" y="647700"/>
                </a:lnTo>
                <a:close/>
                <a:moveTo>
                  <a:pt x="504825" y="666750"/>
                </a:moveTo>
                <a:lnTo>
                  <a:pt x="514350" y="666750"/>
                </a:lnTo>
                <a:lnTo>
                  <a:pt x="514350" y="676275"/>
                </a:lnTo>
                <a:lnTo>
                  <a:pt x="542925" y="676275"/>
                </a:lnTo>
                <a:lnTo>
                  <a:pt x="542925" y="695325"/>
                </a:lnTo>
                <a:lnTo>
                  <a:pt x="533400" y="695325"/>
                </a:lnTo>
                <a:lnTo>
                  <a:pt x="533400" y="704850"/>
                </a:lnTo>
                <a:lnTo>
                  <a:pt x="542925" y="704850"/>
                </a:lnTo>
                <a:lnTo>
                  <a:pt x="542925" y="723900"/>
                </a:lnTo>
                <a:lnTo>
                  <a:pt x="523875" y="723900"/>
                </a:lnTo>
                <a:lnTo>
                  <a:pt x="523875" y="695325"/>
                </a:lnTo>
                <a:lnTo>
                  <a:pt x="514350" y="695325"/>
                </a:lnTo>
                <a:lnTo>
                  <a:pt x="514350" y="685800"/>
                </a:lnTo>
                <a:lnTo>
                  <a:pt x="504825" y="685800"/>
                </a:lnTo>
                <a:close/>
                <a:moveTo>
                  <a:pt x="200025" y="685800"/>
                </a:moveTo>
                <a:lnTo>
                  <a:pt x="219075" y="685800"/>
                </a:lnTo>
                <a:lnTo>
                  <a:pt x="219075" y="695325"/>
                </a:lnTo>
                <a:lnTo>
                  <a:pt x="200025" y="695325"/>
                </a:lnTo>
                <a:close/>
                <a:moveTo>
                  <a:pt x="0" y="695325"/>
                </a:moveTo>
                <a:lnTo>
                  <a:pt x="19050" y="695325"/>
                </a:lnTo>
                <a:lnTo>
                  <a:pt x="19050" y="704850"/>
                </a:lnTo>
                <a:lnTo>
                  <a:pt x="0" y="704850"/>
                </a:lnTo>
                <a:close/>
                <a:moveTo>
                  <a:pt x="123825" y="695325"/>
                </a:moveTo>
                <a:lnTo>
                  <a:pt x="200025" y="695325"/>
                </a:lnTo>
                <a:lnTo>
                  <a:pt x="200025" y="704850"/>
                </a:lnTo>
                <a:lnTo>
                  <a:pt x="133350" y="704850"/>
                </a:lnTo>
                <a:lnTo>
                  <a:pt x="133350" y="714375"/>
                </a:lnTo>
                <a:lnTo>
                  <a:pt x="123825" y="714375"/>
                </a:lnTo>
                <a:lnTo>
                  <a:pt x="123825" y="790575"/>
                </a:lnTo>
                <a:lnTo>
                  <a:pt x="104775" y="790575"/>
                </a:lnTo>
                <a:lnTo>
                  <a:pt x="104775" y="781050"/>
                </a:lnTo>
                <a:lnTo>
                  <a:pt x="95250" y="781050"/>
                </a:lnTo>
                <a:lnTo>
                  <a:pt x="95250" y="771525"/>
                </a:lnTo>
                <a:lnTo>
                  <a:pt x="76200" y="771525"/>
                </a:lnTo>
                <a:lnTo>
                  <a:pt x="76200" y="762000"/>
                </a:lnTo>
                <a:lnTo>
                  <a:pt x="66675" y="762000"/>
                </a:lnTo>
                <a:lnTo>
                  <a:pt x="66675" y="752475"/>
                </a:lnTo>
                <a:lnTo>
                  <a:pt x="57150" y="752475"/>
                </a:lnTo>
                <a:lnTo>
                  <a:pt x="57150" y="742950"/>
                </a:lnTo>
                <a:lnTo>
                  <a:pt x="47625" y="742950"/>
                </a:lnTo>
                <a:lnTo>
                  <a:pt x="47625" y="733425"/>
                </a:lnTo>
                <a:lnTo>
                  <a:pt x="38100" y="733425"/>
                </a:lnTo>
                <a:lnTo>
                  <a:pt x="38100" y="723900"/>
                </a:lnTo>
                <a:lnTo>
                  <a:pt x="28575" y="723900"/>
                </a:lnTo>
                <a:lnTo>
                  <a:pt x="28575" y="714375"/>
                </a:lnTo>
                <a:lnTo>
                  <a:pt x="19050" y="714375"/>
                </a:lnTo>
                <a:lnTo>
                  <a:pt x="19050" y="704850"/>
                </a:lnTo>
                <a:lnTo>
                  <a:pt x="38100" y="704850"/>
                </a:lnTo>
                <a:lnTo>
                  <a:pt x="38100" y="714375"/>
                </a:lnTo>
                <a:lnTo>
                  <a:pt x="47625" y="714375"/>
                </a:lnTo>
                <a:lnTo>
                  <a:pt x="47625" y="723900"/>
                </a:lnTo>
                <a:lnTo>
                  <a:pt x="57150" y="723900"/>
                </a:lnTo>
                <a:lnTo>
                  <a:pt x="57150" y="733425"/>
                </a:lnTo>
                <a:lnTo>
                  <a:pt x="66675" y="733425"/>
                </a:lnTo>
                <a:lnTo>
                  <a:pt x="66675" y="742950"/>
                </a:lnTo>
                <a:lnTo>
                  <a:pt x="76200" y="742950"/>
                </a:lnTo>
                <a:lnTo>
                  <a:pt x="76200" y="752475"/>
                </a:lnTo>
                <a:lnTo>
                  <a:pt x="85725" y="752475"/>
                </a:lnTo>
                <a:lnTo>
                  <a:pt x="85725" y="762000"/>
                </a:lnTo>
                <a:lnTo>
                  <a:pt x="95250" y="762000"/>
                </a:lnTo>
                <a:lnTo>
                  <a:pt x="95250" y="771525"/>
                </a:lnTo>
                <a:lnTo>
                  <a:pt x="104775" y="771525"/>
                </a:lnTo>
                <a:lnTo>
                  <a:pt x="104775" y="762000"/>
                </a:lnTo>
                <a:lnTo>
                  <a:pt x="114300" y="762000"/>
                </a:lnTo>
                <a:lnTo>
                  <a:pt x="114300" y="704850"/>
                </a:lnTo>
                <a:lnTo>
                  <a:pt x="123825" y="704850"/>
                </a:lnTo>
                <a:close/>
                <a:moveTo>
                  <a:pt x="400050" y="742950"/>
                </a:moveTo>
                <a:lnTo>
                  <a:pt x="409575" y="742950"/>
                </a:lnTo>
                <a:lnTo>
                  <a:pt x="409575" y="752475"/>
                </a:lnTo>
                <a:lnTo>
                  <a:pt x="400050" y="752475"/>
                </a:lnTo>
                <a:close/>
                <a:moveTo>
                  <a:pt x="676275" y="742950"/>
                </a:moveTo>
                <a:lnTo>
                  <a:pt x="695325" y="742950"/>
                </a:lnTo>
                <a:lnTo>
                  <a:pt x="695325" y="762000"/>
                </a:lnTo>
                <a:lnTo>
                  <a:pt x="676275" y="762000"/>
                </a:lnTo>
                <a:close/>
                <a:moveTo>
                  <a:pt x="428625" y="752475"/>
                </a:moveTo>
                <a:lnTo>
                  <a:pt x="438150" y="752475"/>
                </a:lnTo>
                <a:lnTo>
                  <a:pt x="438150" y="762000"/>
                </a:lnTo>
                <a:lnTo>
                  <a:pt x="428625" y="762000"/>
                </a:lnTo>
                <a:close/>
                <a:moveTo>
                  <a:pt x="514350" y="752475"/>
                </a:moveTo>
                <a:lnTo>
                  <a:pt x="523875" y="752475"/>
                </a:lnTo>
                <a:lnTo>
                  <a:pt x="523875" y="762000"/>
                </a:lnTo>
                <a:lnTo>
                  <a:pt x="514350" y="762000"/>
                </a:lnTo>
                <a:close/>
                <a:moveTo>
                  <a:pt x="381000" y="762000"/>
                </a:moveTo>
                <a:lnTo>
                  <a:pt x="400050" y="762000"/>
                </a:lnTo>
                <a:lnTo>
                  <a:pt x="400050" y="771525"/>
                </a:lnTo>
                <a:lnTo>
                  <a:pt x="381000" y="771525"/>
                </a:lnTo>
                <a:close/>
                <a:moveTo>
                  <a:pt x="438150" y="762000"/>
                </a:moveTo>
                <a:lnTo>
                  <a:pt x="447675" y="762000"/>
                </a:lnTo>
                <a:lnTo>
                  <a:pt x="447675" y="771525"/>
                </a:lnTo>
                <a:lnTo>
                  <a:pt x="438150" y="771525"/>
                </a:lnTo>
                <a:close/>
                <a:moveTo>
                  <a:pt x="561975" y="762000"/>
                </a:moveTo>
                <a:lnTo>
                  <a:pt x="581025" y="762000"/>
                </a:lnTo>
                <a:lnTo>
                  <a:pt x="581025" y="781050"/>
                </a:lnTo>
                <a:lnTo>
                  <a:pt x="561975" y="781050"/>
                </a:lnTo>
                <a:close/>
                <a:moveTo>
                  <a:pt x="742950" y="762000"/>
                </a:moveTo>
                <a:lnTo>
                  <a:pt x="752475" y="762000"/>
                </a:lnTo>
                <a:lnTo>
                  <a:pt x="752475" y="771525"/>
                </a:lnTo>
                <a:lnTo>
                  <a:pt x="742950" y="771525"/>
                </a:lnTo>
                <a:close/>
                <a:moveTo>
                  <a:pt x="371475" y="771525"/>
                </a:moveTo>
                <a:lnTo>
                  <a:pt x="381000" y="771525"/>
                </a:lnTo>
                <a:lnTo>
                  <a:pt x="381000" y="781050"/>
                </a:lnTo>
                <a:lnTo>
                  <a:pt x="371475" y="781050"/>
                </a:lnTo>
                <a:close/>
                <a:moveTo>
                  <a:pt x="409575" y="771525"/>
                </a:moveTo>
                <a:lnTo>
                  <a:pt x="419100" y="771525"/>
                </a:lnTo>
                <a:lnTo>
                  <a:pt x="419100" y="781050"/>
                </a:lnTo>
                <a:lnTo>
                  <a:pt x="409575" y="781050"/>
                </a:lnTo>
                <a:close/>
                <a:moveTo>
                  <a:pt x="495300" y="771525"/>
                </a:moveTo>
                <a:lnTo>
                  <a:pt x="514350" y="771525"/>
                </a:lnTo>
                <a:lnTo>
                  <a:pt x="514350" y="781050"/>
                </a:lnTo>
                <a:lnTo>
                  <a:pt x="504825" y="781050"/>
                </a:lnTo>
                <a:lnTo>
                  <a:pt x="504825" y="800100"/>
                </a:lnTo>
                <a:lnTo>
                  <a:pt x="495300" y="800100"/>
                </a:lnTo>
                <a:lnTo>
                  <a:pt x="495300" y="790575"/>
                </a:lnTo>
                <a:lnTo>
                  <a:pt x="485775" y="790575"/>
                </a:lnTo>
                <a:lnTo>
                  <a:pt x="485775" y="800100"/>
                </a:lnTo>
                <a:lnTo>
                  <a:pt x="457200" y="800100"/>
                </a:lnTo>
                <a:lnTo>
                  <a:pt x="457200" y="781050"/>
                </a:lnTo>
                <a:lnTo>
                  <a:pt x="495300" y="781050"/>
                </a:lnTo>
                <a:close/>
                <a:moveTo>
                  <a:pt x="733425" y="771525"/>
                </a:moveTo>
                <a:lnTo>
                  <a:pt x="742950" y="771525"/>
                </a:lnTo>
                <a:lnTo>
                  <a:pt x="742950" y="790575"/>
                </a:lnTo>
                <a:lnTo>
                  <a:pt x="733425" y="790575"/>
                </a:lnTo>
                <a:lnTo>
                  <a:pt x="733425" y="800100"/>
                </a:lnTo>
                <a:lnTo>
                  <a:pt x="723900" y="800100"/>
                </a:lnTo>
                <a:lnTo>
                  <a:pt x="723900" y="809625"/>
                </a:lnTo>
                <a:lnTo>
                  <a:pt x="704850" y="809625"/>
                </a:lnTo>
                <a:lnTo>
                  <a:pt x="704850" y="800100"/>
                </a:lnTo>
                <a:lnTo>
                  <a:pt x="714375" y="800100"/>
                </a:lnTo>
                <a:lnTo>
                  <a:pt x="714375" y="790575"/>
                </a:lnTo>
                <a:lnTo>
                  <a:pt x="723900" y="790575"/>
                </a:lnTo>
                <a:lnTo>
                  <a:pt x="723900" y="781050"/>
                </a:lnTo>
                <a:lnTo>
                  <a:pt x="733425" y="781050"/>
                </a:lnTo>
                <a:close/>
                <a:moveTo>
                  <a:pt x="333375" y="781050"/>
                </a:moveTo>
                <a:lnTo>
                  <a:pt x="342900" y="781050"/>
                </a:lnTo>
                <a:lnTo>
                  <a:pt x="342900" y="790575"/>
                </a:lnTo>
                <a:lnTo>
                  <a:pt x="333375" y="790575"/>
                </a:lnTo>
                <a:close/>
                <a:moveTo>
                  <a:pt x="419100" y="781050"/>
                </a:moveTo>
                <a:lnTo>
                  <a:pt x="428625" y="781050"/>
                </a:lnTo>
                <a:lnTo>
                  <a:pt x="428625" y="790575"/>
                </a:lnTo>
                <a:lnTo>
                  <a:pt x="419100" y="790575"/>
                </a:lnTo>
                <a:close/>
                <a:moveTo>
                  <a:pt x="276225" y="790575"/>
                </a:moveTo>
                <a:lnTo>
                  <a:pt x="295275" y="790575"/>
                </a:lnTo>
                <a:lnTo>
                  <a:pt x="295275" y="800100"/>
                </a:lnTo>
                <a:lnTo>
                  <a:pt x="276225" y="800100"/>
                </a:lnTo>
                <a:close/>
                <a:moveTo>
                  <a:pt x="409575" y="790575"/>
                </a:moveTo>
                <a:lnTo>
                  <a:pt x="419100" y="790575"/>
                </a:lnTo>
                <a:lnTo>
                  <a:pt x="419100" y="800100"/>
                </a:lnTo>
                <a:lnTo>
                  <a:pt x="409575" y="800100"/>
                </a:lnTo>
                <a:close/>
                <a:moveTo>
                  <a:pt x="485775" y="800100"/>
                </a:moveTo>
                <a:lnTo>
                  <a:pt x="495300" y="800100"/>
                </a:lnTo>
                <a:lnTo>
                  <a:pt x="495300" y="809625"/>
                </a:lnTo>
                <a:lnTo>
                  <a:pt x="485775" y="809625"/>
                </a:lnTo>
                <a:close/>
                <a:moveTo>
                  <a:pt x="609600" y="800100"/>
                </a:moveTo>
                <a:lnTo>
                  <a:pt x="619125" y="800100"/>
                </a:lnTo>
                <a:lnTo>
                  <a:pt x="619125" y="809625"/>
                </a:lnTo>
                <a:lnTo>
                  <a:pt x="609600" y="809625"/>
                </a:lnTo>
                <a:close/>
                <a:moveTo>
                  <a:pt x="942975" y="800100"/>
                </a:moveTo>
                <a:lnTo>
                  <a:pt x="952500" y="800100"/>
                </a:lnTo>
                <a:lnTo>
                  <a:pt x="952500" y="809625"/>
                </a:lnTo>
                <a:lnTo>
                  <a:pt x="962025" y="809625"/>
                </a:lnTo>
                <a:lnTo>
                  <a:pt x="962025" y="819150"/>
                </a:lnTo>
                <a:lnTo>
                  <a:pt x="971550" y="819150"/>
                </a:lnTo>
                <a:lnTo>
                  <a:pt x="971550" y="828675"/>
                </a:lnTo>
                <a:lnTo>
                  <a:pt x="981075" y="828675"/>
                </a:lnTo>
                <a:lnTo>
                  <a:pt x="981075" y="838200"/>
                </a:lnTo>
                <a:lnTo>
                  <a:pt x="962025" y="838200"/>
                </a:lnTo>
                <a:lnTo>
                  <a:pt x="962025" y="828675"/>
                </a:lnTo>
                <a:lnTo>
                  <a:pt x="942975" y="828675"/>
                </a:lnTo>
                <a:lnTo>
                  <a:pt x="942975" y="885825"/>
                </a:lnTo>
                <a:lnTo>
                  <a:pt x="933450" y="885825"/>
                </a:lnTo>
                <a:lnTo>
                  <a:pt x="933450" y="895350"/>
                </a:lnTo>
                <a:lnTo>
                  <a:pt x="876300" y="895350"/>
                </a:lnTo>
                <a:lnTo>
                  <a:pt x="876300" y="885825"/>
                </a:lnTo>
                <a:lnTo>
                  <a:pt x="923925" y="885825"/>
                </a:lnTo>
                <a:lnTo>
                  <a:pt x="923925" y="876300"/>
                </a:lnTo>
                <a:lnTo>
                  <a:pt x="933450" y="876300"/>
                </a:lnTo>
                <a:lnTo>
                  <a:pt x="933450" y="809625"/>
                </a:lnTo>
                <a:lnTo>
                  <a:pt x="942975" y="809625"/>
                </a:lnTo>
                <a:close/>
                <a:moveTo>
                  <a:pt x="581025" y="809625"/>
                </a:moveTo>
                <a:lnTo>
                  <a:pt x="590550" y="809625"/>
                </a:lnTo>
                <a:lnTo>
                  <a:pt x="590550" y="819150"/>
                </a:lnTo>
                <a:lnTo>
                  <a:pt x="581025" y="819150"/>
                </a:lnTo>
                <a:close/>
                <a:moveTo>
                  <a:pt x="628650" y="809625"/>
                </a:moveTo>
                <a:lnTo>
                  <a:pt x="638175" y="809625"/>
                </a:lnTo>
                <a:lnTo>
                  <a:pt x="638175" y="819150"/>
                </a:lnTo>
                <a:lnTo>
                  <a:pt x="628650" y="819150"/>
                </a:lnTo>
                <a:close/>
                <a:moveTo>
                  <a:pt x="695325" y="809625"/>
                </a:moveTo>
                <a:lnTo>
                  <a:pt x="704850" y="809625"/>
                </a:lnTo>
                <a:lnTo>
                  <a:pt x="704850" y="819150"/>
                </a:lnTo>
                <a:lnTo>
                  <a:pt x="695325" y="819150"/>
                </a:lnTo>
                <a:close/>
                <a:moveTo>
                  <a:pt x="209550" y="819150"/>
                </a:moveTo>
                <a:lnTo>
                  <a:pt x="219075" y="819150"/>
                </a:lnTo>
                <a:lnTo>
                  <a:pt x="219075" y="828675"/>
                </a:lnTo>
                <a:lnTo>
                  <a:pt x="209550" y="828675"/>
                </a:lnTo>
                <a:close/>
                <a:moveTo>
                  <a:pt x="638175" y="819150"/>
                </a:moveTo>
                <a:lnTo>
                  <a:pt x="647700" y="819150"/>
                </a:lnTo>
                <a:lnTo>
                  <a:pt x="647700" y="828675"/>
                </a:lnTo>
                <a:lnTo>
                  <a:pt x="638175" y="828675"/>
                </a:lnTo>
                <a:close/>
                <a:moveTo>
                  <a:pt x="200025" y="828675"/>
                </a:moveTo>
                <a:lnTo>
                  <a:pt x="209550" y="828675"/>
                </a:lnTo>
                <a:lnTo>
                  <a:pt x="209550" y="838200"/>
                </a:lnTo>
                <a:lnTo>
                  <a:pt x="200025" y="838200"/>
                </a:lnTo>
                <a:close/>
                <a:moveTo>
                  <a:pt x="190500" y="838200"/>
                </a:moveTo>
                <a:lnTo>
                  <a:pt x="200025" y="838200"/>
                </a:lnTo>
                <a:lnTo>
                  <a:pt x="200025" y="847725"/>
                </a:lnTo>
                <a:lnTo>
                  <a:pt x="190500" y="847725"/>
                </a:lnTo>
                <a:close/>
                <a:moveTo>
                  <a:pt x="266700" y="838200"/>
                </a:moveTo>
                <a:lnTo>
                  <a:pt x="285750" y="838200"/>
                </a:lnTo>
                <a:lnTo>
                  <a:pt x="285750" y="857250"/>
                </a:lnTo>
                <a:lnTo>
                  <a:pt x="276225" y="857250"/>
                </a:lnTo>
                <a:lnTo>
                  <a:pt x="276225" y="866775"/>
                </a:lnTo>
                <a:lnTo>
                  <a:pt x="266700" y="866775"/>
                </a:lnTo>
                <a:lnTo>
                  <a:pt x="266700" y="857250"/>
                </a:lnTo>
                <a:lnTo>
                  <a:pt x="257175" y="857250"/>
                </a:lnTo>
                <a:lnTo>
                  <a:pt x="257175" y="847725"/>
                </a:lnTo>
                <a:lnTo>
                  <a:pt x="266700" y="847725"/>
                </a:lnTo>
                <a:close/>
                <a:moveTo>
                  <a:pt x="485775" y="838200"/>
                </a:moveTo>
                <a:lnTo>
                  <a:pt x="495300" y="838200"/>
                </a:lnTo>
                <a:lnTo>
                  <a:pt x="495300" y="847725"/>
                </a:lnTo>
                <a:lnTo>
                  <a:pt x="485775" y="847725"/>
                </a:lnTo>
                <a:close/>
                <a:moveTo>
                  <a:pt x="609600" y="838200"/>
                </a:moveTo>
                <a:lnTo>
                  <a:pt x="619125" y="838200"/>
                </a:lnTo>
                <a:lnTo>
                  <a:pt x="619125" y="847725"/>
                </a:lnTo>
                <a:lnTo>
                  <a:pt x="628650" y="847725"/>
                </a:lnTo>
                <a:lnTo>
                  <a:pt x="628650" y="857250"/>
                </a:lnTo>
                <a:lnTo>
                  <a:pt x="638175" y="857250"/>
                </a:lnTo>
                <a:lnTo>
                  <a:pt x="638175" y="866775"/>
                </a:lnTo>
                <a:lnTo>
                  <a:pt x="619125" y="866775"/>
                </a:lnTo>
                <a:lnTo>
                  <a:pt x="619125" y="857250"/>
                </a:lnTo>
                <a:lnTo>
                  <a:pt x="609600" y="857250"/>
                </a:lnTo>
                <a:close/>
                <a:moveTo>
                  <a:pt x="981075" y="838200"/>
                </a:moveTo>
                <a:lnTo>
                  <a:pt x="990600" y="838200"/>
                </a:lnTo>
                <a:lnTo>
                  <a:pt x="990600" y="847725"/>
                </a:lnTo>
                <a:lnTo>
                  <a:pt x="981075" y="847725"/>
                </a:lnTo>
                <a:close/>
                <a:moveTo>
                  <a:pt x="523875" y="847725"/>
                </a:moveTo>
                <a:lnTo>
                  <a:pt x="533400" y="847725"/>
                </a:lnTo>
                <a:lnTo>
                  <a:pt x="533400" y="857250"/>
                </a:lnTo>
                <a:lnTo>
                  <a:pt x="542925" y="857250"/>
                </a:lnTo>
                <a:lnTo>
                  <a:pt x="542925" y="866775"/>
                </a:lnTo>
                <a:lnTo>
                  <a:pt x="523875" y="866775"/>
                </a:lnTo>
                <a:close/>
                <a:moveTo>
                  <a:pt x="990600" y="847725"/>
                </a:moveTo>
                <a:lnTo>
                  <a:pt x="1009650" y="847725"/>
                </a:lnTo>
                <a:lnTo>
                  <a:pt x="1009650" y="857250"/>
                </a:lnTo>
                <a:lnTo>
                  <a:pt x="1019175" y="857250"/>
                </a:lnTo>
                <a:lnTo>
                  <a:pt x="1019175" y="866775"/>
                </a:lnTo>
                <a:lnTo>
                  <a:pt x="1028700" y="866775"/>
                </a:lnTo>
                <a:lnTo>
                  <a:pt x="1028700" y="876300"/>
                </a:lnTo>
                <a:lnTo>
                  <a:pt x="1038225" y="876300"/>
                </a:lnTo>
                <a:lnTo>
                  <a:pt x="1038225" y="885825"/>
                </a:lnTo>
                <a:lnTo>
                  <a:pt x="1181100" y="885825"/>
                </a:lnTo>
                <a:lnTo>
                  <a:pt x="1181100" y="895350"/>
                </a:lnTo>
                <a:lnTo>
                  <a:pt x="1028700" y="895350"/>
                </a:lnTo>
                <a:lnTo>
                  <a:pt x="1028700" y="885825"/>
                </a:lnTo>
                <a:lnTo>
                  <a:pt x="1019175" y="885825"/>
                </a:lnTo>
                <a:lnTo>
                  <a:pt x="1019175" y="876300"/>
                </a:lnTo>
                <a:lnTo>
                  <a:pt x="1009650" y="876300"/>
                </a:lnTo>
                <a:lnTo>
                  <a:pt x="1009650" y="866775"/>
                </a:lnTo>
                <a:lnTo>
                  <a:pt x="1000125" y="866775"/>
                </a:lnTo>
                <a:lnTo>
                  <a:pt x="1000125" y="857250"/>
                </a:lnTo>
                <a:lnTo>
                  <a:pt x="990600" y="857250"/>
                </a:lnTo>
                <a:close/>
                <a:moveTo>
                  <a:pt x="247650" y="857250"/>
                </a:moveTo>
                <a:lnTo>
                  <a:pt x="257175" y="857250"/>
                </a:lnTo>
                <a:lnTo>
                  <a:pt x="257175" y="866775"/>
                </a:lnTo>
                <a:lnTo>
                  <a:pt x="247650" y="866775"/>
                </a:lnTo>
                <a:close/>
                <a:moveTo>
                  <a:pt x="495300" y="857250"/>
                </a:moveTo>
                <a:lnTo>
                  <a:pt x="504825" y="857250"/>
                </a:lnTo>
                <a:lnTo>
                  <a:pt x="504825" y="866775"/>
                </a:lnTo>
                <a:lnTo>
                  <a:pt x="495300" y="866775"/>
                </a:lnTo>
                <a:close/>
                <a:moveTo>
                  <a:pt x="257175" y="866775"/>
                </a:moveTo>
                <a:lnTo>
                  <a:pt x="266700" y="866775"/>
                </a:lnTo>
                <a:lnTo>
                  <a:pt x="266700" y="876300"/>
                </a:lnTo>
                <a:lnTo>
                  <a:pt x="257175" y="876300"/>
                </a:lnTo>
                <a:close/>
                <a:moveTo>
                  <a:pt x="542925" y="866775"/>
                </a:moveTo>
                <a:lnTo>
                  <a:pt x="552450" y="866775"/>
                </a:lnTo>
                <a:lnTo>
                  <a:pt x="552450" y="876300"/>
                </a:lnTo>
                <a:lnTo>
                  <a:pt x="542925" y="876300"/>
                </a:lnTo>
                <a:close/>
                <a:moveTo>
                  <a:pt x="238125" y="876300"/>
                </a:moveTo>
                <a:lnTo>
                  <a:pt x="257175" y="876300"/>
                </a:lnTo>
                <a:lnTo>
                  <a:pt x="257175" y="895350"/>
                </a:lnTo>
                <a:lnTo>
                  <a:pt x="247650" y="895350"/>
                </a:lnTo>
                <a:lnTo>
                  <a:pt x="247650" y="885825"/>
                </a:lnTo>
                <a:lnTo>
                  <a:pt x="238125" y="885825"/>
                </a:lnTo>
                <a:close/>
                <a:moveTo>
                  <a:pt x="447675" y="876300"/>
                </a:moveTo>
                <a:lnTo>
                  <a:pt x="457200" y="876300"/>
                </a:lnTo>
                <a:lnTo>
                  <a:pt x="457200" y="885825"/>
                </a:lnTo>
                <a:lnTo>
                  <a:pt x="447675" y="885825"/>
                </a:lnTo>
                <a:close/>
                <a:moveTo>
                  <a:pt x="561975" y="876300"/>
                </a:moveTo>
                <a:lnTo>
                  <a:pt x="571500" y="876300"/>
                </a:lnTo>
                <a:lnTo>
                  <a:pt x="571500" y="885825"/>
                </a:lnTo>
                <a:lnTo>
                  <a:pt x="561975" y="885825"/>
                </a:lnTo>
                <a:close/>
                <a:moveTo>
                  <a:pt x="638175" y="876300"/>
                </a:moveTo>
                <a:lnTo>
                  <a:pt x="647700" y="876300"/>
                </a:lnTo>
                <a:lnTo>
                  <a:pt x="647700" y="885825"/>
                </a:lnTo>
                <a:lnTo>
                  <a:pt x="638175" y="885825"/>
                </a:lnTo>
                <a:close/>
                <a:moveTo>
                  <a:pt x="676275" y="876300"/>
                </a:moveTo>
                <a:lnTo>
                  <a:pt x="685800" y="876300"/>
                </a:lnTo>
                <a:lnTo>
                  <a:pt x="685800" y="885825"/>
                </a:lnTo>
                <a:lnTo>
                  <a:pt x="676275" y="885825"/>
                </a:lnTo>
                <a:close/>
                <a:moveTo>
                  <a:pt x="152400" y="885825"/>
                </a:moveTo>
                <a:lnTo>
                  <a:pt x="161925" y="885825"/>
                </a:lnTo>
                <a:lnTo>
                  <a:pt x="161925" y="895350"/>
                </a:lnTo>
                <a:lnTo>
                  <a:pt x="152400" y="895350"/>
                </a:lnTo>
                <a:close/>
                <a:moveTo>
                  <a:pt x="323850" y="885825"/>
                </a:moveTo>
                <a:lnTo>
                  <a:pt x="333375" y="885825"/>
                </a:lnTo>
                <a:lnTo>
                  <a:pt x="333375" y="895350"/>
                </a:lnTo>
                <a:lnTo>
                  <a:pt x="323850" y="895350"/>
                </a:lnTo>
                <a:close/>
                <a:moveTo>
                  <a:pt x="504825" y="885825"/>
                </a:moveTo>
                <a:lnTo>
                  <a:pt x="514350" y="885825"/>
                </a:lnTo>
                <a:lnTo>
                  <a:pt x="514350" y="895350"/>
                </a:lnTo>
                <a:lnTo>
                  <a:pt x="504825" y="895350"/>
                </a:lnTo>
                <a:close/>
                <a:moveTo>
                  <a:pt x="142875" y="895350"/>
                </a:moveTo>
                <a:lnTo>
                  <a:pt x="152400" y="895350"/>
                </a:lnTo>
                <a:lnTo>
                  <a:pt x="152400" y="904875"/>
                </a:lnTo>
                <a:lnTo>
                  <a:pt x="142875" y="904875"/>
                </a:lnTo>
                <a:close/>
                <a:moveTo>
                  <a:pt x="228600" y="895350"/>
                </a:moveTo>
                <a:lnTo>
                  <a:pt x="247650" y="895350"/>
                </a:lnTo>
                <a:lnTo>
                  <a:pt x="247650" y="914400"/>
                </a:lnTo>
                <a:lnTo>
                  <a:pt x="238125" y="914400"/>
                </a:lnTo>
                <a:lnTo>
                  <a:pt x="238125" y="933450"/>
                </a:lnTo>
                <a:lnTo>
                  <a:pt x="228600" y="933450"/>
                </a:lnTo>
                <a:lnTo>
                  <a:pt x="228600" y="962025"/>
                </a:lnTo>
                <a:lnTo>
                  <a:pt x="219075" y="962025"/>
                </a:lnTo>
                <a:lnTo>
                  <a:pt x="219075" y="990600"/>
                </a:lnTo>
                <a:lnTo>
                  <a:pt x="209550" y="990600"/>
                </a:lnTo>
                <a:lnTo>
                  <a:pt x="209550" y="1019175"/>
                </a:lnTo>
                <a:lnTo>
                  <a:pt x="200025" y="1019175"/>
                </a:lnTo>
                <a:lnTo>
                  <a:pt x="200025" y="1047750"/>
                </a:lnTo>
                <a:lnTo>
                  <a:pt x="190500" y="1047750"/>
                </a:lnTo>
                <a:lnTo>
                  <a:pt x="190500" y="1076325"/>
                </a:lnTo>
                <a:lnTo>
                  <a:pt x="171450" y="1076325"/>
                </a:lnTo>
                <a:lnTo>
                  <a:pt x="171450" y="1057275"/>
                </a:lnTo>
                <a:lnTo>
                  <a:pt x="180975" y="1057275"/>
                </a:lnTo>
                <a:lnTo>
                  <a:pt x="180975" y="1028700"/>
                </a:lnTo>
                <a:lnTo>
                  <a:pt x="190500" y="1028700"/>
                </a:lnTo>
                <a:lnTo>
                  <a:pt x="190500" y="990600"/>
                </a:lnTo>
                <a:lnTo>
                  <a:pt x="200025" y="990600"/>
                </a:lnTo>
                <a:lnTo>
                  <a:pt x="200025" y="962025"/>
                </a:lnTo>
                <a:lnTo>
                  <a:pt x="209550" y="962025"/>
                </a:lnTo>
                <a:lnTo>
                  <a:pt x="209550" y="942975"/>
                </a:lnTo>
                <a:lnTo>
                  <a:pt x="219075" y="942975"/>
                </a:lnTo>
                <a:lnTo>
                  <a:pt x="219075" y="914400"/>
                </a:lnTo>
                <a:lnTo>
                  <a:pt x="228600" y="914400"/>
                </a:lnTo>
                <a:close/>
                <a:moveTo>
                  <a:pt x="685800" y="895350"/>
                </a:moveTo>
                <a:lnTo>
                  <a:pt x="695325" y="895350"/>
                </a:lnTo>
                <a:lnTo>
                  <a:pt x="695325" y="904875"/>
                </a:lnTo>
                <a:lnTo>
                  <a:pt x="685800" y="904875"/>
                </a:lnTo>
                <a:close/>
                <a:moveTo>
                  <a:pt x="847725" y="895350"/>
                </a:moveTo>
                <a:lnTo>
                  <a:pt x="876300" y="895350"/>
                </a:lnTo>
                <a:lnTo>
                  <a:pt x="876300" y="904875"/>
                </a:lnTo>
                <a:lnTo>
                  <a:pt x="847725" y="904875"/>
                </a:lnTo>
                <a:close/>
                <a:moveTo>
                  <a:pt x="314325" y="904875"/>
                </a:moveTo>
                <a:lnTo>
                  <a:pt x="323850" y="904875"/>
                </a:lnTo>
                <a:lnTo>
                  <a:pt x="323850" y="914400"/>
                </a:lnTo>
                <a:lnTo>
                  <a:pt x="314325" y="914400"/>
                </a:lnTo>
                <a:close/>
                <a:moveTo>
                  <a:pt x="457200" y="904875"/>
                </a:moveTo>
                <a:lnTo>
                  <a:pt x="466725" y="904875"/>
                </a:lnTo>
                <a:lnTo>
                  <a:pt x="466725" y="914400"/>
                </a:lnTo>
                <a:lnTo>
                  <a:pt x="457200" y="914400"/>
                </a:lnTo>
                <a:close/>
                <a:moveTo>
                  <a:pt x="828675" y="904875"/>
                </a:moveTo>
                <a:lnTo>
                  <a:pt x="847725" y="904875"/>
                </a:lnTo>
                <a:lnTo>
                  <a:pt x="847725" y="914400"/>
                </a:lnTo>
                <a:lnTo>
                  <a:pt x="828675" y="914400"/>
                </a:lnTo>
                <a:close/>
                <a:moveTo>
                  <a:pt x="695325" y="914400"/>
                </a:moveTo>
                <a:lnTo>
                  <a:pt x="704850" y="914400"/>
                </a:lnTo>
                <a:lnTo>
                  <a:pt x="704850" y="981075"/>
                </a:lnTo>
                <a:lnTo>
                  <a:pt x="685800" y="981075"/>
                </a:lnTo>
                <a:lnTo>
                  <a:pt x="685800" y="942975"/>
                </a:lnTo>
                <a:lnTo>
                  <a:pt x="695325" y="942975"/>
                </a:lnTo>
                <a:close/>
                <a:moveTo>
                  <a:pt x="819150" y="914400"/>
                </a:moveTo>
                <a:lnTo>
                  <a:pt x="828675" y="914400"/>
                </a:lnTo>
                <a:lnTo>
                  <a:pt x="828675" y="923925"/>
                </a:lnTo>
                <a:lnTo>
                  <a:pt x="819150" y="923925"/>
                </a:lnTo>
                <a:close/>
                <a:moveTo>
                  <a:pt x="304800" y="923925"/>
                </a:moveTo>
                <a:lnTo>
                  <a:pt x="314325" y="923925"/>
                </a:lnTo>
                <a:lnTo>
                  <a:pt x="314325" y="933450"/>
                </a:lnTo>
                <a:lnTo>
                  <a:pt x="304800" y="933450"/>
                </a:lnTo>
                <a:close/>
                <a:moveTo>
                  <a:pt x="647700" y="923925"/>
                </a:moveTo>
                <a:lnTo>
                  <a:pt x="657225" y="923925"/>
                </a:lnTo>
                <a:lnTo>
                  <a:pt x="657225" y="1019175"/>
                </a:lnTo>
                <a:lnTo>
                  <a:pt x="647700" y="1019175"/>
                </a:lnTo>
                <a:close/>
                <a:moveTo>
                  <a:pt x="809625" y="923925"/>
                </a:moveTo>
                <a:lnTo>
                  <a:pt x="819150" y="923925"/>
                </a:lnTo>
                <a:lnTo>
                  <a:pt x="819150" y="942975"/>
                </a:lnTo>
                <a:lnTo>
                  <a:pt x="809625" y="942975"/>
                </a:lnTo>
                <a:lnTo>
                  <a:pt x="809625" y="962025"/>
                </a:lnTo>
                <a:lnTo>
                  <a:pt x="800100" y="962025"/>
                </a:lnTo>
                <a:lnTo>
                  <a:pt x="800100" y="1209675"/>
                </a:lnTo>
                <a:lnTo>
                  <a:pt x="809625" y="1209675"/>
                </a:lnTo>
                <a:lnTo>
                  <a:pt x="809625" y="1228725"/>
                </a:lnTo>
                <a:lnTo>
                  <a:pt x="819150" y="1228725"/>
                </a:lnTo>
                <a:lnTo>
                  <a:pt x="819150" y="1247775"/>
                </a:lnTo>
                <a:lnTo>
                  <a:pt x="809625" y="1247775"/>
                </a:lnTo>
                <a:lnTo>
                  <a:pt x="809625" y="1238250"/>
                </a:lnTo>
                <a:lnTo>
                  <a:pt x="800100" y="1238250"/>
                </a:lnTo>
                <a:lnTo>
                  <a:pt x="800100" y="1219200"/>
                </a:lnTo>
                <a:lnTo>
                  <a:pt x="790575" y="1219200"/>
                </a:lnTo>
                <a:lnTo>
                  <a:pt x="790575" y="952500"/>
                </a:lnTo>
                <a:lnTo>
                  <a:pt x="800100" y="952500"/>
                </a:lnTo>
                <a:lnTo>
                  <a:pt x="800100" y="933450"/>
                </a:lnTo>
                <a:lnTo>
                  <a:pt x="809625" y="933450"/>
                </a:lnTo>
                <a:close/>
                <a:moveTo>
                  <a:pt x="295275" y="942975"/>
                </a:moveTo>
                <a:lnTo>
                  <a:pt x="304800" y="942975"/>
                </a:lnTo>
                <a:lnTo>
                  <a:pt x="304800" y="952500"/>
                </a:lnTo>
                <a:lnTo>
                  <a:pt x="295275" y="952500"/>
                </a:lnTo>
                <a:close/>
                <a:moveTo>
                  <a:pt x="1028700" y="962025"/>
                </a:moveTo>
                <a:lnTo>
                  <a:pt x="1057275" y="962025"/>
                </a:lnTo>
                <a:lnTo>
                  <a:pt x="1057275" y="971550"/>
                </a:lnTo>
                <a:lnTo>
                  <a:pt x="1066800" y="971550"/>
                </a:lnTo>
                <a:lnTo>
                  <a:pt x="1066800" y="981075"/>
                </a:lnTo>
                <a:lnTo>
                  <a:pt x="1057275" y="981075"/>
                </a:lnTo>
                <a:lnTo>
                  <a:pt x="1057275" y="990600"/>
                </a:lnTo>
                <a:lnTo>
                  <a:pt x="1028700" y="990600"/>
                </a:lnTo>
                <a:lnTo>
                  <a:pt x="1028700" y="981075"/>
                </a:lnTo>
                <a:lnTo>
                  <a:pt x="1019175" y="981075"/>
                </a:lnTo>
                <a:lnTo>
                  <a:pt x="1019175" y="971550"/>
                </a:lnTo>
                <a:lnTo>
                  <a:pt x="1028700" y="971550"/>
                </a:lnTo>
                <a:close/>
                <a:moveTo>
                  <a:pt x="285750" y="971550"/>
                </a:moveTo>
                <a:lnTo>
                  <a:pt x="295275" y="971550"/>
                </a:lnTo>
                <a:lnTo>
                  <a:pt x="295275" y="1019175"/>
                </a:lnTo>
                <a:lnTo>
                  <a:pt x="304800" y="1019175"/>
                </a:lnTo>
                <a:lnTo>
                  <a:pt x="304800" y="1038225"/>
                </a:lnTo>
                <a:lnTo>
                  <a:pt x="285750" y="1038225"/>
                </a:lnTo>
                <a:lnTo>
                  <a:pt x="285750" y="1047750"/>
                </a:lnTo>
                <a:lnTo>
                  <a:pt x="266700" y="1047750"/>
                </a:lnTo>
                <a:lnTo>
                  <a:pt x="266700" y="1038225"/>
                </a:lnTo>
                <a:lnTo>
                  <a:pt x="276225" y="1038225"/>
                </a:lnTo>
                <a:lnTo>
                  <a:pt x="276225" y="1000125"/>
                </a:lnTo>
                <a:lnTo>
                  <a:pt x="285750" y="1000125"/>
                </a:lnTo>
                <a:close/>
                <a:moveTo>
                  <a:pt x="1009650" y="981075"/>
                </a:moveTo>
                <a:lnTo>
                  <a:pt x="1019175" y="981075"/>
                </a:lnTo>
                <a:lnTo>
                  <a:pt x="1019175" y="990600"/>
                </a:lnTo>
                <a:lnTo>
                  <a:pt x="1009650" y="990600"/>
                </a:lnTo>
                <a:close/>
                <a:moveTo>
                  <a:pt x="962025" y="990600"/>
                </a:moveTo>
                <a:lnTo>
                  <a:pt x="971550" y="990600"/>
                </a:lnTo>
                <a:lnTo>
                  <a:pt x="971550" y="1047750"/>
                </a:lnTo>
                <a:lnTo>
                  <a:pt x="962025" y="1047750"/>
                </a:lnTo>
                <a:lnTo>
                  <a:pt x="962025" y="1028700"/>
                </a:lnTo>
                <a:lnTo>
                  <a:pt x="952500" y="1028700"/>
                </a:lnTo>
                <a:lnTo>
                  <a:pt x="952500" y="1000125"/>
                </a:lnTo>
                <a:lnTo>
                  <a:pt x="962025" y="1000125"/>
                </a:lnTo>
                <a:close/>
                <a:moveTo>
                  <a:pt x="1000125" y="990600"/>
                </a:moveTo>
                <a:lnTo>
                  <a:pt x="1009650" y="990600"/>
                </a:lnTo>
                <a:lnTo>
                  <a:pt x="1009650" y="1000125"/>
                </a:lnTo>
                <a:lnTo>
                  <a:pt x="1000125" y="1000125"/>
                </a:lnTo>
                <a:close/>
                <a:moveTo>
                  <a:pt x="1019175" y="990600"/>
                </a:moveTo>
                <a:lnTo>
                  <a:pt x="1028700" y="990600"/>
                </a:lnTo>
                <a:lnTo>
                  <a:pt x="1028700" y="1000125"/>
                </a:lnTo>
                <a:lnTo>
                  <a:pt x="1019175" y="1000125"/>
                </a:lnTo>
                <a:close/>
                <a:moveTo>
                  <a:pt x="1057275" y="990600"/>
                </a:moveTo>
                <a:lnTo>
                  <a:pt x="1076325" y="990600"/>
                </a:lnTo>
                <a:lnTo>
                  <a:pt x="1076325" y="1000125"/>
                </a:lnTo>
                <a:lnTo>
                  <a:pt x="1057275" y="1000125"/>
                </a:lnTo>
                <a:close/>
                <a:moveTo>
                  <a:pt x="447675" y="1000125"/>
                </a:moveTo>
                <a:lnTo>
                  <a:pt x="466725" y="1000125"/>
                </a:lnTo>
                <a:lnTo>
                  <a:pt x="466725" y="1019175"/>
                </a:lnTo>
                <a:lnTo>
                  <a:pt x="457200" y="1019175"/>
                </a:lnTo>
                <a:lnTo>
                  <a:pt x="457200" y="1047750"/>
                </a:lnTo>
                <a:lnTo>
                  <a:pt x="438150" y="1047750"/>
                </a:lnTo>
                <a:lnTo>
                  <a:pt x="438150" y="1038225"/>
                </a:lnTo>
                <a:lnTo>
                  <a:pt x="428625" y="1038225"/>
                </a:lnTo>
                <a:lnTo>
                  <a:pt x="428625" y="1019175"/>
                </a:lnTo>
                <a:lnTo>
                  <a:pt x="447675" y="1019175"/>
                </a:lnTo>
                <a:close/>
                <a:moveTo>
                  <a:pt x="1133475" y="1000125"/>
                </a:moveTo>
                <a:lnTo>
                  <a:pt x="1152525" y="1000125"/>
                </a:lnTo>
                <a:lnTo>
                  <a:pt x="1152525" y="1038225"/>
                </a:lnTo>
                <a:lnTo>
                  <a:pt x="1133475" y="1038225"/>
                </a:lnTo>
                <a:close/>
                <a:moveTo>
                  <a:pt x="504825" y="1009650"/>
                </a:moveTo>
                <a:lnTo>
                  <a:pt x="514350" y="1009650"/>
                </a:lnTo>
                <a:lnTo>
                  <a:pt x="514350" y="1028700"/>
                </a:lnTo>
                <a:lnTo>
                  <a:pt x="504825" y="1028700"/>
                </a:lnTo>
                <a:close/>
                <a:moveTo>
                  <a:pt x="104775" y="1028700"/>
                </a:moveTo>
                <a:lnTo>
                  <a:pt x="114300" y="1028700"/>
                </a:lnTo>
                <a:lnTo>
                  <a:pt x="114300" y="1038225"/>
                </a:lnTo>
                <a:lnTo>
                  <a:pt x="104775" y="1038225"/>
                </a:lnTo>
                <a:close/>
                <a:moveTo>
                  <a:pt x="1066800" y="1028700"/>
                </a:moveTo>
                <a:lnTo>
                  <a:pt x="1076325" y="1028700"/>
                </a:lnTo>
                <a:lnTo>
                  <a:pt x="1076325" y="1038225"/>
                </a:lnTo>
                <a:lnTo>
                  <a:pt x="1085850" y="1038225"/>
                </a:lnTo>
                <a:lnTo>
                  <a:pt x="1085850" y="1028700"/>
                </a:lnTo>
                <a:lnTo>
                  <a:pt x="1095375" y="1028700"/>
                </a:lnTo>
                <a:lnTo>
                  <a:pt x="1095375" y="1047750"/>
                </a:lnTo>
                <a:lnTo>
                  <a:pt x="1076325" y="1047750"/>
                </a:lnTo>
                <a:lnTo>
                  <a:pt x="1076325" y="1057275"/>
                </a:lnTo>
                <a:lnTo>
                  <a:pt x="1066800" y="1057275"/>
                </a:lnTo>
                <a:close/>
                <a:moveTo>
                  <a:pt x="676275" y="1038225"/>
                </a:moveTo>
                <a:lnTo>
                  <a:pt x="685800" y="1038225"/>
                </a:lnTo>
                <a:lnTo>
                  <a:pt x="685800" y="1047750"/>
                </a:lnTo>
                <a:lnTo>
                  <a:pt x="676275" y="1047750"/>
                </a:lnTo>
                <a:close/>
                <a:moveTo>
                  <a:pt x="942975" y="1038225"/>
                </a:moveTo>
                <a:lnTo>
                  <a:pt x="952500" y="1038225"/>
                </a:lnTo>
                <a:lnTo>
                  <a:pt x="952500" y="1047750"/>
                </a:lnTo>
                <a:lnTo>
                  <a:pt x="942975" y="1047750"/>
                </a:lnTo>
                <a:close/>
                <a:moveTo>
                  <a:pt x="1123950" y="1038225"/>
                </a:moveTo>
                <a:lnTo>
                  <a:pt x="1133475" y="1038225"/>
                </a:lnTo>
                <a:lnTo>
                  <a:pt x="1133475" y="1047750"/>
                </a:lnTo>
                <a:lnTo>
                  <a:pt x="1123950" y="1047750"/>
                </a:lnTo>
                <a:close/>
                <a:moveTo>
                  <a:pt x="1152525" y="1038225"/>
                </a:moveTo>
                <a:lnTo>
                  <a:pt x="1171575" y="1038225"/>
                </a:lnTo>
                <a:lnTo>
                  <a:pt x="1171575" y="1057275"/>
                </a:lnTo>
                <a:lnTo>
                  <a:pt x="1152525" y="1057275"/>
                </a:lnTo>
                <a:close/>
                <a:moveTo>
                  <a:pt x="495300" y="1047750"/>
                </a:moveTo>
                <a:lnTo>
                  <a:pt x="504825" y="1047750"/>
                </a:lnTo>
                <a:lnTo>
                  <a:pt x="504825" y="1057275"/>
                </a:lnTo>
                <a:lnTo>
                  <a:pt x="495300" y="1057275"/>
                </a:lnTo>
                <a:close/>
                <a:moveTo>
                  <a:pt x="933450" y="1047750"/>
                </a:moveTo>
                <a:lnTo>
                  <a:pt x="942975" y="1047750"/>
                </a:lnTo>
                <a:lnTo>
                  <a:pt x="942975" y="1057275"/>
                </a:lnTo>
                <a:lnTo>
                  <a:pt x="933450" y="1057275"/>
                </a:lnTo>
                <a:close/>
                <a:moveTo>
                  <a:pt x="952500" y="1047750"/>
                </a:moveTo>
                <a:lnTo>
                  <a:pt x="962025" y="1047750"/>
                </a:lnTo>
                <a:lnTo>
                  <a:pt x="962025" y="1057275"/>
                </a:lnTo>
                <a:lnTo>
                  <a:pt x="952500" y="1057275"/>
                </a:lnTo>
                <a:close/>
                <a:moveTo>
                  <a:pt x="1009650" y="1047750"/>
                </a:moveTo>
                <a:lnTo>
                  <a:pt x="1019175" y="1047750"/>
                </a:lnTo>
                <a:lnTo>
                  <a:pt x="1019175" y="1057275"/>
                </a:lnTo>
                <a:lnTo>
                  <a:pt x="1009650" y="1057275"/>
                </a:lnTo>
                <a:close/>
                <a:moveTo>
                  <a:pt x="428625" y="1057275"/>
                </a:moveTo>
                <a:lnTo>
                  <a:pt x="438150" y="1057275"/>
                </a:lnTo>
                <a:lnTo>
                  <a:pt x="438150" y="1076325"/>
                </a:lnTo>
                <a:lnTo>
                  <a:pt x="428625" y="1076325"/>
                </a:lnTo>
                <a:lnTo>
                  <a:pt x="428625" y="1085850"/>
                </a:lnTo>
                <a:lnTo>
                  <a:pt x="419100" y="1085850"/>
                </a:lnTo>
                <a:lnTo>
                  <a:pt x="419100" y="1066800"/>
                </a:lnTo>
                <a:lnTo>
                  <a:pt x="428625" y="1066800"/>
                </a:lnTo>
                <a:close/>
                <a:moveTo>
                  <a:pt x="1019175" y="1057275"/>
                </a:moveTo>
                <a:lnTo>
                  <a:pt x="1028700" y="1057275"/>
                </a:lnTo>
                <a:lnTo>
                  <a:pt x="1028700" y="1066800"/>
                </a:lnTo>
                <a:lnTo>
                  <a:pt x="1019175" y="1066800"/>
                </a:lnTo>
                <a:close/>
                <a:moveTo>
                  <a:pt x="1057275" y="1057275"/>
                </a:moveTo>
                <a:lnTo>
                  <a:pt x="1066800" y="1057275"/>
                </a:lnTo>
                <a:lnTo>
                  <a:pt x="1066800" y="1066800"/>
                </a:lnTo>
                <a:lnTo>
                  <a:pt x="1057275" y="1066800"/>
                </a:lnTo>
                <a:close/>
                <a:moveTo>
                  <a:pt x="1171575" y="1057275"/>
                </a:moveTo>
                <a:lnTo>
                  <a:pt x="1181100" y="1057275"/>
                </a:lnTo>
                <a:lnTo>
                  <a:pt x="1181100" y="1066800"/>
                </a:lnTo>
                <a:lnTo>
                  <a:pt x="1171575" y="1066800"/>
                </a:lnTo>
                <a:close/>
                <a:moveTo>
                  <a:pt x="962025" y="1066800"/>
                </a:moveTo>
                <a:lnTo>
                  <a:pt x="971550" y="1066800"/>
                </a:lnTo>
                <a:lnTo>
                  <a:pt x="971550" y="1076325"/>
                </a:lnTo>
                <a:lnTo>
                  <a:pt x="981075" y="1076325"/>
                </a:lnTo>
                <a:lnTo>
                  <a:pt x="981075" y="1066800"/>
                </a:lnTo>
                <a:lnTo>
                  <a:pt x="990600" y="1066800"/>
                </a:lnTo>
                <a:lnTo>
                  <a:pt x="990600" y="1076325"/>
                </a:lnTo>
                <a:lnTo>
                  <a:pt x="981075" y="1076325"/>
                </a:lnTo>
                <a:lnTo>
                  <a:pt x="981075" y="1085850"/>
                </a:lnTo>
                <a:lnTo>
                  <a:pt x="971550" y="1085850"/>
                </a:lnTo>
                <a:lnTo>
                  <a:pt x="971550" y="1095375"/>
                </a:lnTo>
                <a:lnTo>
                  <a:pt x="952500" y="1095375"/>
                </a:lnTo>
                <a:lnTo>
                  <a:pt x="952500" y="1085850"/>
                </a:lnTo>
                <a:lnTo>
                  <a:pt x="942975" y="1085850"/>
                </a:lnTo>
                <a:lnTo>
                  <a:pt x="942975" y="1076325"/>
                </a:lnTo>
                <a:lnTo>
                  <a:pt x="962025" y="1076325"/>
                </a:lnTo>
                <a:close/>
                <a:moveTo>
                  <a:pt x="57150" y="1076325"/>
                </a:moveTo>
                <a:lnTo>
                  <a:pt x="66675" y="1076325"/>
                </a:lnTo>
                <a:lnTo>
                  <a:pt x="66675" y="1085850"/>
                </a:lnTo>
                <a:lnTo>
                  <a:pt x="57150" y="1085850"/>
                </a:lnTo>
                <a:close/>
                <a:moveTo>
                  <a:pt x="257175" y="1076325"/>
                </a:moveTo>
                <a:lnTo>
                  <a:pt x="266700" y="1076325"/>
                </a:lnTo>
                <a:lnTo>
                  <a:pt x="266700" y="1095375"/>
                </a:lnTo>
                <a:lnTo>
                  <a:pt x="257175" y="1095375"/>
                </a:lnTo>
                <a:close/>
                <a:moveTo>
                  <a:pt x="485775" y="1076325"/>
                </a:moveTo>
                <a:lnTo>
                  <a:pt x="495300" y="1076325"/>
                </a:lnTo>
                <a:lnTo>
                  <a:pt x="495300" y="1085850"/>
                </a:lnTo>
                <a:lnTo>
                  <a:pt x="485775" y="1085850"/>
                </a:lnTo>
                <a:close/>
                <a:moveTo>
                  <a:pt x="666750" y="1076325"/>
                </a:moveTo>
                <a:lnTo>
                  <a:pt x="676275" y="1076325"/>
                </a:lnTo>
                <a:lnTo>
                  <a:pt x="676275" y="1085850"/>
                </a:lnTo>
                <a:lnTo>
                  <a:pt x="666750" y="1085850"/>
                </a:lnTo>
                <a:close/>
                <a:moveTo>
                  <a:pt x="276225" y="1085850"/>
                </a:moveTo>
                <a:lnTo>
                  <a:pt x="295275" y="1085850"/>
                </a:lnTo>
                <a:lnTo>
                  <a:pt x="295275" y="1104900"/>
                </a:lnTo>
                <a:lnTo>
                  <a:pt x="276225" y="1104900"/>
                </a:lnTo>
                <a:close/>
                <a:moveTo>
                  <a:pt x="638175" y="1085850"/>
                </a:moveTo>
                <a:lnTo>
                  <a:pt x="647700" y="1085850"/>
                </a:lnTo>
                <a:lnTo>
                  <a:pt x="647700" y="1104900"/>
                </a:lnTo>
                <a:lnTo>
                  <a:pt x="638175" y="1104900"/>
                </a:lnTo>
                <a:close/>
                <a:moveTo>
                  <a:pt x="476250" y="1095375"/>
                </a:moveTo>
                <a:lnTo>
                  <a:pt x="485775" y="1095375"/>
                </a:lnTo>
                <a:lnTo>
                  <a:pt x="485775" y="1104900"/>
                </a:lnTo>
                <a:lnTo>
                  <a:pt x="476250" y="1104900"/>
                </a:lnTo>
                <a:close/>
                <a:moveTo>
                  <a:pt x="104775" y="1104900"/>
                </a:moveTo>
                <a:lnTo>
                  <a:pt x="152400" y="1104900"/>
                </a:lnTo>
                <a:lnTo>
                  <a:pt x="152400" y="1114425"/>
                </a:lnTo>
                <a:lnTo>
                  <a:pt x="190500" y="1114425"/>
                </a:lnTo>
                <a:lnTo>
                  <a:pt x="190500" y="1123950"/>
                </a:lnTo>
                <a:lnTo>
                  <a:pt x="219075" y="1123950"/>
                </a:lnTo>
                <a:lnTo>
                  <a:pt x="219075" y="1133475"/>
                </a:lnTo>
                <a:lnTo>
                  <a:pt x="200025" y="1133475"/>
                </a:lnTo>
                <a:lnTo>
                  <a:pt x="200025" y="1143000"/>
                </a:lnTo>
                <a:lnTo>
                  <a:pt x="190500" y="1143000"/>
                </a:lnTo>
                <a:lnTo>
                  <a:pt x="190500" y="1133475"/>
                </a:lnTo>
                <a:lnTo>
                  <a:pt x="161925" y="1133475"/>
                </a:lnTo>
                <a:lnTo>
                  <a:pt x="161925" y="1123950"/>
                </a:lnTo>
                <a:lnTo>
                  <a:pt x="114300" y="1123950"/>
                </a:lnTo>
                <a:lnTo>
                  <a:pt x="114300" y="1152525"/>
                </a:lnTo>
                <a:lnTo>
                  <a:pt x="104775" y="1152525"/>
                </a:lnTo>
                <a:lnTo>
                  <a:pt x="104775" y="1200150"/>
                </a:lnTo>
                <a:lnTo>
                  <a:pt x="85725" y="1200150"/>
                </a:lnTo>
                <a:lnTo>
                  <a:pt x="85725" y="1162050"/>
                </a:lnTo>
                <a:lnTo>
                  <a:pt x="95250" y="1162050"/>
                </a:lnTo>
                <a:lnTo>
                  <a:pt x="95250" y="1133475"/>
                </a:lnTo>
                <a:lnTo>
                  <a:pt x="104775" y="1133475"/>
                </a:lnTo>
                <a:close/>
                <a:moveTo>
                  <a:pt x="657225" y="1104900"/>
                </a:moveTo>
                <a:lnTo>
                  <a:pt x="666750" y="1104900"/>
                </a:lnTo>
                <a:lnTo>
                  <a:pt x="666750" y="1114425"/>
                </a:lnTo>
                <a:lnTo>
                  <a:pt x="657225" y="1114425"/>
                </a:lnTo>
                <a:close/>
                <a:moveTo>
                  <a:pt x="695325" y="1104900"/>
                </a:moveTo>
                <a:lnTo>
                  <a:pt x="714375" y="1104900"/>
                </a:lnTo>
                <a:lnTo>
                  <a:pt x="714375" y="1133475"/>
                </a:lnTo>
                <a:lnTo>
                  <a:pt x="695325" y="1133475"/>
                </a:lnTo>
                <a:close/>
                <a:moveTo>
                  <a:pt x="47625" y="1114425"/>
                </a:moveTo>
                <a:lnTo>
                  <a:pt x="57150" y="1114425"/>
                </a:lnTo>
                <a:lnTo>
                  <a:pt x="57150" y="1123950"/>
                </a:lnTo>
                <a:lnTo>
                  <a:pt x="47625" y="1123950"/>
                </a:lnTo>
                <a:close/>
                <a:moveTo>
                  <a:pt x="466725" y="1114425"/>
                </a:moveTo>
                <a:lnTo>
                  <a:pt x="476250" y="1114425"/>
                </a:lnTo>
                <a:lnTo>
                  <a:pt x="476250" y="1123950"/>
                </a:lnTo>
                <a:lnTo>
                  <a:pt x="466725" y="1123950"/>
                </a:lnTo>
                <a:close/>
                <a:moveTo>
                  <a:pt x="247650" y="1123950"/>
                </a:moveTo>
                <a:lnTo>
                  <a:pt x="257175" y="1123950"/>
                </a:lnTo>
                <a:lnTo>
                  <a:pt x="257175" y="1152525"/>
                </a:lnTo>
                <a:lnTo>
                  <a:pt x="247650" y="1152525"/>
                </a:lnTo>
                <a:close/>
                <a:moveTo>
                  <a:pt x="409575" y="1123950"/>
                </a:moveTo>
                <a:lnTo>
                  <a:pt x="419100" y="1123950"/>
                </a:lnTo>
                <a:lnTo>
                  <a:pt x="419100" y="1133475"/>
                </a:lnTo>
                <a:lnTo>
                  <a:pt x="409575" y="1133475"/>
                </a:lnTo>
                <a:close/>
                <a:moveTo>
                  <a:pt x="219075" y="1133475"/>
                </a:moveTo>
                <a:lnTo>
                  <a:pt x="228600" y="1133475"/>
                </a:lnTo>
                <a:lnTo>
                  <a:pt x="228600" y="1152525"/>
                </a:lnTo>
                <a:lnTo>
                  <a:pt x="219075" y="1152525"/>
                </a:lnTo>
                <a:close/>
                <a:moveTo>
                  <a:pt x="638175" y="1133475"/>
                </a:moveTo>
                <a:lnTo>
                  <a:pt x="657225" y="1133475"/>
                </a:lnTo>
                <a:lnTo>
                  <a:pt x="657225" y="1143000"/>
                </a:lnTo>
                <a:lnTo>
                  <a:pt x="647700" y="1143000"/>
                </a:lnTo>
                <a:lnTo>
                  <a:pt x="647700" y="1171575"/>
                </a:lnTo>
                <a:lnTo>
                  <a:pt x="628650" y="1171575"/>
                </a:lnTo>
                <a:lnTo>
                  <a:pt x="628650" y="1152525"/>
                </a:lnTo>
                <a:lnTo>
                  <a:pt x="638175" y="1152525"/>
                </a:lnTo>
                <a:close/>
                <a:moveTo>
                  <a:pt x="971550" y="1133475"/>
                </a:moveTo>
                <a:lnTo>
                  <a:pt x="981075" y="1133475"/>
                </a:lnTo>
                <a:lnTo>
                  <a:pt x="981075" y="1143000"/>
                </a:lnTo>
                <a:lnTo>
                  <a:pt x="971550" y="1143000"/>
                </a:lnTo>
                <a:close/>
                <a:moveTo>
                  <a:pt x="990600" y="1133475"/>
                </a:moveTo>
                <a:lnTo>
                  <a:pt x="1009650" y="1133475"/>
                </a:lnTo>
                <a:lnTo>
                  <a:pt x="1009650" y="1143000"/>
                </a:lnTo>
                <a:lnTo>
                  <a:pt x="1000125" y="1143000"/>
                </a:lnTo>
                <a:lnTo>
                  <a:pt x="1000125" y="1152525"/>
                </a:lnTo>
                <a:lnTo>
                  <a:pt x="990600" y="1152525"/>
                </a:lnTo>
                <a:close/>
                <a:moveTo>
                  <a:pt x="1047750" y="1133475"/>
                </a:moveTo>
                <a:lnTo>
                  <a:pt x="1057275" y="1133475"/>
                </a:lnTo>
                <a:lnTo>
                  <a:pt x="1057275" y="1143000"/>
                </a:lnTo>
                <a:lnTo>
                  <a:pt x="1066800" y="1143000"/>
                </a:lnTo>
                <a:lnTo>
                  <a:pt x="1066800" y="1181100"/>
                </a:lnTo>
                <a:lnTo>
                  <a:pt x="1047750" y="1181100"/>
                </a:lnTo>
                <a:lnTo>
                  <a:pt x="1047750" y="1190625"/>
                </a:lnTo>
                <a:lnTo>
                  <a:pt x="1028700" y="1190625"/>
                </a:lnTo>
                <a:lnTo>
                  <a:pt x="1028700" y="1143000"/>
                </a:lnTo>
                <a:lnTo>
                  <a:pt x="1047750" y="1143000"/>
                </a:lnTo>
                <a:close/>
                <a:moveTo>
                  <a:pt x="1123950" y="1133475"/>
                </a:moveTo>
                <a:lnTo>
                  <a:pt x="1171575" y="1133475"/>
                </a:lnTo>
                <a:lnTo>
                  <a:pt x="1171575" y="1143000"/>
                </a:lnTo>
                <a:lnTo>
                  <a:pt x="1152525" y="1143000"/>
                </a:lnTo>
                <a:lnTo>
                  <a:pt x="1152525" y="1162050"/>
                </a:lnTo>
                <a:lnTo>
                  <a:pt x="1162050" y="1162050"/>
                </a:lnTo>
                <a:lnTo>
                  <a:pt x="1162050" y="1171575"/>
                </a:lnTo>
                <a:lnTo>
                  <a:pt x="1143000" y="1171575"/>
                </a:lnTo>
                <a:lnTo>
                  <a:pt x="1143000" y="1152525"/>
                </a:lnTo>
                <a:lnTo>
                  <a:pt x="1104900" y="1152525"/>
                </a:lnTo>
                <a:lnTo>
                  <a:pt x="1104900" y="1143000"/>
                </a:lnTo>
                <a:lnTo>
                  <a:pt x="1123950" y="1143000"/>
                </a:lnTo>
                <a:close/>
                <a:moveTo>
                  <a:pt x="38100" y="1143000"/>
                </a:moveTo>
                <a:lnTo>
                  <a:pt x="47625" y="1143000"/>
                </a:lnTo>
                <a:lnTo>
                  <a:pt x="47625" y="1152525"/>
                </a:lnTo>
                <a:lnTo>
                  <a:pt x="38100" y="1152525"/>
                </a:lnTo>
                <a:close/>
                <a:moveTo>
                  <a:pt x="200025" y="1143000"/>
                </a:moveTo>
                <a:lnTo>
                  <a:pt x="209550" y="1143000"/>
                </a:lnTo>
                <a:lnTo>
                  <a:pt x="209550" y="1152525"/>
                </a:lnTo>
                <a:lnTo>
                  <a:pt x="200025" y="1152525"/>
                </a:lnTo>
                <a:close/>
                <a:moveTo>
                  <a:pt x="962025" y="1143000"/>
                </a:moveTo>
                <a:lnTo>
                  <a:pt x="971550" y="1143000"/>
                </a:lnTo>
                <a:lnTo>
                  <a:pt x="971550" y="1152525"/>
                </a:lnTo>
                <a:lnTo>
                  <a:pt x="962025" y="1152525"/>
                </a:lnTo>
                <a:close/>
                <a:moveTo>
                  <a:pt x="438150" y="1152525"/>
                </a:moveTo>
                <a:lnTo>
                  <a:pt x="447675" y="1152525"/>
                </a:lnTo>
                <a:lnTo>
                  <a:pt x="447675" y="1162050"/>
                </a:lnTo>
                <a:lnTo>
                  <a:pt x="438150" y="1162050"/>
                </a:lnTo>
                <a:close/>
                <a:moveTo>
                  <a:pt x="266700" y="1162050"/>
                </a:moveTo>
                <a:lnTo>
                  <a:pt x="285750" y="1162050"/>
                </a:lnTo>
                <a:lnTo>
                  <a:pt x="285750" y="1200150"/>
                </a:lnTo>
                <a:lnTo>
                  <a:pt x="266700" y="1200150"/>
                </a:lnTo>
                <a:close/>
                <a:moveTo>
                  <a:pt x="428625" y="1162050"/>
                </a:moveTo>
                <a:lnTo>
                  <a:pt x="438150" y="1162050"/>
                </a:lnTo>
                <a:lnTo>
                  <a:pt x="438150" y="1171575"/>
                </a:lnTo>
                <a:lnTo>
                  <a:pt x="428625" y="1171575"/>
                </a:lnTo>
                <a:close/>
                <a:moveTo>
                  <a:pt x="200025" y="1171575"/>
                </a:moveTo>
                <a:lnTo>
                  <a:pt x="219075" y="1171575"/>
                </a:lnTo>
                <a:lnTo>
                  <a:pt x="219075" y="1209675"/>
                </a:lnTo>
                <a:lnTo>
                  <a:pt x="209550" y="1209675"/>
                </a:lnTo>
                <a:lnTo>
                  <a:pt x="209550" y="1257300"/>
                </a:lnTo>
                <a:lnTo>
                  <a:pt x="200025" y="1257300"/>
                </a:lnTo>
                <a:lnTo>
                  <a:pt x="200025" y="1276350"/>
                </a:lnTo>
                <a:lnTo>
                  <a:pt x="190500" y="1276350"/>
                </a:lnTo>
                <a:lnTo>
                  <a:pt x="190500" y="1266825"/>
                </a:lnTo>
                <a:lnTo>
                  <a:pt x="180975" y="1266825"/>
                </a:lnTo>
                <a:lnTo>
                  <a:pt x="180975" y="1257300"/>
                </a:lnTo>
                <a:lnTo>
                  <a:pt x="190500" y="1257300"/>
                </a:lnTo>
                <a:lnTo>
                  <a:pt x="190500" y="1209675"/>
                </a:lnTo>
                <a:lnTo>
                  <a:pt x="200025" y="1209675"/>
                </a:lnTo>
                <a:close/>
                <a:moveTo>
                  <a:pt x="409575" y="1171575"/>
                </a:moveTo>
                <a:lnTo>
                  <a:pt x="428625" y="1171575"/>
                </a:lnTo>
                <a:lnTo>
                  <a:pt x="428625" y="1181100"/>
                </a:lnTo>
                <a:lnTo>
                  <a:pt x="419100" y="1181100"/>
                </a:lnTo>
                <a:lnTo>
                  <a:pt x="419100" y="1190625"/>
                </a:lnTo>
                <a:lnTo>
                  <a:pt x="409575" y="1190625"/>
                </a:lnTo>
                <a:close/>
                <a:moveTo>
                  <a:pt x="1162050" y="1171575"/>
                </a:moveTo>
                <a:lnTo>
                  <a:pt x="1181100" y="1171575"/>
                </a:lnTo>
                <a:lnTo>
                  <a:pt x="1181100" y="1181100"/>
                </a:lnTo>
                <a:lnTo>
                  <a:pt x="1162050" y="1181100"/>
                </a:lnTo>
                <a:close/>
                <a:moveTo>
                  <a:pt x="28575" y="1181100"/>
                </a:moveTo>
                <a:lnTo>
                  <a:pt x="38100" y="1181100"/>
                </a:lnTo>
                <a:lnTo>
                  <a:pt x="38100" y="1219200"/>
                </a:lnTo>
                <a:lnTo>
                  <a:pt x="28575" y="1219200"/>
                </a:lnTo>
                <a:close/>
                <a:moveTo>
                  <a:pt x="962025" y="1181100"/>
                </a:moveTo>
                <a:lnTo>
                  <a:pt x="971550" y="1181100"/>
                </a:lnTo>
                <a:lnTo>
                  <a:pt x="971550" y="1190625"/>
                </a:lnTo>
                <a:lnTo>
                  <a:pt x="962025" y="1190625"/>
                </a:lnTo>
                <a:close/>
                <a:moveTo>
                  <a:pt x="990600" y="1181100"/>
                </a:moveTo>
                <a:lnTo>
                  <a:pt x="1000125" y="1181100"/>
                </a:lnTo>
                <a:lnTo>
                  <a:pt x="1000125" y="1200150"/>
                </a:lnTo>
                <a:lnTo>
                  <a:pt x="990600" y="1200150"/>
                </a:lnTo>
                <a:close/>
                <a:moveTo>
                  <a:pt x="1104900" y="1181100"/>
                </a:moveTo>
                <a:lnTo>
                  <a:pt x="1123950" y="1181100"/>
                </a:lnTo>
                <a:lnTo>
                  <a:pt x="1123950" y="1190625"/>
                </a:lnTo>
                <a:lnTo>
                  <a:pt x="1104900" y="1190625"/>
                </a:lnTo>
                <a:close/>
                <a:moveTo>
                  <a:pt x="971550" y="1190625"/>
                </a:moveTo>
                <a:lnTo>
                  <a:pt x="981075" y="1190625"/>
                </a:lnTo>
                <a:lnTo>
                  <a:pt x="981075" y="1200150"/>
                </a:lnTo>
                <a:lnTo>
                  <a:pt x="971550" y="1200150"/>
                </a:lnTo>
                <a:close/>
                <a:moveTo>
                  <a:pt x="1047750" y="1190625"/>
                </a:moveTo>
                <a:lnTo>
                  <a:pt x="1057275" y="1190625"/>
                </a:lnTo>
                <a:lnTo>
                  <a:pt x="1057275" y="1200150"/>
                </a:lnTo>
                <a:lnTo>
                  <a:pt x="1047750" y="1200150"/>
                </a:lnTo>
                <a:close/>
                <a:moveTo>
                  <a:pt x="1123950" y="1190625"/>
                </a:moveTo>
                <a:lnTo>
                  <a:pt x="1171575" y="1190625"/>
                </a:lnTo>
                <a:lnTo>
                  <a:pt x="1171575" y="1200150"/>
                </a:lnTo>
                <a:lnTo>
                  <a:pt x="1162050" y="1200150"/>
                </a:lnTo>
                <a:lnTo>
                  <a:pt x="1162050" y="1209675"/>
                </a:lnTo>
                <a:lnTo>
                  <a:pt x="1143000" y="1209675"/>
                </a:lnTo>
                <a:lnTo>
                  <a:pt x="1143000" y="1200150"/>
                </a:lnTo>
                <a:lnTo>
                  <a:pt x="1123950" y="1200150"/>
                </a:lnTo>
                <a:close/>
                <a:moveTo>
                  <a:pt x="238125" y="1200150"/>
                </a:moveTo>
                <a:lnTo>
                  <a:pt x="247650" y="1200150"/>
                </a:lnTo>
                <a:lnTo>
                  <a:pt x="247650" y="1219200"/>
                </a:lnTo>
                <a:lnTo>
                  <a:pt x="238125" y="1219200"/>
                </a:lnTo>
                <a:close/>
                <a:moveTo>
                  <a:pt x="76200" y="1219200"/>
                </a:moveTo>
                <a:lnTo>
                  <a:pt x="95250" y="1219200"/>
                </a:lnTo>
                <a:lnTo>
                  <a:pt x="95250" y="1257300"/>
                </a:lnTo>
                <a:lnTo>
                  <a:pt x="85725" y="1257300"/>
                </a:lnTo>
                <a:lnTo>
                  <a:pt x="85725" y="1247775"/>
                </a:lnTo>
                <a:lnTo>
                  <a:pt x="76200" y="1247775"/>
                </a:lnTo>
                <a:close/>
                <a:moveTo>
                  <a:pt x="247650" y="1219200"/>
                </a:moveTo>
                <a:lnTo>
                  <a:pt x="257175" y="1219200"/>
                </a:lnTo>
                <a:lnTo>
                  <a:pt x="257175" y="1228725"/>
                </a:lnTo>
                <a:lnTo>
                  <a:pt x="247650" y="1228725"/>
                </a:lnTo>
                <a:close/>
                <a:moveTo>
                  <a:pt x="266700" y="1219200"/>
                </a:moveTo>
                <a:lnTo>
                  <a:pt x="276225" y="1219200"/>
                </a:lnTo>
                <a:lnTo>
                  <a:pt x="276225" y="1228725"/>
                </a:lnTo>
                <a:lnTo>
                  <a:pt x="266700" y="1228725"/>
                </a:lnTo>
                <a:close/>
                <a:moveTo>
                  <a:pt x="819150" y="1247775"/>
                </a:moveTo>
                <a:lnTo>
                  <a:pt x="828675" y="1247775"/>
                </a:lnTo>
                <a:lnTo>
                  <a:pt x="828675" y="1257300"/>
                </a:lnTo>
                <a:lnTo>
                  <a:pt x="819150" y="1257300"/>
                </a:lnTo>
                <a:close/>
                <a:moveTo>
                  <a:pt x="276225" y="1257300"/>
                </a:moveTo>
                <a:lnTo>
                  <a:pt x="285750" y="1257300"/>
                </a:lnTo>
                <a:lnTo>
                  <a:pt x="285750" y="1285875"/>
                </a:lnTo>
                <a:lnTo>
                  <a:pt x="276225" y="1285875"/>
                </a:lnTo>
                <a:lnTo>
                  <a:pt x="276225" y="1295400"/>
                </a:lnTo>
                <a:lnTo>
                  <a:pt x="266700" y="1295400"/>
                </a:lnTo>
                <a:lnTo>
                  <a:pt x="266700" y="1276350"/>
                </a:lnTo>
                <a:lnTo>
                  <a:pt x="276225" y="1276350"/>
                </a:lnTo>
                <a:close/>
                <a:moveTo>
                  <a:pt x="828675" y="1257300"/>
                </a:moveTo>
                <a:lnTo>
                  <a:pt x="847725" y="1257300"/>
                </a:lnTo>
                <a:lnTo>
                  <a:pt x="847725" y="1266825"/>
                </a:lnTo>
                <a:lnTo>
                  <a:pt x="866775" y="1266825"/>
                </a:lnTo>
                <a:lnTo>
                  <a:pt x="866775" y="1276350"/>
                </a:lnTo>
                <a:lnTo>
                  <a:pt x="838200" y="1276350"/>
                </a:lnTo>
                <a:lnTo>
                  <a:pt x="838200" y="1266825"/>
                </a:lnTo>
                <a:lnTo>
                  <a:pt x="828675" y="1266825"/>
                </a:lnTo>
                <a:close/>
                <a:moveTo>
                  <a:pt x="104775" y="1266825"/>
                </a:moveTo>
                <a:lnTo>
                  <a:pt x="114300" y="1266825"/>
                </a:lnTo>
                <a:lnTo>
                  <a:pt x="114300" y="1276350"/>
                </a:lnTo>
                <a:lnTo>
                  <a:pt x="104775" y="1276350"/>
                </a:lnTo>
                <a:close/>
                <a:moveTo>
                  <a:pt x="123825" y="1266825"/>
                </a:moveTo>
                <a:lnTo>
                  <a:pt x="142875" y="1266825"/>
                </a:lnTo>
                <a:lnTo>
                  <a:pt x="142875" y="1276350"/>
                </a:lnTo>
                <a:lnTo>
                  <a:pt x="171450" y="1276350"/>
                </a:lnTo>
                <a:lnTo>
                  <a:pt x="171450" y="1266825"/>
                </a:lnTo>
                <a:lnTo>
                  <a:pt x="180975" y="1266825"/>
                </a:lnTo>
                <a:lnTo>
                  <a:pt x="180975" y="1276350"/>
                </a:lnTo>
                <a:lnTo>
                  <a:pt x="190500" y="1276350"/>
                </a:lnTo>
                <a:lnTo>
                  <a:pt x="190500" y="1285875"/>
                </a:lnTo>
                <a:lnTo>
                  <a:pt x="180975" y="1285875"/>
                </a:lnTo>
                <a:lnTo>
                  <a:pt x="180975" y="1295400"/>
                </a:lnTo>
                <a:lnTo>
                  <a:pt x="152400" y="1295400"/>
                </a:lnTo>
                <a:lnTo>
                  <a:pt x="152400" y="1285875"/>
                </a:lnTo>
                <a:lnTo>
                  <a:pt x="114300" y="1285875"/>
                </a:lnTo>
                <a:lnTo>
                  <a:pt x="114300" y="1276350"/>
                </a:lnTo>
                <a:lnTo>
                  <a:pt x="123825" y="1276350"/>
                </a:lnTo>
                <a:close/>
                <a:moveTo>
                  <a:pt x="866775" y="1276350"/>
                </a:moveTo>
                <a:lnTo>
                  <a:pt x="1181100" y="1276350"/>
                </a:lnTo>
                <a:lnTo>
                  <a:pt x="1181100" y="1285875"/>
                </a:lnTo>
                <a:lnTo>
                  <a:pt x="866775" y="1285875"/>
                </a:lnTo>
                <a:close/>
                <a:moveTo>
                  <a:pt x="247650" y="1285875"/>
                </a:moveTo>
                <a:lnTo>
                  <a:pt x="257175" y="1285875"/>
                </a:lnTo>
                <a:lnTo>
                  <a:pt x="257175" y="1295400"/>
                </a:lnTo>
                <a:lnTo>
                  <a:pt x="247650" y="1295400"/>
                </a:lnTo>
                <a:close/>
                <a:moveTo>
                  <a:pt x="238125" y="1295400"/>
                </a:moveTo>
                <a:lnTo>
                  <a:pt x="247650" y="1295400"/>
                </a:lnTo>
                <a:lnTo>
                  <a:pt x="247650" y="1304925"/>
                </a:lnTo>
                <a:lnTo>
                  <a:pt x="238125" y="1304925"/>
                </a:lnTo>
                <a:close/>
                <a:moveTo>
                  <a:pt x="228600" y="1314450"/>
                </a:moveTo>
                <a:lnTo>
                  <a:pt x="238125" y="1314450"/>
                </a:lnTo>
                <a:lnTo>
                  <a:pt x="238125" y="1362075"/>
                </a:lnTo>
                <a:lnTo>
                  <a:pt x="228600" y="1362075"/>
                </a:lnTo>
                <a:close/>
                <a:moveTo>
                  <a:pt x="400050" y="1323975"/>
                </a:moveTo>
                <a:lnTo>
                  <a:pt x="419100" y="1323975"/>
                </a:lnTo>
                <a:lnTo>
                  <a:pt x="419100" y="1362075"/>
                </a:lnTo>
                <a:lnTo>
                  <a:pt x="400050" y="1362075"/>
                </a:lnTo>
                <a:close/>
                <a:moveTo>
                  <a:pt x="695325" y="1333500"/>
                </a:moveTo>
                <a:lnTo>
                  <a:pt x="714375" y="1333500"/>
                </a:lnTo>
                <a:lnTo>
                  <a:pt x="714375" y="1362075"/>
                </a:lnTo>
                <a:lnTo>
                  <a:pt x="695325" y="1362075"/>
                </a:lnTo>
                <a:close/>
                <a:moveTo>
                  <a:pt x="142875" y="1343025"/>
                </a:moveTo>
                <a:lnTo>
                  <a:pt x="152400" y="1343025"/>
                </a:lnTo>
                <a:lnTo>
                  <a:pt x="152400" y="1352550"/>
                </a:lnTo>
                <a:lnTo>
                  <a:pt x="142875" y="1352550"/>
                </a:lnTo>
                <a:close/>
                <a:moveTo>
                  <a:pt x="180975" y="1352550"/>
                </a:moveTo>
                <a:lnTo>
                  <a:pt x="200025" y="1352550"/>
                </a:lnTo>
                <a:lnTo>
                  <a:pt x="200025" y="1362075"/>
                </a:lnTo>
                <a:lnTo>
                  <a:pt x="180975" y="1362075"/>
                </a:lnTo>
                <a:close/>
                <a:moveTo>
                  <a:pt x="219075" y="1362075"/>
                </a:moveTo>
                <a:lnTo>
                  <a:pt x="228600" y="1362075"/>
                </a:lnTo>
                <a:lnTo>
                  <a:pt x="228600" y="1371600"/>
                </a:lnTo>
                <a:lnTo>
                  <a:pt x="219075" y="1371600"/>
                </a:lnTo>
                <a:close/>
                <a:moveTo>
                  <a:pt x="285750" y="1390650"/>
                </a:moveTo>
                <a:lnTo>
                  <a:pt x="304800" y="1390650"/>
                </a:lnTo>
                <a:lnTo>
                  <a:pt x="304800" y="1409700"/>
                </a:lnTo>
                <a:lnTo>
                  <a:pt x="285750" y="1409700"/>
                </a:lnTo>
                <a:close/>
                <a:moveTo>
                  <a:pt x="628650" y="1400175"/>
                </a:moveTo>
                <a:lnTo>
                  <a:pt x="647700" y="1400175"/>
                </a:lnTo>
                <a:lnTo>
                  <a:pt x="647700" y="1447800"/>
                </a:lnTo>
                <a:lnTo>
                  <a:pt x="638175" y="1447800"/>
                </a:lnTo>
                <a:lnTo>
                  <a:pt x="638175" y="1466850"/>
                </a:lnTo>
                <a:lnTo>
                  <a:pt x="628650" y="1466850"/>
                </a:lnTo>
                <a:lnTo>
                  <a:pt x="628650" y="1457325"/>
                </a:lnTo>
                <a:lnTo>
                  <a:pt x="619125" y="1457325"/>
                </a:lnTo>
                <a:lnTo>
                  <a:pt x="619125" y="1447800"/>
                </a:lnTo>
                <a:lnTo>
                  <a:pt x="628650" y="1447800"/>
                </a:lnTo>
                <a:close/>
                <a:moveTo>
                  <a:pt x="285750" y="1438275"/>
                </a:moveTo>
                <a:lnTo>
                  <a:pt x="304800" y="1438275"/>
                </a:lnTo>
                <a:lnTo>
                  <a:pt x="304800" y="1447800"/>
                </a:lnTo>
                <a:lnTo>
                  <a:pt x="285750" y="1447800"/>
                </a:lnTo>
                <a:close/>
                <a:moveTo>
                  <a:pt x="304800" y="1447800"/>
                </a:moveTo>
                <a:lnTo>
                  <a:pt x="314325" y="1447800"/>
                </a:lnTo>
                <a:lnTo>
                  <a:pt x="314325" y="1457325"/>
                </a:lnTo>
                <a:lnTo>
                  <a:pt x="304800" y="1457325"/>
                </a:lnTo>
                <a:close/>
                <a:moveTo>
                  <a:pt x="409575" y="1457325"/>
                </a:moveTo>
                <a:lnTo>
                  <a:pt x="428625" y="1457325"/>
                </a:lnTo>
                <a:lnTo>
                  <a:pt x="428625" y="1466850"/>
                </a:lnTo>
                <a:lnTo>
                  <a:pt x="409575" y="1466850"/>
                </a:lnTo>
                <a:close/>
                <a:moveTo>
                  <a:pt x="600075" y="1457325"/>
                </a:moveTo>
                <a:lnTo>
                  <a:pt x="619125" y="1457325"/>
                </a:lnTo>
                <a:lnTo>
                  <a:pt x="619125" y="1466850"/>
                </a:lnTo>
                <a:lnTo>
                  <a:pt x="600075" y="1466850"/>
                </a:lnTo>
                <a:close/>
                <a:moveTo>
                  <a:pt x="428625" y="1466850"/>
                </a:moveTo>
                <a:lnTo>
                  <a:pt x="457200" y="1466850"/>
                </a:lnTo>
                <a:lnTo>
                  <a:pt x="457200" y="1476375"/>
                </a:lnTo>
                <a:lnTo>
                  <a:pt x="428625" y="1476375"/>
                </a:lnTo>
                <a:close/>
                <a:moveTo>
                  <a:pt x="561975" y="1466850"/>
                </a:moveTo>
                <a:lnTo>
                  <a:pt x="581025" y="1466850"/>
                </a:lnTo>
                <a:lnTo>
                  <a:pt x="581025" y="1476375"/>
                </a:lnTo>
                <a:lnTo>
                  <a:pt x="561975" y="1476375"/>
                </a:lnTo>
                <a:close/>
                <a:moveTo>
                  <a:pt x="695325" y="1476375"/>
                </a:moveTo>
                <a:lnTo>
                  <a:pt x="704850" y="1476375"/>
                </a:lnTo>
                <a:lnTo>
                  <a:pt x="704850" y="1495425"/>
                </a:lnTo>
                <a:lnTo>
                  <a:pt x="685800" y="1495425"/>
                </a:lnTo>
                <a:lnTo>
                  <a:pt x="685800" y="1485900"/>
                </a:lnTo>
                <a:lnTo>
                  <a:pt x="695325" y="1485900"/>
                </a:lnTo>
                <a:close/>
                <a:moveTo>
                  <a:pt x="695325" y="1514475"/>
                </a:moveTo>
                <a:lnTo>
                  <a:pt x="714375" y="1514475"/>
                </a:lnTo>
                <a:lnTo>
                  <a:pt x="714375" y="1533525"/>
                </a:lnTo>
                <a:lnTo>
                  <a:pt x="695325" y="1533525"/>
                </a:lnTo>
                <a:close/>
                <a:moveTo>
                  <a:pt x="409575" y="1524000"/>
                </a:moveTo>
                <a:lnTo>
                  <a:pt x="419100" y="1524000"/>
                </a:lnTo>
                <a:lnTo>
                  <a:pt x="419100" y="1533525"/>
                </a:lnTo>
                <a:lnTo>
                  <a:pt x="409575" y="1533525"/>
                </a:lnTo>
                <a:close/>
                <a:moveTo>
                  <a:pt x="323850" y="1533525"/>
                </a:moveTo>
                <a:lnTo>
                  <a:pt x="333375" y="1533525"/>
                </a:lnTo>
                <a:lnTo>
                  <a:pt x="333375" y="1552575"/>
                </a:lnTo>
                <a:lnTo>
                  <a:pt x="323850" y="1552575"/>
                </a:lnTo>
                <a:close/>
                <a:moveTo>
                  <a:pt x="638175" y="1533525"/>
                </a:moveTo>
                <a:lnTo>
                  <a:pt x="647700" y="1533525"/>
                </a:lnTo>
                <a:lnTo>
                  <a:pt x="647700" y="1552575"/>
                </a:lnTo>
                <a:lnTo>
                  <a:pt x="657225" y="1552575"/>
                </a:lnTo>
                <a:lnTo>
                  <a:pt x="657225" y="1562100"/>
                </a:lnTo>
                <a:lnTo>
                  <a:pt x="695325" y="1562100"/>
                </a:lnTo>
                <a:lnTo>
                  <a:pt x="695325" y="1552575"/>
                </a:lnTo>
                <a:lnTo>
                  <a:pt x="704850" y="1552575"/>
                </a:lnTo>
                <a:lnTo>
                  <a:pt x="704850" y="1581150"/>
                </a:lnTo>
                <a:lnTo>
                  <a:pt x="685800" y="1581150"/>
                </a:lnTo>
                <a:lnTo>
                  <a:pt x="685800" y="1609725"/>
                </a:lnTo>
                <a:lnTo>
                  <a:pt x="676275" y="1609725"/>
                </a:lnTo>
                <a:lnTo>
                  <a:pt x="676275" y="1619250"/>
                </a:lnTo>
                <a:lnTo>
                  <a:pt x="666750" y="1619250"/>
                </a:lnTo>
                <a:lnTo>
                  <a:pt x="666750" y="1638300"/>
                </a:lnTo>
                <a:lnTo>
                  <a:pt x="657225" y="1638300"/>
                </a:lnTo>
                <a:lnTo>
                  <a:pt x="657225" y="1628775"/>
                </a:lnTo>
                <a:lnTo>
                  <a:pt x="647700" y="1628775"/>
                </a:lnTo>
                <a:lnTo>
                  <a:pt x="647700" y="1609725"/>
                </a:lnTo>
                <a:lnTo>
                  <a:pt x="657225" y="1609725"/>
                </a:lnTo>
                <a:lnTo>
                  <a:pt x="657225" y="1581150"/>
                </a:lnTo>
                <a:lnTo>
                  <a:pt x="647700" y="1581150"/>
                </a:lnTo>
                <a:lnTo>
                  <a:pt x="647700" y="1562100"/>
                </a:lnTo>
                <a:lnTo>
                  <a:pt x="638175" y="1562100"/>
                </a:lnTo>
                <a:close/>
                <a:moveTo>
                  <a:pt x="238125" y="1552575"/>
                </a:moveTo>
                <a:lnTo>
                  <a:pt x="247650" y="1552575"/>
                </a:lnTo>
                <a:lnTo>
                  <a:pt x="247650" y="1581150"/>
                </a:lnTo>
                <a:lnTo>
                  <a:pt x="238125" y="1581150"/>
                </a:lnTo>
                <a:close/>
                <a:moveTo>
                  <a:pt x="523875" y="1562100"/>
                </a:moveTo>
                <a:lnTo>
                  <a:pt x="533400" y="1562100"/>
                </a:lnTo>
                <a:lnTo>
                  <a:pt x="533400" y="1581150"/>
                </a:lnTo>
                <a:lnTo>
                  <a:pt x="523875" y="1581150"/>
                </a:lnTo>
                <a:lnTo>
                  <a:pt x="523875" y="1590675"/>
                </a:lnTo>
                <a:lnTo>
                  <a:pt x="514350" y="1590675"/>
                </a:lnTo>
                <a:lnTo>
                  <a:pt x="514350" y="1619250"/>
                </a:lnTo>
                <a:lnTo>
                  <a:pt x="495300" y="1619250"/>
                </a:lnTo>
                <a:lnTo>
                  <a:pt x="495300" y="1590675"/>
                </a:lnTo>
                <a:lnTo>
                  <a:pt x="504825" y="1590675"/>
                </a:lnTo>
                <a:lnTo>
                  <a:pt x="504825" y="1581150"/>
                </a:lnTo>
                <a:lnTo>
                  <a:pt x="514350" y="1581150"/>
                </a:lnTo>
                <a:lnTo>
                  <a:pt x="514350" y="1571625"/>
                </a:lnTo>
                <a:lnTo>
                  <a:pt x="523875" y="1571625"/>
                </a:lnTo>
                <a:close/>
                <a:moveTo>
                  <a:pt x="428625" y="1571625"/>
                </a:moveTo>
                <a:lnTo>
                  <a:pt x="438150" y="1571625"/>
                </a:lnTo>
                <a:lnTo>
                  <a:pt x="438150" y="1609725"/>
                </a:lnTo>
                <a:lnTo>
                  <a:pt x="428625" y="1609725"/>
                </a:lnTo>
                <a:lnTo>
                  <a:pt x="428625" y="1628775"/>
                </a:lnTo>
                <a:lnTo>
                  <a:pt x="419100" y="1628775"/>
                </a:lnTo>
                <a:lnTo>
                  <a:pt x="419100" y="1647825"/>
                </a:lnTo>
                <a:lnTo>
                  <a:pt x="409575" y="1647825"/>
                </a:lnTo>
                <a:lnTo>
                  <a:pt x="409575" y="1676400"/>
                </a:lnTo>
                <a:lnTo>
                  <a:pt x="352425" y="1676400"/>
                </a:lnTo>
                <a:lnTo>
                  <a:pt x="352425" y="1666875"/>
                </a:lnTo>
                <a:lnTo>
                  <a:pt x="342900" y="1666875"/>
                </a:lnTo>
                <a:lnTo>
                  <a:pt x="342900" y="1657350"/>
                </a:lnTo>
                <a:lnTo>
                  <a:pt x="333375" y="1657350"/>
                </a:lnTo>
                <a:lnTo>
                  <a:pt x="333375" y="1647825"/>
                </a:lnTo>
                <a:lnTo>
                  <a:pt x="352425" y="1647825"/>
                </a:lnTo>
                <a:lnTo>
                  <a:pt x="352425" y="1619250"/>
                </a:lnTo>
                <a:lnTo>
                  <a:pt x="390525" y="1619250"/>
                </a:lnTo>
                <a:lnTo>
                  <a:pt x="390525" y="1628775"/>
                </a:lnTo>
                <a:lnTo>
                  <a:pt x="361950" y="1628775"/>
                </a:lnTo>
                <a:lnTo>
                  <a:pt x="361950" y="1666875"/>
                </a:lnTo>
                <a:lnTo>
                  <a:pt x="371475" y="1666875"/>
                </a:lnTo>
                <a:lnTo>
                  <a:pt x="371475" y="1647825"/>
                </a:lnTo>
                <a:lnTo>
                  <a:pt x="400050" y="1647825"/>
                </a:lnTo>
                <a:lnTo>
                  <a:pt x="400050" y="1609725"/>
                </a:lnTo>
                <a:lnTo>
                  <a:pt x="409575" y="1609725"/>
                </a:lnTo>
                <a:lnTo>
                  <a:pt x="409575" y="1590675"/>
                </a:lnTo>
                <a:lnTo>
                  <a:pt x="419100" y="1590675"/>
                </a:lnTo>
                <a:lnTo>
                  <a:pt x="419100" y="1581150"/>
                </a:lnTo>
                <a:lnTo>
                  <a:pt x="428625" y="1581150"/>
                </a:lnTo>
                <a:close/>
                <a:moveTo>
                  <a:pt x="323850" y="1590675"/>
                </a:moveTo>
                <a:lnTo>
                  <a:pt x="333375" y="1590675"/>
                </a:lnTo>
                <a:lnTo>
                  <a:pt x="333375" y="1619250"/>
                </a:lnTo>
                <a:lnTo>
                  <a:pt x="323850" y="1619250"/>
                </a:lnTo>
                <a:close/>
                <a:moveTo>
                  <a:pt x="666750" y="1600200"/>
                </a:moveTo>
                <a:lnTo>
                  <a:pt x="676275" y="1600200"/>
                </a:lnTo>
                <a:lnTo>
                  <a:pt x="676275" y="1590675"/>
                </a:lnTo>
                <a:lnTo>
                  <a:pt x="666750" y="1590675"/>
                </a:lnTo>
                <a:close/>
                <a:moveTo>
                  <a:pt x="247650" y="1628775"/>
                </a:moveTo>
                <a:lnTo>
                  <a:pt x="257175" y="1628775"/>
                </a:lnTo>
                <a:lnTo>
                  <a:pt x="257175" y="1647825"/>
                </a:lnTo>
                <a:lnTo>
                  <a:pt x="247650" y="1647825"/>
                </a:lnTo>
                <a:close/>
                <a:moveTo>
                  <a:pt x="495300" y="1638300"/>
                </a:moveTo>
                <a:lnTo>
                  <a:pt x="514350" y="1638300"/>
                </a:lnTo>
                <a:lnTo>
                  <a:pt x="514350" y="1657350"/>
                </a:lnTo>
                <a:lnTo>
                  <a:pt x="504825" y="1657350"/>
                </a:lnTo>
                <a:lnTo>
                  <a:pt x="504825" y="1685925"/>
                </a:lnTo>
                <a:lnTo>
                  <a:pt x="485775" y="1685925"/>
                </a:lnTo>
                <a:lnTo>
                  <a:pt x="485775" y="1666875"/>
                </a:lnTo>
                <a:lnTo>
                  <a:pt x="495300" y="1666875"/>
                </a:lnTo>
                <a:close/>
                <a:moveTo>
                  <a:pt x="485775" y="1704975"/>
                </a:moveTo>
                <a:lnTo>
                  <a:pt x="504825" y="1704975"/>
                </a:lnTo>
                <a:lnTo>
                  <a:pt x="504825" y="1724025"/>
                </a:lnTo>
                <a:lnTo>
                  <a:pt x="495300" y="1724025"/>
                </a:lnTo>
                <a:lnTo>
                  <a:pt x="495300" y="1733550"/>
                </a:lnTo>
                <a:lnTo>
                  <a:pt x="485775" y="1733550"/>
                </a:lnTo>
                <a:close/>
                <a:moveTo>
                  <a:pt x="657225" y="1704975"/>
                </a:moveTo>
                <a:lnTo>
                  <a:pt x="666750" y="1704975"/>
                </a:lnTo>
                <a:lnTo>
                  <a:pt x="666750" y="1733550"/>
                </a:lnTo>
                <a:lnTo>
                  <a:pt x="657225" y="1733550"/>
                </a:lnTo>
                <a:close/>
                <a:moveTo>
                  <a:pt x="257175" y="1733550"/>
                </a:moveTo>
                <a:lnTo>
                  <a:pt x="266700" y="1733550"/>
                </a:lnTo>
                <a:lnTo>
                  <a:pt x="266700" y="1743075"/>
                </a:lnTo>
                <a:lnTo>
                  <a:pt x="257175" y="1743075"/>
                </a:lnTo>
                <a:close/>
                <a:moveTo>
                  <a:pt x="495300" y="1733550"/>
                </a:moveTo>
                <a:lnTo>
                  <a:pt x="504825" y="1733550"/>
                </a:lnTo>
                <a:lnTo>
                  <a:pt x="504825" y="1743075"/>
                </a:lnTo>
                <a:lnTo>
                  <a:pt x="495300" y="1743075"/>
                </a:lnTo>
                <a:close/>
                <a:moveTo>
                  <a:pt x="333375" y="1743075"/>
                </a:moveTo>
                <a:lnTo>
                  <a:pt x="390525" y="1743075"/>
                </a:lnTo>
                <a:lnTo>
                  <a:pt x="390525" y="1752600"/>
                </a:lnTo>
                <a:lnTo>
                  <a:pt x="333375" y="1752600"/>
                </a:lnTo>
                <a:close/>
                <a:moveTo>
                  <a:pt x="514350" y="1743075"/>
                </a:moveTo>
                <a:lnTo>
                  <a:pt x="600075" y="1743075"/>
                </a:lnTo>
                <a:lnTo>
                  <a:pt x="600075" y="1752600"/>
                </a:lnTo>
                <a:lnTo>
                  <a:pt x="514350" y="1752600"/>
                </a:lnTo>
                <a:close/>
              </a:path>
            </a:pathLst>
          </a:custGeom>
          <a:solidFill xmlns:a="http://schemas.openxmlformats.org/drawingml/2006/main">
            <a:srgbClr val="667062"/>
          </a:solidFill>
          <a:ln xmlns:a="http://schemas.openxmlformats.org/drawingml/2006/main" w="0">
            <a:noFill/>
          </a:ln>
        </p:spPr>
      </p:sp>
      <p:sp>
        <p:nvSpPr>
          <p:cNvPr id="65" name="turno2 vector #304d3b">
            <a:extLst xmlns:a="http://schemas.openxmlformats.org/drawingml/2006/main">
              <a:ext uri="{FF2B5EF4-FFF2-40B4-BE49-F238E27FC236}">
                <a16:creationId xmlns:a16="http://schemas.microsoft.com/office/drawing/2014/main" id="{13B92BE1-0D84-4FD9-BEAA-B5F2902B92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86975" y="2514600"/>
            <a:ext cx="1828800" cy="2724150"/>
          </a:xfrm>
          <a:custGeom xmlns:a="http://schemas.openxmlformats.org/drawingml/2006/main">
            <a:pathLst>
              <a:path w="1181100" h="1762125">
                <a:moveTo>
                  <a:pt x="590550" y="28575"/>
                </a:moveTo>
                <a:lnTo>
                  <a:pt x="638175" y="28575"/>
                </a:lnTo>
                <a:lnTo>
                  <a:pt x="638175" y="38100"/>
                </a:lnTo>
                <a:lnTo>
                  <a:pt x="590550" y="38100"/>
                </a:lnTo>
                <a:close/>
                <a:moveTo>
                  <a:pt x="666750" y="38100"/>
                </a:moveTo>
                <a:lnTo>
                  <a:pt x="676275" y="38100"/>
                </a:lnTo>
                <a:lnTo>
                  <a:pt x="676275" y="47625"/>
                </a:lnTo>
                <a:lnTo>
                  <a:pt x="666750" y="47625"/>
                </a:lnTo>
                <a:close/>
                <a:moveTo>
                  <a:pt x="800100" y="57150"/>
                </a:moveTo>
                <a:lnTo>
                  <a:pt x="838200" y="57150"/>
                </a:lnTo>
                <a:lnTo>
                  <a:pt x="838200" y="66675"/>
                </a:lnTo>
                <a:lnTo>
                  <a:pt x="847725" y="66675"/>
                </a:lnTo>
                <a:lnTo>
                  <a:pt x="847725" y="76200"/>
                </a:lnTo>
                <a:lnTo>
                  <a:pt x="838200" y="76200"/>
                </a:lnTo>
                <a:lnTo>
                  <a:pt x="838200" y="85725"/>
                </a:lnTo>
                <a:lnTo>
                  <a:pt x="828675" y="85725"/>
                </a:lnTo>
                <a:lnTo>
                  <a:pt x="828675" y="76200"/>
                </a:lnTo>
                <a:lnTo>
                  <a:pt x="809625" y="76200"/>
                </a:lnTo>
                <a:lnTo>
                  <a:pt x="809625" y="66675"/>
                </a:lnTo>
                <a:lnTo>
                  <a:pt x="800100" y="66675"/>
                </a:lnTo>
                <a:close/>
                <a:moveTo>
                  <a:pt x="609600" y="66675"/>
                </a:moveTo>
                <a:lnTo>
                  <a:pt x="628650" y="66675"/>
                </a:lnTo>
                <a:lnTo>
                  <a:pt x="628650" y="76200"/>
                </a:lnTo>
                <a:lnTo>
                  <a:pt x="609600" y="76200"/>
                </a:lnTo>
                <a:close/>
                <a:moveTo>
                  <a:pt x="695325" y="66675"/>
                </a:moveTo>
                <a:lnTo>
                  <a:pt x="704850" y="66675"/>
                </a:lnTo>
                <a:lnTo>
                  <a:pt x="704850" y="76200"/>
                </a:lnTo>
                <a:lnTo>
                  <a:pt x="695325" y="76200"/>
                </a:lnTo>
                <a:close/>
                <a:moveTo>
                  <a:pt x="419100" y="85725"/>
                </a:moveTo>
                <a:lnTo>
                  <a:pt x="438150" y="85725"/>
                </a:lnTo>
                <a:lnTo>
                  <a:pt x="438150" y="95250"/>
                </a:lnTo>
                <a:lnTo>
                  <a:pt x="447675" y="95250"/>
                </a:lnTo>
                <a:lnTo>
                  <a:pt x="447675" y="104775"/>
                </a:lnTo>
                <a:lnTo>
                  <a:pt x="419100" y="104775"/>
                </a:lnTo>
                <a:lnTo>
                  <a:pt x="419100" y="114300"/>
                </a:lnTo>
                <a:lnTo>
                  <a:pt x="409575" y="114300"/>
                </a:lnTo>
                <a:lnTo>
                  <a:pt x="409575" y="95250"/>
                </a:lnTo>
                <a:lnTo>
                  <a:pt x="419100" y="95250"/>
                </a:lnTo>
                <a:close/>
                <a:moveTo>
                  <a:pt x="647700" y="114300"/>
                </a:moveTo>
                <a:lnTo>
                  <a:pt x="657225" y="114300"/>
                </a:lnTo>
                <a:lnTo>
                  <a:pt x="657225" y="123825"/>
                </a:lnTo>
                <a:lnTo>
                  <a:pt x="647700" y="123825"/>
                </a:lnTo>
                <a:close/>
                <a:moveTo>
                  <a:pt x="809625" y="123825"/>
                </a:moveTo>
                <a:lnTo>
                  <a:pt x="819150" y="123825"/>
                </a:lnTo>
                <a:lnTo>
                  <a:pt x="819150" y="133350"/>
                </a:lnTo>
                <a:lnTo>
                  <a:pt x="809625" y="133350"/>
                </a:lnTo>
                <a:close/>
                <a:moveTo>
                  <a:pt x="619125" y="142875"/>
                </a:moveTo>
                <a:lnTo>
                  <a:pt x="628650" y="142875"/>
                </a:lnTo>
                <a:lnTo>
                  <a:pt x="628650" y="152400"/>
                </a:lnTo>
                <a:lnTo>
                  <a:pt x="619125" y="152400"/>
                </a:lnTo>
                <a:close/>
                <a:moveTo>
                  <a:pt x="685800" y="142875"/>
                </a:moveTo>
                <a:lnTo>
                  <a:pt x="695325" y="142875"/>
                </a:lnTo>
                <a:lnTo>
                  <a:pt x="695325" y="152400"/>
                </a:lnTo>
                <a:lnTo>
                  <a:pt x="685800" y="152400"/>
                </a:lnTo>
                <a:close/>
                <a:moveTo>
                  <a:pt x="676275" y="152400"/>
                </a:moveTo>
                <a:lnTo>
                  <a:pt x="685800" y="152400"/>
                </a:lnTo>
                <a:lnTo>
                  <a:pt x="685800" y="161925"/>
                </a:lnTo>
                <a:lnTo>
                  <a:pt x="676275" y="161925"/>
                </a:lnTo>
                <a:close/>
                <a:moveTo>
                  <a:pt x="790575" y="161925"/>
                </a:moveTo>
                <a:lnTo>
                  <a:pt x="809625" y="161925"/>
                </a:lnTo>
                <a:lnTo>
                  <a:pt x="809625" y="171450"/>
                </a:lnTo>
                <a:lnTo>
                  <a:pt x="790575" y="171450"/>
                </a:lnTo>
                <a:close/>
                <a:moveTo>
                  <a:pt x="295275" y="190500"/>
                </a:moveTo>
                <a:lnTo>
                  <a:pt x="314325" y="190500"/>
                </a:lnTo>
                <a:lnTo>
                  <a:pt x="314325" y="200025"/>
                </a:lnTo>
                <a:lnTo>
                  <a:pt x="304800" y="200025"/>
                </a:lnTo>
                <a:lnTo>
                  <a:pt x="304800" y="219075"/>
                </a:lnTo>
                <a:lnTo>
                  <a:pt x="295275" y="219075"/>
                </a:lnTo>
                <a:lnTo>
                  <a:pt x="295275" y="209550"/>
                </a:lnTo>
                <a:lnTo>
                  <a:pt x="276225" y="209550"/>
                </a:lnTo>
                <a:lnTo>
                  <a:pt x="276225" y="200025"/>
                </a:lnTo>
                <a:lnTo>
                  <a:pt x="295275" y="200025"/>
                </a:lnTo>
                <a:close/>
                <a:moveTo>
                  <a:pt x="323850" y="200025"/>
                </a:moveTo>
                <a:lnTo>
                  <a:pt x="333375" y="200025"/>
                </a:lnTo>
                <a:lnTo>
                  <a:pt x="333375" y="209550"/>
                </a:lnTo>
                <a:lnTo>
                  <a:pt x="323850" y="209550"/>
                </a:lnTo>
                <a:close/>
                <a:moveTo>
                  <a:pt x="933450" y="200025"/>
                </a:moveTo>
                <a:lnTo>
                  <a:pt x="942975" y="200025"/>
                </a:lnTo>
                <a:lnTo>
                  <a:pt x="942975" y="209550"/>
                </a:lnTo>
                <a:lnTo>
                  <a:pt x="933450" y="209550"/>
                </a:lnTo>
                <a:close/>
                <a:moveTo>
                  <a:pt x="333375" y="209550"/>
                </a:moveTo>
                <a:lnTo>
                  <a:pt x="342900" y="209550"/>
                </a:lnTo>
                <a:lnTo>
                  <a:pt x="342900" y="219075"/>
                </a:lnTo>
                <a:lnTo>
                  <a:pt x="333375" y="219075"/>
                </a:lnTo>
                <a:close/>
                <a:moveTo>
                  <a:pt x="952500" y="209550"/>
                </a:moveTo>
                <a:lnTo>
                  <a:pt x="962025" y="209550"/>
                </a:lnTo>
                <a:lnTo>
                  <a:pt x="962025" y="219075"/>
                </a:lnTo>
                <a:lnTo>
                  <a:pt x="952500" y="219075"/>
                </a:lnTo>
                <a:close/>
                <a:moveTo>
                  <a:pt x="304800" y="219075"/>
                </a:moveTo>
                <a:lnTo>
                  <a:pt x="314325" y="219075"/>
                </a:lnTo>
                <a:lnTo>
                  <a:pt x="314325" y="228600"/>
                </a:lnTo>
                <a:lnTo>
                  <a:pt x="304800" y="228600"/>
                </a:lnTo>
                <a:close/>
                <a:moveTo>
                  <a:pt x="857250" y="219075"/>
                </a:moveTo>
                <a:lnTo>
                  <a:pt x="866775" y="219075"/>
                </a:lnTo>
                <a:lnTo>
                  <a:pt x="866775" y="228600"/>
                </a:lnTo>
                <a:lnTo>
                  <a:pt x="857250" y="228600"/>
                </a:lnTo>
                <a:close/>
                <a:moveTo>
                  <a:pt x="962025" y="219075"/>
                </a:moveTo>
                <a:lnTo>
                  <a:pt x="971550" y="219075"/>
                </a:lnTo>
                <a:lnTo>
                  <a:pt x="971550" y="228600"/>
                </a:lnTo>
                <a:lnTo>
                  <a:pt x="962025" y="228600"/>
                </a:lnTo>
                <a:close/>
                <a:moveTo>
                  <a:pt x="333375" y="238125"/>
                </a:moveTo>
                <a:lnTo>
                  <a:pt x="342900" y="238125"/>
                </a:lnTo>
                <a:lnTo>
                  <a:pt x="342900" y="247650"/>
                </a:lnTo>
                <a:lnTo>
                  <a:pt x="333375" y="247650"/>
                </a:lnTo>
                <a:close/>
                <a:moveTo>
                  <a:pt x="438150" y="247650"/>
                </a:moveTo>
                <a:lnTo>
                  <a:pt x="447675" y="247650"/>
                </a:lnTo>
                <a:lnTo>
                  <a:pt x="447675" y="257175"/>
                </a:lnTo>
                <a:lnTo>
                  <a:pt x="438150" y="257175"/>
                </a:lnTo>
                <a:close/>
                <a:moveTo>
                  <a:pt x="504825" y="247650"/>
                </a:moveTo>
                <a:lnTo>
                  <a:pt x="514350" y="247650"/>
                </a:lnTo>
                <a:lnTo>
                  <a:pt x="514350" y="257175"/>
                </a:lnTo>
                <a:lnTo>
                  <a:pt x="504825" y="257175"/>
                </a:lnTo>
                <a:close/>
                <a:moveTo>
                  <a:pt x="304800" y="257175"/>
                </a:moveTo>
                <a:lnTo>
                  <a:pt x="314325" y="257175"/>
                </a:lnTo>
                <a:lnTo>
                  <a:pt x="314325" y="266700"/>
                </a:lnTo>
                <a:lnTo>
                  <a:pt x="333375" y="266700"/>
                </a:lnTo>
                <a:lnTo>
                  <a:pt x="333375" y="276225"/>
                </a:lnTo>
                <a:lnTo>
                  <a:pt x="323850" y="276225"/>
                </a:lnTo>
                <a:lnTo>
                  <a:pt x="323850" y="285750"/>
                </a:lnTo>
                <a:lnTo>
                  <a:pt x="314325" y="285750"/>
                </a:lnTo>
                <a:lnTo>
                  <a:pt x="314325" y="276225"/>
                </a:lnTo>
                <a:lnTo>
                  <a:pt x="304800" y="276225"/>
                </a:lnTo>
                <a:close/>
                <a:moveTo>
                  <a:pt x="428625" y="257175"/>
                </a:moveTo>
                <a:lnTo>
                  <a:pt x="438150" y="257175"/>
                </a:lnTo>
                <a:lnTo>
                  <a:pt x="438150" y="266700"/>
                </a:lnTo>
                <a:lnTo>
                  <a:pt x="428625" y="266700"/>
                </a:lnTo>
                <a:close/>
                <a:moveTo>
                  <a:pt x="514350" y="257175"/>
                </a:moveTo>
                <a:lnTo>
                  <a:pt x="523875" y="257175"/>
                </a:lnTo>
                <a:lnTo>
                  <a:pt x="523875" y="304800"/>
                </a:lnTo>
                <a:lnTo>
                  <a:pt x="514350" y="304800"/>
                </a:lnTo>
                <a:close/>
                <a:moveTo>
                  <a:pt x="723900" y="257175"/>
                </a:moveTo>
                <a:lnTo>
                  <a:pt x="752475" y="257175"/>
                </a:lnTo>
                <a:lnTo>
                  <a:pt x="752475" y="266700"/>
                </a:lnTo>
                <a:lnTo>
                  <a:pt x="771525" y="266700"/>
                </a:lnTo>
                <a:lnTo>
                  <a:pt x="771525" y="276225"/>
                </a:lnTo>
                <a:lnTo>
                  <a:pt x="723900" y="276225"/>
                </a:lnTo>
                <a:close/>
                <a:moveTo>
                  <a:pt x="419100" y="266700"/>
                </a:moveTo>
                <a:lnTo>
                  <a:pt x="428625" y="266700"/>
                </a:lnTo>
                <a:lnTo>
                  <a:pt x="428625" y="276225"/>
                </a:lnTo>
                <a:lnTo>
                  <a:pt x="419100" y="276225"/>
                </a:lnTo>
                <a:close/>
                <a:moveTo>
                  <a:pt x="581025" y="266700"/>
                </a:moveTo>
                <a:lnTo>
                  <a:pt x="590550" y="266700"/>
                </a:lnTo>
                <a:lnTo>
                  <a:pt x="590550" y="285750"/>
                </a:lnTo>
                <a:lnTo>
                  <a:pt x="581025" y="285750"/>
                </a:lnTo>
                <a:close/>
                <a:moveTo>
                  <a:pt x="638175" y="266700"/>
                </a:moveTo>
                <a:lnTo>
                  <a:pt x="647700" y="266700"/>
                </a:lnTo>
                <a:lnTo>
                  <a:pt x="647700" y="285750"/>
                </a:lnTo>
                <a:lnTo>
                  <a:pt x="638175" y="285750"/>
                </a:lnTo>
                <a:close/>
                <a:moveTo>
                  <a:pt x="933450" y="266700"/>
                </a:moveTo>
                <a:lnTo>
                  <a:pt x="942975" y="266700"/>
                </a:lnTo>
                <a:lnTo>
                  <a:pt x="942975" y="276225"/>
                </a:lnTo>
                <a:lnTo>
                  <a:pt x="933450" y="276225"/>
                </a:lnTo>
                <a:close/>
                <a:moveTo>
                  <a:pt x="495300" y="276225"/>
                </a:moveTo>
                <a:lnTo>
                  <a:pt x="504825" y="276225"/>
                </a:lnTo>
                <a:lnTo>
                  <a:pt x="504825" y="295275"/>
                </a:lnTo>
                <a:lnTo>
                  <a:pt x="495300" y="295275"/>
                </a:lnTo>
                <a:close/>
                <a:moveTo>
                  <a:pt x="923925" y="276225"/>
                </a:moveTo>
                <a:lnTo>
                  <a:pt x="933450" y="276225"/>
                </a:lnTo>
                <a:lnTo>
                  <a:pt x="933450" y="285750"/>
                </a:lnTo>
                <a:lnTo>
                  <a:pt x="923925" y="285750"/>
                </a:lnTo>
                <a:close/>
                <a:moveTo>
                  <a:pt x="419100" y="285750"/>
                </a:moveTo>
                <a:lnTo>
                  <a:pt x="428625" y="285750"/>
                </a:lnTo>
                <a:lnTo>
                  <a:pt x="428625" y="295275"/>
                </a:lnTo>
                <a:lnTo>
                  <a:pt x="419100" y="295275"/>
                </a:lnTo>
                <a:close/>
                <a:moveTo>
                  <a:pt x="895350" y="285750"/>
                </a:moveTo>
                <a:lnTo>
                  <a:pt x="904875" y="285750"/>
                </a:lnTo>
                <a:lnTo>
                  <a:pt x="904875" y="295275"/>
                </a:lnTo>
                <a:lnTo>
                  <a:pt x="895350" y="295275"/>
                </a:lnTo>
                <a:close/>
                <a:moveTo>
                  <a:pt x="876300" y="295275"/>
                </a:moveTo>
                <a:lnTo>
                  <a:pt x="885825" y="295275"/>
                </a:lnTo>
                <a:lnTo>
                  <a:pt x="885825" y="304800"/>
                </a:lnTo>
                <a:lnTo>
                  <a:pt x="876300" y="304800"/>
                </a:lnTo>
                <a:close/>
                <a:moveTo>
                  <a:pt x="333375" y="304800"/>
                </a:moveTo>
                <a:lnTo>
                  <a:pt x="342900" y="304800"/>
                </a:lnTo>
                <a:lnTo>
                  <a:pt x="342900" y="314325"/>
                </a:lnTo>
                <a:lnTo>
                  <a:pt x="352425" y="314325"/>
                </a:lnTo>
                <a:lnTo>
                  <a:pt x="352425" y="323850"/>
                </a:lnTo>
                <a:lnTo>
                  <a:pt x="323850" y="323850"/>
                </a:lnTo>
                <a:lnTo>
                  <a:pt x="323850" y="314325"/>
                </a:lnTo>
                <a:lnTo>
                  <a:pt x="333375" y="314325"/>
                </a:lnTo>
                <a:close/>
                <a:moveTo>
                  <a:pt x="733425" y="304800"/>
                </a:moveTo>
                <a:lnTo>
                  <a:pt x="742950" y="304800"/>
                </a:lnTo>
                <a:lnTo>
                  <a:pt x="742950" y="323850"/>
                </a:lnTo>
                <a:lnTo>
                  <a:pt x="733425" y="323850"/>
                </a:lnTo>
                <a:close/>
                <a:moveTo>
                  <a:pt x="752475" y="304800"/>
                </a:moveTo>
                <a:lnTo>
                  <a:pt x="762000" y="304800"/>
                </a:lnTo>
                <a:lnTo>
                  <a:pt x="762000" y="314325"/>
                </a:lnTo>
                <a:lnTo>
                  <a:pt x="752475" y="314325"/>
                </a:lnTo>
                <a:close/>
                <a:moveTo>
                  <a:pt x="866775" y="304800"/>
                </a:moveTo>
                <a:lnTo>
                  <a:pt x="876300" y="304800"/>
                </a:lnTo>
                <a:lnTo>
                  <a:pt x="876300" y="314325"/>
                </a:lnTo>
                <a:lnTo>
                  <a:pt x="866775" y="314325"/>
                </a:lnTo>
                <a:close/>
                <a:moveTo>
                  <a:pt x="942975" y="304800"/>
                </a:moveTo>
                <a:lnTo>
                  <a:pt x="952500" y="304800"/>
                </a:lnTo>
                <a:lnTo>
                  <a:pt x="952500" y="314325"/>
                </a:lnTo>
                <a:lnTo>
                  <a:pt x="942975" y="314325"/>
                </a:lnTo>
                <a:close/>
                <a:moveTo>
                  <a:pt x="1076325" y="304800"/>
                </a:moveTo>
                <a:lnTo>
                  <a:pt x="1085850" y="304800"/>
                </a:lnTo>
                <a:lnTo>
                  <a:pt x="1085850" y="314325"/>
                </a:lnTo>
                <a:lnTo>
                  <a:pt x="1076325" y="314325"/>
                </a:lnTo>
                <a:close/>
                <a:moveTo>
                  <a:pt x="476250" y="314325"/>
                </a:moveTo>
                <a:lnTo>
                  <a:pt x="485775" y="314325"/>
                </a:lnTo>
                <a:lnTo>
                  <a:pt x="485775" y="323850"/>
                </a:lnTo>
                <a:lnTo>
                  <a:pt x="476250" y="323850"/>
                </a:lnTo>
                <a:close/>
                <a:moveTo>
                  <a:pt x="504825" y="314325"/>
                </a:moveTo>
                <a:lnTo>
                  <a:pt x="514350" y="314325"/>
                </a:lnTo>
                <a:lnTo>
                  <a:pt x="514350" y="323850"/>
                </a:lnTo>
                <a:lnTo>
                  <a:pt x="504825" y="323850"/>
                </a:lnTo>
                <a:close/>
                <a:moveTo>
                  <a:pt x="904875" y="314325"/>
                </a:moveTo>
                <a:lnTo>
                  <a:pt x="914400" y="314325"/>
                </a:lnTo>
                <a:lnTo>
                  <a:pt x="914400" y="323850"/>
                </a:lnTo>
                <a:lnTo>
                  <a:pt x="904875" y="323850"/>
                </a:lnTo>
                <a:close/>
                <a:moveTo>
                  <a:pt x="0" y="323850"/>
                </a:moveTo>
                <a:lnTo>
                  <a:pt x="9525" y="323850"/>
                </a:lnTo>
                <a:lnTo>
                  <a:pt x="9525" y="333375"/>
                </a:lnTo>
                <a:lnTo>
                  <a:pt x="0" y="333375"/>
                </a:lnTo>
                <a:close/>
                <a:moveTo>
                  <a:pt x="171450" y="323850"/>
                </a:moveTo>
                <a:lnTo>
                  <a:pt x="200025" y="323850"/>
                </a:lnTo>
                <a:lnTo>
                  <a:pt x="200025" y="333375"/>
                </a:lnTo>
                <a:lnTo>
                  <a:pt x="171450" y="333375"/>
                </a:lnTo>
                <a:close/>
                <a:moveTo>
                  <a:pt x="895350" y="323850"/>
                </a:moveTo>
                <a:lnTo>
                  <a:pt x="904875" y="323850"/>
                </a:lnTo>
                <a:lnTo>
                  <a:pt x="904875" y="333375"/>
                </a:lnTo>
                <a:lnTo>
                  <a:pt x="895350" y="333375"/>
                </a:lnTo>
                <a:close/>
                <a:moveTo>
                  <a:pt x="1076325" y="323850"/>
                </a:moveTo>
                <a:lnTo>
                  <a:pt x="1085850" y="323850"/>
                </a:lnTo>
                <a:lnTo>
                  <a:pt x="1085850" y="333375"/>
                </a:lnTo>
                <a:lnTo>
                  <a:pt x="1076325" y="333375"/>
                </a:lnTo>
                <a:close/>
                <a:moveTo>
                  <a:pt x="200025" y="333375"/>
                </a:moveTo>
                <a:lnTo>
                  <a:pt x="219075" y="333375"/>
                </a:lnTo>
                <a:lnTo>
                  <a:pt x="219075" y="342900"/>
                </a:lnTo>
                <a:lnTo>
                  <a:pt x="228600" y="342900"/>
                </a:lnTo>
                <a:lnTo>
                  <a:pt x="228600" y="352425"/>
                </a:lnTo>
                <a:lnTo>
                  <a:pt x="238125" y="352425"/>
                </a:lnTo>
                <a:lnTo>
                  <a:pt x="238125" y="371475"/>
                </a:lnTo>
                <a:lnTo>
                  <a:pt x="247650" y="371475"/>
                </a:lnTo>
                <a:lnTo>
                  <a:pt x="247650" y="400050"/>
                </a:lnTo>
                <a:lnTo>
                  <a:pt x="257175" y="400050"/>
                </a:lnTo>
                <a:lnTo>
                  <a:pt x="257175" y="628650"/>
                </a:lnTo>
                <a:lnTo>
                  <a:pt x="247650" y="628650"/>
                </a:lnTo>
                <a:lnTo>
                  <a:pt x="247650" y="647700"/>
                </a:lnTo>
                <a:lnTo>
                  <a:pt x="238125" y="647700"/>
                </a:lnTo>
                <a:lnTo>
                  <a:pt x="238125" y="666750"/>
                </a:lnTo>
                <a:lnTo>
                  <a:pt x="228600" y="666750"/>
                </a:lnTo>
                <a:lnTo>
                  <a:pt x="228600" y="676275"/>
                </a:lnTo>
                <a:lnTo>
                  <a:pt x="219075" y="676275"/>
                </a:lnTo>
                <a:lnTo>
                  <a:pt x="219075" y="685800"/>
                </a:lnTo>
                <a:lnTo>
                  <a:pt x="200025" y="685800"/>
                </a:lnTo>
                <a:lnTo>
                  <a:pt x="200025" y="676275"/>
                </a:lnTo>
                <a:lnTo>
                  <a:pt x="209550" y="676275"/>
                </a:lnTo>
                <a:lnTo>
                  <a:pt x="209550" y="666750"/>
                </a:lnTo>
                <a:lnTo>
                  <a:pt x="219075" y="666750"/>
                </a:lnTo>
                <a:lnTo>
                  <a:pt x="219075" y="657225"/>
                </a:lnTo>
                <a:lnTo>
                  <a:pt x="228600" y="657225"/>
                </a:lnTo>
                <a:lnTo>
                  <a:pt x="228600" y="638175"/>
                </a:lnTo>
                <a:lnTo>
                  <a:pt x="238125" y="638175"/>
                </a:lnTo>
                <a:lnTo>
                  <a:pt x="238125" y="590550"/>
                </a:lnTo>
                <a:lnTo>
                  <a:pt x="247650" y="590550"/>
                </a:lnTo>
                <a:lnTo>
                  <a:pt x="247650" y="571500"/>
                </a:lnTo>
                <a:lnTo>
                  <a:pt x="238125" y="571500"/>
                </a:lnTo>
                <a:lnTo>
                  <a:pt x="238125" y="552450"/>
                </a:lnTo>
                <a:lnTo>
                  <a:pt x="247650" y="552450"/>
                </a:lnTo>
                <a:lnTo>
                  <a:pt x="247650" y="409575"/>
                </a:lnTo>
                <a:lnTo>
                  <a:pt x="238125" y="409575"/>
                </a:lnTo>
                <a:lnTo>
                  <a:pt x="238125" y="381000"/>
                </a:lnTo>
                <a:lnTo>
                  <a:pt x="228600" y="381000"/>
                </a:lnTo>
                <a:lnTo>
                  <a:pt x="228600" y="361950"/>
                </a:lnTo>
                <a:lnTo>
                  <a:pt x="219075" y="361950"/>
                </a:lnTo>
                <a:lnTo>
                  <a:pt x="219075" y="352425"/>
                </a:lnTo>
                <a:lnTo>
                  <a:pt x="209550" y="352425"/>
                </a:lnTo>
                <a:lnTo>
                  <a:pt x="209550" y="342900"/>
                </a:lnTo>
                <a:lnTo>
                  <a:pt x="200025" y="342900"/>
                </a:lnTo>
                <a:close/>
                <a:moveTo>
                  <a:pt x="1066800" y="333375"/>
                </a:moveTo>
                <a:lnTo>
                  <a:pt x="1076325" y="333375"/>
                </a:lnTo>
                <a:lnTo>
                  <a:pt x="1076325" y="342900"/>
                </a:lnTo>
                <a:lnTo>
                  <a:pt x="1085850" y="342900"/>
                </a:lnTo>
                <a:lnTo>
                  <a:pt x="1085850" y="352425"/>
                </a:lnTo>
                <a:lnTo>
                  <a:pt x="1066800" y="352425"/>
                </a:lnTo>
                <a:close/>
                <a:moveTo>
                  <a:pt x="476250" y="342900"/>
                </a:moveTo>
                <a:lnTo>
                  <a:pt x="495300" y="342900"/>
                </a:lnTo>
                <a:lnTo>
                  <a:pt x="495300" y="352425"/>
                </a:lnTo>
                <a:lnTo>
                  <a:pt x="476250" y="352425"/>
                </a:lnTo>
                <a:close/>
                <a:moveTo>
                  <a:pt x="847725" y="352425"/>
                </a:moveTo>
                <a:lnTo>
                  <a:pt x="866775" y="352425"/>
                </a:lnTo>
                <a:lnTo>
                  <a:pt x="866775" y="361950"/>
                </a:lnTo>
                <a:lnTo>
                  <a:pt x="847725" y="361950"/>
                </a:lnTo>
                <a:close/>
                <a:moveTo>
                  <a:pt x="838200" y="361950"/>
                </a:moveTo>
                <a:lnTo>
                  <a:pt x="847725" y="361950"/>
                </a:lnTo>
                <a:lnTo>
                  <a:pt x="847725" y="371475"/>
                </a:lnTo>
                <a:lnTo>
                  <a:pt x="838200" y="371475"/>
                </a:lnTo>
                <a:close/>
                <a:moveTo>
                  <a:pt x="485775" y="371475"/>
                </a:moveTo>
                <a:lnTo>
                  <a:pt x="504825" y="371475"/>
                </a:lnTo>
                <a:lnTo>
                  <a:pt x="504825" y="381000"/>
                </a:lnTo>
                <a:lnTo>
                  <a:pt x="495300" y="381000"/>
                </a:lnTo>
                <a:lnTo>
                  <a:pt x="495300" y="400050"/>
                </a:lnTo>
                <a:lnTo>
                  <a:pt x="485775" y="400050"/>
                </a:lnTo>
                <a:close/>
                <a:moveTo>
                  <a:pt x="876300" y="371475"/>
                </a:moveTo>
                <a:lnTo>
                  <a:pt x="885825" y="371475"/>
                </a:lnTo>
                <a:lnTo>
                  <a:pt x="885825" y="390525"/>
                </a:lnTo>
                <a:lnTo>
                  <a:pt x="876300" y="390525"/>
                </a:lnTo>
                <a:close/>
                <a:moveTo>
                  <a:pt x="504825" y="381000"/>
                </a:moveTo>
                <a:lnTo>
                  <a:pt x="514350" y="381000"/>
                </a:lnTo>
                <a:lnTo>
                  <a:pt x="514350" y="400050"/>
                </a:lnTo>
                <a:lnTo>
                  <a:pt x="504825" y="400050"/>
                </a:lnTo>
                <a:close/>
                <a:moveTo>
                  <a:pt x="838200" y="381000"/>
                </a:moveTo>
                <a:lnTo>
                  <a:pt x="847725" y="381000"/>
                </a:lnTo>
                <a:lnTo>
                  <a:pt x="847725" y="390525"/>
                </a:lnTo>
                <a:lnTo>
                  <a:pt x="838200" y="390525"/>
                </a:lnTo>
                <a:close/>
                <a:moveTo>
                  <a:pt x="847725" y="390525"/>
                </a:moveTo>
                <a:lnTo>
                  <a:pt x="876300" y="390525"/>
                </a:lnTo>
                <a:lnTo>
                  <a:pt x="876300" y="400050"/>
                </a:lnTo>
                <a:lnTo>
                  <a:pt x="847725" y="400050"/>
                </a:lnTo>
                <a:close/>
                <a:moveTo>
                  <a:pt x="371475" y="400050"/>
                </a:moveTo>
                <a:lnTo>
                  <a:pt x="390525" y="400050"/>
                </a:lnTo>
                <a:lnTo>
                  <a:pt x="390525" y="409575"/>
                </a:lnTo>
                <a:lnTo>
                  <a:pt x="371475" y="409575"/>
                </a:lnTo>
                <a:close/>
                <a:moveTo>
                  <a:pt x="495300" y="400050"/>
                </a:moveTo>
                <a:lnTo>
                  <a:pt x="504825" y="400050"/>
                </a:lnTo>
                <a:lnTo>
                  <a:pt x="504825" y="409575"/>
                </a:lnTo>
                <a:lnTo>
                  <a:pt x="495300" y="409575"/>
                </a:lnTo>
                <a:close/>
                <a:moveTo>
                  <a:pt x="19050" y="409575"/>
                </a:moveTo>
                <a:lnTo>
                  <a:pt x="28575" y="409575"/>
                </a:lnTo>
                <a:lnTo>
                  <a:pt x="28575" y="419100"/>
                </a:lnTo>
                <a:lnTo>
                  <a:pt x="19050" y="419100"/>
                </a:lnTo>
                <a:close/>
                <a:moveTo>
                  <a:pt x="66675" y="409575"/>
                </a:moveTo>
                <a:lnTo>
                  <a:pt x="95250" y="409575"/>
                </a:lnTo>
                <a:lnTo>
                  <a:pt x="95250" y="419100"/>
                </a:lnTo>
                <a:lnTo>
                  <a:pt x="66675" y="419100"/>
                </a:lnTo>
                <a:close/>
                <a:moveTo>
                  <a:pt x="342900" y="409575"/>
                </a:moveTo>
                <a:lnTo>
                  <a:pt x="352425" y="409575"/>
                </a:lnTo>
                <a:lnTo>
                  <a:pt x="352425" y="419100"/>
                </a:lnTo>
                <a:lnTo>
                  <a:pt x="342900" y="419100"/>
                </a:lnTo>
                <a:close/>
                <a:moveTo>
                  <a:pt x="390525" y="409575"/>
                </a:moveTo>
                <a:lnTo>
                  <a:pt x="400050" y="409575"/>
                </a:lnTo>
                <a:lnTo>
                  <a:pt x="400050" y="419100"/>
                </a:lnTo>
                <a:lnTo>
                  <a:pt x="390525" y="419100"/>
                </a:lnTo>
                <a:close/>
                <a:moveTo>
                  <a:pt x="28575" y="419100"/>
                </a:moveTo>
                <a:lnTo>
                  <a:pt x="38100" y="419100"/>
                </a:lnTo>
                <a:lnTo>
                  <a:pt x="38100" y="428625"/>
                </a:lnTo>
                <a:lnTo>
                  <a:pt x="28575" y="428625"/>
                </a:lnTo>
                <a:close/>
                <a:moveTo>
                  <a:pt x="333375" y="419100"/>
                </a:moveTo>
                <a:lnTo>
                  <a:pt x="342900" y="419100"/>
                </a:lnTo>
                <a:lnTo>
                  <a:pt x="342900" y="428625"/>
                </a:lnTo>
                <a:lnTo>
                  <a:pt x="333375" y="428625"/>
                </a:lnTo>
                <a:close/>
                <a:moveTo>
                  <a:pt x="323850" y="428625"/>
                </a:moveTo>
                <a:lnTo>
                  <a:pt x="333375" y="428625"/>
                </a:lnTo>
                <a:lnTo>
                  <a:pt x="333375" y="438150"/>
                </a:lnTo>
                <a:lnTo>
                  <a:pt x="323850" y="438150"/>
                </a:lnTo>
                <a:close/>
                <a:moveTo>
                  <a:pt x="381000" y="428625"/>
                </a:moveTo>
                <a:lnTo>
                  <a:pt x="390525" y="428625"/>
                </a:lnTo>
                <a:lnTo>
                  <a:pt x="390525" y="438150"/>
                </a:lnTo>
                <a:lnTo>
                  <a:pt x="381000" y="438150"/>
                </a:lnTo>
                <a:close/>
                <a:moveTo>
                  <a:pt x="676275" y="428625"/>
                </a:moveTo>
                <a:lnTo>
                  <a:pt x="685800" y="428625"/>
                </a:lnTo>
                <a:lnTo>
                  <a:pt x="685800" y="438150"/>
                </a:lnTo>
                <a:lnTo>
                  <a:pt x="676275" y="438150"/>
                </a:lnTo>
                <a:close/>
                <a:moveTo>
                  <a:pt x="104775" y="447675"/>
                </a:moveTo>
                <a:lnTo>
                  <a:pt x="114300" y="447675"/>
                </a:lnTo>
                <a:lnTo>
                  <a:pt x="114300" y="476250"/>
                </a:lnTo>
                <a:lnTo>
                  <a:pt x="104775" y="476250"/>
                </a:lnTo>
                <a:close/>
                <a:moveTo>
                  <a:pt x="409575" y="447675"/>
                </a:moveTo>
                <a:lnTo>
                  <a:pt x="419100" y="447675"/>
                </a:lnTo>
                <a:lnTo>
                  <a:pt x="419100" y="457200"/>
                </a:lnTo>
                <a:lnTo>
                  <a:pt x="409575" y="457200"/>
                </a:lnTo>
                <a:close/>
                <a:moveTo>
                  <a:pt x="952500" y="447675"/>
                </a:moveTo>
                <a:lnTo>
                  <a:pt x="981075" y="447675"/>
                </a:lnTo>
                <a:lnTo>
                  <a:pt x="981075" y="457200"/>
                </a:lnTo>
                <a:lnTo>
                  <a:pt x="952500" y="457200"/>
                </a:lnTo>
                <a:close/>
                <a:moveTo>
                  <a:pt x="809625" y="457200"/>
                </a:moveTo>
                <a:lnTo>
                  <a:pt x="819150" y="457200"/>
                </a:lnTo>
                <a:lnTo>
                  <a:pt x="819150" y="466725"/>
                </a:lnTo>
                <a:lnTo>
                  <a:pt x="809625" y="466725"/>
                </a:lnTo>
                <a:close/>
                <a:moveTo>
                  <a:pt x="942975" y="457200"/>
                </a:moveTo>
                <a:lnTo>
                  <a:pt x="952500" y="457200"/>
                </a:lnTo>
                <a:lnTo>
                  <a:pt x="952500" y="476250"/>
                </a:lnTo>
                <a:lnTo>
                  <a:pt x="942975" y="476250"/>
                </a:lnTo>
                <a:close/>
                <a:moveTo>
                  <a:pt x="381000" y="466725"/>
                </a:moveTo>
                <a:lnTo>
                  <a:pt x="390525" y="466725"/>
                </a:lnTo>
                <a:lnTo>
                  <a:pt x="390525" y="476250"/>
                </a:lnTo>
                <a:lnTo>
                  <a:pt x="381000" y="476250"/>
                </a:lnTo>
                <a:close/>
                <a:moveTo>
                  <a:pt x="552450" y="466725"/>
                </a:moveTo>
                <a:lnTo>
                  <a:pt x="561975" y="466725"/>
                </a:lnTo>
                <a:lnTo>
                  <a:pt x="561975" y="476250"/>
                </a:lnTo>
                <a:lnTo>
                  <a:pt x="552450" y="476250"/>
                </a:lnTo>
                <a:close/>
                <a:moveTo>
                  <a:pt x="819150" y="466725"/>
                </a:moveTo>
                <a:lnTo>
                  <a:pt x="828675" y="466725"/>
                </a:lnTo>
                <a:lnTo>
                  <a:pt x="828675" y="485775"/>
                </a:lnTo>
                <a:lnTo>
                  <a:pt x="819150" y="485775"/>
                </a:lnTo>
                <a:close/>
                <a:moveTo>
                  <a:pt x="400050" y="476250"/>
                </a:moveTo>
                <a:lnTo>
                  <a:pt x="409575" y="476250"/>
                </a:lnTo>
                <a:lnTo>
                  <a:pt x="409575" y="495300"/>
                </a:lnTo>
                <a:lnTo>
                  <a:pt x="400050" y="495300"/>
                </a:lnTo>
                <a:close/>
                <a:moveTo>
                  <a:pt x="981075" y="476250"/>
                </a:moveTo>
                <a:lnTo>
                  <a:pt x="990600" y="476250"/>
                </a:lnTo>
                <a:lnTo>
                  <a:pt x="990600" y="485775"/>
                </a:lnTo>
                <a:lnTo>
                  <a:pt x="981075" y="485775"/>
                </a:lnTo>
                <a:close/>
                <a:moveTo>
                  <a:pt x="1009650" y="476250"/>
                </a:moveTo>
                <a:lnTo>
                  <a:pt x="1019175" y="476250"/>
                </a:lnTo>
                <a:lnTo>
                  <a:pt x="1019175" y="485775"/>
                </a:lnTo>
                <a:lnTo>
                  <a:pt x="1009650" y="485775"/>
                </a:lnTo>
                <a:close/>
                <a:moveTo>
                  <a:pt x="0" y="485775"/>
                </a:moveTo>
                <a:lnTo>
                  <a:pt x="19050" y="485775"/>
                </a:lnTo>
                <a:lnTo>
                  <a:pt x="19050" y="495300"/>
                </a:lnTo>
                <a:lnTo>
                  <a:pt x="0" y="495300"/>
                </a:lnTo>
                <a:close/>
                <a:moveTo>
                  <a:pt x="66675" y="485775"/>
                </a:moveTo>
                <a:lnTo>
                  <a:pt x="95250" y="485775"/>
                </a:lnTo>
                <a:lnTo>
                  <a:pt x="95250" y="495300"/>
                </a:lnTo>
                <a:lnTo>
                  <a:pt x="66675" y="495300"/>
                </a:lnTo>
                <a:close/>
                <a:moveTo>
                  <a:pt x="990600" y="485775"/>
                </a:moveTo>
                <a:lnTo>
                  <a:pt x="1000125" y="485775"/>
                </a:lnTo>
                <a:lnTo>
                  <a:pt x="1000125" y="504825"/>
                </a:lnTo>
                <a:lnTo>
                  <a:pt x="990600" y="504825"/>
                </a:lnTo>
                <a:close/>
                <a:moveTo>
                  <a:pt x="381000" y="495300"/>
                </a:moveTo>
                <a:lnTo>
                  <a:pt x="390525" y="495300"/>
                </a:lnTo>
                <a:lnTo>
                  <a:pt x="390525" y="504825"/>
                </a:lnTo>
                <a:lnTo>
                  <a:pt x="381000" y="504825"/>
                </a:lnTo>
                <a:close/>
                <a:moveTo>
                  <a:pt x="809625" y="495300"/>
                </a:moveTo>
                <a:lnTo>
                  <a:pt x="819150" y="495300"/>
                </a:lnTo>
                <a:lnTo>
                  <a:pt x="819150" y="504825"/>
                </a:lnTo>
                <a:lnTo>
                  <a:pt x="809625" y="504825"/>
                </a:lnTo>
                <a:close/>
                <a:moveTo>
                  <a:pt x="514350" y="504825"/>
                </a:moveTo>
                <a:lnTo>
                  <a:pt x="523875" y="504825"/>
                </a:lnTo>
                <a:lnTo>
                  <a:pt x="523875" y="514350"/>
                </a:lnTo>
                <a:lnTo>
                  <a:pt x="514350" y="514350"/>
                </a:lnTo>
                <a:close/>
                <a:moveTo>
                  <a:pt x="819150" y="504825"/>
                </a:moveTo>
                <a:lnTo>
                  <a:pt x="828675" y="504825"/>
                </a:lnTo>
                <a:lnTo>
                  <a:pt x="828675" y="514350"/>
                </a:lnTo>
                <a:lnTo>
                  <a:pt x="819150" y="514350"/>
                </a:lnTo>
                <a:close/>
                <a:moveTo>
                  <a:pt x="828675" y="514350"/>
                </a:moveTo>
                <a:lnTo>
                  <a:pt x="838200" y="514350"/>
                </a:lnTo>
                <a:lnTo>
                  <a:pt x="838200" y="523875"/>
                </a:lnTo>
                <a:lnTo>
                  <a:pt x="828675" y="523875"/>
                </a:lnTo>
                <a:close/>
                <a:moveTo>
                  <a:pt x="942975" y="514350"/>
                </a:moveTo>
                <a:lnTo>
                  <a:pt x="971550" y="514350"/>
                </a:lnTo>
                <a:lnTo>
                  <a:pt x="971550" y="523875"/>
                </a:lnTo>
                <a:lnTo>
                  <a:pt x="942975" y="523875"/>
                </a:lnTo>
                <a:close/>
                <a:moveTo>
                  <a:pt x="0" y="523875"/>
                </a:moveTo>
                <a:lnTo>
                  <a:pt x="19050" y="523875"/>
                </a:lnTo>
                <a:lnTo>
                  <a:pt x="19050" y="533400"/>
                </a:lnTo>
                <a:lnTo>
                  <a:pt x="0" y="533400"/>
                </a:lnTo>
                <a:close/>
                <a:moveTo>
                  <a:pt x="57150" y="523875"/>
                </a:moveTo>
                <a:lnTo>
                  <a:pt x="66675" y="523875"/>
                </a:lnTo>
                <a:lnTo>
                  <a:pt x="66675" y="533400"/>
                </a:lnTo>
                <a:lnTo>
                  <a:pt x="57150" y="533400"/>
                </a:lnTo>
                <a:close/>
                <a:moveTo>
                  <a:pt x="85725" y="523875"/>
                </a:moveTo>
                <a:lnTo>
                  <a:pt x="95250" y="523875"/>
                </a:lnTo>
                <a:lnTo>
                  <a:pt x="95250" y="533400"/>
                </a:lnTo>
                <a:lnTo>
                  <a:pt x="85725" y="533400"/>
                </a:lnTo>
                <a:close/>
                <a:moveTo>
                  <a:pt x="933450" y="523875"/>
                </a:moveTo>
                <a:lnTo>
                  <a:pt x="942975" y="523875"/>
                </a:lnTo>
                <a:lnTo>
                  <a:pt x="942975" y="533400"/>
                </a:lnTo>
                <a:lnTo>
                  <a:pt x="933450" y="533400"/>
                </a:lnTo>
                <a:close/>
                <a:moveTo>
                  <a:pt x="19050" y="533400"/>
                </a:moveTo>
                <a:lnTo>
                  <a:pt x="28575" y="533400"/>
                </a:lnTo>
                <a:lnTo>
                  <a:pt x="28575" y="552450"/>
                </a:lnTo>
                <a:lnTo>
                  <a:pt x="19050" y="552450"/>
                </a:lnTo>
                <a:close/>
                <a:moveTo>
                  <a:pt x="47625" y="533400"/>
                </a:moveTo>
                <a:lnTo>
                  <a:pt x="57150" y="533400"/>
                </a:lnTo>
                <a:lnTo>
                  <a:pt x="57150" y="542925"/>
                </a:lnTo>
                <a:lnTo>
                  <a:pt x="47625" y="542925"/>
                </a:lnTo>
                <a:close/>
                <a:moveTo>
                  <a:pt x="95250" y="533400"/>
                </a:moveTo>
                <a:lnTo>
                  <a:pt x="104775" y="533400"/>
                </a:lnTo>
                <a:lnTo>
                  <a:pt x="104775" y="542925"/>
                </a:lnTo>
                <a:lnTo>
                  <a:pt x="95250" y="542925"/>
                </a:lnTo>
                <a:close/>
                <a:moveTo>
                  <a:pt x="400050" y="533400"/>
                </a:moveTo>
                <a:lnTo>
                  <a:pt x="409575" y="533400"/>
                </a:lnTo>
                <a:lnTo>
                  <a:pt x="409575" y="542925"/>
                </a:lnTo>
                <a:lnTo>
                  <a:pt x="400050" y="542925"/>
                </a:lnTo>
                <a:close/>
                <a:moveTo>
                  <a:pt x="419100" y="533400"/>
                </a:moveTo>
                <a:lnTo>
                  <a:pt x="428625" y="533400"/>
                </a:lnTo>
                <a:lnTo>
                  <a:pt x="428625" y="542925"/>
                </a:lnTo>
                <a:lnTo>
                  <a:pt x="419100" y="542925"/>
                </a:lnTo>
                <a:close/>
                <a:moveTo>
                  <a:pt x="962025" y="533400"/>
                </a:moveTo>
                <a:lnTo>
                  <a:pt x="1000125" y="533400"/>
                </a:lnTo>
                <a:lnTo>
                  <a:pt x="1000125" y="542925"/>
                </a:lnTo>
                <a:lnTo>
                  <a:pt x="962025" y="542925"/>
                </a:lnTo>
                <a:close/>
                <a:moveTo>
                  <a:pt x="504825" y="542925"/>
                </a:moveTo>
                <a:lnTo>
                  <a:pt x="514350" y="542925"/>
                </a:lnTo>
                <a:lnTo>
                  <a:pt x="514350" y="600075"/>
                </a:lnTo>
                <a:lnTo>
                  <a:pt x="542925" y="600075"/>
                </a:lnTo>
                <a:lnTo>
                  <a:pt x="542925" y="609600"/>
                </a:lnTo>
                <a:lnTo>
                  <a:pt x="514350" y="609600"/>
                </a:lnTo>
                <a:lnTo>
                  <a:pt x="514350" y="619125"/>
                </a:lnTo>
                <a:lnTo>
                  <a:pt x="504825" y="619125"/>
                </a:lnTo>
                <a:close/>
                <a:moveTo>
                  <a:pt x="828675" y="542925"/>
                </a:moveTo>
                <a:lnTo>
                  <a:pt x="838200" y="542925"/>
                </a:lnTo>
                <a:lnTo>
                  <a:pt x="838200" y="552450"/>
                </a:lnTo>
                <a:lnTo>
                  <a:pt x="828675" y="552450"/>
                </a:lnTo>
                <a:close/>
                <a:moveTo>
                  <a:pt x="57150" y="552450"/>
                </a:moveTo>
                <a:lnTo>
                  <a:pt x="66675" y="552450"/>
                </a:lnTo>
                <a:lnTo>
                  <a:pt x="66675" y="561975"/>
                </a:lnTo>
                <a:lnTo>
                  <a:pt x="57150" y="561975"/>
                </a:lnTo>
                <a:close/>
                <a:moveTo>
                  <a:pt x="76200" y="552450"/>
                </a:moveTo>
                <a:lnTo>
                  <a:pt x="85725" y="552450"/>
                </a:lnTo>
                <a:lnTo>
                  <a:pt x="85725" y="561975"/>
                </a:lnTo>
                <a:lnTo>
                  <a:pt x="76200" y="561975"/>
                </a:lnTo>
                <a:close/>
                <a:moveTo>
                  <a:pt x="600075" y="552450"/>
                </a:moveTo>
                <a:lnTo>
                  <a:pt x="609600" y="552450"/>
                </a:lnTo>
                <a:lnTo>
                  <a:pt x="609600" y="561975"/>
                </a:lnTo>
                <a:lnTo>
                  <a:pt x="600075" y="561975"/>
                </a:lnTo>
                <a:close/>
                <a:moveTo>
                  <a:pt x="695325" y="552450"/>
                </a:moveTo>
                <a:lnTo>
                  <a:pt x="704850" y="552450"/>
                </a:lnTo>
                <a:lnTo>
                  <a:pt x="704850" y="561975"/>
                </a:lnTo>
                <a:lnTo>
                  <a:pt x="695325" y="561975"/>
                </a:lnTo>
                <a:close/>
                <a:moveTo>
                  <a:pt x="819150" y="552450"/>
                </a:moveTo>
                <a:lnTo>
                  <a:pt x="828675" y="552450"/>
                </a:lnTo>
                <a:lnTo>
                  <a:pt x="828675" y="561975"/>
                </a:lnTo>
                <a:lnTo>
                  <a:pt x="819150" y="561975"/>
                </a:lnTo>
                <a:close/>
                <a:moveTo>
                  <a:pt x="742950" y="561975"/>
                </a:moveTo>
                <a:lnTo>
                  <a:pt x="809625" y="561975"/>
                </a:lnTo>
                <a:lnTo>
                  <a:pt x="809625" y="571500"/>
                </a:lnTo>
                <a:lnTo>
                  <a:pt x="742950" y="571500"/>
                </a:lnTo>
                <a:close/>
                <a:moveTo>
                  <a:pt x="0" y="571500"/>
                </a:moveTo>
                <a:lnTo>
                  <a:pt x="9525" y="571500"/>
                </a:lnTo>
                <a:lnTo>
                  <a:pt x="9525" y="581025"/>
                </a:lnTo>
                <a:lnTo>
                  <a:pt x="0" y="581025"/>
                </a:lnTo>
                <a:close/>
                <a:moveTo>
                  <a:pt x="895350" y="571500"/>
                </a:moveTo>
                <a:lnTo>
                  <a:pt x="904875" y="571500"/>
                </a:lnTo>
                <a:lnTo>
                  <a:pt x="904875" y="581025"/>
                </a:lnTo>
                <a:lnTo>
                  <a:pt x="895350" y="581025"/>
                </a:lnTo>
                <a:close/>
                <a:moveTo>
                  <a:pt x="914400" y="571500"/>
                </a:moveTo>
                <a:lnTo>
                  <a:pt x="923925" y="571500"/>
                </a:lnTo>
                <a:lnTo>
                  <a:pt x="923925" y="581025"/>
                </a:lnTo>
                <a:lnTo>
                  <a:pt x="914400" y="581025"/>
                </a:lnTo>
                <a:close/>
                <a:moveTo>
                  <a:pt x="38100" y="581025"/>
                </a:moveTo>
                <a:lnTo>
                  <a:pt x="47625" y="581025"/>
                </a:lnTo>
                <a:lnTo>
                  <a:pt x="47625" y="600075"/>
                </a:lnTo>
                <a:lnTo>
                  <a:pt x="38100" y="600075"/>
                </a:lnTo>
                <a:close/>
                <a:moveTo>
                  <a:pt x="28575" y="609600"/>
                </a:moveTo>
                <a:lnTo>
                  <a:pt x="38100" y="609600"/>
                </a:lnTo>
                <a:lnTo>
                  <a:pt x="38100" y="619125"/>
                </a:lnTo>
                <a:lnTo>
                  <a:pt x="28575" y="619125"/>
                </a:lnTo>
                <a:close/>
                <a:moveTo>
                  <a:pt x="57150" y="609600"/>
                </a:moveTo>
                <a:lnTo>
                  <a:pt x="66675" y="609600"/>
                </a:lnTo>
                <a:lnTo>
                  <a:pt x="66675" y="619125"/>
                </a:lnTo>
                <a:lnTo>
                  <a:pt x="57150" y="619125"/>
                </a:lnTo>
                <a:close/>
                <a:moveTo>
                  <a:pt x="19050" y="619125"/>
                </a:moveTo>
                <a:lnTo>
                  <a:pt x="28575" y="619125"/>
                </a:lnTo>
                <a:lnTo>
                  <a:pt x="28575" y="628650"/>
                </a:lnTo>
                <a:lnTo>
                  <a:pt x="19050" y="628650"/>
                </a:lnTo>
                <a:close/>
                <a:moveTo>
                  <a:pt x="66675" y="619125"/>
                </a:moveTo>
                <a:lnTo>
                  <a:pt x="76200" y="619125"/>
                </a:lnTo>
                <a:lnTo>
                  <a:pt x="76200" y="628650"/>
                </a:lnTo>
                <a:lnTo>
                  <a:pt x="66675" y="628650"/>
                </a:lnTo>
                <a:close/>
                <a:moveTo>
                  <a:pt x="571500" y="619125"/>
                </a:moveTo>
                <a:lnTo>
                  <a:pt x="581025" y="619125"/>
                </a:lnTo>
                <a:lnTo>
                  <a:pt x="581025" y="638175"/>
                </a:lnTo>
                <a:lnTo>
                  <a:pt x="561975" y="638175"/>
                </a:lnTo>
                <a:lnTo>
                  <a:pt x="561975" y="628650"/>
                </a:lnTo>
                <a:lnTo>
                  <a:pt x="571500" y="628650"/>
                </a:lnTo>
                <a:close/>
                <a:moveTo>
                  <a:pt x="771525" y="619125"/>
                </a:moveTo>
                <a:lnTo>
                  <a:pt x="781050" y="619125"/>
                </a:lnTo>
                <a:lnTo>
                  <a:pt x="781050" y="647700"/>
                </a:lnTo>
                <a:lnTo>
                  <a:pt x="771525" y="647700"/>
                </a:lnTo>
                <a:close/>
                <a:moveTo>
                  <a:pt x="0" y="685800"/>
                </a:moveTo>
                <a:lnTo>
                  <a:pt x="19050" y="685800"/>
                </a:lnTo>
                <a:lnTo>
                  <a:pt x="19050" y="695325"/>
                </a:lnTo>
                <a:lnTo>
                  <a:pt x="0" y="695325"/>
                </a:lnTo>
                <a:close/>
                <a:moveTo>
                  <a:pt x="104775" y="685800"/>
                </a:moveTo>
                <a:lnTo>
                  <a:pt x="200025" y="685800"/>
                </a:lnTo>
                <a:lnTo>
                  <a:pt x="200025" y="695325"/>
                </a:lnTo>
                <a:lnTo>
                  <a:pt x="123825" y="695325"/>
                </a:lnTo>
                <a:lnTo>
                  <a:pt x="123825" y="704850"/>
                </a:lnTo>
                <a:lnTo>
                  <a:pt x="114300" y="704850"/>
                </a:lnTo>
                <a:lnTo>
                  <a:pt x="114300" y="762000"/>
                </a:lnTo>
                <a:lnTo>
                  <a:pt x="104775" y="762000"/>
                </a:lnTo>
                <a:lnTo>
                  <a:pt x="104775" y="771525"/>
                </a:lnTo>
                <a:lnTo>
                  <a:pt x="95250" y="771525"/>
                </a:lnTo>
                <a:lnTo>
                  <a:pt x="95250" y="762000"/>
                </a:lnTo>
                <a:lnTo>
                  <a:pt x="85725" y="762000"/>
                </a:lnTo>
                <a:lnTo>
                  <a:pt x="85725" y="752475"/>
                </a:lnTo>
                <a:lnTo>
                  <a:pt x="76200" y="752475"/>
                </a:lnTo>
                <a:lnTo>
                  <a:pt x="76200" y="742950"/>
                </a:lnTo>
                <a:lnTo>
                  <a:pt x="66675" y="742950"/>
                </a:lnTo>
                <a:lnTo>
                  <a:pt x="66675" y="733425"/>
                </a:lnTo>
                <a:lnTo>
                  <a:pt x="57150" y="733425"/>
                </a:lnTo>
                <a:lnTo>
                  <a:pt x="57150" y="723900"/>
                </a:lnTo>
                <a:lnTo>
                  <a:pt x="47625" y="723900"/>
                </a:lnTo>
                <a:lnTo>
                  <a:pt x="47625" y="714375"/>
                </a:lnTo>
                <a:lnTo>
                  <a:pt x="38100" y="714375"/>
                </a:lnTo>
                <a:lnTo>
                  <a:pt x="38100" y="704850"/>
                </a:lnTo>
                <a:lnTo>
                  <a:pt x="19050" y="704850"/>
                </a:lnTo>
                <a:lnTo>
                  <a:pt x="19050" y="695325"/>
                </a:lnTo>
                <a:lnTo>
                  <a:pt x="47625" y="695325"/>
                </a:lnTo>
                <a:lnTo>
                  <a:pt x="47625" y="704850"/>
                </a:lnTo>
                <a:lnTo>
                  <a:pt x="57150" y="704850"/>
                </a:lnTo>
                <a:lnTo>
                  <a:pt x="57150" y="714375"/>
                </a:lnTo>
                <a:lnTo>
                  <a:pt x="76200" y="714375"/>
                </a:lnTo>
                <a:lnTo>
                  <a:pt x="76200" y="723900"/>
                </a:lnTo>
                <a:lnTo>
                  <a:pt x="85725" y="723900"/>
                </a:lnTo>
                <a:lnTo>
                  <a:pt x="85725" y="714375"/>
                </a:lnTo>
                <a:lnTo>
                  <a:pt x="95250" y="714375"/>
                </a:lnTo>
                <a:lnTo>
                  <a:pt x="95250" y="695325"/>
                </a:lnTo>
                <a:lnTo>
                  <a:pt x="104775" y="695325"/>
                </a:lnTo>
                <a:close/>
                <a:moveTo>
                  <a:pt x="533400" y="695325"/>
                </a:moveTo>
                <a:lnTo>
                  <a:pt x="542925" y="695325"/>
                </a:lnTo>
                <a:lnTo>
                  <a:pt x="542925" y="704850"/>
                </a:lnTo>
                <a:lnTo>
                  <a:pt x="533400" y="704850"/>
                </a:lnTo>
                <a:close/>
                <a:moveTo>
                  <a:pt x="704850" y="704850"/>
                </a:moveTo>
                <a:lnTo>
                  <a:pt x="714375" y="704850"/>
                </a:lnTo>
                <a:lnTo>
                  <a:pt x="714375" y="714375"/>
                </a:lnTo>
                <a:lnTo>
                  <a:pt x="704850" y="714375"/>
                </a:lnTo>
                <a:close/>
                <a:moveTo>
                  <a:pt x="361950" y="742950"/>
                </a:moveTo>
                <a:lnTo>
                  <a:pt x="400050" y="742950"/>
                </a:lnTo>
                <a:lnTo>
                  <a:pt x="400050" y="752475"/>
                </a:lnTo>
                <a:lnTo>
                  <a:pt x="409575" y="752475"/>
                </a:lnTo>
                <a:lnTo>
                  <a:pt x="409575" y="771525"/>
                </a:lnTo>
                <a:lnTo>
                  <a:pt x="400050" y="771525"/>
                </a:lnTo>
                <a:lnTo>
                  <a:pt x="400050" y="762000"/>
                </a:lnTo>
                <a:lnTo>
                  <a:pt x="381000" y="762000"/>
                </a:lnTo>
                <a:lnTo>
                  <a:pt x="381000" y="752475"/>
                </a:lnTo>
                <a:lnTo>
                  <a:pt x="361950" y="752475"/>
                </a:lnTo>
                <a:close/>
                <a:moveTo>
                  <a:pt x="571500" y="781050"/>
                </a:moveTo>
                <a:lnTo>
                  <a:pt x="590550" y="781050"/>
                </a:lnTo>
                <a:lnTo>
                  <a:pt x="590550" y="790575"/>
                </a:lnTo>
                <a:lnTo>
                  <a:pt x="600075" y="790575"/>
                </a:lnTo>
                <a:lnTo>
                  <a:pt x="600075" y="800100"/>
                </a:lnTo>
                <a:lnTo>
                  <a:pt x="609600" y="800100"/>
                </a:lnTo>
                <a:lnTo>
                  <a:pt x="609600" y="809625"/>
                </a:lnTo>
                <a:lnTo>
                  <a:pt x="628650" y="809625"/>
                </a:lnTo>
                <a:lnTo>
                  <a:pt x="628650" y="819150"/>
                </a:lnTo>
                <a:lnTo>
                  <a:pt x="609600" y="819150"/>
                </a:lnTo>
                <a:lnTo>
                  <a:pt x="609600" y="828675"/>
                </a:lnTo>
                <a:lnTo>
                  <a:pt x="619125" y="828675"/>
                </a:lnTo>
                <a:lnTo>
                  <a:pt x="619125" y="838200"/>
                </a:lnTo>
                <a:lnTo>
                  <a:pt x="600075" y="838200"/>
                </a:lnTo>
                <a:lnTo>
                  <a:pt x="600075" y="828675"/>
                </a:lnTo>
                <a:lnTo>
                  <a:pt x="590550" y="828675"/>
                </a:lnTo>
                <a:lnTo>
                  <a:pt x="590550" y="809625"/>
                </a:lnTo>
                <a:lnTo>
                  <a:pt x="581025" y="809625"/>
                </a:lnTo>
                <a:lnTo>
                  <a:pt x="581025" y="800100"/>
                </a:lnTo>
                <a:lnTo>
                  <a:pt x="571500" y="800100"/>
                </a:lnTo>
                <a:close/>
                <a:moveTo>
                  <a:pt x="295275" y="790575"/>
                </a:moveTo>
                <a:lnTo>
                  <a:pt x="333375" y="790575"/>
                </a:lnTo>
                <a:lnTo>
                  <a:pt x="333375" y="800100"/>
                </a:lnTo>
                <a:lnTo>
                  <a:pt x="295275" y="800100"/>
                </a:lnTo>
                <a:close/>
                <a:moveTo>
                  <a:pt x="371475" y="790575"/>
                </a:moveTo>
                <a:lnTo>
                  <a:pt x="381000" y="790575"/>
                </a:lnTo>
                <a:lnTo>
                  <a:pt x="381000" y="800100"/>
                </a:lnTo>
                <a:lnTo>
                  <a:pt x="371475" y="800100"/>
                </a:lnTo>
                <a:close/>
                <a:moveTo>
                  <a:pt x="485775" y="790575"/>
                </a:moveTo>
                <a:lnTo>
                  <a:pt x="495300" y="790575"/>
                </a:lnTo>
                <a:lnTo>
                  <a:pt x="495300" y="800100"/>
                </a:lnTo>
                <a:lnTo>
                  <a:pt x="485775" y="800100"/>
                </a:lnTo>
                <a:close/>
                <a:moveTo>
                  <a:pt x="247650" y="800100"/>
                </a:moveTo>
                <a:lnTo>
                  <a:pt x="257175" y="800100"/>
                </a:lnTo>
                <a:lnTo>
                  <a:pt x="257175" y="809625"/>
                </a:lnTo>
                <a:lnTo>
                  <a:pt x="247650" y="809625"/>
                </a:lnTo>
                <a:close/>
                <a:moveTo>
                  <a:pt x="457200" y="800100"/>
                </a:moveTo>
                <a:lnTo>
                  <a:pt x="466725" y="800100"/>
                </a:lnTo>
                <a:lnTo>
                  <a:pt x="466725" y="819150"/>
                </a:lnTo>
                <a:lnTo>
                  <a:pt x="457200" y="819150"/>
                </a:lnTo>
                <a:close/>
                <a:moveTo>
                  <a:pt x="228600" y="809625"/>
                </a:moveTo>
                <a:lnTo>
                  <a:pt x="238125" y="809625"/>
                </a:lnTo>
                <a:lnTo>
                  <a:pt x="238125" y="819150"/>
                </a:lnTo>
                <a:lnTo>
                  <a:pt x="228600" y="819150"/>
                </a:lnTo>
                <a:close/>
                <a:moveTo>
                  <a:pt x="466725" y="819150"/>
                </a:moveTo>
                <a:lnTo>
                  <a:pt x="476250" y="819150"/>
                </a:lnTo>
                <a:lnTo>
                  <a:pt x="476250" y="828675"/>
                </a:lnTo>
                <a:lnTo>
                  <a:pt x="466725" y="828675"/>
                </a:lnTo>
                <a:close/>
                <a:moveTo>
                  <a:pt x="285750" y="828675"/>
                </a:moveTo>
                <a:lnTo>
                  <a:pt x="314325" y="828675"/>
                </a:lnTo>
                <a:lnTo>
                  <a:pt x="314325" y="838200"/>
                </a:lnTo>
                <a:lnTo>
                  <a:pt x="323850" y="838200"/>
                </a:lnTo>
                <a:lnTo>
                  <a:pt x="323850" y="847725"/>
                </a:lnTo>
                <a:lnTo>
                  <a:pt x="314325" y="847725"/>
                </a:lnTo>
                <a:lnTo>
                  <a:pt x="314325" y="857250"/>
                </a:lnTo>
                <a:lnTo>
                  <a:pt x="285750" y="857250"/>
                </a:lnTo>
                <a:close/>
                <a:moveTo>
                  <a:pt x="381000" y="828675"/>
                </a:moveTo>
                <a:lnTo>
                  <a:pt x="409575" y="828675"/>
                </a:lnTo>
                <a:lnTo>
                  <a:pt x="409575" y="838200"/>
                </a:lnTo>
                <a:lnTo>
                  <a:pt x="381000" y="838200"/>
                </a:lnTo>
                <a:close/>
                <a:moveTo>
                  <a:pt x="476250" y="828675"/>
                </a:moveTo>
                <a:lnTo>
                  <a:pt x="485775" y="828675"/>
                </a:lnTo>
                <a:lnTo>
                  <a:pt x="485775" y="838200"/>
                </a:lnTo>
                <a:lnTo>
                  <a:pt x="476250" y="838200"/>
                </a:lnTo>
                <a:close/>
                <a:moveTo>
                  <a:pt x="638175" y="828675"/>
                </a:moveTo>
                <a:lnTo>
                  <a:pt x="647700" y="828675"/>
                </a:lnTo>
                <a:lnTo>
                  <a:pt x="647700" y="847725"/>
                </a:lnTo>
                <a:lnTo>
                  <a:pt x="638175" y="847725"/>
                </a:lnTo>
                <a:lnTo>
                  <a:pt x="638175" y="857250"/>
                </a:lnTo>
                <a:lnTo>
                  <a:pt x="628650" y="857250"/>
                </a:lnTo>
                <a:lnTo>
                  <a:pt x="628650" y="847725"/>
                </a:lnTo>
                <a:lnTo>
                  <a:pt x="619125" y="847725"/>
                </a:lnTo>
                <a:lnTo>
                  <a:pt x="619125" y="838200"/>
                </a:lnTo>
                <a:lnTo>
                  <a:pt x="638175" y="838200"/>
                </a:lnTo>
                <a:close/>
                <a:moveTo>
                  <a:pt x="942975" y="828675"/>
                </a:moveTo>
                <a:lnTo>
                  <a:pt x="962025" y="828675"/>
                </a:lnTo>
                <a:lnTo>
                  <a:pt x="962025" y="838200"/>
                </a:lnTo>
                <a:lnTo>
                  <a:pt x="952500" y="838200"/>
                </a:lnTo>
                <a:lnTo>
                  <a:pt x="952500" y="885825"/>
                </a:lnTo>
                <a:lnTo>
                  <a:pt x="942975" y="885825"/>
                </a:lnTo>
                <a:close/>
                <a:moveTo>
                  <a:pt x="361950" y="838200"/>
                </a:moveTo>
                <a:lnTo>
                  <a:pt x="371475" y="838200"/>
                </a:lnTo>
                <a:lnTo>
                  <a:pt x="371475" y="847725"/>
                </a:lnTo>
                <a:lnTo>
                  <a:pt x="361950" y="847725"/>
                </a:lnTo>
                <a:close/>
                <a:moveTo>
                  <a:pt x="419100" y="838200"/>
                </a:moveTo>
                <a:lnTo>
                  <a:pt x="428625" y="838200"/>
                </a:lnTo>
                <a:lnTo>
                  <a:pt x="428625" y="847725"/>
                </a:lnTo>
                <a:lnTo>
                  <a:pt x="419100" y="847725"/>
                </a:lnTo>
                <a:close/>
                <a:moveTo>
                  <a:pt x="962025" y="838200"/>
                </a:moveTo>
                <a:lnTo>
                  <a:pt x="981075" y="838200"/>
                </a:lnTo>
                <a:lnTo>
                  <a:pt x="981075" y="847725"/>
                </a:lnTo>
                <a:lnTo>
                  <a:pt x="990600" y="847725"/>
                </a:lnTo>
                <a:lnTo>
                  <a:pt x="990600" y="857250"/>
                </a:lnTo>
                <a:lnTo>
                  <a:pt x="971550" y="857250"/>
                </a:lnTo>
                <a:lnTo>
                  <a:pt x="971550" y="847725"/>
                </a:lnTo>
                <a:lnTo>
                  <a:pt x="962025" y="847725"/>
                </a:lnTo>
                <a:close/>
                <a:moveTo>
                  <a:pt x="352425" y="847725"/>
                </a:moveTo>
                <a:lnTo>
                  <a:pt x="361950" y="847725"/>
                </a:lnTo>
                <a:lnTo>
                  <a:pt x="361950" y="857250"/>
                </a:lnTo>
                <a:lnTo>
                  <a:pt x="352425" y="857250"/>
                </a:lnTo>
                <a:close/>
                <a:moveTo>
                  <a:pt x="428625" y="847725"/>
                </a:moveTo>
                <a:lnTo>
                  <a:pt x="438150" y="847725"/>
                </a:lnTo>
                <a:lnTo>
                  <a:pt x="438150" y="857250"/>
                </a:lnTo>
                <a:lnTo>
                  <a:pt x="428625" y="857250"/>
                </a:lnTo>
                <a:close/>
                <a:moveTo>
                  <a:pt x="342900" y="857250"/>
                </a:moveTo>
                <a:lnTo>
                  <a:pt x="352425" y="857250"/>
                </a:lnTo>
                <a:lnTo>
                  <a:pt x="352425" y="866775"/>
                </a:lnTo>
                <a:lnTo>
                  <a:pt x="342900" y="866775"/>
                </a:lnTo>
                <a:close/>
                <a:moveTo>
                  <a:pt x="438150" y="857250"/>
                </a:moveTo>
                <a:lnTo>
                  <a:pt x="447675" y="857250"/>
                </a:lnTo>
                <a:lnTo>
                  <a:pt x="447675" y="866775"/>
                </a:lnTo>
                <a:lnTo>
                  <a:pt x="438150" y="866775"/>
                </a:lnTo>
                <a:close/>
                <a:moveTo>
                  <a:pt x="990600" y="857250"/>
                </a:moveTo>
                <a:lnTo>
                  <a:pt x="1000125" y="857250"/>
                </a:lnTo>
                <a:lnTo>
                  <a:pt x="1000125" y="866775"/>
                </a:lnTo>
                <a:lnTo>
                  <a:pt x="990600" y="866775"/>
                </a:lnTo>
                <a:close/>
                <a:moveTo>
                  <a:pt x="238125" y="866775"/>
                </a:moveTo>
                <a:lnTo>
                  <a:pt x="247650" y="866775"/>
                </a:lnTo>
                <a:lnTo>
                  <a:pt x="247650" y="876300"/>
                </a:lnTo>
                <a:lnTo>
                  <a:pt x="238125" y="876300"/>
                </a:lnTo>
                <a:close/>
                <a:moveTo>
                  <a:pt x="495300" y="866775"/>
                </a:moveTo>
                <a:lnTo>
                  <a:pt x="504825" y="866775"/>
                </a:lnTo>
                <a:lnTo>
                  <a:pt x="504825" y="876300"/>
                </a:lnTo>
                <a:lnTo>
                  <a:pt x="495300" y="876300"/>
                </a:lnTo>
                <a:close/>
                <a:moveTo>
                  <a:pt x="1000125" y="866775"/>
                </a:moveTo>
                <a:lnTo>
                  <a:pt x="1009650" y="866775"/>
                </a:lnTo>
                <a:lnTo>
                  <a:pt x="1009650" y="876300"/>
                </a:lnTo>
                <a:lnTo>
                  <a:pt x="1000125" y="876300"/>
                </a:lnTo>
                <a:close/>
                <a:moveTo>
                  <a:pt x="161925" y="876300"/>
                </a:moveTo>
                <a:lnTo>
                  <a:pt x="171450" y="876300"/>
                </a:lnTo>
                <a:lnTo>
                  <a:pt x="171450" y="885825"/>
                </a:lnTo>
                <a:lnTo>
                  <a:pt x="161925" y="885825"/>
                </a:lnTo>
                <a:close/>
                <a:moveTo>
                  <a:pt x="1009650" y="876300"/>
                </a:moveTo>
                <a:lnTo>
                  <a:pt x="1019175" y="876300"/>
                </a:lnTo>
                <a:lnTo>
                  <a:pt x="1019175" y="885825"/>
                </a:lnTo>
                <a:lnTo>
                  <a:pt x="1009650" y="885825"/>
                </a:lnTo>
                <a:close/>
                <a:moveTo>
                  <a:pt x="228600" y="885825"/>
                </a:moveTo>
                <a:lnTo>
                  <a:pt x="238125" y="885825"/>
                </a:lnTo>
                <a:lnTo>
                  <a:pt x="238125" y="895350"/>
                </a:lnTo>
                <a:lnTo>
                  <a:pt x="228600" y="895350"/>
                </a:lnTo>
                <a:close/>
                <a:moveTo>
                  <a:pt x="933450" y="885825"/>
                </a:moveTo>
                <a:lnTo>
                  <a:pt x="942975" y="885825"/>
                </a:lnTo>
                <a:lnTo>
                  <a:pt x="942975" y="895350"/>
                </a:lnTo>
                <a:lnTo>
                  <a:pt x="933450" y="895350"/>
                </a:lnTo>
                <a:close/>
                <a:moveTo>
                  <a:pt x="1019175" y="885825"/>
                </a:moveTo>
                <a:lnTo>
                  <a:pt x="1028700" y="885825"/>
                </a:lnTo>
                <a:lnTo>
                  <a:pt x="1028700" y="895350"/>
                </a:lnTo>
                <a:lnTo>
                  <a:pt x="1019175" y="895350"/>
                </a:lnTo>
                <a:close/>
                <a:moveTo>
                  <a:pt x="314325" y="895350"/>
                </a:moveTo>
                <a:lnTo>
                  <a:pt x="323850" y="895350"/>
                </a:lnTo>
                <a:lnTo>
                  <a:pt x="323850" y="904875"/>
                </a:lnTo>
                <a:lnTo>
                  <a:pt x="314325" y="904875"/>
                </a:lnTo>
                <a:close/>
                <a:moveTo>
                  <a:pt x="457200" y="895350"/>
                </a:moveTo>
                <a:lnTo>
                  <a:pt x="466725" y="895350"/>
                </a:lnTo>
                <a:lnTo>
                  <a:pt x="466725" y="904875"/>
                </a:lnTo>
                <a:lnTo>
                  <a:pt x="457200" y="904875"/>
                </a:lnTo>
                <a:close/>
                <a:moveTo>
                  <a:pt x="504825" y="895350"/>
                </a:moveTo>
                <a:lnTo>
                  <a:pt x="514350" y="895350"/>
                </a:lnTo>
                <a:lnTo>
                  <a:pt x="514350" y="904875"/>
                </a:lnTo>
                <a:lnTo>
                  <a:pt x="504825" y="904875"/>
                </a:lnTo>
                <a:close/>
                <a:moveTo>
                  <a:pt x="876300" y="895350"/>
                </a:moveTo>
                <a:lnTo>
                  <a:pt x="933450" y="895350"/>
                </a:lnTo>
                <a:lnTo>
                  <a:pt x="933450" y="904875"/>
                </a:lnTo>
                <a:lnTo>
                  <a:pt x="876300" y="904875"/>
                </a:lnTo>
                <a:close/>
                <a:moveTo>
                  <a:pt x="1028700" y="895350"/>
                </a:moveTo>
                <a:lnTo>
                  <a:pt x="1181100" y="895350"/>
                </a:lnTo>
                <a:lnTo>
                  <a:pt x="1181100" y="904875"/>
                </a:lnTo>
                <a:lnTo>
                  <a:pt x="1028700" y="904875"/>
                </a:lnTo>
                <a:close/>
                <a:moveTo>
                  <a:pt x="219075" y="904875"/>
                </a:moveTo>
                <a:lnTo>
                  <a:pt x="228600" y="904875"/>
                </a:lnTo>
                <a:lnTo>
                  <a:pt x="228600" y="914400"/>
                </a:lnTo>
                <a:lnTo>
                  <a:pt x="219075" y="914400"/>
                </a:lnTo>
                <a:close/>
                <a:moveTo>
                  <a:pt x="847725" y="904875"/>
                </a:moveTo>
                <a:lnTo>
                  <a:pt x="866775" y="904875"/>
                </a:lnTo>
                <a:lnTo>
                  <a:pt x="866775" y="914400"/>
                </a:lnTo>
                <a:lnTo>
                  <a:pt x="857250" y="914400"/>
                </a:lnTo>
                <a:lnTo>
                  <a:pt x="857250" y="923925"/>
                </a:lnTo>
                <a:lnTo>
                  <a:pt x="838200" y="923925"/>
                </a:lnTo>
                <a:lnTo>
                  <a:pt x="838200" y="933450"/>
                </a:lnTo>
                <a:lnTo>
                  <a:pt x="828675" y="933450"/>
                </a:lnTo>
                <a:lnTo>
                  <a:pt x="828675" y="942975"/>
                </a:lnTo>
                <a:lnTo>
                  <a:pt x="819150" y="942975"/>
                </a:lnTo>
                <a:lnTo>
                  <a:pt x="819150" y="923925"/>
                </a:lnTo>
                <a:lnTo>
                  <a:pt x="828675" y="923925"/>
                </a:lnTo>
                <a:lnTo>
                  <a:pt x="828675" y="914400"/>
                </a:lnTo>
                <a:lnTo>
                  <a:pt x="847725" y="914400"/>
                </a:lnTo>
                <a:close/>
                <a:moveTo>
                  <a:pt x="304800" y="914400"/>
                </a:moveTo>
                <a:lnTo>
                  <a:pt x="314325" y="914400"/>
                </a:lnTo>
                <a:lnTo>
                  <a:pt x="314325" y="923925"/>
                </a:lnTo>
                <a:lnTo>
                  <a:pt x="304800" y="923925"/>
                </a:lnTo>
                <a:close/>
                <a:moveTo>
                  <a:pt x="647700" y="914400"/>
                </a:moveTo>
                <a:lnTo>
                  <a:pt x="657225" y="914400"/>
                </a:lnTo>
                <a:lnTo>
                  <a:pt x="657225" y="923925"/>
                </a:lnTo>
                <a:lnTo>
                  <a:pt x="647700" y="923925"/>
                </a:lnTo>
                <a:close/>
                <a:moveTo>
                  <a:pt x="123825" y="923925"/>
                </a:moveTo>
                <a:lnTo>
                  <a:pt x="133350" y="923925"/>
                </a:lnTo>
                <a:lnTo>
                  <a:pt x="133350" y="933450"/>
                </a:lnTo>
                <a:lnTo>
                  <a:pt x="123825" y="933450"/>
                </a:lnTo>
                <a:close/>
                <a:moveTo>
                  <a:pt x="685800" y="923925"/>
                </a:moveTo>
                <a:lnTo>
                  <a:pt x="695325" y="923925"/>
                </a:lnTo>
                <a:lnTo>
                  <a:pt x="695325" y="942975"/>
                </a:lnTo>
                <a:lnTo>
                  <a:pt x="685800" y="942975"/>
                </a:lnTo>
                <a:close/>
                <a:moveTo>
                  <a:pt x="209550" y="933450"/>
                </a:moveTo>
                <a:lnTo>
                  <a:pt x="219075" y="933450"/>
                </a:lnTo>
                <a:lnTo>
                  <a:pt x="219075" y="942975"/>
                </a:lnTo>
                <a:lnTo>
                  <a:pt x="209550" y="942975"/>
                </a:lnTo>
                <a:close/>
                <a:moveTo>
                  <a:pt x="228600" y="933450"/>
                </a:moveTo>
                <a:lnTo>
                  <a:pt x="238125" y="933450"/>
                </a:lnTo>
                <a:lnTo>
                  <a:pt x="238125" y="942975"/>
                </a:lnTo>
                <a:lnTo>
                  <a:pt x="228600" y="942975"/>
                </a:lnTo>
                <a:close/>
                <a:moveTo>
                  <a:pt x="809625" y="942975"/>
                </a:moveTo>
                <a:lnTo>
                  <a:pt x="819150" y="942975"/>
                </a:lnTo>
                <a:lnTo>
                  <a:pt x="819150" y="952500"/>
                </a:lnTo>
                <a:lnTo>
                  <a:pt x="809625" y="952500"/>
                </a:lnTo>
                <a:close/>
                <a:moveTo>
                  <a:pt x="123825" y="952500"/>
                </a:moveTo>
                <a:lnTo>
                  <a:pt x="133350" y="952500"/>
                </a:lnTo>
                <a:lnTo>
                  <a:pt x="133350" y="962025"/>
                </a:lnTo>
                <a:lnTo>
                  <a:pt x="123825" y="962025"/>
                </a:lnTo>
                <a:close/>
                <a:moveTo>
                  <a:pt x="800100" y="962025"/>
                </a:moveTo>
                <a:lnTo>
                  <a:pt x="809625" y="962025"/>
                </a:lnTo>
                <a:lnTo>
                  <a:pt x="809625" y="1076325"/>
                </a:lnTo>
                <a:lnTo>
                  <a:pt x="819150" y="1076325"/>
                </a:lnTo>
                <a:lnTo>
                  <a:pt x="819150" y="1095375"/>
                </a:lnTo>
                <a:lnTo>
                  <a:pt x="809625" y="1095375"/>
                </a:lnTo>
                <a:lnTo>
                  <a:pt x="809625" y="1209675"/>
                </a:lnTo>
                <a:lnTo>
                  <a:pt x="800100" y="1209675"/>
                </a:lnTo>
                <a:close/>
                <a:moveTo>
                  <a:pt x="1057275" y="962025"/>
                </a:moveTo>
                <a:lnTo>
                  <a:pt x="1066800" y="962025"/>
                </a:lnTo>
                <a:lnTo>
                  <a:pt x="1066800" y="971550"/>
                </a:lnTo>
                <a:lnTo>
                  <a:pt x="1057275" y="971550"/>
                </a:lnTo>
                <a:close/>
                <a:moveTo>
                  <a:pt x="1066800" y="971550"/>
                </a:moveTo>
                <a:lnTo>
                  <a:pt x="1076325" y="971550"/>
                </a:lnTo>
                <a:lnTo>
                  <a:pt x="1076325" y="981075"/>
                </a:lnTo>
                <a:lnTo>
                  <a:pt x="1066800" y="981075"/>
                </a:lnTo>
                <a:close/>
                <a:moveTo>
                  <a:pt x="1076325" y="981075"/>
                </a:moveTo>
                <a:lnTo>
                  <a:pt x="1085850" y="981075"/>
                </a:lnTo>
                <a:lnTo>
                  <a:pt x="1085850" y="990600"/>
                </a:lnTo>
                <a:lnTo>
                  <a:pt x="1104900" y="990600"/>
                </a:lnTo>
                <a:lnTo>
                  <a:pt x="1104900" y="1000125"/>
                </a:lnTo>
                <a:lnTo>
                  <a:pt x="1095375" y="1000125"/>
                </a:lnTo>
                <a:lnTo>
                  <a:pt x="1095375" y="1028700"/>
                </a:lnTo>
                <a:lnTo>
                  <a:pt x="1085850" y="1028700"/>
                </a:lnTo>
                <a:lnTo>
                  <a:pt x="1085850" y="1019175"/>
                </a:lnTo>
                <a:lnTo>
                  <a:pt x="1076325" y="1019175"/>
                </a:lnTo>
                <a:lnTo>
                  <a:pt x="1076325" y="1009650"/>
                </a:lnTo>
                <a:lnTo>
                  <a:pt x="1066800" y="1009650"/>
                </a:lnTo>
                <a:lnTo>
                  <a:pt x="1066800" y="1000125"/>
                </a:lnTo>
                <a:lnTo>
                  <a:pt x="1076325" y="1000125"/>
                </a:lnTo>
                <a:close/>
                <a:moveTo>
                  <a:pt x="133350" y="990600"/>
                </a:moveTo>
                <a:lnTo>
                  <a:pt x="142875" y="990600"/>
                </a:lnTo>
                <a:lnTo>
                  <a:pt x="142875" y="1000125"/>
                </a:lnTo>
                <a:lnTo>
                  <a:pt x="133350" y="1000125"/>
                </a:lnTo>
                <a:close/>
                <a:moveTo>
                  <a:pt x="276225" y="990600"/>
                </a:moveTo>
                <a:lnTo>
                  <a:pt x="285750" y="990600"/>
                </a:lnTo>
                <a:lnTo>
                  <a:pt x="285750" y="1000125"/>
                </a:lnTo>
                <a:lnTo>
                  <a:pt x="276225" y="1000125"/>
                </a:lnTo>
                <a:close/>
                <a:moveTo>
                  <a:pt x="1028700" y="990600"/>
                </a:moveTo>
                <a:lnTo>
                  <a:pt x="1038225" y="990600"/>
                </a:lnTo>
                <a:lnTo>
                  <a:pt x="1038225" y="1000125"/>
                </a:lnTo>
                <a:lnTo>
                  <a:pt x="1028700" y="1000125"/>
                </a:lnTo>
                <a:close/>
                <a:moveTo>
                  <a:pt x="1143000" y="990600"/>
                </a:moveTo>
                <a:lnTo>
                  <a:pt x="1152525" y="990600"/>
                </a:lnTo>
                <a:lnTo>
                  <a:pt x="1152525" y="1000125"/>
                </a:lnTo>
                <a:lnTo>
                  <a:pt x="1143000" y="1000125"/>
                </a:lnTo>
                <a:close/>
                <a:moveTo>
                  <a:pt x="504825" y="1000125"/>
                </a:moveTo>
                <a:lnTo>
                  <a:pt x="514350" y="1000125"/>
                </a:lnTo>
                <a:lnTo>
                  <a:pt x="514350" y="1009650"/>
                </a:lnTo>
                <a:lnTo>
                  <a:pt x="504825" y="1009650"/>
                </a:lnTo>
                <a:close/>
                <a:moveTo>
                  <a:pt x="971550" y="1000125"/>
                </a:moveTo>
                <a:lnTo>
                  <a:pt x="981075" y="1000125"/>
                </a:lnTo>
                <a:lnTo>
                  <a:pt x="981075" y="1038225"/>
                </a:lnTo>
                <a:lnTo>
                  <a:pt x="971550" y="1038225"/>
                </a:lnTo>
                <a:close/>
                <a:moveTo>
                  <a:pt x="1019175" y="1000125"/>
                </a:moveTo>
                <a:lnTo>
                  <a:pt x="1028700" y="1000125"/>
                </a:lnTo>
                <a:lnTo>
                  <a:pt x="1028700" y="1009650"/>
                </a:lnTo>
                <a:lnTo>
                  <a:pt x="1019175" y="1009650"/>
                </a:lnTo>
                <a:close/>
                <a:moveTo>
                  <a:pt x="1152525" y="1000125"/>
                </a:moveTo>
                <a:lnTo>
                  <a:pt x="1181100" y="1000125"/>
                </a:lnTo>
                <a:lnTo>
                  <a:pt x="1181100" y="1028700"/>
                </a:lnTo>
                <a:lnTo>
                  <a:pt x="1171575" y="1028700"/>
                </a:lnTo>
                <a:lnTo>
                  <a:pt x="1171575" y="1038225"/>
                </a:lnTo>
                <a:lnTo>
                  <a:pt x="1152525" y="1038225"/>
                </a:lnTo>
                <a:close/>
                <a:moveTo>
                  <a:pt x="180975" y="1019175"/>
                </a:moveTo>
                <a:lnTo>
                  <a:pt x="190500" y="1019175"/>
                </a:lnTo>
                <a:lnTo>
                  <a:pt x="190500" y="1028700"/>
                </a:lnTo>
                <a:lnTo>
                  <a:pt x="180975" y="1028700"/>
                </a:lnTo>
                <a:close/>
                <a:moveTo>
                  <a:pt x="200025" y="1019175"/>
                </a:moveTo>
                <a:lnTo>
                  <a:pt x="209550" y="1019175"/>
                </a:lnTo>
                <a:lnTo>
                  <a:pt x="209550" y="1028700"/>
                </a:lnTo>
                <a:lnTo>
                  <a:pt x="200025" y="1028700"/>
                </a:lnTo>
                <a:close/>
                <a:moveTo>
                  <a:pt x="457200" y="1019175"/>
                </a:moveTo>
                <a:lnTo>
                  <a:pt x="466725" y="1019175"/>
                </a:lnTo>
                <a:lnTo>
                  <a:pt x="466725" y="1028700"/>
                </a:lnTo>
                <a:lnTo>
                  <a:pt x="457200" y="1028700"/>
                </a:lnTo>
                <a:close/>
                <a:moveTo>
                  <a:pt x="647700" y="1019175"/>
                </a:moveTo>
                <a:lnTo>
                  <a:pt x="657225" y="1019175"/>
                </a:lnTo>
                <a:lnTo>
                  <a:pt x="657225" y="1038225"/>
                </a:lnTo>
                <a:lnTo>
                  <a:pt x="647700" y="1038225"/>
                </a:lnTo>
                <a:close/>
                <a:moveTo>
                  <a:pt x="676275" y="1019175"/>
                </a:moveTo>
                <a:lnTo>
                  <a:pt x="685800" y="1019175"/>
                </a:lnTo>
                <a:lnTo>
                  <a:pt x="685800" y="1038225"/>
                </a:lnTo>
                <a:lnTo>
                  <a:pt x="676275" y="1038225"/>
                </a:lnTo>
                <a:close/>
                <a:moveTo>
                  <a:pt x="266700" y="1028700"/>
                </a:moveTo>
                <a:lnTo>
                  <a:pt x="276225" y="1028700"/>
                </a:lnTo>
                <a:lnTo>
                  <a:pt x="276225" y="1038225"/>
                </a:lnTo>
                <a:lnTo>
                  <a:pt x="266700" y="1038225"/>
                </a:lnTo>
                <a:close/>
                <a:moveTo>
                  <a:pt x="495300" y="1028700"/>
                </a:moveTo>
                <a:lnTo>
                  <a:pt x="504825" y="1028700"/>
                </a:lnTo>
                <a:lnTo>
                  <a:pt x="504825" y="1047750"/>
                </a:lnTo>
                <a:lnTo>
                  <a:pt x="495300" y="1047750"/>
                </a:lnTo>
                <a:close/>
                <a:moveTo>
                  <a:pt x="1019175" y="1028700"/>
                </a:moveTo>
                <a:lnTo>
                  <a:pt x="1028700" y="1028700"/>
                </a:lnTo>
                <a:lnTo>
                  <a:pt x="1028700" y="1038225"/>
                </a:lnTo>
                <a:lnTo>
                  <a:pt x="1019175" y="1038225"/>
                </a:lnTo>
                <a:close/>
                <a:moveTo>
                  <a:pt x="1076325" y="1028700"/>
                </a:moveTo>
                <a:lnTo>
                  <a:pt x="1085850" y="1028700"/>
                </a:lnTo>
                <a:lnTo>
                  <a:pt x="1085850" y="1038225"/>
                </a:lnTo>
                <a:lnTo>
                  <a:pt x="1076325" y="1038225"/>
                </a:lnTo>
                <a:close/>
                <a:moveTo>
                  <a:pt x="85725" y="1038225"/>
                </a:moveTo>
                <a:lnTo>
                  <a:pt x="95250" y="1038225"/>
                </a:lnTo>
                <a:lnTo>
                  <a:pt x="95250" y="1047750"/>
                </a:lnTo>
                <a:lnTo>
                  <a:pt x="85725" y="1047750"/>
                </a:lnTo>
                <a:close/>
                <a:moveTo>
                  <a:pt x="1000125" y="1038225"/>
                </a:moveTo>
                <a:lnTo>
                  <a:pt x="1009650" y="1038225"/>
                </a:lnTo>
                <a:lnTo>
                  <a:pt x="1009650" y="1047750"/>
                </a:lnTo>
                <a:lnTo>
                  <a:pt x="1000125" y="1047750"/>
                </a:lnTo>
                <a:close/>
                <a:moveTo>
                  <a:pt x="1028700" y="1038225"/>
                </a:moveTo>
                <a:lnTo>
                  <a:pt x="1038225" y="1038225"/>
                </a:lnTo>
                <a:lnTo>
                  <a:pt x="1038225" y="1047750"/>
                </a:lnTo>
                <a:lnTo>
                  <a:pt x="1028700" y="1047750"/>
                </a:lnTo>
                <a:close/>
                <a:moveTo>
                  <a:pt x="76200" y="1047750"/>
                </a:moveTo>
                <a:lnTo>
                  <a:pt x="85725" y="1047750"/>
                </a:lnTo>
                <a:lnTo>
                  <a:pt x="85725" y="1057275"/>
                </a:lnTo>
                <a:lnTo>
                  <a:pt x="76200" y="1057275"/>
                </a:lnTo>
                <a:close/>
                <a:moveTo>
                  <a:pt x="171450" y="1047750"/>
                </a:moveTo>
                <a:lnTo>
                  <a:pt x="180975" y="1047750"/>
                </a:lnTo>
                <a:lnTo>
                  <a:pt x="180975" y="1057275"/>
                </a:lnTo>
                <a:lnTo>
                  <a:pt x="171450" y="1057275"/>
                </a:lnTo>
                <a:close/>
                <a:moveTo>
                  <a:pt x="190500" y="1047750"/>
                </a:moveTo>
                <a:lnTo>
                  <a:pt x="200025" y="1047750"/>
                </a:lnTo>
                <a:lnTo>
                  <a:pt x="200025" y="1057275"/>
                </a:lnTo>
                <a:lnTo>
                  <a:pt x="190500" y="1057275"/>
                </a:lnTo>
                <a:close/>
                <a:moveTo>
                  <a:pt x="438150" y="1047750"/>
                </a:moveTo>
                <a:lnTo>
                  <a:pt x="457200" y="1047750"/>
                </a:lnTo>
                <a:lnTo>
                  <a:pt x="457200" y="1057275"/>
                </a:lnTo>
                <a:lnTo>
                  <a:pt x="447675" y="1057275"/>
                </a:lnTo>
                <a:lnTo>
                  <a:pt x="447675" y="1076325"/>
                </a:lnTo>
                <a:lnTo>
                  <a:pt x="438150" y="1076325"/>
                </a:lnTo>
                <a:close/>
                <a:moveTo>
                  <a:pt x="485775" y="1047750"/>
                </a:moveTo>
                <a:lnTo>
                  <a:pt x="495300" y="1047750"/>
                </a:lnTo>
                <a:lnTo>
                  <a:pt x="495300" y="1076325"/>
                </a:lnTo>
                <a:lnTo>
                  <a:pt x="485775" y="1076325"/>
                </a:lnTo>
                <a:close/>
                <a:moveTo>
                  <a:pt x="66675" y="1057275"/>
                </a:moveTo>
                <a:lnTo>
                  <a:pt x="76200" y="1057275"/>
                </a:lnTo>
                <a:lnTo>
                  <a:pt x="76200" y="1066800"/>
                </a:lnTo>
                <a:lnTo>
                  <a:pt x="66675" y="1066800"/>
                </a:lnTo>
                <a:close/>
                <a:moveTo>
                  <a:pt x="952500" y="1057275"/>
                </a:moveTo>
                <a:lnTo>
                  <a:pt x="981075" y="1057275"/>
                </a:lnTo>
                <a:lnTo>
                  <a:pt x="981075" y="1066800"/>
                </a:lnTo>
                <a:lnTo>
                  <a:pt x="952500" y="1066800"/>
                </a:lnTo>
                <a:close/>
                <a:moveTo>
                  <a:pt x="1143000" y="1057275"/>
                </a:moveTo>
                <a:lnTo>
                  <a:pt x="1171575" y="1057275"/>
                </a:lnTo>
                <a:lnTo>
                  <a:pt x="1171575" y="1066800"/>
                </a:lnTo>
                <a:lnTo>
                  <a:pt x="1143000" y="1066800"/>
                </a:lnTo>
                <a:close/>
                <a:moveTo>
                  <a:pt x="257175" y="1066800"/>
                </a:moveTo>
                <a:lnTo>
                  <a:pt x="266700" y="1066800"/>
                </a:lnTo>
                <a:lnTo>
                  <a:pt x="266700" y="1076325"/>
                </a:lnTo>
                <a:lnTo>
                  <a:pt x="257175" y="1076325"/>
                </a:lnTo>
                <a:close/>
                <a:moveTo>
                  <a:pt x="666750" y="1066800"/>
                </a:moveTo>
                <a:lnTo>
                  <a:pt x="676275" y="1066800"/>
                </a:lnTo>
                <a:lnTo>
                  <a:pt x="676275" y="1076325"/>
                </a:lnTo>
                <a:lnTo>
                  <a:pt x="666750" y="1076325"/>
                </a:lnTo>
                <a:close/>
                <a:moveTo>
                  <a:pt x="171450" y="1076325"/>
                </a:moveTo>
                <a:lnTo>
                  <a:pt x="190500" y="1076325"/>
                </a:lnTo>
                <a:lnTo>
                  <a:pt x="190500" y="1085850"/>
                </a:lnTo>
                <a:lnTo>
                  <a:pt x="171450" y="1085850"/>
                </a:lnTo>
                <a:close/>
                <a:moveTo>
                  <a:pt x="428625" y="1076325"/>
                </a:moveTo>
                <a:lnTo>
                  <a:pt x="438150" y="1076325"/>
                </a:lnTo>
                <a:lnTo>
                  <a:pt x="438150" y="1085850"/>
                </a:lnTo>
                <a:lnTo>
                  <a:pt x="428625" y="1085850"/>
                </a:lnTo>
                <a:close/>
                <a:moveTo>
                  <a:pt x="57150" y="1085850"/>
                </a:moveTo>
                <a:lnTo>
                  <a:pt x="66675" y="1085850"/>
                </a:lnTo>
                <a:lnTo>
                  <a:pt x="66675" y="1095375"/>
                </a:lnTo>
                <a:lnTo>
                  <a:pt x="57150" y="1095375"/>
                </a:lnTo>
                <a:close/>
                <a:moveTo>
                  <a:pt x="419100" y="1085850"/>
                </a:moveTo>
                <a:lnTo>
                  <a:pt x="428625" y="1085850"/>
                </a:lnTo>
                <a:lnTo>
                  <a:pt x="428625" y="1095375"/>
                </a:lnTo>
                <a:lnTo>
                  <a:pt x="419100" y="1095375"/>
                </a:lnTo>
                <a:close/>
                <a:moveTo>
                  <a:pt x="114300" y="1095375"/>
                </a:moveTo>
                <a:lnTo>
                  <a:pt x="133350" y="1095375"/>
                </a:lnTo>
                <a:lnTo>
                  <a:pt x="133350" y="1104900"/>
                </a:lnTo>
                <a:lnTo>
                  <a:pt x="114300" y="1104900"/>
                </a:lnTo>
                <a:close/>
                <a:moveTo>
                  <a:pt x="152400" y="1104900"/>
                </a:moveTo>
                <a:lnTo>
                  <a:pt x="161925" y="1104900"/>
                </a:lnTo>
                <a:lnTo>
                  <a:pt x="161925" y="1114425"/>
                </a:lnTo>
                <a:lnTo>
                  <a:pt x="152400" y="1114425"/>
                </a:lnTo>
                <a:close/>
                <a:moveTo>
                  <a:pt x="247650" y="1104900"/>
                </a:moveTo>
                <a:lnTo>
                  <a:pt x="257175" y="1104900"/>
                </a:lnTo>
                <a:lnTo>
                  <a:pt x="257175" y="1123950"/>
                </a:lnTo>
                <a:lnTo>
                  <a:pt x="247650" y="1123950"/>
                </a:lnTo>
                <a:close/>
                <a:moveTo>
                  <a:pt x="638175" y="1104900"/>
                </a:moveTo>
                <a:lnTo>
                  <a:pt x="657225" y="1104900"/>
                </a:lnTo>
                <a:lnTo>
                  <a:pt x="657225" y="1133475"/>
                </a:lnTo>
                <a:lnTo>
                  <a:pt x="638175" y="1133475"/>
                </a:lnTo>
                <a:close/>
                <a:moveTo>
                  <a:pt x="95250" y="1123950"/>
                </a:moveTo>
                <a:lnTo>
                  <a:pt x="104775" y="1123950"/>
                </a:lnTo>
                <a:lnTo>
                  <a:pt x="104775" y="1133475"/>
                </a:lnTo>
                <a:lnTo>
                  <a:pt x="95250" y="1133475"/>
                </a:lnTo>
                <a:close/>
                <a:moveTo>
                  <a:pt x="114300" y="1123950"/>
                </a:moveTo>
                <a:lnTo>
                  <a:pt x="123825" y="1123950"/>
                </a:lnTo>
                <a:lnTo>
                  <a:pt x="123825" y="1133475"/>
                </a:lnTo>
                <a:lnTo>
                  <a:pt x="114300" y="1133475"/>
                </a:lnTo>
                <a:close/>
                <a:moveTo>
                  <a:pt x="152400" y="1123950"/>
                </a:moveTo>
                <a:lnTo>
                  <a:pt x="161925" y="1123950"/>
                </a:lnTo>
                <a:lnTo>
                  <a:pt x="161925" y="1133475"/>
                </a:lnTo>
                <a:lnTo>
                  <a:pt x="152400" y="1133475"/>
                </a:lnTo>
                <a:close/>
                <a:moveTo>
                  <a:pt x="457200" y="1123950"/>
                </a:moveTo>
                <a:lnTo>
                  <a:pt x="466725" y="1123950"/>
                </a:lnTo>
                <a:lnTo>
                  <a:pt x="466725" y="1133475"/>
                </a:lnTo>
                <a:lnTo>
                  <a:pt x="457200" y="1133475"/>
                </a:lnTo>
                <a:close/>
                <a:moveTo>
                  <a:pt x="981075" y="1123950"/>
                </a:moveTo>
                <a:lnTo>
                  <a:pt x="1019175" y="1123950"/>
                </a:lnTo>
                <a:lnTo>
                  <a:pt x="1019175" y="1133475"/>
                </a:lnTo>
                <a:lnTo>
                  <a:pt x="981075" y="1133475"/>
                </a:lnTo>
                <a:close/>
                <a:moveTo>
                  <a:pt x="1133475" y="1123950"/>
                </a:moveTo>
                <a:lnTo>
                  <a:pt x="1162050" y="1123950"/>
                </a:lnTo>
                <a:lnTo>
                  <a:pt x="1162050" y="1133475"/>
                </a:lnTo>
                <a:lnTo>
                  <a:pt x="1133475" y="1133475"/>
                </a:lnTo>
                <a:close/>
                <a:moveTo>
                  <a:pt x="180975" y="1133475"/>
                </a:moveTo>
                <a:lnTo>
                  <a:pt x="190500" y="1133475"/>
                </a:lnTo>
                <a:lnTo>
                  <a:pt x="190500" y="1143000"/>
                </a:lnTo>
                <a:lnTo>
                  <a:pt x="180975" y="1143000"/>
                </a:lnTo>
                <a:close/>
                <a:moveTo>
                  <a:pt x="409575" y="1133475"/>
                </a:moveTo>
                <a:lnTo>
                  <a:pt x="419100" y="1133475"/>
                </a:lnTo>
                <a:lnTo>
                  <a:pt x="419100" y="1152525"/>
                </a:lnTo>
                <a:lnTo>
                  <a:pt x="409575" y="1152525"/>
                </a:lnTo>
                <a:close/>
                <a:moveTo>
                  <a:pt x="1019175" y="1133475"/>
                </a:moveTo>
                <a:lnTo>
                  <a:pt x="1047750" y="1133475"/>
                </a:lnTo>
                <a:lnTo>
                  <a:pt x="1047750" y="1143000"/>
                </a:lnTo>
                <a:lnTo>
                  <a:pt x="1019175" y="1143000"/>
                </a:lnTo>
                <a:close/>
                <a:moveTo>
                  <a:pt x="1057275" y="1133475"/>
                </a:moveTo>
                <a:lnTo>
                  <a:pt x="1066800" y="1133475"/>
                </a:lnTo>
                <a:lnTo>
                  <a:pt x="1066800" y="1143000"/>
                </a:lnTo>
                <a:lnTo>
                  <a:pt x="1057275" y="1143000"/>
                </a:lnTo>
                <a:close/>
                <a:moveTo>
                  <a:pt x="1085850" y="1133475"/>
                </a:moveTo>
                <a:lnTo>
                  <a:pt x="1104900" y="1133475"/>
                </a:lnTo>
                <a:lnTo>
                  <a:pt x="1104900" y="1143000"/>
                </a:lnTo>
                <a:lnTo>
                  <a:pt x="1085850" y="1143000"/>
                </a:lnTo>
                <a:close/>
                <a:moveTo>
                  <a:pt x="38100" y="1152525"/>
                </a:moveTo>
                <a:lnTo>
                  <a:pt x="47625" y="1152525"/>
                </a:lnTo>
                <a:lnTo>
                  <a:pt x="47625" y="1162050"/>
                </a:lnTo>
                <a:lnTo>
                  <a:pt x="38100" y="1162050"/>
                </a:lnTo>
                <a:close/>
                <a:moveTo>
                  <a:pt x="104775" y="1152525"/>
                </a:moveTo>
                <a:lnTo>
                  <a:pt x="114300" y="1152525"/>
                </a:lnTo>
                <a:lnTo>
                  <a:pt x="114300" y="1162050"/>
                </a:lnTo>
                <a:lnTo>
                  <a:pt x="104775" y="1162050"/>
                </a:lnTo>
                <a:close/>
                <a:moveTo>
                  <a:pt x="209550" y="1152525"/>
                </a:moveTo>
                <a:lnTo>
                  <a:pt x="228600" y="1152525"/>
                </a:lnTo>
                <a:lnTo>
                  <a:pt x="228600" y="1162050"/>
                </a:lnTo>
                <a:lnTo>
                  <a:pt x="219075" y="1162050"/>
                </a:lnTo>
                <a:lnTo>
                  <a:pt x="219075" y="1171575"/>
                </a:lnTo>
                <a:lnTo>
                  <a:pt x="200025" y="1171575"/>
                </a:lnTo>
                <a:lnTo>
                  <a:pt x="200025" y="1162050"/>
                </a:lnTo>
                <a:lnTo>
                  <a:pt x="209550" y="1162050"/>
                </a:lnTo>
                <a:close/>
                <a:moveTo>
                  <a:pt x="981075" y="1152525"/>
                </a:moveTo>
                <a:lnTo>
                  <a:pt x="1009650" y="1152525"/>
                </a:lnTo>
                <a:lnTo>
                  <a:pt x="1009650" y="1162050"/>
                </a:lnTo>
                <a:lnTo>
                  <a:pt x="990600" y="1162050"/>
                </a:lnTo>
                <a:lnTo>
                  <a:pt x="990600" y="1181100"/>
                </a:lnTo>
                <a:lnTo>
                  <a:pt x="981075" y="1181100"/>
                </a:lnTo>
                <a:close/>
                <a:moveTo>
                  <a:pt x="1000125" y="1171575"/>
                </a:moveTo>
                <a:lnTo>
                  <a:pt x="1009650" y="1171575"/>
                </a:lnTo>
                <a:lnTo>
                  <a:pt x="1009650" y="1181100"/>
                </a:lnTo>
                <a:lnTo>
                  <a:pt x="1000125" y="1181100"/>
                </a:lnTo>
                <a:close/>
                <a:moveTo>
                  <a:pt x="1066800" y="1171575"/>
                </a:moveTo>
                <a:lnTo>
                  <a:pt x="1085850" y="1171575"/>
                </a:lnTo>
                <a:lnTo>
                  <a:pt x="1085850" y="1181100"/>
                </a:lnTo>
                <a:lnTo>
                  <a:pt x="1066800" y="1181100"/>
                </a:lnTo>
                <a:close/>
                <a:moveTo>
                  <a:pt x="1143000" y="1171575"/>
                </a:moveTo>
                <a:lnTo>
                  <a:pt x="1162050" y="1171575"/>
                </a:lnTo>
                <a:lnTo>
                  <a:pt x="1162050" y="1181100"/>
                </a:lnTo>
                <a:lnTo>
                  <a:pt x="1181100" y="1181100"/>
                </a:lnTo>
                <a:lnTo>
                  <a:pt x="1181100" y="1200150"/>
                </a:lnTo>
                <a:lnTo>
                  <a:pt x="1171575" y="1200150"/>
                </a:lnTo>
                <a:lnTo>
                  <a:pt x="1171575" y="1190625"/>
                </a:lnTo>
                <a:lnTo>
                  <a:pt x="1143000" y="1190625"/>
                </a:lnTo>
                <a:close/>
                <a:moveTo>
                  <a:pt x="238125" y="1181100"/>
                </a:moveTo>
                <a:lnTo>
                  <a:pt x="247650" y="1181100"/>
                </a:lnTo>
                <a:lnTo>
                  <a:pt x="247650" y="1200150"/>
                </a:lnTo>
                <a:lnTo>
                  <a:pt x="238125" y="1200150"/>
                </a:lnTo>
                <a:close/>
                <a:moveTo>
                  <a:pt x="1028700" y="1190625"/>
                </a:moveTo>
                <a:lnTo>
                  <a:pt x="1038225" y="1190625"/>
                </a:lnTo>
                <a:lnTo>
                  <a:pt x="1038225" y="1219200"/>
                </a:lnTo>
                <a:lnTo>
                  <a:pt x="1028700" y="1219200"/>
                </a:lnTo>
                <a:close/>
                <a:moveTo>
                  <a:pt x="1095375" y="1190625"/>
                </a:moveTo>
                <a:lnTo>
                  <a:pt x="1104900" y="1190625"/>
                </a:lnTo>
                <a:lnTo>
                  <a:pt x="1104900" y="1200150"/>
                </a:lnTo>
                <a:lnTo>
                  <a:pt x="1095375" y="1200150"/>
                </a:lnTo>
                <a:close/>
                <a:moveTo>
                  <a:pt x="85725" y="1200150"/>
                </a:moveTo>
                <a:lnTo>
                  <a:pt x="104775" y="1200150"/>
                </a:lnTo>
                <a:lnTo>
                  <a:pt x="104775" y="1219200"/>
                </a:lnTo>
                <a:lnTo>
                  <a:pt x="76200" y="1219200"/>
                </a:lnTo>
                <a:lnTo>
                  <a:pt x="76200" y="1209675"/>
                </a:lnTo>
                <a:lnTo>
                  <a:pt x="85725" y="1209675"/>
                </a:lnTo>
                <a:close/>
                <a:moveTo>
                  <a:pt x="190500" y="1200150"/>
                </a:moveTo>
                <a:lnTo>
                  <a:pt x="200025" y="1200150"/>
                </a:lnTo>
                <a:lnTo>
                  <a:pt x="200025" y="1209675"/>
                </a:lnTo>
                <a:lnTo>
                  <a:pt x="190500" y="1209675"/>
                </a:lnTo>
                <a:close/>
                <a:moveTo>
                  <a:pt x="981075" y="1200150"/>
                </a:moveTo>
                <a:lnTo>
                  <a:pt x="1000125" y="1200150"/>
                </a:lnTo>
                <a:lnTo>
                  <a:pt x="1000125" y="1209675"/>
                </a:lnTo>
                <a:lnTo>
                  <a:pt x="981075" y="1209675"/>
                </a:lnTo>
                <a:close/>
                <a:moveTo>
                  <a:pt x="1047750" y="1200150"/>
                </a:moveTo>
                <a:lnTo>
                  <a:pt x="1095375" y="1200150"/>
                </a:lnTo>
                <a:lnTo>
                  <a:pt x="1095375" y="1209675"/>
                </a:lnTo>
                <a:lnTo>
                  <a:pt x="1047750" y="1209675"/>
                </a:lnTo>
                <a:close/>
                <a:moveTo>
                  <a:pt x="1133475" y="1200150"/>
                </a:moveTo>
                <a:lnTo>
                  <a:pt x="1143000" y="1200150"/>
                </a:lnTo>
                <a:lnTo>
                  <a:pt x="1143000" y="1209675"/>
                </a:lnTo>
                <a:lnTo>
                  <a:pt x="1133475" y="1209675"/>
                </a:lnTo>
                <a:close/>
                <a:moveTo>
                  <a:pt x="209550" y="1209675"/>
                </a:moveTo>
                <a:lnTo>
                  <a:pt x="219075" y="1209675"/>
                </a:lnTo>
                <a:lnTo>
                  <a:pt x="219075" y="1219200"/>
                </a:lnTo>
                <a:lnTo>
                  <a:pt x="209550" y="1219200"/>
                </a:lnTo>
                <a:close/>
                <a:moveTo>
                  <a:pt x="1000125" y="1209675"/>
                </a:moveTo>
                <a:lnTo>
                  <a:pt x="1009650" y="1209675"/>
                </a:lnTo>
                <a:lnTo>
                  <a:pt x="1009650" y="1219200"/>
                </a:lnTo>
                <a:lnTo>
                  <a:pt x="1000125" y="1219200"/>
                </a:lnTo>
                <a:close/>
                <a:moveTo>
                  <a:pt x="238125" y="1219200"/>
                </a:moveTo>
                <a:lnTo>
                  <a:pt x="247650" y="1219200"/>
                </a:lnTo>
                <a:lnTo>
                  <a:pt x="247650" y="1228725"/>
                </a:lnTo>
                <a:lnTo>
                  <a:pt x="238125" y="1228725"/>
                </a:lnTo>
                <a:close/>
                <a:moveTo>
                  <a:pt x="257175" y="1219200"/>
                </a:moveTo>
                <a:lnTo>
                  <a:pt x="266700" y="1219200"/>
                </a:lnTo>
                <a:lnTo>
                  <a:pt x="266700" y="1228725"/>
                </a:lnTo>
                <a:lnTo>
                  <a:pt x="257175" y="1228725"/>
                </a:lnTo>
                <a:close/>
                <a:moveTo>
                  <a:pt x="809625" y="1219200"/>
                </a:moveTo>
                <a:lnTo>
                  <a:pt x="819150" y="1219200"/>
                </a:lnTo>
                <a:lnTo>
                  <a:pt x="819150" y="1228725"/>
                </a:lnTo>
                <a:lnTo>
                  <a:pt x="809625" y="1228725"/>
                </a:lnTo>
                <a:close/>
                <a:moveTo>
                  <a:pt x="247650" y="1228725"/>
                </a:moveTo>
                <a:lnTo>
                  <a:pt x="257175" y="1228725"/>
                </a:lnTo>
                <a:lnTo>
                  <a:pt x="257175" y="1238250"/>
                </a:lnTo>
                <a:lnTo>
                  <a:pt x="247650" y="1238250"/>
                </a:lnTo>
                <a:close/>
                <a:moveTo>
                  <a:pt x="819150" y="1228725"/>
                </a:moveTo>
                <a:lnTo>
                  <a:pt x="828675" y="1228725"/>
                </a:lnTo>
                <a:lnTo>
                  <a:pt x="828675" y="1238250"/>
                </a:lnTo>
                <a:lnTo>
                  <a:pt x="838200" y="1238250"/>
                </a:lnTo>
                <a:lnTo>
                  <a:pt x="838200" y="1247775"/>
                </a:lnTo>
                <a:lnTo>
                  <a:pt x="857250" y="1247775"/>
                </a:lnTo>
                <a:lnTo>
                  <a:pt x="857250" y="1257300"/>
                </a:lnTo>
                <a:lnTo>
                  <a:pt x="923925" y="1257300"/>
                </a:lnTo>
                <a:lnTo>
                  <a:pt x="923925" y="1266825"/>
                </a:lnTo>
                <a:lnTo>
                  <a:pt x="1095375" y="1266825"/>
                </a:lnTo>
                <a:lnTo>
                  <a:pt x="1095375" y="1257300"/>
                </a:lnTo>
                <a:lnTo>
                  <a:pt x="1181100" y="1257300"/>
                </a:lnTo>
                <a:lnTo>
                  <a:pt x="1181100" y="1276350"/>
                </a:lnTo>
                <a:lnTo>
                  <a:pt x="866775" y="1276350"/>
                </a:lnTo>
                <a:lnTo>
                  <a:pt x="866775" y="1266825"/>
                </a:lnTo>
                <a:lnTo>
                  <a:pt x="847725" y="1266825"/>
                </a:lnTo>
                <a:lnTo>
                  <a:pt x="847725" y="1257300"/>
                </a:lnTo>
                <a:lnTo>
                  <a:pt x="828675" y="1257300"/>
                </a:lnTo>
                <a:lnTo>
                  <a:pt x="828675" y="1247775"/>
                </a:lnTo>
                <a:lnTo>
                  <a:pt x="819150" y="1247775"/>
                </a:lnTo>
                <a:close/>
                <a:moveTo>
                  <a:pt x="66675" y="1238250"/>
                </a:moveTo>
                <a:lnTo>
                  <a:pt x="76200" y="1238250"/>
                </a:lnTo>
                <a:lnTo>
                  <a:pt x="76200" y="1247775"/>
                </a:lnTo>
                <a:lnTo>
                  <a:pt x="85725" y="1247775"/>
                </a:lnTo>
                <a:lnTo>
                  <a:pt x="85725" y="1257300"/>
                </a:lnTo>
                <a:lnTo>
                  <a:pt x="76200" y="1257300"/>
                </a:lnTo>
                <a:lnTo>
                  <a:pt x="76200" y="1285875"/>
                </a:lnTo>
                <a:lnTo>
                  <a:pt x="66675" y="1285875"/>
                </a:lnTo>
                <a:close/>
                <a:moveTo>
                  <a:pt x="85725" y="1257300"/>
                </a:moveTo>
                <a:lnTo>
                  <a:pt x="95250" y="1257300"/>
                </a:lnTo>
                <a:lnTo>
                  <a:pt x="95250" y="1266825"/>
                </a:lnTo>
                <a:lnTo>
                  <a:pt x="85725" y="1266825"/>
                </a:lnTo>
                <a:close/>
                <a:moveTo>
                  <a:pt x="114300" y="1257300"/>
                </a:moveTo>
                <a:lnTo>
                  <a:pt x="123825" y="1257300"/>
                </a:lnTo>
                <a:lnTo>
                  <a:pt x="123825" y="1266825"/>
                </a:lnTo>
                <a:lnTo>
                  <a:pt x="114300" y="1266825"/>
                </a:lnTo>
                <a:close/>
                <a:moveTo>
                  <a:pt x="200025" y="1257300"/>
                </a:moveTo>
                <a:lnTo>
                  <a:pt x="209550" y="1257300"/>
                </a:lnTo>
                <a:lnTo>
                  <a:pt x="209550" y="1266825"/>
                </a:lnTo>
                <a:lnTo>
                  <a:pt x="200025" y="1266825"/>
                </a:lnTo>
                <a:close/>
                <a:moveTo>
                  <a:pt x="95250" y="1266825"/>
                </a:moveTo>
                <a:lnTo>
                  <a:pt x="104775" y="1266825"/>
                </a:lnTo>
                <a:lnTo>
                  <a:pt x="104775" y="1276350"/>
                </a:lnTo>
                <a:lnTo>
                  <a:pt x="95250" y="1276350"/>
                </a:lnTo>
                <a:close/>
                <a:moveTo>
                  <a:pt x="142875" y="1266825"/>
                </a:moveTo>
                <a:lnTo>
                  <a:pt x="152400" y="1266825"/>
                </a:lnTo>
                <a:lnTo>
                  <a:pt x="152400" y="1276350"/>
                </a:lnTo>
                <a:lnTo>
                  <a:pt x="142875" y="1276350"/>
                </a:lnTo>
                <a:close/>
                <a:moveTo>
                  <a:pt x="266700" y="1266825"/>
                </a:moveTo>
                <a:lnTo>
                  <a:pt x="276225" y="1266825"/>
                </a:lnTo>
                <a:lnTo>
                  <a:pt x="276225" y="1276350"/>
                </a:lnTo>
                <a:lnTo>
                  <a:pt x="266700" y="1276350"/>
                </a:lnTo>
                <a:close/>
                <a:moveTo>
                  <a:pt x="190500" y="1276350"/>
                </a:moveTo>
                <a:lnTo>
                  <a:pt x="200025" y="1276350"/>
                </a:lnTo>
                <a:lnTo>
                  <a:pt x="200025" y="1285875"/>
                </a:lnTo>
                <a:lnTo>
                  <a:pt x="190500" y="1285875"/>
                </a:lnTo>
                <a:close/>
                <a:moveTo>
                  <a:pt x="257175" y="1276350"/>
                </a:moveTo>
                <a:lnTo>
                  <a:pt x="266700" y="1276350"/>
                </a:lnTo>
                <a:lnTo>
                  <a:pt x="266700" y="1285875"/>
                </a:lnTo>
                <a:lnTo>
                  <a:pt x="257175" y="1285875"/>
                </a:lnTo>
                <a:close/>
                <a:moveTo>
                  <a:pt x="142875" y="1285875"/>
                </a:moveTo>
                <a:lnTo>
                  <a:pt x="152400" y="1285875"/>
                </a:lnTo>
                <a:lnTo>
                  <a:pt x="152400" y="1295400"/>
                </a:lnTo>
                <a:lnTo>
                  <a:pt x="142875" y="1295400"/>
                </a:lnTo>
                <a:close/>
                <a:moveTo>
                  <a:pt x="180975" y="1285875"/>
                </a:moveTo>
                <a:lnTo>
                  <a:pt x="190500" y="1285875"/>
                </a:lnTo>
                <a:lnTo>
                  <a:pt x="190500" y="1295400"/>
                </a:lnTo>
                <a:lnTo>
                  <a:pt x="180975" y="1295400"/>
                </a:lnTo>
                <a:close/>
                <a:moveTo>
                  <a:pt x="76200" y="1295400"/>
                </a:moveTo>
                <a:lnTo>
                  <a:pt x="85725" y="1295400"/>
                </a:lnTo>
                <a:lnTo>
                  <a:pt x="85725" y="1304925"/>
                </a:lnTo>
                <a:lnTo>
                  <a:pt x="76200" y="1304925"/>
                </a:lnTo>
                <a:close/>
                <a:moveTo>
                  <a:pt x="228600" y="1304925"/>
                </a:moveTo>
                <a:lnTo>
                  <a:pt x="238125" y="1304925"/>
                </a:lnTo>
                <a:lnTo>
                  <a:pt x="238125" y="1314450"/>
                </a:lnTo>
                <a:lnTo>
                  <a:pt x="228600" y="1314450"/>
                </a:lnTo>
                <a:close/>
                <a:moveTo>
                  <a:pt x="104775" y="1323975"/>
                </a:moveTo>
                <a:lnTo>
                  <a:pt x="114300" y="1323975"/>
                </a:lnTo>
                <a:lnTo>
                  <a:pt x="114300" y="1333500"/>
                </a:lnTo>
                <a:lnTo>
                  <a:pt x="104775" y="1333500"/>
                </a:lnTo>
                <a:close/>
                <a:moveTo>
                  <a:pt x="123825" y="1333500"/>
                </a:moveTo>
                <a:lnTo>
                  <a:pt x="133350" y="1333500"/>
                </a:lnTo>
                <a:lnTo>
                  <a:pt x="133350" y="1343025"/>
                </a:lnTo>
                <a:lnTo>
                  <a:pt x="123825" y="1343025"/>
                </a:lnTo>
                <a:close/>
                <a:moveTo>
                  <a:pt x="152400" y="1343025"/>
                </a:moveTo>
                <a:lnTo>
                  <a:pt x="161925" y="1343025"/>
                </a:lnTo>
                <a:lnTo>
                  <a:pt x="161925" y="1352550"/>
                </a:lnTo>
                <a:lnTo>
                  <a:pt x="152400" y="1352550"/>
                </a:lnTo>
                <a:close/>
                <a:moveTo>
                  <a:pt x="200025" y="1352550"/>
                </a:moveTo>
                <a:lnTo>
                  <a:pt x="228600" y="1352550"/>
                </a:lnTo>
                <a:lnTo>
                  <a:pt x="228600" y="1362075"/>
                </a:lnTo>
                <a:lnTo>
                  <a:pt x="219075" y="1362075"/>
                </a:lnTo>
                <a:lnTo>
                  <a:pt x="219075" y="1371600"/>
                </a:lnTo>
                <a:lnTo>
                  <a:pt x="209550" y="1371600"/>
                </a:lnTo>
                <a:lnTo>
                  <a:pt x="209550" y="1362075"/>
                </a:lnTo>
                <a:lnTo>
                  <a:pt x="200025" y="1362075"/>
                </a:lnTo>
                <a:close/>
                <a:moveTo>
                  <a:pt x="228600" y="1428750"/>
                </a:moveTo>
                <a:lnTo>
                  <a:pt x="238125" y="1428750"/>
                </a:lnTo>
                <a:lnTo>
                  <a:pt x="238125" y="1438275"/>
                </a:lnTo>
                <a:lnTo>
                  <a:pt x="257175" y="1438275"/>
                </a:lnTo>
                <a:lnTo>
                  <a:pt x="257175" y="1447800"/>
                </a:lnTo>
                <a:lnTo>
                  <a:pt x="228600" y="1447800"/>
                </a:lnTo>
                <a:close/>
                <a:moveTo>
                  <a:pt x="276225" y="1447800"/>
                </a:moveTo>
                <a:lnTo>
                  <a:pt x="304800" y="1447800"/>
                </a:lnTo>
                <a:lnTo>
                  <a:pt x="304800" y="1457325"/>
                </a:lnTo>
                <a:lnTo>
                  <a:pt x="276225" y="1457325"/>
                </a:lnTo>
                <a:close/>
                <a:moveTo>
                  <a:pt x="304800" y="1457325"/>
                </a:moveTo>
                <a:lnTo>
                  <a:pt x="314325" y="1457325"/>
                </a:lnTo>
                <a:lnTo>
                  <a:pt x="314325" y="1466850"/>
                </a:lnTo>
                <a:lnTo>
                  <a:pt x="304800" y="1466850"/>
                </a:lnTo>
                <a:close/>
                <a:moveTo>
                  <a:pt x="619125" y="1457325"/>
                </a:moveTo>
                <a:lnTo>
                  <a:pt x="628650" y="1457325"/>
                </a:lnTo>
                <a:lnTo>
                  <a:pt x="628650" y="1466850"/>
                </a:lnTo>
                <a:lnTo>
                  <a:pt x="619125" y="1466850"/>
                </a:lnTo>
                <a:close/>
                <a:moveTo>
                  <a:pt x="409575" y="1466850"/>
                </a:moveTo>
                <a:lnTo>
                  <a:pt x="428625" y="1466850"/>
                </a:lnTo>
                <a:lnTo>
                  <a:pt x="428625" y="1476375"/>
                </a:lnTo>
                <a:lnTo>
                  <a:pt x="419100" y="1476375"/>
                </a:lnTo>
                <a:lnTo>
                  <a:pt x="419100" y="1485900"/>
                </a:lnTo>
                <a:lnTo>
                  <a:pt x="409575" y="1485900"/>
                </a:lnTo>
                <a:close/>
                <a:moveTo>
                  <a:pt x="581025" y="1466850"/>
                </a:moveTo>
                <a:lnTo>
                  <a:pt x="590550" y="1466850"/>
                </a:lnTo>
                <a:lnTo>
                  <a:pt x="590550" y="1476375"/>
                </a:lnTo>
                <a:lnTo>
                  <a:pt x="581025" y="1476375"/>
                </a:lnTo>
                <a:close/>
                <a:moveTo>
                  <a:pt x="628650" y="1466850"/>
                </a:moveTo>
                <a:lnTo>
                  <a:pt x="638175" y="1466850"/>
                </a:lnTo>
                <a:lnTo>
                  <a:pt x="638175" y="1476375"/>
                </a:lnTo>
                <a:lnTo>
                  <a:pt x="628650" y="1476375"/>
                </a:lnTo>
                <a:close/>
                <a:moveTo>
                  <a:pt x="638175" y="1476375"/>
                </a:moveTo>
                <a:lnTo>
                  <a:pt x="647700" y="1476375"/>
                </a:lnTo>
                <a:lnTo>
                  <a:pt x="647700" y="1504950"/>
                </a:lnTo>
                <a:lnTo>
                  <a:pt x="638175" y="1504950"/>
                </a:lnTo>
                <a:close/>
                <a:moveTo>
                  <a:pt x="400050" y="1485900"/>
                </a:moveTo>
                <a:lnTo>
                  <a:pt x="409575" y="1485900"/>
                </a:lnTo>
                <a:lnTo>
                  <a:pt x="409575" y="1514475"/>
                </a:lnTo>
                <a:lnTo>
                  <a:pt x="400050" y="1514475"/>
                </a:lnTo>
                <a:close/>
                <a:moveTo>
                  <a:pt x="333375" y="1514475"/>
                </a:moveTo>
                <a:lnTo>
                  <a:pt x="342900" y="1514475"/>
                </a:lnTo>
                <a:lnTo>
                  <a:pt x="342900" y="1524000"/>
                </a:lnTo>
                <a:lnTo>
                  <a:pt x="333375" y="1524000"/>
                </a:lnTo>
                <a:close/>
                <a:moveTo>
                  <a:pt x="238125" y="1524000"/>
                </a:moveTo>
                <a:lnTo>
                  <a:pt x="247650" y="1524000"/>
                </a:lnTo>
                <a:lnTo>
                  <a:pt x="247650" y="1552575"/>
                </a:lnTo>
                <a:lnTo>
                  <a:pt x="238125" y="1552575"/>
                </a:lnTo>
                <a:close/>
                <a:moveTo>
                  <a:pt x="323850" y="1524000"/>
                </a:moveTo>
                <a:lnTo>
                  <a:pt x="333375" y="1524000"/>
                </a:lnTo>
                <a:lnTo>
                  <a:pt x="333375" y="1533525"/>
                </a:lnTo>
                <a:lnTo>
                  <a:pt x="323850" y="1533525"/>
                </a:lnTo>
                <a:close/>
                <a:moveTo>
                  <a:pt x="419100" y="1543050"/>
                </a:moveTo>
                <a:lnTo>
                  <a:pt x="428625" y="1543050"/>
                </a:lnTo>
                <a:lnTo>
                  <a:pt x="428625" y="1552575"/>
                </a:lnTo>
                <a:lnTo>
                  <a:pt x="419100" y="1552575"/>
                </a:lnTo>
                <a:close/>
                <a:moveTo>
                  <a:pt x="533400" y="1552575"/>
                </a:moveTo>
                <a:lnTo>
                  <a:pt x="542925" y="1552575"/>
                </a:lnTo>
                <a:lnTo>
                  <a:pt x="542925" y="1571625"/>
                </a:lnTo>
                <a:lnTo>
                  <a:pt x="533400" y="1571625"/>
                </a:lnTo>
                <a:close/>
                <a:moveTo>
                  <a:pt x="428625" y="1562100"/>
                </a:moveTo>
                <a:lnTo>
                  <a:pt x="438150" y="1562100"/>
                </a:lnTo>
                <a:lnTo>
                  <a:pt x="438150" y="1571625"/>
                </a:lnTo>
                <a:lnTo>
                  <a:pt x="428625" y="1571625"/>
                </a:lnTo>
                <a:close/>
                <a:moveTo>
                  <a:pt x="514350" y="1562100"/>
                </a:moveTo>
                <a:lnTo>
                  <a:pt x="523875" y="1562100"/>
                </a:lnTo>
                <a:lnTo>
                  <a:pt x="523875" y="1571625"/>
                </a:lnTo>
                <a:lnTo>
                  <a:pt x="514350" y="1571625"/>
                </a:lnTo>
                <a:close/>
                <a:moveTo>
                  <a:pt x="638175" y="1562100"/>
                </a:moveTo>
                <a:lnTo>
                  <a:pt x="647700" y="1562100"/>
                </a:lnTo>
                <a:lnTo>
                  <a:pt x="647700" y="1581150"/>
                </a:lnTo>
                <a:lnTo>
                  <a:pt x="638175" y="1581150"/>
                </a:lnTo>
                <a:close/>
                <a:moveTo>
                  <a:pt x="504825" y="1571625"/>
                </a:moveTo>
                <a:lnTo>
                  <a:pt x="514350" y="1571625"/>
                </a:lnTo>
                <a:lnTo>
                  <a:pt x="514350" y="1581150"/>
                </a:lnTo>
                <a:lnTo>
                  <a:pt x="504825" y="1581150"/>
                </a:lnTo>
                <a:close/>
                <a:moveTo>
                  <a:pt x="495300" y="1581150"/>
                </a:moveTo>
                <a:lnTo>
                  <a:pt x="504825" y="1581150"/>
                </a:lnTo>
                <a:lnTo>
                  <a:pt x="504825" y="1590675"/>
                </a:lnTo>
                <a:lnTo>
                  <a:pt x="495300" y="1590675"/>
                </a:lnTo>
                <a:close/>
                <a:moveTo>
                  <a:pt x="647700" y="1581150"/>
                </a:moveTo>
                <a:lnTo>
                  <a:pt x="657225" y="1581150"/>
                </a:lnTo>
                <a:lnTo>
                  <a:pt x="657225" y="1590675"/>
                </a:lnTo>
                <a:lnTo>
                  <a:pt x="647700" y="1590675"/>
                </a:lnTo>
                <a:close/>
                <a:moveTo>
                  <a:pt x="666750" y="1590675"/>
                </a:moveTo>
                <a:lnTo>
                  <a:pt x="676275" y="1590675"/>
                </a:lnTo>
                <a:lnTo>
                  <a:pt x="676275" y="1600200"/>
                </a:lnTo>
                <a:lnTo>
                  <a:pt x="666750" y="1600200"/>
                </a:lnTo>
                <a:close/>
                <a:moveTo>
                  <a:pt x="247650" y="1609725"/>
                </a:moveTo>
                <a:lnTo>
                  <a:pt x="257175" y="1609725"/>
                </a:lnTo>
                <a:lnTo>
                  <a:pt x="257175" y="1628775"/>
                </a:lnTo>
                <a:lnTo>
                  <a:pt x="247650" y="1628775"/>
                </a:lnTo>
                <a:close/>
                <a:moveTo>
                  <a:pt x="428625" y="1609725"/>
                </a:moveTo>
                <a:lnTo>
                  <a:pt x="438150" y="1609725"/>
                </a:lnTo>
                <a:lnTo>
                  <a:pt x="438150" y="1619250"/>
                </a:lnTo>
                <a:lnTo>
                  <a:pt x="428625" y="1619250"/>
                </a:lnTo>
                <a:close/>
                <a:moveTo>
                  <a:pt x="647700" y="1628775"/>
                </a:moveTo>
                <a:lnTo>
                  <a:pt x="657225" y="1628775"/>
                </a:lnTo>
                <a:lnTo>
                  <a:pt x="657225" y="1647825"/>
                </a:lnTo>
                <a:lnTo>
                  <a:pt x="647700" y="1647825"/>
                </a:lnTo>
                <a:close/>
                <a:moveTo>
                  <a:pt x="314325" y="1638300"/>
                </a:moveTo>
                <a:lnTo>
                  <a:pt x="333375" y="1638300"/>
                </a:lnTo>
                <a:lnTo>
                  <a:pt x="333375" y="1657350"/>
                </a:lnTo>
                <a:lnTo>
                  <a:pt x="323850" y="1657350"/>
                </a:lnTo>
                <a:lnTo>
                  <a:pt x="323850" y="1647825"/>
                </a:lnTo>
                <a:lnTo>
                  <a:pt x="314325" y="1647825"/>
                </a:lnTo>
                <a:close/>
                <a:moveTo>
                  <a:pt x="409575" y="1647825"/>
                </a:moveTo>
                <a:lnTo>
                  <a:pt x="419100" y="1647825"/>
                </a:lnTo>
                <a:lnTo>
                  <a:pt x="419100" y="1657350"/>
                </a:lnTo>
                <a:lnTo>
                  <a:pt x="409575" y="1657350"/>
                </a:lnTo>
                <a:close/>
                <a:moveTo>
                  <a:pt x="485775" y="1647825"/>
                </a:moveTo>
                <a:lnTo>
                  <a:pt x="495300" y="1647825"/>
                </a:lnTo>
                <a:lnTo>
                  <a:pt x="495300" y="1666875"/>
                </a:lnTo>
                <a:lnTo>
                  <a:pt x="485775" y="1666875"/>
                </a:lnTo>
                <a:close/>
                <a:moveTo>
                  <a:pt x="657225" y="1647825"/>
                </a:moveTo>
                <a:lnTo>
                  <a:pt x="666750" y="1647825"/>
                </a:lnTo>
                <a:lnTo>
                  <a:pt x="666750" y="1666875"/>
                </a:lnTo>
                <a:lnTo>
                  <a:pt x="657225" y="1666875"/>
                </a:lnTo>
                <a:close/>
                <a:moveTo>
                  <a:pt x="333375" y="1657350"/>
                </a:moveTo>
                <a:lnTo>
                  <a:pt x="342900" y="1657350"/>
                </a:lnTo>
                <a:lnTo>
                  <a:pt x="342900" y="1666875"/>
                </a:lnTo>
                <a:lnTo>
                  <a:pt x="333375" y="1666875"/>
                </a:lnTo>
                <a:close/>
                <a:moveTo>
                  <a:pt x="504825" y="1657350"/>
                </a:moveTo>
                <a:lnTo>
                  <a:pt x="514350" y="1657350"/>
                </a:lnTo>
                <a:lnTo>
                  <a:pt x="514350" y="1676400"/>
                </a:lnTo>
                <a:lnTo>
                  <a:pt x="504825" y="1676400"/>
                </a:lnTo>
                <a:close/>
                <a:moveTo>
                  <a:pt x="476250" y="1724025"/>
                </a:moveTo>
                <a:lnTo>
                  <a:pt x="485775" y="1724025"/>
                </a:lnTo>
                <a:lnTo>
                  <a:pt x="485775" y="1733550"/>
                </a:lnTo>
                <a:lnTo>
                  <a:pt x="476250" y="1733550"/>
                </a:lnTo>
                <a:close/>
                <a:moveTo>
                  <a:pt x="495300" y="1724025"/>
                </a:moveTo>
                <a:lnTo>
                  <a:pt x="504825" y="1724025"/>
                </a:lnTo>
                <a:lnTo>
                  <a:pt x="504825" y="1733550"/>
                </a:lnTo>
                <a:lnTo>
                  <a:pt x="495300" y="1733550"/>
                </a:lnTo>
                <a:close/>
                <a:moveTo>
                  <a:pt x="466725" y="1733550"/>
                </a:moveTo>
                <a:lnTo>
                  <a:pt x="476250" y="1733550"/>
                </a:lnTo>
                <a:lnTo>
                  <a:pt x="476250" y="1743075"/>
                </a:lnTo>
                <a:lnTo>
                  <a:pt x="466725" y="1743075"/>
                </a:lnTo>
                <a:close/>
                <a:moveTo>
                  <a:pt x="504825" y="1733550"/>
                </a:moveTo>
                <a:lnTo>
                  <a:pt x="514350" y="1733550"/>
                </a:lnTo>
                <a:lnTo>
                  <a:pt x="514350" y="1743075"/>
                </a:lnTo>
                <a:lnTo>
                  <a:pt x="504825" y="1743075"/>
                </a:lnTo>
                <a:close/>
                <a:moveTo>
                  <a:pt x="647700" y="1733550"/>
                </a:moveTo>
                <a:lnTo>
                  <a:pt x="657225" y="1733550"/>
                </a:lnTo>
                <a:lnTo>
                  <a:pt x="657225" y="1743075"/>
                </a:lnTo>
                <a:lnTo>
                  <a:pt x="647700" y="1743075"/>
                </a:lnTo>
                <a:close/>
              </a:path>
            </a:pathLst>
          </a:custGeom>
          <a:solidFill xmlns:a="http://schemas.openxmlformats.org/drawingml/2006/main">
            <a:srgbClr val="304D3B"/>
          </a:solidFill>
          <a:ln xmlns:a="http://schemas.openxmlformats.org/drawingml/2006/main" w="0">
            <a:noFill/>
          </a:ln>
        </p:spPr>
      </p:sp>
      <p:sp>
        <p:nvSpPr>
          <p:cNvPr id="66" name="turno2 vector #274d3b">
            <a:extLst xmlns:a="http://schemas.openxmlformats.org/drawingml/2006/main">
              <a:ext uri="{FF2B5EF4-FFF2-40B4-BE49-F238E27FC236}">
                <a16:creationId xmlns:a16="http://schemas.microsoft.com/office/drawing/2014/main" id="{3292003F-018F-40B3-878C-AFB73A82720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86975" y="2514600"/>
            <a:ext cx="1828800" cy="2724150"/>
          </a:xfrm>
          <a:custGeom xmlns:a="http://schemas.openxmlformats.org/drawingml/2006/main">
            <a:pathLst>
              <a:path w="1181100" h="1762125">
                <a:moveTo>
                  <a:pt x="657225" y="38100"/>
                </a:moveTo>
                <a:lnTo>
                  <a:pt x="666750" y="38100"/>
                </a:lnTo>
                <a:lnTo>
                  <a:pt x="666750" y="47625"/>
                </a:lnTo>
                <a:lnTo>
                  <a:pt x="657225" y="47625"/>
                </a:lnTo>
                <a:close/>
                <a:moveTo>
                  <a:pt x="552450" y="47625"/>
                </a:moveTo>
                <a:lnTo>
                  <a:pt x="561975" y="47625"/>
                </a:lnTo>
                <a:lnTo>
                  <a:pt x="561975" y="57150"/>
                </a:lnTo>
                <a:lnTo>
                  <a:pt x="552450" y="57150"/>
                </a:lnTo>
                <a:close/>
                <a:moveTo>
                  <a:pt x="666750" y="47625"/>
                </a:moveTo>
                <a:lnTo>
                  <a:pt x="685800" y="47625"/>
                </a:lnTo>
                <a:lnTo>
                  <a:pt x="685800" y="57150"/>
                </a:lnTo>
                <a:lnTo>
                  <a:pt x="666750" y="57150"/>
                </a:lnTo>
                <a:close/>
                <a:moveTo>
                  <a:pt x="542925" y="57150"/>
                </a:moveTo>
                <a:lnTo>
                  <a:pt x="552450" y="57150"/>
                </a:lnTo>
                <a:lnTo>
                  <a:pt x="552450" y="66675"/>
                </a:lnTo>
                <a:lnTo>
                  <a:pt x="581025" y="66675"/>
                </a:lnTo>
                <a:lnTo>
                  <a:pt x="581025" y="76200"/>
                </a:lnTo>
                <a:lnTo>
                  <a:pt x="590550" y="76200"/>
                </a:lnTo>
                <a:lnTo>
                  <a:pt x="590550" y="85725"/>
                </a:lnTo>
                <a:lnTo>
                  <a:pt x="581025" y="85725"/>
                </a:lnTo>
                <a:lnTo>
                  <a:pt x="581025" y="95250"/>
                </a:lnTo>
                <a:lnTo>
                  <a:pt x="571500" y="95250"/>
                </a:lnTo>
                <a:lnTo>
                  <a:pt x="571500" y="104775"/>
                </a:lnTo>
                <a:lnTo>
                  <a:pt x="542925" y="104775"/>
                </a:lnTo>
                <a:lnTo>
                  <a:pt x="542925" y="95250"/>
                </a:lnTo>
                <a:lnTo>
                  <a:pt x="533400" y="95250"/>
                </a:lnTo>
                <a:lnTo>
                  <a:pt x="533400" y="76200"/>
                </a:lnTo>
                <a:lnTo>
                  <a:pt x="542925" y="76200"/>
                </a:lnTo>
                <a:close/>
                <a:moveTo>
                  <a:pt x="685800" y="57150"/>
                </a:moveTo>
                <a:lnTo>
                  <a:pt x="695325" y="57150"/>
                </a:lnTo>
                <a:lnTo>
                  <a:pt x="695325" y="66675"/>
                </a:lnTo>
                <a:lnTo>
                  <a:pt x="685800" y="66675"/>
                </a:lnTo>
                <a:close/>
                <a:moveTo>
                  <a:pt x="542925" y="95250"/>
                </a:moveTo>
                <a:lnTo>
                  <a:pt x="552450" y="95250"/>
                </a:lnTo>
                <a:lnTo>
                  <a:pt x="552450" y="85725"/>
                </a:lnTo>
                <a:lnTo>
                  <a:pt x="542925" y="85725"/>
                </a:lnTo>
                <a:close/>
                <a:moveTo>
                  <a:pt x="638175" y="133350"/>
                </a:moveTo>
                <a:lnTo>
                  <a:pt x="666750" y="133350"/>
                </a:lnTo>
                <a:lnTo>
                  <a:pt x="666750" y="142875"/>
                </a:lnTo>
                <a:lnTo>
                  <a:pt x="685800" y="142875"/>
                </a:lnTo>
                <a:lnTo>
                  <a:pt x="685800" y="152400"/>
                </a:lnTo>
                <a:lnTo>
                  <a:pt x="676275" y="152400"/>
                </a:lnTo>
                <a:lnTo>
                  <a:pt x="676275" y="161925"/>
                </a:lnTo>
                <a:lnTo>
                  <a:pt x="666750" y="161925"/>
                </a:lnTo>
                <a:lnTo>
                  <a:pt x="666750" y="171450"/>
                </a:lnTo>
                <a:lnTo>
                  <a:pt x="657225" y="171450"/>
                </a:lnTo>
                <a:lnTo>
                  <a:pt x="657225" y="180975"/>
                </a:lnTo>
                <a:lnTo>
                  <a:pt x="619125" y="180975"/>
                </a:lnTo>
                <a:lnTo>
                  <a:pt x="619125" y="161925"/>
                </a:lnTo>
                <a:lnTo>
                  <a:pt x="609600" y="161925"/>
                </a:lnTo>
                <a:lnTo>
                  <a:pt x="609600" y="152400"/>
                </a:lnTo>
                <a:lnTo>
                  <a:pt x="628650" y="152400"/>
                </a:lnTo>
                <a:lnTo>
                  <a:pt x="628650" y="142875"/>
                </a:lnTo>
                <a:lnTo>
                  <a:pt x="638175" y="142875"/>
                </a:lnTo>
                <a:close/>
                <a:moveTo>
                  <a:pt x="600075" y="161925"/>
                </a:moveTo>
                <a:lnTo>
                  <a:pt x="609600" y="161925"/>
                </a:lnTo>
                <a:lnTo>
                  <a:pt x="609600" y="171450"/>
                </a:lnTo>
                <a:lnTo>
                  <a:pt x="600075" y="171450"/>
                </a:lnTo>
                <a:close/>
                <a:moveTo>
                  <a:pt x="304800" y="200025"/>
                </a:moveTo>
                <a:lnTo>
                  <a:pt x="323850" y="200025"/>
                </a:lnTo>
                <a:lnTo>
                  <a:pt x="323850" y="238125"/>
                </a:lnTo>
                <a:lnTo>
                  <a:pt x="314325" y="238125"/>
                </a:lnTo>
                <a:lnTo>
                  <a:pt x="314325" y="219075"/>
                </a:lnTo>
                <a:lnTo>
                  <a:pt x="304800" y="219075"/>
                </a:lnTo>
                <a:close/>
                <a:moveTo>
                  <a:pt x="876300" y="200025"/>
                </a:moveTo>
                <a:lnTo>
                  <a:pt x="933450" y="200025"/>
                </a:lnTo>
                <a:lnTo>
                  <a:pt x="933450" y="209550"/>
                </a:lnTo>
                <a:lnTo>
                  <a:pt x="895350" y="209550"/>
                </a:lnTo>
                <a:lnTo>
                  <a:pt x="895350" y="219075"/>
                </a:lnTo>
                <a:lnTo>
                  <a:pt x="923925" y="219075"/>
                </a:lnTo>
                <a:lnTo>
                  <a:pt x="923925" y="228600"/>
                </a:lnTo>
                <a:lnTo>
                  <a:pt x="895350" y="228600"/>
                </a:lnTo>
                <a:lnTo>
                  <a:pt x="895350" y="238125"/>
                </a:lnTo>
                <a:lnTo>
                  <a:pt x="866775" y="238125"/>
                </a:lnTo>
                <a:lnTo>
                  <a:pt x="866775" y="228600"/>
                </a:lnTo>
                <a:lnTo>
                  <a:pt x="876300" y="228600"/>
                </a:lnTo>
                <a:lnTo>
                  <a:pt x="876300" y="219075"/>
                </a:lnTo>
                <a:lnTo>
                  <a:pt x="866775" y="219075"/>
                </a:lnTo>
                <a:lnTo>
                  <a:pt x="866775" y="209550"/>
                </a:lnTo>
                <a:lnTo>
                  <a:pt x="876300" y="209550"/>
                </a:lnTo>
                <a:close/>
                <a:moveTo>
                  <a:pt x="333375" y="219075"/>
                </a:moveTo>
                <a:lnTo>
                  <a:pt x="342900" y="219075"/>
                </a:lnTo>
                <a:lnTo>
                  <a:pt x="342900" y="238125"/>
                </a:lnTo>
                <a:lnTo>
                  <a:pt x="333375" y="238125"/>
                </a:lnTo>
                <a:close/>
                <a:moveTo>
                  <a:pt x="447675" y="247650"/>
                </a:moveTo>
                <a:lnTo>
                  <a:pt x="457200" y="247650"/>
                </a:lnTo>
                <a:lnTo>
                  <a:pt x="457200" y="257175"/>
                </a:lnTo>
                <a:lnTo>
                  <a:pt x="447675" y="257175"/>
                </a:lnTo>
                <a:close/>
                <a:moveTo>
                  <a:pt x="485775" y="247650"/>
                </a:moveTo>
                <a:lnTo>
                  <a:pt x="504825" y="247650"/>
                </a:lnTo>
                <a:lnTo>
                  <a:pt x="504825" y="257175"/>
                </a:lnTo>
                <a:lnTo>
                  <a:pt x="514350" y="257175"/>
                </a:lnTo>
                <a:lnTo>
                  <a:pt x="514350" y="276225"/>
                </a:lnTo>
                <a:lnTo>
                  <a:pt x="485775" y="276225"/>
                </a:lnTo>
                <a:close/>
                <a:moveTo>
                  <a:pt x="323850" y="257175"/>
                </a:moveTo>
                <a:lnTo>
                  <a:pt x="333375" y="257175"/>
                </a:lnTo>
                <a:lnTo>
                  <a:pt x="333375" y="266700"/>
                </a:lnTo>
                <a:lnTo>
                  <a:pt x="323850" y="266700"/>
                </a:lnTo>
                <a:close/>
                <a:moveTo>
                  <a:pt x="447675" y="266700"/>
                </a:moveTo>
                <a:lnTo>
                  <a:pt x="457200" y="266700"/>
                </a:lnTo>
                <a:lnTo>
                  <a:pt x="457200" y="276225"/>
                </a:lnTo>
                <a:lnTo>
                  <a:pt x="447675" y="276225"/>
                </a:lnTo>
                <a:close/>
                <a:moveTo>
                  <a:pt x="419100" y="276225"/>
                </a:moveTo>
                <a:lnTo>
                  <a:pt x="428625" y="276225"/>
                </a:lnTo>
                <a:lnTo>
                  <a:pt x="428625" y="285750"/>
                </a:lnTo>
                <a:lnTo>
                  <a:pt x="419100" y="285750"/>
                </a:lnTo>
                <a:close/>
                <a:moveTo>
                  <a:pt x="590550" y="276225"/>
                </a:moveTo>
                <a:lnTo>
                  <a:pt x="600075" y="276225"/>
                </a:lnTo>
                <a:lnTo>
                  <a:pt x="600075" y="285750"/>
                </a:lnTo>
                <a:lnTo>
                  <a:pt x="609600" y="285750"/>
                </a:lnTo>
                <a:lnTo>
                  <a:pt x="609600" y="276225"/>
                </a:lnTo>
                <a:lnTo>
                  <a:pt x="619125" y="276225"/>
                </a:lnTo>
                <a:lnTo>
                  <a:pt x="619125" y="285750"/>
                </a:lnTo>
                <a:lnTo>
                  <a:pt x="628650" y="285750"/>
                </a:lnTo>
                <a:lnTo>
                  <a:pt x="628650" y="276225"/>
                </a:lnTo>
                <a:lnTo>
                  <a:pt x="638175" y="276225"/>
                </a:lnTo>
                <a:lnTo>
                  <a:pt x="638175" y="295275"/>
                </a:lnTo>
                <a:lnTo>
                  <a:pt x="628650" y="295275"/>
                </a:lnTo>
                <a:lnTo>
                  <a:pt x="628650" y="304800"/>
                </a:lnTo>
                <a:lnTo>
                  <a:pt x="600075" y="304800"/>
                </a:lnTo>
                <a:lnTo>
                  <a:pt x="600075" y="295275"/>
                </a:lnTo>
                <a:lnTo>
                  <a:pt x="590550" y="295275"/>
                </a:lnTo>
                <a:close/>
                <a:moveTo>
                  <a:pt x="971550" y="276225"/>
                </a:moveTo>
                <a:lnTo>
                  <a:pt x="981075" y="276225"/>
                </a:lnTo>
                <a:lnTo>
                  <a:pt x="981075" y="285750"/>
                </a:lnTo>
                <a:lnTo>
                  <a:pt x="971550" y="285750"/>
                </a:lnTo>
                <a:close/>
                <a:moveTo>
                  <a:pt x="904875" y="285750"/>
                </a:moveTo>
                <a:lnTo>
                  <a:pt x="914400" y="285750"/>
                </a:lnTo>
                <a:lnTo>
                  <a:pt x="914400" y="295275"/>
                </a:lnTo>
                <a:lnTo>
                  <a:pt x="904875" y="295275"/>
                </a:lnTo>
                <a:close/>
                <a:moveTo>
                  <a:pt x="885825" y="295275"/>
                </a:moveTo>
                <a:lnTo>
                  <a:pt x="895350" y="295275"/>
                </a:lnTo>
                <a:lnTo>
                  <a:pt x="895350" y="304800"/>
                </a:lnTo>
                <a:lnTo>
                  <a:pt x="885825" y="304800"/>
                </a:lnTo>
                <a:close/>
                <a:moveTo>
                  <a:pt x="876300" y="304800"/>
                </a:moveTo>
                <a:lnTo>
                  <a:pt x="885825" y="304800"/>
                </a:lnTo>
                <a:lnTo>
                  <a:pt x="885825" y="314325"/>
                </a:lnTo>
                <a:lnTo>
                  <a:pt x="876300" y="314325"/>
                </a:lnTo>
                <a:close/>
                <a:moveTo>
                  <a:pt x="866775" y="314325"/>
                </a:moveTo>
                <a:lnTo>
                  <a:pt x="876300" y="314325"/>
                </a:lnTo>
                <a:lnTo>
                  <a:pt x="876300" y="323850"/>
                </a:lnTo>
                <a:lnTo>
                  <a:pt x="866775" y="323850"/>
                </a:lnTo>
                <a:close/>
                <a:moveTo>
                  <a:pt x="885825" y="314325"/>
                </a:moveTo>
                <a:lnTo>
                  <a:pt x="904875" y="314325"/>
                </a:lnTo>
                <a:lnTo>
                  <a:pt x="904875" y="323850"/>
                </a:lnTo>
                <a:lnTo>
                  <a:pt x="895350" y="323850"/>
                </a:lnTo>
                <a:lnTo>
                  <a:pt x="895350" y="333375"/>
                </a:lnTo>
                <a:lnTo>
                  <a:pt x="885825" y="333375"/>
                </a:lnTo>
                <a:close/>
                <a:moveTo>
                  <a:pt x="9525" y="323850"/>
                </a:moveTo>
                <a:lnTo>
                  <a:pt x="19050" y="323850"/>
                </a:lnTo>
                <a:lnTo>
                  <a:pt x="19050" y="333375"/>
                </a:lnTo>
                <a:lnTo>
                  <a:pt x="9525" y="333375"/>
                </a:lnTo>
                <a:close/>
                <a:moveTo>
                  <a:pt x="209550" y="352425"/>
                </a:moveTo>
                <a:lnTo>
                  <a:pt x="219075" y="352425"/>
                </a:lnTo>
                <a:lnTo>
                  <a:pt x="219075" y="361950"/>
                </a:lnTo>
                <a:lnTo>
                  <a:pt x="228600" y="361950"/>
                </a:lnTo>
                <a:lnTo>
                  <a:pt x="228600" y="381000"/>
                </a:lnTo>
                <a:lnTo>
                  <a:pt x="238125" y="381000"/>
                </a:lnTo>
                <a:lnTo>
                  <a:pt x="238125" y="438150"/>
                </a:lnTo>
                <a:lnTo>
                  <a:pt x="228600" y="438150"/>
                </a:lnTo>
                <a:lnTo>
                  <a:pt x="228600" y="457200"/>
                </a:lnTo>
                <a:lnTo>
                  <a:pt x="238125" y="457200"/>
                </a:lnTo>
                <a:lnTo>
                  <a:pt x="238125" y="485775"/>
                </a:lnTo>
                <a:lnTo>
                  <a:pt x="247650" y="485775"/>
                </a:lnTo>
                <a:lnTo>
                  <a:pt x="247650" y="552450"/>
                </a:lnTo>
                <a:lnTo>
                  <a:pt x="238125" y="552450"/>
                </a:lnTo>
                <a:lnTo>
                  <a:pt x="238125" y="571500"/>
                </a:lnTo>
                <a:lnTo>
                  <a:pt x="247650" y="571500"/>
                </a:lnTo>
                <a:lnTo>
                  <a:pt x="247650" y="581025"/>
                </a:lnTo>
                <a:lnTo>
                  <a:pt x="238125" y="581025"/>
                </a:lnTo>
                <a:lnTo>
                  <a:pt x="238125" y="628650"/>
                </a:lnTo>
                <a:lnTo>
                  <a:pt x="219075" y="628650"/>
                </a:lnTo>
                <a:lnTo>
                  <a:pt x="219075" y="571500"/>
                </a:lnTo>
                <a:lnTo>
                  <a:pt x="190500" y="571500"/>
                </a:lnTo>
                <a:lnTo>
                  <a:pt x="190500" y="561975"/>
                </a:lnTo>
                <a:lnTo>
                  <a:pt x="180975" y="561975"/>
                </a:lnTo>
                <a:lnTo>
                  <a:pt x="180975" y="552450"/>
                </a:lnTo>
                <a:lnTo>
                  <a:pt x="171450" y="552450"/>
                </a:lnTo>
                <a:lnTo>
                  <a:pt x="171450" y="542925"/>
                </a:lnTo>
                <a:lnTo>
                  <a:pt x="161925" y="542925"/>
                </a:lnTo>
                <a:lnTo>
                  <a:pt x="161925" y="514350"/>
                </a:lnTo>
                <a:lnTo>
                  <a:pt x="152400" y="514350"/>
                </a:lnTo>
                <a:lnTo>
                  <a:pt x="152400" y="504825"/>
                </a:lnTo>
                <a:lnTo>
                  <a:pt x="104775" y="504825"/>
                </a:lnTo>
                <a:lnTo>
                  <a:pt x="104775" y="495300"/>
                </a:lnTo>
                <a:lnTo>
                  <a:pt x="95250" y="495300"/>
                </a:lnTo>
                <a:lnTo>
                  <a:pt x="95250" y="485775"/>
                </a:lnTo>
                <a:lnTo>
                  <a:pt x="104775" y="485775"/>
                </a:lnTo>
                <a:lnTo>
                  <a:pt x="104775" y="476250"/>
                </a:lnTo>
                <a:lnTo>
                  <a:pt x="114300" y="476250"/>
                </a:lnTo>
                <a:lnTo>
                  <a:pt x="114300" y="428625"/>
                </a:lnTo>
                <a:lnTo>
                  <a:pt x="104775" y="428625"/>
                </a:lnTo>
                <a:lnTo>
                  <a:pt x="104775" y="419100"/>
                </a:lnTo>
                <a:lnTo>
                  <a:pt x="123825" y="419100"/>
                </a:lnTo>
                <a:lnTo>
                  <a:pt x="123825" y="409575"/>
                </a:lnTo>
                <a:lnTo>
                  <a:pt x="133350" y="409575"/>
                </a:lnTo>
                <a:lnTo>
                  <a:pt x="133350" y="400050"/>
                </a:lnTo>
                <a:lnTo>
                  <a:pt x="161925" y="400050"/>
                </a:lnTo>
                <a:lnTo>
                  <a:pt x="161925" y="390525"/>
                </a:lnTo>
                <a:lnTo>
                  <a:pt x="180975" y="390525"/>
                </a:lnTo>
                <a:lnTo>
                  <a:pt x="180975" y="381000"/>
                </a:lnTo>
                <a:lnTo>
                  <a:pt x="190500" y="381000"/>
                </a:lnTo>
                <a:lnTo>
                  <a:pt x="190500" y="371475"/>
                </a:lnTo>
                <a:lnTo>
                  <a:pt x="209550" y="371475"/>
                </a:lnTo>
                <a:close/>
                <a:moveTo>
                  <a:pt x="0" y="400050"/>
                </a:moveTo>
                <a:lnTo>
                  <a:pt x="19050" y="400050"/>
                </a:lnTo>
                <a:lnTo>
                  <a:pt x="19050" y="409575"/>
                </a:lnTo>
                <a:lnTo>
                  <a:pt x="0" y="409575"/>
                </a:lnTo>
                <a:close/>
                <a:moveTo>
                  <a:pt x="57150" y="409575"/>
                </a:moveTo>
                <a:lnTo>
                  <a:pt x="66675" y="409575"/>
                </a:lnTo>
                <a:lnTo>
                  <a:pt x="66675" y="419100"/>
                </a:lnTo>
                <a:lnTo>
                  <a:pt x="57150" y="419100"/>
                </a:lnTo>
                <a:close/>
                <a:moveTo>
                  <a:pt x="352425" y="409575"/>
                </a:moveTo>
                <a:lnTo>
                  <a:pt x="390525" y="409575"/>
                </a:lnTo>
                <a:lnTo>
                  <a:pt x="390525" y="419100"/>
                </a:lnTo>
                <a:lnTo>
                  <a:pt x="409575" y="419100"/>
                </a:lnTo>
                <a:lnTo>
                  <a:pt x="409575" y="428625"/>
                </a:lnTo>
                <a:lnTo>
                  <a:pt x="400050" y="428625"/>
                </a:lnTo>
                <a:lnTo>
                  <a:pt x="400050" y="457200"/>
                </a:lnTo>
                <a:lnTo>
                  <a:pt x="390525" y="457200"/>
                </a:lnTo>
                <a:lnTo>
                  <a:pt x="390525" y="428625"/>
                </a:lnTo>
                <a:lnTo>
                  <a:pt x="361950" y="428625"/>
                </a:lnTo>
                <a:lnTo>
                  <a:pt x="361950" y="419100"/>
                </a:lnTo>
                <a:lnTo>
                  <a:pt x="352425" y="419100"/>
                </a:lnTo>
                <a:close/>
                <a:moveTo>
                  <a:pt x="38100" y="419100"/>
                </a:moveTo>
                <a:lnTo>
                  <a:pt x="57150" y="419100"/>
                </a:lnTo>
                <a:lnTo>
                  <a:pt x="57150" y="428625"/>
                </a:lnTo>
                <a:lnTo>
                  <a:pt x="38100" y="428625"/>
                </a:lnTo>
                <a:close/>
                <a:moveTo>
                  <a:pt x="352425" y="428625"/>
                </a:moveTo>
                <a:lnTo>
                  <a:pt x="361950" y="428625"/>
                </a:lnTo>
                <a:lnTo>
                  <a:pt x="361950" y="438150"/>
                </a:lnTo>
                <a:lnTo>
                  <a:pt x="352425" y="438150"/>
                </a:lnTo>
                <a:close/>
                <a:moveTo>
                  <a:pt x="409575" y="428625"/>
                </a:moveTo>
                <a:lnTo>
                  <a:pt x="419100" y="428625"/>
                </a:lnTo>
                <a:lnTo>
                  <a:pt x="419100" y="447675"/>
                </a:lnTo>
                <a:lnTo>
                  <a:pt x="409575" y="447675"/>
                </a:lnTo>
                <a:close/>
                <a:moveTo>
                  <a:pt x="657225" y="428625"/>
                </a:moveTo>
                <a:lnTo>
                  <a:pt x="676275" y="428625"/>
                </a:lnTo>
                <a:lnTo>
                  <a:pt x="676275" y="438150"/>
                </a:lnTo>
                <a:lnTo>
                  <a:pt x="657225" y="438150"/>
                </a:lnTo>
                <a:close/>
                <a:moveTo>
                  <a:pt x="676275" y="438150"/>
                </a:moveTo>
                <a:lnTo>
                  <a:pt x="714375" y="438150"/>
                </a:lnTo>
                <a:lnTo>
                  <a:pt x="714375" y="447675"/>
                </a:lnTo>
                <a:lnTo>
                  <a:pt x="733425" y="447675"/>
                </a:lnTo>
                <a:lnTo>
                  <a:pt x="733425" y="457200"/>
                </a:lnTo>
                <a:lnTo>
                  <a:pt x="762000" y="457200"/>
                </a:lnTo>
                <a:lnTo>
                  <a:pt x="762000" y="466725"/>
                </a:lnTo>
                <a:lnTo>
                  <a:pt x="733425" y="466725"/>
                </a:lnTo>
                <a:lnTo>
                  <a:pt x="733425" y="476250"/>
                </a:lnTo>
                <a:lnTo>
                  <a:pt x="714375" y="476250"/>
                </a:lnTo>
                <a:lnTo>
                  <a:pt x="714375" y="485775"/>
                </a:lnTo>
                <a:lnTo>
                  <a:pt x="695325" y="485775"/>
                </a:lnTo>
                <a:lnTo>
                  <a:pt x="695325" y="466725"/>
                </a:lnTo>
                <a:lnTo>
                  <a:pt x="685800" y="466725"/>
                </a:lnTo>
                <a:lnTo>
                  <a:pt x="685800" y="447675"/>
                </a:lnTo>
                <a:lnTo>
                  <a:pt x="676275" y="447675"/>
                </a:lnTo>
                <a:close/>
                <a:moveTo>
                  <a:pt x="571500" y="466725"/>
                </a:moveTo>
                <a:lnTo>
                  <a:pt x="581025" y="466725"/>
                </a:lnTo>
                <a:lnTo>
                  <a:pt x="581025" y="476250"/>
                </a:lnTo>
                <a:lnTo>
                  <a:pt x="590550" y="476250"/>
                </a:lnTo>
                <a:lnTo>
                  <a:pt x="590550" y="485775"/>
                </a:lnTo>
                <a:lnTo>
                  <a:pt x="609600" y="485775"/>
                </a:lnTo>
                <a:lnTo>
                  <a:pt x="609600" y="495300"/>
                </a:lnTo>
                <a:lnTo>
                  <a:pt x="619125" y="495300"/>
                </a:lnTo>
                <a:lnTo>
                  <a:pt x="619125" y="504825"/>
                </a:lnTo>
                <a:lnTo>
                  <a:pt x="609600" y="504825"/>
                </a:lnTo>
                <a:lnTo>
                  <a:pt x="609600" y="514350"/>
                </a:lnTo>
                <a:lnTo>
                  <a:pt x="638175" y="514350"/>
                </a:lnTo>
                <a:lnTo>
                  <a:pt x="638175" y="504825"/>
                </a:lnTo>
                <a:lnTo>
                  <a:pt x="676275" y="504825"/>
                </a:lnTo>
                <a:lnTo>
                  <a:pt x="676275" y="514350"/>
                </a:lnTo>
                <a:lnTo>
                  <a:pt x="685800" y="514350"/>
                </a:lnTo>
                <a:lnTo>
                  <a:pt x="685800" y="504825"/>
                </a:lnTo>
                <a:lnTo>
                  <a:pt x="695325" y="504825"/>
                </a:lnTo>
                <a:lnTo>
                  <a:pt x="695325" y="514350"/>
                </a:lnTo>
                <a:lnTo>
                  <a:pt x="714375" y="514350"/>
                </a:lnTo>
                <a:lnTo>
                  <a:pt x="714375" y="523875"/>
                </a:lnTo>
                <a:lnTo>
                  <a:pt x="733425" y="523875"/>
                </a:lnTo>
                <a:lnTo>
                  <a:pt x="733425" y="514350"/>
                </a:lnTo>
                <a:lnTo>
                  <a:pt x="723900" y="514350"/>
                </a:lnTo>
                <a:lnTo>
                  <a:pt x="723900" y="495300"/>
                </a:lnTo>
                <a:lnTo>
                  <a:pt x="733425" y="495300"/>
                </a:lnTo>
                <a:lnTo>
                  <a:pt x="733425" y="476250"/>
                </a:lnTo>
                <a:lnTo>
                  <a:pt x="762000" y="476250"/>
                </a:lnTo>
                <a:lnTo>
                  <a:pt x="762000" y="485775"/>
                </a:lnTo>
                <a:lnTo>
                  <a:pt x="752475" y="485775"/>
                </a:lnTo>
                <a:lnTo>
                  <a:pt x="752475" y="495300"/>
                </a:lnTo>
                <a:lnTo>
                  <a:pt x="762000" y="495300"/>
                </a:lnTo>
                <a:lnTo>
                  <a:pt x="762000" y="504825"/>
                </a:lnTo>
                <a:lnTo>
                  <a:pt x="819150" y="504825"/>
                </a:lnTo>
                <a:lnTo>
                  <a:pt x="819150" y="514350"/>
                </a:lnTo>
                <a:lnTo>
                  <a:pt x="828675" y="514350"/>
                </a:lnTo>
                <a:lnTo>
                  <a:pt x="828675" y="523875"/>
                </a:lnTo>
                <a:lnTo>
                  <a:pt x="838200" y="523875"/>
                </a:lnTo>
                <a:lnTo>
                  <a:pt x="838200" y="542925"/>
                </a:lnTo>
                <a:lnTo>
                  <a:pt x="828675" y="542925"/>
                </a:lnTo>
                <a:lnTo>
                  <a:pt x="828675" y="552450"/>
                </a:lnTo>
                <a:lnTo>
                  <a:pt x="819150" y="552450"/>
                </a:lnTo>
                <a:lnTo>
                  <a:pt x="819150" y="561975"/>
                </a:lnTo>
                <a:lnTo>
                  <a:pt x="704850" y="561975"/>
                </a:lnTo>
                <a:lnTo>
                  <a:pt x="704850" y="552450"/>
                </a:lnTo>
                <a:lnTo>
                  <a:pt x="676275" y="552450"/>
                </a:lnTo>
                <a:lnTo>
                  <a:pt x="676275" y="542925"/>
                </a:lnTo>
                <a:lnTo>
                  <a:pt x="657225" y="542925"/>
                </a:lnTo>
                <a:lnTo>
                  <a:pt x="657225" y="533400"/>
                </a:lnTo>
                <a:lnTo>
                  <a:pt x="619125" y="533400"/>
                </a:lnTo>
                <a:lnTo>
                  <a:pt x="619125" y="542925"/>
                </a:lnTo>
                <a:lnTo>
                  <a:pt x="609600" y="542925"/>
                </a:lnTo>
                <a:lnTo>
                  <a:pt x="609600" y="523875"/>
                </a:lnTo>
                <a:lnTo>
                  <a:pt x="600075" y="523875"/>
                </a:lnTo>
                <a:lnTo>
                  <a:pt x="600075" y="514350"/>
                </a:lnTo>
                <a:lnTo>
                  <a:pt x="590550" y="514350"/>
                </a:lnTo>
                <a:lnTo>
                  <a:pt x="590550" y="504825"/>
                </a:lnTo>
                <a:lnTo>
                  <a:pt x="552450" y="504825"/>
                </a:lnTo>
                <a:lnTo>
                  <a:pt x="552450" y="495300"/>
                </a:lnTo>
                <a:lnTo>
                  <a:pt x="533400" y="495300"/>
                </a:lnTo>
                <a:lnTo>
                  <a:pt x="533400" y="485775"/>
                </a:lnTo>
                <a:lnTo>
                  <a:pt x="542925" y="485775"/>
                </a:lnTo>
                <a:lnTo>
                  <a:pt x="542925" y="476250"/>
                </a:lnTo>
                <a:lnTo>
                  <a:pt x="571500" y="476250"/>
                </a:lnTo>
                <a:close/>
                <a:moveTo>
                  <a:pt x="28575" y="476250"/>
                </a:moveTo>
                <a:lnTo>
                  <a:pt x="38100" y="476250"/>
                </a:lnTo>
                <a:lnTo>
                  <a:pt x="38100" y="485775"/>
                </a:lnTo>
                <a:lnTo>
                  <a:pt x="28575" y="485775"/>
                </a:lnTo>
                <a:close/>
                <a:moveTo>
                  <a:pt x="0" y="495300"/>
                </a:moveTo>
                <a:lnTo>
                  <a:pt x="9525" y="495300"/>
                </a:lnTo>
                <a:lnTo>
                  <a:pt x="9525" y="504825"/>
                </a:lnTo>
                <a:lnTo>
                  <a:pt x="0" y="504825"/>
                </a:lnTo>
                <a:close/>
                <a:moveTo>
                  <a:pt x="523875" y="495300"/>
                </a:moveTo>
                <a:lnTo>
                  <a:pt x="533400" y="495300"/>
                </a:lnTo>
                <a:lnTo>
                  <a:pt x="533400" y="504825"/>
                </a:lnTo>
                <a:lnTo>
                  <a:pt x="523875" y="504825"/>
                </a:lnTo>
                <a:close/>
                <a:moveTo>
                  <a:pt x="0" y="514350"/>
                </a:moveTo>
                <a:lnTo>
                  <a:pt x="9525" y="514350"/>
                </a:lnTo>
                <a:lnTo>
                  <a:pt x="9525" y="523875"/>
                </a:lnTo>
                <a:lnTo>
                  <a:pt x="0" y="523875"/>
                </a:lnTo>
                <a:close/>
                <a:moveTo>
                  <a:pt x="971550" y="514350"/>
                </a:moveTo>
                <a:lnTo>
                  <a:pt x="981075" y="514350"/>
                </a:lnTo>
                <a:lnTo>
                  <a:pt x="981075" y="523875"/>
                </a:lnTo>
                <a:lnTo>
                  <a:pt x="1009650" y="523875"/>
                </a:lnTo>
                <a:lnTo>
                  <a:pt x="1009650" y="514350"/>
                </a:lnTo>
                <a:lnTo>
                  <a:pt x="1019175" y="514350"/>
                </a:lnTo>
                <a:lnTo>
                  <a:pt x="1019175" y="523875"/>
                </a:lnTo>
                <a:lnTo>
                  <a:pt x="1009650" y="523875"/>
                </a:lnTo>
                <a:lnTo>
                  <a:pt x="1009650" y="533400"/>
                </a:lnTo>
                <a:lnTo>
                  <a:pt x="962025" y="533400"/>
                </a:lnTo>
                <a:lnTo>
                  <a:pt x="962025" y="523875"/>
                </a:lnTo>
                <a:lnTo>
                  <a:pt x="971550" y="523875"/>
                </a:lnTo>
                <a:close/>
                <a:moveTo>
                  <a:pt x="19050" y="523875"/>
                </a:moveTo>
                <a:lnTo>
                  <a:pt x="28575" y="523875"/>
                </a:lnTo>
                <a:lnTo>
                  <a:pt x="28575" y="533400"/>
                </a:lnTo>
                <a:lnTo>
                  <a:pt x="19050" y="533400"/>
                </a:lnTo>
                <a:close/>
                <a:moveTo>
                  <a:pt x="9525" y="581025"/>
                </a:moveTo>
                <a:lnTo>
                  <a:pt x="19050" y="581025"/>
                </a:lnTo>
                <a:lnTo>
                  <a:pt x="19050" y="600075"/>
                </a:lnTo>
                <a:lnTo>
                  <a:pt x="9525" y="600075"/>
                </a:lnTo>
                <a:close/>
                <a:moveTo>
                  <a:pt x="57150" y="581025"/>
                </a:moveTo>
                <a:lnTo>
                  <a:pt x="66675" y="581025"/>
                </a:lnTo>
                <a:lnTo>
                  <a:pt x="66675" y="609600"/>
                </a:lnTo>
                <a:lnTo>
                  <a:pt x="57150" y="609600"/>
                </a:lnTo>
                <a:close/>
                <a:moveTo>
                  <a:pt x="514350" y="590550"/>
                </a:moveTo>
                <a:lnTo>
                  <a:pt x="523875" y="590550"/>
                </a:lnTo>
                <a:lnTo>
                  <a:pt x="523875" y="600075"/>
                </a:lnTo>
                <a:lnTo>
                  <a:pt x="514350" y="600075"/>
                </a:lnTo>
                <a:close/>
                <a:moveTo>
                  <a:pt x="0" y="600075"/>
                </a:moveTo>
                <a:lnTo>
                  <a:pt x="9525" y="600075"/>
                </a:lnTo>
                <a:lnTo>
                  <a:pt x="9525" y="609600"/>
                </a:lnTo>
                <a:lnTo>
                  <a:pt x="0" y="609600"/>
                </a:lnTo>
                <a:close/>
                <a:moveTo>
                  <a:pt x="38100" y="600075"/>
                </a:moveTo>
                <a:lnTo>
                  <a:pt x="47625" y="600075"/>
                </a:lnTo>
                <a:lnTo>
                  <a:pt x="47625" y="609600"/>
                </a:lnTo>
                <a:lnTo>
                  <a:pt x="38100" y="609600"/>
                </a:lnTo>
                <a:close/>
                <a:moveTo>
                  <a:pt x="85725" y="600075"/>
                </a:moveTo>
                <a:lnTo>
                  <a:pt x="95250" y="600075"/>
                </a:lnTo>
                <a:lnTo>
                  <a:pt x="95250" y="619125"/>
                </a:lnTo>
                <a:lnTo>
                  <a:pt x="85725" y="619125"/>
                </a:lnTo>
                <a:close/>
                <a:moveTo>
                  <a:pt x="542925" y="600075"/>
                </a:moveTo>
                <a:lnTo>
                  <a:pt x="552450" y="600075"/>
                </a:lnTo>
                <a:lnTo>
                  <a:pt x="552450" y="609600"/>
                </a:lnTo>
                <a:lnTo>
                  <a:pt x="542925" y="609600"/>
                </a:lnTo>
                <a:close/>
                <a:moveTo>
                  <a:pt x="571500" y="609600"/>
                </a:moveTo>
                <a:lnTo>
                  <a:pt x="581025" y="609600"/>
                </a:lnTo>
                <a:lnTo>
                  <a:pt x="581025" y="619125"/>
                </a:lnTo>
                <a:lnTo>
                  <a:pt x="571500" y="619125"/>
                </a:lnTo>
                <a:close/>
                <a:moveTo>
                  <a:pt x="66675" y="676275"/>
                </a:moveTo>
                <a:lnTo>
                  <a:pt x="104775" y="676275"/>
                </a:lnTo>
                <a:lnTo>
                  <a:pt x="104775" y="695325"/>
                </a:lnTo>
                <a:lnTo>
                  <a:pt x="95250" y="695325"/>
                </a:lnTo>
                <a:lnTo>
                  <a:pt x="95250" y="714375"/>
                </a:lnTo>
                <a:lnTo>
                  <a:pt x="85725" y="714375"/>
                </a:lnTo>
                <a:lnTo>
                  <a:pt x="85725" y="723900"/>
                </a:lnTo>
                <a:lnTo>
                  <a:pt x="76200" y="723900"/>
                </a:lnTo>
                <a:lnTo>
                  <a:pt x="76200" y="714375"/>
                </a:lnTo>
                <a:lnTo>
                  <a:pt x="57150" y="714375"/>
                </a:lnTo>
                <a:lnTo>
                  <a:pt x="57150" y="704850"/>
                </a:lnTo>
                <a:lnTo>
                  <a:pt x="47625" y="704850"/>
                </a:lnTo>
                <a:lnTo>
                  <a:pt x="47625" y="695325"/>
                </a:lnTo>
                <a:lnTo>
                  <a:pt x="57150" y="695325"/>
                </a:lnTo>
                <a:lnTo>
                  <a:pt x="57150" y="685800"/>
                </a:lnTo>
                <a:lnTo>
                  <a:pt x="66675" y="685800"/>
                </a:lnTo>
                <a:close/>
                <a:moveTo>
                  <a:pt x="361950" y="781050"/>
                </a:moveTo>
                <a:lnTo>
                  <a:pt x="371475" y="781050"/>
                </a:lnTo>
                <a:lnTo>
                  <a:pt x="371475" y="819150"/>
                </a:lnTo>
                <a:lnTo>
                  <a:pt x="390525" y="819150"/>
                </a:lnTo>
                <a:lnTo>
                  <a:pt x="390525" y="828675"/>
                </a:lnTo>
                <a:lnTo>
                  <a:pt x="381000" y="828675"/>
                </a:lnTo>
                <a:lnTo>
                  <a:pt x="381000" y="838200"/>
                </a:lnTo>
                <a:lnTo>
                  <a:pt x="361950" y="838200"/>
                </a:lnTo>
                <a:lnTo>
                  <a:pt x="361950" y="847725"/>
                </a:lnTo>
                <a:lnTo>
                  <a:pt x="352425" y="847725"/>
                </a:lnTo>
                <a:lnTo>
                  <a:pt x="352425" y="857250"/>
                </a:lnTo>
                <a:lnTo>
                  <a:pt x="333375" y="857250"/>
                </a:lnTo>
                <a:lnTo>
                  <a:pt x="333375" y="847725"/>
                </a:lnTo>
                <a:lnTo>
                  <a:pt x="323850" y="847725"/>
                </a:lnTo>
                <a:lnTo>
                  <a:pt x="323850" y="838200"/>
                </a:lnTo>
                <a:lnTo>
                  <a:pt x="314325" y="838200"/>
                </a:lnTo>
                <a:lnTo>
                  <a:pt x="314325" y="828675"/>
                </a:lnTo>
                <a:lnTo>
                  <a:pt x="285750" y="828675"/>
                </a:lnTo>
                <a:lnTo>
                  <a:pt x="285750" y="838200"/>
                </a:lnTo>
                <a:lnTo>
                  <a:pt x="257175" y="838200"/>
                </a:lnTo>
                <a:lnTo>
                  <a:pt x="257175" y="847725"/>
                </a:lnTo>
                <a:lnTo>
                  <a:pt x="247650" y="847725"/>
                </a:lnTo>
                <a:lnTo>
                  <a:pt x="247650" y="866775"/>
                </a:lnTo>
                <a:lnTo>
                  <a:pt x="238125" y="866775"/>
                </a:lnTo>
                <a:lnTo>
                  <a:pt x="238125" y="885825"/>
                </a:lnTo>
                <a:lnTo>
                  <a:pt x="228600" y="885825"/>
                </a:lnTo>
                <a:lnTo>
                  <a:pt x="228600" y="904875"/>
                </a:lnTo>
                <a:lnTo>
                  <a:pt x="219075" y="904875"/>
                </a:lnTo>
                <a:lnTo>
                  <a:pt x="219075" y="933450"/>
                </a:lnTo>
                <a:lnTo>
                  <a:pt x="209550" y="933450"/>
                </a:lnTo>
                <a:lnTo>
                  <a:pt x="209550" y="904875"/>
                </a:lnTo>
                <a:lnTo>
                  <a:pt x="200025" y="904875"/>
                </a:lnTo>
                <a:lnTo>
                  <a:pt x="200025" y="895350"/>
                </a:lnTo>
                <a:lnTo>
                  <a:pt x="190500" y="895350"/>
                </a:lnTo>
                <a:lnTo>
                  <a:pt x="190500" y="876300"/>
                </a:lnTo>
                <a:lnTo>
                  <a:pt x="180975" y="876300"/>
                </a:lnTo>
                <a:lnTo>
                  <a:pt x="180975" y="857250"/>
                </a:lnTo>
                <a:lnTo>
                  <a:pt x="190500" y="857250"/>
                </a:lnTo>
                <a:lnTo>
                  <a:pt x="190500" y="847725"/>
                </a:lnTo>
                <a:lnTo>
                  <a:pt x="200025" y="847725"/>
                </a:lnTo>
                <a:lnTo>
                  <a:pt x="200025" y="838200"/>
                </a:lnTo>
                <a:lnTo>
                  <a:pt x="209550" y="838200"/>
                </a:lnTo>
                <a:lnTo>
                  <a:pt x="209550" y="828675"/>
                </a:lnTo>
                <a:lnTo>
                  <a:pt x="219075" y="828675"/>
                </a:lnTo>
                <a:lnTo>
                  <a:pt x="219075" y="819150"/>
                </a:lnTo>
                <a:lnTo>
                  <a:pt x="238125" y="819150"/>
                </a:lnTo>
                <a:lnTo>
                  <a:pt x="238125" y="809625"/>
                </a:lnTo>
                <a:lnTo>
                  <a:pt x="257175" y="809625"/>
                </a:lnTo>
                <a:lnTo>
                  <a:pt x="257175" y="800100"/>
                </a:lnTo>
                <a:lnTo>
                  <a:pt x="333375" y="800100"/>
                </a:lnTo>
                <a:lnTo>
                  <a:pt x="333375" y="790575"/>
                </a:lnTo>
                <a:lnTo>
                  <a:pt x="352425" y="790575"/>
                </a:lnTo>
                <a:lnTo>
                  <a:pt x="352425" y="800100"/>
                </a:lnTo>
                <a:lnTo>
                  <a:pt x="361950" y="800100"/>
                </a:lnTo>
                <a:close/>
                <a:moveTo>
                  <a:pt x="381000" y="800100"/>
                </a:moveTo>
                <a:lnTo>
                  <a:pt x="390525" y="800100"/>
                </a:lnTo>
                <a:lnTo>
                  <a:pt x="390525" y="809625"/>
                </a:lnTo>
                <a:lnTo>
                  <a:pt x="381000" y="809625"/>
                </a:lnTo>
                <a:close/>
                <a:moveTo>
                  <a:pt x="295275" y="819150"/>
                </a:moveTo>
                <a:lnTo>
                  <a:pt x="314325" y="819150"/>
                </a:lnTo>
                <a:lnTo>
                  <a:pt x="314325" y="809625"/>
                </a:lnTo>
                <a:lnTo>
                  <a:pt x="295275" y="809625"/>
                </a:lnTo>
                <a:close/>
                <a:moveTo>
                  <a:pt x="609600" y="819150"/>
                </a:moveTo>
                <a:lnTo>
                  <a:pt x="619125" y="819150"/>
                </a:lnTo>
                <a:lnTo>
                  <a:pt x="619125" y="828675"/>
                </a:lnTo>
                <a:lnTo>
                  <a:pt x="609600" y="828675"/>
                </a:lnTo>
                <a:close/>
                <a:moveTo>
                  <a:pt x="628650" y="819150"/>
                </a:moveTo>
                <a:lnTo>
                  <a:pt x="638175" y="819150"/>
                </a:lnTo>
                <a:lnTo>
                  <a:pt x="638175" y="828675"/>
                </a:lnTo>
                <a:lnTo>
                  <a:pt x="628650" y="828675"/>
                </a:lnTo>
                <a:close/>
                <a:moveTo>
                  <a:pt x="314325" y="847725"/>
                </a:moveTo>
                <a:lnTo>
                  <a:pt x="323850" y="847725"/>
                </a:lnTo>
                <a:lnTo>
                  <a:pt x="323850" y="857250"/>
                </a:lnTo>
                <a:lnTo>
                  <a:pt x="314325" y="857250"/>
                </a:lnTo>
                <a:close/>
                <a:moveTo>
                  <a:pt x="438150" y="847725"/>
                </a:moveTo>
                <a:lnTo>
                  <a:pt x="447675" y="847725"/>
                </a:lnTo>
                <a:lnTo>
                  <a:pt x="447675" y="857250"/>
                </a:lnTo>
                <a:lnTo>
                  <a:pt x="438150" y="857250"/>
                </a:lnTo>
                <a:close/>
                <a:moveTo>
                  <a:pt x="485775" y="847725"/>
                </a:moveTo>
                <a:lnTo>
                  <a:pt x="495300" y="847725"/>
                </a:lnTo>
                <a:lnTo>
                  <a:pt x="495300" y="876300"/>
                </a:lnTo>
                <a:lnTo>
                  <a:pt x="504825" y="876300"/>
                </a:lnTo>
                <a:lnTo>
                  <a:pt x="504825" y="895350"/>
                </a:lnTo>
                <a:lnTo>
                  <a:pt x="485775" y="895350"/>
                </a:lnTo>
                <a:lnTo>
                  <a:pt x="485775" y="904875"/>
                </a:lnTo>
                <a:lnTo>
                  <a:pt x="466725" y="904875"/>
                </a:lnTo>
                <a:lnTo>
                  <a:pt x="466725" y="895350"/>
                </a:lnTo>
                <a:lnTo>
                  <a:pt x="457200" y="895350"/>
                </a:lnTo>
                <a:lnTo>
                  <a:pt x="457200" y="876300"/>
                </a:lnTo>
                <a:lnTo>
                  <a:pt x="447675" y="876300"/>
                </a:lnTo>
                <a:lnTo>
                  <a:pt x="447675" y="866775"/>
                </a:lnTo>
                <a:lnTo>
                  <a:pt x="457200" y="866775"/>
                </a:lnTo>
                <a:lnTo>
                  <a:pt x="457200" y="857250"/>
                </a:lnTo>
                <a:lnTo>
                  <a:pt x="485775" y="857250"/>
                </a:lnTo>
                <a:close/>
                <a:moveTo>
                  <a:pt x="638175" y="847725"/>
                </a:moveTo>
                <a:lnTo>
                  <a:pt x="657225" y="847725"/>
                </a:lnTo>
                <a:lnTo>
                  <a:pt x="657225" y="857250"/>
                </a:lnTo>
                <a:lnTo>
                  <a:pt x="638175" y="857250"/>
                </a:lnTo>
                <a:close/>
                <a:moveTo>
                  <a:pt x="276225" y="857250"/>
                </a:moveTo>
                <a:lnTo>
                  <a:pt x="285750" y="857250"/>
                </a:lnTo>
                <a:lnTo>
                  <a:pt x="285750" y="876300"/>
                </a:lnTo>
                <a:lnTo>
                  <a:pt x="295275" y="876300"/>
                </a:lnTo>
                <a:lnTo>
                  <a:pt x="295275" y="885825"/>
                </a:lnTo>
                <a:lnTo>
                  <a:pt x="304800" y="885825"/>
                </a:lnTo>
                <a:lnTo>
                  <a:pt x="304800" y="895350"/>
                </a:lnTo>
                <a:lnTo>
                  <a:pt x="314325" y="895350"/>
                </a:lnTo>
                <a:lnTo>
                  <a:pt x="314325" y="914400"/>
                </a:lnTo>
                <a:lnTo>
                  <a:pt x="304800" y="914400"/>
                </a:lnTo>
                <a:lnTo>
                  <a:pt x="304800" y="942975"/>
                </a:lnTo>
                <a:lnTo>
                  <a:pt x="266700" y="942975"/>
                </a:lnTo>
                <a:lnTo>
                  <a:pt x="266700" y="933450"/>
                </a:lnTo>
                <a:lnTo>
                  <a:pt x="257175" y="933450"/>
                </a:lnTo>
                <a:lnTo>
                  <a:pt x="257175" y="923925"/>
                </a:lnTo>
                <a:lnTo>
                  <a:pt x="238125" y="923925"/>
                </a:lnTo>
                <a:lnTo>
                  <a:pt x="238125" y="914400"/>
                </a:lnTo>
                <a:lnTo>
                  <a:pt x="247650" y="914400"/>
                </a:lnTo>
                <a:lnTo>
                  <a:pt x="247650" y="895350"/>
                </a:lnTo>
                <a:lnTo>
                  <a:pt x="257175" y="895350"/>
                </a:lnTo>
                <a:lnTo>
                  <a:pt x="257175" y="876300"/>
                </a:lnTo>
                <a:lnTo>
                  <a:pt x="266700" y="876300"/>
                </a:lnTo>
                <a:lnTo>
                  <a:pt x="266700" y="866775"/>
                </a:lnTo>
                <a:lnTo>
                  <a:pt x="276225" y="866775"/>
                </a:lnTo>
                <a:close/>
                <a:moveTo>
                  <a:pt x="333375" y="866775"/>
                </a:moveTo>
                <a:lnTo>
                  <a:pt x="342900" y="866775"/>
                </a:lnTo>
                <a:lnTo>
                  <a:pt x="342900" y="876300"/>
                </a:lnTo>
                <a:lnTo>
                  <a:pt x="333375" y="876300"/>
                </a:lnTo>
                <a:close/>
                <a:moveTo>
                  <a:pt x="638175" y="866775"/>
                </a:moveTo>
                <a:lnTo>
                  <a:pt x="647700" y="866775"/>
                </a:lnTo>
                <a:lnTo>
                  <a:pt x="647700" y="876300"/>
                </a:lnTo>
                <a:lnTo>
                  <a:pt x="638175" y="876300"/>
                </a:lnTo>
                <a:close/>
                <a:moveTo>
                  <a:pt x="504825" y="904875"/>
                </a:moveTo>
                <a:lnTo>
                  <a:pt x="514350" y="904875"/>
                </a:lnTo>
                <a:lnTo>
                  <a:pt x="514350" y="914400"/>
                </a:lnTo>
                <a:lnTo>
                  <a:pt x="504825" y="914400"/>
                </a:lnTo>
                <a:close/>
                <a:moveTo>
                  <a:pt x="866775" y="904875"/>
                </a:moveTo>
                <a:lnTo>
                  <a:pt x="885825" y="904875"/>
                </a:lnTo>
                <a:lnTo>
                  <a:pt x="885825" y="914400"/>
                </a:lnTo>
                <a:lnTo>
                  <a:pt x="933450" y="914400"/>
                </a:lnTo>
                <a:lnTo>
                  <a:pt x="933450" y="923925"/>
                </a:lnTo>
                <a:lnTo>
                  <a:pt x="952500" y="923925"/>
                </a:lnTo>
                <a:lnTo>
                  <a:pt x="952500" y="933450"/>
                </a:lnTo>
                <a:lnTo>
                  <a:pt x="971550" y="933450"/>
                </a:lnTo>
                <a:lnTo>
                  <a:pt x="971550" y="952500"/>
                </a:lnTo>
                <a:lnTo>
                  <a:pt x="981075" y="952500"/>
                </a:lnTo>
                <a:lnTo>
                  <a:pt x="981075" y="942975"/>
                </a:lnTo>
                <a:lnTo>
                  <a:pt x="1019175" y="942975"/>
                </a:lnTo>
                <a:lnTo>
                  <a:pt x="1019175" y="952500"/>
                </a:lnTo>
                <a:lnTo>
                  <a:pt x="1028700" y="952500"/>
                </a:lnTo>
                <a:lnTo>
                  <a:pt x="1028700" y="971550"/>
                </a:lnTo>
                <a:lnTo>
                  <a:pt x="1019175" y="971550"/>
                </a:lnTo>
                <a:lnTo>
                  <a:pt x="1019175" y="981075"/>
                </a:lnTo>
                <a:lnTo>
                  <a:pt x="1009650" y="981075"/>
                </a:lnTo>
                <a:lnTo>
                  <a:pt x="1009650" y="990600"/>
                </a:lnTo>
                <a:lnTo>
                  <a:pt x="1000125" y="990600"/>
                </a:lnTo>
                <a:lnTo>
                  <a:pt x="1000125" y="1009650"/>
                </a:lnTo>
                <a:lnTo>
                  <a:pt x="981075" y="1009650"/>
                </a:lnTo>
                <a:lnTo>
                  <a:pt x="981075" y="1000125"/>
                </a:lnTo>
                <a:lnTo>
                  <a:pt x="971550" y="1000125"/>
                </a:lnTo>
                <a:lnTo>
                  <a:pt x="971550" y="990600"/>
                </a:lnTo>
                <a:lnTo>
                  <a:pt x="962025" y="990600"/>
                </a:lnTo>
                <a:lnTo>
                  <a:pt x="962025" y="1000125"/>
                </a:lnTo>
                <a:lnTo>
                  <a:pt x="952500" y="1000125"/>
                </a:lnTo>
                <a:lnTo>
                  <a:pt x="952500" y="990600"/>
                </a:lnTo>
                <a:lnTo>
                  <a:pt x="923925" y="990600"/>
                </a:lnTo>
                <a:lnTo>
                  <a:pt x="923925" y="981075"/>
                </a:lnTo>
                <a:lnTo>
                  <a:pt x="914400" y="981075"/>
                </a:lnTo>
                <a:lnTo>
                  <a:pt x="914400" y="971550"/>
                </a:lnTo>
                <a:lnTo>
                  <a:pt x="895350" y="971550"/>
                </a:lnTo>
                <a:lnTo>
                  <a:pt x="895350" y="952500"/>
                </a:lnTo>
                <a:lnTo>
                  <a:pt x="876300" y="952500"/>
                </a:lnTo>
                <a:lnTo>
                  <a:pt x="876300" y="942975"/>
                </a:lnTo>
                <a:lnTo>
                  <a:pt x="857250" y="942975"/>
                </a:lnTo>
                <a:lnTo>
                  <a:pt x="857250" y="933450"/>
                </a:lnTo>
                <a:lnTo>
                  <a:pt x="838200" y="933450"/>
                </a:lnTo>
                <a:lnTo>
                  <a:pt x="838200" y="923925"/>
                </a:lnTo>
                <a:lnTo>
                  <a:pt x="857250" y="923925"/>
                </a:lnTo>
                <a:lnTo>
                  <a:pt x="857250" y="914400"/>
                </a:lnTo>
                <a:lnTo>
                  <a:pt x="866775" y="914400"/>
                </a:lnTo>
                <a:close/>
                <a:moveTo>
                  <a:pt x="1171575" y="904875"/>
                </a:moveTo>
                <a:lnTo>
                  <a:pt x="1181100" y="904875"/>
                </a:lnTo>
                <a:lnTo>
                  <a:pt x="1181100" y="914400"/>
                </a:lnTo>
                <a:lnTo>
                  <a:pt x="1171575" y="914400"/>
                </a:lnTo>
                <a:close/>
                <a:moveTo>
                  <a:pt x="1066800" y="962025"/>
                </a:moveTo>
                <a:lnTo>
                  <a:pt x="1095375" y="962025"/>
                </a:lnTo>
                <a:lnTo>
                  <a:pt x="1095375" y="990600"/>
                </a:lnTo>
                <a:lnTo>
                  <a:pt x="1085850" y="990600"/>
                </a:lnTo>
                <a:lnTo>
                  <a:pt x="1085850" y="981075"/>
                </a:lnTo>
                <a:lnTo>
                  <a:pt x="1076325" y="981075"/>
                </a:lnTo>
                <a:lnTo>
                  <a:pt x="1076325" y="971550"/>
                </a:lnTo>
                <a:lnTo>
                  <a:pt x="1066800" y="971550"/>
                </a:lnTo>
                <a:close/>
                <a:moveTo>
                  <a:pt x="466725" y="981075"/>
                </a:moveTo>
                <a:lnTo>
                  <a:pt x="476250" y="981075"/>
                </a:lnTo>
                <a:lnTo>
                  <a:pt x="476250" y="990600"/>
                </a:lnTo>
                <a:lnTo>
                  <a:pt x="514350" y="990600"/>
                </a:lnTo>
                <a:lnTo>
                  <a:pt x="514350" y="1000125"/>
                </a:lnTo>
                <a:lnTo>
                  <a:pt x="504825" y="1000125"/>
                </a:lnTo>
                <a:lnTo>
                  <a:pt x="504825" y="1028700"/>
                </a:lnTo>
                <a:lnTo>
                  <a:pt x="495300" y="1028700"/>
                </a:lnTo>
                <a:lnTo>
                  <a:pt x="495300" y="1047750"/>
                </a:lnTo>
                <a:lnTo>
                  <a:pt x="485775" y="1047750"/>
                </a:lnTo>
                <a:lnTo>
                  <a:pt x="485775" y="1066800"/>
                </a:lnTo>
                <a:lnTo>
                  <a:pt x="476250" y="1066800"/>
                </a:lnTo>
                <a:lnTo>
                  <a:pt x="476250" y="1057275"/>
                </a:lnTo>
                <a:lnTo>
                  <a:pt x="466725" y="1057275"/>
                </a:lnTo>
                <a:lnTo>
                  <a:pt x="466725" y="1047750"/>
                </a:lnTo>
                <a:lnTo>
                  <a:pt x="457200" y="1047750"/>
                </a:lnTo>
                <a:lnTo>
                  <a:pt x="457200" y="1028700"/>
                </a:lnTo>
                <a:lnTo>
                  <a:pt x="466725" y="1028700"/>
                </a:lnTo>
                <a:close/>
                <a:moveTo>
                  <a:pt x="657225" y="981075"/>
                </a:moveTo>
                <a:lnTo>
                  <a:pt x="666750" y="981075"/>
                </a:lnTo>
                <a:lnTo>
                  <a:pt x="666750" y="1019175"/>
                </a:lnTo>
                <a:lnTo>
                  <a:pt x="657225" y="1019175"/>
                </a:lnTo>
                <a:close/>
                <a:moveTo>
                  <a:pt x="676275" y="981075"/>
                </a:moveTo>
                <a:lnTo>
                  <a:pt x="685800" y="981075"/>
                </a:lnTo>
                <a:lnTo>
                  <a:pt x="685800" y="1019175"/>
                </a:lnTo>
                <a:lnTo>
                  <a:pt x="676275" y="1019175"/>
                </a:lnTo>
                <a:close/>
                <a:moveTo>
                  <a:pt x="1038225" y="990600"/>
                </a:moveTo>
                <a:lnTo>
                  <a:pt x="1057275" y="990600"/>
                </a:lnTo>
                <a:lnTo>
                  <a:pt x="1057275" y="1000125"/>
                </a:lnTo>
                <a:lnTo>
                  <a:pt x="1066800" y="1000125"/>
                </a:lnTo>
                <a:lnTo>
                  <a:pt x="1066800" y="1009650"/>
                </a:lnTo>
                <a:lnTo>
                  <a:pt x="1076325" y="1009650"/>
                </a:lnTo>
                <a:lnTo>
                  <a:pt x="1076325" y="1019175"/>
                </a:lnTo>
                <a:lnTo>
                  <a:pt x="1085850" y="1019175"/>
                </a:lnTo>
                <a:lnTo>
                  <a:pt x="1085850" y="1028700"/>
                </a:lnTo>
                <a:lnTo>
                  <a:pt x="1066800" y="1028700"/>
                </a:lnTo>
                <a:lnTo>
                  <a:pt x="1066800" y="1038225"/>
                </a:lnTo>
                <a:lnTo>
                  <a:pt x="1057275" y="1038225"/>
                </a:lnTo>
                <a:lnTo>
                  <a:pt x="1057275" y="1047750"/>
                </a:lnTo>
                <a:lnTo>
                  <a:pt x="1047750" y="1047750"/>
                </a:lnTo>
                <a:lnTo>
                  <a:pt x="1047750" y="1028700"/>
                </a:lnTo>
                <a:lnTo>
                  <a:pt x="1019175" y="1028700"/>
                </a:lnTo>
                <a:lnTo>
                  <a:pt x="1019175" y="1009650"/>
                </a:lnTo>
                <a:lnTo>
                  <a:pt x="1028700" y="1009650"/>
                </a:lnTo>
                <a:lnTo>
                  <a:pt x="1028700" y="1000125"/>
                </a:lnTo>
                <a:lnTo>
                  <a:pt x="1038225" y="1000125"/>
                </a:lnTo>
                <a:close/>
                <a:moveTo>
                  <a:pt x="123825" y="1019175"/>
                </a:moveTo>
                <a:lnTo>
                  <a:pt x="142875" y="1019175"/>
                </a:lnTo>
                <a:lnTo>
                  <a:pt x="142875" y="1028700"/>
                </a:lnTo>
                <a:lnTo>
                  <a:pt x="152400" y="1028700"/>
                </a:lnTo>
                <a:lnTo>
                  <a:pt x="152400" y="1019175"/>
                </a:lnTo>
                <a:lnTo>
                  <a:pt x="161925" y="1019175"/>
                </a:lnTo>
                <a:lnTo>
                  <a:pt x="161925" y="1028700"/>
                </a:lnTo>
                <a:lnTo>
                  <a:pt x="180975" y="1028700"/>
                </a:lnTo>
                <a:lnTo>
                  <a:pt x="180975" y="1047750"/>
                </a:lnTo>
                <a:lnTo>
                  <a:pt x="171450" y="1047750"/>
                </a:lnTo>
                <a:lnTo>
                  <a:pt x="171450" y="1085850"/>
                </a:lnTo>
                <a:lnTo>
                  <a:pt x="190500" y="1085850"/>
                </a:lnTo>
                <a:lnTo>
                  <a:pt x="190500" y="1057275"/>
                </a:lnTo>
                <a:lnTo>
                  <a:pt x="200025" y="1057275"/>
                </a:lnTo>
                <a:lnTo>
                  <a:pt x="200025" y="1028700"/>
                </a:lnTo>
                <a:lnTo>
                  <a:pt x="209550" y="1028700"/>
                </a:lnTo>
                <a:lnTo>
                  <a:pt x="209550" y="1038225"/>
                </a:lnTo>
                <a:lnTo>
                  <a:pt x="247650" y="1038225"/>
                </a:lnTo>
                <a:lnTo>
                  <a:pt x="247650" y="1047750"/>
                </a:lnTo>
                <a:lnTo>
                  <a:pt x="266700" y="1047750"/>
                </a:lnTo>
                <a:lnTo>
                  <a:pt x="266700" y="1066800"/>
                </a:lnTo>
                <a:lnTo>
                  <a:pt x="257175" y="1066800"/>
                </a:lnTo>
                <a:lnTo>
                  <a:pt x="257175" y="1104900"/>
                </a:lnTo>
                <a:lnTo>
                  <a:pt x="247650" y="1104900"/>
                </a:lnTo>
                <a:lnTo>
                  <a:pt x="247650" y="1133475"/>
                </a:lnTo>
                <a:lnTo>
                  <a:pt x="219075" y="1133475"/>
                </a:lnTo>
                <a:lnTo>
                  <a:pt x="219075" y="1123950"/>
                </a:lnTo>
                <a:lnTo>
                  <a:pt x="190500" y="1123950"/>
                </a:lnTo>
                <a:lnTo>
                  <a:pt x="190500" y="1104900"/>
                </a:lnTo>
                <a:lnTo>
                  <a:pt x="180975" y="1104900"/>
                </a:lnTo>
                <a:lnTo>
                  <a:pt x="180975" y="1095375"/>
                </a:lnTo>
                <a:lnTo>
                  <a:pt x="161925" y="1095375"/>
                </a:lnTo>
                <a:lnTo>
                  <a:pt x="161925" y="1104900"/>
                </a:lnTo>
                <a:lnTo>
                  <a:pt x="133350" y="1104900"/>
                </a:lnTo>
                <a:lnTo>
                  <a:pt x="133350" y="1095375"/>
                </a:lnTo>
                <a:lnTo>
                  <a:pt x="114300" y="1095375"/>
                </a:lnTo>
                <a:lnTo>
                  <a:pt x="114300" y="1104900"/>
                </a:lnTo>
                <a:lnTo>
                  <a:pt x="104775" y="1104900"/>
                </a:lnTo>
                <a:lnTo>
                  <a:pt x="104775" y="1123950"/>
                </a:lnTo>
                <a:lnTo>
                  <a:pt x="95250" y="1123950"/>
                </a:lnTo>
                <a:lnTo>
                  <a:pt x="95250" y="1104900"/>
                </a:lnTo>
                <a:lnTo>
                  <a:pt x="85725" y="1104900"/>
                </a:lnTo>
                <a:lnTo>
                  <a:pt x="85725" y="1114425"/>
                </a:lnTo>
                <a:lnTo>
                  <a:pt x="76200" y="1114425"/>
                </a:lnTo>
                <a:lnTo>
                  <a:pt x="76200" y="1104900"/>
                </a:lnTo>
                <a:lnTo>
                  <a:pt x="66675" y="1104900"/>
                </a:lnTo>
                <a:lnTo>
                  <a:pt x="66675" y="1114425"/>
                </a:lnTo>
                <a:lnTo>
                  <a:pt x="57150" y="1114425"/>
                </a:lnTo>
                <a:lnTo>
                  <a:pt x="57150" y="1095375"/>
                </a:lnTo>
                <a:lnTo>
                  <a:pt x="66675" y="1095375"/>
                </a:lnTo>
                <a:lnTo>
                  <a:pt x="66675" y="1066800"/>
                </a:lnTo>
                <a:lnTo>
                  <a:pt x="76200" y="1066800"/>
                </a:lnTo>
                <a:lnTo>
                  <a:pt x="76200" y="1057275"/>
                </a:lnTo>
                <a:lnTo>
                  <a:pt x="85725" y="1057275"/>
                </a:lnTo>
                <a:lnTo>
                  <a:pt x="85725" y="1047750"/>
                </a:lnTo>
                <a:lnTo>
                  <a:pt x="95250" y="1047750"/>
                </a:lnTo>
                <a:lnTo>
                  <a:pt x="95250" y="1038225"/>
                </a:lnTo>
                <a:lnTo>
                  <a:pt x="114300" y="1038225"/>
                </a:lnTo>
                <a:lnTo>
                  <a:pt x="114300" y="1028700"/>
                </a:lnTo>
                <a:lnTo>
                  <a:pt x="123825" y="1028700"/>
                </a:lnTo>
                <a:close/>
                <a:moveTo>
                  <a:pt x="809625" y="1038225"/>
                </a:moveTo>
                <a:lnTo>
                  <a:pt x="819150" y="1038225"/>
                </a:lnTo>
                <a:lnTo>
                  <a:pt x="819150" y="1047750"/>
                </a:lnTo>
                <a:lnTo>
                  <a:pt x="828675" y="1047750"/>
                </a:lnTo>
                <a:lnTo>
                  <a:pt x="828675" y="1057275"/>
                </a:lnTo>
                <a:lnTo>
                  <a:pt x="838200" y="1057275"/>
                </a:lnTo>
                <a:lnTo>
                  <a:pt x="838200" y="1085850"/>
                </a:lnTo>
                <a:lnTo>
                  <a:pt x="847725" y="1085850"/>
                </a:lnTo>
                <a:lnTo>
                  <a:pt x="847725" y="1095375"/>
                </a:lnTo>
                <a:lnTo>
                  <a:pt x="838200" y="1095375"/>
                </a:lnTo>
                <a:lnTo>
                  <a:pt x="838200" y="1114425"/>
                </a:lnTo>
                <a:lnTo>
                  <a:pt x="847725" y="1114425"/>
                </a:lnTo>
                <a:lnTo>
                  <a:pt x="847725" y="1095375"/>
                </a:lnTo>
                <a:lnTo>
                  <a:pt x="857250" y="1095375"/>
                </a:lnTo>
                <a:lnTo>
                  <a:pt x="857250" y="1085850"/>
                </a:lnTo>
                <a:lnTo>
                  <a:pt x="866775" y="1085850"/>
                </a:lnTo>
                <a:lnTo>
                  <a:pt x="866775" y="1104900"/>
                </a:lnTo>
                <a:lnTo>
                  <a:pt x="857250" y="1104900"/>
                </a:lnTo>
                <a:lnTo>
                  <a:pt x="857250" y="1114425"/>
                </a:lnTo>
                <a:lnTo>
                  <a:pt x="847725" y="1114425"/>
                </a:lnTo>
                <a:lnTo>
                  <a:pt x="847725" y="1123950"/>
                </a:lnTo>
                <a:lnTo>
                  <a:pt x="809625" y="1123950"/>
                </a:lnTo>
                <a:lnTo>
                  <a:pt x="809625" y="1095375"/>
                </a:lnTo>
                <a:lnTo>
                  <a:pt x="819150" y="1095375"/>
                </a:lnTo>
                <a:lnTo>
                  <a:pt x="819150" y="1076325"/>
                </a:lnTo>
                <a:lnTo>
                  <a:pt x="809625" y="1076325"/>
                </a:lnTo>
                <a:close/>
                <a:moveTo>
                  <a:pt x="1085850" y="1047750"/>
                </a:moveTo>
                <a:lnTo>
                  <a:pt x="1095375" y="1047750"/>
                </a:lnTo>
                <a:lnTo>
                  <a:pt x="1095375" y="1057275"/>
                </a:lnTo>
                <a:lnTo>
                  <a:pt x="1104900" y="1057275"/>
                </a:lnTo>
                <a:lnTo>
                  <a:pt x="1104900" y="1066800"/>
                </a:lnTo>
                <a:lnTo>
                  <a:pt x="1181100" y="1066800"/>
                </a:lnTo>
                <a:lnTo>
                  <a:pt x="1181100" y="1123950"/>
                </a:lnTo>
                <a:lnTo>
                  <a:pt x="1171575" y="1123950"/>
                </a:lnTo>
                <a:lnTo>
                  <a:pt x="1171575" y="1133475"/>
                </a:lnTo>
                <a:lnTo>
                  <a:pt x="1162050" y="1133475"/>
                </a:lnTo>
                <a:lnTo>
                  <a:pt x="1162050" y="1123950"/>
                </a:lnTo>
                <a:lnTo>
                  <a:pt x="1143000" y="1123950"/>
                </a:lnTo>
                <a:lnTo>
                  <a:pt x="1143000" y="1114425"/>
                </a:lnTo>
                <a:lnTo>
                  <a:pt x="1123950" y="1114425"/>
                </a:lnTo>
                <a:lnTo>
                  <a:pt x="1123950" y="1104900"/>
                </a:lnTo>
                <a:lnTo>
                  <a:pt x="1114425" y="1104900"/>
                </a:lnTo>
                <a:lnTo>
                  <a:pt x="1114425" y="1095375"/>
                </a:lnTo>
                <a:lnTo>
                  <a:pt x="1104900" y="1095375"/>
                </a:lnTo>
                <a:lnTo>
                  <a:pt x="1104900" y="1085850"/>
                </a:lnTo>
                <a:lnTo>
                  <a:pt x="1085850" y="1085850"/>
                </a:lnTo>
                <a:lnTo>
                  <a:pt x="1085850" y="1076325"/>
                </a:lnTo>
                <a:lnTo>
                  <a:pt x="1066800" y="1076325"/>
                </a:lnTo>
                <a:lnTo>
                  <a:pt x="1066800" y="1057275"/>
                </a:lnTo>
                <a:lnTo>
                  <a:pt x="1085850" y="1057275"/>
                </a:lnTo>
                <a:close/>
                <a:moveTo>
                  <a:pt x="161925" y="1104900"/>
                </a:moveTo>
                <a:lnTo>
                  <a:pt x="180975" y="1104900"/>
                </a:lnTo>
                <a:lnTo>
                  <a:pt x="180975" y="1114425"/>
                </a:lnTo>
                <a:lnTo>
                  <a:pt x="161925" y="1114425"/>
                </a:lnTo>
                <a:close/>
                <a:moveTo>
                  <a:pt x="819150" y="1104900"/>
                </a:moveTo>
                <a:lnTo>
                  <a:pt x="828675" y="1104900"/>
                </a:lnTo>
                <a:lnTo>
                  <a:pt x="828675" y="1095375"/>
                </a:lnTo>
                <a:lnTo>
                  <a:pt x="819150" y="1095375"/>
                </a:lnTo>
                <a:close/>
                <a:moveTo>
                  <a:pt x="876300" y="1104900"/>
                </a:moveTo>
                <a:lnTo>
                  <a:pt x="904875" y="1104900"/>
                </a:lnTo>
                <a:lnTo>
                  <a:pt x="904875" y="1114425"/>
                </a:lnTo>
                <a:lnTo>
                  <a:pt x="933450" y="1114425"/>
                </a:lnTo>
                <a:lnTo>
                  <a:pt x="933450" y="1123950"/>
                </a:lnTo>
                <a:lnTo>
                  <a:pt x="952500" y="1123950"/>
                </a:lnTo>
                <a:lnTo>
                  <a:pt x="952500" y="1133475"/>
                </a:lnTo>
                <a:lnTo>
                  <a:pt x="971550" y="1133475"/>
                </a:lnTo>
                <a:lnTo>
                  <a:pt x="971550" y="1143000"/>
                </a:lnTo>
                <a:lnTo>
                  <a:pt x="962025" y="1143000"/>
                </a:lnTo>
                <a:lnTo>
                  <a:pt x="962025" y="1190625"/>
                </a:lnTo>
                <a:lnTo>
                  <a:pt x="971550" y="1190625"/>
                </a:lnTo>
                <a:lnTo>
                  <a:pt x="971550" y="1200150"/>
                </a:lnTo>
                <a:lnTo>
                  <a:pt x="981075" y="1200150"/>
                </a:lnTo>
                <a:lnTo>
                  <a:pt x="981075" y="1219200"/>
                </a:lnTo>
                <a:lnTo>
                  <a:pt x="971550" y="1219200"/>
                </a:lnTo>
                <a:lnTo>
                  <a:pt x="971550" y="1228725"/>
                </a:lnTo>
                <a:lnTo>
                  <a:pt x="962025" y="1228725"/>
                </a:lnTo>
                <a:lnTo>
                  <a:pt x="962025" y="1219200"/>
                </a:lnTo>
                <a:lnTo>
                  <a:pt x="895350" y="1219200"/>
                </a:lnTo>
                <a:lnTo>
                  <a:pt x="895350" y="1209675"/>
                </a:lnTo>
                <a:lnTo>
                  <a:pt x="885825" y="1209675"/>
                </a:lnTo>
                <a:lnTo>
                  <a:pt x="885825" y="1190625"/>
                </a:lnTo>
                <a:lnTo>
                  <a:pt x="914400" y="1190625"/>
                </a:lnTo>
                <a:lnTo>
                  <a:pt x="914400" y="1181100"/>
                </a:lnTo>
                <a:lnTo>
                  <a:pt x="904875" y="1181100"/>
                </a:lnTo>
                <a:lnTo>
                  <a:pt x="904875" y="1162050"/>
                </a:lnTo>
                <a:lnTo>
                  <a:pt x="895350" y="1162050"/>
                </a:lnTo>
                <a:lnTo>
                  <a:pt x="895350" y="1143000"/>
                </a:lnTo>
                <a:lnTo>
                  <a:pt x="876300" y="1143000"/>
                </a:lnTo>
                <a:lnTo>
                  <a:pt x="876300" y="1133475"/>
                </a:lnTo>
                <a:lnTo>
                  <a:pt x="866775" y="1133475"/>
                </a:lnTo>
                <a:lnTo>
                  <a:pt x="866775" y="1123950"/>
                </a:lnTo>
                <a:lnTo>
                  <a:pt x="876300" y="1123950"/>
                </a:lnTo>
                <a:close/>
                <a:moveTo>
                  <a:pt x="876300" y="1133475"/>
                </a:moveTo>
                <a:lnTo>
                  <a:pt x="885825" y="1133475"/>
                </a:lnTo>
                <a:lnTo>
                  <a:pt x="885825" y="1123950"/>
                </a:lnTo>
                <a:lnTo>
                  <a:pt x="876300" y="1123950"/>
                </a:lnTo>
                <a:close/>
                <a:moveTo>
                  <a:pt x="904875" y="1152525"/>
                </a:moveTo>
                <a:lnTo>
                  <a:pt x="914400" y="1152525"/>
                </a:lnTo>
                <a:lnTo>
                  <a:pt x="914400" y="1143000"/>
                </a:lnTo>
                <a:lnTo>
                  <a:pt x="904875" y="1143000"/>
                </a:lnTo>
                <a:close/>
                <a:moveTo>
                  <a:pt x="190500" y="1181100"/>
                </a:moveTo>
                <a:lnTo>
                  <a:pt x="200025" y="1181100"/>
                </a:lnTo>
                <a:lnTo>
                  <a:pt x="200025" y="1200150"/>
                </a:lnTo>
                <a:lnTo>
                  <a:pt x="190500" y="1200150"/>
                </a:lnTo>
                <a:lnTo>
                  <a:pt x="190500" y="1257300"/>
                </a:lnTo>
                <a:lnTo>
                  <a:pt x="180975" y="1257300"/>
                </a:lnTo>
                <a:lnTo>
                  <a:pt x="180975" y="1238250"/>
                </a:lnTo>
                <a:lnTo>
                  <a:pt x="171450" y="1238250"/>
                </a:lnTo>
                <a:lnTo>
                  <a:pt x="171450" y="1247775"/>
                </a:lnTo>
                <a:lnTo>
                  <a:pt x="161925" y="1247775"/>
                </a:lnTo>
                <a:lnTo>
                  <a:pt x="161925" y="1257300"/>
                </a:lnTo>
                <a:lnTo>
                  <a:pt x="152400" y="1257300"/>
                </a:lnTo>
                <a:lnTo>
                  <a:pt x="152400" y="1266825"/>
                </a:lnTo>
                <a:lnTo>
                  <a:pt x="123825" y="1266825"/>
                </a:lnTo>
                <a:lnTo>
                  <a:pt x="123825" y="1257300"/>
                </a:lnTo>
                <a:lnTo>
                  <a:pt x="104775" y="1257300"/>
                </a:lnTo>
                <a:lnTo>
                  <a:pt x="104775" y="1247775"/>
                </a:lnTo>
                <a:lnTo>
                  <a:pt x="95250" y="1247775"/>
                </a:lnTo>
                <a:lnTo>
                  <a:pt x="95250" y="1219200"/>
                </a:lnTo>
                <a:lnTo>
                  <a:pt x="133350" y="1219200"/>
                </a:lnTo>
                <a:lnTo>
                  <a:pt x="133350" y="1209675"/>
                </a:lnTo>
                <a:lnTo>
                  <a:pt x="152400" y="1209675"/>
                </a:lnTo>
                <a:lnTo>
                  <a:pt x="152400" y="1200150"/>
                </a:lnTo>
                <a:lnTo>
                  <a:pt x="161925" y="1200150"/>
                </a:lnTo>
                <a:lnTo>
                  <a:pt x="161925" y="1190625"/>
                </a:lnTo>
                <a:lnTo>
                  <a:pt x="190500" y="1190625"/>
                </a:lnTo>
                <a:close/>
                <a:moveTo>
                  <a:pt x="1095375" y="1200150"/>
                </a:moveTo>
                <a:lnTo>
                  <a:pt x="1114425" y="1200150"/>
                </a:lnTo>
                <a:lnTo>
                  <a:pt x="1114425" y="1209675"/>
                </a:lnTo>
                <a:lnTo>
                  <a:pt x="1162050" y="1209675"/>
                </a:lnTo>
                <a:lnTo>
                  <a:pt x="1162050" y="1219200"/>
                </a:lnTo>
                <a:lnTo>
                  <a:pt x="1143000" y="1219200"/>
                </a:lnTo>
                <a:lnTo>
                  <a:pt x="1143000" y="1228725"/>
                </a:lnTo>
                <a:lnTo>
                  <a:pt x="1152525" y="1228725"/>
                </a:lnTo>
                <a:lnTo>
                  <a:pt x="1152525" y="1238250"/>
                </a:lnTo>
                <a:lnTo>
                  <a:pt x="1162050" y="1238250"/>
                </a:lnTo>
                <a:lnTo>
                  <a:pt x="1162050" y="1228725"/>
                </a:lnTo>
                <a:lnTo>
                  <a:pt x="1171575" y="1228725"/>
                </a:lnTo>
                <a:lnTo>
                  <a:pt x="1171575" y="1238250"/>
                </a:lnTo>
                <a:lnTo>
                  <a:pt x="1181100" y="1238250"/>
                </a:lnTo>
                <a:lnTo>
                  <a:pt x="1181100" y="1257300"/>
                </a:lnTo>
                <a:lnTo>
                  <a:pt x="1076325" y="1257300"/>
                </a:lnTo>
                <a:lnTo>
                  <a:pt x="1076325" y="1247775"/>
                </a:lnTo>
                <a:lnTo>
                  <a:pt x="1057275" y="1247775"/>
                </a:lnTo>
                <a:lnTo>
                  <a:pt x="1057275" y="1238250"/>
                </a:lnTo>
                <a:lnTo>
                  <a:pt x="1047750" y="1238250"/>
                </a:lnTo>
                <a:lnTo>
                  <a:pt x="1047750" y="1228725"/>
                </a:lnTo>
                <a:lnTo>
                  <a:pt x="1028700" y="1228725"/>
                </a:lnTo>
                <a:lnTo>
                  <a:pt x="1028700" y="1219200"/>
                </a:lnTo>
                <a:lnTo>
                  <a:pt x="1038225" y="1219200"/>
                </a:lnTo>
                <a:lnTo>
                  <a:pt x="1038225" y="1209675"/>
                </a:lnTo>
                <a:lnTo>
                  <a:pt x="1095375" y="1209675"/>
                </a:lnTo>
                <a:close/>
                <a:moveTo>
                  <a:pt x="209550" y="1219200"/>
                </a:moveTo>
                <a:lnTo>
                  <a:pt x="219075" y="1219200"/>
                </a:lnTo>
                <a:lnTo>
                  <a:pt x="219075" y="1228725"/>
                </a:lnTo>
                <a:lnTo>
                  <a:pt x="209550" y="1228725"/>
                </a:lnTo>
                <a:close/>
                <a:moveTo>
                  <a:pt x="828675" y="1228725"/>
                </a:moveTo>
                <a:lnTo>
                  <a:pt x="838200" y="1228725"/>
                </a:lnTo>
                <a:lnTo>
                  <a:pt x="838200" y="1238250"/>
                </a:lnTo>
                <a:lnTo>
                  <a:pt x="828675" y="1238250"/>
                </a:lnTo>
                <a:close/>
                <a:moveTo>
                  <a:pt x="838200" y="1238250"/>
                </a:moveTo>
                <a:lnTo>
                  <a:pt x="857250" y="1238250"/>
                </a:lnTo>
                <a:lnTo>
                  <a:pt x="857250" y="1247775"/>
                </a:lnTo>
                <a:lnTo>
                  <a:pt x="838200" y="1247775"/>
                </a:lnTo>
                <a:close/>
                <a:moveTo>
                  <a:pt x="104775" y="1247775"/>
                </a:moveTo>
                <a:lnTo>
                  <a:pt x="114300" y="1247775"/>
                </a:lnTo>
                <a:lnTo>
                  <a:pt x="114300" y="1238250"/>
                </a:lnTo>
                <a:lnTo>
                  <a:pt x="104775" y="1238250"/>
                </a:lnTo>
                <a:close/>
                <a:moveTo>
                  <a:pt x="857250" y="1247775"/>
                </a:moveTo>
                <a:lnTo>
                  <a:pt x="876300" y="1247775"/>
                </a:lnTo>
                <a:lnTo>
                  <a:pt x="876300" y="1257300"/>
                </a:lnTo>
                <a:lnTo>
                  <a:pt x="857250" y="1257300"/>
                </a:lnTo>
                <a:close/>
                <a:moveTo>
                  <a:pt x="76200" y="1266825"/>
                </a:moveTo>
                <a:lnTo>
                  <a:pt x="95250" y="1266825"/>
                </a:lnTo>
                <a:lnTo>
                  <a:pt x="95250" y="1276350"/>
                </a:lnTo>
                <a:lnTo>
                  <a:pt x="114300" y="1276350"/>
                </a:lnTo>
                <a:lnTo>
                  <a:pt x="114300" y="1285875"/>
                </a:lnTo>
                <a:lnTo>
                  <a:pt x="104775" y="1285875"/>
                </a:lnTo>
                <a:lnTo>
                  <a:pt x="104775" y="1304925"/>
                </a:lnTo>
                <a:lnTo>
                  <a:pt x="95250" y="1304925"/>
                </a:lnTo>
                <a:lnTo>
                  <a:pt x="95250" y="1314450"/>
                </a:lnTo>
                <a:lnTo>
                  <a:pt x="85725" y="1314450"/>
                </a:lnTo>
                <a:lnTo>
                  <a:pt x="85725" y="1295400"/>
                </a:lnTo>
                <a:lnTo>
                  <a:pt x="76200" y="1295400"/>
                </a:lnTo>
                <a:close/>
                <a:moveTo>
                  <a:pt x="247650" y="1276350"/>
                </a:moveTo>
                <a:lnTo>
                  <a:pt x="257175" y="1276350"/>
                </a:lnTo>
                <a:lnTo>
                  <a:pt x="257175" y="1285875"/>
                </a:lnTo>
                <a:lnTo>
                  <a:pt x="247650" y="1285875"/>
                </a:lnTo>
                <a:close/>
                <a:moveTo>
                  <a:pt x="133350" y="1285875"/>
                </a:moveTo>
                <a:lnTo>
                  <a:pt x="142875" y="1285875"/>
                </a:lnTo>
                <a:lnTo>
                  <a:pt x="142875" y="1295400"/>
                </a:lnTo>
                <a:lnTo>
                  <a:pt x="133350" y="1295400"/>
                </a:lnTo>
                <a:close/>
                <a:moveTo>
                  <a:pt x="95250" y="1314450"/>
                </a:moveTo>
                <a:lnTo>
                  <a:pt x="104775" y="1314450"/>
                </a:lnTo>
                <a:lnTo>
                  <a:pt x="104775" y="1323975"/>
                </a:lnTo>
                <a:lnTo>
                  <a:pt x="95250" y="1323975"/>
                </a:lnTo>
                <a:close/>
                <a:moveTo>
                  <a:pt x="590550" y="1466850"/>
                </a:moveTo>
                <a:lnTo>
                  <a:pt x="609600" y="1466850"/>
                </a:lnTo>
                <a:lnTo>
                  <a:pt x="609600" y="1476375"/>
                </a:lnTo>
                <a:lnTo>
                  <a:pt x="590550" y="1476375"/>
                </a:lnTo>
                <a:close/>
                <a:moveTo>
                  <a:pt x="466725" y="1476375"/>
                </a:moveTo>
                <a:lnTo>
                  <a:pt x="590550" y="1476375"/>
                </a:lnTo>
                <a:lnTo>
                  <a:pt x="590550" y="1485900"/>
                </a:lnTo>
                <a:lnTo>
                  <a:pt x="533400" y="1485900"/>
                </a:lnTo>
                <a:lnTo>
                  <a:pt x="533400" y="1495425"/>
                </a:lnTo>
                <a:lnTo>
                  <a:pt x="542925" y="1495425"/>
                </a:lnTo>
                <a:lnTo>
                  <a:pt x="542925" y="1504950"/>
                </a:lnTo>
                <a:lnTo>
                  <a:pt x="514350" y="1504950"/>
                </a:lnTo>
                <a:lnTo>
                  <a:pt x="514350" y="1514475"/>
                </a:lnTo>
                <a:lnTo>
                  <a:pt x="495300" y="1514475"/>
                </a:lnTo>
                <a:lnTo>
                  <a:pt x="495300" y="1524000"/>
                </a:lnTo>
                <a:lnTo>
                  <a:pt x="485775" y="1524000"/>
                </a:lnTo>
                <a:lnTo>
                  <a:pt x="485775" y="1514475"/>
                </a:lnTo>
                <a:lnTo>
                  <a:pt x="476250" y="1514475"/>
                </a:lnTo>
                <a:lnTo>
                  <a:pt x="476250" y="1485900"/>
                </a:lnTo>
                <a:lnTo>
                  <a:pt x="466725" y="1485900"/>
                </a:lnTo>
                <a:close/>
                <a:moveTo>
                  <a:pt x="323850" y="1504950"/>
                </a:moveTo>
                <a:lnTo>
                  <a:pt x="333375" y="1504950"/>
                </a:lnTo>
                <a:lnTo>
                  <a:pt x="333375" y="1514475"/>
                </a:lnTo>
                <a:lnTo>
                  <a:pt x="323850" y="1514475"/>
                </a:lnTo>
                <a:close/>
                <a:moveTo>
                  <a:pt x="304800" y="1514475"/>
                </a:moveTo>
                <a:lnTo>
                  <a:pt x="314325" y="1514475"/>
                </a:lnTo>
                <a:lnTo>
                  <a:pt x="314325" y="1524000"/>
                </a:lnTo>
                <a:lnTo>
                  <a:pt x="323850" y="1524000"/>
                </a:lnTo>
                <a:lnTo>
                  <a:pt x="323850" y="1619250"/>
                </a:lnTo>
                <a:lnTo>
                  <a:pt x="314325" y="1619250"/>
                </a:lnTo>
                <a:lnTo>
                  <a:pt x="314325" y="1600200"/>
                </a:lnTo>
                <a:lnTo>
                  <a:pt x="304800" y="1600200"/>
                </a:lnTo>
                <a:lnTo>
                  <a:pt x="304800" y="1609725"/>
                </a:lnTo>
                <a:lnTo>
                  <a:pt x="285750" y="1609725"/>
                </a:lnTo>
                <a:lnTo>
                  <a:pt x="285750" y="1619250"/>
                </a:lnTo>
                <a:lnTo>
                  <a:pt x="266700" y="1619250"/>
                </a:lnTo>
                <a:lnTo>
                  <a:pt x="266700" y="1628775"/>
                </a:lnTo>
                <a:lnTo>
                  <a:pt x="257175" y="1628775"/>
                </a:lnTo>
                <a:lnTo>
                  <a:pt x="257175" y="1609725"/>
                </a:lnTo>
                <a:lnTo>
                  <a:pt x="247650" y="1609725"/>
                </a:lnTo>
                <a:lnTo>
                  <a:pt x="247650" y="1581150"/>
                </a:lnTo>
                <a:lnTo>
                  <a:pt x="257175" y="1581150"/>
                </a:lnTo>
                <a:lnTo>
                  <a:pt x="257175" y="1609725"/>
                </a:lnTo>
                <a:lnTo>
                  <a:pt x="266700" y="1609725"/>
                </a:lnTo>
                <a:lnTo>
                  <a:pt x="266700" y="1581150"/>
                </a:lnTo>
                <a:lnTo>
                  <a:pt x="276225" y="1581150"/>
                </a:lnTo>
                <a:lnTo>
                  <a:pt x="276225" y="1571625"/>
                </a:lnTo>
                <a:lnTo>
                  <a:pt x="285750" y="1571625"/>
                </a:lnTo>
                <a:lnTo>
                  <a:pt x="285750" y="1524000"/>
                </a:lnTo>
                <a:lnTo>
                  <a:pt x="304800" y="1524000"/>
                </a:lnTo>
                <a:close/>
                <a:moveTo>
                  <a:pt x="419100" y="1533525"/>
                </a:moveTo>
                <a:lnTo>
                  <a:pt x="428625" y="1533525"/>
                </a:lnTo>
                <a:lnTo>
                  <a:pt x="428625" y="1543050"/>
                </a:lnTo>
                <a:lnTo>
                  <a:pt x="419100" y="1543050"/>
                </a:lnTo>
                <a:close/>
                <a:moveTo>
                  <a:pt x="609600" y="1590675"/>
                </a:moveTo>
                <a:lnTo>
                  <a:pt x="628650" y="1590675"/>
                </a:lnTo>
                <a:lnTo>
                  <a:pt x="628650" y="1600200"/>
                </a:lnTo>
                <a:lnTo>
                  <a:pt x="647700" y="1600200"/>
                </a:lnTo>
                <a:lnTo>
                  <a:pt x="647700" y="1628775"/>
                </a:lnTo>
                <a:lnTo>
                  <a:pt x="628650" y="1628775"/>
                </a:lnTo>
                <a:lnTo>
                  <a:pt x="628650" y="1619250"/>
                </a:lnTo>
                <a:lnTo>
                  <a:pt x="619125" y="1619250"/>
                </a:lnTo>
                <a:lnTo>
                  <a:pt x="619125" y="1609725"/>
                </a:lnTo>
                <a:lnTo>
                  <a:pt x="609600" y="1609725"/>
                </a:lnTo>
                <a:close/>
                <a:moveTo>
                  <a:pt x="438150" y="1619250"/>
                </a:moveTo>
                <a:lnTo>
                  <a:pt x="447675" y="1619250"/>
                </a:lnTo>
                <a:lnTo>
                  <a:pt x="447675" y="1628775"/>
                </a:lnTo>
                <a:lnTo>
                  <a:pt x="438150" y="1628775"/>
                </a:lnTo>
                <a:close/>
                <a:moveTo>
                  <a:pt x="485775" y="1619250"/>
                </a:moveTo>
                <a:lnTo>
                  <a:pt x="495300" y="1619250"/>
                </a:lnTo>
                <a:lnTo>
                  <a:pt x="495300" y="1647825"/>
                </a:lnTo>
                <a:lnTo>
                  <a:pt x="485775" y="1647825"/>
                </a:lnTo>
                <a:close/>
                <a:moveTo>
                  <a:pt x="419100" y="1628775"/>
                </a:moveTo>
                <a:lnTo>
                  <a:pt x="428625" y="1628775"/>
                </a:lnTo>
                <a:lnTo>
                  <a:pt x="428625" y="1638300"/>
                </a:lnTo>
                <a:lnTo>
                  <a:pt x="419100" y="1638300"/>
                </a:lnTo>
                <a:close/>
                <a:moveTo>
                  <a:pt x="514350" y="1628775"/>
                </a:moveTo>
                <a:lnTo>
                  <a:pt x="523875" y="1628775"/>
                </a:lnTo>
                <a:lnTo>
                  <a:pt x="523875" y="1647825"/>
                </a:lnTo>
                <a:lnTo>
                  <a:pt x="533400" y="1647825"/>
                </a:lnTo>
                <a:lnTo>
                  <a:pt x="533400" y="1638300"/>
                </a:lnTo>
                <a:lnTo>
                  <a:pt x="542925" y="1638300"/>
                </a:lnTo>
                <a:lnTo>
                  <a:pt x="542925" y="1647825"/>
                </a:lnTo>
                <a:lnTo>
                  <a:pt x="581025" y="1647825"/>
                </a:lnTo>
                <a:lnTo>
                  <a:pt x="581025" y="1638300"/>
                </a:lnTo>
                <a:lnTo>
                  <a:pt x="600075" y="1638300"/>
                </a:lnTo>
                <a:lnTo>
                  <a:pt x="600075" y="1647825"/>
                </a:lnTo>
                <a:lnTo>
                  <a:pt x="619125" y="1647825"/>
                </a:lnTo>
                <a:lnTo>
                  <a:pt x="619125" y="1657350"/>
                </a:lnTo>
                <a:lnTo>
                  <a:pt x="628650" y="1657350"/>
                </a:lnTo>
                <a:lnTo>
                  <a:pt x="628650" y="1666875"/>
                </a:lnTo>
                <a:lnTo>
                  <a:pt x="638175" y="1666875"/>
                </a:lnTo>
                <a:lnTo>
                  <a:pt x="638175" y="1676400"/>
                </a:lnTo>
                <a:lnTo>
                  <a:pt x="657225" y="1676400"/>
                </a:lnTo>
                <a:lnTo>
                  <a:pt x="657225" y="1733550"/>
                </a:lnTo>
                <a:lnTo>
                  <a:pt x="647700" y="1733550"/>
                </a:lnTo>
                <a:lnTo>
                  <a:pt x="647700" y="1724025"/>
                </a:lnTo>
                <a:lnTo>
                  <a:pt x="638175" y="1724025"/>
                </a:lnTo>
                <a:lnTo>
                  <a:pt x="638175" y="1733550"/>
                </a:lnTo>
                <a:lnTo>
                  <a:pt x="647700" y="1733550"/>
                </a:lnTo>
                <a:lnTo>
                  <a:pt x="647700" y="1743075"/>
                </a:lnTo>
                <a:lnTo>
                  <a:pt x="571500" y="1743075"/>
                </a:lnTo>
                <a:lnTo>
                  <a:pt x="571500" y="1733550"/>
                </a:lnTo>
                <a:lnTo>
                  <a:pt x="581025" y="1733550"/>
                </a:lnTo>
                <a:lnTo>
                  <a:pt x="581025" y="1724025"/>
                </a:lnTo>
                <a:lnTo>
                  <a:pt x="561975" y="1724025"/>
                </a:lnTo>
                <a:lnTo>
                  <a:pt x="561975" y="1714500"/>
                </a:lnTo>
                <a:lnTo>
                  <a:pt x="533400" y="1714500"/>
                </a:lnTo>
                <a:lnTo>
                  <a:pt x="533400" y="1704975"/>
                </a:lnTo>
                <a:lnTo>
                  <a:pt x="523875" y="1704975"/>
                </a:lnTo>
                <a:lnTo>
                  <a:pt x="523875" y="1695450"/>
                </a:lnTo>
                <a:lnTo>
                  <a:pt x="514350" y="1695450"/>
                </a:lnTo>
                <a:lnTo>
                  <a:pt x="514350" y="1704975"/>
                </a:lnTo>
                <a:lnTo>
                  <a:pt x="504825" y="1704975"/>
                </a:lnTo>
                <a:lnTo>
                  <a:pt x="504825" y="1676400"/>
                </a:lnTo>
                <a:lnTo>
                  <a:pt x="514350" y="1676400"/>
                </a:lnTo>
                <a:close/>
                <a:moveTo>
                  <a:pt x="647700" y="1647825"/>
                </a:moveTo>
                <a:lnTo>
                  <a:pt x="657225" y="1647825"/>
                </a:lnTo>
                <a:lnTo>
                  <a:pt x="657225" y="1657350"/>
                </a:lnTo>
                <a:lnTo>
                  <a:pt x="647700" y="1657350"/>
                </a:lnTo>
                <a:close/>
                <a:moveTo>
                  <a:pt x="276225" y="1704975"/>
                </a:moveTo>
                <a:lnTo>
                  <a:pt x="304800" y="1704975"/>
                </a:lnTo>
                <a:lnTo>
                  <a:pt x="304800" y="1714500"/>
                </a:lnTo>
                <a:lnTo>
                  <a:pt x="352425" y="1714500"/>
                </a:lnTo>
                <a:lnTo>
                  <a:pt x="352425" y="1733550"/>
                </a:lnTo>
                <a:lnTo>
                  <a:pt x="371475" y="1733550"/>
                </a:lnTo>
                <a:lnTo>
                  <a:pt x="371475" y="1743075"/>
                </a:lnTo>
                <a:lnTo>
                  <a:pt x="266700" y="1743075"/>
                </a:lnTo>
                <a:lnTo>
                  <a:pt x="266700" y="1733550"/>
                </a:lnTo>
                <a:lnTo>
                  <a:pt x="276225" y="1733550"/>
                </a:lnTo>
                <a:close/>
                <a:moveTo>
                  <a:pt x="257175" y="1714500"/>
                </a:moveTo>
                <a:lnTo>
                  <a:pt x="266700" y="1714500"/>
                </a:lnTo>
                <a:lnTo>
                  <a:pt x="266700" y="1724025"/>
                </a:lnTo>
                <a:lnTo>
                  <a:pt x="257175" y="1724025"/>
                </a:lnTo>
                <a:close/>
                <a:moveTo>
                  <a:pt x="323850" y="1733550"/>
                </a:moveTo>
                <a:lnTo>
                  <a:pt x="342900" y="1733550"/>
                </a:lnTo>
                <a:lnTo>
                  <a:pt x="342900" y="1724025"/>
                </a:lnTo>
                <a:lnTo>
                  <a:pt x="323850" y="1724025"/>
                </a:lnTo>
                <a:close/>
              </a:path>
            </a:pathLst>
          </a:custGeom>
          <a:solidFill xmlns:a="http://schemas.openxmlformats.org/drawingml/2006/main">
            <a:srgbClr val="274D3B"/>
          </a:solidFill>
          <a:ln xmlns:a="http://schemas.openxmlformats.org/drawingml/2006/main" w="0">
            <a:noFill/>
          </a:ln>
        </p:spPr>
      </p:sp>
      <p:sp>
        <p:nvSpPr>
          <p:cNvPr id="67" name="turno2 vector #264c3a">
            <a:extLst xmlns:a="http://schemas.openxmlformats.org/drawingml/2006/main">
              <a:ext uri="{FF2B5EF4-FFF2-40B4-BE49-F238E27FC236}">
                <a16:creationId xmlns:a16="http://schemas.microsoft.com/office/drawing/2014/main" id="{17ACAD19-1116-41EC-8EEB-DB1E9A205E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86975" y="2514600"/>
            <a:ext cx="1828800" cy="2724150"/>
          </a:xfrm>
          <a:custGeom xmlns:a="http://schemas.openxmlformats.org/drawingml/2006/main">
            <a:pathLst>
              <a:path w="1181100" h="1762125">
                <a:moveTo>
                  <a:pt x="428625" y="104775"/>
                </a:moveTo>
                <a:lnTo>
                  <a:pt x="438150" y="104775"/>
                </a:lnTo>
                <a:lnTo>
                  <a:pt x="438150" y="114300"/>
                </a:lnTo>
                <a:lnTo>
                  <a:pt x="428625" y="114300"/>
                </a:lnTo>
                <a:close/>
                <a:moveTo>
                  <a:pt x="447675" y="104775"/>
                </a:moveTo>
                <a:lnTo>
                  <a:pt x="457200" y="104775"/>
                </a:lnTo>
                <a:lnTo>
                  <a:pt x="457200" y="114300"/>
                </a:lnTo>
                <a:lnTo>
                  <a:pt x="447675" y="114300"/>
                </a:lnTo>
                <a:close/>
                <a:moveTo>
                  <a:pt x="647700" y="123825"/>
                </a:moveTo>
                <a:lnTo>
                  <a:pt x="657225" y="123825"/>
                </a:lnTo>
                <a:lnTo>
                  <a:pt x="657225" y="133350"/>
                </a:lnTo>
                <a:lnTo>
                  <a:pt x="647700" y="133350"/>
                </a:lnTo>
                <a:close/>
                <a:moveTo>
                  <a:pt x="609600" y="161925"/>
                </a:moveTo>
                <a:lnTo>
                  <a:pt x="619125" y="161925"/>
                </a:lnTo>
                <a:lnTo>
                  <a:pt x="619125" y="171450"/>
                </a:lnTo>
                <a:lnTo>
                  <a:pt x="609600" y="171450"/>
                </a:lnTo>
                <a:close/>
                <a:moveTo>
                  <a:pt x="619125" y="180975"/>
                </a:moveTo>
                <a:lnTo>
                  <a:pt x="647700" y="180975"/>
                </a:lnTo>
                <a:lnTo>
                  <a:pt x="647700" y="190500"/>
                </a:lnTo>
                <a:lnTo>
                  <a:pt x="619125" y="190500"/>
                </a:lnTo>
                <a:close/>
                <a:moveTo>
                  <a:pt x="285750" y="209550"/>
                </a:moveTo>
                <a:lnTo>
                  <a:pt x="295275" y="209550"/>
                </a:lnTo>
                <a:lnTo>
                  <a:pt x="295275" y="219075"/>
                </a:lnTo>
                <a:lnTo>
                  <a:pt x="285750" y="219075"/>
                </a:lnTo>
                <a:close/>
                <a:moveTo>
                  <a:pt x="323850" y="209550"/>
                </a:moveTo>
                <a:lnTo>
                  <a:pt x="333375" y="209550"/>
                </a:lnTo>
                <a:lnTo>
                  <a:pt x="333375" y="228600"/>
                </a:lnTo>
                <a:lnTo>
                  <a:pt x="323850" y="228600"/>
                </a:lnTo>
                <a:close/>
                <a:moveTo>
                  <a:pt x="609600" y="209550"/>
                </a:moveTo>
                <a:lnTo>
                  <a:pt x="628650" y="209550"/>
                </a:lnTo>
                <a:lnTo>
                  <a:pt x="628650" y="219075"/>
                </a:lnTo>
                <a:lnTo>
                  <a:pt x="609600" y="219075"/>
                </a:lnTo>
                <a:close/>
                <a:moveTo>
                  <a:pt x="476250" y="247650"/>
                </a:moveTo>
                <a:lnTo>
                  <a:pt x="485775" y="247650"/>
                </a:lnTo>
                <a:lnTo>
                  <a:pt x="485775" y="266700"/>
                </a:lnTo>
                <a:lnTo>
                  <a:pt x="476250" y="266700"/>
                </a:lnTo>
                <a:close/>
                <a:moveTo>
                  <a:pt x="600075" y="247650"/>
                </a:moveTo>
                <a:lnTo>
                  <a:pt x="609600" y="247650"/>
                </a:lnTo>
                <a:lnTo>
                  <a:pt x="609600" y="257175"/>
                </a:lnTo>
                <a:lnTo>
                  <a:pt x="600075" y="257175"/>
                </a:lnTo>
                <a:close/>
                <a:moveTo>
                  <a:pt x="314325" y="257175"/>
                </a:moveTo>
                <a:lnTo>
                  <a:pt x="323850" y="257175"/>
                </a:lnTo>
                <a:lnTo>
                  <a:pt x="323850" y="266700"/>
                </a:lnTo>
                <a:lnTo>
                  <a:pt x="314325" y="266700"/>
                </a:lnTo>
                <a:close/>
                <a:moveTo>
                  <a:pt x="590550" y="257175"/>
                </a:moveTo>
                <a:lnTo>
                  <a:pt x="600075" y="257175"/>
                </a:lnTo>
                <a:lnTo>
                  <a:pt x="600075" y="266700"/>
                </a:lnTo>
                <a:lnTo>
                  <a:pt x="590550" y="266700"/>
                </a:lnTo>
                <a:close/>
                <a:moveTo>
                  <a:pt x="971550" y="266700"/>
                </a:moveTo>
                <a:lnTo>
                  <a:pt x="981075" y="266700"/>
                </a:lnTo>
                <a:lnTo>
                  <a:pt x="981075" y="276225"/>
                </a:lnTo>
                <a:lnTo>
                  <a:pt x="971550" y="276225"/>
                </a:lnTo>
                <a:close/>
                <a:moveTo>
                  <a:pt x="504825" y="276225"/>
                </a:moveTo>
                <a:lnTo>
                  <a:pt x="514350" y="276225"/>
                </a:lnTo>
                <a:lnTo>
                  <a:pt x="514350" y="285750"/>
                </a:lnTo>
                <a:lnTo>
                  <a:pt x="504825" y="285750"/>
                </a:lnTo>
                <a:close/>
                <a:moveTo>
                  <a:pt x="914400" y="285750"/>
                </a:moveTo>
                <a:lnTo>
                  <a:pt x="923925" y="285750"/>
                </a:lnTo>
                <a:lnTo>
                  <a:pt x="923925" y="295275"/>
                </a:lnTo>
                <a:lnTo>
                  <a:pt x="914400" y="295275"/>
                </a:lnTo>
                <a:close/>
                <a:moveTo>
                  <a:pt x="495300" y="295275"/>
                </a:moveTo>
                <a:lnTo>
                  <a:pt x="504825" y="295275"/>
                </a:lnTo>
                <a:lnTo>
                  <a:pt x="504825" y="304800"/>
                </a:lnTo>
                <a:lnTo>
                  <a:pt x="495300" y="304800"/>
                </a:lnTo>
                <a:close/>
                <a:moveTo>
                  <a:pt x="895350" y="295275"/>
                </a:moveTo>
                <a:lnTo>
                  <a:pt x="904875" y="295275"/>
                </a:lnTo>
                <a:lnTo>
                  <a:pt x="904875" y="304800"/>
                </a:lnTo>
                <a:lnTo>
                  <a:pt x="942975" y="304800"/>
                </a:lnTo>
                <a:lnTo>
                  <a:pt x="942975" y="314325"/>
                </a:lnTo>
                <a:lnTo>
                  <a:pt x="885825" y="314325"/>
                </a:lnTo>
                <a:lnTo>
                  <a:pt x="885825" y="304800"/>
                </a:lnTo>
                <a:lnTo>
                  <a:pt x="895350" y="304800"/>
                </a:lnTo>
                <a:close/>
                <a:moveTo>
                  <a:pt x="504825" y="304800"/>
                </a:moveTo>
                <a:lnTo>
                  <a:pt x="514350" y="304800"/>
                </a:lnTo>
                <a:lnTo>
                  <a:pt x="514350" y="314325"/>
                </a:lnTo>
                <a:lnTo>
                  <a:pt x="504825" y="314325"/>
                </a:lnTo>
                <a:close/>
                <a:moveTo>
                  <a:pt x="19050" y="323850"/>
                </a:moveTo>
                <a:lnTo>
                  <a:pt x="171450" y="323850"/>
                </a:lnTo>
                <a:lnTo>
                  <a:pt x="171450" y="333375"/>
                </a:lnTo>
                <a:lnTo>
                  <a:pt x="57150" y="333375"/>
                </a:lnTo>
                <a:lnTo>
                  <a:pt x="57150" y="342900"/>
                </a:lnTo>
                <a:lnTo>
                  <a:pt x="66675" y="342900"/>
                </a:lnTo>
                <a:lnTo>
                  <a:pt x="66675" y="361950"/>
                </a:lnTo>
                <a:lnTo>
                  <a:pt x="57150" y="361950"/>
                </a:lnTo>
                <a:lnTo>
                  <a:pt x="57150" y="371475"/>
                </a:lnTo>
                <a:lnTo>
                  <a:pt x="47625" y="371475"/>
                </a:lnTo>
                <a:lnTo>
                  <a:pt x="47625" y="361950"/>
                </a:lnTo>
                <a:lnTo>
                  <a:pt x="28575" y="361950"/>
                </a:lnTo>
                <a:lnTo>
                  <a:pt x="28575" y="371475"/>
                </a:lnTo>
                <a:lnTo>
                  <a:pt x="19050" y="371475"/>
                </a:lnTo>
                <a:lnTo>
                  <a:pt x="19050" y="381000"/>
                </a:lnTo>
                <a:lnTo>
                  <a:pt x="28575" y="381000"/>
                </a:lnTo>
                <a:lnTo>
                  <a:pt x="28575" y="390525"/>
                </a:lnTo>
                <a:lnTo>
                  <a:pt x="57150" y="390525"/>
                </a:lnTo>
                <a:lnTo>
                  <a:pt x="57150" y="371475"/>
                </a:lnTo>
                <a:lnTo>
                  <a:pt x="66675" y="371475"/>
                </a:lnTo>
                <a:lnTo>
                  <a:pt x="66675" y="381000"/>
                </a:lnTo>
                <a:lnTo>
                  <a:pt x="76200" y="381000"/>
                </a:lnTo>
                <a:lnTo>
                  <a:pt x="76200" y="409575"/>
                </a:lnTo>
                <a:lnTo>
                  <a:pt x="57150" y="409575"/>
                </a:lnTo>
                <a:lnTo>
                  <a:pt x="57150" y="419100"/>
                </a:lnTo>
                <a:lnTo>
                  <a:pt x="28575" y="419100"/>
                </a:lnTo>
                <a:lnTo>
                  <a:pt x="28575" y="409575"/>
                </a:lnTo>
                <a:lnTo>
                  <a:pt x="19050" y="409575"/>
                </a:lnTo>
                <a:lnTo>
                  <a:pt x="19050" y="400050"/>
                </a:lnTo>
                <a:lnTo>
                  <a:pt x="0" y="400050"/>
                </a:lnTo>
                <a:lnTo>
                  <a:pt x="0" y="361950"/>
                </a:lnTo>
                <a:lnTo>
                  <a:pt x="19050" y="361950"/>
                </a:lnTo>
                <a:lnTo>
                  <a:pt x="19050" y="352425"/>
                </a:lnTo>
                <a:lnTo>
                  <a:pt x="9525" y="352425"/>
                </a:lnTo>
                <a:lnTo>
                  <a:pt x="9525" y="342900"/>
                </a:lnTo>
                <a:lnTo>
                  <a:pt x="0" y="342900"/>
                </a:lnTo>
                <a:lnTo>
                  <a:pt x="0" y="333375"/>
                </a:lnTo>
                <a:lnTo>
                  <a:pt x="19050" y="333375"/>
                </a:lnTo>
                <a:close/>
                <a:moveTo>
                  <a:pt x="171450" y="333375"/>
                </a:moveTo>
                <a:lnTo>
                  <a:pt x="180975" y="333375"/>
                </a:lnTo>
                <a:lnTo>
                  <a:pt x="180975" y="342900"/>
                </a:lnTo>
                <a:lnTo>
                  <a:pt x="190500" y="342900"/>
                </a:lnTo>
                <a:lnTo>
                  <a:pt x="190500" y="333375"/>
                </a:lnTo>
                <a:lnTo>
                  <a:pt x="200025" y="333375"/>
                </a:lnTo>
                <a:lnTo>
                  <a:pt x="200025" y="342900"/>
                </a:lnTo>
                <a:lnTo>
                  <a:pt x="209550" y="342900"/>
                </a:lnTo>
                <a:lnTo>
                  <a:pt x="209550" y="371475"/>
                </a:lnTo>
                <a:lnTo>
                  <a:pt x="190500" y="371475"/>
                </a:lnTo>
                <a:lnTo>
                  <a:pt x="190500" y="381000"/>
                </a:lnTo>
                <a:lnTo>
                  <a:pt x="180975" y="381000"/>
                </a:lnTo>
                <a:lnTo>
                  <a:pt x="180975" y="390525"/>
                </a:lnTo>
                <a:lnTo>
                  <a:pt x="161925" y="390525"/>
                </a:lnTo>
                <a:lnTo>
                  <a:pt x="161925" y="400050"/>
                </a:lnTo>
                <a:lnTo>
                  <a:pt x="142875" y="400050"/>
                </a:lnTo>
                <a:lnTo>
                  <a:pt x="142875" y="390525"/>
                </a:lnTo>
                <a:lnTo>
                  <a:pt x="133350" y="390525"/>
                </a:lnTo>
                <a:lnTo>
                  <a:pt x="133350" y="409575"/>
                </a:lnTo>
                <a:lnTo>
                  <a:pt x="123825" y="409575"/>
                </a:lnTo>
                <a:lnTo>
                  <a:pt x="123825" y="419100"/>
                </a:lnTo>
                <a:lnTo>
                  <a:pt x="95250" y="419100"/>
                </a:lnTo>
                <a:lnTo>
                  <a:pt x="95250" y="409575"/>
                </a:lnTo>
                <a:lnTo>
                  <a:pt x="104775" y="409575"/>
                </a:lnTo>
                <a:lnTo>
                  <a:pt x="104775" y="400050"/>
                </a:lnTo>
                <a:lnTo>
                  <a:pt x="114300" y="400050"/>
                </a:lnTo>
                <a:lnTo>
                  <a:pt x="114300" y="390525"/>
                </a:lnTo>
                <a:lnTo>
                  <a:pt x="123825" y="390525"/>
                </a:lnTo>
                <a:lnTo>
                  <a:pt x="123825" y="371475"/>
                </a:lnTo>
                <a:lnTo>
                  <a:pt x="85725" y="371475"/>
                </a:lnTo>
                <a:lnTo>
                  <a:pt x="85725" y="361950"/>
                </a:lnTo>
                <a:lnTo>
                  <a:pt x="95250" y="361950"/>
                </a:lnTo>
                <a:lnTo>
                  <a:pt x="95250" y="342900"/>
                </a:lnTo>
                <a:lnTo>
                  <a:pt x="161925" y="342900"/>
                </a:lnTo>
                <a:lnTo>
                  <a:pt x="161925" y="352425"/>
                </a:lnTo>
                <a:lnTo>
                  <a:pt x="152400" y="352425"/>
                </a:lnTo>
                <a:lnTo>
                  <a:pt x="152400" y="371475"/>
                </a:lnTo>
                <a:lnTo>
                  <a:pt x="161925" y="371475"/>
                </a:lnTo>
                <a:lnTo>
                  <a:pt x="161925" y="361950"/>
                </a:lnTo>
                <a:lnTo>
                  <a:pt x="180975" y="361950"/>
                </a:lnTo>
                <a:lnTo>
                  <a:pt x="180975" y="352425"/>
                </a:lnTo>
                <a:lnTo>
                  <a:pt x="171450" y="352425"/>
                </a:lnTo>
                <a:close/>
                <a:moveTo>
                  <a:pt x="866775" y="361950"/>
                </a:moveTo>
                <a:lnTo>
                  <a:pt x="876300" y="361950"/>
                </a:lnTo>
                <a:lnTo>
                  <a:pt x="876300" y="371475"/>
                </a:lnTo>
                <a:lnTo>
                  <a:pt x="866775" y="371475"/>
                </a:lnTo>
                <a:close/>
                <a:moveTo>
                  <a:pt x="838200" y="371475"/>
                </a:moveTo>
                <a:lnTo>
                  <a:pt x="847725" y="371475"/>
                </a:lnTo>
                <a:lnTo>
                  <a:pt x="847725" y="381000"/>
                </a:lnTo>
                <a:lnTo>
                  <a:pt x="838200" y="381000"/>
                </a:lnTo>
                <a:close/>
                <a:moveTo>
                  <a:pt x="866775" y="381000"/>
                </a:moveTo>
                <a:lnTo>
                  <a:pt x="876300" y="381000"/>
                </a:lnTo>
                <a:lnTo>
                  <a:pt x="876300" y="390525"/>
                </a:lnTo>
                <a:lnTo>
                  <a:pt x="866775" y="390525"/>
                </a:lnTo>
                <a:close/>
                <a:moveTo>
                  <a:pt x="238125" y="409575"/>
                </a:moveTo>
                <a:lnTo>
                  <a:pt x="247650" y="409575"/>
                </a:lnTo>
                <a:lnTo>
                  <a:pt x="247650" y="438150"/>
                </a:lnTo>
                <a:lnTo>
                  <a:pt x="238125" y="438150"/>
                </a:lnTo>
                <a:close/>
                <a:moveTo>
                  <a:pt x="342900" y="419100"/>
                </a:moveTo>
                <a:lnTo>
                  <a:pt x="361950" y="419100"/>
                </a:lnTo>
                <a:lnTo>
                  <a:pt x="361950" y="428625"/>
                </a:lnTo>
                <a:lnTo>
                  <a:pt x="352425" y="428625"/>
                </a:lnTo>
                <a:lnTo>
                  <a:pt x="352425" y="457200"/>
                </a:lnTo>
                <a:lnTo>
                  <a:pt x="342900" y="457200"/>
                </a:lnTo>
                <a:close/>
                <a:moveTo>
                  <a:pt x="38100" y="428625"/>
                </a:moveTo>
                <a:lnTo>
                  <a:pt x="47625" y="428625"/>
                </a:lnTo>
                <a:lnTo>
                  <a:pt x="47625" y="438150"/>
                </a:lnTo>
                <a:lnTo>
                  <a:pt x="38100" y="438150"/>
                </a:lnTo>
                <a:close/>
                <a:moveTo>
                  <a:pt x="400050" y="428625"/>
                </a:moveTo>
                <a:lnTo>
                  <a:pt x="409575" y="428625"/>
                </a:lnTo>
                <a:lnTo>
                  <a:pt x="409575" y="466725"/>
                </a:lnTo>
                <a:lnTo>
                  <a:pt x="390525" y="466725"/>
                </a:lnTo>
                <a:lnTo>
                  <a:pt x="390525" y="457200"/>
                </a:lnTo>
                <a:lnTo>
                  <a:pt x="400050" y="457200"/>
                </a:lnTo>
                <a:close/>
                <a:moveTo>
                  <a:pt x="619125" y="428625"/>
                </a:moveTo>
                <a:lnTo>
                  <a:pt x="628650" y="428625"/>
                </a:lnTo>
                <a:lnTo>
                  <a:pt x="628650" y="438150"/>
                </a:lnTo>
                <a:lnTo>
                  <a:pt x="619125" y="438150"/>
                </a:lnTo>
                <a:close/>
                <a:moveTo>
                  <a:pt x="638175" y="428625"/>
                </a:moveTo>
                <a:lnTo>
                  <a:pt x="657225" y="428625"/>
                </a:lnTo>
                <a:lnTo>
                  <a:pt x="657225" y="438150"/>
                </a:lnTo>
                <a:lnTo>
                  <a:pt x="638175" y="438150"/>
                </a:lnTo>
                <a:close/>
                <a:moveTo>
                  <a:pt x="228600" y="438150"/>
                </a:moveTo>
                <a:lnTo>
                  <a:pt x="238125" y="438150"/>
                </a:lnTo>
                <a:lnTo>
                  <a:pt x="238125" y="457200"/>
                </a:lnTo>
                <a:lnTo>
                  <a:pt x="228600" y="457200"/>
                </a:lnTo>
                <a:close/>
                <a:moveTo>
                  <a:pt x="657225" y="438150"/>
                </a:moveTo>
                <a:lnTo>
                  <a:pt x="676275" y="438150"/>
                </a:lnTo>
                <a:lnTo>
                  <a:pt x="676275" y="447675"/>
                </a:lnTo>
                <a:lnTo>
                  <a:pt x="685800" y="447675"/>
                </a:lnTo>
                <a:lnTo>
                  <a:pt x="685800" y="466725"/>
                </a:lnTo>
                <a:lnTo>
                  <a:pt x="676275" y="466725"/>
                </a:lnTo>
                <a:lnTo>
                  <a:pt x="676275" y="457200"/>
                </a:lnTo>
                <a:lnTo>
                  <a:pt x="647700" y="457200"/>
                </a:lnTo>
                <a:lnTo>
                  <a:pt x="647700" y="447675"/>
                </a:lnTo>
                <a:lnTo>
                  <a:pt x="657225" y="447675"/>
                </a:lnTo>
                <a:close/>
                <a:moveTo>
                  <a:pt x="581025" y="457200"/>
                </a:moveTo>
                <a:lnTo>
                  <a:pt x="590550" y="457200"/>
                </a:lnTo>
                <a:lnTo>
                  <a:pt x="590550" y="466725"/>
                </a:lnTo>
                <a:lnTo>
                  <a:pt x="581025" y="466725"/>
                </a:lnTo>
                <a:close/>
                <a:moveTo>
                  <a:pt x="762000" y="457200"/>
                </a:moveTo>
                <a:lnTo>
                  <a:pt x="781050" y="457200"/>
                </a:lnTo>
                <a:lnTo>
                  <a:pt x="781050" y="466725"/>
                </a:lnTo>
                <a:lnTo>
                  <a:pt x="762000" y="466725"/>
                </a:lnTo>
                <a:close/>
                <a:moveTo>
                  <a:pt x="238125" y="466725"/>
                </a:moveTo>
                <a:lnTo>
                  <a:pt x="247650" y="466725"/>
                </a:lnTo>
                <a:lnTo>
                  <a:pt x="247650" y="485775"/>
                </a:lnTo>
                <a:lnTo>
                  <a:pt x="238125" y="485775"/>
                </a:lnTo>
                <a:close/>
                <a:moveTo>
                  <a:pt x="685800" y="466725"/>
                </a:moveTo>
                <a:lnTo>
                  <a:pt x="695325" y="466725"/>
                </a:lnTo>
                <a:lnTo>
                  <a:pt x="695325" y="485775"/>
                </a:lnTo>
                <a:lnTo>
                  <a:pt x="685800" y="485775"/>
                </a:lnTo>
                <a:close/>
                <a:moveTo>
                  <a:pt x="38100" y="476250"/>
                </a:moveTo>
                <a:lnTo>
                  <a:pt x="57150" y="476250"/>
                </a:lnTo>
                <a:lnTo>
                  <a:pt x="57150" y="485775"/>
                </a:lnTo>
                <a:lnTo>
                  <a:pt x="38100" y="485775"/>
                </a:lnTo>
                <a:close/>
                <a:moveTo>
                  <a:pt x="590550" y="476250"/>
                </a:moveTo>
                <a:lnTo>
                  <a:pt x="619125" y="476250"/>
                </a:lnTo>
                <a:lnTo>
                  <a:pt x="619125" y="495300"/>
                </a:lnTo>
                <a:lnTo>
                  <a:pt x="609600" y="495300"/>
                </a:lnTo>
                <a:lnTo>
                  <a:pt x="609600" y="485775"/>
                </a:lnTo>
                <a:lnTo>
                  <a:pt x="590550" y="485775"/>
                </a:lnTo>
                <a:close/>
                <a:moveTo>
                  <a:pt x="57150" y="485775"/>
                </a:moveTo>
                <a:lnTo>
                  <a:pt x="66675" y="485775"/>
                </a:lnTo>
                <a:lnTo>
                  <a:pt x="66675" y="495300"/>
                </a:lnTo>
                <a:lnTo>
                  <a:pt x="57150" y="495300"/>
                </a:lnTo>
                <a:close/>
                <a:moveTo>
                  <a:pt x="647700" y="485775"/>
                </a:moveTo>
                <a:lnTo>
                  <a:pt x="676275" y="485775"/>
                </a:lnTo>
                <a:lnTo>
                  <a:pt x="676275" y="495300"/>
                </a:lnTo>
                <a:lnTo>
                  <a:pt x="695325" y="495300"/>
                </a:lnTo>
                <a:lnTo>
                  <a:pt x="695325" y="504825"/>
                </a:lnTo>
                <a:lnTo>
                  <a:pt x="685800" y="504825"/>
                </a:lnTo>
                <a:lnTo>
                  <a:pt x="685800" y="514350"/>
                </a:lnTo>
                <a:lnTo>
                  <a:pt x="676275" y="514350"/>
                </a:lnTo>
                <a:lnTo>
                  <a:pt x="676275" y="504825"/>
                </a:lnTo>
                <a:lnTo>
                  <a:pt x="638175" y="504825"/>
                </a:lnTo>
                <a:lnTo>
                  <a:pt x="638175" y="514350"/>
                </a:lnTo>
                <a:lnTo>
                  <a:pt x="609600" y="514350"/>
                </a:lnTo>
                <a:lnTo>
                  <a:pt x="609600" y="504825"/>
                </a:lnTo>
                <a:lnTo>
                  <a:pt x="619125" y="504825"/>
                </a:lnTo>
                <a:lnTo>
                  <a:pt x="619125" y="495300"/>
                </a:lnTo>
                <a:lnTo>
                  <a:pt x="647700" y="495300"/>
                </a:lnTo>
                <a:close/>
                <a:moveTo>
                  <a:pt x="752475" y="485775"/>
                </a:moveTo>
                <a:lnTo>
                  <a:pt x="762000" y="485775"/>
                </a:lnTo>
                <a:lnTo>
                  <a:pt x="762000" y="495300"/>
                </a:lnTo>
                <a:lnTo>
                  <a:pt x="752475" y="495300"/>
                </a:lnTo>
                <a:close/>
                <a:moveTo>
                  <a:pt x="809625" y="485775"/>
                </a:moveTo>
                <a:lnTo>
                  <a:pt x="819150" y="485775"/>
                </a:lnTo>
                <a:lnTo>
                  <a:pt x="819150" y="495300"/>
                </a:lnTo>
                <a:lnTo>
                  <a:pt x="809625" y="495300"/>
                </a:lnTo>
                <a:close/>
                <a:moveTo>
                  <a:pt x="76200" y="495300"/>
                </a:moveTo>
                <a:lnTo>
                  <a:pt x="104775" y="495300"/>
                </a:lnTo>
                <a:lnTo>
                  <a:pt x="104775" y="504825"/>
                </a:lnTo>
                <a:lnTo>
                  <a:pt x="76200" y="504825"/>
                </a:lnTo>
                <a:close/>
                <a:moveTo>
                  <a:pt x="790575" y="495300"/>
                </a:moveTo>
                <a:lnTo>
                  <a:pt x="809625" y="495300"/>
                </a:lnTo>
                <a:lnTo>
                  <a:pt x="809625" y="504825"/>
                </a:lnTo>
                <a:lnTo>
                  <a:pt x="790575" y="504825"/>
                </a:lnTo>
                <a:close/>
                <a:moveTo>
                  <a:pt x="114300" y="504825"/>
                </a:moveTo>
                <a:lnTo>
                  <a:pt x="152400" y="504825"/>
                </a:lnTo>
                <a:lnTo>
                  <a:pt x="152400" y="514350"/>
                </a:lnTo>
                <a:lnTo>
                  <a:pt x="161925" y="514350"/>
                </a:lnTo>
                <a:lnTo>
                  <a:pt x="161925" y="542925"/>
                </a:lnTo>
                <a:lnTo>
                  <a:pt x="171450" y="542925"/>
                </a:lnTo>
                <a:lnTo>
                  <a:pt x="171450" y="552450"/>
                </a:lnTo>
                <a:lnTo>
                  <a:pt x="180975" y="552450"/>
                </a:lnTo>
                <a:lnTo>
                  <a:pt x="180975" y="561975"/>
                </a:lnTo>
                <a:lnTo>
                  <a:pt x="190500" y="561975"/>
                </a:lnTo>
                <a:lnTo>
                  <a:pt x="190500" y="571500"/>
                </a:lnTo>
                <a:lnTo>
                  <a:pt x="219075" y="571500"/>
                </a:lnTo>
                <a:lnTo>
                  <a:pt x="219075" y="628650"/>
                </a:lnTo>
                <a:lnTo>
                  <a:pt x="238125" y="628650"/>
                </a:lnTo>
                <a:lnTo>
                  <a:pt x="238125" y="638175"/>
                </a:lnTo>
                <a:lnTo>
                  <a:pt x="228600" y="638175"/>
                </a:lnTo>
                <a:lnTo>
                  <a:pt x="228600" y="657225"/>
                </a:lnTo>
                <a:lnTo>
                  <a:pt x="219075" y="657225"/>
                </a:lnTo>
                <a:lnTo>
                  <a:pt x="219075" y="666750"/>
                </a:lnTo>
                <a:lnTo>
                  <a:pt x="209550" y="666750"/>
                </a:lnTo>
                <a:lnTo>
                  <a:pt x="209550" y="676275"/>
                </a:lnTo>
                <a:lnTo>
                  <a:pt x="200025" y="676275"/>
                </a:lnTo>
                <a:lnTo>
                  <a:pt x="200025" y="685800"/>
                </a:lnTo>
                <a:lnTo>
                  <a:pt x="104775" y="685800"/>
                </a:lnTo>
                <a:lnTo>
                  <a:pt x="104775" y="676275"/>
                </a:lnTo>
                <a:lnTo>
                  <a:pt x="66675" y="676275"/>
                </a:lnTo>
                <a:lnTo>
                  <a:pt x="66675" y="685800"/>
                </a:lnTo>
                <a:lnTo>
                  <a:pt x="57150" y="685800"/>
                </a:lnTo>
                <a:lnTo>
                  <a:pt x="57150" y="695325"/>
                </a:lnTo>
                <a:lnTo>
                  <a:pt x="19050" y="695325"/>
                </a:lnTo>
                <a:lnTo>
                  <a:pt x="19050" y="685800"/>
                </a:lnTo>
                <a:lnTo>
                  <a:pt x="0" y="685800"/>
                </a:lnTo>
                <a:lnTo>
                  <a:pt x="0" y="666750"/>
                </a:lnTo>
                <a:lnTo>
                  <a:pt x="9525" y="666750"/>
                </a:lnTo>
                <a:lnTo>
                  <a:pt x="9525" y="647700"/>
                </a:lnTo>
                <a:lnTo>
                  <a:pt x="28575" y="647700"/>
                </a:lnTo>
                <a:lnTo>
                  <a:pt x="28575" y="657225"/>
                </a:lnTo>
                <a:lnTo>
                  <a:pt x="47625" y="657225"/>
                </a:lnTo>
                <a:lnTo>
                  <a:pt x="47625" y="647700"/>
                </a:lnTo>
                <a:lnTo>
                  <a:pt x="76200" y="647700"/>
                </a:lnTo>
                <a:lnTo>
                  <a:pt x="76200" y="666750"/>
                </a:lnTo>
                <a:lnTo>
                  <a:pt x="114300" y="666750"/>
                </a:lnTo>
                <a:lnTo>
                  <a:pt x="114300" y="638175"/>
                </a:lnTo>
                <a:lnTo>
                  <a:pt x="104775" y="638175"/>
                </a:lnTo>
                <a:lnTo>
                  <a:pt x="104775" y="628650"/>
                </a:lnTo>
                <a:lnTo>
                  <a:pt x="133350" y="628650"/>
                </a:lnTo>
                <a:lnTo>
                  <a:pt x="133350" y="619125"/>
                </a:lnTo>
                <a:lnTo>
                  <a:pt x="142875" y="619125"/>
                </a:lnTo>
                <a:lnTo>
                  <a:pt x="142875" y="609600"/>
                </a:lnTo>
                <a:lnTo>
                  <a:pt x="133350" y="609600"/>
                </a:lnTo>
                <a:lnTo>
                  <a:pt x="133350" y="581025"/>
                </a:lnTo>
                <a:lnTo>
                  <a:pt x="142875" y="581025"/>
                </a:lnTo>
                <a:lnTo>
                  <a:pt x="142875" y="561975"/>
                </a:lnTo>
                <a:lnTo>
                  <a:pt x="152400" y="561975"/>
                </a:lnTo>
                <a:lnTo>
                  <a:pt x="152400" y="533400"/>
                </a:lnTo>
                <a:lnTo>
                  <a:pt x="142875" y="533400"/>
                </a:lnTo>
                <a:lnTo>
                  <a:pt x="142875" y="523875"/>
                </a:lnTo>
                <a:lnTo>
                  <a:pt x="123825" y="523875"/>
                </a:lnTo>
                <a:lnTo>
                  <a:pt x="123825" y="514350"/>
                </a:lnTo>
                <a:lnTo>
                  <a:pt x="114300" y="514350"/>
                </a:lnTo>
                <a:close/>
                <a:moveTo>
                  <a:pt x="571500" y="504825"/>
                </a:moveTo>
                <a:lnTo>
                  <a:pt x="590550" y="504825"/>
                </a:lnTo>
                <a:lnTo>
                  <a:pt x="590550" y="514350"/>
                </a:lnTo>
                <a:lnTo>
                  <a:pt x="571500" y="514350"/>
                </a:lnTo>
                <a:close/>
                <a:moveTo>
                  <a:pt x="990600" y="504825"/>
                </a:moveTo>
                <a:lnTo>
                  <a:pt x="1000125" y="504825"/>
                </a:lnTo>
                <a:lnTo>
                  <a:pt x="1000125" y="514350"/>
                </a:lnTo>
                <a:lnTo>
                  <a:pt x="1009650" y="514350"/>
                </a:lnTo>
                <a:lnTo>
                  <a:pt x="1009650" y="504825"/>
                </a:lnTo>
                <a:lnTo>
                  <a:pt x="1019175" y="504825"/>
                </a:lnTo>
                <a:lnTo>
                  <a:pt x="1019175" y="514350"/>
                </a:lnTo>
                <a:lnTo>
                  <a:pt x="1009650" y="514350"/>
                </a:lnTo>
                <a:lnTo>
                  <a:pt x="1009650" y="523875"/>
                </a:lnTo>
                <a:lnTo>
                  <a:pt x="981075" y="523875"/>
                </a:lnTo>
                <a:lnTo>
                  <a:pt x="981075" y="514350"/>
                </a:lnTo>
                <a:lnTo>
                  <a:pt x="990600" y="514350"/>
                </a:lnTo>
                <a:close/>
                <a:moveTo>
                  <a:pt x="9525" y="514350"/>
                </a:moveTo>
                <a:lnTo>
                  <a:pt x="19050" y="514350"/>
                </a:lnTo>
                <a:lnTo>
                  <a:pt x="19050" y="523875"/>
                </a:lnTo>
                <a:lnTo>
                  <a:pt x="9525" y="523875"/>
                </a:lnTo>
                <a:close/>
                <a:moveTo>
                  <a:pt x="590550" y="514350"/>
                </a:moveTo>
                <a:lnTo>
                  <a:pt x="600075" y="514350"/>
                </a:lnTo>
                <a:lnTo>
                  <a:pt x="600075" y="523875"/>
                </a:lnTo>
                <a:lnTo>
                  <a:pt x="590550" y="523875"/>
                </a:lnTo>
                <a:close/>
                <a:moveTo>
                  <a:pt x="38100" y="542925"/>
                </a:moveTo>
                <a:lnTo>
                  <a:pt x="47625" y="542925"/>
                </a:lnTo>
                <a:lnTo>
                  <a:pt x="47625" y="552450"/>
                </a:lnTo>
                <a:lnTo>
                  <a:pt x="38100" y="552450"/>
                </a:lnTo>
                <a:close/>
                <a:moveTo>
                  <a:pt x="104775" y="552450"/>
                </a:moveTo>
                <a:lnTo>
                  <a:pt x="114300" y="552450"/>
                </a:lnTo>
                <a:lnTo>
                  <a:pt x="114300" y="561975"/>
                </a:lnTo>
                <a:lnTo>
                  <a:pt x="104775" y="561975"/>
                </a:lnTo>
                <a:close/>
                <a:moveTo>
                  <a:pt x="85725" y="581025"/>
                </a:moveTo>
                <a:lnTo>
                  <a:pt x="95250" y="581025"/>
                </a:lnTo>
                <a:lnTo>
                  <a:pt x="95250" y="600075"/>
                </a:lnTo>
                <a:lnTo>
                  <a:pt x="85725" y="600075"/>
                </a:lnTo>
                <a:close/>
                <a:moveTo>
                  <a:pt x="238125" y="581025"/>
                </a:moveTo>
                <a:lnTo>
                  <a:pt x="247650" y="581025"/>
                </a:lnTo>
                <a:lnTo>
                  <a:pt x="247650" y="590550"/>
                </a:lnTo>
                <a:lnTo>
                  <a:pt x="238125" y="590550"/>
                </a:lnTo>
                <a:close/>
                <a:moveTo>
                  <a:pt x="542925" y="581025"/>
                </a:moveTo>
                <a:lnTo>
                  <a:pt x="552450" y="581025"/>
                </a:lnTo>
                <a:lnTo>
                  <a:pt x="552450" y="590550"/>
                </a:lnTo>
                <a:lnTo>
                  <a:pt x="561975" y="590550"/>
                </a:lnTo>
                <a:lnTo>
                  <a:pt x="561975" y="581025"/>
                </a:lnTo>
                <a:lnTo>
                  <a:pt x="571500" y="581025"/>
                </a:lnTo>
                <a:lnTo>
                  <a:pt x="571500" y="590550"/>
                </a:lnTo>
                <a:lnTo>
                  <a:pt x="590550" y="590550"/>
                </a:lnTo>
                <a:lnTo>
                  <a:pt x="590550" y="600075"/>
                </a:lnTo>
                <a:lnTo>
                  <a:pt x="581025" y="600075"/>
                </a:lnTo>
                <a:lnTo>
                  <a:pt x="581025" y="609600"/>
                </a:lnTo>
                <a:lnTo>
                  <a:pt x="571500" y="609600"/>
                </a:lnTo>
                <a:lnTo>
                  <a:pt x="571500" y="628650"/>
                </a:lnTo>
                <a:lnTo>
                  <a:pt x="561975" y="628650"/>
                </a:lnTo>
                <a:lnTo>
                  <a:pt x="561975" y="619125"/>
                </a:lnTo>
                <a:lnTo>
                  <a:pt x="552450" y="619125"/>
                </a:lnTo>
                <a:lnTo>
                  <a:pt x="552450" y="600075"/>
                </a:lnTo>
                <a:lnTo>
                  <a:pt x="533400" y="600075"/>
                </a:lnTo>
                <a:lnTo>
                  <a:pt x="533400" y="590550"/>
                </a:lnTo>
                <a:lnTo>
                  <a:pt x="542925" y="590550"/>
                </a:lnTo>
                <a:close/>
                <a:moveTo>
                  <a:pt x="47625" y="590550"/>
                </a:moveTo>
                <a:lnTo>
                  <a:pt x="57150" y="590550"/>
                </a:lnTo>
                <a:lnTo>
                  <a:pt x="57150" y="619125"/>
                </a:lnTo>
                <a:lnTo>
                  <a:pt x="47625" y="619125"/>
                </a:lnTo>
                <a:close/>
                <a:moveTo>
                  <a:pt x="28575" y="619125"/>
                </a:moveTo>
                <a:lnTo>
                  <a:pt x="38100" y="619125"/>
                </a:lnTo>
                <a:lnTo>
                  <a:pt x="38100" y="628650"/>
                </a:lnTo>
                <a:lnTo>
                  <a:pt x="28575" y="628650"/>
                </a:lnTo>
                <a:close/>
                <a:moveTo>
                  <a:pt x="85725" y="628650"/>
                </a:moveTo>
                <a:lnTo>
                  <a:pt x="95250" y="628650"/>
                </a:lnTo>
                <a:lnTo>
                  <a:pt x="95250" y="638175"/>
                </a:lnTo>
                <a:lnTo>
                  <a:pt x="85725" y="638175"/>
                </a:lnTo>
                <a:close/>
                <a:moveTo>
                  <a:pt x="371475" y="752475"/>
                </a:moveTo>
                <a:lnTo>
                  <a:pt x="381000" y="752475"/>
                </a:lnTo>
                <a:lnTo>
                  <a:pt x="381000" y="762000"/>
                </a:lnTo>
                <a:lnTo>
                  <a:pt x="371475" y="762000"/>
                </a:lnTo>
                <a:close/>
                <a:moveTo>
                  <a:pt x="361950" y="771525"/>
                </a:moveTo>
                <a:lnTo>
                  <a:pt x="371475" y="771525"/>
                </a:lnTo>
                <a:lnTo>
                  <a:pt x="371475" y="781050"/>
                </a:lnTo>
                <a:lnTo>
                  <a:pt x="361950" y="781050"/>
                </a:lnTo>
                <a:close/>
                <a:moveTo>
                  <a:pt x="438150" y="771525"/>
                </a:moveTo>
                <a:lnTo>
                  <a:pt x="447675" y="771525"/>
                </a:lnTo>
                <a:lnTo>
                  <a:pt x="447675" y="781050"/>
                </a:lnTo>
                <a:lnTo>
                  <a:pt x="438150" y="781050"/>
                </a:lnTo>
                <a:close/>
                <a:moveTo>
                  <a:pt x="352425" y="790575"/>
                </a:moveTo>
                <a:lnTo>
                  <a:pt x="361950" y="790575"/>
                </a:lnTo>
                <a:lnTo>
                  <a:pt x="361950" y="800100"/>
                </a:lnTo>
                <a:lnTo>
                  <a:pt x="352425" y="800100"/>
                </a:lnTo>
                <a:close/>
                <a:moveTo>
                  <a:pt x="371475" y="800100"/>
                </a:moveTo>
                <a:lnTo>
                  <a:pt x="381000" y="800100"/>
                </a:lnTo>
                <a:lnTo>
                  <a:pt x="381000" y="819150"/>
                </a:lnTo>
                <a:lnTo>
                  <a:pt x="371475" y="819150"/>
                </a:lnTo>
                <a:close/>
                <a:moveTo>
                  <a:pt x="390525" y="800100"/>
                </a:moveTo>
                <a:lnTo>
                  <a:pt x="400050" y="800100"/>
                </a:lnTo>
                <a:lnTo>
                  <a:pt x="400050" y="809625"/>
                </a:lnTo>
                <a:lnTo>
                  <a:pt x="390525" y="809625"/>
                </a:lnTo>
                <a:close/>
                <a:moveTo>
                  <a:pt x="390525" y="819150"/>
                </a:moveTo>
                <a:lnTo>
                  <a:pt x="400050" y="819150"/>
                </a:lnTo>
                <a:lnTo>
                  <a:pt x="400050" y="828675"/>
                </a:lnTo>
                <a:lnTo>
                  <a:pt x="390525" y="828675"/>
                </a:lnTo>
                <a:close/>
                <a:moveTo>
                  <a:pt x="619125" y="819150"/>
                </a:moveTo>
                <a:lnTo>
                  <a:pt x="628650" y="819150"/>
                </a:lnTo>
                <a:lnTo>
                  <a:pt x="628650" y="828675"/>
                </a:lnTo>
                <a:lnTo>
                  <a:pt x="619125" y="828675"/>
                </a:lnTo>
                <a:close/>
                <a:moveTo>
                  <a:pt x="476250" y="838200"/>
                </a:moveTo>
                <a:lnTo>
                  <a:pt x="485775" y="838200"/>
                </a:lnTo>
                <a:lnTo>
                  <a:pt x="485775" y="857250"/>
                </a:lnTo>
                <a:lnTo>
                  <a:pt x="457200" y="857250"/>
                </a:lnTo>
                <a:lnTo>
                  <a:pt x="457200" y="866775"/>
                </a:lnTo>
                <a:lnTo>
                  <a:pt x="447675" y="866775"/>
                </a:lnTo>
                <a:lnTo>
                  <a:pt x="447675" y="847725"/>
                </a:lnTo>
                <a:lnTo>
                  <a:pt x="476250" y="847725"/>
                </a:lnTo>
                <a:close/>
                <a:moveTo>
                  <a:pt x="247650" y="847725"/>
                </a:moveTo>
                <a:lnTo>
                  <a:pt x="257175" y="847725"/>
                </a:lnTo>
                <a:lnTo>
                  <a:pt x="257175" y="857250"/>
                </a:lnTo>
                <a:lnTo>
                  <a:pt x="247650" y="857250"/>
                </a:lnTo>
                <a:close/>
                <a:moveTo>
                  <a:pt x="323850" y="847725"/>
                </a:moveTo>
                <a:lnTo>
                  <a:pt x="333375" y="847725"/>
                </a:lnTo>
                <a:lnTo>
                  <a:pt x="333375" y="857250"/>
                </a:lnTo>
                <a:lnTo>
                  <a:pt x="342900" y="857250"/>
                </a:lnTo>
                <a:lnTo>
                  <a:pt x="342900" y="866775"/>
                </a:lnTo>
                <a:lnTo>
                  <a:pt x="314325" y="866775"/>
                </a:lnTo>
                <a:lnTo>
                  <a:pt x="314325" y="857250"/>
                </a:lnTo>
                <a:lnTo>
                  <a:pt x="323850" y="857250"/>
                </a:lnTo>
                <a:close/>
                <a:moveTo>
                  <a:pt x="285750" y="857250"/>
                </a:moveTo>
                <a:lnTo>
                  <a:pt x="295275" y="857250"/>
                </a:lnTo>
                <a:lnTo>
                  <a:pt x="295275" y="876300"/>
                </a:lnTo>
                <a:lnTo>
                  <a:pt x="285750" y="876300"/>
                </a:lnTo>
                <a:close/>
                <a:moveTo>
                  <a:pt x="638175" y="857250"/>
                </a:moveTo>
                <a:lnTo>
                  <a:pt x="647700" y="857250"/>
                </a:lnTo>
                <a:lnTo>
                  <a:pt x="647700" y="866775"/>
                </a:lnTo>
                <a:lnTo>
                  <a:pt x="638175" y="866775"/>
                </a:lnTo>
                <a:close/>
                <a:moveTo>
                  <a:pt x="657225" y="857250"/>
                </a:moveTo>
                <a:lnTo>
                  <a:pt x="666750" y="857250"/>
                </a:lnTo>
                <a:lnTo>
                  <a:pt x="666750" y="866775"/>
                </a:lnTo>
                <a:lnTo>
                  <a:pt x="657225" y="866775"/>
                </a:lnTo>
                <a:close/>
                <a:moveTo>
                  <a:pt x="981075" y="857250"/>
                </a:moveTo>
                <a:lnTo>
                  <a:pt x="990600" y="857250"/>
                </a:lnTo>
                <a:lnTo>
                  <a:pt x="990600" y="866775"/>
                </a:lnTo>
                <a:lnTo>
                  <a:pt x="981075" y="866775"/>
                </a:lnTo>
                <a:close/>
                <a:moveTo>
                  <a:pt x="171450" y="866775"/>
                </a:moveTo>
                <a:lnTo>
                  <a:pt x="180975" y="866775"/>
                </a:lnTo>
                <a:lnTo>
                  <a:pt x="180975" y="876300"/>
                </a:lnTo>
                <a:lnTo>
                  <a:pt x="171450" y="876300"/>
                </a:lnTo>
                <a:close/>
                <a:moveTo>
                  <a:pt x="295275" y="876300"/>
                </a:moveTo>
                <a:lnTo>
                  <a:pt x="304800" y="876300"/>
                </a:lnTo>
                <a:lnTo>
                  <a:pt x="304800" y="885825"/>
                </a:lnTo>
                <a:lnTo>
                  <a:pt x="295275" y="885825"/>
                </a:lnTo>
                <a:close/>
                <a:moveTo>
                  <a:pt x="323850" y="876300"/>
                </a:moveTo>
                <a:lnTo>
                  <a:pt x="333375" y="876300"/>
                </a:lnTo>
                <a:lnTo>
                  <a:pt x="333375" y="885825"/>
                </a:lnTo>
                <a:lnTo>
                  <a:pt x="323850" y="885825"/>
                </a:lnTo>
                <a:close/>
                <a:moveTo>
                  <a:pt x="990600" y="876300"/>
                </a:moveTo>
                <a:lnTo>
                  <a:pt x="1000125" y="876300"/>
                </a:lnTo>
                <a:lnTo>
                  <a:pt x="1000125" y="885825"/>
                </a:lnTo>
                <a:lnTo>
                  <a:pt x="990600" y="885825"/>
                </a:lnTo>
                <a:close/>
                <a:moveTo>
                  <a:pt x="304800" y="885825"/>
                </a:moveTo>
                <a:lnTo>
                  <a:pt x="323850" y="885825"/>
                </a:lnTo>
                <a:lnTo>
                  <a:pt x="323850" y="895350"/>
                </a:lnTo>
                <a:lnTo>
                  <a:pt x="304800" y="895350"/>
                </a:lnTo>
                <a:close/>
                <a:moveTo>
                  <a:pt x="942975" y="885825"/>
                </a:moveTo>
                <a:lnTo>
                  <a:pt x="952500" y="885825"/>
                </a:lnTo>
                <a:lnTo>
                  <a:pt x="952500" y="904875"/>
                </a:lnTo>
                <a:lnTo>
                  <a:pt x="962025" y="904875"/>
                </a:lnTo>
                <a:lnTo>
                  <a:pt x="962025" y="923925"/>
                </a:lnTo>
                <a:lnTo>
                  <a:pt x="1000125" y="923925"/>
                </a:lnTo>
                <a:lnTo>
                  <a:pt x="1000125" y="933450"/>
                </a:lnTo>
                <a:lnTo>
                  <a:pt x="1019175" y="933450"/>
                </a:lnTo>
                <a:lnTo>
                  <a:pt x="1019175" y="942975"/>
                </a:lnTo>
                <a:lnTo>
                  <a:pt x="981075" y="942975"/>
                </a:lnTo>
                <a:lnTo>
                  <a:pt x="981075" y="952500"/>
                </a:lnTo>
                <a:lnTo>
                  <a:pt x="971550" y="952500"/>
                </a:lnTo>
                <a:lnTo>
                  <a:pt x="971550" y="933450"/>
                </a:lnTo>
                <a:lnTo>
                  <a:pt x="952500" y="933450"/>
                </a:lnTo>
                <a:lnTo>
                  <a:pt x="952500" y="923925"/>
                </a:lnTo>
                <a:lnTo>
                  <a:pt x="933450" y="923925"/>
                </a:lnTo>
                <a:lnTo>
                  <a:pt x="933450" y="914400"/>
                </a:lnTo>
                <a:lnTo>
                  <a:pt x="885825" y="914400"/>
                </a:lnTo>
                <a:lnTo>
                  <a:pt x="885825" y="904875"/>
                </a:lnTo>
                <a:lnTo>
                  <a:pt x="933450" y="904875"/>
                </a:lnTo>
                <a:lnTo>
                  <a:pt x="933450" y="895350"/>
                </a:lnTo>
                <a:lnTo>
                  <a:pt x="942975" y="895350"/>
                </a:lnTo>
                <a:close/>
                <a:moveTo>
                  <a:pt x="1000125" y="885825"/>
                </a:moveTo>
                <a:lnTo>
                  <a:pt x="1009650" y="885825"/>
                </a:lnTo>
                <a:lnTo>
                  <a:pt x="1009650" y="895350"/>
                </a:lnTo>
                <a:lnTo>
                  <a:pt x="1000125" y="895350"/>
                </a:lnTo>
                <a:close/>
                <a:moveTo>
                  <a:pt x="190500" y="895350"/>
                </a:moveTo>
                <a:lnTo>
                  <a:pt x="200025" y="895350"/>
                </a:lnTo>
                <a:lnTo>
                  <a:pt x="200025" y="904875"/>
                </a:lnTo>
                <a:lnTo>
                  <a:pt x="190500" y="904875"/>
                </a:lnTo>
                <a:close/>
                <a:moveTo>
                  <a:pt x="495300" y="895350"/>
                </a:moveTo>
                <a:lnTo>
                  <a:pt x="504825" y="895350"/>
                </a:lnTo>
                <a:lnTo>
                  <a:pt x="504825" y="904875"/>
                </a:lnTo>
                <a:lnTo>
                  <a:pt x="495300" y="904875"/>
                </a:lnTo>
                <a:close/>
                <a:moveTo>
                  <a:pt x="1009650" y="895350"/>
                </a:moveTo>
                <a:lnTo>
                  <a:pt x="1028700" y="895350"/>
                </a:lnTo>
                <a:lnTo>
                  <a:pt x="1028700" y="904875"/>
                </a:lnTo>
                <a:lnTo>
                  <a:pt x="1038225" y="904875"/>
                </a:lnTo>
                <a:lnTo>
                  <a:pt x="1038225" y="923925"/>
                </a:lnTo>
                <a:lnTo>
                  <a:pt x="1047750" y="923925"/>
                </a:lnTo>
                <a:lnTo>
                  <a:pt x="1047750" y="933450"/>
                </a:lnTo>
                <a:lnTo>
                  <a:pt x="1028700" y="933450"/>
                </a:lnTo>
                <a:lnTo>
                  <a:pt x="1028700" y="923925"/>
                </a:lnTo>
                <a:lnTo>
                  <a:pt x="1019175" y="923925"/>
                </a:lnTo>
                <a:lnTo>
                  <a:pt x="1019175" y="904875"/>
                </a:lnTo>
                <a:lnTo>
                  <a:pt x="1009650" y="904875"/>
                </a:lnTo>
                <a:close/>
                <a:moveTo>
                  <a:pt x="200025" y="904875"/>
                </a:moveTo>
                <a:lnTo>
                  <a:pt x="209550" y="904875"/>
                </a:lnTo>
                <a:lnTo>
                  <a:pt x="209550" y="914400"/>
                </a:lnTo>
                <a:lnTo>
                  <a:pt x="200025" y="914400"/>
                </a:lnTo>
                <a:close/>
                <a:moveTo>
                  <a:pt x="647700" y="904875"/>
                </a:moveTo>
                <a:lnTo>
                  <a:pt x="657225" y="904875"/>
                </a:lnTo>
                <a:lnTo>
                  <a:pt x="657225" y="914400"/>
                </a:lnTo>
                <a:lnTo>
                  <a:pt x="647700" y="914400"/>
                </a:lnTo>
                <a:close/>
                <a:moveTo>
                  <a:pt x="1143000" y="904875"/>
                </a:moveTo>
                <a:lnTo>
                  <a:pt x="1171575" y="904875"/>
                </a:lnTo>
                <a:lnTo>
                  <a:pt x="1171575" y="914400"/>
                </a:lnTo>
                <a:lnTo>
                  <a:pt x="1181100" y="914400"/>
                </a:lnTo>
                <a:lnTo>
                  <a:pt x="1181100" y="923925"/>
                </a:lnTo>
                <a:lnTo>
                  <a:pt x="1162050" y="923925"/>
                </a:lnTo>
                <a:lnTo>
                  <a:pt x="1162050" y="914400"/>
                </a:lnTo>
                <a:lnTo>
                  <a:pt x="1152525" y="914400"/>
                </a:lnTo>
                <a:lnTo>
                  <a:pt x="1152525" y="923925"/>
                </a:lnTo>
                <a:lnTo>
                  <a:pt x="1133475" y="923925"/>
                </a:lnTo>
                <a:lnTo>
                  <a:pt x="1133475" y="914400"/>
                </a:lnTo>
                <a:lnTo>
                  <a:pt x="1143000" y="914400"/>
                </a:lnTo>
                <a:close/>
                <a:moveTo>
                  <a:pt x="1066800" y="914400"/>
                </a:moveTo>
                <a:lnTo>
                  <a:pt x="1085850" y="914400"/>
                </a:lnTo>
                <a:lnTo>
                  <a:pt x="1085850" y="923925"/>
                </a:lnTo>
                <a:lnTo>
                  <a:pt x="1066800" y="923925"/>
                </a:lnTo>
                <a:close/>
                <a:moveTo>
                  <a:pt x="238125" y="923925"/>
                </a:moveTo>
                <a:lnTo>
                  <a:pt x="247650" y="923925"/>
                </a:lnTo>
                <a:lnTo>
                  <a:pt x="247650" y="933450"/>
                </a:lnTo>
                <a:lnTo>
                  <a:pt x="238125" y="933450"/>
                </a:lnTo>
                <a:close/>
                <a:moveTo>
                  <a:pt x="257175" y="933450"/>
                </a:moveTo>
                <a:lnTo>
                  <a:pt x="266700" y="933450"/>
                </a:lnTo>
                <a:lnTo>
                  <a:pt x="266700" y="942975"/>
                </a:lnTo>
                <a:lnTo>
                  <a:pt x="257175" y="942975"/>
                </a:lnTo>
                <a:close/>
                <a:moveTo>
                  <a:pt x="828675" y="933450"/>
                </a:moveTo>
                <a:lnTo>
                  <a:pt x="857250" y="933450"/>
                </a:lnTo>
                <a:lnTo>
                  <a:pt x="857250" y="942975"/>
                </a:lnTo>
                <a:lnTo>
                  <a:pt x="828675" y="942975"/>
                </a:lnTo>
                <a:close/>
                <a:moveTo>
                  <a:pt x="1095375" y="933450"/>
                </a:moveTo>
                <a:lnTo>
                  <a:pt x="1114425" y="933450"/>
                </a:lnTo>
                <a:lnTo>
                  <a:pt x="1114425" y="942975"/>
                </a:lnTo>
                <a:lnTo>
                  <a:pt x="1104900" y="942975"/>
                </a:lnTo>
                <a:lnTo>
                  <a:pt x="1104900" y="952500"/>
                </a:lnTo>
                <a:lnTo>
                  <a:pt x="1123950" y="952500"/>
                </a:lnTo>
                <a:lnTo>
                  <a:pt x="1123950" y="981075"/>
                </a:lnTo>
                <a:lnTo>
                  <a:pt x="1114425" y="981075"/>
                </a:lnTo>
                <a:lnTo>
                  <a:pt x="1114425" y="1000125"/>
                </a:lnTo>
                <a:lnTo>
                  <a:pt x="1104900" y="1000125"/>
                </a:lnTo>
                <a:lnTo>
                  <a:pt x="1104900" y="990600"/>
                </a:lnTo>
                <a:lnTo>
                  <a:pt x="1095375" y="990600"/>
                </a:lnTo>
                <a:lnTo>
                  <a:pt x="1095375" y="962025"/>
                </a:lnTo>
                <a:lnTo>
                  <a:pt x="1028700" y="962025"/>
                </a:lnTo>
                <a:lnTo>
                  <a:pt x="1028700" y="952500"/>
                </a:lnTo>
                <a:lnTo>
                  <a:pt x="1019175" y="952500"/>
                </a:lnTo>
                <a:lnTo>
                  <a:pt x="1019175" y="942975"/>
                </a:lnTo>
                <a:lnTo>
                  <a:pt x="1028700" y="942975"/>
                </a:lnTo>
                <a:lnTo>
                  <a:pt x="1028700" y="952500"/>
                </a:lnTo>
                <a:lnTo>
                  <a:pt x="1095375" y="952500"/>
                </a:lnTo>
                <a:close/>
                <a:moveTo>
                  <a:pt x="1133475" y="933450"/>
                </a:moveTo>
                <a:lnTo>
                  <a:pt x="1152525" y="933450"/>
                </a:lnTo>
                <a:lnTo>
                  <a:pt x="1152525" y="942975"/>
                </a:lnTo>
                <a:lnTo>
                  <a:pt x="1133475" y="942975"/>
                </a:lnTo>
                <a:close/>
                <a:moveTo>
                  <a:pt x="276225" y="942975"/>
                </a:moveTo>
                <a:lnTo>
                  <a:pt x="295275" y="942975"/>
                </a:lnTo>
                <a:lnTo>
                  <a:pt x="295275" y="971550"/>
                </a:lnTo>
                <a:lnTo>
                  <a:pt x="285750" y="971550"/>
                </a:lnTo>
                <a:lnTo>
                  <a:pt x="285750" y="952500"/>
                </a:lnTo>
                <a:lnTo>
                  <a:pt x="276225" y="952500"/>
                </a:lnTo>
                <a:close/>
                <a:moveTo>
                  <a:pt x="819150" y="942975"/>
                </a:moveTo>
                <a:lnTo>
                  <a:pt x="828675" y="942975"/>
                </a:lnTo>
                <a:lnTo>
                  <a:pt x="828675" y="952500"/>
                </a:lnTo>
                <a:lnTo>
                  <a:pt x="819150" y="952500"/>
                </a:lnTo>
                <a:close/>
                <a:moveTo>
                  <a:pt x="857250" y="942975"/>
                </a:moveTo>
                <a:lnTo>
                  <a:pt x="876300" y="942975"/>
                </a:lnTo>
                <a:lnTo>
                  <a:pt x="876300" y="952500"/>
                </a:lnTo>
                <a:lnTo>
                  <a:pt x="895350" y="952500"/>
                </a:lnTo>
                <a:lnTo>
                  <a:pt x="895350" y="971550"/>
                </a:lnTo>
                <a:lnTo>
                  <a:pt x="914400" y="971550"/>
                </a:lnTo>
                <a:lnTo>
                  <a:pt x="914400" y="981075"/>
                </a:lnTo>
                <a:lnTo>
                  <a:pt x="923925" y="981075"/>
                </a:lnTo>
                <a:lnTo>
                  <a:pt x="923925" y="990600"/>
                </a:lnTo>
                <a:lnTo>
                  <a:pt x="904875" y="990600"/>
                </a:lnTo>
                <a:lnTo>
                  <a:pt x="904875" y="981075"/>
                </a:lnTo>
                <a:lnTo>
                  <a:pt x="895350" y="981075"/>
                </a:lnTo>
                <a:lnTo>
                  <a:pt x="895350" y="1009650"/>
                </a:lnTo>
                <a:lnTo>
                  <a:pt x="904875" y="1009650"/>
                </a:lnTo>
                <a:lnTo>
                  <a:pt x="904875" y="1028700"/>
                </a:lnTo>
                <a:lnTo>
                  <a:pt x="895350" y="1028700"/>
                </a:lnTo>
                <a:lnTo>
                  <a:pt x="895350" y="1038225"/>
                </a:lnTo>
                <a:lnTo>
                  <a:pt x="885825" y="1038225"/>
                </a:lnTo>
                <a:lnTo>
                  <a:pt x="885825" y="1076325"/>
                </a:lnTo>
                <a:lnTo>
                  <a:pt x="895350" y="1076325"/>
                </a:lnTo>
                <a:lnTo>
                  <a:pt x="895350" y="1085850"/>
                </a:lnTo>
                <a:lnTo>
                  <a:pt x="904875" y="1085850"/>
                </a:lnTo>
                <a:lnTo>
                  <a:pt x="904875" y="1095375"/>
                </a:lnTo>
                <a:lnTo>
                  <a:pt x="914400" y="1095375"/>
                </a:lnTo>
                <a:lnTo>
                  <a:pt x="914400" y="1104900"/>
                </a:lnTo>
                <a:lnTo>
                  <a:pt x="933450" y="1104900"/>
                </a:lnTo>
                <a:lnTo>
                  <a:pt x="933450" y="1114425"/>
                </a:lnTo>
                <a:lnTo>
                  <a:pt x="904875" y="1114425"/>
                </a:lnTo>
                <a:lnTo>
                  <a:pt x="904875" y="1104900"/>
                </a:lnTo>
                <a:lnTo>
                  <a:pt x="876300" y="1104900"/>
                </a:lnTo>
                <a:lnTo>
                  <a:pt x="876300" y="1123950"/>
                </a:lnTo>
                <a:lnTo>
                  <a:pt x="866775" y="1123950"/>
                </a:lnTo>
                <a:lnTo>
                  <a:pt x="866775" y="1133475"/>
                </a:lnTo>
                <a:lnTo>
                  <a:pt x="876300" y="1133475"/>
                </a:lnTo>
                <a:lnTo>
                  <a:pt x="876300" y="1123950"/>
                </a:lnTo>
                <a:lnTo>
                  <a:pt x="885825" y="1123950"/>
                </a:lnTo>
                <a:lnTo>
                  <a:pt x="885825" y="1133475"/>
                </a:lnTo>
                <a:lnTo>
                  <a:pt x="876300" y="1133475"/>
                </a:lnTo>
                <a:lnTo>
                  <a:pt x="876300" y="1143000"/>
                </a:lnTo>
                <a:lnTo>
                  <a:pt x="895350" y="1143000"/>
                </a:lnTo>
                <a:lnTo>
                  <a:pt x="895350" y="1162050"/>
                </a:lnTo>
                <a:lnTo>
                  <a:pt x="904875" y="1162050"/>
                </a:lnTo>
                <a:lnTo>
                  <a:pt x="904875" y="1181100"/>
                </a:lnTo>
                <a:lnTo>
                  <a:pt x="914400" y="1181100"/>
                </a:lnTo>
                <a:lnTo>
                  <a:pt x="914400" y="1190625"/>
                </a:lnTo>
                <a:lnTo>
                  <a:pt x="885825" y="1190625"/>
                </a:lnTo>
                <a:lnTo>
                  <a:pt x="885825" y="1209675"/>
                </a:lnTo>
                <a:lnTo>
                  <a:pt x="895350" y="1209675"/>
                </a:lnTo>
                <a:lnTo>
                  <a:pt x="895350" y="1219200"/>
                </a:lnTo>
                <a:lnTo>
                  <a:pt x="962025" y="1219200"/>
                </a:lnTo>
                <a:lnTo>
                  <a:pt x="962025" y="1228725"/>
                </a:lnTo>
                <a:lnTo>
                  <a:pt x="971550" y="1228725"/>
                </a:lnTo>
                <a:lnTo>
                  <a:pt x="971550" y="1219200"/>
                </a:lnTo>
                <a:lnTo>
                  <a:pt x="981075" y="1219200"/>
                </a:lnTo>
                <a:lnTo>
                  <a:pt x="981075" y="1209675"/>
                </a:lnTo>
                <a:lnTo>
                  <a:pt x="1000125" y="1209675"/>
                </a:lnTo>
                <a:lnTo>
                  <a:pt x="1000125" y="1219200"/>
                </a:lnTo>
                <a:lnTo>
                  <a:pt x="990600" y="1219200"/>
                </a:lnTo>
                <a:lnTo>
                  <a:pt x="990600" y="1238250"/>
                </a:lnTo>
                <a:lnTo>
                  <a:pt x="1000125" y="1238250"/>
                </a:lnTo>
                <a:lnTo>
                  <a:pt x="1000125" y="1257300"/>
                </a:lnTo>
                <a:lnTo>
                  <a:pt x="962025" y="1257300"/>
                </a:lnTo>
                <a:lnTo>
                  <a:pt x="962025" y="1266825"/>
                </a:lnTo>
                <a:lnTo>
                  <a:pt x="952500" y="1266825"/>
                </a:lnTo>
                <a:lnTo>
                  <a:pt x="952500" y="1257300"/>
                </a:lnTo>
                <a:lnTo>
                  <a:pt x="933450" y="1257300"/>
                </a:lnTo>
                <a:lnTo>
                  <a:pt x="933450" y="1266825"/>
                </a:lnTo>
                <a:lnTo>
                  <a:pt x="923925" y="1266825"/>
                </a:lnTo>
                <a:lnTo>
                  <a:pt x="923925" y="1257300"/>
                </a:lnTo>
                <a:lnTo>
                  <a:pt x="876300" y="1257300"/>
                </a:lnTo>
                <a:lnTo>
                  <a:pt x="876300" y="1247775"/>
                </a:lnTo>
                <a:lnTo>
                  <a:pt x="857250" y="1247775"/>
                </a:lnTo>
                <a:lnTo>
                  <a:pt x="857250" y="1238250"/>
                </a:lnTo>
                <a:lnTo>
                  <a:pt x="838200" y="1238250"/>
                </a:lnTo>
                <a:lnTo>
                  <a:pt x="838200" y="1228725"/>
                </a:lnTo>
                <a:lnTo>
                  <a:pt x="819150" y="1228725"/>
                </a:lnTo>
                <a:lnTo>
                  <a:pt x="819150" y="1219200"/>
                </a:lnTo>
                <a:lnTo>
                  <a:pt x="809625" y="1219200"/>
                </a:lnTo>
                <a:lnTo>
                  <a:pt x="809625" y="1209675"/>
                </a:lnTo>
                <a:lnTo>
                  <a:pt x="819150" y="1209675"/>
                </a:lnTo>
                <a:lnTo>
                  <a:pt x="819150" y="1219200"/>
                </a:lnTo>
                <a:lnTo>
                  <a:pt x="838200" y="1219200"/>
                </a:lnTo>
                <a:lnTo>
                  <a:pt x="838200" y="1209675"/>
                </a:lnTo>
                <a:lnTo>
                  <a:pt x="866775" y="1209675"/>
                </a:lnTo>
                <a:lnTo>
                  <a:pt x="866775" y="1190625"/>
                </a:lnTo>
                <a:lnTo>
                  <a:pt x="857250" y="1190625"/>
                </a:lnTo>
                <a:lnTo>
                  <a:pt x="857250" y="1171575"/>
                </a:lnTo>
                <a:lnTo>
                  <a:pt x="866775" y="1171575"/>
                </a:lnTo>
                <a:lnTo>
                  <a:pt x="866775" y="1143000"/>
                </a:lnTo>
                <a:lnTo>
                  <a:pt x="847725" y="1143000"/>
                </a:lnTo>
                <a:lnTo>
                  <a:pt x="847725" y="1133475"/>
                </a:lnTo>
                <a:lnTo>
                  <a:pt x="819150" y="1133475"/>
                </a:lnTo>
                <a:lnTo>
                  <a:pt x="819150" y="1143000"/>
                </a:lnTo>
                <a:lnTo>
                  <a:pt x="809625" y="1143000"/>
                </a:lnTo>
                <a:lnTo>
                  <a:pt x="809625" y="1123950"/>
                </a:lnTo>
                <a:lnTo>
                  <a:pt x="847725" y="1123950"/>
                </a:lnTo>
                <a:lnTo>
                  <a:pt x="847725" y="1114425"/>
                </a:lnTo>
                <a:lnTo>
                  <a:pt x="838200" y="1114425"/>
                </a:lnTo>
                <a:lnTo>
                  <a:pt x="838200" y="1095375"/>
                </a:lnTo>
                <a:lnTo>
                  <a:pt x="847725" y="1095375"/>
                </a:lnTo>
                <a:lnTo>
                  <a:pt x="847725" y="1066800"/>
                </a:lnTo>
                <a:lnTo>
                  <a:pt x="838200" y="1066800"/>
                </a:lnTo>
                <a:lnTo>
                  <a:pt x="838200" y="1057275"/>
                </a:lnTo>
                <a:lnTo>
                  <a:pt x="828675" y="1057275"/>
                </a:lnTo>
                <a:lnTo>
                  <a:pt x="828675" y="1047750"/>
                </a:lnTo>
                <a:lnTo>
                  <a:pt x="819150" y="1047750"/>
                </a:lnTo>
                <a:lnTo>
                  <a:pt x="819150" y="1038225"/>
                </a:lnTo>
                <a:lnTo>
                  <a:pt x="809625" y="1038225"/>
                </a:lnTo>
                <a:lnTo>
                  <a:pt x="809625" y="1009650"/>
                </a:lnTo>
                <a:lnTo>
                  <a:pt x="819150" y="1009650"/>
                </a:lnTo>
                <a:lnTo>
                  <a:pt x="819150" y="1019175"/>
                </a:lnTo>
                <a:lnTo>
                  <a:pt x="838200" y="1019175"/>
                </a:lnTo>
                <a:lnTo>
                  <a:pt x="838200" y="1009650"/>
                </a:lnTo>
                <a:lnTo>
                  <a:pt x="847725" y="1009650"/>
                </a:lnTo>
                <a:lnTo>
                  <a:pt x="847725" y="971550"/>
                </a:lnTo>
                <a:lnTo>
                  <a:pt x="866775" y="971550"/>
                </a:lnTo>
                <a:lnTo>
                  <a:pt x="866775" y="952500"/>
                </a:lnTo>
                <a:lnTo>
                  <a:pt x="857250" y="952500"/>
                </a:lnTo>
                <a:close/>
                <a:moveTo>
                  <a:pt x="485775" y="981075"/>
                </a:moveTo>
                <a:lnTo>
                  <a:pt x="495300" y="981075"/>
                </a:lnTo>
                <a:lnTo>
                  <a:pt x="495300" y="990600"/>
                </a:lnTo>
                <a:lnTo>
                  <a:pt x="485775" y="990600"/>
                </a:lnTo>
                <a:close/>
                <a:moveTo>
                  <a:pt x="504825" y="981075"/>
                </a:moveTo>
                <a:lnTo>
                  <a:pt x="514350" y="981075"/>
                </a:lnTo>
                <a:lnTo>
                  <a:pt x="514350" y="990600"/>
                </a:lnTo>
                <a:lnTo>
                  <a:pt x="504825" y="990600"/>
                </a:lnTo>
                <a:close/>
                <a:moveTo>
                  <a:pt x="1133475" y="981075"/>
                </a:moveTo>
                <a:lnTo>
                  <a:pt x="1152525" y="981075"/>
                </a:lnTo>
                <a:lnTo>
                  <a:pt x="1152525" y="990600"/>
                </a:lnTo>
                <a:lnTo>
                  <a:pt x="1143000" y="990600"/>
                </a:lnTo>
                <a:lnTo>
                  <a:pt x="1143000" y="1000125"/>
                </a:lnTo>
                <a:lnTo>
                  <a:pt x="1133475" y="1000125"/>
                </a:lnTo>
                <a:close/>
                <a:moveTo>
                  <a:pt x="923925" y="990600"/>
                </a:moveTo>
                <a:lnTo>
                  <a:pt x="952500" y="990600"/>
                </a:lnTo>
                <a:lnTo>
                  <a:pt x="952500" y="1000125"/>
                </a:lnTo>
                <a:lnTo>
                  <a:pt x="923925" y="1000125"/>
                </a:lnTo>
                <a:close/>
                <a:moveTo>
                  <a:pt x="133350" y="1000125"/>
                </a:moveTo>
                <a:lnTo>
                  <a:pt x="142875" y="1000125"/>
                </a:lnTo>
                <a:lnTo>
                  <a:pt x="142875" y="1009650"/>
                </a:lnTo>
                <a:lnTo>
                  <a:pt x="133350" y="1009650"/>
                </a:lnTo>
                <a:close/>
                <a:moveTo>
                  <a:pt x="990600" y="1009650"/>
                </a:moveTo>
                <a:lnTo>
                  <a:pt x="1000125" y="1009650"/>
                </a:lnTo>
                <a:lnTo>
                  <a:pt x="1000125" y="1019175"/>
                </a:lnTo>
                <a:lnTo>
                  <a:pt x="990600" y="1019175"/>
                </a:lnTo>
                <a:close/>
                <a:moveTo>
                  <a:pt x="142875" y="1019175"/>
                </a:moveTo>
                <a:lnTo>
                  <a:pt x="152400" y="1019175"/>
                </a:lnTo>
                <a:lnTo>
                  <a:pt x="152400" y="1028700"/>
                </a:lnTo>
                <a:lnTo>
                  <a:pt x="142875" y="1028700"/>
                </a:lnTo>
                <a:close/>
                <a:moveTo>
                  <a:pt x="657225" y="1019175"/>
                </a:moveTo>
                <a:lnTo>
                  <a:pt x="666750" y="1019175"/>
                </a:lnTo>
                <a:lnTo>
                  <a:pt x="666750" y="1028700"/>
                </a:lnTo>
                <a:lnTo>
                  <a:pt x="657225" y="1028700"/>
                </a:lnTo>
                <a:close/>
                <a:moveTo>
                  <a:pt x="209550" y="1028700"/>
                </a:moveTo>
                <a:lnTo>
                  <a:pt x="228600" y="1028700"/>
                </a:lnTo>
                <a:lnTo>
                  <a:pt x="228600" y="1038225"/>
                </a:lnTo>
                <a:lnTo>
                  <a:pt x="209550" y="1038225"/>
                </a:lnTo>
                <a:close/>
                <a:moveTo>
                  <a:pt x="942975" y="1028700"/>
                </a:moveTo>
                <a:lnTo>
                  <a:pt x="952500" y="1028700"/>
                </a:lnTo>
                <a:lnTo>
                  <a:pt x="952500" y="1038225"/>
                </a:lnTo>
                <a:lnTo>
                  <a:pt x="942975" y="1038225"/>
                </a:lnTo>
                <a:close/>
                <a:moveTo>
                  <a:pt x="1028700" y="1028700"/>
                </a:moveTo>
                <a:lnTo>
                  <a:pt x="1047750" y="1028700"/>
                </a:lnTo>
                <a:lnTo>
                  <a:pt x="1047750" y="1047750"/>
                </a:lnTo>
                <a:lnTo>
                  <a:pt x="1038225" y="1047750"/>
                </a:lnTo>
                <a:lnTo>
                  <a:pt x="1038225" y="1038225"/>
                </a:lnTo>
                <a:lnTo>
                  <a:pt x="1028700" y="1038225"/>
                </a:lnTo>
                <a:close/>
                <a:moveTo>
                  <a:pt x="257175" y="1038225"/>
                </a:moveTo>
                <a:lnTo>
                  <a:pt x="266700" y="1038225"/>
                </a:lnTo>
                <a:lnTo>
                  <a:pt x="266700" y="1047750"/>
                </a:lnTo>
                <a:lnTo>
                  <a:pt x="257175" y="1047750"/>
                </a:lnTo>
                <a:close/>
                <a:moveTo>
                  <a:pt x="647700" y="1038225"/>
                </a:moveTo>
                <a:lnTo>
                  <a:pt x="657225" y="1038225"/>
                </a:lnTo>
                <a:lnTo>
                  <a:pt x="657225" y="1057275"/>
                </a:lnTo>
                <a:lnTo>
                  <a:pt x="647700" y="1057275"/>
                </a:lnTo>
                <a:close/>
                <a:moveTo>
                  <a:pt x="666750" y="1038225"/>
                </a:moveTo>
                <a:lnTo>
                  <a:pt x="676275" y="1038225"/>
                </a:lnTo>
                <a:lnTo>
                  <a:pt x="676275" y="1066800"/>
                </a:lnTo>
                <a:lnTo>
                  <a:pt x="666750" y="1066800"/>
                </a:lnTo>
                <a:close/>
                <a:moveTo>
                  <a:pt x="1076325" y="1047750"/>
                </a:moveTo>
                <a:lnTo>
                  <a:pt x="1085850" y="1047750"/>
                </a:lnTo>
                <a:lnTo>
                  <a:pt x="1085850" y="1057275"/>
                </a:lnTo>
                <a:lnTo>
                  <a:pt x="1076325" y="1057275"/>
                </a:lnTo>
                <a:close/>
                <a:moveTo>
                  <a:pt x="981075" y="1057275"/>
                </a:moveTo>
                <a:lnTo>
                  <a:pt x="990600" y="1057275"/>
                </a:lnTo>
                <a:lnTo>
                  <a:pt x="990600" y="1066800"/>
                </a:lnTo>
                <a:lnTo>
                  <a:pt x="981075" y="1066800"/>
                </a:lnTo>
                <a:close/>
                <a:moveTo>
                  <a:pt x="1047750" y="1066800"/>
                </a:moveTo>
                <a:lnTo>
                  <a:pt x="1066800" y="1066800"/>
                </a:lnTo>
                <a:lnTo>
                  <a:pt x="1066800" y="1085850"/>
                </a:lnTo>
                <a:lnTo>
                  <a:pt x="1057275" y="1085850"/>
                </a:lnTo>
                <a:lnTo>
                  <a:pt x="1057275" y="1076325"/>
                </a:lnTo>
                <a:lnTo>
                  <a:pt x="1047750" y="1076325"/>
                </a:lnTo>
                <a:close/>
                <a:moveTo>
                  <a:pt x="933450" y="1076325"/>
                </a:moveTo>
                <a:lnTo>
                  <a:pt x="942975" y="1076325"/>
                </a:lnTo>
                <a:lnTo>
                  <a:pt x="942975" y="1085850"/>
                </a:lnTo>
                <a:lnTo>
                  <a:pt x="933450" y="1085850"/>
                </a:lnTo>
                <a:close/>
                <a:moveTo>
                  <a:pt x="981075" y="1076325"/>
                </a:moveTo>
                <a:lnTo>
                  <a:pt x="990600" y="1076325"/>
                </a:lnTo>
                <a:lnTo>
                  <a:pt x="990600" y="1085850"/>
                </a:lnTo>
                <a:lnTo>
                  <a:pt x="981075" y="1085850"/>
                </a:lnTo>
                <a:close/>
                <a:moveTo>
                  <a:pt x="1076325" y="1076325"/>
                </a:moveTo>
                <a:lnTo>
                  <a:pt x="1085850" y="1076325"/>
                </a:lnTo>
                <a:lnTo>
                  <a:pt x="1085850" y="1085850"/>
                </a:lnTo>
                <a:lnTo>
                  <a:pt x="1076325" y="1085850"/>
                </a:lnTo>
                <a:close/>
                <a:moveTo>
                  <a:pt x="942975" y="1085850"/>
                </a:moveTo>
                <a:lnTo>
                  <a:pt x="952500" y="1085850"/>
                </a:lnTo>
                <a:lnTo>
                  <a:pt x="952500" y="1095375"/>
                </a:lnTo>
                <a:lnTo>
                  <a:pt x="942975" y="1095375"/>
                </a:lnTo>
                <a:close/>
                <a:moveTo>
                  <a:pt x="971550" y="1085850"/>
                </a:moveTo>
                <a:lnTo>
                  <a:pt x="981075" y="1085850"/>
                </a:lnTo>
                <a:lnTo>
                  <a:pt x="981075" y="1095375"/>
                </a:lnTo>
                <a:lnTo>
                  <a:pt x="971550" y="1095375"/>
                </a:lnTo>
                <a:close/>
                <a:moveTo>
                  <a:pt x="1085850" y="1085850"/>
                </a:moveTo>
                <a:lnTo>
                  <a:pt x="1104900" y="1085850"/>
                </a:lnTo>
                <a:lnTo>
                  <a:pt x="1104900" y="1095375"/>
                </a:lnTo>
                <a:lnTo>
                  <a:pt x="1114425" y="1095375"/>
                </a:lnTo>
                <a:lnTo>
                  <a:pt x="1114425" y="1104900"/>
                </a:lnTo>
                <a:lnTo>
                  <a:pt x="1095375" y="1104900"/>
                </a:lnTo>
                <a:lnTo>
                  <a:pt x="1095375" y="1095375"/>
                </a:lnTo>
                <a:lnTo>
                  <a:pt x="1085850" y="1095375"/>
                </a:lnTo>
                <a:close/>
                <a:moveTo>
                  <a:pt x="161925" y="1095375"/>
                </a:moveTo>
                <a:lnTo>
                  <a:pt x="180975" y="1095375"/>
                </a:lnTo>
                <a:lnTo>
                  <a:pt x="180975" y="1104900"/>
                </a:lnTo>
                <a:lnTo>
                  <a:pt x="161925" y="1104900"/>
                </a:lnTo>
                <a:close/>
                <a:moveTo>
                  <a:pt x="819150" y="1095375"/>
                </a:moveTo>
                <a:lnTo>
                  <a:pt x="828675" y="1095375"/>
                </a:lnTo>
                <a:lnTo>
                  <a:pt x="828675" y="1104900"/>
                </a:lnTo>
                <a:lnTo>
                  <a:pt x="819150" y="1104900"/>
                </a:lnTo>
                <a:close/>
                <a:moveTo>
                  <a:pt x="85725" y="1104900"/>
                </a:moveTo>
                <a:lnTo>
                  <a:pt x="95250" y="1104900"/>
                </a:lnTo>
                <a:lnTo>
                  <a:pt x="95250" y="1114425"/>
                </a:lnTo>
                <a:lnTo>
                  <a:pt x="85725" y="1114425"/>
                </a:lnTo>
                <a:close/>
                <a:moveTo>
                  <a:pt x="180975" y="1104900"/>
                </a:moveTo>
                <a:lnTo>
                  <a:pt x="190500" y="1104900"/>
                </a:lnTo>
                <a:lnTo>
                  <a:pt x="190500" y="1114425"/>
                </a:lnTo>
                <a:lnTo>
                  <a:pt x="180975" y="1114425"/>
                </a:lnTo>
                <a:close/>
                <a:moveTo>
                  <a:pt x="857250" y="1104900"/>
                </a:moveTo>
                <a:lnTo>
                  <a:pt x="866775" y="1104900"/>
                </a:lnTo>
                <a:lnTo>
                  <a:pt x="866775" y="1085850"/>
                </a:lnTo>
                <a:lnTo>
                  <a:pt x="857250" y="1085850"/>
                </a:lnTo>
                <a:lnTo>
                  <a:pt x="857250" y="1095375"/>
                </a:lnTo>
                <a:lnTo>
                  <a:pt x="847725" y="1095375"/>
                </a:lnTo>
                <a:lnTo>
                  <a:pt x="847725" y="1114425"/>
                </a:lnTo>
                <a:lnTo>
                  <a:pt x="857250" y="1114425"/>
                </a:lnTo>
                <a:close/>
                <a:moveTo>
                  <a:pt x="1114425" y="1104900"/>
                </a:moveTo>
                <a:lnTo>
                  <a:pt x="1123950" y="1104900"/>
                </a:lnTo>
                <a:lnTo>
                  <a:pt x="1123950" y="1114425"/>
                </a:lnTo>
                <a:lnTo>
                  <a:pt x="1114425" y="1114425"/>
                </a:lnTo>
                <a:close/>
                <a:moveTo>
                  <a:pt x="933450" y="1114425"/>
                </a:moveTo>
                <a:lnTo>
                  <a:pt x="942975" y="1114425"/>
                </a:lnTo>
                <a:lnTo>
                  <a:pt x="942975" y="1123950"/>
                </a:lnTo>
                <a:lnTo>
                  <a:pt x="933450" y="1123950"/>
                </a:lnTo>
                <a:close/>
                <a:moveTo>
                  <a:pt x="1133475" y="1114425"/>
                </a:moveTo>
                <a:lnTo>
                  <a:pt x="1143000" y="1114425"/>
                </a:lnTo>
                <a:lnTo>
                  <a:pt x="1143000" y="1123950"/>
                </a:lnTo>
                <a:lnTo>
                  <a:pt x="1133475" y="1123950"/>
                </a:lnTo>
                <a:close/>
                <a:moveTo>
                  <a:pt x="47625" y="1123950"/>
                </a:moveTo>
                <a:lnTo>
                  <a:pt x="57150" y="1123950"/>
                </a:lnTo>
                <a:lnTo>
                  <a:pt x="57150" y="1133475"/>
                </a:lnTo>
                <a:lnTo>
                  <a:pt x="47625" y="1133475"/>
                </a:lnTo>
                <a:close/>
                <a:moveTo>
                  <a:pt x="952500" y="1123950"/>
                </a:moveTo>
                <a:lnTo>
                  <a:pt x="981075" y="1123950"/>
                </a:lnTo>
                <a:lnTo>
                  <a:pt x="981075" y="1133475"/>
                </a:lnTo>
                <a:lnTo>
                  <a:pt x="952500" y="1133475"/>
                </a:lnTo>
                <a:close/>
                <a:moveTo>
                  <a:pt x="1047750" y="1123950"/>
                </a:moveTo>
                <a:lnTo>
                  <a:pt x="1057275" y="1123950"/>
                </a:lnTo>
                <a:lnTo>
                  <a:pt x="1057275" y="1133475"/>
                </a:lnTo>
                <a:lnTo>
                  <a:pt x="1047750" y="1133475"/>
                </a:lnTo>
                <a:close/>
                <a:moveTo>
                  <a:pt x="1171575" y="1123950"/>
                </a:moveTo>
                <a:lnTo>
                  <a:pt x="1181100" y="1123950"/>
                </a:lnTo>
                <a:lnTo>
                  <a:pt x="1181100" y="1143000"/>
                </a:lnTo>
                <a:lnTo>
                  <a:pt x="1171575" y="1143000"/>
                </a:lnTo>
                <a:close/>
                <a:moveTo>
                  <a:pt x="904875" y="1143000"/>
                </a:moveTo>
                <a:lnTo>
                  <a:pt x="914400" y="1143000"/>
                </a:lnTo>
                <a:lnTo>
                  <a:pt x="914400" y="1152525"/>
                </a:lnTo>
                <a:lnTo>
                  <a:pt x="904875" y="1152525"/>
                </a:lnTo>
                <a:close/>
                <a:moveTo>
                  <a:pt x="85725" y="1152525"/>
                </a:moveTo>
                <a:lnTo>
                  <a:pt x="95250" y="1152525"/>
                </a:lnTo>
                <a:lnTo>
                  <a:pt x="95250" y="1162050"/>
                </a:lnTo>
                <a:lnTo>
                  <a:pt x="85725" y="1162050"/>
                </a:lnTo>
                <a:close/>
                <a:moveTo>
                  <a:pt x="200025" y="1152525"/>
                </a:moveTo>
                <a:lnTo>
                  <a:pt x="209550" y="1152525"/>
                </a:lnTo>
                <a:lnTo>
                  <a:pt x="209550" y="1162050"/>
                </a:lnTo>
                <a:lnTo>
                  <a:pt x="200025" y="1162050"/>
                </a:lnTo>
                <a:close/>
                <a:moveTo>
                  <a:pt x="219075" y="1162050"/>
                </a:moveTo>
                <a:lnTo>
                  <a:pt x="228600" y="1162050"/>
                </a:lnTo>
                <a:lnTo>
                  <a:pt x="228600" y="1171575"/>
                </a:lnTo>
                <a:lnTo>
                  <a:pt x="219075" y="1171575"/>
                </a:lnTo>
                <a:close/>
                <a:moveTo>
                  <a:pt x="990600" y="1162050"/>
                </a:moveTo>
                <a:lnTo>
                  <a:pt x="1009650" y="1162050"/>
                </a:lnTo>
                <a:lnTo>
                  <a:pt x="1009650" y="1171575"/>
                </a:lnTo>
                <a:lnTo>
                  <a:pt x="1000125" y="1171575"/>
                </a:lnTo>
                <a:lnTo>
                  <a:pt x="1000125" y="1181100"/>
                </a:lnTo>
                <a:lnTo>
                  <a:pt x="990600" y="1181100"/>
                </a:lnTo>
                <a:close/>
                <a:moveTo>
                  <a:pt x="190500" y="1171575"/>
                </a:moveTo>
                <a:lnTo>
                  <a:pt x="200025" y="1171575"/>
                </a:lnTo>
                <a:lnTo>
                  <a:pt x="200025" y="1181100"/>
                </a:lnTo>
                <a:lnTo>
                  <a:pt x="190500" y="1181100"/>
                </a:lnTo>
                <a:close/>
                <a:moveTo>
                  <a:pt x="238125" y="1171575"/>
                </a:moveTo>
                <a:lnTo>
                  <a:pt x="247650" y="1171575"/>
                </a:lnTo>
                <a:lnTo>
                  <a:pt x="247650" y="1181100"/>
                </a:lnTo>
                <a:lnTo>
                  <a:pt x="238125" y="1181100"/>
                </a:lnTo>
                <a:close/>
                <a:moveTo>
                  <a:pt x="171450" y="1181100"/>
                </a:moveTo>
                <a:lnTo>
                  <a:pt x="180975" y="1181100"/>
                </a:lnTo>
                <a:lnTo>
                  <a:pt x="180975" y="1190625"/>
                </a:lnTo>
                <a:lnTo>
                  <a:pt x="171450" y="1190625"/>
                </a:lnTo>
                <a:close/>
                <a:moveTo>
                  <a:pt x="152400" y="1190625"/>
                </a:moveTo>
                <a:lnTo>
                  <a:pt x="161925" y="1190625"/>
                </a:lnTo>
                <a:lnTo>
                  <a:pt x="161925" y="1200150"/>
                </a:lnTo>
                <a:lnTo>
                  <a:pt x="152400" y="1200150"/>
                </a:lnTo>
                <a:close/>
                <a:moveTo>
                  <a:pt x="1038225" y="1190625"/>
                </a:moveTo>
                <a:lnTo>
                  <a:pt x="1047750" y="1190625"/>
                </a:lnTo>
                <a:lnTo>
                  <a:pt x="1047750" y="1209675"/>
                </a:lnTo>
                <a:lnTo>
                  <a:pt x="1038225" y="1209675"/>
                </a:lnTo>
                <a:close/>
                <a:moveTo>
                  <a:pt x="1104900" y="1190625"/>
                </a:moveTo>
                <a:lnTo>
                  <a:pt x="1123950" y="1190625"/>
                </a:lnTo>
                <a:lnTo>
                  <a:pt x="1123950" y="1200150"/>
                </a:lnTo>
                <a:lnTo>
                  <a:pt x="1133475" y="1200150"/>
                </a:lnTo>
                <a:lnTo>
                  <a:pt x="1133475" y="1209675"/>
                </a:lnTo>
                <a:lnTo>
                  <a:pt x="1114425" y="1209675"/>
                </a:lnTo>
                <a:lnTo>
                  <a:pt x="1114425" y="1200150"/>
                </a:lnTo>
                <a:lnTo>
                  <a:pt x="1104900" y="1200150"/>
                </a:lnTo>
                <a:close/>
                <a:moveTo>
                  <a:pt x="142875" y="1200150"/>
                </a:moveTo>
                <a:lnTo>
                  <a:pt x="152400" y="1200150"/>
                </a:lnTo>
                <a:lnTo>
                  <a:pt x="152400" y="1209675"/>
                </a:lnTo>
                <a:lnTo>
                  <a:pt x="142875" y="1209675"/>
                </a:lnTo>
                <a:close/>
                <a:moveTo>
                  <a:pt x="1162050" y="1200150"/>
                </a:moveTo>
                <a:lnTo>
                  <a:pt x="1181100" y="1200150"/>
                </a:lnTo>
                <a:lnTo>
                  <a:pt x="1181100" y="1209675"/>
                </a:lnTo>
                <a:lnTo>
                  <a:pt x="1162050" y="1209675"/>
                </a:lnTo>
                <a:close/>
                <a:moveTo>
                  <a:pt x="114300" y="1209675"/>
                </a:moveTo>
                <a:lnTo>
                  <a:pt x="133350" y="1209675"/>
                </a:lnTo>
                <a:lnTo>
                  <a:pt x="133350" y="1219200"/>
                </a:lnTo>
                <a:lnTo>
                  <a:pt x="114300" y="1219200"/>
                </a:lnTo>
                <a:close/>
                <a:moveTo>
                  <a:pt x="228600" y="1219200"/>
                </a:moveTo>
                <a:lnTo>
                  <a:pt x="238125" y="1219200"/>
                </a:lnTo>
                <a:lnTo>
                  <a:pt x="238125" y="1228725"/>
                </a:lnTo>
                <a:lnTo>
                  <a:pt x="228600" y="1228725"/>
                </a:lnTo>
                <a:close/>
                <a:moveTo>
                  <a:pt x="1019175" y="1219200"/>
                </a:moveTo>
                <a:lnTo>
                  <a:pt x="1028700" y="1219200"/>
                </a:lnTo>
                <a:lnTo>
                  <a:pt x="1028700" y="1228725"/>
                </a:lnTo>
                <a:lnTo>
                  <a:pt x="1019175" y="1228725"/>
                </a:lnTo>
                <a:close/>
                <a:moveTo>
                  <a:pt x="1143000" y="1219200"/>
                </a:moveTo>
                <a:lnTo>
                  <a:pt x="1181100" y="1219200"/>
                </a:lnTo>
                <a:lnTo>
                  <a:pt x="1181100" y="1238250"/>
                </a:lnTo>
                <a:lnTo>
                  <a:pt x="1171575" y="1238250"/>
                </a:lnTo>
                <a:lnTo>
                  <a:pt x="1171575" y="1228725"/>
                </a:lnTo>
                <a:lnTo>
                  <a:pt x="1162050" y="1228725"/>
                </a:lnTo>
                <a:lnTo>
                  <a:pt x="1162050" y="1238250"/>
                </a:lnTo>
                <a:lnTo>
                  <a:pt x="1152525" y="1238250"/>
                </a:lnTo>
                <a:lnTo>
                  <a:pt x="1152525" y="1228725"/>
                </a:lnTo>
                <a:lnTo>
                  <a:pt x="1143000" y="1228725"/>
                </a:lnTo>
                <a:close/>
                <a:moveTo>
                  <a:pt x="209550" y="1228725"/>
                </a:moveTo>
                <a:lnTo>
                  <a:pt x="219075" y="1228725"/>
                </a:lnTo>
                <a:lnTo>
                  <a:pt x="219075" y="1238250"/>
                </a:lnTo>
                <a:lnTo>
                  <a:pt x="209550" y="1238250"/>
                </a:lnTo>
                <a:close/>
                <a:moveTo>
                  <a:pt x="266700" y="1228725"/>
                </a:moveTo>
                <a:lnTo>
                  <a:pt x="276225" y="1228725"/>
                </a:lnTo>
                <a:lnTo>
                  <a:pt x="276225" y="1238250"/>
                </a:lnTo>
                <a:lnTo>
                  <a:pt x="266700" y="1238250"/>
                </a:lnTo>
                <a:close/>
                <a:moveTo>
                  <a:pt x="1038225" y="1228725"/>
                </a:moveTo>
                <a:lnTo>
                  <a:pt x="1047750" y="1228725"/>
                </a:lnTo>
                <a:lnTo>
                  <a:pt x="1047750" y="1238250"/>
                </a:lnTo>
                <a:lnTo>
                  <a:pt x="1057275" y="1238250"/>
                </a:lnTo>
                <a:lnTo>
                  <a:pt x="1057275" y="1247775"/>
                </a:lnTo>
                <a:lnTo>
                  <a:pt x="1076325" y="1247775"/>
                </a:lnTo>
                <a:lnTo>
                  <a:pt x="1076325" y="1257300"/>
                </a:lnTo>
                <a:lnTo>
                  <a:pt x="1095375" y="1257300"/>
                </a:lnTo>
                <a:lnTo>
                  <a:pt x="1095375" y="1266825"/>
                </a:lnTo>
                <a:lnTo>
                  <a:pt x="1000125" y="1266825"/>
                </a:lnTo>
                <a:lnTo>
                  <a:pt x="1000125" y="1257300"/>
                </a:lnTo>
                <a:lnTo>
                  <a:pt x="1009650" y="1257300"/>
                </a:lnTo>
                <a:lnTo>
                  <a:pt x="1009650" y="1247775"/>
                </a:lnTo>
                <a:lnTo>
                  <a:pt x="1038225" y="1247775"/>
                </a:lnTo>
                <a:close/>
                <a:moveTo>
                  <a:pt x="104775" y="1238250"/>
                </a:moveTo>
                <a:lnTo>
                  <a:pt x="114300" y="1238250"/>
                </a:lnTo>
                <a:lnTo>
                  <a:pt x="114300" y="1247775"/>
                </a:lnTo>
                <a:lnTo>
                  <a:pt x="104775" y="1247775"/>
                </a:lnTo>
                <a:close/>
                <a:moveTo>
                  <a:pt x="171450" y="1238250"/>
                </a:moveTo>
                <a:lnTo>
                  <a:pt x="180975" y="1238250"/>
                </a:lnTo>
                <a:lnTo>
                  <a:pt x="180975" y="1257300"/>
                </a:lnTo>
                <a:lnTo>
                  <a:pt x="161925" y="1257300"/>
                </a:lnTo>
                <a:lnTo>
                  <a:pt x="161925" y="1247775"/>
                </a:lnTo>
                <a:lnTo>
                  <a:pt x="171450" y="1247775"/>
                </a:lnTo>
                <a:close/>
                <a:moveTo>
                  <a:pt x="266700" y="1247775"/>
                </a:moveTo>
                <a:lnTo>
                  <a:pt x="276225" y="1247775"/>
                </a:lnTo>
                <a:lnTo>
                  <a:pt x="276225" y="1257300"/>
                </a:lnTo>
                <a:lnTo>
                  <a:pt x="266700" y="1257300"/>
                </a:lnTo>
                <a:close/>
                <a:moveTo>
                  <a:pt x="76200" y="1257300"/>
                </a:moveTo>
                <a:lnTo>
                  <a:pt x="85725" y="1257300"/>
                </a:lnTo>
                <a:lnTo>
                  <a:pt x="85725" y="1266825"/>
                </a:lnTo>
                <a:lnTo>
                  <a:pt x="76200" y="1266825"/>
                </a:lnTo>
                <a:close/>
                <a:moveTo>
                  <a:pt x="152400" y="1266825"/>
                </a:moveTo>
                <a:lnTo>
                  <a:pt x="171450" y="1266825"/>
                </a:lnTo>
                <a:lnTo>
                  <a:pt x="171450" y="1276350"/>
                </a:lnTo>
                <a:lnTo>
                  <a:pt x="152400" y="1276350"/>
                </a:lnTo>
                <a:close/>
                <a:moveTo>
                  <a:pt x="238125" y="1285875"/>
                </a:moveTo>
                <a:lnTo>
                  <a:pt x="247650" y="1285875"/>
                </a:lnTo>
                <a:lnTo>
                  <a:pt x="247650" y="1295400"/>
                </a:lnTo>
                <a:lnTo>
                  <a:pt x="238125" y="1295400"/>
                </a:lnTo>
                <a:close/>
                <a:moveTo>
                  <a:pt x="228600" y="1295400"/>
                </a:moveTo>
                <a:lnTo>
                  <a:pt x="238125" y="1295400"/>
                </a:lnTo>
                <a:lnTo>
                  <a:pt x="238125" y="1304925"/>
                </a:lnTo>
                <a:lnTo>
                  <a:pt x="228600" y="1304925"/>
                </a:lnTo>
                <a:close/>
                <a:moveTo>
                  <a:pt x="219075" y="1314450"/>
                </a:moveTo>
                <a:lnTo>
                  <a:pt x="228600" y="1314450"/>
                </a:lnTo>
                <a:lnTo>
                  <a:pt x="228600" y="1323975"/>
                </a:lnTo>
                <a:lnTo>
                  <a:pt x="219075" y="1323975"/>
                </a:lnTo>
                <a:close/>
                <a:moveTo>
                  <a:pt x="114300" y="1323975"/>
                </a:moveTo>
                <a:lnTo>
                  <a:pt x="123825" y="1323975"/>
                </a:lnTo>
                <a:lnTo>
                  <a:pt x="123825" y="1333500"/>
                </a:lnTo>
                <a:lnTo>
                  <a:pt x="114300" y="1333500"/>
                </a:lnTo>
                <a:close/>
                <a:moveTo>
                  <a:pt x="619125" y="1466850"/>
                </a:moveTo>
                <a:lnTo>
                  <a:pt x="628650" y="1466850"/>
                </a:lnTo>
                <a:lnTo>
                  <a:pt x="628650" y="1476375"/>
                </a:lnTo>
                <a:lnTo>
                  <a:pt x="619125" y="1476375"/>
                </a:lnTo>
                <a:close/>
                <a:moveTo>
                  <a:pt x="438150" y="1476375"/>
                </a:moveTo>
                <a:lnTo>
                  <a:pt x="466725" y="1476375"/>
                </a:lnTo>
                <a:lnTo>
                  <a:pt x="466725" y="1485900"/>
                </a:lnTo>
                <a:lnTo>
                  <a:pt x="438150" y="1485900"/>
                </a:lnTo>
                <a:close/>
                <a:moveTo>
                  <a:pt x="590550" y="1476375"/>
                </a:moveTo>
                <a:lnTo>
                  <a:pt x="600075" y="1476375"/>
                </a:lnTo>
                <a:lnTo>
                  <a:pt x="600075" y="1495425"/>
                </a:lnTo>
                <a:lnTo>
                  <a:pt x="581025" y="1495425"/>
                </a:lnTo>
                <a:lnTo>
                  <a:pt x="581025" y="1485900"/>
                </a:lnTo>
                <a:lnTo>
                  <a:pt x="590550" y="1485900"/>
                </a:lnTo>
                <a:close/>
                <a:moveTo>
                  <a:pt x="628650" y="1476375"/>
                </a:moveTo>
                <a:lnTo>
                  <a:pt x="638175" y="1476375"/>
                </a:lnTo>
                <a:lnTo>
                  <a:pt x="638175" y="1495425"/>
                </a:lnTo>
                <a:lnTo>
                  <a:pt x="628650" y="1495425"/>
                </a:lnTo>
                <a:close/>
                <a:moveTo>
                  <a:pt x="466725" y="1485900"/>
                </a:moveTo>
                <a:lnTo>
                  <a:pt x="476250" y="1485900"/>
                </a:lnTo>
                <a:lnTo>
                  <a:pt x="476250" y="1504950"/>
                </a:lnTo>
                <a:lnTo>
                  <a:pt x="466725" y="1504950"/>
                </a:lnTo>
                <a:close/>
                <a:moveTo>
                  <a:pt x="314325" y="1495425"/>
                </a:moveTo>
                <a:lnTo>
                  <a:pt x="323850" y="1495425"/>
                </a:lnTo>
                <a:lnTo>
                  <a:pt x="323850" y="1514475"/>
                </a:lnTo>
                <a:lnTo>
                  <a:pt x="333375" y="1514475"/>
                </a:lnTo>
                <a:lnTo>
                  <a:pt x="333375" y="1524000"/>
                </a:lnTo>
                <a:lnTo>
                  <a:pt x="314325" y="1524000"/>
                </a:lnTo>
                <a:lnTo>
                  <a:pt x="314325" y="1514475"/>
                </a:lnTo>
                <a:lnTo>
                  <a:pt x="304800" y="1514475"/>
                </a:lnTo>
                <a:lnTo>
                  <a:pt x="304800" y="1504950"/>
                </a:lnTo>
                <a:lnTo>
                  <a:pt x="314325" y="1504950"/>
                </a:lnTo>
                <a:close/>
                <a:moveTo>
                  <a:pt x="542925" y="1495425"/>
                </a:moveTo>
                <a:lnTo>
                  <a:pt x="561975" y="1495425"/>
                </a:lnTo>
                <a:lnTo>
                  <a:pt x="561975" y="1504950"/>
                </a:lnTo>
                <a:lnTo>
                  <a:pt x="552450" y="1504950"/>
                </a:lnTo>
                <a:lnTo>
                  <a:pt x="552450" y="1514475"/>
                </a:lnTo>
                <a:lnTo>
                  <a:pt x="514350" y="1514475"/>
                </a:lnTo>
                <a:lnTo>
                  <a:pt x="514350" y="1504950"/>
                </a:lnTo>
                <a:lnTo>
                  <a:pt x="542925" y="1504950"/>
                </a:lnTo>
                <a:close/>
                <a:moveTo>
                  <a:pt x="238125" y="1514475"/>
                </a:moveTo>
                <a:lnTo>
                  <a:pt x="247650" y="1514475"/>
                </a:lnTo>
                <a:lnTo>
                  <a:pt x="247650" y="1524000"/>
                </a:lnTo>
                <a:lnTo>
                  <a:pt x="238125" y="1524000"/>
                </a:lnTo>
                <a:close/>
                <a:moveTo>
                  <a:pt x="285750" y="1514475"/>
                </a:moveTo>
                <a:lnTo>
                  <a:pt x="304800" y="1514475"/>
                </a:lnTo>
                <a:lnTo>
                  <a:pt x="304800" y="1524000"/>
                </a:lnTo>
                <a:lnTo>
                  <a:pt x="285750" y="1524000"/>
                </a:lnTo>
                <a:close/>
                <a:moveTo>
                  <a:pt x="409575" y="1514475"/>
                </a:moveTo>
                <a:lnTo>
                  <a:pt x="428625" y="1514475"/>
                </a:lnTo>
                <a:lnTo>
                  <a:pt x="428625" y="1524000"/>
                </a:lnTo>
                <a:lnTo>
                  <a:pt x="438150" y="1524000"/>
                </a:lnTo>
                <a:lnTo>
                  <a:pt x="438150" y="1543050"/>
                </a:lnTo>
                <a:lnTo>
                  <a:pt x="428625" y="1543050"/>
                </a:lnTo>
                <a:lnTo>
                  <a:pt x="428625" y="1533525"/>
                </a:lnTo>
                <a:lnTo>
                  <a:pt x="419100" y="1533525"/>
                </a:lnTo>
                <a:lnTo>
                  <a:pt x="419100" y="1524000"/>
                </a:lnTo>
                <a:lnTo>
                  <a:pt x="409575" y="1524000"/>
                </a:lnTo>
                <a:close/>
                <a:moveTo>
                  <a:pt x="476250" y="1514475"/>
                </a:moveTo>
                <a:lnTo>
                  <a:pt x="485775" y="1514475"/>
                </a:lnTo>
                <a:lnTo>
                  <a:pt x="485775" y="1524000"/>
                </a:lnTo>
                <a:lnTo>
                  <a:pt x="476250" y="1524000"/>
                </a:lnTo>
                <a:close/>
                <a:moveTo>
                  <a:pt x="628650" y="1514475"/>
                </a:moveTo>
                <a:lnTo>
                  <a:pt x="638175" y="1514475"/>
                </a:lnTo>
                <a:lnTo>
                  <a:pt x="638175" y="1562100"/>
                </a:lnTo>
                <a:lnTo>
                  <a:pt x="628650" y="1562100"/>
                </a:lnTo>
                <a:close/>
                <a:moveTo>
                  <a:pt x="276225" y="1524000"/>
                </a:moveTo>
                <a:lnTo>
                  <a:pt x="285750" y="1524000"/>
                </a:lnTo>
                <a:lnTo>
                  <a:pt x="285750" y="1571625"/>
                </a:lnTo>
                <a:lnTo>
                  <a:pt x="276225" y="1571625"/>
                </a:lnTo>
                <a:close/>
                <a:moveTo>
                  <a:pt x="485775" y="1524000"/>
                </a:moveTo>
                <a:lnTo>
                  <a:pt x="495300" y="1524000"/>
                </a:lnTo>
                <a:lnTo>
                  <a:pt x="495300" y="1533525"/>
                </a:lnTo>
                <a:lnTo>
                  <a:pt x="485775" y="1533525"/>
                </a:lnTo>
                <a:close/>
                <a:moveTo>
                  <a:pt x="561975" y="1524000"/>
                </a:moveTo>
                <a:lnTo>
                  <a:pt x="581025" y="1524000"/>
                </a:lnTo>
                <a:lnTo>
                  <a:pt x="581025" y="1533525"/>
                </a:lnTo>
                <a:lnTo>
                  <a:pt x="600075" y="1533525"/>
                </a:lnTo>
                <a:lnTo>
                  <a:pt x="600075" y="1543050"/>
                </a:lnTo>
                <a:lnTo>
                  <a:pt x="609600" y="1543050"/>
                </a:lnTo>
                <a:lnTo>
                  <a:pt x="609600" y="1524000"/>
                </a:lnTo>
                <a:lnTo>
                  <a:pt x="619125" y="1524000"/>
                </a:lnTo>
                <a:lnTo>
                  <a:pt x="619125" y="1571625"/>
                </a:lnTo>
                <a:lnTo>
                  <a:pt x="638175" y="1571625"/>
                </a:lnTo>
                <a:lnTo>
                  <a:pt x="638175" y="1581150"/>
                </a:lnTo>
                <a:lnTo>
                  <a:pt x="647700" y="1581150"/>
                </a:lnTo>
                <a:lnTo>
                  <a:pt x="647700" y="1590675"/>
                </a:lnTo>
                <a:lnTo>
                  <a:pt x="657225" y="1590675"/>
                </a:lnTo>
                <a:lnTo>
                  <a:pt x="657225" y="1609725"/>
                </a:lnTo>
                <a:lnTo>
                  <a:pt x="647700" y="1609725"/>
                </a:lnTo>
                <a:lnTo>
                  <a:pt x="647700" y="1600200"/>
                </a:lnTo>
                <a:lnTo>
                  <a:pt x="628650" y="1600200"/>
                </a:lnTo>
                <a:lnTo>
                  <a:pt x="628650" y="1590675"/>
                </a:lnTo>
                <a:lnTo>
                  <a:pt x="609600" y="1590675"/>
                </a:lnTo>
                <a:lnTo>
                  <a:pt x="609600" y="1609725"/>
                </a:lnTo>
                <a:lnTo>
                  <a:pt x="619125" y="1609725"/>
                </a:lnTo>
                <a:lnTo>
                  <a:pt x="619125" y="1619250"/>
                </a:lnTo>
                <a:lnTo>
                  <a:pt x="628650" y="1619250"/>
                </a:lnTo>
                <a:lnTo>
                  <a:pt x="628650" y="1628775"/>
                </a:lnTo>
                <a:lnTo>
                  <a:pt x="647700" y="1628775"/>
                </a:lnTo>
                <a:lnTo>
                  <a:pt x="647700" y="1657350"/>
                </a:lnTo>
                <a:lnTo>
                  <a:pt x="657225" y="1657350"/>
                </a:lnTo>
                <a:lnTo>
                  <a:pt x="657225" y="1676400"/>
                </a:lnTo>
                <a:lnTo>
                  <a:pt x="638175" y="1676400"/>
                </a:lnTo>
                <a:lnTo>
                  <a:pt x="638175" y="1666875"/>
                </a:lnTo>
                <a:lnTo>
                  <a:pt x="628650" y="1666875"/>
                </a:lnTo>
                <a:lnTo>
                  <a:pt x="628650" y="1657350"/>
                </a:lnTo>
                <a:lnTo>
                  <a:pt x="619125" y="1657350"/>
                </a:lnTo>
                <a:lnTo>
                  <a:pt x="619125" y="1647825"/>
                </a:lnTo>
                <a:lnTo>
                  <a:pt x="600075" y="1647825"/>
                </a:lnTo>
                <a:lnTo>
                  <a:pt x="600075" y="1638300"/>
                </a:lnTo>
                <a:lnTo>
                  <a:pt x="581025" y="1638300"/>
                </a:lnTo>
                <a:lnTo>
                  <a:pt x="581025" y="1647825"/>
                </a:lnTo>
                <a:lnTo>
                  <a:pt x="542925" y="1647825"/>
                </a:lnTo>
                <a:lnTo>
                  <a:pt x="542925" y="1638300"/>
                </a:lnTo>
                <a:lnTo>
                  <a:pt x="533400" y="1638300"/>
                </a:lnTo>
                <a:lnTo>
                  <a:pt x="533400" y="1628775"/>
                </a:lnTo>
                <a:lnTo>
                  <a:pt x="542925" y="1628775"/>
                </a:lnTo>
                <a:lnTo>
                  <a:pt x="542925" y="1638300"/>
                </a:lnTo>
                <a:lnTo>
                  <a:pt x="571500" y="1638300"/>
                </a:lnTo>
                <a:lnTo>
                  <a:pt x="571500" y="1628775"/>
                </a:lnTo>
                <a:lnTo>
                  <a:pt x="581025" y="1628775"/>
                </a:lnTo>
                <a:lnTo>
                  <a:pt x="581025" y="1600200"/>
                </a:lnTo>
                <a:lnTo>
                  <a:pt x="571500" y="1600200"/>
                </a:lnTo>
                <a:lnTo>
                  <a:pt x="571500" y="1571625"/>
                </a:lnTo>
                <a:lnTo>
                  <a:pt x="581025" y="1571625"/>
                </a:lnTo>
                <a:lnTo>
                  <a:pt x="581025" y="1562100"/>
                </a:lnTo>
                <a:lnTo>
                  <a:pt x="590550" y="1562100"/>
                </a:lnTo>
                <a:lnTo>
                  <a:pt x="590550" y="1543050"/>
                </a:lnTo>
                <a:lnTo>
                  <a:pt x="561975" y="1543050"/>
                </a:lnTo>
                <a:close/>
                <a:moveTo>
                  <a:pt x="247650" y="1571625"/>
                </a:moveTo>
                <a:lnTo>
                  <a:pt x="257175" y="1571625"/>
                </a:lnTo>
                <a:lnTo>
                  <a:pt x="257175" y="1581150"/>
                </a:lnTo>
                <a:lnTo>
                  <a:pt x="247650" y="1581150"/>
                </a:lnTo>
                <a:close/>
                <a:moveTo>
                  <a:pt x="266700" y="1571625"/>
                </a:moveTo>
                <a:lnTo>
                  <a:pt x="276225" y="1571625"/>
                </a:lnTo>
                <a:lnTo>
                  <a:pt x="276225" y="1581150"/>
                </a:lnTo>
                <a:lnTo>
                  <a:pt x="266700" y="1581150"/>
                </a:lnTo>
                <a:close/>
                <a:moveTo>
                  <a:pt x="257175" y="1581150"/>
                </a:moveTo>
                <a:lnTo>
                  <a:pt x="266700" y="1581150"/>
                </a:lnTo>
                <a:lnTo>
                  <a:pt x="266700" y="1609725"/>
                </a:lnTo>
                <a:lnTo>
                  <a:pt x="257175" y="1609725"/>
                </a:lnTo>
                <a:close/>
                <a:moveTo>
                  <a:pt x="304800" y="1600200"/>
                </a:moveTo>
                <a:lnTo>
                  <a:pt x="314325" y="1600200"/>
                </a:lnTo>
                <a:lnTo>
                  <a:pt x="314325" y="1609725"/>
                </a:lnTo>
                <a:lnTo>
                  <a:pt x="304800" y="1609725"/>
                </a:lnTo>
                <a:close/>
                <a:moveTo>
                  <a:pt x="285750" y="1609725"/>
                </a:moveTo>
                <a:lnTo>
                  <a:pt x="304800" y="1609725"/>
                </a:lnTo>
                <a:lnTo>
                  <a:pt x="304800" y="1619250"/>
                </a:lnTo>
                <a:lnTo>
                  <a:pt x="295275" y="1619250"/>
                </a:lnTo>
                <a:lnTo>
                  <a:pt x="295275" y="1628775"/>
                </a:lnTo>
                <a:lnTo>
                  <a:pt x="285750" y="1628775"/>
                </a:lnTo>
                <a:lnTo>
                  <a:pt x="285750" y="1638300"/>
                </a:lnTo>
                <a:lnTo>
                  <a:pt x="276225" y="1638300"/>
                </a:lnTo>
                <a:lnTo>
                  <a:pt x="276225" y="1628775"/>
                </a:lnTo>
                <a:lnTo>
                  <a:pt x="266700" y="1628775"/>
                </a:lnTo>
                <a:lnTo>
                  <a:pt x="266700" y="1619250"/>
                </a:lnTo>
                <a:lnTo>
                  <a:pt x="285750" y="1619250"/>
                </a:lnTo>
                <a:close/>
                <a:moveTo>
                  <a:pt x="485775" y="1609725"/>
                </a:moveTo>
                <a:lnTo>
                  <a:pt x="495300" y="1609725"/>
                </a:lnTo>
                <a:lnTo>
                  <a:pt x="495300" y="1619250"/>
                </a:lnTo>
                <a:lnTo>
                  <a:pt x="485775" y="1619250"/>
                </a:lnTo>
                <a:close/>
                <a:moveTo>
                  <a:pt x="314325" y="1619250"/>
                </a:moveTo>
                <a:lnTo>
                  <a:pt x="323850" y="1619250"/>
                </a:lnTo>
                <a:lnTo>
                  <a:pt x="323850" y="1638300"/>
                </a:lnTo>
                <a:lnTo>
                  <a:pt x="314325" y="1638300"/>
                </a:lnTo>
                <a:close/>
                <a:moveTo>
                  <a:pt x="457200" y="1619250"/>
                </a:moveTo>
                <a:lnTo>
                  <a:pt x="485775" y="1619250"/>
                </a:lnTo>
                <a:lnTo>
                  <a:pt x="485775" y="1638300"/>
                </a:lnTo>
                <a:lnTo>
                  <a:pt x="466725" y="1638300"/>
                </a:lnTo>
                <a:lnTo>
                  <a:pt x="466725" y="1628775"/>
                </a:lnTo>
                <a:lnTo>
                  <a:pt x="457200" y="1628775"/>
                </a:lnTo>
                <a:close/>
                <a:moveTo>
                  <a:pt x="514350" y="1619250"/>
                </a:moveTo>
                <a:lnTo>
                  <a:pt x="523875" y="1619250"/>
                </a:lnTo>
                <a:lnTo>
                  <a:pt x="523875" y="1628775"/>
                </a:lnTo>
                <a:lnTo>
                  <a:pt x="514350" y="1628775"/>
                </a:lnTo>
                <a:close/>
                <a:moveTo>
                  <a:pt x="257175" y="1628775"/>
                </a:moveTo>
                <a:lnTo>
                  <a:pt x="266700" y="1628775"/>
                </a:lnTo>
                <a:lnTo>
                  <a:pt x="266700" y="1638300"/>
                </a:lnTo>
                <a:lnTo>
                  <a:pt x="257175" y="1638300"/>
                </a:lnTo>
                <a:close/>
                <a:moveTo>
                  <a:pt x="447675" y="1628775"/>
                </a:moveTo>
                <a:lnTo>
                  <a:pt x="457200" y="1628775"/>
                </a:lnTo>
                <a:lnTo>
                  <a:pt x="457200" y="1638300"/>
                </a:lnTo>
                <a:lnTo>
                  <a:pt x="447675" y="1638300"/>
                </a:lnTo>
                <a:close/>
                <a:moveTo>
                  <a:pt x="523875" y="1638300"/>
                </a:moveTo>
                <a:lnTo>
                  <a:pt x="533400" y="1638300"/>
                </a:lnTo>
                <a:lnTo>
                  <a:pt x="533400" y="1647825"/>
                </a:lnTo>
                <a:lnTo>
                  <a:pt x="523875" y="1647825"/>
                </a:lnTo>
                <a:close/>
                <a:moveTo>
                  <a:pt x="476250" y="1647825"/>
                </a:moveTo>
                <a:lnTo>
                  <a:pt x="485775" y="1647825"/>
                </a:lnTo>
                <a:lnTo>
                  <a:pt x="485775" y="1657350"/>
                </a:lnTo>
                <a:lnTo>
                  <a:pt x="476250" y="1657350"/>
                </a:lnTo>
                <a:close/>
                <a:moveTo>
                  <a:pt x="342900" y="1666875"/>
                </a:moveTo>
                <a:lnTo>
                  <a:pt x="352425" y="1666875"/>
                </a:lnTo>
                <a:lnTo>
                  <a:pt x="352425" y="1676400"/>
                </a:lnTo>
                <a:lnTo>
                  <a:pt x="342900" y="1676400"/>
                </a:lnTo>
                <a:close/>
                <a:moveTo>
                  <a:pt x="257175" y="1695450"/>
                </a:moveTo>
                <a:lnTo>
                  <a:pt x="276225" y="1695450"/>
                </a:lnTo>
                <a:lnTo>
                  <a:pt x="276225" y="1724025"/>
                </a:lnTo>
                <a:lnTo>
                  <a:pt x="266700" y="1724025"/>
                </a:lnTo>
                <a:lnTo>
                  <a:pt x="266700" y="1714500"/>
                </a:lnTo>
                <a:lnTo>
                  <a:pt x="257175" y="1714500"/>
                </a:lnTo>
                <a:close/>
                <a:moveTo>
                  <a:pt x="285750" y="1695450"/>
                </a:moveTo>
                <a:lnTo>
                  <a:pt x="333375" y="1695450"/>
                </a:lnTo>
                <a:lnTo>
                  <a:pt x="333375" y="1714500"/>
                </a:lnTo>
                <a:lnTo>
                  <a:pt x="304800" y="1714500"/>
                </a:lnTo>
                <a:lnTo>
                  <a:pt x="304800" y="1704975"/>
                </a:lnTo>
                <a:lnTo>
                  <a:pt x="285750" y="1704975"/>
                </a:lnTo>
                <a:close/>
                <a:moveTo>
                  <a:pt x="342900" y="1695450"/>
                </a:moveTo>
                <a:lnTo>
                  <a:pt x="352425" y="1695450"/>
                </a:lnTo>
                <a:lnTo>
                  <a:pt x="352425" y="1704975"/>
                </a:lnTo>
                <a:lnTo>
                  <a:pt x="361950" y="1704975"/>
                </a:lnTo>
                <a:lnTo>
                  <a:pt x="361950" y="1714500"/>
                </a:lnTo>
                <a:lnTo>
                  <a:pt x="381000" y="1714500"/>
                </a:lnTo>
                <a:lnTo>
                  <a:pt x="381000" y="1724025"/>
                </a:lnTo>
                <a:lnTo>
                  <a:pt x="371475" y="1724025"/>
                </a:lnTo>
                <a:lnTo>
                  <a:pt x="371475" y="1733550"/>
                </a:lnTo>
                <a:lnTo>
                  <a:pt x="352425" y="1733550"/>
                </a:lnTo>
                <a:lnTo>
                  <a:pt x="352425" y="1714500"/>
                </a:lnTo>
                <a:lnTo>
                  <a:pt x="342900" y="1714500"/>
                </a:lnTo>
                <a:close/>
                <a:moveTo>
                  <a:pt x="514350" y="1695450"/>
                </a:moveTo>
                <a:lnTo>
                  <a:pt x="523875" y="1695450"/>
                </a:lnTo>
                <a:lnTo>
                  <a:pt x="523875" y="1704975"/>
                </a:lnTo>
                <a:lnTo>
                  <a:pt x="514350" y="1704975"/>
                </a:lnTo>
                <a:close/>
                <a:moveTo>
                  <a:pt x="504825" y="1704975"/>
                </a:moveTo>
                <a:lnTo>
                  <a:pt x="514350" y="1704975"/>
                </a:lnTo>
                <a:lnTo>
                  <a:pt x="514350" y="1724025"/>
                </a:lnTo>
                <a:lnTo>
                  <a:pt x="504825" y="1724025"/>
                </a:lnTo>
                <a:close/>
                <a:moveTo>
                  <a:pt x="523875" y="1704975"/>
                </a:moveTo>
                <a:lnTo>
                  <a:pt x="533400" y="1704975"/>
                </a:lnTo>
                <a:lnTo>
                  <a:pt x="533400" y="1714500"/>
                </a:lnTo>
                <a:lnTo>
                  <a:pt x="523875" y="1714500"/>
                </a:lnTo>
                <a:close/>
                <a:moveTo>
                  <a:pt x="542925" y="1714500"/>
                </a:moveTo>
                <a:lnTo>
                  <a:pt x="561975" y="1714500"/>
                </a:lnTo>
                <a:lnTo>
                  <a:pt x="561975" y="1724025"/>
                </a:lnTo>
                <a:lnTo>
                  <a:pt x="542925" y="1724025"/>
                </a:lnTo>
                <a:close/>
                <a:moveTo>
                  <a:pt x="257175" y="1724025"/>
                </a:moveTo>
                <a:lnTo>
                  <a:pt x="266700" y="1724025"/>
                </a:lnTo>
                <a:lnTo>
                  <a:pt x="266700" y="1733550"/>
                </a:lnTo>
                <a:lnTo>
                  <a:pt x="257175" y="1733550"/>
                </a:lnTo>
                <a:close/>
                <a:moveTo>
                  <a:pt x="561975" y="1724025"/>
                </a:moveTo>
                <a:lnTo>
                  <a:pt x="581025" y="1724025"/>
                </a:lnTo>
                <a:lnTo>
                  <a:pt x="581025" y="1733550"/>
                </a:lnTo>
                <a:lnTo>
                  <a:pt x="571500" y="1733550"/>
                </a:lnTo>
                <a:lnTo>
                  <a:pt x="571500" y="1743075"/>
                </a:lnTo>
                <a:lnTo>
                  <a:pt x="523875" y="1743075"/>
                </a:lnTo>
                <a:lnTo>
                  <a:pt x="523875" y="1733550"/>
                </a:lnTo>
                <a:lnTo>
                  <a:pt x="561975" y="1733550"/>
                </a:lnTo>
                <a:close/>
                <a:moveTo>
                  <a:pt x="371475" y="1733550"/>
                </a:moveTo>
                <a:lnTo>
                  <a:pt x="409575" y="1733550"/>
                </a:lnTo>
                <a:lnTo>
                  <a:pt x="409575" y="1743075"/>
                </a:lnTo>
                <a:lnTo>
                  <a:pt x="371475" y="1743075"/>
                </a:lnTo>
                <a:close/>
              </a:path>
            </a:pathLst>
          </a:custGeom>
          <a:solidFill xmlns:a="http://schemas.openxmlformats.org/drawingml/2006/main">
            <a:srgbClr val="264C3A"/>
          </a:solidFill>
          <a:ln xmlns:a="http://schemas.openxmlformats.org/drawingml/2006/main" w="0">
            <a:noFill/>
          </a:ln>
        </p:spPr>
      </p:sp>
      <p:sp>
        <p:nvSpPr>
          <p:cNvPr id="68" name="turno2 vector #244c39">
            <a:extLst xmlns:a="http://schemas.openxmlformats.org/drawingml/2006/main">
              <a:ext uri="{FF2B5EF4-FFF2-40B4-BE49-F238E27FC236}">
                <a16:creationId xmlns:a16="http://schemas.microsoft.com/office/drawing/2014/main" id="{231C16D2-0068-4059-9F5E-AEE0EDE19B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86975" y="2514600"/>
            <a:ext cx="1828800" cy="2724150"/>
          </a:xfrm>
          <a:custGeom xmlns:a="http://schemas.openxmlformats.org/drawingml/2006/main">
            <a:pathLst>
              <a:path w="1181100" h="1762125">
                <a:moveTo>
                  <a:pt x="571500" y="38100"/>
                </a:moveTo>
                <a:lnTo>
                  <a:pt x="657225" y="38100"/>
                </a:lnTo>
                <a:lnTo>
                  <a:pt x="657225" y="47625"/>
                </a:lnTo>
                <a:lnTo>
                  <a:pt x="666750" y="47625"/>
                </a:lnTo>
                <a:lnTo>
                  <a:pt x="666750" y="57150"/>
                </a:lnTo>
                <a:lnTo>
                  <a:pt x="685800" y="57150"/>
                </a:lnTo>
                <a:lnTo>
                  <a:pt x="685800" y="66675"/>
                </a:lnTo>
                <a:lnTo>
                  <a:pt x="695325" y="66675"/>
                </a:lnTo>
                <a:lnTo>
                  <a:pt x="695325" y="76200"/>
                </a:lnTo>
                <a:lnTo>
                  <a:pt x="628650" y="76200"/>
                </a:lnTo>
                <a:lnTo>
                  <a:pt x="628650" y="66675"/>
                </a:lnTo>
                <a:lnTo>
                  <a:pt x="609600" y="66675"/>
                </a:lnTo>
                <a:lnTo>
                  <a:pt x="609600" y="76200"/>
                </a:lnTo>
                <a:lnTo>
                  <a:pt x="581025" y="76200"/>
                </a:lnTo>
                <a:lnTo>
                  <a:pt x="581025" y="66675"/>
                </a:lnTo>
                <a:lnTo>
                  <a:pt x="561975" y="66675"/>
                </a:lnTo>
                <a:lnTo>
                  <a:pt x="561975" y="47625"/>
                </a:lnTo>
                <a:lnTo>
                  <a:pt x="571500" y="47625"/>
                </a:lnTo>
                <a:close/>
                <a:moveTo>
                  <a:pt x="609600" y="57150"/>
                </a:moveTo>
                <a:lnTo>
                  <a:pt x="628650" y="57150"/>
                </a:lnTo>
                <a:lnTo>
                  <a:pt x="628650" y="47625"/>
                </a:lnTo>
                <a:lnTo>
                  <a:pt x="609600" y="47625"/>
                </a:lnTo>
                <a:close/>
                <a:moveTo>
                  <a:pt x="695325" y="76200"/>
                </a:moveTo>
                <a:lnTo>
                  <a:pt x="704850" y="76200"/>
                </a:lnTo>
                <a:lnTo>
                  <a:pt x="704850" y="85725"/>
                </a:lnTo>
                <a:lnTo>
                  <a:pt x="695325" y="85725"/>
                </a:lnTo>
                <a:close/>
                <a:moveTo>
                  <a:pt x="542925" y="85725"/>
                </a:moveTo>
                <a:lnTo>
                  <a:pt x="552450" y="85725"/>
                </a:lnTo>
                <a:lnTo>
                  <a:pt x="552450" y="95250"/>
                </a:lnTo>
                <a:lnTo>
                  <a:pt x="542925" y="95250"/>
                </a:lnTo>
                <a:close/>
                <a:moveTo>
                  <a:pt x="657225" y="104775"/>
                </a:moveTo>
                <a:lnTo>
                  <a:pt x="666750" y="104775"/>
                </a:lnTo>
                <a:lnTo>
                  <a:pt x="666750" y="114300"/>
                </a:lnTo>
                <a:lnTo>
                  <a:pt x="685800" y="114300"/>
                </a:lnTo>
                <a:lnTo>
                  <a:pt x="685800" y="123825"/>
                </a:lnTo>
                <a:lnTo>
                  <a:pt x="704850" y="123825"/>
                </a:lnTo>
                <a:lnTo>
                  <a:pt x="704850" y="133350"/>
                </a:lnTo>
                <a:lnTo>
                  <a:pt x="695325" y="133350"/>
                </a:lnTo>
                <a:lnTo>
                  <a:pt x="695325" y="142875"/>
                </a:lnTo>
                <a:lnTo>
                  <a:pt x="666750" y="142875"/>
                </a:lnTo>
                <a:lnTo>
                  <a:pt x="666750" y="133350"/>
                </a:lnTo>
                <a:lnTo>
                  <a:pt x="657225" y="133350"/>
                </a:lnTo>
                <a:close/>
                <a:moveTo>
                  <a:pt x="600075" y="171450"/>
                </a:moveTo>
                <a:lnTo>
                  <a:pt x="619125" y="171450"/>
                </a:lnTo>
                <a:lnTo>
                  <a:pt x="619125" y="190500"/>
                </a:lnTo>
                <a:lnTo>
                  <a:pt x="638175" y="190500"/>
                </a:lnTo>
                <a:lnTo>
                  <a:pt x="638175" y="209550"/>
                </a:lnTo>
                <a:lnTo>
                  <a:pt x="628650" y="209550"/>
                </a:lnTo>
                <a:lnTo>
                  <a:pt x="628650" y="200025"/>
                </a:lnTo>
                <a:lnTo>
                  <a:pt x="609600" y="200025"/>
                </a:lnTo>
                <a:lnTo>
                  <a:pt x="609600" y="180975"/>
                </a:lnTo>
                <a:lnTo>
                  <a:pt x="600075" y="180975"/>
                </a:lnTo>
                <a:close/>
                <a:moveTo>
                  <a:pt x="590550" y="180975"/>
                </a:moveTo>
                <a:lnTo>
                  <a:pt x="600075" y="180975"/>
                </a:lnTo>
                <a:lnTo>
                  <a:pt x="600075" y="200025"/>
                </a:lnTo>
                <a:lnTo>
                  <a:pt x="590550" y="200025"/>
                </a:lnTo>
                <a:close/>
                <a:moveTo>
                  <a:pt x="600075" y="209550"/>
                </a:moveTo>
                <a:lnTo>
                  <a:pt x="609600" y="209550"/>
                </a:lnTo>
                <a:lnTo>
                  <a:pt x="609600" y="219075"/>
                </a:lnTo>
                <a:lnTo>
                  <a:pt x="600075" y="219075"/>
                </a:lnTo>
                <a:close/>
                <a:moveTo>
                  <a:pt x="933450" y="209550"/>
                </a:moveTo>
                <a:lnTo>
                  <a:pt x="952500" y="209550"/>
                </a:lnTo>
                <a:lnTo>
                  <a:pt x="952500" y="219075"/>
                </a:lnTo>
                <a:lnTo>
                  <a:pt x="933450" y="219075"/>
                </a:lnTo>
                <a:close/>
                <a:moveTo>
                  <a:pt x="923925" y="219075"/>
                </a:moveTo>
                <a:lnTo>
                  <a:pt x="933450" y="219075"/>
                </a:lnTo>
                <a:lnTo>
                  <a:pt x="933450" y="228600"/>
                </a:lnTo>
                <a:lnTo>
                  <a:pt x="923925" y="228600"/>
                </a:lnTo>
                <a:close/>
                <a:moveTo>
                  <a:pt x="933450" y="228600"/>
                </a:moveTo>
                <a:lnTo>
                  <a:pt x="942975" y="228600"/>
                </a:lnTo>
                <a:lnTo>
                  <a:pt x="942975" y="238125"/>
                </a:lnTo>
                <a:lnTo>
                  <a:pt x="933450" y="238125"/>
                </a:lnTo>
                <a:close/>
                <a:moveTo>
                  <a:pt x="314325" y="238125"/>
                </a:moveTo>
                <a:lnTo>
                  <a:pt x="323850" y="238125"/>
                </a:lnTo>
                <a:lnTo>
                  <a:pt x="323850" y="247650"/>
                </a:lnTo>
                <a:lnTo>
                  <a:pt x="314325" y="247650"/>
                </a:lnTo>
                <a:close/>
                <a:moveTo>
                  <a:pt x="971550" y="238125"/>
                </a:moveTo>
                <a:lnTo>
                  <a:pt x="981075" y="238125"/>
                </a:lnTo>
                <a:lnTo>
                  <a:pt x="981075" y="266700"/>
                </a:lnTo>
                <a:lnTo>
                  <a:pt x="971550" y="266700"/>
                </a:lnTo>
                <a:close/>
                <a:moveTo>
                  <a:pt x="619125" y="247650"/>
                </a:moveTo>
                <a:lnTo>
                  <a:pt x="628650" y="247650"/>
                </a:lnTo>
                <a:lnTo>
                  <a:pt x="628650" y="257175"/>
                </a:lnTo>
                <a:lnTo>
                  <a:pt x="619125" y="257175"/>
                </a:lnTo>
                <a:close/>
                <a:moveTo>
                  <a:pt x="628650" y="257175"/>
                </a:moveTo>
                <a:lnTo>
                  <a:pt x="638175" y="257175"/>
                </a:lnTo>
                <a:lnTo>
                  <a:pt x="638175" y="276225"/>
                </a:lnTo>
                <a:lnTo>
                  <a:pt x="628650" y="276225"/>
                </a:lnTo>
                <a:lnTo>
                  <a:pt x="628650" y="285750"/>
                </a:lnTo>
                <a:lnTo>
                  <a:pt x="619125" y="285750"/>
                </a:lnTo>
                <a:lnTo>
                  <a:pt x="619125" y="276225"/>
                </a:lnTo>
                <a:lnTo>
                  <a:pt x="609600" y="276225"/>
                </a:lnTo>
                <a:lnTo>
                  <a:pt x="609600" y="285750"/>
                </a:lnTo>
                <a:lnTo>
                  <a:pt x="600075" y="285750"/>
                </a:lnTo>
                <a:lnTo>
                  <a:pt x="600075" y="276225"/>
                </a:lnTo>
                <a:lnTo>
                  <a:pt x="590550" y="276225"/>
                </a:lnTo>
                <a:lnTo>
                  <a:pt x="590550" y="266700"/>
                </a:lnTo>
                <a:lnTo>
                  <a:pt x="628650" y="266700"/>
                </a:lnTo>
                <a:close/>
                <a:moveTo>
                  <a:pt x="923925" y="285750"/>
                </a:moveTo>
                <a:lnTo>
                  <a:pt x="933450" y="285750"/>
                </a:lnTo>
                <a:lnTo>
                  <a:pt x="933450" y="295275"/>
                </a:lnTo>
                <a:lnTo>
                  <a:pt x="923925" y="295275"/>
                </a:lnTo>
                <a:close/>
                <a:moveTo>
                  <a:pt x="904875" y="295275"/>
                </a:moveTo>
                <a:lnTo>
                  <a:pt x="914400" y="295275"/>
                </a:lnTo>
                <a:lnTo>
                  <a:pt x="914400" y="304800"/>
                </a:lnTo>
                <a:lnTo>
                  <a:pt x="904875" y="304800"/>
                </a:lnTo>
                <a:close/>
                <a:moveTo>
                  <a:pt x="933450" y="295275"/>
                </a:moveTo>
                <a:lnTo>
                  <a:pt x="962025" y="295275"/>
                </a:lnTo>
                <a:lnTo>
                  <a:pt x="962025" y="304800"/>
                </a:lnTo>
                <a:lnTo>
                  <a:pt x="933450" y="304800"/>
                </a:lnTo>
                <a:close/>
                <a:moveTo>
                  <a:pt x="57150" y="333375"/>
                </a:moveTo>
                <a:lnTo>
                  <a:pt x="171450" y="333375"/>
                </a:lnTo>
                <a:lnTo>
                  <a:pt x="171450" y="352425"/>
                </a:lnTo>
                <a:lnTo>
                  <a:pt x="180975" y="352425"/>
                </a:lnTo>
                <a:lnTo>
                  <a:pt x="180975" y="361950"/>
                </a:lnTo>
                <a:lnTo>
                  <a:pt x="161925" y="361950"/>
                </a:lnTo>
                <a:lnTo>
                  <a:pt x="161925" y="371475"/>
                </a:lnTo>
                <a:lnTo>
                  <a:pt x="152400" y="371475"/>
                </a:lnTo>
                <a:lnTo>
                  <a:pt x="152400" y="352425"/>
                </a:lnTo>
                <a:lnTo>
                  <a:pt x="161925" y="352425"/>
                </a:lnTo>
                <a:lnTo>
                  <a:pt x="161925" y="342900"/>
                </a:lnTo>
                <a:lnTo>
                  <a:pt x="95250" y="342900"/>
                </a:lnTo>
                <a:lnTo>
                  <a:pt x="95250" y="361950"/>
                </a:lnTo>
                <a:lnTo>
                  <a:pt x="85725" y="361950"/>
                </a:lnTo>
                <a:lnTo>
                  <a:pt x="85725" y="371475"/>
                </a:lnTo>
                <a:lnTo>
                  <a:pt x="123825" y="371475"/>
                </a:lnTo>
                <a:lnTo>
                  <a:pt x="123825" y="390525"/>
                </a:lnTo>
                <a:lnTo>
                  <a:pt x="114300" y="390525"/>
                </a:lnTo>
                <a:lnTo>
                  <a:pt x="114300" y="400050"/>
                </a:lnTo>
                <a:lnTo>
                  <a:pt x="104775" y="400050"/>
                </a:lnTo>
                <a:lnTo>
                  <a:pt x="104775" y="409575"/>
                </a:lnTo>
                <a:lnTo>
                  <a:pt x="76200" y="409575"/>
                </a:lnTo>
                <a:lnTo>
                  <a:pt x="76200" y="381000"/>
                </a:lnTo>
                <a:lnTo>
                  <a:pt x="66675" y="381000"/>
                </a:lnTo>
                <a:lnTo>
                  <a:pt x="66675" y="371475"/>
                </a:lnTo>
                <a:lnTo>
                  <a:pt x="57150" y="371475"/>
                </a:lnTo>
                <a:lnTo>
                  <a:pt x="57150" y="361950"/>
                </a:lnTo>
                <a:lnTo>
                  <a:pt x="66675" y="361950"/>
                </a:lnTo>
                <a:lnTo>
                  <a:pt x="66675" y="342900"/>
                </a:lnTo>
                <a:lnTo>
                  <a:pt x="57150" y="342900"/>
                </a:lnTo>
                <a:close/>
                <a:moveTo>
                  <a:pt x="0" y="342900"/>
                </a:moveTo>
                <a:lnTo>
                  <a:pt x="9525" y="342900"/>
                </a:lnTo>
                <a:lnTo>
                  <a:pt x="9525" y="352425"/>
                </a:lnTo>
                <a:lnTo>
                  <a:pt x="19050" y="352425"/>
                </a:lnTo>
                <a:lnTo>
                  <a:pt x="19050" y="361950"/>
                </a:lnTo>
                <a:lnTo>
                  <a:pt x="0" y="361950"/>
                </a:lnTo>
                <a:close/>
                <a:moveTo>
                  <a:pt x="28575" y="361950"/>
                </a:moveTo>
                <a:lnTo>
                  <a:pt x="47625" y="361950"/>
                </a:lnTo>
                <a:lnTo>
                  <a:pt x="47625" y="371475"/>
                </a:lnTo>
                <a:lnTo>
                  <a:pt x="57150" y="371475"/>
                </a:lnTo>
                <a:lnTo>
                  <a:pt x="57150" y="390525"/>
                </a:lnTo>
                <a:lnTo>
                  <a:pt x="28575" y="390525"/>
                </a:lnTo>
                <a:lnTo>
                  <a:pt x="28575" y="381000"/>
                </a:lnTo>
                <a:lnTo>
                  <a:pt x="19050" y="381000"/>
                </a:lnTo>
                <a:lnTo>
                  <a:pt x="19050" y="371475"/>
                </a:lnTo>
                <a:lnTo>
                  <a:pt x="28575" y="371475"/>
                </a:lnTo>
                <a:close/>
                <a:moveTo>
                  <a:pt x="847725" y="361950"/>
                </a:moveTo>
                <a:lnTo>
                  <a:pt x="866775" y="361950"/>
                </a:lnTo>
                <a:lnTo>
                  <a:pt x="866775" y="371475"/>
                </a:lnTo>
                <a:lnTo>
                  <a:pt x="847725" y="371475"/>
                </a:lnTo>
                <a:close/>
                <a:moveTo>
                  <a:pt x="866775" y="371475"/>
                </a:moveTo>
                <a:lnTo>
                  <a:pt x="876300" y="371475"/>
                </a:lnTo>
                <a:lnTo>
                  <a:pt x="876300" y="381000"/>
                </a:lnTo>
                <a:lnTo>
                  <a:pt x="866775" y="381000"/>
                </a:lnTo>
                <a:close/>
                <a:moveTo>
                  <a:pt x="847725" y="381000"/>
                </a:moveTo>
                <a:lnTo>
                  <a:pt x="866775" y="381000"/>
                </a:lnTo>
                <a:lnTo>
                  <a:pt x="866775" y="390525"/>
                </a:lnTo>
                <a:lnTo>
                  <a:pt x="847725" y="390525"/>
                </a:lnTo>
                <a:close/>
                <a:moveTo>
                  <a:pt x="133350" y="390525"/>
                </a:moveTo>
                <a:lnTo>
                  <a:pt x="142875" y="390525"/>
                </a:lnTo>
                <a:lnTo>
                  <a:pt x="142875" y="400050"/>
                </a:lnTo>
                <a:lnTo>
                  <a:pt x="133350" y="400050"/>
                </a:lnTo>
                <a:close/>
                <a:moveTo>
                  <a:pt x="333375" y="428625"/>
                </a:moveTo>
                <a:lnTo>
                  <a:pt x="342900" y="428625"/>
                </a:lnTo>
                <a:lnTo>
                  <a:pt x="342900" y="438150"/>
                </a:lnTo>
                <a:lnTo>
                  <a:pt x="333375" y="438150"/>
                </a:lnTo>
                <a:close/>
                <a:moveTo>
                  <a:pt x="628650" y="428625"/>
                </a:moveTo>
                <a:lnTo>
                  <a:pt x="638175" y="428625"/>
                </a:lnTo>
                <a:lnTo>
                  <a:pt x="638175" y="438150"/>
                </a:lnTo>
                <a:lnTo>
                  <a:pt x="628650" y="438150"/>
                </a:lnTo>
                <a:close/>
                <a:moveTo>
                  <a:pt x="323850" y="438150"/>
                </a:moveTo>
                <a:lnTo>
                  <a:pt x="333375" y="438150"/>
                </a:lnTo>
                <a:lnTo>
                  <a:pt x="333375" y="447675"/>
                </a:lnTo>
                <a:lnTo>
                  <a:pt x="323850" y="447675"/>
                </a:lnTo>
                <a:close/>
                <a:moveTo>
                  <a:pt x="600075" y="438150"/>
                </a:moveTo>
                <a:lnTo>
                  <a:pt x="609600" y="438150"/>
                </a:lnTo>
                <a:lnTo>
                  <a:pt x="609600" y="447675"/>
                </a:lnTo>
                <a:lnTo>
                  <a:pt x="600075" y="447675"/>
                </a:lnTo>
                <a:close/>
                <a:moveTo>
                  <a:pt x="638175" y="438150"/>
                </a:moveTo>
                <a:lnTo>
                  <a:pt x="657225" y="438150"/>
                </a:lnTo>
                <a:lnTo>
                  <a:pt x="657225" y="447675"/>
                </a:lnTo>
                <a:lnTo>
                  <a:pt x="647700" y="447675"/>
                </a:lnTo>
                <a:lnTo>
                  <a:pt x="647700" y="457200"/>
                </a:lnTo>
                <a:lnTo>
                  <a:pt x="676275" y="457200"/>
                </a:lnTo>
                <a:lnTo>
                  <a:pt x="676275" y="466725"/>
                </a:lnTo>
                <a:lnTo>
                  <a:pt x="685800" y="466725"/>
                </a:lnTo>
                <a:lnTo>
                  <a:pt x="685800" y="485775"/>
                </a:lnTo>
                <a:lnTo>
                  <a:pt x="714375" y="485775"/>
                </a:lnTo>
                <a:lnTo>
                  <a:pt x="714375" y="476250"/>
                </a:lnTo>
                <a:lnTo>
                  <a:pt x="733425" y="476250"/>
                </a:lnTo>
                <a:lnTo>
                  <a:pt x="733425" y="466725"/>
                </a:lnTo>
                <a:lnTo>
                  <a:pt x="781050" y="466725"/>
                </a:lnTo>
                <a:lnTo>
                  <a:pt x="781050" y="457200"/>
                </a:lnTo>
                <a:lnTo>
                  <a:pt x="809625" y="457200"/>
                </a:lnTo>
                <a:lnTo>
                  <a:pt x="809625" y="466725"/>
                </a:lnTo>
                <a:lnTo>
                  <a:pt x="790575" y="466725"/>
                </a:lnTo>
                <a:lnTo>
                  <a:pt x="790575" y="476250"/>
                </a:lnTo>
                <a:lnTo>
                  <a:pt x="800100" y="476250"/>
                </a:lnTo>
                <a:lnTo>
                  <a:pt x="800100" y="495300"/>
                </a:lnTo>
                <a:lnTo>
                  <a:pt x="790575" y="495300"/>
                </a:lnTo>
                <a:lnTo>
                  <a:pt x="790575" y="504825"/>
                </a:lnTo>
                <a:lnTo>
                  <a:pt x="762000" y="504825"/>
                </a:lnTo>
                <a:lnTo>
                  <a:pt x="762000" y="476250"/>
                </a:lnTo>
                <a:lnTo>
                  <a:pt x="733425" y="476250"/>
                </a:lnTo>
                <a:lnTo>
                  <a:pt x="733425" y="495300"/>
                </a:lnTo>
                <a:lnTo>
                  <a:pt x="723900" y="495300"/>
                </a:lnTo>
                <a:lnTo>
                  <a:pt x="723900" y="514350"/>
                </a:lnTo>
                <a:lnTo>
                  <a:pt x="733425" y="514350"/>
                </a:lnTo>
                <a:lnTo>
                  <a:pt x="733425" y="523875"/>
                </a:lnTo>
                <a:lnTo>
                  <a:pt x="714375" y="523875"/>
                </a:lnTo>
                <a:lnTo>
                  <a:pt x="714375" y="514350"/>
                </a:lnTo>
                <a:lnTo>
                  <a:pt x="695325" y="514350"/>
                </a:lnTo>
                <a:lnTo>
                  <a:pt x="695325" y="495300"/>
                </a:lnTo>
                <a:lnTo>
                  <a:pt x="676275" y="495300"/>
                </a:lnTo>
                <a:lnTo>
                  <a:pt x="676275" y="485775"/>
                </a:lnTo>
                <a:lnTo>
                  <a:pt x="647700" y="485775"/>
                </a:lnTo>
                <a:lnTo>
                  <a:pt x="647700" y="495300"/>
                </a:lnTo>
                <a:lnTo>
                  <a:pt x="619125" y="495300"/>
                </a:lnTo>
                <a:lnTo>
                  <a:pt x="619125" y="476250"/>
                </a:lnTo>
                <a:lnTo>
                  <a:pt x="581025" y="476250"/>
                </a:lnTo>
                <a:lnTo>
                  <a:pt x="581025" y="466725"/>
                </a:lnTo>
                <a:lnTo>
                  <a:pt x="609600" y="466725"/>
                </a:lnTo>
                <a:lnTo>
                  <a:pt x="609600" y="457200"/>
                </a:lnTo>
                <a:lnTo>
                  <a:pt x="628650" y="457200"/>
                </a:lnTo>
                <a:lnTo>
                  <a:pt x="628650" y="447675"/>
                </a:lnTo>
                <a:lnTo>
                  <a:pt x="638175" y="447675"/>
                </a:lnTo>
                <a:close/>
                <a:moveTo>
                  <a:pt x="561975" y="466725"/>
                </a:moveTo>
                <a:lnTo>
                  <a:pt x="571500" y="466725"/>
                </a:lnTo>
                <a:lnTo>
                  <a:pt x="571500" y="476250"/>
                </a:lnTo>
                <a:lnTo>
                  <a:pt x="561975" y="476250"/>
                </a:lnTo>
                <a:close/>
                <a:moveTo>
                  <a:pt x="809625" y="476250"/>
                </a:moveTo>
                <a:lnTo>
                  <a:pt x="819150" y="476250"/>
                </a:lnTo>
                <a:lnTo>
                  <a:pt x="819150" y="485775"/>
                </a:lnTo>
                <a:lnTo>
                  <a:pt x="809625" y="485775"/>
                </a:lnTo>
                <a:close/>
                <a:moveTo>
                  <a:pt x="19050" y="485775"/>
                </a:moveTo>
                <a:lnTo>
                  <a:pt x="28575" y="485775"/>
                </a:lnTo>
                <a:lnTo>
                  <a:pt x="28575" y="495300"/>
                </a:lnTo>
                <a:lnTo>
                  <a:pt x="19050" y="495300"/>
                </a:lnTo>
                <a:close/>
                <a:moveTo>
                  <a:pt x="47625" y="485775"/>
                </a:moveTo>
                <a:lnTo>
                  <a:pt x="57150" y="485775"/>
                </a:lnTo>
                <a:lnTo>
                  <a:pt x="57150" y="495300"/>
                </a:lnTo>
                <a:lnTo>
                  <a:pt x="76200" y="495300"/>
                </a:lnTo>
                <a:lnTo>
                  <a:pt x="76200" y="504825"/>
                </a:lnTo>
                <a:lnTo>
                  <a:pt x="114300" y="504825"/>
                </a:lnTo>
                <a:lnTo>
                  <a:pt x="114300" y="514350"/>
                </a:lnTo>
                <a:lnTo>
                  <a:pt x="123825" y="514350"/>
                </a:lnTo>
                <a:lnTo>
                  <a:pt x="123825" y="523875"/>
                </a:lnTo>
                <a:lnTo>
                  <a:pt x="142875" y="523875"/>
                </a:lnTo>
                <a:lnTo>
                  <a:pt x="142875" y="533400"/>
                </a:lnTo>
                <a:lnTo>
                  <a:pt x="152400" y="533400"/>
                </a:lnTo>
                <a:lnTo>
                  <a:pt x="152400" y="561975"/>
                </a:lnTo>
                <a:lnTo>
                  <a:pt x="142875" y="561975"/>
                </a:lnTo>
                <a:lnTo>
                  <a:pt x="142875" y="581025"/>
                </a:lnTo>
                <a:lnTo>
                  <a:pt x="133350" y="581025"/>
                </a:lnTo>
                <a:lnTo>
                  <a:pt x="133350" y="609600"/>
                </a:lnTo>
                <a:lnTo>
                  <a:pt x="142875" y="609600"/>
                </a:lnTo>
                <a:lnTo>
                  <a:pt x="142875" y="619125"/>
                </a:lnTo>
                <a:lnTo>
                  <a:pt x="133350" y="619125"/>
                </a:lnTo>
                <a:lnTo>
                  <a:pt x="133350" y="628650"/>
                </a:lnTo>
                <a:lnTo>
                  <a:pt x="104775" y="628650"/>
                </a:lnTo>
                <a:lnTo>
                  <a:pt x="104775" y="638175"/>
                </a:lnTo>
                <a:lnTo>
                  <a:pt x="114300" y="638175"/>
                </a:lnTo>
                <a:lnTo>
                  <a:pt x="114300" y="666750"/>
                </a:lnTo>
                <a:lnTo>
                  <a:pt x="76200" y="666750"/>
                </a:lnTo>
                <a:lnTo>
                  <a:pt x="76200" y="647700"/>
                </a:lnTo>
                <a:lnTo>
                  <a:pt x="47625" y="647700"/>
                </a:lnTo>
                <a:lnTo>
                  <a:pt x="47625" y="657225"/>
                </a:lnTo>
                <a:lnTo>
                  <a:pt x="28575" y="657225"/>
                </a:lnTo>
                <a:lnTo>
                  <a:pt x="28575" y="628650"/>
                </a:lnTo>
                <a:lnTo>
                  <a:pt x="38100" y="628650"/>
                </a:lnTo>
                <a:lnTo>
                  <a:pt x="38100" y="619125"/>
                </a:lnTo>
                <a:lnTo>
                  <a:pt x="66675" y="619125"/>
                </a:lnTo>
                <a:lnTo>
                  <a:pt x="66675" y="628650"/>
                </a:lnTo>
                <a:lnTo>
                  <a:pt x="76200" y="628650"/>
                </a:lnTo>
                <a:lnTo>
                  <a:pt x="76200" y="619125"/>
                </a:lnTo>
                <a:lnTo>
                  <a:pt x="95250" y="619125"/>
                </a:lnTo>
                <a:lnTo>
                  <a:pt x="95250" y="590550"/>
                </a:lnTo>
                <a:lnTo>
                  <a:pt x="104775" y="590550"/>
                </a:lnTo>
                <a:lnTo>
                  <a:pt x="104775" y="561975"/>
                </a:lnTo>
                <a:lnTo>
                  <a:pt x="114300" y="561975"/>
                </a:lnTo>
                <a:lnTo>
                  <a:pt x="114300" y="581025"/>
                </a:lnTo>
                <a:lnTo>
                  <a:pt x="123825" y="581025"/>
                </a:lnTo>
                <a:lnTo>
                  <a:pt x="123825" y="552450"/>
                </a:lnTo>
                <a:lnTo>
                  <a:pt x="104775" y="552450"/>
                </a:lnTo>
                <a:lnTo>
                  <a:pt x="104775" y="533400"/>
                </a:lnTo>
                <a:lnTo>
                  <a:pt x="95250" y="533400"/>
                </a:lnTo>
                <a:lnTo>
                  <a:pt x="95250" y="523875"/>
                </a:lnTo>
                <a:lnTo>
                  <a:pt x="57150" y="523875"/>
                </a:lnTo>
                <a:lnTo>
                  <a:pt x="57150" y="533400"/>
                </a:lnTo>
                <a:lnTo>
                  <a:pt x="47625" y="533400"/>
                </a:lnTo>
                <a:lnTo>
                  <a:pt x="47625" y="523875"/>
                </a:lnTo>
                <a:lnTo>
                  <a:pt x="38100" y="523875"/>
                </a:lnTo>
                <a:lnTo>
                  <a:pt x="38100" y="533400"/>
                </a:lnTo>
                <a:lnTo>
                  <a:pt x="47625" y="533400"/>
                </a:lnTo>
                <a:lnTo>
                  <a:pt x="47625" y="542925"/>
                </a:lnTo>
                <a:lnTo>
                  <a:pt x="28575" y="542925"/>
                </a:lnTo>
                <a:lnTo>
                  <a:pt x="28575" y="523875"/>
                </a:lnTo>
                <a:lnTo>
                  <a:pt x="19050" y="523875"/>
                </a:lnTo>
                <a:lnTo>
                  <a:pt x="19050" y="514350"/>
                </a:lnTo>
                <a:lnTo>
                  <a:pt x="0" y="514350"/>
                </a:lnTo>
                <a:lnTo>
                  <a:pt x="0" y="504825"/>
                </a:lnTo>
                <a:lnTo>
                  <a:pt x="38100" y="504825"/>
                </a:lnTo>
                <a:lnTo>
                  <a:pt x="38100" y="495300"/>
                </a:lnTo>
                <a:lnTo>
                  <a:pt x="47625" y="495300"/>
                </a:lnTo>
                <a:close/>
                <a:moveTo>
                  <a:pt x="533400" y="495300"/>
                </a:moveTo>
                <a:lnTo>
                  <a:pt x="552450" y="495300"/>
                </a:lnTo>
                <a:lnTo>
                  <a:pt x="552450" y="504825"/>
                </a:lnTo>
                <a:lnTo>
                  <a:pt x="571500" y="504825"/>
                </a:lnTo>
                <a:lnTo>
                  <a:pt x="571500" y="514350"/>
                </a:lnTo>
                <a:lnTo>
                  <a:pt x="590550" y="514350"/>
                </a:lnTo>
                <a:lnTo>
                  <a:pt x="590550" y="523875"/>
                </a:lnTo>
                <a:lnTo>
                  <a:pt x="609600" y="523875"/>
                </a:lnTo>
                <a:lnTo>
                  <a:pt x="609600" y="552450"/>
                </a:lnTo>
                <a:lnTo>
                  <a:pt x="600075" y="552450"/>
                </a:lnTo>
                <a:lnTo>
                  <a:pt x="600075" y="533400"/>
                </a:lnTo>
                <a:lnTo>
                  <a:pt x="590550" y="533400"/>
                </a:lnTo>
                <a:lnTo>
                  <a:pt x="590550" y="542925"/>
                </a:lnTo>
                <a:lnTo>
                  <a:pt x="561975" y="542925"/>
                </a:lnTo>
                <a:lnTo>
                  <a:pt x="561975" y="523875"/>
                </a:lnTo>
                <a:lnTo>
                  <a:pt x="552450" y="523875"/>
                </a:lnTo>
                <a:lnTo>
                  <a:pt x="552450" y="514350"/>
                </a:lnTo>
                <a:lnTo>
                  <a:pt x="523875" y="514350"/>
                </a:lnTo>
                <a:lnTo>
                  <a:pt x="523875" y="504825"/>
                </a:lnTo>
                <a:lnTo>
                  <a:pt x="533400" y="504825"/>
                </a:lnTo>
                <a:close/>
                <a:moveTo>
                  <a:pt x="38100" y="571500"/>
                </a:moveTo>
                <a:lnTo>
                  <a:pt x="47625" y="571500"/>
                </a:lnTo>
                <a:lnTo>
                  <a:pt x="47625" y="581025"/>
                </a:lnTo>
                <a:lnTo>
                  <a:pt x="38100" y="581025"/>
                </a:lnTo>
                <a:close/>
                <a:moveTo>
                  <a:pt x="514350" y="571500"/>
                </a:moveTo>
                <a:lnTo>
                  <a:pt x="552450" y="571500"/>
                </a:lnTo>
                <a:lnTo>
                  <a:pt x="552450" y="581025"/>
                </a:lnTo>
                <a:lnTo>
                  <a:pt x="542925" y="581025"/>
                </a:lnTo>
                <a:lnTo>
                  <a:pt x="542925" y="590550"/>
                </a:lnTo>
                <a:lnTo>
                  <a:pt x="514350" y="590550"/>
                </a:lnTo>
                <a:close/>
                <a:moveTo>
                  <a:pt x="590550" y="571500"/>
                </a:moveTo>
                <a:lnTo>
                  <a:pt x="600075" y="571500"/>
                </a:lnTo>
                <a:lnTo>
                  <a:pt x="600075" y="581025"/>
                </a:lnTo>
                <a:lnTo>
                  <a:pt x="590550" y="581025"/>
                </a:lnTo>
                <a:close/>
                <a:moveTo>
                  <a:pt x="47625" y="581025"/>
                </a:moveTo>
                <a:lnTo>
                  <a:pt x="57150" y="581025"/>
                </a:lnTo>
                <a:lnTo>
                  <a:pt x="57150" y="590550"/>
                </a:lnTo>
                <a:lnTo>
                  <a:pt x="47625" y="590550"/>
                </a:lnTo>
                <a:close/>
                <a:moveTo>
                  <a:pt x="552450" y="581025"/>
                </a:moveTo>
                <a:lnTo>
                  <a:pt x="561975" y="581025"/>
                </a:lnTo>
                <a:lnTo>
                  <a:pt x="561975" y="590550"/>
                </a:lnTo>
                <a:lnTo>
                  <a:pt x="552450" y="590550"/>
                </a:lnTo>
                <a:close/>
                <a:moveTo>
                  <a:pt x="38100" y="638175"/>
                </a:moveTo>
                <a:lnTo>
                  <a:pt x="47625" y="638175"/>
                </a:lnTo>
                <a:lnTo>
                  <a:pt x="47625" y="628650"/>
                </a:lnTo>
                <a:lnTo>
                  <a:pt x="38100" y="628650"/>
                </a:lnTo>
                <a:close/>
                <a:moveTo>
                  <a:pt x="85725" y="638175"/>
                </a:moveTo>
                <a:lnTo>
                  <a:pt x="95250" y="638175"/>
                </a:lnTo>
                <a:lnTo>
                  <a:pt x="95250" y="628650"/>
                </a:lnTo>
                <a:lnTo>
                  <a:pt x="85725" y="628650"/>
                </a:lnTo>
                <a:close/>
                <a:moveTo>
                  <a:pt x="0" y="647700"/>
                </a:moveTo>
                <a:lnTo>
                  <a:pt x="9525" y="647700"/>
                </a:lnTo>
                <a:lnTo>
                  <a:pt x="9525" y="666750"/>
                </a:lnTo>
                <a:lnTo>
                  <a:pt x="0" y="666750"/>
                </a:lnTo>
                <a:close/>
                <a:moveTo>
                  <a:pt x="342900" y="781050"/>
                </a:moveTo>
                <a:lnTo>
                  <a:pt x="352425" y="781050"/>
                </a:lnTo>
                <a:lnTo>
                  <a:pt x="352425" y="790575"/>
                </a:lnTo>
                <a:lnTo>
                  <a:pt x="342900" y="790575"/>
                </a:lnTo>
                <a:close/>
                <a:moveTo>
                  <a:pt x="400050" y="800100"/>
                </a:moveTo>
                <a:lnTo>
                  <a:pt x="409575" y="800100"/>
                </a:lnTo>
                <a:lnTo>
                  <a:pt x="409575" y="809625"/>
                </a:lnTo>
                <a:lnTo>
                  <a:pt x="400050" y="809625"/>
                </a:lnTo>
                <a:close/>
                <a:moveTo>
                  <a:pt x="295275" y="809625"/>
                </a:moveTo>
                <a:lnTo>
                  <a:pt x="314325" y="809625"/>
                </a:lnTo>
                <a:lnTo>
                  <a:pt x="314325" y="819150"/>
                </a:lnTo>
                <a:lnTo>
                  <a:pt x="295275" y="819150"/>
                </a:lnTo>
                <a:close/>
                <a:moveTo>
                  <a:pt x="400050" y="819150"/>
                </a:moveTo>
                <a:lnTo>
                  <a:pt x="409575" y="819150"/>
                </a:lnTo>
                <a:lnTo>
                  <a:pt x="409575" y="828675"/>
                </a:lnTo>
                <a:lnTo>
                  <a:pt x="400050" y="828675"/>
                </a:lnTo>
                <a:close/>
                <a:moveTo>
                  <a:pt x="409575" y="828675"/>
                </a:moveTo>
                <a:lnTo>
                  <a:pt x="419100" y="828675"/>
                </a:lnTo>
                <a:lnTo>
                  <a:pt x="419100" y="838200"/>
                </a:lnTo>
                <a:lnTo>
                  <a:pt x="409575" y="838200"/>
                </a:lnTo>
                <a:close/>
                <a:moveTo>
                  <a:pt x="466725" y="828675"/>
                </a:moveTo>
                <a:lnTo>
                  <a:pt x="476250" y="828675"/>
                </a:lnTo>
                <a:lnTo>
                  <a:pt x="476250" y="847725"/>
                </a:lnTo>
                <a:lnTo>
                  <a:pt x="428625" y="847725"/>
                </a:lnTo>
                <a:lnTo>
                  <a:pt x="428625" y="838200"/>
                </a:lnTo>
                <a:lnTo>
                  <a:pt x="466725" y="838200"/>
                </a:lnTo>
                <a:close/>
                <a:moveTo>
                  <a:pt x="619125" y="828675"/>
                </a:moveTo>
                <a:lnTo>
                  <a:pt x="638175" y="828675"/>
                </a:lnTo>
                <a:lnTo>
                  <a:pt x="638175" y="838200"/>
                </a:lnTo>
                <a:lnTo>
                  <a:pt x="619125" y="838200"/>
                </a:lnTo>
                <a:close/>
                <a:moveTo>
                  <a:pt x="257175" y="838200"/>
                </a:moveTo>
                <a:lnTo>
                  <a:pt x="266700" y="838200"/>
                </a:lnTo>
                <a:lnTo>
                  <a:pt x="266700" y="847725"/>
                </a:lnTo>
                <a:lnTo>
                  <a:pt x="257175" y="847725"/>
                </a:lnTo>
                <a:close/>
                <a:moveTo>
                  <a:pt x="295275" y="857250"/>
                </a:moveTo>
                <a:lnTo>
                  <a:pt x="314325" y="857250"/>
                </a:lnTo>
                <a:lnTo>
                  <a:pt x="314325" y="866775"/>
                </a:lnTo>
                <a:lnTo>
                  <a:pt x="333375" y="866775"/>
                </a:lnTo>
                <a:lnTo>
                  <a:pt x="333375" y="876300"/>
                </a:lnTo>
                <a:lnTo>
                  <a:pt x="323850" y="876300"/>
                </a:lnTo>
                <a:lnTo>
                  <a:pt x="323850" y="885825"/>
                </a:lnTo>
                <a:lnTo>
                  <a:pt x="304800" y="885825"/>
                </a:lnTo>
                <a:lnTo>
                  <a:pt x="304800" y="876300"/>
                </a:lnTo>
                <a:lnTo>
                  <a:pt x="295275" y="876300"/>
                </a:lnTo>
                <a:close/>
                <a:moveTo>
                  <a:pt x="666750" y="866775"/>
                </a:moveTo>
                <a:lnTo>
                  <a:pt x="676275" y="866775"/>
                </a:lnTo>
                <a:lnTo>
                  <a:pt x="676275" y="876300"/>
                </a:lnTo>
                <a:lnTo>
                  <a:pt x="666750" y="876300"/>
                </a:lnTo>
                <a:close/>
                <a:moveTo>
                  <a:pt x="171450" y="876300"/>
                </a:moveTo>
                <a:lnTo>
                  <a:pt x="190500" y="876300"/>
                </a:lnTo>
                <a:lnTo>
                  <a:pt x="190500" y="904875"/>
                </a:lnTo>
                <a:lnTo>
                  <a:pt x="200025" y="904875"/>
                </a:lnTo>
                <a:lnTo>
                  <a:pt x="200025" y="914400"/>
                </a:lnTo>
                <a:lnTo>
                  <a:pt x="209550" y="914400"/>
                </a:lnTo>
                <a:lnTo>
                  <a:pt x="209550" y="923925"/>
                </a:lnTo>
                <a:lnTo>
                  <a:pt x="190500" y="923925"/>
                </a:lnTo>
                <a:lnTo>
                  <a:pt x="190500" y="914400"/>
                </a:lnTo>
                <a:lnTo>
                  <a:pt x="180975" y="914400"/>
                </a:lnTo>
                <a:lnTo>
                  <a:pt x="180975" y="885825"/>
                </a:lnTo>
                <a:lnTo>
                  <a:pt x="171450" y="885825"/>
                </a:lnTo>
                <a:close/>
                <a:moveTo>
                  <a:pt x="647700" y="876300"/>
                </a:moveTo>
                <a:lnTo>
                  <a:pt x="657225" y="876300"/>
                </a:lnTo>
                <a:lnTo>
                  <a:pt x="657225" y="895350"/>
                </a:lnTo>
                <a:lnTo>
                  <a:pt x="647700" y="895350"/>
                </a:lnTo>
                <a:close/>
                <a:moveTo>
                  <a:pt x="971550" y="876300"/>
                </a:moveTo>
                <a:lnTo>
                  <a:pt x="990600" y="876300"/>
                </a:lnTo>
                <a:lnTo>
                  <a:pt x="990600" y="885825"/>
                </a:lnTo>
                <a:lnTo>
                  <a:pt x="1000125" y="885825"/>
                </a:lnTo>
                <a:lnTo>
                  <a:pt x="1000125" y="895350"/>
                </a:lnTo>
                <a:lnTo>
                  <a:pt x="1009650" y="895350"/>
                </a:lnTo>
                <a:lnTo>
                  <a:pt x="1009650" y="904875"/>
                </a:lnTo>
                <a:lnTo>
                  <a:pt x="1019175" y="904875"/>
                </a:lnTo>
                <a:lnTo>
                  <a:pt x="1019175" y="923925"/>
                </a:lnTo>
                <a:lnTo>
                  <a:pt x="1028700" y="923925"/>
                </a:lnTo>
                <a:lnTo>
                  <a:pt x="1028700" y="933450"/>
                </a:lnTo>
                <a:lnTo>
                  <a:pt x="1047750" y="933450"/>
                </a:lnTo>
                <a:lnTo>
                  <a:pt x="1047750" y="923925"/>
                </a:lnTo>
                <a:lnTo>
                  <a:pt x="1038225" y="923925"/>
                </a:lnTo>
                <a:lnTo>
                  <a:pt x="1038225" y="914400"/>
                </a:lnTo>
                <a:lnTo>
                  <a:pt x="1066800" y="914400"/>
                </a:lnTo>
                <a:lnTo>
                  <a:pt x="1066800" y="923925"/>
                </a:lnTo>
                <a:lnTo>
                  <a:pt x="1085850" y="923925"/>
                </a:lnTo>
                <a:lnTo>
                  <a:pt x="1085850" y="914400"/>
                </a:lnTo>
                <a:lnTo>
                  <a:pt x="1133475" y="914400"/>
                </a:lnTo>
                <a:lnTo>
                  <a:pt x="1133475" y="923925"/>
                </a:lnTo>
                <a:lnTo>
                  <a:pt x="1152525" y="923925"/>
                </a:lnTo>
                <a:lnTo>
                  <a:pt x="1152525" y="914400"/>
                </a:lnTo>
                <a:lnTo>
                  <a:pt x="1162050" y="914400"/>
                </a:lnTo>
                <a:lnTo>
                  <a:pt x="1162050" y="923925"/>
                </a:lnTo>
                <a:lnTo>
                  <a:pt x="1181100" y="923925"/>
                </a:lnTo>
                <a:lnTo>
                  <a:pt x="1181100" y="962025"/>
                </a:lnTo>
                <a:lnTo>
                  <a:pt x="1162050" y="962025"/>
                </a:lnTo>
                <a:lnTo>
                  <a:pt x="1162050" y="971550"/>
                </a:lnTo>
                <a:lnTo>
                  <a:pt x="1143000" y="971550"/>
                </a:lnTo>
                <a:lnTo>
                  <a:pt x="1143000" y="981075"/>
                </a:lnTo>
                <a:lnTo>
                  <a:pt x="1133475" y="981075"/>
                </a:lnTo>
                <a:lnTo>
                  <a:pt x="1133475" y="990600"/>
                </a:lnTo>
                <a:lnTo>
                  <a:pt x="1114425" y="990600"/>
                </a:lnTo>
                <a:lnTo>
                  <a:pt x="1114425" y="981075"/>
                </a:lnTo>
                <a:lnTo>
                  <a:pt x="1123950" y="981075"/>
                </a:lnTo>
                <a:lnTo>
                  <a:pt x="1123950" y="952500"/>
                </a:lnTo>
                <a:lnTo>
                  <a:pt x="1104900" y="952500"/>
                </a:lnTo>
                <a:lnTo>
                  <a:pt x="1104900" y="942975"/>
                </a:lnTo>
                <a:lnTo>
                  <a:pt x="1114425" y="942975"/>
                </a:lnTo>
                <a:lnTo>
                  <a:pt x="1114425" y="933450"/>
                </a:lnTo>
                <a:lnTo>
                  <a:pt x="1095375" y="933450"/>
                </a:lnTo>
                <a:lnTo>
                  <a:pt x="1095375" y="952500"/>
                </a:lnTo>
                <a:lnTo>
                  <a:pt x="1028700" y="952500"/>
                </a:lnTo>
                <a:lnTo>
                  <a:pt x="1028700" y="942975"/>
                </a:lnTo>
                <a:lnTo>
                  <a:pt x="1019175" y="942975"/>
                </a:lnTo>
                <a:lnTo>
                  <a:pt x="1019175" y="933450"/>
                </a:lnTo>
                <a:lnTo>
                  <a:pt x="1000125" y="933450"/>
                </a:lnTo>
                <a:lnTo>
                  <a:pt x="1000125" y="923925"/>
                </a:lnTo>
                <a:lnTo>
                  <a:pt x="962025" y="923925"/>
                </a:lnTo>
                <a:lnTo>
                  <a:pt x="962025" y="904875"/>
                </a:lnTo>
                <a:lnTo>
                  <a:pt x="952500" y="904875"/>
                </a:lnTo>
                <a:lnTo>
                  <a:pt x="952500" y="885825"/>
                </a:lnTo>
                <a:lnTo>
                  <a:pt x="971550" y="885825"/>
                </a:lnTo>
                <a:close/>
                <a:moveTo>
                  <a:pt x="485775" y="895350"/>
                </a:moveTo>
                <a:lnTo>
                  <a:pt x="495300" y="895350"/>
                </a:lnTo>
                <a:lnTo>
                  <a:pt x="495300" y="904875"/>
                </a:lnTo>
                <a:lnTo>
                  <a:pt x="504825" y="904875"/>
                </a:lnTo>
                <a:lnTo>
                  <a:pt x="504825" y="914400"/>
                </a:lnTo>
                <a:lnTo>
                  <a:pt x="495300" y="914400"/>
                </a:lnTo>
                <a:lnTo>
                  <a:pt x="495300" y="923925"/>
                </a:lnTo>
                <a:lnTo>
                  <a:pt x="485775" y="923925"/>
                </a:lnTo>
                <a:lnTo>
                  <a:pt x="485775" y="914400"/>
                </a:lnTo>
                <a:lnTo>
                  <a:pt x="476250" y="914400"/>
                </a:lnTo>
                <a:lnTo>
                  <a:pt x="476250" y="923925"/>
                </a:lnTo>
                <a:lnTo>
                  <a:pt x="466725" y="923925"/>
                </a:lnTo>
                <a:lnTo>
                  <a:pt x="466725" y="904875"/>
                </a:lnTo>
                <a:lnTo>
                  <a:pt x="485775" y="904875"/>
                </a:lnTo>
                <a:close/>
                <a:moveTo>
                  <a:pt x="504825" y="914400"/>
                </a:moveTo>
                <a:lnTo>
                  <a:pt x="514350" y="914400"/>
                </a:lnTo>
                <a:lnTo>
                  <a:pt x="514350" y="923925"/>
                </a:lnTo>
                <a:lnTo>
                  <a:pt x="504825" y="923925"/>
                </a:lnTo>
                <a:close/>
                <a:moveTo>
                  <a:pt x="247650" y="923925"/>
                </a:moveTo>
                <a:lnTo>
                  <a:pt x="257175" y="923925"/>
                </a:lnTo>
                <a:lnTo>
                  <a:pt x="257175" y="942975"/>
                </a:lnTo>
                <a:lnTo>
                  <a:pt x="276225" y="942975"/>
                </a:lnTo>
                <a:lnTo>
                  <a:pt x="276225" y="952500"/>
                </a:lnTo>
                <a:lnTo>
                  <a:pt x="247650" y="952500"/>
                </a:lnTo>
                <a:lnTo>
                  <a:pt x="247650" y="942975"/>
                </a:lnTo>
                <a:lnTo>
                  <a:pt x="238125" y="942975"/>
                </a:lnTo>
                <a:lnTo>
                  <a:pt x="238125" y="933450"/>
                </a:lnTo>
                <a:lnTo>
                  <a:pt x="247650" y="933450"/>
                </a:lnTo>
                <a:close/>
                <a:moveTo>
                  <a:pt x="228600" y="942975"/>
                </a:moveTo>
                <a:lnTo>
                  <a:pt x="238125" y="942975"/>
                </a:lnTo>
                <a:lnTo>
                  <a:pt x="238125" y="952500"/>
                </a:lnTo>
                <a:lnTo>
                  <a:pt x="228600" y="952500"/>
                </a:lnTo>
                <a:close/>
                <a:moveTo>
                  <a:pt x="828675" y="942975"/>
                </a:moveTo>
                <a:lnTo>
                  <a:pt x="857250" y="942975"/>
                </a:lnTo>
                <a:lnTo>
                  <a:pt x="857250" y="952500"/>
                </a:lnTo>
                <a:lnTo>
                  <a:pt x="866775" y="952500"/>
                </a:lnTo>
                <a:lnTo>
                  <a:pt x="866775" y="971550"/>
                </a:lnTo>
                <a:lnTo>
                  <a:pt x="847725" y="971550"/>
                </a:lnTo>
                <a:lnTo>
                  <a:pt x="847725" y="1009650"/>
                </a:lnTo>
                <a:lnTo>
                  <a:pt x="838200" y="1009650"/>
                </a:lnTo>
                <a:lnTo>
                  <a:pt x="838200" y="1019175"/>
                </a:lnTo>
                <a:lnTo>
                  <a:pt x="819150" y="1019175"/>
                </a:lnTo>
                <a:lnTo>
                  <a:pt x="819150" y="952500"/>
                </a:lnTo>
                <a:lnTo>
                  <a:pt x="828675" y="952500"/>
                </a:lnTo>
                <a:close/>
                <a:moveTo>
                  <a:pt x="1133475" y="942975"/>
                </a:moveTo>
                <a:lnTo>
                  <a:pt x="1152525" y="942975"/>
                </a:lnTo>
                <a:lnTo>
                  <a:pt x="1152525" y="933450"/>
                </a:lnTo>
                <a:lnTo>
                  <a:pt x="1133475" y="933450"/>
                </a:lnTo>
                <a:close/>
                <a:moveTo>
                  <a:pt x="657225" y="962025"/>
                </a:moveTo>
                <a:lnTo>
                  <a:pt x="666750" y="962025"/>
                </a:lnTo>
                <a:lnTo>
                  <a:pt x="666750" y="981075"/>
                </a:lnTo>
                <a:lnTo>
                  <a:pt x="657225" y="981075"/>
                </a:lnTo>
                <a:close/>
                <a:moveTo>
                  <a:pt x="676275" y="962025"/>
                </a:moveTo>
                <a:lnTo>
                  <a:pt x="685800" y="962025"/>
                </a:lnTo>
                <a:lnTo>
                  <a:pt x="685800" y="981075"/>
                </a:lnTo>
                <a:lnTo>
                  <a:pt x="676275" y="981075"/>
                </a:lnTo>
                <a:close/>
                <a:moveTo>
                  <a:pt x="466725" y="971550"/>
                </a:moveTo>
                <a:lnTo>
                  <a:pt x="476250" y="971550"/>
                </a:lnTo>
                <a:lnTo>
                  <a:pt x="476250" y="981075"/>
                </a:lnTo>
                <a:lnTo>
                  <a:pt x="466725" y="981075"/>
                </a:lnTo>
                <a:close/>
                <a:moveTo>
                  <a:pt x="485775" y="971550"/>
                </a:moveTo>
                <a:lnTo>
                  <a:pt x="495300" y="971550"/>
                </a:lnTo>
                <a:lnTo>
                  <a:pt x="495300" y="981075"/>
                </a:lnTo>
                <a:lnTo>
                  <a:pt x="485775" y="981075"/>
                </a:lnTo>
                <a:close/>
                <a:moveTo>
                  <a:pt x="504825" y="971550"/>
                </a:moveTo>
                <a:lnTo>
                  <a:pt x="514350" y="971550"/>
                </a:lnTo>
                <a:lnTo>
                  <a:pt x="514350" y="981075"/>
                </a:lnTo>
                <a:lnTo>
                  <a:pt x="504825" y="981075"/>
                </a:lnTo>
                <a:close/>
                <a:moveTo>
                  <a:pt x="476250" y="981075"/>
                </a:moveTo>
                <a:lnTo>
                  <a:pt x="485775" y="981075"/>
                </a:lnTo>
                <a:lnTo>
                  <a:pt x="485775" y="990600"/>
                </a:lnTo>
                <a:lnTo>
                  <a:pt x="476250" y="990600"/>
                </a:lnTo>
                <a:close/>
                <a:moveTo>
                  <a:pt x="495300" y="981075"/>
                </a:moveTo>
                <a:lnTo>
                  <a:pt x="504825" y="981075"/>
                </a:lnTo>
                <a:lnTo>
                  <a:pt x="504825" y="990600"/>
                </a:lnTo>
                <a:lnTo>
                  <a:pt x="495300" y="990600"/>
                </a:lnTo>
                <a:close/>
                <a:moveTo>
                  <a:pt x="895350" y="981075"/>
                </a:moveTo>
                <a:lnTo>
                  <a:pt x="904875" y="981075"/>
                </a:lnTo>
                <a:lnTo>
                  <a:pt x="904875" y="990600"/>
                </a:lnTo>
                <a:lnTo>
                  <a:pt x="923925" y="990600"/>
                </a:lnTo>
                <a:lnTo>
                  <a:pt x="923925" y="1000125"/>
                </a:lnTo>
                <a:lnTo>
                  <a:pt x="952500" y="1000125"/>
                </a:lnTo>
                <a:lnTo>
                  <a:pt x="952500" y="1019175"/>
                </a:lnTo>
                <a:lnTo>
                  <a:pt x="933450" y="1019175"/>
                </a:lnTo>
                <a:lnTo>
                  <a:pt x="933450" y="1047750"/>
                </a:lnTo>
                <a:lnTo>
                  <a:pt x="914400" y="1047750"/>
                </a:lnTo>
                <a:lnTo>
                  <a:pt x="914400" y="1085850"/>
                </a:lnTo>
                <a:lnTo>
                  <a:pt x="923925" y="1085850"/>
                </a:lnTo>
                <a:lnTo>
                  <a:pt x="923925" y="1095375"/>
                </a:lnTo>
                <a:lnTo>
                  <a:pt x="933450" y="1095375"/>
                </a:lnTo>
                <a:lnTo>
                  <a:pt x="933450" y="1085850"/>
                </a:lnTo>
                <a:lnTo>
                  <a:pt x="942975" y="1085850"/>
                </a:lnTo>
                <a:lnTo>
                  <a:pt x="942975" y="1104900"/>
                </a:lnTo>
                <a:lnTo>
                  <a:pt x="952500" y="1104900"/>
                </a:lnTo>
                <a:lnTo>
                  <a:pt x="952500" y="1095375"/>
                </a:lnTo>
                <a:lnTo>
                  <a:pt x="1000125" y="1095375"/>
                </a:lnTo>
                <a:lnTo>
                  <a:pt x="1000125" y="1104900"/>
                </a:lnTo>
                <a:lnTo>
                  <a:pt x="990600" y="1104900"/>
                </a:lnTo>
                <a:lnTo>
                  <a:pt x="990600" y="1114425"/>
                </a:lnTo>
                <a:lnTo>
                  <a:pt x="1019175" y="1114425"/>
                </a:lnTo>
                <a:lnTo>
                  <a:pt x="1019175" y="1123950"/>
                </a:lnTo>
                <a:lnTo>
                  <a:pt x="942975" y="1123950"/>
                </a:lnTo>
                <a:lnTo>
                  <a:pt x="942975" y="1114425"/>
                </a:lnTo>
                <a:lnTo>
                  <a:pt x="933450" y="1114425"/>
                </a:lnTo>
                <a:lnTo>
                  <a:pt x="933450" y="1104900"/>
                </a:lnTo>
                <a:lnTo>
                  <a:pt x="914400" y="1104900"/>
                </a:lnTo>
                <a:lnTo>
                  <a:pt x="914400" y="1095375"/>
                </a:lnTo>
                <a:lnTo>
                  <a:pt x="904875" y="1095375"/>
                </a:lnTo>
                <a:lnTo>
                  <a:pt x="904875" y="1085850"/>
                </a:lnTo>
                <a:lnTo>
                  <a:pt x="895350" y="1085850"/>
                </a:lnTo>
                <a:lnTo>
                  <a:pt x="895350" y="1076325"/>
                </a:lnTo>
                <a:lnTo>
                  <a:pt x="885825" y="1076325"/>
                </a:lnTo>
                <a:lnTo>
                  <a:pt x="885825" y="1038225"/>
                </a:lnTo>
                <a:lnTo>
                  <a:pt x="895350" y="1038225"/>
                </a:lnTo>
                <a:lnTo>
                  <a:pt x="895350" y="1028700"/>
                </a:lnTo>
                <a:lnTo>
                  <a:pt x="904875" y="1028700"/>
                </a:lnTo>
                <a:lnTo>
                  <a:pt x="904875" y="1009650"/>
                </a:lnTo>
                <a:lnTo>
                  <a:pt x="895350" y="1009650"/>
                </a:lnTo>
                <a:close/>
                <a:moveTo>
                  <a:pt x="133350" y="1009650"/>
                </a:moveTo>
                <a:lnTo>
                  <a:pt x="142875" y="1009650"/>
                </a:lnTo>
                <a:lnTo>
                  <a:pt x="142875" y="1019175"/>
                </a:lnTo>
                <a:lnTo>
                  <a:pt x="133350" y="1019175"/>
                </a:lnTo>
                <a:close/>
                <a:moveTo>
                  <a:pt x="981075" y="1009650"/>
                </a:moveTo>
                <a:lnTo>
                  <a:pt x="990600" y="1009650"/>
                </a:lnTo>
                <a:lnTo>
                  <a:pt x="990600" y="1019175"/>
                </a:lnTo>
                <a:lnTo>
                  <a:pt x="981075" y="1019175"/>
                </a:lnTo>
                <a:close/>
                <a:moveTo>
                  <a:pt x="209550" y="1019175"/>
                </a:moveTo>
                <a:lnTo>
                  <a:pt x="219075" y="1019175"/>
                </a:lnTo>
                <a:lnTo>
                  <a:pt x="219075" y="1028700"/>
                </a:lnTo>
                <a:lnTo>
                  <a:pt x="209550" y="1028700"/>
                </a:lnTo>
                <a:close/>
                <a:moveTo>
                  <a:pt x="990600" y="1019175"/>
                </a:moveTo>
                <a:lnTo>
                  <a:pt x="1000125" y="1019175"/>
                </a:lnTo>
                <a:lnTo>
                  <a:pt x="1000125" y="1038225"/>
                </a:lnTo>
                <a:lnTo>
                  <a:pt x="990600" y="1038225"/>
                </a:lnTo>
                <a:close/>
                <a:moveTo>
                  <a:pt x="228600" y="1028700"/>
                </a:moveTo>
                <a:lnTo>
                  <a:pt x="247650" y="1028700"/>
                </a:lnTo>
                <a:lnTo>
                  <a:pt x="247650" y="1038225"/>
                </a:lnTo>
                <a:lnTo>
                  <a:pt x="228600" y="1038225"/>
                </a:lnTo>
                <a:close/>
                <a:moveTo>
                  <a:pt x="666750" y="1028700"/>
                </a:moveTo>
                <a:lnTo>
                  <a:pt x="676275" y="1028700"/>
                </a:lnTo>
                <a:lnTo>
                  <a:pt x="676275" y="1038225"/>
                </a:lnTo>
                <a:lnTo>
                  <a:pt x="666750" y="1038225"/>
                </a:lnTo>
                <a:close/>
                <a:moveTo>
                  <a:pt x="247650" y="1038225"/>
                </a:moveTo>
                <a:lnTo>
                  <a:pt x="257175" y="1038225"/>
                </a:lnTo>
                <a:lnTo>
                  <a:pt x="257175" y="1047750"/>
                </a:lnTo>
                <a:lnTo>
                  <a:pt x="247650" y="1047750"/>
                </a:lnTo>
                <a:close/>
                <a:moveTo>
                  <a:pt x="457200" y="1047750"/>
                </a:moveTo>
                <a:lnTo>
                  <a:pt x="466725" y="1047750"/>
                </a:lnTo>
                <a:lnTo>
                  <a:pt x="466725" y="1057275"/>
                </a:lnTo>
                <a:lnTo>
                  <a:pt x="476250" y="1057275"/>
                </a:lnTo>
                <a:lnTo>
                  <a:pt x="476250" y="1066800"/>
                </a:lnTo>
                <a:lnTo>
                  <a:pt x="485775" y="1066800"/>
                </a:lnTo>
                <a:lnTo>
                  <a:pt x="485775" y="1095375"/>
                </a:lnTo>
                <a:lnTo>
                  <a:pt x="476250" y="1095375"/>
                </a:lnTo>
                <a:lnTo>
                  <a:pt x="476250" y="1076325"/>
                </a:lnTo>
                <a:lnTo>
                  <a:pt x="466725" y="1076325"/>
                </a:lnTo>
                <a:lnTo>
                  <a:pt x="466725" y="1066800"/>
                </a:lnTo>
                <a:lnTo>
                  <a:pt x="447675" y="1066800"/>
                </a:lnTo>
                <a:lnTo>
                  <a:pt x="447675" y="1057275"/>
                </a:lnTo>
                <a:lnTo>
                  <a:pt x="457200" y="1057275"/>
                </a:lnTo>
                <a:close/>
                <a:moveTo>
                  <a:pt x="838200" y="1066800"/>
                </a:moveTo>
                <a:lnTo>
                  <a:pt x="847725" y="1066800"/>
                </a:lnTo>
                <a:lnTo>
                  <a:pt x="847725" y="1085850"/>
                </a:lnTo>
                <a:lnTo>
                  <a:pt x="838200" y="1085850"/>
                </a:lnTo>
                <a:close/>
                <a:moveTo>
                  <a:pt x="990600" y="1066800"/>
                </a:moveTo>
                <a:lnTo>
                  <a:pt x="1000125" y="1066800"/>
                </a:lnTo>
                <a:lnTo>
                  <a:pt x="1000125" y="1076325"/>
                </a:lnTo>
                <a:lnTo>
                  <a:pt x="990600" y="1076325"/>
                </a:lnTo>
                <a:close/>
                <a:moveTo>
                  <a:pt x="1028700" y="1066800"/>
                </a:moveTo>
                <a:lnTo>
                  <a:pt x="1047750" y="1066800"/>
                </a:lnTo>
                <a:lnTo>
                  <a:pt x="1047750" y="1076325"/>
                </a:lnTo>
                <a:lnTo>
                  <a:pt x="1057275" y="1076325"/>
                </a:lnTo>
                <a:lnTo>
                  <a:pt x="1057275" y="1085850"/>
                </a:lnTo>
                <a:lnTo>
                  <a:pt x="1066800" y="1085850"/>
                </a:lnTo>
                <a:lnTo>
                  <a:pt x="1066800" y="1076325"/>
                </a:lnTo>
                <a:lnTo>
                  <a:pt x="1076325" y="1076325"/>
                </a:lnTo>
                <a:lnTo>
                  <a:pt x="1076325" y="1085850"/>
                </a:lnTo>
                <a:lnTo>
                  <a:pt x="1085850" y="1085850"/>
                </a:lnTo>
                <a:lnTo>
                  <a:pt x="1085850" y="1095375"/>
                </a:lnTo>
                <a:lnTo>
                  <a:pt x="1095375" y="1095375"/>
                </a:lnTo>
                <a:lnTo>
                  <a:pt x="1095375" y="1104900"/>
                </a:lnTo>
                <a:lnTo>
                  <a:pt x="1114425" y="1104900"/>
                </a:lnTo>
                <a:lnTo>
                  <a:pt x="1114425" y="1114425"/>
                </a:lnTo>
                <a:lnTo>
                  <a:pt x="1133475" y="1114425"/>
                </a:lnTo>
                <a:lnTo>
                  <a:pt x="1133475" y="1133475"/>
                </a:lnTo>
                <a:lnTo>
                  <a:pt x="1123950" y="1133475"/>
                </a:lnTo>
                <a:lnTo>
                  <a:pt x="1123950" y="1123950"/>
                </a:lnTo>
                <a:lnTo>
                  <a:pt x="1095375" y="1123950"/>
                </a:lnTo>
                <a:lnTo>
                  <a:pt x="1095375" y="1133475"/>
                </a:lnTo>
                <a:lnTo>
                  <a:pt x="1085850" y="1133475"/>
                </a:lnTo>
                <a:lnTo>
                  <a:pt x="1085850" y="1114425"/>
                </a:lnTo>
                <a:lnTo>
                  <a:pt x="1076325" y="1114425"/>
                </a:lnTo>
                <a:lnTo>
                  <a:pt x="1076325" y="1104900"/>
                </a:lnTo>
                <a:lnTo>
                  <a:pt x="1009650" y="1104900"/>
                </a:lnTo>
                <a:lnTo>
                  <a:pt x="1009650" y="1095375"/>
                </a:lnTo>
                <a:lnTo>
                  <a:pt x="1028700" y="1095375"/>
                </a:lnTo>
                <a:lnTo>
                  <a:pt x="1028700" y="1085850"/>
                </a:lnTo>
                <a:lnTo>
                  <a:pt x="1038225" y="1085850"/>
                </a:lnTo>
                <a:lnTo>
                  <a:pt x="1038225" y="1076325"/>
                </a:lnTo>
                <a:lnTo>
                  <a:pt x="1028700" y="1076325"/>
                </a:lnTo>
                <a:close/>
                <a:moveTo>
                  <a:pt x="66675" y="1104900"/>
                </a:moveTo>
                <a:lnTo>
                  <a:pt x="76200" y="1104900"/>
                </a:lnTo>
                <a:lnTo>
                  <a:pt x="76200" y="1114425"/>
                </a:lnTo>
                <a:lnTo>
                  <a:pt x="95250" y="1114425"/>
                </a:lnTo>
                <a:lnTo>
                  <a:pt x="95250" y="1133475"/>
                </a:lnTo>
                <a:lnTo>
                  <a:pt x="57150" y="1133475"/>
                </a:lnTo>
                <a:lnTo>
                  <a:pt x="57150" y="1114425"/>
                </a:lnTo>
                <a:lnTo>
                  <a:pt x="66675" y="1114425"/>
                </a:lnTo>
                <a:close/>
                <a:moveTo>
                  <a:pt x="47625" y="1133475"/>
                </a:moveTo>
                <a:lnTo>
                  <a:pt x="57150" y="1133475"/>
                </a:lnTo>
                <a:lnTo>
                  <a:pt x="57150" y="1143000"/>
                </a:lnTo>
                <a:lnTo>
                  <a:pt x="47625" y="1143000"/>
                </a:lnTo>
                <a:close/>
                <a:moveTo>
                  <a:pt x="114300" y="1133475"/>
                </a:moveTo>
                <a:lnTo>
                  <a:pt x="123825" y="1133475"/>
                </a:lnTo>
                <a:lnTo>
                  <a:pt x="123825" y="1143000"/>
                </a:lnTo>
                <a:lnTo>
                  <a:pt x="114300" y="1143000"/>
                </a:lnTo>
                <a:close/>
                <a:moveTo>
                  <a:pt x="171450" y="1133475"/>
                </a:moveTo>
                <a:lnTo>
                  <a:pt x="180975" y="1133475"/>
                </a:lnTo>
                <a:lnTo>
                  <a:pt x="180975" y="1143000"/>
                </a:lnTo>
                <a:lnTo>
                  <a:pt x="171450" y="1143000"/>
                </a:lnTo>
                <a:close/>
                <a:moveTo>
                  <a:pt x="228600" y="1133475"/>
                </a:moveTo>
                <a:lnTo>
                  <a:pt x="247650" y="1133475"/>
                </a:lnTo>
                <a:lnTo>
                  <a:pt x="247650" y="1143000"/>
                </a:lnTo>
                <a:lnTo>
                  <a:pt x="228600" y="1143000"/>
                </a:lnTo>
                <a:close/>
                <a:moveTo>
                  <a:pt x="819150" y="1133475"/>
                </a:moveTo>
                <a:lnTo>
                  <a:pt x="847725" y="1133475"/>
                </a:lnTo>
                <a:lnTo>
                  <a:pt x="847725" y="1143000"/>
                </a:lnTo>
                <a:lnTo>
                  <a:pt x="866775" y="1143000"/>
                </a:lnTo>
                <a:lnTo>
                  <a:pt x="866775" y="1171575"/>
                </a:lnTo>
                <a:lnTo>
                  <a:pt x="857250" y="1171575"/>
                </a:lnTo>
                <a:lnTo>
                  <a:pt x="857250" y="1190625"/>
                </a:lnTo>
                <a:lnTo>
                  <a:pt x="866775" y="1190625"/>
                </a:lnTo>
                <a:lnTo>
                  <a:pt x="866775" y="1209675"/>
                </a:lnTo>
                <a:lnTo>
                  <a:pt x="838200" y="1209675"/>
                </a:lnTo>
                <a:lnTo>
                  <a:pt x="838200" y="1219200"/>
                </a:lnTo>
                <a:lnTo>
                  <a:pt x="819150" y="1219200"/>
                </a:lnTo>
                <a:close/>
                <a:moveTo>
                  <a:pt x="142875" y="1162050"/>
                </a:moveTo>
                <a:lnTo>
                  <a:pt x="180975" y="1162050"/>
                </a:lnTo>
                <a:lnTo>
                  <a:pt x="180975" y="1171575"/>
                </a:lnTo>
                <a:lnTo>
                  <a:pt x="190500" y="1171575"/>
                </a:lnTo>
                <a:lnTo>
                  <a:pt x="190500" y="1190625"/>
                </a:lnTo>
                <a:lnTo>
                  <a:pt x="180975" y="1190625"/>
                </a:lnTo>
                <a:lnTo>
                  <a:pt x="180975" y="1181100"/>
                </a:lnTo>
                <a:lnTo>
                  <a:pt x="171450" y="1181100"/>
                </a:lnTo>
                <a:lnTo>
                  <a:pt x="171450" y="1190625"/>
                </a:lnTo>
                <a:lnTo>
                  <a:pt x="152400" y="1190625"/>
                </a:lnTo>
                <a:lnTo>
                  <a:pt x="152400" y="1200150"/>
                </a:lnTo>
                <a:lnTo>
                  <a:pt x="142875" y="1200150"/>
                </a:lnTo>
                <a:lnTo>
                  <a:pt x="142875" y="1209675"/>
                </a:lnTo>
                <a:lnTo>
                  <a:pt x="114300" y="1209675"/>
                </a:lnTo>
                <a:lnTo>
                  <a:pt x="114300" y="1219200"/>
                </a:lnTo>
                <a:lnTo>
                  <a:pt x="104775" y="1219200"/>
                </a:lnTo>
                <a:lnTo>
                  <a:pt x="104775" y="1190625"/>
                </a:lnTo>
                <a:lnTo>
                  <a:pt x="123825" y="1190625"/>
                </a:lnTo>
                <a:lnTo>
                  <a:pt x="123825" y="1181100"/>
                </a:lnTo>
                <a:lnTo>
                  <a:pt x="133350" y="1181100"/>
                </a:lnTo>
                <a:lnTo>
                  <a:pt x="133350" y="1171575"/>
                </a:lnTo>
                <a:lnTo>
                  <a:pt x="142875" y="1171575"/>
                </a:lnTo>
                <a:close/>
                <a:moveTo>
                  <a:pt x="238125" y="1162050"/>
                </a:moveTo>
                <a:lnTo>
                  <a:pt x="247650" y="1162050"/>
                </a:lnTo>
                <a:lnTo>
                  <a:pt x="247650" y="1171575"/>
                </a:lnTo>
                <a:lnTo>
                  <a:pt x="238125" y="1171575"/>
                </a:lnTo>
                <a:close/>
                <a:moveTo>
                  <a:pt x="219075" y="1171575"/>
                </a:moveTo>
                <a:lnTo>
                  <a:pt x="228600" y="1171575"/>
                </a:lnTo>
                <a:lnTo>
                  <a:pt x="228600" y="1190625"/>
                </a:lnTo>
                <a:lnTo>
                  <a:pt x="238125" y="1190625"/>
                </a:lnTo>
                <a:lnTo>
                  <a:pt x="238125" y="1219200"/>
                </a:lnTo>
                <a:lnTo>
                  <a:pt x="228600" y="1219200"/>
                </a:lnTo>
                <a:lnTo>
                  <a:pt x="228600" y="1209675"/>
                </a:lnTo>
                <a:lnTo>
                  <a:pt x="219075" y="1209675"/>
                </a:lnTo>
                <a:close/>
                <a:moveTo>
                  <a:pt x="1162050" y="1209675"/>
                </a:moveTo>
                <a:lnTo>
                  <a:pt x="1181100" y="1209675"/>
                </a:lnTo>
                <a:lnTo>
                  <a:pt x="1181100" y="1219200"/>
                </a:lnTo>
                <a:lnTo>
                  <a:pt x="1162050" y="1219200"/>
                </a:lnTo>
                <a:close/>
                <a:moveTo>
                  <a:pt x="990600" y="1219200"/>
                </a:moveTo>
                <a:lnTo>
                  <a:pt x="1000125" y="1219200"/>
                </a:lnTo>
                <a:lnTo>
                  <a:pt x="1000125" y="1228725"/>
                </a:lnTo>
                <a:lnTo>
                  <a:pt x="1038225" y="1228725"/>
                </a:lnTo>
                <a:lnTo>
                  <a:pt x="1038225" y="1247775"/>
                </a:lnTo>
                <a:lnTo>
                  <a:pt x="1009650" y="1247775"/>
                </a:lnTo>
                <a:lnTo>
                  <a:pt x="1009650" y="1257300"/>
                </a:lnTo>
                <a:lnTo>
                  <a:pt x="1000125" y="1257300"/>
                </a:lnTo>
                <a:lnTo>
                  <a:pt x="1000125" y="1238250"/>
                </a:lnTo>
                <a:lnTo>
                  <a:pt x="990600" y="1238250"/>
                </a:lnTo>
                <a:close/>
                <a:moveTo>
                  <a:pt x="247650" y="1238250"/>
                </a:moveTo>
                <a:lnTo>
                  <a:pt x="257175" y="1238250"/>
                </a:lnTo>
                <a:lnTo>
                  <a:pt x="257175" y="1257300"/>
                </a:lnTo>
                <a:lnTo>
                  <a:pt x="276225" y="1257300"/>
                </a:lnTo>
                <a:lnTo>
                  <a:pt x="276225" y="1266825"/>
                </a:lnTo>
                <a:lnTo>
                  <a:pt x="266700" y="1266825"/>
                </a:lnTo>
                <a:lnTo>
                  <a:pt x="266700" y="1276350"/>
                </a:lnTo>
                <a:lnTo>
                  <a:pt x="247650" y="1276350"/>
                </a:lnTo>
                <a:lnTo>
                  <a:pt x="247650" y="1285875"/>
                </a:lnTo>
                <a:lnTo>
                  <a:pt x="238125" y="1285875"/>
                </a:lnTo>
                <a:lnTo>
                  <a:pt x="238125" y="1257300"/>
                </a:lnTo>
                <a:lnTo>
                  <a:pt x="247650" y="1257300"/>
                </a:lnTo>
                <a:close/>
                <a:moveTo>
                  <a:pt x="266700" y="1238250"/>
                </a:moveTo>
                <a:lnTo>
                  <a:pt x="276225" y="1238250"/>
                </a:lnTo>
                <a:lnTo>
                  <a:pt x="276225" y="1247775"/>
                </a:lnTo>
                <a:lnTo>
                  <a:pt x="266700" y="1247775"/>
                </a:lnTo>
                <a:close/>
                <a:moveTo>
                  <a:pt x="152400" y="1257300"/>
                </a:moveTo>
                <a:lnTo>
                  <a:pt x="161925" y="1257300"/>
                </a:lnTo>
                <a:lnTo>
                  <a:pt x="161925" y="1266825"/>
                </a:lnTo>
                <a:lnTo>
                  <a:pt x="152400" y="1266825"/>
                </a:lnTo>
                <a:close/>
                <a:moveTo>
                  <a:pt x="171450" y="1257300"/>
                </a:moveTo>
                <a:lnTo>
                  <a:pt x="180975" y="1257300"/>
                </a:lnTo>
                <a:lnTo>
                  <a:pt x="180975" y="1266825"/>
                </a:lnTo>
                <a:lnTo>
                  <a:pt x="171450" y="1266825"/>
                </a:lnTo>
                <a:close/>
                <a:moveTo>
                  <a:pt x="104775" y="1285875"/>
                </a:moveTo>
                <a:lnTo>
                  <a:pt x="133350" y="1285875"/>
                </a:lnTo>
                <a:lnTo>
                  <a:pt x="133350" y="1295400"/>
                </a:lnTo>
                <a:lnTo>
                  <a:pt x="180975" y="1295400"/>
                </a:lnTo>
                <a:lnTo>
                  <a:pt x="180975" y="1304925"/>
                </a:lnTo>
                <a:lnTo>
                  <a:pt x="133350" y="1304925"/>
                </a:lnTo>
                <a:lnTo>
                  <a:pt x="133350" y="1314450"/>
                </a:lnTo>
                <a:lnTo>
                  <a:pt x="123825" y="1314450"/>
                </a:lnTo>
                <a:lnTo>
                  <a:pt x="123825" y="1323975"/>
                </a:lnTo>
                <a:lnTo>
                  <a:pt x="104775" y="1323975"/>
                </a:lnTo>
                <a:lnTo>
                  <a:pt x="104775" y="1314450"/>
                </a:lnTo>
                <a:lnTo>
                  <a:pt x="95250" y="1314450"/>
                </a:lnTo>
                <a:lnTo>
                  <a:pt x="95250" y="1304925"/>
                </a:lnTo>
                <a:lnTo>
                  <a:pt x="104775" y="1304925"/>
                </a:lnTo>
                <a:close/>
                <a:moveTo>
                  <a:pt x="200025" y="1304925"/>
                </a:moveTo>
                <a:lnTo>
                  <a:pt x="209550" y="1304925"/>
                </a:lnTo>
                <a:lnTo>
                  <a:pt x="209550" y="1314450"/>
                </a:lnTo>
                <a:lnTo>
                  <a:pt x="219075" y="1314450"/>
                </a:lnTo>
                <a:lnTo>
                  <a:pt x="219075" y="1304925"/>
                </a:lnTo>
                <a:lnTo>
                  <a:pt x="228600" y="1304925"/>
                </a:lnTo>
                <a:lnTo>
                  <a:pt x="228600" y="1314450"/>
                </a:lnTo>
                <a:lnTo>
                  <a:pt x="219075" y="1314450"/>
                </a:lnTo>
                <a:lnTo>
                  <a:pt x="219075" y="1323975"/>
                </a:lnTo>
                <a:lnTo>
                  <a:pt x="209550" y="1323975"/>
                </a:lnTo>
                <a:lnTo>
                  <a:pt x="209550" y="1333500"/>
                </a:lnTo>
                <a:lnTo>
                  <a:pt x="180975" y="1333500"/>
                </a:lnTo>
                <a:lnTo>
                  <a:pt x="180975" y="1323975"/>
                </a:lnTo>
                <a:lnTo>
                  <a:pt x="171450" y="1323975"/>
                </a:lnTo>
                <a:lnTo>
                  <a:pt x="171450" y="1314450"/>
                </a:lnTo>
                <a:lnTo>
                  <a:pt x="180975" y="1314450"/>
                </a:lnTo>
                <a:lnTo>
                  <a:pt x="180975" y="1323975"/>
                </a:lnTo>
                <a:lnTo>
                  <a:pt x="190500" y="1323975"/>
                </a:lnTo>
                <a:lnTo>
                  <a:pt x="190500" y="1314450"/>
                </a:lnTo>
                <a:lnTo>
                  <a:pt x="200025" y="1314450"/>
                </a:lnTo>
                <a:close/>
                <a:moveTo>
                  <a:pt x="219075" y="1323975"/>
                </a:moveTo>
                <a:lnTo>
                  <a:pt x="228600" y="1323975"/>
                </a:lnTo>
                <a:lnTo>
                  <a:pt x="228600" y="1333500"/>
                </a:lnTo>
                <a:lnTo>
                  <a:pt x="219075" y="1333500"/>
                </a:lnTo>
                <a:close/>
                <a:moveTo>
                  <a:pt x="419100" y="1476375"/>
                </a:moveTo>
                <a:lnTo>
                  <a:pt x="438150" y="1476375"/>
                </a:lnTo>
                <a:lnTo>
                  <a:pt x="438150" y="1485900"/>
                </a:lnTo>
                <a:lnTo>
                  <a:pt x="466725" y="1485900"/>
                </a:lnTo>
                <a:lnTo>
                  <a:pt x="466725" y="1504950"/>
                </a:lnTo>
                <a:lnTo>
                  <a:pt x="476250" y="1504950"/>
                </a:lnTo>
                <a:lnTo>
                  <a:pt x="476250" y="1524000"/>
                </a:lnTo>
                <a:lnTo>
                  <a:pt x="485775" y="1524000"/>
                </a:lnTo>
                <a:lnTo>
                  <a:pt x="485775" y="1533525"/>
                </a:lnTo>
                <a:lnTo>
                  <a:pt x="495300" y="1533525"/>
                </a:lnTo>
                <a:lnTo>
                  <a:pt x="495300" y="1514475"/>
                </a:lnTo>
                <a:lnTo>
                  <a:pt x="552450" y="1514475"/>
                </a:lnTo>
                <a:lnTo>
                  <a:pt x="552450" y="1504950"/>
                </a:lnTo>
                <a:lnTo>
                  <a:pt x="561975" y="1504950"/>
                </a:lnTo>
                <a:lnTo>
                  <a:pt x="561975" y="1495425"/>
                </a:lnTo>
                <a:lnTo>
                  <a:pt x="533400" y="1495425"/>
                </a:lnTo>
                <a:lnTo>
                  <a:pt x="533400" y="1485900"/>
                </a:lnTo>
                <a:lnTo>
                  <a:pt x="581025" y="1485900"/>
                </a:lnTo>
                <a:lnTo>
                  <a:pt x="581025" y="1495425"/>
                </a:lnTo>
                <a:lnTo>
                  <a:pt x="600075" y="1495425"/>
                </a:lnTo>
                <a:lnTo>
                  <a:pt x="600075" y="1476375"/>
                </a:lnTo>
                <a:lnTo>
                  <a:pt x="609600" y="1476375"/>
                </a:lnTo>
                <a:lnTo>
                  <a:pt x="609600" y="1485900"/>
                </a:lnTo>
                <a:lnTo>
                  <a:pt x="619125" y="1485900"/>
                </a:lnTo>
                <a:lnTo>
                  <a:pt x="619125" y="1524000"/>
                </a:lnTo>
                <a:lnTo>
                  <a:pt x="609600" y="1524000"/>
                </a:lnTo>
                <a:lnTo>
                  <a:pt x="609600" y="1543050"/>
                </a:lnTo>
                <a:lnTo>
                  <a:pt x="600075" y="1543050"/>
                </a:lnTo>
                <a:lnTo>
                  <a:pt x="600075" y="1533525"/>
                </a:lnTo>
                <a:lnTo>
                  <a:pt x="581025" y="1533525"/>
                </a:lnTo>
                <a:lnTo>
                  <a:pt x="581025" y="1524000"/>
                </a:lnTo>
                <a:lnTo>
                  <a:pt x="561975" y="1524000"/>
                </a:lnTo>
                <a:lnTo>
                  <a:pt x="561975" y="1543050"/>
                </a:lnTo>
                <a:lnTo>
                  <a:pt x="590550" y="1543050"/>
                </a:lnTo>
                <a:lnTo>
                  <a:pt x="590550" y="1562100"/>
                </a:lnTo>
                <a:lnTo>
                  <a:pt x="581025" y="1562100"/>
                </a:lnTo>
                <a:lnTo>
                  <a:pt x="581025" y="1571625"/>
                </a:lnTo>
                <a:lnTo>
                  <a:pt x="571500" y="1571625"/>
                </a:lnTo>
                <a:lnTo>
                  <a:pt x="571500" y="1600200"/>
                </a:lnTo>
                <a:lnTo>
                  <a:pt x="581025" y="1600200"/>
                </a:lnTo>
                <a:lnTo>
                  <a:pt x="581025" y="1628775"/>
                </a:lnTo>
                <a:lnTo>
                  <a:pt x="571500" y="1628775"/>
                </a:lnTo>
                <a:lnTo>
                  <a:pt x="571500" y="1638300"/>
                </a:lnTo>
                <a:lnTo>
                  <a:pt x="542925" y="1638300"/>
                </a:lnTo>
                <a:lnTo>
                  <a:pt x="542925" y="1628775"/>
                </a:lnTo>
                <a:lnTo>
                  <a:pt x="533400" y="1628775"/>
                </a:lnTo>
                <a:lnTo>
                  <a:pt x="533400" y="1638300"/>
                </a:lnTo>
                <a:lnTo>
                  <a:pt x="523875" y="1638300"/>
                </a:lnTo>
                <a:lnTo>
                  <a:pt x="523875" y="1619250"/>
                </a:lnTo>
                <a:lnTo>
                  <a:pt x="533400" y="1619250"/>
                </a:lnTo>
                <a:lnTo>
                  <a:pt x="533400" y="1590675"/>
                </a:lnTo>
                <a:lnTo>
                  <a:pt x="542925" y="1590675"/>
                </a:lnTo>
                <a:lnTo>
                  <a:pt x="542925" y="1581150"/>
                </a:lnTo>
                <a:lnTo>
                  <a:pt x="533400" y="1581150"/>
                </a:lnTo>
                <a:lnTo>
                  <a:pt x="533400" y="1571625"/>
                </a:lnTo>
                <a:lnTo>
                  <a:pt x="542925" y="1571625"/>
                </a:lnTo>
                <a:lnTo>
                  <a:pt x="542925" y="1562100"/>
                </a:lnTo>
                <a:lnTo>
                  <a:pt x="552450" y="1562100"/>
                </a:lnTo>
                <a:lnTo>
                  <a:pt x="552450" y="1543050"/>
                </a:lnTo>
                <a:lnTo>
                  <a:pt x="542925" y="1543050"/>
                </a:lnTo>
                <a:lnTo>
                  <a:pt x="542925" y="1533525"/>
                </a:lnTo>
                <a:lnTo>
                  <a:pt x="533400" y="1533525"/>
                </a:lnTo>
                <a:lnTo>
                  <a:pt x="533400" y="1543050"/>
                </a:lnTo>
                <a:lnTo>
                  <a:pt x="504825" y="1543050"/>
                </a:lnTo>
                <a:lnTo>
                  <a:pt x="504825" y="1552575"/>
                </a:lnTo>
                <a:lnTo>
                  <a:pt x="485775" y="1552575"/>
                </a:lnTo>
                <a:lnTo>
                  <a:pt x="485775" y="1562100"/>
                </a:lnTo>
                <a:lnTo>
                  <a:pt x="457200" y="1562100"/>
                </a:lnTo>
                <a:lnTo>
                  <a:pt x="457200" y="1552575"/>
                </a:lnTo>
                <a:lnTo>
                  <a:pt x="438150" y="1552575"/>
                </a:lnTo>
                <a:lnTo>
                  <a:pt x="438150" y="1562100"/>
                </a:lnTo>
                <a:lnTo>
                  <a:pt x="428625" y="1562100"/>
                </a:lnTo>
                <a:lnTo>
                  <a:pt x="428625" y="1543050"/>
                </a:lnTo>
                <a:lnTo>
                  <a:pt x="438150" y="1543050"/>
                </a:lnTo>
                <a:lnTo>
                  <a:pt x="438150" y="1524000"/>
                </a:lnTo>
                <a:lnTo>
                  <a:pt x="428625" y="1524000"/>
                </a:lnTo>
                <a:lnTo>
                  <a:pt x="428625" y="1514475"/>
                </a:lnTo>
                <a:lnTo>
                  <a:pt x="409575" y="1514475"/>
                </a:lnTo>
                <a:lnTo>
                  <a:pt x="409575" y="1485900"/>
                </a:lnTo>
                <a:lnTo>
                  <a:pt x="419100" y="1485900"/>
                </a:lnTo>
                <a:close/>
                <a:moveTo>
                  <a:pt x="285750" y="1495425"/>
                </a:moveTo>
                <a:lnTo>
                  <a:pt x="314325" y="1495425"/>
                </a:lnTo>
                <a:lnTo>
                  <a:pt x="314325" y="1504950"/>
                </a:lnTo>
                <a:lnTo>
                  <a:pt x="304800" y="1504950"/>
                </a:lnTo>
                <a:lnTo>
                  <a:pt x="304800" y="1514475"/>
                </a:lnTo>
                <a:lnTo>
                  <a:pt x="285750" y="1514475"/>
                </a:lnTo>
                <a:lnTo>
                  <a:pt x="285750" y="1524000"/>
                </a:lnTo>
                <a:lnTo>
                  <a:pt x="276225" y="1524000"/>
                </a:lnTo>
                <a:lnTo>
                  <a:pt x="276225" y="1571625"/>
                </a:lnTo>
                <a:lnTo>
                  <a:pt x="266700" y="1571625"/>
                </a:lnTo>
                <a:lnTo>
                  <a:pt x="266700" y="1581150"/>
                </a:lnTo>
                <a:lnTo>
                  <a:pt x="257175" y="1581150"/>
                </a:lnTo>
                <a:lnTo>
                  <a:pt x="257175" y="1571625"/>
                </a:lnTo>
                <a:lnTo>
                  <a:pt x="247650" y="1571625"/>
                </a:lnTo>
                <a:lnTo>
                  <a:pt x="247650" y="1514475"/>
                </a:lnTo>
                <a:lnTo>
                  <a:pt x="266700" y="1514475"/>
                </a:lnTo>
                <a:lnTo>
                  <a:pt x="266700" y="1504950"/>
                </a:lnTo>
                <a:lnTo>
                  <a:pt x="285750" y="1504950"/>
                </a:lnTo>
                <a:close/>
                <a:moveTo>
                  <a:pt x="628650" y="1504950"/>
                </a:moveTo>
                <a:lnTo>
                  <a:pt x="638175" y="1504950"/>
                </a:lnTo>
                <a:lnTo>
                  <a:pt x="638175" y="1514475"/>
                </a:lnTo>
                <a:lnTo>
                  <a:pt x="628650" y="1514475"/>
                </a:lnTo>
                <a:close/>
                <a:moveTo>
                  <a:pt x="619125" y="1524000"/>
                </a:moveTo>
                <a:lnTo>
                  <a:pt x="628650" y="1524000"/>
                </a:lnTo>
                <a:lnTo>
                  <a:pt x="628650" y="1562100"/>
                </a:lnTo>
                <a:lnTo>
                  <a:pt x="638175" y="1562100"/>
                </a:lnTo>
                <a:lnTo>
                  <a:pt x="638175" y="1571625"/>
                </a:lnTo>
                <a:lnTo>
                  <a:pt x="619125" y="1571625"/>
                </a:lnTo>
                <a:close/>
                <a:moveTo>
                  <a:pt x="542925" y="1581150"/>
                </a:moveTo>
                <a:lnTo>
                  <a:pt x="561975" y="1581150"/>
                </a:lnTo>
                <a:lnTo>
                  <a:pt x="561975" y="1571625"/>
                </a:lnTo>
                <a:lnTo>
                  <a:pt x="542925" y="1571625"/>
                </a:lnTo>
                <a:close/>
                <a:moveTo>
                  <a:pt x="438150" y="1600200"/>
                </a:moveTo>
                <a:lnTo>
                  <a:pt x="447675" y="1600200"/>
                </a:lnTo>
                <a:lnTo>
                  <a:pt x="447675" y="1609725"/>
                </a:lnTo>
                <a:lnTo>
                  <a:pt x="457200" y="1609725"/>
                </a:lnTo>
                <a:lnTo>
                  <a:pt x="457200" y="1600200"/>
                </a:lnTo>
                <a:lnTo>
                  <a:pt x="476250" y="1600200"/>
                </a:lnTo>
                <a:lnTo>
                  <a:pt x="476250" y="1609725"/>
                </a:lnTo>
                <a:lnTo>
                  <a:pt x="485775" y="1609725"/>
                </a:lnTo>
                <a:lnTo>
                  <a:pt x="485775" y="1600200"/>
                </a:lnTo>
                <a:lnTo>
                  <a:pt x="495300" y="1600200"/>
                </a:lnTo>
                <a:lnTo>
                  <a:pt x="495300" y="1609725"/>
                </a:lnTo>
                <a:lnTo>
                  <a:pt x="485775" y="1609725"/>
                </a:lnTo>
                <a:lnTo>
                  <a:pt x="485775" y="1619250"/>
                </a:lnTo>
                <a:lnTo>
                  <a:pt x="457200" y="1619250"/>
                </a:lnTo>
                <a:lnTo>
                  <a:pt x="457200" y="1628775"/>
                </a:lnTo>
                <a:lnTo>
                  <a:pt x="447675" y="1628775"/>
                </a:lnTo>
                <a:lnTo>
                  <a:pt x="447675" y="1619250"/>
                </a:lnTo>
                <a:lnTo>
                  <a:pt x="438150" y="1619250"/>
                </a:lnTo>
                <a:close/>
                <a:moveTo>
                  <a:pt x="304800" y="1609725"/>
                </a:moveTo>
                <a:lnTo>
                  <a:pt x="314325" y="1609725"/>
                </a:lnTo>
                <a:lnTo>
                  <a:pt x="314325" y="1638300"/>
                </a:lnTo>
                <a:lnTo>
                  <a:pt x="304800" y="1638300"/>
                </a:lnTo>
                <a:lnTo>
                  <a:pt x="304800" y="1647825"/>
                </a:lnTo>
                <a:lnTo>
                  <a:pt x="323850" y="1647825"/>
                </a:lnTo>
                <a:lnTo>
                  <a:pt x="323850" y="1676400"/>
                </a:lnTo>
                <a:lnTo>
                  <a:pt x="333375" y="1676400"/>
                </a:lnTo>
                <a:lnTo>
                  <a:pt x="333375" y="1666875"/>
                </a:lnTo>
                <a:lnTo>
                  <a:pt x="342900" y="1666875"/>
                </a:lnTo>
                <a:lnTo>
                  <a:pt x="342900" y="1676400"/>
                </a:lnTo>
                <a:lnTo>
                  <a:pt x="371475" y="1676400"/>
                </a:lnTo>
                <a:lnTo>
                  <a:pt x="371475" y="1685925"/>
                </a:lnTo>
                <a:lnTo>
                  <a:pt x="381000" y="1685925"/>
                </a:lnTo>
                <a:lnTo>
                  <a:pt x="381000" y="1695450"/>
                </a:lnTo>
                <a:lnTo>
                  <a:pt x="390525" y="1695450"/>
                </a:lnTo>
                <a:lnTo>
                  <a:pt x="390525" y="1704975"/>
                </a:lnTo>
                <a:lnTo>
                  <a:pt x="419100" y="1704975"/>
                </a:lnTo>
                <a:lnTo>
                  <a:pt x="419100" y="1714500"/>
                </a:lnTo>
                <a:lnTo>
                  <a:pt x="438150" y="1714500"/>
                </a:lnTo>
                <a:lnTo>
                  <a:pt x="438150" y="1724025"/>
                </a:lnTo>
                <a:lnTo>
                  <a:pt x="428625" y="1724025"/>
                </a:lnTo>
                <a:lnTo>
                  <a:pt x="428625" y="1733550"/>
                </a:lnTo>
                <a:lnTo>
                  <a:pt x="457200" y="1733550"/>
                </a:lnTo>
                <a:lnTo>
                  <a:pt x="457200" y="1743075"/>
                </a:lnTo>
                <a:lnTo>
                  <a:pt x="409575" y="1743075"/>
                </a:lnTo>
                <a:lnTo>
                  <a:pt x="409575" y="1733550"/>
                </a:lnTo>
                <a:lnTo>
                  <a:pt x="371475" y="1733550"/>
                </a:lnTo>
                <a:lnTo>
                  <a:pt x="371475" y="1724025"/>
                </a:lnTo>
                <a:lnTo>
                  <a:pt x="381000" y="1724025"/>
                </a:lnTo>
                <a:lnTo>
                  <a:pt x="381000" y="1714500"/>
                </a:lnTo>
                <a:lnTo>
                  <a:pt x="361950" y="1714500"/>
                </a:lnTo>
                <a:lnTo>
                  <a:pt x="361950" y="1704975"/>
                </a:lnTo>
                <a:lnTo>
                  <a:pt x="352425" y="1704975"/>
                </a:lnTo>
                <a:lnTo>
                  <a:pt x="352425" y="1695450"/>
                </a:lnTo>
                <a:lnTo>
                  <a:pt x="342900" y="1695450"/>
                </a:lnTo>
                <a:lnTo>
                  <a:pt x="342900" y="1714500"/>
                </a:lnTo>
                <a:lnTo>
                  <a:pt x="333375" y="1714500"/>
                </a:lnTo>
                <a:lnTo>
                  <a:pt x="333375" y="1695450"/>
                </a:lnTo>
                <a:lnTo>
                  <a:pt x="285750" y="1695450"/>
                </a:lnTo>
                <a:lnTo>
                  <a:pt x="285750" y="1704975"/>
                </a:lnTo>
                <a:lnTo>
                  <a:pt x="276225" y="1704975"/>
                </a:lnTo>
                <a:lnTo>
                  <a:pt x="276225" y="1695450"/>
                </a:lnTo>
                <a:lnTo>
                  <a:pt x="257175" y="1695450"/>
                </a:lnTo>
                <a:lnTo>
                  <a:pt x="257175" y="1685925"/>
                </a:lnTo>
                <a:lnTo>
                  <a:pt x="276225" y="1685925"/>
                </a:lnTo>
                <a:lnTo>
                  <a:pt x="276225" y="1666875"/>
                </a:lnTo>
                <a:lnTo>
                  <a:pt x="257175" y="1666875"/>
                </a:lnTo>
                <a:lnTo>
                  <a:pt x="257175" y="1638300"/>
                </a:lnTo>
                <a:lnTo>
                  <a:pt x="266700" y="1638300"/>
                </a:lnTo>
                <a:lnTo>
                  <a:pt x="266700" y="1628775"/>
                </a:lnTo>
                <a:lnTo>
                  <a:pt x="276225" y="1628775"/>
                </a:lnTo>
                <a:lnTo>
                  <a:pt x="276225" y="1638300"/>
                </a:lnTo>
                <a:lnTo>
                  <a:pt x="285750" y="1638300"/>
                </a:lnTo>
                <a:lnTo>
                  <a:pt x="285750" y="1628775"/>
                </a:lnTo>
                <a:lnTo>
                  <a:pt x="295275" y="1628775"/>
                </a:lnTo>
                <a:lnTo>
                  <a:pt x="295275" y="1619250"/>
                </a:lnTo>
                <a:lnTo>
                  <a:pt x="304800" y="1619250"/>
                </a:lnTo>
                <a:close/>
                <a:moveTo>
                  <a:pt x="428625" y="1619250"/>
                </a:moveTo>
                <a:lnTo>
                  <a:pt x="438150" y="1619250"/>
                </a:lnTo>
                <a:lnTo>
                  <a:pt x="438150" y="1628775"/>
                </a:lnTo>
                <a:lnTo>
                  <a:pt x="447675" y="1628775"/>
                </a:lnTo>
                <a:lnTo>
                  <a:pt x="447675" y="1638300"/>
                </a:lnTo>
                <a:lnTo>
                  <a:pt x="457200" y="1638300"/>
                </a:lnTo>
                <a:lnTo>
                  <a:pt x="457200" y="1628775"/>
                </a:lnTo>
                <a:lnTo>
                  <a:pt x="466725" y="1628775"/>
                </a:lnTo>
                <a:lnTo>
                  <a:pt x="466725" y="1638300"/>
                </a:lnTo>
                <a:lnTo>
                  <a:pt x="485775" y="1638300"/>
                </a:lnTo>
                <a:lnTo>
                  <a:pt x="485775" y="1647825"/>
                </a:lnTo>
                <a:lnTo>
                  <a:pt x="476250" y="1647825"/>
                </a:lnTo>
                <a:lnTo>
                  <a:pt x="476250" y="1657350"/>
                </a:lnTo>
                <a:lnTo>
                  <a:pt x="485775" y="1657350"/>
                </a:lnTo>
                <a:lnTo>
                  <a:pt x="485775" y="1704975"/>
                </a:lnTo>
                <a:lnTo>
                  <a:pt x="476250" y="1704975"/>
                </a:lnTo>
                <a:lnTo>
                  <a:pt x="476250" y="1676400"/>
                </a:lnTo>
                <a:lnTo>
                  <a:pt x="466725" y="1676400"/>
                </a:lnTo>
                <a:lnTo>
                  <a:pt x="466725" y="1685925"/>
                </a:lnTo>
                <a:lnTo>
                  <a:pt x="457200" y="1685925"/>
                </a:lnTo>
                <a:lnTo>
                  <a:pt x="457200" y="1676400"/>
                </a:lnTo>
                <a:lnTo>
                  <a:pt x="447675" y="1676400"/>
                </a:lnTo>
                <a:lnTo>
                  <a:pt x="447675" y="1666875"/>
                </a:lnTo>
                <a:lnTo>
                  <a:pt x="438150" y="1666875"/>
                </a:lnTo>
                <a:lnTo>
                  <a:pt x="438150" y="1657350"/>
                </a:lnTo>
                <a:lnTo>
                  <a:pt x="428625" y="1657350"/>
                </a:lnTo>
                <a:lnTo>
                  <a:pt x="428625" y="1647825"/>
                </a:lnTo>
                <a:lnTo>
                  <a:pt x="419100" y="1647825"/>
                </a:lnTo>
                <a:lnTo>
                  <a:pt x="419100" y="1638300"/>
                </a:lnTo>
                <a:lnTo>
                  <a:pt x="428625" y="1638300"/>
                </a:lnTo>
                <a:close/>
                <a:moveTo>
                  <a:pt x="514350" y="1704975"/>
                </a:moveTo>
                <a:lnTo>
                  <a:pt x="523875" y="1704975"/>
                </a:lnTo>
                <a:lnTo>
                  <a:pt x="523875" y="1714500"/>
                </a:lnTo>
                <a:lnTo>
                  <a:pt x="542925" y="1714500"/>
                </a:lnTo>
                <a:lnTo>
                  <a:pt x="542925" y="1724025"/>
                </a:lnTo>
                <a:lnTo>
                  <a:pt x="561975" y="1724025"/>
                </a:lnTo>
                <a:lnTo>
                  <a:pt x="561975" y="1733550"/>
                </a:lnTo>
                <a:lnTo>
                  <a:pt x="523875" y="1733550"/>
                </a:lnTo>
                <a:lnTo>
                  <a:pt x="523875" y="1724025"/>
                </a:lnTo>
                <a:lnTo>
                  <a:pt x="514350" y="1724025"/>
                </a:lnTo>
                <a:close/>
                <a:moveTo>
                  <a:pt x="323850" y="1724025"/>
                </a:moveTo>
                <a:lnTo>
                  <a:pt x="342900" y="1724025"/>
                </a:lnTo>
                <a:lnTo>
                  <a:pt x="342900" y="1733550"/>
                </a:lnTo>
                <a:lnTo>
                  <a:pt x="323850" y="1733550"/>
                </a:lnTo>
                <a:close/>
                <a:moveTo>
                  <a:pt x="638175" y="1724025"/>
                </a:moveTo>
                <a:lnTo>
                  <a:pt x="647700" y="1724025"/>
                </a:lnTo>
                <a:lnTo>
                  <a:pt x="647700" y="1733550"/>
                </a:lnTo>
                <a:lnTo>
                  <a:pt x="638175" y="1733550"/>
                </a:lnTo>
                <a:close/>
                <a:moveTo>
                  <a:pt x="514350" y="1733550"/>
                </a:moveTo>
                <a:lnTo>
                  <a:pt x="523875" y="1733550"/>
                </a:lnTo>
                <a:lnTo>
                  <a:pt x="523875" y="1743075"/>
                </a:lnTo>
                <a:lnTo>
                  <a:pt x="514350" y="1743075"/>
                </a:lnTo>
                <a:close/>
              </a:path>
            </a:pathLst>
          </a:custGeom>
          <a:solidFill xmlns:a="http://schemas.openxmlformats.org/drawingml/2006/main">
            <a:srgbClr val="244C39"/>
          </a:solidFill>
          <a:ln xmlns:a="http://schemas.openxmlformats.org/drawingml/2006/main" w="0">
            <a:noFill/>
          </a:ln>
        </p:spPr>
      </p:sp>
      <p:sp>
        <p:nvSpPr>
          <p:cNvPr id="69" name="turno2 vector #224634">
            <a:extLst xmlns:a="http://schemas.openxmlformats.org/drawingml/2006/main">
              <a:ext uri="{FF2B5EF4-FFF2-40B4-BE49-F238E27FC236}">
                <a16:creationId xmlns:a16="http://schemas.microsoft.com/office/drawing/2014/main" id="{5979FC64-786B-4F36-8626-B195D6C1AC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86975" y="2514600"/>
            <a:ext cx="1828800" cy="2724150"/>
          </a:xfrm>
          <a:custGeom xmlns:a="http://schemas.openxmlformats.org/drawingml/2006/main">
            <a:pathLst>
              <a:path w="1181100" h="1762125">
                <a:moveTo>
                  <a:pt x="609600" y="47625"/>
                </a:moveTo>
                <a:lnTo>
                  <a:pt x="628650" y="47625"/>
                </a:lnTo>
                <a:lnTo>
                  <a:pt x="628650" y="57150"/>
                </a:lnTo>
                <a:lnTo>
                  <a:pt x="609600" y="57150"/>
                </a:lnTo>
                <a:close/>
                <a:moveTo>
                  <a:pt x="552450" y="57150"/>
                </a:moveTo>
                <a:lnTo>
                  <a:pt x="561975" y="57150"/>
                </a:lnTo>
                <a:lnTo>
                  <a:pt x="561975" y="66675"/>
                </a:lnTo>
                <a:lnTo>
                  <a:pt x="552450" y="66675"/>
                </a:lnTo>
                <a:close/>
                <a:moveTo>
                  <a:pt x="800100" y="66675"/>
                </a:moveTo>
                <a:lnTo>
                  <a:pt x="809625" y="66675"/>
                </a:lnTo>
                <a:lnTo>
                  <a:pt x="809625" y="76200"/>
                </a:lnTo>
                <a:lnTo>
                  <a:pt x="800100" y="76200"/>
                </a:lnTo>
                <a:close/>
                <a:moveTo>
                  <a:pt x="638175" y="76200"/>
                </a:moveTo>
                <a:lnTo>
                  <a:pt x="695325" y="76200"/>
                </a:lnTo>
                <a:lnTo>
                  <a:pt x="695325" y="85725"/>
                </a:lnTo>
                <a:lnTo>
                  <a:pt x="704850" y="85725"/>
                </a:lnTo>
                <a:lnTo>
                  <a:pt x="704850" y="123825"/>
                </a:lnTo>
                <a:lnTo>
                  <a:pt x="685800" y="123825"/>
                </a:lnTo>
                <a:lnTo>
                  <a:pt x="685800" y="114300"/>
                </a:lnTo>
                <a:lnTo>
                  <a:pt x="666750" y="114300"/>
                </a:lnTo>
                <a:lnTo>
                  <a:pt x="666750" y="104775"/>
                </a:lnTo>
                <a:lnTo>
                  <a:pt x="657225" y="104775"/>
                </a:lnTo>
                <a:lnTo>
                  <a:pt x="657225" y="95250"/>
                </a:lnTo>
                <a:lnTo>
                  <a:pt x="647700" y="95250"/>
                </a:lnTo>
                <a:lnTo>
                  <a:pt x="647700" y="85725"/>
                </a:lnTo>
                <a:lnTo>
                  <a:pt x="638175" y="85725"/>
                </a:lnTo>
                <a:close/>
                <a:moveTo>
                  <a:pt x="838200" y="76200"/>
                </a:moveTo>
                <a:lnTo>
                  <a:pt x="857250" y="76200"/>
                </a:lnTo>
                <a:lnTo>
                  <a:pt x="857250" y="104775"/>
                </a:lnTo>
                <a:lnTo>
                  <a:pt x="847725" y="104775"/>
                </a:lnTo>
                <a:lnTo>
                  <a:pt x="847725" y="114300"/>
                </a:lnTo>
                <a:lnTo>
                  <a:pt x="838200" y="114300"/>
                </a:lnTo>
                <a:lnTo>
                  <a:pt x="838200" y="123825"/>
                </a:lnTo>
                <a:lnTo>
                  <a:pt x="809625" y="123825"/>
                </a:lnTo>
                <a:lnTo>
                  <a:pt x="809625" y="114300"/>
                </a:lnTo>
                <a:lnTo>
                  <a:pt x="819150" y="114300"/>
                </a:lnTo>
                <a:lnTo>
                  <a:pt x="819150" y="104775"/>
                </a:lnTo>
                <a:lnTo>
                  <a:pt x="828675" y="104775"/>
                </a:lnTo>
                <a:lnTo>
                  <a:pt x="828675" y="95250"/>
                </a:lnTo>
                <a:lnTo>
                  <a:pt x="838200" y="95250"/>
                </a:lnTo>
                <a:close/>
                <a:moveTo>
                  <a:pt x="438150" y="104775"/>
                </a:moveTo>
                <a:lnTo>
                  <a:pt x="447675" y="104775"/>
                </a:lnTo>
                <a:lnTo>
                  <a:pt x="447675" y="114300"/>
                </a:lnTo>
                <a:lnTo>
                  <a:pt x="457200" y="114300"/>
                </a:lnTo>
                <a:lnTo>
                  <a:pt x="457200" y="133350"/>
                </a:lnTo>
                <a:lnTo>
                  <a:pt x="447675" y="133350"/>
                </a:lnTo>
                <a:lnTo>
                  <a:pt x="447675" y="142875"/>
                </a:lnTo>
                <a:lnTo>
                  <a:pt x="438150" y="142875"/>
                </a:lnTo>
                <a:close/>
                <a:moveTo>
                  <a:pt x="600075" y="180975"/>
                </a:moveTo>
                <a:lnTo>
                  <a:pt x="609600" y="180975"/>
                </a:lnTo>
                <a:lnTo>
                  <a:pt x="609600" y="200025"/>
                </a:lnTo>
                <a:lnTo>
                  <a:pt x="628650" y="200025"/>
                </a:lnTo>
                <a:lnTo>
                  <a:pt x="628650" y="209550"/>
                </a:lnTo>
                <a:lnTo>
                  <a:pt x="590550" y="209550"/>
                </a:lnTo>
                <a:lnTo>
                  <a:pt x="590550" y="200025"/>
                </a:lnTo>
                <a:lnTo>
                  <a:pt x="600075" y="200025"/>
                </a:lnTo>
                <a:close/>
                <a:moveTo>
                  <a:pt x="266700" y="209550"/>
                </a:moveTo>
                <a:lnTo>
                  <a:pt x="285750" y="209550"/>
                </a:lnTo>
                <a:lnTo>
                  <a:pt x="285750" y="228600"/>
                </a:lnTo>
                <a:lnTo>
                  <a:pt x="276225" y="228600"/>
                </a:lnTo>
                <a:lnTo>
                  <a:pt x="276225" y="238125"/>
                </a:lnTo>
                <a:lnTo>
                  <a:pt x="257175" y="238125"/>
                </a:lnTo>
                <a:lnTo>
                  <a:pt x="257175" y="219075"/>
                </a:lnTo>
                <a:lnTo>
                  <a:pt x="266700" y="219075"/>
                </a:lnTo>
                <a:close/>
                <a:moveTo>
                  <a:pt x="895350" y="209550"/>
                </a:moveTo>
                <a:lnTo>
                  <a:pt x="933450" y="209550"/>
                </a:lnTo>
                <a:lnTo>
                  <a:pt x="933450" y="219075"/>
                </a:lnTo>
                <a:lnTo>
                  <a:pt x="895350" y="219075"/>
                </a:lnTo>
                <a:close/>
                <a:moveTo>
                  <a:pt x="866775" y="219075"/>
                </a:moveTo>
                <a:lnTo>
                  <a:pt x="876300" y="219075"/>
                </a:lnTo>
                <a:lnTo>
                  <a:pt x="876300" y="228600"/>
                </a:lnTo>
                <a:lnTo>
                  <a:pt x="866775" y="228600"/>
                </a:lnTo>
                <a:close/>
                <a:moveTo>
                  <a:pt x="933450" y="219075"/>
                </a:moveTo>
                <a:lnTo>
                  <a:pt x="962025" y="219075"/>
                </a:lnTo>
                <a:lnTo>
                  <a:pt x="962025" y="228600"/>
                </a:lnTo>
                <a:lnTo>
                  <a:pt x="971550" y="228600"/>
                </a:lnTo>
                <a:lnTo>
                  <a:pt x="971550" y="295275"/>
                </a:lnTo>
                <a:lnTo>
                  <a:pt x="933450" y="295275"/>
                </a:lnTo>
                <a:lnTo>
                  <a:pt x="933450" y="276225"/>
                </a:lnTo>
                <a:lnTo>
                  <a:pt x="942975" y="276225"/>
                </a:lnTo>
                <a:lnTo>
                  <a:pt x="942975" y="228600"/>
                </a:lnTo>
                <a:lnTo>
                  <a:pt x="933450" y="228600"/>
                </a:lnTo>
                <a:close/>
                <a:moveTo>
                  <a:pt x="323850" y="228600"/>
                </a:moveTo>
                <a:lnTo>
                  <a:pt x="333375" y="228600"/>
                </a:lnTo>
                <a:lnTo>
                  <a:pt x="333375" y="257175"/>
                </a:lnTo>
                <a:lnTo>
                  <a:pt x="314325" y="257175"/>
                </a:lnTo>
                <a:lnTo>
                  <a:pt x="314325" y="247650"/>
                </a:lnTo>
                <a:lnTo>
                  <a:pt x="323850" y="247650"/>
                </a:lnTo>
                <a:close/>
                <a:moveTo>
                  <a:pt x="457200" y="247650"/>
                </a:moveTo>
                <a:lnTo>
                  <a:pt x="476250" y="247650"/>
                </a:lnTo>
                <a:lnTo>
                  <a:pt x="476250" y="266700"/>
                </a:lnTo>
                <a:lnTo>
                  <a:pt x="447675" y="266700"/>
                </a:lnTo>
                <a:lnTo>
                  <a:pt x="447675" y="285750"/>
                </a:lnTo>
                <a:lnTo>
                  <a:pt x="438150" y="285750"/>
                </a:lnTo>
                <a:lnTo>
                  <a:pt x="438150" y="295275"/>
                </a:lnTo>
                <a:lnTo>
                  <a:pt x="428625" y="295275"/>
                </a:lnTo>
                <a:lnTo>
                  <a:pt x="428625" y="266700"/>
                </a:lnTo>
                <a:lnTo>
                  <a:pt x="438150" y="266700"/>
                </a:lnTo>
                <a:lnTo>
                  <a:pt x="438150" y="257175"/>
                </a:lnTo>
                <a:lnTo>
                  <a:pt x="457200" y="257175"/>
                </a:lnTo>
                <a:close/>
                <a:moveTo>
                  <a:pt x="609600" y="247650"/>
                </a:moveTo>
                <a:lnTo>
                  <a:pt x="619125" y="247650"/>
                </a:lnTo>
                <a:lnTo>
                  <a:pt x="619125" y="257175"/>
                </a:lnTo>
                <a:lnTo>
                  <a:pt x="628650" y="257175"/>
                </a:lnTo>
                <a:lnTo>
                  <a:pt x="628650" y="266700"/>
                </a:lnTo>
                <a:lnTo>
                  <a:pt x="600075" y="266700"/>
                </a:lnTo>
                <a:lnTo>
                  <a:pt x="600075" y="257175"/>
                </a:lnTo>
                <a:lnTo>
                  <a:pt x="609600" y="257175"/>
                </a:lnTo>
                <a:close/>
                <a:moveTo>
                  <a:pt x="762000" y="276225"/>
                </a:moveTo>
                <a:lnTo>
                  <a:pt x="781050" y="276225"/>
                </a:lnTo>
                <a:lnTo>
                  <a:pt x="781050" y="295275"/>
                </a:lnTo>
                <a:lnTo>
                  <a:pt x="771525" y="295275"/>
                </a:lnTo>
                <a:lnTo>
                  <a:pt x="771525" y="304800"/>
                </a:lnTo>
                <a:lnTo>
                  <a:pt x="752475" y="304800"/>
                </a:lnTo>
                <a:lnTo>
                  <a:pt x="752475" y="295275"/>
                </a:lnTo>
                <a:lnTo>
                  <a:pt x="762000" y="295275"/>
                </a:lnTo>
                <a:close/>
                <a:moveTo>
                  <a:pt x="504825" y="285750"/>
                </a:moveTo>
                <a:lnTo>
                  <a:pt x="514350" y="285750"/>
                </a:lnTo>
                <a:lnTo>
                  <a:pt x="514350" y="304800"/>
                </a:lnTo>
                <a:lnTo>
                  <a:pt x="504825" y="304800"/>
                </a:lnTo>
                <a:close/>
                <a:moveTo>
                  <a:pt x="914400" y="295275"/>
                </a:moveTo>
                <a:lnTo>
                  <a:pt x="933450" y="295275"/>
                </a:lnTo>
                <a:lnTo>
                  <a:pt x="933450" y="304800"/>
                </a:lnTo>
                <a:lnTo>
                  <a:pt x="914400" y="304800"/>
                </a:lnTo>
                <a:close/>
                <a:moveTo>
                  <a:pt x="485775" y="304800"/>
                </a:moveTo>
                <a:lnTo>
                  <a:pt x="504825" y="304800"/>
                </a:lnTo>
                <a:lnTo>
                  <a:pt x="504825" y="333375"/>
                </a:lnTo>
                <a:lnTo>
                  <a:pt x="495300" y="333375"/>
                </a:lnTo>
                <a:lnTo>
                  <a:pt x="495300" y="342900"/>
                </a:lnTo>
                <a:lnTo>
                  <a:pt x="476250" y="342900"/>
                </a:lnTo>
                <a:lnTo>
                  <a:pt x="476250" y="323850"/>
                </a:lnTo>
                <a:lnTo>
                  <a:pt x="485775" y="323850"/>
                </a:lnTo>
                <a:close/>
                <a:moveTo>
                  <a:pt x="742950" y="304800"/>
                </a:moveTo>
                <a:lnTo>
                  <a:pt x="752475" y="304800"/>
                </a:lnTo>
                <a:lnTo>
                  <a:pt x="752475" y="323850"/>
                </a:lnTo>
                <a:lnTo>
                  <a:pt x="742950" y="323850"/>
                </a:lnTo>
                <a:close/>
                <a:moveTo>
                  <a:pt x="876300" y="314325"/>
                </a:moveTo>
                <a:lnTo>
                  <a:pt x="885825" y="314325"/>
                </a:lnTo>
                <a:lnTo>
                  <a:pt x="885825" y="333375"/>
                </a:lnTo>
                <a:lnTo>
                  <a:pt x="876300" y="333375"/>
                </a:lnTo>
                <a:close/>
                <a:moveTo>
                  <a:pt x="180975" y="333375"/>
                </a:moveTo>
                <a:lnTo>
                  <a:pt x="190500" y="333375"/>
                </a:lnTo>
                <a:lnTo>
                  <a:pt x="190500" y="342900"/>
                </a:lnTo>
                <a:lnTo>
                  <a:pt x="180975" y="342900"/>
                </a:lnTo>
                <a:close/>
                <a:moveTo>
                  <a:pt x="1076325" y="333375"/>
                </a:moveTo>
                <a:lnTo>
                  <a:pt x="1085850" y="333375"/>
                </a:lnTo>
                <a:lnTo>
                  <a:pt x="1085850" y="342900"/>
                </a:lnTo>
                <a:lnTo>
                  <a:pt x="1076325" y="342900"/>
                </a:lnTo>
                <a:close/>
                <a:moveTo>
                  <a:pt x="847725" y="371475"/>
                </a:moveTo>
                <a:lnTo>
                  <a:pt x="866775" y="371475"/>
                </a:lnTo>
                <a:lnTo>
                  <a:pt x="866775" y="381000"/>
                </a:lnTo>
                <a:lnTo>
                  <a:pt x="847725" y="381000"/>
                </a:lnTo>
                <a:close/>
                <a:moveTo>
                  <a:pt x="495300" y="381000"/>
                </a:moveTo>
                <a:lnTo>
                  <a:pt x="504825" y="381000"/>
                </a:lnTo>
                <a:lnTo>
                  <a:pt x="504825" y="400050"/>
                </a:lnTo>
                <a:lnTo>
                  <a:pt x="495300" y="400050"/>
                </a:lnTo>
                <a:close/>
                <a:moveTo>
                  <a:pt x="28575" y="428625"/>
                </a:moveTo>
                <a:lnTo>
                  <a:pt x="38100" y="428625"/>
                </a:lnTo>
                <a:lnTo>
                  <a:pt x="38100" y="457200"/>
                </a:lnTo>
                <a:lnTo>
                  <a:pt x="28575" y="457200"/>
                </a:lnTo>
                <a:close/>
                <a:moveTo>
                  <a:pt x="238125" y="438150"/>
                </a:moveTo>
                <a:lnTo>
                  <a:pt x="247650" y="438150"/>
                </a:lnTo>
                <a:lnTo>
                  <a:pt x="247650" y="466725"/>
                </a:lnTo>
                <a:lnTo>
                  <a:pt x="238125" y="466725"/>
                </a:lnTo>
                <a:close/>
                <a:moveTo>
                  <a:pt x="333375" y="438150"/>
                </a:moveTo>
                <a:lnTo>
                  <a:pt x="342900" y="438150"/>
                </a:lnTo>
                <a:lnTo>
                  <a:pt x="342900" y="466725"/>
                </a:lnTo>
                <a:lnTo>
                  <a:pt x="333375" y="466725"/>
                </a:lnTo>
                <a:lnTo>
                  <a:pt x="333375" y="457200"/>
                </a:lnTo>
                <a:lnTo>
                  <a:pt x="323850" y="457200"/>
                </a:lnTo>
                <a:lnTo>
                  <a:pt x="323850" y="447675"/>
                </a:lnTo>
                <a:lnTo>
                  <a:pt x="333375" y="447675"/>
                </a:lnTo>
                <a:close/>
                <a:moveTo>
                  <a:pt x="609600" y="438150"/>
                </a:moveTo>
                <a:lnTo>
                  <a:pt x="638175" y="438150"/>
                </a:lnTo>
                <a:lnTo>
                  <a:pt x="638175" y="447675"/>
                </a:lnTo>
                <a:lnTo>
                  <a:pt x="628650" y="447675"/>
                </a:lnTo>
                <a:lnTo>
                  <a:pt x="628650" y="457200"/>
                </a:lnTo>
                <a:lnTo>
                  <a:pt x="609600" y="457200"/>
                </a:lnTo>
                <a:lnTo>
                  <a:pt x="609600" y="466725"/>
                </a:lnTo>
                <a:lnTo>
                  <a:pt x="590550" y="466725"/>
                </a:lnTo>
                <a:lnTo>
                  <a:pt x="590550" y="447675"/>
                </a:lnTo>
                <a:lnTo>
                  <a:pt x="609600" y="447675"/>
                </a:lnTo>
                <a:close/>
                <a:moveTo>
                  <a:pt x="952500" y="457200"/>
                </a:moveTo>
                <a:lnTo>
                  <a:pt x="1000125" y="457200"/>
                </a:lnTo>
                <a:lnTo>
                  <a:pt x="1000125" y="466725"/>
                </a:lnTo>
                <a:lnTo>
                  <a:pt x="1009650" y="466725"/>
                </a:lnTo>
                <a:lnTo>
                  <a:pt x="1009650" y="485775"/>
                </a:lnTo>
                <a:lnTo>
                  <a:pt x="1019175" y="485775"/>
                </a:lnTo>
                <a:lnTo>
                  <a:pt x="1019175" y="504825"/>
                </a:lnTo>
                <a:lnTo>
                  <a:pt x="1009650" y="504825"/>
                </a:lnTo>
                <a:lnTo>
                  <a:pt x="1009650" y="514350"/>
                </a:lnTo>
                <a:lnTo>
                  <a:pt x="1000125" y="514350"/>
                </a:lnTo>
                <a:lnTo>
                  <a:pt x="1000125" y="485775"/>
                </a:lnTo>
                <a:lnTo>
                  <a:pt x="990600" y="485775"/>
                </a:lnTo>
                <a:lnTo>
                  <a:pt x="990600" y="476250"/>
                </a:lnTo>
                <a:lnTo>
                  <a:pt x="952500" y="476250"/>
                </a:lnTo>
                <a:close/>
                <a:moveTo>
                  <a:pt x="390525" y="466725"/>
                </a:moveTo>
                <a:lnTo>
                  <a:pt x="409575" y="466725"/>
                </a:lnTo>
                <a:lnTo>
                  <a:pt x="409575" y="476250"/>
                </a:lnTo>
                <a:lnTo>
                  <a:pt x="400050" y="476250"/>
                </a:lnTo>
                <a:lnTo>
                  <a:pt x="400050" y="504825"/>
                </a:lnTo>
                <a:lnTo>
                  <a:pt x="390525" y="504825"/>
                </a:lnTo>
                <a:lnTo>
                  <a:pt x="390525" y="495300"/>
                </a:lnTo>
                <a:lnTo>
                  <a:pt x="381000" y="495300"/>
                </a:lnTo>
                <a:lnTo>
                  <a:pt x="381000" y="476250"/>
                </a:lnTo>
                <a:lnTo>
                  <a:pt x="390525" y="476250"/>
                </a:lnTo>
                <a:close/>
                <a:moveTo>
                  <a:pt x="790575" y="466725"/>
                </a:moveTo>
                <a:lnTo>
                  <a:pt x="819150" y="466725"/>
                </a:lnTo>
                <a:lnTo>
                  <a:pt x="819150" y="476250"/>
                </a:lnTo>
                <a:lnTo>
                  <a:pt x="809625" y="476250"/>
                </a:lnTo>
                <a:lnTo>
                  <a:pt x="809625" y="495300"/>
                </a:lnTo>
                <a:lnTo>
                  <a:pt x="800100" y="495300"/>
                </a:lnTo>
                <a:lnTo>
                  <a:pt x="800100" y="476250"/>
                </a:lnTo>
                <a:lnTo>
                  <a:pt x="790575" y="476250"/>
                </a:lnTo>
                <a:close/>
                <a:moveTo>
                  <a:pt x="28575" y="485775"/>
                </a:moveTo>
                <a:lnTo>
                  <a:pt x="47625" y="485775"/>
                </a:lnTo>
                <a:lnTo>
                  <a:pt x="47625" y="495300"/>
                </a:lnTo>
                <a:lnTo>
                  <a:pt x="38100" y="495300"/>
                </a:lnTo>
                <a:lnTo>
                  <a:pt x="38100" y="504825"/>
                </a:lnTo>
                <a:lnTo>
                  <a:pt x="9525" y="504825"/>
                </a:lnTo>
                <a:lnTo>
                  <a:pt x="9525" y="495300"/>
                </a:lnTo>
                <a:lnTo>
                  <a:pt x="28575" y="495300"/>
                </a:lnTo>
                <a:close/>
                <a:moveTo>
                  <a:pt x="514350" y="514350"/>
                </a:moveTo>
                <a:lnTo>
                  <a:pt x="552450" y="514350"/>
                </a:lnTo>
                <a:lnTo>
                  <a:pt x="552450" y="523875"/>
                </a:lnTo>
                <a:lnTo>
                  <a:pt x="561975" y="523875"/>
                </a:lnTo>
                <a:lnTo>
                  <a:pt x="561975" y="542925"/>
                </a:lnTo>
                <a:lnTo>
                  <a:pt x="590550" y="542925"/>
                </a:lnTo>
                <a:lnTo>
                  <a:pt x="590550" y="533400"/>
                </a:lnTo>
                <a:lnTo>
                  <a:pt x="600075" y="533400"/>
                </a:lnTo>
                <a:lnTo>
                  <a:pt x="600075" y="571500"/>
                </a:lnTo>
                <a:lnTo>
                  <a:pt x="590550" y="571500"/>
                </a:lnTo>
                <a:lnTo>
                  <a:pt x="590550" y="590550"/>
                </a:lnTo>
                <a:lnTo>
                  <a:pt x="571500" y="590550"/>
                </a:lnTo>
                <a:lnTo>
                  <a:pt x="571500" y="581025"/>
                </a:lnTo>
                <a:lnTo>
                  <a:pt x="552450" y="581025"/>
                </a:lnTo>
                <a:lnTo>
                  <a:pt x="552450" y="571500"/>
                </a:lnTo>
                <a:lnTo>
                  <a:pt x="514350" y="571500"/>
                </a:lnTo>
                <a:close/>
                <a:moveTo>
                  <a:pt x="38100" y="523875"/>
                </a:moveTo>
                <a:lnTo>
                  <a:pt x="47625" y="523875"/>
                </a:lnTo>
                <a:lnTo>
                  <a:pt x="47625" y="533400"/>
                </a:lnTo>
                <a:lnTo>
                  <a:pt x="38100" y="533400"/>
                </a:lnTo>
                <a:close/>
                <a:moveTo>
                  <a:pt x="409575" y="523875"/>
                </a:moveTo>
                <a:lnTo>
                  <a:pt x="419100" y="523875"/>
                </a:lnTo>
                <a:lnTo>
                  <a:pt x="419100" y="542925"/>
                </a:lnTo>
                <a:lnTo>
                  <a:pt x="409575" y="542925"/>
                </a:lnTo>
                <a:close/>
                <a:moveTo>
                  <a:pt x="942975" y="523875"/>
                </a:moveTo>
                <a:lnTo>
                  <a:pt x="962025" y="523875"/>
                </a:lnTo>
                <a:lnTo>
                  <a:pt x="962025" y="542925"/>
                </a:lnTo>
                <a:lnTo>
                  <a:pt x="933450" y="542925"/>
                </a:lnTo>
                <a:lnTo>
                  <a:pt x="933450" y="533400"/>
                </a:lnTo>
                <a:lnTo>
                  <a:pt x="942975" y="533400"/>
                </a:lnTo>
                <a:close/>
                <a:moveTo>
                  <a:pt x="28575" y="542925"/>
                </a:moveTo>
                <a:lnTo>
                  <a:pt x="38100" y="542925"/>
                </a:lnTo>
                <a:lnTo>
                  <a:pt x="38100" y="552450"/>
                </a:lnTo>
                <a:lnTo>
                  <a:pt x="57150" y="552450"/>
                </a:lnTo>
                <a:lnTo>
                  <a:pt x="57150" y="561975"/>
                </a:lnTo>
                <a:lnTo>
                  <a:pt x="66675" y="561975"/>
                </a:lnTo>
                <a:lnTo>
                  <a:pt x="66675" y="552450"/>
                </a:lnTo>
                <a:lnTo>
                  <a:pt x="76200" y="552450"/>
                </a:lnTo>
                <a:lnTo>
                  <a:pt x="76200" y="571500"/>
                </a:lnTo>
                <a:lnTo>
                  <a:pt x="66675" y="571500"/>
                </a:lnTo>
                <a:lnTo>
                  <a:pt x="66675" y="581025"/>
                </a:lnTo>
                <a:lnTo>
                  <a:pt x="47625" y="581025"/>
                </a:lnTo>
                <a:lnTo>
                  <a:pt x="47625" y="571500"/>
                </a:lnTo>
                <a:lnTo>
                  <a:pt x="38100" y="571500"/>
                </a:lnTo>
                <a:lnTo>
                  <a:pt x="38100" y="561975"/>
                </a:lnTo>
                <a:lnTo>
                  <a:pt x="28575" y="561975"/>
                </a:lnTo>
                <a:close/>
                <a:moveTo>
                  <a:pt x="114300" y="552450"/>
                </a:moveTo>
                <a:lnTo>
                  <a:pt x="123825" y="552450"/>
                </a:lnTo>
                <a:lnTo>
                  <a:pt x="123825" y="581025"/>
                </a:lnTo>
                <a:lnTo>
                  <a:pt x="114300" y="581025"/>
                </a:lnTo>
                <a:close/>
                <a:moveTo>
                  <a:pt x="904875" y="561975"/>
                </a:moveTo>
                <a:lnTo>
                  <a:pt x="914400" y="561975"/>
                </a:lnTo>
                <a:lnTo>
                  <a:pt x="914400" y="581025"/>
                </a:lnTo>
                <a:lnTo>
                  <a:pt x="904875" y="581025"/>
                </a:lnTo>
                <a:close/>
                <a:moveTo>
                  <a:pt x="95250" y="571500"/>
                </a:moveTo>
                <a:lnTo>
                  <a:pt x="104775" y="571500"/>
                </a:lnTo>
                <a:lnTo>
                  <a:pt x="104775" y="590550"/>
                </a:lnTo>
                <a:lnTo>
                  <a:pt x="95250" y="590550"/>
                </a:lnTo>
                <a:close/>
                <a:moveTo>
                  <a:pt x="0" y="581025"/>
                </a:moveTo>
                <a:lnTo>
                  <a:pt x="9525" y="581025"/>
                </a:lnTo>
                <a:lnTo>
                  <a:pt x="9525" y="600075"/>
                </a:lnTo>
                <a:lnTo>
                  <a:pt x="0" y="600075"/>
                </a:lnTo>
                <a:close/>
                <a:moveTo>
                  <a:pt x="523875" y="590550"/>
                </a:moveTo>
                <a:lnTo>
                  <a:pt x="533400" y="590550"/>
                </a:lnTo>
                <a:lnTo>
                  <a:pt x="533400" y="600075"/>
                </a:lnTo>
                <a:lnTo>
                  <a:pt x="523875" y="600075"/>
                </a:lnTo>
                <a:close/>
                <a:moveTo>
                  <a:pt x="38100" y="609600"/>
                </a:moveTo>
                <a:lnTo>
                  <a:pt x="47625" y="609600"/>
                </a:lnTo>
                <a:lnTo>
                  <a:pt x="47625" y="619125"/>
                </a:lnTo>
                <a:lnTo>
                  <a:pt x="38100" y="619125"/>
                </a:lnTo>
                <a:close/>
                <a:moveTo>
                  <a:pt x="0" y="628650"/>
                </a:moveTo>
                <a:lnTo>
                  <a:pt x="28575" y="628650"/>
                </a:lnTo>
                <a:lnTo>
                  <a:pt x="28575" y="647700"/>
                </a:lnTo>
                <a:lnTo>
                  <a:pt x="0" y="647700"/>
                </a:lnTo>
                <a:close/>
                <a:moveTo>
                  <a:pt x="38100" y="628650"/>
                </a:moveTo>
                <a:lnTo>
                  <a:pt x="47625" y="628650"/>
                </a:lnTo>
                <a:lnTo>
                  <a:pt x="47625" y="638175"/>
                </a:lnTo>
                <a:lnTo>
                  <a:pt x="38100" y="638175"/>
                </a:lnTo>
                <a:close/>
                <a:moveTo>
                  <a:pt x="352425" y="752475"/>
                </a:moveTo>
                <a:lnTo>
                  <a:pt x="371475" y="752475"/>
                </a:lnTo>
                <a:lnTo>
                  <a:pt x="371475" y="762000"/>
                </a:lnTo>
                <a:lnTo>
                  <a:pt x="381000" y="762000"/>
                </a:lnTo>
                <a:lnTo>
                  <a:pt x="381000" y="771525"/>
                </a:lnTo>
                <a:lnTo>
                  <a:pt x="361950" y="771525"/>
                </a:lnTo>
                <a:lnTo>
                  <a:pt x="361950" y="790575"/>
                </a:lnTo>
                <a:lnTo>
                  <a:pt x="352425" y="790575"/>
                </a:lnTo>
                <a:lnTo>
                  <a:pt x="352425" y="781050"/>
                </a:lnTo>
                <a:lnTo>
                  <a:pt x="342900" y="781050"/>
                </a:lnTo>
                <a:lnTo>
                  <a:pt x="342900" y="762000"/>
                </a:lnTo>
                <a:lnTo>
                  <a:pt x="352425" y="762000"/>
                </a:lnTo>
                <a:close/>
                <a:moveTo>
                  <a:pt x="409575" y="752475"/>
                </a:moveTo>
                <a:lnTo>
                  <a:pt x="428625" y="752475"/>
                </a:lnTo>
                <a:lnTo>
                  <a:pt x="428625" y="762000"/>
                </a:lnTo>
                <a:lnTo>
                  <a:pt x="438150" y="762000"/>
                </a:lnTo>
                <a:lnTo>
                  <a:pt x="438150" y="781050"/>
                </a:lnTo>
                <a:lnTo>
                  <a:pt x="457200" y="781050"/>
                </a:lnTo>
                <a:lnTo>
                  <a:pt x="457200" y="819150"/>
                </a:lnTo>
                <a:lnTo>
                  <a:pt x="466725" y="819150"/>
                </a:lnTo>
                <a:lnTo>
                  <a:pt x="466725" y="838200"/>
                </a:lnTo>
                <a:lnTo>
                  <a:pt x="419100" y="838200"/>
                </a:lnTo>
                <a:lnTo>
                  <a:pt x="419100" y="828675"/>
                </a:lnTo>
                <a:lnTo>
                  <a:pt x="409575" y="828675"/>
                </a:lnTo>
                <a:lnTo>
                  <a:pt x="409575" y="819150"/>
                </a:lnTo>
                <a:lnTo>
                  <a:pt x="381000" y="819150"/>
                </a:lnTo>
                <a:lnTo>
                  <a:pt x="381000" y="809625"/>
                </a:lnTo>
                <a:lnTo>
                  <a:pt x="409575" y="809625"/>
                </a:lnTo>
                <a:lnTo>
                  <a:pt x="409575" y="800100"/>
                </a:lnTo>
                <a:lnTo>
                  <a:pt x="419100" y="800100"/>
                </a:lnTo>
                <a:lnTo>
                  <a:pt x="419100" y="790575"/>
                </a:lnTo>
                <a:lnTo>
                  <a:pt x="428625" y="790575"/>
                </a:lnTo>
                <a:lnTo>
                  <a:pt x="428625" y="781050"/>
                </a:lnTo>
                <a:lnTo>
                  <a:pt x="419100" y="781050"/>
                </a:lnTo>
                <a:lnTo>
                  <a:pt x="419100" y="771525"/>
                </a:lnTo>
                <a:lnTo>
                  <a:pt x="409575" y="771525"/>
                </a:lnTo>
                <a:close/>
                <a:moveTo>
                  <a:pt x="952500" y="838200"/>
                </a:moveTo>
                <a:lnTo>
                  <a:pt x="962025" y="838200"/>
                </a:lnTo>
                <a:lnTo>
                  <a:pt x="962025" y="847725"/>
                </a:lnTo>
                <a:lnTo>
                  <a:pt x="971550" y="847725"/>
                </a:lnTo>
                <a:lnTo>
                  <a:pt x="971550" y="857250"/>
                </a:lnTo>
                <a:lnTo>
                  <a:pt x="981075" y="857250"/>
                </a:lnTo>
                <a:lnTo>
                  <a:pt x="981075" y="866775"/>
                </a:lnTo>
                <a:lnTo>
                  <a:pt x="1000125" y="866775"/>
                </a:lnTo>
                <a:lnTo>
                  <a:pt x="1000125" y="876300"/>
                </a:lnTo>
                <a:lnTo>
                  <a:pt x="971550" y="876300"/>
                </a:lnTo>
                <a:lnTo>
                  <a:pt x="971550" y="885825"/>
                </a:lnTo>
                <a:lnTo>
                  <a:pt x="952500" y="885825"/>
                </a:lnTo>
                <a:close/>
                <a:moveTo>
                  <a:pt x="647700" y="857250"/>
                </a:moveTo>
                <a:lnTo>
                  <a:pt x="657225" y="857250"/>
                </a:lnTo>
                <a:lnTo>
                  <a:pt x="657225" y="866775"/>
                </a:lnTo>
                <a:lnTo>
                  <a:pt x="666750" y="866775"/>
                </a:lnTo>
                <a:lnTo>
                  <a:pt x="666750" y="876300"/>
                </a:lnTo>
                <a:lnTo>
                  <a:pt x="676275" y="876300"/>
                </a:lnTo>
                <a:lnTo>
                  <a:pt x="676275" y="885825"/>
                </a:lnTo>
                <a:lnTo>
                  <a:pt x="685800" y="885825"/>
                </a:lnTo>
                <a:lnTo>
                  <a:pt x="685800" y="904875"/>
                </a:lnTo>
                <a:lnTo>
                  <a:pt x="695325" y="904875"/>
                </a:lnTo>
                <a:lnTo>
                  <a:pt x="695325" y="923925"/>
                </a:lnTo>
                <a:lnTo>
                  <a:pt x="685800" y="923925"/>
                </a:lnTo>
                <a:lnTo>
                  <a:pt x="685800" y="962025"/>
                </a:lnTo>
                <a:lnTo>
                  <a:pt x="676275" y="962025"/>
                </a:lnTo>
                <a:lnTo>
                  <a:pt x="676275" y="1028700"/>
                </a:lnTo>
                <a:lnTo>
                  <a:pt x="666750" y="1028700"/>
                </a:lnTo>
                <a:lnTo>
                  <a:pt x="666750" y="962025"/>
                </a:lnTo>
                <a:lnTo>
                  <a:pt x="657225" y="962025"/>
                </a:lnTo>
                <a:lnTo>
                  <a:pt x="657225" y="904875"/>
                </a:lnTo>
                <a:lnTo>
                  <a:pt x="647700" y="904875"/>
                </a:lnTo>
                <a:lnTo>
                  <a:pt x="647700" y="895350"/>
                </a:lnTo>
                <a:lnTo>
                  <a:pt x="657225" y="895350"/>
                </a:lnTo>
                <a:lnTo>
                  <a:pt x="657225" y="876300"/>
                </a:lnTo>
                <a:lnTo>
                  <a:pt x="647700" y="876300"/>
                </a:lnTo>
                <a:close/>
                <a:moveTo>
                  <a:pt x="1000125" y="876300"/>
                </a:moveTo>
                <a:lnTo>
                  <a:pt x="1009650" y="876300"/>
                </a:lnTo>
                <a:lnTo>
                  <a:pt x="1009650" y="885825"/>
                </a:lnTo>
                <a:lnTo>
                  <a:pt x="1000125" y="885825"/>
                </a:lnTo>
                <a:close/>
                <a:moveTo>
                  <a:pt x="161925" y="885825"/>
                </a:moveTo>
                <a:lnTo>
                  <a:pt x="180975" y="885825"/>
                </a:lnTo>
                <a:lnTo>
                  <a:pt x="180975" y="914400"/>
                </a:lnTo>
                <a:lnTo>
                  <a:pt x="190500" y="914400"/>
                </a:lnTo>
                <a:lnTo>
                  <a:pt x="190500" y="923925"/>
                </a:lnTo>
                <a:lnTo>
                  <a:pt x="209550" y="923925"/>
                </a:lnTo>
                <a:lnTo>
                  <a:pt x="209550" y="962025"/>
                </a:lnTo>
                <a:lnTo>
                  <a:pt x="200025" y="962025"/>
                </a:lnTo>
                <a:lnTo>
                  <a:pt x="200025" y="990600"/>
                </a:lnTo>
                <a:lnTo>
                  <a:pt x="190500" y="990600"/>
                </a:lnTo>
                <a:lnTo>
                  <a:pt x="190500" y="1019175"/>
                </a:lnTo>
                <a:lnTo>
                  <a:pt x="180975" y="1019175"/>
                </a:lnTo>
                <a:lnTo>
                  <a:pt x="180975" y="1028700"/>
                </a:lnTo>
                <a:lnTo>
                  <a:pt x="161925" y="1028700"/>
                </a:lnTo>
                <a:lnTo>
                  <a:pt x="161925" y="1019175"/>
                </a:lnTo>
                <a:lnTo>
                  <a:pt x="142875" y="1019175"/>
                </a:lnTo>
                <a:lnTo>
                  <a:pt x="142875" y="971550"/>
                </a:lnTo>
                <a:lnTo>
                  <a:pt x="133350" y="971550"/>
                </a:lnTo>
                <a:lnTo>
                  <a:pt x="133350" y="952500"/>
                </a:lnTo>
                <a:lnTo>
                  <a:pt x="123825" y="952500"/>
                </a:lnTo>
                <a:lnTo>
                  <a:pt x="123825" y="933450"/>
                </a:lnTo>
                <a:lnTo>
                  <a:pt x="133350" y="933450"/>
                </a:lnTo>
                <a:lnTo>
                  <a:pt x="133350" y="914400"/>
                </a:lnTo>
                <a:lnTo>
                  <a:pt x="142875" y="914400"/>
                </a:lnTo>
                <a:lnTo>
                  <a:pt x="142875" y="904875"/>
                </a:lnTo>
                <a:lnTo>
                  <a:pt x="152400" y="904875"/>
                </a:lnTo>
                <a:lnTo>
                  <a:pt x="152400" y="895350"/>
                </a:lnTo>
                <a:lnTo>
                  <a:pt x="161925" y="895350"/>
                </a:lnTo>
                <a:close/>
                <a:moveTo>
                  <a:pt x="1009650" y="885825"/>
                </a:moveTo>
                <a:lnTo>
                  <a:pt x="1019175" y="885825"/>
                </a:lnTo>
                <a:lnTo>
                  <a:pt x="1019175" y="895350"/>
                </a:lnTo>
                <a:lnTo>
                  <a:pt x="1009650" y="895350"/>
                </a:lnTo>
                <a:close/>
                <a:moveTo>
                  <a:pt x="1038225" y="904875"/>
                </a:moveTo>
                <a:lnTo>
                  <a:pt x="1143000" y="904875"/>
                </a:lnTo>
                <a:lnTo>
                  <a:pt x="1143000" y="914400"/>
                </a:lnTo>
                <a:lnTo>
                  <a:pt x="1038225" y="914400"/>
                </a:lnTo>
                <a:close/>
                <a:moveTo>
                  <a:pt x="476250" y="914400"/>
                </a:moveTo>
                <a:lnTo>
                  <a:pt x="485775" y="914400"/>
                </a:lnTo>
                <a:lnTo>
                  <a:pt x="485775" y="923925"/>
                </a:lnTo>
                <a:lnTo>
                  <a:pt x="495300" y="923925"/>
                </a:lnTo>
                <a:lnTo>
                  <a:pt x="495300" y="914400"/>
                </a:lnTo>
                <a:lnTo>
                  <a:pt x="504825" y="914400"/>
                </a:lnTo>
                <a:lnTo>
                  <a:pt x="504825" y="923925"/>
                </a:lnTo>
                <a:lnTo>
                  <a:pt x="514350" y="923925"/>
                </a:lnTo>
                <a:lnTo>
                  <a:pt x="514350" y="971550"/>
                </a:lnTo>
                <a:lnTo>
                  <a:pt x="504825" y="971550"/>
                </a:lnTo>
                <a:lnTo>
                  <a:pt x="504825" y="981075"/>
                </a:lnTo>
                <a:lnTo>
                  <a:pt x="495300" y="981075"/>
                </a:lnTo>
                <a:lnTo>
                  <a:pt x="495300" y="971550"/>
                </a:lnTo>
                <a:lnTo>
                  <a:pt x="485775" y="971550"/>
                </a:lnTo>
                <a:lnTo>
                  <a:pt x="485775" y="981075"/>
                </a:lnTo>
                <a:lnTo>
                  <a:pt x="476250" y="981075"/>
                </a:lnTo>
                <a:lnTo>
                  <a:pt x="476250" y="971550"/>
                </a:lnTo>
                <a:lnTo>
                  <a:pt x="466725" y="971550"/>
                </a:lnTo>
                <a:lnTo>
                  <a:pt x="466725" y="923925"/>
                </a:lnTo>
                <a:lnTo>
                  <a:pt x="476250" y="923925"/>
                </a:lnTo>
                <a:close/>
                <a:moveTo>
                  <a:pt x="238125" y="942975"/>
                </a:moveTo>
                <a:lnTo>
                  <a:pt x="247650" y="942975"/>
                </a:lnTo>
                <a:lnTo>
                  <a:pt x="247650" y="952500"/>
                </a:lnTo>
                <a:lnTo>
                  <a:pt x="285750" y="952500"/>
                </a:lnTo>
                <a:lnTo>
                  <a:pt x="285750" y="990600"/>
                </a:lnTo>
                <a:lnTo>
                  <a:pt x="276225" y="990600"/>
                </a:lnTo>
                <a:lnTo>
                  <a:pt x="276225" y="1028700"/>
                </a:lnTo>
                <a:lnTo>
                  <a:pt x="266700" y="1028700"/>
                </a:lnTo>
                <a:lnTo>
                  <a:pt x="266700" y="1038225"/>
                </a:lnTo>
                <a:lnTo>
                  <a:pt x="247650" y="1038225"/>
                </a:lnTo>
                <a:lnTo>
                  <a:pt x="247650" y="1028700"/>
                </a:lnTo>
                <a:lnTo>
                  <a:pt x="219075" y="1028700"/>
                </a:lnTo>
                <a:lnTo>
                  <a:pt x="219075" y="1019175"/>
                </a:lnTo>
                <a:lnTo>
                  <a:pt x="209550" y="1019175"/>
                </a:lnTo>
                <a:lnTo>
                  <a:pt x="209550" y="990600"/>
                </a:lnTo>
                <a:lnTo>
                  <a:pt x="219075" y="990600"/>
                </a:lnTo>
                <a:lnTo>
                  <a:pt x="219075" y="962025"/>
                </a:lnTo>
                <a:lnTo>
                  <a:pt x="228600" y="962025"/>
                </a:lnTo>
                <a:lnTo>
                  <a:pt x="228600" y="952500"/>
                </a:lnTo>
                <a:lnTo>
                  <a:pt x="238125" y="952500"/>
                </a:lnTo>
                <a:close/>
                <a:moveTo>
                  <a:pt x="809625" y="952500"/>
                </a:moveTo>
                <a:lnTo>
                  <a:pt x="819150" y="952500"/>
                </a:lnTo>
                <a:lnTo>
                  <a:pt x="819150" y="1009650"/>
                </a:lnTo>
                <a:lnTo>
                  <a:pt x="809625" y="1009650"/>
                </a:lnTo>
                <a:close/>
                <a:moveTo>
                  <a:pt x="1162050" y="962025"/>
                </a:moveTo>
                <a:lnTo>
                  <a:pt x="1181100" y="962025"/>
                </a:lnTo>
                <a:lnTo>
                  <a:pt x="1181100" y="1000125"/>
                </a:lnTo>
                <a:lnTo>
                  <a:pt x="1152525" y="1000125"/>
                </a:lnTo>
                <a:lnTo>
                  <a:pt x="1152525" y="981075"/>
                </a:lnTo>
                <a:lnTo>
                  <a:pt x="1143000" y="981075"/>
                </a:lnTo>
                <a:lnTo>
                  <a:pt x="1143000" y="971550"/>
                </a:lnTo>
                <a:lnTo>
                  <a:pt x="1162050" y="971550"/>
                </a:lnTo>
                <a:close/>
                <a:moveTo>
                  <a:pt x="1114425" y="990600"/>
                </a:moveTo>
                <a:lnTo>
                  <a:pt x="1133475" y="990600"/>
                </a:lnTo>
                <a:lnTo>
                  <a:pt x="1133475" y="1038225"/>
                </a:lnTo>
                <a:lnTo>
                  <a:pt x="1114425" y="1038225"/>
                </a:lnTo>
                <a:close/>
                <a:moveTo>
                  <a:pt x="933450" y="1019175"/>
                </a:moveTo>
                <a:lnTo>
                  <a:pt x="952500" y="1019175"/>
                </a:lnTo>
                <a:lnTo>
                  <a:pt x="952500" y="1028700"/>
                </a:lnTo>
                <a:lnTo>
                  <a:pt x="942975" y="1028700"/>
                </a:lnTo>
                <a:lnTo>
                  <a:pt x="942975" y="1047750"/>
                </a:lnTo>
                <a:lnTo>
                  <a:pt x="933450" y="1047750"/>
                </a:lnTo>
                <a:close/>
                <a:moveTo>
                  <a:pt x="981075" y="1019175"/>
                </a:moveTo>
                <a:lnTo>
                  <a:pt x="990600" y="1019175"/>
                </a:lnTo>
                <a:lnTo>
                  <a:pt x="990600" y="1038225"/>
                </a:lnTo>
                <a:lnTo>
                  <a:pt x="1000125" y="1038225"/>
                </a:lnTo>
                <a:lnTo>
                  <a:pt x="1000125" y="1047750"/>
                </a:lnTo>
                <a:lnTo>
                  <a:pt x="1009650" y="1047750"/>
                </a:lnTo>
                <a:lnTo>
                  <a:pt x="1009650" y="1057275"/>
                </a:lnTo>
                <a:lnTo>
                  <a:pt x="1019175" y="1057275"/>
                </a:lnTo>
                <a:lnTo>
                  <a:pt x="1019175" y="1066800"/>
                </a:lnTo>
                <a:lnTo>
                  <a:pt x="1028700" y="1066800"/>
                </a:lnTo>
                <a:lnTo>
                  <a:pt x="1028700" y="1076325"/>
                </a:lnTo>
                <a:lnTo>
                  <a:pt x="1038225" y="1076325"/>
                </a:lnTo>
                <a:lnTo>
                  <a:pt x="1038225" y="1085850"/>
                </a:lnTo>
                <a:lnTo>
                  <a:pt x="1028700" y="1085850"/>
                </a:lnTo>
                <a:lnTo>
                  <a:pt x="1028700" y="1095375"/>
                </a:lnTo>
                <a:lnTo>
                  <a:pt x="1009650" y="1095375"/>
                </a:lnTo>
                <a:lnTo>
                  <a:pt x="1009650" y="1104900"/>
                </a:lnTo>
                <a:lnTo>
                  <a:pt x="1076325" y="1104900"/>
                </a:lnTo>
                <a:lnTo>
                  <a:pt x="1076325" y="1114425"/>
                </a:lnTo>
                <a:lnTo>
                  <a:pt x="1085850" y="1114425"/>
                </a:lnTo>
                <a:lnTo>
                  <a:pt x="1085850" y="1171575"/>
                </a:lnTo>
                <a:lnTo>
                  <a:pt x="1066800" y="1171575"/>
                </a:lnTo>
                <a:lnTo>
                  <a:pt x="1066800" y="1133475"/>
                </a:lnTo>
                <a:lnTo>
                  <a:pt x="1057275" y="1133475"/>
                </a:lnTo>
                <a:lnTo>
                  <a:pt x="1057275" y="1123950"/>
                </a:lnTo>
                <a:lnTo>
                  <a:pt x="1047750" y="1123950"/>
                </a:lnTo>
                <a:lnTo>
                  <a:pt x="1047750" y="1133475"/>
                </a:lnTo>
                <a:lnTo>
                  <a:pt x="1019175" y="1133475"/>
                </a:lnTo>
                <a:lnTo>
                  <a:pt x="1019175" y="1114425"/>
                </a:lnTo>
                <a:lnTo>
                  <a:pt x="990600" y="1114425"/>
                </a:lnTo>
                <a:lnTo>
                  <a:pt x="990600" y="1104900"/>
                </a:lnTo>
                <a:lnTo>
                  <a:pt x="1000125" y="1104900"/>
                </a:lnTo>
                <a:lnTo>
                  <a:pt x="1000125" y="1095375"/>
                </a:lnTo>
                <a:lnTo>
                  <a:pt x="981075" y="1095375"/>
                </a:lnTo>
                <a:lnTo>
                  <a:pt x="981075" y="1085850"/>
                </a:lnTo>
                <a:lnTo>
                  <a:pt x="990600" y="1085850"/>
                </a:lnTo>
                <a:lnTo>
                  <a:pt x="990600" y="1076325"/>
                </a:lnTo>
                <a:lnTo>
                  <a:pt x="1000125" y="1076325"/>
                </a:lnTo>
                <a:lnTo>
                  <a:pt x="1000125" y="1066800"/>
                </a:lnTo>
                <a:lnTo>
                  <a:pt x="990600" y="1066800"/>
                </a:lnTo>
                <a:lnTo>
                  <a:pt x="990600" y="1057275"/>
                </a:lnTo>
                <a:lnTo>
                  <a:pt x="962025" y="1057275"/>
                </a:lnTo>
                <a:lnTo>
                  <a:pt x="962025" y="1047750"/>
                </a:lnTo>
                <a:lnTo>
                  <a:pt x="971550" y="1047750"/>
                </a:lnTo>
                <a:lnTo>
                  <a:pt x="971550" y="1038225"/>
                </a:lnTo>
                <a:lnTo>
                  <a:pt x="981075" y="1038225"/>
                </a:lnTo>
                <a:close/>
                <a:moveTo>
                  <a:pt x="657225" y="1028700"/>
                </a:moveTo>
                <a:lnTo>
                  <a:pt x="666750" y="1028700"/>
                </a:lnTo>
                <a:lnTo>
                  <a:pt x="666750" y="1104900"/>
                </a:lnTo>
                <a:lnTo>
                  <a:pt x="647700" y="1104900"/>
                </a:lnTo>
                <a:lnTo>
                  <a:pt x="647700" y="1057275"/>
                </a:lnTo>
                <a:lnTo>
                  <a:pt x="657225" y="1057275"/>
                </a:lnTo>
                <a:close/>
                <a:moveTo>
                  <a:pt x="914400" y="1047750"/>
                </a:moveTo>
                <a:lnTo>
                  <a:pt x="933450" y="1047750"/>
                </a:lnTo>
                <a:lnTo>
                  <a:pt x="933450" y="1095375"/>
                </a:lnTo>
                <a:lnTo>
                  <a:pt x="923925" y="1095375"/>
                </a:lnTo>
                <a:lnTo>
                  <a:pt x="923925" y="1085850"/>
                </a:lnTo>
                <a:lnTo>
                  <a:pt x="914400" y="1085850"/>
                </a:lnTo>
                <a:close/>
                <a:moveTo>
                  <a:pt x="447675" y="1066800"/>
                </a:moveTo>
                <a:lnTo>
                  <a:pt x="466725" y="1066800"/>
                </a:lnTo>
                <a:lnTo>
                  <a:pt x="466725" y="1076325"/>
                </a:lnTo>
                <a:lnTo>
                  <a:pt x="476250" y="1076325"/>
                </a:lnTo>
                <a:lnTo>
                  <a:pt x="476250" y="1114425"/>
                </a:lnTo>
                <a:lnTo>
                  <a:pt x="466725" y="1114425"/>
                </a:lnTo>
                <a:lnTo>
                  <a:pt x="466725" y="1123950"/>
                </a:lnTo>
                <a:lnTo>
                  <a:pt x="457200" y="1123950"/>
                </a:lnTo>
                <a:lnTo>
                  <a:pt x="457200" y="1143000"/>
                </a:lnTo>
                <a:lnTo>
                  <a:pt x="447675" y="1143000"/>
                </a:lnTo>
                <a:lnTo>
                  <a:pt x="447675" y="1152525"/>
                </a:lnTo>
                <a:lnTo>
                  <a:pt x="438150" y="1152525"/>
                </a:lnTo>
                <a:lnTo>
                  <a:pt x="438150" y="1162050"/>
                </a:lnTo>
                <a:lnTo>
                  <a:pt x="428625" y="1162050"/>
                </a:lnTo>
                <a:lnTo>
                  <a:pt x="428625" y="1171575"/>
                </a:lnTo>
                <a:lnTo>
                  <a:pt x="409575" y="1171575"/>
                </a:lnTo>
                <a:lnTo>
                  <a:pt x="409575" y="1152525"/>
                </a:lnTo>
                <a:lnTo>
                  <a:pt x="419100" y="1152525"/>
                </a:lnTo>
                <a:lnTo>
                  <a:pt x="419100" y="1095375"/>
                </a:lnTo>
                <a:lnTo>
                  <a:pt x="428625" y="1095375"/>
                </a:lnTo>
                <a:lnTo>
                  <a:pt x="428625" y="1085850"/>
                </a:lnTo>
                <a:lnTo>
                  <a:pt x="438150" y="1085850"/>
                </a:lnTo>
                <a:lnTo>
                  <a:pt x="438150" y="1076325"/>
                </a:lnTo>
                <a:lnTo>
                  <a:pt x="447675" y="1076325"/>
                </a:lnTo>
                <a:close/>
                <a:moveTo>
                  <a:pt x="942975" y="1095375"/>
                </a:moveTo>
                <a:lnTo>
                  <a:pt x="952500" y="1095375"/>
                </a:lnTo>
                <a:lnTo>
                  <a:pt x="952500" y="1104900"/>
                </a:lnTo>
                <a:lnTo>
                  <a:pt x="942975" y="1104900"/>
                </a:lnTo>
                <a:close/>
                <a:moveTo>
                  <a:pt x="123825" y="1123950"/>
                </a:moveTo>
                <a:lnTo>
                  <a:pt x="152400" y="1123950"/>
                </a:lnTo>
                <a:lnTo>
                  <a:pt x="152400" y="1133475"/>
                </a:lnTo>
                <a:lnTo>
                  <a:pt x="171450" y="1133475"/>
                </a:lnTo>
                <a:lnTo>
                  <a:pt x="171450" y="1143000"/>
                </a:lnTo>
                <a:lnTo>
                  <a:pt x="200025" y="1143000"/>
                </a:lnTo>
                <a:lnTo>
                  <a:pt x="200025" y="1171575"/>
                </a:lnTo>
                <a:lnTo>
                  <a:pt x="180975" y="1171575"/>
                </a:lnTo>
                <a:lnTo>
                  <a:pt x="180975" y="1162050"/>
                </a:lnTo>
                <a:lnTo>
                  <a:pt x="142875" y="1162050"/>
                </a:lnTo>
                <a:lnTo>
                  <a:pt x="142875" y="1171575"/>
                </a:lnTo>
                <a:lnTo>
                  <a:pt x="133350" y="1171575"/>
                </a:lnTo>
                <a:lnTo>
                  <a:pt x="133350" y="1181100"/>
                </a:lnTo>
                <a:lnTo>
                  <a:pt x="123825" y="1181100"/>
                </a:lnTo>
                <a:lnTo>
                  <a:pt x="123825" y="1190625"/>
                </a:lnTo>
                <a:lnTo>
                  <a:pt x="104775" y="1190625"/>
                </a:lnTo>
                <a:lnTo>
                  <a:pt x="104775" y="1162050"/>
                </a:lnTo>
                <a:lnTo>
                  <a:pt x="114300" y="1162050"/>
                </a:lnTo>
                <a:lnTo>
                  <a:pt x="114300" y="1143000"/>
                </a:lnTo>
                <a:lnTo>
                  <a:pt x="123825" y="1143000"/>
                </a:lnTo>
                <a:close/>
                <a:moveTo>
                  <a:pt x="1095375" y="1123950"/>
                </a:moveTo>
                <a:lnTo>
                  <a:pt x="1123950" y="1123950"/>
                </a:lnTo>
                <a:lnTo>
                  <a:pt x="1123950" y="1143000"/>
                </a:lnTo>
                <a:lnTo>
                  <a:pt x="1104900" y="1143000"/>
                </a:lnTo>
                <a:lnTo>
                  <a:pt x="1104900" y="1133475"/>
                </a:lnTo>
                <a:lnTo>
                  <a:pt x="1095375" y="1133475"/>
                </a:lnTo>
                <a:close/>
                <a:moveTo>
                  <a:pt x="57150" y="1133475"/>
                </a:moveTo>
                <a:lnTo>
                  <a:pt x="95250" y="1133475"/>
                </a:lnTo>
                <a:lnTo>
                  <a:pt x="95250" y="1152525"/>
                </a:lnTo>
                <a:lnTo>
                  <a:pt x="85725" y="1152525"/>
                </a:lnTo>
                <a:lnTo>
                  <a:pt x="85725" y="1209675"/>
                </a:lnTo>
                <a:lnTo>
                  <a:pt x="76200" y="1209675"/>
                </a:lnTo>
                <a:lnTo>
                  <a:pt x="76200" y="1238250"/>
                </a:lnTo>
                <a:lnTo>
                  <a:pt x="66675" y="1238250"/>
                </a:lnTo>
                <a:lnTo>
                  <a:pt x="66675" y="1247775"/>
                </a:lnTo>
                <a:lnTo>
                  <a:pt x="57150" y="1247775"/>
                </a:lnTo>
                <a:lnTo>
                  <a:pt x="57150" y="1238250"/>
                </a:lnTo>
                <a:lnTo>
                  <a:pt x="47625" y="1238250"/>
                </a:lnTo>
                <a:lnTo>
                  <a:pt x="47625" y="1228725"/>
                </a:lnTo>
                <a:lnTo>
                  <a:pt x="38100" y="1228725"/>
                </a:lnTo>
                <a:lnTo>
                  <a:pt x="38100" y="1162050"/>
                </a:lnTo>
                <a:lnTo>
                  <a:pt x="47625" y="1162050"/>
                </a:lnTo>
                <a:lnTo>
                  <a:pt x="47625" y="1143000"/>
                </a:lnTo>
                <a:lnTo>
                  <a:pt x="57150" y="1143000"/>
                </a:lnTo>
                <a:close/>
                <a:moveTo>
                  <a:pt x="228600" y="1143000"/>
                </a:moveTo>
                <a:lnTo>
                  <a:pt x="247650" y="1143000"/>
                </a:lnTo>
                <a:lnTo>
                  <a:pt x="247650" y="1162050"/>
                </a:lnTo>
                <a:lnTo>
                  <a:pt x="238125" y="1162050"/>
                </a:lnTo>
                <a:lnTo>
                  <a:pt x="238125" y="1190625"/>
                </a:lnTo>
                <a:lnTo>
                  <a:pt x="228600" y="1190625"/>
                </a:lnTo>
                <a:close/>
                <a:moveTo>
                  <a:pt x="809625" y="1143000"/>
                </a:moveTo>
                <a:lnTo>
                  <a:pt x="819150" y="1143000"/>
                </a:lnTo>
                <a:lnTo>
                  <a:pt x="819150" y="1209675"/>
                </a:lnTo>
                <a:lnTo>
                  <a:pt x="809625" y="1209675"/>
                </a:lnTo>
                <a:close/>
                <a:moveTo>
                  <a:pt x="219075" y="1209675"/>
                </a:moveTo>
                <a:lnTo>
                  <a:pt x="228600" y="1209675"/>
                </a:lnTo>
                <a:lnTo>
                  <a:pt x="228600" y="1228725"/>
                </a:lnTo>
                <a:lnTo>
                  <a:pt x="247650" y="1228725"/>
                </a:lnTo>
                <a:lnTo>
                  <a:pt x="247650" y="1257300"/>
                </a:lnTo>
                <a:lnTo>
                  <a:pt x="238125" y="1257300"/>
                </a:lnTo>
                <a:lnTo>
                  <a:pt x="238125" y="1295400"/>
                </a:lnTo>
                <a:lnTo>
                  <a:pt x="228600" y="1295400"/>
                </a:lnTo>
                <a:lnTo>
                  <a:pt x="228600" y="1304925"/>
                </a:lnTo>
                <a:lnTo>
                  <a:pt x="219075" y="1304925"/>
                </a:lnTo>
                <a:lnTo>
                  <a:pt x="219075" y="1314450"/>
                </a:lnTo>
                <a:lnTo>
                  <a:pt x="209550" y="1314450"/>
                </a:lnTo>
                <a:lnTo>
                  <a:pt x="209550" y="1304925"/>
                </a:lnTo>
                <a:lnTo>
                  <a:pt x="200025" y="1304925"/>
                </a:lnTo>
                <a:lnTo>
                  <a:pt x="200025" y="1314450"/>
                </a:lnTo>
                <a:lnTo>
                  <a:pt x="190500" y="1314450"/>
                </a:lnTo>
                <a:lnTo>
                  <a:pt x="190500" y="1323975"/>
                </a:lnTo>
                <a:lnTo>
                  <a:pt x="180975" y="1323975"/>
                </a:lnTo>
                <a:lnTo>
                  <a:pt x="180975" y="1314450"/>
                </a:lnTo>
                <a:lnTo>
                  <a:pt x="171450" y="1314450"/>
                </a:lnTo>
                <a:lnTo>
                  <a:pt x="171450" y="1323975"/>
                </a:lnTo>
                <a:lnTo>
                  <a:pt x="180975" y="1323975"/>
                </a:lnTo>
                <a:lnTo>
                  <a:pt x="180975" y="1333500"/>
                </a:lnTo>
                <a:lnTo>
                  <a:pt x="209550" y="1333500"/>
                </a:lnTo>
                <a:lnTo>
                  <a:pt x="209550" y="1323975"/>
                </a:lnTo>
                <a:lnTo>
                  <a:pt x="219075" y="1323975"/>
                </a:lnTo>
                <a:lnTo>
                  <a:pt x="219075" y="1333500"/>
                </a:lnTo>
                <a:lnTo>
                  <a:pt x="228600" y="1333500"/>
                </a:lnTo>
                <a:lnTo>
                  <a:pt x="228600" y="1352550"/>
                </a:lnTo>
                <a:lnTo>
                  <a:pt x="161925" y="1352550"/>
                </a:lnTo>
                <a:lnTo>
                  <a:pt x="161925" y="1343025"/>
                </a:lnTo>
                <a:lnTo>
                  <a:pt x="133350" y="1343025"/>
                </a:lnTo>
                <a:lnTo>
                  <a:pt x="133350" y="1333500"/>
                </a:lnTo>
                <a:lnTo>
                  <a:pt x="123825" y="1333500"/>
                </a:lnTo>
                <a:lnTo>
                  <a:pt x="123825" y="1314450"/>
                </a:lnTo>
                <a:lnTo>
                  <a:pt x="133350" y="1314450"/>
                </a:lnTo>
                <a:lnTo>
                  <a:pt x="133350" y="1304925"/>
                </a:lnTo>
                <a:lnTo>
                  <a:pt x="180975" y="1304925"/>
                </a:lnTo>
                <a:lnTo>
                  <a:pt x="180975" y="1295400"/>
                </a:lnTo>
                <a:lnTo>
                  <a:pt x="190500" y="1295400"/>
                </a:lnTo>
                <a:lnTo>
                  <a:pt x="190500" y="1285875"/>
                </a:lnTo>
                <a:lnTo>
                  <a:pt x="200025" y="1285875"/>
                </a:lnTo>
                <a:lnTo>
                  <a:pt x="200025" y="1266825"/>
                </a:lnTo>
                <a:lnTo>
                  <a:pt x="209550" y="1266825"/>
                </a:lnTo>
                <a:lnTo>
                  <a:pt x="209550" y="1238250"/>
                </a:lnTo>
                <a:lnTo>
                  <a:pt x="219075" y="1238250"/>
                </a:lnTo>
                <a:close/>
                <a:moveTo>
                  <a:pt x="1000125" y="1219200"/>
                </a:moveTo>
                <a:lnTo>
                  <a:pt x="1019175" y="1219200"/>
                </a:lnTo>
                <a:lnTo>
                  <a:pt x="1019175" y="1228725"/>
                </a:lnTo>
                <a:lnTo>
                  <a:pt x="1000125" y="1228725"/>
                </a:lnTo>
                <a:close/>
                <a:moveTo>
                  <a:pt x="257175" y="1228725"/>
                </a:moveTo>
                <a:lnTo>
                  <a:pt x="266700" y="1228725"/>
                </a:lnTo>
                <a:lnTo>
                  <a:pt x="266700" y="1257300"/>
                </a:lnTo>
                <a:lnTo>
                  <a:pt x="257175" y="1257300"/>
                </a:lnTo>
                <a:close/>
                <a:moveTo>
                  <a:pt x="161925" y="1257300"/>
                </a:moveTo>
                <a:lnTo>
                  <a:pt x="171450" y="1257300"/>
                </a:lnTo>
                <a:lnTo>
                  <a:pt x="171450" y="1266825"/>
                </a:lnTo>
                <a:lnTo>
                  <a:pt x="161925" y="1266825"/>
                </a:lnTo>
                <a:close/>
                <a:moveTo>
                  <a:pt x="933450" y="1257300"/>
                </a:moveTo>
                <a:lnTo>
                  <a:pt x="952500" y="1257300"/>
                </a:lnTo>
                <a:lnTo>
                  <a:pt x="952500" y="1266825"/>
                </a:lnTo>
                <a:lnTo>
                  <a:pt x="933450" y="1266825"/>
                </a:lnTo>
                <a:close/>
                <a:moveTo>
                  <a:pt x="962025" y="1257300"/>
                </a:moveTo>
                <a:lnTo>
                  <a:pt x="1000125" y="1257300"/>
                </a:lnTo>
                <a:lnTo>
                  <a:pt x="1000125" y="1266825"/>
                </a:lnTo>
                <a:lnTo>
                  <a:pt x="962025" y="1266825"/>
                </a:lnTo>
                <a:close/>
                <a:moveTo>
                  <a:pt x="238125" y="1447800"/>
                </a:moveTo>
                <a:lnTo>
                  <a:pt x="276225" y="1447800"/>
                </a:lnTo>
                <a:lnTo>
                  <a:pt x="276225" y="1457325"/>
                </a:lnTo>
                <a:lnTo>
                  <a:pt x="304800" y="1457325"/>
                </a:lnTo>
                <a:lnTo>
                  <a:pt x="304800" y="1466850"/>
                </a:lnTo>
                <a:lnTo>
                  <a:pt x="314325" y="1466850"/>
                </a:lnTo>
                <a:lnTo>
                  <a:pt x="314325" y="1495425"/>
                </a:lnTo>
                <a:lnTo>
                  <a:pt x="285750" y="1495425"/>
                </a:lnTo>
                <a:lnTo>
                  <a:pt x="285750" y="1504950"/>
                </a:lnTo>
                <a:lnTo>
                  <a:pt x="266700" y="1504950"/>
                </a:lnTo>
                <a:lnTo>
                  <a:pt x="266700" y="1514475"/>
                </a:lnTo>
                <a:lnTo>
                  <a:pt x="238125" y="1514475"/>
                </a:lnTo>
                <a:close/>
                <a:moveTo>
                  <a:pt x="609600" y="1466850"/>
                </a:moveTo>
                <a:lnTo>
                  <a:pt x="619125" y="1466850"/>
                </a:lnTo>
                <a:lnTo>
                  <a:pt x="619125" y="1476375"/>
                </a:lnTo>
                <a:lnTo>
                  <a:pt x="628650" y="1476375"/>
                </a:lnTo>
                <a:lnTo>
                  <a:pt x="628650" y="1495425"/>
                </a:lnTo>
                <a:lnTo>
                  <a:pt x="638175" y="1495425"/>
                </a:lnTo>
                <a:lnTo>
                  <a:pt x="638175" y="1504950"/>
                </a:lnTo>
                <a:lnTo>
                  <a:pt x="628650" y="1504950"/>
                </a:lnTo>
                <a:lnTo>
                  <a:pt x="628650" y="1524000"/>
                </a:lnTo>
                <a:lnTo>
                  <a:pt x="619125" y="1524000"/>
                </a:lnTo>
                <a:lnTo>
                  <a:pt x="619125" y="1485900"/>
                </a:lnTo>
                <a:lnTo>
                  <a:pt x="609600" y="1485900"/>
                </a:lnTo>
                <a:close/>
                <a:moveTo>
                  <a:pt x="685800" y="1495425"/>
                </a:moveTo>
                <a:lnTo>
                  <a:pt x="695325" y="1495425"/>
                </a:lnTo>
                <a:lnTo>
                  <a:pt x="695325" y="1504950"/>
                </a:lnTo>
                <a:lnTo>
                  <a:pt x="685800" y="1504950"/>
                </a:lnTo>
                <a:close/>
                <a:moveTo>
                  <a:pt x="533400" y="1533525"/>
                </a:moveTo>
                <a:lnTo>
                  <a:pt x="542925" y="1533525"/>
                </a:lnTo>
                <a:lnTo>
                  <a:pt x="542925" y="1543050"/>
                </a:lnTo>
                <a:lnTo>
                  <a:pt x="552450" y="1543050"/>
                </a:lnTo>
                <a:lnTo>
                  <a:pt x="552450" y="1562100"/>
                </a:lnTo>
                <a:lnTo>
                  <a:pt x="542925" y="1562100"/>
                </a:lnTo>
                <a:lnTo>
                  <a:pt x="542925" y="1552575"/>
                </a:lnTo>
                <a:lnTo>
                  <a:pt x="533400" y="1552575"/>
                </a:lnTo>
                <a:lnTo>
                  <a:pt x="533400" y="1562100"/>
                </a:lnTo>
                <a:lnTo>
                  <a:pt x="514350" y="1562100"/>
                </a:lnTo>
                <a:lnTo>
                  <a:pt x="514350" y="1571625"/>
                </a:lnTo>
                <a:lnTo>
                  <a:pt x="504825" y="1571625"/>
                </a:lnTo>
                <a:lnTo>
                  <a:pt x="504825" y="1581150"/>
                </a:lnTo>
                <a:lnTo>
                  <a:pt x="495300" y="1581150"/>
                </a:lnTo>
                <a:lnTo>
                  <a:pt x="495300" y="1600200"/>
                </a:lnTo>
                <a:lnTo>
                  <a:pt x="485775" y="1600200"/>
                </a:lnTo>
                <a:lnTo>
                  <a:pt x="485775" y="1609725"/>
                </a:lnTo>
                <a:lnTo>
                  <a:pt x="476250" y="1609725"/>
                </a:lnTo>
                <a:lnTo>
                  <a:pt x="476250" y="1600200"/>
                </a:lnTo>
                <a:lnTo>
                  <a:pt x="457200" y="1600200"/>
                </a:lnTo>
                <a:lnTo>
                  <a:pt x="457200" y="1609725"/>
                </a:lnTo>
                <a:lnTo>
                  <a:pt x="447675" y="1609725"/>
                </a:lnTo>
                <a:lnTo>
                  <a:pt x="447675" y="1600200"/>
                </a:lnTo>
                <a:lnTo>
                  <a:pt x="438150" y="1600200"/>
                </a:lnTo>
                <a:lnTo>
                  <a:pt x="438150" y="1552575"/>
                </a:lnTo>
                <a:lnTo>
                  <a:pt x="457200" y="1552575"/>
                </a:lnTo>
                <a:lnTo>
                  <a:pt x="457200" y="1562100"/>
                </a:lnTo>
                <a:lnTo>
                  <a:pt x="485775" y="1562100"/>
                </a:lnTo>
                <a:lnTo>
                  <a:pt x="485775" y="1552575"/>
                </a:lnTo>
                <a:lnTo>
                  <a:pt x="504825" y="1552575"/>
                </a:lnTo>
                <a:lnTo>
                  <a:pt x="504825" y="1543050"/>
                </a:lnTo>
                <a:lnTo>
                  <a:pt x="533400" y="1543050"/>
                </a:lnTo>
                <a:close/>
                <a:moveTo>
                  <a:pt x="542925" y="1571625"/>
                </a:moveTo>
                <a:lnTo>
                  <a:pt x="561975" y="1571625"/>
                </a:lnTo>
                <a:lnTo>
                  <a:pt x="561975" y="1581150"/>
                </a:lnTo>
                <a:lnTo>
                  <a:pt x="542925" y="1581150"/>
                </a:lnTo>
                <a:close/>
                <a:moveTo>
                  <a:pt x="523875" y="1581150"/>
                </a:moveTo>
                <a:lnTo>
                  <a:pt x="542925" y="1581150"/>
                </a:lnTo>
                <a:lnTo>
                  <a:pt x="542925" y="1590675"/>
                </a:lnTo>
                <a:lnTo>
                  <a:pt x="533400" y="1590675"/>
                </a:lnTo>
                <a:lnTo>
                  <a:pt x="533400" y="1619250"/>
                </a:lnTo>
                <a:lnTo>
                  <a:pt x="514350" y="1619250"/>
                </a:lnTo>
                <a:lnTo>
                  <a:pt x="514350" y="1590675"/>
                </a:lnTo>
                <a:lnTo>
                  <a:pt x="523875" y="1590675"/>
                </a:lnTo>
                <a:close/>
                <a:moveTo>
                  <a:pt x="304800" y="1638300"/>
                </a:moveTo>
                <a:lnTo>
                  <a:pt x="314325" y="1638300"/>
                </a:lnTo>
                <a:lnTo>
                  <a:pt x="314325" y="1647825"/>
                </a:lnTo>
                <a:lnTo>
                  <a:pt x="304800" y="1647825"/>
                </a:lnTo>
                <a:close/>
                <a:moveTo>
                  <a:pt x="419100" y="1647825"/>
                </a:moveTo>
                <a:lnTo>
                  <a:pt x="428625" y="1647825"/>
                </a:lnTo>
                <a:lnTo>
                  <a:pt x="428625" y="1657350"/>
                </a:lnTo>
                <a:lnTo>
                  <a:pt x="438150" y="1657350"/>
                </a:lnTo>
                <a:lnTo>
                  <a:pt x="438150" y="1666875"/>
                </a:lnTo>
                <a:lnTo>
                  <a:pt x="447675" y="1666875"/>
                </a:lnTo>
                <a:lnTo>
                  <a:pt x="447675" y="1676400"/>
                </a:lnTo>
                <a:lnTo>
                  <a:pt x="457200" y="1676400"/>
                </a:lnTo>
                <a:lnTo>
                  <a:pt x="457200" y="1685925"/>
                </a:lnTo>
                <a:lnTo>
                  <a:pt x="466725" y="1685925"/>
                </a:lnTo>
                <a:lnTo>
                  <a:pt x="466725" y="1676400"/>
                </a:lnTo>
                <a:lnTo>
                  <a:pt x="476250" y="1676400"/>
                </a:lnTo>
                <a:lnTo>
                  <a:pt x="476250" y="1704975"/>
                </a:lnTo>
                <a:lnTo>
                  <a:pt x="485775" y="1704975"/>
                </a:lnTo>
                <a:lnTo>
                  <a:pt x="485775" y="1724025"/>
                </a:lnTo>
                <a:lnTo>
                  <a:pt x="476250" y="1724025"/>
                </a:lnTo>
                <a:lnTo>
                  <a:pt x="476250" y="1733550"/>
                </a:lnTo>
                <a:lnTo>
                  <a:pt x="466725" y="1733550"/>
                </a:lnTo>
                <a:lnTo>
                  <a:pt x="466725" y="1743075"/>
                </a:lnTo>
                <a:lnTo>
                  <a:pt x="457200" y="1743075"/>
                </a:lnTo>
                <a:lnTo>
                  <a:pt x="457200" y="1733550"/>
                </a:lnTo>
                <a:lnTo>
                  <a:pt x="428625" y="1733550"/>
                </a:lnTo>
                <a:lnTo>
                  <a:pt x="428625" y="1724025"/>
                </a:lnTo>
                <a:lnTo>
                  <a:pt x="438150" y="1724025"/>
                </a:lnTo>
                <a:lnTo>
                  <a:pt x="438150" y="1714500"/>
                </a:lnTo>
                <a:lnTo>
                  <a:pt x="419100" y="1714500"/>
                </a:lnTo>
                <a:lnTo>
                  <a:pt x="419100" y="1704975"/>
                </a:lnTo>
                <a:lnTo>
                  <a:pt x="390525" y="1704975"/>
                </a:lnTo>
                <a:lnTo>
                  <a:pt x="390525" y="1695450"/>
                </a:lnTo>
                <a:lnTo>
                  <a:pt x="381000" y="1695450"/>
                </a:lnTo>
                <a:lnTo>
                  <a:pt x="381000" y="1685925"/>
                </a:lnTo>
                <a:lnTo>
                  <a:pt x="371475" y="1685925"/>
                </a:lnTo>
                <a:lnTo>
                  <a:pt x="371475" y="1676400"/>
                </a:lnTo>
                <a:lnTo>
                  <a:pt x="409575" y="1676400"/>
                </a:lnTo>
                <a:lnTo>
                  <a:pt x="409575" y="1657350"/>
                </a:lnTo>
                <a:lnTo>
                  <a:pt x="419100" y="1657350"/>
                </a:lnTo>
                <a:close/>
                <a:moveTo>
                  <a:pt x="323850" y="1657350"/>
                </a:moveTo>
                <a:lnTo>
                  <a:pt x="333375" y="1657350"/>
                </a:lnTo>
                <a:lnTo>
                  <a:pt x="333375" y="1676400"/>
                </a:lnTo>
                <a:lnTo>
                  <a:pt x="323850" y="1676400"/>
                </a:lnTo>
                <a:close/>
                <a:moveTo>
                  <a:pt x="257175" y="1666875"/>
                </a:moveTo>
                <a:lnTo>
                  <a:pt x="276225" y="1666875"/>
                </a:lnTo>
                <a:lnTo>
                  <a:pt x="276225" y="1685925"/>
                </a:lnTo>
                <a:lnTo>
                  <a:pt x="257175" y="1685925"/>
                </a:lnTo>
                <a:close/>
                <a:moveTo>
                  <a:pt x="657225" y="1666875"/>
                </a:moveTo>
                <a:lnTo>
                  <a:pt x="666750" y="1666875"/>
                </a:lnTo>
                <a:lnTo>
                  <a:pt x="666750" y="1676400"/>
                </a:lnTo>
                <a:lnTo>
                  <a:pt x="657225" y="1676400"/>
                </a:lnTo>
                <a:close/>
                <a:moveTo>
                  <a:pt x="266700" y="1724025"/>
                </a:moveTo>
                <a:lnTo>
                  <a:pt x="276225" y="1724025"/>
                </a:lnTo>
                <a:lnTo>
                  <a:pt x="276225" y="1733550"/>
                </a:lnTo>
                <a:lnTo>
                  <a:pt x="266700" y="1733550"/>
                </a:lnTo>
                <a:close/>
                <a:moveTo>
                  <a:pt x="504825" y="1724025"/>
                </a:moveTo>
                <a:lnTo>
                  <a:pt x="523875" y="1724025"/>
                </a:lnTo>
                <a:lnTo>
                  <a:pt x="523875" y="1733550"/>
                </a:lnTo>
                <a:lnTo>
                  <a:pt x="504825" y="1733550"/>
                </a:lnTo>
                <a:close/>
              </a:path>
            </a:pathLst>
          </a:custGeom>
          <a:solidFill xmlns:a="http://schemas.openxmlformats.org/drawingml/2006/main">
            <a:srgbClr val="224634"/>
          </a:solidFill>
          <a:ln xmlns:a="http://schemas.openxmlformats.org/drawingml/2006/main" w="0">
            <a:noFill/>
          </a:ln>
        </p:spPr>
      </p:sp>
      <p:sp>
        <p:nvSpPr>
          <p:cNvPr id="70" name="">
            <a:extLst xmlns:a="http://schemas.openxmlformats.org/drawingml/2006/main">
              <a:ext uri="{FF2B5EF4-FFF2-40B4-BE49-F238E27FC236}">
                <a16:creationId xmlns:a16="http://schemas.microsoft.com/office/drawing/2014/main" id="{B24BE4B4-A596-4E8B-9A47-CA0EE2C9B2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943475" y="1724025"/>
            <a:ext cx="3781425" cy="3990975"/>
          </a:xfrm>
          <a:prstGeom xmlns:a="http://schemas.openxmlformats.org/drawingml/2006/main" prst="rect">
            <a:avLst/>
          </a:prstGeom>
          <a:solidFill xmlns:a="http://schemas.openxmlformats.org/drawingml/2006/main">
            <a:srgbClr val="F5F2E8"/>
          </a:solidFill>
          <a:ln xmlns:a="http://schemas.openxmlformats.org/drawingml/2006/main" w="0">
            <a:noFill/>
          </a:ln>
        </p:spPr>
      </p:sp>
      <p:sp>
        <p:nvSpPr>
          <p:cNvPr id="71" name="papers vector #fafaf6">
            <a:extLst xmlns:a="http://schemas.openxmlformats.org/drawingml/2006/main">
              <a:ext uri="{FF2B5EF4-FFF2-40B4-BE49-F238E27FC236}">
                <a16:creationId xmlns:a16="http://schemas.microsoft.com/office/drawing/2014/main" id="{70D3A11D-8B22-4D12-AC2F-E91A855DF76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43475" y="1724025"/>
            <a:ext cx="3781425" cy="3990975"/>
          </a:xfrm>
          <a:custGeom xmlns:a="http://schemas.openxmlformats.org/drawingml/2006/main">
            <a:pathLst>
              <a:path w="2457450" h="2590800">
                <a:moveTo>
                  <a:pt x="1943100" y="0"/>
                </a:moveTo>
                <a:lnTo>
                  <a:pt x="1952625" y="0"/>
                </a:lnTo>
                <a:lnTo>
                  <a:pt x="1952625" y="9525"/>
                </a:lnTo>
                <a:lnTo>
                  <a:pt x="1943100" y="9525"/>
                </a:lnTo>
                <a:close/>
                <a:moveTo>
                  <a:pt x="2009775" y="0"/>
                </a:moveTo>
                <a:lnTo>
                  <a:pt x="2019300" y="0"/>
                </a:lnTo>
                <a:lnTo>
                  <a:pt x="2019300" y="9525"/>
                </a:lnTo>
                <a:lnTo>
                  <a:pt x="2009775" y="9525"/>
                </a:lnTo>
                <a:close/>
                <a:moveTo>
                  <a:pt x="1000125" y="123825"/>
                </a:moveTo>
                <a:lnTo>
                  <a:pt x="1019175" y="123825"/>
                </a:lnTo>
                <a:lnTo>
                  <a:pt x="1019175" y="142875"/>
                </a:lnTo>
                <a:lnTo>
                  <a:pt x="990600" y="142875"/>
                </a:lnTo>
                <a:lnTo>
                  <a:pt x="990600" y="133350"/>
                </a:lnTo>
                <a:lnTo>
                  <a:pt x="1000125" y="133350"/>
                </a:lnTo>
                <a:close/>
                <a:moveTo>
                  <a:pt x="1057275" y="133350"/>
                </a:moveTo>
                <a:lnTo>
                  <a:pt x="1095375" y="133350"/>
                </a:lnTo>
                <a:lnTo>
                  <a:pt x="1095375" y="142875"/>
                </a:lnTo>
                <a:lnTo>
                  <a:pt x="1057275" y="142875"/>
                </a:lnTo>
                <a:close/>
                <a:moveTo>
                  <a:pt x="1209675" y="133350"/>
                </a:moveTo>
                <a:lnTo>
                  <a:pt x="1219200" y="133350"/>
                </a:lnTo>
                <a:lnTo>
                  <a:pt x="1219200" y="142875"/>
                </a:lnTo>
                <a:lnTo>
                  <a:pt x="1209675" y="142875"/>
                </a:lnTo>
                <a:close/>
                <a:moveTo>
                  <a:pt x="1323975" y="133350"/>
                </a:moveTo>
                <a:lnTo>
                  <a:pt x="1343025" y="133350"/>
                </a:lnTo>
                <a:lnTo>
                  <a:pt x="1343025" y="142875"/>
                </a:lnTo>
                <a:lnTo>
                  <a:pt x="1323975" y="142875"/>
                </a:lnTo>
                <a:close/>
                <a:moveTo>
                  <a:pt x="1619250" y="133350"/>
                </a:moveTo>
                <a:lnTo>
                  <a:pt x="1638300" y="133350"/>
                </a:lnTo>
                <a:lnTo>
                  <a:pt x="1638300" y="142875"/>
                </a:lnTo>
                <a:lnTo>
                  <a:pt x="1619250" y="142875"/>
                </a:lnTo>
                <a:close/>
                <a:moveTo>
                  <a:pt x="1809750" y="142875"/>
                </a:moveTo>
                <a:lnTo>
                  <a:pt x="1838325" y="142875"/>
                </a:lnTo>
                <a:lnTo>
                  <a:pt x="1838325" y="152400"/>
                </a:lnTo>
                <a:lnTo>
                  <a:pt x="1847850" y="152400"/>
                </a:lnTo>
                <a:lnTo>
                  <a:pt x="1847850" y="171450"/>
                </a:lnTo>
                <a:lnTo>
                  <a:pt x="1828800" y="171450"/>
                </a:lnTo>
                <a:lnTo>
                  <a:pt x="1828800" y="161925"/>
                </a:lnTo>
                <a:lnTo>
                  <a:pt x="1819275" y="161925"/>
                </a:lnTo>
                <a:lnTo>
                  <a:pt x="1819275" y="152400"/>
                </a:lnTo>
                <a:lnTo>
                  <a:pt x="1809750" y="152400"/>
                </a:lnTo>
                <a:close/>
                <a:moveTo>
                  <a:pt x="352425" y="180975"/>
                </a:moveTo>
                <a:lnTo>
                  <a:pt x="361950" y="180975"/>
                </a:lnTo>
                <a:lnTo>
                  <a:pt x="361950" y="190500"/>
                </a:lnTo>
                <a:lnTo>
                  <a:pt x="371475" y="190500"/>
                </a:lnTo>
                <a:lnTo>
                  <a:pt x="371475" y="209550"/>
                </a:lnTo>
                <a:lnTo>
                  <a:pt x="390525" y="209550"/>
                </a:lnTo>
                <a:lnTo>
                  <a:pt x="390525" y="228600"/>
                </a:lnTo>
                <a:lnTo>
                  <a:pt x="409575" y="228600"/>
                </a:lnTo>
                <a:lnTo>
                  <a:pt x="409575" y="219075"/>
                </a:lnTo>
                <a:lnTo>
                  <a:pt x="419100" y="219075"/>
                </a:lnTo>
                <a:lnTo>
                  <a:pt x="419100" y="228600"/>
                </a:lnTo>
                <a:lnTo>
                  <a:pt x="428625" y="228600"/>
                </a:lnTo>
                <a:lnTo>
                  <a:pt x="428625" y="238125"/>
                </a:lnTo>
                <a:lnTo>
                  <a:pt x="419100" y="238125"/>
                </a:lnTo>
                <a:lnTo>
                  <a:pt x="419100" y="257175"/>
                </a:lnTo>
                <a:lnTo>
                  <a:pt x="409575" y="257175"/>
                </a:lnTo>
                <a:lnTo>
                  <a:pt x="409575" y="266700"/>
                </a:lnTo>
                <a:lnTo>
                  <a:pt x="371475" y="266700"/>
                </a:lnTo>
                <a:lnTo>
                  <a:pt x="371475" y="257175"/>
                </a:lnTo>
                <a:lnTo>
                  <a:pt x="333375" y="257175"/>
                </a:lnTo>
                <a:lnTo>
                  <a:pt x="333375" y="228600"/>
                </a:lnTo>
                <a:lnTo>
                  <a:pt x="342900" y="228600"/>
                </a:lnTo>
                <a:lnTo>
                  <a:pt x="342900" y="190500"/>
                </a:lnTo>
                <a:lnTo>
                  <a:pt x="352425" y="190500"/>
                </a:lnTo>
                <a:close/>
                <a:moveTo>
                  <a:pt x="2105025" y="180975"/>
                </a:moveTo>
                <a:lnTo>
                  <a:pt x="2114550" y="180975"/>
                </a:lnTo>
                <a:lnTo>
                  <a:pt x="2114550" y="200025"/>
                </a:lnTo>
                <a:lnTo>
                  <a:pt x="2105025" y="200025"/>
                </a:lnTo>
                <a:close/>
                <a:moveTo>
                  <a:pt x="1219200" y="190500"/>
                </a:moveTo>
                <a:lnTo>
                  <a:pt x="1228725" y="190500"/>
                </a:lnTo>
                <a:lnTo>
                  <a:pt x="1228725" y="200025"/>
                </a:lnTo>
                <a:lnTo>
                  <a:pt x="1238250" y="200025"/>
                </a:lnTo>
                <a:lnTo>
                  <a:pt x="1238250" y="209550"/>
                </a:lnTo>
                <a:lnTo>
                  <a:pt x="1209675" y="209550"/>
                </a:lnTo>
                <a:lnTo>
                  <a:pt x="1209675" y="200025"/>
                </a:lnTo>
                <a:lnTo>
                  <a:pt x="1219200" y="200025"/>
                </a:lnTo>
                <a:close/>
                <a:moveTo>
                  <a:pt x="1276350" y="190500"/>
                </a:moveTo>
                <a:lnTo>
                  <a:pt x="1285875" y="190500"/>
                </a:lnTo>
                <a:lnTo>
                  <a:pt x="1285875" y="200025"/>
                </a:lnTo>
                <a:lnTo>
                  <a:pt x="1276350" y="200025"/>
                </a:lnTo>
                <a:close/>
                <a:moveTo>
                  <a:pt x="2095500" y="200025"/>
                </a:moveTo>
                <a:lnTo>
                  <a:pt x="2105025" y="200025"/>
                </a:lnTo>
                <a:lnTo>
                  <a:pt x="2105025" y="209550"/>
                </a:lnTo>
                <a:lnTo>
                  <a:pt x="2095500" y="209550"/>
                </a:lnTo>
                <a:close/>
                <a:moveTo>
                  <a:pt x="2095500" y="219075"/>
                </a:moveTo>
                <a:lnTo>
                  <a:pt x="2105025" y="219075"/>
                </a:lnTo>
                <a:lnTo>
                  <a:pt x="2105025" y="238125"/>
                </a:lnTo>
                <a:lnTo>
                  <a:pt x="2085975" y="238125"/>
                </a:lnTo>
                <a:lnTo>
                  <a:pt x="2085975" y="228600"/>
                </a:lnTo>
                <a:lnTo>
                  <a:pt x="2095500" y="228600"/>
                </a:lnTo>
                <a:close/>
                <a:moveTo>
                  <a:pt x="1257300" y="228600"/>
                </a:moveTo>
                <a:lnTo>
                  <a:pt x="1266825" y="228600"/>
                </a:lnTo>
                <a:lnTo>
                  <a:pt x="1266825" y="238125"/>
                </a:lnTo>
                <a:lnTo>
                  <a:pt x="1257300" y="238125"/>
                </a:lnTo>
                <a:close/>
                <a:moveTo>
                  <a:pt x="1762125" y="228600"/>
                </a:moveTo>
                <a:lnTo>
                  <a:pt x="1781175" y="228600"/>
                </a:lnTo>
                <a:lnTo>
                  <a:pt x="1781175" y="238125"/>
                </a:lnTo>
                <a:lnTo>
                  <a:pt x="1762125" y="238125"/>
                </a:lnTo>
                <a:close/>
                <a:moveTo>
                  <a:pt x="1238250" y="238125"/>
                </a:moveTo>
                <a:lnTo>
                  <a:pt x="1247775" y="238125"/>
                </a:lnTo>
                <a:lnTo>
                  <a:pt x="1247775" y="247650"/>
                </a:lnTo>
                <a:lnTo>
                  <a:pt x="1238250" y="247650"/>
                </a:lnTo>
                <a:close/>
                <a:moveTo>
                  <a:pt x="1323975" y="238125"/>
                </a:moveTo>
                <a:lnTo>
                  <a:pt x="1343025" y="238125"/>
                </a:lnTo>
                <a:lnTo>
                  <a:pt x="1343025" y="266700"/>
                </a:lnTo>
                <a:lnTo>
                  <a:pt x="1333500" y="266700"/>
                </a:lnTo>
                <a:lnTo>
                  <a:pt x="1333500" y="247650"/>
                </a:lnTo>
                <a:lnTo>
                  <a:pt x="1323975" y="247650"/>
                </a:lnTo>
                <a:close/>
                <a:moveTo>
                  <a:pt x="704850" y="257175"/>
                </a:moveTo>
                <a:lnTo>
                  <a:pt x="714375" y="257175"/>
                </a:lnTo>
                <a:lnTo>
                  <a:pt x="714375" y="276225"/>
                </a:lnTo>
                <a:lnTo>
                  <a:pt x="704850" y="276225"/>
                </a:lnTo>
                <a:close/>
                <a:moveTo>
                  <a:pt x="809625" y="257175"/>
                </a:moveTo>
                <a:lnTo>
                  <a:pt x="819150" y="257175"/>
                </a:lnTo>
                <a:lnTo>
                  <a:pt x="819150" y="285750"/>
                </a:lnTo>
                <a:lnTo>
                  <a:pt x="790575" y="285750"/>
                </a:lnTo>
                <a:lnTo>
                  <a:pt x="790575" y="276225"/>
                </a:lnTo>
                <a:lnTo>
                  <a:pt x="809625" y="276225"/>
                </a:lnTo>
                <a:close/>
                <a:moveTo>
                  <a:pt x="1162050" y="257175"/>
                </a:moveTo>
                <a:lnTo>
                  <a:pt x="1181100" y="257175"/>
                </a:lnTo>
                <a:lnTo>
                  <a:pt x="1181100" y="276225"/>
                </a:lnTo>
                <a:lnTo>
                  <a:pt x="1162050" y="276225"/>
                </a:lnTo>
                <a:lnTo>
                  <a:pt x="1162050" y="285750"/>
                </a:lnTo>
                <a:lnTo>
                  <a:pt x="1152525" y="285750"/>
                </a:lnTo>
                <a:lnTo>
                  <a:pt x="1152525" y="304800"/>
                </a:lnTo>
                <a:lnTo>
                  <a:pt x="1162050" y="304800"/>
                </a:lnTo>
                <a:lnTo>
                  <a:pt x="1162050" y="314325"/>
                </a:lnTo>
                <a:lnTo>
                  <a:pt x="1133475" y="314325"/>
                </a:lnTo>
                <a:lnTo>
                  <a:pt x="1133475" y="304800"/>
                </a:lnTo>
                <a:lnTo>
                  <a:pt x="1123950" y="304800"/>
                </a:lnTo>
                <a:lnTo>
                  <a:pt x="1123950" y="285750"/>
                </a:lnTo>
                <a:lnTo>
                  <a:pt x="1133475" y="285750"/>
                </a:lnTo>
                <a:lnTo>
                  <a:pt x="1133475" y="276225"/>
                </a:lnTo>
                <a:lnTo>
                  <a:pt x="1152525" y="276225"/>
                </a:lnTo>
                <a:lnTo>
                  <a:pt x="1152525" y="266700"/>
                </a:lnTo>
                <a:lnTo>
                  <a:pt x="1162050" y="266700"/>
                </a:lnTo>
                <a:close/>
                <a:moveTo>
                  <a:pt x="1209675" y="257175"/>
                </a:moveTo>
                <a:lnTo>
                  <a:pt x="1219200" y="257175"/>
                </a:lnTo>
                <a:lnTo>
                  <a:pt x="1219200" y="266700"/>
                </a:lnTo>
                <a:lnTo>
                  <a:pt x="1285875" y="266700"/>
                </a:lnTo>
                <a:lnTo>
                  <a:pt x="1285875" y="276225"/>
                </a:lnTo>
                <a:lnTo>
                  <a:pt x="1304925" y="276225"/>
                </a:lnTo>
                <a:lnTo>
                  <a:pt x="1304925" y="295275"/>
                </a:lnTo>
                <a:lnTo>
                  <a:pt x="1257300" y="295275"/>
                </a:lnTo>
                <a:lnTo>
                  <a:pt x="1257300" y="304800"/>
                </a:lnTo>
                <a:lnTo>
                  <a:pt x="1228725" y="304800"/>
                </a:lnTo>
                <a:lnTo>
                  <a:pt x="1228725" y="314325"/>
                </a:lnTo>
                <a:lnTo>
                  <a:pt x="1209675" y="314325"/>
                </a:lnTo>
                <a:lnTo>
                  <a:pt x="1209675" y="304800"/>
                </a:lnTo>
                <a:lnTo>
                  <a:pt x="1200150" y="304800"/>
                </a:lnTo>
                <a:lnTo>
                  <a:pt x="1200150" y="295275"/>
                </a:lnTo>
                <a:lnTo>
                  <a:pt x="1190625" y="295275"/>
                </a:lnTo>
                <a:lnTo>
                  <a:pt x="1190625" y="276225"/>
                </a:lnTo>
                <a:lnTo>
                  <a:pt x="1200150" y="276225"/>
                </a:lnTo>
                <a:lnTo>
                  <a:pt x="1200150" y="266700"/>
                </a:lnTo>
                <a:lnTo>
                  <a:pt x="1209675" y="266700"/>
                </a:lnTo>
                <a:close/>
                <a:moveTo>
                  <a:pt x="419100" y="266700"/>
                </a:moveTo>
                <a:lnTo>
                  <a:pt x="428625" y="266700"/>
                </a:lnTo>
                <a:lnTo>
                  <a:pt x="428625" y="276225"/>
                </a:lnTo>
                <a:lnTo>
                  <a:pt x="419100" y="276225"/>
                </a:lnTo>
                <a:close/>
                <a:moveTo>
                  <a:pt x="723900" y="266700"/>
                </a:moveTo>
                <a:lnTo>
                  <a:pt x="762000" y="266700"/>
                </a:lnTo>
                <a:lnTo>
                  <a:pt x="762000" y="276225"/>
                </a:lnTo>
                <a:lnTo>
                  <a:pt x="781050" y="276225"/>
                </a:lnTo>
                <a:lnTo>
                  <a:pt x="781050" y="295275"/>
                </a:lnTo>
                <a:lnTo>
                  <a:pt x="762000" y="295275"/>
                </a:lnTo>
                <a:lnTo>
                  <a:pt x="762000" y="304800"/>
                </a:lnTo>
                <a:lnTo>
                  <a:pt x="752475" y="304800"/>
                </a:lnTo>
                <a:lnTo>
                  <a:pt x="752475" y="295275"/>
                </a:lnTo>
                <a:lnTo>
                  <a:pt x="742950" y="295275"/>
                </a:lnTo>
                <a:lnTo>
                  <a:pt x="742950" y="276225"/>
                </a:lnTo>
                <a:lnTo>
                  <a:pt x="723900" y="276225"/>
                </a:lnTo>
                <a:close/>
                <a:moveTo>
                  <a:pt x="2076450" y="285750"/>
                </a:moveTo>
                <a:lnTo>
                  <a:pt x="2085975" y="285750"/>
                </a:lnTo>
                <a:lnTo>
                  <a:pt x="2085975" y="295275"/>
                </a:lnTo>
                <a:lnTo>
                  <a:pt x="2076450" y="295275"/>
                </a:lnTo>
                <a:close/>
                <a:moveTo>
                  <a:pt x="0" y="295275"/>
                </a:moveTo>
                <a:lnTo>
                  <a:pt x="9525" y="295275"/>
                </a:lnTo>
                <a:lnTo>
                  <a:pt x="9525" y="314325"/>
                </a:lnTo>
                <a:lnTo>
                  <a:pt x="0" y="314325"/>
                </a:lnTo>
                <a:close/>
                <a:moveTo>
                  <a:pt x="180975" y="295275"/>
                </a:moveTo>
                <a:lnTo>
                  <a:pt x="190500" y="295275"/>
                </a:lnTo>
                <a:lnTo>
                  <a:pt x="190500" y="304800"/>
                </a:lnTo>
                <a:lnTo>
                  <a:pt x="200025" y="304800"/>
                </a:lnTo>
                <a:lnTo>
                  <a:pt x="200025" y="314325"/>
                </a:lnTo>
                <a:lnTo>
                  <a:pt x="190500" y="314325"/>
                </a:lnTo>
                <a:lnTo>
                  <a:pt x="190500" y="323850"/>
                </a:lnTo>
                <a:lnTo>
                  <a:pt x="200025" y="323850"/>
                </a:lnTo>
                <a:lnTo>
                  <a:pt x="200025" y="342900"/>
                </a:lnTo>
                <a:lnTo>
                  <a:pt x="228600" y="342900"/>
                </a:lnTo>
                <a:lnTo>
                  <a:pt x="228600" y="361950"/>
                </a:lnTo>
                <a:lnTo>
                  <a:pt x="219075" y="361950"/>
                </a:lnTo>
                <a:lnTo>
                  <a:pt x="219075" y="371475"/>
                </a:lnTo>
                <a:lnTo>
                  <a:pt x="209550" y="371475"/>
                </a:lnTo>
                <a:lnTo>
                  <a:pt x="209550" y="361950"/>
                </a:lnTo>
                <a:lnTo>
                  <a:pt x="190500" y="361950"/>
                </a:lnTo>
                <a:lnTo>
                  <a:pt x="190500" y="371475"/>
                </a:lnTo>
                <a:lnTo>
                  <a:pt x="180975" y="371475"/>
                </a:lnTo>
                <a:lnTo>
                  <a:pt x="180975" y="361950"/>
                </a:lnTo>
                <a:lnTo>
                  <a:pt x="171450" y="361950"/>
                </a:lnTo>
                <a:lnTo>
                  <a:pt x="171450" y="304800"/>
                </a:lnTo>
                <a:lnTo>
                  <a:pt x="180975" y="304800"/>
                </a:lnTo>
                <a:close/>
                <a:moveTo>
                  <a:pt x="571500" y="295275"/>
                </a:moveTo>
                <a:lnTo>
                  <a:pt x="609600" y="295275"/>
                </a:lnTo>
                <a:lnTo>
                  <a:pt x="609600" y="304800"/>
                </a:lnTo>
                <a:lnTo>
                  <a:pt x="619125" y="304800"/>
                </a:lnTo>
                <a:lnTo>
                  <a:pt x="619125" y="314325"/>
                </a:lnTo>
                <a:lnTo>
                  <a:pt x="609600" y="314325"/>
                </a:lnTo>
                <a:lnTo>
                  <a:pt x="609600" y="323850"/>
                </a:lnTo>
                <a:lnTo>
                  <a:pt x="533400" y="323850"/>
                </a:lnTo>
                <a:lnTo>
                  <a:pt x="533400" y="333375"/>
                </a:lnTo>
                <a:lnTo>
                  <a:pt x="514350" y="333375"/>
                </a:lnTo>
                <a:lnTo>
                  <a:pt x="514350" y="323850"/>
                </a:lnTo>
                <a:lnTo>
                  <a:pt x="523875" y="323850"/>
                </a:lnTo>
                <a:lnTo>
                  <a:pt x="523875" y="304800"/>
                </a:lnTo>
                <a:lnTo>
                  <a:pt x="571500" y="304800"/>
                </a:lnTo>
                <a:close/>
                <a:moveTo>
                  <a:pt x="1323975" y="295275"/>
                </a:moveTo>
                <a:lnTo>
                  <a:pt x="1333500" y="295275"/>
                </a:lnTo>
                <a:lnTo>
                  <a:pt x="1333500" y="304800"/>
                </a:lnTo>
                <a:lnTo>
                  <a:pt x="1323975" y="304800"/>
                </a:lnTo>
                <a:close/>
                <a:moveTo>
                  <a:pt x="1114425" y="314325"/>
                </a:moveTo>
                <a:lnTo>
                  <a:pt x="1123950" y="314325"/>
                </a:lnTo>
                <a:lnTo>
                  <a:pt x="1123950" y="323850"/>
                </a:lnTo>
                <a:lnTo>
                  <a:pt x="1114425" y="323850"/>
                </a:lnTo>
                <a:close/>
                <a:moveTo>
                  <a:pt x="1400175" y="314325"/>
                </a:moveTo>
                <a:lnTo>
                  <a:pt x="1409700" y="314325"/>
                </a:lnTo>
                <a:lnTo>
                  <a:pt x="1409700" y="323850"/>
                </a:lnTo>
                <a:lnTo>
                  <a:pt x="1419225" y="323850"/>
                </a:lnTo>
                <a:lnTo>
                  <a:pt x="1419225" y="342900"/>
                </a:lnTo>
                <a:lnTo>
                  <a:pt x="1400175" y="342900"/>
                </a:lnTo>
                <a:lnTo>
                  <a:pt x="1400175" y="352425"/>
                </a:lnTo>
                <a:lnTo>
                  <a:pt x="1390650" y="352425"/>
                </a:lnTo>
                <a:lnTo>
                  <a:pt x="1390650" y="361950"/>
                </a:lnTo>
                <a:lnTo>
                  <a:pt x="1381125" y="361950"/>
                </a:lnTo>
                <a:lnTo>
                  <a:pt x="1381125" y="342900"/>
                </a:lnTo>
                <a:lnTo>
                  <a:pt x="1390650" y="342900"/>
                </a:lnTo>
                <a:lnTo>
                  <a:pt x="1390650" y="323850"/>
                </a:lnTo>
                <a:lnTo>
                  <a:pt x="1400175" y="323850"/>
                </a:lnTo>
                <a:close/>
                <a:moveTo>
                  <a:pt x="866775" y="323850"/>
                </a:moveTo>
                <a:lnTo>
                  <a:pt x="876300" y="323850"/>
                </a:lnTo>
                <a:lnTo>
                  <a:pt x="876300" y="342900"/>
                </a:lnTo>
                <a:lnTo>
                  <a:pt x="866775" y="342900"/>
                </a:lnTo>
                <a:close/>
                <a:moveTo>
                  <a:pt x="1066800" y="323850"/>
                </a:moveTo>
                <a:lnTo>
                  <a:pt x="1085850" y="323850"/>
                </a:lnTo>
                <a:lnTo>
                  <a:pt x="1085850" y="333375"/>
                </a:lnTo>
                <a:lnTo>
                  <a:pt x="1104900" y="333375"/>
                </a:lnTo>
                <a:lnTo>
                  <a:pt x="1104900" y="400050"/>
                </a:lnTo>
                <a:lnTo>
                  <a:pt x="1076325" y="400050"/>
                </a:lnTo>
                <a:lnTo>
                  <a:pt x="1076325" y="390525"/>
                </a:lnTo>
                <a:lnTo>
                  <a:pt x="1066800" y="390525"/>
                </a:lnTo>
                <a:lnTo>
                  <a:pt x="1066800" y="381000"/>
                </a:lnTo>
                <a:lnTo>
                  <a:pt x="1076325" y="381000"/>
                </a:lnTo>
                <a:lnTo>
                  <a:pt x="1076325" y="371475"/>
                </a:lnTo>
                <a:lnTo>
                  <a:pt x="1066800" y="371475"/>
                </a:lnTo>
                <a:close/>
                <a:moveTo>
                  <a:pt x="1466850" y="352425"/>
                </a:moveTo>
                <a:lnTo>
                  <a:pt x="1495425" y="352425"/>
                </a:lnTo>
                <a:lnTo>
                  <a:pt x="1495425" y="381000"/>
                </a:lnTo>
                <a:lnTo>
                  <a:pt x="1485900" y="381000"/>
                </a:lnTo>
                <a:lnTo>
                  <a:pt x="1485900" y="361950"/>
                </a:lnTo>
                <a:lnTo>
                  <a:pt x="1466850" y="361950"/>
                </a:lnTo>
                <a:close/>
                <a:moveTo>
                  <a:pt x="914400" y="361950"/>
                </a:moveTo>
                <a:lnTo>
                  <a:pt x="923925" y="361950"/>
                </a:lnTo>
                <a:lnTo>
                  <a:pt x="923925" y="371475"/>
                </a:lnTo>
                <a:lnTo>
                  <a:pt x="914400" y="371475"/>
                </a:lnTo>
                <a:close/>
                <a:moveTo>
                  <a:pt x="333375" y="371475"/>
                </a:moveTo>
                <a:lnTo>
                  <a:pt x="352425" y="371475"/>
                </a:lnTo>
                <a:lnTo>
                  <a:pt x="352425" y="400050"/>
                </a:lnTo>
                <a:lnTo>
                  <a:pt x="333375" y="400050"/>
                </a:lnTo>
                <a:lnTo>
                  <a:pt x="333375" y="390525"/>
                </a:lnTo>
                <a:lnTo>
                  <a:pt x="323850" y="390525"/>
                </a:lnTo>
                <a:lnTo>
                  <a:pt x="323850" y="381000"/>
                </a:lnTo>
                <a:lnTo>
                  <a:pt x="333375" y="381000"/>
                </a:lnTo>
                <a:close/>
                <a:moveTo>
                  <a:pt x="1009650" y="371475"/>
                </a:moveTo>
                <a:lnTo>
                  <a:pt x="1019175" y="371475"/>
                </a:lnTo>
                <a:lnTo>
                  <a:pt x="1019175" y="390525"/>
                </a:lnTo>
                <a:lnTo>
                  <a:pt x="1009650" y="390525"/>
                </a:lnTo>
                <a:close/>
                <a:moveTo>
                  <a:pt x="228600" y="381000"/>
                </a:moveTo>
                <a:lnTo>
                  <a:pt x="238125" y="381000"/>
                </a:lnTo>
                <a:lnTo>
                  <a:pt x="238125" y="390525"/>
                </a:lnTo>
                <a:lnTo>
                  <a:pt x="228600" y="390525"/>
                </a:lnTo>
                <a:close/>
                <a:moveTo>
                  <a:pt x="171450" y="390525"/>
                </a:moveTo>
                <a:lnTo>
                  <a:pt x="190500" y="390525"/>
                </a:lnTo>
                <a:lnTo>
                  <a:pt x="190500" y="409575"/>
                </a:lnTo>
                <a:lnTo>
                  <a:pt x="200025" y="409575"/>
                </a:lnTo>
                <a:lnTo>
                  <a:pt x="200025" y="419100"/>
                </a:lnTo>
                <a:lnTo>
                  <a:pt x="219075" y="419100"/>
                </a:lnTo>
                <a:lnTo>
                  <a:pt x="219075" y="438150"/>
                </a:lnTo>
                <a:lnTo>
                  <a:pt x="209550" y="438150"/>
                </a:lnTo>
                <a:lnTo>
                  <a:pt x="209550" y="457200"/>
                </a:lnTo>
                <a:lnTo>
                  <a:pt x="219075" y="457200"/>
                </a:lnTo>
                <a:lnTo>
                  <a:pt x="219075" y="466725"/>
                </a:lnTo>
                <a:lnTo>
                  <a:pt x="228600" y="466725"/>
                </a:lnTo>
                <a:lnTo>
                  <a:pt x="228600" y="485775"/>
                </a:lnTo>
                <a:lnTo>
                  <a:pt x="209550" y="485775"/>
                </a:lnTo>
                <a:lnTo>
                  <a:pt x="209550" y="476250"/>
                </a:lnTo>
                <a:lnTo>
                  <a:pt x="180975" y="476250"/>
                </a:lnTo>
                <a:lnTo>
                  <a:pt x="180975" y="447675"/>
                </a:lnTo>
                <a:lnTo>
                  <a:pt x="200025" y="447675"/>
                </a:lnTo>
                <a:lnTo>
                  <a:pt x="200025" y="428625"/>
                </a:lnTo>
                <a:lnTo>
                  <a:pt x="180975" y="428625"/>
                </a:lnTo>
                <a:lnTo>
                  <a:pt x="180975" y="419100"/>
                </a:lnTo>
                <a:lnTo>
                  <a:pt x="171450" y="419100"/>
                </a:lnTo>
                <a:close/>
                <a:moveTo>
                  <a:pt x="1028700" y="390525"/>
                </a:moveTo>
                <a:lnTo>
                  <a:pt x="1038225" y="390525"/>
                </a:lnTo>
                <a:lnTo>
                  <a:pt x="1038225" y="400050"/>
                </a:lnTo>
                <a:lnTo>
                  <a:pt x="1028700" y="400050"/>
                </a:lnTo>
                <a:close/>
                <a:moveTo>
                  <a:pt x="2114550" y="419100"/>
                </a:moveTo>
                <a:lnTo>
                  <a:pt x="2124075" y="419100"/>
                </a:lnTo>
                <a:lnTo>
                  <a:pt x="2124075" y="428625"/>
                </a:lnTo>
                <a:lnTo>
                  <a:pt x="2114550" y="428625"/>
                </a:lnTo>
                <a:close/>
                <a:moveTo>
                  <a:pt x="1714500" y="428625"/>
                </a:moveTo>
                <a:lnTo>
                  <a:pt x="1724025" y="428625"/>
                </a:lnTo>
                <a:lnTo>
                  <a:pt x="1724025" y="438150"/>
                </a:lnTo>
                <a:lnTo>
                  <a:pt x="1714500" y="438150"/>
                </a:lnTo>
                <a:close/>
                <a:moveTo>
                  <a:pt x="2028825" y="428625"/>
                </a:moveTo>
                <a:lnTo>
                  <a:pt x="2038350" y="428625"/>
                </a:lnTo>
                <a:lnTo>
                  <a:pt x="2038350" y="438150"/>
                </a:lnTo>
                <a:lnTo>
                  <a:pt x="2028825" y="438150"/>
                </a:lnTo>
                <a:close/>
                <a:moveTo>
                  <a:pt x="1352550" y="447675"/>
                </a:moveTo>
                <a:lnTo>
                  <a:pt x="1362075" y="447675"/>
                </a:lnTo>
                <a:lnTo>
                  <a:pt x="1362075" y="457200"/>
                </a:lnTo>
                <a:lnTo>
                  <a:pt x="1371600" y="457200"/>
                </a:lnTo>
                <a:lnTo>
                  <a:pt x="1371600" y="476250"/>
                </a:lnTo>
                <a:lnTo>
                  <a:pt x="1381125" y="476250"/>
                </a:lnTo>
                <a:lnTo>
                  <a:pt x="1381125" y="495300"/>
                </a:lnTo>
                <a:lnTo>
                  <a:pt x="1362075" y="495300"/>
                </a:lnTo>
                <a:lnTo>
                  <a:pt x="1362075" y="485775"/>
                </a:lnTo>
                <a:lnTo>
                  <a:pt x="1352550" y="485775"/>
                </a:lnTo>
                <a:close/>
                <a:moveTo>
                  <a:pt x="876300" y="457200"/>
                </a:moveTo>
                <a:lnTo>
                  <a:pt x="895350" y="457200"/>
                </a:lnTo>
                <a:lnTo>
                  <a:pt x="895350" y="476250"/>
                </a:lnTo>
                <a:lnTo>
                  <a:pt x="904875" y="476250"/>
                </a:lnTo>
                <a:lnTo>
                  <a:pt x="904875" y="495300"/>
                </a:lnTo>
                <a:lnTo>
                  <a:pt x="895350" y="495300"/>
                </a:lnTo>
                <a:lnTo>
                  <a:pt x="895350" y="514350"/>
                </a:lnTo>
                <a:lnTo>
                  <a:pt x="904875" y="514350"/>
                </a:lnTo>
                <a:lnTo>
                  <a:pt x="904875" y="523875"/>
                </a:lnTo>
                <a:lnTo>
                  <a:pt x="914400" y="523875"/>
                </a:lnTo>
                <a:lnTo>
                  <a:pt x="914400" y="533400"/>
                </a:lnTo>
                <a:lnTo>
                  <a:pt x="942975" y="533400"/>
                </a:lnTo>
                <a:lnTo>
                  <a:pt x="942975" y="609600"/>
                </a:lnTo>
                <a:lnTo>
                  <a:pt x="933450" y="609600"/>
                </a:lnTo>
                <a:lnTo>
                  <a:pt x="933450" y="638175"/>
                </a:lnTo>
                <a:lnTo>
                  <a:pt x="914400" y="638175"/>
                </a:lnTo>
                <a:lnTo>
                  <a:pt x="914400" y="628650"/>
                </a:lnTo>
                <a:lnTo>
                  <a:pt x="904875" y="628650"/>
                </a:lnTo>
                <a:lnTo>
                  <a:pt x="904875" y="581025"/>
                </a:lnTo>
                <a:lnTo>
                  <a:pt x="895350" y="581025"/>
                </a:lnTo>
                <a:lnTo>
                  <a:pt x="895350" y="552450"/>
                </a:lnTo>
                <a:lnTo>
                  <a:pt x="885825" y="552450"/>
                </a:lnTo>
                <a:lnTo>
                  <a:pt x="885825" y="523875"/>
                </a:lnTo>
                <a:lnTo>
                  <a:pt x="876300" y="523875"/>
                </a:lnTo>
                <a:close/>
                <a:moveTo>
                  <a:pt x="1104900" y="466725"/>
                </a:moveTo>
                <a:lnTo>
                  <a:pt x="1114425" y="466725"/>
                </a:lnTo>
                <a:lnTo>
                  <a:pt x="1114425" y="476250"/>
                </a:lnTo>
                <a:lnTo>
                  <a:pt x="1123950" y="476250"/>
                </a:lnTo>
                <a:lnTo>
                  <a:pt x="1123950" y="495300"/>
                </a:lnTo>
                <a:lnTo>
                  <a:pt x="1133475" y="495300"/>
                </a:lnTo>
                <a:lnTo>
                  <a:pt x="1133475" y="514350"/>
                </a:lnTo>
                <a:lnTo>
                  <a:pt x="1143000" y="514350"/>
                </a:lnTo>
                <a:lnTo>
                  <a:pt x="1143000" y="523875"/>
                </a:lnTo>
                <a:lnTo>
                  <a:pt x="1152525" y="523875"/>
                </a:lnTo>
                <a:lnTo>
                  <a:pt x="1152525" y="533400"/>
                </a:lnTo>
                <a:lnTo>
                  <a:pt x="1162050" y="533400"/>
                </a:lnTo>
                <a:lnTo>
                  <a:pt x="1162050" y="542925"/>
                </a:lnTo>
                <a:lnTo>
                  <a:pt x="1190625" y="542925"/>
                </a:lnTo>
                <a:lnTo>
                  <a:pt x="1190625" y="552450"/>
                </a:lnTo>
                <a:lnTo>
                  <a:pt x="1219200" y="552450"/>
                </a:lnTo>
                <a:lnTo>
                  <a:pt x="1219200" y="561975"/>
                </a:lnTo>
                <a:lnTo>
                  <a:pt x="1143000" y="561975"/>
                </a:lnTo>
                <a:lnTo>
                  <a:pt x="1143000" y="552450"/>
                </a:lnTo>
                <a:lnTo>
                  <a:pt x="1133475" y="552450"/>
                </a:lnTo>
                <a:lnTo>
                  <a:pt x="1133475" y="533400"/>
                </a:lnTo>
                <a:lnTo>
                  <a:pt x="1123950" y="533400"/>
                </a:lnTo>
                <a:lnTo>
                  <a:pt x="1123950" y="523875"/>
                </a:lnTo>
                <a:lnTo>
                  <a:pt x="1114425" y="523875"/>
                </a:lnTo>
                <a:lnTo>
                  <a:pt x="1114425" y="514350"/>
                </a:lnTo>
                <a:lnTo>
                  <a:pt x="1104900" y="514350"/>
                </a:lnTo>
                <a:close/>
                <a:moveTo>
                  <a:pt x="476250" y="485775"/>
                </a:moveTo>
                <a:lnTo>
                  <a:pt x="495300" y="485775"/>
                </a:lnTo>
                <a:lnTo>
                  <a:pt x="495300" y="504825"/>
                </a:lnTo>
                <a:lnTo>
                  <a:pt x="457200" y="504825"/>
                </a:lnTo>
                <a:lnTo>
                  <a:pt x="457200" y="495300"/>
                </a:lnTo>
                <a:lnTo>
                  <a:pt x="476250" y="495300"/>
                </a:lnTo>
                <a:close/>
                <a:moveTo>
                  <a:pt x="1695450" y="485775"/>
                </a:moveTo>
                <a:lnTo>
                  <a:pt x="1704975" y="485775"/>
                </a:lnTo>
                <a:lnTo>
                  <a:pt x="1704975" y="495300"/>
                </a:lnTo>
                <a:lnTo>
                  <a:pt x="1695450" y="495300"/>
                </a:lnTo>
                <a:close/>
                <a:moveTo>
                  <a:pt x="1476375" y="514350"/>
                </a:moveTo>
                <a:lnTo>
                  <a:pt x="1485900" y="514350"/>
                </a:lnTo>
                <a:lnTo>
                  <a:pt x="1485900" y="523875"/>
                </a:lnTo>
                <a:lnTo>
                  <a:pt x="1495425" y="523875"/>
                </a:lnTo>
                <a:lnTo>
                  <a:pt x="1495425" y="533400"/>
                </a:lnTo>
                <a:lnTo>
                  <a:pt x="1504950" y="533400"/>
                </a:lnTo>
                <a:lnTo>
                  <a:pt x="1504950" y="542925"/>
                </a:lnTo>
                <a:lnTo>
                  <a:pt x="1514475" y="542925"/>
                </a:lnTo>
                <a:lnTo>
                  <a:pt x="1514475" y="571500"/>
                </a:lnTo>
                <a:lnTo>
                  <a:pt x="1495425" y="571500"/>
                </a:lnTo>
                <a:lnTo>
                  <a:pt x="1495425" y="561975"/>
                </a:lnTo>
                <a:lnTo>
                  <a:pt x="1485900" y="561975"/>
                </a:lnTo>
                <a:lnTo>
                  <a:pt x="1485900" y="552450"/>
                </a:lnTo>
                <a:lnTo>
                  <a:pt x="1466850" y="552450"/>
                </a:lnTo>
                <a:lnTo>
                  <a:pt x="1466850" y="561975"/>
                </a:lnTo>
                <a:lnTo>
                  <a:pt x="1457325" y="561975"/>
                </a:lnTo>
                <a:lnTo>
                  <a:pt x="1457325" y="542925"/>
                </a:lnTo>
                <a:lnTo>
                  <a:pt x="1466850" y="542925"/>
                </a:lnTo>
                <a:lnTo>
                  <a:pt x="1466850" y="523875"/>
                </a:lnTo>
                <a:lnTo>
                  <a:pt x="1476375" y="523875"/>
                </a:lnTo>
                <a:close/>
                <a:moveTo>
                  <a:pt x="171450" y="533400"/>
                </a:moveTo>
                <a:lnTo>
                  <a:pt x="190500" y="533400"/>
                </a:lnTo>
                <a:lnTo>
                  <a:pt x="190500" y="552450"/>
                </a:lnTo>
                <a:lnTo>
                  <a:pt x="200025" y="552450"/>
                </a:lnTo>
                <a:lnTo>
                  <a:pt x="200025" y="581025"/>
                </a:lnTo>
                <a:lnTo>
                  <a:pt x="190500" y="581025"/>
                </a:lnTo>
                <a:lnTo>
                  <a:pt x="190500" y="590550"/>
                </a:lnTo>
                <a:lnTo>
                  <a:pt x="180975" y="590550"/>
                </a:lnTo>
                <a:lnTo>
                  <a:pt x="180975" y="581025"/>
                </a:lnTo>
                <a:lnTo>
                  <a:pt x="171450" y="581025"/>
                </a:lnTo>
                <a:close/>
                <a:moveTo>
                  <a:pt x="285750" y="581025"/>
                </a:moveTo>
                <a:lnTo>
                  <a:pt x="295275" y="581025"/>
                </a:lnTo>
                <a:lnTo>
                  <a:pt x="295275" y="600075"/>
                </a:lnTo>
                <a:lnTo>
                  <a:pt x="304800" y="600075"/>
                </a:lnTo>
                <a:lnTo>
                  <a:pt x="304800" y="647700"/>
                </a:lnTo>
                <a:lnTo>
                  <a:pt x="285750" y="647700"/>
                </a:lnTo>
                <a:lnTo>
                  <a:pt x="285750" y="638175"/>
                </a:lnTo>
                <a:lnTo>
                  <a:pt x="266700" y="638175"/>
                </a:lnTo>
                <a:lnTo>
                  <a:pt x="266700" y="619125"/>
                </a:lnTo>
                <a:lnTo>
                  <a:pt x="276225" y="619125"/>
                </a:lnTo>
                <a:lnTo>
                  <a:pt x="276225" y="600075"/>
                </a:lnTo>
                <a:lnTo>
                  <a:pt x="285750" y="600075"/>
                </a:lnTo>
                <a:close/>
                <a:moveTo>
                  <a:pt x="1905000" y="600075"/>
                </a:moveTo>
                <a:lnTo>
                  <a:pt x="1924050" y="600075"/>
                </a:lnTo>
                <a:lnTo>
                  <a:pt x="1924050" y="647700"/>
                </a:lnTo>
                <a:lnTo>
                  <a:pt x="1866900" y="647700"/>
                </a:lnTo>
                <a:lnTo>
                  <a:pt x="1866900" y="628650"/>
                </a:lnTo>
                <a:lnTo>
                  <a:pt x="1885950" y="628650"/>
                </a:lnTo>
                <a:lnTo>
                  <a:pt x="1885950" y="619125"/>
                </a:lnTo>
                <a:lnTo>
                  <a:pt x="1895475" y="619125"/>
                </a:lnTo>
                <a:lnTo>
                  <a:pt x="1895475" y="609600"/>
                </a:lnTo>
                <a:lnTo>
                  <a:pt x="1905000" y="609600"/>
                </a:lnTo>
                <a:close/>
                <a:moveTo>
                  <a:pt x="1304925" y="609600"/>
                </a:moveTo>
                <a:lnTo>
                  <a:pt x="1343025" y="609600"/>
                </a:lnTo>
                <a:lnTo>
                  <a:pt x="1343025" y="619125"/>
                </a:lnTo>
                <a:lnTo>
                  <a:pt x="1352550" y="619125"/>
                </a:lnTo>
                <a:lnTo>
                  <a:pt x="1352550" y="647700"/>
                </a:lnTo>
                <a:lnTo>
                  <a:pt x="1381125" y="647700"/>
                </a:lnTo>
                <a:lnTo>
                  <a:pt x="1381125" y="666750"/>
                </a:lnTo>
                <a:lnTo>
                  <a:pt x="1390650" y="666750"/>
                </a:lnTo>
                <a:lnTo>
                  <a:pt x="1390650" y="685800"/>
                </a:lnTo>
                <a:lnTo>
                  <a:pt x="1381125" y="685800"/>
                </a:lnTo>
                <a:lnTo>
                  <a:pt x="1381125" y="695325"/>
                </a:lnTo>
                <a:lnTo>
                  <a:pt x="1362075" y="695325"/>
                </a:lnTo>
                <a:lnTo>
                  <a:pt x="1362075" y="704850"/>
                </a:lnTo>
                <a:lnTo>
                  <a:pt x="1343025" y="704850"/>
                </a:lnTo>
                <a:lnTo>
                  <a:pt x="1343025" y="695325"/>
                </a:lnTo>
                <a:lnTo>
                  <a:pt x="1333500" y="695325"/>
                </a:lnTo>
                <a:lnTo>
                  <a:pt x="1333500" y="676275"/>
                </a:lnTo>
                <a:lnTo>
                  <a:pt x="1323975" y="676275"/>
                </a:lnTo>
                <a:lnTo>
                  <a:pt x="1323975" y="657225"/>
                </a:lnTo>
                <a:lnTo>
                  <a:pt x="1314450" y="657225"/>
                </a:lnTo>
                <a:lnTo>
                  <a:pt x="1314450" y="647700"/>
                </a:lnTo>
                <a:lnTo>
                  <a:pt x="1304925" y="647700"/>
                </a:lnTo>
                <a:lnTo>
                  <a:pt x="1304925" y="638175"/>
                </a:lnTo>
                <a:lnTo>
                  <a:pt x="1285875" y="638175"/>
                </a:lnTo>
                <a:lnTo>
                  <a:pt x="1285875" y="628650"/>
                </a:lnTo>
                <a:lnTo>
                  <a:pt x="1295400" y="628650"/>
                </a:lnTo>
                <a:lnTo>
                  <a:pt x="1295400" y="619125"/>
                </a:lnTo>
                <a:lnTo>
                  <a:pt x="1304925" y="619125"/>
                </a:lnTo>
                <a:close/>
                <a:moveTo>
                  <a:pt x="1381125" y="609600"/>
                </a:moveTo>
                <a:lnTo>
                  <a:pt x="1409700" y="609600"/>
                </a:lnTo>
                <a:lnTo>
                  <a:pt x="1409700" y="628650"/>
                </a:lnTo>
                <a:lnTo>
                  <a:pt x="1400175" y="628650"/>
                </a:lnTo>
                <a:lnTo>
                  <a:pt x="1400175" y="619125"/>
                </a:lnTo>
                <a:lnTo>
                  <a:pt x="1381125" y="619125"/>
                </a:lnTo>
                <a:close/>
                <a:moveTo>
                  <a:pt x="1257300" y="638175"/>
                </a:moveTo>
                <a:lnTo>
                  <a:pt x="1285875" y="638175"/>
                </a:lnTo>
                <a:lnTo>
                  <a:pt x="1285875" y="647700"/>
                </a:lnTo>
                <a:lnTo>
                  <a:pt x="1276350" y="647700"/>
                </a:lnTo>
                <a:lnTo>
                  <a:pt x="1276350" y="666750"/>
                </a:lnTo>
                <a:lnTo>
                  <a:pt x="1266825" y="666750"/>
                </a:lnTo>
                <a:lnTo>
                  <a:pt x="1266825" y="685800"/>
                </a:lnTo>
                <a:lnTo>
                  <a:pt x="1257300" y="685800"/>
                </a:lnTo>
                <a:lnTo>
                  <a:pt x="1257300" y="695325"/>
                </a:lnTo>
                <a:lnTo>
                  <a:pt x="1247775" y="695325"/>
                </a:lnTo>
                <a:lnTo>
                  <a:pt x="1247775" y="704850"/>
                </a:lnTo>
                <a:lnTo>
                  <a:pt x="1238250" y="704850"/>
                </a:lnTo>
                <a:lnTo>
                  <a:pt x="1238250" y="714375"/>
                </a:lnTo>
                <a:lnTo>
                  <a:pt x="1219200" y="714375"/>
                </a:lnTo>
                <a:lnTo>
                  <a:pt x="1219200" y="676275"/>
                </a:lnTo>
                <a:lnTo>
                  <a:pt x="1228725" y="676275"/>
                </a:lnTo>
                <a:lnTo>
                  <a:pt x="1228725" y="657225"/>
                </a:lnTo>
                <a:lnTo>
                  <a:pt x="1238250" y="657225"/>
                </a:lnTo>
                <a:lnTo>
                  <a:pt x="1238250" y="647700"/>
                </a:lnTo>
                <a:lnTo>
                  <a:pt x="1257300" y="647700"/>
                </a:lnTo>
                <a:close/>
                <a:moveTo>
                  <a:pt x="1676400" y="638175"/>
                </a:moveTo>
                <a:lnTo>
                  <a:pt x="1685925" y="638175"/>
                </a:lnTo>
                <a:lnTo>
                  <a:pt x="1685925" y="647700"/>
                </a:lnTo>
                <a:lnTo>
                  <a:pt x="1676400" y="647700"/>
                </a:lnTo>
                <a:close/>
                <a:moveTo>
                  <a:pt x="695325" y="657225"/>
                </a:moveTo>
                <a:lnTo>
                  <a:pt x="733425" y="657225"/>
                </a:lnTo>
                <a:lnTo>
                  <a:pt x="733425" y="666750"/>
                </a:lnTo>
                <a:lnTo>
                  <a:pt x="752475" y="666750"/>
                </a:lnTo>
                <a:lnTo>
                  <a:pt x="752475" y="685800"/>
                </a:lnTo>
                <a:lnTo>
                  <a:pt x="723900" y="685800"/>
                </a:lnTo>
                <a:lnTo>
                  <a:pt x="723900" y="676275"/>
                </a:lnTo>
                <a:lnTo>
                  <a:pt x="714375" y="676275"/>
                </a:lnTo>
                <a:lnTo>
                  <a:pt x="714375" y="695325"/>
                </a:lnTo>
                <a:lnTo>
                  <a:pt x="733425" y="695325"/>
                </a:lnTo>
                <a:lnTo>
                  <a:pt x="733425" y="714375"/>
                </a:lnTo>
                <a:lnTo>
                  <a:pt x="742950" y="714375"/>
                </a:lnTo>
                <a:lnTo>
                  <a:pt x="742950" y="723900"/>
                </a:lnTo>
                <a:lnTo>
                  <a:pt x="723900" y="723900"/>
                </a:lnTo>
                <a:lnTo>
                  <a:pt x="723900" y="714375"/>
                </a:lnTo>
                <a:lnTo>
                  <a:pt x="704850" y="714375"/>
                </a:lnTo>
                <a:lnTo>
                  <a:pt x="704850" y="704850"/>
                </a:lnTo>
                <a:lnTo>
                  <a:pt x="695325" y="704850"/>
                </a:lnTo>
                <a:lnTo>
                  <a:pt x="695325" y="695325"/>
                </a:lnTo>
                <a:lnTo>
                  <a:pt x="685800" y="695325"/>
                </a:lnTo>
                <a:lnTo>
                  <a:pt x="685800" y="666750"/>
                </a:lnTo>
                <a:lnTo>
                  <a:pt x="695325" y="666750"/>
                </a:lnTo>
                <a:close/>
                <a:moveTo>
                  <a:pt x="1628775" y="657225"/>
                </a:moveTo>
                <a:lnTo>
                  <a:pt x="1638300" y="657225"/>
                </a:lnTo>
                <a:lnTo>
                  <a:pt x="1638300" y="695325"/>
                </a:lnTo>
                <a:lnTo>
                  <a:pt x="1628775" y="695325"/>
                </a:lnTo>
                <a:close/>
                <a:moveTo>
                  <a:pt x="1285875" y="676275"/>
                </a:moveTo>
                <a:lnTo>
                  <a:pt x="1304925" y="676275"/>
                </a:lnTo>
                <a:lnTo>
                  <a:pt x="1304925" y="695325"/>
                </a:lnTo>
                <a:lnTo>
                  <a:pt x="1314450" y="695325"/>
                </a:lnTo>
                <a:lnTo>
                  <a:pt x="1314450" y="733425"/>
                </a:lnTo>
                <a:lnTo>
                  <a:pt x="1295400" y="733425"/>
                </a:lnTo>
                <a:lnTo>
                  <a:pt x="1295400" y="742950"/>
                </a:lnTo>
                <a:lnTo>
                  <a:pt x="1247775" y="742950"/>
                </a:lnTo>
                <a:lnTo>
                  <a:pt x="1247775" y="723900"/>
                </a:lnTo>
                <a:lnTo>
                  <a:pt x="1257300" y="723900"/>
                </a:lnTo>
                <a:lnTo>
                  <a:pt x="1257300" y="714375"/>
                </a:lnTo>
                <a:lnTo>
                  <a:pt x="1266825" y="714375"/>
                </a:lnTo>
                <a:lnTo>
                  <a:pt x="1266825" y="704850"/>
                </a:lnTo>
                <a:lnTo>
                  <a:pt x="1276350" y="704850"/>
                </a:lnTo>
                <a:lnTo>
                  <a:pt x="1276350" y="695325"/>
                </a:lnTo>
                <a:lnTo>
                  <a:pt x="1285875" y="695325"/>
                </a:lnTo>
                <a:close/>
                <a:moveTo>
                  <a:pt x="781050" y="685800"/>
                </a:moveTo>
                <a:lnTo>
                  <a:pt x="790575" y="685800"/>
                </a:lnTo>
                <a:lnTo>
                  <a:pt x="790575" y="695325"/>
                </a:lnTo>
                <a:lnTo>
                  <a:pt x="800100" y="695325"/>
                </a:lnTo>
                <a:lnTo>
                  <a:pt x="800100" y="714375"/>
                </a:lnTo>
                <a:lnTo>
                  <a:pt x="781050" y="714375"/>
                </a:lnTo>
                <a:lnTo>
                  <a:pt x="781050" y="723900"/>
                </a:lnTo>
                <a:lnTo>
                  <a:pt x="771525" y="723900"/>
                </a:lnTo>
                <a:lnTo>
                  <a:pt x="771525" y="695325"/>
                </a:lnTo>
                <a:lnTo>
                  <a:pt x="781050" y="695325"/>
                </a:lnTo>
                <a:close/>
                <a:moveTo>
                  <a:pt x="304800" y="695325"/>
                </a:moveTo>
                <a:lnTo>
                  <a:pt x="314325" y="695325"/>
                </a:lnTo>
                <a:lnTo>
                  <a:pt x="314325" y="704850"/>
                </a:lnTo>
                <a:lnTo>
                  <a:pt x="323850" y="704850"/>
                </a:lnTo>
                <a:lnTo>
                  <a:pt x="323850" y="714375"/>
                </a:lnTo>
                <a:lnTo>
                  <a:pt x="333375" y="714375"/>
                </a:lnTo>
                <a:lnTo>
                  <a:pt x="333375" y="762000"/>
                </a:lnTo>
                <a:lnTo>
                  <a:pt x="323850" y="762000"/>
                </a:lnTo>
                <a:lnTo>
                  <a:pt x="323850" y="752475"/>
                </a:lnTo>
                <a:lnTo>
                  <a:pt x="304800" y="752475"/>
                </a:lnTo>
                <a:lnTo>
                  <a:pt x="304800" y="762000"/>
                </a:lnTo>
                <a:lnTo>
                  <a:pt x="295275" y="762000"/>
                </a:lnTo>
                <a:lnTo>
                  <a:pt x="295275" y="752475"/>
                </a:lnTo>
                <a:lnTo>
                  <a:pt x="276225" y="752475"/>
                </a:lnTo>
                <a:lnTo>
                  <a:pt x="276225" y="771525"/>
                </a:lnTo>
                <a:lnTo>
                  <a:pt x="266700" y="771525"/>
                </a:lnTo>
                <a:lnTo>
                  <a:pt x="266700" y="781050"/>
                </a:lnTo>
                <a:lnTo>
                  <a:pt x="247650" y="781050"/>
                </a:lnTo>
                <a:lnTo>
                  <a:pt x="247650" y="771525"/>
                </a:lnTo>
                <a:lnTo>
                  <a:pt x="228600" y="771525"/>
                </a:lnTo>
                <a:lnTo>
                  <a:pt x="228600" y="723900"/>
                </a:lnTo>
                <a:lnTo>
                  <a:pt x="266700" y="723900"/>
                </a:lnTo>
                <a:lnTo>
                  <a:pt x="266700" y="714375"/>
                </a:lnTo>
                <a:lnTo>
                  <a:pt x="304800" y="714375"/>
                </a:lnTo>
                <a:close/>
                <a:moveTo>
                  <a:pt x="180975" y="704850"/>
                </a:moveTo>
                <a:lnTo>
                  <a:pt x="190500" y="704850"/>
                </a:lnTo>
                <a:lnTo>
                  <a:pt x="190500" y="723900"/>
                </a:lnTo>
                <a:lnTo>
                  <a:pt x="180975" y="723900"/>
                </a:lnTo>
                <a:close/>
                <a:moveTo>
                  <a:pt x="809625" y="704850"/>
                </a:moveTo>
                <a:lnTo>
                  <a:pt x="828675" y="704850"/>
                </a:lnTo>
                <a:lnTo>
                  <a:pt x="828675" y="714375"/>
                </a:lnTo>
                <a:lnTo>
                  <a:pt x="838200" y="714375"/>
                </a:lnTo>
                <a:lnTo>
                  <a:pt x="838200" y="723900"/>
                </a:lnTo>
                <a:lnTo>
                  <a:pt x="847725" y="723900"/>
                </a:lnTo>
                <a:lnTo>
                  <a:pt x="847725" y="733425"/>
                </a:lnTo>
                <a:lnTo>
                  <a:pt x="857250" y="733425"/>
                </a:lnTo>
                <a:lnTo>
                  <a:pt x="857250" y="742950"/>
                </a:lnTo>
                <a:lnTo>
                  <a:pt x="866775" y="742950"/>
                </a:lnTo>
                <a:lnTo>
                  <a:pt x="866775" y="752475"/>
                </a:lnTo>
                <a:lnTo>
                  <a:pt x="895350" y="752475"/>
                </a:lnTo>
                <a:lnTo>
                  <a:pt x="895350" y="790575"/>
                </a:lnTo>
                <a:lnTo>
                  <a:pt x="904875" y="790575"/>
                </a:lnTo>
                <a:lnTo>
                  <a:pt x="904875" y="800100"/>
                </a:lnTo>
                <a:lnTo>
                  <a:pt x="895350" y="800100"/>
                </a:lnTo>
                <a:lnTo>
                  <a:pt x="895350" y="809625"/>
                </a:lnTo>
                <a:lnTo>
                  <a:pt x="885825" y="809625"/>
                </a:lnTo>
                <a:lnTo>
                  <a:pt x="885825" y="800100"/>
                </a:lnTo>
                <a:lnTo>
                  <a:pt x="876300" y="800100"/>
                </a:lnTo>
                <a:lnTo>
                  <a:pt x="876300" y="809625"/>
                </a:lnTo>
                <a:lnTo>
                  <a:pt x="857250" y="809625"/>
                </a:lnTo>
                <a:lnTo>
                  <a:pt x="857250" y="800100"/>
                </a:lnTo>
                <a:lnTo>
                  <a:pt x="847725" y="800100"/>
                </a:lnTo>
                <a:lnTo>
                  <a:pt x="847725" y="790575"/>
                </a:lnTo>
                <a:lnTo>
                  <a:pt x="828675" y="790575"/>
                </a:lnTo>
                <a:lnTo>
                  <a:pt x="828675" y="781050"/>
                </a:lnTo>
                <a:lnTo>
                  <a:pt x="819150" y="781050"/>
                </a:lnTo>
                <a:lnTo>
                  <a:pt x="819150" y="771525"/>
                </a:lnTo>
                <a:lnTo>
                  <a:pt x="809625" y="771525"/>
                </a:lnTo>
                <a:lnTo>
                  <a:pt x="809625" y="762000"/>
                </a:lnTo>
                <a:lnTo>
                  <a:pt x="819150" y="762000"/>
                </a:lnTo>
                <a:lnTo>
                  <a:pt x="819150" y="752475"/>
                </a:lnTo>
                <a:lnTo>
                  <a:pt x="828675" y="752475"/>
                </a:lnTo>
                <a:lnTo>
                  <a:pt x="828675" y="733425"/>
                </a:lnTo>
                <a:lnTo>
                  <a:pt x="819150" y="733425"/>
                </a:lnTo>
                <a:lnTo>
                  <a:pt x="819150" y="723900"/>
                </a:lnTo>
                <a:lnTo>
                  <a:pt x="809625" y="723900"/>
                </a:lnTo>
                <a:close/>
                <a:moveTo>
                  <a:pt x="752475" y="733425"/>
                </a:moveTo>
                <a:lnTo>
                  <a:pt x="762000" y="733425"/>
                </a:lnTo>
                <a:lnTo>
                  <a:pt x="762000" y="742950"/>
                </a:lnTo>
                <a:lnTo>
                  <a:pt x="752475" y="742950"/>
                </a:lnTo>
                <a:close/>
                <a:moveTo>
                  <a:pt x="1466850" y="752475"/>
                </a:moveTo>
                <a:lnTo>
                  <a:pt x="1514475" y="752475"/>
                </a:lnTo>
                <a:lnTo>
                  <a:pt x="1514475" y="762000"/>
                </a:lnTo>
                <a:lnTo>
                  <a:pt x="1524000" y="762000"/>
                </a:lnTo>
                <a:lnTo>
                  <a:pt x="1524000" y="781050"/>
                </a:lnTo>
                <a:lnTo>
                  <a:pt x="1533525" y="781050"/>
                </a:lnTo>
                <a:lnTo>
                  <a:pt x="1533525" y="800100"/>
                </a:lnTo>
                <a:lnTo>
                  <a:pt x="1524000" y="800100"/>
                </a:lnTo>
                <a:lnTo>
                  <a:pt x="1524000" y="790575"/>
                </a:lnTo>
                <a:lnTo>
                  <a:pt x="1495425" y="790575"/>
                </a:lnTo>
                <a:lnTo>
                  <a:pt x="1495425" y="781050"/>
                </a:lnTo>
                <a:lnTo>
                  <a:pt x="1476375" y="781050"/>
                </a:lnTo>
                <a:lnTo>
                  <a:pt x="1476375" y="771525"/>
                </a:lnTo>
                <a:lnTo>
                  <a:pt x="1466850" y="771525"/>
                </a:lnTo>
                <a:close/>
                <a:moveTo>
                  <a:pt x="676275" y="771525"/>
                </a:moveTo>
                <a:lnTo>
                  <a:pt x="695325" y="771525"/>
                </a:lnTo>
                <a:lnTo>
                  <a:pt x="695325" y="781050"/>
                </a:lnTo>
                <a:lnTo>
                  <a:pt x="704850" y="781050"/>
                </a:lnTo>
                <a:lnTo>
                  <a:pt x="704850" y="790575"/>
                </a:lnTo>
                <a:lnTo>
                  <a:pt x="685800" y="790575"/>
                </a:lnTo>
                <a:lnTo>
                  <a:pt x="685800" y="800100"/>
                </a:lnTo>
                <a:lnTo>
                  <a:pt x="666750" y="800100"/>
                </a:lnTo>
                <a:lnTo>
                  <a:pt x="666750" y="790575"/>
                </a:lnTo>
                <a:lnTo>
                  <a:pt x="676275" y="790575"/>
                </a:lnTo>
                <a:close/>
                <a:moveTo>
                  <a:pt x="1419225" y="790575"/>
                </a:moveTo>
                <a:lnTo>
                  <a:pt x="1447800" y="790575"/>
                </a:lnTo>
                <a:lnTo>
                  <a:pt x="1447800" y="809625"/>
                </a:lnTo>
                <a:lnTo>
                  <a:pt x="1457325" y="809625"/>
                </a:lnTo>
                <a:lnTo>
                  <a:pt x="1457325" y="838200"/>
                </a:lnTo>
                <a:lnTo>
                  <a:pt x="1419225" y="838200"/>
                </a:lnTo>
                <a:close/>
                <a:moveTo>
                  <a:pt x="342900" y="809625"/>
                </a:moveTo>
                <a:lnTo>
                  <a:pt x="352425" y="809625"/>
                </a:lnTo>
                <a:lnTo>
                  <a:pt x="352425" y="819150"/>
                </a:lnTo>
                <a:lnTo>
                  <a:pt x="361950" y="819150"/>
                </a:lnTo>
                <a:lnTo>
                  <a:pt x="361950" y="876300"/>
                </a:lnTo>
                <a:lnTo>
                  <a:pt x="333375" y="876300"/>
                </a:lnTo>
                <a:lnTo>
                  <a:pt x="333375" y="819150"/>
                </a:lnTo>
                <a:lnTo>
                  <a:pt x="342900" y="819150"/>
                </a:lnTo>
                <a:close/>
                <a:moveTo>
                  <a:pt x="1162050" y="809625"/>
                </a:moveTo>
                <a:lnTo>
                  <a:pt x="1190625" y="809625"/>
                </a:lnTo>
                <a:lnTo>
                  <a:pt x="1190625" y="847725"/>
                </a:lnTo>
                <a:lnTo>
                  <a:pt x="1181100" y="847725"/>
                </a:lnTo>
                <a:lnTo>
                  <a:pt x="1181100" y="866775"/>
                </a:lnTo>
                <a:lnTo>
                  <a:pt x="1171575" y="866775"/>
                </a:lnTo>
                <a:lnTo>
                  <a:pt x="1171575" y="847725"/>
                </a:lnTo>
                <a:lnTo>
                  <a:pt x="1162050" y="847725"/>
                </a:lnTo>
                <a:lnTo>
                  <a:pt x="1162050" y="838200"/>
                </a:lnTo>
                <a:lnTo>
                  <a:pt x="1143000" y="838200"/>
                </a:lnTo>
                <a:lnTo>
                  <a:pt x="1143000" y="847725"/>
                </a:lnTo>
                <a:lnTo>
                  <a:pt x="1133475" y="847725"/>
                </a:lnTo>
                <a:lnTo>
                  <a:pt x="1133475" y="828675"/>
                </a:lnTo>
                <a:lnTo>
                  <a:pt x="1152525" y="828675"/>
                </a:lnTo>
                <a:lnTo>
                  <a:pt x="1152525" y="819150"/>
                </a:lnTo>
                <a:lnTo>
                  <a:pt x="1162050" y="819150"/>
                </a:lnTo>
                <a:close/>
                <a:moveTo>
                  <a:pt x="1581150" y="809625"/>
                </a:moveTo>
                <a:lnTo>
                  <a:pt x="1609725" y="809625"/>
                </a:lnTo>
                <a:lnTo>
                  <a:pt x="1609725" y="838200"/>
                </a:lnTo>
                <a:lnTo>
                  <a:pt x="1600200" y="838200"/>
                </a:lnTo>
                <a:lnTo>
                  <a:pt x="1600200" y="857250"/>
                </a:lnTo>
                <a:lnTo>
                  <a:pt x="1609725" y="857250"/>
                </a:lnTo>
                <a:lnTo>
                  <a:pt x="1609725" y="876300"/>
                </a:lnTo>
                <a:lnTo>
                  <a:pt x="1600200" y="876300"/>
                </a:lnTo>
                <a:lnTo>
                  <a:pt x="1600200" y="885825"/>
                </a:lnTo>
                <a:lnTo>
                  <a:pt x="1562100" y="885825"/>
                </a:lnTo>
                <a:lnTo>
                  <a:pt x="1562100" y="866775"/>
                </a:lnTo>
                <a:lnTo>
                  <a:pt x="1552575" y="866775"/>
                </a:lnTo>
                <a:lnTo>
                  <a:pt x="1552575" y="847725"/>
                </a:lnTo>
                <a:lnTo>
                  <a:pt x="1562100" y="847725"/>
                </a:lnTo>
                <a:lnTo>
                  <a:pt x="1562100" y="838200"/>
                </a:lnTo>
                <a:lnTo>
                  <a:pt x="1552575" y="838200"/>
                </a:lnTo>
                <a:lnTo>
                  <a:pt x="1552575" y="819150"/>
                </a:lnTo>
                <a:lnTo>
                  <a:pt x="1581150" y="819150"/>
                </a:lnTo>
                <a:close/>
                <a:moveTo>
                  <a:pt x="1028700" y="828675"/>
                </a:moveTo>
                <a:lnTo>
                  <a:pt x="1047750" y="828675"/>
                </a:lnTo>
                <a:lnTo>
                  <a:pt x="1047750" y="838200"/>
                </a:lnTo>
                <a:lnTo>
                  <a:pt x="1066800" y="838200"/>
                </a:lnTo>
                <a:lnTo>
                  <a:pt x="1066800" y="857250"/>
                </a:lnTo>
                <a:lnTo>
                  <a:pt x="1028700" y="857250"/>
                </a:lnTo>
                <a:close/>
                <a:moveTo>
                  <a:pt x="1104900" y="847725"/>
                </a:moveTo>
                <a:lnTo>
                  <a:pt x="1133475" y="847725"/>
                </a:lnTo>
                <a:lnTo>
                  <a:pt x="1133475" y="866775"/>
                </a:lnTo>
                <a:lnTo>
                  <a:pt x="1123950" y="866775"/>
                </a:lnTo>
                <a:lnTo>
                  <a:pt x="1123950" y="876300"/>
                </a:lnTo>
                <a:lnTo>
                  <a:pt x="1114425" y="876300"/>
                </a:lnTo>
                <a:lnTo>
                  <a:pt x="1114425" y="866775"/>
                </a:lnTo>
                <a:lnTo>
                  <a:pt x="1095375" y="866775"/>
                </a:lnTo>
                <a:lnTo>
                  <a:pt x="1095375" y="857250"/>
                </a:lnTo>
                <a:lnTo>
                  <a:pt x="1104900" y="857250"/>
                </a:lnTo>
                <a:close/>
                <a:moveTo>
                  <a:pt x="1362075" y="847725"/>
                </a:moveTo>
                <a:lnTo>
                  <a:pt x="1381125" y="847725"/>
                </a:lnTo>
                <a:lnTo>
                  <a:pt x="1381125" y="857250"/>
                </a:lnTo>
                <a:lnTo>
                  <a:pt x="1371600" y="857250"/>
                </a:lnTo>
                <a:lnTo>
                  <a:pt x="1371600" y="866775"/>
                </a:lnTo>
                <a:lnTo>
                  <a:pt x="1362075" y="866775"/>
                </a:lnTo>
                <a:close/>
                <a:moveTo>
                  <a:pt x="1295400" y="857250"/>
                </a:moveTo>
                <a:lnTo>
                  <a:pt x="1314450" y="857250"/>
                </a:lnTo>
                <a:lnTo>
                  <a:pt x="1314450" y="876300"/>
                </a:lnTo>
                <a:lnTo>
                  <a:pt x="1323975" y="876300"/>
                </a:lnTo>
                <a:lnTo>
                  <a:pt x="1323975" y="895350"/>
                </a:lnTo>
                <a:lnTo>
                  <a:pt x="1314450" y="895350"/>
                </a:lnTo>
                <a:lnTo>
                  <a:pt x="1314450" y="904875"/>
                </a:lnTo>
                <a:lnTo>
                  <a:pt x="1304925" y="904875"/>
                </a:lnTo>
                <a:lnTo>
                  <a:pt x="1304925" y="914400"/>
                </a:lnTo>
                <a:lnTo>
                  <a:pt x="1285875" y="914400"/>
                </a:lnTo>
                <a:lnTo>
                  <a:pt x="1285875" y="923925"/>
                </a:lnTo>
                <a:lnTo>
                  <a:pt x="1276350" y="923925"/>
                </a:lnTo>
                <a:lnTo>
                  <a:pt x="1276350" y="933450"/>
                </a:lnTo>
                <a:lnTo>
                  <a:pt x="1257300" y="933450"/>
                </a:lnTo>
                <a:lnTo>
                  <a:pt x="1257300" y="942975"/>
                </a:lnTo>
                <a:lnTo>
                  <a:pt x="1238250" y="942975"/>
                </a:lnTo>
                <a:lnTo>
                  <a:pt x="1238250" y="933450"/>
                </a:lnTo>
                <a:lnTo>
                  <a:pt x="1228725" y="933450"/>
                </a:lnTo>
                <a:lnTo>
                  <a:pt x="1228725" y="914400"/>
                </a:lnTo>
                <a:lnTo>
                  <a:pt x="1238250" y="914400"/>
                </a:lnTo>
                <a:lnTo>
                  <a:pt x="1238250" y="904875"/>
                </a:lnTo>
                <a:lnTo>
                  <a:pt x="1247775" y="904875"/>
                </a:lnTo>
                <a:lnTo>
                  <a:pt x="1247775" y="895350"/>
                </a:lnTo>
                <a:lnTo>
                  <a:pt x="1257300" y="895350"/>
                </a:lnTo>
                <a:lnTo>
                  <a:pt x="1257300" y="885825"/>
                </a:lnTo>
                <a:lnTo>
                  <a:pt x="1266825" y="885825"/>
                </a:lnTo>
                <a:lnTo>
                  <a:pt x="1266825" y="876300"/>
                </a:lnTo>
                <a:lnTo>
                  <a:pt x="1285875" y="876300"/>
                </a:lnTo>
                <a:lnTo>
                  <a:pt x="1285875" y="866775"/>
                </a:lnTo>
                <a:lnTo>
                  <a:pt x="1295400" y="866775"/>
                </a:lnTo>
                <a:close/>
                <a:moveTo>
                  <a:pt x="1752600" y="857250"/>
                </a:moveTo>
                <a:lnTo>
                  <a:pt x="1771650" y="857250"/>
                </a:lnTo>
                <a:lnTo>
                  <a:pt x="1771650" y="876300"/>
                </a:lnTo>
                <a:lnTo>
                  <a:pt x="1743075" y="876300"/>
                </a:lnTo>
                <a:lnTo>
                  <a:pt x="1743075" y="866775"/>
                </a:lnTo>
                <a:lnTo>
                  <a:pt x="1752600" y="866775"/>
                </a:lnTo>
                <a:close/>
                <a:moveTo>
                  <a:pt x="542925" y="866775"/>
                </a:moveTo>
                <a:lnTo>
                  <a:pt x="561975" y="866775"/>
                </a:lnTo>
                <a:lnTo>
                  <a:pt x="561975" y="876300"/>
                </a:lnTo>
                <a:lnTo>
                  <a:pt x="542925" y="876300"/>
                </a:lnTo>
                <a:close/>
                <a:moveTo>
                  <a:pt x="1190625" y="866775"/>
                </a:moveTo>
                <a:lnTo>
                  <a:pt x="1200150" y="866775"/>
                </a:lnTo>
                <a:lnTo>
                  <a:pt x="1200150" y="914400"/>
                </a:lnTo>
                <a:lnTo>
                  <a:pt x="1209675" y="914400"/>
                </a:lnTo>
                <a:lnTo>
                  <a:pt x="1209675" y="923925"/>
                </a:lnTo>
                <a:lnTo>
                  <a:pt x="1181100" y="923925"/>
                </a:lnTo>
                <a:lnTo>
                  <a:pt x="1181100" y="914400"/>
                </a:lnTo>
                <a:lnTo>
                  <a:pt x="1171575" y="914400"/>
                </a:lnTo>
                <a:lnTo>
                  <a:pt x="1171575" y="876300"/>
                </a:lnTo>
                <a:lnTo>
                  <a:pt x="1190625" y="876300"/>
                </a:lnTo>
                <a:close/>
                <a:moveTo>
                  <a:pt x="590550" y="876300"/>
                </a:moveTo>
                <a:lnTo>
                  <a:pt x="600075" y="876300"/>
                </a:lnTo>
                <a:lnTo>
                  <a:pt x="600075" y="885825"/>
                </a:lnTo>
                <a:lnTo>
                  <a:pt x="590550" y="885825"/>
                </a:lnTo>
                <a:close/>
                <a:moveTo>
                  <a:pt x="628650" y="885825"/>
                </a:moveTo>
                <a:lnTo>
                  <a:pt x="657225" y="885825"/>
                </a:lnTo>
                <a:lnTo>
                  <a:pt x="657225" y="895350"/>
                </a:lnTo>
                <a:lnTo>
                  <a:pt x="695325" y="895350"/>
                </a:lnTo>
                <a:lnTo>
                  <a:pt x="695325" y="904875"/>
                </a:lnTo>
                <a:lnTo>
                  <a:pt x="704850" y="904875"/>
                </a:lnTo>
                <a:lnTo>
                  <a:pt x="704850" y="923925"/>
                </a:lnTo>
                <a:lnTo>
                  <a:pt x="714375" y="923925"/>
                </a:lnTo>
                <a:lnTo>
                  <a:pt x="714375" y="933450"/>
                </a:lnTo>
                <a:lnTo>
                  <a:pt x="704850" y="933450"/>
                </a:lnTo>
                <a:lnTo>
                  <a:pt x="704850" y="952500"/>
                </a:lnTo>
                <a:lnTo>
                  <a:pt x="685800" y="952500"/>
                </a:lnTo>
                <a:lnTo>
                  <a:pt x="685800" y="942975"/>
                </a:lnTo>
                <a:lnTo>
                  <a:pt x="676275" y="942975"/>
                </a:lnTo>
                <a:lnTo>
                  <a:pt x="676275" y="933450"/>
                </a:lnTo>
                <a:lnTo>
                  <a:pt x="657225" y="933450"/>
                </a:lnTo>
                <a:lnTo>
                  <a:pt x="657225" y="942975"/>
                </a:lnTo>
                <a:lnTo>
                  <a:pt x="647700" y="942975"/>
                </a:lnTo>
                <a:lnTo>
                  <a:pt x="647700" y="952500"/>
                </a:lnTo>
                <a:lnTo>
                  <a:pt x="628650" y="952500"/>
                </a:lnTo>
                <a:lnTo>
                  <a:pt x="628650" y="942975"/>
                </a:lnTo>
                <a:lnTo>
                  <a:pt x="619125" y="942975"/>
                </a:lnTo>
                <a:lnTo>
                  <a:pt x="619125" y="904875"/>
                </a:lnTo>
                <a:lnTo>
                  <a:pt x="628650" y="904875"/>
                </a:lnTo>
                <a:close/>
                <a:moveTo>
                  <a:pt x="1466850" y="885825"/>
                </a:moveTo>
                <a:lnTo>
                  <a:pt x="1485900" y="885825"/>
                </a:lnTo>
                <a:lnTo>
                  <a:pt x="1485900" y="914400"/>
                </a:lnTo>
                <a:lnTo>
                  <a:pt x="1495425" y="914400"/>
                </a:lnTo>
                <a:lnTo>
                  <a:pt x="1495425" y="933450"/>
                </a:lnTo>
                <a:lnTo>
                  <a:pt x="1476375" y="933450"/>
                </a:lnTo>
                <a:lnTo>
                  <a:pt x="1476375" y="923925"/>
                </a:lnTo>
                <a:lnTo>
                  <a:pt x="1457325" y="923925"/>
                </a:lnTo>
                <a:lnTo>
                  <a:pt x="1457325" y="914400"/>
                </a:lnTo>
                <a:lnTo>
                  <a:pt x="1447800" y="914400"/>
                </a:lnTo>
                <a:lnTo>
                  <a:pt x="1447800" y="904875"/>
                </a:lnTo>
                <a:lnTo>
                  <a:pt x="1457325" y="904875"/>
                </a:lnTo>
                <a:lnTo>
                  <a:pt x="1457325" y="895350"/>
                </a:lnTo>
                <a:lnTo>
                  <a:pt x="1466850" y="895350"/>
                </a:lnTo>
                <a:close/>
                <a:moveTo>
                  <a:pt x="923925" y="895350"/>
                </a:moveTo>
                <a:lnTo>
                  <a:pt x="942975" y="895350"/>
                </a:lnTo>
                <a:lnTo>
                  <a:pt x="942975" y="904875"/>
                </a:lnTo>
                <a:lnTo>
                  <a:pt x="952500" y="904875"/>
                </a:lnTo>
                <a:lnTo>
                  <a:pt x="952500" y="923925"/>
                </a:lnTo>
                <a:lnTo>
                  <a:pt x="942975" y="923925"/>
                </a:lnTo>
                <a:lnTo>
                  <a:pt x="942975" y="933450"/>
                </a:lnTo>
                <a:lnTo>
                  <a:pt x="914400" y="933450"/>
                </a:lnTo>
                <a:lnTo>
                  <a:pt x="914400" y="904875"/>
                </a:lnTo>
                <a:lnTo>
                  <a:pt x="923925" y="904875"/>
                </a:lnTo>
                <a:close/>
                <a:moveTo>
                  <a:pt x="1695450" y="904875"/>
                </a:moveTo>
                <a:lnTo>
                  <a:pt x="1704975" y="904875"/>
                </a:lnTo>
                <a:lnTo>
                  <a:pt x="1704975" y="914400"/>
                </a:lnTo>
                <a:lnTo>
                  <a:pt x="1714500" y="914400"/>
                </a:lnTo>
                <a:lnTo>
                  <a:pt x="1714500" y="923925"/>
                </a:lnTo>
                <a:lnTo>
                  <a:pt x="1704975" y="923925"/>
                </a:lnTo>
                <a:lnTo>
                  <a:pt x="1704975" y="933450"/>
                </a:lnTo>
                <a:lnTo>
                  <a:pt x="1685925" y="933450"/>
                </a:lnTo>
                <a:lnTo>
                  <a:pt x="1685925" y="962025"/>
                </a:lnTo>
                <a:lnTo>
                  <a:pt x="1676400" y="962025"/>
                </a:lnTo>
                <a:lnTo>
                  <a:pt x="1676400" y="971550"/>
                </a:lnTo>
                <a:lnTo>
                  <a:pt x="1685925" y="971550"/>
                </a:lnTo>
                <a:lnTo>
                  <a:pt x="1685925" y="1000125"/>
                </a:lnTo>
                <a:lnTo>
                  <a:pt x="1666875" y="1000125"/>
                </a:lnTo>
                <a:lnTo>
                  <a:pt x="1666875" y="990600"/>
                </a:lnTo>
                <a:lnTo>
                  <a:pt x="1638300" y="990600"/>
                </a:lnTo>
                <a:lnTo>
                  <a:pt x="1638300" y="1000125"/>
                </a:lnTo>
                <a:lnTo>
                  <a:pt x="1619250" y="1000125"/>
                </a:lnTo>
                <a:lnTo>
                  <a:pt x="1619250" y="1009650"/>
                </a:lnTo>
                <a:lnTo>
                  <a:pt x="1609725" y="1009650"/>
                </a:lnTo>
                <a:lnTo>
                  <a:pt x="1609725" y="1000125"/>
                </a:lnTo>
                <a:lnTo>
                  <a:pt x="1600200" y="1000125"/>
                </a:lnTo>
                <a:lnTo>
                  <a:pt x="1600200" y="981075"/>
                </a:lnTo>
                <a:lnTo>
                  <a:pt x="1590675" y="981075"/>
                </a:lnTo>
                <a:lnTo>
                  <a:pt x="1590675" y="971550"/>
                </a:lnTo>
                <a:lnTo>
                  <a:pt x="1600200" y="971550"/>
                </a:lnTo>
                <a:lnTo>
                  <a:pt x="1600200" y="962025"/>
                </a:lnTo>
                <a:lnTo>
                  <a:pt x="1609725" y="962025"/>
                </a:lnTo>
                <a:lnTo>
                  <a:pt x="1609725" y="952500"/>
                </a:lnTo>
                <a:lnTo>
                  <a:pt x="1628775" y="952500"/>
                </a:lnTo>
                <a:lnTo>
                  <a:pt x="1628775" y="942975"/>
                </a:lnTo>
                <a:lnTo>
                  <a:pt x="1647825" y="942975"/>
                </a:lnTo>
                <a:lnTo>
                  <a:pt x="1647825" y="952500"/>
                </a:lnTo>
                <a:lnTo>
                  <a:pt x="1657350" y="952500"/>
                </a:lnTo>
                <a:lnTo>
                  <a:pt x="1657350" y="942975"/>
                </a:lnTo>
                <a:lnTo>
                  <a:pt x="1666875" y="942975"/>
                </a:lnTo>
                <a:lnTo>
                  <a:pt x="1666875" y="933450"/>
                </a:lnTo>
                <a:lnTo>
                  <a:pt x="1676400" y="933450"/>
                </a:lnTo>
                <a:lnTo>
                  <a:pt x="1676400" y="914400"/>
                </a:lnTo>
                <a:lnTo>
                  <a:pt x="1695450" y="914400"/>
                </a:lnTo>
                <a:close/>
                <a:moveTo>
                  <a:pt x="981075" y="923925"/>
                </a:moveTo>
                <a:lnTo>
                  <a:pt x="1009650" y="923925"/>
                </a:lnTo>
                <a:lnTo>
                  <a:pt x="1009650" y="942975"/>
                </a:lnTo>
                <a:lnTo>
                  <a:pt x="1019175" y="942975"/>
                </a:lnTo>
                <a:lnTo>
                  <a:pt x="1019175" y="971550"/>
                </a:lnTo>
                <a:lnTo>
                  <a:pt x="1000125" y="971550"/>
                </a:lnTo>
                <a:lnTo>
                  <a:pt x="1000125" y="962025"/>
                </a:lnTo>
                <a:lnTo>
                  <a:pt x="952500" y="962025"/>
                </a:lnTo>
                <a:lnTo>
                  <a:pt x="952500" y="942975"/>
                </a:lnTo>
                <a:lnTo>
                  <a:pt x="971550" y="942975"/>
                </a:lnTo>
                <a:lnTo>
                  <a:pt x="971550" y="933450"/>
                </a:lnTo>
                <a:lnTo>
                  <a:pt x="981075" y="933450"/>
                </a:lnTo>
                <a:close/>
                <a:moveTo>
                  <a:pt x="1314450" y="923925"/>
                </a:moveTo>
                <a:lnTo>
                  <a:pt x="1333500" y="923925"/>
                </a:lnTo>
                <a:lnTo>
                  <a:pt x="1333500" y="942975"/>
                </a:lnTo>
                <a:lnTo>
                  <a:pt x="1352550" y="942975"/>
                </a:lnTo>
                <a:lnTo>
                  <a:pt x="1352550" y="933450"/>
                </a:lnTo>
                <a:lnTo>
                  <a:pt x="1390650" y="933450"/>
                </a:lnTo>
                <a:lnTo>
                  <a:pt x="1390650" y="923925"/>
                </a:lnTo>
                <a:lnTo>
                  <a:pt x="1400175" y="923925"/>
                </a:lnTo>
                <a:lnTo>
                  <a:pt x="1400175" y="933450"/>
                </a:lnTo>
                <a:lnTo>
                  <a:pt x="1409700" y="933450"/>
                </a:lnTo>
                <a:lnTo>
                  <a:pt x="1409700" y="942975"/>
                </a:lnTo>
                <a:lnTo>
                  <a:pt x="1419225" y="942975"/>
                </a:lnTo>
                <a:lnTo>
                  <a:pt x="1419225" y="962025"/>
                </a:lnTo>
                <a:lnTo>
                  <a:pt x="1428750" y="962025"/>
                </a:lnTo>
                <a:lnTo>
                  <a:pt x="1428750" y="971550"/>
                </a:lnTo>
                <a:lnTo>
                  <a:pt x="1419225" y="971550"/>
                </a:lnTo>
                <a:lnTo>
                  <a:pt x="1419225" y="981075"/>
                </a:lnTo>
                <a:lnTo>
                  <a:pt x="1390650" y="981075"/>
                </a:lnTo>
                <a:lnTo>
                  <a:pt x="1390650" y="990600"/>
                </a:lnTo>
                <a:lnTo>
                  <a:pt x="1381125" y="990600"/>
                </a:lnTo>
                <a:lnTo>
                  <a:pt x="1381125" y="1000125"/>
                </a:lnTo>
                <a:lnTo>
                  <a:pt x="1371600" y="1000125"/>
                </a:lnTo>
                <a:lnTo>
                  <a:pt x="1371600" y="1009650"/>
                </a:lnTo>
                <a:lnTo>
                  <a:pt x="1362075" y="1009650"/>
                </a:lnTo>
                <a:lnTo>
                  <a:pt x="1362075" y="1019175"/>
                </a:lnTo>
                <a:lnTo>
                  <a:pt x="1333500" y="1019175"/>
                </a:lnTo>
                <a:lnTo>
                  <a:pt x="1333500" y="1000125"/>
                </a:lnTo>
                <a:lnTo>
                  <a:pt x="1343025" y="1000125"/>
                </a:lnTo>
                <a:lnTo>
                  <a:pt x="1343025" y="990600"/>
                </a:lnTo>
                <a:lnTo>
                  <a:pt x="1352550" y="990600"/>
                </a:lnTo>
                <a:lnTo>
                  <a:pt x="1352550" y="981075"/>
                </a:lnTo>
                <a:lnTo>
                  <a:pt x="1362075" y="981075"/>
                </a:lnTo>
                <a:lnTo>
                  <a:pt x="1362075" y="971550"/>
                </a:lnTo>
                <a:lnTo>
                  <a:pt x="1352550" y="971550"/>
                </a:lnTo>
                <a:lnTo>
                  <a:pt x="1352550" y="962025"/>
                </a:lnTo>
                <a:lnTo>
                  <a:pt x="1343025" y="962025"/>
                </a:lnTo>
                <a:lnTo>
                  <a:pt x="1343025" y="971550"/>
                </a:lnTo>
                <a:lnTo>
                  <a:pt x="1333500" y="971550"/>
                </a:lnTo>
                <a:lnTo>
                  <a:pt x="1333500" y="981075"/>
                </a:lnTo>
                <a:lnTo>
                  <a:pt x="1304925" y="981075"/>
                </a:lnTo>
                <a:lnTo>
                  <a:pt x="1304925" y="971550"/>
                </a:lnTo>
                <a:lnTo>
                  <a:pt x="1295400" y="971550"/>
                </a:lnTo>
                <a:lnTo>
                  <a:pt x="1295400" y="962025"/>
                </a:lnTo>
                <a:lnTo>
                  <a:pt x="1285875" y="962025"/>
                </a:lnTo>
                <a:lnTo>
                  <a:pt x="1285875" y="942975"/>
                </a:lnTo>
                <a:lnTo>
                  <a:pt x="1295400" y="942975"/>
                </a:lnTo>
                <a:lnTo>
                  <a:pt x="1295400" y="933450"/>
                </a:lnTo>
                <a:lnTo>
                  <a:pt x="1314450" y="933450"/>
                </a:lnTo>
                <a:close/>
                <a:moveTo>
                  <a:pt x="1885950" y="933450"/>
                </a:moveTo>
                <a:lnTo>
                  <a:pt x="1924050" y="933450"/>
                </a:lnTo>
                <a:lnTo>
                  <a:pt x="1924050" y="942975"/>
                </a:lnTo>
                <a:lnTo>
                  <a:pt x="1933575" y="942975"/>
                </a:lnTo>
                <a:lnTo>
                  <a:pt x="1933575" y="952500"/>
                </a:lnTo>
                <a:lnTo>
                  <a:pt x="1924050" y="952500"/>
                </a:lnTo>
                <a:lnTo>
                  <a:pt x="1924050" y="981075"/>
                </a:lnTo>
                <a:lnTo>
                  <a:pt x="1914525" y="981075"/>
                </a:lnTo>
                <a:lnTo>
                  <a:pt x="1914525" y="990600"/>
                </a:lnTo>
                <a:lnTo>
                  <a:pt x="1905000" y="990600"/>
                </a:lnTo>
                <a:lnTo>
                  <a:pt x="1905000" y="981075"/>
                </a:lnTo>
                <a:lnTo>
                  <a:pt x="1895475" y="981075"/>
                </a:lnTo>
                <a:lnTo>
                  <a:pt x="1895475" y="971550"/>
                </a:lnTo>
                <a:lnTo>
                  <a:pt x="1885950" y="971550"/>
                </a:lnTo>
                <a:lnTo>
                  <a:pt x="1885950" y="962025"/>
                </a:lnTo>
                <a:lnTo>
                  <a:pt x="1876425" y="962025"/>
                </a:lnTo>
                <a:lnTo>
                  <a:pt x="1876425" y="942975"/>
                </a:lnTo>
                <a:lnTo>
                  <a:pt x="1885950" y="942975"/>
                </a:lnTo>
                <a:close/>
                <a:moveTo>
                  <a:pt x="1047750" y="952500"/>
                </a:moveTo>
                <a:lnTo>
                  <a:pt x="1057275" y="952500"/>
                </a:lnTo>
                <a:lnTo>
                  <a:pt x="1057275" y="962025"/>
                </a:lnTo>
                <a:lnTo>
                  <a:pt x="1076325" y="962025"/>
                </a:lnTo>
                <a:lnTo>
                  <a:pt x="1076325" y="981075"/>
                </a:lnTo>
                <a:lnTo>
                  <a:pt x="1057275" y="981075"/>
                </a:lnTo>
                <a:lnTo>
                  <a:pt x="1057275" y="990600"/>
                </a:lnTo>
                <a:lnTo>
                  <a:pt x="1047750" y="990600"/>
                </a:lnTo>
                <a:lnTo>
                  <a:pt x="1047750" y="1000125"/>
                </a:lnTo>
                <a:lnTo>
                  <a:pt x="1028700" y="1000125"/>
                </a:lnTo>
                <a:lnTo>
                  <a:pt x="1028700" y="990600"/>
                </a:lnTo>
                <a:lnTo>
                  <a:pt x="1019175" y="990600"/>
                </a:lnTo>
                <a:lnTo>
                  <a:pt x="1019175" y="971550"/>
                </a:lnTo>
                <a:lnTo>
                  <a:pt x="1038225" y="971550"/>
                </a:lnTo>
                <a:lnTo>
                  <a:pt x="1038225" y="962025"/>
                </a:lnTo>
                <a:lnTo>
                  <a:pt x="1047750" y="962025"/>
                </a:lnTo>
                <a:close/>
                <a:moveTo>
                  <a:pt x="314325" y="981075"/>
                </a:moveTo>
                <a:lnTo>
                  <a:pt x="333375" y="981075"/>
                </a:lnTo>
                <a:lnTo>
                  <a:pt x="333375" y="990600"/>
                </a:lnTo>
                <a:lnTo>
                  <a:pt x="352425" y="990600"/>
                </a:lnTo>
                <a:lnTo>
                  <a:pt x="352425" y="1000125"/>
                </a:lnTo>
                <a:lnTo>
                  <a:pt x="361950" y="1000125"/>
                </a:lnTo>
                <a:lnTo>
                  <a:pt x="361950" y="1009650"/>
                </a:lnTo>
                <a:lnTo>
                  <a:pt x="371475" y="1009650"/>
                </a:lnTo>
                <a:lnTo>
                  <a:pt x="371475" y="1019175"/>
                </a:lnTo>
                <a:lnTo>
                  <a:pt x="342900" y="1019175"/>
                </a:lnTo>
                <a:lnTo>
                  <a:pt x="342900" y="1028700"/>
                </a:lnTo>
                <a:lnTo>
                  <a:pt x="314325" y="1028700"/>
                </a:lnTo>
                <a:lnTo>
                  <a:pt x="314325" y="1019175"/>
                </a:lnTo>
                <a:lnTo>
                  <a:pt x="304800" y="1019175"/>
                </a:lnTo>
                <a:lnTo>
                  <a:pt x="304800" y="990600"/>
                </a:lnTo>
                <a:lnTo>
                  <a:pt x="314325" y="990600"/>
                </a:lnTo>
                <a:close/>
                <a:moveTo>
                  <a:pt x="571500" y="981075"/>
                </a:moveTo>
                <a:lnTo>
                  <a:pt x="590550" y="981075"/>
                </a:lnTo>
                <a:lnTo>
                  <a:pt x="590550" y="990600"/>
                </a:lnTo>
                <a:lnTo>
                  <a:pt x="600075" y="990600"/>
                </a:lnTo>
                <a:lnTo>
                  <a:pt x="600075" y="1019175"/>
                </a:lnTo>
                <a:lnTo>
                  <a:pt x="571500" y="1019175"/>
                </a:lnTo>
                <a:close/>
                <a:moveTo>
                  <a:pt x="809625" y="981075"/>
                </a:moveTo>
                <a:lnTo>
                  <a:pt x="876300" y="981075"/>
                </a:lnTo>
                <a:lnTo>
                  <a:pt x="876300" y="1000125"/>
                </a:lnTo>
                <a:lnTo>
                  <a:pt x="819150" y="1000125"/>
                </a:lnTo>
                <a:lnTo>
                  <a:pt x="819150" y="990600"/>
                </a:lnTo>
                <a:lnTo>
                  <a:pt x="809625" y="990600"/>
                </a:lnTo>
                <a:close/>
                <a:moveTo>
                  <a:pt x="1104900" y="981075"/>
                </a:moveTo>
                <a:lnTo>
                  <a:pt x="1143000" y="981075"/>
                </a:lnTo>
                <a:lnTo>
                  <a:pt x="1143000" y="990600"/>
                </a:lnTo>
                <a:lnTo>
                  <a:pt x="1152525" y="990600"/>
                </a:lnTo>
                <a:lnTo>
                  <a:pt x="1152525" y="1000125"/>
                </a:lnTo>
                <a:lnTo>
                  <a:pt x="1162050" y="1000125"/>
                </a:lnTo>
                <a:lnTo>
                  <a:pt x="1162050" y="1009650"/>
                </a:lnTo>
                <a:lnTo>
                  <a:pt x="1143000" y="1009650"/>
                </a:lnTo>
                <a:lnTo>
                  <a:pt x="1143000" y="1019175"/>
                </a:lnTo>
                <a:lnTo>
                  <a:pt x="1133475" y="1019175"/>
                </a:lnTo>
                <a:lnTo>
                  <a:pt x="1133475" y="1028700"/>
                </a:lnTo>
                <a:lnTo>
                  <a:pt x="1114425" y="1028700"/>
                </a:lnTo>
                <a:lnTo>
                  <a:pt x="1114425" y="1038225"/>
                </a:lnTo>
                <a:lnTo>
                  <a:pt x="1095375" y="1038225"/>
                </a:lnTo>
                <a:lnTo>
                  <a:pt x="1095375" y="1028700"/>
                </a:lnTo>
                <a:lnTo>
                  <a:pt x="1085850" y="1028700"/>
                </a:lnTo>
                <a:lnTo>
                  <a:pt x="1085850" y="1019175"/>
                </a:lnTo>
                <a:lnTo>
                  <a:pt x="1076325" y="1019175"/>
                </a:lnTo>
                <a:lnTo>
                  <a:pt x="1076325" y="1009650"/>
                </a:lnTo>
                <a:lnTo>
                  <a:pt x="1085850" y="1009650"/>
                </a:lnTo>
                <a:lnTo>
                  <a:pt x="1085850" y="1000125"/>
                </a:lnTo>
                <a:lnTo>
                  <a:pt x="1095375" y="1000125"/>
                </a:lnTo>
                <a:lnTo>
                  <a:pt x="1095375" y="990600"/>
                </a:lnTo>
                <a:lnTo>
                  <a:pt x="1104900" y="990600"/>
                </a:lnTo>
                <a:close/>
                <a:moveTo>
                  <a:pt x="1514475" y="1009650"/>
                </a:moveTo>
                <a:lnTo>
                  <a:pt x="1524000" y="1009650"/>
                </a:lnTo>
                <a:lnTo>
                  <a:pt x="1524000" y="1019175"/>
                </a:lnTo>
                <a:lnTo>
                  <a:pt x="1533525" y="1019175"/>
                </a:lnTo>
                <a:lnTo>
                  <a:pt x="1533525" y="1047750"/>
                </a:lnTo>
                <a:lnTo>
                  <a:pt x="1543050" y="1047750"/>
                </a:lnTo>
                <a:lnTo>
                  <a:pt x="1543050" y="1076325"/>
                </a:lnTo>
                <a:lnTo>
                  <a:pt x="1533525" y="1076325"/>
                </a:lnTo>
                <a:lnTo>
                  <a:pt x="1533525" y="1066800"/>
                </a:lnTo>
                <a:lnTo>
                  <a:pt x="1524000" y="1066800"/>
                </a:lnTo>
                <a:lnTo>
                  <a:pt x="1524000" y="1057275"/>
                </a:lnTo>
                <a:lnTo>
                  <a:pt x="1514475" y="1057275"/>
                </a:lnTo>
                <a:lnTo>
                  <a:pt x="1514475" y="1047750"/>
                </a:lnTo>
                <a:lnTo>
                  <a:pt x="1504950" y="1047750"/>
                </a:lnTo>
                <a:lnTo>
                  <a:pt x="1504950" y="1019175"/>
                </a:lnTo>
                <a:lnTo>
                  <a:pt x="1514475" y="1019175"/>
                </a:lnTo>
                <a:close/>
                <a:moveTo>
                  <a:pt x="1181100" y="1019175"/>
                </a:moveTo>
                <a:lnTo>
                  <a:pt x="1200150" y="1019175"/>
                </a:lnTo>
                <a:lnTo>
                  <a:pt x="1200150" y="1028700"/>
                </a:lnTo>
                <a:lnTo>
                  <a:pt x="1209675" y="1028700"/>
                </a:lnTo>
                <a:lnTo>
                  <a:pt x="1209675" y="1057275"/>
                </a:lnTo>
                <a:lnTo>
                  <a:pt x="1171575" y="1057275"/>
                </a:lnTo>
                <a:lnTo>
                  <a:pt x="1171575" y="1066800"/>
                </a:lnTo>
                <a:lnTo>
                  <a:pt x="1162050" y="1066800"/>
                </a:lnTo>
                <a:lnTo>
                  <a:pt x="1162050" y="1085850"/>
                </a:lnTo>
                <a:lnTo>
                  <a:pt x="1143000" y="1085850"/>
                </a:lnTo>
                <a:lnTo>
                  <a:pt x="1143000" y="1076325"/>
                </a:lnTo>
                <a:lnTo>
                  <a:pt x="1133475" y="1076325"/>
                </a:lnTo>
                <a:lnTo>
                  <a:pt x="1133475" y="1057275"/>
                </a:lnTo>
                <a:lnTo>
                  <a:pt x="1143000" y="1057275"/>
                </a:lnTo>
                <a:lnTo>
                  <a:pt x="1143000" y="1047750"/>
                </a:lnTo>
                <a:lnTo>
                  <a:pt x="1162050" y="1047750"/>
                </a:lnTo>
                <a:lnTo>
                  <a:pt x="1162050" y="1038225"/>
                </a:lnTo>
                <a:lnTo>
                  <a:pt x="1171575" y="1038225"/>
                </a:lnTo>
                <a:lnTo>
                  <a:pt x="1171575" y="1028700"/>
                </a:lnTo>
                <a:lnTo>
                  <a:pt x="1181100" y="1028700"/>
                </a:lnTo>
                <a:close/>
                <a:moveTo>
                  <a:pt x="1733550" y="1019175"/>
                </a:moveTo>
                <a:lnTo>
                  <a:pt x="1752600" y="1019175"/>
                </a:lnTo>
                <a:lnTo>
                  <a:pt x="1752600" y="1028700"/>
                </a:lnTo>
                <a:lnTo>
                  <a:pt x="1762125" y="1028700"/>
                </a:lnTo>
                <a:lnTo>
                  <a:pt x="1762125" y="1038225"/>
                </a:lnTo>
                <a:lnTo>
                  <a:pt x="1752600" y="1038225"/>
                </a:lnTo>
                <a:lnTo>
                  <a:pt x="1752600" y="1047750"/>
                </a:lnTo>
                <a:lnTo>
                  <a:pt x="1733550" y="1047750"/>
                </a:lnTo>
                <a:lnTo>
                  <a:pt x="1733550" y="1057275"/>
                </a:lnTo>
                <a:lnTo>
                  <a:pt x="1743075" y="1057275"/>
                </a:lnTo>
                <a:lnTo>
                  <a:pt x="1743075" y="1076325"/>
                </a:lnTo>
                <a:lnTo>
                  <a:pt x="1733550" y="1076325"/>
                </a:lnTo>
                <a:lnTo>
                  <a:pt x="1733550" y="1085850"/>
                </a:lnTo>
                <a:lnTo>
                  <a:pt x="1724025" y="1085850"/>
                </a:lnTo>
                <a:lnTo>
                  <a:pt x="1724025" y="1076325"/>
                </a:lnTo>
                <a:lnTo>
                  <a:pt x="1704975" y="1076325"/>
                </a:lnTo>
                <a:lnTo>
                  <a:pt x="1704975" y="1085850"/>
                </a:lnTo>
                <a:lnTo>
                  <a:pt x="1685925" y="1085850"/>
                </a:lnTo>
                <a:lnTo>
                  <a:pt x="1685925" y="1076325"/>
                </a:lnTo>
                <a:lnTo>
                  <a:pt x="1676400" y="1076325"/>
                </a:lnTo>
                <a:lnTo>
                  <a:pt x="1676400" y="1047750"/>
                </a:lnTo>
                <a:lnTo>
                  <a:pt x="1685925" y="1047750"/>
                </a:lnTo>
                <a:lnTo>
                  <a:pt x="1685925" y="1057275"/>
                </a:lnTo>
                <a:lnTo>
                  <a:pt x="1704975" y="1057275"/>
                </a:lnTo>
                <a:lnTo>
                  <a:pt x="1704975" y="1047750"/>
                </a:lnTo>
                <a:lnTo>
                  <a:pt x="1724025" y="1047750"/>
                </a:lnTo>
                <a:lnTo>
                  <a:pt x="1724025" y="1028700"/>
                </a:lnTo>
                <a:lnTo>
                  <a:pt x="1733550" y="1028700"/>
                </a:lnTo>
                <a:close/>
                <a:moveTo>
                  <a:pt x="400050" y="1028700"/>
                </a:moveTo>
                <a:lnTo>
                  <a:pt x="409575" y="1028700"/>
                </a:lnTo>
                <a:lnTo>
                  <a:pt x="409575" y="1047750"/>
                </a:lnTo>
                <a:lnTo>
                  <a:pt x="400050" y="1047750"/>
                </a:lnTo>
                <a:close/>
                <a:moveTo>
                  <a:pt x="676275" y="1028700"/>
                </a:moveTo>
                <a:lnTo>
                  <a:pt x="685800" y="1028700"/>
                </a:lnTo>
                <a:lnTo>
                  <a:pt x="685800" y="1047750"/>
                </a:lnTo>
                <a:lnTo>
                  <a:pt x="666750" y="1047750"/>
                </a:lnTo>
                <a:lnTo>
                  <a:pt x="666750" y="1038225"/>
                </a:lnTo>
                <a:lnTo>
                  <a:pt x="676275" y="1038225"/>
                </a:lnTo>
                <a:close/>
                <a:moveTo>
                  <a:pt x="419100" y="1038225"/>
                </a:moveTo>
                <a:lnTo>
                  <a:pt x="428625" y="1038225"/>
                </a:lnTo>
                <a:lnTo>
                  <a:pt x="428625" y="1047750"/>
                </a:lnTo>
                <a:lnTo>
                  <a:pt x="466725" y="1047750"/>
                </a:lnTo>
                <a:lnTo>
                  <a:pt x="466725" y="1066800"/>
                </a:lnTo>
                <a:lnTo>
                  <a:pt x="438150" y="1066800"/>
                </a:lnTo>
                <a:lnTo>
                  <a:pt x="438150" y="1076325"/>
                </a:lnTo>
                <a:lnTo>
                  <a:pt x="409575" y="1076325"/>
                </a:lnTo>
                <a:lnTo>
                  <a:pt x="409575" y="1047750"/>
                </a:lnTo>
                <a:lnTo>
                  <a:pt x="419100" y="1047750"/>
                </a:lnTo>
                <a:close/>
                <a:moveTo>
                  <a:pt x="1762125" y="1038225"/>
                </a:moveTo>
                <a:lnTo>
                  <a:pt x="1800225" y="1038225"/>
                </a:lnTo>
                <a:lnTo>
                  <a:pt x="1800225" y="1066800"/>
                </a:lnTo>
                <a:lnTo>
                  <a:pt x="1809750" y="1066800"/>
                </a:lnTo>
                <a:lnTo>
                  <a:pt x="1809750" y="1076325"/>
                </a:lnTo>
                <a:lnTo>
                  <a:pt x="1819275" y="1076325"/>
                </a:lnTo>
                <a:lnTo>
                  <a:pt x="1819275" y="1085850"/>
                </a:lnTo>
                <a:lnTo>
                  <a:pt x="1838325" y="1085850"/>
                </a:lnTo>
                <a:lnTo>
                  <a:pt x="1838325" y="1095375"/>
                </a:lnTo>
                <a:lnTo>
                  <a:pt x="1847850" y="1095375"/>
                </a:lnTo>
                <a:lnTo>
                  <a:pt x="1847850" y="1104900"/>
                </a:lnTo>
                <a:lnTo>
                  <a:pt x="1866900" y="1104900"/>
                </a:lnTo>
                <a:lnTo>
                  <a:pt x="1866900" y="1123950"/>
                </a:lnTo>
                <a:lnTo>
                  <a:pt x="1838325" y="1123950"/>
                </a:lnTo>
                <a:lnTo>
                  <a:pt x="1838325" y="1143000"/>
                </a:lnTo>
                <a:lnTo>
                  <a:pt x="1819275" y="1143000"/>
                </a:lnTo>
                <a:lnTo>
                  <a:pt x="1819275" y="1133475"/>
                </a:lnTo>
                <a:lnTo>
                  <a:pt x="1809750" y="1133475"/>
                </a:lnTo>
                <a:lnTo>
                  <a:pt x="1809750" y="1123950"/>
                </a:lnTo>
                <a:lnTo>
                  <a:pt x="1800225" y="1123950"/>
                </a:lnTo>
                <a:lnTo>
                  <a:pt x="1800225" y="1076325"/>
                </a:lnTo>
                <a:lnTo>
                  <a:pt x="1790700" y="1076325"/>
                </a:lnTo>
                <a:lnTo>
                  <a:pt x="1790700" y="1066800"/>
                </a:lnTo>
                <a:lnTo>
                  <a:pt x="1781175" y="1066800"/>
                </a:lnTo>
                <a:lnTo>
                  <a:pt x="1781175" y="1057275"/>
                </a:lnTo>
                <a:lnTo>
                  <a:pt x="1771650" y="1057275"/>
                </a:lnTo>
                <a:lnTo>
                  <a:pt x="1771650" y="1047750"/>
                </a:lnTo>
                <a:lnTo>
                  <a:pt x="1762125" y="1047750"/>
                </a:lnTo>
                <a:close/>
                <a:moveTo>
                  <a:pt x="180975" y="1057275"/>
                </a:moveTo>
                <a:lnTo>
                  <a:pt x="190500" y="1057275"/>
                </a:lnTo>
                <a:lnTo>
                  <a:pt x="190500" y="1066800"/>
                </a:lnTo>
                <a:lnTo>
                  <a:pt x="228600" y="1066800"/>
                </a:lnTo>
                <a:lnTo>
                  <a:pt x="228600" y="1076325"/>
                </a:lnTo>
                <a:lnTo>
                  <a:pt x="266700" y="1076325"/>
                </a:lnTo>
                <a:lnTo>
                  <a:pt x="266700" y="1085850"/>
                </a:lnTo>
                <a:lnTo>
                  <a:pt x="285750" y="1085850"/>
                </a:lnTo>
                <a:lnTo>
                  <a:pt x="285750" y="1076325"/>
                </a:lnTo>
                <a:lnTo>
                  <a:pt x="314325" y="1076325"/>
                </a:lnTo>
                <a:lnTo>
                  <a:pt x="314325" y="1085850"/>
                </a:lnTo>
                <a:lnTo>
                  <a:pt x="333375" y="1085850"/>
                </a:lnTo>
                <a:lnTo>
                  <a:pt x="333375" y="1095375"/>
                </a:lnTo>
                <a:lnTo>
                  <a:pt x="342900" y="1095375"/>
                </a:lnTo>
                <a:lnTo>
                  <a:pt x="342900" y="1114425"/>
                </a:lnTo>
                <a:lnTo>
                  <a:pt x="314325" y="1114425"/>
                </a:lnTo>
                <a:lnTo>
                  <a:pt x="314325" y="1123950"/>
                </a:lnTo>
                <a:lnTo>
                  <a:pt x="295275" y="1123950"/>
                </a:lnTo>
                <a:lnTo>
                  <a:pt x="295275" y="1133475"/>
                </a:lnTo>
                <a:lnTo>
                  <a:pt x="276225" y="1133475"/>
                </a:lnTo>
                <a:lnTo>
                  <a:pt x="276225" y="1104900"/>
                </a:lnTo>
                <a:lnTo>
                  <a:pt x="238125" y="1104900"/>
                </a:lnTo>
                <a:lnTo>
                  <a:pt x="238125" y="1095375"/>
                </a:lnTo>
                <a:lnTo>
                  <a:pt x="219075" y="1095375"/>
                </a:lnTo>
                <a:lnTo>
                  <a:pt x="219075" y="1085850"/>
                </a:lnTo>
                <a:lnTo>
                  <a:pt x="190500" y="1085850"/>
                </a:lnTo>
                <a:lnTo>
                  <a:pt x="190500" y="1095375"/>
                </a:lnTo>
                <a:lnTo>
                  <a:pt x="180975" y="1095375"/>
                </a:lnTo>
                <a:lnTo>
                  <a:pt x="180975" y="1085850"/>
                </a:lnTo>
                <a:lnTo>
                  <a:pt x="171450" y="1085850"/>
                </a:lnTo>
                <a:lnTo>
                  <a:pt x="171450" y="1066800"/>
                </a:lnTo>
                <a:lnTo>
                  <a:pt x="180975" y="1066800"/>
                </a:lnTo>
                <a:close/>
                <a:moveTo>
                  <a:pt x="933450" y="1057275"/>
                </a:moveTo>
                <a:lnTo>
                  <a:pt x="942975" y="1057275"/>
                </a:lnTo>
                <a:lnTo>
                  <a:pt x="942975" y="1066800"/>
                </a:lnTo>
                <a:lnTo>
                  <a:pt x="952500" y="1066800"/>
                </a:lnTo>
                <a:lnTo>
                  <a:pt x="952500" y="1076325"/>
                </a:lnTo>
                <a:lnTo>
                  <a:pt x="962025" y="1076325"/>
                </a:lnTo>
                <a:lnTo>
                  <a:pt x="962025" y="1085850"/>
                </a:lnTo>
                <a:lnTo>
                  <a:pt x="990600" y="1085850"/>
                </a:lnTo>
                <a:lnTo>
                  <a:pt x="990600" y="1123950"/>
                </a:lnTo>
                <a:lnTo>
                  <a:pt x="981075" y="1123950"/>
                </a:lnTo>
                <a:lnTo>
                  <a:pt x="981075" y="1133475"/>
                </a:lnTo>
                <a:lnTo>
                  <a:pt x="962025" y="1133475"/>
                </a:lnTo>
                <a:lnTo>
                  <a:pt x="962025" y="1123950"/>
                </a:lnTo>
                <a:lnTo>
                  <a:pt x="942975" y="1123950"/>
                </a:lnTo>
                <a:lnTo>
                  <a:pt x="942975" y="1133475"/>
                </a:lnTo>
                <a:lnTo>
                  <a:pt x="933450" y="1133475"/>
                </a:lnTo>
                <a:lnTo>
                  <a:pt x="933450" y="1123950"/>
                </a:lnTo>
                <a:lnTo>
                  <a:pt x="923925" y="1123950"/>
                </a:lnTo>
                <a:lnTo>
                  <a:pt x="923925" y="1104900"/>
                </a:lnTo>
                <a:lnTo>
                  <a:pt x="914400" y="1104900"/>
                </a:lnTo>
                <a:lnTo>
                  <a:pt x="914400" y="1076325"/>
                </a:lnTo>
                <a:lnTo>
                  <a:pt x="904875" y="1076325"/>
                </a:lnTo>
                <a:lnTo>
                  <a:pt x="904875" y="1066800"/>
                </a:lnTo>
                <a:lnTo>
                  <a:pt x="933450" y="1066800"/>
                </a:lnTo>
                <a:close/>
                <a:moveTo>
                  <a:pt x="1257300" y="1057275"/>
                </a:moveTo>
                <a:lnTo>
                  <a:pt x="1285875" y="1057275"/>
                </a:lnTo>
                <a:lnTo>
                  <a:pt x="1285875" y="1095375"/>
                </a:lnTo>
                <a:lnTo>
                  <a:pt x="1276350" y="1095375"/>
                </a:lnTo>
                <a:lnTo>
                  <a:pt x="1276350" y="1104900"/>
                </a:lnTo>
                <a:lnTo>
                  <a:pt x="1266825" y="1104900"/>
                </a:lnTo>
                <a:lnTo>
                  <a:pt x="1266825" y="1114425"/>
                </a:lnTo>
                <a:lnTo>
                  <a:pt x="1257300" y="1114425"/>
                </a:lnTo>
                <a:lnTo>
                  <a:pt x="1257300" y="1123950"/>
                </a:lnTo>
                <a:lnTo>
                  <a:pt x="1228725" y="1123950"/>
                </a:lnTo>
                <a:lnTo>
                  <a:pt x="1228725" y="1114425"/>
                </a:lnTo>
                <a:lnTo>
                  <a:pt x="1219200" y="1114425"/>
                </a:lnTo>
                <a:lnTo>
                  <a:pt x="1219200" y="1123950"/>
                </a:lnTo>
                <a:lnTo>
                  <a:pt x="1209675" y="1123950"/>
                </a:lnTo>
                <a:lnTo>
                  <a:pt x="1209675" y="1114425"/>
                </a:lnTo>
                <a:lnTo>
                  <a:pt x="1190625" y="1114425"/>
                </a:lnTo>
                <a:lnTo>
                  <a:pt x="1190625" y="1095375"/>
                </a:lnTo>
                <a:lnTo>
                  <a:pt x="1209675" y="1095375"/>
                </a:lnTo>
                <a:lnTo>
                  <a:pt x="1209675" y="1085850"/>
                </a:lnTo>
                <a:lnTo>
                  <a:pt x="1228725" y="1085850"/>
                </a:lnTo>
                <a:lnTo>
                  <a:pt x="1228725" y="1095375"/>
                </a:lnTo>
                <a:lnTo>
                  <a:pt x="1238250" y="1095375"/>
                </a:lnTo>
                <a:lnTo>
                  <a:pt x="1238250" y="1104900"/>
                </a:lnTo>
                <a:lnTo>
                  <a:pt x="1247775" y="1104900"/>
                </a:lnTo>
                <a:lnTo>
                  <a:pt x="1247775" y="1095375"/>
                </a:lnTo>
                <a:lnTo>
                  <a:pt x="1257300" y="1095375"/>
                </a:lnTo>
                <a:close/>
                <a:moveTo>
                  <a:pt x="1447800" y="1057275"/>
                </a:moveTo>
                <a:lnTo>
                  <a:pt x="1466850" y="1057275"/>
                </a:lnTo>
                <a:lnTo>
                  <a:pt x="1466850" y="1076325"/>
                </a:lnTo>
                <a:lnTo>
                  <a:pt x="1476375" y="1076325"/>
                </a:lnTo>
                <a:lnTo>
                  <a:pt x="1476375" y="1085850"/>
                </a:lnTo>
                <a:lnTo>
                  <a:pt x="1438275" y="1085850"/>
                </a:lnTo>
                <a:lnTo>
                  <a:pt x="1438275" y="1076325"/>
                </a:lnTo>
                <a:lnTo>
                  <a:pt x="1457325" y="1076325"/>
                </a:lnTo>
                <a:lnTo>
                  <a:pt x="1457325" y="1066800"/>
                </a:lnTo>
                <a:lnTo>
                  <a:pt x="1447800" y="1066800"/>
                </a:lnTo>
                <a:close/>
                <a:moveTo>
                  <a:pt x="1905000" y="1057275"/>
                </a:moveTo>
                <a:lnTo>
                  <a:pt x="1914525" y="1057275"/>
                </a:lnTo>
                <a:lnTo>
                  <a:pt x="1914525" y="1076325"/>
                </a:lnTo>
                <a:lnTo>
                  <a:pt x="1924050" y="1076325"/>
                </a:lnTo>
                <a:lnTo>
                  <a:pt x="1924050" y="1095375"/>
                </a:lnTo>
                <a:lnTo>
                  <a:pt x="1914525" y="1095375"/>
                </a:lnTo>
                <a:lnTo>
                  <a:pt x="1914525" y="1104900"/>
                </a:lnTo>
                <a:lnTo>
                  <a:pt x="1905000" y="1104900"/>
                </a:lnTo>
                <a:lnTo>
                  <a:pt x="1905000" y="1095375"/>
                </a:lnTo>
                <a:lnTo>
                  <a:pt x="1885950" y="1095375"/>
                </a:lnTo>
                <a:lnTo>
                  <a:pt x="1885950" y="1085850"/>
                </a:lnTo>
                <a:lnTo>
                  <a:pt x="1876425" y="1085850"/>
                </a:lnTo>
                <a:lnTo>
                  <a:pt x="1876425" y="1076325"/>
                </a:lnTo>
                <a:lnTo>
                  <a:pt x="1885950" y="1076325"/>
                </a:lnTo>
                <a:lnTo>
                  <a:pt x="1885950" y="1066800"/>
                </a:lnTo>
                <a:lnTo>
                  <a:pt x="1905000" y="1066800"/>
                </a:lnTo>
                <a:close/>
                <a:moveTo>
                  <a:pt x="800100" y="1076325"/>
                </a:moveTo>
                <a:lnTo>
                  <a:pt x="809625" y="1076325"/>
                </a:lnTo>
                <a:lnTo>
                  <a:pt x="809625" y="1085850"/>
                </a:lnTo>
                <a:lnTo>
                  <a:pt x="819150" y="1085850"/>
                </a:lnTo>
                <a:lnTo>
                  <a:pt x="819150" y="1104900"/>
                </a:lnTo>
                <a:lnTo>
                  <a:pt x="781050" y="1104900"/>
                </a:lnTo>
                <a:lnTo>
                  <a:pt x="781050" y="1114425"/>
                </a:lnTo>
                <a:lnTo>
                  <a:pt x="762000" y="1114425"/>
                </a:lnTo>
                <a:lnTo>
                  <a:pt x="762000" y="1104900"/>
                </a:lnTo>
                <a:lnTo>
                  <a:pt x="752475" y="1104900"/>
                </a:lnTo>
                <a:lnTo>
                  <a:pt x="752475" y="1095375"/>
                </a:lnTo>
                <a:lnTo>
                  <a:pt x="781050" y="1095375"/>
                </a:lnTo>
                <a:lnTo>
                  <a:pt x="781050" y="1085850"/>
                </a:lnTo>
                <a:lnTo>
                  <a:pt x="800100" y="1085850"/>
                </a:lnTo>
                <a:close/>
                <a:moveTo>
                  <a:pt x="466725" y="1085850"/>
                </a:moveTo>
                <a:lnTo>
                  <a:pt x="485775" y="1085850"/>
                </a:lnTo>
                <a:lnTo>
                  <a:pt x="485775" y="1095375"/>
                </a:lnTo>
                <a:lnTo>
                  <a:pt x="466725" y="1095375"/>
                </a:lnTo>
                <a:close/>
                <a:moveTo>
                  <a:pt x="1552575" y="1114425"/>
                </a:moveTo>
                <a:lnTo>
                  <a:pt x="1562100" y="1114425"/>
                </a:lnTo>
                <a:lnTo>
                  <a:pt x="1562100" y="1133475"/>
                </a:lnTo>
                <a:lnTo>
                  <a:pt x="1571625" y="1133475"/>
                </a:lnTo>
                <a:lnTo>
                  <a:pt x="1571625" y="1152525"/>
                </a:lnTo>
                <a:lnTo>
                  <a:pt x="1562100" y="1152525"/>
                </a:lnTo>
                <a:lnTo>
                  <a:pt x="1562100" y="1143000"/>
                </a:lnTo>
                <a:lnTo>
                  <a:pt x="1552575" y="1143000"/>
                </a:lnTo>
                <a:close/>
                <a:moveTo>
                  <a:pt x="1695450" y="1123950"/>
                </a:moveTo>
                <a:lnTo>
                  <a:pt x="1714500" y="1123950"/>
                </a:lnTo>
                <a:lnTo>
                  <a:pt x="1714500" y="1143000"/>
                </a:lnTo>
                <a:lnTo>
                  <a:pt x="1704975" y="1143000"/>
                </a:lnTo>
                <a:lnTo>
                  <a:pt x="1704975" y="1171575"/>
                </a:lnTo>
                <a:lnTo>
                  <a:pt x="1714500" y="1171575"/>
                </a:lnTo>
                <a:lnTo>
                  <a:pt x="1714500" y="1181100"/>
                </a:lnTo>
                <a:lnTo>
                  <a:pt x="1724025" y="1181100"/>
                </a:lnTo>
                <a:lnTo>
                  <a:pt x="1724025" y="1190625"/>
                </a:lnTo>
                <a:lnTo>
                  <a:pt x="1733550" y="1190625"/>
                </a:lnTo>
                <a:lnTo>
                  <a:pt x="1733550" y="1209675"/>
                </a:lnTo>
                <a:lnTo>
                  <a:pt x="1714500" y="1209675"/>
                </a:lnTo>
                <a:lnTo>
                  <a:pt x="1714500" y="1219200"/>
                </a:lnTo>
                <a:lnTo>
                  <a:pt x="1695450" y="1219200"/>
                </a:lnTo>
                <a:lnTo>
                  <a:pt x="1695450" y="1228725"/>
                </a:lnTo>
                <a:lnTo>
                  <a:pt x="1685925" y="1228725"/>
                </a:lnTo>
                <a:lnTo>
                  <a:pt x="1685925" y="1219200"/>
                </a:lnTo>
                <a:lnTo>
                  <a:pt x="1676400" y="1219200"/>
                </a:lnTo>
                <a:lnTo>
                  <a:pt x="1676400" y="1209675"/>
                </a:lnTo>
                <a:lnTo>
                  <a:pt x="1666875" y="1209675"/>
                </a:lnTo>
                <a:lnTo>
                  <a:pt x="1666875" y="1200150"/>
                </a:lnTo>
                <a:lnTo>
                  <a:pt x="1676400" y="1200150"/>
                </a:lnTo>
                <a:lnTo>
                  <a:pt x="1676400" y="1181100"/>
                </a:lnTo>
                <a:lnTo>
                  <a:pt x="1685925" y="1181100"/>
                </a:lnTo>
                <a:lnTo>
                  <a:pt x="1685925" y="1152525"/>
                </a:lnTo>
                <a:lnTo>
                  <a:pt x="1695450" y="1152525"/>
                </a:lnTo>
                <a:close/>
                <a:moveTo>
                  <a:pt x="790575" y="1133475"/>
                </a:moveTo>
                <a:lnTo>
                  <a:pt x="828675" y="1133475"/>
                </a:lnTo>
                <a:lnTo>
                  <a:pt x="828675" y="1143000"/>
                </a:lnTo>
                <a:lnTo>
                  <a:pt x="838200" y="1143000"/>
                </a:lnTo>
                <a:lnTo>
                  <a:pt x="838200" y="1152525"/>
                </a:lnTo>
                <a:lnTo>
                  <a:pt x="847725" y="1152525"/>
                </a:lnTo>
                <a:lnTo>
                  <a:pt x="847725" y="1162050"/>
                </a:lnTo>
                <a:lnTo>
                  <a:pt x="790575" y="1162050"/>
                </a:lnTo>
                <a:close/>
                <a:moveTo>
                  <a:pt x="1019175" y="1133475"/>
                </a:moveTo>
                <a:lnTo>
                  <a:pt x="1047750" y="1133475"/>
                </a:lnTo>
                <a:lnTo>
                  <a:pt x="1047750" y="1152525"/>
                </a:lnTo>
                <a:lnTo>
                  <a:pt x="1057275" y="1152525"/>
                </a:lnTo>
                <a:lnTo>
                  <a:pt x="1057275" y="1162050"/>
                </a:lnTo>
                <a:lnTo>
                  <a:pt x="1009650" y="1162050"/>
                </a:lnTo>
                <a:lnTo>
                  <a:pt x="1009650" y="1143000"/>
                </a:lnTo>
                <a:lnTo>
                  <a:pt x="1019175" y="1143000"/>
                </a:lnTo>
                <a:close/>
                <a:moveTo>
                  <a:pt x="1409700" y="1133475"/>
                </a:moveTo>
                <a:lnTo>
                  <a:pt x="1419225" y="1133475"/>
                </a:lnTo>
                <a:lnTo>
                  <a:pt x="1419225" y="1143000"/>
                </a:lnTo>
                <a:lnTo>
                  <a:pt x="1409700" y="1143000"/>
                </a:lnTo>
                <a:close/>
                <a:moveTo>
                  <a:pt x="590550" y="1143000"/>
                </a:moveTo>
                <a:lnTo>
                  <a:pt x="609600" y="1143000"/>
                </a:lnTo>
                <a:lnTo>
                  <a:pt x="609600" y="1162050"/>
                </a:lnTo>
                <a:lnTo>
                  <a:pt x="619125" y="1162050"/>
                </a:lnTo>
                <a:lnTo>
                  <a:pt x="619125" y="1171575"/>
                </a:lnTo>
                <a:lnTo>
                  <a:pt x="600075" y="1171575"/>
                </a:lnTo>
                <a:lnTo>
                  <a:pt x="600075" y="1152525"/>
                </a:lnTo>
                <a:lnTo>
                  <a:pt x="590550" y="1152525"/>
                </a:lnTo>
                <a:close/>
                <a:moveTo>
                  <a:pt x="1495425" y="1143000"/>
                </a:moveTo>
                <a:lnTo>
                  <a:pt x="1504950" y="1143000"/>
                </a:lnTo>
                <a:lnTo>
                  <a:pt x="1504950" y="1171575"/>
                </a:lnTo>
                <a:lnTo>
                  <a:pt x="1495425" y="1171575"/>
                </a:lnTo>
                <a:close/>
                <a:moveTo>
                  <a:pt x="409575" y="1152525"/>
                </a:moveTo>
                <a:lnTo>
                  <a:pt x="419100" y="1152525"/>
                </a:lnTo>
                <a:lnTo>
                  <a:pt x="419100" y="1162050"/>
                </a:lnTo>
                <a:lnTo>
                  <a:pt x="428625" y="1162050"/>
                </a:lnTo>
                <a:lnTo>
                  <a:pt x="428625" y="1181100"/>
                </a:lnTo>
                <a:lnTo>
                  <a:pt x="419100" y="1181100"/>
                </a:lnTo>
                <a:lnTo>
                  <a:pt x="419100" y="1190625"/>
                </a:lnTo>
                <a:lnTo>
                  <a:pt x="409575" y="1190625"/>
                </a:lnTo>
                <a:lnTo>
                  <a:pt x="409575" y="1200150"/>
                </a:lnTo>
                <a:lnTo>
                  <a:pt x="400050" y="1200150"/>
                </a:lnTo>
                <a:lnTo>
                  <a:pt x="400050" y="1190625"/>
                </a:lnTo>
                <a:lnTo>
                  <a:pt x="390525" y="1190625"/>
                </a:lnTo>
                <a:lnTo>
                  <a:pt x="390525" y="1162050"/>
                </a:lnTo>
                <a:lnTo>
                  <a:pt x="409575" y="1162050"/>
                </a:lnTo>
                <a:close/>
                <a:moveTo>
                  <a:pt x="295275" y="1162050"/>
                </a:moveTo>
                <a:lnTo>
                  <a:pt x="304800" y="1162050"/>
                </a:lnTo>
                <a:lnTo>
                  <a:pt x="304800" y="1171575"/>
                </a:lnTo>
                <a:lnTo>
                  <a:pt x="295275" y="1171575"/>
                </a:lnTo>
                <a:close/>
                <a:moveTo>
                  <a:pt x="1095375" y="1162050"/>
                </a:moveTo>
                <a:lnTo>
                  <a:pt x="1104900" y="1162050"/>
                </a:lnTo>
                <a:lnTo>
                  <a:pt x="1104900" y="1181100"/>
                </a:lnTo>
                <a:lnTo>
                  <a:pt x="1085850" y="1181100"/>
                </a:lnTo>
                <a:lnTo>
                  <a:pt x="1085850" y="1171575"/>
                </a:lnTo>
                <a:lnTo>
                  <a:pt x="1095375" y="1171575"/>
                </a:lnTo>
                <a:close/>
                <a:moveTo>
                  <a:pt x="438150" y="1171575"/>
                </a:moveTo>
                <a:lnTo>
                  <a:pt x="466725" y="1171575"/>
                </a:lnTo>
                <a:lnTo>
                  <a:pt x="466725" y="1181100"/>
                </a:lnTo>
                <a:lnTo>
                  <a:pt x="485775" y="1181100"/>
                </a:lnTo>
                <a:lnTo>
                  <a:pt x="485775" y="1190625"/>
                </a:lnTo>
                <a:lnTo>
                  <a:pt x="476250" y="1190625"/>
                </a:lnTo>
                <a:lnTo>
                  <a:pt x="476250" y="1200150"/>
                </a:lnTo>
                <a:lnTo>
                  <a:pt x="447675" y="1200150"/>
                </a:lnTo>
                <a:lnTo>
                  <a:pt x="447675" y="1181100"/>
                </a:lnTo>
                <a:lnTo>
                  <a:pt x="438150" y="1181100"/>
                </a:lnTo>
                <a:close/>
                <a:moveTo>
                  <a:pt x="857250" y="1171575"/>
                </a:moveTo>
                <a:lnTo>
                  <a:pt x="876300" y="1171575"/>
                </a:lnTo>
                <a:lnTo>
                  <a:pt x="876300" y="1190625"/>
                </a:lnTo>
                <a:lnTo>
                  <a:pt x="866775" y="1190625"/>
                </a:lnTo>
                <a:lnTo>
                  <a:pt x="866775" y="1200150"/>
                </a:lnTo>
                <a:lnTo>
                  <a:pt x="847725" y="1200150"/>
                </a:lnTo>
                <a:lnTo>
                  <a:pt x="847725" y="1181100"/>
                </a:lnTo>
                <a:lnTo>
                  <a:pt x="857250" y="1181100"/>
                </a:lnTo>
                <a:close/>
                <a:moveTo>
                  <a:pt x="1323975" y="1171575"/>
                </a:moveTo>
                <a:lnTo>
                  <a:pt x="1333500" y="1171575"/>
                </a:lnTo>
                <a:lnTo>
                  <a:pt x="1333500" y="1181100"/>
                </a:lnTo>
                <a:lnTo>
                  <a:pt x="1323975" y="1181100"/>
                </a:lnTo>
                <a:close/>
                <a:moveTo>
                  <a:pt x="1905000" y="1171575"/>
                </a:moveTo>
                <a:lnTo>
                  <a:pt x="1914525" y="1171575"/>
                </a:lnTo>
                <a:lnTo>
                  <a:pt x="1914525" y="1181100"/>
                </a:lnTo>
                <a:lnTo>
                  <a:pt x="1924050" y="1181100"/>
                </a:lnTo>
                <a:lnTo>
                  <a:pt x="1924050" y="1219200"/>
                </a:lnTo>
                <a:lnTo>
                  <a:pt x="1914525" y="1219200"/>
                </a:lnTo>
                <a:lnTo>
                  <a:pt x="1914525" y="1228725"/>
                </a:lnTo>
                <a:lnTo>
                  <a:pt x="1905000" y="1228725"/>
                </a:lnTo>
                <a:lnTo>
                  <a:pt x="1905000" y="1219200"/>
                </a:lnTo>
                <a:lnTo>
                  <a:pt x="1895475" y="1219200"/>
                </a:lnTo>
                <a:lnTo>
                  <a:pt x="1895475" y="1228725"/>
                </a:lnTo>
                <a:lnTo>
                  <a:pt x="1876425" y="1228725"/>
                </a:lnTo>
                <a:lnTo>
                  <a:pt x="1876425" y="1200150"/>
                </a:lnTo>
                <a:lnTo>
                  <a:pt x="1885950" y="1200150"/>
                </a:lnTo>
                <a:lnTo>
                  <a:pt x="1885950" y="1190625"/>
                </a:lnTo>
                <a:lnTo>
                  <a:pt x="1895475" y="1190625"/>
                </a:lnTo>
                <a:lnTo>
                  <a:pt x="1895475" y="1181100"/>
                </a:lnTo>
                <a:lnTo>
                  <a:pt x="1905000" y="1181100"/>
                </a:lnTo>
                <a:close/>
                <a:moveTo>
                  <a:pt x="228600" y="1190625"/>
                </a:moveTo>
                <a:lnTo>
                  <a:pt x="238125" y="1190625"/>
                </a:lnTo>
                <a:lnTo>
                  <a:pt x="238125" y="1200150"/>
                </a:lnTo>
                <a:lnTo>
                  <a:pt x="228600" y="1200150"/>
                </a:lnTo>
                <a:close/>
                <a:moveTo>
                  <a:pt x="676275" y="1190625"/>
                </a:moveTo>
                <a:lnTo>
                  <a:pt x="704850" y="1190625"/>
                </a:lnTo>
                <a:lnTo>
                  <a:pt x="704850" y="1209675"/>
                </a:lnTo>
                <a:lnTo>
                  <a:pt x="676275" y="1209675"/>
                </a:lnTo>
                <a:close/>
                <a:moveTo>
                  <a:pt x="1381125" y="1190625"/>
                </a:moveTo>
                <a:lnTo>
                  <a:pt x="1400175" y="1190625"/>
                </a:lnTo>
                <a:lnTo>
                  <a:pt x="1400175" y="1200150"/>
                </a:lnTo>
                <a:lnTo>
                  <a:pt x="1390650" y="1200150"/>
                </a:lnTo>
                <a:lnTo>
                  <a:pt x="1390650" y="1219200"/>
                </a:lnTo>
                <a:lnTo>
                  <a:pt x="1371600" y="1219200"/>
                </a:lnTo>
                <a:lnTo>
                  <a:pt x="1371600" y="1200150"/>
                </a:lnTo>
                <a:lnTo>
                  <a:pt x="1381125" y="1200150"/>
                </a:lnTo>
                <a:close/>
                <a:moveTo>
                  <a:pt x="219075" y="1200150"/>
                </a:moveTo>
                <a:lnTo>
                  <a:pt x="228600" y="1200150"/>
                </a:lnTo>
                <a:lnTo>
                  <a:pt x="228600" y="1209675"/>
                </a:lnTo>
                <a:lnTo>
                  <a:pt x="219075" y="1209675"/>
                </a:lnTo>
                <a:close/>
                <a:moveTo>
                  <a:pt x="1162050" y="1200150"/>
                </a:moveTo>
                <a:lnTo>
                  <a:pt x="1171575" y="1200150"/>
                </a:lnTo>
                <a:lnTo>
                  <a:pt x="1171575" y="1228725"/>
                </a:lnTo>
                <a:lnTo>
                  <a:pt x="1143000" y="1228725"/>
                </a:lnTo>
                <a:lnTo>
                  <a:pt x="1143000" y="1209675"/>
                </a:lnTo>
                <a:lnTo>
                  <a:pt x="1162050" y="1209675"/>
                </a:lnTo>
                <a:close/>
                <a:moveTo>
                  <a:pt x="504825" y="1209675"/>
                </a:moveTo>
                <a:lnTo>
                  <a:pt x="523875" y="1209675"/>
                </a:lnTo>
                <a:lnTo>
                  <a:pt x="523875" y="1219200"/>
                </a:lnTo>
                <a:lnTo>
                  <a:pt x="542925" y="1219200"/>
                </a:lnTo>
                <a:lnTo>
                  <a:pt x="542925" y="1228725"/>
                </a:lnTo>
                <a:lnTo>
                  <a:pt x="552450" y="1228725"/>
                </a:lnTo>
                <a:lnTo>
                  <a:pt x="552450" y="1238250"/>
                </a:lnTo>
                <a:lnTo>
                  <a:pt x="561975" y="1238250"/>
                </a:lnTo>
                <a:lnTo>
                  <a:pt x="561975" y="1247775"/>
                </a:lnTo>
                <a:lnTo>
                  <a:pt x="552450" y="1247775"/>
                </a:lnTo>
                <a:lnTo>
                  <a:pt x="552450" y="1257300"/>
                </a:lnTo>
                <a:lnTo>
                  <a:pt x="533400" y="1257300"/>
                </a:lnTo>
                <a:lnTo>
                  <a:pt x="533400" y="1238250"/>
                </a:lnTo>
                <a:lnTo>
                  <a:pt x="523875" y="1238250"/>
                </a:lnTo>
                <a:lnTo>
                  <a:pt x="523875" y="1228725"/>
                </a:lnTo>
                <a:lnTo>
                  <a:pt x="504825" y="1228725"/>
                </a:lnTo>
                <a:close/>
                <a:moveTo>
                  <a:pt x="914400" y="1209675"/>
                </a:moveTo>
                <a:lnTo>
                  <a:pt x="923925" y="1209675"/>
                </a:lnTo>
                <a:lnTo>
                  <a:pt x="923925" y="1228725"/>
                </a:lnTo>
                <a:lnTo>
                  <a:pt x="933450" y="1228725"/>
                </a:lnTo>
                <a:lnTo>
                  <a:pt x="933450" y="1238250"/>
                </a:lnTo>
                <a:lnTo>
                  <a:pt x="942975" y="1238250"/>
                </a:lnTo>
                <a:lnTo>
                  <a:pt x="942975" y="1276350"/>
                </a:lnTo>
                <a:lnTo>
                  <a:pt x="933450" y="1276350"/>
                </a:lnTo>
                <a:lnTo>
                  <a:pt x="933450" y="1266825"/>
                </a:lnTo>
                <a:lnTo>
                  <a:pt x="923925" y="1266825"/>
                </a:lnTo>
                <a:lnTo>
                  <a:pt x="923925" y="1285875"/>
                </a:lnTo>
                <a:lnTo>
                  <a:pt x="914400" y="1285875"/>
                </a:lnTo>
                <a:lnTo>
                  <a:pt x="914400" y="1304925"/>
                </a:lnTo>
                <a:lnTo>
                  <a:pt x="895350" y="1304925"/>
                </a:lnTo>
                <a:lnTo>
                  <a:pt x="895350" y="1295400"/>
                </a:lnTo>
                <a:lnTo>
                  <a:pt x="885825" y="1295400"/>
                </a:lnTo>
                <a:lnTo>
                  <a:pt x="885825" y="1285875"/>
                </a:lnTo>
                <a:lnTo>
                  <a:pt x="895350" y="1285875"/>
                </a:lnTo>
                <a:lnTo>
                  <a:pt x="895350" y="1266825"/>
                </a:lnTo>
                <a:lnTo>
                  <a:pt x="904875" y="1266825"/>
                </a:lnTo>
                <a:lnTo>
                  <a:pt x="904875" y="1257300"/>
                </a:lnTo>
                <a:lnTo>
                  <a:pt x="914400" y="1257300"/>
                </a:lnTo>
                <a:close/>
                <a:moveTo>
                  <a:pt x="1590675" y="1209675"/>
                </a:moveTo>
                <a:lnTo>
                  <a:pt x="1609725" y="1209675"/>
                </a:lnTo>
                <a:lnTo>
                  <a:pt x="1609725" y="1238250"/>
                </a:lnTo>
                <a:lnTo>
                  <a:pt x="1619250" y="1238250"/>
                </a:lnTo>
                <a:lnTo>
                  <a:pt x="1619250" y="1257300"/>
                </a:lnTo>
                <a:lnTo>
                  <a:pt x="1628775" y="1257300"/>
                </a:lnTo>
                <a:lnTo>
                  <a:pt x="1628775" y="1285875"/>
                </a:lnTo>
                <a:lnTo>
                  <a:pt x="1600200" y="1285875"/>
                </a:lnTo>
                <a:lnTo>
                  <a:pt x="1600200" y="1257300"/>
                </a:lnTo>
                <a:lnTo>
                  <a:pt x="1590675" y="1257300"/>
                </a:lnTo>
                <a:close/>
                <a:moveTo>
                  <a:pt x="962025" y="1228725"/>
                </a:moveTo>
                <a:lnTo>
                  <a:pt x="1000125" y="1228725"/>
                </a:lnTo>
                <a:lnTo>
                  <a:pt x="1000125" y="1257300"/>
                </a:lnTo>
                <a:lnTo>
                  <a:pt x="1009650" y="1257300"/>
                </a:lnTo>
                <a:lnTo>
                  <a:pt x="1009650" y="1247775"/>
                </a:lnTo>
                <a:lnTo>
                  <a:pt x="1028700" y="1247775"/>
                </a:lnTo>
                <a:lnTo>
                  <a:pt x="1028700" y="1257300"/>
                </a:lnTo>
                <a:lnTo>
                  <a:pt x="1038225" y="1257300"/>
                </a:lnTo>
                <a:lnTo>
                  <a:pt x="1038225" y="1266825"/>
                </a:lnTo>
                <a:lnTo>
                  <a:pt x="1047750" y="1266825"/>
                </a:lnTo>
                <a:lnTo>
                  <a:pt x="1047750" y="1295400"/>
                </a:lnTo>
                <a:lnTo>
                  <a:pt x="1038225" y="1295400"/>
                </a:lnTo>
                <a:lnTo>
                  <a:pt x="1038225" y="1285875"/>
                </a:lnTo>
                <a:lnTo>
                  <a:pt x="1019175" y="1285875"/>
                </a:lnTo>
                <a:lnTo>
                  <a:pt x="1019175" y="1276350"/>
                </a:lnTo>
                <a:lnTo>
                  <a:pt x="1009650" y="1276350"/>
                </a:lnTo>
                <a:lnTo>
                  <a:pt x="1009650" y="1266825"/>
                </a:lnTo>
                <a:lnTo>
                  <a:pt x="990600" y="1266825"/>
                </a:lnTo>
                <a:lnTo>
                  <a:pt x="990600" y="1285875"/>
                </a:lnTo>
                <a:lnTo>
                  <a:pt x="981075" y="1285875"/>
                </a:lnTo>
                <a:lnTo>
                  <a:pt x="981075" y="1266825"/>
                </a:lnTo>
                <a:lnTo>
                  <a:pt x="971550" y="1266825"/>
                </a:lnTo>
                <a:lnTo>
                  <a:pt x="971550" y="1247775"/>
                </a:lnTo>
                <a:lnTo>
                  <a:pt x="962025" y="1247775"/>
                </a:lnTo>
                <a:close/>
                <a:moveTo>
                  <a:pt x="314325" y="1238250"/>
                </a:moveTo>
                <a:lnTo>
                  <a:pt x="342900" y="1238250"/>
                </a:lnTo>
                <a:lnTo>
                  <a:pt x="342900" y="1247775"/>
                </a:lnTo>
                <a:lnTo>
                  <a:pt x="352425" y="1247775"/>
                </a:lnTo>
                <a:lnTo>
                  <a:pt x="352425" y="1238250"/>
                </a:lnTo>
                <a:lnTo>
                  <a:pt x="361950" y="1238250"/>
                </a:lnTo>
                <a:lnTo>
                  <a:pt x="361950" y="1266825"/>
                </a:lnTo>
                <a:lnTo>
                  <a:pt x="352425" y="1266825"/>
                </a:lnTo>
                <a:lnTo>
                  <a:pt x="352425" y="1276350"/>
                </a:lnTo>
                <a:lnTo>
                  <a:pt x="342900" y="1276350"/>
                </a:lnTo>
                <a:lnTo>
                  <a:pt x="342900" y="1295400"/>
                </a:lnTo>
                <a:lnTo>
                  <a:pt x="323850" y="1295400"/>
                </a:lnTo>
                <a:lnTo>
                  <a:pt x="323850" y="1266825"/>
                </a:lnTo>
                <a:lnTo>
                  <a:pt x="314325" y="1266825"/>
                </a:lnTo>
                <a:close/>
                <a:moveTo>
                  <a:pt x="609600" y="1247775"/>
                </a:moveTo>
                <a:lnTo>
                  <a:pt x="638175" y="1247775"/>
                </a:lnTo>
                <a:lnTo>
                  <a:pt x="638175" y="1266825"/>
                </a:lnTo>
                <a:lnTo>
                  <a:pt x="628650" y="1266825"/>
                </a:lnTo>
                <a:lnTo>
                  <a:pt x="628650" y="1276350"/>
                </a:lnTo>
                <a:lnTo>
                  <a:pt x="590550" y="1276350"/>
                </a:lnTo>
                <a:lnTo>
                  <a:pt x="590550" y="1285875"/>
                </a:lnTo>
                <a:lnTo>
                  <a:pt x="571500" y="1285875"/>
                </a:lnTo>
                <a:lnTo>
                  <a:pt x="571500" y="1266825"/>
                </a:lnTo>
                <a:lnTo>
                  <a:pt x="581025" y="1266825"/>
                </a:lnTo>
                <a:lnTo>
                  <a:pt x="581025" y="1257300"/>
                </a:lnTo>
                <a:lnTo>
                  <a:pt x="609600" y="1257300"/>
                </a:lnTo>
                <a:close/>
                <a:moveTo>
                  <a:pt x="1209675" y="1257300"/>
                </a:moveTo>
                <a:lnTo>
                  <a:pt x="1228725" y="1257300"/>
                </a:lnTo>
                <a:lnTo>
                  <a:pt x="1228725" y="1276350"/>
                </a:lnTo>
                <a:lnTo>
                  <a:pt x="1209675" y="1276350"/>
                </a:lnTo>
                <a:close/>
                <a:moveTo>
                  <a:pt x="1533525" y="1257300"/>
                </a:moveTo>
                <a:lnTo>
                  <a:pt x="1543050" y="1257300"/>
                </a:lnTo>
                <a:lnTo>
                  <a:pt x="1543050" y="1304925"/>
                </a:lnTo>
                <a:lnTo>
                  <a:pt x="1533525" y="1304925"/>
                </a:lnTo>
                <a:close/>
                <a:moveTo>
                  <a:pt x="1762125" y="1257300"/>
                </a:moveTo>
                <a:lnTo>
                  <a:pt x="1771650" y="1257300"/>
                </a:lnTo>
                <a:lnTo>
                  <a:pt x="1771650" y="1295400"/>
                </a:lnTo>
                <a:lnTo>
                  <a:pt x="1762125" y="1295400"/>
                </a:lnTo>
                <a:lnTo>
                  <a:pt x="1762125" y="1304925"/>
                </a:lnTo>
                <a:lnTo>
                  <a:pt x="1743075" y="1304925"/>
                </a:lnTo>
                <a:lnTo>
                  <a:pt x="1743075" y="1314450"/>
                </a:lnTo>
                <a:lnTo>
                  <a:pt x="1733550" y="1314450"/>
                </a:lnTo>
                <a:lnTo>
                  <a:pt x="1733550" y="1323975"/>
                </a:lnTo>
                <a:lnTo>
                  <a:pt x="1724025" y="1323975"/>
                </a:lnTo>
                <a:lnTo>
                  <a:pt x="1724025" y="1333500"/>
                </a:lnTo>
                <a:lnTo>
                  <a:pt x="1714500" y="1333500"/>
                </a:lnTo>
                <a:lnTo>
                  <a:pt x="1714500" y="1323975"/>
                </a:lnTo>
                <a:lnTo>
                  <a:pt x="1704975" y="1323975"/>
                </a:lnTo>
                <a:lnTo>
                  <a:pt x="1704975" y="1295400"/>
                </a:lnTo>
                <a:lnTo>
                  <a:pt x="1714500" y="1295400"/>
                </a:lnTo>
                <a:lnTo>
                  <a:pt x="1714500" y="1285875"/>
                </a:lnTo>
                <a:lnTo>
                  <a:pt x="1733550" y="1285875"/>
                </a:lnTo>
                <a:lnTo>
                  <a:pt x="1733550" y="1276350"/>
                </a:lnTo>
                <a:lnTo>
                  <a:pt x="1752600" y="1276350"/>
                </a:lnTo>
                <a:lnTo>
                  <a:pt x="1752600" y="1266825"/>
                </a:lnTo>
                <a:lnTo>
                  <a:pt x="1762125" y="1266825"/>
                </a:lnTo>
                <a:close/>
                <a:moveTo>
                  <a:pt x="1276350" y="1266825"/>
                </a:moveTo>
                <a:lnTo>
                  <a:pt x="1295400" y="1266825"/>
                </a:lnTo>
                <a:lnTo>
                  <a:pt x="1295400" y="1276350"/>
                </a:lnTo>
                <a:lnTo>
                  <a:pt x="1304925" y="1276350"/>
                </a:lnTo>
                <a:lnTo>
                  <a:pt x="1304925" y="1285875"/>
                </a:lnTo>
                <a:lnTo>
                  <a:pt x="1314450" y="1285875"/>
                </a:lnTo>
                <a:lnTo>
                  <a:pt x="1314450" y="1295400"/>
                </a:lnTo>
                <a:lnTo>
                  <a:pt x="1323975" y="1295400"/>
                </a:lnTo>
                <a:lnTo>
                  <a:pt x="1323975" y="1304925"/>
                </a:lnTo>
                <a:lnTo>
                  <a:pt x="1333500" y="1304925"/>
                </a:lnTo>
                <a:lnTo>
                  <a:pt x="1333500" y="1323975"/>
                </a:lnTo>
                <a:lnTo>
                  <a:pt x="1323975" y="1323975"/>
                </a:lnTo>
                <a:lnTo>
                  <a:pt x="1323975" y="1314450"/>
                </a:lnTo>
                <a:lnTo>
                  <a:pt x="1304925" y="1314450"/>
                </a:lnTo>
                <a:lnTo>
                  <a:pt x="1304925" y="1304925"/>
                </a:lnTo>
                <a:lnTo>
                  <a:pt x="1285875" y="1304925"/>
                </a:lnTo>
                <a:lnTo>
                  <a:pt x="1285875" y="1295400"/>
                </a:lnTo>
                <a:lnTo>
                  <a:pt x="1276350" y="1295400"/>
                </a:lnTo>
                <a:close/>
                <a:moveTo>
                  <a:pt x="123825" y="1276350"/>
                </a:moveTo>
                <a:lnTo>
                  <a:pt x="133350" y="1276350"/>
                </a:lnTo>
                <a:lnTo>
                  <a:pt x="133350" y="1285875"/>
                </a:lnTo>
                <a:lnTo>
                  <a:pt x="123825" y="1285875"/>
                </a:lnTo>
                <a:close/>
                <a:moveTo>
                  <a:pt x="628650" y="1285875"/>
                </a:moveTo>
                <a:lnTo>
                  <a:pt x="647700" y="1285875"/>
                </a:lnTo>
                <a:lnTo>
                  <a:pt x="647700" y="1304925"/>
                </a:lnTo>
                <a:lnTo>
                  <a:pt x="638175" y="1304925"/>
                </a:lnTo>
                <a:lnTo>
                  <a:pt x="638175" y="1314450"/>
                </a:lnTo>
                <a:lnTo>
                  <a:pt x="628650" y="1314450"/>
                </a:lnTo>
                <a:close/>
                <a:moveTo>
                  <a:pt x="1057275" y="1285875"/>
                </a:moveTo>
                <a:lnTo>
                  <a:pt x="1085850" y="1285875"/>
                </a:lnTo>
                <a:lnTo>
                  <a:pt x="1085850" y="1304925"/>
                </a:lnTo>
                <a:lnTo>
                  <a:pt x="1066800" y="1304925"/>
                </a:lnTo>
                <a:lnTo>
                  <a:pt x="1066800" y="1295400"/>
                </a:lnTo>
                <a:lnTo>
                  <a:pt x="1057275" y="1295400"/>
                </a:lnTo>
                <a:close/>
                <a:moveTo>
                  <a:pt x="1895475" y="1285875"/>
                </a:moveTo>
                <a:lnTo>
                  <a:pt x="1914525" y="1285875"/>
                </a:lnTo>
                <a:lnTo>
                  <a:pt x="1914525" y="1295400"/>
                </a:lnTo>
                <a:lnTo>
                  <a:pt x="1924050" y="1295400"/>
                </a:lnTo>
                <a:lnTo>
                  <a:pt x="1924050" y="1362075"/>
                </a:lnTo>
                <a:lnTo>
                  <a:pt x="1914525" y="1362075"/>
                </a:lnTo>
                <a:lnTo>
                  <a:pt x="1914525" y="1371600"/>
                </a:lnTo>
                <a:lnTo>
                  <a:pt x="1905000" y="1371600"/>
                </a:lnTo>
                <a:lnTo>
                  <a:pt x="1905000" y="1362075"/>
                </a:lnTo>
                <a:lnTo>
                  <a:pt x="1895475" y="1362075"/>
                </a:lnTo>
                <a:lnTo>
                  <a:pt x="1895475" y="1371600"/>
                </a:lnTo>
                <a:lnTo>
                  <a:pt x="1876425" y="1371600"/>
                </a:lnTo>
                <a:lnTo>
                  <a:pt x="1876425" y="1333500"/>
                </a:lnTo>
                <a:lnTo>
                  <a:pt x="1885950" y="1333500"/>
                </a:lnTo>
                <a:lnTo>
                  <a:pt x="1885950" y="1295400"/>
                </a:lnTo>
                <a:lnTo>
                  <a:pt x="1895475" y="1295400"/>
                </a:lnTo>
                <a:close/>
                <a:moveTo>
                  <a:pt x="209550" y="1304925"/>
                </a:moveTo>
                <a:lnTo>
                  <a:pt x="219075" y="1304925"/>
                </a:lnTo>
                <a:lnTo>
                  <a:pt x="219075" y="1314450"/>
                </a:lnTo>
                <a:lnTo>
                  <a:pt x="228600" y="1314450"/>
                </a:lnTo>
                <a:lnTo>
                  <a:pt x="228600" y="1352550"/>
                </a:lnTo>
                <a:lnTo>
                  <a:pt x="200025" y="1352550"/>
                </a:lnTo>
                <a:lnTo>
                  <a:pt x="200025" y="1362075"/>
                </a:lnTo>
                <a:lnTo>
                  <a:pt x="190500" y="1362075"/>
                </a:lnTo>
                <a:lnTo>
                  <a:pt x="190500" y="1371600"/>
                </a:lnTo>
                <a:lnTo>
                  <a:pt x="171450" y="1371600"/>
                </a:lnTo>
                <a:lnTo>
                  <a:pt x="171450" y="1343025"/>
                </a:lnTo>
                <a:lnTo>
                  <a:pt x="180975" y="1343025"/>
                </a:lnTo>
                <a:lnTo>
                  <a:pt x="180975" y="1333500"/>
                </a:lnTo>
                <a:lnTo>
                  <a:pt x="190500" y="1333500"/>
                </a:lnTo>
                <a:lnTo>
                  <a:pt x="190500" y="1343025"/>
                </a:lnTo>
                <a:lnTo>
                  <a:pt x="200025" y="1343025"/>
                </a:lnTo>
                <a:lnTo>
                  <a:pt x="200025" y="1314450"/>
                </a:lnTo>
                <a:lnTo>
                  <a:pt x="209550" y="1314450"/>
                </a:lnTo>
                <a:close/>
                <a:moveTo>
                  <a:pt x="466725" y="1304925"/>
                </a:moveTo>
                <a:lnTo>
                  <a:pt x="485775" y="1304925"/>
                </a:lnTo>
                <a:lnTo>
                  <a:pt x="485775" y="1314450"/>
                </a:lnTo>
                <a:lnTo>
                  <a:pt x="504825" y="1314450"/>
                </a:lnTo>
                <a:lnTo>
                  <a:pt x="504825" y="1333500"/>
                </a:lnTo>
                <a:lnTo>
                  <a:pt x="485775" y="1333500"/>
                </a:lnTo>
                <a:lnTo>
                  <a:pt x="485775" y="1343025"/>
                </a:lnTo>
                <a:lnTo>
                  <a:pt x="466725" y="1343025"/>
                </a:lnTo>
                <a:lnTo>
                  <a:pt x="466725" y="1352550"/>
                </a:lnTo>
                <a:lnTo>
                  <a:pt x="438150" y="1352550"/>
                </a:lnTo>
                <a:lnTo>
                  <a:pt x="438150" y="1343025"/>
                </a:lnTo>
                <a:lnTo>
                  <a:pt x="419100" y="1343025"/>
                </a:lnTo>
                <a:lnTo>
                  <a:pt x="419100" y="1323975"/>
                </a:lnTo>
                <a:lnTo>
                  <a:pt x="457200" y="1323975"/>
                </a:lnTo>
                <a:lnTo>
                  <a:pt x="457200" y="1314450"/>
                </a:lnTo>
                <a:lnTo>
                  <a:pt x="466725" y="1314450"/>
                </a:lnTo>
                <a:close/>
                <a:moveTo>
                  <a:pt x="685800" y="1304925"/>
                </a:moveTo>
                <a:lnTo>
                  <a:pt x="695325" y="1304925"/>
                </a:lnTo>
                <a:lnTo>
                  <a:pt x="695325" y="1314450"/>
                </a:lnTo>
                <a:lnTo>
                  <a:pt x="704850" y="1314450"/>
                </a:lnTo>
                <a:lnTo>
                  <a:pt x="704850" y="1323975"/>
                </a:lnTo>
                <a:lnTo>
                  <a:pt x="695325" y="1323975"/>
                </a:lnTo>
                <a:lnTo>
                  <a:pt x="695325" y="1343025"/>
                </a:lnTo>
                <a:lnTo>
                  <a:pt x="685800" y="1343025"/>
                </a:lnTo>
                <a:lnTo>
                  <a:pt x="685800" y="1333500"/>
                </a:lnTo>
                <a:lnTo>
                  <a:pt x="676275" y="1333500"/>
                </a:lnTo>
                <a:lnTo>
                  <a:pt x="676275" y="1314450"/>
                </a:lnTo>
                <a:lnTo>
                  <a:pt x="685800" y="1314450"/>
                </a:lnTo>
                <a:close/>
                <a:moveTo>
                  <a:pt x="1095375" y="1304925"/>
                </a:moveTo>
                <a:lnTo>
                  <a:pt x="1123950" y="1304925"/>
                </a:lnTo>
                <a:lnTo>
                  <a:pt x="1123950" y="1323975"/>
                </a:lnTo>
                <a:lnTo>
                  <a:pt x="1104900" y="1323975"/>
                </a:lnTo>
                <a:lnTo>
                  <a:pt x="1104900" y="1314450"/>
                </a:lnTo>
                <a:lnTo>
                  <a:pt x="1095375" y="1314450"/>
                </a:lnTo>
                <a:close/>
                <a:moveTo>
                  <a:pt x="1000125" y="1314450"/>
                </a:moveTo>
                <a:lnTo>
                  <a:pt x="1009650" y="1314450"/>
                </a:lnTo>
                <a:lnTo>
                  <a:pt x="1009650" y="1333500"/>
                </a:lnTo>
                <a:lnTo>
                  <a:pt x="1019175" y="1333500"/>
                </a:lnTo>
                <a:lnTo>
                  <a:pt x="1019175" y="1343025"/>
                </a:lnTo>
                <a:lnTo>
                  <a:pt x="1000125" y="1343025"/>
                </a:lnTo>
                <a:close/>
                <a:moveTo>
                  <a:pt x="1638300" y="1314450"/>
                </a:moveTo>
                <a:lnTo>
                  <a:pt x="1647825" y="1314450"/>
                </a:lnTo>
                <a:lnTo>
                  <a:pt x="1647825" y="1323975"/>
                </a:lnTo>
                <a:lnTo>
                  <a:pt x="1657350" y="1323975"/>
                </a:lnTo>
                <a:lnTo>
                  <a:pt x="1657350" y="1352550"/>
                </a:lnTo>
                <a:lnTo>
                  <a:pt x="1619250" y="1352550"/>
                </a:lnTo>
                <a:lnTo>
                  <a:pt x="1619250" y="1343025"/>
                </a:lnTo>
                <a:lnTo>
                  <a:pt x="1628775" y="1343025"/>
                </a:lnTo>
                <a:lnTo>
                  <a:pt x="1628775" y="1333500"/>
                </a:lnTo>
                <a:lnTo>
                  <a:pt x="1638300" y="1333500"/>
                </a:lnTo>
                <a:close/>
                <a:moveTo>
                  <a:pt x="952500" y="1323975"/>
                </a:moveTo>
                <a:lnTo>
                  <a:pt x="962025" y="1323975"/>
                </a:lnTo>
                <a:lnTo>
                  <a:pt x="962025" y="1333500"/>
                </a:lnTo>
                <a:lnTo>
                  <a:pt x="971550" y="1333500"/>
                </a:lnTo>
                <a:lnTo>
                  <a:pt x="971550" y="1343025"/>
                </a:lnTo>
                <a:lnTo>
                  <a:pt x="981075" y="1343025"/>
                </a:lnTo>
                <a:lnTo>
                  <a:pt x="981075" y="1362075"/>
                </a:lnTo>
                <a:lnTo>
                  <a:pt x="942975" y="1362075"/>
                </a:lnTo>
                <a:lnTo>
                  <a:pt x="942975" y="1352550"/>
                </a:lnTo>
                <a:lnTo>
                  <a:pt x="933450" y="1352550"/>
                </a:lnTo>
                <a:lnTo>
                  <a:pt x="933450" y="1333500"/>
                </a:lnTo>
                <a:lnTo>
                  <a:pt x="952500" y="1333500"/>
                </a:lnTo>
                <a:close/>
                <a:moveTo>
                  <a:pt x="1171575" y="1333500"/>
                </a:moveTo>
                <a:lnTo>
                  <a:pt x="1200150" y="1333500"/>
                </a:lnTo>
                <a:lnTo>
                  <a:pt x="1200150" y="1362075"/>
                </a:lnTo>
                <a:lnTo>
                  <a:pt x="1190625" y="1362075"/>
                </a:lnTo>
                <a:lnTo>
                  <a:pt x="1190625" y="1371600"/>
                </a:lnTo>
                <a:lnTo>
                  <a:pt x="1171575" y="1371600"/>
                </a:lnTo>
                <a:lnTo>
                  <a:pt x="1171575" y="1362075"/>
                </a:lnTo>
                <a:lnTo>
                  <a:pt x="1162050" y="1362075"/>
                </a:lnTo>
                <a:lnTo>
                  <a:pt x="1162050" y="1371600"/>
                </a:lnTo>
                <a:lnTo>
                  <a:pt x="1152525" y="1371600"/>
                </a:lnTo>
                <a:lnTo>
                  <a:pt x="1152525" y="1352550"/>
                </a:lnTo>
                <a:lnTo>
                  <a:pt x="1162050" y="1352550"/>
                </a:lnTo>
                <a:lnTo>
                  <a:pt x="1162050" y="1343025"/>
                </a:lnTo>
                <a:lnTo>
                  <a:pt x="1171575" y="1343025"/>
                </a:lnTo>
                <a:close/>
                <a:moveTo>
                  <a:pt x="1447800" y="1333500"/>
                </a:moveTo>
                <a:lnTo>
                  <a:pt x="1476375" y="1333500"/>
                </a:lnTo>
                <a:lnTo>
                  <a:pt x="1476375" y="1343025"/>
                </a:lnTo>
                <a:lnTo>
                  <a:pt x="1495425" y="1343025"/>
                </a:lnTo>
                <a:lnTo>
                  <a:pt x="1495425" y="1362075"/>
                </a:lnTo>
                <a:lnTo>
                  <a:pt x="1457325" y="1362075"/>
                </a:lnTo>
                <a:lnTo>
                  <a:pt x="1457325" y="1371600"/>
                </a:lnTo>
                <a:lnTo>
                  <a:pt x="1428750" y="1371600"/>
                </a:lnTo>
                <a:lnTo>
                  <a:pt x="1428750" y="1362075"/>
                </a:lnTo>
                <a:lnTo>
                  <a:pt x="1419225" y="1362075"/>
                </a:lnTo>
                <a:lnTo>
                  <a:pt x="1419225" y="1352550"/>
                </a:lnTo>
                <a:lnTo>
                  <a:pt x="1438275" y="1352550"/>
                </a:lnTo>
                <a:lnTo>
                  <a:pt x="1438275" y="1343025"/>
                </a:lnTo>
                <a:lnTo>
                  <a:pt x="1447800" y="1343025"/>
                </a:lnTo>
                <a:close/>
                <a:moveTo>
                  <a:pt x="381000" y="1352550"/>
                </a:moveTo>
                <a:lnTo>
                  <a:pt x="400050" y="1352550"/>
                </a:lnTo>
                <a:lnTo>
                  <a:pt x="400050" y="1362075"/>
                </a:lnTo>
                <a:lnTo>
                  <a:pt x="409575" y="1362075"/>
                </a:lnTo>
                <a:lnTo>
                  <a:pt x="409575" y="1381125"/>
                </a:lnTo>
                <a:lnTo>
                  <a:pt x="390525" y="1381125"/>
                </a:lnTo>
                <a:lnTo>
                  <a:pt x="390525" y="1390650"/>
                </a:lnTo>
                <a:lnTo>
                  <a:pt x="381000" y="1390650"/>
                </a:lnTo>
                <a:lnTo>
                  <a:pt x="381000" y="1409700"/>
                </a:lnTo>
                <a:lnTo>
                  <a:pt x="371475" y="1409700"/>
                </a:lnTo>
                <a:lnTo>
                  <a:pt x="371475" y="1400175"/>
                </a:lnTo>
                <a:lnTo>
                  <a:pt x="361950" y="1400175"/>
                </a:lnTo>
                <a:lnTo>
                  <a:pt x="361950" y="1381125"/>
                </a:lnTo>
                <a:lnTo>
                  <a:pt x="352425" y="1381125"/>
                </a:lnTo>
                <a:lnTo>
                  <a:pt x="352425" y="1362075"/>
                </a:lnTo>
                <a:lnTo>
                  <a:pt x="381000" y="1362075"/>
                </a:lnTo>
                <a:close/>
                <a:moveTo>
                  <a:pt x="523875" y="1362075"/>
                </a:moveTo>
                <a:lnTo>
                  <a:pt x="561975" y="1362075"/>
                </a:lnTo>
                <a:lnTo>
                  <a:pt x="561975" y="1371600"/>
                </a:lnTo>
                <a:lnTo>
                  <a:pt x="542925" y="1371600"/>
                </a:lnTo>
                <a:lnTo>
                  <a:pt x="542925" y="1381125"/>
                </a:lnTo>
                <a:lnTo>
                  <a:pt x="533400" y="1381125"/>
                </a:lnTo>
                <a:lnTo>
                  <a:pt x="533400" y="1371600"/>
                </a:lnTo>
                <a:lnTo>
                  <a:pt x="523875" y="1371600"/>
                </a:lnTo>
                <a:close/>
                <a:moveTo>
                  <a:pt x="781050" y="1362075"/>
                </a:moveTo>
                <a:lnTo>
                  <a:pt x="809625" y="1362075"/>
                </a:lnTo>
                <a:lnTo>
                  <a:pt x="809625" y="1381125"/>
                </a:lnTo>
                <a:lnTo>
                  <a:pt x="790575" y="1381125"/>
                </a:lnTo>
                <a:lnTo>
                  <a:pt x="790575" y="1371600"/>
                </a:lnTo>
                <a:lnTo>
                  <a:pt x="781050" y="1371600"/>
                </a:lnTo>
                <a:close/>
                <a:moveTo>
                  <a:pt x="762000" y="1371600"/>
                </a:moveTo>
                <a:lnTo>
                  <a:pt x="781050" y="1371600"/>
                </a:lnTo>
                <a:lnTo>
                  <a:pt x="781050" y="1381125"/>
                </a:lnTo>
                <a:lnTo>
                  <a:pt x="762000" y="1381125"/>
                </a:lnTo>
                <a:close/>
                <a:moveTo>
                  <a:pt x="1752600" y="1371600"/>
                </a:moveTo>
                <a:lnTo>
                  <a:pt x="1771650" y="1371600"/>
                </a:lnTo>
                <a:lnTo>
                  <a:pt x="1771650" y="1381125"/>
                </a:lnTo>
                <a:lnTo>
                  <a:pt x="1781175" y="1381125"/>
                </a:lnTo>
                <a:lnTo>
                  <a:pt x="1781175" y="1390650"/>
                </a:lnTo>
                <a:lnTo>
                  <a:pt x="1790700" y="1390650"/>
                </a:lnTo>
                <a:lnTo>
                  <a:pt x="1790700" y="1428750"/>
                </a:lnTo>
                <a:lnTo>
                  <a:pt x="1781175" y="1428750"/>
                </a:lnTo>
                <a:lnTo>
                  <a:pt x="1781175" y="1419225"/>
                </a:lnTo>
                <a:lnTo>
                  <a:pt x="1762125" y="1419225"/>
                </a:lnTo>
                <a:lnTo>
                  <a:pt x="1762125" y="1428750"/>
                </a:lnTo>
                <a:lnTo>
                  <a:pt x="1743075" y="1428750"/>
                </a:lnTo>
                <a:lnTo>
                  <a:pt x="1743075" y="1381125"/>
                </a:lnTo>
                <a:lnTo>
                  <a:pt x="1752600" y="1381125"/>
                </a:lnTo>
                <a:close/>
                <a:moveTo>
                  <a:pt x="1866900" y="1371600"/>
                </a:moveTo>
                <a:lnTo>
                  <a:pt x="1876425" y="1371600"/>
                </a:lnTo>
                <a:lnTo>
                  <a:pt x="1876425" y="1381125"/>
                </a:lnTo>
                <a:lnTo>
                  <a:pt x="1866900" y="1381125"/>
                </a:lnTo>
                <a:close/>
                <a:moveTo>
                  <a:pt x="1123950" y="1381125"/>
                </a:moveTo>
                <a:lnTo>
                  <a:pt x="1133475" y="1381125"/>
                </a:lnTo>
                <a:lnTo>
                  <a:pt x="1133475" y="1409700"/>
                </a:lnTo>
                <a:lnTo>
                  <a:pt x="1123950" y="1409700"/>
                </a:lnTo>
                <a:lnTo>
                  <a:pt x="1123950" y="1428750"/>
                </a:lnTo>
                <a:lnTo>
                  <a:pt x="1095375" y="1428750"/>
                </a:lnTo>
                <a:lnTo>
                  <a:pt x="1095375" y="1419225"/>
                </a:lnTo>
                <a:lnTo>
                  <a:pt x="1085850" y="1419225"/>
                </a:lnTo>
                <a:lnTo>
                  <a:pt x="1085850" y="1409700"/>
                </a:lnTo>
                <a:lnTo>
                  <a:pt x="1076325" y="1409700"/>
                </a:lnTo>
                <a:lnTo>
                  <a:pt x="1076325" y="1400175"/>
                </a:lnTo>
                <a:lnTo>
                  <a:pt x="1104900" y="1400175"/>
                </a:lnTo>
                <a:lnTo>
                  <a:pt x="1104900" y="1390650"/>
                </a:lnTo>
                <a:lnTo>
                  <a:pt x="1123950" y="1390650"/>
                </a:lnTo>
                <a:close/>
                <a:moveTo>
                  <a:pt x="838200" y="1390650"/>
                </a:moveTo>
                <a:lnTo>
                  <a:pt x="876300" y="1390650"/>
                </a:lnTo>
                <a:lnTo>
                  <a:pt x="876300" y="1409700"/>
                </a:lnTo>
                <a:lnTo>
                  <a:pt x="904875" y="1409700"/>
                </a:lnTo>
                <a:lnTo>
                  <a:pt x="904875" y="1428750"/>
                </a:lnTo>
                <a:lnTo>
                  <a:pt x="866775" y="1428750"/>
                </a:lnTo>
                <a:lnTo>
                  <a:pt x="866775" y="1438275"/>
                </a:lnTo>
                <a:lnTo>
                  <a:pt x="847725" y="1438275"/>
                </a:lnTo>
                <a:lnTo>
                  <a:pt x="847725" y="1428750"/>
                </a:lnTo>
                <a:lnTo>
                  <a:pt x="838200" y="1428750"/>
                </a:lnTo>
                <a:lnTo>
                  <a:pt x="838200" y="1419225"/>
                </a:lnTo>
                <a:lnTo>
                  <a:pt x="828675" y="1419225"/>
                </a:lnTo>
                <a:lnTo>
                  <a:pt x="828675" y="1400175"/>
                </a:lnTo>
                <a:lnTo>
                  <a:pt x="838200" y="1400175"/>
                </a:lnTo>
                <a:close/>
                <a:moveTo>
                  <a:pt x="1314450" y="1390650"/>
                </a:moveTo>
                <a:lnTo>
                  <a:pt x="1323975" y="1390650"/>
                </a:lnTo>
                <a:lnTo>
                  <a:pt x="1323975" y="1400175"/>
                </a:lnTo>
                <a:lnTo>
                  <a:pt x="1333500" y="1400175"/>
                </a:lnTo>
                <a:lnTo>
                  <a:pt x="1333500" y="1409700"/>
                </a:lnTo>
                <a:lnTo>
                  <a:pt x="1343025" y="1409700"/>
                </a:lnTo>
                <a:lnTo>
                  <a:pt x="1343025" y="1428750"/>
                </a:lnTo>
                <a:lnTo>
                  <a:pt x="1333500" y="1428750"/>
                </a:lnTo>
                <a:lnTo>
                  <a:pt x="1333500" y="1438275"/>
                </a:lnTo>
                <a:lnTo>
                  <a:pt x="1323975" y="1438275"/>
                </a:lnTo>
                <a:lnTo>
                  <a:pt x="1323975" y="1419225"/>
                </a:lnTo>
                <a:lnTo>
                  <a:pt x="1314450" y="1419225"/>
                </a:lnTo>
                <a:close/>
                <a:moveTo>
                  <a:pt x="238125" y="1400175"/>
                </a:moveTo>
                <a:lnTo>
                  <a:pt x="247650" y="1400175"/>
                </a:lnTo>
                <a:lnTo>
                  <a:pt x="247650" y="1409700"/>
                </a:lnTo>
                <a:lnTo>
                  <a:pt x="257175" y="1409700"/>
                </a:lnTo>
                <a:lnTo>
                  <a:pt x="257175" y="1447800"/>
                </a:lnTo>
                <a:lnTo>
                  <a:pt x="238125" y="1447800"/>
                </a:lnTo>
                <a:lnTo>
                  <a:pt x="238125" y="1457325"/>
                </a:lnTo>
                <a:lnTo>
                  <a:pt x="228600" y="1457325"/>
                </a:lnTo>
                <a:lnTo>
                  <a:pt x="228600" y="1466850"/>
                </a:lnTo>
                <a:lnTo>
                  <a:pt x="219075" y="1466850"/>
                </a:lnTo>
                <a:lnTo>
                  <a:pt x="219075" y="1476375"/>
                </a:lnTo>
                <a:lnTo>
                  <a:pt x="209550" y="1476375"/>
                </a:lnTo>
                <a:lnTo>
                  <a:pt x="209550" y="1495425"/>
                </a:lnTo>
                <a:lnTo>
                  <a:pt x="171450" y="1495425"/>
                </a:lnTo>
                <a:lnTo>
                  <a:pt x="171450" y="1438275"/>
                </a:lnTo>
                <a:lnTo>
                  <a:pt x="228600" y="1438275"/>
                </a:lnTo>
                <a:lnTo>
                  <a:pt x="228600" y="1419225"/>
                </a:lnTo>
                <a:lnTo>
                  <a:pt x="238125" y="1419225"/>
                </a:lnTo>
                <a:close/>
                <a:moveTo>
                  <a:pt x="647700" y="1409700"/>
                </a:moveTo>
                <a:lnTo>
                  <a:pt x="657225" y="1409700"/>
                </a:lnTo>
                <a:lnTo>
                  <a:pt x="657225" y="1428750"/>
                </a:lnTo>
                <a:lnTo>
                  <a:pt x="647700" y="1428750"/>
                </a:lnTo>
                <a:close/>
                <a:moveTo>
                  <a:pt x="1390650" y="1419225"/>
                </a:moveTo>
                <a:lnTo>
                  <a:pt x="1400175" y="1419225"/>
                </a:lnTo>
                <a:lnTo>
                  <a:pt x="1400175" y="1428750"/>
                </a:lnTo>
                <a:lnTo>
                  <a:pt x="1409700" y="1428750"/>
                </a:lnTo>
                <a:lnTo>
                  <a:pt x="1409700" y="1447800"/>
                </a:lnTo>
                <a:lnTo>
                  <a:pt x="1419225" y="1447800"/>
                </a:lnTo>
                <a:lnTo>
                  <a:pt x="1419225" y="1457325"/>
                </a:lnTo>
                <a:lnTo>
                  <a:pt x="1409700" y="1457325"/>
                </a:lnTo>
                <a:lnTo>
                  <a:pt x="1409700" y="1466850"/>
                </a:lnTo>
                <a:lnTo>
                  <a:pt x="1400175" y="1466850"/>
                </a:lnTo>
                <a:lnTo>
                  <a:pt x="1400175" y="1457325"/>
                </a:lnTo>
                <a:lnTo>
                  <a:pt x="1390650" y="1457325"/>
                </a:lnTo>
                <a:lnTo>
                  <a:pt x="1390650" y="1447800"/>
                </a:lnTo>
                <a:lnTo>
                  <a:pt x="1381125" y="1447800"/>
                </a:lnTo>
                <a:lnTo>
                  <a:pt x="1381125" y="1428750"/>
                </a:lnTo>
                <a:lnTo>
                  <a:pt x="1390650" y="1428750"/>
                </a:lnTo>
                <a:close/>
                <a:moveTo>
                  <a:pt x="723900" y="1428750"/>
                </a:moveTo>
                <a:lnTo>
                  <a:pt x="733425" y="1428750"/>
                </a:lnTo>
                <a:lnTo>
                  <a:pt x="733425" y="1438275"/>
                </a:lnTo>
                <a:lnTo>
                  <a:pt x="742950" y="1438275"/>
                </a:lnTo>
                <a:lnTo>
                  <a:pt x="742950" y="1447800"/>
                </a:lnTo>
                <a:lnTo>
                  <a:pt x="771525" y="1447800"/>
                </a:lnTo>
                <a:lnTo>
                  <a:pt x="771525" y="1466850"/>
                </a:lnTo>
                <a:lnTo>
                  <a:pt x="733425" y="1466850"/>
                </a:lnTo>
                <a:lnTo>
                  <a:pt x="733425" y="1447800"/>
                </a:lnTo>
                <a:lnTo>
                  <a:pt x="723900" y="1447800"/>
                </a:lnTo>
                <a:lnTo>
                  <a:pt x="723900" y="1457325"/>
                </a:lnTo>
                <a:lnTo>
                  <a:pt x="714375" y="1457325"/>
                </a:lnTo>
                <a:lnTo>
                  <a:pt x="714375" y="1466850"/>
                </a:lnTo>
                <a:lnTo>
                  <a:pt x="695325" y="1466850"/>
                </a:lnTo>
                <a:lnTo>
                  <a:pt x="695325" y="1457325"/>
                </a:lnTo>
                <a:lnTo>
                  <a:pt x="685800" y="1457325"/>
                </a:lnTo>
                <a:lnTo>
                  <a:pt x="685800" y="1438275"/>
                </a:lnTo>
                <a:lnTo>
                  <a:pt x="723900" y="1438275"/>
                </a:lnTo>
                <a:close/>
                <a:moveTo>
                  <a:pt x="933450" y="1428750"/>
                </a:moveTo>
                <a:lnTo>
                  <a:pt x="942975" y="1428750"/>
                </a:lnTo>
                <a:lnTo>
                  <a:pt x="942975" y="1438275"/>
                </a:lnTo>
                <a:lnTo>
                  <a:pt x="952500" y="1438275"/>
                </a:lnTo>
                <a:lnTo>
                  <a:pt x="952500" y="1447800"/>
                </a:lnTo>
                <a:lnTo>
                  <a:pt x="990600" y="1447800"/>
                </a:lnTo>
                <a:lnTo>
                  <a:pt x="990600" y="1438275"/>
                </a:lnTo>
                <a:lnTo>
                  <a:pt x="1009650" y="1438275"/>
                </a:lnTo>
                <a:lnTo>
                  <a:pt x="1009650" y="1466850"/>
                </a:lnTo>
                <a:lnTo>
                  <a:pt x="1019175" y="1466850"/>
                </a:lnTo>
                <a:lnTo>
                  <a:pt x="1019175" y="1485900"/>
                </a:lnTo>
                <a:lnTo>
                  <a:pt x="1028700" y="1485900"/>
                </a:lnTo>
                <a:lnTo>
                  <a:pt x="1028700" y="1524000"/>
                </a:lnTo>
                <a:lnTo>
                  <a:pt x="1019175" y="1524000"/>
                </a:lnTo>
                <a:lnTo>
                  <a:pt x="1019175" y="1514475"/>
                </a:lnTo>
                <a:lnTo>
                  <a:pt x="1000125" y="1514475"/>
                </a:lnTo>
                <a:lnTo>
                  <a:pt x="1000125" y="1495425"/>
                </a:lnTo>
                <a:lnTo>
                  <a:pt x="990600" y="1495425"/>
                </a:lnTo>
                <a:lnTo>
                  <a:pt x="990600" y="1476375"/>
                </a:lnTo>
                <a:lnTo>
                  <a:pt x="1000125" y="1476375"/>
                </a:lnTo>
                <a:lnTo>
                  <a:pt x="1000125" y="1457325"/>
                </a:lnTo>
                <a:lnTo>
                  <a:pt x="990600" y="1457325"/>
                </a:lnTo>
                <a:lnTo>
                  <a:pt x="990600" y="1466850"/>
                </a:lnTo>
                <a:lnTo>
                  <a:pt x="971550" y="1466850"/>
                </a:lnTo>
                <a:lnTo>
                  <a:pt x="971550" y="1476375"/>
                </a:lnTo>
                <a:lnTo>
                  <a:pt x="962025" y="1476375"/>
                </a:lnTo>
                <a:lnTo>
                  <a:pt x="962025" y="1466850"/>
                </a:lnTo>
                <a:lnTo>
                  <a:pt x="914400" y="1466850"/>
                </a:lnTo>
                <a:lnTo>
                  <a:pt x="914400" y="1447800"/>
                </a:lnTo>
                <a:lnTo>
                  <a:pt x="923925" y="1447800"/>
                </a:lnTo>
                <a:lnTo>
                  <a:pt x="923925" y="1438275"/>
                </a:lnTo>
                <a:lnTo>
                  <a:pt x="933450" y="1438275"/>
                </a:lnTo>
                <a:close/>
                <a:moveTo>
                  <a:pt x="447675" y="1438275"/>
                </a:moveTo>
                <a:lnTo>
                  <a:pt x="466725" y="1438275"/>
                </a:lnTo>
                <a:lnTo>
                  <a:pt x="466725" y="1457325"/>
                </a:lnTo>
                <a:lnTo>
                  <a:pt x="457200" y="1457325"/>
                </a:lnTo>
                <a:lnTo>
                  <a:pt x="457200" y="1476375"/>
                </a:lnTo>
                <a:lnTo>
                  <a:pt x="447675" y="1476375"/>
                </a:lnTo>
                <a:lnTo>
                  <a:pt x="447675" y="1485900"/>
                </a:lnTo>
                <a:lnTo>
                  <a:pt x="438150" y="1485900"/>
                </a:lnTo>
                <a:lnTo>
                  <a:pt x="438150" y="1476375"/>
                </a:lnTo>
                <a:lnTo>
                  <a:pt x="428625" y="1476375"/>
                </a:lnTo>
                <a:lnTo>
                  <a:pt x="428625" y="1485900"/>
                </a:lnTo>
                <a:lnTo>
                  <a:pt x="419100" y="1485900"/>
                </a:lnTo>
                <a:lnTo>
                  <a:pt x="419100" y="1495425"/>
                </a:lnTo>
                <a:lnTo>
                  <a:pt x="390525" y="1495425"/>
                </a:lnTo>
                <a:lnTo>
                  <a:pt x="390525" y="1476375"/>
                </a:lnTo>
                <a:lnTo>
                  <a:pt x="400050" y="1476375"/>
                </a:lnTo>
                <a:lnTo>
                  <a:pt x="400050" y="1466850"/>
                </a:lnTo>
                <a:lnTo>
                  <a:pt x="428625" y="1466850"/>
                </a:lnTo>
                <a:lnTo>
                  <a:pt x="428625" y="1447800"/>
                </a:lnTo>
                <a:lnTo>
                  <a:pt x="447675" y="1447800"/>
                </a:lnTo>
                <a:close/>
                <a:moveTo>
                  <a:pt x="1628775" y="1466850"/>
                </a:moveTo>
                <a:lnTo>
                  <a:pt x="1638300" y="1466850"/>
                </a:lnTo>
                <a:lnTo>
                  <a:pt x="1638300" y="1485900"/>
                </a:lnTo>
                <a:lnTo>
                  <a:pt x="1628775" y="1485900"/>
                </a:lnTo>
                <a:close/>
                <a:moveTo>
                  <a:pt x="1657350" y="1466850"/>
                </a:moveTo>
                <a:lnTo>
                  <a:pt x="1685925" y="1466850"/>
                </a:lnTo>
                <a:lnTo>
                  <a:pt x="1685925" y="1485900"/>
                </a:lnTo>
                <a:lnTo>
                  <a:pt x="1676400" y="1485900"/>
                </a:lnTo>
                <a:lnTo>
                  <a:pt x="1676400" y="1495425"/>
                </a:lnTo>
                <a:lnTo>
                  <a:pt x="1666875" y="1495425"/>
                </a:lnTo>
                <a:lnTo>
                  <a:pt x="1666875" y="1485900"/>
                </a:lnTo>
                <a:lnTo>
                  <a:pt x="1657350" y="1485900"/>
                </a:lnTo>
                <a:close/>
                <a:moveTo>
                  <a:pt x="533400" y="1476375"/>
                </a:moveTo>
                <a:lnTo>
                  <a:pt x="561975" y="1476375"/>
                </a:lnTo>
                <a:lnTo>
                  <a:pt x="561975" y="1485900"/>
                </a:lnTo>
                <a:lnTo>
                  <a:pt x="571500" y="1485900"/>
                </a:lnTo>
                <a:lnTo>
                  <a:pt x="571500" y="1495425"/>
                </a:lnTo>
                <a:lnTo>
                  <a:pt x="561975" y="1495425"/>
                </a:lnTo>
                <a:lnTo>
                  <a:pt x="561975" y="1514475"/>
                </a:lnTo>
                <a:lnTo>
                  <a:pt x="552450" y="1514475"/>
                </a:lnTo>
                <a:lnTo>
                  <a:pt x="552450" y="1533525"/>
                </a:lnTo>
                <a:lnTo>
                  <a:pt x="523875" y="1533525"/>
                </a:lnTo>
                <a:lnTo>
                  <a:pt x="523875" y="1543050"/>
                </a:lnTo>
                <a:lnTo>
                  <a:pt x="514350" y="1543050"/>
                </a:lnTo>
                <a:lnTo>
                  <a:pt x="514350" y="1524000"/>
                </a:lnTo>
                <a:lnTo>
                  <a:pt x="533400" y="1524000"/>
                </a:lnTo>
                <a:lnTo>
                  <a:pt x="533400" y="1504950"/>
                </a:lnTo>
                <a:lnTo>
                  <a:pt x="523875" y="1504950"/>
                </a:lnTo>
                <a:lnTo>
                  <a:pt x="523875" y="1485900"/>
                </a:lnTo>
                <a:lnTo>
                  <a:pt x="533400" y="1485900"/>
                </a:lnTo>
                <a:close/>
                <a:moveTo>
                  <a:pt x="600075" y="1485900"/>
                </a:moveTo>
                <a:lnTo>
                  <a:pt x="609600" y="1485900"/>
                </a:lnTo>
                <a:lnTo>
                  <a:pt x="609600" y="1495425"/>
                </a:lnTo>
                <a:lnTo>
                  <a:pt x="628650" y="1495425"/>
                </a:lnTo>
                <a:lnTo>
                  <a:pt x="628650" y="1514475"/>
                </a:lnTo>
                <a:lnTo>
                  <a:pt x="600075" y="1514475"/>
                </a:lnTo>
                <a:lnTo>
                  <a:pt x="600075" y="1504950"/>
                </a:lnTo>
                <a:lnTo>
                  <a:pt x="590550" y="1504950"/>
                </a:lnTo>
                <a:lnTo>
                  <a:pt x="590550" y="1495425"/>
                </a:lnTo>
                <a:lnTo>
                  <a:pt x="600075" y="1495425"/>
                </a:lnTo>
                <a:close/>
                <a:moveTo>
                  <a:pt x="1066800" y="1495425"/>
                </a:moveTo>
                <a:lnTo>
                  <a:pt x="1076325" y="1495425"/>
                </a:lnTo>
                <a:lnTo>
                  <a:pt x="1076325" y="1504950"/>
                </a:lnTo>
                <a:lnTo>
                  <a:pt x="1085850" y="1504950"/>
                </a:lnTo>
                <a:lnTo>
                  <a:pt x="1085850" y="1524000"/>
                </a:lnTo>
                <a:lnTo>
                  <a:pt x="1095375" y="1524000"/>
                </a:lnTo>
                <a:lnTo>
                  <a:pt x="1095375" y="1543050"/>
                </a:lnTo>
                <a:lnTo>
                  <a:pt x="1085850" y="1543050"/>
                </a:lnTo>
                <a:lnTo>
                  <a:pt x="1085850" y="1552575"/>
                </a:lnTo>
                <a:lnTo>
                  <a:pt x="1076325" y="1552575"/>
                </a:lnTo>
                <a:lnTo>
                  <a:pt x="1076325" y="1543050"/>
                </a:lnTo>
                <a:lnTo>
                  <a:pt x="1066800" y="1543050"/>
                </a:lnTo>
                <a:close/>
                <a:moveTo>
                  <a:pt x="1343025" y="1495425"/>
                </a:moveTo>
                <a:lnTo>
                  <a:pt x="1352550" y="1495425"/>
                </a:lnTo>
                <a:lnTo>
                  <a:pt x="1352550" y="1504950"/>
                </a:lnTo>
                <a:lnTo>
                  <a:pt x="1362075" y="1504950"/>
                </a:lnTo>
                <a:lnTo>
                  <a:pt x="1362075" y="1514475"/>
                </a:lnTo>
                <a:lnTo>
                  <a:pt x="1343025" y="1514475"/>
                </a:lnTo>
                <a:close/>
                <a:moveTo>
                  <a:pt x="1609725" y="1495425"/>
                </a:moveTo>
                <a:lnTo>
                  <a:pt x="1628775" y="1495425"/>
                </a:lnTo>
                <a:lnTo>
                  <a:pt x="1628775" y="1504950"/>
                </a:lnTo>
                <a:lnTo>
                  <a:pt x="1638300" y="1504950"/>
                </a:lnTo>
                <a:lnTo>
                  <a:pt x="1638300" y="1533525"/>
                </a:lnTo>
                <a:lnTo>
                  <a:pt x="1647825" y="1533525"/>
                </a:lnTo>
                <a:lnTo>
                  <a:pt x="1647825" y="1504950"/>
                </a:lnTo>
                <a:lnTo>
                  <a:pt x="1657350" y="1504950"/>
                </a:lnTo>
                <a:lnTo>
                  <a:pt x="1657350" y="1533525"/>
                </a:lnTo>
                <a:lnTo>
                  <a:pt x="1666875" y="1533525"/>
                </a:lnTo>
                <a:lnTo>
                  <a:pt x="1666875" y="1552575"/>
                </a:lnTo>
                <a:lnTo>
                  <a:pt x="1657350" y="1552575"/>
                </a:lnTo>
                <a:lnTo>
                  <a:pt x="1657350" y="1562100"/>
                </a:lnTo>
                <a:lnTo>
                  <a:pt x="1628775" y="1562100"/>
                </a:lnTo>
                <a:lnTo>
                  <a:pt x="1628775" y="1552575"/>
                </a:lnTo>
                <a:lnTo>
                  <a:pt x="1619250" y="1552575"/>
                </a:lnTo>
                <a:lnTo>
                  <a:pt x="1619250" y="1543050"/>
                </a:lnTo>
                <a:lnTo>
                  <a:pt x="1590675" y="1543050"/>
                </a:lnTo>
                <a:lnTo>
                  <a:pt x="1590675" y="1524000"/>
                </a:lnTo>
                <a:lnTo>
                  <a:pt x="1600200" y="1524000"/>
                </a:lnTo>
                <a:lnTo>
                  <a:pt x="1600200" y="1514475"/>
                </a:lnTo>
                <a:lnTo>
                  <a:pt x="1609725" y="1514475"/>
                </a:lnTo>
                <a:close/>
                <a:moveTo>
                  <a:pt x="1819275" y="1504950"/>
                </a:moveTo>
                <a:lnTo>
                  <a:pt x="1828800" y="1504950"/>
                </a:lnTo>
                <a:lnTo>
                  <a:pt x="1828800" y="1514475"/>
                </a:lnTo>
                <a:lnTo>
                  <a:pt x="1838325" y="1514475"/>
                </a:lnTo>
                <a:lnTo>
                  <a:pt x="1838325" y="1543050"/>
                </a:lnTo>
                <a:lnTo>
                  <a:pt x="1809750" y="1543050"/>
                </a:lnTo>
                <a:lnTo>
                  <a:pt x="1809750" y="1552575"/>
                </a:lnTo>
                <a:lnTo>
                  <a:pt x="1800225" y="1552575"/>
                </a:lnTo>
                <a:lnTo>
                  <a:pt x="1800225" y="1562100"/>
                </a:lnTo>
                <a:lnTo>
                  <a:pt x="1790700" y="1562100"/>
                </a:lnTo>
                <a:lnTo>
                  <a:pt x="1790700" y="1552575"/>
                </a:lnTo>
                <a:lnTo>
                  <a:pt x="1781175" y="1552575"/>
                </a:lnTo>
                <a:lnTo>
                  <a:pt x="1781175" y="1533525"/>
                </a:lnTo>
                <a:lnTo>
                  <a:pt x="1771650" y="1533525"/>
                </a:lnTo>
                <a:lnTo>
                  <a:pt x="1771650" y="1514475"/>
                </a:lnTo>
                <a:lnTo>
                  <a:pt x="1790700" y="1514475"/>
                </a:lnTo>
                <a:lnTo>
                  <a:pt x="1790700" y="1524000"/>
                </a:lnTo>
                <a:lnTo>
                  <a:pt x="1809750" y="1524000"/>
                </a:lnTo>
                <a:lnTo>
                  <a:pt x="1809750" y="1514475"/>
                </a:lnTo>
                <a:lnTo>
                  <a:pt x="1819275" y="1514475"/>
                </a:lnTo>
                <a:close/>
                <a:moveTo>
                  <a:pt x="476250" y="1533525"/>
                </a:moveTo>
                <a:lnTo>
                  <a:pt x="495300" y="1533525"/>
                </a:lnTo>
                <a:lnTo>
                  <a:pt x="495300" y="1552575"/>
                </a:lnTo>
                <a:lnTo>
                  <a:pt x="485775" y="1552575"/>
                </a:lnTo>
                <a:lnTo>
                  <a:pt x="485775" y="1590675"/>
                </a:lnTo>
                <a:lnTo>
                  <a:pt x="476250" y="1590675"/>
                </a:lnTo>
                <a:lnTo>
                  <a:pt x="476250" y="1600200"/>
                </a:lnTo>
                <a:lnTo>
                  <a:pt x="466725" y="1600200"/>
                </a:lnTo>
                <a:lnTo>
                  <a:pt x="466725" y="1609725"/>
                </a:lnTo>
                <a:lnTo>
                  <a:pt x="457200" y="1609725"/>
                </a:lnTo>
                <a:lnTo>
                  <a:pt x="457200" y="1619250"/>
                </a:lnTo>
                <a:lnTo>
                  <a:pt x="438150" y="1619250"/>
                </a:lnTo>
                <a:lnTo>
                  <a:pt x="438150" y="1609725"/>
                </a:lnTo>
                <a:lnTo>
                  <a:pt x="428625" y="1609725"/>
                </a:lnTo>
                <a:lnTo>
                  <a:pt x="428625" y="1562100"/>
                </a:lnTo>
                <a:lnTo>
                  <a:pt x="457200" y="1562100"/>
                </a:lnTo>
                <a:lnTo>
                  <a:pt x="457200" y="1552575"/>
                </a:lnTo>
                <a:lnTo>
                  <a:pt x="466725" y="1552575"/>
                </a:lnTo>
                <a:lnTo>
                  <a:pt x="466725" y="1543050"/>
                </a:lnTo>
                <a:lnTo>
                  <a:pt x="476250" y="1543050"/>
                </a:lnTo>
                <a:close/>
                <a:moveTo>
                  <a:pt x="866775" y="1533525"/>
                </a:moveTo>
                <a:lnTo>
                  <a:pt x="885825" y="1533525"/>
                </a:lnTo>
                <a:lnTo>
                  <a:pt x="885825" y="1552575"/>
                </a:lnTo>
                <a:lnTo>
                  <a:pt x="866775" y="1552575"/>
                </a:lnTo>
                <a:close/>
                <a:moveTo>
                  <a:pt x="276225" y="1543050"/>
                </a:moveTo>
                <a:lnTo>
                  <a:pt x="304800" y="1543050"/>
                </a:lnTo>
                <a:lnTo>
                  <a:pt x="304800" y="1562100"/>
                </a:lnTo>
                <a:lnTo>
                  <a:pt x="314325" y="1562100"/>
                </a:lnTo>
                <a:lnTo>
                  <a:pt x="314325" y="1571625"/>
                </a:lnTo>
                <a:lnTo>
                  <a:pt x="304800" y="1571625"/>
                </a:lnTo>
                <a:lnTo>
                  <a:pt x="304800" y="1581150"/>
                </a:lnTo>
                <a:lnTo>
                  <a:pt x="295275" y="1581150"/>
                </a:lnTo>
                <a:lnTo>
                  <a:pt x="295275" y="1590675"/>
                </a:lnTo>
                <a:lnTo>
                  <a:pt x="276225" y="1590675"/>
                </a:lnTo>
                <a:lnTo>
                  <a:pt x="276225" y="1600200"/>
                </a:lnTo>
                <a:lnTo>
                  <a:pt x="266700" y="1600200"/>
                </a:lnTo>
                <a:lnTo>
                  <a:pt x="266700" y="1619250"/>
                </a:lnTo>
                <a:lnTo>
                  <a:pt x="276225" y="1619250"/>
                </a:lnTo>
                <a:lnTo>
                  <a:pt x="276225" y="1638300"/>
                </a:lnTo>
                <a:lnTo>
                  <a:pt x="266700" y="1638300"/>
                </a:lnTo>
                <a:lnTo>
                  <a:pt x="266700" y="1666875"/>
                </a:lnTo>
                <a:lnTo>
                  <a:pt x="257175" y="1666875"/>
                </a:lnTo>
                <a:lnTo>
                  <a:pt x="257175" y="1676400"/>
                </a:lnTo>
                <a:lnTo>
                  <a:pt x="247650" y="1676400"/>
                </a:lnTo>
                <a:lnTo>
                  <a:pt x="247650" y="1685925"/>
                </a:lnTo>
                <a:lnTo>
                  <a:pt x="238125" y="1685925"/>
                </a:lnTo>
                <a:lnTo>
                  <a:pt x="238125" y="1676400"/>
                </a:lnTo>
                <a:lnTo>
                  <a:pt x="228600" y="1676400"/>
                </a:lnTo>
                <a:lnTo>
                  <a:pt x="228600" y="1685925"/>
                </a:lnTo>
                <a:lnTo>
                  <a:pt x="190500" y="1685925"/>
                </a:lnTo>
                <a:lnTo>
                  <a:pt x="190500" y="1695450"/>
                </a:lnTo>
                <a:lnTo>
                  <a:pt x="180975" y="1695450"/>
                </a:lnTo>
                <a:lnTo>
                  <a:pt x="180975" y="1685925"/>
                </a:lnTo>
                <a:lnTo>
                  <a:pt x="171450" y="1685925"/>
                </a:lnTo>
                <a:lnTo>
                  <a:pt x="171450" y="1628775"/>
                </a:lnTo>
                <a:lnTo>
                  <a:pt x="180975" y="1628775"/>
                </a:lnTo>
                <a:lnTo>
                  <a:pt x="180975" y="1619250"/>
                </a:lnTo>
                <a:lnTo>
                  <a:pt x="228600" y="1619250"/>
                </a:lnTo>
                <a:lnTo>
                  <a:pt x="228600" y="1581150"/>
                </a:lnTo>
                <a:lnTo>
                  <a:pt x="266700" y="1581150"/>
                </a:lnTo>
                <a:lnTo>
                  <a:pt x="266700" y="1552575"/>
                </a:lnTo>
                <a:lnTo>
                  <a:pt x="276225" y="1552575"/>
                </a:lnTo>
                <a:close/>
                <a:moveTo>
                  <a:pt x="933450" y="1552575"/>
                </a:moveTo>
                <a:lnTo>
                  <a:pt x="942975" y="1552575"/>
                </a:lnTo>
                <a:lnTo>
                  <a:pt x="942975" y="1562100"/>
                </a:lnTo>
                <a:lnTo>
                  <a:pt x="990600" y="1562100"/>
                </a:lnTo>
                <a:lnTo>
                  <a:pt x="990600" y="1571625"/>
                </a:lnTo>
                <a:lnTo>
                  <a:pt x="1000125" y="1571625"/>
                </a:lnTo>
                <a:lnTo>
                  <a:pt x="1000125" y="1590675"/>
                </a:lnTo>
                <a:lnTo>
                  <a:pt x="1009650" y="1590675"/>
                </a:lnTo>
                <a:lnTo>
                  <a:pt x="1009650" y="1609725"/>
                </a:lnTo>
                <a:lnTo>
                  <a:pt x="1019175" y="1609725"/>
                </a:lnTo>
                <a:lnTo>
                  <a:pt x="1019175" y="1619250"/>
                </a:lnTo>
                <a:lnTo>
                  <a:pt x="1000125" y="1619250"/>
                </a:lnTo>
                <a:lnTo>
                  <a:pt x="1000125" y="1609725"/>
                </a:lnTo>
                <a:lnTo>
                  <a:pt x="990600" y="1609725"/>
                </a:lnTo>
                <a:lnTo>
                  <a:pt x="990600" y="1600200"/>
                </a:lnTo>
                <a:lnTo>
                  <a:pt x="981075" y="1600200"/>
                </a:lnTo>
                <a:lnTo>
                  <a:pt x="981075" y="1590675"/>
                </a:lnTo>
                <a:lnTo>
                  <a:pt x="962025" y="1590675"/>
                </a:lnTo>
                <a:lnTo>
                  <a:pt x="962025" y="1581150"/>
                </a:lnTo>
                <a:lnTo>
                  <a:pt x="942975" y="1581150"/>
                </a:lnTo>
                <a:lnTo>
                  <a:pt x="942975" y="1571625"/>
                </a:lnTo>
                <a:lnTo>
                  <a:pt x="933450" y="1571625"/>
                </a:lnTo>
                <a:close/>
                <a:moveTo>
                  <a:pt x="685800" y="1562100"/>
                </a:moveTo>
                <a:lnTo>
                  <a:pt x="695325" y="1562100"/>
                </a:lnTo>
                <a:lnTo>
                  <a:pt x="695325" y="1571625"/>
                </a:lnTo>
                <a:lnTo>
                  <a:pt x="685800" y="1571625"/>
                </a:lnTo>
                <a:close/>
                <a:moveTo>
                  <a:pt x="1905000" y="1562100"/>
                </a:moveTo>
                <a:lnTo>
                  <a:pt x="1914525" y="1562100"/>
                </a:lnTo>
                <a:lnTo>
                  <a:pt x="1914525" y="1581150"/>
                </a:lnTo>
                <a:lnTo>
                  <a:pt x="1924050" y="1581150"/>
                </a:lnTo>
                <a:lnTo>
                  <a:pt x="1924050" y="1647825"/>
                </a:lnTo>
                <a:lnTo>
                  <a:pt x="1914525" y="1647825"/>
                </a:lnTo>
                <a:lnTo>
                  <a:pt x="1914525" y="1657350"/>
                </a:lnTo>
                <a:lnTo>
                  <a:pt x="1905000" y="1657350"/>
                </a:lnTo>
                <a:lnTo>
                  <a:pt x="1905000" y="1638300"/>
                </a:lnTo>
                <a:lnTo>
                  <a:pt x="1885950" y="1638300"/>
                </a:lnTo>
                <a:lnTo>
                  <a:pt x="1885950" y="1628775"/>
                </a:lnTo>
                <a:lnTo>
                  <a:pt x="1876425" y="1628775"/>
                </a:lnTo>
                <a:lnTo>
                  <a:pt x="1876425" y="1638300"/>
                </a:lnTo>
                <a:lnTo>
                  <a:pt x="1857375" y="1638300"/>
                </a:lnTo>
                <a:lnTo>
                  <a:pt x="1857375" y="1628775"/>
                </a:lnTo>
                <a:lnTo>
                  <a:pt x="1847850" y="1628775"/>
                </a:lnTo>
                <a:lnTo>
                  <a:pt x="1847850" y="1619250"/>
                </a:lnTo>
                <a:lnTo>
                  <a:pt x="1857375" y="1619250"/>
                </a:lnTo>
                <a:lnTo>
                  <a:pt x="1857375" y="1609725"/>
                </a:lnTo>
                <a:lnTo>
                  <a:pt x="1876425" y="1609725"/>
                </a:lnTo>
                <a:lnTo>
                  <a:pt x="1876425" y="1600200"/>
                </a:lnTo>
                <a:lnTo>
                  <a:pt x="1895475" y="1600200"/>
                </a:lnTo>
                <a:lnTo>
                  <a:pt x="1895475" y="1581150"/>
                </a:lnTo>
                <a:lnTo>
                  <a:pt x="1905000" y="1581150"/>
                </a:lnTo>
                <a:close/>
                <a:moveTo>
                  <a:pt x="523875" y="1571625"/>
                </a:moveTo>
                <a:lnTo>
                  <a:pt x="542925" y="1571625"/>
                </a:lnTo>
                <a:lnTo>
                  <a:pt x="542925" y="1590675"/>
                </a:lnTo>
                <a:lnTo>
                  <a:pt x="533400" y="1590675"/>
                </a:lnTo>
                <a:lnTo>
                  <a:pt x="533400" y="1619250"/>
                </a:lnTo>
                <a:lnTo>
                  <a:pt x="523875" y="1619250"/>
                </a:lnTo>
                <a:lnTo>
                  <a:pt x="523875" y="1609725"/>
                </a:lnTo>
                <a:lnTo>
                  <a:pt x="514350" y="1609725"/>
                </a:lnTo>
                <a:lnTo>
                  <a:pt x="514350" y="1600200"/>
                </a:lnTo>
                <a:lnTo>
                  <a:pt x="504825" y="1600200"/>
                </a:lnTo>
                <a:lnTo>
                  <a:pt x="504825" y="1581150"/>
                </a:lnTo>
                <a:lnTo>
                  <a:pt x="523875" y="1581150"/>
                </a:lnTo>
                <a:close/>
                <a:moveTo>
                  <a:pt x="742950" y="1571625"/>
                </a:moveTo>
                <a:lnTo>
                  <a:pt x="771525" y="1571625"/>
                </a:lnTo>
                <a:lnTo>
                  <a:pt x="771525" y="1590675"/>
                </a:lnTo>
                <a:lnTo>
                  <a:pt x="742950" y="1590675"/>
                </a:lnTo>
                <a:close/>
                <a:moveTo>
                  <a:pt x="1228725" y="1581150"/>
                </a:moveTo>
                <a:lnTo>
                  <a:pt x="1238250" y="1581150"/>
                </a:lnTo>
                <a:lnTo>
                  <a:pt x="1238250" y="1590675"/>
                </a:lnTo>
                <a:lnTo>
                  <a:pt x="1228725" y="1590675"/>
                </a:lnTo>
                <a:close/>
                <a:moveTo>
                  <a:pt x="1514475" y="1609725"/>
                </a:moveTo>
                <a:lnTo>
                  <a:pt x="1533525" y="1609725"/>
                </a:lnTo>
                <a:lnTo>
                  <a:pt x="1533525" y="1619250"/>
                </a:lnTo>
                <a:lnTo>
                  <a:pt x="1552575" y="1619250"/>
                </a:lnTo>
                <a:lnTo>
                  <a:pt x="1552575" y="1628775"/>
                </a:lnTo>
                <a:lnTo>
                  <a:pt x="1543050" y="1628775"/>
                </a:lnTo>
                <a:lnTo>
                  <a:pt x="1543050" y="1647825"/>
                </a:lnTo>
                <a:lnTo>
                  <a:pt x="1485900" y="1647825"/>
                </a:lnTo>
                <a:lnTo>
                  <a:pt x="1485900" y="1638300"/>
                </a:lnTo>
                <a:lnTo>
                  <a:pt x="1495425" y="1638300"/>
                </a:lnTo>
                <a:lnTo>
                  <a:pt x="1495425" y="1628775"/>
                </a:lnTo>
                <a:lnTo>
                  <a:pt x="1504950" y="1628775"/>
                </a:lnTo>
                <a:lnTo>
                  <a:pt x="1504950" y="1619250"/>
                </a:lnTo>
                <a:lnTo>
                  <a:pt x="1514475" y="1619250"/>
                </a:lnTo>
                <a:close/>
                <a:moveTo>
                  <a:pt x="600075" y="1619250"/>
                </a:moveTo>
                <a:lnTo>
                  <a:pt x="628650" y="1619250"/>
                </a:lnTo>
                <a:lnTo>
                  <a:pt x="628650" y="1647825"/>
                </a:lnTo>
                <a:lnTo>
                  <a:pt x="619125" y="1647825"/>
                </a:lnTo>
                <a:lnTo>
                  <a:pt x="619125" y="1657350"/>
                </a:lnTo>
                <a:lnTo>
                  <a:pt x="600075" y="1657350"/>
                </a:lnTo>
                <a:lnTo>
                  <a:pt x="600075" y="1647825"/>
                </a:lnTo>
                <a:lnTo>
                  <a:pt x="590550" y="1647825"/>
                </a:lnTo>
                <a:lnTo>
                  <a:pt x="590550" y="1628775"/>
                </a:lnTo>
                <a:lnTo>
                  <a:pt x="600075" y="1628775"/>
                </a:lnTo>
                <a:close/>
                <a:moveTo>
                  <a:pt x="1304925" y="1628775"/>
                </a:moveTo>
                <a:lnTo>
                  <a:pt x="1352550" y="1628775"/>
                </a:lnTo>
                <a:lnTo>
                  <a:pt x="1352550" y="1657350"/>
                </a:lnTo>
                <a:lnTo>
                  <a:pt x="1314450" y="1657350"/>
                </a:lnTo>
                <a:lnTo>
                  <a:pt x="1314450" y="1647825"/>
                </a:lnTo>
                <a:lnTo>
                  <a:pt x="1304925" y="1647825"/>
                </a:lnTo>
                <a:close/>
                <a:moveTo>
                  <a:pt x="657225" y="1638300"/>
                </a:moveTo>
                <a:lnTo>
                  <a:pt x="676275" y="1638300"/>
                </a:lnTo>
                <a:lnTo>
                  <a:pt x="676275" y="1657350"/>
                </a:lnTo>
                <a:lnTo>
                  <a:pt x="647700" y="1657350"/>
                </a:lnTo>
                <a:lnTo>
                  <a:pt x="647700" y="1647825"/>
                </a:lnTo>
                <a:lnTo>
                  <a:pt x="657225" y="1647825"/>
                </a:lnTo>
                <a:close/>
                <a:moveTo>
                  <a:pt x="1066800" y="1638300"/>
                </a:moveTo>
                <a:lnTo>
                  <a:pt x="1085850" y="1638300"/>
                </a:lnTo>
                <a:lnTo>
                  <a:pt x="1085850" y="1685925"/>
                </a:lnTo>
                <a:lnTo>
                  <a:pt x="1095375" y="1685925"/>
                </a:lnTo>
                <a:lnTo>
                  <a:pt x="1095375" y="1704975"/>
                </a:lnTo>
                <a:lnTo>
                  <a:pt x="1104900" y="1704975"/>
                </a:lnTo>
                <a:lnTo>
                  <a:pt x="1104900" y="1714500"/>
                </a:lnTo>
                <a:lnTo>
                  <a:pt x="1085850" y="1714500"/>
                </a:lnTo>
                <a:lnTo>
                  <a:pt x="1085850" y="1695450"/>
                </a:lnTo>
                <a:lnTo>
                  <a:pt x="1066800" y="1695450"/>
                </a:lnTo>
                <a:lnTo>
                  <a:pt x="1066800" y="1704975"/>
                </a:lnTo>
                <a:lnTo>
                  <a:pt x="1057275" y="1704975"/>
                </a:lnTo>
                <a:lnTo>
                  <a:pt x="1057275" y="1733550"/>
                </a:lnTo>
                <a:lnTo>
                  <a:pt x="1047750" y="1733550"/>
                </a:lnTo>
                <a:lnTo>
                  <a:pt x="1047750" y="1743075"/>
                </a:lnTo>
                <a:lnTo>
                  <a:pt x="1038225" y="1743075"/>
                </a:lnTo>
                <a:lnTo>
                  <a:pt x="1038225" y="1733550"/>
                </a:lnTo>
                <a:lnTo>
                  <a:pt x="1028700" y="1733550"/>
                </a:lnTo>
                <a:lnTo>
                  <a:pt x="1028700" y="1714500"/>
                </a:lnTo>
                <a:lnTo>
                  <a:pt x="1038225" y="1714500"/>
                </a:lnTo>
                <a:lnTo>
                  <a:pt x="1038225" y="1695450"/>
                </a:lnTo>
                <a:lnTo>
                  <a:pt x="1057275" y="1695450"/>
                </a:lnTo>
                <a:lnTo>
                  <a:pt x="1057275" y="1676400"/>
                </a:lnTo>
                <a:lnTo>
                  <a:pt x="1066800" y="1676400"/>
                </a:lnTo>
                <a:close/>
                <a:moveTo>
                  <a:pt x="1114425" y="1638300"/>
                </a:moveTo>
                <a:lnTo>
                  <a:pt x="1143000" y="1638300"/>
                </a:lnTo>
                <a:lnTo>
                  <a:pt x="1143000" y="1647825"/>
                </a:lnTo>
                <a:lnTo>
                  <a:pt x="1152525" y="1647825"/>
                </a:lnTo>
                <a:lnTo>
                  <a:pt x="1152525" y="1714500"/>
                </a:lnTo>
                <a:lnTo>
                  <a:pt x="1133475" y="1714500"/>
                </a:lnTo>
                <a:lnTo>
                  <a:pt x="1133475" y="1704975"/>
                </a:lnTo>
                <a:lnTo>
                  <a:pt x="1123950" y="1704975"/>
                </a:lnTo>
                <a:lnTo>
                  <a:pt x="1123950" y="1676400"/>
                </a:lnTo>
                <a:lnTo>
                  <a:pt x="1114425" y="1676400"/>
                </a:lnTo>
                <a:close/>
                <a:moveTo>
                  <a:pt x="466725" y="1676400"/>
                </a:moveTo>
                <a:lnTo>
                  <a:pt x="476250" y="1676400"/>
                </a:lnTo>
                <a:lnTo>
                  <a:pt x="476250" y="1685925"/>
                </a:lnTo>
                <a:lnTo>
                  <a:pt x="514350" y="1685925"/>
                </a:lnTo>
                <a:lnTo>
                  <a:pt x="514350" y="1695450"/>
                </a:lnTo>
                <a:lnTo>
                  <a:pt x="504825" y="1695450"/>
                </a:lnTo>
                <a:lnTo>
                  <a:pt x="504825" y="1704975"/>
                </a:lnTo>
                <a:lnTo>
                  <a:pt x="485775" y="1704975"/>
                </a:lnTo>
                <a:lnTo>
                  <a:pt x="485775" y="1714500"/>
                </a:lnTo>
                <a:lnTo>
                  <a:pt x="476250" y="1714500"/>
                </a:lnTo>
                <a:lnTo>
                  <a:pt x="476250" y="1704975"/>
                </a:lnTo>
                <a:lnTo>
                  <a:pt x="466725" y="1704975"/>
                </a:lnTo>
                <a:close/>
                <a:moveTo>
                  <a:pt x="685800" y="1676400"/>
                </a:moveTo>
                <a:lnTo>
                  <a:pt x="714375" y="1676400"/>
                </a:lnTo>
                <a:lnTo>
                  <a:pt x="714375" y="1714500"/>
                </a:lnTo>
                <a:lnTo>
                  <a:pt x="685800" y="1714500"/>
                </a:lnTo>
                <a:lnTo>
                  <a:pt x="685800" y="1704975"/>
                </a:lnTo>
                <a:lnTo>
                  <a:pt x="676275" y="1704975"/>
                </a:lnTo>
                <a:lnTo>
                  <a:pt x="676275" y="1714500"/>
                </a:lnTo>
                <a:lnTo>
                  <a:pt x="666750" y="1714500"/>
                </a:lnTo>
                <a:lnTo>
                  <a:pt x="666750" y="1695450"/>
                </a:lnTo>
                <a:lnTo>
                  <a:pt x="676275" y="1695450"/>
                </a:lnTo>
                <a:lnTo>
                  <a:pt x="676275" y="1685925"/>
                </a:lnTo>
                <a:lnTo>
                  <a:pt x="685800" y="1685925"/>
                </a:lnTo>
                <a:close/>
                <a:moveTo>
                  <a:pt x="723900" y="1676400"/>
                </a:moveTo>
                <a:lnTo>
                  <a:pt x="733425" y="1676400"/>
                </a:lnTo>
                <a:lnTo>
                  <a:pt x="733425" y="1685925"/>
                </a:lnTo>
                <a:lnTo>
                  <a:pt x="723900" y="1685925"/>
                </a:lnTo>
                <a:close/>
                <a:moveTo>
                  <a:pt x="1714500" y="1704975"/>
                </a:moveTo>
                <a:lnTo>
                  <a:pt x="1762125" y="1704975"/>
                </a:lnTo>
                <a:lnTo>
                  <a:pt x="1762125" y="1714500"/>
                </a:lnTo>
                <a:lnTo>
                  <a:pt x="1752600" y="1714500"/>
                </a:lnTo>
                <a:lnTo>
                  <a:pt x="1752600" y="1724025"/>
                </a:lnTo>
                <a:lnTo>
                  <a:pt x="1733550" y="1724025"/>
                </a:lnTo>
                <a:lnTo>
                  <a:pt x="1733550" y="1733550"/>
                </a:lnTo>
                <a:lnTo>
                  <a:pt x="1676400" y="1733550"/>
                </a:lnTo>
                <a:lnTo>
                  <a:pt x="1676400" y="1714500"/>
                </a:lnTo>
                <a:lnTo>
                  <a:pt x="1714500" y="1714500"/>
                </a:lnTo>
                <a:close/>
                <a:moveTo>
                  <a:pt x="590550" y="1714500"/>
                </a:moveTo>
                <a:lnTo>
                  <a:pt x="600075" y="1714500"/>
                </a:lnTo>
                <a:lnTo>
                  <a:pt x="600075" y="1724025"/>
                </a:lnTo>
                <a:lnTo>
                  <a:pt x="609600" y="1724025"/>
                </a:lnTo>
                <a:lnTo>
                  <a:pt x="609600" y="1733550"/>
                </a:lnTo>
                <a:lnTo>
                  <a:pt x="581025" y="1733550"/>
                </a:lnTo>
                <a:lnTo>
                  <a:pt x="581025" y="1724025"/>
                </a:lnTo>
                <a:lnTo>
                  <a:pt x="590550" y="1724025"/>
                </a:lnTo>
                <a:close/>
                <a:moveTo>
                  <a:pt x="314325" y="1724025"/>
                </a:moveTo>
                <a:lnTo>
                  <a:pt x="361950" y="1724025"/>
                </a:lnTo>
                <a:lnTo>
                  <a:pt x="361950" y="1733550"/>
                </a:lnTo>
                <a:lnTo>
                  <a:pt x="371475" y="1733550"/>
                </a:lnTo>
                <a:lnTo>
                  <a:pt x="371475" y="1752600"/>
                </a:lnTo>
                <a:lnTo>
                  <a:pt x="361950" y="1752600"/>
                </a:lnTo>
                <a:lnTo>
                  <a:pt x="361950" y="1743075"/>
                </a:lnTo>
                <a:lnTo>
                  <a:pt x="352425" y="1743075"/>
                </a:lnTo>
                <a:lnTo>
                  <a:pt x="352425" y="1752600"/>
                </a:lnTo>
                <a:lnTo>
                  <a:pt x="342900" y="1752600"/>
                </a:lnTo>
                <a:lnTo>
                  <a:pt x="342900" y="1762125"/>
                </a:lnTo>
                <a:lnTo>
                  <a:pt x="333375" y="1762125"/>
                </a:lnTo>
                <a:lnTo>
                  <a:pt x="333375" y="1771650"/>
                </a:lnTo>
                <a:lnTo>
                  <a:pt x="304800" y="1771650"/>
                </a:lnTo>
                <a:lnTo>
                  <a:pt x="304800" y="1752600"/>
                </a:lnTo>
                <a:lnTo>
                  <a:pt x="314325" y="1752600"/>
                </a:lnTo>
                <a:lnTo>
                  <a:pt x="314325" y="1743075"/>
                </a:lnTo>
                <a:lnTo>
                  <a:pt x="323850" y="1743075"/>
                </a:lnTo>
                <a:lnTo>
                  <a:pt x="323850" y="1733550"/>
                </a:lnTo>
                <a:lnTo>
                  <a:pt x="314325" y="1733550"/>
                </a:lnTo>
                <a:close/>
                <a:moveTo>
                  <a:pt x="1238250" y="1724025"/>
                </a:moveTo>
                <a:lnTo>
                  <a:pt x="1257300" y="1724025"/>
                </a:lnTo>
                <a:lnTo>
                  <a:pt x="1257300" y="1743075"/>
                </a:lnTo>
                <a:lnTo>
                  <a:pt x="1238250" y="1743075"/>
                </a:lnTo>
                <a:lnTo>
                  <a:pt x="1238250" y="1752600"/>
                </a:lnTo>
                <a:lnTo>
                  <a:pt x="1228725" y="1752600"/>
                </a:lnTo>
                <a:lnTo>
                  <a:pt x="1228725" y="1762125"/>
                </a:lnTo>
                <a:lnTo>
                  <a:pt x="1219200" y="1762125"/>
                </a:lnTo>
                <a:lnTo>
                  <a:pt x="1219200" y="1771650"/>
                </a:lnTo>
                <a:lnTo>
                  <a:pt x="1200150" y="1771650"/>
                </a:lnTo>
                <a:lnTo>
                  <a:pt x="1200150" y="1752600"/>
                </a:lnTo>
                <a:lnTo>
                  <a:pt x="1209675" y="1752600"/>
                </a:lnTo>
                <a:lnTo>
                  <a:pt x="1209675" y="1743075"/>
                </a:lnTo>
                <a:lnTo>
                  <a:pt x="1219200" y="1743075"/>
                </a:lnTo>
                <a:lnTo>
                  <a:pt x="1219200" y="1733550"/>
                </a:lnTo>
                <a:lnTo>
                  <a:pt x="1238250" y="1733550"/>
                </a:lnTo>
                <a:close/>
                <a:moveTo>
                  <a:pt x="561975" y="1733550"/>
                </a:moveTo>
                <a:lnTo>
                  <a:pt x="571500" y="1733550"/>
                </a:lnTo>
                <a:lnTo>
                  <a:pt x="571500" y="1743075"/>
                </a:lnTo>
                <a:lnTo>
                  <a:pt x="581025" y="1743075"/>
                </a:lnTo>
                <a:lnTo>
                  <a:pt x="581025" y="1752600"/>
                </a:lnTo>
                <a:lnTo>
                  <a:pt x="552450" y="1752600"/>
                </a:lnTo>
                <a:lnTo>
                  <a:pt x="552450" y="1743075"/>
                </a:lnTo>
                <a:lnTo>
                  <a:pt x="561975" y="1743075"/>
                </a:lnTo>
                <a:close/>
                <a:moveTo>
                  <a:pt x="1752600" y="1743075"/>
                </a:moveTo>
                <a:lnTo>
                  <a:pt x="1828800" y="1743075"/>
                </a:lnTo>
                <a:lnTo>
                  <a:pt x="1828800" y="1762125"/>
                </a:lnTo>
                <a:lnTo>
                  <a:pt x="1762125" y="1762125"/>
                </a:lnTo>
                <a:lnTo>
                  <a:pt x="1762125" y="1771650"/>
                </a:lnTo>
                <a:lnTo>
                  <a:pt x="1733550" y="1771650"/>
                </a:lnTo>
                <a:lnTo>
                  <a:pt x="1733550" y="1752600"/>
                </a:lnTo>
                <a:lnTo>
                  <a:pt x="1752600" y="1752600"/>
                </a:lnTo>
                <a:close/>
                <a:moveTo>
                  <a:pt x="809625" y="1752600"/>
                </a:moveTo>
                <a:lnTo>
                  <a:pt x="819150" y="1752600"/>
                </a:lnTo>
                <a:lnTo>
                  <a:pt x="819150" y="1762125"/>
                </a:lnTo>
                <a:lnTo>
                  <a:pt x="828675" y="1762125"/>
                </a:lnTo>
                <a:lnTo>
                  <a:pt x="828675" y="1771650"/>
                </a:lnTo>
                <a:lnTo>
                  <a:pt x="838200" y="1771650"/>
                </a:lnTo>
                <a:lnTo>
                  <a:pt x="838200" y="1800225"/>
                </a:lnTo>
                <a:lnTo>
                  <a:pt x="809625" y="1800225"/>
                </a:lnTo>
                <a:close/>
                <a:moveTo>
                  <a:pt x="1114425" y="1771650"/>
                </a:moveTo>
                <a:lnTo>
                  <a:pt x="1123950" y="1771650"/>
                </a:lnTo>
                <a:lnTo>
                  <a:pt x="1123950" y="1790700"/>
                </a:lnTo>
                <a:lnTo>
                  <a:pt x="1114425" y="1790700"/>
                </a:lnTo>
                <a:close/>
                <a:moveTo>
                  <a:pt x="247650" y="1781175"/>
                </a:moveTo>
                <a:lnTo>
                  <a:pt x="257175" y="1781175"/>
                </a:lnTo>
                <a:lnTo>
                  <a:pt x="257175" y="1790700"/>
                </a:lnTo>
                <a:lnTo>
                  <a:pt x="266700" y="1790700"/>
                </a:lnTo>
                <a:lnTo>
                  <a:pt x="266700" y="1809750"/>
                </a:lnTo>
                <a:lnTo>
                  <a:pt x="285750" y="1809750"/>
                </a:lnTo>
                <a:lnTo>
                  <a:pt x="285750" y="1819275"/>
                </a:lnTo>
                <a:lnTo>
                  <a:pt x="276225" y="1819275"/>
                </a:lnTo>
                <a:lnTo>
                  <a:pt x="276225" y="1828800"/>
                </a:lnTo>
                <a:lnTo>
                  <a:pt x="257175" y="1828800"/>
                </a:lnTo>
                <a:lnTo>
                  <a:pt x="257175" y="1819275"/>
                </a:lnTo>
                <a:lnTo>
                  <a:pt x="219075" y="1819275"/>
                </a:lnTo>
                <a:lnTo>
                  <a:pt x="219075" y="1800225"/>
                </a:lnTo>
                <a:lnTo>
                  <a:pt x="228600" y="1800225"/>
                </a:lnTo>
                <a:lnTo>
                  <a:pt x="228600" y="1790700"/>
                </a:lnTo>
                <a:lnTo>
                  <a:pt x="247650" y="1790700"/>
                </a:lnTo>
                <a:close/>
                <a:moveTo>
                  <a:pt x="847725" y="1781175"/>
                </a:moveTo>
                <a:lnTo>
                  <a:pt x="866775" y="1781175"/>
                </a:lnTo>
                <a:lnTo>
                  <a:pt x="866775" y="1790700"/>
                </a:lnTo>
                <a:lnTo>
                  <a:pt x="876300" y="1790700"/>
                </a:lnTo>
                <a:lnTo>
                  <a:pt x="876300" y="1800225"/>
                </a:lnTo>
                <a:lnTo>
                  <a:pt x="904875" y="1800225"/>
                </a:lnTo>
                <a:lnTo>
                  <a:pt x="904875" y="1809750"/>
                </a:lnTo>
                <a:lnTo>
                  <a:pt x="914400" y="1809750"/>
                </a:lnTo>
                <a:lnTo>
                  <a:pt x="914400" y="1819275"/>
                </a:lnTo>
                <a:lnTo>
                  <a:pt x="895350" y="1819275"/>
                </a:lnTo>
                <a:lnTo>
                  <a:pt x="895350" y="1838325"/>
                </a:lnTo>
                <a:lnTo>
                  <a:pt x="904875" y="1838325"/>
                </a:lnTo>
                <a:lnTo>
                  <a:pt x="904875" y="1857375"/>
                </a:lnTo>
                <a:lnTo>
                  <a:pt x="847725" y="1857375"/>
                </a:lnTo>
                <a:lnTo>
                  <a:pt x="847725" y="1847850"/>
                </a:lnTo>
                <a:lnTo>
                  <a:pt x="866775" y="1847850"/>
                </a:lnTo>
                <a:lnTo>
                  <a:pt x="866775" y="1828800"/>
                </a:lnTo>
                <a:lnTo>
                  <a:pt x="857250" y="1828800"/>
                </a:lnTo>
                <a:lnTo>
                  <a:pt x="857250" y="1819275"/>
                </a:lnTo>
                <a:lnTo>
                  <a:pt x="866775" y="1819275"/>
                </a:lnTo>
                <a:lnTo>
                  <a:pt x="866775" y="1809750"/>
                </a:lnTo>
                <a:lnTo>
                  <a:pt x="857250" y="1809750"/>
                </a:lnTo>
                <a:lnTo>
                  <a:pt x="857250" y="1800225"/>
                </a:lnTo>
                <a:lnTo>
                  <a:pt x="847725" y="1800225"/>
                </a:lnTo>
                <a:close/>
                <a:moveTo>
                  <a:pt x="1162050" y="1781175"/>
                </a:moveTo>
                <a:lnTo>
                  <a:pt x="1171575" y="1781175"/>
                </a:lnTo>
                <a:lnTo>
                  <a:pt x="1171575" y="1790700"/>
                </a:lnTo>
                <a:lnTo>
                  <a:pt x="1181100" y="1790700"/>
                </a:lnTo>
                <a:lnTo>
                  <a:pt x="1181100" y="1809750"/>
                </a:lnTo>
                <a:lnTo>
                  <a:pt x="1171575" y="1809750"/>
                </a:lnTo>
                <a:lnTo>
                  <a:pt x="1171575" y="1800225"/>
                </a:lnTo>
                <a:lnTo>
                  <a:pt x="1162050" y="1800225"/>
                </a:lnTo>
                <a:close/>
                <a:moveTo>
                  <a:pt x="504825" y="1790700"/>
                </a:moveTo>
                <a:lnTo>
                  <a:pt x="514350" y="1790700"/>
                </a:lnTo>
                <a:lnTo>
                  <a:pt x="514350" y="1800225"/>
                </a:lnTo>
                <a:lnTo>
                  <a:pt x="504825" y="1800225"/>
                </a:lnTo>
                <a:close/>
                <a:moveTo>
                  <a:pt x="1390650" y="1800225"/>
                </a:moveTo>
                <a:lnTo>
                  <a:pt x="1400175" y="1800225"/>
                </a:lnTo>
                <a:lnTo>
                  <a:pt x="1400175" y="1809750"/>
                </a:lnTo>
                <a:lnTo>
                  <a:pt x="1409700" y="1809750"/>
                </a:lnTo>
                <a:lnTo>
                  <a:pt x="1409700" y="1838325"/>
                </a:lnTo>
                <a:lnTo>
                  <a:pt x="1381125" y="1838325"/>
                </a:lnTo>
                <a:lnTo>
                  <a:pt x="1381125" y="1809750"/>
                </a:lnTo>
                <a:lnTo>
                  <a:pt x="1390650" y="1809750"/>
                </a:lnTo>
                <a:close/>
                <a:moveTo>
                  <a:pt x="1123950" y="1809750"/>
                </a:moveTo>
                <a:lnTo>
                  <a:pt x="1133475" y="1809750"/>
                </a:lnTo>
                <a:lnTo>
                  <a:pt x="1133475" y="1819275"/>
                </a:lnTo>
                <a:lnTo>
                  <a:pt x="1123950" y="1819275"/>
                </a:lnTo>
                <a:close/>
                <a:moveTo>
                  <a:pt x="171450" y="1819275"/>
                </a:moveTo>
                <a:lnTo>
                  <a:pt x="190500" y="1819275"/>
                </a:lnTo>
                <a:lnTo>
                  <a:pt x="190500" y="1828800"/>
                </a:lnTo>
                <a:lnTo>
                  <a:pt x="200025" y="1828800"/>
                </a:lnTo>
                <a:lnTo>
                  <a:pt x="200025" y="1838325"/>
                </a:lnTo>
                <a:lnTo>
                  <a:pt x="219075" y="1838325"/>
                </a:lnTo>
                <a:lnTo>
                  <a:pt x="219075" y="1847850"/>
                </a:lnTo>
                <a:lnTo>
                  <a:pt x="190500" y="1847850"/>
                </a:lnTo>
                <a:lnTo>
                  <a:pt x="190500" y="1838325"/>
                </a:lnTo>
                <a:lnTo>
                  <a:pt x="171450" y="1838325"/>
                </a:lnTo>
                <a:close/>
                <a:moveTo>
                  <a:pt x="390525" y="1819275"/>
                </a:moveTo>
                <a:lnTo>
                  <a:pt x="400050" y="1819275"/>
                </a:lnTo>
                <a:lnTo>
                  <a:pt x="400050" y="1847850"/>
                </a:lnTo>
                <a:lnTo>
                  <a:pt x="390525" y="1847850"/>
                </a:lnTo>
                <a:close/>
                <a:moveTo>
                  <a:pt x="142875" y="1828800"/>
                </a:moveTo>
                <a:lnTo>
                  <a:pt x="161925" y="1828800"/>
                </a:lnTo>
                <a:lnTo>
                  <a:pt x="161925" y="1847850"/>
                </a:lnTo>
                <a:lnTo>
                  <a:pt x="152400" y="1847850"/>
                </a:lnTo>
                <a:lnTo>
                  <a:pt x="152400" y="1866900"/>
                </a:lnTo>
                <a:lnTo>
                  <a:pt x="142875" y="1866900"/>
                </a:lnTo>
                <a:lnTo>
                  <a:pt x="142875" y="1876425"/>
                </a:lnTo>
                <a:lnTo>
                  <a:pt x="133350" y="1876425"/>
                </a:lnTo>
                <a:lnTo>
                  <a:pt x="133350" y="1847850"/>
                </a:lnTo>
                <a:lnTo>
                  <a:pt x="142875" y="1847850"/>
                </a:lnTo>
                <a:close/>
                <a:moveTo>
                  <a:pt x="1438275" y="1838325"/>
                </a:moveTo>
                <a:lnTo>
                  <a:pt x="1466850" y="1838325"/>
                </a:lnTo>
                <a:lnTo>
                  <a:pt x="1466850" y="1847850"/>
                </a:lnTo>
                <a:lnTo>
                  <a:pt x="1504950" y="1847850"/>
                </a:lnTo>
                <a:lnTo>
                  <a:pt x="1504950" y="1866900"/>
                </a:lnTo>
                <a:lnTo>
                  <a:pt x="1495425" y="1866900"/>
                </a:lnTo>
                <a:lnTo>
                  <a:pt x="1495425" y="1876425"/>
                </a:lnTo>
                <a:lnTo>
                  <a:pt x="1485900" y="1876425"/>
                </a:lnTo>
                <a:lnTo>
                  <a:pt x="1485900" y="1885950"/>
                </a:lnTo>
                <a:lnTo>
                  <a:pt x="1438275" y="1885950"/>
                </a:lnTo>
                <a:lnTo>
                  <a:pt x="1438275" y="1895475"/>
                </a:lnTo>
                <a:lnTo>
                  <a:pt x="1409700" y="1895475"/>
                </a:lnTo>
                <a:lnTo>
                  <a:pt x="1409700" y="1885950"/>
                </a:lnTo>
                <a:lnTo>
                  <a:pt x="1400175" y="1885950"/>
                </a:lnTo>
                <a:lnTo>
                  <a:pt x="1400175" y="1857375"/>
                </a:lnTo>
                <a:lnTo>
                  <a:pt x="1409700" y="1857375"/>
                </a:lnTo>
                <a:lnTo>
                  <a:pt x="1409700" y="1866900"/>
                </a:lnTo>
                <a:lnTo>
                  <a:pt x="1428750" y="1866900"/>
                </a:lnTo>
                <a:lnTo>
                  <a:pt x="1428750" y="1876425"/>
                </a:lnTo>
                <a:lnTo>
                  <a:pt x="1438275" y="1876425"/>
                </a:lnTo>
                <a:lnTo>
                  <a:pt x="1438275" y="1866900"/>
                </a:lnTo>
                <a:lnTo>
                  <a:pt x="1447800" y="1866900"/>
                </a:lnTo>
                <a:lnTo>
                  <a:pt x="1447800" y="1847850"/>
                </a:lnTo>
                <a:lnTo>
                  <a:pt x="1438275" y="1847850"/>
                </a:lnTo>
                <a:close/>
                <a:moveTo>
                  <a:pt x="1590675" y="1838325"/>
                </a:moveTo>
                <a:lnTo>
                  <a:pt x="1609725" y="1838325"/>
                </a:lnTo>
                <a:lnTo>
                  <a:pt x="1609725" y="1847850"/>
                </a:lnTo>
                <a:lnTo>
                  <a:pt x="1619250" y="1847850"/>
                </a:lnTo>
                <a:lnTo>
                  <a:pt x="1619250" y="1857375"/>
                </a:lnTo>
                <a:lnTo>
                  <a:pt x="1609725" y="1857375"/>
                </a:lnTo>
                <a:lnTo>
                  <a:pt x="1609725" y="1866900"/>
                </a:lnTo>
                <a:lnTo>
                  <a:pt x="1571625" y="1866900"/>
                </a:lnTo>
                <a:lnTo>
                  <a:pt x="1571625" y="1857375"/>
                </a:lnTo>
                <a:lnTo>
                  <a:pt x="1552575" y="1857375"/>
                </a:lnTo>
                <a:lnTo>
                  <a:pt x="1552575" y="1847850"/>
                </a:lnTo>
                <a:lnTo>
                  <a:pt x="1590675" y="1847850"/>
                </a:lnTo>
                <a:close/>
                <a:moveTo>
                  <a:pt x="581025" y="1847850"/>
                </a:moveTo>
                <a:lnTo>
                  <a:pt x="609600" y="1847850"/>
                </a:lnTo>
                <a:lnTo>
                  <a:pt x="609600" y="1857375"/>
                </a:lnTo>
                <a:lnTo>
                  <a:pt x="638175" y="1857375"/>
                </a:lnTo>
                <a:lnTo>
                  <a:pt x="638175" y="1866900"/>
                </a:lnTo>
                <a:lnTo>
                  <a:pt x="666750" y="1866900"/>
                </a:lnTo>
                <a:lnTo>
                  <a:pt x="666750" y="1876425"/>
                </a:lnTo>
                <a:lnTo>
                  <a:pt x="676275" y="1876425"/>
                </a:lnTo>
                <a:lnTo>
                  <a:pt x="676275" y="1885950"/>
                </a:lnTo>
                <a:lnTo>
                  <a:pt x="695325" y="1885950"/>
                </a:lnTo>
                <a:lnTo>
                  <a:pt x="695325" y="1895475"/>
                </a:lnTo>
                <a:lnTo>
                  <a:pt x="714375" y="1895475"/>
                </a:lnTo>
                <a:lnTo>
                  <a:pt x="714375" y="1914525"/>
                </a:lnTo>
                <a:lnTo>
                  <a:pt x="676275" y="1914525"/>
                </a:lnTo>
                <a:lnTo>
                  <a:pt x="676275" y="1905000"/>
                </a:lnTo>
                <a:lnTo>
                  <a:pt x="666750" y="1905000"/>
                </a:lnTo>
                <a:lnTo>
                  <a:pt x="666750" y="1895475"/>
                </a:lnTo>
                <a:lnTo>
                  <a:pt x="657225" y="1895475"/>
                </a:lnTo>
                <a:lnTo>
                  <a:pt x="657225" y="1885950"/>
                </a:lnTo>
                <a:lnTo>
                  <a:pt x="600075" y="1885950"/>
                </a:lnTo>
                <a:lnTo>
                  <a:pt x="600075" y="1876425"/>
                </a:lnTo>
                <a:lnTo>
                  <a:pt x="590550" y="1876425"/>
                </a:lnTo>
                <a:lnTo>
                  <a:pt x="590550" y="1866900"/>
                </a:lnTo>
                <a:lnTo>
                  <a:pt x="581025" y="1866900"/>
                </a:lnTo>
                <a:close/>
                <a:moveTo>
                  <a:pt x="1257300" y="1847850"/>
                </a:moveTo>
                <a:lnTo>
                  <a:pt x="1285875" y="1847850"/>
                </a:lnTo>
                <a:lnTo>
                  <a:pt x="1285875" y="1857375"/>
                </a:lnTo>
                <a:lnTo>
                  <a:pt x="1295400" y="1857375"/>
                </a:lnTo>
                <a:lnTo>
                  <a:pt x="1295400" y="1895475"/>
                </a:lnTo>
                <a:lnTo>
                  <a:pt x="1276350" y="1895475"/>
                </a:lnTo>
                <a:lnTo>
                  <a:pt x="1276350" y="1885950"/>
                </a:lnTo>
                <a:lnTo>
                  <a:pt x="1266825" y="1885950"/>
                </a:lnTo>
                <a:lnTo>
                  <a:pt x="1266825" y="1876425"/>
                </a:lnTo>
                <a:lnTo>
                  <a:pt x="1257300" y="1876425"/>
                </a:lnTo>
                <a:lnTo>
                  <a:pt x="1257300" y="1866900"/>
                </a:lnTo>
                <a:lnTo>
                  <a:pt x="1247775" y="1866900"/>
                </a:lnTo>
                <a:lnTo>
                  <a:pt x="1247775" y="1857375"/>
                </a:lnTo>
                <a:lnTo>
                  <a:pt x="1257300" y="1857375"/>
                </a:lnTo>
                <a:close/>
                <a:moveTo>
                  <a:pt x="314325" y="1866900"/>
                </a:moveTo>
                <a:lnTo>
                  <a:pt x="342900" y="1866900"/>
                </a:lnTo>
                <a:lnTo>
                  <a:pt x="342900" y="1876425"/>
                </a:lnTo>
                <a:lnTo>
                  <a:pt x="333375" y="1876425"/>
                </a:lnTo>
                <a:lnTo>
                  <a:pt x="333375" y="1885950"/>
                </a:lnTo>
                <a:lnTo>
                  <a:pt x="323850" y="1885950"/>
                </a:lnTo>
                <a:lnTo>
                  <a:pt x="323850" y="1876425"/>
                </a:lnTo>
                <a:lnTo>
                  <a:pt x="314325" y="1876425"/>
                </a:lnTo>
                <a:close/>
                <a:moveTo>
                  <a:pt x="1343025" y="1866900"/>
                </a:moveTo>
                <a:lnTo>
                  <a:pt x="1362075" y="1866900"/>
                </a:lnTo>
                <a:lnTo>
                  <a:pt x="1362075" y="1885950"/>
                </a:lnTo>
                <a:lnTo>
                  <a:pt x="1381125" y="1885950"/>
                </a:lnTo>
                <a:lnTo>
                  <a:pt x="1381125" y="1895475"/>
                </a:lnTo>
                <a:lnTo>
                  <a:pt x="1362075" y="1895475"/>
                </a:lnTo>
                <a:lnTo>
                  <a:pt x="1362075" y="1905000"/>
                </a:lnTo>
                <a:lnTo>
                  <a:pt x="1371600" y="1905000"/>
                </a:lnTo>
                <a:lnTo>
                  <a:pt x="1371600" y="1914525"/>
                </a:lnTo>
                <a:lnTo>
                  <a:pt x="1362075" y="1914525"/>
                </a:lnTo>
                <a:lnTo>
                  <a:pt x="1362075" y="1933575"/>
                </a:lnTo>
                <a:lnTo>
                  <a:pt x="1323975" y="1933575"/>
                </a:lnTo>
                <a:lnTo>
                  <a:pt x="1323975" y="1924050"/>
                </a:lnTo>
                <a:lnTo>
                  <a:pt x="1314450" y="1924050"/>
                </a:lnTo>
                <a:lnTo>
                  <a:pt x="1314450" y="1905000"/>
                </a:lnTo>
                <a:lnTo>
                  <a:pt x="1323975" y="1905000"/>
                </a:lnTo>
                <a:lnTo>
                  <a:pt x="1323975" y="1895475"/>
                </a:lnTo>
                <a:lnTo>
                  <a:pt x="1333500" y="1895475"/>
                </a:lnTo>
                <a:lnTo>
                  <a:pt x="1333500" y="1885950"/>
                </a:lnTo>
                <a:lnTo>
                  <a:pt x="1343025" y="1885950"/>
                </a:lnTo>
                <a:close/>
                <a:moveTo>
                  <a:pt x="1695450" y="1905000"/>
                </a:moveTo>
                <a:lnTo>
                  <a:pt x="1714500" y="1905000"/>
                </a:lnTo>
                <a:lnTo>
                  <a:pt x="1714500" y="1943100"/>
                </a:lnTo>
                <a:lnTo>
                  <a:pt x="1704975" y="1943100"/>
                </a:lnTo>
                <a:lnTo>
                  <a:pt x="1704975" y="1933575"/>
                </a:lnTo>
                <a:lnTo>
                  <a:pt x="1695450" y="1933575"/>
                </a:lnTo>
                <a:close/>
                <a:moveTo>
                  <a:pt x="1057275" y="1914525"/>
                </a:moveTo>
                <a:lnTo>
                  <a:pt x="1095375" y="1914525"/>
                </a:lnTo>
                <a:lnTo>
                  <a:pt x="1095375" y="1933575"/>
                </a:lnTo>
                <a:lnTo>
                  <a:pt x="1114425" y="1933575"/>
                </a:lnTo>
                <a:lnTo>
                  <a:pt x="1114425" y="1943100"/>
                </a:lnTo>
                <a:lnTo>
                  <a:pt x="1123950" y="1943100"/>
                </a:lnTo>
                <a:lnTo>
                  <a:pt x="1123950" y="1952625"/>
                </a:lnTo>
                <a:lnTo>
                  <a:pt x="1104900" y="1952625"/>
                </a:lnTo>
                <a:lnTo>
                  <a:pt x="1104900" y="1943100"/>
                </a:lnTo>
                <a:lnTo>
                  <a:pt x="1095375" y="1943100"/>
                </a:lnTo>
                <a:lnTo>
                  <a:pt x="1095375" y="1962150"/>
                </a:lnTo>
                <a:lnTo>
                  <a:pt x="1114425" y="1962150"/>
                </a:lnTo>
                <a:lnTo>
                  <a:pt x="1114425" y="1971675"/>
                </a:lnTo>
                <a:lnTo>
                  <a:pt x="1133475" y="1971675"/>
                </a:lnTo>
                <a:lnTo>
                  <a:pt x="1133475" y="1981200"/>
                </a:lnTo>
                <a:lnTo>
                  <a:pt x="1181100" y="1981200"/>
                </a:lnTo>
                <a:lnTo>
                  <a:pt x="1181100" y="1990725"/>
                </a:lnTo>
                <a:lnTo>
                  <a:pt x="1200150" y="1990725"/>
                </a:lnTo>
                <a:lnTo>
                  <a:pt x="1200150" y="1971675"/>
                </a:lnTo>
                <a:lnTo>
                  <a:pt x="1219200" y="1971675"/>
                </a:lnTo>
                <a:lnTo>
                  <a:pt x="1219200" y="1962150"/>
                </a:lnTo>
                <a:lnTo>
                  <a:pt x="1257300" y="1962150"/>
                </a:lnTo>
                <a:lnTo>
                  <a:pt x="1257300" y="1971675"/>
                </a:lnTo>
                <a:lnTo>
                  <a:pt x="1247775" y="1971675"/>
                </a:lnTo>
                <a:lnTo>
                  <a:pt x="1247775" y="1990725"/>
                </a:lnTo>
                <a:lnTo>
                  <a:pt x="1257300" y="1990725"/>
                </a:lnTo>
                <a:lnTo>
                  <a:pt x="1257300" y="2019300"/>
                </a:lnTo>
                <a:lnTo>
                  <a:pt x="1247775" y="2019300"/>
                </a:lnTo>
                <a:lnTo>
                  <a:pt x="1247775" y="2028825"/>
                </a:lnTo>
                <a:lnTo>
                  <a:pt x="1238250" y="2028825"/>
                </a:lnTo>
                <a:lnTo>
                  <a:pt x="1238250" y="2047875"/>
                </a:lnTo>
                <a:lnTo>
                  <a:pt x="1190625" y="2047875"/>
                </a:lnTo>
                <a:lnTo>
                  <a:pt x="1190625" y="2019300"/>
                </a:lnTo>
                <a:lnTo>
                  <a:pt x="1181100" y="2019300"/>
                </a:lnTo>
                <a:lnTo>
                  <a:pt x="1181100" y="2009775"/>
                </a:lnTo>
                <a:lnTo>
                  <a:pt x="1171575" y="2009775"/>
                </a:lnTo>
                <a:lnTo>
                  <a:pt x="1171575" y="2000250"/>
                </a:lnTo>
                <a:lnTo>
                  <a:pt x="1162050" y="2000250"/>
                </a:lnTo>
                <a:lnTo>
                  <a:pt x="1162050" y="1990725"/>
                </a:lnTo>
                <a:lnTo>
                  <a:pt x="1085850" y="1990725"/>
                </a:lnTo>
                <a:lnTo>
                  <a:pt x="1085850" y="1981200"/>
                </a:lnTo>
                <a:lnTo>
                  <a:pt x="1057275" y="1981200"/>
                </a:lnTo>
                <a:lnTo>
                  <a:pt x="1057275" y="1971675"/>
                </a:lnTo>
                <a:lnTo>
                  <a:pt x="1028700" y="1971675"/>
                </a:lnTo>
                <a:lnTo>
                  <a:pt x="1028700" y="1962150"/>
                </a:lnTo>
                <a:lnTo>
                  <a:pt x="1009650" y="1962150"/>
                </a:lnTo>
                <a:lnTo>
                  <a:pt x="1009650" y="1952625"/>
                </a:lnTo>
                <a:lnTo>
                  <a:pt x="1000125" y="1952625"/>
                </a:lnTo>
                <a:lnTo>
                  <a:pt x="1000125" y="1933575"/>
                </a:lnTo>
                <a:lnTo>
                  <a:pt x="1019175" y="1933575"/>
                </a:lnTo>
                <a:lnTo>
                  <a:pt x="1019175" y="1924050"/>
                </a:lnTo>
                <a:lnTo>
                  <a:pt x="1057275" y="1924050"/>
                </a:lnTo>
                <a:close/>
                <a:moveTo>
                  <a:pt x="219075" y="1924050"/>
                </a:moveTo>
                <a:lnTo>
                  <a:pt x="238125" y="1924050"/>
                </a:lnTo>
                <a:lnTo>
                  <a:pt x="238125" y="1952625"/>
                </a:lnTo>
                <a:lnTo>
                  <a:pt x="228600" y="1952625"/>
                </a:lnTo>
                <a:lnTo>
                  <a:pt x="228600" y="2000250"/>
                </a:lnTo>
                <a:lnTo>
                  <a:pt x="219075" y="2000250"/>
                </a:lnTo>
                <a:lnTo>
                  <a:pt x="219075" y="2009775"/>
                </a:lnTo>
                <a:lnTo>
                  <a:pt x="209550" y="2009775"/>
                </a:lnTo>
                <a:lnTo>
                  <a:pt x="209550" y="2000250"/>
                </a:lnTo>
                <a:lnTo>
                  <a:pt x="200025" y="2000250"/>
                </a:lnTo>
                <a:lnTo>
                  <a:pt x="200025" y="1990725"/>
                </a:lnTo>
                <a:lnTo>
                  <a:pt x="190500" y="1990725"/>
                </a:lnTo>
                <a:lnTo>
                  <a:pt x="190500" y="1981200"/>
                </a:lnTo>
                <a:lnTo>
                  <a:pt x="180975" y="1981200"/>
                </a:lnTo>
                <a:lnTo>
                  <a:pt x="180975" y="1971675"/>
                </a:lnTo>
                <a:lnTo>
                  <a:pt x="171450" y="1971675"/>
                </a:lnTo>
                <a:lnTo>
                  <a:pt x="171450" y="1962150"/>
                </a:lnTo>
                <a:lnTo>
                  <a:pt x="161925" y="1962150"/>
                </a:lnTo>
                <a:lnTo>
                  <a:pt x="161925" y="1943100"/>
                </a:lnTo>
                <a:lnTo>
                  <a:pt x="171450" y="1943100"/>
                </a:lnTo>
                <a:lnTo>
                  <a:pt x="171450" y="1952625"/>
                </a:lnTo>
                <a:lnTo>
                  <a:pt x="190500" y="1952625"/>
                </a:lnTo>
                <a:lnTo>
                  <a:pt x="190500" y="1943100"/>
                </a:lnTo>
                <a:lnTo>
                  <a:pt x="209550" y="1943100"/>
                </a:lnTo>
                <a:lnTo>
                  <a:pt x="209550" y="1933575"/>
                </a:lnTo>
                <a:lnTo>
                  <a:pt x="219075" y="1933575"/>
                </a:lnTo>
                <a:close/>
                <a:moveTo>
                  <a:pt x="400050" y="1962150"/>
                </a:moveTo>
                <a:lnTo>
                  <a:pt x="419100" y="1962150"/>
                </a:lnTo>
                <a:lnTo>
                  <a:pt x="419100" y="1971675"/>
                </a:lnTo>
                <a:lnTo>
                  <a:pt x="428625" y="1971675"/>
                </a:lnTo>
                <a:lnTo>
                  <a:pt x="428625" y="1962150"/>
                </a:lnTo>
                <a:lnTo>
                  <a:pt x="457200" y="1962150"/>
                </a:lnTo>
                <a:lnTo>
                  <a:pt x="457200" y="2000250"/>
                </a:lnTo>
                <a:lnTo>
                  <a:pt x="466725" y="2000250"/>
                </a:lnTo>
                <a:lnTo>
                  <a:pt x="466725" y="2019300"/>
                </a:lnTo>
                <a:lnTo>
                  <a:pt x="476250" y="2019300"/>
                </a:lnTo>
                <a:lnTo>
                  <a:pt x="476250" y="2038350"/>
                </a:lnTo>
                <a:lnTo>
                  <a:pt x="466725" y="2038350"/>
                </a:lnTo>
                <a:lnTo>
                  <a:pt x="466725" y="2047875"/>
                </a:lnTo>
                <a:lnTo>
                  <a:pt x="457200" y="2047875"/>
                </a:lnTo>
                <a:lnTo>
                  <a:pt x="457200" y="2038350"/>
                </a:lnTo>
                <a:lnTo>
                  <a:pt x="438150" y="2038350"/>
                </a:lnTo>
                <a:lnTo>
                  <a:pt x="438150" y="2028825"/>
                </a:lnTo>
                <a:lnTo>
                  <a:pt x="419100" y="2028825"/>
                </a:lnTo>
                <a:lnTo>
                  <a:pt x="419100" y="2047875"/>
                </a:lnTo>
                <a:lnTo>
                  <a:pt x="409575" y="2047875"/>
                </a:lnTo>
                <a:lnTo>
                  <a:pt x="409575" y="2066925"/>
                </a:lnTo>
                <a:lnTo>
                  <a:pt x="400050" y="2066925"/>
                </a:lnTo>
                <a:lnTo>
                  <a:pt x="400050" y="2076450"/>
                </a:lnTo>
                <a:lnTo>
                  <a:pt x="390525" y="2076450"/>
                </a:lnTo>
                <a:lnTo>
                  <a:pt x="390525" y="2085975"/>
                </a:lnTo>
                <a:lnTo>
                  <a:pt x="381000" y="2085975"/>
                </a:lnTo>
                <a:lnTo>
                  <a:pt x="381000" y="2095500"/>
                </a:lnTo>
                <a:lnTo>
                  <a:pt x="371475" y="2095500"/>
                </a:lnTo>
                <a:lnTo>
                  <a:pt x="371475" y="2076450"/>
                </a:lnTo>
                <a:lnTo>
                  <a:pt x="361950" y="2076450"/>
                </a:lnTo>
                <a:lnTo>
                  <a:pt x="361950" y="2057400"/>
                </a:lnTo>
                <a:lnTo>
                  <a:pt x="352425" y="2057400"/>
                </a:lnTo>
                <a:lnTo>
                  <a:pt x="352425" y="2047875"/>
                </a:lnTo>
                <a:lnTo>
                  <a:pt x="342900" y="2047875"/>
                </a:lnTo>
                <a:lnTo>
                  <a:pt x="342900" y="2038350"/>
                </a:lnTo>
                <a:lnTo>
                  <a:pt x="323850" y="2038350"/>
                </a:lnTo>
                <a:lnTo>
                  <a:pt x="323850" y="2009775"/>
                </a:lnTo>
                <a:lnTo>
                  <a:pt x="342900" y="2009775"/>
                </a:lnTo>
                <a:lnTo>
                  <a:pt x="342900" y="2019300"/>
                </a:lnTo>
                <a:lnTo>
                  <a:pt x="352425" y="2019300"/>
                </a:lnTo>
                <a:lnTo>
                  <a:pt x="352425" y="2009775"/>
                </a:lnTo>
                <a:lnTo>
                  <a:pt x="361950" y="2009775"/>
                </a:lnTo>
                <a:lnTo>
                  <a:pt x="361950" y="2000250"/>
                </a:lnTo>
                <a:lnTo>
                  <a:pt x="381000" y="2000250"/>
                </a:lnTo>
                <a:lnTo>
                  <a:pt x="381000" y="1981200"/>
                </a:lnTo>
                <a:lnTo>
                  <a:pt x="390525" y="1981200"/>
                </a:lnTo>
                <a:lnTo>
                  <a:pt x="390525" y="1971675"/>
                </a:lnTo>
                <a:lnTo>
                  <a:pt x="400050" y="1971675"/>
                </a:lnTo>
                <a:close/>
                <a:moveTo>
                  <a:pt x="1704975" y="1962150"/>
                </a:moveTo>
                <a:lnTo>
                  <a:pt x="1714500" y="1962150"/>
                </a:lnTo>
                <a:lnTo>
                  <a:pt x="1714500" y="1971675"/>
                </a:lnTo>
                <a:lnTo>
                  <a:pt x="1724025" y="1971675"/>
                </a:lnTo>
                <a:lnTo>
                  <a:pt x="1724025" y="1981200"/>
                </a:lnTo>
                <a:lnTo>
                  <a:pt x="1733550" y="1981200"/>
                </a:lnTo>
                <a:lnTo>
                  <a:pt x="1733550" y="2028825"/>
                </a:lnTo>
                <a:lnTo>
                  <a:pt x="1743075" y="2028825"/>
                </a:lnTo>
                <a:lnTo>
                  <a:pt x="1743075" y="2066925"/>
                </a:lnTo>
                <a:lnTo>
                  <a:pt x="1752600" y="2066925"/>
                </a:lnTo>
                <a:lnTo>
                  <a:pt x="1752600" y="2095500"/>
                </a:lnTo>
                <a:lnTo>
                  <a:pt x="1733550" y="2095500"/>
                </a:lnTo>
                <a:lnTo>
                  <a:pt x="1733550" y="2085975"/>
                </a:lnTo>
                <a:lnTo>
                  <a:pt x="1704975" y="2085975"/>
                </a:lnTo>
                <a:lnTo>
                  <a:pt x="1704975" y="2076450"/>
                </a:lnTo>
                <a:lnTo>
                  <a:pt x="1685925" y="2076450"/>
                </a:lnTo>
                <a:lnTo>
                  <a:pt x="1685925" y="2009775"/>
                </a:lnTo>
                <a:lnTo>
                  <a:pt x="1676400" y="2009775"/>
                </a:lnTo>
                <a:lnTo>
                  <a:pt x="1676400" y="1971675"/>
                </a:lnTo>
                <a:lnTo>
                  <a:pt x="1704975" y="1971675"/>
                </a:lnTo>
                <a:close/>
                <a:moveTo>
                  <a:pt x="838200" y="1990725"/>
                </a:moveTo>
                <a:lnTo>
                  <a:pt x="885825" y="1990725"/>
                </a:lnTo>
                <a:lnTo>
                  <a:pt x="885825" y="2000250"/>
                </a:lnTo>
                <a:lnTo>
                  <a:pt x="876300" y="2000250"/>
                </a:lnTo>
                <a:lnTo>
                  <a:pt x="876300" y="2019300"/>
                </a:lnTo>
                <a:lnTo>
                  <a:pt x="866775" y="2019300"/>
                </a:lnTo>
                <a:lnTo>
                  <a:pt x="866775" y="2028825"/>
                </a:lnTo>
                <a:lnTo>
                  <a:pt x="857250" y="2028825"/>
                </a:lnTo>
                <a:lnTo>
                  <a:pt x="857250" y="2038350"/>
                </a:lnTo>
                <a:lnTo>
                  <a:pt x="838200" y="2038350"/>
                </a:lnTo>
                <a:lnTo>
                  <a:pt x="838200" y="2028825"/>
                </a:lnTo>
                <a:lnTo>
                  <a:pt x="828675" y="2028825"/>
                </a:lnTo>
                <a:lnTo>
                  <a:pt x="828675" y="2019300"/>
                </a:lnTo>
                <a:lnTo>
                  <a:pt x="809625" y="2019300"/>
                </a:lnTo>
                <a:lnTo>
                  <a:pt x="809625" y="2000250"/>
                </a:lnTo>
                <a:lnTo>
                  <a:pt x="838200" y="2000250"/>
                </a:lnTo>
                <a:close/>
                <a:moveTo>
                  <a:pt x="390525" y="2019300"/>
                </a:moveTo>
                <a:lnTo>
                  <a:pt x="400050" y="2019300"/>
                </a:lnTo>
                <a:lnTo>
                  <a:pt x="400050" y="2028825"/>
                </a:lnTo>
                <a:lnTo>
                  <a:pt x="409575" y="2028825"/>
                </a:lnTo>
                <a:lnTo>
                  <a:pt x="409575" y="2019300"/>
                </a:lnTo>
                <a:lnTo>
                  <a:pt x="419100" y="2019300"/>
                </a:lnTo>
                <a:lnTo>
                  <a:pt x="419100" y="2000250"/>
                </a:lnTo>
                <a:lnTo>
                  <a:pt x="409575" y="2000250"/>
                </a:lnTo>
                <a:lnTo>
                  <a:pt x="409575" y="1990725"/>
                </a:lnTo>
                <a:lnTo>
                  <a:pt x="400050" y="1990725"/>
                </a:lnTo>
                <a:lnTo>
                  <a:pt x="400050" y="2000250"/>
                </a:lnTo>
                <a:lnTo>
                  <a:pt x="390525" y="2000250"/>
                </a:lnTo>
                <a:close/>
                <a:moveTo>
                  <a:pt x="952500" y="2038350"/>
                </a:moveTo>
                <a:lnTo>
                  <a:pt x="971550" y="2038350"/>
                </a:lnTo>
                <a:lnTo>
                  <a:pt x="971550" y="2057400"/>
                </a:lnTo>
                <a:lnTo>
                  <a:pt x="962025" y="2057400"/>
                </a:lnTo>
                <a:lnTo>
                  <a:pt x="962025" y="2076450"/>
                </a:lnTo>
                <a:lnTo>
                  <a:pt x="952500" y="2076450"/>
                </a:lnTo>
                <a:lnTo>
                  <a:pt x="952500" y="2085975"/>
                </a:lnTo>
                <a:lnTo>
                  <a:pt x="942975" y="2085975"/>
                </a:lnTo>
                <a:lnTo>
                  <a:pt x="942975" y="2095500"/>
                </a:lnTo>
                <a:lnTo>
                  <a:pt x="933450" y="2095500"/>
                </a:lnTo>
                <a:lnTo>
                  <a:pt x="933450" y="2066925"/>
                </a:lnTo>
                <a:lnTo>
                  <a:pt x="942975" y="2066925"/>
                </a:lnTo>
                <a:lnTo>
                  <a:pt x="942975" y="2047875"/>
                </a:lnTo>
                <a:lnTo>
                  <a:pt x="952500" y="2047875"/>
                </a:lnTo>
                <a:close/>
                <a:moveTo>
                  <a:pt x="1371600" y="2038350"/>
                </a:moveTo>
                <a:lnTo>
                  <a:pt x="1390650" y="2038350"/>
                </a:lnTo>
                <a:lnTo>
                  <a:pt x="1390650" y="2057400"/>
                </a:lnTo>
                <a:lnTo>
                  <a:pt x="1381125" y="2057400"/>
                </a:lnTo>
                <a:lnTo>
                  <a:pt x="1381125" y="2085975"/>
                </a:lnTo>
                <a:lnTo>
                  <a:pt x="1390650" y="2085975"/>
                </a:lnTo>
                <a:lnTo>
                  <a:pt x="1390650" y="2105025"/>
                </a:lnTo>
                <a:lnTo>
                  <a:pt x="1400175" y="2105025"/>
                </a:lnTo>
                <a:lnTo>
                  <a:pt x="1400175" y="2114550"/>
                </a:lnTo>
                <a:lnTo>
                  <a:pt x="1390650" y="2114550"/>
                </a:lnTo>
                <a:lnTo>
                  <a:pt x="1390650" y="2152650"/>
                </a:lnTo>
                <a:lnTo>
                  <a:pt x="1381125" y="2152650"/>
                </a:lnTo>
                <a:lnTo>
                  <a:pt x="1381125" y="2114550"/>
                </a:lnTo>
                <a:lnTo>
                  <a:pt x="1371600" y="2114550"/>
                </a:lnTo>
                <a:lnTo>
                  <a:pt x="1371600" y="2105025"/>
                </a:lnTo>
                <a:lnTo>
                  <a:pt x="1362075" y="2105025"/>
                </a:lnTo>
                <a:lnTo>
                  <a:pt x="1362075" y="2076450"/>
                </a:lnTo>
                <a:lnTo>
                  <a:pt x="1371600" y="2076450"/>
                </a:lnTo>
                <a:close/>
                <a:moveTo>
                  <a:pt x="895350" y="2047875"/>
                </a:moveTo>
                <a:lnTo>
                  <a:pt x="914400" y="2047875"/>
                </a:lnTo>
                <a:lnTo>
                  <a:pt x="914400" y="2057400"/>
                </a:lnTo>
                <a:lnTo>
                  <a:pt x="895350" y="2057400"/>
                </a:lnTo>
                <a:close/>
                <a:moveTo>
                  <a:pt x="619125" y="2066925"/>
                </a:moveTo>
                <a:lnTo>
                  <a:pt x="657225" y="2066925"/>
                </a:lnTo>
                <a:lnTo>
                  <a:pt x="657225" y="2085975"/>
                </a:lnTo>
                <a:lnTo>
                  <a:pt x="647700" y="2085975"/>
                </a:lnTo>
                <a:lnTo>
                  <a:pt x="647700" y="2095500"/>
                </a:lnTo>
                <a:lnTo>
                  <a:pt x="638175" y="2095500"/>
                </a:lnTo>
                <a:lnTo>
                  <a:pt x="638175" y="2114550"/>
                </a:lnTo>
                <a:lnTo>
                  <a:pt x="657225" y="2114550"/>
                </a:lnTo>
                <a:lnTo>
                  <a:pt x="657225" y="2105025"/>
                </a:lnTo>
                <a:lnTo>
                  <a:pt x="676275" y="2105025"/>
                </a:lnTo>
                <a:lnTo>
                  <a:pt x="676275" y="2095500"/>
                </a:lnTo>
                <a:lnTo>
                  <a:pt x="714375" y="2095500"/>
                </a:lnTo>
                <a:lnTo>
                  <a:pt x="714375" y="2105025"/>
                </a:lnTo>
                <a:lnTo>
                  <a:pt x="704850" y="2105025"/>
                </a:lnTo>
                <a:lnTo>
                  <a:pt x="704850" y="2143125"/>
                </a:lnTo>
                <a:lnTo>
                  <a:pt x="685800" y="2143125"/>
                </a:lnTo>
                <a:lnTo>
                  <a:pt x="685800" y="2133600"/>
                </a:lnTo>
                <a:lnTo>
                  <a:pt x="647700" y="2133600"/>
                </a:lnTo>
                <a:lnTo>
                  <a:pt x="647700" y="2124075"/>
                </a:lnTo>
                <a:lnTo>
                  <a:pt x="628650" y="2124075"/>
                </a:lnTo>
                <a:lnTo>
                  <a:pt x="628650" y="2133600"/>
                </a:lnTo>
                <a:lnTo>
                  <a:pt x="619125" y="2133600"/>
                </a:lnTo>
                <a:lnTo>
                  <a:pt x="619125" y="2124075"/>
                </a:lnTo>
                <a:lnTo>
                  <a:pt x="609600" y="2124075"/>
                </a:lnTo>
                <a:lnTo>
                  <a:pt x="609600" y="2114550"/>
                </a:lnTo>
                <a:lnTo>
                  <a:pt x="600075" y="2114550"/>
                </a:lnTo>
                <a:lnTo>
                  <a:pt x="600075" y="2105025"/>
                </a:lnTo>
                <a:lnTo>
                  <a:pt x="581025" y="2105025"/>
                </a:lnTo>
                <a:lnTo>
                  <a:pt x="581025" y="2085975"/>
                </a:lnTo>
                <a:lnTo>
                  <a:pt x="600075" y="2085975"/>
                </a:lnTo>
                <a:lnTo>
                  <a:pt x="600075" y="2076450"/>
                </a:lnTo>
                <a:lnTo>
                  <a:pt x="619125" y="2076450"/>
                </a:lnTo>
                <a:close/>
                <a:moveTo>
                  <a:pt x="876300" y="2066925"/>
                </a:moveTo>
                <a:lnTo>
                  <a:pt x="895350" y="2066925"/>
                </a:lnTo>
                <a:lnTo>
                  <a:pt x="895350" y="2085975"/>
                </a:lnTo>
                <a:lnTo>
                  <a:pt x="876300" y="2085975"/>
                </a:lnTo>
                <a:close/>
                <a:moveTo>
                  <a:pt x="257175" y="2085975"/>
                </a:moveTo>
                <a:lnTo>
                  <a:pt x="276225" y="2085975"/>
                </a:lnTo>
                <a:lnTo>
                  <a:pt x="276225" y="2095500"/>
                </a:lnTo>
                <a:lnTo>
                  <a:pt x="295275" y="2095500"/>
                </a:lnTo>
                <a:lnTo>
                  <a:pt x="295275" y="2105025"/>
                </a:lnTo>
                <a:lnTo>
                  <a:pt x="304800" y="2105025"/>
                </a:lnTo>
                <a:lnTo>
                  <a:pt x="304800" y="2114550"/>
                </a:lnTo>
                <a:lnTo>
                  <a:pt x="314325" y="2114550"/>
                </a:lnTo>
                <a:lnTo>
                  <a:pt x="314325" y="2124075"/>
                </a:lnTo>
                <a:lnTo>
                  <a:pt x="323850" y="2124075"/>
                </a:lnTo>
                <a:lnTo>
                  <a:pt x="323850" y="2133600"/>
                </a:lnTo>
                <a:lnTo>
                  <a:pt x="304800" y="2133600"/>
                </a:lnTo>
                <a:lnTo>
                  <a:pt x="304800" y="2143125"/>
                </a:lnTo>
                <a:lnTo>
                  <a:pt x="285750" y="2143125"/>
                </a:lnTo>
                <a:lnTo>
                  <a:pt x="285750" y="2133600"/>
                </a:lnTo>
                <a:lnTo>
                  <a:pt x="276225" y="2133600"/>
                </a:lnTo>
                <a:lnTo>
                  <a:pt x="276225" y="2124075"/>
                </a:lnTo>
                <a:lnTo>
                  <a:pt x="257175" y="2124075"/>
                </a:lnTo>
                <a:lnTo>
                  <a:pt x="257175" y="2133600"/>
                </a:lnTo>
                <a:lnTo>
                  <a:pt x="247650" y="2133600"/>
                </a:lnTo>
                <a:lnTo>
                  <a:pt x="247650" y="2143125"/>
                </a:lnTo>
                <a:lnTo>
                  <a:pt x="238125" y="2143125"/>
                </a:lnTo>
                <a:lnTo>
                  <a:pt x="238125" y="2152650"/>
                </a:lnTo>
                <a:lnTo>
                  <a:pt x="228600" y="2152650"/>
                </a:lnTo>
                <a:lnTo>
                  <a:pt x="228600" y="2171700"/>
                </a:lnTo>
                <a:lnTo>
                  <a:pt x="219075" y="2171700"/>
                </a:lnTo>
                <a:lnTo>
                  <a:pt x="219075" y="2181225"/>
                </a:lnTo>
                <a:lnTo>
                  <a:pt x="209550" y="2181225"/>
                </a:lnTo>
                <a:lnTo>
                  <a:pt x="209550" y="2200275"/>
                </a:lnTo>
                <a:lnTo>
                  <a:pt x="219075" y="2200275"/>
                </a:lnTo>
                <a:lnTo>
                  <a:pt x="219075" y="2219325"/>
                </a:lnTo>
                <a:lnTo>
                  <a:pt x="200025" y="2219325"/>
                </a:lnTo>
                <a:lnTo>
                  <a:pt x="200025" y="2209800"/>
                </a:lnTo>
                <a:lnTo>
                  <a:pt x="190500" y="2209800"/>
                </a:lnTo>
                <a:lnTo>
                  <a:pt x="190500" y="2219325"/>
                </a:lnTo>
                <a:lnTo>
                  <a:pt x="180975" y="2219325"/>
                </a:lnTo>
                <a:lnTo>
                  <a:pt x="180975" y="2209800"/>
                </a:lnTo>
                <a:lnTo>
                  <a:pt x="171450" y="2209800"/>
                </a:lnTo>
                <a:lnTo>
                  <a:pt x="171450" y="2124075"/>
                </a:lnTo>
                <a:lnTo>
                  <a:pt x="180975" y="2124075"/>
                </a:lnTo>
                <a:lnTo>
                  <a:pt x="180975" y="2114550"/>
                </a:lnTo>
                <a:lnTo>
                  <a:pt x="190500" y="2114550"/>
                </a:lnTo>
                <a:lnTo>
                  <a:pt x="190500" y="2124075"/>
                </a:lnTo>
                <a:lnTo>
                  <a:pt x="200025" y="2124075"/>
                </a:lnTo>
                <a:lnTo>
                  <a:pt x="200025" y="2114550"/>
                </a:lnTo>
                <a:lnTo>
                  <a:pt x="209550" y="2114550"/>
                </a:lnTo>
                <a:lnTo>
                  <a:pt x="209550" y="2105025"/>
                </a:lnTo>
                <a:lnTo>
                  <a:pt x="228600" y="2105025"/>
                </a:lnTo>
                <a:lnTo>
                  <a:pt x="228600" y="2114550"/>
                </a:lnTo>
                <a:lnTo>
                  <a:pt x="238125" y="2114550"/>
                </a:lnTo>
                <a:lnTo>
                  <a:pt x="238125" y="2105025"/>
                </a:lnTo>
                <a:lnTo>
                  <a:pt x="257175" y="2105025"/>
                </a:lnTo>
                <a:close/>
                <a:moveTo>
                  <a:pt x="1895475" y="2105025"/>
                </a:moveTo>
                <a:lnTo>
                  <a:pt x="1914525" y="2105025"/>
                </a:lnTo>
                <a:lnTo>
                  <a:pt x="1914525" y="2114550"/>
                </a:lnTo>
                <a:lnTo>
                  <a:pt x="1924050" y="2114550"/>
                </a:lnTo>
                <a:lnTo>
                  <a:pt x="1924050" y="2209800"/>
                </a:lnTo>
                <a:lnTo>
                  <a:pt x="1905000" y="2209800"/>
                </a:lnTo>
                <a:lnTo>
                  <a:pt x="1905000" y="2190750"/>
                </a:lnTo>
                <a:lnTo>
                  <a:pt x="1895475" y="2190750"/>
                </a:lnTo>
                <a:lnTo>
                  <a:pt x="1895475" y="2162175"/>
                </a:lnTo>
                <a:lnTo>
                  <a:pt x="1885950" y="2162175"/>
                </a:lnTo>
                <a:lnTo>
                  <a:pt x="1885950" y="2152650"/>
                </a:lnTo>
                <a:lnTo>
                  <a:pt x="1895475" y="2152650"/>
                </a:lnTo>
                <a:lnTo>
                  <a:pt x="1895475" y="2133600"/>
                </a:lnTo>
                <a:lnTo>
                  <a:pt x="1885950" y="2133600"/>
                </a:lnTo>
                <a:lnTo>
                  <a:pt x="1885950" y="2114550"/>
                </a:lnTo>
                <a:lnTo>
                  <a:pt x="1895475" y="2114550"/>
                </a:lnTo>
                <a:close/>
                <a:moveTo>
                  <a:pt x="1181100" y="2114550"/>
                </a:moveTo>
                <a:lnTo>
                  <a:pt x="1190625" y="2114550"/>
                </a:lnTo>
                <a:lnTo>
                  <a:pt x="1190625" y="2124075"/>
                </a:lnTo>
                <a:lnTo>
                  <a:pt x="1200150" y="2124075"/>
                </a:lnTo>
                <a:lnTo>
                  <a:pt x="1200150" y="2143125"/>
                </a:lnTo>
                <a:lnTo>
                  <a:pt x="1209675" y="2143125"/>
                </a:lnTo>
                <a:lnTo>
                  <a:pt x="1209675" y="2152650"/>
                </a:lnTo>
                <a:lnTo>
                  <a:pt x="1219200" y="2152650"/>
                </a:lnTo>
                <a:lnTo>
                  <a:pt x="1219200" y="2171700"/>
                </a:lnTo>
                <a:lnTo>
                  <a:pt x="1209675" y="2171700"/>
                </a:lnTo>
                <a:lnTo>
                  <a:pt x="1209675" y="2181225"/>
                </a:lnTo>
                <a:lnTo>
                  <a:pt x="1200150" y="2181225"/>
                </a:lnTo>
                <a:lnTo>
                  <a:pt x="1200150" y="2190750"/>
                </a:lnTo>
                <a:lnTo>
                  <a:pt x="1152525" y="2190750"/>
                </a:lnTo>
                <a:lnTo>
                  <a:pt x="1152525" y="2152650"/>
                </a:lnTo>
                <a:lnTo>
                  <a:pt x="1162050" y="2152650"/>
                </a:lnTo>
                <a:lnTo>
                  <a:pt x="1162050" y="2133600"/>
                </a:lnTo>
                <a:lnTo>
                  <a:pt x="1171575" y="2133600"/>
                </a:lnTo>
                <a:lnTo>
                  <a:pt x="1171575" y="2124075"/>
                </a:lnTo>
                <a:lnTo>
                  <a:pt x="1181100" y="2124075"/>
                </a:lnTo>
                <a:close/>
                <a:moveTo>
                  <a:pt x="704850" y="2143125"/>
                </a:moveTo>
                <a:lnTo>
                  <a:pt x="714375" y="2143125"/>
                </a:lnTo>
                <a:lnTo>
                  <a:pt x="714375" y="2162175"/>
                </a:lnTo>
                <a:lnTo>
                  <a:pt x="704850" y="2162175"/>
                </a:lnTo>
                <a:close/>
                <a:moveTo>
                  <a:pt x="742950" y="2152650"/>
                </a:moveTo>
                <a:lnTo>
                  <a:pt x="809625" y="2152650"/>
                </a:lnTo>
                <a:lnTo>
                  <a:pt x="809625" y="2171700"/>
                </a:lnTo>
                <a:lnTo>
                  <a:pt x="819150" y="2171700"/>
                </a:lnTo>
                <a:lnTo>
                  <a:pt x="819150" y="2181225"/>
                </a:lnTo>
                <a:lnTo>
                  <a:pt x="857250" y="2181225"/>
                </a:lnTo>
                <a:lnTo>
                  <a:pt x="857250" y="2200275"/>
                </a:lnTo>
                <a:lnTo>
                  <a:pt x="809625" y="2200275"/>
                </a:lnTo>
                <a:lnTo>
                  <a:pt x="809625" y="2209800"/>
                </a:lnTo>
                <a:lnTo>
                  <a:pt x="781050" y="2209800"/>
                </a:lnTo>
                <a:lnTo>
                  <a:pt x="781050" y="2200275"/>
                </a:lnTo>
                <a:lnTo>
                  <a:pt x="771525" y="2200275"/>
                </a:lnTo>
                <a:lnTo>
                  <a:pt x="771525" y="2190750"/>
                </a:lnTo>
                <a:lnTo>
                  <a:pt x="723900" y="2190750"/>
                </a:lnTo>
                <a:lnTo>
                  <a:pt x="723900" y="2200275"/>
                </a:lnTo>
                <a:lnTo>
                  <a:pt x="714375" y="2200275"/>
                </a:lnTo>
                <a:lnTo>
                  <a:pt x="714375" y="2209800"/>
                </a:lnTo>
                <a:lnTo>
                  <a:pt x="704850" y="2209800"/>
                </a:lnTo>
                <a:lnTo>
                  <a:pt x="704850" y="2219325"/>
                </a:lnTo>
                <a:lnTo>
                  <a:pt x="695325" y="2219325"/>
                </a:lnTo>
                <a:lnTo>
                  <a:pt x="695325" y="2228850"/>
                </a:lnTo>
                <a:lnTo>
                  <a:pt x="685800" y="2228850"/>
                </a:lnTo>
                <a:lnTo>
                  <a:pt x="685800" y="2171700"/>
                </a:lnTo>
                <a:lnTo>
                  <a:pt x="714375" y="2171700"/>
                </a:lnTo>
                <a:lnTo>
                  <a:pt x="714375" y="2181225"/>
                </a:lnTo>
                <a:lnTo>
                  <a:pt x="723900" y="2181225"/>
                </a:lnTo>
                <a:lnTo>
                  <a:pt x="723900" y="2171700"/>
                </a:lnTo>
                <a:lnTo>
                  <a:pt x="733425" y="2171700"/>
                </a:lnTo>
                <a:lnTo>
                  <a:pt x="733425" y="2162175"/>
                </a:lnTo>
                <a:lnTo>
                  <a:pt x="742950" y="2162175"/>
                </a:lnTo>
                <a:close/>
                <a:moveTo>
                  <a:pt x="2295525" y="2162175"/>
                </a:moveTo>
                <a:lnTo>
                  <a:pt x="2324100" y="2162175"/>
                </a:lnTo>
                <a:lnTo>
                  <a:pt x="2324100" y="2181225"/>
                </a:lnTo>
                <a:lnTo>
                  <a:pt x="2314575" y="2181225"/>
                </a:lnTo>
                <a:lnTo>
                  <a:pt x="2314575" y="2190750"/>
                </a:lnTo>
                <a:lnTo>
                  <a:pt x="2305050" y="2190750"/>
                </a:lnTo>
                <a:lnTo>
                  <a:pt x="2305050" y="2171700"/>
                </a:lnTo>
                <a:lnTo>
                  <a:pt x="2295525" y="2171700"/>
                </a:lnTo>
                <a:close/>
                <a:moveTo>
                  <a:pt x="2114550" y="2209800"/>
                </a:moveTo>
                <a:lnTo>
                  <a:pt x="2124075" y="2209800"/>
                </a:lnTo>
                <a:lnTo>
                  <a:pt x="2124075" y="2219325"/>
                </a:lnTo>
                <a:lnTo>
                  <a:pt x="2114550" y="2219325"/>
                </a:lnTo>
                <a:close/>
                <a:moveTo>
                  <a:pt x="914400" y="2219325"/>
                </a:moveTo>
                <a:lnTo>
                  <a:pt x="923925" y="2219325"/>
                </a:lnTo>
                <a:lnTo>
                  <a:pt x="923925" y="2238375"/>
                </a:lnTo>
                <a:lnTo>
                  <a:pt x="933450" y="2238375"/>
                </a:lnTo>
                <a:lnTo>
                  <a:pt x="933450" y="2247900"/>
                </a:lnTo>
                <a:lnTo>
                  <a:pt x="962025" y="2247900"/>
                </a:lnTo>
                <a:lnTo>
                  <a:pt x="962025" y="2257425"/>
                </a:lnTo>
                <a:lnTo>
                  <a:pt x="952500" y="2257425"/>
                </a:lnTo>
                <a:lnTo>
                  <a:pt x="952500" y="2286000"/>
                </a:lnTo>
                <a:lnTo>
                  <a:pt x="962025" y="2286000"/>
                </a:lnTo>
                <a:lnTo>
                  <a:pt x="962025" y="2295525"/>
                </a:lnTo>
                <a:lnTo>
                  <a:pt x="971550" y="2295525"/>
                </a:lnTo>
                <a:lnTo>
                  <a:pt x="971550" y="2314575"/>
                </a:lnTo>
                <a:lnTo>
                  <a:pt x="981075" y="2314575"/>
                </a:lnTo>
                <a:lnTo>
                  <a:pt x="981075" y="2324100"/>
                </a:lnTo>
                <a:lnTo>
                  <a:pt x="990600" y="2324100"/>
                </a:lnTo>
                <a:lnTo>
                  <a:pt x="990600" y="2333625"/>
                </a:lnTo>
                <a:lnTo>
                  <a:pt x="962025" y="2333625"/>
                </a:lnTo>
                <a:lnTo>
                  <a:pt x="962025" y="2324100"/>
                </a:lnTo>
                <a:lnTo>
                  <a:pt x="952500" y="2324100"/>
                </a:lnTo>
                <a:lnTo>
                  <a:pt x="952500" y="2333625"/>
                </a:lnTo>
                <a:lnTo>
                  <a:pt x="942975" y="2333625"/>
                </a:lnTo>
                <a:lnTo>
                  <a:pt x="942975" y="2324100"/>
                </a:lnTo>
                <a:lnTo>
                  <a:pt x="923925" y="2324100"/>
                </a:lnTo>
                <a:lnTo>
                  <a:pt x="923925" y="2276475"/>
                </a:lnTo>
                <a:lnTo>
                  <a:pt x="914400" y="2276475"/>
                </a:lnTo>
                <a:close/>
                <a:moveTo>
                  <a:pt x="314325" y="2247900"/>
                </a:moveTo>
                <a:lnTo>
                  <a:pt x="323850" y="2247900"/>
                </a:lnTo>
                <a:lnTo>
                  <a:pt x="323850" y="2257425"/>
                </a:lnTo>
                <a:lnTo>
                  <a:pt x="314325" y="2257425"/>
                </a:lnTo>
                <a:close/>
                <a:moveTo>
                  <a:pt x="400050" y="2257425"/>
                </a:moveTo>
                <a:lnTo>
                  <a:pt x="419100" y="2257425"/>
                </a:lnTo>
                <a:lnTo>
                  <a:pt x="419100" y="2266950"/>
                </a:lnTo>
                <a:lnTo>
                  <a:pt x="438150" y="2266950"/>
                </a:lnTo>
                <a:lnTo>
                  <a:pt x="438150" y="2276475"/>
                </a:lnTo>
                <a:lnTo>
                  <a:pt x="400050" y="2276475"/>
                </a:lnTo>
                <a:close/>
                <a:moveTo>
                  <a:pt x="504825" y="2257425"/>
                </a:moveTo>
                <a:lnTo>
                  <a:pt x="523875" y="2257425"/>
                </a:lnTo>
                <a:lnTo>
                  <a:pt x="523875" y="2266950"/>
                </a:lnTo>
                <a:lnTo>
                  <a:pt x="533400" y="2266950"/>
                </a:lnTo>
                <a:lnTo>
                  <a:pt x="533400" y="2276475"/>
                </a:lnTo>
                <a:lnTo>
                  <a:pt x="504825" y="2276475"/>
                </a:lnTo>
                <a:close/>
                <a:moveTo>
                  <a:pt x="561975" y="2266950"/>
                </a:moveTo>
                <a:lnTo>
                  <a:pt x="581025" y="2266950"/>
                </a:lnTo>
                <a:lnTo>
                  <a:pt x="581025" y="2286000"/>
                </a:lnTo>
                <a:lnTo>
                  <a:pt x="571500" y="2286000"/>
                </a:lnTo>
                <a:lnTo>
                  <a:pt x="571500" y="2295525"/>
                </a:lnTo>
                <a:lnTo>
                  <a:pt x="561975" y="2295525"/>
                </a:lnTo>
                <a:close/>
                <a:moveTo>
                  <a:pt x="1143000" y="2276475"/>
                </a:moveTo>
                <a:lnTo>
                  <a:pt x="1152525" y="2276475"/>
                </a:lnTo>
                <a:lnTo>
                  <a:pt x="1152525" y="2286000"/>
                </a:lnTo>
                <a:lnTo>
                  <a:pt x="1143000" y="2286000"/>
                </a:lnTo>
                <a:close/>
                <a:moveTo>
                  <a:pt x="428625" y="2286000"/>
                </a:moveTo>
                <a:lnTo>
                  <a:pt x="438150" y="2286000"/>
                </a:lnTo>
                <a:lnTo>
                  <a:pt x="438150" y="2295525"/>
                </a:lnTo>
                <a:lnTo>
                  <a:pt x="428625" y="2295525"/>
                </a:lnTo>
                <a:close/>
                <a:moveTo>
                  <a:pt x="504825" y="2286000"/>
                </a:moveTo>
                <a:lnTo>
                  <a:pt x="514350" y="2286000"/>
                </a:lnTo>
                <a:lnTo>
                  <a:pt x="514350" y="2305050"/>
                </a:lnTo>
                <a:lnTo>
                  <a:pt x="523875" y="2305050"/>
                </a:lnTo>
                <a:lnTo>
                  <a:pt x="523875" y="2324100"/>
                </a:lnTo>
                <a:lnTo>
                  <a:pt x="514350" y="2324100"/>
                </a:lnTo>
                <a:lnTo>
                  <a:pt x="514350" y="2343150"/>
                </a:lnTo>
                <a:lnTo>
                  <a:pt x="495300" y="2343150"/>
                </a:lnTo>
                <a:lnTo>
                  <a:pt x="495300" y="2333625"/>
                </a:lnTo>
                <a:lnTo>
                  <a:pt x="485775" y="2333625"/>
                </a:lnTo>
                <a:lnTo>
                  <a:pt x="485775" y="2295525"/>
                </a:lnTo>
                <a:lnTo>
                  <a:pt x="504825" y="2295525"/>
                </a:lnTo>
                <a:close/>
                <a:moveTo>
                  <a:pt x="247650" y="2295525"/>
                </a:moveTo>
                <a:lnTo>
                  <a:pt x="276225" y="2295525"/>
                </a:lnTo>
                <a:lnTo>
                  <a:pt x="276225" y="2314575"/>
                </a:lnTo>
                <a:lnTo>
                  <a:pt x="266700" y="2314575"/>
                </a:lnTo>
                <a:lnTo>
                  <a:pt x="266700" y="2324100"/>
                </a:lnTo>
                <a:lnTo>
                  <a:pt x="257175" y="2324100"/>
                </a:lnTo>
                <a:lnTo>
                  <a:pt x="257175" y="2333625"/>
                </a:lnTo>
                <a:lnTo>
                  <a:pt x="285750" y="2333625"/>
                </a:lnTo>
                <a:lnTo>
                  <a:pt x="285750" y="2324100"/>
                </a:lnTo>
                <a:lnTo>
                  <a:pt x="295275" y="2324100"/>
                </a:lnTo>
                <a:lnTo>
                  <a:pt x="295275" y="2343150"/>
                </a:lnTo>
                <a:lnTo>
                  <a:pt x="276225" y="2343150"/>
                </a:lnTo>
                <a:lnTo>
                  <a:pt x="276225" y="2362200"/>
                </a:lnTo>
                <a:lnTo>
                  <a:pt x="247650" y="2362200"/>
                </a:lnTo>
                <a:lnTo>
                  <a:pt x="247650" y="2352675"/>
                </a:lnTo>
                <a:lnTo>
                  <a:pt x="238125" y="2352675"/>
                </a:lnTo>
                <a:lnTo>
                  <a:pt x="238125" y="2343150"/>
                </a:lnTo>
                <a:lnTo>
                  <a:pt x="228600" y="2343150"/>
                </a:lnTo>
                <a:lnTo>
                  <a:pt x="228600" y="2333625"/>
                </a:lnTo>
                <a:lnTo>
                  <a:pt x="219075" y="2333625"/>
                </a:lnTo>
                <a:lnTo>
                  <a:pt x="219075" y="2305050"/>
                </a:lnTo>
                <a:lnTo>
                  <a:pt x="247650" y="2305050"/>
                </a:lnTo>
                <a:close/>
                <a:moveTo>
                  <a:pt x="409575" y="2295525"/>
                </a:moveTo>
                <a:lnTo>
                  <a:pt x="419100" y="2295525"/>
                </a:lnTo>
                <a:lnTo>
                  <a:pt x="419100" y="2305050"/>
                </a:lnTo>
                <a:lnTo>
                  <a:pt x="409575" y="2305050"/>
                </a:lnTo>
                <a:close/>
                <a:moveTo>
                  <a:pt x="2095500" y="2295525"/>
                </a:moveTo>
                <a:lnTo>
                  <a:pt x="2105025" y="2295525"/>
                </a:lnTo>
                <a:lnTo>
                  <a:pt x="2105025" y="2305050"/>
                </a:lnTo>
                <a:lnTo>
                  <a:pt x="2095500" y="2305050"/>
                </a:lnTo>
                <a:close/>
                <a:moveTo>
                  <a:pt x="533400" y="2305050"/>
                </a:moveTo>
                <a:lnTo>
                  <a:pt x="581025" y="2305050"/>
                </a:lnTo>
                <a:lnTo>
                  <a:pt x="581025" y="2333625"/>
                </a:lnTo>
                <a:lnTo>
                  <a:pt x="571500" y="2333625"/>
                </a:lnTo>
                <a:lnTo>
                  <a:pt x="571500" y="2314575"/>
                </a:lnTo>
                <a:lnTo>
                  <a:pt x="561975" y="2314575"/>
                </a:lnTo>
                <a:lnTo>
                  <a:pt x="561975" y="2333625"/>
                </a:lnTo>
                <a:lnTo>
                  <a:pt x="523875" y="2333625"/>
                </a:lnTo>
                <a:lnTo>
                  <a:pt x="523875" y="2324100"/>
                </a:lnTo>
                <a:lnTo>
                  <a:pt x="533400" y="2324100"/>
                </a:lnTo>
                <a:close/>
                <a:moveTo>
                  <a:pt x="1219200" y="2305050"/>
                </a:moveTo>
                <a:lnTo>
                  <a:pt x="1228725" y="2305050"/>
                </a:lnTo>
                <a:lnTo>
                  <a:pt x="1228725" y="2314575"/>
                </a:lnTo>
                <a:lnTo>
                  <a:pt x="1219200" y="2314575"/>
                </a:lnTo>
                <a:close/>
                <a:moveTo>
                  <a:pt x="1876425" y="2305050"/>
                </a:moveTo>
                <a:lnTo>
                  <a:pt x="1885950" y="2305050"/>
                </a:lnTo>
                <a:lnTo>
                  <a:pt x="1885950" y="2314575"/>
                </a:lnTo>
                <a:lnTo>
                  <a:pt x="1876425" y="2314575"/>
                </a:lnTo>
                <a:close/>
                <a:moveTo>
                  <a:pt x="1857375" y="2314575"/>
                </a:moveTo>
                <a:lnTo>
                  <a:pt x="1876425" y="2314575"/>
                </a:lnTo>
                <a:lnTo>
                  <a:pt x="1876425" y="2333625"/>
                </a:lnTo>
                <a:lnTo>
                  <a:pt x="1866900" y="2333625"/>
                </a:lnTo>
                <a:lnTo>
                  <a:pt x="1866900" y="2343150"/>
                </a:lnTo>
                <a:lnTo>
                  <a:pt x="1828800" y="2343150"/>
                </a:lnTo>
                <a:lnTo>
                  <a:pt x="1828800" y="2324100"/>
                </a:lnTo>
                <a:lnTo>
                  <a:pt x="1838325" y="2324100"/>
                </a:lnTo>
                <a:lnTo>
                  <a:pt x="1838325" y="2333625"/>
                </a:lnTo>
                <a:lnTo>
                  <a:pt x="1847850" y="2333625"/>
                </a:lnTo>
                <a:lnTo>
                  <a:pt x="1847850" y="2324100"/>
                </a:lnTo>
                <a:lnTo>
                  <a:pt x="1857375" y="2324100"/>
                </a:lnTo>
                <a:close/>
                <a:moveTo>
                  <a:pt x="381000" y="2381250"/>
                </a:moveTo>
                <a:lnTo>
                  <a:pt x="409575" y="2381250"/>
                </a:lnTo>
                <a:lnTo>
                  <a:pt x="409575" y="2400300"/>
                </a:lnTo>
                <a:lnTo>
                  <a:pt x="381000" y="2400300"/>
                </a:lnTo>
                <a:close/>
                <a:moveTo>
                  <a:pt x="581025" y="2381250"/>
                </a:moveTo>
                <a:lnTo>
                  <a:pt x="590550" y="2381250"/>
                </a:lnTo>
                <a:lnTo>
                  <a:pt x="590550" y="2390775"/>
                </a:lnTo>
                <a:lnTo>
                  <a:pt x="581025" y="2390775"/>
                </a:lnTo>
                <a:close/>
                <a:moveTo>
                  <a:pt x="952500" y="2381250"/>
                </a:moveTo>
                <a:lnTo>
                  <a:pt x="962025" y="2381250"/>
                </a:lnTo>
                <a:lnTo>
                  <a:pt x="962025" y="2390775"/>
                </a:lnTo>
                <a:lnTo>
                  <a:pt x="952500" y="2390775"/>
                </a:lnTo>
                <a:close/>
                <a:moveTo>
                  <a:pt x="2162175" y="2466975"/>
                </a:moveTo>
                <a:lnTo>
                  <a:pt x="2181225" y="2466975"/>
                </a:lnTo>
                <a:lnTo>
                  <a:pt x="2181225" y="2476500"/>
                </a:lnTo>
                <a:lnTo>
                  <a:pt x="2162175" y="2476500"/>
                </a:lnTo>
                <a:close/>
                <a:moveTo>
                  <a:pt x="2400300" y="2466975"/>
                </a:moveTo>
                <a:lnTo>
                  <a:pt x="2419350" y="2466975"/>
                </a:lnTo>
                <a:lnTo>
                  <a:pt x="2419350" y="2476500"/>
                </a:lnTo>
                <a:lnTo>
                  <a:pt x="2400300" y="2476500"/>
                </a:lnTo>
                <a:close/>
                <a:moveTo>
                  <a:pt x="2286000" y="2505075"/>
                </a:moveTo>
                <a:lnTo>
                  <a:pt x="2295525" y="2505075"/>
                </a:lnTo>
                <a:lnTo>
                  <a:pt x="2295525" y="2514600"/>
                </a:lnTo>
                <a:lnTo>
                  <a:pt x="2286000" y="2514600"/>
                </a:lnTo>
                <a:close/>
              </a:path>
            </a:pathLst>
          </a:custGeom>
          <a:solidFill xmlns:a="http://schemas.openxmlformats.org/drawingml/2006/main">
            <a:srgbClr val="FAFAF6"/>
          </a:solidFill>
          <a:ln xmlns:a="http://schemas.openxmlformats.org/drawingml/2006/main" w="0">
            <a:noFill/>
          </a:ln>
        </p:spPr>
      </p:sp>
      <p:sp>
        <p:nvSpPr>
          <p:cNvPr id="72" name="papers vector #faf9f5">
            <a:extLst xmlns:a="http://schemas.openxmlformats.org/drawingml/2006/main">
              <a:ext uri="{FF2B5EF4-FFF2-40B4-BE49-F238E27FC236}">
                <a16:creationId xmlns:a16="http://schemas.microsoft.com/office/drawing/2014/main" id="{123B6E11-ACB7-4554-87A9-DF6BDBC637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43475" y="1724025"/>
            <a:ext cx="3781425" cy="3990975"/>
          </a:xfrm>
          <a:custGeom xmlns:a="http://schemas.openxmlformats.org/drawingml/2006/main">
            <a:pathLst>
              <a:path w="2457450" h="2590800">
                <a:moveTo>
                  <a:pt x="904875" y="123825"/>
                </a:moveTo>
                <a:lnTo>
                  <a:pt x="923925" y="123825"/>
                </a:lnTo>
                <a:lnTo>
                  <a:pt x="923925" y="133350"/>
                </a:lnTo>
                <a:lnTo>
                  <a:pt x="933450" y="133350"/>
                </a:lnTo>
                <a:lnTo>
                  <a:pt x="933450" y="142875"/>
                </a:lnTo>
                <a:lnTo>
                  <a:pt x="885825" y="142875"/>
                </a:lnTo>
                <a:lnTo>
                  <a:pt x="885825" y="133350"/>
                </a:lnTo>
                <a:lnTo>
                  <a:pt x="904875" y="133350"/>
                </a:lnTo>
                <a:close/>
                <a:moveTo>
                  <a:pt x="990600" y="123825"/>
                </a:moveTo>
                <a:lnTo>
                  <a:pt x="1000125" y="123825"/>
                </a:lnTo>
                <a:lnTo>
                  <a:pt x="1000125" y="133350"/>
                </a:lnTo>
                <a:lnTo>
                  <a:pt x="990600" y="133350"/>
                </a:lnTo>
                <a:close/>
                <a:moveTo>
                  <a:pt x="1019175" y="123825"/>
                </a:moveTo>
                <a:lnTo>
                  <a:pt x="1028700" y="123825"/>
                </a:lnTo>
                <a:lnTo>
                  <a:pt x="1028700" y="133350"/>
                </a:lnTo>
                <a:lnTo>
                  <a:pt x="1047750" y="133350"/>
                </a:lnTo>
                <a:lnTo>
                  <a:pt x="1047750" y="142875"/>
                </a:lnTo>
                <a:lnTo>
                  <a:pt x="1028700" y="142875"/>
                </a:lnTo>
                <a:lnTo>
                  <a:pt x="1028700" y="152400"/>
                </a:lnTo>
                <a:lnTo>
                  <a:pt x="1009650" y="152400"/>
                </a:lnTo>
                <a:lnTo>
                  <a:pt x="1009650" y="161925"/>
                </a:lnTo>
                <a:lnTo>
                  <a:pt x="1000125" y="161925"/>
                </a:lnTo>
                <a:lnTo>
                  <a:pt x="1000125" y="142875"/>
                </a:lnTo>
                <a:lnTo>
                  <a:pt x="1019175" y="142875"/>
                </a:lnTo>
                <a:close/>
                <a:moveTo>
                  <a:pt x="1238250" y="123825"/>
                </a:moveTo>
                <a:lnTo>
                  <a:pt x="1247775" y="123825"/>
                </a:lnTo>
                <a:lnTo>
                  <a:pt x="1247775" y="161925"/>
                </a:lnTo>
                <a:lnTo>
                  <a:pt x="1276350" y="161925"/>
                </a:lnTo>
                <a:lnTo>
                  <a:pt x="1276350" y="152400"/>
                </a:lnTo>
                <a:lnTo>
                  <a:pt x="1285875" y="152400"/>
                </a:lnTo>
                <a:lnTo>
                  <a:pt x="1285875" y="161925"/>
                </a:lnTo>
                <a:lnTo>
                  <a:pt x="1304925" y="161925"/>
                </a:lnTo>
                <a:lnTo>
                  <a:pt x="1304925" y="180975"/>
                </a:lnTo>
                <a:lnTo>
                  <a:pt x="1295400" y="180975"/>
                </a:lnTo>
                <a:lnTo>
                  <a:pt x="1295400" y="190500"/>
                </a:lnTo>
                <a:lnTo>
                  <a:pt x="1266825" y="190500"/>
                </a:lnTo>
                <a:lnTo>
                  <a:pt x="1266825" y="180975"/>
                </a:lnTo>
                <a:lnTo>
                  <a:pt x="1247775" y="180975"/>
                </a:lnTo>
                <a:lnTo>
                  <a:pt x="1247775" y="171450"/>
                </a:lnTo>
                <a:lnTo>
                  <a:pt x="1238250" y="171450"/>
                </a:lnTo>
                <a:lnTo>
                  <a:pt x="1238250" y="200025"/>
                </a:lnTo>
                <a:lnTo>
                  <a:pt x="1228725" y="200025"/>
                </a:lnTo>
                <a:lnTo>
                  <a:pt x="1228725" y="190500"/>
                </a:lnTo>
                <a:lnTo>
                  <a:pt x="1219200" y="190500"/>
                </a:lnTo>
                <a:lnTo>
                  <a:pt x="1219200" y="200025"/>
                </a:lnTo>
                <a:lnTo>
                  <a:pt x="1209675" y="200025"/>
                </a:lnTo>
                <a:lnTo>
                  <a:pt x="1209675" y="209550"/>
                </a:lnTo>
                <a:lnTo>
                  <a:pt x="1181100" y="209550"/>
                </a:lnTo>
                <a:lnTo>
                  <a:pt x="1181100" y="200025"/>
                </a:lnTo>
                <a:lnTo>
                  <a:pt x="1171575" y="200025"/>
                </a:lnTo>
                <a:lnTo>
                  <a:pt x="1171575" y="180975"/>
                </a:lnTo>
                <a:lnTo>
                  <a:pt x="1181100" y="180975"/>
                </a:lnTo>
                <a:lnTo>
                  <a:pt x="1181100" y="190500"/>
                </a:lnTo>
                <a:lnTo>
                  <a:pt x="1190625" y="190500"/>
                </a:lnTo>
                <a:lnTo>
                  <a:pt x="1190625" y="152400"/>
                </a:lnTo>
                <a:lnTo>
                  <a:pt x="1200150" y="152400"/>
                </a:lnTo>
                <a:lnTo>
                  <a:pt x="1200150" y="142875"/>
                </a:lnTo>
                <a:lnTo>
                  <a:pt x="1190625" y="142875"/>
                </a:lnTo>
                <a:lnTo>
                  <a:pt x="1190625" y="133350"/>
                </a:lnTo>
                <a:lnTo>
                  <a:pt x="1209675" y="133350"/>
                </a:lnTo>
                <a:lnTo>
                  <a:pt x="1209675" y="142875"/>
                </a:lnTo>
                <a:lnTo>
                  <a:pt x="1219200" y="142875"/>
                </a:lnTo>
                <a:lnTo>
                  <a:pt x="1219200" y="133350"/>
                </a:lnTo>
                <a:lnTo>
                  <a:pt x="1238250" y="133350"/>
                </a:lnTo>
                <a:close/>
                <a:moveTo>
                  <a:pt x="1257300" y="123825"/>
                </a:moveTo>
                <a:lnTo>
                  <a:pt x="1266825" y="123825"/>
                </a:lnTo>
                <a:lnTo>
                  <a:pt x="1266825" y="142875"/>
                </a:lnTo>
                <a:lnTo>
                  <a:pt x="1257300" y="142875"/>
                </a:lnTo>
                <a:close/>
                <a:moveTo>
                  <a:pt x="1590675" y="123825"/>
                </a:moveTo>
                <a:lnTo>
                  <a:pt x="1628775" y="123825"/>
                </a:lnTo>
                <a:lnTo>
                  <a:pt x="1628775" y="133350"/>
                </a:lnTo>
                <a:lnTo>
                  <a:pt x="1619250" y="133350"/>
                </a:lnTo>
                <a:lnTo>
                  <a:pt x="1619250" y="142875"/>
                </a:lnTo>
                <a:lnTo>
                  <a:pt x="1571625" y="142875"/>
                </a:lnTo>
                <a:lnTo>
                  <a:pt x="1571625" y="133350"/>
                </a:lnTo>
                <a:lnTo>
                  <a:pt x="1590675" y="133350"/>
                </a:lnTo>
                <a:close/>
                <a:moveTo>
                  <a:pt x="1638300" y="123825"/>
                </a:moveTo>
                <a:lnTo>
                  <a:pt x="1666875" y="123825"/>
                </a:lnTo>
                <a:lnTo>
                  <a:pt x="1666875" y="133350"/>
                </a:lnTo>
                <a:lnTo>
                  <a:pt x="1685925" y="133350"/>
                </a:lnTo>
                <a:lnTo>
                  <a:pt x="1685925" y="142875"/>
                </a:lnTo>
                <a:lnTo>
                  <a:pt x="1666875" y="142875"/>
                </a:lnTo>
                <a:lnTo>
                  <a:pt x="1666875" y="152400"/>
                </a:lnTo>
                <a:lnTo>
                  <a:pt x="1657350" y="152400"/>
                </a:lnTo>
                <a:lnTo>
                  <a:pt x="1657350" y="142875"/>
                </a:lnTo>
                <a:lnTo>
                  <a:pt x="1638300" y="142875"/>
                </a:lnTo>
                <a:close/>
                <a:moveTo>
                  <a:pt x="390525" y="133350"/>
                </a:moveTo>
                <a:lnTo>
                  <a:pt x="428625" y="133350"/>
                </a:lnTo>
                <a:lnTo>
                  <a:pt x="428625" y="142875"/>
                </a:lnTo>
                <a:lnTo>
                  <a:pt x="390525" y="142875"/>
                </a:lnTo>
                <a:close/>
                <a:moveTo>
                  <a:pt x="952500" y="133350"/>
                </a:moveTo>
                <a:lnTo>
                  <a:pt x="981075" y="133350"/>
                </a:lnTo>
                <a:lnTo>
                  <a:pt x="981075" y="142875"/>
                </a:lnTo>
                <a:lnTo>
                  <a:pt x="952500" y="142875"/>
                </a:lnTo>
                <a:close/>
                <a:moveTo>
                  <a:pt x="1114425" y="133350"/>
                </a:moveTo>
                <a:lnTo>
                  <a:pt x="1143000" y="133350"/>
                </a:lnTo>
                <a:lnTo>
                  <a:pt x="1143000" y="142875"/>
                </a:lnTo>
                <a:lnTo>
                  <a:pt x="1114425" y="142875"/>
                </a:lnTo>
                <a:close/>
                <a:moveTo>
                  <a:pt x="1314450" y="133350"/>
                </a:moveTo>
                <a:lnTo>
                  <a:pt x="1323975" y="133350"/>
                </a:lnTo>
                <a:lnTo>
                  <a:pt x="1323975" y="142875"/>
                </a:lnTo>
                <a:lnTo>
                  <a:pt x="1314450" y="142875"/>
                </a:lnTo>
                <a:close/>
                <a:moveTo>
                  <a:pt x="1419225" y="133350"/>
                </a:moveTo>
                <a:lnTo>
                  <a:pt x="1447800" y="133350"/>
                </a:lnTo>
                <a:lnTo>
                  <a:pt x="1447800" y="142875"/>
                </a:lnTo>
                <a:lnTo>
                  <a:pt x="1419225" y="142875"/>
                </a:lnTo>
                <a:close/>
                <a:moveTo>
                  <a:pt x="1323975" y="142875"/>
                </a:moveTo>
                <a:lnTo>
                  <a:pt x="1333500" y="142875"/>
                </a:lnTo>
                <a:lnTo>
                  <a:pt x="1333500" y="152400"/>
                </a:lnTo>
                <a:lnTo>
                  <a:pt x="1343025" y="152400"/>
                </a:lnTo>
                <a:lnTo>
                  <a:pt x="1343025" y="161925"/>
                </a:lnTo>
                <a:lnTo>
                  <a:pt x="1323975" y="161925"/>
                </a:lnTo>
                <a:close/>
                <a:moveTo>
                  <a:pt x="1619250" y="142875"/>
                </a:moveTo>
                <a:lnTo>
                  <a:pt x="1628775" y="142875"/>
                </a:lnTo>
                <a:lnTo>
                  <a:pt x="1628775" y="152400"/>
                </a:lnTo>
                <a:lnTo>
                  <a:pt x="1619250" y="152400"/>
                </a:lnTo>
                <a:close/>
                <a:moveTo>
                  <a:pt x="895350" y="152400"/>
                </a:moveTo>
                <a:lnTo>
                  <a:pt x="914400" y="152400"/>
                </a:lnTo>
                <a:lnTo>
                  <a:pt x="914400" y="161925"/>
                </a:lnTo>
                <a:lnTo>
                  <a:pt x="923925" y="161925"/>
                </a:lnTo>
                <a:lnTo>
                  <a:pt x="923925" y="171450"/>
                </a:lnTo>
                <a:lnTo>
                  <a:pt x="933450" y="171450"/>
                </a:lnTo>
                <a:lnTo>
                  <a:pt x="933450" y="180975"/>
                </a:lnTo>
                <a:lnTo>
                  <a:pt x="952500" y="180975"/>
                </a:lnTo>
                <a:lnTo>
                  <a:pt x="952500" y="190500"/>
                </a:lnTo>
                <a:lnTo>
                  <a:pt x="942975" y="190500"/>
                </a:lnTo>
                <a:lnTo>
                  <a:pt x="942975" y="209550"/>
                </a:lnTo>
                <a:lnTo>
                  <a:pt x="933450" y="209550"/>
                </a:lnTo>
                <a:lnTo>
                  <a:pt x="933450" y="219075"/>
                </a:lnTo>
                <a:lnTo>
                  <a:pt x="942975" y="219075"/>
                </a:lnTo>
                <a:lnTo>
                  <a:pt x="942975" y="228600"/>
                </a:lnTo>
                <a:lnTo>
                  <a:pt x="923925" y="228600"/>
                </a:lnTo>
                <a:lnTo>
                  <a:pt x="923925" y="266700"/>
                </a:lnTo>
                <a:lnTo>
                  <a:pt x="914400" y="266700"/>
                </a:lnTo>
                <a:lnTo>
                  <a:pt x="914400" y="247650"/>
                </a:lnTo>
                <a:lnTo>
                  <a:pt x="895350" y="247650"/>
                </a:lnTo>
                <a:lnTo>
                  <a:pt x="895350" y="257175"/>
                </a:lnTo>
                <a:lnTo>
                  <a:pt x="885825" y="257175"/>
                </a:lnTo>
                <a:lnTo>
                  <a:pt x="885825" y="247650"/>
                </a:lnTo>
                <a:lnTo>
                  <a:pt x="847725" y="247650"/>
                </a:lnTo>
                <a:lnTo>
                  <a:pt x="847725" y="219075"/>
                </a:lnTo>
                <a:lnTo>
                  <a:pt x="838200" y="219075"/>
                </a:lnTo>
                <a:lnTo>
                  <a:pt x="838200" y="190500"/>
                </a:lnTo>
                <a:lnTo>
                  <a:pt x="847725" y="190500"/>
                </a:lnTo>
                <a:lnTo>
                  <a:pt x="847725" y="209550"/>
                </a:lnTo>
                <a:lnTo>
                  <a:pt x="857250" y="209550"/>
                </a:lnTo>
                <a:lnTo>
                  <a:pt x="857250" y="228600"/>
                </a:lnTo>
                <a:lnTo>
                  <a:pt x="866775" y="228600"/>
                </a:lnTo>
                <a:lnTo>
                  <a:pt x="866775" y="219075"/>
                </a:lnTo>
                <a:lnTo>
                  <a:pt x="895350" y="219075"/>
                </a:lnTo>
                <a:lnTo>
                  <a:pt x="895350" y="228600"/>
                </a:lnTo>
                <a:lnTo>
                  <a:pt x="904875" y="228600"/>
                </a:lnTo>
                <a:lnTo>
                  <a:pt x="904875" y="219075"/>
                </a:lnTo>
                <a:lnTo>
                  <a:pt x="914400" y="219075"/>
                </a:lnTo>
                <a:lnTo>
                  <a:pt x="914400" y="209550"/>
                </a:lnTo>
                <a:lnTo>
                  <a:pt x="923925" y="209550"/>
                </a:lnTo>
                <a:lnTo>
                  <a:pt x="923925" y="200025"/>
                </a:lnTo>
                <a:lnTo>
                  <a:pt x="914400" y="200025"/>
                </a:lnTo>
                <a:lnTo>
                  <a:pt x="914400" y="180975"/>
                </a:lnTo>
                <a:lnTo>
                  <a:pt x="904875" y="180975"/>
                </a:lnTo>
                <a:lnTo>
                  <a:pt x="904875" y="171450"/>
                </a:lnTo>
                <a:lnTo>
                  <a:pt x="895350" y="171450"/>
                </a:lnTo>
                <a:close/>
                <a:moveTo>
                  <a:pt x="1076325" y="152400"/>
                </a:moveTo>
                <a:lnTo>
                  <a:pt x="1085850" y="152400"/>
                </a:lnTo>
                <a:lnTo>
                  <a:pt x="1085850" y="161925"/>
                </a:lnTo>
                <a:lnTo>
                  <a:pt x="1076325" y="161925"/>
                </a:lnTo>
                <a:close/>
                <a:moveTo>
                  <a:pt x="1362075" y="152400"/>
                </a:moveTo>
                <a:lnTo>
                  <a:pt x="1371600" y="152400"/>
                </a:lnTo>
                <a:lnTo>
                  <a:pt x="1371600" y="161925"/>
                </a:lnTo>
                <a:lnTo>
                  <a:pt x="1362075" y="161925"/>
                </a:lnTo>
                <a:close/>
                <a:moveTo>
                  <a:pt x="1381125" y="152400"/>
                </a:moveTo>
                <a:lnTo>
                  <a:pt x="1390650" y="152400"/>
                </a:lnTo>
                <a:lnTo>
                  <a:pt x="1390650" y="171450"/>
                </a:lnTo>
                <a:lnTo>
                  <a:pt x="1371600" y="171450"/>
                </a:lnTo>
                <a:lnTo>
                  <a:pt x="1371600" y="161925"/>
                </a:lnTo>
                <a:lnTo>
                  <a:pt x="1381125" y="161925"/>
                </a:lnTo>
                <a:close/>
                <a:moveTo>
                  <a:pt x="1800225" y="152400"/>
                </a:moveTo>
                <a:lnTo>
                  <a:pt x="1819275" y="152400"/>
                </a:lnTo>
                <a:lnTo>
                  <a:pt x="1819275" y="161925"/>
                </a:lnTo>
                <a:lnTo>
                  <a:pt x="1828800" y="161925"/>
                </a:lnTo>
                <a:lnTo>
                  <a:pt x="1828800" y="171450"/>
                </a:lnTo>
                <a:lnTo>
                  <a:pt x="1819275" y="171450"/>
                </a:lnTo>
                <a:lnTo>
                  <a:pt x="1819275" y="180975"/>
                </a:lnTo>
                <a:lnTo>
                  <a:pt x="1781175" y="180975"/>
                </a:lnTo>
                <a:lnTo>
                  <a:pt x="1781175" y="171450"/>
                </a:lnTo>
                <a:lnTo>
                  <a:pt x="1800225" y="171450"/>
                </a:lnTo>
                <a:close/>
                <a:moveTo>
                  <a:pt x="847725" y="161925"/>
                </a:moveTo>
                <a:lnTo>
                  <a:pt x="866775" y="161925"/>
                </a:lnTo>
                <a:lnTo>
                  <a:pt x="866775" y="171450"/>
                </a:lnTo>
                <a:lnTo>
                  <a:pt x="876300" y="171450"/>
                </a:lnTo>
                <a:lnTo>
                  <a:pt x="876300" y="180975"/>
                </a:lnTo>
                <a:lnTo>
                  <a:pt x="866775" y="180975"/>
                </a:lnTo>
                <a:lnTo>
                  <a:pt x="866775" y="190500"/>
                </a:lnTo>
                <a:lnTo>
                  <a:pt x="857250" y="190500"/>
                </a:lnTo>
                <a:lnTo>
                  <a:pt x="857250" y="180975"/>
                </a:lnTo>
                <a:lnTo>
                  <a:pt x="847725" y="180975"/>
                </a:lnTo>
                <a:close/>
                <a:moveTo>
                  <a:pt x="1095375" y="161925"/>
                </a:moveTo>
                <a:lnTo>
                  <a:pt x="1114425" y="161925"/>
                </a:lnTo>
                <a:lnTo>
                  <a:pt x="1114425" y="180975"/>
                </a:lnTo>
                <a:lnTo>
                  <a:pt x="1095375" y="180975"/>
                </a:lnTo>
                <a:close/>
                <a:moveTo>
                  <a:pt x="619125" y="171450"/>
                </a:moveTo>
                <a:lnTo>
                  <a:pt x="628650" y="171450"/>
                </a:lnTo>
                <a:lnTo>
                  <a:pt x="628650" y="180975"/>
                </a:lnTo>
                <a:lnTo>
                  <a:pt x="619125" y="180975"/>
                </a:lnTo>
                <a:close/>
                <a:moveTo>
                  <a:pt x="1323975" y="171450"/>
                </a:moveTo>
                <a:lnTo>
                  <a:pt x="1352550" y="171450"/>
                </a:lnTo>
                <a:lnTo>
                  <a:pt x="1352550" y="180975"/>
                </a:lnTo>
                <a:lnTo>
                  <a:pt x="1343025" y="180975"/>
                </a:lnTo>
                <a:lnTo>
                  <a:pt x="1343025" y="200025"/>
                </a:lnTo>
                <a:lnTo>
                  <a:pt x="1352550" y="200025"/>
                </a:lnTo>
                <a:lnTo>
                  <a:pt x="1352550" y="209550"/>
                </a:lnTo>
                <a:lnTo>
                  <a:pt x="1362075" y="209550"/>
                </a:lnTo>
                <a:lnTo>
                  <a:pt x="1362075" y="190500"/>
                </a:lnTo>
                <a:lnTo>
                  <a:pt x="1381125" y="190500"/>
                </a:lnTo>
                <a:lnTo>
                  <a:pt x="1381125" y="180975"/>
                </a:lnTo>
                <a:lnTo>
                  <a:pt x="1390650" y="180975"/>
                </a:lnTo>
                <a:lnTo>
                  <a:pt x="1390650" y="200025"/>
                </a:lnTo>
                <a:lnTo>
                  <a:pt x="1400175" y="200025"/>
                </a:lnTo>
                <a:lnTo>
                  <a:pt x="1400175" y="190500"/>
                </a:lnTo>
                <a:lnTo>
                  <a:pt x="1409700" y="190500"/>
                </a:lnTo>
                <a:lnTo>
                  <a:pt x="1409700" y="200025"/>
                </a:lnTo>
                <a:lnTo>
                  <a:pt x="1419225" y="200025"/>
                </a:lnTo>
                <a:lnTo>
                  <a:pt x="1419225" y="209550"/>
                </a:lnTo>
                <a:lnTo>
                  <a:pt x="1428750" y="209550"/>
                </a:lnTo>
                <a:lnTo>
                  <a:pt x="1428750" y="228600"/>
                </a:lnTo>
                <a:lnTo>
                  <a:pt x="1438275" y="228600"/>
                </a:lnTo>
                <a:lnTo>
                  <a:pt x="1438275" y="257175"/>
                </a:lnTo>
                <a:lnTo>
                  <a:pt x="1428750" y="257175"/>
                </a:lnTo>
                <a:lnTo>
                  <a:pt x="1428750" y="266700"/>
                </a:lnTo>
                <a:lnTo>
                  <a:pt x="1381125" y="266700"/>
                </a:lnTo>
                <a:lnTo>
                  <a:pt x="1381125" y="257175"/>
                </a:lnTo>
                <a:lnTo>
                  <a:pt x="1371600" y="257175"/>
                </a:lnTo>
                <a:lnTo>
                  <a:pt x="1371600" y="285750"/>
                </a:lnTo>
                <a:lnTo>
                  <a:pt x="1390650" y="285750"/>
                </a:lnTo>
                <a:lnTo>
                  <a:pt x="1390650" y="304800"/>
                </a:lnTo>
                <a:lnTo>
                  <a:pt x="1381125" y="304800"/>
                </a:lnTo>
                <a:lnTo>
                  <a:pt x="1381125" y="314325"/>
                </a:lnTo>
                <a:lnTo>
                  <a:pt x="1371600" y="314325"/>
                </a:lnTo>
                <a:lnTo>
                  <a:pt x="1371600" y="323850"/>
                </a:lnTo>
                <a:lnTo>
                  <a:pt x="1352550" y="323850"/>
                </a:lnTo>
                <a:lnTo>
                  <a:pt x="1352550" y="333375"/>
                </a:lnTo>
                <a:lnTo>
                  <a:pt x="1343025" y="333375"/>
                </a:lnTo>
                <a:lnTo>
                  <a:pt x="1343025" y="314325"/>
                </a:lnTo>
                <a:lnTo>
                  <a:pt x="1333500" y="314325"/>
                </a:lnTo>
                <a:lnTo>
                  <a:pt x="1333500" y="295275"/>
                </a:lnTo>
                <a:lnTo>
                  <a:pt x="1304925" y="295275"/>
                </a:lnTo>
                <a:lnTo>
                  <a:pt x="1304925" y="276225"/>
                </a:lnTo>
                <a:lnTo>
                  <a:pt x="1285875" y="276225"/>
                </a:lnTo>
                <a:lnTo>
                  <a:pt x="1285875" y="266700"/>
                </a:lnTo>
                <a:lnTo>
                  <a:pt x="1304925" y="266700"/>
                </a:lnTo>
                <a:lnTo>
                  <a:pt x="1304925" y="257175"/>
                </a:lnTo>
                <a:lnTo>
                  <a:pt x="1314450" y="257175"/>
                </a:lnTo>
                <a:lnTo>
                  <a:pt x="1314450" y="238125"/>
                </a:lnTo>
                <a:lnTo>
                  <a:pt x="1323975" y="238125"/>
                </a:lnTo>
                <a:lnTo>
                  <a:pt x="1323975" y="247650"/>
                </a:lnTo>
                <a:lnTo>
                  <a:pt x="1333500" y="247650"/>
                </a:lnTo>
                <a:lnTo>
                  <a:pt x="1333500" y="266700"/>
                </a:lnTo>
                <a:lnTo>
                  <a:pt x="1343025" y="266700"/>
                </a:lnTo>
                <a:lnTo>
                  <a:pt x="1343025" y="228600"/>
                </a:lnTo>
                <a:lnTo>
                  <a:pt x="1333500" y="228600"/>
                </a:lnTo>
                <a:lnTo>
                  <a:pt x="1333500" y="219075"/>
                </a:lnTo>
                <a:lnTo>
                  <a:pt x="1323975" y="219075"/>
                </a:lnTo>
                <a:close/>
                <a:moveTo>
                  <a:pt x="361950" y="180975"/>
                </a:moveTo>
                <a:lnTo>
                  <a:pt x="381000" y="180975"/>
                </a:lnTo>
                <a:lnTo>
                  <a:pt x="381000" y="190500"/>
                </a:lnTo>
                <a:lnTo>
                  <a:pt x="390525" y="190500"/>
                </a:lnTo>
                <a:lnTo>
                  <a:pt x="390525" y="200025"/>
                </a:lnTo>
                <a:lnTo>
                  <a:pt x="400050" y="200025"/>
                </a:lnTo>
                <a:lnTo>
                  <a:pt x="400050" y="219075"/>
                </a:lnTo>
                <a:lnTo>
                  <a:pt x="390525" y="219075"/>
                </a:lnTo>
                <a:lnTo>
                  <a:pt x="390525" y="209550"/>
                </a:lnTo>
                <a:lnTo>
                  <a:pt x="371475" y="209550"/>
                </a:lnTo>
                <a:lnTo>
                  <a:pt x="371475" y="190500"/>
                </a:lnTo>
                <a:lnTo>
                  <a:pt x="361950" y="190500"/>
                </a:lnTo>
                <a:close/>
                <a:moveTo>
                  <a:pt x="438150" y="180975"/>
                </a:moveTo>
                <a:lnTo>
                  <a:pt x="447675" y="180975"/>
                </a:lnTo>
                <a:lnTo>
                  <a:pt x="447675" y="200025"/>
                </a:lnTo>
                <a:lnTo>
                  <a:pt x="438150" y="200025"/>
                </a:lnTo>
                <a:close/>
                <a:moveTo>
                  <a:pt x="809625" y="180975"/>
                </a:moveTo>
                <a:lnTo>
                  <a:pt x="819150" y="180975"/>
                </a:lnTo>
                <a:lnTo>
                  <a:pt x="819150" y="190500"/>
                </a:lnTo>
                <a:lnTo>
                  <a:pt x="809625" y="190500"/>
                </a:lnTo>
                <a:close/>
                <a:moveTo>
                  <a:pt x="1143000" y="180975"/>
                </a:moveTo>
                <a:lnTo>
                  <a:pt x="1162050" y="180975"/>
                </a:lnTo>
                <a:lnTo>
                  <a:pt x="1162050" y="190500"/>
                </a:lnTo>
                <a:lnTo>
                  <a:pt x="1143000" y="190500"/>
                </a:lnTo>
                <a:close/>
                <a:moveTo>
                  <a:pt x="1495425" y="180975"/>
                </a:moveTo>
                <a:lnTo>
                  <a:pt x="1504950" y="180975"/>
                </a:lnTo>
                <a:lnTo>
                  <a:pt x="1504950" y="200025"/>
                </a:lnTo>
                <a:lnTo>
                  <a:pt x="1485900" y="200025"/>
                </a:lnTo>
                <a:lnTo>
                  <a:pt x="1485900" y="190500"/>
                </a:lnTo>
                <a:lnTo>
                  <a:pt x="1495425" y="190500"/>
                </a:lnTo>
                <a:close/>
                <a:moveTo>
                  <a:pt x="485775" y="190500"/>
                </a:moveTo>
                <a:lnTo>
                  <a:pt x="495300" y="190500"/>
                </a:lnTo>
                <a:lnTo>
                  <a:pt x="495300" y="200025"/>
                </a:lnTo>
                <a:lnTo>
                  <a:pt x="485775" y="200025"/>
                </a:lnTo>
                <a:close/>
                <a:moveTo>
                  <a:pt x="971550" y="190500"/>
                </a:moveTo>
                <a:lnTo>
                  <a:pt x="981075" y="190500"/>
                </a:lnTo>
                <a:lnTo>
                  <a:pt x="981075" y="209550"/>
                </a:lnTo>
                <a:lnTo>
                  <a:pt x="971550" y="209550"/>
                </a:lnTo>
                <a:close/>
                <a:moveTo>
                  <a:pt x="1047750" y="190500"/>
                </a:moveTo>
                <a:lnTo>
                  <a:pt x="1076325" y="190500"/>
                </a:lnTo>
                <a:lnTo>
                  <a:pt x="1076325" y="200025"/>
                </a:lnTo>
                <a:lnTo>
                  <a:pt x="1123950" y="200025"/>
                </a:lnTo>
                <a:lnTo>
                  <a:pt x="1123950" y="209550"/>
                </a:lnTo>
                <a:lnTo>
                  <a:pt x="1143000" y="209550"/>
                </a:lnTo>
                <a:lnTo>
                  <a:pt x="1143000" y="200025"/>
                </a:lnTo>
                <a:lnTo>
                  <a:pt x="1152525" y="200025"/>
                </a:lnTo>
                <a:lnTo>
                  <a:pt x="1152525" y="209550"/>
                </a:lnTo>
                <a:lnTo>
                  <a:pt x="1143000" y="209550"/>
                </a:lnTo>
                <a:lnTo>
                  <a:pt x="1143000" y="219075"/>
                </a:lnTo>
                <a:lnTo>
                  <a:pt x="1133475" y="219075"/>
                </a:lnTo>
                <a:lnTo>
                  <a:pt x="1133475" y="228600"/>
                </a:lnTo>
                <a:lnTo>
                  <a:pt x="1114425" y="228600"/>
                </a:lnTo>
                <a:lnTo>
                  <a:pt x="1114425" y="219075"/>
                </a:lnTo>
                <a:lnTo>
                  <a:pt x="1104900" y="219075"/>
                </a:lnTo>
                <a:lnTo>
                  <a:pt x="1104900" y="238125"/>
                </a:lnTo>
                <a:lnTo>
                  <a:pt x="1085850" y="238125"/>
                </a:lnTo>
                <a:lnTo>
                  <a:pt x="1085850" y="247650"/>
                </a:lnTo>
                <a:lnTo>
                  <a:pt x="1066800" y="247650"/>
                </a:lnTo>
                <a:lnTo>
                  <a:pt x="1066800" y="238125"/>
                </a:lnTo>
                <a:lnTo>
                  <a:pt x="1057275" y="238125"/>
                </a:lnTo>
                <a:lnTo>
                  <a:pt x="1057275" y="228600"/>
                </a:lnTo>
                <a:lnTo>
                  <a:pt x="1047750" y="228600"/>
                </a:lnTo>
                <a:lnTo>
                  <a:pt x="1047750" y="209550"/>
                </a:lnTo>
                <a:lnTo>
                  <a:pt x="1038225" y="209550"/>
                </a:lnTo>
                <a:lnTo>
                  <a:pt x="1038225" y="200025"/>
                </a:lnTo>
                <a:lnTo>
                  <a:pt x="1047750" y="200025"/>
                </a:lnTo>
                <a:close/>
                <a:moveTo>
                  <a:pt x="1533525" y="190500"/>
                </a:moveTo>
                <a:lnTo>
                  <a:pt x="1543050" y="190500"/>
                </a:lnTo>
                <a:lnTo>
                  <a:pt x="1543050" y="200025"/>
                </a:lnTo>
                <a:lnTo>
                  <a:pt x="1562100" y="200025"/>
                </a:lnTo>
                <a:lnTo>
                  <a:pt x="1562100" y="219075"/>
                </a:lnTo>
                <a:lnTo>
                  <a:pt x="1552575" y="219075"/>
                </a:lnTo>
                <a:lnTo>
                  <a:pt x="1552575" y="228600"/>
                </a:lnTo>
                <a:lnTo>
                  <a:pt x="1533525" y="228600"/>
                </a:lnTo>
                <a:lnTo>
                  <a:pt x="1533525" y="219075"/>
                </a:lnTo>
                <a:lnTo>
                  <a:pt x="1524000" y="219075"/>
                </a:lnTo>
                <a:lnTo>
                  <a:pt x="1524000" y="200025"/>
                </a:lnTo>
                <a:lnTo>
                  <a:pt x="1533525" y="200025"/>
                </a:lnTo>
                <a:close/>
                <a:moveTo>
                  <a:pt x="638175" y="200025"/>
                </a:moveTo>
                <a:lnTo>
                  <a:pt x="647700" y="200025"/>
                </a:lnTo>
                <a:lnTo>
                  <a:pt x="647700" y="209550"/>
                </a:lnTo>
                <a:lnTo>
                  <a:pt x="638175" y="209550"/>
                </a:lnTo>
                <a:close/>
                <a:moveTo>
                  <a:pt x="1238250" y="200025"/>
                </a:moveTo>
                <a:lnTo>
                  <a:pt x="1247775" y="200025"/>
                </a:lnTo>
                <a:lnTo>
                  <a:pt x="1247775" y="209550"/>
                </a:lnTo>
                <a:lnTo>
                  <a:pt x="1238250" y="209550"/>
                </a:lnTo>
                <a:close/>
                <a:moveTo>
                  <a:pt x="1743075" y="200025"/>
                </a:moveTo>
                <a:lnTo>
                  <a:pt x="1762125" y="200025"/>
                </a:lnTo>
                <a:lnTo>
                  <a:pt x="1762125" y="209550"/>
                </a:lnTo>
                <a:lnTo>
                  <a:pt x="1771650" y="209550"/>
                </a:lnTo>
                <a:lnTo>
                  <a:pt x="1771650" y="228600"/>
                </a:lnTo>
                <a:lnTo>
                  <a:pt x="1714500" y="228600"/>
                </a:lnTo>
                <a:lnTo>
                  <a:pt x="1714500" y="219075"/>
                </a:lnTo>
                <a:lnTo>
                  <a:pt x="1733550" y="219075"/>
                </a:lnTo>
                <a:lnTo>
                  <a:pt x="1733550" y="209550"/>
                </a:lnTo>
                <a:lnTo>
                  <a:pt x="1743075" y="209550"/>
                </a:lnTo>
                <a:close/>
                <a:moveTo>
                  <a:pt x="466725" y="209550"/>
                </a:moveTo>
                <a:lnTo>
                  <a:pt x="476250" y="209550"/>
                </a:lnTo>
                <a:lnTo>
                  <a:pt x="476250" y="219075"/>
                </a:lnTo>
                <a:lnTo>
                  <a:pt x="466725" y="219075"/>
                </a:lnTo>
                <a:close/>
                <a:moveTo>
                  <a:pt x="628650" y="209550"/>
                </a:moveTo>
                <a:lnTo>
                  <a:pt x="638175" y="209550"/>
                </a:lnTo>
                <a:lnTo>
                  <a:pt x="638175" y="219075"/>
                </a:lnTo>
                <a:lnTo>
                  <a:pt x="628650" y="219075"/>
                </a:lnTo>
                <a:close/>
                <a:moveTo>
                  <a:pt x="781050" y="209550"/>
                </a:moveTo>
                <a:lnTo>
                  <a:pt x="790575" y="209550"/>
                </a:lnTo>
                <a:lnTo>
                  <a:pt x="790575" y="219075"/>
                </a:lnTo>
                <a:lnTo>
                  <a:pt x="800100" y="219075"/>
                </a:lnTo>
                <a:lnTo>
                  <a:pt x="800100" y="209550"/>
                </a:lnTo>
                <a:lnTo>
                  <a:pt x="819150" y="209550"/>
                </a:lnTo>
                <a:lnTo>
                  <a:pt x="819150" y="247650"/>
                </a:lnTo>
                <a:lnTo>
                  <a:pt x="809625" y="247650"/>
                </a:lnTo>
                <a:lnTo>
                  <a:pt x="809625" y="228600"/>
                </a:lnTo>
                <a:lnTo>
                  <a:pt x="781050" y="228600"/>
                </a:lnTo>
                <a:close/>
                <a:moveTo>
                  <a:pt x="1000125" y="209550"/>
                </a:moveTo>
                <a:lnTo>
                  <a:pt x="1019175" y="209550"/>
                </a:lnTo>
                <a:lnTo>
                  <a:pt x="1019175" y="219075"/>
                </a:lnTo>
                <a:lnTo>
                  <a:pt x="1009650" y="219075"/>
                </a:lnTo>
                <a:lnTo>
                  <a:pt x="1009650" y="228600"/>
                </a:lnTo>
                <a:lnTo>
                  <a:pt x="990600" y="228600"/>
                </a:lnTo>
                <a:lnTo>
                  <a:pt x="990600" y="219075"/>
                </a:lnTo>
                <a:lnTo>
                  <a:pt x="1000125" y="219075"/>
                </a:lnTo>
                <a:close/>
                <a:moveTo>
                  <a:pt x="1171575" y="209550"/>
                </a:moveTo>
                <a:lnTo>
                  <a:pt x="1181100" y="209550"/>
                </a:lnTo>
                <a:lnTo>
                  <a:pt x="1181100" y="219075"/>
                </a:lnTo>
                <a:lnTo>
                  <a:pt x="1171575" y="219075"/>
                </a:lnTo>
                <a:close/>
                <a:moveTo>
                  <a:pt x="1209675" y="209550"/>
                </a:moveTo>
                <a:lnTo>
                  <a:pt x="1238250" y="209550"/>
                </a:lnTo>
                <a:lnTo>
                  <a:pt x="1238250" y="219075"/>
                </a:lnTo>
                <a:lnTo>
                  <a:pt x="1219200" y="219075"/>
                </a:lnTo>
                <a:lnTo>
                  <a:pt x="1219200" y="228600"/>
                </a:lnTo>
                <a:lnTo>
                  <a:pt x="1209675" y="228600"/>
                </a:lnTo>
                <a:close/>
                <a:moveTo>
                  <a:pt x="1247775" y="219075"/>
                </a:moveTo>
                <a:lnTo>
                  <a:pt x="1257300" y="219075"/>
                </a:lnTo>
                <a:lnTo>
                  <a:pt x="1257300" y="238125"/>
                </a:lnTo>
                <a:lnTo>
                  <a:pt x="1266825" y="238125"/>
                </a:lnTo>
                <a:lnTo>
                  <a:pt x="1266825" y="228600"/>
                </a:lnTo>
                <a:lnTo>
                  <a:pt x="1276350" y="228600"/>
                </a:lnTo>
                <a:lnTo>
                  <a:pt x="1276350" y="247650"/>
                </a:lnTo>
                <a:lnTo>
                  <a:pt x="1285875" y="247650"/>
                </a:lnTo>
                <a:lnTo>
                  <a:pt x="1285875" y="257175"/>
                </a:lnTo>
                <a:lnTo>
                  <a:pt x="1276350" y="257175"/>
                </a:lnTo>
                <a:lnTo>
                  <a:pt x="1276350" y="266700"/>
                </a:lnTo>
                <a:lnTo>
                  <a:pt x="1238250" y="266700"/>
                </a:lnTo>
                <a:lnTo>
                  <a:pt x="1238250" y="247650"/>
                </a:lnTo>
                <a:lnTo>
                  <a:pt x="1247775" y="247650"/>
                </a:lnTo>
                <a:close/>
                <a:moveTo>
                  <a:pt x="428625" y="228600"/>
                </a:moveTo>
                <a:lnTo>
                  <a:pt x="438150" y="228600"/>
                </a:lnTo>
                <a:lnTo>
                  <a:pt x="438150" y="247650"/>
                </a:lnTo>
                <a:lnTo>
                  <a:pt x="447675" y="247650"/>
                </a:lnTo>
                <a:lnTo>
                  <a:pt x="447675" y="238125"/>
                </a:lnTo>
                <a:lnTo>
                  <a:pt x="457200" y="238125"/>
                </a:lnTo>
                <a:lnTo>
                  <a:pt x="457200" y="257175"/>
                </a:lnTo>
                <a:lnTo>
                  <a:pt x="447675" y="257175"/>
                </a:lnTo>
                <a:lnTo>
                  <a:pt x="447675" y="266700"/>
                </a:lnTo>
                <a:lnTo>
                  <a:pt x="419100" y="266700"/>
                </a:lnTo>
                <a:lnTo>
                  <a:pt x="419100" y="257175"/>
                </a:lnTo>
                <a:lnTo>
                  <a:pt x="428625" y="257175"/>
                </a:lnTo>
                <a:close/>
                <a:moveTo>
                  <a:pt x="476250" y="228600"/>
                </a:moveTo>
                <a:lnTo>
                  <a:pt x="495300" y="228600"/>
                </a:lnTo>
                <a:lnTo>
                  <a:pt x="495300" y="238125"/>
                </a:lnTo>
                <a:lnTo>
                  <a:pt x="476250" y="238125"/>
                </a:lnTo>
                <a:close/>
                <a:moveTo>
                  <a:pt x="762000" y="228600"/>
                </a:moveTo>
                <a:lnTo>
                  <a:pt x="781050" y="228600"/>
                </a:lnTo>
                <a:lnTo>
                  <a:pt x="781050" y="238125"/>
                </a:lnTo>
                <a:lnTo>
                  <a:pt x="771525" y="238125"/>
                </a:lnTo>
                <a:lnTo>
                  <a:pt x="771525" y="257175"/>
                </a:lnTo>
                <a:lnTo>
                  <a:pt x="762000" y="257175"/>
                </a:lnTo>
                <a:close/>
                <a:moveTo>
                  <a:pt x="942975" y="228600"/>
                </a:moveTo>
                <a:lnTo>
                  <a:pt x="952500" y="228600"/>
                </a:lnTo>
                <a:lnTo>
                  <a:pt x="952500" y="238125"/>
                </a:lnTo>
                <a:lnTo>
                  <a:pt x="942975" y="238125"/>
                </a:lnTo>
                <a:close/>
                <a:moveTo>
                  <a:pt x="1485900" y="228600"/>
                </a:moveTo>
                <a:lnTo>
                  <a:pt x="1495425" y="228600"/>
                </a:lnTo>
                <a:lnTo>
                  <a:pt x="1495425" y="238125"/>
                </a:lnTo>
                <a:lnTo>
                  <a:pt x="1485900" y="238125"/>
                </a:lnTo>
                <a:close/>
                <a:moveTo>
                  <a:pt x="466725" y="238125"/>
                </a:moveTo>
                <a:lnTo>
                  <a:pt x="476250" y="238125"/>
                </a:lnTo>
                <a:lnTo>
                  <a:pt x="476250" y="257175"/>
                </a:lnTo>
                <a:lnTo>
                  <a:pt x="466725" y="257175"/>
                </a:lnTo>
                <a:close/>
                <a:moveTo>
                  <a:pt x="495300" y="238125"/>
                </a:moveTo>
                <a:lnTo>
                  <a:pt x="514350" y="238125"/>
                </a:lnTo>
                <a:lnTo>
                  <a:pt x="514350" y="247650"/>
                </a:lnTo>
                <a:lnTo>
                  <a:pt x="504825" y="247650"/>
                </a:lnTo>
                <a:lnTo>
                  <a:pt x="504825" y="257175"/>
                </a:lnTo>
                <a:lnTo>
                  <a:pt x="495300" y="257175"/>
                </a:lnTo>
                <a:close/>
                <a:moveTo>
                  <a:pt x="733425" y="238125"/>
                </a:moveTo>
                <a:lnTo>
                  <a:pt x="742950" y="238125"/>
                </a:lnTo>
                <a:lnTo>
                  <a:pt x="742950" y="257175"/>
                </a:lnTo>
                <a:lnTo>
                  <a:pt x="752475" y="257175"/>
                </a:lnTo>
                <a:lnTo>
                  <a:pt x="752475" y="266700"/>
                </a:lnTo>
                <a:lnTo>
                  <a:pt x="723900" y="266700"/>
                </a:lnTo>
                <a:lnTo>
                  <a:pt x="723900" y="257175"/>
                </a:lnTo>
                <a:lnTo>
                  <a:pt x="733425" y="257175"/>
                </a:lnTo>
                <a:close/>
                <a:moveTo>
                  <a:pt x="981075" y="238125"/>
                </a:moveTo>
                <a:lnTo>
                  <a:pt x="990600" y="238125"/>
                </a:lnTo>
                <a:lnTo>
                  <a:pt x="990600" y="247650"/>
                </a:lnTo>
                <a:lnTo>
                  <a:pt x="981075" y="247650"/>
                </a:lnTo>
                <a:close/>
                <a:moveTo>
                  <a:pt x="342900" y="257175"/>
                </a:moveTo>
                <a:lnTo>
                  <a:pt x="371475" y="257175"/>
                </a:lnTo>
                <a:lnTo>
                  <a:pt x="371475" y="266700"/>
                </a:lnTo>
                <a:lnTo>
                  <a:pt x="381000" y="266700"/>
                </a:lnTo>
                <a:lnTo>
                  <a:pt x="381000" y="276225"/>
                </a:lnTo>
                <a:lnTo>
                  <a:pt x="352425" y="276225"/>
                </a:lnTo>
                <a:lnTo>
                  <a:pt x="352425" y="266700"/>
                </a:lnTo>
                <a:lnTo>
                  <a:pt x="342900" y="266700"/>
                </a:lnTo>
                <a:close/>
                <a:moveTo>
                  <a:pt x="771525" y="257175"/>
                </a:moveTo>
                <a:lnTo>
                  <a:pt x="790575" y="257175"/>
                </a:lnTo>
                <a:lnTo>
                  <a:pt x="790575" y="266700"/>
                </a:lnTo>
                <a:lnTo>
                  <a:pt x="800100" y="266700"/>
                </a:lnTo>
                <a:lnTo>
                  <a:pt x="800100" y="257175"/>
                </a:lnTo>
                <a:lnTo>
                  <a:pt x="809625" y="257175"/>
                </a:lnTo>
                <a:lnTo>
                  <a:pt x="809625" y="276225"/>
                </a:lnTo>
                <a:lnTo>
                  <a:pt x="790575" y="276225"/>
                </a:lnTo>
                <a:lnTo>
                  <a:pt x="790575" y="285750"/>
                </a:lnTo>
                <a:lnTo>
                  <a:pt x="809625" y="285750"/>
                </a:lnTo>
                <a:lnTo>
                  <a:pt x="809625" y="295275"/>
                </a:lnTo>
                <a:lnTo>
                  <a:pt x="781050" y="295275"/>
                </a:lnTo>
                <a:lnTo>
                  <a:pt x="781050" y="276225"/>
                </a:lnTo>
                <a:lnTo>
                  <a:pt x="762000" y="276225"/>
                </a:lnTo>
                <a:lnTo>
                  <a:pt x="762000" y="266700"/>
                </a:lnTo>
                <a:lnTo>
                  <a:pt x="771525" y="266700"/>
                </a:lnTo>
                <a:close/>
                <a:moveTo>
                  <a:pt x="847725" y="257175"/>
                </a:moveTo>
                <a:lnTo>
                  <a:pt x="866775" y="257175"/>
                </a:lnTo>
                <a:lnTo>
                  <a:pt x="866775" y="285750"/>
                </a:lnTo>
                <a:lnTo>
                  <a:pt x="857250" y="285750"/>
                </a:lnTo>
                <a:lnTo>
                  <a:pt x="857250" y="266700"/>
                </a:lnTo>
                <a:lnTo>
                  <a:pt x="847725" y="266700"/>
                </a:lnTo>
                <a:close/>
                <a:moveTo>
                  <a:pt x="1400175" y="257175"/>
                </a:moveTo>
                <a:lnTo>
                  <a:pt x="1409700" y="257175"/>
                </a:lnTo>
                <a:lnTo>
                  <a:pt x="1409700" y="247650"/>
                </a:lnTo>
                <a:lnTo>
                  <a:pt x="1400175" y="247650"/>
                </a:lnTo>
                <a:close/>
                <a:moveTo>
                  <a:pt x="409575" y="266700"/>
                </a:moveTo>
                <a:lnTo>
                  <a:pt x="419100" y="266700"/>
                </a:lnTo>
                <a:lnTo>
                  <a:pt x="419100" y="285750"/>
                </a:lnTo>
                <a:lnTo>
                  <a:pt x="409575" y="285750"/>
                </a:lnTo>
                <a:close/>
                <a:moveTo>
                  <a:pt x="904875" y="266700"/>
                </a:moveTo>
                <a:lnTo>
                  <a:pt x="914400" y="266700"/>
                </a:lnTo>
                <a:lnTo>
                  <a:pt x="914400" y="285750"/>
                </a:lnTo>
                <a:lnTo>
                  <a:pt x="895350" y="285750"/>
                </a:lnTo>
                <a:lnTo>
                  <a:pt x="895350" y="276225"/>
                </a:lnTo>
                <a:lnTo>
                  <a:pt x="904875" y="276225"/>
                </a:lnTo>
                <a:close/>
                <a:moveTo>
                  <a:pt x="733425" y="276225"/>
                </a:moveTo>
                <a:lnTo>
                  <a:pt x="742950" y="276225"/>
                </a:lnTo>
                <a:lnTo>
                  <a:pt x="742950" y="285750"/>
                </a:lnTo>
                <a:lnTo>
                  <a:pt x="733425" y="285750"/>
                </a:lnTo>
                <a:close/>
                <a:moveTo>
                  <a:pt x="952500" y="276225"/>
                </a:moveTo>
                <a:lnTo>
                  <a:pt x="981075" y="276225"/>
                </a:lnTo>
                <a:lnTo>
                  <a:pt x="981075" y="285750"/>
                </a:lnTo>
                <a:lnTo>
                  <a:pt x="971550" y="285750"/>
                </a:lnTo>
                <a:lnTo>
                  <a:pt x="971550" y="295275"/>
                </a:lnTo>
                <a:lnTo>
                  <a:pt x="952500" y="295275"/>
                </a:lnTo>
                <a:lnTo>
                  <a:pt x="952500" y="304800"/>
                </a:lnTo>
                <a:lnTo>
                  <a:pt x="942975" y="304800"/>
                </a:lnTo>
                <a:lnTo>
                  <a:pt x="942975" y="285750"/>
                </a:lnTo>
                <a:lnTo>
                  <a:pt x="952500" y="285750"/>
                </a:lnTo>
                <a:close/>
                <a:moveTo>
                  <a:pt x="381000" y="285750"/>
                </a:moveTo>
                <a:lnTo>
                  <a:pt x="409575" y="285750"/>
                </a:lnTo>
                <a:lnTo>
                  <a:pt x="409575" y="295275"/>
                </a:lnTo>
                <a:lnTo>
                  <a:pt x="400050" y="295275"/>
                </a:lnTo>
                <a:lnTo>
                  <a:pt x="400050" y="304800"/>
                </a:lnTo>
                <a:lnTo>
                  <a:pt x="381000" y="304800"/>
                </a:lnTo>
                <a:close/>
                <a:moveTo>
                  <a:pt x="885825" y="285750"/>
                </a:moveTo>
                <a:lnTo>
                  <a:pt x="895350" y="285750"/>
                </a:lnTo>
                <a:lnTo>
                  <a:pt x="895350" y="314325"/>
                </a:lnTo>
                <a:lnTo>
                  <a:pt x="885825" y="314325"/>
                </a:lnTo>
                <a:close/>
                <a:moveTo>
                  <a:pt x="1076325" y="285750"/>
                </a:moveTo>
                <a:lnTo>
                  <a:pt x="1085850" y="285750"/>
                </a:lnTo>
                <a:lnTo>
                  <a:pt x="1085850" y="295275"/>
                </a:lnTo>
                <a:lnTo>
                  <a:pt x="1076325" y="295275"/>
                </a:lnTo>
                <a:close/>
                <a:moveTo>
                  <a:pt x="190500" y="295275"/>
                </a:moveTo>
                <a:lnTo>
                  <a:pt x="200025" y="295275"/>
                </a:lnTo>
                <a:lnTo>
                  <a:pt x="200025" y="304800"/>
                </a:lnTo>
                <a:lnTo>
                  <a:pt x="190500" y="304800"/>
                </a:lnTo>
                <a:close/>
                <a:moveTo>
                  <a:pt x="342900" y="295275"/>
                </a:moveTo>
                <a:lnTo>
                  <a:pt x="352425" y="295275"/>
                </a:lnTo>
                <a:lnTo>
                  <a:pt x="352425" y="314325"/>
                </a:lnTo>
                <a:lnTo>
                  <a:pt x="342900" y="314325"/>
                </a:lnTo>
                <a:close/>
                <a:moveTo>
                  <a:pt x="552450" y="295275"/>
                </a:moveTo>
                <a:lnTo>
                  <a:pt x="561975" y="295275"/>
                </a:lnTo>
                <a:lnTo>
                  <a:pt x="561975" y="304800"/>
                </a:lnTo>
                <a:lnTo>
                  <a:pt x="552450" y="304800"/>
                </a:lnTo>
                <a:close/>
                <a:moveTo>
                  <a:pt x="628650" y="295275"/>
                </a:moveTo>
                <a:lnTo>
                  <a:pt x="647700" y="295275"/>
                </a:lnTo>
                <a:lnTo>
                  <a:pt x="647700" y="304800"/>
                </a:lnTo>
                <a:lnTo>
                  <a:pt x="628650" y="304800"/>
                </a:lnTo>
                <a:close/>
                <a:moveTo>
                  <a:pt x="857250" y="295275"/>
                </a:moveTo>
                <a:lnTo>
                  <a:pt x="866775" y="295275"/>
                </a:lnTo>
                <a:lnTo>
                  <a:pt x="866775" y="323850"/>
                </a:lnTo>
                <a:lnTo>
                  <a:pt x="857250" y="323850"/>
                </a:lnTo>
                <a:close/>
                <a:moveTo>
                  <a:pt x="904875" y="295275"/>
                </a:moveTo>
                <a:lnTo>
                  <a:pt x="923925" y="295275"/>
                </a:lnTo>
                <a:lnTo>
                  <a:pt x="923925" y="323850"/>
                </a:lnTo>
                <a:lnTo>
                  <a:pt x="933450" y="323850"/>
                </a:lnTo>
                <a:lnTo>
                  <a:pt x="933450" y="333375"/>
                </a:lnTo>
                <a:lnTo>
                  <a:pt x="962025" y="333375"/>
                </a:lnTo>
                <a:lnTo>
                  <a:pt x="962025" y="323850"/>
                </a:lnTo>
                <a:lnTo>
                  <a:pt x="971550" y="323850"/>
                </a:lnTo>
                <a:lnTo>
                  <a:pt x="971550" y="333375"/>
                </a:lnTo>
                <a:lnTo>
                  <a:pt x="990600" y="333375"/>
                </a:lnTo>
                <a:lnTo>
                  <a:pt x="990600" y="352425"/>
                </a:lnTo>
                <a:lnTo>
                  <a:pt x="981075" y="352425"/>
                </a:lnTo>
                <a:lnTo>
                  <a:pt x="981075" y="342900"/>
                </a:lnTo>
                <a:lnTo>
                  <a:pt x="923925" y="342900"/>
                </a:lnTo>
                <a:lnTo>
                  <a:pt x="923925" y="333375"/>
                </a:lnTo>
                <a:lnTo>
                  <a:pt x="895350" y="333375"/>
                </a:lnTo>
                <a:lnTo>
                  <a:pt x="895350" y="314325"/>
                </a:lnTo>
                <a:lnTo>
                  <a:pt x="914400" y="314325"/>
                </a:lnTo>
                <a:lnTo>
                  <a:pt x="914400" y="304800"/>
                </a:lnTo>
                <a:lnTo>
                  <a:pt x="904875" y="304800"/>
                </a:lnTo>
                <a:close/>
                <a:moveTo>
                  <a:pt x="1066800" y="295275"/>
                </a:moveTo>
                <a:lnTo>
                  <a:pt x="1076325" y="295275"/>
                </a:lnTo>
                <a:lnTo>
                  <a:pt x="1076325" y="304800"/>
                </a:lnTo>
                <a:lnTo>
                  <a:pt x="1066800" y="304800"/>
                </a:lnTo>
                <a:close/>
                <a:moveTo>
                  <a:pt x="1257300" y="295275"/>
                </a:moveTo>
                <a:lnTo>
                  <a:pt x="1295400" y="295275"/>
                </a:lnTo>
                <a:lnTo>
                  <a:pt x="1295400" y="304800"/>
                </a:lnTo>
                <a:lnTo>
                  <a:pt x="1257300" y="304800"/>
                </a:lnTo>
                <a:close/>
                <a:moveTo>
                  <a:pt x="1409700" y="295275"/>
                </a:moveTo>
                <a:lnTo>
                  <a:pt x="1438275" y="295275"/>
                </a:lnTo>
                <a:lnTo>
                  <a:pt x="1438275" y="314325"/>
                </a:lnTo>
                <a:lnTo>
                  <a:pt x="1466850" y="314325"/>
                </a:lnTo>
                <a:lnTo>
                  <a:pt x="1466850" y="333375"/>
                </a:lnTo>
                <a:lnTo>
                  <a:pt x="1485900" y="333375"/>
                </a:lnTo>
                <a:lnTo>
                  <a:pt x="1485900" y="342900"/>
                </a:lnTo>
                <a:lnTo>
                  <a:pt x="1495425" y="342900"/>
                </a:lnTo>
                <a:lnTo>
                  <a:pt x="1495425" y="352425"/>
                </a:lnTo>
                <a:lnTo>
                  <a:pt x="1466850" y="352425"/>
                </a:lnTo>
                <a:lnTo>
                  <a:pt x="1466850" y="361950"/>
                </a:lnTo>
                <a:lnTo>
                  <a:pt x="1485900" y="361950"/>
                </a:lnTo>
                <a:lnTo>
                  <a:pt x="1485900" y="390525"/>
                </a:lnTo>
                <a:lnTo>
                  <a:pt x="1476375" y="390525"/>
                </a:lnTo>
                <a:lnTo>
                  <a:pt x="1476375" y="371475"/>
                </a:lnTo>
                <a:lnTo>
                  <a:pt x="1438275" y="371475"/>
                </a:lnTo>
                <a:lnTo>
                  <a:pt x="1438275" y="361950"/>
                </a:lnTo>
                <a:lnTo>
                  <a:pt x="1409700" y="361950"/>
                </a:lnTo>
                <a:lnTo>
                  <a:pt x="1409700" y="371475"/>
                </a:lnTo>
                <a:lnTo>
                  <a:pt x="1400175" y="371475"/>
                </a:lnTo>
                <a:lnTo>
                  <a:pt x="1400175" y="361950"/>
                </a:lnTo>
                <a:lnTo>
                  <a:pt x="1390650" y="361950"/>
                </a:lnTo>
                <a:lnTo>
                  <a:pt x="1390650" y="352425"/>
                </a:lnTo>
                <a:lnTo>
                  <a:pt x="1400175" y="352425"/>
                </a:lnTo>
                <a:lnTo>
                  <a:pt x="1400175" y="342900"/>
                </a:lnTo>
                <a:lnTo>
                  <a:pt x="1419225" y="342900"/>
                </a:lnTo>
                <a:lnTo>
                  <a:pt x="1419225" y="323850"/>
                </a:lnTo>
                <a:lnTo>
                  <a:pt x="1409700" y="323850"/>
                </a:lnTo>
                <a:lnTo>
                  <a:pt x="1409700" y="314325"/>
                </a:lnTo>
                <a:lnTo>
                  <a:pt x="1400175" y="314325"/>
                </a:lnTo>
                <a:lnTo>
                  <a:pt x="1400175" y="304800"/>
                </a:lnTo>
                <a:lnTo>
                  <a:pt x="1409700" y="304800"/>
                </a:lnTo>
                <a:close/>
                <a:moveTo>
                  <a:pt x="200025" y="304800"/>
                </a:moveTo>
                <a:lnTo>
                  <a:pt x="219075" y="304800"/>
                </a:lnTo>
                <a:lnTo>
                  <a:pt x="219075" y="314325"/>
                </a:lnTo>
                <a:lnTo>
                  <a:pt x="209550" y="314325"/>
                </a:lnTo>
                <a:lnTo>
                  <a:pt x="209550" y="323850"/>
                </a:lnTo>
                <a:lnTo>
                  <a:pt x="219075" y="323850"/>
                </a:lnTo>
                <a:lnTo>
                  <a:pt x="219075" y="333375"/>
                </a:lnTo>
                <a:lnTo>
                  <a:pt x="228600" y="333375"/>
                </a:lnTo>
                <a:lnTo>
                  <a:pt x="228600" y="342900"/>
                </a:lnTo>
                <a:lnTo>
                  <a:pt x="200025" y="342900"/>
                </a:lnTo>
                <a:lnTo>
                  <a:pt x="200025" y="323850"/>
                </a:lnTo>
                <a:lnTo>
                  <a:pt x="190500" y="323850"/>
                </a:lnTo>
                <a:lnTo>
                  <a:pt x="190500" y="314325"/>
                </a:lnTo>
                <a:lnTo>
                  <a:pt x="200025" y="314325"/>
                </a:lnTo>
                <a:close/>
                <a:moveTo>
                  <a:pt x="1123950" y="304800"/>
                </a:moveTo>
                <a:lnTo>
                  <a:pt x="1133475" y="304800"/>
                </a:lnTo>
                <a:lnTo>
                  <a:pt x="1133475" y="314325"/>
                </a:lnTo>
                <a:lnTo>
                  <a:pt x="1123950" y="314325"/>
                </a:lnTo>
                <a:close/>
                <a:moveTo>
                  <a:pt x="47625" y="314325"/>
                </a:moveTo>
                <a:lnTo>
                  <a:pt x="66675" y="314325"/>
                </a:lnTo>
                <a:lnTo>
                  <a:pt x="66675" y="333375"/>
                </a:lnTo>
                <a:lnTo>
                  <a:pt x="57150" y="333375"/>
                </a:lnTo>
                <a:lnTo>
                  <a:pt x="57150" y="352425"/>
                </a:lnTo>
                <a:lnTo>
                  <a:pt x="38100" y="352425"/>
                </a:lnTo>
                <a:lnTo>
                  <a:pt x="38100" y="323850"/>
                </a:lnTo>
                <a:lnTo>
                  <a:pt x="47625" y="323850"/>
                </a:lnTo>
                <a:close/>
                <a:moveTo>
                  <a:pt x="1133475" y="314325"/>
                </a:moveTo>
                <a:lnTo>
                  <a:pt x="1152525" y="314325"/>
                </a:lnTo>
                <a:lnTo>
                  <a:pt x="1152525" y="323850"/>
                </a:lnTo>
                <a:lnTo>
                  <a:pt x="1133475" y="323850"/>
                </a:lnTo>
                <a:close/>
                <a:moveTo>
                  <a:pt x="285750" y="323850"/>
                </a:moveTo>
                <a:lnTo>
                  <a:pt x="342900" y="323850"/>
                </a:lnTo>
                <a:lnTo>
                  <a:pt x="342900" y="333375"/>
                </a:lnTo>
                <a:lnTo>
                  <a:pt x="381000" y="333375"/>
                </a:lnTo>
                <a:lnTo>
                  <a:pt x="381000" y="342900"/>
                </a:lnTo>
                <a:lnTo>
                  <a:pt x="342900" y="342900"/>
                </a:lnTo>
                <a:lnTo>
                  <a:pt x="342900" y="371475"/>
                </a:lnTo>
                <a:lnTo>
                  <a:pt x="333375" y="371475"/>
                </a:lnTo>
                <a:lnTo>
                  <a:pt x="333375" y="381000"/>
                </a:lnTo>
                <a:lnTo>
                  <a:pt x="323850" y="381000"/>
                </a:lnTo>
                <a:lnTo>
                  <a:pt x="323850" y="371475"/>
                </a:lnTo>
                <a:lnTo>
                  <a:pt x="314325" y="371475"/>
                </a:lnTo>
                <a:lnTo>
                  <a:pt x="314325" y="361950"/>
                </a:lnTo>
                <a:lnTo>
                  <a:pt x="333375" y="361950"/>
                </a:lnTo>
                <a:lnTo>
                  <a:pt x="333375" y="342900"/>
                </a:lnTo>
                <a:lnTo>
                  <a:pt x="314325" y="342900"/>
                </a:lnTo>
                <a:lnTo>
                  <a:pt x="314325" y="333375"/>
                </a:lnTo>
                <a:lnTo>
                  <a:pt x="304800" y="333375"/>
                </a:lnTo>
                <a:lnTo>
                  <a:pt x="304800" y="342900"/>
                </a:lnTo>
                <a:lnTo>
                  <a:pt x="295275" y="342900"/>
                </a:lnTo>
                <a:lnTo>
                  <a:pt x="295275" y="352425"/>
                </a:lnTo>
                <a:lnTo>
                  <a:pt x="304800" y="352425"/>
                </a:lnTo>
                <a:lnTo>
                  <a:pt x="304800" y="381000"/>
                </a:lnTo>
                <a:lnTo>
                  <a:pt x="295275" y="381000"/>
                </a:lnTo>
                <a:lnTo>
                  <a:pt x="295275" y="371475"/>
                </a:lnTo>
                <a:lnTo>
                  <a:pt x="276225" y="371475"/>
                </a:lnTo>
                <a:lnTo>
                  <a:pt x="276225" y="381000"/>
                </a:lnTo>
                <a:lnTo>
                  <a:pt x="266700" y="381000"/>
                </a:lnTo>
                <a:lnTo>
                  <a:pt x="266700" y="400050"/>
                </a:lnTo>
                <a:lnTo>
                  <a:pt x="257175" y="400050"/>
                </a:lnTo>
                <a:lnTo>
                  <a:pt x="257175" y="409575"/>
                </a:lnTo>
                <a:lnTo>
                  <a:pt x="266700" y="409575"/>
                </a:lnTo>
                <a:lnTo>
                  <a:pt x="266700" y="419100"/>
                </a:lnTo>
                <a:lnTo>
                  <a:pt x="257175" y="419100"/>
                </a:lnTo>
                <a:lnTo>
                  <a:pt x="257175" y="438150"/>
                </a:lnTo>
                <a:lnTo>
                  <a:pt x="247650" y="438150"/>
                </a:lnTo>
                <a:lnTo>
                  <a:pt x="247650" y="447675"/>
                </a:lnTo>
                <a:lnTo>
                  <a:pt x="219075" y="447675"/>
                </a:lnTo>
                <a:lnTo>
                  <a:pt x="219075" y="457200"/>
                </a:lnTo>
                <a:lnTo>
                  <a:pt x="209550" y="457200"/>
                </a:lnTo>
                <a:lnTo>
                  <a:pt x="209550" y="438150"/>
                </a:lnTo>
                <a:lnTo>
                  <a:pt x="219075" y="438150"/>
                </a:lnTo>
                <a:lnTo>
                  <a:pt x="219075" y="419100"/>
                </a:lnTo>
                <a:lnTo>
                  <a:pt x="200025" y="419100"/>
                </a:lnTo>
                <a:lnTo>
                  <a:pt x="200025" y="409575"/>
                </a:lnTo>
                <a:lnTo>
                  <a:pt x="190500" y="409575"/>
                </a:lnTo>
                <a:lnTo>
                  <a:pt x="190500" y="390525"/>
                </a:lnTo>
                <a:lnTo>
                  <a:pt x="171450" y="390525"/>
                </a:lnTo>
                <a:lnTo>
                  <a:pt x="171450" y="361950"/>
                </a:lnTo>
                <a:lnTo>
                  <a:pt x="180975" y="361950"/>
                </a:lnTo>
                <a:lnTo>
                  <a:pt x="180975" y="371475"/>
                </a:lnTo>
                <a:lnTo>
                  <a:pt x="190500" y="371475"/>
                </a:lnTo>
                <a:lnTo>
                  <a:pt x="190500" y="361950"/>
                </a:lnTo>
                <a:lnTo>
                  <a:pt x="209550" y="361950"/>
                </a:lnTo>
                <a:lnTo>
                  <a:pt x="209550" y="371475"/>
                </a:lnTo>
                <a:lnTo>
                  <a:pt x="219075" y="371475"/>
                </a:lnTo>
                <a:lnTo>
                  <a:pt x="219075" y="361950"/>
                </a:lnTo>
                <a:lnTo>
                  <a:pt x="228600" y="361950"/>
                </a:lnTo>
                <a:lnTo>
                  <a:pt x="228600" y="342900"/>
                </a:lnTo>
                <a:lnTo>
                  <a:pt x="247650" y="342900"/>
                </a:lnTo>
                <a:lnTo>
                  <a:pt x="247650" y="333375"/>
                </a:lnTo>
                <a:lnTo>
                  <a:pt x="285750" y="333375"/>
                </a:lnTo>
                <a:close/>
                <a:moveTo>
                  <a:pt x="1028700" y="323850"/>
                </a:moveTo>
                <a:lnTo>
                  <a:pt x="1038225" y="323850"/>
                </a:lnTo>
                <a:lnTo>
                  <a:pt x="1038225" y="333375"/>
                </a:lnTo>
                <a:lnTo>
                  <a:pt x="1047750" y="333375"/>
                </a:lnTo>
                <a:lnTo>
                  <a:pt x="1047750" y="342900"/>
                </a:lnTo>
                <a:lnTo>
                  <a:pt x="1028700" y="342900"/>
                </a:lnTo>
                <a:close/>
                <a:moveTo>
                  <a:pt x="904875" y="352425"/>
                </a:moveTo>
                <a:lnTo>
                  <a:pt x="914400" y="352425"/>
                </a:lnTo>
                <a:lnTo>
                  <a:pt x="914400" y="371475"/>
                </a:lnTo>
                <a:lnTo>
                  <a:pt x="904875" y="371475"/>
                </a:lnTo>
                <a:close/>
                <a:moveTo>
                  <a:pt x="1495425" y="352425"/>
                </a:moveTo>
                <a:lnTo>
                  <a:pt x="1504950" y="352425"/>
                </a:lnTo>
                <a:lnTo>
                  <a:pt x="1504950" y="361950"/>
                </a:lnTo>
                <a:lnTo>
                  <a:pt x="1495425" y="361950"/>
                </a:lnTo>
                <a:close/>
                <a:moveTo>
                  <a:pt x="266700" y="361950"/>
                </a:moveTo>
                <a:lnTo>
                  <a:pt x="276225" y="361950"/>
                </a:lnTo>
                <a:lnTo>
                  <a:pt x="276225" y="352425"/>
                </a:lnTo>
                <a:lnTo>
                  <a:pt x="257175" y="352425"/>
                </a:lnTo>
                <a:lnTo>
                  <a:pt x="257175" y="371475"/>
                </a:lnTo>
                <a:lnTo>
                  <a:pt x="266700" y="371475"/>
                </a:lnTo>
                <a:close/>
                <a:moveTo>
                  <a:pt x="1000125" y="361950"/>
                </a:moveTo>
                <a:lnTo>
                  <a:pt x="1028700" y="361950"/>
                </a:lnTo>
                <a:lnTo>
                  <a:pt x="1028700" y="371475"/>
                </a:lnTo>
                <a:lnTo>
                  <a:pt x="1057275" y="371475"/>
                </a:lnTo>
                <a:lnTo>
                  <a:pt x="1057275" y="361950"/>
                </a:lnTo>
                <a:lnTo>
                  <a:pt x="1066800" y="361950"/>
                </a:lnTo>
                <a:lnTo>
                  <a:pt x="1066800" y="371475"/>
                </a:lnTo>
                <a:lnTo>
                  <a:pt x="1076325" y="371475"/>
                </a:lnTo>
                <a:lnTo>
                  <a:pt x="1076325" y="381000"/>
                </a:lnTo>
                <a:lnTo>
                  <a:pt x="1066800" y="381000"/>
                </a:lnTo>
                <a:lnTo>
                  <a:pt x="1066800" y="390525"/>
                </a:lnTo>
                <a:lnTo>
                  <a:pt x="1076325" y="390525"/>
                </a:lnTo>
                <a:lnTo>
                  <a:pt x="1076325" y="400050"/>
                </a:lnTo>
                <a:lnTo>
                  <a:pt x="1047750" y="400050"/>
                </a:lnTo>
                <a:lnTo>
                  <a:pt x="1047750" y="409575"/>
                </a:lnTo>
                <a:lnTo>
                  <a:pt x="1038225" y="409575"/>
                </a:lnTo>
                <a:lnTo>
                  <a:pt x="1038225" y="381000"/>
                </a:lnTo>
                <a:lnTo>
                  <a:pt x="1019175" y="381000"/>
                </a:lnTo>
                <a:lnTo>
                  <a:pt x="1019175" y="371475"/>
                </a:lnTo>
                <a:lnTo>
                  <a:pt x="1009650" y="371475"/>
                </a:lnTo>
                <a:lnTo>
                  <a:pt x="1009650" y="381000"/>
                </a:lnTo>
                <a:lnTo>
                  <a:pt x="1000125" y="381000"/>
                </a:lnTo>
                <a:close/>
                <a:moveTo>
                  <a:pt x="352425" y="371475"/>
                </a:moveTo>
                <a:lnTo>
                  <a:pt x="361950" y="371475"/>
                </a:lnTo>
                <a:lnTo>
                  <a:pt x="361950" y="381000"/>
                </a:lnTo>
                <a:lnTo>
                  <a:pt x="371475" y="381000"/>
                </a:lnTo>
                <a:lnTo>
                  <a:pt x="371475" y="390525"/>
                </a:lnTo>
                <a:lnTo>
                  <a:pt x="390525" y="390525"/>
                </a:lnTo>
                <a:lnTo>
                  <a:pt x="390525" y="381000"/>
                </a:lnTo>
                <a:lnTo>
                  <a:pt x="400050" y="381000"/>
                </a:lnTo>
                <a:lnTo>
                  <a:pt x="400050" y="371475"/>
                </a:lnTo>
                <a:lnTo>
                  <a:pt x="409575" y="371475"/>
                </a:lnTo>
                <a:lnTo>
                  <a:pt x="409575" y="381000"/>
                </a:lnTo>
                <a:lnTo>
                  <a:pt x="419100" y="381000"/>
                </a:lnTo>
                <a:lnTo>
                  <a:pt x="419100" y="400050"/>
                </a:lnTo>
                <a:lnTo>
                  <a:pt x="390525" y="400050"/>
                </a:lnTo>
                <a:lnTo>
                  <a:pt x="390525" y="419100"/>
                </a:lnTo>
                <a:lnTo>
                  <a:pt x="409575" y="419100"/>
                </a:lnTo>
                <a:lnTo>
                  <a:pt x="409575" y="428625"/>
                </a:lnTo>
                <a:lnTo>
                  <a:pt x="419100" y="428625"/>
                </a:lnTo>
                <a:lnTo>
                  <a:pt x="419100" y="438150"/>
                </a:lnTo>
                <a:lnTo>
                  <a:pt x="409575" y="438150"/>
                </a:lnTo>
                <a:lnTo>
                  <a:pt x="409575" y="447675"/>
                </a:lnTo>
                <a:lnTo>
                  <a:pt x="400050" y="447675"/>
                </a:lnTo>
                <a:lnTo>
                  <a:pt x="400050" y="438150"/>
                </a:lnTo>
                <a:lnTo>
                  <a:pt x="381000" y="438150"/>
                </a:lnTo>
                <a:lnTo>
                  <a:pt x="381000" y="428625"/>
                </a:lnTo>
                <a:lnTo>
                  <a:pt x="361950" y="428625"/>
                </a:lnTo>
                <a:lnTo>
                  <a:pt x="361950" y="419100"/>
                </a:lnTo>
                <a:lnTo>
                  <a:pt x="371475" y="419100"/>
                </a:lnTo>
                <a:lnTo>
                  <a:pt x="371475" y="400050"/>
                </a:lnTo>
                <a:lnTo>
                  <a:pt x="361950" y="400050"/>
                </a:lnTo>
                <a:lnTo>
                  <a:pt x="361950" y="390525"/>
                </a:lnTo>
                <a:lnTo>
                  <a:pt x="352425" y="390525"/>
                </a:lnTo>
                <a:close/>
                <a:moveTo>
                  <a:pt x="914400" y="371475"/>
                </a:moveTo>
                <a:lnTo>
                  <a:pt x="923925" y="371475"/>
                </a:lnTo>
                <a:lnTo>
                  <a:pt x="923925" y="390525"/>
                </a:lnTo>
                <a:lnTo>
                  <a:pt x="914400" y="390525"/>
                </a:lnTo>
                <a:close/>
                <a:moveTo>
                  <a:pt x="228600" y="390525"/>
                </a:moveTo>
                <a:lnTo>
                  <a:pt x="209550" y="390525"/>
                </a:lnTo>
                <a:lnTo>
                  <a:pt x="209550" y="409575"/>
                </a:lnTo>
                <a:lnTo>
                  <a:pt x="228600" y="409575"/>
                </a:lnTo>
                <a:close/>
                <a:moveTo>
                  <a:pt x="228600" y="390525"/>
                </a:moveTo>
                <a:lnTo>
                  <a:pt x="238125" y="390525"/>
                </a:lnTo>
                <a:lnTo>
                  <a:pt x="238125" y="381000"/>
                </a:lnTo>
                <a:lnTo>
                  <a:pt x="228600" y="381000"/>
                </a:lnTo>
                <a:close/>
                <a:moveTo>
                  <a:pt x="285750" y="390525"/>
                </a:moveTo>
                <a:lnTo>
                  <a:pt x="304800" y="390525"/>
                </a:lnTo>
                <a:lnTo>
                  <a:pt x="304800" y="409575"/>
                </a:lnTo>
                <a:lnTo>
                  <a:pt x="295275" y="409575"/>
                </a:lnTo>
                <a:lnTo>
                  <a:pt x="295275" y="400050"/>
                </a:lnTo>
                <a:lnTo>
                  <a:pt x="285750" y="400050"/>
                </a:lnTo>
                <a:close/>
                <a:moveTo>
                  <a:pt x="1009650" y="400050"/>
                </a:moveTo>
                <a:lnTo>
                  <a:pt x="1028700" y="400050"/>
                </a:lnTo>
                <a:lnTo>
                  <a:pt x="1028700" y="419100"/>
                </a:lnTo>
                <a:lnTo>
                  <a:pt x="1019175" y="419100"/>
                </a:lnTo>
                <a:lnTo>
                  <a:pt x="1019175" y="428625"/>
                </a:lnTo>
                <a:lnTo>
                  <a:pt x="1009650" y="428625"/>
                </a:lnTo>
                <a:lnTo>
                  <a:pt x="1009650" y="438150"/>
                </a:lnTo>
                <a:lnTo>
                  <a:pt x="1000125" y="438150"/>
                </a:lnTo>
                <a:lnTo>
                  <a:pt x="1000125" y="419100"/>
                </a:lnTo>
                <a:lnTo>
                  <a:pt x="990600" y="419100"/>
                </a:lnTo>
                <a:lnTo>
                  <a:pt x="990600" y="409575"/>
                </a:lnTo>
                <a:lnTo>
                  <a:pt x="1009650" y="409575"/>
                </a:lnTo>
                <a:close/>
                <a:moveTo>
                  <a:pt x="2124075" y="409575"/>
                </a:moveTo>
                <a:lnTo>
                  <a:pt x="2133600" y="409575"/>
                </a:lnTo>
                <a:lnTo>
                  <a:pt x="2133600" y="428625"/>
                </a:lnTo>
                <a:lnTo>
                  <a:pt x="2124075" y="428625"/>
                </a:lnTo>
                <a:close/>
                <a:moveTo>
                  <a:pt x="171450" y="419100"/>
                </a:moveTo>
                <a:lnTo>
                  <a:pt x="180975" y="419100"/>
                </a:lnTo>
                <a:lnTo>
                  <a:pt x="180975" y="428625"/>
                </a:lnTo>
                <a:lnTo>
                  <a:pt x="200025" y="428625"/>
                </a:lnTo>
                <a:lnTo>
                  <a:pt x="200025" y="447675"/>
                </a:lnTo>
                <a:lnTo>
                  <a:pt x="180975" y="447675"/>
                </a:lnTo>
                <a:lnTo>
                  <a:pt x="180975" y="438150"/>
                </a:lnTo>
                <a:lnTo>
                  <a:pt x="171450" y="438150"/>
                </a:lnTo>
                <a:close/>
                <a:moveTo>
                  <a:pt x="304800" y="419100"/>
                </a:moveTo>
                <a:lnTo>
                  <a:pt x="314325" y="419100"/>
                </a:lnTo>
                <a:lnTo>
                  <a:pt x="314325" y="428625"/>
                </a:lnTo>
                <a:lnTo>
                  <a:pt x="304800" y="428625"/>
                </a:lnTo>
                <a:close/>
                <a:moveTo>
                  <a:pt x="942975" y="419100"/>
                </a:moveTo>
                <a:lnTo>
                  <a:pt x="952500" y="419100"/>
                </a:lnTo>
                <a:lnTo>
                  <a:pt x="952500" y="466725"/>
                </a:lnTo>
                <a:lnTo>
                  <a:pt x="933450" y="466725"/>
                </a:lnTo>
                <a:lnTo>
                  <a:pt x="933450" y="447675"/>
                </a:lnTo>
                <a:lnTo>
                  <a:pt x="923925" y="447675"/>
                </a:lnTo>
                <a:lnTo>
                  <a:pt x="923925" y="438150"/>
                </a:lnTo>
                <a:lnTo>
                  <a:pt x="942975" y="438150"/>
                </a:lnTo>
                <a:close/>
                <a:moveTo>
                  <a:pt x="314325" y="428625"/>
                </a:moveTo>
                <a:lnTo>
                  <a:pt x="352425" y="428625"/>
                </a:lnTo>
                <a:lnTo>
                  <a:pt x="352425" y="438150"/>
                </a:lnTo>
                <a:lnTo>
                  <a:pt x="333375" y="438150"/>
                </a:lnTo>
                <a:lnTo>
                  <a:pt x="333375" y="447675"/>
                </a:lnTo>
                <a:lnTo>
                  <a:pt x="323850" y="447675"/>
                </a:lnTo>
                <a:lnTo>
                  <a:pt x="323850" y="438150"/>
                </a:lnTo>
                <a:lnTo>
                  <a:pt x="314325" y="438150"/>
                </a:lnTo>
                <a:close/>
                <a:moveTo>
                  <a:pt x="1352550" y="438150"/>
                </a:moveTo>
                <a:lnTo>
                  <a:pt x="1362075" y="438150"/>
                </a:lnTo>
                <a:lnTo>
                  <a:pt x="1362075" y="447675"/>
                </a:lnTo>
                <a:lnTo>
                  <a:pt x="1352550" y="447675"/>
                </a:lnTo>
                <a:close/>
                <a:moveTo>
                  <a:pt x="266700" y="447675"/>
                </a:moveTo>
                <a:lnTo>
                  <a:pt x="276225" y="447675"/>
                </a:lnTo>
                <a:lnTo>
                  <a:pt x="276225" y="457200"/>
                </a:lnTo>
                <a:lnTo>
                  <a:pt x="266700" y="457200"/>
                </a:lnTo>
                <a:close/>
                <a:moveTo>
                  <a:pt x="285750" y="447675"/>
                </a:moveTo>
                <a:lnTo>
                  <a:pt x="295275" y="447675"/>
                </a:lnTo>
                <a:lnTo>
                  <a:pt x="295275" y="457200"/>
                </a:lnTo>
                <a:lnTo>
                  <a:pt x="285750" y="457200"/>
                </a:lnTo>
                <a:close/>
                <a:moveTo>
                  <a:pt x="1362075" y="447675"/>
                </a:moveTo>
                <a:lnTo>
                  <a:pt x="1371600" y="447675"/>
                </a:lnTo>
                <a:lnTo>
                  <a:pt x="1371600" y="457200"/>
                </a:lnTo>
                <a:lnTo>
                  <a:pt x="1362075" y="457200"/>
                </a:lnTo>
                <a:close/>
                <a:moveTo>
                  <a:pt x="276225" y="457200"/>
                </a:moveTo>
                <a:lnTo>
                  <a:pt x="285750" y="457200"/>
                </a:lnTo>
                <a:lnTo>
                  <a:pt x="285750" y="466725"/>
                </a:lnTo>
                <a:lnTo>
                  <a:pt x="276225" y="466725"/>
                </a:lnTo>
                <a:close/>
                <a:moveTo>
                  <a:pt x="361950" y="457200"/>
                </a:moveTo>
                <a:lnTo>
                  <a:pt x="371475" y="457200"/>
                </a:lnTo>
                <a:lnTo>
                  <a:pt x="371475" y="476250"/>
                </a:lnTo>
                <a:lnTo>
                  <a:pt x="361950" y="476250"/>
                </a:lnTo>
                <a:close/>
                <a:moveTo>
                  <a:pt x="895350" y="457200"/>
                </a:moveTo>
                <a:lnTo>
                  <a:pt x="914400" y="457200"/>
                </a:lnTo>
                <a:lnTo>
                  <a:pt x="914400" y="466725"/>
                </a:lnTo>
                <a:lnTo>
                  <a:pt x="933450" y="466725"/>
                </a:lnTo>
                <a:lnTo>
                  <a:pt x="933450" y="504825"/>
                </a:lnTo>
                <a:lnTo>
                  <a:pt x="923925" y="504825"/>
                </a:lnTo>
                <a:lnTo>
                  <a:pt x="923925" y="533400"/>
                </a:lnTo>
                <a:lnTo>
                  <a:pt x="914400" y="533400"/>
                </a:lnTo>
                <a:lnTo>
                  <a:pt x="914400" y="523875"/>
                </a:lnTo>
                <a:lnTo>
                  <a:pt x="904875" y="523875"/>
                </a:lnTo>
                <a:lnTo>
                  <a:pt x="904875" y="514350"/>
                </a:lnTo>
                <a:lnTo>
                  <a:pt x="895350" y="514350"/>
                </a:lnTo>
                <a:lnTo>
                  <a:pt x="895350" y="495300"/>
                </a:lnTo>
                <a:lnTo>
                  <a:pt x="904875" y="495300"/>
                </a:lnTo>
                <a:lnTo>
                  <a:pt x="904875" y="476250"/>
                </a:lnTo>
                <a:lnTo>
                  <a:pt x="895350" y="476250"/>
                </a:lnTo>
                <a:close/>
                <a:moveTo>
                  <a:pt x="1104900" y="457200"/>
                </a:moveTo>
                <a:lnTo>
                  <a:pt x="1114425" y="457200"/>
                </a:lnTo>
                <a:lnTo>
                  <a:pt x="1114425" y="466725"/>
                </a:lnTo>
                <a:lnTo>
                  <a:pt x="1104900" y="466725"/>
                </a:lnTo>
                <a:close/>
                <a:moveTo>
                  <a:pt x="1371600" y="457200"/>
                </a:moveTo>
                <a:lnTo>
                  <a:pt x="1381125" y="457200"/>
                </a:lnTo>
                <a:lnTo>
                  <a:pt x="1381125" y="476250"/>
                </a:lnTo>
                <a:lnTo>
                  <a:pt x="1371600" y="476250"/>
                </a:lnTo>
                <a:close/>
                <a:moveTo>
                  <a:pt x="285750" y="466725"/>
                </a:moveTo>
                <a:lnTo>
                  <a:pt x="295275" y="466725"/>
                </a:lnTo>
                <a:lnTo>
                  <a:pt x="295275" y="476250"/>
                </a:lnTo>
                <a:lnTo>
                  <a:pt x="285750" y="476250"/>
                </a:lnTo>
                <a:close/>
                <a:moveTo>
                  <a:pt x="419100" y="466725"/>
                </a:moveTo>
                <a:lnTo>
                  <a:pt x="428625" y="466725"/>
                </a:lnTo>
                <a:lnTo>
                  <a:pt x="428625" y="476250"/>
                </a:lnTo>
                <a:lnTo>
                  <a:pt x="419100" y="476250"/>
                </a:lnTo>
                <a:close/>
                <a:moveTo>
                  <a:pt x="1095375" y="466725"/>
                </a:moveTo>
                <a:lnTo>
                  <a:pt x="1104900" y="466725"/>
                </a:lnTo>
                <a:lnTo>
                  <a:pt x="1104900" y="485775"/>
                </a:lnTo>
                <a:lnTo>
                  <a:pt x="1095375" y="485775"/>
                </a:lnTo>
                <a:close/>
                <a:moveTo>
                  <a:pt x="1114425" y="466725"/>
                </a:moveTo>
                <a:lnTo>
                  <a:pt x="1123950" y="466725"/>
                </a:lnTo>
                <a:lnTo>
                  <a:pt x="1123950" y="476250"/>
                </a:lnTo>
                <a:lnTo>
                  <a:pt x="1114425" y="476250"/>
                </a:lnTo>
                <a:close/>
                <a:moveTo>
                  <a:pt x="180975" y="476250"/>
                </a:moveTo>
                <a:lnTo>
                  <a:pt x="209550" y="476250"/>
                </a:lnTo>
                <a:lnTo>
                  <a:pt x="209550" y="485775"/>
                </a:lnTo>
                <a:lnTo>
                  <a:pt x="238125" y="485775"/>
                </a:lnTo>
                <a:lnTo>
                  <a:pt x="238125" y="495300"/>
                </a:lnTo>
                <a:lnTo>
                  <a:pt x="247650" y="495300"/>
                </a:lnTo>
                <a:lnTo>
                  <a:pt x="247650" y="504825"/>
                </a:lnTo>
                <a:lnTo>
                  <a:pt x="238125" y="504825"/>
                </a:lnTo>
                <a:lnTo>
                  <a:pt x="238125" y="523875"/>
                </a:lnTo>
                <a:lnTo>
                  <a:pt x="228600" y="523875"/>
                </a:lnTo>
                <a:lnTo>
                  <a:pt x="228600" y="542925"/>
                </a:lnTo>
                <a:lnTo>
                  <a:pt x="219075" y="542925"/>
                </a:lnTo>
                <a:lnTo>
                  <a:pt x="219075" y="552450"/>
                </a:lnTo>
                <a:lnTo>
                  <a:pt x="209550" y="552450"/>
                </a:lnTo>
                <a:lnTo>
                  <a:pt x="209550" y="561975"/>
                </a:lnTo>
                <a:lnTo>
                  <a:pt x="200025" y="561975"/>
                </a:lnTo>
                <a:lnTo>
                  <a:pt x="200025" y="552450"/>
                </a:lnTo>
                <a:lnTo>
                  <a:pt x="190500" y="552450"/>
                </a:lnTo>
                <a:lnTo>
                  <a:pt x="190500" y="533400"/>
                </a:lnTo>
                <a:lnTo>
                  <a:pt x="171450" y="533400"/>
                </a:lnTo>
                <a:lnTo>
                  <a:pt x="171450" y="523875"/>
                </a:lnTo>
                <a:lnTo>
                  <a:pt x="190500" y="523875"/>
                </a:lnTo>
                <a:lnTo>
                  <a:pt x="190500" y="533400"/>
                </a:lnTo>
                <a:lnTo>
                  <a:pt x="209550" y="533400"/>
                </a:lnTo>
                <a:lnTo>
                  <a:pt x="209550" y="504825"/>
                </a:lnTo>
                <a:lnTo>
                  <a:pt x="200025" y="504825"/>
                </a:lnTo>
                <a:lnTo>
                  <a:pt x="200025" y="495300"/>
                </a:lnTo>
                <a:lnTo>
                  <a:pt x="190500" y="495300"/>
                </a:lnTo>
                <a:lnTo>
                  <a:pt x="190500" y="504825"/>
                </a:lnTo>
                <a:lnTo>
                  <a:pt x="180975" y="504825"/>
                </a:lnTo>
                <a:close/>
                <a:moveTo>
                  <a:pt x="295275" y="476250"/>
                </a:moveTo>
                <a:lnTo>
                  <a:pt x="304800" y="476250"/>
                </a:lnTo>
                <a:lnTo>
                  <a:pt x="304800" y="485775"/>
                </a:lnTo>
                <a:lnTo>
                  <a:pt x="295275" y="485775"/>
                </a:lnTo>
                <a:close/>
                <a:moveTo>
                  <a:pt x="333375" y="476250"/>
                </a:moveTo>
                <a:lnTo>
                  <a:pt x="342900" y="476250"/>
                </a:lnTo>
                <a:lnTo>
                  <a:pt x="342900" y="495300"/>
                </a:lnTo>
                <a:lnTo>
                  <a:pt x="333375" y="495300"/>
                </a:lnTo>
                <a:close/>
                <a:moveTo>
                  <a:pt x="514350" y="476250"/>
                </a:moveTo>
                <a:lnTo>
                  <a:pt x="523875" y="476250"/>
                </a:lnTo>
                <a:lnTo>
                  <a:pt x="523875" y="495300"/>
                </a:lnTo>
                <a:lnTo>
                  <a:pt x="514350" y="495300"/>
                </a:lnTo>
                <a:close/>
                <a:moveTo>
                  <a:pt x="495300" y="485775"/>
                </a:moveTo>
                <a:lnTo>
                  <a:pt x="504825" y="485775"/>
                </a:lnTo>
                <a:lnTo>
                  <a:pt x="504825" y="504825"/>
                </a:lnTo>
                <a:lnTo>
                  <a:pt x="495300" y="504825"/>
                </a:lnTo>
                <a:close/>
                <a:moveTo>
                  <a:pt x="447675" y="495300"/>
                </a:moveTo>
                <a:lnTo>
                  <a:pt x="457200" y="495300"/>
                </a:lnTo>
                <a:lnTo>
                  <a:pt x="457200" y="514350"/>
                </a:lnTo>
                <a:lnTo>
                  <a:pt x="428625" y="514350"/>
                </a:lnTo>
                <a:lnTo>
                  <a:pt x="428625" y="504825"/>
                </a:lnTo>
                <a:lnTo>
                  <a:pt x="447675" y="504825"/>
                </a:lnTo>
                <a:close/>
                <a:moveTo>
                  <a:pt x="219075" y="514350"/>
                </a:moveTo>
                <a:lnTo>
                  <a:pt x="228600" y="514350"/>
                </a:lnTo>
                <a:lnTo>
                  <a:pt x="228600" y="495300"/>
                </a:lnTo>
                <a:lnTo>
                  <a:pt x="219075" y="495300"/>
                </a:lnTo>
                <a:close/>
                <a:moveTo>
                  <a:pt x="1162050" y="533400"/>
                </a:moveTo>
                <a:lnTo>
                  <a:pt x="1171575" y="533400"/>
                </a:lnTo>
                <a:lnTo>
                  <a:pt x="1171575" y="542925"/>
                </a:lnTo>
                <a:lnTo>
                  <a:pt x="1162050" y="542925"/>
                </a:lnTo>
                <a:close/>
                <a:moveTo>
                  <a:pt x="1447800" y="533400"/>
                </a:moveTo>
                <a:lnTo>
                  <a:pt x="1466850" y="533400"/>
                </a:lnTo>
                <a:lnTo>
                  <a:pt x="1466850" y="542925"/>
                </a:lnTo>
                <a:lnTo>
                  <a:pt x="1457325" y="542925"/>
                </a:lnTo>
                <a:lnTo>
                  <a:pt x="1457325" y="581025"/>
                </a:lnTo>
                <a:lnTo>
                  <a:pt x="1438275" y="581025"/>
                </a:lnTo>
                <a:lnTo>
                  <a:pt x="1438275" y="609600"/>
                </a:lnTo>
                <a:lnTo>
                  <a:pt x="1428750" y="609600"/>
                </a:lnTo>
                <a:lnTo>
                  <a:pt x="1428750" y="619125"/>
                </a:lnTo>
                <a:lnTo>
                  <a:pt x="1419225" y="619125"/>
                </a:lnTo>
                <a:lnTo>
                  <a:pt x="1419225" y="609600"/>
                </a:lnTo>
                <a:lnTo>
                  <a:pt x="1381125" y="609600"/>
                </a:lnTo>
                <a:lnTo>
                  <a:pt x="1381125" y="619125"/>
                </a:lnTo>
                <a:lnTo>
                  <a:pt x="1400175" y="619125"/>
                </a:lnTo>
                <a:lnTo>
                  <a:pt x="1400175" y="628650"/>
                </a:lnTo>
                <a:lnTo>
                  <a:pt x="1409700" y="628650"/>
                </a:lnTo>
                <a:lnTo>
                  <a:pt x="1409700" y="638175"/>
                </a:lnTo>
                <a:lnTo>
                  <a:pt x="1419225" y="638175"/>
                </a:lnTo>
                <a:lnTo>
                  <a:pt x="1419225" y="647700"/>
                </a:lnTo>
                <a:lnTo>
                  <a:pt x="1428750" y="647700"/>
                </a:lnTo>
                <a:lnTo>
                  <a:pt x="1428750" y="657225"/>
                </a:lnTo>
                <a:lnTo>
                  <a:pt x="1419225" y="657225"/>
                </a:lnTo>
                <a:lnTo>
                  <a:pt x="1419225" y="666750"/>
                </a:lnTo>
                <a:lnTo>
                  <a:pt x="1428750" y="666750"/>
                </a:lnTo>
                <a:lnTo>
                  <a:pt x="1428750" y="676275"/>
                </a:lnTo>
                <a:lnTo>
                  <a:pt x="1447800" y="676275"/>
                </a:lnTo>
                <a:lnTo>
                  <a:pt x="1447800" y="685800"/>
                </a:lnTo>
                <a:lnTo>
                  <a:pt x="1438275" y="685800"/>
                </a:lnTo>
                <a:lnTo>
                  <a:pt x="1438275" y="695325"/>
                </a:lnTo>
                <a:lnTo>
                  <a:pt x="1428750" y="695325"/>
                </a:lnTo>
                <a:lnTo>
                  <a:pt x="1428750" y="685800"/>
                </a:lnTo>
                <a:lnTo>
                  <a:pt x="1419225" y="685800"/>
                </a:lnTo>
                <a:lnTo>
                  <a:pt x="1419225" y="676275"/>
                </a:lnTo>
                <a:lnTo>
                  <a:pt x="1409700" y="676275"/>
                </a:lnTo>
                <a:lnTo>
                  <a:pt x="1409700" y="657225"/>
                </a:lnTo>
                <a:lnTo>
                  <a:pt x="1381125" y="657225"/>
                </a:lnTo>
                <a:lnTo>
                  <a:pt x="1381125" y="647700"/>
                </a:lnTo>
                <a:lnTo>
                  <a:pt x="1352550" y="647700"/>
                </a:lnTo>
                <a:lnTo>
                  <a:pt x="1352550" y="619125"/>
                </a:lnTo>
                <a:lnTo>
                  <a:pt x="1343025" y="619125"/>
                </a:lnTo>
                <a:lnTo>
                  <a:pt x="1343025" y="609600"/>
                </a:lnTo>
                <a:lnTo>
                  <a:pt x="1323975" y="609600"/>
                </a:lnTo>
                <a:lnTo>
                  <a:pt x="1323975" y="590550"/>
                </a:lnTo>
                <a:lnTo>
                  <a:pt x="1352550" y="590550"/>
                </a:lnTo>
                <a:lnTo>
                  <a:pt x="1352550" y="581025"/>
                </a:lnTo>
                <a:lnTo>
                  <a:pt x="1362075" y="581025"/>
                </a:lnTo>
                <a:lnTo>
                  <a:pt x="1362075" y="590550"/>
                </a:lnTo>
                <a:lnTo>
                  <a:pt x="1381125" y="590550"/>
                </a:lnTo>
                <a:lnTo>
                  <a:pt x="1381125" y="581025"/>
                </a:lnTo>
                <a:lnTo>
                  <a:pt x="1390650" y="581025"/>
                </a:lnTo>
                <a:lnTo>
                  <a:pt x="1390650" y="561975"/>
                </a:lnTo>
                <a:lnTo>
                  <a:pt x="1419225" y="561975"/>
                </a:lnTo>
                <a:lnTo>
                  <a:pt x="1419225" y="542925"/>
                </a:lnTo>
                <a:lnTo>
                  <a:pt x="1447800" y="542925"/>
                </a:lnTo>
                <a:close/>
                <a:moveTo>
                  <a:pt x="1466850" y="552450"/>
                </a:moveTo>
                <a:lnTo>
                  <a:pt x="1485900" y="552450"/>
                </a:lnTo>
                <a:lnTo>
                  <a:pt x="1485900" y="561975"/>
                </a:lnTo>
                <a:lnTo>
                  <a:pt x="1495425" y="561975"/>
                </a:lnTo>
                <a:lnTo>
                  <a:pt x="1495425" y="571500"/>
                </a:lnTo>
                <a:lnTo>
                  <a:pt x="1476375" y="571500"/>
                </a:lnTo>
                <a:lnTo>
                  <a:pt x="1476375" y="561975"/>
                </a:lnTo>
                <a:lnTo>
                  <a:pt x="1466850" y="561975"/>
                </a:lnTo>
                <a:close/>
                <a:moveTo>
                  <a:pt x="1514475" y="552450"/>
                </a:moveTo>
                <a:lnTo>
                  <a:pt x="1533525" y="552450"/>
                </a:lnTo>
                <a:lnTo>
                  <a:pt x="1533525" y="561975"/>
                </a:lnTo>
                <a:lnTo>
                  <a:pt x="1543050" y="561975"/>
                </a:lnTo>
                <a:lnTo>
                  <a:pt x="1543050" y="581025"/>
                </a:lnTo>
                <a:lnTo>
                  <a:pt x="1533525" y="581025"/>
                </a:lnTo>
                <a:lnTo>
                  <a:pt x="1533525" y="590550"/>
                </a:lnTo>
                <a:lnTo>
                  <a:pt x="1524000" y="590550"/>
                </a:lnTo>
                <a:lnTo>
                  <a:pt x="1524000" y="581025"/>
                </a:lnTo>
                <a:lnTo>
                  <a:pt x="1504950" y="581025"/>
                </a:lnTo>
                <a:lnTo>
                  <a:pt x="1504950" y="571500"/>
                </a:lnTo>
                <a:lnTo>
                  <a:pt x="1514475" y="571500"/>
                </a:lnTo>
                <a:close/>
                <a:moveTo>
                  <a:pt x="276225" y="590550"/>
                </a:moveTo>
                <a:lnTo>
                  <a:pt x="285750" y="590550"/>
                </a:lnTo>
                <a:lnTo>
                  <a:pt x="285750" y="600075"/>
                </a:lnTo>
                <a:lnTo>
                  <a:pt x="276225" y="600075"/>
                </a:lnTo>
                <a:close/>
                <a:moveTo>
                  <a:pt x="295275" y="590550"/>
                </a:moveTo>
                <a:lnTo>
                  <a:pt x="304800" y="590550"/>
                </a:lnTo>
                <a:lnTo>
                  <a:pt x="304800" y="600075"/>
                </a:lnTo>
                <a:lnTo>
                  <a:pt x="295275" y="600075"/>
                </a:lnTo>
                <a:close/>
                <a:moveTo>
                  <a:pt x="266700" y="600075"/>
                </a:moveTo>
                <a:lnTo>
                  <a:pt x="276225" y="600075"/>
                </a:lnTo>
                <a:lnTo>
                  <a:pt x="276225" y="619125"/>
                </a:lnTo>
                <a:lnTo>
                  <a:pt x="266700" y="619125"/>
                </a:lnTo>
                <a:lnTo>
                  <a:pt x="266700" y="638175"/>
                </a:lnTo>
                <a:lnTo>
                  <a:pt x="285750" y="638175"/>
                </a:lnTo>
                <a:lnTo>
                  <a:pt x="285750" y="647700"/>
                </a:lnTo>
                <a:lnTo>
                  <a:pt x="257175" y="647700"/>
                </a:lnTo>
                <a:lnTo>
                  <a:pt x="257175" y="657225"/>
                </a:lnTo>
                <a:lnTo>
                  <a:pt x="247650" y="657225"/>
                </a:lnTo>
                <a:lnTo>
                  <a:pt x="247650" y="666750"/>
                </a:lnTo>
                <a:lnTo>
                  <a:pt x="238125" y="666750"/>
                </a:lnTo>
                <a:lnTo>
                  <a:pt x="238125" y="676275"/>
                </a:lnTo>
                <a:lnTo>
                  <a:pt x="209550" y="676275"/>
                </a:lnTo>
                <a:lnTo>
                  <a:pt x="209550" y="657225"/>
                </a:lnTo>
                <a:lnTo>
                  <a:pt x="219075" y="657225"/>
                </a:lnTo>
                <a:lnTo>
                  <a:pt x="219075" y="647700"/>
                </a:lnTo>
                <a:lnTo>
                  <a:pt x="228600" y="647700"/>
                </a:lnTo>
                <a:lnTo>
                  <a:pt x="228600" y="628650"/>
                </a:lnTo>
                <a:lnTo>
                  <a:pt x="257175" y="628650"/>
                </a:lnTo>
                <a:lnTo>
                  <a:pt x="257175" y="609600"/>
                </a:lnTo>
                <a:lnTo>
                  <a:pt x="266700" y="609600"/>
                </a:lnTo>
                <a:close/>
                <a:moveTo>
                  <a:pt x="1285875" y="609600"/>
                </a:moveTo>
                <a:lnTo>
                  <a:pt x="1304925" y="609600"/>
                </a:lnTo>
                <a:lnTo>
                  <a:pt x="1304925" y="619125"/>
                </a:lnTo>
                <a:lnTo>
                  <a:pt x="1295400" y="619125"/>
                </a:lnTo>
                <a:lnTo>
                  <a:pt x="1295400" y="628650"/>
                </a:lnTo>
                <a:lnTo>
                  <a:pt x="1285875" y="628650"/>
                </a:lnTo>
                <a:lnTo>
                  <a:pt x="1285875" y="638175"/>
                </a:lnTo>
                <a:lnTo>
                  <a:pt x="1257300" y="638175"/>
                </a:lnTo>
                <a:lnTo>
                  <a:pt x="1257300" y="628650"/>
                </a:lnTo>
                <a:lnTo>
                  <a:pt x="1266825" y="628650"/>
                </a:lnTo>
                <a:lnTo>
                  <a:pt x="1266825" y="619125"/>
                </a:lnTo>
                <a:lnTo>
                  <a:pt x="1285875" y="619125"/>
                </a:lnTo>
                <a:close/>
                <a:moveTo>
                  <a:pt x="1619250" y="619125"/>
                </a:moveTo>
                <a:lnTo>
                  <a:pt x="1628775" y="619125"/>
                </a:lnTo>
                <a:lnTo>
                  <a:pt x="1628775" y="638175"/>
                </a:lnTo>
                <a:lnTo>
                  <a:pt x="1638300" y="638175"/>
                </a:lnTo>
                <a:lnTo>
                  <a:pt x="1638300" y="647700"/>
                </a:lnTo>
                <a:lnTo>
                  <a:pt x="1647825" y="647700"/>
                </a:lnTo>
                <a:lnTo>
                  <a:pt x="1647825" y="657225"/>
                </a:lnTo>
                <a:lnTo>
                  <a:pt x="1695450" y="657225"/>
                </a:lnTo>
                <a:lnTo>
                  <a:pt x="1695450" y="666750"/>
                </a:lnTo>
                <a:lnTo>
                  <a:pt x="1647825" y="666750"/>
                </a:lnTo>
                <a:lnTo>
                  <a:pt x="1647825" y="695325"/>
                </a:lnTo>
                <a:lnTo>
                  <a:pt x="1676400" y="695325"/>
                </a:lnTo>
                <a:lnTo>
                  <a:pt x="1676400" y="733425"/>
                </a:lnTo>
                <a:lnTo>
                  <a:pt x="1685925" y="733425"/>
                </a:lnTo>
                <a:lnTo>
                  <a:pt x="1685925" y="714375"/>
                </a:lnTo>
                <a:lnTo>
                  <a:pt x="1695450" y="714375"/>
                </a:lnTo>
                <a:lnTo>
                  <a:pt x="1695450" y="695325"/>
                </a:lnTo>
                <a:lnTo>
                  <a:pt x="1704975" y="695325"/>
                </a:lnTo>
                <a:lnTo>
                  <a:pt x="1704975" y="657225"/>
                </a:lnTo>
                <a:lnTo>
                  <a:pt x="1714500" y="657225"/>
                </a:lnTo>
                <a:lnTo>
                  <a:pt x="1714500" y="647700"/>
                </a:lnTo>
                <a:lnTo>
                  <a:pt x="1724025" y="647700"/>
                </a:lnTo>
                <a:lnTo>
                  <a:pt x="1724025" y="638175"/>
                </a:lnTo>
                <a:lnTo>
                  <a:pt x="1733550" y="638175"/>
                </a:lnTo>
                <a:lnTo>
                  <a:pt x="1733550" y="704850"/>
                </a:lnTo>
                <a:lnTo>
                  <a:pt x="1752600" y="704850"/>
                </a:lnTo>
                <a:lnTo>
                  <a:pt x="1752600" y="723900"/>
                </a:lnTo>
                <a:lnTo>
                  <a:pt x="1733550" y="723900"/>
                </a:lnTo>
                <a:lnTo>
                  <a:pt x="1733550" y="733425"/>
                </a:lnTo>
                <a:lnTo>
                  <a:pt x="1724025" y="733425"/>
                </a:lnTo>
                <a:lnTo>
                  <a:pt x="1724025" y="723900"/>
                </a:lnTo>
                <a:lnTo>
                  <a:pt x="1695450" y="723900"/>
                </a:lnTo>
                <a:lnTo>
                  <a:pt x="1695450" y="733425"/>
                </a:lnTo>
                <a:lnTo>
                  <a:pt x="1685925" y="733425"/>
                </a:lnTo>
                <a:lnTo>
                  <a:pt x="1685925" y="742950"/>
                </a:lnTo>
                <a:lnTo>
                  <a:pt x="1695450" y="742950"/>
                </a:lnTo>
                <a:lnTo>
                  <a:pt x="1695450" y="752475"/>
                </a:lnTo>
                <a:lnTo>
                  <a:pt x="1704975" y="752475"/>
                </a:lnTo>
                <a:lnTo>
                  <a:pt x="1704975" y="771525"/>
                </a:lnTo>
                <a:lnTo>
                  <a:pt x="1714500" y="771525"/>
                </a:lnTo>
                <a:lnTo>
                  <a:pt x="1714500" y="781050"/>
                </a:lnTo>
                <a:lnTo>
                  <a:pt x="1685925" y="781050"/>
                </a:lnTo>
                <a:lnTo>
                  <a:pt x="1685925" y="790575"/>
                </a:lnTo>
                <a:lnTo>
                  <a:pt x="1695450" y="790575"/>
                </a:lnTo>
                <a:lnTo>
                  <a:pt x="1695450" y="800100"/>
                </a:lnTo>
                <a:lnTo>
                  <a:pt x="1685925" y="800100"/>
                </a:lnTo>
                <a:lnTo>
                  <a:pt x="1685925" y="809625"/>
                </a:lnTo>
                <a:lnTo>
                  <a:pt x="1676400" y="809625"/>
                </a:lnTo>
                <a:lnTo>
                  <a:pt x="1676400" y="781050"/>
                </a:lnTo>
                <a:lnTo>
                  <a:pt x="1647825" y="781050"/>
                </a:lnTo>
                <a:lnTo>
                  <a:pt x="1647825" y="800100"/>
                </a:lnTo>
                <a:lnTo>
                  <a:pt x="1657350" y="800100"/>
                </a:lnTo>
                <a:lnTo>
                  <a:pt x="1657350" y="790575"/>
                </a:lnTo>
                <a:lnTo>
                  <a:pt x="1666875" y="790575"/>
                </a:lnTo>
                <a:lnTo>
                  <a:pt x="1666875" y="800100"/>
                </a:lnTo>
                <a:lnTo>
                  <a:pt x="1657350" y="800100"/>
                </a:lnTo>
                <a:lnTo>
                  <a:pt x="1657350" y="809625"/>
                </a:lnTo>
                <a:lnTo>
                  <a:pt x="1666875" y="809625"/>
                </a:lnTo>
                <a:lnTo>
                  <a:pt x="1666875" y="828675"/>
                </a:lnTo>
                <a:lnTo>
                  <a:pt x="1657350" y="828675"/>
                </a:lnTo>
                <a:lnTo>
                  <a:pt x="1657350" y="838200"/>
                </a:lnTo>
                <a:lnTo>
                  <a:pt x="1647825" y="838200"/>
                </a:lnTo>
                <a:lnTo>
                  <a:pt x="1647825" y="847725"/>
                </a:lnTo>
                <a:lnTo>
                  <a:pt x="1628775" y="847725"/>
                </a:lnTo>
                <a:lnTo>
                  <a:pt x="1628775" y="876300"/>
                </a:lnTo>
                <a:lnTo>
                  <a:pt x="1609725" y="876300"/>
                </a:lnTo>
                <a:lnTo>
                  <a:pt x="1609725" y="857250"/>
                </a:lnTo>
                <a:lnTo>
                  <a:pt x="1600200" y="857250"/>
                </a:lnTo>
                <a:lnTo>
                  <a:pt x="1600200" y="838200"/>
                </a:lnTo>
                <a:lnTo>
                  <a:pt x="1609725" y="838200"/>
                </a:lnTo>
                <a:lnTo>
                  <a:pt x="1609725" y="809625"/>
                </a:lnTo>
                <a:lnTo>
                  <a:pt x="1581150" y="809625"/>
                </a:lnTo>
                <a:lnTo>
                  <a:pt x="1581150" y="800100"/>
                </a:lnTo>
                <a:lnTo>
                  <a:pt x="1600200" y="800100"/>
                </a:lnTo>
                <a:lnTo>
                  <a:pt x="1600200" y="790575"/>
                </a:lnTo>
                <a:lnTo>
                  <a:pt x="1609725" y="790575"/>
                </a:lnTo>
                <a:lnTo>
                  <a:pt x="1609725" y="771525"/>
                </a:lnTo>
                <a:lnTo>
                  <a:pt x="1600200" y="771525"/>
                </a:lnTo>
                <a:lnTo>
                  <a:pt x="1600200" y="762000"/>
                </a:lnTo>
                <a:lnTo>
                  <a:pt x="1590675" y="762000"/>
                </a:lnTo>
                <a:lnTo>
                  <a:pt x="1590675" y="752475"/>
                </a:lnTo>
                <a:lnTo>
                  <a:pt x="1581150" y="752475"/>
                </a:lnTo>
                <a:lnTo>
                  <a:pt x="1581150" y="742950"/>
                </a:lnTo>
                <a:lnTo>
                  <a:pt x="1571625" y="742950"/>
                </a:lnTo>
                <a:lnTo>
                  <a:pt x="1571625" y="752475"/>
                </a:lnTo>
                <a:lnTo>
                  <a:pt x="1562100" y="752475"/>
                </a:lnTo>
                <a:lnTo>
                  <a:pt x="1562100" y="742950"/>
                </a:lnTo>
                <a:lnTo>
                  <a:pt x="1552575" y="742950"/>
                </a:lnTo>
                <a:lnTo>
                  <a:pt x="1552575" y="762000"/>
                </a:lnTo>
                <a:lnTo>
                  <a:pt x="1543050" y="762000"/>
                </a:lnTo>
                <a:lnTo>
                  <a:pt x="1543050" y="781050"/>
                </a:lnTo>
                <a:lnTo>
                  <a:pt x="1552575" y="781050"/>
                </a:lnTo>
                <a:lnTo>
                  <a:pt x="1552575" y="790575"/>
                </a:lnTo>
                <a:lnTo>
                  <a:pt x="1562100" y="790575"/>
                </a:lnTo>
                <a:lnTo>
                  <a:pt x="1562100" y="800100"/>
                </a:lnTo>
                <a:lnTo>
                  <a:pt x="1571625" y="800100"/>
                </a:lnTo>
                <a:lnTo>
                  <a:pt x="1571625" y="809625"/>
                </a:lnTo>
                <a:lnTo>
                  <a:pt x="1581150" y="809625"/>
                </a:lnTo>
                <a:lnTo>
                  <a:pt x="1581150" y="819150"/>
                </a:lnTo>
                <a:lnTo>
                  <a:pt x="1552575" y="819150"/>
                </a:lnTo>
                <a:lnTo>
                  <a:pt x="1552575" y="828675"/>
                </a:lnTo>
                <a:lnTo>
                  <a:pt x="1543050" y="828675"/>
                </a:lnTo>
                <a:lnTo>
                  <a:pt x="1543050" y="809625"/>
                </a:lnTo>
                <a:lnTo>
                  <a:pt x="1533525" y="809625"/>
                </a:lnTo>
                <a:lnTo>
                  <a:pt x="1533525" y="781050"/>
                </a:lnTo>
                <a:lnTo>
                  <a:pt x="1524000" y="781050"/>
                </a:lnTo>
                <a:lnTo>
                  <a:pt x="1524000" y="762000"/>
                </a:lnTo>
                <a:lnTo>
                  <a:pt x="1514475" y="762000"/>
                </a:lnTo>
                <a:lnTo>
                  <a:pt x="1514475" y="752475"/>
                </a:lnTo>
                <a:lnTo>
                  <a:pt x="1485900" y="752475"/>
                </a:lnTo>
                <a:lnTo>
                  <a:pt x="1485900" y="742950"/>
                </a:lnTo>
                <a:lnTo>
                  <a:pt x="1543050" y="742950"/>
                </a:lnTo>
                <a:lnTo>
                  <a:pt x="1543050" y="723900"/>
                </a:lnTo>
                <a:lnTo>
                  <a:pt x="1533525" y="723900"/>
                </a:lnTo>
                <a:lnTo>
                  <a:pt x="1533525" y="733425"/>
                </a:lnTo>
                <a:lnTo>
                  <a:pt x="1524000" y="733425"/>
                </a:lnTo>
                <a:lnTo>
                  <a:pt x="1524000" y="723900"/>
                </a:lnTo>
                <a:lnTo>
                  <a:pt x="1514475" y="723900"/>
                </a:lnTo>
                <a:lnTo>
                  <a:pt x="1514475" y="733425"/>
                </a:lnTo>
                <a:lnTo>
                  <a:pt x="1504950" y="733425"/>
                </a:lnTo>
                <a:lnTo>
                  <a:pt x="1504950" y="704850"/>
                </a:lnTo>
                <a:lnTo>
                  <a:pt x="1514475" y="704850"/>
                </a:lnTo>
                <a:lnTo>
                  <a:pt x="1514475" y="695325"/>
                </a:lnTo>
                <a:lnTo>
                  <a:pt x="1524000" y="695325"/>
                </a:lnTo>
                <a:lnTo>
                  <a:pt x="1524000" y="685800"/>
                </a:lnTo>
                <a:lnTo>
                  <a:pt x="1533525" y="685800"/>
                </a:lnTo>
                <a:lnTo>
                  <a:pt x="1533525" y="695325"/>
                </a:lnTo>
                <a:lnTo>
                  <a:pt x="1543050" y="695325"/>
                </a:lnTo>
                <a:lnTo>
                  <a:pt x="1543050" y="704850"/>
                </a:lnTo>
                <a:lnTo>
                  <a:pt x="1552575" y="704850"/>
                </a:lnTo>
                <a:lnTo>
                  <a:pt x="1552575" y="695325"/>
                </a:lnTo>
                <a:lnTo>
                  <a:pt x="1581150" y="695325"/>
                </a:lnTo>
                <a:lnTo>
                  <a:pt x="1581150" y="685800"/>
                </a:lnTo>
                <a:lnTo>
                  <a:pt x="1590675" y="685800"/>
                </a:lnTo>
                <a:lnTo>
                  <a:pt x="1590675" y="695325"/>
                </a:lnTo>
                <a:lnTo>
                  <a:pt x="1619250" y="695325"/>
                </a:lnTo>
                <a:lnTo>
                  <a:pt x="1619250" y="685800"/>
                </a:lnTo>
                <a:lnTo>
                  <a:pt x="1600200" y="685800"/>
                </a:lnTo>
                <a:lnTo>
                  <a:pt x="1600200" y="666750"/>
                </a:lnTo>
                <a:lnTo>
                  <a:pt x="1619250" y="666750"/>
                </a:lnTo>
                <a:lnTo>
                  <a:pt x="1619250" y="638175"/>
                </a:lnTo>
                <a:lnTo>
                  <a:pt x="1609725" y="638175"/>
                </a:lnTo>
                <a:lnTo>
                  <a:pt x="1609725" y="628650"/>
                </a:lnTo>
                <a:lnTo>
                  <a:pt x="1619250" y="628650"/>
                </a:lnTo>
                <a:close/>
                <a:moveTo>
                  <a:pt x="1238250" y="638175"/>
                </a:moveTo>
                <a:lnTo>
                  <a:pt x="1257300" y="638175"/>
                </a:lnTo>
                <a:lnTo>
                  <a:pt x="1257300" y="647700"/>
                </a:lnTo>
                <a:lnTo>
                  <a:pt x="1238250" y="647700"/>
                </a:lnTo>
                <a:close/>
                <a:moveTo>
                  <a:pt x="295275" y="647700"/>
                </a:moveTo>
                <a:lnTo>
                  <a:pt x="304800" y="647700"/>
                </a:lnTo>
                <a:lnTo>
                  <a:pt x="304800" y="657225"/>
                </a:lnTo>
                <a:lnTo>
                  <a:pt x="295275" y="657225"/>
                </a:lnTo>
                <a:close/>
                <a:moveTo>
                  <a:pt x="1228725" y="647700"/>
                </a:moveTo>
                <a:lnTo>
                  <a:pt x="1238250" y="647700"/>
                </a:lnTo>
                <a:lnTo>
                  <a:pt x="1238250" y="657225"/>
                </a:lnTo>
                <a:lnTo>
                  <a:pt x="1228725" y="657225"/>
                </a:lnTo>
                <a:close/>
                <a:moveTo>
                  <a:pt x="733425" y="657225"/>
                </a:moveTo>
                <a:lnTo>
                  <a:pt x="781050" y="657225"/>
                </a:lnTo>
                <a:lnTo>
                  <a:pt x="781050" y="666750"/>
                </a:lnTo>
                <a:lnTo>
                  <a:pt x="790575" y="666750"/>
                </a:lnTo>
                <a:lnTo>
                  <a:pt x="790575" y="676275"/>
                </a:lnTo>
                <a:lnTo>
                  <a:pt x="809625" y="676275"/>
                </a:lnTo>
                <a:lnTo>
                  <a:pt x="809625" y="685800"/>
                </a:lnTo>
                <a:lnTo>
                  <a:pt x="819150" y="685800"/>
                </a:lnTo>
                <a:lnTo>
                  <a:pt x="819150" y="704850"/>
                </a:lnTo>
                <a:lnTo>
                  <a:pt x="809625" y="704850"/>
                </a:lnTo>
                <a:lnTo>
                  <a:pt x="809625" y="723900"/>
                </a:lnTo>
                <a:lnTo>
                  <a:pt x="819150" y="723900"/>
                </a:lnTo>
                <a:lnTo>
                  <a:pt x="819150" y="733425"/>
                </a:lnTo>
                <a:lnTo>
                  <a:pt x="828675" y="733425"/>
                </a:lnTo>
                <a:lnTo>
                  <a:pt x="828675" y="752475"/>
                </a:lnTo>
                <a:lnTo>
                  <a:pt x="819150" y="752475"/>
                </a:lnTo>
                <a:lnTo>
                  <a:pt x="819150" y="762000"/>
                </a:lnTo>
                <a:lnTo>
                  <a:pt x="809625" y="762000"/>
                </a:lnTo>
                <a:lnTo>
                  <a:pt x="809625" y="752475"/>
                </a:lnTo>
                <a:lnTo>
                  <a:pt x="800100" y="752475"/>
                </a:lnTo>
                <a:lnTo>
                  <a:pt x="800100" y="762000"/>
                </a:lnTo>
                <a:lnTo>
                  <a:pt x="809625" y="762000"/>
                </a:lnTo>
                <a:lnTo>
                  <a:pt x="809625" y="771525"/>
                </a:lnTo>
                <a:lnTo>
                  <a:pt x="790575" y="771525"/>
                </a:lnTo>
                <a:lnTo>
                  <a:pt x="790575" y="762000"/>
                </a:lnTo>
                <a:lnTo>
                  <a:pt x="762000" y="762000"/>
                </a:lnTo>
                <a:lnTo>
                  <a:pt x="762000" y="733425"/>
                </a:lnTo>
                <a:lnTo>
                  <a:pt x="752475" y="733425"/>
                </a:lnTo>
                <a:lnTo>
                  <a:pt x="752475" y="742950"/>
                </a:lnTo>
                <a:lnTo>
                  <a:pt x="742950" y="742950"/>
                </a:lnTo>
                <a:lnTo>
                  <a:pt x="742950" y="733425"/>
                </a:lnTo>
                <a:lnTo>
                  <a:pt x="723900" y="733425"/>
                </a:lnTo>
                <a:lnTo>
                  <a:pt x="723900" y="723900"/>
                </a:lnTo>
                <a:lnTo>
                  <a:pt x="704850" y="723900"/>
                </a:lnTo>
                <a:lnTo>
                  <a:pt x="704850" y="714375"/>
                </a:lnTo>
                <a:lnTo>
                  <a:pt x="695325" y="714375"/>
                </a:lnTo>
                <a:lnTo>
                  <a:pt x="695325" y="704850"/>
                </a:lnTo>
                <a:lnTo>
                  <a:pt x="704850" y="704850"/>
                </a:lnTo>
                <a:lnTo>
                  <a:pt x="704850" y="714375"/>
                </a:lnTo>
                <a:lnTo>
                  <a:pt x="723900" y="714375"/>
                </a:lnTo>
                <a:lnTo>
                  <a:pt x="723900" y="723900"/>
                </a:lnTo>
                <a:lnTo>
                  <a:pt x="742950" y="723900"/>
                </a:lnTo>
                <a:lnTo>
                  <a:pt x="742950" y="714375"/>
                </a:lnTo>
                <a:lnTo>
                  <a:pt x="733425" y="714375"/>
                </a:lnTo>
                <a:lnTo>
                  <a:pt x="733425" y="695325"/>
                </a:lnTo>
                <a:lnTo>
                  <a:pt x="714375" y="695325"/>
                </a:lnTo>
                <a:lnTo>
                  <a:pt x="714375" y="676275"/>
                </a:lnTo>
                <a:lnTo>
                  <a:pt x="723900" y="676275"/>
                </a:lnTo>
                <a:lnTo>
                  <a:pt x="723900" y="685800"/>
                </a:lnTo>
                <a:lnTo>
                  <a:pt x="752475" y="685800"/>
                </a:lnTo>
                <a:lnTo>
                  <a:pt x="752475" y="666750"/>
                </a:lnTo>
                <a:lnTo>
                  <a:pt x="733425" y="666750"/>
                </a:lnTo>
                <a:close/>
                <a:moveTo>
                  <a:pt x="180975" y="666750"/>
                </a:moveTo>
                <a:lnTo>
                  <a:pt x="190500" y="666750"/>
                </a:lnTo>
                <a:lnTo>
                  <a:pt x="190500" y="676275"/>
                </a:lnTo>
                <a:lnTo>
                  <a:pt x="180975" y="676275"/>
                </a:lnTo>
                <a:close/>
                <a:moveTo>
                  <a:pt x="1390650" y="666750"/>
                </a:moveTo>
                <a:lnTo>
                  <a:pt x="1400175" y="666750"/>
                </a:lnTo>
                <a:lnTo>
                  <a:pt x="1400175" y="685800"/>
                </a:lnTo>
                <a:lnTo>
                  <a:pt x="1390650" y="685800"/>
                </a:lnTo>
                <a:close/>
                <a:moveTo>
                  <a:pt x="1657350" y="676275"/>
                </a:moveTo>
                <a:lnTo>
                  <a:pt x="1666875" y="676275"/>
                </a:lnTo>
                <a:lnTo>
                  <a:pt x="1666875" y="685800"/>
                </a:lnTo>
                <a:lnTo>
                  <a:pt x="1657350" y="685800"/>
                </a:lnTo>
                <a:close/>
                <a:moveTo>
                  <a:pt x="1714500" y="676275"/>
                </a:moveTo>
                <a:lnTo>
                  <a:pt x="1724025" y="676275"/>
                </a:lnTo>
                <a:lnTo>
                  <a:pt x="1724025" y="666750"/>
                </a:lnTo>
                <a:lnTo>
                  <a:pt x="1714500" y="666750"/>
                </a:lnTo>
                <a:close/>
                <a:moveTo>
                  <a:pt x="1381125" y="685800"/>
                </a:moveTo>
                <a:lnTo>
                  <a:pt x="1390650" y="685800"/>
                </a:lnTo>
                <a:lnTo>
                  <a:pt x="1390650" y="695325"/>
                </a:lnTo>
                <a:lnTo>
                  <a:pt x="1381125" y="695325"/>
                </a:lnTo>
                <a:close/>
                <a:moveTo>
                  <a:pt x="1362075" y="695325"/>
                </a:moveTo>
                <a:lnTo>
                  <a:pt x="1371600" y="695325"/>
                </a:lnTo>
                <a:lnTo>
                  <a:pt x="1371600" y="704850"/>
                </a:lnTo>
                <a:lnTo>
                  <a:pt x="1362075" y="704850"/>
                </a:lnTo>
                <a:close/>
                <a:moveTo>
                  <a:pt x="1628775" y="695325"/>
                </a:moveTo>
                <a:lnTo>
                  <a:pt x="1638300" y="695325"/>
                </a:lnTo>
                <a:lnTo>
                  <a:pt x="1638300" y="657225"/>
                </a:lnTo>
                <a:lnTo>
                  <a:pt x="1628775" y="657225"/>
                </a:lnTo>
                <a:close/>
                <a:moveTo>
                  <a:pt x="1781175" y="695325"/>
                </a:moveTo>
                <a:lnTo>
                  <a:pt x="1790700" y="695325"/>
                </a:lnTo>
                <a:lnTo>
                  <a:pt x="1790700" y="704850"/>
                </a:lnTo>
                <a:lnTo>
                  <a:pt x="1781175" y="704850"/>
                </a:lnTo>
                <a:close/>
                <a:moveTo>
                  <a:pt x="285750" y="704850"/>
                </a:moveTo>
                <a:lnTo>
                  <a:pt x="304800" y="704850"/>
                </a:lnTo>
                <a:lnTo>
                  <a:pt x="304800" y="714375"/>
                </a:lnTo>
                <a:lnTo>
                  <a:pt x="285750" y="714375"/>
                </a:lnTo>
                <a:close/>
                <a:moveTo>
                  <a:pt x="828675" y="704850"/>
                </a:moveTo>
                <a:lnTo>
                  <a:pt x="847725" y="704850"/>
                </a:lnTo>
                <a:lnTo>
                  <a:pt x="847725" y="723900"/>
                </a:lnTo>
                <a:lnTo>
                  <a:pt x="838200" y="723900"/>
                </a:lnTo>
                <a:lnTo>
                  <a:pt x="838200" y="714375"/>
                </a:lnTo>
                <a:lnTo>
                  <a:pt x="828675" y="714375"/>
                </a:lnTo>
                <a:close/>
                <a:moveTo>
                  <a:pt x="228600" y="714375"/>
                </a:moveTo>
                <a:lnTo>
                  <a:pt x="266700" y="714375"/>
                </a:lnTo>
                <a:lnTo>
                  <a:pt x="266700" y="723900"/>
                </a:lnTo>
                <a:lnTo>
                  <a:pt x="228600" y="723900"/>
                </a:lnTo>
                <a:close/>
                <a:moveTo>
                  <a:pt x="781050" y="714375"/>
                </a:moveTo>
                <a:lnTo>
                  <a:pt x="800100" y="714375"/>
                </a:lnTo>
                <a:lnTo>
                  <a:pt x="800100" y="695325"/>
                </a:lnTo>
                <a:lnTo>
                  <a:pt x="790575" y="695325"/>
                </a:lnTo>
                <a:lnTo>
                  <a:pt x="790575" y="685800"/>
                </a:lnTo>
                <a:lnTo>
                  <a:pt x="781050" y="685800"/>
                </a:lnTo>
                <a:lnTo>
                  <a:pt x="781050" y="695325"/>
                </a:lnTo>
                <a:lnTo>
                  <a:pt x="771525" y="695325"/>
                </a:lnTo>
                <a:lnTo>
                  <a:pt x="771525" y="723900"/>
                </a:lnTo>
                <a:lnTo>
                  <a:pt x="781050" y="723900"/>
                </a:lnTo>
                <a:close/>
                <a:moveTo>
                  <a:pt x="1314450" y="714375"/>
                </a:moveTo>
                <a:lnTo>
                  <a:pt x="1323975" y="714375"/>
                </a:lnTo>
                <a:lnTo>
                  <a:pt x="1323975" y="723900"/>
                </a:lnTo>
                <a:lnTo>
                  <a:pt x="1314450" y="723900"/>
                </a:lnTo>
                <a:close/>
                <a:moveTo>
                  <a:pt x="1638300" y="714375"/>
                </a:moveTo>
                <a:lnTo>
                  <a:pt x="1628775" y="714375"/>
                </a:lnTo>
                <a:lnTo>
                  <a:pt x="1628775" y="723900"/>
                </a:lnTo>
                <a:lnTo>
                  <a:pt x="1638300" y="723900"/>
                </a:lnTo>
                <a:close/>
                <a:moveTo>
                  <a:pt x="1638300" y="714375"/>
                </a:moveTo>
                <a:lnTo>
                  <a:pt x="1647825" y="714375"/>
                </a:lnTo>
                <a:lnTo>
                  <a:pt x="1647825" y="704850"/>
                </a:lnTo>
                <a:lnTo>
                  <a:pt x="1638300" y="704850"/>
                </a:lnTo>
                <a:close/>
                <a:moveTo>
                  <a:pt x="219075" y="723900"/>
                </a:moveTo>
                <a:lnTo>
                  <a:pt x="228600" y="723900"/>
                </a:lnTo>
                <a:lnTo>
                  <a:pt x="228600" y="733425"/>
                </a:lnTo>
                <a:lnTo>
                  <a:pt x="219075" y="733425"/>
                </a:lnTo>
                <a:close/>
                <a:moveTo>
                  <a:pt x="847725" y="723900"/>
                </a:moveTo>
                <a:lnTo>
                  <a:pt x="857250" y="723900"/>
                </a:lnTo>
                <a:lnTo>
                  <a:pt x="857250" y="733425"/>
                </a:lnTo>
                <a:lnTo>
                  <a:pt x="847725" y="733425"/>
                </a:lnTo>
                <a:close/>
                <a:moveTo>
                  <a:pt x="857250" y="733425"/>
                </a:moveTo>
                <a:lnTo>
                  <a:pt x="885825" y="733425"/>
                </a:lnTo>
                <a:lnTo>
                  <a:pt x="885825" y="742950"/>
                </a:lnTo>
                <a:lnTo>
                  <a:pt x="895350" y="742950"/>
                </a:lnTo>
                <a:lnTo>
                  <a:pt x="895350" y="752475"/>
                </a:lnTo>
                <a:lnTo>
                  <a:pt x="866775" y="752475"/>
                </a:lnTo>
                <a:lnTo>
                  <a:pt x="866775" y="742950"/>
                </a:lnTo>
                <a:lnTo>
                  <a:pt x="857250" y="742950"/>
                </a:lnTo>
                <a:close/>
                <a:moveTo>
                  <a:pt x="1295400" y="733425"/>
                </a:moveTo>
                <a:lnTo>
                  <a:pt x="1314450" y="733425"/>
                </a:lnTo>
                <a:lnTo>
                  <a:pt x="1314450" y="742950"/>
                </a:lnTo>
                <a:lnTo>
                  <a:pt x="1295400" y="742950"/>
                </a:lnTo>
                <a:close/>
                <a:moveTo>
                  <a:pt x="1238250" y="742950"/>
                </a:moveTo>
                <a:lnTo>
                  <a:pt x="1295400" y="742950"/>
                </a:lnTo>
                <a:lnTo>
                  <a:pt x="1295400" y="752475"/>
                </a:lnTo>
                <a:lnTo>
                  <a:pt x="1266825" y="752475"/>
                </a:lnTo>
                <a:lnTo>
                  <a:pt x="1266825" y="762000"/>
                </a:lnTo>
                <a:lnTo>
                  <a:pt x="1247775" y="762000"/>
                </a:lnTo>
                <a:lnTo>
                  <a:pt x="1247775" y="752475"/>
                </a:lnTo>
                <a:lnTo>
                  <a:pt x="1238250" y="752475"/>
                </a:lnTo>
                <a:close/>
                <a:moveTo>
                  <a:pt x="276225" y="752475"/>
                </a:moveTo>
                <a:lnTo>
                  <a:pt x="295275" y="752475"/>
                </a:lnTo>
                <a:lnTo>
                  <a:pt x="295275" y="762000"/>
                </a:lnTo>
                <a:lnTo>
                  <a:pt x="304800" y="762000"/>
                </a:lnTo>
                <a:lnTo>
                  <a:pt x="304800" y="781050"/>
                </a:lnTo>
                <a:lnTo>
                  <a:pt x="266700" y="781050"/>
                </a:lnTo>
                <a:lnTo>
                  <a:pt x="266700" y="771525"/>
                </a:lnTo>
                <a:lnTo>
                  <a:pt x="276225" y="771525"/>
                </a:lnTo>
                <a:close/>
                <a:moveTo>
                  <a:pt x="1638300" y="762000"/>
                </a:moveTo>
                <a:lnTo>
                  <a:pt x="1628775" y="762000"/>
                </a:lnTo>
                <a:lnTo>
                  <a:pt x="1628775" y="771525"/>
                </a:lnTo>
                <a:lnTo>
                  <a:pt x="1619250" y="771525"/>
                </a:lnTo>
                <a:lnTo>
                  <a:pt x="1619250" y="781050"/>
                </a:lnTo>
                <a:lnTo>
                  <a:pt x="1638300" y="781050"/>
                </a:lnTo>
                <a:close/>
                <a:moveTo>
                  <a:pt x="1638300" y="762000"/>
                </a:moveTo>
                <a:lnTo>
                  <a:pt x="1647825" y="762000"/>
                </a:lnTo>
                <a:lnTo>
                  <a:pt x="1647825" y="742950"/>
                </a:lnTo>
                <a:lnTo>
                  <a:pt x="1638300" y="742950"/>
                </a:lnTo>
                <a:close/>
                <a:moveTo>
                  <a:pt x="704850" y="771525"/>
                </a:moveTo>
                <a:lnTo>
                  <a:pt x="714375" y="771525"/>
                </a:lnTo>
                <a:lnTo>
                  <a:pt x="714375" y="781050"/>
                </a:lnTo>
                <a:lnTo>
                  <a:pt x="733425" y="781050"/>
                </a:lnTo>
                <a:lnTo>
                  <a:pt x="733425" y="790575"/>
                </a:lnTo>
                <a:lnTo>
                  <a:pt x="742950" y="790575"/>
                </a:lnTo>
                <a:lnTo>
                  <a:pt x="742950" y="809625"/>
                </a:lnTo>
                <a:lnTo>
                  <a:pt x="771525" y="809625"/>
                </a:lnTo>
                <a:lnTo>
                  <a:pt x="771525" y="819150"/>
                </a:lnTo>
                <a:lnTo>
                  <a:pt x="781050" y="819150"/>
                </a:lnTo>
                <a:lnTo>
                  <a:pt x="781050" y="828675"/>
                </a:lnTo>
                <a:lnTo>
                  <a:pt x="800100" y="828675"/>
                </a:lnTo>
                <a:lnTo>
                  <a:pt x="800100" y="847725"/>
                </a:lnTo>
                <a:lnTo>
                  <a:pt x="790575" y="847725"/>
                </a:lnTo>
                <a:lnTo>
                  <a:pt x="790575" y="857250"/>
                </a:lnTo>
                <a:lnTo>
                  <a:pt x="742950" y="857250"/>
                </a:lnTo>
                <a:lnTo>
                  <a:pt x="742950" y="866775"/>
                </a:lnTo>
                <a:lnTo>
                  <a:pt x="733425" y="866775"/>
                </a:lnTo>
                <a:lnTo>
                  <a:pt x="733425" y="876300"/>
                </a:lnTo>
                <a:lnTo>
                  <a:pt x="723900" y="876300"/>
                </a:lnTo>
                <a:lnTo>
                  <a:pt x="723900" y="885825"/>
                </a:lnTo>
                <a:lnTo>
                  <a:pt x="714375" y="885825"/>
                </a:lnTo>
                <a:lnTo>
                  <a:pt x="714375" y="866775"/>
                </a:lnTo>
                <a:lnTo>
                  <a:pt x="695325" y="866775"/>
                </a:lnTo>
                <a:lnTo>
                  <a:pt x="695325" y="857250"/>
                </a:lnTo>
                <a:lnTo>
                  <a:pt x="685800" y="857250"/>
                </a:lnTo>
                <a:lnTo>
                  <a:pt x="685800" y="847725"/>
                </a:lnTo>
                <a:lnTo>
                  <a:pt x="676275" y="847725"/>
                </a:lnTo>
                <a:lnTo>
                  <a:pt x="676275" y="828675"/>
                </a:lnTo>
                <a:lnTo>
                  <a:pt x="657225" y="828675"/>
                </a:lnTo>
                <a:lnTo>
                  <a:pt x="657225" y="790575"/>
                </a:lnTo>
                <a:lnTo>
                  <a:pt x="666750" y="790575"/>
                </a:lnTo>
                <a:lnTo>
                  <a:pt x="666750" y="781050"/>
                </a:lnTo>
                <a:lnTo>
                  <a:pt x="676275" y="781050"/>
                </a:lnTo>
                <a:lnTo>
                  <a:pt x="676275" y="790575"/>
                </a:lnTo>
                <a:lnTo>
                  <a:pt x="666750" y="790575"/>
                </a:lnTo>
                <a:lnTo>
                  <a:pt x="666750" y="800100"/>
                </a:lnTo>
                <a:lnTo>
                  <a:pt x="685800" y="800100"/>
                </a:lnTo>
                <a:lnTo>
                  <a:pt x="685800" y="790575"/>
                </a:lnTo>
                <a:lnTo>
                  <a:pt x="704850" y="790575"/>
                </a:lnTo>
                <a:close/>
                <a:moveTo>
                  <a:pt x="1409700" y="771525"/>
                </a:moveTo>
                <a:lnTo>
                  <a:pt x="1438275" y="771525"/>
                </a:lnTo>
                <a:lnTo>
                  <a:pt x="1438275" y="790575"/>
                </a:lnTo>
                <a:lnTo>
                  <a:pt x="1419225" y="790575"/>
                </a:lnTo>
                <a:lnTo>
                  <a:pt x="1419225" y="809625"/>
                </a:lnTo>
                <a:lnTo>
                  <a:pt x="1409700" y="809625"/>
                </a:lnTo>
                <a:close/>
                <a:moveTo>
                  <a:pt x="1571625" y="771525"/>
                </a:moveTo>
                <a:lnTo>
                  <a:pt x="1581150" y="771525"/>
                </a:lnTo>
                <a:lnTo>
                  <a:pt x="1581150" y="781050"/>
                </a:lnTo>
                <a:lnTo>
                  <a:pt x="1571625" y="781050"/>
                </a:lnTo>
                <a:close/>
                <a:moveTo>
                  <a:pt x="800100" y="781050"/>
                </a:moveTo>
                <a:lnTo>
                  <a:pt x="828675" y="781050"/>
                </a:lnTo>
                <a:lnTo>
                  <a:pt x="828675" y="790575"/>
                </a:lnTo>
                <a:lnTo>
                  <a:pt x="800100" y="790575"/>
                </a:lnTo>
                <a:close/>
                <a:moveTo>
                  <a:pt x="828675" y="790575"/>
                </a:moveTo>
                <a:lnTo>
                  <a:pt x="847725" y="790575"/>
                </a:lnTo>
                <a:lnTo>
                  <a:pt x="847725" y="800100"/>
                </a:lnTo>
                <a:lnTo>
                  <a:pt x="857250" y="800100"/>
                </a:lnTo>
                <a:lnTo>
                  <a:pt x="857250" y="809625"/>
                </a:lnTo>
                <a:lnTo>
                  <a:pt x="838200" y="809625"/>
                </a:lnTo>
                <a:lnTo>
                  <a:pt x="838200" y="800100"/>
                </a:lnTo>
                <a:lnTo>
                  <a:pt x="828675" y="800100"/>
                </a:lnTo>
                <a:close/>
                <a:moveTo>
                  <a:pt x="895350" y="800100"/>
                </a:moveTo>
                <a:lnTo>
                  <a:pt x="904875" y="800100"/>
                </a:lnTo>
                <a:lnTo>
                  <a:pt x="904875" y="809625"/>
                </a:lnTo>
                <a:lnTo>
                  <a:pt x="895350" y="809625"/>
                </a:lnTo>
                <a:close/>
                <a:moveTo>
                  <a:pt x="942975" y="809625"/>
                </a:moveTo>
                <a:lnTo>
                  <a:pt x="962025" y="809625"/>
                </a:lnTo>
                <a:lnTo>
                  <a:pt x="962025" y="819150"/>
                </a:lnTo>
                <a:lnTo>
                  <a:pt x="1009650" y="819150"/>
                </a:lnTo>
                <a:lnTo>
                  <a:pt x="1009650" y="828675"/>
                </a:lnTo>
                <a:lnTo>
                  <a:pt x="1028700" y="828675"/>
                </a:lnTo>
                <a:lnTo>
                  <a:pt x="1028700" y="857250"/>
                </a:lnTo>
                <a:lnTo>
                  <a:pt x="1019175" y="857250"/>
                </a:lnTo>
                <a:lnTo>
                  <a:pt x="1019175" y="847725"/>
                </a:lnTo>
                <a:lnTo>
                  <a:pt x="981075" y="847725"/>
                </a:lnTo>
                <a:lnTo>
                  <a:pt x="981075" y="838200"/>
                </a:lnTo>
                <a:lnTo>
                  <a:pt x="942975" y="838200"/>
                </a:lnTo>
                <a:lnTo>
                  <a:pt x="942975" y="828675"/>
                </a:lnTo>
                <a:lnTo>
                  <a:pt x="933450" y="828675"/>
                </a:lnTo>
                <a:lnTo>
                  <a:pt x="933450" y="819150"/>
                </a:lnTo>
                <a:lnTo>
                  <a:pt x="942975" y="819150"/>
                </a:lnTo>
                <a:close/>
                <a:moveTo>
                  <a:pt x="1190625" y="819150"/>
                </a:moveTo>
                <a:lnTo>
                  <a:pt x="1200150" y="819150"/>
                </a:lnTo>
                <a:lnTo>
                  <a:pt x="1200150" y="847725"/>
                </a:lnTo>
                <a:lnTo>
                  <a:pt x="1190625" y="847725"/>
                </a:lnTo>
                <a:close/>
                <a:moveTo>
                  <a:pt x="1619250" y="819150"/>
                </a:moveTo>
                <a:lnTo>
                  <a:pt x="1628775" y="819150"/>
                </a:lnTo>
                <a:lnTo>
                  <a:pt x="1628775" y="800100"/>
                </a:lnTo>
                <a:lnTo>
                  <a:pt x="1619250" y="800100"/>
                </a:lnTo>
                <a:close/>
                <a:moveTo>
                  <a:pt x="1695450" y="819150"/>
                </a:moveTo>
                <a:lnTo>
                  <a:pt x="1714500" y="819150"/>
                </a:lnTo>
                <a:lnTo>
                  <a:pt x="1714500" y="828675"/>
                </a:lnTo>
                <a:lnTo>
                  <a:pt x="1695450" y="828675"/>
                </a:lnTo>
                <a:close/>
                <a:moveTo>
                  <a:pt x="809625" y="828675"/>
                </a:moveTo>
                <a:lnTo>
                  <a:pt x="838200" y="828675"/>
                </a:lnTo>
                <a:lnTo>
                  <a:pt x="838200" y="838200"/>
                </a:lnTo>
                <a:lnTo>
                  <a:pt x="847725" y="838200"/>
                </a:lnTo>
                <a:lnTo>
                  <a:pt x="847725" y="857250"/>
                </a:lnTo>
                <a:lnTo>
                  <a:pt x="857250" y="857250"/>
                </a:lnTo>
                <a:lnTo>
                  <a:pt x="857250" y="866775"/>
                </a:lnTo>
                <a:lnTo>
                  <a:pt x="866775" y="866775"/>
                </a:lnTo>
                <a:lnTo>
                  <a:pt x="866775" y="876300"/>
                </a:lnTo>
                <a:lnTo>
                  <a:pt x="838200" y="876300"/>
                </a:lnTo>
                <a:lnTo>
                  <a:pt x="838200" y="904875"/>
                </a:lnTo>
                <a:lnTo>
                  <a:pt x="828675" y="904875"/>
                </a:lnTo>
                <a:lnTo>
                  <a:pt x="828675" y="885825"/>
                </a:lnTo>
                <a:lnTo>
                  <a:pt x="819150" y="885825"/>
                </a:lnTo>
                <a:lnTo>
                  <a:pt x="819150" y="895350"/>
                </a:lnTo>
                <a:lnTo>
                  <a:pt x="809625" y="895350"/>
                </a:lnTo>
                <a:lnTo>
                  <a:pt x="809625" y="885825"/>
                </a:lnTo>
                <a:lnTo>
                  <a:pt x="790575" y="885825"/>
                </a:lnTo>
                <a:lnTo>
                  <a:pt x="790575" y="895350"/>
                </a:lnTo>
                <a:lnTo>
                  <a:pt x="781050" y="895350"/>
                </a:lnTo>
                <a:lnTo>
                  <a:pt x="781050" y="885825"/>
                </a:lnTo>
                <a:lnTo>
                  <a:pt x="771525" y="885825"/>
                </a:lnTo>
                <a:lnTo>
                  <a:pt x="771525" y="876300"/>
                </a:lnTo>
                <a:lnTo>
                  <a:pt x="781050" y="876300"/>
                </a:lnTo>
                <a:lnTo>
                  <a:pt x="781050" y="866775"/>
                </a:lnTo>
                <a:lnTo>
                  <a:pt x="819150" y="866775"/>
                </a:lnTo>
                <a:lnTo>
                  <a:pt x="819150" y="857250"/>
                </a:lnTo>
                <a:lnTo>
                  <a:pt x="809625" y="857250"/>
                </a:lnTo>
                <a:close/>
                <a:moveTo>
                  <a:pt x="1047750" y="828675"/>
                </a:moveTo>
                <a:lnTo>
                  <a:pt x="1057275" y="828675"/>
                </a:lnTo>
                <a:lnTo>
                  <a:pt x="1057275" y="838200"/>
                </a:lnTo>
                <a:lnTo>
                  <a:pt x="1047750" y="838200"/>
                </a:lnTo>
                <a:close/>
                <a:moveTo>
                  <a:pt x="1666875" y="828675"/>
                </a:moveTo>
                <a:lnTo>
                  <a:pt x="1676400" y="828675"/>
                </a:lnTo>
                <a:lnTo>
                  <a:pt x="1676400" y="838200"/>
                </a:lnTo>
                <a:lnTo>
                  <a:pt x="1666875" y="838200"/>
                </a:lnTo>
                <a:close/>
                <a:moveTo>
                  <a:pt x="1743075" y="828675"/>
                </a:moveTo>
                <a:lnTo>
                  <a:pt x="1752600" y="828675"/>
                </a:lnTo>
                <a:lnTo>
                  <a:pt x="1752600" y="838200"/>
                </a:lnTo>
                <a:lnTo>
                  <a:pt x="1762125" y="838200"/>
                </a:lnTo>
                <a:lnTo>
                  <a:pt x="1762125" y="847725"/>
                </a:lnTo>
                <a:lnTo>
                  <a:pt x="1771650" y="847725"/>
                </a:lnTo>
                <a:lnTo>
                  <a:pt x="1771650" y="857250"/>
                </a:lnTo>
                <a:lnTo>
                  <a:pt x="1752600" y="857250"/>
                </a:lnTo>
                <a:lnTo>
                  <a:pt x="1752600" y="866775"/>
                </a:lnTo>
                <a:lnTo>
                  <a:pt x="1743075" y="866775"/>
                </a:lnTo>
                <a:lnTo>
                  <a:pt x="1743075" y="876300"/>
                </a:lnTo>
                <a:lnTo>
                  <a:pt x="1771650" y="876300"/>
                </a:lnTo>
                <a:lnTo>
                  <a:pt x="1771650" y="866775"/>
                </a:lnTo>
                <a:lnTo>
                  <a:pt x="1781175" y="866775"/>
                </a:lnTo>
                <a:lnTo>
                  <a:pt x="1781175" y="885825"/>
                </a:lnTo>
                <a:lnTo>
                  <a:pt x="1771650" y="885825"/>
                </a:lnTo>
                <a:lnTo>
                  <a:pt x="1771650" y="895350"/>
                </a:lnTo>
                <a:lnTo>
                  <a:pt x="1752600" y="895350"/>
                </a:lnTo>
                <a:lnTo>
                  <a:pt x="1752600" y="885825"/>
                </a:lnTo>
                <a:lnTo>
                  <a:pt x="1733550" y="885825"/>
                </a:lnTo>
                <a:lnTo>
                  <a:pt x="1733550" y="895350"/>
                </a:lnTo>
                <a:lnTo>
                  <a:pt x="1704975" y="895350"/>
                </a:lnTo>
                <a:lnTo>
                  <a:pt x="1704975" y="885825"/>
                </a:lnTo>
                <a:lnTo>
                  <a:pt x="1714500" y="885825"/>
                </a:lnTo>
                <a:lnTo>
                  <a:pt x="1714500" y="876300"/>
                </a:lnTo>
                <a:lnTo>
                  <a:pt x="1733550" y="876300"/>
                </a:lnTo>
                <a:lnTo>
                  <a:pt x="1733550" y="857250"/>
                </a:lnTo>
                <a:lnTo>
                  <a:pt x="1743075" y="857250"/>
                </a:lnTo>
                <a:close/>
                <a:moveTo>
                  <a:pt x="1123950" y="838200"/>
                </a:moveTo>
                <a:lnTo>
                  <a:pt x="1133475" y="838200"/>
                </a:lnTo>
                <a:lnTo>
                  <a:pt x="1133475" y="847725"/>
                </a:lnTo>
                <a:lnTo>
                  <a:pt x="1123950" y="847725"/>
                </a:lnTo>
                <a:close/>
                <a:moveTo>
                  <a:pt x="1143000" y="838200"/>
                </a:moveTo>
                <a:lnTo>
                  <a:pt x="1162050" y="838200"/>
                </a:lnTo>
                <a:lnTo>
                  <a:pt x="1162050" y="847725"/>
                </a:lnTo>
                <a:lnTo>
                  <a:pt x="1171575" y="847725"/>
                </a:lnTo>
                <a:lnTo>
                  <a:pt x="1171575" y="895350"/>
                </a:lnTo>
                <a:lnTo>
                  <a:pt x="1114425" y="895350"/>
                </a:lnTo>
                <a:lnTo>
                  <a:pt x="1114425" y="885825"/>
                </a:lnTo>
                <a:lnTo>
                  <a:pt x="1076325" y="885825"/>
                </a:lnTo>
                <a:lnTo>
                  <a:pt x="1076325" y="866775"/>
                </a:lnTo>
                <a:lnTo>
                  <a:pt x="1114425" y="866775"/>
                </a:lnTo>
                <a:lnTo>
                  <a:pt x="1114425" y="876300"/>
                </a:lnTo>
                <a:lnTo>
                  <a:pt x="1123950" y="876300"/>
                </a:lnTo>
                <a:lnTo>
                  <a:pt x="1123950" y="866775"/>
                </a:lnTo>
                <a:lnTo>
                  <a:pt x="1133475" y="866775"/>
                </a:lnTo>
                <a:lnTo>
                  <a:pt x="1133475" y="847725"/>
                </a:lnTo>
                <a:lnTo>
                  <a:pt x="1143000" y="847725"/>
                </a:lnTo>
                <a:close/>
                <a:moveTo>
                  <a:pt x="1352550" y="838200"/>
                </a:moveTo>
                <a:lnTo>
                  <a:pt x="1371600" y="838200"/>
                </a:lnTo>
                <a:lnTo>
                  <a:pt x="1371600" y="847725"/>
                </a:lnTo>
                <a:lnTo>
                  <a:pt x="1362075" y="847725"/>
                </a:lnTo>
                <a:lnTo>
                  <a:pt x="1362075" y="866775"/>
                </a:lnTo>
                <a:lnTo>
                  <a:pt x="1343025" y="866775"/>
                </a:lnTo>
                <a:lnTo>
                  <a:pt x="1343025" y="847725"/>
                </a:lnTo>
                <a:lnTo>
                  <a:pt x="1352550" y="847725"/>
                </a:lnTo>
                <a:close/>
                <a:moveTo>
                  <a:pt x="1428750" y="838200"/>
                </a:moveTo>
                <a:lnTo>
                  <a:pt x="1457325" y="838200"/>
                </a:lnTo>
                <a:lnTo>
                  <a:pt x="1457325" y="847725"/>
                </a:lnTo>
                <a:lnTo>
                  <a:pt x="1428750" y="847725"/>
                </a:lnTo>
                <a:close/>
                <a:moveTo>
                  <a:pt x="1552575" y="838200"/>
                </a:moveTo>
                <a:lnTo>
                  <a:pt x="1562100" y="838200"/>
                </a:lnTo>
                <a:lnTo>
                  <a:pt x="1562100" y="847725"/>
                </a:lnTo>
                <a:lnTo>
                  <a:pt x="1552575" y="847725"/>
                </a:lnTo>
                <a:close/>
                <a:moveTo>
                  <a:pt x="571500" y="847725"/>
                </a:moveTo>
                <a:lnTo>
                  <a:pt x="590550" y="847725"/>
                </a:lnTo>
                <a:lnTo>
                  <a:pt x="590550" y="857250"/>
                </a:lnTo>
                <a:lnTo>
                  <a:pt x="600075" y="857250"/>
                </a:lnTo>
                <a:lnTo>
                  <a:pt x="600075" y="866775"/>
                </a:lnTo>
                <a:lnTo>
                  <a:pt x="581025" y="866775"/>
                </a:lnTo>
                <a:lnTo>
                  <a:pt x="581025" y="876300"/>
                </a:lnTo>
                <a:lnTo>
                  <a:pt x="561975" y="876300"/>
                </a:lnTo>
                <a:lnTo>
                  <a:pt x="561975" y="866775"/>
                </a:lnTo>
                <a:lnTo>
                  <a:pt x="571500" y="866775"/>
                </a:lnTo>
                <a:close/>
                <a:moveTo>
                  <a:pt x="714375" y="847725"/>
                </a:moveTo>
                <a:lnTo>
                  <a:pt x="733425" y="847725"/>
                </a:lnTo>
                <a:lnTo>
                  <a:pt x="733425" y="838200"/>
                </a:lnTo>
                <a:lnTo>
                  <a:pt x="714375" y="838200"/>
                </a:lnTo>
                <a:close/>
                <a:moveTo>
                  <a:pt x="1028700" y="857250"/>
                </a:moveTo>
                <a:lnTo>
                  <a:pt x="1047750" y="857250"/>
                </a:lnTo>
                <a:lnTo>
                  <a:pt x="1047750" y="866775"/>
                </a:lnTo>
                <a:lnTo>
                  <a:pt x="1028700" y="866775"/>
                </a:lnTo>
                <a:close/>
                <a:moveTo>
                  <a:pt x="1190625" y="857250"/>
                </a:moveTo>
                <a:lnTo>
                  <a:pt x="1238250" y="857250"/>
                </a:lnTo>
                <a:lnTo>
                  <a:pt x="1238250" y="866775"/>
                </a:lnTo>
                <a:lnTo>
                  <a:pt x="1219200" y="866775"/>
                </a:lnTo>
                <a:lnTo>
                  <a:pt x="1219200" y="885825"/>
                </a:lnTo>
                <a:lnTo>
                  <a:pt x="1209675" y="885825"/>
                </a:lnTo>
                <a:lnTo>
                  <a:pt x="1209675" y="895350"/>
                </a:lnTo>
                <a:lnTo>
                  <a:pt x="1200150" y="895350"/>
                </a:lnTo>
                <a:lnTo>
                  <a:pt x="1200150" y="866775"/>
                </a:lnTo>
                <a:lnTo>
                  <a:pt x="1190625" y="866775"/>
                </a:lnTo>
                <a:close/>
                <a:moveTo>
                  <a:pt x="533400" y="866775"/>
                </a:moveTo>
                <a:lnTo>
                  <a:pt x="542925" y="866775"/>
                </a:lnTo>
                <a:lnTo>
                  <a:pt x="542925" y="876300"/>
                </a:lnTo>
                <a:lnTo>
                  <a:pt x="561975" y="876300"/>
                </a:lnTo>
                <a:lnTo>
                  <a:pt x="561975" y="895350"/>
                </a:lnTo>
                <a:lnTo>
                  <a:pt x="542925" y="895350"/>
                </a:lnTo>
                <a:lnTo>
                  <a:pt x="542925" y="885825"/>
                </a:lnTo>
                <a:lnTo>
                  <a:pt x="523875" y="885825"/>
                </a:lnTo>
                <a:lnTo>
                  <a:pt x="523875" y="876300"/>
                </a:lnTo>
                <a:lnTo>
                  <a:pt x="533400" y="876300"/>
                </a:lnTo>
                <a:close/>
                <a:moveTo>
                  <a:pt x="333375" y="876300"/>
                </a:moveTo>
                <a:lnTo>
                  <a:pt x="361950" y="876300"/>
                </a:lnTo>
                <a:lnTo>
                  <a:pt x="361950" y="885825"/>
                </a:lnTo>
                <a:lnTo>
                  <a:pt x="333375" y="885825"/>
                </a:lnTo>
                <a:close/>
                <a:moveTo>
                  <a:pt x="1600200" y="876300"/>
                </a:moveTo>
                <a:lnTo>
                  <a:pt x="1609725" y="876300"/>
                </a:lnTo>
                <a:lnTo>
                  <a:pt x="1609725" y="885825"/>
                </a:lnTo>
                <a:lnTo>
                  <a:pt x="1600200" y="885825"/>
                </a:lnTo>
                <a:close/>
                <a:moveTo>
                  <a:pt x="1457325" y="885825"/>
                </a:moveTo>
                <a:lnTo>
                  <a:pt x="1466850" y="885825"/>
                </a:lnTo>
                <a:lnTo>
                  <a:pt x="1466850" y="895350"/>
                </a:lnTo>
                <a:lnTo>
                  <a:pt x="1457325" y="895350"/>
                </a:lnTo>
                <a:close/>
                <a:moveTo>
                  <a:pt x="1571625" y="885825"/>
                </a:moveTo>
                <a:lnTo>
                  <a:pt x="1581150" y="885825"/>
                </a:lnTo>
                <a:lnTo>
                  <a:pt x="1581150" y="895350"/>
                </a:lnTo>
                <a:lnTo>
                  <a:pt x="1571625" y="895350"/>
                </a:lnTo>
                <a:close/>
                <a:moveTo>
                  <a:pt x="390525" y="895350"/>
                </a:moveTo>
                <a:lnTo>
                  <a:pt x="409575" y="895350"/>
                </a:lnTo>
                <a:lnTo>
                  <a:pt x="409575" y="914400"/>
                </a:lnTo>
                <a:lnTo>
                  <a:pt x="400050" y="914400"/>
                </a:lnTo>
                <a:lnTo>
                  <a:pt x="400050" y="904875"/>
                </a:lnTo>
                <a:lnTo>
                  <a:pt x="390525" y="904875"/>
                </a:lnTo>
                <a:close/>
                <a:moveTo>
                  <a:pt x="619125" y="895350"/>
                </a:moveTo>
                <a:lnTo>
                  <a:pt x="628650" y="895350"/>
                </a:lnTo>
                <a:lnTo>
                  <a:pt x="628650" y="904875"/>
                </a:lnTo>
                <a:lnTo>
                  <a:pt x="619125" y="904875"/>
                </a:lnTo>
                <a:close/>
                <a:moveTo>
                  <a:pt x="885825" y="895350"/>
                </a:moveTo>
                <a:lnTo>
                  <a:pt x="895350" y="895350"/>
                </a:lnTo>
                <a:lnTo>
                  <a:pt x="895350" y="904875"/>
                </a:lnTo>
                <a:lnTo>
                  <a:pt x="904875" y="904875"/>
                </a:lnTo>
                <a:lnTo>
                  <a:pt x="904875" y="895350"/>
                </a:lnTo>
                <a:lnTo>
                  <a:pt x="923925" y="895350"/>
                </a:lnTo>
                <a:lnTo>
                  <a:pt x="923925" y="904875"/>
                </a:lnTo>
                <a:lnTo>
                  <a:pt x="914400" y="904875"/>
                </a:lnTo>
                <a:lnTo>
                  <a:pt x="914400" y="933450"/>
                </a:lnTo>
                <a:lnTo>
                  <a:pt x="904875" y="933450"/>
                </a:lnTo>
                <a:lnTo>
                  <a:pt x="904875" y="914400"/>
                </a:lnTo>
                <a:lnTo>
                  <a:pt x="885825" y="914400"/>
                </a:lnTo>
                <a:close/>
                <a:moveTo>
                  <a:pt x="1447800" y="895350"/>
                </a:moveTo>
                <a:lnTo>
                  <a:pt x="1457325" y="895350"/>
                </a:lnTo>
                <a:lnTo>
                  <a:pt x="1457325" y="904875"/>
                </a:lnTo>
                <a:lnTo>
                  <a:pt x="1447800" y="904875"/>
                </a:lnTo>
                <a:close/>
                <a:moveTo>
                  <a:pt x="714375" y="904875"/>
                </a:moveTo>
                <a:lnTo>
                  <a:pt x="742950" y="904875"/>
                </a:lnTo>
                <a:lnTo>
                  <a:pt x="742950" y="933450"/>
                </a:lnTo>
                <a:lnTo>
                  <a:pt x="771525" y="933450"/>
                </a:lnTo>
                <a:lnTo>
                  <a:pt x="771525" y="923925"/>
                </a:lnTo>
                <a:lnTo>
                  <a:pt x="790575" y="923925"/>
                </a:lnTo>
                <a:lnTo>
                  <a:pt x="790575" y="952500"/>
                </a:lnTo>
                <a:lnTo>
                  <a:pt x="819150" y="952500"/>
                </a:lnTo>
                <a:lnTo>
                  <a:pt x="819150" y="962025"/>
                </a:lnTo>
                <a:lnTo>
                  <a:pt x="838200" y="962025"/>
                </a:lnTo>
                <a:lnTo>
                  <a:pt x="838200" y="981075"/>
                </a:lnTo>
                <a:lnTo>
                  <a:pt x="819150" y="981075"/>
                </a:lnTo>
                <a:lnTo>
                  <a:pt x="819150" y="971550"/>
                </a:lnTo>
                <a:lnTo>
                  <a:pt x="790575" y="971550"/>
                </a:lnTo>
                <a:lnTo>
                  <a:pt x="790575" y="962025"/>
                </a:lnTo>
                <a:lnTo>
                  <a:pt x="771525" y="962025"/>
                </a:lnTo>
                <a:lnTo>
                  <a:pt x="771525" y="971550"/>
                </a:lnTo>
                <a:lnTo>
                  <a:pt x="733425" y="971550"/>
                </a:lnTo>
                <a:lnTo>
                  <a:pt x="733425" y="962025"/>
                </a:lnTo>
                <a:lnTo>
                  <a:pt x="695325" y="962025"/>
                </a:lnTo>
                <a:lnTo>
                  <a:pt x="695325" y="952500"/>
                </a:lnTo>
                <a:lnTo>
                  <a:pt x="704850" y="952500"/>
                </a:lnTo>
                <a:lnTo>
                  <a:pt x="704850" y="933450"/>
                </a:lnTo>
                <a:lnTo>
                  <a:pt x="714375" y="933450"/>
                </a:lnTo>
                <a:lnTo>
                  <a:pt x="714375" y="923925"/>
                </a:lnTo>
                <a:lnTo>
                  <a:pt x="704850" y="923925"/>
                </a:lnTo>
                <a:lnTo>
                  <a:pt x="704850" y="914400"/>
                </a:lnTo>
                <a:lnTo>
                  <a:pt x="714375" y="914400"/>
                </a:lnTo>
                <a:close/>
                <a:moveTo>
                  <a:pt x="809625" y="904875"/>
                </a:moveTo>
                <a:lnTo>
                  <a:pt x="828675" y="904875"/>
                </a:lnTo>
                <a:lnTo>
                  <a:pt x="828675" y="914400"/>
                </a:lnTo>
                <a:lnTo>
                  <a:pt x="819150" y="914400"/>
                </a:lnTo>
                <a:lnTo>
                  <a:pt x="819150" y="923925"/>
                </a:lnTo>
                <a:lnTo>
                  <a:pt x="809625" y="923925"/>
                </a:lnTo>
                <a:close/>
                <a:moveTo>
                  <a:pt x="1704975" y="904875"/>
                </a:moveTo>
                <a:lnTo>
                  <a:pt x="1714500" y="904875"/>
                </a:lnTo>
                <a:lnTo>
                  <a:pt x="1714500" y="914400"/>
                </a:lnTo>
                <a:lnTo>
                  <a:pt x="1704975" y="914400"/>
                </a:lnTo>
                <a:close/>
                <a:moveTo>
                  <a:pt x="1323975" y="914400"/>
                </a:moveTo>
                <a:lnTo>
                  <a:pt x="1343025" y="914400"/>
                </a:lnTo>
                <a:lnTo>
                  <a:pt x="1343025" y="933450"/>
                </a:lnTo>
                <a:lnTo>
                  <a:pt x="1352550" y="933450"/>
                </a:lnTo>
                <a:lnTo>
                  <a:pt x="1352550" y="942975"/>
                </a:lnTo>
                <a:lnTo>
                  <a:pt x="1333500" y="942975"/>
                </a:lnTo>
                <a:lnTo>
                  <a:pt x="1333500" y="923925"/>
                </a:lnTo>
                <a:lnTo>
                  <a:pt x="1323975" y="923925"/>
                </a:lnTo>
                <a:close/>
                <a:moveTo>
                  <a:pt x="1647825" y="914400"/>
                </a:moveTo>
                <a:lnTo>
                  <a:pt x="1657350" y="914400"/>
                </a:lnTo>
                <a:lnTo>
                  <a:pt x="1657350" y="923925"/>
                </a:lnTo>
                <a:lnTo>
                  <a:pt x="1676400" y="923925"/>
                </a:lnTo>
                <a:lnTo>
                  <a:pt x="1676400" y="933450"/>
                </a:lnTo>
                <a:lnTo>
                  <a:pt x="1666875" y="933450"/>
                </a:lnTo>
                <a:lnTo>
                  <a:pt x="1666875" y="942975"/>
                </a:lnTo>
                <a:lnTo>
                  <a:pt x="1657350" y="942975"/>
                </a:lnTo>
                <a:lnTo>
                  <a:pt x="1657350" y="952500"/>
                </a:lnTo>
                <a:lnTo>
                  <a:pt x="1647825" y="952500"/>
                </a:lnTo>
                <a:lnTo>
                  <a:pt x="1647825" y="942975"/>
                </a:lnTo>
                <a:lnTo>
                  <a:pt x="1628775" y="942975"/>
                </a:lnTo>
                <a:lnTo>
                  <a:pt x="1628775" y="933450"/>
                </a:lnTo>
                <a:lnTo>
                  <a:pt x="1647825" y="933450"/>
                </a:lnTo>
                <a:close/>
                <a:moveTo>
                  <a:pt x="361950" y="923925"/>
                </a:moveTo>
                <a:lnTo>
                  <a:pt x="381000" y="923925"/>
                </a:lnTo>
                <a:lnTo>
                  <a:pt x="381000" y="933450"/>
                </a:lnTo>
                <a:lnTo>
                  <a:pt x="361950" y="933450"/>
                </a:lnTo>
                <a:close/>
                <a:moveTo>
                  <a:pt x="428625" y="923925"/>
                </a:moveTo>
                <a:lnTo>
                  <a:pt x="438150" y="923925"/>
                </a:lnTo>
                <a:lnTo>
                  <a:pt x="438150" y="942975"/>
                </a:lnTo>
                <a:lnTo>
                  <a:pt x="428625" y="942975"/>
                </a:lnTo>
                <a:close/>
                <a:moveTo>
                  <a:pt x="1400175" y="923925"/>
                </a:moveTo>
                <a:lnTo>
                  <a:pt x="1409700" y="923925"/>
                </a:lnTo>
                <a:lnTo>
                  <a:pt x="1409700" y="933450"/>
                </a:lnTo>
                <a:lnTo>
                  <a:pt x="1400175" y="933450"/>
                </a:lnTo>
                <a:close/>
                <a:moveTo>
                  <a:pt x="1457325" y="923925"/>
                </a:moveTo>
                <a:lnTo>
                  <a:pt x="1476375" y="923925"/>
                </a:lnTo>
                <a:lnTo>
                  <a:pt x="1476375" y="933450"/>
                </a:lnTo>
                <a:lnTo>
                  <a:pt x="1485900" y="933450"/>
                </a:lnTo>
                <a:lnTo>
                  <a:pt x="1485900" y="942975"/>
                </a:lnTo>
                <a:lnTo>
                  <a:pt x="1466850" y="942975"/>
                </a:lnTo>
                <a:lnTo>
                  <a:pt x="1466850" y="933450"/>
                </a:lnTo>
                <a:lnTo>
                  <a:pt x="1457325" y="933450"/>
                </a:lnTo>
                <a:close/>
                <a:moveTo>
                  <a:pt x="609600" y="933450"/>
                </a:moveTo>
                <a:lnTo>
                  <a:pt x="619125" y="933450"/>
                </a:lnTo>
                <a:lnTo>
                  <a:pt x="619125" y="942975"/>
                </a:lnTo>
                <a:lnTo>
                  <a:pt x="609600" y="942975"/>
                </a:lnTo>
                <a:close/>
                <a:moveTo>
                  <a:pt x="914400" y="933450"/>
                </a:moveTo>
                <a:lnTo>
                  <a:pt x="933450" y="933450"/>
                </a:lnTo>
                <a:lnTo>
                  <a:pt x="933450" y="942975"/>
                </a:lnTo>
                <a:lnTo>
                  <a:pt x="914400" y="942975"/>
                </a:lnTo>
                <a:close/>
                <a:moveTo>
                  <a:pt x="1009650" y="933450"/>
                </a:moveTo>
                <a:lnTo>
                  <a:pt x="1019175" y="933450"/>
                </a:lnTo>
                <a:lnTo>
                  <a:pt x="1019175" y="942975"/>
                </a:lnTo>
                <a:lnTo>
                  <a:pt x="1009650" y="942975"/>
                </a:lnTo>
                <a:close/>
                <a:moveTo>
                  <a:pt x="1685925" y="933450"/>
                </a:moveTo>
                <a:lnTo>
                  <a:pt x="1704975" y="933450"/>
                </a:lnTo>
                <a:lnTo>
                  <a:pt x="1704975" y="942975"/>
                </a:lnTo>
                <a:lnTo>
                  <a:pt x="1695450" y="942975"/>
                </a:lnTo>
                <a:lnTo>
                  <a:pt x="1695450" y="952500"/>
                </a:lnTo>
                <a:lnTo>
                  <a:pt x="1685925" y="952500"/>
                </a:lnTo>
                <a:close/>
                <a:moveTo>
                  <a:pt x="1019175" y="942975"/>
                </a:moveTo>
                <a:lnTo>
                  <a:pt x="1047750" y="942975"/>
                </a:lnTo>
                <a:lnTo>
                  <a:pt x="1047750" y="962025"/>
                </a:lnTo>
                <a:lnTo>
                  <a:pt x="1038225" y="962025"/>
                </a:lnTo>
                <a:lnTo>
                  <a:pt x="1038225" y="971550"/>
                </a:lnTo>
                <a:lnTo>
                  <a:pt x="1019175" y="971550"/>
                </a:lnTo>
                <a:close/>
                <a:moveTo>
                  <a:pt x="1619250" y="942975"/>
                </a:moveTo>
                <a:lnTo>
                  <a:pt x="1628775" y="942975"/>
                </a:lnTo>
                <a:lnTo>
                  <a:pt x="1628775" y="952500"/>
                </a:lnTo>
                <a:lnTo>
                  <a:pt x="1619250" y="952500"/>
                </a:lnTo>
                <a:close/>
                <a:moveTo>
                  <a:pt x="561975" y="962025"/>
                </a:moveTo>
                <a:lnTo>
                  <a:pt x="571500" y="962025"/>
                </a:lnTo>
                <a:lnTo>
                  <a:pt x="571500" y="971550"/>
                </a:lnTo>
                <a:lnTo>
                  <a:pt x="581025" y="971550"/>
                </a:lnTo>
                <a:lnTo>
                  <a:pt x="581025" y="981075"/>
                </a:lnTo>
                <a:lnTo>
                  <a:pt x="571500" y="981075"/>
                </a:lnTo>
                <a:lnTo>
                  <a:pt x="571500" y="1009650"/>
                </a:lnTo>
                <a:lnTo>
                  <a:pt x="561975" y="1009650"/>
                </a:lnTo>
                <a:lnTo>
                  <a:pt x="561975" y="1000125"/>
                </a:lnTo>
                <a:lnTo>
                  <a:pt x="552450" y="1000125"/>
                </a:lnTo>
                <a:lnTo>
                  <a:pt x="552450" y="971550"/>
                </a:lnTo>
                <a:lnTo>
                  <a:pt x="561975" y="971550"/>
                </a:lnTo>
                <a:close/>
                <a:moveTo>
                  <a:pt x="962025" y="962025"/>
                </a:moveTo>
                <a:lnTo>
                  <a:pt x="1000125" y="962025"/>
                </a:lnTo>
                <a:lnTo>
                  <a:pt x="1000125" y="971550"/>
                </a:lnTo>
                <a:lnTo>
                  <a:pt x="962025" y="971550"/>
                </a:lnTo>
                <a:close/>
                <a:moveTo>
                  <a:pt x="1876425" y="962025"/>
                </a:moveTo>
                <a:lnTo>
                  <a:pt x="1885950" y="962025"/>
                </a:lnTo>
                <a:lnTo>
                  <a:pt x="1885950" y="971550"/>
                </a:lnTo>
                <a:lnTo>
                  <a:pt x="1876425" y="971550"/>
                </a:lnTo>
                <a:close/>
                <a:moveTo>
                  <a:pt x="323850" y="971550"/>
                </a:moveTo>
                <a:lnTo>
                  <a:pt x="342900" y="971550"/>
                </a:lnTo>
                <a:lnTo>
                  <a:pt x="342900" y="981075"/>
                </a:lnTo>
                <a:lnTo>
                  <a:pt x="352425" y="981075"/>
                </a:lnTo>
                <a:lnTo>
                  <a:pt x="352425" y="990600"/>
                </a:lnTo>
                <a:lnTo>
                  <a:pt x="333375" y="990600"/>
                </a:lnTo>
                <a:lnTo>
                  <a:pt x="333375" y="981075"/>
                </a:lnTo>
                <a:lnTo>
                  <a:pt x="323850" y="981075"/>
                </a:lnTo>
                <a:close/>
                <a:moveTo>
                  <a:pt x="1000125" y="971550"/>
                </a:moveTo>
                <a:lnTo>
                  <a:pt x="1019175" y="971550"/>
                </a:lnTo>
                <a:lnTo>
                  <a:pt x="1019175" y="981075"/>
                </a:lnTo>
                <a:lnTo>
                  <a:pt x="1000125" y="981075"/>
                </a:lnTo>
                <a:close/>
                <a:moveTo>
                  <a:pt x="1885950" y="971550"/>
                </a:moveTo>
                <a:lnTo>
                  <a:pt x="1895475" y="971550"/>
                </a:lnTo>
                <a:lnTo>
                  <a:pt x="1895475" y="981075"/>
                </a:lnTo>
                <a:lnTo>
                  <a:pt x="1885950" y="981075"/>
                </a:lnTo>
                <a:close/>
                <a:moveTo>
                  <a:pt x="733425" y="981075"/>
                </a:moveTo>
                <a:lnTo>
                  <a:pt x="752475" y="981075"/>
                </a:lnTo>
                <a:lnTo>
                  <a:pt x="752475" y="990600"/>
                </a:lnTo>
                <a:lnTo>
                  <a:pt x="733425" y="990600"/>
                </a:lnTo>
                <a:close/>
                <a:moveTo>
                  <a:pt x="1390650" y="981075"/>
                </a:moveTo>
                <a:lnTo>
                  <a:pt x="1409700" y="981075"/>
                </a:lnTo>
                <a:lnTo>
                  <a:pt x="1409700" y="990600"/>
                </a:lnTo>
                <a:lnTo>
                  <a:pt x="1400175" y="990600"/>
                </a:lnTo>
                <a:lnTo>
                  <a:pt x="1400175" y="1000125"/>
                </a:lnTo>
                <a:lnTo>
                  <a:pt x="1390650" y="1000125"/>
                </a:lnTo>
                <a:lnTo>
                  <a:pt x="1390650" y="1019175"/>
                </a:lnTo>
                <a:lnTo>
                  <a:pt x="1362075" y="1019175"/>
                </a:lnTo>
                <a:lnTo>
                  <a:pt x="1362075" y="1009650"/>
                </a:lnTo>
                <a:lnTo>
                  <a:pt x="1371600" y="1009650"/>
                </a:lnTo>
                <a:lnTo>
                  <a:pt x="1371600" y="1000125"/>
                </a:lnTo>
                <a:lnTo>
                  <a:pt x="1381125" y="1000125"/>
                </a:lnTo>
                <a:lnTo>
                  <a:pt x="1381125" y="990600"/>
                </a:lnTo>
                <a:lnTo>
                  <a:pt x="1390650" y="990600"/>
                </a:lnTo>
                <a:close/>
                <a:moveTo>
                  <a:pt x="1019175" y="990600"/>
                </a:moveTo>
                <a:lnTo>
                  <a:pt x="1028700" y="990600"/>
                </a:lnTo>
                <a:lnTo>
                  <a:pt x="1028700" y="1000125"/>
                </a:lnTo>
                <a:lnTo>
                  <a:pt x="1019175" y="1000125"/>
                </a:lnTo>
                <a:close/>
                <a:moveTo>
                  <a:pt x="1809750" y="1000125"/>
                </a:moveTo>
                <a:lnTo>
                  <a:pt x="1819275" y="1000125"/>
                </a:lnTo>
                <a:lnTo>
                  <a:pt x="1819275" y="1019175"/>
                </a:lnTo>
                <a:lnTo>
                  <a:pt x="1800225" y="1019175"/>
                </a:lnTo>
                <a:lnTo>
                  <a:pt x="1800225" y="1009650"/>
                </a:lnTo>
                <a:lnTo>
                  <a:pt x="1809750" y="1009650"/>
                </a:lnTo>
                <a:close/>
                <a:moveTo>
                  <a:pt x="1323975" y="1009650"/>
                </a:moveTo>
                <a:lnTo>
                  <a:pt x="1333500" y="1009650"/>
                </a:lnTo>
                <a:lnTo>
                  <a:pt x="1333500" y="1019175"/>
                </a:lnTo>
                <a:lnTo>
                  <a:pt x="1323975" y="1019175"/>
                </a:lnTo>
                <a:close/>
                <a:moveTo>
                  <a:pt x="342900" y="1019175"/>
                </a:moveTo>
                <a:lnTo>
                  <a:pt x="361950" y="1019175"/>
                </a:lnTo>
                <a:lnTo>
                  <a:pt x="361950" y="1038225"/>
                </a:lnTo>
                <a:lnTo>
                  <a:pt x="333375" y="1038225"/>
                </a:lnTo>
                <a:lnTo>
                  <a:pt x="333375" y="1028700"/>
                </a:lnTo>
                <a:lnTo>
                  <a:pt x="342900" y="1028700"/>
                </a:lnTo>
                <a:close/>
                <a:moveTo>
                  <a:pt x="400050" y="1019175"/>
                </a:moveTo>
                <a:lnTo>
                  <a:pt x="409575" y="1019175"/>
                </a:lnTo>
                <a:lnTo>
                  <a:pt x="409575" y="1028700"/>
                </a:lnTo>
                <a:lnTo>
                  <a:pt x="400050" y="1028700"/>
                </a:lnTo>
                <a:close/>
                <a:moveTo>
                  <a:pt x="1076325" y="1019175"/>
                </a:moveTo>
                <a:lnTo>
                  <a:pt x="1085850" y="1019175"/>
                </a:lnTo>
                <a:lnTo>
                  <a:pt x="1085850" y="1028700"/>
                </a:lnTo>
                <a:lnTo>
                  <a:pt x="1076325" y="1028700"/>
                </a:lnTo>
                <a:close/>
                <a:moveTo>
                  <a:pt x="1762125" y="1019175"/>
                </a:moveTo>
                <a:lnTo>
                  <a:pt x="1800225" y="1019175"/>
                </a:lnTo>
                <a:lnTo>
                  <a:pt x="1800225" y="1028700"/>
                </a:lnTo>
                <a:lnTo>
                  <a:pt x="1809750" y="1028700"/>
                </a:lnTo>
                <a:lnTo>
                  <a:pt x="1809750" y="1038225"/>
                </a:lnTo>
                <a:lnTo>
                  <a:pt x="1819275" y="1038225"/>
                </a:lnTo>
                <a:lnTo>
                  <a:pt x="1819275" y="1066800"/>
                </a:lnTo>
                <a:lnTo>
                  <a:pt x="1876425" y="1066800"/>
                </a:lnTo>
                <a:lnTo>
                  <a:pt x="1876425" y="1057275"/>
                </a:lnTo>
                <a:lnTo>
                  <a:pt x="1905000" y="1057275"/>
                </a:lnTo>
                <a:lnTo>
                  <a:pt x="1905000" y="1047750"/>
                </a:lnTo>
                <a:lnTo>
                  <a:pt x="1914525" y="1047750"/>
                </a:lnTo>
                <a:lnTo>
                  <a:pt x="1914525" y="1057275"/>
                </a:lnTo>
                <a:lnTo>
                  <a:pt x="1905000" y="1057275"/>
                </a:lnTo>
                <a:lnTo>
                  <a:pt x="1905000" y="1066800"/>
                </a:lnTo>
                <a:lnTo>
                  <a:pt x="1885950" y="1066800"/>
                </a:lnTo>
                <a:lnTo>
                  <a:pt x="1885950" y="1076325"/>
                </a:lnTo>
                <a:lnTo>
                  <a:pt x="1876425" y="1076325"/>
                </a:lnTo>
                <a:lnTo>
                  <a:pt x="1876425" y="1085850"/>
                </a:lnTo>
                <a:lnTo>
                  <a:pt x="1885950" y="1085850"/>
                </a:lnTo>
                <a:lnTo>
                  <a:pt x="1885950" y="1095375"/>
                </a:lnTo>
                <a:lnTo>
                  <a:pt x="1876425" y="1095375"/>
                </a:lnTo>
                <a:lnTo>
                  <a:pt x="1876425" y="1104900"/>
                </a:lnTo>
                <a:lnTo>
                  <a:pt x="1847850" y="1104900"/>
                </a:lnTo>
                <a:lnTo>
                  <a:pt x="1847850" y="1095375"/>
                </a:lnTo>
                <a:lnTo>
                  <a:pt x="1838325" y="1095375"/>
                </a:lnTo>
                <a:lnTo>
                  <a:pt x="1838325" y="1085850"/>
                </a:lnTo>
                <a:lnTo>
                  <a:pt x="1819275" y="1085850"/>
                </a:lnTo>
                <a:lnTo>
                  <a:pt x="1819275" y="1076325"/>
                </a:lnTo>
                <a:lnTo>
                  <a:pt x="1809750" y="1076325"/>
                </a:lnTo>
                <a:lnTo>
                  <a:pt x="1809750" y="1066800"/>
                </a:lnTo>
                <a:lnTo>
                  <a:pt x="1800225" y="1066800"/>
                </a:lnTo>
                <a:lnTo>
                  <a:pt x="1800225" y="1038225"/>
                </a:lnTo>
                <a:lnTo>
                  <a:pt x="1762125" y="1038225"/>
                </a:lnTo>
                <a:close/>
                <a:moveTo>
                  <a:pt x="685800" y="1028700"/>
                </a:moveTo>
                <a:lnTo>
                  <a:pt x="695325" y="1028700"/>
                </a:lnTo>
                <a:lnTo>
                  <a:pt x="695325" y="1047750"/>
                </a:lnTo>
                <a:lnTo>
                  <a:pt x="685800" y="1047750"/>
                </a:lnTo>
                <a:close/>
                <a:moveTo>
                  <a:pt x="1085850" y="1028700"/>
                </a:moveTo>
                <a:lnTo>
                  <a:pt x="1095375" y="1028700"/>
                </a:lnTo>
                <a:lnTo>
                  <a:pt x="1095375" y="1038225"/>
                </a:lnTo>
                <a:lnTo>
                  <a:pt x="1085850" y="1038225"/>
                </a:lnTo>
                <a:close/>
                <a:moveTo>
                  <a:pt x="409575" y="1038225"/>
                </a:moveTo>
                <a:lnTo>
                  <a:pt x="419100" y="1038225"/>
                </a:lnTo>
                <a:lnTo>
                  <a:pt x="419100" y="1047750"/>
                </a:lnTo>
                <a:lnTo>
                  <a:pt x="409575" y="1047750"/>
                </a:lnTo>
                <a:close/>
                <a:moveTo>
                  <a:pt x="428625" y="1038225"/>
                </a:moveTo>
                <a:lnTo>
                  <a:pt x="457200" y="1038225"/>
                </a:lnTo>
                <a:lnTo>
                  <a:pt x="457200" y="1047750"/>
                </a:lnTo>
                <a:lnTo>
                  <a:pt x="428625" y="1047750"/>
                </a:lnTo>
                <a:close/>
                <a:moveTo>
                  <a:pt x="628650" y="1038225"/>
                </a:moveTo>
                <a:lnTo>
                  <a:pt x="666750" y="1038225"/>
                </a:lnTo>
                <a:lnTo>
                  <a:pt x="666750" y="1047750"/>
                </a:lnTo>
                <a:lnTo>
                  <a:pt x="676275" y="1047750"/>
                </a:lnTo>
                <a:lnTo>
                  <a:pt x="676275" y="1057275"/>
                </a:lnTo>
                <a:lnTo>
                  <a:pt x="657225" y="1057275"/>
                </a:lnTo>
                <a:lnTo>
                  <a:pt x="657225" y="1066800"/>
                </a:lnTo>
                <a:lnTo>
                  <a:pt x="628650" y="1066800"/>
                </a:lnTo>
                <a:lnTo>
                  <a:pt x="628650" y="1057275"/>
                </a:lnTo>
                <a:lnTo>
                  <a:pt x="619125" y="1057275"/>
                </a:lnTo>
                <a:lnTo>
                  <a:pt x="619125" y="1047750"/>
                </a:lnTo>
                <a:lnTo>
                  <a:pt x="628650" y="1047750"/>
                </a:lnTo>
                <a:close/>
                <a:moveTo>
                  <a:pt x="1209675" y="1038225"/>
                </a:moveTo>
                <a:lnTo>
                  <a:pt x="1219200" y="1038225"/>
                </a:lnTo>
                <a:lnTo>
                  <a:pt x="1219200" y="1047750"/>
                </a:lnTo>
                <a:lnTo>
                  <a:pt x="1209675" y="1047750"/>
                </a:lnTo>
                <a:close/>
                <a:moveTo>
                  <a:pt x="1276350" y="1038225"/>
                </a:moveTo>
                <a:lnTo>
                  <a:pt x="1295400" y="1038225"/>
                </a:lnTo>
                <a:lnTo>
                  <a:pt x="1295400" y="1047750"/>
                </a:lnTo>
                <a:lnTo>
                  <a:pt x="1285875" y="1047750"/>
                </a:lnTo>
                <a:lnTo>
                  <a:pt x="1285875" y="1057275"/>
                </a:lnTo>
                <a:lnTo>
                  <a:pt x="1266825" y="1057275"/>
                </a:lnTo>
                <a:lnTo>
                  <a:pt x="1266825" y="1047750"/>
                </a:lnTo>
                <a:lnTo>
                  <a:pt x="1276350" y="1047750"/>
                </a:lnTo>
                <a:close/>
                <a:moveTo>
                  <a:pt x="1447800" y="1038225"/>
                </a:moveTo>
                <a:lnTo>
                  <a:pt x="1457325" y="1038225"/>
                </a:lnTo>
                <a:lnTo>
                  <a:pt x="1457325" y="1047750"/>
                </a:lnTo>
                <a:lnTo>
                  <a:pt x="1466850" y="1047750"/>
                </a:lnTo>
                <a:lnTo>
                  <a:pt x="1466850" y="1057275"/>
                </a:lnTo>
                <a:lnTo>
                  <a:pt x="1447800" y="1057275"/>
                </a:lnTo>
                <a:lnTo>
                  <a:pt x="1447800" y="1066800"/>
                </a:lnTo>
                <a:lnTo>
                  <a:pt x="1457325" y="1066800"/>
                </a:lnTo>
                <a:lnTo>
                  <a:pt x="1457325" y="1076325"/>
                </a:lnTo>
                <a:lnTo>
                  <a:pt x="1428750" y="1076325"/>
                </a:lnTo>
                <a:lnTo>
                  <a:pt x="1428750" y="1066800"/>
                </a:lnTo>
                <a:lnTo>
                  <a:pt x="1438275" y="1066800"/>
                </a:lnTo>
                <a:lnTo>
                  <a:pt x="1438275" y="1047750"/>
                </a:lnTo>
                <a:lnTo>
                  <a:pt x="1447800" y="1047750"/>
                </a:lnTo>
                <a:close/>
                <a:moveTo>
                  <a:pt x="1704975" y="1038225"/>
                </a:moveTo>
                <a:lnTo>
                  <a:pt x="1724025" y="1038225"/>
                </a:lnTo>
                <a:lnTo>
                  <a:pt x="1724025" y="1047750"/>
                </a:lnTo>
                <a:lnTo>
                  <a:pt x="1704975" y="1047750"/>
                </a:lnTo>
                <a:close/>
                <a:moveTo>
                  <a:pt x="390525" y="1047750"/>
                </a:moveTo>
                <a:lnTo>
                  <a:pt x="409575" y="1047750"/>
                </a:lnTo>
                <a:lnTo>
                  <a:pt x="409575" y="1076325"/>
                </a:lnTo>
                <a:lnTo>
                  <a:pt x="390525" y="1076325"/>
                </a:lnTo>
                <a:lnTo>
                  <a:pt x="390525" y="1066800"/>
                </a:lnTo>
                <a:lnTo>
                  <a:pt x="400050" y="1066800"/>
                </a:lnTo>
                <a:lnTo>
                  <a:pt x="400050" y="1057275"/>
                </a:lnTo>
                <a:lnTo>
                  <a:pt x="390525" y="1057275"/>
                </a:lnTo>
                <a:close/>
                <a:moveTo>
                  <a:pt x="1695450" y="1047750"/>
                </a:moveTo>
                <a:lnTo>
                  <a:pt x="1704975" y="1047750"/>
                </a:lnTo>
                <a:lnTo>
                  <a:pt x="1704975" y="1057275"/>
                </a:lnTo>
                <a:lnTo>
                  <a:pt x="1695450" y="1057275"/>
                </a:lnTo>
                <a:close/>
                <a:moveTo>
                  <a:pt x="1733550" y="1047750"/>
                </a:moveTo>
                <a:lnTo>
                  <a:pt x="1743075" y="1047750"/>
                </a:lnTo>
                <a:lnTo>
                  <a:pt x="1743075" y="1057275"/>
                </a:lnTo>
                <a:lnTo>
                  <a:pt x="1733550" y="1057275"/>
                </a:lnTo>
                <a:close/>
                <a:moveTo>
                  <a:pt x="904875" y="1057275"/>
                </a:moveTo>
                <a:lnTo>
                  <a:pt x="923925" y="1057275"/>
                </a:lnTo>
                <a:lnTo>
                  <a:pt x="923925" y="1066800"/>
                </a:lnTo>
                <a:lnTo>
                  <a:pt x="904875" y="1066800"/>
                </a:lnTo>
                <a:close/>
                <a:moveTo>
                  <a:pt x="1123950" y="1057275"/>
                </a:moveTo>
                <a:lnTo>
                  <a:pt x="1133475" y="1057275"/>
                </a:lnTo>
                <a:lnTo>
                  <a:pt x="1133475" y="1076325"/>
                </a:lnTo>
                <a:lnTo>
                  <a:pt x="1123950" y="1076325"/>
                </a:lnTo>
                <a:close/>
                <a:moveTo>
                  <a:pt x="1285875" y="1057275"/>
                </a:moveTo>
                <a:lnTo>
                  <a:pt x="1323975" y="1057275"/>
                </a:lnTo>
                <a:lnTo>
                  <a:pt x="1323975" y="1076325"/>
                </a:lnTo>
                <a:lnTo>
                  <a:pt x="1314450" y="1076325"/>
                </a:lnTo>
                <a:lnTo>
                  <a:pt x="1314450" y="1085850"/>
                </a:lnTo>
                <a:lnTo>
                  <a:pt x="1304925" y="1085850"/>
                </a:lnTo>
                <a:lnTo>
                  <a:pt x="1304925" y="1095375"/>
                </a:lnTo>
                <a:lnTo>
                  <a:pt x="1295400" y="1095375"/>
                </a:lnTo>
                <a:lnTo>
                  <a:pt x="1295400" y="1104900"/>
                </a:lnTo>
                <a:lnTo>
                  <a:pt x="1285875" y="1104900"/>
                </a:lnTo>
                <a:lnTo>
                  <a:pt x="1285875" y="1114425"/>
                </a:lnTo>
                <a:lnTo>
                  <a:pt x="1276350" y="1114425"/>
                </a:lnTo>
                <a:lnTo>
                  <a:pt x="1276350" y="1123950"/>
                </a:lnTo>
                <a:lnTo>
                  <a:pt x="1266825" y="1123950"/>
                </a:lnTo>
                <a:lnTo>
                  <a:pt x="1266825" y="1133475"/>
                </a:lnTo>
                <a:lnTo>
                  <a:pt x="1247775" y="1133475"/>
                </a:lnTo>
                <a:lnTo>
                  <a:pt x="1247775" y="1143000"/>
                </a:lnTo>
                <a:lnTo>
                  <a:pt x="1238250" y="1143000"/>
                </a:lnTo>
                <a:lnTo>
                  <a:pt x="1238250" y="1133475"/>
                </a:lnTo>
                <a:lnTo>
                  <a:pt x="1209675" y="1133475"/>
                </a:lnTo>
                <a:lnTo>
                  <a:pt x="1209675" y="1123950"/>
                </a:lnTo>
                <a:lnTo>
                  <a:pt x="1181100" y="1123950"/>
                </a:lnTo>
                <a:lnTo>
                  <a:pt x="1181100" y="1104900"/>
                </a:lnTo>
                <a:lnTo>
                  <a:pt x="1190625" y="1104900"/>
                </a:lnTo>
                <a:lnTo>
                  <a:pt x="1190625" y="1114425"/>
                </a:lnTo>
                <a:lnTo>
                  <a:pt x="1209675" y="1114425"/>
                </a:lnTo>
                <a:lnTo>
                  <a:pt x="1209675" y="1123950"/>
                </a:lnTo>
                <a:lnTo>
                  <a:pt x="1219200" y="1123950"/>
                </a:lnTo>
                <a:lnTo>
                  <a:pt x="1219200" y="1114425"/>
                </a:lnTo>
                <a:lnTo>
                  <a:pt x="1228725" y="1114425"/>
                </a:lnTo>
                <a:lnTo>
                  <a:pt x="1228725" y="1123950"/>
                </a:lnTo>
                <a:lnTo>
                  <a:pt x="1257300" y="1123950"/>
                </a:lnTo>
                <a:lnTo>
                  <a:pt x="1257300" y="1114425"/>
                </a:lnTo>
                <a:lnTo>
                  <a:pt x="1266825" y="1114425"/>
                </a:lnTo>
                <a:lnTo>
                  <a:pt x="1266825" y="1104900"/>
                </a:lnTo>
                <a:lnTo>
                  <a:pt x="1276350" y="1104900"/>
                </a:lnTo>
                <a:lnTo>
                  <a:pt x="1276350" y="1095375"/>
                </a:lnTo>
                <a:lnTo>
                  <a:pt x="1285875" y="1095375"/>
                </a:lnTo>
                <a:close/>
                <a:moveTo>
                  <a:pt x="1514475" y="1057275"/>
                </a:moveTo>
                <a:lnTo>
                  <a:pt x="1524000" y="1057275"/>
                </a:lnTo>
                <a:lnTo>
                  <a:pt x="1524000" y="1066800"/>
                </a:lnTo>
                <a:lnTo>
                  <a:pt x="1514475" y="1066800"/>
                </a:lnTo>
                <a:close/>
                <a:moveTo>
                  <a:pt x="1914525" y="1057275"/>
                </a:moveTo>
                <a:lnTo>
                  <a:pt x="1924050" y="1057275"/>
                </a:lnTo>
                <a:lnTo>
                  <a:pt x="1924050" y="1076325"/>
                </a:lnTo>
                <a:lnTo>
                  <a:pt x="1914525" y="1076325"/>
                </a:lnTo>
                <a:close/>
                <a:moveTo>
                  <a:pt x="295275" y="1066800"/>
                </a:moveTo>
                <a:lnTo>
                  <a:pt x="314325" y="1066800"/>
                </a:lnTo>
                <a:lnTo>
                  <a:pt x="314325" y="1076325"/>
                </a:lnTo>
                <a:lnTo>
                  <a:pt x="295275" y="1076325"/>
                </a:lnTo>
                <a:close/>
                <a:moveTo>
                  <a:pt x="1524000" y="1066800"/>
                </a:moveTo>
                <a:lnTo>
                  <a:pt x="1533525" y="1066800"/>
                </a:lnTo>
                <a:lnTo>
                  <a:pt x="1533525" y="1076325"/>
                </a:lnTo>
                <a:lnTo>
                  <a:pt x="1524000" y="1076325"/>
                </a:lnTo>
                <a:close/>
                <a:moveTo>
                  <a:pt x="314325" y="1076325"/>
                </a:moveTo>
                <a:lnTo>
                  <a:pt x="323850" y="1076325"/>
                </a:lnTo>
                <a:lnTo>
                  <a:pt x="323850" y="1085850"/>
                </a:lnTo>
                <a:lnTo>
                  <a:pt x="314325" y="1085850"/>
                </a:lnTo>
                <a:close/>
                <a:moveTo>
                  <a:pt x="485775" y="1076325"/>
                </a:moveTo>
                <a:lnTo>
                  <a:pt x="514350" y="1076325"/>
                </a:lnTo>
                <a:lnTo>
                  <a:pt x="514350" y="1104900"/>
                </a:lnTo>
                <a:lnTo>
                  <a:pt x="457200" y="1104900"/>
                </a:lnTo>
                <a:lnTo>
                  <a:pt x="457200" y="1095375"/>
                </a:lnTo>
                <a:lnTo>
                  <a:pt x="485775" y="1095375"/>
                </a:lnTo>
                <a:close/>
                <a:moveTo>
                  <a:pt x="771525" y="1076325"/>
                </a:moveTo>
                <a:lnTo>
                  <a:pt x="800100" y="1076325"/>
                </a:lnTo>
                <a:lnTo>
                  <a:pt x="800100" y="1085850"/>
                </a:lnTo>
                <a:lnTo>
                  <a:pt x="781050" y="1085850"/>
                </a:lnTo>
                <a:lnTo>
                  <a:pt x="781050" y="1095375"/>
                </a:lnTo>
                <a:lnTo>
                  <a:pt x="771525" y="1095375"/>
                </a:lnTo>
                <a:close/>
                <a:moveTo>
                  <a:pt x="1133475" y="1076325"/>
                </a:moveTo>
                <a:lnTo>
                  <a:pt x="1143000" y="1076325"/>
                </a:lnTo>
                <a:lnTo>
                  <a:pt x="1143000" y="1085850"/>
                </a:lnTo>
                <a:lnTo>
                  <a:pt x="1133475" y="1085850"/>
                </a:lnTo>
                <a:close/>
                <a:moveTo>
                  <a:pt x="1704975" y="1076325"/>
                </a:moveTo>
                <a:lnTo>
                  <a:pt x="1714500" y="1076325"/>
                </a:lnTo>
                <a:lnTo>
                  <a:pt x="1714500" y="1085850"/>
                </a:lnTo>
                <a:lnTo>
                  <a:pt x="1704975" y="1085850"/>
                </a:lnTo>
                <a:close/>
                <a:moveTo>
                  <a:pt x="200025" y="1085850"/>
                </a:moveTo>
                <a:lnTo>
                  <a:pt x="219075" y="1085850"/>
                </a:lnTo>
                <a:lnTo>
                  <a:pt x="219075" y="1095375"/>
                </a:lnTo>
                <a:lnTo>
                  <a:pt x="200025" y="1095375"/>
                </a:lnTo>
                <a:close/>
                <a:moveTo>
                  <a:pt x="1143000" y="1085850"/>
                </a:moveTo>
                <a:lnTo>
                  <a:pt x="1162050" y="1085850"/>
                </a:lnTo>
                <a:lnTo>
                  <a:pt x="1162050" y="1095375"/>
                </a:lnTo>
                <a:lnTo>
                  <a:pt x="1143000" y="1095375"/>
                </a:lnTo>
                <a:close/>
                <a:moveTo>
                  <a:pt x="1438275" y="1085850"/>
                </a:moveTo>
                <a:lnTo>
                  <a:pt x="1466850" y="1085850"/>
                </a:lnTo>
                <a:lnTo>
                  <a:pt x="1466850" y="1095375"/>
                </a:lnTo>
                <a:lnTo>
                  <a:pt x="1457325" y="1095375"/>
                </a:lnTo>
                <a:lnTo>
                  <a:pt x="1457325" y="1104900"/>
                </a:lnTo>
                <a:lnTo>
                  <a:pt x="1447800" y="1104900"/>
                </a:lnTo>
                <a:lnTo>
                  <a:pt x="1447800" y="1114425"/>
                </a:lnTo>
                <a:lnTo>
                  <a:pt x="1438275" y="1114425"/>
                </a:lnTo>
                <a:close/>
                <a:moveTo>
                  <a:pt x="1695450" y="1085850"/>
                </a:moveTo>
                <a:lnTo>
                  <a:pt x="1704975" y="1085850"/>
                </a:lnTo>
                <a:lnTo>
                  <a:pt x="1704975" y="1095375"/>
                </a:lnTo>
                <a:lnTo>
                  <a:pt x="1695450" y="1095375"/>
                </a:lnTo>
                <a:close/>
                <a:moveTo>
                  <a:pt x="257175" y="1104900"/>
                </a:moveTo>
                <a:lnTo>
                  <a:pt x="276225" y="1104900"/>
                </a:lnTo>
                <a:lnTo>
                  <a:pt x="276225" y="1133475"/>
                </a:lnTo>
                <a:lnTo>
                  <a:pt x="266700" y="1133475"/>
                </a:lnTo>
                <a:lnTo>
                  <a:pt x="266700" y="1114425"/>
                </a:lnTo>
                <a:lnTo>
                  <a:pt x="257175" y="1114425"/>
                </a:lnTo>
                <a:close/>
                <a:moveTo>
                  <a:pt x="552450" y="1104900"/>
                </a:moveTo>
                <a:lnTo>
                  <a:pt x="561975" y="1104900"/>
                </a:lnTo>
                <a:lnTo>
                  <a:pt x="561975" y="1114425"/>
                </a:lnTo>
                <a:lnTo>
                  <a:pt x="552450" y="1114425"/>
                </a:lnTo>
                <a:close/>
                <a:moveTo>
                  <a:pt x="752475" y="1104900"/>
                </a:moveTo>
                <a:lnTo>
                  <a:pt x="762000" y="1104900"/>
                </a:lnTo>
                <a:lnTo>
                  <a:pt x="762000" y="1114425"/>
                </a:lnTo>
                <a:lnTo>
                  <a:pt x="752475" y="1114425"/>
                </a:lnTo>
                <a:close/>
                <a:moveTo>
                  <a:pt x="1371600" y="1104900"/>
                </a:moveTo>
                <a:lnTo>
                  <a:pt x="1381125" y="1104900"/>
                </a:lnTo>
                <a:lnTo>
                  <a:pt x="1381125" y="1114425"/>
                </a:lnTo>
                <a:lnTo>
                  <a:pt x="1371600" y="1114425"/>
                </a:lnTo>
                <a:close/>
                <a:moveTo>
                  <a:pt x="1390650" y="1104900"/>
                </a:moveTo>
                <a:lnTo>
                  <a:pt x="1409700" y="1104900"/>
                </a:lnTo>
                <a:lnTo>
                  <a:pt x="1409700" y="1114425"/>
                </a:lnTo>
                <a:lnTo>
                  <a:pt x="1428750" y="1114425"/>
                </a:lnTo>
                <a:lnTo>
                  <a:pt x="1428750" y="1152525"/>
                </a:lnTo>
                <a:lnTo>
                  <a:pt x="1419225" y="1152525"/>
                </a:lnTo>
                <a:lnTo>
                  <a:pt x="1419225" y="1133475"/>
                </a:lnTo>
                <a:lnTo>
                  <a:pt x="1400175" y="1133475"/>
                </a:lnTo>
                <a:lnTo>
                  <a:pt x="1400175" y="1123950"/>
                </a:lnTo>
                <a:lnTo>
                  <a:pt x="1390650" y="1123950"/>
                </a:lnTo>
                <a:close/>
                <a:moveTo>
                  <a:pt x="1905000" y="1104900"/>
                </a:moveTo>
                <a:lnTo>
                  <a:pt x="1914525" y="1104900"/>
                </a:lnTo>
                <a:lnTo>
                  <a:pt x="1914525" y="1114425"/>
                </a:lnTo>
                <a:lnTo>
                  <a:pt x="1905000" y="1114425"/>
                </a:lnTo>
                <a:close/>
                <a:moveTo>
                  <a:pt x="523875" y="1114425"/>
                </a:moveTo>
                <a:lnTo>
                  <a:pt x="542925" y="1114425"/>
                </a:lnTo>
                <a:lnTo>
                  <a:pt x="542925" y="1133475"/>
                </a:lnTo>
                <a:lnTo>
                  <a:pt x="523875" y="1133475"/>
                </a:lnTo>
                <a:close/>
                <a:moveTo>
                  <a:pt x="352425" y="1123950"/>
                </a:moveTo>
                <a:lnTo>
                  <a:pt x="390525" y="1123950"/>
                </a:lnTo>
                <a:lnTo>
                  <a:pt x="390525" y="1143000"/>
                </a:lnTo>
                <a:lnTo>
                  <a:pt x="447675" y="1143000"/>
                </a:lnTo>
                <a:lnTo>
                  <a:pt x="447675" y="1162050"/>
                </a:lnTo>
                <a:lnTo>
                  <a:pt x="457200" y="1162050"/>
                </a:lnTo>
                <a:lnTo>
                  <a:pt x="457200" y="1171575"/>
                </a:lnTo>
                <a:lnTo>
                  <a:pt x="438150" y="1171575"/>
                </a:lnTo>
                <a:lnTo>
                  <a:pt x="438150" y="1181100"/>
                </a:lnTo>
                <a:lnTo>
                  <a:pt x="428625" y="1181100"/>
                </a:lnTo>
                <a:lnTo>
                  <a:pt x="428625" y="1162050"/>
                </a:lnTo>
                <a:lnTo>
                  <a:pt x="419100" y="1162050"/>
                </a:lnTo>
                <a:lnTo>
                  <a:pt x="419100" y="1152525"/>
                </a:lnTo>
                <a:lnTo>
                  <a:pt x="409575" y="1152525"/>
                </a:lnTo>
                <a:lnTo>
                  <a:pt x="409575" y="1162050"/>
                </a:lnTo>
                <a:lnTo>
                  <a:pt x="390525" y="1162050"/>
                </a:lnTo>
                <a:lnTo>
                  <a:pt x="390525" y="1181100"/>
                </a:lnTo>
                <a:lnTo>
                  <a:pt x="371475" y="1181100"/>
                </a:lnTo>
                <a:lnTo>
                  <a:pt x="371475" y="1171575"/>
                </a:lnTo>
                <a:lnTo>
                  <a:pt x="361950" y="1171575"/>
                </a:lnTo>
                <a:lnTo>
                  <a:pt x="361950" y="1162050"/>
                </a:lnTo>
                <a:lnTo>
                  <a:pt x="333375" y="1162050"/>
                </a:lnTo>
                <a:lnTo>
                  <a:pt x="333375" y="1133475"/>
                </a:lnTo>
                <a:lnTo>
                  <a:pt x="352425" y="1133475"/>
                </a:lnTo>
                <a:close/>
                <a:moveTo>
                  <a:pt x="942975" y="1123950"/>
                </a:moveTo>
                <a:lnTo>
                  <a:pt x="962025" y="1123950"/>
                </a:lnTo>
                <a:lnTo>
                  <a:pt x="962025" y="1133475"/>
                </a:lnTo>
                <a:lnTo>
                  <a:pt x="942975" y="1133475"/>
                </a:lnTo>
                <a:close/>
                <a:moveTo>
                  <a:pt x="1562100" y="1123950"/>
                </a:moveTo>
                <a:lnTo>
                  <a:pt x="1571625" y="1123950"/>
                </a:lnTo>
                <a:lnTo>
                  <a:pt x="1571625" y="1133475"/>
                </a:lnTo>
                <a:lnTo>
                  <a:pt x="1562100" y="1133475"/>
                </a:lnTo>
                <a:close/>
                <a:moveTo>
                  <a:pt x="1838325" y="1123950"/>
                </a:moveTo>
                <a:lnTo>
                  <a:pt x="1847850" y="1123950"/>
                </a:lnTo>
                <a:lnTo>
                  <a:pt x="1847850" y="1133475"/>
                </a:lnTo>
                <a:lnTo>
                  <a:pt x="1838325" y="1133475"/>
                </a:lnTo>
                <a:close/>
                <a:moveTo>
                  <a:pt x="590550" y="1133475"/>
                </a:moveTo>
                <a:lnTo>
                  <a:pt x="628650" y="1133475"/>
                </a:lnTo>
                <a:lnTo>
                  <a:pt x="628650" y="1152525"/>
                </a:lnTo>
                <a:lnTo>
                  <a:pt x="619125" y="1152525"/>
                </a:lnTo>
                <a:lnTo>
                  <a:pt x="619125" y="1162050"/>
                </a:lnTo>
                <a:lnTo>
                  <a:pt x="609600" y="1162050"/>
                </a:lnTo>
                <a:lnTo>
                  <a:pt x="609600" y="1143000"/>
                </a:lnTo>
                <a:lnTo>
                  <a:pt x="590550" y="1143000"/>
                </a:lnTo>
                <a:close/>
                <a:moveTo>
                  <a:pt x="781050" y="1133475"/>
                </a:moveTo>
                <a:lnTo>
                  <a:pt x="790575" y="1133475"/>
                </a:lnTo>
                <a:lnTo>
                  <a:pt x="790575" y="1152525"/>
                </a:lnTo>
                <a:lnTo>
                  <a:pt x="781050" y="1152525"/>
                </a:lnTo>
                <a:close/>
                <a:moveTo>
                  <a:pt x="828675" y="1133475"/>
                </a:moveTo>
                <a:lnTo>
                  <a:pt x="838200" y="1133475"/>
                </a:lnTo>
                <a:lnTo>
                  <a:pt x="838200" y="1143000"/>
                </a:lnTo>
                <a:lnTo>
                  <a:pt x="828675" y="1143000"/>
                </a:lnTo>
                <a:close/>
                <a:moveTo>
                  <a:pt x="962025" y="1133475"/>
                </a:moveTo>
                <a:lnTo>
                  <a:pt x="971550" y="1133475"/>
                </a:lnTo>
                <a:lnTo>
                  <a:pt x="971550" y="1143000"/>
                </a:lnTo>
                <a:lnTo>
                  <a:pt x="962025" y="1143000"/>
                </a:lnTo>
                <a:close/>
                <a:moveTo>
                  <a:pt x="1047750" y="1133475"/>
                </a:moveTo>
                <a:lnTo>
                  <a:pt x="1057275" y="1133475"/>
                </a:lnTo>
                <a:lnTo>
                  <a:pt x="1057275" y="1152525"/>
                </a:lnTo>
                <a:lnTo>
                  <a:pt x="1047750" y="1152525"/>
                </a:lnTo>
                <a:close/>
                <a:moveTo>
                  <a:pt x="180975" y="1143000"/>
                </a:moveTo>
                <a:lnTo>
                  <a:pt x="200025" y="1143000"/>
                </a:lnTo>
                <a:lnTo>
                  <a:pt x="200025" y="1152525"/>
                </a:lnTo>
                <a:lnTo>
                  <a:pt x="209550" y="1152525"/>
                </a:lnTo>
                <a:lnTo>
                  <a:pt x="209550" y="1162050"/>
                </a:lnTo>
                <a:lnTo>
                  <a:pt x="219075" y="1162050"/>
                </a:lnTo>
                <a:lnTo>
                  <a:pt x="219075" y="1181100"/>
                </a:lnTo>
                <a:lnTo>
                  <a:pt x="228600" y="1181100"/>
                </a:lnTo>
                <a:lnTo>
                  <a:pt x="228600" y="1200150"/>
                </a:lnTo>
                <a:lnTo>
                  <a:pt x="219075" y="1200150"/>
                </a:lnTo>
                <a:lnTo>
                  <a:pt x="219075" y="1209675"/>
                </a:lnTo>
                <a:lnTo>
                  <a:pt x="209550" y="1209675"/>
                </a:lnTo>
                <a:lnTo>
                  <a:pt x="209550" y="1200150"/>
                </a:lnTo>
                <a:lnTo>
                  <a:pt x="200025" y="1200150"/>
                </a:lnTo>
                <a:lnTo>
                  <a:pt x="200025" y="1190625"/>
                </a:lnTo>
                <a:lnTo>
                  <a:pt x="171450" y="1190625"/>
                </a:lnTo>
                <a:lnTo>
                  <a:pt x="171450" y="1152525"/>
                </a:lnTo>
                <a:lnTo>
                  <a:pt x="180975" y="1152525"/>
                </a:lnTo>
                <a:close/>
                <a:moveTo>
                  <a:pt x="581025" y="1143000"/>
                </a:moveTo>
                <a:lnTo>
                  <a:pt x="590550" y="1143000"/>
                </a:lnTo>
                <a:lnTo>
                  <a:pt x="590550" y="1152525"/>
                </a:lnTo>
                <a:lnTo>
                  <a:pt x="581025" y="1152525"/>
                </a:lnTo>
                <a:close/>
                <a:moveTo>
                  <a:pt x="838200" y="1143000"/>
                </a:moveTo>
                <a:lnTo>
                  <a:pt x="847725" y="1143000"/>
                </a:lnTo>
                <a:lnTo>
                  <a:pt x="847725" y="1152525"/>
                </a:lnTo>
                <a:lnTo>
                  <a:pt x="838200" y="1152525"/>
                </a:lnTo>
                <a:close/>
                <a:moveTo>
                  <a:pt x="1000125" y="1143000"/>
                </a:moveTo>
                <a:lnTo>
                  <a:pt x="1009650" y="1143000"/>
                </a:lnTo>
                <a:lnTo>
                  <a:pt x="1009650" y="1162050"/>
                </a:lnTo>
                <a:lnTo>
                  <a:pt x="1000125" y="1162050"/>
                </a:lnTo>
                <a:close/>
                <a:moveTo>
                  <a:pt x="1485900" y="1143000"/>
                </a:moveTo>
                <a:lnTo>
                  <a:pt x="1495425" y="1143000"/>
                </a:lnTo>
                <a:lnTo>
                  <a:pt x="1495425" y="1171575"/>
                </a:lnTo>
                <a:lnTo>
                  <a:pt x="1485900" y="1171575"/>
                </a:lnTo>
                <a:lnTo>
                  <a:pt x="1485900" y="1181100"/>
                </a:lnTo>
                <a:lnTo>
                  <a:pt x="1476375" y="1181100"/>
                </a:lnTo>
                <a:lnTo>
                  <a:pt x="1476375" y="1171575"/>
                </a:lnTo>
                <a:lnTo>
                  <a:pt x="1466850" y="1171575"/>
                </a:lnTo>
                <a:lnTo>
                  <a:pt x="1466850" y="1162050"/>
                </a:lnTo>
                <a:lnTo>
                  <a:pt x="1476375" y="1162050"/>
                </a:lnTo>
                <a:lnTo>
                  <a:pt x="1476375" y="1152525"/>
                </a:lnTo>
                <a:lnTo>
                  <a:pt x="1485900" y="1152525"/>
                </a:lnTo>
                <a:close/>
                <a:moveTo>
                  <a:pt x="590550" y="1152525"/>
                </a:moveTo>
                <a:lnTo>
                  <a:pt x="600075" y="1152525"/>
                </a:lnTo>
                <a:lnTo>
                  <a:pt x="600075" y="1171575"/>
                </a:lnTo>
                <a:lnTo>
                  <a:pt x="590550" y="1171575"/>
                </a:lnTo>
                <a:close/>
                <a:moveTo>
                  <a:pt x="847725" y="1152525"/>
                </a:moveTo>
                <a:lnTo>
                  <a:pt x="857250" y="1152525"/>
                </a:lnTo>
                <a:lnTo>
                  <a:pt x="857250" y="1162050"/>
                </a:lnTo>
                <a:lnTo>
                  <a:pt x="847725" y="1162050"/>
                </a:lnTo>
                <a:close/>
                <a:moveTo>
                  <a:pt x="1019175" y="1162050"/>
                </a:moveTo>
                <a:lnTo>
                  <a:pt x="1028700" y="1162050"/>
                </a:lnTo>
                <a:lnTo>
                  <a:pt x="1028700" y="1171575"/>
                </a:lnTo>
                <a:lnTo>
                  <a:pt x="1019175" y="1171575"/>
                </a:lnTo>
                <a:close/>
                <a:moveTo>
                  <a:pt x="1323975" y="1162050"/>
                </a:moveTo>
                <a:lnTo>
                  <a:pt x="1333500" y="1162050"/>
                </a:lnTo>
                <a:lnTo>
                  <a:pt x="1333500" y="1171575"/>
                </a:lnTo>
                <a:lnTo>
                  <a:pt x="1323975" y="1171575"/>
                </a:lnTo>
                <a:close/>
                <a:moveTo>
                  <a:pt x="466725" y="1171575"/>
                </a:moveTo>
                <a:lnTo>
                  <a:pt x="476250" y="1171575"/>
                </a:lnTo>
                <a:lnTo>
                  <a:pt x="476250" y="1181100"/>
                </a:lnTo>
                <a:lnTo>
                  <a:pt x="466725" y="1181100"/>
                </a:lnTo>
                <a:close/>
                <a:moveTo>
                  <a:pt x="666750" y="1171575"/>
                </a:moveTo>
                <a:lnTo>
                  <a:pt x="676275" y="1171575"/>
                </a:lnTo>
                <a:lnTo>
                  <a:pt x="676275" y="1181100"/>
                </a:lnTo>
                <a:lnTo>
                  <a:pt x="666750" y="1181100"/>
                </a:lnTo>
                <a:close/>
                <a:moveTo>
                  <a:pt x="1333500" y="1171575"/>
                </a:moveTo>
                <a:lnTo>
                  <a:pt x="1343025" y="1171575"/>
                </a:lnTo>
                <a:lnTo>
                  <a:pt x="1343025" y="1190625"/>
                </a:lnTo>
                <a:lnTo>
                  <a:pt x="1323975" y="1190625"/>
                </a:lnTo>
                <a:lnTo>
                  <a:pt x="1323975" y="1181100"/>
                </a:lnTo>
                <a:lnTo>
                  <a:pt x="1333500" y="1181100"/>
                </a:lnTo>
                <a:close/>
                <a:moveTo>
                  <a:pt x="1914525" y="1171575"/>
                </a:moveTo>
                <a:lnTo>
                  <a:pt x="1924050" y="1171575"/>
                </a:lnTo>
                <a:lnTo>
                  <a:pt x="1924050" y="1181100"/>
                </a:lnTo>
                <a:lnTo>
                  <a:pt x="1914525" y="1181100"/>
                </a:lnTo>
                <a:close/>
                <a:moveTo>
                  <a:pt x="438150" y="1181100"/>
                </a:moveTo>
                <a:lnTo>
                  <a:pt x="447675" y="1181100"/>
                </a:lnTo>
                <a:lnTo>
                  <a:pt x="447675" y="1190625"/>
                </a:lnTo>
                <a:lnTo>
                  <a:pt x="438150" y="1190625"/>
                </a:lnTo>
                <a:close/>
                <a:moveTo>
                  <a:pt x="1085850" y="1181100"/>
                </a:moveTo>
                <a:lnTo>
                  <a:pt x="1095375" y="1181100"/>
                </a:lnTo>
                <a:lnTo>
                  <a:pt x="1095375" y="1190625"/>
                </a:lnTo>
                <a:lnTo>
                  <a:pt x="1085850" y="1190625"/>
                </a:lnTo>
                <a:close/>
                <a:moveTo>
                  <a:pt x="657225" y="1190625"/>
                </a:moveTo>
                <a:lnTo>
                  <a:pt x="676275" y="1190625"/>
                </a:lnTo>
                <a:lnTo>
                  <a:pt x="676275" y="1209675"/>
                </a:lnTo>
                <a:lnTo>
                  <a:pt x="666750" y="1209675"/>
                </a:lnTo>
                <a:lnTo>
                  <a:pt x="666750" y="1200150"/>
                </a:lnTo>
                <a:lnTo>
                  <a:pt x="657225" y="1200150"/>
                </a:lnTo>
                <a:close/>
                <a:moveTo>
                  <a:pt x="838200" y="1190625"/>
                </a:moveTo>
                <a:lnTo>
                  <a:pt x="847725" y="1190625"/>
                </a:lnTo>
                <a:lnTo>
                  <a:pt x="847725" y="1200150"/>
                </a:lnTo>
                <a:lnTo>
                  <a:pt x="857250" y="1200150"/>
                </a:lnTo>
                <a:lnTo>
                  <a:pt x="857250" y="1209675"/>
                </a:lnTo>
                <a:lnTo>
                  <a:pt x="828675" y="1209675"/>
                </a:lnTo>
                <a:lnTo>
                  <a:pt x="828675" y="1200150"/>
                </a:lnTo>
                <a:lnTo>
                  <a:pt x="838200" y="1200150"/>
                </a:lnTo>
                <a:close/>
                <a:moveTo>
                  <a:pt x="866775" y="1190625"/>
                </a:moveTo>
                <a:lnTo>
                  <a:pt x="876300" y="1190625"/>
                </a:lnTo>
                <a:lnTo>
                  <a:pt x="876300" y="1209675"/>
                </a:lnTo>
                <a:lnTo>
                  <a:pt x="866775" y="1209675"/>
                </a:lnTo>
                <a:close/>
                <a:moveTo>
                  <a:pt x="1876425" y="1190625"/>
                </a:moveTo>
                <a:lnTo>
                  <a:pt x="1885950" y="1190625"/>
                </a:lnTo>
                <a:lnTo>
                  <a:pt x="1885950" y="1200150"/>
                </a:lnTo>
                <a:lnTo>
                  <a:pt x="1876425" y="1200150"/>
                </a:lnTo>
                <a:close/>
                <a:moveTo>
                  <a:pt x="1866900" y="1200150"/>
                </a:moveTo>
                <a:lnTo>
                  <a:pt x="1876425" y="1200150"/>
                </a:lnTo>
                <a:lnTo>
                  <a:pt x="1876425" y="1219200"/>
                </a:lnTo>
                <a:lnTo>
                  <a:pt x="1866900" y="1219200"/>
                </a:lnTo>
                <a:close/>
                <a:moveTo>
                  <a:pt x="523875" y="1209675"/>
                </a:moveTo>
                <a:lnTo>
                  <a:pt x="533400" y="1209675"/>
                </a:lnTo>
                <a:lnTo>
                  <a:pt x="533400" y="1219200"/>
                </a:lnTo>
                <a:lnTo>
                  <a:pt x="523875" y="1219200"/>
                </a:lnTo>
                <a:close/>
                <a:moveTo>
                  <a:pt x="962025" y="1209675"/>
                </a:moveTo>
                <a:lnTo>
                  <a:pt x="971550" y="1209675"/>
                </a:lnTo>
                <a:lnTo>
                  <a:pt x="971550" y="1219200"/>
                </a:lnTo>
                <a:lnTo>
                  <a:pt x="981075" y="1219200"/>
                </a:lnTo>
                <a:lnTo>
                  <a:pt x="981075" y="1228725"/>
                </a:lnTo>
                <a:lnTo>
                  <a:pt x="962025" y="1228725"/>
                </a:lnTo>
                <a:close/>
                <a:moveTo>
                  <a:pt x="1171575" y="1209675"/>
                </a:moveTo>
                <a:lnTo>
                  <a:pt x="1181100" y="1209675"/>
                </a:lnTo>
                <a:lnTo>
                  <a:pt x="1181100" y="1219200"/>
                </a:lnTo>
                <a:lnTo>
                  <a:pt x="1209675" y="1219200"/>
                </a:lnTo>
                <a:lnTo>
                  <a:pt x="1209675" y="1228725"/>
                </a:lnTo>
                <a:lnTo>
                  <a:pt x="1200150" y="1228725"/>
                </a:lnTo>
                <a:lnTo>
                  <a:pt x="1200150" y="1238250"/>
                </a:lnTo>
                <a:lnTo>
                  <a:pt x="1171575" y="1238250"/>
                </a:lnTo>
                <a:lnTo>
                  <a:pt x="1171575" y="1247775"/>
                </a:lnTo>
                <a:lnTo>
                  <a:pt x="1162050" y="1247775"/>
                </a:lnTo>
                <a:lnTo>
                  <a:pt x="1162050" y="1238250"/>
                </a:lnTo>
                <a:lnTo>
                  <a:pt x="1143000" y="1238250"/>
                </a:lnTo>
                <a:lnTo>
                  <a:pt x="1143000" y="1228725"/>
                </a:lnTo>
                <a:lnTo>
                  <a:pt x="1171575" y="1228725"/>
                </a:lnTo>
                <a:close/>
                <a:moveTo>
                  <a:pt x="1390650" y="1209675"/>
                </a:moveTo>
                <a:lnTo>
                  <a:pt x="1400175" y="1209675"/>
                </a:lnTo>
                <a:lnTo>
                  <a:pt x="1400175" y="1228725"/>
                </a:lnTo>
                <a:lnTo>
                  <a:pt x="1390650" y="1228725"/>
                </a:lnTo>
                <a:close/>
                <a:moveTo>
                  <a:pt x="1714500" y="1209675"/>
                </a:moveTo>
                <a:lnTo>
                  <a:pt x="1733550" y="1209675"/>
                </a:lnTo>
                <a:lnTo>
                  <a:pt x="1733550" y="1219200"/>
                </a:lnTo>
                <a:lnTo>
                  <a:pt x="1714500" y="1219200"/>
                </a:lnTo>
                <a:close/>
                <a:moveTo>
                  <a:pt x="485775" y="1219200"/>
                </a:moveTo>
                <a:lnTo>
                  <a:pt x="504825" y="1219200"/>
                </a:lnTo>
                <a:lnTo>
                  <a:pt x="504825" y="1228725"/>
                </a:lnTo>
                <a:lnTo>
                  <a:pt x="523875" y="1228725"/>
                </a:lnTo>
                <a:lnTo>
                  <a:pt x="523875" y="1238250"/>
                </a:lnTo>
                <a:lnTo>
                  <a:pt x="533400" y="1238250"/>
                </a:lnTo>
                <a:lnTo>
                  <a:pt x="533400" y="1257300"/>
                </a:lnTo>
                <a:lnTo>
                  <a:pt x="523875" y="1257300"/>
                </a:lnTo>
                <a:lnTo>
                  <a:pt x="523875" y="1247775"/>
                </a:lnTo>
                <a:lnTo>
                  <a:pt x="514350" y="1247775"/>
                </a:lnTo>
                <a:lnTo>
                  <a:pt x="514350" y="1238250"/>
                </a:lnTo>
                <a:lnTo>
                  <a:pt x="485775" y="1238250"/>
                </a:lnTo>
                <a:close/>
                <a:moveTo>
                  <a:pt x="542925" y="1219200"/>
                </a:moveTo>
                <a:lnTo>
                  <a:pt x="552450" y="1219200"/>
                </a:lnTo>
                <a:lnTo>
                  <a:pt x="552450" y="1228725"/>
                </a:lnTo>
                <a:lnTo>
                  <a:pt x="542925" y="1228725"/>
                </a:lnTo>
                <a:close/>
                <a:moveTo>
                  <a:pt x="723900" y="1219200"/>
                </a:moveTo>
                <a:lnTo>
                  <a:pt x="742950" y="1219200"/>
                </a:lnTo>
                <a:lnTo>
                  <a:pt x="742950" y="1228725"/>
                </a:lnTo>
                <a:lnTo>
                  <a:pt x="771525" y="1228725"/>
                </a:lnTo>
                <a:lnTo>
                  <a:pt x="771525" y="1238250"/>
                </a:lnTo>
                <a:lnTo>
                  <a:pt x="781050" y="1238250"/>
                </a:lnTo>
                <a:lnTo>
                  <a:pt x="781050" y="1247775"/>
                </a:lnTo>
                <a:lnTo>
                  <a:pt x="762000" y="1247775"/>
                </a:lnTo>
                <a:lnTo>
                  <a:pt x="762000" y="1257300"/>
                </a:lnTo>
                <a:lnTo>
                  <a:pt x="742950" y="1257300"/>
                </a:lnTo>
                <a:lnTo>
                  <a:pt x="742950" y="1247775"/>
                </a:lnTo>
                <a:lnTo>
                  <a:pt x="733425" y="1247775"/>
                </a:lnTo>
                <a:lnTo>
                  <a:pt x="733425" y="1228725"/>
                </a:lnTo>
                <a:lnTo>
                  <a:pt x="723900" y="1228725"/>
                </a:lnTo>
                <a:close/>
                <a:moveTo>
                  <a:pt x="923925" y="1219200"/>
                </a:moveTo>
                <a:lnTo>
                  <a:pt x="933450" y="1219200"/>
                </a:lnTo>
                <a:lnTo>
                  <a:pt x="933450" y="1228725"/>
                </a:lnTo>
                <a:lnTo>
                  <a:pt x="923925" y="1228725"/>
                </a:lnTo>
                <a:close/>
                <a:moveTo>
                  <a:pt x="1419225" y="1219200"/>
                </a:moveTo>
                <a:lnTo>
                  <a:pt x="1447800" y="1219200"/>
                </a:lnTo>
                <a:lnTo>
                  <a:pt x="1447800" y="1247775"/>
                </a:lnTo>
                <a:lnTo>
                  <a:pt x="1438275" y="1247775"/>
                </a:lnTo>
                <a:lnTo>
                  <a:pt x="1438275" y="1257300"/>
                </a:lnTo>
                <a:lnTo>
                  <a:pt x="1428750" y="1257300"/>
                </a:lnTo>
                <a:lnTo>
                  <a:pt x="1428750" y="1247775"/>
                </a:lnTo>
                <a:lnTo>
                  <a:pt x="1409700" y="1247775"/>
                </a:lnTo>
                <a:lnTo>
                  <a:pt x="1409700" y="1228725"/>
                </a:lnTo>
                <a:lnTo>
                  <a:pt x="1419225" y="1228725"/>
                </a:lnTo>
                <a:close/>
                <a:moveTo>
                  <a:pt x="1676400" y="1219200"/>
                </a:moveTo>
                <a:lnTo>
                  <a:pt x="1685925" y="1219200"/>
                </a:lnTo>
                <a:lnTo>
                  <a:pt x="1685925" y="1228725"/>
                </a:lnTo>
                <a:lnTo>
                  <a:pt x="1676400" y="1228725"/>
                </a:lnTo>
                <a:close/>
                <a:moveTo>
                  <a:pt x="1695450" y="1219200"/>
                </a:moveTo>
                <a:lnTo>
                  <a:pt x="1704975" y="1219200"/>
                </a:lnTo>
                <a:lnTo>
                  <a:pt x="1704975" y="1228725"/>
                </a:lnTo>
                <a:lnTo>
                  <a:pt x="1695450" y="1228725"/>
                </a:lnTo>
                <a:close/>
                <a:moveTo>
                  <a:pt x="314325" y="1228725"/>
                </a:moveTo>
                <a:lnTo>
                  <a:pt x="323850" y="1228725"/>
                </a:lnTo>
                <a:lnTo>
                  <a:pt x="323850" y="1238250"/>
                </a:lnTo>
                <a:lnTo>
                  <a:pt x="314325" y="1238250"/>
                </a:lnTo>
                <a:close/>
                <a:moveTo>
                  <a:pt x="352425" y="1228725"/>
                </a:moveTo>
                <a:lnTo>
                  <a:pt x="361950" y="1228725"/>
                </a:lnTo>
                <a:lnTo>
                  <a:pt x="361950" y="1238250"/>
                </a:lnTo>
                <a:lnTo>
                  <a:pt x="352425" y="1238250"/>
                </a:lnTo>
                <a:close/>
                <a:moveTo>
                  <a:pt x="552450" y="1228725"/>
                </a:moveTo>
                <a:lnTo>
                  <a:pt x="561975" y="1228725"/>
                </a:lnTo>
                <a:lnTo>
                  <a:pt x="561975" y="1238250"/>
                </a:lnTo>
                <a:lnTo>
                  <a:pt x="552450" y="1238250"/>
                </a:lnTo>
                <a:close/>
                <a:moveTo>
                  <a:pt x="904875" y="1228725"/>
                </a:moveTo>
                <a:lnTo>
                  <a:pt x="914400" y="1228725"/>
                </a:lnTo>
                <a:lnTo>
                  <a:pt x="914400" y="1238250"/>
                </a:lnTo>
                <a:lnTo>
                  <a:pt x="904875" y="1238250"/>
                </a:lnTo>
                <a:close/>
                <a:moveTo>
                  <a:pt x="342900" y="1238250"/>
                </a:moveTo>
                <a:lnTo>
                  <a:pt x="352425" y="1238250"/>
                </a:lnTo>
                <a:lnTo>
                  <a:pt x="352425" y="1247775"/>
                </a:lnTo>
                <a:lnTo>
                  <a:pt x="342900" y="1247775"/>
                </a:lnTo>
                <a:close/>
                <a:moveTo>
                  <a:pt x="361950" y="1238250"/>
                </a:moveTo>
                <a:lnTo>
                  <a:pt x="371475" y="1238250"/>
                </a:lnTo>
                <a:lnTo>
                  <a:pt x="371475" y="1257300"/>
                </a:lnTo>
                <a:lnTo>
                  <a:pt x="361950" y="1257300"/>
                </a:lnTo>
                <a:close/>
                <a:moveTo>
                  <a:pt x="1000125" y="1238250"/>
                </a:moveTo>
                <a:lnTo>
                  <a:pt x="1028700" y="1238250"/>
                </a:lnTo>
                <a:lnTo>
                  <a:pt x="1028700" y="1247775"/>
                </a:lnTo>
                <a:lnTo>
                  <a:pt x="1009650" y="1247775"/>
                </a:lnTo>
                <a:lnTo>
                  <a:pt x="1009650" y="1257300"/>
                </a:lnTo>
                <a:lnTo>
                  <a:pt x="1000125" y="1257300"/>
                </a:lnTo>
                <a:close/>
                <a:moveTo>
                  <a:pt x="1028700" y="1247775"/>
                </a:moveTo>
                <a:lnTo>
                  <a:pt x="1038225" y="1247775"/>
                </a:lnTo>
                <a:lnTo>
                  <a:pt x="1038225" y="1257300"/>
                </a:lnTo>
                <a:lnTo>
                  <a:pt x="1028700" y="1257300"/>
                </a:lnTo>
                <a:close/>
                <a:moveTo>
                  <a:pt x="638175" y="1257300"/>
                </a:moveTo>
                <a:lnTo>
                  <a:pt x="647700" y="1257300"/>
                </a:lnTo>
                <a:lnTo>
                  <a:pt x="647700" y="1266825"/>
                </a:lnTo>
                <a:lnTo>
                  <a:pt x="657225" y="1266825"/>
                </a:lnTo>
                <a:lnTo>
                  <a:pt x="657225" y="1285875"/>
                </a:lnTo>
                <a:lnTo>
                  <a:pt x="628650" y="1285875"/>
                </a:lnTo>
                <a:lnTo>
                  <a:pt x="628650" y="1304925"/>
                </a:lnTo>
                <a:lnTo>
                  <a:pt x="619125" y="1304925"/>
                </a:lnTo>
                <a:lnTo>
                  <a:pt x="619125" y="1285875"/>
                </a:lnTo>
                <a:lnTo>
                  <a:pt x="600075" y="1285875"/>
                </a:lnTo>
                <a:lnTo>
                  <a:pt x="600075" y="1276350"/>
                </a:lnTo>
                <a:lnTo>
                  <a:pt x="628650" y="1276350"/>
                </a:lnTo>
                <a:lnTo>
                  <a:pt x="628650" y="1266825"/>
                </a:lnTo>
                <a:lnTo>
                  <a:pt x="638175" y="1266825"/>
                </a:lnTo>
                <a:close/>
                <a:moveTo>
                  <a:pt x="1733550" y="1257300"/>
                </a:moveTo>
                <a:lnTo>
                  <a:pt x="1762125" y="1257300"/>
                </a:lnTo>
                <a:lnTo>
                  <a:pt x="1762125" y="1266825"/>
                </a:lnTo>
                <a:lnTo>
                  <a:pt x="1752600" y="1266825"/>
                </a:lnTo>
                <a:lnTo>
                  <a:pt x="1752600" y="1276350"/>
                </a:lnTo>
                <a:lnTo>
                  <a:pt x="1733550" y="1276350"/>
                </a:lnTo>
                <a:close/>
                <a:moveTo>
                  <a:pt x="352425" y="1266825"/>
                </a:moveTo>
                <a:lnTo>
                  <a:pt x="361950" y="1266825"/>
                </a:lnTo>
                <a:lnTo>
                  <a:pt x="361950" y="1276350"/>
                </a:lnTo>
                <a:lnTo>
                  <a:pt x="352425" y="1276350"/>
                </a:lnTo>
                <a:close/>
                <a:moveTo>
                  <a:pt x="923925" y="1266825"/>
                </a:moveTo>
                <a:lnTo>
                  <a:pt x="933450" y="1266825"/>
                </a:lnTo>
                <a:lnTo>
                  <a:pt x="933450" y="1276350"/>
                </a:lnTo>
                <a:lnTo>
                  <a:pt x="942975" y="1276350"/>
                </a:lnTo>
                <a:lnTo>
                  <a:pt x="942975" y="1266825"/>
                </a:lnTo>
                <a:lnTo>
                  <a:pt x="952500" y="1266825"/>
                </a:lnTo>
                <a:lnTo>
                  <a:pt x="952500" y="1285875"/>
                </a:lnTo>
                <a:lnTo>
                  <a:pt x="923925" y="1285875"/>
                </a:lnTo>
                <a:close/>
                <a:moveTo>
                  <a:pt x="1524000" y="1266825"/>
                </a:moveTo>
                <a:lnTo>
                  <a:pt x="1533525" y="1266825"/>
                </a:lnTo>
                <a:lnTo>
                  <a:pt x="1533525" y="1304925"/>
                </a:lnTo>
                <a:lnTo>
                  <a:pt x="1524000" y="1304925"/>
                </a:lnTo>
                <a:lnTo>
                  <a:pt x="1524000" y="1295400"/>
                </a:lnTo>
                <a:lnTo>
                  <a:pt x="1514475" y="1295400"/>
                </a:lnTo>
                <a:lnTo>
                  <a:pt x="1514475" y="1276350"/>
                </a:lnTo>
                <a:lnTo>
                  <a:pt x="1524000" y="1276350"/>
                </a:lnTo>
                <a:close/>
                <a:moveTo>
                  <a:pt x="1543050" y="1266825"/>
                </a:moveTo>
                <a:lnTo>
                  <a:pt x="1552575" y="1266825"/>
                </a:lnTo>
                <a:lnTo>
                  <a:pt x="1552575" y="1304925"/>
                </a:lnTo>
                <a:lnTo>
                  <a:pt x="1543050" y="1304925"/>
                </a:lnTo>
                <a:close/>
                <a:moveTo>
                  <a:pt x="342900" y="1276350"/>
                </a:moveTo>
                <a:lnTo>
                  <a:pt x="352425" y="1276350"/>
                </a:lnTo>
                <a:lnTo>
                  <a:pt x="352425" y="1285875"/>
                </a:lnTo>
                <a:lnTo>
                  <a:pt x="342900" y="1285875"/>
                </a:lnTo>
                <a:close/>
                <a:moveTo>
                  <a:pt x="1257300" y="1276350"/>
                </a:moveTo>
                <a:lnTo>
                  <a:pt x="1276350" y="1276350"/>
                </a:lnTo>
                <a:lnTo>
                  <a:pt x="1276350" y="1295400"/>
                </a:lnTo>
                <a:lnTo>
                  <a:pt x="1285875" y="1295400"/>
                </a:lnTo>
                <a:lnTo>
                  <a:pt x="1285875" y="1304925"/>
                </a:lnTo>
                <a:lnTo>
                  <a:pt x="1304925" y="1304925"/>
                </a:lnTo>
                <a:lnTo>
                  <a:pt x="1304925" y="1314450"/>
                </a:lnTo>
                <a:lnTo>
                  <a:pt x="1266825" y="1314450"/>
                </a:lnTo>
                <a:lnTo>
                  <a:pt x="1266825" y="1295400"/>
                </a:lnTo>
                <a:lnTo>
                  <a:pt x="1257300" y="1295400"/>
                </a:lnTo>
                <a:close/>
                <a:moveTo>
                  <a:pt x="914400" y="1285875"/>
                </a:moveTo>
                <a:lnTo>
                  <a:pt x="923925" y="1285875"/>
                </a:lnTo>
                <a:lnTo>
                  <a:pt x="923925" y="1295400"/>
                </a:lnTo>
                <a:lnTo>
                  <a:pt x="914400" y="1295400"/>
                </a:lnTo>
                <a:close/>
                <a:moveTo>
                  <a:pt x="1028700" y="1285875"/>
                </a:moveTo>
                <a:lnTo>
                  <a:pt x="1038225" y="1285875"/>
                </a:lnTo>
                <a:lnTo>
                  <a:pt x="1038225" y="1295400"/>
                </a:lnTo>
                <a:lnTo>
                  <a:pt x="1028700" y="1295400"/>
                </a:lnTo>
                <a:close/>
                <a:moveTo>
                  <a:pt x="1047750" y="1285875"/>
                </a:moveTo>
                <a:lnTo>
                  <a:pt x="1057275" y="1285875"/>
                </a:lnTo>
                <a:lnTo>
                  <a:pt x="1057275" y="1295400"/>
                </a:lnTo>
                <a:lnTo>
                  <a:pt x="1047750" y="1295400"/>
                </a:lnTo>
                <a:close/>
                <a:moveTo>
                  <a:pt x="1314450" y="1285875"/>
                </a:moveTo>
                <a:lnTo>
                  <a:pt x="1343025" y="1285875"/>
                </a:lnTo>
                <a:lnTo>
                  <a:pt x="1343025" y="1295400"/>
                </a:lnTo>
                <a:lnTo>
                  <a:pt x="1352550" y="1295400"/>
                </a:lnTo>
                <a:lnTo>
                  <a:pt x="1352550" y="1314450"/>
                </a:lnTo>
                <a:lnTo>
                  <a:pt x="1343025" y="1314450"/>
                </a:lnTo>
                <a:lnTo>
                  <a:pt x="1343025" y="1323975"/>
                </a:lnTo>
                <a:lnTo>
                  <a:pt x="1333500" y="1323975"/>
                </a:lnTo>
                <a:lnTo>
                  <a:pt x="1333500" y="1304925"/>
                </a:lnTo>
                <a:lnTo>
                  <a:pt x="1323975" y="1304925"/>
                </a:lnTo>
                <a:lnTo>
                  <a:pt x="1323975" y="1295400"/>
                </a:lnTo>
                <a:lnTo>
                  <a:pt x="1314450" y="1295400"/>
                </a:lnTo>
                <a:close/>
                <a:moveTo>
                  <a:pt x="1704975" y="1285875"/>
                </a:moveTo>
                <a:lnTo>
                  <a:pt x="1714500" y="1285875"/>
                </a:lnTo>
                <a:lnTo>
                  <a:pt x="1714500" y="1295400"/>
                </a:lnTo>
                <a:lnTo>
                  <a:pt x="1704975" y="1295400"/>
                </a:lnTo>
                <a:close/>
                <a:moveTo>
                  <a:pt x="857250" y="1295400"/>
                </a:moveTo>
                <a:lnTo>
                  <a:pt x="895350" y="1295400"/>
                </a:lnTo>
                <a:lnTo>
                  <a:pt x="895350" y="1304925"/>
                </a:lnTo>
                <a:lnTo>
                  <a:pt x="923925" y="1304925"/>
                </a:lnTo>
                <a:lnTo>
                  <a:pt x="923925" y="1314450"/>
                </a:lnTo>
                <a:lnTo>
                  <a:pt x="933450" y="1314450"/>
                </a:lnTo>
                <a:lnTo>
                  <a:pt x="933450" y="1333500"/>
                </a:lnTo>
                <a:lnTo>
                  <a:pt x="914400" y="1333500"/>
                </a:lnTo>
                <a:lnTo>
                  <a:pt x="914400" y="1323975"/>
                </a:lnTo>
                <a:lnTo>
                  <a:pt x="847725" y="1323975"/>
                </a:lnTo>
                <a:lnTo>
                  <a:pt x="847725" y="1304925"/>
                </a:lnTo>
                <a:lnTo>
                  <a:pt x="857250" y="1304925"/>
                </a:lnTo>
                <a:close/>
                <a:moveTo>
                  <a:pt x="1038225" y="1295400"/>
                </a:moveTo>
                <a:lnTo>
                  <a:pt x="1047750" y="1295400"/>
                </a:lnTo>
                <a:lnTo>
                  <a:pt x="1047750" y="1304925"/>
                </a:lnTo>
                <a:lnTo>
                  <a:pt x="1038225" y="1304925"/>
                </a:lnTo>
                <a:close/>
                <a:moveTo>
                  <a:pt x="200025" y="1304925"/>
                </a:moveTo>
                <a:lnTo>
                  <a:pt x="209550" y="1304925"/>
                </a:lnTo>
                <a:lnTo>
                  <a:pt x="209550" y="1314450"/>
                </a:lnTo>
                <a:lnTo>
                  <a:pt x="200025" y="1314450"/>
                </a:lnTo>
                <a:close/>
                <a:moveTo>
                  <a:pt x="219075" y="1304925"/>
                </a:moveTo>
                <a:lnTo>
                  <a:pt x="228600" y="1304925"/>
                </a:lnTo>
                <a:lnTo>
                  <a:pt x="228600" y="1314450"/>
                </a:lnTo>
                <a:lnTo>
                  <a:pt x="219075" y="1314450"/>
                </a:lnTo>
                <a:close/>
                <a:moveTo>
                  <a:pt x="695325" y="1304925"/>
                </a:moveTo>
                <a:lnTo>
                  <a:pt x="714375" y="1304925"/>
                </a:lnTo>
                <a:lnTo>
                  <a:pt x="714375" y="1333500"/>
                </a:lnTo>
                <a:lnTo>
                  <a:pt x="695325" y="1333500"/>
                </a:lnTo>
                <a:lnTo>
                  <a:pt x="695325" y="1323975"/>
                </a:lnTo>
                <a:lnTo>
                  <a:pt x="704850" y="1323975"/>
                </a:lnTo>
                <a:lnTo>
                  <a:pt x="704850" y="1314450"/>
                </a:lnTo>
                <a:lnTo>
                  <a:pt x="695325" y="1314450"/>
                </a:lnTo>
                <a:close/>
                <a:moveTo>
                  <a:pt x="1743075" y="1304925"/>
                </a:moveTo>
                <a:lnTo>
                  <a:pt x="1752600" y="1304925"/>
                </a:lnTo>
                <a:lnTo>
                  <a:pt x="1752600" y="1314450"/>
                </a:lnTo>
                <a:lnTo>
                  <a:pt x="1743075" y="1314450"/>
                </a:lnTo>
                <a:close/>
                <a:moveTo>
                  <a:pt x="180975" y="1314450"/>
                </a:moveTo>
                <a:lnTo>
                  <a:pt x="200025" y="1314450"/>
                </a:lnTo>
                <a:lnTo>
                  <a:pt x="200025" y="1343025"/>
                </a:lnTo>
                <a:lnTo>
                  <a:pt x="190500" y="1343025"/>
                </a:lnTo>
                <a:lnTo>
                  <a:pt x="190500" y="1333500"/>
                </a:lnTo>
                <a:lnTo>
                  <a:pt x="180975" y="1333500"/>
                </a:lnTo>
                <a:lnTo>
                  <a:pt x="180975" y="1343025"/>
                </a:lnTo>
                <a:lnTo>
                  <a:pt x="171450" y="1343025"/>
                </a:lnTo>
                <a:lnTo>
                  <a:pt x="171450" y="1323975"/>
                </a:lnTo>
                <a:lnTo>
                  <a:pt x="180975" y="1323975"/>
                </a:lnTo>
                <a:close/>
                <a:moveTo>
                  <a:pt x="1314450" y="1314450"/>
                </a:moveTo>
                <a:lnTo>
                  <a:pt x="1323975" y="1314450"/>
                </a:lnTo>
                <a:lnTo>
                  <a:pt x="1323975" y="1323975"/>
                </a:lnTo>
                <a:lnTo>
                  <a:pt x="1314450" y="1323975"/>
                </a:lnTo>
                <a:close/>
                <a:moveTo>
                  <a:pt x="1628775" y="1314450"/>
                </a:moveTo>
                <a:lnTo>
                  <a:pt x="1638300" y="1314450"/>
                </a:lnTo>
                <a:lnTo>
                  <a:pt x="1638300" y="1333500"/>
                </a:lnTo>
                <a:lnTo>
                  <a:pt x="1628775" y="1333500"/>
                </a:lnTo>
                <a:close/>
                <a:moveTo>
                  <a:pt x="1733550" y="1314450"/>
                </a:moveTo>
                <a:lnTo>
                  <a:pt x="1743075" y="1314450"/>
                </a:lnTo>
                <a:lnTo>
                  <a:pt x="1743075" y="1323975"/>
                </a:lnTo>
                <a:lnTo>
                  <a:pt x="1733550" y="1323975"/>
                </a:lnTo>
                <a:close/>
                <a:moveTo>
                  <a:pt x="1457325" y="1323975"/>
                </a:moveTo>
                <a:lnTo>
                  <a:pt x="1476375" y="1323975"/>
                </a:lnTo>
                <a:lnTo>
                  <a:pt x="1476375" y="1333500"/>
                </a:lnTo>
                <a:lnTo>
                  <a:pt x="1457325" y="1333500"/>
                </a:lnTo>
                <a:close/>
                <a:moveTo>
                  <a:pt x="1724025" y="1323975"/>
                </a:moveTo>
                <a:lnTo>
                  <a:pt x="1733550" y="1323975"/>
                </a:lnTo>
                <a:lnTo>
                  <a:pt x="1733550" y="1333500"/>
                </a:lnTo>
                <a:lnTo>
                  <a:pt x="1724025" y="1333500"/>
                </a:lnTo>
                <a:close/>
                <a:moveTo>
                  <a:pt x="1476375" y="1333500"/>
                </a:moveTo>
                <a:lnTo>
                  <a:pt x="1485900" y="1333500"/>
                </a:lnTo>
                <a:lnTo>
                  <a:pt x="1485900" y="1343025"/>
                </a:lnTo>
                <a:lnTo>
                  <a:pt x="1476375" y="1343025"/>
                </a:lnTo>
                <a:close/>
                <a:moveTo>
                  <a:pt x="1619250" y="1333500"/>
                </a:moveTo>
                <a:lnTo>
                  <a:pt x="1628775" y="1333500"/>
                </a:lnTo>
                <a:lnTo>
                  <a:pt x="1628775" y="1343025"/>
                </a:lnTo>
                <a:lnTo>
                  <a:pt x="1619250" y="1343025"/>
                </a:lnTo>
                <a:close/>
                <a:moveTo>
                  <a:pt x="1428750" y="1343025"/>
                </a:moveTo>
                <a:lnTo>
                  <a:pt x="1438275" y="1343025"/>
                </a:lnTo>
                <a:lnTo>
                  <a:pt x="1438275" y="1352550"/>
                </a:lnTo>
                <a:lnTo>
                  <a:pt x="1428750" y="1352550"/>
                </a:lnTo>
                <a:close/>
                <a:moveTo>
                  <a:pt x="200025" y="1352550"/>
                </a:moveTo>
                <a:lnTo>
                  <a:pt x="209550" y="1352550"/>
                </a:lnTo>
                <a:lnTo>
                  <a:pt x="209550" y="1362075"/>
                </a:lnTo>
                <a:lnTo>
                  <a:pt x="200025" y="1362075"/>
                </a:lnTo>
                <a:close/>
                <a:moveTo>
                  <a:pt x="352425" y="1352550"/>
                </a:moveTo>
                <a:lnTo>
                  <a:pt x="381000" y="1352550"/>
                </a:lnTo>
                <a:lnTo>
                  <a:pt x="381000" y="1362075"/>
                </a:lnTo>
                <a:lnTo>
                  <a:pt x="352425" y="1362075"/>
                </a:lnTo>
                <a:close/>
                <a:moveTo>
                  <a:pt x="742950" y="1352550"/>
                </a:moveTo>
                <a:lnTo>
                  <a:pt x="771525" y="1352550"/>
                </a:lnTo>
                <a:lnTo>
                  <a:pt x="771525" y="1362075"/>
                </a:lnTo>
                <a:lnTo>
                  <a:pt x="781050" y="1362075"/>
                </a:lnTo>
                <a:lnTo>
                  <a:pt x="781050" y="1371600"/>
                </a:lnTo>
                <a:lnTo>
                  <a:pt x="762000" y="1371600"/>
                </a:lnTo>
                <a:lnTo>
                  <a:pt x="762000" y="1381125"/>
                </a:lnTo>
                <a:lnTo>
                  <a:pt x="771525" y="1381125"/>
                </a:lnTo>
                <a:lnTo>
                  <a:pt x="771525" y="1390650"/>
                </a:lnTo>
                <a:lnTo>
                  <a:pt x="752475" y="1390650"/>
                </a:lnTo>
                <a:lnTo>
                  <a:pt x="752475" y="1381125"/>
                </a:lnTo>
                <a:lnTo>
                  <a:pt x="742950" y="1381125"/>
                </a:lnTo>
                <a:close/>
                <a:moveTo>
                  <a:pt x="190500" y="1362075"/>
                </a:moveTo>
                <a:lnTo>
                  <a:pt x="200025" y="1362075"/>
                </a:lnTo>
                <a:lnTo>
                  <a:pt x="200025" y="1371600"/>
                </a:lnTo>
                <a:lnTo>
                  <a:pt x="190500" y="1371600"/>
                </a:lnTo>
                <a:close/>
                <a:moveTo>
                  <a:pt x="809625" y="1362075"/>
                </a:moveTo>
                <a:lnTo>
                  <a:pt x="819150" y="1362075"/>
                </a:lnTo>
                <a:lnTo>
                  <a:pt x="819150" y="1371600"/>
                </a:lnTo>
                <a:lnTo>
                  <a:pt x="809625" y="1371600"/>
                </a:lnTo>
                <a:close/>
                <a:moveTo>
                  <a:pt x="1419225" y="1362075"/>
                </a:moveTo>
                <a:lnTo>
                  <a:pt x="1428750" y="1362075"/>
                </a:lnTo>
                <a:lnTo>
                  <a:pt x="1428750" y="1371600"/>
                </a:lnTo>
                <a:lnTo>
                  <a:pt x="1419225" y="1371600"/>
                </a:lnTo>
                <a:close/>
                <a:moveTo>
                  <a:pt x="1866900" y="1362075"/>
                </a:moveTo>
                <a:lnTo>
                  <a:pt x="1876425" y="1362075"/>
                </a:lnTo>
                <a:lnTo>
                  <a:pt x="1876425" y="1371600"/>
                </a:lnTo>
                <a:lnTo>
                  <a:pt x="1866900" y="1371600"/>
                </a:lnTo>
                <a:close/>
                <a:moveTo>
                  <a:pt x="1895475" y="1362075"/>
                </a:moveTo>
                <a:lnTo>
                  <a:pt x="1905000" y="1362075"/>
                </a:lnTo>
                <a:lnTo>
                  <a:pt x="1905000" y="1371600"/>
                </a:lnTo>
                <a:lnTo>
                  <a:pt x="1895475" y="1371600"/>
                </a:lnTo>
                <a:close/>
                <a:moveTo>
                  <a:pt x="180975" y="1371600"/>
                </a:moveTo>
                <a:lnTo>
                  <a:pt x="190500" y="1371600"/>
                </a:lnTo>
                <a:lnTo>
                  <a:pt x="190500" y="1381125"/>
                </a:lnTo>
                <a:lnTo>
                  <a:pt x="180975" y="1381125"/>
                </a:lnTo>
                <a:close/>
                <a:moveTo>
                  <a:pt x="523875" y="1371600"/>
                </a:moveTo>
                <a:lnTo>
                  <a:pt x="533400" y="1371600"/>
                </a:lnTo>
                <a:lnTo>
                  <a:pt x="533400" y="1381125"/>
                </a:lnTo>
                <a:lnTo>
                  <a:pt x="523875" y="1381125"/>
                </a:lnTo>
                <a:close/>
                <a:moveTo>
                  <a:pt x="542925" y="1371600"/>
                </a:moveTo>
                <a:lnTo>
                  <a:pt x="552450" y="1371600"/>
                </a:lnTo>
                <a:lnTo>
                  <a:pt x="552450" y="1381125"/>
                </a:lnTo>
                <a:lnTo>
                  <a:pt x="542925" y="1381125"/>
                </a:lnTo>
                <a:close/>
                <a:moveTo>
                  <a:pt x="781050" y="1371600"/>
                </a:moveTo>
                <a:lnTo>
                  <a:pt x="790575" y="1371600"/>
                </a:lnTo>
                <a:lnTo>
                  <a:pt x="790575" y="1381125"/>
                </a:lnTo>
                <a:lnTo>
                  <a:pt x="781050" y="1381125"/>
                </a:lnTo>
                <a:close/>
                <a:moveTo>
                  <a:pt x="1743075" y="1371600"/>
                </a:moveTo>
                <a:lnTo>
                  <a:pt x="1752600" y="1371600"/>
                </a:lnTo>
                <a:lnTo>
                  <a:pt x="1752600" y="1381125"/>
                </a:lnTo>
                <a:lnTo>
                  <a:pt x="1743075" y="1381125"/>
                </a:lnTo>
                <a:close/>
                <a:moveTo>
                  <a:pt x="1876425" y="1371600"/>
                </a:moveTo>
                <a:lnTo>
                  <a:pt x="1895475" y="1371600"/>
                </a:lnTo>
                <a:lnTo>
                  <a:pt x="1895475" y="1381125"/>
                </a:lnTo>
                <a:lnTo>
                  <a:pt x="1876425" y="1381125"/>
                </a:lnTo>
                <a:close/>
                <a:moveTo>
                  <a:pt x="390525" y="1381125"/>
                </a:moveTo>
                <a:lnTo>
                  <a:pt x="409575" y="1381125"/>
                </a:lnTo>
                <a:lnTo>
                  <a:pt x="409575" y="1390650"/>
                </a:lnTo>
                <a:lnTo>
                  <a:pt x="390525" y="1390650"/>
                </a:lnTo>
                <a:close/>
                <a:moveTo>
                  <a:pt x="1304925" y="1381125"/>
                </a:moveTo>
                <a:lnTo>
                  <a:pt x="1323975" y="1381125"/>
                </a:lnTo>
                <a:lnTo>
                  <a:pt x="1323975" y="1390650"/>
                </a:lnTo>
                <a:lnTo>
                  <a:pt x="1314450" y="1390650"/>
                </a:lnTo>
                <a:lnTo>
                  <a:pt x="1314450" y="1409700"/>
                </a:lnTo>
                <a:lnTo>
                  <a:pt x="1304925" y="1409700"/>
                </a:lnTo>
                <a:close/>
                <a:moveTo>
                  <a:pt x="1733550" y="1381125"/>
                </a:moveTo>
                <a:lnTo>
                  <a:pt x="1743075" y="1381125"/>
                </a:lnTo>
                <a:lnTo>
                  <a:pt x="1743075" y="1409700"/>
                </a:lnTo>
                <a:lnTo>
                  <a:pt x="1733550" y="1409700"/>
                </a:lnTo>
                <a:close/>
                <a:moveTo>
                  <a:pt x="1866900" y="1381125"/>
                </a:moveTo>
                <a:lnTo>
                  <a:pt x="1876425" y="1381125"/>
                </a:lnTo>
                <a:lnTo>
                  <a:pt x="1876425" y="1390650"/>
                </a:lnTo>
                <a:lnTo>
                  <a:pt x="1866900" y="1390650"/>
                </a:lnTo>
                <a:close/>
                <a:moveTo>
                  <a:pt x="1323975" y="1390650"/>
                </a:moveTo>
                <a:lnTo>
                  <a:pt x="1333500" y="1390650"/>
                </a:lnTo>
                <a:lnTo>
                  <a:pt x="1333500" y="1400175"/>
                </a:lnTo>
                <a:lnTo>
                  <a:pt x="1323975" y="1400175"/>
                </a:lnTo>
                <a:close/>
                <a:moveTo>
                  <a:pt x="628650" y="1400175"/>
                </a:moveTo>
                <a:lnTo>
                  <a:pt x="666750" y="1400175"/>
                </a:lnTo>
                <a:lnTo>
                  <a:pt x="666750" y="1409700"/>
                </a:lnTo>
                <a:lnTo>
                  <a:pt x="676275" y="1409700"/>
                </a:lnTo>
                <a:lnTo>
                  <a:pt x="676275" y="1419225"/>
                </a:lnTo>
                <a:lnTo>
                  <a:pt x="666750" y="1419225"/>
                </a:lnTo>
                <a:lnTo>
                  <a:pt x="666750" y="1447800"/>
                </a:lnTo>
                <a:lnTo>
                  <a:pt x="657225" y="1447800"/>
                </a:lnTo>
                <a:lnTo>
                  <a:pt x="657225" y="1438275"/>
                </a:lnTo>
                <a:lnTo>
                  <a:pt x="638175" y="1438275"/>
                </a:lnTo>
                <a:lnTo>
                  <a:pt x="638175" y="1428750"/>
                </a:lnTo>
                <a:lnTo>
                  <a:pt x="628650" y="1428750"/>
                </a:lnTo>
                <a:close/>
                <a:moveTo>
                  <a:pt x="809625" y="1400175"/>
                </a:moveTo>
                <a:lnTo>
                  <a:pt x="828675" y="1400175"/>
                </a:lnTo>
                <a:lnTo>
                  <a:pt x="828675" y="1419225"/>
                </a:lnTo>
                <a:lnTo>
                  <a:pt x="809625" y="1419225"/>
                </a:lnTo>
                <a:close/>
                <a:moveTo>
                  <a:pt x="219075" y="1409700"/>
                </a:moveTo>
                <a:lnTo>
                  <a:pt x="238125" y="1409700"/>
                </a:lnTo>
                <a:lnTo>
                  <a:pt x="238125" y="1419225"/>
                </a:lnTo>
                <a:lnTo>
                  <a:pt x="228600" y="1419225"/>
                </a:lnTo>
                <a:lnTo>
                  <a:pt x="228600" y="1438275"/>
                </a:lnTo>
                <a:lnTo>
                  <a:pt x="200025" y="1438275"/>
                </a:lnTo>
                <a:lnTo>
                  <a:pt x="200025" y="1428750"/>
                </a:lnTo>
                <a:lnTo>
                  <a:pt x="209550" y="1428750"/>
                </a:lnTo>
                <a:lnTo>
                  <a:pt x="209550" y="1419225"/>
                </a:lnTo>
                <a:lnTo>
                  <a:pt x="219075" y="1419225"/>
                </a:lnTo>
                <a:close/>
                <a:moveTo>
                  <a:pt x="904875" y="1409700"/>
                </a:moveTo>
                <a:lnTo>
                  <a:pt x="914400" y="1409700"/>
                </a:lnTo>
                <a:lnTo>
                  <a:pt x="914400" y="1428750"/>
                </a:lnTo>
                <a:lnTo>
                  <a:pt x="904875" y="1428750"/>
                </a:lnTo>
                <a:close/>
                <a:moveTo>
                  <a:pt x="1076325" y="1409700"/>
                </a:moveTo>
                <a:lnTo>
                  <a:pt x="1085850" y="1409700"/>
                </a:lnTo>
                <a:lnTo>
                  <a:pt x="1085850" y="1419225"/>
                </a:lnTo>
                <a:lnTo>
                  <a:pt x="1095375" y="1419225"/>
                </a:lnTo>
                <a:lnTo>
                  <a:pt x="1095375" y="1428750"/>
                </a:lnTo>
                <a:lnTo>
                  <a:pt x="1076325" y="1428750"/>
                </a:lnTo>
                <a:close/>
                <a:moveTo>
                  <a:pt x="257175" y="1419225"/>
                </a:moveTo>
                <a:lnTo>
                  <a:pt x="266700" y="1419225"/>
                </a:lnTo>
                <a:lnTo>
                  <a:pt x="266700" y="1466850"/>
                </a:lnTo>
                <a:lnTo>
                  <a:pt x="257175" y="1466850"/>
                </a:lnTo>
                <a:lnTo>
                  <a:pt x="257175" y="1457325"/>
                </a:lnTo>
                <a:lnTo>
                  <a:pt x="247650" y="1457325"/>
                </a:lnTo>
                <a:lnTo>
                  <a:pt x="247650" y="1476375"/>
                </a:lnTo>
                <a:lnTo>
                  <a:pt x="219075" y="1476375"/>
                </a:lnTo>
                <a:lnTo>
                  <a:pt x="219075" y="1466850"/>
                </a:lnTo>
                <a:lnTo>
                  <a:pt x="228600" y="1466850"/>
                </a:lnTo>
                <a:lnTo>
                  <a:pt x="228600" y="1457325"/>
                </a:lnTo>
                <a:lnTo>
                  <a:pt x="238125" y="1457325"/>
                </a:lnTo>
                <a:lnTo>
                  <a:pt x="238125" y="1447800"/>
                </a:lnTo>
                <a:lnTo>
                  <a:pt x="257175" y="1447800"/>
                </a:lnTo>
                <a:close/>
                <a:moveTo>
                  <a:pt x="1314450" y="1419225"/>
                </a:moveTo>
                <a:lnTo>
                  <a:pt x="1323975" y="1419225"/>
                </a:lnTo>
                <a:lnTo>
                  <a:pt x="1323975" y="1428750"/>
                </a:lnTo>
                <a:lnTo>
                  <a:pt x="1314450" y="1428750"/>
                </a:lnTo>
                <a:close/>
                <a:moveTo>
                  <a:pt x="1371600" y="1419225"/>
                </a:moveTo>
                <a:lnTo>
                  <a:pt x="1390650" y="1419225"/>
                </a:lnTo>
                <a:lnTo>
                  <a:pt x="1390650" y="1428750"/>
                </a:lnTo>
                <a:lnTo>
                  <a:pt x="1371600" y="1428750"/>
                </a:lnTo>
                <a:close/>
                <a:moveTo>
                  <a:pt x="1762125" y="1419225"/>
                </a:moveTo>
                <a:lnTo>
                  <a:pt x="1781175" y="1419225"/>
                </a:lnTo>
                <a:lnTo>
                  <a:pt x="1781175" y="1428750"/>
                </a:lnTo>
                <a:lnTo>
                  <a:pt x="1762125" y="1428750"/>
                </a:lnTo>
                <a:close/>
                <a:moveTo>
                  <a:pt x="180975" y="1428750"/>
                </a:moveTo>
                <a:lnTo>
                  <a:pt x="190500" y="1428750"/>
                </a:lnTo>
                <a:lnTo>
                  <a:pt x="190500" y="1438275"/>
                </a:lnTo>
                <a:lnTo>
                  <a:pt x="180975" y="1438275"/>
                </a:lnTo>
                <a:close/>
                <a:moveTo>
                  <a:pt x="647700" y="1428750"/>
                </a:moveTo>
                <a:lnTo>
                  <a:pt x="657225" y="1428750"/>
                </a:lnTo>
                <a:lnTo>
                  <a:pt x="657225" y="1409700"/>
                </a:lnTo>
                <a:lnTo>
                  <a:pt x="647700" y="1409700"/>
                </a:lnTo>
                <a:close/>
                <a:moveTo>
                  <a:pt x="714375" y="1428750"/>
                </a:moveTo>
                <a:lnTo>
                  <a:pt x="723900" y="1428750"/>
                </a:lnTo>
                <a:lnTo>
                  <a:pt x="723900" y="1438275"/>
                </a:lnTo>
                <a:lnTo>
                  <a:pt x="714375" y="1438275"/>
                </a:lnTo>
                <a:close/>
                <a:moveTo>
                  <a:pt x="942975" y="1428750"/>
                </a:moveTo>
                <a:lnTo>
                  <a:pt x="962025" y="1428750"/>
                </a:lnTo>
                <a:lnTo>
                  <a:pt x="962025" y="1438275"/>
                </a:lnTo>
                <a:lnTo>
                  <a:pt x="990600" y="1438275"/>
                </a:lnTo>
                <a:lnTo>
                  <a:pt x="990600" y="1447800"/>
                </a:lnTo>
                <a:lnTo>
                  <a:pt x="952500" y="1447800"/>
                </a:lnTo>
                <a:lnTo>
                  <a:pt x="952500" y="1438275"/>
                </a:lnTo>
                <a:lnTo>
                  <a:pt x="942975" y="1438275"/>
                </a:lnTo>
                <a:close/>
                <a:moveTo>
                  <a:pt x="1333500" y="1428750"/>
                </a:moveTo>
                <a:lnTo>
                  <a:pt x="1343025" y="1428750"/>
                </a:lnTo>
                <a:lnTo>
                  <a:pt x="1343025" y="1438275"/>
                </a:lnTo>
                <a:lnTo>
                  <a:pt x="1333500" y="1438275"/>
                </a:lnTo>
                <a:close/>
                <a:moveTo>
                  <a:pt x="1752600" y="1428750"/>
                </a:moveTo>
                <a:lnTo>
                  <a:pt x="1762125" y="1428750"/>
                </a:lnTo>
                <a:lnTo>
                  <a:pt x="1762125" y="1438275"/>
                </a:lnTo>
                <a:lnTo>
                  <a:pt x="1752600" y="1438275"/>
                </a:lnTo>
                <a:close/>
                <a:moveTo>
                  <a:pt x="428625" y="1438275"/>
                </a:moveTo>
                <a:lnTo>
                  <a:pt x="447675" y="1438275"/>
                </a:lnTo>
                <a:lnTo>
                  <a:pt x="447675" y="1447800"/>
                </a:lnTo>
                <a:lnTo>
                  <a:pt x="428625" y="1447800"/>
                </a:lnTo>
                <a:close/>
                <a:moveTo>
                  <a:pt x="466725" y="1438275"/>
                </a:moveTo>
                <a:lnTo>
                  <a:pt x="476250" y="1438275"/>
                </a:lnTo>
                <a:lnTo>
                  <a:pt x="476250" y="1447800"/>
                </a:lnTo>
                <a:lnTo>
                  <a:pt x="466725" y="1447800"/>
                </a:lnTo>
                <a:close/>
                <a:moveTo>
                  <a:pt x="742950" y="1438275"/>
                </a:moveTo>
                <a:lnTo>
                  <a:pt x="752475" y="1438275"/>
                </a:lnTo>
                <a:lnTo>
                  <a:pt x="752475" y="1447800"/>
                </a:lnTo>
                <a:lnTo>
                  <a:pt x="742950" y="1447800"/>
                </a:lnTo>
                <a:close/>
                <a:moveTo>
                  <a:pt x="1685925" y="1438275"/>
                </a:moveTo>
                <a:lnTo>
                  <a:pt x="1695450" y="1438275"/>
                </a:lnTo>
                <a:lnTo>
                  <a:pt x="1695450" y="1476375"/>
                </a:lnTo>
                <a:lnTo>
                  <a:pt x="1685925" y="1476375"/>
                </a:lnTo>
                <a:lnTo>
                  <a:pt x="1685925" y="1466850"/>
                </a:lnTo>
                <a:lnTo>
                  <a:pt x="1657350" y="1466850"/>
                </a:lnTo>
                <a:lnTo>
                  <a:pt x="1657350" y="1485900"/>
                </a:lnTo>
                <a:lnTo>
                  <a:pt x="1666875" y="1485900"/>
                </a:lnTo>
                <a:lnTo>
                  <a:pt x="1666875" y="1495425"/>
                </a:lnTo>
                <a:lnTo>
                  <a:pt x="1676400" y="1495425"/>
                </a:lnTo>
                <a:lnTo>
                  <a:pt x="1676400" y="1504950"/>
                </a:lnTo>
                <a:lnTo>
                  <a:pt x="1628775" y="1504950"/>
                </a:lnTo>
                <a:lnTo>
                  <a:pt x="1628775" y="1495425"/>
                </a:lnTo>
                <a:lnTo>
                  <a:pt x="1609725" y="1495425"/>
                </a:lnTo>
                <a:lnTo>
                  <a:pt x="1609725" y="1485900"/>
                </a:lnTo>
                <a:lnTo>
                  <a:pt x="1619250" y="1485900"/>
                </a:lnTo>
                <a:lnTo>
                  <a:pt x="1619250" y="1447800"/>
                </a:lnTo>
                <a:lnTo>
                  <a:pt x="1647825" y="1447800"/>
                </a:lnTo>
                <a:lnTo>
                  <a:pt x="1647825" y="1457325"/>
                </a:lnTo>
                <a:lnTo>
                  <a:pt x="1666875" y="1457325"/>
                </a:lnTo>
                <a:lnTo>
                  <a:pt x="1666875" y="1447800"/>
                </a:lnTo>
                <a:lnTo>
                  <a:pt x="1685925" y="1447800"/>
                </a:lnTo>
                <a:close/>
                <a:moveTo>
                  <a:pt x="419100" y="1447800"/>
                </a:moveTo>
                <a:lnTo>
                  <a:pt x="428625" y="1447800"/>
                </a:lnTo>
                <a:lnTo>
                  <a:pt x="428625" y="1466850"/>
                </a:lnTo>
                <a:lnTo>
                  <a:pt x="409575" y="1466850"/>
                </a:lnTo>
                <a:lnTo>
                  <a:pt x="409575" y="1457325"/>
                </a:lnTo>
                <a:lnTo>
                  <a:pt x="419100" y="1457325"/>
                </a:lnTo>
                <a:close/>
                <a:moveTo>
                  <a:pt x="504825" y="1447800"/>
                </a:moveTo>
                <a:lnTo>
                  <a:pt x="514350" y="1447800"/>
                </a:lnTo>
                <a:lnTo>
                  <a:pt x="514350" y="1457325"/>
                </a:lnTo>
                <a:lnTo>
                  <a:pt x="504825" y="1457325"/>
                </a:lnTo>
                <a:close/>
                <a:moveTo>
                  <a:pt x="676275" y="1447800"/>
                </a:moveTo>
                <a:lnTo>
                  <a:pt x="685800" y="1447800"/>
                </a:lnTo>
                <a:lnTo>
                  <a:pt x="685800" y="1457325"/>
                </a:lnTo>
                <a:lnTo>
                  <a:pt x="676275" y="1457325"/>
                </a:lnTo>
                <a:close/>
                <a:moveTo>
                  <a:pt x="723900" y="1447800"/>
                </a:moveTo>
                <a:lnTo>
                  <a:pt x="733425" y="1447800"/>
                </a:lnTo>
                <a:lnTo>
                  <a:pt x="733425" y="1466850"/>
                </a:lnTo>
                <a:lnTo>
                  <a:pt x="723900" y="1466850"/>
                </a:lnTo>
                <a:close/>
                <a:moveTo>
                  <a:pt x="1009650" y="1447800"/>
                </a:moveTo>
                <a:lnTo>
                  <a:pt x="1019175" y="1447800"/>
                </a:lnTo>
                <a:lnTo>
                  <a:pt x="1019175" y="1466850"/>
                </a:lnTo>
                <a:lnTo>
                  <a:pt x="1009650" y="1466850"/>
                </a:lnTo>
                <a:close/>
                <a:moveTo>
                  <a:pt x="1228725" y="1447800"/>
                </a:moveTo>
                <a:lnTo>
                  <a:pt x="1247775" y="1447800"/>
                </a:lnTo>
                <a:lnTo>
                  <a:pt x="1247775" y="1466850"/>
                </a:lnTo>
                <a:lnTo>
                  <a:pt x="1238250" y="1466850"/>
                </a:lnTo>
                <a:lnTo>
                  <a:pt x="1238250" y="1476375"/>
                </a:lnTo>
                <a:lnTo>
                  <a:pt x="1219200" y="1476375"/>
                </a:lnTo>
                <a:lnTo>
                  <a:pt x="1219200" y="1466850"/>
                </a:lnTo>
                <a:lnTo>
                  <a:pt x="1209675" y="1466850"/>
                </a:lnTo>
                <a:lnTo>
                  <a:pt x="1209675" y="1457325"/>
                </a:lnTo>
                <a:lnTo>
                  <a:pt x="1228725" y="1457325"/>
                </a:lnTo>
                <a:close/>
                <a:moveTo>
                  <a:pt x="685800" y="1457325"/>
                </a:moveTo>
                <a:lnTo>
                  <a:pt x="695325" y="1457325"/>
                </a:lnTo>
                <a:lnTo>
                  <a:pt x="695325" y="1466850"/>
                </a:lnTo>
                <a:lnTo>
                  <a:pt x="685800" y="1466850"/>
                </a:lnTo>
                <a:close/>
                <a:moveTo>
                  <a:pt x="904875" y="1457325"/>
                </a:moveTo>
                <a:lnTo>
                  <a:pt x="914400" y="1457325"/>
                </a:lnTo>
                <a:lnTo>
                  <a:pt x="914400" y="1466850"/>
                </a:lnTo>
                <a:lnTo>
                  <a:pt x="904875" y="1466850"/>
                </a:lnTo>
                <a:close/>
                <a:moveTo>
                  <a:pt x="990600" y="1457325"/>
                </a:moveTo>
                <a:lnTo>
                  <a:pt x="1000125" y="1457325"/>
                </a:lnTo>
                <a:lnTo>
                  <a:pt x="1000125" y="1476375"/>
                </a:lnTo>
                <a:lnTo>
                  <a:pt x="990600" y="1476375"/>
                </a:lnTo>
                <a:lnTo>
                  <a:pt x="990600" y="1495425"/>
                </a:lnTo>
                <a:lnTo>
                  <a:pt x="1000125" y="1495425"/>
                </a:lnTo>
                <a:lnTo>
                  <a:pt x="1000125" y="1514475"/>
                </a:lnTo>
                <a:lnTo>
                  <a:pt x="1019175" y="1514475"/>
                </a:lnTo>
                <a:lnTo>
                  <a:pt x="1019175" y="1524000"/>
                </a:lnTo>
                <a:lnTo>
                  <a:pt x="1038225" y="1524000"/>
                </a:lnTo>
                <a:lnTo>
                  <a:pt x="1038225" y="1543050"/>
                </a:lnTo>
                <a:lnTo>
                  <a:pt x="1019175" y="1543050"/>
                </a:lnTo>
                <a:lnTo>
                  <a:pt x="1019175" y="1562100"/>
                </a:lnTo>
                <a:lnTo>
                  <a:pt x="1000125" y="1562100"/>
                </a:lnTo>
                <a:lnTo>
                  <a:pt x="1000125" y="1552575"/>
                </a:lnTo>
                <a:lnTo>
                  <a:pt x="1009650" y="1552575"/>
                </a:lnTo>
                <a:lnTo>
                  <a:pt x="1009650" y="1543050"/>
                </a:lnTo>
                <a:lnTo>
                  <a:pt x="1000125" y="1543050"/>
                </a:lnTo>
                <a:lnTo>
                  <a:pt x="1000125" y="1524000"/>
                </a:lnTo>
                <a:lnTo>
                  <a:pt x="990600" y="1524000"/>
                </a:lnTo>
                <a:lnTo>
                  <a:pt x="990600" y="1514475"/>
                </a:lnTo>
                <a:lnTo>
                  <a:pt x="981075" y="1514475"/>
                </a:lnTo>
                <a:lnTo>
                  <a:pt x="981075" y="1504950"/>
                </a:lnTo>
                <a:lnTo>
                  <a:pt x="971550" y="1504950"/>
                </a:lnTo>
                <a:lnTo>
                  <a:pt x="971550" y="1485900"/>
                </a:lnTo>
                <a:lnTo>
                  <a:pt x="942975" y="1485900"/>
                </a:lnTo>
                <a:lnTo>
                  <a:pt x="942975" y="1476375"/>
                </a:lnTo>
                <a:lnTo>
                  <a:pt x="971550" y="1476375"/>
                </a:lnTo>
                <a:lnTo>
                  <a:pt x="971550" y="1466850"/>
                </a:lnTo>
                <a:lnTo>
                  <a:pt x="990600" y="1466850"/>
                </a:lnTo>
                <a:close/>
                <a:moveTo>
                  <a:pt x="1409700" y="1457325"/>
                </a:moveTo>
                <a:lnTo>
                  <a:pt x="1419225" y="1457325"/>
                </a:lnTo>
                <a:lnTo>
                  <a:pt x="1419225" y="1466850"/>
                </a:lnTo>
                <a:lnTo>
                  <a:pt x="1409700" y="1466850"/>
                </a:lnTo>
                <a:close/>
                <a:moveTo>
                  <a:pt x="923925" y="1466850"/>
                </a:moveTo>
                <a:lnTo>
                  <a:pt x="933450" y="1466850"/>
                </a:lnTo>
                <a:lnTo>
                  <a:pt x="933450" y="1476375"/>
                </a:lnTo>
                <a:lnTo>
                  <a:pt x="923925" y="1476375"/>
                </a:lnTo>
                <a:close/>
                <a:moveTo>
                  <a:pt x="1400175" y="1466850"/>
                </a:moveTo>
                <a:lnTo>
                  <a:pt x="1409700" y="1466850"/>
                </a:lnTo>
                <a:lnTo>
                  <a:pt x="1409700" y="1476375"/>
                </a:lnTo>
                <a:lnTo>
                  <a:pt x="1400175" y="1476375"/>
                </a:lnTo>
                <a:close/>
                <a:moveTo>
                  <a:pt x="209550" y="1476375"/>
                </a:moveTo>
                <a:lnTo>
                  <a:pt x="219075" y="1476375"/>
                </a:lnTo>
                <a:lnTo>
                  <a:pt x="219075" y="1485900"/>
                </a:lnTo>
                <a:lnTo>
                  <a:pt x="209550" y="1485900"/>
                </a:lnTo>
                <a:close/>
                <a:moveTo>
                  <a:pt x="428625" y="1476375"/>
                </a:moveTo>
                <a:lnTo>
                  <a:pt x="438150" y="1476375"/>
                </a:lnTo>
                <a:lnTo>
                  <a:pt x="438150" y="1485900"/>
                </a:lnTo>
                <a:lnTo>
                  <a:pt x="428625" y="1485900"/>
                </a:lnTo>
                <a:close/>
                <a:moveTo>
                  <a:pt x="1343025" y="1476375"/>
                </a:moveTo>
                <a:lnTo>
                  <a:pt x="1352550" y="1476375"/>
                </a:lnTo>
                <a:lnTo>
                  <a:pt x="1352550" y="1485900"/>
                </a:lnTo>
                <a:lnTo>
                  <a:pt x="1362075" y="1485900"/>
                </a:lnTo>
                <a:lnTo>
                  <a:pt x="1362075" y="1504950"/>
                </a:lnTo>
                <a:lnTo>
                  <a:pt x="1352550" y="1504950"/>
                </a:lnTo>
                <a:lnTo>
                  <a:pt x="1352550" y="1495425"/>
                </a:lnTo>
                <a:lnTo>
                  <a:pt x="1343025" y="1495425"/>
                </a:lnTo>
                <a:lnTo>
                  <a:pt x="1343025" y="1514475"/>
                </a:lnTo>
                <a:lnTo>
                  <a:pt x="1362075" y="1514475"/>
                </a:lnTo>
                <a:lnTo>
                  <a:pt x="1362075" y="1552575"/>
                </a:lnTo>
                <a:lnTo>
                  <a:pt x="1352550" y="1552575"/>
                </a:lnTo>
                <a:lnTo>
                  <a:pt x="1352550" y="1533525"/>
                </a:lnTo>
                <a:lnTo>
                  <a:pt x="1343025" y="1533525"/>
                </a:lnTo>
                <a:lnTo>
                  <a:pt x="1343025" y="1524000"/>
                </a:lnTo>
                <a:lnTo>
                  <a:pt x="1333500" y="1524000"/>
                </a:lnTo>
                <a:lnTo>
                  <a:pt x="1333500" y="1514475"/>
                </a:lnTo>
                <a:lnTo>
                  <a:pt x="1295400" y="1514475"/>
                </a:lnTo>
                <a:lnTo>
                  <a:pt x="1295400" y="1495425"/>
                </a:lnTo>
                <a:lnTo>
                  <a:pt x="1314450" y="1495425"/>
                </a:lnTo>
                <a:lnTo>
                  <a:pt x="1314450" y="1485900"/>
                </a:lnTo>
                <a:lnTo>
                  <a:pt x="1343025" y="1485900"/>
                </a:lnTo>
                <a:close/>
                <a:moveTo>
                  <a:pt x="419100" y="1485900"/>
                </a:moveTo>
                <a:lnTo>
                  <a:pt x="428625" y="1485900"/>
                </a:lnTo>
                <a:lnTo>
                  <a:pt x="428625" y="1495425"/>
                </a:lnTo>
                <a:lnTo>
                  <a:pt x="419100" y="1495425"/>
                </a:lnTo>
                <a:close/>
                <a:moveTo>
                  <a:pt x="438150" y="1485900"/>
                </a:moveTo>
                <a:lnTo>
                  <a:pt x="447675" y="1485900"/>
                </a:lnTo>
                <a:lnTo>
                  <a:pt x="447675" y="1495425"/>
                </a:lnTo>
                <a:lnTo>
                  <a:pt x="438150" y="1495425"/>
                </a:lnTo>
                <a:close/>
                <a:moveTo>
                  <a:pt x="1085850" y="1485900"/>
                </a:moveTo>
                <a:lnTo>
                  <a:pt x="1095375" y="1485900"/>
                </a:lnTo>
                <a:lnTo>
                  <a:pt x="1095375" y="1495425"/>
                </a:lnTo>
                <a:lnTo>
                  <a:pt x="1123950" y="1495425"/>
                </a:lnTo>
                <a:lnTo>
                  <a:pt x="1123950" y="1504950"/>
                </a:lnTo>
                <a:lnTo>
                  <a:pt x="1133475" y="1504950"/>
                </a:lnTo>
                <a:lnTo>
                  <a:pt x="1133475" y="1514475"/>
                </a:lnTo>
                <a:lnTo>
                  <a:pt x="1143000" y="1514475"/>
                </a:lnTo>
                <a:lnTo>
                  <a:pt x="1143000" y="1524000"/>
                </a:lnTo>
                <a:lnTo>
                  <a:pt x="1123950" y="1524000"/>
                </a:lnTo>
                <a:lnTo>
                  <a:pt x="1123950" y="1533525"/>
                </a:lnTo>
                <a:lnTo>
                  <a:pt x="1095375" y="1533525"/>
                </a:lnTo>
                <a:lnTo>
                  <a:pt x="1095375" y="1524000"/>
                </a:lnTo>
                <a:lnTo>
                  <a:pt x="1085850" y="1524000"/>
                </a:lnTo>
                <a:lnTo>
                  <a:pt x="1085850" y="1504950"/>
                </a:lnTo>
                <a:lnTo>
                  <a:pt x="1076325" y="1504950"/>
                </a:lnTo>
                <a:lnTo>
                  <a:pt x="1076325" y="1495425"/>
                </a:lnTo>
                <a:lnTo>
                  <a:pt x="1085850" y="1495425"/>
                </a:lnTo>
                <a:close/>
                <a:moveTo>
                  <a:pt x="1628775" y="1485900"/>
                </a:moveTo>
                <a:lnTo>
                  <a:pt x="1638300" y="1485900"/>
                </a:lnTo>
                <a:lnTo>
                  <a:pt x="1638300" y="1466850"/>
                </a:lnTo>
                <a:lnTo>
                  <a:pt x="1628775" y="1466850"/>
                </a:lnTo>
                <a:close/>
                <a:moveTo>
                  <a:pt x="200025" y="1495425"/>
                </a:moveTo>
                <a:lnTo>
                  <a:pt x="209550" y="1495425"/>
                </a:lnTo>
                <a:lnTo>
                  <a:pt x="209550" y="1504950"/>
                </a:lnTo>
                <a:lnTo>
                  <a:pt x="200025" y="1504950"/>
                </a:lnTo>
                <a:close/>
                <a:moveTo>
                  <a:pt x="400050" y="1495425"/>
                </a:moveTo>
                <a:lnTo>
                  <a:pt x="419100" y="1495425"/>
                </a:lnTo>
                <a:lnTo>
                  <a:pt x="419100" y="1504950"/>
                </a:lnTo>
                <a:lnTo>
                  <a:pt x="400050" y="1504950"/>
                </a:lnTo>
                <a:close/>
                <a:moveTo>
                  <a:pt x="1057275" y="1495425"/>
                </a:moveTo>
                <a:lnTo>
                  <a:pt x="1066800" y="1495425"/>
                </a:lnTo>
                <a:lnTo>
                  <a:pt x="1066800" y="1514475"/>
                </a:lnTo>
                <a:lnTo>
                  <a:pt x="1057275" y="1514475"/>
                </a:lnTo>
                <a:close/>
                <a:moveTo>
                  <a:pt x="1600200" y="1495425"/>
                </a:moveTo>
                <a:lnTo>
                  <a:pt x="1609725" y="1495425"/>
                </a:lnTo>
                <a:lnTo>
                  <a:pt x="1609725" y="1514475"/>
                </a:lnTo>
                <a:lnTo>
                  <a:pt x="1600200" y="1514475"/>
                </a:lnTo>
                <a:close/>
                <a:moveTo>
                  <a:pt x="1771650" y="1495425"/>
                </a:moveTo>
                <a:lnTo>
                  <a:pt x="1790700" y="1495425"/>
                </a:lnTo>
                <a:lnTo>
                  <a:pt x="1790700" y="1504950"/>
                </a:lnTo>
                <a:lnTo>
                  <a:pt x="1819275" y="1504950"/>
                </a:lnTo>
                <a:lnTo>
                  <a:pt x="1819275" y="1514475"/>
                </a:lnTo>
                <a:lnTo>
                  <a:pt x="1809750" y="1514475"/>
                </a:lnTo>
                <a:lnTo>
                  <a:pt x="1809750" y="1524000"/>
                </a:lnTo>
                <a:lnTo>
                  <a:pt x="1790700" y="1524000"/>
                </a:lnTo>
                <a:lnTo>
                  <a:pt x="1790700" y="1514475"/>
                </a:lnTo>
                <a:lnTo>
                  <a:pt x="1771650" y="1514475"/>
                </a:lnTo>
                <a:close/>
                <a:moveTo>
                  <a:pt x="523875" y="1504950"/>
                </a:moveTo>
                <a:lnTo>
                  <a:pt x="533400" y="1504950"/>
                </a:lnTo>
                <a:lnTo>
                  <a:pt x="533400" y="1524000"/>
                </a:lnTo>
                <a:lnTo>
                  <a:pt x="523875" y="1524000"/>
                </a:lnTo>
                <a:close/>
                <a:moveTo>
                  <a:pt x="1247775" y="1504950"/>
                </a:moveTo>
                <a:lnTo>
                  <a:pt x="1257300" y="1504950"/>
                </a:lnTo>
                <a:lnTo>
                  <a:pt x="1257300" y="1514475"/>
                </a:lnTo>
                <a:lnTo>
                  <a:pt x="1247775" y="1514475"/>
                </a:lnTo>
                <a:close/>
                <a:moveTo>
                  <a:pt x="1828800" y="1504950"/>
                </a:moveTo>
                <a:lnTo>
                  <a:pt x="1838325" y="1504950"/>
                </a:lnTo>
                <a:lnTo>
                  <a:pt x="1838325" y="1514475"/>
                </a:lnTo>
                <a:lnTo>
                  <a:pt x="1828800" y="1514475"/>
                </a:lnTo>
                <a:close/>
                <a:moveTo>
                  <a:pt x="552450" y="1514475"/>
                </a:moveTo>
                <a:lnTo>
                  <a:pt x="561975" y="1514475"/>
                </a:lnTo>
                <a:lnTo>
                  <a:pt x="561975" y="1524000"/>
                </a:lnTo>
                <a:lnTo>
                  <a:pt x="552450" y="1524000"/>
                </a:lnTo>
                <a:close/>
                <a:moveTo>
                  <a:pt x="285750" y="1524000"/>
                </a:moveTo>
                <a:lnTo>
                  <a:pt x="295275" y="1524000"/>
                </a:lnTo>
                <a:lnTo>
                  <a:pt x="295275" y="1543050"/>
                </a:lnTo>
                <a:lnTo>
                  <a:pt x="276225" y="1543050"/>
                </a:lnTo>
                <a:lnTo>
                  <a:pt x="276225" y="1533525"/>
                </a:lnTo>
                <a:lnTo>
                  <a:pt x="285750" y="1533525"/>
                </a:lnTo>
                <a:close/>
                <a:moveTo>
                  <a:pt x="866775" y="1524000"/>
                </a:moveTo>
                <a:lnTo>
                  <a:pt x="885825" y="1524000"/>
                </a:lnTo>
                <a:lnTo>
                  <a:pt x="885825" y="1533525"/>
                </a:lnTo>
                <a:lnTo>
                  <a:pt x="866775" y="1533525"/>
                </a:lnTo>
                <a:close/>
                <a:moveTo>
                  <a:pt x="1638300" y="1524000"/>
                </a:moveTo>
                <a:lnTo>
                  <a:pt x="1647825" y="1524000"/>
                </a:lnTo>
                <a:lnTo>
                  <a:pt x="1647825" y="1533525"/>
                </a:lnTo>
                <a:lnTo>
                  <a:pt x="1638300" y="1533525"/>
                </a:lnTo>
                <a:close/>
                <a:moveTo>
                  <a:pt x="1657350" y="1524000"/>
                </a:moveTo>
                <a:lnTo>
                  <a:pt x="1666875" y="1524000"/>
                </a:lnTo>
                <a:lnTo>
                  <a:pt x="1666875" y="1533525"/>
                </a:lnTo>
                <a:lnTo>
                  <a:pt x="1657350" y="1533525"/>
                </a:lnTo>
                <a:close/>
                <a:moveTo>
                  <a:pt x="523875" y="1533525"/>
                </a:moveTo>
                <a:lnTo>
                  <a:pt x="533400" y="1533525"/>
                </a:lnTo>
                <a:lnTo>
                  <a:pt x="533400" y="1543050"/>
                </a:lnTo>
                <a:lnTo>
                  <a:pt x="523875" y="1543050"/>
                </a:lnTo>
                <a:close/>
                <a:moveTo>
                  <a:pt x="885825" y="1533525"/>
                </a:moveTo>
                <a:lnTo>
                  <a:pt x="895350" y="1533525"/>
                </a:lnTo>
                <a:lnTo>
                  <a:pt x="895350" y="1543050"/>
                </a:lnTo>
                <a:lnTo>
                  <a:pt x="885825" y="1543050"/>
                </a:lnTo>
                <a:close/>
                <a:moveTo>
                  <a:pt x="1133475" y="1533525"/>
                </a:moveTo>
                <a:lnTo>
                  <a:pt x="1143000" y="1533525"/>
                </a:lnTo>
                <a:lnTo>
                  <a:pt x="1143000" y="1543050"/>
                </a:lnTo>
                <a:lnTo>
                  <a:pt x="1133475" y="1543050"/>
                </a:lnTo>
                <a:close/>
                <a:moveTo>
                  <a:pt x="1581150" y="1533525"/>
                </a:moveTo>
                <a:lnTo>
                  <a:pt x="1590675" y="1533525"/>
                </a:lnTo>
                <a:lnTo>
                  <a:pt x="1590675" y="1543050"/>
                </a:lnTo>
                <a:lnTo>
                  <a:pt x="1581150" y="1543050"/>
                </a:lnTo>
                <a:close/>
                <a:moveTo>
                  <a:pt x="238125" y="1543050"/>
                </a:moveTo>
                <a:lnTo>
                  <a:pt x="276225" y="1543050"/>
                </a:lnTo>
                <a:lnTo>
                  <a:pt x="276225" y="1552575"/>
                </a:lnTo>
                <a:lnTo>
                  <a:pt x="266700" y="1552575"/>
                </a:lnTo>
                <a:lnTo>
                  <a:pt x="266700" y="1581150"/>
                </a:lnTo>
                <a:lnTo>
                  <a:pt x="228600" y="1581150"/>
                </a:lnTo>
                <a:lnTo>
                  <a:pt x="228600" y="1619250"/>
                </a:lnTo>
                <a:lnTo>
                  <a:pt x="209550" y="1619250"/>
                </a:lnTo>
                <a:lnTo>
                  <a:pt x="209550" y="1571625"/>
                </a:lnTo>
                <a:lnTo>
                  <a:pt x="228600" y="1571625"/>
                </a:lnTo>
                <a:lnTo>
                  <a:pt x="228600" y="1562100"/>
                </a:lnTo>
                <a:lnTo>
                  <a:pt x="238125" y="1562100"/>
                </a:lnTo>
                <a:close/>
                <a:moveTo>
                  <a:pt x="1085850" y="1543050"/>
                </a:moveTo>
                <a:lnTo>
                  <a:pt x="1095375" y="1543050"/>
                </a:lnTo>
                <a:lnTo>
                  <a:pt x="1095375" y="1552575"/>
                </a:lnTo>
                <a:lnTo>
                  <a:pt x="1085850" y="1552575"/>
                </a:lnTo>
                <a:close/>
                <a:moveTo>
                  <a:pt x="1590675" y="1543050"/>
                </a:moveTo>
                <a:lnTo>
                  <a:pt x="1619250" y="1543050"/>
                </a:lnTo>
                <a:lnTo>
                  <a:pt x="1619250" y="1562100"/>
                </a:lnTo>
                <a:lnTo>
                  <a:pt x="1609725" y="1562100"/>
                </a:lnTo>
                <a:lnTo>
                  <a:pt x="1609725" y="1552575"/>
                </a:lnTo>
                <a:lnTo>
                  <a:pt x="1600200" y="1552575"/>
                </a:lnTo>
                <a:lnTo>
                  <a:pt x="1600200" y="1562100"/>
                </a:lnTo>
                <a:lnTo>
                  <a:pt x="1590675" y="1562100"/>
                </a:lnTo>
                <a:close/>
                <a:moveTo>
                  <a:pt x="1809750" y="1543050"/>
                </a:moveTo>
                <a:lnTo>
                  <a:pt x="1828800" y="1543050"/>
                </a:lnTo>
                <a:lnTo>
                  <a:pt x="1828800" y="1552575"/>
                </a:lnTo>
                <a:lnTo>
                  <a:pt x="1809750" y="1552575"/>
                </a:lnTo>
                <a:close/>
                <a:moveTo>
                  <a:pt x="447675" y="1552575"/>
                </a:moveTo>
                <a:lnTo>
                  <a:pt x="457200" y="1552575"/>
                </a:lnTo>
                <a:lnTo>
                  <a:pt x="457200" y="1562100"/>
                </a:lnTo>
                <a:lnTo>
                  <a:pt x="447675" y="1562100"/>
                </a:lnTo>
                <a:close/>
                <a:moveTo>
                  <a:pt x="685800" y="1552575"/>
                </a:moveTo>
                <a:lnTo>
                  <a:pt x="704850" y="1552575"/>
                </a:lnTo>
                <a:lnTo>
                  <a:pt x="704850" y="1571625"/>
                </a:lnTo>
                <a:lnTo>
                  <a:pt x="695325" y="1571625"/>
                </a:lnTo>
                <a:lnTo>
                  <a:pt x="695325" y="1562100"/>
                </a:lnTo>
                <a:lnTo>
                  <a:pt x="685800" y="1562100"/>
                </a:lnTo>
                <a:close/>
                <a:moveTo>
                  <a:pt x="942975" y="1552575"/>
                </a:moveTo>
                <a:lnTo>
                  <a:pt x="962025" y="1552575"/>
                </a:lnTo>
                <a:lnTo>
                  <a:pt x="962025" y="1562100"/>
                </a:lnTo>
                <a:lnTo>
                  <a:pt x="942975" y="1562100"/>
                </a:lnTo>
                <a:close/>
                <a:moveTo>
                  <a:pt x="990600" y="1562100"/>
                </a:moveTo>
                <a:lnTo>
                  <a:pt x="1000125" y="1562100"/>
                </a:lnTo>
                <a:lnTo>
                  <a:pt x="1000125" y="1571625"/>
                </a:lnTo>
                <a:lnTo>
                  <a:pt x="990600" y="1571625"/>
                </a:lnTo>
                <a:close/>
                <a:moveTo>
                  <a:pt x="1647825" y="1562100"/>
                </a:moveTo>
                <a:lnTo>
                  <a:pt x="1657350" y="1562100"/>
                </a:lnTo>
                <a:lnTo>
                  <a:pt x="1657350" y="1571625"/>
                </a:lnTo>
                <a:lnTo>
                  <a:pt x="1647825" y="1571625"/>
                </a:lnTo>
                <a:close/>
                <a:moveTo>
                  <a:pt x="1000125" y="1571625"/>
                </a:moveTo>
                <a:lnTo>
                  <a:pt x="1009650" y="1571625"/>
                </a:lnTo>
                <a:lnTo>
                  <a:pt x="1009650" y="1581150"/>
                </a:lnTo>
                <a:lnTo>
                  <a:pt x="1000125" y="1581150"/>
                </a:lnTo>
                <a:close/>
                <a:moveTo>
                  <a:pt x="1228725" y="1571625"/>
                </a:moveTo>
                <a:lnTo>
                  <a:pt x="1238250" y="1571625"/>
                </a:lnTo>
                <a:lnTo>
                  <a:pt x="1238250" y="1581150"/>
                </a:lnTo>
                <a:lnTo>
                  <a:pt x="1228725" y="1581150"/>
                </a:lnTo>
                <a:close/>
                <a:moveTo>
                  <a:pt x="1181100" y="1581150"/>
                </a:moveTo>
                <a:lnTo>
                  <a:pt x="1190625" y="1581150"/>
                </a:lnTo>
                <a:lnTo>
                  <a:pt x="1190625" y="1590675"/>
                </a:lnTo>
                <a:lnTo>
                  <a:pt x="1181100" y="1590675"/>
                </a:lnTo>
                <a:close/>
                <a:moveTo>
                  <a:pt x="476250" y="1590675"/>
                </a:moveTo>
                <a:lnTo>
                  <a:pt x="485775" y="1590675"/>
                </a:lnTo>
                <a:lnTo>
                  <a:pt x="485775" y="1600200"/>
                </a:lnTo>
                <a:lnTo>
                  <a:pt x="476250" y="1600200"/>
                </a:lnTo>
                <a:close/>
                <a:moveTo>
                  <a:pt x="733425" y="1590675"/>
                </a:moveTo>
                <a:lnTo>
                  <a:pt x="762000" y="1590675"/>
                </a:lnTo>
                <a:lnTo>
                  <a:pt x="762000" y="1600200"/>
                </a:lnTo>
                <a:lnTo>
                  <a:pt x="733425" y="1600200"/>
                </a:lnTo>
                <a:close/>
                <a:moveTo>
                  <a:pt x="800100" y="1600200"/>
                </a:moveTo>
                <a:lnTo>
                  <a:pt x="819150" y="1600200"/>
                </a:lnTo>
                <a:lnTo>
                  <a:pt x="819150" y="1619250"/>
                </a:lnTo>
                <a:lnTo>
                  <a:pt x="800100" y="1619250"/>
                </a:lnTo>
                <a:close/>
                <a:moveTo>
                  <a:pt x="1009650" y="1600200"/>
                </a:moveTo>
                <a:lnTo>
                  <a:pt x="1019175" y="1600200"/>
                </a:lnTo>
                <a:lnTo>
                  <a:pt x="1019175" y="1609725"/>
                </a:lnTo>
                <a:lnTo>
                  <a:pt x="1009650" y="1609725"/>
                </a:lnTo>
                <a:close/>
                <a:moveTo>
                  <a:pt x="1266825" y="1600200"/>
                </a:moveTo>
                <a:lnTo>
                  <a:pt x="1276350" y="1600200"/>
                </a:lnTo>
                <a:lnTo>
                  <a:pt x="1276350" y="1619250"/>
                </a:lnTo>
                <a:lnTo>
                  <a:pt x="1266825" y="1619250"/>
                </a:lnTo>
                <a:close/>
                <a:moveTo>
                  <a:pt x="1524000" y="1600200"/>
                </a:moveTo>
                <a:lnTo>
                  <a:pt x="1543050" y="1600200"/>
                </a:lnTo>
                <a:lnTo>
                  <a:pt x="1543050" y="1609725"/>
                </a:lnTo>
                <a:lnTo>
                  <a:pt x="1552575" y="1609725"/>
                </a:lnTo>
                <a:lnTo>
                  <a:pt x="1552575" y="1619250"/>
                </a:lnTo>
                <a:lnTo>
                  <a:pt x="1533525" y="1619250"/>
                </a:lnTo>
                <a:lnTo>
                  <a:pt x="1533525" y="1609725"/>
                </a:lnTo>
                <a:lnTo>
                  <a:pt x="1524000" y="1609725"/>
                </a:lnTo>
                <a:close/>
                <a:moveTo>
                  <a:pt x="933450" y="1609725"/>
                </a:moveTo>
                <a:lnTo>
                  <a:pt x="942975" y="1609725"/>
                </a:lnTo>
                <a:lnTo>
                  <a:pt x="942975" y="1619250"/>
                </a:lnTo>
                <a:lnTo>
                  <a:pt x="933450" y="1619250"/>
                </a:lnTo>
                <a:close/>
                <a:moveTo>
                  <a:pt x="1504950" y="1609725"/>
                </a:moveTo>
                <a:lnTo>
                  <a:pt x="1514475" y="1609725"/>
                </a:lnTo>
                <a:lnTo>
                  <a:pt x="1514475" y="1619250"/>
                </a:lnTo>
                <a:lnTo>
                  <a:pt x="1504950" y="1619250"/>
                </a:lnTo>
                <a:close/>
                <a:moveTo>
                  <a:pt x="1314450" y="1619250"/>
                </a:moveTo>
                <a:lnTo>
                  <a:pt x="1323975" y="1619250"/>
                </a:lnTo>
                <a:lnTo>
                  <a:pt x="1323975" y="1628775"/>
                </a:lnTo>
                <a:lnTo>
                  <a:pt x="1314450" y="1628775"/>
                </a:lnTo>
                <a:close/>
                <a:moveTo>
                  <a:pt x="1495425" y="1619250"/>
                </a:moveTo>
                <a:lnTo>
                  <a:pt x="1504950" y="1619250"/>
                </a:lnTo>
                <a:lnTo>
                  <a:pt x="1504950" y="1628775"/>
                </a:lnTo>
                <a:lnTo>
                  <a:pt x="1495425" y="1628775"/>
                </a:lnTo>
                <a:close/>
                <a:moveTo>
                  <a:pt x="1552575" y="1619250"/>
                </a:moveTo>
                <a:lnTo>
                  <a:pt x="1562100" y="1619250"/>
                </a:lnTo>
                <a:lnTo>
                  <a:pt x="1562100" y="1628775"/>
                </a:lnTo>
                <a:lnTo>
                  <a:pt x="1552575" y="1628775"/>
                </a:lnTo>
                <a:close/>
                <a:moveTo>
                  <a:pt x="581025" y="1628775"/>
                </a:moveTo>
                <a:lnTo>
                  <a:pt x="590550" y="1628775"/>
                </a:lnTo>
                <a:lnTo>
                  <a:pt x="590550" y="1647825"/>
                </a:lnTo>
                <a:lnTo>
                  <a:pt x="581025" y="1647825"/>
                </a:lnTo>
                <a:close/>
                <a:moveTo>
                  <a:pt x="866775" y="1628775"/>
                </a:moveTo>
                <a:lnTo>
                  <a:pt x="895350" y="1628775"/>
                </a:lnTo>
                <a:lnTo>
                  <a:pt x="895350" y="1638300"/>
                </a:lnTo>
                <a:lnTo>
                  <a:pt x="885825" y="1638300"/>
                </a:lnTo>
                <a:lnTo>
                  <a:pt x="885825" y="1647825"/>
                </a:lnTo>
                <a:lnTo>
                  <a:pt x="895350" y="1647825"/>
                </a:lnTo>
                <a:lnTo>
                  <a:pt x="895350" y="1657350"/>
                </a:lnTo>
                <a:lnTo>
                  <a:pt x="866775" y="1657350"/>
                </a:lnTo>
                <a:close/>
                <a:moveTo>
                  <a:pt x="1057275" y="1628775"/>
                </a:moveTo>
                <a:lnTo>
                  <a:pt x="1076325" y="1628775"/>
                </a:lnTo>
                <a:lnTo>
                  <a:pt x="1076325" y="1638300"/>
                </a:lnTo>
                <a:lnTo>
                  <a:pt x="1066800" y="1638300"/>
                </a:lnTo>
                <a:lnTo>
                  <a:pt x="1066800" y="1647825"/>
                </a:lnTo>
                <a:lnTo>
                  <a:pt x="1057275" y="1647825"/>
                </a:lnTo>
                <a:close/>
                <a:moveTo>
                  <a:pt x="1295400" y="1628775"/>
                </a:moveTo>
                <a:lnTo>
                  <a:pt x="1304925" y="1628775"/>
                </a:lnTo>
                <a:lnTo>
                  <a:pt x="1304925" y="1647825"/>
                </a:lnTo>
                <a:lnTo>
                  <a:pt x="1314450" y="1647825"/>
                </a:lnTo>
                <a:lnTo>
                  <a:pt x="1314450" y="1657350"/>
                </a:lnTo>
                <a:lnTo>
                  <a:pt x="1343025" y="1657350"/>
                </a:lnTo>
                <a:lnTo>
                  <a:pt x="1343025" y="1666875"/>
                </a:lnTo>
                <a:lnTo>
                  <a:pt x="1333500" y="1666875"/>
                </a:lnTo>
                <a:lnTo>
                  <a:pt x="1333500" y="1676400"/>
                </a:lnTo>
                <a:lnTo>
                  <a:pt x="1314450" y="1676400"/>
                </a:lnTo>
                <a:lnTo>
                  <a:pt x="1314450" y="1666875"/>
                </a:lnTo>
                <a:lnTo>
                  <a:pt x="1304925" y="1666875"/>
                </a:lnTo>
                <a:lnTo>
                  <a:pt x="1304925" y="1657350"/>
                </a:lnTo>
                <a:lnTo>
                  <a:pt x="1295400" y="1657350"/>
                </a:lnTo>
                <a:close/>
                <a:moveTo>
                  <a:pt x="1543050" y="1628775"/>
                </a:moveTo>
                <a:lnTo>
                  <a:pt x="1552575" y="1628775"/>
                </a:lnTo>
                <a:lnTo>
                  <a:pt x="1552575" y="1638300"/>
                </a:lnTo>
                <a:lnTo>
                  <a:pt x="1543050" y="1638300"/>
                </a:lnTo>
                <a:close/>
                <a:moveTo>
                  <a:pt x="1885950" y="1638300"/>
                </a:moveTo>
                <a:lnTo>
                  <a:pt x="1905000" y="1638300"/>
                </a:lnTo>
                <a:lnTo>
                  <a:pt x="1905000" y="1647825"/>
                </a:lnTo>
                <a:lnTo>
                  <a:pt x="1885950" y="1647825"/>
                </a:lnTo>
                <a:close/>
                <a:moveTo>
                  <a:pt x="590550" y="1647825"/>
                </a:moveTo>
                <a:lnTo>
                  <a:pt x="600075" y="1647825"/>
                </a:lnTo>
                <a:lnTo>
                  <a:pt x="600075" y="1666875"/>
                </a:lnTo>
                <a:lnTo>
                  <a:pt x="590550" y="1666875"/>
                </a:lnTo>
                <a:close/>
                <a:moveTo>
                  <a:pt x="723900" y="1666875"/>
                </a:moveTo>
                <a:lnTo>
                  <a:pt x="742950" y="1666875"/>
                </a:lnTo>
                <a:lnTo>
                  <a:pt x="742950" y="1685925"/>
                </a:lnTo>
                <a:lnTo>
                  <a:pt x="752475" y="1685925"/>
                </a:lnTo>
                <a:lnTo>
                  <a:pt x="752475" y="1695450"/>
                </a:lnTo>
                <a:lnTo>
                  <a:pt x="762000" y="1695450"/>
                </a:lnTo>
                <a:lnTo>
                  <a:pt x="762000" y="1704975"/>
                </a:lnTo>
                <a:lnTo>
                  <a:pt x="752475" y="1704975"/>
                </a:lnTo>
                <a:lnTo>
                  <a:pt x="752475" y="1714500"/>
                </a:lnTo>
                <a:lnTo>
                  <a:pt x="742950" y="1714500"/>
                </a:lnTo>
                <a:lnTo>
                  <a:pt x="742950" y="1743075"/>
                </a:lnTo>
                <a:lnTo>
                  <a:pt x="733425" y="1743075"/>
                </a:lnTo>
                <a:lnTo>
                  <a:pt x="733425" y="1733550"/>
                </a:lnTo>
                <a:lnTo>
                  <a:pt x="714375" y="1733550"/>
                </a:lnTo>
                <a:lnTo>
                  <a:pt x="714375" y="1724025"/>
                </a:lnTo>
                <a:lnTo>
                  <a:pt x="704850" y="1724025"/>
                </a:lnTo>
                <a:lnTo>
                  <a:pt x="704850" y="1714500"/>
                </a:lnTo>
                <a:lnTo>
                  <a:pt x="714375" y="1714500"/>
                </a:lnTo>
                <a:lnTo>
                  <a:pt x="714375" y="1676400"/>
                </a:lnTo>
                <a:lnTo>
                  <a:pt x="723900" y="1676400"/>
                </a:lnTo>
                <a:close/>
                <a:moveTo>
                  <a:pt x="228600" y="1676400"/>
                </a:moveTo>
                <a:lnTo>
                  <a:pt x="238125" y="1676400"/>
                </a:lnTo>
                <a:lnTo>
                  <a:pt x="238125" y="1685925"/>
                </a:lnTo>
                <a:lnTo>
                  <a:pt x="228600" y="1685925"/>
                </a:lnTo>
                <a:close/>
                <a:moveTo>
                  <a:pt x="476250" y="1676400"/>
                </a:moveTo>
                <a:lnTo>
                  <a:pt x="495300" y="1676400"/>
                </a:lnTo>
                <a:lnTo>
                  <a:pt x="495300" y="1685925"/>
                </a:lnTo>
                <a:lnTo>
                  <a:pt x="476250" y="1685925"/>
                </a:lnTo>
                <a:close/>
                <a:moveTo>
                  <a:pt x="1085850" y="1676400"/>
                </a:moveTo>
                <a:lnTo>
                  <a:pt x="1095375" y="1676400"/>
                </a:lnTo>
                <a:lnTo>
                  <a:pt x="1095375" y="1685925"/>
                </a:lnTo>
                <a:lnTo>
                  <a:pt x="1085850" y="1685925"/>
                </a:lnTo>
                <a:close/>
                <a:moveTo>
                  <a:pt x="1152525" y="1676400"/>
                </a:moveTo>
                <a:lnTo>
                  <a:pt x="1162050" y="1676400"/>
                </a:lnTo>
                <a:lnTo>
                  <a:pt x="1162050" y="1695450"/>
                </a:lnTo>
                <a:lnTo>
                  <a:pt x="1181100" y="1695450"/>
                </a:lnTo>
                <a:lnTo>
                  <a:pt x="1181100" y="1704975"/>
                </a:lnTo>
                <a:lnTo>
                  <a:pt x="1200150" y="1704975"/>
                </a:lnTo>
                <a:lnTo>
                  <a:pt x="1200150" y="1714500"/>
                </a:lnTo>
                <a:lnTo>
                  <a:pt x="1209675" y="1714500"/>
                </a:lnTo>
                <a:lnTo>
                  <a:pt x="1209675" y="1724025"/>
                </a:lnTo>
                <a:lnTo>
                  <a:pt x="1238250" y="1724025"/>
                </a:lnTo>
                <a:lnTo>
                  <a:pt x="1238250" y="1733550"/>
                </a:lnTo>
                <a:lnTo>
                  <a:pt x="1219200" y="1733550"/>
                </a:lnTo>
                <a:lnTo>
                  <a:pt x="1219200" y="1743075"/>
                </a:lnTo>
                <a:lnTo>
                  <a:pt x="1209675" y="1743075"/>
                </a:lnTo>
                <a:lnTo>
                  <a:pt x="1209675" y="1752600"/>
                </a:lnTo>
                <a:lnTo>
                  <a:pt x="1200150" y="1752600"/>
                </a:lnTo>
                <a:lnTo>
                  <a:pt x="1200150" y="1743075"/>
                </a:lnTo>
                <a:lnTo>
                  <a:pt x="1190625" y="1743075"/>
                </a:lnTo>
                <a:lnTo>
                  <a:pt x="1190625" y="1724025"/>
                </a:lnTo>
                <a:lnTo>
                  <a:pt x="1162050" y="1724025"/>
                </a:lnTo>
                <a:lnTo>
                  <a:pt x="1162050" y="1714500"/>
                </a:lnTo>
                <a:lnTo>
                  <a:pt x="1152525" y="1714500"/>
                </a:lnTo>
                <a:close/>
                <a:moveTo>
                  <a:pt x="514350" y="1685925"/>
                </a:moveTo>
                <a:lnTo>
                  <a:pt x="523875" y="1685925"/>
                </a:lnTo>
                <a:lnTo>
                  <a:pt x="523875" y="1704975"/>
                </a:lnTo>
                <a:lnTo>
                  <a:pt x="504825" y="1704975"/>
                </a:lnTo>
                <a:lnTo>
                  <a:pt x="504825" y="1695450"/>
                </a:lnTo>
                <a:lnTo>
                  <a:pt x="514350" y="1695450"/>
                </a:lnTo>
                <a:close/>
                <a:moveTo>
                  <a:pt x="666750" y="1685925"/>
                </a:moveTo>
                <a:lnTo>
                  <a:pt x="676275" y="1685925"/>
                </a:lnTo>
                <a:lnTo>
                  <a:pt x="676275" y="1695450"/>
                </a:lnTo>
                <a:lnTo>
                  <a:pt x="666750" y="1695450"/>
                </a:lnTo>
                <a:close/>
                <a:moveTo>
                  <a:pt x="723900" y="1685925"/>
                </a:moveTo>
                <a:lnTo>
                  <a:pt x="733425" y="1685925"/>
                </a:lnTo>
                <a:lnTo>
                  <a:pt x="733425" y="1676400"/>
                </a:lnTo>
                <a:lnTo>
                  <a:pt x="723900" y="1676400"/>
                </a:lnTo>
                <a:close/>
                <a:moveTo>
                  <a:pt x="1047750" y="1685925"/>
                </a:moveTo>
                <a:lnTo>
                  <a:pt x="1057275" y="1685925"/>
                </a:lnTo>
                <a:lnTo>
                  <a:pt x="1057275" y="1695450"/>
                </a:lnTo>
                <a:lnTo>
                  <a:pt x="1047750" y="1695450"/>
                </a:lnTo>
                <a:close/>
                <a:moveTo>
                  <a:pt x="1066800" y="1695450"/>
                </a:moveTo>
                <a:lnTo>
                  <a:pt x="1085850" y="1695450"/>
                </a:lnTo>
                <a:lnTo>
                  <a:pt x="1085850" y="1704975"/>
                </a:lnTo>
                <a:lnTo>
                  <a:pt x="1066800" y="1704975"/>
                </a:lnTo>
                <a:close/>
                <a:moveTo>
                  <a:pt x="676275" y="1704975"/>
                </a:moveTo>
                <a:lnTo>
                  <a:pt x="685800" y="1704975"/>
                </a:lnTo>
                <a:lnTo>
                  <a:pt x="685800" y="1714500"/>
                </a:lnTo>
                <a:lnTo>
                  <a:pt x="676275" y="1714500"/>
                </a:lnTo>
                <a:close/>
                <a:moveTo>
                  <a:pt x="771525" y="1704975"/>
                </a:moveTo>
                <a:lnTo>
                  <a:pt x="781050" y="1704975"/>
                </a:lnTo>
                <a:lnTo>
                  <a:pt x="781050" y="1714500"/>
                </a:lnTo>
                <a:lnTo>
                  <a:pt x="800100" y="1714500"/>
                </a:lnTo>
                <a:lnTo>
                  <a:pt x="800100" y="1724025"/>
                </a:lnTo>
                <a:lnTo>
                  <a:pt x="809625" y="1724025"/>
                </a:lnTo>
                <a:lnTo>
                  <a:pt x="809625" y="1743075"/>
                </a:lnTo>
                <a:lnTo>
                  <a:pt x="800100" y="1743075"/>
                </a:lnTo>
                <a:lnTo>
                  <a:pt x="800100" y="1752600"/>
                </a:lnTo>
                <a:lnTo>
                  <a:pt x="809625" y="1752600"/>
                </a:lnTo>
                <a:lnTo>
                  <a:pt x="809625" y="1781175"/>
                </a:lnTo>
                <a:lnTo>
                  <a:pt x="790575" y="1781175"/>
                </a:lnTo>
                <a:lnTo>
                  <a:pt x="790575" y="1762125"/>
                </a:lnTo>
                <a:lnTo>
                  <a:pt x="771525" y="1762125"/>
                </a:lnTo>
                <a:close/>
                <a:moveTo>
                  <a:pt x="1028700" y="1704975"/>
                </a:moveTo>
                <a:lnTo>
                  <a:pt x="1038225" y="1704975"/>
                </a:lnTo>
                <a:lnTo>
                  <a:pt x="1038225" y="1714500"/>
                </a:lnTo>
                <a:lnTo>
                  <a:pt x="1028700" y="1714500"/>
                </a:lnTo>
                <a:close/>
                <a:moveTo>
                  <a:pt x="1762125" y="1704975"/>
                </a:moveTo>
                <a:lnTo>
                  <a:pt x="1771650" y="1704975"/>
                </a:lnTo>
                <a:lnTo>
                  <a:pt x="1771650" y="1714500"/>
                </a:lnTo>
                <a:lnTo>
                  <a:pt x="1762125" y="1714500"/>
                </a:lnTo>
                <a:close/>
                <a:moveTo>
                  <a:pt x="542925" y="1714500"/>
                </a:moveTo>
                <a:lnTo>
                  <a:pt x="561975" y="1714500"/>
                </a:lnTo>
                <a:lnTo>
                  <a:pt x="561975" y="1733550"/>
                </a:lnTo>
                <a:lnTo>
                  <a:pt x="542925" y="1733550"/>
                </a:lnTo>
                <a:close/>
                <a:moveTo>
                  <a:pt x="1771650" y="1714500"/>
                </a:moveTo>
                <a:lnTo>
                  <a:pt x="1781175" y="1714500"/>
                </a:lnTo>
                <a:lnTo>
                  <a:pt x="1781175" y="1724025"/>
                </a:lnTo>
                <a:lnTo>
                  <a:pt x="1809750" y="1724025"/>
                </a:lnTo>
                <a:lnTo>
                  <a:pt x="1809750" y="1733550"/>
                </a:lnTo>
                <a:lnTo>
                  <a:pt x="1828800" y="1733550"/>
                </a:lnTo>
                <a:lnTo>
                  <a:pt x="1828800" y="1743075"/>
                </a:lnTo>
                <a:lnTo>
                  <a:pt x="1752600" y="1743075"/>
                </a:lnTo>
                <a:lnTo>
                  <a:pt x="1752600" y="1752600"/>
                </a:lnTo>
                <a:lnTo>
                  <a:pt x="1733550" y="1752600"/>
                </a:lnTo>
                <a:lnTo>
                  <a:pt x="1733550" y="1743075"/>
                </a:lnTo>
                <a:lnTo>
                  <a:pt x="1704975" y="1743075"/>
                </a:lnTo>
                <a:lnTo>
                  <a:pt x="1704975" y="1733550"/>
                </a:lnTo>
                <a:lnTo>
                  <a:pt x="1733550" y="1733550"/>
                </a:lnTo>
                <a:lnTo>
                  <a:pt x="1733550" y="1724025"/>
                </a:lnTo>
                <a:lnTo>
                  <a:pt x="1743075" y="1724025"/>
                </a:lnTo>
                <a:lnTo>
                  <a:pt x="1743075" y="1733550"/>
                </a:lnTo>
                <a:lnTo>
                  <a:pt x="1752600" y="1733550"/>
                </a:lnTo>
                <a:lnTo>
                  <a:pt x="1752600" y="1724025"/>
                </a:lnTo>
                <a:lnTo>
                  <a:pt x="1771650" y="1724025"/>
                </a:lnTo>
                <a:close/>
                <a:moveTo>
                  <a:pt x="609600" y="1724025"/>
                </a:moveTo>
                <a:lnTo>
                  <a:pt x="619125" y="1724025"/>
                </a:lnTo>
                <a:lnTo>
                  <a:pt x="619125" y="1733550"/>
                </a:lnTo>
                <a:lnTo>
                  <a:pt x="628650" y="1733550"/>
                </a:lnTo>
                <a:lnTo>
                  <a:pt x="628650" y="1743075"/>
                </a:lnTo>
                <a:lnTo>
                  <a:pt x="638175" y="1743075"/>
                </a:lnTo>
                <a:lnTo>
                  <a:pt x="638175" y="1752600"/>
                </a:lnTo>
                <a:lnTo>
                  <a:pt x="647700" y="1752600"/>
                </a:lnTo>
                <a:lnTo>
                  <a:pt x="647700" y="1762125"/>
                </a:lnTo>
                <a:lnTo>
                  <a:pt x="638175" y="1762125"/>
                </a:lnTo>
                <a:lnTo>
                  <a:pt x="638175" y="1771650"/>
                </a:lnTo>
                <a:lnTo>
                  <a:pt x="628650" y="1771650"/>
                </a:lnTo>
                <a:lnTo>
                  <a:pt x="628650" y="1762125"/>
                </a:lnTo>
                <a:lnTo>
                  <a:pt x="619125" y="1762125"/>
                </a:lnTo>
                <a:lnTo>
                  <a:pt x="619125" y="1752600"/>
                </a:lnTo>
                <a:lnTo>
                  <a:pt x="581025" y="1752600"/>
                </a:lnTo>
                <a:lnTo>
                  <a:pt x="581025" y="1733550"/>
                </a:lnTo>
                <a:lnTo>
                  <a:pt x="609600" y="1733550"/>
                </a:lnTo>
                <a:close/>
                <a:moveTo>
                  <a:pt x="1028700" y="1733550"/>
                </a:moveTo>
                <a:lnTo>
                  <a:pt x="1038225" y="1733550"/>
                </a:lnTo>
                <a:lnTo>
                  <a:pt x="1038225" y="1743075"/>
                </a:lnTo>
                <a:lnTo>
                  <a:pt x="1028700" y="1743075"/>
                </a:lnTo>
                <a:close/>
                <a:moveTo>
                  <a:pt x="352425" y="1743075"/>
                </a:moveTo>
                <a:lnTo>
                  <a:pt x="361950" y="1743075"/>
                </a:lnTo>
                <a:lnTo>
                  <a:pt x="361950" y="1752600"/>
                </a:lnTo>
                <a:lnTo>
                  <a:pt x="352425" y="1752600"/>
                </a:lnTo>
                <a:close/>
                <a:moveTo>
                  <a:pt x="1828800" y="1743075"/>
                </a:moveTo>
                <a:lnTo>
                  <a:pt x="1838325" y="1743075"/>
                </a:lnTo>
                <a:lnTo>
                  <a:pt x="1838325" y="1752600"/>
                </a:lnTo>
                <a:lnTo>
                  <a:pt x="1828800" y="1752600"/>
                </a:lnTo>
                <a:close/>
                <a:moveTo>
                  <a:pt x="561975" y="1752600"/>
                </a:moveTo>
                <a:lnTo>
                  <a:pt x="581025" y="1752600"/>
                </a:lnTo>
                <a:lnTo>
                  <a:pt x="581025" y="1762125"/>
                </a:lnTo>
                <a:lnTo>
                  <a:pt x="561975" y="1762125"/>
                </a:lnTo>
                <a:close/>
                <a:moveTo>
                  <a:pt x="657225" y="1752600"/>
                </a:moveTo>
                <a:lnTo>
                  <a:pt x="666750" y="1752600"/>
                </a:lnTo>
                <a:lnTo>
                  <a:pt x="666750" y="1771650"/>
                </a:lnTo>
                <a:lnTo>
                  <a:pt x="657225" y="1771650"/>
                </a:lnTo>
                <a:close/>
                <a:moveTo>
                  <a:pt x="819150" y="1752600"/>
                </a:moveTo>
                <a:lnTo>
                  <a:pt x="828675" y="1752600"/>
                </a:lnTo>
                <a:lnTo>
                  <a:pt x="828675" y="1762125"/>
                </a:lnTo>
                <a:lnTo>
                  <a:pt x="819150" y="1762125"/>
                </a:lnTo>
                <a:close/>
                <a:moveTo>
                  <a:pt x="1724025" y="1752600"/>
                </a:moveTo>
                <a:lnTo>
                  <a:pt x="1733550" y="1752600"/>
                </a:lnTo>
                <a:lnTo>
                  <a:pt x="1733550" y="1762125"/>
                </a:lnTo>
                <a:lnTo>
                  <a:pt x="1724025" y="1762125"/>
                </a:lnTo>
                <a:close/>
                <a:moveTo>
                  <a:pt x="276225" y="1762125"/>
                </a:moveTo>
                <a:lnTo>
                  <a:pt x="285750" y="1762125"/>
                </a:lnTo>
                <a:lnTo>
                  <a:pt x="285750" y="1781175"/>
                </a:lnTo>
                <a:lnTo>
                  <a:pt x="295275" y="1781175"/>
                </a:lnTo>
                <a:lnTo>
                  <a:pt x="295275" y="1800225"/>
                </a:lnTo>
                <a:lnTo>
                  <a:pt x="276225" y="1800225"/>
                </a:lnTo>
                <a:lnTo>
                  <a:pt x="276225" y="1809750"/>
                </a:lnTo>
                <a:lnTo>
                  <a:pt x="266700" y="1809750"/>
                </a:lnTo>
                <a:lnTo>
                  <a:pt x="266700" y="1790700"/>
                </a:lnTo>
                <a:lnTo>
                  <a:pt x="257175" y="1790700"/>
                </a:lnTo>
                <a:lnTo>
                  <a:pt x="257175" y="1781175"/>
                </a:lnTo>
                <a:lnTo>
                  <a:pt x="247650" y="1781175"/>
                </a:lnTo>
                <a:lnTo>
                  <a:pt x="247650" y="1771650"/>
                </a:lnTo>
                <a:lnTo>
                  <a:pt x="276225" y="1771650"/>
                </a:lnTo>
                <a:close/>
                <a:moveTo>
                  <a:pt x="828675" y="1762125"/>
                </a:moveTo>
                <a:lnTo>
                  <a:pt x="838200" y="1762125"/>
                </a:lnTo>
                <a:lnTo>
                  <a:pt x="838200" y="1771650"/>
                </a:lnTo>
                <a:lnTo>
                  <a:pt x="828675" y="1771650"/>
                </a:lnTo>
                <a:close/>
                <a:moveTo>
                  <a:pt x="1114425" y="1762125"/>
                </a:moveTo>
                <a:lnTo>
                  <a:pt x="1123950" y="1762125"/>
                </a:lnTo>
                <a:lnTo>
                  <a:pt x="1123950" y="1771650"/>
                </a:lnTo>
                <a:lnTo>
                  <a:pt x="1114425" y="1771650"/>
                </a:lnTo>
                <a:close/>
                <a:moveTo>
                  <a:pt x="1524000" y="1762125"/>
                </a:moveTo>
                <a:lnTo>
                  <a:pt x="1552575" y="1762125"/>
                </a:lnTo>
                <a:lnTo>
                  <a:pt x="1552575" y="1771650"/>
                </a:lnTo>
                <a:lnTo>
                  <a:pt x="1543050" y="1771650"/>
                </a:lnTo>
                <a:lnTo>
                  <a:pt x="1543050" y="1790700"/>
                </a:lnTo>
                <a:lnTo>
                  <a:pt x="1514475" y="1790700"/>
                </a:lnTo>
                <a:lnTo>
                  <a:pt x="1514475" y="1781175"/>
                </a:lnTo>
                <a:lnTo>
                  <a:pt x="1504950" y="1781175"/>
                </a:lnTo>
                <a:lnTo>
                  <a:pt x="1504950" y="1771650"/>
                </a:lnTo>
                <a:lnTo>
                  <a:pt x="1524000" y="1771650"/>
                </a:lnTo>
                <a:close/>
                <a:moveTo>
                  <a:pt x="495300" y="1771650"/>
                </a:moveTo>
                <a:lnTo>
                  <a:pt x="514350" y="1771650"/>
                </a:lnTo>
                <a:lnTo>
                  <a:pt x="514350" y="1781175"/>
                </a:lnTo>
                <a:lnTo>
                  <a:pt x="552450" y="1781175"/>
                </a:lnTo>
                <a:lnTo>
                  <a:pt x="552450" y="1790700"/>
                </a:lnTo>
                <a:lnTo>
                  <a:pt x="533400" y="1790700"/>
                </a:lnTo>
                <a:lnTo>
                  <a:pt x="533400" y="1809750"/>
                </a:lnTo>
                <a:lnTo>
                  <a:pt x="514350" y="1809750"/>
                </a:lnTo>
                <a:lnTo>
                  <a:pt x="514350" y="1790700"/>
                </a:lnTo>
                <a:lnTo>
                  <a:pt x="504825" y="1790700"/>
                </a:lnTo>
                <a:lnTo>
                  <a:pt x="504825" y="1800225"/>
                </a:lnTo>
                <a:lnTo>
                  <a:pt x="495300" y="1800225"/>
                </a:lnTo>
                <a:close/>
                <a:moveTo>
                  <a:pt x="838200" y="1771650"/>
                </a:moveTo>
                <a:lnTo>
                  <a:pt x="847725" y="1771650"/>
                </a:lnTo>
                <a:lnTo>
                  <a:pt x="847725" y="1800225"/>
                </a:lnTo>
                <a:lnTo>
                  <a:pt x="838200" y="1800225"/>
                </a:lnTo>
                <a:close/>
                <a:moveTo>
                  <a:pt x="1104900" y="1771650"/>
                </a:moveTo>
                <a:lnTo>
                  <a:pt x="1114425" y="1771650"/>
                </a:lnTo>
                <a:lnTo>
                  <a:pt x="1114425" y="1790700"/>
                </a:lnTo>
                <a:lnTo>
                  <a:pt x="1104900" y="1790700"/>
                </a:lnTo>
                <a:close/>
                <a:moveTo>
                  <a:pt x="1123950" y="1771650"/>
                </a:moveTo>
                <a:lnTo>
                  <a:pt x="1133475" y="1771650"/>
                </a:lnTo>
                <a:lnTo>
                  <a:pt x="1133475" y="1800225"/>
                </a:lnTo>
                <a:lnTo>
                  <a:pt x="1114425" y="1800225"/>
                </a:lnTo>
                <a:lnTo>
                  <a:pt x="1114425" y="1790700"/>
                </a:lnTo>
                <a:lnTo>
                  <a:pt x="1123950" y="1790700"/>
                </a:lnTo>
                <a:close/>
                <a:moveTo>
                  <a:pt x="1162050" y="1771650"/>
                </a:moveTo>
                <a:lnTo>
                  <a:pt x="1200150" y="1771650"/>
                </a:lnTo>
                <a:lnTo>
                  <a:pt x="1200150" y="1790700"/>
                </a:lnTo>
                <a:lnTo>
                  <a:pt x="1171575" y="1790700"/>
                </a:lnTo>
                <a:lnTo>
                  <a:pt x="1171575" y="1781175"/>
                </a:lnTo>
                <a:lnTo>
                  <a:pt x="1162050" y="1781175"/>
                </a:lnTo>
                <a:close/>
                <a:moveTo>
                  <a:pt x="228600" y="1781175"/>
                </a:moveTo>
                <a:lnTo>
                  <a:pt x="247650" y="1781175"/>
                </a:lnTo>
                <a:lnTo>
                  <a:pt x="247650" y="1790700"/>
                </a:lnTo>
                <a:lnTo>
                  <a:pt x="228600" y="1790700"/>
                </a:lnTo>
                <a:close/>
                <a:moveTo>
                  <a:pt x="209550" y="1790700"/>
                </a:moveTo>
                <a:lnTo>
                  <a:pt x="228600" y="1790700"/>
                </a:lnTo>
                <a:lnTo>
                  <a:pt x="228600" y="1800225"/>
                </a:lnTo>
                <a:lnTo>
                  <a:pt x="219075" y="1800225"/>
                </a:lnTo>
                <a:lnTo>
                  <a:pt x="219075" y="1809750"/>
                </a:lnTo>
                <a:lnTo>
                  <a:pt x="209550" y="1809750"/>
                </a:lnTo>
                <a:close/>
                <a:moveTo>
                  <a:pt x="304800" y="1790700"/>
                </a:moveTo>
                <a:lnTo>
                  <a:pt x="314325" y="1790700"/>
                </a:lnTo>
                <a:lnTo>
                  <a:pt x="314325" y="1800225"/>
                </a:lnTo>
                <a:lnTo>
                  <a:pt x="304800" y="1800225"/>
                </a:lnTo>
                <a:close/>
                <a:moveTo>
                  <a:pt x="695325" y="1790700"/>
                </a:moveTo>
                <a:lnTo>
                  <a:pt x="714375" y="1790700"/>
                </a:lnTo>
                <a:lnTo>
                  <a:pt x="714375" y="1809750"/>
                </a:lnTo>
                <a:lnTo>
                  <a:pt x="723900" y="1809750"/>
                </a:lnTo>
                <a:lnTo>
                  <a:pt x="723900" y="1819275"/>
                </a:lnTo>
                <a:lnTo>
                  <a:pt x="714375" y="1819275"/>
                </a:lnTo>
                <a:lnTo>
                  <a:pt x="714375" y="1828800"/>
                </a:lnTo>
                <a:lnTo>
                  <a:pt x="704850" y="1828800"/>
                </a:lnTo>
                <a:lnTo>
                  <a:pt x="704850" y="1838325"/>
                </a:lnTo>
                <a:lnTo>
                  <a:pt x="695325" y="1838325"/>
                </a:lnTo>
                <a:close/>
                <a:moveTo>
                  <a:pt x="876300" y="1790700"/>
                </a:moveTo>
                <a:lnTo>
                  <a:pt x="885825" y="1790700"/>
                </a:lnTo>
                <a:lnTo>
                  <a:pt x="885825" y="1800225"/>
                </a:lnTo>
                <a:lnTo>
                  <a:pt x="876300" y="1800225"/>
                </a:lnTo>
                <a:close/>
                <a:moveTo>
                  <a:pt x="847725" y="1800225"/>
                </a:moveTo>
                <a:lnTo>
                  <a:pt x="857250" y="1800225"/>
                </a:lnTo>
                <a:lnTo>
                  <a:pt x="857250" y="1809750"/>
                </a:lnTo>
                <a:lnTo>
                  <a:pt x="866775" y="1809750"/>
                </a:lnTo>
                <a:lnTo>
                  <a:pt x="866775" y="1819275"/>
                </a:lnTo>
                <a:lnTo>
                  <a:pt x="857250" y="1819275"/>
                </a:lnTo>
                <a:lnTo>
                  <a:pt x="857250" y="1828800"/>
                </a:lnTo>
                <a:lnTo>
                  <a:pt x="866775" y="1828800"/>
                </a:lnTo>
                <a:lnTo>
                  <a:pt x="866775" y="1847850"/>
                </a:lnTo>
                <a:lnTo>
                  <a:pt x="857250" y="1847850"/>
                </a:lnTo>
                <a:lnTo>
                  <a:pt x="857250" y="1838325"/>
                </a:lnTo>
                <a:lnTo>
                  <a:pt x="838200" y="1838325"/>
                </a:lnTo>
                <a:lnTo>
                  <a:pt x="838200" y="1828800"/>
                </a:lnTo>
                <a:lnTo>
                  <a:pt x="847725" y="1828800"/>
                </a:lnTo>
                <a:lnTo>
                  <a:pt x="847725" y="1819275"/>
                </a:lnTo>
                <a:lnTo>
                  <a:pt x="838200" y="1819275"/>
                </a:lnTo>
                <a:lnTo>
                  <a:pt x="838200" y="1809750"/>
                </a:lnTo>
                <a:lnTo>
                  <a:pt x="847725" y="1809750"/>
                </a:lnTo>
                <a:close/>
                <a:moveTo>
                  <a:pt x="914400" y="1809750"/>
                </a:moveTo>
                <a:lnTo>
                  <a:pt x="933450" y="1809750"/>
                </a:lnTo>
                <a:lnTo>
                  <a:pt x="933450" y="1819275"/>
                </a:lnTo>
                <a:lnTo>
                  <a:pt x="914400" y="1819275"/>
                </a:lnTo>
                <a:close/>
                <a:moveTo>
                  <a:pt x="1552575" y="1809750"/>
                </a:moveTo>
                <a:lnTo>
                  <a:pt x="1562100" y="1809750"/>
                </a:lnTo>
                <a:lnTo>
                  <a:pt x="1562100" y="1819275"/>
                </a:lnTo>
                <a:lnTo>
                  <a:pt x="1552575" y="1819275"/>
                </a:lnTo>
                <a:close/>
                <a:moveTo>
                  <a:pt x="276225" y="1819275"/>
                </a:moveTo>
                <a:lnTo>
                  <a:pt x="285750" y="1819275"/>
                </a:lnTo>
                <a:lnTo>
                  <a:pt x="285750" y="1828800"/>
                </a:lnTo>
                <a:lnTo>
                  <a:pt x="276225" y="1828800"/>
                </a:lnTo>
                <a:close/>
                <a:moveTo>
                  <a:pt x="371475" y="1819275"/>
                </a:moveTo>
                <a:lnTo>
                  <a:pt x="390525" y="1819275"/>
                </a:lnTo>
                <a:lnTo>
                  <a:pt x="390525" y="1847850"/>
                </a:lnTo>
                <a:lnTo>
                  <a:pt x="400050" y="1847850"/>
                </a:lnTo>
                <a:lnTo>
                  <a:pt x="400050" y="1838325"/>
                </a:lnTo>
                <a:lnTo>
                  <a:pt x="409575" y="1838325"/>
                </a:lnTo>
                <a:lnTo>
                  <a:pt x="409575" y="1866900"/>
                </a:lnTo>
                <a:lnTo>
                  <a:pt x="352425" y="1866900"/>
                </a:lnTo>
                <a:lnTo>
                  <a:pt x="352425" y="1885950"/>
                </a:lnTo>
                <a:lnTo>
                  <a:pt x="333375" y="1885950"/>
                </a:lnTo>
                <a:lnTo>
                  <a:pt x="333375" y="1876425"/>
                </a:lnTo>
                <a:lnTo>
                  <a:pt x="342900" y="1876425"/>
                </a:lnTo>
                <a:lnTo>
                  <a:pt x="342900" y="1866900"/>
                </a:lnTo>
                <a:lnTo>
                  <a:pt x="314325" y="1866900"/>
                </a:lnTo>
                <a:lnTo>
                  <a:pt x="314325" y="1857375"/>
                </a:lnTo>
                <a:lnTo>
                  <a:pt x="333375" y="1857375"/>
                </a:lnTo>
                <a:lnTo>
                  <a:pt x="333375" y="1847850"/>
                </a:lnTo>
                <a:lnTo>
                  <a:pt x="342900" y="1847850"/>
                </a:lnTo>
                <a:lnTo>
                  <a:pt x="342900" y="1838325"/>
                </a:lnTo>
                <a:lnTo>
                  <a:pt x="352425" y="1838325"/>
                </a:lnTo>
                <a:lnTo>
                  <a:pt x="352425" y="1828800"/>
                </a:lnTo>
                <a:lnTo>
                  <a:pt x="371475" y="1828800"/>
                </a:lnTo>
                <a:close/>
                <a:moveTo>
                  <a:pt x="733425" y="1819275"/>
                </a:moveTo>
                <a:lnTo>
                  <a:pt x="742950" y="1819275"/>
                </a:lnTo>
                <a:lnTo>
                  <a:pt x="742950" y="1828800"/>
                </a:lnTo>
                <a:lnTo>
                  <a:pt x="733425" y="1828800"/>
                </a:lnTo>
                <a:close/>
                <a:moveTo>
                  <a:pt x="933450" y="1819275"/>
                </a:moveTo>
                <a:lnTo>
                  <a:pt x="952500" y="1819275"/>
                </a:lnTo>
                <a:lnTo>
                  <a:pt x="952500" y="1828800"/>
                </a:lnTo>
                <a:lnTo>
                  <a:pt x="962025" y="1828800"/>
                </a:lnTo>
                <a:lnTo>
                  <a:pt x="962025" y="1838325"/>
                </a:lnTo>
                <a:lnTo>
                  <a:pt x="952500" y="1838325"/>
                </a:lnTo>
                <a:lnTo>
                  <a:pt x="952500" y="1847850"/>
                </a:lnTo>
                <a:lnTo>
                  <a:pt x="933450" y="1847850"/>
                </a:lnTo>
                <a:lnTo>
                  <a:pt x="933450" y="1838325"/>
                </a:lnTo>
                <a:lnTo>
                  <a:pt x="923925" y="1838325"/>
                </a:lnTo>
                <a:lnTo>
                  <a:pt x="923925" y="1828800"/>
                </a:lnTo>
                <a:lnTo>
                  <a:pt x="933450" y="1828800"/>
                </a:lnTo>
                <a:close/>
                <a:moveTo>
                  <a:pt x="1543050" y="1819275"/>
                </a:moveTo>
                <a:lnTo>
                  <a:pt x="1552575" y="1819275"/>
                </a:lnTo>
                <a:lnTo>
                  <a:pt x="1552575" y="1828800"/>
                </a:lnTo>
                <a:lnTo>
                  <a:pt x="1600200" y="1828800"/>
                </a:lnTo>
                <a:lnTo>
                  <a:pt x="1600200" y="1838325"/>
                </a:lnTo>
                <a:lnTo>
                  <a:pt x="1590675" y="1838325"/>
                </a:lnTo>
                <a:lnTo>
                  <a:pt x="1590675" y="1847850"/>
                </a:lnTo>
                <a:lnTo>
                  <a:pt x="1552575" y="1847850"/>
                </a:lnTo>
                <a:lnTo>
                  <a:pt x="1552575" y="1857375"/>
                </a:lnTo>
                <a:lnTo>
                  <a:pt x="1571625" y="1857375"/>
                </a:lnTo>
                <a:lnTo>
                  <a:pt x="1571625" y="1866900"/>
                </a:lnTo>
                <a:lnTo>
                  <a:pt x="1543050" y="1866900"/>
                </a:lnTo>
                <a:lnTo>
                  <a:pt x="1543050" y="1857375"/>
                </a:lnTo>
                <a:lnTo>
                  <a:pt x="1524000" y="1857375"/>
                </a:lnTo>
                <a:lnTo>
                  <a:pt x="1524000" y="1838325"/>
                </a:lnTo>
                <a:lnTo>
                  <a:pt x="1533525" y="1838325"/>
                </a:lnTo>
                <a:lnTo>
                  <a:pt x="1533525" y="1828800"/>
                </a:lnTo>
                <a:lnTo>
                  <a:pt x="1543050" y="1828800"/>
                </a:lnTo>
                <a:close/>
                <a:moveTo>
                  <a:pt x="647700" y="1828800"/>
                </a:moveTo>
                <a:lnTo>
                  <a:pt x="657225" y="1828800"/>
                </a:lnTo>
                <a:lnTo>
                  <a:pt x="657225" y="1838325"/>
                </a:lnTo>
                <a:lnTo>
                  <a:pt x="647700" y="1838325"/>
                </a:lnTo>
                <a:close/>
                <a:moveTo>
                  <a:pt x="895350" y="1828800"/>
                </a:moveTo>
                <a:lnTo>
                  <a:pt x="904875" y="1828800"/>
                </a:lnTo>
                <a:lnTo>
                  <a:pt x="904875" y="1838325"/>
                </a:lnTo>
                <a:lnTo>
                  <a:pt x="895350" y="1838325"/>
                </a:lnTo>
                <a:close/>
                <a:moveTo>
                  <a:pt x="1409700" y="1828800"/>
                </a:moveTo>
                <a:lnTo>
                  <a:pt x="1428750" y="1828800"/>
                </a:lnTo>
                <a:lnTo>
                  <a:pt x="1428750" y="1847850"/>
                </a:lnTo>
                <a:lnTo>
                  <a:pt x="1447800" y="1847850"/>
                </a:lnTo>
                <a:lnTo>
                  <a:pt x="1447800" y="1866900"/>
                </a:lnTo>
                <a:lnTo>
                  <a:pt x="1438275" y="1866900"/>
                </a:lnTo>
                <a:lnTo>
                  <a:pt x="1438275" y="1876425"/>
                </a:lnTo>
                <a:lnTo>
                  <a:pt x="1428750" y="1876425"/>
                </a:lnTo>
                <a:lnTo>
                  <a:pt x="1428750" y="1866900"/>
                </a:lnTo>
                <a:lnTo>
                  <a:pt x="1409700" y="1866900"/>
                </a:lnTo>
                <a:lnTo>
                  <a:pt x="1409700" y="1857375"/>
                </a:lnTo>
                <a:lnTo>
                  <a:pt x="1400175" y="1857375"/>
                </a:lnTo>
                <a:lnTo>
                  <a:pt x="1400175" y="1847850"/>
                </a:lnTo>
                <a:lnTo>
                  <a:pt x="1390650" y="1847850"/>
                </a:lnTo>
                <a:lnTo>
                  <a:pt x="1390650" y="1838325"/>
                </a:lnTo>
                <a:lnTo>
                  <a:pt x="1409700" y="1838325"/>
                </a:lnTo>
                <a:close/>
                <a:moveTo>
                  <a:pt x="133350" y="1838325"/>
                </a:moveTo>
                <a:lnTo>
                  <a:pt x="142875" y="1838325"/>
                </a:lnTo>
                <a:lnTo>
                  <a:pt x="142875" y="1847850"/>
                </a:lnTo>
                <a:lnTo>
                  <a:pt x="133350" y="1847850"/>
                </a:lnTo>
                <a:close/>
                <a:moveTo>
                  <a:pt x="161925" y="1838325"/>
                </a:moveTo>
                <a:lnTo>
                  <a:pt x="190500" y="1838325"/>
                </a:lnTo>
                <a:lnTo>
                  <a:pt x="190500" y="1857375"/>
                </a:lnTo>
                <a:lnTo>
                  <a:pt x="180975" y="1857375"/>
                </a:lnTo>
                <a:lnTo>
                  <a:pt x="180975" y="1866900"/>
                </a:lnTo>
                <a:lnTo>
                  <a:pt x="152400" y="1866900"/>
                </a:lnTo>
                <a:lnTo>
                  <a:pt x="152400" y="1847850"/>
                </a:lnTo>
                <a:lnTo>
                  <a:pt x="161925" y="1847850"/>
                </a:lnTo>
                <a:close/>
                <a:moveTo>
                  <a:pt x="219075" y="1838325"/>
                </a:moveTo>
                <a:lnTo>
                  <a:pt x="228600" y="1838325"/>
                </a:lnTo>
                <a:lnTo>
                  <a:pt x="228600" y="1857375"/>
                </a:lnTo>
                <a:lnTo>
                  <a:pt x="200025" y="1857375"/>
                </a:lnTo>
                <a:lnTo>
                  <a:pt x="200025" y="1847850"/>
                </a:lnTo>
                <a:lnTo>
                  <a:pt x="219075" y="1847850"/>
                </a:lnTo>
                <a:close/>
                <a:moveTo>
                  <a:pt x="581025" y="1838325"/>
                </a:moveTo>
                <a:lnTo>
                  <a:pt x="590550" y="1838325"/>
                </a:lnTo>
                <a:lnTo>
                  <a:pt x="590550" y="1847850"/>
                </a:lnTo>
                <a:lnTo>
                  <a:pt x="581025" y="1847850"/>
                </a:lnTo>
                <a:close/>
                <a:moveTo>
                  <a:pt x="609600" y="1838325"/>
                </a:moveTo>
                <a:lnTo>
                  <a:pt x="628650" y="1838325"/>
                </a:lnTo>
                <a:lnTo>
                  <a:pt x="628650" y="1847850"/>
                </a:lnTo>
                <a:lnTo>
                  <a:pt x="638175" y="1847850"/>
                </a:lnTo>
                <a:lnTo>
                  <a:pt x="638175" y="1857375"/>
                </a:lnTo>
                <a:lnTo>
                  <a:pt x="609600" y="1857375"/>
                </a:lnTo>
                <a:close/>
                <a:moveTo>
                  <a:pt x="1619250" y="1838325"/>
                </a:moveTo>
                <a:lnTo>
                  <a:pt x="1638300" y="1838325"/>
                </a:lnTo>
                <a:lnTo>
                  <a:pt x="1638300" y="1857375"/>
                </a:lnTo>
                <a:lnTo>
                  <a:pt x="1619250" y="1857375"/>
                </a:lnTo>
                <a:close/>
                <a:moveTo>
                  <a:pt x="1504950" y="1847850"/>
                </a:moveTo>
                <a:lnTo>
                  <a:pt x="1514475" y="1847850"/>
                </a:lnTo>
                <a:lnTo>
                  <a:pt x="1514475" y="1857375"/>
                </a:lnTo>
                <a:lnTo>
                  <a:pt x="1504950" y="1857375"/>
                </a:lnTo>
                <a:close/>
                <a:moveTo>
                  <a:pt x="638175" y="1857375"/>
                </a:moveTo>
                <a:lnTo>
                  <a:pt x="666750" y="1857375"/>
                </a:lnTo>
                <a:lnTo>
                  <a:pt x="666750" y="1866900"/>
                </a:lnTo>
                <a:lnTo>
                  <a:pt x="638175" y="1866900"/>
                </a:lnTo>
                <a:close/>
                <a:moveTo>
                  <a:pt x="285750" y="1866900"/>
                </a:moveTo>
                <a:lnTo>
                  <a:pt x="295275" y="1866900"/>
                </a:lnTo>
                <a:lnTo>
                  <a:pt x="295275" y="1885950"/>
                </a:lnTo>
                <a:lnTo>
                  <a:pt x="304800" y="1885950"/>
                </a:lnTo>
                <a:lnTo>
                  <a:pt x="304800" y="1914525"/>
                </a:lnTo>
                <a:lnTo>
                  <a:pt x="295275" y="1914525"/>
                </a:lnTo>
                <a:lnTo>
                  <a:pt x="295275" y="1924050"/>
                </a:lnTo>
                <a:lnTo>
                  <a:pt x="285750" y="1924050"/>
                </a:lnTo>
                <a:lnTo>
                  <a:pt x="285750" y="1933575"/>
                </a:lnTo>
                <a:lnTo>
                  <a:pt x="276225" y="1933575"/>
                </a:lnTo>
                <a:lnTo>
                  <a:pt x="276225" y="1952625"/>
                </a:lnTo>
                <a:lnTo>
                  <a:pt x="266700" y="1952625"/>
                </a:lnTo>
                <a:lnTo>
                  <a:pt x="266700" y="1943100"/>
                </a:lnTo>
                <a:lnTo>
                  <a:pt x="257175" y="1943100"/>
                </a:lnTo>
                <a:lnTo>
                  <a:pt x="257175" y="1933575"/>
                </a:lnTo>
                <a:lnTo>
                  <a:pt x="266700" y="1933575"/>
                </a:lnTo>
                <a:lnTo>
                  <a:pt x="266700" y="1924050"/>
                </a:lnTo>
                <a:lnTo>
                  <a:pt x="276225" y="1924050"/>
                </a:lnTo>
                <a:lnTo>
                  <a:pt x="276225" y="1905000"/>
                </a:lnTo>
                <a:lnTo>
                  <a:pt x="266700" y="1905000"/>
                </a:lnTo>
                <a:lnTo>
                  <a:pt x="266700" y="1885950"/>
                </a:lnTo>
                <a:lnTo>
                  <a:pt x="276225" y="1885950"/>
                </a:lnTo>
                <a:lnTo>
                  <a:pt x="276225" y="1876425"/>
                </a:lnTo>
                <a:lnTo>
                  <a:pt x="285750" y="1876425"/>
                </a:lnTo>
                <a:close/>
                <a:moveTo>
                  <a:pt x="304800" y="1866900"/>
                </a:moveTo>
                <a:lnTo>
                  <a:pt x="314325" y="1866900"/>
                </a:lnTo>
                <a:lnTo>
                  <a:pt x="314325" y="1876425"/>
                </a:lnTo>
                <a:lnTo>
                  <a:pt x="304800" y="1876425"/>
                </a:lnTo>
                <a:close/>
                <a:moveTo>
                  <a:pt x="666750" y="1866900"/>
                </a:moveTo>
                <a:lnTo>
                  <a:pt x="695325" y="1866900"/>
                </a:lnTo>
                <a:lnTo>
                  <a:pt x="695325" y="1876425"/>
                </a:lnTo>
                <a:lnTo>
                  <a:pt x="704850" y="1876425"/>
                </a:lnTo>
                <a:lnTo>
                  <a:pt x="704850" y="1895475"/>
                </a:lnTo>
                <a:lnTo>
                  <a:pt x="695325" y="1895475"/>
                </a:lnTo>
                <a:lnTo>
                  <a:pt x="695325" y="1885950"/>
                </a:lnTo>
                <a:lnTo>
                  <a:pt x="676275" y="1885950"/>
                </a:lnTo>
                <a:lnTo>
                  <a:pt x="676275" y="1876425"/>
                </a:lnTo>
                <a:lnTo>
                  <a:pt x="666750" y="1876425"/>
                </a:lnTo>
                <a:close/>
                <a:moveTo>
                  <a:pt x="133350" y="1876425"/>
                </a:moveTo>
                <a:lnTo>
                  <a:pt x="142875" y="1876425"/>
                </a:lnTo>
                <a:lnTo>
                  <a:pt x="142875" y="1885950"/>
                </a:lnTo>
                <a:lnTo>
                  <a:pt x="133350" y="1885950"/>
                </a:lnTo>
                <a:close/>
                <a:moveTo>
                  <a:pt x="1333500" y="1876425"/>
                </a:moveTo>
                <a:lnTo>
                  <a:pt x="1343025" y="1876425"/>
                </a:lnTo>
                <a:lnTo>
                  <a:pt x="1343025" y="1885950"/>
                </a:lnTo>
                <a:lnTo>
                  <a:pt x="1333500" y="1885950"/>
                </a:lnTo>
                <a:close/>
                <a:moveTo>
                  <a:pt x="1695450" y="1895475"/>
                </a:moveTo>
                <a:lnTo>
                  <a:pt x="1704975" y="1895475"/>
                </a:lnTo>
                <a:lnTo>
                  <a:pt x="1704975" y="1905000"/>
                </a:lnTo>
                <a:lnTo>
                  <a:pt x="1695450" y="1905000"/>
                </a:lnTo>
                <a:close/>
                <a:moveTo>
                  <a:pt x="1685925" y="1905000"/>
                </a:moveTo>
                <a:lnTo>
                  <a:pt x="1695450" y="1905000"/>
                </a:lnTo>
                <a:lnTo>
                  <a:pt x="1695450" y="1924050"/>
                </a:lnTo>
                <a:lnTo>
                  <a:pt x="1685925" y="1924050"/>
                </a:lnTo>
                <a:close/>
                <a:moveTo>
                  <a:pt x="219075" y="1914525"/>
                </a:moveTo>
                <a:lnTo>
                  <a:pt x="238125" y="1914525"/>
                </a:lnTo>
                <a:lnTo>
                  <a:pt x="238125" y="1924050"/>
                </a:lnTo>
                <a:lnTo>
                  <a:pt x="219075" y="1924050"/>
                </a:lnTo>
                <a:close/>
                <a:moveTo>
                  <a:pt x="1095375" y="1914525"/>
                </a:moveTo>
                <a:lnTo>
                  <a:pt x="1114425" y="1914525"/>
                </a:lnTo>
                <a:lnTo>
                  <a:pt x="1114425" y="1924050"/>
                </a:lnTo>
                <a:lnTo>
                  <a:pt x="1095375" y="1924050"/>
                </a:lnTo>
                <a:close/>
                <a:moveTo>
                  <a:pt x="209550" y="1924050"/>
                </a:moveTo>
                <a:lnTo>
                  <a:pt x="219075" y="1924050"/>
                </a:lnTo>
                <a:lnTo>
                  <a:pt x="219075" y="1933575"/>
                </a:lnTo>
                <a:lnTo>
                  <a:pt x="209550" y="1933575"/>
                </a:lnTo>
                <a:close/>
                <a:moveTo>
                  <a:pt x="1314450" y="1924050"/>
                </a:moveTo>
                <a:lnTo>
                  <a:pt x="1323975" y="1924050"/>
                </a:lnTo>
                <a:lnTo>
                  <a:pt x="1323975" y="1933575"/>
                </a:lnTo>
                <a:lnTo>
                  <a:pt x="1314450" y="1933575"/>
                </a:lnTo>
                <a:close/>
                <a:moveTo>
                  <a:pt x="1714500" y="1924050"/>
                </a:moveTo>
                <a:lnTo>
                  <a:pt x="1724025" y="1924050"/>
                </a:lnTo>
                <a:lnTo>
                  <a:pt x="1724025" y="1943100"/>
                </a:lnTo>
                <a:lnTo>
                  <a:pt x="1714500" y="1943100"/>
                </a:lnTo>
                <a:close/>
                <a:moveTo>
                  <a:pt x="161925" y="1933575"/>
                </a:moveTo>
                <a:lnTo>
                  <a:pt x="171450" y="1933575"/>
                </a:lnTo>
                <a:lnTo>
                  <a:pt x="171450" y="1943100"/>
                </a:lnTo>
                <a:lnTo>
                  <a:pt x="161925" y="1943100"/>
                </a:lnTo>
                <a:close/>
                <a:moveTo>
                  <a:pt x="200025" y="1933575"/>
                </a:moveTo>
                <a:lnTo>
                  <a:pt x="209550" y="1933575"/>
                </a:lnTo>
                <a:lnTo>
                  <a:pt x="209550" y="1943100"/>
                </a:lnTo>
                <a:lnTo>
                  <a:pt x="200025" y="1943100"/>
                </a:lnTo>
                <a:close/>
                <a:moveTo>
                  <a:pt x="1114425" y="1933575"/>
                </a:moveTo>
                <a:lnTo>
                  <a:pt x="1133475" y="1933575"/>
                </a:lnTo>
                <a:lnTo>
                  <a:pt x="1133475" y="1943100"/>
                </a:lnTo>
                <a:lnTo>
                  <a:pt x="1114425" y="1943100"/>
                </a:lnTo>
                <a:close/>
                <a:moveTo>
                  <a:pt x="171450" y="1943100"/>
                </a:moveTo>
                <a:lnTo>
                  <a:pt x="190500" y="1943100"/>
                </a:lnTo>
                <a:lnTo>
                  <a:pt x="190500" y="1952625"/>
                </a:lnTo>
                <a:lnTo>
                  <a:pt x="171450" y="1952625"/>
                </a:lnTo>
                <a:close/>
                <a:moveTo>
                  <a:pt x="1704975" y="1943100"/>
                </a:moveTo>
                <a:lnTo>
                  <a:pt x="1714500" y="1943100"/>
                </a:lnTo>
                <a:lnTo>
                  <a:pt x="1714500" y="1952625"/>
                </a:lnTo>
                <a:lnTo>
                  <a:pt x="1724025" y="1952625"/>
                </a:lnTo>
                <a:lnTo>
                  <a:pt x="1724025" y="1971675"/>
                </a:lnTo>
                <a:lnTo>
                  <a:pt x="1714500" y="1971675"/>
                </a:lnTo>
                <a:lnTo>
                  <a:pt x="1714500" y="1962150"/>
                </a:lnTo>
                <a:lnTo>
                  <a:pt x="1704975" y="1962150"/>
                </a:lnTo>
                <a:close/>
                <a:moveTo>
                  <a:pt x="428625" y="1952625"/>
                </a:moveTo>
                <a:lnTo>
                  <a:pt x="438150" y="1952625"/>
                </a:lnTo>
                <a:lnTo>
                  <a:pt x="438150" y="1962150"/>
                </a:lnTo>
                <a:lnTo>
                  <a:pt x="428625" y="1962150"/>
                </a:lnTo>
                <a:close/>
                <a:moveTo>
                  <a:pt x="1095375" y="1952625"/>
                </a:moveTo>
                <a:lnTo>
                  <a:pt x="1123950" y="1952625"/>
                </a:lnTo>
                <a:lnTo>
                  <a:pt x="1123950" y="1971675"/>
                </a:lnTo>
                <a:lnTo>
                  <a:pt x="1114425" y="1971675"/>
                </a:lnTo>
                <a:lnTo>
                  <a:pt x="1114425" y="1962150"/>
                </a:lnTo>
                <a:lnTo>
                  <a:pt x="1095375" y="1962150"/>
                </a:lnTo>
                <a:close/>
                <a:moveTo>
                  <a:pt x="381000" y="1962150"/>
                </a:moveTo>
                <a:lnTo>
                  <a:pt x="390525" y="1962150"/>
                </a:lnTo>
                <a:lnTo>
                  <a:pt x="390525" y="1981200"/>
                </a:lnTo>
                <a:lnTo>
                  <a:pt x="381000" y="1981200"/>
                </a:lnTo>
                <a:close/>
                <a:moveTo>
                  <a:pt x="419100" y="1962150"/>
                </a:moveTo>
                <a:lnTo>
                  <a:pt x="428625" y="1962150"/>
                </a:lnTo>
                <a:lnTo>
                  <a:pt x="428625" y="1971675"/>
                </a:lnTo>
                <a:lnTo>
                  <a:pt x="419100" y="1971675"/>
                </a:lnTo>
                <a:close/>
                <a:moveTo>
                  <a:pt x="1257300" y="1971675"/>
                </a:moveTo>
                <a:lnTo>
                  <a:pt x="1285875" y="1971675"/>
                </a:lnTo>
                <a:lnTo>
                  <a:pt x="1285875" y="2000250"/>
                </a:lnTo>
                <a:lnTo>
                  <a:pt x="1276350" y="2000250"/>
                </a:lnTo>
                <a:lnTo>
                  <a:pt x="1276350" y="2019300"/>
                </a:lnTo>
                <a:lnTo>
                  <a:pt x="1266825" y="2019300"/>
                </a:lnTo>
                <a:lnTo>
                  <a:pt x="1266825" y="2028825"/>
                </a:lnTo>
                <a:lnTo>
                  <a:pt x="1257300" y="2028825"/>
                </a:lnTo>
                <a:lnTo>
                  <a:pt x="1257300" y="2038350"/>
                </a:lnTo>
                <a:lnTo>
                  <a:pt x="1266825" y="2038350"/>
                </a:lnTo>
                <a:lnTo>
                  <a:pt x="1266825" y="2057400"/>
                </a:lnTo>
                <a:lnTo>
                  <a:pt x="1257300" y="2057400"/>
                </a:lnTo>
                <a:lnTo>
                  <a:pt x="1257300" y="2066925"/>
                </a:lnTo>
                <a:lnTo>
                  <a:pt x="1247775" y="2066925"/>
                </a:lnTo>
                <a:lnTo>
                  <a:pt x="1247775" y="2057400"/>
                </a:lnTo>
                <a:lnTo>
                  <a:pt x="1200150" y="2057400"/>
                </a:lnTo>
                <a:lnTo>
                  <a:pt x="1200150" y="2047875"/>
                </a:lnTo>
                <a:lnTo>
                  <a:pt x="1238250" y="2047875"/>
                </a:lnTo>
                <a:lnTo>
                  <a:pt x="1238250" y="2028825"/>
                </a:lnTo>
                <a:lnTo>
                  <a:pt x="1247775" y="2028825"/>
                </a:lnTo>
                <a:lnTo>
                  <a:pt x="1247775" y="2019300"/>
                </a:lnTo>
                <a:lnTo>
                  <a:pt x="1257300" y="2019300"/>
                </a:lnTo>
                <a:lnTo>
                  <a:pt x="1257300" y="1990725"/>
                </a:lnTo>
                <a:lnTo>
                  <a:pt x="1247775" y="1990725"/>
                </a:lnTo>
                <a:lnTo>
                  <a:pt x="1247775" y="1981200"/>
                </a:lnTo>
                <a:lnTo>
                  <a:pt x="1257300" y="1981200"/>
                </a:lnTo>
                <a:close/>
                <a:moveTo>
                  <a:pt x="371475" y="1981200"/>
                </a:moveTo>
                <a:lnTo>
                  <a:pt x="381000" y="1981200"/>
                </a:lnTo>
                <a:lnTo>
                  <a:pt x="381000" y="2000250"/>
                </a:lnTo>
                <a:lnTo>
                  <a:pt x="371475" y="2000250"/>
                </a:lnTo>
                <a:close/>
                <a:moveTo>
                  <a:pt x="1181100" y="1981200"/>
                </a:moveTo>
                <a:lnTo>
                  <a:pt x="1200150" y="1981200"/>
                </a:lnTo>
                <a:lnTo>
                  <a:pt x="1200150" y="1990725"/>
                </a:lnTo>
                <a:lnTo>
                  <a:pt x="1181100" y="1990725"/>
                </a:lnTo>
                <a:close/>
                <a:moveTo>
                  <a:pt x="400050" y="1990725"/>
                </a:moveTo>
                <a:lnTo>
                  <a:pt x="409575" y="1990725"/>
                </a:lnTo>
                <a:lnTo>
                  <a:pt x="409575" y="2000250"/>
                </a:lnTo>
                <a:lnTo>
                  <a:pt x="419100" y="2000250"/>
                </a:lnTo>
                <a:lnTo>
                  <a:pt x="419100" y="2009775"/>
                </a:lnTo>
                <a:lnTo>
                  <a:pt x="390525" y="2009775"/>
                </a:lnTo>
                <a:lnTo>
                  <a:pt x="390525" y="2000250"/>
                </a:lnTo>
                <a:lnTo>
                  <a:pt x="400050" y="2000250"/>
                </a:lnTo>
                <a:close/>
                <a:moveTo>
                  <a:pt x="333375" y="2000250"/>
                </a:moveTo>
                <a:lnTo>
                  <a:pt x="342900" y="2000250"/>
                </a:lnTo>
                <a:lnTo>
                  <a:pt x="342900" y="2009775"/>
                </a:lnTo>
                <a:lnTo>
                  <a:pt x="333375" y="2009775"/>
                </a:lnTo>
                <a:close/>
                <a:moveTo>
                  <a:pt x="342900" y="2009775"/>
                </a:moveTo>
                <a:lnTo>
                  <a:pt x="352425" y="2009775"/>
                </a:lnTo>
                <a:lnTo>
                  <a:pt x="352425" y="2019300"/>
                </a:lnTo>
                <a:lnTo>
                  <a:pt x="342900" y="2019300"/>
                </a:lnTo>
                <a:close/>
                <a:moveTo>
                  <a:pt x="876300" y="2009775"/>
                </a:moveTo>
                <a:lnTo>
                  <a:pt x="885825" y="2009775"/>
                </a:lnTo>
                <a:lnTo>
                  <a:pt x="885825" y="2019300"/>
                </a:lnTo>
                <a:lnTo>
                  <a:pt x="876300" y="2019300"/>
                </a:lnTo>
                <a:close/>
                <a:moveTo>
                  <a:pt x="866775" y="2019300"/>
                </a:moveTo>
                <a:lnTo>
                  <a:pt x="876300" y="2019300"/>
                </a:lnTo>
                <a:lnTo>
                  <a:pt x="876300" y="2047875"/>
                </a:lnTo>
                <a:lnTo>
                  <a:pt x="847725" y="2047875"/>
                </a:lnTo>
                <a:lnTo>
                  <a:pt x="847725" y="2038350"/>
                </a:lnTo>
                <a:lnTo>
                  <a:pt x="857250" y="2038350"/>
                </a:lnTo>
                <a:lnTo>
                  <a:pt x="857250" y="2028825"/>
                </a:lnTo>
                <a:lnTo>
                  <a:pt x="866775" y="2028825"/>
                </a:lnTo>
                <a:close/>
                <a:moveTo>
                  <a:pt x="428625" y="2028825"/>
                </a:moveTo>
                <a:lnTo>
                  <a:pt x="438150" y="2028825"/>
                </a:lnTo>
                <a:lnTo>
                  <a:pt x="438150" y="2038350"/>
                </a:lnTo>
                <a:lnTo>
                  <a:pt x="428625" y="2038350"/>
                </a:lnTo>
                <a:close/>
                <a:moveTo>
                  <a:pt x="885825" y="2028825"/>
                </a:moveTo>
                <a:lnTo>
                  <a:pt x="895350" y="2028825"/>
                </a:lnTo>
                <a:lnTo>
                  <a:pt x="895350" y="2038350"/>
                </a:lnTo>
                <a:lnTo>
                  <a:pt x="885825" y="2038350"/>
                </a:lnTo>
                <a:close/>
                <a:moveTo>
                  <a:pt x="1371600" y="2028825"/>
                </a:moveTo>
                <a:lnTo>
                  <a:pt x="1381125" y="2028825"/>
                </a:lnTo>
                <a:lnTo>
                  <a:pt x="1381125" y="2038350"/>
                </a:lnTo>
                <a:lnTo>
                  <a:pt x="1371600" y="2038350"/>
                </a:lnTo>
                <a:close/>
                <a:moveTo>
                  <a:pt x="923925" y="2038350"/>
                </a:moveTo>
                <a:lnTo>
                  <a:pt x="952500" y="2038350"/>
                </a:lnTo>
                <a:lnTo>
                  <a:pt x="952500" y="2047875"/>
                </a:lnTo>
                <a:lnTo>
                  <a:pt x="942975" y="2047875"/>
                </a:lnTo>
                <a:lnTo>
                  <a:pt x="942975" y="2066925"/>
                </a:lnTo>
                <a:lnTo>
                  <a:pt x="933450" y="2066925"/>
                </a:lnTo>
                <a:lnTo>
                  <a:pt x="933450" y="2095500"/>
                </a:lnTo>
                <a:lnTo>
                  <a:pt x="923925" y="2095500"/>
                </a:lnTo>
                <a:lnTo>
                  <a:pt x="923925" y="2085975"/>
                </a:lnTo>
                <a:lnTo>
                  <a:pt x="914400" y="2085975"/>
                </a:lnTo>
                <a:lnTo>
                  <a:pt x="914400" y="2076450"/>
                </a:lnTo>
                <a:lnTo>
                  <a:pt x="904875" y="2076450"/>
                </a:lnTo>
                <a:lnTo>
                  <a:pt x="904875" y="2057400"/>
                </a:lnTo>
                <a:lnTo>
                  <a:pt x="914400" y="2057400"/>
                </a:lnTo>
                <a:lnTo>
                  <a:pt x="914400" y="2047875"/>
                </a:lnTo>
                <a:lnTo>
                  <a:pt x="923925" y="2047875"/>
                </a:lnTo>
                <a:close/>
                <a:moveTo>
                  <a:pt x="1352550" y="2047875"/>
                </a:moveTo>
                <a:lnTo>
                  <a:pt x="1362075" y="2047875"/>
                </a:lnTo>
                <a:lnTo>
                  <a:pt x="1362075" y="2066925"/>
                </a:lnTo>
                <a:lnTo>
                  <a:pt x="1371600" y="2066925"/>
                </a:lnTo>
                <a:lnTo>
                  <a:pt x="1371600" y="2076450"/>
                </a:lnTo>
                <a:lnTo>
                  <a:pt x="1352550" y="2076450"/>
                </a:lnTo>
                <a:close/>
                <a:moveTo>
                  <a:pt x="1285875" y="2066925"/>
                </a:moveTo>
                <a:lnTo>
                  <a:pt x="1314450" y="2066925"/>
                </a:lnTo>
                <a:lnTo>
                  <a:pt x="1314450" y="2085975"/>
                </a:lnTo>
                <a:lnTo>
                  <a:pt x="1304925" y="2085975"/>
                </a:lnTo>
                <a:lnTo>
                  <a:pt x="1304925" y="2076450"/>
                </a:lnTo>
                <a:lnTo>
                  <a:pt x="1285875" y="2076450"/>
                </a:lnTo>
                <a:close/>
                <a:moveTo>
                  <a:pt x="361950" y="2076450"/>
                </a:moveTo>
                <a:lnTo>
                  <a:pt x="371475" y="2076450"/>
                </a:lnTo>
                <a:lnTo>
                  <a:pt x="371475" y="2085975"/>
                </a:lnTo>
                <a:lnTo>
                  <a:pt x="361950" y="2085975"/>
                </a:lnTo>
                <a:close/>
                <a:moveTo>
                  <a:pt x="390525" y="2076450"/>
                </a:moveTo>
                <a:lnTo>
                  <a:pt x="400050" y="2076450"/>
                </a:lnTo>
                <a:lnTo>
                  <a:pt x="400050" y="2085975"/>
                </a:lnTo>
                <a:lnTo>
                  <a:pt x="390525" y="2085975"/>
                </a:lnTo>
                <a:close/>
                <a:moveTo>
                  <a:pt x="247650" y="2085975"/>
                </a:moveTo>
                <a:lnTo>
                  <a:pt x="257175" y="2085975"/>
                </a:lnTo>
                <a:lnTo>
                  <a:pt x="257175" y="2105025"/>
                </a:lnTo>
                <a:lnTo>
                  <a:pt x="238125" y="2105025"/>
                </a:lnTo>
                <a:lnTo>
                  <a:pt x="238125" y="2095500"/>
                </a:lnTo>
                <a:lnTo>
                  <a:pt x="247650" y="2095500"/>
                </a:lnTo>
                <a:close/>
                <a:moveTo>
                  <a:pt x="381000" y="2085975"/>
                </a:moveTo>
                <a:lnTo>
                  <a:pt x="390525" y="2085975"/>
                </a:lnTo>
                <a:lnTo>
                  <a:pt x="390525" y="2095500"/>
                </a:lnTo>
                <a:lnTo>
                  <a:pt x="381000" y="2095500"/>
                </a:lnTo>
                <a:close/>
                <a:moveTo>
                  <a:pt x="571500" y="2085975"/>
                </a:moveTo>
                <a:lnTo>
                  <a:pt x="581025" y="2085975"/>
                </a:lnTo>
                <a:lnTo>
                  <a:pt x="581025" y="2105025"/>
                </a:lnTo>
                <a:lnTo>
                  <a:pt x="571500" y="2105025"/>
                </a:lnTo>
                <a:close/>
                <a:moveTo>
                  <a:pt x="885825" y="2085975"/>
                </a:moveTo>
                <a:lnTo>
                  <a:pt x="895350" y="2085975"/>
                </a:lnTo>
                <a:lnTo>
                  <a:pt x="895350" y="2095500"/>
                </a:lnTo>
                <a:lnTo>
                  <a:pt x="885825" y="2095500"/>
                </a:lnTo>
                <a:close/>
                <a:moveTo>
                  <a:pt x="1352550" y="2085975"/>
                </a:moveTo>
                <a:lnTo>
                  <a:pt x="1362075" y="2085975"/>
                </a:lnTo>
                <a:lnTo>
                  <a:pt x="1362075" y="2105025"/>
                </a:lnTo>
                <a:lnTo>
                  <a:pt x="1352550" y="2105025"/>
                </a:lnTo>
                <a:close/>
                <a:moveTo>
                  <a:pt x="1724025" y="2085975"/>
                </a:moveTo>
                <a:lnTo>
                  <a:pt x="1733550" y="2085975"/>
                </a:lnTo>
                <a:lnTo>
                  <a:pt x="1733550" y="2095500"/>
                </a:lnTo>
                <a:lnTo>
                  <a:pt x="1724025" y="2095500"/>
                </a:lnTo>
                <a:close/>
                <a:moveTo>
                  <a:pt x="714375" y="2095500"/>
                </a:moveTo>
                <a:lnTo>
                  <a:pt x="723900" y="2095500"/>
                </a:lnTo>
                <a:lnTo>
                  <a:pt x="723900" y="2105025"/>
                </a:lnTo>
                <a:lnTo>
                  <a:pt x="733425" y="2105025"/>
                </a:lnTo>
                <a:lnTo>
                  <a:pt x="733425" y="2114550"/>
                </a:lnTo>
                <a:lnTo>
                  <a:pt x="742950" y="2114550"/>
                </a:lnTo>
                <a:lnTo>
                  <a:pt x="742950" y="2124075"/>
                </a:lnTo>
                <a:lnTo>
                  <a:pt x="752475" y="2124075"/>
                </a:lnTo>
                <a:lnTo>
                  <a:pt x="752475" y="2143125"/>
                </a:lnTo>
                <a:lnTo>
                  <a:pt x="771525" y="2143125"/>
                </a:lnTo>
                <a:lnTo>
                  <a:pt x="771525" y="2152650"/>
                </a:lnTo>
                <a:lnTo>
                  <a:pt x="742950" y="2152650"/>
                </a:lnTo>
                <a:lnTo>
                  <a:pt x="742950" y="2162175"/>
                </a:lnTo>
                <a:lnTo>
                  <a:pt x="733425" y="2162175"/>
                </a:lnTo>
                <a:lnTo>
                  <a:pt x="733425" y="2152650"/>
                </a:lnTo>
                <a:lnTo>
                  <a:pt x="723900" y="2152650"/>
                </a:lnTo>
                <a:lnTo>
                  <a:pt x="723900" y="2143125"/>
                </a:lnTo>
                <a:lnTo>
                  <a:pt x="733425" y="2143125"/>
                </a:lnTo>
                <a:lnTo>
                  <a:pt x="733425" y="2133600"/>
                </a:lnTo>
                <a:lnTo>
                  <a:pt x="714375" y="2133600"/>
                </a:lnTo>
                <a:lnTo>
                  <a:pt x="714375" y="2143125"/>
                </a:lnTo>
                <a:lnTo>
                  <a:pt x="704850" y="2143125"/>
                </a:lnTo>
                <a:lnTo>
                  <a:pt x="704850" y="2105025"/>
                </a:lnTo>
                <a:lnTo>
                  <a:pt x="714375" y="2105025"/>
                </a:lnTo>
                <a:close/>
                <a:moveTo>
                  <a:pt x="228600" y="2105025"/>
                </a:moveTo>
                <a:lnTo>
                  <a:pt x="238125" y="2105025"/>
                </a:lnTo>
                <a:lnTo>
                  <a:pt x="238125" y="2114550"/>
                </a:lnTo>
                <a:lnTo>
                  <a:pt x="228600" y="2114550"/>
                </a:lnTo>
                <a:close/>
                <a:moveTo>
                  <a:pt x="590550" y="2105025"/>
                </a:moveTo>
                <a:lnTo>
                  <a:pt x="600075" y="2105025"/>
                </a:lnTo>
                <a:lnTo>
                  <a:pt x="600075" y="2114550"/>
                </a:lnTo>
                <a:lnTo>
                  <a:pt x="590550" y="2114550"/>
                </a:lnTo>
                <a:close/>
                <a:moveTo>
                  <a:pt x="600075" y="2114550"/>
                </a:moveTo>
                <a:lnTo>
                  <a:pt x="609600" y="2114550"/>
                </a:lnTo>
                <a:lnTo>
                  <a:pt x="609600" y="2124075"/>
                </a:lnTo>
                <a:lnTo>
                  <a:pt x="600075" y="2124075"/>
                </a:lnTo>
                <a:close/>
                <a:moveTo>
                  <a:pt x="1390650" y="2114550"/>
                </a:moveTo>
                <a:lnTo>
                  <a:pt x="1400175" y="2114550"/>
                </a:lnTo>
                <a:lnTo>
                  <a:pt x="1400175" y="2124075"/>
                </a:lnTo>
                <a:lnTo>
                  <a:pt x="1390650" y="2124075"/>
                </a:lnTo>
                <a:close/>
                <a:moveTo>
                  <a:pt x="1781175" y="2114550"/>
                </a:moveTo>
                <a:lnTo>
                  <a:pt x="1838325" y="2114550"/>
                </a:lnTo>
                <a:lnTo>
                  <a:pt x="1838325" y="2124075"/>
                </a:lnTo>
                <a:lnTo>
                  <a:pt x="1847850" y="2124075"/>
                </a:lnTo>
                <a:lnTo>
                  <a:pt x="1847850" y="2133600"/>
                </a:lnTo>
                <a:lnTo>
                  <a:pt x="1838325" y="2133600"/>
                </a:lnTo>
                <a:lnTo>
                  <a:pt x="1838325" y="2143125"/>
                </a:lnTo>
                <a:lnTo>
                  <a:pt x="1819275" y="2143125"/>
                </a:lnTo>
                <a:lnTo>
                  <a:pt x="1819275" y="2133600"/>
                </a:lnTo>
                <a:lnTo>
                  <a:pt x="1771650" y="2133600"/>
                </a:lnTo>
                <a:lnTo>
                  <a:pt x="1771650" y="2124075"/>
                </a:lnTo>
                <a:lnTo>
                  <a:pt x="1781175" y="2124075"/>
                </a:lnTo>
                <a:close/>
                <a:moveTo>
                  <a:pt x="1866900" y="2114550"/>
                </a:moveTo>
                <a:lnTo>
                  <a:pt x="1885950" y="2114550"/>
                </a:lnTo>
                <a:lnTo>
                  <a:pt x="1885950" y="2133600"/>
                </a:lnTo>
                <a:lnTo>
                  <a:pt x="1895475" y="2133600"/>
                </a:lnTo>
                <a:lnTo>
                  <a:pt x="1895475" y="2152650"/>
                </a:lnTo>
                <a:lnTo>
                  <a:pt x="1885950" y="2152650"/>
                </a:lnTo>
                <a:lnTo>
                  <a:pt x="1885950" y="2162175"/>
                </a:lnTo>
                <a:lnTo>
                  <a:pt x="1895475" y="2162175"/>
                </a:lnTo>
                <a:lnTo>
                  <a:pt x="1895475" y="2181225"/>
                </a:lnTo>
                <a:lnTo>
                  <a:pt x="1866900" y="2181225"/>
                </a:lnTo>
                <a:lnTo>
                  <a:pt x="1866900" y="2171700"/>
                </a:lnTo>
                <a:lnTo>
                  <a:pt x="1857375" y="2171700"/>
                </a:lnTo>
                <a:lnTo>
                  <a:pt x="1857375" y="2162175"/>
                </a:lnTo>
                <a:lnTo>
                  <a:pt x="1876425" y="2162175"/>
                </a:lnTo>
                <a:lnTo>
                  <a:pt x="1876425" y="2133600"/>
                </a:lnTo>
                <a:lnTo>
                  <a:pt x="1857375" y="2133600"/>
                </a:lnTo>
                <a:lnTo>
                  <a:pt x="1857375" y="2124075"/>
                </a:lnTo>
                <a:lnTo>
                  <a:pt x="1866900" y="2124075"/>
                </a:lnTo>
                <a:close/>
                <a:moveTo>
                  <a:pt x="257175" y="2124075"/>
                </a:moveTo>
                <a:lnTo>
                  <a:pt x="276225" y="2124075"/>
                </a:lnTo>
                <a:lnTo>
                  <a:pt x="276225" y="2133600"/>
                </a:lnTo>
                <a:lnTo>
                  <a:pt x="285750" y="2133600"/>
                </a:lnTo>
                <a:lnTo>
                  <a:pt x="285750" y="2143125"/>
                </a:lnTo>
                <a:lnTo>
                  <a:pt x="247650" y="2143125"/>
                </a:lnTo>
                <a:lnTo>
                  <a:pt x="247650" y="2133600"/>
                </a:lnTo>
                <a:lnTo>
                  <a:pt x="257175" y="2133600"/>
                </a:lnTo>
                <a:close/>
                <a:moveTo>
                  <a:pt x="609600" y="2124075"/>
                </a:moveTo>
                <a:lnTo>
                  <a:pt x="619125" y="2124075"/>
                </a:lnTo>
                <a:lnTo>
                  <a:pt x="619125" y="2133600"/>
                </a:lnTo>
                <a:lnTo>
                  <a:pt x="609600" y="2133600"/>
                </a:lnTo>
                <a:close/>
                <a:moveTo>
                  <a:pt x="628650" y="2124075"/>
                </a:moveTo>
                <a:lnTo>
                  <a:pt x="647700" y="2124075"/>
                </a:lnTo>
                <a:lnTo>
                  <a:pt x="647700" y="2133600"/>
                </a:lnTo>
                <a:lnTo>
                  <a:pt x="685800" y="2133600"/>
                </a:lnTo>
                <a:lnTo>
                  <a:pt x="685800" y="2143125"/>
                </a:lnTo>
                <a:lnTo>
                  <a:pt x="704850" y="2143125"/>
                </a:lnTo>
                <a:lnTo>
                  <a:pt x="704850" y="2171700"/>
                </a:lnTo>
                <a:lnTo>
                  <a:pt x="695325" y="2171700"/>
                </a:lnTo>
                <a:lnTo>
                  <a:pt x="695325" y="2162175"/>
                </a:lnTo>
                <a:lnTo>
                  <a:pt x="685800" y="2162175"/>
                </a:lnTo>
                <a:lnTo>
                  <a:pt x="685800" y="2152650"/>
                </a:lnTo>
                <a:lnTo>
                  <a:pt x="676275" y="2152650"/>
                </a:lnTo>
                <a:lnTo>
                  <a:pt x="676275" y="2162175"/>
                </a:lnTo>
                <a:lnTo>
                  <a:pt x="685800" y="2162175"/>
                </a:lnTo>
                <a:lnTo>
                  <a:pt x="685800" y="2200275"/>
                </a:lnTo>
                <a:lnTo>
                  <a:pt x="676275" y="2200275"/>
                </a:lnTo>
                <a:lnTo>
                  <a:pt x="676275" y="2190750"/>
                </a:lnTo>
                <a:lnTo>
                  <a:pt x="666750" y="2190750"/>
                </a:lnTo>
                <a:lnTo>
                  <a:pt x="666750" y="2171700"/>
                </a:lnTo>
                <a:lnTo>
                  <a:pt x="647700" y="2171700"/>
                </a:lnTo>
                <a:lnTo>
                  <a:pt x="647700" y="2181225"/>
                </a:lnTo>
                <a:lnTo>
                  <a:pt x="628650" y="2181225"/>
                </a:lnTo>
                <a:lnTo>
                  <a:pt x="628650" y="2171700"/>
                </a:lnTo>
                <a:lnTo>
                  <a:pt x="638175" y="2171700"/>
                </a:lnTo>
                <a:lnTo>
                  <a:pt x="638175" y="2162175"/>
                </a:lnTo>
                <a:lnTo>
                  <a:pt x="666750" y="2162175"/>
                </a:lnTo>
                <a:lnTo>
                  <a:pt x="666750" y="2152650"/>
                </a:lnTo>
                <a:lnTo>
                  <a:pt x="657225" y="2152650"/>
                </a:lnTo>
                <a:lnTo>
                  <a:pt x="657225" y="2143125"/>
                </a:lnTo>
                <a:lnTo>
                  <a:pt x="619125" y="2143125"/>
                </a:lnTo>
                <a:lnTo>
                  <a:pt x="619125" y="2133600"/>
                </a:lnTo>
                <a:lnTo>
                  <a:pt x="628650" y="2133600"/>
                </a:lnTo>
                <a:close/>
                <a:moveTo>
                  <a:pt x="1200150" y="2124075"/>
                </a:moveTo>
                <a:lnTo>
                  <a:pt x="1209675" y="2124075"/>
                </a:lnTo>
                <a:lnTo>
                  <a:pt x="1209675" y="2133600"/>
                </a:lnTo>
                <a:lnTo>
                  <a:pt x="1228725" y="2133600"/>
                </a:lnTo>
                <a:lnTo>
                  <a:pt x="1228725" y="2124075"/>
                </a:lnTo>
                <a:lnTo>
                  <a:pt x="1247775" y="2124075"/>
                </a:lnTo>
                <a:lnTo>
                  <a:pt x="1247775" y="2133600"/>
                </a:lnTo>
                <a:lnTo>
                  <a:pt x="1238250" y="2133600"/>
                </a:lnTo>
                <a:lnTo>
                  <a:pt x="1238250" y="2152650"/>
                </a:lnTo>
                <a:lnTo>
                  <a:pt x="1247775" y="2152650"/>
                </a:lnTo>
                <a:lnTo>
                  <a:pt x="1247775" y="2181225"/>
                </a:lnTo>
                <a:lnTo>
                  <a:pt x="1238250" y="2181225"/>
                </a:lnTo>
                <a:lnTo>
                  <a:pt x="1238250" y="2200275"/>
                </a:lnTo>
                <a:lnTo>
                  <a:pt x="1228725" y="2200275"/>
                </a:lnTo>
                <a:lnTo>
                  <a:pt x="1228725" y="2219325"/>
                </a:lnTo>
                <a:lnTo>
                  <a:pt x="1209675" y="2219325"/>
                </a:lnTo>
                <a:lnTo>
                  <a:pt x="1209675" y="2200275"/>
                </a:lnTo>
                <a:lnTo>
                  <a:pt x="1190625" y="2200275"/>
                </a:lnTo>
                <a:lnTo>
                  <a:pt x="1190625" y="2190750"/>
                </a:lnTo>
                <a:lnTo>
                  <a:pt x="1200150" y="2190750"/>
                </a:lnTo>
                <a:lnTo>
                  <a:pt x="1200150" y="2181225"/>
                </a:lnTo>
                <a:lnTo>
                  <a:pt x="1209675" y="2181225"/>
                </a:lnTo>
                <a:lnTo>
                  <a:pt x="1209675" y="2171700"/>
                </a:lnTo>
                <a:lnTo>
                  <a:pt x="1219200" y="2171700"/>
                </a:lnTo>
                <a:lnTo>
                  <a:pt x="1219200" y="2152650"/>
                </a:lnTo>
                <a:lnTo>
                  <a:pt x="1209675" y="2152650"/>
                </a:lnTo>
                <a:lnTo>
                  <a:pt x="1209675" y="2143125"/>
                </a:lnTo>
                <a:lnTo>
                  <a:pt x="1200150" y="2143125"/>
                </a:lnTo>
                <a:close/>
                <a:moveTo>
                  <a:pt x="1352550" y="2124075"/>
                </a:moveTo>
                <a:lnTo>
                  <a:pt x="1371600" y="2124075"/>
                </a:lnTo>
                <a:lnTo>
                  <a:pt x="1371600" y="2143125"/>
                </a:lnTo>
                <a:lnTo>
                  <a:pt x="1352550" y="2143125"/>
                </a:lnTo>
                <a:close/>
                <a:moveTo>
                  <a:pt x="238125" y="2143125"/>
                </a:moveTo>
                <a:lnTo>
                  <a:pt x="247650" y="2143125"/>
                </a:lnTo>
                <a:lnTo>
                  <a:pt x="247650" y="2162175"/>
                </a:lnTo>
                <a:lnTo>
                  <a:pt x="257175" y="2162175"/>
                </a:lnTo>
                <a:lnTo>
                  <a:pt x="257175" y="2171700"/>
                </a:lnTo>
                <a:lnTo>
                  <a:pt x="266700" y="2171700"/>
                </a:lnTo>
                <a:lnTo>
                  <a:pt x="266700" y="2181225"/>
                </a:lnTo>
                <a:lnTo>
                  <a:pt x="228600" y="2181225"/>
                </a:lnTo>
                <a:lnTo>
                  <a:pt x="228600" y="2190750"/>
                </a:lnTo>
                <a:lnTo>
                  <a:pt x="219075" y="2190750"/>
                </a:lnTo>
                <a:lnTo>
                  <a:pt x="219075" y="2200275"/>
                </a:lnTo>
                <a:lnTo>
                  <a:pt x="209550" y="2200275"/>
                </a:lnTo>
                <a:lnTo>
                  <a:pt x="209550" y="2181225"/>
                </a:lnTo>
                <a:lnTo>
                  <a:pt x="219075" y="2181225"/>
                </a:lnTo>
                <a:lnTo>
                  <a:pt x="219075" y="2171700"/>
                </a:lnTo>
                <a:lnTo>
                  <a:pt x="228600" y="2171700"/>
                </a:lnTo>
                <a:lnTo>
                  <a:pt x="228600" y="2152650"/>
                </a:lnTo>
                <a:lnTo>
                  <a:pt x="238125" y="2152650"/>
                </a:lnTo>
                <a:close/>
                <a:moveTo>
                  <a:pt x="1371600" y="2143125"/>
                </a:moveTo>
                <a:lnTo>
                  <a:pt x="1381125" y="2143125"/>
                </a:lnTo>
                <a:lnTo>
                  <a:pt x="1381125" y="2152650"/>
                </a:lnTo>
                <a:lnTo>
                  <a:pt x="1371600" y="2152650"/>
                </a:lnTo>
                <a:close/>
                <a:moveTo>
                  <a:pt x="723900" y="2162175"/>
                </a:moveTo>
                <a:lnTo>
                  <a:pt x="733425" y="2162175"/>
                </a:lnTo>
                <a:lnTo>
                  <a:pt x="733425" y="2171700"/>
                </a:lnTo>
                <a:lnTo>
                  <a:pt x="723900" y="2171700"/>
                </a:lnTo>
                <a:close/>
                <a:moveTo>
                  <a:pt x="809625" y="2162175"/>
                </a:moveTo>
                <a:lnTo>
                  <a:pt x="828675" y="2162175"/>
                </a:lnTo>
                <a:lnTo>
                  <a:pt x="828675" y="2171700"/>
                </a:lnTo>
                <a:lnTo>
                  <a:pt x="876300" y="2171700"/>
                </a:lnTo>
                <a:lnTo>
                  <a:pt x="876300" y="2190750"/>
                </a:lnTo>
                <a:lnTo>
                  <a:pt x="857250" y="2190750"/>
                </a:lnTo>
                <a:lnTo>
                  <a:pt x="857250" y="2181225"/>
                </a:lnTo>
                <a:lnTo>
                  <a:pt x="819150" y="2181225"/>
                </a:lnTo>
                <a:lnTo>
                  <a:pt x="819150" y="2171700"/>
                </a:lnTo>
                <a:lnTo>
                  <a:pt x="809625" y="2171700"/>
                </a:lnTo>
                <a:close/>
                <a:moveTo>
                  <a:pt x="714375" y="2171700"/>
                </a:moveTo>
                <a:lnTo>
                  <a:pt x="723900" y="2171700"/>
                </a:lnTo>
                <a:lnTo>
                  <a:pt x="723900" y="2181225"/>
                </a:lnTo>
                <a:lnTo>
                  <a:pt x="714375" y="2181225"/>
                </a:lnTo>
                <a:close/>
                <a:moveTo>
                  <a:pt x="885825" y="2171700"/>
                </a:moveTo>
                <a:lnTo>
                  <a:pt x="895350" y="2171700"/>
                </a:lnTo>
                <a:lnTo>
                  <a:pt x="895350" y="2181225"/>
                </a:lnTo>
                <a:lnTo>
                  <a:pt x="904875" y="2181225"/>
                </a:lnTo>
                <a:lnTo>
                  <a:pt x="904875" y="2190750"/>
                </a:lnTo>
                <a:lnTo>
                  <a:pt x="885825" y="2190750"/>
                </a:lnTo>
                <a:close/>
                <a:moveTo>
                  <a:pt x="1514475" y="2181225"/>
                </a:moveTo>
                <a:lnTo>
                  <a:pt x="1524000" y="2181225"/>
                </a:lnTo>
                <a:lnTo>
                  <a:pt x="1524000" y="2190750"/>
                </a:lnTo>
                <a:lnTo>
                  <a:pt x="1514475" y="2190750"/>
                </a:lnTo>
                <a:close/>
                <a:moveTo>
                  <a:pt x="1704975" y="2181225"/>
                </a:moveTo>
                <a:lnTo>
                  <a:pt x="1714500" y="2181225"/>
                </a:lnTo>
                <a:lnTo>
                  <a:pt x="1714500" y="2190750"/>
                </a:lnTo>
                <a:lnTo>
                  <a:pt x="1704975" y="2190750"/>
                </a:lnTo>
                <a:close/>
                <a:moveTo>
                  <a:pt x="904875" y="2190750"/>
                </a:moveTo>
                <a:lnTo>
                  <a:pt x="914400" y="2190750"/>
                </a:lnTo>
                <a:lnTo>
                  <a:pt x="914400" y="2200275"/>
                </a:lnTo>
                <a:lnTo>
                  <a:pt x="904875" y="2200275"/>
                </a:lnTo>
                <a:close/>
                <a:moveTo>
                  <a:pt x="1295400" y="2190750"/>
                </a:moveTo>
                <a:lnTo>
                  <a:pt x="1314450" y="2190750"/>
                </a:lnTo>
                <a:lnTo>
                  <a:pt x="1314450" y="2200275"/>
                </a:lnTo>
                <a:lnTo>
                  <a:pt x="1295400" y="2200275"/>
                </a:lnTo>
                <a:close/>
                <a:moveTo>
                  <a:pt x="1666875" y="2190750"/>
                </a:moveTo>
                <a:lnTo>
                  <a:pt x="1676400" y="2190750"/>
                </a:lnTo>
                <a:lnTo>
                  <a:pt x="1676400" y="2200275"/>
                </a:lnTo>
                <a:lnTo>
                  <a:pt x="1666875" y="2200275"/>
                </a:lnTo>
                <a:close/>
                <a:moveTo>
                  <a:pt x="1143000" y="2200275"/>
                </a:moveTo>
                <a:lnTo>
                  <a:pt x="1152525" y="2200275"/>
                </a:lnTo>
                <a:lnTo>
                  <a:pt x="1152525" y="2209800"/>
                </a:lnTo>
                <a:lnTo>
                  <a:pt x="1143000" y="2209800"/>
                </a:lnTo>
                <a:close/>
                <a:moveTo>
                  <a:pt x="1257300" y="2200275"/>
                </a:moveTo>
                <a:lnTo>
                  <a:pt x="1266825" y="2200275"/>
                </a:lnTo>
                <a:lnTo>
                  <a:pt x="1266825" y="2209800"/>
                </a:lnTo>
                <a:lnTo>
                  <a:pt x="1257300" y="2209800"/>
                </a:lnTo>
                <a:close/>
                <a:moveTo>
                  <a:pt x="1314450" y="2200275"/>
                </a:moveTo>
                <a:lnTo>
                  <a:pt x="1323975" y="2200275"/>
                </a:lnTo>
                <a:lnTo>
                  <a:pt x="1323975" y="2209800"/>
                </a:lnTo>
                <a:lnTo>
                  <a:pt x="1314450" y="2209800"/>
                </a:lnTo>
                <a:close/>
                <a:moveTo>
                  <a:pt x="171450" y="2209800"/>
                </a:moveTo>
                <a:lnTo>
                  <a:pt x="180975" y="2209800"/>
                </a:lnTo>
                <a:lnTo>
                  <a:pt x="180975" y="2219325"/>
                </a:lnTo>
                <a:lnTo>
                  <a:pt x="171450" y="2219325"/>
                </a:lnTo>
                <a:close/>
                <a:moveTo>
                  <a:pt x="190500" y="2209800"/>
                </a:moveTo>
                <a:lnTo>
                  <a:pt x="200025" y="2209800"/>
                </a:lnTo>
                <a:lnTo>
                  <a:pt x="200025" y="2219325"/>
                </a:lnTo>
                <a:lnTo>
                  <a:pt x="190500" y="2219325"/>
                </a:lnTo>
                <a:close/>
                <a:moveTo>
                  <a:pt x="219075" y="2209800"/>
                </a:moveTo>
                <a:lnTo>
                  <a:pt x="228600" y="2209800"/>
                </a:lnTo>
                <a:lnTo>
                  <a:pt x="228600" y="2219325"/>
                </a:lnTo>
                <a:lnTo>
                  <a:pt x="247650" y="2219325"/>
                </a:lnTo>
                <a:lnTo>
                  <a:pt x="247650" y="2228850"/>
                </a:lnTo>
                <a:lnTo>
                  <a:pt x="266700" y="2228850"/>
                </a:lnTo>
                <a:lnTo>
                  <a:pt x="266700" y="2238375"/>
                </a:lnTo>
                <a:lnTo>
                  <a:pt x="257175" y="2238375"/>
                </a:lnTo>
                <a:lnTo>
                  <a:pt x="257175" y="2247900"/>
                </a:lnTo>
                <a:lnTo>
                  <a:pt x="247650" y="2247900"/>
                </a:lnTo>
                <a:lnTo>
                  <a:pt x="247650" y="2238375"/>
                </a:lnTo>
                <a:lnTo>
                  <a:pt x="238125" y="2238375"/>
                </a:lnTo>
                <a:lnTo>
                  <a:pt x="238125" y="2228850"/>
                </a:lnTo>
                <a:lnTo>
                  <a:pt x="219075" y="2228850"/>
                </a:lnTo>
                <a:close/>
                <a:moveTo>
                  <a:pt x="266700" y="2209800"/>
                </a:moveTo>
                <a:lnTo>
                  <a:pt x="285750" y="2209800"/>
                </a:lnTo>
                <a:lnTo>
                  <a:pt x="285750" y="2228850"/>
                </a:lnTo>
                <a:lnTo>
                  <a:pt x="276225" y="2228850"/>
                </a:lnTo>
                <a:lnTo>
                  <a:pt x="276225" y="2219325"/>
                </a:lnTo>
                <a:lnTo>
                  <a:pt x="266700" y="2219325"/>
                </a:lnTo>
                <a:close/>
                <a:moveTo>
                  <a:pt x="323850" y="2209800"/>
                </a:moveTo>
                <a:lnTo>
                  <a:pt x="333375" y="2209800"/>
                </a:lnTo>
                <a:lnTo>
                  <a:pt x="333375" y="2219325"/>
                </a:lnTo>
                <a:lnTo>
                  <a:pt x="342900" y="2219325"/>
                </a:lnTo>
                <a:lnTo>
                  <a:pt x="342900" y="2247900"/>
                </a:lnTo>
                <a:lnTo>
                  <a:pt x="333375" y="2247900"/>
                </a:lnTo>
                <a:lnTo>
                  <a:pt x="333375" y="2257425"/>
                </a:lnTo>
                <a:lnTo>
                  <a:pt x="342900" y="2257425"/>
                </a:lnTo>
                <a:lnTo>
                  <a:pt x="342900" y="2266950"/>
                </a:lnTo>
                <a:lnTo>
                  <a:pt x="304800" y="2266950"/>
                </a:lnTo>
                <a:lnTo>
                  <a:pt x="304800" y="2286000"/>
                </a:lnTo>
                <a:lnTo>
                  <a:pt x="314325" y="2286000"/>
                </a:lnTo>
                <a:lnTo>
                  <a:pt x="314325" y="2276475"/>
                </a:lnTo>
                <a:lnTo>
                  <a:pt x="342900" y="2276475"/>
                </a:lnTo>
                <a:lnTo>
                  <a:pt x="342900" y="2305050"/>
                </a:lnTo>
                <a:lnTo>
                  <a:pt x="352425" y="2305050"/>
                </a:lnTo>
                <a:lnTo>
                  <a:pt x="352425" y="2314575"/>
                </a:lnTo>
                <a:lnTo>
                  <a:pt x="361950" y="2314575"/>
                </a:lnTo>
                <a:lnTo>
                  <a:pt x="361950" y="2324100"/>
                </a:lnTo>
                <a:lnTo>
                  <a:pt x="342900" y="2324100"/>
                </a:lnTo>
                <a:lnTo>
                  <a:pt x="342900" y="2333625"/>
                </a:lnTo>
                <a:lnTo>
                  <a:pt x="333375" y="2333625"/>
                </a:lnTo>
                <a:lnTo>
                  <a:pt x="333375" y="2324100"/>
                </a:lnTo>
                <a:lnTo>
                  <a:pt x="323850" y="2324100"/>
                </a:lnTo>
                <a:lnTo>
                  <a:pt x="323850" y="2314575"/>
                </a:lnTo>
                <a:lnTo>
                  <a:pt x="314325" y="2314575"/>
                </a:lnTo>
                <a:lnTo>
                  <a:pt x="314325" y="2324100"/>
                </a:lnTo>
                <a:lnTo>
                  <a:pt x="304800" y="2324100"/>
                </a:lnTo>
                <a:lnTo>
                  <a:pt x="304800" y="2333625"/>
                </a:lnTo>
                <a:lnTo>
                  <a:pt x="295275" y="2333625"/>
                </a:lnTo>
                <a:lnTo>
                  <a:pt x="295275" y="2324100"/>
                </a:lnTo>
                <a:lnTo>
                  <a:pt x="285750" y="2324100"/>
                </a:lnTo>
                <a:lnTo>
                  <a:pt x="285750" y="2333625"/>
                </a:lnTo>
                <a:lnTo>
                  <a:pt x="257175" y="2333625"/>
                </a:lnTo>
                <a:lnTo>
                  <a:pt x="257175" y="2324100"/>
                </a:lnTo>
                <a:lnTo>
                  <a:pt x="266700" y="2324100"/>
                </a:lnTo>
                <a:lnTo>
                  <a:pt x="266700" y="2314575"/>
                </a:lnTo>
                <a:lnTo>
                  <a:pt x="276225" y="2314575"/>
                </a:lnTo>
                <a:lnTo>
                  <a:pt x="276225" y="2295525"/>
                </a:lnTo>
                <a:lnTo>
                  <a:pt x="247650" y="2295525"/>
                </a:lnTo>
                <a:lnTo>
                  <a:pt x="247650" y="2305050"/>
                </a:lnTo>
                <a:lnTo>
                  <a:pt x="219075" y="2305050"/>
                </a:lnTo>
                <a:lnTo>
                  <a:pt x="219075" y="2295525"/>
                </a:lnTo>
                <a:lnTo>
                  <a:pt x="228600" y="2295525"/>
                </a:lnTo>
                <a:lnTo>
                  <a:pt x="228600" y="2286000"/>
                </a:lnTo>
                <a:lnTo>
                  <a:pt x="238125" y="2286000"/>
                </a:lnTo>
                <a:lnTo>
                  <a:pt x="238125" y="2266950"/>
                </a:lnTo>
                <a:lnTo>
                  <a:pt x="247650" y="2266950"/>
                </a:lnTo>
                <a:lnTo>
                  <a:pt x="247650" y="2276475"/>
                </a:lnTo>
                <a:lnTo>
                  <a:pt x="257175" y="2276475"/>
                </a:lnTo>
                <a:lnTo>
                  <a:pt x="257175" y="2286000"/>
                </a:lnTo>
                <a:lnTo>
                  <a:pt x="285750" y="2286000"/>
                </a:lnTo>
                <a:lnTo>
                  <a:pt x="285750" y="2276475"/>
                </a:lnTo>
                <a:lnTo>
                  <a:pt x="295275" y="2276475"/>
                </a:lnTo>
                <a:lnTo>
                  <a:pt x="295275" y="2266950"/>
                </a:lnTo>
                <a:lnTo>
                  <a:pt x="285750" y="2266950"/>
                </a:lnTo>
                <a:lnTo>
                  <a:pt x="285750" y="2247900"/>
                </a:lnTo>
                <a:lnTo>
                  <a:pt x="304800" y="2247900"/>
                </a:lnTo>
                <a:lnTo>
                  <a:pt x="304800" y="2238375"/>
                </a:lnTo>
                <a:lnTo>
                  <a:pt x="323850" y="2238375"/>
                </a:lnTo>
                <a:close/>
                <a:moveTo>
                  <a:pt x="400050" y="2209800"/>
                </a:moveTo>
                <a:lnTo>
                  <a:pt x="419100" y="2209800"/>
                </a:lnTo>
                <a:lnTo>
                  <a:pt x="419100" y="2228850"/>
                </a:lnTo>
                <a:lnTo>
                  <a:pt x="390525" y="2228850"/>
                </a:lnTo>
                <a:lnTo>
                  <a:pt x="390525" y="2219325"/>
                </a:lnTo>
                <a:lnTo>
                  <a:pt x="400050" y="2219325"/>
                </a:lnTo>
                <a:close/>
                <a:moveTo>
                  <a:pt x="495300" y="2209800"/>
                </a:moveTo>
                <a:lnTo>
                  <a:pt x="542925" y="2209800"/>
                </a:lnTo>
                <a:lnTo>
                  <a:pt x="542925" y="2228850"/>
                </a:lnTo>
                <a:lnTo>
                  <a:pt x="514350" y="2228850"/>
                </a:lnTo>
                <a:lnTo>
                  <a:pt x="514350" y="2247900"/>
                </a:lnTo>
                <a:lnTo>
                  <a:pt x="523875" y="2247900"/>
                </a:lnTo>
                <a:lnTo>
                  <a:pt x="523875" y="2257425"/>
                </a:lnTo>
                <a:lnTo>
                  <a:pt x="504825" y="2257425"/>
                </a:lnTo>
                <a:lnTo>
                  <a:pt x="504825" y="2266950"/>
                </a:lnTo>
                <a:lnTo>
                  <a:pt x="495300" y="2266950"/>
                </a:lnTo>
                <a:lnTo>
                  <a:pt x="495300" y="2286000"/>
                </a:lnTo>
                <a:lnTo>
                  <a:pt x="504825" y="2286000"/>
                </a:lnTo>
                <a:lnTo>
                  <a:pt x="504825" y="2295525"/>
                </a:lnTo>
                <a:lnTo>
                  <a:pt x="476250" y="2295525"/>
                </a:lnTo>
                <a:lnTo>
                  <a:pt x="476250" y="2286000"/>
                </a:lnTo>
                <a:lnTo>
                  <a:pt x="466725" y="2286000"/>
                </a:lnTo>
                <a:lnTo>
                  <a:pt x="466725" y="2257425"/>
                </a:lnTo>
                <a:lnTo>
                  <a:pt x="495300" y="2257425"/>
                </a:lnTo>
                <a:close/>
                <a:moveTo>
                  <a:pt x="914400" y="2209800"/>
                </a:moveTo>
                <a:lnTo>
                  <a:pt x="923925" y="2209800"/>
                </a:lnTo>
                <a:lnTo>
                  <a:pt x="923925" y="2219325"/>
                </a:lnTo>
                <a:lnTo>
                  <a:pt x="914400" y="2219325"/>
                </a:lnTo>
                <a:close/>
                <a:moveTo>
                  <a:pt x="1171575" y="2209800"/>
                </a:moveTo>
                <a:lnTo>
                  <a:pt x="1200150" y="2209800"/>
                </a:lnTo>
                <a:lnTo>
                  <a:pt x="1200150" y="2228850"/>
                </a:lnTo>
                <a:lnTo>
                  <a:pt x="1190625" y="2228850"/>
                </a:lnTo>
                <a:lnTo>
                  <a:pt x="1190625" y="2238375"/>
                </a:lnTo>
                <a:lnTo>
                  <a:pt x="1181100" y="2238375"/>
                </a:lnTo>
                <a:lnTo>
                  <a:pt x="1181100" y="2228850"/>
                </a:lnTo>
                <a:lnTo>
                  <a:pt x="1171575" y="2228850"/>
                </a:lnTo>
                <a:close/>
                <a:moveTo>
                  <a:pt x="1466850" y="2209800"/>
                </a:moveTo>
                <a:lnTo>
                  <a:pt x="1476375" y="2209800"/>
                </a:lnTo>
                <a:lnTo>
                  <a:pt x="1476375" y="2219325"/>
                </a:lnTo>
                <a:lnTo>
                  <a:pt x="1485900" y="2219325"/>
                </a:lnTo>
                <a:lnTo>
                  <a:pt x="1485900" y="2238375"/>
                </a:lnTo>
                <a:lnTo>
                  <a:pt x="1476375" y="2238375"/>
                </a:lnTo>
                <a:lnTo>
                  <a:pt x="1476375" y="2228850"/>
                </a:lnTo>
                <a:lnTo>
                  <a:pt x="1466850" y="2228850"/>
                </a:lnTo>
                <a:close/>
                <a:moveTo>
                  <a:pt x="1781175" y="2209800"/>
                </a:moveTo>
                <a:lnTo>
                  <a:pt x="1800225" y="2209800"/>
                </a:lnTo>
                <a:lnTo>
                  <a:pt x="1800225" y="2219325"/>
                </a:lnTo>
                <a:lnTo>
                  <a:pt x="1781175" y="2219325"/>
                </a:lnTo>
                <a:close/>
                <a:moveTo>
                  <a:pt x="1905000" y="2209800"/>
                </a:moveTo>
                <a:lnTo>
                  <a:pt x="1914525" y="2209800"/>
                </a:lnTo>
                <a:lnTo>
                  <a:pt x="1914525" y="2219325"/>
                </a:lnTo>
                <a:lnTo>
                  <a:pt x="1905000" y="2219325"/>
                </a:lnTo>
                <a:close/>
                <a:moveTo>
                  <a:pt x="438150" y="2219325"/>
                </a:moveTo>
                <a:lnTo>
                  <a:pt x="457200" y="2219325"/>
                </a:lnTo>
                <a:lnTo>
                  <a:pt x="457200" y="2238375"/>
                </a:lnTo>
                <a:lnTo>
                  <a:pt x="428625" y="2238375"/>
                </a:lnTo>
                <a:lnTo>
                  <a:pt x="428625" y="2228850"/>
                </a:lnTo>
                <a:lnTo>
                  <a:pt x="438150" y="2228850"/>
                </a:lnTo>
                <a:close/>
                <a:moveTo>
                  <a:pt x="923925" y="2219325"/>
                </a:moveTo>
                <a:lnTo>
                  <a:pt x="933450" y="2219325"/>
                </a:lnTo>
                <a:lnTo>
                  <a:pt x="933450" y="2228850"/>
                </a:lnTo>
                <a:lnTo>
                  <a:pt x="952500" y="2228850"/>
                </a:lnTo>
                <a:lnTo>
                  <a:pt x="952500" y="2238375"/>
                </a:lnTo>
                <a:lnTo>
                  <a:pt x="981075" y="2238375"/>
                </a:lnTo>
                <a:lnTo>
                  <a:pt x="981075" y="2247900"/>
                </a:lnTo>
                <a:lnTo>
                  <a:pt x="1000125" y="2247900"/>
                </a:lnTo>
                <a:lnTo>
                  <a:pt x="1000125" y="2257425"/>
                </a:lnTo>
                <a:lnTo>
                  <a:pt x="990600" y="2257425"/>
                </a:lnTo>
                <a:lnTo>
                  <a:pt x="990600" y="2286000"/>
                </a:lnTo>
                <a:lnTo>
                  <a:pt x="1000125" y="2286000"/>
                </a:lnTo>
                <a:lnTo>
                  <a:pt x="1000125" y="2276475"/>
                </a:lnTo>
                <a:lnTo>
                  <a:pt x="1009650" y="2276475"/>
                </a:lnTo>
                <a:lnTo>
                  <a:pt x="1009650" y="2286000"/>
                </a:lnTo>
                <a:lnTo>
                  <a:pt x="1028700" y="2286000"/>
                </a:lnTo>
                <a:lnTo>
                  <a:pt x="1028700" y="2276475"/>
                </a:lnTo>
                <a:lnTo>
                  <a:pt x="1038225" y="2276475"/>
                </a:lnTo>
                <a:lnTo>
                  <a:pt x="1038225" y="2295525"/>
                </a:lnTo>
                <a:lnTo>
                  <a:pt x="1057275" y="2295525"/>
                </a:lnTo>
                <a:lnTo>
                  <a:pt x="1057275" y="2305050"/>
                </a:lnTo>
                <a:lnTo>
                  <a:pt x="1028700" y="2305050"/>
                </a:lnTo>
                <a:lnTo>
                  <a:pt x="1028700" y="2314575"/>
                </a:lnTo>
                <a:lnTo>
                  <a:pt x="1019175" y="2314575"/>
                </a:lnTo>
                <a:lnTo>
                  <a:pt x="1019175" y="2305050"/>
                </a:lnTo>
                <a:lnTo>
                  <a:pt x="981075" y="2305050"/>
                </a:lnTo>
                <a:lnTo>
                  <a:pt x="981075" y="2314575"/>
                </a:lnTo>
                <a:lnTo>
                  <a:pt x="971550" y="2314575"/>
                </a:lnTo>
                <a:lnTo>
                  <a:pt x="971550" y="2295525"/>
                </a:lnTo>
                <a:lnTo>
                  <a:pt x="962025" y="2295525"/>
                </a:lnTo>
                <a:lnTo>
                  <a:pt x="962025" y="2286000"/>
                </a:lnTo>
                <a:lnTo>
                  <a:pt x="952500" y="2286000"/>
                </a:lnTo>
                <a:lnTo>
                  <a:pt x="952500" y="2257425"/>
                </a:lnTo>
                <a:lnTo>
                  <a:pt x="962025" y="2257425"/>
                </a:lnTo>
                <a:lnTo>
                  <a:pt x="962025" y="2247900"/>
                </a:lnTo>
                <a:lnTo>
                  <a:pt x="933450" y="2247900"/>
                </a:lnTo>
                <a:lnTo>
                  <a:pt x="933450" y="2238375"/>
                </a:lnTo>
                <a:lnTo>
                  <a:pt x="923925" y="2238375"/>
                </a:lnTo>
                <a:close/>
                <a:moveTo>
                  <a:pt x="1276350" y="2219325"/>
                </a:moveTo>
                <a:lnTo>
                  <a:pt x="1285875" y="2219325"/>
                </a:lnTo>
                <a:lnTo>
                  <a:pt x="1285875" y="2238375"/>
                </a:lnTo>
                <a:lnTo>
                  <a:pt x="1266825" y="2238375"/>
                </a:lnTo>
                <a:lnTo>
                  <a:pt x="1266825" y="2228850"/>
                </a:lnTo>
                <a:lnTo>
                  <a:pt x="1276350" y="2228850"/>
                </a:lnTo>
                <a:close/>
                <a:moveTo>
                  <a:pt x="1428750" y="2219325"/>
                </a:moveTo>
                <a:lnTo>
                  <a:pt x="1438275" y="2219325"/>
                </a:lnTo>
                <a:lnTo>
                  <a:pt x="1438275" y="2228850"/>
                </a:lnTo>
                <a:lnTo>
                  <a:pt x="1447800" y="2228850"/>
                </a:lnTo>
                <a:lnTo>
                  <a:pt x="1447800" y="2247900"/>
                </a:lnTo>
                <a:lnTo>
                  <a:pt x="1438275" y="2247900"/>
                </a:lnTo>
                <a:lnTo>
                  <a:pt x="1438275" y="2238375"/>
                </a:lnTo>
                <a:lnTo>
                  <a:pt x="1428750" y="2238375"/>
                </a:lnTo>
                <a:close/>
                <a:moveTo>
                  <a:pt x="1733550" y="2219325"/>
                </a:moveTo>
                <a:lnTo>
                  <a:pt x="1743075" y="2219325"/>
                </a:lnTo>
                <a:lnTo>
                  <a:pt x="1743075" y="2238375"/>
                </a:lnTo>
                <a:lnTo>
                  <a:pt x="1733550" y="2238375"/>
                </a:lnTo>
                <a:close/>
                <a:moveTo>
                  <a:pt x="285750" y="2228850"/>
                </a:moveTo>
                <a:lnTo>
                  <a:pt x="295275" y="2228850"/>
                </a:lnTo>
                <a:lnTo>
                  <a:pt x="295275" y="2238375"/>
                </a:lnTo>
                <a:lnTo>
                  <a:pt x="285750" y="2238375"/>
                </a:lnTo>
                <a:close/>
                <a:moveTo>
                  <a:pt x="1133475" y="2238375"/>
                </a:moveTo>
                <a:lnTo>
                  <a:pt x="1143000" y="2238375"/>
                </a:lnTo>
                <a:lnTo>
                  <a:pt x="1143000" y="2247900"/>
                </a:lnTo>
                <a:lnTo>
                  <a:pt x="1152525" y="2247900"/>
                </a:lnTo>
                <a:lnTo>
                  <a:pt x="1152525" y="2257425"/>
                </a:lnTo>
                <a:lnTo>
                  <a:pt x="1171575" y="2257425"/>
                </a:lnTo>
                <a:lnTo>
                  <a:pt x="1171575" y="2286000"/>
                </a:lnTo>
                <a:lnTo>
                  <a:pt x="1152525" y="2286000"/>
                </a:lnTo>
                <a:lnTo>
                  <a:pt x="1152525" y="2276475"/>
                </a:lnTo>
                <a:lnTo>
                  <a:pt x="1123950" y="2276475"/>
                </a:lnTo>
                <a:lnTo>
                  <a:pt x="1123950" y="2247900"/>
                </a:lnTo>
                <a:lnTo>
                  <a:pt x="1133475" y="2247900"/>
                </a:lnTo>
                <a:close/>
                <a:moveTo>
                  <a:pt x="1362075" y="2238375"/>
                </a:moveTo>
                <a:lnTo>
                  <a:pt x="1381125" y="2238375"/>
                </a:lnTo>
                <a:lnTo>
                  <a:pt x="1381125" y="2286000"/>
                </a:lnTo>
                <a:lnTo>
                  <a:pt x="1371600" y="2286000"/>
                </a:lnTo>
                <a:lnTo>
                  <a:pt x="1371600" y="2295525"/>
                </a:lnTo>
                <a:lnTo>
                  <a:pt x="1352550" y="2295525"/>
                </a:lnTo>
                <a:lnTo>
                  <a:pt x="1352550" y="2276475"/>
                </a:lnTo>
                <a:lnTo>
                  <a:pt x="1362075" y="2276475"/>
                </a:lnTo>
                <a:lnTo>
                  <a:pt x="1362075" y="2266950"/>
                </a:lnTo>
                <a:lnTo>
                  <a:pt x="1352550" y="2266950"/>
                </a:lnTo>
                <a:lnTo>
                  <a:pt x="1352550" y="2247900"/>
                </a:lnTo>
                <a:lnTo>
                  <a:pt x="1362075" y="2247900"/>
                </a:lnTo>
                <a:close/>
                <a:moveTo>
                  <a:pt x="314325" y="2257425"/>
                </a:moveTo>
                <a:lnTo>
                  <a:pt x="323850" y="2257425"/>
                </a:lnTo>
                <a:lnTo>
                  <a:pt x="323850" y="2247900"/>
                </a:lnTo>
                <a:lnTo>
                  <a:pt x="314325" y="2247900"/>
                </a:lnTo>
                <a:close/>
                <a:moveTo>
                  <a:pt x="1200150" y="2257425"/>
                </a:moveTo>
                <a:lnTo>
                  <a:pt x="1238250" y="2257425"/>
                </a:lnTo>
                <a:lnTo>
                  <a:pt x="1238250" y="2305050"/>
                </a:lnTo>
                <a:lnTo>
                  <a:pt x="1228725" y="2305050"/>
                </a:lnTo>
                <a:lnTo>
                  <a:pt x="1228725" y="2295525"/>
                </a:lnTo>
                <a:lnTo>
                  <a:pt x="1219200" y="2295525"/>
                </a:lnTo>
                <a:lnTo>
                  <a:pt x="1219200" y="2286000"/>
                </a:lnTo>
                <a:lnTo>
                  <a:pt x="1209675" y="2286000"/>
                </a:lnTo>
                <a:lnTo>
                  <a:pt x="1209675" y="2276475"/>
                </a:lnTo>
                <a:lnTo>
                  <a:pt x="1200150" y="2276475"/>
                </a:lnTo>
                <a:close/>
                <a:moveTo>
                  <a:pt x="1485900" y="2257425"/>
                </a:moveTo>
                <a:lnTo>
                  <a:pt x="1495425" y="2257425"/>
                </a:lnTo>
                <a:lnTo>
                  <a:pt x="1495425" y="2266950"/>
                </a:lnTo>
                <a:lnTo>
                  <a:pt x="1485900" y="2266950"/>
                </a:lnTo>
                <a:close/>
                <a:moveTo>
                  <a:pt x="533400" y="2266950"/>
                </a:moveTo>
                <a:lnTo>
                  <a:pt x="542925" y="2266950"/>
                </a:lnTo>
                <a:lnTo>
                  <a:pt x="542925" y="2305050"/>
                </a:lnTo>
                <a:lnTo>
                  <a:pt x="533400" y="2305050"/>
                </a:lnTo>
                <a:lnTo>
                  <a:pt x="533400" y="2314575"/>
                </a:lnTo>
                <a:lnTo>
                  <a:pt x="523875" y="2314575"/>
                </a:lnTo>
                <a:lnTo>
                  <a:pt x="523875" y="2305050"/>
                </a:lnTo>
                <a:lnTo>
                  <a:pt x="514350" y="2305050"/>
                </a:lnTo>
                <a:lnTo>
                  <a:pt x="514350" y="2286000"/>
                </a:lnTo>
                <a:lnTo>
                  <a:pt x="523875" y="2286000"/>
                </a:lnTo>
                <a:lnTo>
                  <a:pt x="523875" y="2276475"/>
                </a:lnTo>
                <a:lnTo>
                  <a:pt x="533400" y="2276475"/>
                </a:lnTo>
                <a:close/>
                <a:moveTo>
                  <a:pt x="1428750" y="2266950"/>
                </a:moveTo>
                <a:lnTo>
                  <a:pt x="1438275" y="2266950"/>
                </a:lnTo>
                <a:lnTo>
                  <a:pt x="1438275" y="2276475"/>
                </a:lnTo>
                <a:lnTo>
                  <a:pt x="1428750" y="2276475"/>
                </a:lnTo>
                <a:close/>
                <a:moveTo>
                  <a:pt x="390525" y="2286000"/>
                </a:moveTo>
                <a:lnTo>
                  <a:pt x="428625" y="2286000"/>
                </a:lnTo>
                <a:lnTo>
                  <a:pt x="428625" y="2295525"/>
                </a:lnTo>
                <a:lnTo>
                  <a:pt x="438150" y="2295525"/>
                </a:lnTo>
                <a:lnTo>
                  <a:pt x="438150" y="2324100"/>
                </a:lnTo>
                <a:lnTo>
                  <a:pt x="447675" y="2324100"/>
                </a:lnTo>
                <a:lnTo>
                  <a:pt x="447675" y="2333625"/>
                </a:lnTo>
                <a:lnTo>
                  <a:pt x="419100" y="2333625"/>
                </a:lnTo>
                <a:lnTo>
                  <a:pt x="419100" y="2324100"/>
                </a:lnTo>
                <a:lnTo>
                  <a:pt x="409575" y="2324100"/>
                </a:lnTo>
                <a:lnTo>
                  <a:pt x="409575" y="2305050"/>
                </a:lnTo>
                <a:lnTo>
                  <a:pt x="400050" y="2305050"/>
                </a:lnTo>
                <a:lnTo>
                  <a:pt x="400050" y="2295525"/>
                </a:lnTo>
                <a:lnTo>
                  <a:pt x="390525" y="2295525"/>
                </a:lnTo>
                <a:close/>
                <a:moveTo>
                  <a:pt x="1409700" y="2286000"/>
                </a:moveTo>
                <a:lnTo>
                  <a:pt x="1428750" y="2286000"/>
                </a:lnTo>
                <a:lnTo>
                  <a:pt x="1428750" y="2295525"/>
                </a:lnTo>
                <a:lnTo>
                  <a:pt x="1409700" y="2295525"/>
                </a:lnTo>
                <a:close/>
                <a:moveTo>
                  <a:pt x="561975" y="2295525"/>
                </a:moveTo>
                <a:lnTo>
                  <a:pt x="571500" y="2295525"/>
                </a:lnTo>
                <a:lnTo>
                  <a:pt x="571500" y="2305050"/>
                </a:lnTo>
                <a:lnTo>
                  <a:pt x="561975" y="2305050"/>
                </a:lnTo>
                <a:close/>
                <a:moveTo>
                  <a:pt x="1390650" y="2295525"/>
                </a:moveTo>
                <a:lnTo>
                  <a:pt x="1409700" y="2295525"/>
                </a:lnTo>
                <a:lnTo>
                  <a:pt x="1409700" y="2305050"/>
                </a:lnTo>
                <a:lnTo>
                  <a:pt x="1390650" y="2305050"/>
                </a:lnTo>
                <a:close/>
                <a:moveTo>
                  <a:pt x="1590675" y="2295525"/>
                </a:moveTo>
                <a:lnTo>
                  <a:pt x="1609725" y="2295525"/>
                </a:lnTo>
                <a:lnTo>
                  <a:pt x="1609725" y="2305050"/>
                </a:lnTo>
                <a:lnTo>
                  <a:pt x="1628775" y="2305050"/>
                </a:lnTo>
                <a:lnTo>
                  <a:pt x="1628775" y="2314575"/>
                </a:lnTo>
                <a:lnTo>
                  <a:pt x="1619250" y="2314575"/>
                </a:lnTo>
                <a:lnTo>
                  <a:pt x="1619250" y="2324100"/>
                </a:lnTo>
                <a:lnTo>
                  <a:pt x="1609725" y="2324100"/>
                </a:lnTo>
                <a:lnTo>
                  <a:pt x="1609725" y="2314575"/>
                </a:lnTo>
                <a:lnTo>
                  <a:pt x="1600200" y="2314575"/>
                </a:lnTo>
                <a:lnTo>
                  <a:pt x="1600200" y="2305050"/>
                </a:lnTo>
                <a:lnTo>
                  <a:pt x="1590675" y="2305050"/>
                </a:lnTo>
                <a:close/>
                <a:moveTo>
                  <a:pt x="209550" y="2305050"/>
                </a:moveTo>
                <a:lnTo>
                  <a:pt x="219075" y="2305050"/>
                </a:lnTo>
                <a:lnTo>
                  <a:pt x="219075" y="2314575"/>
                </a:lnTo>
                <a:lnTo>
                  <a:pt x="209550" y="2314575"/>
                </a:lnTo>
                <a:close/>
                <a:moveTo>
                  <a:pt x="371475" y="2305050"/>
                </a:moveTo>
                <a:lnTo>
                  <a:pt x="381000" y="2305050"/>
                </a:lnTo>
                <a:lnTo>
                  <a:pt x="381000" y="2314575"/>
                </a:lnTo>
                <a:lnTo>
                  <a:pt x="371475" y="2314575"/>
                </a:lnTo>
                <a:close/>
                <a:moveTo>
                  <a:pt x="409575" y="2305050"/>
                </a:moveTo>
                <a:lnTo>
                  <a:pt x="419100" y="2305050"/>
                </a:lnTo>
                <a:lnTo>
                  <a:pt x="419100" y="2295525"/>
                </a:lnTo>
                <a:lnTo>
                  <a:pt x="409575" y="2295525"/>
                </a:lnTo>
                <a:close/>
                <a:moveTo>
                  <a:pt x="1828800" y="2305050"/>
                </a:moveTo>
                <a:lnTo>
                  <a:pt x="1838325" y="2305050"/>
                </a:lnTo>
                <a:lnTo>
                  <a:pt x="1838325" y="2314575"/>
                </a:lnTo>
                <a:lnTo>
                  <a:pt x="1857375" y="2314575"/>
                </a:lnTo>
                <a:lnTo>
                  <a:pt x="1857375" y="2324100"/>
                </a:lnTo>
                <a:lnTo>
                  <a:pt x="1847850" y="2324100"/>
                </a:lnTo>
                <a:lnTo>
                  <a:pt x="1847850" y="2333625"/>
                </a:lnTo>
                <a:lnTo>
                  <a:pt x="1838325" y="2333625"/>
                </a:lnTo>
                <a:lnTo>
                  <a:pt x="1838325" y="2324100"/>
                </a:lnTo>
                <a:lnTo>
                  <a:pt x="1828800" y="2324100"/>
                </a:lnTo>
                <a:close/>
                <a:moveTo>
                  <a:pt x="285750" y="2314575"/>
                </a:moveTo>
                <a:lnTo>
                  <a:pt x="295275" y="2314575"/>
                </a:lnTo>
                <a:lnTo>
                  <a:pt x="295275" y="2305050"/>
                </a:lnTo>
                <a:lnTo>
                  <a:pt x="285750" y="2305050"/>
                </a:lnTo>
                <a:close/>
                <a:moveTo>
                  <a:pt x="561975" y="2314575"/>
                </a:moveTo>
                <a:lnTo>
                  <a:pt x="571500" y="2314575"/>
                </a:lnTo>
                <a:lnTo>
                  <a:pt x="571500" y="2324100"/>
                </a:lnTo>
                <a:lnTo>
                  <a:pt x="561975" y="2324100"/>
                </a:lnTo>
                <a:close/>
                <a:moveTo>
                  <a:pt x="981075" y="2314575"/>
                </a:moveTo>
                <a:lnTo>
                  <a:pt x="990600" y="2314575"/>
                </a:lnTo>
                <a:lnTo>
                  <a:pt x="990600" y="2324100"/>
                </a:lnTo>
                <a:lnTo>
                  <a:pt x="981075" y="2324100"/>
                </a:lnTo>
                <a:close/>
                <a:moveTo>
                  <a:pt x="1028700" y="2314575"/>
                </a:moveTo>
                <a:lnTo>
                  <a:pt x="1047750" y="2314575"/>
                </a:lnTo>
                <a:lnTo>
                  <a:pt x="1047750" y="2343150"/>
                </a:lnTo>
                <a:lnTo>
                  <a:pt x="1028700" y="2343150"/>
                </a:lnTo>
                <a:close/>
                <a:moveTo>
                  <a:pt x="1419225" y="2314575"/>
                </a:moveTo>
                <a:lnTo>
                  <a:pt x="1428750" y="2314575"/>
                </a:lnTo>
                <a:lnTo>
                  <a:pt x="1428750" y="2324100"/>
                </a:lnTo>
                <a:lnTo>
                  <a:pt x="1419225" y="2324100"/>
                </a:lnTo>
                <a:close/>
                <a:moveTo>
                  <a:pt x="933450" y="2324100"/>
                </a:moveTo>
                <a:lnTo>
                  <a:pt x="942975" y="2324100"/>
                </a:lnTo>
                <a:lnTo>
                  <a:pt x="942975" y="2333625"/>
                </a:lnTo>
                <a:lnTo>
                  <a:pt x="933450" y="2333625"/>
                </a:lnTo>
                <a:close/>
                <a:moveTo>
                  <a:pt x="952500" y="2324100"/>
                </a:moveTo>
                <a:lnTo>
                  <a:pt x="962025" y="2324100"/>
                </a:lnTo>
                <a:lnTo>
                  <a:pt x="962025" y="2333625"/>
                </a:lnTo>
                <a:lnTo>
                  <a:pt x="952500" y="2333625"/>
                </a:lnTo>
                <a:close/>
                <a:moveTo>
                  <a:pt x="1143000" y="2324100"/>
                </a:moveTo>
                <a:lnTo>
                  <a:pt x="1152525" y="2324100"/>
                </a:lnTo>
                <a:lnTo>
                  <a:pt x="1152525" y="2343150"/>
                </a:lnTo>
                <a:lnTo>
                  <a:pt x="1143000" y="2343150"/>
                </a:lnTo>
                <a:close/>
                <a:moveTo>
                  <a:pt x="1257300" y="2324100"/>
                </a:moveTo>
                <a:lnTo>
                  <a:pt x="1266825" y="2324100"/>
                </a:lnTo>
                <a:lnTo>
                  <a:pt x="1266825" y="2333625"/>
                </a:lnTo>
                <a:lnTo>
                  <a:pt x="1257300" y="2333625"/>
                </a:lnTo>
                <a:close/>
                <a:moveTo>
                  <a:pt x="1428750" y="2324100"/>
                </a:moveTo>
                <a:lnTo>
                  <a:pt x="1438275" y="2324100"/>
                </a:lnTo>
                <a:lnTo>
                  <a:pt x="1438275" y="2333625"/>
                </a:lnTo>
                <a:lnTo>
                  <a:pt x="1428750" y="2333625"/>
                </a:lnTo>
                <a:close/>
                <a:moveTo>
                  <a:pt x="971550" y="2333625"/>
                </a:moveTo>
                <a:lnTo>
                  <a:pt x="981075" y="2333625"/>
                </a:lnTo>
                <a:lnTo>
                  <a:pt x="981075" y="2343150"/>
                </a:lnTo>
                <a:lnTo>
                  <a:pt x="971550" y="2343150"/>
                </a:lnTo>
                <a:close/>
                <a:moveTo>
                  <a:pt x="1533525" y="2333625"/>
                </a:moveTo>
                <a:lnTo>
                  <a:pt x="1543050" y="2333625"/>
                </a:lnTo>
                <a:lnTo>
                  <a:pt x="1543050" y="2343150"/>
                </a:lnTo>
                <a:lnTo>
                  <a:pt x="1533525" y="2343150"/>
                </a:lnTo>
                <a:close/>
                <a:moveTo>
                  <a:pt x="581025" y="2371725"/>
                </a:moveTo>
                <a:lnTo>
                  <a:pt x="600075" y="2371725"/>
                </a:lnTo>
                <a:lnTo>
                  <a:pt x="600075" y="2390775"/>
                </a:lnTo>
                <a:lnTo>
                  <a:pt x="590550" y="2390775"/>
                </a:lnTo>
                <a:lnTo>
                  <a:pt x="590550" y="2381250"/>
                </a:lnTo>
                <a:lnTo>
                  <a:pt x="581025" y="2381250"/>
                </a:lnTo>
                <a:close/>
                <a:moveTo>
                  <a:pt x="361950" y="2381250"/>
                </a:moveTo>
                <a:lnTo>
                  <a:pt x="381000" y="2381250"/>
                </a:lnTo>
                <a:lnTo>
                  <a:pt x="381000" y="2400300"/>
                </a:lnTo>
                <a:lnTo>
                  <a:pt x="361950" y="2400300"/>
                </a:lnTo>
                <a:close/>
                <a:moveTo>
                  <a:pt x="571500" y="2381250"/>
                </a:moveTo>
                <a:lnTo>
                  <a:pt x="581025" y="2381250"/>
                </a:lnTo>
                <a:lnTo>
                  <a:pt x="581025" y="2390775"/>
                </a:lnTo>
                <a:lnTo>
                  <a:pt x="590550" y="2390775"/>
                </a:lnTo>
                <a:lnTo>
                  <a:pt x="590550" y="2400300"/>
                </a:lnTo>
                <a:lnTo>
                  <a:pt x="571500" y="2400300"/>
                </a:lnTo>
                <a:close/>
                <a:moveTo>
                  <a:pt x="1619250" y="2381250"/>
                </a:moveTo>
                <a:lnTo>
                  <a:pt x="1638300" y="2381250"/>
                </a:lnTo>
                <a:lnTo>
                  <a:pt x="1638300" y="2400300"/>
                </a:lnTo>
                <a:lnTo>
                  <a:pt x="1619250" y="2400300"/>
                </a:lnTo>
                <a:close/>
              </a:path>
            </a:pathLst>
          </a:custGeom>
          <a:solidFill xmlns:a="http://schemas.openxmlformats.org/drawingml/2006/main">
            <a:srgbClr val="FAF9F5"/>
          </a:solidFill>
          <a:ln xmlns:a="http://schemas.openxmlformats.org/drawingml/2006/main" w="0">
            <a:noFill/>
          </a:ln>
        </p:spPr>
      </p:sp>
      <p:sp>
        <p:nvSpPr>
          <p:cNvPr id="73" name="papers vector #f9f9f4">
            <a:extLst xmlns:a="http://schemas.openxmlformats.org/drawingml/2006/main">
              <a:ext uri="{FF2B5EF4-FFF2-40B4-BE49-F238E27FC236}">
                <a16:creationId xmlns:a16="http://schemas.microsoft.com/office/drawing/2014/main" id="{B34CD794-EBD6-42FB-A28C-7EBB4FC9BF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43475" y="1724025"/>
            <a:ext cx="3781425" cy="3990975"/>
          </a:xfrm>
          <a:custGeom xmlns:a="http://schemas.openxmlformats.org/drawingml/2006/main">
            <a:pathLst>
              <a:path w="2457450" h="2590800">
                <a:moveTo>
                  <a:pt x="438150" y="123825"/>
                </a:moveTo>
                <a:lnTo>
                  <a:pt x="466725" y="123825"/>
                </a:lnTo>
                <a:lnTo>
                  <a:pt x="466725" y="133350"/>
                </a:lnTo>
                <a:lnTo>
                  <a:pt x="495300" y="133350"/>
                </a:lnTo>
                <a:lnTo>
                  <a:pt x="495300" y="142875"/>
                </a:lnTo>
                <a:lnTo>
                  <a:pt x="438150" y="142875"/>
                </a:lnTo>
                <a:close/>
                <a:moveTo>
                  <a:pt x="1028700" y="123825"/>
                </a:moveTo>
                <a:lnTo>
                  <a:pt x="1076325" y="123825"/>
                </a:lnTo>
                <a:lnTo>
                  <a:pt x="1076325" y="133350"/>
                </a:lnTo>
                <a:lnTo>
                  <a:pt x="1057275" y="133350"/>
                </a:lnTo>
                <a:lnTo>
                  <a:pt x="1057275" y="142875"/>
                </a:lnTo>
                <a:lnTo>
                  <a:pt x="1095375" y="142875"/>
                </a:lnTo>
                <a:lnTo>
                  <a:pt x="1095375" y="123825"/>
                </a:lnTo>
                <a:lnTo>
                  <a:pt x="1123950" y="123825"/>
                </a:lnTo>
                <a:lnTo>
                  <a:pt x="1123950" y="133350"/>
                </a:lnTo>
                <a:lnTo>
                  <a:pt x="1114425" y="133350"/>
                </a:lnTo>
                <a:lnTo>
                  <a:pt x="1114425" y="142875"/>
                </a:lnTo>
                <a:lnTo>
                  <a:pt x="1133475" y="142875"/>
                </a:lnTo>
                <a:lnTo>
                  <a:pt x="1133475" y="161925"/>
                </a:lnTo>
                <a:lnTo>
                  <a:pt x="1104900" y="161925"/>
                </a:lnTo>
                <a:lnTo>
                  <a:pt x="1104900" y="142875"/>
                </a:lnTo>
                <a:lnTo>
                  <a:pt x="1095375" y="142875"/>
                </a:lnTo>
                <a:lnTo>
                  <a:pt x="1095375" y="152400"/>
                </a:lnTo>
                <a:lnTo>
                  <a:pt x="1076325" y="152400"/>
                </a:lnTo>
                <a:lnTo>
                  <a:pt x="1076325" y="161925"/>
                </a:lnTo>
                <a:lnTo>
                  <a:pt x="1066800" y="161925"/>
                </a:lnTo>
                <a:lnTo>
                  <a:pt x="1066800" y="152400"/>
                </a:lnTo>
                <a:lnTo>
                  <a:pt x="1047750" y="152400"/>
                </a:lnTo>
                <a:lnTo>
                  <a:pt x="1047750" y="161925"/>
                </a:lnTo>
                <a:lnTo>
                  <a:pt x="1038225" y="161925"/>
                </a:lnTo>
                <a:lnTo>
                  <a:pt x="1038225" y="152400"/>
                </a:lnTo>
                <a:lnTo>
                  <a:pt x="1028700" y="152400"/>
                </a:lnTo>
                <a:lnTo>
                  <a:pt x="1028700" y="142875"/>
                </a:lnTo>
                <a:lnTo>
                  <a:pt x="1047750" y="142875"/>
                </a:lnTo>
                <a:lnTo>
                  <a:pt x="1047750" y="133350"/>
                </a:lnTo>
                <a:lnTo>
                  <a:pt x="1028700" y="133350"/>
                </a:lnTo>
                <a:close/>
                <a:moveTo>
                  <a:pt x="1200150" y="123825"/>
                </a:moveTo>
                <a:lnTo>
                  <a:pt x="1238250" y="123825"/>
                </a:lnTo>
                <a:lnTo>
                  <a:pt x="1238250" y="133350"/>
                </a:lnTo>
                <a:lnTo>
                  <a:pt x="1200150" y="133350"/>
                </a:lnTo>
                <a:close/>
                <a:moveTo>
                  <a:pt x="1266825" y="123825"/>
                </a:moveTo>
                <a:lnTo>
                  <a:pt x="1276350" y="123825"/>
                </a:lnTo>
                <a:lnTo>
                  <a:pt x="1276350" y="133350"/>
                </a:lnTo>
                <a:lnTo>
                  <a:pt x="1285875" y="133350"/>
                </a:lnTo>
                <a:lnTo>
                  <a:pt x="1285875" y="152400"/>
                </a:lnTo>
                <a:lnTo>
                  <a:pt x="1276350" y="152400"/>
                </a:lnTo>
                <a:lnTo>
                  <a:pt x="1276350" y="161925"/>
                </a:lnTo>
                <a:lnTo>
                  <a:pt x="1266825" y="161925"/>
                </a:lnTo>
                <a:close/>
                <a:moveTo>
                  <a:pt x="1323975" y="123825"/>
                </a:moveTo>
                <a:lnTo>
                  <a:pt x="1333500" y="123825"/>
                </a:lnTo>
                <a:lnTo>
                  <a:pt x="1333500" y="133350"/>
                </a:lnTo>
                <a:lnTo>
                  <a:pt x="1323975" y="133350"/>
                </a:lnTo>
                <a:close/>
                <a:moveTo>
                  <a:pt x="1676400" y="123825"/>
                </a:moveTo>
                <a:lnTo>
                  <a:pt x="1685925" y="123825"/>
                </a:lnTo>
                <a:lnTo>
                  <a:pt x="1685925" y="133350"/>
                </a:lnTo>
                <a:lnTo>
                  <a:pt x="1676400" y="133350"/>
                </a:lnTo>
                <a:close/>
                <a:moveTo>
                  <a:pt x="1695450" y="123825"/>
                </a:moveTo>
                <a:lnTo>
                  <a:pt x="1704975" y="123825"/>
                </a:lnTo>
                <a:lnTo>
                  <a:pt x="1704975" y="133350"/>
                </a:lnTo>
                <a:lnTo>
                  <a:pt x="1714500" y="133350"/>
                </a:lnTo>
                <a:lnTo>
                  <a:pt x="1714500" y="142875"/>
                </a:lnTo>
                <a:lnTo>
                  <a:pt x="1685925" y="142875"/>
                </a:lnTo>
                <a:lnTo>
                  <a:pt x="1685925" y="133350"/>
                </a:lnTo>
                <a:lnTo>
                  <a:pt x="1695450" y="133350"/>
                </a:lnTo>
                <a:close/>
                <a:moveTo>
                  <a:pt x="352425" y="133350"/>
                </a:moveTo>
                <a:lnTo>
                  <a:pt x="361950" y="133350"/>
                </a:lnTo>
                <a:lnTo>
                  <a:pt x="361950" y="142875"/>
                </a:lnTo>
                <a:lnTo>
                  <a:pt x="352425" y="142875"/>
                </a:lnTo>
                <a:close/>
                <a:moveTo>
                  <a:pt x="790575" y="133350"/>
                </a:moveTo>
                <a:lnTo>
                  <a:pt x="838200" y="133350"/>
                </a:lnTo>
                <a:lnTo>
                  <a:pt x="838200" y="152400"/>
                </a:lnTo>
                <a:lnTo>
                  <a:pt x="828675" y="152400"/>
                </a:lnTo>
                <a:lnTo>
                  <a:pt x="828675" y="142875"/>
                </a:lnTo>
                <a:lnTo>
                  <a:pt x="790575" y="142875"/>
                </a:lnTo>
                <a:close/>
                <a:moveTo>
                  <a:pt x="866775" y="133350"/>
                </a:moveTo>
                <a:lnTo>
                  <a:pt x="885825" y="133350"/>
                </a:lnTo>
                <a:lnTo>
                  <a:pt x="885825" y="142875"/>
                </a:lnTo>
                <a:lnTo>
                  <a:pt x="866775" y="142875"/>
                </a:lnTo>
                <a:close/>
                <a:moveTo>
                  <a:pt x="933450" y="133350"/>
                </a:moveTo>
                <a:lnTo>
                  <a:pt x="952500" y="133350"/>
                </a:lnTo>
                <a:lnTo>
                  <a:pt x="952500" y="142875"/>
                </a:lnTo>
                <a:lnTo>
                  <a:pt x="933450" y="142875"/>
                </a:lnTo>
                <a:close/>
                <a:moveTo>
                  <a:pt x="981075" y="133350"/>
                </a:moveTo>
                <a:lnTo>
                  <a:pt x="990600" y="133350"/>
                </a:lnTo>
                <a:lnTo>
                  <a:pt x="990600" y="142875"/>
                </a:lnTo>
                <a:lnTo>
                  <a:pt x="981075" y="142875"/>
                </a:lnTo>
                <a:close/>
                <a:moveTo>
                  <a:pt x="1162050" y="133350"/>
                </a:moveTo>
                <a:lnTo>
                  <a:pt x="1190625" y="133350"/>
                </a:lnTo>
                <a:lnTo>
                  <a:pt x="1190625" y="142875"/>
                </a:lnTo>
                <a:lnTo>
                  <a:pt x="1200150" y="142875"/>
                </a:lnTo>
                <a:lnTo>
                  <a:pt x="1200150" y="152400"/>
                </a:lnTo>
                <a:lnTo>
                  <a:pt x="1181100" y="152400"/>
                </a:lnTo>
                <a:lnTo>
                  <a:pt x="1181100" y="142875"/>
                </a:lnTo>
                <a:lnTo>
                  <a:pt x="1162050" y="142875"/>
                </a:lnTo>
                <a:close/>
                <a:moveTo>
                  <a:pt x="1343025" y="133350"/>
                </a:moveTo>
                <a:lnTo>
                  <a:pt x="1352550" y="133350"/>
                </a:lnTo>
                <a:lnTo>
                  <a:pt x="1352550" y="152400"/>
                </a:lnTo>
                <a:lnTo>
                  <a:pt x="1362075" y="152400"/>
                </a:lnTo>
                <a:lnTo>
                  <a:pt x="1362075" y="161925"/>
                </a:lnTo>
                <a:lnTo>
                  <a:pt x="1371600" y="161925"/>
                </a:lnTo>
                <a:lnTo>
                  <a:pt x="1371600" y="190500"/>
                </a:lnTo>
                <a:lnTo>
                  <a:pt x="1362075" y="190500"/>
                </a:lnTo>
                <a:lnTo>
                  <a:pt x="1362075" y="209550"/>
                </a:lnTo>
                <a:lnTo>
                  <a:pt x="1352550" y="209550"/>
                </a:lnTo>
                <a:lnTo>
                  <a:pt x="1352550" y="200025"/>
                </a:lnTo>
                <a:lnTo>
                  <a:pt x="1343025" y="200025"/>
                </a:lnTo>
                <a:lnTo>
                  <a:pt x="1343025" y="180975"/>
                </a:lnTo>
                <a:lnTo>
                  <a:pt x="1352550" y="180975"/>
                </a:lnTo>
                <a:lnTo>
                  <a:pt x="1352550" y="171450"/>
                </a:lnTo>
                <a:lnTo>
                  <a:pt x="1314450" y="171450"/>
                </a:lnTo>
                <a:lnTo>
                  <a:pt x="1314450" y="190500"/>
                </a:lnTo>
                <a:lnTo>
                  <a:pt x="1295400" y="190500"/>
                </a:lnTo>
                <a:lnTo>
                  <a:pt x="1295400" y="180975"/>
                </a:lnTo>
                <a:lnTo>
                  <a:pt x="1304925" y="180975"/>
                </a:lnTo>
                <a:lnTo>
                  <a:pt x="1304925" y="161925"/>
                </a:lnTo>
                <a:lnTo>
                  <a:pt x="1314450" y="161925"/>
                </a:lnTo>
                <a:lnTo>
                  <a:pt x="1314450" y="152400"/>
                </a:lnTo>
                <a:lnTo>
                  <a:pt x="1323975" y="152400"/>
                </a:lnTo>
                <a:lnTo>
                  <a:pt x="1323975" y="161925"/>
                </a:lnTo>
                <a:lnTo>
                  <a:pt x="1343025" y="161925"/>
                </a:lnTo>
                <a:lnTo>
                  <a:pt x="1343025" y="152400"/>
                </a:lnTo>
                <a:lnTo>
                  <a:pt x="1333500" y="152400"/>
                </a:lnTo>
                <a:lnTo>
                  <a:pt x="1333500" y="142875"/>
                </a:lnTo>
                <a:lnTo>
                  <a:pt x="1343025" y="142875"/>
                </a:lnTo>
                <a:close/>
                <a:moveTo>
                  <a:pt x="1390650" y="133350"/>
                </a:moveTo>
                <a:lnTo>
                  <a:pt x="1400175" y="133350"/>
                </a:lnTo>
                <a:lnTo>
                  <a:pt x="1400175" y="142875"/>
                </a:lnTo>
                <a:lnTo>
                  <a:pt x="1390650" y="142875"/>
                </a:lnTo>
                <a:close/>
                <a:moveTo>
                  <a:pt x="1504950" y="133350"/>
                </a:moveTo>
                <a:lnTo>
                  <a:pt x="1514475" y="133350"/>
                </a:lnTo>
                <a:lnTo>
                  <a:pt x="1514475" y="142875"/>
                </a:lnTo>
                <a:lnTo>
                  <a:pt x="1504950" y="142875"/>
                </a:lnTo>
                <a:close/>
                <a:moveTo>
                  <a:pt x="990600" y="142875"/>
                </a:moveTo>
                <a:lnTo>
                  <a:pt x="1000125" y="142875"/>
                </a:lnTo>
                <a:lnTo>
                  <a:pt x="1000125" y="161925"/>
                </a:lnTo>
                <a:lnTo>
                  <a:pt x="1019175" y="161925"/>
                </a:lnTo>
                <a:lnTo>
                  <a:pt x="1019175" y="152400"/>
                </a:lnTo>
                <a:lnTo>
                  <a:pt x="1028700" y="152400"/>
                </a:lnTo>
                <a:lnTo>
                  <a:pt x="1028700" y="171450"/>
                </a:lnTo>
                <a:lnTo>
                  <a:pt x="1019175" y="171450"/>
                </a:lnTo>
                <a:lnTo>
                  <a:pt x="1019175" y="190500"/>
                </a:lnTo>
                <a:lnTo>
                  <a:pt x="1038225" y="190500"/>
                </a:lnTo>
                <a:lnTo>
                  <a:pt x="1038225" y="209550"/>
                </a:lnTo>
                <a:lnTo>
                  <a:pt x="1047750" y="209550"/>
                </a:lnTo>
                <a:lnTo>
                  <a:pt x="1047750" y="219075"/>
                </a:lnTo>
                <a:lnTo>
                  <a:pt x="1028700" y="219075"/>
                </a:lnTo>
                <a:lnTo>
                  <a:pt x="1028700" y="228600"/>
                </a:lnTo>
                <a:lnTo>
                  <a:pt x="1019175" y="228600"/>
                </a:lnTo>
                <a:lnTo>
                  <a:pt x="1019175" y="238125"/>
                </a:lnTo>
                <a:lnTo>
                  <a:pt x="1009650" y="238125"/>
                </a:lnTo>
                <a:lnTo>
                  <a:pt x="1009650" y="219075"/>
                </a:lnTo>
                <a:lnTo>
                  <a:pt x="1019175" y="219075"/>
                </a:lnTo>
                <a:lnTo>
                  <a:pt x="1019175" y="209550"/>
                </a:lnTo>
                <a:lnTo>
                  <a:pt x="1000125" y="209550"/>
                </a:lnTo>
                <a:lnTo>
                  <a:pt x="1000125" y="219075"/>
                </a:lnTo>
                <a:lnTo>
                  <a:pt x="981075" y="219075"/>
                </a:lnTo>
                <a:lnTo>
                  <a:pt x="981075" y="161925"/>
                </a:lnTo>
                <a:lnTo>
                  <a:pt x="962025" y="161925"/>
                </a:lnTo>
                <a:lnTo>
                  <a:pt x="962025" y="152400"/>
                </a:lnTo>
                <a:lnTo>
                  <a:pt x="990600" y="152400"/>
                </a:lnTo>
                <a:close/>
                <a:moveTo>
                  <a:pt x="2114550" y="142875"/>
                </a:moveTo>
                <a:lnTo>
                  <a:pt x="2124075" y="142875"/>
                </a:lnTo>
                <a:lnTo>
                  <a:pt x="2124075" y="152400"/>
                </a:lnTo>
                <a:lnTo>
                  <a:pt x="2114550" y="152400"/>
                </a:lnTo>
                <a:close/>
                <a:moveTo>
                  <a:pt x="885825" y="152400"/>
                </a:moveTo>
                <a:lnTo>
                  <a:pt x="895350" y="152400"/>
                </a:lnTo>
                <a:lnTo>
                  <a:pt x="895350" y="171450"/>
                </a:lnTo>
                <a:lnTo>
                  <a:pt x="885825" y="171450"/>
                </a:lnTo>
                <a:close/>
                <a:moveTo>
                  <a:pt x="1143000" y="152400"/>
                </a:moveTo>
                <a:lnTo>
                  <a:pt x="1152525" y="152400"/>
                </a:lnTo>
                <a:lnTo>
                  <a:pt x="1152525" y="161925"/>
                </a:lnTo>
                <a:lnTo>
                  <a:pt x="1162050" y="161925"/>
                </a:lnTo>
                <a:lnTo>
                  <a:pt x="1162050" y="180975"/>
                </a:lnTo>
                <a:lnTo>
                  <a:pt x="1143000" y="180975"/>
                </a:lnTo>
                <a:lnTo>
                  <a:pt x="1143000" y="190500"/>
                </a:lnTo>
                <a:lnTo>
                  <a:pt x="1152525" y="190500"/>
                </a:lnTo>
                <a:lnTo>
                  <a:pt x="1152525" y="200025"/>
                </a:lnTo>
                <a:lnTo>
                  <a:pt x="1143000" y="200025"/>
                </a:lnTo>
                <a:lnTo>
                  <a:pt x="1143000" y="209550"/>
                </a:lnTo>
                <a:lnTo>
                  <a:pt x="1123950" y="209550"/>
                </a:lnTo>
                <a:lnTo>
                  <a:pt x="1123950" y="190500"/>
                </a:lnTo>
                <a:lnTo>
                  <a:pt x="1133475" y="190500"/>
                </a:lnTo>
                <a:lnTo>
                  <a:pt x="1133475" y="180975"/>
                </a:lnTo>
                <a:lnTo>
                  <a:pt x="1123950" y="180975"/>
                </a:lnTo>
                <a:lnTo>
                  <a:pt x="1123950" y="171450"/>
                </a:lnTo>
                <a:lnTo>
                  <a:pt x="1143000" y="171450"/>
                </a:lnTo>
                <a:close/>
                <a:moveTo>
                  <a:pt x="1400175" y="152400"/>
                </a:moveTo>
                <a:lnTo>
                  <a:pt x="1409700" y="152400"/>
                </a:lnTo>
                <a:lnTo>
                  <a:pt x="1409700" y="161925"/>
                </a:lnTo>
                <a:lnTo>
                  <a:pt x="1419225" y="161925"/>
                </a:lnTo>
                <a:lnTo>
                  <a:pt x="1419225" y="152400"/>
                </a:lnTo>
                <a:lnTo>
                  <a:pt x="1428750" y="152400"/>
                </a:lnTo>
                <a:lnTo>
                  <a:pt x="1428750" y="180975"/>
                </a:lnTo>
                <a:lnTo>
                  <a:pt x="1447800" y="180975"/>
                </a:lnTo>
                <a:lnTo>
                  <a:pt x="1447800" y="190500"/>
                </a:lnTo>
                <a:lnTo>
                  <a:pt x="1438275" y="190500"/>
                </a:lnTo>
                <a:lnTo>
                  <a:pt x="1438275" y="200025"/>
                </a:lnTo>
                <a:lnTo>
                  <a:pt x="1457325" y="200025"/>
                </a:lnTo>
                <a:lnTo>
                  <a:pt x="1457325" y="209550"/>
                </a:lnTo>
                <a:lnTo>
                  <a:pt x="1476375" y="209550"/>
                </a:lnTo>
                <a:lnTo>
                  <a:pt x="1476375" y="200025"/>
                </a:lnTo>
                <a:lnTo>
                  <a:pt x="1466850" y="200025"/>
                </a:lnTo>
                <a:lnTo>
                  <a:pt x="1466850" y="190500"/>
                </a:lnTo>
                <a:lnTo>
                  <a:pt x="1476375" y="190500"/>
                </a:lnTo>
                <a:lnTo>
                  <a:pt x="1476375" y="180975"/>
                </a:lnTo>
                <a:lnTo>
                  <a:pt x="1485900" y="180975"/>
                </a:lnTo>
                <a:lnTo>
                  <a:pt x="1485900" y="171450"/>
                </a:lnTo>
                <a:lnTo>
                  <a:pt x="1524000" y="171450"/>
                </a:lnTo>
                <a:lnTo>
                  <a:pt x="1524000" y="180975"/>
                </a:lnTo>
                <a:lnTo>
                  <a:pt x="1533525" y="180975"/>
                </a:lnTo>
                <a:lnTo>
                  <a:pt x="1533525" y="200025"/>
                </a:lnTo>
                <a:lnTo>
                  <a:pt x="1524000" y="200025"/>
                </a:lnTo>
                <a:lnTo>
                  <a:pt x="1524000" y="209550"/>
                </a:lnTo>
                <a:lnTo>
                  <a:pt x="1514475" y="209550"/>
                </a:lnTo>
                <a:lnTo>
                  <a:pt x="1514475" y="200025"/>
                </a:lnTo>
                <a:lnTo>
                  <a:pt x="1504950" y="200025"/>
                </a:lnTo>
                <a:lnTo>
                  <a:pt x="1504950" y="180975"/>
                </a:lnTo>
                <a:lnTo>
                  <a:pt x="1495425" y="180975"/>
                </a:lnTo>
                <a:lnTo>
                  <a:pt x="1495425" y="190500"/>
                </a:lnTo>
                <a:lnTo>
                  <a:pt x="1485900" y="190500"/>
                </a:lnTo>
                <a:lnTo>
                  <a:pt x="1485900" y="200025"/>
                </a:lnTo>
                <a:lnTo>
                  <a:pt x="1495425" y="200025"/>
                </a:lnTo>
                <a:lnTo>
                  <a:pt x="1495425" y="228600"/>
                </a:lnTo>
                <a:lnTo>
                  <a:pt x="1485900" y="228600"/>
                </a:lnTo>
                <a:lnTo>
                  <a:pt x="1485900" y="238125"/>
                </a:lnTo>
                <a:lnTo>
                  <a:pt x="1466850" y="238125"/>
                </a:lnTo>
                <a:lnTo>
                  <a:pt x="1466850" y="228600"/>
                </a:lnTo>
                <a:lnTo>
                  <a:pt x="1457325" y="228600"/>
                </a:lnTo>
                <a:lnTo>
                  <a:pt x="1457325" y="238125"/>
                </a:lnTo>
                <a:lnTo>
                  <a:pt x="1438275" y="238125"/>
                </a:lnTo>
                <a:lnTo>
                  <a:pt x="1438275" y="228600"/>
                </a:lnTo>
                <a:lnTo>
                  <a:pt x="1428750" y="228600"/>
                </a:lnTo>
                <a:lnTo>
                  <a:pt x="1428750" y="209550"/>
                </a:lnTo>
                <a:lnTo>
                  <a:pt x="1419225" y="209550"/>
                </a:lnTo>
                <a:lnTo>
                  <a:pt x="1419225" y="190500"/>
                </a:lnTo>
                <a:lnTo>
                  <a:pt x="1400175" y="190500"/>
                </a:lnTo>
                <a:close/>
                <a:moveTo>
                  <a:pt x="619125" y="161925"/>
                </a:moveTo>
                <a:lnTo>
                  <a:pt x="647700" y="161925"/>
                </a:lnTo>
                <a:lnTo>
                  <a:pt x="647700" y="171450"/>
                </a:lnTo>
                <a:lnTo>
                  <a:pt x="619125" y="171450"/>
                </a:lnTo>
                <a:close/>
                <a:moveTo>
                  <a:pt x="695325" y="161925"/>
                </a:moveTo>
                <a:lnTo>
                  <a:pt x="704850" y="161925"/>
                </a:lnTo>
                <a:lnTo>
                  <a:pt x="704850" y="171450"/>
                </a:lnTo>
                <a:lnTo>
                  <a:pt x="714375" y="171450"/>
                </a:lnTo>
                <a:lnTo>
                  <a:pt x="714375" y="180975"/>
                </a:lnTo>
                <a:lnTo>
                  <a:pt x="695325" y="180975"/>
                </a:lnTo>
                <a:close/>
                <a:moveTo>
                  <a:pt x="1847850" y="161925"/>
                </a:moveTo>
                <a:lnTo>
                  <a:pt x="1857375" y="161925"/>
                </a:lnTo>
                <a:lnTo>
                  <a:pt x="1857375" y="171450"/>
                </a:lnTo>
                <a:lnTo>
                  <a:pt x="1847850" y="171450"/>
                </a:lnTo>
                <a:close/>
                <a:moveTo>
                  <a:pt x="352425" y="171450"/>
                </a:moveTo>
                <a:lnTo>
                  <a:pt x="361950" y="171450"/>
                </a:lnTo>
                <a:lnTo>
                  <a:pt x="361950" y="180975"/>
                </a:lnTo>
                <a:lnTo>
                  <a:pt x="352425" y="180975"/>
                </a:lnTo>
                <a:close/>
                <a:moveTo>
                  <a:pt x="514350" y="171450"/>
                </a:moveTo>
                <a:lnTo>
                  <a:pt x="523875" y="171450"/>
                </a:lnTo>
                <a:lnTo>
                  <a:pt x="523875" y="180975"/>
                </a:lnTo>
                <a:lnTo>
                  <a:pt x="514350" y="180975"/>
                </a:lnTo>
                <a:close/>
                <a:moveTo>
                  <a:pt x="809625" y="171450"/>
                </a:moveTo>
                <a:lnTo>
                  <a:pt x="819150" y="171450"/>
                </a:lnTo>
                <a:lnTo>
                  <a:pt x="819150" y="180975"/>
                </a:lnTo>
                <a:lnTo>
                  <a:pt x="809625" y="180975"/>
                </a:lnTo>
                <a:close/>
                <a:moveTo>
                  <a:pt x="342900" y="180975"/>
                </a:moveTo>
                <a:lnTo>
                  <a:pt x="352425" y="180975"/>
                </a:lnTo>
                <a:lnTo>
                  <a:pt x="352425" y="190500"/>
                </a:lnTo>
                <a:lnTo>
                  <a:pt x="342900" y="190500"/>
                </a:lnTo>
                <a:close/>
                <a:moveTo>
                  <a:pt x="638175" y="180975"/>
                </a:moveTo>
                <a:lnTo>
                  <a:pt x="647700" y="180975"/>
                </a:lnTo>
                <a:lnTo>
                  <a:pt x="647700" y="200025"/>
                </a:lnTo>
                <a:lnTo>
                  <a:pt x="638175" y="200025"/>
                </a:lnTo>
                <a:close/>
                <a:moveTo>
                  <a:pt x="952500" y="180975"/>
                </a:moveTo>
                <a:lnTo>
                  <a:pt x="971550" y="180975"/>
                </a:lnTo>
                <a:lnTo>
                  <a:pt x="971550" y="209550"/>
                </a:lnTo>
                <a:lnTo>
                  <a:pt x="962025" y="209550"/>
                </a:lnTo>
                <a:lnTo>
                  <a:pt x="962025" y="200025"/>
                </a:lnTo>
                <a:lnTo>
                  <a:pt x="952500" y="200025"/>
                </a:lnTo>
                <a:lnTo>
                  <a:pt x="952500" y="209550"/>
                </a:lnTo>
                <a:lnTo>
                  <a:pt x="942975" y="209550"/>
                </a:lnTo>
                <a:lnTo>
                  <a:pt x="942975" y="190500"/>
                </a:lnTo>
                <a:lnTo>
                  <a:pt x="952500" y="190500"/>
                </a:lnTo>
                <a:close/>
                <a:moveTo>
                  <a:pt x="1257300" y="180975"/>
                </a:moveTo>
                <a:lnTo>
                  <a:pt x="1266825" y="180975"/>
                </a:lnTo>
                <a:lnTo>
                  <a:pt x="1266825" y="190500"/>
                </a:lnTo>
                <a:lnTo>
                  <a:pt x="1257300" y="190500"/>
                </a:lnTo>
                <a:close/>
                <a:moveTo>
                  <a:pt x="1771650" y="180975"/>
                </a:moveTo>
                <a:lnTo>
                  <a:pt x="1819275" y="180975"/>
                </a:lnTo>
                <a:lnTo>
                  <a:pt x="1819275" y="200025"/>
                </a:lnTo>
                <a:lnTo>
                  <a:pt x="1800225" y="200025"/>
                </a:lnTo>
                <a:lnTo>
                  <a:pt x="1800225" y="209550"/>
                </a:lnTo>
                <a:lnTo>
                  <a:pt x="1790700" y="209550"/>
                </a:lnTo>
                <a:lnTo>
                  <a:pt x="1790700" y="200025"/>
                </a:lnTo>
                <a:lnTo>
                  <a:pt x="1781175" y="200025"/>
                </a:lnTo>
                <a:lnTo>
                  <a:pt x="1781175" y="190500"/>
                </a:lnTo>
                <a:lnTo>
                  <a:pt x="1771650" y="190500"/>
                </a:lnTo>
                <a:close/>
                <a:moveTo>
                  <a:pt x="428625" y="190500"/>
                </a:moveTo>
                <a:lnTo>
                  <a:pt x="438150" y="190500"/>
                </a:lnTo>
                <a:lnTo>
                  <a:pt x="438150" y="200025"/>
                </a:lnTo>
                <a:lnTo>
                  <a:pt x="447675" y="200025"/>
                </a:lnTo>
                <a:lnTo>
                  <a:pt x="447675" y="209550"/>
                </a:lnTo>
                <a:lnTo>
                  <a:pt x="438150" y="209550"/>
                </a:lnTo>
                <a:lnTo>
                  <a:pt x="438150" y="219075"/>
                </a:lnTo>
                <a:lnTo>
                  <a:pt x="428625" y="219075"/>
                </a:lnTo>
                <a:lnTo>
                  <a:pt x="428625" y="228600"/>
                </a:lnTo>
                <a:lnTo>
                  <a:pt x="419100" y="228600"/>
                </a:lnTo>
                <a:lnTo>
                  <a:pt x="419100" y="219075"/>
                </a:lnTo>
                <a:lnTo>
                  <a:pt x="409575" y="219075"/>
                </a:lnTo>
                <a:lnTo>
                  <a:pt x="409575" y="228600"/>
                </a:lnTo>
                <a:lnTo>
                  <a:pt x="390525" y="228600"/>
                </a:lnTo>
                <a:lnTo>
                  <a:pt x="390525" y="219075"/>
                </a:lnTo>
                <a:lnTo>
                  <a:pt x="400050" y="219075"/>
                </a:lnTo>
                <a:lnTo>
                  <a:pt x="400050" y="209550"/>
                </a:lnTo>
                <a:lnTo>
                  <a:pt x="428625" y="209550"/>
                </a:lnTo>
                <a:close/>
                <a:moveTo>
                  <a:pt x="676275" y="190500"/>
                </a:moveTo>
                <a:lnTo>
                  <a:pt x="695325" y="190500"/>
                </a:lnTo>
                <a:lnTo>
                  <a:pt x="695325" y="209550"/>
                </a:lnTo>
                <a:lnTo>
                  <a:pt x="676275" y="209550"/>
                </a:lnTo>
                <a:close/>
                <a:moveTo>
                  <a:pt x="790575" y="190500"/>
                </a:moveTo>
                <a:lnTo>
                  <a:pt x="800100" y="190500"/>
                </a:lnTo>
                <a:lnTo>
                  <a:pt x="800100" y="209550"/>
                </a:lnTo>
                <a:lnTo>
                  <a:pt x="781050" y="209550"/>
                </a:lnTo>
                <a:lnTo>
                  <a:pt x="781050" y="200025"/>
                </a:lnTo>
                <a:lnTo>
                  <a:pt x="790575" y="200025"/>
                </a:lnTo>
                <a:close/>
                <a:moveTo>
                  <a:pt x="828675" y="190500"/>
                </a:moveTo>
                <a:lnTo>
                  <a:pt x="838200" y="190500"/>
                </a:lnTo>
                <a:lnTo>
                  <a:pt x="838200" y="200025"/>
                </a:lnTo>
                <a:lnTo>
                  <a:pt x="828675" y="200025"/>
                </a:lnTo>
                <a:close/>
                <a:moveTo>
                  <a:pt x="1076325" y="190500"/>
                </a:moveTo>
                <a:lnTo>
                  <a:pt x="1095375" y="190500"/>
                </a:lnTo>
                <a:lnTo>
                  <a:pt x="1095375" y="200025"/>
                </a:lnTo>
                <a:lnTo>
                  <a:pt x="1076325" y="200025"/>
                </a:lnTo>
                <a:close/>
                <a:moveTo>
                  <a:pt x="1266825" y="190500"/>
                </a:moveTo>
                <a:lnTo>
                  <a:pt x="1276350" y="190500"/>
                </a:lnTo>
                <a:lnTo>
                  <a:pt x="1276350" y="200025"/>
                </a:lnTo>
                <a:lnTo>
                  <a:pt x="1285875" y="200025"/>
                </a:lnTo>
                <a:lnTo>
                  <a:pt x="1285875" y="190500"/>
                </a:lnTo>
                <a:lnTo>
                  <a:pt x="1295400" y="190500"/>
                </a:lnTo>
                <a:lnTo>
                  <a:pt x="1295400" y="200025"/>
                </a:lnTo>
                <a:lnTo>
                  <a:pt x="1285875" y="200025"/>
                </a:lnTo>
                <a:lnTo>
                  <a:pt x="1285875" y="219075"/>
                </a:lnTo>
                <a:lnTo>
                  <a:pt x="1295400" y="219075"/>
                </a:lnTo>
                <a:lnTo>
                  <a:pt x="1295400" y="209550"/>
                </a:lnTo>
                <a:lnTo>
                  <a:pt x="1304925" y="209550"/>
                </a:lnTo>
                <a:lnTo>
                  <a:pt x="1304925" y="200025"/>
                </a:lnTo>
                <a:lnTo>
                  <a:pt x="1314450" y="200025"/>
                </a:lnTo>
                <a:lnTo>
                  <a:pt x="1314450" y="190500"/>
                </a:lnTo>
                <a:lnTo>
                  <a:pt x="1323975" y="190500"/>
                </a:lnTo>
                <a:lnTo>
                  <a:pt x="1323975" y="219075"/>
                </a:lnTo>
                <a:lnTo>
                  <a:pt x="1333500" y="219075"/>
                </a:lnTo>
                <a:lnTo>
                  <a:pt x="1333500" y="228600"/>
                </a:lnTo>
                <a:lnTo>
                  <a:pt x="1343025" y="228600"/>
                </a:lnTo>
                <a:lnTo>
                  <a:pt x="1343025" y="238125"/>
                </a:lnTo>
                <a:lnTo>
                  <a:pt x="1314450" y="238125"/>
                </a:lnTo>
                <a:lnTo>
                  <a:pt x="1314450" y="257175"/>
                </a:lnTo>
                <a:lnTo>
                  <a:pt x="1304925" y="257175"/>
                </a:lnTo>
                <a:lnTo>
                  <a:pt x="1304925" y="266700"/>
                </a:lnTo>
                <a:lnTo>
                  <a:pt x="1276350" y="266700"/>
                </a:lnTo>
                <a:lnTo>
                  <a:pt x="1276350" y="257175"/>
                </a:lnTo>
                <a:lnTo>
                  <a:pt x="1285875" y="257175"/>
                </a:lnTo>
                <a:lnTo>
                  <a:pt x="1285875" y="247650"/>
                </a:lnTo>
                <a:lnTo>
                  <a:pt x="1276350" y="247650"/>
                </a:lnTo>
                <a:lnTo>
                  <a:pt x="1276350" y="228600"/>
                </a:lnTo>
                <a:lnTo>
                  <a:pt x="1257300" y="228600"/>
                </a:lnTo>
                <a:lnTo>
                  <a:pt x="1257300" y="209550"/>
                </a:lnTo>
                <a:lnTo>
                  <a:pt x="1266825" y="209550"/>
                </a:lnTo>
                <a:close/>
                <a:moveTo>
                  <a:pt x="1390650" y="190500"/>
                </a:moveTo>
                <a:lnTo>
                  <a:pt x="1400175" y="190500"/>
                </a:lnTo>
                <a:lnTo>
                  <a:pt x="1400175" y="200025"/>
                </a:lnTo>
                <a:lnTo>
                  <a:pt x="1390650" y="200025"/>
                </a:lnTo>
                <a:close/>
                <a:moveTo>
                  <a:pt x="2095500" y="190500"/>
                </a:moveTo>
                <a:lnTo>
                  <a:pt x="2105025" y="190500"/>
                </a:lnTo>
                <a:lnTo>
                  <a:pt x="2105025" y="200025"/>
                </a:lnTo>
                <a:lnTo>
                  <a:pt x="2095500" y="200025"/>
                </a:lnTo>
                <a:close/>
                <a:moveTo>
                  <a:pt x="590550" y="200025"/>
                </a:moveTo>
                <a:lnTo>
                  <a:pt x="600075" y="200025"/>
                </a:lnTo>
                <a:lnTo>
                  <a:pt x="600075" y="209550"/>
                </a:lnTo>
                <a:lnTo>
                  <a:pt x="590550" y="209550"/>
                </a:lnTo>
                <a:close/>
                <a:moveTo>
                  <a:pt x="619125" y="200025"/>
                </a:moveTo>
                <a:lnTo>
                  <a:pt x="638175" y="200025"/>
                </a:lnTo>
                <a:lnTo>
                  <a:pt x="638175" y="209550"/>
                </a:lnTo>
                <a:lnTo>
                  <a:pt x="628650" y="209550"/>
                </a:lnTo>
                <a:lnTo>
                  <a:pt x="628650" y="228600"/>
                </a:lnTo>
                <a:lnTo>
                  <a:pt x="638175" y="228600"/>
                </a:lnTo>
                <a:lnTo>
                  <a:pt x="638175" y="238125"/>
                </a:lnTo>
                <a:lnTo>
                  <a:pt x="619125" y="238125"/>
                </a:lnTo>
                <a:lnTo>
                  <a:pt x="619125" y="257175"/>
                </a:lnTo>
                <a:lnTo>
                  <a:pt x="609600" y="257175"/>
                </a:lnTo>
                <a:lnTo>
                  <a:pt x="609600" y="266700"/>
                </a:lnTo>
                <a:lnTo>
                  <a:pt x="590550" y="266700"/>
                </a:lnTo>
                <a:lnTo>
                  <a:pt x="590550" y="285750"/>
                </a:lnTo>
                <a:lnTo>
                  <a:pt x="600075" y="285750"/>
                </a:lnTo>
                <a:lnTo>
                  <a:pt x="600075" y="295275"/>
                </a:lnTo>
                <a:lnTo>
                  <a:pt x="571500" y="295275"/>
                </a:lnTo>
                <a:lnTo>
                  <a:pt x="571500" y="304800"/>
                </a:lnTo>
                <a:lnTo>
                  <a:pt x="561975" y="304800"/>
                </a:lnTo>
                <a:lnTo>
                  <a:pt x="561975" y="295275"/>
                </a:lnTo>
                <a:lnTo>
                  <a:pt x="552450" y="295275"/>
                </a:lnTo>
                <a:lnTo>
                  <a:pt x="552450" y="304800"/>
                </a:lnTo>
                <a:lnTo>
                  <a:pt x="523875" y="304800"/>
                </a:lnTo>
                <a:lnTo>
                  <a:pt x="523875" y="295275"/>
                </a:lnTo>
                <a:lnTo>
                  <a:pt x="514350" y="295275"/>
                </a:lnTo>
                <a:lnTo>
                  <a:pt x="514350" y="304800"/>
                </a:lnTo>
                <a:lnTo>
                  <a:pt x="523875" y="304800"/>
                </a:lnTo>
                <a:lnTo>
                  <a:pt x="523875" y="323850"/>
                </a:lnTo>
                <a:lnTo>
                  <a:pt x="514350" y="323850"/>
                </a:lnTo>
                <a:lnTo>
                  <a:pt x="514350" y="333375"/>
                </a:lnTo>
                <a:lnTo>
                  <a:pt x="504825" y="333375"/>
                </a:lnTo>
                <a:lnTo>
                  <a:pt x="504825" y="342900"/>
                </a:lnTo>
                <a:lnTo>
                  <a:pt x="495300" y="342900"/>
                </a:lnTo>
                <a:lnTo>
                  <a:pt x="495300" y="333375"/>
                </a:lnTo>
                <a:lnTo>
                  <a:pt x="485775" y="333375"/>
                </a:lnTo>
                <a:lnTo>
                  <a:pt x="485775" y="342900"/>
                </a:lnTo>
                <a:lnTo>
                  <a:pt x="466725" y="342900"/>
                </a:lnTo>
                <a:lnTo>
                  <a:pt x="466725" y="323850"/>
                </a:lnTo>
                <a:lnTo>
                  <a:pt x="457200" y="323850"/>
                </a:lnTo>
                <a:lnTo>
                  <a:pt x="457200" y="314325"/>
                </a:lnTo>
                <a:lnTo>
                  <a:pt x="447675" y="314325"/>
                </a:lnTo>
                <a:lnTo>
                  <a:pt x="447675" y="304800"/>
                </a:lnTo>
                <a:lnTo>
                  <a:pt x="438150" y="304800"/>
                </a:lnTo>
                <a:lnTo>
                  <a:pt x="438150" y="295275"/>
                </a:lnTo>
                <a:lnTo>
                  <a:pt x="457200" y="295275"/>
                </a:lnTo>
                <a:lnTo>
                  <a:pt x="457200" y="285750"/>
                </a:lnTo>
                <a:lnTo>
                  <a:pt x="428625" y="285750"/>
                </a:lnTo>
                <a:lnTo>
                  <a:pt x="428625" y="304800"/>
                </a:lnTo>
                <a:lnTo>
                  <a:pt x="419100" y="304800"/>
                </a:lnTo>
                <a:lnTo>
                  <a:pt x="419100" y="295275"/>
                </a:lnTo>
                <a:lnTo>
                  <a:pt x="409575" y="295275"/>
                </a:lnTo>
                <a:lnTo>
                  <a:pt x="409575" y="285750"/>
                </a:lnTo>
                <a:lnTo>
                  <a:pt x="381000" y="285750"/>
                </a:lnTo>
                <a:lnTo>
                  <a:pt x="381000" y="295275"/>
                </a:lnTo>
                <a:lnTo>
                  <a:pt x="361950" y="295275"/>
                </a:lnTo>
                <a:lnTo>
                  <a:pt x="361950" y="285750"/>
                </a:lnTo>
                <a:lnTo>
                  <a:pt x="352425" y="285750"/>
                </a:lnTo>
                <a:lnTo>
                  <a:pt x="352425" y="276225"/>
                </a:lnTo>
                <a:lnTo>
                  <a:pt x="381000" y="276225"/>
                </a:lnTo>
                <a:lnTo>
                  <a:pt x="381000" y="266700"/>
                </a:lnTo>
                <a:lnTo>
                  <a:pt x="409575" y="266700"/>
                </a:lnTo>
                <a:lnTo>
                  <a:pt x="409575" y="257175"/>
                </a:lnTo>
                <a:lnTo>
                  <a:pt x="419100" y="257175"/>
                </a:lnTo>
                <a:lnTo>
                  <a:pt x="419100" y="238125"/>
                </a:lnTo>
                <a:lnTo>
                  <a:pt x="428625" y="238125"/>
                </a:lnTo>
                <a:lnTo>
                  <a:pt x="428625" y="257175"/>
                </a:lnTo>
                <a:lnTo>
                  <a:pt x="419100" y="257175"/>
                </a:lnTo>
                <a:lnTo>
                  <a:pt x="419100" y="266700"/>
                </a:lnTo>
                <a:lnTo>
                  <a:pt x="409575" y="266700"/>
                </a:lnTo>
                <a:lnTo>
                  <a:pt x="409575" y="285750"/>
                </a:lnTo>
                <a:lnTo>
                  <a:pt x="419100" y="285750"/>
                </a:lnTo>
                <a:lnTo>
                  <a:pt x="419100" y="276225"/>
                </a:lnTo>
                <a:lnTo>
                  <a:pt x="428625" y="276225"/>
                </a:lnTo>
                <a:lnTo>
                  <a:pt x="428625" y="266700"/>
                </a:lnTo>
                <a:lnTo>
                  <a:pt x="457200" y="266700"/>
                </a:lnTo>
                <a:lnTo>
                  <a:pt x="457200" y="257175"/>
                </a:lnTo>
                <a:lnTo>
                  <a:pt x="476250" y="257175"/>
                </a:lnTo>
                <a:lnTo>
                  <a:pt x="476250" y="238125"/>
                </a:lnTo>
                <a:lnTo>
                  <a:pt x="466725" y="238125"/>
                </a:lnTo>
                <a:lnTo>
                  <a:pt x="466725" y="228600"/>
                </a:lnTo>
                <a:lnTo>
                  <a:pt x="457200" y="228600"/>
                </a:lnTo>
                <a:lnTo>
                  <a:pt x="457200" y="219075"/>
                </a:lnTo>
                <a:lnTo>
                  <a:pt x="476250" y="219075"/>
                </a:lnTo>
                <a:lnTo>
                  <a:pt x="476250" y="238125"/>
                </a:lnTo>
                <a:lnTo>
                  <a:pt x="495300" y="238125"/>
                </a:lnTo>
                <a:lnTo>
                  <a:pt x="495300" y="257175"/>
                </a:lnTo>
                <a:lnTo>
                  <a:pt x="476250" y="257175"/>
                </a:lnTo>
                <a:lnTo>
                  <a:pt x="476250" y="266700"/>
                </a:lnTo>
                <a:lnTo>
                  <a:pt x="495300" y="266700"/>
                </a:lnTo>
                <a:lnTo>
                  <a:pt x="495300" y="276225"/>
                </a:lnTo>
                <a:lnTo>
                  <a:pt x="504825" y="276225"/>
                </a:lnTo>
                <a:lnTo>
                  <a:pt x="504825" y="266700"/>
                </a:lnTo>
                <a:lnTo>
                  <a:pt x="514350" y="266700"/>
                </a:lnTo>
                <a:lnTo>
                  <a:pt x="514350" y="257175"/>
                </a:lnTo>
                <a:lnTo>
                  <a:pt x="523875" y="257175"/>
                </a:lnTo>
                <a:lnTo>
                  <a:pt x="523875" y="247650"/>
                </a:lnTo>
                <a:lnTo>
                  <a:pt x="533400" y="247650"/>
                </a:lnTo>
                <a:lnTo>
                  <a:pt x="533400" y="238125"/>
                </a:lnTo>
                <a:lnTo>
                  <a:pt x="561975" y="238125"/>
                </a:lnTo>
                <a:lnTo>
                  <a:pt x="561975" y="219075"/>
                </a:lnTo>
                <a:lnTo>
                  <a:pt x="571500" y="219075"/>
                </a:lnTo>
                <a:lnTo>
                  <a:pt x="571500" y="228600"/>
                </a:lnTo>
                <a:lnTo>
                  <a:pt x="590550" y="228600"/>
                </a:lnTo>
                <a:lnTo>
                  <a:pt x="590550" y="219075"/>
                </a:lnTo>
                <a:lnTo>
                  <a:pt x="600075" y="219075"/>
                </a:lnTo>
                <a:lnTo>
                  <a:pt x="600075" y="209550"/>
                </a:lnTo>
                <a:lnTo>
                  <a:pt x="609600" y="209550"/>
                </a:lnTo>
                <a:lnTo>
                  <a:pt x="609600" y="219075"/>
                </a:lnTo>
                <a:lnTo>
                  <a:pt x="619125" y="219075"/>
                </a:lnTo>
                <a:close/>
                <a:moveTo>
                  <a:pt x="647700" y="200025"/>
                </a:moveTo>
                <a:lnTo>
                  <a:pt x="657225" y="200025"/>
                </a:lnTo>
                <a:lnTo>
                  <a:pt x="657225" y="209550"/>
                </a:lnTo>
                <a:lnTo>
                  <a:pt x="666750" y="209550"/>
                </a:lnTo>
                <a:lnTo>
                  <a:pt x="666750" y="228600"/>
                </a:lnTo>
                <a:lnTo>
                  <a:pt x="657225" y="228600"/>
                </a:lnTo>
                <a:lnTo>
                  <a:pt x="657225" y="219075"/>
                </a:lnTo>
                <a:lnTo>
                  <a:pt x="647700" y="219075"/>
                </a:lnTo>
                <a:close/>
                <a:moveTo>
                  <a:pt x="733425" y="200025"/>
                </a:moveTo>
                <a:lnTo>
                  <a:pt x="752475" y="200025"/>
                </a:lnTo>
                <a:lnTo>
                  <a:pt x="752475" y="209550"/>
                </a:lnTo>
                <a:lnTo>
                  <a:pt x="733425" y="209550"/>
                </a:lnTo>
                <a:close/>
                <a:moveTo>
                  <a:pt x="876300" y="200025"/>
                </a:moveTo>
                <a:lnTo>
                  <a:pt x="885825" y="200025"/>
                </a:lnTo>
                <a:lnTo>
                  <a:pt x="885825" y="219075"/>
                </a:lnTo>
                <a:lnTo>
                  <a:pt x="866775" y="219075"/>
                </a:lnTo>
                <a:lnTo>
                  <a:pt x="866775" y="228600"/>
                </a:lnTo>
                <a:lnTo>
                  <a:pt x="857250" y="228600"/>
                </a:lnTo>
                <a:lnTo>
                  <a:pt x="857250" y="209550"/>
                </a:lnTo>
                <a:lnTo>
                  <a:pt x="876300" y="209550"/>
                </a:lnTo>
                <a:close/>
                <a:moveTo>
                  <a:pt x="1562100" y="200025"/>
                </a:moveTo>
                <a:lnTo>
                  <a:pt x="1581150" y="200025"/>
                </a:lnTo>
                <a:lnTo>
                  <a:pt x="1581150" y="209550"/>
                </a:lnTo>
                <a:lnTo>
                  <a:pt x="1562100" y="209550"/>
                </a:lnTo>
                <a:close/>
                <a:moveTo>
                  <a:pt x="1762125" y="200025"/>
                </a:moveTo>
                <a:lnTo>
                  <a:pt x="1771650" y="200025"/>
                </a:lnTo>
                <a:lnTo>
                  <a:pt x="1771650" y="209550"/>
                </a:lnTo>
                <a:lnTo>
                  <a:pt x="1762125" y="209550"/>
                </a:lnTo>
                <a:close/>
                <a:moveTo>
                  <a:pt x="2105025" y="200025"/>
                </a:moveTo>
                <a:lnTo>
                  <a:pt x="2114550" y="200025"/>
                </a:lnTo>
                <a:lnTo>
                  <a:pt x="2114550" y="209550"/>
                </a:lnTo>
                <a:lnTo>
                  <a:pt x="2105025" y="209550"/>
                </a:lnTo>
                <a:close/>
                <a:moveTo>
                  <a:pt x="695325" y="209550"/>
                </a:moveTo>
                <a:lnTo>
                  <a:pt x="723900" y="209550"/>
                </a:lnTo>
                <a:lnTo>
                  <a:pt x="723900" y="238125"/>
                </a:lnTo>
                <a:lnTo>
                  <a:pt x="704850" y="238125"/>
                </a:lnTo>
                <a:lnTo>
                  <a:pt x="704850" y="219075"/>
                </a:lnTo>
                <a:lnTo>
                  <a:pt x="695325" y="219075"/>
                </a:lnTo>
                <a:close/>
                <a:moveTo>
                  <a:pt x="771525" y="209550"/>
                </a:moveTo>
                <a:lnTo>
                  <a:pt x="781050" y="209550"/>
                </a:lnTo>
                <a:lnTo>
                  <a:pt x="781050" y="228600"/>
                </a:lnTo>
                <a:lnTo>
                  <a:pt x="762000" y="228600"/>
                </a:lnTo>
                <a:lnTo>
                  <a:pt x="762000" y="219075"/>
                </a:lnTo>
                <a:lnTo>
                  <a:pt x="771525" y="219075"/>
                </a:lnTo>
                <a:close/>
                <a:moveTo>
                  <a:pt x="1181100" y="209550"/>
                </a:moveTo>
                <a:lnTo>
                  <a:pt x="1209675" y="209550"/>
                </a:lnTo>
                <a:lnTo>
                  <a:pt x="1209675" y="228600"/>
                </a:lnTo>
                <a:lnTo>
                  <a:pt x="1219200" y="228600"/>
                </a:lnTo>
                <a:lnTo>
                  <a:pt x="1219200" y="238125"/>
                </a:lnTo>
                <a:lnTo>
                  <a:pt x="1209675" y="238125"/>
                </a:lnTo>
                <a:lnTo>
                  <a:pt x="1209675" y="247650"/>
                </a:lnTo>
                <a:lnTo>
                  <a:pt x="1228725" y="247650"/>
                </a:lnTo>
                <a:lnTo>
                  <a:pt x="1228725" y="228600"/>
                </a:lnTo>
                <a:lnTo>
                  <a:pt x="1247775" y="228600"/>
                </a:lnTo>
                <a:lnTo>
                  <a:pt x="1247775" y="238125"/>
                </a:lnTo>
                <a:lnTo>
                  <a:pt x="1238250" y="238125"/>
                </a:lnTo>
                <a:lnTo>
                  <a:pt x="1238250" y="266700"/>
                </a:lnTo>
                <a:lnTo>
                  <a:pt x="1219200" y="266700"/>
                </a:lnTo>
                <a:lnTo>
                  <a:pt x="1219200" y="257175"/>
                </a:lnTo>
                <a:lnTo>
                  <a:pt x="1209675" y="257175"/>
                </a:lnTo>
                <a:lnTo>
                  <a:pt x="1209675" y="266700"/>
                </a:lnTo>
                <a:lnTo>
                  <a:pt x="1200150" y="266700"/>
                </a:lnTo>
                <a:lnTo>
                  <a:pt x="1200150" y="276225"/>
                </a:lnTo>
                <a:lnTo>
                  <a:pt x="1190625" y="276225"/>
                </a:lnTo>
                <a:lnTo>
                  <a:pt x="1190625" y="285750"/>
                </a:lnTo>
                <a:lnTo>
                  <a:pt x="1181100" y="285750"/>
                </a:lnTo>
                <a:lnTo>
                  <a:pt x="1181100" y="257175"/>
                </a:lnTo>
                <a:lnTo>
                  <a:pt x="1162050" y="257175"/>
                </a:lnTo>
                <a:lnTo>
                  <a:pt x="1162050" y="266700"/>
                </a:lnTo>
                <a:lnTo>
                  <a:pt x="1152525" y="266700"/>
                </a:lnTo>
                <a:lnTo>
                  <a:pt x="1152525" y="276225"/>
                </a:lnTo>
                <a:lnTo>
                  <a:pt x="1133475" y="276225"/>
                </a:lnTo>
                <a:lnTo>
                  <a:pt x="1133475" y="285750"/>
                </a:lnTo>
                <a:lnTo>
                  <a:pt x="1123950" y="285750"/>
                </a:lnTo>
                <a:lnTo>
                  <a:pt x="1123950" y="314325"/>
                </a:lnTo>
                <a:lnTo>
                  <a:pt x="1114425" y="314325"/>
                </a:lnTo>
                <a:lnTo>
                  <a:pt x="1114425" y="323850"/>
                </a:lnTo>
                <a:lnTo>
                  <a:pt x="1123950" y="323850"/>
                </a:lnTo>
                <a:lnTo>
                  <a:pt x="1123950" y="314325"/>
                </a:lnTo>
                <a:lnTo>
                  <a:pt x="1133475" y="314325"/>
                </a:lnTo>
                <a:lnTo>
                  <a:pt x="1133475" y="323850"/>
                </a:lnTo>
                <a:lnTo>
                  <a:pt x="1123950" y="323850"/>
                </a:lnTo>
                <a:lnTo>
                  <a:pt x="1123950" y="333375"/>
                </a:lnTo>
                <a:lnTo>
                  <a:pt x="1114425" y="333375"/>
                </a:lnTo>
                <a:lnTo>
                  <a:pt x="1114425" y="342900"/>
                </a:lnTo>
                <a:lnTo>
                  <a:pt x="1104900" y="342900"/>
                </a:lnTo>
                <a:lnTo>
                  <a:pt x="1104900" y="333375"/>
                </a:lnTo>
                <a:lnTo>
                  <a:pt x="1085850" y="333375"/>
                </a:lnTo>
                <a:lnTo>
                  <a:pt x="1085850" y="323850"/>
                </a:lnTo>
                <a:lnTo>
                  <a:pt x="1095375" y="323850"/>
                </a:lnTo>
                <a:lnTo>
                  <a:pt x="1095375" y="314325"/>
                </a:lnTo>
                <a:lnTo>
                  <a:pt x="1104900" y="314325"/>
                </a:lnTo>
                <a:lnTo>
                  <a:pt x="1104900" y="304800"/>
                </a:lnTo>
                <a:lnTo>
                  <a:pt x="1076325" y="304800"/>
                </a:lnTo>
                <a:lnTo>
                  <a:pt x="1076325" y="295275"/>
                </a:lnTo>
                <a:lnTo>
                  <a:pt x="1085850" y="295275"/>
                </a:lnTo>
                <a:lnTo>
                  <a:pt x="1085850" y="276225"/>
                </a:lnTo>
                <a:lnTo>
                  <a:pt x="1095375" y="276225"/>
                </a:lnTo>
                <a:lnTo>
                  <a:pt x="1095375" y="266700"/>
                </a:lnTo>
                <a:lnTo>
                  <a:pt x="1104900" y="266700"/>
                </a:lnTo>
                <a:lnTo>
                  <a:pt x="1104900" y="257175"/>
                </a:lnTo>
                <a:lnTo>
                  <a:pt x="1133475" y="257175"/>
                </a:lnTo>
                <a:lnTo>
                  <a:pt x="1133475" y="247650"/>
                </a:lnTo>
                <a:lnTo>
                  <a:pt x="1123950" y="247650"/>
                </a:lnTo>
                <a:lnTo>
                  <a:pt x="1123950" y="228600"/>
                </a:lnTo>
                <a:lnTo>
                  <a:pt x="1143000" y="228600"/>
                </a:lnTo>
                <a:lnTo>
                  <a:pt x="1143000" y="238125"/>
                </a:lnTo>
                <a:lnTo>
                  <a:pt x="1152525" y="238125"/>
                </a:lnTo>
                <a:lnTo>
                  <a:pt x="1152525" y="247650"/>
                </a:lnTo>
                <a:lnTo>
                  <a:pt x="1181100" y="247650"/>
                </a:lnTo>
                <a:lnTo>
                  <a:pt x="1181100" y="238125"/>
                </a:lnTo>
                <a:lnTo>
                  <a:pt x="1190625" y="238125"/>
                </a:lnTo>
                <a:lnTo>
                  <a:pt x="1190625" y="219075"/>
                </a:lnTo>
                <a:lnTo>
                  <a:pt x="1181100" y="219075"/>
                </a:lnTo>
                <a:close/>
                <a:moveTo>
                  <a:pt x="1724025" y="209550"/>
                </a:moveTo>
                <a:lnTo>
                  <a:pt x="1733550" y="209550"/>
                </a:lnTo>
                <a:lnTo>
                  <a:pt x="1733550" y="219075"/>
                </a:lnTo>
                <a:lnTo>
                  <a:pt x="1724025" y="219075"/>
                </a:lnTo>
                <a:close/>
                <a:moveTo>
                  <a:pt x="1771650" y="209550"/>
                </a:moveTo>
                <a:lnTo>
                  <a:pt x="1781175" y="209550"/>
                </a:lnTo>
                <a:lnTo>
                  <a:pt x="1781175" y="219075"/>
                </a:lnTo>
                <a:lnTo>
                  <a:pt x="1771650" y="219075"/>
                </a:lnTo>
                <a:close/>
                <a:moveTo>
                  <a:pt x="2095500" y="209550"/>
                </a:moveTo>
                <a:lnTo>
                  <a:pt x="2105025" y="209550"/>
                </a:lnTo>
                <a:lnTo>
                  <a:pt x="2105025" y="219075"/>
                </a:lnTo>
                <a:lnTo>
                  <a:pt x="2095500" y="219075"/>
                </a:lnTo>
                <a:close/>
                <a:moveTo>
                  <a:pt x="962025" y="219075"/>
                </a:moveTo>
                <a:lnTo>
                  <a:pt x="971550" y="219075"/>
                </a:lnTo>
                <a:lnTo>
                  <a:pt x="971550" y="238125"/>
                </a:lnTo>
                <a:lnTo>
                  <a:pt x="981075" y="238125"/>
                </a:lnTo>
                <a:lnTo>
                  <a:pt x="981075" y="247650"/>
                </a:lnTo>
                <a:lnTo>
                  <a:pt x="990600" y="247650"/>
                </a:lnTo>
                <a:lnTo>
                  <a:pt x="990600" y="266700"/>
                </a:lnTo>
                <a:lnTo>
                  <a:pt x="981075" y="266700"/>
                </a:lnTo>
                <a:lnTo>
                  <a:pt x="981075" y="276225"/>
                </a:lnTo>
                <a:lnTo>
                  <a:pt x="952500" y="276225"/>
                </a:lnTo>
                <a:lnTo>
                  <a:pt x="952500" y="285750"/>
                </a:lnTo>
                <a:lnTo>
                  <a:pt x="933450" y="285750"/>
                </a:lnTo>
                <a:lnTo>
                  <a:pt x="933450" y="276225"/>
                </a:lnTo>
                <a:lnTo>
                  <a:pt x="914400" y="276225"/>
                </a:lnTo>
                <a:lnTo>
                  <a:pt x="914400" y="266700"/>
                </a:lnTo>
                <a:lnTo>
                  <a:pt x="923925" y="266700"/>
                </a:lnTo>
                <a:lnTo>
                  <a:pt x="923925" y="247650"/>
                </a:lnTo>
                <a:lnTo>
                  <a:pt x="942975" y="247650"/>
                </a:lnTo>
                <a:lnTo>
                  <a:pt x="942975" y="238125"/>
                </a:lnTo>
                <a:lnTo>
                  <a:pt x="952500" y="238125"/>
                </a:lnTo>
                <a:lnTo>
                  <a:pt x="952500" y="228600"/>
                </a:lnTo>
                <a:lnTo>
                  <a:pt x="962025" y="228600"/>
                </a:lnTo>
                <a:close/>
                <a:moveTo>
                  <a:pt x="1266825" y="219075"/>
                </a:moveTo>
                <a:lnTo>
                  <a:pt x="1276350" y="219075"/>
                </a:lnTo>
                <a:lnTo>
                  <a:pt x="1276350" y="209550"/>
                </a:lnTo>
                <a:lnTo>
                  <a:pt x="1266825" y="209550"/>
                </a:lnTo>
                <a:close/>
                <a:moveTo>
                  <a:pt x="752475" y="228600"/>
                </a:moveTo>
                <a:lnTo>
                  <a:pt x="762000" y="228600"/>
                </a:lnTo>
                <a:lnTo>
                  <a:pt x="762000" y="257175"/>
                </a:lnTo>
                <a:lnTo>
                  <a:pt x="771525" y="257175"/>
                </a:lnTo>
                <a:lnTo>
                  <a:pt x="771525" y="266700"/>
                </a:lnTo>
                <a:lnTo>
                  <a:pt x="752475" y="266700"/>
                </a:lnTo>
                <a:lnTo>
                  <a:pt x="752475" y="257175"/>
                </a:lnTo>
                <a:lnTo>
                  <a:pt x="742950" y="257175"/>
                </a:lnTo>
                <a:lnTo>
                  <a:pt x="742950" y="238125"/>
                </a:lnTo>
                <a:lnTo>
                  <a:pt x="752475" y="238125"/>
                </a:lnTo>
                <a:close/>
                <a:moveTo>
                  <a:pt x="828675" y="228600"/>
                </a:moveTo>
                <a:lnTo>
                  <a:pt x="847725" y="228600"/>
                </a:lnTo>
                <a:lnTo>
                  <a:pt x="847725" y="247650"/>
                </a:lnTo>
                <a:lnTo>
                  <a:pt x="838200" y="247650"/>
                </a:lnTo>
                <a:lnTo>
                  <a:pt x="838200" y="257175"/>
                </a:lnTo>
                <a:lnTo>
                  <a:pt x="847725" y="257175"/>
                </a:lnTo>
                <a:lnTo>
                  <a:pt x="847725" y="276225"/>
                </a:lnTo>
                <a:lnTo>
                  <a:pt x="857250" y="276225"/>
                </a:lnTo>
                <a:lnTo>
                  <a:pt x="857250" y="285750"/>
                </a:lnTo>
                <a:lnTo>
                  <a:pt x="847725" y="285750"/>
                </a:lnTo>
                <a:lnTo>
                  <a:pt x="847725" y="295275"/>
                </a:lnTo>
                <a:lnTo>
                  <a:pt x="857250" y="295275"/>
                </a:lnTo>
                <a:lnTo>
                  <a:pt x="857250" y="304800"/>
                </a:lnTo>
                <a:lnTo>
                  <a:pt x="838200" y="304800"/>
                </a:lnTo>
                <a:lnTo>
                  <a:pt x="838200" y="295275"/>
                </a:lnTo>
                <a:lnTo>
                  <a:pt x="809625" y="295275"/>
                </a:lnTo>
                <a:lnTo>
                  <a:pt x="809625" y="285750"/>
                </a:lnTo>
                <a:lnTo>
                  <a:pt x="819150" y="285750"/>
                </a:lnTo>
                <a:lnTo>
                  <a:pt x="819150" y="257175"/>
                </a:lnTo>
                <a:lnTo>
                  <a:pt x="809625" y="257175"/>
                </a:lnTo>
                <a:lnTo>
                  <a:pt x="809625" y="247650"/>
                </a:lnTo>
                <a:lnTo>
                  <a:pt x="819150" y="247650"/>
                </a:lnTo>
                <a:lnTo>
                  <a:pt x="819150" y="238125"/>
                </a:lnTo>
                <a:lnTo>
                  <a:pt x="828675" y="238125"/>
                </a:lnTo>
                <a:close/>
                <a:moveTo>
                  <a:pt x="1028700" y="228600"/>
                </a:moveTo>
                <a:lnTo>
                  <a:pt x="1047750" y="228600"/>
                </a:lnTo>
                <a:lnTo>
                  <a:pt x="1047750" y="238125"/>
                </a:lnTo>
                <a:lnTo>
                  <a:pt x="1066800" y="238125"/>
                </a:lnTo>
                <a:lnTo>
                  <a:pt x="1066800" y="247650"/>
                </a:lnTo>
                <a:lnTo>
                  <a:pt x="1085850" y="247650"/>
                </a:lnTo>
                <a:lnTo>
                  <a:pt x="1085850" y="257175"/>
                </a:lnTo>
                <a:lnTo>
                  <a:pt x="1076325" y="257175"/>
                </a:lnTo>
                <a:lnTo>
                  <a:pt x="1076325" y="276225"/>
                </a:lnTo>
                <a:lnTo>
                  <a:pt x="1047750" y="276225"/>
                </a:lnTo>
                <a:lnTo>
                  <a:pt x="1047750" y="266700"/>
                </a:lnTo>
                <a:lnTo>
                  <a:pt x="1038225" y="266700"/>
                </a:lnTo>
                <a:lnTo>
                  <a:pt x="1038225" y="257175"/>
                </a:lnTo>
                <a:lnTo>
                  <a:pt x="1028700" y="257175"/>
                </a:lnTo>
                <a:lnTo>
                  <a:pt x="1028700" y="285750"/>
                </a:lnTo>
                <a:lnTo>
                  <a:pt x="1038225" y="285750"/>
                </a:lnTo>
                <a:lnTo>
                  <a:pt x="1038225" y="295275"/>
                </a:lnTo>
                <a:lnTo>
                  <a:pt x="1047750" y="295275"/>
                </a:lnTo>
                <a:lnTo>
                  <a:pt x="1047750" y="304800"/>
                </a:lnTo>
                <a:lnTo>
                  <a:pt x="1066800" y="304800"/>
                </a:lnTo>
                <a:lnTo>
                  <a:pt x="1066800" y="314325"/>
                </a:lnTo>
                <a:lnTo>
                  <a:pt x="1076325" y="314325"/>
                </a:lnTo>
                <a:lnTo>
                  <a:pt x="1076325" y="323850"/>
                </a:lnTo>
                <a:lnTo>
                  <a:pt x="1066800" y="323850"/>
                </a:lnTo>
                <a:lnTo>
                  <a:pt x="1066800" y="361950"/>
                </a:lnTo>
                <a:lnTo>
                  <a:pt x="1038225" y="361950"/>
                </a:lnTo>
                <a:lnTo>
                  <a:pt x="1038225" y="371475"/>
                </a:lnTo>
                <a:lnTo>
                  <a:pt x="1028700" y="371475"/>
                </a:lnTo>
                <a:lnTo>
                  <a:pt x="1028700" y="361950"/>
                </a:lnTo>
                <a:lnTo>
                  <a:pt x="1000125" y="361950"/>
                </a:lnTo>
                <a:lnTo>
                  <a:pt x="1000125" y="381000"/>
                </a:lnTo>
                <a:lnTo>
                  <a:pt x="1009650" y="381000"/>
                </a:lnTo>
                <a:lnTo>
                  <a:pt x="1009650" y="390525"/>
                </a:lnTo>
                <a:lnTo>
                  <a:pt x="990600" y="390525"/>
                </a:lnTo>
                <a:lnTo>
                  <a:pt x="990600" y="400050"/>
                </a:lnTo>
                <a:lnTo>
                  <a:pt x="981075" y="400050"/>
                </a:lnTo>
                <a:lnTo>
                  <a:pt x="981075" y="390525"/>
                </a:lnTo>
                <a:lnTo>
                  <a:pt x="971550" y="390525"/>
                </a:lnTo>
                <a:lnTo>
                  <a:pt x="971550" y="400050"/>
                </a:lnTo>
                <a:lnTo>
                  <a:pt x="962025" y="400050"/>
                </a:lnTo>
                <a:lnTo>
                  <a:pt x="962025" y="390525"/>
                </a:lnTo>
                <a:lnTo>
                  <a:pt x="942975" y="390525"/>
                </a:lnTo>
                <a:lnTo>
                  <a:pt x="942975" y="381000"/>
                </a:lnTo>
                <a:lnTo>
                  <a:pt x="952500" y="381000"/>
                </a:lnTo>
                <a:lnTo>
                  <a:pt x="952500" y="342900"/>
                </a:lnTo>
                <a:lnTo>
                  <a:pt x="981075" y="342900"/>
                </a:lnTo>
                <a:lnTo>
                  <a:pt x="981075" y="352425"/>
                </a:lnTo>
                <a:lnTo>
                  <a:pt x="990600" y="352425"/>
                </a:lnTo>
                <a:lnTo>
                  <a:pt x="990600" y="333375"/>
                </a:lnTo>
                <a:lnTo>
                  <a:pt x="971550" y="333375"/>
                </a:lnTo>
                <a:lnTo>
                  <a:pt x="971550" y="323850"/>
                </a:lnTo>
                <a:lnTo>
                  <a:pt x="962025" y="323850"/>
                </a:lnTo>
                <a:lnTo>
                  <a:pt x="962025" y="333375"/>
                </a:lnTo>
                <a:lnTo>
                  <a:pt x="942975" y="333375"/>
                </a:lnTo>
                <a:lnTo>
                  <a:pt x="942975" y="323850"/>
                </a:lnTo>
                <a:lnTo>
                  <a:pt x="952500" y="323850"/>
                </a:lnTo>
                <a:lnTo>
                  <a:pt x="952500" y="314325"/>
                </a:lnTo>
                <a:lnTo>
                  <a:pt x="962025" y="314325"/>
                </a:lnTo>
                <a:lnTo>
                  <a:pt x="962025" y="304800"/>
                </a:lnTo>
                <a:lnTo>
                  <a:pt x="971550" y="304800"/>
                </a:lnTo>
                <a:lnTo>
                  <a:pt x="971550" y="285750"/>
                </a:lnTo>
                <a:lnTo>
                  <a:pt x="981075" y="285750"/>
                </a:lnTo>
                <a:lnTo>
                  <a:pt x="981075" y="276225"/>
                </a:lnTo>
                <a:lnTo>
                  <a:pt x="1000125" y="276225"/>
                </a:lnTo>
                <a:lnTo>
                  <a:pt x="1000125" y="266700"/>
                </a:lnTo>
                <a:lnTo>
                  <a:pt x="1009650" y="266700"/>
                </a:lnTo>
                <a:lnTo>
                  <a:pt x="1009650" y="257175"/>
                </a:lnTo>
                <a:lnTo>
                  <a:pt x="1019175" y="257175"/>
                </a:lnTo>
                <a:lnTo>
                  <a:pt x="1019175" y="247650"/>
                </a:lnTo>
                <a:lnTo>
                  <a:pt x="1028700" y="247650"/>
                </a:lnTo>
                <a:close/>
                <a:moveTo>
                  <a:pt x="1724025" y="228600"/>
                </a:moveTo>
                <a:lnTo>
                  <a:pt x="1762125" y="228600"/>
                </a:lnTo>
                <a:lnTo>
                  <a:pt x="1762125" y="238125"/>
                </a:lnTo>
                <a:lnTo>
                  <a:pt x="1724025" y="238125"/>
                </a:lnTo>
                <a:close/>
                <a:moveTo>
                  <a:pt x="723900" y="238125"/>
                </a:moveTo>
                <a:lnTo>
                  <a:pt x="733425" y="238125"/>
                </a:lnTo>
                <a:lnTo>
                  <a:pt x="733425" y="257175"/>
                </a:lnTo>
                <a:lnTo>
                  <a:pt x="723900" y="257175"/>
                </a:lnTo>
                <a:close/>
                <a:moveTo>
                  <a:pt x="1485900" y="238125"/>
                </a:moveTo>
                <a:lnTo>
                  <a:pt x="1495425" y="238125"/>
                </a:lnTo>
                <a:lnTo>
                  <a:pt x="1495425" y="247650"/>
                </a:lnTo>
                <a:lnTo>
                  <a:pt x="1485900" y="247650"/>
                </a:lnTo>
                <a:close/>
                <a:moveTo>
                  <a:pt x="866775" y="247650"/>
                </a:moveTo>
                <a:lnTo>
                  <a:pt x="885825" y="247650"/>
                </a:lnTo>
                <a:lnTo>
                  <a:pt x="885825" y="266700"/>
                </a:lnTo>
                <a:lnTo>
                  <a:pt x="876300" y="266700"/>
                </a:lnTo>
                <a:lnTo>
                  <a:pt x="876300" y="276225"/>
                </a:lnTo>
                <a:lnTo>
                  <a:pt x="866775" y="276225"/>
                </a:lnTo>
                <a:close/>
                <a:moveTo>
                  <a:pt x="333375" y="257175"/>
                </a:moveTo>
                <a:lnTo>
                  <a:pt x="342900" y="257175"/>
                </a:lnTo>
                <a:lnTo>
                  <a:pt x="342900" y="266700"/>
                </a:lnTo>
                <a:lnTo>
                  <a:pt x="333375" y="266700"/>
                </a:lnTo>
                <a:close/>
                <a:moveTo>
                  <a:pt x="685800" y="257175"/>
                </a:moveTo>
                <a:lnTo>
                  <a:pt x="695325" y="257175"/>
                </a:lnTo>
                <a:lnTo>
                  <a:pt x="695325" y="276225"/>
                </a:lnTo>
                <a:lnTo>
                  <a:pt x="685800" y="276225"/>
                </a:lnTo>
                <a:close/>
                <a:moveTo>
                  <a:pt x="714375" y="257175"/>
                </a:moveTo>
                <a:lnTo>
                  <a:pt x="723900" y="257175"/>
                </a:lnTo>
                <a:lnTo>
                  <a:pt x="723900" y="266700"/>
                </a:lnTo>
                <a:lnTo>
                  <a:pt x="714375" y="266700"/>
                </a:lnTo>
                <a:close/>
                <a:moveTo>
                  <a:pt x="885825" y="276225"/>
                </a:moveTo>
                <a:lnTo>
                  <a:pt x="895350" y="276225"/>
                </a:lnTo>
                <a:lnTo>
                  <a:pt x="895350" y="285750"/>
                </a:lnTo>
                <a:lnTo>
                  <a:pt x="885825" y="285750"/>
                </a:lnTo>
                <a:close/>
                <a:moveTo>
                  <a:pt x="342900" y="285750"/>
                </a:moveTo>
                <a:lnTo>
                  <a:pt x="352425" y="285750"/>
                </a:lnTo>
                <a:lnTo>
                  <a:pt x="352425" y="295275"/>
                </a:lnTo>
                <a:lnTo>
                  <a:pt x="342900" y="295275"/>
                </a:lnTo>
                <a:close/>
                <a:moveTo>
                  <a:pt x="9525" y="295275"/>
                </a:moveTo>
                <a:lnTo>
                  <a:pt x="28575" y="295275"/>
                </a:lnTo>
                <a:lnTo>
                  <a:pt x="28575" y="323850"/>
                </a:lnTo>
                <a:lnTo>
                  <a:pt x="38100" y="323850"/>
                </a:lnTo>
                <a:lnTo>
                  <a:pt x="38100" y="342900"/>
                </a:lnTo>
                <a:lnTo>
                  <a:pt x="0" y="342900"/>
                </a:lnTo>
                <a:lnTo>
                  <a:pt x="0" y="314325"/>
                </a:lnTo>
                <a:lnTo>
                  <a:pt x="9525" y="314325"/>
                </a:lnTo>
                <a:close/>
                <a:moveTo>
                  <a:pt x="200025" y="295275"/>
                </a:moveTo>
                <a:lnTo>
                  <a:pt x="209550" y="295275"/>
                </a:lnTo>
                <a:lnTo>
                  <a:pt x="209550" y="304800"/>
                </a:lnTo>
                <a:lnTo>
                  <a:pt x="200025" y="304800"/>
                </a:lnTo>
                <a:close/>
                <a:moveTo>
                  <a:pt x="609600" y="295275"/>
                </a:moveTo>
                <a:lnTo>
                  <a:pt x="628650" y="295275"/>
                </a:lnTo>
                <a:lnTo>
                  <a:pt x="628650" y="314325"/>
                </a:lnTo>
                <a:lnTo>
                  <a:pt x="619125" y="314325"/>
                </a:lnTo>
                <a:lnTo>
                  <a:pt x="619125" y="304800"/>
                </a:lnTo>
                <a:lnTo>
                  <a:pt x="609600" y="304800"/>
                </a:lnTo>
                <a:close/>
                <a:moveTo>
                  <a:pt x="866775" y="304800"/>
                </a:moveTo>
                <a:lnTo>
                  <a:pt x="885825" y="304800"/>
                </a:lnTo>
                <a:lnTo>
                  <a:pt x="885825" y="314325"/>
                </a:lnTo>
                <a:lnTo>
                  <a:pt x="895350" y="314325"/>
                </a:lnTo>
                <a:lnTo>
                  <a:pt x="895350" y="333375"/>
                </a:lnTo>
                <a:lnTo>
                  <a:pt x="923925" y="333375"/>
                </a:lnTo>
                <a:lnTo>
                  <a:pt x="923925" y="342900"/>
                </a:lnTo>
                <a:lnTo>
                  <a:pt x="942975" y="342900"/>
                </a:lnTo>
                <a:lnTo>
                  <a:pt x="942975" y="352425"/>
                </a:lnTo>
                <a:lnTo>
                  <a:pt x="933450" y="352425"/>
                </a:lnTo>
                <a:lnTo>
                  <a:pt x="933450" y="371475"/>
                </a:lnTo>
                <a:lnTo>
                  <a:pt x="923925" y="371475"/>
                </a:lnTo>
                <a:lnTo>
                  <a:pt x="923925" y="361950"/>
                </a:lnTo>
                <a:lnTo>
                  <a:pt x="914400" y="361950"/>
                </a:lnTo>
                <a:lnTo>
                  <a:pt x="914400" y="352425"/>
                </a:lnTo>
                <a:lnTo>
                  <a:pt x="904875" y="352425"/>
                </a:lnTo>
                <a:lnTo>
                  <a:pt x="904875" y="371475"/>
                </a:lnTo>
                <a:lnTo>
                  <a:pt x="914400" y="371475"/>
                </a:lnTo>
                <a:lnTo>
                  <a:pt x="914400" y="390525"/>
                </a:lnTo>
                <a:lnTo>
                  <a:pt x="904875" y="390525"/>
                </a:lnTo>
                <a:lnTo>
                  <a:pt x="904875" y="400050"/>
                </a:lnTo>
                <a:lnTo>
                  <a:pt x="895350" y="400050"/>
                </a:lnTo>
                <a:lnTo>
                  <a:pt x="895350" y="361950"/>
                </a:lnTo>
                <a:lnTo>
                  <a:pt x="885825" y="361950"/>
                </a:lnTo>
                <a:lnTo>
                  <a:pt x="885825" y="352425"/>
                </a:lnTo>
                <a:lnTo>
                  <a:pt x="876300" y="352425"/>
                </a:lnTo>
                <a:lnTo>
                  <a:pt x="876300" y="361950"/>
                </a:lnTo>
                <a:lnTo>
                  <a:pt x="866775" y="361950"/>
                </a:lnTo>
                <a:lnTo>
                  <a:pt x="866775" y="342900"/>
                </a:lnTo>
                <a:lnTo>
                  <a:pt x="857250" y="342900"/>
                </a:lnTo>
                <a:lnTo>
                  <a:pt x="857250" y="323850"/>
                </a:lnTo>
                <a:lnTo>
                  <a:pt x="866775" y="323850"/>
                </a:lnTo>
                <a:close/>
                <a:moveTo>
                  <a:pt x="1009650" y="304800"/>
                </a:moveTo>
                <a:lnTo>
                  <a:pt x="1019175" y="304800"/>
                </a:lnTo>
                <a:lnTo>
                  <a:pt x="1019175" y="295275"/>
                </a:lnTo>
                <a:lnTo>
                  <a:pt x="1000125" y="295275"/>
                </a:lnTo>
                <a:lnTo>
                  <a:pt x="1000125" y="314325"/>
                </a:lnTo>
                <a:lnTo>
                  <a:pt x="1009650" y="314325"/>
                </a:lnTo>
                <a:close/>
                <a:moveTo>
                  <a:pt x="1381125" y="304800"/>
                </a:moveTo>
                <a:lnTo>
                  <a:pt x="1400175" y="304800"/>
                </a:lnTo>
                <a:lnTo>
                  <a:pt x="1400175" y="323850"/>
                </a:lnTo>
                <a:lnTo>
                  <a:pt x="1390650" y="323850"/>
                </a:lnTo>
                <a:lnTo>
                  <a:pt x="1390650" y="314325"/>
                </a:lnTo>
                <a:lnTo>
                  <a:pt x="1381125" y="314325"/>
                </a:lnTo>
                <a:close/>
                <a:moveTo>
                  <a:pt x="257175" y="314325"/>
                </a:moveTo>
                <a:lnTo>
                  <a:pt x="266700" y="314325"/>
                </a:lnTo>
                <a:lnTo>
                  <a:pt x="266700" y="333375"/>
                </a:lnTo>
                <a:lnTo>
                  <a:pt x="247650" y="333375"/>
                </a:lnTo>
                <a:lnTo>
                  <a:pt x="247650" y="323850"/>
                </a:lnTo>
                <a:lnTo>
                  <a:pt x="257175" y="323850"/>
                </a:lnTo>
                <a:close/>
                <a:moveTo>
                  <a:pt x="314325" y="314325"/>
                </a:moveTo>
                <a:lnTo>
                  <a:pt x="333375" y="314325"/>
                </a:lnTo>
                <a:lnTo>
                  <a:pt x="333375" y="323850"/>
                </a:lnTo>
                <a:lnTo>
                  <a:pt x="314325" y="323850"/>
                </a:lnTo>
                <a:close/>
                <a:moveTo>
                  <a:pt x="476250" y="314325"/>
                </a:moveTo>
                <a:lnTo>
                  <a:pt x="485775" y="314325"/>
                </a:lnTo>
                <a:lnTo>
                  <a:pt x="485775" y="304800"/>
                </a:lnTo>
                <a:lnTo>
                  <a:pt x="476250" y="304800"/>
                </a:lnTo>
                <a:close/>
                <a:moveTo>
                  <a:pt x="1019175" y="314325"/>
                </a:moveTo>
                <a:lnTo>
                  <a:pt x="1028700" y="314325"/>
                </a:lnTo>
                <a:lnTo>
                  <a:pt x="1028700" y="304800"/>
                </a:lnTo>
                <a:lnTo>
                  <a:pt x="1019175" y="304800"/>
                </a:lnTo>
                <a:close/>
                <a:moveTo>
                  <a:pt x="1333500" y="314325"/>
                </a:moveTo>
                <a:lnTo>
                  <a:pt x="1343025" y="314325"/>
                </a:lnTo>
                <a:lnTo>
                  <a:pt x="1343025" y="323850"/>
                </a:lnTo>
                <a:lnTo>
                  <a:pt x="1333500" y="323850"/>
                </a:lnTo>
                <a:close/>
                <a:moveTo>
                  <a:pt x="1352550" y="323850"/>
                </a:moveTo>
                <a:lnTo>
                  <a:pt x="1362075" y="323850"/>
                </a:lnTo>
                <a:lnTo>
                  <a:pt x="1362075" y="333375"/>
                </a:lnTo>
                <a:lnTo>
                  <a:pt x="1352550" y="333375"/>
                </a:lnTo>
                <a:close/>
                <a:moveTo>
                  <a:pt x="1381125" y="323850"/>
                </a:moveTo>
                <a:lnTo>
                  <a:pt x="1390650" y="323850"/>
                </a:lnTo>
                <a:lnTo>
                  <a:pt x="1390650" y="342900"/>
                </a:lnTo>
                <a:lnTo>
                  <a:pt x="1381125" y="342900"/>
                </a:lnTo>
                <a:lnTo>
                  <a:pt x="1381125" y="361950"/>
                </a:lnTo>
                <a:lnTo>
                  <a:pt x="1362075" y="361950"/>
                </a:lnTo>
                <a:lnTo>
                  <a:pt x="1362075" y="333375"/>
                </a:lnTo>
                <a:lnTo>
                  <a:pt x="1381125" y="333375"/>
                </a:lnTo>
                <a:close/>
                <a:moveTo>
                  <a:pt x="1343025" y="333375"/>
                </a:moveTo>
                <a:lnTo>
                  <a:pt x="1352550" y="333375"/>
                </a:lnTo>
                <a:lnTo>
                  <a:pt x="1352550" y="342900"/>
                </a:lnTo>
                <a:lnTo>
                  <a:pt x="1343025" y="342900"/>
                </a:lnTo>
                <a:close/>
                <a:moveTo>
                  <a:pt x="342900" y="342900"/>
                </a:moveTo>
                <a:lnTo>
                  <a:pt x="352425" y="342900"/>
                </a:lnTo>
                <a:lnTo>
                  <a:pt x="352425" y="352425"/>
                </a:lnTo>
                <a:lnTo>
                  <a:pt x="371475" y="352425"/>
                </a:lnTo>
                <a:lnTo>
                  <a:pt x="371475" y="361950"/>
                </a:lnTo>
                <a:lnTo>
                  <a:pt x="381000" y="361950"/>
                </a:lnTo>
                <a:lnTo>
                  <a:pt x="381000" y="371475"/>
                </a:lnTo>
                <a:lnTo>
                  <a:pt x="390525" y="371475"/>
                </a:lnTo>
                <a:lnTo>
                  <a:pt x="390525" y="390525"/>
                </a:lnTo>
                <a:lnTo>
                  <a:pt x="371475" y="390525"/>
                </a:lnTo>
                <a:lnTo>
                  <a:pt x="371475" y="381000"/>
                </a:lnTo>
                <a:lnTo>
                  <a:pt x="361950" y="381000"/>
                </a:lnTo>
                <a:lnTo>
                  <a:pt x="361950" y="371475"/>
                </a:lnTo>
                <a:lnTo>
                  <a:pt x="342900" y="371475"/>
                </a:lnTo>
                <a:close/>
                <a:moveTo>
                  <a:pt x="866775" y="342900"/>
                </a:moveTo>
                <a:lnTo>
                  <a:pt x="876300" y="342900"/>
                </a:lnTo>
                <a:lnTo>
                  <a:pt x="876300" y="323850"/>
                </a:lnTo>
                <a:lnTo>
                  <a:pt x="866775" y="323850"/>
                </a:lnTo>
                <a:close/>
                <a:moveTo>
                  <a:pt x="1028700" y="342900"/>
                </a:moveTo>
                <a:lnTo>
                  <a:pt x="1047750" y="342900"/>
                </a:lnTo>
                <a:lnTo>
                  <a:pt x="1047750" y="333375"/>
                </a:lnTo>
                <a:lnTo>
                  <a:pt x="1038225" y="333375"/>
                </a:lnTo>
                <a:lnTo>
                  <a:pt x="1038225" y="323850"/>
                </a:lnTo>
                <a:lnTo>
                  <a:pt x="1028700" y="323850"/>
                </a:lnTo>
                <a:close/>
                <a:moveTo>
                  <a:pt x="1495425" y="342900"/>
                </a:moveTo>
                <a:lnTo>
                  <a:pt x="1504950" y="342900"/>
                </a:lnTo>
                <a:lnTo>
                  <a:pt x="1504950" y="352425"/>
                </a:lnTo>
                <a:lnTo>
                  <a:pt x="1495425" y="352425"/>
                </a:lnTo>
                <a:close/>
                <a:moveTo>
                  <a:pt x="1000125" y="352425"/>
                </a:moveTo>
                <a:lnTo>
                  <a:pt x="1009650" y="352425"/>
                </a:lnTo>
                <a:lnTo>
                  <a:pt x="1009650" y="342900"/>
                </a:lnTo>
                <a:lnTo>
                  <a:pt x="1000125" y="342900"/>
                </a:lnTo>
                <a:close/>
                <a:moveTo>
                  <a:pt x="1409700" y="361950"/>
                </a:moveTo>
                <a:lnTo>
                  <a:pt x="1438275" y="361950"/>
                </a:lnTo>
                <a:lnTo>
                  <a:pt x="1438275" y="381000"/>
                </a:lnTo>
                <a:lnTo>
                  <a:pt x="1428750" y="381000"/>
                </a:lnTo>
                <a:lnTo>
                  <a:pt x="1428750" y="371475"/>
                </a:lnTo>
                <a:lnTo>
                  <a:pt x="1409700" y="371475"/>
                </a:lnTo>
                <a:close/>
                <a:moveTo>
                  <a:pt x="1495425" y="361950"/>
                </a:moveTo>
                <a:lnTo>
                  <a:pt x="1504950" y="361950"/>
                </a:lnTo>
                <a:lnTo>
                  <a:pt x="1504950" y="371475"/>
                </a:lnTo>
                <a:lnTo>
                  <a:pt x="1495425" y="371475"/>
                </a:lnTo>
                <a:close/>
                <a:moveTo>
                  <a:pt x="276225" y="371475"/>
                </a:moveTo>
                <a:lnTo>
                  <a:pt x="295275" y="371475"/>
                </a:lnTo>
                <a:lnTo>
                  <a:pt x="295275" y="381000"/>
                </a:lnTo>
                <a:lnTo>
                  <a:pt x="304800" y="381000"/>
                </a:lnTo>
                <a:lnTo>
                  <a:pt x="304800" y="371475"/>
                </a:lnTo>
                <a:lnTo>
                  <a:pt x="323850" y="371475"/>
                </a:lnTo>
                <a:lnTo>
                  <a:pt x="323850" y="390525"/>
                </a:lnTo>
                <a:lnTo>
                  <a:pt x="333375" y="390525"/>
                </a:lnTo>
                <a:lnTo>
                  <a:pt x="333375" y="400050"/>
                </a:lnTo>
                <a:lnTo>
                  <a:pt x="352425" y="400050"/>
                </a:lnTo>
                <a:lnTo>
                  <a:pt x="352425" y="390525"/>
                </a:lnTo>
                <a:lnTo>
                  <a:pt x="361950" y="390525"/>
                </a:lnTo>
                <a:lnTo>
                  <a:pt x="361950" y="409575"/>
                </a:lnTo>
                <a:lnTo>
                  <a:pt x="342900" y="409575"/>
                </a:lnTo>
                <a:lnTo>
                  <a:pt x="342900" y="419100"/>
                </a:lnTo>
                <a:lnTo>
                  <a:pt x="333375" y="419100"/>
                </a:lnTo>
                <a:lnTo>
                  <a:pt x="333375" y="428625"/>
                </a:lnTo>
                <a:lnTo>
                  <a:pt x="314325" y="428625"/>
                </a:lnTo>
                <a:lnTo>
                  <a:pt x="314325" y="419100"/>
                </a:lnTo>
                <a:lnTo>
                  <a:pt x="304800" y="419100"/>
                </a:lnTo>
                <a:lnTo>
                  <a:pt x="304800" y="390525"/>
                </a:lnTo>
                <a:lnTo>
                  <a:pt x="285750" y="390525"/>
                </a:lnTo>
                <a:lnTo>
                  <a:pt x="285750" y="400050"/>
                </a:lnTo>
                <a:lnTo>
                  <a:pt x="295275" y="400050"/>
                </a:lnTo>
                <a:lnTo>
                  <a:pt x="295275" y="409575"/>
                </a:lnTo>
                <a:lnTo>
                  <a:pt x="276225" y="409575"/>
                </a:lnTo>
                <a:lnTo>
                  <a:pt x="276225" y="400050"/>
                </a:lnTo>
                <a:lnTo>
                  <a:pt x="266700" y="400050"/>
                </a:lnTo>
                <a:lnTo>
                  <a:pt x="266700" y="381000"/>
                </a:lnTo>
                <a:lnTo>
                  <a:pt x="276225" y="381000"/>
                </a:lnTo>
                <a:close/>
                <a:moveTo>
                  <a:pt x="971550" y="381000"/>
                </a:moveTo>
                <a:lnTo>
                  <a:pt x="981075" y="381000"/>
                </a:lnTo>
                <a:lnTo>
                  <a:pt x="981075" y="371475"/>
                </a:lnTo>
                <a:lnTo>
                  <a:pt x="971550" y="371475"/>
                </a:lnTo>
                <a:close/>
                <a:moveTo>
                  <a:pt x="1019175" y="381000"/>
                </a:moveTo>
                <a:lnTo>
                  <a:pt x="1038225" y="381000"/>
                </a:lnTo>
                <a:lnTo>
                  <a:pt x="1038225" y="390525"/>
                </a:lnTo>
                <a:lnTo>
                  <a:pt x="1028700" y="390525"/>
                </a:lnTo>
                <a:lnTo>
                  <a:pt x="1028700" y="400050"/>
                </a:lnTo>
                <a:lnTo>
                  <a:pt x="1009650" y="400050"/>
                </a:lnTo>
                <a:lnTo>
                  <a:pt x="1009650" y="390525"/>
                </a:lnTo>
                <a:lnTo>
                  <a:pt x="1019175" y="390525"/>
                </a:lnTo>
                <a:close/>
                <a:moveTo>
                  <a:pt x="257175" y="400050"/>
                </a:moveTo>
                <a:lnTo>
                  <a:pt x="266700" y="400050"/>
                </a:lnTo>
                <a:lnTo>
                  <a:pt x="266700" y="409575"/>
                </a:lnTo>
                <a:lnTo>
                  <a:pt x="257175" y="409575"/>
                </a:lnTo>
                <a:close/>
                <a:moveTo>
                  <a:pt x="1028700" y="400050"/>
                </a:moveTo>
                <a:lnTo>
                  <a:pt x="1038225" y="400050"/>
                </a:lnTo>
                <a:lnTo>
                  <a:pt x="1038225" y="409575"/>
                </a:lnTo>
                <a:lnTo>
                  <a:pt x="1028700" y="409575"/>
                </a:lnTo>
                <a:close/>
                <a:moveTo>
                  <a:pt x="1076325" y="400050"/>
                </a:moveTo>
                <a:lnTo>
                  <a:pt x="1085850" y="400050"/>
                </a:lnTo>
                <a:lnTo>
                  <a:pt x="1085850" y="409575"/>
                </a:lnTo>
                <a:lnTo>
                  <a:pt x="1076325" y="409575"/>
                </a:lnTo>
                <a:close/>
                <a:moveTo>
                  <a:pt x="257175" y="419100"/>
                </a:moveTo>
                <a:lnTo>
                  <a:pt x="266700" y="419100"/>
                </a:lnTo>
                <a:lnTo>
                  <a:pt x="266700" y="428625"/>
                </a:lnTo>
                <a:lnTo>
                  <a:pt x="257175" y="428625"/>
                </a:lnTo>
                <a:close/>
                <a:moveTo>
                  <a:pt x="952500" y="419100"/>
                </a:moveTo>
                <a:lnTo>
                  <a:pt x="962025" y="419100"/>
                </a:lnTo>
                <a:lnTo>
                  <a:pt x="962025" y="428625"/>
                </a:lnTo>
                <a:lnTo>
                  <a:pt x="952500" y="428625"/>
                </a:lnTo>
                <a:close/>
                <a:moveTo>
                  <a:pt x="361950" y="428625"/>
                </a:moveTo>
                <a:lnTo>
                  <a:pt x="381000" y="428625"/>
                </a:lnTo>
                <a:lnTo>
                  <a:pt x="381000" y="438150"/>
                </a:lnTo>
                <a:lnTo>
                  <a:pt x="390525" y="438150"/>
                </a:lnTo>
                <a:lnTo>
                  <a:pt x="390525" y="466725"/>
                </a:lnTo>
                <a:lnTo>
                  <a:pt x="371475" y="466725"/>
                </a:lnTo>
                <a:lnTo>
                  <a:pt x="371475" y="438150"/>
                </a:lnTo>
                <a:lnTo>
                  <a:pt x="361950" y="438150"/>
                </a:lnTo>
                <a:close/>
                <a:moveTo>
                  <a:pt x="933450" y="428625"/>
                </a:moveTo>
                <a:lnTo>
                  <a:pt x="942975" y="428625"/>
                </a:lnTo>
                <a:lnTo>
                  <a:pt x="942975" y="438150"/>
                </a:lnTo>
                <a:lnTo>
                  <a:pt x="933450" y="438150"/>
                </a:lnTo>
                <a:close/>
                <a:moveTo>
                  <a:pt x="247650" y="438150"/>
                </a:moveTo>
                <a:lnTo>
                  <a:pt x="257175" y="438150"/>
                </a:lnTo>
                <a:lnTo>
                  <a:pt x="257175" y="447675"/>
                </a:lnTo>
                <a:lnTo>
                  <a:pt x="266700" y="447675"/>
                </a:lnTo>
                <a:lnTo>
                  <a:pt x="266700" y="457200"/>
                </a:lnTo>
                <a:lnTo>
                  <a:pt x="276225" y="457200"/>
                </a:lnTo>
                <a:lnTo>
                  <a:pt x="276225" y="466725"/>
                </a:lnTo>
                <a:lnTo>
                  <a:pt x="285750" y="466725"/>
                </a:lnTo>
                <a:lnTo>
                  <a:pt x="285750" y="476250"/>
                </a:lnTo>
                <a:lnTo>
                  <a:pt x="295275" y="476250"/>
                </a:lnTo>
                <a:lnTo>
                  <a:pt x="295275" y="485775"/>
                </a:lnTo>
                <a:lnTo>
                  <a:pt x="276225" y="485775"/>
                </a:lnTo>
                <a:lnTo>
                  <a:pt x="276225" y="476250"/>
                </a:lnTo>
                <a:lnTo>
                  <a:pt x="266700" y="476250"/>
                </a:lnTo>
                <a:lnTo>
                  <a:pt x="266700" y="485775"/>
                </a:lnTo>
                <a:lnTo>
                  <a:pt x="257175" y="485775"/>
                </a:lnTo>
                <a:lnTo>
                  <a:pt x="257175" y="457200"/>
                </a:lnTo>
                <a:lnTo>
                  <a:pt x="247650" y="457200"/>
                </a:lnTo>
                <a:lnTo>
                  <a:pt x="247650" y="495300"/>
                </a:lnTo>
                <a:lnTo>
                  <a:pt x="238125" y="495300"/>
                </a:lnTo>
                <a:lnTo>
                  <a:pt x="238125" y="485775"/>
                </a:lnTo>
                <a:lnTo>
                  <a:pt x="228600" y="485775"/>
                </a:lnTo>
                <a:lnTo>
                  <a:pt x="228600" y="466725"/>
                </a:lnTo>
                <a:lnTo>
                  <a:pt x="219075" y="466725"/>
                </a:lnTo>
                <a:lnTo>
                  <a:pt x="219075" y="447675"/>
                </a:lnTo>
                <a:lnTo>
                  <a:pt x="247650" y="447675"/>
                </a:lnTo>
                <a:close/>
                <a:moveTo>
                  <a:pt x="876300" y="438150"/>
                </a:moveTo>
                <a:lnTo>
                  <a:pt x="885825" y="438150"/>
                </a:lnTo>
                <a:lnTo>
                  <a:pt x="885825" y="447675"/>
                </a:lnTo>
                <a:lnTo>
                  <a:pt x="895350" y="447675"/>
                </a:lnTo>
                <a:lnTo>
                  <a:pt x="895350" y="457200"/>
                </a:lnTo>
                <a:lnTo>
                  <a:pt x="876300" y="457200"/>
                </a:lnTo>
                <a:close/>
                <a:moveTo>
                  <a:pt x="171450" y="457200"/>
                </a:moveTo>
                <a:lnTo>
                  <a:pt x="180975" y="457200"/>
                </a:lnTo>
                <a:lnTo>
                  <a:pt x="180975" y="476250"/>
                </a:lnTo>
                <a:lnTo>
                  <a:pt x="171450" y="476250"/>
                </a:lnTo>
                <a:close/>
                <a:moveTo>
                  <a:pt x="466725" y="466725"/>
                </a:moveTo>
                <a:lnTo>
                  <a:pt x="476250" y="466725"/>
                </a:lnTo>
                <a:lnTo>
                  <a:pt x="476250" y="476250"/>
                </a:lnTo>
                <a:lnTo>
                  <a:pt x="485775" y="476250"/>
                </a:lnTo>
                <a:lnTo>
                  <a:pt x="485775" y="485775"/>
                </a:lnTo>
                <a:lnTo>
                  <a:pt x="476250" y="485775"/>
                </a:lnTo>
                <a:lnTo>
                  <a:pt x="476250" y="495300"/>
                </a:lnTo>
                <a:lnTo>
                  <a:pt x="447675" y="495300"/>
                </a:lnTo>
                <a:lnTo>
                  <a:pt x="447675" y="504825"/>
                </a:lnTo>
                <a:lnTo>
                  <a:pt x="438150" y="504825"/>
                </a:lnTo>
                <a:lnTo>
                  <a:pt x="438150" y="485775"/>
                </a:lnTo>
                <a:lnTo>
                  <a:pt x="419100" y="485775"/>
                </a:lnTo>
                <a:lnTo>
                  <a:pt x="419100" y="476250"/>
                </a:lnTo>
                <a:lnTo>
                  <a:pt x="466725" y="476250"/>
                </a:lnTo>
                <a:close/>
                <a:moveTo>
                  <a:pt x="1095375" y="485775"/>
                </a:moveTo>
                <a:lnTo>
                  <a:pt x="1104900" y="485775"/>
                </a:lnTo>
                <a:lnTo>
                  <a:pt x="1104900" y="514350"/>
                </a:lnTo>
                <a:lnTo>
                  <a:pt x="1114425" y="514350"/>
                </a:lnTo>
                <a:lnTo>
                  <a:pt x="1114425" y="523875"/>
                </a:lnTo>
                <a:lnTo>
                  <a:pt x="1095375" y="523875"/>
                </a:lnTo>
                <a:lnTo>
                  <a:pt x="1095375" y="514350"/>
                </a:lnTo>
                <a:lnTo>
                  <a:pt x="1085850" y="514350"/>
                </a:lnTo>
                <a:lnTo>
                  <a:pt x="1085850" y="495300"/>
                </a:lnTo>
                <a:lnTo>
                  <a:pt x="1095375" y="495300"/>
                </a:lnTo>
                <a:close/>
                <a:moveTo>
                  <a:pt x="190500" y="495300"/>
                </a:moveTo>
                <a:lnTo>
                  <a:pt x="200025" y="495300"/>
                </a:lnTo>
                <a:lnTo>
                  <a:pt x="200025" y="533400"/>
                </a:lnTo>
                <a:lnTo>
                  <a:pt x="190500" y="533400"/>
                </a:lnTo>
                <a:lnTo>
                  <a:pt x="190500" y="523875"/>
                </a:lnTo>
                <a:lnTo>
                  <a:pt x="171450" y="523875"/>
                </a:lnTo>
                <a:lnTo>
                  <a:pt x="171450" y="514350"/>
                </a:lnTo>
                <a:lnTo>
                  <a:pt x="180975" y="514350"/>
                </a:lnTo>
                <a:lnTo>
                  <a:pt x="180975" y="504825"/>
                </a:lnTo>
                <a:lnTo>
                  <a:pt x="190500" y="504825"/>
                </a:lnTo>
                <a:close/>
                <a:moveTo>
                  <a:pt x="1371600" y="495300"/>
                </a:moveTo>
                <a:lnTo>
                  <a:pt x="1381125" y="495300"/>
                </a:lnTo>
                <a:lnTo>
                  <a:pt x="1381125" y="504825"/>
                </a:lnTo>
                <a:lnTo>
                  <a:pt x="1371600" y="504825"/>
                </a:lnTo>
                <a:close/>
                <a:moveTo>
                  <a:pt x="1466850" y="514350"/>
                </a:moveTo>
                <a:lnTo>
                  <a:pt x="1476375" y="514350"/>
                </a:lnTo>
                <a:lnTo>
                  <a:pt x="1476375" y="523875"/>
                </a:lnTo>
                <a:lnTo>
                  <a:pt x="1466850" y="523875"/>
                </a:lnTo>
                <a:close/>
                <a:moveTo>
                  <a:pt x="1457325" y="523875"/>
                </a:moveTo>
                <a:lnTo>
                  <a:pt x="1466850" y="523875"/>
                </a:lnTo>
                <a:lnTo>
                  <a:pt x="1466850" y="533400"/>
                </a:lnTo>
                <a:lnTo>
                  <a:pt x="1457325" y="533400"/>
                </a:lnTo>
                <a:close/>
                <a:moveTo>
                  <a:pt x="1123950" y="533400"/>
                </a:moveTo>
                <a:lnTo>
                  <a:pt x="1133475" y="533400"/>
                </a:lnTo>
                <a:lnTo>
                  <a:pt x="1133475" y="542925"/>
                </a:lnTo>
                <a:lnTo>
                  <a:pt x="1123950" y="542925"/>
                </a:lnTo>
                <a:close/>
                <a:moveTo>
                  <a:pt x="942975" y="542925"/>
                </a:moveTo>
                <a:lnTo>
                  <a:pt x="952500" y="542925"/>
                </a:lnTo>
                <a:lnTo>
                  <a:pt x="952500" y="561975"/>
                </a:lnTo>
                <a:lnTo>
                  <a:pt x="942975" y="561975"/>
                </a:lnTo>
                <a:close/>
                <a:moveTo>
                  <a:pt x="1400175" y="552450"/>
                </a:moveTo>
                <a:lnTo>
                  <a:pt x="1419225" y="552450"/>
                </a:lnTo>
                <a:lnTo>
                  <a:pt x="1419225" y="561975"/>
                </a:lnTo>
                <a:lnTo>
                  <a:pt x="1400175" y="561975"/>
                </a:lnTo>
                <a:close/>
                <a:moveTo>
                  <a:pt x="1533525" y="552450"/>
                </a:moveTo>
                <a:lnTo>
                  <a:pt x="1543050" y="552450"/>
                </a:lnTo>
                <a:lnTo>
                  <a:pt x="1543050" y="561975"/>
                </a:lnTo>
                <a:lnTo>
                  <a:pt x="1533525" y="561975"/>
                </a:lnTo>
                <a:close/>
                <a:moveTo>
                  <a:pt x="200025" y="561975"/>
                </a:moveTo>
                <a:lnTo>
                  <a:pt x="219075" y="561975"/>
                </a:lnTo>
                <a:lnTo>
                  <a:pt x="219075" y="571500"/>
                </a:lnTo>
                <a:lnTo>
                  <a:pt x="209550" y="571500"/>
                </a:lnTo>
                <a:lnTo>
                  <a:pt x="209550" y="581025"/>
                </a:lnTo>
                <a:lnTo>
                  <a:pt x="200025" y="581025"/>
                </a:lnTo>
                <a:close/>
                <a:moveTo>
                  <a:pt x="1457325" y="561975"/>
                </a:moveTo>
                <a:lnTo>
                  <a:pt x="1476375" y="561975"/>
                </a:lnTo>
                <a:lnTo>
                  <a:pt x="1476375" y="571500"/>
                </a:lnTo>
                <a:lnTo>
                  <a:pt x="1457325" y="571500"/>
                </a:lnTo>
                <a:close/>
                <a:moveTo>
                  <a:pt x="1381125" y="571500"/>
                </a:moveTo>
                <a:lnTo>
                  <a:pt x="1390650" y="571500"/>
                </a:lnTo>
                <a:lnTo>
                  <a:pt x="1390650" y="581025"/>
                </a:lnTo>
                <a:lnTo>
                  <a:pt x="1381125" y="581025"/>
                </a:lnTo>
                <a:close/>
                <a:moveTo>
                  <a:pt x="1476375" y="571500"/>
                </a:moveTo>
                <a:lnTo>
                  <a:pt x="1504950" y="571500"/>
                </a:lnTo>
                <a:lnTo>
                  <a:pt x="1504950" y="581025"/>
                </a:lnTo>
                <a:lnTo>
                  <a:pt x="1524000" y="581025"/>
                </a:lnTo>
                <a:lnTo>
                  <a:pt x="1524000" y="590550"/>
                </a:lnTo>
                <a:lnTo>
                  <a:pt x="1495425" y="590550"/>
                </a:lnTo>
                <a:lnTo>
                  <a:pt x="1495425" y="581025"/>
                </a:lnTo>
                <a:lnTo>
                  <a:pt x="1485900" y="581025"/>
                </a:lnTo>
                <a:lnTo>
                  <a:pt x="1485900" y="590550"/>
                </a:lnTo>
                <a:lnTo>
                  <a:pt x="1476375" y="590550"/>
                </a:lnTo>
                <a:close/>
                <a:moveTo>
                  <a:pt x="171450" y="581025"/>
                </a:moveTo>
                <a:lnTo>
                  <a:pt x="180975" y="581025"/>
                </a:lnTo>
                <a:lnTo>
                  <a:pt x="180975" y="590550"/>
                </a:lnTo>
                <a:lnTo>
                  <a:pt x="171450" y="590550"/>
                </a:lnTo>
                <a:close/>
                <a:moveTo>
                  <a:pt x="190500" y="581025"/>
                </a:moveTo>
                <a:lnTo>
                  <a:pt x="200025" y="581025"/>
                </a:lnTo>
                <a:lnTo>
                  <a:pt x="200025" y="590550"/>
                </a:lnTo>
                <a:lnTo>
                  <a:pt x="190500" y="590550"/>
                </a:lnTo>
                <a:close/>
                <a:moveTo>
                  <a:pt x="276225" y="581025"/>
                </a:moveTo>
                <a:lnTo>
                  <a:pt x="285750" y="581025"/>
                </a:lnTo>
                <a:lnTo>
                  <a:pt x="285750" y="590550"/>
                </a:lnTo>
                <a:lnTo>
                  <a:pt x="276225" y="590550"/>
                </a:lnTo>
                <a:close/>
                <a:moveTo>
                  <a:pt x="180975" y="590550"/>
                </a:moveTo>
                <a:lnTo>
                  <a:pt x="190500" y="590550"/>
                </a:lnTo>
                <a:lnTo>
                  <a:pt x="190500" y="600075"/>
                </a:lnTo>
                <a:lnTo>
                  <a:pt x="180975" y="600075"/>
                </a:lnTo>
                <a:close/>
                <a:moveTo>
                  <a:pt x="266700" y="590550"/>
                </a:moveTo>
                <a:lnTo>
                  <a:pt x="276225" y="590550"/>
                </a:lnTo>
                <a:lnTo>
                  <a:pt x="276225" y="600075"/>
                </a:lnTo>
                <a:lnTo>
                  <a:pt x="266700" y="600075"/>
                </a:lnTo>
                <a:close/>
                <a:moveTo>
                  <a:pt x="1314450" y="590550"/>
                </a:moveTo>
                <a:lnTo>
                  <a:pt x="1323975" y="590550"/>
                </a:lnTo>
                <a:lnTo>
                  <a:pt x="1323975" y="609600"/>
                </a:lnTo>
                <a:lnTo>
                  <a:pt x="1295400" y="609600"/>
                </a:lnTo>
                <a:lnTo>
                  <a:pt x="1295400" y="600075"/>
                </a:lnTo>
                <a:lnTo>
                  <a:pt x="1314450" y="600075"/>
                </a:lnTo>
                <a:close/>
                <a:moveTo>
                  <a:pt x="1524000" y="590550"/>
                </a:moveTo>
                <a:lnTo>
                  <a:pt x="1533525" y="590550"/>
                </a:lnTo>
                <a:lnTo>
                  <a:pt x="1533525" y="609600"/>
                </a:lnTo>
                <a:lnTo>
                  <a:pt x="1524000" y="609600"/>
                </a:lnTo>
                <a:close/>
                <a:moveTo>
                  <a:pt x="1409700" y="609600"/>
                </a:moveTo>
                <a:lnTo>
                  <a:pt x="1419225" y="609600"/>
                </a:lnTo>
                <a:lnTo>
                  <a:pt x="1419225" y="628650"/>
                </a:lnTo>
                <a:lnTo>
                  <a:pt x="1409700" y="628650"/>
                </a:lnTo>
                <a:close/>
                <a:moveTo>
                  <a:pt x="304800" y="628650"/>
                </a:moveTo>
                <a:lnTo>
                  <a:pt x="314325" y="628650"/>
                </a:lnTo>
                <a:lnTo>
                  <a:pt x="314325" y="638175"/>
                </a:lnTo>
                <a:lnTo>
                  <a:pt x="304800" y="638175"/>
                </a:lnTo>
                <a:close/>
                <a:moveTo>
                  <a:pt x="904875" y="628650"/>
                </a:moveTo>
                <a:lnTo>
                  <a:pt x="914400" y="628650"/>
                </a:lnTo>
                <a:lnTo>
                  <a:pt x="914400" y="638175"/>
                </a:lnTo>
                <a:lnTo>
                  <a:pt x="904875" y="638175"/>
                </a:lnTo>
                <a:close/>
                <a:moveTo>
                  <a:pt x="1600200" y="628650"/>
                </a:moveTo>
                <a:lnTo>
                  <a:pt x="1609725" y="628650"/>
                </a:lnTo>
                <a:lnTo>
                  <a:pt x="1609725" y="638175"/>
                </a:lnTo>
                <a:lnTo>
                  <a:pt x="1600200" y="638175"/>
                </a:lnTo>
                <a:close/>
                <a:moveTo>
                  <a:pt x="1657350" y="628650"/>
                </a:moveTo>
                <a:lnTo>
                  <a:pt x="1704975" y="628650"/>
                </a:lnTo>
                <a:lnTo>
                  <a:pt x="1704975" y="638175"/>
                </a:lnTo>
                <a:lnTo>
                  <a:pt x="1724025" y="638175"/>
                </a:lnTo>
                <a:lnTo>
                  <a:pt x="1724025" y="647700"/>
                </a:lnTo>
                <a:lnTo>
                  <a:pt x="1714500" y="647700"/>
                </a:lnTo>
                <a:lnTo>
                  <a:pt x="1714500" y="657225"/>
                </a:lnTo>
                <a:lnTo>
                  <a:pt x="1704975" y="657225"/>
                </a:lnTo>
                <a:lnTo>
                  <a:pt x="1704975" y="695325"/>
                </a:lnTo>
                <a:lnTo>
                  <a:pt x="1695450" y="695325"/>
                </a:lnTo>
                <a:lnTo>
                  <a:pt x="1695450" y="685800"/>
                </a:lnTo>
                <a:lnTo>
                  <a:pt x="1685925" y="685800"/>
                </a:lnTo>
                <a:lnTo>
                  <a:pt x="1685925" y="695325"/>
                </a:lnTo>
                <a:lnTo>
                  <a:pt x="1695450" y="695325"/>
                </a:lnTo>
                <a:lnTo>
                  <a:pt x="1695450" y="704850"/>
                </a:lnTo>
                <a:lnTo>
                  <a:pt x="1676400" y="704850"/>
                </a:lnTo>
                <a:lnTo>
                  <a:pt x="1676400" y="695325"/>
                </a:lnTo>
                <a:lnTo>
                  <a:pt x="1647825" y="695325"/>
                </a:lnTo>
                <a:lnTo>
                  <a:pt x="1647825" y="666750"/>
                </a:lnTo>
                <a:lnTo>
                  <a:pt x="1666875" y="666750"/>
                </a:lnTo>
                <a:lnTo>
                  <a:pt x="1666875" y="676275"/>
                </a:lnTo>
                <a:lnTo>
                  <a:pt x="1657350" y="676275"/>
                </a:lnTo>
                <a:lnTo>
                  <a:pt x="1657350" y="685800"/>
                </a:lnTo>
                <a:lnTo>
                  <a:pt x="1676400" y="685800"/>
                </a:lnTo>
                <a:lnTo>
                  <a:pt x="1676400" y="676275"/>
                </a:lnTo>
                <a:lnTo>
                  <a:pt x="1685925" y="676275"/>
                </a:lnTo>
                <a:lnTo>
                  <a:pt x="1685925" y="666750"/>
                </a:lnTo>
                <a:lnTo>
                  <a:pt x="1695450" y="666750"/>
                </a:lnTo>
                <a:lnTo>
                  <a:pt x="1695450" y="657225"/>
                </a:lnTo>
                <a:lnTo>
                  <a:pt x="1657350" y="657225"/>
                </a:lnTo>
                <a:close/>
                <a:moveTo>
                  <a:pt x="180975" y="638175"/>
                </a:moveTo>
                <a:lnTo>
                  <a:pt x="190500" y="638175"/>
                </a:lnTo>
                <a:lnTo>
                  <a:pt x="190500" y="647700"/>
                </a:lnTo>
                <a:lnTo>
                  <a:pt x="180975" y="647700"/>
                </a:lnTo>
                <a:close/>
                <a:moveTo>
                  <a:pt x="200025" y="638175"/>
                </a:moveTo>
                <a:lnTo>
                  <a:pt x="209550" y="638175"/>
                </a:lnTo>
                <a:lnTo>
                  <a:pt x="209550" y="647700"/>
                </a:lnTo>
                <a:lnTo>
                  <a:pt x="219075" y="647700"/>
                </a:lnTo>
                <a:lnTo>
                  <a:pt x="219075" y="657225"/>
                </a:lnTo>
                <a:lnTo>
                  <a:pt x="209550" y="657225"/>
                </a:lnTo>
                <a:lnTo>
                  <a:pt x="209550" y="676275"/>
                </a:lnTo>
                <a:lnTo>
                  <a:pt x="200025" y="676275"/>
                </a:lnTo>
                <a:close/>
                <a:moveTo>
                  <a:pt x="914400" y="638175"/>
                </a:moveTo>
                <a:lnTo>
                  <a:pt x="933450" y="638175"/>
                </a:lnTo>
                <a:lnTo>
                  <a:pt x="933450" y="647700"/>
                </a:lnTo>
                <a:lnTo>
                  <a:pt x="914400" y="647700"/>
                </a:lnTo>
                <a:close/>
                <a:moveTo>
                  <a:pt x="1609725" y="638175"/>
                </a:moveTo>
                <a:lnTo>
                  <a:pt x="1619250" y="638175"/>
                </a:lnTo>
                <a:lnTo>
                  <a:pt x="1619250" y="666750"/>
                </a:lnTo>
                <a:lnTo>
                  <a:pt x="1600200" y="666750"/>
                </a:lnTo>
                <a:lnTo>
                  <a:pt x="1600200" y="657225"/>
                </a:lnTo>
                <a:lnTo>
                  <a:pt x="1609725" y="657225"/>
                </a:lnTo>
                <a:close/>
                <a:moveTo>
                  <a:pt x="1676400" y="647700"/>
                </a:moveTo>
                <a:lnTo>
                  <a:pt x="1685925" y="647700"/>
                </a:lnTo>
                <a:lnTo>
                  <a:pt x="1685925" y="638175"/>
                </a:lnTo>
                <a:lnTo>
                  <a:pt x="1676400" y="638175"/>
                </a:lnTo>
                <a:close/>
                <a:moveTo>
                  <a:pt x="781050" y="657225"/>
                </a:moveTo>
                <a:lnTo>
                  <a:pt x="809625" y="657225"/>
                </a:lnTo>
                <a:lnTo>
                  <a:pt x="809625" y="666750"/>
                </a:lnTo>
                <a:lnTo>
                  <a:pt x="781050" y="666750"/>
                </a:lnTo>
                <a:close/>
                <a:moveTo>
                  <a:pt x="1381125" y="657225"/>
                </a:moveTo>
                <a:lnTo>
                  <a:pt x="1400175" y="657225"/>
                </a:lnTo>
                <a:lnTo>
                  <a:pt x="1400175" y="666750"/>
                </a:lnTo>
                <a:lnTo>
                  <a:pt x="1381125" y="666750"/>
                </a:lnTo>
                <a:close/>
                <a:moveTo>
                  <a:pt x="1543050" y="666750"/>
                </a:moveTo>
                <a:lnTo>
                  <a:pt x="1562100" y="666750"/>
                </a:lnTo>
                <a:lnTo>
                  <a:pt x="1562100" y="676275"/>
                </a:lnTo>
                <a:lnTo>
                  <a:pt x="1581150" y="676275"/>
                </a:lnTo>
                <a:lnTo>
                  <a:pt x="1581150" y="685800"/>
                </a:lnTo>
                <a:lnTo>
                  <a:pt x="1562100" y="685800"/>
                </a:lnTo>
                <a:lnTo>
                  <a:pt x="1562100" y="695325"/>
                </a:lnTo>
                <a:lnTo>
                  <a:pt x="1552575" y="695325"/>
                </a:lnTo>
                <a:lnTo>
                  <a:pt x="1552575" y="704850"/>
                </a:lnTo>
                <a:lnTo>
                  <a:pt x="1543050" y="704850"/>
                </a:lnTo>
                <a:lnTo>
                  <a:pt x="1543050" y="695325"/>
                </a:lnTo>
                <a:lnTo>
                  <a:pt x="1533525" y="695325"/>
                </a:lnTo>
                <a:lnTo>
                  <a:pt x="1533525" y="676275"/>
                </a:lnTo>
                <a:lnTo>
                  <a:pt x="1543050" y="676275"/>
                </a:lnTo>
                <a:close/>
                <a:moveTo>
                  <a:pt x="1714500" y="666750"/>
                </a:moveTo>
                <a:lnTo>
                  <a:pt x="1724025" y="666750"/>
                </a:lnTo>
                <a:lnTo>
                  <a:pt x="1724025" y="676275"/>
                </a:lnTo>
                <a:lnTo>
                  <a:pt x="1714500" y="676275"/>
                </a:lnTo>
                <a:close/>
                <a:moveTo>
                  <a:pt x="1762125" y="676275"/>
                </a:moveTo>
                <a:lnTo>
                  <a:pt x="1771650" y="676275"/>
                </a:lnTo>
                <a:lnTo>
                  <a:pt x="1771650" y="685800"/>
                </a:lnTo>
                <a:lnTo>
                  <a:pt x="1781175" y="685800"/>
                </a:lnTo>
                <a:lnTo>
                  <a:pt x="1781175" y="695325"/>
                </a:lnTo>
                <a:lnTo>
                  <a:pt x="1771650" y="695325"/>
                </a:lnTo>
                <a:lnTo>
                  <a:pt x="1771650" y="704850"/>
                </a:lnTo>
                <a:lnTo>
                  <a:pt x="1762125" y="704850"/>
                </a:lnTo>
                <a:close/>
                <a:moveTo>
                  <a:pt x="1390650" y="685800"/>
                </a:moveTo>
                <a:lnTo>
                  <a:pt x="1400175" y="685800"/>
                </a:lnTo>
                <a:lnTo>
                  <a:pt x="1400175" y="695325"/>
                </a:lnTo>
                <a:lnTo>
                  <a:pt x="1390650" y="695325"/>
                </a:lnTo>
                <a:close/>
                <a:moveTo>
                  <a:pt x="1419225" y="685800"/>
                </a:moveTo>
                <a:lnTo>
                  <a:pt x="1428750" y="685800"/>
                </a:lnTo>
                <a:lnTo>
                  <a:pt x="1428750" y="695325"/>
                </a:lnTo>
                <a:lnTo>
                  <a:pt x="1419225" y="695325"/>
                </a:lnTo>
                <a:close/>
                <a:moveTo>
                  <a:pt x="314325" y="695325"/>
                </a:moveTo>
                <a:lnTo>
                  <a:pt x="323850" y="695325"/>
                </a:lnTo>
                <a:lnTo>
                  <a:pt x="323850" y="704850"/>
                </a:lnTo>
                <a:lnTo>
                  <a:pt x="314325" y="704850"/>
                </a:lnTo>
                <a:close/>
                <a:moveTo>
                  <a:pt x="819150" y="695325"/>
                </a:moveTo>
                <a:lnTo>
                  <a:pt x="838200" y="695325"/>
                </a:lnTo>
                <a:lnTo>
                  <a:pt x="838200" y="704850"/>
                </a:lnTo>
                <a:lnTo>
                  <a:pt x="819150" y="704850"/>
                </a:lnTo>
                <a:close/>
                <a:moveTo>
                  <a:pt x="238125" y="704850"/>
                </a:moveTo>
                <a:lnTo>
                  <a:pt x="247650" y="704850"/>
                </a:lnTo>
                <a:lnTo>
                  <a:pt x="247650" y="714375"/>
                </a:lnTo>
                <a:lnTo>
                  <a:pt x="238125" y="714375"/>
                </a:lnTo>
                <a:close/>
                <a:moveTo>
                  <a:pt x="276225" y="704850"/>
                </a:moveTo>
                <a:lnTo>
                  <a:pt x="285750" y="704850"/>
                </a:lnTo>
                <a:lnTo>
                  <a:pt x="285750" y="714375"/>
                </a:lnTo>
                <a:lnTo>
                  <a:pt x="276225" y="714375"/>
                </a:lnTo>
                <a:close/>
                <a:moveTo>
                  <a:pt x="1495425" y="704850"/>
                </a:moveTo>
                <a:lnTo>
                  <a:pt x="1504950" y="704850"/>
                </a:lnTo>
                <a:lnTo>
                  <a:pt x="1504950" y="733425"/>
                </a:lnTo>
                <a:lnTo>
                  <a:pt x="1514475" y="733425"/>
                </a:lnTo>
                <a:lnTo>
                  <a:pt x="1514475" y="742950"/>
                </a:lnTo>
                <a:lnTo>
                  <a:pt x="1485900" y="742950"/>
                </a:lnTo>
                <a:lnTo>
                  <a:pt x="1485900" y="733425"/>
                </a:lnTo>
                <a:lnTo>
                  <a:pt x="1495425" y="733425"/>
                </a:lnTo>
                <a:close/>
                <a:moveTo>
                  <a:pt x="219075" y="714375"/>
                </a:moveTo>
                <a:lnTo>
                  <a:pt x="228600" y="714375"/>
                </a:lnTo>
                <a:lnTo>
                  <a:pt x="228600" y="723900"/>
                </a:lnTo>
                <a:lnTo>
                  <a:pt x="219075" y="723900"/>
                </a:lnTo>
                <a:close/>
                <a:moveTo>
                  <a:pt x="1533525" y="723900"/>
                </a:moveTo>
                <a:lnTo>
                  <a:pt x="1543050" y="723900"/>
                </a:lnTo>
                <a:lnTo>
                  <a:pt x="1543050" y="742950"/>
                </a:lnTo>
                <a:lnTo>
                  <a:pt x="1524000" y="742950"/>
                </a:lnTo>
                <a:lnTo>
                  <a:pt x="1524000" y="733425"/>
                </a:lnTo>
                <a:lnTo>
                  <a:pt x="1533525" y="733425"/>
                </a:lnTo>
                <a:close/>
                <a:moveTo>
                  <a:pt x="1695450" y="723900"/>
                </a:moveTo>
                <a:lnTo>
                  <a:pt x="1724025" y="723900"/>
                </a:lnTo>
                <a:lnTo>
                  <a:pt x="1724025" y="733425"/>
                </a:lnTo>
                <a:lnTo>
                  <a:pt x="1714500" y="733425"/>
                </a:lnTo>
                <a:lnTo>
                  <a:pt x="1714500" y="742950"/>
                </a:lnTo>
                <a:lnTo>
                  <a:pt x="1685925" y="742950"/>
                </a:lnTo>
                <a:lnTo>
                  <a:pt x="1685925" y="733425"/>
                </a:lnTo>
                <a:lnTo>
                  <a:pt x="1695450" y="733425"/>
                </a:lnTo>
                <a:close/>
                <a:moveTo>
                  <a:pt x="885825" y="733425"/>
                </a:moveTo>
                <a:lnTo>
                  <a:pt x="895350" y="733425"/>
                </a:lnTo>
                <a:lnTo>
                  <a:pt x="895350" y="742950"/>
                </a:lnTo>
                <a:lnTo>
                  <a:pt x="885825" y="742950"/>
                </a:lnTo>
                <a:close/>
                <a:moveTo>
                  <a:pt x="1466850" y="742950"/>
                </a:moveTo>
                <a:lnTo>
                  <a:pt x="1485900" y="742950"/>
                </a:lnTo>
                <a:lnTo>
                  <a:pt x="1485900" y="752475"/>
                </a:lnTo>
                <a:lnTo>
                  <a:pt x="1466850" y="752475"/>
                </a:lnTo>
                <a:close/>
                <a:moveTo>
                  <a:pt x="1571625" y="742950"/>
                </a:moveTo>
                <a:lnTo>
                  <a:pt x="1581150" y="742950"/>
                </a:lnTo>
                <a:lnTo>
                  <a:pt x="1581150" y="752475"/>
                </a:lnTo>
                <a:lnTo>
                  <a:pt x="1571625" y="752475"/>
                </a:lnTo>
                <a:close/>
                <a:moveTo>
                  <a:pt x="304800" y="752475"/>
                </a:moveTo>
                <a:lnTo>
                  <a:pt x="323850" y="752475"/>
                </a:lnTo>
                <a:lnTo>
                  <a:pt x="323850" y="762000"/>
                </a:lnTo>
                <a:lnTo>
                  <a:pt x="304800" y="762000"/>
                </a:lnTo>
                <a:close/>
                <a:moveTo>
                  <a:pt x="800100" y="752475"/>
                </a:moveTo>
                <a:lnTo>
                  <a:pt x="809625" y="752475"/>
                </a:lnTo>
                <a:lnTo>
                  <a:pt x="809625" y="762000"/>
                </a:lnTo>
                <a:lnTo>
                  <a:pt x="800100" y="762000"/>
                </a:lnTo>
                <a:close/>
                <a:moveTo>
                  <a:pt x="1543050" y="762000"/>
                </a:moveTo>
                <a:lnTo>
                  <a:pt x="1562100" y="762000"/>
                </a:lnTo>
                <a:lnTo>
                  <a:pt x="1562100" y="781050"/>
                </a:lnTo>
                <a:lnTo>
                  <a:pt x="1600200" y="781050"/>
                </a:lnTo>
                <a:lnTo>
                  <a:pt x="1600200" y="800100"/>
                </a:lnTo>
                <a:lnTo>
                  <a:pt x="1581150" y="800100"/>
                </a:lnTo>
                <a:lnTo>
                  <a:pt x="1581150" y="809625"/>
                </a:lnTo>
                <a:lnTo>
                  <a:pt x="1571625" y="809625"/>
                </a:lnTo>
                <a:lnTo>
                  <a:pt x="1571625" y="800100"/>
                </a:lnTo>
                <a:lnTo>
                  <a:pt x="1562100" y="800100"/>
                </a:lnTo>
                <a:lnTo>
                  <a:pt x="1562100" y="790575"/>
                </a:lnTo>
                <a:lnTo>
                  <a:pt x="1552575" y="790575"/>
                </a:lnTo>
                <a:lnTo>
                  <a:pt x="1552575" y="781050"/>
                </a:lnTo>
                <a:lnTo>
                  <a:pt x="1543050" y="781050"/>
                </a:lnTo>
                <a:close/>
                <a:moveTo>
                  <a:pt x="695325" y="771525"/>
                </a:moveTo>
                <a:lnTo>
                  <a:pt x="704850" y="771525"/>
                </a:lnTo>
                <a:lnTo>
                  <a:pt x="704850" y="781050"/>
                </a:lnTo>
                <a:lnTo>
                  <a:pt x="695325" y="781050"/>
                </a:lnTo>
                <a:close/>
                <a:moveTo>
                  <a:pt x="800100" y="771525"/>
                </a:moveTo>
                <a:lnTo>
                  <a:pt x="819150" y="771525"/>
                </a:lnTo>
                <a:lnTo>
                  <a:pt x="819150" y="781050"/>
                </a:lnTo>
                <a:lnTo>
                  <a:pt x="800100" y="781050"/>
                </a:lnTo>
                <a:close/>
                <a:moveTo>
                  <a:pt x="809625" y="790575"/>
                </a:moveTo>
                <a:lnTo>
                  <a:pt x="828675" y="790575"/>
                </a:lnTo>
                <a:lnTo>
                  <a:pt x="828675" y="800100"/>
                </a:lnTo>
                <a:lnTo>
                  <a:pt x="809625" y="800100"/>
                </a:lnTo>
                <a:close/>
                <a:moveTo>
                  <a:pt x="828675" y="800100"/>
                </a:moveTo>
                <a:lnTo>
                  <a:pt x="838200" y="800100"/>
                </a:lnTo>
                <a:lnTo>
                  <a:pt x="838200" y="809625"/>
                </a:lnTo>
                <a:lnTo>
                  <a:pt x="828675" y="809625"/>
                </a:lnTo>
                <a:close/>
                <a:moveTo>
                  <a:pt x="876300" y="800100"/>
                </a:moveTo>
                <a:lnTo>
                  <a:pt x="885825" y="800100"/>
                </a:lnTo>
                <a:lnTo>
                  <a:pt x="885825" y="819150"/>
                </a:lnTo>
                <a:lnTo>
                  <a:pt x="876300" y="819150"/>
                </a:lnTo>
                <a:lnTo>
                  <a:pt x="876300" y="828675"/>
                </a:lnTo>
                <a:lnTo>
                  <a:pt x="857250" y="828675"/>
                </a:lnTo>
                <a:lnTo>
                  <a:pt x="857250" y="819150"/>
                </a:lnTo>
                <a:lnTo>
                  <a:pt x="847725" y="819150"/>
                </a:lnTo>
                <a:lnTo>
                  <a:pt x="847725" y="809625"/>
                </a:lnTo>
                <a:lnTo>
                  <a:pt x="876300" y="809625"/>
                </a:lnTo>
                <a:close/>
                <a:moveTo>
                  <a:pt x="1171575" y="800100"/>
                </a:moveTo>
                <a:lnTo>
                  <a:pt x="1190625" y="800100"/>
                </a:lnTo>
                <a:lnTo>
                  <a:pt x="1190625" y="809625"/>
                </a:lnTo>
                <a:lnTo>
                  <a:pt x="1171575" y="809625"/>
                </a:lnTo>
                <a:close/>
                <a:moveTo>
                  <a:pt x="933450" y="809625"/>
                </a:moveTo>
                <a:lnTo>
                  <a:pt x="942975" y="809625"/>
                </a:lnTo>
                <a:lnTo>
                  <a:pt x="942975" y="819150"/>
                </a:lnTo>
                <a:lnTo>
                  <a:pt x="933450" y="819150"/>
                </a:lnTo>
                <a:close/>
                <a:moveTo>
                  <a:pt x="1190625" y="809625"/>
                </a:moveTo>
                <a:lnTo>
                  <a:pt x="1200150" y="809625"/>
                </a:lnTo>
                <a:lnTo>
                  <a:pt x="1200150" y="819150"/>
                </a:lnTo>
                <a:lnTo>
                  <a:pt x="1190625" y="819150"/>
                </a:lnTo>
                <a:close/>
                <a:moveTo>
                  <a:pt x="923925" y="819150"/>
                </a:moveTo>
                <a:lnTo>
                  <a:pt x="933450" y="819150"/>
                </a:lnTo>
                <a:lnTo>
                  <a:pt x="933450" y="828675"/>
                </a:lnTo>
                <a:lnTo>
                  <a:pt x="923925" y="828675"/>
                </a:lnTo>
                <a:close/>
                <a:moveTo>
                  <a:pt x="1200150" y="819150"/>
                </a:moveTo>
                <a:lnTo>
                  <a:pt x="1209675" y="819150"/>
                </a:lnTo>
                <a:lnTo>
                  <a:pt x="1209675" y="828675"/>
                </a:lnTo>
                <a:lnTo>
                  <a:pt x="1200150" y="828675"/>
                </a:lnTo>
                <a:close/>
                <a:moveTo>
                  <a:pt x="1352550" y="828675"/>
                </a:moveTo>
                <a:lnTo>
                  <a:pt x="1362075" y="828675"/>
                </a:lnTo>
                <a:lnTo>
                  <a:pt x="1362075" y="838200"/>
                </a:lnTo>
                <a:lnTo>
                  <a:pt x="1352550" y="838200"/>
                </a:lnTo>
                <a:close/>
                <a:moveTo>
                  <a:pt x="1543050" y="828675"/>
                </a:moveTo>
                <a:lnTo>
                  <a:pt x="1552575" y="828675"/>
                </a:lnTo>
                <a:lnTo>
                  <a:pt x="1552575" y="838200"/>
                </a:lnTo>
                <a:lnTo>
                  <a:pt x="1543050" y="838200"/>
                </a:lnTo>
                <a:close/>
                <a:moveTo>
                  <a:pt x="1657350" y="828675"/>
                </a:moveTo>
                <a:lnTo>
                  <a:pt x="1666875" y="828675"/>
                </a:lnTo>
                <a:lnTo>
                  <a:pt x="1666875" y="838200"/>
                </a:lnTo>
                <a:lnTo>
                  <a:pt x="1657350" y="838200"/>
                </a:lnTo>
                <a:close/>
                <a:moveTo>
                  <a:pt x="714375" y="838200"/>
                </a:moveTo>
                <a:lnTo>
                  <a:pt x="733425" y="838200"/>
                </a:lnTo>
                <a:lnTo>
                  <a:pt x="733425" y="847725"/>
                </a:lnTo>
                <a:lnTo>
                  <a:pt x="714375" y="847725"/>
                </a:lnTo>
                <a:close/>
                <a:moveTo>
                  <a:pt x="1181100" y="847725"/>
                </a:moveTo>
                <a:lnTo>
                  <a:pt x="1200150" y="847725"/>
                </a:lnTo>
                <a:lnTo>
                  <a:pt x="1200150" y="857250"/>
                </a:lnTo>
                <a:lnTo>
                  <a:pt x="1190625" y="857250"/>
                </a:lnTo>
                <a:lnTo>
                  <a:pt x="1190625" y="876300"/>
                </a:lnTo>
                <a:lnTo>
                  <a:pt x="1171575" y="876300"/>
                </a:lnTo>
                <a:lnTo>
                  <a:pt x="1171575" y="866775"/>
                </a:lnTo>
                <a:lnTo>
                  <a:pt x="1181100" y="866775"/>
                </a:lnTo>
                <a:close/>
                <a:moveTo>
                  <a:pt x="1228725" y="847725"/>
                </a:moveTo>
                <a:lnTo>
                  <a:pt x="1238250" y="847725"/>
                </a:lnTo>
                <a:lnTo>
                  <a:pt x="1238250" y="857250"/>
                </a:lnTo>
                <a:lnTo>
                  <a:pt x="1228725" y="857250"/>
                </a:lnTo>
                <a:close/>
                <a:moveTo>
                  <a:pt x="676275" y="857250"/>
                </a:moveTo>
                <a:lnTo>
                  <a:pt x="695325" y="857250"/>
                </a:lnTo>
                <a:lnTo>
                  <a:pt x="695325" y="866775"/>
                </a:lnTo>
                <a:lnTo>
                  <a:pt x="685800" y="866775"/>
                </a:lnTo>
                <a:lnTo>
                  <a:pt x="685800" y="876300"/>
                </a:lnTo>
                <a:lnTo>
                  <a:pt x="676275" y="876300"/>
                </a:lnTo>
                <a:close/>
                <a:moveTo>
                  <a:pt x="742950" y="857250"/>
                </a:moveTo>
                <a:lnTo>
                  <a:pt x="771525" y="857250"/>
                </a:lnTo>
                <a:lnTo>
                  <a:pt x="771525" y="876300"/>
                </a:lnTo>
                <a:lnTo>
                  <a:pt x="762000" y="876300"/>
                </a:lnTo>
                <a:lnTo>
                  <a:pt x="762000" y="885825"/>
                </a:lnTo>
                <a:lnTo>
                  <a:pt x="742950" y="885825"/>
                </a:lnTo>
                <a:lnTo>
                  <a:pt x="742950" y="895350"/>
                </a:lnTo>
                <a:lnTo>
                  <a:pt x="733425" y="895350"/>
                </a:lnTo>
                <a:lnTo>
                  <a:pt x="733425" y="885825"/>
                </a:lnTo>
                <a:lnTo>
                  <a:pt x="723900" y="885825"/>
                </a:lnTo>
                <a:lnTo>
                  <a:pt x="723900" y="876300"/>
                </a:lnTo>
                <a:lnTo>
                  <a:pt x="733425" y="876300"/>
                </a:lnTo>
                <a:lnTo>
                  <a:pt x="733425" y="866775"/>
                </a:lnTo>
                <a:lnTo>
                  <a:pt x="742950" y="866775"/>
                </a:lnTo>
                <a:close/>
                <a:moveTo>
                  <a:pt x="809625" y="857250"/>
                </a:moveTo>
                <a:lnTo>
                  <a:pt x="819150" y="857250"/>
                </a:lnTo>
                <a:lnTo>
                  <a:pt x="819150" y="866775"/>
                </a:lnTo>
                <a:lnTo>
                  <a:pt x="809625" y="866775"/>
                </a:lnTo>
                <a:close/>
                <a:moveTo>
                  <a:pt x="1333500" y="857250"/>
                </a:moveTo>
                <a:lnTo>
                  <a:pt x="1343025" y="857250"/>
                </a:lnTo>
                <a:lnTo>
                  <a:pt x="1343025" y="866775"/>
                </a:lnTo>
                <a:lnTo>
                  <a:pt x="1371600" y="866775"/>
                </a:lnTo>
                <a:lnTo>
                  <a:pt x="1371600" y="857250"/>
                </a:lnTo>
                <a:lnTo>
                  <a:pt x="1381125" y="857250"/>
                </a:lnTo>
                <a:lnTo>
                  <a:pt x="1381125" y="866775"/>
                </a:lnTo>
                <a:lnTo>
                  <a:pt x="1371600" y="866775"/>
                </a:lnTo>
                <a:lnTo>
                  <a:pt x="1371600" y="876300"/>
                </a:lnTo>
                <a:lnTo>
                  <a:pt x="1333500" y="876300"/>
                </a:lnTo>
                <a:lnTo>
                  <a:pt x="1333500" y="885825"/>
                </a:lnTo>
                <a:lnTo>
                  <a:pt x="1323975" y="885825"/>
                </a:lnTo>
                <a:lnTo>
                  <a:pt x="1323975" y="876300"/>
                </a:lnTo>
                <a:lnTo>
                  <a:pt x="1314450" y="876300"/>
                </a:lnTo>
                <a:lnTo>
                  <a:pt x="1314450" y="866775"/>
                </a:lnTo>
                <a:lnTo>
                  <a:pt x="1333500" y="866775"/>
                </a:lnTo>
                <a:close/>
                <a:moveTo>
                  <a:pt x="1724025" y="857250"/>
                </a:moveTo>
                <a:lnTo>
                  <a:pt x="1733550" y="857250"/>
                </a:lnTo>
                <a:lnTo>
                  <a:pt x="1733550" y="876300"/>
                </a:lnTo>
                <a:lnTo>
                  <a:pt x="1714500" y="876300"/>
                </a:lnTo>
                <a:lnTo>
                  <a:pt x="1714500" y="866775"/>
                </a:lnTo>
                <a:lnTo>
                  <a:pt x="1724025" y="866775"/>
                </a:lnTo>
                <a:close/>
                <a:moveTo>
                  <a:pt x="361950" y="866775"/>
                </a:moveTo>
                <a:lnTo>
                  <a:pt x="371475" y="866775"/>
                </a:lnTo>
                <a:lnTo>
                  <a:pt x="371475" y="876300"/>
                </a:lnTo>
                <a:lnTo>
                  <a:pt x="361950" y="876300"/>
                </a:lnTo>
                <a:close/>
                <a:moveTo>
                  <a:pt x="581025" y="866775"/>
                </a:moveTo>
                <a:lnTo>
                  <a:pt x="638175" y="866775"/>
                </a:lnTo>
                <a:lnTo>
                  <a:pt x="638175" y="876300"/>
                </a:lnTo>
                <a:lnTo>
                  <a:pt x="666750" y="876300"/>
                </a:lnTo>
                <a:lnTo>
                  <a:pt x="666750" y="885825"/>
                </a:lnTo>
                <a:lnTo>
                  <a:pt x="695325" y="885825"/>
                </a:lnTo>
                <a:lnTo>
                  <a:pt x="695325" y="895350"/>
                </a:lnTo>
                <a:lnTo>
                  <a:pt x="657225" y="895350"/>
                </a:lnTo>
                <a:lnTo>
                  <a:pt x="657225" y="885825"/>
                </a:lnTo>
                <a:lnTo>
                  <a:pt x="628650" y="885825"/>
                </a:lnTo>
                <a:lnTo>
                  <a:pt x="628650" y="895350"/>
                </a:lnTo>
                <a:lnTo>
                  <a:pt x="619125" y="895350"/>
                </a:lnTo>
                <a:lnTo>
                  <a:pt x="619125" y="933450"/>
                </a:lnTo>
                <a:lnTo>
                  <a:pt x="609600" y="933450"/>
                </a:lnTo>
                <a:lnTo>
                  <a:pt x="609600" y="923925"/>
                </a:lnTo>
                <a:lnTo>
                  <a:pt x="600075" y="923925"/>
                </a:lnTo>
                <a:lnTo>
                  <a:pt x="600075" y="914400"/>
                </a:lnTo>
                <a:lnTo>
                  <a:pt x="590550" y="914400"/>
                </a:lnTo>
                <a:lnTo>
                  <a:pt x="590550" y="904875"/>
                </a:lnTo>
                <a:lnTo>
                  <a:pt x="581025" y="904875"/>
                </a:lnTo>
                <a:lnTo>
                  <a:pt x="581025" y="895350"/>
                </a:lnTo>
                <a:lnTo>
                  <a:pt x="561975" y="895350"/>
                </a:lnTo>
                <a:lnTo>
                  <a:pt x="561975" y="876300"/>
                </a:lnTo>
                <a:lnTo>
                  <a:pt x="581025" y="876300"/>
                </a:lnTo>
                <a:close/>
                <a:moveTo>
                  <a:pt x="695325" y="866775"/>
                </a:moveTo>
                <a:lnTo>
                  <a:pt x="714375" y="866775"/>
                </a:lnTo>
                <a:lnTo>
                  <a:pt x="714375" y="876300"/>
                </a:lnTo>
                <a:lnTo>
                  <a:pt x="695325" y="876300"/>
                </a:lnTo>
                <a:close/>
                <a:moveTo>
                  <a:pt x="1219200" y="866775"/>
                </a:moveTo>
                <a:lnTo>
                  <a:pt x="1228725" y="866775"/>
                </a:lnTo>
                <a:lnTo>
                  <a:pt x="1228725" y="876300"/>
                </a:lnTo>
                <a:lnTo>
                  <a:pt x="1219200" y="876300"/>
                </a:lnTo>
                <a:close/>
                <a:moveTo>
                  <a:pt x="838200" y="876300"/>
                </a:moveTo>
                <a:lnTo>
                  <a:pt x="857250" y="876300"/>
                </a:lnTo>
                <a:lnTo>
                  <a:pt x="857250" y="885825"/>
                </a:lnTo>
                <a:lnTo>
                  <a:pt x="847725" y="885825"/>
                </a:lnTo>
                <a:lnTo>
                  <a:pt x="847725" y="895350"/>
                </a:lnTo>
                <a:lnTo>
                  <a:pt x="838200" y="895350"/>
                </a:lnTo>
                <a:close/>
                <a:moveTo>
                  <a:pt x="333375" y="885825"/>
                </a:moveTo>
                <a:lnTo>
                  <a:pt x="342900" y="885825"/>
                </a:lnTo>
                <a:lnTo>
                  <a:pt x="342900" y="895350"/>
                </a:lnTo>
                <a:lnTo>
                  <a:pt x="333375" y="895350"/>
                </a:lnTo>
                <a:close/>
                <a:moveTo>
                  <a:pt x="523875" y="885825"/>
                </a:moveTo>
                <a:lnTo>
                  <a:pt x="542925" y="885825"/>
                </a:lnTo>
                <a:lnTo>
                  <a:pt x="542925" y="895350"/>
                </a:lnTo>
                <a:lnTo>
                  <a:pt x="523875" y="895350"/>
                </a:lnTo>
                <a:close/>
                <a:moveTo>
                  <a:pt x="590550" y="885825"/>
                </a:moveTo>
                <a:lnTo>
                  <a:pt x="600075" y="885825"/>
                </a:lnTo>
                <a:lnTo>
                  <a:pt x="600075" y="876300"/>
                </a:lnTo>
                <a:lnTo>
                  <a:pt x="590550" y="876300"/>
                </a:lnTo>
                <a:close/>
                <a:moveTo>
                  <a:pt x="771525" y="885825"/>
                </a:moveTo>
                <a:lnTo>
                  <a:pt x="781050" y="885825"/>
                </a:lnTo>
                <a:lnTo>
                  <a:pt x="781050" y="895350"/>
                </a:lnTo>
                <a:lnTo>
                  <a:pt x="771525" y="895350"/>
                </a:lnTo>
                <a:close/>
                <a:moveTo>
                  <a:pt x="790575" y="885825"/>
                </a:moveTo>
                <a:lnTo>
                  <a:pt x="800100" y="885825"/>
                </a:lnTo>
                <a:lnTo>
                  <a:pt x="800100" y="895350"/>
                </a:lnTo>
                <a:lnTo>
                  <a:pt x="790575" y="895350"/>
                </a:lnTo>
                <a:close/>
                <a:moveTo>
                  <a:pt x="1581150" y="885825"/>
                </a:moveTo>
                <a:lnTo>
                  <a:pt x="1590675" y="885825"/>
                </a:lnTo>
                <a:lnTo>
                  <a:pt x="1590675" y="895350"/>
                </a:lnTo>
                <a:lnTo>
                  <a:pt x="1581150" y="895350"/>
                </a:lnTo>
                <a:close/>
                <a:moveTo>
                  <a:pt x="1685925" y="885825"/>
                </a:moveTo>
                <a:lnTo>
                  <a:pt x="1704975" y="885825"/>
                </a:lnTo>
                <a:lnTo>
                  <a:pt x="1704975" y="895350"/>
                </a:lnTo>
                <a:lnTo>
                  <a:pt x="1733550" y="895350"/>
                </a:lnTo>
                <a:lnTo>
                  <a:pt x="1733550" y="885825"/>
                </a:lnTo>
                <a:lnTo>
                  <a:pt x="1752600" y="885825"/>
                </a:lnTo>
                <a:lnTo>
                  <a:pt x="1752600" y="895350"/>
                </a:lnTo>
                <a:lnTo>
                  <a:pt x="1743075" y="895350"/>
                </a:lnTo>
                <a:lnTo>
                  <a:pt x="1743075" y="904875"/>
                </a:lnTo>
                <a:lnTo>
                  <a:pt x="1733550" y="904875"/>
                </a:lnTo>
                <a:lnTo>
                  <a:pt x="1733550" y="933450"/>
                </a:lnTo>
                <a:lnTo>
                  <a:pt x="1704975" y="933450"/>
                </a:lnTo>
                <a:lnTo>
                  <a:pt x="1704975" y="923925"/>
                </a:lnTo>
                <a:lnTo>
                  <a:pt x="1714500" y="923925"/>
                </a:lnTo>
                <a:lnTo>
                  <a:pt x="1714500" y="904875"/>
                </a:lnTo>
                <a:lnTo>
                  <a:pt x="1695450" y="904875"/>
                </a:lnTo>
                <a:lnTo>
                  <a:pt x="1695450" y="914400"/>
                </a:lnTo>
                <a:lnTo>
                  <a:pt x="1676400" y="914400"/>
                </a:lnTo>
                <a:lnTo>
                  <a:pt x="1676400" y="923925"/>
                </a:lnTo>
                <a:lnTo>
                  <a:pt x="1657350" y="923925"/>
                </a:lnTo>
                <a:lnTo>
                  <a:pt x="1657350" y="904875"/>
                </a:lnTo>
                <a:lnTo>
                  <a:pt x="1676400" y="904875"/>
                </a:lnTo>
                <a:lnTo>
                  <a:pt x="1676400" y="895350"/>
                </a:lnTo>
                <a:lnTo>
                  <a:pt x="1685925" y="895350"/>
                </a:lnTo>
                <a:close/>
                <a:moveTo>
                  <a:pt x="409575" y="895350"/>
                </a:moveTo>
                <a:lnTo>
                  <a:pt x="447675" y="895350"/>
                </a:lnTo>
                <a:lnTo>
                  <a:pt x="447675" y="904875"/>
                </a:lnTo>
                <a:lnTo>
                  <a:pt x="438150" y="904875"/>
                </a:lnTo>
                <a:lnTo>
                  <a:pt x="438150" y="923925"/>
                </a:lnTo>
                <a:lnTo>
                  <a:pt x="428625" y="923925"/>
                </a:lnTo>
                <a:lnTo>
                  <a:pt x="428625" y="942975"/>
                </a:lnTo>
                <a:lnTo>
                  <a:pt x="438150" y="942975"/>
                </a:lnTo>
                <a:lnTo>
                  <a:pt x="438150" y="923925"/>
                </a:lnTo>
                <a:lnTo>
                  <a:pt x="457200" y="923925"/>
                </a:lnTo>
                <a:lnTo>
                  <a:pt x="457200" y="942975"/>
                </a:lnTo>
                <a:lnTo>
                  <a:pt x="466725" y="942975"/>
                </a:lnTo>
                <a:lnTo>
                  <a:pt x="466725" y="923925"/>
                </a:lnTo>
                <a:lnTo>
                  <a:pt x="495300" y="923925"/>
                </a:lnTo>
                <a:lnTo>
                  <a:pt x="495300" y="942975"/>
                </a:lnTo>
                <a:lnTo>
                  <a:pt x="504825" y="942975"/>
                </a:lnTo>
                <a:lnTo>
                  <a:pt x="504825" y="952500"/>
                </a:lnTo>
                <a:lnTo>
                  <a:pt x="495300" y="952500"/>
                </a:lnTo>
                <a:lnTo>
                  <a:pt x="495300" y="962025"/>
                </a:lnTo>
                <a:lnTo>
                  <a:pt x="476250" y="962025"/>
                </a:lnTo>
                <a:lnTo>
                  <a:pt x="476250" y="971550"/>
                </a:lnTo>
                <a:lnTo>
                  <a:pt x="466725" y="971550"/>
                </a:lnTo>
                <a:lnTo>
                  <a:pt x="466725" y="981075"/>
                </a:lnTo>
                <a:lnTo>
                  <a:pt x="457200" y="981075"/>
                </a:lnTo>
                <a:lnTo>
                  <a:pt x="457200" y="962025"/>
                </a:lnTo>
                <a:lnTo>
                  <a:pt x="466725" y="962025"/>
                </a:lnTo>
                <a:lnTo>
                  <a:pt x="466725" y="952500"/>
                </a:lnTo>
                <a:lnTo>
                  <a:pt x="447675" y="952500"/>
                </a:lnTo>
                <a:lnTo>
                  <a:pt x="447675" y="962025"/>
                </a:lnTo>
                <a:lnTo>
                  <a:pt x="428625" y="962025"/>
                </a:lnTo>
                <a:lnTo>
                  <a:pt x="428625" y="952500"/>
                </a:lnTo>
                <a:lnTo>
                  <a:pt x="409575" y="952500"/>
                </a:lnTo>
                <a:lnTo>
                  <a:pt x="409575" y="942975"/>
                </a:lnTo>
                <a:lnTo>
                  <a:pt x="419100" y="942975"/>
                </a:lnTo>
                <a:lnTo>
                  <a:pt x="419100" y="923925"/>
                </a:lnTo>
                <a:lnTo>
                  <a:pt x="409575" y="923925"/>
                </a:lnTo>
                <a:close/>
                <a:moveTo>
                  <a:pt x="695325" y="895350"/>
                </a:moveTo>
                <a:lnTo>
                  <a:pt x="704850" y="895350"/>
                </a:lnTo>
                <a:lnTo>
                  <a:pt x="704850" y="904875"/>
                </a:lnTo>
                <a:lnTo>
                  <a:pt x="695325" y="904875"/>
                </a:lnTo>
                <a:close/>
                <a:moveTo>
                  <a:pt x="942975" y="895350"/>
                </a:moveTo>
                <a:lnTo>
                  <a:pt x="962025" y="895350"/>
                </a:lnTo>
                <a:lnTo>
                  <a:pt x="962025" y="914400"/>
                </a:lnTo>
                <a:lnTo>
                  <a:pt x="952500" y="914400"/>
                </a:lnTo>
                <a:lnTo>
                  <a:pt x="952500" y="904875"/>
                </a:lnTo>
                <a:lnTo>
                  <a:pt x="942975" y="904875"/>
                </a:lnTo>
                <a:close/>
                <a:moveTo>
                  <a:pt x="1571625" y="895350"/>
                </a:moveTo>
                <a:lnTo>
                  <a:pt x="1581150" y="895350"/>
                </a:lnTo>
                <a:lnTo>
                  <a:pt x="1581150" y="904875"/>
                </a:lnTo>
                <a:lnTo>
                  <a:pt x="1571625" y="904875"/>
                </a:lnTo>
                <a:close/>
                <a:moveTo>
                  <a:pt x="704850" y="904875"/>
                </a:moveTo>
                <a:lnTo>
                  <a:pt x="714375" y="904875"/>
                </a:lnTo>
                <a:lnTo>
                  <a:pt x="714375" y="914400"/>
                </a:lnTo>
                <a:lnTo>
                  <a:pt x="704850" y="914400"/>
                </a:lnTo>
                <a:close/>
                <a:moveTo>
                  <a:pt x="790575" y="904875"/>
                </a:moveTo>
                <a:lnTo>
                  <a:pt x="800100" y="904875"/>
                </a:lnTo>
                <a:lnTo>
                  <a:pt x="800100" y="952500"/>
                </a:lnTo>
                <a:lnTo>
                  <a:pt x="790575" y="952500"/>
                </a:lnTo>
                <a:lnTo>
                  <a:pt x="790575" y="923925"/>
                </a:lnTo>
                <a:lnTo>
                  <a:pt x="781050" y="923925"/>
                </a:lnTo>
                <a:lnTo>
                  <a:pt x="781050" y="914400"/>
                </a:lnTo>
                <a:lnTo>
                  <a:pt x="790575" y="914400"/>
                </a:lnTo>
                <a:close/>
                <a:moveTo>
                  <a:pt x="828675" y="904875"/>
                </a:moveTo>
                <a:lnTo>
                  <a:pt x="838200" y="904875"/>
                </a:lnTo>
                <a:lnTo>
                  <a:pt x="838200" y="914400"/>
                </a:lnTo>
                <a:lnTo>
                  <a:pt x="828675" y="914400"/>
                </a:lnTo>
                <a:close/>
                <a:moveTo>
                  <a:pt x="1162050" y="904875"/>
                </a:moveTo>
                <a:lnTo>
                  <a:pt x="1171575" y="904875"/>
                </a:lnTo>
                <a:lnTo>
                  <a:pt x="1171575" y="914400"/>
                </a:lnTo>
                <a:lnTo>
                  <a:pt x="1162050" y="914400"/>
                </a:lnTo>
                <a:close/>
                <a:moveTo>
                  <a:pt x="885825" y="914400"/>
                </a:moveTo>
                <a:lnTo>
                  <a:pt x="904875" y="914400"/>
                </a:lnTo>
                <a:lnTo>
                  <a:pt x="904875" y="933450"/>
                </a:lnTo>
                <a:lnTo>
                  <a:pt x="895350" y="933450"/>
                </a:lnTo>
                <a:lnTo>
                  <a:pt x="895350" y="923925"/>
                </a:lnTo>
                <a:lnTo>
                  <a:pt x="885825" y="923925"/>
                </a:lnTo>
                <a:close/>
                <a:moveTo>
                  <a:pt x="752475" y="923925"/>
                </a:moveTo>
                <a:lnTo>
                  <a:pt x="771525" y="923925"/>
                </a:lnTo>
                <a:lnTo>
                  <a:pt x="771525" y="933450"/>
                </a:lnTo>
                <a:lnTo>
                  <a:pt x="752475" y="933450"/>
                </a:lnTo>
                <a:close/>
                <a:moveTo>
                  <a:pt x="1381125" y="923925"/>
                </a:moveTo>
                <a:lnTo>
                  <a:pt x="1390650" y="923925"/>
                </a:lnTo>
                <a:lnTo>
                  <a:pt x="1390650" y="933450"/>
                </a:lnTo>
                <a:lnTo>
                  <a:pt x="1381125" y="933450"/>
                </a:lnTo>
                <a:close/>
                <a:moveTo>
                  <a:pt x="904875" y="933450"/>
                </a:moveTo>
                <a:lnTo>
                  <a:pt x="914400" y="933450"/>
                </a:lnTo>
                <a:lnTo>
                  <a:pt x="914400" y="942975"/>
                </a:lnTo>
                <a:lnTo>
                  <a:pt x="904875" y="942975"/>
                </a:lnTo>
                <a:close/>
                <a:moveTo>
                  <a:pt x="1228725" y="933450"/>
                </a:moveTo>
                <a:lnTo>
                  <a:pt x="1238250" y="933450"/>
                </a:lnTo>
                <a:lnTo>
                  <a:pt x="1238250" y="942975"/>
                </a:lnTo>
                <a:lnTo>
                  <a:pt x="1228725" y="942975"/>
                </a:lnTo>
                <a:close/>
                <a:moveTo>
                  <a:pt x="1619250" y="933450"/>
                </a:moveTo>
                <a:lnTo>
                  <a:pt x="1628775" y="933450"/>
                </a:lnTo>
                <a:lnTo>
                  <a:pt x="1628775" y="942975"/>
                </a:lnTo>
                <a:lnTo>
                  <a:pt x="1619250" y="942975"/>
                </a:lnTo>
                <a:close/>
                <a:moveTo>
                  <a:pt x="1609725" y="942975"/>
                </a:moveTo>
                <a:lnTo>
                  <a:pt x="1619250" y="942975"/>
                </a:lnTo>
                <a:lnTo>
                  <a:pt x="1619250" y="952500"/>
                </a:lnTo>
                <a:lnTo>
                  <a:pt x="1609725" y="952500"/>
                </a:lnTo>
                <a:close/>
                <a:moveTo>
                  <a:pt x="1695450" y="942975"/>
                </a:moveTo>
                <a:lnTo>
                  <a:pt x="1724025" y="942975"/>
                </a:lnTo>
                <a:lnTo>
                  <a:pt x="1724025" y="952500"/>
                </a:lnTo>
                <a:lnTo>
                  <a:pt x="1704975" y="952500"/>
                </a:lnTo>
                <a:lnTo>
                  <a:pt x="1704975" y="990600"/>
                </a:lnTo>
                <a:lnTo>
                  <a:pt x="1695450" y="990600"/>
                </a:lnTo>
                <a:lnTo>
                  <a:pt x="1695450" y="1000125"/>
                </a:lnTo>
                <a:lnTo>
                  <a:pt x="1685925" y="1000125"/>
                </a:lnTo>
                <a:lnTo>
                  <a:pt x="1685925" y="971550"/>
                </a:lnTo>
                <a:lnTo>
                  <a:pt x="1676400" y="971550"/>
                </a:lnTo>
                <a:lnTo>
                  <a:pt x="1676400" y="962025"/>
                </a:lnTo>
                <a:lnTo>
                  <a:pt x="1685925" y="962025"/>
                </a:lnTo>
                <a:lnTo>
                  <a:pt x="1685925" y="952500"/>
                </a:lnTo>
                <a:lnTo>
                  <a:pt x="1695450" y="952500"/>
                </a:lnTo>
                <a:close/>
                <a:moveTo>
                  <a:pt x="1057275" y="952500"/>
                </a:moveTo>
                <a:lnTo>
                  <a:pt x="1076325" y="952500"/>
                </a:lnTo>
                <a:lnTo>
                  <a:pt x="1076325" y="962025"/>
                </a:lnTo>
                <a:lnTo>
                  <a:pt x="1057275" y="962025"/>
                </a:lnTo>
                <a:close/>
                <a:moveTo>
                  <a:pt x="1600200" y="952500"/>
                </a:moveTo>
                <a:lnTo>
                  <a:pt x="1609725" y="952500"/>
                </a:lnTo>
                <a:lnTo>
                  <a:pt x="1609725" y="962025"/>
                </a:lnTo>
                <a:lnTo>
                  <a:pt x="1600200" y="962025"/>
                </a:lnTo>
                <a:close/>
                <a:moveTo>
                  <a:pt x="1076325" y="962025"/>
                </a:moveTo>
                <a:lnTo>
                  <a:pt x="1085850" y="962025"/>
                </a:lnTo>
                <a:lnTo>
                  <a:pt x="1085850" y="971550"/>
                </a:lnTo>
                <a:lnTo>
                  <a:pt x="1076325" y="971550"/>
                </a:lnTo>
                <a:close/>
                <a:moveTo>
                  <a:pt x="1590675" y="962025"/>
                </a:moveTo>
                <a:lnTo>
                  <a:pt x="1600200" y="962025"/>
                </a:lnTo>
                <a:lnTo>
                  <a:pt x="1600200" y="971550"/>
                </a:lnTo>
                <a:lnTo>
                  <a:pt x="1590675" y="971550"/>
                </a:lnTo>
                <a:close/>
                <a:moveTo>
                  <a:pt x="314325" y="971550"/>
                </a:moveTo>
                <a:lnTo>
                  <a:pt x="323850" y="971550"/>
                </a:lnTo>
                <a:lnTo>
                  <a:pt x="323850" y="981075"/>
                </a:lnTo>
                <a:lnTo>
                  <a:pt x="314325" y="981075"/>
                </a:lnTo>
                <a:close/>
                <a:moveTo>
                  <a:pt x="504825" y="971550"/>
                </a:moveTo>
                <a:lnTo>
                  <a:pt x="514350" y="971550"/>
                </a:lnTo>
                <a:lnTo>
                  <a:pt x="514350" y="981075"/>
                </a:lnTo>
                <a:lnTo>
                  <a:pt x="504825" y="981075"/>
                </a:lnTo>
                <a:close/>
                <a:moveTo>
                  <a:pt x="542925" y="971550"/>
                </a:moveTo>
                <a:lnTo>
                  <a:pt x="552450" y="971550"/>
                </a:lnTo>
                <a:lnTo>
                  <a:pt x="552450" y="1000125"/>
                </a:lnTo>
                <a:lnTo>
                  <a:pt x="523875" y="1000125"/>
                </a:lnTo>
                <a:lnTo>
                  <a:pt x="523875" y="990600"/>
                </a:lnTo>
                <a:lnTo>
                  <a:pt x="514350" y="990600"/>
                </a:lnTo>
                <a:lnTo>
                  <a:pt x="514350" y="981075"/>
                </a:lnTo>
                <a:lnTo>
                  <a:pt x="533400" y="981075"/>
                </a:lnTo>
                <a:lnTo>
                  <a:pt x="533400" y="990600"/>
                </a:lnTo>
                <a:lnTo>
                  <a:pt x="542925" y="990600"/>
                </a:lnTo>
                <a:close/>
                <a:moveTo>
                  <a:pt x="752475" y="971550"/>
                </a:moveTo>
                <a:lnTo>
                  <a:pt x="771525" y="971550"/>
                </a:lnTo>
                <a:lnTo>
                  <a:pt x="771525" y="981075"/>
                </a:lnTo>
                <a:lnTo>
                  <a:pt x="781050" y="981075"/>
                </a:lnTo>
                <a:lnTo>
                  <a:pt x="781050" y="971550"/>
                </a:lnTo>
                <a:lnTo>
                  <a:pt x="819150" y="971550"/>
                </a:lnTo>
                <a:lnTo>
                  <a:pt x="819150" y="981075"/>
                </a:lnTo>
                <a:lnTo>
                  <a:pt x="809625" y="981075"/>
                </a:lnTo>
                <a:lnTo>
                  <a:pt x="809625" y="990600"/>
                </a:lnTo>
                <a:lnTo>
                  <a:pt x="752475" y="990600"/>
                </a:lnTo>
                <a:close/>
                <a:moveTo>
                  <a:pt x="838200" y="971550"/>
                </a:moveTo>
                <a:lnTo>
                  <a:pt x="847725" y="971550"/>
                </a:lnTo>
                <a:lnTo>
                  <a:pt x="847725" y="981075"/>
                </a:lnTo>
                <a:lnTo>
                  <a:pt x="838200" y="981075"/>
                </a:lnTo>
                <a:close/>
                <a:moveTo>
                  <a:pt x="1114425" y="971550"/>
                </a:moveTo>
                <a:lnTo>
                  <a:pt x="1143000" y="971550"/>
                </a:lnTo>
                <a:lnTo>
                  <a:pt x="1143000" y="981075"/>
                </a:lnTo>
                <a:lnTo>
                  <a:pt x="1114425" y="981075"/>
                </a:lnTo>
                <a:close/>
                <a:moveTo>
                  <a:pt x="1419225" y="971550"/>
                </a:moveTo>
                <a:lnTo>
                  <a:pt x="1428750" y="971550"/>
                </a:lnTo>
                <a:lnTo>
                  <a:pt x="1428750" y="981075"/>
                </a:lnTo>
                <a:lnTo>
                  <a:pt x="1419225" y="981075"/>
                </a:lnTo>
                <a:close/>
                <a:moveTo>
                  <a:pt x="1009650" y="981075"/>
                </a:moveTo>
                <a:lnTo>
                  <a:pt x="1019175" y="981075"/>
                </a:lnTo>
                <a:lnTo>
                  <a:pt x="1019175" y="1000125"/>
                </a:lnTo>
                <a:lnTo>
                  <a:pt x="1009650" y="1000125"/>
                </a:lnTo>
                <a:close/>
                <a:moveTo>
                  <a:pt x="1143000" y="981075"/>
                </a:moveTo>
                <a:lnTo>
                  <a:pt x="1152525" y="981075"/>
                </a:lnTo>
                <a:lnTo>
                  <a:pt x="1152525" y="990600"/>
                </a:lnTo>
                <a:lnTo>
                  <a:pt x="1143000" y="990600"/>
                </a:lnTo>
                <a:close/>
                <a:moveTo>
                  <a:pt x="1409700" y="981075"/>
                </a:moveTo>
                <a:lnTo>
                  <a:pt x="1419225" y="981075"/>
                </a:lnTo>
                <a:lnTo>
                  <a:pt x="1419225" y="990600"/>
                </a:lnTo>
                <a:lnTo>
                  <a:pt x="1409700" y="990600"/>
                </a:lnTo>
                <a:close/>
                <a:moveTo>
                  <a:pt x="352425" y="990600"/>
                </a:moveTo>
                <a:lnTo>
                  <a:pt x="361950" y="990600"/>
                </a:lnTo>
                <a:lnTo>
                  <a:pt x="361950" y="1000125"/>
                </a:lnTo>
                <a:lnTo>
                  <a:pt x="352425" y="1000125"/>
                </a:lnTo>
                <a:close/>
                <a:moveTo>
                  <a:pt x="1152525" y="990600"/>
                </a:moveTo>
                <a:lnTo>
                  <a:pt x="1162050" y="990600"/>
                </a:lnTo>
                <a:lnTo>
                  <a:pt x="1162050" y="1000125"/>
                </a:lnTo>
                <a:lnTo>
                  <a:pt x="1152525" y="1000125"/>
                </a:lnTo>
                <a:close/>
                <a:moveTo>
                  <a:pt x="1790700" y="990600"/>
                </a:moveTo>
                <a:lnTo>
                  <a:pt x="1809750" y="990600"/>
                </a:lnTo>
                <a:lnTo>
                  <a:pt x="1809750" y="1009650"/>
                </a:lnTo>
                <a:lnTo>
                  <a:pt x="1790700" y="1009650"/>
                </a:lnTo>
                <a:lnTo>
                  <a:pt x="1790700" y="1019175"/>
                </a:lnTo>
                <a:lnTo>
                  <a:pt x="1781175" y="1019175"/>
                </a:lnTo>
                <a:lnTo>
                  <a:pt x="1781175" y="1009650"/>
                </a:lnTo>
                <a:lnTo>
                  <a:pt x="1771650" y="1009650"/>
                </a:lnTo>
                <a:lnTo>
                  <a:pt x="1771650" y="1000125"/>
                </a:lnTo>
                <a:lnTo>
                  <a:pt x="1790700" y="1000125"/>
                </a:lnTo>
                <a:close/>
                <a:moveTo>
                  <a:pt x="361950" y="1000125"/>
                </a:moveTo>
                <a:lnTo>
                  <a:pt x="381000" y="1000125"/>
                </a:lnTo>
                <a:lnTo>
                  <a:pt x="381000" y="1009650"/>
                </a:lnTo>
                <a:lnTo>
                  <a:pt x="390525" y="1009650"/>
                </a:lnTo>
                <a:lnTo>
                  <a:pt x="390525" y="1019175"/>
                </a:lnTo>
                <a:lnTo>
                  <a:pt x="400050" y="1019175"/>
                </a:lnTo>
                <a:lnTo>
                  <a:pt x="400050" y="1047750"/>
                </a:lnTo>
                <a:lnTo>
                  <a:pt x="381000" y="1047750"/>
                </a:lnTo>
                <a:lnTo>
                  <a:pt x="381000" y="1038225"/>
                </a:lnTo>
                <a:lnTo>
                  <a:pt x="371475" y="1038225"/>
                </a:lnTo>
                <a:lnTo>
                  <a:pt x="371475" y="1047750"/>
                </a:lnTo>
                <a:lnTo>
                  <a:pt x="333375" y="1047750"/>
                </a:lnTo>
                <a:lnTo>
                  <a:pt x="333375" y="1038225"/>
                </a:lnTo>
                <a:lnTo>
                  <a:pt x="323850" y="1038225"/>
                </a:lnTo>
                <a:lnTo>
                  <a:pt x="323850" y="1028700"/>
                </a:lnTo>
                <a:lnTo>
                  <a:pt x="333375" y="1028700"/>
                </a:lnTo>
                <a:lnTo>
                  <a:pt x="333375" y="1038225"/>
                </a:lnTo>
                <a:lnTo>
                  <a:pt x="361950" y="1038225"/>
                </a:lnTo>
                <a:lnTo>
                  <a:pt x="361950" y="1019175"/>
                </a:lnTo>
                <a:lnTo>
                  <a:pt x="371475" y="1019175"/>
                </a:lnTo>
                <a:lnTo>
                  <a:pt x="371475" y="1009650"/>
                </a:lnTo>
                <a:lnTo>
                  <a:pt x="361950" y="1009650"/>
                </a:lnTo>
                <a:close/>
                <a:moveTo>
                  <a:pt x="904875" y="1000125"/>
                </a:moveTo>
                <a:lnTo>
                  <a:pt x="914400" y="1000125"/>
                </a:lnTo>
                <a:lnTo>
                  <a:pt x="914400" y="1019175"/>
                </a:lnTo>
                <a:lnTo>
                  <a:pt x="904875" y="1019175"/>
                </a:lnTo>
                <a:close/>
                <a:moveTo>
                  <a:pt x="1066800" y="1019175"/>
                </a:moveTo>
                <a:lnTo>
                  <a:pt x="1076325" y="1019175"/>
                </a:lnTo>
                <a:lnTo>
                  <a:pt x="1076325" y="1028700"/>
                </a:lnTo>
                <a:lnTo>
                  <a:pt x="1085850" y="1028700"/>
                </a:lnTo>
                <a:lnTo>
                  <a:pt x="1085850" y="1038225"/>
                </a:lnTo>
                <a:lnTo>
                  <a:pt x="1066800" y="1038225"/>
                </a:lnTo>
                <a:close/>
                <a:moveTo>
                  <a:pt x="1200150" y="1019175"/>
                </a:moveTo>
                <a:lnTo>
                  <a:pt x="1219200" y="1019175"/>
                </a:lnTo>
                <a:lnTo>
                  <a:pt x="1219200" y="1038225"/>
                </a:lnTo>
                <a:lnTo>
                  <a:pt x="1209675" y="1038225"/>
                </a:lnTo>
                <a:lnTo>
                  <a:pt x="1209675" y="1028700"/>
                </a:lnTo>
                <a:lnTo>
                  <a:pt x="1200150" y="1028700"/>
                </a:lnTo>
                <a:close/>
                <a:moveTo>
                  <a:pt x="1343025" y="1019175"/>
                </a:moveTo>
                <a:lnTo>
                  <a:pt x="1352550" y="1019175"/>
                </a:lnTo>
                <a:lnTo>
                  <a:pt x="1352550" y="1028700"/>
                </a:lnTo>
                <a:lnTo>
                  <a:pt x="1343025" y="1028700"/>
                </a:lnTo>
                <a:close/>
                <a:moveTo>
                  <a:pt x="1752600" y="1019175"/>
                </a:moveTo>
                <a:lnTo>
                  <a:pt x="1762125" y="1019175"/>
                </a:lnTo>
                <a:lnTo>
                  <a:pt x="1762125" y="1028700"/>
                </a:lnTo>
                <a:lnTo>
                  <a:pt x="1752600" y="1028700"/>
                </a:lnTo>
                <a:close/>
                <a:moveTo>
                  <a:pt x="409575" y="1028700"/>
                </a:moveTo>
                <a:lnTo>
                  <a:pt x="447675" y="1028700"/>
                </a:lnTo>
                <a:lnTo>
                  <a:pt x="447675" y="1038225"/>
                </a:lnTo>
                <a:lnTo>
                  <a:pt x="409575" y="1038225"/>
                </a:lnTo>
                <a:close/>
                <a:moveTo>
                  <a:pt x="1714500" y="1028700"/>
                </a:moveTo>
                <a:lnTo>
                  <a:pt x="1724025" y="1028700"/>
                </a:lnTo>
                <a:lnTo>
                  <a:pt x="1724025" y="1038225"/>
                </a:lnTo>
                <a:lnTo>
                  <a:pt x="1714500" y="1038225"/>
                </a:lnTo>
                <a:close/>
                <a:moveTo>
                  <a:pt x="1809750" y="1028700"/>
                </a:moveTo>
                <a:lnTo>
                  <a:pt x="1828800" y="1028700"/>
                </a:lnTo>
                <a:lnTo>
                  <a:pt x="1828800" y="1038225"/>
                </a:lnTo>
                <a:lnTo>
                  <a:pt x="1838325" y="1038225"/>
                </a:lnTo>
                <a:lnTo>
                  <a:pt x="1838325" y="1066800"/>
                </a:lnTo>
                <a:lnTo>
                  <a:pt x="1819275" y="1066800"/>
                </a:lnTo>
                <a:lnTo>
                  <a:pt x="1819275" y="1038225"/>
                </a:lnTo>
                <a:lnTo>
                  <a:pt x="1809750" y="1038225"/>
                </a:lnTo>
                <a:close/>
                <a:moveTo>
                  <a:pt x="1085850" y="1038225"/>
                </a:moveTo>
                <a:lnTo>
                  <a:pt x="1104900" y="1038225"/>
                </a:lnTo>
                <a:lnTo>
                  <a:pt x="1104900" y="1047750"/>
                </a:lnTo>
                <a:lnTo>
                  <a:pt x="1095375" y="1047750"/>
                </a:lnTo>
                <a:lnTo>
                  <a:pt x="1095375" y="1057275"/>
                </a:lnTo>
                <a:lnTo>
                  <a:pt x="1085850" y="1057275"/>
                </a:lnTo>
                <a:close/>
                <a:moveTo>
                  <a:pt x="1695450" y="1038225"/>
                </a:moveTo>
                <a:lnTo>
                  <a:pt x="1704975" y="1038225"/>
                </a:lnTo>
                <a:lnTo>
                  <a:pt x="1704975" y="1047750"/>
                </a:lnTo>
                <a:lnTo>
                  <a:pt x="1695450" y="1047750"/>
                </a:lnTo>
                <a:close/>
                <a:moveTo>
                  <a:pt x="1685925" y="1047750"/>
                </a:moveTo>
                <a:lnTo>
                  <a:pt x="1695450" y="1047750"/>
                </a:lnTo>
                <a:lnTo>
                  <a:pt x="1695450" y="1057275"/>
                </a:lnTo>
                <a:lnTo>
                  <a:pt x="1685925" y="1057275"/>
                </a:lnTo>
                <a:close/>
                <a:moveTo>
                  <a:pt x="1666875" y="1057275"/>
                </a:moveTo>
                <a:lnTo>
                  <a:pt x="1676400" y="1057275"/>
                </a:lnTo>
                <a:lnTo>
                  <a:pt x="1676400" y="1066800"/>
                </a:lnTo>
                <a:lnTo>
                  <a:pt x="1666875" y="1066800"/>
                </a:lnTo>
                <a:close/>
                <a:moveTo>
                  <a:pt x="514350" y="1076325"/>
                </a:moveTo>
                <a:lnTo>
                  <a:pt x="523875" y="1076325"/>
                </a:lnTo>
                <a:lnTo>
                  <a:pt x="523875" y="1095375"/>
                </a:lnTo>
                <a:lnTo>
                  <a:pt x="514350" y="1095375"/>
                </a:lnTo>
                <a:close/>
                <a:moveTo>
                  <a:pt x="1428750" y="1076325"/>
                </a:moveTo>
                <a:lnTo>
                  <a:pt x="1438275" y="1076325"/>
                </a:lnTo>
                <a:lnTo>
                  <a:pt x="1438275" y="1104900"/>
                </a:lnTo>
                <a:lnTo>
                  <a:pt x="1428750" y="1104900"/>
                </a:lnTo>
                <a:lnTo>
                  <a:pt x="1428750" y="1114425"/>
                </a:lnTo>
                <a:lnTo>
                  <a:pt x="1409700" y="1114425"/>
                </a:lnTo>
                <a:lnTo>
                  <a:pt x="1409700" y="1104900"/>
                </a:lnTo>
                <a:lnTo>
                  <a:pt x="1390650" y="1104900"/>
                </a:lnTo>
                <a:lnTo>
                  <a:pt x="1390650" y="1123950"/>
                </a:lnTo>
                <a:lnTo>
                  <a:pt x="1371600" y="1123950"/>
                </a:lnTo>
                <a:lnTo>
                  <a:pt x="1371600" y="1114425"/>
                </a:lnTo>
                <a:lnTo>
                  <a:pt x="1381125" y="1114425"/>
                </a:lnTo>
                <a:lnTo>
                  <a:pt x="1381125" y="1095375"/>
                </a:lnTo>
                <a:lnTo>
                  <a:pt x="1419225" y="1095375"/>
                </a:lnTo>
                <a:lnTo>
                  <a:pt x="1419225" y="1085850"/>
                </a:lnTo>
                <a:lnTo>
                  <a:pt x="1428750" y="1085850"/>
                </a:lnTo>
                <a:close/>
                <a:moveTo>
                  <a:pt x="1790700" y="1076325"/>
                </a:moveTo>
                <a:lnTo>
                  <a:pt x="1800225" y="1076325"/>
                </a:lnTo>
                <a:lnTo>
                  <a:pt x="1800225" y="1085850"/>
                </a:lnTo>
                <a:lnTo>
                  <a:pt x="1790700" y="1085850"/>
                </a:lnTo>
                <a:close/>
                <a:moveTo>
                  <a:pt x="190500" y="1085850"/>
                </a:moveTo>
                <a:lnTo>
                  <a:pt x="200025" y="1085850"/>
                </a:lnTo>
                <a:lnTo>
                  <a:pt x="200025" y="1095375"/>
                </a:lnTo>
                <a:lnTo>
                  <a:pt x="190500" y="1095375"/>
                </a:lnTo>
                <a:close/>
                <a:moveTo>
                  <a:pt x="752475" y="1085850"/>
                </a:moveTo>
                <a:lnTo>
                  <a:pt x="771525" y="1085850"/>
                </a:lnTo>
                <a:lnTo>
                  <a:pt x="771525" y="1095375"/>
                </a:lnTo>
                <a:lnTo>
                  <a:pt x="752475" y="1095375"/>
                </a:lnTo>
                <a:close/>
                <a:moveTo>
                  <a:pt x="1466850" y="1085850"/>
                </a:moveTo>
                <a:lnTo>
                  <a:pt x="1476375" y="1085850"/>
                </a:lnTo>
                <a:lnTo>
                  <a:pt x="1476375" y="1095375"/>
                </a:lnTo>
                <a:lnTo>
                  <a:pt x="1466850" y="1095375"/>
                </a:lnTo>
                <a:close/>
                <a:moveTo>
                  <a:pt x="742950" y="1095375"/>
                </a:moveTo>
                <a:lnTo>
                  <a:pt x="752475" y="1095375"/>
                </a:lnTo>
                <a:lnTo>
                  <a:pt x="752475" y="1114425"/>
                </a:lnTo>
                <a:lnTo>
                  <a:pt x="742950" y="1114425"/>
                </a:lnTo>
                <a:close/>
                <a:moveTo>
                  <a:pt x="1876425" y="1095375"/>
                </a:moveTo>
                <a:lnTo>
                  <a:pt x="1905000" y="1095375"/>
                </a:lnTo>
                <a:lnTo>
                  <a:pt x="1905000" y="1104900"/>
                </a:lnTo>
                <a:lnTo>
                  <a:pt x="1876425" y="1104900"/>
                </a:lnTo>
                <a:close/>
                <a:moveTo>
                  <a:pt x="1914525" y="1095375"/>
                </a:moveTo>
                <a:lnTo>
                  <a:pt x="1924050" y="1095375"/>
                </a:lnTo>
                <a:lnTo>
                  <a:pt x="1924050" y="1104900"/>
                </a:lnTo>
                <a:lnTo>
                  <a:pt x="1914525" y="1104900"/>
                </a:lnTo>
                <a:close/>
                <a:moveTo>
                  <a:pt x="1866900" y="1104900"/>
                </a:moveTo>
                <a:lnTo>
                  <a:pt x="1876425" y="1104900"/>
                </a:lnTo>
                <a:lnTo>
                  <a:pt x="1876425" y="1114425"/>
                </a:lnTo>
                <a:lnTo>
                  <a:pt x="1866900" y="1114425"/>
                </a:lnTo>
                <a:close/>
                <a:moveTo>
                  <a:pt x="590550" y="1114425"/>
                </a:moveTo>
                <a:lnTo>
                  <a:pt x="600075" y="1114425"/>
                </a:lnTo>
                <a:lnTo>
                  <a:pt x="600075" y="1123950"/>
                </a:lnTo>
                <a:lnTo>
                  <a:pt x="590550" y="1123950"/>
                </a:lnTo>
                <a:close/>
                <a:moveTo>
                  <a:pt x="1276350" y="1114425"/>
                </a:moveTo>
                <a:lnTo>
                  <a:pt x="1285875" y="1114425"/>
                </a:lnTo>
                <a:lnTo>
                  <a:pt x="1285875" y="1123950"/>
                </a:lnTo>
                <a:lnTo>
                  <a:pt x="1276350" y="1123950"/>
                </a:lnTo>
                <a:close/>
                <a:moveTo>
                  <a:pt x="609600" y="1123950"/>
                </a:moveTo>
                <a:lnTo>
                  <a:pt x="628650" y="1123950"/>
                </a:lnTo>
                <a:lnTo>
                  <a:pt x="628650" y="1133475"/>
                </a:lnTo>
                <a:lnTo>
                  <a:pt x="609600" y="1133475"/>
                </a:lnTo>
                <a:close/>
                <a:moveTo>
                  <a:pt x="1266825" y="1123950"/>
                </a:moveTo>
                <a:lnTo>
                  <a:pt x="1276350" y="1123950"/>
                </a:lnTo>
                <a:lnTo>
                  <a:pt x="1276350" y="1143000"/>
                </a:lnTo>
                <a:lnTo>
                  <a:pt x="1285875" y="1143000"/>
                </a:lnTo>
                <a:lnTo>
                  <a:pt x="1285875" y="1133475"/>
                </a:lnTo>
                <a:lnTo>
                  <a:pt x="1295400" y="1133475"/>
                </a:lnTo>
                <a:lnTo>
                  <a:pt x="1295400" y="1162050"/>
                </a:lnTo>
                <a:lnTo>
                  <a:pt x="1285875" y="1162050"/>
                </a:lnTo>
                <a:lnTo>
                  <a:pt x="1285875" y="1171575"/>
                </a:lnTo>
                <a:lnTo>
                  <a:pt x="1276350" y="1171575"/>
                </a:lnTo>
                <a:lnTo>
                  <a:pt x="1276350" y="1152525"/>
                </a:lnTo>
                <a:lnTo>
                  <a:pt x="1266825" y="1152525"/>
                </a:lnTo>
                <a:close/>
                <a:moveTo>
                  <a:pt x="1428750" y="1123950"/>
                </a:moveTo>
                <a:lnTo>
                  <a:pt x="1438275" y="1123950"/>
                </a:lnTo>
                <a:lnTo>
                  <a:pt x="1438275" y="1133475"/>
                </a:lnTo>
                <a:lnTo>
                  <a:pt x="1447800" y="1133475"/>
                </a:lnTo>
                <a:lnTo>
                  <a:pt x="1447800" y="1143000"/>
                </a:lnTo>
                <a:lnTo>
                  <a:pt x="1466850" y="1143000"/>
                </a:lnTo>
                <a:lnTo>
                  <a:pt x="1466850" y="1162050"/>
                </a:lnTo>
                <a:lnTo>
                  <a:pt x="1457325" y="1162050"/>
                </a:lnTo>
                <a:lnTo>
                  <a:pt x="1457325" y="1171575"/>
                </a:lnTo>
                <a:lnTo>
                  <a:pt x="1447800" y="1171575"/>
                </a:lnTo>
                <a:lnTo>
                  <a:pt x="1447800" y="1162050"/>
                </a:lnTo>
                <a:lnTo>
                  <a:pt x="1438275" y="1162050"/>
                </a:lnTo>
                <a:lnTo>
                  <a:pt x="1438275" y="1152525"/>
                </a:lnTo>
                <a:lnTo>
                  <a:pt x="1428750" y="1152525"/>
                </a:lnTo>
                <a:close/>
                <a:moveTo>
                  <a:pt x="1543050" y="1123950"/>
                </a:moveTo>
                <a:lnTo>
                  <a:pt x="1552575" y="1123950"/>
                </a:lnTo>
                <a:lnTo>
                  <a:pt x="1552575" y="1133475"/>
                </a:lnTo>
                <a:lnTo>
                  <a:pt x="1543050" y="1133475"/>
                </a:lnTo>
                <a:close/>
                <a:moveTo>
                  <a:pt x="628650" y="1133475"/>
                </a:moveTo>
                <a:lnTo>
                  <a:pt x="638175" y="1133475"/>
                </a:lnTo>
                <a:lnTo>
                  <a:pt x="638175" y="1143000"/>
                </a:lnTo>
                <a:lnTo>
                  <a:pt x="628650" y="1143000"/>
                </a:lnTo>
                <a:close/>
                <a:moveTo>
                  <a:pt x="1400175" y="1133475"/>
                </a:moveTo>
                <a:lnTo>
                  <a:pt x="1409700" y="1133475"/>
                </a:lnTo>
                <a:lnTo>
                  <a:pt x="1409700" y="1143000"/>
                </a:lnTo>
                <a:lnTo>
                  <a:pt x="1400175" y="1143000"/>
                </a:lnTo>
                <a:close/>
                <a:moveTo>
                  <a:pt x="171450" y="1143000"/>
                </a:moveTo>
                <a:lnTo>
                  <a:pt x="180975" y="1143000"/>
                </a:lnTo>
                <a:lnTo>
                  <a:pt x="180975" y="1152525"/>
                </a:lnTo>
                <a:lnTo>
                  <a:pt x="171450" y="1152525"/>
                </a:lnTo>
                <a:close/>
                <a:moveTo>
                  <a:pt x="447675" y="1143000"/>
                </a:moveTo>
                <a:lnTo>
                  <a:pt x="457200" y="1143000"/>
                </a:lnTo>
                <a:lnTo>
                  <a:pt x="457200" y="1162050"/>
                </a:lnTo>
                <a:lnTo>
                  <a:pt x="447675" y="1162050"/>
                </a:lnTo>
                <a:close/>
                <a:moveTo>
                  <a:pt x="1552575" y="1143000"/>
                </a:moveTo>
                <a:lnTo>
                  <a:pt x="1562100" y="1143000"/>
                </a:lnTo>
                <a:lnTo>
                  <a:pt x="1562100" y="1152525"/>
                </a:lnTo>
                <a:lnTo>
                  <a:pt x="1552575" y="1152525"/>
                </a:lnTo>
                <a:close/>
                <a:moveTo>
                  <a:pt x="1819275" y="1143000"/>
                </a:moveTo>
                <a:lnTo>
                  <a:pt x="1838325" y="1143000"/>
                </a:lnTo>
                <a:lnTo>
                  <a:pt x="1838325" y="1152525"/>
                </a:lnTo>
                <a:lnTo>
                  <a:pt x="1819275" y="1152525"/>
                </a:lnTo>
                <a:close/>
                <a:moveTo>
                  <a:pt x="561975" y="1152525"/>
                </a:moveTo>
                <a:lnTo>
                  <a:pt x="590550" y="1152525"/>
                </a:lnTo>
                <a:lnTo>
                  <a:pt x="590550" y="1162050"/>
                </a:lnTo>
                <a:lnTo>
                  <a:pt x="561975" y="1162050"/>
                </a:lnTo>
                <a:close/>
                <a:moveTo>
                  <a:pt x="781050" y="1152525"/>
                </a:moveTo>
                <a:lnTo>
                  <a:pt x="790575" y="1152525"/>
                </a:lnTo>
                <a:lnTo>
                  <a:pt x="790575" y="1162050"/>
                </a:lnTo>
                <a:lnTo>
                  <a:pt x="781050" y="1162050"/>
                </a:lnTo>
                <a:close/>
                <a:moveTo>
                  <a:pt x="1562100" y="1152525"/>
                </a:moveTo>
                <a:lnTo>
                  <a:pt x="1571625" y="1152525"/>
                </a:lnTo>
                <a:lnTo>
                  <a:pt x="1571625" y="1162050"/>
                </a:lnTo>
                <a:lnTo>
                  <a:pt x="1562100" y="1162050"/>
                </a:lnTo>
                <a:close/>
                <a:moveTo>
                  <a:pt x="857250" y="1162050"/>
                </a:moveTo>
                <a:lnTo>
                  <a:pt x="876300" y="1162050"/>
                </a:lnTo>
                <a:lnTo>
                  <a:pt x="876300" y="1171575"/>
                </a:lnTo>
                <a:lnTo>
                  <a:pt x="857250" y="1171575"/>
                </a:lnTo>
                <a:close/>
                <a:moveTo>
                  <a:pt x="1085850" y="1162050"/>
                </a:moveTo>
                <a:lnTo>
                  <a:pt x="1095375" y="1162050"/>
                </a:lnTo>
                <a:lnTo>
                  <a:pt x="1095375" y="1171575"/>
                </a:lnTo>
                <a:lnTo>
                  <a:pt x="1085850" y="1171575"/>
                </a:lnTo>
                <a:close/>
                <a:moveTo>
                  <a:pt x="1104900" y="1162050"/>
                </a:moveTo>
                <a:lnTo>
                  <a:pt x="1114425" y="1162050"/>
                </a:lnTo>
                <a:lnTo>
                  <a:pt x="1114425" y="1181100"/>
                </a:lnTo>
                <a:lnTo>
                  <a:pt x="1104900" y="1181100"/>
                </a:lnTo>
                <a:close/>
                <a:moveTo>
                  <a:pt x="1333500" y="1162050"/>
                </a:moveTo>
                <a:lnTo>
                  <a:pt x="1343025" y="1162050"/>
                </a:lnTo>
                <a:lnTo>
                  <a:pt x="1343025" y="1171575"/>
                </a:lnTo>
                <a:lnTo>
                  <a:pt x="1333500" y="1171575"/>
                </a:lnTo>
                <a:close/>
                <a:moveTo>
                  <a:pt x="1905000" y="1162050"/>
                </a:moveTo>
                <a:lnTo>
                  <a:pt x="1914525" y="1162050"/>
                </a:lnTo>
                <a:lnTo>
                  <a:pt x="1914525" y="1171575"/>
                </a:lnTo>
                <a:lnTo>
                  <a:pt x="1905000" y="1171575"/>
                </a:lnTo>
                <a:close/>
                <a:moveTo>
                  <a:pt x="219075" y="1171575"/>
                </a:moveTo>
                <a:lnTo>
                  <a:pt x="228600" y="1171575"/>
                </a:lnTo>
                <a:lnTo>
                  <a:pt x="228600" y="1181100"/>
                </a:lnTo>
                <a:lnTo>
                  <a:pt x="219075" y="1181100"/>
                </a:lnTo>
                <a:close/>
                <a:moveTo>
                  <a:pt x="609600" y="1171575"/>
                </a:moveTo>
                <a:lnTo>
                  <a:pt x="619125" y="1171575"/>
                </a:lnTo>
                <a:lnTo>
                  <a:pt x="619125" y="1181100"/>
                </a:lnTo>
                <a:lnTo>
                  <a:pt x="609600" y="1181100"/>
                </a:lnTo>
                <a:close/>
                <a:moveTo>
                  <a:pt x="676275" y="1171575"/>
                </a:moveTo>
                <a:lnTo>
                  <a:pt x="685800" y="1171575"/>
                </a:lnTo>
                <a:lnTo>
                  <a:pt x="685800" y="1181100"/>
                </a:lnTo>
                <a:lnTo>
                  <a:pt x="695325" y="1181100"/>
                </a:lnTo>
                <a:lnTo>
                  <a:pt x="695325" y="1190625"/>
                </a:lnTo>
                <a:lnTo>
                  <a:pt x="657225" y="1190625"/>
                </a:lnTo>
                <a:lnTo>
                  <a:pt x="657225" y="1200150"/>
                </a:lnTo>
                <a:lnTo>
                  <a:pt x="638175" y="1200150"/>
                </a:lnTo>
                <a:lnTo>
                  <a:pt x="638175" y="1181100"/>
                </a:lnTo>
                <a:lnTo>
                  <a:pt x="676275" y="1181100"/>
                </a:lnTo>
                <a:close/>
                <a:moveTo>
                  <a:pt x="1076325" y="1171575"/>
                </a:moveTo>
                <a:lnTo>
                  <a:pt x="1085850" y="1171575"/>
                </a:lnTo>
                <a:lnTo>
                  <a:pt x="1085850" y="1190625"/>
                </a:lnTo>
                <a:lnTo>
                  <a:pt x="1076325" y="1190625"/>
                </a:lnTo>
                <a:close/>
                <a:moveTo>
                  <a:pt x="228600" y="1181100"/>
                </a:moveTo>
                <a:lnTo>
                  <a:pt x="238125" y="1181100"/>
                </a:lnTo>
                <a:lnTo>
                  <a:pt x="238125" y="1190625"/>
                </a:lnTo>
                <a:lnTo>
                  <a:pt x="228600" y="1190625"/>
                </a:lnTo>
                <a:close/>
                <a:moveTo>
                  <a:pt x="1095375" y="1181100"/>
                </a:moveTo>
                <a:lnTo>
                  <a:pt x="1104900" y="1181100"/>
                </a:lnTo>
                <a:lnTo>
                  <a:pt x="1104900" y="1190625"/>
                </a:lnTo>
                <a:lnTo>
                  <a:pt x="1095375" y="1190625"/>
                </a:lnTo>
                <a:close/>
                <a:moveTo>
                  <a:pt x="180975" y="1190625"/>
                </a:moveTo>
                <a:lnTo>
                  <a:pt x="200025" y="1190625"/>
                </a:lnTo>
                <a:lnTo>
                  <a:pt x="200025" y="1200150"/>
                </a:lnTo>
                <a:lnTo>
                  <a:pt x="180975" y="1200150"/>
                </a:lnTo>
                <a:close/>
                <a:moveTo>
                  <a:pt x="704850" y="1190625"/>
                </a:moveTo>
                <a:lnTo>
                  <a:pt x="714375" y="1190625"/>
                </a:lnTo>
                <a:lnTo>
                  <a:pt x="714375" y="1209675"/>
                </a:lnTo>
                <a:lnTo>
                  <a:pt x="704850" y="1209675"/>
                </a:lnTo>
                <a:close/>
                <a:moveTo>
                  <a:pt x="828675" y="1190625"/>
                </a:moveTo>
                <a:lnTo>
                  <a:pt x="838200" y="1190625"/>
                </a:lnTo>
                <a:lnTo>
                  <a:pt x="838200" y="1200150"/>
                </a:lnTo>
                <a:lnTo>
                  <a:pt x="828675" y="1200150"/>
                </a:lnTo>
                <a:close/>
                <a:moveTo>
                  <a:pt x="1085850" y="1190625"/>
                </a:moveTo>
                <a:lnTo>
                  <a:pt x="1095375" y="1190625"/>
                </a:lnTo>
                <a:lnTo>
                  <a:pt x="1095375" y="1200150"/>
                </a:lnTo>
                <a:lnTo>
                  <a:pt x="1085850" y="1200150"/>
                </a:lnTo>
                <a:close/>
                <a:moveTo>
                  <a:pt x="1400175" y="1190625"/>
                </a:moveTo>
                <a:lnTo>
                  <a:pt x="1409700" y="1190625"/>
                </a:lnTo>
                <a:lnTo>
                  <a:pt x="1409700" y="1200150"/>
                </a:lnTo>
                <a:lnTo>
                  <a:pt x="1400175" y="1200150"/>
                </a:lnTo>
                <a:close/>
                <a:moveTo>
                  <a:pt x="200025" y="1200150"/>
                </a:moveTo>
                <a:lnTo>
                  <a:pt x="209550" y="1200150"/>
                </a:lnTo>
                <a:lnTo>
                  <a:pt x="209550" y="1209675"/>
                </a:lnTo>
                <a:lnTo>
                  <a:pt x="200025" y="1209675"/>
                </a:lnTo>
                <a:close/>
                <a:moveTo>
                  <a:pt x="228600" y="1200150"/>
                </a:moveTo>
                <a:lnTo>
                  <a:pt x="238125" y="1200150"/>
                </a:lnTo>
                <a:lnTo>
                  <a:pt x="238125" y="1209675"/>
                </a:lnTo>
                <a:lnTo>
                  <a:pt x="228600" y="1209675"/>
                </a:lnTo>
                <a:close/>
                <a:moveTo>
                  <a:pt x="657225" y="1200150"/>
                </a:moveTo>
                <a:lnTo>
                  <a:pt x="666750" y="1200150"/>
                </a:lnTo>
                <a:lnTo>
                  <a:pt x="666750" y="1209675"/>
                </a:lnTo>
                <a:lnTo>
                  <a:pt x="657225" y="1209675"/>
                </a:lnTo>
                <a:close/>
                <a:moveTo>
                  <a:pt x="857250" y="1200150"/>
                </a:moveTo>
                <a:lnTo>
                  <a:pt x="866775" y="1200150"/>
                </a:lnTo>
                <a:lnTo>
                  <a:pt x="866775" y="1209675"/>
                </a:lnTo>
                <a:lnTo>
                  <a:pt x="857250" y="1209675"/>
                </a:lnTo>
                <a:close/>
                <a:moveTo>
                  <a:pt x="885825" y="1200150"/>
                </a:moveTo>
                <a:lnTo>
                  <a:pt x="895350" y="1200150"/>
                </a:lnTo>
                <a:lnTo>
                  <a:pt x="895350" y="1209675"/>
                </a:lnTo>
                <a:lnTo>
                  <a:pt x="904875" y="1209675"/>
                </a:lnTo>
                <a:lnTo>
                  <a:pt x="904875" y="1200150"/>
                </a:lnTo>
                <a:lnTo>
                  <a:pt x="923925" y="1200150"/>
                </a:lnTo>
                <a:lnTo>
                  <a:pt x="923925" y="1209675"/>
                </a:lnTo>
                <a:lnTo>
                  <a:pt x="914400" y="1209675"/>
                </a:lnTo>
                <a:lnTo>
                  <a:pt x="914400" y="1228725"/>
                </a:lnTo>
                <a:lnTo>
                  <a:pt x="904875" y="1228725"/>
                </a:lnTo>
                <a:lnTo>
                  <a:pt x="904875" y="1238250"/>
                </a:lnTo>
                <a:lnTo>
                  <a:pt x="914400" y="1238250"/>
                </a:lnTo>
                <a:lnTo>
                  <a:pt x="914400" y="1257300"/>
                </a:lnTo>
                <a:lnTo>
                  <a:pt x="904875" y="1257300"/>
                </a:lnTo>
                <a:lnTo>
                  <a:pt x="904875" y="1247775"/>
                </a:lnTo>
                <a:lnTo>
                  <a:pt x="885825" y="1247775"/>
                </a:lnTo>
                <a:lnTo>
                  <a:pt x="885825" y="1238250"/>
                </a:lnTo>
                <a:lnTo>
                  <a:pt x="876300" y="1238250"/>
                </a:lnTo>
                <a:lnTo>
                  <a:pt x="876300" y="1209675"/>
                </a:lnTo>
                <a:lnTo>
                  <a:pt x="885825" y="1209675"/>
                </a:lnTo>
                <a:close/>
                <a:moveTo>
                  <a:pt x="1171575" y="1200150"/>
                </a:moveTo>
                <a:lnTo>
                  <a:pt x="1181100" y="1200150"/>
                </a:lnTo>
                <a:lnTo>
                  <a:pt x="1181100" y="1209675"/>
                </a:lnTo>
                <a:lnTo>
                  <a:pt x="1171575" y="1209675"/>
                </a:lnTo>
                <a:close/>
                <a:moveTo>
                  <a:pt x="1390650" y="1200150"/>
                </a:moveTo>
                <a:lnTo>
                  <a:pt x="1400175" y="1200150"/>
                </a:lnTo>
                <a:lnTo>
                  <a:pt x="1400175" y="1209675"/>
                </a:lnTo>
                <a:lnTo>
                  <a:pt x="1390650" y="1209675"/>
                </a:lnTo>
                <a:close/>
                <a:moveTo>
                  <a:pt x="1409700" y="1200150"/>
                </a:moveTo>
                <a:lnTo>
                  <a:pt x="1438275" y="1200150"/>
                </a:lnTo>
                <a:lnTo>
                  <a:pt x="1438275" y="1209675"/>
                </a:lnTo>
                <a:lnTo>
                  <a:pt x="1428750" y="1209675"/>
                </a:lnTo>
                <a:lnTo>
                  <a:pt x="1428750" y="1219200"/>
                </a:lnTo>
                <a:lnTo>
                  <a:pt x="1419225" y="1219200"/>
                </a:lnTo>
                <a:lnTo>
                  <a:pt x="1419225" y="1228725"/>
                </a:lnTo>
                <a:lnTo>
                  <a:pt x="1409700" y="1228725"/>
                </a:lnTo>
                <a:lnTo>
                  <a:pt x="1409700" y="1238250"/>
                </a:lnTo>
                <a:lnTo>
                  <a:pt x="1381125" y="1238250"/>
                </a:lnTo>
                <a:lnTo>
                  <a:pt x="1381125" y="1228725"/>
                </a:lnTo>
                <a:lnTo>
                  <a:pt x="1362075" y="1228725"/>
                </a:lnTo>
                <a:lnTo>
                  <a:pt x="1362075" y="1209675"/>
                </a:lnTo>
                <a:lnTo>
                  <a:pt x="1371600" y="1209675"/>
                </a:lnTo>
                <a:lnTo>
                  <a:pt x="1371600" y="1219200"/>
                </a:lnTo>
                <a:lnTo>
                  <a:pt x="1390650" y="1219200"/>
                </a:lnTo>
                <a:lnTo>
                  <a:pt x="1390650" y="1228725"/>
                </a:lnTo>
                <a:lnTo>
                  <a:pt x="1400175" y="1228725"/>
                </a:lnTo>
                <a:lnTo>
                  <a:pt x="1400175" y="1209675"/>
                </a:lnTo>
                <a:lnTo>
                  <a:pt x="1409700" y="1209675"/>
                </a:lnTo>
                <a:close/>
                <a:moveTo>
                  <a:pt x="1733550" y="1200150"/>
                </a:moveTo>
                <a:lnTo>
                  <a:pt x="1743075" y="1200150"/>
                </a:lnTo>
                <a:lnTo>
                  <a:pt x="1743075" y="1209675"/>
                </a:lnTo>
                <a:lnTo>
                  <a:pt x="1733550" y="1209675"/>
                </a:lnTo>
                <a:close/>
                <a:moveTo>
                  <a:pt x="847725" y="1209675"/>
                </a:moveTo>
                <a:lnTo>
                  <a:pt x="857250" y="1209675"/>
                </a:lnTo>
                <a:lnTo>
                  <a:pt x="857250" y="1219200"/>
                </a:lnTo>
                <a:lnTo>
                  <a:pt x="847725" y="1219200"/>
                </a:lnTo>
                <a:close/>
                <a:moveTo>
                  <a:pt x="923925" y="1209675"/>
                </a:moveTo>
                <a:lnTo>
                  <a:pt x="933450" y="1209675"/>
                </a:lnTo>
                <a:lnTo>
                  <a:pt x="933450" y="1219200"/>
                </a:lnTo>
                <a:lnTo>
                  <a:pt x="923925" y="1219200"/>
                </a:lnTo>
                <a:close/>
                <a:moveTo>
                  <a:pt x="1895475" y="1219200"/>
                </a:moveTo>
                <a:lnTo>
                  <a:pt x="1905000" y="1219200"/>
                </a:lnTo>
                <a:lnTo>
                  <a:pt x="1905000" y="1228725"/>
                </a:lnTo>
                <a:lnTo>
                  <a:pt x="1895475" y="1228725"/>
                </a:lnTo>
                <a:close/>
                <a:moveTo>
                  <a:pt x="723900" y="1228725"/>
                </a:moveTo>
                <a:lnTo>
                  <a:pt x="733425" y="1228725"/>
                </a:lnTo>
                <a:lnTo>
                  <a:pt x="733425" y="1238250"/>
                </a:lnTo>
                <a:lnTo>
                  <a:pt x="723900" y="1238250"/>
                </a:lnTo>
                <a:close/>
                <a:moveTo>
                  <a:pt x="1200150" y="1228725"/>
                </a:moveTo>
                <a:lnTo>
                  <a:pt x="1209675" y="1228725"/>
                </a:lnTo>
                <a:lnTo>
                  <a:pt x="1209675" y="1266825"/>
                </a:lnTo>
                <a:lnTo>
                  <a:pt x="1190625" y="1266825"/>
                </a:lnTo>
                <a:lnTo>
                  <a:pt x="1190625" y="1257300"/>
                </a:lnTo>
                <a:lnTo>
                  <a:pt x="1162050" y="1257300"/>
                </a:lnTo>
                <a:lnTo>
                  <a:pt x="1162050" y="1247775"/>
                </a:lnTo>
                <a:lnTo>
                  <a:pt x="1143000" y="1247775"/>
                </a:lnTo>
                <a:lnTo>
                  <a:pt x="1143000" y="1238250"/>
                </a:lnTo>
                <a:lnTo>
                  <a:pt x="1162050" y="1238250"/>
                </a:lnTo>
                <a:lnTo>
                  <a:pt x="1162050" y="1247775"/>
                </a:lnTo>
                <a:lnTo>
                  <a:pt x="1171575" y="1247775"/>
                </a:lnTo>
                <a:lnTo>
                  <a:pt x="1171575" y="1238250"/>
                </a:lnTo>
                <a:lnTo>
                  <a:pt x="1200150" y="1238250"/>
                </a:lnTo>
                <a:close/>
                <a:moveTo>
                  <a:pt x="1685925" y="1228725"/>
                </a:moveTo>
                <a:lnTo>
                  <a:pt x="1695450" y="1228725"/>
                </a:lnTo>
                <a:lnTo>
                  <a:pt x="1695450" y="1238250"/>
                </a:lnTo>
                <a:lnTo>
                  <a:pt x="1685925" y="1238250"/>
                </a:lnTo>
                <a:close/>
                <a:moveTo>
                  <a:pt x="1885950" y="1228725"/>
                </a:moveTo>
                <a:lnTo>
                  <a:pt x="1895475" y="1228725"/>
                </a:lnTo>
                <a:lnTo>
                  <a:pt x="1895475" y="1238250"/>
                </a:lnTo>
                <a:lnTo>
                  <a:pt x="1885950" y="1238250"/>
                </a:lnTo>
                <a:close/>
                <a:moveTo>
                  <a:pt x="504825" y="1238250"/>
                </a:moveTo>
                <a:lnTo>
                  <a:pt x="514350" y="1238250"/>
                </a:lnTo>
                <a:lnTo>
                  <a:pt x="514350" y="1247775"/>
                </a:lnTo>
                <a:lnTo>
                  <a:pt x="504825" y="1247775"/>
                </a:lnTo>
                <a:close/>
                <a:moveTo>
                  <a:pt x="1028700" y="1238250"/>
                </a:moveTo>
                <a:lnTo>
                  <a:pt x="1038225" y="1238250"/>
                </a:lnTo>
                <a:lnTo>
                  <a:pt x="1038225" y="1247775"/>
                </a:lnTo>
                <a:lnTo>
                  <a:pt x="1028700" y="1247775"/>
                </a:lnTo>
                <a:close/>
                <a:moveTo>
                  <a:pt x="514350" y="1247775"/>
                </a:moveTo>
                <a:lnTo>
                  <a:pt x="523875" y="1247775"/>
                </a:lnTo>
                <a:lnTo>
                  <a:pt x="523875" y="1257300"/>
                </a:lnTo>
                <a:lnTo>
                  <a:pt x="514350" y="1257300"/>
                </a:lnTo>
                <a:close/>
                <a:moveTo>
                  <a:pt x="762000" y="1247775"/>
                </a:moveTo>
                <a:lnTo>
                  <a:pt x="771525" y="1247775"/>
                </a:lnTo>
                <a:lnTo>
                  <a:pt x="771525" y="1257300"/>
                </a:lnTo>
                <a:lnTo>
                  <a:pt x="762000" y="1257300"/>
                </a:lnTo>
                <a:close/>
                <a:moveTo>
                  <a:pt x="1219200" y="1247775"/>
                </a:moveTo>
                <a:lnTo>
                  <a:pt x="1228725" y="1247775"/>
                </a:lnTo>
                <a:lnTo>
                  <a:pt x="1228725" y="1257300"/>
                </a:lnTo>
                <a:lnTo>
                  <a:pt x="1219200" y="1257300"/>
                </a:lnTo>
                <a:close/>
                <a:moveTo>
                  <a:pt x="1762125" y="1247775"/>
                </a:moveTo>
                <a:lnTo>
                  <a:pt x="1771650" y="1247775"/>
                </a:lnTo>
                <a:lnTo>
                  <a:pt x="1771650" y="1257300"/>
                </a:lnTo>
                <a:lnTo>
                  <a:pt x="1762125" y="1257300"/>
                </a:lnTo>
                <a:close/>
                <a:moveTo>
                  <a:pt x="361950" y="1257300"/>
                </a:moveTo>
                <a:lnTo>
                  <a:pt x="371475" y="1257300"/>
                </a:lnTo>
                <a:lnTo>
                  <a:pt x="371475" y="1266825"/>
                </a:lnTo>
                <a:lnTo>
                  <a:pt x="361950" y="1266825"/>
                </a:lnTo>
                <a:close/>
                <a:moveTo>
                  <a:pt x="523875" y="1257300"/>
                </a:moveTo>
                <a:lnTo>
                  <a:pt x="552450" y="1257300"/>
                </a:lnTo>
                <a:lnTo>
                  <a:pt x="552450" y="1266825"/>
                </a:lnTo>
                <a:lnTo>
                  <a:pt x="523875" y="1266825"/>
                </a:lnTo>
                <a:close/>
                <a:moveTo>
                  <a:pt x="647700" y="1257300"/>
                </a:moveTo>
                <a:lnTo>
                  <a:pt x="657225" y="1257300"/>
                </a:lnTo>
                <a:lnTo>
                  <a:pt x="657225" y="1266825"/>
                </a:lnTo>
                <a:lnTo>
                  <a:pt x="647700" y="1266825"/>
                </a:lnTo>
                <a:close/>
                <a:moveTo>
                  <a:pt x="1228725" y="1257300"/>
                </a:moveTo>
                <a:lnTo>
                  <a:pt x="1238250" y="1257300"/>
                </a:lnTo>
                <a:lnTo>
                  <a:pt x="1238250" y="1266825"/>
                </a:lnTo>
                <a:lnTo>
                  <a:pt x="1228725" y="1266825"/>
                </a:lnTo>
                <a:close/>
                <a:moveTo>
                  <a:pt x="1771650" y="1257300"/>
                </a:moveTo>
                <a:lnTo>
                  <a:pt x="1781175" y="1257300"/>
                </a:lnTo>
                <a:lnTo>
                  <a:pt x="1781175" y="1276350"/>
                </a:lnTo>
                <a:lnTo>
                  <a:pt x="1771650" y="1276350"/>
                </a:lnTo>
                <a:close/>
                <a:moveTo>
                  <a:pt x="885825" y="1266825"/>
                </a:moveTo>
                <a:lnTo>
                  <a:pt x="895350" y="1266825"/>
                </a:lnTo>
                <a:lnTo>
                  <a:pt x="895350" y="1285875"/>
                </a:lnTo>
                <a:lnTo>
                  <a:pt x="885825" y="1285875"/>
                </a:lnTo>
                <a:lnTo>
                  <a:pt x="885825" y="1295400"/>
                </a:lnTo>
                <a:lnTo>
                  <a:pt x="857250" y="1295400"/>
                </a:lnTo>
                <a:lnTo>
                  <a:pt x="857250" y="1304925"/>
                </a:lnTo>
                <a:lnTo>
                  <a:pt x="847725" y="1304925"/>
                </a:lnTo>
                <a:lnTo>
                  <a:pt x="847725" y="1314450"/>
                </a:lnTo>
                <a:lnTo>
                  <a:pt x="838200" y="1314450"/>
                </a:lnTo>
                <a:lnTo>
                  <a:pt x="838200" y="1285875"/>
                </a:lnTo>
                <a:lnTo>
                  <a:pt x="857250" y="1285875"/>
                </a:lnTo>
                <a:lnTo>
                  <a:pt x="857250" y="1276350"/>
                </a:lnTo>
                <a:lnTo>
                  <a:pt x="885825" y="1276350"/>
                </a:lnTo>
                <a:close/>
                <a:moveTo>
                  <a:pt x="971550" y="1266825"/>
                </a:moveTo>
                <a:lnTo>
                  <a:pt x="981075" y="1266825"/>
                </a:lnTo>
                <a:lnTo>
                  <a:pt x="981075" y="1276350"/>
                </a:lnTo>
                <a:lnTo>
                  <a:pt x="971550" y="1276350"/>
                </a:lnTo>
                <a:close/>
                <a:moveTo>
                  <a:pt x="990600" y="1266825"/>
                </a:moveTo>
                <a:lnTo>
                  <a:pt x="1009650" y="1266825"/>
                </a:lnTo>
                <a:lnTo>
                  <a:pt x="1009650" y="1276350"/>
                </a:lnTo>
                <a:lnTo>
                  <a:pt x="1000125" y="1276350"/>
                </a:lnTo>
                <a:lnTo>
                  <a:pt x="1000125" y="1285875"/>
                </a:lnTo>
                <a:lnTo>
                  <a:pt x="990600" y="1285875"/>
                </a:lnTo>
                <a:close/>
                <a:moveTo>
                  <a:pt x="1257300" y="1266825"/>
                </a:moveTo>
                <a:lnTo>
                  <a:pt x="1276350" y="1266825"/>
                </a:lnTo>
                <a:lnTo>
                  <a:pt x="1276350" y="1276350"/>
                </a:lnTo>
                <a:lnTo>
                  <a:pt x="1257300" y="1276350"/>
                </a:lnTo>
                <a:close/>
                <a:moveTo>
                  <a:pt x="1295400" y="1266825"/>
                </a:moveTo>
                <a:lnTo>
                  <a:pt x="1304925" y="1266825"/>
                </a:lnTo>
                <a:lnTo>
                  <a:pt x="1304925" y="1276350"/>
                </a:lnTo>
                <a:lnTo>
                  <a:pt x="1295400" y="1276350"/>
                </a:lnTo>
                <a:close/>
                <a:moveTo>
                  <a:pt x="1724025" y="1266825"/>
                </a:moveTo>
                <a:lnTo>
                  <a:pt x="1733550" y="1266825"/>
                </a:lnTo>
                <a:lnTo>
                  <a:pt x="1733550" y="1285875"/>
                </a:lnTo>
                <a:lnTo>
                  <a:pt x="1724025" y="1285875"/>
                </a:lnTo>
                <a:close/>
                <a:moveTo>
                  <a:pt x="590550" y="1276350"/>
                </a:moveTo>
                <a:lnTo>
                  <a:pt x="600075" y="1276350"/>
                </a:lnTo>
                <a:lnTo>
                  <a:pt x="600075" y="1285875"/>
                </a:lnTo>
                <a:lnTo>
                  <a:pt x="590550" y="1285875"/>
                </a:lnTo>
                <a:close/>
                <a:moveTo>
                  <a:pt x="800100" y="1276350"/>
                </a:moveTo>
                <a:lnTo>
                  <a:pt x="819150" y="1276350"/>
                </a:lnTo>
                <a:lnTo>
                  <a:pt x="819150" y="1285875"/>
                </a:lnTo>
                <a:lnTo>
                  <a:pt x="800100" y="1285875"/>
                </a:lnTo>
                <a:close/>
                <a:moveTo>
                  <a:pt x="1304925" y="1276350"/>
                </a:moveTo>
                <a:lnTo>
                  <a:pt x="1323975" y="1276350"/>
                </a:lnTo>
                <a:lnTo>
                  <a:pt x="1323975" y="1285875"/>
                </a:lnTo>
                <a:lnTo>
                  <a:pt x="1304925" y="1285875"/>
                </a:lnTo>
                <a:close/>
                <a:moveTo>
                  <a:pt x="600075" y="1285875"/>
                </a:moveTo>
                <a:lnTo>
                  <a:pt x="619125" y="1285875"/>
                </a:lnTo>
                <a:lnTo>
                  <a:pt x="619125" y="1304925"/>
                </a:lnTo>
                <a:lnTo>
                  <a:pt x="609600" y="1304925"/>
                </a:lnTo>
                <a:lnTo>
                  <a:pt x="609600" y="1295400"/>
                </a:lnTo>
                <a:lnTo>
                  <a:pt x="600075" y="1295400"/>
                </a:lnTo>
                <a:close/>
                <a:moveTo>
                  <a:pt x="819150" y="1285875"/>
                </a:moveTo>
                <a:lnTo>
                  <a:pt x="828675" y="1285875"/>
                </a:lnTo>
                <a:lnTo>
                  <a:pt x="828675" y="1295400"/>
                </a:lnTo>
                <a:lnTo>
                  <a:pt x="819150" y="1295400"/>
                </a:lnTo>
                <a:close/>
                <a:moveTo>
                  <a:pt x="923925" y="1285875"/>
                </a:moveTo>
                <a:lnTo>
                  <a:pt x="952500" y="1285875"/>
                </a:lnTo>
                <a:lnTo>
                  <a:pt x="952500" y="1304925"/>
                </a:lnTo>
                <a:lnTo>
                  <a:pt x="942975" y="1304925"/>
                </a:lnTo>
                <a:lnTo>
                  <a:pt x="942975" y="1295400"/>
                </a:lnTo>
                <a:lnTo>
                  <a:pt x="923925" y="1295400"/>
                </a:lnTo>
                <a:close/>
                <a:moveTo>
                  <a:pt x="1619250" y="1285875"/>
                </a:moveTo>
                <a:lnTo>
                  <a:pt x="1628775" y="1285875"/>
                </a:lnTo>
                <a:lnTo>
                  <a:pt x="1628775" y="1295400"/>
                </a:lnTo>
                <a:lnTo>
                  <a:pt x="1619250" y="1295400"/>
                </a:lnTo>
                <a:close/>
                <a:moveTo>
                  <a:pt x="914400" y="1295400"/>
                </a:moveTo>
                <a:lnTo>
                  <a:pt x="923925" y="1295400"/>
                </a:lnTo>
                <a:lnTo>
                  <a:pt x="923925" y="1304925"/>
                </a:lnTo>
                <a:lnTo>
                  <a:pt x="914400" y="1304925"/>
                </a:lnTo>
                <a:close/>
                <a:moveTo>
                  <a:pt x="1028700" y="1295400"/>
                </a:moveTo>
                <a:lnTo>
                  <a:pt x="1038225" y="1295400"/>
                </a:lnTo>
                <a:lnTo>
                  <a:pt x="1038225" y="1304925"/>
                </a:lnTo>
                <a:lnTo>
                  <a:pt x="1047750" y="1304925"/>
                </a:lnTo>
                <a:lnTo>
                  <a:pt x="1047750" y="1295400"/>
                </a:lnTo>
                <a:lnTo>
                  <a:pt x="1066800" y="1295400"/>
                </a:lnTo>
                <a:lnTo>
                  <a:pt x="1066800" y="1304925"/>
                </a:lnTo>
                <a:lnTo>
                  <a:pt x="1057275" y="1304925"/>
                </a:lnTo>
                <a:lnTo>
                  <a:pt x="1057275" y="1314450"/>
                </a:lnTo>
                <a:lnTo>
                  <a:pt x="1028700" y="1314450"/>
                </a:lnTo>
                <a:close/>
                <a:moveTo>
                  <a:pt x="1085850" y="1295400"/>
                </a:moveTo>
                <a:lnTo>
                  <a:pt x="1104900" y="1295400"/>
                </a:lnTo>
                <a:lnTo>
                  <a:pt x="1104900" y="1304925"/>
                </a:lnTo>
                <a:lnTo>
                  <a:pt x="1095375" y="1304925"/>
                </a:lnTo>
                <a:lnTo>
                  <a:pt x="1095375" y="1314450"/>
                </a:lnTo>
                <a:lnTo>
                  <a:pt x="1104900" y="1314450"/>
                </a:lnTo>
                <a:lnTo>
                  <a:pt x="1104900" y="1323975"/>
                </a:lnTo>
                <a:lnTo>
                  <a:pt x="1085850" y="1323975"/>
                </a:lnTo>
                <a:lnTo>
                  <a:pt x="1085850" y="1314450"/>
                </a:lnTo>
                <a:lnTo>
                  <a:pt x="1066800" y="1314450"/>
                </a:lnTo>
                <a:lnTo>
                  <a:pt x="1066800" y="1304925"/>
                </a:lnTo>
                <a:lnTo>
                  <a:pt x="1085850" y="1304925"/>
                </a:lnTo>
                <a:close/>
                <a:moveTo>
                  <a:pt x="485775" y="1304925"/>
                </a:moveTo>
                <a:lnTo>
                  <a:pt x="495300" y="1304925"/>
                </a:lnTo>
                <a:lnTo>
                  <a:pt x="495300" y="1314450"/>
                </a:lnTo>
                <a:lnTo>
                  <a:pt x="485775" y="1314450"/>
                </a:lnTo>
                <a:close/>
                <a:moveTo>
                  <a:pt x="504825" y="1314450"/>
                </a:moveTo>
                <a:lnTo>
                  <a:pt x="514350" y="1314450"/>
                </a:lnTo>
                <a:lnTo>
                  <a:pt x="514350" y="1323975"/>
                </a:lnTo>
                <a:lnTo>
                  <a:pt x="504825" y="1323975"/>
                </a:lnTo>
                <a:close/>
                <a:moveTo>
                  <a:pt x="628650" y="1314450"/>
                </a:moveTo>
                <a:lnTo>
                  <a:pt x="638175" y="1314450"/>
                </a:lnTo>
                <a:lnTo>
                  <a:pt x="638175" y="1323975"/>
                </a:lnTo>
                <a:lnTo>
                  <a:pt x="628650" y="1323975"/>
                </a:lnTo>
                <a:close/>
                <a:moveTo>
                  <a:pt x="933450" y="1314450"/>
                </a:moveTo>
                <a:lnTo>
                  <a:pt x="962025" y="1314450"/>
                </a:lnTo>
                <a:lnTo>
                  <a:pt x="962025" y="1323975"/>
                </a:lnTo>
                <a:lnTo>
                  <a:pt x="952500" y="1323975"/>
                </a:lnTo>
                <a:lnTo>
                  <a:pt x="952500" y="1333500"/>
                </a:lnTo>
                <a:lnTo>
                  <a:pt x="933450" y="1333500"/>
                </a:lnTo>
                <a:close/>
                <a:moveTo>
                  <a:pt x="962025" y="1323975"/>
                </a:moveTo>
                <a:lnTo>
                  <a:pt x="971550" y="1323975"/>
                </a:lnTo>
                <a:lnTo>
                  <a:pt x="971550" y="1333500"/>
                </a:lnTo>
                <a:lnTo>
                  <a:pt x="962025" y="1333500"/>
                </a:lnTo>
                <a:close/>
                <a:moveTo>
                  <a:pt x="1619250" y="1323975"/>
                </a:moveTo>
                <a:lnTo>
                  <a:pt x="1628775" y="1323975"/>
                </a:lnTo>
                <a:lnTo>
                  <a:pt x="1628775" y="1333500"/>
                </a:lnTo>
                <a:lnTo>
                  <a:pt x="1619250" y="1333500"/>
                </a:lnTo>
                <a:close/>
                <a:moveTo>
                  <a:pt x="409575" y="1333500"/>
                </a:moveTo>
                <a:lnTo>
                  <a:pt x="419100" y="1333500"/>
                </a:lnTo>
                <a:lnTo>
                  <a:pt x="419100" y="1343025"/>
                </a:lnTo>
                <a:lnTo>
                  <a:pt x="409575" y="1343025"/>
                </a:lnTo>
                <a:close/>
                <a:moveTo>
                  <a:pt x="695325" y="1333500"/>
                </a:moveTo>
                <a:lnTo>
                  <a:pt x="723900" y="1333500"/>
                </a:lnTo>
                <a:lnTo>
                  <a:pt x="723900" y="1352550"/>
                </a:lnTo>
                <a:lnTo>
                  <a:pt x="714375" y="1352550"/>
                </a:lnTo>
                <a:lnTo>
                  <a:pt x="714375" y="1343025"/>
                </a:lnTo>
                <a:lnTo>
                  <a:pt x="695325" y="1343025"/>
                </a:lnTo>
                <a:close/>
                <a:moveTo>
                  <a:pt x="923925" y="1333500"/>
                </a:moveTo>
                <a:lnTo>
                  <a:pt x="933450" y="1333500"/>
                </a:lnTo>
                <a:lnTo>
                  <a:pt x="933450" y="1352550"/>
                </a:lnTo>
                <a:lnTo>
                  <a:pt x="923925" y="1352550"/>
                </a:lnTo>
                <a:close/>
                <a:moveTo>
                  <a:pt x="1724025" y="1333500"/>
                </a:moveTo>
                <a:lnTo>
                  <a:pt x="1733550" y="1333500"/>
                </a:lnTo>
                <a:lnTo>
                  <a:pt x="1733550" y="1343025"/>
                </a:lnTo>
                <a:lnTo>
                  <a:pt x="1724025" y="1343025"/>
                </a:lnTo>
                <a:close/>
                <a:moveTo>
                  <a:pt x="428625" y="1343025"/>
                </a:moveTo>
                <a:lnTo>
                  <a:pt x="438150" y="1343025"/>
                </a:lnTo>
                <a:lnTo>
                  <a:pt x="438150" y="1352550"/>
                </a:lnTo>
                <a:lnTo>
                  <a:pt x="428625" y="1352550"/>
                </a:lnTo>
                <a:close/>
                <a:moveTo>
                  <a:pt x="1000125" y="1343025"/>
                </a:moveTo>
                <a:lnTo>
                  <a:pt x="1019175" y="1343025"/>
                </a:lnTo>
                <a:lnTo>
                  <a:pt x="1019175" y="1362075"/>
                </a:lnTo>
                <a:lnTo>
                  <a:pt x="1009650" y="1362075"/>
                </a:lnTo>
                <a:lnTo>
                  <a:pt x="1009650" y="1352550"/>
                </a:lnTo>
                <a:lnTo>
                  <a:pt x="1000125" y="1352550"/>
                </a:lnTo>
                <a:close/>
                <a:moveTo>
                  <a:pt x="1495425" y="1343025"/>
                </a:moveTo>
                <a:lnTo>
                  <a:pt x="1504950" y="1343025"/>
                </a:lnTo>
                <a:lnTo>
                  <a:pt x="1504950" y="1352550"/>
                </a:lnTo>
                <a:lnTo>
                  <a:pt x="1495425" y="1352550"/>
                </a:lnTo>
                <a:close/>
                <a:moveTo>
                  <a:pt x="790575" y="1352550"/>
                </a:moveTo>
                <a:lnTo>
                  <a:pt x="809625" y="1352550"/>
                </a:lnTo>
                <a:lnTo>
                  <a:pt x="809625" y="1362075"/>
                </a:lnTo>
                <a:lnTo>
                  <a:pt x="790575" y="1362075"/>
                </a:lnTo>
                <a:close/>
                <a:moveTo>
                  <a:pt x="933450" y="1352550"/>
                </a:moveTo>
                <a:lnTo>
                  <a:pt x="942975" y="1352550"/>
                </a:lnTo>
                <a:lnTo>
                  <a:pt x="942975" y="1362075"/>
                </a:lnTo>
                <a:lnTo>
                  <a:pt x="933450" y="1362075"/>
                </a:lnTo>
                <a:close/>
                <a:moveTo>
                  <a:pt x="1628775" y="1352550"/>
                </a:moveTo>
                <a:lnTo>
                  <a:pt x="1657350" y="1352550"/>
                </a:lnTo>
                <a:lnTo>
                  <a:pt x="1657350" y="1362075"/>
                </a:lnTo>
                <a:lnTo>
                  <a:pt x="1628775" y="1362075"/>
                </a:lnTo>
                <a:close/>
                <a:moveTo>
                  <a:pt x="952500" y="1362075"/>
                </a:moveTo>
                <a:lnTo>
                  <a:pt x="971550" y="1362075"/>
                </a:lnTo>
                <a:lnTo>
                  <a:pt x="971550" y="1371600"/>
                </a:lnTo>
                <a:lnTo>
                  <a:pt x="952500" y="1371600"/>
                </a:lnTo>
                <a:close/>
                <a:moveTo>
                  <a:pt x="1733550" y="1362075"/>
                </a:moveTo>
                <a:lnTo>
                  <a:pt x="1762125" y="1362075"/>
                </a:lnTo>
                <a:lnTo>
                  <a:pt x="1762125" y="1371600"/>
                </a:lnTo>
                <a:lnTo>
                  <a:pt x="1743075" y="1371600"/>
                </a:lnTo>
                <a:lnTo>
                  <a:pt x="1743075" y="1381125"/>
                </a:lnTo>
                <a:lnTo>
                  <a:pt x="1733550" y="1381125"/>
                </a:lnTo>
                <a:close/>
                <a:moveTo>
                  <a:pt x="171450" y="1371600"/>
                </a:moveTo>
                <a:lnTo>
                  <a:pt x="180975" y="1371600"/>
                </a:lnTo>
                <a:lnTo>
                  <a:pt x="180975" y="1381125"/>
                </a:lnTo>
                <a:lnTo>
                  <a:pt x="171450" y="1381125"/>
                </a:lnTo>
                <a:close/>
                <a:moveTo>
                  <a:pt x="514350" y="1371600"/>
                </a:moveTo>
                <a:lnTo>
                  <a:pt x="523875" y="1371600"/>
                </a:lnTo>
                <a:lnTo>
                  <a:pt x="523875" y="1381125"/>
                </a:lnTo>
                <a:lnTo>
                  <a:pt x="514350" y="1381125"/>
                </a:lnTo>
                <a:close/>
                <a:moveTo>
                  <a:pt x="381000" y="1390650"/>
                </a:moveTo>
                <a:lnTo>
                  <a:pt x="400050" y="1390650"/>
                </a:lnTo>
                <a:lnTo>
                  <a:pt x="400050" y="1400175"/>
                </a:lnTo>
                <a:lnTo>
                  <a:pt x="390525" y="1400175"/>
                </a:lnTo>
                <a:lnTo>
                  <a:pt x="390525" y="1409700"/>
                </a:lnTo>
                <a:lnTo>
                  <a:pt x="381000" y="1409700"/>
                </a:lnTo>
                <a:close/>
                <a:moveTo>
                  <a:pt x="1076325" y="1390650"/>
                </a:moveTo>
                <a:lnTo>
                  <a:pt x="1085850" y="1390650"/>
                </a:lnTo>
                <a:lnTo>
                  <a:pt x="1085850" y="1400175"/>
                </a:lnTo>
                <a:lnTo>
                  <a:pt x="1076325" y="1400175"/>
                </a:lnTo>
                <a:close/>
                <a:moveTo>
                  <a:pt x="228600" y="1400175"/>
                </a:moveTo>
                <a:lnTo>
                  <a:pt x="238125" y="1400175"/>
                </a:lnTo>
                <a:lnTo>
                  <a:pt x="238125" y="1409700"/>
                </a:lnTo>
                <a:lnTo>
                  <a:pt x="228600" y="1409700"/>
                </a:lnTo>
                <a:close/>
                <a:moveTo>
                  <a:pt x="247650" y="1400175"/>
                </a:moveTo>
                <a:lnTo>
                  <a:pt x="257175" y="1400175"/>
                </a:lnTo>
                <a:lnTo>
                  <a:pt x="257175" y="1409700"/>
                </a:lnTo>
                <a:lnTo>
                  <a:pt x="247650" y="1409700"/>
                </a:lnTo>
                <a:close/>
                <a:moveTo>
                  <a:pt x="361950" y="1400175"/>
                </a:moveTo>
                <a:lnTo>
                  <a:pt x="371475" y="1400175"/>
                </a:lnTo>
                <a:lnTo>
                  <a:pt x="371475" y="1409700"/>
                </a:lnTo>
                <a:lnTo>
                  <a:pt x="361950" y="1409700"/>
                </a:lnTo>
                <a:close/>
                <a:moveTo>
                  <a:pt x="1066800" y="1400175"/>
                </a:moveTo>
                <a:lnTo>
                  <a:pt x="1076325" y="1400175"/>
                </a:lnTo>
                <a:lnTo>
                  <a:pt x="1076325" y="1419225"/>
                </a:lnTo>
                <a:lnTo>
                  <a:pt x="1066800" y="1419225"/>
                </a:lnTo>
                <a:close/>
                <a:moveTo>
                  <a:pt x="1304925" y="1409700"/>
                </a:moveTo>
                <a:lnTo>
                  <a:pt x="1314450" y="1409700"/>
                </a:lnTo>
                <a:lnTo>
                  <a:pt x="1314450" y="1419225"/>
                </a:lnTo>
                <a:lnTo>
                  <a:pt x="1304925" y="1419225"/>
                </a:lnTo>
                <a:close/>
                <a:moveTo>
                  <a:pt x="1390650" y="1409700"/>
                </a:moveTo>
                <a:lnTo>
                  <a:pt x="1400175" y="1409700"/>
                </a:lnTo>
                <a:lnTo>
                  <a:pt x="1400175" y="1419225"/>
                </a:lnTo>
                <a:lnTo>
                  <a:pt x="1390650" y="1419225"/>
                </a:lnTo>
                <a:close/>
                <a:moveTo>
                  <a:pt x="828675" y="1419225"/>
                </a:moveTo>
                <a:lnTo>
                  <a:pt x="838200" y="1419225"/>
                </a:lnTo>
                <a:lnTo>
                  <a:pt x="838200" y="1428750"/>
                </a:lnTo>
                <a:lnTo>
                  <a:pt x="828675" y="1428750"/>
                </a:lnTo>
                <a:close/>
                <a:moveTo>
                  <a:pt x="933450" y="1419225"/>
                </a:moveTo>
                <a:lnTo>
                  <a:pt x="942975" y="1419225"/>
                </a:lnTo>
                <a:lnTo>
                  <a:pt x="942975" y="1428750"/>
                </a:lnTo>
                <a:lnTo>
                  <a:pt x="933450" y="1428750"/>
                </a:lnTo>
                <a:close/>
                <a:moveTo>
                  <a:pt x="1400175" y="1419225"/>
                </a:moveTo>
                <a:lnTo>
                  <a:pt x="1409700" y="1419225"/>
                </a:lnTo>
                <a:lnTo>
                  <a:pt x="1409700" y="1428750"/>
                </a:lnTo>
                <a:lnTo>
                  <a:pt x="1400175" y="1428750"/>
                </a:lnTo>
                <a:close/>
                <a:moveTo>
                  <a:pt x="904875" y="1447800"/>
                </a:moveTo>
                <a:lnTo>
                  <a:pt x="914400" y="1447800"/>
                </a:lnTo>
                <a:lnTo>
                  <a:pt x="914400" y="1457325"/>
                </a:lnTo>
                <a:lnTo>
                  <a:pt x="904875" y="1457325"/>
                </a:lnTo>
                <a:close/>
                <a:moveTo>
                  <a:pt x="1647825" y="1447800"/>
                </a:moveTo>
                <a:lnTo>
                  <a:pt x="1666875" y="1447800"/>
                </a:lnTo>
                <a:lnTo>
                  <a:pt x="1666875" y="1457325"/>
                </a:lnTo>
                <a:lnTo>
                  <a:pt x="1647825" y="1457325"/>
                </a:lnTo>
                <a:close/>
                <a:moveTo>
                  <a:pt x="504825" y="1457325"/>
                </a:moveTo>
                <a:lnTo>
                  <a:pt x="514350" y="1457325"/>
                </a:lnTo>
                <a:lnTo>
                  <a:pt x="514350" y="1466850"/>
                </a:lnTo>
                <a:lnTo>
                  <a:pt x="504825" y="1466850"/>
                </a:lnTo>
                <a:close/>
                <a:moveTo>
                  <a:pt x="895350" y="1457325"/>
                </a:moveTo>
                <a:lnTo>
                  <a:pt x="904875" y="1457325"/>
                </a:lnTo>
                <a:lnTo>
                  <a:pt x="904875" y="1466850"/>
                </a:lnTo>
                <a:lnTo>
                  <a:pt x="895350" y="1466850"/>
                </a:lnTo>
                <a:close/>
                <a:moveTo>
                  <a:pt x="1304925" y="1457325"/>
                </a:moveTo>
                <a:lnTo>
                  <a:pt x="1314450" y="1457325"/>
                </a:lnTo>
                <a:lnTo>
                  <a:pt x="1314450" y="1476375"/>
                </a:lnTo>
                <a:lnTo>
                  <a:pt x="1323975" y="1476375"/>
                </a:lnTo>
                <a:lnTo>
                  <a:pt x="1323975" y="1485900"/>
                </a:lnTo>
                <a:lnTo>
                  <a:pt x="1314450" y="1485900"/>
                </a:lnTo>
                <a:lnTo>
                  <a:pt x="1314450" y="1495425"/>
                </a:lnTo>
                <a:lnTo>
                  <a:pt x="1295400" y="1495425"/>
                </a:lnTo>
                <a:lnTo>
                  <a:pt x="1295400" y="1485900"/>
                </a:lnTo>
                <a:lnTo>
                  <a:pt x="1304925" y="1485900"/>
                </a:lnTo>
                <a:close/>
                <a:moveTo>
                  <a:pt x="542925" y="1466850"/>
                </a:moveTo>
                <a:lnTo>
                  <a:pt x="561975" y="1466850"/>
                </a:lnTo>
                <a:lnTo>
                  <a:pt x="561975" y="1476375"/>
                </a:lnTo>
                <a:lnTo>
                  <a:pt x="542925" y="1476375"/>
                </a:lnTo>
                <a:close/>
                <a:moveTo>
                  <a:pt x="695325" y="1466850"/>
                </a:moveTo>
                <a:lnTo>
                  <a:pt x="704850" y="1466850"/>
                </a:lnTo>
                <a:lnTo>
                  <a:pt x="704850" y="1476375"/>
                </a:lnTo>
                <a:lnTo>
                  <a:pt x="695325" y="1476375"/>
                </a:lnTo>
                <a:close/>
                <a:moveTo>
                  <a:pt x="914400" y="1466850"/>
                </a:moveTo>
                <a:lnTo>
                  <a:pt x="923925" y="1466850"/>
                </a:lnTo>
                <a:lnTo>
                  <a:pt x="923925" y="1476375"/>
                </a:lnTo>
                <a:lnTo>
                  <a:pt x="914400" y="1476375"/>
                </a:lnTo>
                <a:close/>
                <a:moveTo>
                  <a:pt x="933450" y="1466850"/>
                </a:moveTo>
                <a:lnTo>
                  <a:pt x="962025" y="1466850"/>
                </a:lnTo>
                <a:lnTo>
                  <a:pt x="962025" y="1476375"/>
                </a:lnTo>
                <a:lnTo>
                  <a:pt x="933450" y="1476375"/>
                </a:lnTo>
                <a:close/>
                <a:moveTo>
                  <a:pt x="561975" y="1476375"/>
                </a:moveTo>
                <a:lnTo>
                  <a:pt x="571500" y="1476375"/>
                </a:lnTo>
                <a:lnTo>
                  <a:pt x="571500" y="1485900"/>
                </a:lnTo>
                <a:lnTo>
                  <a:pt x="561975" y="1485900"/>
                </a:lnTo>
                <a:close/>
                <a:moveTo>
                  <a:pt x="209550" y="1485900"/>
                </a:moveTo>
                <a:lnTo>
                  <a:pt x="219075" y="1485900"/>
                </a:lnTo>
                <a:lnTo>
                  <a:pt x="219075" y="1495425"/>
                </a:lnTo>
                <a:lnTo>
                  <a:pt x="209550" y="1495425"/>
                </a:lnTo>
                <a:close/>
                <a:moveTo>
                  <a:pt x="962025" y="1485900"/>
                </a:moveTo>
                <a:lnTo>
                  <a:pt x="971550" y="1485900"/>
                </a:lnTo>
                <a:lnTo>
                  <a:pt x="971550" y="1504950"/>
                </a:lnTo>
                <a:lnTo>
                  <a:pt x="962025" y="1504950"/>
                </a:lnTo>
                <a:close/>
                <a:moveTo>
                  <a:pt x="171450" y="1495425"/>
                </a:moveTo>
                <a:lnTo>
                  <a:pt x="200025" y="1495425"/>
                </a:lnTo>
                <a:lnTo>
                  <a:pt x="200025" y="1504950"/>
                </a:lnTo>
                <a:lnTo>
                  <a:pt x="190500" y="1504950"/>
                </a:lnTo>
                <a:lnTo>
                  <a:pt x="190500" y="1514475"/>
                </a:lnTo>
                <a:lnTo>
                  <a:pt x="180975" y="1514475"/>
                </a:lnTo>
                <a:lnTo>
                  <a:pt x="180975" y="1504950"/>
                </a:lnTo>
                <a:lnTo>
                  <a:pt x="171450" y="1504950"/>
                </a:lnTo>
                <a:close/>
                <a:moveTo>
                  <a:pt x="628650" y="1495425"/>
                </a:moveTo>
                <a:lnTo>
                  <a:pt x="638175" y="1495425"/>
                </a:lnTo>
                <a:lnTo>
                  <a:pt x="638175" y="1504950"/>
                </a:lnTo>
                <a:lnTo>
                  <a:pt x="628650" y="1504950"/>
                </a:lnTo>
                <a:close/>
                <a:moveTo>
                  <a:pt x="1257300" y="1495425"/>
                </a:moveTo>
                <a:lnTo>
                  <a:pt x="1295400" y="1495425"/>
                </a:lnTo>
                <a:lnTo>
                  <a:pt x="1295400" y="1524000"/>
                </a:lnTo>
                <a:lnTo>
                  <a:pt x="1266825" y="1524000"/>
                </a:lnTo>
                <a:lnTo>
                  <a:pt x="1266825" y="1533525"/>
                </a:lnTo>
                <a:lnTo>
                  <a:pt x="1257300" y="1533525"/>
                </a:lnTo>
                <a:lnTo>
                  <a:pt x="1257300" y="1543050"/>
                </a:lnTo>
                <a:lnTo>
                  <a:pt x="1247775" y="1543050"/>
                </a:lnTo>
                <a:lnTo>
                  <a:pt x="1247775" y="1552575"/>
                </a:lnTo>
                <a:lnTo>
                  <a:pt x="1238250" y="1552575"/>
                </a:lnTo>
                <a:lnTo>
                  <a:pt x="1238250" y="1543050"/>
                </a:lnTo>
                <a:lnTo>
                  <a:pt x="1228725" y="1543050"/>
                </a:lnTo>
                <a:lnTo>
                  <a:pt x="1228725" y="1524000"/>
                </a:lnTo>
                <a:lnTo>
                  <a:pt x="1238250" y="1524000"/>
                </a:lnTo>
                <a:lnTo>
                  <a:pt x="1238250" y="1514475"/>
                </a:lnTo>
                <a:lnTo>
                  <a:pt x="1257300" y="1514475"/>
                </a:lnTo>
                <a:close/>
                <a:moveTo>
                  <a:pt x="1819275" y="1495425"/>
                </a:moveTo>
                <a:lnTo>
                  <a:pt x="1828800" y="1495425"/>
                </a:lnTo>
                <a:lnTo>
                  <a:pt x="1828800" y="1504950"/>
                </a:lnTo>
                <a:lnTo>
                  <a:pt x="1819275" y="1504950"/>
                </a:lnTo>
                <a:close/>
                <a:moveTo>
                  <a:pt x="819150" y="1504950"/>
                </a:moveTo>
                <a:lnTo>
                  <a:pt x="847725" y="1504950"/>
                </a:lnTo>
                <a:lnTo>
                  <a:pt x="847725" y="1524000"/>
                </a:lnTo>
                <a:lnTo>
                  <a:pt x="819150" y="1524000"/>
                </a:lnTo>
                <a:close/>
                <a:moveTo>
                  <a:pt x="1028700" y="1514475"/>
                </a:moveTo>
                <a:lnTo>
                  <a:pt x="1038225" y="1514475"/>
                </a:lnTo>
                <a:lnTo>
                  <a:pt x="1038225" y="1524000"/>
                </a:lnTo>
                <a:lnTo>
                  <a:pt x="1028700" y="1524000"/>
                </a:lnTo>
                <a:close/>
                <a:moveTo>
                  <a:pt x="1638300" y="1514475"/>
                </a:moveTo>
                <a:lnTo>
                  <a:pt x="1647825" y="1514475"/>
                </a:lnTo>
                <a:lnTo>
                  <a:pt x="1647825" y="1524000"/>
                </a:lnTo>
                <a:lnTo>
                  <a:pt x="1638300" y="1524000"/>
                </a:lnTo>
                <a:close/>
                <a:moveTo>
                  <a:pt x="1838325" y="1514475"/>
                </a:moveTo>
                <a:lnTo>
                  <a:pt x="1847850" y="1514475"/>
                </a:lnTo>
                <a:lnTo>
                  <a:pt x="1847850" y="1533525"/>
                </a:lnTo>
                <a:lnTo>
                  <a:pt x="1838325" y="1533525"/>
                </a:lnTo>
                <a:close/>
                <a:moveTo>
                  <a:pt x="295275" y="1533525"/>
                </a:moveTo>
                <a:lnTo>
                  <a:pt x="304800" y="1533525"/>
                </a:lnTo>
                <a:lnTo>
                  <a:pt x="304800" y="1543050"/>
                </a:lnTo>
                <a:lnTo>
                  <a:pt x="295275" y="1543050"/>
                </a:lnTo>
                <a:close/>
                <a:moveTo>
                  <a:pt x="466725" y="1533525"/>
                </a:moveTo>
                <a:lnTo>
                  <a:pt x="476250" y="1533525"/>
                </a:lnTo>
                <a:lnTo>
                  <a:pt x="476250" y="1543050"/>
                </a:lnTo>
                <a:lnTo>
                  <a:pt x="466725" y="1543050"/>
                </a:lnTo>
                <a:close/>
                <a:moveTo>
                  <a:pt x="657225" y="1533525"/>
                </a:moveTo>
                <a:lnTo>
                  <a:pt x="685800" y="1533525"/>
                </a:lnTo>
                <a:lnTo>
                  <a:pt x="685800" y="1543050"/>
                </a:lnTo>
                <a:lnTo>
                  <a:pt x="704850" y="1543050"/>
                </a:lnTo>
                <a:lnTo>
                  <a:pt x="704850" y="1552575"/>
                </a:lnTo>
                <a:lnTo>
                  <a:pt x="685800" y="1552575"/>
                </a:lnTo>
                <a:lnTo>
                  <a:pt x="685800" y="1562100"/>
                </a:lnTo>
                <a:lnTo>
                  <a:pt x="676275" y="1562100"/>
                </a:lnTo>
                <a:lnTo>
                  <a:pt x="676275" y="1552575"/>
                </a:lnTo>
                <a:lnTo>
                  <a:pt x="638175" y="1552575"/>
                </a:lnTo>
                <a:lnTo>
                  <a:pt x="638175" y="1543050"/>
                </a:lnTo>
                <a:lnTo>
                  <a:pt x="657225" y="1543050"/>
                </a:lnTo>
                <a:close/>
                <a:moveTo>
                  <a:pt x="857250" y="1533525"/>
                </a:moveTo>
                <a:lnTo>
                  <a:pt x="866775" y="1533525"/>
                </a:lnTo>
                <a:lnTo>
                  <a:pt x="866775" y="1543050"/>
                </a:lnTo>
                <a:lnTo>
                  <a:pt x="857250" y="1543050"/>
                </a:lnTo>
                <a:close/>
                <a:moveTo>
                  <a:pt x="1123950" y="1533525"/>
                </a:moveTo>
                <a:lnTo>
                  <a:pt x="1133475" y="1533525"/>
                </a:lnTo>
                <a:lnTo>
                  <a:pt x="1133475" y="1543050"/>
                </a:lnTo>
                <a:lnTo>
                  <a:pt x="1123950" y="1543050"/>
                </a:lnTo>
                <a:close/>
                <a:moveTo>
                  <a:pt x="1343025" y="1533525"/>
                </a:moveTo>
                <a:lnTo>
                  <a:pt x="1352550" y="1533525"/>
                </a:lnTo>
                <a:lnTo>
                  <a:pt x="1352550" y="1552575"/>
                </a:lnTo>
                <a:lnTo>
                  <a:pt x="1323975" y="1552575"/>
                </a:lnTo>
                <a:lnTo>
                  <a:pt x="1323975" y="1543050"/>
                </a:lnTo>
                <a:lnTo>
                  <a:pt x="1343025" y="1543050"/>
                </a:lnTo>
                <a:close/>
                <a:moveTo>
                  <a:pt x="942975" y="1543050"/>
                </a:moveTo>
                <a:lnTo>
                  <a:pt x="952500" y="1543050"/>
                </a:lnTo>
                <a:lnTo>
                  <a:pt x="952500" y="1552575"/>
                </a:lnTo>
                <a:lnTo>
                  <a:pt x="942975" y="1552575"/>
                </a:lnTo>
                <a:close/>
                <a:moveTo>
                  <a:pt x="1828800" y="1543050"/>
                </a:moveTo>
                <a:lnTo>
                  <a:pt x="1838325" y="1543050"/>
                </a:lnTo>
                <a:lnTo>
                  <a:pt x="1838325" y="1552575"/>
                </a:lnTo>
                <a:lnTo>
                  <a:pt x="1828800" y="1552575"/>
                </a:lnTo>
                <a:close/>
                <a:moveTo>
                  <a:pt x="304800" y="1552575"/>
                </a:moveTo>
                <a:lnTo>
                  <a:pt x="314325" y="1552575"/>
                </a:lnTo>
                <a:lnTo>
                  <a:pt x="314325" y="1562100"/>
                </a:lnTo>
                <a:lnTo>
                  <a:pt x="304800" y="1562100"/>
                </a:lnTo>
                <a:close/>
                <a:moveTo>
                  <a:pt x="962025" y="1552575"/>
                </a:moveTo>
                <a:lnTo>
                  <a:pt x="971550" y="1552575"/>
                </a:lnTo>
                <a:lnTo>
                  <a:pt x="971550" y="1562100"/>
                </a:lnTo>
                <a:lnTo>
                  <a:pt x="962025" y="1562100"/>
                </a:lnTo>
                <a:close/>
                <a:moveTo>
                  <a:pt x="1152525" y="1552575"/>
                </a:moveTo>
                <a:lnTo>
                  <a:pt x="1162050" y="1552575"/>
                </a:lnTo>
                <a:lnTo>
                  <a:pt x="1162050" y="1562100"/>
                </a:lnTo>
                <a:lnTo>
                  <a:pt x="1152525" y="1562100"/>
                </a:lnTo>
                <a:close/>
                <a:moveTo>
                  <a:pt x="1190625" y="1552575"/>
                </a:moveTo>
                <a:lnTo>
                  <a:pt x="1209675" y="1552575"/>
                </a:lnTo>
                <a:lnTo>
                  <a:pt x="1209675" y="1562100"/>
                </a:lnTo>
                <a:lnTo>
                  <a:pt x="1238250" y="1562100"/>
                </a:lnTo>
                <a:lnTo>
                  <a:pt x="1238250" y="1571625"/>
                </a:lnTo>
                <a:lnTo>
                  <a:pt x="1228725" y="1571625"/>
                </a:lnTo>
                <a:lnTo>
                  <a:pt x="1228725" y="1590675"/>
                </a:lnTo>
                <a:lnTo>
                  <a:pt x="1209675" y="1590675"/>
                </a:lnTo>
                <a:lnTo>
                  <a:pt x="1209675" y="1581150"/>
                </a:lnTo>
                <a:lnTo>
                  <a:pt x="1200150" y="1581150"/>
                </a:lnTo>
                <a:lnTo>
                  <a:pt x="1200150" y="1571625"/>
                </a:lnTo>
                <a:lnTo>
                  <a:pt x="1171575" y="1571625"/>
                </a:lnTo>
                <a:lnTo>
                  <a:pt x="1171575" y="1562100"/>
                </a:lnTo>
                <a:lnTo>
                  <a:pt x="1190625" y="1562100"/>
                </a:lnTo>
                <a:close/>
                <a:moveTo>
                  <a:pt x="1352550" y="1552575"/>
                </a:moveTo>
                <a:lnTo>
                  <a:pt x="1362075" y="1552575"/>
                </a:lnTo>
                <a:lnTo>
                  <a:pt x="1362075" y="1562100"/>
                </a:lnTo>
                <a:lnTo>
                  <a:pt x="1352550" y="1562100"/>
                </a:lnTo>
                <a:close/>
                <a:moveTo>
                  <a:pt x="1600200" y="1552575"/>
                </a:moveTo>
                <a:lnTo>
                  <a:pt x="1609725" y="1552575"/>
                </a:lnTo>
                <a:lnTo>
                  <a:pt x="1609725" y="1562100"/>
                </a:lnTo>
                <a:lnTo>
                  <a:pt x="1600200" y="1562100"/>
                </a:lnTo>
                <a:close/>
                <a:moveTo>
                  <a:pt x="1619250" y="1552575"/>
                </a:moveTo>
                <a:lnTo>
                  <a:pt x="1628775" y="1552575"/>
                </a:lnTo>
                <a:lnTo>
                  <a:pt x="1628775" y="1562100"/>
                </a:lnTo>
                <a:lnTo>
                  <a:pt x="1619250" y="1562100"/>
                </a:lnTo>
                <a:close/>
                <a:moveTo>
                  <a:pt x="1800225" y="1552575"/>
                </a:moveTo>
                <a:lnTo>
                  <a:pt x="1828800" y="1552575"/>
                </a:lnTo>
                <a:lnTo>
                  <a:pt x="1828800" y="1562100"/>
                </a:lnTo>
                <a:lnTo>
                  <a:pt x="1800225" y="1562100"/>
                </a:lnTo>
                <a:close/>
                <a:moveTo>
                  <a:pt x="1638300" y="1562100"/>
                </a:moveTo>
                <a:lnTo>
                  <a:pt x="1647825" y="1562100"/>
                </a:lnTo>
                <a:lnTo>
                  <a:pt x="1647825" y="1571625"/>
                </a:lnTo>
                <a:lnTo>
                  <a:pt x="1638300" y="1571625"/>
                </a:lnTo>
                <a:close/>
                <a:moveTo>
                  <a:pt x="304800" y="1571625"/>
                </a:moveTo>
                <a:lnTo>
                  <a:pt x="314325" y="1571625"/>
                </a:lnTo>
                <a:lnTo>
                  <a:pt x="314325" y="1581150"/>
                </a:lnTo>
                <a:lnTo>
                  <a:pt x="304800" y="1581150"/>
                </a:lnTo>
                <a:close/>
                <a:moveTo>
                  <a:pt x="771525" y="1571625"/>
                </a:moveTo>
                <a:lnTo>
                  <a:pt x="781050" y="1571625"/>
                </a:lnTo>
                <a:lnTo>
                  <a:pt x="781050" y="1590675"/>
                </a:lnTo>
                <a:lnTo>
                  <a:pt x="800100" y="1590675"/>
                </a:lnTo>
                <a:lnTo>
                  <a:pt x="800100" y="1609725"/>
                </a:lnTo>
                <a:lnTo>
                  <a:pt x="790575" y="1609725"/>
                </a:lnTo>
                <a:lnTo>
                  <a:pt x="790575" y="1600200"/>
                </a:lnTo>
                <a:lnTo>
                  <a:pt x="762000" y="1600200"/>
                </a:lnTo>
                <a:lnTo>
                  <a:pt x="762000" y="1590675"/>
                </a:lnTo>
                <a:lnTo>
                  <a:pt x="771525" y="1590675"/>
                </a:lnTo>
                <a:close/>
                <a:moveTo>
                  <a:pt x="1895475" y="1571625"/>
                </a:moveTo>
                <a:lnTo>
                  <a:pt x="1905000" y="1571625"/>
                </a:lnTo>
                <a:lnTo>
                  <a:pt x="1905000" y="1581150"/>
                </a:lnTo>
                <a:lnTo>
                  <a:pt x="1895475" y="1581150"/>
                </a:lnTo>
                <a:close/>
                <a:moveTo>
                  <a:pt x="485775" y="1581150"/>
                </a:moveTo>
                <a:lnTo>
                  <a:pt x="495300" y="1581150"/>
                </a:lnTo>
                <a:lnTo>
                  <a:pt x="495300" y="1590675"/>
                </a:lnTo>
                <a:lnTo>
                  <a:pt x="504825" y="1590675"/>
                </a:lnTo>
                <a:lnTo>
                  <a:pt x="504825" y="1600200"/>
                </a:lnTo>
                <a:lnTo>
                  <a:pt x="485775" y="1600200"/>
                </a:lnTo>
                <a:close/>
                <a:moveTo>
                  <a:pt x="542925" y="1581150"/>
                </a:moveTo>
                <a:lnTo>
                  <a:pt x="552450" y="1581150"/>
                </a:lnTo>
                <a:lnTo>
                  <a:pt x="552450" y="1609725"/>
                </a:lnTo>
                <a:lnTo>
                  <a:pt x="542925" y="1609725"/>
                </a:lnTo>
                <a:lnTo>
                  <a:pt x="542925" y="1619250"/>
                </a:lnTo>
                <a:lnTo>
                  <a:pt x="533400" y="1619250"/>
                </a:lnTo>
                <a:lnTo>
                  <a:pt x="533400" y="1590675"/>
                </a:lnTo>
                <a:lnTo>
                  <a:pt x="542925" y="1590675"/>
                </a:lnTo>
                <a:close/>
                <a:moveTo>
                  <a:pt x="733425" y="1581150"/>
                </a:moveTo>
                <a:lnTo>
                  <a:pt x="742950" y="1581150"/>
                </a:lnTo>
                <a:lnTo>
                  <a:pt x="742950" y="1590675"/>
                </a:lnTo>
                <a:lnTo>
                  <a:pt x="733425" y="1590675"/>
                </a:lnTo>
                <a:close/>
                <a:moveTo>
                  <a:pt x="723900" y="1590675"/>
                </a:moveTo>
                <a:lnTo>
                  <a:pt x="733425" y="1590675"/>
                </a:lnTo>
                <a:lnTo>
                  <a:pt x="733425" y="1600200"/>
                </a:lnTo>
                <a:lnTo>
                  <a:pt x="723900" y="1600200"/>
                </a:lnTo>
                <a:close/>
                <a:moveTo>
                  <a:pt x="1228725" y="1590675"/>
                </a:moveTo>
                <a:lnTo>
                  <a:pt x="1238250" y="1590675"/>
                </a:lnTo>
                <a:lnTo>
                  <a:pt x="1238250" y="1609725"/>
                </a:lnTo>
                <a:lnTo>
                  <a:pt x="1247775" y="1609725"/>
                </a:lnTo>
                <a:lnTo>
                  <a:pt x="1247775" y="1590675"/>
                </a:lnTo>
                <a:lnTo>
                  <a:pt x="1266825" y="1590675"/>
                </a:lnTo>
                <a:lnTo>
                  <a:pt x="1266825" y="1619250"/>
                </a:lnTo>
                <a:lnTo>
                  <a:pt x="1257300" y="1619250"/>
                </a:lnTo>
                <a:lnTo>
                  <a:pt x="1257300" y="1609725"/>
                </a:lnTo>
                <a:lnTo>
                  <a:pt x="1247775" y="1609725"/>
                </a:lnTo>
                <a:lnTo>
                  <a:pt x="1247775" y="1619250"/>
                </a:lnTo>
                <a:lnTo>
                  <a:pt x="1228725" y="1619250"/>
                </a:lnTo>
                <a:close/>
                <a:moveTo>
                  <a:pt x="1276350" y="1590675"/>
                </a:moveTo>
                <a:lnTo>
                  <a:pt x="1285875" y="1590675"/>
                </a:lnTo>
                <a:lnTo>
                  <a:pt x="1285875" y="1609725"/>
                </a:lnTo>
                <a:lnTo>
                  <a:pt x="1304925" y="1609725"/>
                </a:lnTo>
                <a:lnTo>
                  <a:pt x="1304925" y="1619250"/>
                </a:lnTo>
                <a:lnTo>
                  <a:pt x="1314450" y="1619250"/>
                </a:lnTo>
                <a:lnTo>
                  <a:pt x="1314450" y="1628775"/>
                </a:lnTo>
                <a:lnTo>
                  <a:pt x="1295400" y="1628775"/>
                </a:lnTo>
                <a:lnTo>
                  <a:pt x="1295400" y="1666875"/>
                </a:lnTo>
                <a:lnTo>
                  <a:pt x="1285875" y="1666875"/>
                </a:lnTo>
                <a:lnTo>
                  <a:pt x="1285875" y="1657350"/>
                </a:lnTo>
                <a:lnTo>
                  <a:pt x="1276350" y="1657350"/>
                </a:lnTo>
                <a:lnTo>
                  <a:pt x="1276350" y="1647825"/>
                </a:lnTo>
                <a:lnTo>
                  <a:pt x="1285875" y="1647825"/>
                </a:lnTo>
                <a:lnTo>
                  <a:pt x="1285875" y="1638300"/>
                </a:lnTo>
                <a:lnTo>
                  <a:pt x="1276350" y="1638300"/>
                </a:lnTo>
                <a:close/>
                <a:moveTo>
                  <a:pt x="1876425" y="1590675"/>
                </a:moveTo>
                <a:lnTo>
                  <a:pt x="1895475" y="1590675"/>
                </a:lnTo>
                <a:lnTo>
                  <a:pt x="1895475" y="1600200"/>
                </a:lnTo>
                <a:lnTo>
                  <a:pt x="1876425" y="1600200"/>
                </a:lnTo>
                <a:close/>
                <a:moveTo>
                  <a:pt x="200025" y="1600200"/>
                </a:moveTo>
                <a:lnTo>
                  <a:pt x="209550" y="1600200"/>
                </a:lnTo>
                <a:lnTo>
                  <a:pt x="209550" y="1619250"/>
                </a:lnTo>
                <a:lnTo>
                  <a:pt x="200025" y="1619250"/>
                </a:lnTo>
                <a:close/>
                <a:moveTo>
                  <a:pt x="466725" y="1600200"/>
                </a:moveTo>
                <a:lnTo>
                  <a:pt x="485775" y="1600200"/>
                </a:lnTo>
                <a:lnTo>
                  <a:pt x="485775" y="1609725"/>
                </a:lnTo>
                <a:lnTo>
                  <a:pt x="466725" y="1609725"/>
                </a:lnTo>
                <a:close/>
                <a:moveTo>
                  <a:pt x="504825" y="1600200"/>
                </a:moveTo>
                <a:lnTo>
                  <a:pt x="514350" y="1600200"/>
                </a:lnTo>
                <a:lnTo>
                  <a:pt x="514350" y="1609725"/>
                </a:lnTo>
                <a:lnTo>
                  <a:pt x="504825" y="1609725"/>
                </a:lnTo>
                <a:close/>
                <a:moveTo>
                  <a:pt x="1543050" y="1600200"/>
                </a:moveTo>
                <a:lnTo>
                  <a:pt x="1552575" y="1600200"/>
                </a:lnTo>
                <a:lnTo>
                  <a:pt x="1552575" y="1609725"/>
                </a:lnTo>
                <a:lnTo>
                  <a:pt x="1543050" y="1609725"/>
                </a:lnTo>
                <a:close/>
                <a:moveTo>
                  <a:pt x="1866900" y="1600200"/>
                </a:moveTo>
                <a:lnTo>
                  <a:pt x="1876425" y="1600200"/>
                </a:lnTo>
                <a:lnTo>
                  <a:pt x="1876425" y="1609725"/>
                </a:lnTo>
                <a:lnTo>
                  <a:pt x="1866900" y="1609725"/>
                </a:lnTo>
                <a:close/>
                <a:moveTo>
                  <a:pt x="514350" y="1609725"/>
                </a:moveTo>
                <a:lnTo>
                  <a:pt x="523875" y="1609725"/>
                </a:lnTo>
                <a:lnTo>
                  <a:pt x="523875" y="1619250"/>
                </a:lnTo>
                <a:lnTo>
                  <a:pt x="514350" y="1619250"/>
                </a:lnTo>
                <a:close/>
                <a:moveTo>
                  <a:pt x="1019175" y="1609725"/>
                </a:moveTo>
                <a:lnTo>
                  <a:pt x="1028700" y="1609725"/>
                </a:lnTo>
                <a:lnTo>
                  <a:pt x="1028700" y="1619250"/>
                </a:lnTo>
                <a:lnTo>
                  <a:pt x="1038225" y="1619250"/>
                </a:lnTo>
                <a:lnTo>
                  <a:pt x="1038225" y="1628775"/>
                </a:lnTo>
                <a:lnTo>
                  <a:pt x="1047750" y="1628775"/>
                </a:lnTo>
                <a:lnTo>
                  <a:pt x="1047750" y="1638300"/>
                </a:lnTo>
                <a:lnTo>
                  <a:pt x="1019175" y="1638300"/>
                </a:lnTo>
                <a:lnTo>
                  <a:pt x="1019175" y="1628775"/>
                </a:lnTo>
                <a:lnTo>
                  <a:pt x="1009650" y="1628775"/>
                </a:lnTo>
                <a:lnTo>
                  <a:pt x="1009650" y="1619250"/>
                </a:lnTo>
                <a:lnTo>
                  <a:pt x="1019175" y="1619250"/>
                </a:lnTo>
                <a:close/>
                <a:moveTo>
                  <a:pt x="1552575" y="1609725"/>
                </a:moveTo>
                <a:lnTo>
                  <a:pt x="1562100" y="1609725"/>
                </a:lnTo>
                <a:lnTo>
                  <a:pt x="1562100" y="1619250"/>
                </a:lnTo>
                <a:lnTo>
                  <a:pt x="1552575" y="1619250"/>
                </a:lnTo>
                <a:close/>
                <a:moveTo>
                  <a:pt x="1847850" y="1609725"/>
                </a:moveTo>
                <a:lnTo>
                  <a:pt x="1857375" y="1609725"/>
                </a:lnTo>
                <a:lnTo>
                  <a:pt x="1857375" y="1619250"/>
                </a:lnTo>
                <a:lnTo>
                  <a:pt x="1847850" y="1619250"/>
                </a:lnTo>
                <a:close/>
                <a:moveTo>
                  <a:pt x="628650" y="1619250"/>
                </a:moveTo>
                <a:lnTo>
                  <a:pt x="638175" y="1619250"/>
                </a:lnTo>
                <a:lnTo>
                  <a:pt x="638175" y="1647825"/>
                </a:lnTo>
                <a:lnTo>
                  <a:pt x="628650" y="1647825"/>
                </a:lnTo>
                <a:close/>
                <a:moveTo>
                  <a:pt x="1323975" y="1619250"/>
                </a:moveTo>
                <a:lnTo>
                  <a:pt x="1333500" y="1619250"/>
                </a:lnTo>
                <a:lnTo>
                  <a:pt x="1333500" y="1628775"/>
                </a:lnTo>
                <a:lnTo>
                  <a:pt x="1323975" y="1628775"/>
                </a:lnTo>
                <a:close/>
                <a:moveTo>
                  <a:pt x="1562100" y="1619250"/>
                </a:moveTo>
                <a:lnTo>
                  <a:pt x="1590675" y="1619250"/>
                </a:lnTo>
                <a:lnTo>
                  <a:pt x="1590675" y="1638300"/>
                </a:lnTo>
                <a:lnTo>
                  <a:pt x="1552575" y="1638300"/>
                </a:lnTo>
                <a:lnTo>
                  <a:pt x="1552575" y="1628775"/>
                </a:lnTo>
                <a:lnTo>
                  <a:pt x="1562100" y="1628775"/>
                </a:lnTo>
                <a:close/>
                <a:moveTo>
                  <a:pt x="1838325" y="1619250"/>
                </a:moveTo>
                <a:lnTo>
                  <a:pt x="1847850" y="1619250"/>
                </a:lnTo>
                <a:lnTo>
                  <a:pt x="1847850" y="1628775"/>
                </a:lnTo>
                <a:lnTo>
                  <a:pt x="1857375" y="1628775"/>
                </a:lnTo>
                <a:lnTo>
                  <a:pt x="1857375" y="1638300"/>
                </a:lnTo>
                <a:lnTo>
                  <a:pt x="1838325" y="1638300"/>
                </a:lnTo>
                <a:lnTo>
                  <a:pt x="1838325" y="1647825"/>
                </a:lnTo>
                <a:lnTo>
                  <a:pt x="1828800" y="1647825"/>
                </a:lnTo>
                <a:lnTo>
                  <a:pt x="1828800" y="1638300"/>
                </a:lnTo>
                <a:lnTo>
                  <a:pt x="1819275" y="1638300"/>
                </a:lnTo>
                <a:lnTo>
                  <a:pt x="1819275" y="1628775"/>
                </a:lnTo>
                <a:lnTo>
                  <a:pt x="1838325" y="1628775"/>
                </a:lnTo>
                <a:close/>
                <a:moveTo>
                  <a:pt x="1876425" y="1628775"/>
                </a:moveTo>
                <a:lnTo>
                  <a:pt x="1885950" y="1628775"/>
                </a:lnTo>
                <a:lnTo>
                  <a:pt x="1885950" y="1647825"/>
                </a:lnTo>
                <a:lnTo>
                  <a:pt x="1866900" y="1647825"/>
                </a:lnTo>
                <a:lnTo>
                  <a:pt x="1866900" y="1638300"/>
                </a:lnTo>
                <a:lnTo>
                  <a:pt x="1876425" y="1638300"/>
                </a:lnTo>
                <a:close/>
                <a:moveTo>
                  <a:pt x="571500" y="1638300"/>
                </a:moveTo>
                <a:lnTo>
                  <a:pt x="581025" y="1638300"/>
                </a:lnTo>
                <a:lnTo>
                  <a:pt x="581025" y="1647825"/>
                </a:lnTo>
                <a:lnTo>
                  <a:pt x="571500" y="1647825"/>
                </a:lnTo>
                <a:close/>
                <a:moveTo>
                  <a:pt x="885825" y="1638300"/>
                </a:moveTo>
                <a:lnTo>
                  <a:pt x="895350" y="1638300"/>
                </a:lnTo>
                <a:lnTo>
                  <a:pt x="895350" y="1647825"/>
                </a:lnTo>
                <a:lnTo>
                  <a:pt x="885825" y="1647825"/>
                </a:lnTo>
                <a:close/>
                <a:moveTo>
                  <a:pt x="1104900" y="1638300"/>
                </a:moveTo>
                <a:lnTo>
                  <a:pt x="1114425" y="1638300"/>
                </a:lnTo>
                <a:lnTo>
                  <a:pt x="1114425" y="1647825"/>
                </a:lnTo>
                <a:lnTo>
                  <a:pt x="1104900" y="1647825"/>
                </a:lnTo>
                <a:close/>
                <a:moveTo>
                  <a:pt x="1143000" y="1638300"/>
                </a:moveTo>
                <a:lnTo>
                  <a:pt x="1152525" y="1638300"/>
                </a:lnTo>
                <a:lnTo>
                  <a:pt x="1152525" y="1647825"/>
                </a:lnTo>
                <a:lnTo>
                  <a:pt x="1143000" y="1647825"/>
                </a:lnTo>
                <a:close/>
                <a:moveTo>
                  <a:pt x="1152525" y="1647825"/>
                </a:moveTo>
                <a:lnTo>
                  <a:pt x="1162050" y="1647825"/>
                </a:lnTo>
                <a:lnTo>
                  <a:pt x="1162050" y="1676400"/>
                </a:lnTo>
                <a:lnTo>
                  <a:pt x="1152525" y="1676400"/>
                </a:lnTo>
                <a:close/>
                <a:moveTo>
                  <a:pt x="1895475" y="1647825"/>
                </a:moveTo>
                <a:lnTo>
                  <a:pt x="1905000" y="1647825"/>
                </a:lnTo>
                <a:lnTo>
                  <a:pt x="1905000" y="1657350"/>
                </a:lnTo>
                <a:lnTo>
                  <a:pt x="1895475" y="1657350"/>
                </a:lnTo>
                <a:close/>
                <a:moveTo>
                  <a:pt x="1914525" y="1647825"/>
                </a:moveTo>
                <a:lnTo>
                  <a:pt x="1924050" y="1647825"/>
                </a:lnTo>
                <a:lnTo>
                  <a:pt x="1924050" y="1657350"/>
                </a:lnTo>
                <a:lnTo>
                  <a:pt x="1914525" y="1657350"/>
                </a:lnTo>
                <a:close/>
                <a:moveTo>
                  <a:pt x="876300" y="1657350"/>
                </a:moveTo>
                <a:lnTo>
                  <a:pt x="885825" y="1657350"/>
                </a:lnTo>
                <a:lnTo>
                  <a:pt x="885825" y="1666875"/>
                </a:lnTo>
                <a:lnTo>
                  <a:pt x="876300" y="1666875"/>
                </a:lnTo>
                <a:close/>
                <a:moveTo>
                  <a:pt x="1905000" y="1657350"/>
                </a:moveTo>
                <a:lnTo>
                  <a:pt x="1914525" y="1657350"/>
                </a:lnTo>
                <a:lnTo>
                  <a:pt x="1914525" y="1666875"/>
                </a:lnTo>
                <a:lnTo>
                  <a:pt x="1905000" y="1666875"/>
                </a:lnTo>
                <a:close/>
                <a:moveTo>
                  <a:pt x="1085850" y="1666875"/>
                </a:moveTo>
                <a:lnTo>
                  <a:pt x="1095375" y="1666875"/>
                </a:lnTo>
                <a:lnTo>
                  <a:pt x="1095375" y="1676400"/>
                </a:lnTo>
                <a:lnTo>
                  <a:pt x="1085850" y="1676400"/>
                </a:lnTo>
                <a:close/>
                <a:moveTo>
                  <a:pt x="247650" y="1676400"/>
                </a:moveTo>
                <a:lnTo>
                  <a:pt x="257175" y="1676400"/>
                </a:lnTo>
                <a:lnTo>
                  <a:pt x="257175" y="1685925"/>
                </a:lnTo>
                <a:lnTo>
                  <a:pt x="247650" y="1685925"/>
                </a:lnTo>
                <a:close/>
                <a:moveTo>
                  <a:pt x="495300" y="1676400"/>
                </a:moveTo>
                <a:lnTo>
                  <a:pt x="504825" y="1676400"/>
                </a:lnTo>
                <a:lnTo>
                  <a:pt x="504825" y="1685925"/>
                </a:lnTo>
                <a:lnTo>
                  <a:pt x="495300" y="1685925"/>
                </a:lnTo>
                <a:close/>
                <a:moveTo>
                  <a:pt x="190500" y="1685925"/>
                </a:moveTo>
                <a:lnTo>
                  <a:pt x="247650" y="1685925"/>
                </a:lnTo>
                <a:lnTo>
                  <a:pt x="247650" y="1695450"/>
                </a:lnTo>
                <a:lnTo>
                  <a:pt x="219075" y="1695450"/>
                </a:lnTo>
                <a:lnTo>
                  <a:pt x="219075" y="1704975"/>
                </a:lnTo>
                <a:lnTo>
                  <a:pt x="200025" y="1704975"/>
                </a:lnTo>
                <a:lnTo>
                  <a:pt x="200025" y="1695450"/>
                </a:lnTo>
                <a:lnTo>
                  <a:pt x="190500" y="1695450"/>
                </a:lnTo>
                <a:close/>
                <a:moveTo>
                  <a:pt x="752475" y="1685925"/>
                </a:moveTo>
                <a:lnTo>
                  <a:pt x="762000" y="1685925"/>
                </a:lnTo>
                <a:lnTo>
                  <a:pt x="762000" y="1695450"/>
                </a:lnTo>
                <a:lnTo>
                  <a:pt x="752475" y="1695450"/>
                </a:lnTo>
                <a:close/>
                <a:moveTo>
                  <a:pt x="657225" y="1695450"/>
                </a:moveTo>
                <a:lnTo>
                  <a:pt x="666750" y="1695450"/>
                </a:lnTo>
                <a:lnTo>
                  <a:pt x="666750" y="1714500"/>
                </a:lnTo>
                <a:lnTo>
                  <a:pt x="657225" y="1714500"/>
                </a:lnTo>
                <a:close/>
                <a:moveTo>
                  <a:pt x="762000" y="1695450"/>
                </a:moveTo>
                <a:lnTo>
                  <a:pt x="771525" y="1695450"/>
                </a:lnTo>
                <a:lnTo>
                  <a:pt x="771525" y="1733550"/>
                </a:lnTo>
                <a:lnTo>
                  <a:pt x="762000" y="1733550"/>
                </a:lnTo>
                <a:lnTo>
                  <a:pt x="762000" y="1743075"/>
                </a:lnTo>
                <a:lnTo>
                  <a:pt x="742950" y="1743075"/>
                </a:lnTo>
                <a:lnTo>
                  <a:pt x="742950" y="1714500"/>
                </a:lnTo>
                <a:lnTo>
                  <a:pt x="752475" y="1714500"/>
                </a:lnTo>
                <a:lnTo>
                  <a:pt x="752475" y="1704975"/>
                </a:lnTo>
                <a:lnTo>
                  <a:pt x="762000" y="1704975"/>
                </a:lnTo>
                <a:close/>
                <a:moveTo>
                  <a:pt x="1095375" y="1695450"/>
                </a:moveTo>
                <a:lnTo>
                  <a:pt x="1104900" y="1695450"/>
                </a:lnTo>
                <a:lnTo>
                  <a:pt x="1104900" y="1704975"/>
                </a:lnTo>
                <a:lnTo>
                  <a:pt x="1095375" y="1704975"/>
                </a:lnTo>
                <a:close/>
                <a:moveTo>
                  <a:pt x="485775" y="1704975"/>
                </a:moveTo>
                <a:lnTo>
                  <a:pt x="495300" y="1704975"/>
                </a:lnTo>
                <a:lnTo>
                  <a:pt x="495300" y="1714500"/>
                </a:lnTo>
                <a:lnTo>
                  <a:pt x="485775" y="1714500"/>
                </a:lnTo>
                <a:close/>
                <a:moveTo>
                  <a:pt x="1057275" y="1704975"/>
                </a:moveTo>
                <a:lnTo>
                  <a:pt x="1085850" y="1704975"/>
                </a:lnTo>
                <a:lnTo>
                  <a:pt x="1085850" y="1714500"/>
                </a:lnTo>
                <a:lnTo>
                  <a:pt x="1066800" y="1714500"/>
                </a:lnTo>
                <a:lnTo>
                  <a:pt x="1066800" y="1743075"/>
                </a:lnTo>
                <a:lnTo>
                  <a:pt x="1057275" y="1743075"/>
                </a:lnTo>
                <a:lnTo>
                  <a:pt x="1057275" y="1752600"/>
                </a:lnTo>
                <a:lnTo>
                  <a:pt x="1047750" y="1752600"/>
                </a:lnTo>
                <a:lnTo>
                  <a:pt x="1047750" y="1733550"/>
                </a:lnTo>
                <a:lnTo>
                  <a:pt x="1057275" y="1733550"/>
                </a:lnTo>
                <a:close/>
                <a:moveTo>
                  <a:pt x="1200150" y="1704975"/>
                </a:moveTo>
                <a:lnTo>
                  <a:pt x="1209675" y="1704975"/>
                </a:lnTo>
                <a:lnTo>
                  <a:pt x="1209675" y="1714500"/>
                </a:lnTo>
                <a:lnTo>
                  <a:pt x="1200150" y="1714500"/>
                </a:lnTo>
                <a:close/>
                <a:moveTo>
                  <a:pt x="476250" y="1714500"/>
                </a:moveTo>
                <a:lnTo>
                  <a:pt x="485775" y="1714500"/>
                </a:lnTo>
                <a:lnTo>
                  <a:pt x="485775" y="1724025"/>
                </a:lnTo>
                <a:lnTo>
                  <a:pt x="476250" y="1724025"/>
                </a:lnTo>
                <a:close/>
                <a:moveTo>
                  <a:pt x="1085850" y="1714500"/>
                </a:moveTo>
                <a:lnTo>
                  <a:pt x="1104900" y="1714500"/>
                </a:lnTo>
                <a:lnTo>
                  <a:pt x="1104900" y="1724025"/>
                </a:lnTo>
                <a:lnTo>
                  <a:pt x="1085850" y="1724025"/>
                </a:lnTo>
                <a:close/>
                <a:moveTo>
                  <a:pt x="1752600" y="1714500"/>
                </a:moveTo>
                <a:lnTo>
                  <a:pt x="1771650" y="1714500"/>
                </a:lnTo>
                <a:lnTo>
                  <a:pt x="1771650" y="1724025"/>
                </a:lnTo>
                <a:lnTo>
                  <a:pt x="1752600" y="1724025"/>
                </a:lnTo>
                <a:close/>
                <a:moveTo>
                  <a:pt x="1781175" y="1714500"/>
                </a:moveTo>
                <a:lnTo>
                  <a:pt x="1790700" y="1714500"/>
                </a:lnTo>
                <a:lnTo>
                  <a:pt x="1790700" y="1724025"/>
                </a:lnTo>
                <a:lnTo>
                  <a:pt x="1781175" y="1724025"/>
                </a:lnTo>
                <a:close/>
                <a:moveTo>
                  <a:pt x="1171575" y="1724025"/>
                </a:moveTo>
                <a:lnTo>
                  <a:pt x="1190625" y="1724025"/>
                </a:lnTo>
                <a:lnTo>
                  <a:pt x="1190625" y="1743075"/>
                </a:lnTo>
                <a:lnTo>
                  <a:pt x="1181100" y="1743075"/>
                </a:lnTo>
                <a:lnTo>
                  <a:pt x="1181100" y="1733550"/>
                </a:lnTo>
                <a:lnTo>
                  <a:pt x="1171575" y="1733550"/>
                </a:lnTo>
                <a:close/>
                <a:moveTo>
                  <a:pt x="1743075" y="1724025"/>
                </a:moveTo>
                <a:lnTo>
                  <a:pt x="1752600" y="1724025"/>
                </a:lnTo>
                <a:lnTo>
                  <a:pt x="1752600" y="1733550"/>
                </a:lnTo>
                <a:lnTo>
                  <a:pt x="1743075" y="1733550"/>
                </a:lnTo>
                <a:close/>
                <a:moveTo>
                  <a:pt x="1838325" y="1724025"/>
                </a:moveTo>
                <a:lnTo>
                  <a:pt x="1847850" y="1724025"/>
                </a:lnTo>
                <a:lnTo>
                  <a:pt x="1847850" y="1752600"/>
                </a:lnTo>
                <a:lnTo>
                  <a:pt x="1838325" y="1752600"/>
                </a:lnTo>
                <a:lnTo>
                  <a:pt x="1838325" y="1743075"/>
                </a:lnTo>
                <a:lnTo>
                  <a:pt x="1828800" y="1743075"/>
                </a:lnTo>
                <a:lnTo>
                  <a:pt x="1828800" y="1733550"/>
                </a:lnTo>
                <a:lnTo>
                  <a:pt x="1838325" y="1733550"/>
                </a:lnTo>
                <a:close/>
                <a:moveTo>
                  <a:pt x="314325" y="1733550"/>
                </a:moveTo>
                <a:lnTo>
                  <a:pt x="323850" y="1733550"/>
                </a:lnTo>
                <a:lnTo>
                  <a:pt x="323850" y="1743075"/>
                </a:lnTo>
                <a:lnTo>
                  <a:pt x="314325" y="1743075"/>
                </a:lnTo>
                <a:close/>
                <a:moveTo>
                  <a:pt x="542925" y="1733550"/>
                </a:moveTo>
                <a:lnTo>
                  <a:pt x="561975" y="1733550"/>
                </a:lnTo>
                <a:lnTo>
                  <a:pt x="561975" y="1743075"/>
                </a:lnTo>
                <a:lnTo>
                  <a:pt x="542925" y="1743075"/>
                </a:lnTo>
                <a:close/>
                <a:moveTo>
                  <a:pt x="571500" y="1733550"/>
                </a:moveTo>
                <a:lnTo>
                  <a:pt x="581025" y="1733550"/>
                </a:lnTo>
                <a:lnTo>
                  <a:pt x="581025" y="1743075"/>
                </a:lnTo>
                <a:lnTo>
                  <a:pt x="571500" y="1743075"/>
                </a:lnTo>
                <a:close/>
                <a:moveTo>
                  <a:pt x="1685925" y="1733550"/>
                </a:moveTo>
                <a:lnTo>
                  <a:pt x="1704975" y="1733550"/>
                </a:lnTo>
                <a:lnTo>
                  <a:pt x="1704975" y="1743075"/>
                </a:lnTo>
                <a:lnTo>
                  <a:pt x="1685925" y="1743075"/>
                </a:lnTo>
                <a:close/>
                <a:moveTo>
                  <a:pt x="304800" y="1743075"/>
                </a:moveTo>
                <a:lnTo>
                  <a:pt x="314325" y="1743075"/>
                </a:lnTo>
                <a:lnTo>
                  <a:pt x="314325" y="1752600"/>
                </a:lnTo>
                <a:lnTo>
                  <a:pt x="304800" y="1752600"/>
                </a:lnTo>
                <a:close/>
                <a:moveTo>
                  <a:pt x="762000" y="1743075"/>
                </a:moveTo>
                <a:lnTo>
                  <a:pt x="771525" y="1743075"/>
                </a:lnTo>
                <a:lnTo>
                  <a:pt x="771525" y="1762125"/>
                </a:lnTo>
                <a:lnTo>
                  <a:pt x="790575" y="1762125"/>
                </a:lnTo>
                <a:lnTo>
                  <a:pt x="790575" y="1781175"/>
                </a:lnTo>
                <a:lnTo>
                  <a:pt x="809625" y="1781175"/>
                </a:lnTo>
                <a:lnTo>
                  <a:pt x="809625" y="1790700"/>
                </a:lnTo>
                <a:lnTo>
                  <a:pt x="800100" y="1790700"/>
                </a:lnTo>
                <a:lnTo>
                  <a:pt x="800100" y="1800225"/>
                </a:lnTo>
                <a:lnTo>
                  <a:pt x="847725" y="1800225"/>
                </a:lnTo>
                <a:lnTo>
                  <a:pt x="847725" y="1809750"/>
                </a:lnTo>
                <a:lnTo>
                  <a:pt x="838200" y="1809750"/>
                </a:lnTo>
                <a:lnTo>
                  <a:pt x="838200" y="1819275"/>
                </a:lnTo>
                <a:lnTo>
                  <a:pt x="847725" y="1819275"/>
                </a:lnTo>
                <a:lnTo>
                  <a:pt x="847725" y="1828800"/>
                </a:lnTo>
                <a:lnTo>
                  <a:pt x="828675" y="1828800"/>
                </a:lnTo>
                <a:lnTo>
                  <a:pt x="828675" y="1819275"/>
                </a:lnTo>
                <a:lnTo>
                  <a:pt x="819150" y="1819275"/>
                </a:lnTo>
                <a:lnTo>
                  <a:pt x="819150" y="1809750"/>
                </a:lnTo>
                <a:lnTo>
                  <a:pt x="809625" y="1809750"/>
                </a:lnTo>
                <a:lnTo>
                  <a:pt x="809625" y="1819275"/>
                </a:lnTo>
                <a:lnTo>
                  <a:pt x="800100" y="1819275"/>
                </a:lnTo>
                <a:lnTo>
                  <a:pt x="800100" y="1809750"/>
                </a:lnTo>
                <a:lnTo>
                  <a:pt x="781050" y="1809750"/>
                </a:lnTo>
                <a:lnTo>
                  <a:pt x="781050" y="1790700"/>
                </a:lnTo>
                <a:lnTo>
                  <a:pt x="771525" y="1790700"/>
                </a:lnTo>
                <a:lnTo>
                  <a:pt x="771525" y="1809750"/>
                </a:lnTo>
                <a:lnTo>
                  <a:pt x="752475" y="1809750"/>
                </a:lnTo>
                <a:lnTo>
                  <a:pt x="752475" y="1800225"/>
                </a:lnTo>
                <a:lnTo>
                  <a:pt x="762000" y="1800225"/>
                </a:lnTo>
                <a:close/>
                <a:moveTo>
                  <a:pt x="1190625" y="1743075"/>
                </a:moveTo>
                <a:lnTo>
                  <a:pt x="1200150" y="1743075"/>
                </a:lnTo>
                <a:lnTo>
                  <a:pt x="1200150" y="1771650"/>
                </a:lnTo>
                <a:lnTo>
                  <a:pt x="1190625" y="1771650"/>
                </a:lnTo>
                <a:close/>
                <a:moveTo>
                  <a:pt x="1714500" y="1743075"/>
                </a:moveTo>
                <a:lnTo>
                  <a:pt x="1733550" y="1743075"/>
                </a:lnTo>
                <a:lnTo>
                  <a:pt x="1733550" y="1752600"/>
                </a:lnTo>
                <a:lnTo>
                  <a:pt x="1724025" y="1752600"/>
                </a:lnTo>
                <a:lnTo>
                  <a:pt x="1724025" y="1762125"/>
                </a:lnTo>
                <a:lnTo>
                  <a:pt x="1714500" y="1762125"/>
                </a:lnTo>
                <a:close/>
                <a:moveTo>
                  <a:pt x="342900" y="1752600"/>
                </a:moveTo>
                <a:lnTo>
                  <a:pt x="371475" y="1752600"/>
                </a:lnTo>
                <a:lnTo>
                  <a:pt x="371475" y="1762125"/>
                </a:lnTo>
                <a:lnTo>
                  <a:pt x="352425" y="1762125"/>
                </a:lnTo>
                <a:lnTo>
                  <a:pt x="352425" y="1771650"/>
                </a:lnTo>
                <a:lnTo>
                  <a:pt x="333375" y="1771650"/>
                </a:lnTo>
                <a:lnTo>
                  <a:pt x="333375" y="1762125"/>
                </a:lnTo>
                <a:lnTo>
                  <a:pt x="342900" y="1762125"/>
                </a:lnTo>
                <a:close/>
                <a:moveTo>
                  <a:pt x="552450" y="1752600"/>
                </a:moveTo>
                <a:lnTo>
                  <a:pt x="561975" y="1752600"/>
                </a:lnTo>
                <a:lnTo>
                  <a:pt x="561975" y="1762125"/>
                </a:lnTo>
                <a:lnTo>
                  <a:pt x="571500" y="1762125"/>
                </a:lnTo>
                <a:lnTo>
                  <a:pt x="571500" y="1771650"/>
                </a:lnTo>
                <a:lnTo>
                  <a:pt x="552450" y="1771650"/>
                </a:lnTo>
                <a:lnTo>
                  <a:pt x="552450" y="1781175"/>
                </a:lnTo>
                <a:lnTo>
                  <a:pt x="542925" y="1781175"/>
                </a:lnTo>
                <a:lnTo>
                  <a:pt x="542925" y="1762125"/>
                </a:lnTo>
                <a:lnTo>
                  <a:pt x="552450" y="1762125"/>
                </a:lnTo>
                <a:close/>
                <a:moveTo>
                  <a:pt x="581025" y="1752600"/>
                </a:moveTo>
                <a:lnTo>
                  <a:pt x="590550" y="1752600"/>
                </a:lnTo>
                <a:lnTo>
                  <a:pt x="590550" y="1762125"/>
                </a:lnTo>
                <a:lnTo>
                  <a:pt x="581025" y="1762125"/>
                </a:lnTo>
                <a:close/>
                <a:moveTo>
                  <a:pt x="1552575" y="1762125"/>
                </a:moveTo>
                <a:lnTo>
                  <a:pt x="1562100" y="1762125"/>
                </a:lnTo>
                <a:lnTo>
                  <a:pt x="1562100" y="1771650"/>
                </a:lnTo>
                <a:lnTo>
                  <a:pt x="1552575" y="1771650"/>
                </a:lnTo>
                <a:close/>
                <a:moveTo>
                  <a:pt x="1724025" y="1762125"/>
                </a:moveTo>
                <a:lnTo>
                  <a:pt x="1733550" y="1762125"/>
                </a:lnTo>
                <a:lnTo>
                  <a:pt x="1733550" y="1771650"/>
                </a:lnTo>
                <a:lnTo>
                  <a:pt x="1724025" y="1771650"/>
                </a:lnTo>
                <a:close/>
                <a:moveTo>
                  <a:pt x="228600" y="1771650"/>
                </a:moveTo>
                <a:lnTo>
                  <a:pt x="247650" y="1771650"/>
                </a:lnTo>
                <a:lnTo>
                  <a:pt x="247650" y="1781175"/>
                </a:lnTo>
                <a:lnTo>
                  <a:pt x="228600" y="1781175"/>
                </a:lnTo>
                <a:close/>
                <a:moveTo>
                  <a:pt x="304800" y="1771650"/>
                </a:moveTo>
                <a:lnTo>
                  <a:pt x="333375" y="1771650"/>
                </a:lnTo>
                <a:lnTo>
                  <a:pt x="333375" y="1781175"/>
                </a:lnTo>
                <a:lnTo>
                  <a:pt x="304800" y="1781175"/>
                </a:lnTo>
                <a:close/>
                <a:moveTo>
                  <a:pt x="676275" y="1771650"/>
                </a:moveTo>
                <a:lnTo>
                  <a:pt x="695325" y="1771650"/>
                </a:lnTo>
                <a:lnTo>
                  <a:pt x="695325" y="1800225"/>
                </a:lnTo>
                <a:lnTo>
                  <a:pt x="666750" y="1800225"/>
                </a:lnTo>
                <a:lnTo>
                  <a:pt x="666750" y="1781175"/>
                </a:lnTo>
                <a:lnTo>
                  <a:pt x="676275" y="1781175"/>
                </a:lnTo>
                <a:close/>
                <a:moveTo>
                  <a:pt x="1200150" y="1771650"/>
                </a:moveTo>
                <a:lnTo>
                  <a:pt x="1209675" y="1771650"/>
                </a:lnTo>
                <a:lnTo>
                  <a:pt x="1209675" y="1781175"/>
                </a:lnTo>
                <a:lnTo>
                  <a:pt x="1200150" y="1781175"/>
                </a:lnTo>
                <a:close/>
                <a:moveTo>
                  <a:pt x="1495425" y="1771650"/>
                </a:moveTo>
                <a:lnTo>
                  <a:pt x="1504950" y="1771650"/>
                </a:lnTo>
                <a:lnTo>
                  <a:pt x="1504950" y="1781175"/>
                </a:lnTo>
                <a:lnTo>
                  <a:pt x="1514475" y="1781175"/>
                </a:lnTo>
                <a:lnTo>
                  <a:pt x="1514475" y="1790700"/>
                </a:lnTo>
                <a:lnTo>
                  <a:pt x="1495425" y="1790700"/>
                </a:lnTo>
                <a:close/>
                <a:moveTo>
                  <a:pt x="1543050" y="1771650"/>
                </a:moveTo>
                <a:lnTo>
                  <a:pt x="1552575" y="1771650"/>
                </a:lnTo>
                <a:lnTo>
                  <a:pt x="1552575" y="1790700"/>
                </a:lnTo>
                <a:lnTo>
                  <a:pt x="1543050" y="1790700"/>
                </a:lnTo>
                <a:close/>
                <a:moveTo>
                  <a:pt x="219075" y="1781175"/>
                </a:moveTo>
                <a:lnTo>
                  <a:pt x="228600" y="1781175"/>
                </a:lnTo>
                <a:lnTo>
                  <a:pt x="228600" y="1790700"/>
                </a:lnTo>
                <a:lnTo>
                  <a:pt x="219075" y="1790700"/>
                </a:lnTo>
                <a:close/>
                <a:moveTo>
                  <a:pt x="295275" y="1781175"/>
                </a:moveTo>
                <a:lnTo>
                  <a:pt x="304800" y="1781175"/>
                </a:lnTo>
                <a:lnTo>
                  <a:pt x="304800" y="1809750"/>
                </a:lnTo>
                <a:lnTo>
                  <a:pt x="276225" y="1809750"/>
                </a:lnTo>
                <a:lnTo>
                  <a:pt x="276225" y="1800225"/>
                </a:lnTo>
                <a:lnTo>
                  <a:pt x="295275" y="1800225"/>
                </a:lnTo>
                <a:close/>
                <a:moveTo>
                  <a:pt x="533400" y="1790700"/>
                </a:moveTo>
                <a:lnTo>
                  <a:pt x="542925" y="1790700"/>
                </a:lnTo>
                <a:lnTo>
                  <a:pt x="542925" y="1800225"/>
                </a:lnTo>
                <a:lnTo>
                  <a:pt x="533400" y="1800225"/>
                </a:lnTo>
                <a:close/>
                <a:moveTo>
                  <a:pt x="1181100" y="1790700"/>
                </a:moveTo>
                <a:lnTo>
                  <a:pt x="1190625" y="1790700"/>
                </a:lnTo>
                <a:lnTo>
                  <a:pt x="1190625" y="1800225"/>
                </a:lnTo>
                <a:lnTo>
                  <a:pt x="1181100" y="1800225"/>
                </a:lnTo>
                <a:close/>
                <a:moveTo>
                  <a:pt x="1524000" y="1790700"/>
                </a:moveTo>
                <a:lnTo>
                  <a:pt x="1543050" y="1790700"/>
                </a:lnTo>
                <a:lnTo>
                  <a:pt x="1543050" y="1800225"/>
                </a:lnTo>
                <a:lnTo>
                  <a:pt x="1524000" y="1800225"/>
                </a:lnTo>
                <a:close/>
                <a:moveTo>
                  <a:pt x="504825" y="1800225"/>
                </a:moveTo>
                <a:lnTo>
                  <a:pt x="514350" y="1800225"/>
                </a:lnTo>
                <a:lnTo>
                  <a:pt x="514350" y="1809750"/>
                </a:lnTo>
                <a:lnTo>
                  <a:pt x="504825" y="1809750"/>
                </a:lnTo>
                <a:close/>
                <a:moveTo>
                  <a:pt x="1400175" y="1800225"/>
                </a:moveTo>
                <a:lnTo>
                  <a:pt x="1409700" y="1800225"/>
                </a:lnTo>
                <a:lnTo>
                  <a:pt x="1409700" y="1809750"/>
                </a:lnTo>
                <a:lnTo>
                  <a:pt x="1400175" y="1809750"/>
                </a:lnTo>
                <a:close/>
                <a:moveTo>
                  <a:pt x="1133475" y="1809750"/>
                </a:moveTo>
                <a:lnTo>
                  <a:pt x="1143000" y="1809750"/>
                </a:lnTo>
                <a:lnTo>
                  <a:pt x="1143000" y="1819275"/>
                </a:lnTo>
                <a:lnTo>
                  <a:pt x="1133475" y="1819275"/>
                </a:lnTo>
                <a:close/>
                <a:moveTo>
                  <a:pt x="1409700" y="1809750"/>
                </a:moveTo>
                <a:lnTo>
                  <a:pt x="1419225" y="1809750"/>
                </a:lnTo>
                <a:lnTo>
                  <a:pt x="1419225" y="1828800"/>
                </a:lnTo>
                <a:lnTo>
                  <a:pt x="1409700" y="1828800"/>
                </a:lnTo>
                <a:close/>
                <a:moveTo>
                  <a:pt x="1562100" y="1809750"/>
                </a:moveTo>
                <a:lnTo>
                  <a:pt x="1571625" y="1809750"/>
                </a:lnTo>
                <a:lnTo>
                  <a:pt x="1571625" y="1828800"/>
                </a:lnTo>
                <a:lnTo>
                  <a:pt x="1552575" y="1828800"/>
                </a:lnTo>
                <a:lnTo>
                  <a:pt x="1552575" y="1819275"/>
                </a:lnTo>
                <a:lnTo>
                  <a:pt x="1562100" y="1819275"/>
                </a:lnTo>
                <a:close/>
                <a:moveTo>
                  <a:pt x="895350" y="1819275"/>
                </a:moveTo>
                <a:lnTo>
                  <a:pt x="904875" y="1819275"/>
                </a:lnTo>
                <a:lnTo>
                  <a:pt x="904875" y="1828800"/>
                </a:lnTo>
                <a:lnTo>
                  <a:pt x="895350" y="1828800"/>
                </a:lnTo>
                <a:close/>
                <a:moveTo>
                  <a:pt x="161925" y="1828800"/>
                </a:moveTo>
                <a:lnTo>
                  <a:pt x="171450" y="1828800"/>
                </a:lnTo>
                <a:lnTo>
                  <a:pt x="171450" y="1838325"/>
                </a:lnTo>
                <a:lnTo>
                  <a:pt x="161925" y="1838325"/>
                </a:lnTo>
                <a:close/>
                <a:moveTo>
                  <a:pt x="200025" y="1828800"/>
                </a:moveTo>
                <a:lnTo>
                  <a:pt x="209550" y="1828800"/>
                </a:lnTo>
                <a:lnTo>
                  <a:pt x="209550" y="1838325"/>
                </a:lnTo>
                <a:lnTo>
                  <a:pt x="200025" y="1838325"/>
                </a:lnTo>
                <a:close/>
                <a:moveTo>
                  <a:pt x="1428750" y="1828800"/>
                </a:moveTo>
                <a:lnTo>
                  <a:pt x="1447800" y="1828800"/>
                </a:lnTo>
                <a:lnTo>
                  <a:pt x="1447800" y="1838325"/>
                </a:lnTo>
                <a:lnTo>
                  <a:pt x="1438275" y="1838325"/>
                </a:lnTo>
                <a:lnTo>
                  <a:pt x="1438275" y="1847850"/>
                </a:lnTo>
                <a:lnTo>
                  <a:pt x="1428750" y="1847850"/>
                </a:lnTo>
                <a:close/>
                <a:moveTo>
                  <a:pt x="1600200" y="1828800"/>
                </a:moveTo>
                <a:lnTo>
                  <a:pt x="1628775" y="1828800"/>
                </a:lnTo>
                <a:lnTo>
                  <a:pt x="1628775" y="1838325"/>
                </a:lnTo>
                <a:lnTo>
                  <a:pt x="1619250" y="1838325"/>
                </a:lnTo>
                <a:lnTo>
                  <a:pt x="1619250" y="1847850"/>
                </a:lnTo>
                <a:lnTo>
                  <a:pt x="1609725" y="1847850"/>
                </a:lnTo>
                <a:lnTo>
                  <a:pt x="1609725" y="1838325"/>
                </a:lnTo>
                <a:lnTo>
                  <a:pt x="1600200" y="1838325"/>
                </a:lnTo>
                <a:close/>
                <a:moveTo>
                  <a:pt x="590550" y="1838325"/>
                </a:moveTo>
                <a:lnTo>
                  <a:pt x="609600" y="1838325"/>
                </a:lnTo>
                <a:lnTo>
                  <a:pt x="609600" y="1847850"/>
                </a:lnTo>
                <a:lnTo>
                  <a:pt x="590550" y="1847850"/>
                </a:lnTo>
                <a:close/>
                <a:moveTo>
                  <a:pt x="628650" y="1838325"/>
                </a:moveTo>
                <a:lnTo>
                  <a:pt x="657225" y="1838325"/>
                </a:lnTo>
                <a:lnTo>
                  <a:pt x="657225" y="1847850"/>
                </a:lnTo>
                <a:lnTo>
                  <a:pt x="628650" y="1847850"/>
                </a:lnTo>
                <a:close/>
                <a:moveTo>
                  <a:pt x="1466850" y="1838325"/>
                </a:moveTo>
                <a:lnTo>
                  <a:pt x="1504950" y="1838325"/>
                </a:lnTo>
                <a:lnTo>
                  <a:pt x="1504950" y="1847850"/>
                </a:lnTo>
                <a:lnTo>
                  <a:pt x="1466850" y="1847850"/>
                </a:lnTo>
                <a:close/>
                <a:moveTo>
                  <a:pt x="190500" y="1847850"/>
                </a:moveTo>
                <a:lnTo>
                  <a:pt x="200025" y="1847850"/>
                </a:lnTo>
                <a:lnTo>
                  <a:pt x="200025" y="1857375"/>
                </a:lnTo>
                <a:lnTo>
                  <a:pt x="190500" y="1857375"/>
                </a:lnTo>
                <a:close/>
                <a:moveTo>
                  <a:pt x="1390650" y="1847850"/>
                </a:moveTo>
                <a:lnTo>
                  <a:pt x="1400175" y="1847850"/>
                </a:lnTo>
                <a:lnTo>
                  <a:pt x="1400175" y="1857375"/>
                </a:lnTo>
                <a:lnTo>
                  <a:pt x="1390650" y="1857375"/>
                </a:lnTo>
                <a:close/>
                <a:moveTo>
                  <a:pt x="123825" y="1857375"/>
                </a:moveTo>
                <a:lnTo>
                  <a:pt x="133350" y="1857375"/>
                </a:lnTo>
                <a:lnTo>
                  <a:pt x="133350" y="1876425"/>
                </a:lnTo>
                <a:lnTo>
                  <a:pt x="123825" y="1876425"/>
                </a:lnTo>
                <a:close/>
                <a:moveTo>
                  <a:pt x="285750" y="1857375"/>
                </a:moveTo>
                <a:lnTo>
                  <a:pt x="295275" y="1857375"/>
                </a:lnTo>
                <a:lnTo>
                  <a:pt x="295275" y="1866900"/>
                </a:lnTo>
                <a:lnTo>
                  <a:pt x="285750" y="1866900"/>
                </a:lnTo>
                <a:close/>
                <a:moveTo>
                  <a:pt x="847725" y="1857375"/>
                </a:moveTo>
                <a:lnTo>
                  <a:pt x="866775" y="1857375"/>
                </a:lnTo>
                <a:lnTo>
                  <a:pt x="866775" y="1866900"/>
                </a:lnTo>
                <a:lnTo>
                  <a:pt x="847725" y="1866900"/>
                </a:lnTo>
                <a:close/>
                <a:moveTo>
                  <a:pt x="1533525" y="1857375"/>
                </a:moveTo>
                <a:lnTo>
                  <a:pt x="1543050" y="1857375"/>
                </a:lnTo>
                <a:lnTo>
                  <a:pt x="1543050" y="1866900"/>
                </a:lnTo>
                <a:lnTo>
                  <a:pt x="1533525" y="1866900"/>
                </a:lnTo>
                <a:close/>
                <a:moveTo>
                  <a:pt x="142875" y="1866900"/>
                </a:moveTo>
                <a:lnTo>
                  <a:pt x="152400" y="1866900"/>
                </a:lnTo>
                <a:lnTo>
                  <a:pt x="152400" y="1876425"/>
                </a:lnTo>
                <a:lnTo>
                  <a:pt x="142875" y="1876425"/>
                </a:lnTo>
                <a:close/>
                <a:moveTo>
                  <a:pt x="304800" y="1876425"/>
                </a:moveTo>
                <a:lnTo>
                  <a:pt x="323850" y="1876425"/>
                </a:lnTo>
                <a:lnTo>
                  <a:pt x="323850" y="1885950"/>
                </a:lnTo>
                <a:lnTo>
                  <a:pt x="333375" y="1885950"/>
                </a:lnTo>
                <a:lnTo>
                  <a:pt x="333375" y="1895475"/>
                </a:lnTo>
                <a:lnTo>
                  <a:pt x="314325" y="1895475"/>
                </a:lnTo>
                <a:lnTo>
                  <a:pt x="314325" y="1905000"/>
                </a:lnTo>
                <a:lnTo>
                  <a:pt x="304800" y="1905000"/>
                </a:lnTo>
                <a:close/>
                <a:moveTo>
                  <a:pt x="1362075" y="1876425"/>
                </a:moveTo>
                <a:lnTo>
                  <a:pt x="1371600" y="1876425"/>
                </a:lnTo>
                <a:lnTo>
                  <a:pt x="1371600" y="1885950"/>
                </a:lnTo>
                <a:lnTo>
                  <a:pt x="1362075" y="1885950"/>
                </a:lnTo>
                <a:close/>
                <a:moveTo>
                  <a:pt x="1276350" y="1895475"/>
                </a:moveTo>
                <a:lnTo>
                  <a:pt x="1295400" y="1895475"/>
                </a:lnTo>
                <a:lnTo>
                  <a:pt x="1295400" y="1905000"/>
                </a:lnTo>
                <a:lnTo>
                  <a:pt x="1276350" y="1905000"/>
                </a:lnTo>
                <a:close/>
                <a:moveTo>
                  <a:pt x="1362075" y="1895475"/>
                </a:moveTo>
                <a:lnTo>
                  <a:pt x="1371600" y="1895475"/>
                </a:lnTo>
                <a:lnTo>
                  <a:pt x="1371600" y="1905000"/>
                </a:lnTo>
                <a:lnTo>
                  <a:pt x="1362075" y="1905000"/>
                </a:lnTo>
                <a:close/>
                <a:moveTo>
                  <a:pt x="1676400" y="1895475"/>
                </a:moveTo>
                <a:lnTo>
                  <a:pt x="1685925" y="1895475"/>
                </a:lnTo>
                <a:lnTo>
                  <a:pt x="1685925" y="1924050"/>
                </a:lnTo>
                <a:lnTo>
                  <a:pt x="1676400" y="1924050"/>
                </a:lnTo>
                <a:close/>
                <a:moveTo>
                  <a:pt x="266700" y="1914525"/>
                </a:moveTo>
                <a:lnTo>
                  <a:pt x="276225" y="1914525"/>
                </a:lnTo>
                <a:lnTo>
                  <a:pt x="276225" y="1924050"/>
                </a:lnTo>
                <a:lnTo>
                  <a:pt x="266700" y="1924050"/>
                </a:lnTo>
                <a:close/>
                <a:moveTo>
                  <a:pt x="1143000" y="1914525"/>
                </a:moveTo>
                <a:lnTo>
                  <a:pt x="1162050" y="1914525"/>
                </a:lnTo>
                <a:lnTo>
                  <a:pt x="1162050" y="1933575"/>
                </a:lnTo>
                <a:lnTo>
                  <a:pt x="1200150" y="1933575"/>
                </a:lnTo>
                <a:lnTo>
                  <a:pt x="1200150" y="1952625"/>
                </a:lnTo>
                <a:lnTo>
                  <a:pt x="1209675" y="1952625"/>
                </a:lnTo>
                <a:lnTo>
                  <a:pt x="1209675" y="1962150"/>
                </a:lnTo>
                <a:lnTo>
                  <a:pt x="1219200" y="1962150"/>
                </a:lnTo>
                <a:lnTo>
                  <a:pt x="1219200" y="1971675"/>
                </a:lnTo>
                <a:lnTo>
                  <a:pt x="1200150" y="1971675"/>
                </a:lnTo>
                <a:lnTo>
                  <a:pt x="1200150" y="1981200"/>
                </a:lnTo>
                <a:lnTo>
                  <a:pt x="1162050" y="1981200"/>
                </a:lnTo>
                <a:lnTo>
                  <a:pt x="1162050" y="1971675"/>
                </a:lnTo>
                <a:lnTo>
                  <a:pt x="1190625" y="1971675"/>
                </a:lnTo>
                <a:lnTo>
                  <a:pt x="1190625" y="1962150"/>
                </a:lnTo>
                <a:lnTo>
                  <a:pt x="1181100" y="1962150"/>
                </a:lnTo>
                <a:lnTo>
                  <a:pt x="1181100" y="1952625"/>
                </a:lnTo>
                <a:lnTo>
                  <a:pt x="1143000" y="1952625"/>
                </a:lnTo>
                <a:lnTo>
                  <a:pt x="1143000" y="1962150"/>
                </a:lnTo>
                <a:lnTo>
                  <a:pt x="1133475" y="1962150"/>
                </a:lnTo>
                <a:lnTo>
                  <a:pt x="1133475" y="1971675"/>
                </a:lnTo>
                <a:lnTo>
                  <a:pt x="1123950" y="1971675"/>
                </a:lnTo>
                <a:lnTo>
                  <a:pt x="1123950" y="1943100"/>
                </a:lnTo>
                <a:lnTo>
                  <a:pt x="1133475" y="1943100"/>
                </a:lnTo>
                <a:lnTo>
                  <a:pt x="1133475" y="1924050"/>
                </a:lnTo>
                <a:lnTo>
                  <a:pt x="1143000" y="1924050"/>
                </a:lnTo>
                <a:close/>
                <a:moveTo>
                  <a:pt x="1304925" y="1914525"/>
                </a:moveTo>
                <a:lnTo>
                  <a:pt x="1314450" y="1914525"/>
                </a:lnTo>
                <a:lnTo>
                  <a:pt x="1314450" y="1924050"/>
                </a:lnTo>
                <a:lnTo>
                  <a:pt x="1304925" y="1924050"/>
                </a:lnTo>
                <a:close/>
                <a:moveTo>
                  <a:pt x="1095375" y="1924050"/>
                </a:moveTo>
                <a:lnTo>
                  <a:pt x="1114425" y="1924050"/>
                </a:lnTo>
                <a:lnTo>
                  <a:pt x="1114425" y="1933575"/>
                </a:lnTo>
                <a:lnTo>
                  <a:pt x="1095375" y="1933575"/>
                </a:lnTo>
                <a:close/>
                <a:moveTo>
                  <a:pt x="152400" y="1933575"/>
                </a:moveTo>
                <a:lnTo>
                  <a:pt x="161925" y="1933575"/>
                </a:lnTo>
                <a:lnTo>
                  <a:pt x="161925" y="1943100"/>
                </a:lnTo>
                <a:lnTo>
                  <a:pt x="152400" y="1943100"/>
                </a:lnTo>
                <a:close/>
                <a:moveTo>
                  <a:pt x="171450" y="1933575"/>
                </a:moveTo>
                <a:lnTo>
                  <a:pt x="180975" y="1933575"/>
                </a:lnTo>
                <a:lnTo>
                  <a:pt x="180975" y="1943100"/>
                </a:lnTo>
                <a:lnTo>
                  <a:pt x="171450" y="1943100"/>
                </a:lnTo>
                <a:close/>
                <a:moveTo>
                  <a:pt x="990600" y="1943100"/>
                </a:moveTo>
                <a:lnTo>
                  <a:pt x="1000125" y="1943100"/>
                </a:lnTo>
                <a:lnTo>
                  <a:pt x="1000125" y="1962150"/>
                </a:lnTo>
                <a:lnTo>
                  <a:pt x="981075" y="1962150"/>
                </a:lnTo>
                <a:lnTo>
                  <a:pt x="981075" y="1952625"/>
                </a:lnTo>
                <a:lnTo>
                  <a:pt x="990600" y="1952625"/>
                </a:lnTo>
                <a:close/>
                <a:moveTo>
                  <a:pt x="1095375" y="1943100"/>
                </a:moveTo>
                <a:lnTo>
                  <a:pt x="1104900" y="1943100"/>
                </a:lnTo>
                <a:lnTo>
                  <a:pt x="1104900" y="1952625"/>
                </a:lnTo>
                <a:lnTo>
                  <a:pt x="1095375" y="1952625"/>
                </a:lnTo>
                <a:close/>
                <a:moveTo>
                  <a:pt x="1238250" y="1943100"/>
                </a:moveTo>
                <a:lnTo>
                  <a:pt x="1257300" y="1943100"/>
                </a:lnTo>
                <a:lnTo>
                  <a:pt x="1257300" y="1952625"/>
                </a:lnTo>
                <a:lnTo>
                  <a:pt x="1266825" y="1952625"/>
                </a:lnTo>
                <a:lnTo>
                  <a:pt x="1266825" y="1962150"/>
                </a:lnTo>
                <a:lnTo>
                  <a:pt x="1276350" y="1962150"/>
                </a:lnTo>
                <a:lnTo>
                  <a:pt x="1276350" y="1971675"/>
                </a:lnTo>
                <a:lnTo>
                  <a:pt x="1257300" y="1971675"/>
                </a:lnTo>
                <a:lnTo>
                  <a:pt x="1257300" y="1962150"/>
                </a:lnTo>
                <a:lnTo>
                  <a:pt x="1238250" y="1962150"/>
                </a:lnTo>
                <a:close/>
                <a:moveTo>
                  <a:pt x="371475" y="1962150"/>
                </a:moveTo>
                <a:lnTo>
                  <a:pt x="381000" y="1962150"/>
                </a:lnTo>
                <a:lnTo>
                  <a:pt x="381000" y="1981200"/>
                </a:lnTo>
                <a:lnTo>
                  <a:pt x="371475" y="1981200"/>
                </a:lnTo>
                <a:close/>
                <a:moveTo>
                  <a:pt x="390525" y="1962150"/>
                </a:moveTo>
                <a:lnTo>
                  <a:pt x="400050" y="1962150"/>
                </a:lnTo>
                <a:lnTo>
                  <a:pt x="400050" y="1971675"/>
                </a:lnTo>
                <a:lnTo>
                  <a:pt x="390525" y="1971675"/>
                </a:lnTo>
                <a:close/>
                <a:moveTo>
                  <a:pt x="1304925" y="1962150"/>
                </a:moveTo>
                <a:lnTo>
                  <a:pt x="1314450" y="1962150"/>
                </a:lnTo>
                <a:lnTo>
                  <a:pt x="1314450" y="1971675"/>
                </a:lnTo>
                <a:lnTo>
                  <a:pt x="1304925" y="1971675"/>
                </a:lnTo>
                <a:close/>
                <a:moveTo>
                  <a:pt x="1685925" y="1962150"/>
                </a:moveTo>
                <a:lnTo>
                  <a:pt x="1704975" y="1962150"/>
                </a:lnTo>
                <a:lnTo>
                  <a:pt x="1704975" y="1971675"/>
                </a:lnTo>
                <a:lnTo>
                  <a:pt x="1685925" y="1971675"/>
                </a:lnTo>
                <a:close/>
                <a:moveTo>
                  <a:pt x="1133475" y="1971675"/>
                </a:moveTo>
                <a:lnTo>
                  <a:pt x="1143000" y="1971675"/>
                </a:lnTo>
                <a:lnTo>
                  <a:pt x="1143000" y="1981200"/>
                </a:lnTo>
                <a:lnTo>
                  <a:pt x="1133475" y="1981200"/>
                </a:lnTo>
                <a:close/>
                <a:moveTo>
                  <a:pt x="1247775" y="1971675"/>
                </a:moveTo>
                <a:lnTo>
                  <a:pt x="1257300" y="1971675"/>
                </a:lnTo>
                <a:lnTo>
                  <a:pt x="1257300" y="1981200"/>
                </a:lnTo>
                <a:lnTo>
                  <a:pt x="1247775" y="1981200"/>
                </a:lnTo>
                <a:close/>
                <a:moveTo>
                  <a:pt x="361950" y="1981200"/>
                </a:moveTo>
                <a:lnTo>
                  <a:pt x="371475" y="1981200"/>
                </a:lnTo>
                <a:lnTo>
                  <a:pt x="371475" y="2000250"/>
                </a:lnTo>
                <a:lnTo>
                  <a:pt x="361950" y="2000250"/>
                </a:lnTo>
                <a:close/>
                <a:moveTo>
                  <a:pt x="1152525" y="1990725"/>
                </a:moveTo>
                <a:lnTo>
                  <a:pt x="1162050" y="1990725"/>
                </a:lnTo>
                <a:lnTo>
                  <a:pt x="1162050" y="2000250"/>
                </a:lnTo>
                <a:lnTo>
                  <a:pt x="1152525" y="2000250"/>
                </a:lnTo>
                <a:close/>
                <a:moveTo>
                  <a:pt x="352425" y="2000250"/>
                </a:moveTo>
                <a:lnTo>
                  <a:pt x="361950" y="2000250"/>
                </a:lnTo>
                <a:lnTo>
                  <a:pt x="361950" y="2009775"/>
                </a:lnTo>
                <a:lnTo>
                  <a:pt x="352425" y="2009775"/>
                </a:lnTo>
                <a:close/>
                <a:moveTo>
                  <a:pt x="876300" y="2000250"/>
                </a:moveTo>
                <a:lnTo>
                  <a:pt x="895350" y="2000250"/>
                </a:lnTo>
                <a:lnTo>
                  <a:pt x="895350" y="2009775"/>
                </a:lnTo>
                <a:lnTo>
                  <a:pt x="904875" y="2009775"/>
                </a:lnTo>
                <a:lnTo>
                  <a:pt x="904875" y="2019300"/>
                </a:lnTo>
                <a:lnTo>
                  <a:pt x="933450" y="2019300"/>
                </a:lnTo>
                <a:lnTo>
                  <a:pt x="933450" y="2028825"/>
                </a:lnTo>
                <a:lnTo>
                  <a:pt x="962025" y="2028825"/>
                </a:lnTo>
                <a:lnTo>
                  <a:pt x="962025" y="2038350"/>
                </a:lnTo>
                <a:lnTo>
                  <a:pt x="923925" y="2038350"/>
                </a:lnTo>
                <a:lnTo>
                  <a:pt x="923925" y="2047875"/>
                </a:lnTo>
                <a:lnTo>
                  <a:pt x="895350" y="2047875"/>
                </a:lnTo>
                <a:lnTo>
                  <a:pt x="895350" y="2057400"/>
                </a:lnTo>
                <a:lnTo>
                  <a:pt x="904875" y="2057400"/>
                </a:lnTo>
                <a:lnTo>
                  <a:pt x="904875" y="2076450"/>
                </a:lnTo>
                <a:lnTo>
                  <a:pt x="914400" y="2076450"/>
                </a:lnTo>
                <a:lnTo>
                  <a:pt x="914400" y="2085975"/>
                </a:lnTo>
                <a:lnTo>
                  <a:pt x="923925" y="2085975"/>
                </a:lnTo>
                <a:lnTo>
                  <a:pt x="923925" y="2095500"/>
                </a:lnTo>
                <a:lnTo>
                  <a:pt x="895350" y="2095500"/>
                </a:lnTo>
                <a:lnTo>
                  <a:pt x="895350" y="2066925"/>
                </a:lnTo>
                <a:lnTo>
                  <a:pt x="876300" y="2066925"/>
                </a:lnTo>
                <a:lnTo>
                  <a:pt x="876300" y="2085975"/>
                </a:lnTo>
                <a:lnTo>
                  <a:pt x="885825" y="2085975"/>
                </a:lnTo>
                <a:lnTo>
                  <a:pt x="885825" y="2095500"/>
                </a:lnTo>
                <a:lnTo>
                  <a:pt x="866775" y="2095500"/>
                </a:lnTo>
                <a:lnTo>
                  <a:pt x="866775" y="2105025"/>
                </a:lnTo>
                <a:lnTo>
                  <a:pt x="857250" y="2105025"/>
                </a:lnTo>
                <a:lnTo>
                  <a:pt x="857250" y="2095500"/>
                </a:lnTo>
                <a:lnTo>
                  <a:pt x="847725" y="2095500"/>
                </a:lnTo>
                <a:lnTo>
                  <a:pt x="847725" y="2047875"/>
                </a:lnTo>
                <a:lnTo>
                  <a:pt x="838200" y="2047875"/>
                </a:lnTo>
                <a:lnTo>
                  <a:pt x="838200" y="2038350"/>
                </a:lnTo>
                <a:lnTo>
                  <a:pt x="847725" y="2038350"/>
                </a:lnTo>
                <a:lnTo>
                  <a:pt x="847725" y="2047875"/>
                </a:lnTo>
                <a:lnTo>
                  <a:pt x="876300" y="2047875"/>
                </a:lnTo>
                <a:lnTo>
                  <a:pt x="876300" y="2038350"/>
                </a:lnTo>
                <a:lnTo>
                  <a:pt x="895350" y="2038350"/>
                </a:lnTo>
                <a:lnTo>
                  <a:pt x="895350" y="2028825"/>
                </a:lnTo>
                <a:lnTo>
                  <a:pt x="885825" y="2028825"/>
                </a:lnTo>
                <a:lnTo>
                  <a:pt x="885825" y="2009775"/>
                </a:lnTo>
                <a:lnTo>
                  <a:pt x="876300" y="2009775"/>
                </a:lnTo>
                <a:close/>
                <a:moveTo>
                  <a:pt x="390525" y="2009775"/>
                </a:moveTo>
                <a:lnTo>
                  <a:pt x="419100" y="2009775"/>
                </a:lnTo>
                <a:lnTo>
                  <a:pt x="419100" y="2019300"/>
                </a:lnTo>
                <a:lnTo>
                  <a:pt x="409575" y="2019300"/>
                </a:lnTo>
                <a:lnTo>
                  <a:pt x="409575" y="2028825"/>
                </a:lnTo>
                <a:lnTo>
                  <a:pt x="400050" y="2028825"/>
                </a:lnTo>
                <a:lnTo>
                  <a:pt x="400050" y="2019300"/>
                </a:lnTo>
                <a:lnTo>
                  <a:pt x="390525" y="2019300"/>
                </a:lnTo>
                <a:close/>
                <a:moveTo>
                  <a:pt x="1314450" y="2019300"/>
                </a:moveTo>
                <a:lnTo>
                  <a:pt x="1333500" y="2019300"/>
                </a:lnTo>
                <a:lnTo>
                  <a:pt x="1333500" y="2038350"/>
                </a:lnTo>
                <a:lnTo>
                  <a:pt x="1323975" y="2038350"/>
                </a:lnTo>
                <a:lnTo>
                  <a:pt x="1323975" y="2066925"/>
                </a:lnTo>
                <a:lnTo>
                  <a:pt x="1304925" y="2066925"/>
                </a:lnTo>
                <a:lnTo>
                  <a:pt x="1304925" y="2057400"/>
                </a:lnTo>
                <a:lnTo>
                  <a:pt x="1295400" y="2057400"/>
                </a:lnTo>
                <a:lnTo>
                  <a:pt x="1295400" y="2038350"/>
                </a:lnTo>
                <a:lnTo>
                  <a:pt x="1304925" y="2038350"/>
                </a:lnTo>
                <a:lnTo>
                  <a:pt x="1304925" y="2028825"/>
                </a:lnTo>
                <a:lnTo>
                  <a:pt x="1314450" y="2028825"/>
                </a:lnTo>
                <a:close/>
                <a:moveTo>
                  <a:pt x="419100" y="2028825"/>
                </a:moveTo>
                <a:lnTo>
                  <a:pt x="428625" y="2028825"/>
                </a:lnTo>
                <a:lnTo>
                  <a:pt x="428625" y="2038350"/>
                </a:lnTo>
                <a:lnTo>
                  <a:pt x="457200" y="2038350"/>
                </a:lnTo>
                <a:lnTo>
                  <a:pt x="457200" y="2047875"/>
                </a:lnTo>
                <a:lnTo>
                  <a:pt x="447675" y="2047875"/>
                </a:lnTo>
                <a:lnTo>
                  <a:pt x="447675" y="2057400"/>
                </a:lnTo>
                <a:lnTo>
                  <a:pt x="428625" y="2057400"/>
                </a:lnTo>
                <a:lnTo>
                  <a:pt x="428625" y="2066925"/>
                </a:lnTo>
                <a:lnTo>
                  <a:pt x="409575" y="2066925"/>
                </a:lnTo>
                <a:lnTo>
                  <a:pt x="409575" y="2047875"/>
                </a:lnTo>
                <a:lnTo>
                  <a:pt x="419100" y="2047875"/>
                </a:lnTo>
                <a:close/>
                <a:moveTo>
                  <a:pt x="1257300" y="2028825"/>
                </a:moveTo>
                <a:lnTo>
                  <a:pt x="1266825" y="2028825"/>
                </a:lnTo>
                <a:lnTo>
                  <a:pt x="1266825" y="2038350"/>
                </a:lnTo>
                <a:lnTo>
                  <a:pt x="1257300" y="2038350"/>
                </a:lnTo>
                <a:close/>
                <a:moveTo>
                  <a:pt x="1362075" y="2038350"/>
                </a:moveTo>
                <a:lnTo>
                  <a:pt x="1371600" y="2038350"/>
                </a:lnTo>
                <a:lnTo>
                  <a:pt x="1371600" y="2066925"/>
                </a:lnTo>
                <a:lnTo>
                  <a:pt x="1362075" y="2066925"/>
                </a:lnTo>
                <a:close/>
                <a:moveTo>
                  <a:pt x="1257300" y="2057400"/>
                </a:moveTo>
                <a:lnTo>
                  <a:pt x="1276350" y="2057400"/>
                </a:lnTo>
                <a:lnTo>
                  <a:pt x="1276350" y="2066925"/>
                </a:lnTo>
                <a:lnTo>
                  <a:pt x="1285875" y="2066925"/>
                </a:lnTo>
                <a:lnTo>
                  <a:pt x="1285875" y="2076450"/>
                </a:lnTo>
                <a:lnTo>
                  <a:pt x="1276350" y="2076450"/>
                </a:lnTo>
                <a:lnTo>
                  <a:pt x="1276350" y="2085975"/>
                </a:lnTo>
                <a:lnTo>
                  <a:pt x="1266825" y="2085975"/>
                </a:lnTo>
                <a:lnTo>
                  <a:pt x="1266825" y="2076450"/>
                </a:lnTo>
                <a:lnTo>
                  <a:pt x="1257300" y="2076450"/>
                </a:lnTo>
                <a:close/>
                <a:moveTo>
                  <a:pt x="1381125" y="2057400"/>
                </a:moveTo>
                <a:lnTo>
                  <a:pt x="1390650" y="2057400"/>
                </a:lnTo>
                <a:lnTo>
                  <a:pt x="1390650" y="2085975"/>
                </a:lnTo>
                <a:lnTo>
                  <a:pt x="1381125" y="2085975"/>
                </a:lnTo>
                <a:close/>
                <a:moveTo>
                  <a:pt x="400050" y="2066925"/>
                </a:moveTo>
                <a:lnTo>
                  <a:pt x="409575" y="2066925"/>
                </a:lnTo>
                <a:lnTo>
                  <a:pt x="409575" y="2076450"/>
                </a:lnTo>
                <a:lnTo>
                  <a:pt x="400050" y="2076450"/>
                </a:lnTo>
                <a:close/>
                <a:moveTo>
                  <a:pt x="1333500" y="2066925"/>
                </a:moveTo>
                <a:lnTo>
                  <a:pt x="1352550" y="2066925"/>
                </a:lnTo>
                <a:lnTo>
                  <a:pt x="1352550" y="2076450"/>
                </a:lnTo>
                <a:lnTo>
                  <a:pt x="1362075" y="2076450"/>
                </a:lnTo>
                <a:lnTo>
                  <a:pt x="1362075" y="2085975"/>
                </a:lnTo>
                <a:lnTo>
                  <a:pt x="1352550" y="2085975"/>
                </a:lnTo>
                <a:lnTo>
                  <a:pt x="1352550" y="2095500"/>
                </a:lnTo>
                <a:lnTo>
                  <a:pt x="1343025" y="2095500"/>
                </a:lnTo>
                <a:lnTo>
                  <a:pt x="1343025" y="2076450"/>
                </a:lnTo>
                <a:lnTo>
                  <a:pt x="1333500" y="2076450"/>
                </a:lnTo>
                <a:close/>
                <a:moveTo>
                  <a:pt x="238125" y="2076450"/>
                </a:moveTo>
                <a:lnTo>
                  <a:pt x="266700" y="2076450"/>
                </a:lnTo>
                <a:lnTo>
                  <a:pt x="266700" y="2085975"/>
                </a:lnTo>
                <a:lnTo>
                  <a:pt x="247650" y="2085975"/>
                </a:lnTo>
                <a:lnTo>
                  <a:pt x="247650" y="2095500"/>
                </a:lnTo>
                <a:lnTo>
                  <a:pt x="238125" y="2095500"/>
                </a:lnTo>
                <a:close/>
                <a:moveTo>
                  <a:pt x="1304925" y="2085975"/>
                </a:moveTo>
                <a:lnTo>
                  <a:pt x="1314450" y="2085975"/>
                </a:lnTo>
                <a:lnTo>
                  <a:pt x="1314450" y="2105025"/>
                </a:lnTo>
                <a:lnTo>
                  <a:pt x="1304925" y="2105025"/>
                </a:lnTo>
                <a:close/>
                <a:moveTo>
                  <a:pt x="1714500" y="2085975"/>
                </a:moveTo>
                <a:lnTo>
                  <a:pt x="1724025" y="2085975"/>
                </a:lnTo>
                <a:lnTo>
                  <a:pt x="1724025" y="2095500"/>
                </a:lnTo>
                <a:lnTo>
                  <a:pt x="1714500" y="2095500"/>
                </a:lnTo>
                <a:close/>
                <a:moveTo>
                  <a:pt x="228600" y="2095500"/>
                </a:moveTo>
                <a:lnTo>
                  <a:pt x="238125" y="2095500"/>
                </a:lnTo>
                <a:lnTo>
                  <a:pt x="238125" y="2105025"/>
                </a:lnTo>
                <a:lnTo>
                  <a:pt x="228600" y="2105025"/>
                </a:lnTo>
                <a:close/>
                <a:moveTo>
                  <a:pt x="180975" y="2105025"/>
                </a:moveTo>
                <a:lnTo>
                  <a:pt x="190500" y="2105025"/>
                </a:lnTo>
                <a:lnTo>
                  <a:pt x="190500" y="2114550"/>
                </a:lnTo>
                <a:lnTo>
                  <a:pt x="180975" y="2114550"/>
                </a:lnTo>
                <a:close/>
                <a:moveTo>
                  <a:pt x="200025" y="2105025"/>
                </a:moveTo>
                <a:lnTo>
                  <a:pt x="209550" y="2105025"/>
                </a:lnTo>
                <a:lnTo>
                  <a:pt x="209550" y="2114550"/>
                </a:lnTo>
                <a:lnTo>
                  <a:pt x="200025" y="2114550"/>
                </a:lnTo>
                <a:close/>
                <a:moveTo>
                  <a:pt x="1257300" y="2105025"/>
                </a:moveTo>
                <a:lnTo>
                  <a:pt x="1266825" y="2105025"/>
                </a:lnTo>
                <a:lnTo>
                  <a:pt x="1266825" y="2114550"/>
                </a:lnTo>
                <a:lnTo>
                  <a:pt x="1257300" y="2114550"/>
                </a:lnTo>
                <a:close/>
                <a:moveTo>
                  <a:pt x="171450" y="2114550"/>
                </a:moveTo>
                <a:lnTo>
                  <a:pt x="180975" y="2114550"/>
                </a:lnTo>
                <a:lnTo>
                  <a:pt x="180975" y="2124075"/>
                </a:lnTo>
                <a:lnTo>
                  <a:pt x="171450" y="2124075"/>
                </a:lnTo>
                <a:close/>
                <a:moveTo>
                  <a:pt x="190500" y="2114550"/>
                </a:moveTo>
                <a:lnTo>
                  <a:pt x="200025" y="2114550"/>
                </a:lnTo>
                <a:lnTo>
                  <a:pt x="200025" y="2124075"/>
                </a:lnTo>
                <a:lnTo>
                  <a:pt x="190500" y="2124075"/>
                </a:lnTo>
                <a:close/>
                <a:moveTo>
                  <a:pt x="314325" y="2114550"/>
                </a:moveTo>
                <a:lnTo>
                  <a:pt x="323850" y="2114550"/>
                </a:lnTo>
                <a:lnTo>
                  <a:pt x="323850" y="2124075"/>
                </a:lnTo>
                <a:lnTo>
                  <a:pt x="314325" y="2124075"/>
                </a:lnTo>
                <a:close/>
                <a:moveTo>
                  <a:pt x="1190625" y="2114550"/>
                </a:moveTo>
                <a:lnTo>
                  <a:pt x="1200150" y="2114550"/>
                </a:lnTo>
                <a:lnTo>
                  <a:pt x="1200150" y="2124075"/>
                </a:lnTo>
                <a:lnTo>
                  <a:pt x="1190625" y="2124075"/>
                </a:lnTo>
                <a:close/>
                <a:moveTo>
                  <a:pt x="1209675" y="2114550"/>
                </a:moveTo>
                <a:lnTo>
                  <a:pt x="1228725" y="2114550"/>
                </a:lnTo>
                <a:lnTo>
                  <a:pt x="1228725" y="2133600"/>
                </a:lnTo>
                <a:lnTo>
                  <a:pt x="1209675" y="2133600"/>
                </a:lnTo>
                <a:close/>
                <a:moveTo>
                  <a:pt x="1362075" y="2114550"/>
                </a:moveTo>
                <a:lnTo>
                  <a:pt x="1381125" y="2114550"/>
                </a:lnTo>
                <a:lnTo>
                  <a:pt x="1381125" y="2143125"/>
                </a:lnTo>
                <a:lnTo>
                  <a:pt x="1371600" y="2143125"/>
                </a:lnTo>
                <a:lnTo>
                  <a:pt x="1371600" y="2124075"/>
                </a:lnTo>
                <a:lnTo>
                  <a:pt x="1362075" y="2124075"/>
                </a:lnTo>
                <a:close/>
                <a:moveTo>
                  <a:pt x="1390650" y="2124075"/>
                </a:moveTo>
                <a:lnTo>
                  <a:pt x="1400175" y="2124075"/>
                </a:lnTo>
                <a:lnTo>
                  <a:pt x="1400175" y="2152650"/>
                </a:lnTo>
                <a:lnTo>
                  <a:pt x="1390650" y="2152650"/>
                </a:lnTo>
                <a:close/>
                <a:moveTo>
                  <a:pt x="304800" y="2133600"/>
                </a:moveTo>
                <a:lnTo>
                  <a:pt x="323850" y="2133600"/>
                </a:lnTo>
                <a:lnTo>
                  <a:pt x="323850" y="2143125"/>
                </a:lnTo>
                <a:lnTo>
                  <a:pt x="314325" y="2143125"/>
                </a:lnTo>
                <a:lnTo>
                  <a:pt x="314325" y="2152650"/>
                </a:lnTo>
                <a:lnTo>
                  <a:pt x="295275" y="2152650"/>
                </a:lnTo>
                <a:lnTo>
                  <a:pt x="295275" y="2143125"/>
                </a:lnTo>
                <a:lnTo>
                  <a:pt x="304800" y="2143125"/>
                </a:lnTo>
                <a:close/>
                <a:moveTo>
                  <a:pt x="714375" y="2133600"/>
                </a:moveTo>
                <a:lnTo>
                  <a:pt x="733425" y="2133600"/>
                </a:lnTo>
                <a:lnTo>
                  <a:pt x="733425" y="2143125"/>
                </a:lnTo>
                <a:lnTo>
                  <a:pt x="723900" y="2143125"/>
                </a:lnTo>
                <a:lnTo>
                  <a:pt x="723900" y="2152650"/>
                </a:lnTo>
                <a:lnTo>
                  <a:pt x="733425" y="2152650"/>
                </a:lnTo>
                <a:lnTo>
                  <a:pt x="733425" y="2162175"/>
                </a:lnTo>
                <a:lnTo>
                  <a:pt x="723900" y="2162175"/>
                </a:lnTo>
                <a:lnTo>
                  <a:pt x="723900" y="2171700"/>
                </a:lnTo>
                <a:lnTo>
                  <a:pt x="704850" y="2171700"/>
                </a:lnTo>
                <a:lnTo>
                  <a:pt x="704850" y="2162175"/>
                </a:lnTo>
                <a:lnTo>
                  <a:pt x="714375" y="2162175"/>
                </a:lnTo>
                <a:close/>
                <a:moveTo>
                  <a:pt x="752475" y="2133600"/>
                </a:moveTo>
                <a:lnTo>
                  <a:pt x="781050" y="2133600"/>
                </a:lnTo>
                <a:lnTo>
                  <a:pt x="781050" y="2143125"/>
                </a:lnTo>
                <a:lnTo>
                  <a:pt x="819150" y="2143125"/>
                </a:lnTo>
                <a:lnTo>
                  <a:pt x="819150" y="2162175"/>
                </a:lnTo>
                <a:lnTo>
                  <a:pt x="809625" y="2162175"/>
                </a:lnTo>
                <a:lnTo>
                  <a:pt x="809625" y="2152650"/>
                </a:lnTo>
                <a:lnTo>
                  <a:pt x="771525" y="2152650"/>
                </a:lnTo>
                <a:lnTo>
                  <a:pt x="771525" y="2143125"/>
                </a:lnTo>
                <a:lnTo>
                  <a:pt x="752475" y="2143125"/>
                </a:lnTo>
                <a:close/>
                <a:moveTo>
                  <a:pt x="1238250" y="2133600"/>
                </a:moveTo>
                <a:lnTo>
                  <a:pt x="1247775" y="2133600"/>
                </a:lnTo>
                <a:lnTo>
                  <a:pt x="1247775" y="2152650"/>
                </a:lnTo>
                <a:lnTo>
                  <a:pt x="1238250" y="2152650"/>
                </a:lnTo>
                <a:close/>
                <a:moveTo>
                  <a:pt x="1866900" y="2133600"/>
                </a:moveTo>
                <a:lnTo>
                  <a:pt x="1876425" y="2133600"/>
                </a:lnTo>
                <a:lnTo>
                  <a:pt x="1876425" y="2162175"/>
                </a:lnTo>
                <a:lnTo>
                  <a:pt x="1857375" y="2162175"/>
                </a:lnTo>
                <a:lnTo>
                  <a:pt x="1857375" y="2143125"/>
                </a:lnTo>
                <a:lnTo>
                  <a:pt x="1866900" y="2143125"/>
                </a:lnTo>
                <a:close/>
                <a:moveTo>
                  <a:pt x="247650" y="2143125"/>
                </a:moveTo>
                <a:lnTo>
                  <a:pt x="266700" y="2143125"/>
                </a:lnTo>
                <a:lnTo>
                  <a:pt x="266700" y="2152650"/>
                </a:lnTo>
                <a:lnTo>
                  <a:pt x="276225" y="2152650"/>
                </a:lnTo>
                <a:lnTo>
                  <a:pt x="276225" y="2162175"/>
                </a:lnTo>
                <a:lnTo>
                  <a:pt x="285750" y="2162175"/>
                </a:lnTo>
                <a:lnTo>
                  <a:pt x="285750" y="2181225"/>
                </a:lnTo>
                <a:lnTo>
                  <a:pt x="276225" y="2181225"/>
                </a:lnTo>
                <a:lnTo>
                  <a:pt x="276225" y="2171700"/>
                </a:lnTo>
                <a:lnTo>
                  <a:pt x="257175" y="2171700"/>
                </a:lnTo>
                <a:lnTo>
                  <a:pt x="257175" y="2162175"/>
                </a:lnTo>
                <a:lnTo>
                  <a:pt x="247650" y="2162175"/>
                </a:lnTo>
                <a:close/>
                <a:moveTo>
                  <a:pt x="676275" y="2152650"/>
                </a:moveTo>
                <a:lnTo>
                  <a:pt x="685800" y="2152650"/>
                </a:lnTo>
                <a:lnTo>
                  <a:pt x="685800" y="2162175"/>
                </a:lnTo>
                <a:lnTo>
                  <a:pt x="676275" y="2162175"/>
                </a:lnTo>
                <a:close/>
                <a:moveTo>
                  <a:pt x="1333500" y="2152650"/>
                </a:moveTo>
                <a:lnTo>
                  <a:pt x="1352550" y="2152650"/>
                </a:lnTo>
                <a:lnTo>
                  <a:pt x="1352550" y="2162175"/>
                </a:lnTo>
                <a:lnTo>
                  <a:pt x="1333500" y="2162175"/>
                </a:lnTo>
                <a:close/>
                <a:moveTo>
                  <a:pt x="2295525" y="2152650"/>
                </a:moveTo>
                <a:lnTo>
                  <a:pt x="2314575" y="2152650"/>
                </a:lnTo>
                <a:lnTo>
                  <a:pt x="2314575" y="2162175"/>
                </a:lnTo>
                <a:lnTo>
                  <a:pt x="2295525" y="2162175"/>
                </a:lnTo>
                <a:close/>
                <a:moveTo>
                  <a:pt x="685800" y="2162175"/>
                </a:moveTo>
                <a:lnTo>
                  <a:pt x="695325" y="2162175"/>
                </a:lnTo>
                <a:lnTo>
                  <a:pt x="695325" y="2171700"/>
                </a:lnTo>
                <a:lnTo>
                  <a:pt x="685800" y="2171700"/>
                </a:lnTo>
                <a:close/>
                <a:moveTo>
                  <a:pt x="866775" y="2162175"/>
                </a:moveTo>
                <a:lnTo>
                  <a:pt x="885825" y="2162175"/>
                </a:lnTo>
                <a:lnTo>
                  <a:pt x="885825" y="2190750"/>
                </a:lnTo>
                <a:lnTo>
                  <a:pt x="876300" y="2190750"/>
                </a:lnTo>
                <a:lnTo>
                  <a:pt x="876300" y="2171700"/>
                </a:lnTo>
                <a:lnTo>
                  <a:pt x="866775" y="2171700"/>
                </a:lnTo>
                <a:close/>
                <a:moveTo>
                  <a:pt x="647700" y="2171700"/>
                </a:moveTo>
                <a:lnTo>
                  <a:pt x="657225" y="2171700"/>
                </a:lnTo>
                <a:lnTo>
                  <a:pt x="657225" y="2181225"/>
                </a:lnTo>
                <a:lnTo>
                  <a:pt x="647700" y="2181225"/>
                </a:lnTo>
                <a:close/>
                <a:moveTo>
                  <a:pt x="1257300" y="2171700"/>
                </a:moveTo>
                <a:lnTo>
                  <a:pt x="1276350" y="2171700"/>
                </a:lnTo>
                <a:lnTo>
                  <a:pt x="1276350" y="2181225"/>
                </a:lnTo>
                <a:lnTo>
                  <a:pt x="1285875" y="2181225"/>
                </a:lnTo>
                <a:lnTo>
                  <a:pt x="1285875" y="2190750"/>
                </a:lnTo>
                <a:lnTo>
                  <a:pt x="1257300" y="2190750"/>
                </a:lnTo>
                <a:close/>
                <a:moveTo>
                  <a:pt x="1323975" y="2171700"/>
                </a:moveTo>
                <a:lnTo>
                  <a:pt x="1343025" y="2171700"/>
                </a:lnTo>
                <a:lnTo>
                  <a:pt x="1343025" y="2190750"/>
                </a:lnTo>
                <a:lnTo>
                  <a:pt x="1323975" y="2190750"/>
                </a:lnTo>
                <a:close/>
                <a:moveTo>
                  <a:pt x="1695450" y="2171700"/>
                </a:moveTo>
                <a:lnTo>
                  <a:pt x="1704975" y="2171700"/>
                </a:lnTo>
                <a:lnTo>
                  <a:pt x="1704975" y="2200275"/>
                </a:lnTo>
                <a:lnTo>
                  <a:pt x="1676400" y="2200275"/>
                </a:lnTo>
                <a:lnTo>
                  <a:pt x="1676400" y="2190750"/>
                </a:lnTo>
                <a:lnTo>
                  <a:pt x="1685925" y="2190750"/>
                </a:lnTo>
                <a:lnTo>
                  <a:pt x="1685925" y="2181225"/>
                </a:lnTo>
                <a:lnTo>
                  <a:pt x="1695450" y="2181225"/>
                </a:lnTo>
                <a:close/>
                <a:moveTo>
                  <a:pt x="228600" y="2181225"/>
                </a:moveTo>
                <a:lnTo>
                  <a:pt x="257175" y="2181225"/>
                </a:lnTo>
                <a:lnTo>
                  <a:pt x="257175" y="2200275"/>
                </a:lnTo>
                <a:lnTo>
                  <a:pt x="238125" y="2200275"/>
                </a:lnTo>
                <a:lnTo>
                  <a:pt x="238125" y="2219325"/>
                </a:lnTo>
                <a:lnTo>
                  <a:pt x="228600" y="2219325"/>
                </a:lnTo>
                <a:lnTo>
                  <a:pt x="228600" y="2209800"/>
                </a:lnTo>
                <a:lnTo>
                  <a:pt x="219075" y="2209800"/>
                </a:lnTo>
                <a:lnTo>
                  <a:pt x="219075" y="2190750"/>
                </a:lnTo>
                <a:lnTo>
                  <a:pt x="228600" y="2190750"/>
                </a:lnTo>
                <a:close/>
                <a:moveTo>
                  <a:pt x="638175" y="2181225"/>
                </a:moveTo>
                <a:lnTo>
                  <a:pt x="647700" y="2181225"/>
                </a:lnTo>
                <a:lnTo>
                  <a:pt x="647700" y="2190750"/>
                </a:lnTo>
                <a:lnTo>
                  <a:pt x="638175" y="2190750"/>
                </a:lnTo>
                <a:close/>
                <a:moveTo>
                  <a:pt x="1143000" y="2181225"/>
                </a:moveTo>
                <a:lnTo>
                  <a:pt x="1152525" y="2181225"/>
                </a:lnTo>
                <a:lnTo>
                  <a:pt x="1152525" y="2190750"/>
                </a:lnTo>
                <a:lnTo>
                  <a:pt x="1162050" y="2190750"/>
                </a:lnTo>
                <a:lnTo>
                  <a:pt x="1162050" y="2209800"/>
                </a:lnTo>
                <a:lnTo>
                  <a:pt x="1152525" y="2209800"/>
                </a:lnTo>
                <a:lnTo>
                  <a:pt x="1152525" y="2200275"/>
                </a:lnTo>
                <a:lnTo>
                  <a:pt x="1143000" y="2200275"/>
                </a:lnTo>
                <a:close/>
                <a:moveTo>
                  <a:pt x="1495425" y="2181225"/>
                </a:moveTo>
                <a:lnTo>
                  <a:pt x="1504950" y="2181225"/>
                </a:lnTo>
                <a:lnTo>
                  <a:pt x="1504950" y="2190750"/>
                </a:lnTo>
                <a:lnTo>
                  <a:pt x="1495425" y="2190750"/>
                </a:lnTo>
                <a:close/>
                <a:moveTo>
                  <a:pt x="1524000" y="2181225"/>
                </a:moveTo>
                <a:lnTo>
                  <a:pt x="1543050" y="2181225"/>
                </a:lnTo>
                <a:lnTo>
                  <a:pt x="1543050" y="2190750"/>
                </a:lnTo>
                <a:lnTo>
                  <a:pt x="1524000" y="2190750"/>
                </a:lnTo>
                <a:close/>
                <a:moveTo>
                  <a:pt x="1885950" y="2181225"/>
                </a:moveTo>
                <a:lnTo>
                  <a:pt x="1895475" y="2181225"/>
                </a:lnTo>
                <a:lnTo>
                  <a:pt x="1895475" y="2190750"/>
                </a:lnTo>
                <a:lnTo>
                  <a:pt x="1885950" y="2190750"/>
                </a:lnTo>
                <a:close/>
                <a:moveTo>
                  <a:pt x="2352675" y="2181225"/>
                </a:moveTo>
                <a:lnTo>
                  <a:pt x="2381250" y="2181225"/>
                </a:lnTo>
                <a:lnTo>
                  <a:pt x="2381250" y="2190750"/>
                </a:lnTo>
                <a:lnTo>
                  <a:pt x="2352675" y="2190750"/>
                </a:lnTo>
                <a:close/>
                <a:moveTo>
                  <a:pt x="285750" y="2190750"/>
                </a:moveTo>
                <a:lnTo>
                  <a:pt x="304800" y="2190750"/>
                </a:lnTo>
                <a:lnTo>
                  <a:pt x="304800" y="2219325"/>
                </a:lnTo>
                <a:lnTo>
                  <a:pt x="295275" y="2219325"/>
                </a:lnTo>
                <a:lnTo>
                  <a:pt x="295275" y="2228850"/>
                </a:lnTo>
                <a:lnTo>
                  <a:pt x="285750" y="2228850"/>
                </a:lnTo>
                <a:lnTo>
                  <a:pt x="285750" y="2209800"/>
                </a:lnTo>
                <a:lnTo>
                  <a:pt x="276225" y="2209800"/>
                </a:lnTo>
                <a:lnTo>
                  <a:pt x="276225" y="2200275"/>
                </a:lnTo>
                <a:lnTo>
                  <a:pt x="285750" y="2200275"/>
                </a:lnTo>
                <a:close/>
                <a:moveTo>
                  <a:pt x="1419225" y="2190750"/>
                </a:moveTo>
                <a:lnTo>
                  <a:pt x="1447800" y="2190750"/>
                </a:lnTo>
                <a:lnTo>
                  <a:pt x="1447800" y="2200275"/>
                </a:lnTo>
                <a:lnTo>
                  <a:pt x="1438275" y="2200275"/>
                </a:lnTo>
                <a:lnTo>
                  <a:pt x="1438275" y="2209800"/>
                </a:lnTo>
                <a:lnTo>
                  <a:pt x="1466850" y="2209800"/>
                </a:lnTo>
                <a:lnTo>
                  <a:pt x="1466850" y="2228850"/>
                </a:lnTo>
                <a:lnTo>
                  <a:pt x="1438275" y="2228850"/>
                </a:lnTo>
                <a:lnTo>
                  <a:pt x="1438275" y="2219325"/>
                </a:lnTo>
                <a:lnTo>
                  <a:pt x="1428750" y="2219325"/>
                </a:lnTo>
                <a:lnTo>
                  <a:pt x="1428750" y="2209800"/>
                </a:lnTo>
                <a:lnTo>
                  <a:pt x="1419225" y="2209800"/>
                </a:lnTo>
                <a:close/>
                <a:moveTo>
                  <a:pt x="1895475" y="2190750"/>
                </a:moveTo>
                <a:lnTo>
                  <a:pt x="1905000" y="2190750"/>
                </a:lnTo>
                <a:lnTo>
                  <a:pt x="1905000" y="2200275"/>
                </a:lnTo>
                <a:lnTo>
                  <a:pt x="1895475" y="2200275"/>
                </a:lnTo>
                <a:close/>
                <a:moveTo>
                  <a:pt x="495300" y="2200275"/>
                </a:moveTo>
                <a:lnTo>
                  <a:pt x="523875" y="2200275"/>
                </a:lnTo>
                <a:lnTo>
                  <a:pt x="523875" y="2209800"/>
                </a:lnTo>
                <a:lnTo>
                  <a:pt x="495300" y="2209800"/>
                </a:lnTo>
                <a:close/>
                <a:moveTo>
                  <a:pt x="676275" y="2200275"/>
                </a:moveTo>
                <a:lnTo>
                  <a:pt x="685800" y="2200275"/>
                </a:lnTo>
                <a:lnTo>
                  <a:pt x="685800" y="2219325"/>
                </a:lnTo>
                <a:lnTo>
                  <a:pt x="666750" y="2219325"/>
                </a:lnTo>
                <a:lnTo>
                  <a:pt x="666750" y="2209800"/>
                </a:lnTo>
                <a:lnTo>
                  <a:pt x="676275" y="2209800"/>
                </a:lnTo>
                <a:close/>
                <a:moveTo>
                  <a:pt x="2438400" y="2200275"/>
                </a:moveTo>
                <a:lnTo>
                  <a:pt x="2457450" y="2200275"/>
                </a:lnTo>
                <a:lnTo>
                  <a:pt x="2457450" y="2219325"/>
                </a:lnTo>
                <a:lnTo>
                  <a:pt x="2447925" y="2219325"/>
                </a:lnTo>
                <a:lnTo>
                  <a:pt x="2447925" y="2228850"/>
                </a:lnTo>
                <a:lnTo>
                  <a:pt x="2438400" y="2228850"/>
                </a:lnTo>
                <a:close/>
                <a:moveTo>
                  <a:pt x="314325" y="2209800"/>
                </a:moveTo>
                <a:lnTo>
                  <a:pt x="323850" y="2209800"/>
                </a:lnTo>
                <a:lnTo>
                  <a:pt x="323850" y="2219325"/>
                </a:lnTo>
                <a:lnTo>
                  <a:pt x="314325" y="2219325"/>
                </a:lnTo>
                <a:close/>
                <a:moveTo>
                  <a:pt x="333375" y="2209800"/>
                </a:moveTo>
                <a:lnTo>
                  <a:pt x="342900" y="2209800"/>
                </a:lnTo>
                <a:lnTo>
                  <a:pt x="342900" y="2219325"/>
                </a:lnTo>
                <a:lnTo>
                  <a:pt x="333375" y="2219325"/>
                </a:lnTo>
                <a:close/>
                <a:moveTo>
                  <a:pt x="485775" y="2209800"/>
                </a:moveTo>
                <a:lnTo>
                  <a:pt x="495300" y="2209800"/>
                </a:lnTo>
                <a:lnTo>
                  <a:pt x="495300" y="2238375"/>
                </a:lnTo>
                <a:lnTo>
                  <a:pt x="485775" y="2238375"/>
                </a:lnTo>
                <a:lnTo>
                  <a:pt x="485775" y="2228850"/>
                </a:lnTo>
                <a:lnTo>
                  <a:pt x="476250" y="2228850"/>
                </a:lnTo>
                <a:lnTo>
                  <a:pt x="476250" y="2238375"/>
                </a:lnTo>
                <a:lnTo>
                  <a:pt x="457200" y="2238375"/>
                </a:lnTo>
                <a:lnTo>
                  <a:pt x="457200" y="2219325"/>
                </a:lnTo>
                <a:lnTo>
                  <a:pt x="485775" y="2219325"/>
                </a:lnTo>
                <a:close/>
                <a:moveTo>
                  <a:pt x="542925" y="2209800"/>
                </a:moveTo>
                <a:lnTo>
                  <a:pt x="571500" y="2209800"/>
                </a:lnTo>
                <a:lnTo>
                  <a:pt x="571500" y="2219325"/>
                </a:lnTo>
                <a:lnTo>
                  <a:pt x="552450" y="2219325"/>
                </a:lnTo>
                <a:lnTo>
                  <a:pt x="552450" y="2228850"/>
                </a:lnTo>
                <a:lnTo>
                  <a:pt x="561975" y="2228850"/>
                </a:lnTo>
                <a:lnTo>
                  <a:pt x="561975" y="2238375"/>
                </a:lnTo>
                <a:lnTo>
                  <a:pt x="542925" y="2238375"/>
                </a:lnTo>
                <a:close/>
                <a:moveTo>
                  <a:pt x="1504950" y="2209800"/>
                </a:moveTo>
                <a:lnTo>
                  <a:pt x="1514475" y="2209800"/>
                </a:lnTo>
                <a:lnTo>
                  <a:pt x="1514475" y="2219325"/>
                </a:lnTo>
                <a:lnTo>
                  <a:pt x="1504950" y="2219325"/>
                </a:lnTo>
                <a:close/>
                <a:moveTo>
                  <a:pt x="1676400" y="2209800"/>
                </a:moveTo>
                <a:lnTo>
                  <a:pt x="1695450" y="2209800"/>
                </a:lnTo>
                <a:lnTo>
                  <a:pt x="1695450" y="2238375"/>
                </a:lnTo>
                <a:lnTo>
                  <a:pt x="1666875" y="2238375"/>
                </a:lnTo>
                <a:lnTo>
                  <a:pt x="1666875" y="2228850"/>
                </a:lnTo>
                <a:lnTo>
                  <a:pt x="1676400" y="2228850"/>
                </a:lnTo>
                <a:close/>
                <a:moveTo>
                  <a:pt x="171450" y="2219325"/>
                </a:moveTo>
                <a:lnTo>
                  <a:pt x="219075" y="2219325"/>
                </a:lnTo>
                <a:lnTo>
                  <a:pt x="219075" y="2228850"/>
                </a:lnTo>
                <a:lnTo>
                  <a:pt x="200025" y="2228850"/>
                </a:lnTo>
                <a:lnTo>
                  <a:pt x="200025" y="2238375"/>
                </a:lnTo>
                <a:lnTo>
                  <a:pt x="190500" y="2238375"/>
                </a:lnTo>
                <a:lnTo>
                  <a:pt x="190500" y="2228850"/>
                </a:lnTo>
                <a:lnTo>
                  <a:pt x="171450" y="2228850"/>
                </a:lnTo>
                <a:close/>
                <a:moveTo>
                  <a:pt x="342900" y="2219325"/>
                </a:moveTo>
                <a:lnTo>
                  <a:pt x="352425" y="2219325"/>
                </a:lnTo>
                <a:lnTo>
                  <a:pt x="352425" y="2228850"/>
                </a:lnTo>
                <a:lnTo>
                  <a:pt x="342900" y="2228850"/>
                </a:lnTo>
                <a:close/>
                <a:moveTo>
                  <a:pt x="1028700" y="2219325"/>
                </a:moveTo>
                <a:lnTo>
                  <a:pt x="1038225" y="2219325"/>
                </a:lnTo>
                <a:lnTo>
                  <a:pt x="1038225" y="2228850"/>
                </a:lnTo>
                <a:lnTo>
                  <a:pt x="1028700" y="2228850"/>
                </a:lnTo>
                <a:close/>
                <a:moveTo>
                  <a:pt x="1209675" y="2219325"/>
                </a:moveTo>
                <a:lnTo>
                  <a:pt x="1238250" y="2219325"/>
                </a:lnTo>
                <a:lnTo>
                  <a:pt x="1238250" y="2257425"/>
                </a:lnTo>
                <a:lnTo>
                  <a:pt x="1200150" y="2257425"/>
                </a:lnTo>
                <a:lnTo>
                  <a:pt x="1200150" y="2276475"/>
                </a:lnTo>
                <a:lnTo>
                  <a:pt x="1190625" y="2276475"/>
                </a:lnTo>
                <a:lnTo>
                  <a:pt x="1190625" y="2286000"/>
                </a:lnTo>
                <a:lnTo>
                  <a:pt x="1181100" y="2286000"/>
                </a:lnTo>
                <a:lnTo>
                  <a:pt x="1181100" y="2305050"/>
                </a:lnTo>
                <a:lnTo>
                  <a:pt x="1152525" y="2305050"/>
                </a:lnTo>
                <a:lnTo>
                  <a:pt x="1152525" y="2286000"/>
                </a:lnTo>
                <a:lnTo>
                  <a:pt x="1171575" y="2286000"/>
                </a:lnTo>
                <a:lnTo>
                  <a:pt x="1171575" y="2276475"/>
                </a:lnTo>
                <a:lnTo>
                  <a:pt x="1181100" y="2276475"/>
                </a:lnTo>
                <a:lnTo>
                  <a:pt x="1181100" y="2266950"/>
                </a:lnTo>
                <a:lnTo>
                  <a:pt x="1190625" y="2266950"/>
                </a:lnTo>
                <a:lnTo>
                  <a:pt x="1190625" y="2257425"/>
                </a:lnTo>
                <a:lnTo>
                  <a:pt x="1152525" y="2257425"/>
                </a:lnTo>
                <a:lnTo>
                  <a:pt x="1152525" y="2247900"/>
                </a:lnTo>
                <a:lnTo>
                  <a:pt x="1143000" y="2247900"/>
                </a:lnTo>
                <a:lnTo>
                  <a:pt x="1143000" y="2238375"/>
                </a:lnTo>
                <a:lnTo>
                  <a:pt x="1171575" y="2238375"/>
                </a:lnTo>
                <a:lnTo>
                  <a:pt x="1171575" y="2228850"/>
                </a:lnTo>
                <a:lnTo>
                  <a:pt x="1181100" y="2228850"/>
                </a:lnTo>
                <a:lnTo>
                  <a:pt x="1181100" y="2238375"/>
                </a:lnTo>
                <a:lnTo>
                  <a:pt x="1190625" y="2238375"/>
                </a:lnTo>
                <a:lnTo>
                  <a:pt x="1190625" y="2228850"/>
                </a:lnTo>
                <a:lnTo>
                  <a:pt x="1209675" y="2228850"/>
                </a:lnTo>
                <a:close/>
                <a:moveTo>
                  <a:pt x="1333500" y="2219325"/>
                </a:moveTo>
                <a:lnTo>
                  <a:pt x="1343025" y="2219325"/>
                </a:lnTo>
                <a:lnTo>
                  <a:pt x="1343025" y="2238375"/>
                </a:lnTo>
                <a:lnTo>
                  <a:pt x="1352550" y="2238375"/>
                </a:lnTo>
                <a:lnTo>
                  <a:pt x="1352550" y="2228850"/>
                </a:lnTo>
                <a:lnTo>
                  <a:pt x="1362075" y="2228850"/>
                </a:lnTo>
                <a:lnTo>
                  <a:pt x="1362075" y="2247900"/>
                </a:lnTo>
                <a:lnTo>
                  <a:pt x="1352550" y="2247900"/>
                </a:lnTo>
                <a:lnTo>
                  <a:pt x="1352550" y="2266950"/>
                </a:lnTo>
                <a:lnTo>
                  <a:pt x="1343025" y="2266950"/>
                </a:lnTo>
                <a:lnTo>
                  <a:pt x="1343025" y="2276475"/>
                </a:lnTo>
                <a:lnTo>
                  <a:pt x="1323975" y="2276475"/>
                </a:lnTo>
                <a:lnTo>
                  <a:pt x="1323975" y="2286000"/>
                </a:lnTo>
                <a:lnTo>
                  <a:pt x="1304925" y="2286000"/>
                </a:lnTo>
                <a:lnTo>
                  <a:pt x="1304925" y="2295525"/>
                </a:lnTo>
                <a:lnTo>
                  <a:pt x="1285875" y="2295525"/>
                </a:lnTo>
                <a:lnTo>
                  <a:pt x="1285875" y="2286000"/>
                </a:lnTo>
                <a:lnTo>
                  <a:pt x="1276350" y="2286000"/>
                </a:lnTo>
                <a:lnTo>
                  <a:pt x="1276350" y="2276475"/>
                </a:lnTo>
                <a:lnTo>
                  <a:pt x="1285875" y="2276475"/>
                </a:lnTo>
                <a:lnTo>
                  <a:pt x="1285875" y="2266950"/>
                </a:lnTo>
                <a:lnTo>
                  <a:pt x="1304925" y="2266950"/>
                </a:lnTo>
                <a:lnTo>
                  <a:pt x="1304925" y="2238375"/>
                </a:lnTo>
                <a:lnTo>
                  <a:pt x="1314450" y="2238375"/>
                </a:lnTo>
                <a:lnTo>
                  <a:pt x="1314450" y="2228850"/>
                </a:lnTo>
                <a:lnTo>
                  <a:pt x="1323975" y="2228850"/>
                </a:lnTo>
                <a:lnTo>
                  <a:pt x="1323975" y="2238375"/>
                </a:lnTo>
                <a:lnTo>
                  <a:pt x="1333500" y="2238375"/>
                </a:lnTo>
                <a:close/>
                <a:moveTo>
                  <a:pt x="1419225" y="2219325"/>
                </a:moveTo>
                <a:lnTo>
                  <a:pt x="1428750" y="2219325"/>
                </a:lnTo>
                <a:lnTo>
                  <a:pt x="1428750" y="2238375"/>
                </a:lnTo>
                <a:lnTo>
                  <a:pt x="1419225" y="2238375"/>
                </a:lnTo>
                <a:close/>
                <a:moveTo>
                  <a:pt x="266700" y="2228850"/>
                </a:moveTo>
                <a:lnTo>
                  <a:pt x="285750" y="2228850"/>
                </a:lnTo>
                <a:lnTo>
                  <a:pt x="285750" y="2238375"/>
                </a:lnTo>
                <a:lnTo>
                  <a:pt x="266700" y="2238375"/>
                </a:lnTo>
                <a:close/>
                <a:moveTo>
                  <a:pt x="314325" y="2228850"/>
                </a:moveTo>
                <a:lnTo>
                  <a:pt x="323850" y="2228850"/>
                </a:lnTo>
                <a:lnTo>
                  <a:pt x="323850" y="2238375"/>
                </a:lnTo>
                <a:lnTo>
                  <a:pt x="314325" y="2238375"/>
                </a:lnTo>
                <a:close/>
                <a:moveTo>
                  <a:pt x="400050" y="2228850"/>
                </a:moveTo>
                <a:lnTo>
                  <a:pt x="428625" y="2228850"/>
                </a:lnTo>
                <a:lnTo>
                  <a:pt x="428625" y="2238375"/>
                </a:lnTo>
                <a:lnTo>
                  <a:pt x="457200" y="2238375"/>
                </a:lnTo>
                <a:lnTo>
                  <a:pt x="457200" y="2247900"/>
                </a:lnTo>
                <a:lnTo>
                  <a:pt x="447675" y="2247900"/>
                </a:lnTo>
                <a:lnTo>
                  <a:pt x="447675" y="2257425"/>
                </a:lnTo>
                <a:lnTo>
                  <a:pt x="457200" y="2257425"/>
                </a:lnTo>
                <a:lnTo>
                  <a:pt x="457200" y="2247900"/>
                </a:lnTo>
                <a:lnTo>
                  <a:pt x="476250" y="2247900"/>
                </a:lnTo>
                <a:lnTo>
                  <a:pt x="476250" y="2257425"/>
                </a:lnTo>
                <a:lnTo>
                  <a:pt x="466725" y="2257425"/>
                </a:lnTo>
                <a:lnTo>
                  <a:pt x="466725" y="2286000"/>
                </a:lnTo>
                <a:lnTo>
                  <a:pt x="476250" y="2286000"/>
                </a:lnTo>
                <a:lnTo>
                  <a:pt x="476250" y="2295525"/>
                </a:lnTo>
                <a:lnTo>
                  <a:pt x="485775" y="2295525"/>
                </a:lnTo>
                <a:lnTo>
                  <a:pt x="485775" y="2333625"/>
                </a:lnTo>
                <a:lnTo>
                  <a:pt x="495300" y="2333625"/>
                </a:lnTo>
                <a:lnTo>
                  <a:pt x="495300" y="2343150"/>
                </a:lnTo>
                <a:lnTo>
                  <a:pt x="514350" y="2343150"/>
                </a:lnTo>
                <a:lnTo>
                  <a:pt x="514350" y="2324100"/>
                </a:lnTo>
                <a:lnTo>
                  <a:pt x="523875" y="2324100"/>
                </a:lnTo>
                <a:lnTo>
                  <a:pt x="523875" y="2314575"/>
                </a:lnTo>
                <a:lnTo>
                  <a:pt x="533400" y="2314575"/>
                </a:lnTo>
                <a:lnTo>
                  <a:pt x="533400" y="2324100"/>
                </a:lnTo>
                <a:lnTo>
                  <a:pt x="523875" y="2324100"/>
                </a:lnTo>
                <a:lnTo>
                  <a:pt x="523875" y="2333625"/>
                </a:lnTo>
                <a:lnTo>
                  <a:pt x="552450" y="2333625"/>
                </a:lnTo>
                <a:lnTo>
                  <a:pt x="552450" y="2343150"/>
                </a:lnTo>
                <a:lnTo>
                  <a:pt x="533400" y="2343150"/>
                </a:lnTo>
                <a:lnTo>
                  <a:pt x="533400" y="2352675"/>
                </a:lnTo>
                <a:lnTo>
                  <a:pt x="485775" y="2352675"/>
                </a:lnTo>
                <a:lnTo>
                  <a:pt x="485775" y="2343150"/>
                </a:lnTo>
                <a:lnTo>
                  <a:pt x="476250" y="2343150"/>
                </a:lnTo>
                <a:lnTo>
                  <a:pt x="476250" y="2314575"/>
                </a:lnTo>
                <a:lnTo>
                  <a:pt x="466725" y="2314575"/>
                </a:lnTo>
                <a:lnTo>
                  <a:pt x="466725" y="2295525"/>
                </a:lnTo>
                <a:lnTo>
                  <a:pt x="457200" y="2295525"/>
                </a:lnTo>
                <a:lnTo>
                  <a:pt x="457200" y="2305050"/>
                </a:lnTo>
                <a:lnTo>
                  <a:pt x="447675" y="2305050"/>
                </a:lnTo>
                <a:lnTo>
                  <a:pt x="447675" y="2314575"/>
                </a:lnTo>
                <a:lnTo>
                  <a:pt x="438150" y="2314575"/>
                </a:lnTo>
                <a:lnTo>
                  <a:pt x="438150" y="2286000"/>
                </a:lnTo>
                <a:lnTo>
                  <a:pt x="381000" y="2286000"/>
                </a:lnTo>
                <a:lnTo>
                  <a:pt x="381000" y="2266950"/>
                </a:lnTo>
                <a:lnTo>
                  <a:pt x="390525" y="2266950"/>
                </a:lnTo>
                <a:lnTo>
                  <a:pt x="390525" y="2257425"/>
                </a:lnTo>
                <a:lnTo>
                  <a:pt x="400050" y="2257425"/>
                </a:lnTo>
                <a:close/>
                <a:moveTo>
                  <a:pt x="1466850" y="2228850"/>
                </a:moveTo>
                <a:lnTo>
                  <a:pt x="1476375" y="2228850"/>
                </a:lnTo>
                <a:lnTo>
                  <a:pt x="1476375" y="2238375"/>
                </a:lnTo>
                <a:lnTo>
                  <a:pt x="1466850" y="2238375"/>
                </a:lnTo>
                <a:close/>
                <a:moveTo>
                  <a:pt x="1428750" y="2238375"/>
                </a:moveTo>
                <a:lnTo>
                  <a:pt x="1438275" y="2238375"/>
                </a:lnTo>
                <a:lnTo>
                  <a:pt x="1438275" y="2247900"/>
                </a:lnTo>
                <a:lnTo>
                  <a:pt x="1428750" y="2247900"/>
                </a:lnTo>
                <a:close/>
                <a:moveTo>
                  <a:pt x="1647825" y="2238375"/>
                </a:moveTo>
                <a:lnTo>
                  <a:pt x="1657350" y="2238375"/>
                </a:lnTo>
                <a:lnTo>
                  <a:pt x="1657350" y="2247900"/>
                </a:lnTo>
                <a:lnTo>
                  <a:pt x="1666875" y="2247900"/>
                </a:lnTo>
                <a:lnTo>
                  <a:pt x="1666875" y="2266950"/>
                </a:lnTo>
                <a:lnTo>
                  <a:pt x="1647825" y="2266950"/>
                </a:lnTo>
                <a:lnTo>
                  <a:pt x="1647825" y="2286000"/>
                </a:lnTo>
                <a:lnTo>
                  <a:pt x="1657350" y="2286000"/>
                </a:lnTo>
                <a:lnTo>
                  <a:pt x="1657350" y="2295525"/>
                </a:lnTo>
                <a:lnTo>
                  <a:pt x="1666875" y="2295525"/>
                </a:lnTo>
                <a:lnTo>
                  <a:pt x="1666875" y="2305050"/>
                </a:lnTo>
                <a:lnTo>
                  <a:pt x="1638300" y="2305050"/>
                </a:lnTo>
                <a:lnTo>
                  <a:pt x="1638300" y="2295525"/>
                </a:lnTo>
                <a:lnTo>
                  <a:pt x="1628775" y="2295525"/>
                </a:lnTo>
                <a:lnTo>
                  <a:pt x="1628775" y="2305050"/>
                </a:lnTo>
                <a:lnTo>
                  <a:pt x="1609725" y="2305050"/>
                </a:lnTo>
                <a:lnTo>
                  <a:pt x="1609725" y="2276475"/>
                </a:lnTo>
                <a:lnTo>
                  <a:pt x="1619250" y="2276475"/>
                </a:lnTo>
                <a:lnTo>
                  <a:pt x="1619250" y="2266950"/>
                </a:lnTo>
                <a:lnTo>
                  <a:pt x="1628775" y="2266950"/>
                </a:lnTo>
                <a:lnTo>
                  <a:pt x="1628775" y="2257425"/>
                </a:lnTo>
                <a:lnTo>
                  <a:pt x="1638300" y="2257425"/>
                </a:lnTo>
                <a:lnTo>
                  <a:pt x="1638300" y="2247900"/>
                </a:lnTo>
                <a:lnTo>
                  <a:pt x="1647825" y="2247900"/>
                </a:lnTo>
                <a:close/>
                <a:moveTo>
                  <a:pt x="266700" y="2247900"/>
                </a:moveTo>
                <a:lnTo>
                  <a:pt x="285750" y="2247900"/>
                </a:lnTo>
                <a:lnTo>
                  <a:pt x="285750" y="2257425"/>
                </a:lnTo>
                <a:lnTo>
                  <a:pt x="266700" y="2257425"/>
                </a:lnTo>
                <a:close/>
                <a:moveTo>
                  <a:pt x="523875" y="2247900"/>
                </a:moveTo>
                <a:lnTo>
                  <a:pt x="542925" y="2247900"/>
                </a:lnTo>
                <a:lnTo>
                  <a:pt x="542925" y="2257425"/>
                </a:lnTo>
                <a:lnTo>
                  <a:pt x="552450" y="2257425"/>
                </a:lnTo>
                <a:lnTo>
                  <a:pt x="552450" y="2276475"/>
                </a:lnTo>
                <a:lnTo>
                  <a:pt x="561975" y="2276475"/>
                </a:lnTo>
                <a:lnTo>
                  <a:pt x="561975" y="2305050"/>
                </a:lnTo>
                <a:lnTo>
                  <a:pt x="542925" y="2305050"/>
                </a:lnTo>
                <a:lnTo>
                  <a:pt x="542925" y="2266950"/>
                </a:lnTo>
                <a:lnTo>
                  <a:pt x="523875" y="2266950"/>
                </a:lnTo>
                <a:close/>
                <a:moveTo>
                  <a:pt x="1409700" y="2247900"/>
                </a:moveTo>
                <a:lnTo>
                  <a:pt x="1419225" y="2247900"/>
                </a:lnTo>
                <a:lnTo>
                  <a:pt x="1419225" y="2276475"/>
                </a:lnTo>
                <a:lnTo>
                  <a:pt x="1400175" y="2276475"/>
                </a:lnTo>
                <a:lnTo>
                  <a:pt x="1400175" y="2266950"/>
                </a:lnTo>
                <a:lnTo>
                  <a:pt x="1409700" y="2266950"/>
                </a:lnTo>
                <a:close/>
                <a:moveTo>
                  <a:pt x="1600200" y="2247900"/>
                </a:moveTo>
                <a:lnTo>
                  <a:pt x="1609725" y="2247900"/>
                </a:lnTo>
                <a:lnTo>
                  <a:pt x="1609725" y="2257425"/>
                </a:lnTo>
                <a:lnTo>
                  <a:pt x="1600200" y="2257425"/>
                </a:lnTo>
                <a:close/>
                <a:moveTo>
                  <a:pt x="228600" y="2257425"/>
                </a:moveTo>
                <a:lnTo>
                  <a:pt x="238125" y="2257425"/>
                </a:lnTo>
                <a:lnTo>
                  <a:pt x="238125" y="2266950"/>
                </a:lnTo>
                <a:lnTo>
                  <a:pt x="228600" y="2266950"/>
                </a:lnTo>
                <a:close/>
                <a:moveTo>
                  <a:pt x="342900" y="2257425"/>
                </a:moveTo>
                <a:lnTo>
                  <a:pt x="352425" y="2257425"/>
                </a:lnTo>
                <a:lnTo>
                  <a:pt x="352425" y="2295525"/>
                </a:lnTo>
                <a:lnTo>
                  <a:pt x="342900" y="2295525"/>
                </a:lnTo>
                <a:lnTo>
                  <a:pt x="342900" y="2276475"/>
                </a:lnTo>
                <a:lnTo>
                  <a:pt x="314325" y="2276475"/>
                </a:lnTo>
                <a:lnTo>
                  <a:pt x="314325" y="2286000"/>
                </a:lnTo>
                <a:lnTo>
                  <a:pt x="304800" y="2286000"/>
                </a:lnTo>
                <a:lnTo>
                  <a:pt x="304800" y="2266950"/>
                </a:lnTo>
                <a:lnTo>
                  <a:pt x="342900" y="2266950"/>
                </a:lnTo>
                <a:close/>
                <a:moveTo>
                  <a:pt x="561975" y="2257425"/>
                </a:moveTo>
                <a:lnTo>
                  <a:pt x="571500" y="2257425"/>
                </a:lnTo>
                <a:lnTo>
                  <a:pt x="571500" y="2266950"/>
                </a:lnTo>
                <a:lnTo>
                  <a:pt x="561975" y="2266950"/>
                </a:lnTo>
                <a:close/>
                <a:moveTo>
                  <a:pt x="990600" y="2257425"/>
                </a:moveTo>
                <a:lnTo>
                  <a:pt x="1009650" y="2257425"/>
                </a:lnTo>
                <a:lnTo>
                  <a:pt x="1009650" y="2266950"/>
                </a:lnTo>
                <a:lnTo>
                  <a:pt x="1000125" y="2266950"/>
                </a:lnTo>
                <a:lnTo>
                  <a:pt x="1000125" y="2276475"/>
                </a:lnTo>
                <a:lnTo>
                  <a:pt x="990600" y="2276475"/>
                </a:lnTo>
                <a:close/>
                <a:moveTo>
                  <a:pt x="1114425" y="2257425"/>
                </a:moveTo>
                <a:lnTo>
                  <a:pt x="1123950" y="2257425"/>
                </a:lnTo>
                <a:lnTo>
                  <a:pt x="1123950" y="2276475"/>
                </a:lnTo>
                <a:lnTo>
                  <a:pt x="1143000" y="2276475"/>
                </a:lnTo>
                <a:lnTo>
                  <a:pt x="1143000" y="2286000"/>
                </a:lnTo>
                <a:lnTo>
                  <a:pt x="1104900" y="2286000"/>
                </a:lnTo>
                <a:lnTo>
                  <a:pt x="1104900" y="2276475"/>
                </a:lnTo>
                <a:lnTo>
                  <a:pt x="1114425" y="2276475"/>
                </a:lnTo>
                <a:close/>
                <a:moveTo>
                  <a:pt x="1504950" y="2257425"/>
                </a:moveTo>
                <a:lnTo>
                  <a:pt x="1533525" y="2257425"/>
                </a:lnTo>
                <a:lnTo>
                  <a:pt x="1533525" y="2276475"/>
                </a:lnTo>
                <a:lnTo>
                  <a:pt x="1514475" y="2276475"/>
                </a:lnTo>
                <a:lnTo>
                  <a:pt x="1514475" y="2266950"/>
                </a:lnTo>
                <a:lnTo>
                  <a:pt x="1504950" y="2266950"/>
                </a:lnTo>
                <a:close/>
                <a:moveTo>
                  <a:pt x="285750" y="2266950"/>
                </a:moveTo>
                <a:lnTo>
                  <a:pt x="295275" y="2266950"/>
                </a:lnTo>
                <a:lnTo>
                  <a:pt x="295275" y="2276475"/>
                </a:lnTo>
                <a:lnTo>
                  <a:pt x="285750" y="2276475"/>
                </a:lnTo>
                <a:close/>
                <a:moveTo>
                  <a:pt x="495300" y="2266950"/>
                </a:moveTo>
                <a:lnTo>
                  <a:pt x="504825" y="2266950"/>
                </a:lnTo>
                <a:lnTo>
                  <a:pt x="504825" y="2276475"/>
                </a:lnTo>
                <a:lnTo>
                  <a:pt x="523875" y="2276475"/>
                </a:lnTo>
                <a:lnTo>
                  <a:pt x="523875" y="2286000"/>
                </a:lnTo>
                <a:lnTo>
                  <a:pt x="495300" y="2286000"/>
                </a:lnTo>
                <a:close/>
                <a:moveTo>
                  <a:pt x="1485900" y="2266950"/>
                </a:moveTo>
                <a:lnTo>
                  <a:pt x="1495425" y="2266950"/>
                </a:lnTo>
                <a:lnTo>
                  <a:pt x="1495425" y="2276475"/>
                </a:lnTo>
                <a:lnTo>
                  <a:pt x="1504950" y="2276475"/>
                </a:lnTo>
                <a:lnTo>
                  <a:pt x="1504950" y="2286000"/>
                </a:lnTo>
                <a:lnTo>
                  <a:pt x="1514475" y="2286000"/>
                </a:lnTo>
                <a:lnTo>
                  <a:pt x="1514475" y="2295525"/>
                </a:lnTo>
                <a:lnTo>
                  <a:pt x="1524000" y="2295525"/>
                </a:lnTo>
                <a:lnTo>
                  <a:pt x="1524000" y="2305050"/>
                </a:lnTo>
                <a:lnTo>
                  <a:pt x="1533525" y="2305050"/>
                </a:lnTo>
                <a:lnTo>
                  <a:pt x="1533525" y="2295525"/>
                </a:lnTo>
                <a:lnTo>
                  <a:pt x="1562100" y="2295525"/>
                </a:lnTo>
                <a:lnTo>
                  <a:pt x="1562100" y="2305050"/>
                </a:lnTo>
                <a:lnTo>
                  <a:pt x="1552575" y="2305050"/>
                </a:lnTo>
                <a:lnTo>
                  <a:pt x="1552575" y="2314575"/>
                </a:lnTo>
                <a:lnTo>
                  <a:pt x="1562100" y="2314575"/>
                </a:lnTo>
                <a:lnTo>
                  <a:pt x="1562100" y="2324100"/>
                </a:lnTo>
                <a:lnTo>
                  <a:pt x="1571625" y="2324100"/>
                </a:lnTo>
                <a:lnTo>
                  <a:pt x="1571625" y="2333625"/>
                </a:lnTo>
                <a:lnTo>
                  <a:pt x="1562100" y="2333625"/>
                </a:lnTo>
                <a:lnTo>
                  <a:pt x="1562100" y="2343150"/>
                </a:lnTo>
                <a:lnTo>
                  <a:pt x="1552575" y="2343150"/>
                </a:lnTo>
                <a:lnTo>
                  <a:pt x="1552575" y="2352675"/>
                </a:lnTo>
                <a:lnTo>
                  <a:pt x="1533525" y="2352675"/>
                </a:lnTo>
                <a:lnTo>
                  <a:pt x="1533525" y="2343150"/>
                </a:lnTo>
                <a:lnTo>
                  <a:pt x="1524000" y="2343150"/>
                </a:lnTo>
                <a:lnTo>
                  <a:pt x="1524000" y="2352675"/>
                </a:lnTo>
                <a:lnTo>
                  <a:pt x="1514475" y="2352675"/>
                </a:lnTo>
                <a:lnTo>
                  <a:pt x="1514475" y="2333625"/>
                </a:lnTo>
                <a:lnTo>
                  <a:pt x="1524000" y="2333625"/>
                </a:lnTo>
                <a:lnTo>
                  <a:pt x="1524000" y="2324100"/>
                </a:lnTo>
                <a:lnTo>
                  <a:pt x="1514475" y="2324100"/>
                </a:lnTo>
                <a:lnTo>
                  <a:pt x="1514475" y="2314575"/>
                </a:lnTo>
                <a:lnTo>
                  <a:pt x="1504950" y="2314575"/>
                </a:lnTo>
                <a:lnTo>
                  <a:pt x="1504950" y="2305050"/>
                </a:lnTo>
                <a:lnTo>
                  <a:pt x="1495425" y="2305050"/>
                </a:lnTo>
                <a:lnTo>
                  <a:pt x="1495425" y="2295525"/>
                </a:lnTo>
                <a:lnTo>
                  <a:pt x="1485900" y="2295525"/>
                </a:lnTo>
                <a:lnTo>
                  <a:pt x="1485900" y="2305050"/>
                </a:lnTo>
                <a:lnTo>
                  <a:pt x="1476375" y="2305050"/>
                </a:lnTo>
                <a:lnTo>
                  <a:pt x="1476375" y="2276475"/>
                </a:lnTo>
                <a:lnTo>
                  <a:pt x="1485900" y="2276475"/>
                </a:lnTo>
                <a:close/>
                <a:moveTo>
                  <a:pt x="1724025" y="2266950"/>
                </a:moveTo>
                <a:lnTo>
                  <a:pt x="1733550" y="2266950"/>
                </a:lnTo>
                <a:lnTo>
                  <a:pt x="1733550" y="2295525"/>
                </a:lnTo>
                <a:lnTo>
                  <a:pt x="1714500" y="2295525"/>
                </a:lnTo>
                <a:lnTo>
                  <a:pt x="1714500" y="2305050"/>
                </a:lnTo>
                <a:lnTo>
                  <a:pt x="1724025" y="2305050"/>
                </a:lnTo>
                <a:lnTo>
                  <a:pt x="1724025" y="2314575"/>
                </a:lnTo>
                <a:lnTo>
                  <a:pt x="1685925" y="2314575"/>
                </a:lnTo>
                <a:lnTo>
                  <a:pt x="1685925" y="2286000"/>
                </a:lnTo>
                <a:lnTo>
                  <a:pt x="1676400" y="2286000"/>
                </a:lnTo>
                <a:lnTo>
                  <a:pt x="1676400" y="2276475"/>
                </a:lnTo>
                <a:lnTo>
                  <a:pt x="1685925" y="2276475"/>
                </a:lnTo>
                <a:lnTo>
                  <a:pt x="1685925" y="2286000"/>
                </a:lnTo>
                <a:lnTo>
                  <a:pt x="1714500" y="2286000"/>
                </a:lnTo>
                <a:lnTo>
                  <a:pt x="1714500" y="2276475"/>
                </a:lnTo>
                <a:lnTo>
                  <a:pt x="1724025" y="2276475"/>
                </a:lnTo>
                <a:close/>
                <a:moveTo>
                  <a:pt x="1771650" y="2266950"/>
                </a:moveTo>
                <a:lnTo>
                  <a:pt x="1800225" y="2266950"/>
                </a:lnTo>
                <a:lnTo>
                  <a:pt x="1800225" y="2286000"/>
                </a:lnTo>
                <a:lnTo>
                  <a:pt x="1809750" y="2286000"/>
                </a:lnTo>
                <a:lnTo>
                  <a:pt x="1809750" y="2295525"/>
                </a:lnTo>
                <a:lnTo>
                  <a:pt x="1790700" y="2295525"/>
                </a:lnTo>
                <a:lnTo>
                  <a:pt x="1790700" y="2286000"/>
                </a:lnTo>
                <a:lnTo>
                  <a:pt x="1781175" y="2286000"/>
                </a:lnTo>
                <a:lnTo>
                  <a:pt x="1781175" y="2295525"/>
                </a:lnTo>
                <a:lnTo>
                  <a:pt x="1771650" y="2295525"/>
                </a:lnTo>
                <a:close/>
                <a:moveTo>
                  <a:pt x="276225" y="2276475"/>
                </a:moveTo>
                <a:lnTo>
                  <a:pt x="285750" y="2276475"/>
                </a:lnTo>
                <a:lnTo>
                  <a:pt x="285750" y="2286000"/>
                </a:lnTo>
                <a:lnTo>
                  <a:pt x="276225" y="2286000"/>
                </a:lnTo>
                <a:close/>
                <a:moveTo>
                  <a:pt x="400050" y="2276475"/>
                </a:moveTo>
                <a:lnTo>
                  <a:pt x="438150" y="2276475"/>
                </a:lnTo>
                <a:lnTo>
                  <a:pt x="438150" y="2266950"/>
                </a:lnTo>
                <a:lnTo>
                  <a:pt x="419100" y="2266950"/>
                </a:lnTo>
                <a:lnTo>
                  <a:pt x="419100" y="2257425"/>
                </a:lnTo>
                <a:lnTo>
                  <a:pt x="400050" y="2257425"/>
                </a:lnTo>
                <a:close/>
                <a:moveTo>
                  <a:pt x="1038225" y="2276475"/>
                </a:moveTo>
                <a:lnTo>
                  <a:pt x="1095375" y="2276475"/>
                </a:lnTo>
                <a:lnTo>
                  <a:pt x="1095375" y="2286000"/>
                </a:lnTo>
                <a:lnTo>
                  <a:pt x="1104900" y="2286000"/>
                </a:lnTo>
                <a:lnTo>
                  <a:pt x="1104900" y="2295525"/>
                </a:lnTo>
                <a:lnTo>
                  <a:pt x="1123950" y="2295525"/>
                </a:lnTo>
                <a:lnTo>
                  <a:pt x="1123950" y="2305050"/>
                </a:lnTo>
                <a:lnTo>
                  <a:pt x="1114425" y="2305050"/>
                </a:lnTo>
                <a:lnTo>
                  <a:pt x="1114425" y="2314575"/>
                </a:lnTo>
                <a:lnTo>
                  <a:pt x="1104900" y="2314575"/>
                </a:lnTo>
                <a:lnTo>
                  <a:pt x="1104900" y="2324100"/>
                </a:lnTo>
                <a:lnTo>
                  <a:pt x="1095375" y="2324100"/>
                </a:lnTo>
                <a:lnTo>
                  <a:pt x="1095375" y="2305050"/>
                </a:lnTo>
                <a:lnTo>
                  <a:pt x="1066800" y="2305050"/>
                </a:lnTo>
                <a:lnTo>
                  <a:pt x="1066800" y="2314575"/>
                </a:lnTo>
                <a:lnTo>
                  <a:pt x="1057275" y="2314575"/>
                </a:lnTo>
                <a:lnTo>
                  <a:pt x="1057275" y="2295525"/>
                </a:lnTo>
                <a:lnTo>
                  <a:pt x="1038225" y="2295525"/>
                </a:lnTo>
                <a:close/>
                <a:moveTo>
                  <a:pt x="1200150" y="2276475"/>
                </a:moveTo>
                <a:lnTo>
                  <a:pt x="1209675" y="2276475"/>
                </a:lnTo>
                <a:lnTo>
                  <a:pt x="1209675" y="2286000"/>
                </a:lnTo>
                <a:lnTo>
                  <a:pt x="1200150" y="2286000"/>
                </a:lnTo>
                <a:close/>
                <a:moveTo>
                  <a:pt x="1343025" y="2276475"/>
                </a:moveTo>
                <a:lnTo>
                  <a:pt x="1352550" y="2276475"/>
                </a:lnTo>
                <a:lnTo>
                  <a:pt x="1352550" y="2286000"/>
                </a:lnTo>
                <a:lnTo>
                  <a:pt x="1343025" y="2286000"/>
                </a:lnTo>
                <a:close/>
                <a:moveTo>
                  <a:pt x="1381125" y="2276475"/>
                </a:moveTo>
                <a:lnTo>
                  <a:pt x="1390650" y="2276475"/>
                </a:lnTo>
                <a:lnTo>
                  <a:pt x="1390650" y="2286000"/>
                </a:lnTo>
                <a:lnTo>
                  <a:pt x="1409700" y="2286000"/>
                </a:lnTo>
                <a:lnTo>
                  <a:pt x="1409700" y="2295525"/>
                </a:lnTo>
                <a:lnTo>
                  <a:pt x="1381125" y="2295525"/>
                </a:lnTo>
                <a:close/>
                <a:moveTo>
                  <a:pt x="571500" y="2286000"/>
                </a:moveTo>
                <a:lnTo>
                  <a:pt x="581025" y="2286000"/>
                </a:lnTo>
                <a:lnTo>
                  <a:pt x="581025" y="2305050"/>
                </a:lnTo>
                <a:lnTo>
                  <a:pt x="571500" y="2305050"/>
                </a:lnTo>
                <a:close/>
                <a:moveTo>
                  <a:pt x="1209675" y="2286000"/>
                </a:moveTo>
                <a:lnTo>
                  <a:pt x="1219200" y="2286000"/>
                </a:lnTo>
                <a:lnTo>
                  <a:pt x="1219200" y="2295525"/>
                </a:lnTo>
                <a:lnTo>
                  <a:pt x="1209675" y="2295525"/>
                </a:lnTo>
                <a:close/>
                <a:moveTo>
                  <a:pt x="1619250" y="2286000"/>
                </a:moveTo>
                <a:lnTo>
                  <a:pt x="1638300" y="2286000"/>
                </a:lnTo>
                <a:lnTo>
                  <a:pt x="1638300" y="2276475"/>
                </a:lnTo>
                <a:lnTo>
                  <a:pt x="1619250" y="2276475"/>
                </a:lnTo>
                <a:close/>
                <a:moveTo>
                  <a:pt x="1219200" y="2295525"/>
                </a:moveTo>
                <a:lnTo>
                  <a:pt x="1228725" y="2295525"/>
                </a:lnTo>
                <a:lnTo>
                  <a:pt x="1228725" y="2305050"/>
                </a:lnTo>
                <a:lnTo>
                  <a:pt x="1219200" y="2305050"/>
                </a:lnTo>
                <a:close/>
                <a:moveTo>
                  <a:pt x="1409700" y="2295525"/>
                </a:moveTo>
                <a:lnTo>
                  <a:pt x="1438275" y="2295525"/>
                </a:lnTo>
                <a:lnTo>
                  <a:pt x="1438275" y="2324100"/>
                </a:lnTo>
                <a:lnTo>
                  <a:pt x="1428750" y="2324100"/>
                </a:lnTo>
                <a:lnTo>
                  <a:pt x="1428750" y="2314575"/>
                </a:lnTo>
                <a:lnTo>
                  <a:pt x="1419225" y="2314575"/>
                </a:lnTo>
                <a:lnTo>
                  <a:pt x="1419225" y="2324100"/>
                </a:lnTo>
                <a:lnTo>
                  <a:pt x="1409700" y="2324100"/>
                </a:lnTo>
                <a:lnTo>
                  <a:pt x="1409700" y="2314575"/>
                </a:lnTo>
                <a:lnTo>
                  <a:pt x="1400175" y="2314575"/>
                </a:lnTo>
                <a:lnTo>
                  <a:pt x="1400175" y="2305050"/>
                </a:lnTo>
                <a:lnTo>
                  <a:pt x="1409700" y="2305050"/>
                </a:lnTo>
                <a:close/>
                <a:moveTo>
                  <a:pt x="1457325" y="2295525"/>
                </a:moveTo>
                <a:lnTo>
                  <a:pt x="1466850" y="2295525"/>
                </a:lnTo>
                <a:lnTo>
                  <a:pt x="1466850" y="2305050"/>
                </a:lnTo>
                <a:lnTo>
                  <a:pt x="1457325" y="2305050"/>
                </a:lnTo>
                <a:close/>
                <a:moveTo>
                  <a:pt x="1809750" y="2295525"/>
                </a:moveTo>
                <a:lnTo>
                  <a:pt x="1828800" y="2295525"/>
                </a:lnTo>
                <a:lnTo>
                  <a:pt x="1828800" y="2343150"/>
                </a:lnTo>
                <a:lnTo>
                  <a:pt x="1819275" y="2343150"/>
                </a:lnTo>
                <a:lnTo>
                  <a:pt x="1819275" y="2333625"/>
                </a:lnTo>
                <a:lnTo>
                  <a:pt x="1809750" y="2333625"/>
                </a:lnTo>
                <a:lnTo>
                  <a:pt x="1809750" y="2324100"/>
                </a:lnTo>
                <a:lnTo>
                  <a:pt x="1800225" y="2324100"/>
                </a:lnTo>
                <a:lnTo>
                  <a:pt x="1800225" y="2314575"/>
                </a:lnTo>
                <a:lnTo>
                  <a:pt x="1809750" y="2314575"/>
                </a:lnTo>
                <a:close/>
                <a:moveTo>
                  <a:pt x="981075" y="2305050"/>
                </a:moveTo>
                <a:lnTo>
                  <a:pt x="1019175" y="2305050"/>
                </a:lnTo>
                <a:lnTo>
                  <a:pt x="1019175" y="2314575"/>
                </a:lnTo>
                <a:lnTo>
                  <a:pt x="1009650" y="2314575"/>
                </a:lnTo>
                <a:lnTo>
                  <a:pt x="1009650" y="2333625"/>
                </a:lnTo>
                <a:lnTo>
                  <a:pt x="990600" y="2333625"/>
                </a:lnTo>
                <a:lnTo>
                  <a:pt x="990600" y="2314575"/>
                </a:lnTo>
                <a:lnTo>
                  <a:pt x="981075" y="2314575"/>
                </a:lnTo>
                <a:close/>
                <a:moveTo>
                  <a:pt x="1200150" y="2305050"/>
                </a:moveTo>
                <a:lnTo>
                  <a:pt x="1219200" y="2305050"/>
                </a:lnTo>
                <a:lnTo>
                  <a:pt x="1219200" y="2314575"/>
                </a:lnTo>
                <a:lnTo>
                  <a:pt x="1228725" y="2314575"/>
                </a:lnTo>
                <a:lnTo>
                  <a:pt x="1228725" y="2305050"/>
                </a:lnTo>
                <a:lnTo>
                  <a:pt x="1238250" y="2305050"/>
                </a:lnTo>
                <a:lnTo>
                  <a:pt x="1238250" y="2314575"/>
                </a:lnTo>
                <a:lnTo>
                  <a:pt x="1276350" y="2314575"/>
                </a:lnTo>
                <a:lnTo>
                  <a:pt x="1276350" y="2324100"/>
                </a:lnTo>
                <a:lnTo>
                  <a:pt x="1238250" y="2324100"/>
                </a:lnTo>
                <a:lnTo>
                  <a:pt x="1238250" y="2333625"/>
                </a:lnTo>
                <a:lnTo>
                  <a:pt x="1228725" y="2333625"/>
                </a:lnTo>
                <a:lnTo>
                  <a:pt x="1228725" y="2343150"/>
                </a:lnTo>
                <a:lnTo>
                  <a:pt x="1219200" y="2343150"/>
                </a:lnTo>
                <a:lnTo>
                  <a:pt x="1219200" y="2352675"/>
                </a:lnTo>
                <a:lnTo>
                  <a:pt x="1200150" y="2352675"/>
                </a:lnTo>
                <a:lnTo>
                  <a:pt x="1200150" y="2343150"/>
                </a:lnTo>
                <a:lnTo>
                  <a:pt x="1190625" y="2343150"/>
                </a:lnTo>
                <a:lnTo>
                  <a:pt x="1190625" y="2333625"/>
                </a:lnTo>
                <a:lnTo>
                  <a:pt x="1181100" y="2333625"/>
                </a:lnTo>
                <a:lnTo>
                  <a:pt x="1181100" y="2324100"/>
                </a:lnTo>
                <a:lnTo>
                  <a:pt x="1200150" y="2324100"/>
                </a:lnTo>
                <a:close/>
                <a:moveTo>
                  <a:pt x="1628775" y="2305050"/>
                </a:moveTo>
                <a:lnTo>
                  <a:pt x="1638300" y="2305050"/>
                </a:lnTo>
                <a:lnTo>
                  <a:pt x="1638300" y="2314575"/>
                </a:lnTo>
                <a:lnTo>
                  <a:pt x="1628775" y="2314575"/>
                </a:lnTo>
                <a:close/>
                <a:moveTo>
                  <a:pt x="1866900" y="2305050"/>
                </a:moveTo>
                <a:lnTo>
                  <a:pt x="1876425" y="2305050"/>
                </a:lnTo>
                <a:lnTo>
                  <a:pt x="1876425" y="2314575"/>
                </a:lnTo>
                <a:lnTo>
                  <a:pt x="1866900" y="2314575"/>
                </a:lnTo>
                <a:close/>
                <a:moveTo>
                  <a:pt x="209550" y="2314575"/>
                </a:moveTo>
                <a:lnTo>
                  <a:pt x="219075" y="2314575"/>
                </a:lnTo>
                <a:lnTo>
                  <a:pt x="219075" y="2324100"/>
                </a:lnTo>
                <a:lnTo>
                  <a:pt x="209550" y="2324100"/>
                </a:lnTo>
                <a:close/>
                <a:moveTo>
                  <a:pt x="581025" y="2314575"/>
                </a:moveTo>
                <a:lnTo>
                  <a:pt x="590550" y="2314575"/>
                </a:lnTo>
                <a:lnTo>
                  <a:pt x="590550" y="2333625"/>
                </a:lnTo>
                <a:lnTo>
                  <a:pt x="581025" y="2333625"/>
                </a:lnTo>
                <a:close/>
                <a:moveTo>
                  <a:pt x="1076325" y="2314575"/>
                </a:moveTo>
                <a:lnTo>
                  <a:pt x="1085850" y="2314575"/>
                </a:lnTo>
                <a:lnTo>
                  <a:pt x="1085850" y="2324100"/>
                </a:lnTo>
                <a:lnTo>
                  <a:pt x="1095375" y="2324100"/>
                </a:lnTo>
                <a:lnTo>
                  <a:pt x="1095375" y="2343150"/>
                </a:lnTo>
                <a:lnTo>
                  <a:pt x="1085850" y="2343150"/>
                </a:lnTo>
                <a:lnTo>
                  <a:pt x="1085850" y="2352675"/>
                </a:lnTo>
                <a:lnTo>
                  <a:pt x="1095375" y="2352675"/>
                </a:lnTo>
                <a:lnTo>
                  <a:pt x="1095375" y="2362200"/>
                </a:lnTo>
                <a:lnTo>
                  <a:pt x="1104900" y="2362200"/>
                </a:lnTo>
                <a:lnTo>
                  <a:pt x="1104900" y="2371725"/>
                </a:lnTo>
                <a:lnTo>
                  <a:pt x="1095375" y="2371725"/>
                </a:lnTo>
                <a:lnTo>
                  <a:pt x="1095375" y="2381250"/>
                </a:lnTo>
                <a:lnTo>
                  <a:pt x="1104900" y="2381250"/>
                </a:lnTo>
                <a:lnTo>
                  <a:pt x="1104900" y="2390775"/>
                </a:lnTo>
                <a:lnTo>
                  <a:pt x="1076325" y="2390775"/>
                </a:lnTo>
                <a:lnTo>
                  <a:pt x="1076325" y="2381250"/>
                </a:lnTo>
                <a:lnTo>
                  <a:pt x="1085850" y="2381250"/>
                </a:lnTo>
                <a:lnTo>
                  <a:pt x="1085850" y="2371725"/>
                </a:lnTo>
                <a:lnTo>
                  <a:pt x="1076325" y="2371725"/>
                </a:lnTo>
                <a:lnTo>
                  <a:pt x="1076325" y="2362200"/>
                </a:lnTo>
                <a:lnTo>
                  <a:pt x="1057275" y="2362200"/>
                </a:lnTo>
                <a:lnTo>
                  <a:pt x="1057275" y="2343150"/>
                </a:lnTo>
                <a:lnTo>
                  <a:pt x="1076325" y="2343150"/>
                </a:lnTo>
                <a:lnTo>
                  <a:pt x="1076325" y="2333625"/>
                </a:lnTo>
                <a:lnTo>
                  <a:pt x="1066800" y="2333625"/>
                </a:lnTo>
                <a:lnTo>
                  <a:pt x="1066800" y="2324100"/>
                </a:lnTo>
                <a:lnTo>
                  <a:pt x="1076325" y="2324100"/>
                </a:lnTo>
                <a:close/>
                <a:moveTo>
                  <a:pt x="1123950" y="2314575"/>
                </a:moveTo>
                <a:lnTo>
                  <a:pt x="1143000" y="2314575"/>
                </a:lnTo>
                <a:lnTo>
                  <a:pt x="1143000" y="2343150"/>
                </a:lnTo>
                <a:lnTo>
                  <a:pt x="1133475" y="2343150"/>
                </a:lnTo>
                <a:lnTo>
                  <a:pt x="1133475" y="2333625"/>
                </a:lnTo>
                <a:lnTo>
                  <a:pt x="1123950" y="2333625"/>
                </a:lnTo>
                <a:close/>
                <a:moveTo>
                  <a:pt x="1333500" y="2314575"/>
                </a:moveTo>
                <a:lnTo>
                  <a:pt x="1352550" y="2314575"/>
                </a:lnTo>
                <a:lnTo>
                  <a:pt x="1352550" y="2343150"/>
                </a:lnTo>
                <a:lnTo>
                  <a:pt x="1333500" y="2343150"/>
                </a:lnTo>
                <a:lnTo>
                  <a:pt x="1333500" y="2333625"/>
                </a:lnTo>
                <a:lnTo>
                  <a:pt x="1343025" y="2333625"/>
                </a:lnTo>
                <a:lnTo>
                  <a:pt x="1343025" y="2324100"/>
                </a:lnTo>
                <a:lnTo>
                  <a:pt x="1333500" y="2324100"/>
                </a:lnTo>
                <a:close/>
                <a:moveTo>
                  <a:pt x="1619250" y="2314575"/>
                </a:moveTo>
                <a:lnTo>
                  <a:pt x="1628775" y="2314575"/>
                </a:lnTo>
                <a:lnTo>
                  <a:pt x="1628775" y="2324100"/>
                </a:lnTo>
                <a:lnTo>
                  <a:pt x="1619250" y="2324100"/>
                </a:lnTo>
                <a:close/>
                <a:moveTo>
                  <a:pt x="1657350" y="2314575"/>
                </a:moveTo>
                <a:lnTo>
                  <a:pt x="1685925" y="2314575"/>
                </a:lnTo>
                <a:lnTo>
                  <a:pt x="1685925" y="2324100"/>
                </a:lnTo>
                <a:lnTo>
                  <a:pt x="1704975" y="2324100"/>
                </a:lnTo>
                <a:lnTo>
                  <a:pt x="1704975" y="2333625"/>
                </a:lnTo>
                <a:lnTo>
                  <a:pt x="1685925" y="2333625"/>
                </a:lnTo>
                <a:lnTo>
                  <a:pt x="1685925" y="2343150"/>
                </a:lnTo>
                <a:lnTo>
                  <a:pt x="1676400" y="2343150"/>
                </a:lnTo>
                <a:lnTo>
                  <a:pt x="1676400" y="2333625"/>
                </a:lnTo>
                <a:lnTo>
                  <a:pt x="1666875" y="2333625"/>
                </a:lnTo>
                <a:lnTo>
                  <a:pt x="1666875" y="2324100"/>
                </a:lnTo>
                <a:lnTo>
                  <a:pt x="1657350" y="2324100"/>
                </a:lnTo>
                <a:close/>
                <a:moveTo>
                  <a:pt x="561975" y="2324100"/>
                </a:moveTo>
                <a:lnTo>
                  <a:pt x="571500" y="2324100"/>
                </a:lnTo>
                <a:lnTo>
                  <a:pt x="571500" y="2333625"/>
                </a:lnTo>
                <a:lnTo>
                  <a:pt x="561975" y="2333625"/>
                </a:lnTo>
                <a:close/>
                <a:moveTo>
                  <a:pt x="1019175" y="2324100"/>
                </a:moveTo>
                <a:lnTo>
                  <a:pt x="1028700" y="2324100"/>
                </a:lnTo>
                <a:lnTo>
                  <a:pt x="1028700" y="2333625"/>
                </a:lnTo>
                <a:lnTo>
                  <a:pt x="1019175" y="2333625"/>
                </a:lnTo>
                <a:close/>
                <a:moveTo>
                  <a:pt x="1581150" y="2324100"/>
                </a:moveTo>
                <a:lnTo>
                  <a:pt x="1590675" y="2324100"/>
                </a:lnTo>
                <a:lnTo>
                  <a:pt x="1590675" y="2333625"/>
                </a:lnTo>
                <a:lnTo>
                  <a:pt x="1581150" y="2333625"/>
                </a:lnTo>
                <a:close/>
                <a:moveTo>
                  <a:pt x="1609725" y="2324100"/>
                </a:moveTo>
                <a:lnTo>
                  <a:pt x="1619250" y="2324100"/>
                </a:lnTo>
                <a:lnTo>
                  <a:pt x="1619250" y="2343150"/>
                </a:lnTo>
                <a:lnTo>
                  <a:pt x="1609725" y="2343150"/>
                </a:lnTo>
                <a:close/>
                <a:moveTo>
                  <a:pt x="295275" y="2333625"/>
                </a:moveTo>
                <a:lnTo>
                  <a:pt x="304800" y="2333625"/>
                </a:lnTo>
                <a:lnTo>
                  <a:pt x="304800" y="2343150"/>
                </a:lnTo>
                <a:lnTo>
                  <a:pt x="295275" y="2343150"/>
                </a:lnTo>
                <a:close/>
                <a:moveTo>
                  <a:pt x="428625" y="2333625"/>
                </a:moveTo>
                <a:lnTo>
                  <a:pt x="457200" y="2333625"/>
                </a:lnTo>
                <a:lnTo>
                  <a:pt x="457200" y="2343150"/>
                </a:lnTo>
                <a:lnTo>
                  <a:pt x="428625" y="2343150"/>
                </a:lnTo>
                <a:close/>
                <a:moveTo>
                  <a:pt x="981075" y="2333625"/>
                </a:moveTo>
                <a:lnTo>
                  <a:pt x="990600" y="2333625"/>
                </a:lnTo>
                <a:lnTo>
                  <a:pt x="990600" y="2343150"/>
                </a:lnTo>
                <a:lnTo>
                  <a:pt x="981075" y="2343150"/>
                </a:lnTo>
                <a:close/>
                <a:moveTo>
                  <a:pt x="1590675" y="2333625"/>
                </a:moveTo>
                <a:lnTo>
                  <a:pt x="1600200" y="2333625"/>
                </a:lnTo>
                <a:lnTo>
                  <a:pt x="1600200" y="2352675"/>
                </a:lnTo>
                <a:lnTo>
                  <a:pt x="1590675" y="2352675"/>
                </a:lnTo>
                <a:close/>
                <a:moveTo>
                  <a:pt x="276225" y="2343150"/>
                </a:moveTo>
                <a:lnTo>
                  <a:pt x="295275" y="2343150"/>
                </a:lnTo>
                <a:lnTo>
                  <a:pt x="295275" y="2352675"/>
                </a:lnTo>
                <a:lnTo>
                  <a:pt x="276225" y="2352675"/>
                </a:lnTo>
                <a:close/>
                <a:moveTo>
                  <a:pt x="400050" y="2343150"/>
                </a:moveTo>
                <a:lnTo>
                  <a:pt x="409575" y="2343150"/>
                </a:lnTo>
                <a:lnTo>
                  <a:pt x="409575" y="2352675"/>
                </a:lnTo>
                <a:lnTo>
                  <a:pt x="419100" y="2352675"/>
                </a:lnTo>
                <a:lnTo>
                  <a:pt x="419100" y="2371725"/>
                </a:lnTo>
                <a:lnTo>
                  <a:pt x="428625" y="2371725"/>
                </a:lnTo>
                <a:lnTo>
                  <a:pt x="428625" y="2381250"/>
                </a:lnTo>
                <a:lnTo>
                  <a:pt x="438150" y="2381250"/>
                </a:lnTo>
                <a:lnTo>
                  <a:pt x="438150" y="2390775"/>
                </a:lnTo>
                <a:lnTo>
                  <a:pt x="419100" y="2390775"/>
                </a:lnTo>
                <a:lnTo>
                  <a:pt x="419100" y="2400300"/>
                </a:lnTo>
                <a:lnTo>
                  <a:pt x="409575" y="2400300"/>
                </a:lnTo>
                <a:lnTo>
                  <a:pt x="409575" y="2381250"/>
                </a:lnTo>
                <a:lnTo>
                  <a:pt x="390525" y="2381250"/>
                </a:lnTo>
                <a:lnTo>
                  <a:pt x="390525" y="2371725"/>
                </a:lnTo>
                <a:lnTo>
                  <a:pt x="400050" y="2371725"/>
                </a:lnTo>
                <a:close/>
                <a:moveTo>
                  <a:pt x="1143000" y="2343150"/>
                </a:moveTo>
                <a:lnTo>
                  <a:pt x="1152525" y="2343150"/>
                </a:lnTo>
                <a:lnTo>
                  <a:pt x="1152525" y="2352675"/>
                </a:lnTo>
                <a:lnTo>
                  <a:pt x="1143000" y="2352675"/>
                </a:lnTo>
                <a:close/>
                <a:moveTo>
                  <a:pt x="1533525" y="2343150"/>
                </a:moveTo>
                <a:lnTo>
                  <a:pt x="1543050" y="2343150"/>
                </a:lnTo>
                <a:lnTo>
                  <a:pt x="1543050" y="2333625"/>
                </a:lnTo>
                <a:lnTo>
                  <a:pt x="1533525" y="2333625"/>
                </a:lnTo>
                <a:close/>
                <a:moveTo>
                  <a:pt x="1838325" y="2343150"/>
                </a:moveTo>
                <a:lnTo>
                  <a:pt x="1857375" y="2343150"/>
                </a:lnTo>
                <a:lnTo>
                  <a:pt x="1857375" y="2352675"/>
                </a:lnTo>
                <a:lnTo>
                  <a:pt x="1838325" y="2352675"/>
                </a:lnTo>
                <a:close/>
                <a:moveTo>
                  <a:pt x="1485900" y="2352675"/>
                </a:moveTo>
                <a:lnTo>
                  <a:pt x="1495425" y="2352675"/>
                </a:lnTo>
                <a:lnTo>
                  <a:pt x="1495425" y="2362200"/>
                </a:lnTo>
                <a:lnTo>
                  <a:pt x="1485900" y="2362200"/>
                </a:lnTo>
                <a:close/>
                <a:moveTo>
                  <a:pt x="1504950" y="2352675"/>
                </a:moveTo>
                <a:lnTo>
                  <a:pt x="1514475" y="2352675"/>
                </a:lnTo>
                <a:lnTo>
                  <a:pt x="1514475" y="2362200"/>
                </a:lnTo>
                <a:lnTo>
                  <a:pt x="1504950" y="2362200"/>
                </a:lnTo>
                <a:close/>
                <a:moveTo>
                  <a:pt x="581025" y="2362200"/>
                </a:moveTo>
                <a:lnTo>
                  <a:pt x="590550" y="2362200"/>
                </a:lnTo>
                <a:lnTo>
                  <a:pt x="590550" y="2371725"/>
                </a:lnTo>
                <a:lnTo>
                  <a:pt x="581025" y="2371725"/>
                </a:lnTo>
                <a:close/>
                <a:moveTo>
                  <a:pt x="1123950" y="2362200"/>
                </a:moveTo>
                <a:lnTo>
                  <a:pt x="1152525" y="2362200"/>
                </a:lnTo>
                <a:lnTo>
                  <a:pt x="1152525" y="2371725"/>
                </a:lnTo>
                <a:lnTo>
                  <a:pt x="1143000" y="2371725"/>
                </a:lnTo>
                <a:lnTo>
                  <a:pt x="1143000" y="2381250"/>
                </a:lnTo>
                <a:lnTo>
                  <a:pt x="1152525" y="2381250"/>
                </a:lnTo>
                <a:lnTo>
                  <a:pt x="1152525" y="2390775"/>
                </a:lnTo>
                <a:lnTo>
                  <a:pt x="1123950" y="2390775"/>
                </a:lnTo>
                <a:close/>
                <a:moveTo>
                  <a:pt x="333375" y="2381250"/>
                </a:moveTo>
                <a:lnTo>
                  <a:pt x="342900" y="2381250"/>
                </a:lnTo>
                <a:lnTo>
                  <a:pt x="342900" y="2390775"/>
                </a:lnTo>
                <a:lnTo>
                  <a:pt x="333375" y="2390775"/>
                </a:lnTo>
                <a:close/>
                <a:moveTo>
                  <a:pt x="1638300" y="2381250"/>
                </a:moveTo>
                <a:lnTo>
                  <a:pt x="1657350" y="2381250"/>
                </a:lnTo>
                <a:lnTo>
                  <a:pt x="1657350" y="2390775"/>
                </a:lnTo>
                <a:lnTo>
                  <a:pt x="1647825" y="2390775"/>
                </a:lnTo>
                <a:lnTo>
                  <a:pt x="1647825" y="2400300"/>
                </a:lnTo>
                <a:lnTo>
                  <a:pt x="1638300" y="2400300"/>
                </a:lnTo>
                <a:close/>
                <a:moveTo>
                  <a:pt x="1676400" y="2381250"/>
                </a:moveTo>
                <a:lnTo>
                  <a:pt x="1695450" y="2381250"/>
                </a:lnTo>
                <a:lnTo>
                  <a:pt x="1695450" y="2390775"/>
                </a:lnTo>
                <a:lnTo>
                  <a:pt x="1676400" y="2390775"/>
                </a:lnTo>
                <a:close/>
                <a:moveTo>
                  <a:pt x="1714500" y="2381250"/>
                </a:moveTo>
                <a:lnTo>
                  <a:pt x="1733550" y="2381250"/>
                </a:lnTo>
                <a:lnTo>
                  <a:pt x="1733550" y="2390775"/>
                </a:lnTo>
                <a:lnTo>
                  <a:pt x="1714500" y="2390775"/>
                </a:lnTo>
                <a:close/>
              </a:path>
            </a:pathLst>
          </a:custGeom>
          <a:solidFill xmlns:a="http://schemas.openxmlformats.org/drawingml/2006/main">
            <a:srgbClr val="F9F9F4"/>
          </a:solidFill>
          <a:ln xmlns:a="http://schemas.openxmlformats.org/drawingml/2006/main" w="0">
            <a:noFill/>
          </a:ln>
        </p:spPr>
      </p:sp>
      <p:sp>
        <p:nvSpPr>
          <p:cNvPr id="74" name="papers vector #f9f9f3">
            <a:extLst xmlns:a="http://schemas.openxmlformats.org/drawingml/2006/main">
              <a:ext uri="{FF2B5EF4-FFF2-40B4-BE49-F238E27FC236}">
                <a16:creationId xmlns:a16="http://schemas.microsoft.com/office/drawing/2014/main" id="{D41086DC-A568-4559-80B4-5EC3ADCCD4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43475" y="1724025"/>
            <a:ext cx="3781425" cy="3990975"/>
          </a:xfrm>
          <a:custGeom xmlns:a="http://schemas.openxmlformats.org/drawingml/2006/main">
            <a:pathLst>
              <a:path w="2457450" h="2590800">
                <a:moveTo>
                  <a:pt x="733425" y="123825"/>
                </a:moveTo>
                <a:lnTo>
                  <a:pt x="752475" y="123825"/>
                </a:lnTo>
                <a:lnTo>
                  <a:pt x="752475" y="142875"/>
                </a:lnTo>
                <a:lnTo>
                  <a:pt x="733425" y="142875"/>
                </a:lnTo>
                <a:close/>
                <a:moveTo>
                  <a:pt x="1076325" y="123825"/>
                </a:moveTo>
                <a:lnTo>
                  <a:pt x="1095375" y="123825"/>
                </a:lnTo>
                <a:lnTo>
                  <a:pt x="1095375" y="133350"/>
                </a:lnTo>
                <a:lnTo>
                  <a:pt x="1076325" y="133350"/>
                </a:lnTo>
                <a:close/>
                <a:moveTo>
                  <a:pt x="1247775" y="123825"/>
                </a:moveTo>
                <a:lnTo>
                  <a:pt x="1257300" y="123825"/>
                </a:lnTo>
                <a:lnTo>
                  <a:pt x="1257300" y="142875"/>
                </a:lnTo>
                <a:lnTo>
                  <a:pt x="1266825" y="142875"/>
                </a:lnTo>
                <a:lnTo>
                  <a:pt x="1266825" y="161925"/>
                </a:lnTo>
                <a:lnTo>
                  <a:pt x="1247775" y="161925"/>
                </a:lnTo>
                <a:close/>
                <a:moveTo>
                  <a:pt x="1400175" y="123825"/>
                </a:moveTo>
                <a:lnTo>
                  <a:pt x="1409700" y="123825"/>
                </a:lnTo>
                <a:lnTo>
                  <a:pt x="1409700" y="133350"/>
                </a:lnTo>
                <a:lnTo>
                  <a:pt x="1400175" y="133350"/>
                </a:lnTo>
                <a:close/>
                <a:moveTo>
                  <a:pt x="857250" y="133350"/>
                </a:moveTo>
                <a:lnTo>
                  <a:pt x="866775" y="133350"/>
                </a:lnTo>
                <a:lnTo>
                  <a:pt x="866775" y="142875"/>
                </a:lnTo>
                <a:lnTo>
                  <a:pt x="857250" y="142875"/>
                </a:lnTo>
                <a:close/>
                <a:moveTo>
                  <a:pt x="1409700" y="133350"/>
                </a:moveTo>
                <a:lnTo>
                  <a:pt x="1419225" y="133350"/>
                </a:lnTo>
                <a:lnTo>
                  <a:pt x="1419225" y="142875"/>
                </a:lnTo>
                <a:lnTo>
                  <a:pt x="1409700" y="142875"/>
                </a:lnTo>
                <a:close/>
                <a:moveTo>
                  <a:pt x="1562100" y="133350"/>
                </a:moveTo>
                <a:lnTo>
                  <a:pt x="1571625" y="133350"/>
                </a:lnTo>
                <a:lnTo>
                  <a:pt x="1571625" y="142875"/>
                </a:lnTo>
                <a:lnTo>
                  <a:pt x="1562100" y="142875"/>
                </a:lnTo>
                <a:close/>
                <a:moveTo>
                  <a:pt x="1400175" y="142875"/>
                </a:moveTo>
                <a:lnTo>
                  <a:pt x="1409700" y="142875"/>
                </a:lnTo>
                <a:lnTo>
                  <a:pt x="1409700" y="152400"/>
                </a:lnTo>
                <a:lnTo>
                  <a:pt x="1400175" y="152400"/>
                </a:lnTo>
                <a:close/>
                <a:moveTo>
                  <a:pt x="1133475" y="152400"/>
                </a:moveTo>
                <a:lnTo>
                  <a:pt x="1143000" y="152400"/>
                </a:lnTo>
                <a:lnTo>
                  <a:pt x="1143000" y="171450"/>
                </a:lnTo>
                <a:lnTo>
                  <a:pt x="1114425" y="171450"/>
                </a:lnTo>
                <a:lnTo>
                  <a:pt x="1114425" y="161925"/>
                </a:lnTo>
                <a:lnTo>
                  <a:pt x="1133475" y="161925"/>
                </a:lnTo>
                <a:close/>
                <a:moveTo>
                  <a:pt x="1409700" y="152400"/>
                </a:moveTo>
                <a:lnTo>
                  <a:pt x="1419225" y="152400"/>
                </a:lnTo>
                <a:lnTo>
                  <a:pt x="1419225" y="161925"/>
                </a:lnTo>
                <a:lnTo>
                  <a:pt x="1409700" y="161925"/>
                </a:lnTo>
                <a:close/>
                <a:moveTo>
                  <a:pt x="657225" y="180975"/>
                </a:moveTo>
                <a:lnTo>
                  <a:pt x="666750" y="180975"/>
                </a:lnTo>
                <a:lnTo>
                  <a:pt x="666750" y="190500"/>
                </a:lnTo>
                <a:lnTo>
                  <a:pt x="676275" y="190500"/>
                </a:lnTo>
                <a:lnTo>
                  <a:pt x="676275" y="209550"/>
                </a:lnTo>
                <a:lnTo>
                  <a:pt x="657225" y="209550"/>
                </a:lnTo>
                <a:close/>
                <a:moveTo>
                  <a:pt x="1438275" y="190500"/>
                </a:moveTo>
                <a:lnTo>
                  <a:pt x="1447800" y="190500"/>
                </a:lnTo>
                <a:lnTo>
                  <a:pt x="1447800" y="200025"/>
                </a:lnTo>
                <a:lnTo>
                  <a:pt x="1438275" y="200025"/>
                </a:lnTo>
                <a:close/>
                <a:moveTo>
                  <a:pt x="419100" y="200025"/>
                </a:moveTo>
                <a:lnTo>
                  <a:pt x="428625" y="200025"/>
                </a:lnTo>
                <a:lnTo>
                  <a:pt x="428625" y="209550"/>
                </a:lnTo>
                <a:lnTo>
                  <a:pt x="419100" y="209550"/>
                </a:lnTo>
                <a:close/>
                <a:moveTo>
                  <a:pt x="609600" y="209550"/>
                </a:moveTo>
                <a:lnTo>
                  <a:pt x="619125" y="209550"/>
                </a:lnTo>
                <a:lnTo>
                  <a:pt x="619125" y="219075"/>
                </a:lnTo>
                <a:lnTo>
                  <a:pt x="609600" y="219075"/>
                </a:lnTo>
                <a:close/>
                <a:moveTo>
                  <a:pt x="1162050" y="209550"/>
                </a:moveTo>
                <a:lnTo>
                  <a:pt x="1171575" y="209550"/>
                </a:lnTo>
                <a:lnTo>
                  <a:pt x="1171575" y="219075"/>
                </a:lnTo>
                <a:lnTo>
                  <a:pt x="1162050" y="219075"/>
                </a:lnTo>
                <a:close/>
                <a:moveTo>
                  <a:pt x="1266825" y="209550"/>
                </a:moveTo>
                <a:lnTo>
                  <a:pt x="1276350" y="209550"/>
                </a:lnTo>
                <a:lnTo>
                  <a:pt x="1276350" y="219075"/>
                </a:lnTo>
                <a:lnTo>
                  <a:pt x="1266825" y="219075"/>
                </a:lnTo>
                <a:close/>
                <a:moveTo>
                  <a:pt x="666750" y="219075"/>
                </a:moveTo>
                <a:lnTo>
                  <a:pt x="676275" y="219075"/>
                </a:lnTo>
                <a:lnTo>
                  <a:pt x="676275" y="228600"/>
                </a:lnTo>
                <a:lnTo>
                  <a:pt x="666750" y="228600"/>
                </a:lnTo>
                <a:close/>
                <a:moveTo>
                  <a:pt x="1771650" y="219075"/>
                </a:moveTo>
                <a:lnTo>
                  <a:pt x="1781175" y="219075"/>
                </a:lnTo>
                <a:lnTo>
                  <a:pt x="1781175" y="228600"/>
                </a:lnTo>
                <a:lnTo>
                  <a:pt x="1771650" y="228600"/>
                </a:lnTo>
                <a:close/>
                <a:moveTo>
                  <a:pt x="923925" y="228600"/>
                </a:moveTo>
                <a:lnTo>
                  <a:pt x="942975" y="228600"/>
                </a:lnTo>
                <a:lnTo>
                  <a:pt x="942975" y="247650"/>
                </a:lnTo>
                <a:lnTo>
                  <a:pt x="923925" y="247650"/>
                </a:lnTo>
                <a:close/>
                <a:moveTo>
                  <a:pt x="1047750" y="228600"/>
                </a:moveTo>
                <a:lnTo>
                  <a:pt x="1057275" y="228600"/>
                </a:lnTo>
                <a:lnTo>
                  <a:pt x="1057275" y="238125"/>
                </a:lnTo>
                <a:lnTo>
                  <a:pt x="1047750" y="238125"/>
                </a:lnTo>
                <a:close/>
                <a:moveTo>
                  <a:pt x="1171575" y="238125"/>
                </a:moveTo>
                <a:lnTo>
                  <a:pt x="1181100" y="238125"/>
                </a:lnTo>
                <a:lnTo>
                  <a:pt x="1181100" y="247650"/>
                </a:lnTo>
                <a:lnTo>
                  <a:pt x="1171575" y="247650"/>
                </a:lnTo>
                <a:close/>
                <a:moveTo>
                  <a:pt x="1209675" y="238125"/>
                </a:moveTo>
                <a:lnTo>
                  <a:pt x="1228725" y="238125"/>
                </a:lnTo>
                <a:lnTo>
                  <a:pt x="1228725" y="247650"/>
                </a:lnTo>
                <a:lnTo>
                  <a:pt x="1209675" y="247650"/>
                </a:lnTo>
                <a:close/>
                <a:moveTo>
                  <a:pt x="714375" y="247650"/>
                </a:moveTo>
                <a:lnTo>
                  <a:pt x="723900" y="247650"/>
                </a:lnTo>
                <a:lnTo>
                  <a:pt x="723900" y="257175"/>
                </a:lnTo>
                <a:lnTo>
                  <a:pt x="714375" y="257175"/>
                </a:lnTo>
                <a:close/>
                <a:moveTo>
                  <a:pt x="1114425" y="247650"/>
                </a:moveTo>
                <a:lnTo>
                  <a:pt x="1133475" y="247650"/>
                </a:lnTo>
                <a:lnTo>
                  <a:pt x="1133475" y="257175"/>
                </a:lnTo>
                <a:lnTo>
                  <a:pt x="1114425" y="257175"/>
                </a:lnTo>
                <a:close/>
                <a:moveTo>
                  <a:pt x="476250" y="257175"/>
                </a:moveTo>
                <a:lnTo>
                  <a:pt x="495300" y="257175"/>
                </a:lnTo>
                <a:lnTo>
                  <a:pt x="495300" y="266700"/>
                </a:lnTo>
                <a:lnTo>
                  <a:pt x="476250" y="266700"/>
                </a:lnTo>
                <a:close/>
                <a:moveTo>
                  <a:pt x="1028700" y="257175"/>
                </a:moveTo>
                <a:lnTo>
                  <a:pt x="1038225" y="257175"/>
                </a:lnTo>
                <a:lnTo>
                  <a:pt x="1038225" y="266700"/>
                </a:lnTo>
                <a:lnTo>
                  <a:pt x="1028700" y="266700"/>
                </a:lnTo>
                <a:close/>
                <a:moveTo>
                  <a:pt x="333375" y="266700"/>
                </a:moveTo>
                <a:lnTo>
                  <a:pt x="352425" y="266700"/>
                </a:lnTo>
                <a:lnTo>
                  <a:pt x="352425" y="285750"/>
                </a:lnTo>
                <a:lnTo>
                  <a:pt x="342900" y="285750"/>
                </a:lnTo>
                <a:lnTo>
                  <a:pt x="342900" y="276225"/>
                </a:lnTo>
                <a:lnTo>
                  <a:pt x="333375" y="276225"/>
                </a:lnTo>
                <a:close/>
                <a:moveTo>
                  <a:pt x="495300" y="266700"/>
                </a:moveTo>
                <a:lnTo>
                  <a:pt x="504825" y="266700"/>
                </a:lnTo>
                <a:lnTo>
                  <a:pt x="504825" y="276225"/>
                </a:lnTo>
                <a:lnTo>
                  <a:pt x="495300" y="276225"/>
                </a:lnTo>
                <a:close/>
                <a:moveTo>
                  <a:pt x="1038225" y="266700"/>
                </a:moveTo>
                <a:lnTo>
                  <a:pt x="1047750" y="266700"/>
                </a:lnTo>
                <a:lnTo>
                  <a:pt x="1047750" y="276225"/>
                </a:lnTo>
                <a:lnTo>
                  <a:pt x="1085850" y="276225"/>
                </a:lnTo>
                <a:lnTo>
                  <a:pt x="1085850" y="285750"/>
                </a:lnTo>
                <a:lnTo>
                  <a:pt x="1076325" y="285750"/>
                </a:lnTo>
                <a:lnTo>
                  <a:pt x="1076325" y="295275"/>
                </a:lnTo>
                <a:lnTo>
                  <a:pt x="1066800" y="295275"/>
                </a:lnTo>
                <a:lnTo>
                  <a:pt x="1066800" y="304800"/>
                </a:lnTo>
                <a:lnTo>
                  <a:pt x="1047750" y="304800"/>
                </a:lnTo>
                <a:lnTo>
                  <a:pt x="1047750" y="295275"/>
                </a:lnTo>
                <a:lnTo>
                  <a:pt x="1038225" y="295275"/>
                </a:lnTo>
                <a:lnTo>
                  <a:pt x="1038225" y="285750"/>
                </a:lnTo>
                <a:lnTo>
                  <a:pt x="1028700" y="285750"/>
                </a:lnTo>
                <a:lnTo>
                  <a:pt x="1028700" y="276225"/>
                </a:lnTo>
                <a:lnTo>
                  <a:pt x="1038225" y="276225"/>
                </a:lnTo>
                <a:close/>
                <a:moveTo>
                  <a:pt x="447675" y="285750"/>
                </a:moveTo>
                <a:lnTo>
                  <a:pt x="457200" y="285750"/>
                </a:lnTo>
                <a:lnTo>
                  <a:pt x="457200" y="295275"/>
                </a:lnTo>
                <a:lnTo>
                  <a:pt x="447675" y="295275"/>
                </a:lnTo>
                <a:close/>
                <a:moveTo>
                  <a:pt x="619125" y="285750"/>
                </a:moveTo>
                <a:lnTo>
                  <a:pt x="628650" y="285750"/>
                </a:lnTo>
                <a:lnTo>
                  <a:pt x="628650" y="295275"/>
                </a:lnTo>
                <a:lnTo>
                  <a:pt x="619125" y="295275"/>
                </a:lnTo>
                <a:close/>
                <a:moveTo>
                  <a:pt x="352425" y="295275"/>
                </a:moveTo>
                <a:lnTo>
                  <a:pt x="381000" y="295275"/>
                </a:lnTo>
                <a:lnTo>
                  <a:pt x="381000" y="304800"/>
                </a:lnTo>
                <a:lnTo>
                  <a:pt x="390525" y="304800"/>
                </a:lnTo>
                <a:lnTo>
                  <a:pt x="390525" y="314325"/>
                </a:lnTo>
                <a:lnTo>
                  <a:pt x="381000" y="314325"/>
                </a:lnTo>
                <a:lnTo>
                  <a:pt x="381000" y="333375"/>
                </a:lnTo>
                <a:lnTo>
                  <a:pt x="342900" y="333375"/>
                </a:lnTo>
                <a:lnTo>
                  <a:pt x="342900" y="323850"/>
                </a:lnTo>
                <a:lnTo>
                  <a:pt x="333375" y="323850"/>
                </a:lnTo>
                <a:lnTo>
                  <a:pt x="333375" y="314325"/>
                </a:lnTo>
                <a:lnTo>
                  <a:pt x="352425" y="314325"/>
                </a:lnTo>
                <a:close/>
                <a:moveTo>
                  <a:pt x="428625" y="295275"/>
                </a:moveTo>
                <a:lnTo>
                  <a:pt x="438150" y="295275"/>
                </a:lnTo>
                <a:lnTo>
                  <a:pt x="438150" y="304800"/>
                </a:lnTo>
                <a:lnTo>
                  <a:pt x="428625" y="304800"/>
                </a:lnTo>
                <a:close/>
                <a:moveTo>
                  <a:pt x="438150" y="304800"/>
                </a:moveTo>
                <a:lnTo>
                  <a:pt x="447675" y="304800"/>
                </a:lnTo>
                <a:lnTo>
                  <a:pt x="447675" y="314325"/>
                </a:lnTo>
                <a:lnTo>
                  <a:pt x="438150" y="314325"/>
                </a:lnTo>
                <a:close/>
                <a:moveTo>
                  <a:pt x="628650" y="304800"/>
                </a:moveTo>
                <a:lnTo>
                  <a:pt x="638175" y="304800"/>
                </a:lnTo>
                <a:lnTo>
                  <a:pt x="638175" y="314325"/>
                </a:lnTo>
                <a:lnTo>
                  <a:pt x="628650" y="314325"/>
                </a:lnTo>
                <a:close/>
                <a:moveTo>
                  <a:pt x="266700" y="323850"/>
                </a:moveTo>
                <a:lnTo>
                  <a:pt x="276225" y="323850"/>
                </a:lnTo>
                <a:lnTo>
                  <a:pt x="276225" y="333375"/>
                </a:lnTo>
                <a:lnTo>
                  <a:pt x="266700" y="333375"/>
                </a:lnTo>
                <a:close/>
                <a:moveTo>
                  <a:pt x="381000" y="333375"/>
                </a:moveTo>
                <a:lnTo>
                  <a:pt x="390525" y="333375"/>
                </a:lnTo>
                <a:lnTo>
                  <a:pt x="390525" y="361950"/>
                </a:lnTo>
                <a:lnTo>
                  <a:pt x="371475" y="361950"/>
                </a:lnTo>
                <a:lnTo>
                  <a:pt x="371475" y="352425"/>
                </a:lnTo>
                <a:lnTo>
                  <a:pt x="352425" y="352425"/>
                </a:lnTo>
                <a:lnTo>
                  <a:pt x="352425" y="342900"/>
                </a:lnTo>
                <a:lnTo>
                  <a:pt x="381000" y="342900"/>
                </a:lnTo>
                <a:close/>
                <a:moveTo>
                  <a:pt x="485775" y="333375"/>
                </a:moveTo>
                <a:lnTo>
                  <a:pt x="495300" y="333375"/>
                </a:lnTo>
                <a:lnTo>
                  <a:pt x="495300" y="342900"/>
                </a:lnTo>
                <a:lnTo>
                  <a:pt x="485775" y="342900"/>
                </a:lnTo>
                <a:close/>
                <a:moveTo>
                  <a:pt x="295275" y="342900"/>
                </a:moveTo>
                <a:lnTo>
                  <a:pt x="304800" y="342900"/>
                </a:lnTo>
                <a:lnTo>
                  <a:pt x="304800" y="352425"/>
                </a:lnTo>
                <a:lnTo>
                  <a:pt x="295275" y="352425"/>
                </a:lnTo>
                <a:close/>
                <a:moveTo>
                  <a:pt x="942975" y="342900"/>
                </a:moveTo>
                <a:lnTo>
                  <a:pt x="952500" y="342900"/>
                </a:lnTo>
                <a:lnTo>
                  <a:pt x="952500" y="381000"/>
                </a:lnTo>
                <a:lnTo>
                  <a:pt x="933450" y="381000"/>
                </a:lnTo>
                <a:lnTo>
                  <a:pt x="933450" y="352425"/>
                </a:lnTo>
                <a:lnTo>
                  <a:pt x="942975" y="352425"/>
                </a:lnTo>
                <a:close/>
                <a:moveTo>
                  <a:pt x="1409700" y="371475"/>
                </a:moveTo>
                <a:lnTo>
                  <a:pt x="1419225" y="371475"/>
                </a:lnTo>
                <a:lnTo>
                  <a:pt x="1419225" y="381000"/>
                </a:lnTo>
                <a:lnTo>
                  <a:pt x="1409700" y="381000"/>
                </a:lnTo>
                <a:close/>
                <a:moveTo>
                  <a:pt x="895350" y="400050"/>
                </a:moveTo>
                <a:lnTo>
                  <a:pt x="904875" y="400050"/>
                </a:lnTo>
                <a:lnTo>
                  <a:pt x="904875" y="409575"/>
                </a:lnTo>
                <a:lnTo>
                  <a:pt x="895350" y="409575"/>
                </a:lnTo>
                <a:close/>
                <a:moveTo>
                  <a:pt x="876300" y="409575"/>
                </a:moveTo>
                <a:lnTo>
                  <a:pt x="885825" y="409575"/>
                </a:lnTo>
                <a:lnTo>
                  <a:pt x="885825" y="419100"/>
                </a:lnTo>
                <a:lnTo>
                  <a:pt x="876300" y="419100"/>
                </a:lnTo>
                <a:close/>
                <a:moveTo>
                  <a:pt x="247650" y="476250"/>
                </a:moveTo>
                <a:lnTo>
                  <a:pt x="257175" y="476250"/>
                </a:lnTo>
                <a:lnTo>
                  <a:pt x="257175" y="485775"/>
                </a:lnTo>
                <a:lnTo>
                  <a:pt x="247650" y="485775"/>
                </a:lnTo>
                <a:close/>
                <a:moveTo>
                  <a:pt x="1362075" y="504825"/>
                </a:moveTo>
                <a:lnTo>
                  <a:pt x="1371600" y="504825"/>
                </a:lnTo>
                <a:lnTo>
                  <a:pt x="1371600" y="514350"/>
                </a:lnTo>
                <a:lnTo>
                  <a:pt x="1362075" y="514350"/>
                </a:lnTo>
                <a:close/>
                <a:moveTo>
                  <a:pt x="1304925" y="533400"/>
                </a:moveTo>
                <a:lnTo>
                  <a:pt x="1323975" y="533400"/>
                </a:lnTo>
                <a:lnTo>
                  <a:pt x="1323975" y="552450"/>
                </a:lnTo>
                <a:lnTo>
                  <a:pt x="1314450" y="552450"/>
                </a:lnTo>
                <a:lnTo>
                  <a:pt x="1314450" y="571500"/>
                </a:lnTo>
                <a:lnTo>
                  <a:pt x="1295400" y="571500"/>
                </a:lnTo>
                <a:lnTo>
                  <a:pt x="1295400" y="542925"/>
                </a:lnTo>
                <a:lnTo>
                  <a:pt x="1304925" y="542925"/>
                </a:lnTo>
                <a:close/>
                <a:moveTo>
                  <a:pt x="209550" y="571500"/>
                </a:moveTo>
                <a:lnTo>
                  <a:pt x="219075" y="571500"/>
                </a:lnTo>
                <a:lnTo>
                  <a:pt x="219075" y="581025"/>
                </a:lnTo>
                <a:lnTo>
                  <a:pt x="209550" y="581025"/>
                </a:lnTo>
                <a:close/>
                <a:moveTo>
                  <a:pt x="581025" y="619125"/>
                </a:moveTo>
                <a:lnTo>
                  <a:pt x="590550" y="619125"/>
                </a:lnTo>
                <a:lnTo>
                  <a:pt x="590550" y="628650"/>
                </a:lnTo>
                <a:lnTo>
                  <a:pt x="581025" y="628650"/>
                </a:lnTo>
                <a:close/>
                <a:moveTo>
                  <a:pt x="1724025" y="619125"/>
                </a:moveTo>
                <a:lnTo>
                  <a:pt x="1743075" y="619125"/>
                </a:lnTo>
                <a:lnTo>
                  <a:pt x="1743075" y="628650"/>
                </a:lnTo>
                <a:lnTo>
                  <a:pt x="1724025" y="628650"/>
                </a:lnTo>
                <a:close/>
                <a:moveTo>
                  <a:pt x="1704975" y="628650"/>
                </a:moveTo>
                <a:lnTo>
                  <a:pt x="1724025" y="628650"/>
                </a:lnTo>
                <a:lnTo>
                  <a:pt x="1724025" y="638175"/>
                </a:lnTo>
                <a:lnTo>
                  <a:pt x="1704975" y="638175"/>
                </a:lnTo>
                <a:close/>
                <a:moveTo>
                  <a:pt x="1562100" y="647700"/>
                </a:moveTo>
                <a:lnTo>
                  <a:pt x="1590675" y="647700"/>
                </a:lnTo>
                <a:lnTo>
                  <a:pt x="1590675" y="657225"/>
                </a:lnTo>
                <a:lnTo>
                  <a:pt x="1600200" y="657225"/>
                </a:lnTo>
                <a:lnTo>
                  <a:pt x="1600200" y="647700"/>
                </a:lnTo>
                <a:lnTo>
                  <a:pt x="1609725" y="647700"/>
                </a:lnTo>
                <a:lnTo>
                  <a:pt x="1609725" y="657225"/>
                </a:lnTo>
                <a:lnTo>
                  <a:pt x="1600200" y="657225"/>
                </a:lnTo>
                <a:lnTo>
                  <a:pt x="1600200" y="685800"/>
                </a:lnTo>
                <a:lnTo>
                  <a:pt x="1581150" y="685800"/>
                </a:lnTo>
                <a:lnTo>
                  <a:pt x="1581150" y="676275"/>
                </a:lnTo>
                <a:lnTo>
                  <a:pt x="1571625" y="676275"/>
                </a:lnTo>
                <a:lnTo>
                  <a:pt x="1571625" y="657225"/>
                </a:lnTo>
                <a:lnTo>
                  <a:pt x="1562100" y="657225"/>
                </a:lnTo>
                <a:close/>
                <a:moveTo>
                  <a:pt x="1543050" y="657225"/>
                </a:moveTo>
                <a:lnTo>
                  <a:pt x="1562100" y="657225"/>
                </a:lnTo>
                <a:lnTo>
                  <a:pt x="1562100" y="666750"/>
                </a:lnTo>
                <a:lnTo>
                  <a:pt x="1543050" y="666750"/>
                </a:lnTo>
                <a:close/>
                <a:moveTo>
                  <a:pt x="180975" y="676275"/>
                </a:moveTo>
                <a:lnTo>
                  <a:pt x="190500" y="676275"/>
                </a:lnTo>
                <a:lnTo>
                  <a:pt x="190500" y="685800"/>
                </a:lnTo>
                <a:lnTo>
                  <a:pt x="180975" y="685800"/>
                </a:lnTo>
                <a:close/>
                <a:moveTo>
                  <a:pt x="219075" y="676275"/>
                </a:moveTo>
                <a:lnTo>
                  <a:pt x="228600" y="676275"/>
                </a:lnTo>
                <a:lnTo>
                  <a:pt x="228600" y="685800"/>
                </a:lnTo>
                <a:lnTo>
                  <a:pt x="219075" y="685800"/>
                </a:lnTo>
                <a:close/>
                <a:moveTo>
                  <a:pt x="1685925" y="685800"/>
                </a:moveTo>
                <a:lnTo>
                  <a:pt x="1695450" y="685800"/>
                </a:lnTo>
                <a:lnTo>
                  <a:pt x="1695450" y="695325"/>
                </a:lnTo>
                <a:lnTo>
                  <a:pt x="1685925" y="695325"/>
                </a:lnTo>
                <a:close/>
                <a:moveTo>
                  <a:pt x="238125" y="695325"/>
                </a:moveTo>
                <a:lnTo>
                  <a:pt x="257175" y="695325"/>
                </a:lnTo>
                <a:lnTo>
                  <a:pt x="257175" y="704850"/>
                </a:lnTo>
                <a:lnTo>
                  <a:pt x="276225" y="704850"/>
                </a:lnTo>
                <a:lnTo>
                  <a:pt x="276225" y="714375"/>
                </a:lnTo>
                <a:lnTo>
                  <a:pt x="247650" y="714375"/>
                </a:lnTo>
                <a:lnTo>
                  <a:pt x="247650" y="704850"/>
                </a:lnTo>
                <a:lnTo>
                  <a:pt x="238125" y="704850"/>
                </a:lnTo>
                <a:close/>
                <a:moveTo>
                  <a:pt x="1638300" y="704850"/>
                </a:moveTo>
                <a:lnTo>
                  <a:pt x="1647825" y="704850"/>
                </a:lnTo>
                <a:lnTo>
                  <a:pt x="1647825" y="714375"/>
                </a:lnTo>
                <a:lnTo>
                  <a:pt x="1638300" y="714375"/>
                </a:lnTo>
                <a:close/>
                <a:moveTo>
                  <a:pt x="885825" y="723900"/>
                </a:moveTo>
                <a:lnTo>
                  <a:pt x="895350" y="723900"/>
                </a:lnTo>
                <a:lnTo>
                  <a:pt x="895350" y="733425"/>
                </a:lnTo>
                <a:lnTo>
                  <a:pt x="885825" y="733425"/>
                </a:lnTo>
                <a:close/>
                <a:moveTo>
                  <a:pt x="1485900" y="723900"/>
                </a:moveTo>
                <a:lnTo>
                  <a:pt x="1495425" y="723900"/>
                </a:lnTo>
                <a:lnTo>
                  <a:pt x="1495425" y="733425"/>
                </a:lnTo>
                <a:lnTo>
                  <a:pt x="1485900" y="733425"/>
                </a:lnTo>
                <a:close/>
                <a:moveTo>
                  <a:pt x="666750" y="771525"/>
                </a:moveTo>
                <a:lnTo>
                  <a:pt x="676275" y="771525"/>
                </a:lnTo>
                <a:lnTo>
                  <a:pt x="676275" y="781050"/>
                </a:lnTo>
                <a:lnTo>
                  <a:pt x="666750" y="781050"/>
                </a:lnTo>
                <a:close/>
                <a:moveTo>
                  <a:pt x="1438275" y="781050"/>
                </a:moveTo>
                <a:lnTo>
                  <a:pt x="1447800" y="781050"/>
                </a:lnTo>
                <a:lnTo>
                  <a:pt x="1447800" y="790575"/>
                </a:lnTo>
                <a:lnTo>
                  <a:pt x="1438275" y="790575"/>
                </a:lnTo>
                <a:close/>
                <a:moveTo>
                  <a:pt x="800100" y="800100"/>
                </a:moveTo>
                <a:lnTo>
                  <a:pt x="819150" y="800100"/>
                </a:lnTo>
                <a:lnTo>
                  <a:pt x="819150" y="809625"/>
                </a:lnTo>
                <a:lnTo>
                  <a:pt x="800100" y="809625"/>
                </a:lnTo>
                <a:close/>
                <a:moveTo>
                  <a:pt x="914400" y="819150"/>
                </a:moveTo>
                <a:lnTo>
                  <a:pt x="923925" y="819150"/>
                </a:lnTo>
                <a:lnTo>
                  <a:pt x="923925" y="828675"/>
                </a:lnTo>
                <a:lnTo>
                  <a:pt x="914400" y="828675"/>
                </a:lnTo>
                <a:close/>
                <a:moveTo>
                  <a:pt x="666750" y="866775"/>
                </a:moveTo>
                <a:lnTo>
                  <a:pt x="676275" y="866775"/>
                </a:lnTo>
                <a:lnTo>
                  <a:pt x="676275" y="876300"/>
                </a:lnTo>
                <a:lnTo>
                  <a:pt x="666750" y="876300"/>
                </a:lnTo>
                <a:close/>
                <a:moveTo>
                  <a:pt x="695325" y="876300"/>
                </a:moveTo>
                <a:lnTo>
                  <a:pt x="714375" y="876300"/>
                </a:lnTo>
                <a:lnTo>
                  <a:pt x="714375" y="885825"/>
                </a:lnTo>
                <a:lnTo>
                  <a:pt x="704850" y="885825"/>
                </a:lnTo>
                <a:lnTo>
                  <a:pt x="704850" y="895350"/>
                </a:lnTo>
                <a:lnTo>
                  <a:pt x="695325" y="895350"/>
                </a:lnTo>
                <a:close/>
                <a:moveTo>
                  <a:pt x="1676400" y="885825"/>
                </a:moveTo>
                <a:lnTo>
                  <a:pt x="1685925" y="885825"/>
                </a:lnTo>
                <a:lnTo>
                  <a:pt x="1685925" y="895350"/>
                </a:lnTo>
                <a:lnTo>
                  <a:pt x="1676400" y="895350"/>
                </a:lnTo>
                <a:close/>
                <a:moveTo>
                  <a:pt x="704850" y="895350"/>
                </a:moveTo>
                <a:lnTo>
                  <a:pt x="714375" y="895350"/>
                </a:lnTo>
                <a:lnTo>
                  <a:pt x="714375" y="904875"/>
                </a:lnTo>
                <a:lnTo>
                  <a:pt x="704850" y="904875"/>
                </a:lnTo>
                <a:close/>
                <a:moveTo>
                  <a:pt x="800100" y="904875"/>
                </a:moveTo>
                <a:lnTo>
                  <a:pt x="809625" y="904875"/>
                </a:lnTo>
                <a:lnTo>
                  <a:pt x="809625" y="923925"/>
                </a:lnTo>
                <a:lnTo>
                  <a:pt x="819150" y="923925"/>
                </a:lnTo>
                <a:lnTo>
                  <a:pt x="819150" y="933450"/>
                </a:lnTo>
                <a:lnTo>
                  <a:pt x="800100" y="933450"/>
                </a:lnTo>
                <a:close/>
                <a:moveTo>
                  <a:pt x="400050" y="923925"/>
                </a:moveTo>
                <a:lnTo>
                  <a:pt x="419100" y="923925"/>
                </a:lnTo>
                <a:lnTo>
                  <a:pt x="419100" y="942975"/>
                </a:lnTo>
                <a:lnTo>
                  <a:pt x="400050" y="942975"/>
                </a:lnTo>
                <a:close/>
                <a:moveTo>
                  <a:pt x="1057275" y="923925"/>
                </a:moveTo>
                <a:lnTo>
                  <a:pt x="1066800" y="923925"/>
                </a:lnTo>
                <a:lnTo>
                  <a:pt x="1066800" y="933450"/>
                </a:lnTo>
                <a:lnTo>
                  <a:pt x="1057275" y="933450"/>
                </a:lnTo>
                <a:close/>
                <a:moveTo>
                  <a:pt x="1038225" y="933450"/>
                </a:moveTo>
                <a:lnTo>
                  <a:pt x="1047750" y="933450"/>
                </a:lnTo>
                <a:lnTo>
                  <a:pt x="1047750" y="942975"/>
                </a:lnTo>
                <a:lnTo>
                  <a:pt x="1038225" y="942975"/>
                </a:lnTo>
                <a:close/>
                <a:moveTo>
                  <a:pt x="1704975" y="933450"/>
                </a:moveTo>
                <a:lnTo>
                  <a:pt x="1724025" y="933450"/>
                </a:lnTo>
                <a:lnTo>
                  <a:pt x="1724025" y="942975"/>
                </a:lnTo>
                <a:lnTo>
                  <a:pt x="1704975" y="942975"/>
                </a:lnTo>
                <a:close/>
                <a:moveTo>
                  <a:pt x="1047750" y="942975"/>
                </a:moveTo>
                <a:lnTo>
                  <a:pt x="1057275" y="942975"/>
                </a:lnTo>
                <a:lnTo>
                  <a:pt x="1057275" y="952500"/>
                </a:lnTo>
                <a:lnTo>
                  <a:pt x="1047750" y="952500"/>
                </a:lnTo>
                <a:close/>
                <a:moveTo>
                  <a:pt x="1866900" y="942975"/>
                </a:moveTo>
                <a:lnTo>
                  <a:pt x="1876425" y="942975"/>
                </a:lnTo>
                <a:lnTo>
                  <a:pt x="1876425" y="962025"/>
                </a:lnTo>
                <a:lnTo>
                  <a:pt x="1866900" y="962025"/>
                </a:lnTo>
                <a:close/>
                <a:moveTo>
                  <a:pt x="542925" y="952500"/>
                </a:moveTo>
                <a:lnTo>
                  <a:pt x="552450" y="952500"/>
                </a:lnTo>
                <a:lnTo>
                  <a:pt x="552450" y="962025"/>
                </a:lnTo>
                <a:lnTo>
                  <a:pt x="542925" y="962025"/>
                </a:lnTo>
                <a:close/>
                <a:moveTo>
                  <a:pt x="942975" y="952500"/>
                </a:moveTo>
                <a:lnTo>
                  <a:pt x="952500" y="952500"/>
                </a:lnTo>
                <a:lnTo>
                  <a:pt x="952500" y="962025"/>
                </a:lnTo>
                <a:lnTo>
                  <a:pt x="962025" y="962025"/>
                </a:lnTo>
                <a:lnTo>
                  <a:pt x="962025" y="971550"/>
                </a:lnTo>
                <a:lnTo>
                  <a:pt x="942975" y="971550"/>
                </a:lnTo>
                <a:close/>
                <a:moveTo>
                  <a:pt x="1704975" y="952500"/>
                </a:moveTo>
                <a:lnTo>
                  <a:pt x="1714500" y="952500"/>
                </a:lnTo>
                <a:lnTo>
                  <a:pt x="1714500" y="981075"/>
                </a:lnTo>
                <a:lnTo>
                  <a:pt x="1704975" y="981075"/>
                </a:lnTo>
                <a:close/>
                <a:moveTo>
                  <a:pt x="314325" y="962025"/>
                </a:moveTo>
                <a:lnTo>
                  <a:pt x="333375" y="962025"/>
                </a:lnTo>
                <a:lnTo>
                  <a:pt x="333375" y="971550"/>
                </a:lnTo>
                <a:lnTo>
                  <a:pt x="314325" y="971550"/>
                </a:lnTo>
                <a:close/>
                <a:moveTo>
                  <a:pt x="552450" y="962025"/>
                </a:moveTo>
                <a:lnTo>
                  <a:pt x="561975" y="962025"/>
                </a:lnTo>
                <a:lnTo>
                  <a:pt x="561975" y="971550"/>
                </a:lnTo>
                <a:lnTo>
                  <a:pt x="552450" y="971550"/>
                </a:lnTo>
                <a:close/>
                <a:moveTo>
                  <a:pt x="847725" y="971550"/>
                </a:moveTo>
                <a:lnTo>
                  <a:pt x="857250" y="971550"/>
                </a:lnTo>
                <a:lnTo>
                  <a:pt x="857250" y="981075"/>
                </a:lnTo>
                <a:lnTo>
                  <a:pt x="847725" y="981075"/>
                </a:lnTo>
                <a:close/>
                <a:moveTo>
                  <a:pt x="361950" y="990600"/>
                </a:moveTo>
                <a:lnTo>
                  <a:pt x="371475" y="990600"/>
                </a:lnTo>
                <a:lnTo>
                  <a:pt x="371475" y="1000125"/>
                </a:lnTo>
                <a:lnTo>
                  <a:pt x="361950" y="1000125"/>
                </a:lnTo>
                <a:close/>
                <a:moveTo>
                  <a:pt x="466725" y="990600"/>
                </a:moveTo>
                <a:lnTo>
                  <a:pt x="476250" y="990600"/>
                </a:lnTo>
                <a:lnTo>
                  <a:pt x="476250" y="1000125"/>
                </a:lnTo>
                <a:lnTo>
                  <a:pt x="466725" y="1000125"/>
                </a:lnTo>
                <a:close/>
                <a:moveTo>
                  <a:pt x="1685925" y="1000125"/>
                </a:moveTo>
                <a:lnTo>
                  <a:pt x="1695450" y="1000125"/>
                </a:lnTo>
                <a:lnTo>
                  <a:pt x="1695450" y="1009650"/>
                </a:lnTo>
                <a:lnTo>
                  <a:pt x="1685925" y="1009650"/>
                </a:lnTo>
                <a:close/>
                <a:moveTo>
                  <a:pt x="1190625" y="1009650"/>
                </a:moveTo>
                <a:lnTo>
                  <a:pt x="1200150" y="1009650"/>
                </a:lnTo>
                <a:lnTo>
                  <a:pt x="1200150" y="1019175"/>
                </a:lnTo>
                <a:lnTo>
                  <a:pt x="1190625" y="1019175"/>
                </a:lnTo>
                <a:close/>
                <a:moveTo>
                  <a:pt x="304800" y="1019175"/>
                </a:moveTo>
                <a:lnTo>
                  <a:pt x="314325" y="1019175"/>
                </a:lnTo>
                <a:lnTo>
                  <a:pt x="314325" y="1028700"/>
                </a:lnTo>
                <a:lnTo>
                  <a:pt x="323850" y="1028700"/>
                </a:lnTo>
                <a:lnTo>
                  <a:pt x="323850" y="1038225"/>
                </a:lnTo>
                <a:lnTo>
                  <a:pt x="304800" y="1038225"/>
                </a:lnTo>
                <a:close/>
                <a:moveTo>
                  <a:pt x="695325" y="1038225"/>
                </a:moveTo>
                <a:lnTo>
                  <a:pt x="704850" y="1038225"/>
                </a:lnTo>
                <a:lnTo>
                  <a:pt x="704850" y="1047750"/>
                </a:lnTo>
                <a:lnTo>
                  <a:pt x="695325" y="1047750"/>
                </a:lnTo>
                <a:close/>
                <a:moveTo>
                  <a:pt x="781050" y="1066800"/>
                </a:moveTo>
                <a:lnTo>
                  <a:pt x="790575" y="1066800"/>
                </a:lnTo>
                <a:lnTo>
                  <a:pt x="790575" y="1076325"/>
                </a:lnTo>
                <a:lnTo>
                  <a:pt x="781050" y="1076325"/>
                </a:lnTo>
                <a:close/>
                <a:moveTo>
                  <a:pt x="457200" y="1085850"/>
                </a:moveTo>
                <a:lnTo>
                  <a:pt x="466725" y="1085850"/>
                </a:lnTo>
                <a:lnTo>
                  <a:pt x="466725" y="1095375"/>
                </a:lnTo>
                <a:lnTo>
                  <a:pt x="457200" y="1095375"/>
                </a:lnTo>
                <a:close/>
                <a:moveTo>
                  <a:pt x="1428750" y="1104900"/>
                </a:moveTo>
                <a:lnTo>
                  <a:pt x="1438275" y="1104900"/>
                </a:lnTo>
                <a:lnTo>
                  <a:pt x="1438275" y="1123950"/>
                </a:lnTo>
                <a:lnTo>
                  <a:pt x="1428750" y="1123950"/>
                </a:lnTo>
                <a:close/>
                <a:moveTo>
                  <a:pt x="838200" y="1133475"/>
                </a:moveTo>
                <a:lnTo>
                  <a:pt x="847725" y="1133475"/>
                </a:lnTo>
                <a:lnTo>
                  <a:pt x="847725" y="1143000"/>
                </a:lnTo>
                <a:lnTo>
                  <a:pt x="838200" y="1143000"/>
                </a:lnTo>
                <a:close/>
                <a:moveTo>
                  <a:pt x="1276350" y="1133475"/>
                </a:moveTo>
                <a:lnTo>
                  <a:pt x="1285875" y="1133475"/>
                </a:lnTo>
                <a:lnTo>
                  <a:pt x="1285875" y="1143000"/>
                </a:lnTo>
                <a:lnTo>
                  <a:pt x="1276350" y="1143000"/>
                </a:lnTo>
                <a:close/>
                <a:moveTo>
                  <a:pt x="209550" y="1152525"/>
                </a:moveTo>
                <a:lnTo>
                  <a:pt x="219075" y="1152525"/>
                </a:lnTo>
                <a:lnTo>
                  <a:pt x="219075" y="1162050"/>
                </a:lnTo>
                <a:lnTo>
                  <a:pt x="209550" y="1162050"/>
                </a:lnTo>
                <a:close/>
                <a:moveTo>
                  <a:pt x="1285875" y="1162050"/>
                </a:moveTo>
                <a:lnTo>
                  <a:pt x="1295400" y="1162050"/>
                </a:lnTo>
                <a:lnTo>
                  <a:pt x="1295400" y="1171575"/>
                </a:lnTo>
                <a:lnTo>
                  <a:pt x="1285875" y="1171575"/>
                </a:lnTo>
                <a:close/>
                <a:moveTo>
                  <a:pt x="1209675" y="1219200"/>
                </a:moveTo>
                <a:lnTo>
                  <a:pt x="1219200" y="1219200"/>
                </a:lnTo>
                <a:lnTo>
                  <a:pt x="1219200" y="1228725"/>
                </a:lnTo>
                <a:lnTo>
                  <a:pt x="1209675" y="1228725"/>
                </a:lnTo>
                <a:close/>
                <a:moveTo>
                  <a:pt x="1228725" y="1247775"/>
                </a:moveTo>
                <a:lnTo>
                  <a:pt x="1238250" y="1247775"/>
                </a:lnTo>
                <a:lnTo>
                  <a:pt x="1238250" y="1257300"/>
                </a:lnTo>
                <a:lnTo>
                  <a:pt x="1228725" y="1257300"/>
                </a:lnTo>
                <a:close/>
                <a:moveTo>
                  <a:pt x="1438275" y="1247775"/>
                </a:moveTo>
                <a:lnTo>
                  <a:pt x="1447800" y="1247775"/>
                </a:lnTo>
                <a:lnTo>
                  <a:pt x="1447800" y="1257300"/>
                </a:lnTo>
                <a:lnTo>
                  <a:pt x="1438275" y="1257300"/>
                </a:lnTo>
                <a:close/>
                <a:moveTo>
                  <a:pt x="1752600" y="1247775"/>
                </a:moveTo>
                <a:lnTo>
                  <a:pt x="1762125" y="1247775"/>
                </a:lnTo>
                <a:lnTo>
                  <a:pt x="1762125" y="1257300"/>
                </a:lnTo>
                <a:lnTo>
                  <a:pt x="1752600" y="1257300"/>
                </a:lnTo>
                <a:close/>
                <a:moveTo>
                  <a:pt x="1019175" y="1285875"/>
                </a:moveTo>
                <a:lnTo>
                  <a:pt x="1028700" y="1285875"/>
                </a:lnTo>
                <a:lnTo>
                  <a:pt x="1028700" y="1295400"/>
                </a:lnTo>
                <a:lnTo>
                  <a:pt x="1019175" y="1295400"/>
                </a:lnTo>
                <a:close/>
                <a:moveTo>
                  <a:pt x="1609725" y="1285875"/>
                </a:moveTo>
                <a:lnTo>
                  <a:pt x="1619250" y="1285875"/>
                </a:lnTo>
                <a:lnTo>
                  <a:pt x="1619250" y="1295400"/>
                </a:lnTo>
                <a:lnTo>
                  <a:pt x="1609725" y="1295400"/>
                </a:lnTo>
                <a:close/>
                <a:moveTo>
                  <a:pt x="1762125" y="1295400"/>
                </a:moveTo>
                <a:lnTo>
                  <a:pt x="1771650" y="1295400"/>
                </a:lnTo>
                <a:lnTo>
                  <a:pt x="1771650" y="1304925"/>
                </a:lnTo>
                <a:lnTo>
                  <a:pt x="1762125" y="1304925"/>
                </a:lnTo>
                <a:close/>
                <a:moveTo>
                  <a:pt x="619125" y="1304925"/>
                </a:moveTo>
                <a:lnTo>
                  <a:pt x="628650" y="1304925"/>
                </a:lnTo>
                <a:lnTo>
                  <a:pt x="628650" y="1314450"/>
                </a:lnTo>
                <a:lnTo>
                  <a:pt x="619125" y="1314450"/>
                </a:lnTo>
                <a:close/>
                <a:moveTo>
                  <a:pt x="1628775" y="1304925"/>
                </a:moveTo>
                <a:lnTo>
                  <a:pt x="1638300" y="1304925"/>
                </a:lnTo>
                <a:lnTo>
                  <a:pt x="1638300" y="1314450"/>
                </a:lnTo>
                <a:lnTo>
                  <a:pt x="1628775" y="1314450"/>
                </a:lnTo>
                <a:close/>
                <a:moveTo>
                  <a:pt x="1752600" y="1304925"/>
                </a:moveTo>
                <a:lnTo>
                  <a:pt x="1762125" y="1304925"/>
                </a:lnTo>
                <a:lnTo>
                  <a:pt x="1762125" y="1314450"/>
                </a:lnTo>
                <a:lnTo>
                  <a:pt x="1752600" y="1314450"/>
                </a:lnTo>
                <a:close/>
                <a:moveTo>
                  <a:pt x="1009650" y="1323975"/>
                </a:moveTo>
                <a:lnTo>
                  <a:pt x="1019175" y="1323975"/>
                </a:lnTo>
                <a:lnTo>
                  <a:pt x="1019175" y="1333500"/>
                </a:lnTo>
                <a:lnTo>
                  <a:pt x="1009650" y="1333500"/>
                </a:lnTo>
                <a:close/>
                <a:moveTo>
                  <a:pt x="1323975" y="1323975"/>
                </a:moveTo>
                <a:lnTo>
                  <a:pt x="1333500" y="1323975"/>
                </a:lnTo>
                <a:lnTo>
                  <a:pt x="1333500" y="1333500"/>
                </a:lnTo>
                <a:lnTo>
                  <a:pt x="1323975" y="1333500"/>
                </a:lnTo>
                <a:close/>
                <a:moveTo>
                  <a:pt x="1019175" y="1333500"/>
                </a:moveTo>
                <a:lnTo>
                  <a:pt x="1028700" y="1333500"/>
                </a:lnTo>
                <a:lnTo>
                  <a:pt x="1028700" y="1362075"/>
                </a:lnTo>
                <a:lnTo>
                  <a:pt x="1019175" y="1362075"/>
                </a:lnTo>
                <a:close/>
                <a:moveTo>
                  <a:pt x="1657350" y="1343025"/>
                </a:moveTo>
                <a:lnTo>
                  <a:pt x="1666875" y="1343025"/>
                </a:lnTo>
                <a:lnTo>
                  <a:pt x="1666875" y="1362075"/>
                </a:lnTo>
                <a:lnTo>
                  <a:pt x="1657350" y="1362075"/>
                </a:lnTo>
                <a:close/>
                <a:moveTo>
                  <a:pt x="400050" y="1352550"/>
                </a:moveTo>
                <a:lnTo>
                  <a:pt x="409575" y="1352550"/>
                </a:lnTo>
                <a:lnTo>
                  <a:pt x="409575" y="1362075"/>
                </a:lnTo>
                <a:lnTo>
                  <a:pt x="400050" y="1362075"/>
                </a:lnTo>
                <a:close/>
                <a:moveTo>
                  <a:pt x="1409700" y="1352550"/>
                </a:moveTo>
                <a:lnTo>
                  <a:pt x="1419225" y="1352550"/>
                </a:lnTo>
                <a:lnTo>
                  <a:pt x="1419225" y="1371600"/>
                </a:lnTo>
                <a:lnTo>
                  <a:pt x="1409700" y="1371600"/>
                </a:lnTo>
                <a:close/>
                <a:moveTo>
                  <a:pt x="942975" y="1362075"/>
                </a:moveTo>
                <a:lnTo>
                  <a:pt x="952500" y="1362075"/>
                </a:lnTo>
                <a:lnTo>
                  <a:pt x="952500" y="1371600"/>
                </a:lnTo>
                <a:lnTo>
                  <a:pt x="942975" y="1371600"/>
                </a:lnTo>
                <a:close/>
                <a:moveTo>
                  <a:pt x="904875" y="1400175"/>
                </a:moveTo>
                <a:lnTo>
                  <a:pt x="923925" y="1400175"/>
                </a:lnTo>
                <a:lnTo>
                  <a:pt x="923925" y="1409700"/>
                </a:lnTo>
                <a:lnTo>
                  <a:pt x="904875" y="1409700"/>
                </a:lnTo>
                <a:close/>
                <a:moveTo>
                  <a:pt x="1333500" y="1438275"/>
                </a:moveTo>
                <a:lnTo>
                  <a:pt x="1343025" y="1438275"/>
                </a:lnTo>
                <a:lnTo>
                  <a:pt x="1343025" y="1447800"/>
                </a:lnTo>
                <a:lnTo>
                  <a:pt x="1333500" y="1447800"/>
                </a:lnTo>
                <a:close/>
                <a:moveTo>
                  <a:pt x="1352550" y="1476375"/>
                </a:moveTo>
                <a:lnTo>
                  <a:pt x="1362075" y="1476375"/>
                </a:lnTo>
                <a:lnTo>
                  <a:pt x="1362075" y="1485900"/>
                </a:lnTo>
                <a:lnTo>
                  <a:pt x="1352550" y="1485900"/>
                </a:lnTo>
                <a:close/>
                <a:moveTo>
                  <a:pt x="219075" y="1485900"/>
                </a:moveTo>
                <a:lnTo>
                  <a:pt x="228600" y="1485900"/>
                </a:lnTo>
                <a:lnTo>
                  <a:pt x="228600" y="1495425"/>
                </a:lnTo>
                <a:lnTo>
                  <a:pt x="219075" y="1495425"/>
                </a:lnTo>
                <a:close/>
                <a:moveTo>
                  <a:pt x="171450" y="1504950"/>
                </a:moveTo>
                <a:lnTo>
                  <a:pt x="180975" y="1504950"/>
                </a:lnTo>
                <a:lnTo>
                  <a:pt x="180975" y="1514475"/>
                </a:lnTo>
                <a:lnTo>
                  <a:pt x="171450" y="1514475"/>
                </a:lnTo>
                <a:close/>
                <a:moveTo>
                  <a:pt x="180975" y="1514475"/>
                </a:moveTo>
                <a:lnTo>
                  <a:pt x="190500" y="1514475"/>
                </a:lnTo>
                <a:lnTo>
                  <a:pt x="190500" y="1524000"/>
                </a:lnTo>
                <a:lnTo>
                  <a:pt x="180975" y="1524000"/>
                </a:lnTo>
                <a:close/>
                <a:moveTo>
                  <a:pt x="1228725" y="1514475"/>
                </a:moveTo>
                <a:lnTo>
                  <a:pt x="1238250" y="1514475"/>
                </a:lnTo>
                <a:lnTo>
                  <a:pt x="1238250" y="1524000"/>
                </a:lnTo>
                <a:lnTo>
                  <a:pt x="1228725" y="1524000"/>
                </a:lnTo>
                <a:close/>
                <a:moveTo>
                  <a:pt x="1362075" y="1524000"/>
                </a:moveTo>
                <a:lnTo>
                  <a:pt x="1371600" y="1524000"/>
                </a:lnTo>
                <a:lnTo>
                  <a:pt x="1371600" y="1552575"/>
                </a:lnTo>
                <a:lnTo>
                  <a:pt x="1362075" y="1552575"/>
                </a:lnTo>
                <a:close/>
                <a:moveTo>
                  <a:pt x="1390650" y="1524000"/>
                </a:moveTo>
                <a:lnTo>
                  <a:pt x="1409700" y="1524000"/>
                </a:lnTo>
                <a:lnTo>
                  <a:pt x="1409700" y="1552575"/>
                </a:lnTo>
                <a:lnTo>
                  <a:pt x="1390650" y="1552575"/>
                </a:lnTo>
                <a:close/>
                <a:moveTo>
                  <a:pt x="1838325" y="1533525"/>
                </a:moveTo>
                <a:lnTo>
                  <a:pt x="1847850" y="1533525"/>
                </a:lnTo>
                <a:lnTo>
                  <a:pt x="1847850" y="1543050"/>
                </a:lnTo>
                <a:lnTo>
                  <a:pt x="1838325" y="1543050"/>
                </a:lnTo>
                <a:close/>
                <a:moveTo>
                  <a:pt x="876300" y="1552575"/>
                </a:moveTo>
                <a:lnTo>
                  <a:pt x="885825" y="1552575"/>
                </a:lnTo>
                <a:lnTo>
                  <a:pt x="885825" y="1562100"/>
                </a:lnTo>
                <a:lnTo>
                  <a:pt x="876300" y="1562100"/>
                </a:lnTo>
                <a:close/>
                <a:moveTo>
                  <a:pt x="1657350" y="1562100"/>
                </a:moveTo>
                <a:lnTo>
                  <a:pt x="1666875" y="1562100"/>
                </a:lnTo>
                <a:lnTo>
                  <a:pt x="1666875" y="1581150"/>
                </a:lnTo>
                <a:lnTo>
                  <a:pt x="1647825" y="1581150"/>
                </a:lnTo>
                <a:lnTo>
                  <a:pt x="1647825" y="1571625"/>
                </a:lnTo>
                <a:lnTo>
                  <a:pt x="1657350" y="1571625"/>
                </a:lnTo>
                <a:close/>
                <a:moveTo>
                  <a:pt x="1800225" y="1562100"/>
                </a:moveTo>
                <a:lnTo>
                  <a:pt x="1809750" y="1562100"/>
                </a:lnTo>
                <a:lnTo>
                  <a:pt x="1809750" y="1571625"/>
                </a:lnTo>
                <a:lnTo>
                  <a:pt x="1800225" y="1571625"/>
                </a:lnTo>
                <a:close/>
                <a:moveTo>
                  <a:pt x="1152525" y="1571625"/>
                </a:moveTo>
                <a:lnTo>
                  <a:pt x="1162050" y="1571625"/>
                </a:lnTo>
                <a:lnTo>
                  <a:pt x="1162050" y="1581150"/>
                </a:lnTo>
                <a:lnTo>
                  <a:pt x="1152525" y="1581150"/>
                </a:lnTo>
                <a:close/>
                <a:moveTo>
                  <a:pt x="1181100" y="1590675"/>
                </a:moveTo>
                <a:lnTo>
                  <a:pt x="1190625" y="1590675"/>
                </a:lnTo>
                <a:lnTo>
                  <a:pt x="1190625" y="1600200"/>
                </a:lnTo>
                <a:lnTo>
                  <a:pt x="1200150" y="1600200"/>
                </a:lnTo>
                <a:lnTo>
                  <a:pt x="1200150" y="1609725"/>
                </a:lnTo>
                <a:lnTo>
                  <a:pt x="1171575" y="1609725"/>
                </a:lnTo>
                <a:lnTo>
                  <a:pt x="1171575" y="1600200"/>
                </a:lnTo>
                <a:lnTo>
                  <a:pt x="1181100" y="1600200"/>
                </a:lnTo>
                <a:close/>
                <a:moveTo>
                  <a:pt x="1838325" y="1600200"/>
                </a:moveTo>
                <a:lnTo>
                  <a:pt x="1847850" y="1600200"/>
                </a:lnTo>
                <a:lnTo>
                  <a:pt x="1847850" y="1609725"/>
                </a:lnTo>
                <a:lnTo>
                  <a:pt x="1838325" y="1609725"/>
                </a:lnTo>
                <a:close/>
                <a:moveTo>
                  <a:pt x="1857375" y="1600200"/>
                </a:moveTo>
                <a:lnTo>
                  <a:pt x="1866900" y="1600200"/>
                </a:lnTo>
                <a:lnTo>
                  <a:pt x="1866900" y="1609725"/>
                </a:lnTo>
                <a:lnTo>
                  <a:pt x="1857375" y="1609725"/>
                </a:lnTo>
                <a:close/>
                <a:moveTo>
                  <a:pt x="180975" y="1609725"/>
                </a:moveTo>
                <a:lnTo>
                  <a:pt x="200025" y="1609725"/>
                </a:lnTo>
                <a:lnTo>
                  <a:pt x="200025" y="1619250"/>
                </a:lnTo>
                <a:lnTo>
                  <a:pt x="180975" y="1619250"/>
                </a:lnTo>
                <a:close/>
                <a:moveTo>
                  <a:pt x="1247775" y="1609725"/>
                </a:moveTo>
                <a:lnTo>
                  <a:pt x="1257300" y="1609725"/>
                </a:lnTo>
                <a:lnTo>
                  <a:pt x="1257300" y="1628775"/>
                </a:lnTo>
                <a:lnTo>
                  <a:pt x="1266825" y="1628775"/>
                </a:lnTo>
                <a:lnTo>
                  <a:pt x="1266825" y="1638300"/>
                </a:lnTo>
                <a:lnTo>
                  <a:pt x="1238250" y="1638300"/>
                </a:lnTo>
                <a:lnTo>
                  <a:pt x="1238250" y="1619250"/>
                </a:lnTo>
                <a:lnTo>
                  <a:pt x="1247775" y="1619250"/>
                </a:lnTo>
                <a:close/>
                <a:moveTo>
                  <a:pt x="1828800" y="1609725"/>
                </a:moveTo>
                <a:lnTo>
                  <a:pt x="1838325" y="1609725"/>
                </a:lnTo>
                <a:lnTo>
                  <a:pt x="1838325" y="1619250"/>
                </a:lnTo>
                <a:lnTo>
                  <a:pt x="1828800" y="1619250"/>
                </a:lnTo>
                <a:close/>
                <a:moveTo>
                  <a:pt x="1485900" y="1628775"/>
                </a:moveTo>
                <a:lnTo>
                  <a:pt x="1495425" y="1628775"/>
                </a:lnTo>
                <a:lnTo>
                  <a:pt x="1495425" y="1638300"/>
                </a:lnTo>
                <a:lnTo>
                  <a:pt x="1485900" y="1638300"/>
                </a:lnTo>
                <a:close/>
                <a:moveTo>
                  <a:pt x="1457325" y="1647825"/>
                </a:moveTo>
                <a:lnTo>
                  <a:pt x="1476375" y="1647825"/>
                </a:lnTo>
                <a:lnTo>
                  <a:pt x="1476375" y="1657350"/>
                </a:lnTo>
                <a:lnTo>
                  <a:pt x="1457325" y="1657350"/>
                </a:lnTo>
                <a:close/>
                <a:moveTo>
                  <a:pt x="1485900" y="1647825"/>
                </a:moveTo>
                <a:lnTo>
                  <a:pt x="1495425" y="1647825"/>
                </a:lnTo>
                <a:lnTo>
                  <a:pt x="1495425" y="1657350"/>
                </a:lnTo>
                <a:lnTo>
                  <a:pt x="1485900" y="1657350"/>
                </a:lnTo>
                <a:close/>
                <a:moveTo>
                  <a:pt x="1590675" y="1666875"/>
                </a:moveTo>
                <a:lnTo>
                  <a:pt x="1600200" y="1666875"/>
                </a:lnTo>
                <a:lnTo>
                  <a:pt x="1600200" y="1676400"/>
                </a:lnTo>
                <a:lnTo>
                  <a:pt x="1590675" y="1676400"/>
                </a:lnTo>
                <a:close/>
                <a:moveTo>
                  <a:pt x="647700" y="1704975"/>
                </a:moveTo>
                <a:lnTo>
                  <a:pt x="657225" y="1704975"/>
                </a:lnTo>
                <a:lnTo>
                  <a:pt x="657225" y="1714500"/>
                </a:lnTo>
                <a:lnTo>
                  <a:pt x="647700" y="1714500"/>
                </a:lnTo>
                <a:close/>
                <a:moveTo>
                  <a:pt x="542925" y="1743075"/>
                </a:moveTo>
                <a:lnTo>
                  <a:pt x="552450" y="1743075"/>
                </a:lnTo>
                <a:lnTo>
                  <a:pt x="552450" y="1752600"/>
                </a:lnTo>
                <a:lnTo>
                  <a:pt x="542925" y="1752600"/>
                </a:lnTo>
                <a:close/>
                <a:moveTo>
                  <a:pt x="962025" y="1819275"/>
                </a:moveTo>
                <a:lnTo>
                  <a:pt x="971550" y="1819275"/>
                </a:lnTo>
                <a:lnTo>
                  <a:pt x="971550" y="1828800"/>
                </a:lnTo>
                <a:lnTo>
                  <a:pt x="962025" y="1828800"/>
                </a:lnTo>
                <a:close/>
                <a:moveTo>
                  <a:pt x="1247775" y="1866900"/>
                </a:moveTo>
                <a:lnTo>
                  <a:pt x="1257300" y="1866900"/>
                </a:lnTo>
                <a:lnTo>
                  <a:pt x="1257300" y="1876425"/>
                </a:lnTo>
                <a:lnTo>
                  <a:pt x="1247775" y="1876425"/>
                </a:lnTo>
                <a:close/>
                <a:moveTo>
                  <a:pt x="1257300" y="1876425"/>
                </a:moveTo>
                <a:lnTo>
                  <a:pt x="1266825" y="1876425"/>
                </a:lnTo>
                <a:lnTo>
                  <a:pt x="1266825" y="1885950"/>
                </a:lnTo>
                <a:lnTo>
                  <a:pt x="1257300" y="1885950"/>
                </a:lnTo>
                <a:close/>
                <a:moveTo>
                  <a:pt x="1381125" y="1885950"/>
                </a:moveTo>
                <a:lnTo>
                  <a:pt x="1390650" y="1885950"/>
                </a:lnTo>
                <a:lnTo>
                  <a:pt x="1390650" y="1895475"/>
                </a:lnTo>
                <a:lnTo>
                  <a:pt x="1381125" y="1895475"/>
                </a:lnTo>
                <a:close/>
                <a:moveTo>
                  <a:pt x="314325" y="1895475"/>
                </a:moveTo>
                <a:lnTo>
                  <a:pt x="323850" y="1895475"/>
                </a:lnTo>
                <a:lnTo>
                  <a:pt x="323850" y="1905000"/>
                </a:lnTo>
                <a:lnTo>
                  <a:pt x="314325" y="1905000"/>
                </a:lnTo>
                <a:close/>
                <a:moveTo>
                  <a:pt x="1371600" y="1895475"/>
                </a:moveTo>
                <a:lnTo>
                  <a:pt x="1381125" y="1895475"/>
                </a:lnTo>
                <a:lnTo>
                  <a:pt x="1381125" y="1905000"/>
                </a:lnTo>
                <a:lnTo>
                  <a:pt x="1371600" y="1905000"/>
                </a:lnTo>
                <a:close/>
                <a:moveTo>
                  <a:pt x="304800" y="1905000"/>
                </a:moveTo>
                <a:lnTo>
                  <a:pt x="314325" y="1905000"/>
                </a:lnTo>
                <a:lnTo>
                  <a:pt x="314325" y="1914525"/>
                </a:lnTo>
                <a:lnTo>
                  <a:pt x="304800" y="1914525"/>
                </a:lnTo>
                <a:close/>
                <a:moveTo>
                  <a:pt x="295275" y="1914525"/>
                </a:moveTo>
                <a:lnTo>
                  <a:pt x="304800" y="1914525"/>
                </a:lnTo>
                <a:lnTo>
                  <a:pt x="304800" y="1924050"/>
                </a:lnTo>
                <a:lnTo>
                  <a:pt x="295275" y="1924050"/>
                </a:lnTo>
                <a:close/>
                <a:moveTo>
                  <a:pt x="1228725" y="1933575"/>
                </a:moveTo>
                <a:lnTo>
                  <a:pt x="1247775" y="1933575"/>
                </a:lnTo>
                <a:lnTo>
                  <a:pt x="1247775" y="1943100"/>
                </a:lnTo>
                <a:lnTo>
                  <a:pt x="1228725" y="1943100"/>
                </a:lnTo>
                <a:close/>
                <a:moveTo>
                  <a:pt x="1333500" y="1933575"/>
                </a:moveTo>
                <a:lnTo>
                  <a:pt x="1343025" y="1933575"/>
                </a:lnTo>
                <a:lnTo>
                  <a:pt x="1343025" y="1943100"/>
                </a:lnTo>
                <a:lnTo>
                  <a:pt x="1333500" y="1943100"/>
                </a:lnTo>
                <a:close/>
                <a:moveTo>
                  <a:pt x="1304925" y="1952625"/>
                </a:moveTo>
                <a:lnTo>
                  <a:pt x="1314450" y="1952625"/>
                </a:lnTo>
                <a:lnTo>
                  <a:pt x="1314450" y="1962150"/>
                </a:lnTo>
                <a:lnTo>
                  <a:pt x="1304925" y="1962150"/>
                </a:lnTo>
                <a:close/>
                <a:moveTo>
                  <a:pt x="361950" y="1962150"/>
                </a:moveTo>
                <a:lnTo>
                  <a:pt x="371475" y="1962150"/>
                </a:lnTo>
                <a:lnTo>
                  <a:pt x="371475" y="1981200"/>
                </a:lnTo>
                <a:lnTo>
                  <a:pt x="361950" y="1981200"/>
                </a:lnTo>
                <a:close/>
                <a:moveTo>
                  <a:pt x="2314575" y="1971675"/>
                </a:moveTo>
                <a:lnTo>
                  <a:pt x="2333625" y="1971675"/>
                </a:lnTo>
                <a:lnTo>
                  <a:pt x="2333625" y="1990725"/>
                </a:lnTo>
                <a:lnTo>
                  <a:pt x="2324100" y="1990725"/>
                </a:lnTo>
                <a:lnTo>
                  <a:pt x="2324100" y="1981200"/>
                </a:lnTo>
                <a:lnTo>
                  <a:pt x="2314575" y="1981200"/>
                </a:lnTo>
                <a:close/>
                <a:moveTo>
                  <a:pt x="819150" y="2019300"/>
                </a:moveTo>
                <a:lnTo>
                  <a:pt x="828675" y="2019300"/>
                </a:lnTo>
                <a:lnTo>
                  <a:pt x="828675" y="2028825"/>
                </a:lnTo>
                <a:lnTo>
                  <a:pt x="819150" y="2028825"/>
                </a:lnTo>
                <a:close/>
                <a:moveTo>
                  <a:pt x="466725" y="2038350"/>
                </a:moveTo>
                <a:lnTo>
                  <a:pt x="476250" y="2038350"/>
                </a:lnTo>
                <a:lnTo>
                  <a:pt x="476250" y="2047875"/>
                </a:lnTo>
                <a:lnTo>
                  <a:pt x="466725" y="2047875"/>
                </a:lnTo>
                <a:close/>
                <a:moveTo>
                  <a:pt x="1743075" y="2095500"/>
                </a:moveTo>
                <a:lnTo>
                  <a:pt x="1752600" y="2095500"/>
                </a:lnTo>
                <a:lnTo>
                  <a:pt x="1752600" y="2105025"/>
                </a:lnTo>
                <a:lnTo>
                  <a:pt x="1743075" y="2105025"/>
                </a:lnTo>
                <a:close/>
                <a:moveTo>
                  <a:pt x="1200150" y="2114550"/>
                </a:moveTo>
                <a:lnTo>
                  <a:pt x="1209675" y="2114550"/>
                </a:lnTo>
                <a:lnTo>
                  <a:pt x="1209675" y="2124075"/>
                </a:lnTo>
                <a:lnTo>
                  <a:pt x="1200150" y="2124075"/>
                </a:lnTo>
                <a:close/>
                <a:moveTo>
                  <a:pt x="323850" y="2124075"/>
                </a:moveTo>
                <a:lnTo>
                  <a:pt x="333375" y="2124075"/>
                </a:lnTo>
                <a:lnTo>
                  <a:pt x="333375" y="2133600"/>
                </a:lnTo>
                <a:lnTo>
                  <a:pt x="323850" y="2133600"/>
                </a:lnTo>
                <a:close/>
                <a:moveTo>
                  <a:pt x="314325" y="2143125"/>
                </a:moveTo>
                <a:lnTo>
                  <a:pt x="323850" y="2143125"/>
                </a:lnTo>
                <a:lnTo>
                  <a:pt x="323850" y="2152650"/>
                </a:lnTo>
                <a:lnTo>
                  <a:pt x="314325" y="2152650"/>
                </a:lnTo>
                <a:close/>
                <a:moveTo>
                  <a:pt x="1257300" y="2162175"/>
                </a:moveTo>
                <a:lnTo>
                  <a:pt x="1266825" y="2162175"/>
                </a:lnTo>
                <a:lnTo>
                  <a:pt x="1266825" y="2171700"/>
                </a:lnTo>
                <a:lnTo>
                  <a:pt x="1257300" y="2171700"/>
                </a:lnTo>
                <a:close/>
                <a:moveTo>
                  <a:pt x="1495425" y="2171700"/>
                </a:moveTo>
                <a:lnTo>
                  <a:pt x="1504950" y="2171700"/>
                </a:lnTo>
                <a:lnTo>
                  <a:pt x="1504950" y="2181225"/>
                </a:lnTo>
                <a:lnTo>
                  <a:pt x="1495425" y="2181225"/>
                </a:lnTo>
                <a:close/>
                <a:moveTo>
                  <a:pt x="1562100" y="2171700"/>
                </a:moveTo>
                <a:lnTo>
                  <a:pt x="1581150" y="2171700"/>
                </a:lnTo>
                <a:lnTo>
                  <a:pt x="1581150" y="2181225"/>
                </a:lnTo>
                <a:lnTo>
                  <a:pt x="1562100" y="2181225"/>
                </a:lnTo>
                <a:close/>
                <a:moveTo>
                  <a:pt x="647700" y="2181225"/>
                </a:moveTo>
                <a:lnTo>
                  <a:pt x="657225" y="2181225"/>
                </a:lnTo>
                <a:lnTo>
                  <a:pt x="657225" y="2190750"/>
                </a:lnTo>
                <a:lnTo>
                  <a:pt x="647700" y="2190750"/>
                </a:lnTo>
                <a:close/>
                <a:moveTo>
                  <a:pt x="1485900" y="2181225"/>
                </a:moveTo>
                <a:lnTo>
                  <a:pt x="1495425" y="2181225"/>
                </a:lnTo>
                <a:lnTo>
                  <a:pt x="1495425" y="2190750"/>
                </a:lnTo>
                <a:lnTo>
                  <a:pt x="1485900" y="2190750"/>
                </a:lnTo>
                <a:close/>
                <a:moveTo>
                  <a:pt x="1504950" y="2181225"/>
                </a:moveTo>
                <a:lnTo>
                  <a:pt x="1514475" y="2181225"/>
                </a:lnTo>
                <a:lnTo>
                  <a:pt x="1514475" y="2190750"/>
                </a:lnTo>
                <a:lnTo>
                  <a:pt x="1504950" y="2190750"/>
                </a:lnTo>
                <a:close/>
                <a:moveTo>
                  <a:pt x="1257300" y="2190750"/>
                </a:moveTo>
                <a:lnTo>
                  <a:pt x="1276350" y="2190750"/>
                </a:lnTo>
                <a:lnTo>
                  <a:pt x="1276350" y="2200275"/>
                </a:lnTo>
                <a:lnTo>
                  <a:pt x="1257300" y="2200275"/>
                </a:lnTo>
                <a:close/>
                <a:moveTo>
                  <a:pt x="1666875" y="2209800"/>
                </a:moveTo>
                <a:lnTo>
                  <a:pt x="1676400" y="2209800"/>
                </a:lnTo>
                <a:lnTo>
                  <a:pt x="1676400" y="2228850"/>
                </a:lnTo>
                <a:lnTo>
                  <a:pt x="1666875" y="2228850"/>
                </a:lnTo>
                <a:close/>
                <a:moveTo>
                  <a:pt x="552450" y="2238375"/>
                </a:moveTo>
                <a:lnTo>
                  <a:pt x="561975" y="2238375"/>
                </a:lnTo>
                <a:lnTo>
                  <a:pt x="561975" y="2247900"/>
                </a:lnTo>
                <a:lnTo>
                  <a:pt x="552450" y="2247900"/>
                </a:lnTo>
                <a:close/>
                <a:moveTo>
                  <a:pt x="552450" y="2257425"/>
                </a:moveTo>
                <a:lnTo>
                  <a:pt x="561975" y="2257425"/>
                </a:lnTo>
                <a:lnTo>
                  <a:pt x="561975" y="2266950"/>
                </a:lnTo>
                <a:lnTo>
                  <a:pt x="552450" y="2266950"/>
                </a:lnTo>
                <a:close/>
                <a:moveTo>
                  <a:pt x="1047750" y="2257425"/>
                </a:moveTo>
                <a:lnTo>
                  <a:pt x="1057275" y="2257425"/>
                </a:lnTo>
                <a:lnTo>
                  <a:pt x="1057275" y="2276475"/>
                </a:lnTo>
                <a:lnTo>
                  <a:pt x="1047750" y="2276475"/>
                </a:lnTo>
                <a:close/>
                <a:moveTo>
                  <a:pt x="1781175" y="2257425"/>
                </a:moveTo>
                <a:lnTo>
                  <a:pt x="1790700" y="2257425"/>
                </a:lnTo>
                <a:lnTo>
                  <a:pt x="1790700" y="2266950"/>
                </a:lnTo>
                <a:lnTo>
                  <a:pt x="1781175" y="2266950"/>
                </a:lnTo>
                <a:close/>
                <a:moveTo>
                  <a:pt x="228600" y="2266950"/>
                </a:moveTo>
                <a:lnTo>
                  <a:pt x="238125" y="2266950"/>
                </a:lnTo>
                <a:lnTo>
                  <a:pt x="238125" y="2286000"/>
                </a:lnTo>
                <a:lnTo>
                  <a:pt x="228600" y="2286000"/>
                </a:lnTo>
                <a:close/>
                <a:moveTo>
                  <a:pt x="1343025" y="2266950"/>
                </a:moveTo>
                <a:lnTo>
                  <a:pt x="1362075" y="2266950"/>
                </a:lnTo>
                <a:lnTo>
                  <a:pt x="1362075" y="2276475"/>
                </a:lnTo>
                <a:lnTo>
                  <a:pt x="1343025" y="2276475"/>
                </a:lnTo>
                <a:close/>
                <a:moveTo>
                  <a:pt x="1647825" y="2266950"/>
                </a:moveTo>
                <a:lnTo>
                  <a:pt x="1676400" y="2266950"/>
                </a:lnTo>
                <a:lnTo>
                  <a:pt x="1676400" y="2286000"/>
                </a:lnTo>
                <a:lnTo>
                  <a:pt x="1666875" y="2286000"/>
                </a:lnTo>
                <a:lnTo>
                  <a:pt x="1666875" y="2295525"/>
                </a:lnTo>
                <a:lnTo>
                  <a:pt x="1657350" y="2295525"/>
                </a:lnTo>
                <a:lnTo>
                  <a:pt x="1657350" y="2286000"/>
                </a:lnTo>
                <a:lnTo>
                  <a:pt x="1647825" y="2286000"/>
                </a:lnTo>
                <a:close/>
                <a:moveTo>
                  <a:pt x="1104900" y="2286000"/>
                </a:moveTo>
                <a:lnTo>
                  <a:pt x="1123950" y="2286000"/>
                </a:lnTo>
                <a:lnTo>
                  <a:pt x="1123950" y="2295525"/>
                </a:lnTo>
                <a:lnTo>
                  <a:pt x="1104900" y="2295525"/>
                </a:lnTo>
                <a:close/>
                <a:moveTo>
                  <a:pt x="1343025" y="2286000"/>
                </a:moveTo>
                <a:lnTo>
                  <a:pt x="1352550" y="2286000"/>
                </a:lnTo>
                <a:lnTo>
                  <a:pt x="1352550" y="2295525"/>
                </a:lnTo>
                <a:lnTo>
                  <a:pt x="1343025" y="2295525"/>
                </a:lnTo>
                <a:close/>
                <a:moveTo>
                  <a:pt x="447675" y="2305050"/>
                </a:moveTo>
                <a:lnTo>
                  <a:pt x="457200" y="2305050"/>
                </a:lnTo>
                <a:lnTo>
                  <a:pt x="457200" y="2324100"/>
                </a:lnTo>
                <a:lnTo>
                  <a:pt x="466725" y="2324100"/>
                </a:lnTo>
                <a:lnTo>
                  <a:pt x="466725" y="2343150"/>
                </a:lnTo>
                <a:lnTo>
                  <a:pt x="457200" y="2343150"/>
                </a:lnTo>
                <a:lnTo>
                  <a:pt x="457200" y="2333625"/>
                </a:lnTo>
                <a:lnTo>
                  <a:pt x="447675" y="2333625"/>
                </a:lnTo>
                <a:lnTo>
                  <a:pt x="447675" y="2324100"/>
                </a:lnTo>
                <a:lnTo>
                  <a:pt x="438150" y="2324100"/>
                </a:lnTo>
                <a:lnTo>
                  <a:pt x="438150" y="2314575"/>
                </a:lnTo>
                <a:lnTo>
                  <a:pt x="447675" y="2314575"/>
                </a:lnTo>
                <a:close/>
                <a:moveTo>
                  <a:pt x="1047750" y="2305050"/>
                </a:moveTo>
                <a:lnTo>
                  <a:pt x="1057275" y="2305050"/>
                </a:lnTo>
                <a:lnTo>
                  <a:pt x="1057275" y="2314575"/>
                </a:lnTo>
                <a:lnTo>
                  <a:pt x="1047750" y="2314575"/>
                </a:lnTo>
                <a:close/>
                <a:moveTo>
                  <a:pt x="1066800" y="2305050"/>
                </a:moveTo>
                <a:lnTo>
                  <a:pt x="1095375" y="2305050"/>
                </a:lnTo>
                <a:lnTo>
                  <a:pt x="1095375" y="2324100"/>
                </a:lnTo>
                <a:lnTo>
                  <a:pt x="1085850" y="2324100"/>
                </a:lnTo>
                <a:lnTo>
                  <a:pt x="1085850" y="2314575"/>
                </a:lnTo>
                <a:lnTo>
                  <a:pt x="1066800" y="2314575"/>
                </a:lnTo>
                <a:close/>
                <a:moveTo>
                  <a:pt x="1333500" y="2305050"/>
                </a:moveTo>
                <a:lnTo>
                  <a:pt x="1343025" y="2305050"/>
                </a:lnTo>
                <a:lnTo>
                  <a:pt x="1343025" y="2314575"/>
                </a:lnTo>
                <a:lnTo>
                  <a:pt x="1333500" y="2314575"/>
                </a:lnTo>
                <a:close/>
                <a:moveTo>
                  <a:pt x="1657350" y="2305050"/>
                </a:moveTo>
                <a:lnTo>
                  <a:pt x="1676400" y="2305050"/>
                </a:lnTo>
                <a:lnTo>
                  <a:pt x="1676400" y="2314575"/>
                </a:lnTo>
                <a:lnTo>
                  <a:pt x="1657350" y="2314575"/>
                </a:lnTo>
                <a:close/>
                <a:moveTo>
                  <a:pt x="1733550" y="2305050"/>
                </a:moveTo>
                <a:lnTo>
                  <a:pt x="1743075" y="2305050"/>
                </a:lnTo>
                <a:lnTo>
                  <a:pt x="1743075" y="2314575"/>
                </a:lnTo>
                <a:lnTo>
                  <a:pt x="1733550" y="2314575"/>
                </a:lnTo>
                <a:close/>
                <a:moveTo>
                  <a:pt x="371475" y="2314575"/>
                </a:moveTo>
                <a:lnTo>
                  <a:pt x="409575" y="2314575"/>
                </a:lnTo>
                <a:lnTo>
                  <a:pt x="409575" y="2324100"/>
                </a:lnTo>
                <a:lnTo>
                  <a:pt x="400050" y="2324100"/>
                </a:lnTo>
                <a:lnTo>
                  <a:pt x="400050" y="2333625"/>
                </a:lnTo>
                <a:lnTo>
                  <a:pt x="428625" y="2333625"/>
                </a:lnTo>
                <a:lnTo>
                  <a:pt x="428625" y="2362200"/>
                </a:lnTo>
                <a:lnTo>
                  <a:pt x="419100" y="2362200"/>
                </a:lnTo>
                <a:lnTo>
                  <a:pt x="419100" y="2352675"/>
                </a:lnTo>
                <a:lnTo>
                  <a:pt x="409575" y="2352675"/>
                </a:lnTo>
                <a:lnTo>
                  <a:pt x="409575" y="2343150"/>
                </a:lnTo>
                <a:lnTo>
                  <a:pt x="390525" y="2343150"/>
                </a:lnTo>
                <a:lnTo>
                  <a:pt x="390525" y="2333625"/>
                </a:lnTo>
                <a:lnTo>
                  <a:pt x="371475" y="2333625"/>
                </a:lnTo>
                <a:close/>
                <a:moveTo>
                  <a:pt x="1152525" y="2324100"/>
                </a:moveTo>
                <a:lnTo>
                  <a:pt x="1181100" y="2324100"/>
                </a:lnTo>
                <a:lnTo>
                  <a:pt x="1181100" y="2333625"/>
                </a:lnTo>
                <a:lnTo>
                  <a:pt x="1162050" y="2333625"/>
                </a:lnTo>
                <a:lnTo>
                  <a:pt x="1162050" y="2343150"/>
                </a:lnTo>
                <a:lnTo>
                  <a:pt x="1152525" y="2343150"/>
                </a:lnTo>
                <a:close/>
                <a:moveTo>
                  <a:pt x="1514475" y="2324100"/>
                </a:moveTo>
                <a:lnTo>
                  <a:pt x="1524000" y="2324100"/>
                </a:lnTo>
                <a:lnTo>
                  <a:pt x="1524000" y="2333625"/>
                </a:lnTo>
                <a:lnTo>
                  <a:pt x="1514475" y="2333625"/>
                </a:lnTo>
                <a:close/>
                <a:moveTo>
                  <a:pt x="990600" y="2333625"/>
                </a:moveTo>
                <a:lnTo>
                  <a:pt x="1000125" y="2333625"/>
                </a:lnTo>
                <a:lnTo>
                  <a:pt x="1000125" y="2343150"/>
                </a:lnTo>
                <a:lnTo>
                  <a:pt x="990600" y="2343150"/>
                </a:lnTo>
                <a:close/>
                <a:moveTo>
                  <a:pt x="1181100" y="2333625"/>
                </a:moveTo>
                <a:lnTo>
                  <a:pt x="1190625" y="2333625"/>
                </a:lnTo>
                <a:lnTo>
                  <a:pt x="1190625" y="2343150"/>
                </a:lnTo>
                <a:lnTo>
                  <a:pt x="1181100" y="2343150"/>
                </a:lnTo>
                <a:close/>
                <a:moveTo>
                  <a:pt x="1485900" y="2343150"/>
                </a:moveTo>
                <a:lnTo>
                  <a:pt x="1495425" y="2343150"/>
                </a:lnTo>
                <a:lnTo>
                  <a:pt x="1495425" y="2352675"/>
                </a:lnTo>
                <a:lnTo>
                  <a:pt x="1485900" y="2352675"/>
                </a:lnTo>
                <a:close/>
                <a:moveTo>
                  <a:pt x="1504950" y="2343150"/>
                </a:moveTo>
                <a:lnTo>
                  <a:pt x="1514475" y="2343150"/>
                </a:lnTo>
                <a:lnTo>
                  <a:pt x="1514475" y="2352675"/>
                </a:lnTo>
                <a:lnTo>
                  <a:pt x="1504950" y="2352675"/>
                </a:lnTo>
                <a:close/>
                <a:moveTo>
                  <a:pt x="342900" y="2352675"/>
                </a:moveTo>
                <a:lnTo>
                  <a:pt x="352425" y="2352675"/>
                </a:lnTo>
                <a:lnTo>
                  <a:pt x="352425" y="2362200"/>
                </a:lnTo>
                <a:lnTo>
                  <a:pt x="361950" y="2362200"/>
                </a:lnTo>
                <a:lnTo>
                  <a:pt x="361950" y="2352675"/>
                </a:lnTo>
                <a:lnTo>
                  <a:pt x="371475" y="2352675"/>
                </a:lnTo>
                <a:lnTo>
                  <a:pt x="371475" y="2381250"/>
                </a:lnTo>
                <a:lnTo>
                  <a:pt x="361950" y="2381250"/>
                </a:lnTo>
                <a:lnTo>
                  <a:pt x="361950" y="2371725"/>
                </a:lnTo>
                <a:lnTo>
                  <a:pt x="342900" y="2371725"/>
                </a:lnTo>
                <a:close/>
                <a:moveTo>
                  <a:pt x="1619250" y="2352675"/>
                </a:moveTo>
                <a:lnTo>
                  <a:pt x="1628775" y="2352675"/>
                </a:lnTo>
                <a:lnTo>
                  <a:pt x="1628775" y="2362200"/>
                </a:lnTo>
                <a:lnTo>
                  <a:pt x="1619250" y="2362200"/>
                </a:lnTo>
                <a:close/>
                <a:moveTo>
                  <a:pt x="381000" y="2362200"/>
                </a:moveTo>
                <a:lnTo>
                  <a:pt x="400050" y="2362200"/>
                </a:lnTo>
                <a:lnTo>
                  <a:pt x="400050" y="2371725"/>
                </a:lnTo>
                <a:lnTo>
                  <a:pt x="390525" y="2371725"/>
                </a:lnTo>
                <a:lnTo>
                  <a:pt x="390525" y="2381250"/>
                </a:lnTo>
                <a:lnTo>
                  <a:pt x="381000" y="2381250"/>
                </a:lnTo>
                <a:close/>
                <a:moveTo>
                  <a:pt x="1104900" y="2362200"/>
                </a:moveTo>
                <a:lnTo>
                  <a:pt x="1114425" y="2362200"/>
                </a:lnTo>
                <a:lnTo>
                  <a:pt x="1114425" y="2371725"/>
                </a:lnTo>
                <a:lnTo>
                  <a:pt x="1104900" y="2371725"/>
                </a:lnTo>
                <a:close/>
                <a:moveTo>
                  <a:pt x="1609725" y="2371725"/>
                </a:moveTo>
                <a:lnTo>
                  <a:pt x="1638300" y="2371725"/>
                </a:lnTo>
                <a:lnTo>
                  <a:pt x="1638300" y="2381250"/>
                </a:lnTo>
                <a:lnTo>
                  <a:pt x="1619250" y="2381250"/>
                </a:lnTo>
                <a:lnTo>
                  <a:pt x="1619250" y="2390775"/>
                </a:lnTo>
                <a:lnTo>
                  <a:pt x="1609725" y="2390775"/>
                </a:lnTo>
                <a:close/>
                <a:moveTo>
                  <a:pt x="419100" y="2390775"/>
                </a:moveTo>
                <a:lnTo>
                  <a:pt x="428625" y="2390775"/>
                </a:lnTo>
                <a:lnTo>
                  <a:pt x="428625" y="2400300"/>
                </a:lnTo>
                <a:lnTo>
                  <a:pt x="419100" y="2400300"/>
                </a:lnTo>
                <a:close/>
              </a:path>
            </a:pathLst>
          </a:custGeom>
          <a:solidFill xmlns:a="http://schemas.openxmlformats.org/drawingml/2006/main">
            <a:srgbClr val="F9F9F3"/>
          </a:solidFill>
          <a:ln xmlns:a="http://schemas.openxmlformats.org/drawingml/2006/main" w="0">
            <a:noFill/>
          </a:ln>
        </p:spPr>
      </p:sp>
      <p:sp>
        <p:nvSpPr>
          <p:cNvPr id="75" name="papers vector #f8f9f4">
            <a:extLst xmlns:a="http://schemas.openxmlformats.org/drawingml/2006/main">
              <a:ext uri="{FF2B5EF4-FFF2-40B4-BE49-F238E27FC236}">
                <a16:creationId xmlns:a16="http://schemas.microsoft.com/office/drawing/2014/main" id="{6707F682-EFE0-4EA3-AB95-E4317BEBD4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43475" y="1724025"/>
            <a:ext cx="3781425" cy="3990975"/>
          </a:xfrm>
          <a:custGeom xmlns:a="http://schemas.openxmlformats.org/drawingml/2006/main">
            <a:pathLst>
              <a:path w="2457450" h="2590800">
                <a:moveTo>
                  <a:pt x="1952625" y="0"/>
                </a:moveTo>
                <a:lnTo>
                  <a:pt x="1962150" y="0"/>
                </a:lnTo>
                <a:lnTo>
                  <a:pt x="1962150" y="9525"/>
                </a:lnTo>
                <a:lnTo>
                  <a:pt x="1952625" y="9525"/>
                </a:lnTo>
                <a:close/>
                <a:moveTo>
                  <a:pt x="790575" y="123825"/>
                </a:moveTo>
                <a:lnTo>
                  <a:pt x="800100" y="123825"/>
                </a:lnTo>
                <a:lnTo>
                  <a:pt x="800100" y="133350"/>
                </a:lnTo>
                <a:lnTo>
                  <a:pt x="790575" y="133350"/>
                </a:lnTo>
                <a:close/>
                <a:moveTo>
                  <a:pt x="809625" y="123825"/>
                </a:moveTo>
                <a:lnTo>
                  <a:pt x="819150" y="123825"/>
                </a:lnTo>
                <a:lnTo>
                  <a:pt x="819150" y="133350"/>
                </a:lnTo>
                <a:lnTo>
                  <a:pt x="809625" y="133350"/>
                </a:lnTo>
                <a:close/>
                <a:moveTo>
                  <a:pt x="1333500" y="123825"/>
                </a:moveTo>
                <a:lnTo>
                  <a:pt x="1343025" y="123825"/>
                </a:lnTo>
                <a:lnTo>
                  <a:pt x="1343025" y="133350"/>
                </a:lnTo>
                <a:lnTo>
                  <a:pt x="1333500" y="133350"/>
                </a:lnTo>
                <a:close/>
                <a:moveTo>
                  <a:pt x="1390650" y="123825"/>
                </a:moveTo>
                <a:lnTo>
                  <a:pt x="1400175" y="123825"/>
                </a:lnTo>
                <a:lnTo>
                  <a:pt x="1400175" y="133350"/>
                </a:lnTo>
                <a:lnTo>
                  <a:pt x="1390650" y="133350"/>
                </a:lnTo>
                <a:close/>
                <a:moveTo>
                  <a:pt x="1400175" y="133350"/>
                </a:moveTo>
                <a:lnTo>
                  <a:pt x="1409700" y="133350"/>
                </a:lnTo>
                <a:lnTo>
                  <a:pt x="1409700" y="142875"/>
                </a:lnTo>
                <a:lnTo>
                  <a:pt x="1400175" y="142875"/>
                </a:lnTo>
                <a:close/>
                <a:moveTo>
                  <a:pt x="1866900" y="133350"/>
                </a:moveTo>
                <a:lnTo>
                  <a:pt x="1876425" y="133350"/>
                </a:lnTo>
                <a:lnTo>
                  <a:pt x="1876425" y="142875"/>
                </a:lnTo>
                <a:lnTo>
                  <a:pt x="1866900" y="142875"/>
                </a:lnTo>
                <a:close/>
                <a:moveTo>
                  <a:pt x="2114550" y="133350"/>
                </a:moveTo>
                <a:lnTo>
                  <a:pt x="2124075" y="133350"/>
                </a:lnTo>
                <a:lnTo>
                  <a:pt x="2124075" y="142875"/>
                </a:lnTo>
                <a:lnTo>
                  <a:pt x="2114550" y="142875"/>
                </a:lnTo>
                <a:close/>
                <a:moveTo>
                  <a:pt x="809625" y="142875"/>
                </a:moveTo>
                <a:lnTo>
                  <a:pt x="828675" y="142875"/>
                </a:lnTo>
                <a:lnTo>
                  <a:pt x="828675" y="152400"/>
                </a:lnTo>
                <a:lnTo>
                  <a:pt x="809625" y="152400"/>
                </a:lnTo>
                <a:close/>
                <a:moveTo>
                  <a:pt x="876300" y="142875"/>
                </a:moveTo>
                <a:lnTo>
                  <a:pt x="885825" y="142875"/>
                </a:lnTo>
                <a:lnTo>
                  <a:pt x="885825" y="171450"/>
                </a:lnTo>
                <a:lnTo>
                  <a:pt x="876300" y="171450"/>
                </a:lnTo>
                <a:close/>
                <a:moveTo>
                  <a:pt x="723900" y="190500"/>
                </a:moveTo>
                <a:lnTo>
                  <a:pt x="752475" y="190500"/>
                </a:lnTo>
                <a:lnTo>
                  <a:pt x="752475" y="200025"/>
                </a:lnTo>
                <a:lnTo>
                  <a:pt x="733425" y="200025"/>
                </a:lnTo>
                <a:lnTo>
                  <a:pt x="733425" y="209550"/>
                </a:lnTo>
                <a:lnTo>
                  <a:pt x="723900" y="209550"/>
                </a:lnTo>
                <a:close/>
                <a:moveTo>
                  <a:pt x="1295400" y="190500"/>
                </a:moveTo>
                <a:lnTo>
                  <a:pt x="1314450" y="190500"/>
                </a:lnTo>
                <a:lnTo>
                  <a:pt x="1314450" y="200025"/>
                </a:lnTo>
                <a:lnTo>
                  <a:pt x="1304925" y="200025"/>
                </a:lnTo>
                <a:lnTo>
                  <a:pt x="1304925" y="209550"/>
                </a:lnTo>
                <a:lnTo>
                  <a:pt x="1295400" y="209550"/>
                </a:lnTo>
                <a:lnTo>
                  <a:pt x="1295400" y="219075"/>
                </a:lnTo>
                <a:lnTo>
                  <a:pt x="1285875" y="219075"/>
                </a:lnTo>
                <a:lnTo>
                  <a:pt x="1285875" y="200025"/>
                </a:lnTo>
                <a:lnTo>
                  <a:pt x="1295400" y="200025"/>
                </a:lnTo>
                <a:close/>
                <a:moveTo>
                  <a:pt x="1447800" y="190500"/>
                </a:moveTo>
                <a:lnTo>
                  <a:pt x="1466850" y="190500"/>
                </a:lnTo>
                <a:lnTo>
                  <a:pt x="1466850" y="200025"/>
                </a:lnTo>
                <a:lnTo>
                  <a:pt x="1447800" y="200025"/>
                </a:lnTo>
                <a:close/>
                <a:moveTo>
                  <a:pt x="1771650" y="190500"/>
                </a:moveTo>
                <a:lnTo>
                  <a:pt x="1781175" y="190500"/>
                </a:lnTo>
                <a:lnTo>
                  <a:pt x="1781175" y="200025"/>
                </a:lnTo>
                <a:lnTo>
                  <a:pt x="1771650" y="200025"/>
                </a:lnTo>
                <a:close/>
                <a:moveTo>
                  <a:pt x="666750" y="209550"/>
                </a:moveTo>
                <a:lnTo>
                  <a:pt x="695325" y="209550"/>
                </a:lnTo>
                <a:lnTo>
                  <a:pt x="695325" y="219075"/>
                </a:lnTo>
                <a:lnTo>
                  <a:pt x="666750" y="219075"/>
                </a:lnTo>
                <a:close/>
                <a:moveTo>
                  <a:pt x="695325" y="219075"/>
                </a:moveTo>
                <a:lnTo>
                  <a:pt x="704850" y="219075"/>
                </a:lnTo>
                <a:lnTo>
                  <a:pt x="704850" y="238125"/>
                </a:lnTo>
                <a:lnTo>
                  <a:pt x="695325" y="238125"/>
                </a:lnTo>
                <a:close/>
                <a:moveTo>
                  <a:pt x="2085975" y="219075"/>
                </a:moveTo>
                <a:lnTo>
                  <a:pt x="2095500" y="219075"/>
                </a:lnTo>
                <a:lnTo>
                  <a:pt x="2095500" y="228600"/>
                </a:lnTo>
                <a:lnTo>
                  <a:pt x="2085975" y="228600"/>
                </a:lnTo>
                <a:close/>
                <a:moveTo>
                  <a:pt x="1181100" y="228600"/>
                </a:moveTo>
                <a:lnTo>
                  <a:pt x="1190625" y="228600"/>
                </a:lnTo>
                <a:lnTo>
                  <a:pt x="1190625" y="238125"/>
                </a:lnTo>
                <a:lnTo>
                  <a:pt x="1181100" y="238125"/>
                </a:lnTo>
                <a:close/>
                <a:moveTo>
                  <a:pt x="1533525" y="228600"/>
                </a:moveTo>
                <a:lnTo>
                  <a:pt x="1543050" y="228600"/>
                </a:lnTo>
                <a:lnTo>
                  <a:pt x="1543050" y="238125"/>
                </a:lnTo>
                <a:lnTo>
                  <a:pt x="1533525" y="238125"/>
                </a:lnTo>
                <a:close/>
                <a:moveTo>
                  <a:pt x="1781175" y="228600"/>
                </a:moveTo>
                <a:lnTo>
                  <a:pt x="1790700" y="228600"/>
                </a:lnTo>
                <a:lnTo>
                  <a:pt x="1790700" y="238125"/>
                </a:lnTo>
                <a:lnTo>
                  <a:pt x="1781175" y="238125"/>
                </a:lnTo>
                <a:close/>
                <a:moveTo>
                  <a:pt x="619125" y="238125"/>
                </a:moveTo>
                <a:lnTo>
                  <a:pt x="647700" y="238125"/>
                </a:lnTo>
                <a:lnTo>
                  <a:pt x="647700" y="247650"/>
                </a:lnTo>
                <a:lnTo>
                  <a:pt x="657225" y="247650"/>
                </a:lnTo>
                <a:lnTo>
                  <a:pt x="657225" y="257175"/>
                </a:lnTo>
                <a:lnTo>
                  <a:pt x="647700" y="257175"/>
                </a:lnTo>
                <a:lnTo>
                  <a:pt x="647700" y="266700"/>
                </a:lnTo>
                <a:lnTo>
                  <a:pt x="628650" y="266700"/>
                </a:lnTo>
                <a:lnTo>
                  <a:pt x="628650" y="276225"/>
                </a:lnTo>
                <a:lnTo>
                  <a:pt x="609600" y="276225"/>
                </a:lnTo>
                <a:lnTo>
                  <a:pt x="609600" y="285750"/>
                </a:lnTo>
                <a:lnTo>
                  <a:pt x="619125" y="285750"/>
                </a:lnTo>
                <a:lnTo>
                  <a:pt x="619125" y="295275"/>
                </a:lnTo>
                <a:lnTo>
                  <a:pt x="600075" y="295275"/>
                </a:lnTo>
                <a:lnTo>
                  <a:pt x="600075" y="285750"/>
                </a:lnTo>
                <a:lnTo>
                  <a:pt x="590550" y="285750"/>
                </a:lnTo>
                <a:lnTo>
                  <a:pt x="590550" y="266700"/>
                </a:lnTo>
                <a:lnTo>
                  <a:pt x="609600" y="266700"/>
                </a:lnTo>
                <a:lnTo>
                  <a:pt x="609600" y="257175"/>
                </a:lnTo>
                <a:lnTo>
                  <a:pt x="619125" y="257175"/>
                </a:lnTo>
                <a:close/>
                <a:moveTo>
                  <a:pt x="1085850" y="238125"/>
                </a:moveTo>
                <a:lnTo>
                  <a:pt x="1095375" y="238125"/>
                </a:lnTo>
                <a:lnTo>
                  <a:pt x="1095375" y="247650"/>
                </a:lnTo>
                <a:lnTo>
                  <a:pt x="1104900" y="247650"/>
                </a:lnTo>
                <a:lnTo>
                  <a:pt x="1104900" y="266700"/>
                </a:lnTo>
                <a:lnTo>
                  <a:pt x="1095375" y="266700"/>
                </a:lnTo>
                <a:lnTo>
                  <a:pt x="1095375" y="257175"/>
                </a:lnTo>
                <a:lnTo>
                  <a:pt x="1085850" y="257175"/>
                </a:lnTo>
                <a:close/>
                <a:moveTo>
                  <a:pt x="1762125" y="238125"/>
                </a:moveTo>
                <a:lnTo>
                  <a:pt x="1781175" y="238125"/>
                </a:lnTo>
                <a:lnTo>
                  <a:pt x="1781175" y="247650"/>
                </a:lnTo>
                <a:lnTo>
                  <a:pt x="1762125" y="247650"/>
                </a:lnTo>
                <a:close/>
                <a:moveTo>
                  <a:pt x="695325" y="257175"/>
                </a:moveTo>
                <a:lnTo>
                  <a:pt x="704850" y="257175"/>
                </a:lnTo>
                <a:lnTo>
                  <a:pt x="704850" y="266700"/>
                </a:lnTo>
                <a:lnTo>
                  <a:pt x="695325" y="266700"/>
                </a:lnTo>
                <a:close/>
                <a:moveTo>
                  <a:pt x="714375" y="266700"/>
                </a:moveTo>
                <a:lnTo>
                  <a:pt x="723900" y="266700"/>
                </a:lnTo>
                <a:lnTo>
                  <a:pt x="723900" y="276225"/>
                </a:lnTo>
                <a:lnTo>
                  <a:pt x="714375" y="276225"/>
                </a:lnTo>
                <a:close/>
                <a:moveTo>
                  <a:pt x="9525" y="276225"/>
                </a:moveTo>
                <a:lnTo>
                  <a:pt x="28575" y="276225"/>
                </a:lnTo>
                <a:lnTo>
                  <a:pt x="28575" y="295275"/>
                </a:lnTo>
                <a:lnTo>
                  <a:pt x="0" y="295275"/>
                </a:lnTo>
                <a:lnTo>
                  <a:pt x="0" y="285750"/>
                </a:lnTo>
                <a:lnTo>
                  <a:pt x="9525" y="285750"/>
                </a:lnTo>
                <a:close/>
                <a:moveTo>
                  <a:pt x="2076450" y="276225"/>
                </a:moveTo>
                <a:lnTo>
                  <a:pt x="2085975" y="276225"/>
                </a:lnTo>
                <a:lnTo>
                  <a:pt x="2085975" y="285750"/>
                </a:lnTo>
                <a:lnTo>
                  <a:pt x="2076450" y="285750"/>
                </a:lnTo>
                <a:close/>
                <a:moveTo>
                  <a:pt x="352425" y="285750"/>
                </a:moveTo>
                <a:lnTo>
                  <a:pt x="361950" y="285750"/>
                </a:lnTo>
                <a:lnTo>
                  <a:pt x="361950" y="295275"/>
                </a:lnTo>
                <a:lnTo>
                  <a:pt x="352425" y="295275"/>
                </a:lnTo>
                <a:close/>
                <a:moveTo>
                  <a:pt x="428625" y="285750"/>
                </a:moveTo>
                <a:lnTo>
                  <a:pt x="447675" y="285750"/>
                </a:lnTo>
                <a:lnTo>
                  <a:pt x="447675" y="295275"/>
                </a:lnTo>
                <a:lnTo>
                  <a:pt x="428625" y="295275"/>
                </a:lnTo>
                <a:close/>
                <a:moveTo>
                  <a:pt x="171450" y="295275"/>
                </a:moveTo>
                <a:lnTo>
                  <a:pt x="180975" y="295275"/>
                </a:lnTo>
                <a:lnTo>
                  <a:pt x="180975" y="304800"/>
                </a:lnTo>
                <a:lnTo>
                  <a:pt x="171450" y="304800"/>
                </a:lnTo>
                <a:close/>
                <a:moveTo>
                  <a:pt x="514350" y="295275"/>
                </a:moveTo>
                <a:lnTo>
                  <a:pt x="523875" y="295275"/>
                </a:lnTo>
                <a:lnTo>
                  <a:pt x="523875" y="304800"/>
                </a:lnTo>
                <a:lnTo>
                  <a:pt x="514350" y="304800"/>
                </a:lnTo>
                <a:close/>
                <a:moveTo>
                  <a:pt x="762000" y="295275"/>
                </a:moveTo>
                <a:lnTo>
                  <a:pt x="771525" y="295275"/>
                </a:lnTo>
                <a:lnTo>
                  <a:pt x="771525" y="304800"/>
                </a:lnTo>
                <a:lnTo>
                  <a:pt x="762000" y="304800"/>
                </a:lnTo>
                <a:close/>
                <a:moveTo>
                  <a:pt x="847725" y="304800"/>
                </a:moveTo>
                <a:lnTo>
                  <a:pt x="857250" y="304800"/>
                </a:lnTo>
                <a:lnTo>
                  <a:pt x="857250" y="323850"/>
                </a:lnTo>
                <a:lnTo>
                  <a:pt x="847725" y="323850"/>
                </a:lnTo>
                <a:close/>
                <a:moveTo>
                  <a:pt x="1019175" y="304800"/>
                </a:moveTo>
                <a:lnTo>
                  <a:pt x="1028700" y="304800"/>
                </a:lnTo>
                <a:lnTo>
                  <a:pt x="1028700" y="314325"/>
                </a:lnTo>
                <a:lnTo>
                  <a:pt x="1019175" y="314325"/>
                </a:lnTo>
                <a:close/>
                <a:moveTo>
                  <a:pt x="1228725" y="304800"/>
                </a:moveTo>
                <a:lnTo>
                  <a:pt x="1247775" y="304800"/>
                </a:lnTo>
                <a:lnTo>
                  <a:pt x="1247775" y="314325"/>
                </a:lnTo>
                <a:lnTo>
                  <a:pt x="1228725" y="314325"/>
                </a:lnTo>
                <a:close/>
                <a:moveTo>
                  <a:pt x="609600" y="314325"/>
                </a:moveTo>
                <a:lnTo>
                  <a:pt x="619125" y="314325"/>
                </a:lnTo>
                <a:lnTo>
                  <a:pt x="619125" y="323850"/>
                </a:lnTo>
                <a:lnTo>
                  <a:pt x="609600" y="323850"/>
                </a:lnTo>
                <a:close/>
                <a:moveTo>
                  <a:pt x="1152525" y="314325"/>
                </a:moveTo>
                <a:lnTo>
                  <a:pt x="1162050" y="314325"/>
                </a:lnTo>
                <a:lnTo>
                  <a:pt x="1162050" y="323850"/>
                </a:lnTo>
                <a:lnTo>
                  <a:pt x="1152525" y="323850"/>
                </a:lnTo>
                <a:close/>
                <a:moveTo>
                  <a:pt x="533400" y="323850"/>
                </a:moveTo>
                <a:lnTo>
                  <a:pt x="542925" y="323850"/>
                </a:lnTo>
                <a:lnTo>
                  <a:pt x="542925" y="333375"/>
                </a:lnTo>
                <a:lnTo>
                  <a:pt x="533400" y="333375"/>
                </a:lnTo>
                <a:close/>
                <a:moveTo>
                  <a:pt x="1123950" y="323850"/>
                </a:moveTo>
                <a:lnTo>
                  <a:pt x="1133475" y="323850"/>
                </a:lnTo>
                <a:lnTo>
                  <a:pt x="1133475" y="333375"/>
                </a:lnTo>
                <a:lnTo>
                  <a:pt x="1123950" y="333375"/>
                </a:lnTo>
                <a:close/>
                <a:moveTo>
                  <a:pt x="1333500" y="323850"/>
                </a:moveTo>
                <a:lnTo>
                  <a:pt x="1343025" y="323850"/>
                </a:lnTo>
                <a:lnTo>
                  <a:pt x="1343025" y="333375"/>
                </a:lnTo>
                <a:lnTo>
                  <a:pt x="1333500" y="333375"/>
                </a:lnTo>
                <a:close/>
                <a:moveTo>
                  <a:pt x="504825" y="333375"/>
                </a:moveTo>
                <a:lnTo>
                  <a:pt x="523875" y="333375"/>
                </a:lnTo>
                <a:lnTo>
                  <a:pt x="523875" y="342900"/>
                </a:lnTo>
                <a:lnTo>
                  <a:pt x="504825" y="342900"/>
                </a:lnTo>
                <a:close/>
                <a:moveTo>
                  <a:pt x="857250" y="342900"/>
                </a:moveTo>
                <a:lnTo>
                  <a:pt x="866775" y="342900"/>
                </a:lnTo>
                <a:lnTo>
                  <a:pt x="866775" y="361950"/>
                </a:lnTo>
                <a:lnTo>
                  <a:pt x="857250" y="361950"/>
                </a:lnTo>
                <a:close/>
                <a:moveTo>
                  <a:pt x="1771650" y="361950"/>
                </a:moveTo>
                <a:lnTo>
                  <a:pt x="1781175" y="361950"/>
                </a:lnTo>
                <a:lnTo>
                  <a:pt x="1781175" y="390525"/>
                </a:lnTo>
                <a:lnTo>
                  <a:pt x="1771650" y="390525"/>
                </a:lnTo>
                <a:close/>
                <a:moveTo>
                  <a:pt x="1095375" y="400050"/>
                </a:moveTo>
                <a:lnTo>
                  <a:pt x="1104900" y="400050"/>
                </a:lnTo>
                <a:lnTo>
                  <a:pt x="1104900" y="409575"/>
                </a:lnTo>
                <a:lnTo>
                  <a:pt x="1095375" y="409575"/>
                </a:lnTo>
                <a:close/>
                <a:moveTo>
                  <a:pt x="2038350" y="419100"/>
                </a:moveTo>
                <a:lnTo>
                  <a:pt x="2057400" y="419100"/>
                </a:lnTo>
                <a:lnTo>
                  <a:pt x="2057400" y="428625"/>
                </a:lnTo>
                <a:lnTo>
                  <a:pt x="2038350" y="428625"/>
                </a:lnTo>
                <a:close/>
                <a:moveTo>
                  <a:pt x="1962150" y="428625"/>
                </a:moveTo>
                <a:lnTo>
                  <a:pt x="1981200" y="428625"/>
                </a:lnTo>
                <a:lnTo>
                  <a:pt x="1981200" y="438150"/>
                </a:lnTo>
                <a:lnTo>
                  <a:pt x="1971675" y="438150"/>
                </a:lnTo>
                <a:lnTo>
                  <a:pt x="1971675" y="447675"/>
                </a:lnTo>
                <a:lnTo>
                  <a:pt x="1962150" y="447675"/>
                </a:lnTo>
                <a:close/>
                <a:moveTo>
                  <a:pt x="171450" y="438150"/>
                </a:moveTo>
                <a:lnTo>
                  <a:pt x="180975" y="438150"/>
                </a:lnTo>
                <a:lnTo>
                  <a:pt x="180975" y="457200"/>
                </a:lnTo>
                <a:lnTo>
                  <a:pt x="171450" y="457200"/>
                </a:lnTo>
                <a:close/>
                <a:moveTo>
                  <a:pt x="866775" y="438150"/>
                </a:moveTo>
                <a:lnTo>
                  <a:pt x="876300" y="438150"/>
                </a:lnTo>
                <a:lnTo>
                  <a:pt x="876300" y="457200"/>
                </a:lnTo>
                <a:lnTo>
                  <a:pt x="866775" y="457200"/>
                </a:lnTo>
                <a:close/>
                <a:moveTo>
                  <a:pt x="1028700" y="447675"/>
                </a:moveTo>
                <a:lnTo>
                  <a:pt x="1038225" y="447675"/>
                </a:lnTo>
                <a:lnTo>
                  <a:pt x="1038225" y="457200"/>
                </a:lnTo>
                <a:lnTo>
                  <a:pt x="1028700" y="457200"/>
                </a:lnTo>
                <a:close/>
                <a:moveTo>
                  <a:pt x="247650" y="457200"/>
                </a:moveTo>
                <a:lnTo>
                  <a:pt x="257175" y="457200"/>
                </a:lnTo>
                <a:lnTo>
                  <a:pt x="257175" y="476250"/>
                </a:lnTo>
                <a:lnTo>
                  <a:pt x="247650" y="476250"/>
                </a:lnTo>
                <a:close/>
                <a:moveTo>
                  <a:pt x="1362075" y="495300"/>
                </a:moveTo>
                <a:lnTo>
                  <a:pt x="1371600" y="495300"/>
                </a:lnTo>
                <a:lnTo>
                  <a:pt x="1371600" y="504825"/>
                </a:lnTo>
                <a:lnTo>
                  <a:pt x="1362075" y="504825"/>
                </a:lnTo>
                <a:close/>
                <a:moveTo>
                  <a:pt x="171450" y="504825"/>
                </a:moveTo>
                <a:lnTo>
                  <a:pt x="180975" y="504825"/>
                </a:lnTo>
                <a:lnTo>
                  <a:pt x="180975" y="514350"/>
                </a:lnTo>
                <a:lnTo>
                  <a:pt x="171450" y="514350"/>
                </a:lnTo>
                <a:close/>
                <a:moveTo>
                  <a:pt x="457200" y="504825"/>
                </a:moveTo>
                <a:lnTo>
                  <a:pt x="476250" y="504825"/>
                </a:lnTo>
                <a:lnTo>
                  <a:pt x="476250" y="514350"/>
                </a:lnTo>
                <a:lnTo>
                  <a:pt x="457200" y="514350"/>
                </a:lnTo>
                <a:close/>
                <a:moveTo>
                  <a:pt x="1190625" y="542925"/>
                </a:moveTo>
                <a:lnTo>
                  <a:pt x="1209675" y="542925"/>
                </a:lnTo>
                <a:lnTo>
                  <a:pt x="1209675" y="552450"/>
                </a:lnTo>
                <a:lnTo>
                  <a:pt x="1190625" y="552450"/>
                </a:lnTo>
                <a:close/>
                <a:moveTo>
                  <a:pt x="885825" y="552450"/>
                </a:moveTo>
                <a:lnTo>
                  <a:pt x="895350" y="552450"/>
                </a:lnTo>
                <a:lnTo>
                  <a:pt x="895350" y="561975"/>
                </a:lnTo>
                <a:lnTo>
                  <a:pt x="885825" y="561975"/>
                </a:lnTo>
                <a:close/>
                <a:moveTo>
                  <a:pt x="1181100" y="561975"/>
                </a:moveTo>
                <a:lnTo>
                  <a:pt x="1209675" y="561975"/>
                </a:lnTo>
                <a:lnTo>
                  <a:pt x="1209675" y="571500"/>
                </a:lnTo>
                <a:lnTo>
                  <a:pt x="1181100" y="571500"/>
                </a:lnTo>
                <a:close/>
                <a:moveTo>
                  <a:pt x="200025" y="581025"/>
                </a:moveTo>
                <a:lnTo>
                  <a:pt x="209550" y="581025"/>
                </a:lnTo>
                <a:lnTo>
                  <a:pt x="209550" y="590550"/>
                </a:lnTo>
                <a:lnTo>
                  <a:pt x="200025" y="590550"/>
                </a:lnTo>
                <a:close/>
                <a:moveTo>
                  <a:pt x="1304925" y="581025"/>
                </a:moveTo>
                <a:lnTo>
                  <a:pt x="1314450" y="581025"/>
                </a:lnTo>
                <a:lnTo>
                  <a:pt x="1314450" y="600075"/>
                </a:lnTo>
                <a:lnTo>
                  <a:pt x="1304925" y="600075"/>
                </a:lnTo>
                <a:close/>
                <a:moveTo>
                  <a:pt x="1504950" y="609600"/>
                </a:moveTo>
                <a:lnTo>
                  <a:pt x="1533525" y="609600"/>
                </a:lnTo>
                <a:lnTo>
                  <a:pt x="1533525" y="619125"/>
                </a:lnTo>
                <a:lnTo>
                  <a:pt x="1524000" y="619125"/>
                </a:lnTo>
                <a:lnTo>
                  <a:pt x="1524000" y="628650"/>
                </a:lnTo>
                <a:lnTo>
                  <a:pt x="1514475" y="628650"/>
                </a:lnTo>
                <a:lnTo>
                  <a:pt x="1514475" y="619125"/>
                </a:lnTo>
                <a:lnTo>
                  <a:pt x="1504950" y="619125"/>
                </a:lnTo>
                <a:close/>
                <a:moveTo>
                  <a:pt x="1695450" y="609600"/>
                </a:moveTo>
                <a:lnTo>
                  <a:pt x="1714500" y="609600"/>
                </a:lnTo>
                <a:lnTo>
                  <a:pt x="1714500" y="619125"/>
                </a:lnTo>
                <a:lnTo>
                  <a:pt x="1724025" y="619125"/>
                </a:lnTo>
                <a:lnTo>
                  <a:pt x="1724025" y="628650"/>
                </a:lnTo>
                <a:lnTo>
                  <a:pt x="1695450" y="628650"/>
                </a:lnTo>
                <a:close/>
                <a:moveTo>
                  <a:pt x="1857375" y="628650"/>
                </a:moveTo>
                <a:lnTo>
                  <a:pt x="1866900" y="628650"/>
                </a:lnTo>
                <a:lnTo>
                  <a:pt x="1866900" y="647700"/>
                </a:lnTo>
                <a:lnTo>
                  <a:pt x="1857375" y="647700"/>
                </a:lnTo>
                <a:close/>
                <a:moveTo>
                  <a:pt x="1533525" y="657225"/>
                </a:moveTo>
                <a:lnTo>
                  <a:pt x="1543050" y="657225"/>
                </a:lnTo>
                <a:lnTo>
                  <a:pt x="1543050" y="666750"/>
                </a:lnTo>
                <a:lnTo>
                  <a:pt x="1533525" y="666750"/>
                </a:lnTo>
                <a:close/>
                <a:moveTo>
                  <a:pt x="1762125" y="666750"/>
                </a:moveTo>
                <a:lnTo>
                  <a:pt x="1771650" y="666750"/>
                </a:lnTo>
                <a:lnTo>
                  <a:pt x="1771650" y="676275"/>
                </a:lnTo>
                <a:lnTo>
                  <a:pt x="1762125" y="676275"/>
                </a:lnTo>
                <a:close/>
                <a:moveTo>
                  <a:pt x="1771650" y="676275"/>
                </a:moveTo>
                <a:lnTo>
                  <a:pt x="1781175" y="676275"/>
                </a:lnTo>
                <a:lnTo>
                  <a:pt x="1781175" y="685800"/>
                </a:lnTo>
                <a:lnTo>
                  <a:pt x="1771650" y="685800"/>
                </a:lnTo>
                <a:close/>
                <a:moveTo>
                  <a:pt x="323850" y="704850"/>
                </a:moveTo>
                <a:lnTo>
                  <a:pt x="333375" y="704850"/>
                </a:lnTo>
                <a:lnTo>
                  <a:pt x="333375" y="714375"/>
                </a:lnTo>
                <a:lnTo>
                  <a:pt x="323850" y="714375"/>
                </a:lnTo>
                <a:close/>
                <a:moveTo>
                  <a:pt x="238125" y="771525"/>
                </a:moveTo>
                <a:lnTo>
                  <a:pt x="247650" y="771525"/>
                </a:lnTo>
                <a:lnTo>
                  <a:pt x="247650" y="781050"/>
                </a:lnTo>
                <a:lnTo>
                  <a:pt x="238125" y="781050"/>
                </a:lnTo>
                <a:close/>
                <a:moveTo>
                  <a:pt x="819150" y="800100"/>
                </a:moveTo>
                <a:lnTo>
                  <a:pt x="828675" y="800100"/>
                </a:lnTo>
                <a:lnTo>
                  <a:pt x="828675" y="809625"/>
                </a:lnTo>
                <a:lnTo>
                  <a:pt x="819150" y="809625"/>
                </a:lnTo>
                <a:close/>
                <a:moveTo>
                  <a:pt x="1190625" y="800100"/>
                </a:moveTo>
                <a:lnTo>
                  <a:pt x="1200150" y="800100"/>
                </a:lnTo>
                <a:lnTo>
                  <a:pt x="1200150" y="809625"/>
                </a:lnTo>
                <a:lnTo>
                  <a:pt x="1190625" y="809625"/>
                </a:lnTo>
                <a:close/>
                <a:moveTo>
                  <a:pt x="1543050" y="838200"/>
                </a:moveTo>
                <a:lnTo>
                  <a:pt x="1552575" y="838200"/>
                </a:lnTo>
                <a:lnTo>
                  <a:pt x="1552575" y="847725"/>
                </a:lnTo>
                <a:lnTo>
                  <a:pt x="1543050" y="847725"/>
                </a:lnTo>
                <a:close/>
                <a:moveTo>
                  <a:pt x="676275" y="847725"/>
                </a:moveTo>
                <a:lnTo>
                  <a:pt x="685800" y="847725"/>
                </a:lnTo>
                <a:lnTo>
                  <a:pt x="685800" y="857250"/>
                </a:lnTo>
                <a:lnTo>
                  <a:pt x="676275" y="857250"/>
                </a:lnTo>
                <a:close/>
                <a:moveTo>
                  <a:pt x="1304925" y="847725"/>
                </a:moveTo>
                <a:lnTo>
                  <a:pt x="1314450" y="847725"/>
                </a:lnTo>
                <a:lnTo>
                  <a:pt x="1314450" y="857250"/>
                </a:lnTo>
                <a:lnTo>
                  <a:pt x="1304925" y="857250"/>
                </a:lnTo>
                <a:close/>
                <a:moveTo>
                  <a:pt x="361950" y="857250"/>
                </a:moveTo>
                <a:lnTo>
                  <a:pt x="371475" y="857250"/>
                </a:lnTo>
                <a:lnTo>
                  <a:pt x="371475" y="866775"/>
                </a:lnTo>
                <a:lnTo>
                  <a:pt x="361950" y="866775"/>
                </a:lnTo>
                <a:close/>
                <a:moveTo>
                  <a:pt x="542925" y="857250"/>
                </a:moveTo>
                <a:lnTo>
                  <a:pt x="571500" y="857250"/>
                </a:lnTo>
                <a:lnTo>
                  <a:pt x="571500" y="866775"/>
                </a:lnTo>
                <a:lnTo>
                  <a:pt x="542925" y="866775"/>
                </a:lnTo>
                <a:close/>
                <a:moveTo>
                  <a:pt x="666750" y="857250"/>
                </a:moveTo>
                <a:lnTo>
                  <a:pt x="676275" y="857250"/>
                </a:lnTo>
                <a:lnTo>
                  <a:pt x="676275" y="866775"/>
                </a:lnTo>
                <a:lnTo>
                  <a:pt x="666750" y="866775"/>
                </a:lnTo>
                <a:close/>
                <a:moveTo>
                  <a:pt x="1314450" y="857250"/>
                </a:moveTo>
                <a:lnTo>
                  <a:pt x="1333500" y="857250"/>
                </a:lnTo>
                <a:lnTo>
                  <a:pt x="1333500" y="866775"/>
                </a:lnTo>
                <a:lnTo>
                  <a:pt x="1314450" y="866775"/>
                </a:lnTo>
                <a:close/>
                <a:moveTo>
                  <a:pt x="1228725" y="866775"/>
                </a:moveTo>
                <a:lnTo>
                  <a:pt x="1238250" y="866775"/>
                </a:lnTo>
                <a:lnTo>
                  <a:pt x="1238250" y="876300"/>
                </a:lnTo>
                <a:lnTo>
                  <a:pt x="1228725" y="876300"/>
                </a:lnTo>
                <a:close/>
                <a:moveTo>
                  <a:pt x="323850" y="876300"/>
                </a:moveTo>
                <a:lnTo>
                  <a:pt x="333375" y="876300"/>
                </a:lnTo>
                <a:lnTo>
                  <a:pt x="333375" y="895350"/>
                </a:lnTo>
                <a:lnTo>
                  <a:pt x="323850" y="895350"/>
                </a:lnTo>
                <a:close/>
                <a:moveTo>
                  <a:pt x="1333500" y="876300"/>
                </a:moveTo>
                <a:lnTo>
                  <a:pt x="1352550" y="876300"/>
                </a:lnTo>
                <a:lnTo>
                  <a:pt x="1352550" y="885825"/>
                </a:lnTo>
                <a:lnTo>
                  <a:pt x="1343025" y="885825"/>
                </a:lnTo>
                <a:lnTo>
                  <a:pt x="1343025" y="895350"/>
                </a:lnTo>
                <a:lnTo>
                  <a:pt x="1333500" y="895350"/>
                </a:lnTo>
                <a:lnTo>
                  <a:pt x="1333500" y="904875"/>
                </a:lnTo>
                <a:lnTo>
                  <a:pt x="1314450" y="904875"/>
                </a:lnTo>
                <a:lnTo>
                  <a:pt x="1314450" y="895350"/>
                </a:lnTo>
                <a:lnTo>
                  <a:pt x="1323975" y="895350"/>
                </a:lnTo>
                <a:lnTo>
                  <a:pt x="1323975" y="885825"/>
                </a:lnTo>
                <a:lnTo>
                  <a:pt x="1333500" y="885825"/>
                </a:lnTo>
                <a:close/>
                <a:moveTo>
                  <a:pt x="1562100" y="885825"/>
                </a:moveTo>
                <a:lnTo>
                  <a:pt x="1571625" y="885825"/>
                </a:lnTo>
                <a:lnTo>
                  <a:pt x="1571625" y="895350"/>
                </a:lnTo>
                <a:lnTo>
                  <a:pt x="1562100" y="895350"/>
                </a:lnTo>
                <a:close/>
                <a:moveTo>
                  <a:pt x="533400" y="895350"/>
                </a:moveTo>
                <a:lnTo>
                  <a:pt x="542925" y="895350"/>
                </a:lnTo>
                <a:lnTo>
                  <a:pt x="542925" y="904875"/>
                </a:lnTo>
                <a:lnTo>
                  <a:pt x="533400" y="904875"/>
                </a:lnTo>
                <a:close/>
                <a:moveTo>
                  <a:pt x="561975" y="895350"/>
                </a:moveTo>
                <a:lnTo>
                  <a:pt x="581025" y="895350"/>
                </a:lnTo>
                <a:lnTo>
                  <a:pt x="581025" y="904875"/>
                </a:lnTo>
                <a:lnTo>
                  <a:pt x="590550" y="904875"/>
                </a:lnTo>
                <a:lnTo>
                  <a:pt x="590550" y="914400"/>
                </a:lnTo>
                <a:lnTo>
                  <a:pt x="571500" y="914400"/>
                </a:lnTo>
                <a:lnTo>
                  <a:pt x="571500" y="904875"/>
                </a:lnTo>
                <a:lnTo>
                  <a:pt x="561975" y="904875"/>
                </a:lnTo>
                <a:close/>
                <a:moveTo>
                  <a:pt x="962025" y="895350"/>
                </a:moveTo>
                <a:lnTo>
                  <a:pt x="971550" y="895350"/>
                </a:lnTo>
                <a:lnTo>
                  <a:pt x="971550" y="914400"/>
                </a:lnTo>
                <a:lnTo>
                  <a:pt x="962025" y="914400"/>
                </a:lnTo>
                <a:close/>
                <a:moveTo>
                  <a:pt x="1200150" y="895350"/>
                </a:moveTo>
                <a:lnTo>
                  <a:pt x="1209675" y="895350"/>
                </a:lnTo>
                <a:lnTo>
                  <a:pt x="1209675" y="914400"/>
                </a:lnTo>
                <a:lnTo>
                  <a:pt x="1200150" y="914400"/>
                </a:lnTo>
                <a:close/>
                <a:moveTo>
                  <a:pt x="1743075" y="895350"/>
                </a:moveTo>
                <a:lnTo>
                  <a:pt x="1752600" y="895350"/>
                </a:lnTo>
                <a:lnTo>
                  <a:pt x="1752600" y="904875"/>
                </a:lnTo>
                <a:lnTo>
                  <a:pt x="1743075" y="904875"/>
                </a:lnTo>
                <a:close/>
                <a:moveTo>
                  <a:pt x="1200150" y="923925"/>
                </a:moveTo>
                <a:lnTo>
                  <a:pt x="1209675" y="923925"/>
                </a:lnTo>
                <a:lnTo>
                  <a:pt x="1209675" y="933450"/>
                </a:lnTo>
                <a:lnTo>
                  <a:pt x="1200150" y="933450"/>
                </a:lnTo>
                <a:close/>
                <a:moveTo>
                  <a:pt x="666750" y="933450"/>
                </a:moveTo>
                <a:lnTo>
                  <a:pt x="676275" y="933450"/>
                </a:lnTo>
                <a:lnTo>
                  <a:pt x="676275" y="942975"/>
                </a:lnTo>
                <a:lnTo>
                  <a:pt x="666750" y="942975"/>
                </a:lnTo>
                <a:close/>
                <a:moveTo>
                  <a:pt x="1047750" y="933450"/>
                </a:moveTo>
                <a:lnTo>
                  <a:pt x="1066800" y="933450"/>
                </a:lnTo>
                <a:lnTo>
                  <a:pt x="1066800" y="942975"/>
                </a:lnTo>
                <a:lnTo>
                  <a:pt x="1076325" y="942975"/>
                </a:lnTo>
                <a:lnTo>
                  <a:pt x="1076325" y="952500"/>
                </a:lnTo>
                <a:lnTo>
                  <a:pt x="1057275" y="952500"/>
                </a:lnTo>
                <a:lnTo>
                  <a:pt x="1057275" y="942975"/>
                </a:lnTo>
                <a:lnTo>
                  <a:pt x="1047750" y="942975"/>
                </a:lnTo>
                <a:close/>
                <a:moveTo>
                  <a:pt x="1724025" y="933450"/>
                </a:moveTo>
                <a:lnTo>
                  <a:pt x="1733550" y="933450"/>
                </a:lnTo>
                <a:lnTo>
                  <a:pt x="1733550" y="942975"/>
                </a:lnTo>
                <a:lnTo>
                  <a:pt x="1743075" y="942975"/>
                </a:lnTo>
                <a:lnTo>
                  <a:pt x="1743075" y="952500"/>
                </a:lnTo>
                <a:lnTo>
                  <a:pt x="1733550" y="952500"/>
                </a:lnTo>
                <a:lnTo>
                  <a:pt x="1733550" y="971550"/>
                </a:lnTo>
                <a:lnTo>
                  <a:pt x="1714500" y="971550"/>
                </a:lnTo>
                <a:lnTo>
                  <a:pt x="1714500" y="952500"/>
                </a:lnTo>
                <a:lnTo>
                  <a:pt x="1724025" y="952500"/>
                </a:lnTo>
                <a:close/>
                <a:moveTo>
                  <a:pt x="533400" y="942975"/>
                </a:moveTo>
                <a:lnTo>
                  <a:pt x="542925" y="942975"/>
                </a:lnTo>
                <a:lnTo>
                  <a:pt x="542925" y="962025"/>
                </a:lnTo>
                <a:lnTo>
                  <a:pt x="552450" y="962025"/>
                </a:lnTo>
                <a:lnTo>
                  <a:pt x="552450" y="971550"/>
                </a:lnTo>
                <a:lnTo>
                  <a:pt x="542925" y="971550"/>
                </a:lnTo>
                <a:lnTo>
                  <a:pt x="542925" y="990600"/>
                </a:lnTo>
                <a:lnTo>
                  <a:pt x="533400" y="990600"/>
                </a:lnTo>
                <a:lnTo>
                  <a:pt x="533400" y="981075"/>
                </a:lnTo>
                <a:lnTo>
                  <a:pt x="514350" y="981075"/>
                </a:lnTo>
                <a:lnTo>
                  <a:pt x="514350" y="971550"/>
                </a:lnTo>
                <a:lnTo>
                  <a:pt x="504825" y="971550"/>
                </a:lnTo>
                <a:lnTo>
                  <a:pt x="504825" y="981075"/>
                </a:lnTo>
                <a:lnTo>
                  <a:pt x="476250" y="981075"/>
                </a:lnTo>
                <a:lnTo>
                  <a:pt x="476250" y="990600"/>
                </a:lnTo>
                <a:lnTo>
                  <a:pt x="466725" y="990600"/>
                </a:lnTo>
                <a:lnTo>
                  <a:pt x="466725" y="971550"/>
                </a:lnTo>
                <a:lnTo>
                  <a:pt x="476250" y="971550"/>
                </a:lnTo>
                <a:lnTo>
                  <a:pt x="476250" y="962025"/>
                </a:lnTo>
                <a:lnTo>
                  <a:pt x="495300" y="962025"/>
                </a:lnTo>
                <a:lnTo>
                  <a:pt x="495300" y="952500"/>
                </a:lnTo>
                <a:lnTo>
                  <a:pt x="533400" y="952500"/>
                </a:lnTo>
                <a:close/>
                <a:moveTo>
                  <a:pt x="619125" y="942975"/>
                </a:moveTo>
                <a:lnTo>
                  <a:pt x="628650" y="942975"/>
                </a:lnTo>
                <a:lnTo>
                  <a:pt x="628650" y="952500"/>
                </a:lnTo>
                <a:lnTo>
                  <a:pt x="619125" y="952500"/>
                </a:lnTo>
                <a:close/>
                <a:moveTo>
                  <a:pt x="676275" y="942975"/>
                </a:moveTo>
                <a:lnTo>
                  <a:pt x="685800" y="942975"/>
                </a:lnTo>
                <a:lnTo>
                  <a:pt x="685800" y="952500"/>
                </a:lnTo>
                <a:lnTo>
                  <a:pt x="676275" y="952500"/>
                </a:lnTo>
                <a:close/>
                <a:moveTo>
                  <a:pt x="447675" y="952500"/>
                </a:moveTo>
                <a:lnTo>
                  <a:pt x="466725" y="952500"/>
                </a:lnTo>
                <a:lnTo>
                  <a:pt x="466725" y="962025"/>
                </a:lnTo>
                <a:lnTo>
                  <a:pt x="457200" y="962025"/>
                </a:lnTo>
                <a:lnTo>
                  <a:pt x="457200" y="981075"/>
                </a:lnTo>
                <a:lnTo>
                  <a:pt x="447675" y="981075"/>
                </a:lnTo>
                <a:lnTo>
                  <a:pt x="447675" y="971550"/>
                </a:lnTo>
                <a:lnTo>
                  <a:pt x="438150" y="971550"/>
                </a:lnTo>
                <a:lnTo>
                  <a:pt x="438150" y="962025"/>
                </a:lnTo>
                <a:lnTo>
                  <a:pt x="447675" y="962025"/>
                </a:lnTo>
                <a:close/>
                <a:moveTo>
                  <a:pt x="685800" y="952500"/>
                </a:moveTo>
                <a:lnTo>
                  <a:pt x="695325" y="952500"/>
                </a:lnTo>
                <a:lnTo>
                  <a:pt x="695325" y="962025"/>
                </a:lnTo>
                <a:lnTo>
                  <a:pt x="685800" y="962025"/>
                </a:lnTo>
                <a:close/>
                <a:moveTo>
                  <a:pt x="1076325" y="952500"/>
                </a:moveTo>
                <a:lnTo>
                  <a:pt x="1085850" y="952500"/>
                </a:lnTo>
                <a:lnTo>
                  <a:pt x="1085850" y="962025"/>
                </a:lnTo>
                <a:lnTo>
                  <a:pt x="1076325" y="962025"/>
                </a:lnTo>
                <a:close/>
                <a:moveTo>
                  <a:pt x="1133475" y="962025"/>
                </a:moveTo>
                <a:lnTo>
                  <a:pt x="1143000" y="962025"/>
                </a:lnTo>
                <a:lnTo>
                  <a:pt x="1143000" y="971550"/>
                </a:lnTo>
                <a:lnTo>
                  <a:pt x="1133475" y="971550"/>
                </a:lnTo>
                <a:close/>
                <a:moveTo>
                  <a:pt x="1990725" y="962025"/>
                </a:moveTo>
                <a:lnTo>
                  <a:pt x="2000250" y="962025"/>
                </a:lnTo>
                <a:lnTo>
                  <a:pt x="2000250" y="971550"/>
                </a:lnTo>
                <a:lnTo>
                  <a:pt x="1990725" y="971550"/>
                </a:lnTo>
                <a:close/>
                <a:moveTo>
                  <a:pt x="857250" y="971550"/>
                </a:moveTo>
                <a:lnTo>
                  <a:pt x="885825" y="971550"/>
                </a:lnTo>
                <a:lnTo>
                  <a:pt x="885825" y="990600"/>
                </a:lnTo>
                <a:lnTo>
                  <a:pt x="876300" y="990600"/>
                </a:lnTo>
                <a:lnTo>
                  <a:pt x="876300" y="981075"/>
                </a:lnTo>
                <a:lnTo>
                  <a:pt x="857250" y="981075"/>
                </a:lnTo>
                <a:close/>
                <a:moveTo>
                  <a:pt x="1143000" y="971550"/>
                </a:moveTo>
                <a:lnTo>
                  <a:pt x="1152525" y="971550"/>
                </a:lnTo>
                <a:lnTo>
                  <a:pt x="1152525" y="981075"/>
                </a:lnTo>
                <a:lnTo>
                  <a:pt x="1143000" y="981075"/>
                </a:lnTo>
                <a:close/>
                <a:moveTo>
                  <a:pt x="1152525" y="981075"/>
                </a:moveTo>
                <a:lnTo>
                  <a:pt x="1162050" y="981075"/>
                </a:lnTo>
                <a:lnTo>
                  <a:pt x="1162050" y="990600"/>
                </a:lnTo>
                <a:lnTo>
                  <a:pt x="1152525" y="990600"/>
                </a:lnTo>
                <a:close/>
                <a:moveTo>
                  <a:pt x="476250" y="990600"/>
                </a:moveTo>
                <a:lnTo>
                  <a:pt x="485775" y="990600"/>
                </a:lnTo>
                <a:lnTo>
                  <a:pt x="485775" y="1000125"/>
                </a:lnTo>
                <a:lnTo>
                  <a:pt x="476250" y="1000125"/>
                </a:lnTo>
                <a:close/>
                <a:moveTo>
                  <a:pt x="771525" y="990600"/>
                </a:moveTo>
                <a:lnTo>
                  <a:pt x="819150" y="990600"/>
                </a:lnTo>
                <a:lnTo>
                  <a:pt x="819150" y="1000125"/>
                </a:lnTo>
                <a:lnTo>
                  <a:pt x="771525" y="1000125"/>
                </a:lnTo>
                <a:close/>
                <a:moveTo>
                  <a:pt x="904875" y="990600"/>
                </a:moveTo>
                <a:lnTo>
                  <a:pt x="914400" y="990600"/>
                </a:lnTo>
                <a:lnTo>
                  <a:pt x="914400" y="1000125"/>
                </a:lnTo>
                <a:lnTo>
                  <a:pt x="904875" y="1000125"/>
                </a:lnTo>
                <a:close/>
                <a:moveTo>
                  <a:pt x="1781175" y="990600"/>
                </a:moveTo>
                <a:lnTo>
                  <a:pt x="1790700" y="990600"/>
                </a:lnTo>
                <a:lnTo>
                  <a:pt x="1790700" y="1000125"/>
                </a:lnTo>
                <a:lnTo>
                  <a:pt x="1781175" y="1000125"/>
                </a:lnTo>
                <a:close/>
                <a:moveTo>
                  <a:pt x="895350" y="1000125"/>
                </a:moveTo>
                <a:lnTo>
                  <a:pt x="904875" y="1000125"/>
                </a:lnTo>
                <a:lnTo>
                  <a:pt x="904875" y="1019175"/>
                </a:lnTo>
                <a:lnTo>
                  <a:pt x="895350" y="1019175"/>
                </a:lnTo>
                <a:close/>
                <a:moveTo>
                  <a:pt x="1143000" y="1009650"/>
                </a:moveTo>
                <a:lnTo>
                  <a:pt x="1152525" y="1009650"/>
                </a:lnTo>
                <a:lnTo>
                  <a:pt x="1152525" y="1019175"/>
                </a:lnTo>
                <a:lnTo>
                  <a:pt x="1143000" y="1019175"/>
                </a:lnTo>
                <a:close/>
                <a:moveTo>
                  <a:pt x="581025" y="1019175"/>
                </a:moveTo>
                <a:lnTo>
                  <a:pt x="600075" y="1019175"/>
                </a:lnTo>
                <a:lnTo>
                  <a:pt x="600075" y="1028700"/>
                </a:lnTo>
                <a:lnTo>
                  <a:pt x="581025" y="1028700"/>
                </a:lnTo>
                <a:close/>
                <a:moveTo>
                  <a:pt x="1133475" y="1019175"/>
                </a:moveTo>
                <a:lnTo>
                  <a:pt x="1143000" y="1019175"/>
                </a:lnTo>
                <a:lnTo>
                  <a:pt x="1143000" y="1028700"/>
                </a:lnTo>
                <a:lnTo>
                  <a:pt x="1133475" y="1028700"/>
                </a:lnTo>
                <a:close/>
                <a:moveTo>
                  <a:pt x="666750" y="1028700"/>
                </a:moveTo>
                <a:lnTo>
                  <a:pt x="676275" y="1028700"/>
                </a:lnTo>
                <a:lnTo>
                  <a:pt x="676275" y="1038225"/>
                </a:lnTo>
                <a:lnTo>
                  <a:pt x="666750" y="1038225"/>
                </a:lnTo>
                <a:close/>
                <a:moveTo>
                  <a:pt x="619125" y="1038225"/>
                </a:moveTo>
                <a:lnTo>
                  <a:pt x="628650" y="1038225"/>
                </a:lnTo>
                <a:lnTo>
                  <a:pt x="628650" y="1047750"/>
                </a:lnTo>
                <a:lnTo>
                  <a:pt x="619125" y="1047750"/>
                </a:lnTo>
                <a:close/>
                <a:moveTo>
                  <a:pt x="1076325" y="1038225"/>
                </a:moveTo>
                <a:lnTo>
                  <a:pt x="1085850" y="1038225"/>
                </a:lnTo>
                <a:lnTo>
                  <a:pt x="1085850" y="1047750"/>
                </a:lnTo>
                <a:lnTo>
                  <a:pt x="1076325" y="1047750"/>
                </a:lnTo>
                <a:close/>
                <a:moveTo>
                  <a:pt x="1257300" y="1047750"/>
                </a:moveTo>
                <a:lnTo>
                  <a:pt x="1266825" y="1047750"/>
                </a:lnTo>
                <a:lnTo>
                  <a:pt x="1266825" y="1057275"/>
                </a:lnTo>
                <a:lnTo>
                  <a:pt x="1257300" y="1057275"/>
                </a:lnTo>
                <a:close/>
                <a:moveTo>
                  <a:pt x="476250" y="1076325"/>
                </a:moveTo>
                <a:lnTo>
                  <a:pt x="485775" y="1076325"/>
                </a:lnTo>
                <a:lnTo>
                  <a:pt x="485775" y="1085850"/>
                </a:lnTo>
                <a:lnTo>
                  <a:pt x="476250" y="1085850"/>
                </a:lnTo>
                <a:close/>
                <a:moveTo>
                  <a:pt x="904875" y="1076325"/>
                </a:moveTo>
                <a:lnTo>
                  <a:pt x="914400" y="1076325"/>
                </a:lnTo>
                <a:lnTo>
                  <a:pt x="914400" y="1085850"/>
                </a:lnTo>
                <a:lnTo>
                  <a:pt x="904875" y="1085850"/>
                </a:lnTo>
                <a:close/>
                <a:moveTo>
                  <a:pt x="981075" y="1076325"/>
                </a:moveTo>
                <a:lnTo>
                  <a:pt x="1000125" y="1076325"/>
                </a:lnTo>
                <a:lnTo>
                  <a:pt x="1000125" y="1095375"/>
                </a:lnTo>
                <a:lnTo>
                  <a:pt x="990600" y="1095375"/>
                </a:lnTo>
                <a:lnTo>
                  <a:pt x="990600" y="1085850"/>
                </a:lnTo>
                <a:lnTo>
                  <a:pt x="981075" y="1085850"/>
                </a:lnTo>
                <a:close/>
                <a:moveTo>
                  <a:pt x="1533525" y="1076325"/>
                </a:moveTo>
                <a:lnTo>
                  <a:pt x="1543050" y="1076325"/>
                </a:lnTo>
                <a:lnTo>
                  <a:pt x="1543050" y="1085850"/>
                </a:lnTo>
                <a:lnTo>
                  <a:pt x="1533525" y="1085850"/>
                </a:lnTo>
                <a:close/>
                <a:moveTo>
                  <a:pt x="1676400" y="1076325"/>
                </a:moveTo>
                <a:lnTo>
                  <a:pt x="1685925" y="1076325"/>
                </a:lnTo>
                <a:lnTo>
                  <a:pt x="1685925" y="1085850"/>
                </a:lnTo>
                <a:lnTo>
                  <a:pt x="1676400" y="1085850"/>
                </a:lnTo>
                <a:close/>
                <a:moveTo>
                  <a:pt x="581025" y="1104900"/>
                </a:moveTo>
                <a:lnTo>
                  <a:pt x="600075" y="1104900"/>
                </a:lnTo>
                <a:lnTo>
                  <a:pt x="600075" y="1114425"/>
                </a:lnTo>
                <a:lnTo>
                  <a:pt x="581025" y="1114425"/>
                </a:lnTo>
                <a:close/>
                <a:moveTo>
                  <a:pt x="314325" y="1114425"/>
                </a:moveTo>
                <a:lnTo>
                  <a:pt x="323850" y="1114425"/>
                </a:lnTo>
                <a:lnTo>
                  <a:pt x="323850" y="1123950"/>
                </a:lnTo>
                <a:lnTo>
                  <a:pt x="314325" y="1123950"/>
                </a:lnTo>
                <a:close/>
                <a:moveTo>
                  <a:pt x="1543050" y="1114425"/>
                </a:moveTo>
                <a:lnTo>
                  <a:pt x="1552575" y="1114425"/>
                </a:lnTo>
                <a:lnTo>
                  <a:pt x="1552575" y="1123950"/>
                </a:lnTo>
                <a:lnTo>
                  <a:pt x="1543050" y="1123950"/>
                </a:lnTo>
                <a:close/>
                <a:moveTo>
                  <a:pt x="1009650" y="1133475"/>
                </a:moveTo>
                <a:lnTo>
                  <a:pt x="1019175" y="1133475"/>
                </a:lnTo>
                <a:lnTo>
                  <a:pt x="1019175" y="1143000"/>
                </a:lnTo>
                <a:lnTo>
                  <a:pt x="1009650" y="1143000"/>
                </a:lnTo>
                <a:close/>
                <a:moveTo>
                  <a:pt x="1447800" y="1133475"/>
                </a:moveTo>
                <a:lnTo>
                  <a:pt x="1457325" y="1133475"/>
                </a:lnTo>
                <a:lnTo>
                  <a:pt x="1457325" y="1143000"/>
                </a:lnTo>
                <a:lnTo>
                  <a:pt x="1447800" y="1143000"/>
                </a:lnTo>
                <a:close/>
                <a:moveTo>
                  <a:pt x="1809750" y="1133475"/>
                </a:moveTo>
                <a:lnTo>
                  <a:pt x="1819275" y="1133475"/>
                </a:lnTo>
                <a:lnTo>
                  <a:pt x="1819275" y="1143000"/>
                </a:lnTo>
                <a:lnTo>
                  <a:pt x="1809750" y="1143000"/>
                </a:lnTo>
                <a:close/>
                <a:moveTo>
                  <a:pt x="1571625" y="1143000"/>
                </a:moveTo>
                <a:lnTo>
                  <a:pt x="1581150" y="1143000"/>
                </a:lnTo>
                <a:lnTo>
                  <a:pt x="1581150" y="1152525"/>
                </a:lnTo>
                <a:lnTo>
                  <a:pt x="1571625" y="1152525"/>
                </a:lnTo>
                <a:close/>
                <a:moveTo>
                  <a:pt x="666750" y="1162050"/>
                </a:moveTo>
                <a:lnTo>
                  <a:pt x="685800" y="1162050"/>
                </a:lnTo>
                <a:lnTo>
                  <a:pt x="685800" y="1171575"/>
                </a:lnTo>
                <a:lnTo>
                  <a:pt x="666750" y="1171575"/>
                </a:lnTo>
                <a:close/>
                <a:moveTo>
                  <a:pt x="800100" y="1162050"/>
                </a:moveTo>
                <a:lnTo>
                  <a:pt x="809625" y="1162050"/>
                </a:lnTo>
                <a:lnTo>
                  <a:pt x="809625" y="1171575"/>
                </a:lnTo>
                <a:lnTo>
                  <a:pt x="800100" y="1171575"/>
                </a:lnTo>
                <a:close/>
                <a:moveTo>
                  <a:pt x="1504950" y="1162050"/>
                </a:moveTo>
                <a:lnTo>
                  <a:pt x="1514475" y="1162050"/>
                </a:lnTo>
                <a:lnTo>
                  <a:pt x="1514475" y="1190625"/>
                </a:lnTo>
                <a:lnTo>
                  <a:pt x="1504950" y="1190625"/>
                </a:lnTo>
                <a:close/>
                <a:moveTo>
                  <a:pt x="628650" y="1181100"/>
                </a:moveTo>
                <a:lnTo>
                  <a:pt x="638175" y="1181100"/>
                </a:lnTo>
                <a:lnTo>
                  <a:pt x="638175" y="1200150"/>
                </a:lnTo>
                <a:lnTo>
                  <a:pt x="628650" y="1200150"/>
                </a:lnTo>
                <a:close/>
                <a:moveTo>
                  <a:pt x="476250" y="1190625"/>
                </a:moveTo>
                <a:lnTo>
                  <a:pt x="485775" y="1190625"/>
                </a:lnTo>
                <a:lnTo>
                  <a:pt x="485775" y="1200150"/>
                </a:lnTo>
                <a:lnTo>
                  <a:pt x="476250" y="1200150"/>
                </a:lnTo>
                <a:close/>
                <a:moveTo>
                  <a:pt x="904875" y="1190625"/>
                </a:moveTo>
                <a:lnTo>
                  <a:pt x="914400" y="1190625"/>
                </a:lnTo>
                <a:lnTo>
                  <a:pt x="914400" y="1200150"/>
                </a:lnTo>
                <a:lnTo>
                  <a:pt x="904875" y="1200150"/>
                </a:lnTo>
                <a:close/>
                <a:moveTo>
                  <a:pt x="647700" y="1200150"/>
                </a:moveTo>
                <a:lnTo>
                  <a:pt x="657225" y="1200150"/>
                </a:lnTo>
                <a:lnTo>
                  <a:pt x="657225" y="1209675"/>
                </a:lnTo>
                <a:lnTo>
                  <a:pt x="647700" y="1209675"/>
                </a:lnTo>
                <a:close/>
                <a:moveTo>
                  <a:pt x="895350" y="1200150"/>
                </a:moveTo>
                <a:lnTo>
                  <a:pt x="904875" y="1200150"/>
                </a:lnTo>
                <a:lnTo>
                  <a:pt x="904875" y="1209675"/>
                </a:lnTo>
                <a:lnTo>
                  <a:pt x="895350" y="1209675"/>
                </a:lnTo>
                <a:close/>
                <a:moveTo>
                  <a:pt x="209550" y="1209675"/>
                </a:moveTo>
                <a:lnTo>
                  <a:pt x="228600" y="1209675"/>
                </a:lnTo>
                <a:lnTo>
                  <a:pt x="228600" y="1219200"/>
                </a:lnTo>
                <a:lnTo>
                  <a:pt x="209550" y="1219200"/>
                </a:lnTo>
                <a:close/>
                <a:moveTo>
                  <a:pt x="838200" y="1209675"/>
                </a:moveTo>
                <a:lnTo>
                  <a:pt x="847725" y="1209675"/>
                </a:lnTo>
                <a:lnTo>
                  <a:pt x="847725" y="1219200"/>
                </a:lnTo>
                <a:lnTo>
                  <a:pt x="838200" y="1219200"/>
                </a:lnTo>
                <a:close/>
                <a:moveTo>
                  <a:pt x="1133475" y="1219200"/>
                </a:moveTo>
                <a:lnTo>
                  <a:pt x="1143000" y="1219200"/>
                </a:lnTo>
                <a:lnTo>
                  <a:pt x="1143000" y="1238250"/>
                </a:lnTo>
                <a:lnTo>
                  <a:pt x="1133475" y="1238250"/>
                </a:lnTo>
                <a:close/>
                <a:moveTo>
                  <a:pt x="1209675" y="1228725"/>
                </a:moveTo>
                <a:lnTo>
                  <a:pt x="1228725" y="1228725"/>
                </a:lnTo>
                <a:lnTo>
                  <a:pt x="1228725" y="1247775"/>
                </a:lnTo>
                <a:lnTo>
                  <a:pt x="1219200" y="1247775"/>
                </a:lnTo>
                <a:lnTo>
                  <a:pt x="1219200" y="1257300"/>
                </a:lnTo>
                <a:lnTo>
                  <a:pt x="1209675" y="1257300"/>
                </a:lnTo>
                <a:close/>
                <a:moveTo>
                  <a:pt x="1609725" y="1228725"/>
                </a:moveTo>
                <a:lnTo>
                  <a:pt x="1619250" y="1228725"/>
                </a:lnTo>
                <a:lnTo>
                  <a:pt x="1619250" y="1238250"/>
                </a:lnTo>
                <a:lnTo>
                  <a:pt x="1609725" y="1238250"/>
                </a:lnTo>
                <a:close/>
                <a:moveTo>
                  <a:pt x="1876425" y="1228725"/>
                </a:moveTo>
                <a:lnTo>
                  <a:pt x="1885950" y="1228725"/>
                </a:lnTo>
                <a:lnTo>
                  <a:pt x="1885950" y="1238250"/>
                </a:lnTo>
                <a:lnTo>
                  <a:pt x="1876425" y="1238250"/>
                </a:lnTo>
                <a:close/>
                <a:moveTo>
                  <a:pt x="1400175" y="1238250"/>
                </a:moveTo>
                <a:lnTo>
                  <a:pt x="1409700" y="1238250"/>
                </a:lnTo>
                <a:lnTo>
                  <a:pt x="1409700" y="1247775"/>
                </a:lnTo>
                <a:lnTo>
                  <a:pt x="1400175" y="1247775"/>
                </a:lnTo>
                <a:close/>
                <a:moveTo>
                  <a:pt x="638175" y="1247775"/>
                </a:moveTo>
                <a:lnTo>
                  <a:pt x="647700" y="1247775"/>
                </a:lnTo>
                <a:lnTo>
                  <a:pt x="647700" y="1257300"/>
                </a:lnTo>
                <a:lnTo>
                  <a:pt x="638175" y="1257300"/>
                </a:lnTo>
                <a:close/>
                <a:moveTo>
                  <a:pt x="1771650" y="1247775"/>
                </a:moveTo>
                <a:lnTo>
                  <a:pt x="1781175" y="1247775"/>
                </a:lnTo>
                <a:lnTo>
                  <a:pt x="1781175" y="1257300"/>
                </a:lnTo>
                <a:lnTo>
                  <a:pt x="1771650" y="1257300"/>
                </a:lnTo>
                <a:close/>
                <a:moveTo>
                  <a:pt x="1295400" y="1257300"/>
                </a:moveTo>
                <a:lnTo>
                  <a:pt x="1304925" y="1257300"/>
                </a:lnTo>
                <a:lnTo>
                  <a:pt x="1304925" y="1266825"/>
                </a:lnTo>
                <a:lnTo>
                  <a:pt x="1295400" y="1266825"/>
                </a:lnTo>
                <a:close/>
                <a:moveTo>
                  <a:pt x="542925" y="1266825"/>
                </a:moveTo>
                <a:lnTo>
                  <a:pt x="571500" y="1266825"/>
                </a:lnTo>
                <a:lnTo>
                  <a:pt x="571500" y="1285875"/>
                </a:lnTo>
                <a:lnTo>
                  <a:pt x="561975" y="1285875"/>
                </a:lnTo>
                <a:lnTo>
                  <a:pt x="561975" y="1276350"/>
                </a:lnTo>
                <a:lnTo>
                  <a:pt x="542925" y="1276350"/>
                </a:lnTo>
                <a:close/>
                <a:moveTo>
                  <a:pt x="1200150" y="1266825"/>
                </a:moveTo>
                <a:lnTo>
                  <a:pt x="1209675" y="1266825"/>
                </a:lnTo>
                <a:lnTo>
                  <a:pt x="1209675" y="1276350"/>
                </a:lnTo>
                <a:lnTo>
                  <a:pt x="1200150" y="1276350"/>
                </a:lnTo>
                <a:close/>
                <a:moveTo>
                  <a:pt x="1247775" y="1266825"/>
                </a:moveTo>
                <a:lnTo>
                  <a:pt x="1257300" y="1266825"/>
                </a:lnTo>
                <a:lnTo>
                  <a:pt x="1257300" y="1295400"/>
                </a:lnTo>
                <a:lnTo>
                  <a:pt x="1247775" y="1295400"/>
                </a:lnTo>
                <a:close/>
                <a:moveTo>
                  <a:pt x="1304925" y="1266825"/>
                </a:moveTo>
                <a:lnTo>
                  <a:pt x="1314450" y="1266825"/>
                </a:lnTo>
                <a:lnTo>
                  <a:pt x="1314450" y="1276350"/>
                </a:lnTo>
                <a:lnTo>
                  <a:pt x="1304925" y="1276350"/>
                </a:lnTo>
                <a:close/>
                <a:moveTo>
                  <a:pt x="847725" y="1276350"/>
                </a:moveTo>
                <a:lnTo>
                  <a:pt x="857250" y="1276350"/>
                </a:lnTo>
                <a:lnTo>
                  <a:pt x="857250" y="1285875"/>
                </a:lnTo>
                <a:lnTo>
                  <a:pt x="847725" y="1285875"/>
                </a:lnTo>
                <a:close/>
                <a:moveTo>
                  <a:pt x="1009650" y="1276350"/>
                </a:moveTo>
                <a:lnTo>
                  <a:pt x="1019175" y="1276350"/>
                </a:lnTo>
                <a:lnTo>
                  <a:pt x="1019175" y="1285875"/>
                </a:lnTo>
                <a:lnTo>
                  <a:pt x="1009650" y="1285875"/>
                </a:lnTo>
                <a:close/>
                <a:moveTo>
                  <a:pt x="1076325" y="1276350"/>
                </a:moveTo>
                <a:lnTo>
                  <a:pt x="1085850" y="1276350"/>
                </a:lnTo>
                <a:lnTo>
                  <a:pt x="1085850" y="1285875"/>
                </a:lnTo>
                <a:lnTo>
                  <a:pt x="1076325" y="1285875"/>
                </a:lnTo>
                <a:close/>
                <a:moveTo>
                  <a:pt x="1914525" y="1285875"/>
                </a:moveTo>
                <a:lnTo>
                  <a:pt x="1924050" y="1285875"/>
                </a:lnTo>
                <a:lnTo>
                  <a:pt x="1924050" y="1295400"/>
                </a:lnTo>
                <a:lnTo>
                  <a:pt x="1914525" y="1295400"/>
                </a:lnTo>
                <a:close/>
                <a:moveTo>
                  <a:pt x="600075" y="1295400"/>
                </a:moveTo>
                <a:lnTo>
                  <a:pt x="609600" y="1295400"/>
                </a:lnTo>
                <a:lnTo>
                  <a:pt x="609600" y="1304925"/>
                </a:lnTo>
                <a:lnTo>
                  <a:pt x="600075" y="1304925"/>
                </a:lnTo>
                <a:close/>
                <a:moveTo>
                  <a:pt x="1019175" y="1295400"/>
                </a:moveTo>
                <a:lnTo>
                  <a:pt x="1028700" y="1295400"/>
                </a:lnTo>
                <a:lnTo>
                  <a:pt x="1028700" y="1304925"/>
                </a:lnTo>
                <a:lnTo>
                  <a:pt x="1019175" y="1304925"/>
                </a:lnTo>
                <a:close/>
                <a:moveTo>
                  <a:pt x="1257300" y="1295400"/>
                </a:moveTo>
                <a:lnTo>
                  <a:pt x="1266825" y="1295400"/>
                </a:lnTo>
                <a:lnTo>
                  <a:pt x="1266825" y="1304925"/>
                </a:lnTo>
                <a:lnTo>
                  <a:pt x="1257300" y="1304925"/>
                </a:lnTo>
                <a:close/>
                <a:moveTo>
                  <a:pt x="1619250" y="1295400"/>
                </a:moveTo>
                <a:lnTo>
                  <a:pt x="1628775" y="1295400"/>
                </a:lnTo>
                <a:lnTo>
                  <a:pt x="1628775" y="1304925"/>
                </a:lnTo>
                <a:lnTo>
                  <a:pt x="1619250" y="1304925"/>
                </a:lnTo>
                <a:close/>
                <a:moveTo>
                  <a:pt x="609600" y="1304925"/>
                </a:moveTo>
                <a:lnTo>
                  <a:pt x="619125" y="1304925"/>
                </a:lnTo>
                <a:lnTo>
                  <a:pt x="619125" y="1314450"/>
                </a:lnTo>
                <a:lnTo>
                  <a:pt x="609600" y="1314450"/>
                </a:lnTo>
                <a:close/>
                <a:moveTo>
                  <a:pt x="638175" y="1304925"/>
                </a:moveTo>
                <a:lnTo>
                  <a:pt x="647700" y="1304925"/>
                </a:lnTo>
                <a:lnTo>
                  <a:pt x="647700" y="1323975"/>
                </a:lnTo>
                <a:lnTo>
                  <a:pt x="638175" y="1323975"/>
                </a:lnTo>
                <a:close/>
                <a:moveTo>
                  <a:pt x="952500" y="1304925"/>
                </a:moveTo>
                <a:lnTo>
                  <a:pt x="962025" y="1304925"/>
                </a:lnTo>
                <a:lnTo>
                  <a:pt x="962025" y="1314450"/>
                </a:lnTo>
                <a:lnTo>
                  <a:pt x="952500" y="1314450"/>
                </a:lnTo>
                <a:close/>
                <a:moveTo>
                  <a:pt x="1057275" y="1304925"/>
                </a:moveTo>
                <a:lnTo>
                  <a:pt x="1066800" y="1304925"/>
                </a:lnTo>
                <a:lnTo>
                  <a:pt x="1066800" y="1314450"/>
                </a:lnTo>
                <a:lnTo>
                  <a:pt x="1057275" y="1314450"/>
                </a:lnTo>
                <a:close/>
                <a:moveTo>
                  <a:pt x="1123950" y="1304925"/>
                </a:moveTo>
                <a:lnTo>
                  <a:pt x="1143000" y="1304925"/>
                </a:lnTo>
                <a:lnTo>
                  <a:pt x="1143000" y="1323975"/>
                </a:lnTo>
                <a:lnTo>
                  <a:pt x="1123950" y="1323975"/>
                </a:lnTo>
                <a:close/>
                <a:moveTo>
                  <a:pt x="1533525" y="1304925"/>
                </a:moveTo>
                <a:lnTo>
                  <a:pt x="1543050" y="1304925"/>
                </a:lnTo>
                <a:lnTo>
                  <a:pt x="1543050" y="1314450"/>
                </a:lnTo>
                <a:lnTo>
                  <a:pt x="1533525" y="1314450"/>
                </a:lnTo>
                <a:close/>
                <a:moveTo>
                  <a:pt x="1638300" y="1304925"/>
                </a:moveTo>
                <a:lnTo>
                  <a:pt x="1647825" y="1304925"/>
                </a:lnTo>
                <a:lnTo>
                  <a:pt x="1647825" y="1314450"/>
                </a:lnTo>
                <a:lnTo>
                  <a:pt x="1638300" y="1314450"/>
                </a:lnTo>
                <a:close/>
                <a:moveTo>
                  <a:pt x="962025" y="1314450"/>
                </a:moveTo>
                <a:lnTo>
                  <a:pt x="971550" y="1314450"/>
                </a:lnTo>
                <a:lnTo>
                  <a:pt x="971550" y="1323975"/>
                </a:lnTo>
                <a:lnTo>
                  <a:pt x="962025" y="1323975"/>
                </a:lnTo>
                <a:close/>
                <a:moveTo>
                  <a:pt x="1038225" y="1314450"/>
                </a:moveTo>
                <a:lnTo>
                  <a:pt x="1047750" y="1314450"/>
                </a:lnTo>
                <a:lnTo>
                  <a:pt x="1047750" y="1323975"/>
                </a:lnTo>
                <a:lnTo>
                  <a:pt x="1038225" y="1323975"/>
                </a:lnTo>
                <a:close/>
                <a:moveTo>
                  <a:pt x="1076325" y="1314450"/>
                </a:moveTo>
                <a:lnTo>
                  <a:pt x="1085850" y="1314450"/>
                </a:lnTo>
                <a:lnTo>
                  <a:pt x="1085850" y="1323975"/>
                </a:lnTo>
                <a:lnTo>
                  <a:pt x="1076325" y="1323975"/>
                </a:lnTo>
                <a:close/>
                <a:moveTo>
                  <a:pt x="1647825" y="1314450"/>
                </a:moveTo>
                <a:lnTo>
                  <a:pt x="1657350" y="1314450"/>
                </a:lnTo>
                <a:lnTo>
                  <a:pt x="1657350" y="1323975"/>
                </a:lnTo>
                <a:lnTo>
                  <a:pt x="1647825" y="1323975"/>
                </a:lnTo>
                <a:close/>
                <a:moveTo>
                  <a:pt x="714375" y="1323975"/>
                </a:moveTo>
                <a:lnTo>
                  <a:pt x="723900" y="1323975"/>
                </a:lnTo>
                <a:lnTo>
                  <a:pt x="723900" y="1333500"/>
                </a:lnTo>
                <a:lnTo>
                  <a:pt x="714375" y="1333500"/>
                </a:lnTo>
                <a:close/>
                <a:moveTo>
                  <a:pt x="1019175" y="1323975"/>
                </a:moveTo>
                <a:lnTo>
                  <a:pt x="1028700" y="1323975"/>
                </a:lnTo>
                <a:lnTo>
                  <a:pt x="1028700" y="1333500"/>
                </a:lnTo>
                <a:lnTo>
                  <a:pt x="1019175" y="1333500"/>
                </a:lnTo>
                <a:close/>
                <a:moveTo>
                  <a:pt x="1876425" y="1323975"/>
                </a:moveTo>
                <a:lnTo>
                  <a:pt x="1885950" y="1323975"/>
                </a:lnTo>
                <a:lnTo>
                  <a:pt x="1885950" y="1333500"/>
                </a:lnTo>
                <a:lnTo>
                  <a:pt x="1876425" y="1333500"/>
                </a:lnTo>
                <a:close/>
                <a:moveTo>
                  <a:pt x="695325" y="1343025"/>
                </a:moveTo>
                <a:lnTo>
                  <a:pt x="714375" y="1343025"/>
                </a:lnTo>
                <a:lnTo>
                  <a:pt x="714375" y="1352550"/>
                </a:lnTo>
                <a:lnTo>
                  <a:pt x="695325" y="1352550"/>
                </a:lnTo>
                <a:close/>
                <a:moveTo>
                  <a:pt x="533400" y="1352550"/>
                </a:moveTo>
                <a:lnTo>
                  <a:pt x="542925" y="1352550"/>
                </a:lnTo>
                <a:lnTo>
                  <a:pt x="542925" y="1362075"/>
                </a:lnTo>
                <a:lnTo>
                  <a:pt x="533400" y="1362075"/>
                </a:lnTo>
                <a:close/>
                <a:moveTo>
                  <a:pt x="409575" y="1362075"/>
                </a:moveTo>
                <a:lnTo>
                  <a:pt x="419100" y="1362075"/>
                </a:lnTo>
                <a:lnTo>
                  <a:pt x="419100" y="1390650"/>
                </a:lnTo>
                <a:lnTo>
                  <a:pt x="409575" y="1390650"/>
                </a:lnTo>
                <a:close/>
                <a:moveTo>
                  <a:pt x="514350" y="1362075"/>
                </a:moveTo>
                <a:lnTo>
                  <a:pt x="523875" y="1362075"/>
                </a:lnTo>
                <a:lnTo>
                  <a:pt x="523875" y="1371600"/>
                </a:lnTo>
                <a:lnTo>
                  <a:pt x="514350" y="1371600"/>
                </a:lnTo>
                <a:close/>
                <a:moveTo>
                  <a:pt x="1143000" y="1362075"/>
                </a:moveTo>
                <a:lnTo>
                  <a:pt x="1152525" y="1362075"/>
                </a:lnTo>
                <a:lnTo>
                  <a:pt x="1152525" y="1381125"/>
                </a:lnTo>
                <a:lnTo>
                  <a:pt x="1143000" y="1381125"/>
                </a:lnTo>
                <a:lnTo>
                  <a:pt x="1143000" y="1390650"/>
                </a:lnTo>
                <a:lnTo>
                  <a:pt x="1133475" y="1390650"/>
                </a:lnTo>
                <a:lnTo>
                  <a:pt x="1133475" y="1371600"/>
                </a:lnTo>
                <a:lnTo>
                  <a:pt x="1143000" y="1371600"/>
                </a:lnTo>
                <a:close/>
                <a:moveTo>
                  <a:pt x="828675" y="1390650"/>
                </a:moveTo>
                <a:lnTo>
                  <a:pt x="838200" y="1390650"/>
                </a:lnTo>
                <a:lnTo>
                  <a:pt x="838200" y="1400175"/>
                </a:lnTo>
                <a:lnTo>
                  <a:pt x="828675" y="1400175"/>
                </a:lnTo>
                <a:close/>
                <a:moveTo>
                  <a:pt x="876300" y="1390650"/>
                </a:moveTo>
                <a:lnTo>
                  <a:pt x="885825" y="1390650"/>
                </a:lnTo>
                <a:lnTo>
                  <a:pt x="885825" y="1400175"/>
                </a:lnTo>
                <a:lnTo>
                  <a:pt x="895350" y="1400175"/>
                </a:lnTo>
                <a:lnTo>
                  <a:pt x="895350" y="1409700"/>
                </a:lnTo>
                <a:lnTo>
                  <a:pt x="876300" y="1409700"/>
                </a:lnTo>
                <a:close/>
                <a:moveTo>
                  <a:pt x="733425" y="1428750"/>
                </a:moveTo>
                <a:lnTo>
                  <a:pt x="742950" y="1428750"/>
                </a:lnTo>
                <a:lnTo>
                  <a:pt x="742950" y="1438275"/>
                </a:lnTo>
                <a:lnTo>
                  <a:pt x="733425" y="1438275"/>
                </a:lnTo>
                <a:close/>
                <a:moveTo>
                  <a:pt x="1409700" y="1438275"/>
                </a:moveTo>
                <a:lnTo>
                  <a:pt x="1419225" y="1438275"/>
                </a:lnTo>
                <a:lnTo>
                  <a:pt x="1419225" y="1447800"/>
                </a:lnTo>
                <a:lnTo>
                  <a:pt x="1409700" y="1447800"/>
                </a:lnTo>
                <a:close/>
                <a:moveTo>
                  <a:pt x="885825" y="1447800"/>
                </a:moveTo>
                <a:lnTo>
                  <a:pt x="904875" y="1447800"/>
                </a:lnTo>
                <a:lnTo>
                  <a:pt x="904875" y="1457325"/>
                </a:lnTo>
                <a:lnTo>
                  <a:pt x="895350" y="1457325"/>
                </a:lnTo>
                <a:lnTo>
                  <a:pt x="895350" y="1466850"/>
                </a:lnTo>
                <a:lnTo>
                  <a:pt x="885825" y="1466850"/>
                </a:lnTo>
                <a:close/>
                <a:moveTo>
                  <a:pt x="714375" y="1457325"/>
                </a:moveTo>
                <a:lnTo>
                  <a:pt x="723900" y="1457325"/>
                </a:lnTo>
                <a:lnTo>
                  <a:pt x="723900" y="1466850"/>
                </a:lnTo>
                <a:lnTo>
                  <a:pt x="714375" y="1466850"/>
                </a:lnTo>
                <a:close/>
                <a:moveTo>
                  <a:pt x="561975" y="1466850"/>
                </a:moveTo>
                <a:lnTo>
                  <a:pt x="571500" y="1466850"/>
                </a:lnTo>
                <a:lnTo>
                  <a:pt x="571500" y="1476375"/>
                </a:lnTo>
                <a:lnTo>
                  <a:pt x="561975" y="1476375"/>
                </a:lnTo>
                <a:close/>
                <a:moveTo>
                  <a:pt x="704850" y="1466850"/>
                </a:moveTo>
                <a:lnTo>
                  <a:pt x="714375" y="1466850"/>
                </a:lnTo>
                <a:lnTo>
                  <a:pt x="714375" y="1476375"/>
                </a:lnTo>
                <a:lnTo>
                  <a:pt x="704850" y="1476375"/>
                </a:lnTo>
                <a:close/>
                <a:moveTo>
                  <a:pt x="590550" y="1476375"/>
                </a:moveTo>
                <a:lnTo>
                  <a:pt x="600075" y="1476375"/>
                </a:lnTo>
                <a:lnTo>
                  <a:pt x="600075" y="1495425"/>
                </a:lnTo>
                <a:lnTo>
                  <a:pt x="590550" y="1495425"/>
                </a:lnTo>
                <a:close/>
                <a:moveTo>
                  <a:pt x="590550" y="1504950"/>
                </a:moveTo>
                <a:lnTo>
                  <a:pt x="600075" y="1504950"/>
                </a:lnTo>
                <a:lnTo>
                  <a:pt x="600075" y="1514475"/>
                </a:lnTo>
                <a:lnTo>
                  <a:pt x="590550" y="1514475"/>
                </a:lnTo>
                <a:close/>
                <a:moveTo>
                  <a:pt x="809625" y="1504950"/>
                </a:moveTo>
                <a:lnTo>
                  <a:pt x="819150" y="1504950"/>
                </a:lnTo>
                <a:lnTo>
                  <a:pt x="819150" y="1524000"/>
                </a:lnTo>
                <a:lnTo>
                  <a:pt x="809625" y="1524000"/>
                </a:lnTo>
                <a:close/>
                <a:moveTo>
                  <a:pt x="285750" y="1514475"/>
                </a:moveTo>
                <a:lnTo>
                  <a:pt x="295275" y="1514475"/>
                </a:lnTo>
                <a:lnTo>
                  <a:pt x="295275" y="1524000"/>
                </a:lnTo>
                <a:lnTo>
                  <a:pt x="285750" y="1524000"/>
                </a:lnTo>
                <a:close/>
                <a:moveTo>
                  <a:pt x="1590675" y="1514475"/>
                </a:moveTo>
                <a:lnTo>
                  <a:pt x="1600200" y="1514475"/>
                </a:lnTo>
                <a:lnTo>
                  <a:pt x="1600200" y="1524000"/>
                </a:lnTo>
                <a:lnTo>
                  <a:pt x="1590675" y="1524000"/>
                </a:lnTo>
                <a:close/>
                <a:moveTo>
                  <a:pt x="485775" y="1524000"/>
                </a:moveTo>
                <a:lnTo>
                  <a:pt x="514350" y="1524000"/>
                </a:lnTo>
                <a:lnTo>
                  <a:pt x="514350" y="1543050"/>
                </a:lnTo>
                <a:lnTo>
                  <a:pt x="495300" y="1543050"/>
                </a:lnTo>
                <a:lnTo>
                  <a:pt x="495300" y="1533525"/>
                </a:lnTo>
                <a:lnTo>
                  <a:pt x="485775" y="1533525"/>
                </a:lnTo>
                <a:close/>
                <a:moveTo>
                  <a:pt x="619125" y="1533525"/>
                </a:moveTo>
                <a:lnTo>
                  <a:pt x="657225" y="1533525"/>
                </a:lnTo>
                <a:lnTo>
                  <a:pt x="657225" y="1543050"/>
                </a:lnTo>
                <a:lnTo>
                  <a:pt x="638175" y="1543050"/>
                </a:lnTo>
                <a:lnTo>
                  <a:pt x="638175" y="1552575"/>
                </a:lnTo>
                <a:lnTo>
                  <a:pt x="619125" y="1552575"/>
                </a:lnTo>
                <a:close/>
                <a:moveTo>
                  <a:pt x="657225" y="1552575"/>
                </a:moveTo>
                <a:lnTo>
                  <a:pt x="676275" y="1552575"/>
                </a:lnTo>
                <a:lnTo>
                  <a:pt x="676275" y="1562100"/>
                </a:lnTo>
                <a:lnTo>
                  <a:pt x="685800" y="1562100"/>
                </a:lnTo>
                <a:lnTo>
                  <a:pt x="685800" y="1571625"/>
                </a:lnTo>
                <a:lnTo>
                  <a:pt x="657225" y="1571625"/>
                </a:lnTo>
                <a:close/>
                <a:moveTo>
                  <a:pt x="1333500" y="1552575"/>
                </a:moveTo>
                <a:lnTo>
                  <a:pt x="1343025" y="1552575"/>
                </a:lnTo>
                <a:lnTo>
                  <a:pt x="1343025" y="1562100"/>
                </a:lnTo>
                <a:lnTo>
                  <a:pt x="1333500" y="1562100"/>
                </a:lnTo>
                <a:close/>
                <a:moveTo>
                  <a:pt x="1657350" y="1552575"/>
                </a:moveTo>
                <a:lnTo>
                  <a:pt x="1666875" y="1552575"/>
                </a:lnTo>
                <a:lnTo>
                  <a:pt x="1666875" y="1562100"/>
                </a:lnTo>
                <a:lnTo>
                  <a:pt x="1657350" y="1562100"/>
                </a:lnTo>
                <a:close/>
                <a:moveTo>
                  <a:pt x="1781175" y="1552575"/>
                </a:moveTo>
                <a:lnTo>
                  <a:pt x="1790700" y="1552575"/>
                </a:lnTo>
                <a:lnTo>
                  <a:pt x="1790700" y="1562100"/>
                </a:lnTo>
                <a:lnTo>
                  <a:pt x="1781175" y="1562100"/>
                </a:lnTo>
                <a:close/>
                <a:moveTo>
                  <a:pt x="1790700" y="1562100"/>
                </a:moveTo>
                <a:lnTo>
                  <a:pt x="1800225" y="1562100"/>
                </a:lnTo>
                <a:lnTo>
                  <a:pt x="1800225" y="1571625"/>
                </a:lnTo>
                <a:lnTo>
                  <a:pt x="1790700" y="1571625"/>
                </a:lnTo>
                <a:close/>
                <a:moveTo>
                  <a:pt x="1895475" y="1562100"/>
                </a:moveTo>
                <a:lnTo>
                  <a:pt x="1905000" y="1562100"/>
                </a:lnTo>
                <a:lnTo>
                  <a:pt x="1905000" y="1571625"/>
                </a:lnTo>
                <a:lnTo>
                  <a:pt x="1895475" y="1571625"/>
                </a:lnTo>
                <a:close/>
                <a:moveTo>
                  <a:pt x="542925" y="1571625"/>
                </a:moveTo>
                <a:lnTo>
                  <a:pt x="552450" y="1571625"/>
                </a:lnTo>
                <a:lnTo>
                  <a:pt x="552450" y="1581150"/>
                </a:lnTo>
                <a:lnTo>
                  <a:pt x="542925" y="1581150"/>
                </a:lnTo>
                <a:close/>
                <a:moveTo>
                  <a:pt x="1257300" y="1571625"/>
                </a:moveTo>
                <a:lnTo>
                  <a:pt x="1276350" y="1571625"/>
                </a:lnTo>
                <a:lnTo>
                  <a:pt x="1276350" y="1600200"/>
                </a:lnTo>
                <a:lnTo>
                  <a:pt x="1266825" y="1600200"/>
                </a:lnTo>
                <a:lnTo>
                  <a:pt x="1266825" y="1590675"/>
                </a:lnTo>
                <a:lnTo>
                  <a:pt x="1257300" y="1590675"/>
                </a:lnTo>
                <a:close/>
                <a:moveTo>
                  <a:pt x="1914525" y="1571625"/>
                </a:moveTo>
                <a:lnTo>
                  <a:pt x="1924050" y="1571625"/>
                </a:lnTo>
                <a:lnTo>
                  <a:pt x="1924050" y="1581150"/>
                </a:lnTo>
                <a:lnTo>
                  <a:pt x="1914525" y="1581150"/>
                </a:lnTo>
                <a:close/>
                <a:moveTo>
                  <a:pt x="295275" y="1581150"/>
                </a:moveTo>
                <a:lnTo>
                  <a:pt x="304800" y="1581150"/>
                </a:lnTo>
                <a:lnTo>
                  <a:pt x="304800" y="1590675"/>
                </a:lnTo>
                <a:lnTo>
                  <a:pt x="295275" y="1590675"/>
                </a:lnTo>
                <a:close/>
                <a:moveTo>
                  <a:pt x="552450" y="1590675"/>
                </a:moveTo>
                <a:lnTo>
                  <a:pt x="561975" y="1590675"/>
                </a:lnTo>
                <a:lnTo>
                  <a:pt x="561975" y="1609725"/>
                </a:lnTo>
                <a:lnTo>
                  <a:pt x="552450" y="1609725"/>
                </a:lnTo>
                <a:close/>
                <a:moveTo>
                  <a:pt x="1857375" y="1590675"/>
                </a:moveTo>
                <a:lnTo>
                  <a:pt x="1876425" y="1590675"/>
                </a:lnTo>
                <a:lnTo>
                  <a:pt x="1876425" y="1600200"/>
                </a:lnTo>
                <a:lnTo>
                  <a:pt x="1857375" y="1600200"/>
                </a:lnTo>
                <a:close/>
                <a:moveTo>
                  <a:pt x="1847850" y="1600200"/>
                </a:moveTo>
                <a:lnTo>
                  <a:pt x="1857375" y="1600200"/>
                </a:lnTo>
                <a:lnTo>
                  <a:pt x="1857375" y="1609725"/>
                </a:lnTo>
                <a:lnTo>
                  <a:pt x="1847850" y="1609725"/>
                </a:lnTo>
                <a:close/>
                <a:moveTo>
                  <a:pt x="1838325" y="1609725"/>
                </a:moveTo>
                <a:lnTo>
                  <a:pt x="1847850" y="1609725"/>
                </a:lnTo>
                <a:lnTo>
                  <a:pt x="1847850" y="1619250"/>
                </a:lnTo>
                <a:lnTo>
                  <a:pt x="1838325" y="1619250"/>
                </a:lnTo>
                <a:close/>
                <a:moveTo>
                  <a:pt x="1057275" y="1619250"/>
                </a:moveTo>
                <a:lnTo>
                  <a:pt x="1066800" y="1619250"/>
                </a:lnTo>
                <a:lnTo>
                  <a:pt x="1066800" y="1628775"/>
                </a:lnTo>
                <a:lnTo>
                  <a:pt x="1057275" y="1628775"/>
                </a:lnTo>
                <a:close/>
                <a:moveTo>
                  <a:pt x="1257300" y="1619250"/>
                </a:moveTo>
                <a:lnTo>
                  <a:pt x="1276350" y="1619250"/>
                </a:lnTo>
                <a:lnTo>
                  <a:pt x="1276350" y="1628775"/>
                </a:lnTo>
                <a:lnTo>
                  <a:pt x="1257300" y="1628775"/>
                </a:lnTo>
                <a:close/>
                <a:moveTo>
                  <a:pt x="1819275" y="1619250"/>
                </a:moveTo>
                <a:lnTo>
                  <a:pt x="1838325" y="1619250"/>
                </a:lnTo>
                <a:lnTo>
                  <a:pt x="1838325" y="1628775"/>
                </a:lnTo>
                <a:lnTo>
                  <a:pt x="1819275" y="1628775"/>
                </a:lnTo>
                <a:close/>
                <a:moveTo>
                  <a:pt x="571500" y="1628775"/>
                </a:moveTo>
                <a:lnTo>
                  <a:pt x="581025" y="1628775"/>
                </a:lnTo>
                <a:lnTo>
                  <a:pt x="581025" y="1638300"/>
                </a:lnTo>
                <a:lnTo>
                  <a:pt x="571500" y="1638300"/>
                </a:lnTo>
                <a:close/>
                <a:moveTo>
                  <a:pt x="1152525" y="1638300"/>
                </a:moveTo>
                <a:lnTo>
                  <a:pt x="1162050" y="1638300"/>
                </a:lnTo>
                <a:lnTo>
                  <a:pt x="1162050" y="1647825"/>
                </a:lnTo>
                <a:lnTo>
                  <a:pt x="1152525" y="1647825"/>
                </a:lnTo>
                <a:close/>
                <a:moveTo>
                  <a:pt x="1476375" y="1638300"/>
                </a:moveTo>
                <a:lnTo>
                  <a:pt x="1485900" y="1638300"/>
                </a:lnTo>
                <a:lnTo>
                  <a:pt x="1485900" y="1657350"/>
                </a:lnTo>
                <a:lnTo>
                  <a:pt x="1476375" y="1657350"/>
                </a:lnTo>
                <a:close/>
                <a:moveTo>
                  <a:pt x="1543050" y="1638300"/>
                </a:moveTo>
                <a:lnTo>
                  <a:pt x="1552575" y="1638300"/>
                </a:lnTo>
                <a:lnTo>
                  <a:pt x="1552575" y="1647825"/>
                </a:lnTo>
                <a:lnTo>
                  <a:pt x="1543050" y="1647825"/>
                </a:lnTo>
                <a:close/>
                <a:moveTo>
                  <a:pt x="1838325" y="1638300"/>
                </a:moveTo>
                <a:lnTo>
                  <a:pt x="1866900" y="1638300"/>
                </a:lnTo>
                <a:lnTo>
                  <a:pt x="1866900" y="1647825"/>
                </a:lnTo>
                <a:lnTo>
                  <a:pt x="1838325" y="1647825"/>
                </a:lnTo>
                <a:close/>
                <a:moveTo>
                  <a:pt x="581025" y="1647825"/>
                </a:moveTo>
                <a:lnTo>
                  <a:pt x="590550" y="1647825"/>
                </a:lnTo>
                <a:lnTo>
                  <a:pt x="590550" y="1657350"/>
                </a:lnTo>
                <a:lnTo>
                  <a:pt x="581025" y="1657350"/>
                </a:lnTo>
                <a:close/>
                <a:moveTo>
                  <a:pt x="1162050" y="1647825"/>
                </a:moveTo>
                <a:lnTo>
                  <a:pt x="1171575" y="1647825"/>
                </a:lnTo>
                <a:lnTo>
                  <a:pt x="1171575" y="1666875"/>
                </a:lnTo>
                <a:lnTo>
                  <a:pt x="1162050" y="1666875"/>
                </a:lnTo>
                <a:close/>
                <a:moveTo>
                  <a:pt x="1495425" y="1647825"/>
                </a:moveTo>
                <a:lnTo>
                  <a:pt x="1504950" y="1647825"/>
                </a:lnTo>
                <a:lnTo>
                  <a:pt x="1504950" y="1657350"/>
                </a:lnTo>
                <a:lnTo>
                  <a:pt x="1495425" y="1657350"/>
                </a:lnTo>
                <a:close/>
                <a:moveTo>
                  <a:pt x="504825" y="1676400"/>
                </a:moveTo>
                <a:lnTo>
                  <a:pt x="523875" y="1676400"/>
                </a:lnTo>
                <a:lnTo>
                  <a:pt x="523875" y="1685925"/>
                </a:lnTo>
                <a:lnTo>
                  <a:pt x="504825" y="1685925"/>
                </a:lnTo>
                <a:close/>
                <a:moveTo>
                  <a:pt x="676275" y="1676400"/>
                </a:moveTo>
                <a:lnTo>
                  <a:pt x="685800" y="1676400"/>
                </a:lnTo>
                <a:lnTo>
                  <a:pt x="685800" y="1685925"/>
                </a:lnTo>
                <a:lnTo>
                  <a:pt x="676275" y="1685925"/>
                </a:lnTo>
                <a:close/>
                <a:moveTo>
                  <a:pt x="1743075" y="1695450"/>
                </a:moveTo>
                <a:lnTo>
                  <a:pt x="1762125" y="1695450"/>
                </a:lnTo>
                <a:lnTo>
                  <a:pt x="1762125" y="1704975"/>
                </a:lnTo>
                <a:lnTo>
                  <a:pt x="1743075" y="1704975"/>
                </a:lnTo>
                <a:close/>
                <a:moveTo>
                  <a:pt x="466725" y="1704975"/>
                </a:moveTo>
                <a:lnTo>
                  <a:pt x="476250" y="1704975"/>
                </a:lnTo>
                <a:lnTo>
                  <a:pt x="476250" y="1724025"/>
                </a:lnTo>
                <a:lnTo>
                  <a:pt x="466725" y="1724025"/>
                </a:lnTo>
                <a:close/>
                <a:moveTo>
                  <a:pt x="304800" y="1724025"/>
                </a:moveTo>
                <a:lnTo>
                  <a:pt x="314325" y="1724025"/>
                </a:lnTo>
                <a:lnTo>
                  <a:pt x="314325" y="1743075"/>
                </a:lnTo>
                <a:lnTo>
                  <a:pt x="304800" y="1743075"/>
                </a:lnTo>
                <a:close/>
                <a:moveTo>
                  <a:pt x="1095375" y="1724025"/>
                </a:moveTo>
                <a:lnTo>
                  <a:pt x="1104900" y="1724025"/>
                </a:lnTo>
                <a:lnTo>
                  <a:pt x="1104900" y="1733550"/>
                </a:lnTo>
                <a:lnTo>
                  <a:pt x="1095375" y="1733550"/>
                </a:lnTo>
                <a:close/>
                <a:moveTo>
                  <a:pt x="1257300" y="1724025"/>
                </a:moveTo>
                <a:lnTo>
                  <a:pt x="1266825" y="1724025"/>
                </a:lnTo>
                <a:lnTo>
                  <a:pt x="1266825" y="1733550"/>
                </a:lnTo>
                <a:lnTo>
                  <a:pt x="1257300" y="1733550"/>
                </a:lnTo>
                <a:close/>
                <a:moveTo>
                  <a:pt x="1066800" y="1733550"/>
                </a:moveTo>
                <a:lnTo>
                  <a:pt x="1076325" y="1733550"/>
                </a:lnTo>
                <a:lnTo>
                  <a:pt x="1076325" y="1752600"/>
                </a:lnTo>
                <a:lnTo>
                  <a:pt x="1057275" y="1752600"/>
                </a:lnTo>
                <a:lnTo>
                  <a:pt x="1057275" y="1743075"/>
                </a:lnTo>
                <a:lnTo>
                  <a:pt x="1066800" y="1743075"/>
                </a:lnTo>
                <a:close/>
                <a:moveTo>
                  <a:pt x="295275" y="1743075"/>
                </a:moveTo>
                <a:lnTo>
                  <a:pt x="304800" y="1743075"/>
                </a:lnTo>
                <a:lnTo>
                  <a:pt x="304800" y="1752600"/>
                </a:lnTo>
                <a:lnTo>
                  <a:pt x="295275" y="1752600"/>
                </a:lnTo>
                <a:close/>
                <a:moveTo>
                  <a:pt x="1704975" y="1743075"/>
                </a:moveTo>
                <a:lnTo>
                  <a:pt x="1714500" y="1743075"/>
                </a:lnTo>
                <a:lnTo>
                  <a:pt x="1714500" y="1752600"/>
                </a:lnTo>
                <a:lnTo>
                  <a:pt x="1704975" y="1752600"/>
                </a:lnTo>
                <a:close/>
                <a:moveTo>
                  <a:pt x="542925" y="1752600"/>
                </a:moveTo>
                <a:lnTo>
                  <a:pt x="552450" y="1752600"/>
                </a:lnTo>
                <a:lnTo>
                  <a:pt x="552450" y="1762125"/>
                </a:lnTo>
                <a:lnTo>
                  <a:pt x="542925" y="1762125"/>
                </a:lnTo>
                <a:close/>
                <a:moveTo>
                  <a:pt x="1828800" y="1752600"/>
                </a:moveTo>
                <a:lnTo>
                  <a:pt x="1838325" y="1752600"/>
                </a:lnTo>
                <a:lnTo>
                  <a:pt x="1838325" y="1762125"/>
                </a:lnTo>
                <a:lnTo>
                  <a:pt x="1828800" y="1762125"/>
                </a:lnTo>
                <a:close/>
                <a:moveTo>
                  <a:pt x="1762125" y="1762125"/>
                </a:moveTo>
                <a:lnTo>
                  <a:pt x="1771650" y="1762125"/>
                </a:lnTo>
                <a:lnTo>
                  <a:pt x="1771650" y="1771650"/>
                </a:lnTo>
                <a:lnTo>
                  <a:pt x="1762125" y="1771650"/>
                </a:lnTo>
                <a:close/>
                <a:moveTo>
                  <a:pt x="771525" y="1790700"/>
                </a:moveTo>
                <a:lnTo>
                  <a:pt x="781050" y="1790700"/>
                </a:lnTo>
                <a:lnTo>
                  <a:pt x="781050" y="1809750"/>
                </a:lnTo>
                <a:lnTo>
                  <a:pt x="771525" y="1809750"/>
                </a:lnTo>
                <a:close/>
                <a:moveTo>
                  <a:pt x="1162050" y="1800225"/>
                </a:moveTo>
                <a:lnTo>
                  <a:pt x="1171575" y="1800225"/>
                </a:lnTo>
                <a:lnTo>
                  <a:pt x="1171575" y="1809750"/>
                </a:lnTo>
                <a:lnTo>
                  <a:pt x="1162050" y="1809750"/>
                </a:lnTo>
                <a:close/>
                <a:moveTo>
                  <a:pt x="285750" y="1809750"/>
                </a:moveTo>
                <a:lnTo>
                  <a:pt x="304800" y="1809750"/>
                </a:lnTo>
                <a:lnTo>
                  <a:pt x="304800" y="1838325"/>
                </a:lnTo>
                <a:lnTo>
                  <a:pt x="276225" y="1838325"/>
                </a:lnTo>
                <a:lnTo>
                  <a:pt x="276225" y="1828800"/>
                </a:lnTo>
                <a:lnTo>
                  <a:pt x="285750" y="1828800"/>
                </a:lnTo>
                <a:close/>
                <a:moveTo>
                  <a:pt x="809625" y="1809750"/>
                </a:moveTo>
                <a:lnTo>
                  <a:pt x="819150" y="1809750"/>
                </a:lnTo>
                <a:lnTo>
                  <a:pt x="819150" y="1819275"/>
                </a:lnTo>
                <a:lnTo>
                  <a:pt x="809625" y="1819275"/>
                </a:lnTo>
                <a:close/>
                <a:moveTo>
                  <a:pt x="142875" y="1819275"/>
                </a:moveTo>
                <a:lnTo>
                  <a:pt x="171450" y="1819275"/>
                </a:lnTo>
                <a:lnTo>
                  <a:pt x="171450" y="1828800"/>
                </a:lnTo>
                <a:lnTo>
                  <a:pt x="142875" y="1828800"/>
                </a:lnTo>
                <a:close/>
                <a:moveTo>
                  <a:pt x="247650" y="1819275"/>
                </a:moveTo>
                <a:lnTo>
                  <a:pt x="257175" y="1819275"/>
                </a:lnTo>
                <a:lnTo>
                  <a:pt x="257175" y="1828800"/>
                </a:lnTo>
                <a:lnTo>
                  <a:pt x="247650" y="1828800"/>
                </a:lnTo>
                <a:close/>
                <a:moveTo>
                  <a:pt x="1438275" y="1819275"/>
                </a:moveTo>
                <a:lnTo>
                  <a:pt x="1447800" y="1819275"/>
                </a:lnTo>
                <a:lnTo>
                  <a:pt x="1447800" y="1828800"/>
                </a:lnTo>
                <a:lnTo>
                  <a:pt x="1438275" y="1828800"/>
                </a:lnTo>
                <a:close/>
                <a:moveTo>
                  <a:pt x="962025" y="1828800"/>
                </a:moveTo>
                <a:lnTo>
                  <a:pt x="971550" y="1828800"/>
                </a:lnTo>
                <a:lnTo>
                  <a:pt x="971550" y="1838325"/>
                </a:lnTo>
                <a:lnTo>
                  <a:pt x="962025" y="1838325"/>
                </a:lnTo>
                <a:close/>
                <a:moveTo>
                  <a:pt x="238125" y="1857375"/>
                </a:moveTo>
                <a:lnTo>
                  <a:pt x="247650" y="1857375"/>
                </a:lnTo>
                <a:lnTo>
                  <a:pt x="247650" y="1866900"/>
                </a:lnTo>
                <a:lnTo>
                  <a:pt x="238125" y="1866900"/>
                </a:lnTo>
                <a:close/>
                <a:moveTo>
                  <a:pt x="866775" y="1857375"/>
                </a:moveTo>
                <a:lnTo>
                  <a:pt x="876300" y="1857375"/>
                </a:lnTo>
                <a:lnTo>
                  <a:pt x="876300" y="1866900"/>
                </a:lnTo>
                <a:lnTo>
                  <a:pt x="866775" y="1866900"/>
                </a:lnTo>
                <a:close/>
                <a:moveTo>
                  <a:pt x="1390650" y="1876425"/>
                </a:moveTo>
                <a:lnTo>
                  <a:pt x="1400175" y="1876425"/>
                </a:lnTo>
                <a:lnTo>
                  <a:pt x="1400175" y="1885950"/>
                </a:lnTo>
                <a:lnTo>
                  <a:pt x="1409700" y="1885950"/>
                </a:lnTo>
                <a:lnTo>
                  <a:pt x="1409700" y="1895475"/>
                </a:lnTo>
                <a:lnTo>
                  <a:pt x="1390650" y="1895475"/>
                </a:lnTo>
                <a:close/>
                <a:moveTo>
                  <a:pt x="1381125" y="1895475"/>
                </a:moveTo>
                <a:lnTo>
                  <a:pt x="1390650" y="1895475"/>
                </a:lnTo>
                <a:lnTo>
                  <a:pt x="1390650" y="1905000"/>
                </a:lnTo>
                <a:lnTo>
                  <a:pt x="1381125" y="1905000"/>
                </a:lnTo>
                <a:close/>
                <a:moveTo>
                  <a:pt x="57150" y="1905000"/>
                </a:moveTo>
                <a:lnTo>
                  <a:pt x="66675" y="1905000"/>
                </a:lnTo>
                <a:lnTo>
                  <a:pt x="66675" y="1943100"/>
                </a:lnTo>
                <a:lnTo>
                  <a:pt x="57150" y="1943100"/>
                </a:lnTo>
                <a:lnTo>
                  <a:pt x="57150" y="1952625"/>
                </a:lnTo>
                <a:lnTo>
                  <a:pt x="47625" y="1952625"/>
                </a:lnTo>
                <a:lnTo>
                  <a:pt x="47625" y="1924050"/>
                </a:lnTo>
                <a:lnTo>
                  <a:pt x="57150" y="1924050"/>
                </a:lnTo>
                <a:close/>
                <a:moveTo>
                  <a:pt x="133350" y="1905000"/>
                </a:moveTo>
                <a:lnTo>
                  <a:pt x="142875" y="1905000"/>
                </a:lnTo>
                <a:lnTo>
                  <a:pt x="142875" y="1914525"/>
                </a:lnTo>
                <a:lnTo>
                  <a:pt x="133350" y="1914525"/>
                </a:lnTo>
                <a:close/>
                <a:moveTo>
                  <a:pt x="228600" y="1905000"/>
                </a:moveTo>
                <a:lnTo>
                  <a:pt x="238125" y="1905000"/>
                </a:lnTo>
                <a:lnTo>
                  <a:pt x="238125" y="1914525"/>
                </a:lnTo>
                <a:lnTo>
                  <a:pt x="228600" y="1914525"/>
                </a:lnTo>
                <a:close/>
                <a:moveTo>
                  <a:pt x="1257300" y="1905000"/>
                </a:moveTo>
                <a:lnTo>
                  <a:pt x="1266825" y="1905000"/>
                </a:lnTo>
                <a:lnTo>
                  <a:pt x="1266825" y="1924050"/>
                </a:lnTo>
                <a:lnTo>
                  <a:pt x="1257300" y="1924050"/>
                </a:lnTo>
                <a:close/>
                <a:moveTo>
                  <a:pt x="1304925" y="1905000"/>
                </a:moveTo>
                <a:lnTo>
                  <a:pt x="1314450" y="1905000"/>
                </a:lnTo>
                <a:lnTo>
                  <a:pt x="1314450" y="1914525"/>
                </a:lnTo>
                <a:lnTo>
                  <a:pt x="1304925" y="1914525"/>
                </a:lnTo>
                <a:close/>
                <a:moveTo>
                  <a:pt x="1133475" y="1914525"/>
                </a:moveTo>
                <a:lnTo>
                  <a:pt x="1143000" y="1914525"/>
                </a:lnTo>
                <a:lnTo>
                  <a:pt x="1143000" y="1924050"/>
                </a:lnTo>
                <a:lnTo>
                  <a:pt x="1133475" y="1924050"/>
                </a:lnTo>
                <a:close/>
                <a:moveTo>
                  <a:pt x="1200150" y="1914525"/>
                </a:moveTo>
                <a:lnTo>
                  <a:pt x="1228725" y="1914525"/>
                </a:lnTo>
                <a:lnTo>
                  <a:pt x="1228725" y="1943100"/>
                </a:lnTo>
                <a:lnTo>
                  <a:pt x="1238250" y="1943100"/>
                </a:lnTo>
                <a:lnTo>
                  <a:pt x="1238250" y="1962150"/>
                </a:lnTo>
                <a:lnTo>
                  <a:pt x="1209675" y="1962150"/>
                </a:lnTo>
                <a:lnTo>
                  <a:pt x="1209675" y="1952625"/>
                </a:lnTo>
                <a:lnTo>
                  <a:pt x="1200150" y="1952625"/>
                </a:lnTo>
                <a:lnTo>
                  <a:pt x="1200150" y="1933575"/>
                </a:lnTo>
                <a:lnTo>
                  <a:pt x="1181100" y="1933575"/>
                </a:lnTo>
                <a:lnTo>
                  <a:pt x="1181100" y="1924050"/>
                </a:lnTo>
                <a:lnTo>
                  <a:pt x="1200150" y="1924050"/>
                </a:lnTo>
                <a:close/>
                <a:moveTo>
                  <a:pt x="257175" y="1924050"/>
                </a:moveTo>
                <a:lnTo>
                  <a:pt x="266700" y="1924050"/>
                </a:lnTo>
                <a:lnTo>
                  <a:pt x="266700" y="1933575"/>
                </a:lnTo>
                <a:lnTo>
                  <a:pt x="257175" y="1933575"/>
                </a:lnTo>
                <a:close/>
                <a:moveTo>
                  <a:pt x="1343025" y="1933575"/>
                </a:moveTo>
                <a:lnTo>
                  <a:pt x="1371600" y="1933575"/>
                </a:lnTo>
                <a:lnTo>
                  <a:pt x="1371600" y="1943100"/>
                </a:lnTo>
                <a:lnTo>
                  <a:pt x="1343025" y="1943100"/>
                </a:lnTo>
                <a:close/>
                <a:moveTo>
                  <a:pt x="981075" y="1943100"/>
                </a:moveTo>
                <a:lnTo>
                  <a:pt x="990600" y="1943100"/>
                </a:lnTo>
                <a:lnTo>
                  <a:pt x="990600" y="1952625"/>
                </a:lnTo>
                <a:lnTo>
                  <a:pt x="981075" y="1952625"/>
                </a:lnTo>
                <a:close/>
                <a:moveTo>
                  <a:pt x="228600" y="1952625"/>
                </a:moveTo>
                <a:lnTo>
                  <a:pt x="238125" y="1952625"/>
                </a:lnTo>
                <a:lnTo>
                  <a:pt x="238125" y="1962150"/>
                </a:lnTo>
                <a:lnTo>
                  <a:pt x="228600" y="1962150"/>
                </a:lnTo>
                <a:close/>
                <a:moveTo>
                  <a:pt x="371475" y="1952625"/>
                </a:moveTo>
                <a:lnTo>
                  <a:pt x="381000" y="1952625"/>
                </a:lnTo>
                <a:lnTo>
                  <a:pt x="381000" y="1962150"/>
                </a:lnTo>
                <a:lnTo>
                  <a:pt x="371475" y="1962150"/>
                </a:lnTo>
                <a:close/>
                <a:moveTo>
                  <a:pt x="1000125" y="1952625"/>
                </a:moveTo>
                <a:lnTo>
                  <a:pt x="1009650" y="1952625"/>
                </a:lnTo>
                <a:lnTo>
                  <a:pt x="1009650" y="1962150"/>
                </a:lnTo>
                <a:lnTo>
                  <a:pt x="1000125" y="1962150"/>
                </a:lnTo>
                <a:close/>
                <a:moveTo>
                  <a:pt x="1314450" y="1952625"/>
                </a:moveTo>
                <a:lnTo>
                  <a:pt x="1323975" y="1952625"/>
                </a:lnTo>
                <a:lnTo>
                  <a:pt x="1323975" y="1962150"/>
                </a:lnTo>
                <a:lnTo>
                  <a:pt x="1333500" y="1962150"/>
                </a:lnTo>
                <a:lnTo>
                  <a:pt x="1333500" y="1981200"/>
                </a:lnTo>
                <a:lnTo>
                  <a:pt x="1304925" y="1981200"/>
                </a:lnTo>
                <a:lnTo>
                  <a:pt x="1304925" y="1971675"/>
                </a:lnTo>
                <a:lnTo>
                  <a:pt x="1314450" y="1971675"/>
                </a:lnTo>
                <a:close/>
                <a:moveTo>
                  <a:pt x="1143000" y="1971675"/>
                </a:moveTo>
                <a:lnTo>
                  <a:pt x="1162050" y="1971675"/>
                </a:lnTo>
                <a:lnTo>
                  <a:pt x="1162050" y="1981200"/>
                </a:lnTo>
                <a:lnTo>
                  <a:pt x="1143000" y="1981200"/>
                </a:lnTo>
                <a:close/>
                <a:moveTo>
                  <a:pt x="857250" y="1981200"/>
                </a:moveTo>
                <a:lnTo>
                  <a:pt x="885825" y="1981200"/>
                </a:lnTo>
                <a:lnTo>
                  <a:pt x="885825" y="1990725"/>
                </a:lnTo>
                <a:lnTo>
                  <a:pt x="857250" y="1990725"/>
                </a:lnTo>
                <a:close/>
                <a:moveTo>
                  <a:pt x="2314575" y="1981200"/>
                </a:moveTo>
                <a:lnTo>
                  <a:pt x="2324100" y="1981200"/>
                </a:lnTo>
                <a:lnTo>
                  <a:pt x="2324100" y="1990725"/>
                </a:lnTo>
                <a:lnTo>
                  <a:pt x="2314575" y="1990725"/>
                </a:lnTo>
                <a:close/>
                <a:moveTo>
                  <a:pt x="457200" y="1990725"/>
                </a:moveTo>
                <a:lnTo>
                  <a:pt x="466725" y="1990725"/>
                </a:lnTo>
                <a:lnTo>
                  <a:pt x="466725" y="2000250"/>
                </a:lnTo>
                <a:lnTo>
                  <a:pt x="457200" y="2000250"/>
                </a:lnTo>
                <a:close/>
                <a:moveTo>
                  <a:pt x="828675" y="1990725"/>
                </a:moveTo>
                <a:lnTo>
                  <a:pt x="838200" y="1990725"/>
                </a:lnTo>
                <a:lnTo>
                  <a:pt x="838200" y="2000250"/>
                </a:lnTo>
                <a:lnTo>
                  <a:pt x="828675" y="2000250"/>
                </a:lnTo>
                <a:close/>
                <a:moveTo>
                  <a:pt x="885825" y="1990725"/>
                </a:moveTo>
                <a:lnTo>
                  <a:pt x="895350" y="1990725"/>
                </a:lnTo>
                <a:lnTo>
                  <a:pt x="895350" y="2000250"/>
                </a:lnTo>
                <a:lnTo>
                  <a:pt x="885825" y="2000250"/>
                </a:lnTo>
                <a:close/>
                <a:moveTo>
                  <a:pt x="1123950" y="1990725"/>
                </a:moveTo>
                <a:lnTo>
                  <a:pt x="1152525" y="1990725"/>
                </a:lnTo>
                <a:lnTo>
                  <a:pt x="1152525" y="2000250"/>
                </a:lnTo>
                <a:lnTo>
                  <a:pt x="1123950" y="2000250"/>
                </a:lnTo>
                <a:close/>
                <a:moveTo>
                  <a:pt x="904875" y="2009775"/>
                </a:moveTo>
                <a:lnTo>
                  <a:pt x="914400" y="2009775"/>
                </a:lnTo>
                <a:lnTo>
                  <a:pt x="914400" y="2019300"/>
                </a:lnTo>
                <a:lnTo>
                  <a:pt x="904875" y="2019300"/>
                </a:lnTo>
                <a:close/>
                <a:moveTo>
                  <a:pt x="1304925" y="2019300"/>
                </a:moveTo>
                <a:lnTo>
                  <a:pt x="1314450" y="2019300"/>
                </a:lnTo>
                <a:lnTo>
                  <a:pt x="1314450" y="2028825"/>
                </a:lnTo>
                <a:lnTo>
                  <a:pt x="1304925" y="2028825"/>
                </a:lnTo>
                <a:close/>
                <a:moveTo>
                  <a:pt x="1371600" y="2019300"/>
                </a:moveTo>
                <a:lnTo>
                  <a:pt x="1381125" y="2019300"/>
                </a:lnTo>
                <a:lnTo>
                  <a:pt x="1381125" y="2028825"/>
                </a:lnTo>
                <a:lnTo>
                  <a:pt x="1371600" y="2028825"/>
                </a:lnTo>
                <a:close/>
                <a:moveTo>
                  <a:pt x="962025" y="2028825"/>
                </a:moveTo>
                <a:lnTo>
                  <a:pt x="971550" y="2028825"/>
                </a:lnTo>
                <a:lnTo>
                  <a:pt x="971550" y="2038350"/>
                </a:lnTo>
                <a:lnTo>
                  <a:pt x="962025" y="2038350"/>
                </a:lnTo>
                <a:close/>
                <a:moveTo>
                  <a:pt x="647700" y="2057400"/>
                </a:moveTo>
                <a:lnTo>
                  <a:pt x="657225" y="2057400"/>
                </a:lnTo>
                <a:lnTo>
                  <a:pt x="657225" y="2066925"/>
                </a:lnTo>
                <a:lnTo>
                  <a:pt x="647700" y="2066925"/>
                </a:lnTo>
                <a:close/>
                <a:moveTo>
                  <a:pt x="657225" y="2066925"/>
                </a:moveTo>
                <a:lnTo>
                  <a:pt x="666750" y="2066925"/>
                </a:lnTo>
                <a:lnTo>
                  <a:pt x="666750" y="2076450"/>
                </a:lnTo>
                <a:lnTo>
                  <a:pt x="657225" y="2076450"/>
                </a:lnTo>
                <a:close/>
                <a:moveTo>
                  <a:pt x="1676400" y="2066925"/>
                </a:moveTo>
                <a:lnTo>
                  <a:pt x="1685925" y="2066925"/>
                </a:lnTo>
                <a:lnTo>
                  <a:pt x="1685925" y="2076450"/>
                </a:lnTo>
                <a:lnTo>
                  <a:pt x="1704975" y="2076450"/>
                </a:lnTo>
                <a:lnTo>
                  <a:pt x="1704975" y="2085975"/>
                </a:lnTo>
                <a:lnTo>
                  <a:pt x="1676400" y="2085975"/>
                </a:lnTo>
                <a:close/>
                <a:moveTo>
                  <a:pt x="942975" y="2085975"/>
                </a:moveTo>
                <a:lnTo>
                  <a:pt x="952500" y="2085975"/>
                </a:lnTo>
                <a:lnTo>
                  <a:pt x="952500" y="2095500"/>
                </a:lnTo>
                <a:lnTo>
                  <a:pt x="942975" y="2095500"/>
                </a:lnTo>
                <a:close/>
                <a:moveTo>
                  <a:pt x="923925" y="2095500"/>
                </a:moveTo>
                <a:lnTo>
                  <a:pt x="942975" y="2095500"/>
                </a:lnTo>
                <a:lnTo>
                  <a:pt x="942975" y="2105025"/>
                </a:lnTo>
                <a:lnTo>
                  <a:pt x="923925" y="2105025"/>
                </a:lnTo>
                <a:close/>
                <a:moveTo>
                  <a:pt x="1390650" y="2095500"/>
                </a:moveTo>
                <a:lnTo>
                  <a:pt x="1400175" y="2095500"/>
                </a:lnTo>
                <a:lnTo>
                  <a:pt x="1400175" y="2105025"/>
                </a:lnTo>
                <a:lnTo>
                  <a:pt x="1390650" y="2105025"/>
                </a:lnTo>
                <a:close/>
                <a:moveTo>
                  <a:pt x="1485900" y="2171700"/>
                </a:moveTo>
                <a:lnTo>
                  <a:pt x="1495425" y="2171700"/>
                </a:lnTo>
                <a:lnTo>
                  <a:pt x="1495425" y="2181225"/>
                </a:lnTo>
                <a:lnTo>
                  <a:pt x="1485900" y="2181225"/>
                </a:lnTo>
                <a:close/>
                <a:moveTo>
                  <a:pt x="1524000" y="2171700"/>
                </a:moveTo>
                <a:lnTo>
                  <a:pt x="1543050" y="2171700"/>
                </a:lnTo>
                <a:lnTo>
                  <a:pt x="1543050" y="2181225"/>
                </a:lnTo>
                <a:lnTo>
                  <a:pt x="1524000" y="2181225"/>
                </a:lnTo>
                <a:close/>
                <a:moveTo>
                  <a:pt x="2295525" y="2171700"/>
                </a:moveTo>
                <a:lnTo>
                  <a:pt x="2305050" y="2171700"/>
                </a:lnTo>
                <a:lnTo>
                  <a:pt x="2305050" y="2181225"/>
                </a:lnTo>
                <a:lnTo>
                  <a:pt x="2295525" y="2181225"/>
                </a:lnTo>
                <a:close/>
                <a:moveTo>
                  <a:pt x="2419350" y="2190750"/>
                </a:moveTo>
                <a:lnTo>
                  <a:pt x="2447925" y="2190750"/>
                </a:lnTo>
                <a:lnTo>
                  <a:pt x="2447925" y="2200275"/>
                </a:lnTo>
                <a:lnTo>
                  <a:pt x="2419350" y="2200275"/>
                </a:lnTo>
                <a:close/>
                <a:moveTo>
                  <a:pt x="1828800" y="2209800"/>
                </a:moveTo>
                <a:lnTo>
                  <a:pt x="1838325" y="2209800"/>
                </a:lnTo>
                <a:lnTo>
                  <a:pt x="1838325" y="2238375"/>
                </a:lnTo>
                <a:lnTo>
                  <a:pt x="1828800" y="2238375"/>
                </a:lnTo>
                <a:lnTo>
                  <a:pt x="1828800" y="2257425"/>
                </a:lnTo>
                <a:lnTo>
                  <a:pt x="1800225" y="2257425"/>
                </a:lnTo>
                <a:lnTo>
                  <a:pt x="1800225" y="2228850"/>
                </a:lnTo>
                <a:lnTo>
                  <a:pt x="1819275" y="2228850"/>
                </a:lnTo>
                <a:lnTo>
                  <a:pt x="1819275" y="2219325"/>
                </a:lnTo>
                <a:lnTo>
                  <a:pt x="1828800" y="2219325"/>
                </a:lnTo>
                <a:close/>
                <a:moveTo>
                  <a:pt x="552450" y="2219325"/>
                </a:moveTo>
                <a:lnTo>
                  <a:pt x="571500" y="2219325"/>
                </a:lnTo>
                <a:lnTo>
                  <a:pt x="571500" y="2238375"/>
                </a:lnTo>
                <a:lnTo>
                  <a:pt x="561975" y="2238375"/>
                </a:lnTo>
                <a:lnTo>
                  <a:pt x="561975" y="2228850"/>
                </a:lnTo>
                <a:lnTo>
                  <a:pt x="552450" y="2228850"/>
                </a:lnTo>
                <a:close/>
                <a:moveTo>
                  <a:pt x="904875" y="2219325"/>
                </a:moveTo>
                <a:lnTo>
                  <a:pt x="914400" y="2219325"/>
                </a:lnTo>
                <a:lnTo>
                  <a:pt x="914400" y="2238375"/>
                </a:lnTo>
                <a:lnTo>
                  <a:pt x="904875" y="2238375"/>
                </a:lnTo>
                <a:close/>
                <a:moveTo>
                  <a:pt x="2066925" y="2228850"/>
                </a:moveTo>
                <a:lnTo>
                  <a:pt x="2076450" y="2228850"/>
                </a:lnTo>
                <a:lnTo>
                  <a:pt x="2076450" y="2238375"/>
                </a:lnTo>
                <a:lnTo>
                  <a:pt x="2066925" y="2238375"/>
                </a:lnTo>
                <a:close/>
                <a:moveTo>
                  <a:pt x="190500" y="2238375"/>
                </a:moveTo>
                <a:lnTo>
                  <a:pt x="200025" y="2238375"/>
                </a:lnTo>
                <a:lnTo>
                  <a:pt x="200025" y="2247900"/>
                </a:lnTo>
                <a:lnTo>
                  <a:pt x="190500" y="2247900"/>
                </a:lnTo>
                <a:close/>
                <a:moveTo>
                  <a:pt x="1752600" y="2238375"/>
                </a:moveTo>
                <a:lnTo>
                  <a:pt x="1762125" y="2238375"/>
                </a:lnTo>
                <a:lnTo>
                  <a:pt x="1762125" y="2247900"/>
                </a:lnTo>
                <a:lnTo>
                  <a:pt x="1752600" y="2247900"/>
                </a:lnTo>
                <a:close/>
                <a:moveTo>
                  <a:pt x="2419350" y="2238375"/>
                </a:moveTo>
                <a:lnTo>
                  <a:pt x="2428875" y="2238375"/>
                </a:lnTo>
                <a:lnTo>
                  <a:pt x="2428875" y="2247900"/>
                </a:lnTo>
                <a:lnTo>
                  <a:pt x="2419350" y="2247900"/>
                </a:lnTo>
                <a:close/>
                <a:moveTo>
                  <a:pt x="1190625" y="2276475"/>
                </a:moveTo>
                <a:lnTo>
                  <a:pt x="1200150" y="2276475"/>
                </a:lnTo>
                <a:lnTo>
                  <a:pt x="1200150" y="2286000"/>
                </a:lnTo>
                <a:lnTo>
                  <a:pt x="1209675" y="2286000"/>
                </a:lnTo>
                <a:lnTo>
                  <a:pt x="1209675" y="2295525"/>
                </a:lnTo>
                <a:lnTo>
                  <a:pt x="1219200" y="2295525"/>
                </a:lnTo>
                <a:lnTo>
                  <a:pt x="1219200" y="2305050"/>
                </a:lnTo>
                <a:lnTo>
                  <a:pt x="1200150" y="2305050"/>
                </a:lnTo>
                <a:lnTo>
                  <a:pt x="1200150" y="2295525"/>
                </a:lnTo>
                <a:lnTo>
                  <a:pt x="1181100" y="2295525"/>
                </a:lnTo>
                <a:lnTo>
                  <a:pt x="1181100" y="2286000"/>
                </a:lnTo>
                <a:lnTo>
                  <a:pt x="1190625" y="2286000"/>
                </a:lnTo>
                <a:close/>
                <a:moveTo>
                  <a:pt x="1619250" y="2276475"/>
                </a:moveTo>
                <a:lnTo>
                  <a:pt x="1638300" y="2276475"/>
                </a:lnTo>
                <a:lnTo>
                  <a:pt x="1638300" y="2286000"/>
                </a:lnTo>
                <a:lnTo>
                  <a:pt x="1619250" y="2286000"/>
                </a:lnTo>
                <a:close/>
                <a:moveTo>
                  <a:pt x="1133475" y="2286000"/>
                </a:moveTo>
                <a:lnTo>
                  <a:pt x="1152525" y="2286000"/>
                </a:lnTo>
                <a:lnTo>
                  <a:pt x="1152525" y="2305050"/>
                </a:lnTo>
                <a:lnTo>
                  <a:pt x="1133475" y="2305050"/>
                </a:lnTo>
                <a:close/>
                <a:moveTo>
                  <a:pt x="1666875" y="2286000"/>
                </a:moveTo>
                <a:lnTo>
                  <a:pt x="1685925" y="2286000"/>
                </a:lnTo>
                <a:lnTo>
                  <a:pt x="1685925" y="2305050"/>
                </a:lnTo>
                <a:lnTo>
                  <a:pt x="1666875" y="2305050"/>
                </a:lnTo>
                <a:close/>
                <a:moveTo>
                  <a:pt x="1781175" y="2286000"/>
                </a:moveTo>
                <a:lnTo>
                  <a:pt x="1790700" y="2286000"/>
                </a:lnTo>
                <a:lnTo>
                  <a:pt x="1790700" y="2295525"/>
                </a:lnTo>
                <a:lnTo>
                  <a:pt x="1781175" y="2295525"/>
                </a:lnTo>
                <a:close/>
                <a:moveTo>
                  <a:pt x="457200" y="2295525"/>
                </a:moveTo>
                <a:lnTo>
                  <a:pt x="466725" y="2295525"/>
                </a:lnTo>
                <a:lnTo>
                  <a:pt x="466725" y="2314575"/>
                </a:lnTo>
                <a:lnTo>
                  <a:pt x="476250" y="2314575"/>
                </a:lnTo>
                <a:lnTo>
                  <a:pt x="476250" y="2343150"/>
                </a:lnTo>
                <a:lnTo>
                  <a:pt x="466725" y="2343150"/>
                </a:lnTo>
                <a:lnTo>
                  <a:pt x="466725" y="2324100"/>
                </a:lnTo>
                <a:lnTo>
                  <a:pt x="457200" y="2324100"/>
                </a:lnTo>
                <a:close/>
                <a:moveTo>
                  <a:pt x="1333500" y="2295525"/>
                </a:moveTo>
                <a:lnTo>
                  <a:pt x="1352550" y="2295525"/>
                </a:lnTo>
                <a:lnTo>
                  <a:pt x="1352550" y="2314575"/>
                </a:lnTo>
                <a:lnTo>
                  <a:pt x="1343025" y="2314575"/>
                </a:lnTo>
                <a:lnTo>
                  <a:pt x="1343025" y="2305050"/>
                </a:lnTo>
                <a:lnTo>
                  <a:pt x="1333500" y="2305050"/>
                </a:lnTo>
                <a:close/>
                <a:moveTo>
                  <a:pt x="1628775" y="2295525"/>
                </a:moveTo>
                <a:lnTo>
                  <a:pt x="1638300" y="2295525"/>
                </a:lnTo>
                <a:lnTo>
                  <a:pt x="1638300" y="2305050"/>
                </a:lnTo>
                <a:lnTo>
                  <a:pt x="1628775" y="2305050"/>
                </a:lnTo>
                <a:close/>
                <a:moveTo>
                  <a:pt x="1714500" y="2295525"/>
                </a:moveTo>
                <a:lnTo>
                  <a:pt x="1724025" y="2295525"/>
                </a:lnTo>
                <a:lnTo>
                  <a:pt x="1724025" y="2305050"/>
                </a:lnTo>
                <a:lnTo>
                  <a:pt x="1714500" y="2305050"/>
                </a:lnTo>
                <a:close/>
                <a:moveTo>
                  <a:pt x="1790700" y="2295525"/>
                </a:moveTo>
                <a:lnTo>
                  <a:pt x="1809750" y="2295525"/>
                </a:lnTo>
                <a:lnTo>
                  <a:pt x="1809750" y="2314575"/>
                </a:lnTo>
                <a:lnTo>
                  <a:pt x="1790700" y="2314575"/>
                </a:lnTo>
                <a:close/>
                <a:moveTo>
                  <a:pt x="2085975" y="2295525"/>
                </a:moveTo>
                <a:lnTo>
                  <a:pt x="2095500" y="2295525"/>
                </a:lnTo>
                <a:lnTo>
                  <a:pt x="2095500" y="2305050"/>
                </a:lnTo>
                <a:lnTo>
                  <a:pt x="2085975" y="2305050"/>
                </a:lnTo>
                <a:close/>
                <a:moveTo>
                  <a:pt x="1638300" y="2305050"/>
                </a:moveTo>
                <a:lnTo>
                  <a:pt x="1657350" y="2305050"/>
                </a:lnTo>
                <a:lnTo>
                  <a:pt x="1657350" y="2314575"/>
                </a:lnTo>
                <a:lnTo>
                  <a:pt x="1638300" y="2314575"/>
                </a:lnTo>
                <a:close/>
                <a:moveTo>
                  <a:pt x="1724025" y="2305050"/>
                </a:moveTo>
                <a:lnTo>
                  <a:pt x="1733550" y="2305050"/>
                </a:lnTo>
                <a:lnTo>
                  <a:pt x="1733550" y="2314575"/>
                </a:lnTo>
                <a:lnTo>
                  <a:pt x="1743075" y="2314575"/>
                </a:lnTo>
                <a:lnTo>
                  <a:pt x="1743075" y="2324100"/>
                </a:lnTo>
                <a:lnTo>
                  <a:pt x="1733550" y="2324100"/>
                </a:lnTo>
                <a:lnTo>
                  <a:pt x="1733550" y="2333625"/>
                </a:lnTo>
                <a:lnTo>
                  <a:pt x="1724025" y="2333625"/>
                </a:lnTo>
                <a:lnTo>
                  <a:pt x="1724025" y="2381250"/>
                </a:lnTo>
                <a:lnTo>
                  <a:pt x="1714500" y="2381250"/>
                </a:lnTo>
                <a:lnTo>
                  <a:pt x="1714500" y="2390775"/>
                </a:lnTo>
                <a:lnTo>
                  <a:pt x="1724025" y="2390775"/>
                </a:lnTo>
                <a:lnTo>
                  <a:pt x="1724025" y="2400300"/>
                </a:lnTo>
                <a:lnTo>
                  <a:pt x="1695450" y="2400300"/>
                </a:lnTo>
                <a:lnTo>
                  <a:pt x="1695450" y="2381250"/>
                </a:lnTo>
                <a:lnTo>
                  <a:pt x="1704975" y="2381250"/>
                </a:lnTo>
                <a:lnTo>
                  <a:pt x="1704975" y="2362200"/>
                </a:lnTo>
                <a:lnTo>
                  <a:pt x="1695450" y="2362200"/>
                </a:lnTo>
                <a:lnTo>
                  <a:pt x="1695450" y="2352675"/>
                </a:lnTo>
                <a:lnTo>
                  <a:pt x="1685925" y="2352675"/>
                </a:lnTo>
                <a:lnTo>
                  <a:pt x="1685925" y="2333625"/>
                </a:lnTo>
                <a:lnTo>
                  <a:pt x="1704975" y="2333625"/>
                </a:lnTo>
                <a:lnTo>
                  <a:pt x="1704975" y="2324100"/>
                </a:lnTo>
                <a:lnTo>
                  <a:pt x="1714500" y="2324100"/>
                </a:lnTo>
                <a:lnTo>
                  <a:pt x="1714500" y="2314575"/>
                </a:lnTo>
                <a:lnTo>
                  <a:pt x="1724025" y="2314575"/>
                </a:lnTo>
                <a:close/>
                <a:moveTo>
                  <a:pt x="2276475" y="2305050"/>
                </a:moveTo>
                <a:lnTo>
                  <a:pt x="2295525" y="2305050"/>
                </a:lnTo>
                <a:lnTo>
                  <a:pt x="2295525" y="2314575"/>
                </a:lnTo>
                <a:lnTo>
                  <a:pt x="2276475" y="2314575"/>
                </a:lnTo>
                <a:close/>
                <a:moveTo>
                  <a:pt x="1628775" y="2314575"/>
                </a:moveTo>
                <a:lnTo>
                  <a:pt x="1638300" y="2314575"/>
                </a:lnTo>
                <a:lnTo>
                  <a:pt x="1638300" y="2352675"/>
                </a:lnTo>
                <a:lnTo>
                  <a:pt x="1657350" y="2352675"/>
                </a:lnTo>
                <a:lnTo>
                  <a:pt x="1657350" y="2371725"/>
                </a:lnTo>
                <a:lnTo>
                  <a:pt x="1647825" y="2371725"/>
                </a:lnTo>
                <a:lnTo>
                  <a:pt x="1647825" y="2362200"/>
                </a:lnTo>
                <a:lnTo>
                  <a:pt x="1638300" y="2362200"/>
                </a:lnTo>
                <a:lnTo>
                  <a:pt x="1638300" y="2371725"/>
                </a:lnTo>
                <a:lnTo>
                  <a:pt x="1609725" y="2371725"/>
                </a:lnTo>
                <a:lnTo>
                  <a:pt x="1609725" y="2362200"/>
                </a:lnTo>
                <a:lnTo>
                  <a:pt x="1628775" y="2362200"/>
                </a:lnTo>
                <a:lnTo>
                  <a:pt x="1628775" y="2352675"/>
                </a:lnTo>
                <a:lnTo>
                  <a:pt x="1619250" y="2352675"/>
                </a:lnTo>
                <a:lnTo>
                  <a:pt x="1619250" y="2324100"/>
                </a:lnTo>
                <a:lnTo>
                  <a:pt x="1628775" y="2324100"/>
                </a:lnTo>
                <a:close/>
                <a:moveTo>
                  <a:pt x="1876425" y="2314575"/>
                </a:moveTo>
                <a:lnTo>
                  <a:pt x="1885950" y="2314575"/>
                </a:lnTo>
                <a:lnTo>
                  <a:pt x="1885950" y="2324100"/>
                </a:lnTo>
                <a:lnTo>
                  <a:pt x="1876425" y="2324100"/>
                </a:lnTo>
                <a:close/>
                <a:moveTo>
                  <a:pt x="1504950" y="2324100"/>
                </a:moveTo>
                <a:lnTo>
                  <a:pt x="1514475" y="2324100"/>
                </a:lnTo>
                <a:lnTo>
                  <a:pt x="1514475" y="2343150"/>
                </a:lnTo>
                <a:lnTo>
                  <a:pt x="1504950" y="2343150"/>
                </a:lnTo>
                <a:close/>
                <a:moveTo>
                  <a:pt x="1571625" y="2324100"/>
                </a:moveTo>
                <a:lnTo>
                  <a:pt x="1581150" y="2324100"/>
                </a:lnTo>
                <a:lnTo>
                  <a:pt x="1581150" y="2333625"/>
                </a:lnTo>
                <a:lnTo>
                  <a:pt x="1590675" y="2333625"/>
                </a:lnTo>
                <a:lnTo>
                  <a:pt x="1590675" y="2390775"/>
                </a:lnTo>
                <a:lnTo>
                  <a:pt x="1562100" y="2390775"/>
                </a:lnTo>
                <a:lnTo>
                  <a:pt x="1562100" y="2381250"/>
                </a:lnTo>
                <a:lnTo>
                  <a:pt x="1571625" y="2381250"/>
                </a:lnTo>
                <a:lnTo>
                  <a:pt x="1571625" y="2362200"/>
                </a:lnTo>
                <a:lnTo>
                  <a:pt x="1543050" y="2362200"/>
                </a:lnTo>
                <a:lnTo>
                  <a:pt x="1543050" y="2352675"/>
                </a:lnTo>
                <a:lnTo>
                  <a:pt x="1552575" y="2352675"/>
                </a:lnTo>
                <a:lnTo>
                  <a:pt x="1552575" y="2343150"/>
                </a:lnTo>
                <a:lnTo>
                  <a:pt x="1562100" y="2343150"/>
                </a:lnTo>
                <a:lnTo>
                  <a:pt x="1562100" y="2333625"/>
                </a:lnTo>
                <a:lnTo>
                  <a:pt x="1571625" y="2333625"/>
                </a:lnTo>
                <a:close/>
                <a:moveTo>
                  <a:pt x="1657350" y="2324100"/>
                </a:moveTo>
                <a:lnTo>
                  <a:pt x="1666875" y="2324100"/>
                </a:lnTo>
                <a:lnTo>
                  <a:pt x="1666875" y="2333625"/>
                </a:lnTo>
                <a:lnTo>
                  <a:pt x="1657350" y="2333625"/>
                </a:lnTo>
                <a:close/>
                <a:moveTo>
                  <a:pt x="1066800" y="2333625"/>
                </a:moveTo>
                <a:lnTo>
                  <a:pt x="1076325" y="2333625"/>
                </a:lnTo>
                <a:lnTo>
                  <a:pt x="1076325" y="2343150"/>
                </a:lnTo>
                <a:lnTo>
                  <a:pt x="1066800" y="2343150"/>
                </a:lnTo>
                <a:close/>
                <a:moveTo>
                  <a:pt x="1162050" y="2333625"/>
                </a:moveTo>
                <a:lnTo>
                  <a:pt x="1181100" y="2333625"/>
                </a:lnTo>
                <a:lnTo>
                  <a:pt x="1181100" y="2352675"/>
                </a:lnTo>
                <a:lnTo>
                  <a:pt x="1162050" y="2352675"/>
                </a:lnTo>
                <a:lnTo>
                  <a:pt x="1162050" y="2362200"/>
                </a:lnTo>
                <a:lnTo>
                  <a:pt x="1152525" y="2362200"/>
                </a:lnTo>
                <a:lnTo>
                  <a:pt x="1152525" y="2343150"/>
                </a:lnTo>
                <a:lnTo>
                  <a:pt x="1162050" y="2343150"/>
                </a:lnTo>
                <a:close/>
                <a:moveTo>
                  <a:pt x="1666875" y="2333625"/>
                </a:moveTo>
                <a:lnTo>
                  <a:pt x="1676400" y="2333625"/>
                </a:lnTo>
                <a:lnTo>
                  <a:pt x="1676400" y="2343150"/>
                </a:lnTo>
                <a:lnTo>
                  <a:pt x="1666875" y="2343150"/>
                </a:lnTo>
                <a:close/>
                <a:moveTo>
                  <a:pt x="2200275" y="2333625"/>
                </a:moveTo>
                <a:lnTo>
                  <a:pt x="2219325" y="2333625"/>
                </a:lnTo>
                <a:lnTo>
                  <a:pt x="2219325" y="2371725"/>
                </a:lnTo>
                <a:lnTo>
                  <a:pt x="2200275" y="2371725"/>
                </a:lnTo>
                <a:close/>
                <a:moveTo>
                  <a:pt x="428625" y="2343150"/>
                </a:moveTo>
                <a:lnTo>
                  <a:pt x="447675" y="2343150"/>
                </a:lnTo>
                <a:lnTo>
                  <a:pt x="447675" y="2352675"/>
                </a:lnTo>
                <a:lnTo>
                  <a:pt x="438150" y="2352675"/>
                </a:lnTo>
                <a:lnTo>
                  <a:pt x="438150" y="2362200"/>
                </a:lnTo>
                <a:lnTo>
                  <a:pt x="428625" y="2362200"/>
                </a:lnTo>
                <a:close/>
                <a:moveTo>
                  <a:pt x="1495425" y="2343150"/>
                </a:moveTo>
                <a:lnTo>
                  <a:pt x="1504950" y="2343150"/>
                </a:lnTo>
                <a:lnTo>
                  <a:pt x="1504950" y="2352675"/>
                </a:lnTo>
                <a:lnTo>
                  <a:pt x="1495425" y="2352675"/>
                </a:lnTo>
                <a:close/>
                <a:moveTo>
                  <a:pt x="1828800" y="2343150"/>
                </a:moveTo>
                <a:lnTo>
                  <a:pt x="1838325" y="2343150"/>
                </a:lnTo>
                <a:lnTo>
                  <a:pt x="1838325" y="2352675"/>
                </a:lnTo>
                <a:lnTo>
                  <a:pt x="1828800" y="2352675"/>
                </a:lnTo>
                <a:close/>
                <a:moveTo>
                  <a:pt x="2238375" y="2343150"/>
                </a:moveTo>
                <a:lnTo>
                  <a:pt x="2257425" y="2343150"/>
                </a:lnTo>
                <a:lnTo>
                  <a:pt x="2257425" y="2371725"/>
                </a:lnTo>
                <a:lnTo>
                  <a:pt x="2238375" y="2371725"/>
                </a:lnTo>
                <a:close/>
                <a:moveTo>
                  <a:pt x="333375" y="2352675"/>
                </a:moveTo>
                <a:lnTo>
                  <a:pt x="342900" y="2352675"/>
                </a:lnTo>
                <a:lnTo>
                  <a:pt x="342900" y="2362200"/>
                </a:lnTo>
                <a:lnTo>
                  <a:pt x="333375" y="2362200"/>
                </a:lnTo>
                <a:close/>
                <a:moveTo>
                  <a:pt x="1666875" y="2352675"/>
                </a:moveTo>
                <a:lnTo>
                  <a:pt x="1676400" y="2352675"/>
                </a:lnTo>
                <a:lnTo>
                  <a:pt x="1676400" y="2362200"/>
                </a:lnTo>
                <a:lnTo>
                  <a:pt x="1666875" y="2362200"/>
                </a:lnTo>
                <a:close/>
                <a:moveTo>
                  <a:pt x="371475" y="2362200"/>
                </a:moveTo>
                <a:lnTo>
                  <a:pt x="381000" y="2362200"/>
                </a:lnTo>
                <a:lnTo>
                  <a:pt x="381000" y="2381250"/>
                </a:lnTo>
                <a:lnTo>
                  <a:pt x="371475" y="2381250"/>
                </a:lnTo>
                <a:close/>
                <a:moveTo>
                  <a:pt x="419100" y="2362200"/>
                </a:moveTo>
                <a:lnTo>
                  <a:pt x="428625" y="2362200"/>
                </a:lnTo>
                <a:lnTo>
                  <a:pt x="428625" y="2371725"/>
                </a:lnTo>
                <a:lnTo>
                  <a:pt x="419100" y="2371725"/>
                </a:lnTo>
                <a:close/>
                <a:moveTo>
                  <a:pt x="590550" y="2362200"/>
                </a:moveTo>
                <a:lnTo>
                  <a:pt x="600075" y="2362200"/>
                </a:lnTo>
                <a:lnTo>
                  <a:pt x="600075" y="2371725"/>
                </a:lnTo>
                <a:lnTo>
                  <a:pt x="590550" y="2371725"/>
                </a:lnTo>
                <a:close/>
                <a:moveTo>
                  <a:pt x="1095375" y="2371725"/>
                </a:moveTo>
                <a:lnTo>
                  <a:pt x="1104900" y="2371725"/>
                </a:lnTo>
                <a:lnTo>
                  <a:pt x="1104900" y="2381250"/>
                </a:lnTo>
                <a:lnTo>
                  <a:pt x="1095375" y="2381250"/>
                </a:lnTo>
                <a:close/>
                <a:moveTo>
                  <a:pt x="323850" y="2381250"/>
                </a:moveTo>
                <a:lnTo>
                  <a:pt x="333375" y="2381250"/>
                </a:lnTo>
                <a:lnTo>
                  <a:pt x="333375" y="2390775"/>
                </a:lnTo>
                <a:lnTo>
                  <a:pt x="323850" y="2390775"/>
                </a:lnTo>
                <a:close/>
                <a:moveTo>
                  <a:pt x="1104900" y="2381250"/>
                </a:moveTo>
                <a:lnTo>
                  <a:pt x="1114425" y="2381250"/>
                </a:lnTo>
                <a:lnTo>
                  <a:pt x="1114425" y="2390775"/>
                </a:lnTo>
                <a:lnTo>
                  <a:pt x="1104900" y="2390775"/>
                </a:lnTo>
                <a:close/>
                <a:moveTo>
                  <a:pt x="1409700" y="2381250"/>
                </a:moveTo>
                <a:lnTo>
                  <a:pt x="1419225" y="2381250"/>
                </a:lnTo>
                <a:lnTo>
                  <a:pt x="1419225" y="2390775"/>
                </a:lnTo>
                <a:lnTo>
                  <a:pt x="1409700" y="2390775"/>
                </a:lnTo>
                <a:close/>
                <a:moveTo>
                  <a:pt x="333375" y="2390775"/>
                </a:moveTo>
                <a:lnTo>
                  <a:pt x="342900" y="2390775"/>
                </a:lnTo>
                <a:lnTo>
                  <a:pt x="342900" y="2400300"/>
                </a:lnTo>
                <a:lnTo>
                  <a:pt x="333375" y="2400300"/>
                </a:lnTo>
                <a:close/>
              </a:path>
            </a:pathLst>
          </a:custGeom>
          <a:solidFill xmlns:a="http://schemas.openxmlformats.org/drawingml/2006/main">
            <a:srgbClr val="F8F9F4"/>
          </a:solidFill>
          <a:ln xmlns:a="http://schemas.openxmlformats.org/drawingml/2006/main" w="0">
            <a:noFill/>
          </a:ln>
        </p:spPr>
      </p:sp>
      <p:sp>
        <p:nvSpPr>
          <p:cNvPr id="76" name="papers vector #f9f8f4">
            <a:extLst xmlns:a="http://schemas.openxmlformats.org/drawingml/2006/main">
              <a:ext uri="{FF2B5EF4-FFF2-40B4-BE49-F238E27FC236}">
                <a16:creationId xmlns:a16="http://schemas.microsoft.com/office/drawing/2014/main" id="{D781E0B3-0076-47F1-9474-8B71246902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43475" y="1724025"/>
            <a:ext cx="3781425" cy="3990975"/>
          </a:xfrm>
          <a:custGeom xmlns:a="http://schemas.openxmlformats.org/drawingml/2006/main">
            <a:pathLst>
              <a:path w="2457450" h="2590800">
                <a:moveTo>
                  <a:pt x="409575" y="123825"/>
                </a:moveTo>
                <a:lnTo>
                  <a:pt x="438150" y="123825"/>
                </a:lnTo>
                <a:lnTo>
                  <a:pt x="438150" y="142875"/>
                </a:lnTo>
                <a:lnTo>
                  <a:pt x="495300" y="142875"/>
                </a:lnTo>
                <a:lnTo>
                  <a:pt x="495300" y="133350"/>
                </a:lnTo>
                <a:lnTo>
                  <a:pt x="542925" y="133350"/>
                </a:lnTo>
                <a:lnTo>
                  <a:pt x="542925" y="142875"/>
                </a:lnTo>
                <a:lnTo>
                  <a:pt x="504825" y="142875"/>
                </a:lnTo>
                <a:lnTo>
                  <a:pt x="504825" y="152400"/>
                </a:lnTo>
                <a:lnTo>
                  <a:pt x="514350" y="152400"/>
                </a:lnTo>
                <a:lnTo>
                  <a:pt x="514350" y="161925"/>
                </a:lnTo>
                <a:lnTo>
                  <a:pt x="523875" y="161925"/>
                </a:lnTo>
                <a:lnTo>
                  <a:pt x="523875" y="171450"/>
                </a:lnTo>
                <a:lnTo>
                  <a:pt x="514350" y="171450"/>
                </a:lnTo>
                <a:lnTo>
                  <a:pt x="514350" y="180975"/>
                </a:lnTo>
                <a:lnTo>
                  <a:pt x="523875" y="180975"/>
                </a:lnTo>
                <a:lnTo>
                  <a:pt x="523875" y="171450"/>
                </a:lnTo>
                <a:lnTo>
                  <a:pt x="533400" y="171450"/>
                </a:lnTo>
                <a:lnTo>
                  <a:pt x="533400" y="180975"/>
                </a:lnTo>
                <a:lnTo>
                  <a:pt x="561975" y="180975"/>
                </a:lnTo>
                <a:lnTo>
                  <a:pt x="561975" y="171450"/>
                </a:lnTo>
                <a:lnTo>
                  <a:pt x="581025" y="171450"/>
                </a:lnTo>
                <a:lnTo>
                  <a:pt x="581025" y="180975"/>
                </a:lnTo>
                <a:lnTo>
                  <a:pt x="590550" y="180975"/>
                </a:lnTo>
                <a:lnTo>
                  <a:pt x="590550" y="209550"/>
                </a:lnTo>
                <a:lnTo>
                  <a:pt x="600075" y="209550"/>
                </a:lnTo>
                <a:lnTo>
                  <a:pt x="600075" y="219075"/>
                </a:lnTo>
                <a:lnTo>
                  <a:pt x="590550" y="219075"/>
                </a:lnTo>
                <a:lnTo>
                  <a:pt x="590550" y="228600"/>
                </a:lnTo>
                <a:lnTo>
                  <a:pt x="571500" y="228600"/>
                </a:lnTo>
                <a:lnTo>
                  <a:pt x="571500" y="219075"/>
                </a:lnTo>
                <a:lnTo>
                  <a:pt x="561975" y="219075"/>
                </a:lnTo>
                <a:lnTo>
                  <a:pt x="561975" y="238125"/>
                </a:lnTo>
                <a:lnTo>
                  <a:pt x="533400" y="238125"/>
                </a:lnTo>
                <a:lnTo>
                  <a:pt x="533400" y="247650"/>
                </a:lnTo>
                <a:lnTo>
                  <a:pt x="523875" y="247650"/>
                </a:lnTo>
                <a:lnTo>
                  <a:pt x="523875" y="257175"/>
                </a:lnTo>
                <a:lnTo>
                  <a:pt x="514350" y="257175"/>
                </a:lnTo>
                <a:lnTo>
                  <a:pt x="514350" y="266700"/>
                </a:lnTo>
                <a:lnTo>
                  <a:pt x="504825" y="266700"/>
                </a:lnTo>
                <a:lnTo>
                  <a:pt x="504825" y="247650"/>
                </a:lnTo>
                <a:lnTo>
                  <a:pt x="514350" y="247650"/>
                </a:lnTo>
                <a:lnTo>
                  <a:pt x="514350" y="238125"/>
                </a:lnTo>
                <a:lnTo>
                  <a:pt x="495300" y="238125"/>
                </a:lnTo>
                <a:lnTo>
                  <a:pt x="495300" y="228600"/>
                </a:lnTo>
                <a:lnTo>
                  <a:pt x="476250" y="228600"/>
                </a:lnTo>
                <a:lnTo>
                  <a:pt x="476250" y="209550"/>
                </a:lnTo>
                <a:lnTo>
                  <a:pt x="466725" y="209550"/>
                </a:lnTo>
                <a:lnTo>
                  <a:pt x="466725" y="219075"/>
                </a:lnTo>
                <a:lnTo>
                  <a:pt x="457200" y="219075"/>
                </a:lnTo>
                <a:lnTo>
                  <a:pt x="457200" y="228600"/>
                </a:lnTo>
                <a:lnTo>
                  <a:pt x="466725" y="228600"/>
                </a:lnTo>
                <a:lnTo>
                  <a:pt x="466725" y="257175"/>
                </a:lnTo>
                <a:lnTo>
                  <a:pt x="457200" y="257175"/>
                </a:lnTo>
                <a:lnTo>
                  <a:pt x="457200" y="238125"/>
                </a:lnTo>
                <a:lnTo>
                  <a:pt x="447675" y="238125"/>
                </a:lnTo>
                <a:lnTo>
                  <a:pt x="447675" y="247650"/>
                </a:lnTo>
                <a:lnTo>
                  <a:pt x="438150" y="247650"/>
                </a:lnTo>
                <a:lnTo>
                  <a:pt x="438150" y="228600"/>
                </a:lnTo>
                <a:lnTo>
                  <a:pt x="428625" y="228600"/>
                </a:lnTo>
                <a:lnTo>
                  <a:pt x="428625" y="219075"/>
                </a:lnTo>
                <a:lnTo>
                  <a:pt x="438150" y="219075"/>
                </a:lnTo>
                <a:lnTo>
                  <a:pt x="438150" y="209550"/>
                </a:lnTo>
                <a:lnTo>
                  <a:pt x="447675" y="209550"/>
                </a:lnTo>
                <a:lnTo>
                  <a:pt x="447675" y="180975"/>
                </a:lnTo>
                <a:lnTo>
                  <a:pt x="438150" y="180975"/>
                </a:lnTo>
                <a:lnTo>
                  <a:pt x="438150" y="190500"/>
                </a:lnTo>
                <a:lnTo>
                  <a:pt x="409575" y="190500"/>
                </a:lnTo>
                <a:lnTo>
                  <a:pt x="409575" y="180975"/>
                </a:lnTo>
                <a:lnTo>
                  <a:pt x="400050" y="180975"/>
                </a:lnTo>
                <a:lnTo>
                  <a:pt x="400050" y="171450"/>
                </a:lnTo>
                <a:lnTo>
                  <a:pt x="409575" y="171450"/>
                </a:lnTo>
                <a:lnTo>
                  <a:pt x="409575" y="161925"/>
                </a:lnTo>
                <a:lnTo>
                  <a:pt x="400050" y="161925"/>
                </a:lnTo>
                <a:lnTo>
                  <a:pt x="400050" y="142875"/>
                </a:lnTo>
                <a:lnTo>
                  <a:pt x="428625" y="142875"/>
                </a:lnTo>
                <a:lnTo>
                  <a:pt x="428625" y="133350"/>
                </a:lnTo>
                <a:lnTo>
                  <a:pt x="409575" y="133350"/>
                </a:lnTo>
                <a:close/>
                <a:moveTo>
                  <a:pt x="466725" y="123825"/>
                </a:moveTo>
                <a:lnTo>
                  <a:pt x="485775" y="123825"/>
                </a:lnTo>
                <a:lnTo>
                  <a:pt x="485775" y="133350"/>
                </a:lnTo>
                <a:lnTo>
                  <a:pt x="466725" y="133350"/>
                </a:lnTo>
                <a:close/>
                <a:moveTo>
                  <a:pt x="609600" y="123825"/>
                </a:moveTo>
                <a:lnTo>
                  <a:pt x="638175" y="123825"/>
                </a:lnTo>
                <a:lnTo>
                  <a:pt x="638175" y="133350"/>
                </a:lnTo>
                <a:lnTo>
                  <a:pt x="657225" y="133350"/>
                </a:lnTo>
                <a:lnTo>
                  <a:pt x="657225" y="142875"/>
                </a:lnTo>
                <a:lnTo>
                  <a:pt x="647700" y="142875"/>
                </a:lnTo>
                <a:lnTo>
                  <a:pt x="647700" y="161925"/>
                </a:lnTo>
                <a:lnTo>
                  <a:pt x="628650" y="161925"/>
                </a:lnTo>
                <a:lnTo>
                  <a:pt x="628650" y="152400"/>
                </a:lnTo>
                <a:lnTo>
                  <a:pt x="619125" y="152400"/>
                </a:lnTo>
                <a:lnTo>
                  <a:pt x="619125" y="142875"/>
                </a:lnTo>
                <a:lnTo>
                  <a:pt x="600075" y="142875"/>
                </a:lnTo>
                <a:lnTo>
                  <a:pt x="600075" y="133350"/>
                </a:lnTo>
                <a:lnTo>
                  <a:pt x="609600" y="133350"/>
                </a:lnTo>
                <a:close/>
                <a:moveTo>
                  <a:pt x="771525" y="123825"/>
                </a:moveTo>
                <a:lnTo>
                  <a:pt x="781050" y="123825"/>
                </a:lnTo>
                <a:lnTo>
                  <a:pt x="781050" y="133350"/>
                </a:lnTo>
                <a:lnTo>
                  <a:pt x="790575" y="133350"/>
                </a:lnTo>
                <a:lnTo>
                  <a:pt x="790575" y="142875"/>
                </a:lnTo>
                <a:lnTo>
                  <a:pt x="800100" y="142875"/>
                </a:lnTo>
                <a:lnTo>
                  <a:pt x="800100" y="152400"/>
                </a:lnTo>
                <a:lnTo>
                  <a:pt x="866775" y="152400"/>
                </a:lnTo>
                <a:lnTo>
                  <a:pt x="866775" y="161925"/>
                </a:lnTo>
                <a:lnTo>
                  <a:pt x="847725" y="161925"/>
                </a:lnTo>
                <a:lnTo>
                  <a:pt x="847725" y="180975"/>
                </a:lnTo>
                <a:lnTo>
                  <a:pt x="857250" y="180975"/>
                </a:lnTo>
                <a:lnTo>
                  <a:pt x="857250" y="190500"/>
                </a:lnTo>
                <a:lnTo>
                  <a:pt x="866775" y="190500"/>
                </a:lnTo>
                <a:lnTo>
                  <a:pt x="866775" y="180975"/>
                </a:lnTo>
                <a:lnTo>
                  <a:pt x="876300" y="180975"/>
                </a:lnTo>
                <a:lnTo>
                  <a:pt x="876300" y="171450"/>
                </a:lnTo>
                <a:lnTo>
                  <a:pt x="866775" y="171450"/>
                </a:lnTo>
                <a:lnTo>
                  <a:pt x="866775" y="161925"/>
                </a:lnTo>
                <a:lnTo>
                  <a:pt x="876300" y="161925"/>
                </a:lnTo>
                <a:lnTo>
                  <a:pt x="876300" y="171450"/>
                </a:lnTo>
                <a:lnTo>
                  <a:pt x="904875" y="171450"/>
                </a:lnTo>
                <a:lnTo>
                  <a:pt x="904875" y="180975"/>
                </a:lnTo>
                <a:lnTo>
                  <a:pt x="914400" y="180975"/>
                </a:lnTo>
                <a:lnTo>
                  <a:pt x="914400" y="200025"/>
                </a:lnTo>
                <a:lnTo>
                  <a:pt x="923925" y="200025"/>
                </a:lnTo>
                <a:lnTo>
                  <a:pt x="923925" y="209550"/>
                </a:lnTo>
                <a:lnTo>
                  <a:pt x="914400" y="209550"/>
                </a:lnTo>
                <a:lnTo>
                  <a:pt x="914400" y="219075"/>
                </a:lnTo>
                <a:lnTo>
                  <a:pt x="904875" y="219075"/>
                </a:lnTo>
                <a:lnTo>
                  <a:pt x="904875" y="228600"/>
                </a:lnTo>
                <a:lnTo>
                  <a:pt x="895350" y="228600"/>
                </a:lnTo>
                <a:lnTo>
                  <a:pt x="895350" y="219075"/>
                </a:lnTo>
                <a:lnTo>
                  <a:pt x="885825" y="219075"/>
                </a:lnTo>
                <a:lnTo>
                  <a:pt x="885825" y="200025"/>
                </a:lnTo>
                <a:lnTo>
                  <a:pt x="876300" y="200025"/>
                </a:lnTo>
                <a:lnTo>
                  <a:pt x="876300" y="209550"/>
                </a:lnTo>
                <a:lnTo>
                  <a:pt x="847725" y="209550"/>
                </a:lnTo>
                <a:lnTo>
                  <a:pt x="847725" y="190500"/>
                </a:lnTo>
                <a:lnTo>
                  <a:pt x="828675" y="190500"/>
                </a:lnTo>
                <a:lnTo>
                  <a:pt x="828675" y="200025"/>
                </a:lnTo>
                <a:lnTo>
                  <a:pt x="838200" y="200025"/>
                </a:lnTo>
                <a:lnTo>
                  <a:pt x="838200" y="219075"/>
                </a:lnTo>
                <a:lnTo>
                  <a:pt x="828675" y="219075"/>
                </a:lnTo>
                <a:lnTo>
                  <a:pt x="828675" y="238125"/>
                </a:lnTo>
                <a:lnTo>
                  <a:pt x="819150" y="238125"/>
                </a:lnTo>
                <a:lnTo>
                  <a:pt x="819150" y="209550"/>
                </a:lnTo>
                <a:lnTo>
                  <a:pt x="800100" y="209550"/>
                </a:lnTo>
                <a:lnTo>
                  <a:pt x="800100" y="190500"/>
                </a:lnTo>
                <a:lnTo>
                  <a:pt x="790575" y="190500"/>
                </a:lnTo>
                <a:lnTo>
                  <a:pt x="790575" y="200025"/>
                </a:lnTo>
                <a:lnTo>
                  <a:pt x="781050" y="200025"/>
                </a:lnTo>
                <a:lnTo>
                  <a:pt x="781050" y="209550"/>
                </a:lnTo>
                <a:lnTo>
                  <a:pt x="771525" y="209550"/>
                </a:lnTo>
                <a:lnTo>
                  <a:pt x="771525" y="219075"/>
                </a:lnTo>
                <a:lnTo>
                  <a:pt x="762000" y="219075"/>
                </a:lnTo>
                <a:lnTo>
                  <a:pt x="762000" y="228600"/>
                </a:lnTo>
                <a:lnTo>
                  <a:pt x="752475" y="228600"/>
                </a:lnTo>
                <a:lnTo>
                  <a:pt x="752475" y="238125"/>
                </a:lnTo>
                <a:lnTo>
                  <a:pt x="742950" y="238125"/>
                </a:lnTo>
                <a:lnTo>
                  <a:pt x="742950" y="219075"/>
                </a:lnTo>
                <a:lnTo>
                  <a:pt x="723900" y="219075"/>
                </a:lnTo>
                <a:lnTo>
                  <a:pt x="723900" y="209550"/>
                </a:lnTo>
                <a:lnTo>
                  <a:pt x="752475" y="209550"/>
                </a:lnTo>
                <a:lnTo>
                  <a:pt x="752475" y="200025"/>
                </a:lnTo>
                <a:lnTo>
                  <a:pt x="771525" y="200025"/>
                </a:lnTo>
                <a:lnTo>
                  <a:pt x="771525" y="190500"/>
                </a:lnTo>
                <a:lnTo>
                  <a:pt x="781050" y="190500"/>
                </a:lnTo>
                <a:lnTo>
                  <a:pt x="781050" y="180975"/>
                </a:lnTo>
                <a:lnTo>
                  <a:pt x="771525" y="180975"/>
                </a:lnTo>
                <a:lnTo>
                  <a:pt x="771525" y="142875"/>
                </a:lnTo>
                <a:lnTo>
                  <a:pt x="762000" y="142875"/>
                </a:lnTo>
                <a:lnTo>
                  <a:pt x="762000" y="133350"/>
                </a:lnTo>
                <a:lnTo>
                  <a:pt x="771525" y="133350"/>
                </a:lnTo>
                <a:close/>
                <a:moveTo>
                  <a:pt x="866775" y="123825"/>
                </a:moveTo>
                <a:lnTo>
                  <a:pt x="904875" y="123825"/>
                </a:lnTo>
                <a:lnTo>
                  <a:pt x="904875" y="133350"/>
                </a:lnTo>
                <a:lnTo>
                  <a:pt x="866775" y="133350"/>
                </a:lnTo>
                <a:close/>
                <a:moveTo>
                  <a:pt x="1123950" y="123825"/>
                </a:moveTo>
                <a:lnTo>
                  <a:pt x="1133475" y="123825"/>
                </a:lnTo>
                <a:lnTo>
                  <a:pt x="1133475" y="133350"/>
                </a:lnTo>
                <a:lnTo>
                  <a:pt x="1123950" y="133350"/>
                </a:lnTo>
                <a:close/>
                <a:moveTo>
                  <a:pt x="1171575" y="123825"/>
                </a:moveTo>
                <a:lnTo>
                  <a:pt x="1200150" y="123825"/>
                </a:lnTo>
                <a:lnTo>
                  <a:pt x="1200150" y="133350"/>
                </a:lnTo>
                <a:lnTo>
                  <a:pt x="1171575" y="133350"/>
                </a:lnTo>
                <a:close/>
                <a:moveTo>
                  <a:pt x="1276350" y="123825"/>
                </a:moveTo>
                <a:lnTo>
                  <a:pt x="1285875" y="123825"/>
                </a:lnTo>
                <a:lnTo>
                  <a:pt x="1285875" y="133350"/>
                </a:lnTo>
                <a:lnTo>
                  <a:pt x="1276350" y="133350"/>
                </a:lnTo>
                <a:close/>
                <a:moveTo>
                  <a:pt x="1304925" y="123825"/>
                </a:moveTo>
                <a:lnTo>
                  <a:pt x="1323975" y="123825"/>
                </a:lnTo>
                <a:lnTo>
                  <a:pt x="1323975" y="133350"/>
                </a:lnTo>
                <a:lnTo>
                  <a:pt x="1314450" y="133350"/>
                </a:lnTo>
                <a:lnTo>
                  <a:pt x="1314450" y="142875"/>
                </a:lnTo>
                <a:lnTo>
                  <a:pt x="1323975" y="142875"/>
                </a:lnTo>
                <a:lnTo>
                  <a:pt x="1323975" y="152400"/>
                </a:lnTo>
                <a:lnTo>
                  <a:pt x="1314450" y="152400"/>
                </a:lnTo>
                <a:lnTo>
                  <a:pt x="1314450" y="161925"/>
                </a:lnTo>
                <a:lnTo>
                  <a:pt x="1285875" y="161925"/>
                </a:lnTo>
                <a:lnTo>
                  <a:pt x="1285875" y="133350"/>
                </a:lnTo>
                <a:lnTo>
                  <a:pt x="1304925" y="133350"/>
                </a:lnTo>
                <a:close/>
                <a:moveTo>
                  <a:pt x="1362075" y="123825"/>
                </a:moveTo>
                <a:lnTo>
                  <a:pt x="1390650" y="123825"/>
                </a:lnTo>
                <a:lnTo>
                  <a:pt x="1390650" y="152400"/>
                </a:lnTo>
                <a:lnTo>
                  <a:pt x="1381125" y="152400"/>
                </a:lnTo>
                <a:lnTo>
                  <a:pt x="1381125" y="161925"/>
                </a:lnTo>
                <a:lnTo>
                  <a:pt x="1371600" y="161925"/>
                </a:lnTo>
                <a:lnTo>
                  <a:pt x="1371600" y="152400"/>
                </a:lnTo>
                <a:lnTo>
                  <a:pt x="1352550" y="152400"/>
                </a:lnTo>
                <a:lnTo>
                  <a:pt x="1352550" y="133350"/>
                </a:lnTo>
                <a:lnTo>
                  <a:pt x="1362075" y="133350"/>
                </a:lnTo>
                <a:close/>
                <a:moveTo>
                  <a:pt x="1428750" y="123825"/>
                </a:moveTo>
                <a:lnTo>
                  <a:pt x="1447800" y="123825"/>
                </a:lnTo>
                <a:lnTo>
                  <a:pt x="1447800" y="133350"/>
                </a:lnTo>
                <a:lnTo>
                  <a:pt x="1428750" y="133350"/>
                </a:lnTo>
                <a:close/>
                <a:moveTo>
                  <a:pt x="1466850" y="123825"/>
                </a:moveTo>
                <a:lnTo>
                  <a:pt x="1485900" y="123825"/>
                </a:lnTo>
                <a:lnTo>
                  <a:pt x="1485900" y="133350"/>
                </a:lnTo>
                <a:lnTo>
                  <a:pt x="1504950" y="133350"/>
                </a:lnTo>
                <a:lnTo>
                  <a:pt x="1504950" y="142875"/>
                </a:lnTo>
                <a:lnTo>
                  <a:pt x="1495425" y="142875"/>
                </a:lnTo>
                <a:lnTo>
                  <a:pt x="1495425" y="152400"/>
                </a:lnTo>
                <a:lnTo>
                  <a:pt x="1514475" y="152400"/>
                </a:lnTo>
                <a:lnTo>
                  <a:pt x="1514475" y="161925"/>
                </a:lnTo>
                <a:lnTo>
                  <a:pt x="1524000" y="161925"/>
                </a:lnTo>
                <a:lnTo>
                  <a:pt x="1524000" y="152400"/>
                </a:lnTo>
                <a:lnTo>
                  <a:pt x="1543050" y="152400"/>
                </a:lnTo>
                <a:lnTo>
                  <a:pt x="1543050" y="171450"/>
                </a:lnTo>
                <a:lnTo>
                  <a:pt x="1552575" y="171450"/>
                </a:lnTo>
                <a:lnTo>
                  <a:pt x="1552575" y="180975"/>
                </a:lnTo>
                <a:lnTo>
                  <a:pt x="1562100" y="180975"/>
                </a:lnTo>
                <a:lnTo>
                  <a:pt x="1562100" y="171450"/>
                </a:lnTo>
                <a:lnTo>
                  <a:pt x="1571625" y="171450"/>
                </a:lnTo>
                <a:lnTo>
                  <a:pt x="1571625" y="180975"/>
                </a:lnTo>
                <a:lnTo>
                  <a:pt x="1581150" y="180975"/>
                </a:lnTo>
                <a:lnTo>
                  <a:pt x="1581150" y="190500"/>
                </a:lnTo>
                <a:lnTo>
                  <a:pt x="1590675" y="190500"/>
                </a:lnTo>
                <a:lnTo>
                  <a:pt x="1590675" y="200025"/>
                </a:lnTo>
                <a:lnTo>
                  <a:pt x="1543050" y="200025"/>
                </a:lnTo>
                <a:lnTo>
                  <a:pt x="1543050" y="190500"/>
                </a:lnTo>
                <a:lnTo>
                  <a:pt x="1533525" y="190500"/>
                </a:lnTo>
                <a:lnTo>
                  <a:pt x="1533525" y="180975"/>
                </a:lnTo>
                <a:lnTo>
                  <a:pt x="1524000" y="180975"/>
                </a:lnTo>
                <a:lnTo>
                  <a:pt x="1524000" y="171450"/>
                </a:lnTo>
                <a:lnTo>
                  <a:pt x="1485900" y="171450"/>
                </a:lnTo>
                <a:lnTo>
                  <a:pt x="1485900" y="180975"/>
                </a:lnTo>
                <a:lnTo>
                  <a:pt x="1457325" y="180975"/>
                </a:lnTo>
                <a:lnTo>
                  <a:pt x="1457325" y="190500"/>
                </a:lnTo>
                <a:lnTo>
                  <a:pt x="1447800" y="190500"/>
                </a:lnTo>
                <a:lnTo>
                  <a:pt x="1447800" y="180975"/>
                </a:lnTo>
                <a:lnTo>
                  <a:pt x="1428750" y="180975"/>
                </a:lnTo>
                <a:lnTo>
                  <a:pt x="1428750" y="142875"/>
                </a:lnTo>
                <a:lnTo>
                  <a:pt x="1447800" y="142875"/>
                </a:lnTo>
                <a:lnTo>
                  <a:pt x="1447800" y="133350"/>
                </a:lnTo>
                <a:lnTo>
                  <a:pt x="1466850" y="133350"/>
                </a:lnTo>
                <a:close/>
                <a:moveTo>
                  <a:pt x="1581150" y="123825"/>
                </a:moveTo>
                <a:lnTo>
                  <a:pt x="1590675" y="123825"/>
                </a:lnTo>
                <a:lnTo>
                  <a:pt x="1590675" y="133350"/>
                </a:lnTo>
                <a:lnTo>
                  <a:pt x="1581150" y="133350"/>
                </a:lnTo>
                <a:close/>
                <a:moveTo>
                  <a:pt x="1628775" y="123825"/>
                </a:moveTo>
                <a:lnTo>
                  <a:pt x="1638300" y="123825"/>
                </a:lnTo>
                <a:lnTo>
                  <a:pt x="1638300" y="133350"/>
                </a:lnTo>
                <a:lnTo>
                  <a:pt x="1628775" y="133350"/>
                </a:lnTo>
                <a:close/>
                <a:moveTo>
                  <a:pt x="1666875" y="123825"/>
                </a:moveTo>
                <a:lnTo>
                  <a:pt x="1676400" y="123825"/>
                </a:lnTo>
                <a:lnTo>
                  <a:pt x="1676400" y="133350"/>
                </a:lnTo>
                <a:lnTo>
                  <a:pt x="1666875" y="133350"/>
                </a:lnTo>
                <a:close/>
                <a:moveTo>
                  <a:pt x="1685925" y="123825"/>
                </a:moveTo>
                <a:lnTo>
                  <a:pt x="1695450" y="123825"/>
                </a:lnTo>
                <a:lnTo>
                  <a:pt x="1695450" y="133350"/>
                </a:lnTo>
                <a:lnTo>
                  <a:pt x="1685925" y="133350"/>
                </a:lnTo>
                <a:close/>
                <a:moveTo>
                  <a:pt x="381000" y="133350"/>
                </a:moveTo>
                <a:lnTo>
                  <a:pt x="390525" y="133350"/>
                </a:lnTo>
                <a:lnTo>
                  <a:pt x="390525" y="142875"/>
                </a:lnTo>
                <a:lnTo>
                  <a:pt x="381000" y="142875"/>
                </a:lnTo>
                <a:close/>
                <a:moveTo>
                  <a:pt x="561975" y="133350"/>
                </a:moveTo>
                <a:lnTo>
                  <a:pt x="590550" y="133350"/>
                </a:lnTo>
                <a:lnTo>
                  <a:pt x="590550" y="142875"/>
                </a:lnTo>
                <a:lnTo>
                  <a:pt x="561975" y="142875"/>
                </a:lnTo>
                <a:close/>
                <a:moveTo>
                  <a:pt x="1143000" y="133350"/>
                </a:moveTo>
                <a:lnTo>
                  <a:pt x="1162050" y="133350"/>
                </a:lnTo>
                <a:lnTo>
                  <a:pt x="1162050" y="142875"/>
                </a:lnTo>
                <a:lnTo>
                  <a:pt x="1143000" y="142875"/>
                </a:lnTo>
                <a:close/>
                <a:moveTo>
                  <a:pt x="885825" y="142875"/>
                </a:moveTo>
                <a:lnTo>
                  <a:pt x="933450" y="142875"/>
                </a:lnTo>
                <a:lnTo>
                  <a:pt x="933450" y="152400"/>
                </a:lnTo>
                <a:lnTo>
                  <a:pt x="952500" y="152400"/>
                </a:lnTo>
                <a:lnTo>
                  <a:pt x="952500" y="171450"/>
                </a:lnTo>
                <a:lnTo>
                  <a:pt x="962025" y="171450"/>
                </a:lnTo>
                <a:lnTo>
                  <a:pt x="962025" y="180975"/>
                </a:lnTo>
                <a:lnTo>
                  <a:pt x="933450" y="180975"/>
                </a:lnTo>
                <a:lnTo>
                  <a:pt x="933450" y="171450"/>
                </a:lnTo>
                <a:lnTo>
                  <a:pt x="923925" y="171450"/>
                </a:lnTo>
                <a:lnTo>
                  <a:pt x="923925" y="161925"/>
                </a:lnTo>
                <a:lnTo>
                  <a:pt x="914400" y="161925"/>
                </a:lnTo>
                <a:lnTo>
                  <a:pt x="914400" y="152400"/>
                </a:lnTo>
                <a:lnTo>
                  <a:pt x="885825" y="152400"/>
                </a:lnTo>
                <a:close/>
                <a:moveTo>
                  <a:pt x="962025" y="142875"/>
                </a:moveTo>
                <a:lnTo>
                  <a:pt x="990600" y="142875"/>
                </a:lnTo>
                <a:lnTo>
                  <a:pt x="990600" y="152400"/>
                </a:lnTo>
                <a:lnTo>
                  <a:pt x="962025" y="152400"/>
                </a:lnTo>
                <a:close/>
                <a:moveTo>
                  <a:pt x="1095375" y="142875"/>
                </a:moveTo>
                <a:lnTo>
                  <a:pt x="1104900" y="142875"/>
                </a:lnTo>
                <a:lnTo>
                  <a:pt x="1104900" y="161925"/>
                </a:lnTo>
                <a:lnTo>
                  <a:pt x="1095375" y="161925"/>
                </a:lnTo>
                <a:lnTo>
                  <a:pt x="1095375" y="180975"/>
                </a:lnTo>
                <a:lnTo>
                  <a:pt x="1114425" y="180975"/>
                </a:lnTo>
                <a:lnTo>
                  <a:pt x="1114425" y="171450"/>
                </a:lnTo>
                <a:lnTo>
                  <a:pt x="1123950" y="171450"/>
                </a:lnTo>
                <a:lnTo>
                  <a:pt x="1123950" y="180975"/>
                </a:lnTo>
                <a:lnTo>
                  <a:pt x="1133475" y="180975"/>
                </a:lnTo>
                <a:lnTo>
                  <a:pt x="1133475" y="190500"/>
                </a:lnTo>
                <a:lnTo>
                  <a:pt x="1123950" y="190500"/>
                </a:lnTo>
                <a:lnTo>
                  <a:pt x="1123950" y="200025"/>
                </a:lnTo>
                <a:lnTo>
                  <a:pt x="1095375" y="200025"/>
                </a:lnTo>
                <a:lnTo>
                  <a:pt x="1095375" y="190500"/>
                </a:lnTo>
                <a:lnTo>
                  <a:pt x="1047750" y="190500"/>
                </a:lnTo>
                <a:lnTo>
                  <a:pt x="1047750" y="200025"/>
                </a:lnTo>
                <a:lnTo>
                  <a:pt x="1038225" y="200025"/>
                </a:lnTo>
                <a:lnTo>
                  <a:pt x="1038225" y="190500"/>
                </a:lnTo>
                <a:lnTo>
                  <a:pt x="1019175" y="190500"/>
                </a:lnTo>
                <a:lnTo>
                  <a:pt x="1019175" y="171450"/>
                </a:lnTo>
                <a:lnTo>
                  <a:pt x="1028700" y="171450"/>
                </a:lnTo>
                <a:lnTo>
                  <a:pt x="1028700" y="152400"/>
                </a:lnTo>
                <a:lnTo>
                  <a:pt x="1038225" y="152400"/>
                </a:lnTo>
                <a:lnTo>
                  <a:pt x="1038225" y="161925"/>
                </a:lnTo>
                <a:lnTo>
                  <a:pt x="1047750" y="161925"/>
                </a:lnTo>
                <a:lnTo>
                  <a:pt x="1047750" y="152400"/>
                </a:lnTo>
                <a:lnTo>
                  <a:pt x="1066800" y="152400"/>
                </a:lnTo>
                <a:lnTo>
                  <a:pt x="1066800" y="161925"/>
                </a:lnTo>
                <a:lnTo>
                  <a:pt x="1085850" y="161925"/>
                </a:lnTo>
                <a:lnTo>
                  <a:pt x="1085850" y="152400"/>
                </a:lnTo>
                <a:lnTo>
                  <a:pt x="1095375" y="152400"/>
                </a:lnTo>
                <a:close/>
                <a:moveTo>
                  <a:pt x="1171575" y="142875"/>
                </a:moveTo>
                <a:lnTo>
                  <a:pt x="1181100" y="142875"/>
                </a:lnTo>
                <a:lnTo>
                  <a:pt x="1181100" y="152400"/>
                </a:lnTo>
                <a:lnTo>
                  <a:pt x="1190625" y="152400"/>
                </a:lnTo>
                <a:lnTo>
                  <a:pt x="1190625" y="190500"/>
                </a:lnTo>
                <a:lnTo>
                  <a:pt x="1181100" y="190500"/>
                </a:lnTo>
                <a:lnTo>
                  <a:pt x="1181100" y="180975"/>
                </a:lnTo>
                <a:lnTo>
                  <a:pt x="1171575" y="180975"/>
                </a:lnTo>
                <a:lnTo>
                  <a:pt x="1171575" y="200025"/>
                </a:lnTo>
                <a:lnTo>
                  <a:pt x="1181100" y="200025"/>
                </a:lnTo>
                <a:lnTo>
                  <a:pt x="1181100" y="209550"/>
                </a:lnTo>
                <a:lnTo>
                  <a:pt x="1152525" y="209550"/>
                </a:lnTo>
                <a:lnTo>
                  <a:pt x="1152525" y="190500"/>
                </a:lnTo>
                <a:lnTo>
                  <a:pt x="1162050" y="190500"/>
                </a:lnTo>
                <a:lnTo>
                  <a:pt x="1162050" y="161925"/>
                </a:lnTo>
                <a:lnTo>
                  <a:pt x="1152525" y="161925"/>
                </a:lnTo>
                <a:lnTo>
                  <a:pt x="1152525" y="152400"/>
                </a:lnTo>
                <a:lnTo>
                  <a:pt x="1171575" y="152400"/>
                </a:lnTo>
                <a:close/>
                <a:moveTo>
                  <a:pt x="1581150" y="142875"/>
                </a:moveTo>
                <a:lnTo>
                  <a:pt x="1619250" y="142875"/>
                </a:lnTo>
                <a:lnTo>
                  <a:pt x="1619250" y="152400"/>
                </a:lnTo>
                <a:lnTo>
                  <a:pt x="1590675" y="152400"/>
                </a:lnTo>
                <a:lnTo>
                  <a:pt x="1590675" y="161925"/>
                </a:lnTo>
                <a:lnTo>
                  <a:pt x="1571625" y="161925"/>
                </a:lnTo>
                <a:lnTo>
                  <a:pt x="1571625" y="152400"/>
                </a:lnTo>
                <a:lnTo>
                  <a:pt x="1581150" y="152400"/>
                </a:lnTo>
                <a:close/>
                <a:moveTo>
                  <a:pt x="1628775" y="142875"/>
                </a:moveTo>
                <a:lnTo>
                  <a:pt x="1657350" y="142875"/>
                </a:lnTo>
                <a:lnTo>
                  <a:pt x="1657350" y="152400"/>
                </a:lnTo>
                <a:lnTo>
                  <a:pt x="1647825" y="152400"/>
                </a:lnTo>
                <a:lnTo>
                  <a:pt x="1647825" y="161925"/>
                </a:lnTo>
                <a:lnTo>
                  <a:pt x="1619250" y="161925"/>
                </a:lnTo>
                <a:lnTo>
                  <a:pt x="1619250" y="152400"/>
                </a:lnTo>
                <a:lnTo>
                  <a:pt x="1628775" y="152400"/>
                </a:lnTo>
                <a:close/>
                <a:moveTo>
                  <a:pt x="1666875" y="142875"/>
                </a:moveTo>
                <a:lnTo>
                  <a:pt x="1685925" y="142875"/>
                </a:lnTo>
                <a:lnTo>
                  <a:pt x="1685925" y="161925"/>
                </a:lnTo>
                <a:lnTo>
                  <a:pt x="1676400" y="161925"/>
                </a:lnTo>
                <a:lnTo>
                  <a:pt x="1676400" y="171450"/>
                </a:lnTo>
                <a:lnTo>
                  <a:pt x="1666875" y="171450"/>
                </a:lnTo>
                <a:lnTo>
                  <a:pt x="1666875" y="161925"/>
                </a:lnTo>
                <a:lnTo>
                  <a:pt x="1657350" y="161925"/>
                </a:lnTo>
                <a:lnTo>
                  <a:pt x="1657350" y="152400"/>
                </a:lnTo>
                <a:lnTo>
                  <a:pt x="1666875" y="152400"/>
                </a:lnTo>
                <a:close/>
                <a:moveTo>
                  <a:pt x="1790700" y="142875"/>
                </a:moveTo>
                <a:lnTo>
                  <a:pt x="1809750" y="142875"/>
                </a:lnTo>
                <a:lnTo>
                  <a:pt x="1809750" y="152400"/>
                </a:lnTo>
                <a:lnTo>
                  <a:pt x="1800225" y="152400"/>
                </a:lnTo>
                <a:lnTo>
                  <a:pt x="1800225" y="171450"/>
                </a:lnTo>
                <a:lnTo>
                  <a:pt x="1781175" y="171450"/>
                </a:lnTo>
                <a:lnTo>
                  <a:pt x="1781175" y="152400"/>
                </a:lnTo>
                <a:lnTo>
                  <a:pt x="1790700" y="152400"/>
                </a:lnTo>
                <a:close/>
                <a:moveTo>
                  <a:pt x="666750" y="152400"/>
                </a:moveTo>
                <a:lnTo>
                  <a:pt x="704850" y="152400"/>
                </a:lnTo>
                <a:lnTo>
                  <a:pt x="704850" y="161925"/>
                </a:lnTo>
                <a:lnTo>
                  <a:pt x="695325" y="161925"/>
                </a:lnTo>
                <a:lnTo>
                  <a:pt x="695325" y="180975"/>
                </a:lnTo>
                <a:lnTo>
                  <a:pt x="704850" y="180975"/>
                </a:lnTo>
                <a:lnTo>
                  <a:pt x="704850" y="209550"/>
                </a:lnTo>
                <a:lnTo>
                  <a:pt x="695325" y="209550"/>
                </a:lnTo>
                <a:lnTo>
                  <a:pt x="695325" y="190500"/>
                </a:lnTo>
                <a:lnTo>
                  <a:pt x="676275" y="190500"/>
                </a:lnTo>
                <a:lnTo>
                  <a:pt x="676275" y="180975"/>
                </a:lnTo>
                <a:lnTo>
                  <a:pt x="657225" y="180975"/>
                </a:lnTo>
                <a:lnTo>
                  <a:pt x="657225" y="171450"/>
                </a:lnTo>
                <a:lnTo>
                  <a:pt x="666750" y="171450"/>
                </a:lnTo>
                <a:close/>
                <a:moveTo>
                  <a:pt x="1009650" y="152400"/>
                </a:moveTo>
                <a:lnTo>
                  <a:pt x="1019175" y="152400"/>
                </a:lnTo>
                <a:lnTo>
                  <a:pt x="1019175" y="161925"/>
                </a:lnTo>
                <a:lnTo>
                  <a:pt x="1009650" y="161925"/>
                </a:lnTo>
                <a:close/>
                <a:moveTo>
                  <a:pt x="1390650" y="152400"/>
                </a:moveTo>
                <a:lnTo>
                  <a:pt x="1400175" y="152400"/>
                </a:lnTo>
                <a:lnTo>
                  <a:pt x="1400175" y="190500"/>
                </a:lnTo>
                <a:lnTo>
                  <a:pt x="1390650" y="190500"/>
                </a:lnTo>
                <a:lnTo>
                  <a:pt x="1390650" y="180975"/>
                </a:lnTo>
                <a:lnTo>
                  <a:pt x="1381125" y="180975"/>
                </a:lnTo>
                <a:lnTo>
                  <a:pt x="1381125" y="190500"/>
                </a:lnTo>
                <a:lnTo>
                  <a:pt x="1371600" y="190500"/>
                </a:lnTo>
                <a:lnTo>
                  <a:pt x="1371600" y="171450"/>
                </a:lnTo>
                <a:lnTo>
                  <a:pt x="1390650" y="171450"/>
                </a:lnTo>
                <a:close/>
                <a:moveTo>
                  <a:pt x="1447800" y="152400"/>
                </a:moveTo>
                <a:lnTo>
                  <a:pt x="1457325" y="152400"/>
                </a:lnTo>
                <a:lnTo>
                  <a:pt x="1457325" y="171450"/>
                </a:lnTo>
                <a:lnTo>
                  <a:pt x="1476375" y="171450"/>
                </a:lnTo>
                <a:lnTo>
                  <a:pt x="1476375" y="161925"/>
                </a:lnTo>
                <a:lnTo>
                  <a:pt x="1466850" y="161925"/>
                </a:lnTo>
                <a:lnTo>
                  <a:pt x="1466850" y="142875"/>
                </a:lnTo>
                <a:lnTo>
                  <a:pt x="1447800" y="142875"/>
                </a:lnTo>
                <a:close/>
                <a:moveTo>
                  <a:pt x="971550" y="161925"/>
                </a:moveTo>
                <a:lnTo>
                  <a:pt x="981075" y="161925"/>
                </a:lnTo>
                <a:lnTo>
                  <a:pt x="981075" y="190500"/>
                </a:lnTo>
                <a:lnTo>
                  <a:pt x="971550" y="190500"/>
                </a:lnTo>
                <a:close/>
                <a:moveTo>
                  <a:pt x="609600" y="171450"/>
                </a:moveTo>
                <a:lnTo>
                  <a:pt x="619125" y="171450"/>
                </a:lnTo>
                <a:lnTo>
                  <a:pt x="619125" y="180975"/>
                </a:lnTo>
                <a:lnTo>
                  <a:pt x="628650" y="180975"/>
                </a:lnTo>
                <a:lnTo>
                  <a:pt x="628650" y="171450"/>
                </a:lnTo>
                <a:lnTo>
                  <a:pt x="647700" y="171450"/>
                </a:lnTo>
                <a:lnTo>
                  <a:pt x="647700" y="180975"/>
                </a:lnTo>
                <a:lnTo>
                  <a:pt x="638175" y="180975"/>
                </a:lnTo>
                <a:lnTo>
                  <a:pt x="638175" y="200025"/>
                </a:lnTo>
                <a:lnTo>
                  <a:pt x="609600" y="200025"/>
                </a:lnTo>
                <a:close/>
                <a:moveTo>
                  <a:pt x="1238250" y="171450"/>
                </a:moveTo>
                <a:lnTo>
                  <a:pt x="1247775" y="171450"/>
                </a:lnTo>
                <a:lnTo>
                  <a:pt x="1247775" y="180975"/>
                </a:lnTo>
                <a:lnTo>
                  <a:pt x="1257300" y="180975"/>
                </a:lnTo>
                <a:lnTo>
                  <a:pt x="1257300" y="190500"/>
                </a:lnTo>
                <a:lnTo>
                  <a:pt x="1266825" y="190500"/>
                </a:lnTo>
                <a:lnTo>
                  <a:pt x="1266825" y="209550"/>
                </a:lnTo>
                <a:lnTo>
                  <a:pt x="1257300" y="209550"/>
                </a:lnTo>
                <a:lnTo>
                  <a:pt x="1257300" y="219075"/>
                </a:lnTo>
                <a:lnTo>
                  <a:pt x="1247775" y="219075"/>
                </a:lnTo>
                <a:lnTo>
                  <a:pt x="1247775" y="228600"/>
                </a:lnTo>
                <a:lnTo>
                  <a:pt x="1228725" y="228600"/>
                </a:lnTo>
                <a:lnTo>
                  <a:pt x="1228725" y="238125"/>
                </a:lnTo>
                <a:lnTo>
                  <a:pt x="1219200" y="238125"/>
                </a:lnTo>
                <a:lnTo>
                  <a:pt x="1219200" y="219075"/>
                </a:lnTo>
                <a:lnTo>
                  <a:pt x="1238250" y="219075"/>
                </a:lnTo>
                <a:lnTo>
                  <a:pt x="1238250" y="209550"/>
                </a:lnTo>
                <a:lnTo>
                  <a:pt x="1247775" y="209550"/>
                </a:lnTo>
                <a:lnTo>
                  <a:pt x="1247775" y="200025"/>
                </a:lnTo>
                <a:lnTo>
                  <a:pt x="1238250" y="200025"/>
                </a:lnTo>
                <a:close/>
                <a:moveTo>
                  <a:pt x="1314450" y="171450"/>
                </a:moveTo>
                <a:lnTo>
                  <a:pt x="1323975" y="171450"/>
                </a:lnTo>
                <a:lnTo>
                  <a:pt x="1323975" y="190500"/>
                </a:lnTo>
                <a:lnTo>
                  <a:pt x="1314450" y="190500"/>
                </a:lnTo>
                <a:close/>
                <a:moveTo>
                  <a:pt x="1771650" y="171450"/>
                </a:moveTo>
                <a:lnTo>
                  <a:pt x="1781175" y="171450"/>
                </a:lnTo>
                <a:lnTo>
                  <a:pt x="1781175" y="180975"/>
                </a:lnTo>
                <a:lnTo>
                  <a:pt x="1771650" y="180975"/>
                </a:lnTo>
                <a:close/>
                <a:moveTo>
                  <a:pt x="1819275" y="171450"/>
                </a:moveTo>
                <a:lnTo>
                  <a:pt x="1847850" y="171450"/>
                </a:lnTo>
                <a:lnTo>
                  <a:pt x="1847850" y="180975"/>
                </a:lnTo>
                <a:lnTo>
                  <a:pt x="1828800" y="180975"/>
                </a:lnTo>
                <a:lnTo>
                  <a:pt x="1828800" y="190500"/>
                </a:lnTo>
                <a:lnTo>
                  <a:pt x="1819275" y="190500"/>
                </a:lnTo>
                <a:close/>
                <a:moveTo>
                  <a:pt x="647700" y="180975"/>
                </a:moveTo>
                <a:lnTo>
                  <a:pt x="657225" y="180975"/>
                </a:lnTo>
                <a:lnTo>
                  <a:pt x="657225" y="200025"/>
                </a:lnTo>
                <a:lnTo>
                  <a:pt x="647700" y="200025"/>
                </a:lnTo>
                <a:close/>
                <a:moveTo>
                  <a:pt x="390525" y="190500"/>
                </a:moveTo>
                <a:lnTo>
                  <a:pt x="400050" y="190500"/>
                </a:lnTo>
                <a:lnTo>
                  <a:pt x="400050" y="200025"/>
                </a:lnTo>
                <a:lnTo>
                  <a:pt x="390525" y="200025"/>
                </a:lnTo>
                <a:close/>
                <a:moveTo>
                  <a:pt x="809625" y="190500"/>
                </a:moveTo>
                <a:lnTo>
                  <a:pt x="819150" y="190500"/>
                </a:lnTo>
                <a:lnTo>
                  <a:pt x="819150" y="171450"/>
                </a:lnTo>
                <a:lnTo>
                  <a:pt x="809625" y="171450"/>
                </a:lnTo>
                <a:close/>
                <a:moveTo>
                  <a:pt x="1409700" y="190500"/>
                </a:moveTo>
                <a:lnTo>
                  <a:pt x="1419225" y="190500"/>
                </a:lnTo>
                <a:lnTo>
                  <a:pt x="1419225" y="200025"/>
                </a:lnTo>
                <a:lnTo>
                  <a:pt x="1409700" y="200025"/>
                </a:lnTo>
                <a:close/>
                <a:moveTo>
                  <a:pt x="1752600" y="190500"/>
                </a:moveTo>
                <a:lnTo>
                  <a:pt x="1762125" y="190500"/>
                </a:lnTo>
                <a:lnTo>
                  <a:pt x="1762125" y="200025"/>
                </a:lnTo>
                <a:lnTo>
                  <a:pt x="1752600" y="200025"/>
                </a:lnTo>
                <a:close/>
                <a:moveTo>
                  <a:pt x="400050" y="200025"/>
                </a:moveTo>
                <a:lnTo>
                  <a:pt x="409575" y="200025"/>
                </a:lnTo>
                <a:lnTo>
                  <a:pt x="409575" y="209550"/>
                </a:lnTo>
                <a:lnTo>
                  <a:pt x="400050" y="209550"/>
                </a:lnTo>
                <a:close/>
                <a:moveTo>
                  <a:pt x="485775" y="200025"/>
                </a:moveTo>
                <a:lnTo>
                  <a:pt x="495300" y="200025"/>
                </a:lnTo>
                <a:lnTo>
                  <a:pt x="495300" y="190500"/>
                </a:lnTo>
                <a:lnTo>
                  <a:pt x="485775" y="190500"/>
                </a:lnTo>
                <a:close/>
                <a:moveTo>
                  <a:pt x="952500" y="200025"/>
                </a:moveTo>
                <a:lnTo>
                  <a:pt x="962025" y="200025"/>
                </a:lnTo>
                <a:lnTo>
                  <a:pt x="962025" y="209550"/>
                </a:lnTo>
                <a:lnTo>
                  <a:pt x="981075" y="209550"/>
                </a:lnTo>
                <a:lnTo>
                  <a:pt x="981075" y="219075"/>
                </a:lnTo>
                <a:lnTo>
                  <a:pt x="990600" y="219075"/>
                </a:lnTo>
                <a:lnTo>
                  <a:pt x="990600" y="228600"/>
                </a:lnTo>
                <a:lnTo>
                  <a:pt x="1009650" y="228600"/>
                </a:lnTo>
                <a:lnTo>
                  <a:pt x="1009650" y="238125"/>
                </a:lnTo>
                <a:lnTo>
                  <a:pt x="1019175" y="238125"/>
                </a:lnTo>
                <a:lnTo>
                  <a:pt x="1019175" y="228600"/>
                </a:lnTo>
                <a:lnTo>
                  <a:pt x="1028700" y="228600"/>
                </a:lnTo>
                <a:lnTo>
                  <a:pt x="1028700" y="219075"/>
                </a:lnTo>
                <a:lnTo>
                  <a:pt x="1047750" y="219075"/>
                </a:lnTo>
                <a:lnTo>
                  <a:pt x="1047750" y="228600"/>
                </a:lnTo>
                <a:lnTo>
                  <a:pt x="1028700" y="228600"/>
                </a:lnTo>
                <a:lnTo>
                  <a:pt x="1028700" y="247650"/>
                </a:lnTo>
                <a:lnTo>
                  <a:pt x="1019175" y="247650"/>
                </a:lnTo>
                <a:lnTo>
                  <a:pt x="1019175" y="257175"/>
                </a:lnTo>
                <a:lnTo>
                  <a:pt x="1009650" y="257175"/>
                </a:lnTo>
                <a:lnTo>
                  <a:pt x="1009650" y="266700"/>
                </a:lnTo>
                <a:lnTo>
                  <a:pt x="1000125" y="266700"/>
                </a:lnTo>
                <a:lnTo>
                  <a:pt x="1000125" y="276225"/>
                </a:lnTo>
                <a:lnTo>
                  <a:pt x="981075" y="276225"/>
                </a:lnTo>
                <a:lnTo>
                  <a:pt x="981075" y="266700"/>
                </a:lnTo>
                <a:lnTo>
                  <a:pt x="990600" y="266700"/>
                </a:lnTo>
                <a:lnTo>
                  <a:pt x="990600" y="238125"/>
                </a:lnTo>
                <a:lnTo>
                  <a:pt x="971550" y="238125"/>
                </a:lnTo>
                <a:lnTo>
                  <a:pt x="971550" y="219075"/>
                </a:lnTo>
                <a:lnTo>
                  <a:pt x="962025" y="219075"/>
                </a:lnTo>
                <a:lnTo>
                  <a:pt x="962025" y="228600"/>
                </a:lnTo>
                <a:lnTo>
                  <a:pt x="942975" y="228600"/>
                </a:lnTo>
                <a:lnTo>
                  <a:pt x="942975" y="219075"/>
                </a:lnTo>
                <a:lnTo>
                  <a:pt x="933450" y="219075"/>
                </a:lnTo>
                <a:lnTo>
                  <a:pt x="933450" y="209550"/>
                </a:lnTo>
                <a:lnTo>
                  <a:pt x="952500" y="209550"/>
                </a:lnTo>
                <a:close/>
                <a:moveTo>
                  <a:pt x="1457325" y="200025"/>
                </a:moveTo>
                <a:lnTo>
                  <a:pt x="1476375" y="200025"/>
                </a:lnTo>
                <a:lnTo>
                  <a:pt x="1476375" y="209550"/>
                </a:lnTo>
                <a:lnTo>
                  <a:pt x="1457325" y="209550"/>
                </a:lnTo>
                <a:close/>
                <a:moveTo>
                  <a:pt x="1495425" y="200025"/>
                </a:moveTo>
                <a:lnTo>
                  <a:pt x="1514475" y="200025"/>
                </a:lnTo>
                <a:lnTo>
                  <a:pt x="1514475" y="209550"/>
                </a:lnTo>
                <a:lnTo>
                  <a:pt x="1524000" y="209550"/>
                </a:lnTo>
                <a:lnTo>
                  <a:pt x="1524000" y="219075"/>
                </a:lnTo>
                <a:lnTo>
                  <a:pt x="1533525" y="219075"/>
                </a:lnTo>
                <a:lnTo>
                  <a:pt x="1533525" y="238125"/>
                </a:lnTo>
                <a:lnTo>
                  <a:pt x="1524000" y="238125"/>
                </a:lnTo>
                <a:lnTo>
                  <a:pt x="1524000" y="228600"/>
                </a:lnTo>
                <a:lnTo>
                  <a:pt x="1504950" y="228600"/>
                </a:lnTo>
                <a:lnTo>
                  <a:pt x="1504950" y="238125"/>
                </a:lnTo>
                <a:lnTo>
                  <a:pt x="1495425" y="238125"/>
                </a:lnTo>
                <a:close/>
                <a:moveTo>
                  <a:pt x="1724025" y="200025"/>
                </a:moveTo>
                <a:lnTo>
                  <a:pt x="1743075" y="200025"/>
                </a:lnTo>
                <a:lnTo>
                  <a:pt x="1743075" y="209550"/>
                </a:lnTo>
                <a:lnTo>
                  <a:pt x="1724025" y="209550"/>
                </a:lnTo>
                <a:close/>
                <a:moveTo>
                  <a:pt x="1771650" y="200025"/>
                </a:moveTo>
                <a:lnTo>
                  <a:pt x="1790700" y="200025"/>
                </a:lnTo>
                <a:lnTo>
                  <a:pt x="1790700" y="209550"/>
                </a:lnTo>
                <a:lnTo>
                  <a:pt x="1771650" y="209550"/>
                </a:lnTo>
                <a:close/>
                <a:moveTo>
                  <a:pt x="1800225" y="200025"/>
                </a:moveTo>
                <a:lnTo>
                  <a:pt x="1809750" y="200025"/>
                </a:lnTo>
                <a:lnTo>
                  <a:pt x="1809750" y="209550"/>
                </a:lnTo>
                <a:lnTo>
                  <a:pt x="1800225" y="209550"/>
                </a:lnTo>
                <a:close/>
                <a:moveTo>
                  <a:pt x="495300" y="209550"/>
                </a:moveTo>
                <a:lnTo>
                  <a:pt x="504825" y="209550"/>
                </a:lnTo>
                <a:lnTo>
                  <a:pt x="504825" y="219075"/>
                </a:lnTo>
                <a:lnTo>
                  <a:pt x="514350" y="219075"/>
                </a:lnTo>
                <a:lnTo>
                  <a:pt x="514350" y="209550"/>
                </a:lnTo>
                <a:lnTo>
                  <a:pt x="533400" y="209550"/>
                </a:lnTo>
                <a:lnTo>
                  <a:pt x="533400" y="200025"/>
                </a:lnTo>
                <a:lnTo>
                  <a:pt x="523875" y="200025"/>
                </a:lnTo>
                <a:lnTo>
                  <a:pt x="523875" y="190500"/>
                </a:lnTo>
                <a:lnTo>
                  <a:pt x="504825" y="190500"/>
                </a:lnTo>
                <a:lnTo>
                  <a:pt x="504825" y="200025"/>
                </a:lnTo>
                <a:lnTo>
                  <a:pt x="495300" y="200025"/>
                </a:lnTo>
                <a:close/>
                <a:moveTo>
                  <a:pt x="638175" y="209550"/>
                </a:moveTo>
                <a:lnTo>
                  <a:pt x="647700" y="209550"/>
                </a:lnTo>
                <a:lnTo>
                  <a:pt x="647700" y="219075"/>
                </a:lnTo>
                <a:lnTo>
                  <a:pt x="657225" y="219075"/>
                </a:lnTo>
                <a:lnTo>
                  <a:pt x="657225" y="238125"/>
                </a:lnTo>
                <a:lnTo>
                  <a:pt x="638175" y="238125"/>
                </a:lnTo>
                <a:close/>
                <a:moveTo>
                  <a:pt x="790575" y="209550"/>
                </a:moveTo>
                <a:lnTo>
                  <a:pt x="800100" y="209550"/>
                </a:lnTo>
                <a:lnTo>
                  <a:pt x="800100" y="219075"/>
                </a:lnTo>
                <a:lnTo>
                  <a:pt x="790575" y="219075"/>
                </a:lnTo>
                <a:close/>
                <a:moveTo>
                  <a:pt x="1704975" y="209550"/>
                </a:moveTo>
                <a:lnTo>
                  <a:pt x="1724025" y="209550"/>
                </a:lnTo>
                <a:lnTo>
                  <a:pt x="1724025" y="219075"/>
                </a:lnTo>
                <a:lnTo>
                  <a:pt x="1704975" y="219075"/>
                </a:lnTo>
                <a:close/>
                <a:moveTo>
                  <a:pt x="838200" y="219075"/>
                </a:moveTo>
                <a:lnTo>
                  <a:pt x="847725" y="219075"/>
                </a:lnTo>
                <a:lnTo>
                  <a:pt x="847725" y="228600"/>
                </a:lnTo>
                <a:lnTo>
                  <a:pt x="838200" y="228600"/>
                </a:lnTo>
                <a:close/>
                <a:moveTo>
                  <a:pt x="1104900" y="219075"/>
                </a:moveTo>
                <a:lnTo>
                  <a:pt x="1114425" y="219075"/>
                </a:lnTo>
                <a:lnTo>
                  <a:pt x="1114425" y="228600"/>
                </a:lnTo>
                <a:lnTo>
                  <a:pt x="1123950" y="228600"/>
                </a:lnTo>
                <a:lnTo>
                  <a:pt x="1123950" y="247650"/>
                </a:lnTo>
                <a:lnTo>
                  <a:pt x="1114425" y="247650"/>
                </a:lnTo>
                <a:lnTo>
                  <a:pt x="1114425" y="257175"/>
                </a:lnTo>
                <a:lnTo>
                  <a:pt x="1104900" y="257175"/>
                </a:lnTo>
                <a:close/>
                <a:moveTo>
                  <a:pt x="1133475" y="219075"/>
                </a:moveTo>
                <a:lnTo>
                  <a:pt x="1143000" y="219075"/>
                </a:lnTo>
                <a:lnTo>
                  <a:pt x="1143000" y="228600"/>
                </a:lnTo>
                <a:lnTo>
                  <a:pt x="1133475" y="228600"/>
                </a:lnTo>
                <a:close/>
                <a:moveTo>
                  <a:pt x="1171575" y="219075"/>
                </a:moveTo>
                <a:lnTo>
                  <a:pt x="1190625" y="219075"/>
                </a:lnTo>
                <a:lnTo>
                  <a:pt x="1190625" y="228600"/>
                </a:lnTo>
                <a:lnTo>
                  <a:pt x="1171575" y="228600"/>
                </a:lnTo>
                <a:close/>
                <a:moveTo>
                  <a:pt x="781050" y="228600"/>
                </a:moveTo>
                <a:lnTo>
                  <a:pt x="809625" y="228600"/>
                </a:lnTo>
                <a:lnTo>
                  <a:pt x="809625" y="257175"/>
                </a:lnTo>
                <a:lnTo>
                  <a:pt x="800100" y="257175"/>
                </a:lnTo>
                <a:lnTo>
                  <a:pt x="800100" y="266700"/>
                </a:lnTo>
                <a:lnTo>
                  <a:pt x="790575" y="266700"/>
                </a:lnTo>
                <a:lnTo>
                  <a:pt x="790575" y="257175"/>
                </a:lnTo>
                <a:lnTo>
                  <a:pt x="771525" y="257175"/>
                </a:lnTo>
                <a:lnTo>
                  <a:pt x="771525" y="238125"/>
                </a:lnTo>
                <a:lnTo>
                  <a:pt x="781050" y="238125"/>
                </a:lnTo>
                <a:close/>
                <a:moveTo>
                  <a:pt x="1143000" y="228600"/>
                </a:moveTo>
                <a:lnTo>
                  <a:pt x="1152525" y="228600"/>
                </a:lnTo>
                <a:lnTo>
                  <a:pt x="1152525" y="238125"/>
                </a:lnTo>
                <a:lnTo>
                  <a:pt x="1143000" y="238125"/>
                </a:lnTo>
                <a:close/>
                <a:moveTo>
                  <a:pt x="1152525" y="238125"/>
                </a:moveTo>
                <a:lnTo>
                  <a:pt x="1162050" y="238125"/>
                </a:lnTo>
                <a:lnTo>
                  <a:pt x="1162050" y="247650"/>
                </a:lnTo>
                <a:lnTo>
                  <a:pt x="1152525" y="247650"/>
                </a:lnTo>
                <a:close/>
                <a:moveTo>
                  <a:pt x="1438275" y="238125"/>
                </a:moveTo>
                <a:lnTo>
                  <a:pt x="1447800" y="238125"/>
                </a:lnTo>
                <a:lnTo>
                  <a:pt x="1447800" y="295275"/>
                </a:lnTo>
                <a:lnTo>
                  <a:pt x="1466850" y="295275"/>
                </a:lnTo>
                <a:lnTo>
                  <a:pt x="1466850" y="304800"/>
                </a:lnTo>
                <a:lnTo>
                  <a:pt x="1476375" y="304800"/>
                </a:lnTo>
                <a:lnTo>
                  <a:pt x="1476375" y="323850"/>
                </a:lnTo>
                <a:lnTo>
                  <a:pt x="1485900" y="323850"/>
                </a:lnTo>
                <a:lnTo>
                  <a:pt x="1485900" y="333375"/>
                </a:lnTo>
                <a:lnTo>
                  <a:pt x="1466850" y="333375"/>
                </a:lnTo>
                <a:lnTo>
                  <a:pt x="1466850" y="314325"/>
                </a:lnTo>
                <a:lnTo>
                  <a:pt x="1438275" y="314325"/>
                </a:lnTo>
                <a:lnTo>
                  <a:pt x="1438275" y="295275"/>
                </a:lnTo>
                <a:lnTo>
                  <a:pt x="1409700" y="295275"/>
                </a:lnTo>
                <a:lnTo>
                  <a:pt x="1409700" y="304800"/>
                </a:lnTo>
                <a:lnTo>
                  <a:pt x="1390650" y="304800"/>
                </a:lnTo>
                <a:lnTo>
                  <a:pt x="1390650" y="285750"/>
                </a:lnTo>
                <a:lnTo>
                  <a:pt x="1371600" y="285750"/>
                </a:lnTo>
                <a:lnTo>
                  <a:pt x="1371600" y="257175"/>
                </a:lnTo>
                <a:lnTo>
                  <a:pt x="1381125" y="257175"/>
                </a:lnTo>
                <a:lnTo>
                  <a:pt x="1381125" y="266700"/>
                </a:lnTo>
                <a:lnTo>
                  <a:pt x="1428750" y="266700"/>
                </a:lnTo>
                <a:lnTo>
                  <a:pt x="1428750" y="257175"/>
                </a:lnTo>
                <a:lnTo>
                  <a:pt x="1438275" y="257175"/>
                </a:lnTo>
                <a:close/>
                <a:moveTo>
                  <a:pt x="1476375" y="238125"/>
                </a:moveTo>
                <a:lnTo>
                  <a:pt x="1485900" y="238125"/>
                </a:lnTo>
                <a:lnTo>
                  <a:pt x="1485900" y="247650"/>
                </a:lnTo>
                <a:lnTo>
                  <a:pt x="1476375" y="247650"/>
                </a:lnTo>
                <a:close/>
                <a:moveTo>
                  <a:pt x="838200" y="247650"/>
                </a:moveTo>
                <a:lnTo>
                  <a:pt x="866775" y="247650"/>
                </a:lnTo>
                <a:lnTo>
                  <a:pt x="866775" y="257175"/>
                </a:lnTo>
                <a:lnTo>
                  <a:pt x="838200" y="257175"/>
                </a:lnTo>
                <a:close/>
                <a:moveTo>
                  <a:pt x="895350" y="247650"/>
                </a:moveTo>
                <a:lnTo>
                  <a:pt x="914400" y="247650"/>
                </a:lnTo>
                <a:lnTo>
                  <a:pt x="914400" y="266700"/>
                </a:lnTo>
                <a:lnTo>
                  <a:pt x="904875" y="266700"/>
                </a:lnTo>
                <a:lnTo>
                  <a:pt x="904875" y="276225"/>
                </a:lnTo>
                <a:lnTo>
                  <a:pt x="885825" y="276225"/>
                </a:lnTo>
                <a:lnTo>
                  <a:pt x="885825" y="304800"/>
                </a:lnTo>
                <a:lnTo>
                  <a:pt x="866775" y="304800"/>
                </a:lnTo>
                <a:lnTo>
                  <a:pt x="866775" y="295275"/>
                </a:lnTo>
                <a:lnTo>
                  <a:pt x="847725" y="295275"/>
                </a:lnTo>
                <a:lnTo>
                  <a:pt x="847725" y="285750"/>
                </a:lnTo>
                <a:lnTo>
                  <a:pt x="866775" y="285750"/>
                </a:lnTo>
                <a:lnTo>
                  <a:pt x="866775" y="276225"/>
                </a:lnTo>
                <a:lnTo>
                  <a:pt x="876300" y="276225"/>
                </a:lnTo>
                <a:lnTo>
                  <a:pt x="876300" y="266700"/>
                </a:lnTo>
                <a:lnTo>
                  <a:pt x="885825" y="266700"/>
                </a:lnTo>
                <a:lnTo>
                  <a:pt x="885825" y="257175"/>
                </a:lnTo>
                <a:lnTo>
                  <a:pt x="895350" y="257175"/>
                </a:lnTo>
                <a:close/>
                <a:moveTo>
                  <a:pt x="1400175" y="247650"/>
                </a:moveTo>
                <a:lnTo>
                  <a:pt x="1409700" y="247650"/>
                </a:lnTo>
                <a:lnTo>
                  <a:pt x="1409700" y="257175"/>
                </a:lnTo>
                <a:lnTo>
                  <a:pt x="1400175" y="257175"/>
                </a:lnTo>
                <a:close/>
                <a:moveTo>
                  <a:pt x="447675" y="257175"/>
                </a:moveTo>
                <a:lnTo>
                  <a:pt x="457200" y="257175"/>
                </a:lnTo>
                <a:lnTo>
                  <a:pt x="457200" y="266700"/>
                </a:lnTo>
                <a:lnTo>
                  <a:pt x="447675" y="266700"/>
                </a:lnTo>
                <a:close/>
                <a:moveTo>
                  <a:pt x="1076325" y="257175"/>
                </a:moveTo>
                <a:lnTo>
                  <a:pt x="1085850" y="257175"/>
                </a:lnTo>
                <a:lnTo>
                  <a:pt x="1085850" y="266700"/>
                </a:lnTo>
                <a:lnTo>
                  <a:pt x="1095375" y="266700"/>
                </a:lnTo>
                <a:lnTo>
                  <a:pt x="1095375" y="276225"/>
                </a:lnTo>
                <a:lnTo>
                  <a:pt x="1076325" y="276225"/>
                </a:lnTo>
                <a:close/>
                <a:moveTo>
                  <a:pt x="847725" y="266700"/>
                </a:moveTo>
                <a:lnTo>
                  <a:pt x="857250" y="266700"/>
                </a:lnTo>
                <a:lnTo>
                  <a:pt x="857250" y="276225"/>
                </a:lnTo>
                <a:lnTo>
                  <a:pt x="847725" y="276225"/>
                </a:lnTo>
                <a:close/>
                <a:moveTo>
                  <a:pt x="628650" y="276225"/>
                </a:moveTo>
                <a:lnTo>
                  <a:pt x="638175" y="276225"/>
                </a:lnTo>
                <a:lnTo>
                  <a:pt x="638175" y="295275"/>
                </a:lnTo>
                <a:lnTo>
                  <a:pt x="628650" y="295275"/>
                </a:lnTo>
                <a:close/>
                <a:moveTo>
                  <a:pt x="914400" y="276225"/>
                </a:moveTo>
                <a:lnTo>
                  <a:pt x="933450" y="276225"/>
                </a:lnTo>
                <a:lnTo>
                  <a:pt x="933450" y="285750"/>
                </a:lnTo>
                <a:lnTo>
                  <a:pt x="923925" y="285750"/>
                </a:lnTo>
                <a:lnTo>
                  <a:pt x="923925" y="295275"/>
                </a:lnTo>
                <a:lnTo>
                  <a:pt x="904875" y="295275"/>
                </a:lnTo>
                <a:lnTo>
                  <a:pt x="904875" y="304800"/>
                </a:lnTo>
                <a:lnTo>
                  <a:pt x="914400" y="304800"/>
                </a:lnTo>
                <a:lnTo>
                  <a:pt x="914400" y="314325"/>
                </a:lnTo>
                <a:lnTo>
                  <a:pt x="895350" y="314325"/>
                </a:lnTo>
                <a:lnTo>
                  <a:pt x="895350" y="285750"/>
                </a:lnTo>
                <a:lnTo>
                  <a:pt x="914400" y="285750"/>
                </a:lnTo>
                <a:close/>
                <a:moveTo>
                  <a:pt x="57150" y="285750"/>
                </a:moveTo>
                <a:lnTo>
                  <a:pt x="76200" y="285750"/>
                </a:lnTo>
                <a:lnTo>
                  <a:pt x="76200" y="295275"/>
                </a:lnTo>
                <a:lnTo>
                  <a:pt x="66675" y="295275"/>
                </a:lnTo>
                <a:lnTo>
                  <a:pt x="66675" y="314325"/>
                </a:lnTo>
                <a:lnTo>
                  <a:pt x="47625" y="314325"/>
                </a:lnTo>
                <a:lnTo>
                  <a:pt x="47625" y="323850"/>
                </a:lnTo>
                <a:lnTo>
                  <a:pt x="28575" y="323850"/>
                </a:lnTo>
                <a:lnTo>
                  <a:pt x="28575" y="295275"/>
                </a:lnTo>
                <a:lnTo>
                  <a:pt x="57150" y="295275"/>
                </a:lnTo>
                <a:close/>
                <a:moveTo>
                  <a:pt x="933450" y="285750"/>
                </a:moveTo>
                <a:lnTo>
                  <a:pt x="942975" y="285750"/>
                </a:lnTo>
                <a:lnTo>
                  <a:pt x="942975" y="304800"/>
                </a:lnTo>
                <a:lnTo>
                  <a:pt x="933450" y="304800"/>
                </a:lnTo>
                <a:close/>
                <a:moveTo>
                  <a:pt x="333375" y="295275"/>
                </a:moveTo>
                <a:lnTo>
                  <a:pt x="342900" y="295275"/>
                </a:lnTo>
                <a:lnTo>
                  <a:pt x="342900" y="304800"/>
                </a:lnTo>
                <a:lnTo>
                  <a:pt x="333375" y="304800"/>
                </a:lnTo>
                <a:close/>
                <a:moveTo>
                  <a:pt x="400050" y="295275"/>
                </a:moveTo>
                <a:lnTo>
                  <a:pt x="419100" y="295275"/>
                </a:lnTo>
                <a:lnTo>
                  <a:pt x="419100" y="304800"/>
                </a:lnTo>
                <a:lnTo>
                  <a:pt x="428625" y="304800"/>
                </a:lnTo>
                <a:lnTo>
                  <a:pt x="428625" y="314325"/>
                </a:lnTo>
                <a:lnTo>
                  <a:pt x="457200" y="314325"/>
                </a:lnTo>
                <a:lnTo>
                  <a:pt x="457200" y="323850"/>
                </a:lnTo>
                <a:lnTo>
                  <a:pt x="466725" y="323850"/>
                </a:lnTo>
                <a:lnTo>
                  <a:pt x="466725" y="342900"/>
                </a:lnTo>
                <a:lnTo>
                  <a:pt x="447675" y="342900"/>
                </a:lnTo>
                <a:lnTo>
                  <a:pt x="447675" y="323850"/>
                </a:lnTo>
                <a:lnTo>
                  <a:pt x="419100" y="323850"/>
                </a:lnTo>
                <a:lnTo>
                  <a:pt x="419100" y="333375"/>
                </a:lnTo>
                <a:lnTo>
                  <a:pt x="409575" y="333375"/>
                </a:lnTo>
                <a:lnTo>
                  <a:pt x="409575" y="314325"/>
                </a:lnTo>
                <a:lnTo>
                  <a:pt x="400050" y="314325"/>
                </a:lnTo>
                <a:close/>
                <a:moveTo>
                  <a:pt x="952500" y="295275"/>
                </a:moveTo>
                <a:lnTo>
                  <a:pt x="971550" y="295275"/>
                </a:lnTo>
                <a:lnTo>
                  <a:pt x="971550" y="304800"/>
                </a:lnTo>
                <a:lnTo>
                  <a:pt x="962025" y="304800"/>
                </a:lnTo>
                <a:lnTo>
                  <a:pt x="962025" y="314325"/>
                </a:lnTo>
                <a:lnTo>
                  <a:pt x="952500" y="314325"/>
                </a:lnTo>
                <a:close/>
                <a:moveTo>
                  <a:pt x="1000125" y="295275"/>
                </a:moveTo>
                <a:lnTo>
                  <a:pt x="1019175" y="295275"/>
                </a:lnTo>
                <a:lnTo>
                  <a:pt x="1019175" y="304800"/>
                </a:lnTo>
                <a:lnTo>
                  <a:pt x="1009650" y="304800"/>
                </a:lnTo>
                <a:lnTo>
                  <a:pt x="1009650" y="314325"/>
                </a:lnTo>
                <a:lnTo>
                  <a:pt x="1000125" y="314325"/>
                </a:lnTo>
                <a:close/>
                <a:moveTo>
                  <a:pt x="476250" y="304800"/>
                </a:moveTo>
                <a:lnTo>
                  <a:pt x="485775" y="304800"/>
                </a:lnTo>
                <a:lnTo>
                  <a:pt x="485775" y="314325"/>
                </a:lnTo>
                <a:lnTo>
                  <a:pt x="476250" y="314325"/>
                </a:lnTo>
                <a:close/>
                <a:moveTo>
                  <a:pt x="923925" y="304800"/>
                </a:moveTo>
                <a:lnTo>
                  <a:pt x="933450" y="304800"/>
                </a:lnTo>
                <a:lnTo>
                  <a:pt x="933450" y="314325"/>
                </a:lnTo>
                <a:lnTo>
                  <a:pt x="952500" y="314325"/>
                </a:lnTo>
                <a:lnTo>
                  <a:pt x="952500" y="323850"/>
                </a:lnTo>
                <a:lnTo>
                  <a:pt x="942975" y="323850"/>
                </a:lnTo>
                <a:lnTo>
                  <a:pt x="942975" y="333375"/>
                </a:lnTo>
                <a:lnTo>
                  <a:pt x="933450" y="333375"/>
                </a:lnTo>
                <a:lnTo>
                  <a:pt x="933450" y="323850"/>
                </a:lnTo>
                <a:lnTo>
                  <a:pt x="923925" y="323850"/>
                </a:lnTo>
                <a:close/>
                <a:moveTo>
                  <a:pt x="1066800" y="304800"/>
                </a:moveTo>
                <a:lnTo>
                  <a:pt x="1085850" y="304800"/>
                </a:lnTo>
                <a:lnTo>
                  <a:pt x="1085850" y="314325"/>
                </a:lnTo>
                <a:lnTo>
                  <a:pt x="1095375" y="314325"/>
                </a:lnTo>
                <a:lnTo>
                  <a:pt x="1095375" y="304800"/>
                </a:lnTo>
                <a:lnTo>
                  <a:pt x="1104900" y="304800"/>
                </a:lnTo>
                <a:lnTo>
                  <a:pt x="1104900" y="314325"/>
                </a:lnTo>
                <a:lnTo>
                  <a:pt x="1095375" y="314325"/>
                </a:lnTo>
                <a:lnTo>
                  <a:pt x="1095375" y="323850"/>
                </a:lnTo>
                <a:lnTo>
                  <a:pt x="1076325" y="323850"/>
                </a:lnTo>
                <a:lnTo>
                  <a:pt x="1076325" y="314325"/>
                </a:lnTo>
                <a:lnTo>
                  <a:pt x="1066800" y="314325"/>
                </a:lnTo>
                <a:close/>
                <a:moveTo>
                  <a:pt x="209550" y="314325"/>
                </a:moveTo>
                <a:lnTo>
                  <a:pt x="257175" y="314325"/>
                </a:lnTo>
                <a:lnTo>
                  <a:pt x="257175" y="323850"/>
                </a:lnTo>
                <a:lnTo>
                  <a:pt x="247650" y="323850"/>
                </a:lnTo>
                <a:lnTo>
                  <a:pt x="247650" y="342900"/>
                </a:lnTo>
                <a:lnTo>
                  <a:pt x="228600" y="342900"/>
                </a:lnTo>
                <a:lnTo>
                  <a:pt x="228600" y="333375"/>
                </a:lnTo>
                <a:lnTo>
                  <a:pt x="219075" y="333375"/>
                </a:lnTo>
                <a:lnTo>
                  <a:pt x="219075" y="323850"/>
                </a:lnTo>
                <a:lnTo>
                  <a:pt x="209550" y="323850"/>
                </a:lnTo>
                <a:close/>
                <a:moveTo>
                  <a:pt x="295275" y="314325"/>
                </a:moveTo>
                <a:lnTo>
                  <a:pt x="314325" y="314325"/>
                </a:lnTo>
                <a:lnTo>
                  <a:pt x="314325" y="323850"/>
                </a:lnTo>
                <a:lnTo>
                  <a:pt x="295275" y="323850"/>
                </a:lnTo>
                <a:close/>
                <a:moveTo>
                  <a:pt x="1371600" y="314325"/>
                </a:moveTo>
                <a:lnTo>
                  <a:pt x="1390650" y="314325"/>
                </a:lnTo>
                <a:lnTo>
                  <a:pt x="1390650" y="323850"/>
                </a:lnTo>
                <a:lnTo>
                  <a:pt x="1381125" y="323850"/>
                </a:lnTo>
                <a:lnTo>
                  <a:pt x="1381125" y="333375"/>
                </a:lnTo>
                <a:lnTo>
                  <a:pt x="1362075" y="333375"/>
                </a:lnTo>
                <a:lnTo>
                  <a:pt x="1362075" y="323850"/>
                </a:lnTo>
                <a:lnTo>
                  <a:pt x="1371600" y="323850"/>
                </a:lnTo>
                <a:close/>
                <a:moveTo>
                  <a:pt x="276225" y="323850"/>
                </a:moveTo>
                <a:lnTo>
                  <a:pt x="285750" y="323850"/>
                </a:lnTo>
                <a:lnTo>
                  <a:pt x="285750" y="333375"/>
                </a:lnTo>
                <a:lnTo>
                  <a:pt x="276225" y="333375"/>
                </a:lnTo>
                <a:close/>
                <a:moveTo>
                  <a:pt x="304800" y="333375"/>
                </a:moveTo>
                <a:lnTo>
                  <a:pt x="314325" y="333375"/>
                </a:lnTo>
                <a:lnTo>
                  <a:pt x="314325" y="342900"/>
                </a:lnTo>
                <a:lnTo>
                  <a:pt x="304800" y="342900"/>
                </a:lnTo>
                <a:close/>
                <a:moveTo>
                  <a:pt x="1352550" y="333375"/>
                </a:moveTo>
                <a:lnTo>
                  <a:pt x="1362075" y="333375"/>
                </a:lnTo>
                <a:lnTo>
                  <a:pt x="1362075" y="352425"/>
                </a:lnTo>
                <a:lnTo>
                  <a:pt x="1352550" y="352425"/>
                </a:lnTo>
                <a:close/>
                <a:moveTo>
                  <a:pt x="1485900" y="333375"/>
                </a:moveTo>
                <a:lnTo>
                  <a:pt x="1495425" y="333375"/>
                </a:lnTo>
                <a:lnTo>
                  <a:pt x="1495425" y="342900"/>
                </a:lnTo>
                <a:lnTo>
                  <a:pt x="1485900" y="342900"/>
                </a:lnTo>
                <a:close/>
                <a:moveTo>
                  <a:pt x="28575" y="342900"/>
                </a:moveTo>
                <a:lnTo>
                  <a:pt x="38100" y="342900"/>
                </a:lnTo>
                <a:lnTo>
                  <a:pt x="38100" y="352425"/>
                </a:lnTo>
                <a:lnTo>
                  <a:pt x="28575" y="352425"/>
                </a:lnTo>
                <a:close/>
                <a:moveTo>
                  <a:pt x="314325" y="342900"/>
                </a:moveTo>
                <a:lnTo>
                  <a:pt x="333375" y="342900"/>
                </a:lnTo>
                <a:lnTo>
                  <a:pt x="333375" y="361950"/>
                </a:lnTo>
                <a:lnTo>
                  <a:pt x="314325" y="361950"/>
                </a:lnTo>
                <a:lnTo>
                  <a:pt x="314325" y="371475"/>
                </a:lnTo>
                <a:lnTo>
                  <a:pt x="304800" y="371475"/>
                </a:lnTo>
                <a:lnTo>
                  <a:pt x="304800" y="352425"/>
                </a:lnTo>
                <a:lnTo>
                  <a:pt x="314325" y="352425"/>
                </a:lnTo>
                <a:close/>
                <a:moveTo>
                  <a:pt x="466725" y="342900"/>
                </a:moveTo>
                <a:lnTo>
                  <a:pt x="476250" y="342900"/>
                </a:lnTo>
                <a:lnTo>
                  <a:pt x="476250" y="352425"/>
                </a:lnTo>
                <a:lnTo>
                  <a:pt x="466725" y="352425"/>
                </a:lnTo>
                <a:close/>
                <a:moveTo>
                  <a:pt x="1000125" y="342900"/>
                </a:moveTo>
                <a:lnTo>
                  <a:pt x="1009650" y="342900"/>
                </a:lnTo>
                <a:lnTo>
                  <a:pt x="1009650" y="352425"/>
                </a:lnTo>
                <a:lnTo>
                  <a:pt x="1000125" y="352425"/>
                </a:lnTo>
                <a:close/>
                <a:moveTo>
                  <a:pt x="38100" y="352425"/>
                </a:moveTo>
                <a:lnTo>
                  <a:pt x="47625" y="352425"/>
                </a:lnTo>
                <a:lnTo>
                  <a:pt x="47625" y="361950"/>
                </a:lnTo>
                <a:lnTo>
                  <a:pt x="38100" y="361950"/>
                </a:lnTo>
                <a:close/>
                <a:moveTo>
                  <a:pt x="257175" y="352425"/>
                </a:moveTo>
                <a:lnTo>
                  <a:pt x="276225" y="352425"/>
                </a:lnTo>
                <a:lnTo>
                  <a:pt x="276225" y="361950"/>
                </a:lnTo>
                <a:lnTo>
                  <a:pt x="266700" y="361950"/>
                </a:lnTo>
                <a:lnTo>
                  <a:pt x="266700" y="371475"/>
                </a:lnTo>
                <a:lnTo>
                  <a:pt x="257175" y="371475"/>
                </a:lnTo>
                <a:close/>
                <a:moveTo>
                  <a:pt x="400050" y="352425"/>
                </a:moveTo>
                <a:lnTo>
                  <a:pt x="409575" y="352425"/>
                </a:lnTo>
                <a:lnTo>
                  <a:pt x="409575" y="361950"/>
                </a:lnTo>
                <a:lnTo>
                  <a:pt x="419100" y="361950"/>
                </a:lnTo>
                <a:lnTo>
                  <a:pt x="419100" y="381000"/>
                </a:lnTo>
                <a:lnTo>
                  <a:pt x="409575" y="381000"/>
                </a:lnTo>
                <a:lnTo>
                  <a:pt x="409575" y="371475"/>
                </a:lnTo>
                <a:lnTo>
                  <a:pt x="400050" y="371475"/>
                </a:lnTo>
                <a:lnTo>
                  <a:pt x="400050" y="381000"/>
                </a:lnTo>
                <a:lnTo>
                  <a:pt x="390525" y="381000"/>
                </a:lnTo>
                <a:lnTo>
                  <a:pt x="390525" y="371475"/>
                </a:lnTo>
                <a:lnTo>
                  <a:pt x="381000" y="371475"/>
                </a:lnTo>
                <a:lnTo>
                  <a:pt x="381000" y="361950"/>
                </a:lnTo>
                <a:lnTo>
                  <a:pt x="400050" y="361950"/>
                </a:lnTo>
                <a:close/>
                <a:moveTo>
                  <a:pt x="876300" y="352425"/>
                </a:moveTo>
                <a:lnTo>
                  <a:pt x="885825" y="352425"/>
                </a:lnTo>
                <a:lnTo>
                  <a:pt x="885825" y="361950"/>
                </a:lnTo>
                <a:lnTo>
                  <a:pt x="876300" y="361950"/>
                </a:lnTo>
                <a:close/>
                <a:moveTo>
                  <a:pt x="1343025" y="352425"/>
                </a:moveTo>
                <a:lnTo>
                  <a:pt x="1352550" y="352425"/>
                </a:lnTo>
                <a:lnTo>
                  <a:pt x="1352550" y="361950"/>
                </a:lnTo>
                <a:lnTo>
                  <a:pt x="1343025" y="361950"/>
                </a:lnTo>
                <a:close/>
                <a:moveTo>
                  <a:pt x="885825" y="361950"/>
                </a:moveTo>
                <a:lnTo>
                  <a:pt x="895350" y="361950"/>
                </a:lnTo>
                <a:lnTo>
                  <a:pt x="895350" y="371475"/>
                </a:lnTo>
                <a:lnTo>
                  <a:pt x="885825" y="371475"/>
                </a:lnTo>
                <a:close/>
                <a:moveTo>
                  <a:pt x="1038225" y="361950"/>
                </a:moveTo>
                <a:lnTo>
                  <a:pt x="1057275" y="361950"/>
                </a:lnTo>
                <a:lnTo>
                  <a:pt x="1057275" y="371475"/>
                </a:lnTo>
                <a:lnTo>
                  <a:pt x="1038225" y="371475"/>
                </a:lnTo>
                <a:close/>
                <a:moveTo>
                  <a:pt x="971550" y="371475"/>
                </a:moveTo>
                <a:lnTo>
                  <a:pt x="981075" y="371475"/>
                </a:lnTo>
                <a:lnTo>
                  <a:pt x="981075" y="381000"/>
                </a:lnTo>
                <a:lnTo>
                  <a:pt x="971550" y="381000"/>
                </a:lnTo>
                <a:close/>
                <a:moveTo>
                  <a:pt x="1438275" y="371475"/>
                </a:moveTo>
                <a:lnTo>
                  <a:pt x="1476375" y="371475"/>
                </a:lnTo>
                <a:lnTo>
                  <a:pt x="1476375" y="390525"/>
                </a:lnTo>
                <a:lnTo>
                  <a:pt x="1447800" y="390525"/>
                </a:lnTo>
                <a:lnTo>
                  <a:pt x="1447800" y="381000"/>
                </a:lnTo>
                <a:lnTo>
                  <a:pt x="1438275" y="381000"/>
                </a:lnTo>
                <a:close/>
                <a:moveTo>
                  <a:pt x="923925" y="381000"/>
                </a:moveTo>
                <a:lnTo>
                  <a:pt x="942975" y="381000"/>
                </a:lnTo>
                <a:lnTo>
                  <a:pt x="942975" y="390525"/>
                </a:lnTo>
                <a:lnTo>
                  <a:pt x="962025" y="390525"/>
                </a:lnTo>
                <a:lnTo>
                  <a:pt x="962025" y="400050"/>
                </a:lnTo>
                <a:lnTo>
                  <a:pt x="971550" y="400050"/>
                </a:lnTo>
                <a:lnTo>
                  <a:pt x="971550" y="390525"/>
                </a:lnTo>
                <a:lnTo>
                  <a:pt x="981075" y="390525"/>
                </a:lnTo>
                <a:lnTo>
                  <a:pt x="981075" y="400050"/>
                </a:lnTo>
                <a:lnTo>
                  <a:pt x="990600" y="400050"/>
                </a:lnTo>
                <a:lnTo>
                  <a:pt x="990600" y="390525"/>
                </a:lnTo>
                <a:lnTo>
                  <a:pt x="1009650" y="390525"/>
                </a:lnTo>
                <a:lnTo>
                  <a:pt x="1009650" y="409575"/>
                </a:lnTo>
                <a:lnTo>
                  <a:pt x="990600" y="409575"/>
                </a:lnTo>
                <a:lnTo>
                  <a:pt x="990600" y="419100"/>
                </a:lnTo>
                <a:lnTo>
                  <a:pt x="1000125" y="419100"/>
                </a:lnTo>
                <a:lnTo>
                  <a:pt x="1000125" y="438150"/>
                </a:lnTo>
                <a:lnTo>
                  <a:pt x="1009650" y="438150"/>
                </a:lnTo>
                <a:lnTo>
                  <a:pt x="1009650" y="428625"/>
                </a:lnTo>
                <a:lnTo>
                  <a:pt x="1019175" y="428625"/>
                </a:lnTo>
                <a:lnTo>
                  <a:pt x="1019175" y="419100"/>
                </a:lnTo>
                <a:lnTo>
                  <a:pt x="1028700" y="419100"/>
                </a:lnTo>
                <a:lnTo>
                  <a:pt x="1028700" y="409575"/>
                </a:lnTo>
                <a:lnTo>
                  <a:pt x="1038225" y="409575"/>
                </a:lnTo>
                <a:lnTo>
                  <a:pt x="1038225" y="419100"/>
                </a:lnTo>
                <a:lnTo>
                  <a:pt x="1047750" y="419100"/>
                </a:lnTo>
                <a:lnTo>
                  <a:pt x="1047750" y="400050"/>
                </a:lnTo>
                <a:lnTo>
                  <a:pt x="1076325" y="400050"/>
                </a:lnTo>
                <a:lnTo>
                  <a:pt x="1076325" y="409575"/>
                </a:lnTo>
                <a:lnTo>
                  <a:pt x="1066800" y="409575"/>
                </a:lnTo>
                <a:lnTo>
                  <a:pt x="1066800" y="419100"/>
                </a:lnTo>
                <a:lnTo>
                  <a:pt x="1057275" y="419100"/>
                </a:lnTo>
                <a:lnTo>
                  <a:pt x="1057275" y="428625"/>
                </a:lnTo>
                <a:lnTo>
                  <a:pt x="1047750" y="428625"/>
                </a:lnTo>
                <a:lnTo>
                  <a:pt x="1047750" y="447675"/>
                </a:lnTo>
                <a:lnTo>
                  <a:pt x="1028700" y="447675"/>
                </a:lnTo>
                <a:lnTo>
                  <a:pt x="1028700" y="438150"/>
                </a:lnTo>
                <a:lnTo>
                  <a:pt x="1009650" y="438150"/>
                </a:lnTo>
                <a:lnTo>
                  <a:pt x="1009650" y="447675"/>
                </a:lnTo>
                <a:lnTo>
                  <a:pt x="990600" y="447675"/>
                </a:lnTo>
                <a:lnTo>
                  <a:pt x="990600" y="457200"/>
                </a:lnTo>
                <a:lnTo>
                  <a:pt x="981075" y="457200"/>
                </a:lnTo>
                <a:lnTo>
                  <a:pt x="981075" y="466725"/>
                </a:lnTo>
                <a:lnTo>
                  <a:pt x="952500" y="466725"/>
                </a:lnTo>
                <a:lnTo>
                  <a:pt x="952500" y="428625"/>
                </a:lnTo>
                <a:lnTo>
                  <a:pt x="962025" y="428625"/>
                </a:lnTo>
                <a:lnTo>
                  <a:pt x="962025" y="419100"/>
                </a:lnTo>
                <a:lnTo>
                  <a:pt x="942975" y="419100"/>
                </a:lnTo>
                <a:lnTo>
                  <a:pt x="942975" y="428625"/>
                </a:lnTo>
                <a:lnTo>
                  <a:pt x="933450" y="428625"/>
                </a:lnTo>
                <a:lnTo>
                  <a:pt x="933450" y="438150"/>
                </a:lnTo>
                <a:lnTo>
                  <a:pt x="923925" y="438150"/>
                </a:lnTo>
                <a:lnTo>
                  <a:pt x="923925" y="447675"/>
                </a:lnTo>
                <a:lnTo>
                  <a:pt x="933450" y="447675"/>
                </a:lnTo>
                <a:lnTo>
                  <a:pt x="933450" y="466725"/>
                </a:lnTo>
                <a:lnTo>
                  <a:pt x="914400" y="466725"/>
                </a:lnTo>
                <a:lnTo>
                  <a:pt x="914400" y="457200"/>
                </a:lnTo>
                <a:lnTo>
                  <a:pt x="895350" y="457200"/>
                </a:lnTo>
                <a:lnTo>
                  <a:pt x="895350" y="447675"/>
                </a:lnTo>
                <a:lnTo>
                  <a:pt x="914400" y="447675"/>
                </a:lnTo>
                <a:lnTo>
                  <a:pt x="914400" y="400050"/>
                </a:lnTo>
                <a:lnTo>
                  <a:pt x="904875" y="400050"/>
                </a:lnTo>
                <a:lnTo>
                  <a:pt x="904875" y="390525"/>
                </a:lnTo>
                <a:lnTo>
                  <a:pt x="923925" y="390525"/>
                </a:lnTo>
                <a:close/>
                <a:moveTo>
                  <a:pt x="1485900" y="381000"/>
                </a:moveTo>
                <a:lnTo>
                  <a:pt x="1495425" y="381000"/>
                </a:lnTo>
                <a:lnTo>
                  <a:pt x="1495425" y="390525"/>
                </a:lnTo>
                <a:lnTo>
                  <a:pt x="1485900" y="390525"/>
                </a:lnTo>
                <a:close/>
                <a:moveTo>
                  <a:pt x="209550" y="390525"/>
                </a:moveTo>
                <a:lnTo>
                  <a:pt x="228600" y="390525"/>
                </a:lnTo>
                <a:lnTo>
                  <a:pt x="228600" y="409575"/>
                </a:lnTo>
                <a:lnTo>
                  <a:pt x="209550" y="409575"/>
                </a:lnTo>
                <a:close/>
                <a:moveTo>
                  <a:pt x="1476375" y="390525"/>
                </a:moveTo>
                <a:lnTo>
                  <a:pt x="1485900" y="390525"/>
                </a:lnTo>
                <a:lnTo>
                  <a:pt x="1485900" y="400050"/>
                </a:lnTo>
                <a:lnTo>
                  <a:pt x="1476375" y="400050"/>
                </a:lnTo>
                <a:close/>
                <a:moveTo>
                  <a:pt x="266700" y="400050"/>
                </a:moveTo>
                <a:lnTo>
                  <a:pt x="276225" y="400050"/>
                </a:lnTo>
                <a:lnTo>
                  <a:pt x="276225" y="409575"/>
                </a:lnTo>
                <a:lnTo>
                  <a:pt x="304800" y="409575"/>
                </a:lnTo>
                <a:lnTo>
                  <a:pt x="304800" y="428625"/>
                </a:lnTo>
                <a:lnTo>
                  <a:pt x="314325" y="428625"/>
                </a:lnTo>
                <a:lnTo>
                  <a:pt x="314325" y="438150"/>
                </a:lnTo>
                <a:lnTo>
                  <a:pt x="323850" y="438150"/>
                </a:lnTo>
                <a:lnTo>
                  <a:pt x="323850" y="447675"/>
                </a:lnTo>
                <a:lnTo>
                  <a:pt x="333375" y="447675"/>
                </a:lnTo>
                <a:lnTo>
                  <a:pt x="333375" y="438150"/>
                </a:lnTo>
                <a:lnTo>
                  <a:pt x="352425" y="438150"/>
                </a:lnTo>
                <a:lnTo>
                  <a:pt x="352425" y="428625"/>
                </a:lnTo>
                <a:lnTo>
                  <a:pt x="333375" y="428625"/>
                </a:lnTo>
                <a:lnTo>
                  <a:pt x="333375" y="419100"/>
                </a:lnTo>
                <a:lnTo>
                  <a:pt x="342900" y="419100"/>
                </a:lnTo>
                <a:lnTo>
                  <a:pt x="342900" y="409575"/>
                </a:lnTo>
                <a:lnTo>
                  <a:pt x="361950" y="409575"/>
                </a:lnTo>
                <a:lnTo>
                  <a:pt x="361950" y="400050"/>
                </a:lnTo>
                <a:lnTo>
                  <a:pt x="371475" y="400050"/>
                </a:lnTo>
                <a:lnTo>
                  <a:pt x="371475" y="419100"/>
                </a:lnTo>
                <a:lnTo>
                  <a:pt x="361950" y="419100"/>
                </a:lnTo>
                <a:lnTo>
                  <a:pt x="361950" y="438150"/>
                </a:lnTo>
                <a:lnTo>
                  <a:pt x="371475" y="438150"/>
                </a:lnTo>
                <a:lnTo>
                  <a:pt x="371475" y="457200"/>
                </a:lnTo>
                <a:lnTo>
                  <a:pt x="361950" y="457200"/>
                </a:lnTo>
                <a:lnTo>
                  <a:pt x="361950" y="476250"/>
                </a:lnTo>
                <a:lnTo>
                  <a:pt x="371475" y="476250"/>
                </a:lnTo>
                <a:lnTo>
                  <a:pt x="371475" y="466725"/>
                </a:lnTo>
                <a:lnTo>
                  <a:pt x="390525" y="466725"/>
                </a:lnTo>
                <a:lnTo>
                  <a:pt x="390525" y="476250"/>
                </a:lnTo>
                <a:lnTo>
                  <a:pt x="409575" y="476250"/>
                </a:lnTo>
                <a:lnTo>
                  <a:pt x="409575" y="457200"/>
                </a:lnTo>
                <a:lnTo>
                  <a:pt x="390525" y="457200"/>
                </a:lnTo>
                <a:lnTo>
                  <a:pt x="390525" y="438150"/>
                </a:lnTo>
                <a:lnTo>
                  <a:pt x="400050" y="438150"/>
                </a:lnTo>
                <a:lnTo>
                  <a:pt x="400050" y="447675"/>
                </a:lnTo>
                <a:lnTo>
                  <a:pt x="409575" y="447675"/>
                </a:lnTo>
                <a:lnTo>
                  <a:pt x="409575" y="438150"/>
                </a:lnTo>
                <a:lnTo>
                  <a:pt x="419100" y="438150"/>
                </a:lnTo>
                <a:lnTo>
                  <a:pt x="419100" y="428625"/>
                </a:lnTo>
                <a:lnTo>
                  <a:pt x="409575" y="428625"/>
                </a:lnTo>
                <a:lnTo>
                  <a:pt x="409575" y="419100"/>
                </a:lnTo>
                <a:lnTo>
                  <a:pt x="390525" y="419100"/>
                </a:lnTo>
                <a:lnTo>
                  <a:pt x="390525" y="400050"/>
                </a:lnTo>
                <a:lnTo>
                  <a:pt x="428625" y="400050"/>
                </a:lnTo>
                <a:lnTo>
                  <a:pt x="428625" y="428625"/>
                </a:lnTo>
                <a:lnTo>
                  <a:pt x="438150" y="428625"/>
                </a:lnTo>
                <a:lnTo>
                  <a:pt x="438150" y="438150"/>
                </a:lnTo>
                <a:lnTo>
                  <a:pt x="447675" y="438150"/>
                </a:lnTo>
                <a:lnTo>
                  <a:pt x="447675" y="447675"/>
                </a:lnTo>
                <a:lnTo>
                  <a:pt x="457200" y="447675"/>
                </a:lnTo>
                <a:lnTo>
                  <a:pt x="457200" y="457200"/>
                </a:lnTo>
                <a:lnTo>
                  <a:pt x="476250" y="457200"/>
                </a:lnTo>
                <a:lnTo>
                  <a:pt x="476250" y="466725"/>
                </a:lnTo>
                <a:lnTo>
                  <a:pt x="466725" y="466725"/>
                </a:lnTo>
                <a:lnTo>
                  <a:pt x="466725" y="476250"/>
                </a:lnTo>
                <a:lnTo>
                  <a:pt x="428625" y="476250"/>
                </a:lnTo>
                <a:lnTo>
                  <a:pt x="428625" y="466725"/>
                </a:lnTo>
                <a:lnTo>
                  <a:pt x="419100" y="466725"/>
                </a:lnTo>
                <a:lnTo>
                  <a:pt x="419100" y="485775"/>
                </a:lnTo>
                <a:lnTo>
                  <a:pt x="409575" y="485775"/>
                </a:lnTo>
                <a:lnTo>
                  <a:pt x="409575" y="495300"/>
                </a:lnTo>
                <a:lnTo>
                  <a:pt x="381000" y="495300"/>
                </a:lnTo>
                <a:lnTo>
                  <a:pt x="381000" y="504825"/>
                </a:lnTo>
                <a:lnTo>
                  <a:pt x="361950" y="504825"/>
                </a:lnTo>
                <a:lnTo>
                  <a:pt x="361950" y="514350"/>
                </a:lnTo>
                <a:lnTo>
                  <a:pt x="342900" y="514350"/>
                </a:lnTo>
                <a:lnTo>
                  <a:pt x="342900" y="504825"/>
                </a:lnTo>
                <a:lnTo>
                  <a:pt x="323850" y="504825"/>
                </a:lnTo>
                <a:lnTo>
                  <a:pt x="323850" y="485775"/>
                </a:lnTo>
                <a:lnTo>
                  <a:pt x="304800" y="485775"/>
                </a:lnTo>
                <a:lnTo>
                  <a:pt x="304800" y="476250"/>
                </a:lnTo>
                <a:lnTo>
                  <a:pt x="295275" y="476250"/>
                </a:lnTo>
                <a:lnTo>
                  <a:pt x="295275" y="466725"/>
                </a:lnTo>
                <a:lnTo>
                  <a:pt x="285750" y="466725"/>
                </a:lnTo>
                <a:lnTo>
                  <a:pt x="285750" y="457200"/>
                </a:lnTo>
                <a:lnTo>
                  <a:pt x="276225" y="457200"/>
                </a:lnTo>
                <a:lnTo>
                  <a:pt x="276225" y="447675"/>
                </a:lnTo>
                <a:lnTo>
                  <a:pt x="257175" y="447675"/>
                </a:lnTo>
                <a:lnTo>
                  <a:pt x="257175" y="428625"/>
                </a:lnTo>
                <a:lnTo>
                  <a:pt x="266700" y="428625"/>
                </a:lnTo>
                <a:close/>
                <a:moveTo>
                  <a:pt x="1419225" y="400050"/>
                </a:moveTo>
                <a:lnTo>
                  <a:pt x="1438275" y="400050"/>
                </a:lnTo>
                <a:lnTo>
                  <a:pt x="1438275" y="409575"/>
                </a:lnTo>
                <a:lnTo>
                  <a:pt x="1419225" y="409575"/>
                </a:lnTo>
                <a:close/>
                <a:moveTo>
                  <a:pt x="2114550" y="428625"/>
                </a:moveTo>
                <a:lnTo>
                  <a:pt x="2124075" y="428625"/>
                </a:lnTo>
                <a:lnTo>
                  <a:pt x="2124075" y="438150"/>
                </a:lnTo>
                <a:lnTo>
                  <a:pt x="2114550" y="438150"/>
                </a:lnTo>
                <a:close/>
                <a:moveTo>
                  <a:pt x="1362075" y="438150"/>
                </a:moveTo>
                <a:lnTo>
                  <a:pt x="1381125" y="438150"/>
                </a:lnTo>
                <a:lnTo>
                  <a:pt x="1381125" y="447675"/>
                </a:lnTo>
                <a:lnTo>
                  <a:pt x="1390650" y="447675"/>
                </a:lnTo>
                <a:lnTo>
                  <a:pt x="1390650" y="504825"/>
                </a:lnTo>
                <a:lnTo>
                  <a:pt x="1381125" y="504825"/>
                </a:lnTo>
                <a:lnTo>
                  <a:pt x="1381125" y="457200"/>
                </a:lnTo>
                <a:lnTo>
                  <a:pt x="1371600" y="457200"/>
                </a:lnTo>
                <a:lnTo>
                  <a:pt x="1371600" y="447675"/>
                </a:lnTo>
                <a:lnTo>
                  <a:pt x="1362075" y="447675"/>
                </a:lnTo>
                <a:close/>
                <a:moveTo>
                  <a:pt x="1095375" y="447675"/>
                </a:moveTo>
                <a:lnTo>
                  <a:pt x="1104900" y="447675"/>
                </a:lnTo>
                <a:lnTo>
                  <a:pt x="1104900" y="466725"/>
                </a:lnTo>
                <a:lnTo>
                  <a:pt x="1095375" y="466725"/>
                </a:lnTo>
                <a:close/>
                <a:moveTo>
                  <a:pt x="285750" y="457200"/>
                </a:moveTo>
                <a:lnTo>
                  <a:pt x="295275" y="457200"/>
                </a:lnTo>
                <a:lnTo>
                  <a:pt x="295275" y="447675"/>
                </a:lnTo>
                <a:lnTo>
                  <a:pt x="285750" y="447675"/>
                </a:lnTo>
                <a:close/>
                <a:moveTo>
                  <a:pt x="933450" y="466725"/>
                </a:moveTo>
                <a:lnTo>
                  <a:pt x="952500" y="466725"/>
                </a:lnTo>
                <a:lnTo>
                  <a:pt x="952500" y="476250"/>
                </a:lnTo>
                <a:lnTo>
                  <a:pt x="942975" y="476250"/>
                </a:lnTo>
                <a:lnTo>
                  <a:pt x="942975" y="495300"/>
                </a:lnTo>
                <a:lnTo>
                  <a:pt x="933450" y="495300"/>
                </a:lnTo>
                <a:close/>
                <a:moveTo>
                  <a:pt x="1085850" y="466725"/>
                </a:moveTo>
                <a:lnTo>
                  <a:pt x="1095375" y="466725"/>
                </a:lnTo>
                <a:lnTo>
                  <a:pt x="1095375" y="495300"/>
                </a:lnTo>
                <a:lnTo>
                  <a:pt x="1085850" y="495300"/>
                </a:lnTo>
                <a:lnTo>
                  <a:pt x="1085850" y="504825"/>
                </a:lnTo>
                <a:lnTo>
                  <a:pt x="1066800" y="504825"/>
                </a:lnTo>
                <a:lnTo>
                  <a:pt x="1066800" y="495300"/>
                </a:lnTo>
                <a:lnTo>
                  <a:pt x="1076325" y="495300"/>
                </a:lnTo>
                <a:lnTo>
                  <a:pt x="1076325" y="476250"/>
                </a:lnTo>
                <a:lnTo>
                  <a:pt x="1085850" y="476250"/>
                </a:lnTo>
                <a:close/>
                <a:moveTo>
                  <a:pt x="171450" y="476250"/>
                </a:moveTo>
                <a:lnTo>
                  <a:pt x="180975" y="476250"/>
                </a:lnTo>
                <a:lnTo>
                  <a:pt x="180975" y="504825"/>
                </a:lnTo>
                <a:lnTo>
                  <a:pt x="171450" y="504825"/>
                </a:lnTo>
                <a:close/>
                <a:moveTo>
                  <a:pt x="266700" y="476250"/>
                </a:moveTo>
                <a:lnTo>
                  <a:pt x="276225" y="476250"/>
                </a:lnTo>
                <a:lnTo>
                  <a:pt x="276225" y="485775"/>
                </a:lnTo>
                <a:lnTo>
                  <a:pt x="285750" y="485775"/>
                </a:lnTo>
                <a:lnTo>
                  <a:pt x="285750" y="504825"/>
                </a:lnTo>
                <a:lnTo>
                  <a:pt x="276225" y="504825"/>
                </a:lnTo>
                <a:lnTo>
                  <a:pt x="276225" y="514350"/>
                </a:lnTo>
                <a:lnTo>
                  <a:pt x="257175" y="514350"/>
                </a:lnTo>
                <a:lnTo>
                  <a:pt x="257175" y="523875"/>
                </a:lnTo>
                <a:lnTo>
                  <a:pt x="247650" y="523875"/>
                </a:lnTo>
                <a:lnTo>
                  <a:pt x="247650" y="533400"/>
                </a:lnTo>
                <a:lnTo>
                  <a:pt x="257175" y="533400"/>
                </a:lnTo>
                <a:lnTo>
                  <a:pt x="257175" y="542925"/>
                </a:lnTo>
                <a:lnTo>
                  <a:pt x="247650" y="542925"/>
                </a:lnTo>
                <a:lnTo>
                  <a:pt x="247650" y="552450"/>
                </a:lnTo>
                <a:lnTo>
                  <a:pt x="238125" y="552450"/>
                </a:lnTo>
                <a:lnTo>
                  <a:pt x="238125" y="561975"/>
                </a:lnTo>
                <a:lnTo>
                  <a:pt x="228600" y="561975"/>
                </a:lnTo>
                <a:lnTo>
                  <a:pt x="228600" y="571500"/>
                </a:lnTo>
                <a:lnTo>
                  <a:pt x="219075" y="571500"/>
                </a:lnTo>
                <a:lnTo>
                  <a:pt x="219075" y="561975"/>
                </a:lnTo>
                <a:lnTo>
                  <a:pt x="209550" y="561975"/>
                </a:lnTo>
                <a:lnTo>
                  <a:pt x="209550" y="552450"/>
                </a:lnTo>
                <a:lnTo>
                  <a:pt x="219075" y="552450"/>
                </a:lnTo>
                <a:lnTo>
                  <a:pt x="219075" y="542925"/>
                </a:lnTo>
                <a:lnTo>
                  <a:pt x="228600" y="542925"/>
                </a:lnTo>
                <a:lnTo>
                  <a:pt x="228600" y="523875"/>
                </a:lnTo>
                <a:lnTo>
                  <a:pt x="238125" y="523875"/>
                </a:lnTo>
                <a:lnTo>
                  <a:pt x="238125" y="504825"/>
                </a:lnTo>
                <a:lnTo>
                  <a:pt x="247650" y="504825"/>
                </a:lnTo>
                <a:lnTo>
                  <a:pt x="247650" y="495300"/>
                </a:lnTo>
                <a:lnTo>
                  <a:pt x="257175" y="495300"/>
                </a:lnTo>
                <a:lnTo>
                  <a:pt x="257175" y="485775"/>
                </a:lnTo>
                <a:lnTo>
                  <a:pt x="266700" y="485775"/>
                </a:lnTo>
                <a:close/>
                <a:moveTo>
                  <a:pt x="485775" y="476250"/>
                </a:moveTo>
                <a:lnTo>
                  <a:pt x="504825" y="476250"/>
                </a:lnTo>
                <a:lnTo>
                  <a:pt x="504825" y="485775"/>
                </a:lnTo>
                <a:lnTo>
                  <a:pt x="485775" y="485775"/>
                </a:lnTo>
                <a:close/>
                <a:moveTo>
                  <a:pt x="428625" y="485775"/>
                </a:moveTo>
                <a:lnTo>
                  <a:pt x="438150" y="485775"/>
                </a:lnTo>
                <a:lnTo>
                  <a:pt x="438150" y="504825"/>
                </a:lnTo>
                <a:lnTo>
                  <a:pt x="428625" y="504825"/>
                </a:lnTo>
                <a:lnTo>
                  <a:pt x="428625" y="514350"/>
                </a:lnTo>
                <a:lnTo>
                  <a:pt x="447675" y="514350"/>
                </a:lnTo>
                <a:lnTo>
                  <a:pt x="447675" y="523875"/>
                </a:lnTo>
                <a:lnTo>
                  <a:pt x="419100" y="523875"/>
                </a:lnTo>
                <a:lnTo>
                  <a:pt x="419100" y="514350"/>
                </a:lnTo>
                <a:lnTo>
                  <a:pt x="409575" y="514350"/>
                </a:lnTo>
                <a:lnTo>
                  <a:pt x="409575" y="504825"/>
                </a:lnTo>
                <a:lnTo>
                  <a:pt x="419100" y="504825"/>
                </a:lnTo>
                <a:lnTo>
                  <a:pt x="419100" y="495300"/>
                </a:lnTo>
                <a:lnTo>
                  <a:pt x="428625" y="495300"/>
                </a:lnTo>
                <a:close/>
                <a:moveTo>
                  <a:pt x="504825" y="485775"/>
                </a:moveTo>
                <a:lnTo>
                  <a:pt x="514350" y="485775"/>
                </a:lnTo>
                <a:lnTo>
                  <a:pt x="514350" y="504825"/>
                </a:lnTo>
                <a:lnTo>
                  <a:pt x="504825" y="504825"/>
                </a:lnTo>
                <a:close/>
                <a:moveTo>
                  <a:pt x="219075" y="495300"/>
                </a:moveTo>
                <a:lnTo>
                  <a:pt x="228600" y="495300"/>
                </a:lnTo>
                <a:lnTo>
                  <a:pt x="228600" y="514350"/>
                </a:lnTo>
                <a:lnTo>
                  <a:pt x="219075" y="514350"/>
                </a:lnTo>
                <a:close/>
                <a:moveTo>
                  <a:pt x="333375" y="495300"/>
                </a:moveTo>
                <a:lnTo>
                  <a:pt x="342900" y="495300"/>
                </a:lnTo>
                <a:lnTo>
                  <a:pt x="342900" y="476250"/>
                </a:lnTo>
                <a:lnTo>
                  <a:pt x="333375" y="476250"/>
                </a:lnTo>
                <a:close/>
                <a:moveTo>
                  <a:pt x="200025" y="504825"/>
                </a:moveTo>
                <a:lnTo>
                  <a:pt x="209550" y="504825"/>
                </a:lnTo>
                <a:lnTo>
                  <a:pt x="209550" y="533400"/>
                </a:lnTo>
                <a:lnTo>
                  <a:pt x="200025" y="533400"/>
                </a:lnTo>
                <a:close/>
                <a:moveTo>
                  <a:pt x="923925" y="504825"/>
                </a:moveTo>
                <a:lnTo>
                  <a:pt x="933450" y="504825"/>
                </a:lnTo>
                <a:lnTo>
                  <a:pt x="933450" y="533400"/>
                </a:lnTo>
                <a:lnTo>
                  <a:pt x="923925" y="533400"/>
                </a:lnTo>
                <a:close/>
                <a:moveTo>
                  <a:pt x="1457325" y="514350"/>
                </a:moveTo>
                <a:lnTo>
                  <a:pt x="1466850" y="514350"/>
                </a:lnTo>
                <a:lnTo>
                  <a:pt x="1466850" y="523875"/>
                </a:lnTo>
                <a:lnTo>
                  <a:pt x="1457325" y="523875"/>
                </a:lnTo>
                <a:close/>
                <a:moveTo>
                  <a:pt x="1400175" y="523875"/>
                </a:moveTo>
                <a:lnTo>
                  <a:pt x="1457325" y="523875"/>
                </a:lnTo>
                <a:lnTo>
                  <a:pt x="1457325" y="533400"/>
                </a:lnTo>
                <a:lnTo>
                  <a:pt x="1447800" y="533400"/>
                </a:lnTo>
                <a:lnTo>
                  <a:pt x="1447800" y="542925"/>
                </a:lnTo>
                <a:lnTo>
                  <a:pt x="1419225" y="542925"/>
                </a:lnTo>
                <a:lnTo>
                  <a:pt x="1419225" y="552450"/>
                </a:lnTo>
                <a:lnTo>
                  <a:pt x="1400175" y="552450"/>
                </a:lnTo>
                <a:lnTo>
                  <a:pt x="1400175" y="561975"/>
                </a:lnTo>
                <a:lnTo>
                  <a:pt x="1390650" y="561975"/>
                </a:lnTo>
                <a:lnTo>
                  <a:pt x="1390650" y="571500"/>
                </a:lnTo>
                <a:lnTo>
                  <a:pt x="1381125" y="571500"/>
                </a:lnTo>
                <a:lnTo>
                  <a:pt x="1381125" y="552450"/>
                </a:lnTo>
                <a:lnTo>
                  <a:pt x="1390650" y="552450"/>
                </a:lnTo>
                <a:lnTo>
                  <a:pt x="1390650" y="533400"/>
                </a:lnTo>
                <a:lnTo>
                  <a:pt x="1400175" y="533400"/>
                </a:lnTo>
                <a:close/>
                <a:moveTo>
                  <a:pt x="1219200" y="542925"/>
                </a:moveTo>
                <a:lnTo>
                  <a:pt x="1247775" y="542925"/>
                </a:lnTo>
                <a:lnTo>
                  <a:pt x="1247775" y="561975"/>
                </a:lnTo>
                <a:lnTo>
                  <a:pt x="1219200" y="561975"/>
                </a:lnTo>
                <a:close/>
                <a:moveTo>
                  <a:pt x="1343025" y="561975"/>
                </a:moveTo>
                <a:lnTo>
                  <a:pt x="1371600" y="561975"/>
                </a:lnTo>
                <a:lnTo>
                  <a:pt x="1371600" y="571500"/>
                </a:lnTo>
                <a:lnTo>
                  <a:pt x="1381125" y="571500"/>
                </a:lnTo>
                <a:lnTo>
                  <a:pt x="1381125" y="590550"/>
                </a:lnTo>
                <a:lnTo>
                  <a:pt x="1362075" y="590550"/>
                </a:lnTo>
                <a:lnTo>
                  <a:pt x="1362075" y="581025"/>
                </a:lnTo>
                <a:lnTo>
                  <a:pt x="1352550" y="581025"/>
                </a:lnTo>
                <a:lnTo>
                  <a:pt x="1352550" y="590550"/>
                </a:lnTo>
                <a:lnTo>
                  <a:pt x="1314450" y="590550"/>
                </a:lnTo>
                <a:lnTo>
                  <a:pt x="1314450" y="581025"/>
                </a:lnTo>
                <a:lnTo>
                  <a:pt x="1343025" y="581025"/>
                </a:lnTo>
                <a:close/>
                <a:moveTo>
                  <a:pt x="257175" y="571500"/>
                </a:moveTo>
                <a:lnTo>
                  <a:pt x="285750" y="571500"/>
                </a:lnTo>
                <a:lnTo>
                  <a:pt x="285750" y="581025"/>
                </a:lnTo>
                <a:lnTo>
                  <a:pt x="276225" y="581025"/>
                </a:lnTo>
                <a:lnTo>
                  <a:pt x="276225" y="590550"/>
                </a:lnTo>
                <a:lnTo>
                  <a:pt x="266700" y="590550"/>
                </a:lnTo>
                <a:lnTo>
                  <a:pt x="266700" y="609600"/>
                </a:lnTo>
                <a:lnTo>
                  <a:pt x="257175" y="609600"/>
                </a:lnTo>
                <a:lnTo>
                  <a:pt x="257175" y="628650"/>
                </a:lnTo>
                <a:lnTo>
                  <a:pt x="228600" y="628650"/>
                </a:lnTo>
                <a:lnTo>
                  <a:pt x="228600" y="619125"/>
                </a:lnTo>
                <a:lnTo>
                  <a:pt x="238125" y="619125"/>
                </a:lnTo>
                <a:lnTo>
                  <a:pt x="238125" y="590550"/>
                </a:lnTo>
                <a:lnTo>
                  <a:pt x="247650" y="590550"/>
                </a:lnTo>
                <a:lnTo>
                  <a:pt x="247650" y="581025"/>
                </a:lnTo>
                <a:lnTo>
                  <a:pt x="257175" y="581025"/>
                </a:lnTo>
                <a:close/>
                <a:moveTo>
                  <a:pt x="1457325" y="571500"/>
                </a:moveTo>
                <a:lnTo>
                  <a:pt x="1476375" y="571500"/>
                </a:lnTo>
                <a:lnTo>
                  <a:pt x="1476375" y="590550"/>
                </a:lnTo>
                <a:lnTo>
                  <a:pt x="1485900" y="590550"/>
                </a:lnTo>
                <a:lnTo>
                  <a:pt x="1485900" y="581025"/>
                </a:lnTo>
                <a:lnTo>
                  <a:pt x="1495425" y="581025"/>
                </a:lnTo>
                <a:lnTo>
                  <a:pt x="1495425" y="590550"/>
                </a:lnTo>
                <a:lnTo>
                  <a:pt x="1524000" y="590550"/>
                </a:lnTo>
                <a:lnTo>
                  <a:pt x="1524000" y="609600"/>
                </a:lnTo>
                <a:lnTo>
                  <a:pt x="1514475" y="609600"/>
                </a:lnTo>
                <a:lnTo>
                  <a:pt x="1514475" y="600075"/>
                </a:lnTo>
                <a:lnTo>
                  <a:pt x="1485900" y="600075"/>
                </a:lnTo>
                <a:lnTo>
                  <a:pt x="1485900" y="609600"/>
                </a:lnTo>
                <a:lnTo>
                  <a:pt x="1476375" y="609600"/>
                </a:lnTo>
                <a:lnTo>
                  <a:pt x="1476375" y="619125"/>
                </a:lnTo>
                <a:lnTo>
                  <a:pt x="1466850" y="619125"/>
                </a:lnTo>
                <a:lnTo>
                  <a:pt x="1466850" y="628650"/>
                </a:lnTo>
                <a:lnTo>
                  <a:pt x="1457325" y="628650"/>
                </a:lnTo>
                <a:lnTo>
                  <a:pt x="1457325" y="638175"/>
                </a:lnTo>
                <a:lnTo>
                  <a:pt x="1447800" y="638175"/>
                </a:lnTo>
                <a:lnTo>
                  <a:pt x="1447800" y="657225"/>
                </a:lnTo>
                <a:lnTo>
                  <a:pt x="1485900" y="657225"/>
                </a:lnTo>
                <a:lnTo>
                  <a:pt x="1485900" y="676275"/>
                </a:lnTo>
                <a:lnTo>
                  <a:pt x="1495425" y="676275"/>
                </a:lnTo>
                <a:lnTo>
                  <a:pt x="1495425" y="657225"/>
                </a:lnTo>
                <a:lnTo>
                  <a:pt x="1504950" y="657225"/>
                </a:lnTo>
                <a:lnTo>
                  <a:pt x="1504950" y="685800"/>
                </a:lnTo>
                <a:lnTo>
                  <a:pt x="1524000" y="685800"/>
                </a:lnTo>
                <a:lnTo>
                  <a:pt x="1524000" y="695325"/>
                </a:lnTo>
                <a:lnTo>
                  <a:pt x="1514475" y="695325"/>
                </a:lnTo>
                <a:lnTo>
                  <a:pt x="1514475" y="704850"/>
                </a:lnTo>
                <a:lnTo>
                  <a:pt x="1495425" y="704850"/>
                </a:lnTo>
                <a:lnTo>
                  <a:pt x="1495425" y="723900"/>
                </a:lnTo>
                <a:lnTo>
                  <a:pt x="1485900" y="723900"/>
                </a:lnTo>
                <a:lnTo>
                  <a:pt x="1485900" y="704850"/>
                </a:lnTo>
                <a:lnTo>
                  <a:pt x="1476375" y="704850"/>
                </a:lnTo>
                <a:lnTo>
                  <a:pt x="1476375" y="685800"/>
                </a:lnTo>
                <a:lnTo>
                  <a:pt x="1466850" y="685800"/>
                </a:lnTo>
                <a:lnTo>
                  <a:pt x="1466850" y="676275"/>
                </a:lnTo>
                <a:lnTo>
                  <a:pt x="1457325" y="676275"/>
                </a:lnTo>
                <a:lnTo>
                  <a:pt x="1457325" y="685800"/>
                </a:lnTo>
                <a:lnTo>
                  <a:pt x="1447800" y="685800"/>
                </a:lnTo>
                <a:lnTo>
                  <a:pt x="1447800" y="676275"/>
                </a:lnTo>
                <a:lnTo>
                  <a:pt x="1428750" y="676275"/>
                </a:lnTo>
                <a:lnTo>
                  <a:pt x="1428750" y="666750"/>
                </a:lnTo>
                <a:lnTo>
                  <a:pt x="1419225" y="666750"/>
                </a:lnTo>
                <a:lnTo>
                  <a:pt x="1419225" y="657225"/>
                </a:lnTo>
                <a:lnTo>
                  <a:pt x="1428750" y="657225"/>
                </a:lnTo>
                <a:lnTo>
                  <a:pt x="1428750" y="647700"/>
                </a:lnTo>
                <a:lnTo>
                  <a:pt x="1419225" y="647700"/>
                </a:lnTo>
                <a:lnTo>
                  <a:pt x="1419225" y="638175"/>
                </a:lnTo>
                <a:lnTo>
                  <a:pt x="1409700" y="638175"/>
                </a:lnTo>
                <a:lnTo>
                  <a:pt x="1409700" y="628650"/>
                </a:lnTo>
                <a:lnTo>
                  <a:pt x="1419225" y="628650"/>
                </a:lnTo>
                <a:lnTo>
                  <a:pt x="1419225" y="619125"/>
                </a:lnTo>
                <a:lnTo>
                  <a:pt x="1428750" y="619125"/>
                </a:lnTo>
                <a:lnTo>
                  <a:pt x="1428750" y="609600"/>
                </a:lnTo>
                <a:lnTo>
                  <a:pt x="1438275" y="609600"/>
                </a:lnTo>
                <a:lnTo>
                  <a:pt x="1438275" y="581025"/>
                </a:lnTo>
                <a:lnTo>
                  <a:pt x="1457325" y="581025"/>
                </a:lnTo>
                <a:close/>
                <a:moveTo>
                  <a:pt x="1533525" y="581025"/>
                </a:moveTo>
                <a:lnTo>
                  <a:pt x="1543050" y="581025"/>
                </a:lnTo>
                <a:lnTo>
                  <a:pt x="1543050" y="590550"/>
                </a:lnTo>
                <a:lnTo>
                  <a:pt x="1533525" y="590550"/>
                </a:lnTo>
                <a:close/>
                <a:moveTo>
                  <a:pt x="171450" y="590550"/>
                </a:moveTo>
                <a:lnTo>
                  <a:pt x="180975" y="590550"/>
                </a:lnTo>
                <a:lnTo>
                  <a:pt x="180975" y="600075"/>
                </a:lnTo>
                <a:lnTo>
                  <a:pt x="171450" y="600075"/>
                </a:lnTo>
                <a:close/>
                <a:moveTo>
                  <a:pt x="1266825" y="609600"/>
                </a:moveTo>
                <a:lnTo>
                  <a:pt x="1285875" y="609600"/>
                </a:lnTo>
                <a:lnTo>
                  <a:pt x="1285875" y="619125"/>
                </a:lnTo>
                <a:lnTo>
                  <a:pt x="1266825" y="619125"/>
                </a:lnTo>
                <a:close/>
                <a:moveTo>
                  <a:pt x="1619250" y="609600"/>
                </a:moveTo>
                <a:lnTo>
                  <a:pt x="1647825" y="609600"/>
                </a:lnTo>
                <a:lnTo>
                  <a:pt x="1647825" y="628650"/>
                </a:lnTo>
                <a:lnTo>
                  <a:pt x="1657350" y="628650"/>
                </a:lnTo>
                <a:lnTo>
                  <a:pt x="1657350" y="657225"/>
                </a:lnTo>
                <a:lnTo>
                  <a:pt x="1647825" y="657225"/>
                </a:lnTo>
                <a:lnTo>
                  <a:pt x="1647825" y="647700"/>
                </a:lnTo>
                <a:lnTo>
                  <a:pt x="1638300" y="647700"/>
                </a:lnTo>
                <a:lnTo>
                  <a:pt x="1638300" y="638175"/>
                </a:lnTo>
                <a:lnTo>
                  <a:pt x="1628775" y="638175"/>
                </a:lnTo>
                <a:lnTo>
                  <a:pt x="1628775" y="619125"/>
                </a:lnTo>
                <a:lnTo>
                  <a:pt x="1619250" y="619125"/>
                </a:lnTo>
                <a:close/>
                <a:moveTo>
                  <a:pt x="1257300" y="619125"/>
                </a:moveTo>
                <a:lnTo>
                  <a:pt x="1266825" y="619125"/>
                </a:lnTo>
                <a:lnTo>
                  <a:pt x="1266825" y="628650"/>
                </a:lnTo>
                <a:lnTo>
                  <a:pt x="1257300" y="628650"/>
                </a:lnTo>
                <a:close/>
                <a:moveTo>
                  <a:pt x="1609725" y="619125"/>
                </a:moveTo>
                <a:lnTo>
                  <a:pt x="1619250" y="619125"/>
                </a:lnTo>
                <a:lnTo>
                  <a:pt x="1619250" y="628650"/>
                </a:lnTo>
                <a:lnTo>
                  <a:pt x="1609725" y="628650"/>
                </a:lnTo>
                <a:close/>
                <a:moveTo>
                  <a:pt x="209550" y="628650"/>
                </a:moveTo>
                <a:lnTo>
                  <a:pt x="228600" y="628650"/>
                </a:lnTo>
                <a:lnTo>
                  <a:pt x="228600" y="647700"/>
                </a:lnTo>
                <a:lnTo>
                  <a:pt x="209550" y="647700"/>
                </a:lnTo>
                <a:close/>
                <a:moveTo>
                  <a:pt x="1495425" y="628650"/>
                </a:moveTo>
                <a:lnTo>
                  <a:pt x="1504950" y="628650"/>
                </a:lnTo>
                <a:lnTo>
                  <a:pt x="1504950" y="638175"/>
                </a:lnTo>
                <a:lnTo>
                  <a:pt x="1495425" y="638175"/>
                </a:lnTo>
                <a:close/>
                <a:moveTo>
                  <a:pt x="304800" y="638175"/>
                </a:moveTo>
                <a:lnTo>
                  <a:pt x="314325" y="638175"/>
                </a:lnTo>
                <a:lnTo>
                  <a:pt x="314325" y="647700"/>
                </a:lnTo>
                <a:lnTo>
                  <a:pt x="304800" y="647700"/>
                </a:lnTo>
                <a:close/>
                <a:moveTo>
                  <a:pt x="171450" y="647700"/>
                </a:moveTo>
                <a:lnTo>
                  <a:pt x="200025" y="647700"/>
                </a:lnTo>
                <a:lnTo>
                  <a:pt x="200025" y="676275"/>
                </a:lnTo>
                <a:lnTo>
                  <a:pt x="190500" y="676275"/>
                </a:lnTo>
                <a:lnTo>
                  <a:pt x="190500" y="666750"/>
                </a:lnTo>
                <a:lnTo>
                  <a:pt x="171450" y="666750"/>
                </a:lnTo>
                <a:close/>
                <a:moveTo>
                  <a:pt x="276225" y="647700"/>
                </a:moveTo>
                <a:lnTo>
                  <a:pt x="295275" y="647700"/>
                </a:lnTo>
                <a:lnTo>
                  <a:pt x="295275" y="657225"/>
                </a:lnTo>
                <a:lnTo>
                  <a:pt x="276225" y="657225"/>
                </a:lnTo>
                <a:close/>
                <a:moveTo>
                  <a:pt x="800100" y="647700"/>
                </a:moveTo>
                <a:lnTo>
                  <a:pt x="809625" y="647700"/>
                </a:lnTo>
                <a:lnTo>
                  <a:pt x="809625" y="657225"/>
                </a:lnTo>
                <a:lnTo>
                  <a:pt x="800100" y="657225"/>
                </a:lnTo>
                <a:close/>
                <a:moveTo>
                  <a:pt x="1733550" y="647700"/>
                </a:moveTo>
                <a:lnTo>
                  <a:pt x="1743075" y="647700"/>
                </a:lnTo>
                <a:lnTo>
                  <a:pt x="1743075" y="657225"/>
                </a:lnTo>
                <a:lnTo>
                  <a:pt x="1752600" y="657225"/>
                </a:lnTo>
                <a:lnTo>
                  <a:pt x="1752600" y="666750"/>
                </a:lnTo>
                <a:lnTo>
                  <a:pt x="1762125" y="666750"/>
                </a:lnTo>
                <a:lnTo>
                  <a:pt x="1762125" y="704850"/>
                </a:lnTo>
                <a:lnTo>
                  <a:pt x="1771650" y="704850"/>
                </a:lnTo>
                <a:lnTo>
                  <a:pt x="1771650" y="695325"/>
                </a:lnTo>
                <a:lnTo>
                  <a:pt x="1781175" y="695325"/>
                </a:lnTo>
                <a:lnTo>
                  <a:pt x="1781175" y="704850"/>
                </a:lnTo>
                <a:lnTo>
                  <a:pt x="1790700" y="704850"/>
                </a:lnTo>
                <a:lnTo>
                  <a:pt x="1790700" y="714375"/>
                </a:lnTo>
                <a:lnTo>
                  <a:pt x="1781175" y="714375"/>
                </a:lnTo>
                <a:lnTo>
                  <a:pt x="1781175" y="723900"/>
                </a:lnTo>
                <a:lnTo>
                  <a:pt x="1752600" y="723900"/>
                </a:lnTo>
                <a:lnTo>
                  <a:pt x="1752600" y="704850"/>
                </a:lnTo>
                <a:lnTo>
                  <a:pt x="1733550" y="704850"/>
                </a:lnTo>
                <a:lnTo>
                  <a:pt x="1733550" y="685800"/>
                </a:lnTo>
                <a:lnTo>
                  <a:pt x="1743075" y="685800"/>
                </a:lnTo>
                <a:lnTo>
                  <a:pt x="1743075" y="676275"/>
                </a:lnTo>
                <a:lnTo>
                  <a:pt x="1733550" y="676275"/>
                </a:lnTo>
                <a:close/>
                <a:moveTo>
                  <a:pt x="247650" y="657225"/>
                </a:moveTo>
                <a:lnTo>
                  <a:pt x="257175" y="657225"/>
                </a:lnTo>
                <a:lnTo>
                  <a:pt x="257175" y="666750"/>
                </a:lnTo>
                <a:lnTo>
                  <a:pt x="247650" y="666750"/>
                </a:lnTo>
                <a:close/>
                <a:moveTo>
                  <a:pt x="809625" y="657225"/>
                </a:moveTo>
                <a:lnTo>
                  <a:pt x="819150" y="657225"/>
                </a:lnTo>
                <a:lnTo>
                  <a:pt x="819150" y="685800"/>
                </a:lnTo>
                <a:lnTo>
                  <a:pt x="809625" y="685800"/>
                </a:lnTo>
                <a:lnTo>
                  <a:pt x="809625" y="676275"/>
                </a:lnTo>
                <a:lnTo>
                  <a:pt x="790575" y="676275"/>
                </a:lnTo>
                <a:lnTo>
                  <a:pt x="790575" y="666750"/>
                </a:lnTo>
                <a:lnTo>
                  <a:pt x="809625" y="666750"/>
                </a:lnTo>
                <a:close/>
                <a:moveTo>
                  <a:pt x="1400175" y="657225"/>
                </a:moveTo>
                <a:lnTo>
                  <a:pt x="1409700" y="657225"/>
                </a:lnTo>
                <a:lnTo>
                  <a:pt x="1409700" y="676275"/>
                </a:lnTo>
                <a:lnTo>
                  <a:pt x="1419225" y="676275"/>
                </a:lnTo>
                <a:lnTo>
                  <a:pt x="1419225" y="695325"/>
                </a:lnTo>
                <a:lnTo>
                  <a:pt x="1409700" y="695325"/>
                </a:lnTo>
                <a:lnTo>
                  <a:pt x="1409700" y="704850"/>
                </a:lnTo>
                <a:lnTo>
                  <a:pt x="1371600" y="704850"/>
                </a:lnTo>
                <a:lnTo>
                  <a:pt x="1371600" y="695325"/>
                </a:lnTo>
                <a:lnTo>
                  <a:pt x="1400175" y="695325"/>
                </a:lnTo>
                <a:close/>
                <a:moveTo>
                  <a:pt x="1666875" y="666750"/>
                </a:moveTo>
                <a:lnTo>
                  <a:pt x="1685925" y="666750"/>
                </a:lnTo>
                <a:lnTo>
                  <a:pt x="1685925" y="676275"/>
                </a:lnTo>
                <a:lnTo>
                  <a:pt x="1676400" y="676275"/>
                </a:lnTo>
                <a:lnTo>
                  <a:pt x="1676400" y="685800"/>
                </a:lnTo>
                <a:lnTo>
                  <a:pt x="1666875" y="685800"/>
                </a:lnTo>
                <a:close/>
                <a:moveTo>
                  <a:pt x="304800" y="685800"/>
                </a:moveTo>
                <a:lnTo>
                  <a:pt x="314325" y="685800"/>
                </a:lnTo>
                <a:lnTo>
                  <a:pt x="314325" y="695325"/>
                </a:lnTo>
                <a:lnTo>
                  <a:pt x="304800" y="695325"/>
                </a:lnTo>
                <a:close/>
                <a:moveTo>
                  <a:pt x="819150" y="685800"/>
                </a:moveTo>
                <a:lnTo>
                  <a:pt x="828675" y="685800"/>
                </a:lnTo>
                <a:lnTo>
                  <a:pt x="828675" y="695325"/>
                </a:lnTo>
                <a:lnTo>
                  <a:pt x="819150" y="695325"/>
                </a:lnTo>
                <a:close/>
                <a:moveTo>
                  <a:pt x="1438275" y="685800"/>
                </a:moveTo>
                <a:lnTo>
                  <a:pt x="1447800" y="685800"/>
                </a:lnTo>
                <a:lnTo>
                  <a:pt x="1447800" y="695325"/>
                </a:lnTo>
                <a:lnTo>
                  <a:pt x="1438275" y="695325"/>
                </a:lnTo>
                <a:close/>
                <a:moveTo>
                  <a:pt x="1562100" y="685800"/>
                </a:moveTo>
                <a:lnTo>
                  <a:pt x="1581150" y="685800"/>
                </a:lnTo>
                <a:lnTo>
                  <a:pt x="1581150" y="695325"/>
                </a:lnTo>
                <a:lnTo>
                  <a:pt x="1562100" y="695325"/>
                </a:lnTo>
                <a:close/>
                <a:moveTo>
                  <a:pt x="1590675" y="685800"/>
                </a:moveTo>
                <a:lnTo>
                  <a:pt x="1619250" y="685800"/>
                </a:lnTo>
                <a:lnTo>
                  <a:pt x="1619250" y="695325"/>
                </a:lnTo>
                <a:lnTo>
                  <a:pt x="1590675" y="695325"/>
                </a:lnTo>
                <a:close/>
                <a:moveTo>
                  <a:pt x="285750" y="695325"/>
                </a:moveTo>
                <a:lnTo>
                  <a:pt x="304800" y="695325"/>
                </a:lnTo>
                <a:lnTo>
                  <a:pt x="304800" y="704850"/>
                </a:lnTo>
                <a:lnTo>
                  <a:pt x="285750" y="704850"/>
                </a:lnTo>
                <a:close/>
                <a:moveTo>
                  <a:pt x="1419225" y="695325"/>
                </a:moveTo>
                <a:lnTo>
                  <a:pt x="1428750" y="695325"/>
                </a:lnTo>
                <a:lnTo>
                  <a:pt x="1428750" y="704850"/>
                </a:lnTo>
                <a:lnTo>
                  <a:pt x="1419225" y="704850"/>
                </a:lnTo>
                <a:close/>
                <a:moveTo>
                  <a:pt x="228600" y="704850"/>
                </a:moveTo>
                <a:lnTo>
                  <a:pt x="238125" y="704850"/>
                </a:lnTo>
                <a:lnTo>
                  <a:pt x="238125" y="714375"/>
                </a:lnTo>
                <a:lnTo>
                  <a:pt x="228600" y="714375"/>
                </a:lnTo>
                <a:close/>
                <a:moveTo>
                  <a:pt x="1676400" y="704850"/>
                </a:moveTo>
                <a:lnTo>
                  <a:pt x="1695450" y="704850"/>
                </a:lnTo>
                <a:lnTo>
                  <a:pt x="1695450" y="714375"/>
                </a:lnTo>
                <a:lnTo>
                  <a:pt x="1685925" y="714375"/>
                </a:lnTo>
                <a:lnTo>
                  <a:pt x="1685925" y="733425"/>
                </a:lnTo>
                <a:lnTo>
                  <a:pt x="1676400" y="733425"/>
                </a:lnTo>
                <a:close/>
                <a:moveTo>
                  <a:pt x="695325" y="714375"/>
                </a:moveTo>
                <a:lnTo>
                  <a:pt x="704850" y="714375"/>
                </a:lnTo>
                <a:lnTo>
                  <a:pt x="704850" y="723900"/>
                </a:lnTo>
                <a:lnTo>
                  <a:pt x="695325" y="723900"/>
                </a:lnTo>
                <a:close/>
                <a:moveTo>
                  <a:pt x="847725" y="714375"/>
                </a:moveTo>
                <a:lnTo>
                  <a:pt x="857250" y="714375"/>
                </a:lnTo>
                <a:lnTo>
                  <a:pt x="857250" y="723900"/>
                </a:lnTo>
                <a:lnTo>
                  <a:pt x="847725" y="723900"/>
                </a:lnTo>
                <a:close/>
                <a:moveTo>
                  <a:pt x="1628775" y="714375"/>
                </a:moveTo>
                <a:lnTo>
                  <a:pt x="1638300" y="714375"/>
                </a:lnTo>
                <a:lnTo>
                  <a:pt x="1638300" y="723900"/>
                </a:lnTo>
                <a:lnTo>
                  <a:pt x="1628775" y="723900"/>
                </a:lnTo>
                <a:close/>
                <a:moveTo>
                  <a:pt x="704850" y="723900"/>
                </a:moveTo>
                <a:lnTo>
                  <a:pt x="723900" y="723900"/>
                </a:lnTo>
                <a:lnTo>
                  <a:pt x="723900" y="733425"/>
                </a:lnTo>
                <a:lnTo>
                  <a:pt x="704850" y="733425"/>
                </a:lnTo>
                <a:close/>
                <a:moveTo>
                  <a:pt x="857250" y="723900"/>
                </a:moveTo>
                <a:lnTo>
                  <a:pt x="866775" y="723900"/>
                </a:lnTo>
                <a:lnTo>
                  <a:pt x="866775" y="733425"/>
                </a:lnTo>
                <a:lnTo>
                  <a:pt x="857250" y="733425"/>
                </a:lnTo>
                <a:close/>
                <a:moveTo>
                  <a:pt x="1314450" y="723900"/>
                </a:moveTo>
                <a:lnTo>
                  <a:pt x="1323975" y="723900"/>
                </a:lnTo>
                <a:lnTo>
                  <a:pt x="1323975" y="742950"/>
                </a:lnTo>
                <a:lnTo>
                  <a:pt x="1314450" y="742950"/>
                </a:lnTo>
                <a:close/>
                <a:moveTo>
                  <a:pt x="1514475" y="723900"/>
                </a:moveTo>
                <a:lnTo>
                  <a:pt x="1524000" y="723900"/>
                </a:lnTo>
                <a:lnTo>
                  <a:pt x="1524000" y="742950"/>
                </a:lnTo>
                <a:lnTo>
                  <a:pt x="1514475" y="742950"/>
                </a:lnTo>
                <a:close/>
                <a:moveTo>
                  <a:pt x="1733550" y="723900"/>
                </a:moveTo>
                <a:lnTo>
                  <a:pt x="1752600" y="723900"/>
                </a:lnTo>
                <a:lnTo>
                  <a:pt x="1752600" y="733425"/>
                </a:lnTo>
                <a:lnTo>
                  <a:pt x="1733550" y="733425"/>
                </a:lnTo>
                <a:close/>
                <a:moveTo>
                  <a:pt x="723900" y="733425"/>
                </a:moveTo>
                <a:lnTo>
                  <a:pt x="742950" y="733425"/>
                </a:lnTo>
                <a:lnTo>
                  <a:pt x="742950" y="742950"/>
                </a:lnTo>
                <a:lnTo>
                  <a:pt x="723900" y="742950"/>
                </a:lnTo>
                <a:close/>
                <a:moveTo>
                  <a:pt x="1714500" y="733425"/>
                </a:moveTo>
                <a:lnTo>
                  <a:pt x="1733550" y="733425"/>
                </a:lnTo>
                <a:lnTo>
                  <a:pt x="1733550" y="781050"/>
                </a:lnTo>
                <a:lnTo>
                  <a:pt x="1743075" y="781050"/>
                </a:lnTo>
                <a:lnTo>
                  <a:pt x="1743075" y="800100"/>
                </a:lnTo>
                <a:lnTo>
                  <a:pt x="1724025" y="800100"/>
                </a:lnTo>
                <a:lnTo>
                  <a:pt x="1724025" y="809625"/>
                </a:lnTo>
                <a:lnTo>
                  <a:pt x="1733550" y="809625"/>
                </a:lnTo>
                <a:lnTo>
                  <a:pt x="1733550" y="819150"/>
                </a:lnTo>
                <a:lnTo>
                  <a:pt x="1695450" y="819150"/>
                </a:lnTo>
                <a:lnTo>
                  <a:pt x="1695450" y="828675"/>
                </a:lnTo>
                <a:lnTo>
                  <a:pt x="1743075" y="828675"/>
                </a:lnTo>
                <a:lnTo>
                  <a:pt x="1743075" y="857250"/>
                </a:lnTo>
                <a:lnTo>
                  <a:pt x="1724025" y="857250"/>
                </a:lnTo>
                <a:lnTo>
                  <a:pt x="1724025" y="866775"/>
                </a:lnTo>
                <a:lnTo>
                  <a:pt x="1714500" y="866775"/>
                </a:lnTo>
                <a:lnTo>
                  <a:pt x="1714500" y="838200"/>
                </a:lnTo>
                <a:lnTo>
                  <a:pt x="1695450" y="838200"/>
                </a:lnTo>
                <a:lnTo>
                  <a:pt x="1695450" y="847725"/>
                </a:lnTo>
                <a:lnTo>
                  <a:pt x="1676400" y="847725"/>
                </a:lnTo>
                <a:lnTo>
                  <a:pt x="1676400" y="857250"/>
                </a:lnTo>
                <a:lnTo>
                  <a:pt x="1666875" y="857250"/>
                </a:lnTo>
                <a:lnTo>
                  <a:pt x="1666875" y="876300"/>
                </a:lnTo>
                <a:lnTo>
                  <a:pt x="1647825" y="876300"/>
                </a:lnTo>
                <a:lnTo>
                  <a:pt x="1647825" y="885825"/>
                </a:lnTo>
                <a:lnTo>
                  <a:pt x="1609725" y="885825"/>
                </a:lnTo>
                <a:lnTo>
                  <a:pt x="1609725" y="876300"/>
                </a:lnTo>
                <a:lnTo>
                  <a:pt x="1628775" y="876300"/>
                </a:lnTo>
                <a:lnTo>
                  <a:pt x="1628775" y="847725"/>
                </a:lnTo>
                <a:lnTo>
                  <a:pt x="1647825" y="847725"/>
                </a:lnTo>
                <a:lnTo>
                  <a:pt x="1647825" y="838200"/>
                </a:lnTo>
                <a:lnTo>
                  <a:pt x="1676400" y="838200"/>
                </a:lnTo>
                <a:lnTo>
                  <a:pt x="1676400" y="828675"/>
                </a:lnTo>
                <a:lnTo>
                  <a:pt x="1666875" y="828675"/>
                </a:lnTo>
                <a:lnTo>
                  <a:pt x="1666875" y="809625"/>
                </a:lnTo>
                <a:lnTo>
                  <a:pt x="1657350" y="809625"/>
                </a:lnTo>
                <a:lnTo>
                  <a:pt x="1657350" y="800100"/>
                </a:lnTo>
                <a:lnTo>
                  <a:pt x="1647825" y="800100"/>
                </a:lnTo>
                <a:lnTo>
                  <a:pt x="1647825" y="781050"/>
                </a:lnTo>
                <a:lnTo>
                  <a:pt x="1676400" y="781050"/>
                </a:lnTo>
                <a:lnTo>
                  <a:pt x="1676400" y="809625"/>
                </a:lnTo>
                <a:lnTo>
                  <a:pt x="1685925" y="809625"/>
                </a:lnTo>
                <a:lnTo>
                  <a:pt x="1685925" y="800100"/>
                </a:lnTo>
                <a:lnTo>
                  <a:pt x="1695450" y="800100"/>
                </a:lnTo>
                <a:lnTo>
                  <a:pt x="1695450" y="790575"/>
                </a:lnTo>
                <a:lnTo>
                  <a:pt x="1685925" y="790575"/>
                </a:lnTo>
                <a:lnTo>
                  <a:pt x="1685925" y="781050"/>
                </a:lnTo>
                <a:lnTo>
                  <a:pt x="1714500" y="781050"/>
                </a:lnTo>
                <a:lnTo>
                  <a:pt x="1714500" y="771525"/>
                </a:lnTo>
                <a:lnTo>
                  <a:pt x="1704975" y="771525"/>
                </a:lnTo>
                <a:lnTo>
                  <a:pt x="1704975" y="752475"/>
                </a:lnTo>
                <a:lnTo>
                  <a:pt x="1695450" y="752475"/>
                </a:lnTo>
                <a:lnTo>
                  <a:pt x="1695450" y="742950"/>
                </a:lnTo>
                <a:lnTo>
                  <a:pt x="1714500" y="742950"/>
                </a:lnTo>
                <a:close/>
                <a:moveTo>
                  <a:pt x="1295400" y="742950"/>
                </a:moveTo>
                <a:lnTo>
                  <a:pt x="1304925" y="742950"/>
                </a:lnTo>
                <a:lnTo>
                  <a:pt x="1304925" y="752475"/>
                </a:lnTo>
                <a:lnTo>
                  <a:pt x="1295400" y="752475"/>
                </a:lnTo>
                <a:close/>
                <a:moveTo>
                  <a:pt x="1552575" y="742950"/>
                </a:moveTo>
                <a:lnTo>
                  <a:pt x="1562100" y="742950"/>
                </a:lnTo>
                <a:lnTo>
                  <a:pt x="1562100" y="752475"/>
                </a:lnTo>
                <a:lnTo>
                  <a:pt x="1590675" y="752475"/>
                </a:lnTo>
                <a:lnTo>
                  <a:pt x="1590675" y="762000"/>
                </a:lnTo>
                <a:lnTo>
                  <a:pt x="1600200" y="762000"/>
                </a:lnTo>
                <a:lnTo>
                  <a:pt x="1600200" y="771525"/>
                </a:lnTo>
                <a:lnTo>
                  <a:pt x="1609725" y="771525"/>
                </a:lnTo>
                <a:lnTo>
                  <a:pt x="1609725" y="790575"/>
                </a:lnTo>
                <a:lnTo>
                  <a:pt x="1600200" y="790575"/>
                </a:lnTo>
                <a:lnTo>
                  <a:pt x="1600200" y="781050"/>
                </a:lnTo>
                <a:lnTo>
                  <a:pt x="1581150" y="781050"/>
                </a:lnTo>
                <a:lnTo>
                  <a:pt x="1581150" y="771525"/>
                </a:lnTo>
                <a:lnTo>
                  <a:pt x="1571625" y="771525"/>
                </a:lnTo>
                <a:lnTo>
                  <a:pt x="1571625" y="781050"/>
                </a:lnTo>
                <a:lnTo>
                  <a:pt x="1562100" y="781050"/>
                </a:lnTo>
                <a:lnTo>
                  <a:pt x="1562100" y="762000"/>
                </a:lnTo>
                <a:lnTo>
                  <a:pt x="1552575" y="762000"/>
                </a:lnTo>
                <a:close/>
                <a:moveTo>
                  <a:pt x="1638300" y="742950"/>
                </a:moveTo>
                <a:lnTo>
                  <a:pt x="1647825" y="742950"/>
                </a:lnTo>
                <a:lnTo>
                  <a:pt x="1647825" y="762000"/>
                </a:lnTo>
                <a:lnTo>
                  <a:pt x="1638300" y="762000"/>
                </a:lnTo>
                <a:close/>
                <a:moveTo>
                  <a:pt x="1238250" y="752475"/>
                </a:moveTo>
                <a:lnTo>
                  <a:pt x="1247775" y="752475"/>
                </a:lnTo>
                <a:lnTo>
                  <a:pt x="1247775" y="762000"/>
                </a:lnTo>
                <a:lnTo>
                  <a:pt x="1238250" y="762000"/>
                </a:lnTo>
                <a:close/>
                <a:moveTo>
                  <a:pt x="1266825" y="752475"/>
                </a:moveTo>
                <a:lnTo>
                  <a:pt x="1295400" y="752475"/>
                </a:lnTo>
                <a:lnTo>
                  <a:pt x="1295400" y="762000"/>
                </a:lnTo>
                <a:lnTo>
                  <a:pt x="1266825" y="762000"/>
                </a:lnTo>
                <a:close/>
                <a:moveTo>
                  <a:pt x="304800" y="762000"/>
                </a:moveTo>
                <a:lnTo>
                  <a:pt x="314325" y="762000"/>
                </a:lnTo>
                <a:lnTo>
                  <a:pt x="314325" y="771525"/>
                </a:lnTo>
                <a:lnTo>
                  <a:pt x="304800" y="771525"/>
                </a:lnTo>
                <a:close/>
                <a:moveTo>
                  <a:pt x="771525" y="762000"/>
                </a:moveTo>
                <a:lnTo>
                  <a:pt x="790575" y="762000"/>
                </a:lnTo>
                <a:lnTo>
                  <a:pt x="790575" y="771525"/>
                </a:lnTo>
                <a:lnTo>
                  <a:pt x="800100" y="771525"/>
                </a:lnTo>
                <a:lnTo>
                  <a:pt x="800100" y="809625"/>
                </a:lnTo>
                <a:lnTo>
                  <a:pt x="781050" y="809625"/>
                </a:lnTo>
                <a:lnTo>
                  <a:pt x="781050" y="819150"/>
                </a:lnTo>
                <a:lnTo>
                  <a:pt x="771525" y="819150"/>
                </a:lnTo>
                <a:lnTo>
                  <a:pt x="771525" y="809625"/>
                </a:lnTo>
                <a:lnTo>
                  <a:pt x="742950" y="809625"/>
                </a:lnTo>
                <a:lnTo>
                  <a:pt x="742950" y="790575"/>
                </a:lnTo>
                <a:lnTo>
                  <a:pt x="781050" y="790575"/>
                </a:lnTo>
                <a:lnTo>
                  <a:pt x="781050" y="771525"/>
                </a:lnTo>
                <a:lnTo>
                  <a:pt x="771525" y="771525"/>
                </a:lnTo>
                <a:close/>
                <a:moveTo>
                  <a:pt x="1628775" y="762000"/>
                </a:moveTo>
                <a:lnTo>
                  <a:pt x="1638300" y="762000"/>
                </a:lnTo>
                <a:lnTo>
                  <a:pt x="1638300" y="781050"/>
                </a:lnTo>
                <a:lnTo>
                  <a:pt x="1619250" y="781050"/>
                </a:lnTo>
                <a:lnTo>
                  <a:pt x="1619250" y="771525"/>
                </a:lnTo>
                <a:lnTo>
                  <a:pt x="1628775" y="771525"/>
                </a:lnTo>
                <a:close/>
                <a:moveTo>
                  <a:pt x="1619250" y="800100"/>
                </a:moveTo>
                <a:lnTo>
                  <a:pt x="1628775" y="800100"/>
                </a:lnTo>
                <a:lnTo>
                  <a:pt x="1628775" y="819150"/>
                </a:lnTo>
                <a:lnTo>
                  <a:pt x="1619250" y="819150"/>
                </a:lnTo>
                <a:close/>
                <a:moveTo>
                  <a:pt x="1657350" y="800100"/>
                </a:moveTo>
                <a:lnTo>
                  <a:pt x="1666875" y="800100"/>
                </a:lnTo>
                <a:lnTo>
                  <a:pt x="1666875" y="790575"/>
                </a:lnTo>
                <a:lnTo>
                  <a:pt x="1657350" y="790575"/>
                </a:lnTo>
                <a:close/>
                <a:moveTo>
                  <a:pt x="819150" y="809625"/>
                </a:moveTo>
                <a:lnTo>
                  <a:pt x="847725" y="809625"/>
                </a:lnTo>
                <a:lnTo>
                  <a:pt x="847725" y="819150"/>
                </a:lnTo>
                <a:lnTo>
                  <a:pt x="857250" y="819150"/>
                </a:lnTo>
                <a:lnTo>
                  <a:pt x="857250" y="828675"/>
                </a:lnTo>
                <a:lnTo>
                  <a:pt x="876300" y="828675"/>
                </a:lnTo>
                <a:lnTo>
                  <a:pt x="876300" y="819150"/>
                </a:lnTo>
                <a:lnTo>
                  <a:pt x="885825" y="819150"/>
                </a:lnTo>
                <a:lnTo>
                  <a:pt x="885825" y="809625"/>
                </a:lnTo>
                <a:lnTo>
                  <a:pt x="904875" y="809625"/>
                </a:lnTo>
                <a:lnTo>
                  <a:pt x="904875" y="819150"/>
                </a:lnTo>
                <a:lnTo>
                  <a:pt x="895350" y="819150"/>
                </a:lnTo>
                <a:lnTo>
                  <a:pt x="895350" y="828675"/>
                </a:lnTo>
                <a:lnTo>
                  <a:pt x="885825" y="828675"/>
                </a:lnTo>
                <a:lnTo>
                  <a:pt x="885825" y="838200"/>
                </a:lnTo>
                <a:lnTo>
                  <a:pt x="866775" y="838200"/>
                </a:lnTo>
                <a:lnTo>
                  <a:pt x="866775" y="866775"/>
                </a:lnTo>
                <a:lnTo>
                  <a:pt x="857250" y="866775"/>
                </a:lnTo>
                <a:lnTo>
                  <a:pt x="857250" y="857250"/>
                </a:lnTo>
                <a:lnTo>
                  <a:pt x="847725" y="857250"/>
                </a:lnTo>
                <a:lnTo>
                  <a:pt x="847725" y="838200"/>
                </a:lnTo>
                <a:lnTo>
                  <a:pt x="838200" y="838200"/>
                </a:lnTo>
                <a:lnTo>
                  <a:pt x="838200" y="828675"/>
                </a:lnTo>
                <a:lnTo>
                  <a:pt x="809625" y="828675"/>
                </a:lnTo>
                <a:lnTo>
                  <a:pt x="809625" y="819150"/>
                </a:lnTo>
                <a:lnTo>
                  <a:pt x="819150" y="819150"/>
                </a:lnTo>
                <a:close/>
                <a:moveTo>
                  <a:pt x="962025" y="809625"/>
                </a:moveTo>
                <a:lnTo>
                  <a:pt x="971550" y="809625"/>
                </a:lnTo>
                <a:lnTo>
                  <a:pt x="971550" y="819150"/>
                </a:lnTo>
                <a:lnTo>
                  <a:pt x="962025" y="819150"/>
                </a:lnTo>
                <a:close/>
                <a:moveTo>
                  <a:pt x="781050" y="819150"/>
                </a:moveTo>
                <a:lnTo>
                  <a:pt x="790575" y="819150"/>
                </a:lnTo>
                <a:lnTo>
                  <a:pt x="790575" y="828675"/>
                </a:lnTo>
                <a:lnTo>
                  <a:pt x="781050" y="828675"/>
                </a:lnTo>
                <a:close/>
                <a:moveTo>
                  <a:pt x="1009650" y="819150"/>
                </a:moveTo>
                <a:lnTo>
                  <a:pt x="1019175" y="819150"/>
                </a:lnTo>
                <a:lnTo>
                  <a:pt x="1019175" y="828675"/>
                </a:lnTo>
                <a:lnTo>
                  <a:pt x="1009650" y="828675"/>
                </a:lnTo>
                <a:close/>
                <a:moveTo>
                  <a:pt x="666750" y="828675"/>
                </a:moveTo>
                <a:lnTo>
                  <a:pt x="676275" y="828675"/>
                </a:lnTo>
                <a:lnTo>
                  <a:pt x="676275" y="838200"/>
                </a:lnTo>
                <a:lnTo>
                  <a:pt x="666750" y="838200"/>
                </a:lnTo>
                <a:close/>
                <a:moveTo>
                  <a:pt x="800100" y="828675"/>
                </a:moveTo>
                <a:lnTo>
                  <a:pt x="809625" y="828675"/>
                </a:lnTo>
                <a:lnTo>
                  <a:pt x="809625" y="866775"/>
                </a:lnTo>
                <a:lnTo>
                  <a:pt x="781050" y="866775"/>
                </a:lnTo>
                <a:lnTo>
                  <a:pt x="781050" y="876300"/>
                </a:lnTo>
                <a:lnTo>
                  <a:pt x="771525" y="876300"/>
                </a:lnTo>
                <a:lnTo>
                  <a:pt x="771525" y="857250"/>
                </a:lnTo>
                <a:lnTo>
                  <a:pt x="790575" y="857250"/>
                </a:lnTo>
                <a:lnTo>
                  <a:pt x="790575" y="847725"/>
                </a:lnTo>
                <a:lnTo>
                  <a:pt x="800100" y="847725"/>
                </a:lnTo>
                <a:close/>
                <a:moveTo>
                  <a:pt x="933450" y="828675"/>
                </a:moveTo>
                <a:lnTo>
                  <a:pt x="942975" y="828675"/>
                </a:lnTo>
                <a:lnTo>
                  <a:pt x="942975" y="838200"/>
                </a:lnTo>
                <a:lnTo>
                  <a:pt x="933450" y="838200"/>
                </a:lnTo>
                <a:close/>
                <a:moveTo>
                  <a:pt x="1200150" y="828675"/>
                </a:moveTo>
                <a:lnTo>
                  <a:pt x="1209675" y="828675"/>
                </a:lnTo>
                <a:lnTo>
                  <a:pt x="1209675" y="847725"/>
                </a:lnTo>
                <a:lnTo>
                  <a:pt x="1228725" y="847725"/>
                </a:lnTo>
                <a:lnTo>
                  <a:pt x="1228725" y="857250"/>
                </a:lnTo>
                <a:lnTo>
                  <a:pt x="1200150" y="857250"/>
                </a:lnTo>
                <a:close/>
                <a:moveTo>
                  <a:pt x="1362075" y="828675"/>
                </a:moveTo>
                <a:lnTo>
                  <a:pt x="1371600" y="828675"/>
                </a:lnTo>
                <a:lnTo>
                  <a:pt x="1371600" y="838200"/>
                </a:lnTo>
                <a:lnTo>
                  <a:pt x="1362075" y="838200"/>
                </a:lnTo>
                <a:close/>
                <a:moveTo>
                  <a:pt x="952500" y="838200"/>
                </a:moveTo>
                <a:lnTo>
                  <a:pt x="981075" y="838200"/>
                </a:lnTo>
                <a:lnTo>
                  <a:pt x="981075" y="847725"/>
                </a:lnTo>
                <a:lnTo>
                  <a:pt x="952500" y="847725"/>
                </a:lnTo>
                <a:close/>
                <a:moveTo>
                  <a:pt x="1343025" y="838200"/>
                </a:moveTo>
                <a:lnTo>
                  <a:pt x="1352550" y="838200"/>
                </a:lnTo>
                <a:lnTo>
                  <a:pt x="1352550" y="847725"/>
                </a:lnTo>
                <a:lnTo>
                  <a:pt x="1343025" y="847725"/>
                </a:lnTo>
                <a:close/>
                <a:moveTo>
                  <a:pt x="1333500" y="847725"/>
                </a:moveTo>
                <a:lnTo>
                  <a:pt x="1343025" y="847725"/>
                </a:lnTo>
                <a:lnTo>
                  <a:pt x="1343025" y="857250"/>
                </a:lnTo>
                <a:lnTo>
                  <a:pt x="1333500" y="857250"/>
                </a:lnTo>
                <a:close/>
                <a:moveTo>
                  <a:pt x="523875" y="866775"/>
                </a:moveTo>
                <a:lnTo>
                  <a:pt x="533400" y="866775"/>
                </a:lnTo>
                <a:lnTo>
                  <a:pt x="533400" y="876300"/>
                </a:lnTo>
                <a:lnTo>
                  <a:pt x="523875" y="876300"/>
                </a:lnTo>
                <a:close/>
                <a:moveTo>
                  <a:pt x="866775" y="866775"/>
                </a:moveTo>
                <a:lnTo>
                  <a:pt x="885825" y="866775"/>
                </a:lnTo>
                <a:lnTo>
                  <a:pt x="885825" y="876300"/>
                </a:lnTo>
                <a:lnTo>
                  <a:pt x="904875" y="876300"/>
                </a:lnTo>
                <a:lnTo>
                  <a:pt x="904875" y="866775"/>
                </a:lnTo>
                <a:lnTo>
                  <a:pt x="923925" y="866775"/>
                </a:lnTo>
                <a:lnTo>
                  <a:pt x="923925" y="876300"/>
                </a:lnTo>
                <a:lnTo>
                  <a:pt x="933450" y="876300"/>
                </a:lnTo>
                <a:lnTo>
                  <a:pt x="933450" y="885825"/>
                </a:lnTo>
                <a:lnTo>
                  <a:pt x="952500" y="885825"/>
                </a:lnTo>
                <a:lnTo>
                  <a:pt x="952500" y="895350"/>
                </a:lnTo>
                <a:lnTo>
                  <a:pt x="904875" y="895350"/>
                </a:lnTo>
                <a:lnTo>
                  <a:pt x="904875" y="904875"/>
                </a:lnTo>
                <a:lnTo>
                  <a:pt x="895350" y="904875"/>
                </a:lnTo>
                <a:lnTo>
                  <a:pt x="895350" y="895350"/>
                </a:lnTo>
                <a:lnTo>
                  <a:pt x="885825" y="895350"/>
                </a:lnTo>
                <a:lnTo>
                  <a:pt x="885825" y="923925"/>
                </a:lnTo>
                <a:lnTo>
                  <a:pt x="895350" y="923925"/>
                </a:lnTo>
                <a:lnTo>
                  <a:pt x="895350" y="933450"/>
                </a:lnTo>
                <a:lnTo>
                  <a:pt x="876300" y="933450"/>
                </a:lnTo>
                <a:lnTo>
                  <a:pt x="876300" y="923925"/>
                </a:lnTo>
                <a:lnTo>
                  <a:pt x="838200" y="923925"/>
                </a:lnTo>
                <a:lnTo>
                  <a:pt x="838200" y="895350"/>
                </a:lnTo>
                <a:lnTo>
                  <a:pt x="847725" y="895350"/>
                </a:lnTo>
                <a:lnTo>
                  <a:pt x="847725" y="885825"/>
                </a:lnTo>
                <a:lnTo>
                  <a:pt x="857250" y="885825"/>
                </a:lnTo>
                <a:lnTo>
                  <a:pt x="857250" y="876300"/>
                </a:lnTo>
                <a:lnTo>
                  <a:pt x="866775" y="876300"/>
                </a:lnTo>
                <a:close/>
                <a:moveTo>
                  <a:pt x="1704975" y="866775"/>
                </a:moveTo>
                <a:lnTo>
                  <a:pt x="1714500" y="866775"/>
                </a:lnTo>
                <a:lnTo>
                  <a:pt x="1714500" y="885825"/>
                </a:lnTo>
                <a:lnTo>
                  <a:pt x="1695450" y="885825"/>
                </a:lnTo>
                <a:lnTo>
                  <a:pt x="1695450" y="876300"/>
                </a:lnTo>
                <a:lnTo>
                  <a:pt x="1704975" y="876300"/>
                </a:lnTo>
                <a:close/>
                <a:moveTo>
                  <a:pt x="666750" y="876300"/>
                </a:moveTo>
                <a:lnTo>
                  <a:pt x="685800" y="876300"/>
                </a:lnTo>
                <a:lnTo>
                  <a:pt x="685800" y="885825"/>
                </a:lnTo>
                <a:lnTo>
                  <a:pt x="666750" y="885825"/>
                </a:lnTo>
                <a:close/>
                <a:moveTo>
                  <a:pt x="762000" y="876300"/>
                </a:moveTo>
                <a:lnTo>
                  <a:pt x="771525" y="876300"/>
                </a:lnTo>
                <a:lnTo>
                  <a:pt x="771525" y="895350"/>
                </a:lnTo>
                <a:lnTo>
                  <a:pt x="800100" y="895350"/>
                </a:lnTo>
                <a:lnTo>
                  <a:pt x="800100" y="885825"/>
                </a:lnTo>
                <a:lnTo>
                  <a:pt x="809625" y="885825"/>
                </a:lnTo>
                <a:lnTo>
                  <a:pt x="809625" y="895350"/>
                </a:lnTo>
                <a:lnTo>
                  <a:pt x="819150" y="895350"/>
                </a:lnTo>
                <a:lnTo>
                  <a:pt x="819150" y="885825"/>
                </a:lnTo>
                <a:lnTo>
                  <a:pt x="828675" y="885825"/>
                </a:lnTo>
                <a:lnTo>
                  <a:pt x="828675" y="904875"/>
                </a:lnTo>
                <a:lnTo>
                  <a:pt x="790575" y="904875"/>
                </a:lnTo>
                <a:lnTo>
                  <a:pt x="790575" y="914400"/>
                </a:lnTo>
                <a:lnTo>
                  <a:pt x="781050" y="914400"/>
                </a:lnTo>
                <a:lnTo>
                  <a:pt x="781050" y="923925"/>
                </a:lnTo>
                <a:lnTo>
                  <a:pt x="752475" y="923925"/>
                </a:lnTo>
                <a:lnTo>
                  <a:pt x="752475" y="933450"/>
                </a:lnTo>
                <a:lnTo>
                  <a:pt x="742950" y="933450"/>
                </a:lnTo>
                <a:lnTo>
                  <a:pt x="742950" y="904875"/>
                </a:lnTo>
                <a:lnTo>
                  <a:pt x="723900" y="904875"/>
                </a:lnTo>
                <a:lnTo>
                  <a:pt x="723900" y="895350"/>
                </a:lnTo>
                <a:lnTo>
                  <a:pt x="714375" y="895350"/>
                </a:lnTo>
                <a:lnTo>
                  <a:pt x="714375" y="885825"/>
                </a:lnTo>
                <a:lnTo>
                  <a:pt x="733425" y="885825"/>
                </a:lnTo>
                <a:lnTo>
                  <a:pt x="733425" y="895350"/>
                </a:lnTo>
                <a:lnTo>
                  <a:pt x="742950" y="895350"/>
                </a:lnTo>
                <a:lnTo>
                  <a:pt x="742950" y="885825"/>
                </a:lnTo>
                <a:lnTo>
                  <a:pt x="762000" y="885825"/>
                </a:lnTo>
                <a:close/>
                <a:moveTo>
                  <a:pt x="1457325" y="876300"/>
                </a:moveTo>
                <a:lnTo>
                  <a:pt x="1476375" y="876300"/>
                </a:lnTo>
                <a:lnTo>
                  <a:pt x="1476375" y="885825"/>
                </a:lnTo>
                <a:lnTo>
                  <a:pt x="1457325" y="885825"/>
                </a:lnTo>
                <a:close/>
                <a:moveTo>
                  <a:pt x="381000" y="885825"/>
                </a:moveTo>
                <a:lnTo>
                  <a:pt x="390525" y="885825"/>
                </a:lnTo>
                <a:lnTo>
                  <a:pt x="390525" y="904875"/>
                </a:lnTo>
                <a:lnTo>
                  <a:pt x="400050" y="904875"/>
                </a:lnTo>
                <a:lnTo>
                  <a:pt x="400050" y="914400"/>
                </a:lnTo>
                <a:lnTo>
                  <a:pt x="409575" y="914400"/>
                </a:lnTo>
                <a:lnTo>
                  <a:pt x="409575" y="923925"/>
                </a:lnTo>
                <a:lnTo>
                  <a:pt x="390525" y="923925"/>
                </a:lnTo>
                <a:lnTo>
                  <a:pt x="390525" y="942975"/>
                </a:lnTo>
                <a:lnTo>
                  <a:pt x="371475" y="942975"/>
                </a:lnTo>
                <a:lnTo>
                  <a:pt x="371475" y="933450"/>
                </a:lnTo>
                <a:lnTo>
                  <a:pt x="381000" y="933450"/>
                </a:lnTo>
                <a:lnTo>
                  <a:pt x="381000" y="923925"/>
                </a:lnTo>
                <a:lnTo>
                  <a:pt x="361950" y="923925"/>
                </a:lnTo>
                <a:lnTo>
                  <a:pt x="361950" y="914400"/>
                </a:lnTo>
                <a:lnTo>
                  <a:pt x="381000" y="914400"/>
                </a:lnTo>
                <a:close/>
                <a:moveTo>
                  <a:pt x="1104900" y="885825"/>
                </a:moveTo>
                <a:lnTo>
                  <a:pt x="1114425" y="885825"/>
                </a:lnTo>
                <a:lnTo>
                  <a:pt x="1114425" y="895350"/>
                </a:lnTo>
                <a:lnTo>
                  <a:pt x="1104900" y="895350"/>
                </a:lnTo>
                <a:close/>
                <a:moveTo>
                  <a:pt x="1447800" y="885825"/>
                </a:moveTo>
                <a:lnTo>
                  <a:pt x="1457325" y="885825"/>
                </a:lnTo>
                <a:lnTo>
                  <a:pt x="1457325" y="895350"/>
                </a:lnTo>
                <a:lnTo>
                  <a:pt x="1447800" y="895350"/>
                </a:lnTo>
                <a:close/>
                <a:moveTo>
                  <a:pt x="1590675" y="885825"/>
                </a:moveTo>
                <a:lnTo>
                  <a:pt x="1600200" y="885825"/>
                </a:lnTo>
                <a:lnTo>
                  <a:pt x="1600200" y="895350"/>
                </a:lnTo>
                <a:lnTo>
                  <a:pt x="1590675" y="895350"/>
                </a:lnTo>
                <a:close/>
                <a:moveTo>
                  <a:pt x="1771650" y="885825"/>
                </a:moveTo>
                <a:lnTo>
                  <a:pt x="1781175" y="885825"/>
                </a:lnTo>
                <a:lnTo>
                  <a:pt x="1781175" y="904875"/>
                </a:lnTo>
                <a:lnTo>
                  <a:pt x="1771650" y="904875"/>
                </a:lnTo>
                <a:close/>
                <a:moveTo>
                  <a:pt x="447675" y="895350"/>
                </a:moveTo>
                <a:lnTo>
                  <a:pt x="457200" y="895350"/>
                </a:lnTo>
                <a:lnTo>
                  <a:pt x="457200" y="904875"/>
                </a:lnTo>
                <a:lnTo>
                  <a:pt x="447675" y="904875"/>
                </a:lnTo>
                <a:close/>
                <a:moveTo>
                  <a:pt x="1143000" y="895350"/>
                </a:moveTo>
                <a:lnTo>
                  <a:pt x="1171575" y="895350"/>
                </a:lnTo>
                <a:lnTo>
                  <a:pt x="1171575" y="904875"/>
                </a:lnTo>
                <a:lnTo>
                  <a:pt x="1143000" y="904875"/>
                </a:lnTo>
                <a:close/>
                <a:moveTo>
                  <a:pt x="1581150" y="895350"/>
                </a:moveTo>
                <a:lnTo>
                  <a:pt x="1590675" y="895350"/>
                </a:lnTo>
                <a:lnTo>
                  <a:pt x="1590675" y="904875"/>
                </a:lnTo>
                <a:lnTo>
                  <a:pt x="1581150" y="904875"/>
                </a:lnTo>
                <a:close/>
                <a:moveTo>
                  <a:pt x="857250" y="904875"/>
                </a:moveTo>
                <a:lnTo>
                  <a:pt x="866775" y="904875"/>
                </a:lnTo>
                <a:lnTo>
                  <a:pt x="866775" y="895350"/>
                </a:lnTo>
                <a:lnTo>
                  <a:pt x="857250" y="895350"/>
                </a:lnTo>
                <a:close/>
                <a:moveTo>
                  <a:pt x="1733550" y="904875"/>
                </a:moveTo>
                <a:lnTo>
                  <a:pt x="1743075" y="904875"/>
                </a:lnTo>
                <a:lnTo>
                  <a:pt x="1743075" y="923925"/>
                </a:lnTo>
                <a:lnTo>
                  <a:pt x="1733550" y="923925"/>
                </a:lnTo>
                <a:close/>
                <a:moveTo>
                  <a:pt x="466725" y="914400"/>
                </a:moveTo>
                <a:lnTo>
                  <a:pt x="485775" y="914400"/>
                </a:lnTo>
                <a:lnTo>
                  <a:pt x="485775" y="923925"/>
                </a:lnTo>
                <a:lnTo>
                  <a:pt x="466725" y="923925"/>
                </a:lnTo>
                <a:close/>
                <a:moveTo>
                  <a:pt x="1000125" y="914400"/>
                </a:moveTo>
                <a:lnTo>
                  <a:pt x="1019175" y="914400"/>
                </a:lnTo>
                <a:lnTo>
                  <a:pt x="1019175" y="933450"/>
                </a:lnTo>
                <a:lnTo>
                  <a:pt x="1009650" y="933450"/>
                </a:lnTo>
                <a:lnTo>
                  <a:pt x="1009650" y="923925"/>
                </a:lnTo>
                <a:lnTo>
                  <a:pt x="1000125" y="923925"/>
                </a:lnTo>
                <a:close/>
                <a:moveTo>
                  <a:pt x="1390650" y="914400"/>
                </a:moveTo>
                <a:lnTo>
                  <a:pt x="1400175" y="914400"/>
                </a:lnTo>
                <a:lnTo>
                  <a:pt x="1400175" y="923925"/>
                </a:lnTo>
                <a:lnTo>
                  <a:pt x="1390650" y="923925"/>
                </a:lnTo>
                <a:close/>
                <a:moveTo>
                  <a:pt x="1447800" y="914400"/>
                </a:moveTo>
                <a:lnTo>
                  <a:pt x="1457325" y="914400"/>
                </a:lnTo>
                <a:lnTo>
                  <a:pt x="1457325" y="923925"/>
                </a:lnTo>
                <a:lnTo>
                  <a:pt x="1447800" y="923925"/>
                </a:lnTo>
                <a:close/>
                <a:moveTo>
                  <a:pt x="1638300" y="914400"/>
                </a:moveTo>
                <a:lnTo>
                  <a:pt x="1647825" y="914400"/>
                </a:lnTo>
                <a:lnTo>
                  <a:pt x="1647825" y="933450"/>
                </a:lnTo>
                <a:lnTo>
                  <a:pt x="1628775" y="933450"/>
                </a:lnTo>
                <a:lnTo>
                  <a:pt x="1628775" y="923925"/>
                </a:lnTo>
                <a:lnTo>
                  <a:pt x="1638300" y="923925"/>
                </a:lnTo>
                <a:close/>
                <a:moveTo>
                  <a:pt x="457200" y="923925"/>
                </a:moveTo>
                <a:lnTo>
                  <a:pt x="466725" y="923925"/>
                </a:lnTo>
                <a:lnTo>
                  <a:pt x="466725" y="942975"/>
                </a:lnTo>
                <a:lnTo>
                  <a:pt x="457200" y="942975"/>
                </a:lnTo>
                <a:close/>
                <a:moveTo>
                  <a:pt x="1219200" y="923925"/>
                </a:moveTo>
                <a:lnTo>
                  <a:pt x="1228725" y="923925"/>
                </a:lnTo>
                <a:lnTo>
                  <a:pt x="1228725" y="933450"/>
                </a:lnTo>
                <a:lnTo>
                  <a:pt x="1219200" y="933450"/>
                </a:lnTo>
                <a:close/>
                <a:moveTo>
                  <a:pt x="1343025" y="923925"/>
                </a:moveTo>
                <a:lnTo>
                  <a:pt x="1352550" y="923925"/>
                </a:lnTo>
                <a:lnTo>
                  <a:pt x="1352550" y="933450"/>
                </a:lnTo>
                <a:lnTo>
                  <a:pt x="1343025" y="933450"/>
                </a:lnTo>
                <a:close/>
                <a:moveTo>
                  <a:pt x="1371600" y="923925"/>
                </a:moveTo>
                <a:lnTo>
                  <a:pt x="1381125" y="923925"/>
                </a:lnTo>
                <a:lnTo>
                  <a:pt x="1381125" y="933450"/>
                </a:lnTo>
                <a:lnTo>
                  <a:pt x="1371600" y="933450"/>
                </a:lnTo>
                <a:close/>
                <a:moveTo>
                  <a:pt x="809625" y="933450"/>
                </a:moveTo>
                <a:lnTo>
                  <a:pt x="819150" y="933450"/>
                </a:lnTo>
                <a:lnTo>
                  <a:pt x="819150" y="952500"/>
                </a:lnTo>
                <a:lnTo>
                  <a:pt x="800100" y="952500"/>
                </a:lnTo>
                <a:lnTo>
                  <a:pt x="800100" y="942975"/>
                </a:lnTo>
                <a:lnTo>
                  <a:pt x="809625" y="942975"/>
                </a:lnTo>
                <a:close/>
                <a:moveTo>
                  <a:pt x="895350" y="933450"/>
                </a:moveTo>
                <a:lnTo>
                  <a:pt x="904875" y="933450"/>
                </a:lnTo>
                <a:lnTo>
                  <a:pt x="904875" y="942975"/>
                </a:lnTo>
                <a:lnTo>
                  <a:pt x="895350" y="942975"/>
                </a:lnTo>
                <a:close/>
                <a:moveTo>
                  <a:pt x="1019175" y="933450"/>
                </a:moveTo>
                <a:lnTo>
                  <a:pt x="1028700" y="933450"/>
                </a:lnTo>
                <a:lnTo>
                  <a:pt x="1028700" y="942975"/>
                </a:lnTo>
                <a:lnTo>
                  <a:pt x="1019175" y="942975"/>
                </a:lnTo>
                <a:close/>
                <a:moveTo>
                  <a:pt x="1457325" y="933450"/>
                </a:moveTo>
                <a:lnTo>
                  <a:pt x="1466850" y="933450"/>
                </a:lnTo>
                <a:lnTo>
                  <a:pt x="1466850" y="942975"/>
                </a:lnTo>
                <a:lnTo>
                  <a:pt x="1457325" y="942975"/>
                </a:lnTo>
                <a:close/>
                <a:moveTo>
                  <a:pt x="1238250" y="942975"/>
                </a:moveTo>
                <a:lnTo>
                  <a:pt x="1247775" y="942975"/>
                </a:lnTo>
                <a:lnTo>
                  <a:pt x="1247775" y="952500"/>
                </a:lnTo>
                <a:lnTo>
                  <a:pt x="1238250" y="952500"/>
                </a:lnTo>
                <a:close/>
                <a:moveTo>
                  <a:pt x="409575" y="952500"/>
                </a:moveTo>
                <a:lnTo>
                  <a:pt x="428625" y="952500"/>
                </a:lnTo>
                <a:lnTo>
                  <a:pt x="428625" y="962025"/>
                </a:lnTo>
                <a:lnTo>
                  <a:pt x="409575" y="962025"/>
                </a:lnTo>
                <a:close/>
                <a:moveTo>
                  <a:pt x="819150" y="952500"/>
                </a:moveTo>
                <a:lnTo>
                  <a:pt x="828675" y="952500"/>
                </a:lnTo>
                <a:lnTo>
                  <a:pt x="828675" y="962025"/>
                </a:lnTo>
                <a:lnTo>
                  <a:pt x="819150" y="962025"/>
                </a:lnTo>
                <a:close/>
                <a:moveTo>
                  <a:pt x="1590675" y="952500"/>
                </a:moveTo>
                <a:lnTo>
                  <a:pt x="1600200" y="952500"/>
                </a:lnTo>
                <a:lnTo>
                  <a:pt x="1600200" y="962025"/>
                </a:lnTo>
                <a:lnTo>
                  <a:pt x="1590675" y="962025"/>
                </a:lnTo>
                <a:close/>
                <a:moveTo>
                  <a:pt x="428625" y="962025"/>
                </a:moveTo>
                <a:lnTo>
                  <a:pt x="438150" y="962025"/>
                </a:lnTo>
                <a:lnTo>
                  <a:pt x="438150" y="971550"/>
                </a:lnTo>
                <a:lnTo>
                  <a:pt x="428625" y="971550"/>
                </a:lnTo>
                <a:close/>
                <a:moveTo>
                  <a:pt x="695325" y="962025"/>
                </a:moveTo>
                <a:lnTo>
                  <a:pt x="714375" y="962025"/>
                </a:lnTo>
                <a:lnTo>
                  <a:pt x="714375" y="971550"/>
                </a:lnTo>
                <a:lnTo>
                  <a:pt x="695325" y="971550"/>
                </a:lnTo>
                <a:close/>
                <a:moveTo>
                  <a:pt x="723900" y="962025"/>
                </a:moveTo>
                <a:lnTo>
                  <a:pt x="733425" y="962025"/>
                </a:lnTo>
                <a:lnTo>
                  <a:pt x="733425" y="971550"/>
                </a:lnTo>
                <a:lnTo>
                  <a:pt x="723900" y="971550"/>
                </a:lnTo>
                <a:close/>
                <a:moveTo>
                  <a:pt x="771525" y="962025"/>
                </a:moveTo>
                <a:lnTo>
                  <a:pt x="790575" y="962025"/>
                </a:lnTo>
                <a:lnTo>
                  <a:pt x="790575" y="971550"/>
                </a:lnTo>
                <a:lnTo>
                  <a:pt x="781050" y="971550"/>
                </a:lnTo>
                <a:lnTo>
                  <a:pt x="781050" y="981075"/>
                </a:lnTo>
                <a:lnTo>
                  <a:pt x="771525" y="981075"/>
                </a:lnTo>
                <a:close/>
                <a:moveTo>
                  <a:pt x="733425" y="971550"/>
                </a:moveTo>
                <a:lnTo>
                  <a:pt x="752475" y="971550"/>
                </a:lnTo>
                <a:lnTo>
                  <a:pt x="752475" y="981075"/>
                </a:lnTo>
                <a:lnTo>
                  <a:pt x="733425" y="981075"/>
                </a:lnTo>
                <a:close/>
                <a:moveTo>
                  <a:pt x="990600" y="971550"/>
                </a:moveTo>
                <a:lnTo>
                  <a:pt x="1000125" y="971550"/>
                </a:lnTo>
                <a:lnTo>
                  <a:pt x="1000125" y="981075"/>
                </a:lnTo>
                <a:lnTo>
                  <a:pt x="990600" y="981075"/>
                </a:lnTo>
                <a:close/>
                <a:moveTo>
                  <a:pt x="1876425" y="971550"/>
                </a:moveTo>
                <a:lnTo>
                  <a:pt x="1885950" y="971550"/>
                </a:lnTo>
                <a:lnTo>
                  <a:pt x="1885950" y="981075"/>
                </a:lnTo>
                <a:lnTo>
                  <a:pt x="1905000" y="981075"/>
                </a:lnTo>
                <a:lnTo>
                  <a:pt x="1905000" y="990600"/>
                </a:lnTo>
                <a:lnTo>
                  <a:pt x="1866900" y="990600"/>
                </a:lnTo>
                <a:lnTo>
                  <a:pt x="1866900" y="981075"/>
                </a:lnTo>
                <a:lnTo>
                  <a:pt x="1876425" y="981075"/>
                </a:lnTo>
                <a:close/>
                <a:moveTo>
                  <a:pt x="457200" y="981075"/>
                </a:moveTo>
                <a:lnTo>
                  <a:pt x="466725" y="981075"/>
                </a:lnTo>
                <a:lnTo>
                  <a:pt x="466725" y="990600"/>
                </a:lnTo>
                <a:lnTo>
                  <a:pt x="457200" y="990600"/>
                </a:lnTo>
                <a:close/>
                <a:moveTo>
                  <a:pt x="504825" y="981075"/>
                </a:moveTo>
                <a:lnTo>
                  <a:pt x="514350" y="981075"/>
                </a:lnTo>
                <a:lnTo>
                  <a:pt x="514350" y="990600"/>
                </a:lnTo>
                <a:lnTo>
                  <a:pt x="504825" y="990600"/>
                </a:lnTo>
                <a:close/>
                <a:moveTo>
                  <a:pt x="1914525" y="981075"/>
                </a:moveTo>
                <a:lnTo>
                  <a:pt x="1924050" y="981075"/>
                </a:lnTo>
                <a:lnTo>
                  <a:pt x="1924050" y="990600"/>
                </a:lnTo>
                <a:lnTo>
                  <a:pt x="1914525" y="990600"/>
                </a:lnTo>
                <a:close/>
                <a:moveTo>
                  <a:pt x="514350" y="990600"/>
                </a:moveTo>
                <a:lnTo>
                  <a:pt x="523875" y="990600"/>
                </a:lnTo>
                <a:lnTo>
                  <a:pt x="523875" y="1000125"/>
                </a:lnTo>
                <a:lnTo>
                  <a:pt x="514350" y="1000125"/>
                </a:lnTo>
                <a:close/>
                <a:moveTo>
                  <a:pt x="914400" y="990600"/>
                </a:moveTo>
                <a:lnTo>
                  <a:pt x="923925" y="990600"/>
                </a:lnTo>
                <a:lnTo>
                  <a:pt x="923925" y="1019175"/>
                </a:lnTo>
                <a:lnTo>
                  <a:pt x="914400" y="1019175"/>
                </a:lnTo>
                <a:close/>
                <a:moveTo>
                  <a:pt x="1400175" y="990600"/>
                </a:moveTo>
                <a:lnTo>
                  <a:pt x="1409700" y="990600"/>
                </a:lnTo>
                <a:lnTo>
                  <a:pt x="1409700" y="1000125"/>
                </a:lnTo>
                <a:lnTo>
                  <a:pt x="1400175" y="1000125"/>
                </a:lnTo>
                <a:close/>
                <a:moveTo>
                  <a:pt x="1905000" y="990600"/>
                </a:moveTo>
                <a:lnTo>
                  <a:pt x="1914525" y="990600"/>
                </a:lnTo>
                <a:lnTo>
                  <a:pt x="1914525" y="1000125"/>
                </a:lnTo>
                <a:lnTo>
                  <a:pt x="1905000" y="1000125"/>
                </a:lnTo>
                <a:close/>
                <a:moveTo>
                  <a:pt x="381000" y="1000125"/>
                </a:moveTo>
                <a:lnTo>
                  <a:pt x="390525" y="1000125"/>
                </a:lnTo>
                <a:lnTo>
                  <a:pt x="390525" y="1009650"/>
                </a:lnTo>
                <a:lnTo>
                  <a:pt x="381000" y="1009650"/>
                </a:lnTo>
                <a:close/>
                <a:moveTo>
                  <a:pt x="533400" y="1000125"/>
                </a:moveTo>
                <a:lnTo>
                  <a:pt x="561975" y="1000125"/>
                </a:lnTo>
                <a:lnTo>
                  <a:pt x="561975" y="1009650"/>
                </a:lnTo>
                <a:lnTo>
                  <a:pt x="533400" y="1009650"/>
                </a:lnTo>
                <a:close/>
                <a:moveTo>
                  <a:pt x="1390650" y="1000125"/>
                </a:moveTo>
                <a:lnTo>
                  <a:pt x="1400175" y="1000125"/>
                </a:lnTo>
                <a:lnTo>
                  <a:pt x="1400175" y="1019175"/>
                </a:lnTo>
                <a:lnTo>
                  <a:pt x="1390650" y="1019175"/>
                </a:lnTo>
                <a:close/>
                <a:moveTo>
                  <a:pt x="1819275" y="1000125"/>
                </a:moveTo>
                <a:lnTo>
                  <a:pt x="1828800" y="1000125"/>
                </a:lnTo>
                <a:lnTo>
                  <a:pt x="1828800" y="1009650"/>
                </a:lnTo>
                <a:lnTo>
                  <a:pt x="1819275" y="1009650"/>
                </a:lnTo>
                <a:close/>
                <a:moveTo>
                  <a:pt x="390525" y="1009650"/>
                </a:moveTo>
                <a:lnTo>
                  <a:pt x="409575" y="1009650"/>
                </a:lnTo>
                <a:lnTo>
                  <a:pt x="409575" y="1019175"/>
                </a:lnTo>
                <a:lnTo>
                  <a:pt x="390525" y="1019175"/>
                </a:lnTo>
                <a:close/>
                <a:moveTo>
                  <a:pt x="1504950" y="1009650"/>
                </a:moveTo>
                <a:lnTo>
                  <a:pt x="1514475" y="1009650"/>
                </a:lnTo>
                <a:lnTo>
                  <a:pt x="1514475" y="1019175"/>
                </a:lnTo>
                <a:lnTo>
                  <a:pt x="1504950" y="1019175"/>
                </a:lnTo>
                <a:close/>
                <a:moveTo>
                  <a:pt x="1771650" y="1009650"/>
                </a:moveTo>
                <a:lnTo>
                  <a:pt x="1781175" y="1009650"/>
                </a:lnTo>
                <a:lnTo>
                  <a:pt x="1781175" y="1019175"/>
                </a:lnTo>
                <a:lnTo>
                  <a:pt x="1771650" y="1019175"/>
                </a:lnTo>
                <a:close/>
                <a:moveTo>
                  <a:pt x="1790700" y="1009650"/>
                </a:moveTo>
                <a:lnTo>
                  <a:pt x="1800225" y="1009650"/>
                </a:lnTo>
                <a:lnTo>
                  <a:pt x="1800225" y="1019175"/>
                </a:lnTo>
                <a:lnTo>
                  <a:pt x="1790700" y="1019175"/>
                </a:lnTo>
                <a:close/>
                <a:moveTo>
                  <a:pt x="409575" y="1019175"/>
                </a:moveTo>
                <a:lnTo>
                  <a:pt x="428625" y="1019175"/>
                </a:lnTo>
                <a:lnTo>
                  <a:pt x="428625" y="1028700"/>
                </a:lnTo>
                <a:lnTo>
                  <a:pt x="409575" y="1028700"/>
                </a:lnTo>
                <a:close/>
                <a:moveTo>
                  <a:pt x="1323975" y="1019175"/>
                </a:moveTo>
                <a:lnTo>
                  <a:pt x="1343025" y="1019175"/>
                </a:lnTo>
                <a:lnTo>
                  <a:pt x="1343025" y="1028700"/>
                </a:lnTo>
                <a:lnTo>
                  <a:pt x="1352550" y="1028700"/>
                </a:lnTo>
                <a:lnTo>
                  <a:pt x="1352550" y="1019175"/>
                </a:lnTo>
                <a:lnTo>
                  <a:pt x="1390650" y="1019175"/>
                </a:lnTo>
                <a:lnTo>
                  <a:pt x="1390650" y="1028700"/>
                </a:lnTo>
                <a:lnTo>
                  <a:pt x="1352550" y="1028700"/>
                </a:lnTo>
                <a:lnTo>
                  <a:pt x="1352550" y="1038225"/>
                </a:lnTo>
                <a:lnTo>
                  <a:pt x="1343025" y="1038225"/>
                </a:lnTo>
                <a:lnTo>
                  <a:pt x="1343025" y="1047750"/>
                </a:lnTo>
                <a:lnTo>
                  <a:pt x="1352550" y="1047750"/>
                </a:lnTo>
                <a:lnTo>
                  <a:pt x="1352550" y="1066800"/>
                </a:lnTo>
                <a:lnTo>
                  <a:pt x="1343025" y="1066800"/>
                </a:lnTo>
                <a:lnTo>
                  <a:pt x="1343025" y="1085850"/>
                </a:lnTo>
                <a:lnTo>
                  <a:pt x="1362075" y="1085850"/>
                </a:lnTo>
                <a:lnTo>
                  <a:pt x="1362075" y="1095375"/>
                </a:lnTo>
                <a:lnTo>
                  <a:pt x="1371600" y="1095375"/>
                </a:lnTo>
                <a:lnTo>
                  <a:pt x="1371600" y="1085850"/>
                </a:lnTo>
                <a:lnTo>
                  <a:pt x="1400175" y="1085850"/>
                </a:lnTo>
                <a:lnTo>
                  <a:pt x="1400175" y="1095375"/>
                </a:lnTo>
                <a:lnTo>
                  <a:pt x="1381125" y="1095375"/>
                </a:lnTo>
                <a:lnTo>
                  <a:pt x="1381125" y="1104900"/>
                </a:lnTo>
                <a:lnTo>
                  <a:pt x="1371600" y="1104900"/>
                </a:lnTo>
                <a:lnTo>
                  <a:pt x="1371600" y="1123950"/>
                </a:lnTo>
                <a:lnTo>
                  <a:pt x="1352550" y="1123950"/>
                </a:lnTo>
                <a:lnTo>
                  <a:pt x="1352550" y="1114425"/>
                </a:lnTo>
                <a:lnTo>
                  <a:pt x="1343025" y="1114425"/>
                </a:lnTo>
                <a:lnTo>
                  <a:pt x="1343025" y="1104900"/>
                </a:lnTo>
                <a:lnTo>
                  <a:pt x="1333500" y="1104900"/>
                </a:lnTo>
                <a:lnTo>
                  <a:pt x="1333500" y="1095375"/>
                </a:lnTo>
                <a:lnTo>
                  <a:pt x="1304925" y="1095375"/>
                </a:lnTo>
                <a:lnTo>
                  <a:pt x="1304925" y="1085850"/>
                </a:lnTo>
                <a:lnTo>
                  <a:pt x="1314450" y="1085850"/>
                </a:lnTo>
                <a:lnTo>
                  <a:pt x="1314450" y="1076325"/>
                </a:lnTo>
                <a:lnTo>
                  <a:pt x="1323975" y="1076325"/>
                </a:lnTo>
                <a:lnTo>
                  <a:pt x="1323975" y="1057275"/>
                </a:lnTo>
                <a:lnTo>
                  <a:pt x="1314450" y="1057275"/>
                </a:lnTo>
                <a:lnTo>
                  <a:pt x="1314450" y="1047750"/>
                </a:lnTo>
                <a:lnTo>
                  <a:pt x="1323975" y="1047750"/>
                </a:lnTo>
                <a:close/>
                <a:moveTo>
                  <a:pt x="1724025" y="1019175"/>
                </a:moveTo>
                <a:lnTo>
                  <a:pt x="1733550" y="1019175"/>
                </a:lnTo>
                <a:lnTo>
                  <a:pt x="1733550" y="1028700"/>
                </a:lnTo>
                <a:lnTo>
                  <a:pt x="1724025" y="1028700"/>
                </a:lnTo>
                <a:close/>
                <a:moveTo>
                  <a:pt x="1800225" y="1019175"/>
                </a:moveTo>
                <a:lnTo>
                  <a:pt x="1828800" y="1019175"/>
                </a:lnTo>
                <a:lnTo>
                  <a:pt x="1828800" y="1028700"/>
                </a:lnTo>
                <a:lnTo>
                  <a:pt x="1800225" y="1028700"/>
                </a:lnTo>
                <a:close/>
                <a:moveTo>
                  <a:pt x="1704975" y="1028700"/>
                </a:moveTo>
                <a:lnTo>
                  <a:pt x="1714500" y="1028700"/>
                </a:lnTo>
                <a:lnTo>
                  <a:pt x="1714500" y="1038225"/>
                </a:lnTo>
                <a:lnTo>
                  <a:pt x="1704975" y="1038225"/>
                </a:lnTo>
                <a:close/>
                <a:moveTo>
                  <a:pt x="371475" y="1038225"/>
                </a:moveTo>
                <a:lnTo>
                  <a:pt x="381000" y="1038225"/>
                </a:lnTo>
                <a:lnTo>
                  <a:pt x="381000" y="1047750"/>
                </a:lnTo>
                <a:lnTo>
                  <a:pt x="371475" y="1047750"/>
                </a:lnTo>
                <a:close/>
                <a:moveTo>
                  <a:pt x="1295400" y="1038225"/>
                </a:moveTo>
                <a:lnTo>
                  <a:pt x="1304925" y="1038225"/>
                </a:lnTo>
                <a:lnTo>
                  <a:pt x="1304925" y="1057275"/>
                </a:lnTo>
                <a:lnTo>
                  <a:pt x="1285875" y="1057275"/>
                </a:lnTo>
                <a:lnTo>
                  <a:pt x="1285875" y="1047750"/>
                </a:lnTo>
                <a:lnTo>
                  <a:pt x="1295400" y="1047750"/>
                </a:lnTo>
                <a:close/>
                <a:moveTo>
                  <a:pt x="1676400" y="1038225"/>
                </a:moveTo>
                <a:lnTo>
                  <a:pt x="1695450" y="1038225"/>
                </a:lnTo>
                <a:lnTo>
                  <a:pt x="1695450" y="1047750"/>
                </a:lnTo>
                <a:lnTo>
                  <a:pt x="1676400" y="1047750"/>
                </a:lnTo>
                <a:close/>
                <a:moveTo>
                  <a:pt x="1876425" y="1038225"/>
                </a:moveTo>
                <a:lnTo>
                  <a:pt x="1895475" y="1038225"/>
                </a:lnTo>
                <a:lnTo>
                  <a:pt x="1895475" y="1047750"/>
                </a:lnTo>
                <a:lnTo>
                  <a:pt x="1905000" y="1047750"/>
                </a:lnTo>
                <a:lnTo>
                  <a:pt x="1905000" y="1038225"/>
                </a:lnTo>
                <a:lnTo>
                  <a:pt x="1914525" y="1038225"/>
                </a:lnTo>
                <a:lnTo>
                  <a:pt x="1914525" y="1047750"/>
                </a:lnTo>
                <a:lnTo>
                  <a:pt x="1905000" y="1047750"/>
                </a:lnTo>
                <a:lnTo>
                  <a:pt x="1905000" y="1057275"/>
                </a:lnTo>
                <a:lnTo>
                  <a:pt x="1876425" y="1057275"/>
                </a:lnTo>
                <a:lnTo>
                  <a:pt x="1876425" y="1066800"/>
                </a:lnTo>
                <a:lnTo>
                  <a:pt x="1838325" y="1066800"/>
                </a:lnTo>
                <a:lnTo>
                  <a:pt x="1838325" y="1057275"/>
                </a:lnTo>
                <a:lnTo>
                  <a:pt x="1866900" y="1057275"/>
                </a:lnTo>
                <a:lnTo>
                  <a:pt x="1866900" y="1047750"/>
                </a:lnTo>
                <a:lnTo>
                  <a:pt x="1876425" y="1047750"/>
                </a:lnTo>
                <a:close/>
                <a:moveTo>
                  <a:pt x="381000" y="1047750"/>
                </a:moveTo>
                <a:lnTo>
                  <a:pt x="390525" y="1047750"/>
                </a:lnTo>
                <a:lnTo>
                  <a:pt x="390525" y="1057275"/>
                </a:lnTo>
                <a:lnTo>
                  <a:pt x="381000" y="1057275"/>
                </a:lnTo>
                <a:close/>
                <a:moveTo>
                  <a:pt x="676275" y="1047750"/>
                </a:moveTo>
                <a:lnTo>
                  <a:pt x="695325" y="1047750"/>
                </a:lnTo>
                <a:lnTo>
                  <a:pt x="695325" y="1085850"/>
                </a:lnTo>
                <a:lnTo>
                  <a:pt x="714375" y="1085850"/>
                </a:lnTo>
                <a:lnTo>
                  <a:pt x="714375" y="1076325"/>
                </a:lnTo>
                <a:lnTo>
                  <a:pt x="723900" y="1076325"/>
                </a:lnTo>
                <a:lnTo>
                  <a:pt x="723900" y="1085850"/>
                </a:lnTo>
                <a:lnTo>
                  <a:pt x="752475" y="1085850"/>
                </a:lnTo>
                <a:lnTo>
                  <a:pt x="752475" y="1095375"/>
                </a:lnTo>
                <a:lnTo>
                  <a:pt x="733425" y="1095375"/>
                </a:lnTo>
                <a:lnTo>
                  <a:pt x="733425" y="1104900"/>
                </a:lnTo>
                <a:lnTo>
                  <a:pt x="742950" y="1104900"/>
                </a:lnTo>
                <a:lnTo>
                  <a:pt x="742950" y="1114425"/>
                </a:lnTo>
                <a:lnTo>
                  <a:pt x="723900" y="1114425"/>
                </a:lnTo>
                <a:lnTo>
                  <a:pt x="723900" y="1104900"/>
                </a:lnTo>
                <a:lnTo>
                  <a:pt x="704850" y="1104900"/>
                </a:lnTo>
                <a:lnTo>
                  <a:pt x="704850" y="1095375"/>
                </a:lnTo>
                <a:lnTo>
                  <a:pt x="676275" y="1095375"/>
                </a:lnTo>
                <a:lnTo>
                  <a:pt x="676275" y="1085850"/>
                </a:lnTo>
                <a:lnTo>
                  <a:pt x="666750" y="1085850"/>
                </a:lnTo>
                <a:lnTo>
                  <a:pt x="666750" y="1076325"/>
                </a:lnTo>
                <a:lnTo>
                  <a:pt x="628650" y="1076325"/>
                </a:lnTo>
                <a:lnTo>
                  <a:pt x="628650" y="1066800"/>
                </a:lnTo>
                <a:lnTo>
                  <a:pt x="619125" y="1066800"/>
                </a:lnTo>
                <a:lnTo>
                  <a:pt x="619125" y="1057275"/>
                </a:lnTo>
                <a:lnTo>
                  <a:pt x="628650" y="1057275"/>
                </a:lnTo>
                <a:lnTo>
                  <a:pt x="628650" y="1066800"/>
                </a:lnTo>
                <a:lnTo>
                  <a:pt x="657225" y="1066800"/>
                </a:lnTo>
                <a:lnTo>
                  <a:pt x="657225" y="1057275"/>
                </a:lnTo>
                <a:lnTo>
                  <a:pt x="676275" y="1057275"/>
                </a:lnTo>
                <a:close/>
                <a:moveTo>
                  <a:pt x="1666875" y="1047750"/>
                </a:moveTo>
                <a:lnTo>
                  <a:pt x="1676400" y="1047750"/>
                </a:lnTo>
                <a:lnTo>
                  <a:pt x="1676400" y="1057275"/>
                </a:lnTo>
                <a:lnTo>
                  <a:pt x="1666875" y="1057275"/>
                </a:lnTo>
                <a:close/>
                <a:moveTo>
                  <a:pt x="1914525" y="1047750"/>
                </a:moveTo>
                <a:lnTo>
                  <a:pt x="1924050" y="1047750"/>
                </a:lnTo>
                <a:lnTo>
                  <a:pt x="1924050" y="1057275"/>
                </a:lnTo>
                <a:lnTo>
                  <a:pt x="1914525" y="1057275"/>
                </a:lnTo>
                <a:close/>
                <a:moveTo>
                  <a:pt x="304800" y="1057275"/>
                </a:moveTo>
                <a:lnTo>
                  <a:pt x="314325" y="1057275"/>
                </a:lnTo>
                <a:lnTo>
                  <a:pt x="314325" y="1066800"/>
                </a:lnTo>
                <a:lnTo>
                  <a:pt x="304800" y="1066800"/>
                </a:lnTo>
                <a:close/>
                <a:moveTo>
                  <a:pt x="390525" y="1057275"/>
                </a:moveTo>
                <a:lnTo>
                  <a:pt x="400050" y="1057275"/>
                </a:lnTo>
                <a:lnTo>
                  <a:pt x="400050" y="1066800"/>
                </a:lnTo>
                <a:lnTo>
                  <a:pt x="390525" y="1066800"/>
                </a:lnTo>
                <a:close/>
                <a:moveTo>
                  <a:pt x="923925" y="1057275"/>
                </a:moveTo>
                <a:lnTo>
                  <a:pt x="933450" y="1057275"/>
                </a:lnTo>
                <a:lnTo>
                  <a:pt x="933450" y="1066800"/>
                </a:lnTo>
                <a:lnTo>
                  <a:pt x="923925" y="1066800"/>
                </a:lnTo>
                <a:close/>
                <a:moveTo>
                  <a:pt x="1428750" y="1057275"/>
                </a:moveTo>
                <a:lnTo>
                  <a:pt x="1438275" y="1057275"/>
                </a:lnTo>
                <a:lnTo>
                  <a:pt x="1438275" y="1066800"/>
                </a:lnTo>
                <a:lnTo>
                  <a:pt x="1428750" y="1066800"/>
                </a:lnTo>
                <a:close/>
                <a:moveTo>
                  <a:pt x="314325" y="1066800"/>
                </a:moveTo>
                <a:lnTo>
                  <a:pt x="323850" y="1066800"/>
                </a:lnTo>
                <a:lnTo>
                  <a:pt x="323850" y="1076325"/>
                </a:lnTo>
                <a:lnTo>
                  <a:pt x="314325" y="1076325"/>
                </a:lnTo>
                <a:close/>
                <a:moveTo>
                  <a:pt x="1114425" y="1066800"/>
                </a:moveTo>
                <a:lnTo>
                  <a:pt x="1123950" y="1066800"/>
                </a:lnTo>
                <a:lnTo>
                  <a:pt x="1123950" y="1076325"/>
                </a:lnTo>
                <a:lnTo>
                  <a:pt x="1114425" y="1076325"/>
                </a:lnTo>
                <a:close/>
                <a:moveTo>
                  <a:pt x="1419225" y="1066800"/>
                </a:moveTo>
                <a:lnTo>
                  <a:pt x="1428750" y="1066800"/>
                </a:lnTo>
                <a:lnTo>
                  <a:pt x="1428750" y="1085850"/>
                </a:lnTo>
                <a:lnTo>
                  <a:pt x="1419225" y="1085850"/>
                </a:lnTo>
                <a:close/>
                <a:moveTo>
                  <a:pt x="1466850" y="1066800"/>
                </a:moveTo>
                <a:lnTo>
                  <a:pt x="1476375" y="1066800"/>
                </a:lnTo>
                <a:lnTo>
                  <a:pt x="1476375" y="1076325"/>
                </a:lnTo>
                <a:lnTo>
                  <a:pt x="1466850" y="1076325"/>
                </a:lnTo>
                <a:close/>
                <a:moveTo>
                  <a:pt x="323850" y="1076325"/>
                </a:moveTo>
                <a:lnTo>
                  <a:pt x="333375" y="1076325"/>
                </a:lnTo>
                <a:lnTo>
                  <a:pt x="333375" y="1085850"/>
                </a:lnTo>
                <a:lnTo>
                  <a:pt x="323850" y="1085850"/>
                </a:lnTo>
                <a:close/>
                <a:moveTo>
                  <a:pt x="523875" y="1076325"/>
                </a:moveTo>
                <a:lnTo>
                  <a:pt x="533400" y="1076325"/>
                </a:lnTo>
                <a:lnTo>
                  <a:pt x="533400" y="1095375"/>
                </a:lnTo>
                <a:lnTo>
                  <a:pt x="552450" y="1095375"/>
                </a:lnTo>
                <a:lnTo>
                  <a:pt x="552450" y="1114425"/>
                </a:lnTo>
                <a:lnTo>
                  <a:pt x="561975" y="1114425"/>
                </a:lnTo>
                <a:lnTo>
                  <a:pt x="561975" y="1104900"/>
                </a:lnTo>
                <a:lnTo>
                  <a:pt x="571500" y="1104900"/>
                </a:lnTo>
                <a:lnTo>
                  <a:pt x="571500" y="1114425"/>
                </a:lnTo>
                <a:lnTo>
                  <a:pt x="590550" y="1114425"/>
                </a:lnTo>
                <a:lnTo>
                  <a:pt x="590550" y="1123950"/>
                </a:lnTo>
                <a:lnTo>
                  <a:pt x="600075" y="1123950"/>
                </a:lnTo>
                <a:lnTo>
                  <a:pt x="600075" y="1114425"/>
                </a:lnTo>
                <a:lnTo>
                  <a:pt x="619125" y="1114425"/>
                </a:lnTo>
                <a:lnTo>
                  <a:pt x="619125" y="1123950"/>
                </a:lnTo>
                <a:lnTo>
                  <a:pt x="609600" y="1123950"/>
                </a:lnTo>
                <a:lnTo>
                  <a:pt x="609600" y="1133475"/>
                </a:lnTo>
                <a:lnTo>
                  <a:pt x="590550" y="1133475"/>
                </a:lnTo>
                <a:lnTo>
                  <a:pt x="590550" y="1143000"/>
                </a:lnTo>
                <a:lnTo>
                  <a:pt x="581025" y="1143000"/>
                </a:lnTo>
                <a:lnTo>
                  <a:pt x="581025" y="1152525"/>
                </a:lnTo>
                <a:lnTo>
                  <a:pt x="561975" y="1152525"/>
                </a:lnTo>
                <a:lnTo>
                  <a:pt x="561975" y="1162050"/>
                </a:lnTo>
                <a:lnTo>
                  <a:pt x="542925" y="1162050"/>
                </a:lnTo>
                <a:lnTo>
                  <a:pt x="542925" y="1143000"/>
                </a:lnTo>
                <a:lnTo>
                  <a:pt x="533400" y="1143000"/>
                </a:lnTo>
                <a:lnTo>
                  <a:pt x="533400" y="1133475"/>
                </a:lnTo>
                <a:lnTo>
                  <a:pt x="542925" y="1133475"/>
                </a:lnTo>
                <a:lnTo>
                  <a:pt x="542925" y="1114425"/>
                </a:lnTo>
                <a:lnTo>
                  <a:pt x="523875" y="1114425"/>
                </a:lnTo>
                <a:lnTo>
                  <a:pt x="523875" y="1123950"/>
                </a:lnTo>
                <a:lnTo>
                  <a:pt x="504825" y="1123950"/>
                </a:lnTo>
                <a:lnTo>
                  <a:pt x="504825" y="1114425"/>
                </a:lnTo>
                <a:lnTo>
                  <a:pt x="466725" y="1114425"/>
                </a:lnTo>
                <a:lnTo>
                  <a:pt x="466725" y="1104900"/>
                </a:lnTo>
                <a:lnTo>
                  <a:pt x="514350" y="1104900"/>
                </a:lnTo>
                <a:lnTo>
                  <a:pt x="514350" y="1095375"/>
                </a:lnTo>
                <a:lnTo>
                  <a:pt x="523875" y="1095375"/>
                </a:lnTo>
                <a:close/>
                <a:moveTo>
                  <a:pt x="1123950" y="1076325"/>
                </a:moveTo>
                <a:lnTo>
                  <a:pt x="1133475" y="1076325"/>
                </a:lnTo>
                <a:lnTo>
                  <a:pt x="1133475" y="1085850"/>
                </a:lnTo>
                <a:lnTo>
                  <a:pt x="1123950" y="1085850"/>
                </a:lnTo>
                <a:close/>
                <a:moveTo>
                  <a:pt x="1714500" y="1076325"/>
                </a:moveTo>
                <a:lnTo>
                  <a:pt x="1724025" y="1076325"/>
                </a:lnTo>
                <a:lnTo>
                  <a:pt x="1724025" y="1085850"/>
                </a:lnTo>
                <a:lnTo>
                  <a:pt x="1714500" y="1085850"/>
                </a:lnTo>
                <a:close/>
                <a:moveTo>
                  <a:pt x="1733550" y="1076325"/>
                </a:moveTo>
                <a:lnTo>
                  <a:pt x="1743075" y="1076325"/>
                </a:lnTo>
                <a:lnTo>
                  <a:pt x="1743075" y="1085850"/>
                </a:lnTo>
                <a:lnTo>
                  <a:pt x="1733550" y="1085850"/>
                </a:lnTo>
                <a:close/>
                <a:moveTo>
                  <a:pt x="333375" y="1085850"/>
                </a:moveTo>
                <a:lnTo>
                  <a:pt x="352425" y="1085850"/>
                </a:lnTo>
                <a:lnTo>
                  <a:pt x="352425" y="1104900"/>
                </a:lnTo>
                <a:lnTo>
                  <a:pt x="342900" y="1104900"/>
                </a:lnTo>
                <a:lnTo>
                  <a:pt x="342900" y="1095375"/>
                </a:lnTo>
                <a:lnTo>
                  <a:pt x="333375" y="1095375"/>
                </a:lnTo>
                <a:close/>
                <a:moveTo>
                  <a:pt x="200025" y="1095375"/>
                </a:moveTo>
                <a:lnTo>
                  <a:pt x="238125" y="1095375"/>
                </a:lnTo>
                <a:lnTo>
                  <a:pt x="238125" y="1104900"/>
                </a:lnTo>
                <a:lnTo>
                  <a:pt x="257175" y="1104900"/>
                </a:lnTo>
                <a:lnTo>
                  <a:pt x="257175" y="1114425"/>
                </a:lnTo>
                <a:lnTo>
                  <a:pt x="209550" y="1114425"/>
                </a:lnTo>
                <a:lnTo>
                  <a:pt x="209550" y="1104900"/>
                </a:lnTo>
                <a:lnTo>
                  <a:pt x="200025" y="1104900"/>
                </a:lnTo>
                <a:close/>
                <a:moveTo>
                  <a:pt x="1295400" y="1095375"/>
                </a:moveTo>
                <a:lnTo>
                  <a:pt x="1304925" y="1095375"/>
                </a:lnTo>
                <a:lnTo>
                  <a:pt x="1304925" y="1104900"/>
                </a:lnTo>
                <a:lnTo>
                  <a:pt x="1295400" y="1104900"/>
                </a:lnTo>
                <a:close/>
                <a:moveTo>
                  <a:pt x="1457325" y="1095375"/>
                </a:moveTo>
                <a:lnTo>
                  <a:pt x="1476375" y="1095375"/>
                </a:lnTo>
                <a:lnTo>
                  <a:pt x="1476375" y="1104900"/>
                </a:lnTo>
                <a:lnTo>
                  <a:pt x="1457325" y="1104900"/>
                </a:lnTo>
                <a:close/>
                <a:moveTo>
                  <a:pt x="1285875" y="1104900"/>
                </a:moveTo>
                <a:lnTo>
                  <a:pt x="1295400" y="1104900"/>
                </a:lnTo>
                <a:lnTo>
                  <a:pt x="1295400" y="1114425"/>
                </a:lnTo>
                <a:lnTo>
                  <a:pt x="1285875" y="1114425"/>
                </a:lnTo>
                <a:close/>
                <a:moveTo>
                  <a:pt x="1876425" y="1104900"/>
                </a:moveTo>
                <a:lnTo>
                  <a:pt x="1905000" y="1104900"/>
                </a:lnTo>
                <a:lnTo>
                  <a:pt x="1905000" y="1114425"/>
                </a:lnTo>
                <a:lnTo>
                  <a:pt x="1876425" y="1114425"/>
                </a:lnTo>
                <a:close/>
                <a:moveTo>
                  <a:pt x="180975" y="1114425"/>
                </a:moveTo>
                <a:lnTo>
                  <a:pt x="190500" y="1114425"/>
                </a:lnTo>
                <a:lnTo>
                  <a:pt x="190500" y="1123950"/>
                </a:lnTo>
                <a:lnTo>
                  <a:pt x="180975" y="1123950"/>
                </a:lnTo>
                <a:close/>
                <a:moveTo>
                  <a:pt x="1866900" y="1114425"/>
                </a:moveTo>
                <a:lnTo>
                  <a:pt x="1876425" y="1114425"/>
                </a:lnTo>
                <a:lnTo>
                  <a:pt x="1876425" y="1133475"/>
                </a:lnTo>
                <a:lnTo>
                  <a:pt x="1866900" y="1133475"/>
                </a:lnTo>
                <a:lnTo>
                  <a:pt x="1866900" y="1143000"/>
                </a:lnTo>
                <a:lnTo>
                  <a:pt x="1847850" y="1143000"/>
                </a:lnTo>
                <a:lnTo>
                  <a:pt x="1847850" y="1152525"/>
                </a:lnTo>
                <a:lnTo>
                  <a:pt x="1838325" y="1152525"/>
                </a:lnTo>
                <a:lnTo>
                  <a:pt x="1838325" y="1133475"/>
                </a:lnTo>
                <a:lnTo>
                  <a:pt x="1847850" y="1133475"/>
                </a:lnTo>
                <a:lnTo>
                  <a:pt x="1847850" y="1123950"/>
                </a:lnTo>
                <a:lnTo>
                  <a:pt x="1866900" y="1123950"/>
                </a:lnTo>
                <a:close/>
                <a:moveTo>
                  <a:pt x="923925" y="1123950"/>
                </a:moveTo>
                <a:lnTo>
                  <a:pt x="933450" y="1123950"/>
                </a:lnTo>
                <a:lnTo>
                  <a:pt x="933450" y="1133475"/>
                </a:lnTo>
                <a:lnTo>
                  <a:pt x="962025" y="1133475"/>
                </a:lnTo>
                <a:lnTo>
                  <a:pt x="962025" y="1143000"/>
                </a:lnTo>
                <a:lnTo>
                  <a:pt x="952500" y="1143000"/>
                </a:lnTo>
                <a:lnTo>
                  <a:pt x="952500" y="1152525"/>
                </a:lnTo>
                <a:lnTo>
                  <a:pt x="933450" y="1152525"/>
                </a:lnTo>
                <a:lnTo>
                  <a:pt x="933450" y="1143000"/>
                </a:lnTo>
                <a:lnTo>
                  <a:pt x="923925" y="1143000"/>
                </a:lnTo>
                <a:close/>
                <a:moveTo>
                  <a:pt x="1181100" y="1123950"/>
                </a:moveTo>
                <a:lnTo>
                  <a:pt x="1209675" y="1123950"/>
                </a:lnTo>
                <a:lnTo>
                  <a:pt x="1209675" y="1133475"/>
                </a:lnTo>
                <a:lnTo>
                  <a:pt x="1181100" y="1133475"/>
                </a:lnTo>
                <a:close/>
                <a:moveTo>
                  <a:pt x="1390650" y="1123950"/>
                </a:moveTo>
                <a:lnTo>
                  <a:pt x="1400175" y="1123950"/>
                </a:lnTo>
                <a:lnTo>
                  <a:pt x="1400175" y="1133475"/>
                </a:lnTo>
                <a:lnTo>
                  <a:pt x="1390650" y="1133475"/>
                </a:lnTo>
                <a:close/>
                <a:moveTo>
                  <a:pt x="180975" y="1133475"/>
                </a:moveTo>
                <a:lnTo>
                  <a:pt x="200025" y="1133475"/>
                </a:lnTo>
                <a:lnTo>
                  <a:pt x="200025" y="1143000"/>
                </a:lnTo>
                <a:lnTo>
                  <a:pt x="180975" y="1143000"/>
                </a:lnTo>
                <a:close/>
                <a:moveTo>
                  <a:pt x="390525" y="1133475"/>
                </a:moveTo>
                <a:lnTo>
                  <a:pt x="419100" y="1133475"/>
                </a:lnTo>
                <a:lnTo>
                  <a:pt x="419100" y="1143000"/>
                </a:lnTo>
                <a:lnTo>
                  <a:pt x="390525" y="1143000"/>
                </a:lnTo>
                <a:close/>
                <a:moveTo>
                  <a:pt x="1219200" y="1133475"/>
                </a:moveTo>
                <a:lnTo>
                  <a:pt x="1238250" y="1133475"/>
                </a:lnTo>
                <a:lnTo>
                  <a:pt x="1238250" y="1143000"/>
                </a:lnTo>
                <a:lnTo>
                  <a:pt x="1247775" y="1143000"/>
                </a:lnTo>
                <a:lnTo>
                  <a:pt x="1247775" y="1133475"/>
                </a:lnTo>
                <a:lnTo>
                  <a:pt x="1266825" y="1133475"/>
                </a:lnTo>
                <a:lnTo>
                  <a:pt x="1266825" y="1152525"/>
                </a:lnTo>
                <a:lnTo>
                  <a:pt x="1276350" y="1152525"/>
                </a:lnTo>
                <a:lnTo>
                  <a:pt x="1276350" y="1171575"/>
                </a:lnTo>
                <a:lnTo>
                  <a:pt x="1247775" y="1171575"/>
                </a:lnTo>
                <a:lnTo>
                  <a:pt x="1247775" y="1162050"/>
                </a:lnTo>
                <a:lnTo>
                  <a:pt x="1238250" y="1162050"/>
                </a:lnTo>
                <a:lnTo>
                  <a:pt x="1238250" y="1152525"/>
                </a:lnTo>
                <a:lnTo>
                  <a:pt x="1228725" y="1152525"/>
                </a:lnTo>
                <a:lnTo>
                  <a:pt x="1228725" y="1143000"/>
                </a:lnTo>
                <a:lnTo>
                  <a:pt x="1219200" y="1143000"/>
                </a:lnTo>
                <a:close/>
                <a:moveTo>
                  <a:pt x="1295400" y="1133475"/>
                </a:moveTo>
                <a:lnTo>
                  <a:pt x="1333500" y="1133475"/>
                </a:lnTo>
                <a:lnTo>
                  <a:pt x="1333500" y="1143000"/>
                </a:lnTo>
                <a:lnTo>
                  <a:pt x="1352550" y="1143000"/>
                </a:lnTo>
                <a:lnTo>
                  <a:pt x="1352550" y="1162050"/>
                </a:lnTo>
                <a:lnTo>
                  <a:pt x="1323975" y="1162050"/>
                </a:lnTo>
                <a:lnTo>
                  <a:pt x="1323975" y="1181100"/>
                </a:lnTo>
                <a:lnTo>
                  <a:pt x="1314450" y="1181100"/>
                </a:lnTo>
                <a:lnTo>
                  <a:pt x="1314450" y="1171575"/>
                </a:lnTo>
                <a:lnTo>
                  <a:pt x="1295400" y="1171575"/>
                </a:lnTo>
                <a:close/>
                <a:moveTo>
                  <a:pt x="1485900" y="1133475"/>
                </a:moveTo>
                <a:lnTo>
                  <a:pt x="1495425" y="1133475"/>
                </a:lnTo>
                <a:lnTo>
                  <a:pt x="1495425" y="1143000"/>
                </a:lnTo>
                <a:lnTo>
                  <a:pt x="1485900" y="1143000"/>
                </a:lnTo>
                <a:close/>
                <a:moveTo>
                  <a:pt x="1543050" y="1133475"/>
                </a:moveTo>
                <a:lnTo>
                  <a:pt x="1552575" y="1133475"/>
                </a:lnTo>
                <a:lnTo>
                  <a:pt x="1552575" y="1143000"/>
                </a:lnTo>
                <a:lnTo>
                  <a:pt x="1543050" y="1143000"/>
                </a:lnTo>
                <a:close/>
                <a:moveTo>
                  <a:pt x="200025" y="1143000"/>
                </a:moveTo>
                <a:lnTo>
                  <a:pt x="209550" y="1143000"/>
                </a:lnTo>
                <a:lnTo>
                  <a:pt x="209550" y="1152525"/>
                </a:lnTo>
                <a:lnTo>
                  <a:pt x="200025" y="1152525"/>
                </a:lnTo>
                <a:close/>
                <a:moveTo>
                  <a:pt x="323850" y="1143000"/>
                </a:moveTo>
                <a:lnTo>
                  <a:pt x="333375" y="1143000"/>
                </a:lnTo>
                <a:lnTo>
                  <a:pt x="333375" y="1162050"/>
                </a:lnTo>
                <a:lnTo>
                  <a:pt x="323850" y="1162050"/>
                </a:lnTo>
                <a:close/>
                <a:moveTo>
                  <a:pt x="771525" y="1143000"/>
                </a:moveTo>
                <a:lnTo>
                  <a:pt x="781050" y="1143000"/>
                </a:lnTo>
                <a:lnTo>
                  <a:pt x="781050" y="1162050"/>
                </a:lnTo>
                <a:lnTo>
                  <a:pt x="771525" y="1162050"/>
                </a:lnTo>
                <a:close/>
                <a:moveTo>
                  <a:pt x="847725" y="1143000"/>
                </a:moveTo>
                <a:lnTo>
                  <a:pt x="857250" y="1143000"/>
                </a:lnTo>
                <a:lnTo>
                  <a:pt x="857250" y="1152525"/>
                </a:lnTo>
                <a:lnTo>
                  <a:pt x="847725" y="1152525"/>
                </a:lnTo>
                <a:close/>
                <a:moveTo>
                  <a:pt x="1466850" y="1143000"/>
                </a:moveTo>
                <a:lnTo>
                  <a:pt x="1485900" y="1143000"/>
                </a:lnTo>
                <a:lnTo>
                  <a:pt x="1485900" y="1152525"/>
                </a:lnTo>
                <a:lnTo>
                  <a:pt x="1476375" y="1152525"/>
                </a:lnTo>
                <a:lnTo>
                  <a:pt x="1476375" y="1162050"/>
                </a:lnTo>
                <a:lnTo>
                  <a:pt x="1466850" y="1162050"/>
                </a:lnTo>
                <a:close/>
                <a:moveTo>
                  <a:pt x="457200" y="1152525"/>
                </a:moveTo>
                <a:lnTo>
                  <a:pt x="466725" y="1152525"/>
                </a:lnTo>
                <a:lnTo>
                  <a:pt x="466725" y="1162050"/>
                </a:lnTo>
                <a:lnTo>
                  <a:pt x="476250" y="1162050"/>
                </a:lnTo>
                <a:lnTo>
                  <a:pt x="476250" y="1171575"/>
                </a:lnTo>
                <a:lnTo>
                  <a:pt x="457200" y="1171575"/>
                </a:lnTo>
                <a:close/>
                <a:moveTo>
                  <a:pt x="857250" y="1152525"/>
                </a:moveTo>
                <a:lnTo>
                  <a:pt x="866775" y="1152525"/>
                </a:lnTo>
                <a:lnTo>
                  <a:pt x="866775" y="1162050"/>
                </a:lnTo>
                <a:lnTo>
                  <a:pt x="857250" y="1162050"/>
                </a:lnTo>
                <a:close/>
                <a:moveTo>
                  <a:pt x="352425" y="1162050"/>
                </a:moveTo>
                <a:lnTo>
                  <a:pt x="361950" y="1162050"/>
                </a:lnTo>
                <a:lnTo>
                  <a:pt x="361950" y="1171575"/>
                </a:lnTo>
                <a:lnTo>
                  <a:pt x="352425" y="1171575"/>
                </a:lnTo>
                <a:close/>
                <a:moveTo>
                  <a:pt x="1000125" y="1162050"/>
                </a:moveTo>
                <a:lnTo>
                  <a:pt x="1019175" y="1162050"/>
                </a:lnTo>
                <a:lnTo>
                  <a:pt x="1019175" y="1171575"/>
                </a:lnTo>
                <a:lnTo>
                  <a:pt x="1000125" y="1171575"/>
                </a:lnTo>
                <a:close/>
                <a:moveTo>
                  <a:pt x="1457325" y="1162050"/>
                </a:moveTo>
                <a:lnTo>
                  <a:pt x="1466850" y="1162050"/>
                </a:lnTo>
                <a:lnTo>
                  <a:pt x="1466850" y="1171575"/>
                </a:lnTo>
                <a:lnTo>
                  <a:pt x="1476375" y="1171575"/>
                </a:lnTo>
                <a:lnTo>
                  <a:pt x="1476375" y="1181100"/>
                </a:lnTo>
                <a:lnTo>
                  <a:pt x="1485900" y="1181100"/>
                </a:lnTo>
                <a:lnTo>
                  <a:pt x="1485900" y="1171575"/>
                </a:lnTo>
                <a:lnTo>
                  <a:pt x="1504950" y="1171575"/>
                </a:lnTo>
                <a:lnTo>
                  <a:pt x="1504950" y="1181100"/>
                </a:lnTo>
                <a:lnTo>
                  <a:pt x="1495425" y="1181100"/>
                </a:lnTo>
                <a:lnTo>
                  <a:pt x="1495425" y="1190625"/>
                </a:lnTo>
                <a:lnTo>
                  <a:pt x="1457325" y="1190625"/>
                </a:lnTo>
                <a:lnTo>
                  <a:pt x="1457325" y="1200150"/>
                </a:lnTo>
                <a:lnTo>
                  <a:pt x="1428750" y="1200150"/>
                </a:lnTo>
                <a:lnTo>
                  <a:pt x="1428750" y="1181100"/>
                </a:lnTo>
                <a:lnTo>
                  <a:pt x="1447800" y="1181100"/>
                </a:lnTo>
                <a:lnTo>
                  <a:pt x="1447800" y="1171575"/>
                </a:lnTo>
                <a:lnTo>
                  <a:pt x="1457325" y="1171575"/>
                </a:lnTo>
                <a:close/>
                <a:moveTo>
                  <a:pt x="361950" y="1171575"/>
                </a:moveTo>
                <a:lnTo>
                  <a:pt x="371475" y="1171575"/>
                </a:lnTo>
                <a:lnTo>
                  <a:pt x="371475" y="1181100"/>
                </a:lnTo>
                <a:lnTo>
                  <a:pt x="361950" y="1181100"/>
                </a:lnTo>
                <a:close/>
                <a:moveTo>
                  <a:pt x="476250" y="1171575"/>
                </a:moveTo>
                <a:lnTo>
                  <a:pt x="485775" y="1171575"/>
                </a:lnTo>
                <a:lnTo>
                  <a:pt x="485775" y="1181100"/>
                </a:lnTo>
                <a:lnTo>
                  <a:pt x="476250" y="1181100"/>
                </a:lnTo>
                <a:close/>
                <a:moveTo>
                  <a:pt x="600075" y="1171575"/>
                </a:moveTo>
                <a:lnTo>
                  <a:pt x="609600" y="1171575"/>
                </a:lnTo>
                <a:lnTo>
                  <a:pt x="609600" y="1181100"/>
                </a:lnTo>
                <a:lnTo>
                  <a:pt x="600075" y="1181100"/>
                </a:lnTo>
                <a:close/>
                <a:moveTo>
                  <a:pt x="619125" y="1171575"/>
                </a:moveTo>
                <a:lnTo>
                  <a:pt x="628650" y="1171575"/>
                </a:lnTo>
                <a:lnTo>
                  <a:pt x="628650" y="1181100"/>
                </a:lnTo>
                <a:lnTo>
                  <a:pt x="619125" y="1181100"/>
                </a:lnTo>
                <a:close/>
                <a:moveTo>
                  <a:pt x="638175" y="1171575"/>
                </a:moveTo>
                <a:lnTo>
                  <a:pt x="666750" y="1171575"/>
                </a:lnTo>
                <a:lnTo>
                  <a:pt x="666750" y="1181100"/>
                </a:lnTo>
                <a:lnTo>
                  <a:pt x="638175" y="1181100"/>
                </a:lnTo>
                <a:close/>
                <a:moveTo>
                  <a:pt x="685800" y="1171575"/>
                </a:moveTo>
                <a:lnTo>
                  <a:pt x="695325" y="1171575"/>
                </a:lnTo>
                <a:lnTo>
                  <a:pt x="695325" y="1181100"/>
                </a:lnTo>
                <a:lnTo>
                  <a:pt x="685800" y="1181100"/>
                </a:lnTo>
                <a:close/>
                <a:moveTo>
                  <a:pt x="695325" y="1181100"/>
                </a:moveTo>
                <a:lnTo>
                  <a:pt x="704850" y="1181100"/>
                </a:lnTo>
                <a:lnTo>
                  <a:pt x="704850" y="1190625"/>
                </a:lnTo>
                <a:lnTo>
                  <a:pt x="695325" y="1190625"/>
                </a:lnTo>
                <a:close/>
                <a:moveTo>
                  <a:pt x="1066800" y="1181100"/>
                </a:moveTo>
                <a:lnTo>
                  <a:pt x="1076325" y="1181100"/>
                </a:lnTo>
                <a:lnTo>
                  <a:pt x="1076325" y="1190625"/>
                </a:lnTo>
                <a:lnTo>
                  <a:pt x="1066800" y="1190625"/>
                </a:lnTo>
                <a:close/>
                <a:moveTo>
                  <a:pt x="876300" y="1190625"/>
                </a:moveTo>
                <a:lnTo>
                  <a:pt x="885825" y="1190625"/>
                </a:lnTo>
                <a:lnTo>
                  <a:pt x="885825" y="1209675"/>
                </a:lnTo>
                <a:lnTo>
                  <a:pt x="876300" y="1209675"/>
                </a:lnTo>
                <a:close/>
                <a:moveTo>
                  <a:pt x="1076325" y="1190625"/>
                </a:moveTo>
                <a:lnTo>
                  <a:pt x="1085850" y="1190625"/>
                </a:lnTo>
                <a:lnTo>
                  <a:pt x="1085850" y="1200150"/>
                </a:lnTo>
                <a:lnTo>
                  <a:pt x="1076325" y="1200150"/>
                </a:lnTo>
                <a:close/>
                <a:moveTo>
                  <a:pt x="1095375" y="1190625"/>
                </a:moveTo>
                <a:lnTo>
                  <a:pt x="1104900" y="1190625"/>
                </a:lnTo>
                <a:lnTo>
                  <a:pt x="1104900" y="1200150"/>
                </a:lnTo>
                <a:lnTo>
                  <a:pt x="1095375" y="1200150"/>
                </a:lnTo>
                <a:close/>
                <a:moveTo>
                  <a:pt x="1409700" y="1190625"/>
                </a:moveTo>
                <a:lnTo>
                  <a:pt x="1419225" y="1190625"/>
                </a:lnTo>
                <a:lnTo>
                  <a:pt x="1419225" y="1200150"/>
                </a:lnTo>
                <a:lnTo>
                  <a:pt x="1409700" y="1200150"/>
                </a:lnTo>
                <a:close/>
                <a:moveTo>
                  <a:pt x="819150" y="1200150"/>
                </a:moveTo>
                <a:lnTo>
                  <a:pt x="828675" y="1200150"/>
                </a:lnTo>
                <a:lnTo>
                  <a:pt x="828675" y="1209675"/>
                </a:lnTo>
                <a:lnTo>
                  <a:pt x="819150" y="1209675"/>
                </a:lnTo>
                <a:close/>
                <a:moveTo>
                  <a:pt x="1400175" y="1200150"/>
                </a:moveTo>
                <a:lnTo>
                  <a:pt x="1409700" y="1200150"/>
                </a:lnTo>
                <a:lnTo>
                  <a:pt x="1409700" y="1209675"/>
                </a:lnTo>
                <a:lnTo>
                  <a:pt x="1400175" y="1209675"/>
                </a:lnTo>
                <a:close/>
                <a:moveTo>
                  <a:pt x="857250" y="1209675"/>
                </a:moveTo>
                <a:lnTo>
                  <a:pt x="876300" y="1209675"/>
                </a:lnTo>
                <a:lnTo>
                  <a:pt x="876300" y="1228725"/>
                </a:lnTo>
                <a:lnTo>
                  <a:pt x="866775" y="1228725"/>
                </a:lnTo>
                <a:lnTo>
                  <a:pt x="866775" y="1219200"/>
                </a:lnTo>
                <a:lnTo>
                  <a:pt x="857250" y="1219200"/>
                </a:lnTo>
                <a:close/>
                <a:moveTo>
                  <a:pt x="1181100" y="1209675"/>
                </a:moveTo>
                <a:lnTo>
                  <a:pt x="1190625" y="1209675"/>
                </a:lnTo>
                <a:lnTo>
                  <a:pt x="1190625" y="1219200"/>
                </a:lnTo>
                <a:lnTo>
                  <a:pt x="1181100" y="1219200"/>
                </a:lnTo>
                <a:close/>
                <a:moveTo>
                  <a:pt x="1428750" y="1209675"/>
                </a:moveTo>
                <a:lnTo>
                  <a:pt x="1438275" y="1209675"/>
                </a:lnTo>
                <a:lnTo>
                  <a:pt x="1438275" y="1219200"/>
                </a:lnTo>
                <a:lnTo>
                  <a:pt x="1428750" y="1219200"/>
                </a:lnTo>
                <a:close/>
                <a:moveTo>
                  <a:pt x="1733550" y="1209675"/>
                </a:moveTo>
                <a:lnTo>
                  <a:pt x="1743075" y="1209675"/>
                </a:lnTo>
                <a:lnTo>
                  <a:pt x="1743075" y="1219200"/>
                </a:lnTo>
                <a:lnTo>
                  <a:pt x="1733550" y="1219200"/>
                </a:lnTo>
                <a:close/>
                <a:moveTo>
                  <a:pt x="981075" y="1219200"/>
                </a:moveTo>
                <a:lnTo>
                  <a:pt x="1000125" y="1219200"/>
                </a:lnTo>
                <a:lnTo>
                  <a:pt x="1000125" y="1228725"/>
                </a:lnTo>
                <a:lnTo>
                  <a:pt x="981075" y="1228725"/>
                </a:lnTo>
                <a:close/>
                <a:moveTo>
                  <a:pt x="1447800" y="1219200"/>
                </a:moveTo>
                <a:lnTo>
                  <a:pt x="1457325" y="1219200"/>
                </a:lnTo>
                <a:lnTo>
                  <a:pt x="1457325" y="1238250"/>
                </a:lnTo>
                <a:lnTo>
                  <a:pt x="1447800" y="1238250"/>
                </a:lnTo>
                <a:close/>
                <a:moveTo>
                  <a:pt x="1704975" y="1219200"/>
                </a:moveTo>
                <a:lnTo>
                  <a:pt x="1733550" y="1219200"/>
                </a:lnTo>
                <a:lnTo>
                  <a:pt x="1733550" y="1228725"/>
                </a:lnTo>
                <a:lnTo>
                  <a:pt x="1704975" y="1228725"/>
                </a:lnTo>
                <a:close/>
                <a:moveTo>
                  <a:pt x="323850" y="1228725"/>
                </a:moveTo>
                <a:lnTo>
                  <a:pt x="342900" y="1228725"/>
                </a:lnTo>
                <a:lnTo>
                  <a:pt x="342900" y="1238250"/>
                </a:lnTo>
                <a:lnTo>
                  <a:pt x="323850" y="1238250"/>
                </a:lnTo>
                <a:close/>
                <a:moveTo>
                  <a:pt x="714375" y="1228725"/>
                </a:moveTo>
                <a:lnTo>
                  <a:pt x="723900" y="1228725"/>
                </a:lnTo>
                <a:lnTo>
                  <a:pt x="723900" y="1238250"/>
                </a:lnTo>
                <a:lnTo>
                  <a:pt x="714375" y="1238250"/>
                </a:lnTo>
                <a:close/>
                <a:moveTo>
                  <a:pt x="1000125" y="1228725"/>
                </a:moveTo>
                <a:lnTo>
                  <a:pt x="1019175" y="1228725"/>
                </a:lnTo>
                <a:lnTo>
                  <a:pt x="1019175" y="1238250"/>
                </a:lnTo>
                <a:lnTo>
                  <a:pt x="1000125" y="1238250"/>
                </a:lnTo>
                <a:close/>
                <a:moveTo>
                  <a:pt x="1371600" y="1228725"/>
                </a:moveTo>
                <a:lnTo>
                  <a:pt x="1381125" y="1228725"/>
                </a:lnTo>
                <a:lnTo>
                  <a:pt x="1381125" y="1238250"/>
                </a:lnTo>
                <a:lnTo>
                  <a:pt x="1371600" y="1238250"/>
                </a:lnTo>
                <a:close/>
                <a:moveTo>
                  <a:pt x="1695450" y="1228725"/>
                </a:moveTo>
                <a:lnTo>
                  <a:pt x="1704975" y="1228725"/>
                </a:lnTo>
                <a:lnTo>
                  <a:pt x="1704975" y="1247775"/>
                </a:lnTo>
                <a:lnTo>
                  <a:pt x="1695450" y="1247775"/>
                </a:lnTo>
                <a:close/>
                <a:moveTo>
                  <a:pt x="495300" y="1238250"/>
                </a:moveTo>
                <a:lnTo>
                  <a:pt x="504825" y="1238250"/>
                </a:lnTo>
                <a:lnTo>
                  <a:pt x="504825" y="1247775"/>
                </a:lnTo>
                <a:lnTo>
                  <a:pt x="495300" y="1247775"/>
                </a:lnTo>
                <a:close/>
                <a:moveTo>
                  <a:pt x="1390650" y="1238250"/>
                </a:moveTo>
                <a:lnTo>
                  <a:pt x="1400175" y="1238250"/>
                </a:lnTo>
                <a:lnTo>
                  <a:pt x="1400175" y="1247775"/>
                </a:lnTo>
                <a:lnTo>
                  <a:pt x="1390650" y="1247775"/>
                </a:lnTo>
                <a:close/>
                <a:moveTo>
                  <a:pt x="504825" y="1247775"/>
                </a:moveTo>
                <a:lnTo>
                  <a:pt x="514350" y="1247775"/>
                </a:lnTo>
                <a:lnTo>
                  <a:pt x="514350" y="1257300"/>
                </a:lnTo>
                <a:lnTo>
                  <a:pt x="504825" y="1257300"/>
                </a:lnTo>
                <a:close/>
                <a:moveTo>
                  <a:pt x="771525" y="1247775"/>
                </a:moveTo>
                <a:lnTo>
                  <a:pt x="781050" y="1247775"/>
                </a:lnTo>
                <a:lnTo>
                  <a:pt x="781050" y="1257300"/>
                </a:lnTo>
                <a:lnTo>
                  <a:pt x="771525" y="1257300"/>
                </a:lnTo>
                <a:close/>
                <a:moveTo>
                  <a:pt x="1533525" y="1247775"/>
                </a:moveTo>
                <a:lnTo>
                  <a:pt x="1543050" y="1247775"/>
                </a:lnTo>
                <a:lnTo>
                  <a:pt x="1543050" y="1257300"/>
                </a:lnTo>
                <a:lnTo>
                  <a:pt x="1533525" y="1257300"/>
                </a:lnTo>
                <a:close/>
                <a:moveTo>
                  <a:pt x="895350" y="1257300"/>
                </a:moveTo>
                <a:lnTo>
                  <a:pt x="904875" y="1257300"/>
                </a:lnTo>
                <a:lnTo>
                  <a:pt x="904875" y="1266825"/>
                </a:lnTo>
                <a:lnTo>
                  <a:pt x="895350" y="1266825"/>
                </a:lnTo>
                <a:close/>
                <a:moveTo>
                  <a:pt x="942975" y="1257300"/>
                </a:moveTo>
                <a:lnTo>
                  <a:pt x="952500" y="1257300"/>
                </a:lnTo>
                <a:lnTo>
                  <a:pt x="952500" y="1266825"/>
                </a:lnTo>
                <a:lnTo>
                  <a:pt x="942975" y="1266825"/>
                </a:lnTo>
                <a:close/>
                <a:moveTo>
                  <a:pt x="1524000" y="1257300"/>
                </a:moveTo>
                <a:lnTo>
                  <a:pt x="1533525" y="1257300"/>
                </a:lnTo>
                <a:lnTo>
                  <a:pt x="1533525" y="1266825"/>
                </a:lnTo>
                <a:lnTo>
                  <a:pt x="1524000" y="1266825"/>
                </a:lnTo>
                <a:close/>
                <a:moveTo>
                  <a:pt x="1543050" y="1257300"/>
                </a:moveTo>
                <a:lnTo>
                  <a:pt x="1552575" y="1257300"/>
                </a:lnTo>
                <a:lnTo>
                  <a:pt x="1552575" y="1266825"/>
                </a:lnTo>
                <a:lnTo>
                  <a:pt x="1543050" y="1266825"/>
                </a:lnTo>
                <a:close/>
                <a:moveTo>
                  <a:pt x="361950" y="1266825"/>
                </a:moveTo>
                <a:lnTo>
                  <a:pt x="371475" y="1266825"/>
                </a:lnTo>
                <a:lnTo>
                  <a:pt x="371475" y="1276350"/>
                </a:lnTo>
                <a:lnTo>
                  <a:pt x="361950" y="1276350"/>
                </a:lnTo>
                <a:close/>
                <a:moveTo>
                  <a:pt x="819150" y="1266825"/>
                </a:moveTo>
                <a:lnTo>
                  <a:pt x="847725" y="1266825"/>
                </a:lnTo>
                <a:lnTo>
                  <a:pt x="847725" y="1276350"/>
                </a:lnTo>
                <a:lnTo>
                  <a:pt x="838200" y="1276350"/>
                </a:lnTo>
                <a:lnTo>
                  <a:pt x="838200" y="1304925"/>
                </a:lnTo>
                <a:lnTo>
                  <a:pt x="828675" y="1304925"/>
                </a:lnTo>
                <a:lnTo>
                  <a:pt x="828675" y="1285875"/>
                </a:lnTo>
                <a:lnTo>
                  <a:pt x="819150" y="1285875"/>
                </a:lnTo>
                <a:close/>
                <a:moveTo>
                  <a:pt x="876300" y="1266825"/>
                </a:moveTo>
                <a:lnTo>
                  <a:pt x="885825" y="1266825"/>
                </a:lnTo>
                <a:lnTo>
                  <a:pt x="885825" y="1276350"/>
                </a:lnTo>
                <a:lnTo>
                  <a:pt x="876300" y="1276350"/>
                </a:lnTo>
                <a:close/>
                <a:moveTo>
                  <a:pt x="1514475" y="1266825"/>
                </a:moveTo>
                <a:lnTo>
                  <a:pt x="1524000" y="1266825"/>
                </a:lnTo>
                <a:lnTo>
                  <a:pt x="1524000" y="1276350"/>
                </a:lnTo>
                <a:lnTo>
                  <a:pt x="1514475" y="1276350"/>
                </a:lnTo>
                <a:close/>
                <a:moveTo>
                  <a:pt x="352425" y="1276350"/>
                </a:moveTo>
                <a:lnTo>
                  <a:pt x="361950" y="1276350"/>
                </a:lnTo>
                <a:lnTo>
                  <a:pt x="361950" y="1285875"/>
                </a:lnTo>
                <a:lnTo>
                  <a:pt x="352425" y="1285875"/>
                </a:lnTo>
                <a:close/>
                <a:moveTo>
                  <a:pt x="1323975" y="1276350"/>
                </a:moveTo>
                <a:lnTo>
                  <a:pt x="1343025" y="1276350"/>
                </a:lnTo>
                <a:lnTo>
                  <a:pt x="1343025" y="1285875"/>
                </a:lnTo>
                <a:lnTo>
                  <a:pt x="1323975" y="1285875"/>
                </a:lnTo>
                <a:close/>
                <a:moveTo>
                  <a:pt x="1504950" y="1276350"/>
                </a:moveTo>
                <a:lnTo>
                  <a:pt x="1514475" y="1276350"/>
                </a:lnTo>
                <a:lnTo>
                  <a:pt x="1514475" y="1285875"/>
                </a:lnTo>
                <a:lnTo>
                  <a:pt x="1504950" y="1285875"/>
                </a:lnTo>
                <a:close/>
                <a:moveTo>
                  <a:pt x="1704975" y="1276350"/>
                </a:moveTo>
                <a:lnTo>
                  <a:pt x="1724025" y="1276350"/>
                </a:lnTo>
                <a:lnTo>
                  <a:pt x="1724025" y="1285875"/>
                </a:lnTo>
                <a:lnTo>
                  <a:pt x="1704975" y="1285875"/>
                </a:lnTo>
                <a:close/>
                <a:moveTo>
                  <a:pt x="342900" y="1285875"/>
                </a:moveTo>
                <a:lnTo>
                  <a:pt x="352425" y="1285875"/>
                </a:lnTo>
                <a:lnTo>
                  <a:pt x="352425" y="1295400"/>
                </a:lnTo>
                <a:lnTo>
                  <a:pt x="342900" y="1295400"/>
                </a:lnTo>
                <a:close/>
                <a:moveTo>
                  <a:pt x="809625" y="1285875"/>
                </a:moveTo>
                <a:lnTo>
                  <a:pt x="819150" y="1285875"/>
                </a:lnTo>
                <a:lnTo>
                  <a:pt x="819150" y="1295400"/>
                </a:lnTo>
                <a:lnTo>
                  <a:pt x="809625" y="1295400"/>
                </a:lnTo>
                <a:close/>
                <a:moveTo>
                  <a:pt x="1343025" y="1285875"/>
                </a:moveTo>
                <a:lnTo>
                  <a:pt x="1362075" y="1285875"/>
                </a:lnTo>
                <a:lnTo>
                  <a:pt x="1362075" y="1295400"/>
                </a:lnTo>
                <a:lnTo>
                  <a:pt x="1371600" y="1295400"/>
                </a:lnTo>
                <a:lnTo>
                  <a:pt x="1371600" y="1314450"/>
                </a:lnTo>
                <a:lnTo>
                  <a:pt x="1352550" y="1314450"/>
                </a:lnTo>
                <a:lnTo>
                  <a:pt x="1352550" y="1295400"/>
                </a:lnTo>
                <a:lnTo>
                  <a:pt x="1343025" y="1295400"/>
                </a:lnTo>
                <a:close/>
                <a:moveTo>
                  <a:pt x="200025" y="1295400"/>
                </a:moveTo>
                <a:lnTo>
                  <a:pt x="219075" y="1295400"/>
                </a:lnTo>
                <a:lnTo>
                  <a:pt x="219075" y="1304925"/>
                </a:lnTo>
                <a:lnTo>
                  <a:pt x="200025" y="1304925"/>
                </a:lnTo>
                <a:close/>
                <a:moveTo>
                  <a:pt x="333375" y="1295400"/>
                </a:moveTo>
                <a:lnTo>
                  <a:pt x="342900" y="1295400"/>
                </a:lnTo>
                <a:lnTo>
                  <a:pt x="342900" y="1304925"/>
                </a:lnTo>
                <a:lnTo>
                  <a:pt x="333375" y="1304925"/>
                </a:lnTo>
                <a:close/>
                <a:moveTo>
                  <a:pt x="923925" y="1295400"/>
                </a:moveTo>
                <a:lnTo>
                  <a:pt x="933450" y="1295400"/>
                </a:lnTo>
                <a:lnTo>
                  <a:pt x="933450" y="1314450"/>
                </a:lnTo>
                <a:lnTo>
                  <a:pt x="923925" y="1314450"/>
                </a:lnTo>
                <a:close/>
                <a:moveTo>
                  <a:pt x="1104900" y="1295400"/>
                </a:moveTo>
                <a:lnTo>
                  <a:pt x="1114425" y="1295400"/>
                </a:lnTo>
                <a:lnTo>
                  <a:pt x="1114425" y="1304925"/>
                </a:lnTo>
                <a:lnTo>
                  <a:pt x="1104900" y="1304925"/>
                </a:lnTo>
                <a:close/>
                <a:moveTo>
                  <a:pt x="180975" y="1304925"/>
                </a:moveTo>
                <a:lnTo>
                  <a:pt x="200025" y="1304925"/>
                </a:lnTo>
                <a:lnTo>
                  <a:pt x="200025" y="1314450"/>
                </a:lnTo>
                <a:lnTo>
                  <a:pt x="180975" y="1314450"/>
                </a:lnTo>
                <a:close/>
                <a:moveTo>
                  <a:pt x="942975" y="1304925"/>
                </a:moveTo>
                <a:lnTo>
                  <a:pt x="952500" y="1304925"/>
                </a:lnTo>
                <a:lnTo>
                  <a:pt x="952500" y="1314450"/>
                </a:lnTo>
                <a:lnTo>
                  <a:pt x="942975" y="1314450"/>
                </a:lnTo>
                <a:close/>
                <a:moveTo>
                  <a:pt x="171450" y="1314450"/>
                </a:moveTo>
                <a:lnTo>
                  <a:pt x="180975" y="1314450"/>
                </a:lnTo>
                <a:lnTo>
                  <a:pt x="180975" y="1323975"/>
                </a:lnTo>
                <a:lnTo>
                  <a:pt x="171450" y="1323975"/>
                </a:lnTo>
                <a:close/>
                <a:moveTo>
                  <a:pt x="838200" y="1314450"/>
                </a:moveTo>
                <a:lnTo>
                  <a:pt x="847725" y="1314450"/>
                </a:lnTo>
                <a:lnTo>
                  <a:pt x="847725" y="1323975"/>
                </a:lnTo>
                <a:lnTo>
                  <a:pt x="838200" y="1323975"/>
                </a:lnTo>
                <a:close/>
                <a:moveTo>
                  <a:pt x="409575" y="1323975"/>
                </a:moveTo>
                <a:lnTo>
                  <a:pt x="419100" y="1323975"/>
                </a:lnTo>
                <a:lnTo>
                  <a:pt x="419100" y="1333500"/>
                </a:lnTo>
                <a:lnTo>
                  <a:pt x="409575" y="1333500"/>
                </a:lnTo>
                <a:close/>
                <a:moveTo>
                  <a:pt x="742950" y="1323975"/>
                </a:moveTo>
                <a:lnTo>
                  <a:pt x="752475" y="1323975"/>
                </a:lnTo>
                <a:lnTo>
                  <a:pt x="752475" y="1333500"/>
                </a:lnTo>
                <a:lnTo>
                  <a:pt x="762000" y="1333500"/>
                </a:lnTo>
                <a:lnTo>
                  <a:pt x="762000" y="1343025"/>
                </a:lnTo>
                <a:lnTo>
                  <a:pt x="781050" y="1343025"/>
                </a:lnTo>
                <a:lnTo>
                  <a:pt x="781050" y="1352550"/>
                </a:lnTo>
                <a:lnTo>
                  <a:pt x="790575" y="1352550"/>
                </a:lnTo>
                <a:lnTo>
                  <a:pt x="790575" y="1362075"/>
                </a:lnTo>
                <a:lnTo>
                  <a:pt x="771525" y="1362075"/>
                </a:lnTo>
                <a:lnTo>
                  <a:pt x="771525" y="1352550"/>
                </a:lnTo>
                <a:lnTo>
                  <a:pt x="742950" y="1352550"/>
                </a:lnTo>
                <a:lnTo>
                  <a:pt x="742950" y="1371600"/>
                </a:lnTo>
                <a:lnTo>
                  <a:pt x="733425" y="1371600"/>
                </a:lnTo>
                <a:lnTo>
                  <a:pt x="733425" y="1362075"/>
                </a:lnTo>
                <a:lnTo>
                  <a:pt x="714375" y="1362075"/>
                </a:lnTo>
                <a:lnTo>
                  <a:pt x="714375" y="1352550"/>
                </a:lnTo>
                <a:lnTo>
                  <a:pt x="723900" y="1352550"/>
                </a:lnTo>
                <a:lnTo>
                  <a:pt x="723900" y="1333500"/>
                </a:lnTo>
                <a:lnTo>
                  <a:pt x="742950" y="1333500"/>
                </a:lnTo>
                <a:close/>
                <a:moveTo>
                  <a:pt x="857250" y="1323975"/>
                </a:moveTo>
                <a:lnTo>
                  <a:pt x="866775" y="1323975"/>
                </a:lnTo>
                <a:lnTo>
                  <a:pt x="866775" y="1333500"/>
                </a:lnTo>
                <a:lnTo>
                  <a:pt x="857250" y="1333500"/>
                </a:lnTo>
                <a:close/>
                <a:moveTo>
                  <a:pt x="885825" y="1323975"/>
                </a:moveTo>
                <a:lnTo>
                  <a:pt x="914400" y="1323975"/>
                </a:lnTo>
                <a:lnTo>
                  <a:pt x="914400" y="1333500"/>
                </a:lnTo>
                <a:lnTo>
                  <a:pt x="923925" y="1333500"/>
                </a:lnTo>
                <a:lnTo>
                  <a:pt x="923925" y="1343025"/>
                </a:lnTo>
                <a:lnTo>
                  <a:pt x="895350" y="1343025"/>
                </a:lnTo>
                <a:lnTo>
                  <a:pt x="895350" y="1333500"/>
                </a:lnTo>
                <a:lnTo>
                  <a:pt x="885825" y="1333500"/>
                </a:lnTo>
                <a:close/>
                <a:moveTo>
                  <a:pt x="1485900" y="1333500"/>
                </a:moveTo>
                <a:lnTo>
                  <a:pt x="1504950" y="1333500"/>
                </a:lnTo>
                <a:lnTo>
                  <a:pt x="1504950" y="1343025"/>
                </a:lnTo>
                <a:lnTo>
                  <a:pt x="1485900" y="1343025"/>
                </a:lnTo>
                <a:close/>
                <a:moveTo>
                  <a:pt x="419100" y="1343025"/>
                </a:moveTo>
                <a:lnTo>
                  <a:pt x="428625" y="1343025"/>
                </a:lnTo>
                <a:lnTo>
                  <a:pt x="428625" y="1352550"/>
                </a:lnTo>
                <a:lnTo>
                  <a:pt x="419100" y="1352550"/>
                </a:lnTo>
                <a:close/>
                <a:moveTo>
                  <a:pt x="809625" y="1352550"/>
                </a:moveTo>
                <a:lnTo>
                  <a:pt x="828675" y="1352550"/>
                </a:lnTo>
                <a:lnTo>
                  <a:pt x="828675" y="1362075"/>
                </a:lnTo>
                <a:lnTo>
                  <a:pt x="809625" y="1362075"/>
                </a:lnTo>
                <a:close/>
                <a:moveTo>
                  <a:pt x="200025" y="1362075"/>
                </a:moveTo>
                <a:lnTo>
                  <a:pt x="209550" y="1362075"/>
                </a:lnTo>
                <a:lnTo>
                  <a:pt x="209550" y="1371600"/>
                </a:lnTo>
                <a:lnTo>
                  <a:pt x="200025" y="1371600"/>
                </a:lnTo>
                <a:close/>
                <a:moveTo>
                  <a:pt x="504825" y="1371600"/>
                </a:moveTo>
                <a:lnTo>
                  <a:pt x="514350" y="1371600"/>
                </a:lnTo>
                <a:lnTo>
                  <a:pt x="514350" y="1381125"/>
                </a:lnTo>
                <a:lnTo>
                  <a:pt x="504825" y="1381125"/>
                </a:lnTo>
                <a:close/>
                <a:moveTo>
                  <a:pt x="552450" y="1371600"/>
                </a:moveTo>
                <a:lnTo>
                  <a:pt x="561975" y="1371600"/>
                </a:lnTo>
                <a:lnTo>
                  <a:pt x="561975" y="1390650"/>
                </a:lnTo>
                <a:lnTo>
                  <a:pt x="571500" y="1390650"/>
                </a:lnTo>
                <a:lnTo>
                  <a:pt x="571500" y="1400175"/>
                </a:lnTo>
                <a:lnTo>
                  <a:pt x="552450" y="1400175"/>
                </a:lnTo>
                <a:lnTo>
                  <a:pt x="552450" y="1390650"/>
                </a:lnTo>
                <a:lnTo>
                  <a:pt x="542925" y="1390650"/>
                </a:lnTo>
                <a:lnTo>
                  <a:pt x="542925" y="1381125"/>
                </a:lnTo>
                <a:lnTo>
                  <a:pt x="552450" y="1381125"/>
                </a:lnTo>
                <a:close/>
                <a:moveTo>
                  <a:pt x="1905000" y="1371600"/>
                </a:moveTo>
                <a:lnTo>
                  <a:pt x="1914525" y="1371600"/>
                </a:lnTo>
                <a:lnTo>
                  <a:pt x="1914525" y="1381125"/>
                </a:lnTo>
                <a:lnTo>
                  <a:pt x="1905000" y="1381125"/>
                </a:lnTo>
                <a:close/>
                <a:moveTo>
                  <a:pt x="180975" y="1381125"/>
                </a:moveTo>
                <a:lnTo>
                  <a:pt x="190500" y="1381125"/>
                </a:lnTo>
                <a:lnTo>
                  <a:pt x="190500" y="1390650"/>
                </a:lnTo>
                <a:lnTo>
                  <a:pt x="180975" y="1390650"/>
                </a:lnTo>
                <a:close/>
                <a:moveTo>
                  <a:pt x="609600" y="1381125"/>
                </a:moveTo>
                <a:lnTo>
                  <a:pt x="638175" y="1381125"/>
                </a:lnTo>
                <a:lnTo>
                  <a:pt x="638175" y="1390650"/>
                </a:lnTo>
                <a:lnTo>
                  <a:pt x="647700" y="1390650"/>
                </a:lnTo>
                <a:lnTo>
                  <a:pt x="647700" y="1400175"/>
                </a:lnTo>
                <a:lnTo>
                  <a:pt x="628650" y="1400175"/>
                </a:lnTo>
                <a:lnTo>
                  <a:pt x="628650" y="1428750"/>
                </a:lnTo>
                <a:lnTo>
                  <a:pt x="619125" y="1428750"/>
                </a:lnTo>
                <a:lnTo>
                  <a:pt x="619125" y="1419225"/>
                </a:lnTo>
                <a:lnTo>
                  <a:pt x="609600" y="1419225"/>
                </a:lnTo>
                <a:lnTo>
                  <a:pt x="609600" y="1409700"/>
                </a:lnTo>
                <a:lnTo>
                  <a:pt x="619125" y="1409700"/>
                </a:lnTo>
                <a:lnTo>
                  <a:pt x="619125" y="1390650"/>
                </a:lnTo>
                <a:lnTo>
                  <a:pt x="609600" y="1390650"/>
                </a:lnTo>
                <a:close/>
                <a:moveTo>
                  <a:pt x="1323975" y="1381125"/>
                </a:moveTo>
                <a:lnTo>
                  <a:pt x="1333500" y="1381125"/>
                </a:lnTo>
                <a:lnTo>
                  <a:pt x="1333500" y="1390650"/>
                </a:lnTo>
                <a:lnTo>
                  <a:pt x="1323975" y="1390650"/>
                </a:lnTo>
                <a:close/>
                <a:moveTo>
                  <a:pt x="1876425" y="1381125"/>
                </a:moveTo>
                <a:lnTo>
                  <a:pt x="1895475" y="1381125"/>
                </a:lnTo>
                <a:lnTo>
                  <a:pt x="1895475" y="1390650"/>
                </a:lnTo>
                <a:lnTo>
                  <a:pt x="1876425" y="1390650"/>
                </a:lnTo>
                <a:close/>
                <a:moveTo>
                  <a:pt x="1066800" y="1390650"/>
                </a:moveTo>
                <a:lnTo>
                  <a:pt x="1076325" y="1390650"/>
                </a:lnTo>
                <a:lnTo>
                  <a:pt x="1076325" y="1400175"/>
                </a:lnTo>
                <a:lnTo>
                  <a:pt x="1066800" y="1400175"/>
                </a:lnTo>
                <a:close/>
                <a:moveTo>
                  <a:pt x="1295400" y="1390650"/>
                </a:moveTo>
                <a:lnTo>
                  <a:pt x="1304925" y="1390650"/>
                </a:lnTo>
                <a:lnTo>
                  <a:pt x="1304925" y="1419225"/>
                </a:lnTo>
                <a:lnTo>
                  <a:pt x="1314450" y="1419225"/>
                </a:lnTo>
                <a:lnTo>
                  <a:pt x="1314450" y="1428750"/>
                </a:lnTo>
                <a:lnTo>
                  <a:pt x="1323975" y="1428750"/>
                </a:lnTo>
                <a:lnTo>
                  <a:pt x="1323975" y="1438275"/>
                </a:lnTo>
                <a:lnTo>
                  <a:pt x="1333500" y="1438275"/>
                </a:lnTo>
                <a:lnTo>
                  <a:pt x="1333500" y="1447800"/>
                </a:lnTo>
                <a:lnTo>
                  <a:pt x="1323975" y="1447800"/>
                </a:lnTo>
                <a:lnTo>
                  <a:pt x="1323975" y="1457325"/>
                </a:lnTo>
                <a:lnTo>
                  <a:pt x="1304925" y="1457325"/>
                </a:lnTo>
                <a:lnTo>
                  <a:pt x="1304925" y="1466850"/>
                </a:lnTo>
                <a:lnTo>
                  <a:pt x="1295400" y="1466850"/>
                </a:lnTo>
                <a:lnTo>
                  <a:pt x="1295400" y="1457325"/>
                </a:lnTo>
                <a:lnTo>
                  <a:pt x="1285875" y="1457325"/>
                </a:lnTo>
                <a:lnTo>
                  <a:pt x="1285875" y="1476375"/>
                </a:lnTo>
                <a:lnTo>
                  <a:pt x="1304925" y="1476375"/>
                </a:lnTo>
                <a:lnTo>
                  <a:pt x="1304925" y="1485900"/>
                </a:lnTo>
                <a:lnTo>
                  <a:pt x="1295400" y="1485900"/>
                </a:lnTo>
                <a:lnTo>
                  <a:pt x="1295400" y="1495425"/>
                </a:lnTo>
                <a:lnTo>
                  <a:pt x="1257300" y="1495425"/>
                </a:lnTo>
                <a:lnTo>
                  <a:pt x="1257300" y="1504950"/>
                </a:lnTo>
                <a:lnTo>
                  <a:pt x="1247775" y="1504950"/>
                </a:lnTo>
                <a:lnTo>
                  <a:pt x="1247775" y="1485900"/>
                </a:lnTo>
                <a:lnTo>
                  <a:pt x="1238250" y="1485900"/>
                </a:lnTo>
                <a:lnTo>
                  <a:pt x="1238250" y="1495425"/>
                </a:lnTo>
                <a:lnTo>
                  <a:pt x="1228725" y="1495425"/>
                </a:lnTo>
                <a:lnTo>
                  <a:pt x="1228725" y="1485900"/>
                </a:lnTo>
                <a:lnTo>
                  <a:pt x="1219200" y="1485900"/>
                </a:lnTo>
                <a:lnTo>
                  <a:pt x="1219200" y="1495425"/>
                </a:lnTo>
                <a:lnTo>
                  <a:pt x="1209675" y="1495425"/>
                </a:lnTo>
                <a:lnTo>
                  <a:pt x="1209675" y="1504950"/>
                </a:lnTo>
                <a:lnTo>
                  <a:pt x="1200150" y="1504950"/>
                </a:lnTo>
                <a:lnTo>
                  <a:pt x="1200150" y="1524000"/>
                </a:lnTo>
                <a:lnTo>
                  <a:pt x="1209675" y="1524000"/>
                </a:lnTo>
                <a:lnTo>
                  <a:pt x="1209675" y="1552575"/>
                </a:lnTo>
                <a:lnTo>
                  <a:pt x="1190625" y="1552575"/>
                </a:lnTo>
                <a:lnTo>
                  <a:pt x="1190625" y="1562100"/>
                </a:lnTo>
                <a:lnTo>
                  <a:pt x="1171575" y="1562100"/>
                </a:lnTo>
                <a:lnTo>
                  <a:pt x="1171575" y="1571625"/>
                </a:lnTo>
                <a:lnTo>
                  <a:pt x="1152525" y="1571625"/>
                </a:lnTo>
                <a:lnTo>
                  <a:pt x="1152525" y="1562100"/>
                </a:lnTo>
                <a:lnTo>
                  <a:pt x="1162050" y="1562100"/>
                </a:lnTo>
                <a:lnTo>
                  <a:pt x="1162050" y="1552575"/>
                </a:lnTo>
                <a:lnTo>
                  <a:pt x="1152525" y="1552575"/>
                </a:lnTo>
                <a:lnTo>
                  <a:pt x="1152525" y="1543050"/>
                </a:lnTo>
                <a:lnTo>
                  <a:pt x="1171575" y="1543050"/>
                </a:lnTo>
                <a:lnTo>
                  <a:pt x="1171575" y="1533525"/>
                </a:lnTo>
                <a:lnTo>
                  <a:pt x="1123950" y="1533525"/>
                </a:lnTo>
                <a:lnTo>
                  <a:pt x="1123950" y="1524000"/>
                </a:lnTo>
                <a:lnTo>
                  <a:pt x="1143000" y="1524000"/>
                </a:lnTo>
                <a:lnTo>
                  <a:pt x="1143000" y="1514475"/>
                </a:lnTo>
                <a:lnTo>
                  <a:pt x="1133475" y="1514475"/>
                </a:lnTo>
                <a:lnTo>
                  <a:pt x="1133475" y="1504950"/>
                </a:lnTo>
                <a:lnTo>
                  <a:pt x="1123950" y="1504950"/>
                </a:lnTo>
                <a:lnTo>
                  <a:pt x="1123950" y="1495425"/>
                </a:lnTo>
                <a:lnTo>
                  <a:pt x="1095375" y="1495425"/>
                </a:lnTo>
                <a:lnTo>
                  <a:pt x="1095375" y="1485900"/>
                </a:lnTo>
                <a:lnTo>
                  <a:pt x="1143000" y="1485900"/>
                </a:lnTo>
                <a:lnTo>
                  <a:pt x="1143000" y="1495425"/>
                </a:lnTo>
                <a:lnTo>
                  <a:pt x="1162050" y="1495425"/>
                </a:lnTo>
                <a:lnTo>
                  <a:pt x="1162050" y="1485900"/>
                </a:lnTo>
                <a:lnTo>
                  <a:pt x="1171575" y="1485900"/>
                </a:lnTo>
                <a:lnTo>
                  <a:pt x="1171575" y="1476375"/>
                </a:lnTo>
                <a:lnTo>
                  <a:pt x="1190625" y="1476375"/>
                </a:lnTo>
                <a:lnTo>
                  <a:pt x="1190625" y="1466850"/>
                </a:lnTo>
                <a:lnTo>
                  <a:pt x="1200150" y="1466850"/>
                </a:lnTo>
                <a:lnTo>
                  <a:pt x="1200150" y="1457325"/>
                </a:lnTo>
                <a:lnTo>
                  <a:pt x="1190625" y="1457325"/>
                </a:lnTo>
                <a:lnTo>
                  <a:pt x="1190625" y="1438275"/>
                </a:lnTo>
                <a:lnTo>
                  <a:pt x="1209675" y="1438275"/>
                </a:lnTo>
                <a:lnTo>
                  <a:pt x="1209675" y="1447800"/>
                </a:lnTo>
                <a:lnTo>
                  <a:pt x="1219200" y="1447800"/>
                </a:lnTo>
                <a:lnTo>
                  <a:pt x="1219200" y="1438275"/>
                </a:lnTo>
                <a:lnTo>
                  <a:pt x="1228725" y="1438275"/>
                </a:lnTo>
                <a:lnTo>
                  <a:pt x="1228725" y="1428750"/>
                </a:lnTo>
                <a:lnTo>
                  <a:pt x="1238250" y="1428750"/>
                </a:lnTo>
                <a:lnTo>
                  <a:pt x="1238250" y="1419225"/>
                </a:lnTo>
                <a:lnTo>
                  <a:pt x="1247775" y="1419225"/>
                </a:lnTo>
                <a:lnTo>
                  <a:pt x="1247775" y="1428750"/>
                </a:lnTo>
                <a:lnTo>
                  <a:pt x="1257300" y="1428750"/>
                </a:lnTo>
                <a:lnTo>
                  <a:pt x="1257300" y="1419225"/>
                </a:lnTo>
                <a:lnTo>
                  <a:pt x="1276350" y="1419225"/>
                </a:lnTo>
                <a:lnTo>
                  <a:pt x="1276350" y="1400175"/>
                </a:lnTo>
                <a:lnTo>
                  <a:pt x="1295400" y="1400175"/>
                </a:lnTo>
                <a:close/>
                <a:moveTo>
                  <a:pt x="1866900" y="1390650"/>
                </a:moveTo>
                <a:lnTo>
                  <a:pt x="1876425" y="1390650"/>
                </a:lnTo>
                <a:lnTo>
                  <a:pt x="1876425" y="1400175"/>
                </a:lnTo>
                <a:lnTo>
                  <a:pt x="1866900" y="1400175"/>
                </a:lnTo>
                <a:close/>
                <a:moveTo>
                  <a:pt x="1371600" y="1400175"/>
                </a:moveTo>
                <a:lnTo>
                  <a:pt x="1381125" y="1400175"/>
                </a:lnTo>
                <a:lnTo>
                  <a:pt x="1381125" y="1409700"/>
                </a:lnTo>
                <a:lnTo>
                  <a:pt x="1390650" y="1409700"/>
                </a:lnTo>
                <a:lnTo>
                  <a:pt x="1390650" y="1400175"/>
                </a:lnTo>
                <a:lnTo>
                  <a:pt x="1400175" y="1400175"/>
                </a:lnTo>
                <a:lnTo>
                  <a:pt x="1400175" y="1409700"/>
                </a:lnTo>
                <a:lnTo>
                  <a:pt x="1390650" y="1409700"/>
                </a:lnTo>
                <a:lnTo>
                  <a:pt x="1390650" y="1419225"/>
                </a:lnTo>
                <a:lnTo>
                  <a:pt x="1371600" y="1419225"/>
                </a:lnTo>
                <a:close/>
                <a:moveTo>
                  <a:pt x="209550" y="1409700"/>
                </a:moveTo>
                <a:lnTo>
                  <a:pt x="219075" y="1409700"/>
                </a:lnTo>
                <a:lnTo>
                  <a:pt x="219075" y="1419225"/>
                </a:lnTo>
                <a:lnTo>
                  <a:pt x="209550" y="1419225"/>
                </a:lnTo>
                <a:close/>
                <a:moveTo>
                  <a:pt x="371475" y="1409700"/>
                </a:moveTo>
                <a:lnTo>
                  <a:pt x="381000" y="1409700"/>
                </a:lnTo>
                <a:lnTo>
                  <a:pt x="381000" y="1419225"/>
                </a:lnTo>
                <a:lnTo>
                  <a:pt x="371475" y="1419225"/>
                </a:lnTo>
                <a:close/>
                <a:moveTo>
                  <a:pt x="914400" y="1409700"/>
                </a:moveTo>
                <a:lnTo>
                  <a:pt x="923925" y="1409700"/>
                </a:lnTo>
                <a:lnTo>
                  <a:pt x="923925" y="1419225"/>
                </a:lnTo>
                <a:lnTo>
                  <a:pt x="914400" y="1419225"/>
                </a:lnTo>
                <a:close/>
                <a:moveTo>
                  <a:pt x="1790700" y="1409700"/>
                </a:moveTo>
                <a:lnTo>
                  <a:pt x="1800225" y="1409700"/>
                </a:lnTo>
                <a:lnTo>
                  <a:pt x="1800225" y="1419225"/>
                </a:lnTo>
                <a:lnTo>
                  <a:pt x="1790700" y="1419225"/>
                </a:lnTo>
                <a:close/>
                <a:moveTo>
                  <a:pt x="200025" y="1419225"/>
                </a:moveTo>
                <a:lnTo>
                  <a:pt x="209550" y="1419225"/>
                </a:lnTo>
                <a:lnTo>
                  <a:pt x="209550" y="1428750"/>
                </a:lnTo>
                <a:lnTo>
                  <a:pt x="200025" y="1428750"/>
                </a:lnTo>
                <a:close/>
                <a:moveTo>
                  <a:pt x="438150" y="1419225"/>
                </a:moveTo>
                <a:lnTo>
                  <a:pt x="476250" y="1419225"/>
                </a:lnTo>
                <a:lnTo>
                  <a:pt x="476250" y="1428750"/>
                </a:lnTo>
                <a:lnTo>
                  <a:pt x="485775" y="1428750"/>
                </a:lnTo>
                <a:lnTo>
                  <a:pt x="485775" y="1438275"/>
                </a:lnTo>
                <a:lnTo>
                  <a:pt x="428625" y="1438275"/>
                </a:lnTo>
                <a:lnTo>
                  <a:pt x="428625" y="1428750"/>
                </a:lnTo>
                <a:lnTo>
                  <a:pt x="438150" y="1428750"/>
                </a:lnTo>
                <a:close/>
                <a:moveTo>
                  <a:pt x="1676400" y="1419225"/>
                </a:moveTo>
                <a:lnTo>
                  <a:pt x="1685925" y="1419225"/>
                </a:lnTo>
                <a:lnTo>
                  <a:pt x="1685925" y="1428750"/>
                </a:lnTo>
                <a:lnTo>
                  <a:pt x="1695450" y="1428750"/>
                </a:lnTo>
                <a:lnTo>
                  <a:pt x="1695450" y="1438275"/>
                </a:lnTo>
                <a:lnTo>
                  <a:pt x="1685925" y="1438275"/>
                </a:lnTo>
                <a:lnTo>
                  <a:pt x="1685925" y="1447800"/>
                </a:lnTo>
                <a:lnTo>
                  <a:pt x="1676400" y="1447800"/>
                </a:lnTo>
                <a:close/>
                <a:moveTo>
                  <a:pt x="190500" y="1428750"/>
                </a:moveTo>
                <a:lnTo>
                  <a:pt x="200025" y="1428750"/>
                </a:lnTo>
                <a:lnTo>
                  <a:pt x="200025" y="1438275"/>
                </a:lnTo>
                <a:lnTo>
                  <a:pt x="190500" y="1438275"/>
                </a:lnTo>
                <a:close/>
                <a:moveTo>
                  <a:pt x="1095375" y="1428750"/>
                </a:moveTo>
                <a:lnTo>
                  <a:pt x="1104900" y="1428750"/>
                </a:lnTo>
                <a:lnTo>
                  <a:pt x="1104900" y="1438275"/>
                </a:lnTo>
                <a:lnTo>
                  <a:pt x="1095375" y="1438275"/>
                </a:lnTo>
                <a:close/>
                <a:moveTo>
                  <a:pt x="1743075" y="1428750"/>
                </a:moveTo>
                <a:lnTo>
                  <a:pt x="1752600" y="1428750"/>
                </a:lnTo>
                <a:lnTo>
                  <a:pt x="1752600" y="1438275"/>
                </a:lnTo>
                <a:lnTo>
                  <a:pt x="1743075" y="1438275"/>
                </a:lnTo>
                <a:close/>
                <a:moveTo>
                  <a:pt x="1762125" y="1428750"/>
                </a:moveTo>
                <a:lnTo>
                  <a:pt x="1771650" y="1428750"/>
                </a:lnTo>
                <a:lnTo>
                  <a:pt x="1771650" y="1438275"/>
                </a:lnTo>
                <a:lnTo>
                  <a:pt x="1762125" y="1438275"/>
                </a:lnTo>
                <a:close/>
                <a:moveTo>
                  <a:pt x="419100" y="1438275"/>
                </a:moveTo>
                <a:lnTo>
                  <a:pt x="428625" y="1438275"/>
                </a:lnTo>
                <a:lnTo>
                  <a:pt x="428625" y="1447800"/>
                </a:lnTo>
                <a:lnTo>
                  <a:pt x="419100" y="1447800"/>
                </a:lnTo>
                <a:close/>
                <a:moveTo>
                  <a:pt x="495300" y="1438275"/>
                </a:moveTo>
                <a:lnTo>
                  <a:pt x="514350" y="1438275"/>
                </a:lnTo>
                <a:lnTo>
                  <a:pt x="514350" y="1447800"/>
                </a:lnTo>
                <a:lnTo>
                  <a:pt x="504825" y="1447800"/>
                </a:lnTo>
                <a:lnTo>
                  <a:pt x="504825" y="1466850"/>
                </a:lnTo>
                <a:lnTo>
                  <a:pt x="495300" y="1466850"/>
                </a:lnTo>
                <a:close/>
                <a:moveTo>
                  <a:pt x="647700" y="1438275"/>
                </a:moveTo>
                <a:lnTo>
                  <a:pt x="657225" y="1438275"/>
                </a:lnTo>
                <a:lnTo>
                  <a:pt x="657225" y="1447800"/>
                </a:lnTo>
                <a:lnTo>
                  <a:pt x="647700" y="1447800"/>
                </a:lnTo>
                <a:close/>
                <a:moveTo>
                  <a:pt x="666750" y="1438275"/>
                </a:moveTo>
                <a:lnTo>
                  <a:pt x="676275" y="1438275"/>
                </a:lnTo>
                <a:lnTo>
                  <a:pt x="676275" y="1447800"/>
                </a:lnTo>
                <a:lnTo>
                  <a:pt x="666750" y="1447800"/>
                </a:lnTo>
                <a:close/>
                <a:moveTo>
                  <a:pt x="1257300" y="1438275"/>
                </a:moveTo>
                <a:lnTo>
                  <a:pt x="1276350" y="1438275"/>
                </a:lnTo>
                <a:lnTo>
                  <a:pt x="1276350" y="1428750"/>
                </a:lnTo>
                <a:lnTo>
                  <a:pt x="1257300" y="1428750"/>
                </a:lnTo>
                <a:close/>
                <a:moveTo>
                  <a:pt x="1285875" y="1438275"/>
                </a:moveTo>
                <a:lnTo>
                  <a:pt x="1295400" y="1438275"/>
                </a:lnTo>
                <a:lnTo>
                  <a:pt x="1295400" y="1428750"/>
                </a:lnTo>
                <a:lnTo>
                  <a:pt x="1285875" y="1428750"/>
                </a:lnTo>
                <a:close/>
                <a:moveTo>
                  <a:pt x="1628775" y="1438275"/>
                </a:moveTo>
                <a:lnTo>
                  <a:pt x="1647825" y="1438275"/>
                </a:lnTo>
                <a:lnTo>
                  <a:pt x="1647825" y="1447800"/>
                </a:lnTo>
                <a:lnTo>
                  <a:pt x="1628775" y="1447800"/>
                </a:lnTo>
                <a:close/>
                <a:moveTo>
                  <a:pt x="1695450" y="1438275"/>
                </a:moveTo>
                <a:lnTo>
                  <a:pt x="1704975" y="1438275"/>
                </a:lnTo>
                <a:lnTo>
                  <a:pt x="1704975" y="1466850"/>
                </a:lnTo>
                <a:lnTo>
                  <a:pt x="1695450" y="1466850"/>
                </a:lnTo>
                <a:close/>
                <a:moveTo>
                  <a:pt x="1752600" y="1438275"/>
                </a:moveTo>
                <a:lnTo>
                  <a:pt x="1762125" y="1438275"/>
                </a:lnTo>
                <a:lnTo>
                  <a:pt x="1762125" y="1447800"/>
                </a:lnTo>
                <a:lnTo>
                  <a:pt x="1752600" y="1447800"/>
                </a:lnTo>
                <a:close/>
                <a:moveTo>
                  <a:pt x="409575" y="1447800"/>
                </a:moveTo>
                <a:lnTo>
                  <a:pt x="419100" y="1447800"/>
                </a:lnTo>
                <a:lnTo>
                  <a:pt x="419100" y="1457325"/>
                </a:lnTo>
                <a:lnTo>
                  <a:pt x="409575" y="1457325"/>
                </a:lnTo>
                <a:close/>
                <a:moveTo>
                  <a:pt x="514350" y="1447800"/>
                </a:moveTo>
                <a:lnTo>
                  <a:pt x="523875" y="1447800"/>
                </a:lnTo>
                <a:lnTo>
                  <a:pt x="523875" y="1466850"/>
                </a:lnTo>
                <a:lnTo>
                  <a:pt x="514350" y="1466850"/>
                </a:lnTo>
                <a:close/>
                <a:moveTo>
                  <a:pt x="1885950" y="1447800"/>
                </a:moveTo>
                <a:lnTo>
                  <a:pt x="1895475" y="1447800"/>
                </a:lnTo>
                <a:lnTo>
                  <a:pt x="1895475" y="1457325"/>
                </a:lnTo>
                <a:lnTo>
                  <a:pt x="1905000" y="1457325"/>
                </a:lnTo>
                <a:lnTo>
                  <a:pt x="1905000" y="1447800"/>
                </a:lnTo>
                <a:lnTo>
                  <a:pt x="1914525" y="1447800"/>
                </a:lnTo>
                <a:lnTo>
                  <a:pt x="1914525" y="1504950"/>
                </a:lnTo>
                <a:lnTo>
                  <a:pt x="1905000" y="1504950"/>
                </a:lnTo>
                <a:lnTo>
                  <a:pt x="1905000" y="1495425"/>
                </a:lnTo>
                <a:lnTo>
                  <a:pt x="1895475" y="1495425"/>
                </a:lnTo>
                <a:lnTo>
                  <a:pt x="1895475" y="1504950"/>
                </a:lnTo>
                <a:lnTo>
                  <a:pt x="1885950" y="1504950"/>
                </a:lnTo>
                <a:lnTo>
                  <a:pt x="1885950" y="1495425"/>
                </a:lnTo>
                <a:lnTo>
                  <a:pt x="1876425" y="1495425"/>
                </a:lnTo>
                <a:lnTo>
                  <a:pt x="1876425" y="1457325"/>
                </a:lnTo>
                <a:lnTo>
                  <a:pt x="1885950" y="1457325"/>
                </a:lnTo>
                <a:close/>
                <a:moveTo>
                  <a:pt x="247650" y="1457325"/>
                </a:moveTo>
                <a:lnTo>
                  <a:pt x="257175" y="1457325"/>
                </a:lnTo>
                <a:lnTo>
                  <a:pt x="257175" y="1466850"/>
                </a:lnTo>
                <a:lnTo>
                  <a:pt x="247650" y="1466850"/>
                </a:lnTo>
                <a:close/>
                <a:moveTo>
                  <a:pt x="390525" y="1457325"/>
                </a:moveTo>
                <a:lnTo>
                  <a:pt x="409575" y="1457325"/>
                </a:lnTo>
                <a:lnTo>
                  <a:pt x="409575" y="1466850"/>
                </a:lnTo>
                <a:lnTo>
                  <a:pt x="400050" y="1466850"/>
                </a:lnTo>
                <a:lnTo>
                  <a:pt x="400050" y="1476375"/>
                </a:lnTo>
                <a:lnTo>
                  <a:pt x="390525" y="1476375"/>
                </a:lnTo>
                <a:close/>
                <a:moveTo>
                  <a:pt x="676275" y="1457325"/>
                </a:moveTo>
                <a:lnTo>
                  <a:pt x="685800" y="1457325"/>
                </a:lnTo>
                <a:lnTo>
                  <a:pt x="685800" y="1466850"/>
                </a:lnTo>
                <a:lnTo>
                  <a:pt x="676275" y="1466850"/>
                </a:lnTo>
                <a:close/>
                <a:moveTo>
                  <a:pt x="533400" y="1466850"/>
                </a:moveTo>
                <a:lnTo>
                  <a:pt x="542925" y="1466850"/>
                </a:lnTo>
                <a:lnTo>
                  <a:pt x="542925" y="1476375"/>
                </a:lnTo>
                <a:lnTo>
                  <a:pt x="533400" y="1476375"/>
                </a:lnTo>
                <a:close/>
                <a:moveTo>
                  <a:pt x="685800" y="1466850"/>
                </a:moveTo>
                <a:lnTo>
                  <a:pt x="695325" y="1466850"/>
                </a:lnTo>
                <a:lnTo>
                  <a:pt x="695325" y="1476375"/>
                </a:lnTo>
                <a:lnTo>
                  <a:pt x="685800" y="1476375"/>
                </a:lnTo>
                <a:close/>
                <a:moveTo>
                  <a:pt x="904875" y="1466850"/>
                </a:moveTo>
                <a:lnTo>
                  <a:pt x="914400" y="1466850"/>
                </a:lnTo>
                <a:lnTo>
                  <a:pt x="914400" y="1476375"/>
                </a:lnTo>
                <a:lnTo>
                  <a:pt x="904875" y="1476375"/>
                </a:lnTo>
                <a:close/>
                <a:moveTo>
                  <a:pt x="1209675" y="1466850"/>
                </a:moveTo>
                <a:lnTo>
                  <a:pt x="1219200" y="1466850"/>
                </a:lnTo>
                <a:lnTo>
                  <a:pt x="1219200" y="1476375"/>
                </a:lnTo>
                <a:lnTo>
                  <a:pt x="1238250" y="1476375"/>
                </a:lnTo>
                <a:lnTo>
                  <a:pt x="1238250" y="1466850"/>
                </a:lnTo>
                <a:lnTo>
                  <a:pt x="1247775" y="1466850"/>
                </a:lnTo>
                <a:lnTo>
                  <a:pt x="1247775" y="1447800"/>
                </a:lnTo>
                <a:lnTo>
                  <a:pt x="1228725" y="1447800"/>
                </a:lnTo>
                <a:lnTo>
                  <a:pt x="1228725" y="1457325"/>
                </a:lnTo>
                <a:lnTo>
                  <a:pt x="1209675" y="1457325"/>
                </a:lnTo>
                <a:close/>
                <a:moveTo>
                  <a:pt x="1314450" y="1466850"/>
                </a:moveTo>
                <a:lnTo>
                  <a:pt x="1323975" y="1466850"/>
                </a:lnTo>
                <a:lnTo>
                  <a:pt x="1323975" y="1476375"/>
                </a:lnTo>
                <a:lnTo>
                  <a:pt x="1314450" y="1476375"/>
                </a:lnTo>
                <a:close/>
                <a:moveTo>
                  <a:pt x="447675" y="1476375"/>
                </a:moveTo>
                <a:lnTo>
                  <a:pt x="457200" y="1476375"/>
                </a:lnTo>
                <a:lnTo>
                  <a:pt x="457200" y="1485900"/>
                </a:lnTo>
                <a:lnTo>
                  <a:pt x="447675" y="1485900"/>
                </a:lnTo>
                <a:close/>
                <a:moveTo>
                  <a:pt x="923925" y="1476375"/>
                </a:moveTo>
                <a:lnTo>
                  <a:pt x="942975" y="1476375"/>
                </a:lnTo>
                <a:lnTo>
                  <a:pt x="942975" y="1485900"/>
                </a:lnTo>
                <a:lnTo>
                  <a:pt x="923925" y="1485900"/>
                </a:lnTo>
                <a:close/>
                <a:moveTo>
                  <a:pt x="1323975" y="1476375"/>
                </a:moveTo>
                <a:lnTo>
                  <a:pt x="1343025" y="1476375"/>
                </a:lnTo>
                <a:lnTo>
                  <a:pt x="1343025" y="1485900"/>
                </a:lnTo>
                <a:lnTo>
                  <a:pt x="1323975" y="1485900"/>
                </a:lnTo>
                <a:close/>
                <a:moveTo>
                  <a:pt x="1609725" y="1476375"/>
                </a:moveTo>
                <a:lnTo>
                  <a:pt x="1619250" y="1476375"/>
                </a:lnTo>
                <a:lnTo>
                  <a:pt x="1619250" y="1485900"/>
                </a:lnTo>
                <a:lnTo>
                  <a:pt x="1609725" y="1485900"/>
                </a:lnTo>
                <a:close/>
                <a:moveTo>
                  <a:pt x="428625" y="1485900"/>
                </a:moveTo>
                <a:lnTo>
                  <a:pt x="438150" y="1485900"/>
                </a:lnTo>
                <a:lnTo>
                  <a:pt x="438150" y="1495425"/>
                </a:lnTo>
                <a:lnTo>
                  <a:pt x="428625" y="1495425"/>
                </a:lnTo>
                <a:close/>
                <a:moveTo>
                  <a:pt x="609600" y="1485900"/>
                </a:moveTo>
                <a:lnTo>
                  <a:pt x="619125" y="1485900"/>
                </a:lnTo>
                <a:lnTo>
                  <a:pt x="619125" y="1495425"/>
                </a:lnTo>
                <a:lnTo>
                  <a:pt x="609600" y="1495425"/>
                </a:lnTo>
                <a:close/>
                <a:moveTo>
                  <a:pt x="942975" y="1485900"/>
                </a:moveTo>
                <a:lnTo>
                  <a:pt x="962025" y="1485900"/>
                </a:lnTo>
                <a:lnTo>
                  <a:pt x="962025" y="1495425"/>
                </a:lnTo>
                <a:lnTo>
                  <a:pt x="942975" y="1495425"/>
                </a:lnTo>
                <a:close/>
                <a:moveTo>
                  <a:pt x="1066800" y="1485900"/>
                </a:moveTo>
                <a:lnTo>
                  <a:pt x="1085850" y="1485900"/>
                </a:lnTo>
                <a:lnTo>
                  <a:pt x="1085850" y="1495425"/>
                </a:lnTo>
                <a:lnTo>
                  <a:pt x="1066800" y="1495425"/>
                </a:lnTo>
                <a:close/>
                <a:moveTo>
                  <a:pt x="1247775" y="1485900"/>
                </a:moveTo>
                <a:lnTo>
                  <a:pt x="1257300" y="1485900"/>
                </a:lnTo>
                <a:lnTo>
                  <a:pt x="1257300" y="1476375"/>
                </a:lnTo>
                <a:lnTo>
                  <a:pt x="1247775" y="1476375"/>
                </a:lnTo>
                <a:close/>
                <a:moveTo>
                  <a:pt x="1847850" y="1485900"/>
                </a:moveTo>
                <a:lnTo>
                  <a:pt x="1866900" y="1485900"/>
                </a:lnTo>
                <a:lnTo>
                  <a:pt x="1866900" y="1495425"/>
                </a:lnTo>
                <a:lnTo>
                  <a:pt x="1876425" y="1495425"/>
                </a:lnTo>
                <a:lnTo>
                  <a:pt x="1876425" y="1524000"/>
                </a:lnTo>
                <a:lnTo>
                  <a:pt x="1857375" y="1524000"/>
                </a:lnTo>
                <a:lnTo>
                  <a:pt x="1857375" y="1533525"/>
                </a:lnTo>
                <a:lnTo>
                  <a:pt x="1847850" y="1533525"/>
                </a:lnTo>
                <a:lnTo>
                  <a:pt x="1847850" y="1514475"/>
                </a:lnTo>
                <a:lnTo>
                  <a:pt x="1838325" y="1514475"/>
                </a:lnTo>
                <a:lnTo>
                  <a:pt x="1838325" y="1504950"/>
                </a:lnTo>
                <a:lnTo>
                  <a:pt x="1828800" y="1504950"/>
                </a:lnTo>
                <a:lnTo>
                  <a:pt x="1828800" y="1495425"/>
                </a:lnTo>
                <a:lnTo>
                  <a:pt x="1847850" y="1495425"/>
                </a:lnTo>
                <a:close/>
                <a:moveTo>
                  <a:pt x="1790700" y="1495425"/>
                </a:moveTo>
                <a:lnTo>
                  <a:pt x="1819275" y="1495425"/>
                </a:lnTo>
                <a:lnTo>
                  <a:pt x="1819275" y="1504950"/>
                </a:lnTo>
                <a:lnTo>
                  <a:pt x="1790700" y="1504950"/>
                </a:lnTo>
                <a:close/>
                <a:moveTo>
                  <a:pt x="190500" y="1504950"/>
                </a:moveTo>
                <a:lnTo>
                  <a:pt x="209550" y="1504950"/>
                </a:lnTo>
                <a:lnTo>
                  <a:pt x="209550" y="1514475"/>
                </a:lnTo>
                <a:lnTo>
                  <a:pt x="190500" y="1514475"/>
                </a:lnTo>
                <a:close/>
                <a:moveTo>
                  <a:pt x="409575" y="1504950"/>
                </a:moveTo>
                <a:lnTo>
                  <a:pt x="419100" y="1504950"/>
                </a:lnTo>
                <a:lnTo>
                  <a:pt x="419100" y="1514475"/>
                </a:lnTo>
                <a:lnTo>
                  <a:pt x="409575" y="1514475"/>
                </a:lnTo>
                <a:close/>
                <a:moveTo>
                  <a:pt x="971550" y="1504950"/>
                </a:moveTo>
                <a:lnTo>
                  <a:pt x="981075" y="1504950"/>
                </a:lnTo>
                <a:lnTo>
                  <a:pt x="981075" y="1514475"/>
                </a:lnTo>
                <a:lnTo>
                  <a:pt x="971550" y="1514475"/>
                </a:lnTo>
                <a:close/>
                <a:moveTo>
                  <a:pt x="1028700" y="1504950"/>
                </a:moveTo>
                <a:lnTo>
                  <a:pt x="1038225" y="1504950"/>
                </a:lnTo>
                <a:lnTo>
                  <a:pt x="1038225" y="1514475"/>
                </a:lnTo>
                <a:lnTo>
                  <a:pt x="1028700" y="1514475"/>
                </a:lnTo>
                <a:close/>
                <a:moveTo>
                  <a:pt x="1238250" y="1504950"/>
                </a:moveTo>
                <a:lnTo>
                  <a:pt x="1247775" y="1504950"/>
                </a:lnTo>
                <a:lnTo>
                  <a:pt x="1247775" y="1514475"/>
                </a:lnTo>
                <a:lnTo>
                  <a:pt x="1238250" y="1514475"/>
                </a:lnTo>
                <a:close/>
                <a:moveTo>
                  <a:pt x="1638300" y="1504950"/>
                </a:moveTo>
                <a:lnTo>
                  <a:pt x="1647825" y="1504950"/>
                </a:lnTo>
                <a:lnTo>
                  <a:pt x="1647825" y="1514475"/>
                </a:lnTo>
                <a:lnTo>
                  <a:pt x="1638300" y="1514475"/>
                </a:lnTo>
                <a:close/>
                <a:moveTo>
                  <a:pt x="1657350" y="1504950"/>
                </a:moveTo>
                <a:lnTo>
                  <a:pt x="1666875" y="1504950"/>
                </a:lnTo>
                <a:lnTo>
                  <a:pt x="1666875" y="1524000"/>
                </a:lnTo>
                <a:lnTo>
                  <a:pt x="1657350" y="1524000"/>
                </a:lnTo>
                <a:close/>
                <a:moveTo>
                  <a:pt x="876300" y="1514475"/>
                </a:moveTo>
                <a:lnTo>
                  <a:pt x="895350" y="1514475"/>
                </a:lnTo>
                <a:lnTo>
                  <a:pt x="895350" y="1533525"/>
                </a:lnTo>
                <a:lnTo>
                  <a:pt x="885825" y="1533525"/>
                </a:lnTo>
                <a:lnTo>
                  <a:pt x="885825" y="1524000"/>
                </a:lnTo>
                <a:lnTo>
                  <a:pt x="876300" y="1524000"/>
                </a:lnTo>
                <a:close/>
                <a:moveTo>
                  <a:pt x="1295400" y="1514475"/>
                </a:moveTo>
                <a:lnTo>
                  <a:pt x="1333500" y="1514475"/>
                </a:lnTo>
                <a:lnTo>
                  <a:pt x="1333500" y="1533525"/>
                </a:lnTo>
                <a:lnTo>
                  <a:pt x="1323975" y="1533525"/>
                </a:lnTo>
                <a:lnTo>
                  <a:pt x="1323975" y="1552575"/>
                </a:lnTo>
                <a:lnTo>
                  <a:pt x="1295400" y="1552575"/>
                </a:lnTo>
                <a:lnTo>
                  <a:pt x="1295400" y="1543050"/>
                </a:lnTo>
                <a:lnTo>
                  <a:pt x="1285875" y="1543050"/>
                </a:lnTo>
                <a:lnTo>
                  <a:pt x="1285875" y="1533525"/>
                </a:lnTo>
                <a:lnTo>
                  <a:pt x="1276350" y="1533525"/>
                </a:lnTo>
                <a:lnTo>
                  <a:pt x="1276350" y="1543050"/>
                </a:lnTo>
                <a:lnTo>
                  <a:pt x="1285875" y="1543050"/>
                </a:lnTo>
                <a:lnTo>
                  <a:pt x="1285875" y="1571625"/>
                </a:lnTo>
                <a:lnTo>
                  <a:pt x="1247775" y="1571625"/>
                </a:lnTo>
                <a:lnTo>
                  <a:pt x="1247775" y="1581150"/>
                </a:lnTo>
                <a:lnTo>
                  <a:pt x="1257300" y="1581150"/>
                </a:lnTo>
                <a:lnTo>
                  <a:pt x="1257300" y="1590675"/>
                </a:lnTo>
                <a:lnTo>
                  <a:pt x="1247775" y="1590675"/>
                </a:lnTo>
                <a:lnTo>
                  <a:pt x="1247775" y="1609725"/>
                </a:lnTo>
                <a:lnTo>
                  <a:pt x="1238250" y="1609725"/>
                </a:lnTo>
                <a:lnTo>
                  <a:pt x="1238250" y="1562100"/>
                </a:lnTo>
                <a:lnTo>
                  <a:pt x="1209675" y="1562100"/>
                </a:lnTo>
                <a:lnTo>
                  <a:pt x="1209675" y="1552575"/>
                </a:lnTo>
                <a:lnTo>
                  <a:pt x="1228725" y="1552575"/>
                </a:lnTo>
                <a:lnTo>
                  <a:pt x="1228725" y="1543050"/>
                </a:lnTo>
                <a:lnTo>
                  <a:pt x="1238250" y="1543050"/>
                </a:lnTo>
                <a:lnTo>
                  <a:pt x="1238250" y="1552575"/>
                </a:lnTo>
                <a:lnTo>
                  <a:pt x="1247775" y="1552575"/>
                </a:lnTo>
                <a:lnTo>
                  <a:pt x="1247775" y="1543050"/>
                </a:lnTo>
                <a:lnTo>
                  <a:pt x="1257300" y="1543050"/>
                </a:lnTo>
                <a:lnTo>
                  <a:pt x="1257300" y="1533525"/>
                </a:lnTo>
                <a:lnTo>
                  <a:pt x="1266825" y="1533525"/>
                </a:lnTo>
                <a:lnTo>
                  <a:pt x="1266825" y="1524000"/>
                </a:lnTo>
                <a:lnTo>
                  <a:pt x="1295400" y="1524000"/>
                </a:lnTo>
                <a:close/>
                <a:moveTo>
                  <a:pt x="247650" y="1524000"/>
                </a:moveTo>
                <a:lnTo>
                  <a:pt x="285750" y="1524000"/>
                </a:lnTo>
                <a:lnTo>
                  <a:pt x="285750" y="1533525"/>
                </a:lnTo>
                <a:lnTo>
                  <a:pt x="276225" y="1533525"/>
                </a:lnTo>
                <a:lnTo>
                  <a:pt x="276225" y="1543050"/>
                </a:lnTo>
                <a:lnTo>
                  <a:pt x="238125" y="1543050"/>
                </a:lnTo>
                <a:lnTo>
                  <a:pt x="238125" y="1533525"/>
                </a:lnTo>
                <a:lnTo>
                  <a:pt x="247650" y="1533525"/>
                </a:lnTo>
                <a:close/>
                <a:moveTo>
                  <a:pt x="476250" y="1524000"/>
                </a:moveTo>
                <a:lnTo>
                  <a:pt x="485775" y="1524000"/>
                </a:lnTo>
                <a:lnTo>
                  <a:pt x="485775" y="1533525"/>
                </a:lnTo>
                <a:lnTo>
                  <a:pt x="476250" y="1533525"/>
                </a:lnTo>
                <a:close/>
                <a:moveTo>
                  <a:pt x="990600" y="1524000"/>
                </a:moveTo>
                <a:lnTo>
                  <a:pt x="1000125" y="1524000"/>
                </a:lnTo>
                <a:lnTo>
                  <a:pt x="1000125" y="1543050"/>
                </a:lnTo>
                <a:lnTo>
                  <a:pt x="1009650" y="1543050"/>
                </a:lnTo>
                <a:lnTo>
                  <a:pt x="1009650" y="1552575"/>
                </a:lnTo>
                <a:lnTo>
                  <a:pt x="1000125" y="1552575"/>
                </a:lnTo>
                <a:lnTo>
                  <a:pt x="1000125" y="1562100"/>
                </a:lnTo>
                <a:lnTo>
                  <a:pt x="971550" y="1562100"/>
                </a:lnTo>
                <a:lnTo>
                  <a:pt x="971550" y="1552575"/>
                </a:lnTo>
                <a:lnTo>
                  <a:pt x="981075" y="1552575"/>
                </a:lnTo>
                <a:lnTo>
                  <a:pt x="981075" y="1543050"/>
                </a:lnTo>
                <a:lnTo>
                  <a:pt x="990600" y="1543050"/>
                </a:lnTo>
                <a:close/>
                <a:moveTo>
                  <a:pt x="1095375" y="1533525"/>
                </a:moveTo>
                <a:lnTo>
                  <a:pt x="1123950" y="1533525"/>
                </a:lnTo>
                <a:lnTo>
                  <a:pt x="1123950" y="1543050"/>
                </a:lnTo>
                <a:lnTo>
                  <a:pt x="1133475" y="1543050"/>
                </a:lnTo>
                <a:lnTo>
                  <a:pt x="1133475" y="1552575"/>
                </a:lnTo>
                <a:lnTo>
                  <a:pt x="1095375" y="1552575"/>
                </a:lnTo>
                <a:close/>
                <a:moveTo>
                  <a:pt x="457200" y="1543050"/>
                </a:moveTo>
                <a:lnTo>
                  <a:pt x="466725" y="1543050"/>
                </a:lnTo>
                <a:lnTo>
                  <a:pt x="466725" y="1552575"/>
                </a:lnTo>
                <a:lnTo>
                  <a:pt x="457200" y="1552575"/>
                </a:lnTo>
                <a:close/>
                <a:moveTo>
                  <a:pt x="857250" y="1543050"/>
                </a:moveTo>
                <a:lnTo>
                  <a:pt x="866775" y="1543050"/>
                </a:lnTo>
                <a:lnTo>
                  <a:pt x="866775" y="1552575"/>
                </a:lnTo>
                <a:lnTo>
                  <a:pt x="857250" y="1552575"/>
                </a:lnTo>
                <a:close/>
                <a:moveTo>
                  <a:pt x="1019175" y="1543050"/>
                </a:moveTo>
                <a:lnTo>
                  <a:pt x="1038225" y="1543050"/>
                </a:lnTo>
                <a:lnTo>
                  <a:pt x="1038225" y="1552575"/>
                </a:lnTo>
                <a:lnTo>
                  <a:pt x="1028700" y="1552575"/>
                </a:lnTo>
                <a:lnTo>
                  <a:pt x="1028700" y="1562100"/>
                </a:lnTo>
                <a:lnTo>
                  <a:pt x="1019175" y="1562100"/>
                </a:lnTo>
                <a:close/>
                <a:moveTo>
                  <a:pt x="428625" y="1552575"/>
                </a:moveTo>
                <a:lnTo>
                  <a:pt x="447675" y="1552575"/>
                </a:lnTo>
                <a:lnTo>
                  <a:pt x="447675" y="1562100"/>
                </a:lnTo>
                <a:lnTo>
                  <a:pt x="428625" y="1562100"/>
                </a:lnTo>
                <a:close/>
                <a:moveTo>
                  <a:pt x="866775" y="1552575"/>
                </a:moveTo>
                <a:lnTo>
                  <a:pt x="876300" y="1552575"/>
                </a:lnTo>
                <a:lnTo>
                  <a:pt x="876300" y="1562100"/>
                </a:lnTo>
                <a:lnTo>
                  <a:pt x="866775" y="1562100"/>
                </a:lnTo>
                <a:close/>
                <a:moveTo>
                  <a:pt x="219075" y="1562100"/>
                </a:moveTo>
                <a:lnTo>
                  <a:pt x="228600" y="1562100"/>
                </a:lnTo>
                <a:lnTo>
                  <a:pt x="228600" y="1571625"/>
                </a:lnTo>
                <a:lnTo>
                  <a:pt x="219075" y="1571625"/>
                </a:lnTo>
                <a:close/>
                <a:moveTo>
                  <a:pt x="647700" y="1562100"/>
                </a:moveTo>
                <a:lnTo>
                  <a:pt x="657225" y="1562100"/>
                </a:lnTo>
                <a:lnTo>
                  <a:pt x="657225" y="1571625"/>
                </a:lnTo>
                <a:lnTo>
                  <a:pt x="647700" y="1571625"/>
                </a:lnTo>
                <a:close/>
                <a:moveTo>
                  <a:pt x="1000125" y="1562100"/>
                </a:moveTo>
                <a:lnTo>
                  <a:pt x="1019175" y="1562100"/>
                </a:lnTo>
                <a:lnTo>
                  <a:pt x="1019175" y="1571625"/>
                </a:lnTo>
                <a:lnTo>
                  <a:pt x="1000125" y="1571625"/>
                </a:lnTo>
                <a:close/>
                <a:moveTo>
                  <a:pt x="1171575" y="1571625"/>
                </a:moveTo>
                <a:lnTo>
                  <a:pt x="1200150" y="1571625"/>
                </a:lnTo>
                <a:lnTo>
                  <a:pt x="1200150" y="1590675"/>
                </a:lnTo>
                <a:lnTo>
                  <a:pt x="1190625" y="1590675"/>
                </a:lnTo>
                <a:lnTo>
                  <a:pt x="1190625" y="1581150"/>
                </a:lnTo>
                <a:lnTo>
                  <a:pt x="1181100" y="1581150"/>
                </a:lnTo>
                <a:lnTo>
                  <a:pt x="1181100" y="1590675"/>
                </a:lnTo>
                <a:lnTo>
                  <a:pt x="1171575" y="1590675"/>
                </a:lnTo>
                <a:close/>
                <a:moveTo>
                  <a:pt x="1885950" y="1571625"/>
                </a:moveTo>
                <a:lnTo>
                  <a:pt x="1895475" y="1571625"/>
                </a:lnTo>
                <a:lnTo>
                  <a:pt x="1895475" y="1590675"/>
                </a:lnTo>
                <a:lnTo>
                  <a:pt x="1885950" y="1590675"/>
                </a:lnTo>
                <a:close/>
                <a:moveTo>
                  <a:pt x="200025" y="1590675"/>
                </a:moveTo>
                <a:lnTo>
                  <a:pt x="209550" y="1590675"/>
                </a:lnTo>
                <a:lnTo>
                  <a:pt x="209550" y="1600200"/>
                </a:lnTo>
                <a:lnTo>
                  <a:pt x="200025" y="1600200"/>
                </a:lnTo>
                <a:close/>
                <a:moveTo>
                  <a:pt x="1209675" y="1590675"/>
                </a:moveTo>
                <a:lnTo>
                  <a:pt x="1228725" y="1590675"/>
                </a:lnTo>
                <a:lnTo>
                  <a:pt x="1228725" y="1619250"/>
                </a:lnTo>
                <a:lnTo>
                  <a:pt x="1219200" y="1619250"/>
                </a:lnTo>
                <a:lnTo>
                  <a:pt x="1219200" y="1600200"/>
                </a:lnTo>
                <a:lnTo>
                  <a:pt x="1209675" y="1600200"/>
                </a:lnTo>
                <a:close/>
                <a:moveTo>
                  <a:pt x="1285875" y="1590675"/>
                </a:moveTo>
                <a:lnTo>
                  <a:pt x="1304925" y="1590675"/>
                </a:lnTo>
                <a:lnTo>
                  <a:pt x="1304925" y="1600200"/>
                </a:lnTo>
                <a:lnTo>
                  <a:pt x="1314450" y="1600200"/>
                </a:lnTo>
                <a:lnTo>
                  <a:pt x="1314450" y="1609725"/>
                </a:lnTo>
                <a:lnTo>
                  <a:pt x="1333500" y="1609725"/>
                </a:lnTo>
                <a:lnTo>
                  <a:pt x="1333500" y="1619250"/>
                </a:lnTo>
                <a:lnTo>
                  <a:pt x="1304925" y="1619250"/>
                </a:lnTo>
                <a:lnTo>
                  <a:pt x="1304925" y="1609725"/>
                </a:lnTo>
                <a:lnTo>
                  <a:pt x="1285875" y="1609725"/>
                </a:lnTo>
                <a:close/>
                <a:moveTo>
                  <a:pt x="733425" y="1600200"/>
                </a:moveTo>
                <a:lnTo>
                  <a:pt x="742950" y="1600200"/>
                </a:lnTo>
                <a:lnTo>
                  <a:pt x="742950" y="1609725"/>
                </a:lnTo>
                <a:lnTo>
                  <a:pt x="733425" y="1609725"/>
                </a:lnTo>
                <a:close/>
                <a:moveTo>
                  <a:pt x="771525" y="1600200"/>
                </a:moveTo>
                <a:lnTo>
                  <a:pt x="790575" y="1600200"/>
                </a:lnTo>
                <a:lnTo>
                  <a:pt x="790575" y="1609725"/>
                </a:lnTo>
                <a:lnTo>
                  <a:pt x="771525" y="1609725"/>
                </a:lnTo>
                <a:close/>
                <a:moveTo>
                  <a:pt x="790575" y="1609725"/>
                </a:moveTo>
                <a:lnTo>
                  <a:pt x="800100" y="1609725"/>
                </a:lnTo>
                <a:lnTo>
                  <a:pt x="800100" y="1619250"/>
                </a:lnTo>
                <a:lnTo>
                  <a:pt x="809625" y="1619250"/>
                </a:lnTo>
                <a:lnTo>
                  <a:pt x="809625" y="1628775"/>
                </a:lnTo>
                <a:lnTo>
                  <a:pt x="790575" y="1628775"/>
                </a:lnTo>
                <a:close/>
                <a:moveTo>
                  <a:pt x="942975" y="1609725"/>
                </a:moveTo>
                <a:lnTo>
                  <a:pt x="952500" y="1609725"/>
                </a:lnTo>
                <a:lnTo>
                  <a:pt x="952500" y="1619250"/>
                </a:lnTo>
                <a:lnTo>
                  <a:pt x="962025" y="1619250"/>
                </a:lnTo>
                <a:lnTo>
                  <a:pt x="962025" y="1628775"/>
                </a:lnTo>
                <a:lnTo>
                  <a:pt x="933450" y="1628775"/>
                </a:lnTo>
                <a:lnTo>
                  <a:pt x="933450" y="1619250"/>
                </a:lnTo>
                <a:lnTo>
                  <a:pt x="942975" y="1619250"/>
                </a:lnTo>
                <a:close/>
                <a:moveTo>
                  <a:pt x="1038225" y="1619250"/>
                </a:moveTo>
                <a:lnTo>
                  <a:pt x="1047750" y="1619250"/>
                </a:lnTo>
                <a:lnTo>
                  <a:pt x="1047750" y="1628775"/>
                </a:lnTo>
                <a:lnTo>
                  <a:pt x="1038225" y="1628775"/>
                </a:lnTo>
                <a:close/>
                <a:moveTo>
                  <a:pt x="1333500" y="1619250"/>
                </a:moveTo>
                <a:lnTo>
                  <a:pt x="1352550" y="1619250"/>
                </a:lnTo>
                <a:lnTo>
                  <a:pt x="1352550" y="1628775"/>
                </a:lnTo>
                <a:lnTo>
                  <a:pt x="1333500" y="1628775"/>
                </a:lnTo>
                <a:close/>
                <a:moveTo>
                  <a:pt x="638175" y="1628775"/>
                </a:moveTo>
                <a:lnTo>
                  <a:pt x="647700" y="1628775"/>
                </a:lnTo>
                <a:lnTo>
                  <a:pt x="647700" y="1638300"/>
                </a:lnTo>
                <a:lnTo>
                  <a:pt x="657225" y="1638300"/>
                </a:lnTo>
                <a:lnTo>
                  <a:pt x="657225" y="1647825"/>
                </a:lnTo>
                <a:lnTo>
                  <a:pt x="638175" y="1647825"/>
                </a:lnTo>
                <a:close/>
                <a:moveTo>
                  <a:pt x="1114425" y="1628775"/>
                </a:moveTo>
                <a:lnTo>
                  <a:pt x="1133475" y="1628775"/>
                </a:lnTo>
                <a:lnTo>
                  <a:pt x="1133475" y="1638300"/>
                </a:lnTo>
                <a:lnTo>
                  <a:pt x="1114425" y="1638300"/>
                </a:lnTo>
                <a:close/>
                <a:moveTo>
                  <a:pt x="1352550" y="1628775"/>
                </a:moveTo>
                <a:lnTo>
                  <a:pt x="1362075" y="1628775"/>
                </a:lnTo>
                <a:lnTo>
                  <a:pt x="1362075" y="1647825"/>
                </a:lnTo>
                <a:lnTo>
                  <a:pt x="1352550" y="1647825"/>
                </a:lnTo>
                <a:close/>
                <a:moveTo>
                  <a:pt x="895350" y="1638300"/>
                </a:moveTo>
                <a:lnTo>
                  <a:pt x="904875" y="1638300"/>
                </a:lnTo>
                <a:lnTo>
                  <a:pt x="904875" y="1657350"/>
                </a:lnTo>
                <a:lnTo>
                  <a:pt x="914400" y="1657350"/>
                </a:lnTo>
                <a:lnTo>
                  <a:pt x="914400" y="1647825"/>
                </a:lnTo>
                <a:lnTo>
                  <a:pt x="933450" y="1647825"/>
                </a:lnTo>
                <a:lnTo>
                  <a:pt x="933450" y="1657350"/>
                </a:lnTo>
                <a:lnTo>
                  <a:pt x="942975" y="1657350"/>
                </a:lnTo>
                <a:lnTo>
                  <a:pt x="942975" y="1676400"/>
                </a:lnTo>
                <a:lnTo>
                  <a:pt x="952500" y="1676400"/>
                </a:lnTo>
                <a:lnTo>
                  <a:pt x="952500" y="1685925"/>
                </a:lnTo>
                <a:lnTo>
                  <a:pt x="962025" y="1685925"/>
                </a:lnTo>
                <a:lnTo>
                  <a:pt x="962025" y="1695450"/>
                </a:lnTo>
                <a:lnTo>
                  <a:pt x="952500" y="1695450"/>
                </a:lnTo>
                <a:lnTo>
                  <a:pt x="952500" y="1704975"/>
                </a:lnTo>
                <a:lnTo>
                  <a:pt x="923925" y="1704975"/>
                </a:lnTo>
                <a:lnTo>
                  <a:pt x="923925" y="1685925"/>
                </a:lnTo>
                <a:lnTo>
                  <a:pt x="914400" y="1685925"/>
                </a:lnTo>
                <a:lnTo>
                  <a:pt x="914400" y="1666875"/>
                </a:lnTo>
                <a:lnTo>
                  <a:pt x="904875" y="1666875"/>
                </a:lnTo>
                <a:lnTo>
                  <a:pt x="904875" y="1676400"/>
                </a:lnTo>
                <a:lnTo>
                  <a:pt x="895350" y="1676400"/>
                </a:lnTo>
                <a:lnTo>
                  <a:pt x="895350" y="1685925"/>
                </a:lnTo>
                <a:lnTo>
                  <a:pt x="885825" y="1685925"/>
                </a:lnTo>
                <a:lnTo>
                  <a:pt x="885825" y="1676400"/>
                </a:lnTo>
                <a:lnTo>
                  <a:pt x="876300" y="1676400"/>
                </a:lnTo>
                <a:lnTo>
                  <a:pt x="876300" y="1666875"/>
                </a:lnTo>
                <a:lnTo>
                  <a:pt x="866775" y="1666875"/>
                </a:lnTo>
                <a:lnTo>
                  <a:pt x="866775" y="1657350"/>
                </a:lnTo>
                <a:lnTo>
                  <a:pt x="876300" y="1657350"/>
                </a:lnTo>
                <a:lnTo>
                  <a:pt x="876300" y="1666875"/>
                </a:lnTo>
                <a:lnTo>
                  <a:pt x="885825" y="1666875"/>
                </a:lnTo>
                <a:lnTo>
                  <a:pt x="885825" y="1657350"/>
                </a:lnTo>
                <a:lnTo>
                  <a:pt x="895350" y="1657350"/>
                </a:lnTo>
                <a:close/>
                <a:moveTo>
                  <a:pt x="1257300" y="1638300"/>
                </a:moveTo>
                <a:lnTo>
                  <a:pt x="1276350" y="1638300"/>
                </a:lnTo>
                <a:lnTo>
                  <a:pt x="1276350" y="1657350"/>
                </a:lnTo>
                <a:lnTo>
                  <a:pt x="1266825" y="1657350"/>
                </a:lnTo>
                <a:lnTo>
                  <a:pt x="1266825" y="1647825"/>
                </a:lnTo>
                <a:lnTo>
                  <a:pt x="1257300" y="1647825"/>
                </a:lnTo>
                <a:close/>
                <a:moveTo>
                  <a:pt x="1885950" y="1647825"/>
                </a:moveTo>
                <a:lnTo>
                  <a:pt x="1895475" y="1647825"/>
                </a:lnTo>
                <a:lnTo>
                  <a:pt x="1895475" y="1657350"/>
                </a:lnTo>
                <a:lnTo>
                  <a:pt x="1885950" y="1657350"/>
                </a:lnTo>
                <a:close/>
                <a:moveTo>
                  <a:pt x="1295400" y="1657350"/>
                </a:moveTo>
                <a:lnTo>
                  <a:pt x="1304925" y="1657350"/>
                </a:lnTo>
                <a:lnTo>
                  <a:pt x="1304925" y="1666875"/>
                </a:lnTo>
                <a:lnTo>
                  <a:pt x="1295400" y="1666875"/>
                </a:lnTo>
                <a:close/>
                <a:moveTo>
                  <a:pt x="466725" y="1666875"/>
                </a:moveTo>
                <a:lnTo>
                  <a:pt x="476250" y="1666875"/>
                </a:lnTo>
                <a:lnTo>
                  <a:pt x="476250" y="1676400"/>
                </a:lnTo>
                <a:lnTo>
                  <a:pt x="466725" y="1676400"/>
                </a:lnTo>
                <a:close/>
                <a:moveTo>
                  <a:pt x="1162050" y="1666875"/>
                </a:moveTo>
                <a:lnTo>
                  <a:pt x="1171575" y="1666875"/>
                </a:lnTo>
                <a:lnTo>
                  <a:pt x="1171575" y="1676400"/>
                </a:lnTo>
                <a:lnTo>
                  <a:pt x="1181100" y="1676400"/>
                </a:lnTo>
                <a:lnTo>
                  <a:pt x="1181100" y="1695450"/>
                </a:lnTo>
                <a:lnTo>
                  <a:pt x="1162050" y="1695450"/>
                </a:lnTo>
                <a:close/>
                <a:moveTo>
                  <a:pt x="1304925" y="1666875"/>
                </a:moveTo>
                <a:lnTo>
                  <a:pt x="1314450" y="1666875"/>
                </a:lnTo>
                <a:lnTo>
                  <a:pt x="1314450" y="1676400"/>
                </a:lnTo>
                <a:lnTo>
                  <a:pt x="1304925" y="1676400"/>
                </a:lnTo>
                <a:close/>
                <a:moveTo>
                  <a:pt x="457200" y="1676400"/>
                </a:moveTo>
                <a:lnTo>
                  <a:pt x="466725" y="1676400"/>
                </a:lnTo>
                <a:lnTo>
                  <a:pt x="466725" y="1685925"/>
                </a:lnTo>
                <a:lnTo>
                  <a:pt x="457200" y="1685925"/>
                </a:lnTo>
                <a:close/>
                <a:moveTo>
                  <a:pt x="742950" y="1676400"/>
                </a:moveTo>
                <a:lnTo>
                  <a:pt x="752475" y="1676400"/>
                </a:lnTo>
                <a:lnTo>
                  <a:pt x="752475" y="1685925"/>
                </a:lnTo>
                <a:lnTo>
                  <a:pt x="742950" y="1685925"/>
                </a:lnTo>
                <a:close/>
                <a:moveTo>
                  <a:pt x="171450" y="1685925"/>
                </a:moveTo>
                <a:lnTo>
                  <a:pt x="180975" y="1685925"/>
                </a:lnTo>
                <a:lnTo>
                  <a:pt x="180975" y="1695450"/>
                </a:lnTo>
                <a:lnTo>
                  <a:pt x="171450" y="1695450"/>
                </a:lnTo>
                <a:close/>
                <a:moveTo>
                  <a:pt x="523875" y="1685925"/>
                </a:moveTo>
                <a:lnTo>
                  <a:pt x="533400" y="1685925"/>
                </a:lnTo>
                <a:lnTo>
                  <a:pt x="533400" y="1695450"/>
                </a:lnTo>
                <a:lnTo>
                  <a:pt x="542925" y="1695450"/>
                </a:lnTo>
                <a:lnTo>
                  <a:pt x="542925" y="1704975"/>
                </a:lnTo>
                <a:lnTo>
                  <a:pt x="552450" y="1704975"/>
                </a:lnTo>
                <a:lnTo>
                  <a:pt x="552450" y="1714500"/>
                </a:lnTo>
                <a:lnTo>
                  <a:pt x="542925" y="1714500"/>
                </a:lnTo>
                <a:lnTo>
                  <a:pt x="542925" y="1724025"/>
                </a:lnTo>
                <a:lnTo>
                  <a:pt x="533400" y="1724025"/>
                </a:lnTo>
                <a:lnTo>
                  <a:pt x="533400" y="1714500"/>
                </a:lnTo>
                <a:lnTo>
                  <a:pt x="495300" y="1714500"/>
                </a:lnTo>
                <a:lnTo>
                  <a:pt x="495300" y="1704975"/>
                </a:lnTo>
                <a:lnTo>
                  <a:pt x="523875" y="1704975"/>
                </a:lnTo>
                <a:close/>
                <a:moveTo>
                  <a:pt x="762000" y="1685925"/>
                </a:moveTo>
                <a:lnTo>
                  <a:pt x="771525" y="1685925"/>
                </a:lnTo>
                <a:lnTo>
                  <a:pt x="771525" y="1695450"/>
                </a:lnTo>
                <a:lnTo>
                  <a:pt x="762000" y="1695450"/>
                </a:lnTo>
                <a:close/>
                <a:moveTo>
                  <a:pt x="180975" y="1695450"/>
                </a:moveTo>
                <a:lnTo>
                  <a:pt x="190500" y="1695450"/>
                </a:lnTo>
                <a:lnTo>
                  <a:pt x="190500" y="1704975"/>
                </a:lnTo>
                <a:lnTo>
                  <a:pt x="180975" y="1704975"/>
                </a:lnTo>
                <a:close/>
                <a:moveTo>
                  <a:pt x="219075" y="1695450"/>
                </a:moveTo>
                <a:lnTo>
                  <a:pt x="238125" y="1695450"/>
                </a:lnTo>
                <a:lnTo>
                  <a:pt x="238125" y="1704975"/>
                </a:lnTo>
                <a:lnTo>
                  <a:pt x="219075" y="1704975"/>
                </a:lnTo>
                <a:close/>
                <a:moveTo>
                  <a:pt x="771525" y="1695450"/>
                </a:moveTo>
                <a:lnTo>
                  <a:pt x="781050" y="1695450"/>
                </a:lnTo>
                <a:lnTo>
                  <a:pt x="781050" y="1704975"/>
                </a:lnTo>
                <a:lnTo>
                  <a:pt x="771525" y="1704975"/>
                </a:lnTo>
                <a:close/>
                <a:moveTo>
                  <a:pt x="1181100" y="1695450"/>
                </a:moveTo>
                <a:lnTo>
                  <a:pt x="1209675" y="1695450"/>
                </a:lnTo>
                <a:lnTo>
                  <a:pt x="1209675" y="1704975"/>
                </a:lnTo>
                <a:lnTo>
                  <a:pt x="1181100" y="1704975"/>
                </a:lnTo>
                <a:close/>
                <a:moveTo>
                  <a:pt x="781050" y="1704975"/>
                </a:moveTo>
                <a:lnTo>
                  <a:pt x="790575" y="1704975"/>
                </a:lnTo>
                <a:lnTo>
                  <a:pt x="790575" y="1714500"/>
                </a:lnTo>
                <a:lnTo>
                  <a:pt x="781050" y="1714500"/>
                </a:lnTo>
                <a:close/>
                <a:moveTo>
                  <a:pt x="1209675" y="1704975"/>
                </a:moveTo>
                <a:lnTo>
                  <a:pt x="1228725" y="1704975"/>
                </a:lnTo>
                <a:lnTo>
                  <a:pt x="1228725" y="1714500"/>
                </a:lnTo>
                <a:lnTo>
                  <a:pt x="1238250" y="1714500"/>
                </a:lnTo>
                <a:lnTo>
                  <a:pt x="1238250" y="1724025"/>
                </a:lnTo>
                <a:lnTo>
                  <a:pt x="1209675" y="1724025"/>
                </a:lnTo>
                <a:close/>
                <a:moveTo>
                  <a:pt x="1771650" y="1704975"/>
                </a:moveTo>
                <a:lnTo>
                  <a:pt x="1781175" y="1704975"/>
                </a:lnTo>
                <a:lnTo>
                  <a:pt x="1781175" y="1714500"/>
                </a:lnTo>
                <a:lnTo>
                  <a:pt x="1771650" y="1714500"/>
                </a:lnTo>
                <a:close/>
                <a:moveTo>
                  <a:pt x="600075" y="1714500"/>
                </a:moveTo>
                <a:lnTo>
                  <a:pt x="609600" y="1714500"/>
                </a:lnTo>
                <a:lnTo>
                  <a:pt x="609600" y="1724025"/>
                </a:lnTo>
                <a:lnTo>
                  <a:pt x="600075" y="1724025"/>
                </a:lnTo>
                <a:close/>
                <a:moveTo>
                  <a:pt x="666750" y="1714500"/>
                </a:moveTo>
                <a:lnTo>
                  <a:pt x="704850" y="1714500"/>
                </a:lnTo>
                <a:lnTo>
                  <a:pt x="704850" y="1724025"/>
                </a:lnTo>
                <a:lnTo>
                  <a:pt x="714375" y="1724025"/>
                </a:lnTo>
                <a:lnTo>
                  <a:pt x="714375" y="1733550"/>
                </a:lnTo>
                <a:lnTo>
                  <a:pt x="733425" y="1733550"/>
                </a:lnTo>
                <a:lnTo>
                  <a:pt x="733425" y="1743075"/>
                </a:lnTo>
                <a:lnTo>
                  <a:pt x="762000" y="1743075"/>
                </a:lnTo>
                <a:lnTo>
                  <a:pt x="762000" y="1733550"/>
                </a:lnTo>
                <a:lnTo>
                  <a:pt x="771525" y="1733550"/>
                </a:lnTo>
                <a:lnTo>
                  <a:pt x="771525" y="1743075"/>
                </a:lnTo>
                <a:lnTo>
                  <a:pt x="762000" y="1743075"/>
                </a:lnTo>
                <a:lnTo>
                  <a:pt x="762000" y="1800225"/>
                </a:lnTo>
                <a:lnTo>
                  <a:pt x="752475" y="1800225"/>
                </a:lnTo>
                <a:lnTo>
                  <a:pt x="752475" y="1809750"/>
                </a:lnTo>
                <a:lnTo>
                  <a:pt x="800100" y="1809750"/>
                </a:lnTo>
                <a:lnTo>
                  <a:pt x="800100" y="1819275"/>
                </a:lnTo>
                <a:lnTo>
                  <a:pt x="762000" y="1819275"/>
                </a:lnTo>
                <a:lnTo>
                  <a:pt x="762000" y="1828800"/>
                </a:lnTo>
                <a:lnTo>
                  <a:pt x="752475" y="1828800"/>
                </a:lnTo>
                <a:lnTo>
                  <a:pt x="752475" y="1838325"/>
                </a:lnTo>
                <a:lnTo>
                  <a:pt x="714375" y="1838325"/>
                </a:lnTo>
                <a:lnTo>
                  <a:pt x="714375" y="1866900"/>
                </a:lnTo>
                <a:lnTo>
                  <a:pt x="723900" y="1866900"/>
                </a:lnTo>
                <a:lnTo>
                  <a:pt x="723900" y="1876425"/>
                </a:lnTo>
                <a:lnTo>
                  <a:pt x="714375" y="1876425"/>
                </a:lnTo>
                <a:lnTo>
                  <a:pt x="714375" y="1895475"/>
                </a:lnTo>
                <a:lnTo>
                  <a:pt x="704850" y="1895475"/>
                </a:lnTo>
                <a:lnTo>
                  <a:pt x="704850" y="1876425"/>
                </a:lnTo>
                <a:lnTo>
                  <a:pt x="695325" y="1876425"/>
                </a:lnTo>
                <a:lnTo>
                  <a:pt x="695325" y="1866900"/>
                </a:lnTo>
                <a:lnTo>
                  <a:pt x="666750" y="1866900"/>
                </a:lnTo>
                <a:lnTo>
                  <a:pt x="666750" y="1857375"/>
                </a:lnTo>
                <a:lnTo>
                  <a:pt x="638175" y="1857375"/>
                </a:lnTo>
                <a:lnTo>
                  <a:pt x="638175" y="1847850"/>
                </a:lnTo>
                <a:lnTo>
                  <a:pt x="657225" y="1847850"/>
                </a:lnTo>
                <a:lnTo>
                  <a:pt x="657225" y="1819275"/>
                </a:lnTo>
                <a:lnTo>
                  <a:pt x="647700" y="1819275"/>
                </a:lnTo>
                <a:lnTo>
                  <a:pt x="647700" y="1809750"/>
                </a:lnTo>
                <a:lnTo>
                  <a:pt x="638175" y="1809750"/>
                </a:lnTo>
                <a:lnTo>
                  <a:pt x="638175" y="1800225"/>
                </a:lnTo>
                <a:lnTo>
                  <a:pt x="628650" y="1800225"/>
                </a:lnTo>
                <a:lnTo>
                  <a:pt x="628650" y="1790700"/>
                </a:lnTo>
                <a:lnTo>
                  <a:pt x="619125" y="1790700"/>
                </a:lnTo>
                <a:lnTo>
                  <a:pt x="619125" y="1800225"/>
                </a:lnTo>
                <a:lnTo>
                  <a:pt x="561975" y="1800225"/>
                </a:lnTo>
                <a:lnTo>
                  <a:pt x="561975" y="1809750"/>
                </a:lnTo>
                <a:lnTo>
                  <a:pt x="533400" y="1809750"/>
                </a:lnTo>
                <a:lnTo>
                  <a:pt x="533400" y="1800225"/>
                </a:lnTo>
                <a:lnTo>
                  <a:pt x="542925" y="1800225"/>
                </a:lnTo>
                <a:lnTo>
                  <a:pt x="542925" y="1790700"/>
                </a:lnTo>
                <a:lnTo>
                  <a:pt x="552450" y="1790700"/>
                </a:lnTo>
                <a:lnTo>
                  <a:pt x="552450" y="1771650"/>
                </a:lnTo>
                <a:lnTo>
                  <a:pt x="571500" y="1771650"/>
                </a:lnTo>
                <a:lnTo>
                  <a:pt x="571500" y="1762125"/>
                </a:lnTo>
                <a:lnTo>
                  <a:pt x="590550" y="1762125"/>
                </a:lnTo>
                <a:lnTo>
                  <a:pt x="590550" y="1752600"/>
                </a:lnTo>
                <a:lnTo>
                  <a:pt x="619125" y="1752600"/>
                </a:lnTo>
                <a:lnTo>
                  <a:pt x="619125" y="1762125"/>
                </a:lnTo>
                <a:lnTo>
                  <a:pt x="628650" y="1762125"/>
                </a:lnTo>
                <a:lnTo>
                  <a:pt x="628650" y="1771650"/>
                </a:lnTo>
                <a:lnTo>
                  <a:pt x="638175" y="1771650"/>
                </a:lnTo>
                <a:lnTo>
                  <a:pt x="638175" y="1762125"/>
                </a:lnTo>
                <a:lnTo>
                  <a:pt x="647700" y="1762125"/>
                </a:lnTo>
                <a:lnTo>
                  <a:pt x="647700" y="1752600"/>
                </a:lnTo>
                <a:lnTo>
                  <a:pt x="638175" y="1752600"/>
                </a:lnTo>
                <a:lnTo>
                  <a:pt x="638175" y="1743075"/>
                </a:lnTo>
                <a:lnTo>
                  <a:pt x="628650" y="1743075"/>
                </a:lnTo>
                <a:lnTo>
                  <a:pt x="628650" y="1733550"/>
                </a:lnTo>
                <a:lnTo>
                  <a:pt x="619125" y="1733550"/>
                </a:lnTo>
                <a:lnTo>
                  <a:pt x="619125" y="1724025"/>
                </a:lnTo>
                <a:lnTo>
                  <a:pt x="638175" y="1724025"/>
                </a:lnTo>
                <a:lnTo>
                  <a:pt x="638175" y="1733550"/>
                </a:lnTo>
                <a:lnTo>
                  <a:pt x="647700" y="1733550"/>
                </a:lnTo>
                <a:lnTo>
                  <a:pt x="647700" y="1743075"/>
                </a:lnTo>
                <a:lnTo>
                  <a:pt x="685800" y="1743075"/>
                </a:lnTo>
                <a:lnTo>
                  <a:pt x="685800" y="1752600"/>
                </a:lnTo>
                <a:lnTo>
                  <a:pt x="695325" y="1752600"/>
                </a:lnTo>
                <a:lnTo>
                  <a:pt x="695325" y="1771650"/>
                </a:lnTo>
                <a:lnTo>
                  <a:pt x="676275" y="1771650"/>
                </a:lnTo>
                <a:lnTo>
                  <a:pt x="676275" y="1781175"/>
                </a:lnTo>
                <a:lnTo>
                  <a:pt x="666750" y="1781175"/>
                </a:lnTo>
                <a:lnTo>
                  <a:pt x="666750" y="1800225"/>
                </a:lnTo>
                <a:lnTo>
                  <a:pt x="695325" y="1800225"/>
                </a:lnTo>
                <a:lnTo>
                  <a:pt x="695325" y="1838325"/>
                </a:lnTo>
                <a:lnTo>
                  <a:pt x="704850" y="1838325"/>
                </a:lnTo>
                <a:lnTo>
                  <a:pt x="704850" y="1828800"/>
                </a:lnTo>
                <a:lnTo>
                  <a:pt x="714375" y="1828800"/>
                </a:lnTo>
                <a:lnTo>
                  <a:pt x="714375" y="1819275"/>
                </a:lnTo>
                <a:lnTo>
                  <a:pt x="723900" y="1819275"/>
                </a:lnTo>
                <a:lnTo>
                  <a:pt x="723900" y="1809750"/>
                </a:lnTo>
                <a:lnTo>
                  <a:pt x="714375" y="1809750"/>
                </a:lnTo>
                <a:lnTo>
                  <a:pt x="714375" y="1790700"/>
                </a:lnTo>
                <a:lnTo>
                  <a:pt x="695325" y="1790700"/>
                </a:lnTo>
                <a:lnTo>
                  <a:pt x="695325" y="1771650"/>
                </a:lnTo>
                <a:lnTo>
                  <a:pt x="704850" y="1771650"/>
                </a:lnTo>
                <a:lnTo>
                  <a:pt x="704850" y="1743075"/>
                </a:lnTo>
                <a:lnTo>
                  <a:pt x="695325" y="1743075"/>
                </a:lnTo>
                <a:lnTo>
                  <a:pt x="695325" y="1733550"/>
                </a:lnTo>
                <a:lnTo>
                  <a:pt x="676275" y="1733550"/>
                </a:lnTo>
                <a:lnTo>
                  <a:pt x="676275" y="1724025"/>
                </a:lnTo>
                <a:lnTo>
                  <a:pt x="666750" y="1724025"/>
                </a:lnTo>
                <a:close/>
                <a:moveTo>
                  <a:pt x="1066800" y="1714500"/>
                </a:moveTo>
                <a:lnTo>
                  <a:pt x="1085850" y="1714500"/>
                </a:lnTo>
                <a:lnTo>
                  <a:pt x="1085850" y="1724025"/>
                </a:lnTo>
                <a:lnTo>
                  <a:pt x="1066800" y="1724025"/>
                </a:lnTo>
                <a:close/>
                <a:moveTo>
                  <a:pt x="1143000" y="1714500"/>
                </a:moveTo>
                <a:lnTo>
                  <a:pt x="1162050" y="1714500"/>
                </a:lnTo>
                <a:lnTo>
                  <a:pt x="1162050" y="1724025"/>
                </a:lnTo>
                <a:lnTo>
                  <a:pt x="1143000" y="1724025"/>
                </a:lnTo>
                <a:close/>
                <a:moveTo>
                  <a:pt x="1790700" y="1714500"/>
                </a:moveTo>
                <a:lnTo>
                  <a:pt x="1800225" y="1714500"/>
                </a:lnTo>
                <a:lnTo>
                  <a:pt x="1800225" y="1724025"/>
                </a:lnTo>
                <a:lnTo>
                  <a:pt x="1790700" y="1724025"/>
                </a:lnTo>
                <a:close/>
                <a:moveTo>
                  <a:pt x="1162050" y="1724025"/>
                </a:moveTo>
                <a:lnTo>
                  <a:pt x="1171575" y="1724025"/>
                </a:lnTo>
                <a:lnTo>
                  <a:pt x="1171575" y="1733550"/>
                </a:lnTo>
                <a:lnTo>
                  <a:pt x="1162050" y="1733550"/>
                </a:lnTo>
                <a:close/>
                <a:moveTo>
                  <a:pt x="1666875" y="1724025"/>
                </a:moveTo>
                <a:lnTo>
                  <a:pt x="1676400" y="1724025"/>
                </a:lnTo>
                <a:lnTo>
                  <a:pt x="1676400" y="1733550"/>
                </a:lnTo>
                <a:lnTo>
                  <a:pt x="1685925" y="1733550"/>
                </a:lnTo>
                <a:lnTo>
                  <a:pt x="1685925" y="1743075"/>
                </a:lnTo>
                <a:lnTo>
                  <a:pt x="1666875" y="1743075"/>
                </a:lnTo>
                <a:close/>
                <a:moveTo>
                  <a:pt x="1809750" y="1724025"/>
                </a:moveTo>
                <a:lnTo>
                  <a:pt x="1828800" y="1724025"/>
                </a:lnTo>
                <a:lnTo>
                  <a:pt x="1828800" y="1733550"/>
                </a:lnTo>
                <a:lnTo>
                  <a:pt x="1809750" y="1733550"/>
                </a:lnTo>
                <a:close/>
                <a:moveTo>
                  <a:pt x="276225" y="1743075"/>
                </a:moveTo>
                <a:lnTo>
                  <a:pt x="295275" y="1743075"/>
                </a:lnTo>
                <a:lnTo>
                  <a:pt x="295275" y="1752600"/>
                </a:lnTo>
                <a:lnTo>
                  <a:pt x="304800" y="1752600"/>
                </a:lnTo>
                <a:lnTo>
                  <a:pt x="304800" y="1781175"/>
                </a:lnTo>
                <a:lnTo>
                  <a:pt x="285750" y="1781175"/>
                </a:lnTo>
                <a:lnTo>
                  <a:pt x="285750" y="1762125"/>
                </a:lnTo>
                <a:lnTo>
                  <a:pt x="276225" y="1762125"/>
                </a:lnTo>
                <a:lnTo>
                  <a:pt x="276225" y="1771650"/>
                </a:lnTo>
                <a:lnTo>
                  <a:pt x="238125" y="1771650"/>
                </a:lnTo>
                <a:lnTo>
                  <a:pt x="238125" y="1762125"/>
                </a:lnTo>
                <a:lnTo>
                  <a:pt x="257175" y="1762125"/>
                </a:lnTo>
                <a:lnTo>
                  <a:pt x="257175" y="1752600"/>
                </a:lnTo>
                <a:lnTo>
                  <a:pt x="276225" y="1752600"/>
                </a:lnTo>
                <a:close/>
                <a:moveTo>
                  <a:pt x="1181100" y="1743075"/>
                </a:moveTo>
                <a:lnTo>
                  <a:pt x="1190625" y="1743075"/>
                </a:lnTo>
                <a:lnTo>
                  <a:pt x="1190625" y="1752600"/>
                </a:lnTo>
                <a:lnTo>
                  <a:pt x="1181100" y="1752600"/>
                </a:lnTo>
                <a:close/>
                <a:moveTo>
                  <a:pt x="495300" y="1762125"/>
                </a:moveTo>
                <a:lnTo>
                  <a:pt x="533400" y="1762125"/>
                </a:lnTo>
                <a:lnTo>
                  <a:pt x="533400" y="1771650"/>
                </a:lnTo>
                <a:lnTo>
                  <a:pt x="542925" y="1771650"/>
                </a:lnTo>
                <a:lnTo>
                  <a:pt x="542925" y="1781175"/>
                </a:lnTo>
                <a:lnTo>
                  <a:pt x="514350" y="1781175"/>
                </a:lnTo>
                <a:lnTo>
                  <a:pt x="514350" y="1771650"/>
                </a:lnTo>
                <a:lnTo>
                  <a:pt x="495300" y="1771650"/>
                </a:lnTo>
                <a:close/>
                <a:moveTo>
                  <a:pt x="1076325" y="1762125"/>
                </a:moveTo>
                <a:lnTo>
                  <a:pt x="1095375" y="1762125"/>
                </a:lnTo>
                <a:lnTo>
                  <a:pt x="1095375" y="1771650"/>
                </a:lnTo>
                <a:lnTo>
                  <a:pt x="1104900" y="1771650"/>
                </a:lnTo>
                <a:lnTo>
                  <a:pt x="1104900" y="1790700"/>
                </a:lnTo>
                <a:lnTo>
                  <a:pt x="1085850" y="1790700"/>
                </a:lnTo>
                <a:lnTo>
                  <a:pt x="1085850" y="1771650"/>
                </a:lnTo>
                <a:lnTo>
                  <a:pt x="1076325" y="1771650"/>
                </a:lnTo>
                <a:close/>
                <a:moveTo>
                  <a:pt x="1152525" y="1762125"/>
                </a:moveTo>
                <a:lnTo>
                  <a:pt x="1171575" y="1762125"/>
                </a:lnTo>
                <a:lnTo>
                  <a:pt x="1171575" y="1771650"/>
                </a:lnTo>
                <a:lnTo>
                  <a:pt x="1152525" y="1771650"/>
                </a:lnTo>
                <a:close/>
                <a:moveTo>
                  <a:pt x="1181100" y="1762125"/>
                </a:moveTo>
                <a:lnTo>
                  <a:pt x="1190625" y="1762125"/>
                </a:lnTo>
                <a:lnTo>
                  <a:pt x="1190625" y="1771650"/>
                </a:lnTo>
                <a:lnTo>
                  <a:pt x="1181100" y="1771650"/>
                </a:lnTo>
                <a:close/>
                <a:moveTo>
                  <a:pt x="1514475" y="1762125"/>
                </a:moveTo>
                <a:lnTo>
                  <a:pt x="1524000" y="1762125"/>
                </a:lnTo>
                <a:lnTo>
                  <a:pt x="1524000" y="1771650"/>
                </a:lnTo>
                <a:lnTo>
                  <a:pt x="1514475" y="1771650"/>
                </a:lnTo>
                <a:close/>
                <a:moveTo>
                  <a:pt x="333375" y="1771650"/>
                </a:moveTo>
                <a:lnTo>
                  <a:pt x="342900" y="1771650"/>
                </a:lnTo>
                <a:lnTo>
                  <a:pt x="342900" y="1781175"/>
                </a:lnTo>
                <a:lnTo>
                  <a:pt x="333375" y="1781175"/>
                </a:lnTo>
                <a:close/>
                <a:moveTo>
                  <a:pt x="657225" y="1771650"/>
                </a:moveTo>
                <a:lnTo>
                  <a:pt x="666750" y="1771650"/>
                </a:lnTo>
                <a:lnTo>
                  <a:pt x="666750" y="1752600"/>
                </a:lnTo>
                <a:lnTo>
                  <a:pt x="657225" y="1752600"/>
                </a:lnTo>
                <a:close/>
                <a:moveTo>
                  <a:pt x="733425" y="1771650"/>
                </a:moveTo>
                <a:lnTo>
                  <a:pt x="752475" y="1771650"/>
                </a:lnTo>
                <a:lnTo>
                  <a:pt x="752475" y="1752600"/>
                </a:lnTo>
                <a:lnTo>
                  <a:pt x="733425" y="1752600"/>
                </a:lnTo>
                <a:close/>
                <a:moveTo>
                  <a:pt x="1552575" y="1771650"/>
                </a:moveTo>
                <a:lnTo>
                  <a:pt x="1562100" y="1771650"/>
                </a:lnTo>
                <a:lnTo>
                  <a:pt x="1562100" y="1781175"/>
                </a:lnTo>
                <a:lnTo>
                  <a:pt x="1571625" y="1781175"/>
                </a:lnTo>
                <a:lnTo>
                  <a:pt x="1571625" y="1800225"/>
                </a:lnTo>
                <a:lnTo>
                  <a:pt x="1581150" y="1800225"/>
                </a:lnTo>
                <a:lnTo>
                  <a:pt x="1581150" y="1790700"/>
                </a:lnTo>
                <a:lnTo>
                  <a:pt x="1590675" y="1790700"/>
                </a:lnTo>
                <a:lnTo>
                  <a:pt x="1590675" y="1800225"/>
                </a:lnTo>
                <a:lnTo>
                  <a:pt x="1609725" y="1800225"/>
                </a:lnTo>
                <a:lnTo>
                  <a:pt x="1609725" y="1828800"/>
                </a:lnTo>
                <a:lnTo>
                  <a:pt x="1571625" y="1828800"/>
                </a:lnTo>
                <a:lnTo>
                  <a:pt x="1571625" y="1809750"/>
                </a:lnTo>
                <a:lnTo>
                  <a:pt x="1552575" y="1809750"/>
                </a:lnTo>
                <a:lnTo>
                  <a:pt x="1552575" y="1819275"/>
                </a:lnTo>
                <a:lnTo>
                  <a:pt x="1543050" y="1819275"/>
                </a:lnTo>
                <a:lnTo>
                  <a:pt x="1543050" y="1828800"/>
                </a:lnTo>
                <a:lnTo>
                  <a:pt x="1533525" y="1828800"/>
                </a:lnTo>
                <a:lnTo>
                  <a:pt x="1533525" y="1838325"/>
                </a:lnTo>
                <a:lnTo>
                  <a:pt x="1524000" y="1838325"/>
                </a:lnTo>
                <a:lnTo>
                  <a:pt x="1524000" y="1819275"/>
                </a:lnTo>
                <a:lnTo>
                  <a:pt x="1514475" y="1819275"/>
                </a:lnTo>
                <a:lnTo>
                  <a:pt x="1514475" y="1809750"/>
                </a:lnTo>
                <a:lnTo>
                  <a:pt x="1504950" y="1809750"/>
                </a:lnTo>
                <a:lnTo>
                  <a:pt x="1504950" y="1800225"/>
                </a:lnTo>
                <a:lnTo>
                  <a:pt x="1495425" y="1800225"/>
                </a:lnTo>
                <a:lnTo>
                  <a:pt x="1495425" y="1790700"/>
                </a:lnTo>
                <a:lnTo>
                  <a:pt x="1485900" y="1790700"/>
                </a:lnTo>
                <a:lnTo>
                  <a:pt x="1485900" y="1781175"/>
                </a:lnTo>
                <a:lnTo>
                  <a:pt x="1495425" y="1781175"/>
                </a:lnTo>
                <a:lnTo>
                  <a:pt x="1495425" y="1790700"/>
                </a:lnTo>
                <a:lnTo>
                  <a:pt x="1524000" y="1790700"/>
                </a:lnTo>
                <a:lnTo>
                  <a:pt x="1524000" y="1800225"/>
                </a:lnTo>
                <a:lnTo>
                  <a:pt x="1543050" y="1800225"/>
                </a:lnTo>
                <a:lnTo>
                  <a:pt x="1543050" y="1790700"/>
                </a:lnTo>
                <a:lnTo>
                  <a:pt x="1552575" y="1790700"/>
                </a:lnTo>
                <a:close/>
                <a:moveTo>
                  <a:pt x="304800" y="1781175"/>
                </a:moveTo>
                <a:lnTo>
                  <a:pt x="333375" y="1781175"/>
                </a:lnTo>
                <a:lnTo>
                  <a:pt x="333375" y="1819275"/>
                </a:lnTo>
                <a:lnTo>
                  <a:pt x="342900" y="1819275"/>
                </a:lnTo>
                <a:lnTo>
                  <a:pt x="342900" y="1828800"/>
                </a:lnTo>
                <a:lnTo>
                  <a:pt x="352425" y="1828800"/>
                </a:lnTo>
                <a:lnTo>
                  <a:pt x="352425" y="1819275"/>
                </a:lnTo>
                <a:lnTo>
                  <a:pt x="371475" y="1819275"/>
                </a:lnTo>
                <a:lnTo>
                  <a:pt x="371475" y="1828800"/>
                </a:lnTo>
                <a:lnTo>
                  <a:pt x="352425" y="1828800"/>
                </a:lnTo>
                <a:lnTo>
                  <a:pt x="352425" y="1838325"/>
                </a:lnTo>
                <a:lnTo>
                  <a:pt x="342900" y="1838325"/>
                </a:lnTo>
                <a:lnTo>
                  <a:pt x="342900" y="1847850"/>
                </a:lnTo>
                <a:lnTo>
                  <a:pt x="333375" y="1847850"/>
                </a:lnTo>
                <a:lnTo>
                  <a:pt x="333375" y="1857375"/>
                </a:lnTo>
                <a:lnTo>
                  <a:pt x="314325" y="1857375"/>
                </a:lnTo>
                <a:lnTo>
                  <a:pt x="314325" y="1847850"/>
                </a:lnTo>
                <a:lnTo>
                  <a:pt x="323850" y="1847850"/>
                </a:lnTo>
                <a:lnTo>
                  <a:pt x="323850" y="1819275"/>
                </a:lnTo>
                <a:lnTo>
                  <a:pt x="314325" y="1819275"/>
                </a:lnTo>
                <a:lnTo>
                  <a:pt x="314325" y="1809750"/>
                </a:lnTo>
                <a:lnTo>
                  <a:pt x="304800" y="1809750"/>
                </a:lnTo>
                <a:lnTo>
                  <a:pt x="304800" y="1800225"/>
                </a:lnTo>
                <a:lnTo>
                  <a:pt x="314325" y="1800225"/>
                </a:lnTo>
                <a:lnTo>
                  <a:pt x="314325" y="1790700"/>
                </a:lnTo>
                <a:lnTo>
                  <a:pt x="304800" y="1790700"/>
                </a:lnTo>
                <a:close/>
                <a:moveTo>
                  <a:pt x="733425" y="1790700"/>
                </a:moveTo>
                <a:lnTo>
                  <a:pt x="752475" y="1790700"/>
                </a:lnTo>
                <a:lnTo>
                  <a:pt x="752475" y="1781175"/>
                </a:lnTo>
                <a:lnTo>
                  <a:pt x="733425" y="1781175"/>
                </a:lnTo>
                <a:close/>
                <a:moveTo>
                  <a:pt x="800100" y="1790700"/>
                </a:moveTo>
                <a:lnTo>
                  <a:pt x="809625" y="1790700"/>
                </a:lnTo>
                <a:lnTo>
                  <a:pt x="809625" y="1800225"/>
                </a:lnTo>
                <a:lnTo>
                  <a:pt x="800100" y="1800225"/>
                </a:lnTo>
                <a:close/>
                <a:moveTo>
                  <a:pt x="1104900" y="1790700"/>
                </a:moveTo>
                <a:lnTo>
                  <a:pt x="1114425" y="1790700"/>
                </a:lnTo>
                <a:lnTo>
                  <a:pt x="1114425" y="1800225"/>
                </a:lnTo>
                <a:lnTo>
                  <a:pt x="1104900" y="1800225"/>
                </a:lnTo>
                <a:close/>
                <a:moveTo>
                  <a:pt x="904875" y="1800225"/>
                </a:moveTo>
                <a:lnTo>
                  <a:pt x="914400" y="1800225"/>
                </a:lnTo>
                <a:lnTo>
                  <a:pt x="914400" y="1809750"/>
                </a:lnTo>
                <a:lnTo>
                  <a:pt x="904875" y="1809750"/>
                </a:lnTo>
                <a:close/>
                <a:moveTo>
                  <a:pt x="1114425" y="1800225"/>
                </a:moveTo>
                <a:lnTo>
                  <a:pt x="1133475" y="1800225"/>
                </a:lnTo>
                <a:lnTo>
                  <a:pt x="1133475" y="1809750"/>
                </a:lnTo>
                <a:lnTo>
                  <a:pt x="1123950" y="1809750"/>
                </a:lnTo>
                <a:lnTo>
                  <a:pt x="1123950" y="1819275"/>
                </a:lnTo>
                <a:lnTo>
                  <a:pt x="1114425" y="1819275"/>
                </a:lnTo>
                <a:close/>
                <a:moveTo>
                  <a:pt x="381000" y="1809750"/>
                </a:moveTo>
                <a:lnTo>
                  <a:pt x="390525" y="1809750"/>
                </a:lnTo>
                <a:lnTo>
                  <a:pt x="390525" y="1819275"/>
                </a:lnTo>
                <a:lnTo>
                  <a:pt x="381000" y="1819275"/>
                </a:lnTo>
                <a:close/>
                <a:moveTo>
                  <a:pt x="933450" y="1809750"/>
                </a:moveTo>
                <a:lnTo>
                  <a:pt x="942975" y="1809750"/>
                </a:lnTo>
                <a:lnTo>
                  <a:pt x="942975" y="1819275"/>
                </a:lnTo>
                <a:lnTo>
                  <a:pt x="933450" y="1819275"/>
                </a:lnTo>
                <a:close/>
                <a:moveTo>
                  <a:pt x="676275" y="1819275"/>
                </a:moveTo>
                <a:lnTo>
                  <a:pt x="685800" y="1819275"/>
                </a:lnTo>
                <a:lnTo>
                  <a:pt x="685800" y="1809750"/>
                </a:lnTo>
                <a:lnTo>
                  <a:pt x="676275" y="1809750"/>
                </a:lnTo>
                <a:close/>
                <a:moveTo>
                  <a:pt x="904875" y="1819275"/>
                </a:moveTo>
                <a:lnTo>
                  <a:pt x="933450" y="1819275"/>
                </a:lnTo>
                <a:lnTo>
                  <a:pt x="933450" y="1828800"/>
                </a:lnTo>
                <a:lnTo>
                  <a:pt x="923925" y="1828800"/>
                </a:lnTo>
                <a:lnTo>
                  <a:pt x="923925" y="1838325"/>
                </a:lnTo>
                <a:lnTo>
                  <a:pt x="933450" y="1838325"/>
                </a:lnTo>
                <a:lnTo>
                  <a:pt x="933450" y="1847850"/>
                </a:lnTo>
                <a:lnTo>
                  <a:pt x="904875" y="1847850"/>
                </a:lnTo>
                <a:close/>
                <a:moveTo>
                  <a:pt x="952500" y="1819275"/>
                </a:moveTo>
                <a:lnTo>
                  <a:pt x="962025" y="1819275"/>
                </a:lnTo>
                <a:lnTo>
                  <a:pt x="962025" y="1828800"/>
                </a:lnTo>
                <a:lnTo>
                  <a:pt x="952500" y="1828800"/>
                </a:lnTo>
                <a:close/>
                <a:moveTo>
                  <a:pt x="981075" y="1819275"/>
                </a:moveTo>
                <a:lnTo>
                  <a:pt x="1000125" y="1819275"/>
                </a:lnTo>
                <a:lnTo>
                  <a:pt x="1000125" y="1838325"/>
                </a:lnTo>
                <a:lnTo>
                  <a:pt x="981075" y="1838325"/>
                </a:lnTo>
                <a:close/>
                <a:moveTo>
                  <a:pt x="1419225" y="1819275"/>
                </a:moveTo>
                <a:lnTo>
                  <a:pt x="1438275" y="1819275"/>
                </a:lnTo>
                <a:lnTo>
                  <a:pt x="1438275" y="1828800"/>
                </a:lnTo>
                <a:lnTo>
                  <a:pt x="1419225" y="1828800"/>
                </a:lnTo>
                <a:close/>
                <a:moveTo>
                  <a:pt x="581025" y="1828800"/>
                </a:moveTo>
                <a:lnTo>
                  <a:pt x="609600" y="1828800"/>
                </a:lnTo>
                <a:lnTo>
                  <a:pt x="609600" y="1838325"/>
                </a:lnTo>
                <a:lnTo>
                  <a:pt x="581025" y="1838325"/>
                </a:lnTo>
                <a:close/>
                <a:moveTo>
                  <a:pt x="619125" y="1828800"/>
                </a:moveTo>
                <a:lnTo>
                  <a:pt x="647700" y="1828800"/>
                </a:lnTo>
                <a:lnTo>
                  <a:pt x="647700" y="1838325"/>
                </a:lnTo>
                <a:lnTo>
                  <a:pt x="619125" y="1838325"/>
                </a:lnTo>
                <a:close/>
                <a:moveTo>
                  <a:pt x="733425" y="1828800"/>
                </a:moveTo>
                <a:lnTo>
                  <a:pt x="742950" y="1828800"/>
                </a:lnTo>
                <a:lnTo>
                  <a:pt x="742950" y="1819275"/>
                </a:lnTo>
                <a:lnTo>
                  <a:pt x="733425" y="1819275"/>
                </a:lnTo>
                <a:close/>
                <a:moveTo>
                  <a:pt x="781050" y="1828800"/>
                </a:moveTo>
                <a:lnTo>
                  <a:pt x="809625" y="1828800"/>
                </a:lnTo>
                <a:lnTo>
                  <a:pt x="809625" y="1847850"/>
                </a:lnTo>
                <a:lnTo>
                  <a:pt x="752475" y="1847850"/>
                </a:lnTo>
                <a:lnTo>
                  <a:pt x="752475" y="1838325"/>
                </a:lnTo>
                <a:lnTo>
                  <a:pt x="781050" y="1838325"/>
                </a:lnTo>
                <a:close/>
                <a:moveTo>
                  <a:pt x="828675" y="1828800"/>
                </a:moveTo>
                <a:lnTo>
                  <a:pt x="838200" y="1828800"/>
                </a:lnTo>
                <a:lnTo>
                  <a:pt x="838200" y="1838325"/>
                </a:lnTo>
                <a:lnTo>
                  <a:pt x="828675" y="1838325"/>
                </a:lnTo>
                <a:close/>
                <a:moveTo>
                  <a:pt x="1447800" y="1828800"/>
                </a:moveTo>
                <a:lnTo>
                  <a:pt x="1466850" y="1828800"/>
                </a:lnTo>
                <a:lnTo>
                  <a:pt x="1466850" y="1838325"/>
                </a:lnTo>
                <a:lnTo>
                  <a:pt x="1447800" y="1838325"/>
                </a:lnTo>
                <a:close/>
                <a:moveTo>
                  <a:pt x="1628775" y="1828800"/>
                </a:moveTo>
                <a:lnTo>
                  <a:pt x="1638300" y="1828800"/>
                </a:lnTo>
                <a:lnTo>
                  <a:pt x="1638300" y="1838325"/>
                </a:lnTo>
                <a:lnTo>
                  <a:pt x="1628775" y="1838325"/>
                </a:lnTo>
                <a:close/>
                <a:moveTo>
                  <a:pt x="2066925" y="1828800"/>
                </a:moveTo>
                <a:lnTo>
                  <a:pt x="2076450" y="1828800"/>
                </a:lnTo>
                <a:lnTo>
                  <a:pt x="2076450" y="1866900"/>
                </a:lnTo>
                <a:lnTo>
                  <a:pt x="2066925" y="1866900"/>
                </a:lnTo>
                <a:close/>
                <a:moveTo>
                  <a:pt x="571500" y="1838325"/>
                </a:moveTo>
                <a:lnTo>
                  <a:pt x="581025" y="1838325"/>
                </a:lnTo>
                <a:lnTo>
                  <a:pt x="581025" y="1857375"/>
                </a:lnTo>
                <a:lnTo>
                  <a:pt x="571500" y="1857375"/>
                </a:lnTo>
                <a:close/>
                <a:moveTo>
                  <a:pt x="666750" y="1838325"/>
                </a:moveTo>
                <a:lnTo>
                  <a:pt x="676275" y="1838325"/>
                </a:lnTo>
                <a:lnTo>
                  <a:pt x="676275" y="1828800"/>
                </a:lnTo>
                <a:lnTo>
                  <a:pt x="666750" y="1828800"/>
                </a:lnTo>
                <a:close/>
                <a:moveTo>
                  <a:pt x="838200" y="1838325"/>
                </a:moveTo>
                <a:lnTo>
                  <a:pt x="857250" y="1838325"/>
                </a:lnTo>
                <a:lnTo>
                  <a:pt x="857250" y="1847850"/>
                </a:lnTo>
                <a:lnTo>
                  <a:pt x="847725" y="1847850"/>
                </a:lnTo>
                <a:lnTo>
                  <a:pt x="847725" y="1857375"/>
                </a:lnTo>
                <a:lnTo>
                  <a:pt x="838200" y="1857375"/>
                </a:lnTo>
                <a:close/>
                <a:moveTo>
                  <a:pt x="1504950" y="1838325"/>
                </a:moveTo>
                <a:lnTo>
                  <a:pt x="1524000" y="1838325"/>
                </a:lnTo>
                <a:lnTo>
                  <a:pt x="1524000" y="1857375"/>
                </a:lnTo>
                <a:lnTo>
                  <a:pt x="1514475" y="1857375"/>
                </a:lnTo>
                <a:lnTo>
                  <a:pt x="1514475" y="1847850"/>
                </a:lnTo>
                <a:lnTo>
                  <a:pt x="1504950" y="1847850"/>
                </a:lnTo>
                <a:close/>
                <a:moveTo>
                  <a:pt x="1638300" y="1838325"/>
                </a:moveTo>
                <a:lnTo>
                  <a:pt x="1647825" y="1838325"/>
                </a:lnTo>
                <a:lnTo>
                  <a:pt x="1647825" y="1847850"/>
                </a:lnTo>
                <a:lnTo>
                  <a:pt x="1666875" y="1847850"/>
                </a:lnTo>
                <a:lnTo>
                  <a:pt x="1666875" y="1857375"/>
                </a:lnTo>
                <a:lnTo>
                  <a:pt x="1676400" y="1857375"/>
                </a:lnTo>
                <a:lnTo>
                  <a:pt x="1676400" y="1885950"/>
                </a:lnTo>
                <a:lnTo>
                  <a:pt x="1685925" y="1885950"/>
                </a:lnTo>
                <a:lnTo>
                  <a:pt x="1685925" y="1895475"/>
                </a:lnTo>
                <a:lnTo>
                  <a:pt x="1676400" y="1895475"/>
                </a:lnTo>
                <a:lnTo>
                  <a:pt x="1676400" y="1905000"/>
                </a:lnTo>
                <a:lnTo>
                  <a:pt x="1666875" y="1905000"/>
                </a:lnTo>
                <a:lnTo>
                  <a:pt x="1666875" y="1895475"/>
                </a:lnTo>
                <a:lnTo>
                  <a:pt x="1657350" y="1895475"/>
                </a:lnTo>
                <a:lnTo>
                  <a:pt x="1657350" y="1866900"/>
                </a:lnTo>
                <a:lnTo>
                  <a:pt x="1647825" y="1866900"/>
                </a:lnTo>
                <a:lnTo>
                  <a:pt x="1647825" y="1857375"/>
                </a:lnTo>
                <a:lnTo>
                  <a:pt x="1638300" y="1857375"/>
                </a:lnTo>
                <a:close/>
                <a:moveTo>
                  <a:pt x="180975" y="1857375"/>
                </a:moveTo>
                <a:lnTo>
                  <a:pt x="209550" y="1857375"/>
                </a:lnTo>
                <a:lnTo>
                  <a:pt x="209550" y="1866900"/>
                </a:lnTo>
                <a:lnTo>
                  <a:pt x="180975" y="1866900"/>
                </a:lnTo>
                <a:close/>
                <a:moveTo>
                  <a:pt x="295275" y="1857375"/>
                </a:moveTo>
                <a:lnTo>
                  <a:pt x="314325" y="1857375"/>
                </a:lnTo>
                <a:lnTo>
                  <a:pt x="314325" y="1866900"/>
                </a:lnTo>
                <a:lnTo>
                  <a:pt x="304800" y="1866900"/>
                </a:lnTo>
                <a:lnTo>
                  <a:pt x="304800" y="1885950"/>
                </a:lnTo>
                <a:lnTo>
                  <a:pt x="295275" y="1885950"/>
                </a:lnTo>
                <a:close/>
                <a:moveTo>
                  <a:pt x="152400" y="1866900"/>
                </a:moveTo>
                <a:lnTo>
                  <a:pt x="161925" y="1866900"/>
                </a:lnTo>
                <a:lnTo>
                  <a:pt x="161925" y="1876425"/>
                </a:lnTo>
                <a:lnTo>
                  <a:pt x="152400" y="1876425"/>
                </a:lnTo>
                <a:close/>
                <a:moveTo>
                  <a:pt x="276225" y="1866900"/>
                </a:moveTo>
                <a:lnTo>
                  <a:pt x="285750" y="1866900"/>
                </a:lnTo>
                <a:lnTo>
                  <a:pt x="285750" y="1876425"/>
                </a:lnTo>
                <a:lnTo>
                  <a:pt x="276225" y="1876425"/>
                </a:lnTo>
                <a:close/>
                <a:moveTo>
                  <a:pt x="352425" y="1866900"/>
                </a:moveTo>
                <a:lnTo>
                  <a:pt x="390525" y="1866900"/>
                </a:lnTo>
                <a:lnTo>
                  <a:pt x="390525" y="1876425"/>
                </a:lnTo>
                <a:lnTo>
                  <a:pt x="352425" y="1876425"/>
                </a:lnTo>
                <a:close/>
                <a:moveTo>
                  <a:pt x="333375" y="1885950"/>
                </a:moveTo>
                <a:lnTo>
                  <a:pt x="352425" y="1885950"/>
                </a:lnTo>
                <a:lnTo>
                  <a:pt x="352425" y="1895475"/>
                </a:lnTo>
                <a:lnTo>
                  <a:pt x="333375" y="1895475"/>
                </a:lnTo>
                <a:close/>
                <a:moveTo>
                  <a:pt x="1266825" y="1885950"/>
                </a:moveTo>
                <a:lnTo>
                  <a:pt x="1276350" y="1885950"/>
                </a:lnTo>
                <a:lnTo>
                  <a:pt x="1276350" y="1905000"/>
                </a:lnTo>
                <a:lnTo>
                  <a:pt x="1266825" y="1905000"/>
                </a:lnTo>
                <a:close/>
                <a:moveTo>
                  <a:pt x="1695450" y="1885950"/>
                </a:moveTo>
                <a:lnTo>
                  <a:pt x="1704975" y="1885950"/>
                </a:lnTo>
                <a:lnTo>
                  <a:pt x="1704975" y="1895475"/>
                </a:lnTo>
                <a:lnTo>
                  <a:pt x="1695450" y="1895475"/>
                </a:lnTo>
                <a:close/>
                <a:moveTo>
                  <a:pt x="1295400" y="1895475"/>
                </a:moveTo>
                <a:lnTo>
                  <a:pt x="1304925" y="1895475"/>
                </a:lnTo>
                <a:lnTo>
                  <a:pt x="1304925" y="1924050"/>
                </a:lnTo>
                <a:lnTo>
                  <a:pt x="1295400" y="1924050"/>
                </a:lnTo>
                <a:lnTo>
                  <a:pt x="1295400" y="1914525"/>
                </a:lnTo>
                <a:lnTo>
                  <a:pt x="1276350" y="1914525"/>
                </a:lnTo>
                <a:lnTo>
                  <a:pt x="1276350" y="1905000"/>
                </a:lnTo>
                <a:lnTo>
                  <a:pt x="1295400" y="1905000"/>
                </a:lnTo>
                <a:close/>
                <a:moveTo>
                  <a:pt x="1685925" y="1895475"/>
                </a:moveTo>
                <a:lnTo>
                  <a:pt x="1695450" y="1895475"/>
                </a:lnTo>
                <a:lnTo>
                  <a:pt x="1695450" y="1905000"/>
                </a:lnTo>
                <a:lnTo>
                  <a:pt x="1685925" y="1905000"/>
                </a:lnTo>
                <a:close/>
                <a:moveTo>
                  <a:pt x="1704975" y="1895475"/>
                </a:moveTo>
                <a:lnTo>
                  <a:pt x="1714500" y="1895475"/>
                </a:lnTo>
                <a:lnTo>
                  <a:pt x="1714500" y="1905000"/>
                </a:lnTo>
                <a:lnTo>
                  <a:pt x="1704975" y="1905000"/>
                </a:lnTo>
                <a:close/>
                <a:moveTo>
                  <a:pt x="219075" y="1905000"/>
                </a:moveTo>
                <a:lnTo>
                  <a:pt x="228600" y="1905000"/>
                </a:lnTo>
                <a:lnTo>
                  <a:pt x="228600" y="1914525"/>
                </a:lnTo>
                <a:lnTo>
                  <a:pt x="219075" y="1914525"/>
                </a:lnTo>
                <a:close/>
                <a:moveTo>
                  <a:pt x="266700" y="1905000"/>
                </a:moveTo>
                <a:lnTo>
                  <a:pt x="276225" y="1905000"/>
                </a:lnTo>
                <a:lnTo>
                  <a:pt x="276225" y="1914525"/>
                </a:lnTo>
                <a:lnTo>
                  <a:pt x="266700" y="1914525"/>
                </a:lnTo>
                <a:close/>
                <a:moveTo>
                  <a:pt x="200025" y="1914525"/>
                </a:moveTo>
                <a:lnTo>
                  <a:pt x="219075" y="1914525"/>
                </a:lnTo>
                <a:lnTo>
                  <a:pt x="219075" y="1924050"/>
                </a:lnTo>
                <a:lnTo>
                  <a:pt x="209550" y="1924050"/>
                </a:lnTo>
                <a:lnTo>
                  <a:pt x="209550" y="1933575"/>
                </a:lnTo>
                <a:lnTo>
                  <a:pt x="200025" y="1933575"/>
                </a:lnTo>
                <a:lnTo>
                  <a:pt x="200025" y="1943100"/>
                </a:lnTo>
                <a:lnTo>
                  <a:pt x="180975" y="1943100"/>
                </a:lnTo>
                <a:lnTo>
                  <a:pt x="180975" y="1933575"/>
                </a:lnTo>
                <a:lnTo>
                  <a:pt x="190500" y="1933575"/>
                </a:lnTo>
                <a:lnTo>
                  <a:pt x="190500" y="1924050"/>
                </a:lnTo>
                <a:lnTo>
                  <a:pt x="200025" y="1924050"/>
                </a:lnTo>
                <a:close/>
                <a:moveTo>
                  <a:pt x="1162050" y="1914525"/>
                </a:moveTo>
                <a:lnTo>
                  <a:pt x="1171575" y="1914525"/>
                </a:lnTo>
                <a:lnTo>
                  <a:pt x="1171575" y="1924050"/>
                </a:lnTo>
                <a:lnTo>
                  <a:pt x="1162050" y="1924050"/>
                </a:lnTo>
                <a:close/>
                <a:moveTo>
                  <a:pt x="1304925" y="1924050"/>
                </a:moveTo>
                <a:lnTo>
                  <a:pt x="1314450" y="1924050"/>
                </a:lnTo>
                <a:lnTo>
                  <a:pt x="1314450" y="1933575"/>
                </a:lnTo>
                <a:lnTo>
                  <a:pt x="1304925" y="1933575"/>
                </a:lnTo>
                <a:close/>
                <a:moveTo>
                  <a:pt x="1247775" y="1933575"/>
                </a:moveTo>
                <a:lnTo>
                  <a:pt x="1257300" y="1933575"/>
                </a:lnTo>
                <a:lnTo>
                  <a:pt x="1257300" y="1943100"/>
                </a:lnTo>
                <a:lnTo>
                  <a:pt x="1247775" y="1943100"/>
                </a:lnTo>
                <a:close/>
                <a:moveTo>
                  <a:pt x="1695450" y="1933575"/>
                </a:moveTo>
                <a:lnTo>
                  <a:pt x="1704975" y="1933575"/>
                </a:lnTo>
                <a:lnTo>
                  <a:pt x="1704975" y="1962150"/>
                </a:lnTo>
                <a:lnTo>
                  <a:pt x="1695450" y="1962150"/>
                </a:lnTo>
                <a:close/>
                <a:moveTo>
                  <a:pt x="152400" y="1943100"/>
                </a:moveTo>
                <a:lnTo>
                  <a:pt x="161925" y="1943100"/>
                </a:lnTo>
                <a:lnTo>
                  <a:pt x="161925" y="1952625"/>
                </a:lnTo>
                <a:lnTo>
                  <a:pt x="152400" y="1952625"/>
                </a:lnTo>
                <a:close/>
                <a:moveTo>
                  <a:pt x="1257300" y="1943100"/>
                </a:moveTo>
                <a:lnTo>
                  <a:pt x="1266825" y="1943100"/>
                </a:lnTo>
                <a:lnTo>
                  <a:pt x="1266825" y="1952625"/>
                </a:lnTo>
                <a:lnTo>
                  <a:pt x="1257300" y="1952625"/>
                </a:lnTo>
                <a:close/>
                <a:moveTo>
                  <a:pt x="1714500" y="1943100"/>
                </a:moveTo>
                <a:lnTo>
                  <a:pt x="1724025" y="1943100"/>
                </a:lnTo>
                <a:lnTo>
                  <a:pt x="1724025" y="1952625"/>
                </a:lnTo>
                <a:lnTo>
                  <a:pt x="1714500" y="1952625"/>
                </a:lnTo>
                <a:close/>
                <a:moveTo>
                  <a:pt x="409575" y="1952625"/>
                </a:moveTo>
                <a:lnTo>
                  <a:pt x="428625" y="1952625"/>
                </a:lnTo>
                <a:lnTo>
                  <a:pt x="428625" y="1962150"/>
                </a:lnTo>
                <a:lnTo>
                  <a:pt x="409575" y="1962150"/>
                </a:lnTo>
                <a:close/>
                <a:moveTo>
                  <a:pt x="438150" y="1952625"/>
                </a:moveTo>
                <a:lnTo>
                  <a:pt x="447675" y="1952625"/>
                </a:lnTo>
                <a:lnTo>
                  <a:pt x="447675" y="1962150"/>
                </a:lnTo>
                <a:lnTo>
                  <a:pt x="438150" y="1962150"/>
                </a:lnTo>
                <a:close/>
                <a:moveTo>
                  <a:pt x="1152525" y="1952625"/>
                </a:moveTo>
                <a:lnTo>
                  <a:pt x="1181100" y="1952625"/>
                </a:lnTo>
                <a:lnTo>
                  <a:pt x="1181100" y="1962150"/>
                </a:lnTo>
                <a:lnTo>
                  <a:pt x="1190625" y="1962150"/>
                </a:lnTo>
                <a:lnTo>
                  <a:pt x="1190625" y="1971675"/>
                </a:lnTo>
                <a:lnTo>
                  <a:pt x="1171575" y="1971675"/>
                </a:lnTo>
                <a:lnTo>
                  <a:pt x="1171575" y="1962150"/>
                </a:lnTo>
                <a:lnTo>
                  <a:pt x="1152525" y="1962150"/>
                </a:lnTo>
                <a:close/>
                <a:moveTo>
                  <a:pt x="1133475" y="1962150"/>
                </a:moveTo>
                <a:lnTo>
                  <a:pt x="1143000" y="1962150"/>
                </a:lnTo>
                <a:lnTo>
                  <a:pt x="1143000" y="1971675"/>
                </a:lnTo>
                <a:lnTo>
                  <a:pt x="1133475" y="1971675"/>
                </a:lnTo>
                <a:close/>
                <a:moveTo>
                  <a:pt x="1276350" y="1962150"/>
                </a:moveTo>
                <a:lnTo>
                  <a:pt x="1304925" y="1962150"/>
                </a:lnTo>
                <a:lnTo>
                  <a:pt x="1304925" y="1981200"/>
                </a:lnTo>
                <a:lnTo>
                  <a:pt x="1314450" y="1981200"/>
                </a:lnTo>
                <a:lnTo>
                  <a:pt x="1314450" y="1990725"/>
                </a:lnTo>
                <a:lnTo>
                  <a:pt x="1323975" y="1990725"/>
                </a:lnTo>
                <a:lnTo>
                  <a:pt x="1323975" y="2000250"/>
                </a:lnTo>
                <a:lnTo>
                  <a:pt x="1333500" y="2000250"/>
                </a:lnTo>
                <a:lnTo>
                  <a:pt x="1333500" y="2009775"/>
                </a:lnTo>
                <a:lnTo>
                  <a:pt x="1343025" y="2009775"/>
                </a:lnTo>
                <a:lnTo>
                  <a:pt x="1343025" y="2019300"/>
                </a:lnTo>
                <a:lnTo>
                  <a:pt x="1352550" y="2019300"/>
                </a:lnTo>
                <a:lnTo>
                  <a:pt x="1352550" y="2028825"/>
                </a:lnTo>
                <a:lnTo>
                  <a:pt x="1362075" y="2028825"/>
                </a:lnTo>
                <a:lnTo>
                  <a:pt x="1362075" y="2019300"/>
                </a:lnTo>
                <a:lnTo>
                  <a:pt x="1371600" y="2019300"/>
                </a:lnTo>
                <a:lnTo>
                  <a:pt x="1371600" y="2038350"/>
                </a:lnTo>
                <a:lnTo>
                  <a:pt x="1362075" y="2038350"/>
                </a:lnTo>
                <a:lnTo>
                  <a:pt x="1362075" y="2047875"/>
                </a:lnTo>
                <a:lnTo>
                  <a:pt x="1352550" y="2047875"/>
                </a:lnTo>
                <a:lnTo>
                  <a:pt x="1352550" y="2066925"/>
                </a:lnTo>
                <a:lnTo>
                  <a:pt x="1333500" y="2066925"/>
                </a:lnTo>
                <a:lnTo>
                  <a:pt x="1333500" y="2076450"/>
                </a:lnTo>
                <a:lnTo>
                  <a:pt x="1343025" y="2076450"/>
                </a:lnTo>
                <a:lnTo>
                  <a:pt x="1343025" y="2095500"/>
                </a:lnTo>
                <a:lnTo>
                  <a:pt x="1352550" y="2095500"/>
                </a:lnTo>
                <a:lnTo>
                  <a:pt x="1352550" y="2105025"/>
                </a:lnTo>
                <a:lnTo>
                  <a:pt x="1371600" y="2105025"/>
                </a:lnTo>
                <a:lnTo>
                  <a:pt x="1371600" y="2114550"/>
                </a:lnTo>
                <a:lnTo>
                  <a:pt x="1362075" y="2114550"/>
                </a:lnTo>
                <a:lnTo>
                  <a:pt x="1362075" y="2124075"/>
                </a:lnTo>
                <a:lnTo>
                  <a:pt x="1352550" y="2124075"/>
                </a:lnTo>
                <a:lnTo>
                  <a:pt x="1352550" y="2143125"/>
                </a:lnTo>
                <a:lnTo>
                  <a:pt x="1371600" y="2143125"/>
                </a:lnTo>
                <a:lnTo>
                  <a:pt x="1371600" y="2162175"/>
                </a:lnTo>
                <a:lnTo>
                  <a:pt x="1362075" y="2162175"/>
                </a:lnTo>
                <a:lnTo>
                  <a:pt x="1362075" y="2171700"/>
                </a:lnTo>
                <a:lnTo>
                  <a:pt x="1352550" y="2171700"/>
                </a:lnTo>
                <a:lnTo>
                  <a:pt x="1352550" y="2200275"/>
                </a:lnTo>
                <a:lnTo>
                  <a:pt x="1371600" y="2200275"/>
                </a:lnTo>
                <a:lnTo>
                  <a:pt x="1371600" y="2171700"/>
                </a:lnTo>
                <a:lnTo>
                  <a:pt x="1381125" y="2171700"/>
                </a:lnTo>
                <a:lnTo>
                  <a:pt x="1381125" y="2181225"/>
                </a:lnTo>
                <a:lnTo>
                  <a:pt x="1400175" y="2181225"/>
                </a:lnTo>
                <a:lnTo>
                  <a:pt x="1400175" y="2190750"/>
                </a:lnTo>
                <a:lnTo>
                  <a:pt x="1419225" y="2190750"/>
                </a:lnTo>
                <a:lnTo>
                  <a:pt x="1419225" y="2209800"/>
                </a:lnTo>
                <a:lnTo>
                  <a:pt x="1428750" y="2209800"/>
                </a:lnTo>
                <a:lnTo>
                  <a:pt x="1428750" y="2219325"/>
                </a:lnTo>
                <a:lnTo>
                  <a:pt x="1419225" y="2219325"/>
                </a:lnTo>
                <a:lnTo>
                  <a:pt x="1419225" y="2238375"/>
                </a:lnTo>
                <a:lnTo>
                  <a:pt x="1428750" y="2238375"/>
                </a:lnTo>
                <a:lnTo>
                  <a:pt x="1428750" y="2247900"/>
                </a:lnTo>
                <a:lnTo>
                  <a:pt x="1447800" y="2247900"/>
                </a:lnTo>
                <a:lnTo>
                  <a:pt x="1447800" y="2228850"/>
                </a:lnTo>
                <a:lnTo>
                  <a:pt x="1466850" y="2228850"/>
                </a:lnTo>
                <a:lnTo>
                  <a:pt x="1466850" y="2238375"/>
                </a:lnTo>
                <a:lnTo>
                  <a:pt x="1457325" y="2238375"/>
                </a:lnTo>
                <a:lnTo>
                  <a:pt x="1457325" y="2247900"/>
                </a:lnTo>
                <a:lnTo>
                  <a:pt x="1476375" y="2247900"/>
                </a:lnTo>
                <a:lnTo>
                  <a:pt x="1476375" y="2238375"/>
                </a:lnTo>
                <a:lnTo>
                  <a:pt x="1485900" y="2238375"/>
                </a:lnTo>
                <a:lnTo>
                  <a:pt x="1485900" y="2219325"/>
                </a:lnTo>
                <a:lnTo>
                  <a:pt x="1476375" y="2219325"/>
                </a:lnTo>
                <a:lnTo>
                  <a:pt x="1476375" y="2209800"/>
                </a:lnTo>
                <a:lnTo>
                  <a:pt x="1438275" y="2209800"/>
                </a:lnTo>
                <a:lnTo>
                  <a:pt x="1438275" y="2200275"/>
                </a:lnTo>
                <a:lnTo>
                  <a:pt x="1447800" y="2200275"/>
                </a:lnTo>
                <a:lnTo>
                  <a:pt x="1447800" y="2190750"/>
                </a:lnTo>
                <a:lnTo>
                  <a:pt x="1476375" y="2190750"/>
                </a:lnTo>
                <a:lnTo>
                  <a:pt x="1476375" y="2209800"/>
                </a:lnTo>
                <a:lnTo>
                  <a:pt x="1495425" y="2209800"/>
                </a:lnTo>
                <a:lnTo>
                  <a:pt x="1495425" y="2200275"/>
                </a:lnTo>
                <a:lnTo>
                  <a:pt x="1524000" y="2200275"/>
                </a:lnTo>
                <a:lnTo>
                  <a:pt x="1524000" y="2209800"/>
                </a:lnTo>
                <a:lnTo>
                  <a:pt x="1562100" y="2209800"/>
                </a:lnTo>
                <a:lnTo>
                  <a:pt x="1562100" y="2200275"/>
                </a:lnTo>
                <a:lnTo>
                  <a:pt x="1581150" y="2200275"/>
                </a:lnTo>
                <a:lnTo>
                  <a:pt x="1581150" y="2190750"/>
                </a:lnTo>
                <a:lnTo>
                  <a:pt x="1600200" y="2190750"/>
                </a:lnTo>
                <a:lnTo>
                  <a:pt x="1600200" y="2200275"/>
                </a:lnTo>
                <a:lnTo>
                  <a:pt x="1609725" y="2200275"/>
                </a:lnTo>
                <a:lnTo>
                  <a:pt x="1609725" y="2190750"/>
                </a:lnTo>
                <a:lnTo>
                  <a:pt x="1619250" y="2190750"/>
                </a:lnTo>
                <a:lnTo>
                  <a:pt x="1619250" y="2171700"/>
                </a:lnTo>
                <a:lnTo>
                  <a:pt x="1628775" y="2171700"/>
                </a:lnTo>
                <a:lnTo>
                  <a:pt x="1628775" y="2162175"/>
                </a:lnTo>
                <a:lnTo>
                  <a:pt x="1704975" y="2162175"/>
                </a:lnTo>
                <a:lnTo>
                  <a:pt x="1704975" y="2171700"/>
                </a:lnTo>
                <a:lnTo>
                  <a:pt x="1695450" y="2171700"/>
                </a:lnTo>
                <a:lnTo>
                  <a:pt x="1695450" y="2181225"/>
                </a:lnTo>
                <a:lnTo>
                  <a:pt x="1685925" y="2181225"/>
                </a:lnTo>
                <a:lnTo>
                  <a:pt x="1685925" y="2190750"/>
                </a:lnTo>
                <a:lnTo>
                  <a:pt x="1666875" y="2190750"/>
                </a:lnTo>
                <a:lnTo>
                  <a:pt x="1666875" y="2200275"/>
                </a:lnTo>
                <a:lnTo>
                  <a:pt x="1657350" y="2200275"/>
                </a:lnTo>
                <a:lnTo>
                  <a:pt x="1657350" y="2209800"/>
                </a:lnTo>
                <a:lnTo>
                  <a:pt x="1666875" y="2209800"/>
                </a:lnTo>
                <a:lnTo>
                  <a:pt x="1666875" y="2219325"/>
                </a:lnTo>
                <a:lnTo>
                  <a:pt x="1647825" y="2219325"/>
                </a:lnTo>
                <a:lnTo>
                  <a:pt x="1647825" y="2228850"/>
                </a:lnTo>
                <a:lnTo>
                  <a:pt x="1666875" y="2228850"/>
                </a:lnTo>
                <a:lnTo>
                  <a:pt x="1666875" y="2238375"/>
                </a:lnTo>
                <a:lnTo>
                  <a:pt x="1695450" y="2238375"/>
                </a:lnTo>
                <a:lnTo>
                  <a:pt x="1695450" y="2209800"/>
                </a:lnTo>
                <a:lnTo>
                  <a:pt x="1685925" y="2209800"/>
                </a:lnTo>
                <a:lnTo>
                  <a:pt x="1685925" y="2200275"/>
                </a:lnTo>
                <a:lnTo>
                  <a:pt x="1704975" y="2200275"/>
                </a:lnTo>
                <a:lnTo>
                  <a:pt x="1704975" y="2190750"/>
                </a:lnTo>
                <a:lnTo>
                  <a:pt x="1714500" y="2190750"/>
                </a:lnTo>
                <a:lnTo>
                  <a:pt x="1714500" y="2181225"/>
                </a:lnTo>
                <a:lnTo>
                  <a:pt x="1704975" y="2181225"/>
                </a:lnTo>
                <a:lnTo>
                  <a:pt x="1704975" y="2171700"/>
                </a:lnTo>
                <a:lnTo>
                  <a:pt x="1724025" y="2171700"/>
                </a:lnTo>
                <a:lnTo>
                  <a:pt x="1724025" y="2190750"/>
                </a:lnTo>
                <a:lnTo>
                  <a:pt x="1733550" y="2190750"/>
                </a:lnTo>
                <a:lnTo>
                  <a:pt x="1733550" y="2171700"/>
                </a:lnTo>
                <a:lnTo>
                  <a:pt x="1752600" y="2171700"/>
                </a:lnTo>
                <a:lnTo>
                  <a:pt x="1752600" y="2181225"/>
                </a:lnTo>
                <a:lnTo>
                  <a:pt x="1743075" y="2181225"/>
                </a:lnTo>
                <a:lnTo>
                  <a:pt x="1743075" y="2190750"/>
                </a:lnTo>
                <a:lnTo>
                  <a:pt x="1733550" y="2190750"/>
                </a:lnTo>
                <a:lnTo>
                  <a:pt x="1733550" y="2209800"/>
                </a:lnTo>
                <a:lnTo>
                  <a:pt x="1752600" y="2209800"/>
                </a:lnTo>
                <a:lnTo>
                  <a:pt x="1752600" y="2219325"/>
                </a:lnTo>
                <a:lnTo>
                  <a:pt x="1762125" y="2219325"/>
                </a:lnTo>
                <a:lnTo>
                  <a:pt x="1762125" y="2228850"/>
                </a:lnTo>
                <a:lnTo>
                  <a:pt x="1752600" y="2228850"/>
                </a:lnTo>
                <a:lnTo>
                  <a:pt x="1752600" y="2257425"/>
                </a:lnTo>
                <a:lnTo>
                  <a:pt x="1743075" y="2257425"/>
                </a:lnTo>
                <a:lnTo>
                  <a:pt x="1743075" y="2286000"/>
                </a:lnTo>
                <a:lnTo>
                  <a:pt x="1771650" y="2286000"/>
                </a:lnTo>
                <a:lnTo>
                  <a:pt x="1771650" y="2295525"/>
                </a:lnTo>
                <a:lnTo>
                  <a:pt x="1781175" y="2295525"/>
                </a:lnTo>
                <a:lnTo>
                  <a:pt x="1781175" y="2314575"/>
                </a:lnTo>
                <a:lnTo>
                  <a:pt x="1790700" y="2314575"/>
                </a:lnTo>
                <a:lnTo>
                  <a:pt x="1790700" y="2324100"/>
                </a:lnTo>
                <a:lnTo>
                  <a:pt x="1781175" y="2324100"/>
                </a:lnTo>
                <a:lnTo>
                  <a:pt x="1781175" y="2333625"/>
                </a:lnTo>
                <a:lnTo>
                  <a:pt x="1762125" y="2333625"/>
                </a:lnTo>
                <a:lnTo>
                  <a:pt x="1762125" y="2324100"/>
                </a:lnTo>
                <a:lnTo>
                  <a:pt x="1752600" y="2324100"/>
                </a:lnTo>
                <a:lnTo>
                  <a:pt x="1752600" y="2314575"/>
                </a:lnTo>
                <a:lnTo>
                  <a:pt x="1743075" y="2314575"/>
                </a:lnTo>
                <a:lnTo>
                  <a:pt x="1743075" y="2295525"/>
                </a:lnTo>
                <a:lnTo>
                  <a:pt x="1733550" y="2295525"/>
                </a:lnTo>
                <a:lnTo>
                  <a:pt x="1733550" y="2266950"/>
                </a:lnTo>
                <a:lnTo>
                  <a:pt x="1724025" y="2266950"/>
                </a:lnTo>
                <a:lnTo>
                  <a:pt x="1724025" y="2276475"/>
                </a:lnTo>
                <a:lnTo>
                  <a:pt x="1714500" y="2276475"/>
                </a:lnTo>
                <a:lnTo>
                  <a:pt x="1714500" y="2286000"/>
                </a:lnTo>
                <a:lnTo>
                  <a:pt x="1685925" y="2286000"/>
                </a:lnTo>
                <a:lnTo>
                  <a:pt x="1685925" y="2276475"/>
                </a:lnTo>
                <a:lnTo>
                  <a:pt x="1695450" y="2276475"/>
                </a:lnTo>
                <a:lnTo>
                  <a:pt x="1695450" y="2257425"/>
                </a:lnTo>
                <a:lnTo>
                  <a:pt x="1704975" y="2257425"/>
                </a:lnTo>
                <a:lnTo>
                  <a:pt x="1704975" y="2238375"/>
                </a:lnTo>
                <a:lnTo>
                  <a:pt x="1695450" y="2238375"/>
                </a:lnTo>
                <a:lnTo>
                  <a:pt x="1695450" y="2247900"/>
                </a:lnTo>
                <a:lnTo>
                  <a:pt x="1685925" y="2247900"/>
                </a:lnTo>
                <a:lnTo>
                  <a:pt x="1685925" y="2266950"/>
                </a:lnTo>
                <a:lnTo>
                  <a:pt x="1666875" y="2266950"/>
                </a:lnTo>
                <a:lnTo>
                  <a:pt x="1666875" y="2247900"/>
                </a:lnTo>
                <a:lnTo>
                  <a:pt x="1657350" y="2247900"/>
                </a:lnTo>
                <a:lnTo>
                  <a:pt x="1657350" y="2238375"/>
                </a:lnTo>
                <a:lnTo>
                  <a:pt x="1647825" y="2238375"/>
                </a:lnTo>
                <a:lnTo>
                  <a:pt x="1647825" y="2247900"/>
                </a:lnTo>
                <a:lnTo>
                  <a:pt x="1638300" y="2247900"/>
                </a:lnTo>
                <a:lnTo>
                  <a:pt x="1638300" y="2257425"/>
                </a:lnTo>
                <a:lnTo>
                  <a:pt x="1628775" y="2257425"/>
                </a:lnTo>
                <a:lnTo>
                  <a:pt x="1628775" y="2266950"/>
                </a:lnTo>
                <a:lnTo>
                  <a:pt x="1619250" y="2266950"/>
                </a:lnTo>
                <a:lnTo>
                  <a:pt x="1619250" y="2276475"/>
                </a:lnTo>
                <a:lnTo>
                  <a:pt x="1609725" y="2276475"/>
                </a:lnTo>
                <a:lnTo>
                  <a:pt x="1609725" y="2295525"/>
                </a:lnTo>
                <a:lnTo>
                  <a:pt x="1590675" y="2295525"/>
                </a:lnTo>
                <a:lnTo>
                  <a:pt x="1590675" y="2305050"/>
                </a:lnTo>
                <a:lnTo>
                  <a:pt x="1600200" y="2305050"/>
                </a:lnTo>
                <a:lnTo>
                  <a:pt x="1600200" y="2314575"/>
                </a:lnTo>
                <a:lnTo>
                  <a:pt x="1609725" y="2314575"/>
                </a:lnTo>
                <a:lnTo>
                  <a:pt x="1609725" y="2343150"/>
                </a:lnTo>
                <a:lnTo>
                  <a:pt x="1619250" y="2343150"/>
                </a:lnTo>
                <a:lnTo>
                  <a:pt x="1619250" y="2352675"/>
                </a:lnTo>
                <a:lnTo>
                  <a:pt x="1600200" y="2352675"/>
                </a:lnTo>
                <a:lnTo>
                  <a:pt x="1600200" y="2333625"/>
                </a:lnTo>
                <a:lnTo>
                  <a:pt x="1590675" y="2333625"/>
                </a:lnTo>
                <a:lnTo>
                  <a:pt x="1590675" y="2324100"/>
                </a:lnTo>
                <a:lnTo>
                  <a:pt x="1562100" y="2324100"/>
                </a:lnTo>
                <a:lnTo>
                  <a:pt x="1562100" y="2314575"/>
                </a:lnTo>
                <a:lnTo>
                  <a:pt x="1552575" y="2314575"/>
                </a:lnTo>
                <a:lnTo>
                  <a:pt x="1552575" y="2305050"/>
                </a:lnTo>
                <a:lnTo>
                  <a:pt x="1562100" y="2305050"/>
                </a:lnTo>
                <a:lnTo>
                  <a:pt x="1562100" y="2295525"/>
                </a:lnTo>
                <a:lnTo>
                  <a:pt x="1552575" y="2295525"/>
                </a:lnTo>
                <a:lnTo>
                  <a:pt x="1552575" y="2286000"/>
                </a:lnTo>
                <a:lnTo>
                  <a:pt x="1562100" y="2286000"/>
                </a:lnTo>
                <a:lnTo>
                  <a:pt x="1562100" y="2257425"/>
                </a:lnTo>
                <a:lnTo>
                  <a:pt x="1552575" y="2257425"/>
                </a:lnTo>
                <a:lnTo>
                  <a:pt x="1552575" y="2238375"/>
                </a:lnTo>
                <a:lnTo>
                  <a:pt x="1524000" y="2238375"/>
                </a:lnTo>
                <a:lnTo>
                  <a:pt x="1524000" y="2247900"/>
                </a:lnTo>
                <a:lnTo>
                  <a:pt x="1533525" y="2247900"/>
                </a:lnTo>
                <a:lnTo>
                  <a:pt x="1533525" y="2257425"/>
                </a:lnTo>
                <a:lnTo>
                  <a:pt x="1504950" y="2257425"/>
                </a:lnTo>
                <a:lnTo>
                  <a:pt x="1504950" y="2266950"/>
                </a:lnTo>
                <a:lnTo>
                  <a:pt x="1514475" y="2266950"/>
                </a:lnTo>
                <a:lnTo>
                  <a:pt x="1514475" y="2276475"/>
                </a:lnTo>
                <a:lnTo>
                  <a:pt x="1524000" y="2276475"/>
                </a:lnTo>
                <a:lnTo>
                  <a:pt x="1524000" y="2295525"/>
                </a:lnTo>
                <a:lnTo>
                  <a:pt x="1514475" y="2295525"/>
                </a:lnTo>
                <a:lnTo>
                  <a:pt x="1514475" y="2286000"/>
                </a:lnTo>
                <a:lnTo>
                  <a:pt x="1504950" y="2286000"/>
                </a:lnTo>
                <a:lnTo>
                  <a:pt x="1504950" y="2276475"/>
                </a:lnTo>
                <a:lnTo>
                  <a:pt x="1495425" y="2276475"/>
                </a:lnTo>
                <a:lnTo>
                  <a:pt x="1495425" y="2257425"/>
                </a:lnTo>
                <a:lnTo>
                  <a:pt x="1485900" y="2257425"/>
                </a:lnTo>
                <a:lnTo>
                  <a:pt x="1485900" y="2276475"/>
                </a:lnTo>
                <a:lnTo>
                  <a:pt x="1476375" y="2276475"/>
                </a:lnTo>
                <a:lnTo>
                  <a:pt x="1476375" y="2305050"/>
                </a:lnTo>
                <a:lnTo>
                  <a:pt x="1485900" y="2305050"/>
                </a:lnTo>
                <a:lnTo>
                  <a:pt x="1485900" y="2295525"/>
                </a:lnTo>
                <a:lnTo>
                  <a:pt x="1495425" y="2295525"/>
                </a:lnTo>
                <a:lnTo>
                  <a:pt x="1495425" y="2305050"/>
                </a:lnTo>
                <a:lnTo>
                  <a:pt x="1504950" y="2305050"/>
                </a:lnTo>
                <a:lnTo>
                  <a:pt x="1504950" y="2324100"/>
                </a:lnTo>
                <a:lnTo>
                  <a:pt x="1495425" y="2324100"/>
                </a:lnTo>
                <a:lnTo>
                  <a:pt x="1495425" y="2314575"/>
                </a:lnTo>
                <a:lnTo>
                  <a:pt x="1466850" y="2314575"/>
                </a:lnTo>
                <a:lnTo>
                  <a:pt x="1466850" y="2343150"/>
                </a:lnTo>
                <a:lnTo>
                  <a:pt x="1428750" y="2343150"/>
                </a:lnTo>
                <a:lnTo>
                  <a:pt x="1428750" y="2362200"/>
                </a:lnTo>
                <a:lnTo>
                  <a:pt x="1419225" y="2362200"/>
                </a:lnTo>
                <a:lnTo>
                  <a:pt x="1419225" y="2371725"/>
                </a:lnTo>
                <a:lnTo>
                  <a:pt x="1400175" y="2371725"/>
                </a:lnTo>
                <a:lnTo>
                  <a:pt x="1400175" y="2343150"/>
                </a:lnTo>
                <a:lnTo>
                  <a:pt x="1381125" y="2343150"/>
                </a:lnTo>
                <a:lnTo>
                  <a:pt x="1381125" y="2333625"/>
                </a:lnTo>
                <a:lnTo>
                  <a:pt x="1362075" y="2333625"/>
                </a:lnTo>
                <a:lnTo>
                  <a:pt x="1362075" y="2324100"/>
                </a:lnTo>
                <a:lnTo>
                  <a:pt x="1381125" y="2324100"/>
                </a:lnTo>
                <a:lnTo>
                  <a:pt x="1381125" y="2305050"/>
                </a:lnTo>
                <a:lnTo>
                  <a:pt x="1362075" y="2305050"/>
                </a:lnTo>
                <a:lnTo>
                  <a:pt x="1362075" y="2295525"/>
                </a:lnTo>
                <a:lnTo>
                  <a:pt x="1371600" y="2295525"/>
                </a:lnTo>
                <a:lnTo>
                  <a:pt x="1371600" y="2286000"/>
                </a:lnTo>
                <a:lnTo>
                  <a:pt x="1381125" y="2286000"/>
                </a:lnTo>
                <a:lnTo>
                  <a:pt x="1381125" y="2295525"/>
                </a:lnTo>
                <a:lnTo>
                  <a:pt x="1390650" y="2295525"/>
                </a:lnTo>
                <a:lnTo>
                  <a:pt x="1390650" y="2305050"/>
                </a:lnTo>
                <a:lnTo>
                  <a:pt x="1400175" y="2305050"/>
                </a:lnTo>
                <a:lnTo>
                  <a:pt x="1400175" y="2314575"/>
                </a:lnTo>
                <a:lnTo>
                  <a:pt x="1409700" y="2314575"/>
                </a:lnTo>
                <a:lnTo>
                  <a:pt x="1409700" y="2324100"/>
                </a:lnTo>
                <a:lnTo>
                  <a:pt x="1428750" y="2324100"/>
                </a:lnTo>
                <a:lnTo>
                  <a:pt x="1428750" y="2333625"/>
                </a:lnTo>
                <a:lnTo>
                  <a:pt x="1438275" y="2333625"/>
                </a:lnTo>
                <a:lnTo>
                  <a:pt x="1438275" y="2295525"/>
                </a:lnTo>
                <a:lnTo>
                  <a:pt x="1428750" y="2295525"/>
                </a:lnTo>
                <a:lnTo>
                  <a:pt x="1428750" y="2286000"/>
                </a:lnTo>
                <a:lnTo>
                  <a:pt x="1390650" y="2286000"/>
                </a:lnTo>
                <a:lnTo>
                  <a:pt x="1390650" y="2276475"/>
                </a:lnTo>
                <a:lnTo>
                  <a:pt x="1381125" y="2276475"/>
                </a:lnTo>
                <a:lnTo>
                  <a:pt x="1381125" y="2238375"/>
                </a:lnTo>
                <a:lnTo>
                  <a:pt x="1390650" y="2238375"/>
                </a:lnTo>
                <a:lnTo>
                  <a:pt x="1390650" y="2228850"/>
                </a:lnTo>
                <a:lnTo>
                  <a:pt x="1381125" y="2228850"/>
                </a:lnTo>
                <a:lnTo>
                  <a:pt x="1381125" y="2219325"/>
                </a:lnTo>
                <a:lnTo>
                  <a:pt x="1371600" y="2219325"/>
                </a:lnTo>
                <a:lnTo>
                  <a:pt x="1371600" y="2238375"/>
                </a:lnTo>
                <a:lnTo>
                  <a:pt x="1362075" y="2238375"/>
                </a:lnTo>
                <a:lnTo>
                  <a:pt x="1362075" y="2228850"/>
                </a:lnTo>
                <a:lnTo>
                  <a:pt x="1352550" y="2228850"/>
                </a:lnTo>
                <a:lnTo>
                  <a:pt x="1352550" y="2238375"/>
                </a:lnTo>
                <a:lnTo>
                  <a:pt x="1343025" y="2238375"/>
                </a:lnTo>
                <a:lnTo>
                  <a:pt x="1343025" y="2219325"/>
                </a:lnTo>
                <a:lnTo>
                  <a:pt x="1333500" y="2219325"/>
                </a:lnTo>
                <a:lnTo>
                  <a:pt x="1333500" y="2238375"/>
                </a:lnTo>
                <a:lnTo>
                  <a:pt x="1323975" y="2238375"/>
                </a:lnTo>
                <a:lnTo>
                  <a:pt x="1323975" y="2228850"/>
                </a:lnTo>
                <a:lnTo>
                  <a:pt x="1314450" y="2228850"/>
                </a:lnTo>
                <a:lnTo>
                  <a:pt x="1314450" y="2219325"/>
                </a:lnTo>
                <a:lnTo>
                  <a:pt x="1295400" y="2219325"/>
                </a:lnTo>
                <a:lnTo>
                  <a:pt x="1295400" y="2247900"/>
                </a:lnTo>
                <a:lnTo>
                  <a:pt x="1304925" y="2247900"/>
                </a:lnTo>
                <a:lnTo>
                  <a:pt x="1304925" y="2266950"/>
                </a:lnTo>
                <a:lnTo>
                  <a:pt x="1285875" y="2266950"/>
                </a:lnTo>
                <a:lnTo>
                  <a:pt x="1285875" y="2276475"/>
                </a:lnTo>
                <a:lnTo>
                  <a:pt x="1276350" y="2276475"/>
                </a:lnTo>
                <a:lnTo>
                  <a:pt x="1276350" y="2286000"/>
                </a:lnTo>
                <a:lnTo>
                  <a:pt x="1285875" y="2286000"/>
                </a:lnTo>
                <a:lnTo>
                  <a:pt x="1285875" y="2295525"/>
                </a:lnTo>
                <a:lnTo>
                  <a:pt x="1266825" y="2295525"/>
                </a:lnTo>
                <a:lnTo>
                  <a:pt x="1266825" y="2276475"/>
                </a:lnTo>
                <a:lnTo>
                  <a:pt x="1257300" y="2276475"/>
                </a:lnTo>
                <a:lnTo>
                  <a:pt x="1257300" y="2305050"/>
                </a:lnTo>
                <a:lnTo>
                  <a:pt x="1276350" y="2305050"/>
                </a:lnTo>
                <a:lnTo>
                  <a:pt x="1276350" y="2314575"/>
                </a:lnTo>
                <a:lnTo>
                  <a:pt x="1238250" y="2314575"/>
                </a:lnTo>
                <a:lnTo>
                  <a:pt x="1238250" y="2219325"/>
                </a:lnTo>
                <a:lnTo>
                  <a:pt x="1228725" y="2219325"/>
                </a:lnTo>
                <a:lnTo>
                  <a:pt x="1228725" y="2200275"/>
                </a:lnTo>
                <a:lnTo>
                  <a:pt x="1238250" y="2200275"/>
                </a:lnTo>
                <a:lnTo>
                  <a:pt x="1238250" y="2181225"/>
                </a:lnTo>
                <a:lnTo>
                  <a:pt x="1247775" y="2181225"/>
                </a:lnTo>
                <a:lnTo>
                  <a:pt x="1247775" y="2152650"/>
                </a:lnTo>
                <a:lnTo>
                  <a:pt x="1257300" y="2152650"/>
                </a:lnTo>
                <a:lnTo>
                  <a:pt x="1257300" y="2209800"/>
                </a:lnTo>
                <a:lnTo>
                  <a:pt x="1266825" y="2209800"/>
                </a:lnTo>
                <a:lnTo>
                  <a:pt x="1266825" y="2200275"/>
                </a:lnTo>
                <a:lnTo>
                  <a:pt x="1276350" y="2200275"/>
                </a:lnTo>
                <a:lnTo>
                  <a:pt x="1276350" y="2190750"/>
                </a:lnTo>
                <a:lnTo>
                  <a:pt x="1285875" y="2190750"/>
                </a:lnTo>
                <a:lnTo>
                  <a:pt x="1285875" y="2181225"/>
                </a:lnTo>
                <a:lnTo>
                  <a:pt x="1276350" y="2181225"/>
                </a:lnTo>
                <a:lnTo>
                  <a:pt x="1276350" y="2171700"/>
                </a:lnTo>
                <a:lnTo>
                  <a:pt x="1285875" y="2171700"/>
                </a:lnTo>
                <a:lnTo>
                  <a:pt x="1285875" y="2152650"/>
                </a:lnTo>
                <a:lnTo>
                  <a:pt x="1295400" y="2152650"/>
                </a:lnTo>
                <a:lnTo>
                  <a:pt x="1295400" y="2133600"/>
                </a:lnTo>
                <a:lnTo>
                  <a:pt x="1304925" y="2133600"/>
                </a:lnTo>
                <a:lnTo>
                  <a:pt x="1304925" y="2152650"/>
                </a:lnTo>
                <a:lnTo>
                  <a:pt x="1333500" y="2152650"/>
                </a:lnTo>
                <a:lnTo>
                  <a:pt x="1333500" y="2143125"/>
                </a:lnTo>
                <a:lnTo>
                  <a:pt x="1314450" y="2143125"/>
                </a:lnTo>
                <a:lnTo>
                  <a:pt x="1314450" y="2066925"/>
                </a:lnTo>
                <a:lnTo>
                  <a:pt x="1323975" y="2066925"/>
                </a:lnTo>
                <a:lnTo>
                  <a:pt x="1323975" y="2038350"/>
                </a:lnTo>
                <a:lnTo>
                  <a:pt x="1333500" y="2038350"/>
                </a:lnTo>
                <a:lnTo>
                  <a:pt x="1333500" y="2019300"/>
                </a:lnTo>
                <a:lnTo>
                  <a:pt x="1295400" y="2019300"/>
                </a:lnTo>
                <a:lnTo>
                  <a:pt x="1295400" y="2028825"/>
                </a:lnTo>
                <a:lnTo>
                  <a:pt x="1304925" y="2028825"/>
                </a:lnTo>
                <a:lnTo>
                  <a:pt x="1304925" y="2038350"/>
                </a:lnTo>
                <a:lnTo>
                  <a:pt x="1295400" y="2038350"/>
                </a:lnTo>
                <a:lnTo>
                  <a:pt x="1295400" y="2057400"/>
                </a:lnTo>
                <a:lnTo>
                  <a:pt x="1304925" y="2057400"/>
                </a:lnTo>
                <a:lnTo>
                  <a:pt x="1304925" y="2066925"/>
                </a:lnTo>
                <a:lnTo>
                  <a:pt x="1276350" y="2066925"/>
                </a:lnTo>
                <a:lnTo>
                  <a:pt x="1276350" y="2057400"/>
                </a:lnTo>
                <a:lnTo>
                  <a:pt x="1266825" y="2057400"/>
                </a:lnTo>
                <a:lnTo>
                  <a:pt x="1266825" y="2019300"/>
                </a:lnTo>
                <a:lnTo>
                  <a:pt x="1276350" y="2019300"/>
                </a:lnTo>
                <a:lnTo>
                  <a:pt x="1276350" y="2000250"/>
                </a:lnTo>
                <a:lnTo>
                  <a:pt x="1285875" y="2000250"/>
                </a:lnTo>
                <a:lnTo>
                  <a:pt x="1285875" y="1971675"/>
                </a:lnTo>
                <a:lnTo>
                  <a:pt x="1276350" y="1971675"/>
                </a:lnTo>
                <a:close/>
                <a:moveTo>
                  <a:pt x="352425" y="1990725"/>
                </a:moveTo>
                <a:lnTo>
                  <a:pt x="361950" y="1990725"/>
                </a:lnTo>
                <a:lnTo>
                  <a:pt x="361950" y="2000250"/>
                </a:lnTo>
                <a:lnTo>
                  <a:pt x="352425" y="2000250"/>
                </a:lnTo>
                <a:close/>
                <a:moveTo>
                  <a:pt x="342900" y="2000250"/>
                </a:moveTo>
                <a:lnTo>
                  <a:pt x="352425" y="2000250"/>
                </a:lnTo>
                <a:lnTo>
                  <a:pt x="352425" y="2009775"/>
                </a:lnTo>
                <a:lnTo>
                  <a:pt x="342900" y="2009775"/>
                </a:lnTo>
                <a:close/>
                <a:moveTo>
                  <a:pt x="895350" y="2000250"/>
                </a:moveTo>
                <a:lnTo>
                  <a:pt x="904875" y="2000250"/>
                </a:lnTo>
                <a:lnTo>
                  <a:pt x="904875" y="2009775"/>
                </a:lnTo>
                <a:lnTo>
                  <a:pt x="895350" y="2009775"/>
                </a:lnTo>
                <a:close/>
                <a:moveTo>
                  <a:pt x="876300" y="2019300"/>
                </a:moveTo>
                <a:lnTo>
                  <a:pt x="885825" y="2019300"/>
                </a:lnTo>
                <a:lnTo>
                  <a:pt x="885825" y="2038350"/>
                </a:lnTo>
                <a:lnTo>
                  <a:pt x="876300" y="2038350"/>
                </a:lnTo>
                <a:close/>
                <a:moveTo>
                  <a:pt x="838200" y="2047875"/>
                </a:moveTo>
                <a:lnTo>
                  <a:pt x="847725" y="2047875"/>
                </a:lnTo>
                <a:lnTo>
                  <a:pt x="847725" y="2057400"/>
                </a:lnTo>
                <a:lnTo>
                  <a:pt x="838200" y="2057400"/>
                </a:lnTo>
                <a:close/>
                <a:moveTo>
                  <a:pt x="428625" y="2057400"/>
                </a:moveTo>
                <a:lnTo>
                  <a:pt x="438150" y="2057400"/>
                </a:lnTo>
                <a:lnTo>
                  <a:pt x="438150" y="2066925"/>
                </a:lnTo>
                <a:lnTo>
                  <a:pt x="428625" y="2066925"/>
                </a:lnTo>
                <a:close/>
                <a:moveTo>
                  <a:pt x="1209675" y="2057400"/>
                </a:moveTo>
                <a:lnTo>
                  <a:pt x="1247775" y="2057400"/>
                </a:lnTo>
                <a:lnTo>
                  <a:pt x="1247775" y="2066925"/>
                </a:lnTo>
                <a:lnTo>
                  <a:pt x="1257300" y="2066925"/>
                </a:lnTo>
                <a:lnTo>
                  <a:pt x="1257300" y="2085975"/>
                </a:lnTo>
                <a:lnTo>
                  <a:pt x="1276350" y="2085975"/>
                </a:lnTo>
                <a:lnTo>
                  <a:pt x="1276350" y="2076450"/>
                </a:lnTo>
                <a:lnTo>
                  <a:pt x="1304925" y="2076450"/>
                </a:lnTo>
                <a:lnTo>
                  <a:pt x="1304925" y="2095500"/>
                </a:lnTo>
                <a:lnTo>
                  <a:pt x="1295400" y="2095500"/>
                </a:lnTo>
                <a:lnTo>
                  <a:pt x="1295400" y="2105025"/>
                </a:lnTo>
                <a:lnTo>
                  <a:pt x="1285875" y="2105025"/>
                </a:lnTo>
                <a:lnTo>
                  <a:pt x="1285875" y="2114550"/>
                </a:lnTo>
                <a:lnTo>
                  <a:pt x="1266825" y="2114550"/>
                </a:lnTo>
                <a:lnTo>
                  <a:pt x="1266825" y="2105025"/>
                </a:lnTo>
                <a:lnTo>
                  <a:pt x="1257300" y="2105025"/>
                </a:lnTo>
                <a:lnTo>
                  <a:pt x="1257300" y="2114550"/>
                </a:lnTo>
                <a:lnTo>
                  <a:pt x="1238250" y="2114550"/>
                </a:lnTo>
                <a:lnTo>
                  <a:pt x="1238250" y="2124075"/>
                </a:lnTo>
                <a:lnTo>
                  <a:pt x="1228725" y="2124075"/>
                </a:lnTo>
                <a:lnTo>
                  <a:pt x="1228725" y="2114550"/>
                </a:lnTo>
                <a:lnTo>
                  <a:pt x="1209675" y="2114550"/>
                </a:lnTo>
                <a:lnTo>
                  <a:pt x="1209675" y="2105025"/>
                </a:lnTo>
                <a:lnTo>
                  <a:pt x="1247775" y="2105025"/>
                </a:lnTo>
                <a:lnTo>
                  <a:pt x="1247775" y="2095500"/>
                </a:lnTo>
                <a:lnTo>
                  <a:pt x="1238250" y="2095500"/>
                </a:lnTo>
                <a:lnTo>
                  <a:pt x="1238250" y="2085975"/>
                </a:lnTo>
                <a:lnTo>
                  <a:pt x="1247775" y="2085975"/>
                </a:lnTo>
                <a:lnTo>
                  <a:pt x="1247775" y="2076450"/>
                </a:lnTo>
                <a:lnTo>
                  <a:pt x="1228725" y="2076450"/>
                </a:lnTo>
                <a:lnTo>
                  <a:pt x="1228725" y="2066925"/>
                </a:lnTo>
                <a:lnTo>
                  <a:pt x="1209675" y="2066925"/>
                </a:lnTo>
                <a:close/>
                <a:moveTo>
                  <a:pt x="409575" y="2066925"/>
                </a:moveTo>
                <a:lnTo>
                  <a:pt x="419100" y="2066925"/>
                </a:lnTo>
                <a:lnTo>
                  <a:pt x="419100" y="2076450"/>
                </a:lnTo>
                <a:lnTo>
                  <a:pt x="409575" y="2076450"/>
                </a:lnTo>
                <a:close/>
                <a:moveTo>
                  <a:pt x="228600" y="2085975"/>
                </a:moveTo>
                <a:lnTo>
                  <a:pt x="238125" y="2085975"/>
                </a:lnTo>
                <a:lnTo>
                  <a:pt x="238125" y="2095500"/>
                </a:lnTo>
                <a:lnTo>
                  <a:pt x="228600" y="2095500"/>
                </a:lnTo>
                <a:close/>
                <a:moveTo>
                  <a:pt x="209550" y="2095500"/>
                </a:moveTo>
                <a:lnTo>
                  <a:pt x="228600" y="2095500"/>
                </a:lnTo>
                <a:lnTo>
                  <a:pt x="228600" y="2105025"/>
                </a:lnTo>
                <a:lnTo>
                  <a:pt x="209550" y="2105025"/>
                </a:lnTo>
                <a:close/>
                <a:moveTo>
                  <a:pt x="866775" y="2095500"/>
                </a:moveTo>
                <a:lnTo>
                  <a:pt x="876300" y="2095500"/>
                </a:lnTo>
                <a:lnTo>
                  <a:pt x="876300" y="2105025"/>
                </a:lnTo>
                <a:lnTo>
                  <a:pt x="866775" y="2105025"/>
                </a:lnTo>
                <a:close/>
                <a:moveTo>
                  <a:pt x="571500" y="2105025"/>
                </a:moveTo>
                <a:lnTo>
                  <a:pt x="590550" y="2105025"/>
                </a:lnTo>
                <a:lnTo>
                  <a:pt x="590550" y="2114550"/>
                </a:lnTo>
                <a:lnTo>
                  <a:pt x="571500" y="2114550"/>
                </a:lnTo>
                <a:close/>
                <a:moveTo>
                  <a:pt x="733425" y="2105025"/>
                </a:moveTo>
                <a:lnTo>
                  <a:pt x="752475" y="2105025"/>
                </a:lnTo>
                <a:lnTo>
                  <a:pt x="752475" y="2114550"/>
                </a:lnTo>
                <a:lnTo>
                  <a:pt x="762000" y="2114550"/>
                </a:lnTo>
                <a:lnTo>
                  <a:pt x="762000" y="2124075"/>
                </a:lnTo>
                <a:lnTo>
                  <a:pt x="781050" y="2124075"/>
                </a:lnTo>
                <a:lnTo>
                  <a:pt x="781050" y="2133600"/>
                </a:lnTo>
                <a:lnTo>
                  <a:pt x="752475" y="2133600"/>
                </a:lnTo>
                <a:lnTo>
                  <a:pt x="752475" y="2124075"/>
                </a:lnTo>
                <a:lnTo>
                  <a:pt x="742950" y="2124075"/>
                </a:lnTo>
                <a:lnTo>
                  <a:pt x="742950" y="2114550"/>
                </a:lnTo>
                <a:lnTo>
                  <a:pt x="733425" y="2114550"/>
                </a:lnTo>
                <a:close/>
                <a:moveTo>
                  <a:pt x="1885950" y="2105025"/>
                </a:moveTo>
                <a:lnTo>
                  <a:pt x="1895475" y="2105025"/>
                </a:lnTo>
                <a:lnTo>
                  <a:pt x="1895475" y="2114550"/>
                </a:lnTo>
                <a:lnTo>
                  <a:pt x="1885950" y="2114550"/>
                </a:lnTo>
                <a:close/>
                <a:moveTo>
                  <a:pt x="590550" y="2114550"/>
                </a:moveTo>
                <a:lnTo>
                  <a:pt x="600075" y="2114550"/>
                </a:lnTo>
                <a:lnTo>
                  <a:pt x="600075" y="2124075"/>
                </a:lnTo>
                <a:lnTo>
                  <a:pt x="609600" y="2124075"/>
                </a:lnTo>
                <a:lnTo>
                  <a:pt x="609600" y="2133600"/>
                </a:lnTo>
                <a:lnTo>
                  <a:pt x="619125" y="2133600"/>
                </a:lnTo>
                <a:lnTo>
                  <a:pt x="619125" y="2143125"/>
                </a:lnTo>
                <a:lnTo>
                  <a:pt x="657225" y="2143125"/>
                </a:lnTo>
                <a:lnTo>
                  <a:pt x="657225" y="2152650"/>
                </a:lnTo>
                <a:lnTo>
                  <a:pt x="666750" y="2152650"/>
                </a:lnTo>
                <a:lnTo>
                  <a:pt x="666750" y="2162175"/>
                </a:lnTo>
                <a:lnTo>
                  <a:pt x="638175" y="2162175"/>
                </a:lnTo>
                <a:lnTo>
                  <a:pt x="638175" y="2171700"/>
                </a:lnTo>
                <a:lnTo>
                  <a:pt x="628650" y="2171700"/>
                </a:lnTo>
                <a:lnTo>
                  <a:pt x="628650" y="2152650"/>
                </a:lnTo>
                <a:lnTo>
                  <a:pt x="619125" y="2152650"/>
                </a:lnTo>
                <a:lnTo>
                  <a:pt x="619125" y="2162175"/>
                </a:lnTo>
                <a:lnTo>
                  <a:pt x="609600" y="2162175"/>
                </a:lnTo>
                <a:lnTo>
                  <a:pt x="609600" y="2171700"/>
                </a:lnTo>
                <a:lnTo>
                  <a:pt x="600075" y="2171700"/>
                </a:lnTo>
                <a:lnTo>
                  <a:pt x="600075" y="2190750"/>
                </a:lnTo>
                <a:lnTo>
                  <a:pt x="590550" y="2190750"/>
                </a:lnTo>
                <a:lnTo>
                  <a:pt x="590550" y="2181225"/>
                </a:lnTo>
                <a:lnTo>
                  <a:pt x="581025" y="2181225"/>
                </a:lnTo>
                <a:lnTo>
                  <a:pt x="581025" y="2162175"/>
                </a:lnTo>
                <a:lnTo>
                  <a:pt x="600075" y="2162175"/>
                </a:lnTo>
                <a:lnTo>
                  <a:pt x="600075" y="2143125"/>
                </a:lnTo>
                <a:lnTo>
                  <a:pt x="590550" y="2143125"/>
                </a:lnTo>
                <a:lnTo>
                  <a:pt x="590550" y="2152650"/>
                </a:lnTo>
                <a:lnTo>
                  <a:pt x="571500" y="2152650"/>
                </a:lnTo>
                <a:lnTo>
                  <a:pt x="571500" y="2143125"/>
                </a:lnTo>
                <a:lnTo>
                  <a:pt x="581025" y="2143125"/>
                </a:lnTo>
                <a:lnTo>
                  <a:pt x="581025" y="2124075"/>
                </a:lnTo>
                <a:lnTo>
                  <a:pt x="590550" y="2124075"/>
                </a:lnTo>
                <a:close/>
                <a:moveTo>
                  <a:pt x="1171575" y="2114550"/>
                </a:moveTo>
                <a:lnTo>
                  <a:pt x="1181100" y="2114550"/>
                </a:lnTo>
                <a:lnTo>
                  <a:pt x="1181100" y="2124075"/>
                </a:lnTo>
                <a:lnTo>
                  <a:pt x="1171575" y="2124075"/>
                </a:lnTo>
                <a:close/>
                <a:moveTo>
                  <a:pt x="1762125" y="2114550"/>
                </a:moveTo>
                <a:lnTo>
                  <a:pt x="1781175" y="2114550"/>
                </a:lnTo>
                <a:lnTo>
                  <a:pt x="1781175" y="2124075"/>
                </a:lnTo>
                <a:lnTo>
                  <a:pt x="1771650" y="2124075"/>
                </a:lnTo>
                <a:lnTo>
                  <a:pt x="1771650" y="2133600"/>
                </a:lnTo>
                <a:lnTo>
                  <a:pt x="1762125" y="2133600"/>
                </a:lnTo>
                <a:close/>
                <a:moveTo>
                  <a:pt x="1838325" y="2114550"/>
                </a:moveTo>
                <a:lnTo>
                  <a:pt x="1866900" y="2114550"/>
                </a:lnTo>
                <a:lnTo>
                  <a:pt x="1866900" y="2124075"/>
                </a:lnTo>
                <a:lnTo>
                  <a:pt x="1857375" y="2124075"/>
                </a:lnTo>
                <a:lnTo>
                  <a:pt x="1857375" y="2133600"/>
                </a:lnTo>
                <a:lnTo>
                  <a:pt x="1866900" y="2133600"/>
                </a:lnTo>
                <a:lnTo>
                  <a:pt x="1866900" y="2143125"/>
                </a:lnTo>
                <a:lnTo>
                  <a:pt x="1857375" y="2143125"/>
                </a:lnTo>
                <a:lnTo>
                  <a:pt x="1857375" y="2162175"/>
                </a:lnTo>
                <a:lnTo>
                  <a:pt x="1819275" y="2162175"/>
                </a:lnTo>
                <a:lnTo>
                  <a:pt x="1819275" y="2143125"/>
                </a:lnTo>
                <a:lnTo>
                  <a:pt x="1771650" y="2143125"/>
                </a:lnTo>
                <a:lnTo>
                  <a:pt x="1771650" y="2133600"/>
                </a:lnTo>
                <a:lnTo>
                  <a:pt x="1819275" y="2133600"/>
                </a:lnTo>
                <a:lnTo>
                  <a:pt x="1819275" y="2143125"/>
                </a:lnTo>
                <a:lnTo>
                  <a:pt x="1838325" y="2143125"/>
                </a:lnTo>
                <a:lnTo>
                  <a:pt x="1838325" y="2133600"/>
                </a:lnTo>
                <a:lnTo>
                  <a:pt x="1847850" y="2133600"/>
                </a:lnTo>
                <a:lnTo>
                  <a:pt x="1847850" y="2124075"/>
                </a:lnTo>
                <a:lnTo>
                  <a:pt x="1838325" y="2124075"/>
                </a:lnTo>
                <a:close/>
                <a:moveTo>
                  <a:pt x="1276350" y="2124075"/>
                </a:moveTo>
                <a:lnTo>
                  <a:pt x="1285875" y="2124075"/>
                </a:lnTo>
                <a:lnTo>
                  <a:pt x="1285875" y="2133600"/>
                </a:lnTo>
                <a:lnTo>
                  <a:pt x="1276350" y="2133600"/>
                </a:lnTo>
                <a:close/>
                <a:moveTo>
                  <a:pt x="781050" y="2133600"/>
                </a:moveTo>
                <a:lnTo>
                  <a:pt x="790575" y="2133600"/>
                </a:lnTo>
                <a:lnTo>
                  <a:pt x="790575" y="2143125"/>
                </a:lnTo>
                <a:lnTo>
                  <a:pt x="781050" y="2143125"/>
                </a:lnTo>
                <a:close/>
                <a:moveTo>
                  <a:pt x="828675" y="2133600"/>
                </a:moveTo>
                <a:lnTo>
                  <a:pt x="847725" y="2133600"/>
                </a:lnTo>
                <a:lnTo>
                  <a:pt x="847725" y="2162175"/>
                </a:lnTo>
                <a:lnTo>
                  <a:pt x="866775" y="2162175"/>
                </a:lnTo>
                <a:lnTo>
                  <a:pt x="866775" y="2171700"/>
                </a:lnTo>
                <a:lnTo>
                  <a:pt x="828675" y="2171700"/>
                </a:lnTo>
                <a:lnTo>
                  <a:pt x="828675" y="2162175"/>
                </a:lnTo>
                <a:lnTo>
                  <a:pt x="819150" y="2162175"/>
                </a:lnTo>
                <a:lnTo>
                  <a:pt x="819150" y="2143125"/>
                </a:lnTo>
                <a:lnTo>
                  <a:pt x="828675" y="2143125"/>
                </a:lnTo>
                <a:close/>
                <a:moveTo>
                  <a:pt x="266700" y="2143125"/>
                </a:moveTo>
                <a:lnTo>
                  <a:pt x="295275" y="2143125"/>
                </a:lnTo>
                <a:lnTo>
                  <a:pt x="295275" y="2162175"/>
                </a:lnTo>
                <a:lnTo>
                  <a:pt x="314325" y="2162175"/>
                </a:lnTo>
                <a:lnTo>
                  <a:pt x="314325" y="2152650"/>
                </a:lnTo>
                <a:lnTo>
                  <a:pt x="323850" y="2152650"/>
                </a:lnTo>
                <a:lnTo>
                  <a:pt x="323850" y="2162175"/>
                </a:lnTo>
                <a:lnTo>
                  <a:pt x="342900" y="2162175"/>
                </a:lnTo>
                <a:lnTo>
                  <a:pt x="342900" y="2171700"/>
                </a:lnTo>
                <a:lnTo>
                  <a:pt x="352425" y="2171700"/>
                </a:lnTo>
                <a:lnTo>
                  <a:pt x="352425" y="2190750"/>
                </a:lnTo>
                <a:lnTo>
                  <a:pt x="361950" y="2190750"/>
                </a:lnTo>
                <a:lnTo>
                  <a:pt x="361950" y="2181225"/>
                </a:lnTo>
                <a:lnTo>
                  <a:pt x="371475" y="2181225"/>
                </a:lnTo>
                <a:lnTo>
                  <a:pt x="371475" y="2190750"/>
                </a:lnTo>
                <a:lnTo>
                  <a:pt x="390525" y="2190750"/>
                </a:lnTo>
                <a:lnTo>
                  <a:pt x="390525" y="2200275"/>
                </a:lnTo>
                <a:lnTo>
                  <a:pt x="409575" y="2200275"/>
                </a:lnTo>
                <a:lnTo>
                  <a:pt x="409575" y="2209800"/>
                </a:lnTo>
                <a:lnTo>
                  <a:pt x="400050" y="2209800"/>
                </a:lnTo>
                <a:lnTo>
                  <a:pt x="400050" y="2219325"/>
                </a:lnTo>
                <a:lnTo>
                  <a:pt x="390525" y="2219325"/>
                </a:lnTo>
                <a:lnTo>
                  <a:pt x="390525" y="2228850"/>
                </a:lnTo>
                <a:lnTo>
                  <a:pt x="400050" y="2228850"/>
                </a:lnTo>
                <a:lnTo>
                  <a:pt x="400050" y="2257425"/>
                </a:lnTo>
                <a:lnTo>
                  <a:pt x="371475" y="2257425"/>
                </a:lnTo>
                <a:lnTo>
                  <a:pt x="371475" y="2286000"/>
                </a:lnTo>
                <a:lnTo>
                  <a:pt x="390525" y="2286000"/>
                </a:lnTo>
                <a:lnTo>
                  <a:pt x="390525" y="2295525"/>
                </a:lnTo>
                <a:lnTo>
                  <a:pt x="381000" y="2295525"/>
                </a:lnTo>
                <a:lnTo>
                  <a:pt x="381000" y="2305050"/>
                </a:lnTo>
                <a:lnTo>
                  <a:pt x="371475" y="2305050"/>
                </a:lnTo>
                <a:lnTo>
                  <a:pt x="371475" y="2324100"/>
                </a:lnTo>
                <a:lnTo>
                  <a:pt x="361950" y="2324100"/>
                </a:lnTo>
                <a:lnTo>
                  <a:pt x="361950" y="2314575"/>
                </a:lnTo>
                <a:lnTo>
                  <a:pt x="352425" y="2314575"/>
                </a:lnTo>
                <a:lnTo>
                  <a:pt x="352425" y="2305050"/>
                </a:lnTo>
                <a:lnTo>
                  <a:pt x="342900" y="2305050"/>
                </a:lnTo>
                <a:lnTo>
                  <a:pt x="342900" y="2295525"/>
                </a:lnTo>
                <a:lnTo>
                  <a:pt x="352425" y="2295525"/>
                </a:lnTo>
                <a:lnTo>
                  <a:pt x="352425" y="2257425"/>
                </a:lnTo>
                <a:lnTo>
                  <a:pt x="333375" y="2257425"/>
                </a:lnTo>
                <a:lnTo>
                  <a:pt x="333375" y="2247900"/>
                </a:lnTo>
                <a:lnTo>
                  <a:pt x="342900" y="2247900"/>
                </a:lnTo>
                <a:lnTo>
                  <a:pt x="342900" y="2228850"/>
                </a:lnTo>
                <a:lnTo>
                  <a:pt x="352425" y="2228850"/>
                </a:lnTo>
                <a:lnTo>
                  <a:pt x="352425" y="2219325"/>
                </a:lnTo>
                <a:lnTo>
                  <a:pt x="342900" y="2219325"/>
                </a:lnTo>
                <a:lnTo>
                  <a:pt x="342900" y="2209800"/>
                </a:lnTo>
                <a:lnTo>
                  <a:pt x="314325" y="2209800"/>
                </a:lnTo>
                <a:lnTo>
                  <a:pt x="314325" y="2219325"/>
                </a:lnTo>
                <a:lnTo>
                  <a:pt x="323850" y="2219325"/>
                </a:lnTo>
                <a:lnTo>
                  <a:pt x="323850" y="2228850"/>
                </a:lnTo>
                <a:lnTo>
                  <a:pt x="314325" y="2228850"/>
                </a:lnTo>
                <a:lnTo>
                  <a:pt x="314325" y="2238375"/>
                </a:lnTo>
                <a:lnTo>
                  <a:pt x="304800" y="2238375"/>
                </a:lnTo>
                <a:lnTo>
                  <a:pt x="304800" y="2247900"/>
                </a:lnTo>
                <a:lnTo>
                  <a:pt x="266700" y="2247900"/>
                </a:lnTo>
                <a:lnTo>
                  <a:pt x="266700" y="2266950"/>
                </a:lnTo>
                <a:lnTo>
                  <a:pt x="238125" y="2266950"/>
                </a:lnTo>
                <a:lnTo>
                  <a:pt x="238125" y="2257425"/>
                </a:lnTo>
                <a:lnTo>
                  <a:pt x="219075" y="2257425"/>
                </a:lnTo>
                <a:lnTo>
                  <a:pt x="219075" y="2247900"/>
                </a:lnTo>
                <a:lnTo>
                  <a:pt x="209550" y="2247900"/>
                </a:lnTo>
                <a:lnTo>
                  <a:pt x="209550" y="2228850"/>
                </a:lnTo>
                <a:lnTo>
                  <a:pt x="238125" y="2228850"/>
                </a:lnTo>
                <a:lnTo>
                  <a:pt x="238125" y="2238375"/>
                </a:lnTo>
                <a:lnTo>
                  <a:pt x="247650" y="2238375"/>
                </a:lnTo>
                <a:lnTo>
                  <a:pt x="247650" y="2247900"/>
                </a:lnTo>
                <a:lnTo>
                  <a:pt x="257175" y="2247900"/>
                </a:lnTo>
                <a:lnTo>
                  <a:pt x="257175" y="2238375"/>
                </a:lnTo>
                <a:lnTo>
                  <a:pt x="295275" y="2238375"/>
                </a:lnTo>
                <a:lnTo>
                  <a:pt x="295275" y="2219325"/>
                </a:lnTo>
                <a:lnTo>
                  <a:pt x="304800" y="2219325"/>
                </a:lnTo>
                <a:lnTo>
                  <a:pt x="304800" y="2190750"/>
                </a:lnTo>
                <a:lnTo>
                  <a:pt x="285750" y="2190750"/>
                </a:lnTo>
                <a:lnTo>
                  <a:pt x="285750" y="2200275"/>
                </a:lnTo>
                <a:lnTo>
                  <a:pt x="276225" y="2200275"/>
                </a:lnTo>
                <a:lnTo>
                  <a:pt x="276225" y="2209800"/>
                </a:lnTo>
                <a:lnTo>
                  <a:pt x="266700" y="2209800"/>
                </a:lnTo>
                <a:lnTo>
                  <a:pt x="266700" y="2219325"/>
                </a:lnTo>
                <a:lnTo>
                  <a:pt x="276225" y="2219325"/>
                </a:lnTo>
                <a:lnTo>
                  <a:pt x="276225" y="2228850"/>
                </a:lnTo>
                <a:lnTo>
                  <a:pt x="247650" y="2228850"/>
                </a:lnTo>
                <a:lnTo>
                  <a:pt x="247650" y="2219325"/>
                </a:lnTo>
                <a:lnTo>
                  <a:pt x="238125" y="2219325"/>
                </a:lnTo>
                <a:lnTo>
                  <a:pt x="238125" y="2209800"/>
                </a:lnTo>
                <a:lnTo>
                  <a:pt x="247650" y="2209800"/>
                </a:lnTo>
                <a:lnTo>
                  <a:pt x="247650" y="2200275"/>
                </a:lnTo>
                <a:lnTo>
                  <a:pt x="257175" y="2200275"/>
                </a:lnTo>
                <a:lnTo>
                  <a:pt x="257175" y="2181225"/>
                </a:lnTo>
                <a:lnTo>
                  <a:pt x="266700" y="2181225"/>
                </a:lnTo>
                <a:lnTo>
                  <a:pt x="266700" y="2171700"/>
                </a:lnTo>
                <a:lnTo>
                  <a:pt x="276225" y="2171700"/>
                </a:lnTo>
                <a:lnTo>
                  <a:pt x="276225" y="2181225"/>
                </a:lnTo>
                <a:lnTo>
                  <a:pt x="285750" y="2181225"/>
                </a:lnTo>
                <a:lnTo>
                  <a:pt x="285750" y="2162175"/>
                </a:lnTo>
                <a:lnTo>
                  <a:pt x="276225" y="2162175"/>
                </a:lnTo>
                <a:lnTo>
                  <a:pt x="276225" y="2152650"/>
                </a:lnTo>
                <a:lnTo>
                  <a:pt x="266700" y="2152650"/>
                </a:lnTo>
                <a:close/>
                <a:moveTo>
                  <a:pt x="2314575" y="2152650"/>
                </a:moveTo>
                <a:lnTo>
                  <a:pt x="2333625" y="2152650"/>
                </a:lnTo>
                <a:lnTo>
                  <a:pt x="2333625" y="2162175"/>
                </a:lnTo>
                <a:lnTo>
                  <a:pt x="2381250" y="2162175"/>
                </a:lnTo>
                <a:lnTo>
                  <a:pt x="2381250" y="2181225"/>
                </a:lnTo>
                <a:lnTo>
                  <a:pt x="2343150" y="2181225"/>
                </a:lnTo>
                <a:lnTo>
                  <a:pt x="2343150" y="2171700"/>
                </a:lnTo>
                <a:lnTo>
                  <a:pt x="2324100" y="2171700"/>
                </a:lnTo>
                <a:lnTo>
                  <a:pt x="2324100" y="2162175"/>
                </a:lnTo>
                <a:lnTo>
                  <a:pt x="2314575" y="2162175"/>
                </a:lnTo>
                <a:close/>
                <a:moveTo>
                  <a:pt x="885825" y="2162175"/>
                </a:moveTo>
                <a:lnTo>
                  <a:pt x="895350" y="2162175"/>
                </a:lnTo>
                <a:lnTo>
                  <a:pt x="895350" y="2171700"/>
                </a:lnTo>
                <a:lnTo>
                  <a:pt x="885825" y="2171700"/>
                </a:lnTo>
                <a:close/>
                <a:moveTo>
                  <a:pt x="1333500" y="2162175"/>
                </a:moveTo>
                <a:lnTo>
                  <a:pt x="1352550" y="2162175"/>
                </a:lnTo>
                <a:lnTo>
                  <a:pt x="1352550" y="2152650"/>
                </a:lnTo>
                <a:lnTo>
                  <a:pt x="1333500" y="2152650"/>
                </a:lnTo>
                <a:close/>
                <a:moveTo>
                  <a:pt x="657225" y="2171700"/>
                </a:moveTo>
                <a:lnTo>
                  <a:pt x="666750" y="2171700"/>
                </a:lnTo>
                <a:lnTo>
                  <a:pt x="666750" y="2190750"/>
                </a:lnTo>
                <a:lnTo>
                  <a:pt x="657225" y="2190750"/>
                </a:lnTo>
                <a:close/>
                <a:moveTo>
                  <a:pt x="895350" y="2171700"/>
                </a:moveTo>
                <a:lnTo>
                  <a:pt x="914400" y="2171700"/>
                </a:lnTo>
                <a:lnTo>
                  <a:pt x="914400" y="2190750"/>
                </a:lnTo>
                <a:lnTo>
                  <a:pt x="904875" y="2190750"/>
                </a:lnTo>
                <a:lnTo>
                  <a:pt x="904875" y="2181225"/>
                </a:lnTo>
                <a:lnTo>
                  <a:pt x="895350" y="2181225"/>
                </a:lnTo>
                <a:close/>
                <a:moveTo>
                  <a:pt x="495300" y="2190750"/>
                </a:moveTo>
                <a:lnTo>
                  <a:pt x="523875" y="2190750"/>
                </a:lnTo>
                <a:lnTo>
                  <a:pt x="523875" y="2200275"/>
                </a:lnTo>
                <a:lnTo>
                  <a:pt x="495300" y="2200275"/>
                </a:lnTo>
                <a:close/>
                <a:moveTo>
                  <a:pt x="666750" y="2190750"/>
                </a:moveTo>
                <a:lnTo>
                  <a:pt x="676275" y="2190750"/>
                </a:lnTo>
                <a:lnTo>
                  <a:pt x="676275" y="2209800"/>
                </a:lnTo>
                <a:lnTo>
                  <a:pt x="666750" y="2209800"/>
                </a:lnTo>
                <a:close/>
                <a:moveTo>
                  <a:pt x="895350" y="2190750"/>
                </a:moveTo>
                <a:lnTo>
                  <a:pt x="904875" y="2190750"/>
                </a:lnTo>
                <a:lnTo>
                  <a:pt x="904875" y="2200275"/>
                </a:lnTo>
                <a:lnTo>
                  <a:pt x="895350" y="2200275"/>
                </a:lnTo>
                <a:close/>
                <a:moveTo>
                  <a:pt x="914400" y="2190750"/>
                </a:moveTo>
                <a:lnTo>
                  <a:pt x="923925" y="2190750"/>
                </a:lnTo>
                <a:lnTo>
                  <a:pt x="923925" y="2200275"/>
                </a:lnTo>
                <a:lnTo>
                  <a:pt x="914400" y="2200275"/>
                </a:lnTo>
                <a:close/>
                <a:moveTo>
                  <a:pt x="1162050" y="2190750"/>
                </a:moveTo>
                <a:lnTo>
                  <a:pt x="1190625" y="2190750"/>
                </a:lnTo>
                <a:lnTo>
                  <a:pt x="1190625" y="2200275"/>
                </a:lnTo>
                <a:lnTo>
                  <a:pt x="1209675" y="2200275"/>
                </a:lnTo>
                <a:lnTo>
                  <a:pt x="1209675" y="2228850"/>
                </a:lnTo>
                <a:lnTo>
                  <a:pt x="1200150" y="2228850"/>
                </a:lnTo>
                <a:lnTo>
                  <a:pt x="1200150" y="2209800"/>
                </a:lnTo>
                <a:lnTo>
                  <a:pt x="1171575" y="2209800"/>
                </a:lnTo>
                <a:lnTo>
                  <a:pt x="1171575" y="2238375"/>
                </a:lnTo>
                <a:lnTo>
                  <a:pt x="1133475" y="2238375"/>
                </a:lnTo>
                <a:lnTo>
                  <a:pt x="1133475" y="2247900"/>
                </a:lnTo>
                <a:lnTo>
                  <a:pt x="1123950" y="2247900"/>
                </a:lnTo>
                <a:lnTo>
                  <a:pt x="1123950" y="2257425"/>
                </a:lnTo>
                <a:lnTo>
                  <a:pt x="1114425" y="2257425"/>
                </a:lnTo>
                <a:lnTo>
                  <a:pt x="1114425" y="2266950"/>
                </a:lnTo>
                <a:lnTo>
                  <a:pt x="1104900" y="2266950"/>
                </a:lnTo>
                <a:lnTo>
                  <a:pt x="1104900" y="2247900"/>
                </a:lnTo>
                <a:lnTo>
                  <a:pt x="1114425" y="2247900"/>
                </a:lnTo>
                <a:lnTo>
                  <a:pt x="1114425" y="2219325"/>
                </a:lnTo>
                <a:lnTo>
                  <a:pt x="1123950" y="2219325"/>
                </a:lnTo>
                <a:lnTo>
                  <a:pt x="1123950" y="2209800"/>
                </a:lnTo>
                <a:lnTo>
                  <a:pt x="1162050" y="2209800"/>
                </a:lnTo>
                <a:close/>
                <a:moveTo>
                  <a:pt x="1323975" y="2190750"/>
                </a:moveTo>
                <a:lnTo>
                  <a:pt x="1343025" y="2190750"/>
                </a:lnTo>
                <a:lnTo>
                  <a:pt x="1343025" y="2171700"/>
                </a:lnTo>
                <a:lnTo>
                  <a:pt x="1323975" y="2171700"/>
                </a:lnTo>
                <a:close/>
                <a:moveTo>
                  <a:pt x="1781175" y="2190750"/>
                </a:moveTo>
                <a:lnTo>
                  <a:pt x="1800225" y="2190750"/>
                </a:lnTo>
                <a:lnTo>
                  <a:pt x="1800225" y="2200275"/>
                </a:lnTo>
                <a:lnTo>
                  <a:pt x="1828800" y="2200275"/>
                </a:lnTo>
                <a:lnTo>
                  <a:pt x="1828800" y="2219325"/>
                </a:lnTo>
                <a:lnTo>
                  <a:pt x="1800225" y="2219325"/>
                </a:lnTo>
                <a:lnTo>
                  <a:pt x="1800225" y="2209800"/>
                </a:lnTo>
                <a:lnTo>
                  <a:pt x="1781175" y="2209800"/>
                </a:lnTo>
                <a:lnTo>
                  <a:pt x="1781175" y="2219325"/>
                </a:lnTo>
                <a:lnTo>
                  <a:pt x="1800225" y="2219325"/>
                </a:lnTo>
                <a:lnTo>
                  <a:pt x="1800225" y="2238375"/>
                </a:lnTo>
                <a:lnTo>
                  <a:pt x="1781175" y="2238375"/>
                </a:lnTo>
                <a:lnTo>
                  <a:pt x="1781175" y="2228850"/>
                </a:lnTo>
                <a:lnTo>
                  <a:pt x="1771650" y="2228850"/>
                </a:lnTo>
                <a:lnTo>
                  <a:pt x="1771650" y="2200275"/>
                </a:lnTo>
                <a:lnTo>
                  <a:pt x="1781175" y="2200275"/>
                </a:lnTo>
                <a:close/>
                <a:moveTo>
                  <a:pt x="1885950" y="2190750"/>
                </a:moveTo>
                <a:lnTo>
                  <a:pt x="1895475" y="2190750"/>
                </a:lnTo>
                <a:lnTo>
                  <a:pt x="1895475" y="2200275"/>
                </a:lnTo>
                <a:lnTo>
                  <a:pt x="1885950" y="2200275"/>
                </a:lnTo>
                <a:close/>
                <a:moveTo>
                  <a:pt x="485775" y="2200275"/>
                </a:moveTo>
                <a:lnTo>
                  <a:pt x="495300" y="2200275"/>
                </a:lnTo>
                <a:lnTo>
                  <a:pt x="495300" y="2209800"/>
                </a:lnTo>
                <a:lnTo>
                  <a:pt x="485775" y="2209800"/>
                </a:lnTo>
                <a:close/>
                <a:moveTo>
                  <a:pt x="523875" y="2200275"/>
                </a:moveTo>
                <a:lnTo>
                  <a:pt x="552450" y="2200275"/>
                </a:lnTo>
                <a:lnTo>
                  <a:pt x="552450" y="2209800"/>
                </a:lnTo>
                <a:lnTo>
                  <a:pt x="523875" y="2209800"/>
                </a:lnTo>
                <a:close/>
                <a:moveTo>
                  <a:pt x="1295400" y="2200275"/>
                </a:moveTo>
                <a:lnTo>
                  <a:pt x="1314450" y="2200275"/>
                </a:lnTo>
                <a:lnTo>
                  <a:pt x="1314450" y="2190750"/>
                </a:lnTo>
                <a:lnTo>
                  <a:pt x="1295400" y="2190750"/>
                </a:lnTo>
                <a:close/>
                <a:moveTo>
                  <a:pt x="2428875" y="2200275"/>
                </a:moveTo>
                <a:lnTo>
                  <a:pt x="2438400" y="2200275"/>
                </a:lnTo>
                <a:lnTo>
                  <a:pt x="2438400" y="2228850"/>
                </a:lnTo>
                <a:lnTo>
                  <a:pt x="2447925" y="2228850"/>
                </a:lnTo>
                <a:lnTo>
                  <a:pt x="2447925" y="2219325"/>
                </a:lnTo>
                <a:lnTo>
                  <a:pt x="2457450" y="2219325"/>
                </a:lnTo>
                <a:lnTo>
                  <a:pt x="2457450" y="2247900"/>
                </a:lnTo>
                <a:lnTo>
                  <a:pt x="2447925" y="2247900"/>
                </a:lnTo>
                <a:lnTo>
                  <a:pt x="2447925" y="2257425"/>
                </a:lnTo>
                <a:lnTo>
                  <a:pt x="2438400" y="2257425"/>
                </a:lnTo>
                <a:lnTo>
                  <a:pt x="2438400" y="2247900"/>
                </a:lnTo>
                <a:lnTo>
                  <a:pt x="2428875" y="2247900"/>
                </a:lnTo>
                <a:close/>
                <a:moveTo>
                  <a:pt x="419100" y="2209800"/>
                </a:moveTo>
                <a:lnTo>
                  <a:pt x="466725" y="2209800"/>
                </a:lnTo>
                <a:lnTo>
                  <a:pt x="466725" y="2219325"/>
                </a:lnTo>
                <a:lnTo>
                  <a:pt x="438150" y="2219325"/>
                </a:lnTo>
                <a:lnTo>
                  <a:pt x="438150" y="2228850"/>
                </a:lnTo>
                <a:lnTo>
                  <a:pt x="419100" y="2228850"/>
                </a:lnTo>
                <a:close/>
                <a:moveTo>
                  <a:pt x="1314450" y="2209800"/>
                </a:moveTo>
                <a:lnTo>
                  <a:pt x="1323975" y="2209800"/>
                </a:lnTo>
                <a:lnTo>
                  <a:pt x="1323975" y="2200275"/>
                </a:lnTo>
                <a:lnTo>
                  <a:pt x="1314450" y="2200275"/>
                </a:lnTo>
                <a:close/>
                <a:moveTo>
                  <a:pt x="1609725" y="2209800"/>
                </a:moveTo>
                <a:lnTo>
                  <a:pt x="1638300" y="2209800"/>
                </a:lnTo>
                <a:lnTo>
                  <a:pt x="1638300" y="2200275"/>
                </a:lnTo>
                <a:lnTo>
                  <a:pt x="1609725" y="2200275"/>
                </a:lnTo>
                <a:close/>
                <a:moveTo>
                  <a:pt x="933450" y="2219325"/>
                </a:moveTo>
                <a:lnTo>
                  <a:pt x="942975" y="2219325"/>
                </a:lnTo>
                <a:lnTo>
                  <a:pt x="942975" y="2228850"/>
                </a:lnTo>
                <a:lnTo>
                  <a:pt x="933450" y="2228850"/>
                </a:lnTo>
                <a:close/>
                <a:moveTo>
                  <a:pt x="1504950" y="2219325"/>
                </a:moveTo>
                <a:lnTo>
                  <a:pt x="1514475" y="2219325"/>
                </a:lnTo>
                <a:lnTo>
                  <a:pt x="1514475" y="2209800"/>
                </a:lnTo>
                <a:lnTo>
                  <a:pt x="1504950" y="2209800"/>
                </a:lnTo>
                <a:close/>
                <a:moveTo>
                  <a:pt x="476250" y="2228850"/>
                </a:moveTo>
                <a:lnTo>
                  <a:pt x="485775" y="2228850"/>
                </a:lnTo>
                <a:lnTo>
                  <a:pt x="485775" y="2238375"/>
                </a:lnTo>
                <a:lnTo>
                  <a:pt x="495300" y="2238375"/>
                </a:lnTo>
                <a:lnTo>
                  <a:pt x="495300" y="2247900"/>
                </a:lnTo>
                <a:lnTo>
                  <a:pt x="457200" y="2247900"/>
                </a:lnTo>
                <a:lnTo>
                  <a:pt x="457200" y="2238375"/>
                </a:lnTo>
                <a:lnTo>
                  <a:pt x="476250" y="2238375"/>
                </a:lnTo>
                <a:close/>
                <a:moveTo>
                  <a:pt x="514350" y="2228850"/>
                </a:moveTo>
                <a:lnTo>
                  <a:pt x="542925" y="2228850"/>
                </a:lnTo>
                <a:lnTo>
                  <a:pt x="542925" y="2238375"/>
                </a:lnTo>
                <a:lnTo>
                  <a:pt x="552450" y="2238375"/>
                </a:lnTo>
                <a:lnTo>
                  <a:pt x="552450" y="2247900"/>
                </a:lnTo>
                <a:lnTo>
                  <a:pt x="514350" y="2247900"/>
                </a:lnTo>
                <a:close/>
                <a:moveTo>
                  <a:pt x="952500" y="2228850"/>
                </a:moveTo>
                <a:lnTo>
                  <a:pt x="990600" y="2228850"/>
                </a:lnTo>
                <a:lnTo>
                  <a:pt x="990600" y="2238375"/>
                </a:lnTo>
                <a:lnTo>
                  <a:pt x="1019175" y="2238375"/>
                </a:lnTo>
                <a:lnTo>
                  <a:pt x="1019175" y="2228850"/>
                </a:lnTo>
                <a:lnTo>
                  <a:pt x="1047750" y="2228850"/>
                </a:lnTo>
                <a:lnTo>
                  <a:pt x="1047750" y="2238375"/>
                </a:lnTo>
                <a:lnTo>
                  <a:pt x="1057275" y="2238375"/>
                </a:lnTo>
                <a:lnTo>
                  <a:pt x="1057275" y="2257425"/>
                </a:lnTo>
                <a:lnTo>
                  <a:pt x="1028700" y="2257425"/>
                </a:lnTo>
                <a:lnTo>
                  <a:pt x="1028700" y="2266950"/>
                </a:lnTo>
                <a:lnTo>
                  <a:pt x="1038225" y="2266950"/>
                </a:lnTo>
                <a:lnTo>
                  <a:pt x="1038225" y="2276475"/>
                </a:lnTo>
                <a:lnTo>
                  <a:pt x="1028700" y="2276475"/>
                </a:lnTo>
                <a:lnTo>
                  <a:pt x="1028700" y="2286000"/>
                </a:lnTo>
                <a:lnTo>
                  <a:pt x="1009650" y="2286000"/>
                </a:lnTo>
                <a:lnTo>
                  <a:pt x="1009650" y="2276475"/>
                </a:lnTo>
                <a:lnTo>
                  <a:pt x="1000125" y="2276475"/>
                </a:lnTo>
                <a:lnTo>
                  <a:pt x="1000125" y="2266950"/>
                </a:lnTo>
                <a:lnTo>
                  <a:pt x="1009650" y="2266950"/>
                </a:lnTo>
                <a:lnTo>
                  <a:pt x="1009650" y="2257425"/>
                </a:lnTo>
                <a:lnTo>
                  <a:pt x="1000125" y="2257425"/>
                </a:lnTo>
                <a:lnTo>
                  <a:pt x="1000125" y="2247900"/>
                </a:lnTo>
                <a:lnTo>
                  <a:pt x="981075" y="2247900"/>
                </a:lnTo>
                <a:lnTo>
                  <a:pt x="981075" y="2238375"/>
                </a:lnTo>
                <a:lnTo>
                  <a:pt x="952500" y="2238375"/>
                </a:lnTo>
                <a:close/>
                <a:moveTo>
                  <a:pt x="1600200" y="2228850"/>
                </a:moveTo>
                <a:lnTo>
                  <a:pt x="1619250" y="2228850"/>
                </a:lnTo>
                <a:lnTo>
                  <a:pt x="1619250" y="2219325"/>
                </a:lnTo>
                <a:lnTo>
                  <a:pt x="1600200" y="2219325"/>
                </a:lnTo>
                <a:close/>
                <a:moveTo>
                  <a:pt x="1266825" y="2238375"/>
                </a:moveTo>
                <a:lnTo>
                  <a:pt x="1285875" y="2238375"/>
                </a:lnTo>
                <a:lnTo>
                  <a:pt x="1285875" y="2219325"/>
                </a:lnTo>
                <a:lnTo>
                  <a:pt x="1276350" y="2219325"/>
                </a:lnTo>
                <a:lnTo>
                  <a:pt x="1276350" y="2228850"/>
                </a:lnTo>
                <a:lnTo>
                  <a:pt x="1266825" y="2228850"/>
                </a:lnTo>
                <a:close/>
                <a:moveTo>
                  <a:pt x="1733550" y="2238375"/>
                </a:moveTo>
                <a:lnTo>
                  <a:pt x="1743075" y="2238375"/>
                </a:lnTo>
                <a:lnTo>
                  <a:pt x="1743075" y="2219325"/>
                </a:lnTo>
                <a:lnTo>
                  <a:pt x="1733550" y="2219325"/>
                </a:lnTo>
                <a:close/>
                <a:moveTo>
                  <a:pt x="447675" y="2247900"/>
                </a:moveTo>
                <a:lnTo>
                  <a:pt x="457200" y="2247900"/>
                </a:lnTo>
                <a:lnTo>
                  <a:pt x="457200" y="2257425"/>
                </a:lnTo>
                <a:lnTo>
                  <a:pt x="447675" y="2257425"/>
                </a:lnTo>
                <a:close/>
                <a:moveTo>
                  <a:pt x="1581150" y="2247900"/>
                </a:moveTo>
                <a:lnTo>
                  <a:pt x="1590675" y="2247900"/>
                </a:lnTo>
                <a:lnTo>
                  <a:pt x="1590675" y="2238375"/>
                </a:lnTo>
                <a:lnTo>
                  <a:pt x="1571625" y="2238375"/>
                </a:lnTo>
                <a:lnTo>
                  <a:pt x="1571625" y="2228850"/>
                </a:lnTo>
                <a:lnTo>
                  <a:pt x="1562100" y="2228850"/>
                </a:lnTo>
                <a:lnTo>
                  <a:pt x="1562100" y="2257425"/>
                </a:lnTo>
                <a:lnTo>
                  <a:pt x="1581150" y="2257425"/>
                </a:lnTo>
                <a:close/>
                <a:moveTo>
                  <a:pt x="1790700" y="2247900"/>
                </a:moveTo>
                <a:lnTo>
                  <a:pt x="1800225" y="2247900"/>
                </a:lnTo>
                <a:lnTo>
                  <a:pt x="1800225" y="2257425"/>
                </a:lnTo>
                <a:lnTo>
                  <a:pt x="1790700" y="2257425"/>
                </a:lnTo>
                <a:close/>
                <a:moveTo>
                  <a:pt x="2095500" y="2247900"/>
                </a:moveTo>
                <a:lnTo>
                  <a:pt x="2114550" y="2247900"/>
                </a:lnTo>
                <a:lnTo>
                  <a:pt x="2114550" y="2266950"/>
                </a:lnTo>
                <a:lnTo>
                  <a:pt x="2076450" y="2266950"/>
                </a:lnTo>
                <a:lnTo>
                  <a:pt x="2076450" y="2257425"/>
                </a:lnTo>
                <a:lnTo>
                  <a:pt x="2095500" y="2257425"/>
                </a:lnTo>
                <a:close/>
                <a:moveTo>
                  <a:pt x="276225" y="2257425"/>
                </a:moveTo>
                <a:lnTo>
                  <a:pt x="285750" y="2257425"/>
                </a:lnTo>
                <a:lnTo>
                  <a:pt x="285750" y="2276475"/>
                </a:lnTo>
                <a:lnTo>
                  <a:pt x="276225" y="2276475"/>
                </a:lnTo>
                <a:close/>
                <a:moveTo>
                  <a:pt x="1171575" y="2257425"/>
                </a:moveTo>
                <a:lnTo>
                  <a:pt x="1190625" y="2257425"/>
                </a:lnTo>
                <a:lnTo>
                  <a:pt x="1190625" y="2266950"/>
                </a:lnTo>
                <a:lnTo>
                  <a:pt x="1181100" y="2266950"/>
                </a:lnTo>
                <a:lnTo>
                  <a:pt x="1181100" y="2276475"/>
                </a:lnTo>
                <a:lnTo>
                  <a:pt x="1171575" y="2276475"/>
                </a:lnTo>
                <a:close/>
                <a:moveTo>
                  <a:pt x="1600200" y="2257425"/>
                </a:moveTo>
                <a:lnTo>
                  <a:pt x="1609725" y="2257425"/>
                </a:lnTo>
                <a:lnTo>
                  <a:pt x="1609725" y="2247900"/>
                </a:lnTo>
                <a:lnTo>
                  <a:pt x="1600200" y="2247900"/>
                </a:lnTo>
                <a:close/>
                <a:moveTo>
                  <a:pt x="2057400" y="2257425"/>
                </a:moveTo>
                <a:lnTo>
                  <a:pt x="2066925" y="2257425"/>
                </a:lnTo>
                <a:lnTo>
                  <a:pt x="2066925" y="2276475"/>
                </a:lnTo>
                <a:lnTo>
                  <a:pt x="2057400" y="2276475"/>
                </a:lnTo>
                <a:close/>
                <a:moveTo>
                  <a:pt x="1819275" y="2266950"/>
                </a:moveTo>
                <a:lnTo>
                  <a:pt x="1828800" y="2266950"/>
                </a:lnTo>
                <a:lnTo>
                  <a:pt x="1828800" y="2276475"/>
                </a:lnTo>
                <a:lnTo>
                  <a:pt x="1819275" y="2276475"/>
                </a:lnTo>
                <a:close/>
                <a:moveTo>
                  <a:pt x="257175" y="2276475"/>
                </a:moveTo>
                <a:lnTo>
                  <a:pt x="276225" y="2276475"/>
                </a:lnTo>
                <a:lnTo>
                  <a:pt x="276225" y="2286000"/>
                </a:lnTo>
                <a:lnTo>
                  <a:pt x="257175" y="2286000"/>
                </a:lnTo>
                <a:close/>
                <a:moveTo>
                  <a:pt x="990600" y="2276475"/>
                </a:moveTo>
                <a:lnTo>
                  <a:pt x="1000125" y="2276475"/>
                </a:lnTo>
                <a:lnTo>
                  <a:pt x="1000125" y="2286000"/>
                </a:lnTo>
                <a:lnTo>
                  <a:pt x="990600" y="2286000"/>
                </a:lnTo>
                <a:close/>
                <a:moveTo>
                  <a:pt x="1095375" y="2276475"/>
                </a:moveTo>
                <a:lnTo>
                  <a:pt x="1104900" y="2276475"/>
                </a:lnTo>
                <a:lnTo>
                  <a:pt x="1104900" y="2286000"/>
                </a:lnTo>
                <a:lnTo>
                  <a:pt x="1095375" y="2286000"/>
                </a:lnTo>
                <a:close/>
                <a:moveTo>
                  <a:pt x="1323975" y="2276475"/>
                </a:moveTo>
                <a:lnTo>
                  <a:pt x="1343025" y="2276475"/>
                </a:lnTo>
                <a:lnTo>
                  <a:pt x="1343025" y="2286000"/>
                </a:lnTo>
                <a:lnTo>
                  <a:pt x="1333500" y="2286000"/>
                </a:lnTo>
                <a:lnTo>
                  <a:pt x="1333500" y="2295525"/>
                </a:lnTo>
                <a:lnTo>
                  <a:pt x="1304925" y="2295525"/>
                </a:lnTo>
                <a:lnTo>
                  <a:pt x="1304925" y="2286000"/>
                </a:lnTo>
                <a:lnTo>
                  <a:pt x="1323975" y="2286000"/>
                </a:lnTo>
                <a:close/>
                <a:moveTo>
                  <a:pt x="1400175" y="2276475"/>
                </a:moveTo>
                <a:lnTo>
                  <a:pt x="1419225" y="2276475"/>
                </a:lnTo>
                <a:lnTo>
                  <a:pt x="1419225" y="2247900"/>
                </a:lnTo>
                <a:lnTo>
                  <a:pt x="1409700" y="2247900"/>
                </a:lnTo>
                <a:lnTo>
                  <a:pt x="1409700" y="2266950"/>
                </a:lnTo>
                <a:lnTo>
                  <a:pt x="1400175" y="2266950"/>
                </a:lnTo>
                <a:close/>
                <a:moveTo>
                  <a:pt x="1428750" y="2276475"/>
                </a:moveTo>
                <a:lnTo>
                  <a:pt x="1438275" y="2276475"/>
                </a:lnTo>
                <a:lnTo>
                  <a:pt x="1438275" y="2266950"/>
                </a:lnTo>
                <a:lnTo>
                  <a:pt x="1428750" y="2266950"/>
                </a:lnTo>
                <a:close/>
                <a:moveTo>
                  <a:pt x="1800225" y="2276475"/>
                </a:moveTo>
                <a:lnTo>
                  <a:pt x="1809750" y="2276475"/>
                </a:lnTo>
                <a:lnTo>
                  <a:pt x="1809750" y="2286000"/>
                </a:lnTo>
                <a:lnTo>
                  <a:pt x="1800225" y="2286000"/>
                </a:lnTo>
                <a:close/>
                <a:moveTo>
                  <a:pt x="1809750" y="2286000"/>
                </a:moveTo>
                <a:lnTo>
                  <a:pt x="1819275" y="2286000"/>
                </a:lnTo>
                <a:lnTo>
                  <a:pt x="1819275" y="2295525"/>
                </a:lnTo>
                <a:lnTo>
                  <a:pt x="1809750" y="2295525"/>
                </a:lnTo>
                <a:close/>
                <a:moveTo>
                  <a:pt x="390525" y="2295525"/>
                </a:moveTo>
                <a:lnTo>
                  <a:pt x="400050" y="2295525"/>
                </a:lnTo>
                <a:lnTo>
                  <a:pt x="400050" y="2305050"/>
                </a:lnTo>
                <a:lnTo>
                  <a:pt x="390525" y="2305050"/>
                </a:lnTo>
                <a:close/>
                <a:moveTo>
                  <a:pt x="1285875" y="2295525"/>
                </a:moveTo>
                <a:lnTo>
                  <a:pt x="1304925" y="2295525"/>
                </a:lnTo>
                <a:lnTo>
                  <a:pt x="1304925" y="2314575"/>
                </a:lnTo>
                <a:lnTo>
                  <a:pt x="1323975" y="2314575"/>
                </a:lnTo>
                <a:lnTo>
                  <a:pt x="1323975" y="2305050"/>
                </a:lnTo>
                <a:lnTo>
                  <a:pt x="1333500" y="2305050"/>
                </a:lnTo>
                <a:lnTo>
                  <a:pt x="1333500" y="2324100"/>
                </a:lnTo>
                <a:lnTo>
                  <a:pt x="1343025" y="2324100"/>
                </a:lnTo>
                <a:lnTo>
                  <a:pt x="1343025" y="2333625"/>
                </a:lnTo>
                <a:lnTo>
                  <a:pt x="1333500" y="2333625"/>
                </a:lnTo>
                <a:lnTo>
                  <a:pt x="1333500" y="2343150"/>
                </a:lnTo>
                <a:lnTo>
                  <a:pt x="1295400" y="2343150"/>
                </a:lnTo>
                <a:lnTo>
                  <a:pt x="1295400" y="2333625"/>
                </a:lnTo>
                <a:lnTo>
                  <a:pt x="1285875" y="2333625"/>
                </a:lnTo>
                <a:lnTo>
                  <a:pt x="1285875" y="2324100"/>
                </a:lnTo>
                <a:lnTo>
                  <a:pt x="1276350" y="2324100"/>
                </a:lnTo>
                <a:lnTo>
                  <a:pt x="1276350" y="2314575"/>
                </a:lnTo>
                <a:lnTo>
                  <a:pt x="1285875" y="2314575"/>
                </a:lnTo>
                <a:close/>
                <a:moveTo>
                  <a:pt x="1524000" y="2295525"/>
                </a:moveTo>
                <a:lnTo>
                  <a:pt x="1533525" y="2295525"/>
                </a:lnTo>
                <a:lnTo>
                  <a:pt x="1533525" y="2305050"/>
                </a:lnTo>
                <a:lnTo>
                  <a:pt x="1524000" y="2305050"/>
                </a:lnTo>
                <a:close/>
                <a:moveTo>
                  <a:pt x="1724025" y="2295525"/>
                </a:moveTo>
                <a:lnTo>
                  <a:pt x="1733550" y="2295525"/>
                </a:lnTo>
                <a:lnTo>
                  <a:pt x="1733550" y="2305050"/>
                </a:lnTo>
                <a:lnTo>
                  <a:pt x="1724025" y="2305050"/>
                </a:lnTo>
                <a:close/>
                <a:moveTo>
                  <a:pt x="1828800" y="2295525"/>
                </a:moveTo>
                <a:lnTo>
                  <a:pt x="1847850" y="2295525"/>
                </a:lnTo>
                <a:lnTo>
                  <a:pt x="1847850" y="2305050"/>
                </a:lnTo>
                <a:lnTo>
                  <a:pt x="1866900" y="2305050"/>
                </a:lnTo>
                <a:lnTo>
                  <a:pt x="1866900" y="2314575"/>
                </a:lnTo>
                <a:lnTo>
                  <a:pt x="1838325" y="2314575"/>
                </a:lnTo>
                <a:lnTo>
                  <a:pt x="1838325" y="2305050"/>
                </a:lnTo>
                <a:lnTo>
                  <a:pt x="1828800" y="2305050"/>
                </a:lnTo>
                <a:close/>
                <a:moveTo>
                  <a:pt x="285750" y="2305050"/>
                </a:moveTo>
                <a:lnTo>
                  <a:pt x="295275" y="2305050"/>
                </a:lnTo>
                <a:lnTo>
                  <a:pt x="295275" y="2314575"/>
                </a:lnTo>
                <a:lnTo>
                  <a:pt x="285750" y="2314575"/>
                </a:lnTo>
                <a:close/>
                <a:moveTo>
                  <a:pt x="400050" y="2305050"/>
                </a:moveTo>
                <a:lnTo>
                  <a:pt x="409575" y="2305050"/>
                </a:lnTo>
                <a:lnTo>
                  <a:pt x="409575" y="2314575"/>
                </a:lnTo>
                <a:lnTo>
                  <a:pt x="400050" y="2314575"/>
                </a:lnTo>
                <a:close/>
                <a:moveTo>
                  <a:pt x="1028700" y="2305050"/>
                </a:moveTo>
                <a:lnTo>
                  <a:pt x="1038225" y="2305050"/>
                </a:lnTo>
                <a:lnTo>
                  <a:pt x="1038225" y="2314575"/>
                </a:lnTo>
                <a:lnTo>
                  <a:pt x="1028700" y="2314575"/>
                </a:lnTo>
                <a:close/>
                <a:moveTo>
                  <a:pt x="1114425" y="2305050"/>
                </a:moveTo>
                <a:lnTo>
                  <a:pt x="1190625" y="2305050"/>
                </a:lnTo>
                <a:lnTo>
                  <a:pt x="1190625" y="2314575"/>
                </a:lnTo>
                <a:lnTo>
                  <a:pt x="1200150" y="2314575"/>
                </a:lnTo>
                <a:lnTo>
                  <a:pt x="1200150" y="2324100"/>
                </a:lnTo>
                <a:lnTo>
                  <a:pt x="1171575" y="2324100"/>
                </a:lnTo>
                <a:lnTo>
                  <a:pt x="1171575" y="2314575"/>
                </a:lnTo>
                <a:lnTo>
                  <a:pt x="1152525" y="2314575"/>
                </a:lnTo>
                <a:lnTo>
                  <a:pt x="1152525" y="2324100"/>
                </a:lnTo>
                <a:lnTo>
                  <a:pt x="1143000" y="2324100"/>
                </a:lnTo>
                <a:lnTo>
                  <a:pt x="1143000" y="2314575"/>
                </a:lnTo>
                <a:lnTo>
                  <a:pt x="1123950" y="2314575"/>
                </a:lnTo>
                <a:lnTo>
                  <a:pt x="1123950" y="2333625"/>
                </a:lnTo>
                <a:lnTo>
                  <a:pt x="1104900" y="2333625"/>
                </a:lnTo>
                <a:lnTo>
                  <a:pt x="1104900" y="2343150"/>
                </a:lnTo>
                <a:lnTo>
                  <a:pt x="1095375" y="2343150"/>
                </a:lnTo>
                <a:lnTo>
                  <a:pt x="1095375" y="2324100"/>
                </a:lnTo>
                <a:lnTo>
                  <a:pt x="1104900" y="2324100"/>
                </a:lnTo>
                <a:lnTo>
                  <a:pt x="1104900" y="2314575"/>
                </a:lnTo>
                <a:lnTo>
                  <a:pt x="1114425" y="2314575"/>
                </a:lnTo>
                <a:close/>
                <a:moveTo>
                  <a:pt x="1457325" y="2305050"/>
                </a:moveTo>
                <a:lnTo>
                  <a:pt x="1466850" y="2305050"/>
                </a:lnTo>
                <a:lnTo>
                  <a:pt x="1466850" y="2295525"/>
                </a:lnTo>
                <a:lnTo>
                  <a:pt x="1457325" y="2295525"/>
                </a:lnTo>
                <a:close/>
                <a:moveTo>
                  <a:pt x="2152650" y="2305050"/>
                </a:moveTo>
                <a:lnTo>
                  <a:pt x="2171700" y="2305050"/>
                </a:lnTo>
                <a:lnTo>
                  <a:pt x="2171700" y="2314575"/>
                </a:lnTo>
                <a:lnTo>
                  <a:pt x="2181225" y="2314575"/>
                </a:lnTo>
                <a:lnTo>
                  <a:pt x="2181225" y="2333625"/>
                </a:lnTo>
                <a:lnTo>
                  <a:pt x="2171700" y="2333625"/>
                </a:lnTo>
                <a:lnTo>
                  <a:pt x="2171700" y="2343150"/>
                </a:lnTo>
                <a:lnTo>
                  <a:pt x="2143125" y="2343150"/>
                </a:lnTo>
                <a:lnTo>
                  <a:pt x="2143125" y="2314575"/>
                </a:lnTo>
                <a:lnTo>
                  <a:pt x="2152650" y="2314575"/>
                </a:lnTo>
                <a:close/>
                <a:moveTo>
                  <a:pt x="314325" y="2314575"/>
                </a:moveTo>
                <a:lnTo>
                  <a:pt x="323850" y="2314575"/>
                </a:lnTo>
                <a:lnTo>
                  <a:pt x="323850" y="2324100"/>
                </a:lnTo>
                <a:lnTo>
                  <a:pt x="333375" y="2324100"/>
                </a:lnTo>
                <a:lnTo>
                  <a:pt x="333375" y="2343150"/>
                </a:lnTo>
                <a:lnTo>
                  <a:pt x="323850" y="2343150"/>
                </a:lnTo>
                <a:lnTo>
                  <a:pt x="323850" y="2352675"/>
                </a:lnTo>
                <a:lnTo>
                  <a:pt x="295275" y="2352675"/>
                </a:lnTo>
                <a:lnTo>
                  <a:pt x="295275" y="2343150"/>
                </a:lnTo>
                <a:lnTo>
                  <a:pt x="304800" y="2343150"/>
                </a:lnTo>
                <a:lnTo>
                  <a:pt x="304800" y="2324100"/>
                </a:lnTo>
                <a:lnTo>
                  <a:pt x="314325" y="2324100"/>
                </a:lnTo>
                <a:close/>
                <a:moveTo>
                  <a:pt x="1009650" y="2314575"/>
                </a:moveTo>
                <a:lnTo>
                  <a:pt x="1028700" y="2314575"/>
                </a:lnTo>
                <a:lnTo>
                  <a:pt x="1028700" y="2324100"/>
                </a:lnTo>
                <a:lnTo>
                  <a:pt x="1009650" y="2324100"/>
                </a:lnTo>
                <a:close/>
                <a:moveTo>
                  <a:pt x="1047750" y="2314575"/>
                </a:moveTo>
                <a:lnTo>
                  <a:pt x="1076325" y="2314575"/>
                </a:lnTo>
                <a:lnTo>
                  <a:pt x="1076325" y="2324100"/>
                </a:lnTo>
                <a:lnTo>
                  <a:pt x="1066800" y="2324100"/>
                </a:lnTo>
                <a:lnTo>
                  <a:pt x="1066800" y="2343150"/>
                </a:lnTo>
                <a:lnTo>
                  <a:pt x="1057275" y="2343150"/>
                </a:lnTo>
                <a:lnTo>
                  <a:pt x="1057275" y="2362200"/>
                </a:lnTo>
                <a:lnTo>
                  <a:pt x="1076325" y="2362200"/>
                </a:lnTo>
                <a:lnTo>
                  <a:pt x="1076325" y="2371725"/>
                </a:lnTo>
                <a:lnTo>
                  <a:pt x="1028700" y="2371725"/>
                </a:lnTo>
                <a:lnTo>
                  <a:pt x="1028700" y="2352675"/>
                </a:lnTo>
                <a:lnTo>
                  <a:pt x="1038225" y="2352675"/>
                </a:lnTo>
                <a:lnTo>
                  <a:pt x="1038225" y="2343150"/>
                </a:lnTo>
                <a:lnTo>
                  <a:pt x="1047750" y="2343150"/>
                </a:lnTo>
                <a:close/>
                <a:moveTo>
                  <a:pt x="1695450" y="2314575"/>
                </a:moveTo>
                <a:lnTo>
                  <a:pt x="1714500" y="2314575"/>
                </a:lnTo>
                <a:lnTo>
                  <a:pt x="1714500" y="2324100"/>
                </a:lnTo>
                <a:lnTo>
                  <a:pt x="1695450" y="2324100"/>
                </a:lnTo>
                <a:close/>
                <a:moveTo>
                  <a:pt x="342900" y="2324100"/>
                </a:moveTo>
                <a:lnTo>
                  <a:pt x="361950" y="2324100"/>
                </a:lnTo>
                <a:lnTo>
                  <a:pt x="361950" y="2333625"/>
                </a:lnTo>
                <a:lnTo>
                  <a:pt x="342900" y="2333625"/>
                </a:lnTo>
                <a:close/>
                <a:moveTo>
                  <a:pt x="1238250" y="2324100"/>
                </a:moveTo>
                <a:lnTo>
                  <a:pt x="1257300" y="2324100"/>
                </a:lnTo>
                <a:lnTo>
                  <a:pt x="1257300" y="2333625"/>
                </a:lnTo>
                <a:lnTo>
                  <a:pt x="1266825" y="2333625"/>
                </a:lnTo>
                <a:lnTo>
                  <a:pt x="1266825" y="2324100"/>
                </a:lnTo>
                <a:lnTo>
                  <a:pt x="1276350" y="2324100"/>
                </a:lnTo>
                <a:lnTo>
                  <a:pt x="1276350" y="2343150"/>
                </a:lnTo>
                <a:lnTo>
                  <a:pt x="1266825" y="2343150"/>
                </a:lnTo>
                <a:lnTo>
                  <a:pt x="1266825" y="2362200"/>
                </a:lnTo>
                <a:lnTo>
                  <a:pt x="1257300" y="2362200"/>
                </a:lnTo>
                <a:lnTo>
                  <a:pt x="1257300" y="2371725"/>
                </a:lnTo>
                <a:lnTo>
                  <a:pt x="1238250" y="2371725"/>
                </a:lnTo>
                <a:lnTo>
                  <a:pt x="1238250" y="2362200"/>
                </a:lnTo>
                <a:lnTo>
                  <a:pt x="1209675" y="2362200"/>
                </a:lnTo>
                <a:lnTo>
                  <a:pt x="1209675" y="2381250"/>
                </a:lnTo>
                <a:lnTo>
                  <a:pt x="1219200" y="2381250"/>
                </a:lnTo>
                <a:lnTo>
                  <a:pt x="1219200" y="2400300"/>
                </a:lnTo>
                <a:lnTo>
                  <a:pt x="1190625" y="2400300"/>
                </a:lnTo>
                <a:lnTo>
                  <a:pt x="1190625" y="2390775"/>
                </a:lnTo>
                <a:lnTo>
                  <a:pt x="1171575" y="2390775"/>
                </a:lnTo>
                <a:lnTo>
                  <a:pt x="1171575" y="2381250"/>
                </a:lnTo>
                <a:lnTo>
                  <a:pt x="1181100" y="2381250"/>
                </a:lnTo>
                <a:lnTo>
                  <a:pt x="1181100" y="2362200"/>
                </a:lnTo>
                <a:lnTo>
                  <a:pt x="1190625" y="2362200"/>
                </a:lnTo>
                <a:lnTo>
                  <a:pt x="1190625" y="2343150"/>
                </a:lnTo>
                <a:lnTo>
                  <a:pt x="1200150" y="2343150"/>
                </a:lnTo>
                <a:lnTo>
                  <a:pt x="1200150" y="2352675"/>
                </a:lnTo>
                <a:lnTo>
                  <a:pt x="1219200" y="2352675"/>
                </a:lnTo>
                <a:lnTo>
                  <a:pt x="1219200" y="2343150"/>
                </a:lnTo>
                <a:lnTo>
                  <a:pt x="1228725" y="2343150"/>
                </a:lnTo>
                <a:lnTo>
                  <a:pt x="1228725" y="2333625"/>
                </a:lnTo>
                <a:lnTo>
                  <a:pt x="1238250" y="2333625"/>
                </a:lnTo>
                <a:close/>
                <a:moveTo>
                  <a:pt x="552450" y="2333625"/>
                </a:moveTo>
                <a:lnTo>
                  <a:pt x="561975" y="2333625"/>
                </a:lnTo>
                <a:lnTo>
                  <a:pt x="561975" y="2371725"/>
                </a:lnTo>
                <a:lnTo>
                  <a:pt x="542925" y="2371725"/>
                </a:lnTo>
                <a:lnTo>
                  <a:pt x="542925" y="2362200"/>
                </a:lnTo>
                <a:lnTo>
                  <a:pt x="533400" y="2362200"/>
                </a:lnTo>
                <a:lnTo>
                  <a:pt x="533400" y="2343150"/>
                </a:lnTo>
                <a:lnTo>
                  <a:pt x="552450" y="2343150"/>
                </a:lnTo>
                <a:close/>
                <a:moveTo>
                  <a:pt x="933450" y="2333625"/>
                </a:moveTo>
                <a:lnTo>
                  <a:pt x="971550" y="2333625"/>
                </a:lnTo>
                <a:lnTo>
                  <a:pt x="971550" y="2343150"/>
                </a:lnTo>
                <a:lnTo>
                  <a:pt x="952500" y="2343150"/>
                </a:lnTo>
                <a:lnTo>
                  <a:pt x="952500" y="2352675"/>
                </a:lnTo>
                <a:lnTo>
                  <a:pt x="942975" y="2352675"/>
                </a:lnTo>
                <a:lnTo>
                  <a:pt x="942975" y="2343150"/>
                </a:lnTo>
                <a:lnTo>
                  <a:pt x="933450" y="2343150"/>
                </a:lnTo>
                <a:close/>
                <a:moveTo>
                  <a:pt x="1123950" y="2333625"/>
                </a:moveTo>
                <a:lnTo>
                  <a:pt x="1133475" y="2333625"/>
                </a:lnTo>
                <a:lnTo>
                  <a:pt x="1133475" y="2343150"/>
                </a:lnTo>
                <a:lnTo>
                  <a:pt x="1143000" y="2343150"/>
                </a:lnTo>
                <a:lnTo>
                  <a:pt x="1143000" y="2352675"/>
                </a:lnTo>
                <a:lnTo>
                  <a:pt x="1152525" y="2352675"/>
                </a:lnTo>
                <a:lnTo>
                  <a:pt x="1152525" y="2362200"/>
                </a:lnTo>
                <a:lnTo>
                  <a:pt x="1095375" y="2362200"/>
                </a:lnTo>
                <a:lnTo>
                  <a:pt x="1095375" y="2352675"/>
                </a:lnTo>
                <a:lnTo>
                  <a:pt x="1114425" y="2352675"/>
                </a:lnTo>
                <a:lnTo>
                  <a:pt x="1114425" y="2343150"/>
                </a:lnTo>
                <a:lnTo>
                  <a:pt x="1123950" y="2343150"/>
                </a:lnTo>
                <a:close/>
                <a:moveTo>
                  <a:pt x="390525" y="2343150"/>
                </a:moveTo>
                <a:lnTo>
                  <a:pt x="400050" y="2343150"/>
                </a:lnTo>
                <a:lnTo>
                  <a:pt x="400050" y="2352675"/>
                </a:lnTo>
                <a:lnTo>
                  <a:pt x="390525" y="2352675"/>
                </a:lnTo>
                <a:close/>
                <a:moveTo>
                  <a:pt x="457200" y="2343150"/>
                </a:moveTo>
                <a:lnTo>
                  <a:pt x="485775" y="2343150"/>
                </a:lnTo>
                <a:lnTo>
                  <a:pt x="485775" y="2352675"/>
                </a:lnTo>
                <a:lnTo>
                  <a:pt x="457200" y="2352675"/>
                </a:lnTo>
                <a:close/>
                <a:moveTo>
                  <a:pt x="1524000" y="2343150"/>
                </a:moveTo>
                <a:lnTo>
                  <a:pt x="1533525" y="2343150"/>
                </a:lnTo>
                <a:lnTo>
                  <a:pt x="1533525" y="2352675"/>
                </a:lnTo>
                <a:lnTo>
                  <a:pt x="1543050" y="2352675"/>
                </a:lnTo>
                <a:lnTo>
                  <a:pt x="1543050" y="2362200"/>
                </a:lnTo>
                <a:lnTo>
                  <a:pt x="1514475" y="2362200"/>
                </a:lnTo>
                <a:lnTo>
                  <a:pt x="1514475" y="2352675"/>
                </a:lnTo>
                <a:lnTo>
                  <a:pt x="1524000" y="2352675"/>
                </a:lnTo>
                <a:close/>
                <a:moveTo>
                  <a:pt x="1314450" y="2352675"/>
                </a:moveTo>
                <a:lnTo>
                  <a:pt x="1333500" y="2352675"/>
                </a:lnTo>
                <a:lnTo>
                  <a:pt x="1333500" y="2381250"/>
                </a:lnTo>
                <a:lnTo>
                  <a:pt x="1343025" y="2381250"/>
                </a:lnTo>
                <a:lnTo>
                  <a:pt x="1343025" y="2390775"/>
                </a:lnTo>
                <a:lnTo>
                  <a:pt x="1304925" y="2390775"/>
                </a:lnTo>
                <a:lnTo>
                  <a:pt x="1304925" y="2362200"/>
                </a:lnTo>
                <a:lnTo>
                  <a:pt x="1314450" y="2362200"/>
                </a:lnTo>
                <a:close/>
                <a:moveTo>
                  <a:pt x="1476375" y="2352675"/>
                </a:moveTo>
                <a:lnTo>
                  <a:pt x="1485900" y="2352675"/>
                </a:lnTo>
                <a:lnTo>
                  <a:pt x="1485900" y="2362200"/>
                </a:lnTo>
                <a:lnTo>
                  <a:pt x="1495425" y="2362200"/>
                </a:lnTo>
                <a:lnTo>
                  <a:pt x="1495425" y="2352675"/>
                </a:lnTo>
                <a:lnTo>
                  <a:pt x="1504950" y="2352675"/>
                </a:lnTo>
                <a:lnTo>
                  <a:pt x="1504950" y="2371725"/>
                </a:lnTo>
                <a:lnTo>
                  <a:pt x="1495425" y="2371725"/>
                </a:lnTo>
                <a:lnTo>
                  <a:pt x="1495425" y="2381250"/>
                </a:lnTo>
                <a:lnTo>
                  <a:pt x="1514475" y="2381250"/>
                </a:lnTo>
                <a:lnTo>
                  <a:pt x="1514475" y="2390775"/>
                </a:lnTo>
                <a:lnTo>
                  <a:pt x="1485900" y="2390775"/>
                </a:lnTo>
                <a:lnTo>
                  <a:pt x="1485900" y="2371725"/>
                </a:lnTo>
                <a:lnTo>
                  <a:pt x="1476375" y="2371725"/>
                </a:lnTo>
                <a:close/>
                <a:moveTo>
                  <a:pt x="438150" y="2362200"/>
                </a:moveTo>
                <a:lnTo>
                  <a:pt x="447675" y="2362200"/>
                </a:lnTo>
                <a:lnTo>
                  <a:pt x="447675" y="2371725"/>
                </a:lnTo>
                <a:lnTo>
                  <a:pt x="438150" y="2371725"/>
                </a:lnTo>
                <a:close/>
                <a:moveTo>
                  <a:pt x="428625" y="2371725"/>
                </a:moveTo>
                <a:lnTo>
                  <a:pt x="438150" y="2371725"/>
                </a:lnTo>
                <a:lnTo>
                  <a:pt x="438150" y="2381250"/>
                </a:lnTo>
                <a:lnTo>
                  <a:pt x="428625" y="2381250"/>
                </a:lnTo>
                <a:close/>
                <a:moveTo>
                  <a:pt x="571500" y="2371725"/>
                </a:moveTo>
                <a:lnTo>
                  <a:pt x="581025" y="2371725"/>
                </a:lnTo>
                <a:lnTo>
                  <a:pt x="581025" y="2381250"/>
                </a:lnTo>
                <a:lnTo>
                  <a:pt x="571500" y="2381250"/>
                </a:lnTo>
                <a:close/>
                <a:moveTo>
                  <a:pt x="1076325" y="2371725"/>
                </a:moveTo>
                <a:lnTo>
                  <a:pt x="1085850" y="2371725"/>
                </a:lnTo>
                <a:lnTo>
                  <a:pt x="1085850" y="2381250"/>
                </a:lnTo>
                <a:lnTo>
                  <a:pt x="1076325" y="2381250"/>
                </a:lnTo>
                <a:close/>
                <a:moveTo>
                  <a:pt x="1143000" y="2371725"/>
                </a:moveTo>
                <a:lnTo>
                  <a:pt x="1152525" y="2371725"/>
                </a:lnTo>
                <a:lnTo>
                  <a:pt x="1152525" y="2381250"/>
                </a:lnTo>
                <a:lnTo>
                  <a:pt x="1143000" y="2381250"/>
                </a:lnTo>
                <a:close/>
                <a:moveTo>
                  <a:pt x="1666875" y="2371725"/>
                </a:moveTo>
                <a:lnTo>
                  <a:pt x="1685925" y="2371725"/>
                </a:lnTo>
                <a:lnTo>
                  <a:pt x="1685925" y="2381250"/>
                </a:lnTo>
                <a:lnTo>
                  <a:pt x="1676400" y="2381250"/>
                </a:lnTo>
                <a:lnTo>
                  <a:pt x="1676400" y="2390775"/>
                </a:lnTo>
                <a:lnTo>
                  <a:pt x="1685925" y="2390775"/>
                </a:lnTo>
                <a:lnTo>
                  <a:pt x="1685925" y="2400300"/>
                </a:lnTo>
                <a:lnTo>
                  <a:pt x="1647825" y="2400300"/>
                </a:lnTo>
                <a:lnTo>
                  <a:pt x="1647825" y="2390775"/>
                </a:lnTo>
                <a:lnTo>
                  <a:pt x="1657350" y="2390775"/>
                </a:lnTo>
                <a:lnTo>
                  <a:pt x="1657350" y="2381250"/>
                </a:lnTo>
                <a:lnTo>
                  <a:pt x="1666875" y="2381250"/>
                </a:lnTo>
                <a:close/>
                <a:moveTo>
                  <a:pt x="342900" y="2381250"/>
                </a:moveTo>
                <a:lnTo>
                  <a:pt x="361950" y="2381250"/>
                </a:lnTo>
                <a:lnTo>
                  <a:pt x="361950" y="2400300"/>
                </a:lnTo>
                <a:lnTo>
                  <a:pt x="342900" y="2400300"/>
                </a:lnTo>
                <a:close/>
                <a:moveTo>
                  <a:pt x="438150" y="2381250"/>
                </a:moveTo>
                <a:lnTo>
                  <a:pt x="447675" y="2381250"/>
                </a:lnTo>
                <a:lnTo>
                  <a:pt x="447675" y="2390775"/>
                </a:lnTo>
                <a:lnTo>
                  <a:pt x="438150" y="2390775"/>
                </a:lnTo>
                <a:close/>
                <a:moveTo>
                  <a:pt x="561975" y="2381250"/>
                </a:moveTo>
                <a:lnTo>
                  <a:pt x="571500" y="2381250"/>
                </a:lnTo>
                <a:lnTo>
                  <a:pt x="571500" y="2390775"/>
                </a:lnTo>
                <a:lnTo>
                  <a:pt x="561975" y="2390775"/>
                </a:lnTo>
                <a:close/>
                <a:moveTo>
                  <a:pt x="1114425" y="2381250"/>
                </a:moveTo>
                <a:lnTo>
                  <a:pt x="1123950" y="2381250"/>
                </a:lnTo>
                <a:lnTo>
                  <a:pt x="1123950" y="2390775"/>
                </a:lnTo>
                <a:lnTo>
                  <a:pt x="1152525" y="2390775"/>
                </a:lnTo>
                <a:lnTo>
                  <a:pt x="1152525" y="2400300"/>
                </a:lnTo>
                <a:lnTo>
                  <a:pt x="1114425" y="2400300"/>
                </a:lnTo>
                <a:close/>
                <a:moveTo>
                  <a:pt x="1238250" y="2381250"/>
                </a:moveTo>
                <a:lnTo>
                  <a:pt x="1266825" y="2381250"/>
                </a:lnTo>
                <a:lnTo>
                  <a:pt x="1266825" y="2390775"/>
                </a:lnTo>
                <a:lnTo>
                  <a:pt x="1238250" y="2390775"/>
                </a:lnTo>
                <a:close/>
                <a:moveTo>
                  <a:pt x="1371600" y="2381250"/>
                </a:moveTo>
                <a:lnTo>
                  <a:pt x="1409700" y="2381250"/>
                </a:lnTo>
                <a:lnTo>
                  <a:pt x="1409700" y="2390775"/>
                </a:lnTo>
                <a:lnTo>
                  <a:pt x="1371600" y="2390775"/>
                </a:lnTo>
                <a:close/>
                <a:moveTo>
                  <a:pt x="1733550" y="2381250"/>
                </a:moveTo>
                <a:lnTo>
                  <a:pt x="1743075" y="2381250"/>
                </a:lnTo>
                <a:lnTo>
                  <a:pt x="1743075" y="2390775"/>
                </a:lnTo>
                <a:lnTo>
                  <a:pt x="1733550" y="2390775"/>
                </a:lnTo>
                <a:close/>
                <a:moveTo>
                  <a:pt x="2124075" y="2438400"/>
                </a:moveTo>
                <a:lnTo>
                  <a:pt x="2143125" y="2438400"/>
                </a:lnTo>
                <a:lnTo>
                  <a:pt x="2143125" y="2447925"/>
                </a:lnTo>
                <a:lnTo>
                  <a:pt x="2124075" y="2447925"/>
                </a:lnTo>
                <a:close/>
              </a:path>
            </a:pathLst>
          </a:custGeom>
          <a:solidFill xmlns:a="http://schemas.openxmlformats.org/drawingml/2006/main">
            <a:srgbClr val="F9F8F4"/>
          </a:solidFill>
          <a:ln xmlns:a="http://schemas.openxmlformats.org/drawingml/2006/main" w="0">
            <a:noFill/>
          </a:ln>
        </p:spPr>
      </p:sp>
      <p:sp>
        <p:nvSpPr>
          <p:cNvPr id="77" name="papers vector #f8f8f4">
            <a:extLst xmlns:a="http://schemas.openxmlformats.org/drawingml/2006/main">
              <a:ext uri="{FF2B5EF4-FFF2-40B4-BE49-F238E27FC236}">
                <a16:creationId xmlns:a16="http://schemas.microsoft.com/office/drawing/2014/main" id="{B3EDBE31-A8EF-4E08-B7DA-94F46835A8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43475" y="1724025"/>
            <a:ext cx="3781425" cy="3990975"/>
          </a:xfrm>
          <a:custGeom xmlns:a="http://schemas.openxmlformats.org/drawingml/2006/main">
            <a:pathLst>
              <a:path w="2457450" h="2590800">
                <a:moveTo>
                  <a:pt x="2019300" y="0"/>
                </a:moveTo>
                <a:lnTo>
                  <a:pt x="2038350" y="0"/>
                </a:lnTo>
                <a:lnTo>
                  <a:pt x="2038350" y="9525"/>
                </a:lnTo>
                <a:lnTo>
                  <a:pt x="2019300" y="9525"/>
                </a:lnTo>
                <a:close/>
                <a:moveTo>
                  <a:pt x="390525" y="123825"/>
                </a:moveTo>
                <a:lnTo>
                  <a:pt x="409575" y="123825"/>
                </a:lnTo>
                <a:lnTo>
                  <a:pt x="409575" y="133350"/>
                </a:lnTo>
                <a:lnTo>
                  <a:pt x="390525" y="133350"/>
                </a:lnTo>
                <a:close/>
                <a:moveTo>
                  <a:pt x="923925" y="123825"/>
                </a:moveTo>
                <a:lnTo>
                  <a:pt x="952500" y="123825"/>
                </a:lnTo>
                <a:lnTo>
                  <a:pt x="952500" y="133350"/>
                </a:lnTo>
                <a:lnTo>
                  <a:pt x="923925" y="133350"/>
                </a:lnTo>
                <a:close/>
                <a:moveTo>
                  <a:pt x="1800225" y="133350"/>
                </a:moveTo>
                <a:lnTo>
                  <a:pt x="1819275" y="133350"/>
                </a:lnTo>
                <a:lnTo>
                  <a:pt x="1819275" y="142875"/>
                </a:lnTo>
                <a:lnTo>
                  <a:pt x="1800225" y="142875"/>
                </a:lnTo>
                <a:close/>
                <a:moveTo>
                  <a:pt x="1876425" y="133350"/>
                </a:moveTo>
                <a:lnTo>
                  <a:pt x="1885950" y="133350"/>
                </a:lnTo>
                <a:lnTo>
                  <a:pt x="1885950" y="142875"/>
                </a:lnTo>
                <a:lnTo>
                  <a:pt x="1876425" y="142875"/>
                </a:lnTo>
                <a:close/>
                <a:moveTo>
                  <a:pt x="933450" y="142875"/>
                </a:moveTo>
                <a:lnTo>
                  <a:pt x="952500" y="142875"/>
                </a:lnTo>
                <a:lnTo>
                  <a:pt x="952500" y="152400"/>
                </a:lnTo>
                <a:lnTo>
                  <a:pt x="933450" y="152400"/>
                </a:lnTo>
                <a:close/>
                <a:moveTo>
                  <a:pt x="1390650" y="142875"/>
                </a:moveTo>
                <a:lnTo>
                  <a:pt x="1400175" y="142875"/>
                </a:lnTo>
                <a:lnTo>
                  <a:pt x="1400175" y="152400"/>
                </a:lnTo>
                <a:lnTo>
                  <a:pt x="1390650" y="152400"/>
                </a:lnTo>
                <a:close/>
                <a:moveTo>
                  <a:pt x="619125" y="152400"/>
                </a:moveTo>
                <a:lnTo>
                  <a:pt x="628650" y="152400"/>
                </a:lnTo>
                <a:lnTo>
                  <a:pt x="628650" y="161925"/>
                </a:lnTo>
                <a:lnTo>
                  <a:pt x="619125" y="161925"/>
                </a:lnTo>
                <a:close/>
                <a:moveTo>
                  <a:pt x="1562100" y="152400"/>
                </a:moveTo>
                <a:lnTo>
                  <a:pt x="1571625" y="152400"/>
                </a:lnTo>
                <a:lnTo>
                  <a:pt x="1571625" y="161925"/>
                </a:lnTo>
                <a:lnTo>
                  <a:pt x="1581150" y="161925"/>
                </a:lnTo>
                <a:lnTo>
                  <a:pt x="1581150" y="180975"/>
                </a:lnTo>
                <a:lnTo>
                  <a:pt x="1571625" y="180975"/>
                </a:lnTo>
                <a:lnTo>
                  <a:pt x="1571625" y="171450"/>
                </a:lnTo>
                <a:lnTo>
                  <a:pt x="1562100" y="171450"/>
                </a:lnTo>
                <a:lnTo>
                  <a:pt x="1562100" y="180975"/>
                </a:lnTo>
                <a:lnTo>
                  <a:pt x="1552575" y="180975"/>
                </a:lnTo>
                <a:lnTo>
                  <a:pt x="1552575" y="171450"/>
                </a:lnTo>
                <a:lnTo>
                  <a:pt x="1543050" y="171450"/>
                </a:lnTo>
                <a:lnTo>
                  <a:pt x="1543050" y="161925"/>
                </a:lnTo>
                <a:lnTo>
                  <a:pt x="1562100" y="161925"/>
                </a:lnTo>
                <a:close/>
                <a:moveTo>
                  <a:pt x="1457325" y="180975"/>
                </a:moveTo>
                <a:lnTo>
                  <a:pt x="1476375" y="180975"/>
                </a:lnTo>
                <a:lnTo>
                  <a:pt x="1476375" y="190500"/>
                </a:lnTo>
                <a:lnTo>
                  <a:pt x="1457325" y="190500"/>
                </a:lnTo>
                <a:close/>
                <a:moveTo>
                  <a:pt x="1762125" y="180975"/>
                </a:moveTo>
                <a:lnTo>
                  <a:pt x="1771650" y="180975"/>
                </a:lnTo>
                <a:lnTo>
                  <a:pt x="1771650" y="200025"/>
                </a:lnTo>
                <a:lnTo>
                  <a:pt x="1762125" y="200025"/>
                </a:lnTo>
                <a:close/>
                <a:moveTo>
                  <a:pt x="2114550" y="180975"/>
                </a:moveTo>
                <a:lnTo>
                  <a:pt x="2124075" y="180975"/>
                </a:lnTo>
                <a:lnTo>
                  <a:pt x="2124075" y="190500"/>
                </a:lnTo>
                <a:lnTo>
                  <a:pt x="2114550" y="190500"/>
                </a:lnTo>
                <a:close/>
                <a:moveTo>
                  <a:pt x="1590675" y="190500"/>
                </a:moveTo>
                <a:lnTo>
                  <a:pt x="1600200" y="190500"/>
                </a:lnTo>
                <a:lnTo>
                  <a:pt x="1600200" y="200025"/>
                </a:lnTo>
                <a:lnTo>
                  <a:pt x="1590675" y="200025"/>
                </a:lnTo>
                <a:close/>
                <a:moveTo>
                  <a:pt x="1581150" y="200025"/>
                </a:moveTo>
                <a:lnTo>
                  <a:pt x="1590675" y="200025"/>
                </a:lnTo>
                <a:lnTo>
                  <a:pt x="1590675" y="209550"/>
                </a:lnTo>
                <a:lnTo>
                  <a:pt x="1581150" y="209550"/>
                </a:lnTo>
                <a:close/>
                <a:moveTo>
                  <a:pt x="1562100" y="209550"/>
                </a:moveTo>
                <a:lnTo>
                  <a:pt x="1571625" y="209550"/>
                </a:lnTo>
                <a:lnTo>
                  <a:pt x="1571625" y="219075"/>
                </a:lnTo>
                <a:lnTo>
                  <a:pt x="1562100" y="219075"/>
                </a:lnTo>
                <a:close/>
                <a:moveTo>
                  <a:pt x="1695450" y="209550"/>
                </a:moveTo>
                <a:lnTo>
                  <a:pt x="1704975" y="209550"/>
                </a:lnTo>
                <a:lnTo>
                  <a:pt x="1704975" y="219075"/>
                </a:lnTo>
                <a:lnTo>
                  <a:pt x="1695450" y="219075"/>
                </a:lnTo>
                <a:close/>
                <a:moveTo>
                  <a:pt x="1704975" y="219075"/>
                </a:moveTo>
                <a:lnTo>
                  <a:pt x="1714500" y="219075"/>
                </a:lnTo>
                <a:lnTo>
                  <a:pt x="1714500" y="228600"/>
                </a:lnTo>
                <a:lnTo>
                  <a:pt x="1704975" y="228600"/>
                </a:lnTo>
                <a:close/>
                <a:moveTo>
                  <a:pt x="1457325" y="228600"/>
                </a:moveTo>
                <a:lnTo>
                  <a:pt x="1466850" y="228600"/>
                </a:lnTo>
                <a:lnTo>
                  <a:pt x="1466850" y="238125"/>
                </a:lnTo>
                <a:lnTo>
                  <a:pt x="1457325" y="238125"/>
                </a:lnTo>
                <a:close/>
                <a:moveTo>
                  <a:pt x="1095375" y="238125"/>
                </a:moveTo>
                <a:lnTo>
                  <a:pt x="1104900" y="238125"/>
                </a:lnTo>
                <a:lnTo>
                  <a:pt x="1104900" y="247650"/>
                </a:lnTo>
                <a:lnTo>
                  <a:pt x="1095375" y="247650"/>
                </a:lnTo>
                <a:close/>
                <a:moveTo>
                  <a:pt x="1466850" y="238125"/>
                </a:moveTo>
                <a:lnTo>
                  <a:pt x="1476375" y="238125"/>
                </a:lnTo>
                <a:lnTo>
                  <a:pt x="1476375" y="247650"/>
                </a:lnTo>
                <a:lnTo>
                  <a:pt x="1466850" y="247650"/>
                </a:lnTo>
                <a:close/>
                <a:moveTo>
                  <a:pt x="676275" y="247650"/>
                </a:moveTo>
                <a:lnTo>
                  <a:pt x="695325" y="247650"/>
                </a:lnTo>
                <a:lnTo>
                  <a:pt x="695325" y="257175"/>
                </a:lnTo>
                <a:lnTo>
                  <a:pt x="676275" y="257175"/>
                </a:lnTo>
                <a:close/>
                <a:moveTo>
                  <a:pt x="1085850" y="257175"/>
                </a:moveTo>
                <a:lnTo>
                  <a:pt x="1095375" y="257175"/>
                </a:lnTo>
                <a:lnTo>
                  <a:pt x="1095375" y="266700"/>
                </a:lnTo>
                <a:lnTo>
                  <a:pt x="1085850" y="266700"/>
                </a:lnTo>
                <a:close/>
                <a:moveTo>
                  <a:pt x="2324100" y="266700"/>
                </a:moveTo>
                <a:lnTo>
                  <a:pt x="2343150" y="266700"/>
                </a:lnTo>
                <a:lnTo>
                  <a:pt x="2343150" y="285750"/>
                </a:lnTo>
                <a:lnTo>
                  <a:pt x="2333625" y="285750"/>
                </a:lnTo>
                <a:lnTo>
                  <a:pt x="2333625" y="295275"/>
                </a:lnTo>
                <a:lnTo>
                  <a:pt x="2324100" y="295275"/>
                </a:lnTo>
                <a:lnTo>
                  <a:pt x="2324100" y="314325"/>
                </a:lnTo>
                <a:lnTo>
                  <a:pt x="2314575" y="314325"/>
                </a:lnTo>
                <a:lnTo>
                  <a:pt x="2314575" y="276225"/>
                </a:lnTo>
                <a:lnTo>
                  <a:pt x="2324100" y="276225"/>
                </a:lnTo>
                <a:close/>
                <a:moveTo>
                  <a:pt x="0" y="276225"/>
                </a:moveTo>
                <a:lnTo>
                  <a:pt x="9525" y="276225"/>
                </a:lnTo>
                <a:lnTo>
                  <a:pt x="9525" y="285750"/>
                </a:lnTo>
                <a:lnTo>
                  <a:pt x="0" y="285750"/>
                </a:lnTo>
                <a:close/>
                <a:moveTo>
                  <a:pt x="28575" y="285750"/>
                </a:moveTo>
                <a:lnTo>
                  <a:pt x="38100" y="285750"/>
                </a:lnTo>
                <a:lnTo>
                  <a:pt x="38100" y="295275"/>
                </a:lnTo>
                <a:lnTo>
                  <a:pt x="28575" y="295275"/>
                </a:lnTo>
                <a:close/>
                <a:moveTo>
                  <a:pt x="657225" y="285750"/>
                </a:moveTo>
                <a:lnTo>
                  <a:pt x="676275" y="285750"/>
                </a:lnTo>
                <a:lnTo>
                  <a:pt x="676275" y="295275"/>
                </a:lnTo>
                <a:lnTo>
                  <a:pt x="666750" y="295275"/>
                </a:lnTo>
                <a:lnTo>
                  <a:pt x="666750" y="314325"/>
                </a:lnTo>
                <a:lnTo>
                  <a:pt x="657225" y="314325"/>
                </a:lnTo>
                <a:close/>
                <a:moveTo>
                  <a:pt x="0" y="342900"/>
                </a:moveTo>
                <a:lnTo>
                  <a:pt x="28575" y="342900"/>
                </a:lnTo>
                <a:lnTo>
                  <a:pt x="28575" y="352425"/>
                </a:lnTo>
                <a:lnTo>
                  <a:pt x="9525" y="352425"/>
                </a:lnTo>
                <a:lnTo>
                  <a:pt x="9525" y="361950"/>
                </a:lnTo>
                <a:lnTo>
                  <a:pt x="0" y="361950"/>
                </a:lnTo>
                <a:close/>
                <a:moveTo>
                  <a:pt x="1343025" y="342900"/>
                </a:moveTo>
                <a:lnTo>
                  <a:pt x="1352550" y="342900"/>
                </a:lnTo>
                <a:lnTo>
                  <a:pt x="1352550" y="352425"/>
                </a:lnTo>
                <a:lnTo>
                  <a:pt x="1343025" y="352425"/>
                </a:lnTo>
                <a:close/>
                <a:moveTo>
                  <a:pt x="1771650" y="352425"/>
                </a:moveTo>
                <a:lnTo>
                  <a:pt x="1781175" y="352425"/>
                </a:lnTo>
                <a:lnTo>
                  <a:pt x="1781175" y="361950"/>
                </a:lnTo>
                <a:lnTo>
                  <a:pt x="1771650" y="361950"/>
                </a:lnTo>
                <a:close/>
                <a:moveTo>
                  <a:pt x="885825" y="371475"/>
                </a:moveTo>
                <a:lnTo>
                  <a:pt x="895350" y="371475"/>
                </a:lnTo>
                <a:lnTo>
                  <a:pt x="895350" y="381000"/>
                </a:lnTo>
                <a:lnTo>
                  <a:pt x="885825" y="381000"/>
                </a:lnTo>
                <a:close/>
                <a:moveTo>
                  <a:pt x="1781175" y="371475"/>
                </a:moveTo>
                <a:lnTo>
                  <a:pt x="1790700" y="371475"/>
                </a:lnTo>
                <a:lnTo>
                  <a:pt x="1790700" y="381000"/>
                </a:lnTo>
                <a:lnTo>
                  <a:pt x="1781175" y="381000"/>
                </a:lnTo>
                <a:close/>
                <a:moveTo>
                  <a:pt x="876300" y="381000"/>
                </a:moveTo>
                <a:lnTo>
                  <a:pt x="885825" y="381000"/>
                </a:lnTo>
                <a:lnTo>
                  <a:pt x="885825" y="390525"/>
                </a:lnTo>
                <a:lnTo>
                  <a:pt x="876300" y="390525"/>
                </a:lnTo>
                <a:close/>
                <a:moveTo>
                  <a:pt x="1104900" y="381000"/>
                </a:moveTo>
                <a:lnTo>
                  <a:pt x="1114425" y="381000"/>
                </a:lnTo>
                <a:lnTo>
                  <a:pt x="1114425" y="400050"/>
                </a:lnTo>
                <a:lnTo>
                  <a:pt x="1104900" y="400050"/>
                </a:lnTo>
                <a:close/>
                <a:moveTo>
                  <a:pt x="1466850" y="390525"/>
                </a:moveTo>
                <a:lnTo>
                  <a:pt x="1476375" y="390525"/>
                </a:lnTo>
                <a:lnTo>
                  <a:pt x="1476375" y="400050"/>
                </a:lnTo>
                <a:lnTo>
                  <a:pt x="1466850" y="400050"/>
                </a:lnTo>
                <a:close/>
                <a:moveTo>
                  <a:pt x="1485900" y="390525"/>
                </a:moveTo>
                <a:lnTo>
                  <a:pt x="1495425" y="390525"/>
                </a:lnTo>
                <a:lnTo>
                  <a:pt x="1495425" y="400050"/>
                </a:lnTo>
                <a:lnTo>
                  <a:pt x="1485900" y="400050"/>
                </a:lnTo>
                <a:close/>
                <a:moveTo>
                  <a:pt x="1038225" y="409575"/>
                </a:moveTo>
                <a:lnTo>
                  <a:pt x="1047750" y="409575"/>
                </a:lnTo>
                <a:lnTo>
                  <a:pt x="1047750" y="419100"/>
                </a:lnTo>
                <a:lnTo>
                  <a:pt x="1038225" y="419100"/>
                </a:lnTo>
                <a:close/>
                <a:moveTo>
                  <a:pt x="1419225" y="409575"/>
                </a:moveTo>
                <a:lnTo>
                  <a:pt x="1438275" y="409575"/>
                </a:lnTo>
                <a:lnTo>
                  <a:pt x="1438275" y="419100"/>
                </a:lnTo>
                <a:lnTo>
                  <a:pt x="1419225" y="419100"/>
                </a:lnTo>
                <a:close/>
                <a:moveTo>
                  <a:pt x="1047750" y="428625"/>
                </a:moveTo>
                <a:lnTo>
                  <a:pt x="1057275" y="428625"/>
                </a:lnTo>
                <a:lnTo>
                  <a:pt x="1057275" y="438150"/>
                </a:lnTo>
                <a:lnTo>
                  <a:pt x="1047750" y="438150"/>
                </a:lnTo>
                <a:close/>
                <a:moveTo>
                  <a:pt x="1343025" y="447675"/>
                </a:moveTo>
                <a:lnTo>
                  <a:pt x="1352550" y="447675"/>
                </a:lnTo>
                <a:lnTo>
                  <a:pt x="1352550" y="457200"/>
                </a:lnTo>
                <a:lnTo>
                  <a:pt x="1343025" y="457200"/>
                </a:lnTo>
                <a:close/>
                <a:moveTo>
                  <a:pt x="476250" y="457200"/>
                </a:moveTo>
                <a:lnTo>
                  <a:pt x="485775" y="457200"/>
                </a:lnTo>
                <a:lnTo>
                  <a:pt x="485775" y="466725"/>
                </a:lnTo>
                <a:lnTo>
                  <a:pt x="495300" y="466725"/>
                </a:lnTo>
                <a:lnTo>
                  <a:pt x="495300" y="476250"/>
                </a:lnTo>
                <a:lnTo>
                  <a:pt x="476250" y="476250"/>
                </a:lnTo>
                <a:close/>
                <a:moveTo>
                  <a:pt x="866775" y="457200"/>
                </a:moveTo>
                <a:lnTo>
                  <a:pt x="876300" y="457200"/>
                </a:lnTo>
                <a:lnTo>
                  <a:pt x="876300" y="466725"/>
                </a:lnTo>
                <a:lnTo>
                  <a:pt x="866775" y="466725"/>
                </a:lnTo>
                <a:close/>
                <a:moveTo>
                  <a:pt x="476250" y="504825"/>
                </a:moveTo>
                <a:lnTo>
                  <a:pt x="485775" y="504825"/>
                </a:lnTo>
                <a:lnTo>
                  <a:pt x="485775" y="514350"/>
                </a:lnTo>
                <a:lnTo>
                  <a:pt x="476250" y="514350"/>
                </a:lnTo>
                <a:close/>
                <a:moveTo>
                  <a:pt x="1076325" y="504825"/>
                </a:moveTo>
                <a:lnTo>
                  <a:pt x="1085850" y="504825"/>
                </a:lnTo>
                <a:lnTo>
                  <a:pt x="1085850" y="514350"/>
                </a:lnTo>
                <a:lnTo>
                  <a:pt x="1076325" y="514350"/>
                </a:lnTo>
                <a:close/>
                <a:moveTo>
                  <a:pt x="1171575" y="533400"/>
                </a:moveTo>
                <a:lnTo>
                  <a:pt x="1181100" y="533400"/>
                </a:lnTo>
                <a:lnTo>
                  <a:pt x="1181100" y="542925"/>
                </a:lnTo>
                <a:lnTo>
                  <a:pt x="1171575" y="542925"/>
                </a:lnTo>
                <a:close/>
                <a:moveTo>
                  <a:pt x="1209675" y="542925"/>
                </a:moveTo>
                <a:lnTo>
                  <a:pt x="1219200" y="542925"/>
                </a:lnTo>
                <a:lnTo>
                  <a:pt x="1219200" y="552450"/>
                </a:lnTo>
                <a:lnTo>
                  <a:pt x="1209675" y="552450"/>
                </a:lnTo>
                <a:close/>
                <a:moveTo>
                  <a:pt x="1209675" y="561975"/>
                </a:moveTo>
                <a:lnTo>
                  <a:pt x="1219200" y="561975"/>
                </a:lnTo>
                <a:lnTo>
                  <a:pt x="1219200" y="571500"/>
                </a:lnTo>
                <a:lnTo>
                  <a:pt x="1209675" y="571500"/>
                </a:lnTo>
                <a:close/>
                <a:moveTo>
                  <a:pt x="895350" y="581025"/>
                </a:moveTo>
                <a:lnTo>
                  <a:pt x="904875" y="581025"/>
                </a:lnTo>
                <a:lnTo>
                  <a:pt x="904875" y="590550"/>
                </a:lnTo>
                <a:lnTo>
                  <a:pt x="895350" y="590550"/>
                </a:lnTo>
                <a:close/>
                <a:moveTo>
                  <a:pt x="1285875" y="600075"/>
                </a:moveTo>
                <a:lnTo>
                  <a:pt x="1295400" y="600075"/>
                </a:lnTo>
                <a:lnTo>
                  <a:pt x="1295400" y="609600"/>
                </a:lnTo>
                <a:lnTo>
                  <a:pt x="1285875" y="609600"/>
                </a:lnTo>
                <a:close/>
                <a:moveTo>
                  <a:pt x="1600200" y="619125"/>
                </a:moveTo>
                <a:lnTo>
                  <a:pt x="1609725" y="619125"/>
                </a:lnTo>
                <a:lnTo>
                  <a:pt x="1609725" y="628650"/>
                </a:lnTo>
                <a:lnTo>
                  <a:pt x="1600200" y="628650"/>
                </a:lnTo>
                <a:close/>
                <a:moveTo>
                  <a:pt x="1333500" y="695325"/>
                </a:moveTo>
                <a:lnTo>
                  <a:pt x="1343025" y="695325"/>
                </a:lnTo>
                <a:lnTo>
                  <a:pt x="1343025" y="704850"/>
                </a:lnTo>
                <a:lnTo>
                  <a:pt x="1333500" y="704850"/>
                </a:lnTo>
                <a:close/>
                <a:moveTo>
                  <a:pt x="1343025" y="704850"/>
                </a:moveTo>
                <a:lnTo>
                  <a:pt x="1362075" y="704850"/>
                </a:lnTo>
                <a:lnTo>
                  <a:pt x="1362075" y="714375"/>
                </a:lnTo>
                <a:lnTo>
                  <a:pt x="1343025" y="714375"/>
                </a:lnTo>
                <a:close/>
                <a:moveTo>
                  <a:pt x="333375" y="742950"/>
                </a:moveTo>
                <a:lnTo>
                  <a:pt x="342900" y="742950"/>
                </a:lnTo>
                <a:lnTo>
                  <a:pt x="342900" y="762000"/>
                </a:lnTo>
                <a:lnTo>
                  <a:pt x="333375" y="762000"/>
                </a:lnTo>
                <a:close/>
                <a:moveTo>
                  <a:pt x="1200150" y="809625"/>
                </a:moveTo>
                <a:lnTo>
                  <a:pt x="1209675" y="809625"/>
                </a:lnTo>
                <a:lnTo>
                  <a:pt x="1209675" y="819150"/>
                </a:lnTo>
                <a:lnTo>
                  <a:pt x="1200150" y="819150"/>
                </a:lnTo>
                <a:close/>
                <a:moveTo>
                  <a:pt x="1209675" y="819150"/>
                </a:moveTo>
                <a:lnTo>
                  <a:pt x="1219200" y="819150"/>
                </a:lnTo>
                <a:lnTo>
                  <a:pt x="1219200" y="828675"/>
                </a:lnTo>
                <a:lnTo>
                  <a:pt x="1228725" y="828675"/>
                </a:lnTo>
                <a:lnTo>
                  <a:pt x="1228725" y="838200"/>
                </a:lnTo>
                <a:lnTo>
                  <a:pt x="1219200" y="838200"/>
                </a:lnTo>
                <a:lnTo>
                  <a:pt x="1219200" y="847725"/>
                </a:lnTo>
                <a:lnTo>
                  <a:pt x="1209675" y="847725"/>
                </a:lnTo>
                <a:close/>
                <a:moveTo>
                  <a:pt x="1457325" y="828675"/>
                </a:moveTo>
                <a:lnTo>
                  <a:pt x="1466850" y="828675"/>
                </a:lnTo>
                <a:lnTo>
                  <a:pt x="1466850" y="847725"/>
                </a:lnTo>
                <a:lnTo>
                  <a:pt x="1457325" y="847725"/>
                </a:lnTo>
                <a:close/>
                <a:moveTo>
                  <a:pt x="1314450" y="847725"/>
                </a:moveTo>
                <a:lnTo>
                  <a:pt x="1323975" y="847725"/>
                </a:lnTo>
                <a:lnTo>
                  <a:pt x="1323975" y="857250"/>
                </a:lnTo>
                <a:lnTo>
                  <a:pt x="1314450" y="857250"/>
                </a:lnTo>
                <a:close/>
                <a:moveTo>
                  <a:pt x="19050" y="857250"/>
                </a:moveTo>
                <a:lnTo>
                  <a:pt x="28575" y="857250"/>
                </a:lnTo>
                <a:lnTo>
                  <a:pt x="28575" y="866775"/>
                </a:lnTo>
                <a:lnTo>
                  <a:pt x="19050" y="866775"/>
                </a:lnTo>
                <a:close/>
                <a:moveTo>
                  <a:pt x="38100" y="857250"/>
                </a:moveTo>
                <a:lnTo>
                  <a:pt x="47625" y="857250"/>
                </a:lnTo>
                <a:lnTo>
                  <a:pt x="47625" y="876300"/>
                </a:lnTo>
                <a:lnTo>
                  <a:pt x="38100" y="876300"/>
                </a:lnTo>
                <a:close/>
                <a:moveTo>
                  <a:pt x="323850" y="895350"/>
                </a:moveTo>
                <a:lnTo>
                  <a:pt x="333375" y="895350"/>
                </a:lnTo>
                <a:lnTo>
                  <a:pt x="333375" y="904875"/>
                </a:lnTo>
                <a:lnTo>
                  <a:pt x="323850" y="904875"/>
                </a:lnTo>
                <a:close/>
                <a:moveTo>
                  <a:pt x="1752600" y="895350"/>
                </a:moveTo>
                <a:lnTo>
                  <a:pt x="1771650" y="895350"/>
                </a:lnTo>
                <a:lnTo>
                  <a:pt x="1771650" y="904875"/>
                </a:lnTo>
                <a:lnTo>
                  <a:pt x="1762125" y="904875"/>
                </a:lnTo>
                <a:lnTo>
                  <a:pt x="1762125" y="914400"/>
                </a:lnTo>
                <a:lnTo>
                  <a:pt x="1752600" y="914400"/>
                </a:lnTo>
                <a:lnTo>
                  <a:pt x="1752600" y="923925"/>
                </a:lnTo>
                <a:lnTo>
                  <a:pt x="1743075" y="923925"/>
                </a:lnTo>
                <a:lnTo>
                  <a:pt x="1743075" y="904875"/>
                </a:lnTo>
                <a:lnTo>
                  <a:pt x="1752600" y="904875"/>
                </a:lnTo>
                <a:close/>
                <a:moveTo>
                  <a:pt x="1323975" y="904875"/>
                </a:moveTo>
                <a:lnTo>
                  <a:pt x="1343025" y="904875"/>
                </a:lnTo>
                <a:lnTo>
                  <a:pt x="1343025" y="914400"/>
                </a:lnTo>
                <a:lnTo>
                  <a:pt x="1323975" y="914400"/>
                </a:lnTo>
                <a:close/>
                <a:moveTo>
                  <a:pt x="1571625" y="904875"/>
                </a:moveTo>
                <a:lnTo>
                  <a:pt x="1581150" y="904875"/>
                </a:lnTo>
                <a:lnTo>
                  <a:pt x="1581150" y="914400"/>
                </a:lnTo>
                <a:lnTo>
                  <a:pt x="1571625" y="914400"/>
                </a:lnTo>
                <a:close/>
                <a:moveTo>
                  <a:pt x="1285875" y="914400"/>
                </a:moveTo>
                <a:lnTo>
                  <a:pt x="1295400" y="914400"/>
                </a:lnTo>
                <a:lnTo>
                  <a:pt x="1295400" y="923925"/>
                </a:lnTo>
                <a:lnTo>
                  <a:pt x="1285875" y="923925"/>
                </a:lnTo>
                <a:close/>
                <a:moveTo>
                  <a:pt x="1343025" y="914400"/>
                </a:moveTo>
                <a:lnTo>
                  <a:pt x="1352550" y="914400"/>
                </a:lnTo>
                <a:lnTo>
                  <a:pt x="1352550" y="923925"/>
                </a:lnTo>
                <a:lnTo>
                  <a:pt x="1343025" y="923925"/>
                </a:lnTo>
                <a:close/>
                <a:moveTo>
                  <a:pt x="1381125" y="914400"/>
                </a:moveTo>
                <a:lnTo>
                  <a:pt x="1390650" y="914400"/>
                </a:lnTo>
                <a:lnTo>
                  <a:pt x="1390650" y="923925"/>
                </a:lnTo>
                <a:lnTo>
                  <a:pt x="1381125" y="923925"/>
                </a:lnTo>
                <a:close/>
                <a:moveTo>
                  <a:pt x="1400175" y="914400"/>
                </a:moveTo>
                <a:lnTo>
                  <a:pt x="1409700" y="914400"/>
                </a:lnTo>
                <a:lnTo>
                  <a:pt x="1409700" y="923925"/>
                </a:lnTo>
                <a:lnTo>
                  <a:pt x="1400175" y="923925"/>
                </a:lnTo>
                <a:close/>
                <a:moveTo>
                  <a:pt x="1352550" y="923925"/>
                </a:moveTo>
                <a:lnTo>
                  <a:pt x="1371600" y="923925"/>
                </a:lnTo>
                <a:lnTo>
                  <a:pt x="1371600" y="933450"/>
                </a:lnTo>
                <a:lnTo>
                  <a:pt x="1352550" y="933450"/>
                </a:lnTo>
                <a:close/>
                <a:moveTo>
                  <a:pt x="1257300" y="933450"/>
                </a:moveTo>
                <a:lnTo>
                  <a:pt x="1266825" y="933450"/>
                </a:lnTo>
                <a:lnTo>
                  <a:pt x="1266825" y="942975"/>
                </a:lnTo>
                <a:lnTo>
                  <a:pt x="1257300" y="942975"/>
                </a:lnTo>
                <a:close/>
                <a:moveTo>
                  <a:pt x="1247775" y="942975"/>
                </a:moveTo>
                <a:lnTo>
                  <a:pt x="1257300" y="942975"/>
                </a:lnTo>
                <a:lnTo>
                  <a:pt x="1257300" y="952500"/>
                </a:lnTo>
                <a:lnTo>
                  <a:pt x="1247775" y="952500"/>
                </a:lnTo>
                <a:close/>
                <a:moveTo>
                  <a:pt x="685800" y="962025"/>
                </a:moveTo>
                <a:lnTo>
                  <a:pt x="695325" y="962025"/>
                </a:lnTo>
                <a:lnTo>
                  <a:pt x="695325" y="971550"/>
                </a:lnTo>
                <a:lnTo>
                  <a:pt x="685800" y="971550"/>
                </a:lnTo>
                <a:close/>
                <a:moveTo>
                  <a:pt x="476250" y="981075"/>
                </a:moveTo>
                <a:lnTo>
                  <a:pt x="485775" y="981075"/>
                </a:lnTo>
                <a:lnTo>
                  <a:pt x="485775" y="990600"/>
                </a:lnTo>
                <a:lnTo>
                  <a:pt x="476250" y="990600"/>
                </a:lnTo>
                <a:close/>
                <a:moveTo>
                  <a:pt x="1419225" y="981075"/>
                </a:moveTo>
                <a:lnTo>
                  <a:pt x="1428750" y="981075"/>
                </a:lnTo>
                <a:lnTo>
                  <a:pt x="1428750" y="990600"/>
                </a:lnTo>
                <a:lnTo>
                  <a:pt x="1419225" y="990600"/>
                </a:lnTo>
                <a:close/>
                <a:moveTo>
                  <a:pt x="752475" y="990600"/>
                </a:moveTo>
                <a:lnTo>
                  <a:pt x="771525" y="990600"/>
                </a:lnTo>
                <a:lnTo>
                  <a:pt x="771525" y="1000125"/>
                </a:lnTo>
                <a:lnTo>
                  <a:pt x="752475" y="1000125"/>
                </a:lnTo>
                <a:close/>
                <a:moveTo>
                  <a:pt x="1162050" y="990600"/>
                </a:moveTo>
                <a:lnTo>
                  <a:pt x="1171575" y="990600"/>
                </a:lnTo>
                <a:lnTo>
                  <a:pt x="1171575" y="1000125"/>
                </a:lnTo>
                <a:lnTo>
                  <a:pt x="1162050" y="1000125"/>
                </a:lnTo>
                <a:close/>
                <a:moveTo>
                  <a:pt x="1181100" y="1000125"/>
                </a:moveTo>
                <a:lnTo>
                  <a:pt x="1190625" y="1000125"/>
                </a:lnTo>
                <a:lnTo>
                  <a:pt x="1190625" y="1019175"/>
                </a:lnTo>
                <a:lnTo>
                  <a:pt x="1181100" y="1019175"/>
                </a:lnTo>
                <a:close/>
                <a:moveTo>
                  <a:pt x="1323975" y="1000125"/>
                </a:moveTo>
                <a:lnTo>
                  <a:pt x="1333500" y="1000125"/>
                </a:lnTo>
                <a:lnTo>
                  <a:pt x="1333500" y="1009650"/>
                </a:lnTo>
                <a:lnTo>
                  <a:pt x="1323975" y="1009650"/>
                </a:lnTo>
                <a:close/>
                <a:moveTo>
                  <a:pt x="561975" y="1009650"/>
                </a:moveTo>
                <a:lnTo>
                  <a:pt x="571500" y="1009650"/>
                </a:lnTo>
                <a:lnTo>
                  <a:pt x="571500" y="1019175"/>
                </a:lnTo>
                <a:lnTo>
                  <a:pt x="561975" y="1019175"/>
                </a:lnTo>
                <a:close/>
                <a:moveTo>
                  <a:pt x="1209675" y="1009650"/>
                </a:moveTo>
                <a:lnTo>
                  <a:pt x="1219200" y="1009650"/>
                </a:lnTo>
                <a:lnTo>
                  <a:pt x="1219200" y="1019175"/>
                </a:lnTo>
                <a:lnTo>
                  <a:pt x="1209675" y="1019175"/>
                </a:lnTo>
                <a:close/>
                <a:moveTo>
                  <a:pt x="1314450" y="1009650"/>
                </a:moveTo>
                <a:lnTo>
                  <a:pt x="1323975" y="1009650"/>
                </a:lnTo>
                <a:lnTo>
                  <a:pt x="1323975" y="1019175"/>
                </a:lnTo>
                <a:lnTo>
                  <a:pt x="1314450" y="1019175"/>
                </a:lnTo>
                <a:close/>
                <a:moveTo>
                  <a:pt x="1733550" y="1009650"/>
                </a:moveTo>
                <a:lnTo>
                  <a:pt x="1771650" y="1009650"/>
                </a:lnTo>
                <a:lnTo>
                  <a:pt x="1771650" y="1019175"/>
                </a:lnTo>
                <a:lnTo>
                  <a:pt x="1733550" y="1019175"/>
                </a:lnTo>
                <a:close/>
                <a:moveTo>
                  <a:pt x="1219200" y="1019175"/>
                </a:moveTo>
                <a:lnTo>
                  <a:pt x="1228725" y="1019175"/>
                </a:lnTo>
                <a:lnTo>
                  <a:pt x="1228725" y="1038225"/>
                </a:lnTo>
                <a:lnTo>
                  <a:pt x="1219200" y="1038225"/>
                </a:lnTo>
                <a:close/>
                <a:moveTo>
                  <a:pt x="1057275" y="1028700"/>
                </a:moveTo>
                <a:lnTo>
                  <a:pt x="1066800" y="1028700"/>
                </a:lnTo>
                <a:lnTo>
                  <a:pt x="1066800" y="1038225"/>
                </a:lnTo>
                <a:lnTo>
                  <a:pt x="1057275" y="1038225"/>
                </a:lnTo>
                <a:close/>
                <a:moveTo>
                  <a:pt x="1114425" y="1028700"/>
                </a:moveTo>
                <a:lnTo>
                  <a:pt x="1123950" y="1028700"/>
                </a:lnTo>
                <a:lnTo>
                  <a:pt x="1123950" y="1038225"/>
                </a:lnTo>
                <a:lnTo>
                  <a:pt x="1114425" y="1038225"/>
                </a:lnTo>
                <a:close/>
                <a:moveTo>
                  <a:pt x="1066800" y="1038225"/>
                </a:moveTo>
                <a:lnTo>
                  <a:pt x="1076325" y="1038225"/>
                </a:lnTo>
                <a:lnTo>
                  <a:pt x="1076325" y="1047750"/>
                </a:lnTo>
                <a:lnTo>
                  <a:pt x="1066800" y="1047750"/>
                </a:lnTo>
                <a:close/>
                <a:moveTo>
                  <a:pt x="1104900" y="1038225"/>
                </a:moveTo>
                <a:lnTo>
                  <a:pt x="1114425" y="1038225"/>
                </a:lnTo>
                <a:lnTo>
                  <a:pt x="1114425" y="1047750"/>
                </a:lnTo>
                <a:lnTo>
                  <a:pt x="1104900" y="1047750"/>
                </a:lnTo>
                <a:close/>
                <a:moveTo>
                  <a:pt x="1152525" y="1038225"/>
                </a:moveTo>
                <a:lnTo>
                  <a:pt x="1162050" y="1038225"/>
                </a:lnTo>
                <a:lnTo>
                  <a:pt x="1162050" y="1047750"/>
                </a:lnTo>
                <a:lnTo>
                  <a:pt x="1152525" y="1047750"/>
                </a:lnTo>
                <a:close/>
                <a:moveTo>
                  <a:pt x="1266825" y="1038225"/>
                </a:moveTo>
                <a:lnTo>
                  <a:pt x="1276350" y="1038225"/>
                </a:lnTo>
                <a:lnTo>
                  <a:pt x="1276350" y="1047750"/>
                </a:lnTo>
                <a:lnTo>
                  <a:pt x="1266825" y="1047750"/>
                </a:lnTo>
                <a:close/>
                <a:moveTo>
                  <a:pt x="1343025" y="1038225"/>
                </a:moveTo>
                <a:lnTo>
                  <a:pt x="1352550" y="1038225"/>
                </a:lnTo>
                <a:lnTo>
                  <a:pt x="1352550" y="1047750"/>
                </a:lnTo>
                <a:lnTo>
                  <a:pt x="1343025" y="1047750"/>
                </a:lnTo>
                <a:close/>
                <a:moveTo>
                  <a:pt x="1438275" y="1038225"/>
                </a:moveTo>
                <a:lnTo>
                  <a:pt x="1447800" y="1038225"/>
                </a:lnTo>
                <a:lnTo>
                  <a:pt x="1447800" y="1047750"/>
                </a:lnTo>
                <a:lnTo>
                  <a:pt x="1438275" y="1047750"/>
                </a:lnTo>
                <a:close/>
                <a:moveTo>
                  <a:pt x="1095375" y="1047750"/>
                </a:moveTo>
                <a:lnTo>
                  <a:pt x="1104900" y="1047750"/>
                </a:lnTo>
                <a:lnTo>
                  <a:pt x="1104900" y="1057275"/>
                </a:lnTo>
                <a:lnTo>
                  <a:pt x="1095375" y="1057275"/>
                </a:lnTo>
                <a:close/>
                <a:moveTo>
                  <a:pt x="1428750" y="1047750"/>
                </a:moveTo>
                <a:lnTo>
                  <a:pt x="1438275" y="1047750"/>
                </a:lnTo>
                <a:lnTo>
                  <a:pt x="1438275" y="1057275"/>
                </a:lnTo>
                <a:lnTo>
                  <a:pt x="1428750" y="1057275"/>
                </a:lnTo>
                <a:close/>
                <a:moveTo>
                  <a:pt x="1419225" y="1057275"/>
                </a:moveTo>
                <a:lnTo>
                  <a:pt x="1428750" y="1057275"/>
                </a:lnTo>
                <a:lnTo>
                  <a:pt x="1428750" y="1066800"/>
                </a:lnTo>
                <a:lnTo>
                  <a:pt x="1419225" y="1066800"/>
                </a:lnTo>
                <a:close/>
                <a:moveTo>
                  <a:pt x="657225" y="1076325"/>
                </a:moveTo>
                <a:lnTo>
                  <a:pt x="666750" y="1076325"/>
                </a:lnTo>
                <a:lnTo>
                  <a:pt x="666750" y="1085850"/>
                </a:lnTo>
                <a:lnTo>
                  <a:pt x="657225" y="1085850"/>
                </a:lnTo>
                <a:close/>
                <a:moveTo>
                  <a:pt x="733425" y="1076325"/>
                </a:moveTo>
                <a:lnTo>
                  <a:pt x="742950" y="1076325"/>
                </a:lnTo>
                <a:lnTo>
                  <a:pt x="742950" y="1085850"/>
                </a:lnTo>
                <a:lnTo>
                  <a:pt x="733425" y="1085850"/>
                </a:lnTo>
                <a:close/>
                <a:moveTo>
                  <a:pt x="1114425" y="1076325"/>
                </a:moveTo>
                <a:lnTo>
                  <a:pt x="1123950" y="1076325"/>
                </a:lnTo>
                <a:lnTo>
                  <a:pt x="1123950" y="1085850"/>
                </a:lnTo>
                <a:lnTo>
                  <a:pt x="1114425" y="1085850"/>
                </a:lnTo>
                <a:close/>
                <a:moveTo>
                  <a:pt x="1162050" y="1076325"/>
                </a:moveTo>
                <a:lnTo>
                  <a:pt x="1171575" y="1076325"/>
                </a:lnTo>
                <a:lnTo>
                  <a:pt x="1171575" y="1095375"/>
                </a:lnTo>
                <a:lnTo>
                  <a:pt x="1162050" y="1095375"/>
                </a:lnTo>
                <a:close/>
                <a:moveTo>
                  <a:pt x="1133475" y="1085850"/>
                </a:moveTo>
                <a:lnTo>
                  <a:pt x="1143000" y="1085850"/>
                </a:lnTo>
                <a:lnTo>
                  <a:pt x="1143000" y="1095375"/>
                </a:lnTo>
                <a:lnTo>
                  <a:pt x="1162050" y="1095375"/>
                </a:lnTo>
                <a:lnTo>
                  <a:pt x="1162050" y="1104900"/>
                </a:lnTo>
                <a:lnTo>
                  <a:pt x="1133475" y="1104900"/>
                </a:lnTo>
                <a:close/>
                <a:moveTo>
                  <a:pt x="1476375" y="1085850"/>
                </a:moveTo>
                <a:lnTo>
                  <a:pt x="1485900" y="1085850"/>
                </a:lnTo>
                <a:lnTo>
                  <a:pt x="1485900" y="1095375"/>
                </a:lnTo>
                <a:lnTo>
                  <a:pt x="1476375" y="1095375"/>
                </a:lnTo>
                <a:close/>
                <a:moveTo>
                  <a:pt x="1724025" y="1085850"/>
                </a:moveTo>
                <a:lnTo>
                  <a:pt x="1743075" y="1085850"/>
                </a:lnTo>
                <a:lnTo>
                  <a:pt x="1743075" y="1095375"/>
                </a:lnTo>
                <a:lnTo>
                  <a:pt x="1724025" y="1095375"/>
                </a:lnTo>
                <a:close/>
                <a:moveTo>
                  <a:pt x="561975" y="1095375"/>
                </a:moveTo>
                <a:lnTo>
                  <a:pt x="571500" y="1095375"/>
                </a:lnTo>
                <a:lnTo>
                  <a:pt x="571500" y="1104900"/>
                </a:lnTo>
                <a:lnTo>
                  <a:pt x="561975" y="1104900"/>
                </a:lnTo>
                <a:close/>
                <a:moveTo>
                  <a:pt x="733425" y="1095375"/>
                </a:moveTo>
                <a:lnTo>
                  <a:pt x="742950" y="1095375"/>
                </a:lnTo>
                <a:lnTo>
                  <a:pt x="742950" y="1104900"/>
                </a:lnTo>
                <a:lnTo>
                  <a:pt x="733425" y="1104900"/>
                </a:lnTo>
                <a:close/>
                <a:moveTo>
                  <a:pt x="571500" y="1104900"/>
                </a:moveTo>
                <a:lnTo>
                  <a:pt x="581025" y="1104900"/>
                </a:lnTo>
                <a:lnTo>
                  <a:pt x="581025" y="1114425"/>
                </a:lnTo>
                <a:lnTo>
                  <a:pt x="571500" y="1114425"/>
                </a:lnTo>
                <a:close/>
                <a:moveTo>
                  <a:pt x="781050" y="1104900"/>
                </a:moveTo>
                <a:lnTo>
                  <a:pt x="790575" y="1104900"/>
                </a:lnTo>
                <a:lnTo>
                  <a:pt x="790575" y="1114425"/>
                </a:lnTo>
                <a:lnTo>
                  <a:pt x="781050" y="1114425"/>
                </a:lnTo>
                <a:close/>
                <a:moveTo>
                  <a:pt x="1552575" y="1104900"/>
                </a:moveTo>
                <a:lnTo>
                  <a:pt x="1562100" y="1104900"/>
                </a:lnTo>
                <a:lnTo>
                  <a:pt x="1562100" y="1114425"/>
                </a:lnTo>
                <a:lnTo>
                  <a:pt x="1552575" y="1114425"/>
                </a:lnTo>
                <a:close/>
                <a:moveTo>
                  <a:pt x="1914525" y="1104900"/>
                </a:moveTo>
                <a:lnTo>
                  <a:pt x="1924050" y="1104900"/>
                </a:lnTo>
                <a:lnTo>
                  <a:pt x="1924050" y="1114425"/>
                </a:lnTo>
                <a:lnTo>
                  <a:pt x="1914525" y="1114425"/>
                </a:lnTo>
                <a:close/>
                <a:moveTo>
                  <a:pt x="723900" y="1114425"/>
                </a:moveTo>
                <a:lnTo>
                  <a:pt x="742950" y="1114425"/>
                </a:lnTo>
                <a:lnTo>
                  <a:pt x="742950" y="1123950"/>
                </a:lnTo>
                <a:lnTo>
                  <a:pt x="723900" y="1123950"/>
                </a:lnTo>
                <a:close/>
                <a:moveTo>
                  <a:pt x="390525" y="1123950"/>
                </a:moveTo>
                <a:lnTo>
                  <a:pt x="400050" y="1123950"/>
                </a:lnTo>
                <a:lnTo>
                  <a:pt x="400050" y="1133475"/>
                </a:lnTo>
                <a:lnTo>
                  <a:pt x="390525" y="1133475"/>
                </a:lnTo>
                <a:close/>
                <a:moveTo>
                  <a:pt x="981075" y="1123950"/>
                </a:moveTo>
                <a:lnTo>
                  <a:pt x="990600" y="1123950"/>
                </a:lnTo>
                <a:lnTo>
                  <a:pt x="990600" y="1133475"/>
                </a:lnTo>
                <a:lnTo>
                  <a:pt x="981075" y="1133475"/>
                </a:lnTo>
                <a:close/>
                <a:moveTo>
                  <a:pt x="1038225" y="1123950"/>
                </a:moveTo>
                <a:lnTo>
                  <a:pt x="1057275" y="1123950"/>
                </a:lnTo>
                <a:lnTo>
                  <a:pt x="1057275" y="1133475"/>
                </a:lnTo>
                <a:lnTo>
                  <a:pt x="1038225" y="1133475"/>
                </a:lnTo>
                <a:close/>
                <a:moveTo>
                  <a:pt x="971550" y="1133475"/>
                </a:moveTo>
                <a:lnTo>
                  <a:pt x="981075" y="1133475"/>
                </a:lnTo>
                <a:lnTo>
                  <a:pt x="981075" y="1143000"/>
                </a:lnTo>
                <a:lnTo>
                  <a:pt x="971550" y="1143000"/>
                </a:lnTo>
                <a:close/>
                <a:moveTo>
                  <a:pt x="1057275" y="1133475"/>
                </a:moveTo>
                <a:lnTo>
                  <a:pt x="1066800" y="1133475"/>
                </a:lnTo>
                <a:lnTo>
                  <a:pt x="1066800" y="1152525"/>
                </a:lnTo>
                <a:lnTo>
                  <a:pt x="1057275" y="1152525"/>
                </a:lnTo>
                <a:close/>
                <a:moveTo>
                  <a:pt x="1390650" y="1133475"/>
                </a:moveTo>
                <a:lnTo>
                  <a:pt x="1400175" y="1133475"/>
                </a:lnTo>
                <a:lnTo>
                  <a:pt x="1400175" y="1143000"/>
                </a:lnTo>
                <a:lnTo>
                  <a:pt x="1390650" y="1143000"/>
                </a:lnTo>
                <a:close/>
                <a:moveTo>
                  <a:pt x="1371600" y="1143000"/>
                </a:moveTo>
                <a:lnTo>
                  <a:pt x="1390650" y="1143000"/>
                </a:lnTo>
                <a:lnTo>
                  <a:pt x="1390650" y="1162050"/>
                </a:lnTo>
                <a:lnTo>
                  <a:pt x="1371600" y="1162050"/>
                </a:lnTo>
                <a:close/>
                <a:moveTo>
                  <a:pt x="1400175" y="1143000"/>
                </a:moveTo>
                <a:lnTo>
                  <a:pt x="1419225" y="1143000"/>
                </a:lnTo>
                <a:lnTo>
                  <a:pt x="1419225" y="1152525"/>
                </a:lnTo>
                <a:lnTo>
                  <a:pt x="1400175" y="1152525"/>
                </a:lnTo>
                <a:close/>
                <a:moveTo>
                  <a:pt x="1428750" y="1152525"/>
                </a:moveTo>
                <a:lnTo>
                  <a:pt x="1438275" y="1152525"/>
                </a:lnTo>
                <a:lnTo>
                  <a:pt x="1438275" y="1162050"/>
                </a:lnTo>
                <a:lnTo>
                  <a:pt x="1447800" y="1162050"/>
                </a:lnTo>
                <a:lnTo>
                  <a:pt x="1447800" y="1181100"/>
                </a:lnTo>
                <a:lnTo>
                  <a:pt x="1438275" y="1181100"/>
                </a:lnTo>
                <a:lnTo>
                  <a:pt x="1438275" y="1171575"/>
                </a:lnTo>
                <a:lnTo>
                  <a:pt x="1428750" y="1171575"/>
                </a:lnTo>
                <a:close/>
                <a:moveTo>
                  <a:pt x="1504950" y="1152525"/>
                </a:moveTo>
                <a:lnTo>
                  <a:pt x="1514475" y="1152525"/>
                </a:lnTo>
                <a:lnTo>
                  <a:pt x="1514475" y="1162050"/>
                </a:lnTo>
                <a:lnTo>
                  <a:pt x="1504950" y="1162050"/>
                </a:lnTo>
                <a:close/>
                <a:moveTo>
                  <a:pt x="571500" y="1162050"/>
                </a:moveTo>
                <a:lnTo>
                  <a:pt x="581025" y="1162050"/>
                </a:lnTo>
                <a:lnTo>
                  <a:pt x="581025" y="1171575"/>
                </a:lnTo>
                <a:lnTo>
                  <a:pt x="571500" y="1171575"/>
                </a:lnTo>
                <a:close/>
                <a:moveTo>
                  <a:pt x="781050" y="1162050"/>
                </a:moveTo>
                <a:lnTo>
                  <a:pt x="800100" y="1162050"/>
                </a:lnTo>
                <a:lnTo>
                  <a:pt x="800100" y="1171575"/>
                </a:lnTo>
                <a:lnTo>
                  <a:pt x="781050" y="1171575"/>
                </a:lnTo>
                <a:close/>
                <a:moveTo>
                  <a:pt x="847725" y="1162050"/>
                </a:moveTo>
                <a:lnTo>
                  <a:pt x="857250" y="1162050"/>
                </a:lnTo>
                <a:lnTo>
                  <a:pt x="857250" y="1171575"/>
                </a:lnTo>
                <a:lnTo>
                  <a:pt x="847725" y="1171575"/>
                </a:lnTo>
                <a:close/>
                <a:moveTo>
                  <a:pt x="381000" y="1181100"/>
                </a:moveTo>
                <a:lnTo>
                  <a:pt x="390525" y="1181100"/>
                </a:lnTo>
                <a:lnTo>
                  <a:pt x="390525" y="1190625"/>
                </a:lnTo>
                <a:lnTo>
                  <a:pt x="381000" y="1190625"/>
                </a:lnTo>
                <a:close/>
                <a:moveTo>
                  <a:pt x="1495425" y="1181100"/>
                </a:moveTo>
                <a:lnTo>
                  <a:pt x="1504950" y="1181100"/>
                </a:lnTo>
                <a:lnTo>
                  <a:pt x="1504950" y="1190625"/>
                </a:lnTo>
                <a:lnTo>
                  <a:pt x="1495425" y="1190625"/>
                </a:lnTo>
                <a:close/>
                <a:moveTo>
                  <a:pt x="819150" y="1190625"/>
                </a:moveTo>
                <a:lnTo>
                  <a:pt x="828675" y="1190625"/>
                </a:lnTo>
                <a:lnTo>
                  <a:pt x="828675" y="1200150"/>
                </a:lnTo>
                <a:lnTo>
                  <a:pt x="819150" y="1200150"/>
                </a:lnTo>
                <a:close/>
                <a:moveTo>
                  <a:pt x="1066800" y="1190625"/>
                </a:moveTo>
                <a:lnTo>
                  <a:pt x="1076325" y="1190625"/>
                </a:lnTo>
                <a:lnTo>
                  <a:pt x="1076325" y="1200150"/>
                </a:lnTo>
                <a:lnTo>
                  <a:pt x="1066800" y="1200150"/>
                </a:lnTo>
                <a:close/>
                <a:moveTo>
                  <a:pt x="1457325" y="1190625"/>
                </a:moveTo>
                <a:lnTo>
                  <a:pt x="1466850" y="1190625"/>
                </a:lnTo>
                <a:lnTo>
                  <a:pt x="1466850" y="1200150"/>
                </a:lnTo>
                <a:lnTo>
                  <a:pt x="1457325" y="1200150"/>
                </a:lnTo>
                <a:close/>
                <a:moveTo>
                  <a:pt x="561975" y="1200150"/>
                </a:moveTo>
                <a:lnTo>
                  <a:pt x="571500" y="1200150"/>
                </a:lnTo>
                <a:lnTo>
                  <a:pt x="571500" y="1219200"/>
                </a:lnTo>
                <a:lnTo>
                  <a:pt x="561975" y="1219200"/>
                </a:lnTo>
                <a:close/>
                <a:moveTo>
                  <a:pt x="1085850" y="1200150"/>
                </a:moveTo>
                <a:lnTo>
                  <a:pt x="1095375" y="1200150"/>
                </a:lnTo>
                <a:lnTo>
                  <a:pt x="1095375" y="1209675"/>
                </a:lnTo>
                <a:lnTo>
                  <a:pt x="1085850" y="1209675"/>
                </a:lnTo>
                <a:close/>
                <a:moveTo>
                  <a:pt x="1438275" y="1200150"/>
                </a:moveTo>
                <a:lnTo>
                  <a:pt x="1457325" y="1200150"/>
                </a:lnTo>
                <a:lnTo>
                  <a:pt x="1457325" y="1209675"/>
                </a:lnTo>
                <a:lnTo>
                  <a:pt x="1447800" y="1209675"/>
                </a:lnTo>
                <a:lnTo>
                  <a:pt x="1447800" y="1219200"/>
                </a:lnTo>
                <a:lnTo>
                  <a:pt x="1438275" y="1219200"/>
                </a:lnTo>
                <a:close/>
                <a:moveTo>
                  <a:pt x="1590675" y="1200150"/>
                </a:moveTo>
                <a:lnTo>
                  <a:pt x="1600200" y="1200150"/>
                </a:lnTo>
                <a:lnTo>
                  <a:pt x="1600200" y="1209675"/>
                </a:lnTo>
                <a:lnTo>
                  <a:pt x="1590675" y="1209675"/>
                </a:lnTo>
                <a:close/>
                <a:moveTo>
                  <a:pt x="533400" y="1209675"/>
                </a:moveTo>
                <a:lnTo>
                  <a:pt x="552450" y="1209675"/>
                </a:lnTo>
                <a:lnTo>
                  <a:pt x="552450" y="1219200"/>
                </a:lnTo>
                <a:lnTo>
                  <a:pt x="533400" y="1219200"/>
                </a:lnTo>
                <a:close/>
                <a:moveTo>
                  <a:pt x="723900" y="1209675"/>
                </a:moveTo>
                <a:lnTo>
                  <a:pt x="733425" y="1209675"/>
                </a:lnTo>
                <a:lnTo>
                  <a:pt x="733425" y="1219200"/>
                </a:lnTo>
                <a:lnTo>
                  <a:pt x="723900" y="1219200"/>
                </a:lnTo>
                <a:close/>
                <a:moveTo>
                  <a:pt x="1352550" y="1209675"/>
                </a:moveTo>
                <a:lnTo>
                  <a:pt x="1362075" y="1209675"/>
                </a:lnTo>
                <a:lnTo>
                  <a:pt x="1362075" y="1228725"/>
                </a:lnTo>
                <a:lnTo>
                  <a:pt x="1352550" y="1228725"/>
                </a:lnTo>
                <a:close/>
                <a:moveTo>
                  <a:pt x="1581150" y="1209675"/>
                </a:moveTo>
                <a:lnTo>
                  <a:pt x="1590675" y="1209675"/>
                </a:lnTo>
                <a:lnTo>
                  <a:pt x="1590675" y="1228725"/>
                </a:lnTo>
                <a:lnTo>
                  <a:pt x="1581150" y="1228725"/>
                </a:lnTo>
                <a:close/>
                <a:moveTo>
                  <a:pt x="714375" y="1219200"/>
                </a:moveTo>
                <a:lnTo>
                  <a:pt x="723900" y="1219200"/>
                </a:lnTo>
                <a:lnTo>
                  <a:pt x="723900" y="1228725"/>
                </a:lnTo>
                <a:lnTo>
                  <a:pt x="714375" y="1228725"/>
                </a:lnTo>
                <a:close/>
                <a:moveTo>
                  <a:pt x="190500" y="1228725"/>
                </a:moveTo>
                <a:lnTo>
                  <a:pt x="200025" y="1228725"/>
                </a:lnTo>
                <a:lnTo>
                  <a:pt x="200025" y="1238250"/>
                </a:lnTo>
                <a:lnTo>
                  <a:pt x="190500" y="1238250"/>
                </a:lnTo>
                <a:close/>
                <a:moveTo>
                  <a:pt x="1362075" y="1228725"/>
                </a:moveTo>
                <a:lnTo>
                  <a:pt x="1371600" y="1228725"/>
                </a:lnTo>
                <a:lnTo>
                  <a:pt x="1371600" y="1238250"/>
                </a:lnTo>
                <a:lnTo>
                  <a:pt x="1362075" y="1238250"/>
                </a:lnTo>
                <a:close/>
                <a:moveTo>
                  <a:pt x="1676400" y="1228725"/>
                </a:moveTo>
                <a:lnTo>
                  <a:pt x="1685925" y="1228725"/>
                </a:lnTo>
                <a:lnTo>
                  <a:pt x="1685925" y="1238250"/>
                </a:lnTo>
                <a:lnTo>
                  <a:pt x="1676400" y="1238250"/>
                </a:lnTo>
                <a:close/>
                <a:moveTo>
                  <a:pt x="1381125" y="1238250"/>
                </a:moveTo>
                <a:lnTo>
                  <a:pt x="1390650" y="1238250"/>
                </a:lnTo>
                <a:lnTo>
                  <a:pt x="1390650" y="1247775"/>
                </a:lnTo>
                <a:lnTo>
                  <a:pt x="1381125" y="1247775"/>
                </a:lnTo>
                <a:close/>
                <a:moveTo>
                  <a:pt x="1685925" y="1238250"/>
                </a:moveTo>
                <a:lnTo>
                  <a:pt x="1695450" y="1238250"/>
                </a:lnTo>
                <a:lnTo>
                  <a:pt x="1695450" y="1247775"/>
                </a:lnTo>
                <a:lnTo>
                  <a:pt x="1685925" y="1247775"/>
                </a:lnTo>
                <a:close/>
                <a:moveTo>
                  <a:pt x="714375" y="1247775"/>
                </a:moveTo>
                <a:lnTo>
                  <a:pt x="723900" y="1247775"/>
                </a:lnTo>
                <a:lnTo>
                  <a:pt x="723900" y="1257300"/>
                </a:lnTo>
                <a:lnTo>
                  <a:pt x="714375" y="1257300"/>
                </a:lnTo>
                <a:close/>
                <a:moveTo>
                  <a:pt x="371475" y="1257300"/>
                </a:moveTo>
                <a:lnTo>
                  <a:pt x="381000" y="1257300"/>
                </a:lnTo>
                <a:lnTo>
                  <a:pt x="381000" y="1266825"/>
                </a:lnTo>
                <a:lnTo>
                  <a:pt x="371475" y="1266825"/>
                </a:lnTo>
                <a:close/>
                <a:moveTo>
                  <a:pt x="1190625" y="1266825"/>
                </a:moveTo>
                <a:lnTo>
                  <a:pt x="1200150" y="1266825"/>
                </a:lnTo>
                <a:lnTo>
                  <a:pt x="1200150" y="1276350"/>
                </a:lnTo>
                <a:lnTo>
                  <a:pt x="1190625" y="1276350"/>
                </a:lnTo>
                <a:close/>
                <a:moveTo>
                  <a:pt x="838200" y="1276350"/>
                </a:moveTo>
                <a:lnTo>
                  <a:pt x="847725" y="1276350"/>
                </a:lnTo>
                <a:lnTo>
                  <a:pt x="847725" y="1285875"/>
                </a:lnTo>
                <a:lnTo>
                  <a:pt x="838200" y="1285875"/>
                </a:lnTo>
                <a:close/>
                <a:moveTo>
                  <a:pt x="1200150" y="1276350"/>
                </a:moveTo>
                <a:lnTo>
                  <a:pt x="1209675" y="1276350"/>
                </a:lnTo>
                <a:lnTo>
                  <a:pt x="1209675" y="1285875"/>
                </a:lnTo>
                <a:lnTo>
                  <a:pt x="1200150" y="1285875"/>
                </a:lnTo>
                <a:close/>
                <a:moveTo>
                  <a:pt x="1895475" y="1276350"/>
                </a:moveTo>
                <a:lnTo>
                  <a:pt x="1914525" y="1276350"/>
                </a:lnTo>
                <a:lnTo>
                  <a:pt x="1914525" y="1285875"/>
                </a:lnTo>
                <a:lnTo>
                  <a:pt x="1895475" y="1285875"/>
                </a:lnTo>
                <a:close/>
                <a:moveTo>
                  <a:pt x="590550" y="1285875"/>
                </a:moveTo>
                <a:lnTo>
                  <a:pt x="600075" y="1285875"/>
                </a:lnTo>
                <a:lnTo>
                  <a:pt x="600075" y="1304925"/>
                </a:lnTo>
                <a:lnTo>
                  <a:pt x="590550" y="1304925"/>
                </a:lnTo>
                <a:close/>
                <a:moveTo>
                  <a:pt x="1085850" y="1285875"/>
                </a:moveTo>
                <a:lnTo>
                  <a:pt x="1095375" y="1285875"/>
                </a:lnTo>
                <a:lnTo>
                  <a:pt x="1095375" y="1295400"/>
                </a:lnTo>
                <a:lnTo>
                  <a:pt x="1085850" y="1295400"/>
                </a:lnTo>
                <a:close/>
                <a:moveTo>
                  <a:pt x="1885950" y="1285875"/>
                </a:moveTo>
                <a:lnTo>
                  <a:pt x="1895475" y="1285875"/>
                </a:lnTo>
                <a:lnTo>
                  <a:pt x="1895475" y="1295400"/>
                </a:lnTo>
                <a:lnTo>
                  <a:pt x="1885950" y="1295400"/>
                </a:lnTo>
                <a:close/>
                <a:moveTo>
                  <a:pt x="704850" y="1295400"/>
                </a:moveTo>
                <a:lnTo>
                  <a:pt x="714375" y="1295400"/>
                </a:lnTo>
                <a:lnTo>
                  <a:pt x="714375" y="1304925"/>
                </a:lnTo>
                <a:lnTo>
                  <a:pt x="704850" y="1304925"/>
                </a:lnTo>
                <a:close/>
                <a:moveTo>
                  <a:pt x="1123950" y="1295400"/>
                </a:moveTo>
                <a:lnTo>
                  <a:pt x="1133475" y="1295400"/>
                </a:lnTo>
                <a:lnTo>
                  <a:pt x="1133475" y="1304925"/>
                </a:lnTo>
                <a:lnTo>
                  <a:pt x="1123950" y="1304925"/>
                </a:lnTo>
                <a:close/>
                <a:moveTo>
                  <a:pt x="714375" y="1304925"/>
                </a:moveTo>
                <a:lnTo>
                  <a:pt x="723900" y="1304925"/>
                </a:lnTo>
                <a:lnTo>
                  <a:pt x="723900" y="1323975"/>
                </a:lnTo>
                <a:lnTo>
                  <a:pt x="714375" y="1323975"/>
                </a:lnTo>
                <a:close/>
                <a:moveTo>
                  <a:pt x="990600" y="1314450"/>
                </a:moveTo>
                <a:lnTo>
                  <a:pt x="1000125" y="1314450"/>
                </a:lnTo>
                <a:lnTo>
                  <a:pt x="1000125" y="1333500"/>
                </a:lnTo>
                <a:lnTo>
                  <a:pt x="990600" y="1333500"/>
                </a:lnTo>
                <a:close/>
                <a:moveTo>
                  <a:pt x="723900" y="1323975"/>
                </a:moveTo>
                <a:lnTo>
                  <a:pt x="733425" y="1323975"/>
                </a:lnTo>
                <a:lnTo>
                  <a:pt x="733425" y="1333500"/>
                </a:lnTo>
                <a:lnTo>
                  <a:pt x="723900" y="1333500"/>
                </a:lnTo>
                <a:close/>
                <a:moveTo>
                  <a:pt x="866775" y="1323975"/>
                </a:moveTo>
                <a:lnTo>
                  <a:pt x="885825" y="1323975"/>
                </a:lnTo>
                <a:lnTo>
                  <a:pt x="885825" y="1333500"/>
                </a:lnTo>
                <a:lnTo>
                  <a:pt x="866775" y="1333500"/>
                </a:lnTo>
                <a:close/>
                <a:moveTo>
                  <a:pt x="1743075" y="1343025"/>
                </a:moveTo>
                <a:lnTo>
                  <a:pt x="1762125" y="1343025"/>
                </a:lnTo>
                <a:lnTo>
                  <a:pt x="1762125" y="1362075"/>
                </a:lnTo>
                <a:lnTo>
                  <a:pt x="1752600" y="1362075"/>
                </a:lnTo>
                <a:lnTo>
                  <a:pt x="1752600" y="1352550"/>
                </a:lnTo>
                <a:lnTo>
                  <a:pt x="1743075" y="1352550"/>
                </a:lnTo>
                <a:close/>
                <a:moveTo>
                  <a:pt x="1619250" y="1352550"/>
                </a:moveTo>
                <a:lnTo>
                  <a:pt x="1628775" y="1352550"/>
                </a:lnTo>
                <a:lnTo>
                  <a:pt x="1628775" y="1362075"/>
                </a:lnTo>
                <a:lnTo>
                  <a:pt x="1619250" y="1362075"/>
                </a:lnTo>
                <a:close/>
                <a:moveTo>
                  <a:pt x="971550" y="1362075"/>
                </a:moveTo>
                <a:lnTo>
                  <a:pt x="981075" y="1362075"/>
                </a:lnTo>
                <a:lnTo>
                  <a:pt x="981075" y="1371600"/>
                </a:lnTo>
                <a:lnTo>
                  <a:pt x="971550" y="1371600"/>
                </a:lnTo>
                <a:close/>
                <a:moveTo>
                  <a:pt x="1247775" y="1371600"/>
                </a:moveTo>
                <a:lnTo>
                  <a:pt x="1257300" y="1371600"/>
                </a:lnTo>
                <a:lnTo>
                  <a:pt x="1257300" y="1381125"/>
                </a:lnTo>
                <a:lnTo>
                  <a:pt x="1247775" y="1381125"/>
                </a:lnTo>
                <a:close/>
                <a:moveTo>
                  <a:pt x="590550" y="1390650"/>
                </a:moveTo>
                <a:lnTo>
                  <a:pt x="619125" y="1390650"/>
                </a:lnTo>
                <a:lnTo>
                  <a:pt x="619125" y="1409700"/>
                </a:lnTo>
                <a:lnTo>
                  <a:pt x="609600" y="1409700"/>
                </a:lnTo>
                <a:lnTo>
                  <a:pt x="609600" y="1400175"/>
                </a:lnTo>
                <a:lnTo>
                  <a:pt x="590550" y="1400175"/>
                </a:lnTo>
                <a:close/>
                <a:moveTo>
                  <a:pt x="428625" y="1400175"/>
                </a:moveTo>
                <a:lnTo>
                  <a:pt x="438150" y="1400175"/>
                </a:lnTo>
                <a:lnTo>
                  <a:pt x="438150" y="1409700"/>
                </a:lnTo>
                <a:lnTo>
                  <a:pt x="428625" y="1409700"/>
                </a:lnTo>
                <a:close/>
                <a:moveTo>
                  <a:pt x="1400175" y="1409700"/>
                </a:moveTo>
                <a:lnTo>
                  <a:pt x="1409700" y="1409700"/>
                </a:lnTo>
                <a:lnTo>
                  <a:pt x="1409700" y="1419225"/>
                </a:lnTo>
                <a:lnTo>
                  <a:pt x="1400175" y="1419225"/>
                </a:lnTo>
                <a:close/>
                <a:moveTo>
                  <a:pt x="1247775" y="1419225"/>
                </a:moveTo>
                <a:lnTo>
                  <a:pt x="1257300" y="1419225"/>
                </a:lnTo>
                <a:lnTo>
                  <a:pt x="1257300" y="1428750"/>
                </a:lnTo>
                <a:lnTo>
                  <a:pt x="1247775" y="1428750"/>
                </a:lnTo>
                <a:close/>
                <a:moveTo>
                  <a:pt x="1685925" y="1419225"/>
                </a:moveTo>
                <a:lnTo>
                  <a:pt x="1695450" y="1419225"/>
                </a:lnTo>
                <a:lnTo>
                  <a:pt x="1695450" y="1428750"/>
                </a:lnTo>
                <a:lnTo>
                  <a:pt x="1685925" y="1428750"/>
                </a:lnTo>
                <a:close/>
                <a:moveTo>
                  <a:pt x="1790700" y="1419225"/>
                </a:moveTo>
                <a:lnTo>
                  <a:pt x="1800225" y="1419225"/>
                </a:lnTo>
                <a:lnTo>
                  <a:pt x="1800225" y="1428750"/>
                </a:lnTo>
                <a:lnTo>
                  <a:pt x="1790700" y="1428750"/>
                </a:lnTo>
                <a:close/>
                <a:moveTo>
                  <a:pt x="628650" y="1428750"/>
                </a:moveTo>
                <a:lnTo>
                  <a:pt x="638175" y="1428750"/>
                </a:lnTo>
                <a:lnTo>
                  <a:pt x="638175" y="1438275"/>
                </a:lnTo>
                <a:lnTo>
                  <a:pt x="628650" y="1438275"/>
                </a:lnTo>
                <a:close/>
                <a:moveTo>
                  <a:pt x="1666875" y="1428750"/>
                </a:moveTo>
                <a:lnTo>
                  <a:pt x="1676400" y="1428750"/>
                </a:lnTo>
                <a:lnTo>
                  <a:pt x="1676400" y="1447800"/>
                </a:lnTo>
                <a:lnTo>
                  <a:pt x="1647825" y="1447800"/>
                </a:lnTo>
                <a:lnTo>
                  <a:pt x="1647825" y="1438275"/>
                </a:lnTo>
                <a:lnTo>
                  <a:pt x="1666875" y="1438275"/>
                </a:lnTo>
                <a:close/>
                <a:moveTo>
                  <a:pt x="1771650" y="1428750"/>
                </a:moveTo>
                <a:lnTo>
                  <a:pt x="1790700" y="1428750"/>
                </a:lnTo>
                <a:lnTo>
                  <a:pt x="1790700" y="1438275"/>
                </a:lnTo>
                <a:lnTo>
                  <a:pt x="1771650" y="1438275"/>
                </a:lnTo>
                <a:close/>
                <a:moveTo>
                  <a:pt x="1762125" y="1438275"/>
                </a:moveTo>
                <a:lnTo>
                  <a:pt x="1771650" y="1438275"/>
                </a:lnTo>
                <a:lnTo>
                  <a:pt x="1771650" y="1447800"/>
                </a:lnTo>
                <a:lnTo>
                  <a:pt x="1762125" y="1447800"/>
                </a:lnTo>
                <a:close/>
                <a:moveTo>
                  <a:pt x="266700" y="1447800"/>
                </a:moveTo>
                <a:lnTo>
                  <a:pt x="276225" y="1447800"/>
                </a:lnTo>
                <a:lnTo>
                  <a:pt x="276225" y="1457325"/>
                </a:lnTo>
                <a:lnTo>
                  <a:pt x="266700" y="1457325"/>
                </a:lnTo>
                <a:close/>
                <a:moveTo>
                  <a:pt x="666750" y="1447800"/>
                </a:moveTo>
                <a:lnTo>
                  <a:pt x="676275" y="1447800"/>
                </a:lnTo>
                <a:lnTo>
                  <a:pt x="676275" y="1457325"/>
                </a:lnTo>
                <a:lnTo>
                  <a:pt x="666750" y="1457325"/>
                </a:lnTo>
                <a:close/>
                <a:moveTo>
                  <a:pt x="542925" y="1457325"/>
                </a:moveTo>
                <a:lnTo>
                  <a:pt x="552450" y="1457325"/>
                </a:lnTo>
                <a:lnTo>
                  <a:pt x="552450" y="1466850"/>
                </a:lnTo>
                <a:lnTo>
                  <a:pt x="542925" y="1466850"/>
                </a:lnTo>
                <a:close/>
                <a:moveTo>
                  <a:pt x="1285875" y="1457325"/>
                </a:moveTo>
                <a:lnTo>
                  <a:pt x="1295400" y="1457325"/>
                </a:lnTo>
                <a:lnTo>
                  <a:pt x="1295400" y="1466850"/>
                </a:lnTo>
                <a:lnTo>
                  <a:pt x="1304925" y="1466850"/>
                </a:lnTo>
                <a:lnTo>
                  <a:pt x="1304925" y="1476375"/>
                </a:lnTo>
                <a:lnTo>
                  <a:pt x="1285875" y="1476375"/>
                </a:lnTo>
                <a:close/>
                <a:moveTo>
                  <a:pt x="600075" y="1476375"/>
                </a:moveTo>
                <a:lnTo>
                  <a:pt x="609600" y="1476375"/>
                </a:lnTo>
                <a:lnTo>
                  <a:pt x="609600" y="1485900"/>
                </a:lnTo>
                <a:lnTo>
                  <a:pt x="600075" y="1485900"/>
                </a:lnTo>
                <a:close/>
                <a:moveTo>
                  <a:pt x="1019175" y="1476375"/>
                </a:moveTo>
                <a:lnTo>
                  <a:pt x="1028700" y="1476375"/>
                </a:lnTo>
                <a:lnTo>
                  <a:pt x="1028700" y="1485900"/>
                </a:lnTo>
                <a:lnTo>
                  <a:pt x="1019175" y="1485900"/>
                </a:lnTo>
                <a:close/>
                <a:moveTo>
                  <a:pt x="1247775" y="1476375"/>
                </a:moveTo>
                <a:lnTo>
                  <a:pt x="1257300" y="1476375"/>
                </a:lnTo>
                <a:lnTo>
                  <a:pt x="1257300" y="1485900"/>
                </a:lnTo>
                <a:lnTo>
                  <a:pt x="1247775" y="1485900"/>
                </a:lnTo>
                <a:close/>
                <a:moveTo>
                  <a:pt x="933450" y="1485900"/>
                </a:moveTo>
                <a:lnTo>
                  <a:pt x="942975" y="1485900"/>
                </a:lnTo>
                <a:lnTo>
                  <a:pt x="942975" y="1495425"/>
                </a:lnTo>
                <a:lnTo>
                  <a:pt x="933450" y="1495425"/>
                </a:lnTo>
                <a:close/>
                <a:moveTo>
                  <a:pt x="1838325" y="1485900"/>
                </a:moveTo>
                <a:lnTo>
                  <a:pt x="1847850" y="1485900"/>
                </a:lnTo>
                <a:lnTo>
                  <a:pt x="1847850" y="1495425"/>
                </a:lnTo>
                <a:lnTo>
                  <a:pt x="1838325" y="1495425"/>
                </a:lnTo>
                <a:close/>
                <a:moveTo>
                  <a:pt x="514350" y="1495425"/>
                </a:moveTo>
                <a:lnTo>
                  <a:pt x="523875" y="1495425"/>
                </a:lnTo>
                <a:lnTo>
                  <a:pt x="523875" y="1524000"/>
                </a:lnTo>
                <a:lnTo>
                  <a:pt x="504825" y="1524000"/>
                </a:lnTo>
                <a:lnTo>
                  <a:pt x="504825" y="1514475"/>
                </a:lnTo>
                <a:lnTo>
                  <a:pt x="495300" y="1514475"/>
                </a:lnTo>
                <a:lnTo>
                  <a:pt x="495300" y="1504950"/>
                </a:lnTo>
                <a:lnTo>
                  <a:pt x="514350" y="1504950"/>
                </a:lnTo>
                <a:close/>
                <a:moveTo>
                  <a:pt x="561975" y="1495425"/>
                </a:moveTo>
                <a:lnTo>
                  <a:pt x="571500" y="1495425"/>
                </a:lnTo>
                <a:lnTo>
                  <a:pt x="571500" y="1504950"/>
                </a:lnTo>
                <a:lnTo>
                  <a:pt x="561975" y="1504950"/>
                </a:lnTo>
                <a:close/>
                <a:moveTo>
                  <a:pt x="400050" y="1504950"/>
                </a:moveTo>
                <a:lnTo>
                  <a:pt x="409575" y="1504950"/>
                </a:lnTo>
                <a:lnTo>
                  <a:pt x="409575" y="1514475"/>
                </a:lnTo>
                <a:lnTo>
                  <a:pt x="400050" y="1514475"/>
                </a:lnTo>
                <a:close/>
                <a:moveTo>
                  <a:pt x="276225" y="1514475"/>
                </a:moveTo>
                <a:lnTo>
                  <a:pt x="285750" y="1514475"/>
                </a:lnTo>
                <a:lnTo>
                  <a:pt x="285750" y="1524000"/>
                </a:lnTo>
                <a:lnTo>
                  <a:pt x="276225" y="1524000"/>
                </a:lnTo>
                <a:close/>
                <a:moveTo>
                  <a:pt x="485775" y="1514475"/>
                </a:moveTo>
                <a:lnTo>
                  <a:pt x="495300" y="1514475"/>
                </a:lnTo>
                <a:lnTo>
                  <a:pt x="495300" y="1524000"/>
                </a:lnTo>
                <a:lnTo>
                  <a:pt x="485775" y="1524000"/>
                </a:lnTo>
                <a:close/>
                <a:moveTo>
                  <a:pt x="1200150" y="1514475"/>
                </a:moveTo>
                <a:lnTo>
                  <a:pt x="1209675" y="1514475"/>
                </a:lnTo>
                <a:lnTo>
                  <a:pt x="1209675" y="1524000"/>
                </a:lnTo>
                <a:lnTo>
                  <a:pt x="1200150" y="1524000"/>
                </a:lnTo>
                <a:close/>
                <a:moveTo>
                  <a:pt x="666750" y="1524000"/>
                </a:moveTo>
                <a:lnTo>
                  <a:pt x="676275" y="1524000"/>
                </a:lnTo>
                <a:lnTo>
                  <a:pt x="676275" y="1533525"/>
                </a:lnTo>
                <a:lnTo>
                  <a:pt x="666750" y="1533525"/>
                </a:lnTo>
                <a:close/>
                <a:moveTo>
                  <a:pt x="1333500" y="1524000"/>
                </a:moveTo>
                <a:lnTo>
                  <a:pt x="1343025" y="1524000"/>
                </a:lnTo>
                <a:lnTo>
                  <a:pt x="1343025" y="1543050"/>
                </a:lnTo>
                <a:lnTo>
                  <a:pt x="1323975" y="1543050"/>
                </a:lnTo>
                <a:lnTo>
                  <a:pt x="1323975" y="1533525"/>
                </a:lnTo>
                <a:lnTo>
                  <a:pt x="1333500" y="1533525"/>
                </a:lnTo>
                <a:close/>
                <a:moveTo>
                  <a:pt x="1905000" y="1524000"/>
                </a:moveTo>
                <a:lnTo>
                  <a:pt x="1924050" y="1524000"/>
                </a:lnTo>
                <a:lnTo>
                  <a:pt x="1924050" y="1543050"/>
                </a:lnTo>
                <a:lnTo>
                  <a:pt x="1905000" y="1543050"/>
                </a:lnTo>
                <a:close/>
                <a:moveTo>
                  <a:pt x="457200" y="1533525"/>
                </a:moveTo>
                <a:lnTo>
                  <a:pt x="466725" y="1533525"/>
                </a:lnTo>
                <a:lnTo>
                  <a:pt x="466725" y="1543050"/>
                </a:lnTo>
                <a:lnTo>
                  <a:pt x="457200" y="1543050"/>
                </a:lnTo>
                <a:close/>
                <a:moveTo>
                  <a:pt x="1162050" y="1533525"/>
                </a:moveTo>
                <a:lnTo>
                  <a:pt x="1171575" y="1533525"/>
                </a:lnTo>
                <a:lnTo>
                  <a:pt x="1171575" y="1543050"/>
                </a:lnTo>
                <a:lnTo>
                  <a:pt x="1162050" y="1543050"/>
                </a:lnTo>
                <a:close/>
                <a:moveTo>
                  <a:pt x="447675" y="1543050"/>
                </a:moveTo>
                <a:lnTo>
                  <a:pt x="457200" y="1543050"/>
                </a:lnTo>
                <a:lnTo>
                  <a:pt x="457200" y="1552575"/>
                </a:lnTo>
                <a:lnTo>
                  <a:pt x="447675" y="1552575"/>
                </a:lnTo>
                <a:close/>
                <a:moveTo>
                  <a:pt x="962025" y="1543050"/>
                </a:moveTo>
                <a:lnTo>
                  <a:pt x="971550" y="1543050"/>
                </a:lnTo>
                <a:lnTo>
                  <a:pt x="971550" y="1552575"/>
                </a:lnTo>
                <a:lnTo>
                  <a:pt x="962025" y="1552575"/>
                </a:lnTo>
                <a:close/>
                <a:moveTo>
                  <a:pt x="628650" y="1552575"/>
                </a:moveTo>
                <a:lnTo>
                  <a:pt x="657225" y="1552575"/>
                </a:lnTo>
                <a:lnTo>
                  <a:pt x="657225" y="1562100"/>
                </a:lnTo>
                <a:lnTo>
                  <a:pt x="647700" y="1562100"/>
                </a:lnTo>
                <a:lnTo>
                  <a:pt x="647700" y="1571625"/>
                </a:lnTo>
                <a:lnTo>
                  <a:pt x="638175" y="1571625"/>
                </a:lnTo>
                <a:lnTo>
                  <a:pt x="638175" y="1562100"/>
                </a:lnTo>
                <a:lnTo>
                  <a:pt x="628650" y="1562100"/>
                </a:lnTo>
                <a:close/>
                <a:moveTo>
                  <a:pt x="552450" y="1571625"/>
                </a:moveTo>
                <a:lnTo>
                  <a:pt x="561975" y="1571625"/>
                </a:lnTo>
                <a:lnTo>
                  <a:pt x="561975" y="1590675"/>
                </a:lnTo>
                <a:lnTo>
                  <a:pt x="552450" y="1590675"/>
                </a:lnTo>
                <a:close/>
                <a:moveTo>
                  <a:pt x="790575" y="1571625"/>
                </a:moveTo>
                <a:lnTo>
                  <a:pt x="800100" y="1571625"/>
                </a:lnTo>
                <a:lnTo>
                  <a:pt x="800100" y="1581150"/>
                </a:lnTo>
                <a:lnTo>
                  <a:pt x="790575" y="1581150"/>
                </a:lnTo>
                <a:close/>
                <a:moveTo>
                  <a:pt x="1819275" y="1571625"/>
                </a:moveTo>
                <a:lnTo>
                  <a:pt x="1857375" y="1571625"/>
                </a:lnTo>
                <a:lnTo>
                  <a:pt x="1857375" y="1581150"/>
                </a:lnTo>
                <a:lnTo>
                  <a:pt x="1819275" y="1581150"/>
                </a:lnTo>
                <a:close/>
                <a:moveTo>
                  <a:pt x="561975" y="1590675"/>
                </a:moveTo>
                <a:lnTo>
                  <a:pt x="571500" y="1590675"/>
                </a:lnTo>
                <a:lnTo>
                  <a:pt x="571500" y="1609725"/>
                </a:lnTo>
                <a:lnTo>
                  <a:pt x="561975" y="1609725"/>
                </a:lnTo>
                <a:close/>
                <a:moveTo>
                  <a:pt x="1562100" y="1600200"/>
                </a:moveTo>
                <a:lnTo>
                  <a:pt x="1571625" y="1600200"/>
                </a:lnTo>
                <a:lnTo>
                  <a:pt x="1571625" y="1609725"/>
                </a:lnTo>
                <a:lnTo>
                  <a:pt x="1562100" y="1609725"/>
                </a:lnTo>
                <a:close/>
                <a:moveTo>
                  <a:pt x="1028700" y="1609725"/>
                </a:moveTo>
                <a:lnTo>
                  <a:pt x="1038225" y="1609725"/>
                </a:lnTo>
                <a:lnTo>
                  <a:pt x="1038225" y="1619250"/>
                </a:lnTo>
                <a:lnTo>
                  <a:pt x="1028700" y="1619250"/>
                </a:lnTo>
                <a:close/>
                <a:moveTo>
                  <a:pt x="1104900" y="1628775"/>
                </a:moveTo>
                <a:lnTo>
                  <a:pt x="1114425" y="1628775"/>
                </a:lnTo>
                <a:lnTo>
                  <a:pt x="1114425" y="1638300"/>
                </a:lnTo>
                <a:lnTo>
                  <a:pt x="1104900" y="1638300"/>
                </a:lnTo>
                <a:close/>
                <a:moveTo>
                  <a:pt x="1266825" y="1628775"/>
                </a:moveTo>
                <a:lnTo>
                  <a:pt x="1276350" y="1628775"/>
                </a:lnTo>
                <a:lnTo>
                  <a:pt x="1276350" y="1638300"/>
                </a:lnTo>
                <a:lnTo>
                  <a:pt x="1266825" y="1638300"/>
                </a:lnTo>
                <a:close/>
                <a:moveTo>
                  <a:pt x="1276350" y="1638300"/>
                </a:moveTo>
                <a:lnTo>
                  <a:pt x="1285875" y="1638300"/>
                </a:lnTo>
                <a:lnTo>
                  <a:pt x="1285875" y="1647825"/>
                </a:lnTo>
                <a:lnTo>
                  <a:pt x="1276350" y="1647825"/>
                </a:lnTo>
                <a:close/>
                <a:moveTo>
                  <a:pt x="1257300" y="1647825"/>
                </a:moveTo>
                <a:lnTo>
                  <a:pt x="1266825" y="1647825"/>
                </a:lnTo>
                <a:lnTo>
                  <a:pt x="1266825" y="1657350"/>
                </a:lnTo>
                <a:lnTo>
                  <a:pt x="1257300" y="1657350"/>
                </a:lnTo>
                <a:close/>
                <a:moveTo>
                  <a:pt x="1266825" y="1657350"/>
                </a:moveTo>
                <a:lnTo>
                  <a:pt x="1285875" y="1657350"/>
                </a:lnTo>
                <a:lnTo>
                  <a:pt x="1285875" y="1666875"/>
                </a:lnTo>
                <a:lnTo>
                  <a:pt x="1266825" y="1666875"/>
                </a:lnTo>
                <a:close/>
                <a:moveTo>
                  <a:pt x="457200" y="1666875"/>
                </a:moveTo>
                <a:lnTo>
                  <a:pt x="466725" y="1666875"/>
                </a:lnTo>
                <a:lnTo>
                  <a:pt x="466725" y="1676400"/>
                </a:lnTo>
                <a:lnTo>
                  <a:pt x="457200" y="1676400"/>
                </a:lnTo>
                <a:close/>
                <a:moveTo>
                  <a:pt x="1171575" y="1666875"/>
                </a:moveTo>
                <a:lnTo>
                  <a:pt x="1181100" y="1666875"/>
                </a:lnTo>
                <a:lnTo>
                  <a:pt x="1181100" y="1676400"/>
                </a:lnTo>
                <a:lnTo>
                  <a:pt x="1171575" y="1676400"/>
                </a:lnTo>
                <a:close/>
                <a:moveTo>
                  <a:pt x="1905000" y="1676400"/>
                </a:moveTo>
                <a:lnTo>
                  <a:pt x="1914525" y="1676400"/>
                </a:lnTo>
                <a:lnTo>
                  <a:pt x="1914525" y="1695450"/>
                </a:lnTo>
                <a:lnTo>
                  <a:pt x="1905000" y="1695450"/>
                </a:lnTo>
                <a:close/>
                <a:moveTo>
                  <a:pt x="304800" y="1714500"/>
                </a:moveTo>
                <a:lnTo>
                  <a:pt x="314325" y="1714500"/>
                </a:lnTo>
                <a:lnTo>
                  <a:pt x="314325" y="1724025"/>
                </a:lnTo>
                <a:lnTo>
                  <a:pt x="304800" y="1724025"/>
                </a:lnTo>
                <a:close/>
                <a:moveTo>
                  <a:pt x="1247775" y="1714500"/>
                </a:moveTo>
                <a:lnTo>
                  <a:pt x="1257300" y="1714500"/>
                </a:lnTo>
                <a:lnTo>
                  <a:pt x="1257300" y="1724025"/>
                </a:lnTo>
                <a:lnTo>
                  <a:pt x="1247775" y="1724025"/>
                </a:lnTo>
                <a:close/>
                <a:moveTo>
                  <a:pt x="1800225" y="1714500"/>
                </a:moveTo>
                <a:lnTo>
                  <a:pt x="1809750" y="1714500"/>
                </a:lnTo>
                <a:lnTo>
                  <a:pt x="1809750" y="1724025"/>
                </a:lnTo>
                <a:lnTo>
                  <a:pt x="1800225" y="1724025"/>
                </a:lnTo>
                <a:close/>
                <a:moveTo>
                  <a:pt x="1066800" y="1724025"/>
                </a:moveTo>
                <a:lnTo>
                  <a:pt x="1076325" y="1724025"/>
                </a:lnTo>
                <a:lnTo>
                  <a:pt x="1076325" y="1733550"/>
                </a:lnTo>
                <a:lnTo>
                  <a:pt x="1066800" y="1733550"/>
                </a:lnTo>
                <a:close/>
                <a:moveTo>
                  <a:pt x="1657350" y="1724025"/>
                </a:moveTo>
                <a:lnTo>
                  <a:pt x="1666875" y="1724025"/>
                </a:lnTo>
                <a:lnTo>
                  <a:pt x="1666875" y="1733550"/>
                </a:lnTo>
                <a:lnTo>
                  <a:pt x="1657350" y="1733550"/>
                </a:lnTo>
                <a:close/>
                <a:moveTo>
                  <a:pt x="1171575" y="1733550"/>
                </a:moveTo>
                <a:lnTo>
                  <a:pt x="1181100" y="1733550"/>
                </a:lnTo>
                <a:lnTo>
                  <a:pt x="1181100" y="1752600"/>
                </a:lnTo>
                <a:lnTo>
                  <a:pt x="1190625" y="1752600"/>
                </a:lnTo>
                <a:lnTo>
                  <a:pt x="1190625" y="1762125"/>
                </a:lnTo>
                <a:lnTo>
                  <a:pt x="1181100" y="1762125"/>
                </a:lnTo>
                <a:lnTo>
                  <a:pt x="1181100" y="1771650"/>
                </a:lnTo>
                <a:lnTo>
                  <a:pt x="1171575" y="1771650"/>
                </a:lnTo>
                <a:close/>
                <a:moveTo>
                  <a:pt x="1676400" y="1743075"/>
                </a:moveTo>
                <a:lnTo>
                  <a:pt x="1704975" y="1743075"/>
                </a:lnTo>
                <a:lnTo>
                  <a:pt x="1704975" y="1752600"/>
                </a:lnTo>
                <a:lnTo>
                  <a:pt x="1676400" y="1752600"/>
                </a:lnTo>
                <a:close/>
                <a:moveTo>
                  <a:pt x="733425" y="1752600"/>
                </a:moveTo>
                <a:lnTo>
                  <a:pt x="752475" y="1752600"/>
                </a:lnTo>
                <a:lnTo>
                  <a:pt x="752475" y="1771650"/>
                </a:lnTo>
                <a:lnTo>
                  <a:pt x="733425" y="1771650"/>
                </a:lnTo>
                <a:close/>
                <a:moveTo>
                  <a:pt x="1704975" y="1752600"/>
                </a:moveTo>
                <a:lnTo>
                  <a:pt x="1714500" y="1752600"/>
                </a:lnTo>
                <a:lnTo>
                  <a:pt x="1714500" y="1762125"/>
                </a:lnTo>
                <a:lnTo>
                  <a:pt x="1704975" y="1762125"/>
                </a:lnTo>
                <a:close/>
                <a:moveTo>
                  <a:pt x="1095375" y="1762125"/>
                </a:moveTo>
                <a:lnTo>
                  <a:pt x="1114425" y="1762125"/>
                </a:lnTo>
                <a:lnTo>
                  <a:pt x="1114425" y="1771650"/>
                </a:lnTo>
                <a:lnTo>
                  <a:pt x="1095375" y="1771650"/>
                </a:lnTo>
                <a:close/>
                <a:moveTo>
                  <a:pt x="1562100" y="1762125"/>
                </a:moveTo>
                <a:lnTo>
                  <a:pt x="1571625" y="1762125"/>
                </a:lnTo>
                <a:lnTo>
                  <a:pt x="1571625" y="1771650"/>
                </a:lnTo>
                <a:lnTo>
                  <a:pt x="1562100" y="1771650"/>
                </a:lnTo>
                <a:close/>
                <a:moveTo>
                  <a:pt x="1714500" y="1762125"/>
                </a:moveTo>
                <a:lnTo>
                  <a:pt x="1724025" y="1762125"/>
                </a:lnTo>
                <a:lnTo>
                  <a:pt x="1724025" y="1771650"/>
                </a:lnTo>
                <a:lnTo>
                  <a:pt x="1714500" y="1771650"/>
                </a:lnTo>
                <a:close/>
                <a:moveTo>
                  <a:pt x="1152525" y="1771650"/>
                </a:moveTo>
                <a:lnTo>
                  <a:pt x="1162050" y="1771650"/>
                </a:lnTo>
                <a:lnTo>
                  <a:pt x="1162050" y="1790700"/>
                </a:lnTo>
                <a:lnTo>
                  <a:pt x="1152525" y="1790700"/>
                </a:lnTo>
                <a:close/>
                <a:moveTo>
                  <a:pt x="1485900" y="1771650"/>
                </a:moveTo>
                <a:lnTo>
                  <a:pt x="1495425" y="1771650"/>
                </a:lnTo>
                <a:lnTo>
                  <a:pt x="1495425" y="1781175"/>
                </a:lnTo>
                <a:lnTo>
                  <a:pt x="1485900" y="1781175"/>
                </a:lnTo>
                <a:close/>
                <a:moveTo>
                  <a:pt x="209550" y="1781175"/>
                </a:moveTo>
                <a:lnTo>
                  <a:pt x="219075" y="1781175"/>
                </a:lnTo>
                <a:lnTo>
                  <a:pt x="219075" y="1790700"/>
                </a:lnTo>
                <a:lnTo>
                  <a:pt x="209550" y="1790700"/>
                </a:lnTo>
                <a:close/>
                <a:moveTo>
                  <a:pt x="1476375" y="1781175"/>
                </a:moveTo>
                <a:lnTo>
                  <a:pt x="1485900" y="1781175"/>
                </a:lnTo>
                <a:lnTo>
                  <a:pt x="1485900" y="1790700"/>
                </a:lnTo>
                <a:lnTo>
                  <a:pt x="1476375" y="1790700"/>
                </a:lnTo>
                <a:close/>
                <a:moveTo>
                  <a:pt x="1571625" y="1781175"/>
                </a:moveTo>
                <a:lnTo>
                  <a:pt x="1581150" y="1781175"/>
                </a:lnTo>
                <a:lnTo>
                  <a:pt x="1581150" y="1800225"/>
                </a:lnTo>
                <a:lnTo>
                  <a:pt x="1571625" y="1800225"/>
                </a:lnTo>
                <a:close/>
                <a:moveTo>
                  <a:pt x="304800" y="1809750"/>
                </a:moveTo>
                <a:lnTo>
                  <a:pt x="314325" y="1809750"/>
                </a:lnTo>
                <a:lnTo>
                  <a:pt x="314325" y="1819275"/>
                </a:lnTo>
                <a:lnTo>
                  <a:pt x="323850" y="1819275"/>
                </a:lnTo>
                <a:lnTo>
                  <a:pt x="323850" y="1828800"/>
                </a:lnTo>
                <a:lnTo>
                  <a:pt x="304800" y="1828800"/>
                </a:lnTo>
                <a:close/>
                <a:moveTo>
                  <a:pt x="371475" y="1809750"/>
                </a:moveTo>
                <a:lnTo>
                  <a:pt x="381000" y="1809750"/>
                </a:lnTo>
                <a:lnTo>
                  <a:pt x="381000" y="1819275"/>
                </a:lnTo>
                <a:lnTo>
                  <a:pt x="371475" y="1819275"/>
                </a:lnTo>
                <a:close/>
                <a:moveTo>
                  <a:pt x="1438275" y="1809750"/>
                </a:moveTo>
                <a:lnTo>
                  <a:pt x="1447800" y="1809750"/>
                </a:lnTo>
                <a:lnTo>
                  <a:pt x="1447800" y="1819275"/>
                </a:lnTo>
                <a:lnTo>
                  <a:pt x="1438275" y="1819275"/>
                </a:lnTo>
                <a:close/>
                <a:moveTo>
                  <a:pt x="1609725" y="1809750"/>
                </a:moveTo>
                <a:lnTo>
                  <a:pt x="1619250" y="1809750"/>
                </a:lnTo>
                <a:lnTo>
                  <a:pt x="1619250" y="1819275"/>
                </a:lnTo>
                <a:lnTo>
                  <a:pt x="1628775" y="1819275"/>
                </a:lnTo>
                <a:lnTo>
                  <a:pt x="1628775" y="1828800"/>
                </a:lnTo>
                <a:lnTo>
                  <a:pt x="1609725" y="1828800"/>
                </a:lnTo>
                <a:close/>
                <a:moveTo>
                  <a:pt x="762000" y="1819275"/>
                </a:moveTo>
                <a:lnTo>
                  <a:pt x="828675" y="1819275"/>
                </a:lnTo>
                <a:lnTo>
                  <a:pt x="828675" y="1838325"/>
                </a:lnTo>
                <a:lnTo>
                  <a:pt x="838200" y="1838325"/>
                </a:lnTo>
                <a:lnTo>
                  <a:pt x="838200" y="1847850"/>
                </a:lnTo>
                <a:lnTo>
                  <a:pt x="819150" y="1847850"/>
                </a:lnTo>
                <a:lnTo>
                  <a:pt x="819150" y="1828800"/>
                </a:lnTo>
                <a:lnTo>
                  <a:pt x="781050" y="1828800"/>
                </a:lnTo>
                <a:lnTo>
                  <a:pt x="781050" y="1838325"/>
                </a:lnTo>
                <a:lnTo>
                  <a:pt x="771525" y="1838325"/>
                </a:lnTo>
                <a:lnTo>
                  <a:pt x="771525" y="1828800"/>
                </a:lnTo>
                <a:lnTo>
                  <a:pt x="762000" y="1828800"/>
                </a:lnTo>
                <a:close/>
                <a:moveTo>
                  <a:pt x="1447800" y="1819275"/>
                </a:moveTo>
                <a:lnTo>
                  <a:pt x="1466850" y="1819275"/>
                </a:lnTo>
                <a:lnTo>
                  <a:pt x="1466850" y="1828800"/>
                </a:lnTo>
                <a:lnTo>
                  <a:pt x="1447800" y="1828800"/>
                </a:lnTo>
                <a:close/>
                <a:moveTo>
                  <a:pt x="400050" y="1828800"/>
                </a:moveTo>
                <a:lnTo>
                  <a:pt x="409575" y="1828800"/>
                </a:lnTo>
                <a:lnTo>
                  <a:pt x="409575" y="1838325"/>
                </a:lnTo>
                <a:lnTo>
                  <a:pt x="400050" y="1838325"/>
                </a:lnTo>
                <a:close/>
                <a:moveTo>
                  <a:pt x="752475" y="1828800"/>
                </a:moveTo>
                <a:lnTo>
                  <a:pt x="762000" y="1828800"/>
                </a:lnTo>
                <a:lnTo>
                  <a:pt x="762000" y="1838325"/>
                </a:lnTo>
                <a:lnTo>
                  <a:pt x="752475" y="1838325"/>
                </a:lnTo>
                <a:close/>
                <a:moveTo>
                  <a:pt x="2076450" y="1838325"/>
                </a:moveTo>
                <a:lnTo>
                  <a:pt x="2105025" y="1838325"/>
                </a:lnTo>
                <a:lnTo>
                  <a:pt x="2105025" y="1847850"/>
                </a:lnTo>
                <a:lnTo>
                  <a:pt x="2076450" y="1847850"/>
                </a:lnTo>
                <a:close/>
                <a:moveTo>
                  <a:pt x="1390650" y="1857375"/>
                </a:moveTo>
                <a:lnTo>
                  <a:pt x="1400175" y="1857375"/>
                </a:lnTo>
                <a:lnTo>
                  <a:pt x="1400175" y="1866900"/>
                </a:lnTo>
                <a:lnTo>
                  <a:pt x="1390650" y="1866900"/>
                </a:lnTo>
                <a:close/>
                <a:moveTo>
                  <a:pt x="180975" y="1866900"/>
                </a:moveTo>
                <a:lnTo>
                  <a:pt x="200025" y="1866900"/>
                </a:lnTo>
                <a:lnTo>
                  <a:pt x="200025" y="1876425"/>
                </a:lnTo>
                <a:lnTo>
                  <a:pt x="180975" y="1876425"/>
                </a:lnTo>
                <a:close/>
                <a:moveTo>
                  <a:pt x="400050" y="1866900"/>
                </a:moveTo>
                <a:lnTo>
                  <a:pt x="409575" y="1866900"/>
                </a:lnTo>
                <a:lnTo>
                  <a:pt x="409575" y="1876425"/>
                </a:lnTo>
                <a:lnTo>
                  <a:pt x="400050" y="1876425"/>
                </a:lnTo>
                <a:close/>
                <a:moveTo>
                  <a:pt x="1676400" y="1866900"/>
                </a:moveTo>
                <a:lnTo>
                  <a:pt x="1685925" y="1866900"/>
                </a:lnTo>
                <a:lnTo>
                  <a:pt x="1685925" y="1876425"/>
                </a:lnTo>
                <a:lnTo>
                  <a:pt x="1676400" y="1876425"/>
                </a:lnTo>
                <a:close/>
                <a:moveTo>
                  <a:pt x="133350" y="1885950"/>
                </a:moveTo>
                <a:lnTo>
                  <a:pt x="142875" y="1885950"/>
                </a:lnTo>
                <a:lnTo>
                  <a:pt x="142875" y="1895475"/>
                </a:lnTo>
                <a:lnTo>
                  <a:pt x="133350" y="1895475"/>
                </a:lnTo>
                <a:close/>
                <a:moveTo>
                  <a:pt x="333375" y="1895475"/>
                </a:moveTo>
                <a:lnTo>
                  <a:pt x="342900" y="1895475"/>
                </a:lnTo>
                <a:lnTo>
                  <a:pt x="342900" y="1905000"/>
                </a:lnTo>
                <a:lnTo>
                  <a:pt x="333375" y="1905000"/>
                </a:lnTo>
                <a:close/>
                <a:moveTo>
                  <a:pt x="1143000" y="1905000"/>
                </a:moveTo>
                <a:lnTo>
                  <a:pt x="1152525" y="1905000"/>
                </a:lnTo>
                <a:lnTo>
                  <a:pt x="1152525" y="1914525"/>
                </a:lnTo>
                <a:lnTo>
                  <a:pt x="1143000" y="1914525"/>
                </a:lnTo>
                <a:close/>
                <a:moveTo>
                  <a:pt x="66675" y="1914525"/>
                </a:moveTo>
                <a:lnTo>
                  <a:pt x="76200" y="1914525"/>
                </a:lnTo>
                <a:lnTo>
                  <a:pt x="76200" y="1933575"/>
                </a:lnTo>
                <a:lnTo>
                  <a:pt x="66675" y="1933575"/>
                </a:lnTo>
                <a:close/>
                <a:moveTo>
                  <a:pt x="1285875" y="1914525"/>
                </a:moveTo>
                <a:lnTo>
                  <a:pt x="1295400" y="1914525"/>
                </a:lnTo>
                <a:lnTo>
                  <a:pt x="1295400" y="1924050"/>
                </a:lnTo>
                <a:lnTo>
                  <a:pt x="1285875" y="1924050"/>
                </a:lnTo>
                <a:close/>
                <a:moveTo>
                  <a:pt x="1162050" y="1924050"/>
                </a:moveTo>
                <a:lnTo>
                  <a:pt x="1171575" y="1924050"/>
                </a:lnTo>
                <a:lnTo>
                  <a:pt x="1171575" y="1933575"/>
                </a:lnTo>
                <a:lnTo>
                  <a:pt x="1162050" y="1933575"/>
                </a:lnTo>
                <a:close/>
                <a:moveTo>
                  <a:pt x="1685925" y="1933575"/>
                </a:moveTo>
                <a:lnTo>
                  <a:pt x="1695450" y="1933575"/>
                </a:lnTo>
                <a:lnTo>
                  <a:pt x="1695450" y="1962150"/>
                </a:lnTo>
                <a:lnTo>
                  <a:pt x="1685925" y="1962150"/>
                </a:lnTo>
                <a:close/>
                <a:moveTo>
                  <a:pt x="400050" y="1952625"/>
                </a:moveTo>
                <a:lnTo>
                  <a:pt x="409575" y="1952625"/>
                </a:lnTo>
                <a:lnTo>
                  <a:pt x="409575" y="1962150"/>
                </a:lnTo>
                <a:lnTo>
                  <a:pt x="400050" y="1962150"/>
                </a:lnTo>
                <a:close/>
                <a:moveTo>
                  <a:pt x="1143000" y="1952625"/>
                </a:moveTo>
                <a:lnTo>
                  <a:pt x="1152525" y="1952625"/>
                </a:lnTo>
                <a:lnTo>
                  <a:pt x="1152525" y="1962150"/>
                </a:lnTo>
                <a:lnTo>
                  <a:pt x="1171575" y="1962150"/>
                </a:lnTo>
                <a:lnTo>
                  <a:pt x="1171575" y="1971675"/>
                </a:lnTo>
                <a:lnTo>
                  <a:pt x="1143000" y="1971675"/>
                </a:lnTo>
                <a:close/>
                <a:moveTo>
                  <a:pt x="1676400" y="1962150"/>
                </a:moveTo>
                <a:lnTo>
                  <a:pt x="1685925" y="1962150"/>
                </a:lnTo>
                <a:lnTo>
                  <a:pt x="1685925" y="1971675"/>
                </a:lnTo>
                <a:lnTo>
                  <a:pt x="1676400" y="1971675"/>
                </a:lnTo>
                <a:close/>
                <a:moveTo>
                  <a:pt x="885825" y="1981200"/>
                </a:moveTo>
                <a:lnTo>
                  <a:pt x="904875" y="1981200"/>
                </a:lnTo>
                <a:lnTo>
                  <a:pt x="904875" y="1990725"/>
                </a:lnTo>
                <a:lnTo>
                  <a:pt x="885825" y="1990725"/>
                </a:lnTo>
                <a:close/>
                <a:moveTo>
                  <a:pt x="1314450" y="1981200"/>
                </a:moveTo>
                <a:lnTo>
                  <a:pt x="1323975" y="1981200"/>
                </a:lnTo>
                <a:lnTo>
                  <a:pt x="1323975" y="1990725"/>
                </a:lnTo>
                <a:lnTo>
                  <a:pt x="1314450" y="1990725"/>
                </a:lnTo>
                <a:close/>
                <a:moveTo>
                  <a:pt x="914400" y="2009775"/>
                </a:moveTo>
                <a:lnTo>
                  <a:pt x="923925" y="2009775"/>
                </a:lnTo>
                <a:lnTo>
                  <a:pt x="923925" y="2019300"/>
                </a:lnTo>
                <a:lnTo>
                  <a:pt x="914400" y="2019300"/>
                </a:lnTo>
                <a:close/>
                <a:moveTo>
                  <a:pt x="1362075" y="2009775"/>
                </a:moveTo>
                <a:lnTo>
                  <a:pt x="1371600" y="2009775"/>
                </a:lnTo>
                <a:lnTo>
                  <a:pt x="1371600" y="2019300"/>
                </a:lnTo>
                <a:lnTo>
                  <a:pt x="1362075" y="2019300"/>
                </a:lnTo>
                <a:close/>
                <a:moveTo>
                  <a:pt x="952500" y="2019300"/>
                </a:moveTo>
                <a:lnTo>
                  <a:pt x="962025" y="2019300"/>
                </a:lnTo>
                <a:lnTo>
                  <a:pt x="962025" y="2028825"/>
                </a:lnTo>
                <a:lnTo>
                  <a:pt x="952500" y="2028825"/>
                </a:lnTo>
                <a:close/>
                <a:moveTo>
                  <a:pt x="1295400" y="2019300"/>
                </a:moveTo>
                <a:lnTo>
                  <a:pt x="1304925" y="2019300"/>
                </a:lnTo>
                <a:lnTo>
                  <a:pt x="1304925" y="2028825"/>
                </a:lnTo>
                <a:lnTo>
                  <a:pt x="1295400" y="2028825"/>
                </a:lnTo>
                <a:close/>
                <a:moveTo>
                  <a:pt x="1352550" y="2019300"/>
                </a:moveTo>
                <a:lnTo>
                  <a:pt x="1362075" y="2019300"/>
                </a:lnTo>
                <a:lnTo>
                  <a:pt x="1362075" y="2028825"/>
                </a:lnTo>
                <a:lnTo>
                  <a:pt x="1352550" y="2028825"/>
                </a:lnTo>
                <a:close/>
                <a:moveTo>
                  <a:pt x="457200" y="2047875"/>
                </a:moveTo>
                <a:lnTo>
                  <a:pt x="476250" y="2047875"/>
                </a:lnTo>
                <a:lnTo>
                  <a:pt x="476250" y="2066925"/>
                </a:lnTo>
                <a:lnTo>
                  <a:pt x="466725" y="2066925"/>
                </a:lnTo>
                <a:lnTo>
                  <a:pt x="466725" y="2057400"/>
                </a:lnTo>
                <a:lnTo>
                  <a:pt x="457200" y="2057400"/>
                </a:lnTo>
                <a:close/>
                <a:moveTo>
                  <a:pt x="1257300" y="2076450"/>
                </a:moveTo>
                <a:lnTo>
                  <a:pt x="1266825" y="2076450"/>
                </a:lnTo>
                <a:lnTo>
                  <a:pt x="1266825" y="2085975"/>
                </a:lnTo>
                <a:lnTo>
                  <a:pt x="1257300" y="2085975"/>
                </a:lnTo>
                <a:close/>
                <a:moveTo>
                  <a:pt x="1295400" y="2095500"/>
                </a:moveTo>
                <a:lnTo>
                  <a:pt x="1304925" y="2095500"/>
                </a:lnTo>
                <a:lnTo>
                  <a:pt x="1304925" y="2105025"/>
                </a:lnTo>
                <a:lnTo>
                  <a:pt x="1314450" y="2105025"/>
                </a:lnTo>
                <a:lnTo>
                  <a:pt x="1314450" y="2114550"/>
                </a:lnTo>
                <a:lnTo>
                  <a:pt x="1285875" y="2114550"/>
                </a:lnTo>
                <a:lnTo>
                  <a:pt x="1285875" y="2105025"/>
                </a:lnTo>
                <a:lnTo>
                  <a:pt x="1295400" y="2105025"/>
                </a:lnTo>
                <a:close/>
                <a:moveTo>
                  <a:pt x="28575" y="2124075"/>
                </a:moveTo>
                <a:lnTo>
                  <a:pt x="38100" y="2124075"/>
                </a:lnTo>
                <a:lnTo>
                  <a:pt x="38100" y="2133600"/>
                </a:lnTo>
                <a:lnTo>
                  <a:pt x="28575" y="2133600"/>
                </a:lnTo>
                <a:close/>
                <a:moveTo>
                  <a:pt x="590550" y="2143125"/>
                </a:moveTo>
                <a:lnTo>
                  <a:pt x="600075" y="2143125"/>
                </a:lnTo>
                <a:lnTo>
                  <a:pt x="600075" y="2162175"/>
                </a:lnTo>
                <a:lnTo>
                  <a:pt x="590550" y="2162175"/>
                </a:lnTo>
                <a:close/>
                <a:moveTo>
                  <a:pt x="1304925" y="2143125"/>
                </a:moveTo>
                <a:lnTo>
                  <a:pt x="1314450" y="2143125"/>
                </a:lnTo>
                <a:lnTo>
                  <a:pt x="1314450" y="2152650"/>
                </a:lnTo>
                <a:lnTo>
                  <a:pt x="1304925" y="2152650"/>
                </a:lnTo>
                <a:close/>
                <a:moveTo>
                  <a:pt x="295275" y="2152650"/>
                </a:moveTo>
                <a:lnTo>
                  <a:pt x="314325" y="2152650"/>
                </a:lnTo>
                <a:lnTo>
                  <a:pt x="314325" y="2162175"/>
                </a:lnTo>
                <a:lnTo>
                  <a:pt x="295275" y="2162175"/>
                </a:lnTo>
                <a:close/>
                <a:moveTo>
                  <a:pt x="1657350" y="2152650"/>
                </a:moveTo>
                <a:lnTo>
                  <a:pt x="1676400" y="2152650"/>
                </a:lnTo>
                <a:lnTo>
                  <a:pt x="1676400" y="2162175"/>
                </a:lnTo>
                <a:lnTo>
                  <a:pt x="1657350" y="2162175"/>
                </a:lnTo>
                <a:close/>
                <a:moveTo>
                  <a:pt x="1809750" y="2162175"/>
                </a:moveTo>
                <a:lnTo>
                  <a:pt x="1828800" y="2162175"/>
                </a:lnTo>
                <a:lnTo>
                  <a:pt x="1828800" y="2181225"/>
                </a:lnTo>
                <a:lnTo>
                  <a:pt x="1809750" y="2181225"/>
                </a:lnTo>
                <a:close/>
                <a:moveTo>
                  <a:pt x="1352550" y="2171700"/>
                </a:moveTo>
                <a:lnTo>
                  <a:pt x="1362075" y="2171700"/>
                </a:lnTo>
                <a:lnTo>
                  <a:pt x="1362075" y="2181225"/>
                </a:lnTo>
                <a:lnTo>
                  <a:pt x="1352550" y="2181225"/>
                </a:lnTo>
                <a:close/>
                <a:moveTo>
                  <a:pt x="581025" y="2181225"/>
                </a:moveTo>
                <a:lnTo>
                  <a:pt x="590550" y="2181225"/>
                </a:lnTo>
                <a:lnTo>
                  <a:pt x="590550" y="2190750"/>
                </a:lnTo>
                <a:lnTo>
                  <a:pt x="581025" y="2190750"/>
                </a:lnTo>
                <a:close/>
                <a:moveTo>
                  <a:pt x="1400175" y="2181225"/>
                </a:moveTo>
                <a:lnTo>
                  <a:pt x="1466850" y="2181225"/>
                </a:lnTo>
                <a:lnTo>
                  <a:pt x="1466850" y="2190750"/>
                </a:lnTo>
                <a:lnTo>
                  <a:pt x="1400175" y="2190750"/>
                </a:lnTo>
                <a:close/>
                <a:moveTo>
                  <a:pt x="1743075" y="2181225"/>
                </a:moveTo>
                <a:lnTo>
                  <a:pt x="1752600" y="2181225"/>
                </a:lnTo>
                <a:lnTo>
                  <a:pt x="1752600" y="2190750"/>
                </a:lnTo>
                <a:lnTo>
                  <a:pt x="1743075" y="2190750"/>
                </a:lnTo>
                <a:close/>
                <a:moveTo>
                  <a:pt x="1600200" y="2190750"/>
                </a:moveTo>
                <a:lnTo>
                  <a:pt x="1609725" y="2190750"/>
                </a:lnTo>
                <a:lnTo>
                  <a:pt x="1609725" y="2200275"/>
                </a:lnTo>
                <a:lnTo>
                  <a:pt x="1600200" y="2200275"/>
                </a:lnTo>
                <a:close/>
                <a:moveTo>
                  <a:pt x="1733550" y="2190750"/>
                </a:moveTo>
                <a:lnTo>
                  <a:pt x="1743075" y="2190750"/>
                </a:lnTo>
                <a:lnTo>
                  <a:pt x="1743075" y="2209800"/>
                </a:lnTo>
                <a:lnTo>
                  <a:pt x="1733550" y="2209800"/>
                </a:lnTo>
                <a:close/>
                <a:moveTo>
                  <a:pt x="2447925" y="2190750"/>
                </a:moveTo>
                <a:lnTo>
                  <a:pt x="2457450" y="2190750"/>
                </a:lnTo>
                <a:lnTo>
                  <a:pt x="2457450" y="2200275"/>
                </a:lnTo>
                <a:lnTo>
                  <a:pt x="2447925" y="2200275"/>
                </a:lnTo>
                <a:close/>
                <a:moveTo>
                  <a:pt x="238125" y="2200275"/>
                </a:moveTo>
                <a:lnTo>
                  <a:pt x="247650" y="2200275"/>
                </a:lnTo>
                <a:lnTo>
                  <a:pt x="247650" y="2209800"/>
                </a:lnTo>
                <a:lnTo>
                  <a:pt x="238125" y="2209800"/>
                </a:lnTo>
                <a:close/>
                <a:moveTo>
                  <a:pt x="476250" y="2200275"/>
                </a:moveTo>
                <a:lnTo>
                  <a:pt x="485775" y="2200275"/>
                </a:lnTo>
                <a:lnTo>
                  <a:pt x="485775" y="2219325"/>
                </a:lnTo>
                <a:lnTo>
                  <a:pt x="466725" y="2219325"/>
                </a:lnTo>
                <a:lnTo>
                  <a:pt x="466725" y="2209800"/>
                </a:lnTo>
                <a:lnTo>
                  <a:pt x="476250" y="2209800"/>
                </a:lnTo>
                <a:close/>
                <a:moveTo>
                  <a:pt x="1543050" y="2200275"/>
                </a:moveTo>
                <a:lnTo>
                  <a:pt x="1562100" y="2200275"/>
                </a:lnTo>
                <a:lnTo>
                  <a:pt x="1562100" y="2209800"/>
                </a:lnTo>
                <a:lnTo>
                  <a:pt x="1543050" y="2209800"/>
                </a:lnTo>
                <a:close/>
                <a:moveTo>
                  <a:pt x="676275" y="2219325"/>
                </a:moveTo>
                <a:lnTo>
                  <a:pt x="685800" y="2219325"/>
                </a:lnTo>
                <a:lnTo>
                  <a:pt x="685800" y="2228850"/>
                </a:lnTo>
                <a:lnTo>
                  <a:pt x="676275" y="2228850"/>
                </a:lnTo>
                <a:close/>
                <a:moveTo>
                  <a:pt x="1838325" y="2219325"/>
                </a:moveTo>
                <a:lnTo>
                  <a:pt x="1847850" y="2219325"/>
                </a:lnTo>
                <a:lnTo>
                  <a:pt x="1847850" y="2228850"/>
                </a:lnTo>
                <a:lnTo>
                  <a:pt x="1838325" y="2228850"/>
                </a:lnTo>
                <a:close/>
                <a:moveTo>
                  <a:pt x="2066925" y="2219325"/>
                </a:moveTo>
                <a:lnTo>
                  <a:pt x="2085975" y="2219325"/>
                </a:lnTo>
                <a:lnTo>
                  <a:pt x="2085975" y="2238375"/>
                </a:lnTo>
                <a:lnTo>
                  <a:pt x="2095500" y="2238375"/>
                </a:lnTo>
                <a:lnTo>
                  <a:pt x="2095500" y="2257425"/>
                </a:lnTo>
                <a:lnTo>
                  <a:pt x="2076450" y="2257425"/>
                </a:lnTo>
                <a:lnTo>
                  <a:pt x="2076450" y="2266950"/>
                </a:lnTo>
                <a:lnTo>
                  <a:pt x="2066925" y="2266950"/>
                </a:lnTo>
                <a:lnTo>
                  <a:pt x="2066925" y="2257425"/>
                </a:lnTo>
                <a:lnTo>
                  <a:pt x="2057400" y="2257425"/>
                </a:lnTo>
                <a:lnTo>
                  <a:pt x="2057400" y="2247900"/>
                </a:lnTo>
                <a:lnTo>
                  <a:pt x="2066925" y="2247900"/>
                </a:lnTo>
                <a:lnTo>
                  <a:pt x="2066925" y="2238375"/>
                </a:lnTo>
                <a:lnTo>
                  <a:pt x="2076450" y="2238375"/>
                </a:lnTo>
                <a:lnTo>
                  <a:pt x="2076450" y="2228850"/>
                </a:lnTo>
                <a:lnTo>
                  <a:pt x="2066925" y="2228850"/>
                </a:lnTo>
                <a:close/>
                <a:moveTo>
                  <a:pt x="600075" y="2228850"/>
                </a:moveTo>
                <a:lnTo>
                  <a:pt x="619125" y="2228850"/>
                </a:lnTo>
                <a:lnTo>
                  <a:pt x="619125" y="2238375"/>
                </a:lnTo>
                <a:lnTo>
                  <a:pt x="600075" y="2238375"/>
                </a:lnTo>
                <a:close/>
                <a:moveTo>
                  <a:pt x="1790700" y="2238375"/>
                </a:moveTo>
                <a:lnTo>
                  <a:pt x="1800225" y="2238375"/>
                </a:lnTo>
                <a:lnTo>
                  <a:pt x="1800225" y="2247900"/>
                </a:lnTo>
                <a:lnTo>
                  <a:pt x="1790700" y="2247900"/>
                </a:lnTo>
                <a:close/>
                <a:moveTo>
                  <a:pt x="1828800" y="2238375"/>
                </a:moveTo>
                <a:lnTo>
                  <a:pt x="1847850" y="2238375"/>
                </a:lnTo>
                <a:lnTo>
                  <a:pt x="1847850" y="2257425"/>
                </a:lnTo>
                <a:lnTo>
                  <a:pt x="1838325" y="2257425"/>
                </a:lnTo>
                <a:lnTo>
                  <a:pt x="1838325" y="2247900"/>
                </a:lnTo>
                <a:lnTo>
                  <a:pt x="1828800" y="2247900"/>
                </a:lnTo>
                <a:close/>
                <a:moveTo>
                  <a:pt x="2352675" y="2238375"/>
                </a:moveTo>
                <a:lnTo>
                  <a:pt x="2381250" y="2238375"/>
                </a:lnTo>
                <a:lnTo>
                  <a:pt x="2381250" y="2247900"/>
                </a:lnTo>
                <a:lnTo>
                  <a:pt x="2352675" y="2247900"/>
                </a:lnTo>
                <a:close/>
                <a:moveTo>
                  <a:pt x="2428875" y="2247900"/>
                </a:moveTo>
                <a:lnTo>
                  <a:pt x="2438400" y="2247900"/>
                </a:lnTo>
                <a:lnTo>
                  <a:pt x="2438400" y="2257425"/>
                </a:lnTo>
                <a:lnTo>
                  <a:pt x="2428875" y="2257425"/>
                </a:lnTo>
                <a:close/>
                <a:moveTo>
                  <a:pt x="2057400" y="2276475"/>
                </a:moveTo>
                <a:lnTo>
                  <a:pt x="2076450" y="2276475"/>
                </a:lnTo>
                <a:lnTo>
                  <a:pt x="2076450" y="2286000"/>
                </a:lnTo>
                <a:lnTo>
                  <a:pt x="2057400" y="2286000"/>
                </a:lnTo>
                <a:close/>
                <a:moveTo>
                  <a:pt x="2076450" y="2286000"/>
                </a:moveTo>
                <a:lnTo>
                  <a:pt x="2085975" y="2286000"/>
                </a:lnTo>
                <a:lnTo>
                  <a:pt x="2085975" y="2295525"/>
                </a:lnTo>
                <a:lnTo>
                  <a:pt x="2076450" y="2295525"/>
                </a:lnTo>
                <a:close/>
                <a:moveTo>
                  <a:pt x="1181100" y="2295525"/>
                </a:moveTo>
                <a:lnTo>
                  <a:pt x="1200150" y="2295525"/>
                </a:lnTo>
                <a:lnTo>
                  <a:pt x="1200150" y="2314575"/>
                </a:lnTo>
                <a:lnTo>
                  <a:pt x="1190625" y="2314575"/>
                </a:lnTo>
                <a:lnTo>
                  <a:pt x="1190625" y="2305050"/>
                </a:lnTo>
                <a:lnTo>
                  <a:pt x="1181100" y="2305050"/>
                </a:lnTo>
                <a:close/>
                <a:moveTo>
                  <a:pt x="1876425" y="2295525"/>
                </a:moveTo>
                <a:lnTo>
                  <a:pt x="1885950" y="2295525"/>
                </a:lnTo>
                <a:lnTo>
                  <a:pt x="1885950" y="2305050"/>
                </a:lnTo>
                <a:lnTo>
                  <a:pt x="1876425" y="2305050"/>
                </a:lnTo>
                <a:close/>
                <a:moveTo>
                  <a:pt x="1781175" y="2305050"/>
                </a:moveTo>
                <a:lnTo>
                  <a:pt x="1790700" y="2305050"/>
                </a:lnTo>
                <a:lnTo>
                  <a:pt x="1790700" y="2314575"/>
                </a:lnTo>
                <a:lnTo>
                  <a:pt x="1781175" y="2314575"/>
                </a:lnTo>
                <a:close/>
                <a:moveTo>
                  <a:pt x="2133600" y="2305050"/>
                </a:moveTo>
                <a:lnTo>
                  <a:pt x="2143125" y="2305050"/>
                </a:lnTo>
                <a:lnTo>
                  <a:pt x="2143125" y="2314575"/>
                </a:lnTo>
                <a:lnTo>
                  <a:pt x="2133600" y="2314575"/>
                </a:lnTo>
                <a:close/>
                <a:moveTo>
                  <a:pt x="1657350" y="2333625"/>
                </a:moveTo>
                <a:lnTo>
                  <a:pt x="1666875" y="2333625"/>
                </a:lnTo>
                <a:lnTo>
                  <a:pt x="1666875" y="2343150"/>
                </a:lnTo>
                <a:lnTo>
                  <a:pt x="1657350" y="2343150"/>
                </a:lnTo>
                <a:close/>
                <a:moveTo>
                  <a:pt x="1790700" y="2333625"/>
                </a:moveTo>
                <a:lnTo>
                  <a:pt x="1800225" y="2333625"/>
                </a:lnTo>
                <a:lnTo>
                  <a:pt x="1800225" y="2343150"/>
                </a:lnTo>
                <a:lnTo>
                  <a:pt x="1790700" y="2343150"/>
                </a:lnTo>
                <a:close/>
                <a:moveTo>
                  <a:pt x="1809750" y="2333625"/>
                </a:moveTo>
                <a:lnTo>
                  <a:pt x="1819275" y="2333625"/>
                </a:lnTo>
                <a:lnTo>
                  <a:pt x="1819275" y="2343150"/>
                </a:lnTo>
                <a:lnTo>
                  <a:pt x="1809750" y="2343150"/>
                </a:lnTo>
                <a:close/>
                <a:moveTo>
                  <a:pt x="447675" y="2343150"/>
                </a:moveTo>
                <a:lnTo>
                  <a:pt x="457200" y="2343150"/>
                </a:lnTo>
                <a:lnTo>
                  <a:pt x="457200" y="2362200"/>
                </a:lnTo>
                <a:lnTo>
                  <a:pt x="447675" y="2362200"/>
                </a:lnTo>
                <a:close/>
                <a:moveTo>
                  <a:pt x="1647825" y="2343150"/>
                </a:moveTo>
                <a:lnTo>
                  <a:pt x="1657350" y="2343150"/>
                </a:lnTo>
                <a:lnTo>
                  <a:pt x="1657350" y="2352675"/>
                </a:lnTo>
                <a:lnTo>
                  <a:pt x="1647825" y="2352675"/>
                </a:lnTo>
                <a:close/>
                <a:moveTo>
                  <a:pt x="1666875" y="2343150"/>
                </a:moveTo>
                <a:lnTo>
                  <a:pt x="1685925" y="2343150"/>
                </a:lnTo>
                <a:lnTo>
                  <a:pt x="1685925" y="2362200"/>
                </a:lnTo>
                <a:lnTo>
                  <a:pt x="1676400" y="2362200"/>
                </a:lnTo>
                <a:lnTo>
                  <a:pt x="1676400" y="2352675"/>
                </a:lnTo>
                <a:lnTo>
                  <a:pt x="1666875" y="2352675"/>
                </a:lnTo>
                <a:close/>
                <a:moveTo>
                  <a:pt x="200025" y="2352675"/>
                </a:moveTo>
                <a:lnTo>
                  <a:pt x="209550" y="2352675"/>
                </a:lnTo>
                <a:lnTo>
                  <a:pt x="209550" y="2362200"/>
                </a:lnTo>
                <a:lnTo>
                  <a:pt x="200025" y="2362200"/>
                </a:lnTo>
                <a:close/>
                <a:moveTo>
                  <a:pt x="276225" y="2352675"/>
                </a:moveTo>
                <a:lnTo>
                  <a:pt x="285750" y="2352675"/>
                </a:lnTo>
                <a:lnTo>
                  <a:pt x="285750" y="2362200"/>
                </a:lnTo>
                <a:lnTo>
                  <a:pt x="276225" y="2362200"/>
                </a:lnTo>
                <a:close/>
                <a:moveTo>
                  <a:pt x="1162050" y="2352675"/>
                </a:moveTo>
                <a:lnTo>
                  <a:pt x="1171575" y="2352675"/>
                </a:lnTo>
                <a:lnTo>
                  <a:pt x="1171575" y="2371725"/>
                </a:lnTo>
                <a:lnTo>
                  <a:pt x="1162050" y="2371725"/>
                </a:lnTo>
                <a:close/>
                <a:moveTo>
                  <a:pt x="1828800" y="2352675"/>
                </a:moveTo>
                <a:lnTo>
                  <a:pt x="1847850" y="2352675"/>
                </a:lnTo>
                <a:lnTo>
                  <a:pt x="1847850" y="2362200"/>
                </a:lnTo>
                <a:lnTo>
                  <a:pt x="1828800" y="2362200"/>
                </a:lnTo>
                <a:close/>
                <a:moveTo>
                  <a:pt x="266700" y="2362200"/>
                </a:moveTo>
                <a:lnTo>
                  <a:pt x="276225" y="2362200"/>
                </a:lnTo>
                <a:lnTo>
                  <a:pt x="276225" y="2371725"/>
                </a:lnTo>
                <a:lnTo>
                  <a:pt x="266700" y="2371725"/>
                </a:lnTo>
                <a:close/>
                <a:moveTo>
                  <a:pt x="428625" y="2362200"/>
                </a:moveTo>
                <a:lnTo>
                  <a:pt x="438150" y="2362200"/>
                </a:lnTo>
                <a:lnTo>
                  <a:pt x="438150" y="2371725"/>
                </a:lnTo>
                <a:lnTo>
                  <a:pt x="428625" y="2371725"/>
                </a:lnTo>
                <a:close/>
                <a:moveTo>
                  <a:pt x="514350" y="2362200"/>
                </a:moveTo>
                <a:lnTo>
                  <a:pt x="523875" y="2362200"/>
                </a:lnTo>
                <a:lnTo>
                  <a:pt x="523875" y="2371725"/>
                </a:lnTo>
                <a:lnTo>
                  <a:pt x="514350" y="2371725"/>
                </a:lnTo>
                <a:close/>
                <a:moveTo>
                  <a:pt x="1724025" y="2362200"/>
                </a:moveTo>
                <a:lnTo>
                  <a:pt x="1733550" y="2362200"/>
                </a:lnTo>
                <a:lnTo>
                  <a:pt x="1733550" y="2381250"/>
                </a:lnTo>
                <a:lnTo>
                  <a:pt x="1724025" y="2381250"/>
                </a:lnTo>
                <a:close/>
                <a:moveTo>
                  <a:pt x="1104900" y="2371725"/>
                </a:moveTo>
                <a:lnTo>
                  <a:pt x="1123950" y="2371725"/>
                </a:lnTo>
                <a:lnTo>
                  <a:pt x="1123950" y="2381250"/>
                </a:lnTo>
                <a:lnTo>
                  <a:pt x="1104900" y="2381250"/>
                </a:lnTo>
                <a:close/>
                <a:moveTo>
                  <a:pt x="1562100" y="2371725"/>
                </a:moveTo>
                <a:lnTo>
                  <a:pt x="1571625" y="2371725"/>
                </a:lnTo>
                <a:lnTo>
                  <a:pt x="1571625" y="2381250"/>
                </a:lnTo>
                <a:lnTo>
                  <a:pt x="1562100" y="2381250"/>
                </a:lnTo>
                <a:close/>
                <a:moveTo>
                  <a:pt x="2200275" y="2371725"/>
                </a:moveTo>
                <a:lnTo>
                  <a:pt x="2219325" y="2371725"/>
                </a:lnTo>
                <a:lnTo>
                  <a:pt x="2219325" y="2381250"/>
                </a:lnTo>
                <a:lnTo>
                  <a:pt x="2200275" y="2381250"/>
                </a:lnTo>
                <a:close/>
                <a:moveTo>
                  <a:pt x="1552575" y="2381250"/>
                </a:moveTo>
                <a:lnTo>
                  <a:pt x="1562100" y="2381250"/>
                </a:lnTo>
                <a:lnTo>
                  <a:pt x="1562100" y="2390775"/>
                </a:lnTo>
                <a:lnTo>
                  <a:pt x="1581150" y="2390775"/>
                </a:lnTo>
                <a:lnTo>
                  <a:pt x="1581150" y="2400300"/>
                </a:lnTo>
                <a:lnTo>
                  <a:pt x="1543050" y="2400300"/>
                </a:lnTo>
                <a:lnTo>
                  <a:pt x="1543050" y="2390775"/>
                </a:lnTo>
                <a:lnTo>
                  <a:pt x="1552575" y="2390775"/>
                </a:lnTo>
                <a:close/>
                <a:moveTo>
                  <a:pt x="552450" y="2390775"/>
                </a:moveTo>
                <a:lnTo>
                  <a:pt x="571500" y="2390775"/>
                </a:lnTo>
                <a:lnTo>
                  <a:pt x="571500" y="2400300"/>
                </a:lnTo>
                <a:lnTo>
                  <a:pt x="552450" y="2400300"/>
                </a:lnTo>
                <a:close/>
                <a:moveTo>
                  <a:pt x="1095375" y="2390775"/>
                </a:moveTo>
                <a:lnTo>
                  <a:pt x="1114425" y="2390775"/>
                </a:lnTo>
                <a:lnTo>
                  <a:pt x="1114425" y="2400300"/>
                </a:lnTo>
                <a:lnTo>
                  <a:pt x="1095375" y="2400300"/>
                </a:lnTo>
                <a:close/>
                <a:moveTo>
                  <a:pt x="1724025" y="2390775"/>
                </a:moveTo>
                <a:lnTo>
                  <a:pt x="1733550" y="2390775"/>
                </a:lnTo>
                <a:lnTo>
                  <a:pt x="1733550" y="2400300"/>
                </a:lnTo>
                <a:lnTo>
                  <a:pt x="1724025" y="2400300"/>
                </a:lnTo>
                <a:close/>
                <a:moveTo>
                  <a:pt x="2124075" y="2447925"/>
                </a:moveTo>
                <a:lnTo>
                  <a:pt x="2143125" y="2447925"/>
                </a:lnTo>
                <a:lnTo>
                  <a:pt x="2143125" y="2457450"/>
                </a:lnTo>
                <a:lnTo>
                  <a:pt x="2133600" y="2457450"/>
                </a:lnTo>
                <a:lnTo>
                  <a:pt x="2133600" y="2466975"/>
                </a:lnTo>
                <a:lnTo>
                  <a:pt x="2124075" y="2466975"/>
                </a:lnTo>
                <a:close/>
                <a:moveTo>
                  <a:pt x="2257425" y="2505075"/>
                </a:moveTo>
                <a:lnTo>
                  <a:pt x="2276475" y="2505075"/>
                </a:lnTo>
                <a:lnTo>
                  <a:pt x="2276475" y="2524125"/>
                </a:lnTo>
                <a:lnTo>
                  <a:pt x="2257425" y="2524125"/>
                </a:lnTo>
                <a:close/>
              </a:path>
            </a:pathLst>
          </a:custGeom>
          <a:solidFill xmlns:a="http://schemas.openxmlformats.org/drawingml/2006/main">
            <a:srgbClr val="F8F8F4"/>
          </a:solidFill>
          <a:ln xmlns:a="http://schemas.openxmlformats.org/drawingml/2006/main" w="0">
            <a:noFill/>
          </a:ln>
        </p:spPr>
      </p:sp>
      <p:sp>
        <p:nvSpPr>
          <p:cNvPr id="78" name="papers vector #f9f8f3">
            <a:extLst xmlns:a="http://schemas.openxmlformats.org/drawingml/2006/main">
              <a:ext uri="{FF2B5EF4-FFF2-40B4-BE49-F238E27FC236}">
                <a16:creationId xmlns:a16="http://schemas.microsoft.com/office/drawing/2014/main" id="{596259C7-92E2-4E6B-82BB-66A1F8DCC94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43475" y="1724025"/>
            <a:ext cx="3781425" cy="3990975"/>
          </a:xfrm>
          <a:custGeom xmlns:a="http://schemas.openxmlformats.org/drawingml/2006/main">
            <a:pathLst>
              <a:path w="2457450" h="2590800">
                <a:moveTo>
                  <a:pt x="485775" y="123825"/>
                </a:moveTo>
                <a:lnTo>
                  <a:pt x="609600" y="123825"/>
                </a:lnTo>
                <a:lnTo>
                  <a:pt x="609600" y="133350"/>
                </a:lnTo>
                <a:lnTo>
                  <a:pt x="600075" y="133350"/>
                </a:lnTo>
                <a:lnTo>
                  <a:pt x="600075" y="142875"/>
                </a:lnTo>
                <a:lnTo>
                  <a:pt x="619125" y="142875"/>
                </a:lnTo>
                <a:lnTo>
                  <a:pt x="619125" y="171450"/>
                </a:lnTo>
                <a:lnTo>
                  <a:pt x="609600" y="171450"/>
                </a:lnTo>
                <a:lnTo>
                  <a:pt x="609600" y="200025"/>
                </a:lnTo>
                <a:lnTo>
                  <a:pt x="619125" y="200025"/>
                </a:lnTo>
                <a:lnTo>
                  <a:pt x="619125" y="209550"/>
                </a:lnTo>
                <a:lnTo>
                  <a:pt x="600075" y="209550"/>
                </a:lnTo>
                <a:lnTo>
                  <a:pt x="600075" y="200025"/>
                </a:lnTo>
                <a:lnTo>
                  <a:pt x="590550" y="200025"/>
                </a:lnTo>
                <a:lnTo>
                  <a:pt x="590550" y="180975"/>
                </a:lnTo>
                <a:lnTo>
                  <a:pt x="581025" y="180975"/>
                </a:lnTo>
                <a:lnTo>
                  <a:pt x="581025" y="171450"/>
                </a:lnTo>
                <a:lnTo>
                  <a:pt x="561975" y="171450"/>
                </a:lnTo>
                <a:lnTo>
                  <a:pt x="561975" y="152400"/>
                </a:lnTo>
                <a:lnTo>
                  <a:pt x="552450" y="152400"/>
                </a:lnTo>
                <a:lnTo>
                  <a:pt x="552450" y="161925"/>
                </a:lnTo>
                <a:lnTo>
                  <a:pt x="533400" y="161925"/>
                </a:lnTo>
                <a:lnTo>
                  <a:pt x="533400" y="171450"/>
                </a:lnTo>
                <a:lnTo>
                  <a:pt x="523875" y="171450"/>
                </a:lnTo>
                <a:lnTo>
                  <a:pt x="523875" y="161925"/>
                </a:lnTo>
                <a:lnTo>
                  <a:pt x="514350" y="161925"/>
                </a:lnTo>
                <a:lnTo>
                  <a:pt x="514350" y="152400"/>
                </a:lnTo>
                <a:lnTo>
                  <a:pt x="504825" y="152400"/>
                </a:lnTo>
                <a:lnTo>
                  <a:pt x="504825" y="142875"/>
                </a:lnTo>
                <a:lnTo>
                  <a:pt x="542925" y="142875"/>
                </a:lnTo>
                <a:lnTo>
                  <a:pt x="542925" y="133350"/>
                </a:lnTo>
                <a:lnTo>
                  <a:pt x="485775" y="133350"/>
                </a:lnTo>
                <a:close/>
                <a:moveTo>
                  <a:pt x="638175" y="123825"/>
                </a:moveTo>
                <a:lnTo>
                  <a:pt x="657225" y="123825"/>
                </a:lnTo>
                <a:lnTo>
                  <a:pt x="657225" y="133350"/>
                </a:lnTo>
                <a:lnTo>
                  <a:pt x="638175" y="133350"/>
                </a:lnTo>
                <a:close/>
                <a:moveTo>
                  <a:pt x="685800" y="123825"/>
                </a:moveTo>
                <a:lnTo>
                  <a:pt x="733425" y="123825"/>
                </a:lnTo>
                <a:lnTo>
                  <a:pt x="733425" y="142875"/>
                </a:lnTo>
                <a:lnTo>
                  <a:pt x="752475" y="142875"/>
                </a:lnTo>
                <a:lnTo>
                  <a:pt x="752475" y="123825"/>
                </a:lnTo>
                <a:lnTo>
                  <a:pt x="771525" y="123825"/>
                </a:lnTo>
                <a:lnTo>
                  <a:pt x="771525" y="133350"/>
                </a:lnTo>
                <a:lnTo>
                  <a:pt x="762000" y="133350"/>
                </a:lnTo>
                <a:lnTo>
                  <a:pt x="762000" y="142875"/>
                </a:lnTo>
                <a:lnTo>
                  <a:pt x="771525" y="142875"/>
                </a:lnTo>
                <a:lnTo>
                  <a:pt x="771525" y="180975"/>
                </a:lnTo>
                <a:lnTo>
                  <a:pt x="781050" y="180975"/>
                </a:lnTo>
                <a:lnTo>
                  <a:pt x="781050" y="190500"/>
                </a:lnTo>
                <a:lnTo>
                  <a:pt x="771525" y="190500"/>
                </a:lnTo>
                <a:lnTo>
                  <a:pt x="771525" y="200025"/>
                </a:lnTo>
                <a:lnTo>
                  <a:pt x="752475" y="200025"/>
                </a:lnTo>
                <a:lnTo>
                  <a:pt x="752475" y="190500"/>
                </a:lnTo>
                <a:lnTo>
                  <a:pt x="723900" y="190500"/>
                </a:lnTo>
                <a:lnTo>
                  <a:pt x="723900" y="209550"/>
                </a:lnTo>
                <a:lnTo>
                  <a:pt x="704850" y="209550"/>
                </a:lnTo>
                <a:lnTo>
                  <a:pt x="704850" y="190500"/>
                </a:lnTo>
                <a:lnTo>
                  <a:pt x="714375" y="190500"/>
                </a:lnTo>
                <a:lnTo>
                  <a:pt x="714375" y="171450"/>
                </a:lnTo>
                <a:lnTo>
                  <a:pt x="704850" y="171450"/>
                </a:lnTo>
                <a:lnTo>
                  <a:pt x="704850" y="152400"/>
                </a:lnTo>
                <a:lnTo>
                  <a:pt x="676275" y="152400"/>
                </a:lnTo>
                <a:lnTo>
                  <a:pt x="676275" y="133350"/>
                </a:lnTo>
                <a:lnTo>
                  <a:pt x="685800" y="133350"/>
                </a:lnTo>
                <a:close/>
                <a:moveTo>
                  <a:pt x="781050" y="123825"/>
                </a:moveTo>
                <a:lnTo>
                  <a:pt x="790575" y="123825"/>
                </a:lnTo>
                <a:lnTo>
                  <a:pt x="790575" y="133350"/>
                </a:lnTo>
                <a:lnTo>
                  <a:pt x="781050" y="133350"/>
                </a:lnTo>
                <a:close/>
                <a:moveTo>
                  <a:pt x="800100" y="123825"/>
                </a:moveTo>
                <a:lnTo>
                  <a:pt x="809625" y="123825"/>
                </a:lnTo>
                <a:lnTo>
                  <a:pt x="809625" y="133350"/>
                </a:lnTo>
                <a:lnTo>
                  <a:pt x="800100" y="133350"/>
                </a:lnTo>
                <a:close/>
                <a:moveTo>
                  <a:pt x="819150" y="123825"/>
                </a:moveTo>
                <a:lnTo>
                  <a:pt x="866775" y="123825"/>
                </a:lnTo>
                <a:lnTo>
                  <a:pt x="866775" y="133350"/>
                </a:lnTo>
                <a:lnTo>
                  <a:pt x="857250" y="133350"/>
                </a:lnTo>
                <a:lnTo>
                  <a:pt x="857250" y="142875"/>
                </a:lnTo>
                <a:lnTo>
                  <a:pt x="847725" y="142875"/>
                </a:lnTo>
                <a:lnTo>
                  <a:pt x="847725" y="152400"/>
                </a:lnTo>
                <a:lnTo>
                  <a:pt x="838200" y="152400"/>
                </a:lnTo>
                <a:lnTo>
                  <a:pt x="838200" y="133350"/>
                </a:lnTo>
                <a:lnTo>
                  <a:pt x="819150" y="133350"/>
                </a:lnTo>
                <a:close/>
                <a:moveTo>
                  <a:pt x="952500" y="123825"/>
                </a:moveTo>
                <a:lnTo>
                  <a:pt x="990600" y="123825"/>
                </a:lnTo>
                <a:lnTo>
                  <a:pt x="990600" y="133350"/>
                </a:lnTo>
                <a:lnTo>
                  <a:pt x="952500" y="133350"/>
                </a:lnTo>
                <a:close/>
                <a:moveTo>
                  <a:pt x="1133475" y="123825"/>
                </a:moveTo>
                <a:lnTo>
                  <a:pt x="1171575" y="123825"/>
                </a:lnTo>
                <a:lnTo>
                  <a:pt x="1171575" y="133350"/>
                </a:lnTo>
                <a:lnTo>
                  <a:pt x="1133475" y="133350"/>
                </a:lnTo>
                <a:close/>
                <a:moveTo>
                  <a:pt x="1285875" y="123825"/>
                </a:moveTo>
                <a:lnTo>
                  <a:pt x="1304925" y="123825"/>
                </a:lnTo>
                <a:lnTo>
                  <a:pt x="1304925" y="133350"/>
                </a:lnTo>
                <a:lnTo>
                  <a:pt x="1285875" y="133350"/>
                </a:lnTo>
                <a:close/>
                <a:moveTo>
                  <a:pt x="1343025" y="123825"/>
                </a:moveTo>
                <a:lnTo>
                  <a:pt x="1362075" y="123825"/>
                </a:lnTo>
                <a:lnTo>
                  <a:pt x="1362075" y="133350"/>
                </a:lnTo>
                <a:lnTo>
                  <a:pt x="1343025" y="133350"/>
                </a:lnTo>
                <a:close/>
                <a:moveTo>
                  <a:pt x="1447800" y="123825"/>
                </a:moveTo>
                <a:lnTo>
                  <a:pt x="1466850" y="123825"/>
                </a:lnTo>
                <a:lnTo>
                  <a:pt x="1466850" y="133350"/>
                </a:lnTo>
                <a:lnTo>
                  <a:pt x="1447800" y="133350"/>
                </a:lnTo>
                <a:close/>
                <a:moveTo>
                  <a:pt x="1552575" y="123825"/>
                </a:moveTo>
                <a:lnTo>
                  <a:pt x="1581150" y="123825"/>
                </a:lnTo>
                <a:lnTo>
                  <a:pt x="1581150" y="133350"/>
                </a:lnTo>
                <a:lnTo>
                  <a:pt x="1562100" y="133350"/>
                </a:lnTo>
                <a:lnTo>
                  <a:pt x="1562100" y="142875"/>
                </a:lnTo>
                <a:lnTo>
                  <a:pt x="1514475" y="142875"/>
                </a:lnTo>
                <a:lnTo>
                  <a:pt x="1514475" y="133350"/>
                </a:lnTo>
                <a:lnTo>
                  <a:pt x="1552575" y="133350"/>
                </a:lnTo>
                <a:close/>
                <a:moveTo>
                  <a:pt x="1704975" y="123825"/>
                </a:moveTo>
                <a:lnTo>
                  <a:pt x="1714500" y="123825"/>
                </a:lnTo>
                <a:lnTo>
                  <a:pt x="1714500" y="133350"/>
                </a:lnTo>
                <a:lnTo>
                  <a:pt x="1704975" y="133350"/>
                </a:lnTo>
                <a:close/>
                <a:moveTo>
                  <a:pt x="1866900" y="123825"/>
                </a:moveTo>
                <a:lnTo>
                  <a:pt x="1885950" y="123825"/>
                </a:lnTo>
                <a:lnTo>
                  <a:pt x="1885950" y="133350"/>
                </a:lnTo>
                <a:lnTo>
                  <a:pt x="1866900" y="133350"/>
                </a:lnTo>
                <a:close/>
                <a:moveTo>
                  <a:pt x="361950" y="133350"/>
                </a:moveTo>
                <a:lnTo>
                  <a:pt x="381000" y="133350"/>
                </a:lnTo>
                <a:lnTo>
                  <a:pt x="381000" y="142875"/>
                </a:lnTo>
                <a:lnTo>
                  <a:pt x="361950" y="142875"/>
                </a:lnTo>
                <a:close/>
                <a:moveTo>
                  <a:pt x="657225" y="133350"/>
                </a:moveTo>
                <a:lnTo>
                  <a:pt x="666750" y="133350"/>
                </a:lnTo>
                <a:lnTo>
                  <a:pt x="666750" y="171450"/>
                </a:lnTo>
                <a:lnTo>
                  <a:pt x="657225" y="171450"/>
                </a:lnTo>
                <a:lnTo>
                  <a:pt x="657225" y="180975"/>
                </a:lnTo>
                <a:lnTo>
                  <a:pt x="647700" y="180975"/>
                </a:lnTo>
                <a:lnTo>
                  <a:pt x="647700" y="142875"/>
                </a:lnTo>
                <a:lnTo>
                  <a:pt x="657225" y="142875"/>
                </a:lnTo>
                <a:close/>
                <a:moveTo>
                  <a:pt x="1714500" y="133350"/>
                </a:moveTo>
                <a:lnTo>
                  <a:pt x="1724025" y="133350"/>
                </a:lnTo>
                <a:lnTo>
                  <a:pt x="1724025" y="142875"/>
                </a:lnTo>
                <a:lnTo>
                  <a:pt x="1714500" y="142875"/>
                </a:lnTo>
                <a:close/>
                <a:moveTo>
                  <a:pt x="1762125" y="133350"/>
                </a:moveTo>
                <a:lnTo>
                  <a:pt x="1771650" y="133350"/>
                </a:lnTo>
                <a:lnTo>
                  <a:pt x="1771650" y="142875"/>
                </a:lnTo>
                <a:lnTo>
                  <a:pt x="1762125" y="142875"/>
                </a:lnTo>
                <a:close/>
                <a:moveTo>
                  <a:pt x="561975" y="142875"/>
                </a:moveTo>
                <a:lnTo>
                  <a:pt x="590550" y="142875"/>
                </a:lnTo>
                <a:lnTo>
                  <a:pt x="590550" y="133350"/>
                </a:lnTo>
                <a:lnTo>
                  <a:pt x="561975" y="133350"/>
                </a:lnTo>
                <a:close/>
                <a:moveTo>
                  <a:pt x="800100" y="142875"/>
                </a:moveTo>
                <a:lnTo>
                  <a:pt x="809625" y="142875"/>
                </a:lnTo>
                <a:lnTo>
                  <a:pt x="809625" y="152400"/>
                </a:lnTo>
                <a:lnTo>
                  <a:pt x="800100" y="152400"/>
                </a:lnTo>
                <a:close/>
                <a:moveTo>
                  <a:pt x="857250" y="142875"/>
                </a:moveTo>
                <a:lnTo>
                  <a:pt x="876300" y="142875"/>
                </a:lnTo>
                <a:lnTo>
                  <a:pt x="876300" y="161925"/>
                </a:lnTo>
                <a:lnTo>
                  <a:pt x="866775" y="161925"/>
                </a:lnTo>
                <a:lnTo>
                  <a:pt x="866775" y="152400"/>
                </a:lnTo>
                <a:lnTo>
                  <a:pt x="857250" y="152400"/>
                </a:lnTo>
                <a:close/>
                <a:moveTo>
                  <a:pt x="952500" y="142875"/>
                </a:moveTo>
                <a:lnTo>
                  <a:pt x="962025" y="142875"/>
                </a:lnTo>
                <a:lnTo>
                  <a:pt x="962025" y="161925"/>
                </a:lnTo>
                <a:lnTo>
                  <a:pt x="971550" y="161925"/>
                </a:lnTo>
                <a:lnTo>
                  <a:pt x="971550" y="180975"/>
                </a:lnTo>
                <a:lnTo>
                  <a:pt x="962025" y="180975"/>
                </a:lnTo>
                <a:lnTo>
                  <a:pt x="962025" y="171450"/>
                </a:lnTo>
                <a:lnTo>
                  <a:pt x="952500" y="171450"/>
                </a:lnTo>
                <a:close/>
                <a:moveTo>
                  <a:pt x="1133475" y="142875"/>
                </a:moveTo>
                <a:lnTo>
                  <a:pt x="1171575" y="142875"/>
                </a:lnTo>
                <a:lnTo>
                  <a:pt x="1171575" y="152400"/>
                </a:lnTo>
                <a:lnTo>
                  <a:pt x="1133475" y="152400"/>
                </a:lnTo>
                <a:close/>
                <a:moveTo>
                  <a:pt x="1419225" y="142875"/>
                </a:moveTo>
                <a:lnTo>
                  <a:pt x="1428750" y="142875"/>
                </a:lnTo>
                <a:lnTo>
                  <a:pt x="1428750" y="152400"/>
                </a:lnTo>
                <a:lnTo>
                  <a:pt x="1419225" y="152400"/>
                </a:lnTo>
                <a:close/>
                <a:moveTo>
                  <a:pt x="1447800" y="142875"/>
                </a:moveTo>
                <a:lnTo>
                  <a:pt x="1466850" y="142875"/>
                </a:lnTo>
                <a:lnTo>
                  <a:pt x="1466850" y="161925"/>
                </a:lnTo>
                <a:lnTo>
                  <a:pt x="1476375" y="161925"/>
                </a:lnTo>
                <a:lnTo>
                  <a:pt x="1476375" y="171450"/>
                </a:lnTo>
                <a:lnTo>
                  <a:pt x="1457325" y="171450"/>
                </a:lnTo>
                <a:lnTo>
                  <a:pt x="1457325" y="152400"/>
                </a:lnTo>
                <a:lnTo>
                  <a:pt x="1447800" y="152400"/>
                </a:lnTo>
                <a:close/>
                <a:moveTo>
                  <a:pt x="1504950" y="142875"/>
                </a:moveTo>
                <a:lnTo>
                  <a:pt x="1514475" y="142875"/>
                </a:lnTo>
                <a:lnTo>
                  <a:pt x="1514475" y="152400"/>
                </a:lnTo>
                <a:lnTo>
                  <a:pt x="1504950" y="152400"/>
                </a:lnTo>
                <a:close/>
                <a:moveTo>
                  <a:pt x="1562100" y="142875"/>
                </a:moveTo>
                <a:lnTo>
                  <a:pt x="1581150" y="142875"/>
                </a:lnTo>
                <a:lnTo>
                  <a:pt x="1581150" y="152400"/>
                </a:lnTo>
                <a:lnTo>
                  <a:pt x="1562100" y="152400"/>
                </a:lnTo>
                <a:close/>
                <a:moveTo>
                  <a:pt x="1685925" y="142875"/>
                </a:moveTo>
                <a:lnTo>
                  <a:pt x="1714500" y="142875"/>
                </a:lnTo>
                <a:lnTo>
                  <a:pt x="1714500" y="152400"/>
                </a:lnTo>
                <a:lnTo>
                  <a:pt x="1685925" y="152400"/>
                </a:lnTo>
                <a:close/>
                <a:moveTo>
                  <a:pt x="390525" y="152400"/>
                </a:moveTo>
                <a:lnTo>
                  <a:pt x="400050" y="152400"/>
                </a:lnTo>
                <a:lnTo>
                  <a:pt x="400050" y="161925"/>
                </a:lnTo>
                <a:lnTo>
                  <a:pt x="390525" y="161925"/>
                </a:lnTo>
                <a:close/>
                <a:moveTo>
                  <a:pt x="400050" y="161925"/>
                </a:moveTo>
                <a:lnTo>
                  <a:pt x="409575" y="161925"/>
                </a:lnTo>
                <a:lnTo>
                  <a:pt x="409575" y="171450"/>
                </a:lnTo>
                <a:lnTo>
                  <a:pt x="400050" y="171450"/>
                </a:lnTo>
                <a:close/>
                <a:moveTo>
                  <a:pt x="714375" y="161925"/>
                </a:moveTo>
                <a:lnTo>
                  <a:pt x="723900" y="161925"/>
                </a:lnTo>
                <a:lnTo>
                  <a:pt x="723900" y="142875"/>
                </a:lnTo>
                <a:lnTo>
                  <a:pt x="714375" y="142875"/>
                </a:lnTo>
                <a:close/>
                <a:moveTo>
                  <a:pt x="1628775" y="161925"/>
                </a:moveTo>
                <a:lnTo>
                  <a:pt x="1666875" y="161925"/>
                </a:lnTo>
                <a:lnTo>
                  <a:pt x="1666875" y="171450"/>
                </a:lnTo>
                <a:lnTo>
                  <a:pt x="1685925" y="171450"/>
                </a:lnTo>
                <a:lnTo>
                  <a:pt x="1685925" y="180975"/>
                </a:lnTo>
                <a:lnTo>
                  <a:pt x="1676400" y="180975"/>
                </a:lnTo>
                <a:lnTo>
                  <a:pt x="1676400" y="190500"/>
                </a:lnTo>
                <a:lnTo>
                  <a:pt x="1666875" y="190500"/>
                </a:lnTo>
                <a:lnTo>
                  <a:pt x="1666875" y="180975"/>
                </a:lnTo>
                <a:lnTo>
                  <a:pt x="1638300" y="180975"/>
                </a:lnTo>
                <a:lnTo>
                  <a:pt x="1638300" y="171450"/>
                </a:lnTo>
                <a:lnTo>
                  <a:pt x="1628775" y="171450"/>
                </a:lnTo>
                <a:close/>
                <a:moveTo>
                  <a:pt x="1771650" y="161925"/>
                </a:moveTo>
                <a:lnTo>
                  <a:pt x="1781175" y="161925"/>
                </a:lnTo>
                <a:lnTo>
                  <a:pt x="1781175" y="171450"/>
                </a:lnTo>
                <a:lnTo>
                  <a:pt x="1771650" y="171450"/>
                </a:lnTo>
                <a:close/>
                <a:moveTo>
                  <a:pt x="361950" y="171450"/>
                </a:moveTo>
                <a:lnTo>
                  <a:pt x="371475" y="171450"/>
                </a:lnTo>
                <a:lnTo>
                  <a:pt x="371475" y="180975"/>
                </a:lnTo>
                <a:lnTo>
                  <a:pt x="361950" y="180975"/>
                </a:lnTo>
                <a:close/>
                <a:moveTo>
                  <a:pt x="533400" y="171450"/>
                </a:moveTo>
                <a:lnTo>
                  <a:pt x="552450" y="171450"/>
                </a:lnTo>
                <a:lnTo>
                  <a:pt x="552450" y="180975"/>
                </a:lnTo>
                <a:lnTo>
                  <a:pt x="533400" y="180975"/>
                </a:lnTo>
                <a:close/>
                <a:moveTo>
                  <a:pt x="1762125" y="171450"/>
                </a:moveTo>
                <a:lnTo>
                  <a:pt x="1771650" y="171450"/>
                </a:lnTo>
                <a:lnTo>
                  <a:pt x="1771650" y="180975"/>
                </a:lnTo>
                <a:lnTo>
                  <a:pt x="1762125" y="180975"/>
                </a:lnTo>
                <a:close/>
                <a:moveTo>
                  <a:pt x="1847850" y="171450"/>
                </a:moveTo>
                <a:lnTo>
                  <a:pt x="1866900" y="171450"/>
                </a:lnTo>
                <a:lnTo>
                  <a:pt x="1866900" y="180975"/>
                </a:lnTo>
                <a:lnTo>
                  <a:pt x="1847850" y="180975"/>
                </a:lnTo>
                <a:close/>
                <a:moveTo>
                  <a:pt x="2105025" y="171450"/>
                </a:moveTo>
                <a:lnTo>
                  <a:pt x="2114550" y="171450"/>
                </a:lnTo>
                <a:lnTo>
                  <a:pt x="2114550" y="180975"/>
                </a:lnTo>
                <a:lnTo>
                  <a:pt x="2105025" y="180975"/>
                </a:lnTo>
                <a:close/>
                <a:moveTo>
                  <a:pt x="381000" y="180975"/>
                </a:moveTo>
                <a:lnTo>
                  <a:pt x="390525" y="180975"/>
                </a:lnTo>
                <a:lnTo>
                  <a:pt x="390525" y="190500"/>
                </a:lnTo>
                <a:lnTo>
                  <a:pt x="381000" y="190500"/>
                </a:lnTo>
                <a:close/>
                <a:moveTo>
                  <a:pt x="400050" y="180975"/>
                </a:moveTo>
                <a:lnTo>
                  <a:pt x="409575" y="180975"/>
                </a:lnTo>
                <a:lnTo>
                  <a:pt x="409575" y="190500"/>
                </a:lnTo>
                <a:lnTo>
                  <a:pt x="428625" y="190500"/>
                </a:lnTo>
                <a:lnTo>
                  <a:pt x="428625" y="200025"/>
                </a:lnTo>
                <a:lnTo>
                  <a:pt x="419100" y="200025"/>
                </a:lnTo>
                <a:lnTo>
                  <a:pt x="419100" y="209550"/>
                </a:lnTo>
                <a:lnTo>
                  <a:pt x="409575" y="209550"/>
                </a:lnTo>
                <a:lnTo>
                  <a:pt x="409575" y="200025"/>
                </a:lnTo>
                <a:lnTo>
                  <a:pt x="400050" y="200025"/>
                </a:lnTo>
                <a:close/>
                <a:moveTo>
                  <a:pt x="666750" y="180975"/>
                </a:moveTo>
                <a:lnTo>
                  <a:pt x="676275" y="180975"/>
                </a:lnTo>
                <a:lnTo>
                  <a:pt x="676275" y="190500"/>
                </a:lnTo>
                <a:lnTo>
                  <a:pt x="666750" y="190500"/>
                </a:lnTo>
                <a:close/>
                <a:moveTo>
                  <a:pt x="1581150" y="180975"/>
                </a:moveTo>
                <a:lnTo>
                  <a:pt x="1590675" y="180975"/>
                </a:lnTo>
                <a:lnTo>
                  <a:pt x="1590675" y="190500"/>
                </a:lnTo>
                <a:lnTo>
                  <a:pt x="1581150" y="190500"/>
                </a:lnTo>
                <a:close/>
                <a:moveTo>
                  <a:pt x="1828800" y="180975"/>
                </a:moveTo>
                <a:lnTo>
                  <a:pt x="1838325" y="180975"/>
                </a:lnTo>
                <a:lnTo>
                  <a:pt x="1838325" y="200025"/>
                </a:lnTo>
                <a:lnTo>
                  <a:pt x="1828800" y="200025"/>
                </a:lnTo>
                <a:lnTo>
                  <a:pt x="1828800" y="209550"/>
                </a:lnTo>
                <a:lnTo>
                  <a:pt x="1809750" y="209550"/>
                </a:lnTo>
                <a:lnTo>
                  <a:pt x="1809750" y="200025"/>
                </a:lnTo>
                <a:lnTo>
                  <a:pt x="1819275" y="200025"/>
                </a:lnTo>
                <a:lnTo>
                  <a:pt x="1819275" y="190500"/>
                </a:lnTo>
                <a:lnTo>
                  <a:pt x="1828800" y="190500"/>
                </a:lnTo>
                <a:close/>
                <a:moveTo>
                  <a:pt x="2095500" y="180975"/>
                </a:moveTo>
                <a:lnTo>
                  <a:pt x="2105025" y="180975"/>
                </a:lnTo>
                <a:lnTo>
                  <a:pt x="2105025" y="190500"/>
                </a:lnTo>
                <a:lnTo>
                  <a:pt x="2095500" y="190500"/>
                </a:lnTo>
                <a:close/>
                <a:moveTo>
                  <a:pt x="504825" y="190500"/>
                </a:moveTo>
                <a:lnTo>
                  <a:pt x="523875" y="190500"/>
                </a:lnTo>
                <a:lnTo>
                  <a:pt x="523875" y="200025"/>
                </a:lnTo>
                <a:lnTo>
                  <a:pt x="533400" y="200025"/>
                </a:lnTo>
                <a:lnTo>
                  <a:pt x="533400" y="209550"/>
                </a:lnTo>
                <a:lnTo>
                  <a:pt x="514350" y="209550"/>
                </a:lnTo>
                <a:lnTo>
                  <a:pt x="514350" y="219075"/>
                </a:lnTo>
                <a:lnTo>
                  <a:pt x="504825" y="219075"/>
                </a:lnTo>
                <a:lnTo>
                  <a:pt x="504825" y="209550"/>
                </a:lnTo>
                <a:lnTo>
                  <a:pt x="495300" y="209550"/>
                </a:lnTo>
                <a:lnTo>
                  <a:pt x="495300" y="200025"/>
                </a:lnTo>
                <a:lnTo>
                  <a:pt x="504825" y="200025"/>
                </a:lnTo>
                <a:close/>
                <a:moveTo>
                  <a:pt x="1714500" y="190500"/>
                </a:moveTo>
                <a:lnTo>
                  <a:pt x="1724025" y="190500"/>
                </a:lnTo>
                <a:lnTo>
                  <a:pt x="1724025" y="209550"/>
                </a:lnTo>
                <a:lnTo>
                  <a:pt x="1704975" y="209550"/>
                </a:lnTo>
                <a:lnTo>
                  <a:pt x="1704975" y="200025"/>
                </a:lnTo>
                <a:lnTo>
                  <a:pt x="1714500" y="200025"/>
                </a:lnTo>
                <a:close/>
                <a:moveTo>
                  <a:pt x="1143000" y="209550"/>
                </a:moveTo>
                <a:lnTo>
                  <a:pt x="1162050" y="209550"/>
                </a:lnTo>
                <a:lnTo>
                  <a:pt x="1162050" y="219075"/>
                </a:lnTo>
                <a:lnTo>
                  <a:pt x="1171575" y="219075"/>
                </a:lnTo>
                <a:lnTo>
                  <a:pt x="1171575" y="228600"/>
                </a:lnTo>
                <a:lnTo>
                  <a:pt x="1181100" y="228600"/>
                </a:lnTo>
                <a:lnTo>
                  <a:pt x="1181100" y="238125"/>
                </a:lnTo>
                <a:lnTo>
                  <a:pt x="1171575" y="238125"/>
                </a:lnTo>
                <a:lnTo>
                  <a:pt x="1171575" y="247650"/>
                </a:lnTo>
                <a:lnTo>
                  <a:pt x="1162050" y="247650"/>
                </a:lnTo>
                <a:lnTo>
                  <a:pt x="1162050" y="238125"/>
                </a:lnTo>
                <a:lnTo>
                  <a:pt x="1152525" y="238125"/>
                </a:lnTo>
                <a:lnTo>
                  <a:pt x="1152525" y="228600"/>
                </a:lnTo>
                <a:lnTo>
                  <a:pt x="1143000" y="228600"/>
                </a:lnTo>
                <a:close/>
                <a:moveTo>
                  <a:pt x="1781175" y="209550"/>
                </a:moveTo>
                <a:lnTo>
                  <a:pt x="1790700" y="209550"/>
                </a:lnTo>
                <a:lnTo>
                  <a:pt x="1790700" y="228600"/>
                </a:lnTo>
                <a:lnTo>
                  <a:pt x="1781175" y="228600"/>
                </a:lnTo>
                <a:close/>
                <a:moveTo>
                  <a:pt x="628650" y="219075"/>
                </a:moveTo>
                <a:lnTo>
                  <a:pt x="638175" y="219075"/>
                </a:lnTo>
                <a:lnTo>
                  <a:pt x="638175" y="228600"/>
                </a:lnTo>
                <a:lnTo>
                  <a:pt x="628650" y="228600"/>
                </a:lnTo>
                <a:close/>
                <a:moveTo>
                  <a:pt x="676275" y="219075"/>
                </a:moveTo>
                <a:lnTo>
                  <a:pt x="695325" y="219075"/>
                </a:lnTo>
                <a:lnTo>
                  <a:pt x="695325" y="238125"/>
                </a:lnTo>
                <a:lnTo>
                  <a:pt x="723900" y="238125"/>
                </a:lnTo>
                <a:lnTo>
                  <a:pt x="723900" y="219075"/>
                </a:lnTo>
                <a:lnTo>
                  <a:pt x="742950" y="219075"/>
                </a:lnTo>
                <a:lnTo>
                  <a:pt x="742950" y="238125"/>
                </a:lnTo>
                <a:lnTo>
                  <a:pt x="723900" y="238125"/>
                </a:lnTo>
                <a:lnTo>
                  <a:pt x="723900" y="247650"/>
                </a:lnTo>
                <a:lnTo>
                  <a:pt x="714375" y="247650"/>
                </a:lnTo>
                <a:lnTo>
                  <a:pt x="714375" y="257175"/>
                </a:lnTo>
                <a:lnTo>
                  <a:pt x="695325" y="257175"/>
                </a:lnTo>
                <a:lnTo>
                  <a:pt x="695325" y="247650"/>
                </a:lnTo>
                <a:lnTo>
                  <a:pt x="676275" y="247650"/>
                </a:lnTo>
                <a:lnTo>
                  <a:pt x="676275" y="257175"/>
                </a:lnTo>
                <a:lnTo>
                  <a:pt x="685800" y="257175"/>
                </a:lnTo>
                <a:lnTo>
                  <a:pt x="685800" y="285750"/>
                </a:lnTo>
                <a:lnTo>
                  <a:pt x="657225" y="285750"/>
                </a:lnTo>
                <a:lnTo>
                  <a:pt x="657225" y="314325"/>
                </a:lnTo>
                <a:lnTo>
                  <a:pt x="638175" y="314325"/>
                </a:lnTo>
                <a:lnTo>
                  <a:pt x="638175" y="304800"/>
                </a:lnTo>
                <a:lnTo>
                  <a:pt x="647700" y="304800"/>
                </a:lnTo>
                <a:lnTo>
                  <a:pt x="647700" y="295275"/>
                </a:lnTo>
                <a:lnTo>
                  <a:pt x="638175" y="295275"/>
                </a:lnTo>
                <a:lnTo>
                  <a:pt x="638175" y="276225"/>
                </a:lnTo>
                <a:lnTo>
                  <a:pt x="628650" y="276225"/>
                </a:lnTo>
                <a:lnTo>
                  <a:pt x="628650" y="266700"/>
                </a:lnTo>
                <a:lnTo>
                  <a:pt x="647700" y="266700"/>
                </a:lnTo>
                <a:lnTo>
                  <a:pt x="647700" y="257175"/>
                </a:lnTo>
                <a:lnTo>
                  <a:pt x="657225" y="257175"/>
                </a:lnTo>
                <a:lnTo>
                  <a:pt x="657225" y="247650"/>
                </a:lnTo>
                <a:lnTo>
                  <a:pt x="647700" y="247650"/>
                </a:lnTo>
                <a:lnTo>
                  <a:pt x="647700" y="238125"/>
                </a:lnTo>
                <a:lnTo>
                  <a:pt x="657225" y="238125"/>
                </a:lnTo>
                <a:lnTo>
                  <a:pt x="657225" y="228600"/>
                </a:lnTo>
                <a:lnTo>
                  <a:pt x="676275" y="228600"/>
                </a:lnTo>
                <a:close/>
                <a:moveTo>
                  <a:pt x="828675" y="219075"/>
                </a:moveTo>
                <a:lnTo>
                  <a:pt x="838200" y="219075"/>
                </a:lnTo>
                <a:lnTo>
                  <a:pt x="838200" y="228600"/>
                </a:lnTo>
                <a:lnTo>
                  <a:pt x="828675" y="228600"/>
                </a:lnTo>
                <a:close/>
                <a:moveTo>
                  <a:pt x="1504950" y="228600"/>
                </a:moveTo>
                <a:lnTo>
                  <a:pt x="1524000" y="228600"/>
                </a:lnTo>
                <a:lnTo>
                  <a:pt x="1524000" y="238125"/>
                </a:lnTo>
                <a:lnTo>
                  <a:pt x="1504950" y="238125"/>
                </a:lnTo>
                <a:close/>
                <a:moveTo>
                  <a:pt x="1447800" y="238125"/>
                </a:moveTo>
                <a:lnTo>
                  <a:pt x="1466850" y="238125"/>
                </a:lnTo>
                <a:lnTo>
                  <a:pt x="1466850" y="247650"/>
                </a:lnTo>
                <a:lnTo>
                  <a:pt x="1457325" y="247650"/>
                </a:lnTo>
                <a:lnTo>
                  <a:pt x="1457325" y="257175"/>
                </a:lnTo>
                <a:lnTo>
                  <a:pt x="1476375" y="257175"/>
                </a:lnTo>
                <a:lnTo>
                  <a:pt x="1476375" y="247650"/>
                </a:lnTo>
                <a:lnTo>
                  <a:pt x="1495425" y="247650"/>
                </a:lnTo>
                <a:lnTo>
                  <a:pt x="1495425" y="238125"/>
                </a:lnTo>
                <a:lnTo>
                  <a:pt x="1504950" y="238125"/>
                </a:lnTo>
                <a:lnTo>
                  <a:pt x="1504950" y="247650"/>
                </a:lnTo>
                <a:lnTo>
                  <a:pt x="1495425" y="247650"/>
                </a:lnTo>
                <a:lnTo>
                  <a:pt x="1495425" y="276225"/>
                </a:lnTo>
                <a:lnTo>
                  <a:pt x="1466850" y="276225"/>
                </a:lnTo>
                <a:lnTo>
                  <a:pt x="1466850" y="285750"/>
                </a:lnTo>
                <a:lnTo>
                  <a:pt x="1485900" y="285750"/>
                </a:lnTo>
                <a:lnTo>
                  <a:pt x="1485900" y="323850"/>
                </a:lnTo>
                <a:lnTo>
                  <a:pt x="1476375" y="323850"/>
                </a:lnTo>
                <a:lnTo>
                  <a:pt x="1476375" y="304800"/>
                </a:lnTo>
                <a:lnTo>
                  <a:pt x="1466850" y="304800"/>
                </a:lnTo>
                <a:lnTo>
                  <a:pt x="1466850" y="295275"/>
                </a:lnTo>
                <a:lnTo>
                  <a:pt x="1447800" y="295275"/>
                </a:lnTo>
                <a:close/>
                <a:moveTo>
                  <a:pt x="1524000" y="238125"/>
                </a:moveTo>
                <a:lnTo>
                  <a:pt x="1533525" y="238125"/>
                </a:lnTo>
                <a:lnTo>
                  <a:pt x="1533525" y="247650"/>
                </a:lnTo>
                <a:lnTo>
                  <a:pt x="1524000" y="247650"/>
                </a:lnTo>
                <a:close/>
                <a:moveTo>
                  <a:pt x="495300" y="257175"/>
                </a:moveTo>
                <a:lnTo>
                  <a:pt x="504825" y="257175"/>
                </a:lnTo>
                <a:lnTo>
                  <a:pt x="504825" y="266700"/>
                </a:lnTo>
                <a:lnTo>
                  <a:pt x="495300" y="266700"/>
                </a:lnTo>
                <a:close/>
                <a:moveTo>
                  <a:pt x="2333625" y="257175"/>
                </a:moveTo>
                <a:lnTo>
                  <a:pt x="2343150" y="257175"/>
                </a:lnTo>
                <a:lnTo>
                  <a:pt x="2343150" y="266700"/>
                </a:lnTo>
                <a:lnTo>
                  <a:pt x="2333625" y="266700"/>
                </a:lnTo>
                <a:close/>
                <a:moveTo>
                  <a:pt x="0" y="266700"/>
                </a:moveTo>
                <a:lnTo>
                  <a:pt x="19050" y="266700"/>
                </a:lnTo>
                <a:lnTo>
                  <a:pt x="19050" y="276225"/>
                </a:lnTo>
                <a:lnTo>
                  <a:pt x="0" y="276225"/>
                </a:lnTo>
                <a:close/>
                <a:moveTo>
                  <a:pt x="695325" y="266700"/>
                </a:moveTo>
                <a:lnTo>
                  <a:pt x="704850" y="266700"/>
                </a:lnTo>
                <a:lnTo>
                  <a:pt x="704850" y="276225"/>
                </a:lnTo>
                <a:lnTo>
                  <a:pt x="695325" y="276225"/>
                </a:lnTo>
                <a:close/>
                <a:moveTo>
                  <a:pt x="1028700" y="266700"/>
                </a:moveTo>
                <a:lnTo>
                  <a:pt x="1038225" y="266700"/>
                </a:lnTo>
                <a:lnTo>
                  <a:pt x="1038225" y="276225"/>
                </a:lnTo>
                <a:lnTo>
                  <a:pt x="1028700" y="276225"/>
                </a:lnTo>
                <a:close/>
                <a:moveTo>
                  <a:pt x="333375" y="276225"/>
                </a:moveTo>
                <a:lnTo>
                  <a:pt x="342900" y="276225"/>
                </a:lnTo>
                <a:lnTo>
                  <a:pt x="342900" y="295275"/>
                </a:lnTo>
                <a:lnTo>
                  <a:pt x="333375" y="295275"/>
                </a:lnTo>
                <a:close/>
                <a:moveTo>
                  <a:pt x="609600" y="276225"/>
                </a:moveTo>
                <a:lnTo>
                  <a:pt x="628650" y="276225"/>
                </a:lnTo>
                <a:lnTo>
                  <a:pt x="628650" y="285750"/>
                </a:lnTo>
                <a:lnTo>
                  <a:pt x="609600" y="285750"/>
                </a:lnTo>
                <a:close/>
                <a:moveTo>
                  <a:pt x="1504950" y="276225"/>
                </a:moveTo>
                <a:lnTo>
                  <a:pt x="1514475" y="276225"/>
                </a:lnTo>
                <a:lnTo>
                  <a:pt x="1514475" y="285750"/>
                </a:lnTo>
                <a:lnTo>
                  <a:pt x="1504950" y="285750"/>
                </a:lnTo>
                <a:close/>
                <a:moveTo>
                  <a:pt x="923925" y="285750"/>
                </a:moveTo>
                <a:lnTo>
                  <a:pt x="933450" y="285750"/>
                </a:lnTo>
                <a:lnTo>
                  <a:pt x="933450" y="304800"/>
                </a:lnTo>
                <a:lnTo>
                  <a:pt x="923925" y="304800"/>
                </a:lnTo>
                <a:close/>
                <a:moveTo>
                  <a:pt x="66675" y="295275"/>
                </a:moveTo>
                <a:lnTo>
                  <a:pt x="76200" y="295275"/>
                </a:lnTo>
                <a:lnTo>
                  <a:pt x="76200" y="304800"/>
                </a:lnTo>
                <a:lnTo>
                  <a:pt x="66675" y="304800"/>
                </a:lnTo>
                <a:close/>
                <a:moveTo>
                  <a:pt x="209550" y="295275"/>
                </a:moveTo>
                <a:lnTo>
                  <a:pt x="238125" y="295275"/>
                </a:lnTo>
                <a:lnTo>
                  <a:pt x="238125" y="304800"/>
                </a:lnTo>
                <a:lnTo>
                  <a:pt x="266700" y="304800"/>
                </a:lnTo>
                <a:lnTo>
                  <a:pt x="266700" y="314325"/>
                </a:lnTo>
                <a:lnTo>
                  <a:pt x="219075" y="314325"/>
                </a:lnTo>
                <a:lnTo>
                  <a:pt x="219075" y="304800"/>
                </a:lnTo>
                <a:lnTo>
                  <a:pt x="209550" y="304800"/>
                </a:lnTo>
                <a:close/>
                <a:moveTo>
                  <a:pt x="276225" y="295275"/>
                </a:moveTo>
                <a:lnTo>
                  <a:pt x="333375" y="295275"/>
                </a:lnTo>
                <a:lnTo>
                  <a:pt x="333375" y="304800"/>
                </a:lnTo>
                <a:lnTo>
                  <a:pt x="342900" y="304800"/>
                </a:lnTo>
                <a:lnTo>
                  <a:pt x="342900" y="314325"/>
                </a:lnTo>
                <a:lnTo>
                  <a:pt x="295275" y="314325"/>
                </a:lnTo>
                <a:lnTo>
                  <a:pt x="295275" y="304800"/>
                </a:lnTo>
                <a:lnTo>
                  <a:pt x="276225" y="304800"/>
                </a:lnTo>
                <a:close/>
                <a:moveTo>
                  <a:pt x="2324100" y="295275"/>
                </a:moveTo>
                <a:lnTo>
                  <a:pt x="2333625" y="295275"/>
                </a:lnTo>
                <a:lnTo>
                  <a:pt x="2333625" y="304800"/>
                </a:lnTo>
                <a:lnTo>
                  <a:pt x="2324100" y="304800"/>
                </a:lnTo>
                <a:close/>
                <a:moveTo>
                  <a:pt x="390525" y="304800"/>
                </a:moveTo>
                <a:lnTo>
                  <a:pt x="400050" y="304800"/>
                </a:lnTo>
                <a:lnTo>
                  <a:pt x="400050" y="314325"/>
                </a:lnTo>
                <a:lnTo>
                  <a:pt x="409575" y="314325"/>
                </a:lnTo>
                <a:lnTo>
                  <a:pt x="409575" y="333375"/>
                </a:lnTo>
                <a:lnTo>
                  <a:pt x="419100" y="333375"/>
                </a:lnTo>
                <a:lnTo>
                  <a:pt x="419100" y="323850"/>
                </a:lnTo>
                <a:lnTo>
                  <a:pt x="447675" y="323850"/>
                </a:lnTo>
                <a:lnTo>
                  <a:pt x="447675" y="342900"/>
                </a:lnTo>
                <a:lnTo>
                  <a:pt x="466725" y="342900"/>
                </a:lnTo>
                <a:lnTo>
                  <a:pt x="466725" y="352425"/>
                </a:lnTo>
                <a:lnTo>
                  <a:pt x="476250" y="352425"/>
                </a:lnTo>
                <a:lnTo>
                  <a:pt x="476250" y="342900"/>
                </a:lnTo>
                <a:lnTo>
                  <a:pt x="504825" y="342900"/>
                </a:lnTo>
                <a:lnTo>
                  <a:pt x="504825" y="352425"/>
                </a:lnTo>
                <a:lnTo>
                  <a:pt x="476250" y="352425"/>
                </a:lnTo>
                <a:lnTo>
                  <a:pt x="476250" y="361950"/>
                </a:lnTo>
                <a:lnTo>
                  <a:pt x="438150" y="361950"/>
                </a:lnTo>
                <a:lnTo>
                  <a:pt x="438150" y="381000"/>
                </a:lnTo>
                <a:lnTo>
                  <a:pt x="457200" y="381000"/>
                </a:lnTo>
                <a:lnTo>
                  <a:pt x="457200" y="390525"/>
                </a:lnTo>
                <a:lnTo>
                  <a:pt x="476250" y="390525"/>
                </a:lnTo>
                <a:lnTo>
                  <a:pt x="476250" y="409575"/>
                </a:lnTo>
                <a:lnTo>
                  <a:pt x="438150" y="409575"/>
                </a:lnTo>
                <a:lnTo>
                  <a:pt x="438150" y="419100"/>
                </a:lnTo>
                <a:lnTo>
                  <a:pt x="428625" y="419100"/>
                </a:lnTo>
                <a:lnTo>
                  <a:pt x="428625" y="400050"/>
                </a:lnTo>
                <a:lnTo>
                  <a:pt x="419100" y="400050"/>
                </a:lnTo>
                <a:lnTo>
                  <a:pt x="419100" y="361950"/>
                </a:lnTo>
                <a:lnTo>
                  <a:pt x="409575" y="361950"/>
                </a:lnTo>
                <a:lnTo>
                  <a:pt x="409575" y="352425"/>
                </a:lnTo>
                <a:lnTo>
                  <a:pt x="400050" y="352425"/>
                </a:lnTo>
                <a:lnTo>
                  <a:pt x="400050" y="361950"/>
                </a:lnTo>
                <a:lnTo>
                  <a:pt x="390525" y="361950"/>
                </a:lnTo>
                <a:lnTo>
                  <a:pt x="390525" y="333375"/>
                </a:lnTo>
                <a:lnTo>
                  <a:pt x="381000" y="333375"/>
                </a:lnTo>
                <a:lnTo>
                  <a:pt x="381000" y="314325"/>
                </a:lnTo>
                <a:lnTo>
                  <a:pt x="390525" y="314325"/>
                </a:lnTo>
                <a:close/>
                <a:moveTo>
                  <a:pt x="428625" y="304800"/>
                </a:moveTo>
                <a:lnTo>
                  <a:pt x="438150" y="304800"/>
                </a:lnTo>
                <a:lnTo>
                  <a:pt x="438150" y="314325"/>
                </a:lnTo>
                <a:lnTo>
                  <a:pt x="428625" y="314325"/>
                </a:lnTo>
                <a:close/>
                <a:moveTo>
                  <a:pt x="933450" y="304800"/>
                </a:moveTo>
                <a:lnTo>
                  <a:pt x="952500" y="304800"/>
                </a:lnTo>
                <a:lnTo>
                  <a:pt x="952500" y="314325"/>
                </a:lnTo>
                <a:lnTo>
                  <a:pt x="933450" y="314325"/>
                </a:lnTo>
                <a:close/>
                <a:moveTo>
                  <a:pt x="1085850" y="304800"/>
                </a:moveTo>
                <a:lnTo>
                  <a:pt x="1095375" y="304800"/>
                </a:lnTo>
                <a:lnTo>
                  <a:pt x="1095375" y="314325"/>
                </a:lnTo>
                <a:lnTo>
                  <a:pt x="1085850" y="314325"/>
                </a:lnTo>
                <a:close/>
                <a:moveTo>
                  <a:pt x="266700" y="314325"/>
                </a:moveTo>
                <a:lnTo>
                  <a:pt x="295275" y="314325"/>
                </a:lnTo>
                <a:lnTo>
                  <a:pt x="295275" y="323850"/>
                </a:lnTo>
                <a:lnTo>
                  <a:pt x="266700" y="323850"/>
                </a:lnTo>
                <a:close/>
                <a:moveTo>
                  <a:pt x="1495425" y="314325"/>
                </a:moveTo>
                <a:lnTo>
                  <a:pt x="1504950" y="314325"/>
                </a:lnTo>
                <a:lnTo>
                  <a:pt x="1504950" y="342900"/>
                </a:lnTo>
                <a:lnTo>
                  <a:pt x="1495425" y="342900"/>
                </a:lnTo>
                <a:lnTo>
                  <a:pt x="1495425" y="333375"/>
                </a:lnTo>
                <a:lnTo>
                  <a:pt x="1485900" y="333375"/>
                </a:lnTo>
                <a:lnTo>
                  <a:pt x="1485900" y="323850"/>
                </a:lnTo>
                <a:lnTo>
                  <a:pt x="1495425" y="323850"/>
                </a:lnTo>
                <a:close/>
                <a:moveTo>
                  <a:pt x="1333500" y="333375"/>
                </a:moveTo>
                <a:lnTo>
                  <a:pt x="1343025" y="333375"/>
                </a:lnTo>
                <a:lnTo>
                  <a:pt x="1343025" y="342900"/>
                </a:lnTo>
                <a:lnTo>
                  <a:pt x="1333500" y="342900"/>
                </a:lnTo>
                <a:close/>
                <a:moveTo>
                  <a:pt x="304800" y="342900"/>
                </a:moveTo>
                <a:lnTo>
                  <a:pt x="314325" y="342900"/>
                </a:lnTo>
                <a:lnTo>
                  <a:pt x="314325" y="352425"/>
                </a:lnTo>
                <a:lnTo>
                  <a:pt x="304800" y="352425"/>
                </a:lnTo>
                <a:close/>
                <a:moveTo>
                  <a:pt x="28575" y="352425"/>
                </a:moveTo>
                <a:lnTo>
                  <a:pt x="38100" y="352425"/>
                </a:lnTo>
                <a:lnTo>
                  <a:pt x="38100" y="361950"/>
                </a:lnTo>
                <a:lnTo>
                  <a:pt x="28575" y="361950"/>
                </a:lnTo>
                <a:close/>
                <a:moveTo>
                  <a:pt x="47625" y="352425"/>
                </a:moveTo>
                <a:lnTo>
                  <a:pt x="57150" y="352425"/>
                </a:lnTo>
                <a:lnTo>
                  <a:pt x="57150" y="361950"/>
                </a:lnTo>
                <a:lnTo>
                  <a:pt x="47625" y="361950"/>
                </a:lnTo>
                <a:close/>
                <a:moveTo>
                  <a:pt x="866775" y="361950"/>
                </a:moveTo>
                <a:lnTo>
                  <a:pt x="885825" y="361950"/>
                </a:lnTo>
                <a:lnTo>
                  <a:pt x="885825" y="381000"/>
                </a:lnTo>
                <a:lnTo>
                  <a:pt x="866775" y="381000"/>
                </a:lnTo>
                <a:close/>
                <a:moveTo>
                  <a:pt x="1362075" y="361950"/>
                </a:moveTo>
                <a:lnTo>
                  <a:pt x="1400175" y="361950"/>
                </a:lnTo>
                <a:lnTo>
                  <a:pt x="1400175" y="371475"/>
                </a:lnTo>
                <a:lnTo>
                  <a:pt x="1362075" y="371475"/>
                </a:lnTo>
                <a:close/>
                <a:moveTo>
                  <a:pt x="1781175" y="361950"/>
                </a:moveTo>
                <a:lnTo>
                  <a:pt x="1790700" y="361950"/>
                </a:lnTo>
                <a:lnTo>
                  <a:pt x="1790700" y="371475"/>
                </a:lnTo>
                <a:lnTo>
                  <a:pt x="1781175" y="371475"/>
                </a:lnTo>
                <a:close/>
                <a:moveTo>
                  <a:pt x="923925" y="371475"/>
                </a:moveTo>
                <a:lnTo>
                  <a:pt x="933450" y="371475"/>
                </a:lnTo>
                <a:lnTo>
                  <a:pt x="933450" y="381000"/>
                </a:lnTo>
                <a:lnTo>
                  <a:pt x="923925" y="381000"/>
                </a:lnTo>
                <a:close/>
                <a:moveTo>
                  <a:pt x="1400175" y="371475"/>
                </a:moveTo>
                <a:lnTo>
                  <a:pt x="1409700" y="371475"/>
                </a:lnTo>
                <a:lnTo>
                  <a:pt x="1409700" y="381000"/>
                </a:lnTo>
                <a:lnTo>
                  <a:pt x="1419225" y="381000"/>
                </a:lnTo>
                <a:lnTo>
                  <a:pt x="1419225" y="371475"/>
                </a:lnTo>
                <a:lnTo>
                  <a:pt x="1428750" y="371475"/>
                </a:lnTo>
                <a:lnTo>
                  <a:pt x="1428750" y="381000"/>
                </a:lnTo>
                <a:lnTo>
                  <a:pt x="1447800" y="381000"/>
                </a:lnTo>
                <a:lnTo>
                  <a:pt x="1447800" y="428625"/>
                </a:lnTo>
                <a:lnTo>
                  <a:pt x="1428750" y="428625"/>
                </a:lnTo>
                <a:lnTo>
                  <a:pt x="1428750" y="419100"/>
                </a:lnTo>
                <a:lnTo>
                  <a:pt x="1438275" y="419100"/>
                </a:lnTo>
                <a:lnTo>
                  <a:pt x="1438275" y="400050"/>
                </a:lnTo>
                <a:lnTo>
                  <a:pt x="1419225" y="400050"/>
                </a:lnTo>
                <a:lnTo>
                  <a:pt x="1419225" y="428625"/>
                </a:lnTo>
                <a:lnTo>
                  <a:pt x="1409700" y="428625"/>
                </a:lnTo>
                <a:lnTo>
                  <a:pt x="1409700" y="419100"/>
                </a:lnTo>
                <a:lnTo>
                  <a:pt x="1400175" y="419100"/>
                </a:lnTo>
                <a:close/>
                <a:moveTo>
                  <a:pt x="885825" y="381000"/>
                </a:moveTo>
                <a:lnTo>
                  <a:pt x="895350" y="381000"/>
                </a:lnTo>
                <a:lnTo>
                  <a:pt x="895350" y="409575"/>
                </a:lnTo>
                <a:lnTo>
                  <a:pt x="904875" y="409575"/>
                </a:lnTo>
                <a:lnTo>
                  <a:pt x="904875" y="400050"/>
                </a:lnTo>
                <a:lnTo>
                  <a:pt x="914400" y="400050"/>
                </a:lnTo>
                <a:lnTo>
                  <a:pt x="914400" y="419100"/>
                </a:lnTo>
                <a:lnTo>
                  <a:pt x="885825" y="419100"/>
                </a:lnTo>
                <a:lnTo>
                  <a:pt x="885825" y="409575"/>
                </a:lnTo>
                <a:lnTo>
                  <a:pt x="876300" y="409575"/>
                </a:lnTo>
                <a:lnTo>
                  <a:pt x="876300" y="400050"/>
                </a:lnTo>
                <a:lnTo>
                  <a:pt x="885825" y="400050"/>
                </a:lnTo>
                <a:close/>
                <a:moveTo>
                  <a:pt x="1381125" y="390525"/>
                </a:moveTo>
                <a:lnTo>
                  <a:pt x="1390650" y="390525"/>
                </a:lnTo>
                <a:lnTo>
                  <a:pt x="1390650" y="400050"/>
                </a:lnTo>
                <a:lnTo>
                  <a:pt x="1381125" y="400050"/>
                </a:lnTo>
                <a:close/>
                <a:moveTo>
                  <a:pt x="2085975" y="409575"/>
                </a:moveTo>
                <a:lnTo>
                  <a:pt x="2105025" y="409575"/>
                </a:lnTo>
                <a:lnTo>
                  <a:pt x="2105025" y="419100"/>
                </a:lnTo>
                <a:lnTo>
                  <a:pt x="2114550" y="419100"/>
                </a:lnTo>
                <a:lnTo>
                  <a:pt x="2114550" y="428625"/>
                </a:lnTo>
                <a:lnTo>
                  <a:pt x="2095500" y="428625"/>
                </a:lnTo>
                <a:lnTo>
                  <a:pt x="2095500" y="419100"/>
                </a:lnTo>
                <a:lnTo>
                  <a:pt x="2085975" y="419100"/>
                </a:lnTo>
                <a:close/>
                <a:moveTo>
                  <a:pt x="876300" y="419100"/>
                </a:moveTo>
                <a:lnTo>
                  <a:pt x="885825" y="419100"/>
                </a:lnTo>
                <a:lnTo>
                  <a:pt x="885825" y="438150"/>
                </a:lnTo>
                <a:lnTo>
                  <a:pt x="876300" y="438150"/>
                </a:lnTo>
                <a:close/>
                <a:moveTo>
                  <a:pt x="1057275" y="419100"/>
                </a:moveTo>
                <a:lnTo>
                  <a:pt x="1066800" y="419100"/>
                </a:lnTo>
                <a:lnTo>
                  <a:pt x="1066800" y="428625"/>
                </a:lnTo>
                <a:lnTo>
                  <a:pt x="1057275" y="428625"/>
                </a:lnTo>
                <a:close/>
                <a:moveTo>
                  <a:pt x="1352550" y="428625"/>
                </a:moveTo>
                <a:lnTo>
                  <a:pt x="1362075" y="428625"/>
                </a:lnTo>
                <a:lnTo>
                  <a:pt x="1362075" y="438150"/>
                </a:lnTo>
                <a:lnTo>
                  <a:pt x="1352550" y="438150"/>
                </a:lnTo>
                <a:close/>
                <a:moveTo>
                  <a:pt x="885825" y="438150"/>
                </a:moveTo>
                <a:lnTo>
                  <a:pt x="914400" y="438150"/>
                </a:lnTo>
                <a:lnTo>
                  <a:pt x="914400" y="447675"/>
                </a:lnTo>
                <a:lnTo>
                  <a:pt x="885825" y="447675"/>
                </a:lnTo>
                <a:close/>
                <a:moveTo>
                  <a:pt x="1009650" y="438150"/>
                </a:moveTo>
                <a:lnTo>
                  <a:pt x="1028700" y="438150"/>
                </a:lnTo>
                <a:lnTo>
                  <a:pt x="1028700" y="457200"/>
                </a:lnTo>
                <a:lnTo>
                  <a:pt x="1038225" y="457200"/>
                </a:lnTo>
                <a:lnTo>
                  <a:pt x="1038225" y="466725"/>
                </a:lnTo>
                <a:lnTo>
                  <a:pt x="1028700" y="466725"/>
                </a:lnTo>
                <a:lnTo>
                  <a:pt x="1028700" y="476250"/>
                </a:lnTo>
                <a:lnTo>
                  <a:pt x="1019175" y="476250"/>
                </a:lnTo>
                <a:lnTo>
                  <a:pt x="1019175" y="457200"/>
                </a:lnTo>
                <a:lnTo>
                  <a:pt x="1009650" y="457200"/>
                </a:lnTo>
                <a:close/>
                <a:moveTo>
                  <a:pt x="1381125" y="438150"/>
                </a:moveTo>
                <a:lnTo>
                  <a:pt x="1400175" y="438150"/>
                </a:lnTo>
                <a:lnTo>
                  <a:pt x="1400175" y="447675"/>
                </a:lnTo>
                <a:lnTo>
                  <a:pt x="1419225" y="447675"/>
                </a:lnTo>
                <a:lnTo>
                  <a:pt x="1419225" y="438150"/>
                </a:lnTo>
                <a:lnTo>
                  <a:pt x="1438275" y="438150"/>
                </a:lnTo>
                <a:lnTo>
                  <a:pt x="1438275" y="457200"/>
                </a:lnTo>
                <a:lnTo>
                  <a:pt x="1428750" y="457200"/>
                </a:lnTo>
                <a:lnTo>
                  <a:pt x="1428750" y="476250"/>
                </a:lnTo>
                <a:lnTo>
                  <a:pt x="1400175" y="476250"/>
                </a:lnTo>
                <a:lnTo>
                  <a:pt x="1400175" y="485775"/>
                </a:lnTo>
                <a:lnTo>
                  <a:pt x="1390650" y="485775"/>
                </a:lnTo>
                <a:lnTo>
                  <a:pt x="1390650" y="447675"/>
                </a:lnTo>
                <a:lnTo>
                  <a:pt x="1381125" y="447675"/>
                </a:lnTo>
                <a:close/>
                <a:moveTo>
                  <a:pt x="476250" y="447675"/>
                </a:moveTo>
                <a:lnTo>
                  <a:pt x="485775" y="447675"/>
                </a:lnTo>
                <a:lnTo>
                  <a:pt x="485775" y="457200"/>
                </a:lnTo>
                <a:lnTo>
                  <a:pt x="476250" y="457200"/>
                </a:lnTo>
                <a:close/>
                <a:moveTo>
                  <a:pt x="990600" y="447675"/>
                </a:moveTo>
                <a:lnTo>
                  <a:pt x="1000125" y="447675"/>
                </a:lnTo>
                <a:lnTo>
                  <a:pt x="1000125" y="457200"/>
                </a:lnTo>
                <a:lnTo>
                  <a:pt x="990600" y="457200"/>
                </a:lnTo>
                <a:close/>
                <a:moveTo>
                  <a:pt x="1085850" y="447675"/>
                </a:moveTo>
                <a:lnTo>
                  <a:pt x="1095375" y="447675"/>
                </a:lnTo>
                <a:lnTo>
                  <a:pt x="1095375" y="466725"/>
                </a:lnTo>
                <a:lnTo>
                  <a:pt x="1085850" y="466725"/>
                </a:lnTo>
                <a:close/>
                <a:moveTo>
                  <a:pt x="390525" y="457200"/>
                </a:moveTo>
                <a:lnTo>
                  <a:pt x="409575" y="457200"/>
                </a:lnTo>
                <a:lnTo>
                  <a:pt x="409575" y="476250"/>
                </a:lnTo>
                <a:lnTo>
                  <a:pt x="400050" y="476250"/>
                </a:lnTo>
                <a:lnTo>
                  <a:pt x="400050" y="466725"/>
                </a:lnTo>
                <a:lnTo>
                  <a:pt x="390525" y="466725"/>
                </a:lnTo>
                <a:close/>
                <a:moveTo>
                  <a:pt x="981075" y="457200"/>
                </a:moveTo>
                <a:lnTo>
                  <a:pt x="990600" y="457200"/>
                </a:lnTo>
                <a:lnTo>
                  <a:pt x="990600" y="476250"/>
                </a:lnTo>
                <a:lnTo>
                  <a:pt x="952500" y="476250"/>
                </a:lnTo>
                <a:lnTo>
                  <a:pt x="952500" y="466725"/>
                </a:lnTo>
                <a:lnTo>
                  <a:pt x="981075" y="466725"/>
                </a:lnTo>
                <a:close/>
                <a:moveTo>
                  <a:pt x="514350" y="466725"/>
                </a:moveTo>
                <a:lnTo>
                  <a:pt x="523875" y="466725"/>
                </a:lnTo>
                <a:lnTo>
                  <a:pt x="523875" y="476250"/>
                </a:lnTo>
                <a:lnTo>
                  <a:pt x="514350" y="476250"/>
                </a:lnTo>
                <a:close/>
                <a:moveTo>
                  <a:pt x="1076325" y="466725"/>
                </a:moveTo>
                <a:lnTo>
                  <a:pt x="1085850" y="466725"/>
                </a:lnTo>
                <a:lnTo>
                  <a:pt x="1085850" y="476250"/>
                </a:lnTo>
                <a:lnTo>
                  <a:pt x="1076325" y="476250"/>
                </a:lnTo>
                <a:close/>
                <a:moveTo>
                  <a:pt x="504825" y="476250"/>
                </a:moveTo>
                <a:lnTo>
                  <a:pt x="514350" y="476250"/>
                </a:lnTo>
                <a:lnTo>
                  <a:pt x="514350" y="485775"/>
                </a:lnTo>
                <a:lnTo>
                  <a:pt x="504825" y="485775"/>
                </a:lnTo>
                <a:close/>
                <a:moveTo>
                  <a:pt x="247650" y="485775"/>
                </a:moveTo>
                <a:lnTo>
                  <a:pt x="257175" y="485775"/>
                </a:lnTo>
                <a:lnTo>
                  <a:pt x="257175" y="495300"/>
                </a:lnTo>
                <a:lnTo>
                  <a:pt x="247650" y="495300"/>
                </a:lnTo>
                <a:close/>
                <a:moveTo>
                  <a:pt x="285750" y="485775"/>
                </a:moveTo>
                <a:lnTo>
                  <a:pt x="304800" y="485775"/>
                </a:lnTo>
                <a:lnTo>
                  <a:pt x="304800" y="495300"/>
                </a:lnTo>
                <a:lnTo>
                  <a:pt x="295275" y="495300"/>
                </a:lnTo>
                <a:lnTo>
                  <a:pt x="295275" y="504825"/>
                </a:lnTo>
                <a:lnTo>
                  <a:pt x="285750" y="504825"/>
                </a:lnTo>
                <a:close/>
                <a:moveTo>
                  <a:pt x="409575" y="485775"/>
                </a:moveTo>
                <a:lnTo>
                  <a:pt x="428625" y="485775"/>
                </a:lnTo>
                <a:lnTo>
                  <a:pt x="428625" y="495300"/>
                </a:lnTo>
                <a:lnTo>
                  <a:pt x="409575" y="495300"/>
                </a:lnTo>
                <a:close/>
                <a:moveTo>
                  <a:pt x="381000" y="495300"/>
                </a:moveTo>
                <a:lnTo>
                  <a:pt x="390525" y="495300"/>
                </a:lnTo>
                <a:lnTo>
                  <a:pt x="390525" y="504825"/>
                </a:lnTo>
                <a:lnTo>
                  <a:pt x="381000" y="504825"/>
                </a:lnTo>
                <a:close/>
                <a:moveTo>
                  <a:pt x="400050" y="495300"/>
                </a:moveTo>
                <a:lnTo>
                  <a:pt x="409575" y="495300"/>
                </a:lnTo>
                <a:lnTo>
                  <a:pt x="409575" y="504825"/>
                </a:lnTo>
                <a:lnTo>
                  <a:pt x="400050" y="504825"/>
                </a:lnTo>
                <a:close/>
                <a:moveTo>
                  <a:pt x="276225" y="504825"/>
                </a:moveTo>
                <a:lnTo>
                  <a:pt x="285750" y="504825"/>
                </a:lnTo>
                <a:lnTo>
                  <a:pt x="285750" y="514350"/>
                </a:lnTo>
                <a:lnTo>
                  <a:pt x="295275" y="514350"/>
                </a:lnTo>
                <a:lnTo>
                  <a:pt x="295275" y="523875"/>
                </a:lnTo>
                <a:lnTo>
                  <a:pt x="257175" y="523875"/>
                </a:lnTo>
                <a:lnTo>
                  <a:pt x="257175" y="514350"/>
                </a:lnTo>
                <a:lnTo>
                  <a:pt x="276225" y="514350"/>
                </a:lnTo>
                <a:close/>
                <a:moveTo>
                  <a:pt x="333375" y="504825"/>
                </a:moveTo>
                <a:lnTo>
                  <a:pt x="342900" y="504825"/>
                </a:lnTo>
                <a:lnTo>
                  <a:pt x="342900" y="514350"/>
                </a:lnTo>
                <a:lnTo>
                  <a:pt x="361950" y="514350"/>
                </a:lnTo>
                <a:lnTo>
                  <a:pt x="361950" y="504825"/>
                </a:lnTo>
                <a:lnTo>
                  <a:pt x="381000" y="504825"/>
                </a:lnTo>
                <a:lnTo>
                  <a:pt x="381000" y="514350"/>
                </a:lnTo>
                <a:lnTo>
                  <a:pt x="390525" y="514350"/>
                </a:lnTo>
                <a:lnTo>
                  <a:pt x="390525" y="523875"/>
                </a:lnTo>
                <a:lnTo>
                  <a:pt x="381000" y="523875"/>
                </a:lnTo>
                <a:lnTo>
                  <a:pt x="381000" y="533400"/>
                </a:lnTo>
                <a:lnTo>
                  <a:pt x="333375" y="533400"/>
                </a:lnTo>
                <a:lnTo>
                  <a:pt x="333375" y="523875"/>
                </a:lnTo>
                <a:lnTo>
                  <a:pt x="323850" y="523875"/>
                </a:lnTo>
                <a:lnTo>
                  <a:pt x="323850" y="514350"/>
                </a:lnTo>
                <a:lnTo>
                  <a:pt x="333375" y="514350"/>
                </a:lnTo>
                <a:close/>
                <a:moveTo>
                  <a:pt x="1457325" y="504825"/>
                </a:moveTo>
                <a:lnTo>
                  <a:pt x="1466850" y="504825"/>
                </a:lnTo>
                <a:lnTo>
                  <a:pt x="1466850" y="514350"/>
                </a:lnTo>
                <a:lnTo>
                  <a:pt x="1457325" y="514350"/>
                </a:lnTo>
                <a:close/>
                <a:moveTo>
                  <a:pt x="1085850" y="514350"/>
                </a:moveTo>
                <a:lnTo>
                  <a:pt x="1095375" y="514350"/>
                </a:lnTo>
                <a:lnTo>
                  <a:pt x="1095375" y="523875"/>
                </a:lnTo>
                <a:lnTo>
                  <a:pt x="1085850" y="523875"/>
                </a:lnTo>
                <a:close/>
                <a:moveTo>
                  <a:pt x="1438275" y="514350"/>
                </a:moveTo>
                <a:lnTo>
                  <a:pt x="1457325" y="514350"/>
                </a:lnTo>
                <a:lnTo>
                  <a:pt x="1457325" y="523875"/>
                </a:lnTo>
                <a:lnTo>
                  <a:pt x="1438275" y="523875"/>
                </a:lnTo>
                <a:close/>
                <a:moveTo>
                  <a:pt x="2038350" y="514350"/>
                </a:moveTo>
                <a:lnTo>
                  <a:pt x="2047875" y="514350"/>
                </a:lnTo>
                <a:lnTo>
                  <a:pt x="2047875" y="533400"/>
                </a:lnTo>
                <a:lnTo>
                  <a:pt x="2038350" y="533400"/>
                </a:lnTo>
                <a:close/>
                <a:moveTo>
                  <a:pt x="247650" y="523875"/>
                </a:moveTo>
                <a:lnTo>
                  <a:pt x="257175" y="523875"/>
                </a:lnTo>
                <a:lnTo>
                  <a:pt x="257175" y="533400"/>
                </a:lnTo>
                <a:lnTo>
                  <a:pt x="247650" y="533400"/>
                </a:lnTo>
                <a:close/>
                <a:moveTo>
                  <a:pt x="933450" y="523875"/>
                </a:moveTo>
                <a:lnTo>
                  <a:pt x="942975" y="523875"/>
                </a:lnTo>
                <a:lnTo>
                  <a:pt x="942975" y="533400"/>
                </a:lnTo>
                <a:lnTo>
                  <a:pt x="933450" y="533400"/>
                </a:lnTo>
                <a:close/>
                <a:moveTo>
                  <a:pt x="1114425" y="523875"/>
                </a:moveTo>
                <a:lnTo>
                  <a:pt x="1123950" y="523875"/>
                </a:lnTo>
                <a:lnTo>
                  <a:pt x="1123950" y="542925"/>
                </a:lnTo>
                <a:lnTo>
                  <a:pt x="1114425" y="542925"/>
                </a:lnTo>
                <a:close/>
                <a:moveTo>
                  <a:pt x="942975" y="533400"/>
                </a:moveTo>
                <a:lnTo>
                  <a:pt x="952500" y="533400"/>
                </a:lnTo>
                <a:lnTo>
                  <a:pt x="952500" y="542925"/>
                </a:lnTo>
                <a:lnTo>
                  <a:pt x="942975" y="542925"/>
                </a:lnTo>
                <a:close/>
                <a:moveTo>
                  <a:pt x="1323975" y="533400"/>
                </a:moveTo>
                <a:lnTo>
                  <a:pt x="1333500" y="533400"/>
                </a:lnTo>
                <a:lnTo>
                  <a:pt x="1333500" y="542925"/>
                </a:lnTo>
                <a:lnTo>
                  <a:pt x="1352550" y="542925"/>
                </a:lnTo>
                <a:lnTo>
                  <a:pt x="1352550" y="552450"/>
                </a:lnTo>
                <a:lnTo>
                  <a:pt x="1362075" y="552450"/>
                </a:lnTo>
                <a:lnTo>
                  <a:pt x="1362075" y="561975"/>
                </a:lnTo>
                <a:lnTo>
                  <a:pt x="1343025" y="561975"/>
                </a:lnTo>
                <a:lnTo>
                  <a:pt x="1343025" y="581025"/>
                </a:lnTo>
                <a:lnTo>
                  <a:pt x="1333500" y="581025"/>
                </a:lnTo>
                <a:lnTo>
                  <a:pt x="1333500" y="571500"/>
                </a:lnTo>
                <a:lnTo>
                  <a:pt x="1323975" y="571500"/>
                </a:lnTo>
                <a:lnTo>
                  <a:pt x="1323975" y="581025"/>
                </a:lnTo>
                <a:lnTo>
                  <a:pt x="1304925" y="581025"/>
                </a:lnTo>
                <a:lnTo>
                  <a:pt x="1304925" y="600075"/>
                </a:lnTo>
                <a:lnTo>
                  <a:pt x="1285875" y="600075"/>
                </a:lnTo>
                <a:lnTo>
                  <a:pt x="1285875" y="581025"/>
                </a:lnTo>
                <a:lnTo>
                  <a:pt x="1266825" y="581025"/>
                </a:lnTo>
                <a:lnTo>
                  <a:pt x="1266825" y="571500"/>
                </a:lnTo>
                <a:lnTo>
                  <a:pt x="1276350" y="571500"/>
                </a:lnTo>
                <a:lnTo>
                  <a:pt x="1276350" y="561975"/>
                </a:lnTo>
                <a:lnTo>
                  <a:pt x="1295400" y="561975"/>
                </a:lnTo>
                <a:lnTo>
                  <a:pt x="1295400" y="571500"/>
                </a:lnTo>
                <a:lnTo>
                  <a:pt x="1314450" y="571500"/>
                </a:lnTo>
                <a:lnTo>
                  <a:pt x="1314450" y="552450"/>
                </a:lnTo>
                <a:lnTo>
                  <a:pt x="1323975" y="552450"/>
                </a:lnTo>
                <a:close/>
                <a:moveTo>
                  <a:pt x="1123950" y="542925"/>
                </a:moveTo>
                <a:lnTo>
                  <a:pt x="1133475" y="542925"/>
                </a:lnTo>
                <a:lnTo>
                  <a:pt x="1133475" y="552450"/>
                </a:lnTo>
                <a:lnTo>
                  <a:pt x="1123950" y="552450"/>
                </a:lnTo>
                <a:close/>
                <a:moveTo>
                  <a:pt x="1247775" y="542925"/>
                </a:moveTo>
                <a:lnTo>
                  <a:pt x="1266825" y="542925"/>
                </a:lnTo>
                <a:lnTo>
                  <a:pt x="1266825" y="561975"/>
                </a:lnTo>
                <a:lnTo>
                  <a:pt x="1247775" y="561975"/>
                </a:lnTo>
                <a:close/>
                <a:moveTo>
                  <a:pt x="1276350" y="542925"/>
                </a:moveTo>
                <a:lnTo>
                  <a:pt x="1295400" y="542925"/>
                </a:lnTo>
                <a:lnTo>
                  <a:pt x="1295400" y="552450"/>
                </a:lnTo>
                <a:lnTo>
                  <a:pt x="1276350" y="552450"/>
                </a:lnTo>
                <a:close/>
                <a:moveTo>
                  <a:pt x="1381125" y="542925"/>
                </a:moveTo>
                <a:lnTo>
                  <a:pt x="1390650" y="542925"/>
                </a:lnTo>
                <a:lnTo>
                  <a:pt x="1390650" y="552450"/>
                </a:lnTo>
                <a:lnTo>
                  <a:pt x="1381125" y="552450"/>
                </a:lnTo>
                <a:close/>
                <a:moveTo>
                  <a:pt x="238125" y="552450"/>
                </a:moveTo>
                <a:lnTo>
                  <a:pt x="247650" y="552450"/>
                </a:lnTo>
                <a:lnTo>
                  <a:pt x="247650" y="561975"/>
                </a:lnTo>
                <a:lnTo>
                  <a:pt x="238125" y="561975"/>
                </a:lnTo>
                <a:close/>
                <a:moveTo>
                  <a:pt x="1133475" y="552450"/>
                </a:moveTo>
                <a:lnTo>
                  <a:pt x="1143000" y="552450"/>
                </a:lnTo>
                <a:lnTo>
                  <a:pt x="1143000" y="561975"/>
                </a:lnTo>
                <a:lnTo>
                  <a:pt x="1133475" y="561975"/>
                </a:lnTo>
                <a:close/>
                <a:moveTo>
                  <a:pt x="228600" y="561975"/>
                </a:moveTo>
                <a:lnTo>
                  <a:pt x="238125" y="561975"/>
                </a:lnTo>
                <a:lnTo>
                  <a:pt x="238125" y="571500"/>
                </a:lnTo>
                <a:lnTo>
                  <a:pt x="257175" y="571500"/>
                </a:lnTo>
                <a:lnTo>
                  <a:pt x="257175" y="581025"/>
                </a:lnTo>
                <a:lnTo>
                  <a:pt x="247650" y="581025"/>
                </a:lnTo>
                <a:lnTo>
                  <a:pt x="247650" y="590550"/>
                </a:lnTo>
                <a:lnTo>
                  <a:pt x="238125" y="590550"/>
                </a:lnTo>
                <a:lnTo>
                  <a:pt x="238125" y="619125"/>
                </a:lnTo>
                <a:lnTo>
                  <a:pt x="228600" y="619125"/>
                </a:lnTo>
                <a:lnTo>
                  <a:pt x="228600" y="628650"/>
                </a:lnTo>
                <a:lnTo>
                  <a:pt x="209550" y="628650"/>
                </a:lnTo>
                <a:lnTo>
                  <a:pt x="209550" y="638175"/>
                </a:lnTo>
                <a:lnTo>
                  <a:pt x="200025" y="638175"/>
                </a:lnTo>
                <a:lnTo>
                  <a:pt x="200025" y="600075"/>
                </a:lnTo>
                <a:lnTo>
                  <a:pt x="190500" y="600075"/>
                </a:lnTo>
                <a:lnTo>
                  <a:pt x="190500" y="590550"/>
                </a:lnTo>
                <a:lnTo>
                  <a:pt x="209550" y="590550"/>
                </a:lnTo>
                <a:lnTo>
                  <a:pt x="209550" y="581025"/>
                </a:lnTo>
                <a:lnTo>
                  <a:pt x="219075" y="581025"/>
                </a:lnTo>
                <a:lnTo>
                  <a:pt x="219075" y="571500"/>
                </a:lnTo>
                <a:lnTo>
                  <a:pt x="228600" y="571500"/>
                </a:lnTo>
                <a:close/>
                <a:moveTo>
                  <a:pt x="276225" y="561975"/>
                </a:moveTo>
                <a:lnTo>
                  <a:pt x="285750" y="561975"/>
                </a:lnTo>
                <a:lnTo>
                  <a:pt x="285750" y="571500"/>
                </a:lnTo>
                <a:lnTo>
                  <a:pt x="276225" y="571500"/>
                </a:lnTo>
                <a:close/>
                <a:moveTo>
                  <a:pt x="1219200" y="561975"/>
                </a:moveTo>
                <a:lnTo>
                  <a:pt x="1228725" y="561975"/>
                </a:lnTo>
                <a:lnTo>
                  <a:pt x="1228725" y="571500"/>
                </a:lnTo>
                <a:lnTo>
                  <a:pt x="1219200" y="571500"/>
                </a:lnTo>
                <a:close/>
                <a:moveTo>
                  <a:pt x="1371600" y="561975"/>
                </a:moveTo>
                <a:lnTo>
                  <a:pt x="1381125" y="561975"/>
                </a:lnTo>
                <a:lnTo>
                  <a:pt x="1381125" y="571500"/>
                </a:lnTo>
                <a:lnTo>
                  <a:pt x="1371600" y="571500"/>
                </a:lnTo>
                <a:close/>
                <a:moveTo>
                  <a:pt x="2447925" y="561975"/>
                </a:moveTo>
                <a:lnTo>
                  <a:pt x="2457450" y="561975"/>
                </a:lnTo>
                <a:lnTo>
                  <a:pt x="2457450" y="571500"/>
                </a:lnTo>
                <a:lnTo>
                  <a:pt x="2447925" y="571500"/>
                </a:lnTo>
                <a:close/>
                <a:moveTo>
                  <a:pt x="285750" y="571500"/>
                </a:moveTo>
                <a:lnTo>
                  <a:pt x="295275" y="571500"/>
                </a:lnTo>
                <a:lnTo>
                  <a:pt x="295275" y="581025"/>
                </a:lnTo>
                <a:lnTo>
                  <a:pt x="285750" y="581025"/>
                </a:lnTo>
                <a:close/>
                <a:moveTo>
                  <a:pt x="1533525" y="590550"/>
                </a:moveTo>
                <a:lnTo>
                  <a:pt x="1543050" y="590550"/>
                </a:lnTo>
                <a:lnTo>
                  <a:pt x="1543050" y="609600"/>
                </a:lnTo>
                <a:lnTo>
                  <a:pt x="1533525" y="609600"/>
                </a:lnTo>
                <a:close/>
                <a:moveTo>
                  <a:pt x="180975" y="600075"/>
                </a:moveTo>
                <a:lnTo>
                  <a:pt x="190500" y="600075"/>
                </a:lnTo>
                <a:lnTo>
                  <a:pt x="190500" y="609600"/>
                </a:lnTo>
                <a:lnTo>
                  <a:pt x="180975" y="609600"/>
                </a:lnTo>
                <a:close/>
                <a:moveTo>
                  <a:pt x="219075" y="600075"/>
                </a:moveTo>
                <a:lnTo>
                  <a:pt x="228600" y="600075"/>
                </a:lnTo>
                <a:lnTo>
                  <a:pt x="228600" y="590550"/>
                </a:lnTo>
                <a:lnTo>
                  <a:pt x="209550" y="590550"/>
                </a:lnTo>
                <a:lnTo>
                  <a:pt x="209550" y="609600"/>
                </a:lnTo>
                <a:lnTo>
                  <a:pt x="219075" y="609600"/>
                </a:lnTo>
                <a:close/>
                <a:moveTo>
                  <a:pt x="1485900" y="600075"/>
                </a:moveTo>
                <a:lnTo>
                  <a:pt x="1514475" y="600075"/>
                </a:lnTo>
                <a:lnTo>
                  <a:pt x="1514475" y="609600"/>
                </a:lnTo>
                <a:lnTo>
                  <a:pt x="1504950" y="609600"/>
                </a:lnTo>
                <a:lnTo>
                  <a:pt x="1504950" y="619125"/>
                </a:lnTo>
                <a:lnTo>
                  <a:pt x="1514475" y="619125"/>
                </a:lnTo>
                <a:lnTo>
                  <a:pt x="1514475" y="628650"/>
                </a:lnTo>
                <a:lnTo>
                  <a:pt x="1524000" y="628650"/>
                </a:lnTo>
                <a:lnTo>
                  <a:pt x="1524000" y="666750"/>
                </a:lnTo>
                <a:lnTo>
                  <a:pt x="1543050" y="666750"/>
                </a:lnTo>
                <a:lnTo>
                  <a:pt x="1543050" y="676275"/>
                </a:lnTo>
                <a:lnTo>
                  <a:pt x="1533525" y="676275"/>
                </a:lnTo>
                <a:lnTo>
                  <a:pt x="1533525" y="685800"/>
                </a:lnTo>
                <a:lnTo>
                  <a:pt x="1504950" y="685800"/>
                </a:lnTo>
                <a:lnTo>
                  <a:pt x="1504950" y="657225"/>
                </a:lnTo>
                <a:lnTo>
                  <a:pt x="1476375" y="657225"/>
                </a:lnTo>
                <a:lnTo>
                  <a:pt x="1476375" y="647700"/>
                </a:lnTo>
                <a:lnTo>
                  <a:pt x="1466850" y="647700"/>
                </a:lnTo>
                <a:lnTo>
                  <a:pt x="1466850" y="638175"/>
                </a:lnTo>
                <a:lnTo>
                  <a:pt x="1457325" y="638175"/>
                </a:lnTo>
                <a:lnTo>
                  <a:pt x="1457325" y="628650"/>
                </a:lnTo>
                <a:lnTo>
                  <a:pt x="1466850" y="628650"/>
                </a:lnTo>
                <a:lnTo>
                  <a:pt x="1466850" y="619125"/>
                </a:lnTo>
                <a:lnTo>
                  <a:pt x="1476375" y="619125"/>
                </a:lnTo>
                <a:lnTo>
                  <a:pt x="1476375" y="609600"/>
                </a:lnTo>
                <a:lnTo>
                  <a:pt x="1485900" y="609600"/>
                </a:lnTo>
                <a:close/>
                <a:moveTo>
                  <a:pt x="1247775" y="609600"/>
                </a:moveTo>
                <a:lnTo>
                  <a:pt x="1266825" y="609600"/>
                </a:lnTo>
                <a:lnTo>
                  <a:pt x="1266825" y="619125"/>
                </a:lnTo>
                <a:lnTo>
                  <a:pt x="1257300" y="619125"/>
                </a:lnTo>
                <a:lnTo>
                  <a:pt x="1257300" y="638175"/>
                </a:lnTo>
                <a:lnTo>
                  <a:pt x="1238250" y="638175"/>
                </a:lnTo>
                <a:lnTo>
                  <a:pt x="1238250" y="628650"/>
                </a:lnTo>
                <a:lnTo>
                  <a:pt x="1247775" y="628650"/>
                </a:lnTo>
                <a:close/>
                <a:moveTo>
                  <a:pt x="1647825" y="609600"/>
                </a:moveTo>
                <a:lnTo>
                  <a:pt x="1666875" y="609600"/>
                </a:lnTo>
                <a:lnTo>
                  <a:pt x="1666875" y="619125"/>
                </a:lnTo>
                <a:lnTo>
                  <a:pt x="1695450" y="619125"/>
                </a:lnTo>
                <a:lnTo>
                  <a:pt x="1695450" y="628650"/>
                </a:lnTo>
                <a:lnTo>
                  <a:pt x="1647825" y="628650"/>
                </a:lnTo>
                <a:close/>
                <a:moveTo>
                  <a:pt x="1752600" y="619125"/>
                </a:moveTo>
                <a:lnTo>
                  <a:pt x="1762125" y="619125"/>
                </a:lnTo>
                <a:lnTo>
                  <a:pt x="1762125" y="628650"/>
                </a:lnTo>
                <a:lnTo>
                  <a:pt x="1752600" y="628650"/>
                </a:lnTo>
                <a:close/>
                <a:moveTo>
                  <a:pt x="1581150" y="628650"/>
                </a:moveTo>
                <a:lnTo>
                  <a:pt x="1600200" y="628650"/>
                </a:lnTo>
                <a:lnTo>
                  <a:pt x="1600200" y="638175"/>
                </a:lnTo>
                <a:lnTo>
                  <a:pt x="1609725" y="638175"/>
                </a:lnTo>
                <a:lnTo>
                  <a:pt x="1609725" y="647700"/>
                </a:lnTo>
                <a:lnTo>
                  <a:pt x="1600200" y="647700"/>
                </a:lnTo>
                <a:lnTo>
                  <a:pt x="1600200" y="657225"/>
                </a:lnTo>
                <a:lnTo>
                  <a:pt x="1590675" y="657225"/>
                </a:lnTo>
                <a:lnTo>
                  <a:pt x="1590675" y="647700"/>
                </a:lnTo>
                <a:lnTo>
                  <a:pt x="1571625" y="647700"/>
                </a:lnTo>
                <a:lnTo>
                  <a:pt x="1571625" y="638175"/>
                </a:lnTo>
                <a:lnTo>
                  <a:pt x="1581150" y="638175"/>
                </a:lnTo>
                <a:close/>
                <a:moveTo>
                  <a:pt x="1724025" y="628650"/>
                </a:moveTo>
                <a:lnTo>
                  <a:pt x="1733550" y="628650"/>
                </a:lnTo>
                <a:lnTo>
                  <a:pt x="1733550" y="638175"/>
                </a:lnTo>
                <a:lnTo>
                  <a:pt x="1724025" y="638175"/>
                </a:lnTo>
                <a:close/>
                <a:moveTo>
                  <a:pt x="190500" y="638175"/>
                </a:moveTo>
                <a:lnTo>
                  <a:pt x="200025" y="638175"/>
                </a:lnTo>
                <a:lnTo>
                  <a:pt x="200025" y="647700"/>
                </a:lnTo>
                <a:lnTo>
                  <a:pt x="190500" y="647700"/>
                </a:lnTo>
                <a:close/>
                <a:moveTo>
                  <a:pt x="904875" y="638175"/>
                </a:moveTo>
                <a:lnTo>
                  <a:pt x="914400" y="638175"/>
                </a:lnTo>
                <a:lnTo>
                  <a:pt x="914400" y="647700"/>
                </a:lnTo>
                <a:lnTo>
                  <a:pt x="904875" y="647700"/>
                </a:lnTo>
                <a:close/>
                <a:moveTo>
                  <a:pt x="1228725" y="638175"/>
                </a:moveTo>
                <a:lnTo>
                  <a:pt x="1238250" y="638175"/>
                </a:lnTo>
                <a:lnTo>
                  <a:pt x="1238250" y="647700"/>
                </a:lnTo>
                <a:lnTo>
                  <a:pt x="1228725" y="647700"/>
                </a:lnTo>
                <a:close/>
                <a:moveTo>
                  <a:pt x="1495425" y="638175"/>
                </a:moveTo>
                <a:lnTo>
                  <a:pt x="1504950" y="638175"/>
                </a:lnTo>
                <a:lnTo>
                  <a:pt x="1504950" y="628650"/>
                </a:lnTo>
                <a:lnTo>
                  <a:pt x="1495425" y="628650"/>
                </a:lnTo>
                <a:close/>
                <a:moveTo>
                  <a:pt x="1733550" y="638175"/>
                </a:moveTo>
                <a:lnTo>
                  <a:pt x="1743075" y="638175"/>
                </a:lnTo>
                <a:lnTo>
                  <a:pt x="1743075" y="647700"/>
                </a:lnTo>
                <a:lnTo>
                  <a:pt x="1733550" y="647700"/>
                </a:lnTo>
                <a:close/>
                <a:moveTo>
                  <a:pt x="257175" y="647700"/>
                </a:moveTo>
                <a:lnTo>
                  <a:pt x="276225" y="647700"/>
                </a:lnTo>
                <a:lnTo>
                  <a:pt x="276225" y="657225"/>
                </a:lnTo>
                <a:lnTo>
                  <a:pt x="257175" y="657225"/>
                </a:lnTo>
                <a:close/>
                <a:moveTo>
                  <a:pt x="790575" y="647700"/>
                </a:moveTo>
                <a:lnTo>
                  <a:pt x="800100" y="647700"/>
                </a:lnTo>
                <a:lnTo>
                  <a:pt x="800100" y="657225"/>
                </a:lnTo>
                <a:lnTo>
                  <a:pt x="790575" y="657225"/>
                </a:lnTo>
                <a:close/>
                <a:moveTo>
                  <a:pt x="809625" y="647700"/>
                </a:moveTo>
                <a:lnTo>
                  <a:pt x="828675" y="647700"/>
                </a:lnTo>
                <a:lnTo>
                  <a:pt x="828675" y="657225"/>
                </a:lnTo>
                <a:lnTo>
                  <a:pt x="847725" y="657225"/>
                </a:lnTo>
                <a:lnTo>
                  <a:pt x="847725" y="676275"/>
                </a:lnTo>
                <a:lnTo>
                  <a:pt x="857250" y="676275"/>
                </a:lnTo>
                <a:lnTo>
                  <a:pt x="857250" y="666750"/>
                </a:lnTo>
                <a:lnTo>
                  <a:pt x="885825" y="666750"/>
                </a:lnTo>
                <a:lnTo>
                  <a:pt x="885825" y="676275"/>
                </a:lnTo>
                <a:lnTo>
                  <a:pt x="876300" y="676275"/>
                </a:lnTo>
                <a:lnTo>
                  <a:pt x="876300" y="685800"/>
                </a:lnTo>
                <a:lnTo>
                  <a:pt x="857250" y="685800"/>
                </a:lnTo>
                <a:lnTo>
                  <a:pt x="857250" y="695325"/>
                </a:lnTo>
                <a:lnTo>
                  <a:pt x="847725" y="695325"/>
                </a:lnTo>
                <a:lnTo>
                  <a:pt x="847725" y="704850"/>
                </a:lnTo>
                <a:lnTo>
                  <a:pt x="838200" y="704850"/>
                </a:lnTo>
                <a:lnTo>
                  <a:pt x="838200" y="695325"/>
                </a:lnTo>
                <a:lnTo>
                  <a:pt x="828675" y="695325"/>
                </a:lnTo>
                <a:lnTo>
                  <a:pt x="828675" y="685800"/>
                </a:lnTo>
                <a:lnTo>
                  <a:pt x="819150" y="685800"/>
                </a:lnTo>
                <a:lnTo>
                  <a:pt x="819150" y="657225"/>
                </a:lnTo>
                <a:lnTo>
                  <a:pt x="809625" y="657225"/>
                </a:lnTo>
                <a:close/>
                <a:moveTo>
                  <a:pt x="1543050" y="647700"/>
                </a:moveTo>
                <a:lnTo>
                  <a:pt x="1562100" y="647700"/>
                </a:lnTo>
                <a:lnTo>
                  <a:pt x="1562100" y="657225"/>
                </a:lnTo>
                <a:lnTo>
                  <a:pt x="1543050" y="657225"/>
                </a:lnTo>
                <a:close/>
                <a:moveTo>
                  <a:pt x="295275" y="657225"/>
                </a:moveTo>
                <a:lnTo>
                  <a:pt x="304800" y="657225"/>
                </a:lnTo>
                <a:lnTo>
                  <a:pt x="304800" y="666750"/>
                </a:lnTo>
                <a:lnTo>
                  <a:pt x="295275" y="666750"/>
                </a:lnTo>
                <a:close/>
                <a:moveTo>
                  <a:pt x="1562100" y="657225"/>
                </a:moveTo>
                <a:lnTo>
                  <a:pt x="1571625" y="657225"/>
                </a:lnTo>
                <a:lnTo>
                  <a:pt x="1571625" y="676275"/>
                </a:lnTo>
                <a:lnTo>
                  <a:pt x="1562100" y="676275"/>
                </a:lnTo>
                <a:close/>
                <a:moveTo>
                  <a:pt x="1762125" y="657225"/>
                </a:moveTo>
                <a:lnTo>
                  <a:pt x="1771650" y="657225"/>
                </a:lnTo>
                <a:lnTo>
                  <a:pt x="1771650" y="666750"/>
                </a:lnTo>
                <a:lnTo>
                  <a:pt x="1762125" y="666750"/>
                </a:lnTo>
                <a:close/>
                <a:moveTo>
                  <a:pt x="171450" y="666750"/>
                </a:moveTo>
                <a:lnTo>
                  <a:pt x="180975" y="666750"/>
                </a:lnTo>
                <a:lnTo>
                  <a:pt x="180975" y="685800"/>
                </a:lnTo>
                <a:lnTo>
                  <a:pt x="171450" y="685800"/>
                </a:lnTo>
                <a:close/>
                <a:moveTo>
                  <a:pt x="238125" y="666750"/>
                </a:moveTo>
                <a:lnTo>
                  <a:pt x="247650" y="666750"/>
                </a:lnTo>
                <a:lnTo>
                  <a:pt x="247650" y="685800"/>
                </a:lnTo>
                <a:lnTo>
                  <a:pt x="257175" y="685800"/>
                </a:lnTo>
                <a:lnTo>
                  <a:pt x="257175" y="695325"/>
                </a:lnTo>
                <a:lnTo>
                  <a:pt x="238125" y="695325"/>
                </a:lnTo>
                <a:lnTo>
                  <a:pt x="238125" y="704850"/>
                </a:lnTo>
                <a:lnTo>
                  <a:pt x="228600" y="704850"/>
                </a:lnTo>
                <a:lnTo>
                  <a:pt x="228600" y="714375"/>
                </a:lnTo>
                <a:lnTo>
                  <a:pt x="219075" y="714375"/>
                </a:lnTo>
                <a:lnTo>
                  <a:pt x="219075" y="723900"/>
                </a:lnTo>
                <a:lnTo>
                  <a:pt x="190500" y="723900"/>
                </a:lnTo>
                <a:lnTo>
                  <a:pt x="190500" y="704850"/>
                </a:lnTo>
                <a:lnTo>
                  <a:pt x="200025" y="704850"/>
                </a:lnTo>
                <a:lnTo>
                  <a:pt x="200025" y="685800"/>
                </a:lnTo>
                <a:lnTo>
                  <a:pt x="190500" y="685800"/>
                </a:lnTo>
                <a:lnTo>
                  <a:pt x="190500" y="676275"/>
                </a:lnTo>
                <a:lnTo>
                  <a:pt x="219075" y="676275"/>
                </a:lnTo>
                <a:lnTo>
                  <a:pt x="219075" y="685800"/>
                </a:lnTo>
                <a:lnTo>
                  <a:pt x="228600" y="685800"/>
                </a:lnTo>
                <a:lnTo>
                  <a:pt x="228600" y="676275"/>
                </a:lnTo>
                <a:lnTo>
                  <a:pt x="238125" y="676275"/>
                </a:lnTo>
                <a:close/>
                <a:moveTo>
                  <a:pt x="1485900" y="666750"/>
                </a:moveTo>
                <a:lnTo>
                  <a:pt x="1495425" y="666750"/>
                </a:lnTo>
                <a:lnTo>
                  <a:pt x="1495425" y="676275"/>
                </a:lnTo>
                <a:lnTo>
                  <a:pt x="1485900" y="676275"/>
                </a:lnTo>
                <a:close/>
                <a:moveTo>
                  <a:pt x="1457325" y="676275"/>
                </a:moveTo>
                <a:lnTo>
                  <a:pt x="1466850" y="676275"/>
                </a:lnTo>
                <a:lnTo>
                  <a:pt x="1466850" y="685800"/>
                </a:lnTo>
                <a:lnTo>
                  <a:pt x="1476375" y="685800"/>
                </a:lnTo>
                <a:lnTo>
                  <a:pt x="1476375" y="704850"/>
                </a:lnTo>
                <a:lnTo>
                  <a:pt x="1485900" y="704850"/>
                </a:lnTo>
                <a:lnTo>
                  <a:pt x="1485900" y="733425"/>
                </a:lnTo>
                <a:lnTo>
                  <a:pt x="1476375" y="733425"/>
                </a:lnTo>
                <a:lnTo>
                  <a:pt x="1476375" y="723900"/>
                </a:lnTo>
                <a:lnTo>
                  <a:pt x="1447800" y="723900"/>
                </a:lnTo>
                <a:lnTo>
                  <a:pt x="1447800" y="704850"/>
                </a:lnTo>
                <a:lnTo>
                  <a:pt x="1428750" y="704850"/>
                </a:lnTo>
                <a:lnTo>
                  <a:pt x="1428750" y="695325"/>
                </a:lnTo>
                <a:lnTo>
                  <a:pt x="1447800" y="695325"/>
                </a:lnTo>
                <a:lnTo>
                  <a:pt x="1447800" y="685800"/>
                </a:lnTo>
                <a:lnTo>
                  <a:pt x="1457325" y="685800"/>
                </a:lnTo>
                <a:close/>
                <a:moveTo>
                  <a:pt x="1733550" y="676275"/>
                </a:moveTo>
                <a:lnTo>
                  <a:pt x="1743075" y="676275"/>
                </a:lnTo>
                <a:lnTo>
                  <a:pt x="1743075" y="685800"/>
                </a:lnTo>
                <a:lnTo>
                  <a:pt x="1733550" y="685800"/>
                </a:lnTo>
                <a:close/>
                <a:moveTo>
                  <a:pt x="180975" y="685800"/>
                </a:moveTo>
                <a:lnTo>
                  <a:pt x="190500" y="685800"/>
                </a:lnTo>
                <a:lnTo>
                  <a:pt x="190500" y="695325"/>
                </a:lnTo>
                <a:lnTo>
                  <a:pt x="180975" y="695325"/>
                </a:lnTo>
                <a:close/>
                <a:moveTo>
                  <a:pt x="314325" y="685800"/>
                </a:moveTo>
                <a:lnTo>
                  <a:pt x="323850" y="685800"/>
                </a:lnTo>
                <a:lnTo>
                  <a:pt x="323850" y="695325"/>
                </a:lnTo>
                <a:lnTo>
                  <a:pt x="314325" y="695325"/>
                </a:lnTo>
                <a:close/>
                <a:moveTo>
                  <a:pt x="1781175" y="685800"/>
                </a:moveTo>
                <a:lnTo>
                  <a:pt x="1790700" y="685800"/>
                </a:lnTo>
                <a:lnTo>
                  <a:pt x="1790700" y="695325"/>
                </a:lnTo>
                <a:lnTo>
                  <a:pt x="1781175" y="695325"/>
                </a:lnTo>
                <a:close/>
                <a:moveTo>
                  <a:pt x="257175" y="695325"/>
                </a:moveTo>
                <a:lnTo>
                  <a:pt x="285750" y="695325"/>
                </a:lnTo>
                <a:lnTo>
                  <a:pt x="285750" y="704850"/>
                </a:lnTo>
                <a:lnTo>
                  <a:pt x="257175" y="704850"/>
                </a:lnTo>
                <a:close/>
                <a:moveTo>
                  <a:pt x="1409700" y="695325"/>
                </a:moveTo>
                <a:lnTo>
                  <a:pt x="1419225" y="695325"/>
                </a:lnTo>
                <a:lnTo>
                  <a:pt x="1419225" y="714375"/>
                </a:lnTo>
                <a:lnTo>
                  <a:pt x="1409700" y="714375"/>
                </a:lnTo>
                <a:close/>
                <a:moveTo>
                  <a:pt x="1790700" y="695325"/>
                </a:moveTo>
                <a:lnTo>
                  <a:pt x="1800225" y="695325"/>
                </a:lnTo>
                <a:lnTo>
                  <a:pt x="1800225" y="714375"/>
                </a:lnTo>
                <a:lnTo>
                  <a:pt x="1790700" y="714375"/>
                </a:lnTo>
                <a:close/>
                <a:moveTo>
                  <a:pt x="1781175" y="714375"/>
                </a:moveTo>
                <a:lnTo>
                  <a:pt x="1790700" y="714375"/>
                </a:lnTo>
                <a:lnTo>
                  <a:pt x="1790700" y="723900"/>
                </a:lnTo>
                <a:lnTo>
                  <a:pt x="1781175" y="723900"/>
                </a:lnTo>
                <a:close/>
                <a:moveTo>
                  <a:pt x="1752600" y="723900"/>
                </a:moveTo>
                <a:lnTo>
                  <a:pt x="1781175" y="723900"/>
                </a:lnTo>
                <a:lnTo>
                  <a:pt x="1781175" y="733425"/>
                </a:lnTo>
                <a:lnTo>
                  <a:pt x="1752600" y="733425"/>
                </a:lnTo>
                <a:close/>
                <a:moveTo>
                  <a:pt x="714375" y="733425"/>
                </a:moveTo>
                <a:lnTo>
                  <a:pt x="723900" y="733425"/>
                </a:lnTo>
                <a:lnTo>
                  <a:pt x="723900" y="742950"/>
                </a:lnTo>
                <a:lnTo>
                  <a:pt x="762000" y="742950"/>
                </a:lnTo>
                <a:lnTo>
                  <a:pt x="762000" y="781050"/>
                </a:lnTo>
                <a:lnTo>
                  <a:pt x="781050" y="781050"/>
                </a:lnTo>
                <a:lnTo>
                  <a:pt x="781050" y="790575"/>
                </a:lnTo>
                <a:lnTo>
                  <a:pt x="733425" y="790575"/>
                </a:lnTo>
                <a:lnTo>
                  <a:pt x="733425" y="781050"/>
                </a:lnTo>
                <a:lnTo>
                  <a:pt x="714375" y="781050"/>
                </a:lnTo>
                <a:lnTo>
                  <a:pt x="714375" y="771525"/>
                </a:lnTo>
                <a:lnTo>
                  <a:pt x="676275" y="771525"/>
                </a:lnTo>
                <a:lnTo>
                  <a:pt x="676275" y="762000"/>
                </a:lnTo>
                <a:lnTo>
                  <a:pt x="685800" y="762000"/>
                </a:lnTo>
                <a:lnTo>
                  <a:pt x="685800" y="752475"/>
                </a:lnTo>
                <a:lnTo>
                  <a:pt x="695325" y="752475"/>
                </a:lnTo>
                <a:lnTo>
                  <a:pt x="695325" y="742950"/>
                </a:lnTo>
                <a:lnTo>
                  <a:pt x="714375" y="742950"/>
                </a:lnTo>
                <a:close/>
                <a:moveTo>
                  <a:pt x="1733550" y="733425"/>
                </a:moveTo>
                <a:lnTo>
                  <a:pt x="1752600" y="733425"/>
                </a:lnTo>
                <a:lnTo>
                  <a:pt x="1752600" y="752475"/>
                </a:lnTo>
                <a:lnTo>
                  <a:pt x="1733550" y="752475"/>
                </a:lnTo>
                <a:close/>
                <a:moveTo>
                  <a:pt x="323850" y="762000"/>
                </a:moveTo>
                <a:lnTo>
                  <a:pt x="333375" y="762000"/>
                </a:lnTo>
                <a:lnTo>
                  <a:pt x="333375" y="771525"/>
                </a:lnTo>
                <a:lnTo>
                  <a:pt x="323850" y="771525"/>
                </a:lnTo>
                <a:close/>
                <a:moveTo>
                  <a:pt x="1238250" y="762000"/>
                </a:moveTo>
                <a:lnTo>
                  <a:pt x="1295400" y="762000"/>
                </a:lnTo>
                <a:lnTo>
                  <a:pt x="1295400" y="771525"/>
                </a:lnTo>
                <a:lnTo>
                  <a:pt x="1238250" y="771525"/>
                </a:lnTo>
                <a:close/>
                <a:moveTo>
                  <a:pt x="800100" y="790575"/>
                </a:moveTo>
                <a:lnTo>
                  <a:pt x="809625" y="790575"/>
                </a:lnTo>
                <a:lnTo>
                  <a:pt x="809625" y="800100"/>
                </a:lnTo>
                <a:lnTo>
                  <a:pt x="800100" y="800100"/>
                </a:lnTo>
                <a:close/>
                <a:moveTo>
                  <a:pt x="904875" y="800100"/>
                </a:moveTo>
                <a:lnTo>
                  <a:pt x="914400" y="800100"/>
                </a:lnTo>
                <a:lnTo>
                  <a:pt x="914400" y="809625"/>
                </a:lnTo>
                <a:lnTo>
                  <a:pt x="933450" y="809625"/>
                </a:lnTo>
                <a:lnTo>
                  <a:pt x="933450" y="819150"/>
                </a:lnTo>
                <a:lnTo>
                  <a:pt x="914400" y="819150"/>
                </a:lnTo>
                <a:lnTo>
                  <a:pt x="914400" y="828675"/>
                </a:lnTo>
                <a:lnTo>
                  <a:pt x="933450" y="828675"/>
                </a:lnTo>
                <a:lnTo>
                  <a:pt x="933450" y="838200"/>
                </a:lnTo>
                <a:lnTo>
                  <a:pt x="923925" y="838200"/>
                </a:lnTo>
                <a:lnTo>
                  <a:pt x="923925" y="847725"/>
                </a:lnTo>
                <a:lnTo>
                  <a:pt x="914400" y="847725"/>
                </a:lnTo>
                <a:lnTo>
                  <a:pt x="914400" y="838200"/>
                </a:lnTo>
                <a:lnTo>
                  <a:pt x="885825" y="838200"/>
                </a:lnTo>
                <a:lnTo>
                  <a:pt x="885825" y="828675"/>
                </a:lnTo>
                <a:lnTo>
                  <a:pt x="895350" y="828675"/>
                </a:lnTo>
                <a:lnTo>
                  <a:pt x="895350" y="819150"/>
                </a:lnTo>
                <a:lnTo>
                  <a:pt x="904875" y="819150"/>
                </a:lnTo>
                <a:close/>
                <a:moveTo>
                  <a:pt x="1724025" y="800100"/>
                </a:moveTo>
                <a:lnTo>
                  <a:pt x="1733550" y="800100"/>
                </a:lnTo>
                <a:lnTo>
                  <a:pt x="1733550" y="809625"/>
                </a:lnTo>
                <a:lnTo>
                  <a:pt x="1724025" y="809625"/>
                </a:lnTo>
                <a:close/>
                <a:moveTo>
                  <a:pt x="647700" y="809625"/>
                </a:moveTo>
                <a:lnTo>
                  <a:pt x="657225" y="809625"/>
                </a:lnTo>
                <a:lnTo>
                  <a:pt x="657225" y="828675"/>
                </a:lnTo>
                <a:lnTo>
                  <a:pt x="666750" y="828675"/>
                </a:lnTo>
                <a:lnTo>
                  <a:pt x="666750" y="838200"/>
                </a:lnTo>
                <a:lnTo>
                  <a:pt x="676275" y="838200"/>
                </a:lnTo>
                <a:lnTo>
                  <a:pt x="676275" y="857250"/>
                </a:lnTo>
                <a:lnTo>
                  <a:pt x="666750" y="857250"/>
                </a:lnTo>
                <a:lnTo>
                  <a:pt x="666750" y="847725"/>
                </a:lnTo>
                <a:lnTo>
                  <a:pt x="647700" y="847725"/>
                </a:lnTo>
                <a:close/>
                <a:moveTo>
                  <a:pt x="781050" y="809625"/>
                </a:moveTo>
                <a:lnTo>
                  <a:pt x="819150" y="809625"/>
                </a:lnTo>
                <a:lnTo>
                  <a:pt x="819150" y="819150"/>
                </a:lnTo>
                <a:lnTo>
                  <a:pt x="809625" y="819150"/>
                </a:lnTo>
                <a:lnTo>
                  <a:pt x="809625" y="828675"/>
                </a:lnTo>
                <a:lnTo>
                  <a:pt x="790575" y="828675"/>
                </a:lnTo>
                <a:lnTo>
                  <a:pt x="790575" y="819150"/>
                </a:lnTo>
                <a:lnTo>
                  <a:pt x="781050" y="819150"/>
                </a:lnTo>
                <a:close/>
                <a:moveTo>
                  <a:pt x="1733550" y="809625"/>
                </a:moveTo>
                <a:lnTo>
                  <a:pt x="1743075" y="809625"/>
                </a:lnTo>
                <a:lnTo>
                  <a:pt x="1743075" y="819150"/>
                </a:lnTo>
                <a:lnTo>
                  <a:pt x="1762125" y="819150"/>
                </a:lnTo>
                <a:lnTo>
                  <a:pt x="1762125" y="828675"/>
                </a:lnTo>
                <a:lnTo>
                  <a:pt x="1714500" y="828675"/>
                </a:lnTo>
                <a:lnTo>
                  <a:pt x="1714500" y="819150"/>
                </a:lnTo>
                <a:lnTo>
                  <a:pt x="1733550" y="819150"/>
                </a:lnTo>
                <a:close/>
                <a:moveTo>
                  <a:pt x="1352550" y="819150"/>
                </a:moveTo>
                <a:lnTo>
                  <a:pt x="1362075" y="819150"/>
                </a:lnTo>
                <a:lnTo>
                  <a:pt x="1362075" y="828675"/>
                </a:lnTo>
                <a:lnTo>
                  <a:pt x="1352550" y="828675"/>
                </a:lnTo>
                <a:close/>
                <a:moveTo>
                  <a:pt x="1343025" y="828675"/>
                </a:moveTo>
                <a:lnTo>
                  <a:pt x="1352550" y="828675"/>
                </a:lnTo>
                <a:lnTo>
                  <a:pt x="1352550" y="838200"/>
                </a:lnTo>
                <a:lnTo>
                  <a:pt x="1343025" y="838200"/>
                </a:lnTo>
                <a:close/>
                <a:moveTo>
                  <a:pt x="628650" y="838200"/>
                </a:moveTo>
                <a:lnTo>
                  <a:pt x="638175" y="838200"/>
                </a:lnTo>
                <a:lnTo>
                  <a:pt x="638175" y="847725"/>
                </a:lnTo>
                <a:lnTo>
                  <a:pt x="647700" y="847725"/>
                </a:lnTo>
                <a:lnTo>
                  <a:pt x="647700" y="866775"/>
                </a:lnTo>
                <a:lnTo>
                  <a:pt x="666750" y="866775"/>
                </a:lnTo>
                <a:lnTo>
                  <a:pt x="666750" y="876300"/>
                </a:lnTo>
                <a:lnTo>
                  <a:pt x="638175" y="876300"/>
                </a:lnTo>
                <a:lnTo>
                  <a:pt x="638175" y="866775"/>
                </a:lnTo>
                <a:lnTo>
                  <a:pt x="600075" y="866775"/>
                </a:lnTo>
                <a:lnTo>
                  <a:pt x="600075" y="857250"/>
                </a:lnTo>
                <a:lnTo>
                  <a:pt x="590550" y="857250"/>
                </a:lnTo>
                <a:lnTo>
                  <a:pt x="590550" y="847725"/>
                </a:lnTo>
                <a:lnTo>
                  <a:pt x="600075" y="847725"/>
                </a:lnTo>
                <a:lnTo>
                  <a:pt x="600075" y="857250"/>
                </a:lnTo>
                <a:lnTo>
                  <a:pt x="628650" y="857250"/>
                </a:lnTo>
                <a:close/>
                <a:moveTo>
                  <a:pt x="866775" y="838200"/>
                </a:moveTo>
                <a:lnTo>
                  <a:pt x="885825" y="838200"/>
                </a:lnTo>
                <a:lnTo>
                  <a:pt x="885825" y="847725"/>
                </a:lnTo>
                <a:lnTo>
                  <a:pt x="866775" y="847725"/>
                </a:lnTo>
                <a:close/>
                <a:moveTo>
                  <a:pt x="1695450" y="838200"/>
                </a:moveTo>
                <a:lnTo>
                  <a:pt x="1714500" y="838200"/>
                </a:lnTo>
                <a:lnTo>
                  <a:pt x="1714500" y="866775"/>
                </a:lnTo>
                <a:lnTo>
                  <a:pt x="1704975" y="866775"/>
                </a:lnTo>
                <a:lnTo>
                  <a:pt x="1704975" y="876300"/>
                </a:lnTo>
                <a:lnTo>
                  <a:pt x="1695450" y="876300"/>
                </a:lnTo>
                <a:lnTo>
                  <a:pt x="1695450" y="885825"/>
                </a:lnTo>
                <a:lnTo>
                  <a:pt x="1676400" y="885825"/>
                </a:lnTo>
                <a:lnTo>
                  <a:pt x="1676400" y="904875"/>
                </a:lnTo>
                <a:lnTo>
                  <a:pt x="1657350" y="904875"/>
                </a:lnTo>
                <a:lnTo>
                  <a:pt x="1657350" y="914400"/>
                </a:lnTo>
                <a:lnTo>
                  <a:pt x="1638300" y="914400"/>
                </a:lnTo>
                <a:lnTo>
                  <a:pt x="1638300" y="923925"/>
                </a:lnTo>
                <a:lnTo>
                  <a:pt x="1628775" y="923925"/>
                </a:lnTo>
                <a:lnTo>
                  <a:pt x="1628775" y="933450"/>
                </a:lnTo>
                <a:lnTo>
                  <a:pt x="1619250" y="933450"/>
                </a:lnTo>
                <a:lnTo>
                  <a:pt x="1619250" y="895350"/>
                </a:lnTo>
                <a:lnTo>
                  <a:pt x="1628775" y="895350"/>
                </a:lnTo>
                <a:lnTo>
                  <a:pt x="1628775" y="885825"/>
                </a:lnTo>
                <a:lnTo>
                  <a:pt x="1647825" y="885825"/>
                </a:lnTo>
                <a:lnTo>
                  <a:pt x="1647825" y="895350"/>
                </a:lnTo>
                <a:lnTo>
                  <a:pt x="1657350" y="895350"/>
                </a:lnTo>
                <a:lnTo>
                  <a:pt x="1657350" y="885825"/>
                </a:lnTo>
                <a:lnTo>
                  <a:pt x="1666875" y="885825"/>
                </a:lnTo>
                <a:lnTo>
                  <a:pt x="1666875" y="857250"/>
                </a:lnTo>
                <a:lnTo>
                  <a:pt x="1676400" y="857250"/>
                </a:lnTo>
                <a:lnTo>
                  <a:pt x="1676400" y="847725"/>
                </a:lnTo>
                <a:lnTo>
                  <a:pt x="1695450" y="847725"/>
                </a:lnTo>
                <a:close/>
                <a:moveTo>
                  <a:pt x="28575" y="847725"/>
                </a:moveTo>
                <a:lnTo>
                  <a:pt x="38100" y="847725"/>
                </a:lnTo>
                <a:lnTo>
                  <a:pt x="38100" y="876300"/>
                </a:lnTo>
                <a:lnTo>
                  <a:pt x="28575" y="876300"/>
                </a:lnTo>
                <a:lnTo>
                  <a:pt x="28575" y="895350"/>
                </a:lnTo>
                <a:lnTo>
                  <a:pt x="19050" y="895350"/>
                </a:lnTo>
                <a:lnTo>
                  <a:pt x="19050" y="866775"/>
                </a:lnTo>
                <a:lnTo>
                  <a:pt x="28575" y="866775"/>
                </a:lnTo>
                <a:close/>
                <a:moveTo>
                  <a:pt x="981075" y="847725"/>
                </a:moveTo>
                <a:lnTo>
                  <a:pt x="1019175" y="847725"/>
                </a:lnTo>
                <a:lnTo>
                  <a:pt x="1019175" y="857250"/>
                </a:lnTo>
                <a:lnTo>
                  <a:pt x="981075" y="857250"/>
                </a:lnTo>
                <a:close/>
                <a:moveTo>
                  <a:pt x="1438275" y="847725"/>
                </a:moveTo>
                <a:lnTo>
                  <a:pt x="1457325" y="847725"/>
                </a:lnTo>
                <a:lnTo>
                  <a:pt x="1457325" y="857250"/>
                </a:lnTo>
                <a:lnTo>
                  <a:pt x="1438275" y="857250"/>
                </a:lnTo>
                <a:close/>
                <a:moveTo>
                  <a:pt x="866775" y="857250"/>
                </a:moveTo>
                <a:lnTo>
                  <a:pt x="876300" y="857250"/>
                </a:lnTo>
                <a:lnTo>
                  <a:pt x="876300" y="866775"/>
                </a:lnTo>
                <a:lnTo>
                  <a:pt x="866775" y="866775"/>
                </a:lnTo>
                <a:close/>
                <a:moveTo>
                  <a:pt x="904875" y="857250"/>
                </a:moveTo>
                <a:lnTo>
                  <a:pt x="942975" y="857250"/>
                </a:lnTo>
                <a:lnTo>
                  <a:pt x="942975" y="876300"/>
                </a:lnTo>
                <a:lnTo>
                  <a:pt x="952500" y="876300"/>
                </a:lnTo>
                <a:lnTo>
                  <a:pt x="952500" y="885825"/>
                </a:lnTo>
                <a:lnTo>
                  <a:pt x="933450" y="885825"/>
                </a:lnTo>
                <a:lnTo>
                  <a:pt x="933450" y="876300"/>
                </a:lnTo>
                <a:lnTo>
                  <a:pt x="923925" y="876300"/>
                </a:lnTo>
                <a:lnTo>
                  <a:pt x="923925" y="866775"/>
                </a:lnTo>
                <a:lnTo>
                  <a:pt x="904875" y="866775"/>
                </a:lnTo>
                <a:close/>
                <a:moveTo>
                  <a:pt x="1019175" y="857250"/>
                </a:moveTo>
                <a:lnTo>
                  <a:pt x="1028700" y="857250"/>
                </a:lnTo>
                <a:lnTo>
                  <a:pt x="1028700" y="866775"/>
                </a:lnTo>
                <a:lnTo>
                  <a:pt x="1019175" y="866775"/>
                </a:lnTo>
                <a:close/>
                <a:moveTo>
                  <a:pt x="504825" y="866775"/>
                </a:moveTo>
                <a:lnTo>
                  <a:pt x="523875" y="866775"/>
                </a:lnTo>
                <a:lnTo>
                  <a:pt x="523875" y="895350"/>
                </a:lnTo>
                <a:lnTo>
                  <a:pt x="504825" y="895350"/>
                </a:lnTo>
                <a:close/>
                <a:moveTo>
                  <a:pt x="685800" y="866775"/>
                </a:moveTo>
                <a:lnTo>
                  <a:pt x="695325" y="866775"/>
                </a:lnTo>
                <a:lnTo>
                  <a:pt x="695325" y="885825"/>
                </a:lnTo>
                <a:lnTo>
                  <a:pt x="685800" y="885825"/>
                </a:lnTo>
                <a:close/>
                <a:moveTo>
                  <a:pt x="885825" y="866775"/>
                </a:moveTo>
                <a:lnTo>
                  <a:pt x="904875" y="866775"/>
                </a:lnTo>
                <a:lnTo>
                  <a:pt x="904875" y="876300"/>
                </a:lnTo>
                <a:lnTo>
                  <a:pt x="885825" y="876300"/>
                </a:lnTo>
                <a:close/>
                <a:moveTo>
                  <a:pt x="1371600" y="866775"/>
                </a:moveTo>
                <a:lnTo>
                  <a:pt x="1381125" y="866775"/>
                </a:lnTo>
                <a:lnTo>
                  <a:pt x="1381125" y="876300"/>
                </a:lnTo>
                <a:lnTo>
                  <a:pt x="1371600" y="876300"/>
                </a:lnTo>
                <a:close/>
                <a:moveTo>
                  <a:pt x="361950" y="876300"/>
                </a:moveTo>
                <a:lnTo>
                  <a:pt x="371475" y="876300"/>
                </a:lnTo>
                <a:lnTo>
                  <a:pt x="371475" y="885825"/>
                </a:lnTo>
                <a:lnTo>
                  <a:pt x="361950" y="885825"/>
                </a:lnTo>
                <a:close/>
                <a:moveTo>
                  <a:pt x="1066800" y="876300"/>
                </a:moveTo>
                <a:lnTo>
                  <a:pt x="1076325" y="876300"/>
                </a:lnTo>
                <a:lnTo>
                  <a:pt x="1076325" y="895350"/>
                </a:lnTo>
                <a:lnTo>
                  <a:pt x="1066800" y="895350"/>
                </a:lnTo>
                <a:close/>
                <a:moveTo>
                  <a:pt x="342900" y="885825"/>
                </a:moveTo>
                <a:lnTo>
                  <a:pt x="352425" y="885825"/>
                </a:lnTo>
                <a:lnTo>
                  <a:pt x="352425" y="895350"/>
                </a:lnTo>
                <a:lnTo>
                  <a:pt x="371475" y="895350"/>
                </a:lnTo>
                <a:lnTo>
                  <a:pt x="371475" y="885825"/>
                </a:lnTo>
                <a:lnTo>
                  <a:pt x="381000" y="885825"/>
                </a:lnTo>
                <a:lnTo>
                  <a:pt x="381000" y="914400"/>
                </a:lnTo>
                <a:lnTo>
                  <a:pt x="361950" y="914400"/>
                </a:lnTo>
                <a:lnTo>
                  <a:pt x="361950" y="923925"/>
                </a:lnTo>
                <a:lnTo>
                  <a:pt x="352425" y="923925"/>
                </a:lnTo>
                <a:lnTo>
                  <a:pt x="352425" y="914400"/>
                </a:lnTo>
                <a:lnTo>
                  <a:pt x="333375" y="914400"/>
                </a:lnTo>
                <a:lnTo>
                  <a:pt x="333375" y="895350"/>
                </a:lnTo>
                <a:lnTo>
                  <a:pt x="342900" y="895350"/>
                </a:lnTo>
                <a:close/>
                <a:moveTo>
                  <a:pt x="390525" y="885825"/>
                </a:moveTo>
                <a:lnTo>
                  <a:pt x="400050" y="885825"/>
                </a:lnTo>
                <a:lnTo>
                  <a:pt x="400050" y="895350"/>
                </a:lnTo>
                <a:lnTo>
                  <a:pt x="390525" y="895350"/>
                </a:lnTo>
                <a:close/>
                <a:moveTo>
                  <a:pt x="428625" y="885825"/>
                </a:moveTo>
                <a:lnTo>
                  <a:pt x="457200" y="885825"/>
                </a:lnTo>
                <a:lnTo>
                  <a:pt x="457200" y="895350"/>
                </a:lnTo>
                <a:lnTo>
                  <a:pt x="428625" y="895350"/>
                </a:lnTo>
                <a:close/>
                <a:moveTo>
                  <a:pt x="704850" y="885825"/>
                </a:moveTo>
                <a:lnTo>
                  <a:pt x="714375" y="885825"/>
                </a:lnTo>
                <a:lnTo>
                  <a:pt x="714375" y="895350"/>
                </a:lnTo>
                <a:lnTo>
                  <a:pt x="704850" y="895350"/>
                </a:lnTo>
                <a:close/>
                <a:moveTo>
                  <a:pt x="952500" y="885825"/>
                </a:moveTo>
                <a:lnTo>
                  <a:pt x="962025" y="885825"/>
                </a:lnTo>
                <a:lnTo>
                  <a:pt x="962025" y="895350"/>
                </a:lnTo>
                <a:lnTo>
                  <a:pt x="952500" y="895350"/>
                </a:lnTo>
                <a:close/>
                <a:moveTo>
                  <a:pt x="1085850" y="885825"/>
                </a:moveTo>
                <a:lnTo>
                  <a:pt x="1104900" y="885825"/>
                </a:lnTo>
                <a:lnTo>
                  <a:pt x="1104900" y="895350"/>
                </a:lnTo>
                <a:lnTo>
                  <a:pt x="1085850" y="895350"/>
                </a:lnTo>
                <a:close/>
                <a:moveTo>
                  <a:pt x="1600200" y="885825"/>
                </a:moveTo>
                <a:lnTo>
                  <a:pt x="1609725" y="885825"/>
                </a:lnTo>
                <a:lnTo>
                  <a:pt x="1609725" y="895350"/>
                </a:lnTo>
                <a:lnTo>
                  <a:pt x="1600200" y="895350"/>
                </a:lnTo>
                <a:close/>
                <a:moveTo>
                  <a:pt x="457200" y="895350"/>
                </a:moveTo>
                <a:lnTo>
                  <a:pt x="476250" y="895350"/>
                </a:lnTo>
                <a:lnTo>
                  <a:pt x="476250" y="904875"/>
                </a:lnTo>
                <a:lnTo>
                  <a:pt x="504825" y="904875"/>
                </a:lnTo>
                <a:lnTo>
                  <a:pt x="504825" y="923925"/>
                </a:lnTo>
                <a:lnTo>
                  <a:pt x="514350" y="923925"/>
                </a:lnTo>
                <a:lnTo>
                  <a:pt x="514350" y="942975"/>
                </a:lnTo>
                <a:lnTo>
                  <a:pt x="523875" y="942975"/>
                </a:lnTo>
                <a:lnTo>
                  <a:pt x="523875" y="895350"/>
                </a:lnTo>
                <a:lnTo>
                  <a:pt x="533400" y="895350"/>
                </a:lnTo>
                <a:lnTo>
                  <a:pt x="533400" y="904875"/>
                </a:lnTo>
                <a:lnTo>
                  <a:pt x="542925" y="904875"/>
                </a:lnTo>
                <a:lnTo>
                  <a:pt x="542925" y="895350"/>
                </a:lnTo>
                <a:lnTo>
                  <a:pt x="561975" y="895350"/>
                </a:lnTo>
                <a:lnTo>
                  <a:pt x="561975" y="904875"/>
                </a:lnTo>
                <a:lnTo>
                  <a:pt x="571500" y="904875"/>
                </a:lnTo>
                <a:lnTo>
                  <a:pt x="571500" y="914400"/>
                </a:lnTo>
                <a:lnTo>
                  <a:pt x="600075" y="914400"/>
                </a:lnTo>
                <a:lnTo>
                  <a:pt x="600075" y="923925"/>
                </a:lnTo>
                <a:lnTo>
                  <a:pt x="581025" y="923925"/>
                </a:lnTo>
                <a:lnTo>
                  <a:pt x="581025" y="933450"/>
                </a:lnTo>
                <a:lnTo>
                  <a:pt x="571500" y="933450"/>
                </a:lnTo>
                <a:lnTo>
                  <a:pt x="571500" y="923925"/>
                </a:lnTo>
                <a:lnTo>
                  <a:pt x="561975" y="923925"/>
                </a:lnTo>
                <a:lnTo>
                  <a:pt x="561975" y="933450"/>
                </a:lnTo>
                <a:lnTo>
                  <a:pt x="552450" y="933450"/>
                </a:lnTo>
                <a:lnTo>
                  <a:pt x="552450" y="952500"/>
                </a:lnTo>
                <a:lnTo>
                  <a:pt x="542925" y="952500"/>
                </a:lnTo>
                <a:lnTo>
                  <a:pt x="542925" y="933450"/>
                </a:lnTo>
                <a:lnTo>
                  <a:pt x="533400" y="933450"/>
                </a:lnTo>
                <a:lnTo>
                  <a:pt x="533400" y="952500"/>
                </a:lnTo>
                <a:lnTo>
                  <a:pt x="504825" y="952500"/>
                </a:lnTo>
                <a:lnTo>
                  <a:pt x="504825" y="942975"/>
                </a:lnTo>
                <a:lnTo>
                  <a:pt x="495300" y="942975"/>
                </a:lnTo>
                <a:lnTo>
                  <a:pt x="495300" y="923925"/>
                </a:lnTo>
                <a:lnTo>
                  <a:pt x="485775" y="923925"/>
                </a:lnTo>
                <a:lnTo>
                  <a:pt x="485775" y="914400"/>
                </a:lnTo>
                <a:lnTo>
                  <a:pt x="466725" y="914400"/>
                </a:lnTo>
                <a:lnTo>
                  <a:pt x="466725" y="923925"/>
                </a:lnTo>
                <a:lnTo>
                  <a:pt x="438150" y="923925"/>
                </a:lnTo>
                <a:lnTo>
                  <a:pt x="438150" y="904875"/>
                </a:lnTo>
                <a:lnTo>
                  <a:pt x="457200" y="904875"/>
                </a:lnTo>
                <a:close/>
                <a:moveTo>
                  <a:pt x="714375" y="895350"/>
                </a:moveTo>
                <a:lnTo>
                  <a:pt x="723900" y="895350"/>
                </a:lnTo>
                <a:lnTo>
                  <a:pt x="723900" y="904875"/>
                </a:lnTo>
                <a:lnTo>
                  <a:pt x="714375" y="904875"/>
                </a:lnTo>
                <a:close/>
                <a:moveTo>
                  <a:pt x="857250" y="895350"/>
                </a:moveTo>
                <a:lnTo>
                  <a:pt x="866775" y="895350"/>
                </a:lnTo>
                <a:lnTo>
                  <a:pt x="866775" y="904875"/>
                </a:lnTo>
                <a:lnTo>
                  <a:pt x="857250" y="904875"/>
                </a:lnTo>
                <a:close/>
                <a:moveTo>
                  <a:pt x="1114425" y="895350"/>
                </a:moveTo>
                <a:lnTo>
                  <a:pt x="1143000" y="895350"/>
                </a:lnTo>
                <a:lnTo>
                  <a:pt x="1143000" y="904875"/>
                </a:lnTo>
                <a:lnTo>
                  <a:pt x="1114425" y="904875"/>
                </a:lnTo>
                <a:close/>
                <a:moveTo>
                  <a:pt x="1333500" y="895350"/>
                </a:moveTo>
                <a:lnTo>
                  <a:pt x="1343025" y="895350"/>
                </a:lnTo>
                <a:lnTo>
                  <a:pt x="1343025" y="904875"/>
                </a:lnTo>
                <a:lnTo>
                  <a:pt x="1333500" y="904875"/>
                </a:lnTo>
                <a:close/>
                <a:moveTo>
                  <a:pt x="1590675" y="895350"/>
                </a:moveTo>
                <a:lnTo>
                  <a:pt x="1600200" y="895350"/>
                </a:lnTo>
                <a:lnTo>
                  <a:pt x="1600200" y="904875"/>
                </a:lnTo>
                <a:lnTo>
                  <a:pt x="1590675" y="904875"/>
                </a:lnTo>
                <a:close/>
                <a:moveTo>
                  <a:pt x="1143000" y="904875"/>
                </a:moveTo>
                <a:lnTo>
                  <a:pt x="1162050" y="904875"/>
                </a:lnTo>
                <a:lnTo>
                  <a:pt x="1162050" y="914400"/>
                </a:lnTo>
                <a:lnTo>
                  <a:pt x="1143000" y="914400"/>
                </a:lnTo>
                <a:close/>
                <a:moveTo>
                  <a:pt x="1581150" y="904875"/>
                </a:moveTo>
                <a:lnTo>
                  <a:pt x="1590675" y="904875"/>
                </a:lnTo>
                <a:lnTo>
                  <a:pt x="1590675" y="914400"/>
                </a:lnTo>
                <a:lnTo>
                  <a:pt x="1581150" y="914400"/>
                </a:lnTo>
                <a:close/>
                <a:moveTo>
                  <a:pt x="819150" y="914400"/>
                </a:moveTo>
                <a:lnTo>
                  <a:pt x="838200" y="914400"/>
                </a:lnTo>
                <a:lnTo>
                  <a:pt x="838200" y="923925"/>
                </a:lnTo>
                <a:lnTo>
                  <a:pt x="847725" y="923925"/>
                </a:lnTo>
                <a:lnTo>
                  <a:pt x="847725" y="933450"/>
                </a:lnTo>
                <a:lnTo>
                  <a:pt x="857250" y="933450"/>
                </a:lnTo>
                <a:lnTo>
                  <a:pt x="857250" y="971550"/>
                </a:lnTo>
                <a:lnTo>
                  <a:pt x="838200" y="971550"/>
                </a:lnTo>
                <a:lnTo>
                  <a:pt x="838200" y="962025"/>
                </a:lnTo>
                <a:lnTo>
                  <a:pt x="828675" y="962025"/>
                </a:lnTo>
                <a:lnTo>
                  <a:pt x="828675" y="952500"/>
                </a:lnTo>
                <a:lnTo>
                  <a:pt x="819150" y="952500"/>
                </a:lnTo>
                <a:close/>
                <a:moveTo>
                  <a:pt x="1162050" y="914400"/>
                </a:moveTo>
                <a:lnTo>
                  <a:pt x="1181100" y="914400"/>
                </a:lnTo>
                <a:lnTo>
                  <a:pt x="1181100" y="923925"/>
                </a:lnTo>
                <a:lnTo>
                  <a:pt x="1162050" y="923925"/>
                </a:lnTo>
                <a:close/>
                <a:moveTo>
                  <a:pt x="390525" y="923925"/>
                </a:moveTo>
                <a:lnTo>
                  <a:pt x="400050" y="923925"/>
                </a:lnTo>
                <a:lnTo>
                  <a:pt x="400050" y="942975"/>
                </a:lnTo>
                <a:lnTo>
                  <a:pt x="390525" y="942975"/>
                </a:lnTo>
                <a:close/>
                <a:moveTo>
                  <a:pt x="600075" y="923925"/>
                </a:moveTo>
                <a:lnTo>
                  <a:pt x="609600" y="923925"/>
                </a:lnTo>
                <a:lnTo>
                  <a:pt x="609600" y="942975"/>
                </a:lnTo>
                <a:lnTo>
                  <a:pt x="590550" y="942975"/>
                </a:lnTo>
                <a:lnTo>
                  <a:pt x="590550" y="933450"/>
                </a:lnTo>
                <a:lnTo>
                  <a:pt x="600075" y="933450"/>
                </a:lnTo>
                <a:close/>
                <a:moveTo>
                  <a:pt x="1733550" y="923925"/>
                </a:moveTo>
                <a:lnTo>
                  <a:pt x="1752600" y="923925"/>
                </a:lnTo>
                <a:lnTo>
                  <a:pt x="1752600" y="933450"/>
                </a:lnTo>
                <a:lnTo>
                  <a:pt x="1743075" y="933450"/>
                </a:lnTo>
                <a:lnTo>
                  <a:pt x="1743075" y="942975"/>
                </a:lnTo>
                <a:lnTo>
                  <a:pt x="1733550" y="942975"/>
                </a:lnTo>
                <a:close/>
                <a:moveTo>
                  <a:pt x="361950" y="933450"/>
                </a:moveTo>
                <a:lnTo>
                  <a:pt x="371475" y="933450"/>
                </a:lnTo>
                <a:lnTo>
                  <a:pt x="371475" y="962025"/>
                </a:lnTo>
                <a:lnTo>
                  <a:pt x="390525" y="962025"/>
                </a:lnTo>
                <a:lnTo>
                  <a:pt x="390525" y="971550"/>
                </a:lnTo>
                <a:lnTo>
                  <a:pt x="409575" y="971550"/>
                </a:lnTo>
                <a:lnTo>
                  <a:pt x="409575" y="962025"/>
                </a:lnTo>
                <a:lnTo>
                  <a:pt x="400050" y="962025"/>
                </a:lnTo>
                <a:lnTo>
                  <a:pt x="400050" y="942975"/>
                </a:lnTo>
                <a:lnTo>
                  <a:pt x="409575" y="942975"/>
                </a:lnTo>
                <a:lnTo>
                  <a:pt x="409575" y="962025"/>
                </a:lnTo>
                <a:lnTo>
                  <a:pt x="428625" y="962025"/>
                </a:lnTo>
                <a:lnTo>
                  <a:pt x="428625" y="971550"/>
                </a:lnTo>
                <a:lnTo>
                  <a:pt x="447675" y="971550"/>
                </a:lnTo>
                <a:lnTo>
                  <a:pt x="447675" y="981075"/>
                </a:lnTo>
                <a:lnTo>
                  <a:pt x="457200" y="981075"/>
                </a:lnTo>
                <a:lnTo>
                  <a:pt x="457200" y="990600"/>
                </a:lnTo>
                <a:lnTo>
                  <a:pt x="466725" y="990600"/>
                </a:lnTo>
                <a:lnTo>
                  <a:pt x="466725" y="1000125"/>
                </a:lnTo>
                <a:lnTo>
                  <a:pt x="485775" y="1000125"/>
                </a:lnTo>
                <a:lnTo>
                  <a:pt x="485775" y="981075"/>
                </a:lnTo>
                <a:lnTo>
                  <a:pt x="504825" y="981075"/>
                </a:lnTo>
                <a:lnTo>
                  <a:pt x="504825" y="990600"/>
                </a:lnTo>
                <a:lnTo>
                  <a:pt x="514350" y="990600"/>
                </a:lnTo>
                <a:lnTo>
                  <a:pt x="514350" y="1000125"/>
                </a:lnTo>
                <a:lnTo>
                  <a:pt x="533400" y="1000125"/>
                </a:lnTo>
                <a:lnTo>
                  <a:pt x="533400" y="1009650"/>
                </a:lnTo>
                <a:lnTo>
                  <a:pt x="523875" y="1009650"/>
                </a:lnTo>
                <a:lnTo>
                  <a:pt x="523875" y="1019175"/>
                </a:lnTo>
                <a:lnTo>
                  <a:pt x="504825" y="1019175"/>
                </a:lnTo>
                <a:lnTo>
                  <a:pt x="504825" y="1009650"/>
                </a:lnTo>
                <a:lnTo>
                  <a:pt x="485775" y="1009650"/>
                </a:lnTo>
                <a:lnTo>
                  <a:pt x="485775" y="1019175"/>
                </a:lnTo>
                <a:lnTo>
                  <a:pt x="476250" y="1019175"/>
                </a:lnTo>
                <a:lnTo>
                  <a:pt x="476250" y="1009650"/>
                </a:lnTo>
                <a:lnTo>
                  <a:pt x="466725" y="1009650"/>
                </a:lnTo>
                <a:lnTo>
                  <a:pt x="466725" y="1019175"/>
                </a:lnTo>
                <a:lnTo>
                  <a:pt x="457200" y="1019175"/>
                </a:lnTo>
                <a:lnTo>
                  <a:pt x="457200" y="1028700"/>
                </a:lnTo>
                <a:lnTo>
                  <a:pt x="466725" y="1028700"/>
                </a:lnTo>
                <a:lnTo>
                  <a:pt x="466725" y="1038225"/>
                </a:lnTo>
                <a:lnTo>
                  <a:pt x="485775" y="1038225"/>
                </a:lnTo>
                <a:lnTo>
                  <a:pt x="485775" y="1047750"/>
                </a:lnTo>
                <a:lnTo>
                  <a:pt x="476250" y="1047750"/>
                </a:lnTo>
                <a:lnTo>
                  <a:pt x="476250" y="1057275"/>
                </a:lnTo>
                <a:lnTo>
                  <a:pt x="466725" y="1057275"/>
                </a:lnTo>
                <a:lnTo>
                  <a:pt x="466725" y="1047750"/>
                </a:lnTo>
                <a:lnTo>
                  <a:pt x="457200" y="1047750"/>
                </a:lnTo>
                <a:lnTo>
                  <a:pt x="457200" y="1038225"/>
                </a:lnTo>
                <a:lnTo>
                  <a:pt x="447675" y="1038225"/>
                </a:lnTo>
                <a:lnTo>
                  <a:pt x="447675" y="1028700"/>
                </a:lnTo>
                <a:lnTo>
                  <a:pt x="438150" y="1028700"/>
                </a:lnTo>
                <a:lnTo>
                  <a:pt x="438150" y="1000125"/>
                </a:lnTo>
                <a:lnTo>
                  <a:pt x="428625" y="1000125"/>
                </a:lnTo>
                <a:lnTo>
                  <a:pt x="428625" y="1019175"/>
                </a:lnTo>
                <a:lnTo>
                  <a:pt x="409575" y="1019175"/>
                </a:lnTo>
                <a:lnTo>
                  <a:pt x="409575" y="1009650"/>
                </a:lnTo>
                <a:lnTo>
                  <a:pt x="390525" y="1009650"/>
                </a:lnTo>
                <a:lnTo>
                  <a:pt x="390525" y="1000125"/>
                </a:lnTo>
                <a:lnTo>
                  <a:pt x="371475" y="1000125"/>
                </a:lnTo>
                <a:lnTo>
                  <a:pt x="371475" y="990600"/>
                </a:lnTo>
                <a:lnTo>
                  <a:pt x="352425" y="990600"/>
                </a:lnTo>
                <a:lnTo>
                  <a:pt x="352425" y="981075"/>
                </a:lnTo>
                <a:lnTo>
                  <a:pt x="342900" y="981075"/>
                </a:lnTo>
                <a:lnTo>
                  <a:pt x="342900" y="971550"/>
                </a:lnTo>
                <a:lnTo>
                  <a:pt x="333375" y="971550"/>
                </a:lnTo>
                <a:lnTo>
                  <a:pt x="333375" y="952500"/>
                </a:lnTo>
                <a:lnTo>
                  <a:pt x="342900" y="952500"/>
                </a:lnTo>
                <a:lnTo>
                  <a:pt x="342900" y="942975"/>
                </a:lnTo>
                <a:lnTo>
                  <a:pt x="361950" y="942975"/>
                </a:lnTo>
                <a:close/>
                <a:moveTo>
                  <a:pt x="800100" y="933450"/>
                </a:moveTo>
                <a:lnTo>
                  <a:pt x="809625" y="933450"/>
                </a:lnTo>
                <a:lnTo>
                  <a:pt x="809625" y="942975"/>
                </a:lnTo>
                <a:lnTo>
                  <a:pt x="800100" y="942975"/>
                </a:lnTo>
                <a:close/>
                <a:moveTo>
                  <a:pt x="1028700" y="933450"/>
                </a:moveTo>
                <a:lnTo>
                  <a:pt x="1038225" y="933450"/>
                </a:lnTo>
                <a:lnTo>
                  <a:pt x="1038225" y="942975"/>
                </a:lnTo>
                <a:lnTo>
                  <a:pt x="1028700" y="942975"/>
                </a:lnTo>
                <a:close/>
                <a:moveTo>
                  <a:pt x="1609725" y="933450"/>
                </a:moveTo>
                <a:lnTo>
                  <a:pt x="1619250" y="933450"/>
                </a:lnTo>
                <a:lnTo>
                  <a:pt x="1619250" y="942975"/>
                </a:lnTo>
                <a:lnTo>
                  <a:pt x="1609725" y="942975"/>
                </a:lnTo>
                <a:close/>
                <a:moveTo>
                  <a:pt x="609600" y="942975"/>
                </a:moveTo>
                <a:lnTo>
                  <a:pt x="619125" y="942975"/>
                </a:lnTo>
                <a:lnTo>
                  <a:pt x="619125" y="952500"/>
                </a:lnTo>
                <a:lnTo>
                  <a:pt x="609600" y="952500"/>
                </a:lnTo>
                <a:close/>
                <a:moveTo>
                  <a:pt x="1076325" y="942975"/>
                </a:moveTo>
                <a:lnTo>
                  <a:pt x="1085850" y="942975"/>
                </a:lnTo>
                <a:lnTo>
                  <a:pt x="1085850" y="952500"/>
                </a:lnTo>
                <a:lnTo>
                  <a:pt x="1076325" y="952500"/>
                </a:lnTo>
                <a:close/>
                <a:moveTo>
                  <a:pt x="552450" y="952500"/>
                </a:moveTo>
                <a:lnTo>
                  <a:pt x="571500" y="952500"/>
                </a:lnTo>
                <a:lnTo>
                  <a:pt x="571500" y="962025"/>
                </a:lnTo>
                <a:lnTo>
                  <a:pt x="552450" y="962025"/>
                </a:lnTo>
                <a:close/>
                <a:moveTo>
                  <a:pt x="1085850" y="952500"/>
                </a:moveTo>
                <a:lnTo>
                  <a:pt x="1095375" y="952500"/>
                </a:lnTo>
                <a:lnTo>
                  <a:pt x="1095375" y="962025"/>
                </a:lnTo>
                <a:lnTo>
                  <a:pt x="1085850" y="962025"/>
                </a:lnTo>
                <a:close/>
                <a:moveTo>
                  <a:pt x="1733550" y="952500"/>
                </a:moveTo>
                <a:lnTo>
                  <a:pt x="1743075" y="952500"/>
                </a:lnTo>
                <a:lnTo>
                  <a:pt x="1743075" y="962025"/>
                </a:lnTo>
                <a:lnTo>
                  <a:pt x="1752600" y="962025"/>
                </a:lnTo>
                <a:lnTo>
                  <a:pt x="1752600" y="971550"/>
                </a:lnTo>
                <a:lnTo>
                  <a:pt x="1733550" y="971550"/>
                </a:lnTo>
                <a:close/>
                <a:moveTo>
                  <a:pt x="1857375" y="952500"/>
                </a:moveTo>
                <a:lnTo>
                  <a:pt x="1866900" y="952500"/>
                </a:lnTo>
                <a:lnTo>
                  <a:pt x="1866900" y="962025"/>
                </a:lnTo>
                <a:lnTo>
                  <a:pt x="1876425" y="962025"/>
                </a:lnTo>
                <a:lnTo>
                  <a:pt x="1876425" y="981075"/>
                </a:lnTo>
                <a:lnTo>
                  <a:pt x="1866900" y="981075"/>
                </a:lnTo>
                <a:lnTo>
                  <a:pt x="1866900" y="990600"/>
                </a:lnTo>
                <a:lnTo>
                  <a:pt x="1905000" y="990600"/>
                </a:lnTo>
                <a:lnTo>
                  <a:pt x="1905000" y="1000125"/>
                </a:lnTo>
                <a:lnTo>
                  <a:pt x="1857375" y="1000125"/>
                </a:lnTo>
                <a:lnTo>
                  <a:pt x="1857375" y="990600"/>
                </a:lnTo>
                <a:lnTo>
                  <a:pt x="1847850" y="990600"/>
                </a:lnTo>
                <a:lnTo>
                  <a:pt x="1847850" y="962025"/>
                </a:lnTo>
                <a:lnTo>
                  <a:pt x="1857375" y="962025"/>
                </a:lnTo>
                <a:close/>
                <a:moveTo>
                  <a:pt x="571500" y="962025"/>
                </a:moveTo>
                <a:lnTo>
                  <a:pt x="581025" y="962025"/>
                </a:lnTo>
                <a:lnTo>
                  <a:pt x="581025" y="971550"/>
                </a:lnTo>
                <a:lnTo>
                  <a:pt x="571500" y="971550"/>
                </a:lnTo>
                <a:close/>
                <a:moveTo>
                  <a:pt x="714375" y="962025"/>
                </a:moveTo>
                <a:lnTo>
                  <a:pt x="723900" y="962025"/>
                </a:lnTo>
                <a:lnTo>
                  <a:pt x="723900" y="971550"/>
                </a:lnTo>
                <a:lnTo>
                  <a:pt x="733425" y="971550"/>
                </a:lnTo>
                <a:lnTo>
                  <a:pt x="733425" y="990600"/>
                </a:lnTo>
                <a:lnTo>
                  <a:pt x="695325" y="990600"/>
                </a:lnTo>
                <a:lnTo>
                  <a:pt x="695325" y="971550"/>
                </a:lnTo>
                <a:lnTo>
                  <a:pt x="714375" y="971550"/>
                </a:lnTo>
                <a:close/>
                <a:moveTo>
                  <a:pt x="962025" y="971550"/>
                </a:moveTo>
                <a:lnTo>
                  <a:pt x="990600" y="971550"/>
                </a:lnTo>
                <a:lnTo>
                  <a:pt x="990600" y="981075"/>
                </a:lnTo>
                <a:lnTo>
                  <a:pt x="962025" y="981075"/>
                </a:lnTo>
                <a:close/>
                <a:moveTo>
                  <a:pt x="1714500" y="971550"/>
                </a:moveTo>
                <a:lnTo>
                  <a:pt x="1733550" y="971550"/>
                </a:lnTo>
                <a:lnTo>
                  <a:pt x="1733550" y="990600"/>
                </a:lnTo>
                <a:lnTo>
                  <a:pt x="1704975" y="990600"/>
                </a:lnTo>
                <a:lnTo>
                  <a:pt x="1704975" y="981075"/>
                </a:lnTo>
                <a:lnTo>
                  <a:pt x="1714500" y="981075"/>
                </a:lnTo>
                <a:close/>
                <a:moveTo>
                  <a:pt x="990600" y="981075"/>
                </a:moveTo>
                <a:lnTo>
                  <a:pt x="1009650" y="981075"/>
                </a:lnTo>
                <a:lnTo>
                  <a:pt x="1009650" y="1000125"/>
                </a:lnTo>
                <a:lnTo>
                  <a:pt x="1000125" y="1000125"/>
                </a:lnTo>
                <a:lnTo>
                  <a:pt x="1000125" y="990600"/>
                </a:lnTo>
                <a:lnTo>
                  <a:pt x="990600" y="990600"/>
                </a:lnTo>
                <a:close/>
                <a:moveTo>
                  <a:pt x="1752600" y="981075"/>
                </a:moveTo>
                <a:lnTo>
                  <a:pt x="1771650" y="981075"/>
                </a:lnTo>
                <a:lnTo>
                  <a:pt x="1771650" y="990600"/>
                </a:lnTo>
                <a:lnTo>
                  <a:pt x="1781175" y="990600"/>
                </a:lnTo>
                <a:lnTo>
                  <a:pt x="1781175" y="1000125"/>
                </a:lnTo>
                <a:lnTo>
                  <a:pt x="1771650" y="1000125"/>
                </a:lnTo>
                <a:lnTo>
                  <a:pt x="1771650" y="1009650"/>
                </a:lnTo>
                <a:lnTo>
                  <a:pt x="1743075" y="1009650"/>
                </a:lnTo>
                <a:lnTo>
                  <a:pt x="1743075" y="1000125"/>
                </a:lnTo>
                <a:lnTo>
                  <a:pt x="1752600" y="1000125"/>
                </a:lnTo>
                <a:close/>
                <a:moveTo>
                  <a:pt x="1790700" y="981075"/>
                </a:moveTo>
                <a:lnTo>
                  <a:pt x="1800225" y="981075"/>
                </a:lnTo>
                <a:lnTo>
                  <a:pt x="1800225" y="990600"/>
                </a:lnTo>
                <a:lnTo>
                  <a:pt x="1790700" y="990600"/>
                </a:lnTo>
                <a:close/>
                <a:moveTo>
                  <a:pt x="1828800" y="981075"/>
                </a:moveTo>
                <a:lnTo>
                  <a:pt x="1838325" y="981075"/>
                </a:lnTo>
                <a:lnTo>
                  <a:pt x="1838325" y="1028700"/>
                </a:lnTo>
                <a:lnTo>
                  <a:pt x="1847850" y="1028700"/>
                </a:lnTo>
                <a:lnTo>
                  <a:pt x="1847850" y="1038225"/>
                </a:lnTo>
                <a:lnTo>
                  <a:pt x="1866900" y="1038225"/>
                </a:lnTo>
                <a:lnTo>
                  <a:pt x="1866900" y="1028700"/>
                </a:lnTo>
                <a:lnTo>
                  <a:pt x="1876425" y="1028700"/>
                </a:lnTo>
                <a:lnTo>
                  <a:pt x="1876425" y="1047750"/>
                </a:lnTo>
                <a:lnTo>
                  <a:pt x="1866900" y="1047750"/>
                </a:lnTo>
                <a:lnTo>
                  <a:pt x="1866900" y="1057275"/>
                </a:lnTo>
                <a:lnTo>
                  <a:pt x="1838325" y="1057275"/>
                </a:lnTo>
                <a:lnTo>
                  <a:pt x="1838325" y="1038225"/>
                </a:lnTo>
                <a:lnTo>
                  <a:pt x="1828800" y="1038225"/>
                </a:lnTo>
                <a:lnTo>
                  <a:pt x="1828800" y="1019175"/>
                </a:lnTo>
                <a:lnTo>
                  <a:pt x="1819275" y="1019175"/>
                </a:lnTo>
                <a:lnTo>
                  <a:pt x="1819275" y="1009650"/>
                </a:lnTo>
                <a:lnTo>
                  <a:pt x="1828800" y="1009650"/>
                </a:lnTo>
                <a:lnTo>
                  <a:pt x="1828800" y="1000125"/>
                </a:lnTo>
                <a:lnTo>
                  <a:pt x="1809750" y="1000125"/>
                </a:lnTo>
                <a:lnTo>
                  <a:pt x="1809750" y="990600"/>
                </a:lnTo>
                <a:lnTo>
                  <a:pt x="1828800" y="990600"/>
                </a:lnTo>
                <a:close/>
                <a:moveTo>
                  <a:pt x="409575" y="990600"/>
                </a:moveTo>
                <a:lnTo>
                  <a:pt x="428625" y="990600"/>
                </a:lnTo>
                <a:lnTo>
                  <a:pt x="428625" y="981075"/>
                </a:lnTo>
                <a:lnTo>
                  <a:pt x="409575" y="981075"/>
                </a:lnTo>
                <a:close/>
                <a:moveTo>
                  <a:pt x="733425" y="990600"/>
                </a:moveTo>
                <a:lnTo>
                  <a:pt x="752475" y="990600"/>
                </a:lnTo>
                <a:lnTo>
                  <a:pt x="752475" y="1000125"/>
                </a:lnTo>
                <a:lnTo>
                  <a:pt x="733425" y="1000125"/>
                </a:lnTo>
                <a:close/>
                <a:moveTo>
                  <a:pt x="1409700" y="990600"/>
                </a:moveTo>
                <a:lnTo>
                  <a:pt x="1419225" y="990600"/>
                </a:lnTo>
                <a:lnTo>
                  <a:pt x="1419225" y="1000125"/>
                </a:lnTo>
                <a:lnTo>
                  <a:pt x="1409700" y="1000125"/>
                </a:lnTo>
                <a:close/>
                <a:moveTo>
                  <a:pt x="1695450" y="990600"/>
                </a:moveTo>
                <a:lnTo>
                  <a:pt x="1704975" y="990600"/>
                </a:lnTo>
                <a:lnTo>
                  <a:pt x="1704975" y="1000125"/>
                </a:lnTo>
                <a:lnTo>
                  <a:pt x="1695450" y="1000125"/>
                </a:lnTo>
                <a:close/>
                <a:moveTo>
                  <a:pt x="1914525" y="990600"/>
                </a:moveTo>
                <a:lnTo>
                  <a:pt x="1924050" y="990600"/>
                </a:lnTo>
                <a:lnTo>
                  <a:pt x="1924050" y="1000125"/>
                </a:lnTo>
                <a:lnTo>
                  <a:pt x="1914525" y="1000125"/>
                </a:lnTo>
                <a:close/>
                <a:moveTo>
                  <a:pt x="1009650" y="1000125"/>
                </a:moveTo>
                <a:lnTo>
                  <a:pt x="1028700" y="1000125"/>
                </a:lnTo>
                <a:lnTo>
                  <a:pt x="1028700" y="1009650"/>
                </a:lnTo>
                <a:lnTo>
                  <a:pt x="1009650" y="1009650"/>
                </a:lnTo>
                <a:close/>
                <a:moveTo>
                  <a:pt x="1400175" y="1000125"/>
                </a:moveTo>
                <a:lnTo>
                  <a:pt x="1409700" y="1000125"/>
                </a:lnTo>
                <a:lnTo>
                  <a:pt x="1409700" y="1009650"/>
                </a:lnTo>
                <a:lnTo>
                  <a:pt x="1400175" y="1009650"/>
                </a:lnTo>
                <a:close/>
                <a:moveTo>
                  <a:pt x="1676400" y="1000125"/>
                </a:moveTo>
                <a:lnTo>
                  <a:pt x="1685925" y="1000125"/>
                </a:lnTo>
                <a:lnTo>
                  <a:pt x="1685925" y="1009650"/>
                </a:lnTo>
                <a:lnTo>
                  <a:pt x="1676400" y="1009650"/>
                </a:lnTo>
                <a:close/>
                <a:moveTo>
                  <a:pt x="1905000" y="1000125"/>
                </a:moveTo>
                <a:lnTo>
                  <a:pt x="1914525" y="1000125"/>
                </a:lnTo>
                <a:lnTo>
                  <a:pt x="1914525" y="1009650"/>
                </a:lnTo>
                <a:lnTo>
                  <a:pt x="1905000" y="1009650"/>
                </a:lnTo>
                <a:close/>
                <a:moveTo>
                  <a:pt x="447675" y="1009650"/>
                </a:moveTo>
                <a:lnTo>
                  <a:pt x="457200" y="1009650"/>
                </a:lnTo>
                <a:lnTo>
                  <a:pt x="457200" y="1000125"/>
                </a:lnTo>
                <a:lnTo>
                  <a:pt x="447675" y="1000125"/>
                </a:lnTo>
                <a:close/>
                <a:moveTo>
                  <a:pt x="1200150" y="1009650"/>
                </a:moveTo>
                <a:lnTo>
                  <a:pt x="1209675" y="1009650"/>
                </a:lnTo>
                <a:lnTo>
                  <a:pt x="1209675" y="1019175"/>
                </a:lnTo>
                <a:lnTo>
                  <a:pt x="1200150" y="1019175"/>
                </a:lnTo>
                <a:close/>
                <a:moveTo>
                  <a:pt x="904875" y="1019175"/>
                </a:moveTo>
                <a:lnTo>
                  <a:pt x="923925" y="1019175"/>
                </a:lnTo>
                <a:lnTo>
                  <a:pt x="923925" y="1028700"/>
                </a:lnTo>
                <a:lnTo>
                  <a:pt x="904875" y="1028700"/>
                </a:lnTo>
                <a:close/>
                <a:moveTo>
                  <a:pt x="1714500" y="1019175"/>
                </a:moveTo>
                <a:lnTo>
                  <a:pt x="1724025" y="1019175"/>
                </a:lnTo>
                <a:lnTo>
                  <a:pt x="1724025" y="1028700"/>
                </a:lnTo>
                <a:lnTo>
                  <a:pt x="1714500" y="1028700"/>
                </a:lnTo>
                <a:close/>
                <a:moveTo>
                  <a:pt x="1352550" y="1028700"/>
                </a:moveTo>
                <a:lnTo>
                  <a:pt x="1381125" y="1028700"/>
                </a:lnTo>
                <a:lnTo>
                  <a:pt x="1381125" y="1038225"/>
                </a:lnTo>
                <a:lnTo>
                  <a:pt x="1362075" y="1038225"/>
                </a:lnTo>
                <a:lnTo>
                  <a:pt x="1362075" y="1047750"/>
                </a:lnTo>
                <a:lnTo>
                  <a:pt x="1352550" y="1047750"/>
                </a:lnTo>
                <a:close/>
                <a:moveTo>
                  <a:pt x="304800" y="1038225"/>
                </a:moveTo>
                <a:lnTo>
                  <a:pt x="333375" y="1038225"/>
                </a:lnTo>
                <a:lnTo>
                  <a:pt x="333375" y="1047750"/>
                </a:lnTo>
                <a:lnTo>
                  <a:pt x="381000" y="1047750"/>
                </a:lnTo>
                <a:lnTo>
                  <a:pt x="381000" y="1057275"/>
                </a:lnTo>
                <a:lnTo>
                  <a:pt x="390525" y="1057275"/>
                </a:lnTo>
                <a:lnTo>
                  <a:pt x="390525" y="1076325"/>
                </a:lnTo>
                <a:lnTo>
                  <a:pt x="409575" y="1076325"/>
                </a:lnTo>
                <a:lnTo>
                  <a:pt x="409575" y="1085850"/>
                </a:lnTo>
                <a:lnTo>
                  <a:pt x="371475" y="1085850"/>
                </a:lnTo>
                <a:lnTo>
                  <a:pt x="371475" y="1066800"/>
                </a:lnTo>
                <a:lnTo>
                  <a:pt x="342900" y="1066800"/>
                </a:lnTo>
                <a:lnTo>
                  <a:pt x="342900" y="1076325"/>
                </a:lnTo>
                <a:lnTo>
                  <a:pt x="352425" y="1076325"/>
                </a:lnTo>
                <a:lnTo>
                  <a:pt x="352425" y="1085850"/>
                </a:lnTo>
                <a:lnTo>
                  <a:pt x="333375" y="1085850"/>
                </a:lnTo>
                <a:lnTo>
                  <a:pt x="333375" y="1076325"/>
                </a:lnTo>
                <a:lnTo>
                  <a:pt x="323850" y="1076325"/>
                </a:lnTo>
                <a:lnTo>
                  <a:pt x="323850" y="1066800"/>
                </a:lnTo>
                <a:lnTo>
                  <a:pt x="314325" y="1066800"/>
                </a:lnTo>
                <a:lnTo>
                  <a:pt x="314325" y="1057275"/>
                </a:lnTo>
                <a:lnTo>
                  <a:pt x="304800" y="1057275"/>
                </a:lnTo>
                <a:lnTo>
                  <a:pt x="304800" y="1066800"/>
                </a:lnTo>
                <a:lnTo>
                  <a:pt x="295275" y="1066800"/>
                </a:lnTo>
                <a:lnTo>
                  <a:pt x="295275" y="1047750"/>
                </a:lnTo>
                <a:lnTo>
                  <a:pt x="304800" y="1047750"/>
                </a:lnTo>
                <a:close/>
                <a:moveTo>
                  <a:pt x="914400" y="1047750"/>
                </a:moveTo>
                <a:lnTo>
                  <a:pt x="923925" y="1047750"/>
                </a:lnTo>
                <a:lnTo>
                  <a:pt x="923925" y="1057275"/>
                </a:lnTo>
                <a:lnTo>
                  <a:pt x="914400" y="1057275"/>
                </a:lnTo>
                <a:close/>
                <a:moveTo>
                  <a:pt x="1304925" y="1047750"/>
                </a:moveTo>
                <a:lnTo>
                  <a:pt x="1314450" y="1047750"/>
                </a:lnTo>
                <a:lnTo>
                  <a:pt x="1314450" y="1057275"/>
                </a:lnTo>
                <a:lnTo>
                  <a:pt x="1304925" y="1057275"/>
                </a:lnTo>
                <a:close/>
                <a:moveTo>
                  <a:pt x="1409700" y="1057275"/>
                </a:moveTo>
                <a:lnTo>
                  <a:pt x="1419225" y="1057275"/>
                </a:lnTo>
                <a:lnTo>
                  <a:pt x="1419225" y="1095375"/>
                </a:lnTo>
                <a:lnTo>
                  <a:pt x="1400175" y="1095375"/>
                </a:lnTo>
                <a:lnTo>
                  <a:pt x="1400175" y="1085850"/>
                </a:lnTo>
                <a:lnTo>
                  <a:pt x="1371600" y="1085850"/>
                </a:lnTo>
                <a:lnTo>
                  <a:pt x="1371600" y="1095375"/>
                </a:lnTo>
                <a:lnTo>
                  <a:pt x="1362075" y="1095375"/>
                </a:lnTo>
                <a:lnTo>
                  <a:pt x="1362075" y="1085850"/>
                </a:lnTo>
                <a:lnTo>
                  <a:pt x="1352550" y="1085850"/>
                </a:lnTo>
                <a:lnTo>
                  <a:pt x="1352550" y="1076325"/>
                </a:lnTo>
                <a:lnTo>
                  <a:pt x="1371600" y="1076325"/>
                </a:lnTo>
                <a:lnTo>
                  <a:pt x="1371600" y="1066800"/>
                </a:lnTo>
                <a:lnTo>
                  <a:pt x="1400175" y="1066800"/>
                </a:lnTo>
                <a:lnTo>
                  <a:pt x="1400175" y="1076325"/>
                </a:lnTo>
                <a:lnTo>
                  <a:pt x="1409700" y="1076325"/>
                </a:lnTo>
                <a:close/>
                <a:moveTo>
                  <a:pt x="619125" y="1066800"/>
                </a:moveTo>
                <a:lnTo>
                  <a:pt x="628650" y="1066800"/>
                </a:lnTo>
                <a:lnTo>
                  <a:pt x="628650" y="1076325"/>
                </a:lnTo>
                <a:lnTo>
                  <a:pt x="638175" y="1076325"/>
                </a:lnTo>
                <a:lnTo>
                  <a:pt x="638175" y="1085850"/>
                </a:lnTo>
                <a:lnTo>
                  <a:pt x="628650" y="1085850"/>
                </a:lnTo>
                <a:lnTo>
                  <a:pt x="628650" y="1095375"/>
                </a:lnTo>
                <a:lnTo>
                  <a:pt x="619125" y="1095375"/>
                </a:lnTo>
                <a:lnTo>
                  <a:pt x="619125" y="1085850"/>
                </a:lnTo>
                <a:lnTo>
                  <a:pt x="609600" y="1085850"/>
                </a:lnTo>
                <a:lnTo>
                  <a:pt x="609600" y="1076325"/>
                </a:lnTo>
                <a:lnTo>
                  <a:pt x="619125" y="1076325"/>
                </a:lnTo>
                <a:close/>
                <a:moveTo>
                  <a:pt x="752475" y="1066800"/>
                </a:moveTo>
                <a:lnTo>
                  <a:pt x="781050" y="1066800"/>
                </a:lnTo>
                <a:lnTo>
                  <a:pt x="781050" y="1076325"/>
                </a:lnTo>
                <a:lnTo>
                  <a:pt x="771525" y="1076325"/>
                </a:lnTo>
                <a:lnTo>
                  <a:pt x="771525" y="1085850"/>
                </a:lnTo>
                <a:lnTo>
                  <a:pt x="742950" y="1085850"/>
                </a:lnTo>
                <a:lnTo>
                  <a:pt x="742950" y="1076325"/>
                </a:lnTo>
                <a:lnTo>
                  <a:pt x="752475" y="1076325"/>
                </a:lnTo>
                <a:close/>
                <a:moveTo>
                  <a:pt x="1514475" y="1066800"/>
                </a:moveTo>
                <a:lnTo>
                  <a:pt x="1524000" y="1066800"/>
                </a:lnTo>
                <a:lnTo>
                  <a:pt x="1524000" y="1076325"/>
                </a:lnTo>
                <a:lnTo>
                  <a:pt x="1514475" y="1076325"/>
                </a:lnTo>
                <a:close/>
                <a:moveTo>
                  <a:pt x="695325" y="1076325"/>
                </a:moveTo>
                <a:lnTo>
                  <a:pt x="704850" y="1076325"/>
                </a:lnTo>
                <a:lnTo>
                  <a:pt x="704850" y="1085850"/>
                </a:lnTo>
                <a:lnTo>
                  <a:pt x="695325" y="1085850"/>
                </a:lnTo>
                <a:close/>
                <a:moveTo>
                  <a:pt x="352425" y="1085850"/>
                </a:moveTo>
                <a:lnTo>
                  <a:pt x="361950" y="1085850"/>
                </a:lnTo>
                <a:lnTo>
                  <a:pt x="361950" y="1095375"/>
                </a:lnTo>
                <a:lnTo>
                  <a:pt x="352425" y="1095375"/>
                </a:lnTo>
                <a:close/>
                <a:moveTo>
                  <a:pt x="1685925" y="1085850"/>
                </a:moveTo>
                <a:lnTo>
                  <a:pt x="1695450" y="1085850"/>
                </a:lnTo>
                <a:lnTo>
                  <a:pt x="1695450" y="1095375"/>
                </a:lnTo>
                <a:lnTo>
                  <a:pt x="1685925" y="1095375"/>
                </a:lnTo>
                <a:close/>
                <a:moveTo>
                  <a:pt x="180975" y="1095375"/>
                </a:moveTo>
                <a:lnTo>
                  <a:pt x="200025" y="1095375"/>
                </a:lnTo>
                <a:lnTo>
                  <a:pt x="200025" y="1104900"/>
                </a:lnTo>
                <a:lnTo>
                  <a:pt x="190500" y="1104900"/>
                </a:lnTo>
                <a:lnTo>
                  <a:pt x="190500" y="1114425"/>
                </a:lnTo>
                <a:lnTo>
                  <a:pt x="180975" y="1114425"/>
                </a:lnTo>
                <a:close/>
                <a:moveTo>
                  <a:pt x="447675" y="1095375"/>
                </a:moveTo>
                <a:lnTo>
                  <a:pt x="457200" y="1095375"/>
                </a:lnTo>
                <a:lnTo>
                  <a:pt x="457200" y="1104900"/>
                </a:lnTo>
                <a:lnTo>
                  <a:pt x="466725" y="1104900"/>
                </a:lnTo>
                <a:lnTo>
                  <a:pt x="466725" y="1114425"/>
                </a:lnTo>
                <a:lnTo>
                  <a:pt x="447675" y="1114425"/>
                </a:lnTo>
                <a:close/>
                <a:moveTo>
                  <a:pt x="676275" y="1095375"/>
                </a:moveTo>
                <a:lnTo>
                  <a:pt x="704850" y="1095375"/>
                </a:lnTo>
                <a:lnTo>
                  <a:pt x="704850" y="1104900"/>
                </a:lnTo>
                <a:lnTo>
                  <a:pt x="676275" y="1104900"/>
                </a:lnTo>
                <a:close/>
                <a:moveTo>
                  <a:pt x="1304925" y="1095375"/>
                </a:moveTo>
                <a:lnTo>
                  <a:pt x="1333500" y="1095375"/>
                </a:lnTo>
                <a:lnTo>
                  <a:pt x="1333500" y="1104900"/>
                </a:lnTo>
                <a:lnTo>
                  <a:pt x="1323975" y="1104900"/>
                </a:lnTo>
                <a:lnTo>
                  <a:pt x="1323975" y="1123950"/>
                </a:lnTo>
                <a:lnTo>
                  <a:pt x="1343025" y="1123950"/>
                </a:lnTo>
                <a:lnTo>
                  <a:pt x="1343025" y="1114425"/>
                </a:lnTo>
                <a:lnTo>
                  <a:pt x="1333500" y="1114425"/>
                </a:lnTo>
                <a:lnTo>
                  <a:pt x="1333500" y="1104900"/>
                </a:lnTo>
                <a:lnTo>
                  <a:pt x="1343025" y="1104900"/>
                </a:lnTo>
                <a:lnTo>
                  <a:pt x="1343025" y="1114425"/>
                </a:lnTo>
                <a:lnTo>
                  <a:pt x="1352550" y="1114425"/>
                </a:lnTo>
                <a:lnTo>
                  <a:pt x="1352550" y="1123950"/>
                </a:lnTo>
                <a:lnTo>
                  <a:pt x="1390650" y="1123950"/>
                </a:lnTo>
                <a:lnTo>
                  <a:pt x="1390650" y="1143000"/>
                </a:lnTo>
                <a:lnTo>
                  <a:pt x="1371600" y="1143000"/>
                </a:lnTo>
                <a:lnTo>
                  <a:pt x="1371600" y="1152525"/>
                </a:lnTo>
                <a:lnTo>
                  <a:pt x="1352550" y="1152525"/>
                </a:lnTo>
                <a:lnTo>
                  <a:pt x="1352550" y="1143000"/>
                </a:lnTo>
                <a:lnTo>
                  <a:pt x="1333500" y="1143000"/>
                </a:lnTo>
                <a:lnTo>
                  <a:pt x="1333500" y="1133475"/>
                </a:lnTo>
                <a:lnTo>
                  <a:pt x="1276350" y="1133475"/>
                </a:lnTo>
                <a:lnTo>
                  <a:pt x="1276350" y="1123950"/>
                </a:lnTo>
                <a:lnTo>
                  <a:pt x="1285875" y="1123950"/>
                </a:lnTo>
                <a:lnTo>
                  <a:pt x="1285875" y="1114425"/>
                </a:lnTo>
                <a:lnTo>
                  <a:pt x="1295400" y="1114425"/>
                </a:lnTo>
                <a:lnTo>
                  <a:pt x="1295400" y="1104900"/>
                </a:lnTo>
                <a:lnTo>
                  <a:pt x="1304925" y="1104900"/>
                </a:lnTo>
                <a:close/>
                <a:moveTo>
                  <a:pt x="200025" y="1104900"/>
                </a:moveTo>
                <a:lnTo>
                  <a:pt x="209550" y="1104900"/>
                </a:lnTo>
                <a:lnTo>
                  <a:pt x="209550" y="1114425"/>
                </a:lnTo>
                <a:lnTo>
                  <a:pt x="266700" y="1114425"/>
                </a:lnTo>
                <a:lnTo>
                  <a:pt x="266700" y="1133475"/>
                </a:lnTo>
                <a:lnTo>
                  <a:pt x="257175" y="1133475"/>
                </a:lnTo>
                <a:lnTo>
                  <a:pt x="257175" y="1123950"/>
                </a:lnTo>
                <a:lnTo>
                  <a:pt x="228600" y="1123950"/>
                </a:lnTo>
                <a:lnTo>
                  <a:pt x="228600" y="1143000"/>
                </a:lnTo>
                <a:lnTo>
                  <a:pt x="219075" y="1143000"/>
                </a:lnTo>
                <a:lnTo>
                  <a:pt x="219075" y="1152525"/>
                </a:lnTo>
                <a:lnTo>
                  <a:pt x="209550" y="1152525"/>
                </a:lnTo>
                <a:lnTo>
                  <a:pt x="209550" y="1143000"/>
                </a:lnTo>
                <a:lnTo>
                  <a:pt x="200025" y="1143000"/>
                </a:lnTo>
                <a:close/>
                <a:moveTo>
                  <a:pt x="1447800" y="1104900"/>
                </a:moveTo>
                <a:lnTo>
                  <a:pt x="1457325" y="1104900"/>
                </a:lnTo>
                <a:lnTo>
                  <a:pt x="1457325" y="1114425"/>
                </a:lnTo>
                <a:lnTo>
                  <a:pt x="1447800" y="1114425"/>
                </a:lnTo>
                <a:close/>
                <a:moveTo>
                  <a:pt x="466725" y="1114425"/>
                </a:moveTo>
                <a:lnTo>
                  <a:pt x="504825" y="1114425"/>
                </a:lnTo>
                <a:lnTo>
                  <a:pt x="504825" y="1123950"/>
                </a:lnTo>
                <a:lnTo>
                  <a:pt x="523875" y="1123950"/>
                </a:lnTo>
                <a:lnTo>
                  <a:pt x="523875" y="1133475"/>
                </a:lnTo>
                <a:lnTo>
                  <a:pt x="533400" y="1133475"/>
                </a:lnTo>
                <a:lnTo>
                  <a:pt x="533400" y="1143000"/>
                </a:lnTo>
                <a:lnTo>
                  <a:pt x="514350" y="1143000"/>
                </a:lnTo>
                <a:lnTo>
                  <a:pt x="514350" y="1133475"/>
                </a:lnTo>
                <a:lnTo>
                  <a:pt x="495300" y="1133475"/>
                </a:lnTo>
                <a:lnTo>
                  <a:pt x="495300" y="1123950"/>
                </a:lnTo>
                <a:lnTo>
                  <a:pt x="466725" y="1123950"/>
                </a:lnTo>
                <a:close/>
                <a:moveTo>
                  <a:pt x="619125" y="1114425"/>
                </a:moveTo>
                <a:lnTo>
                  <a:pt x="628650" y="1114425"/>
                </a:lnTo>
                <a:lnTo>
                  <a:pt x="628650" y="1123950"/>
                </a:lnTo>
                <a:lnTo>
                  <a:pt x="619125" y="1123950"/>
                </a:lnTo>
                <a:close/>
                <a:moveTo>
                  <a:pt x="1171575" y="1114425"/>
                </a:moveTo>
                <a:lnTo>
                  <a:pt x="1181100" y="1114425"/>
                </a:lnTo>
                <a:lnTo>
                  <a:pt x="1181100" y="1123950"/>
                </a:lnTo>
                <a:lnTo>
                  <a:pt x="1171575" y="1123950"/>
                </a:lnTo>
                <a:close/>
                <a:moveTo>
                  <a:pt x="1438275" y="1114425"/>
                </a:moveTo>
                <a:lnTo>
                  <a:pt x="1447800" y="1114425"/>
                </a:lnTo>
                <a:lnTo>
                  <a:pt x="1447800" y="1133475"/>
                </a:lnTo>
                <a:lnTo>
                  <a:pt x="1438275" y="1133475"/>
                </a:lnTo>
                <a:close/>
                <a:moveTo>
                  <a:pt x="1876425" y="1114425"/>
                </a:moveTo>
                <a:lnTo>
                  <a:pt x="1895475" y="1114425"/>
                </a:lnTo>
                <a:lnTo>
                  <a:pt x="1895475" y="1123950"/>
                </a:lnTo>
                <a:lnTo>
                  <a:pt x="1876425" y="1123950"/>
                </a:lnTo>
                <a:close/>
                <a:moveTo>
                  <a:pt x="1905000" y="1114425"/>
                </a:moveTo>
                <a:lnTo>
                  <a:pt x="1914525" y="1114425"/>
                </a:lnTo>
                <a:lnTo>
                  <a:pt x="1914525" y="1123950"/>
                </a:lnTo>
                <a:lnTo>
                  <a:pt x="1905000" y="1123950"/>
                </a:lnTo>
                <a:close/>
                <a:moveTo>
                  <a:pt x="171450" y="1123950"/>
                </a:moveTo>
                <a:lnTo>
                  <a:pt x="190500" y="1123950"/>
                </a:lnTo>
                <a:lnTo>
                  <a:pt x="190500" y="1133475"/>
                </a:lnTo>
                <a:lnTo>
                  <a:pt x="180975" y="1133475"/>
                </a:lnTo>
                <a:lnTo>
                  <a:pt x="180975" y="1143000"/>
                </a:lnTo>
                <a:lnTo>
                  <a:pt x="171450" y="1143000"/>
                </a:lnTo>
                <a:close/>
                <a:moveTo>
                  <a:pt x="628650" y="1123950"/>
                </a:moveTo>
                <a:lnTo>
                  <a:pt x="638175" y="1123950"/>
                </a:lnTo>
                <a:lnTo>
                  <a:pt x="638175" y="1133475"/>
                </a:lnTo>
                <a:lnTo>
                  <a:pt x="628650" y="1133475"/>
                </a:lnTo>
                <a:close/>
                <a:moveTo>
                  <a:pt x="828675" y="1123950"/>
                </a:moveTo>
                <a:lnTo>
                  <a:pt x="847725" y="1123950"/>
                </a:lnTo>
                <a:lnTo>
                  <a:pt x="847725" y="1133475"/>
                </a:lnTo>
                <a:lnTo>
                  <a:pt x="828675" y="1133475"/>
                </a:lnTo>
                <a:close/>
                <a:moveTo>
                  <a:pt x="1295400" y="1123950"/>
                </a:moveTo>
                <a:lnTo>
                  <a:pt x="1304925" y="1123950"/>
                </a:lnTo>
                <a:lnTo>
                  <a:pt x="1304925" y="1114425"/>
                </a:lnTo>
                <a:lnTo>
                  <a:pt x="1295400" y="1114425"/>
                </a:lnTo>
                <a:close/>
                <a:moveTo>
                  <a:pt x="847725" y="1133475"/>
                </a:moveTo>
                <a:lnTo>
                  <a:pt x="857250" y="1133475"/>
                </a:lnTo>
                <a:lnTo>
                  <a:pt x="857250" y="1143000"/>
                </a:lnTo>
                <a:lnTo>
                  <a:pt x="847725" y="1143000"/>
                </a:lnTo>
                <a:close/>
                <a:moveTo>
                  <a:pt x="1190625" y="1133475"/>
                </a:moveTo>
                <a:lnTo>
                  <a:pt x="1219200" y="1133475"/>
                </a:lnTo>
                <a:lnTo>
                  <a:pt x="1219200" y="1143000"/>
                </a:lnTo>
                <a:lnTo>
                  <a:pt x="1190625" y="1143000"/>
                </a:lnTo>
                <a:close/>
                <a:moveTo>
                  <a:pt x="1457325" y="1133475"/>
                </a:moveTo>
                <a:lnTo>
                  <a:pt x="1466850" y="1133475"/>
                </a:lnTo>
                <a:lnTo>
                  <a:pt x="1466850" y="1143000"/>
                </a:lnTo>
                <a:lnTo>
                  <a:pt x="1457325" y="1143000"/>
                </a:lnTo>
                <a:close/>
                <a:moveTo>
                  <a:pt x="1476375" y="1133475"/>
                </a:moveTo>
                <a:lnTo>
                  <a:pt x="1485900" y="1133475"/>
                </a:lnTo>
                <a:lnTo>
                  <a:pt x="1485900" y="1143000"/>
                </a:lnTo>
                <a:lnTo>
                  <a:pt x="1476375" y="1143000"/>
                </a:lnTo>
                <a:close/>
                <a:moveTo>
                  <a:pt x="1866900" y="1133475"/>
                </a:moveTo>
                <a:lnTo>
                  <a:pt x="1876425" y="1133475"/>
                </a:lnTo>
                <a:lnTo>
                  <a:pt x="1876425" y="1152525"/>
                </a:lnTo>
                <a:lnTo>
                  <a:pt x="1857375" y="1152525"/>
                </a:lnTo>
                <a:lnTo>
                  <a:pt x="1857375" y="1143000"/>
                </a:lnTo>
                <a:lnTo>
                  <a:pt x="1866900" y="1143000"/>
                </a:lnTo>
                <a:close/>
                <a:moveTo>
                  <a:pt x="314325" y="1143000"/>
                </a:moveTo>
                <a:lnTo>
                  <a:pt x="323850" y="1143000"/>
                </a:lnTo>
                <a:lnTo>
                  <a:pt x="323850" y="1162050"/>
                </a:lnTo>
                <a:lnTo>
                  <a:pt x="314325" y="1162050"/>
                </a:lnTo>
                <a:close/>
                <a:moveTo>
                  <a:pt x="533400" y="1143000"/>
                </a:moveTo>
                <a:lnTo>
                  <a:pt x="542925" y="1143000"/>
                </a:lnTo>
                <a:lnTo>
                  <a:pt x="542925" y="1152525"/>
                </a:lnTo>
                <a:lnTo>
                  <a:pt x="533400" y="1152525"/>
                </a:lnTo>
                <a:close/>
                <a:moveTo>
                  <a:pt x="1390650" y="1143000"/>
                </a:moveTo>
                <a:lnTo>
                  <a:pt x="1400175" y="1143000"/>
                </a:lnTo>
                <a:lnTo>
                  <a:pt x="1400175" y="1152525"/>
                </a:lnTo>
                <a:lnTo>
                  <a:pt x="1390650" y="1152525"/>
                </a:lnTo>
                <a:close/>
                <a:moveTo>
                  <a:pt x="219075" y="1152525"/>
                </a:moveTo>
                <a:lnTo>
                  <a:pt x="228600" y="1152525"/>
                </a:lnTo>
                <a:lnTo>
                  <a:pt x="228600" y="1171575"/>
                </a:lnTo>
                <a:lnTo>
                  <a:pt x="219075" y="1171575"/>
                </a:lnTo>
                <a:close/>
                <a:moveTo>
                  <a:pt x="866775" y="1152525"/>
                </a:moveTo>
                <a:lnTo>
                  <a:pt x="876300" y="1152525"/>
                </a:lnTo>
                <a:lnTo>
                  <a:pt x="876300" y="1162050"/>
                </a:lnTo>
                <a:lnTo>
                  <a:pt x="866775" y="1162050"/>
                </a:lnTo>
                <a:close/>
                <a:moveTo>
                  <a:pt x="990600" y="1152525"/>
                </a:moveTo>
                <a:lnTo>
                  <a:pt x="1000125" y="1152525"/>
                </a:lnTo>
                <a:lnTo>
                  <a:pt x="1000125" y="1162050"/>
                </a:lnTo>
                <a:lnTo>
                  <a:pt x="990600" y="1162050"/>
                </a:lnTo>
                <a:close/>
                <a:moveTo>
                  <a:pt x="1905000" y="1152525"/>
                </a:moveTo>
                <a:lnTo>
                  <a:pt x="1914525" y="1152525"/>
                </a:lnTo>
                <a:lnTo>
                  <a:pt x="1914525" y="1162050"/>
                </a:lnTo>
                <a:lnTo>
                  <a:pt x="1905000" y="1162050"/>
                </a:lnTo>
                <a:close/>
                <a:moveTo>
                  <a:pt x="342900" y="1162050"/>
                </a:moveTo>
                <a:lnTo>
                  <a:pt x="352425" y="1162050"/>
                </a:lnTo>
                <a:lnTo>
                  <a:pt x="352425" y="1171575"/>
                </a:lnTo>
                <a:lnTo>
                  <a:pt x="342900" y="1171575"/>
                </a:lnTo>
                <a:close/>
                <a:moveTo>
                  <a:pt x="561975" y="1162050"/>
                </a:moveTo>
                <a:lnTo>
                  <a:pt x="571500" y="1162050"/>
                </a:lnTo>
                <a:lnTo>
                  <a:pt x="571500" y="1171575"/>
                </a:lnTo>
                <a:lnTo>
                  <a:pt x="561975" y="1171575"/>
                </a:lnTo>
                <a:close/>
                <a:moveTo>
                  <a:pt x="771525" y="1162050"/>
                </a:moveTo>
                <a:lnTo>
                  <a:pt x="781050" y="1162050"/>
                </a:lnTo>
                <a:lnTo>
                  <a:pt x="781050" y="1171575"/>
                </a:lnTo>
                <a:lnTo>
                  <a:pt x="771525" y="1171575"/>
                </a:lnTo>
                <a:close/>
                <a:moveTo>
                  <a:pt x="876300" y="1162050"/>
                </a:moveTo>
                <a:lnTo>
                  <a:pt x="885825" y="1162050"/>
                </a:lnTo>
                <a:lnTo>
                  <a:pt x="885825" y="1181100"/>
                </a:lnTo>
                <a:lnTo>
                  <a:pt x="895350" y="1181100"/>
                </a:lnTo>
                <a:lnTo>
                  <a:pt x="895350" y="1190625"/>
                </a:lnTo>
                <a:lnTo>
                  <a:pt x="904875" y="1190625"/>
                </a:lnTo>
                <a:lnTo>
                  <a:pt x="904875" y="1200150"/>
                </a:lnTo>
                <a:lnTo>
                  <a:pt x="885825" y="1200150"/>
                </a:lnTo>
                <a:lnTo>
                  <a:pt x="885825" y="1190625"/>
                </a:lnTo>
                <a:lnTo>
                  <a:pt x="876300" y="1190625"/>
                </a:lnTo>
                <a:close/>
                <a:moveTo>
                  <a:pt x="1914525" y="1162050"/>
                </a:moveTo>
                <a:lnTo>
                  <a:pt x="1924050" y="1162050"/>
                </a:lnTo>
                <a:lnTo>
                  <a:pt x="1924050" y="1171575"/>
                </a:lnTo>
                <a:lnTo>
                  <a:pt x="1914525" y="1171575"/>
                </a:lnTo>
                <a:close/>
                <a:moveTo>
                  <a:pt x="228600" y="1171575"/>
                </a:moveTo>
                <a:lnTo>
                  <a:pt x="247650" y="1171575"/>
                </a:lnTo>
                <a:lnTo>
                  <a:pt x="247650" y="1190625"/>
                </a:lnTo>
                <a:lnTo>
                  <a:pt x="238125" y="1190625"/>
                </a:lnTo>
                <a:lnTo>
                  <a:pt x="238125" y="1181100"/>
                </a:lnTo>
                <a:lnTo>
                  <a:pt x="228600" y="1181100"/>
                </a:lnTo>
                <a:close/>
                <a:moveTo>
                  <a:pt x="1257300" y="1171575"/>
                </a:moveTo>
                <a:lnTo>
                  <a:pt x="1295400" y="1171575"/>
                </a:lnTo>
                <a:lnTo>
                  <a:pt x="1295400" y="1181100"/>
                </a:lnTo>
                <a:lnTo>
                  <a:pt x="1257300" y="1181100"/>
                </a:lnTo>
                <a:close/>
                <a:moveTo>
                  <a:pt x="1428750" y="1171575"/>
                </a:moveTo>
                <a:lnTo>
                  <a:pt x="1438275" y="1171575"/>
                </a:lnTo>
                <a:lnTo>
                  <a:pt x="1438275" y="1181100"/>
                </a:lnTo>
                <a:lnTo>
                  <a:pt x="1428750" y="1181100"/>
                </a:lnTo>
                <a:close/>
                <a:moveTo>
                  <a:pt x="1895475" y="1171575"/>
                </a:moveTo>
                <a:lnTo>
                  <a:pt x="1905000" y="1171575"/>
                </a:lnTo>
                <a:lnTo>
                  <a:pt x="1905000" y="1181100"/>
                </a:lnTo>
                <a:lnTo>
                  <a:pt x="1895475" y="1181100"/>
                </a:lnTo>
                <a:close/>
                <a:moveTo>
                  <a:pt x="619125" y="1181100"/>
                </a:moveTo>
                <a:lnTo>
                  <a:pt x="628650" y="1181100"/>
                </a:lnTo>
                <a:lnTo>
                  <a:pt x="628650" y="1190625"/>
                </a:lnTo>
                <a:lnTo>
                  <a:pt x="619125" y="1190625"/>
                </a:lnTo>
                <a:close/>
                <a:moveTo>
                  <a:pt x="1400175" y="1181100"/>
                </a:moveTo>
                <a:lnTo>
                  <a:pt x="1428750" y="1181100"/>
                </a:lnTo>
                <a:lnTo>
                  <a:pt x="1428750" y="1200150"/>
                </a:lnTo>
                <a:lnTo>
                  <a:pt x="1419225" y="1200150"/>
                </a:lnTo>
                <a:lnTo>
                  <a:pt x="1419225" y="1190625"/>
                </a:lnTo>
                <a:lnTo>
                  <a:pt x="1400175" y="1190625"/>
                </a:lnTo>
                <a:close/>
                <a:moveTo>
                  <a:pt x="1885950" y="1181100"/>
                </a:moveTo>
                <a:lnTo>
                  <a:pt x="1895475" y="1181100"/>
                </a:lnTo>
                <a:lnTo>
                  <a:pt x="1895475" y="1190625"/>
                </a:lnTo>
                <a:lnTo>
                  <a:pt x="1885950" y="1190625"/>
                </a:lnTo>
                <a:close/>
                <a:moveTo>
                  <a:pt x="1866900" y="1190625"/>
                </a:moveTo>
                <a:lnTo>
                  <a:pt x="1876425" y="1190625"/>
                </a:lnTo>
                <a:lnTo>
                  <a:pt x="1876425" y="1200150"/>
                </a:lnTo>
                <a:lnTo>
                  <a:pt x="1866900" y="1200150"/>
                </a:lnTo>
                <a:close/>
                <a:moveTo>
                  <a:pt x="180975" y="1200150"/>
                </a:moveTo>
                <a:lnTo>
                  <a:pt x="190500" y="1200150"/>
                </a:lnTo>
                <a:lnTo>
                  <a:pt x="190500" y="1247775"/>
                </a:lnTo>
                <a:lnTo>
                  <a:pt x="180975" y="1247775"/>
                </a:lnTo>
                <a:lnTo>
                  <a:pt x="180975" y="1238250"/>
                </a:lnTo>
                <a:lnTo>
                  <a:pt x="171450" y="1238250"/>
                </a:lnTo>
                <a:lnTo>
                  <a:pt x="171450" y="1209675"/>
                </a:lnTo>
                <a:lnTo>
                  <a:pt x="180975" y="1209675"/>
                </a:lnTo>
                <a:close/>
                <a:moveTo>
                  <a:pt x="638175" y="1200150"/>
                </a:moveTo>
                <a:lnTo>
                  <a:pt x="647700" y="1200150"/>
                </a:lnTo>
                <a:lnTo>
                  <a:pt x="647700" y="1209675"/>
                </a:lnTo>
                <a:lnTo>
                  <a:pt x="638175" y="1209675"/>
                </a:lnTo>
                <a:close/>
                <a:moveTo>
                  <a:pt x="1076325" y="1200150"/>
                </a:moveTo>
                <a:lnTo>
                  <a:pt x="1085850" y="1200150"/>
                </a:lnTo>
                <a:lnTo>
                  <a:pt x="1085850" y="1209675"/>
                </a:lnTo>
                <a:lnTo>
                  <a:pt x="1076325" y="1209675"/>
                </a:lnTo>
                <a:close/>
                <a:moveTo>
                  <a:pt x="1181100" y="1200150"/>
                </a:moveTo>
                <a:lnTo>
                  <a:pt x="1190625" y="1200150"/>
                </a:lnTo>
                <a:lnTo>
                  <a:pt x="1190625" y="1209675"/>
                </a:lnTo>
                <a:lnTo>
                  <a:pt x="1181100" y="1209675"/>
                </a:lnTo>
                <a:close/>
                <a:moveTo>
                  <a:pt x="552450" y="1209675"/>
                </a:moveTo>
                <a:lnTo>
                  <a:pt x="561975" y="1209675"/>
                </a:lnTo>
                <a:lnTo>
                  <a:pt x="561975" y="1228725"/>
                </a:lnTo>
                <a:lnTo>
                  <a:pt x="552450" y="1228725"/>
                </a:lnTo>
                <a:close/>
                <a:moveTo>
                  <a:pt x="733425" y="1209675"/>
                </a:moveTo>
                <a:lnTo>
                  <a:pt x="752475" y="1209675"/>
                </a:lnTo>
                <a:lnTo>
                  <a:pt x="752475" y="1219200"/>
                </a:lnTo>
                <a:lnTo>
                  <a:pt x="781050" y="1219200"/>
                </a:lnTo>
                <a:lnTo>
                  <a:pt x="781050" y="1238250"/>
                </a:lnTo>
                <a:lnTo>
                  <a:pt x="771525" y="1238250"/>
                </a:lnTo>
                <a:lnTo>
                  <a:pt x="771525" y="1228725"/>
                </a:lnTo>
                <a:lnTo>
                  <a:pt x="742950" y="1228725"/>
                </a:lnTo>
                <a:lnTo>
                  <a:pt x="742950" y="1219200"/>
                </a:lnTo>
                <a:lnTo>
                  <a:pt x="733425" y="1219200"/>
                </a:lnTo>
                <a:close/>
                <a:moveTo>
                  <a:pt x="971550" y="1209675"/>
                </a:moveTo>
                <a:lnTo>
                  <a:pt x="981075" y="1209675"/>
                </a:lnTo>
                <a:lnTo>
                  <a:pt x="981075" y="1219200"/>
                </a:lnTo>
                <a:lnTo>
                  <a:pt x="971550" y="1219200"/>
                </a:lnTo>
                <a:close/>
                <a:moveTo>
                  <a:pt x="1190625" y="1209675"/>
                </a:moveTo>
                <a:lnTo>
                  <a:pt x="1209675" y="1209675"/>
                </a:lnTo>
                <a:lnTo>
                  <a:pt x="1209675" y="1219200"/>
                </a:lnTo>
                <a:lnTo>
                  <a:pt x="1190625" y="1219200"/>
                </a:lnTo>
                <a:close/>
                <a:moveTo>
                  <a:pt x="847725" y="1219200"/>
                </a:moveTo>
                <a:lnTo>
                  <a:pt x="866775" y="1219200"/>
                </a:lnTo>
                <a:lnTo>
                  <a:pt x="866775" y="1228725"/>
                </a:lnTo>
                <a:lnTo>
                  <a:pt x="847725" y="1228725"/>
                </a:lnTo>
                <a:close/>
                <a:moveTo>
                  <a:pt x="476250" y="1228725"/>
                </a:moveTo>
                <a:lnTo>
                  <a:pt x="485775" y="1228725"/>
                </a:lnTo>
                <a:lnTo>
                  <a:pt x="485775" y="1238250"/>
                </a:lnTo>
                <a:lnTo>
                  <a:pt x="476250" y="1238250"/>
                </a:lnTo>
                <a:close/>
                <a:moveTo>
                  <a:pt x="685800" y="1228725"/>
                </a:moveTo>
                <a:lnTo>
                  <a:pt x="714375" y="1228725"/>
                </a:lnTo>
                <a:lnTo>
                  <a:pt x="714375" y="1238250"/>
                </a:lnTo>
                <a:lnTo>
                  <a:pt x="733425" y="1238250"/>
                </a:lnTo>
                <a:lnTo>
                  <a:pt x="733425" y="1247775"/>
                </a:lnTo>
                <a:lnTo>
                  <a:pt x="742950" y="1247775"/>
                </a:lnTo>
                <a:lnTo>
                  <a:pt x="742950" y="1257300"/>
                </a:lnTo>
                <a:lnTo>
                  <a:pt x="723900" y="1257300"/>
                </a:lnTo>
                <a:lnTo>
                  <a:pt x="723900" y="1247775"/>
                </a:lnTo>
                <a:lnTo>
                  <a:pt x="685800" y="1247775"/>
                </a:lnTo>
                <a:close/>
                <a:moveTo>
                  <a:pt x="866775" y="1228725"/>
                </a:moveTo>
                <a:lnTo>
                  <a:pt x="876300" y="1228725"/>
                </a:lnTo>
                <a:lnTo>
                  <a:pt x="876300" y="1238250"/>
                </a:lnTo>
                <a:lnTo>
                  <a:pt x="885825" y="1238250"/>
                </a:lnTo>
                <a:lnTo>
                  <a:pt x="885825" y="1247775"/>
                </a:lnTo>
                <a:lnTo>
                  <a:pt x="904875" y="1247775"/>
                </a:lnTo>
                <a:lnTo>
                  <a:pt x="904875" y="1257300"/>
                </a:lnTo>
                <a:lnTo>
                  <a:pt x="895350" y="1257300"/>
                </a:lnTo>
                <a:lnTo>
                  <a:pt x="895350" y="1266825"/>
                </a:lnTo>
                <a:lnTo>
                  <a:pt x="876300" y="1266825"/>
                </a:lnTo>
                <a:lnTo>
                  <a:pt x="876300" y="1276350"/>
                </a:lnTo>
                <a:lnTo>
                  <a:pt x="847725" y="1276350"/>
                </a:lnTo>
                <a:lnTo>
                  <a:pt x="847725" y="1266825"/>
                </a:lnTo>
                <a:lnTo>
                  <a:pt x="819150" y="1266825"/>
                </a:lnTo>
                <a:lnTo>
                  <a:pt x="819150" y="1257300"/>
                </a:lnTo>
                <a:lnTo>
                  <a:pt x="847725" y="1257300"/>
                </a:lnTo>
                <a:lnTo>
                  <a:pt x="847725" y="1266825"/>
                </a:lnTo>
                <a:lnTo>
                  <a:pt x="866775" y="1266825"/>
                </a:lnTo>
                <a:close/>
                <a:moveTo>
                  <a:pt x="1704975" y="1228725"/>
                </a:moveTo>
                <a:lnTo>
                  <a:pt x="1714500" y="1228725"/>
                </a:lnTo>
                <a:lnTo>
                  <a:pt x="1714500" y="1238250"/>
                </a:lnTo>
                <a:lnTo>
                  <a:pt x="1733550" y="1238250"/>
                </a:lnTo>
                <a:lnTo>
                  <a:pt x="1733550" y="1247775"/>
                </a:lnTo>
                <a:lnTo>
                  <a:pt x="1752600" y="1247775"/>
                </a:lnTo>
                <a:lnTo>
                  <a:pt x="1752600" y="1257300"/>
                </a:lnTo>
                <a:lnTo>
                  <a:pt x="1733550" y="1257300"/>
                </a:lnTo>
                <a:lnTo>
                  <a:pt x="1733550" y="1266825"/>
                </a:lnTo>
                <a:lnTo>
                  <a:pt x="1714500" y="1266825"/>
                </a:lnTo>
                <a:lnTo>
                  <a:pt x="1714500" y="1247775"/>
                </a:lnTo>
                <a:lnTo>
                  <a:pt x="1704975" y="1247775"/>
                </a:lnTo>
                <a:close/>
                <a:moveTo>
                  <a:pt x="781050" y="1238250"/>
                </a:moveTo>
                <a:lnTo>
                  <a:pt x="790575" y="1238250"/>
                </a:lnTo>
                <a:lnTo>
                  <a:pt x="790575" y="1257300"/>
                </a:lnTo>
                <a:lnTo>
                  <a:pt x="781050" y="1257300"/>
                </a:lnTo>
                <a:close/>
                <a:moveTo>
                  <a:pt x="1371600" y="1238250"/>
                </a:moveTo>
                <a:lnTo>
                  <a:pt x="1381125" y="1238250"/>
                </a:lnTo>
                <a:lnTo>
                  <a:pt x="1381125" y="1247775"/>
                </a:lnTo>
                <a:lnTo>
                  <a:pt x="1371600" y="1247775"/>
                </a:lnTo>
                <a:close/>
                <a:moveTo>
                  <a:pt x="1762125" y="1238250"/>
                </a:moveTo>
                <a:lnTo>
                  <a:pt x="1771650" y="1238250"/>
                </a:lnTo>
                <a:lnTo>
                  <a:pt x="1771650" y="1247775"/>
                </a:lnTo>
                <a:lnTo>
                  <a:pt x="1762125" y="1247775"/>
                </a:lnTo>
                <a:close/>
                <a:moveTo>
                  <a:pt x="1143000" y="1247775"/>
                </a:moveTo>
                <a:lnTo>
                  <a:pt x="1162050" y="1247775"/>
                </a:lnTo>
                <a:lnTo>
                  <a:pt x="1162050" y="1257300"/>
                </a:lnTo>
                <a:lnTo>
                  <a:pt x="1143000" y="1257300"/>
                </a:lnTo>
                <a:close/>
                <a:moveTo>
                  <a:pt x="1381125" y="1247775"/>
                </a:moveTo>
                <a:lnTo>
                  <a:pt x="1419225" y="1247775"/>
                </a:lnTo>
                <a:lnTo>
                  <a:pt x="1419225" y="1257300"/>
                </a:lnTo>
                <a:lnTo>
                  <a:pt x="1400175" y="1257300"/>
                </a:lnTo>
                <a:lnTo>
                  <a:pt x="1400175" y="1266825"/>
                </a:lnTo>
                <a:lnTo>
                  <a:pt x="1390650" y="1266825"/>
                </a:lnTo>
                <a:lnTo>
                  <a:pt x="1390650" y="1257300"/>
                </a:lnTo>
                <a:lnTo>
                  <a:pt x="1381125" y="1257300"/>
                </a:lnTo>
                <a:close/>
                <a:moveTo>
                  <a:pt x="1543050" y="1247775"/>
                </a:moveTo>
                <a:lnTo>
                  <a:pt x="1552575" y="1247775"/>
                </a:lnTo>
                <a:lnTo>
                  <a:pt x="1552575" y="1257300"/>
                </a:lnTo>
                <a:lnTo>
                  <a:pt x="1543050" y="1257300"/>
                </a:lnTo>
                <a:close/>
                <a:moveTo>
                  <a:pt x="1695450" y="1247775"/>
                </a:moveTo>
                <a:lnTo>
                  <a:pt x="1704975" y="1247775"/>
                </a:lnTo>
                <a:lnTo>
                  <a:pt x="1704975" y="1257300"/>
                </a:lnTo>
                <a:lnTo>
                  <a:pt x="1695450" y="1257300"/>
                </a:lnTo>
                <a:close/>
                <a:moveTo>
                  <a:pt x="514350" y="1257300"/>
                </a:moveTo>
                <a:lnTo>
                  <a:pt x="523875" y="1257300"/>
                </a:lnTo>
                <a:lnTo>
                  <a:pt x="523875" y="1266825"/>
                </a:lnTo>
                <a:lnTo>
                  <a:pt x="514350" y="1266825"/>
                </a:lnTo>
                <a:close/>
                <a:moveTo>
                  <a:pt x="552450" y="1257300"/>
                </a:moveTo>
                <a:lnTo>
                  <a:pt x="561975" y="1257300"/>
                </a:lnTo>
                <a:lnTo>
                  <a:pt x="561975" y="1266825"/>
                </a:lnTo>
                <a:lnTo>
                  <a:pt x="552450" y="1266825"/>
                </a:lnTo>
                <a:close/>
                <a:moveTo>
                  <a:pt x="1162050" y="1257300"/>
                </a:moveTo>
                <a:lnTo>
                  <a:pt x="1190625" y="1257300"/>
                </a:lnTo>
                <a:lnTo>
                  <a:pt x="1190625" y="1276350"/>
                </a:lnTo>
                <a:lnTo>
                  <a:pt x="1200150" y="1276350"/>
                </a:lnTo>
                <a:lnTo>
                  <a:pt x="1200150" y="1285875"/>
                </a:lnTo>
                <a:lnTo>
                  <a:pt x="1181100" y="1285875"/>
                </a:lnTo>
                <a:lnTo>
                  <a:pt x="1181100" y="1266825"/>
                </a:lnTo>
                <a:lnTo>
                  <a:pt x="1162050" y="1266825"/>
                </a:lnTo>
                <a:close/>
                <a:moveTo>
                  <a:pt x="533400" y="1266825"/>
                </a:moveTo>
                <a:lnTo>
                  <a:pt x="542925" y="1266825"/>
                </a:lnTo>
                <a:lnTo>
                  <a:pt x="542925" y="1276350"/>
                </a:lnTo>
                <a:lnTo>
                  <a:pt x="533400" y="1276350"/>
                </a:lnTo>
                <a:close/>
                <a:moveTo>
                  <a:pt x="800100" y="1266825"/>
                </a:moveTo>
                <a:lnTo>
                  <a:pt x="819150" y="1266825"/>
                </a:lnTo>
                <a:lnTo>
                  <a:pt x="819150" y="1276350"/>
                </a:lnTo>
                <a:lnTo>
                  <a:pt x="800100" y="1276350"/>
                </a:lnTo>
                <a:close/>
                <a:moveTo>
                  <a:pt x="1381125" y="1266825"/>
                </a:moveTo>
                <a:lnTo>
                  <a:pt x="1390650" y="1266825"/>
                </a:lnTo>
                <a:lnTo>
                  <a:pt x="1390650" y="1276350"/>
                </a:lnTo>
                <a:lnTo>
                  <a:pt x="1381125" y="1276350"/>
                </a:lnTo>
                <a:close/>
                <a:moveTo>
                  <a:pt x="1504950" y="1266825"/>
                </a:moveTo>
                <a:lnTo>
                  <a:pt x="1514475" y="1266825"/>
                </a:lnTo>
                <a:lnTo>
                  <a:pt x="1514475" y="1276350"/>
                </a:lnTo>
                <a:lnTo>
                  <a:pt x="1504950" y="1276350"/>
                </a:lnTo>
                <a:close/>
                <a:moveTo>
                  <a:pt x="552450" y="1276350"/>
                </a:moveTo>
                <a:lnTo>
                  <a:pt x="561975" y="1276350"/>
                </a:lnTo>
                <a:lnTo>
                  <a:pt x="561975" y="1285875"/>
                </a:lnTo>
                <a:lnTo>
                  <a:pt x="552450" y="1285875"/>
                </a:lnTo>
                <a:close/>
                <a:moveTo>
                  <a:pt x="790575" y="1276350"/>
                </a:moveTo>
                <a:lnTo>
                  <a:pt x="800100" y="1276350"/>
                </a:lnTo>
                <a:lnTo>
                  <a:pt x="800100" y="1285875"/>
                </a:lnTo>
                <a:lnTo>
                  <a:pt x="790575" y="1285875"/>
                </a:lnTo>
                <a:close/>
                <a:moveTo>
                  <a:pt x="1000125" y="1276350"/>
                </a:moveTo>
                <a:lnTo>
                  <a:pt x="1009650" y="1276350"/>
                </a:lnTo>
                <a:lnTo>
                  <a:pt x="1009650" y="1285875"/>
                </a:lnTo>
                <a:lnTo>
                  <a:pt x="1000125" y="1285875"/>
                </a:lnTo>
                <a:close/>
                <a:moveTo>
                  <a:pt x="1343025" y="1276350"/>
                </a:moveTo>
                <a:lnTo>
                  <a:pt x="1352550" y="1276350"/>
                </a:lnTo>
                <a:lnTo>
                  <a:pt x="1352550" y="1285875"/>
                </a:lnTo>
                <a:lnTo>
                  <a:pt x="1343025" y="1285875"/>
                </a:lnTo>
                <a:close/>
                <a:moveTo>
                  <a:pt x="800100" y="1285875"/>
                </a:moveTo>
                <a:lnTo>
                  <a:pt x="809625" y="1285875"/>
                </a:lnTo>
                <a:lnTo>
                  <a:pt x="809625" y="1295400"/>
                </a:lnTo>
                <a:lnTo>
                  <a:pt x="828675" y="1295400"/>
                </a:lnTo>
                <a:lnTo>
                  <a:pt x="828675" y="1304925"/>
                </a:lnTo>
                <a:lnTo>
                  <a:pt x="838200" y="1304925"/>
                </a:lnTo>
                <a:lnTo>
                  <a:pt x="838200" y="1323975"/>
                </a:lnTo>
                <a:lnTo>
                  <a:pt x="857250" y="1323975"/>
                </a:lnTo>
                <a:lnTo>
                  <a:pt x="857250" y="1333500"/>
                </a:lnTo>
                <a:lnTo>
                  <a:pt x="809625" y="1333500"/>
                </a:lnTo>
                <a:lnTo>
                  <a:pt x="809625" y="1323975"/>
                </a:lnTo>
                <a:lnTo>
                  <a:pt x="819150" y="1323975"/>
                </a:lnTo>
                <a:lnTo>
                  <a:pt x="819150" y="1314450"/>
                </a:lnTo>
                <a:lnTo>
                  <a:pt x="800100" y="1314450"/>
                </a:lnTo>
                <a:close/>
                <a:moveTo>
                  <a:pt x="990600" y="1285875"/>
                </a:moveTo>
                <a:lnTo>
                  <a:pt x="1000125" y="1285875"/>
                </a:lnTo>
                <a:lnTo>
                  <a:pt x="1000125" y="1295400"/>
                </a:lnTo>
                <a:lnTo>
                  <a:pt x="990600" y="1295400"/>
                </a:lnTo>
                <a:close/>
                <a:moveTo>
                  <a:pt x="1009650" y="1285875"/>
                </a:moveTo>
                <a:lnTo>
                  <a:pt x="1019175" y="1285875"/>
                </a:lnTo>
                <a:lnTo>
                  <a:pt x="1019175" y="1295400"/>
                </a:lnTo>
                <a:lnTo>
                  <a:pt x="1009650" y="1295400"/>
                </a:lnTo>
                <a:close/>
                <a:moveTo>
                  <a:pt x="1504950" y="1285875"/>
                </a:moveTo>
                <a:lnTo>
                  <a:pt x="1514475" y="1285875"/>
                </a:lnTo>
                <a:lnTo>
                  <a:pt x="1514475" y="1295400"/>
                </a:lnTo>
                <a:lnTo>
                  <a:pt x="1504950" y="1295400"/>
                </a:lnTo>
                <a:close/>
                <a:moveTo>
                  <a:pt x="933450" y="1295400"/>
                </a:moveTo>
                <a:lnTo>
                  <a:pt x="942975" y="1295400"/>
                </a:lnTo>
                <a:lnTo>
                  <a:pt x="942975" y="1314450"/>
                </a:lnTo>
                <a:lnTo>
                  <a:pt x="933450" y="1314450"/>
                </a:lnTo>
                <a:close/>
                <a:moveTo>
                  <a:pt x="1114425" y="1295400"/>
                </a:moveTo>
                <a:lnTo>
                  <a:pt x="1123950" y="1295400"/>
                </a:lnTo>
                <a:lnTo>
                  <a:pt x="1123950" y="1304925"/>
                </a:lnTo>
                <a:lnTo>
                  <a:pt x="1114425" y="1304925"/>
                </a:lnTo>
                <a:close/>
                <a:moveTo>
                  <a:pt x="1514475" y="1295400"/>
                </a:moveTo>
                <a:lnTo>
                  <a:pt x="1524000" y="1295400"/>
                </a:lnTo>
                <a:lnTo>
                  <a:pt x="1524000" y="1304925"/>
                </a:lnTo>
                <a:lnTo>
                  <a:pt x="1514475" y="1304925"/>
                </a:lnTo>
                <a:close/>
                <a:moveTo>
                  <a:pt x="600075" y="1304925"/>
                </a:moveTo>
                <a:lnTo>
                  <a:pt x="609600" y="1304925"/>
                </a:lnTo>
                <a:lnTo>
                  <a:pt x="609600" y="1314450"/>
                </a:lnTo>
                <a:lnTo>
                  <a:pt x="600075" y="1314450"/>
                </a:lnTo>
                <a:close/>
                <a:moveTo>
                  <a:pt x="723900" y="1304925"/>
                </a:moveTo>
                <a:lnTo>
                  <a:pt x="733425" y="1304925"/>
                </a:lnTo>
                <a:lnTo>
                  <a:pt x="733425" y="1314450"/>
                </a:lnTo>
                <a:lnTo>
                  <a:pt x="752475" y="1314450"/>
                </a:lnTo>
                <a:lnTo>
                  <a:pt x="752475" y="1323975"/>
                </a:lnTo>
                <a:lnTo>
                  <a:pt x="742950" y="1323975"/>
                </a:lnTo>
                <a:lnTo>
                  <a:pt x="742950" y="1333500"/>
                </a:lnTo>
                <a:lnTo>
                  <a:pt x="733425" y="1333500"/>
                </a:lnTo>
                <a:lnTo>
                  <a:pt x="733425" y="1323975"/>
                </a:lnTo>
                <a:lnTo>
                  <a:pt x="723900" y="1323975"/>
                </a:lnTo>
                <a:close/>
                <a:moveTo>
                  <a:pt x="1019175" y="1304925"/>
                </a:moveTo>
                <a:lnTo>
                  <a:pt x="1028700" y="1304925"/>
                </a:lnTo>
                <a:lnTo>
                  <a:pt x="1028700" y="1314450"/>
                </a:lnTo>
                <a:lnTo>
                  <a:pt x="1038225" y="1314450"/>
                </a:lnTo>
                <a:lnTo>
                  <a:pt x="1038225" y="1333500"/>
                </a:lnTo>
                <a:lnTo>
                  <a:pt x="1028700" y="1333500"/>
                </a:lnTo>
                <a:lnTo>
                  <a:pt x="1028700" y="1323975"/>
                </a:lnTo>
                <a:lnTo>
                  <a:pt x="1019175" y="1323975"/>
                </a:lnTo>
                <a:close/>
                <a:moveTo>
                  <a:pt x="1524000" y="1304925"/>
                </a:moveTo>
                <a:lnTo>
                  <a:pt x="1533525" y="1304925"/>
                </a:lnTo>
                <a:lnTo>
                  <a:pt x="1533525" y="1314450"/>
                </a:lnTo>
                <a:lnTo>
                  <a:pt x="1524000" y="1314450"/>
                </a:lnTo>
                <a:close/>
                <a:moveTo>
                  <a:pt x="790575" y="1314450"/>
                </a:moveTo>
                <a:lnTo>
                  <a:pt x="800100" y="1314450"/>
                </a:lnTo>
                <a:lnTo>
                  <a:pt x="800100" y="1333500"/>
                </a:lnTo>
                <a:lnTo>
                  <a:pt x="790575" y="1333500"/>
                </a:lnTo>
                <a:close/>
                <a:moveTo>
                  <a:pt x="1047750" y="1314450"/>
                </a:moveTo>
                <a:lnTo>
                  <a:pt x="1057275" y="1314450"/>
                </a:lnTo>
                <a:lnTo>
                  <a:pt x="1057275" y="1323975"/>
                </a:lnTo>
                <a:lnTo>
                  <a:pt x="1047750" y="1323975"/>
                </a:lnTo>
                <a:close/>
                <a:moveTo>
                  <a:pt x="1066800" y="1314450"/>
                </a:moveTo>
                <a:lnTo>
                  <a:pt x="1076325" y="1314450"/>
                </a:lnTo>
                <a:lnTo>
                  <a:pt x="1076325" y="1323975"/>
                </a:lnTo>
                <a:lnTo>
                  <a:pt x="1066800" y="1323975"/>
                </a:lnTo>
                <a:close/>
                <a:moveTo>
                  <a:pt x="1743075" y="1314450"/>
                </a:moveTo>
                <a:lnTo>
                  <a:pt x="1752600" y="1314450"/>
                </a:lnTo>
                <a:lnTo>
                  <a:pt x="1752600" y="1323975"/>
                </a:lnTo>
                <a:lnTo>
                  <a:pt x="1743075" y="1323975"/>
                </a:lnTo>
                <a:close/>
                <a:moveTo>
                  <a:pt x="400050" y="1323975"/>
                </a:moveTo>
                <a:lnTo>
                  <a:pt x="409575" y="1323975"/>
                </a:lnTo>
                <a:lnTo>
                  <a:pt x="409575" y="1343025"/>
                </a:lnTo>
                <a:lnTo>
                  <a:pt x="419100" y="1343025"/>
                </a:lnTo>
                <a:lnTo>
                  <a:pt x="419100" y="1352550"/>
                </a:lnTo>
                <a:lnTo>
                  <a:pt x="428625" y="1352550"/>
                </a:lnTo>
                <a:lnTo>
                  <a:pt x="428625" y="1362075"/>
                </a:lnTo>
                <a:lnTo>
                  <a:pt x="409575" y="1362075"/>
                </a:lnTo>
                <a:lnTo>
                  <a:pt x="409575" y="1352550"/>
                </a:lnTo>
                <a:lnTo>
                  <a:pt x="381000" y="1352550"/>
                </a:lnTo>
                <a:lnTo>
                  <a:pt x="381000" y="1343025"/>
                </a:lnTo>
                <a:lnTo>
                  <a:pt x="390525" y="1343025"/>
                </a:lnTo>
                <a:lnTo>
                  <a:pt x="390525" y="1333500"/>
                </a:lnTo>
                <a:lnTo>
                  <a:pt x="400050" y="1333500"/>
                </a:lnTo>
                <a:close/>
                <a:moveTo>
                  <a:pt x="752475" y="1323975"/>
                </a:moveTo>
                <a:lnTo>
                  <a:pt x="762000" y="1323975"/>
                </a:lnTo>
                <a:lnTo>
                  <a:pt x="762000" y="1333500"/>
                </a:lnTo>
                <a:lnTo>
                  <a:pt x="752475" y="1333500"/>
                </a:lnTo>
                <a:close/>
                <a:moveTo>
                  <a:pt x="1314450" y="1323975"/>
                </a:moveTo>
                <a:lnTo>
                  <a:pt x="1323975" y="1323975"/>
                </a:lnTo>
                <a:lnTo>
                  <a:pt x="1323975" y="1333500"/>
                </a:lnTo>
                <a:lnTo>
                  <a:pt x="1314450" y="1333500"/>
                </a:lnTo>
                <a:close/>
                <a:moveTo>
                  <a:pt x="1733550" y="1323975"/>
                </a:moveTo>
                <a:lnTo>
                  <a:pt x="1743075" y="1323975"/>
                </a:lnTo>
                <a:lnTo>
                  <a:pt x="1743075" y="1352550"/>
                </a:lnTo>
                <a:lnTo>
                  <a:pt x="1752600" y="1352550"/>
                </a:lnTo>
                <a:lnTo>
                  <a:pt x="1752600" y="1362075"/>
                </a:lnTo>
                <a:lnTo>
                  <a:pt x="1733550" y="1362075"/>
                </a:lnTo>
                <a:lnTo>
                  <a:pt x="1733550" y="1352550"/>
                </a:lnTo>
                <a:lnTo>
                  <a:pt x="1724025" y="1352550"/>
                </a:lnTo>
                <a:lnTo>
                  <a:pt x="1724025" y="1343025"/>
                </a:lnTo>
                <a:lnTo>
                  <a:pt x="1714500" y="1343025"/>
                </a:lnTo>
                <a:lnTo>
                  <a:pt x="1714500" y="1333500"/>
                </a:lnTo>
                <a:lnTo>
                  <a:pt x="1724025" y="1333500"/>
                </a:lnTo>
                <a:lnTo>
                  <a:pt x="1724025" y="1343025"/>
                </a:lnTo>
                <a:lnTo>
                  <a:pt x="1733550" y="1343025"/>
                </a:lnTo>
                <a:close/>
                <a:moveTo>
                  <a:pt x="762000" y="1333500"/>
                </a:moveTo>
                <a:lnTo>
                  <a:pt x="771525" y="1333500"/>
                </a:lnTo>
                <a:lnTo>
                  <a:pt x="771525" y="1343025"/>
                </a:lnTo>
                <a:lnTo>
                  <a:pt x="762000" y="1343025"/>
                </a:lnTo>
                <a:close/>
                <a:moveTo>
                  <a:pt x="857250" y="1333500"/>
                </a:moveTo>
                <a:lnTo>
                  <a:pt x="876300" y="1333500"/>
                </a:lnTo>
                <a:lnTo>
                  <a:pt x="876300" y="1343025"/>
                </a:lnTo>
                <a:lnTo>
                  <a:pt x="857250" y="1343025"/>
                </a:lnTo>
                <a:close/>
                <a:moveTo>
                  <a:pt x="885825" y="1333500"/>
                </a:moveTo>
                <a:lnTo>
                  <a:pt x="895350" y="1333500"/>
                </a:lnTo>
                <a:lnTo>
                  <a:pt x="895350" y="1343025"/>
                </a:lnTo>
                <a:lnTo>
                  <a:pt x="885825" y="1343025"/>
                </a:lnTo>
                <a:close/>
                <a:moveTo>
                  <a:pt x="1504950" y="1333500"/>
                </a:moveTo>
                <a:lnTo>
                  <a:pt x="1514475" y="1333500"/>
                </a:lnTo>
                <a:lnTo>
                  <a:pt x="1514475" y="1343025"/>
                </a:lnTo>
                <a:lnTo>
                  <a:pt x="1504950" y="1343025"/>
                </a:lnTo>
                <a:close/>
                <a:moveTo>
                  <a:pt x="790575" y="1343025"/>
                </a:moveTo>
                <a:lnTo>
                  <a:pt x="800100" y="1343025"/>
                </a:lnTo>
                <a:lnTo>
                  <a:pt x="800100" y="1352550"/>
                </a:lnTo>
                <a:lnTo>
                  <a:pt x="790575" y="1352550"/>
                </a:lnTo>
                <a:close/>
                <a:moveTo>
                  <a:pt x="904875" y="1343025"/>
                </a:moveTo>
                <a:lnTo>
                  <a:pt x="923925" y="1343025"/>
                </a:lnTo>
                <a:lnTo>
                  <a:pt x="923925" y="1352550"/>
                </a:lnTo>
                <a:lnTo>
                  <a:pt x="904875" y="1352550"/>
                </a:lnTo>
                <a:close/>
                <a:moveTo>
                  <a:pt x="209550" y="1352550"/>
                </a:moveTo>
                <a:lnTo>
                  <a:pt x="228600" y="1352550"/>
                </a:lnTo>
                <a:lnTo>
                  <a:pt x="228600" y="1362075"/>
                </a:lnTo>
                <a:lnTo>
                  <a:pt x="219075" y="1362075"/>
                </a:lnTo>
                <a:lnTo>
                  <a:pt x="219075" y="1371600"/>
                </a:lnTo>
                <a:lnTo>
                  <a:pt x="209550" y="1371600"/>
                </a:lnTo>
                <a:close/>
                <a:moveTo>
                  <a:pt x="561975" y="1352550"/>
                </a:moveTo>
                <a:lnTo>
                  <a:pt x="581025" y="1352550"/>
                </a:lnTo>
                <a:lnTo>
                  <a:pt x="581025" y="1362075"/>
                </a:lnTo>
                <a:lnTo>
                  <a:pt x="619125" y="1362075"/>
                </a:lnTo>
                <a:lnTo>
                  <a:pt x="619125" y="1371600"/>
                </a:lnTo>
                <a:lnTo>
                  <a:pt x="628650" y="1371600"/>
                </a:lnTo>
                <a:lnTo>
                  <a:pt x="628650" y="1381125"/>
                </a:lnTo>
                <a:lnTo>
                  <a:pt x="609600" y="1381125"/>
                </a:lnTo>
                <a:lnTo>
                  <a:pt x="609600" y="1390650"/>
                </a:lnTo>
                <a:lnTo>
                  <a:pt x="590550" y="1390650"/>
                </a:lnTo>
                <a:lnTo>
                  <a:pt x="590550" y="1400175"/>
                </a:lnTo>
                <a:lnTo>
                  <a:pt x="571500" y="1400175"/>
                </a:lnTo>
                <a:lnTo>
                  <a:pt x="571500" y="1390650"/>
                </a:lnTo>
                <a:lnTo>
                  <a:pt x="561975" y="1390650"/>
                </a:lnTo>
                <a:close/>
                <a:moveTo>
                  <a:pt x="828675" y="1352550"/>
                </a:moveTo>
                <a:lnTo>
                  <a:pt x="838200" y="1352550"/>
                </a:lnTo>
                <a:lnTo>
                  <a:pt x="838200" y="1362075"/>
                </a:lnTo>
                <a:lnTo>
                  <a:pt x="828675" y="1362075"/>
                </a:lnTo>
                <a:close/>
                <a:moveTo>
                  <a:pt x="923925" y="1352550"/>
                </a:moveTo>
                <a:lnTo>
                  <a:pt x="933450" y="1352550"/>
                </a:lnTo>
                <a:lnTo>
                  <a:pt x="933450" y="1362075"/>
                </a:lnTo>
                <a:lnTo>
                  <a:pt x="923925" y="1362075"/>
                </a:lnTo>
                <a:close/>
                <a:moveTo>
                  <a:pt x="714375" y="1362075"/>
                </a:moveTo>
                <a:lnTo>
                  <a:pt x="733425" y="1362075"/>
                </a:lnTo>
                <a:lnTo>
                  <a:pt x="733425" y="1371600"/>
                </a:lnTo>
                <a:lnTo>
                  <a:pt x="714375" y="1371600"/>
                </a:lnTo>
                <a:close/>
                <a:moveTo>
                  <a:pt x="933450" y="1362075"/>
                </a:moveTo>
                <a:lnTo>
                  <a:pt x="942975" y="1362075"/>
                </a:lnTo>
                <a:lnTo>
                  <a:pt x="942975" y="1371600"/>
                </a:lnTo>
                <a:lnTo>
                  <a:pt x="933450" y="1371600"/>
                </a:lnTo>
                <a:close/>
                <a:moveTo>
                  <a:pt x="1257300" y="1362075"/>
                </a:moveTo>
                <a:lnTo>
                  <a:pt x="1266825" y="1362075"/>
                </a:lnTo>
                <a:lnTo>
                  <a:pt x="1266825" y="1381125"/>
                </a:lnTo>
                <a:lnTo>
                  <a:pt x="1285875" y="1381125"/>
                </a:lnTo>
                <a:lnTo>
                  <a:pt x="1285875" y="1390650"/>
                </a:lnTo>
                <a:lnTo>
                  <a:pt x="1295400" y="1390650"/>
                </a:lnTo>
                <a:lnTo>
                  <a:pt x="1295400" y="1381125"/>
                </a:lnTo>
                <a:lnTo>
                  <a:pt x="1304925" y="1381125"/>
                </a:lnTo>
                <a:lnTo>
                  <a:pt x="1304925" y="1371600"/>
                </a:lnTo>
                <a:lnTo>
                  <a:pt x="1323975" y="1371600"/>
                </a:lnTo>
                <a:lnTo>
                  <a:pt x="1323975" y="1381125"/>
                </a:lnTo>
                <a:lnTo>
                  <a:pt x="1304925" y="1381125"/>
                </a:lnTo>
                <a:lnTo>
                  <a:pt x="1304925" y="1390650"/>
                </a:lnTo>
                <a:lnTo>
                  <a:pt x="1295400" y="1390650"/>
                </a:lnTo>
                <a:lnTo>
                  <a:pt x="1295400" y="1400175"/>
                </a:lnTo>
                <a:lnTo>
                  <a:pt x="1276350" y="1400175"/>
                </a:lnTo>
                <a:lnTo>
                  <a:pt x="1276350" y="1390650"/>
                </a:lnTo>
                <a:lnTo>
                  <a:pt x="1238250" y="1390650"/>
                </a:lnTo>
                <a:lnTo>
                  <a:pt x="1238250" y="1381125"/>
                </a:lnTo>
                <a:lnTo>
                  <a:pt x="1257300" y="1381125"/>
                </a:lnTo>
                <a:close/>
                <a:moveTo>
                  <a:pt x="190500" y="1371600"/>
                </a:moveTo>
                <a:lnTo>
                  <a:pt x="209550" y="1371600"/>
                </a:lnTo>
                <a:lnTo>
                  <a:pt x="209550" y="1390650"/>
                </a:lnTo>
                <a:lnTo>
                  <a:pt x="190500" y="1390650"/>
                </a:lnTo>
                <a:close/>
                <a:moveTo>
                  <a:pt x="733425" y="1371600"/>
                </a:moveTo>
                <a:lnTo>
                  <a:pt x="742950" y="1371600"/>
                </a:lnTo>
                <a:lnTo>
                  <a:pt x="742950" y="1381125"/>
                </a:lnTo>
                <a:lnTo>
                  <a:pt x="752475" y="1381125"/>
                </a:lnTo>
                <a:lnTo>
                  <a:pt x="752475" y="1390650"/>
                </a:lnTo>
                <a:lnTo>
                  <a:pt x="733425" y="1390650"/>
                </a:lnTo>
                <a:close/>
                <a:moveTo>
                  <a:pt x="866775" y="1381125"/>
                </a:moveTo>
                <a:lnTo>
                  <a:pt x="885825" y="1381125"/>
                </a:lnTo>
                <a:lnTo>
                  <a:pt x="885825" y="1390650"/>
                </a:lnTo>
                <a:lnTo>
                  <a:pt x="866775" y="1390650"/>
                </a:lnTo>
                <a:close/>
                <a:moveTo>
                  <a:pt x="238125" y="1390650"/>
                </a:moveTo>
                <a:lnTo>
                  <a:pt x="247650" y="1390650"/>
                </a:lnTo>
                <a:lnTo>
                  <a:pt x="247650" y="1400175"/>
                </a:lnTo>
                <a:lnTo>
                  <a:pt x="238125" y="1400175"/>
                </a:lnTo>
                <a:close/>
                <a:moveTo>
                  <a:pt x="400050" y="1390650"/>
                </a:moveTo>
                <a:lnTo>
                  <a:pt x="409575" y="1390650"/>
                </a:lnTo>
                <a:lnTo>
                  <a:pt x="409575" y="1400175"/>
                </a:lnTo>
                <a:lnTo>
                  <a:pt x="400050" y="1400175"/>
                </a:lnTo>
                <a:close/>
                <a:moveTo>
                  <a:pt x="885825" y="1390650"/>
                </a:moveTo>
                <a:lnTo>
                  <a:pt x="895350" y="1390650"/>
                </a:lnTo>
                <a:lnTo>
                  <a:pt x="895350" y="1400175"/>
                </a:lnTo>
                <a:lnTo>
                  <a:pt x="885825" y="1400175"/>
                </a:lnTo>
                <a:close/>
                <a:moveTo>
                  <a:pt x="923925" y="1390650"/>
                </a:moveTo>
                <a:lnTo>
                  <a:pt x="933450" y="1390650"/>
                </a:lnTo>
                <a:lnTo>
                  <a:pt x="933450" y="1400175"/>
                </a:lnTo>
                <a:lnTo>
                  <a:pt x="942975" y="1400175"/>
                </a:lnTo>
                <a:lnTo>
                  <a:pt x="942975" y="1409700"/>
                </a:lnTo>
                <a:lnTo>
                  <a:pt x="962025" y="1409700"/>
                </a:lnTo>
                <a:lnTo>
                  <a:pt x="962025" y="1428750"/>
                </a:lnTo>
                <a:lnTo>
                  <a:pt x="942975" y="1428750"/>
                </a:lnTo>
                <a:lnTo>
                  <a:pt x="942975" y="1419225"/>
                </a:lnTo>
                <a:lnTo>
                  <a:pt x="923925" y="1419225"/>
                </a:lnTo>
                <a:close/>
                <a:moveTo>
                  <a:pt x="219075" y="1400175"/>
                </a:moveTo>
                <a:lnTo>
                  <a:pt x="228600" y="1400175"/>
                </a:lnTo>
                <a:lnTo>
                  <a:pt x="228600" y="1409700"/>
                </a:lnTo>
                <a:lnTo>
                  <a:pt x="219075" y="1409700"/>
                </a:lnTo>
                <a:close/>
                <a:moveTo>
                  <a:pt x="590550" y="1400175"/>
                </a:moveTo>
                <a:lnTo>
                  <a:pt x="609600" y="1400175"/>
                </a:lnTo>
                <a:lnTo>
                  <a:pt x="609600" y="1419225"/>
                </a:lnTo>
                <a:lnTo>
                  <a:pt x="600075" y="1419225"/>
                </a:lnTo>
                <a:lnTo>
                  <a:pt x="600075" y="1409700"/>
                </a:lnTo>
                <a:lnTo>
                  <a:pt x="590550" y="1409700"/>
                </a:lnTo>
                <a:close/>
                <a:moveTo>
                  <a:pt x="666750" y="1400175"/>
                </a:moveTo>
                <a:lnTo>
                  <a:pt x="676275" y="1400175"/>
                </a:lnTo>
                <a:lnTo>
                  <a:pt x="676275" y="1409700"/>
                </a:lnTo>
                <a:lnTo>
                  <a:pt x="666750" y="1409700"/>
                </a:lnTo>
                <a:close/>
                <a:moveTo>
                  <a:pt x="800100" y="1400175"/>
                </a:moveTo>
                <a:lnTo>
                  <a:pt x="809625" y="1400175"/>
                </a:lnTo>
                <a:lnTo>
                  <a:pt x="809625" y="1419225"/>
                </a:lnTo>
                <a:lnTo>
                  <a:pt x="800100" y="1419225"/>
                </a:lnTo>
                <a:close/>
                <a:moveTo>
                  <a:pt x="895350" y="1400175"/>
                </a:moveTo>
                <a:lnTo>
                  <a:pt x="904875" y="1400175"/>
                </a:lnTo>
                <a:lnTo>
                  <a:pt x="904875" y="1409700"/>
                </a:lnTo>
                <a:lnTo>
                  <a:pt x="895350" y="1409700"/>
                </a:lnTo>
                <a:close/>
                <a:moveTo>
                  <a:pt x="1381125" y="1400175"/>
                </a:moveTo>
                <a:lnTo>
                  <a:pt x="1390650" y="1400175"/>
                </a:lnTo>
                <a:lnTo>
                  <a:pt x="1390650" y="1409700"/>
                </a:lnTo>
                <a:lnTo>
                  <a:pt x="1381125" y="1409700"/>
                </a:lnTo>
                <a:close/>
                <a:moveTo>
                  <a:pt x="180975" y="1419225"/>
                </a:moveTo>
                <a:lnTo>
                  <a:pt x="190500" y="1419225"/>
                </a:lnTo>
                <a:lnTo>
                  <a:pt x="190500" y="1428750"/>
                </a:lnTo>
                <a:lnTo>
                  <a:pt x="180975" y="1428750"/>
                </a:lnTo>
                <a:close/>
                <a:moveTo>
                  <a:pt x="428625" y="1419225"/>
                </a:moveTo>
                <a:lnTo>
                  <a:pt x="438150" y="1419225"/>
                </a:lnTo>
                <a:lnTo>
                  <a:pt x="438150" y="1428750"/>
                </a:lnTo>
                <a:lnTo>
                  <a:pt x="428625" y="1428750"/>
                </a:lnTo>
                <a:close/>
                <a:moveTo>
                  <a:pt x="476250" y="1419225"/>
                </a:moveTo>
                <a:lnTo>
                  <a:pt x="485775" y="1419225"/>
                </a:lnTo>
                <a:lnTo>
                  <a:pt x="485775" y="1428750"/>
                </a:lnTo>
                <a:lnTo>
                  <a:pt x="476250" y="1428750"/>
                </a:lnTo>
                <a:close/>
                <a:moveTo>
                  <a:pt x="609600" y="1419225"/>
                </a:moveTo>
                <a:lnTo>
                  <a:pt x="619125" y="1419225"/>
                </a:lnTo>
                <a:lnTo>
                  <a:pt x="619125" y="1428750"/>
                </a:lnTo>
                <a:lnTo>
                  <a:pt x="609600" y="1428750"/>
                </a:lnTo>
                <a:close/>
                <a:moveTo>
                  <a:pt x="819150" y="1419225"/>
                </a:moveTo>
                <a:lnTo>
                  <a:pt x="828675" y="1419225"/>
                </a:lnTo>
                <a:lnTo>
                  <a:pt x="828675" y="1428750"/>
                </a:lnTo>
                <a:lnTo>
                  <a:pt x="819150" y="1428750"/>
                </a:lnTo>
                <a:close/>
                <a:moveTo>
                  <a:pt x="419100" y="1428750"/>
                </a:moveTo>
                <a:lnTo>
                  <a:pt x="428625" y="1428750"/>
                </a:lnTo>
                <a:lnTo>
                  <a:pt x="428625" y="1438275"/>
                </a:lnTo>
                <a:lnTo>
                  <a:pt x="419100" y="1438275"/>
                </a:lnTo>
                <a:close/>
                <a:moveTo>
                  <a:pt x="962025" y="1428750"/>
                </a:moveTo>
                <a:lnTo>
                  <a:pt x="981075" y="1428750"/>
                </a:lnTo>
                <a:lnTo>
                  <a:pt x="981075" y="1438275"/>
                </a:lnTo>
                <a:lnTo>
                  <a:pt x="962025" y="1438275"/>
                </a:lnTo>
                <a:close/>
                <a:moveTo>
                  <a:pt x="990600" y="1428750"/>
                </a:moveTo>
                <a:lnTo>
                  <a:pt x="1000125" y="1428750"/>
                </a:lnTo>
                <a:lnTo>
                  <a:pt x="1000125" y="1438275"/>
                </a:lnTo>
                <a:lnTo>
                  <a:pt x="990600" y="1438275"/>
                </a:lnTo>
                <a:close/>
                <a:moveTo>
                  <a:pt x="1257300" y="1428750"/>
                </a:moveTo>
                <a:lnTo>
                  <a:pt x="1276350" y="1428750"/>
                </a:lnTo>
                <a:lnTo>
                  <a:pt x="1276350" y="1438275"/>
                </a:lnTo>
                <a:lnTo>
                  <a:pt x="1257300" y="1438275"/>
                </a:lnTo>
                <a:close/>
                <a:moveTo>
                  <a:pt x="1285875" y="1428750"/>
                </a:moveTo>
                <a:lnTo>
                  <a:pt x="1295400" y="1428750"/>
                </a:lnTo>
                <a:lnTo>
                  <a:pt x="1295400" y="1438275"/>
                </a:lnTo>
                <a:lnTo>
                  <a:pt x="1285875" y="1438275"/>
                </a:lnTo>
                <a:close/>
                <a:moveTo>
                  <a:pt x="1657350" y="1428750"/>
                </a:moveTo>
                <a:lnTo>
                  <a:pt x="1666875" y="1428750"/>
                </a:lnTo>
                <a:lnTo>
                  <a:pt x="1666875" y="1438275"/>
                </a:lnTo>
                <a:lnTo>
                  <a:pt x="1657350" y="1438275"/>
                </a:lnTo>
                <a:close/>
                <a:moveTo>
                  <a:pt x="1209675" y="1438275"/>
                </a:moveTo>
                <a:lnTo>
                  <a:pt x="1219200" y="1438275"/>
                </a:lnTo>
                <a:lnTo>
                  <a:pt x="1219200" y="1447800"/>
                </a:lnTo>
                <a:lnTo>
                  <a:pt x="1209675" y="1447800"/>
                </a:lnTo>
                <a:close/>
                <a:moveTo>
                  <a:pt x="1181100" y="1447800"/>
                </a:moveTo>
                <a:lnTo>
                  <a:pt x="1190625" y="1447800"/>
                </a:lnTo>
                <a:lnTo>
                  <a:pt x="1190625" y="1457325"/>
                </a:lnTo>
                <a:lnTo>
                  <a:pt x="1200150" y="1457325"/>
                </a:lnTo>
                <a:lnTo>
                  <a:pt x="1200150" y="1466850"/>
                </a:lnTo>
                <a:lnTo>
                  <a:pt x="1190625" y="1466850"/>
                </a:lnTo>
                <a:lnTo>
                  <a:pt x="1190625" y="1476375"/>
                </a:lnTo>
                <a:lnTo>
                  <a:pt x="1162050" y="1476375"/>
                </a:lnTo>
                <a:lnTo>
                  <a:pt x="1162050" y="1466850"/>
                </a:lnTo>
                <a:lnTo>
                  <a:pt x="1171575" y="1466850"/>
                </a:lnTo>
                <a:lnTo>
                  <a:pt x="1171575" y="1457325"/>
                </a:lnTo>
                <a:lnTo>
                  <a:pt x="1181100" y="1457325"/>
                </a:lnTo>
                <a:close/>
                <a:moveTo>
                  <a:pt x="1323975" y="1447800"/>
                </a:moveTo>
                <a:lnTo>
                  <a:pt x="1343025" y="1447800"/>
                </a:lnTo>
                <a:lnTo>
                  <a:pt x="1343025" y="1457325"/>
                </a:lnTo>
                <a:lnTo>
                  <a:pt x="1352550" y="1457325"/>
                </a:lnTo>
                <a:lnTo>
                  <a:pt x="1352550" y="1466850"/>
                </a:lnTo>
                <a:lnTo>
                  <a:pt x="1362075" y="1466850"/>
                </a:lnTo>
                <a:lnTo>
                  <a:pt x="1362075" y="1476375"/>
                </a:lnTo>
                <a:lnTo>
                  <a:pt x="1323975" y="1476375"/>
                </a:lnTo>
                <a:lnTo>
                  <a:pt x="1323975" y="1466850"/>
                </a:lnTo>
                <a:lnTo>
                  <a:pt x="1314450" y="1466850"/>
                </a:lnTo>
                <a:lnTo>
                  <a:pt x="1314450" y="1457325"/>
                </a:lnTo>
                <a:lnTo>
                  <a:pt x="1323975" y="1457325"/>
                </a:lnTo>
                <a:close/>
                <a:moveTo>
                  <a:pt x="1390650" y="1457325"/>
                </a:moveTo>
                <a:lnTo>
                  <a:pt x="1400175" y="1457325"/>
                </a:lnTo>
                <a:lnTo>
                  <a:pt x="1400175" y="1466850"/>
                </a:lnTo>
                <a:lnTo>
                  <a:pt x="1390650" y="1466850"/>
                </a:lnTo>
                <a:close/>
                <a:moveTo>
                  <a:pt x="895350" y="1466850"/>
                </a:moveTo>
                <a:lnTo>
                  <a:pt x="904875" y="1466850"/>
                </a:lnTo>
                <a:lnTo>
                  <a:pt x="904875" y="1476375"/>
                </a:lnTo>
                <a:lnTo>
                  <a:pt x="895350" y="1476375"/>
                </a:lnTo>
                <a:close/>
                <a:moveTo>
                  <a:pt x="1409700" y="1466850"/>
                </a:moveTo>
                <a:lnTo>
                  <a:pt x="1419225" y="1466850"/>
                </a:lnTo>
                <a:lnTo>
                  <a:pt x="1419225" y="1476375"/>
                </a:lnTo>
                <a:lnTo>
                  <a:pt x="1409700" y="1476375"/>
                </a:lnTo>
                <a:close/>
                <a:moveTo>
                  <a:pt x="1866900" y="1466850"/>
                </a:moveTo>
                <a:lnTo>
                  <a:pt x="1876425" y="1466850"/>
                </a:lnTo>
                <a:lnTo>
                  <a:pt x="1876425" y="1495425"/>
                </a:lnTo>
                <a:lnTo>
                  <a:pt x="1866900" y="1495425"/>
                </a:lnTo>
                <a:lnTo>
                  <a:pt x="1866900" y="1485900"/>
                </a:lnTo>
                <a:lnTo>
                  <a:pt x="1857375" y="1485900"/>
                </a:lnTo>
                <a:lnTo>
                  <a:pt x="1857375" y="1476375"/>
                </a:lnTo>
                <a:lnTo>
                  <a:pt x="1866900" y="1476375"/>
                </a:lnTo>
                <a:close/>
                <a:moveTo>
                  <a:pt x="1914525" y="1466850"/>
                </a:moveTo>
                <a:lnTo>
                  <a:pt x="1924050" y="1466850"/>
                </a:lnTo>
                <a:lnTo>
                  <a:pt x="1924050" y="1495425"/>
                </a:lnTo>
                <a:lnTo>
                  <a:pt x="1914525" y="1495425"/>
                </a:lnTo>
                <a:close/>
                <a:moveTo>
                  <a:pt x="219075" y="1476375"/>
                </a:moveTo>
                <a:lnTo>
                  <a:pt x="228600" y="1476375"/>
                </a:lnTo>
                <a:lnTo>
                  <a:pt x="228600" y="1485900"/>
                </a:lnTo>
                <a:lnTo>
                  <a:pt x="219075" y="1485900"/>
                </a:lnTo>
                <a:close/>
                <a:moveTo>
                  <a:pt x="914400" y="1476375"/>
                </a:moveTo>
                <a:lnTo>
                  <a:pt x="923925" y="1476375"/>
                </a:lnTo>
                <a:lnTo>
                  <a:pt x="923925" y="1485900"/>
                </a:lnTo>
                <a:lnTo>
                  <a:pt x="914400" y="1485900"/>
                </a:lnTo>
                <a:close/>
                <a:moveTo>
                  <a:pt x="619125" y="1485900"/>
                </a:moveTo>
                <a:lnTo>
                  <a:pt x="638175" y="1485900"/>
                </a:lnTo>
                <a:lnTo>
                  <a:pt x="638175" y="1495425"/>
                </a:lnTo>
                <a:lnTo>
                  <a:pt x="619125" y="1495425"/>
                </a:lnTo>
                <a:close/>
                <a:moveTo>
                  <a:pt x="923925" y="1485900"/>
                </a:moveTo>
                <a:lnTo>
                  <a:pt x="933450" y="1485900"/>
                </a:lnTo>
                <a:lnTo>
                  <a:pt x="933450" y="1495425"/>
                </a:lnTo>
                <a:lnTo>
                  <a:pt x="923925" y="1495425"/>
                </a:lnTo>
                <a:close/>
                <a:moveTo>
                  <a:pt x="1143000" y="1485900"/>
                </a:moveTo>
                <a:lnTo>
                  <a:pt x="1162050" y="1485900"/>
                </a:lnTo>
                <a:lnTo>
                  <a:pt x="1162050" y="1495425"/>
                </a:lnTo>
                <a:lnTo>
                  <a:pt x="1143000" y="1495425"/>
                </a:lnTo>
                <a:close/>
                <a:moveTo>
                  <a:pt x="1238250" y="1485900"/>
                </a:moveTo>
                <a:lnTo>
                  <a:pt x="1247775" y="1485900"/>
                </a:lnTo>
                <a:lnTo>
                  <a:pt x="1247775" y="1504950"/>
                </a:lnTo>
                <a:lnTo>
                  <a:pt x="1238250" y="1504950"/>
                </a:lnTo>
                <a:close/>
                <a:moveTo>
                  <a:pt x="1771650" y="1485900"/>
                </a:moveTo>
                <a:lnTo>
                  <a:pt x="1781175" y="1485900"/>
                </a:lnTo>
                <a:lnTo>
                  <a:pt x="1781175" y="1495425"/>
                </a:lnTo>
                <a:lnTo>
                  <a:pt x="1771650" y="1495425"/>
                </a:lnTo>
                <a:close/>
                <a:moveTo>
                  <a:pt x="1800225" y="1485900"/>
                </a:moveTo>
                <a:lnTo>
                  <a:pt x="1838325" y="1485900"/>
                </a:lnTo>
                <a:lnTo>
                  <a:pt x="1838325" y="1495425"/>
                </a:lnTo>
                <a:lnTo>
                  <a:pt x="1800225" y="1495425"/>
                </a:lnTo>
                <a:close/>
                <a:moveTo>
                  <a:pt x="209550" y="1495425"/>
                </a:moveTo>
                <a:lnTo>
                  <a:pt x="219075" y="1495425"/>
                </a:lnTo>
                <a:lnTo>
                  <a:pt x="219075" y="1524000"/>
                </a:lnTo>
                <a:lnTo>
                  <a:pt x="190500" y="1524000"/>
                </a:lnTo>
                <a:lnTo>
                  <a:pt x="190500" y="1514475"/>
                </a:lnTo>
                <a:lnTo>
                  <a:pt x="209550" y="1514475"/>
                </a:lnTo>
                <a:close/>
                <a:moveTo>
                  <a:pt x="638175" y="1495425"/>
                </a:moveTo>
                <a:lnTo>
                  <a:pt x="647700" y="1495425"/>
                </a:lnTo>
                <a:lnTo>
                  <a:pt x="647700" y="1504950"/>
                </a:lnTo>
                <a:lnTo>
                  <a:pt x="638175" y="1504950"/>
                </a:lnTo>
                <a:close/>
                <a:moveTo>
                  <a:pt x="828675" y="1495425"/>
                </a:moveTo>
                <a:lnTo>
                  <a:pt x="857250" y="1495425"/>
                </a:lnTo>
                <a:lnTo>
                  <a:pt x="857250" y="1514475"/>
                </a:lnTo>
                <a:lnTo>
                  <a:pt x="847725" y="1514475"/>
                </a:lnTo>
                <a:lnTo>
                  <a:pt x="847725" y="1504950"/>
                </a:lnTo>
                <a:lnTo>
                  <a:pt x="828675" y="1504950"/>
                </a:lnTo>
                <a:close/>
                <a:moveTo>
                  <a:pt x="933450" y="1495425"/>
                </a:moveTo>
                <a:lnTo>
                  <a:pt x="962025" y="1495425"/>
                </a:lnTo>
                <a:lnTo>
                  <a:pt x="962025" y="1504950"/>
                </a:lnTo>
                <a:lnTo>
                  <a:pt x="971550" y="1504950"/>
                </a:lnTo>
                <a:lnTo>
                  <a:pt x="971550" y="1514475"/>
                </a:lnTo>
                <a:lnTo>
                  <a:pt x="952500" y="1514475"/>
                </a:lnTo>
                <a:lnTo>
                  <a:pt x="952500" y="1504950"/>
                </a:lnTo>
                <a:lnTo>
                  <a:pt x="933450" y="1504950"/>
                </a:lnTo>
                <a:close/>
                <a:moveTo>
                  <a:pt x="1876425" y="1495425"/>
                </a:moveTo>
                <a:lnTo>
                  <a:pt x="1885950" y="1495425"/>
                </a:lnTo>
                <a:lnTo>
                  <a:pt x="1885950" y="1504950"/>
                </a:lnTo>
                <a:lnTo>
                  <a:pt x="1895475" y="1504950"/>
                </a:lnTo>
                <a:lnTo>
                  <a:pt x="1895475" y="1495425"/>
                </a:lnTo>
                <a:lnTo>
                  <a:pt x="1905000" y="1495425"/>
                </a:lnTo>
                <a:lnTo>
                  <a:pt x="1905000" y="1504950"/>
                </a:lnTo>
                <a:lnTo>
                  <a:pt x="1914525" y="1504950"/>
                </a:lnTo>
                <a:lnTo>
                  <a:pt x="1914525" y="1524000"/>
                </a:lnTo>
                <a:lnTo>
                  <a:pt x="1905000" y="1524000"/>
                </a:lnTo>
                <a:lnTo>
                  <a:pt x="1905000" y="1533525"/>
                </a:lnTo>
                <a:lnTo>
                  <a:pt x="1866900" y="1533525"/>
                </a:lnTo>
                <a:lnTo>
                  <a:pt x="1866900" y="1543050"/>
                </a:lnTo>
                <a:lnTo>
                  <a:pt x="1857375" y="1543050"/>
                </a:lnTo>
                <a:lnTo>
                  <a:pt x="1857375" y="1552575"/>
                </a:lnTo>
                <a:lnTo>
                  <a:pt x="1847850" y="1552575"/>
                </a:lnTo>
                <a:lnTo>
                  <a:pt x="1847850" y="1571625"/>
                </a:lnTo>
                <a:lnTo>
                  <a:pt x="1809750" y="1571625"/>
                </a:lnTo>
                <a:lnTo>
                  <a:pt x="1809750" y="1562100"/>
                </a:lnTo>
                <a:lnTo>
                  <a:pt x="1828800" y="1562100"/>
                </a:lnTo>
                <a:lnTo>
                  <a:pt x="1828800" y="1552575"/>
                </a:lnTo>
                <a:lnTo>
                  <a:pt x="1838325" y="1552575"/>
                </a:lnTo>
                <a:lnTo>
                  <a:pt x="1838325" y="1543050"/>
                </a:lnTo>
                <a:lnTo>
                  <a:pt x="1847850" y="1543050"/>
                </a:lnTo>
                <a:lnTo>
                  <a:pt x="1847850" y="1533525"/>
                </a:lnTo>
                <a:lnTo>
                  <a:pt x="1857375" y="1533525"/>
                </a:lnTo>
                <a:lnTo>
                  <a:pt x="1857375" y="1524000"/>
                </a:lnTo>
                <a:lnTo>
                  <a:pt x="1876425" y="1524000"/>
                </a:lnTo>
                <a:close/>
                <a:moveTo>
                  <a:pt x="1228725" y="1504950"/>
                </a:moveTo>
                <a:lnTo>
                  <a:pt x="1238250" y="1504950"/>
                </a:lnTo>
                <a:lnTo>
                  <a:pt x="1238250" y="1514475"/>
                </a:lnTo>
                <a:lnTo>
                  <a:pt x="1228725" y="1514475"/>
                </a:lnTo>
                <a:close/>
                <a:moveTo>
                  <a:pt x="495300" y="1514475"/>
                </a:moveTo>
                <a:lnTo>
                  <a:pt x="504825" y="1514475"/>
                </a:lnTo>
                <a:lnTo>
                  <a:pt x="504825" y="1524000"/>
                </a:lnTo>
                <a:lnTo>
                  <a:pt x="495300" y="1524000"/>
                </a:lnTo>
                <a:close/>
                <a:moveTo>
                  <a:pt x="866775" y="1514475"/>
                </a:moveTo>
                <a:lnTo>
                  <a:pt x="876300" y="1514475"/>
                </a:lnTo>
                <a:lnTo>
                  <a:pt x="876300" y="1524000"/>
                </a:lnTo>
                <a:lnTo>
                  <a:pt x="866775" y="1524000"/>
                </a:lnTo>
                <a:close/>
                <a:moveTo>
                  <a:pt x="1209675" y="1514475"/>
                </a:moveTo>
                <a:lnTo>
                  <a:pt x="1228725" y="1514475"/>
                </a:lnTo>
                <a:lnTo>
                  <a:pt x="1228725" y="1552575"/>
                </a:lnTo>
                <a:lnTo>
                  <a:pt x="1209675" y="1552575"/>
                </a:lnTo>
                <a:close/>
                <a:moveTo>
                  <a:pt x="238125" y="1524000"/>
                </a:moveTo>
                <a:lnTo>
                  <a:pt x="247650" y="1524000"/>
                </a:lnTo>
                <a:lnTo>
                  <a:pt x="247650" y="1533525"/>
                </a:lnTo>
                <a:lnTo>
                  <a:pt x="238125" y="1533525"/>
                </a:lnTo>
                <a:close/>
                <a:moveTo>
                  <a:pt x="895350" y="1524000"/>
                </a:moveTo>
                <a:lnTo>
                  <a:pt x="904875" y="1524000"/>
                </a:lnTo>
                <a:lnTo>
                  <a:pt x="904875" y="1533525"/>
                </a:lnTo>
                <a:lnTo>
                  <a:pt x="895350" y="1533525"/>
                </a:lnTo>
                <a:close/>
                <a:moveTo>
                  <a:pt x="923925" y="1533525"/>
                </a:moveTo>
                <a:lnTo>
                  <a:pt x="952500" y="1533525"/>
                </a:lnTo>
                <a:lnTo>
                  <a:pt x="952500" y="1543050"/>
                </a:lnTo>
                <a:lnTo>
                  <a:pt x="942975" y="1543050"/>
                </a:lnTo>
                <a:lnTo>
                  <a:pt x="942975" y="1552575"/>
                </a:lnTo>
                <a:lnTo>
                  <a:pt x="933450" y="1552575"/>
                </a:lnTo>
                <a:lnTo>
                  <a:pt x="933450" y="1571625"/>
                </a:lnTo>
                <a:lnTo>
                  <a:pt x="923925" y="1571625"/>
                </a:lnTo>
                <a:close/>
                <a:moveTo>
                  <a:pt x="1143000" y="1533525"/>
                </a:moveTo>
                <a:lnTo>
                  <a:pt x="1162050" y="1533525"/>
                </a:lnTo>
                <a:lnTo>
                  <a:pt x="1162050" y="1543050"/>
                </a:lnTo>
                <a:lnTo>
                  <a:pt x="1152525" y="1543050"/>
                </a:lnTo>
                <a:lnTo>
                  <a:pt x="1152525" y="1581150"/>
                </a:lnTo>
                <a:lnTo>
                  <a:pt x="1162050" y="1581150"/>
                </a:lnTo>
                <a:lnTo>
                  <a:pt x="1162050" y="1571625"/>
                </a:lnTo>
                <a:lnTo>
                  <a:pt x="1171575" y="1571625"/>
                </a:lnTo>
                <a:lnTo>
                  <a:pt x="1171575" y="1590675"/>
                </a:lnTo>
                <a:lnTo>
                  <a:pt x="1152525" y="1590675"/>
                </a:lnTo>
                <a:lnTo>
                  <a:pt x="1152525" y="1600200"/>
                </a:lnTo>
                <a:lnTo>
                  <a:pt x="1133475" y="1600200"/>
                </a:lnTo>
                <a:lnTo>
                  <a:pt x="1133475" y="1590675"/>
                </a:lnTo>
                <a:lnTo>
                  <a:pt x="1123950" y="1590675"/>
                </a:lnTo>
                <a:lnTo>
                  <a:pt x="1123950" y="1552575"/>
                </a:lnTo>
                <a:lnTo>
                  <a:pt x="1133475" y="1552575"/>
                </a:lnTo>
                <a:lnTo>
                  <a:pt x="1133475" y="1543050"/>
                </a:lnTo>
                <a:lnTo>
                  <a:pt x="1143000" y="1543050"/>
                </a:lnTo>
                <a:close/>
                <a:moveTo>
                  <a:pt x="1276350" y="1533525"/>
                </a:moveTo>
                <a:lnTo>
                  <a:pt x="1285875" y="1533525"/>
                </a:lnTo>
                <a:lnTo>
                  <a:pt x="1285875" y="1543050"/>
                </a:lnTo>
                <a:lnTo>
                  <a:pt x="1276350" y="1543050"/>
                </a:lnTo>
                <a:close/>
                <a:moveTo>
                  <a:pt x="1371600" y="1533525"/>
                </a:moveTo>
                <a:lnTo>
                  <a:pt x="1381125" y="1533525"/>
                </a:lnTo>
                <a:lnTo>
                  <a:pt x="1381125" y="1552575"/>
                </a:lnTo>
                <a:lnTo>
                  <a:pt x="1371600" y="1552575"/>
                </a:lnTo>
                <a:close/>
                <a:moveTo>
                  <a:pt x="228600" y="1543050"/>
                </a:moveTo>
                <a:lnTo>
                  <a:pt x="238125" y="1543050"/>
                </a:lnTo>
                <a:lnTo>
                  <a:pt x="238125" y="1562100"/>
                </a:lnTo>
                <a:lnTo>
                  <a:pt x="219075" y="1562100"/>
                </a:lnTo>
                <a:lnTo>
                  <a:pt x="219075" y="1552575"/>
                </a:lnTo>
                <a:lnTo>
                  <a:pt x="228600" y="1552575"/>
                </a:lnTo>
                <a:close/>
                <a:moveTo>
                  <a:pt x="609600" y="1543050"/>
                </a:moveTo>
                <a:lnTo>
                  <a:pt x="619125" y="1543050"/>
                </a:lnTo>
                <a:lnTo>
                  <a:pt x="619125" y="1552575"/>
                </a:lnTo>
                <a:lnTo>
                  <a:pt x="628650" y="1552575"/>
                </a:lnTo>
                <a:lnTo>
                  <a:pt x="628650" y="1562100"/>
                </a:lnTo>
                <a:lnTo>
                  <a:pt x="609600" y="1562100"/>
                </a:lnTo>
                <a:close/>
                <a:moveTo>
                  <a:pt x="952500" y="1543050"/>
                </a:moveTo>
                <a:lnTo>
                  <a:pt x="962025" y="1543050"/>
                </a:lnTo>
                <a:lnTo>
                  <a:pt x="962025" y="1552575"/>
                </a:lnTo>
                <a:lnTo>
                  <a:pt x="952500" y="1552575"/>
                </a:lnTo>
                <a:close/>
                <a:moveTo>
                  <a:pt x="971550" y="1543050"/>
                </a:moveTo>
                <a:lnTo>
                  <a:pt x="981075" y="1543050"/>
                </a:lnTo>
                <a:lnTo>
                  <a:pt x="981075" y="1552575"/>
                </a:lnTo>
                <a:lnTo>
                  <a:pt x="971550" y="1552575"/>
                </a:lnTo>
                <a:close/>
                <a:moveTo>
                  <a:pt x="1285875" y="1543050"/>
                </a:moveTo>
                <a:lnTo>
                  <a:pt x="1295400" y="1543050"/>
                </a:lnTo>
                <a:lnTo>
                  <a:pt x="1295400" y="1552575"/>
                </a:lnTo>
                <a:lnTo>
                  <a:pt x="1333500" y="1552575"/>
                </a:lnTo>
                <a:lnTo>
                  <a:pt x="1333500" y="1571625"/>
                </a:lnTo>
                <a:lnTo>
                  <a:pt x="1295400" y="1571625"/>
                </a:lnTo>
                <a:lnTo>
                  <a:pt x="1295400" y="1590675"/>
                </a:lnTo>
                <a:lnTo>
                  <a:pt x="1276350" y="1590675"/>
                </a:lnTo>
                <a:lnTo>
                  <a:pt x="1276350" y="1571625"/>
                </a:lnTo>
                <a:lnTo>
                  <a:pt x="1285875" y="1571625"/>
                </a:lnTo>
                <a:close/>
                <a:moveTo>
                  <a:pt x="1581150" y="1543050"/>
                </a:moveTo>
                <a:lnTo>
                  <a:pt x="1590675" y="1543050"/>
                </a:lnTo>
                <a:lnTo>
                  <a:pt x="1590675" y="1552575"/>
                </a:lnTo>
                <a:lnTo>
                  <a:pt x="1581150" y="1552575"/>
                </a:lnTo>
                <a:close/>
                <a:moveTo>
                  <a:pt x="1905000" y="1543050"/>
                </a:moveTo>
                <a:lnTo>
                  <a:pt x="1914525" y="1543050"/>
                </a:lnTo>
                <a:lnTo>
                  <a:pt x="1914525" y="1562100"/>
                </a:lnTo>
                <a:lnTo>
                  <a:pt x="1905000" y="1562100"/>
                </a:lnTo>
                <a:close/>
                <a:moveTo>
                  <a:pt x="200025" y="1552575"/>
                </a:moveTo>
                <a:lnTo>
                  <a:pt x="209550" y="1552575"/>
                </a:lnTo>
                <a:lnTo>
                  <a:pt x="209550" y="1562100"/>
                </a:lnTo>
                <a:lnTo>
                  <a:pt x="200025" y="1562100"/>
                </a:lnTo>
                <a:close/>
                <a:moveTo>
                  <a:pt x="1352550" y="1562100"/>
                </a:moveTo>
                <a:lnTo>
                  <a:pt x="1362075" y="1562100"/>
                </a:lnTo>
                <a:lnTo>
                  <a:pt x="1362075" y="1571625"/>
                </a:lnTo>
                <a:lnTo>
                  <a:pt x="1371600" y="1571625"/>
                </a:lnTo>
                <a:lnTo>
                  <a:pt x="1371600" y="1581150"/>
                </a:lnTo>
                <a:lnTo>
                  <a:pt x="1352550" y="1581150"/>
                </a:lnTo>
                <a:close/>
                <a:moveTo>
                  <a:pt x="1628775" y="1562100"/>
                </a:moveTo>
                <a:lnTo>
                  <a:pt x="1638300" y="1562100"/>
                </a:lnTo>
                <a:lnTo>
                  <a:pt x="1638300" y="1571625"/>
                </a:lnTo>
                <a:lnTo>
                  <a:pt x="1628775" y="1571625"/>
                </a:lnTo>
                <a:close/>
                <a:moveTo>
                  <a:pt x="1885950" y="1562100"/>
                </a:moveTo>
                <a:lnTo>
                  <a:pt x="1895475" y="1562100"/>
                </a:lnTo>
                <a:lnTo>
                  <a:pt x="1895475" y="1571625"/>
                </a:lnTo>
                <a:lnTo>
                  <a:pt x="1885950" y="1571625"/>
                </a:lnTo>
                <a:close/>
                <a:moveTo>
                  <a:pt x="1914525" y="1562100"/>
                </a:moveTo>
                <a:lnTo>
                  <a:pt x="1924050" y="1562100"/>
                </a:lnTo>
                <a:lnTo>
                  <a:pt x="1924050" y="1571625"/>
                </a:lnTo>
                <a:lnTo>
                  <a:pt x="1914525" y="1571625"/>
                </a:lnTo>
                <a:close/>
                <a:moveTo>
                  <a:pt x="781050" y="1571625"/>
                </a:moveTo>
                <a:lnTo>
                  <a:pt x="790575" y="1571625"/>
                </a:lnTo>
                <a:lnTo>
                  <a:pt x="790575" y="1581150"/>
                </a:lnTo>
                <a:lnTo>
                  <a:pt x="800100" y="1581150"/>
                </a:lnTo>
                <a:lnTo>
                  <a:pt x="800100" y="1590675"/>
                </a:lnTo>
                <a:lnTo>
                  <a:pt x="781050" y="1590675"/>
                </a:lnTo>
                <a:close/>
                <a:moveTo>
                  <a:pt x="933450" y="1571625"/>
                </a:moveTo>
                <a:lnTo>
                  <a:pt x="942975" y="1571625"/>
                </a:lnTo>
                <a:lnTo>
                  <a:pt x="942975" y="1581150"/>
                </a:lnTo>
                <a:lnTo>
                  <a:pt x="933450" y="1581150"/>
                </a:lnTo>
                <a:close/>
                <a:moveTo>
                  <a:pt x="1247775" y="1571625"/>
                </a:moveTo>
                <a:lnTo>
                  <a:pt x="1257300" y="1571625"/>
                </a:lnTo>
                <a:lnTo>
                  <a:pt x="1257300" y="1581150"/>
                </a:lnTo>
                <a:lnTo>
                  <a:pt x="1247775" y="1581150"/>
                </a:lnTo>
                <a:close/>
                <a:moveTo>
                  <a:pt x="1638300" y="1571625"/>
                </a:moveTo>
                <a:lnTo>
                  <a:pt x="1647825" y="1571625"/>
                </a:lnTo>
                <a:lnTo>
                  <a:pt x="1647825" y="1581150"/>
                </a:lnTo>
                <a:lnTo>
                  <a:pt x="1638300" y="1581150"/>
                </a:lnTo>
                <a:close/>
                <a:moveTo>
                  <a:pt x="180975" y="1581150"/>
                </a:moveTo>
                <a:lnTo>
                  <a:pt x="190500" y="1581150"/>
                </a:lnTo>
                <a:lnTo>
                  <a:pt x="190500" y="1590675"/>
                </a:lnTo>
                <a:lnTo>
                  <a:pt x="200025" y="1590675"/>
                </a:lnTo>
                <a:lnTo>
                  <a:pt x="200025" y="1609725"/>
                </a:lnTo>
                <a:lnTo>
                  <a:pt x="180975" y="1609725"/>
                </a:lnTo>
                <a:close/>
                <a:moveTo>
                  <a:pt x="1200150" y="1581150"/>
                </a:moveTo>
                <a:lnTo>
                  <a:pt x="1209675" y="1581150"/>
                </a:lnTo>
                <a:lnTo>
                  <a:pt x="1209675" y="1600200"/>
                </a:lnTo>
                <a:lnTo>
                  <a:pt x="1190625" y="1600200"/>
                </a:lnTo>
                <a:lnTo>
                  <a:pt x="1190625" y="1590675"/>
                </a:lnTo>
                <a:lnTo>
                  <a:pt x="1200150" y="1590675"/>
                </a:lnTo>
                <a:close/>
                <a:moveTo>
                  <a:pt x="1876425" y="1581150"/>
                </a:moveTo>
                <a:lnTo>
                  <a:pt x="1885950" y="1581150"/>
                </a:lnTo>
                <a:lnTo>
                  <a:pt x="1885950" y="1590675"/>
                </a:lnTo>
                <a:lnTo>
                  <a:pt x="1876425" y="1590675"/>
                </a:lnTo>
                <a:close/>
                <a:moveTo>
                  <a:pt x="571500" y="1590675"/>
                </a:moveTo>
                <a:lnTo>
                  <a:pt x="581025" y="1590675"/>
                </a:lnTo>
                <a:lnTo>
                  <a:pt x="581025" y="1609725"/>
                </a:lnTo>
                <a:lnTo>
                  <a:pt x="571500" y="1609725"/>
                </a:lnTo>
                <a:close/>
                <a:moveTo>
                  <a:pt x="800100" y="1590675"/>
                </a:moveTo>
                <a:lnTo>
                  <a:pt x="819150" y="1590675"/>
                </a:lnTo>
                <a:lnTo>
                  <a:pt x="819150" y="1600200"/>
                </a:lnTo>
                <a:lnTo>
                  <a:pt x="800100" y="1600200"/>
                </a:lnTo>
                <a:close/>
                <a:moveTo>
                  <a:pt x="1171575" y="1590675"/>
                </a:moveTo>
                <a:lnTo>
                  <a:pt x="1181100" y="1590675"/>
                </a:lnTo>
                <a:lnTo>
                  <a:pt x="1181100" y="1600200"/>
                </a:lnTo>
                <a:lnTo>
                  <a:pt x="1171575" y="1600200"/>
                </a:lnTo>
                <a:close/>
                <a:moveTo>
                  <a:pt x="1304925" y="1590675"/>
                </a:moveTo>
                <a:lnTo>
                  <a:pt x="1314450" y="1590675"/>
                </a:lnTo>
                <a:lnTo>
                  <a:pt x="1314450" y="1600200"/>
                </a:lnTo>
                <a:lnTo>
                  <a:pt x="1304925" y="1600200"/>
                </a:lnTo>
                <a:close/>
                <a:moveTo>
                  <a:pt x="1543050" y="1590675"/>
                </a:moveTo>
                <a:lnTo>
                  <a:pt x="1552575" y="1590675"/>
                </a:lnTo>
                <a:lnTo>
                  <a:pt x="1552575" y="1600200"/>
                </a:lnTo>
                <a:lnTo>
                  <a:pt x="1543050" y="1600200"/>
                </a:lnTo>
                <a:close/>
                <a:moveTo>
                  <a:pt x="485775" y="1600200"/>
                </a:moveTo>
                <a:lnTo>
                  <a:pt x="504825" y="1600200"/>
                </a:lnTo>
                <a:lnTo>
                  <a:pt x="504825" y="1609725"/>
                </a:lnTo>
                <a:lnTo>
                  <a:pt x="514350" y="1609725"/>
                </a:lnTo>
                <a:lnTo>
                  <a:pt x="514350" y="1619250"/>
                </a:lnTo>
                <a:lnTo>
                  <a:pt x="485775" y="1619250"/>
                </a:lnTo>
                <a:close/>
                <a:moveTo>
                  <a:pt x="723900" y="1600200"/>
                </a:moveTo>
                <a:lnTo>
                  <a:pt x="733425" y="1600200"/>
                </a:lnTo>
                <a:lnTo>
                  <a:pt x="733425" y="1609725"/>
                </a:lnTo>
                <a:lnTo>
                  <a:pt x="723900" y="1609725"/>
                </a:lnTo>
                <a:close/>
                <a:moveTo>
                  <a:pt x="742950" y="1600200"/>
                </a:moveTo>
                <a:lnTo>
                  <a:pt x="771525" y="1600200"/>
                </a:lnTo>
                <a:lnTo>
                  <a:pt x="771525" y="1609725"/>
                </a:lnTo>
                <a:lnTo>
                  <a:pt x="790575" y="1609725"/>
                </a:lnTo>
                <a:lnTo>
                  <a:pt x="790575" y="1619250"/>
                </a:lnTo>
                <a:lnTo>
                  <a:pt x="752475" y="1619250"/>
                </a:lnTo>
                <a:lnTo>
                  <a:pt x="752475" y="1609725"/>
                </a:lnTo>
                <a:lnTo>
                  <a:pt x="742950" y="1609725"/>
                </a:lnTo>
                <a:close/>
                <a:moveTo>
                  <a:pt x="1314450" y="1600200"/>
                </a:moveTo>
                <a:lnTo>
                  <a:pt x="1333500" y="1600200"/>
                </a:lnTo>
                <a:lnTo>
                  <a:pt x="1333500" y="1609725"/>
                </a:lnTo>
                <a:lnTo>
                  <a:pt x="1314450" y="1609725"/>
                </a:lnTo>
                <a:close/>
                <a:moveTo>
                  <a:pt x="1552575" y="1600200"/>
                </a:moveTo>
                <a:lnTo>
                  <a:pt x="1562100" y="1600200"/>
                </a:lnTo>
                <a:lnTo>
                  <a:pt x="1562100" y="1609725"/>
                </a:lnTo>
                <a:lnTo>
                  <a:pt x="1552575" y="1609725"/>
                </a:lnTo>
                <a:close/>
                <a:moveTo>
                  <a:pt x="171450" y="1609725"/>
                </a:moveTo>
                <a:lnTo>
                  <a:pt x="180975" y="1609725"/>
                </a:lnTo>
                <a:lnTo>
                  <a:pt x="180975" y="1628775"/>
                </a:lnTo>
                <a:lnTo>
                  <a:pt x="171450" y="1628775"/>
                </a:lnTo>
                <a:close/>
                <a:moveTo>
                  <a:pt x="457200" y="1609725"/>
                </a:moveTo>
                <a:lnTo>
                  <a:pt x="466725" y="1609725"/>
                </a:lnTo>
                <a:lnTo>
                  <a:pt x="466725" y="1619250"/>
                </a:lnTo>
                <a:lnTo>
                  <a:pt x="457200" y="1619250"/>
                </a:lnTo>
                <a:close/>
                <a:moveTo>
                  <a:pt x="923925" y="1609725"/>
                </a:moveTo>
                <a:lnTo>
                  <a:pt x="933450" y="1609725"/>
                </a:lnTo>
                <a:lnTo>
                  <a:pt x="933450" y="1647825"/>
                </a:lnTo>
                <a:lnTo>
                  <a:pt x="914400" y="1647825"/>
                </a:lnTo>
                <a:lnTo>
                  <a:pt x="914400" y="1657350"/>
                </a:lnTo>
                <a:lnTo>
                  <a:pt x="904875" y="1657350"/>
                </a:lnTo>
                <a:lnTo>
                  <a:pt x="904875" y="1638300"/>
                </a:lnTo>
                <a:lnTo>
                  <a:pt x="895350" y="1638300"/>
                </a:lnTo>
                <a:lnTo>
                  <a:pt x="895350" y="1619250"/>
                </a:lnTo>
                <a:lnTo>
                  <a:pt x="923925" y="1619250"/>
                </a:lnTo>
                <a:close/>
                <a:moveTo>
                  <a:pt x="1133475" y="1609725"/>
                </a:moveTo>
                <a:lnTo>
                  <a:pt x="1152525" y="1609725"/>
                </a:lnTo>
                <a:lnTo>
                  <a:pt x="1152525" y="1628775"/>
                </a:lnTo>
                <a:lnTo>
                  <a:pt x="1162050" y="1628775"/>
                </a:lnTo>
                <a:lnTo>
                  <a:pt x="1162050" y="1638300"/>
                </a:lnTo>
                <a:lnTo>
                  <a:pt x="1133475" y="1638300"/>
                </a:lnTo>
                <a:close/>
                <a:moveTo>
                  <a:pt x="1562100" y="1609725"/>
                </a:moveTo>
                <a:lnTo>
                  <a:pt x="1590675" y="1609725"/>
                </a:lnTo>
                <a:lnTo>
                  <a:pt x="1590675" y="1619250"/>
                </a:lnTo>
                <a:lnTo>
                  <a:pt x="1562100" y="1619250"/>
                </a:lnTo>
                <a:close/>
                <a:moveTo>
                  <a:pt x="447675" y="1619250"/>
                </a:moveTo>
                <a:lnTo>
                  <a:pt x="457200" y="1619250"/>
                </a:lnTo>
                <a:lnTo>
                  <a:pt x="457200" y="1628775"/>
                </a:lnTo>
                <a:lnTo>
                  <a:pt x="447675" y="1628775"/>
                </a:lnTo>
                <a:close/>
                <a:moveTo>
                  <a:pt x="638175" y="1619250"/>
                </a:moveTo>
                <a:lnTo>
                  <a:pt x="647700" y="1619250"/>
                </a:lnTo>
                <a:lnTo>
                  <a:pt x="647700" y="1628775"/>
                </a:lnTo>
                <a:lnTo>
                  <a:pt x="638175" y="1628775"/>
                </a:lnTo>
                <a:close/>
                <a:moveTo>
                  <a:pt x="1047750" y="1619250"/>
                </a:moveTo>
                <a:lnTo>
                  <a:pt x="1057275" y="1619250"/>
                </a:lnTo>
                <a:lnTo>
                  <a:pt x="1057275" y="1638300"/>
                </a:lnTo>
                <a:lnTo>
                  <a:pt x="1047750" y="1638300"/>
                </a:lnTo>
                <a:close/>
                <a:moveTo>
                  <a:pt x="1228725" y="1619250"/>
                </a:moveTo>
                <a:lnTo>
                  <a:pt x="1238250" y="1619250"/>
                </a:lnTo>
                <a:lnTo>
                  <a:pt x="1238250" y="1628775"/>
                </a:lnTo>
                <a:lnTo>
                  <a:pt x="1228725" y="1628775"/>
                </a:lnTo>
                <a:close/>
                <a:moveTo>
                  <a:pt x="1590675" y="1619250"/>
                </a:moveTo>
                <a:lnTo>
                  <a:pt x="1600200" y="1619250"/>
                </a:lnTo>
                <a:lnTo>
                  <a:pt x="1600200" y="1628775"/>
                </a:lnTo>
                <a:lnTo>
                  <a:pt x="1590675" y="1628775"/>
                </a:lnTo>
                <a:close/>
                <a:moveTo>
                  <a:pt x="647700" y="1628775"/>
                </a:moveTo>
                <a:lnTo>
                  <a:pt x="657225" y="1628775"/>
                </a:lnTo>
                <a:lnTo>
                  <a:pt x="657225" y="1638300"/>
                </a:lnTo>
                <a:lnTo>
                  <a:pt x="647700" y="1638300"/>
                </a:lnTo>
                <a:close/>
                <a:moveTo>
                  <a:pt x="952500" y="1628775"/>
                </a:moveTo>
                <a:lnTo>
                  <a:pt x="971550" y="1628775"/>
                </a:lnTo>
                <a:lnTo>
                  <a:pt x="971550" y="1638300"/>
                </a:lnTo>
                <a:lnTo>
                  <a:pt x="952500" y="1638300"/>
                </a:lnTo>
                <a:close/>
                <a:moveTo>
                  <a:pt x="857250" y="1638300"/>
                </a:moveTo>
                <a:lnTo>
                  <a:pt x="866775" y="1638300"/>
                </a:lnTo>
                <a:lnTo>
                  <a:pt x="866775" y="1666875"/>
                </a:lnTo>
                <a:lnTo>
                  <a:pt x="857250" y="1666875"/>
                </a:lnTo>
                <a:close/>
                <a:moveTo>
                  <a:pt x="1028700" y="1638300"/>
                </a:moveTo>
                <a:lnTo>
                  <a:pt x="1038225" y="1638300"/>
                </a:lnTo>
                <a:lnTo>
                  <a:pt x="1038225" y="1647825"/>
                </a:lnTo>
                <a:lnTo>
                  <a:pt x="1028700" y="1647825"/>
                </a:lnTo>
                <a:close/>
                <a:moveTo>
                  <a:pt x="1819275" y="1638300"/>
                </a:moveTo>
                <a:lnTo>
                  <a:pt x="1828800" y="1638300"/>
                </a:lnTo>
                <a:lnTo>
                  <a:pt x="1828800" y="1647825"/>
                </a:lnTo>
                <a:lnTo>
                  <a:pt x="1819275" y="1647825"/>
                </a:lnTo>
                <a:close/>
                <a:moveTo>
                  <a:pt x="933450" y="1647825"/>
                </a:moveTo>
                <a:lnTo>
                  <a:pt x="952500" y="1647825"/>
                </a:lnTo>
                <a:lnTo>
                  <a:pt x="952500" y="1666875"/>
                </a:lnTo>
                <a:lnTo>
                  <a:pt x="962025" y="1666875"/>
                </a:lnTo>
                <a:lnTo>
                  <a:pt x="962025" y="1685925"/>
                </a:lnTo>
                <a:lnTo>
                  <a:pt x="952500" y="1685925"/>
                </a:lnTo>
                <a:lnTo>
                  <a:pt x="952500" y="1676400"/>
                </a:lnTo>
                <a:lnTo>
                  <a:pt x="942975" y="1676400"/>
                </a:lnTo>
                <a:lnTo>
                  <a:pt x="942975" y="1657350"/>
                </a:lnTo>
                <a:lnTo>
                  <a:pt x="933450" y="1657350"/>
                </a:lnTo>
                <a:close/>
                <a:moveTo>
                  <a:pt x="1828800" y="1647825"/>
                </a:moveTo>
                <a:lnTo>
                  <a:pt x="1838325" y="1647825"/>
                </a:lnTo>
                <a:lnTo>
                  <a:pt x="1838325" y="1657350"/>
                </a:lnTo>
                <a:lnTo>
                  <a:pt x="1828800" y="1657350"/>
                </a:lnTo>
                <a:close/>
                <a:moveTo>
                  <a:pt x="1847850" y="1647825"/>
                </a:moveTo>
                <a:lnTo>
                  <a:pt x="1876425" y="1647825"/>
                </a:lnTo>
                <a:lnTo>
                  <a:pt x="1876425" y="1657350"/>
                </a:lnTo>
                <a:lnTo>
                  <a:pt x="1847850" y="1657350"/>
                </a:lnTo>
                <a:close/>
                <a:moveTo>
                  <a:pt x="1171575" y="1657350"/>
                </a:moveTo>
                <a:lnTo>
                  <a:pt x="1181100" y="1657350"/>
                </a:lnTo>
                <a:lnTo>
                  <a:pt x="1181100" y="1666875"/>
                </a:lnTo>
                <a:lnTo>
                  <a:pt x="1171575" y="1666875"/>
                </a:lnTo>
                <a:close/>
                <a:moveTo>
                  <a:pt x="476250" y="1666875"/>
                </a:moveTo>
                <a:lnTo>
                  <a:pt x="514350" y="1666875"/>
                </a:lnTo>
                <a:lnTo>
                  <a:pt x="514350" y="1676400"/>
                </a:lnTo>
                <a:lnTo>
                  <a:pt x="476250" y="1676400"/>
                </a:lnTo>
                <a:close/>
                <a:moveTo>
                  <a:pt x="742950" y="1666875"/>
                </a:moveTo>
                <a:lnTo>
                  <a:pt x="752475" y="1666875"/>
                </a:lnTo>
                <a:lnTo>
                  <a:pt x="752475" y="1676400"/>
                </a:lnTo>
                <a:lnTo>
                  <a:pt x="742950" y="1676400"/>
                </a:lnTo>
                <a:close/>
                <a:moveTo>
                  <a:pt x="866775" y="1666875"/>
                </a:moveTo>
                <a:lnTo>
                  <a:pt x="876300" y="1666875"/>
                </a:lnTo>
                <a:lnTo>
                  <a:pt x="876300" y="1676400"/>
                </a:lnTo>
                <a:lnTo>
                  <a:pt x="866775" y="1676400"/>
                </a:lnTo>
                <a:close/>
                <a:moveTo>
                  <a:pt x="904875" y="1666875"/>
                </a:moveTo>
                <a:lnTo>
                  <a:pt x="914400" y="1666875"/>
                </a:lnTo>
                <a:lnTo>
                  <a:pt x="914400" y="1685925"/>
                </a:lnTo>
                <a:lnTo>
                  <a:pt x="923925" y="1685925"/>
                </a:lnTo>
                <a:lnTo>
                  <a:pt x="923925" y="1704975"/>
                </a:lnTo>
                <a:lnTo>
                  <a:pt x="895350" y="1704975"/>
                </a:lnTo>
                <a:lnTo>
                  <a:pt x="895350" y="1695450"/>
                </a:lnTo>
                <a:lnTo>
                  <a:pt x="885825" y="1695450"/>
                </a:lnTo>
                <a:lnTo>
                  <a:pt x="885825" y="1685925"/>
                </a:lnTo>
                <a:lnTo>
                  <a:pt x="876300" y="1685925"/>
                </a:lnTo>
                <a:lnTo>
                  <a:pt x="876300" y="1676400"/>
                </a:lnTo>
                <a:lnTo>
                  <a:pt x="885825" y="1676400"/>
                </a:lnTo>
                <a:lnTo>
                  <a:pt x="885825" y="1685925"/>
                </a:lnTo>
                <a:lnTo>
                  <a:pt x="895350" y="1685925"/>
                </a:lnTo>
                <a:lnTo>
                  <a:pt x="895350" y="1676400"/>
                </a:lnTo>
                <a:lnTo>
                  <a:pt x="904875" y="1676400"/>
                </a:lnTo>
                <a:close/>
                <a:moveTo>
                  <a:pt x="523875" y="1676400"/>
                </a:moveTo>
                <a:lnTo>
                  <a:pt x="533400" y="1676400"/>
                </a:lnTo>
                <a:lnTo>
                  <a:pt x="533400" y="1685925"/>
                </a:lnTo>
                <a:lnTo>
                  <a:pt x="523875" y="1685925"/>
                </a:lnTo>
                <a:close/>
                <a:moveTo>
                  <a:pt x="752475" y="1676400"/>
                </a:moveTo>
                <a:lnTo>
                  <a:pt x="762000" y="1676400"/>
                </a:lnTo>
                <a:lnTo>
                  <a:pt x="762000" y="1685925"/>
                </a:lnTo>
                <a:lnTo>
                  <a:pt x="752475" y="1685925"/>
                </a:lnTo>
                <a:close/>
                <a:moveTo>
                  <a:pt x="533400" y="1685925"/>
                </a:moveTo>
                <a:lnTo>
                  <a:pt x="542925" y="1685925"/>
                </a:lnTo>
                <a:lnTo>
                  <a:pt x="542925" y="1695450"/>
                </a:lnTo>
                <a:lnTo>
                  <a:pt x="533400" y="1695450"/>
                </a:lnTo>
                <a:close/>
                <a:moveTo>
                  <a:pt x="771525" y="1685925"/>
                </a:moveTo>
                <a:lnTo>
                  <a:pt x="781050" y="1685925"/>
                </a:lnTo>
                <a:lnTo>
                  <a:pt x="781050" y="1695450"/>
                </a:lnTo>
                <a:lnTo>
                  <a:pt x="771525" y="1695450"/>
                </a:lnTo>
                <a:close/>
                <a:moveTo>
                  <a:pt x="971550" y="1685925"/>
                </a:moveTo>
                <a:lnTo>
                  <a:pt x="981075" y="1685925"/>
                </a:lnTo>
                <a:lnTo>
                  <a:pt x="981075" y="1695450"/>
                </a:lnTo>
                <a:lnTo>
                  <a:pt x="971550" y="1695450"/>
                </a:lnTo>
                <a:close/>
                <a:moveTo>
                  <a:pt x="1038225" y="1685925"/>
                </a:moveTo>
                <a:lnTo>
                  <a:pt x="1047750" y="1685925"/>
                </a:lnTo>
                <a:lnTo>
                  <a:pt x="1047750" y="1695450"/>
                </a:lnTo>
                <a:lnTo>
                  <a:pt x="1038225" y="1695450"/>
                </a:lnTo>
                <a:close/>
                <a:moveTo>
                  <a:pt x="171450" y="1695450"/>
                </a:moveTo>
                <a:lnTo>
                  <a:pt x="180975" y="1695450"/>
                </a:lnTo>
                <a:lnTo>
                  <a:pt x="180975" y="1704975"/>
                </a:lnTo>
                <a:lnTo>
                  <a:pt x="190500" y="1704975"/>
                </a:lnTo>
                <a:lnTo>
                  <a:pt x="190500" y="1695450"/>
                </a:lnTo>
                <a:lnTo>
                  <a:pt x="200025" y="1695450"/>
                </a:lnTo>
                <a:lnTo>
                  <a:pt x="200025" y="1704975"/>
                </a:lnTo>
                <a:lnTo>
                  <a:pt x="190500" y="1704975"/>
                </a:lnTo>
                <a:lnTo>
                  <a:pt x="190500" y="1724025"/>
                </a:lnTo>
                <a:lnTo>
                  <a:pt x="180975" y="1724025"/>
                </a:lnTo>
                <a:lnTo>
                  <a:pt x="180975" y="1714500"/>
                </a:lnTo>
                <a:lnTo>
                  <a:pt x="171450" y="1714500"/>
                </a:lnTo>
                <a:close/>
                <a:moveTo>
                  <a:pt x="542925" y="1695450"/>
                </a:moveTo>
                <a:lnTo>
                  <a:pt x="552450" y="1695450"/>
                </a:lnTo>
                <a:lnTo>
                  <a:pt x="552450" y="1704975"/>
                </a:lnTo>
                <a:lnTo>
                  <a:pt x="542925" y="1704975"/>
                </a:lnTo>
                <a:close/>
                <a:moveTo>
                  <a:pt x="1028700" y="1695450"/>
                </a:moveTo>
                <a:lnTo>
                  <a:pt x="1038225" y="1695450"/>
                </a:lnTo>
                <a:lnTo>
                  <a:pt x="1038225" y="1704975"/>
                </a:lnTo>
                <a:lnTo>
                  <a:pt x="1028700" y="1704975"/>
                </a:lnTo>
                <a:close/>
                <a:moveTo>
                  <a:pt x="1762125" y="1695450"/>
                </a:moveTo>
                <a:lnTo>
                  <a:pt x="1781175" y="1695450"/>
                </a:lnTo>
                <a:lnTo>
                  <a:pt x="1781175" y="1704975"/>
                </a:lnTo>
                <a:lnTo>
                  <a:pt x="1762125" y="1704975"/>
                </a:lnTo>
                <a:close/>
                <a:moveTo>
                  <a:pt x="790575" y="1704975"/>
                </a:moveTo>
                <a:lnTo>
                  <a:pt x="800100" y="1704975"/>
                </a:lnTo>
                <a:lnTo>
                  <a:pt x="800100" y="1714500"/>
                </a:lnTo>
                <a:lnTo>
                  <a:pt x="790575" y="1714500"/>
                </a:lnTo>
                <a:close/>
                <a:moveTo>
                  <a:pt x="923925" y="1704975"/>
                </a:moveTo>
                <a:lnTo>
                  <a:pt x="942975" y="1704975"/>
                </a:lnTo>
                <a:lnTo>
                  <a:pt x="942975" y="1714500"/>
                </a:lnTo>
                <a:lnTo>
                  <a:pt x="923925" y="1714500"/>
                </a:lnTo>
                <a:close/>
                <a:moveTo>
                  <a:pt x="1781175" y="1704975"/>
                </a:moveTo>
                <a:lnTo>
                  <a:pt x="1790700" y="1704975"/>
                </a:lnTo>
                <a:lnTo>
                  <a:pt x="1790700" y="1714500"/>
                </a:lnTo>
                <a:lnTo>
                  <a:pt x="1781175" y="1714500"/>
                </a:lnTo>
                <a:close/>
                <a:moveTo>
                  <a:pt x="314325" y="1714500"/>
                </a:moveTo>
                <a:lnTo>
                  <a:pt x="333375" y="1714500"/>
                </a:lnTo>
                <a:lnTo>
                  <a:pt x="333375" y="1724025"/>
                </a:lnTo>
                <a:lnTo>
                  <a:pt x="314325" y="1724025"/>
                </a:lnTo>
                <a:close/>
                <a:moveTo>
                  <a:pt x="485775" y="1714500"/>
                </a:moveTo>
                <a:lnTo>
                  <a:pt x="495300" y="1714500"/>
                </a:lnTo>
                <a:lnTo>
                  <a:pt x="495300" y="1724025"/>
                </a:lnTo>
                <a:lnTo>
                  <a:pt x="485775" y="1724025"/>
                </a:lnTo>
                <a:close/>
                <a:moveTo>
                  <a:pt x="504825" y="1714500"/>
                </a:moveTo>
                <a:lnTo>
                  <a:pt x="533400" y="1714500"/>
                </a:lnTo>
                <a:lnTo>
                  <a:pt x="533400" y="1724025"/>
                </a:lnTo>
                <a:lnTo>
                  <a:pt x="504825" y="1724025"/>
                </a:lnTo>
                <a:close/>
                <a:moveTo>
                  <a:pt x="628650" y="1714500"/>
                </a:moveTo>
                <a:lnTo>
                  <a:pt x="666750" y="1714500"/>
                </a:lnTo>
                <a:lnTo>
                  <a:pt x="666750" y="1724025"/>
                </a:lnTo>
                <a:lnTo>
                  <a:pt x="676275" y="1724025"/>
                </a:lnTo>
                <a:lnTo>
                  <a:pt x="676275" y="1743075"/>
                </a:lnTo>
                <a:lnTo>
                  <a:pt x="647700" y="1743075"/>
                </a:lnTo>
                <a:lnTo>
                  <a:pt x="647700" y="1733550"/>
                </a:lnTo>
                <a:lnTo>
                  <a:pt x="638175" y="1733550"/>
                </a:lnTo>
                <a:lnTo>
                  <a:pt x="638175" y="1724025"/>
                </a:lnTo>
                <a:lnTo>
                  <a:pt x="628650" y="1724025"/>
                </a:lnTo>
                <a:close/>
                <a:moveTo>
                  <a:pt x="1238250" y="1714500"/>
                </a:moveTo>
                <a:lnTo>
                  <a:pt x="1247775" y="1714500"/>
                </a:lnTo>
                <a:lnTo>
                  <a:pt x="1247775" y="1724025"/>
                </a:lnTo>
                <a:lnTo>
                  <a:pt x="1238250" y="1724025"/>
                </a:lnTo>
                <a:close/>
                <a:moveTo>
                  <a:pt x="1819275" y="1714500"/>
                </a:moveTo>
                <a:lnTo>
                  <a:pt x="1828800" y="1714500"/>
                </a:lnTo>
                <a:lnTo>
                  <a:pt x="1828800" y="1724025"/>
                </a:lnTo>
                <a:lnTo>
                  <a:pt x="1819275" y="1724025"/>
                </a:lnTo>
                <a:close/>
                <a:moveTo>
                  <a:pt x="1838325" y="1714500"/>
                </a:moveTo>
                <a:lnTo>
                  <a:pt x="1847850" y="1714500"/>
                </a:lnTo>
                <a:lnTo>
                  <a:pt x="1847850" y="1724025"/>
                </a:lnTo>
                <a:lnTo>
                  <a:pt x="1838325" y="1724025"/>
                </a:lnTo>
                <a:close/>
                <a:moveTo>
                  <a:pt x="285750" y="1724025"/>
                </a:moveTo>
                <a:lnTo>
                  <a:pt x="304800" y="1724025"/>
                </a:lnTo>
                <a:lnTo>
                  <a:pt x="304800" y="1743075"/>
                </a:lnTo>
                <a:lnTo>
                  <a:pt x="276225" y="1743075"/>
                </a:lnTo>
                <a:lnTo>
                  <a:pt x="276225" y="1752600"/>
                </a:lnTo>
                <a:lnTo>
                  <a:pt x="266700" y="1752600"/>
                </a:lnTo>
                <a:lnTo>
                  <a:pt x="266700" y="1733550"/>
                </a:lnTo>
                <a:lnTo>
                  <a:pt x="285750" y="1733550"/>
                </a:lnTo>
                <a:close/>
                <a:moveTo>
                  <a:pt x="533400" y="1724025"/>
                </a:moveTo>
                <a:lnTo>
                  <a:pt x="542925" y="1724025"/>
                </a:lnTo>
                <a:lnTo>
                  <a:pt x="542925" y="1733550"/>
                </a:lnTo>
                <a:lnTo>
                  <a:pt x="533400" y="1733550"/>
                </a:lnTo>
                <a:close/>
                <a:moveTo>
                  <a:pt x="904875" y="1724025"/>
                </a:moveTo>
                <a:lnTo>
                  <a:pt x="914400" y="1724025"/>
                </a:lnTo>
                <a:lnTo>
                  <a:pt x="914400" y="1733550"/>
                </a:lnTo>
                <a:lnTo>
                  <a:pt x="904875" y="1733550"/>
                </a:lnTo>
                <a:close/>
                <a:moveTo>
                  <a:pt x="1076325" y="1724025"/>
                </a:moveTo>
                <a:lnTo>
                  <a:pt x="1085850" y="1724025"/>
                </a:lnTo>
                <a:lnTo>
                  <a:pt x="1085850" y="1733550"/>
                </a:lnTo>
                <a:lnTo>
                  <a:pt x="1076325" y="1733550"/>
                </a:lnTo>
                <a:close/>
                <a:moveTo>
                  <a:pt x="1828800" y="1724025"/>
                </a:moveTo>
                <a:lnTo>
                  <a:pt x="1838325" y="1724025"/>
                </a:lnTo>
                <a:lnTo>
                  <a:pt x="1838325" y="1733550"/>
                </a:lnTo>
                <a:lnTo>
                  <a:pt x="1828800" y="1733550"/>
                </a:lnTo>
                <a:close/>
                <a:moveTo>
                  <a:pt x="685800" y="1733550"/>
                </a:moveTo>
                <a:lnTo>
                  <a:pt x="695325" y="1733550"/>
                </a:lnTo>
                <a:lnTo>
                  <a:pt x="695325" y="1743075"/>
                </a:lnTo>
                <a:lnTo>
                  <a:pt x="704850" y="1743075"/>
                </a:lnTo>
                <a:lnTo>
                  <a:pt x="704850" y="1771650"/>
                </a:lnTo>
                <a:lnTo>
                  <a:pt x="695325" y="1771650"/>
                </a:lnTo>
                <a:lnTo>
                  <a:pt x="695325" y="1752600"/>
                </a:lnTo>
                <a:lnTo>
                  <a:pt x="685800" y="1752600"/>
                </a:lnTo>
                <a:close/>
                <a:moveTo>
                  <a:pt x="866775" y="1733550"/>
                </a:moveTo>
                <a:lnTo>
                  <a:pt x="885825" y="1733550"/>
                </a:lnTo>
                <a:lnTo>
                  <a:pt x="885825" y="1743075"/>
                </a:lnTo>
                <a:lnTo>
                  <a:pt x="904875" y="1743075"/>
                </a:lnTo>
                <a:lnTo>
                  <a:pt x="904875" y="1762125"/>
                </a:lnTo>
                <a:lnTo>
                  <a:pt x="885825" y="1762125"/>
                </a:lnTo>
                <a:lnTo>
                  <a:pt x="885825" y="1752600"/>
                </a:lnTo>
                <a:lnTo>
                  <a:pt x="866775" y="1752600"/>
                </a:lnTo>
                <a:close/>
                <a:moveTo>
                  <a:pt x="1657350" y="1733550"/>
                </a:moveTo>
                <a:lnTo>
                  <a:pt x="1666875" y="1733550"/>
                </a:lnTo>
                <a:lnTo>
                  <a:pt x="1666875" y="1743075"/>
                </a:lnTo>
                <a:lnTo>
                  <a:pt x="1657350" y="1743075"/>
                </a:lnTo>
                <a:close/>
                <a:moveTo>
                  <a:pt x="1076325" y="1743075"/>
                </a:moveTo>
                <a:lnTo>
                  <a:pt x="1085850" y="1743075"/>
                </a:lnTo>
                <a:lnTo>
                  <a:pt x="1085850" y="1762125"/>
                </a:lnTo>
                <a:lnTo>
                  <a:pt x="1076325" y="1762125"/>
                </a:lnTo>
                <a:lnTo>
                  <a:pt x="1076325" y="1771650"/>
                </a:lnTo>
                <a:lnTo>
                  <a:pt x="1066800" y="1771650"/>
                </a:lnTo>
                <a:lnTo>
                  <a:pt x="1066800" y="1752600"/>
                </a:lnTo>
                <a:lnTo>
                  <a:pt x="1076325" y="1752600"/>
                </a:lnTo>
                <a:close/>
                <a:moveTo>
                  <a:pt x="247650" y="1752600"/>
                </a:moveTo>
                <a:lnTo>
                  <a:pt x="257175" y="1752600"/>
                </a:lnTo>
                <a:lnTo>
                  <a:pt x="257175" y="1762125"/>
                </a:lnTo>
                <a:lnTo>
                  <a:pt x="247650" y="1762125"/>
                </a:lnTo>
                <a:close/>
                <a:moveTo>
                  <a:pt x="228600" y="1762125"/>
                </a:moveTo>
                <a:lnTo>
                  <a:pt x="238125" y="1762125"/>
                </a:lnTo>
                <a:lnTo>
                  <a:pt x="238125" y="1771650"/>
                </a:lnTo>
                <a:lnTo>
                  <a:pt x="228600" y="1771650"/>
                </a:lnTo>
                <a:close/>
                <a:moveTo>
                  <a:pt x="1562100" y="1771650"/>
                </a:moveTo>
                <a:lnTo>
                  <a:pt x="1571625" y="1771650"/>
                </a:lnTo>
                <a:lnTo>
                  <a:pt x="1571625" y="1781175"/>
                </a:lnTo>
                <a:lnTo>
                  <a:pt x="1562100" y="1781175"/>
                </a:lnTo>
                <a:close/>
                <a:moveTo>
                  <a:pt x="733425" y="1781175"/>
                </a:moveTo>
                <a:lnTo>
                  <a:pt x="752475" y="1781175"/>
                </a:lnTo>
                <a:lnTo>
                  <a:pt x="752475" y="1790700"/>
                </a:lnTo>
                <a:lnTo>
                  <a:pt x="733425" y="1790700"/>
                </a:lnTo>
                <a:close/>
                <a:moveTo>
                  <a:pt x="1466850" y="1781175"/>
                </a:moveTo>
                <a:lnTo>
                  <a:pt x="1476375" y="1781175"/>
                </a:lnTo>
                <a:lnTo>
                  <a:pt x="1476375" y="1790700"/>
                </a:lnTo>
                <a:lnTo>
                  <a:pt x="1466850" y="1790700"/>
                </a:lnTo>
                <a:close/>
                <a:moveTo>
                  <a:pt x="1581150" y="1781175"/>
                </a:moveTo>
                <a:lnTo>
                  <a:pt x="1590675" y="1781175"/>
                </a:lnTo>
                <a:lnTo>
                  <a:pt x="1590675" y="1790700"/>
                </a:lnTo>
                <a:lnTo>
                  <a:pt x="1581150" y="1790700"/>
                </a:lnTo>
                <a:close/>
                <a:moveTo>
                  <a:pt x="1485900" y="1790700"/>
                </a:moveTo>
                <a:lnTo>
                  <a:pt x="1495425" y="1790700"/>
                </a:lnTo>
                <a:lnTo>
                  <a:pt x="1495425" y="1800225"/>
                </a:lnTo>
                <a:lnTo>
                  <a:pt x="1485900" y="1800225"/>
                </a:lnTo>
                <a:close/>
                <a:moveTo>
                  <a:pt x="1590675" y="1790700"/>
                </a:moveTo>
                <a:lnTo>
                  <a:pt x="1600200" y="1790700"/>
                </a:lnTo>
                <a:lnTo>
                  <a:pt x="1600200" y="1800225"/>
                </a:lnTo>
                <a:lnTo>
                  <a:pt x="1590675" y="1800225"/>
                </a:lnTo>
                <a:close/>
                <a:moveTo>
                  <a:pt x="561975" y="1800225"/>
                </a:moveTo>
                <a:lnTo>
                  <a:pt x="571500" y="1800225"/>
                </a:lnTo>
                <a:lnTo>
                  <a:pt x="571500" y="1809750"/>
                </a:lnTo>
                <a:lnTo>
                  <a:pt x="561975" y="1809750"/>
                </a:lnTo>
                <a:close/>
                <a:moveTo>
                  <a:pt x="638175" y="1809750"/>
                </a:moveTo>
                <a:lnTo>
                  <a:pt x="647700" y="1809750"/>
                </a:lnTo>
                <a:lnTo>
                  <a:pt x="647700" y="1819275"/>
                </a:lnTo>
                <a:lnTo>
                  <a:pt x="657225" y="1819275"/>
                </a:lnTo>
                <a:lnTo>
                  <a:pt x="657225" y="1828800"/>
                </a:lnTo>
                <a:lnTo>
                  <a:pt x="638175" y="1828800"/>
                </a:lnTo>
                <a:close/>
                <a:moveTo>
                  <a:pt x="676275" y="1809750"/>
                </a:moveTo>
                <a:lnTo>
                  <a:pt x="685800" y="1809750"/>
                </a:lnTo>
                <a:lnTo>
                  <a:pt x="685800" y="1819275"/>
                </a:lnTo>
                <a:lnTo>
                  <a:pt x="676275" y="1819275"/>
                </a:lnTo>
                <a:close/>
                <a:moveTo>
                  <a:pt x="942975" y="1809750"/>
                </a:moveTo>
                <a:lnTo>
                  <a:pt x="981075" y="1809750"/>
                </a:lnTo>
                <a:lnTo>
                  <a:pt x="981075" y="1838325"/>
                </a:lnTo>
                <a:lnTo>
                  <a:pt x="971550" y="1838325"/>
                </a:lnTo>
                <a:lnTo>
                  <a:pt x="971550" y="1819275"/>
                </a:lnTo>
                <a:lnTo>
                  <a:pt x="942975" y="1819275"/>
                </a:lnTo>
                <a:close/>
                <a:moveTo>
                  <a:pt x="2057400" y="1809750"/>
                </a:moveTo>
                <a:lnTo>
                  <a:pt x="2076450" y="1809750"/>
                </a:lnTo>
                <a:lnTo>
                  <a:pt x="2076450" y="1828800"/>
                </a:lnTo>
                <a:lnTo>
                  <a:pt x="2057400" y="1828800"/>
                </a:lnTo>
                <a:close/>
                <a:moveTo>
                  <a:pt x="342900" y="1819275"/>
                </a:moveTo>
                <a:lnTo>
                  <a:pt x="352425" y="1819275"/>
                </a:lnTo>
                <a:lnTo>
                  <a:pt x="352425" y="1828800"/>
                </a:lnTo>
                <a:lnTo>
                  <a:pt x="342900" y="1828800"/>
                </a:lnTo>
                <a:close/>
                <a:moveTo>
                  <a:pt x="1000125" y="1819275"/>
                </a:moveTo>
                <a:lnTo>
                  <a:pt x="1009650" y="1819275"/>
                </a:lnTo>
                <a:lnTo>
                  <a:pt x="1009650" y="1828800"/>
                </a:lnTo>
                <a:lnTo>
                  <a:pt x="1000125" y="1828800"/>
                </a:lnTo>
                <a:close/>
                <a:moveTo>
                  <a:pt x="1628775" y="1819275"/>
                </a:moveTo>
                <a:lnTo>
                  <a:pt x="1647825" y="1819275"/>
                </a:lnTo>
                <a:lnTo>
                  <a:pt x="1647825" y="1828800"/>
                </a:lnTo>
                <a:lnTo>
                  <a:pt x="1657350" y="1828800"/>
                </a:lnTo>
                <a:lnTo>
                  <a:pt x="1657350" y="1838325"/>
                </a:lnTo>
                <a:lnTo>
                  <a:pt x="1666875" y="1838325"/>
                </a:lnTo>
                <a:lnTo>
                  <a:pt x="1666875" y="1847850"/>
                </a:lnTo>
                <a:lnTo>
                  <a:pt x="1647825" y="1847850"/>
                </a:lnTo>
                <a:lnTo>
                  <a:pt x="1647825" y="1838325"/>
                </a:lnTo>
                <a:lnTo>
                  <a:pt x="1638300" y="1838325"/>
                </a:lnTo>
                <a:lnTo>
                  <a:pt x="1638300" y="1828800"/>
                </a:lnTo>
                <a:lnTo>
                  <a:pt x="1628775" y="1828800"/>
                </a:lnTo>
                <a:close/>
                <a:moveTo>
                  <a:pt x="304800" y="1828800"/>
                </a:moveTo>
                <a:lnTo>
                  <a:pt x="323850" y="1828800"/>
                </a:lnTo>
                <a:lnTo>
                  <a:pt x="323850" y="1847850"/>
                </a:lnTo>
                <a:lnTo>
                  <a:pt x="314325" y="1847850"/>
                </a:lnTo>
                <a:lnTo>
                  <a:pt x="314325" y="1838325"/>
                </a:lnTo>
                <a:lnTo>
                  <a:pt x="304800" y="1838325"/>
                </a:lnTo>
                <a:close/>
                <a:moveTo>
                  <a:pt x="609600" y="1828800"/>
                </a:moveTo>
                <a:lnTo>
                  <a:pt x="619125" y="1828800"/>
                </a:lnTo>
                <a:lnTo>
                  <a:pt x="619125" y="1838325"/>
                </a:lnTo>
                <a:lnTo>
                  <a:pt x="609600" y="1838325"/>
                </a:lnTo>
                <a:close/>
                <a:moveTo>
                  <a:pt x="666750" y="1828800"/>
                </a:moveTo>
                <a:lnTo>
                  <a:pt x="676275" y="1828800"/>
                </a:lnTo>
                <a:lnTo>
                  <a:pt x="676275" y="1838325"/>
                </a:lnTo>
                <a:lnTo>
                  <a:pt x="666750" y="1838325"/>
                </a:lnTo>
                <a:close/>
                <a:moveTo>
                  <a:pt x="809625" y="1828800"/>
                </a:moveTo>
                <a:lnTo>
                  <a:pt x="819150" y="1828800"/>
                </a:lnTo>
                <a:lnTo>
                  <a:pt x="819150" y="1838325"/>
                </a:lnTo>
                <a:lnTo>
                  <a:pt x="809625" y="1838325"/>
                </a:lnTo>
                <a:close/>
                <a:moveTo>
                  <a:pt x="1466850" y="1828800"/>
                </a:moveTo>
                <a:lnTo>
                  <a:pt x="1476375" y="1828800"/>
                </a:lnTo>
                <a:lnTo>
                  <a:pt x="1476375" y="1838325"/>
                </a:lnTo>
                <a:lnTo>
                  <a:pt x="1466850" y="1838325"/>
                </a:lnTo>
                <a:close/>
                <a:moveTo>
                  <a:pt x="1514475" y="1828800"/>
                </a:moveTo>
                <a:lnTo>
                  <a:pt x="1524000" y="1828800"/>
                </a:lnTo>
                <a:lnTo>
                  <a:pt x="1524000" y="1838325"/>
                </a:lnTo>
                <a:lnTo>
                  <a:pt x="1514475" y="1838325"/>
                </a:lnTo>
                <a:close/>
                <a:moveTo>
                  <a:pt x="295275" y="1838325"/>
                </a:moveTo>
                <a:lnTo>
                  <a:pt x="304800" y="1838325"/>
                </a:lnTo>
                <a:lnTo>
                  <a:pt x="304800" y="1847850"/>
                </a:lnTo>
                <a:lnTo>
                  <a:pt x="295275" y="1847850"/>
                </a:lnTo>
                <a:close/>
                <a:moveTo>
                  <a:pt x="714375" y="1838325"/>
                </a:moveTo>
                <a:lnTo>
                  <a:pt x="742950" y="1838325"/>
                </a:lnTo>
                <a:lnTo>
                  <a:pt x="742950" y="1866900"/>
                </a:lnTo>
                <a:lnTo>
                  <a:pt x="733425" y="1866900"/>
                </a:lnTo>
                <a:lnTo>
                  <a:pt x="733425" y="1876425"/>
                </a:lnTo>
                <a:lnTo>
                  <a:pt x="723900" y="1876425"/>
                </a:lnTo>
                <a:lnTo>
                  <a:pt x="723900" y="1866900"/>
                </a:lnTo>
                <a:lnTo>
                  <a:pt x="714375" y="1866900"/>
                </a:lnTo>
                <a:close/>
                <a:moveTo>
                  <a:pt x="752475" y="1847850"/>
                </a:moveTo>
                <a:lnTo>
                  <a:pt x="771525" y="1847850"/>
                </a:lnTo>
                <a:lnTo>
                  <a:pt x="771525" y="1857375"/>
                </a:lnTo>
                <a:lnTo>
                  <a:pt x="752475" y="1857375"/>
                </a:lnTo>
                <a:close/>
                <a:moveTo>
                  <a:pt x="828675" y="1847850"/>
                </a:moveTo>
                <a:lnTo>
                  <a:pt x="838200" y="1847850"/>
                </a:lnTo>
                <a:lnTo>
                  <a:pt x="838200" y="1857375"/>
                </a:lnTo>
                <a:lnTo>
                  <a:pt x="847725" y="1857375"/>
                </a:lnTo>
                <a:lnTo>
                  <a:pt x="847725" y="1866900"/>
                </a:lnTo>
                <a:lnTo>
                  <a:pt x="819150" y="1866900"/>
                </a:lnTo>
                <a:lnTo>
                  <a:pt x="819150" y="1857375"/>
                </a:lnTo>
                <a:lnTo>
                  <a:pt x="828675" y="1857375"/>
                </a:lnTo>
                <a:close/>
                <a:moveTo>
                  <a:pt x="1666875" y="1847850"/>
                </a:moveTo>
                <a:lnTo>
                  <a:pt x="1676400" y="1847850"/>
                </a:lnTo>
                <a:lnTo>
                  <a:pt x="1676400" y="1857375"/>
                </a:lnTo>
                <a:lnTo>
                  <a:pt x="1666875" y="1857375"/>
                </a:lnTo>
                <a:close/>
                <a:moveTo>
                  <a:pt x="161925" y="1866900"/>
                </a:moveTo>
                <a:lnTo>
                  <a:pt x="180975" y="1866900"/>
                </a:lnTo>
                <a:lnTo>
                  <a:pt x="180975" y="1876425"/>
                </a:lnTo>
                <a:lnTo>
                  <a:pt x="171450" y="1876425"/>
                </a:lnTo>
                <a:lnTo>
                  <a:pt x="171450" y="1885950"/>
                </a:lnTo>
                <a:lnTo>
                  <a:pt x="142875" y="1885950"/>
                </a:lnTo>
                <a:lnTo>
                  <a:pt x="142875" y="1876425"/>
                </a:lnTo>
                <a:lnTo>
                  <a:pt x="161925" y="1876425"/>
                </a:lnTo>
                <a:close/>
                <a:moveTo>
                  <a:pt x="714375" y="1876425"/>
                </a:moveTo>
                <a:lnTo>
                  <a:pt x="723900" y="1876425"/>
                </a:lnTo>
                <a:lnTo>
                  <a:pt x="723900" y="1914525"/>
                </a:lnTo>
                <a:lnTo>
                  <a:pt x="714375" y="1914525"/>
                </a:lnTo>
                <a:close/>
                <a:moveTo>
                  <a:pt x="1247775" y="1876425"/>
                </a:moveTo>
                <a:lnTo>
                  <a:pt x="1257300" y="1876425"/>
                </a:lnTo>
                <a:lnTo>
                  <a:pt x="1257300" y="1885950"/>
                </a:lnTo>
                <a:lnTo>
                  <a:pt x="1247775" y="1885950"/>
                </a:lnTo>
                <a:close/>
                <a:moveTo>
                  <a:pt x="1371600" y="1876425"/>
                </a:moveTo>
                <a:lnTo>
                  <a:pt x="1381125" y="1876425"/>
                </a:lnTo>
                <a:lnTo>
                  <a:pt x="1381125" y="1885950"/>
                </a:lnTo>
                <a:lnTo>
                  <a:pt x="1371600" y="1885950"/>
                </a:lnTo>
                <a:close/>
                <a:moveTo>
                  <a:pt x="352425" y="1885950"/>
                </a:moveTo>
                <a:lnTo>
                  <a:pt x="361950" y="1885950"/>
                </a:lnTo>
                <a:lnTo>
                  <a:pt x="361950" y="1905000"/>
                </a:lnTo>
                <a:lnTo>
                  <a:pt x="342900" y="1905000"/>
                </a:lnTo>
                <a:lnTo>
                  <a:pt x="342900" y="1895475"/>
                </a:lnTo>
                <a:lnTo>
                  <a:pt x="352425" y="1895475"/>
                </a:lnTo>
                <a:close/>
                <a:moveTo>
                  <a:pt x="1257300" y="1885950"/>
                </a:moveTo>
                <a:lnTo>
                  <a:pt x="1266825" y="1885950"/>
                </a:lnTo>
                <a:lnTo>
                  <a:pt x="1266825" y="1905000"/>
                </a:lnTo>
                <a:lnTo>
                  <a:pt x="1257300" y="1905000"/>
                </a:lnTo>
                <a:close/>
                <a:moveTo>
                  <a:pt x="323850" y="1895475"/>
                </a:moveTo>
                <a:lnTo>
                  <a:pt x="333375" y="1895475"/>
                </a:lnTo>
                <a:lnTo>
                  <a:pt x="333375" y="1905000"/>
                </a:lnTo>
                <a:lnTo>
                  <a:pt x="323850" y="1905000"/>
                </a:lnTo>
                <a:close/>
                <a:moveTo>
                  <a:pt x="190500" y="1905000"/>
                </a:moveTo>
                <a:lnTo>
                  <a:pt x="219075" y="1905000"/>
                </a:lnTo>
                <a:lnTo>
                  <a:pt x="219075" y="1914525"/>
                </a:lnTo>
                <a:lnTo>
                  <a:pt x="200025" y="1914525"/>
                </a:lnTo>
                <a:lnTo>
                  <a:pt x="200025" y="1924050"/>
                </a:lnTo>
                <a:lnTo>
                  <a:pt x="190500" y="1924050"/>
                </a:lnTo>
                <a:lnTo>
                  <a:pt x="190500" y="1933575"/>
                </a:lnTo>
                <a:lnTo>
                  <a:pt x="152400" y="1933575"/>
                </a:lnTo>
                <a:lnTo>
                  <a:pt x="152400" y="1924050"/>
                </a:lnTo>
                <a:lnTo>
                  <a:pt x="180975" y="1924050"/>
                </a:lnTo>
                <a:lnTo>
                  <a:pt x="180975" y="1914525"/>
                </a:lnTo>
                <a:lnTo>
                  <a:pt x="190500" y="1914525"/>
                </a:lnTo>
                <a:close/>
                <a:moveTo>
                  <a:pt x="314325" y="1905000"/>
                </a:moveTo>
                <a:lnTo>
                  <a:pt x="323850" y="1905000"/>
                </a:lnTo>
                <a:lnTo>
                  <a:pt x="323850" y="1943100"/>
                </a:lnTo>
                <a:lnTo>
                  <a:pt x="314325" y="1943100"/>
                </a:lnTo>
                <a:lnTo>
                  <a:pt x="314325" y="1933575"/>
                </a:lnTo>
                <a:lnTo>
                  <a:pt x="285750" y="1933575"/>
                </a:lnTo>
                <a:lnTo>
                  <a:pt x="285750" y="1924050"/>
                </a:lnTo>
                <a:lnTo>
                  <a:pt x="304800" y="1924050"/>
                </a:lnTo>
                <a:lnTo>
                  <a:pt x="304800" y="1914525"/>
                </a:lnTo>
                <a:lnTo>
                  <a:pt x="314325" y="1914525"/>
                </a:lnTo>
                <a:close/>
                <a:moveTo>
                  <a:pt x="333375" y="1905000"/>
                </a:moveTo>
                <a:lnTo>
                  <a:pt x="342900" y="1905000"/>
                </a:lnTo>
                <a:lnTo>
                  <a:pt x="342900" y="1914525"/>
                </a:lnTo>
                <a:lnTo>
                  <a:pt x="333375" y="1914525"/>
                </a:lnTo>
                <a:close/>
                <a:moveTo>
                  <a:pt x="1085850" y="1905000"/>
                </a:moveTo>
                <a:lnTo>
                  <a:pt x="1114425" y="1905000"/>
                </a:lnTo>
                <a:lnTo>
                  <a:pt x="1114425" y="1914525"/>
                </a:lnTo>
                <a:lnTo>
                  <a:pt x="1085850" y="1914525"/>
                </a:lnTo>
                <a:close/>
                <a:moveTo>
                  <a:pt x="1266825" y="1905000"/>
                </a:moveTo>
                <a:lnTo>
                  <a:pt x="1276350" y="1905000"/>
                </a:lnTo>
                <a:lnTo>
                  <a:pt x="1276350" y="1914525"/>
                </a:lnTo>
                <a:lnTo>
                  <a:pt x="1285875" y="1914525"/>
                </a:lnTo>
                <a:lnTo>
                  <a:pt x="1285875" y="1924050"/>
                </a:lnTo>
                <a:lnTo>
                  <a:pt x="1304925" y="1924050"/>
                </a:lnTo>
                <a:lnTo>
                  <a:pt x="1304925" y="1933575"/>
                </a:lnTo>
                <a:lnTo>
                  <a:pt x="1333500" y="1933575"/>
                </a:lnTo>
                <a:lnTo>
                  <a:pt x="1333500" y="1952625"/>
                </a:lnTo>
                <a:lnTo>
                  <a:pt x="1304925" y="1952625"/>
                </a:lnTo>
                <a:lnTo>
                  <a:pt x="1304925" y="1962150"/>
                </a:lnTo>
                <a:lnTo>
                  <a:pt x="1266825" y="1962150"/>
                </a:lnTo>
                <a:lnTo>
                  <a:pt x="1266825" y="1943100"/>
                </a:lnTo>
                <a:lnTo>
                  <a:pt x="1257300" y="1943100"/>
                </a:lnTo>
                <a:lnTo>
                  <a:pt x="1257300" y="1933575"/>
                </a:lnTo>
                <a:lnTo>
                  <a:pt x="1228725" y="1933575"/>
                </a:lnTo>
                <a:lnTo>
                  <a:pt x="1228725" y="1924050"/>
                </a:lnTo>
                <a:lnTo>
                  <a:pt x="1266825" y="1924050"/>
                </a:lnTo>
                <a:close/>
                <a:moveTo>
                  <a:pt x="1666875" y="1905000"/>
                </a:moveTo>
                <a:lnTo>
                  <a:pt x="1676400" y="1905000"/>
                </a:lnTo>
                <a:lnTo>
                  <a:pt x="1676400" y="1924050"/>
                </a:lnTo>
                <a:lnTo>
                  <a:pt x="1666875" y="1924050"/>
                </a:lnTo>
                <a:close/>
                <a:moveTo>
                  <a:pt x="47625" y="1914525"/>
                </a:moveTo>
                <a:lnTo>
                  <a:pt x="57150" y="1914525"/>
                </a:lnTo>
                <a:lnTo>
                  <a:pt x="57150" y="1924050"/>
                </a:lnTo>
                <a:lnTo>
                  <a:pt x="47625" y="1924050"/>
                </a:lnTo>
                <a:close/>
                <a:moveTo>
                  <a:pt x="1114425" y="1914525"/>
                </a:moveTo>
                <a:lnTo>
                  <a:pt x="1133475" y="1914525"/>
                </a:lnTo>
                <a:lnTo>
                  <a:pt x="1133475" y="1933575"/>
                </a:lnTo>
                <a:lnTo>
                  <a:pt x="1114425" y="1933575"/>
                </a:lnTo>
                <a:close/>
                <a:moveTo>
                  <a:pt x="381000" y="1924050"/>
                </a:moveTo>
                <a:lnTo>
                  <a:pt x="400050" y="1924050"/>
                </a:lnTo>
                <a:lnTo>
                  <a:pt x="400050" y="1943100"/>
                </a:lnTo>
                <a:lnTo>
                  <a:pt x="390525" y="1943100"/>
                </a:lnTo>
                <a:lnTo>
                  <a:pt x="390525" y="1952625"/>
                </a:lnTo>
                <a:lnTo>
                  <a:pt x="400050" y="1952625"/>
                </a:lnTo>
                <a:lnTo>
                  <a:pt x="400050" y="1962150"/>
                </a:lnTo>
                <a:lnTo>
                  <a:pt x="381000" y="1962150"/>
                </a:lnTo>
                <a:lnTo>
                  <a:pt x="381000" y="1952625"/>
                </a:lnTo>
                <a:lnTo>
                  <a:pt x="371475" y="1952625"/>
                </a:lnTo>
                <a:lnTo>
                  <a:pt x="371475" y="1933575"/>
                </a:lnTo>
                <a:lnTo>
                  <a:pt x="381000" y="1933575"/>
                </a:lnTo>
                <a:close/>
                <a:moveTo>
                  <a:pt x="1171575" y="1924050"/>
                </a:moveTo>
                <a:lnTo>
                  <a:pt x="1181100" y="1924050"/>
                </a:lnTo>
                <a:lnTo>
                  <a:pt x="1181100" y="1933575"/>
                </a:lnTo>
                <a:lnTo>
                  <a:pt x="1171575" y="1933575"/>
                </a:lnTo>
                <a:close/>
                <a:moveTo>
                  <a:pt x="1676400" y="1924050"/>
                </a:moveTo>
                <a:lnTo>
                  <a:pt x="1695450" y="1924050"/>
                </a:lnTo>
                <a:lnTo>
                  <a:pt x="1695450" y="1933575"/>
                </a:lnTo>
                <a:lnTo>
                  <a:pt x="1685925" y="1933575"/>
                </a:lnTo>
                <a:lnTo>
                  <a:pt x="1685925" y="1943100"/>
                </a:lnTo>
                <a:lnTo>
                  <a:pt x="1676400" y="1943100"/>
                </a:lnTo>
                <a:close/>
                <a:moveTo>
                  <a:pt x="276225" y="1933575"/>
                </a:moveTo>
                <a:lnTo>
                  <a:pt x="285750" y="1933575"/>
                </a:lnTo>
                <a:lnTo>
                  <a:pt x="285750" y="1943100"/>
                </a:lnTo>
                <a:lnTo>
                  <a:pt x="276225" y="1943100"/>
                </a:lnTo>
                <a:close/>
                <a:moveTo>
                  <a:pt x="57150" y="1943100"/>
                </a:moveTo>
                <a:lnTo>
                  <a:pt x="66675" y="1943100"/>
                </a:lnTo>
                <a:lnTo>
                  <a:pt x="66675" y="1952625"/>
                </a:lnTo>
                <a:lnTo>
                  <a:pt x="57150" y="1952625"/>
                </a:lnTo>
                <a:close/>
                <a:moveTo>
                  <a:pt x="419100" y="1943100"/>
                </a:moveTo>
                <a:lnTo>
                  <a:pt x="438150" y="1943100"/>
                </a:lnTo>
                <a:lnTo>
                  <a:pt x="438150" y="1952625"/>
                </a:lnTo>
                <a:lnTo>
                  <a:pt x="419100" y="1952625"/>
                </a:lnTo>
                <a:close/>
                <a:moveTo>
                  <a:pt x="1352550" y="1943100"/>
                </a:moveTo>
                <a:lnTo>
                  <a:pt x="1362075" y="1943100"/>
                </a:lnTo>
                <a:lnTo>
                  <a:pt x="1362075" y="1952625"/>
                </a:lnTo>
                <a:lnTo>
                  <a:pt x="1352550" y="1952625"/>
                </a:lnTo>
                <a:close/>
                <a:moveTo>
                  <a:pt x="971550" y="1952625"/>
                </a:moveTo>
                <a:lnTo>
                  <a:pt x="981075" y="1952625"/>
                </a:lnTo>
                <a:lnTo>
                  <a:pt x="981075" y="1962150"/>
                </a:lnTo>
                <a:lnTo>
                  <a:pt x="971550" y="1962150"/>
                </a:lnTo>
                <a:close/>
                <a:moveTo>
                  <a:pt x="1276350" y="1952625"/>
                </a:moveTo>
                <a:lnTo>
                  <a:pt x="1285875" y="1952625"/>
                </a:lnTo>
                <a:lnTo>
                  <a:pt x="1285875" y="1933575"/>
                </a:lnTo>
                <a:lnTo>
                  <a:pt x="1276350" y="1933575"/>
                </a:lnTo>
                <a:close/>
                <a:moveTo>
                  <a:pt x="2305050" y="1952625"/>
                </a:moveTo>
                <a:lnTo>
                  <a:pt x="2314575" y="1952625"/>
                </a:lnTo>
                <a:lnTo>
                  <a:pt x="2314575" y="1962150"/>
                </a:lnTo>
                <a:lnTo>
                  <a:pt x="2305050" y="1962150"/>
                </a:lnTo>
                <a:close/>
                <a:moveTo>
                  <a:pt x="2314575" y="1962150"/>
                </a:moveTo>
                <a:lnTo>
                  <a:pt x="2324100" y="1962150"/>
                </a:lnTo>
                <a:lnTo>
                  <a:pt x="2324100" y="1971675"/>
                </a:lnTo>
                <a:lnTo>
                  <a:pt x="2314575" y="1971675"/>
                </a:lnTo>
                <a:close/>
                <a:moveTo>
                  <a:pt x="352425" y="1981200"/>
                </a:moveTo>
                <a:lnTo>
                  <a:pt x="361950" y="1981200"/>
                </a:lnTo>
                <a:lnTo>
                  <a:pt x="361950" y="1990725"/>
                </a:lnTo>
                <a:lnTo>
                  <a:pt x="352425" y="1990725"/>
                </a:lnTo>
                <a:close/>
                <a:moveTo>
                  <a:pt x="1323975" y="1981200"/>
                </a:moveTo>
                <a:lnTo>
                  <a:pt x="1333500" y="1981200"/>
                </a:lnTo>
                <a:lnTo>
                  <a:pt x="1333500" y="1990725"/>
                </a:lnTo>
                <a:lnTo>
                  <a:pt x="1323975" y="1990725"/>
                </a:lnTo>
                <a:close/>
                <a:moveTo>
                  <a:pt x="2333625" y="1981200"/>
                </a:moveTo>
                <a:lnTo>
                  <a:pt x="2343150" y="1981200"/>
                </a:lnTo>
                <a:lnTo>
                  <a:pt x="2343150" y="1990725"/>
                </a:lnTo>
                <a:lnTo>
                  <a:pt x="2333625" y="1990725"/>
                </a:lnTo>
                <a:close/>
                <a:moveTo>
                  <a:pt x="333375" y="1990725"/>
                </a:moveTo>
                <a:lnTo>
                  <a:pt x="352425" y="1990725"/>
                </a:lnTo>
                <a:lnTo>
                  <a:pt x="352425" y="2000250"/>
                </a:lnTo>
                <a:lnTo>
                  <a:pt x="333375" y="2000250"/>
                </a:lnTo>
                <a:close/>
                <a:moveTo>
                  <a:pt x="323850" y="2000250"/>
                </a:moveTo>
                <a:lnTo>
                  <a:pt x="333375" y="2000250"/>
                </a:lnTo>
                <a:lnTo>
                  <a:pt x="333375" y="2009775"/>
                </a:lnTo>
                <a:lnTo>
                  <a:pt x="323850" y="2009775"/>
                </a:lnTo>
                <a:close/>
                <a:moveTo>
                  <a:pt x="904875" y="2000250"/>
                </a:moveTo>
                <a:lnTo>
                  <a:pt x="914400" y="2000250"/>
                </a:lnTo>
                <a:lnTo>
                  <a:pt x="914400" y="2009775"/>
                </a:lnTo>
                <a:lnTo>
                  <a:pt x="904875" y="2009775"/>
                </a:lnTo>
                <a:close/>
                <a:moveTo>
                  <a:pt x="962025" y="2009775"/>
                </a:moveTo>
                <a:lnTo>
                  <a:pt x="971550" y="2009775"/>
                </a:lnTo>
                <a:lnTo>
                  <a:pt x="971550" y="2028825"/>
                </a:lnTo>
                <a:lnTo>
                  <a:pt x="962025" y="2028825"/>
                </a:lnTo>
                <a:close/>
                <a:moveTo>
                  <a:pt x="800100" y="2019300"/>
                </a:moveTo>
                <a:lnTo>
                  <a:pt x="819150" y="2019300"/>
                </a:lnTo>
                <a:lnTo>
                  <a:pt x="819150" y="2028825"/>
                </a:lnTo>
                <a:lnTo>
                  <a:pt x="800100" y="2028825"/>
                </a:lnTo>
                <a:close/>
                <a:moveTo>
                  <a:pt x="942975" y="2019300"/>
                </a:moveTo>
                <a:lnTo>
                  <a:pt x="952500" y="2019300"/>
                </a:lnTo>
                <a:lnTo>
                  <a:pt x="952500" y="2028825"/>
                </a:lnTo>
                <a:lnTo>
                  <a:pt x="942975" y="2028825"/>
                </a:lnTo>
                <a:close/>
                <a:moveTo>
                  <a:pt x="819150" y="2028825"/>
                </a:moveTo>
                <a:lnTo>
                  <a:pt x="838200" y="2028825"/>
                </a:lnTo>
                <a:lnTo>
                  <a:pt x="838200" y="2057400"/>
                </a:lnTo>
                <a:lnTo>
                  <a:pt x="847725" y="2057400"/>
                </a:lnTo>
                <a:lnTo>
                  <a:pt x="847725" y="2095500"/>
                </a:lnTo>
                <a:lnTo>
                  <a:pt x="857250" y="2095500"/>
                </a:lnTo>
                <a:lnTo>
                  <a:pt x="857250" y="2105025"/>
                </a:lnTo>
                <a:lnTo>
                  <a:pt x="876300" y="2105025"/>
                </a:lnTo>
                <a:lnTo>
                  <a:pt x="876300" y="2095500"/>
                </a:lnTo>
                <a:lnTo>
                  <a:pt x="923925" y="2095500"/>
                </a:lnTo>
                <a:lnTo>
                  <a:pt x="923925" y="2105025"/>
                </a:lnTo>
                <a:lnTo>
                  <a:pt x="876300" y="2105025"/>
                </a:lnTo>
                <a:lnTo>
                  <a:pt x="876300" y="2124075"/>
                </a:lnTo>
                <a:lnTo>
                  <a:pt x="866775" y="2124075"/>
                </a:lnTo>
                <a:lnTo>
                  <a:pt x="866775" y="2143125"/>
                </a:lnTo>
                <a:lnTo>
                  <a:pt x="857250" y="2143125"/>
                </a:lnTo>
                <a:lnTo>
                  <a:pt x="857250" y="2152650"/>
                </a:lnTo>
                <a:lnTo>
                  <a:pt x="847725" y="2152650"/>
                </a:lnTo>
                <a:lnTo>
                  <a:pt x="847725" y="2133600"/>
                </a:lnTo>
                <a:lnTo>
                  <a:pt x="828675" y="2133600"/>
                </a:lnTo>
                <a:lnTo>
                  <a:pt x="828675" y="2143125"/>
                </a:lnTo>
                <a:lnTo>
                  <a:pt x="790575" y="2143125"/>
                </a:lnTo>
                <a:lnTo>
                  <a:pt x="790575" y="2133600"/>
                </a:lnTo>
                <a:lnTo>
                  <a:pt x="781050" y="2133600"/>
                </a:lnTo>
                <a:lnTo>
                  <a:pt x="781050" y="2124075"/>
                </a:lnTo>
                <a:lnTo>
                  <a:pt x="762000" y="2124075"/>
                </a:lnTo>
                <a:lnTo>
                  <a:pt x="762000" y="2114550"/>
                </a:lnTo>
                <a:lnTo>
                  <a:pt x="752475" y="2114550"/>
                </a:lnTo>
                <a:lnTo>
                  <a:pt x="752475" y="2105025"/>
                </a:lnTo>
                <a:lnTo>
                  <a:pt x="762000" y="2105025"/>
                </a:lnTo>
                <a:lnTo>
                  <a:pt x="762000" y="2114550"/>
                </a:lnTo>
                <a:lnTo>
                  <a:pt x="781050" y="2114550"/>
                </a:lnTo>
                <a:lnTo>
                  <a:pt x="781050" y="2124075"/>
                </a:lnTo>
                <a:lnTo>
                  <a:pt x="809625" y="2124075"/>
                </a:lnTo>
                <a:lnTo>
                  <a:pt x="809625" y="2105025"/>
                </a:lnTo>
                <a:lnTo>
                  <a:pt x="819150" y="2105025"/>
                </a:lnTo>
                <a:lnTo>
                  <a:pt x="819150" y="2114550"/>
                </a:lnTo>
                <a:lnTo>
                  <a:pt x="847725" y="2114550"/>
                </a:lnTo>
                <a:lnTo>
                  <a:pt x="847725" y="2105025"/>
                </a:lnTo>
                <a:lnTo>
                  <a:pt x="838200" y="2105025"/>
                </a:lnTo>
                <a:lnTo>
                  <a:pt x="838200" y="2085975"/>
                </a:lnTo>
                <a:lnTo>
                  <a:pt x="828675" y="2085975"/>
                </a:lnTo>
                <a:lnTo>
                  <a:pt x="828675" y="2076450"/>
                </a:lnTo>
                <a:lnTo>
                  <a:pt x="819150" y="2076450"/>
                </a:lnTo>
                <a:close/>
                <a:moveTo>
                  <a:pt x="447675" y="2047875"/>
                </a:moveTo>
                <a:lnTo>
                  <a:pt x="457200" y="2047875"/>
                </a:lnTo>
                <a:lnTo>
                  <a:pt x="457200" y="2066925"/>
                </a:lnTo>
                <a:lnTo>
                  <a:pt x="447675" y="2066925"/>
                </a:lnTo>
                <a:lnTo>
                  <a:pt x="447675" y="2076450"/>
                </a:lnTo>
                <a:lnTo>
                  <a:pt x="438150" y="2076450"/>
                </a:lnTo>
                <a:lnTo>
                  <a:pt x="438150" y="2085975"/>
                </a:lnTo>
                <a:lnTo>
                  <a:pt x="428625" y="2085975"/>
                </a:lnTo>
                <a:lnTo>
                  <a:pt x="428625" y="2076450"/>
                </a:lnTo>
                <a:lnTo>
                  <a:pt x="419100" y="2076450"/>
                </a:lnTo>
                <a:lnTo>
                  <a:pt x="419100" y="2066925"/>
                </a:lnTo>
                <a:lnTo>
                  <a:pt x="438150" y="2066925"/>
                </a:lnTo>
                <a:lnTo>
                  <a:pt x="438150" y="2057400"/>
                </a:lnTo>
                <a:lnTo>
                  <a:pt x="447675" y="2057400"/>
                </a:lnTo>
                <a:close/>
                <a:moveTo>
                  <a:pt x="1190625" y="2047875"/>
                </a:moveTo>
                <a:lnTo>
                  <a:pt x="1200150" y="2047875"/>
                </a:lnTo>
                <a:lnTo>
                  <a:pt x="1200150" y="2057400"/>
                </a:lnTo>
                <a:lnTo>
                  <a:pt x="1190625" y="2057400"/>
                </a:lnTo>
                <a:close/>
                <a:moveTo>
                  <a:pt x="1200150" y="2057400"/>
                </a:moveTo>
                <a:lnTo>
                  <a:pt x="1209675" y="2057400"/>
                </a:lnTo>
                <a:lnTo>
                  <a:pt x="1209675" y="2066925"/>
                </a:lnTo>
                <a:lnTo>
                  <a:pt x="1200150" y="2066925"/>
                </a:lnTo>
                <a:close/>
                <a:moveTo>
                  <a:pt x="1219200" y="2066925"/>
                </a:moveTo>
                <a:lnTo>
                  <a:pt x="1228725" y="2066925"/>
                </a:lnTo>
                <a:lnTo>
                  <a:pt x="1228725" y="2076450"/>
                </a:lnTo>
                <a:lnTo>
                  <a:pt x="1247775" y="2076450"/>
                </a:lnTo>
                <a:lnTo>
                  <a:pt x="1247775" y="2085975"/>
                </a:lnTo>
                <a:lnTo>
                  <a:pt x="1238250" y="2085975"/>
                </a:lnTo>
                <a:lnTo>
                  <a:pt x="1238250" y="2095500"/>
                </a:lnTo>
                <a:lnTo>
                  <a:pt x="1247775" y="2095500"/>
                </a:lnTo>
                <a:lnTo>
                  <a:pt x="1247775" y="2105025"/>
                </a:lnTo>
                <a:lnTo>
                  <a:pt x="1209675" y="2105025"/>
                </a:lnTo>
                <a:lnTo>
                  <a:pt x="1209675" y="2095500"/>
                </a:lnTo>
                <a:lnTo>
                  <a:pt x="1219200" y="2095500"/>
                </a:lnTo>
                <a:close/>
                <a:moveTo>
                  <a:pt x="400050" y="2076450"/>
                </a:moveTo>
                <a:lnTo>
                  <a:pt x="419100" y="2076450"/>
                </a:lnTo>
                <a:lnTo>
                  <a:pt x="419100" y="2085975"/>
                </a:lnTo>
                <a:lnTo>
                  <a:pt x="400050" y="2085975"/>
                </a:lnTo>
                <a:close/>
                <a:moveTo>
                  <a:pt x="790575" y="2076450"/>
                </a:moveTo>
                <a:lnTo>
                  <a:pt x="800100" y="2076450"/>
                </a:lnTo>
                <a:lnTo>
                  <a:pt x="800100" y="2085975"/>
                </a:lnTo>
                <a:lnTo>
                  <a:pt x="809625" y="2085975"/>
                </a:lnTo>
                <a:lnTo>
                  <a:pt x="809625" y="2095500"/>
                </a:lnTo>
                <a:lnTo>
                  <a:pt x="800100" y="2095500"/>
                </a:lnTo>
                <a:lnTo>
                  <a:pt x="800100" y="2114550"/>
                </a:lnTo>
                <a:lnTo>
                  <a:pt x="790575" y="2114550"/>
                </a:lnTo>
                <a:close/>
                <a:moveTo>
                  <a:pt x="390525" y="2085975"/>
                </a:moveTo>
                <a:lnTo>
                  <a:pt x="400050" y="2085975"/>
                </a:lnTo>
                <a:lnTo>
                  <a:pt x="400050" y="2095500"/>
                </a:lnTo>
                <a:lnTo>
                  <a:pt x="390525" y="2095500"/>
                </a:lnTo>
                <a:close/>
                <a:moveTo>
                  <a:pt x="704850" y="2085975"/>
                </a:moveTo>
                <a:lnTo>
                  <a:pt x="723900" y="2085975"/>
                </a:lnTo>
                <a:lnTo>
                  <a:pt x="723900" y="2095500"/>
                </a:lnTo>
                <a:lnTo>
                  <a:pt x="704850" y="2095500"/>
                </a:lnTo>
                <a:close/>
                <a:moveTo>
                  <a:pt x="561975" y="2095500"/>
                </a:moveTo>
                <a:lnTo>
                  <a:pt x="571500" y="2095500"/>
                </a:lnTo>
                <a:lnTo>
                  <a:pt x="571500" y="2114550"/>
                </a:lnTo>
                <a:lnTo>
                  <a:pt x="561975" y="2114550"/>
                </a:lnTo>
                <a:close/>
                <a:moveTo>
                  <a:pt x="723900" y="2095500"/>
                </a:moveTo>
                <a:lnTo>
                  <a:pt x="733425" y="2095500"/>
                </a:lnTo>
                <a:lnTo>
                  <a:pt x="733425" y="2105025"/>
                </a:lnTo>
                <a:lnTo>
                  <a:pt x="723900" y="2105025"/>
                </a:lnTo>
                <a:close/>
                <a:moveTo>
                  <a:pt x="1733550" y="2095500"/>
                </a:moveTo>
                <a:lnTo>
                  <a:pt x="1743075" y="2095500"/>
                </a:lnTo>
                <a:lnTo>
                  <a:pt x="1743075" y="2105025"/>
                </a:lnTo>
                <a:lnTo>
                  <a:pt x="1733550" y="2105025"/>
                </a:lnTo>
                <a:close/>
                <a:moveTo>
                  <a:pt x="171450" y="2105025"/>
                </a:moveTo>
                <a:lnTo>
                  <a:pt x="180975" y="2105025"/>
                </a:lnTo>
                <a:lnTo>
                  <a:pt x="180975" y="2114550"/>
                </a:lnTo>
                <a:lnTo>
                  <a:pt x="171450" y="2114550"/>
                </a:lnTo>
                <a:close/>
                <a:moveTo>
                  <a:pt x="190500" y="2105025"/>
                </a:moveTo>
                <a:lnTo>
                  <a:pt x="200025" y="2105025"/>
                </a:lnTo>
                <a:lnTo>
                  <a:pt x="200025" y="2114550"/>
                </a:lnTo>
                <a:lnTo>
                  <a:pt x="190500" y="2114550"/>
                </a:lnTo>
                <a:close/>
                <a:moveTo>
                  <a:pt x="571500" y="2114550"/>
                </a:moveTo>
                <a:lnTo>
                  <a:pt x="590550" y="2114550"/>
                </a:lnTo>
                <a:lnTo>
                  <a:pt x="590550" y="2124075"/>
                </a:lnTo>
                <a:lnTo>
                  <a:pt x="581025" y="2124075"/>
                </a:lnTo>
                <a:lnTo>
                  <a:pt x="581025" y="2133600"/>
                </a:lnTo>
                <a:lnTo>
                  <a:pt x="571500" y="2133600"/>
                </a:lnTo>
                <a:close/>
                <a:moveTo>
                  <a:pt x="1238250" y="2114550"/>
                </a:moveTo>
                <a:lnTo>
                  <a:pt x="1314450" y="2114550"/>
                </a:lnTo>
                <a:lnTo>
                  <a:pt x="1314450" y="2143125"/>
                </a:lnTo>
                <a:lnTo>
                  <a:pt x="1304925" y="2143125"/>
                </a:lnTo>
                <a:lnTo>
                  <a:pt x="1304925" y="2133600"/>
                </a:lnTo>
                <a:lnTo>
                  <a:pt x="1295400" y="2133600"/>
                </a:lnTo>
                <a:lnTo>
                  <a:pt x="1295400" y="2143125"/>
                </a:lnTo>
                <a:lnTo>
                  <a:pt x="1285875" y="2143125"/>
                </a:lnTo>
                <a:lnTo>
                  <a:pt x="1285875" y="2152650"/>
                </a:lnTo>
                <a:lnTo>
                  <a:pt x="1276350" y="2152650"/>
                </a:lnTo>
                <a:lnTo>
                  <a:pt x="1276350" y="2162175"/>
                </a:lnTo>
                <a:lnTo>
                  <a:pt x="1285875" y="2162175"/>
                </a:lnTo>
                <a:lnTo>
                  <a:pt x="1285875" y="2171700"/>
                </a:lnTo>
                <a:lnTo>
                  <a:pt x="1266825" y="2171700"/>
                </a:lnTo>
                <a:lnTo>
                  <a:pt x="1266825" y="2162175"/>
                </a:lnTo>
                <a:lnTo>
                  <a:pt x="1257300" y="2162175"/>
                </a:lnTo>
                <a:lnTo>
                  <a:pt x="1257300" y="2152650"/>
                </a:lnTo>
                <a:lnTo>
                  <a:pt x="1247775" y="2152650"/>
                </a:lnTo>
                <a:lnTo>
                  <a:pt x="1247775" y="2124075"/>
                </a:lnTo>
                <a:lnTo>
                  <a:pt x="1238250" y="2124075"/>
                </a:lnTo>
                <a:close/>
                <a:moveTo>
                  <a:pt x="1276350" y="2133600"/>
                </a:moveTo>
                <a:lnTo>
                  <a:pt x="1285875" y="2133600"/>
                </a:lnTo>
                <a:lnTo>
                  <a:pt x="1285875" y="2124075"/>
                </a:lnTo>
                <a:lnTo>
                  <a:pt x="1276350" y="2124075"/>
                </a:lnTo>
                <a:close/>
                <a:moveTo>
                  <a:pt x="1314450" y="2143125"/>
                </a:moveTo>
                <a:lnTo>
                  <a:pt x="1333500" y="2143125"/>
                </a:lnTo>
                <a:lnTo>
                  <a:pt x="1333500" y="2152650"/>
                </a:lnTo>
                <a:lnTo>
                  <a:pt x="1314450" y="2152650"/>
                </a:lnTo>
                <a:close/>
                <a:moveTo>
                  <a:pt x="1790700" y="2143125"/>
                </a:moveTo>
                <a:lnTo>
                  <a:pt x="1819275" y="2143125"/>
                </a:lnTo>
                <a:lnTo>
                  <a:pt x="1819275" y="2162175"/>
                </a:lnTo>
                <a:lnTo>
                  <a:pt x="1809750" y="2162175"/>
                </a:lnTo>
                <a:lnTo>
                  <a:pt x="1809750" y="2181225"/>
                </a:lnTo>
                <a:lnTo>
                  <a:pt x="1838325" y="2181225"/>
                </a:lnTo>
                <a:lnTo>
                  <a:pt x="1838325" y="2190750"/>
                </a:lnTo>
                <a:lnTo>
                  <a:pt x="1847850" y="2190750"/>
                </a:lnTo>
                <a:lnTo>
                  <a:pt x="1847850" y="2219325"/>
                </a:lnTo>
                <a:lnTo>
                  <a:pt x="1838325" y="2219325"/>
                </a:lnTo>
                <a:lnTo>
                  <a:pt x="1838325" y="2209800"/>
                </a:lnTo>
                <a:lnTo>
                  <a:pt x="1828800" y="2209800"/>
                </a:lnTo>
                <a:lnTo>
                  <a:pt x="1828800" y="2200275"/>
                </a:lnTo>
                <a:lnTo>
                  <a:pt x="1800225" y="2200275"/>
                </a:lnTo>
                <a:lnTo>
                  <a:pt x="1800225" y="2190750"/>
                </a:lnTo>
                <a:lnTo>
                  <a:pt x="1781175" y="2190750"/>
                </a:lnTo>
                <a:lnTo>
                  <a:pt x="1781175" y="2162175"/>
                </a:lnTo>
                <a:lnTo>
                  <a:pt x="1790700" y="2162175"/>
                </a:lnTo>
                <a:close/>
                <a:moveTo>
                  <a:pt x="323850" y="2152650"/>
                </a:moveTo>
                <a:lnTo>
                  <a:pt x="342900" y="2152650"/>
                </a:lnTo>
                <a:lnTo>
                  <a:pt x="342900" y="2162175"/>
                </a:lnTo>
                <a:lnTo>
                  <a:pt x="323850" y="2162175"/>
                </a:lnTo>
                <a:close/>
                <a:moveTo>
                  <a:pt x="866775" y="2152650"/>
                </a:moveTo>
                <a:lnTo>
                  <a:pt x="885825" y="2152650"/>
                </a:lnTo>
                <a:lnTo>
                  <a:pt x="885825" y="2162175"/>
                </a:lnTo>
                <a:lnTo>
                  <a:pt x="866775" y="2162175"/>
                </a:lnTo>
                <a:close/>
                <a:moveTo>
                  <a:pt x="1381125" y="2152650"/>
                </a:moveTo>
                <a:lnTo>
                  <a:pt x="1400175" y="2152650"/>
                </a:lnTo>
                <a:lnTo>
                  <a:pt x="1400175" y="2181225"/>
                </a:lnTo>
                <a:lnTo>
                  <a:pt x="1381125" y="2181225"/>
                </a:lnTo>
                <a:close/>
                <a:moveTo>
                  <a:pt x="1647825" y="2152650"/>
                </a:moveTo>
                <a:lnTo>
                  <a:pt x="1657350" y="2152650"/>
                </a:lnTo>
                <a:lnTo>
                  <a:pt x="1657350" y="2162175"/>
                </a:lnTo>
                <a:lnTo>
                  <a:pt x="1647825" y="2162175"/>
                </a:lnTo>
                <a:close/>
                <a:moveTo>
                  <a:pt x="342900" y="2162175"/>
                </a:moveTo>
                <a:lnTo>
                  <a:pt x="361950" y="2162175"/>
                </a:lnTo>
                <a:lnTo>
                  <a:pt x="361950" y="2171700"/>
                </a:lnTo>
                <a:lnTo>
                  <a:pt x="371475" y="2171700"/>
                </a:lnTo>
                <a:lnTo>
                  <a:pt x="371475" y="2181225"/>
                </a:lnTo>
                <a:lnTo>
                  <a:pt x="361950" y="2181225"/>
                </a:lnTo>
                <a:lnTo>
                  <a:pt x="361950" y="2190750"/>
                </a:lnTo>
                <a:lnTo>
                  <a:pt x="352425" y="2190750"/>
                </a:lnTo>
                <a:lnTo>
                  <a:pt x="352425" y="2171700"/>
                </a:lnTo>
                <a:lnTo>
                  <a:pt x="342900" y="2171700"/>
                </a:lnTo>
                <a:close/>
                <a:moveTo>
                  <a:pt x="895350" y="2162175"/>
                </a:moveTo>
                <a:lnTo>
                  <a:pt x="904875" y="2162175"/>
                </a:lnTo>
                <a:lnTo>
                  <a:pt x="904875" y="2171700"/>
                </a:lnTo>
                <a:lnTo>
                  <a:pt x="895350" y="2171700"/>
                </a:lnTo>
                <a:close/>
                <a:moveTo>
                  <a:pt x="1552575" y="2162175"/>
                </a:moveTo>
                <a:lnTo>
                  <a:pt x="1571625" y="2162175"/>
                </a:lnTo>
                <a:lnTo>
                  <a:pt x="1571625" y="2171700"/>
                </a:lnTo>
                <a:lnTo>
                  <a:pt x="1562100" y="2171700"/>
                </a:lnTo>
                <a:lnTo>
                  <a:pt x="1562100" y="2181225"/>
                </a:lnTo>
                <a:lnTo>
                  <a:pt x="1581150" y="2181225"/>
                </a:lnTo>
                <a:lnTo>
                  <a:pt x="1581150" y="2171700"/>
                </a:lnTo>
                <a:lnTo>
                  <a:pt x="1600200" y="2171700"/>
                </a:lnTo>
                <a:lnTo>
                  <a:pt x="1600200" y="2162175"/>
                </a:lnTo>
                <a:lnTo>
                  <a:pt x="1619250" y="2162175"/>
                </a:lnTo>
                <a:lnTo>
                  <a:pt x="1619250" y="2171700"/>
                </a:lnTo>
                <a:lnTo>
                  <a:pt x="1609725" y="2171700"/>
                </a:lnTo>
                <a:lnTo>
                  <a:pt x="1609725" y="2181225"/>
                </a:lnTo>
                <a:lnTo>
                  <a:pt x="1590675" y="2181225"/>
                </a:lnTo>
                <a:lnTo>
                  <a:pt x="1590675" y="2190750"/>
                </a:lnTo>
                <a:lnTo>
                  <a:pt x="1581150" y="2190750"/>
                </a:lnTo>
                <a:lnTo>
                  <a:pt x="1581150" y="2200275"/>
                </a:lnTo>
                <a:lnTo>
                  <a:pt x="1543050" y="2200275"/>
                </a:lnTo>
                <a:lnTo>
                  <a:pt x="1543050" y="2209800"/>
                </a:lnTo>
                <a:lnTo>
                  <a:pt x="1524000" y="2209800"/>
                </a:lnTo>
                <a:lnTo>
                  <a:pt x="1524000" y="2200275"/>
                </a:lnTo>
                <a:lnTo>
                  <a:pt x="1495425" y="2200275"/>
                </a:lnTo>
                <a:lnTo>
                  <a:pt x="1495425" y="2209800"/>
                </a:lnTo>
                <a:lnTo>
                  <a:pt x="1476375" y="2209800"/>
                </a:lnTo>
                <a:lnTo>
                  <a:pt x="1476375" y="2190750"/>
                </a:lnTo>
                <a:lnTo>
                  <a:pt x="1466850" y="2190750"/>
                </a:lnTo>
                <a:lnTo>
                  <a:pt x="1466850" y="2181225"/>
                </a:lnTo>
                <a:lnTo>
                  <a:pt x="1485900" y="2181225"/>
                </a:lnTo>
                <a:lnTo>
                  <a:pt x="1485900" y="2190750"/>
                </a:lnTo>
                <a:lnTo>
                  <a:pt x="1543050" y="2190750"/>
                </a:lnTo>
                <a:lnTo>
                  <a:pt x="1543050" y="2171700"/>
                </a:lnTo>
                <a:lnTo>
                  <a:pt x="1552575" y="2171700"/>
                </a:lnTo>
                <a:close/>
                <a:moveTo>
                  <a:pt x="409575" y="2171700"/>
                </a:moveTo>
                <a:lnTo>
                  <a:pt x="419100" y="2171700"/>
                </a:lnTo>
                <a:lnTo>
                  <a:pt x="419100" y="2181225"/>
                </a:lnTo>
                <a:lnTo>
                  <a:pt x="409575" y="2181225"/>
                </a:lnTo>
                <a:close/>
                <a:moveTo>
                  <a:pt x="1362075" y="2171700"/>
                </a:moveTo>
                <a:lnTo>
                  <a:pt x="1371600" y="2171700"/>
                </a:lnTo>
                <a:lnTo>
                  <a:pt x="1371600" y="2200275"/>
                </a:lnTo>
                <a:lnTo>
                  <a:pt x="1352550" y="2200275"/>
                </a:lnTo>
                <a:lnTo>
                  <a:pt x="1352550" y="2181225"/>
                </a:lnTo>
                <a:lnTo>
                  <a:pt x="1362075" y="2181225"/>
                </a:lnTo>
                <a:close/>
                <a:moveTo>
                  <a:pt x="1504950" y="2171700"/>
                </a:moveTo>
                <a:lnTo>
                  <a:pt x="1524000" y="2171700"/>
                </a:lnTo>
                <a:lnTo>
                  <a:pt x="1524000" y="2181225"/>
                </a:lnTo>
                <a:lnTo>
                  <a:pt x="1504950" y="2181225"/>
                </a:lnTo>
                <a:close/>
                <a:moveTo>
                  <a:pt x="1724025" y="2171700"/>
                </a:moveTo>
                <a:lnTo>
                  <a:pt x="1733550" y="2171700"/>
                </a:lnTo>
                <a:lnTo>
                  <a:pt x="1733550" y="2190750"/>
                </a:lnTo>
                <a:lnTo>
                  <a:pt x="1724025" y="2190750"/>
                </a:lnTo>
                <a:close/>
                <a:moveTo>
                  <a:pt x="371475" y="2181225"/>
                </a:moveTo>
                <a:lnTo>
                  <a:pt x="381000" y="2181225"/>
                </a:lnTo>
                <a:lnTo>
                  <a:pt x="381000" y="2190750"/>
                </a:lnTo>
                <a:lnTo>
                  <a:pt x="371475" y="2190750"/>
                </a:lnTo>
                <a:close/>
                <a:moveTo>
                  <a:pt x="523875" y="2181225"/>
                </a:moveTo>
                <a:lnTo>
                  <a:pt x="542925" y="2181225"/>
                </a:lnTo>
                <a:lnTo>
                  <a:pt x="542925" y="2200275"/>
                </a:lnTo>
                <a:lnTo>
                  <a:pt x="523875" y="2200275"/>
                </a:lnTo>
                <a:close/>
                <a:moveTo>
                  <a:pt x="628650" y="2181225"/>
                </a:moveTo>
                <a:lnTo>
                  <a:pt x="638175" y="2181225"/>
                </a:lnTo>
                <a:lnTo>
                  <a:pt x="638175" y="2190750"/>
                </a:lnTo>
                <a:lnTo>
                  <a:pt x="628650" y="2190750"/>
                </a:lnTo>
                <a:close/>
                <a:moveTo>
                  <a:pt x="1876425" y="2181225"/>
                </a:moveTo>
                <a:lnTo>
                  <a:pt x="1885950" y="2181225"/>
                </a:lnTo>
                <a:lnTo>
                  <a:pt x="1885950" y="2190750"/>
                </a:lnTo>
                <a:lnTo>
                  <a:pt x="1876425" y="2190750"/>
                </a:lnTo>
                <a:close/>
                <a:moveTo>
                  <a:pt x="2428875" y="2181225"/>
                </a:moveTo>
                <a:lnTo>
                  <a:pt x="2457450" y="2181225"/>
                </a:lnTo>
                <a:lnTo>
                  <a:pt x="2457450" y="2190750"/>
                </a:lnTo>
                <a:lnTo>
                  <a:pt x="2428875" y="2190750"/>
                </a:lnTo>
                <a:close/>
                <a:moveTo>
                  <a:pt x="476250" y="2190750"/>
                </a:moveTo>
                <a:lnTo>
                  <a:pt x="495300" y="2190750"/>
                </a:lnTo>
                <a:lnTo>
                  <a:pt x="495300" y="2200275"/>
                </a:lnTo>
                <a:lnTo>
                  <a:pt x="476250" y="2200275"/>
                </a:lnTo>
                <a:close/>
                <a:moveTo>
                  <a:pt x="638175" y="2190750"/>
                </a:moveTo>
                <a:lnTo>
                  <a:pt x="666750" y="2190750"/>
                </a:lnTo>
                <a:lnTo>
                  <a:pt x="666750" y="2219325"/>
                </a:lnTo>
                <a:lnTo>
                  <a:pt x="657225" y="2219325"/>
                </a:lnTo>
                <a:lnTo>
                  <a:pt x="657225" y="2209800"/>
                </a:lnTo>
                <a:lnTo>
                  <a:pt x="638175" y="2209800"/>
                </a:lnTo>
                <a:close/>
                <a:moveTo>
                  <a:pt x="1743075" y="2190750"/>
                </a:moveTo>
                <a:lnTo>
                  <a:pt x="1762125" y="2190750"/>
                </a:lnTo>
                <a:lnTo>
                  <a:pt x="1762125" y="2200275"/>
                </a:lnTo>
                <a:lnTo>
                  <a:pt x="1771650" y="2200275"/>
                </a:lnTo>
                <a:lnTo>
                  <a:pt x="1771650" y="2228850"/>
                </a:lnTo>
                <a:lnTo>
                  <a:pt x="1781175" y="2228850"/>
                </a:lnTo>
                <a:lnTo>
                  <a:pt x="1781175" y="2238375"/>
                </a:lnTo>
                <a:lnTo>
                  <a:pt x="1790700" y="2238375"/>
                </a:lnTo>
                <a:lnTo>
                  <a:pt x="1790700" y="2257425"/>
                </a:lnTo>
                <a:lnTo>
                  <a:pt x="1781175" y="2257425"/>
                </a:lnTo>
                <a:lnTo>
                  <a:pt x="1781175" y="2266950"/>
                </a:lnTo>
                <a:lnTo>
                  <a:pt x="1771650" y="2266950"/>
                </a:lnTo>
                <a:lnTo>
                  <a:pt x="1771650" y="2286000"/>
                </a:lnTo>
                <a:lnTo>
                  <a:pt x="1743075" y="2286000"/>
                </a:lnTo>
                <a:lnTo>
                  <a:pt x="1743075" y="2257425"/>
                </a:lnTo>
                <a:lnTo>
                  <a:pt x="1752600" y="2257425"/>
                </a:lnTo>
                <a:lnTo>
                  <a:pt x="1752600" y="2247900"/>
                </a:lnTo>
                <a:lnTo>
                  <a:pt x="1762125" y="2247900"/>
                </a:lnTo>
                <a:lnTo>
                  <a:pt x="1762125" y="2238375"/>
                </a:lnTo>
                <a:lnTo>
                  <a:pt x="1752600" y="2238375"/>
                </a:lnTo>
                <a:lnTo>
                  <a:pt x="1752600" y="2228850"/>
                </a:lnTo>
                <a:lnTo>
                  <a:pt x="1762125" y="2228850"/>
                </a:lnTo>
                <a:lnTo>
                  <a:pt x="1762125" y="2219325"/>
                </a:lnTo>
                <a:lnTo>
                  <a:pt x="1752600" y="2219325"/>
                </a:lnTo>
                <a:lnTo>
                  <a:pt x="1752600" y="2209800"/>
                </a:lnTo>
                <a:lnTo>
                  <a:pt x="1743075" y="2209800"/>
                </a:lnTo>
                <a:close/>
                <a:moveTo>
                  <a:pt x="447675" y="2200275"/>
                </a:moveTo>
                <a:lnTo>
                  <a:pt x="466725" y="2200275"/>
                </a:lnTo>
                <a:lnTo>
                  <a:pt x="466725" y="2209800"/>
                </a:lnTo>
                <a:lnTo>
                  <a:pt x="447675" y="2209800"/>
                </a:lnTo>
                <a:close/>
                <a:moveTo>
                  <a:pt x="561975" y="2200275"/>
                </a:moveTo>
                <a:lnTo>
                  <a:pt x="571500" y="2200275"/>
                </a:lnTo>
                <a:lnTo>
                  <a:pt x="571500" y="2209800"/>
                </a:lnTo>
                <a:lnTo>
                  <a:pt x="561975" y="2209800"/>
                </a:lnTo>
                <a:close/>
                <a:moveTo>
                  <a:pt x="1133475" y="2200275"/>
                </a:moveTo>
                <a:lnTo>
                  <a:pt x="1143000" y="2200275"/>
                </a:lnTo>
                <a:lnTo>
                  <a:pt x="1143000" y="2209800"/>
                </a:lnTo>
                <a:lnTo>
                  <a:pt x="1133475" y="2209800"/>
                </a:lnTo>
                <a:close/>
                <a:moveTo>
                  <a:pt x="1657350" y="2200275"/>
                </a:moveTo>
                <a:lnTo>
                  <a:pt x="1685925" y="2200275"/>
                </a:lnTo>
                <a:lnTo>
                  <a:pt x="1685925" y="2209800"/>
                </a:lnTo>
                <a:lnTo>
                  <a:pt x="1657350" y="2209800"/>
                </a:lnTo>
                <a:close/>
                <a:moveTo>
                  <a:pt x="571500" y="2209800"/>
                </a:moveTo>
                <a:lnTo>
                  <a:pt x="609600" y="2209800"/>
                </a:lnTo>
                <a:lnTo>
                  <a:pt x="609600" y="2219325"/>
                </a:lnTo>
                <a:lnTo>
                  <a:pt x="600075" y="2219325"/>
                </a:lnTo>
                <a:lnTo>
                  <a:pt x="600075" y="2238375"/>
                </a:lnTo>
                <a:lnTo>
                  <a:pt x="571500" y="2238375"/>
                </a:lnTo>
                <a:close/>
                <a:moveTo>
                  <a:pt x="904875" y="2209800"/>
                </a:moveTo>
                <a:lnTo>
                  <a:pt x="914400" y="2209800"/>
                </a:lnTo>
                <a:lnTo>
                  <a:pt x="914400" y="2219325"/>
                </a:lnTo>
                <a:lnTo>
                  <a:pt x="904875" y="2219325"/>
                </a:lnTo>
                <a:close/>
                <a:moveTo>
                  <a:pt x="1028700" y="2209800"/>
                </a:moveTo>
                <a:lnTo>
                  <a:pt x="1047750" y="2209800"/>
                </a:lnTo>
                <a:lnTo>
                  <a:pt x="1047750" y="2219325"/>
                </a:lnTo>
                <a:lnTo>
                  <a:pt x="1057275" y="2219325"/>
                </a:lnTo>
                <a:lnTo>
                  <a:pt x="1057275" y="2228850"/>
                </a:lnTo>
                <a:lnTo>
                  <a:pt x="1085850" y="2228850"/>
                </a:lnTo>
                <a:lnTo>
                  <a:pt x="1085850" y="2219325"/>
                </a:lnTo>
                <a:lnTo>
                  <a:pt x="1095375" y="2219325"/>
                </a:lnTo>
                <a:lnTo>
                  <a:pt x="1095375" y="2228850"/>
                </a:lnTo>
                <a:lnTo>
                  <a:pt x="1104900" y="2228850"/>
                </a:lnTo>
                <a:lnTo>
                  <a:pt x="1104900" y="2219325"/>
                </a:lnTo>
                <a:lnTo>
                  <a:pt x="1114425" y="2219325"/>
                </a:lnTo>
                <a:lnTo>
                  <a:pt x="1114425" y="2209800"/>
                </a:lnTo>
                <a:lnTo>
                  <a:pt x="1123950" y="2209800"/>
                </a:lnTo>
                <a:lnTo>
                  <a:pt x="1123950" y="2219325"/>
                </a:lnTo>
                <a:lnTo>
                  <a:pt x="1114425" y="2219325"/>
                </a:lnTo>
                <a:lnTo>
                  <a:pt x="1114425" y="2247900"/>
                </a:lnTo>
                <a:lnTo>
                  <a:pt x="1104900" y="2247900"/>
                </a:lnTo>
                <a:lnTo>
                  <a:pt x="1104900" y="2266950"/>
                </a:lnTo>
                <a:lnTo>
                  <a:pt x="1114425" y="2266950"/>
                </a:lnTo>
                <a:lnTo>
                  <a:pt x="1114425" y="2276475"/>
                </a:lnTo>
                <a:lnTo>
                  <a:pt x="1057275" y="2276475"/>
                </a:lnTo>
                <a:lnTo>
                  <a:pt x="1057275" y="2238375"/>
                </a:lnTo>
                <a:lnTo>
                  <a:pt x="1047750" y="2238375"/>
                </a:lnTo>
                <a:lnTo>
                  <a:pt x="1047750" y="2228850"/>
                </a:lnTo>
                <a:lnTo>
                  <a:pt x="1038225" y="2228850"/>
                </a:lnTo>
                <a:lnTo>
                  <a:pt x="1038225" y="2219325"/>
                </a:lnTo>
                <a:lnTo>
                  <a:pt x="1028700" y="2219325"/>
                </a:lnTo>
                <a:close/>
                <a:moveTo>
                  <a:pt x="609600" y="2219325"/>
                </a:moveTo>
                <a:lnTo>
                  <a:pt x="638175" y="2219325"/>
                </a:lnTo>
                <a:lnTo>
                  <a:pt x="638175" y="2228850"/>
                </a:lnTo>
                <a:lnTo>
                  <a:pt x="609600" y="2228850"/>
                </a:lnTo>
                <a:close/>
                <a:moveTo>
                  <a:pt x="952500" y="2219325"/>
                </a:moveTo>
                <a:lnTo>
                  <a:pt x="981075" y="2219325"/>
                </a:lnTo>
                <a:lnTo>
                  <a:pt x="981075" y="2228850"/>
                </a:lnTo>
                <a:lnTo>
                  <a:pt x="952500" y="2228850"/>
                </a:lnTo>
                <a:close/>
                <a:moveTo>
                  <a:pt x="1019175" y="2219325"/>
                </a:moveTo>
                <a:lnTo>
                  <a:pt x="1028700" y="2219325"/>
                </a:lnTo>
                <a:lnTo>
                  <a:pt x="1028700" y="2228850"/>
                </a:lnTo>
                <a:lnTo>
                  <a:pt x="1019175" y="2228850"/>
                </a:lnTo>
                <a:close/>
                <a:moveTo>
                  <a:pt x="1295400" y="2219325"/>
                </a:moveTo>
                <a:lnTo>
                  <a:pt x="1314450" y="2219325"/>
                </a:lnTo>
                <a:lnTo>
                  <a:pt x="1314450" y="2238375"/>
                </a:lnTo>
                <a:lnTo>
                  <a:pt x="1304925" y="2238375"/>
                </a:lnTo>
                <a:lnTo>
                  <a:pt x="1304925" y="2247900"/>
                </a:lnTo>
                <a:lnTo>
                  <a:pt x="1295400" y="2247900"/>
                </a:lnTo>
                <a:close/>
                <a:moveTo>
                  <a:pt x="1371600" y="2219325"/>
                </a:moveTo>
                <a:lnTo>
                  <a:pt x="1381125" y="2219325"/>
                </a:lnTo>
                <a:lnTo>
                  <a:pt x="1381125" y="2228850"/>
                </a:lnTo>
                <a:lnTo>
                  <a:pt x="1390650" y="2228850"/>
                </a:lnTo>
                <a:lnTo>
                  <a:pt x="1390650" y="2238375"/>
                </a:lnTo>
                <a:lnTo>
                  <a:pt x="1371600" y="2238375"/>
                </a:lnTo>
                <a:close/>
                <a:moveTo>
                  <a:pt x="1609725" y="2219325"/>
                </a:moveTo>
                <a:lnTo>
                  <a:pt x="1619250" y="2219325"/>
                </a:lnTo>
                <a:lnTo>
                  <a:pt x="1619250" y="2228850"/>
                </a:lnTo>
                <a:lnTo>
                  <a:pt x="1609725" y="2228850"/>
                </a:lnTo>
                <a:close/>
                <a:moveTo>
                  <a:pt x="1657350" y="2219325"/>
                </a:moveTo>
                <a:lnTo>
                  <a:pt x="1666875" y="2219325"/>
                </a:lnTo>
                <a:lnTo>
                  <a:pt x="1666875" y="2228850"/>
                </a:lnTo>
                <a:lnTo>
                  <a:pt x="1657350" y="2228850"/>
                </a:lnTo>
                <a:close/>
                <a:moveTo>
                  <a:pt x="1800225" y="2219325"/>
                </a:moveTo>
                <a:lnTo>
                  <a:pt x="1819275" y="2219325"/>
                </a:lnTo>
                <a:lnTo>
                  <a:pt x="1819275" y="2228850"/>
                </a:lnTo>
                <a:lnTo>
                  <a:pt x="1800225" y="2228850"/>
                </a:lnTo>
                <a:close/>
                <a:moveTo>
                  <a:pt x="180975" y="2228850"/>
                </a:moveTo>
                <a:lnTo>
                  <a:pt x="190500" y="2228850"/>
                </a:lnTo>
                <a:lnTo>
                  <a:pt x="190500" y="2238375"/>
                </a:lnTo>
                <a:lnTo>
                  <a:pt x="180975" y="2238375"/>
                </a:lnTo>
                <a:close/>
                <a:moveTo>
                  <a:pt x="200025" y="2228850"/>
                </a:moveTo>
                <a:lnTo>
                  <a:pt x="209550" y="2228850"/>
                </a:lnTo>
                <a:lnTo>
                  <a:pt x="209550" y="2247900"/>
                </a:lnTo>
                <a:lnTo>
                  <a:pt x="200025" y="2247900"/>
                </a:lnTo>
                <a:close/>
                <a:moveTo>
                  <a:pt x="561975" y="2238375"/>
                </a:moveTo>
                <a:lnTo>
                  <a:pt x="571500" y="2238375"/>
                </a:lnTo>
                <a:lnTo>
                  <a:pt x="571500" y="2257425"/>
                </a:lnTo>
                <a:lnTo>
                  <a:pt x="542925" y="2257425"/>
                </a:lnTo>
                <a:lnTo>
                  <a:pt x="542925" y="2247900"/>
                </a:lnTo>
                <a:lnTo>
                  <a:pt x="561975" y="2247900"/>
                </a:lnTo>
                <a:close/>
                <a:moveTo>
                  <a:pt x="1457325" y="2238375"/>
                </a:moveTo>
                <a:lnTo>
                  <a:pt x="1476375" y="2238375"/>
                </a:lnTo>
                <a:lnTo>
                  <a:pt x="1476375" y="2247900"/>
                </a:lnTo>
                <a:lnTo>
                  <a:pt x="1457325" y="2247900"/>
                </a:lnTo>
                <a:close/>
                <a:moveTo>
                  <a:pt x="1524000" y="2238375"/>
                </a:moveTo>
                <a:lnTo>
                  <a:pt x="1552575" y="2238375"/>
                </a:lnTo>
                <a:lnTo>
                  <a:pt x="1552575" y="2257425"/>
                </a:lnTo>
                <a:lnTo>
                  <a:pt x="1562100" y="2257425"/>
                </a:lnTo>
                <a:lnTo>
                  <a:pt x="1562100" y="2286000"/>
                </a:lnTo>
                <a:lnTo>
                  <a:pt x="1552575" y="2286000"/>
                </a:lnTo>
                <a:lnTo>
                  <a:pt x="1552575" y="2295525"/>
                </a:lnTo>
                <a:lnTo>
                  <a:pt x="1524000" y="2295525"/>
                </a:lnTo>
                <a:lnTo>
                  <a:pt x="1524000" y="2276475"/>
                </a:lnTo>
                <a:lnTo>
                  <a:pt x="1533525" y="2276475"/>
                </a:lnTo>
                <a:lnTo>
                  <a:pt x="1533525" y="2247900"/>
                </a:lnTo>
                <a:lnTo>
                  <a:pt x="1524000" y="2247900"/>
                </a:lnTo>
                <a:close/>
                <a:moveTo>
                  <a:pt x="1695450" y="2238375"/>
                </a:moveTo>
                <a:lnTo>
                  <a:pt x="1704975" y="2238375"/>
                </a:lnTo>
                <a:lnTo>
                  <a:pt x="1704975" y="2257425"/>
                </a:lnTo>
                <a:lnTo>
                  <a:pt x="1695450" y="2257425"/>
                </a:lnTo>
                <a:lnTo>
                  <a:pt x="1695450" y="2276475"/>
                </a:lnTo>
                <a:lnTo>
                  <a:pt x="1676400" y="2276475"/>
                </a:lnTo>
                <a:lnTo>
                  <a:pt x="1676400" y="2266950"/>
                </a:lnTo>
                <a:lnTo>
                  <a:pt x="1685925" y="2266950"/>
                </a:lnTo>
                <a:lnTo>
                  <a:pt x="1685925" y="2247900"/>
                </a:lnTo>
                <a:lnTo>
                  <a:pt x="1695450" y="2247900"/>
                </a:lnTo>
                <a:close/>
                <a:moveTo>
                  <a:pt x="2019300" y="2238375"/>
                </a:moveTo>
                <a:lnTo>
                  <a:pt x="2038350" y="2238375"/>
                </a:lnTo>
                <a:lnTo>
                  <a:pt x="2038350" y="2257425"/>
                </a:lnTo>
                <a:lnTo>
                  <a:pt x="2028825" y="2257425"/>
                </a:lnTo>
                <a:lnTo>
                  <a:pt x="2028825" y="2266950"/>
                </a:lnTo>
                <a:lnTo>
                  <a:pt x="2019300" y="2266950"/>
                </a:lnTo>
                <a:lnTo>
                  <a:pt x="2019300" y="2257425"/>
                </a:lnTo>
                <a:lnTo>
                  <a:pt x="2009775" y="2257425"/>
                </a:lnTo>
                <a:lnTo>
                  <a:pt x="2009775" y="2247900"/>
                </a:lnTo>
                <a:lnTo>
                  <a:pt x="2019300" y="2247900"/>
                </a:lnTo>
                <a:close/>
                <a:moveTo>
                  <a:pt x="209550" y="2247900"/>
                </a:moveTo>
                <a:lnTo>
                  <a:pt x="219075" y="2247900"/>
                </a:lnTo>
                <a:lnTo>
                  <a:pt x="219075" y="2257425"/>
                </a:lnTo>
                <a:lnTo>
                  <a:pt x="228600" y="2257425"/>
                </a:lnTo>
                <a:lnTo>
                  <a:pt x="228600" y="2295525"/>
                </a:lnTo>
                <a:lnTo>
                  <a:pt x="219075" y="2295525"/>
                </a:lnTo>
                <a:lnTo>
                  <a:pt x="219075" y="2305050"/>
                </a:lnTo>
                <a:lnTo>
                  <a:pt x="209550" y="2305050"/>
                </a:lnTo>
                <a:lnTo>
                  <a:pt x="209550" y="2286000"/>
                </a:lnTo>
                <a:lnTo>
                  <a:pt x="219075" y="2286000"/>
                </a:lnTo>
                <a:lnTo>
                  <a:pt x="219075" y="2266950"/>
                </a:lnTo>
                <a:lnTo>
                  <a:pt x="209550" y="2266950"/>
                </a:lnTo>
                <a:close/>
                <a:moveTo>
                  <a:pt x="476250" y="2247900"/>
                </a:moveTo>
                <a:lnTo>
                  <a:pt x="495300" y="2247900"/>
                </a:lnTo>
                <a:lnTo>
                  <a:pt x="495300" y="2257425"/>
                </a:lnTo>
                <a:lnTo>
                  <a:pt x="476250" y="2257425"/>
                </a:lnTo>
                <a:close/>
                <a:moveTo>
                  <a:pt x="1066800" y="2247900"/>
                </a:moveTo>
                <a:lnTo>
                  <a:pt x="1076325" y="2247900"/>
                </a:lnTo>
                <a:lnTo>
                  <a:pt x="1076325" y="2257425"/>
                </a:lnTo>
                <a:lnTo>
                  <a:pt x="1095375" y="2257425"/>
                </a:lnTo>
                <a:lnTo>
                  <a:pt x="1095375" y="2247900"/>
                </a:lnTo>
                <a:lnTo>
                  <a:pt x="1085850" y="2247900"/>
                </a:lnTo>
                <a:lnTo>
                  <a:pt x="1085850" y="2238375"/>
                </a:lnTo>
                <a:lnTo>
                  <a:pt x="1066800" y="2238375"/>
                </a:lnTo>
                <a:close/>
                <a:moveTo>
                  <a:pt x="1828800" y="2247900"/>
                </a:moveTo>
                <a:lnTo>
                  <a:pt x="1838325" y="2247900"/>
                </a:lnTo>
                <a:lnTo>
                  <a:pt x="1838325" y="2276475"/>
                </a:lnTo>
                <a:lnTo>
                  <a:pt x="1828800" y="2276475"/>
                </a:lnTo>
                <a:lnTo>
                  <a:pt x="1828800" y="2266950"/>
                </a:lnTo>
                <a:lnTo>
                  <a:pt x="1819275" y="2266950"/>
                </a:lnTo>
                <a:lnTo>
                  <a:pt x="1819275" y="2276475"/>
                </a:lnTo>
                <a:lnTo>
                  <a:pt x="1828800" y="2276475"/>
                </a:lnTo>
                <a:lnTo>
                  <a:pt x="1828800" y="2286000"/>
                </a:lnTo>
                <a:lnTo>
                  <a:pt x="1809750" y="2286000"/>
                </a:lnTo>
                <a:lnTo>
                  <a:pt x="1809750" y="2276475"/>
                </a:lnTo>
                <a:lnTo>
                  <a:pt x="1800225" y="2276475"/>
                </a:lnTo>
                <a:lnTo>
                  <a:pt x="1800225" y="2266950"/>
                </a:lnTo>
                <a:lnTo>
                  <a:pt x="1790700" y="2266950"/>
                </a:lnTo>
                <a:lnTo>
                  <a:pt x="1790700" y="2257425"/>
                </a:lnTo>
                <a:lnTo>
                  <a:pt x="1828800" y="2257425"/>
                </a:lnTo>
                <a:close/>
                <a:moveTo>
                  <a:pt x="2114550" y="2247900"/>
                </a:moveTo>
                <a:lnTo>
                  <a:pt x="2124075" y="2247900"/>
                </a:lnTo>
                <a:lnTo>
                  <a:pt x="2124075" y="2266950"/>
                </a:lnTo>
                <a:lnTo>
                  <a:pt x="2114550" y="2266950"/>
                </a:lnTo>
                <a:close/>
                <a:moveTo>
                  <a:pt x="2419350" y="2247900"/>
                </a:moveTo>
                <a:lnTo>
                  <a:pt x="2428875" y="2247900"/>
                </a:lnTo>
                <a:lnTo>
                  <a:pt x="2428875" y="2257425"/>
                </a:lnTo>
                <a:lnTo>
                  <a:pt x="2419350" y="2257425"/>
                </a:lnTo>
                <a:close/>
                <a:moveTo>
                  <a:pt x="266700" y="2257425"/>
                </a:moveTo>
                <a:lnTo>
                  <a:pt x="276225" y="2257425"/>
                </a:lnTo>
                <a:lnTo>
                  <a:pt x="276225" y="2276475"/>
                </a:lnTo>
                <a:lnTo>
                  <a:pt x="247650" y="2276475"/>
                </a:lnTo>
                <a:lnTo>
                  <a:pt x="247650" y="2266950"/>
                </a:lnTo>
                <a:lnTo>
                  <a:pt x="266700" y="2266950"/>
                </a:lnTo>
                <a:close/>
                <a:moveTo>
                  <a:pt x="371475" y="2257425"/>
                </a:moveTo>
                <a:lnTo>
                  <a:pt x="390525" y="2257425"/>
                </a:lnTo>
                <a:lnTo>
                  <a:pt x="390525" y="2266950"/>
                </a:lnTo>
                <a:lnTo>
                  <a:pt x="381000" y="2266950"/>
                </a:lnTo>
                <a:lnTo>
                  <a:pt x="381000" y="2286000"/>
                </a:lnTo>
                <a:lnTo>
                  <a:pt x="371475" y="2286000"/>
                </a:lnTo>
                <a:close/>
                <a:moveTo>
                  <a:pt x="571500" y="2257425"/>
                </a:moveTo>
                <a:lnTo>
                  <a:pt x="581025" y="2257425"/>
                </a:lnTo>
                <a:lnTo>
                  <a:pt x="581025" y="2266950"/>
                </a:lnTo>
                <a:lnTo>
                  <a:pt x="571500" y="2266950"/>
                </a:lnTo>
                <a:close/>
                <a:moveTo>
                  <a:pt x="1028700" y="2257425"/>
                </a:moveTo>
                <a:lnTo>
                  <a:pt x="1047750" y="2257425"/>
                </a:lnTo>
                <a:lnTo>
                  <a:pt x="1047750" y="2276475"/>
                </a:lnTo>
                <a:lnTo>
                  <a:pt x="1038225" y="2276475"/>
                </a:lnTo>
                <a:lnTo>
                  <a:pt x="1038225" y="2266950"/>
                </a:lnTo>
                <a:lnTo>
                  <a:pt x="1028700" y="2266950"/>
                </a:lnTo>
                <a:close/>
                <a:moveTo>
                  <a:pt x="552450" y="2266950"/>
                </a:moveTo>
                <a:lnTo>
                  <a:pt x="561975" y="2266950"/>
                </a:lnTo>
                <a:lnTo>
                  <a:pt x="561975" y="2276475"/>
                </a:lnTo>
                <a:lnTo>
                  <a:pt x="552450" y="2276475"/>
                </a:lnTo>
                <a:close/>
                <a:moveTo>
                  <a:pt x="2066925" y="2266950"/>
                </a:moveTo>
                <a:lnTo>
                  <a:pt x="2085975" y="2266950"/>
                </a:lnTo>
                <a:lnTo>
                  <a:pt x="2085975" y="2286000"/>
                </a:lnTo>
                <a:lnTo>
                  <a:pt x="2076450" y="2286000"/>
                </a:lnTo>
                <a:lnTo>
                  <a:pt x="2076450" y="2276475"/>
                </a:lnTo>
                <a:lnTo>
                  <a:pt x="2066925" y="2276475"/>
                </a:lnTo>
                <a:close/>
                <a:moveTo>
                  <a:pt x="1257300" y="2276475"/>
                </a:moveTo>
                <a:lnTo>
                  <a:pt x="1266825" y="2276475"/>
                </a:lnTo>
                <a:lnTo>
                  <a:pt x="1266825" y="2295525"/>
                </a:lnTo>
                <a:lnTo>
                  <a:pt x="1285875" y="2295525"/>
                </a:lnTo>
                <a:lnTo>
                  <a:pt x="1285875" y="2314575"/>
                </a:lnTo>
                <a:lnTo>
                  <a:pt x="1276350" y="2314575"/>
                </a:lnTo>
                <a:lnTo>
                  <a:pt x="1276350" y="2305050"/>
                </a:lnTo>
                <a:lnTo>
                  <a:pt x="1257300" y="2305050"/>
                </a:lnTo>
                <a:close/>
                <a:moveTo>
                  <a:pt x="2047875" y="2276475"/>
                </a:moveTo>
                <a:lnTo>
                  <a:pt x="2057400" y="2276475"/>
                </a:lnTo>
                <a:lnTo>
                  <a:pt x="2057400" y="2305050"/>
                </a:lnTo>
                <a:lnTo>
                  <a:pt x="2038350" y="2305050"/>
                </a:lnTo>
                <a:lnTo>
                  <a:pt x="2038350" y="2286000"/>
                </a:lnTo>
                <a:lnTo>
                  <a:pt x="2047875" y="2286000"/>
                </a:lnTo>
                <a:close/>
                <a:moveTo>
                  <a:pt x="1123950" y="2286000"/>
                </a:moveTo>
                <a:lnTo>
                  <a:pt x="1133475" y="2286000"/>
                </a:lnTo>
                <a:lnTo>
                  <a:pt x="1133475" y="2305050"/>
                </a:lnTo>
                <a:lnTo>
                  <a:pt x="1123950" y="2305050"/>
                </a:lnTo>
                <a:close/>
                <a:moveTo>
                  <a:pt x="1333500" y="2286000"/>
                </a:moveTo>
                <a:lnTo>
                  <a:pt x="1343025" y="2286000"/>
                </a:lnTo>
                <a:lnTo>
                  <a:pt x="1343025" y="2295525"/>
                </a:lnTo>
                <a:lnTo>
                  <a:pt x="1333500" y="2295525"/>
                </a:lnTo>
                <a:close/>
                <a:moveTo>
                  <a:pt x="2085975" y="2286000"/>
                </a:moveTo>
                <a:lnTo>
                  <a:pt x="2095500" y="2286000"/>
                </a:lnTo>
                <a:lnTo>
                  <a:pt x="2095500" y="2295525"/>
                </a:lnTo>
                <a:lnTo>
                  <a:pt x="2085975" y="2295525"/>
                </a:lnTo>
                <a:close/>
                <a:moveTo>
                  <a:pt x="381000" y="2295525"/>
                </a:moveTo>
                <a:lnTo>
                  <a:pt x="390525" y="2295525"/>
                </a:lnTo>
                <a:lnTo>
                  <a:pt x="390525" y="2305050"/>
                </a:lnTo>
                <a:lnTo>
                  <a:pt x="400050" y="2305050"/>
                </a:lnTo>
                <a:lnTo>
                  <a:pt x="400050" y="2314575"/>
                </a:lnTo>
                <a:lnTo>
                  <a:pt x="381000" y="2314575"/>
                </a:lnTo>
                <a:close/>
                <a:moveTo>
                  <a:pt x="1304925" y="2295525"/>
                </a:moveTo>
                <a:lnTo>
                  <a:pt x="1333500" y="2295525"/>
                </a:lnTo>
                <a:lnTo>
                  <a:pt x="1333500" y="2305050"/>
                </a:lnTo>
                <a:lnTo>
                  <a:pt x="1323975" y="2305050"/>
                </a:lnTo>
                <a:lnTo>
                  <a:pt x="1323975" y="2314575"/>
                </a:lnTo>
                <a:lnTo>
                  <a:pt x="1304925" y="2314575"/>
                </a:lnTo>
                <a:close/>
                <a:moveTo>
                  <a:pt x="1352550" y="2295525"/>
                </a:moveTo>
                <a:lnTo>
                  <a:pt x="1362075" y="2295525"/>
                </a:lnTo>
                <a:lnTo>
                  <a:pt x="1362075" y="2305050"/>
                </a:lnTo>
                <a:lnTo>
                  <a:pt x="1381125" y="2305050"/>
                </a:lnTo>
                <a:lnTo>
                  <a:pt x="1381125" y="2324100"/>
                </a:lnTo>
                <a:lnTo>
                  <a:pt x="1362075" y="2324100"/>
                </a:lnTo>
                <a:lnTo>
                  <a:pt x="1362075" y="2333625"/>
                </a:lnTo>
                <a:lnTo>
                  <a:pt x="1381125" y="2333625"/>
                </a:lnTo>
                <a:lnTo>
                  <a:pt x="1381125" y="2352675"/>
                </a:lnTo>
                <a:lnTo>
                  <a:pt x="1362075" y="2352675"/>
                </a:lnTo>
                <a:lnTo>
                  <a:pt x="1362075" y="2343150"/>
                </a:lnTo>
                <a:lnTo>
                  <a:pt x="1352550" y="2343150"/>
                </a:lnTo>
                <a:close/>
                <a:moveTo>
                  <a:pt x="1733550" y="2295525"/>
                </a:moveTo>
                <a:lnTo>
                  <a:pt x="1743075" y="2295525"/>
                </a:lnTo>
                <a:lnTo>
                  <a:pt x="1743075" y="2305050"/>
                </a:lnTo>
                <a:lnTo>
                  <a:pt x="1733550" y="2305050"/>
                </a:lnTo>
                <a:close/>
                <a:moveTo>
                  <a:pt x="1781175" y="2295525"/>
                </a:moveTo>
                <a:lnTo>
                  <a:pt x="1790700" y="2295525"/>
                </a:lnTo>
                <a:lnTo>
                  <a:pt x="1790700" y="2305050"/>
                </a:lnTo>
                <a:lnTo>
                  <a:pt x="1781175" y="2305050"/>
                </a:lnTo>
                <a:close/>
                <a:moveTo>
                  <a:pt x="2143125" y="2295525"/>
                </a:moveTo>
                <a:lnTo>
                  <a:pt x="2162175" y="2295525"/>
                </a:lnTo>
                <a:lnTo>
                  <a:pt x="2162175" y="2305050"/>
                </a:lnTo>
                <a:lnTo>
                  <a:pt x="2152650" y="2305050"/>
                </a:lnTo>
                <a:lnTo>
                  <a:pt x="2152650" y="2314575"/>
                </a:lnTo>
                <a:lnTo>
                  <a:pt x="2143125" y="2314575"/>
                </a:lnTo>
                <a:close/>
                <a:moveTo>
                  <a:pt x="2276475" y="2295525"/>
                </a:moveTo>
                <a:lnTo>
                  <a:pt x="2286000" y="2295525"/>
                </a:lnTo>
                <a:lnTo>
                  <a:pt x="2286000" y="2305050"/>
                </a:lnTo>
                <a:lnTo>
                  <a:pt x="2276475" y="2305050"/>
                </a:lnTo>
                <a:close/>
                <a:moveTo>
                  <a:pt x="1038225" y="2305050"/>
                </a:moveTo>
                <a:lnTo>
                  <a:pt x="1047750" y="2305050"/>
                </a:lnTo>
                <a:lnTo>
                  <a:pt x="1047750" y="2314575"/>
                </a:lnTo>
                <a:lnTo>
                  <a:pt x="1038225" y="2314575"/>
                </a:lnTo>
                <a:close/>
                <a:moveTo>
                  <a:pt x="1676400" y="2305050"/>
                </a:moveTo>
                <a:lnTo>
                  <a:pt x="1685925" y="2305050"/>
                </a:lnTo>
                <a:lnTo>
                  <a:pt x="1685925" y="2314575"/>
                </a:lnTo>
                <a:lnTo>
                  <a:pt x="1676400" y="2314575"/>
                </a:lnTo>
                <a:close/>
                <a:moveTo>
                  <a:pt x="2171700" y="2305050"/>
                </a:moveTo>
                <a:lnTo>
                  <a:pt x="2181225" y="2305050"/>
                </a:lnTo>
                <a:lnTo>
                  <a:pt x="2181225" y="2314575"/>
                </a:lnTo>
                <a:lnTo>
                  <a:pt x="2171700" y="2314575"/>
                </a:lnTo>
                <a:close/>
                <a:moveTo>
                  <a:pt x="2266950" y="2305050"/>
                </a:moveTo>
                <a:lnTo>
                  <a:pt x="2276475" y="2305050"/>
                </a:lnTo>
                <a:lnTo>
                  <a:pt x="2276475" y="2314575"/>
                </a:lnTo>
                <a:lnTo>
                  <a:pt x="2266950" y="2314575"/>
                </a:lnTo>
                <a:close/>
                <a:moveTo>
                  <a:pt x="1152525" y="2314575"/>
                </a:moveTo>
                <a:lnTo>
                  <a:pt x="1171575" y="2314575"/>
                </a:lnTo>
                <a:lnTo>
                  <a:pt x="1171575" y="2324100"/>
                </a:lnTo>
                <a:lnTo>
                  <a:pt x="1152525" y="2324100"/>
                </a:lnTo>
                <a:close/>
                <a:moveTo>
                  <a:pt x="1466850" y="2314575"/>
                </a:moveTo>
                <a:lnTo>
                  <a:pt x="1495425" y="2314575"/>
                </a:lnTo>
                <a:lnTo>
                  <a:pt x="1495425" y="2324100"/>
                </a:lnTo>
                <a:lnTo>
                  <a:pt x="1504950" y="2324100"/>
                </a:lnTo>
                <a:lnTo>
                  <a:pt x="1504950" y="2314575"/>
                </a:lnTo>
                <a:lnTo>
                  <a:pt x="1514475" y="2314575"/>
                </a:lnTo>
                <a:lnTo>
                  <a:pt x="1514475" y="2324100"/>
                </a:lnTo>
                <a:lnTo>
                  <a:pt x="1504950" y="2324100"/>
                </a:lnTo>
                <a:lnTo>
                  <a:pt x="1504950" y="2343150"/>
                </a:lnTo>
                <a:lnTo>
                  <a:pt x="1485900" y="2343150"/>
                </a:lnTo>
                <a:lnTo>
                  <a:pt x="1485900" y="2352675"/>
                </a:lnTo>
                <a:lnTo>
                  <a:pt x="1457325" y="2352675"/>
                </a:lnTo>
                <a:lnTo>
                  <a:pt x="1457325" y="2362200"/>
                </a:lnTo>
                <a:lnTo>
                  <a:pt x="1447800" y="2362200"/>
                </a:lnTo>
                <a:lnTo>
                  <a:pt x="1447800" y="2371725"/>
                </a:lnTo>
                <a:lnTo>
                  <a:pt x="1438275" y="2371725"/>
                </a:lnTo>
                <a:lnTo>
                  <a:pt x="1438275" y="2381250"/>
                </a:lnTo>
                <a:lnTo>
                  <a:pt x="1447800" y="2381250"/>
                </a:lnTo>
                <a:lnTo>
                  <a:pt x="1447800" y="2390775"/>
                </a:lnTo>
                <a:lnTo>
                  <a:pt x="1419225" y="2390775"/>
                </a:lnTo>
                <a:lnTo>
                  <a:pt x="1419225" y="2381250"/>
                </a:lnTo>
                <a:lnTo>
                  <a:pt x="1400175" y="2381250"/>
                </a:lnTo>
                <a:lnTo>
                  <a:pt x="1400175" y="2371725"/>
                </a:lnTo>
                <a:lnTo>
                  <a:pt x="1419225" y="2371725"/>
                </a:lnTo>
                <a:lnTo>
                  <a:pt x="1419225" y="2362200"/>
                </a:lnTo>
                <a:lnTo>
                  <a:pt x="1428750" y="2362200"/>
                </a:lnTo>
                <a:lnTo>
                  <a:pt x="1428750" y="2352675"/>
                </a:lnTo>
                <a:lnTo>
                  <a:pt x="1438275" y="2352675"/>
                </a:lnTo>
                <a:lnTo>
                  <a:pt x="1438275" y="2343150"/>
                </a:lnTo>
                <a:lnTo>
                  <a:pt x="1466850" y="2343150"/>
                </a:lnTo>
                <a:close/>
                <a:moveTo>
                  <a:pt x="1638300" y="2314575"/>
                </a:moveTo>
                <a:lnTo>
                  <a:pt x="1657350" y="2314575"/>
                </a:lnTo>
                <a:lnTo>
                  <a:pt x="1657350" y="2343150"/>
                </a:lnTo>
                <a:lnTo>
                  <a:pt x="1647825" y="2343150"/>
                </a:lnTo>
                <a:lnTo>
                  <a:pt x="1647825" y="2352675"/>
                </a:lnTo>
                <a:lnTo>
                  <a:pt x="1638300" y="2352675"/>
                </a:lnTo>
                <a:close/>
                <a:moveTo>
                  <a:pt x="1685925" y="2314575"/>
                </a:moveTo>
                <a:lnTo>
                  <a:pt x="1695450" y="2314575"/>
                </a:lnTo>
                <a:lnTo>
                  <a:pt x="1695450" y="2324100"/>
                </a:lnTo>
                <a:lnTo>
                  <a:pt x="1685925" y="2324100"/>
                </a:lnTo>
                <a:close/>
                <a:moveTo>
                  <a:pt x="1743075" y="2314575"/>
                </a:moveTo>
                <a:lnTo>
                  <a:pt x="1752600" y="2314575"/>
                </a:lnTo>
                <a:lnTo>
                  <a:pt x="1752600" y="2324100"/>
                </a:lnTo>
                <a:lnTo>
                  <a:pt x="1762125" y="2324100"/>
                </a:lnTo>
                <a:lnTo>
                  <a:pt x="1762125" y="2333625"/>
                </a:lnTo>
                <a:lnTo>
                  <a:pt x="1752600" y="2333625"/>
                </a:lnTo>
                <a:lnTo>
                  <a:pt x="1752600" y="2343150"/>
                </a:lnTo>
                <a:lnTo>
                  <a:pt x="1743075" y="2343150"/>
                </a:lnTo>
                <a:close/>
                <a:moveTo>
                  <a:pt x="1790700" y="2314575"/>
                </a:moveTo>
                <a:lnTo>
                  <a:pt x="1800225" y="2314575"/>
                </a:lnTo>
                <a:lnTo>
                  <a:pt x="1800225" y="2324100"/>
                </a:lnTo>
                <a:lnTo>
                  <a:pt x="1809750" y="2324100"/>
                </a:lnTo>
                <a:lnTo>
                  <a:pt x="1809750" y="2333625"/>
                </a:lnTo>
                <a:lnTo>
                  <a:pt x="1781175" y="2333625"/>
                </a:lnTo>
                <a:lnTo>
                  <a:pt x="1781175" y="2324100"/>
                </a:lnTo>
                <a:lnTo>
                  <a:pt x="1790700" y="2324100"/>
                </a:lnTo>
                <a:close/>
                <a:moveTo>
                  <a:pt x="361950" y="2324100"/>
                </a:moveTo>
                <a:lnTo>
                  <a:pt x="371475" y="2324100"/>
                </a:lnTo>
                <a:lnTo>
                  <a:pt x="371475" y="2333625"/>
                </a:lnTo>
                <a:lnTo>
                  <a:pt x="390525" y="2333625"/>
                </a:lnTo>
                <a:lnTo>
                  <a:pt x="390525" y="2352675"/>
                </a:lnTo>
                <a:lnTo>
                  <a:pt x="400050" y="2352675"/>
                </a:lnTo>
                <a:lnTo>
                  <a:pt x="400050" y="2362200"/>
                </a:lnTo>
                <a:lnTo>
                  <a:pt x="371475" y="2362200"/>
                </a:lnTo>
                <a:lnTo>
                  <a:pt x="371475" y="2352675"/>
                </a:lnTo>
                <a:lnTo>
                  <a:pt x="361950" y="2352675"/>
                </a:lnTo>
                <a:lnTo>
                  <a:pt x="361950" y="2362200"/>
                </a:lnTo>
                <a:lnTo>
                  <a:pt x="352425" y="2362200"/>
                </a:lnTo>
                <a:lnTo>
                  <a:pt x="352425" y="2352675"/>
                </a:lnTo>
                <a:lnTo>
                  <a:pt x="333375" y="2352675"/>
                </a:lnTo>
                <a:lnTo>
                  <a:pt x="333375" y="2362200"/>
                </a:lnTo>
                <a:lnTo>
                  <a:pt x="342900" y="2362200"/>
                </a:lnTo>
                <a:lnTo>
                  <a:pt x="342900" y="2371725"/>
                </a:lnTo>
                <a:lnTo>
                  <a:pt x="361950" y="2371725"/>
                </a:lnTo>
                <a:lnTo>
                  <a:pt x="361950" y="2381250"/>
                </a:lnTo>
                <a:lnTo>
                  <a:pt x="323850" y="2381250"/>
                </a:lnTo>
                <a:lnTo>
                  <a:pt x="323850" y="2362200"/>
                </a:lnTo>
                <a:lnTo>
                  <a:pt x="304800" y="2362200"/>
                </a:lnTo>
                <a:lnTo>
                  <a:pt x="304800" y="2352675"/>
                </a:lnTo>
                <a:lnTo>
                  <a:pt x="323850" y="2352675"/>
                </a:lnTo>
                <a:lnTo>
                  <a:pt x="323850" y="2343150"/>
                </a:lnTo>
                <a:lnTo>
                  <a:pt x="333375" y="2343150"/>
                </a:lnTo>
                <a:lnTo>
                  <a:pt x="333375" y="2333625"/>
                </a:lnTo>
                <a:lnTo>
                  <a:pt x="361950" y="2333625"/>
                </a:lnTo>
                <a:close/>
                <a:moveTo>
                  <a:pt x="400050" y="2324100"/>
                </a:moveTo>
                <a:lnTo>
                  <a:pt x="419100" y="2324100"/>
                </a:lnTo>
                <a:lnTo>
                  <a:pt x="419100" y="2333625"/>
                </a:lnTo>
                <a:lnTo>
                  <a:pt x="400050" y="2333625"/>
                </a:lnTo>
                <a:close/>
                <a:moveTo>
                  <a:pt x="1009650" y="2324100"/>
                </a:moveTo>
                <a:lnTo>
                  <a:pt x="1019175" y="2324100"/>
                </a:lnTo>
                <a:lnTo>
                  <a:pt x="1019175" y="2333625"/>
                </a:lnTo>
                <a:lnTo>
                  <a:pt x="1028700" y="2333625"/>
                </a:lnTo>
                <a:lnTo>
                  <a:pt x="1028700" y="2343150"/>
                </a:lnTo>
                <a:lnTo>
                  <a:pt x="1038225" y="2343150"/>
                </a:lnTo>
                <a:lnTo>
                  <a:pt x="1038225" y="2352675"/>
                </a:lnTo>
                <a:lnTo>
                  <a:pt x="1028700" y="2352675"/>
                </a:lnTo>
                <a:lnTo>
                  <a:pt x="1028700" y="2390775"/>
                </a:lnTo>
                <a:lnTo>
                  <a:pt x="1019175" y="2390775"/>
                </a:lnTo>
                <a:lnTo>
                  <a:pt x="1019175" y="2371725"/>
                </a:lnTo>
                <a:lnTo>
                  <a:pt x="981075" y="2371725"/>
                </a:lnTo>
                <a:lnTo>
                  <a:pt x="981075" y="2352675"/>
                </a:lnTo>
                <a:lnTo>
                  <a:pt x="971550" y="2352675"/>
                </a:lnTo>
                <a:lnTo>
                  <a:pt x="971550" y="2343150"/>
                </a:lnTo>
                <a:lnTo>
                  <a:pt x="1000125" y="2343150"/>
                </a:lnTo>
                <a:lnTo>
                  <a:pt x="1000125" y="2333625"/>
                </a:lnTo>
                <a:lnTo>
                  <a:pt x="1009650" y="2333625"/>
                </a:lnTo>
                <a:close/>
                <a:moveTo>
                  <a:pt x="1276350" y="2324100"/>
                </a:moveTo>
                <a:lnTo>
                  <a:pt x="1285875" y="2324100"/>
                </a:lnTo>
                <a:lnTo>
                  <a:pt x="1285875" y="2333625"/>
                </a:lnTo>
                <a:lnTo>
                  <a:pt x="1276350" y="2333625"/>
                </a:lnTo>
                <a:close/>
                <a:moveTo>
                  <a:pt x="561975" y="2333625"/>
                </a:moveTo>
                <a:lnTo>
                  <a:pt x="590550" y="2333625"/>
                </a:lnTo>
                <a:lnTo>
                  <a:pt x="590550" y="2343150"/>
                </a:lnTo>
                <a:lnTo>
                  <a:pt x="571500" y="2343150"/>
                </a:lnTo>
                <a:lnTo>
                  <a:pt x="571500" y="2352675"/>
                </a:lnTo>
                <a:lnTo>
                  <a:pt x="561975" y="2352675"/>
                </a:lnTo>
                <a:close/>
                <a:moveTo>
                  <a:pt x="1104900" y="2333625"/>
                </a:moveTo>
                <a:lnTo>
                  <a:pt x="1123950" y="2333625"/>
                </a:lnTo>
                <a:lnTo>
                  <a:pt x="1123950" y="2343150"/>
                </a:lnTo>
                <a:lnTo>
                  <a:pt x="1114425" y="2343150"/>
                </a:lnTo>
                <a:lnTo>
                  <a:pt x="1114425" y="2352675"/>
                </a:lnTo>
                <a:lnTo>
                  <a:pt x="1085850" y="2352675"/>
                </a:lnTo>
                <a:lnTo>
                  <a:pt x="1085850" y="2343150"/>
                </a:lnTo>
                <a:lnTo>
                  <a:pt x="1104900" y="2343150"/>
                </a:lnTo>
                <a:close/>
                <a:moveTo>
                  <a:pt x="2171700" y="2333625"/>
                </a:moveTo>
                <a:lnTo>
                  <a:pt x="2181225" y="2333625"/>
                </a:lnTo>
                <a:lnTo>
                  <a:pt x="2181225" y="2343150"/>
                </a:lnTo>
                <a:lnTo>
                  <a:pt x="2171700" y="2343150"/>
                </a:lnTo>
                <a:close/>
                <a:moveTo>
                  <a:pt x="1181100" y="2343150"/>
                </a:moveTo>
                <a:lnTo>
                  <a:pt x="1190625" y="2343150"/>
                </a:lnTo>
                <a:lnTo>
                  <a:pt x="1190625" y="2362200"/>
                </a:lnTo>
                <a:lnTo>
                  <a:pt x="1181100" y="2362200"/>
                </a:lnTo>
                <a:lnTo>
                  <a:pt x="1181100" y="2381250"/>
                </a:lnTo>
                <a:lnTo>
                  <a:pt x="1171575" y="2381250"/>
                </a:lnTo>
                <a:lnTo>
                  <a:pt x="1171575" y="2390775"/>
                </a:lnTo>
                <a:lnTo>
                  <a:pt x="1162050" y="2390775"/>
                </a:lnTo>
                <a:lnTo>
                  <a:pt x="1162050" y="2400300"/>
                </a:lnTo>
                <a:lnTo>
                  <a:pt x="1152525" y="2400300"/>
                </a:lnTo>
                <a:lnTo>
                  <a:pt x="1152525" y="2362200"/>
                </a:lnTo>
                <a:lnTo>
                  <a:pt x="1162050" y="2362200"/>
                </a:lnTo>
                <a:lnTo>
                  <a:pt x="1162050" y="2371725"/>
                </a:lnTo>
                <a:lnTo>
                  <a:pt x="1171575" y="2371725"/>
                </a:lnTo>
                <a:lnTo>
                  <a:pt x="1171575" y="2352675"/>
                </a:lnTo>
                <a:lnTo>
                  <a:pt x="1181100" y="2352675"/>
                </a:lnTo>
                <a:close/>
                <a:moveTo>
                  <a:pt x="1266825" y="2343150"/>
                </a:moveTo>
                <a:lnTo>
                  <a:pt x="1276350" y="2343150"/>
                </a:lnTo>
                <a:lnTo>
                  <a:pt x="1276350" y="2352675"/>
                </a:lnTo>
                <a:lnTo>
                  <a:pt x="1295400" y="2352675"/>
                </a:lnTo>
                <a:lnTo>
                  <a:pt x="1295400" y="2362200"/>
                </a:lnTo>
                <a:lnTo>
                  <a:pt x="1304925" y="2362200"/>
                </a:lnTo>
                <a:lnTo>
                  <a:pt x="1304925" y="2371725"/>
                </a:lnTo>
                <a:lnTo>
                  <a:pt x="1257300" y="2371725"/>
                </a:lnTo>
                <a:lnTo>
                  <a:pt x="1257300" y="2362200"/>
                </a:lnTo>
                <a:lnTo>
                  <a:pt x="1266825" y="2362200"/>
                </a:lnTo>
                <a:close/>
                <a:moveTo>
                  <a:pt x="1323975" y="2343150"/>
                </a:moveTo>
                <a:lnTo>
                  <a:pt x="1352550" y="2343150"/>
                </a:lnTo>
                <a:lnTo>
                  <a:pt x="1352550" y="2352675"/>
                </a:lnTo>
                <a:lnTo>
                  <a:pt x="1323975" y="2352675"/>
                </a:lnTo>
                <a:close/>
                <a:moveTo>
                  <a:pt x="1390650" y="2343150"/>
                </a:moveTo>
                <a:lnTo>
                  <a:pt x="1400175" y="2343150"/>
                </a:lnTo>
                <a:lnTo>
                  <a:pt x="1400175" y="2352675"/>
                </a:lnTo>
                <a:lnTo>
                  <a:pt x="1390650" y="2352675"/>
                </a:lnTo>
                <a:close/>
                <a:moveTo>
                  <a:pt x="438150" y="2352675"/>
                </a:moveTo>
                <a:lnTo>
                  <a:pt x="447675" y="2352675"/>
                </a:lnTo>
                <a:lnTo>
                  <a:pt x="447675" y="2362200"/>
                </a:lnTo>
                <a:lnTo>
                  <a:pt x="438150" y="2362200"/>
                </a:lnTo>
                <a:close/>
                <a:moveTo>
                  <a:pt x="457200" y="2352675"/>
                </a:moveTo>
                <a:lnTo>
                  <a:pt x="533400" y="2352675"/>
                </a:lnTo>
                <a:lnTo>
                  <a:pt x="533400" y="2362200"/>
                </a:lnTo>
                <a:lnTo>
                  <a:pt x="542925" y="2362200"/>
                </a:lnTo>
                <a:lnTo>
                  <a:pt x="542925" y="2371725"/>
                </a:lnTo>
                <a:lnTo>
                  <a:pt x="523875" y="2371725"/>
                </a:lnTo>
                <a:lnTo>
                  <a:pt x="523875" y="2362200"/>
                </a:lnTo>
                <a:lnTo>
                  <a:pt x="485775" y="2362200"/>
                </a:lnTo>
                <a:lnTo>
                  <a:pt x="485775" y="2371725"/>
                </a:lnTo>
                <a:lnTo>
                  <a:pt x="466725" y="2371725"/>
                </a:lnTo>
                <a:lnTo>
                  <a:pt x="466725" y="2390775"/>
                </a:lnTo>
                <a:lnTo>
                  <a:pt x="447675" y="2390775"/>
                </a:lnTo>
                <a:lnTo>
                  <a:pt x="447675" y="2381250"/>
                </a:lnTo>
                <a:lnTo>
                  <a:pt x="438150" y="2381250"/>
                </a:lnTo>
                <a:lnTo>
                  <a:pt x="438150" y="2371725"/>
                </a:lnTo>
                <a:lnTo>
                  <a:pt x="447675" y="2371725"/>
                </a:lnTo>
                <a:lnTo>
                  <a:pt x="447675" y="2362200"/>
                </a:lnTo>
                <a:lnTo>
                  <a:pt x="457200" y="2362200"/>
                </a:lnTo>
                <a:close/>
                <a:moveTo>
                  <a:pt x="581025" y="2352675"/>
                </a:moveTo>
                <a:lnTo>
                  <a:pt x="590550" y="2352675"/>
                </a:lnTo>
                <a:lnTo>
                  <a:pt x="590550" y="2362200"/>
                </a:lnTo>
                <a:lnTo>
                  <a:pt x="581025" y="2362200"/>
                </a:lnTo>
                <a:close/>
                <a:moveTo>
                  <a:pt x="1590675" y="2352675"/>
                </a:moveTo>
                <a:lnTo>
                  <a:pt x="1619250" y="2352675"/>
                </a:lnTo>
                <a:lnTo>
                  <a:pt x="1619250" y="2362200"/>
                </a:lnTo>
                <a:lnTo>
                  <a:pt x="1609725" y="2362200"/>
                </a:lnTo>
                <a:lnTo>
                  <a:pt x="1609725" y="2371725"/>
                </a:lnTo>
                <a:lnTo>
                  <a:pt x="1590675" y="2371725"/>
                </a:lnTo>
                <a:close/>
                <a:moveTo>
                  <a:pt x="1685925" y="2352675"/>
                </a:moveTo>
                <a:lnTo>
                  <a:pt x="1695450" y="2352675"/>
                </a:lnTo>
                <a:lnTo>
                  <a:pt x="1695450" y="2362200"/>
                </a:lnTo>
                <a:lnTo>
                  <a:pt x="1704975" y="2362200"/>
                </a:lnTo>
                <a:lnTo>
                  <a:pt x="1704975" y="2381250"/>
                </a:lnTo>
                <a:lnTo>
                  <a:pt x="1685925" y="2381250"/>
                </a:lnTo>
                <a:lnTo>
                  <a:pt x="1685925" y="2371725"/>
                </a:lnTo>
                <a:lnTo>
                  <a:pt x="1666875" y="2371725"/>
                </a:lnTo>
                <a:lnTo>
                  <a:pt x="1666875" y="2381250"/>
                </a:lnTo>
                <a:lnTo>
                  <a:pt x="1638300" y="2381250"/>
                </a:lnTo>
                <a:lnTo>
                  <a:pt x="1638300" y="2362200"/>
                </a:lnTo>
                <a:lnTo>
                  <a:pt x="1647825" y="2362200"/>
                </a:lnTo>
                <a:lnTo>
                  <a:pt x="1647825" y="2371725"/>
                </a:lnTo>
                <a:lnTo>
                  <a:pt x="1657350" y="2371725"/>
                </a:lnTo>
                <a:lnTo>
                  <a:pt x="1657350" y="2362200"/>
                </a:lnTo>
                <a:lnTo>
                  <a:pt x="1685925" y="2362200"/>
                </a:lnTo>
                <a:close/>
                <a:moveTo>
                  <a:pt x="276225" y="2362200"/>
                </a:moveTo>
                <a:lnTo>
                  <a:pt x="285750" y="2362200"/>
                </a:lnTo>
                <a:lnTo>
                  <a:pt x="285750" y="2371725"/>
                </a:lnTo>
                <a:lnTo>
                  <a:pt x="276225" y="2371725"/>
                </a:lnTo>
                <a:close/>
                <a:moveTo>
                  <a:pt x="561975" y="2362200"/>
                </a:moveTo>
                <a:lnTo>
                  <a:pt x="581025" y="2362200"/>
                </a:lnTo>
                <a:lnTo>
                  <a:pt x="581025" y="2371725"/>
                </a:lnTo>
                <a:lnTo>
                  <a:pt x="571500" y="2371725"/>
                </a:lnTo>
                <a:lnTo>
                  <a:pt x="571500" y="2381250"/>
                </a:lnTo>
                <a:lnTo>
                  <a:pt x="561975" y="2381250"/>
                </a:lnTo>
                <a:lnTo>
                  <a:pt x="561975" y="2390775"/>
                </a:lnTo>
                <a:lnTo>
                  <a:pt x="542925" y="2390775"/>
                </a:lnTo>
                <a:lnTo>
                  <a:pt x="542925" y="2381250"/>
                </a:lnTo>
                <a:lnTo>
                  <a:pt x="552450" y="2381250"/>
                </a:lnTo>
                <a:lnTo>
                  <a:pt x="552450" y="2371725"/>
                </a:lnTo>
                <a:lnTo>
                  <a:pt x="561975" y="2371725"/>
                </a:lnTo>
                <a:close/>
                <a:moveTo>
                  <a:pt x="1114425" y="2362200"/>
                </a:moveTo>
                <a:lnTo>
                  <a:pt x="1123950" y="2362200"/>
                </a:lnTo>
                <a:lnTo>
                  <a:pt x="1123950" y="2371725"/>
                </a:lnTo>
                <a:lnTo>
                  <a:pt x="1114425" y="2371725"/>
                </a:lnTo>
                <a:close/>
                <a:moveTo>
                  <a:pt x="1209675" y="2362200"/>
                </a:moveTo>
                <a:lnTo>
                  <a:pt x="1238250" y="2362200"/>
                </a:lnTo>
                <a:lnTo>
                  <a:pt x="1238250" y="2371725"/>
                </a:lnTo>
                <a:lnTo>
                  <a:pt x="1247775" y="2371725"/>
                </a:lnTo>
                <a:lnTo>
                  <a:pt x="1247775" y="2381250"/>
                </a:lnTo>
                <a:lnTo>
                  <a:pt x="1238250" y="2381250"/>
                </a:lnTo>
                <a:lnTo>
                  <a:pt x="1238250" y="2390775"/>
                </a:lnTo>
                <a:lnTo>
                  <a:pt x="1219200" y="2390775"/>
                </a:lnTo>
                <a:lnTo>
                  <a:pt x="1219200" y="2381250"/>
                </a:lnTo>
                <a:lnTo>
                  <a:pt x="1209675" y="2381250"/>
                </a:lnTo>
                <a:close/>
                <a:moveTo>
                  <a:pt x="1504950" y="2362200"/>
                </a:moveTo>
                <a:lnTo>
                  <a:pt x="1571625" y="2362200"/>
                </a:lnTo>
                <a:lnTo>
                  <a:pt x="1571625" y="2371725"/>
                </a:lnTo>
                <a:lnTo>
                  <a:pt x="1562100" y="2371725"/>
                </a:lnTo>
                <a:lnTo>
                  <a:pt x="1562100" y="2381250"/>
                </a:lnTo>
                <a:lnTo>
                  <a:pt x="1552575" y="2381250"/>
                </a:lnTo>
                <a:lnTo>
                  <a:pt x="1552575" y="2390775"/>
                </a:lnTo>
                <a:lnTo>
                  <a:pt x="1543050" y="2390775"/>
                </a:lnTo>
                <a:lnTo>
                  <a:pt x="1543050" y="2400300"/>
                </a:lnTo>
                <a:lnTo>
                  <a:pt x="1485900" y="2400300"/>
                </a:lnTo>
                <a:lnTo>
                  <a:pt x="1485900" y="2390775"/>
                </a:lnTo>
                <a:lnTo>
                  <a:pt x="1466850" y="2390775"/>
                </a:lnTo>
                <a:lnTo>
                  <a:pt x="1466850" y="2381250"/>
                </a:lnTo>
                <a:lnTo>
                  <a:pt x="1485900" y="2381250"/>
                </a:lnTo>
                <a:lnTo>
                  <a:pt x="1485900" y="2390775"/>
                </a:lnTo>
                <a:lnTo>
                  <a:pt x="1514475" y="2390775"/>
                </a:lnTo>
                <a:lnTo>
                  <a:pt x="1514475" y="2381250"/>
                </a:lnTo>
                <a:lnTo>
                  <a:pt x="1495425" y="2381250"/>
                </a:lnTo>
                <a:lnTo>
                  <a:pt x="1495425" y="2371725"/>
                </a:lnTo>
                <a:lnTo>
                  <a:pt x="1504950" y="2371725"/>
                </a:lnTo>
                <a:close/>
                <a:moveTo>
                  <a:pt x="1038225" y="2371725"/>
                </a:moveTo>
                <a:lnTo>
                  <a:pt x="1066800" y="2371725"/>
                </a:lnTo>
                <a:lnTo>
                  <a:pt x="1066800" y="2390775"/>
                </a:lnTo>
                <a:lnTo>
                  <a:pt x="1038225" y="2390775"/>
                </a:lnTo>
                <a:close/>
                <a:moveTo>
                  <a:pt x="1266825" y="2381250"/>
                </a:moveTo>
                <a:lnTo>
                  <a:pt x="1276350" y="2381250"/>
                </a:lnTo>
                <a:lnTo>
                  <a:pt x="1276350" y="2390775"/>
                </a:lnTo>
                <a:lnTo>
                  <a:pt x="1266825" y="2390775"/>
                </a:lnTo>
                <a:close/>
                <a:moveTo>
                  <a:pt x="1295400" y="2381250"/>
                </a:moveTo>
                <a:lnTo>
                  <a:pt x="1304925" y="2381250"/>
                </a:lnTo>
                <a:lnTo>
                  <a:pt x="1304925" y="2390775"/>
                </a:lnTo>
                <a:lnTo>
                  <a:pt x="1295400" y="2390775"/>
                </a:lnTo>
                <a:close/>
                <a:moveTo>
                  <a:pt x="1743075" y="2381250"/>
                </a:moveTo>
                <a:lnTo>
                  <a:pt x="1752600" y="2381250"/>
                </a:lnTo>
                <a:lnTo>
                  <a:pt x="1752600" y="2390775"/>
                </a:lnTo>
                <a:lnTo>
                  <a:pt x="1743075" y="2390775"/>
                </a:lnTo>
                <a:close/>
                <a:moveTo>
                  <a:pt x="428625" y="2390775"/>
                </a:moveTo>
                <a:lnTo>
                  <a:pt x="447675" y="2390775"/>
                </a:lnTo>
                <a:lnTo>
                  <a:pt x="447675" y="2400300"/>
                </a:lnTo>
                <a:lnTo>
                  <a:pt x="428625" y="2400300"/>
                </a:lnTo>
                <a:close/>
                <a:moveTo>
                  <a:pt x="1085850" y="2390775"/>
                </a:moveTo>
                <a:lnTo>
                  <a:pt x="1095375" y="2390775"/>
                </a:lnTo>
                <a:lnTo>
                  <a:pt x="1095375" y="2400300"/>
                </a:lnTo>
                <a:lnTo>
                  <a:pt x="1085850" y="2400300"/>
                </a:lnTo>
                <a:close/>
                <a:moveTo>
                  <a:pt x="1390650" y="2390775"/>
                </a:moveTo>
                <a:lnTo>
                  <a:pt x="1409700" y="2390775"/>
                </a:lnTo>
                <a:lnTo>
                  <a:pt x="1409700" y="2400300"/>
                </a:lnTo>
                <a:lnTo>
                  <a:pt x="1390650" y="2400300"/>
                </a:lnTo>
                <a:close/>
                <a:moveTo>
                  <a:pt x="1685925" y="2390775"/>
                </a:moveTo>
                <a:lnTo>
                  <a:pt x="1695450" y="2390775"/>
                </a:lnTo>
                <a:lnTo>
                  <a:pt x="1695450" y="2400300"/>
                </a:lnTo>
                <a:lnTo>
                  <a:pt x="1685925" y="2400300"/>
                </a:lnTo>
                <a:close/>
                <a:moveTo>
                  <a:pt x="2124075" y="2428875"/>
                </a:moveTo>
                <a:lnTo>
                  <a:pt x="2133600" y="2428875"/>
                </a:lnTo>
                <a:lnTo>
                  <a:pt x="2133600" y="2438400"/>
                </a:lnTo>
                <a:lnTo>
                  <a:pt x="2124075" y="2438400"/>
                </a:lnTo>
                <a:close/>
                <a:moveTo>
                  <a:pt x="2114550" y="2438400"/>
                </a:moveTo>
                <a:lnTo>
                  <a:pt x="2124075" y="2438400"/>
                </a:lnTo>
                <a:lnTo>
                  <a:pt x="2124075" y="2466975"/>
                </a:lnTo>
                <a:lnTo>
                  <a:pt x="2114550" y="2466975"/>
                </a:lnTo>
                <a:close/>
                <a:moveTo>
                  <a:pt x="2276475" y="2505075"/>
                </a:moveTo>
                <a:lnTo>
                  <a:pt x="2286000" y="2505075"/>
                </a:lnTo>
                <a:lnTo>
                  <a:pt x="2286000" y="2514600"/>
                </a:lnTo>
                <a:lnTo>
                  <a:pt x="2295525" y="2514600"/>
                </a:lnTo>
                <a:lnTo>
                  <a:pt x="2295525" y="2505075"/>
                </a:lnTo>
                <a:lnTo>
                  <a:pt x="2305050" y="2505075"/>
                </a:lnTo>
                <a:lnTo>
                  <a:pt x="2305050" y="2514600"/>
                </a:lnTo>
                <a:lnTo>
                  <a:pt x="2295525" y="2514600"/>
                </a:lnTo>
                <a:lnTo>
                  <a:pt x="2295525" y="2524125"/>
                </a:lnTo>
                <a:lnTo>
                  <a:pt x="2276475" y="2524125"/>
                </a:lnTo>
                <a:close/>
              </a:path>
            </a:pathLst>
          </a:custGeom>
          <a:solidFill xmlns:a="http://schemas.openxmlformats.org/drawingml/2006/main">
            <a:srgbClr val="F9F8F3"/>
          </a:solidFill>
          <a:ln xmlns:a="http://schemas.openxmlformats.org/drawingml/2006/main" w="0">
            <a:noFill/>
          </a:ln>
        </p:spPr>
      </p:sp>
      <p:sp>
        <p:nvSpPr>
          <p:cNvPr id="79" name="papers vector #f9f7f2">
            <a:extLst xmlns:a="http://schemas.openxmlformats.org/drawingml/2006/main">
              <a:ext uri="{FF2B5EF4-FFF2-40B4-BE49-F238E27FC236}">
                <a16:creationId xmlns:a16="http://schemas.microsoft.com/office/drawing/2014/main" id="{480C4321-B5B2-4C87-9D59-F3F515A160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43475" y="1724025"/>
            <a:ext cx="3781425" cy="3990975"/>
          </a:xfrm>
          <a:custGeom xmlns:a="http://schemas.openxmlformats.org/drawingml/2006/main">
            <a:pathLst>
              <a:path w="2457450" h="2590800">
                <a:moveTo>
                  <a:pt x="1181100" y="0"/>
                </a:moveTo>
                <a:lnTo>
                  <a:pt x="1200150" y="0"/>
                </a:lnTo>
                <a:lnTo>
                  <a:pt x="1200150" y="9525"/>
                </a:lnTo>
                <a:lnTo>
                  <a:pt x="1181100" y="9525"/>
                </a:lnTo>
                <a:close/>
                <a:moveTo>
                  <a:pt x="1781175" y="57150"/>
                </a:moveTo>
                <a:lnTo>
                  <a:pt x="1790700" y="57150"/>
                </a:lnTo>
                <a:lnTo>
                  <a:pt x="1790700" y="66675"/>
                </a:lnTo>
                <a:lnTo>
                  <a:pt x="1781175" y="66675"/>
                </a:lnTo>
                <a:close/>
                <a:moveTo>
                  <a:pt x="1790700" y="66675"/>
                </a:moveTo>
                <a:lnTo>
                  <a:pt x="1800225" y="66675"/>
                </a:lnTo>
                <a:lnTo>
                  <a:pt x="1800225" y="76200"/>
                </a:lnTo>
                <a:lnTo>
                  <a:pt x="1790700" y="76200"/>
                </a:lnTo>
                <a:close/>
                <a:moveTo>
                  <a:pt x="1485900" y="123825"/>
                </a:moveTo>
                <a:lnTo>
                  <a:pt x="1495425" y="123825"/>
                </a:lnTo>
                <a:lnTo>
                  <a:pt x="1495425" y="133350"/>
                </a:lnTo>
                <a:lnTo>
                  <a:pt x="1485900" y="133350"/>
                </a:lnTo>
                <a:close/>
                <a:moveTo>
                  <a:pt x="1533525" y="123825"/>
                </a:moveTo>
                <a:lnTo>
                  <a:pt x="1552575" y="123825"/>
                </a:lnTo>
                <a:lnTo>
                  <a:pt x="1552575" y="133350"/>
                </a:lnTo>
                <a:lnTo>
                  <a:pt x="1533525" y="133350"/>
                </a:lnTo>
                <a:close/>
                <a:moveTo>
                  <a:pt x="1752600" y="133350"/>
                </a:moveTo>
                <a:lnTo>
                  <a:pt x="1762125" y="133350"/>
                </a:lnTo>
                <a:lnTo>
                  <a:pt x="1762125" y="142875"/>
                </a:lnTo>
                <a:lnTo>
                  <a:pt x="1752600" y="142875"/>
                </a:lnTo>
                <a:close/>
                <a:moveTo>
                  <a:pt x="352425" y="142875"/>
                </a:moveTo>
                <a:lnTo>
                  <a:pt x="361950" y="142875"/>
                </a:lnTo>
                <a:lnTo>
                  <a:pt x="361950" y="152400"/>
                </a:lnTo>
                <a:lnTo>
                  <a:pt x="390525" y="152400"/>
                </a:lnTo>
                <a:lnTo>
                  <a:pt x="390525" y="142875"/>
                </a:lnTo>
                <a:lnTo>
                  <a:pt x="400050" y="142875"/>
                </a:lnTo>
                <a:lnTo>
                  <a:pt x="400050" y="152400"/>
                </a:lnTo>
                <a:lnTo>
                  <a:pt x="390525" y="152400"/>
                </a:lnTo>
                <a:lnTo>
                  <a:pt x="390525" y="161925"/>
                </a:lnTo>
                <a:lnTo>
                  <a:pt x="400050" y="161925"/>
                </a:lnTo>
                <a:lnTo>
                  <a:pt x="400050" y="171450"/>
                </a:lnTo>
                <a:lnTo>
                  <a:pt x="381000" y="171450"/>
                </a:lnTo>
                <a:lnTo>
                  <a:pt x="381000" y="180975"/>
                </a:lnTo>
                <a:lnTo>
                  <a:pt x="371475" y="180975"/>
                </a:lnTo>
                <a:lnTo>
                  <a:pt x="371475" y="171450"/>
                </a:lnTo>
                <a:lnTo>
                  <a:pt x="352425" y="171450"/>
                </a:lnTo>
                <a:close/>
                <a:moveTo>
                  <a:pt x="714375" y="142875"/>
                </a:moveTo>
                <a:lnTo>
                  <a:pt x="723900" y="142875"/>
                </a:lnTo>
                <a:lnTo>
                  <a:pt x="723900" y="161925"/>
                </a:lnTo>
                <a:lnTo>
                  <a:pt x="714375" y="161925"/>
                </a:lnTo>
                <a:close/>
                <a:moveTo>
                  <a:pt x="847725" y="142875"/>
                </a:moveTo>
                <a:lnTo>
                  <a:pt x="857250" y="142875"/>
                </a:lnTo>
                <a:lnTo>
                  <a:pt x="857250" y="152400"/>
                </a:lnTo>
                <a:lnTo>
                  <a:pt x="847725" y="152400"/>
                </a:lnTo>
                <a:close/>
                <a:moveTo>
                  <a:pt x="1495425" y="142875"/>
                </a:moveTo>
                <a:lnTo>
                  <a:pt x="1504950" y="142875"/>
                </a:lnTo>
                <a:lnTo>
                  <a:pt x="1504950" y="152400"/>
                </a:lnTo>
                <a:lnTo>
                  <a:pt x="1495425" y="152400"/>
                </a:lnTo>
                <a:close/>
                <a:moveTo>
                  <a:pt x="1533525" y="142875"/>
                </a:moveTo>
                <a:lnTo>
                  <a:pt x="1543050" y="142875"/>
                </a:lnTo>
                <a:lnTo>
                  <a:pt x="1543050" y="152400"/>
                </a:lnTo>
                <a:lnTo>
                  <a:pt x="1533525" y="152400"/>
                </a:lnTo>
                <a:close/>
                <a:moveTo>
                  <a:pt x="552450" y="152400"/>
                </a:moveTo>
                <a:lnTo>
                  <a:pt x="561975" y="152400"/>
                </a:lnTo>
                <a:lnTo>
                  <a:pt x="561975" y="180975"/>
                </a:lnTo>
                <a:lnTo>
                  <a:pt x="552450" y="180975"/>
                </a:lnTo>
                <a:lnTo>
                  <a:pt x="552450" y="171450"/>
                </a:lnTo>
                <a:lnTo>
                  <a:pt x="533400" y="171450"/>
                </a:lnTo>
                <a:lnTo>
                  <a:pt x="533400" y="161925"/>
                </a:lnTo>
                <a:lnTo>
                  <a:pt x="552450" y="161925"/>
                </a:lnTo>
                <a:close/>
                <a:moveTo>
                  <a:pt x="1514475" y="152400"/>
                </a:moveTo>
                <a:lnTo>
                  <a:pt x="1524000" y="152400"/>
                </a:lnTo>
                <a:lnTo>
                  <a:pt x="1524000" y="161925"/>
                </a:lnTo>
                <a:lnTo>
                  <a:pt x="1514475" y="161925"/>
                </a:lnTo>
                <a:close/>
                <a:moveTo>
                  <a:pt x="1590675" y="152400"/>
                </a:moveTo>
                <a:lnTo>
                  <a:pt x="1600200" y="152400"/>
                </a:lnTo>
                <a:lnTo>
                  <a:pt x="1600200" y="161925"/>
                </a:lnTo>
                <a:lnTo>
                  <a:pt x="1590675" y="161925"/>
                </a:lnTo>
                <a:close/>
                <a:moveTo>
                  <a:pt x="1752600" y="152400"/>
                </a:moveTo>
                <a:lnTo>
                  <a:pt x="1781175" y="152400"/>
                </a:lnTo>
                <a:lnTo>
                  <a:pt x="1781175" y="161925"/>
                </a:lnTo>
                <a:lnTo>
                  <a:pt x="1771650" y="161925"/>
                </a:lnTo>
                <a:lnTo>
                  <a:pt x="1771650" y="171450"/>
                </a:lnTo>
                <a:lnTo>
                  <a:pt x="1752600" y="171450"/>
                </a:lnTo>
                <a:close/>
                <a:moveTo>
                  <a:pt x="1676400" y="161925"/>
                </a:moveTo>
                <a:lnTo>
                  <a:pt x="1685925" y="161925"/>
                </a:lnTo>
                <a:lnTo>
                  <a:pt x="1685925" y="171450"/>
                </a:lnTo>
                <a:lnTo>
                  <a:pt x="1676400" y="171450"/>
                </a:lnTo>
                <a:close/>
                <a:moveTo>
                  <a:pt x="1724025" y="161925"/>
                </a:moveTo>
                <a:lnTo>
                  <a:pt x="1733550" y="161925"/>
                </a:lnTo>
                <a:lnTo>
                  <a:pt x="1733550" y="180975"/>
                </a:lnTo>
                <a:lnTo>
                  <a:pt x="1724025" y="180975"/>
                </a:lnTo>
                <a:close/>
                <a:moveTo>
                  <a:pt x="1790700" y="209550"/>
                </a:moveTo>
                <a:lnTo>
                  <a:pt x="1809750" y="209550"/>
                </a:lnTo>
                <a:lnTo>
                  <a:pt x="1809750" y="219075"/>
                </a:lnTo>
                <a:lnTo>
                  <a:pt x="1790700" y="219075"/>
                </a:lnTo>
                <a:close/>
                <a:moveTo>
                  <a:pt x="1819275" y="209550"/>
                </a:moveTo>
                <a:lnTo>
                  <a:pt x="1828800" y="209550"/>
                </a:lnTo>
                <a:lnTo>
                  <a:pt x="1828800" y="219075"/>
                </a:lnTo>
                <a:lnTo>
                  <a:pt x="1819275" y="219075"/>
                </a:lnTo>
                <a:close/>
                <a:moveTo>
                  <a:pt x="1504950" y="238125"/>
                </a:moveTo>
                <a:lnTo>
                  <a:pt x="1524000" y="238125"/>
                </a:lnTo>
                <a:lnTo>
                  <a:pt x="1524000" y="247650"/>
                </a:lnTo>
                <a:lnTo>
                  <a:pt x="1514475" y="247650"/>
                </a:lnTo>
                <a:lnTo>
                  <a:pt x="1514475" y="257175"/>
                </a:lnTo>
                <a:lnTo>
                  <a:pt x="1495425" y="257175"/>
                </a:lnTo>
                <a:lnTo>
                  <a:pt x="1495425" y="247650"/>
                </a:lnTo>
                <a:lnTo>
                  <a:pt x="1504950" y="247650"/>
                </a:lnTo>
                <a:close/>
                <a:moveTo>
                  <a:pt x="57150" y="276225"/>
                </a:moveTo>
                <a:lnTo>
                  <a:pt x="85725" y="276225"/>
                </a:lnTo>
                <a:lnTo>
                  <a:pt x="85725" y="295275"/>
                </a:lnTo>
                <a:lnTo>
                  <a:pt x="76200" y="295275"/>
                </a:lnTo>
                <a:lnTo>
                  <a:pt x="76200" y="285750"/>
                </a:lnTo>
                <a:lnTo>
                  <a:pt x="57150" y="285750"/>
                </a:lnTo>
                <a:close/>
                <a:moveTo>
                  <a:pt x="314325" y="276225"/>
                </a:moveTo>
                <a:lnTo>
                  <a:pt x="333375" y="276225"/>
                </a:lnTo>
                <a:lnTo>
                  <a:pt x="333375" y="295275"/>
                </a:lnTo>
                <a:lnTo>
                  <a:pt x="304800" y="295275"/>
                </a:lnTo>
                <a:lnTo>
                  <a:pt x="304800" y="285750"/>
                </a:lnTo>
                <a:lnTo>
                  <a:pt x="314325" y="285750"/>
                </a:lnTo>
                <a:close/>
                <a:moveTo>
                  <a:pt x="1466850" y="276225"/>
                </a:moveTo>
                <a:lnTo>
                  <a:pt x="1485900" y="276225"/>
                </a:lnTo>
                <a:lnTo>
                  <a:pt x="1485900" y="285750"/>
                </a:lnTo>
                <a:lnTo>
                  <a:pt x="1466850" y="285750"/>
                </a:lnTo>
                <a:close/>
                <a:moveTo>
                  <a:pt x="38100" y="285750"/>
                </a:moveTo>
                <a:lnTo>
                  <a:pt x="57150" y="285750"/>
                </a:lnTo>
                <a:lnTo>
                  <a:pt x="57150" y="295275"/>
                </a:lnTo>
                <a:lnTo>
                  <a:pt x="38100" y="295275"/>
                </a:lnTo>
                <a:close/>
                <a:moveTo>
                  <a:pt x="285750" y="304800"/>
                </a:moveTo>
                <a:lnTo>
                  <a:pt x="295275" y="304800"/>
                </a:lnTo>
                <a:lnTo>
                  <a:pt x="295275" y="314325"/>
                </a:lnTo>
                <a:lnTo>
                  <a:pt x="285750" y="314325"/>
                </a:lnTo>
                <a:close/>
                <a:moveTo>
                  <a:pt x="57150" y="333375"/>
                </a:moveTo>
                <a:lnTo>
                  <a:pt x="66675" y="333375"/>
                </a:lnTo>
                <a:lnTo>
                  <a:pt x="66675" y="342900"/>
                </a:lnTo>
                <a:lnTo>
                  <a:pt x="57150" y="342900"/>
                </a:lnTo>
                <a:close/>
                <a:moveTo>
                  <a:pt x="1352550" y="352425"/>
                </a:moveTo>
                <a:lnTo>
                  <a:pt x="1362075" y="352425"/>
                </a:lnTo>
                <a:lnTo>
                  <a:pt x="1362075" y="371475"/>
                </a:lnTo>
                <a:lnTo>
                  <a:pt x="1352550" y="371475"/>
                </a:lnTo>
                <a:close/>
                <a:moveTo>
                  <a:pt x="438150" y="361950"/>
                </a:moveTo>
                <a:lnTo>
                  <a:pt x="457200" y="361950"/>
                </a:lnTo>
                <a:lnTo>
                  <a:pt x="457200" y="381000"/>
                </a:lnTo>
                <a:lnTo>
                  <a:pt x="438150" y="381000"/>
                </a:lnTo>
                <a:close/>
                <a:moveTo>
                  <a:pt x="1362075" y="371475"/>
                </a:moveTo>
                <a:lnTo>
                  <a:pt x="1400175" y="371475"/>
                </a:lnTo>
                <a:lnTo>
                  <a:pt x="1400175" y="390525"/>
                </a:lnTo>
                <a:lnTo>
                  <a:pt x="1381125" y="390525"/>
                </a:lnTo>
                <a:lnTo>
                  <a:pt x="1381125" y="400050"/>
                </a:lnTo>
                <a:lnTo>
                  <a:pt x="1400175" y="400050"/>
                </a:lnTo>
                <a:lnTo>
                  <a:pt x="1400175" y="419100"/>
                </a:lnTo>
                <a:lnTo>
                  <a:pt x="1409700" y="419100"/>
                </a:lnTo>
                <a:lnTo>
                  <a:pt x="1409700" y="428625"/>
                </a:lnTo>
                <a:lnTo>
                  <a:pt x="1400175" y="428625"/>
                </a:lnTo>
                <a:lnTo>
                  <a:pt x="1400175" y="438150"/>
                </a:lnTo>
                <a:lnTo>
                  <a:pt x="1371600" y="438150"/>
                </a:lnTo>
                <a:lnTo>
                  <a:pt x="1371600" y="409575"/>
                </a:lnTo>
                <a:lnTo>
                  <a:pt x="1362075" y="409575"/>
                </a:lnTo>
                <a:close/>
                <a:moveTo>
                  <a:pt x="438150" y="409575"/>
                </a:moveTo>
                <a:lnTo>
                  <a:pt x="466725" y="409575"/>
                </a:lnTo>
                <a:lnTo>
                  <a:pt x="466725" y="428625"/>
                </a:lnTo>
                <a:lnTo>
                  <a:pt x="476250" y="428625"/>
                </a:lnTo>
                <a:lnTo>
                  <a:pt x="476250" y="419100"/>
                </a:lnTo>
                <a:lnTo>
                  <a:pt x="485775" y="419100"/>
                </a:lnTo>
                <a:lnTo>
                  <a:pt x="485775" y="447675"/>
                </a:lnTo>
                <a:lnTo>
                  <a:pt x="476250" y="447675"/>
                </a:lnTo>
                <a:lnTo>
                  <a:pt x="476250" y="457200"/>
                </a:lnTo>
                <a:lnTo>
                  <a:pt x="457200" y="457200"/>
                </a:lnTo>
                <a:lnTo>
                  <a:pt x="457200" y="447675"/>
                </a:lnTo>
                <a:lnTo>
                  <a:pt x="447675" y="447675"/>
                </a:lnTo>
                <a:lnTo>
                  <a:pt x="447675" y="438150"/>
                </a:lnTo>
                <a:lnTo>
                  <a:pt x="438150" y="438150"/>
                </a:lnTo>
                <a:lnTo>
                  <a:pt x="438150" y="428625"/>
                </a:lnTo>
                <a:lnTo>
                  <a:pt x="428625" y="428625"/>
                </a:lnTo>
                <a:lnTo>
                  <a:pt x="428625" y="419100"/>
                </a:lnTo>
                <a:lnTo>
                  <a:pt x="438150" y="419100"/>
                </a:lnTo>
                <a:close/>
                <a:moveTo>
                  <a:pt x="504825" y="409575"/>
                </a:moveTo>
                <a:lnTo>
                  <a:pt x="514350" y="409575"/>
                </a:lnTo>
                <a:lnTo>
                  <a:pt x="514350" y="428625"/>
                </a:lnTo>
                <a:lnTo>
                  <a:pt x="504825" y="428625"/>
                </a:lnTo>
                <a:close/>
                <a:moveTo>
                  <a:pt x="1066800" y="409575"/>
                </a:moveTo>
                <a:lnTo>
                  <a:pt x="1076325" y="409575"/>
                </a:lnTo>
                <a:lnTo>
                  <a:pt x="1076325" y="419100"/>
                </a:lnTo>
                <a:lnTo>
                  <a:pt x="1066800" y="419100"/>
                </a:lnTo>
                <a:close/>
                <a:moveTo>
                  <a:pt x="2076450" y="409575"/>
                </a:moveTo>
                <a:lnTo>
                  <a:pt x="2085975" y="409575"/>
                </a:lnTo>
                <a:lnTo>
                  <a:pt x="2085975" y="419100"/>
                </a:lnTo>
                <a:lnTo>
                  <a:pt x="2076450" y="419100"/>
                </a:lnTo>
                <a:close/>
                <a:moveTo>
                  <a:pt x="866775" y="419100"/>
                </a:moveTo>
                <a:lnTo>
                  <a:pt x="876300" y="419100"/>
                </a:lnTo>
                <a:lnTo>
                  <a:pt x="876300" y="428625"/>
                </a:lnTo>
                <a:lnTo>
                  <a:pt x="866775" y="428625"/>
                </a:lnTo>
                <a:close/>
                <a:moveTo>
                  <a:pt x="885825" y="419100"/>
                </a:moveTo>
                <a:lnTo>
                  <a:pt x="914400" y="419100"/>
                </a:lnTo>
                <a:lnTo>
                  <a:pt x="914400" y="438150"/>
                </a:lnTo>
                <a:lnTo>
                  <a:pt x="895350" y="438150"/>
                </a:lnTo>
                <a:lnTo>
                  <a:pt x="895350" y="428625"/>
                </a:lnTo>
                <a:lnTo>
                  <a:pt x="885825" y="428625"/>
                </a:lnTo>
                <a:close/>
                <a:moveTo>
                  <a:pt x="2085975" y="419100"/>
                </a:moveTo>
                <a:lnTo>
                  <a:pt x="2095500" y="419100"/>
                </a:lnTo>
                <a:lnTo>
                  <a:pt x="2095500" y="428625"/>
                </a:lnTo>
                <a:lnTo>
                  <a:pt x="2085975" y="428625"/>
                </a:lnTo>
                <a:close/>
                <a:moveTo>
                  <a:pt x="2095500" y="428625"/>
                </a:moveTo>
                <a:lnTo>
                  <a:pt x="2114550" y="428625"/>
                </a:lnTo>
                <a:lnTo>
                  <a:pt x="2114550" y="438150"/>
                </a:lnTo>
                <a:lnTo>
                  <a:pt x="2124075" y="438150"/>
                </a:lnTo>
                <a:lnTo>
                  <a:pt x="2124075" y="466725"/>
                </a:lnTo>
                <a:lnTo>
                  <a:pt x="2114550" y="466725"/>
                </a:lnTo>
                <a:lnTo>
                  <a:pt x="2114550" y="457200"/>
                </a:lnTo>
                <a:lnTo>
                  <a:pt x="2105025" y="457200"/>
                </a:lnTo>
                <a:lnTo>
                  <a:pt x="2105025" y="447675"/>
                </a:lnTo>
                <a:lnTo>
                  <a:pt x="2095500" y="447675"/>
                </a:lnTo>
                <a:close/>
                <a:moveTo>
                  <a:pt x="1000125" y="447675"/>
                </a:moveTo>
                <a:lnTo>
                  <a:pt x="1009650" y="447675"/>
                </a:lnTo>
                <a:lnTo>
                  <a:pt x="1009650" y="457200"/>
                </a:lnTo>
                <a:lnTo>
                  <a:pt x="1000125" y="457200"/>
                </a:lnTo>
                <a:close/>
                <a:moveTo>
                  <a:pt x="1428750" y="457200"/>
                </a:moveTo>
                <a:lnTo>
                  <a:pt x="1438275" y="457200"/>
                </a:lnTo>
                <a:lnTo>
                  <a:pt x="1438275" y="476250"/>
                </a:lnTo>
                <a:lnTo>
                  <a:pt x="1428750" y="476250"/>
                </a:lnTo>
                <a:close/>
                <a:moveTo>
                  <a:pt x="390525" y="466725"/>
                </a:moveTo>
                <a:lnTo>
                  <a:pt x="400050" y="466725"/>
                </a:lnTo>
                <a:lnTo>
                  <a:pt x="400050" y="476250"/>
                </a:lnTo>
                <a:lnTo>
                  <a:pt x="390525" y="476250"/>
                </a:lnTo>
                <a:close/>
                <a:moveTo>
                  <a:pt x="942975" y="476250"/>
                </a:moveTo>
                <a:lnTo>
                  <a:pt x="952500" y="476250"/>
                </a:lnTo>
                <a:lnTo>
                  <a:pt x="952500" y="495300"/>
                </a:lnTo>
                <a:lnTo>
                  <a:pt x="942975" y="495300"/>
                </a:lnTo>
                <a:close/>
                <a:moveTo>
                  <a:pt x="1028700" y="476250"/>
                </a:moveTo>
                <a:lnTo>
                  <a:pt x="1047750" y="476250"/>
                </a:lnTo>
                <a:lnTo>
                  <a:pt x="1047750" y="485775"/>
                </a:lnTo>
                <a:lnTo>
                  <a:pt x="1057275" y="485775"/>
                </a:lnTo>
                <a:lnTo>
                  <a:pt x="1057275" y="476250"/>
                </a:lnTo>
                <a:lnTo>
                  <a:pt x="1076325" y="476250"/>
                </a:lnTo>
                <a:lnTo>
                  <a:pt x="1076325" y="485775"/>
                </a:lnTo>
                <a:lnTo>
                  <a:pt x="1057275" y="485775"/>
                </a:lnTo>
                <a:lnTo>
                  <a:pt x="1057275" y="504825"/>
                </a:lnTo>
                <a:lnTo>
                  <a:pt x="1047750" y="504825"/>
                </a:lnTo>
                <a:lnTo>
                  <a:pt x="1047750" y="495300"/>
                </a:lnTo>
                <a:lnTo>
                  <a:pt x="1028700" y="495300"/>
                </a:lnTo>
                <a:close/>
                <a:moveTo>
                  <a:pt x="304800" y="485775"/>
                </a:moveTo>
                <a:lnTo>
                  <a:pt x="323850" y="485775"/>
                </a:lnTo>
                <a:lnTo>
                  <a:pt x="323850" y="495300"/>
                </a:lnTo>
                <a:lnTo>
                  <a:pt x="314325" y="495300"/>
                </a:lnTo>
                <a:lnTo>
                  <a:pt x="314325" y="504825"/>
                </a:lnTo>
                <a:lnTo>
                  <a:pt x="333375" y="504825"/>
                </a:lnTo>
                <a:lnTo>
                  <a:pt x="333375" y="514350"/>
                </a:lnTo>
                <a:lnTo>
                  <a:pt x="314325" y="514350"/>
                </a:lnTo>
                <a:lnTo>
                  <a:pt x="314325" y="523875"/>
                </a:lnTo>
                <a:lnTo>
                  <a:pt x="295275" y="523875"/>
                </a:lnTo>
                <a:lnTo>
                  <a:pt x="295275" y="514350"/>
                </a:lnTo>
                <a:lnTo>
                  <a:pt x="285750" y="514350"/>
                </a:lnTo>
                <a:lnTo>
                  <a:pt x="285750" y="504825"/>
                </a:lnTo>
                <a:lnTo>
                  <a:pt x="295275" y="504825"/>
                </a:lnTo>
                <a:lnTo>
                  <a:pt x="295275" y="495300"/>
                </a:lnTo>
                <a:lnTo>
                  <a:pt x="304800" y="495300"/>
                </a:lnTo>
                <a:close/>
                <a:moveTo>
                  <a:pt x="390525" y="495300"/>
                </a:moveTo>
                <a:lnTo>
                  <a:pt x="400050" y="495300"/>
                </a:lnTo>
                <a:lnTo>
                  <a:pt x="400050" y="504825"/>
                </a:lnTo>
                <a:lnTo>
                  <a:pt x="390525" y="504825"/>
                </a:lnTo>
                <a:close/>
                <a:moveTo>
                  <a:pt x="933450" y="495300"/>
                </a:moveTo>
                <a:lnTo>
                  <a:pt x="942975" y="495300"/>
                </a:lnTo>
                <a:lnTo>
                  <a:pt x="942975" y="504825"/>
                </a:lnTo>
                <a:lnTo>
                  <a:pt x="933450" y="504825"/>
                </a:lnTo>
                <a:close/>
                <a:moveTo>
                  <a:pt x="2276475" y="495300"/>
                </a:moveTo>
                <a:lnTo>
                  <a:pt x="2295525" y="495300"/>
                </a:lnTo>
                <a:lnTo>
                  <a:pt x="2295525" y="514350"/>
                </a:lnTo>
                <a:lnTo>
                  <a:pt x="2276475" y="514350"/>
                </a:lnTo>
                <a:close/>
                <a:moveTo>
                  <a:pt x="381000" y="504825"/>
                </a:moveTo>
                <a:lnTo>
                  <a:pt x="390525" y="504825"/>
                </a:lnTo>
                <a:lnTo>
                  <a:pt x="390525" y="514350"/>
                </a:lnTo>
                <a:lnTo>
                  <a:pt x="381000" y="514350"/>
                </a:lnTo>
                <a:close/>
                <a:moveTo>
                  <a:pt x="1400175" y="514350"/>
                </a:moveTo>
                <a:lnTo>
                  <a:pt x="1438275" y="514350"/>
                </a:lnTo>
                <a:lnTo>
                  <a:pt x="1438275" y="523875"/>
                </a:lnTo>
                <a:lnTo>
                  <a:pt x="1400175" y="523875"/>
                </a:lnTo>
                <a:close/>
                <a:moveTo>
                  <a:pt x="257175" y="523875"/>
                </a:moveTo>
                <a:lnTo>
                  <a:pt x="285750" y="523875"/>
                </a:lnTo>
                <a:lnTo>
                  <a:pt x="285750" y="542925"/>
                </a:lnTo>
                <a:lnTo>
                  <a:pt x="266700" y="542925"/>
                </a:lnTo>
                <a:lnTo>
                  <a:pt x="266700" y="571500"/>
                </a:lnTo>
                <a:lnTo>
                  <a:pt x="238125" y="571500"/>
                </a:lnTo>
                <a:lnTo>
                  <a:pt x="238125" y="561975"/>
                </a:lnTo>
                <a:lnTo>
                  <a:pt x="247650" y="561975"/>
                </a:lnTo>
                <a:lnTo>
                  <a:pt x="247650" y="542925"/>
                </a:lnTo>
                <a:lnTo>
                  <a:pt x="257175" y="542925"/>
                </a:lnTo>
                <a:close/>
                <a:moveTo>
                  <a:pt x="381000" y="523875"/>
                </a:moveTo>
                <a:lnTo>
                  <a:pt x="390525" y="523875"/>
                </a:lnTo>
                <a:lnTo>
                  <a:pt x="390525" y="533400"/>
                </a:lnTo>
                <a:lnTo>
                  <a:pt x="381000" y="533400"/>
                </a:lnTo>
                <a:close/>
                <a:moveTo>
                  <a:pt x="1390650" y="523875"/>
                </a:moveTo>
                <a:lnTo>
                  <a:pt x="1400175" y="523875"/>
                </a:lnTo>
                <a:lnTo>
                  <a:pt x="1400175" y="533400"/>
                </a:lnTo>
                <a:lnTo>
                  <a:pt x="1390650" y="533400"/>
                </a:lnTo>
                <a:close/>
                <a:moveTo>
                  <a:pt x="1266825" y="542925"/>
                </a:moveTo>
                <a:lnTo>
                  <a:pt x="1276350" y="542925"/>
                </a:lnTo>
                <a:lnTo>
                  <a:pt x="1276350" y="552450"/>
                </a:lnTo>
                <a:lnTo>
                  <a:pt x="1266825" y="552450"/>
                </a:lnTo>
                <a:close/>
                <a:moveTo>
                  <a:pt x="1352550" y="542925"/>
                </a:moveTo>
                <a:lnTo>
                  <a:pt x="1381125" y="542925"/>
                </a:lnTo>
                <a:lnTo>
                  <a:pt x="1381125" y="561975"/>
                </a:lnTo>
                <a:lnTo>
                  <a:pt x="1362075" y="561975"/>
                </a:lnTo>
                <a:lnTo>
                  <a:pt x="1362075" y="552450"/>
                </a:lnTo>
                <a:lnTo>
                  <a:pt x="1352550" y="552450"/>
                </a:lnTo>
                <a:close/>
                <a:moveTo>
                  <a:pt x="2447925" y="552450"/>
                </a:moveTo>
                <a:lnTo>
                  <a:pt x="2457450" y="552450"/>
                </a:lnTo>
                <a:lnTo>
                  <a:pt x="2457450" y="561975"/>
                </a:lnTo>
                <a:lnTo>
                  <a:pt x="2447925" y="561975"/>
                </a:lnTo>
                <a:close/>
                <a:moveTo>
                  <a:pt x="1323975" y="571500"/>
                </a:moveTo>
                <a:lnTo>
                  <a:pt x="1333500" y="571500"/>
                </a:lnTo>
                <a:lnTo>
                  <a:pt x="1333500" y="581025"/>
                </a:lnTo>
                <a:lnTo>
                  <a:pt x="1323975" y="581025"/>
                </a:lnTo>
                <a:close/>
                <a:moveTo>
                  <a:pt x="2438400" y="571500"/>
                </a:moveTo>
                <a:lnTo>
                  <a:pt x="2457450" y="571500"/>
                </a:lnTo>
                <a:lnTo>
                  <a:pt x="2457450" y="590550"/>
                </a:lnTo>
                <a:lnTo>
                  <a:pt x="2447925" y="590550"/>
                </a:lnTo>
                <a:lnTo>
                  <a:pt x="2447925" y="581025"/>
                </a:lnTo>
                <a:lnTo>
                  <a:pt x="2438400" y="581025"/>
                </a:lnTo>
                <a:close/>
                <a:moveTo>
                  <a:pt x="209550" y="600075"/>
                </a:moveTo>
                <a:lnTo>
                  <a:pt x="219075" y="600075"/>
                </a:lnTo>
                <a:lnTo>
                  <a:pt x="219075" y="609600"/>
                </a:lnTo>
                <a:lnTo>
                  <a:pt x="209550" y="609600"/>
                </a:lnTo>
                <a:close/>
                <a:moveTo>
                  <a:pt x="180975" y="609600"/>
                </a:moveTo>
                <a:lnTo>
                  <a:pt x="200025" y="609600"/>
                </a:lnTo>
                <a:lnTo>
                  <a:pt x="200025" y="638175"/>
                </a:lnTo>
                <a:lnTo>
                  <a:pt x="180975" y="638175"/>
                </a:lnTo>
                <a:close/>
                <a:moveTo>
                  <a:pt x="1238250" y="619125"/>
                </a:moveTo>
                <a:lnTo>
                  <a:pt x="1247775" y="619125"/>
                </a:lnTo>
                <a:lnTo>
                  <a:pt x="1247775" y="628650"/>
                </a:lnTo>
                <a:lnTo>
                  <a:pt x="1238250" y="628650"/>
                </a:lnTo>
                <a:close/>
                <a:moveTo>
                  <a:pt x="2114550" y="619125"/>
                </a:moveTo>
                <a:lnTo>
                  <a:pt x="2133600" y="619125"/>
                </a:lnTo>
                <a:lnTo>
                  <a:pt x="2133600" y="628650"/>
                </a:lnTo>
                <a:lnTo>
                  <a:pt x="2143125" y="628650"/>
                </a:lnTo>
                <a:lnTo>
                  <a:pt x="2143125" y="638175"/>
                </a:lnTo>
                <a:lnTo>
                  <a:pt x="2124075" y="638175"/>
                </a:lnTo>
                <a:lnTo>
                  <a:pt x="2124075" y="628650"/>
                </a:lnTo>
                <a:lnTo>
                  <a:pt x="2114550" y="628650"/>
                </a:lnTo>
                <a:close/>
                <a:moveTo>
                  <a:pt x="1228725" y="628650"/>
                </a:moveTo>
                <a:lnTo>
                  <a:pt x="1238250" y="628650"/>
                </a:lnTo>
                <a:lnTo>
                  <a:pt x="1238250" y="638175"/>
                </a:lnTo>
                <a:lnTo>
                  <a:pt x="1228725" y="638175"/>
                </a:lnTo>
                <a:close/>
                <a:moveTo>
                  <a:pt x="876300" y="638175"/>
                </a:moveTo>
                <a:lnTo>
                  <a:pt x="885825" y="638175"/>
                </a:lnTo>
                <a:lnTo>
                  <a:pt x="885825" y="647700"/>
                </a:lnTo>
                <a:lnTo>
                  <a:pt x="895350" y="647700"/>
                </a:lnTo>
                <a:lnTo>
                  <a:pt x="895350" y="657225"/>
                </a:lnTo>
                <a:lnTo>
                  <a:pt x="885825" y="657225"/>
                </a:lnTo>
                <a:lnTo>
                  <a:pt x="885825" y="666750"/>
                </a:lnTo>
                <a:lnTo>
                  <a:pt x="857250" y="666750"/>
                </a:lnTo>
                <a:lnTo>
                  <a:pt x="857250" y="676275"/>
                </a:lnTo>
                <a:lnTo>
                  <a:pt x="847725" y="676275"/>
                </a:lnTo>
                <a:lnTo>
                  <a:pt x="847725" y="657225"/>
                </a:lnTo>
                <a:lnTo>
                  <a:pt x="857250" y="657225"/>
                </a:lnTo>
                <a:lnTo>
                  <a:pt x="857250" y="647700"/>
                </a:lnTo>
                <a:lnTo>
                  <a:pt x="876300" y="647700"/>
                </a:lnTo>
                <a:close/>
                <a:moveTo>
                  <a:pt x="1447800" y="638175"/>
                </a:moveTo>
                <a:lnTo>
                  <a:pt x="1457325" y="638175"/>
                </a:lnTo>
                <a:lnTo>
                  <a:pt x="1457325" y="647700"/>
                </a:lnTo>
                <a:lnTo>
                  <a:pt x="1476375" y="647700"/>
                </a:lnTo>
                <a:lnTo>
                  <a:pt x="1476375" y="657225"/>
                </a:lnTo>
                <a:lnTo>
                  <a:pt x="1447800" y="657225"/>
                </a:lnTo>
                <a:close/>
                <a:moveTo>
                  <a:pt x="1819275" y="638175"/>
                </a:moveTo>
                <a:lnTo>
                  <a:pt x="1828800" y="638175"/>
                </a:lnTo>
                <a:lnTo>
                  <a:pt x="1828800" y="647700"/>
                </a:lnTo>
                <a:lnTo>
                  <a:pt x="1819275" y="647700"/>
                </a:lnTo>
                <a:close/>
                <a:moveTo>
                  <a:pt x="1743075" y="647700"/>
                </a:moveTo>
                <a:lnTo>
                  <a:pt x="1752600" y="647700"/>
                </a:lnTo>
                <a:lnTo>
                  <a:pt x="1752600" y="657225"/>
                </a:lnTo>
                <a:lnTo>
                  <a:pt x="1743075" y="657225"/>
                </a:lnTo>
                <a:close/>
                <a:moveTo>
                  <a:pt x="257175" y="657225"/>
                </a:moveTo>
                <a:lnTo>
                  <a:pt x="295275" y="657225"/>
                </a:lnTo>
                <a:lnTo>
                  <a:pt x="295275" y="666750"/>
                </a:lnTo>
                <a:lnTo>
                  <a:pt x="304800" y="666750"/>
                </a:lnTo>
                <a:lnTo>
                  <a:pt x="304800" y="676275"/>
                </a:lnTo>
                <a:lnTo>
                  <a:pt x="295275" y="676275"/>
                </a:lnTo>
                <a:lnTo>
                  <a:pt x="295275" y="685800"/>
                </a:lnTo>
                <a:lnTo>
                  <a:pt x="304800" y="685800"/>
                </a:lnTo>
                <a:lnTo>
                  <a:pt x="304800" y="676275"/>
                </a:lnTo>
                <a:lnTo>
                  <a:pt x="314325" y="676275"/>
                </a:lnTo>
                <a:lnTo>
                  <a:pt x="314325" y="685800"/>
                </a:lnTo>
                <a:lnTo>
                  <a:pt x="304800" y="685800"/>
                </a:lnTo>
                <a:lnTo>
                  <a:pt x="304800" y="695325"/>
                </a:lnTo>
                <a:lnTo>
                  <a:pt x="285750" y="695325"/>
                </a:lnTo>
                <a:lnTo>
                  <a:pt x="285750" y="685800"/>
                </a:lnTo>
                <a:lnTo>
                  <a:pt x="247650" y="685800"/>
                </a:lnTo>
                <a:lnTo>
                  <a:pt x="247650" y="666750"/>
                </a:lnTo>
                <a:lnTo>
                  <a:pt x="257175" y="666750"/>
                </a:lnTo>
                <a:close/>
                <a:moveTo>
                  <a:pt x="1485900" y="657225"/>
                </a:moveTo>
                <a:lnTo>
                  <a:pt x="1495425" y="657225"/>
                </a:lnTo>
                <a:lnTo>
                  <a:pt x="1495425" y="666750"/>
                </a:lnTo>
                <a:lnTo>
                  <a:pt x="1485900" y="666750"/>
                </a:lnTo>
                <a:close/>
                <a:moveTo>
                  <a:pt x="1752600" y="657225"/>
                </a:moveTo>
                <a:lnTo>
                  <a:pt x="1762125" y="657225"/>
                </a:lnTo>
                <a:lnTo>
                  <a:pt x="1762125" y="666750"/>
                </a:lnTo>
                <a:lnTo>
                  <a:pt x="1752600" y="666750"/>
                </a:lnTo>
                <a:close/>
                <a:moveTo>
                  <a:pt x="2057400" y="676275"/>
                </a:moveTo>
                <a:lnTo>
                  <a:pt x="2076450" y="676275"/>
                </a:lnTo>
                <a:lnTo>
                  <a:pt x="2076450" y="685800"/>
                </a:lnTo>
                <a:lnTo>
                  <a:pt x="2114550" y="685800"/>
                </a:lnTo>
                <a:lnTo>
                  <a:pt x="2114550" y="704850"/>
                </a:lnTo>
                <a:lnTo>
                  <a:pt x="2105025" y="704850"/>
                </a:lnTo>
                <a:lnTo>
                  <a:pt x="2105025" y="695325"/>
                </a:lnTo>
                <a:lnTo>
                  <a:pt x="2066925" y="695325"/>
                </a:lnTo>
                <a:lnTo>
                  <a:pt x="2066925" y="685800"/>
                </a:lnTo>
                <a:lnTo>
                  <a:pt x="2057400" y="685800"/>
                </a:lnTo>
                <a:close/>
                <a:moveTo>
                  <a:pt x="857250" y="685800"/>
                </a:moveTo>
                <a:lnTo>
                  <a:pt x="876300" y="685800"/>
                </a:lnTo>
                <a:lnTo>
                  <a:pt x="876300" y="704850"/>
                </a:lnTo>
                <a:lnTo>
                  <a:pt x="885825" y="704850"/>
                </a:lnTo>
                <a:lnTo>
                  <a:pt x="885825" y="714375"/>
                </a:lnTo>
                <a:lnTo>
                  <a:pt x="895350" y="714375"/>
                </a:lnTo>
                <a:lnTo>
                  <a:pt x="895350" y="723900"/>
                </a:lnTo>
                <a:lnTo>
                  <a:pt x="885825" y="723900"/>
                </a:lnTo>
                <a:lnTo>
                  <a:pt x="885825" y="733425"/>
                </a:lnTo>
                <a:lnTo>
                  <a:pt x="866775" y="733425"/>
                </a:lnTo>
                <a:lnTo>
                  <a:pt x="866775" y="723900"/>
                </a:lnTo>
                <a:lnTo>
                  <a:pt x="857250" y="723900"/>
                </a:lnTo>
                <a:lnTo>
                  <a:pt x="857250" y="714375"/>
                </a:lnTo>
                <a:lnTo>
                  <a:pt x="847725" y="714375"/>
                </a:lnTo>
                <a:lnTo>
                  <a:pt x="847725" y="695325"/>
                </a:lnTo>
                <a:lnTo>
                  <a:pt x="857250" y="695325"/>
                </a:lnTo>
                <a:close/>
                <a:moveTo>
                  <a:pt x="1790700" y="685800"/>
                </a:moveTo>
                <a:lnTo>
                  <a:pt x="1800225" y="685800"/>
                </a:lnTo>
                <a:lnTo>
                  <a:pt x="1800225" y="695325"/>
                </a:lnTo>
                <a:lnTo>
                  <a:pt x="1790700" y="695325"/>
                </a:lnTo>
                <a:close/>
                <a:moveTo>
                  <a:pt x="1390650" y="704850"/>
                </a:moveTo>
                <a:lnTo>
                  <a:pt x="1409700" y="704850"/>
                </a:lnTo>
                <a:lnTo>
                  <a:pt x="1409700" y="714375"/>
                </a:lnTo>
                <a:lnTo>
                  <a:pt x="1390650" y="714375"/>
                </a:lnTo>
                <a:close/>
                <a:moveTo>
                  <a:pt x="1790700" y="714375"/>
                </a:moveTo>
                <a:lnTo>
                  <a:pt x="1800225" y="714375"/>
                </a:lnTo>
                <a:lnTo>
                  <a:pt x="1800225" y="723900"/>
                </a:lnTo>
                <a:lnTo>
                  <a:pt x="1790700" y="723900"/>
                </a:lnTo>
                <a:close/>
                <a:moveTo>
                  <a:pt x="2162175" y="714375"/>
                </a:moveTo>
                <a:lnTo>
                  <a:pt x="2171700" y="714375"/>
                </a:lnTo>
                <a:lnTo>
                  <a:pt x="2171700" y="723900"/>
                </a:lnTo>
                <a:lnTo>
                  <a:pt x="2162175" y="723900"/>
                </a:lnTo>
                <a:close/>
                <a:moveTo>
                  <a:pt x="695325" y="723900"/>
                </a:moveTo>
                <a:lnTo>
                  <a:pt x="704850" y="723900"/>
                </a:lnTo>
                <a:lnTo>
                  <a:pt x="704850" y="733425"/>
                </a:lnTo>
                <a:lnTo>
                  <a:pt x="714375" y="733425"/>
                </a:lnTo>
                <a:lnTo>
                  <a:pt x="714375" y="742950"/>
                </a:lnTo>
                <a:lnTo>
                  <a:pt x="695325" y="742950"/>
                </a:lnTo>
                <a:close/>
                <a:moveTo>
                  <a:pt x="1466850" y="723900"/>
                </a:moveTo>
                <a:lnTo>
                  <a:pt x="1476375" y="723900"/>
                </a:lnTo>
                <a:lnTo>
                  <a:pt x="1476375" y="733425"/>
                </a:lnTo>
                <a:lnTo>
                  <a:pt x="1466850" y="733425"/>
                </a:lnTo>
                <a:close/>
                <a:moveTo>
                  <a:pt x="1781175" y="723900"/>
                </a:moveTo>
                <a:lnTo>
                  <a:pt x="1790700" y="723900"/>
                </a:lnTo>
                <a:lnTo>
                  <a:pt x="1790700" y="733425"/>
                </a:lnTo>
                <a:lnTo>
                  <a:pt x="1781175" y="733425"/>
                </a:lnTo>
                <a:close/>
                <a:moveTo>
                  <a:pt x="1476375" y="733425"/>
                </a:moveTo>
                <a:lnTo>
                  <a:pt x="1485900" y="733425"/>
                </a:lnTo>
                <a:lnTo>
                  <a:pt x="1485900" y="742950"/>
                </a:lnTo>
                <a:lnTo>
                  <a:pt x="1476375" y="742950"/>
                </a:lnTo>
                <a:close/>
                <a:moveTo>
                  <a:pt x="1752600" y="733425"/>
                </a:moveTo>
                <a:lnTo>
                  <a:pt x="1781175" y="733425"/>
                </a:lnTo>
                <a:lnTo>
                  <a:pt x="1781175" y="752475"/>
                </a:lnTo>
                <a:lnTo>
                  <a:pt x="1771650" y="752475"/>
                </a:lnTo>
                <a:lnTo>
                  <a:pt x="1771650" y="762000"/>
                </a:lnTo>
                <a:lnTo>
                  <a:pt x="1781175" y="762000"/>
                </a:lnTo>
                <a:lnTo>
                  <a:pt x="1781175" y="771525"/>
                </a:lnTo>
                <a:lnTo>
                  <a:pt x="1771650" y="771525"/>
                </a:lnTo>
                <a:lnTo>
                  <a:pt x="1771650" y="781050"/>
                </a:lnTo>
                <a:lnTo>
                  <a:pt x="1762125" y="781050"/>
                </a:lnTo>
                <a:lnTo>
                  <a:pt x="1762125" y="790575"/>
                </a:lnTo>
                <a:lnTo>
                  <a:pt x="1752600" y="790575"/>
                </a:lnTo>
                <a:lnTo>
                  <a:pt x="1752600" y="800100"/>
                </a:lnTo>
                <a:lnTo>
                  <a:pt x="1771650" y="800100"/>
                </a:lnTo>
                <a:lnTo>
                  <a:pt x="1771650" y="847725"/>
                </a:lnTo>
                <a:lnTo>
                  <a:pt x="1762125" y="847725"/>
                </a:lnTo>
                <a:lnTo>
                  <a:pt x="1762125" y="838200"/>
                </a:lnTo>
                <a:lnTo>
                  <a:pt x="1752600" y="838200"/>
                </a:lnTo>
                <a:lnTo>
                  <a:pt x="1752600" y="828675"/>
                </a:lnTo>
                <a:lnTo>
                  <a:pt x="1762125" y="828675"/>
                </a:lnTo>
                <a:lnTo>
                  <a:pt x="1762125" y="819150"/>
                </a:lnTo>
                <a:lnTo>
                  <a:pt x="1743075" y="819150"/>
                </a:lnTo>
                <a:lnTo>
                  <a:pt x="1743075" y="809625"/>
                </a:lnTo>
                <a:lnTo>
                  <a:pt x="1733550" y="809625"/>
                </a:lnTo>
                <a:lnTo>
                  <a:pt x="1733550" y="800100"/>
                </a:lnTo>
                <a:lnTo>
                  <a:pt x="1743075" y="800100"/>
                </a:lnTo>
                <a:lnTo>
                  <a:pt x="1743075" y="781050"/>
                </a:lnTo>
                <a:lnTo>
                  <a:pt x="1733550" y="781050"/>
                </a:lnTo>
                <a:lnTo>
                  <a:pt x="1733550" y="752475"/>
                </a:lnTo>
                <a:lnTo>
                  <a:pt x="1752600" y="752475"/>
                </a:lnTo>
                <a:close/>
                <a:moveTo>
                  <a:pt x="1304925" y="742950"/>
                </a:moveTo>
                <a:lnTo>
                  <a:pt x="1323975" y="742950"/>
                </a:lnTo>
                <a:lnTo>
                  <a:pt x="1323975" y="771525"/>
                </a:lnTo>
                <a:lnTo>
                  <a:pt x="1314450" y="771525"/>
                </a:lnTo>
                <a:lnTo>
                  <a:pt x="1314450" y="790575"/>
                </a:lnTo>
                <a:lnTo>
                  <a:pt x="1304925" y="790575"/>
                </a:lnTo>
                <a:lnTo>
                  <a:pt x="1304925" y="781050"/>
                </a:lnTo>
                <a:lnTo>
                  <a:pt x="1295400" y="781050"/>
                </a:lnTo>
                <a:lnTo>
                  <a:pt x="1295400" y="752475"/>
                </a:lnTo>
                <a:lnTo>
                  <a:pt x="1304925" y="752475"/>
                </a:lnTo>
                <a:close/>
                <a:moveTo>
                  <a:pt x="1228725" y="752475"/>
                </a:moveTo>
                <a:lnTo>
                  <a:pt x="1238250" y="752475"/>
                </a:lnTo>
                <a:lnTo>
                  <a:pt x="1238250" y="771525"/>
                </a:lnTo>
                <a:lnTo>
                  <a:pt x="1257300" y="771525"/>
                </a:lnTo>
                <a:lnTo>
                  <a:pt x="1257300" y="790575"/>
                </a:lnTo>
                <a:lnTo>
                  <a:pt x="1247775" y="790575"/>
                </a:lnTo>
                <a:lnTo>
                  <a:pt x="1247775" y="800100"/>
                </a:lnTo>
                <a:lnTo>
                  <a:pt x="1228725" y="800100"/>
                </a:lnTo>
                <a:close/>
                <a:moveTo>
                  <a:pt x="762000" y="762000"/>
                </a:moveTo>
                <a:lnTo>
                  <a:pt x="771525" y="762000"/>
                </a:lnTo>
                <a:lnTo>
                  <a:pt x="771525" y="771525"/>
                </a:lnTo>
                <a:lnTo>
                  <a:pt x="781050" y="771525"/>
                </a:lnTo>
                <a:lnTo>
                  <a:pt x="781050" y="781050"/>
                </a:lnTo>
                <a:lnTo>
                  <a:pt x="762000" y="781050"/>
                </a:lnTo>
                <a:close/>
                <a:moveTo>
                  <a:pt x="2190750" y="771525"/>
                </a:moveTo>
                <a:lnTo>
                  <a:pt x="2200275" y="771525"/>
                </a:lnTo>
                <a:lnTo>
                  <a:pt x="2200275" y="790575"/>
                </a:lnTo>
                <a:lnTo>
                  <a:pt x="2190750" y="790575"/>
                </a:lnTo>
                <a:close/>
                <a:moveTo>
                  <a:pt x="295275" y="781050"/>
                </a:moveTo>
                <a:lnTo>
                  <a:pt x="304800" y="781050"/>
                </a:lnTo>
                <a:lnTo>
                  <a:pt x="304800" y="790575"/>
                </a:lnTo>
                <a:lnTo>
                  <a:pt x="295275" y="790575"/>
                </a:lnTo>
                <a:close/>
                <a:moveTo>
                  <a:pt x="609600" y="838200"/>
                </a:moveTo>
                <a:lnTo>
                  <a:pt x="628650" y="838200"/>
                </a:lnTo>
                <a:lnTo>
                  <a:pt x="628650" y="857250"/>
                </a:lnTo>
                <a:lnTo>
                  <a:pt x="600075" y="857250"/>
                </a:lnTo>
                <a:lnTo>
                  <a:pt x="600075" y="847725"/>
                </a:lnTo>
                <a:lnTo>
                  <a:pt x="609600" y="847725"/>
                </a:lnTo>
                <a:close/>
                <a:moveTo>
                  <a:pt x="885825" y="838200"/>
                </a:moveTo>
                <a:lnTo>
                  <a:pt x="895350" y="838200"/>
                </a:lnTo>
                <a:lnTo>
                  <a:pt x="895350" y="847725"/>
                </a:lnTo>
                <a:lnTo>
                  <a:pt x="923925" y="847725"/>
                </a:lnTo>
                <a:lnTo>
                  <a:pt x="923925" y="838200"/>
                </a:lnTo>
                <a:lnTo>
                  <a:pt x="952500" y="838200"/>
                </a:lnTo>
                <a:lnTo>
                  <a:pt x="952500" y="847725"/>
                </a:lnTo>
                <a:lnTo>
                  <a:pt x="981075" y="847725"/>
                </a:lnTo>
                <a:lnTo>
                  <a:pt x="981075" y="857250"/>
                </a:lnTo>
                <a:lnTo>
                  <a:pt x="1000125" y="857250"/>
                </a:lnTo>
                <a:lnTo>
                  <a:pt x="1000125" y="866775"/>
                </a:lnTo>
                <a:lnTo>
                  <a:pt x="981075" y="866775"/>
                </a:lnTo>
                <a:lnTo>
                  <a:pt x="981075" y="885825"/>
                </a:lnTo>
                <a:lnTo>
                  <a:pt x="971550" y="885825"/>
                </a:lnTo>
                <a:lnTo>
                  <a:pt x="971550" y="876300"/>
                </a:lnTo>
                <a:lnTo>
                  <a:pt x="952500" y="876300"/>
                </a:lnTo>
                <a:lnTo>
                  <a:pt x="952500" y="857250"/>
                </a:lnTo>
                <a:lnTo>
                  <a:pt x="904875" y="857250"/>
                </a:lnTo>
                <a:lnTo>
                  <a:pt x="904875" y="866775"/>
                </a:lnTo>
                <a:lnTo>
                  <a:pt x="876300" y="866775"/>
                </a:lnTo>
                <a:lnTo>
                  <a:pt x="876300" y="857250"/>
                </a:lnTo>
                <a:lnTo>
                  <a:pt x="866775" y="857250"/>
                </a:lnTo>
                <a:lnTo>
                  <a:pt x="866775" y="847725"/>
                </a:lnTo>
                <a:lnTo>
                  <a:pt x="885825" y="847725"/>
                </a:lnTo>
                <a:close/>
                <a:moveTo>
                  <a:pt x="647700" y="847725"/>
                </a:moveTo>
                <a:lnTo>
                  <a:pt x="657225" y="847725"/>
                </a:lnTo>
                <a:lnTo>
                  <a:pt x="657225" y="866775"/>
                </a:lnTo>
                <a:lnTo>
                  <a:pt x="647700" y="866775"/>
                </a:lnTo>
                <a:close/>
                <a:moveTo>
                  <a:pt x="352425" y="885825"/>
                </a:moveTo>
                <a:lnTo>
                  <a:pt x="371475" y="885825"/>
                </a:lnTo>
                <a:lnTo>
                  <a:pt x="371475" y="895350"/>
                </a:lnTo>
                <a:lnTo>
                  <a:pt x="352425" y="895350"/>
                </a:lnTo>
                <a:close/>
                <a:moveTo>
                  <a:pt x="1057275" y="885825"/>
                </a:moveTo>
                <a:lnTo>
                  <a:pt x="1066800" y="885825"/>
                </a:lnTo>
                <a:lnTo>
                  <a:pt x="1066800" y="895350"/>
                </a:lnTo>
                <a:lnTo>
                  <a:pt x="1076325" y="895350"/>
                </a:lnTo>
                <a:lnTo>
                  <a:pt x="1076325" y="885825"/>
                </a:lnTo>
                <a:lnTo>
                  <a:pt x="1085850" y="885825"/>
                </a:lnTo>
                <a:lnTo>
                  <a:pt x="1085850" y="895350"/>
                </a:lnTo>
                <a:lnTo>
                  <a:pt x="1095375" y="895350"/>
                </a:lnTo>
                <a:lnTo>
                  <a:pt x="1095375" y="904875"/>
                </a:lnTo>
                <a:lnTo>
                  <a:pt x="1057275" y="904875"/>
                </a:lnTo>
                <a:close/>
                <a:moveTo>
                  <a:pt x="1609725" y="885825"/>
                </a:moveTo>
                <a:lnTo>
                  <a:pt x="1628775" y="885825"/>
                </a:lnTo>
                <a:lnTo>
                  <a:pt x="1628775" y="895350"/>
                </a:lnTo>
                <a:lnTo>
                  <a:pt x="1619250" y="895350"/>
                </a:lnTo>
                <a:lnTo>
                  <a:pt x="1619250" y="923925"/>
                </a:lnTo>
                <a:lnTo>
                  <a:pt x="1600200" y="923925"/>
                </a:lnTo>
                <a:lnTo>
                  <a:pt x="1600200" y="914400"/>
                </a:lnTo>
                <a:lnTo>
                  <a:pt x="1590675" y="914400"/>
                </a:lnTo>
                <a:lnTo>
                  <a:pt x="1590675" y="904875"/>
                </a:lnTo>
                <a:lnTo>
                  <a:pt x="1600200" y="904875"/>
                </a:lnTo>
                <a:lnTo>
                  <a:pt x="1600200" y="895350"/>
                </a:lnTo>
                <a:lnTo>
                  <a:pt x="1609725" y="895350"/>
                </a:lnTo>
                <a:close/>
                <a:moveTo>
                  <a:pt x="1781175" y="885825"/>
                </a:moveTo>
                <a:lnTo>
                  <a:pt x="1790700" y="885825"/>
                </a:lnTo>
                <a:lnTo>
                  <a:pt x="1790700" y="914400"/>
                </a:lnTo>
                <a:lnTo>
                  <a:pt x="1781175" y="914400"/>
                </a:lnTo>
                <a:close/>
                <a:moveTo>
                  <a:pt x="504825" y="895350"/>
                </a:moveTo>
                <a:lnTo>
                  <a:pt x="523875" y="895350"/>
                </a:lnTo>
                <a:lnTo>
                  <a:pt x="523875" y="914400"/>
                </a:lnTo>
                <a:lnTo>
                  <a:pt x="514350" y="914400"/>
                </a:lnTo>
                <a:lnTo>
                  <a:pt x="514350" y="923925"/>
                </a:lnTo>
                <a:lnTo>
                  <a:pt x="504825" y="923925"/>
                </a:lnTo>
                <a:close/>
                <a:moveTo>
                  <a:pt x="342900" y="914400"/>
                </a:moveTo>
                <a:lnTo>
                  <a:pt x="352425" y="914400"/>
                </a:lnTo>
                <a:lnTo>
                  <a:pt x="352425" y="923925"/>
                </a:lnTo>
                <a:lnTo>
                  <a:pt x="342900" y="923925"/>
                </a:lnTo>
                <a:close/>
                <a:moveTo>
                  <a:pt x="1019175" y="914400"/>
                </a:moveTo>
                <a:lnTo>
                  <a:pt x="1028700" y="914400"/>
                </a:lnTo>
                <a:lnTo>
                  <a:pt x="1028700" y="923925"/>
                </a:lnTo>
                <a:lnTo>
                  <a:pt x="1038225" y="923925"/>
                </a:lnTo>
                <a:lnTo>
                  <a:pt x="1038225" y="933450"/>
                </a:lnTo>
                <a:lnTo>
                  <a:pt x="1019175" y="933450"/>
                </a:lnTo>
                <a:close/>
                <a:moveTo>
                  <a:pt x="2152650" y="914400"/>
                </a:moveTo>
                <a:lnTo>
                  <a:pt x="2162175" y="914400"/>
                </a:lnTo>
                <a:lnTo>
                  <a:pt x="2162175" y="942975"/>
                </a:lnTo>
                <a:lnTo>
                  <a:pt x="2152650" y="942975"/>
                </a:lnTo>
                <a:lnTo>
                  <a:pt x="2152650" y="952500"/>
                </a:lnTo>
                <a:lnTo>
                  <a:pt x="2143125" y="952500"/>
                </a:lnTo>
                <a:lnTo>
                  <a:pt x="2143125" y="933450"/>
                </a:lnTo>
                <a:lnTo>
                  <a:pt x="2152650" y="933450"/>
                </a:lnTo>
                <a:close/>
                <a:moveTo>
                  <a:pt x="352425" y="923925"/>
                </a:moveTo>
                <a:lnTo>
                  <a:pt x="361950" y="923925"/>
                </a:lnTo>
                <a:lnTo>
                  <a:pt x="361950" y="942975"/>
                </a:lnTo>
                <a:lnTo>
                  <a:pt x="352425" y="942975"/>
                </a:lnTo>
                <a:close/>
                <a:moveTo>
                  <a:pt x="847725" y="923925"/>
                </a:moveTo>
                <a:lnTo>
                  <a:pt x="876300" y="923925"/>
                </a:lnTo>
                <a:lnTo>
                  <a:pt x="876300" y="933450"/>
                </a:lnTo>
                <a:lnTo>
                  <a:pt x="866775" y="933450"/>
                </a:lnTo>
                <a:lnTo>
                  <a:pt x="866775" y="952500"/>
                </a:lnTo>
                <a:lnTo>
                  <a:pt x="857250" y="952500"/>
                </a:lnTo>
                <a:lnTo>
                  <a:pt x="857250" y="933450"/>
                </a:lnTo>
                <a:lnTo>
                  <a:pt x="847725" y="933450"/>
                </a:lnTo>
                <a:close/>
                <a:moveTo>
                  <a:pt x="552450" y="933450"/>
                </a:moveTo>
                <a:lnTo>
                  <a:pt x="561975" y="933450"/>
                </a:lnTo>
                <a:lnTo>
                  <a:pt x="561975" y="942975"/>
                </a:lnTo>
                <a:lnTo>
                  <a:pt x="571500" y="942975"/>
                </a:lnTo>
                <a:lnTo>
                  <a:pt x="571500" y="952500"/>
                </a:lnTo>
                <a:lnTo>
                  <a:pt x="552450" y="952500"/>
                </a:lnTo>
                <a:close/>
                <a:moveTo>
                  <a:pt x="1219200" y="933450"/>
                </a:moveTo>
                <a:lnTo>
                  <a:pt x="1228725" y="933450"/>
                </a:lnTo>
                <a:lnTo>
                  <a:pt x="1228725" y="942975"/>
                </a:lnTo>
                <a:lnTo>
                  <a:pt x="1219200" y="942975"/>
                </a:lnTo>
                <a:close/>
                <a:moveTo>
                  <a:pt x="1485900" y="933450"/>
                </a:moveTo>
                <a:lnTo>
                  <a:pt x="1495425" y="933450"/>
                </a:lnTo>
                <a:lnTo>
                  <a:pt x="1495425" y="942975"/>
                </a:lnTo>
                <a:lnTo>
                  <a:pt x="1485900" y="942975"/>
                </a:lnTo>
                <a:close/>
                <a:moveTo>
                  <a:pt x="381000" y="942975"/>
                </a:moveTo>
                <a:lnTo>
                  <a:pt x="400050" y="942975"/>
                </a:lnTo>
                <a:lnTo>
                  <a:pt x="400050" y="962025"/>
                </a:lnTo>
                <a:lnTo>
                  <a:pt x="381000" y="962025"/>
                </a:lnTo>
                <a:close/>
                <a:moveTo>
                  <a:pt x="1228725" y="942975"/>
                </a:moveTo>
                <a:lnTo>
                  <a:pt x="1238250" y="942975"/>
                </a:lnTo>
                <a:lnTo>
                  <a:pt x="1238250" y="952500"/>
                </a:lnTo>
                <a:lnTo>
                  <a:pt x="1228725" y="952500"/>
                </a:lnTo>
                <a:close/>
                <a:moveTo>
                  <a:pt x="1466850" y="942975"/>
                </a:moveTo>
                <a:lnTo>
                  <a:pt x="1485900" y="942975"/>
                </a:lnTo>
                <a:lnTo>
                  <a:pt x="1485900" y="952500"/>
                </a:lnTo>
                <a:lnTo>
                  <a:pt x="1466850" y="952500"/>
                </a:lnTo>
                <a:close/>
                <a:moveTo>
                  <a:pt x="1857375" y="942975"/>
                </a:moveTo>
                <a:lnTo>
                  <a:pt x="1866900" y="942975"/>
                </a:lnTo>
                <a:lnTo>
                  <a:pt x="1866900" y="952500"/>
                </a:lnTo>
                <a:lnTo>
                  <a:pt x="1857375" y="952500"/>
                </a:lnTo>
                <a:close/>
                <a:moveTo>
                  <a:pt x="1838325" y="952500"/>
                </a:moveTo>
                <a:lnTo>
                  <a:pt x="1857375" y="952500"/>
                </a:lnTo>
                <a:lnTo>
                  <a:pt x="1857375" y="962025"/>
                </a:lnTo>
                <a:lnTo>
                  <a:pt x="1847850" y="962025"/>
                </a:lnTo>
                <a:lnTo>
                  <a:pt x="1847850" y="981075"/>
                </a:lnTo>
                <a:lnTo>
                  <a:pt x="1828800" y="981075"/>
                </a:lnTo>
                <a:lnTo>
                  <a:pt x="1828800" y="990600"/>
                </a:lnTo>
                <a:lnTo>
                  <a:pt x="1800225" y="990600"/>
                </a:lnTo>
                <a:lnTo>
                  <a:pt x="1800225" y="981075"/>
                </a:lnTo>
                <a:lnTo>
                  <a:pt x="1809750" y="981075"/>
                </a:lnTo>
                <a:lnTo>
                  <a:pt x="1809750" y="971550"/>
                </a:lnTo>
                <a:lnTo>
                  <a:pt x="1819275" y="971550"/>
                </a:lnTo>
                <a:lnTo>
                  <a:pt x="1819275" y="962025"/>
                </a:lnTo>
                <a:lnTo>
                  <a:pt x="1838325" y="962025"/>
                </a:lnTo>
                <a:close/>
                <a:moveTo>
                  <a:pt x="400050" y="962025"/>
                </a:moveTo>
                <a:lnTo>
                  <a:pt x="409575" y="962025"/>
                </a:lnTo>
                <a:lnTo>
                  <a:pt x="409575" y="971550"/>
                </a:lnTo>
                <a:lnTo>
                  <a:pt x="400050" y="971550"/>
                </a:lnTo>
                <a:close/>
                <a:moveTo>
                  <a:pt x="942975" y="971550"/>
                </a:moveTo>
                <a:lnTo>
                  <a:pt x="962025" y="971550"/>
                </a:lnTo>
                <a:lnTo>
                  <a:pt x="962025" y="981075"/>
                </a:lnTo>
                <a:lnTo>
                  <a:pt x="990600" y="981075"/>
                </a:lnTo>
                <a:lnTo>
                  <a:pt x="990600" y="990600"/>
                </a:lnTo>
                <a:lnTo>
                  <a:pt x="952500" y="990600"/>
                </a:lnTo>
                <a:lnTo>
                  <a:pt x="952500" y="981075"/>
                </a:lnTo>
                <a:lnTo>
                  <a:pt x="942975" y="981075"/>
                </a:lnTo>
                <a:close/>
                <a:moveTo>
                  <a:pt x="1704975" y="990600"/>
                </a:moveTo>
                <a:lnTo>
                  <a:pt x="1733550" y="990600"/>
                </a:lnTo>
                <a:lnTo>
                  <a:pt x="1733550" y="1000125"/>
                </a:lnTo>
                <a:lnTo>
                  <a:pt x="1704975" y="1000125"/>
                </a:lnTo>
                <a:close/>
                <a:moveTo>
                  <a:pt x="1838325" y="990600"/>
                </a:moveTo>
                <a:lnTo>
                  <a:pt x="1847850" y="990600"/>
                </a:lnTo>
                <a:lnTo>
                  <a:pt x="1847850" y="1000125"/>
                </a:lnTo>
                <a:lnTo>
                  <a:pt x="1895475" y="1000125"/>
                </a:lnTo>
                <a:lnTo>
                  <a:pt x="1895475" y="1038225"/>
                </a:lnTo>
                <a:lnTo>
                  <a:pt x="1876425" y="1038225"/>
                </a:lnTo>
                <a:lnTo>
                  <a:pt x="1876425" y="1028700"/>
                </a:lnTo>
                <a:lnTo>
                  <a:pt x="1866900" y="1028700"/>
                </a:lnTo>
                <a:lnTo>
                  <a:pt x="1866900" y="1038225"/>
                </a:lnTo>
                <a:lnTo>
                  <a:pt x="1847850" y="1038225"/>
                </a:lnTo>
                <a:lnTo>
                  <a:pt x="1847850" y="1028700"/>
                </a:lnTo>
                <a:lnTo>
                  <a:pt x="1838325" y="1028700"/>
                </a:lnTo>
                <a:close/>
                <a:moveTo>
                  <a:pt x="466725" y="1009650"/>
                </a:moveTo>
                <a:lnTo>
                  <a:pt x="476250" y="1009650"/>
                </a:lnTo>
                <a:lnTo>
                  <a:pt x="476250" y="1019175"/>
                </a:lnTo>
                <a:lnTo>
                  <a:pt x="466725" y="1019175"/>
                </a:lnTo>
                <a:close/>
                <a:moveTo>
                  <a:pt x="523875" y="1009650"/>
                </a:moveTo>
                <a:lnTo>
                  <a:pt x="552450" y="1009650"/>
                </a:lnTo>
                <a:lnTo>
                  <a:pt x="552450" y="1019175"/>
                </a:lnTo>
                <a:lnTo>
                  <a:pt x="542925" y="1019175"/>
                </a:lnTo>
                <a:lnTo>
                  <a:pt x="542925" y="1028700"/>
                </a:lnTo>
                <a:lnTo>
                  <a:pt x="523875" y="1028700"/>
                </a:lnTo>
                <a:close/>
                <a:moveTo>
                  <a:pt x="923925" y="1009650"/>
                </a:moveTo>
                <a:lnTo>
                  <a:pt x="933450" y="1009650"/>
                </a:lnTo>
                <a:lnTo>
                  <a:pt x="933450" y="1019175"/>
                </a:lnTo>
                <a:lnTo>
                  <a:pt x="923925" y="1019175"/>
                </a:lnTo>
                <a:close/>
                <a:moveTo>
                  <a:pt x="1304925" y="1019175"/>
                </a:moveTo>
                <a:lnTo>
                  <a:pt x="1323975" y="1019175"/>
                </a:lnTo>
                <a:lnTo>
                  <a:pt x="1323975" y="1047750"/>
                </a:lnTo>
                <a:lnTo>
                  <a:pt x="1304925" y="1047750"/>
                </a:lnTo>
                <a:close/>
                <a:moveTo>
                  <a:pt x="1390650" y="1019175"/>
                </a:moveTo>
                <a:lnTo>
                  <a:pt x="1409700" y="1019175"/>
                </a:lnTo>
                <a:lnTo>
                  <a:pt x="1409700" y="1028700"/>
                </a:lnTo>
                <a:lnTo>
                  <a:pt x="1419225" y="1028700"/>
                </a:lnTo>
                <a:lnTo>
                  <a:pt x="1419225" y="1038225"/>
                </a:lnTo>
                <a:lnTo>
                  <a:pt x="1409700" y="1038225"/>
                </a:lnTo>
                <a:lnTo>
                  <a:pt x="1409700" y="1057275"/>
                </a:lnTo>
                <a:lnTo>
                  <a:pt x="1400175" y="1057275"/>
                </a:lnTo>
                <a:lnTo>
                  <a:pt x="1400175" y="1066800"/>
                </a:lnTo>
                <a:lnTo>
                  <a:pt x="1381125" y="1066800"/>
                </a:lnTo>
                <a:lnTo>
                  <a:pt x="1381125" y="1057275"/>
                </a:lnTo>
                <a:lnTo>
                  <a:pt x="1371600" y="1057275"/>
                </a:lnTo>
                <a:lnTo>
                  <a:pt x="1371600" y="1038225"/>
                </a:lnTo>
                <a:lnTo>
                  <a:pt x="1381125" y="1038225"/>
                </a:lnTo>
                <a:lnTo>
                  <a:pt x="1381125" y="1028700"/>
                </a:lnTo>
                <a:lnTo>
                  <a:pt x="1390650" y="1028700"/>
                </a:lnTo>
                <a:close/>
                <a:moveTo>
                  <a:pt x="904875" y="1028700"/>
                </a:moveTo>
                <a:lnTo>
                  <a:pt x="923925" y="1028700"/>
                </a:lnTo>
                <a:lnTo>
                  <a:pt x="923925" y="1047750"/>
                </a:lnTo>
                <a:lnTo>
                  <a:pt x="914400" y="1047750"/>
                </a:lnTo>
                <a:lnTo>
                  <a:pt x="914400" y="1038225"/>
                </a:lnTo>
                <a:lnTo>
                  <a:pt x="904875" y="1038225"/>
                </a:lnTo>
                <a:close/>
                <a:moveTo>
                  <a:pt x="704850" y="1038225"/>
                </a:moveTo>
                <a:lnTo>
                  <a:pt x="714375" y="1038225"/>
                </a:lnTo>
                <a:lnTo>
                  <a:pt x="714375" y="1057275"/>
                </a:lnTo>
                <a:lnTo>
                  <a:pt x="771525" y="1057275"/>
                </a:lnTo>
                <a:lnTo>
                  <a:pt x="771525" y="1066800"/>
                </a:lnTo>
                <a:lnTo>
                  <a:pt x="752475" y="1066800"/>
                </a:lnTo>
                <a:lnTo>
                  <a:pt x="752475" y="1076325"/>
                </a:lnTo>
                <a:lnTo>
                  <a:pt x="742950" y="1076325"/>
                </a:lnTo>
                <a:lnTo>
                  <a:pt x="742950" y="1066800"/>
                </a:lnTo>
                <a:lnTo>
                  <a:pt x="704850" y="1066800"/>
                </a:lnTo>
                <a:lnTo>
                  <a:pt x="704850" y="1076325"/>
                </a:lnTo>
                <a:lnTo>
                  <a:pt x="695325" y="1076325"/>
                </a:lnTo>
                <a:lnTo>
                  <a:pt x="695325" y="1047750"/>
                </a:lnTo>
                <a:lnTo>
                  <a:pt x="704850" y="1047750"/>
                </a:lnTo>
                <a:close/>
                <a:moveTo>
                  <a:pt x="923925" y="1047750"/>
                </a:moveTo>
                <a:lnTo>
                  <a:pt x="942975" y="1047750"/>
                </a:lnTo>
                <a:lnTo>
                  <a:pt x="942975" y="1057275"/>
                </a:lnTo>
                <a:lnTo>
                  <a:pt x="923925" y="1057275"/>
                </a:lnTo>
                <a:close/>
                <a:moveTo>
                  <a:pt x="1352550" y="1047750"/>
                </a:moveTo>
                <a:lnTo>
                  <a:pt x="1362075" y="1047750"/>
                </a:lnTo>
                <a:lnTo>
                  <a:pt x="1362075" y="1066800"/>
                </a:lnTo>
                <a:lnTo>
                  <a:pt x="1371600" y="1066800"/>
                </a:lnTo>
                <a:lnTo>
                  <a:pt x="1371600" y="1076325"/>
                </a:lnTo>
                <a:lnTo>
                  <a:pt x="1352550" y="1076325"/>
                </a:lnTo>
                <a:lnTo>
                  <a:pt x="1352550" y="1085850"/>
                </a:lnTo>
                <a:lnTo>
                  <a:pt x="1343025" y="1085850"/>
                </a:lnTo>
                <a:lnTo>
                  <a:pt x="1343025" y="1066800"/>
                </a:lnTo>
                <a:lnTo>
                  <a:pt x="1352550" y="1066800"/>
                </a:lnTo>
                <a:close/>
                <a:moveTo>
                  <a:pt x="942975" y="1057275"/>
                </a:moveTo>
                <a:lnTo>
                  <a:pt x="952500" y="1057275"/>
                </a:lnTo>
                <a:lnTo>
                  <a:pt x="952500" y="1066800"/>
                </a:lnTo>
                <a:lnTo>
                  <a:pt x="942975" y="1066800"/>
                </a:lnTo>
                <a:close/>
                <a:moveTo>
                  <a:pt x="523875" y="1066800"/>
                </a:moveTo>
                <a:lnTo>
                  <a:pt x="533400" y="1066800"/>
                </a:lnTo>
                <a:lnTo>
                  <a:pt x="533400" y="1076325"/>
                </a:lnTo>
                <a:lnTo>
                  <a:pt x="523875" y="1076325"/>
                </a:lnTo>
                <a:close/>
                <a:moveTo>
                  <a:pt x="542925" y="1066800"/>
                </a:moveTo>
                <a:lnTo>
                  <a:pt x="561975" y="1066800"/>
                </a:lnTo>
                <a:lnTo>
                  <a:pt x="561975" y="1104900"/>
                </a:lnTo>
                <a:lnTo>
                  <a:pt x="552450" y="1104900"/>
                </a:lnTo>
                <a:lnTo>
                  <a:pt x="552450" y="1095375"/>
                </a:lnTo>
                <a:lnTo>
                  <a:pt x="533400" y="1095375"/>
                </a:lnTo>
                <a:lnTo>
                  <a:pt x="533400" y="1076325"/>
                </a:lnTo>
                <a:lnTo>
                  <a:pt x="542925" y="1076325"/>
                </a:lnTo>
                <a:close/>
                <a:moveTo>
                  <a:pt x="1400175" y="1066800"/>
                </a:moveTo>
                <a:lnTo>
                  <a:pt x="1409700" y="1066800"/>
                </a:lnTo>
                <a:lnTo>
                  <a:pt x="1409700" y="1076325"/>
                </a:lnTo>
                <a:lnTo>
                  <a:pt x="1400175" y="1076325"/>
                </a:lnTo>
                <a:close/>
                <a:moveTo>
                  <a:pt x="638175" y="1076325"/>
                </a:moveTo>
                <a:lnTo>
                  <a:pt x="657225" y="1076325"/>
                </a:lnTo>
                <a:lnTo>
                  <a:pt x="657225" y="1085850"/>
                </a:lnTo>
                <a:lnTo>
                  <a:pt x="647700" y="1085850"/>
                </a:lnTo>
                <a:lnTo>
                  <a:pt x="647700" y="1104900"/>
                </a:lnTo>
                <a:lnTo>
                  <a:pt x="657225" y="1104900"/>
                </a:lnTo>
                <a:lnTo>
                  <a:pt x="657225" y="1133475"/>
                </a:lnTo>
                <a:lnTo>
                  <a:pt x="638175" y="1133475"/>
                </a:lnTo>
                <a:lnTo>
                  <a:pt x="638175" y="1123950"/>
                </a:lnTo>
                <a:lnTo>
                  <a:pt x="647700" y="1123950"/>
                </a:lnTo>
                <a:lnTo>
                  <a:pt x="647700" y="1114425"/>
                </a:lnTo>
                <a:lnTo>
                  <a:pt x="638175" y="1114425"/>
                </a:lnTo>
                <a:lnTo>
                  <a:pt x="638175" y="1104900"/>
                </a:lnTo>
                <a:lnTo>
                  <a:pt x="628650" y="1104900"/>
                </a:lnTo>
                <a:lnTo>
                  <a:pt x="628650" y="1085850"/>
                </a:lnTo>
                <a:lnTo>
                  <a:pt x="638175" y="1085850"/>
                </a:lnTo>
                <a:close/>
                <a:moveTo>
                  <a:pt x="704850" y="1076325"/>
                </a:moveTo>
                <a:lnTo>
                  <a:pt x="714375" y="1076325"/>
                </a:lnTo>
                <a:lnTo>
                  <a:pt x="714375" y="1085850"/>
                </a:lnTo>
                <a:lnTo>
                  <a:pt x="704850" y="1085850"/>
                </a:lnTo>
                <a:close/>
                <a:moveTo>
                  <a:pt x="723900" y="1076325"/>
                </a:moveTo>
                <a:lnTo>
                  <a:pt x="733425" y="1076325"/>
                </a:lnTo>
                <a:lnTo>
                  <a:pt x="733425" y="1085850"/>
                </a:lnTo>
                <a:lnTo>
                  <a:pt x="723900" y="1085850"/>
                </a:lnTo>
                <a:close/>
                <a:moveTo>
                  <a:pt x="1704975" y="1085850"/>
                </a:moveTo>
                <a:lnTo>
                  <a:pt x="1714500" y="1085850"/>
                </a:lnTo>
                <a:lnTo>
                  <a:pt x="1714500" y="1095375"/>
                </a:lnTo>
                <a:lnTo>
                  <a:pt x="1704975" y="1095375"/>
                </a:lnTo>
                <a:close/>
                <a:moveTo>
                  <a:pt x="1685925" y="1095375"/>
                </a:moveTo>
                <a:lnTo>
                  <a:pt x="1704975" y="1095375"/>
                </a:lnTo>
                <a:lnTo>
                  <a:pt x="1704975" y="1114425"/>
                </a:lnTo>
                <a:lnTo>
                  <a:pt x="1714500" y="1114425"/>
                </a:lnTo>
                <a:lnTo>
                  <a:pt x="1714500" y="1123950"/>
                </a:lnTo>
                <a:lnTo>
                  <a:pt x="1685925" y="1123950"/>
                </a:lnTo>
                <a:close/>
                <a:moveTo>
                  <a:pt x="1152525" y="1104900"/>
                </a:moveTo>
                <a:lnTo>
                  <a:pt x="1171575" y="1104900"/>
                </a:lnTo>
                <a:lnTo>
                  <a:pt x="1171575" y="1114425"/>
                </a:lnTo>
                <a:lnTo>
                  <a:pt x="1152525" y="1114425"/>
                </a:lnTo>
                <a:close/>
                <a:moveTo>
                  <a:pt x="1323975" y="1104900"/>
                </a:moveTo>
                <a:lnTo>
                  <a:pt x="1333500" y="1104900"/>
                </a:lnTo>
                <a:lnTo>
                  <a:pt x="1333500" y="1123950"/>
                </a:lnTo>
                <a:lnTo>
                  <a:pt x="1323975" y="1123950"/>
                </a:lnTo>
                <a:close/>
                <a:moveTo>
                  <a:pt x="1457325" y="1104900"/>
                </a:moveTo>
                <a:lnTo>
                  <a:pt x="1466850" y="1104900"/>
                </a:lnTo>
                <a:lnTo>
                  <a:pt x="1466850" y="1114425"/>
                </a:lnTo>
                <a:lnTo>
                  <a:pt x="1457325" y="1114425"/>
                </a:lnTo>
                <a:close/>
                <a:moveTo>
                  <a:pt x="1295400" y="1114425"/>
                </a:moveTo>
                <a:lnTo>
                  <a:pt x="1304925" y="1114425"/>
                </a:lnTo>
                <a:lnTo>
                  <a:pt x="1304925" y="1123950"/>
                </a:lnTo>
                <a:lnTo>
                  <a:pt x="1295400" y="1123950"/>
                </a:lnTo>
                <a:close/>
                <a:moveTo>
                  <a:pt x="1447800" y="1114425"/>
                </a:moveTo>
                <a:lnTo>
                  <a:pt x="1457325" y="1114425"/>
                </a:lnTo>
                <a:lnTo>
                  <a:pt x="1457325" y="1123950"/>
                </a:lnTo>
                <a:lnTo>
                  <a:pt x="1447800" y="1123950"/>
                </a:lnTo>
                <a:close/>
                <a:moveTo>
                  <a:pt x="114300" y="1123950"/>
                </a:moveTo>
                <a:lnTo>
                  <a:pt x="123825" y="1123950"/>
                </a:lnTo>
                <a:lnTo>
                  <a:pt x="123825" y="1133475"/>
                </a:lnTo>
                <a:lnTo>
                  <a:pt x="114300" y="1133475"/>
                </a:lnTo>
                <a:close/>
                <a:moveTo>
                  <a:pt x="419100" y="1123950"/>
                </a:moveTo>
                <a:lnTo>
                  <a:pt x="438150" y="1123950"/>
                </a:lnTo>
                <a:lnTo>
                  <a:pt x="438150" y="1133475"/>
                </a:lnTo>
                <a:lnTo>
                  <a:pt x="447675" y="1133475"/>
                </a:lnTo>
                <a:lnTo>
                  <a:pt x="447675" y="1143000"/>
                </a:lnTo>
                <a:lnTo>
                  <a:pt x="419100" y="1143000"/>
                </a:lnTo>
                <a:close/>
                <a:moveTo>
                  <a:pt x="476250" y="1123950"/>
                </a:moveTo>
                <a:lnTo>
                  <a:pt x="495300" y="1123950"/>
                </a:lnTo>
                <a:lnTo>
                  <a:pt x="495300" y="1152525"/>
                </a:lnTo>
                <a:lnTo>
                  <a:pt x="485775" y="1152525"/>
                </a:lnTo>
                <a:lnTo>
                  <a:pt x="485775" y="1133475"/>
                </a:lnTo>
                <a:lnTo>
                  <a:pt x="476250" y="1133475"/>
                </a:lnTo>
                <a:close/>
                <a:moveTo>
                  <a:pt x="847725" y="1123950"/>
                </a:moveTo>
                <a:lnTo>
                  <a:pt x="866775" y="1123950"/>
                </a:lnTo>
                <a:lnTo>
                  <a:pt x="866775" y="1133475"/>
                </a:lnTo>
                <a:lnTo>
                  <a:pt x="847725" y="1133475"/>
                </a:lnTo>
                <a:close/>
                <a:moveTo>
                  <a:pt x="523875" y="1143000"/>
                </a:moveTo>
                <a:lnTo>
                  <a:pt x="533400" y="1143000"/>
                </a:lnTo>
                <a:lnTo>
                  <a:pt x="533400" y="1152525"/>
                </a:lnTo>
                <a:lnTo>
                  <a:pt x="542925" y="1152525"/>
                </a:lnTo>
                <a:lnTo>
                  <a:pt x="542925" y="1162050"/>
                </a:lnTo>
                <a:lnTo>
                  <a:pt x="523875" y="1162050"/>
                </a:lnTo>
                <a:close/>
                <a:moveTo>
                  <a:pt x="857250" y="1143000"/>
                </a:moveTo>
                <a:lnTo>
                  <a:pt x="866775" y="1143000"/>
                </a:lnTo>
                <a:lnTo>
                  <a:pt x="866775" y="1152525"/>
                </a:lnTo>
                <a:lnTo>
                  <a:pt x="857250" y="1152525"/>
                </a:lnTo>
                <a:close/>
                <a:moveTo>
                  <a:pt x="952500" y="1143000"/>
                </a:moveTo>
                <a:lnTo>
                  <a:pt x="990600" y="1143000"/>
                </a:lnTo>
                <a:lnTo>
                  <a:pt x="990600" y="1162050"/>
                </a:lnTo>
                <a:lnTo>
                  <a:pt x="1000125" y="1162050"/>
                </a:lnTo>
                <a:lnTo>
                  <a:pt x="1000125" y="1171575"/>
                </a:lnTo>
                <a:lnTo>
                  <a:pt x="981075" y="1171575"/>
                </a:lnTo>
                <a:lnTo>
                  <a:pt x="981075" y="1152525"/>
                </a:lnTo>
                <a:lnTo>
                  <a:pt x="971550" y="1152525"/>
                </a:lnTo>
                <a:lnTo>
                  <a:pt x="971550" y="1162050"/>
                </a:lnTo>
                <a:lnTo>
                  <a:pt x="962025" y="1162050"/>
                </a:lnTo>
                <a:lnTo>
                  <a:pt x="962025" y="1152525"/>
                </a:lnTo>
                <a:lnTo>
                  <a:pt x="952500" y="1152525"/>
                </a:lnTo>
                <a:close/>
                <a:moveTo>
                  <a:pt x="1219200" y="1143000"/>
                </a:moveTo>
                <a:lnTo>
                  <a:pt x="1228725" y="1143000"/>
                </a:lnTo>
                <a:lnTo>
                  <a:pt x="1228725" y="1152525"/>
                </a:lnTo>
                <a:lnTo>
                  <a:pt x="1219200" y="1152525"/>
                </a:lnTo>
                <a:close/>
                <a:moveTo>
                  <a:pt x="304800" y="1152525"/>
                </a:moveTo>
                <a:lnTo>
                  <a:pt x="314325" y="1152525"/>
                </a:lnTo>
                <a:lnTo>
                  <a:pt x="314325" y="1162050"/>
                </a:lnTo>
                <a:lnTo>
                  <a:pt x="342900" y="1162050"/>
                </a:lnTo>
                <a:lnTo>
                  <a:pt x="342900" y="1171575"/>
                </a:lnTo>
                <a:lnTo>
                  <a:pt x="333375" y="1171575"/>
                </a:lnTo>
                <a:lnTo>
                  <a:pt x="333375" y="1181100"/>
                </a:lnTo>
                <a:lnTo>
                  <a:pt x="314325" y="1181100"/>
                </a:lnTo>
                <a:lnTo>
                  <a:pt x="314325" y="1171575"/>
                </a:lnTo>
                <a:lnTo>
                  <a:pt x="304800" y="1171575"/>
                </a:lnTo>
                <a:close/>
                <a:moveTo>
                  <a:pt x="466725" y="1152525"/>
                </a:moveTo>
                <a:lnTo>
                  <a:pt x="476250" y="1152525"/>
                </a:lnTo>
                <a:lnTo>
                  <a:pt x="476250" y="1162050"/>
                </a:lnTo>
                <a:lnTo>
                  <a:pt x="466725" y="1162050"/>
                </a:lnTo>
                <a:close/>
                <a:moveTo>
                  <a:pt x="876300" y="1152525"/>
                </a:moveTo>
                <a:lnTo>
                  <a:pt x="885825" y="1152525"/>
                </a:lnTo>
                <a:lnTo>
                  <a:pt x="885825" y="1162050"/>
                </a:lnTo>
                <a:lnTo>
                  <a:pt x="876300" y="1162050"/>
                </a:lnTo>
                <a:close/>
                <a:moveTo>
                  <a:pt x="1162050" y="1152525"/>
                </a:moveTo>
                <a:lnTo>
                  <a:pt x="1181100" y="1152525"/>
                </a:lnTo>
                <a:lnTo>
                  <a:pt x="1181100" y="1171575"/>
                </a:lnTo>
                <a:lnTo>
                  <a:pt x="1171575" y="1171575"/>
                </a:lnTo>
                <a:lnTo>
                  <a:pt x="1171575" y="1162050"/>
                </a:lnTo>
                <a:lnTo>
                  <a:pt x="1162050" y="1162050"/>
                </a:lnTo>
                <a:close/>
                <a:moveTo>
                  <a:pt x="1228725" y="1152525"/>
                </a:moveTo>
                <a:lnTo>
                  <a:pt x="1238250" y="1152525"/>
                </a:lnTo>
                <a:lnTo>
                  <a:pt x="1238250" y="1162050"/>
                </a:lnTo>
                <a:lnTo>
                  <a:pt x="1247775" y="1162050"/>
                </a:lnTo>
                <a:lnTo>
                  <a:pt x="1247775" y="1171575"/>
                </a:lnTo>
                <a:lnTo>
                  <a:pt x="1228725" y="1171575"/>
                </a:lnTo>
                <a:close/>
                <a:moveTo>
                  <a:pt x="1876425" y="1152525"/>
                </a:moveTo>
                <a:lnTo>
                  <a:pt x="1885950" y="1152525"/>
                </a:lnTo>
                <a:lnTo>
                  <a:pt x="1885950" y="1162050"/>
                </a:lnTo>
                <a:lnTo>
                  <a:pt x="1905000" y="1162050"/>
                </a:lnTo>
                <a:lnTo>
                  <a:pt x="1905000" y="1171575"/>
                </a:lnTo>
                <a:lnTo>
                  <a:pt x="1895475" y="1171575"/>
                </a:lnTo>
                <a:lnTo>
                  <a:pt x="1895475" y="1181100"/>
                </a:lnTo>
                <a:lnTo>
                  <a:pt x="1885950" y="1181100"/>
                </a:lnTo>
                <a:lnTo>
                  <a:pt x="1885950" y="1190625"/>
                </a:lnTo>
                <a:lnTo>
                  <a:pt x="1866900" y="1190625"/>
                </a:lnTo>
                <a:lnTo>
                  <a:pt x="1866900" y="1171575"/>
                </a:lnTo>
                <a:lnTo>
                  <a:pt x="1876425" y="1171575"/>
                </a:lnTo>
                <a:close/>
                <a:moveTo>
                  <a:pt x="342900" y="1171575"/>
                </a:moveTo>
                <a:lnTo>
                  <a:pt x="361950" y="1171575"/>
                </a:lnTo>
                <a:lnTo>
                  <a:pt x="361950" y="1181100"/>
                </a:lnTo>
                <a:lnTo>
                  <a:pt x="371475" y="1181100"/>
                </a:lnTo>
                <a:lnTo>
                  <a:pt x="371475" y="1190625"/>
                </a:lnTo>
                <a:lnTo>
                  <a:pt x="352425" y="1190625"/>
                </a:lnTo>
                <a:lnTo>
                  <a:pt x="352425" y="1181100"/>
                </a:lnTo>
                <a:lnTo>
                  <a:pt x="342900" y="1181100"/>
                </a:lnTo>
                <a:close/>
                <a:moveTo>
                  <a:pt x="1247775" y="1171575"/>
                </a:moveTo>
                <a:lnTo>
                  <a:pt x="1257300" y="1171575"/>
                </a:lnTo>
                <a:lnTo>
                  <a:pt x="1257300" y="1181100"/>
                </a:lnTo>
                <a:lnTo>
                  <a:pt x="1247775" y="1181100"/>
                </a:lnTo>
                <a:close/>
                <a:moveTo>
                  <a:pt x="1181100" y="1190625"/>
                </a:moveTo>
                <a:lnTo>
                  <a:pt x="1200150" y="1190625"/>
                </a:lnTo>
                <a:lnTo>
                  <a:pt x="1200150" y="1209675"/>
                </a:lnTo>
                <a:lnTo>
                  <a:pt x="1190625" y="1209675"/>
                </a:lnTo>
                <a:lnTo>
                  <a:pt x="1190625" y="1200150"/>
                </a:lnTo>
                <a:lnTo>
                  <a:pt x="1181100" y="1200150"/>
                </a:lnTo>
                <a:close/>
                <a:moveTo>
                  <a:pt x="962025" y="1200150"/>
                </a:moveTo>
                <a:lnTo>
                  <a:pt x="971550" y="1200150"/>
                </a:lnTo>
                <a:lnTo>
                  <a:pt x="971550" y="1209675"/>
                </a:lnTo>
                <a:lnTo>
                  <a:pt x="962025" y="1209675"/>
                </a:lnTo>
                <a:close/>
                <a:moveTo>
                  <a:pt x="981075" y="1209675"/>
                </a:moveTo>
                <a:lnTo>
                  <a:pt x="990600" y="1209675"/>
                </a:lnTo>
                <a:lnTo>
                  <a:pt x="990600" y="1219200"/>
                </a:lnTo>
                <a:lnTo>
                  <a:pt x="981075" y="1219200"/>
                </a:lnTo>
                <a:close/>
                <a:moveTo>
                  <a:pt x="1209675" y="1209675"/>
                </a:moveTo>
                <a:lnTo>
                  <a:pt x="1219200" y="1209675"/>
                </a:lnTo>
                <a:lnTo>
                  <a:pt x="1219200" y="1219200"/>
                </a:lnTo>
                <a:lnTo>
                  <a:pt x="1209675" y="1219200"/>
                </a:lnTo>
                <a:close/>
                <a:moveTo>
                  <a:pt x="123825" y="1219200"/>
                </a:moveTo>
                <a:lnTo>
                  <a:pt x="133350" y="1219200"/>
                </a:lnTo>
                <a:lnTo>
                  <a:pt x="133350" y="1228725"/>
                </a:lnTo>
                <a:lnTo>
                  <a:pt x="123825" y="1228725"/>
                </a:lnTo>
                <a:close/>
                <a:moveTo>
                  <a:pt x="342900" y="1219200"/>
                </a:moveTo>
                <a:lnTo>
                  <a:pt x="371475" y="1219200"/>
                </a:lnTo>
                <a:lnTo>
                  <a:pt x="371475" y="1238250"/>
                </a:lnTo>
                <a:lnTo>
                  <a:pt x="361950" y="1238250"/>
                </a:lnTo>
                <a:lnTo>
                  <a:pt x="361950" y="1228725"/>
                </a:lnTo>
                <a:lnTo>
                  <a:pt x="352425" y="1228725"/>
                </a:lnTo>
                <a:lnTo>
                  <a:pt x="352425" y="1238250"/>
                </a:lnTo>
                <a:lnTo>
                  <a:pt x="342900" y="1238250"/>
                </a:lnTo>
                <a:close/>
                <a:moveTo>
                  <a:pt x="781050" y="1219200"/>
                </a:moveTo>
                <a:lnTo>
                  <a:pt x="790575" y="1219200"/>
                </a:lnTo>
                <a:lnTo>
                  <a:pt x="790575" y="1238250"/>
                </a:lnTo>
                <a:lnTo>
                  <a:pt x="781050" y="1238250"/>
                </a:lnTo>
                <a:close/>
                <a:moveTo>
                  <a:pt x="838200" y="1228725"/>
                </a:moveTo>
                <a:lnTo>
                  <a:pt x="847725" y="1228725"/>
                </a:lnTo>
                <a:lnTo>
                  <a:pt x="847725" y="1238250"/>
                </a:lnTo>
                <a:lnTo>
                  <a:pt x="857250" y="1238250"/>
                </a:lnTo>
                <a:lnTo>
                  <a:pt x="857250" y="1257300"/>
                </a:lnTo>
                <a:lnTo>
                  <a:pt x="819150" y="1257300"/>
                </a:lnTo>
                <a:lnTo>
                  <a:pt x="819150" y="1247775"/>
                </a:lnTo>
                <a:lnTo>
                  <a:pt x="828675" y="1247775"/>
                </a:lnTo>
                <a:lnTo>
                  <a:pt x="828675" y="1238250"/>
                </a:lnTo>
                <a:lnTo>
                  <a:pt x="838200" y="1238250"/>
                </a:lnTo>
                <a:close/>
                <a:moveTo>
                  <a:pt x="1714500" y="1228725"/>
                </a:moveTo>
                <a:lnTo>
                  <a:pt x="1733550" y="1228725"/>
                </a:lnTo>
                <a:lnTo>
                  <a:pt x="1733550" y="1238250"/>
                </a:lnTo>
                <a:lnTo>
                  <a:pt x="1714500" y="1238250"/>
                </a:lnTo>
                <a:close/>
                <a:moveTo>
                  <a:pt x="171450" y="1238250"/>
                </a:moveTo>
                <a:lnTo>
                  <a:pt x="180975" y="1238250"/>
                </a:lnTo>
                <a:lnTo>
                  <a:pt x="180975" y="1247775"/>
                </a:lnTo>
                <a:lnTo>
                  <a:pt x="171450" y="1247775"/>
                </a:lnTo>
                <a:close/>
                <a:moveTo>
                  <a:pt x="790575" y="1238250"/>
                </a:moveTo>
                <a:lnTo>
                  <a:pt x="800100" y="1238250"/>
                </a:lnTo>
                <a:lnTo>
                  <a:pt x="800100" y="1247775"/>
                </a:lnTo>
                <a:lnTo>
                  <a:pt x="790575" y="1247775"/>
                </a:lnTo>
                <a:close/>
                <a:moveTo>
                  <a:pt x="1447800" y="1238250"/>
                </a:moveTo>
                <a:lnTo>
                  <a:pt x="1457325" y="1238250"/>
                </a:lnTo>
                <a:lnTo>
                  <a:pt x="1457325" y="1247775"/>
                </a:lnTo>
                <a:lnTo>
                  <a:pt x="1447800" y="1247775"/>
                </a:lnTo>
                <a:close/>
                <a:moveTo>
                  <a:pt x="809625" y="1257300"/>
                </a:moveTo>
                <a:lnTo>
                  <a:pt x="819150" y="1257300"/>
                </a:lnTo>
                <a:lnTo>
                  <a:pt x="819150" y="1266825"/>
                </a:lnTo>
                <a:lnTo>
                  <a:pt x="809625" y="1266825"/>
                </a:lnTo>
                <a:close/>
                <a:moveTo>
                  <a:pt x="1352550" y="1257300"/>
                </a:moveTo>
                <a:lnTo>
                  <a:pt x="1381125" y="1257300"/>
                </a:lnTo>
                <a:lnTo>
                  <a:pt x="1381125" y="1276350"/>
                </a:lnTo>
                <a:lnTo>
                  <a:pt x="1352550" y="1276350"/>
                </a:lnTo>
                <a:close/>
                <a:moveTo>
                  <a:pt x="1428750" y="1257300"/>
                </a:moveTo>
                <a:lnTo>
                  <a:pt x="1447800" y="1257300"/>
                </a:lnTo>
                <a:lnTo>
                  <a:pt x="1447800" y="1266825"/>
                </a:lnTo>
                <a:lnTo>
                  <a:pt x="1438275" y="1266825"/>
                </a:lnTo>
                <a:lnTo>
                  <a:pt x="1438275" y="1276350"/>
                </a:lnTo>
                <a:lnTo>
                  <a:pt x="1428750" y="1276350"/>
                </a:lnTo>
                <a:close/>
                <a:moveTo>
                  <a:pt x="1419225" y="1276350"/>
                </a:moveTo>
                <a:lnTo>
                  <a:pt x="1428750" y="1276350"/>
                </a:lnTo>
                <a:lnTo>
                  <a:pt x="1428750" y="1314450"/>
                </a:lnTo>
                <a:lnTo>
                  <a:pt x="1409700" y="1314450"/>
                </a:lnTo>
                <a:lnTo>
                  <a:pt x="1409700" y="1323975"/>
                </a:lnTo>
                <a:lnTo>
                  <a:pt x="1390650" y="1323975"/>
                </a:lnTo>
                <a:lnTo>
                  <a:pt x="1390650" y="1314450"/>
                </a:lnTo>
                <a:lnTo>
                  <a:pt x="1371600" y="1314450"/>
                </a:lnTo>
                <a:lnTo>
                  <a:pt x="1371600" y="1295400"/>
                </a:lnTo>
                <a:lnTo>
                  <a:pt x="1409700" y="1295400"/>
                </a:lnTo>
                <a:lnTo>
                  <a:pt x="1409700" y="1304925"/>
                </a:lnTo>
                <a:lnTo>
                  <a:pt x="1419225" y="1304925"/>
                </a:lnTo>
                <a:close/>
                <a:moveTo>
                  <a:pt x="1952625" y="1276350"/>
                </a:moveTo>
                <a:lnTo>
                  <a:pt x="1971675" y="1276350"/>
                </a:lnTo>
                <a:lnTo>
                  <a:pt x="1971675" y="1285875"/>
                </a:lnTo>
                <a:lnTo>
                  <a:pt x="1952625" y="1285875"/>
                </a:lnTo>
                <a:close/>
                <a:moveTo>
                  <a:pt x="352425" y="1285875"/>
                </a:moveTo>
                <a:lnTo>
                  <a:pt x="361950" y="1285875"/>
                </a:lnTo>
                <a:lnTo>
                  <a:pt x="361950" y="1295400"/>
                </a:lnTo>
                <a:lnTo>
                  <a:pt x="352425" y="1295400"/>
                </a:lnTo>
                <a:close/>
                <a:moveTo>
                  <a:pt x="790575" y="1285875"/>
                </a:moveTo>
                <a:lnTo>
                  <a:pt x="800100" y="1285875"/>
                </a:lnTo>
                <a:lnTo>
                  <a:pt x="800100" y="1295400"/>
                </a:lnTo>
                <a:lnTo>
                  <a:pt x="790575" y="1295400"/>
                </a:lnTo>
                <a:close/>
                <a:moveTo>
                  <a:pt x="342900" y="1295400"/>
                </a:moveTo>
                <a:lnTo>
                  <a:pt x="352425" y="1295400"/>
                </a:lnTo>
                <a:lnTo>
                  <a:pt x="352425" y="1304925"/>
                </a:lnTo>
                <a:lnTo>
                  <a:pt x="342900" y="1304925"/>
                </a:lnTo>
                <a:close/>
                <a:moveTo>
                  <a:pt x="771525" y="1295400"/>
                </a:moveTo>
                <a:lnTo>
                  <a:pt x="781050" y="1295400"/>
                </a:lnTo>
                <a:lnTo>
                  <a:pt x="781050" y="1304925"/>
                </a:lnTo>
                <a:lnTo>
                  <a:pt x="790575" y="1304925"/>
                </a:lnTo>
                <a:lnTo>
                  <a:pt x="790575" y="1314450"/>
                </a:lnTo>
                <a:lnTo>
                  <a:pt x="781050" y="1314450"/>
                </a:lnTo>
                <a:lnTo>
                  <a:pt x="781050" y="1323975"/>
                </a:lnTo>
                <a:lnTo>
                  <a:pt x="762000" y="1323975"/>
                </a:lnTo>
                <a:lnTo>
                  <a:pt x="762000" y="1314450"/>
                </a:lnTo>
                <a:lnTo>
                  <a:pt x="771525" y="1314450"/>
                </a:lnTo>
                <a:close/>
                <a:moveTo>
                  <a:pt x="1504950" y="1295400"/>
                </a:moveTo>
                <a:lnTo>
                  <a:pt x="1514475" y="1295400"/>
                </a:lnTo>
                <a:lnTo>
                  <a:pt x="1514475" y="1304925"/>
                </a:lnTo>
                <a:lnTo>
                  <a:pt x="1504950" y="1304925"/>
                </a:lnTo>
                <a:close/>
                <a:moveTo>
                  <a:pt x="1314450" y="1333500"/>
                </a:moveTo>
                <a:lnTo>
                  <a:pt x="1333500" y="1333500"/>
                </a:lnTo>
                <a:lnTo>
                  <a:pt x="1333500" y="1343025"/>
                </a:lnTo>
                <a:lnTo>
                  <a:pt x="1314450" y="1343025"/>
                </a:lnTo>
                <a:close/>
                <a:moveTo>
                  <a:pt x="609600" y="1343025"/>
                </a:moveTo>
                <a:lnTo>
                  <a:pt x="619125" y="1343025"/>
                </a:lnTo>
                <a:lnTo>
                  <a:pt x="619125" y="1352550"/>
                </a:lnTo>
                <a:lnTo>
                  <a:pt x="628650" y="1352550"/>
                </a:lnTo>
                <a:lnTo>
                  <a:pt x="628650" y="1371600"/>
                </a:lnTo>
                <a:lnTo>
                  <a:pt x="619125" y="1371600"/>
                </a:lnTo>
                <a:lnTo>
                  <a:pt x="619125" y="1362075"/>
                </a:lnTo>
                <a:lnTo>
                  <a:pt x="600075" y="1362075"/>
                </a:lnTo>
                <a:lnTo>
                  <a:pt x="600075" y="1352550"/>
                </a:lnTo>
                <a:lnTo>
                  <a:pt x="609600" y="1352550"/>
                </a:lnTo>
                <a:close/>
                <a:moveTo>
                  <a:pt x="819150" y="1343025"/>
                </a:moveTo>
                <a:lnTo>
                  <a:pt x="838200" y="1343025"/>
                </a:lnTo>
                <a:lnTo>
                  <a:pt x="838200" y="1352550"/>
                </a:lnTo>
                <a:lnTo>
                  <a:pt x="819150" y="1352550"/>
                </a:lnTo>
                <a:close/>
                <a:moveTo>
                  <a:pt x="1419225" y="1343025"/>
                </a:moveTo>
                <a:lnTo>
                  <a:pt x="1428750" y="1343025"/>
                </a:lnTo>
                <a:lnTo>
                  <a:pt x="1428750" y="1352550"/>
                </a:lnTo>
                <a:lnTo>
                  <a:pt x="1419225" y="1352550"/>
                </a:lnTo>
                <a:close/>
                <a:moveTo>
                  <a:pt x="542925" y="1352550"/>
                </a:moveTo>
                <a:lnTo>
                  <a:pt x="561975" y="1352550"/>
                </a:lnTo>
                <a:lnTo>
                  <a:pt x="561975" y="1362075"/>
                </a:lnTo>
                <a:lnTo>
                  <a:pt x="542925" y="1362075"/>
                </a:lnTo>
                <a:close/>
                <a:moveTo>
                  <a:pt x="1314450" y="1362075"/>
                </a:moveTo>
                <a:lnTo>
                  <a:pt x="1323975" y="1362075"/>
                </a:lnTo>
                <a:lnTo>
                  <a:pt x="1323975" y="1371600"/>
                </a:lnTo>
                <a:lnTo>
                  <a:pt x="1314450" y="1371600"/>
                </a:lnTo>
                <a:close/>
                <a:moveTo>
                  <a:pt x="209550" y="1371600"/>
                </a:moveTo>
                <a:lnTo>
                  <a:pt x="219075" y="1371600"/>
                </a:lnTo>
                <a:lnTo>
                  <a:pt x="219075" y="1390650"/>
                </a:lnTo>
                <a:lnTo>
                  <a:pt x="238125" y="1390650"/>
                </a:lnTo>
                <a:lnTo>
                  <a:pt x="238125" y="1400175"/>
                </a:lnTo>
                <a:lnTo>
                  <a:pt x="219075" y="1400175"/>
                </a:lnTo>
                <a:lnTo>
                  <a:pt x="219075" y="1409700"/>
                </a:lnTo>
                <a:lnTo>
                  <a:pt x="209550" y="1409700"/>
                </a:lnTo>
                <a:lnTo>
                  <a:pt x="209550" y="1419225"/>
                </a:lnTo>
                <a:lnTo>
                  <a:pt x="200025" y="1419225"/>
                </a:lnTo>
                <a:lnTo>
                  <a:pt x="200025" y="1428750"/>
                </a:lnTo>
                <a:lnTo>
                  <a:pt x="190500" y="1428750"/>
                </a:lnTo>
                <a:lnTo>
                  <a:pt x="190500" y="1419225"/>
                </a:lnTo>
                <a:lnTo>
                  <a:pt x="180975" y="1419225"/>
                </a:lnTo>
                <a:lnTo>
                  <a:pt x="180975" y="1400175"/>
                </a:lnTo>
                <a:lnTo>
                  <a:pt x="209550" y="1400175"/>
                </a:lnTo>
                <a:close/>
                <a:moveTo>
                  <a:pt x="628650" y="1371600"/>
                </a:moveTo>
                <a:lnTo>
                  <a:pt x="638175" y="1371600"/>
                </a:lnTo>
                <a:lnTo>
                  <a:pt x="638175" y="1381125"/>
                </a:lnTo>
                <a:lnTo>
                  <a:pt x="628650" y="1381125"/>
                </a:lnTo>
                <a:close/>
                <a:moveTo>
                  <a:pt x="723900" y="1371600"/>
                </a:moveTo>
                <a:lnTo>
                  <a:pt x="733425" y="1371600"/>
                </a:lnTo>
                <a:lnTo>
                  <a:pt x="733425" y="1381125"/>
                </a:lnTo>
                <a:lnTo>
                  <a:pt x="723900" y="1381125"/>
                </a:lnTo>
                <a:close/>
                <a:moveTo>
                  <a:pt x="1266825" y="1371600"/>
                </a:moveTo>
                <a:lnTo>
                  <a:pt x="1295400" y="1371600"/>
                </a:lnTo>
                <a:lnTo>
                  <a:pt x="1295400" y="1390650"/>
                </a:lnTo>
                <a:lnTo>
                  <a:pt x="1285875" y="1390650"/>
                </a:lnTo>
                <a:lnTo>
                  <a:pt x="1285875" y="1381125"/>
                </a:lnTo>
                <a:lnTo>
                  <a:pt x="1266825" y="1381125"/>
                </a:lnTo>
                <a:close/>
                <a:moveTo>
                  <a:pt x="1895475" y="1371600"/>
                </a:moveTo>
                <a:lnTo>
                  <a:pt x="1905000" y="1371600"/>
                </a:lnTo>
                <a:lnTo>
                  <a:pt x="1905000" y="1381125"/>
                </a:lnTo>
                <a:lnTo>
                  <a:pt x="1914525" y="1381125"/>
                </a:lnTo>
                <a:lnTo>
                  <a:pt x="1914525" y="1390650"/>
                </a:lnTo>
                <a:lnTo>
                  <a:pt x="1895475" y="1390650"/>
                </a:lnTo>
                <a:close/>
                <a:moveTo>
                  <a:pt x="504825" y="1381125"/>
                </a:moveTo>
                <a:lnTo>
                  <a:pt x="514350" y="1381125"/>
                </a:lnTo>
                <a:lnTo>
                  <a:pt x="514350" y="1390650"/>
                </a:lnTo>
                <a:lnTo>
                  <a:pt x="504825" y="1390650"/>
                </a:lnTo>
                <a:close/>
                <a:moveTo>
                  <a:pt x="533400" y="1381125"/>
                </a:moveTo>
                <a:lnTo>
                  <a:pt x="542925" y="1381125"/>
                </a:lnTo>
                <a:lnTo>
                  <a:pt x="542925" y="1390650"/>
                </a:lnTo>
                <a:lnTo>
                  <a:pt x="533400" y="1390650"/>
                </a:lnTo>
                <a:close/>
                <a:moveTo>
                  <a:pt x="1057275" y="1381125"/>
                </a:moveTo>
                <a:lnTo>
                  <a:pt x="1076325" y="1381125"/>
                </a:lnTo>
                <a:lnTo>
                  <a:pt x="1076325" y="1390650"/>
                </a:lnTo>
                <a:lnTo>
                  <a:pt x="1057275" y="1390650"/>
                </a:lnTo>
                <a:close/>
                <a:moveTo>
                  <a:pt x="1857375" y="1381125"/>
                </a:moveTo>
                <a:lnTo>
                  <a:pt x="1866900" y="1381125"/>
                </a:lnTo>
                <a:lnTo>
                  <a:pt x="1866900" y="1400175"/>
                </a:lnTo>
                <a:lnTo>
                  <a:pt x="1857375" y="1400175"/>
                </a:lnTo>
                <a:close/>
                <a:moveTo>
                  <a:pt x="542925" y="1390650"/>
                </a:moveTo>
                <a:lnTo>
                  <a:pt x="552450" y="1390650"/>
                </a:lnTo>
                <a:lnTo>
                  <a:pt x="552450" y="1400175"/>
                </a:lnTo>
                <a:lnTo>
                  <a:pt x="581025" y="1400175"/>
                </a:lnTo>
                <a:lnTo>
                  <a:pt x="581025" y="1409700"/>
                </a:lnTo>
                <a:lnTo>
                  <a:pt x="571500" y="1409700"/>
                </a:lnTo>
                <a:lnTo>
                  <a:pt x="571500" y="1419225"/>
                </a:lnTo>
                <a:lnTo>
                  <a:pt x="542925" y="1419225"/>
                </a:lnTo>
                <a:close/>
                <a:moveTo>
                  <a:pt x="1266825" y="1390650"/>
                </a:moveTo>
                <a:lnTo>
                  <a:pt x="1276350" y="1390650"/>
                </a:lnTo>
                <a:lnTo>
                  <a:pt x="1276350" y="1419225"/>
                </a:lnTo>
                <a:lnTo>
                  <a:pt x="1266825" y="1419225"/>
                </a:lnTo>
                <a:close/>
                <a:moveTo>
                  <a:pt x="1362075" y="1390650"/>
                </a:moveTo>
                <a:lnTo>
                  <a:pt x="1381125" y="1390650"/>
                </a:lnTo>
                <a:lnTo>
                  <a:pt x="1381125" y="1400175"/>
                </a:lnTo>
                <a:lnTo>
                  <a:pt x="1362075" y="1400175"/>
                </a:lnTo>
                <a:close/>
                <a:moveTo>
                  <a:pt x="1876425" y="1390650"/>
                </a:moveTo>
                <a:lnTo>
                  <a:pt x="1895475" y="1390650"/>
                </a:lnTo>
                <a:lnTo>
                  <a:pt x="1895475" y="1409700"/>
                </a:lnTo>
                <a:lnTo>
                  <a:pt x="1876425" y="1409700"/>
                </a:lnTo>
                <a:close/>
                <a:moveTo>
                  <a:pt x="504825" y="1409700"/>
                </a:moveTo>
                <a:lnTo>
                  <a:pt x="523875" y="1409700"/>
                </a:lnTo>
                <a:lnTo>
                  <a:pt x="523875" y="1447800"/>
                </a:lnTo>
                <a:lnTo>
                  <a:pt x="514350" y="1447800"/>
                </a:lnTo>
                <a:lnTo>
                  <a:pt x="514350" y="1438275"/>
                </a:lnTo>
                <a:lnTo>
                  <a:pt x="485775" y="1438275"/>
                </a:lnTo>
                <a:lnTo>
                  <a:pt x="485775" y="1419225"/>
                </a:lnTo>
                <a:lnTo>
                  <a:pt x="504825" y="1419225"/>
                </a:lnTo>
                <a:close/>
                <a:moveTo>
                  <a:pt x="1847850" y="1409700"/>
                </a:moveTo>
                <a:lnTo>
                  <a:pt x="1857375" y="1409700"/>
                </a:lnTo>
                <a:lnTo>
                  <a:pt x="1857375" y="1428750"/>
                </a:lnTo>
                <a:lnTo>
                  <a:pt x="1847850" y="1428750"/>
                </a:lnTo>
                <a:close/>
                <a:moveTo>
                  <a:pt x="1066800" y="1419225"/>
                </a:moveTo>
                <a:lnTo>
                  <a:pt x="1076325" y="1419225"/>
                </a:lnTo>
                <a:lnTo>
                  <a:pt x="1076325" y="1428750"/>
                </a:lnTo>
                <a:lnTo>
                  <a:pt x="1066800" y="1428750"/>
                </a:lnTo>
                <a:close/>
                <a:moveTo>
                  <a:pt x="1181100" y="1419225"/>
                </a:moveTo>
                <a:lnTo>
                  <a:pt x="1200150" y="1419225"/>
                </a:lnTo>
                <a:lnTo>
                  <a:pt x="1200150" y="1428750"/>
                </a:lnTo>
                <a:lnTo>
                  <a:pt x="1209675" y="1428750"/>
                </a:lnTo>
                <a:lnTo>
                  <a:pt x="1209675" y="1438275"/>
                </a:lnTo>
                <a:lnTo>
                  <a:pt x="1171575" y="1438275"/>
                </a:lnTo>
                <a:lnTo>
                  <a:pt x="1171575" y="1428750"/>
                </a:lnTo>
                <a:lnTo>
                  <a:pt x="1181100" y="1428750"/>
                </a:lnTo>
                <a:close/>
                <a:moveTo>
                  <a:pt x="1076325" y="1428750"/>
                </a:moveTo>
                <a:lnTo>
                  <a:pt x="1095375" y="1428750"/>
                </a:lnTo>
                <a:lnTo>
                  <a:pt x="1095375" y="1438275"/>
                </a:lnTo>
                <a:lnTo>
                  <a:pt x="1104900" y="1438275"/>
                </a:lnTo>
                <a:lnTo>
                  <a:pt x="1104900" y="1428750"/>
                </a:lnTo>
                <a:lnTo>
                  <a:pt x="1114425" y="1428750"/>
                </a:lnTo>
                <a:lnTo>
                  <a:pt x="1114425" y="1447800"/>
                </a:lnTo>
                <a:lnTo>
                  <a:pt x="1104900" y="1447800"/>
                </a:lnTo>
                <a:lnTo>
                  <a:pt x="1104900" y="1457325"/>
                </a:lnTo>
                <a:lnTo>
                  <a:pt x="1085850" y="1457325"/>
                </a:lnTo>
                <a:lnTo>
                  <a:pt x="1085850" y="1447800"/>
                </a:lnTo>
                <a:lnTo>
                  <a:pt x="1076325" y="1447800"/>
                </a:lnTo>
                <a:close/>
                <a:moveTo>
                  <a:pt x="1219200" y="1428750"/>
                </a:moveTo>
                <a:lnTo>
                  <a:pt x="1228725" y="1428750"/>
                </a:lnTo>
                <a:lnTo>
                  <a:pt x="1228725" y="1438275"/>
                </a:lnTo>
                <a:lnTo>
                  <a:pt x="1219200" y="1438275"/>
                </a:lnTo>
                <a:close/>
                <a:moveTo>
                  <a:pt x="1371600" y="1428750"/>
                </a:moveTo>
                <a:lnTo>
                  <a:pt x="1381125" y="1428750"/>
                </a:lnTo>
                <a:lnTo>
                  <a:pt x="1381125" y="1438275"/>
                </a:lnTo>
                <a:lnTo>
                  <a:pt x="1371600" y="1438275"/>
                </a:lnTo>
                <a:close/>
                <a:moveTo>
                  <a:pt x="409575" y="1438275"/>
                </a:moveTo>
                <a:lnTo>
                  <a:pt x="419100" y="1438275"/>
                </a:lnTo>
                <a:lnTo>
                  <a:pt x="419100" y="1447800"/>
                </a:lnTo>
                <a:lnTo>
                  <a:pt x="409575" y="1447800"/>
                </a:lnTo>
                <a:close/>
                <a:moveTo>
                  <a:pt x="1905000" y="1438275"/>
                </a:moveTo>
                <a:lnTo>
                  <a:pt x="1914525" y="1438275"/>
                </a:lnTo>
                <a:lnTo>
                  <a:pt x="1914525" y="1447800"/>
                </a:lnTo>
                <a:lnTo>
                  <a:pt x="1905000" y="1447800"/>
                </a:lnTo>
                <a:close/>
                <a:moveTo>
                  <a:pt x="400050" y="1447800"/>
                </a:moveTo>
                <a:lnTo>
                  <a:pt x="409575" y="1447800"/>
                </a:lnTo>
                <a:lnTo>
                  <a:pt x="409575" y="1457325"/>
                </a:lnTo>
                <a:lnTo>
                  <a:pt x="400050" y="1457325"/>
                </a:lnTo>
                <a:close/>
                <a:moveTo>
                  <a:pt x="657225" y="1447800"/>
                </a:moveTo>
                <a:lnTo>
                  <a:pt x="666750" y="1447800"/>
                </a:lnTo>
                <a:lnTo>
                  <a:pt x="666750" y="1457325"/>
                </a:lnTo>
                <a:lnTo>
                  <a:pt x="657225" y="1457325"/>
                </a:lnTo>
                <a:close/>
                <a:moveTo>
                  <a:pt x="1343025" y="1447800"/>
                </a:moveTo>
                <a:lnTo>
                  <a:pt x="1352550" y="1447800"/>
                </a:lnTo>
                <a:lnTo>
                  <a:pt x="1352550" y="1457325"/>
                </a:lnTo>
                <a:lnTo>
                  <a:pt x="1343025" y="1457325"/>
                </a:lnTo>
                <a:close/>
                <a:moveTo>
                  <a:pt x="1381125" y="1447800"/>
                </a:moveTo>
                <a:lnTo>
                  <a:pt x="1390650" y="1447800"/>
                </a:lnTo>
                <a:lnTo>
                  <a:pt x="1390650" y="1457325"/>
                </a:lnTo>
                <a:lnTo>
                  <a:pt x="1381125" y="1457325"/>
                </a:lnTo>
                <a:close/>
                <a:moveTo>
                  <a:pt x="1876425" y="1447800"/>
                </a:moveTo>
                <a:lnTo>
                  <a:pt x="1885950" y="1447800"/>
                </a:lnTo>
                <a:lnTo>
                  <a:pt x="1885950" y="1457325"/>
                </a:lnTo>
                <a:lnTo>
                  <a:pt x="1876425" y="1457325"/>
                </a:lnTo>
                <a:close/>
                <a:moveTo>
                  <a:pt x="1895475" y="1447800"/>
                </a:moveTo>
                <a:lnTo>
                  <a:pt x="1905000" y="1447800"/>
                </a:lnTo>
                <a:lnTo>
                  <a:pt x="1905000" y="1457325"/>
                </a:lnTo>
                <a:lnTo>
                  <a:pt x="1895475" y="1457325"/>
                </a:lnTo>
                <a:close/>
                <a:moveTo>
                  <a:pt x="1914525" y="1447800"/>
                </a:moveTo>
                <a:lnTo>
                  <a:pt x="1924050" y="1447800"/>
                </a:lnTo>
                <a:lnTo>
                  <a:pt x="1924050" y="1466850"/>
                </a:lnTo>
                <a:lnTo>
                  <a:pt x="1914525" y="1466850"/>
                </a:lnTo>
                <a:close/>
                <a:moveTo>
                  <a:pt x="1162050" y="1457325"/>
                </a:moveTo>
                <a:lnTo>
                  <a:pt x="1171575" y="1457325"/>
                </a:lnTo>
                <a:lnTo>
                  <a:pt x="1171575" y="1466850"/>
                </a:lnTo>
                <a:lnTo>
                  <a:pt x="1162050" y="1466850"/>
                </a:lnTo>
                <a:close/>
                <a:moveTo>
                  <a:pt x="1047750" y="1466850"/>
                </a:moveTo>
                <a:lnTo>
                  <a:pt x="1066800" y="1466850"/>
                </a:lnTo>
                <a:lnTo>
                  <a:pt x="1066800" y="1495425"/>
                </a:lnTo>
                <a:lnTo>
                  <a:pt x="1057275" y="1495425"/>
                </a:lnTo>
                <a:lnTo>
                  <a:pt x="1057275" y="1476375"/>
                </a:lnTo>
                <a:lnTo>
                  <a:pt x="1047750" y="1476375"/>
                </a:lnTo>
                <a:close/>
                <a:moveTo>
                  <a:pt x="1857375" y="1466850"/>
                </a:moveTo>
                <a:lnTo>
                  <a:pt x="1866900" y="1466850"/>
                </a:lnTo>
                <a:lnTo>
                  <a:pt x="1866900" y="1476375"/>
                </a:lnTo>
                <a:lnTo>
                  <a:pt x="1857375" y="1476375"/>
                </a:lnTo>
                <a:close/>
                <a:moveTo>
                  <a:pt x="1133475" y="1476375"/>
                </a:moveTo>
                <a:lnTo>
                  <a:pt x="1143000" y="1476375"/>
                </a:lnTo>
                <a:lnTo>
                  <a:pt x="1143000" y="1485900"/>
                </a:lnTo>
                <a:lnTo>
                  <a:pt x="1133475" y="1485900"/>
                </a:lnTo>
                <a:close/>
                <a:moveTo>
                  <a:pt x="1400175" y="1476375"/>
                </a:moveTo>
                <a:lnTo>
                  <a:pt x="1409700" y="1476375"/>
                </a:lnTo>
                <a:lnTo>
                  <a:pt x="1409700" y="1485900"/>
                </a:lnTo>
                <a:lnTo>
                  <a:pt x="1400175" y="1485900"/>
                </a:lnTo>
                <a:close/>
                <a:moveTo>
                  <a:pt x="1847850" y="1476375"/>
                </a:moveTo>
                <a:lnTo>
                  <a:pt x="1857375" y="1476375"/>
                </a:lnTo>
                <a:lnTo>
                  <a:pt x="1857375" y="1485900"/>
                </a:lnTo>
                <a:lnTo>
                  <a:pt x="1847850" y="1485900"/>
                </a:lnTo>
                <a:close/>
                <a:moveTo>
                  <a:pt x="447675" y="1485900"/>
                </a:moveTo>
                <a:lnTo>
                  <a:pt x="457200" y="1485900"/>
                </a:lnTo>
                <a:lnTo>
                  <a:pt x="457200" y="1495425"/>
                </a:lnTo>
                <a:lnTo>
                  <a:pt x="447675" y="1495425"/>
                </a:lnTo>
                <a:close/>
                <a:moveTo>
                  <a:pt x="1219200" y="1485900"/>
                </a:moveTo>
                <a:lnTo>
                  <a:pt x="1228725" y="1485900"/>
                </a:lnTo>
                <a:lnTo>
                  <a:pt x="1228725" y="1495425"/>
                </a:lnTo>
                <a:lnTo>
                  <a:pt x="1238250" y="1495425"/>
                </a:lnTo>
                <a:lnTo>
                  <a:pt x="1238250" y="1504950"/>
                </a:lnTo>
                <a:lnTo>
                  <a:pt x="1209675" y="1504950"/>
                </a:lnTo>
                <a:lnTo>
                  <a:pt x="1209675" y="1495425"/>
                </a:lnTo>
                <a:lnTo>
                  <a:pt x="1219200" y="1495425"/>
                </a:lnTo>
                <a:close/>
                <a:moveTo>
                  <a:pt x="1781175" y="1485900"/>
                </a:moveTo>
                <a:lnTo>
                  <a:pt x="1800225" y="1485900"/>
                </a:lnTo>
                <a:lnTo>
                  <a:pt x="1800225" y="1495425"/>
                </a:lnTo>
                <a:lnTo>
                  <a:pt x="1781175" y="1495425"/>
                </a:lnTo>
                <a:close/>
                <a:moveTo>
                  <a:pt x="419100" y="1495425"/>
                </a:moveTo>
                <a:lnTo>
                  <a:pt x="438150" y="1495425"/>
                </a:lnTo>
                <a:lnTo>
                  <a:pt x="438150" y="1504950"/>
                </a:lnTo>
                <a:lnTo>
                  <a:pt x="419100" y="1504950"/>
                </a:lnTo>
                <a:close/>
                <a:moveTo>
                  <a:pt x="171450" y="1514475"/>
                </a:moveTo>
                <a:lnTo>
                  <a:pt x="180975" y="1514475"/>
                </a:lnTo>
                <a:lnTo>
                  <a:pt x="180975" y="1524000"/>
                </a:lnTo>
                <a:lnTo>
                  <a:pt x="171450" y="1524000"/>
                </a:lnTo>
                <a:close/>
                <a:moveTo>
                  <a:pt x="962025" y="1514475"/>
                </a:moveTo>
                <a:lnTo>
                  <a:pt x="990600" y="1514475"/>
                </a:lnTo>
                <a:lnTo>
                  <a:pt x="990600" y="1543050"/>
                </a:lnTo>
                <a:lnTo>
                  <a:pt x="981075" y="1543050"/>
                </a:lnTo>
                <a:lnTo>
                  <a:pt x="981075" y="1533525"/>
                </a:lnTo>
                <a:lnTo>
                  <a:pt x="971550" y="1533525"/>
                </a:lnTo>
                <a:lnTo>
                  <a:pt x="971550" y="1524000"/>
                </a:lnTo>
                <a:lnTo>
                  <a:pt x="962025" y="1524000"/>
                </a:lnTo>
                <a:close/>
                <a:moveTo>
                  <a:pt x="1390650" y="1514475"/>
                </a:moveTo>
                <a:lnTo>
                  <a:pt x="1409700" y="1514475"/>
                </a:lnTo>
                <a:lnTo>
                  <a:pt x="1409700" y="1524000"/>
                </a:lnTo>
                <a:lnTo>
                  <a:pt x="1390650" y="1524000"/>
                </a:lnTo>
                <a:close/>
                <a:moveTo>
                  <a:pt x="1704975" y="1514475"/>
                </a:moveTo>
                <a:lnTo>
                  <a:pt x="1714500" y="1514475"/>
                </a:lnTo>
                <a:lnTo>
                  <a:pt x="1714500" y="1524000"/>
                </a:lnTo>
                <a:lnTo>
                  <a:pt x="1704975" y="1524000"/>
                </a:lnTo>
                <a:close/>
                <a:moveTo>
                  <a:pt x="1990725" y="1514475"/>
                </a:moveTo>
                <a:lnTo>
                  <a:pt x="2000250" y="1514475"/>
                </a:lnTo>
                <a:lnTo>
                  <a:pt x="2000250" y="1562100"/>
                </a:lnTo>
                <a:lnTo>
                  <a:pt x="1990725" y="1562100"/>
                </a:lnTo>
                <a:close/>
                <a:moveTo>
                  <a:pt x="923925" y="1524000"/>
                </a:moveTo>
                <a:lnTo>
                  <a:pt x="933450" y="1524000"/>
                </a:lnTo>
                <a:lnTo>
                  <a:pt x="933450" y="1533525"/>
                </a:lnTo>
                <a:lnTo>
                  <a:pt x="923925" y="1533525"/>
                </a:lnTo>
                <a:close/>
                <a:moveTo>
                  <a:pt x="228600" y="1533525"/>
                </a:moveTo>
                <a:lnTo>
                  <a:pt x="238125" y="1533525"/>
                </a:lnTo>
                <a:lnTo>
                  <a:pt x="238125" y="1543050"/>
                </a:lnTo>
                <a:lnTo>
                  <a:pt x="228600" y="1543050"/>
                </a:lnTo>
                <a:close/>
                <a:moveTo>
                  <a:pt x="1866900" y="1533525"/>
                </a:moveTo>
                <a:lnTo>
                  <a:pt x="1876425" y="1533525"/>
                </a:lnTo>
                <a:lnTo>
                  <a:pt x="1876425" y="1543050"/>
                </a:lnTo>
                <a:lnTo>
                  <a:pt x="1866900" y="1543050"/>
                </a:lnTo>
                <a:close/>
                <a:moveTo>
                  <a:pt x="1714500" y="1543050"/>
                </a:moveTo>
                <a:lnTo>
                  <a:pt x="1724025" y="1543050"/>
                </a:lnTo>
                <a:lnTo>
                  <a:pt x="1724025" y="1552575"/>
                </a:lnTo>
                <a:lnTo>
                  <a:pt x="1733550" y="1552575"/>
                </a:lnTo>
                <a:lnTo>
                  <a:pt x="1733550" y="1562100"/>
                </a:lnTo>
                <a:lnTo>
                  <a:pt x="1743075" y="1562100"/>
                </a:lnTo>
                <a:lnTo>
                  <a:pt x="1743075" y="1571625"/>
                </a:lnTo>
                <a:lnTo>
                  <a:pt x="1733550" y="1571625"/>
                </a:lnTo>
                <a:lnTo>
                  <a:pt x="1733550" y="1581150"/>
                </a:lnTo>
                <a:lnTo>
                  <a:pt x="1714500" y="1581150"/>
                </a:lnTo>
                <a:lnTo>
                  <a:pt x="1714500" y="1571625"/>
                </a:lnTo>
                <a:lnTo>
                  <a:pt x="1704975" y="1571625"/>
                </a:lnTo>
                <a:lnTo>
                  <a:pt x="1704975" y="1562100"/>
                </a:lnTo>
                <a:lnTo>
                  <a:pt x="1714500" y="1562100"/>
                </a:lnTo>
                <a:close/>
                <a:moveTo>
                  <a:pt x="1857375" y="1543050"/>
                </a:moveTo>
                <a:lnTo>
                  <a:pt x="1866900" y="1543050"/>
                </a:lnTo>
                <a:lnTo>
                  <a:pt x="1866900" y="1552575"/>
                </a:lnTo>
                <a:lnTo>
                  <a:pt x="1857375" y="1552575"/>
                </a:lnTo>
                <a:close/>
                <a:moveTo>
                  <a:pt x="180975" y="1552575"/>
                </a:moveTo>
                <a:lnTo>
                  <a:pt x="190500" y="1552575"/>
                </a:lnTo>
                <a:lnTo>
                  <a:pt x="190500" y="1562100"/>
                </a:lnTo>
                <a:lnTo>
                  <a:pt x="219075" y="1562100"/>
                </a:lnTo>
                <a:lnTo>
                  <a:pt x="219075" y="1571625"/>
                </a:lnTo>
                <a:lnTo>
                  <a:pt x="209550" y="1571625"/>
                </a:lnTo>
                <a:lnTo>
                  <a:pt x="209550" y="1590675"/>
                </a:lnTo>
                <a:lnTo>
                  <a:pt x="190500" y="1590675"/>
                </a:lnTo>
                <a:lnTo>
                  <a:pt x="190500" y="1581150"/>
                </a:lnTo>
                <a:lnTo>
                  <a:pt x="180975" y="1581150"/>
                </a:lnTo>
                <a:close/>
                <a:moveTo>
                  <a:pt x="857250" y="1552575"/>
                </a:moveTo>
                <a:lnTo>
                  <a:pt x="866775" y="1552575"/>
                </a:lnTo>
                <a:lnTo>
                  <a:pt x="866775" y="1562100"/>
                </a:lnTo>
                <a:lnTo>
                  <a:pt x="885825" y="1562100"/>
                </a:lnTo>
                <a:lnTo>
                  <a:pt x="885825" y="1571625"/>
                </a:lnTo>
                <a:lnTo>
                  <a:pt x="857250" y="1571625"/>
                </a:lnTo>
                <a:close/>
                <a:moveTo>
                  <a:pt x="1076325" y="1552575"/>
                </a:moveTo>
                <a:lnTo>
                  <a:pt x="1104900" y="1552575"/>
                </a:lnTo>
                <a:lnTo>
                  <a:pt x="1104900" y="1562100"/>
                </a:lnTo>
                <a:lnTo>
                  <a:pt x="1076325" y="1562100"/>
                </a:lnTo>
                <a:close/>
                <a:moveTo>
                  <a:pt x="1581150" y="1552575"/>
                </a:moveTo>
                <a:lnTo>
                  <a:pt x="1590675" y="1552575"/>
                </a:lnTo>
                <a:lnTo>
                  <a:pt x="1590675" y="1562100"/>
                </a:lnTo>
                <a:lnTo>
                  <a:pt x="1581150" y="1562100"/>
                </a:lnTo>
                <a:close/>
                <a:moveTo>
                  <a:pt x="1019175" y="1562100"/>
                </a:moveTo>
                <a:lnTo>
                  <a:pt x="1028700" y="1562100"/>
                </a:lnTo>
                <a:lnTo>
                  <a:pt x="1028700" y="1571625"/>
                </a:lnTo>
                <a:lnTo>
                  <a:pt x="1019175" y="1571625"/>
                </a:lnTo>
                <a:close/>
                <a:moveTo>
                  <a:pt x="1600200" y="1562100"/>
                </a:moveTo>
                <a:lnTo>
                  <a:pt x="1628775" y="1562100"/>
                </a:lnTo>
                <a:lnTo>
                  <a:pt x="1628775" y="1571625"/>
                </a:lnTo>
                <a:lnTo>
                  <a:pt x="1600200" y="1571625"/>
                </a:lnTo>
                <a:close/>
                <a:moveTo>
                  <a:pt x="1371600" y="1571625"/>
                </a:moveTo>
                <a:lnTo>
                  <a:pt x="1381125" y="1571625"/>
                </a:lnTo>
                <a:lnTo>
                  <a:pt x="1381125" y="1581150"/>
                </a:lnTo>
                <a:lnTo>
                  <a:pt x="1371600" y="1581150"/>
                </a:lnTo>
                <a:close/>
                <a:moveTo>
                  <a:pt x="171450" y="1600200"/>
                </a:moveTo>
                <a:lnTo>
                  <a:pt x="180975" y="1600200"/>
                </a:lnTo>
                <a:lnTo>
                  <a:pt x="180975" y="1609725"/>
                </a:lnTo>
                <a:lnTo>
                  <a:pt x="171450" y="1609725"/>
                </a:lnTo>
                <a:close/>
                <a:moveTo>
                  <a:pt x="923925" y="1600200"/>
                </a:moveTo>
                <a:lnTo>
                  <a:pt x="952500" y="1600200"/>
                </a:lnTo>
                <a:lnTo>
                  <a:pt x="952500" y="1609725"/>
                </a:lnTo>
                <a:lnTo>
                  <a:pt x="923925" y="1609725"/>
                </a:lnTo>
                <a:close/>
                <a:moveTo>
                  <a:pt x="466725" y="1609725"/>
                </a:moveTo>
                <a:lnTo>
                  <a:pt x="485775" y="1609725"/>
                </a:lnTo>
                <a:lnTo>
                  <a:pt x="485775" y="1619250"/>
                </a:lnTo>
                <a:lnTo>
                  <a:pt x="466725" y="1619250"/>
                </a:lnTo>
                <a:close/>
                <a:moveTo>
                  <a:pt x="638175" y="1609725"/>
                </a:moveTo>
                <a:lnTo>
                  <a:pt x="657225" y="1609725"/>
                </a:lnTo>
                <a:lnTo>
                  <a:pt x="657225" y="1628775"/>
                </a:lnTo>
                <a:lnTo>
                  <a:pt x="647700" y="1628775"/>
                </a:lnTo>
                <a:lnTo>
                  <a:pt x="647700" y="1619250"/>
                </a:lnTo>
                <a:lnTo>
                  <a:pt x="638175" y="1619250"/>
                </a:lnTo>
                <a:close/>
                <a:moveTo>
                  <a:pt x="742950" y="1609725"/>
                </a:moveTo>
                <a:lnTo>
                  <a:pt x="752475" y="1609725"/>
                </a:lnTo>
                <a:lnTo>
                  <a:pt x="752475" y="1619250"/>
                </a:lnTo>
                <a:lnTo>
                  <a:pt x="742950" y="1619250"/>
                </a:lnTo>
                <a:close/>
                <a:moveTo>
                  <a:pt x="952500" y="1609725"/>
                </a:moveTo>
                <a:lnTo>
                  <a:pt x="962025" y="1609725"/>
                </a:lnTo>
                <a:lnTo>
                  <a:pt x="962025" y="1619250"/>
                </a:lnTo>
                <a:lnTo>
                  <a:pt x="952500" y="1619250"/>
                </a:lnTo>
                <a:close/>
                <a:moveTo>
                  <a:pt x="1333500" y="1609725"/>
                </a:moveTo>
                <a:lnTo>
                  <a:pt x="1343025" y="1609725"/>
                </a:lnTo>
                <a:lnTo>
                  <a:pt x="1343025" y="1619250"/>
                </a:lnTo>
                <a:lnTo>
                  <a:pt x="1333500" y="1619250"/>
                </a:lnTo>
                <a:close/>
                <a:moveTo>
                  <a:pt x="1590675" y="1609725"/>
                </a:moveTo>
                <a:lnTo>
                  <a:pt x="1600200" y="1609725"/>
                </a:lnTo>
                <a:lnTo>
                  <a:pt x="1600200" y="1619250"/>
                </a:lnTo>
                <a:lnTo>
                  <a:pt x="1590675" y="1619250"/>
                </a:lnTo>
                <a:close/>
                <a:moveTo>
                  <a:pt x="2000250" y="1609725"/>
                </a:moveTo>
                <a:lnTo>
                  <a:pt x="2009775" y="1609725"/>
                </a:lnTo>
                <a:lnTo>
                  <a:pt x="2009775" y="1628775"/>
                </a:lnTo>
                <a:lnTo>
                  <a:pt x="2000250" y="1628775"/>
                </a:lnTo>
                <a:close/>
                <a:moveTo>
                  <a:pt x="885825" y="1619250"/>
                </a:moveTo>
                <a:lnTo>
                  <a:pt x="895350" y="1619250"/>
                </a:lnTo>
                <a:lnTo>
                  <a:pt x="895350" y="1628775"/>
                </a:lnTo>
                <a:lnTo>
                  <a:pt x="885825" y="1628775"/>
                </a:lnTo>
                <a:close/>
                <a:moveTo>
                  <a:pt x="962025" y="1619250"/>
                </a:moveTo>
                <a:lnTo>
                  <a:pt x="971550" y="1619250"/>
                </a:lnTo>
                <a:lnTo>
                  <a:pt x="971550" y="1628775"/>
                </a:lnTo>
                <a:lnTo>
                  <a:pt x="962025" y="1628775"/>
                </a:lnTo>
                <a:close/>
                <a:moveTo>
                  <a:pt x="1352550" y="1619250"/>
                </a:moveTo>
                <a:lnTo>
                  <a:pt x="1362075" y="1619250"/>
                </a:lnTo>
                <a:lnTo>
                  <a:pt x="1362075" y="1628775"/>
                </a:lnTo>
                <a:lnTo>
                  <a:pt x="1352550" y="1628775"/>
                </a:lnTo>
                <a:close/>
                <a:moveTo>
                  <a:pt x="971550" y="1628775"/>
                </a:moveTo>
                <a:lnTo>
                  <a:pt x="981075" y="1628775"/>
                </a:lnTo>
                <a:lnTo>
                  <a:pt x="981075" y="1647825"/>
                </a:lnTo>
                <a:lnTo>
                  <a:pt x="971550" y="1647825"/>
                </a:lnTo>
                <a:close/>
                <a:moveTo>
                  <a:pt x="1228725" y="1628775"/>
                </a:moveTo>
                <a:lnTo>
                  <a:pt x="1238250" y="1628775"/>
                </a:lnTo>
                <a:lnTo>
                  <a:pt x="1238250" y="1638300"/>
                </a:lnTo>
                <a:lnTo>
                  <a:pt x="1257300" y="1638300"/>
                </a:lnTo>
                <a:lnTo>
                  <a:pt x="1257300" y="1647825"/>
                </a:lnTo>
                <a:lnTo>
                  <a:pt x="1228725" y="1647825"/>
                </a:lnTo>
                <a:close/>
                <a:moveTo>
                  <a:pt x="476250" y="1657350"/>
                </a:moveTo>
                <a:lnTo>
                  <a:pt x="495300" y="1657350"/>
                </a:lnTo>
                <a:lnTo>
                  <a:pt x="495300" y="1666875"/>
                </a:lnTo>
                <a:lnTo>
                  <a:pt x="476250" y="1666875"/>
                </a:lnTo>
                <a:close/>
                <a:moveTo>
                  <a:pt x="981075" y="1666875"/>
                </a:moveTo>
                <a:lnTo>
                  <a:pt x="990600" y="1666875"/>
                </a:lnTo>
                <a:lnTo>
                  <a:pt x="990600" y="1676400"/>
                </a:lnTo>
                <a:lnTo>
                  <a:pt x="1000125" y="1676400"/>
                </a:lnTo>
                <a:lnTo>
                  <a:pt x="1000125" y="1695450"/>
                </a:lnTo>
                <a:lnTo>
                  <a:pt x="990600" y="1695450"/>
                </a:lnTo>
                <a:lnTo>
                  <a:pt x="990600" y="1714500"/>
                </a:lnTo>
                <a:lnTo>
                  <a:pt x="981075" y="1714500"/>
                </a:lnTo>
                <a:lnTo>
                  <a:pt x="981075" y="1733550"/>
                </a:lnTo>
                <a:lnTo>
                  <a:pt x="971550" y="1733550"/>
                </a:lnTo>
                <a:lnTo>
                  <a:pt x="971550" y="1743075"/>
                </a:lnTo>
                <a:lnTo>
                  <a:pt x="962025" y="1743075"/>
                </a:lnTo>
                <a:lnTo>
                  <a:pt x="962025" y="1724025"/>
                </a:lnTo>
                <a:lnTo>
                  <a:pt x="971550" y="1724025"/>
                </a:lnTo>
                <a:lnTo>
                  <a:pt x="971550" y="1714500"/>
                </a:lnTo>
                <a:lnTo>
                  <a:pt x="962025" y="1714500"/>
                </a:lnTo>
                <a:lnTo>
                  <a:pt x="962025" y="1704975"/>
                </a:lnTo>
                <a:lnTo>
                  <a:pt x="952500" y="1704975"/>
                </a:lnTo>
                <a:lnTo>
                  <a:pt x="952500" y="1695450"/>
                </a:lnTo>
                <a:lnTo>
                  <a:pt x="962025" y="1695450"/>
                </a:lnTo>
                <a:lnTo>
                  <a:pt x="962025" y="1676400"/>
                </a:lnTo>
                <a:lnTo>
                  <a:pt x="981075" y="1676400"/>
                </a:lnTo>
                <a:close/>
                <a:moveTo>
                  <a:pt x="1038225" y="1676400"/>
                </a:moveTo>
                <a:lnTo>
                  <a:pt x="1057275" y="1676400"/>
                </a:lnTo>
                <a:lnTo>
                  <a:pt x="1057275" y="1685925"/>
                </a:lnTo>
                <a:lnTo>
                  <a:pt x="1038225" y="1685925"/>
                </a:lnTo>
                <a:close/>
                <a:moveTo>
                  <a:pt x="1028700" y="1685925"/>
                </a:moveTo>
                <a:lnTo>
                  <a:pt x="1038225" y="1685925"/>
                </a:lnTo>
                <a:lnTo>
                  <a:pt x="1038225" y="1695450"/>
                </a:lnTo>
                <a:lnTo>
                  <a:pt x="1028700" y="1695450"/>
                </a:lnTo>
                <a:close/>
                <a:moveTo>
                  <a:pt x="1181100" y="1685925"/>
                </a:moveTo>
                <a:lnTo>
                  <a:pt x="1190625" y="1685925"/>
                </a:lnTo>
                <a:lnTo>
                  <a:pt x="1190625" y="1695450"/>
                </a:lnTo>
                <a:lnTo>
                  <a:pt x="1181100" y="1695450"/>
                </a:lnTo>
                <a:close/>
                <a:moveTo>
                  <a:pt x="1257300" y="1685925"/>
                </a:moveTo>
                <a:lnTo>
                  <a:pt x="1276350" y="1685925"/>
                </a:lnTo>
                <a:lnTo>
                  <a:pt x="1276350" y="1695450"/>
                </a:lnTo>
                <a:lnTo>
                  <a:pt x="1257300" y="1695450"/>
                </a:lnTo>
                <a:close/>
                <a:moveTo>
                  <a:pt x="781050" y="1695450"/>
                </a:moveTo>
                <a:lnTo>
                  <a:pt x="790575" y="1695450"/>
                </a:lnTo>
                <a:lnTo>
                  <a:pt x="790575" y="1704975"/>
                </a:lnTo>
                <a:lnTo>
                  <a:pt x="781050" y="1704975"/>
                </a:lnTo>
                <a:close/>
                <a:moveTo>
                  <a:pt x="971550" y="1695450"/>
                </a:moveTo>
                <a:lnTo>
                  <a:pt x="981075" y="1695450"/>
                </a:lnTo>
                <a:lnTo>
                  <a:pt x="981075" y="1685925"/>
                </a:lnTo>
                <a:lnTo>
                  <a:pt x="971550" y="1685925"/>
                </a:lnTo>
                <a:close/>
                <a:moveTo>
                  <a:pt x="942975" y="1704975"/>
                </a:moveTo>
                <a:lnTo>
                  <a:pt x="952500" y="1704975"/>
                </a:lnTo>
                <a:lnTo>
                  <a:pt x="952500" y="1714500"/>
                </a:lnTo>
                <a:lnTo>
                  <a:pt x="942975" y="1714500"/>
                </a:lnTo>
                <a:close/>
                <a:moveTo>
                  <a:pt x="495300" y="1714500"/>
                </a:moveTo>
                <a:lnTo>
                  <a:pt x="504825" y="1714500"/>
                </a:lnTo>
                <a:lnTo>
                  <a:pt x="504825" y="1724025"/>
                </a:lnTo>
                <a:lnTo>
                  <a:pt x="495300" y="1724025"/>
                </a:lnTo>
                <a:close/>
                <a:moveTo>
                  <a:pt x="800100" y="1714500"/>
                </a:moveTo>
                <a:lnTo>
                  <a:pt x="809625" y="1714500"/>
                </a:lnTo>
                <a:lnTo>
                  <a:pt x="809625" y="1724025"/>
                </a:lnTo>
                <a:lnTo>
                  <a:pt x="800100" y="1724025"/>
                </a:lnTo>
                <a:close/>
                <a:moveTo>
                  <a:pt x="485775" y="1724025"/>
                </a:moveTo>
                <a:lnTo>
                  <a:pt x="495300" y="1724025"/>
                </a:lnTo>
                <a:lnTo>
                  <a:pt x="495300" y="1733550"/>
                </a:lnTo>
                <a:lnTo>
                  <a:pt x="485775" y="1733550"/>
                </a:lnTo>
                <a:close/>
                <a:moveTo>
                  <a:pt x="533400" y="1733550"/>
                </a:moveTo>
                <a:lnTo>
                  <a:pt x="542925" y="1733550"/>
                </a:lnTo>
                <a:lnTo>
                  <a:pt x="542925" y="1752600"/>
                </a:lnTo>
                <a:lnTo>
                  <a:pt x="533400" y="1752600"/>
                </a:lnTo>
                <a:close/>
                <a:moveTo>
                  <a:pt x="676275" y="1733550"/>
                </a:moveTo>
                <a:lnTo>
                  <a:pt x="685800" y="1733550"/>
                </a:lnTo>
                <a:lnTo>
                  <a:pt x="685800" y="1743075"/>
                </a:lnTo>
                <a:lnTo>
                  <a:pt x="676275" y="1743075"/>
                </a:lnTo>
                <a:close/>
                <a:moveTo>
                  <a:pt x="857250" y="1733550"/>
                </a:moveTo>
                <a:lnTo>
                  <a:pt x="866775" y="1733550"/>
                </a:lnTo>
                <a:lnTo>
                  <a:pt x="866775" y="1743075"/>
                </a:lnTo>
                <a:lnTo>
                  <a:pt x="857250" y="1743075"/>
                </a:lnTo>
                <a:close/>
                <a:moveTo>
                  <a:pt x="514350" y="1743075"/>
                </a:moveTo>
                <a:lnTo>
                  <a:pt x="523875" y="1743075"/>
                </a:lnTo>
                <a:lnTo>
                  <a:pt x="523875" y="1762125"/>
                </a:lnTo>
                <a:lnTo>
                  <a:pt x="495300" y="1762125"/>
                </a:lnTo>
                <a:lnTo>
                  <a:pt x="495300" y="1752600"/>
                </a:lnTo>
                <a:lnTo>
                  <a:pt x="514350" y="1752600"/>
                </a:lnTo>
                <a:close/>
                <a:moveTo>
                  <a:pt x="800100" y="1743075"/>
                </a:moveTo>
                <a:lnTo>
                  <a:pt x="819150" y="1743075"/>
                </a:lnTo>
                <a:lnTo>
                  <a:pt x="819150" y="1752600"/>
                </a:lnTo>
                <a:lnTo>
                  <a:pt x="800100" y="1752600"/>
                </a:lnTo>
                <a:close/>
                <a:moveTo>
                  <a:pt x="485775" y="1762125"/>
                </a:moveTo>
                <a:lnTo>
                  <a:pt x="495300" y="1762125"/>
                </a:lnTo>
                <a:lnTo>
                  <a:pt x="495300" y="1771650"/>
                </a:lnTo>
                <a:lnTo>
                  <a:pt x="485775" y="1771650"/>
                </a:lnTo>
                <a:close/>
                <a:moveTo>
                  <a:pt x="533400" y="1762125"/>
                </a:moveTo>
                <a:lnTo>
                  <a:pt x="542925" y="1762125"/>
                </a:lnTo>
                <a:lnTo>
                  <a:pt x="542925" y="1771650"/>
                </a:lnTo>
                <a:lnTo>
                  <a:pt x="533400" y="1771650"/>
                </a:lnTo>
                <a:close/>
                <a:moveTo>
                  <a:pt x="342900" y="1771650"/>
                </a:moveTo>
                <a:lnTo>
                  <a:pt x="361950" y="1771650"/>
                </a:lnTo>
                <a:lnTo>
                  <a:pt x="361950" y="1809750"/>
                </a:lnTo>
                <a:lnTo>
                  <a:pt x="371475" y="1809750"/>
                </a:lnTo>
                <a:lnTo>
                  <a:pt x="371475" y="1819275"/>
                </a:lnTo>
                <a:lnTo>
                  <a:pt x="333375" y="1819275"/>
                </a:lnTo>
                <a:lnTo>
                  <a:pt x="333375" y="1781175"/>
                </a:lnTo>
                <a:lnTo>
                  <a:pt x="342900" y="1781175"/>
                </a:lnTo>
                <a:close/>
                <a:moveTo>
                  <a:pt x="1076325" y="1771650"/>
                </a:moveTo>
                <a:lnTo>
                  <a:pt x="1085850" y="1771650"/>
                </a:lnTo>
                <a:lnTo>
                  <a:pt x="1085850" y="1781175"/>
                </a:lnTo>
                <a:lnTo>
                  <a:pt x="1076325" y="1781175"/>
                </a:lnTo>
                <a:close/>
                <a:moveTo>
                  <a:pt x="866775" y="1781175"/>
                </a:moveTo>
                <a:lnTo>
                  <a:pt x="876300" y="1781175"/>
                </a:lnTo>
                <a:lnTo>
                  <a:pt x="876300" y="1790700"/>
                </a:lnTo>
                <a:lnTo>
                  <a:pt x="866775" y="1790700"/>
                </a:lnTo>
                <a:close/>
                <a:moveTo>
                  <a:pt x="1600200" y="1781175"/>
                </a:moveTo>
                <a:lnTo>
                  <a:pt x="1619250" y="1781175"/>
                </a:lnTo>
                <a:lnTo>
                  <a:pt x="1619250" y="1790700"/>
                </a:lnTo>
                <a:lnTo>
                  <a:pt x="1609725" y="1790700"/>
                </a:lnTo>
                <a:lnTo>
                  <a:pt x="1609725" y="1800225"/>
                </a:lnTo>
                <a:lnTo>
                  <a:pt x="1600200" y="1800225"/>
                </a:lnTo>
                <a:close/>
                <a:moveTo>
                  <a:pt x="619125" y="1790700"/>
                </a:moveTo>
                <a:lnTo>
                  <a:pt x="628650" y="1790700"/>
                </a:lnTo>
                <a:lnTo>
                  <a:pt x="628650" y="1800225"/>
                </a:lnTo>
                <a:lnTo>
                  <a:pt x="638175" y="1800225"/>
                </a:lnTo>
                <a:lnTo>
                  <a:pt x="638175" y="1828800"/>
                </a:lnTo>
                <a:lnTo>
                  <a:pt x="628650" y="1828800"/>
                </a:lnTo>
                <a:lnTo>
                  <a:pt x="628650" y="1819275"/>
                </a:lnTo>
                <a:lnTo>
                  <a:pt x="609600" y="1819275"/>
                </a:lnTo>
                <a:lnTo>
                  <a:pt x="609600" y="1828800"/>
                </a:lnTo>
                <a:lnTo>
                  <a:pt x="581025" y="1828800"/>
                </a:lnTo>
                <a:lnTo>
                  <a:pt x="581025" y="1838325"/>
                </a:lnTo>
                <a:lnTo>
                  <a:pt x="561975" y="1838325"/>
                </a:lnTo>
                <a:lnTo>
                  <a:pt x="561975" y="1828800"/>
                </a:lnTo>
                <a:lnTo>
                  <a:pt x="552450" y="1828800"/>
                </a:lnTo>
                <a:lnTo>
                  <a:pt x="552450" y="1819275"/>
                </a:lnTo>
                <a:lnTo>
                  <a:pt x="533400" y="1819275"/>
                </a:lnTo>
                <a:lnTo>
                  <a:pt x="533400" y="1809750"/>
                </a:lnTo>
                <a:lnTo>
                  <a:pt x="571500" y="1809750"/>
                </a:lnTo>
                <a:lnTo>
                  <a:pt x="571500" y="1819275"/>
                </a:lnTo>
                <a:lnTo>
                  <a:pt x="590550" y="1819275"/>
                </a:lnTo>
                <a:lnTo>
                  <a:pt x="590550" y="1809750"/>
                </a:lnTo>
                <a:lnTo>
                  <a:pt x="600075" y="1809750"/>
                </a:lnTo>
                <a:lnTo>
                  <a:pt x="600075" y="1800225"/>
                </a:lnTo>
                <a:lnTo>
                  <a:pt x="619125" y="1800225"/>
                </a:lnTo>
                <a:close/>
                <a:moveTo>
                  <a:pt x="1095375" y="1790700"/>
                </a:moveTo>
                <a:lnTo>
                  <a:pt x="1104900" y="1790700"/>
                </a:lnTo>
                <a:lnTo>
                  <a:pt x="1104900" y="1800225"/>
                </a:lnTo>
                <a:lnTo>
                  <a:pt x="1095375" y="1800225"/>
                </a:lnTo>
                <a:close/>
                <a:moveTo>
                  <a:pt x="2162175" y="1790700"/>
                </a:moveTo>
                <a:lnTo>
                  <a:pt x="2181225" y="1790700"/>
                </a:lnTo>
                <a:lnTo>
                  <a:pt x="2181225" y="1800225"/>
                </a:lnTo>
                <a:lnTo>
                  <a:pt x="2171700" y="1800225"/>
                </a:lnTo>
                <a:lnTo>
                  <a:pt x="2171700" y="1809750"/>
                </a:lnTo>
                <a:lnTo>
                  <a:pt x="2152650" y="1809750"/>
                </a:lnTo>
                <a:lnTo>
                  <a:pt x="2152650" y="1800225"/>
                </a:lnTo>
                <a:lnTo>
                  <a:pt x="2162175" y="1800225"/>
                </a:lnTo>
                <a:close/>
                <a:moveTo>
                  <a:pt x="914400" y="1800225"/>
                </a:moveTo>
                <a:lnTo>
                  <a:pt x="971550" y="1800225"/>
                </a:lnTo>
                <a:lnTo>
                  <a:pt x="971550" y="1809750"/>
                </a:lnTo>
                <a:lnTo>
                  <a:pt x="914400" y="1809750"/>
                </a:lnTo>
                <a:close/>
                <a:moveTo>
                  <a:pt x="2133600" y="1809750"/>
                </a:moveTo>
                <a:lnTo>
                  <a:pt x="2143125" y="1809750"/>
                </a:lnTo>
                <a:lnTo>
                  <a:pt x="2143125" y="1819275"/>
                </a:lnTo>
                <a:lnTo>
                  <a:pt x="2133600" y="1819275"/>
                </a:lnTo>
                <a:close/>
                <a:moveTo>
                  <a:pt x="1685925" y="1819275"/>
                </a:moveTo>
                <a:lnTo>
                  <a:pt x="1695450" y="1819275"/>
                </a:lnTo>
                <a:lnTo>
                  <a:pt x="1695450" y="1828800"/>
                </a:lnTo>
                <a:lnTo>
                  <a:pt x="1685925" y="1828800"/>
                </a:lnTo>
                <a:close/>
                <a:moveTo>
                  <a:pt x="2114550" y="1819275"/>
                </a:moveTo>
                <a:lnTo>
                  <a:pt x="2133600" y="1819275"/>
                </a:lnTo>
                <a:lnTo>
                  <a:pt x="2133600" y="1828800"/>
                </a:lnTo>
                <a:lnTo>
                  <a:pt x="2124075" y="1828800"/>
                </a:lnTo>
                <a:lnTo>
                  <a:pt x="2124075" y="1838325"/>
                </a:lnTo>
                <a:lnTo>
                  <a:pt x="2114550" y="1838325"/>
                </a:lnTo>
                <a:lnTo>
                  <a:pt x="2114550" y="1847850"/>
                </a:lnTo>
                <a:lnTo>
                  <a:pt x="2105025" y="1847850"/>
                </a:lnTo>
                <a:lnTo>
                  <a:pt x="2105025" y="1828800"/>
                </a:lnTo>
                <a:lnTo>
                  <a:pt x="2114550" y="1828800"/>
                </a:lnTo>
                <a:close/>
                <a:moveTo>
                  <a:pt x="2190750" y="1828800"/>
                </a:moveTo>
                <a:lnTo>
                  <a:pt x="2200275" y="1828800"/>
                </a:lnTo>
                <a:lnTo>
                  <a:pt x="2200275" y="1838325"/>
                </a:lnTo>
                <a:lnTo>
                  <a:pt x="2190750" y="1838325"/>
                </a:lnTo>
                <a:close/>
                <a:moveTo>
                  <a:pt x="742950" y="1838325"/>
                </a:moveTo>
                <a:lnTo>
                  <a:pt x="752475" y="1838325"/>
                </a:lnTo>
                <a:lnTo>
                  <a:pt x="752475" y="1857375"/>
                </a:lnTo>
                <a:lnTo>
                  <a:pt x="771525" y="1857375"/>
                </a:lnTo>
                <a:lnTo>
                  <a:pt x="771525" y="1847850"/>
                </a:lnTo>
                <a:lnTo>
                  <a:pt x="800100" y="1847850"/>
                </a:lnTo>
                <a:lnTo>
                  <a:pt x="800100" y="1857375"/>
                </a:lnTo>
                <a:lnTo>
                  <a:pt x="790575" y="1857375"/>
                </a:lnTo>
                <a:lnTo>
                  <a:pt x="790575" y="1866900"/>
                </a:lnTo>
                <a:lnTo>
                  <a:pt x="742950" y="1866900"/>
                </a:lnTo>
                <a:close/>
                <a:moveTo>
                  <a:pt x="228600" y="1847850"/>
                </a:moveTo>
                <a:lnTo>
                  <a:pt x="238125" y="1847850"/>
                </a:lnTo>
                <a:lnTo>
                  <a:pt x="238125" y="1857375"/>
                </a:lnTo>
                <a:lnTo>
                  <a:pt x="228600" y="1857375"/>
                </a:lnTo>
                <a:close/>
                <a:moveTo>
                  <a:pt x="2057400" y="1847850"/>
                </a:moveTo>
                <a:lnTo>
                  <a:pt x="2066925" y="1847850"/>
                </a:lnTo>
                <a:lnTo>
                  <a:pt x="2066925" y="1866900"/>
                </a:lnTo>
                <a:lnTo>
                  <a:pt x="2057400" y="1866900"/>
                </a:lnTo>
                <a:close/>
                <a:moveTo>
                  <a:pt x="2076450" y="1847850"/>
                </a:moveTo>
                <a:lnTo>
                  <a:pt x="2085975" y="1847850"/>
                </a:lnTo>
                <a:lnTo>
                  <a:pt x="2085975" y="1885950"/>
                </a:lnTo>
                <a:lnTo>
                  <a:pt x="2066925" y="1885950"/>
                </a:lnTo>
                <a:lnTo>
                  <a:pt x="2066925" y="1866900"/>
                </a:lnTo>
                <a:lnTo>
                  <a:pt x="2076450" y="1866900"/>
                </a:lnTo>
                <a:close/>
                <a:moveTo>
                  <a:pt x="209550" y="1857375"/>
                </a:moveTo>
                <a:lnTo>
                  <a:pt x="219075" y="1857375"/>
                </a:lnTo>
                <a:lnTo>
                  <a:pt x="219075" y="1866900"/>
                </a:lnTo>
                <a:lnTo>
                  <a:pt x="209550" y="1866900"/>
                </a:lnTo>
                <a:close/>
                <a:moveTo>
                  <a:pt x="276225" y="1857375"/>
                </a:moveTo>
                <a:lnTo>
                  <a:pt x="285750" y="1857375"/>
                </a:lnTo>
                <a:lnTo>
                  <a:pt x="285750" y="1866900"/>
                </a:lnTo>
                <a:lnTo>
                  <a:pt x="276225" y="1866900"/>
                </a:lnTo>
                <a:close/>
                <a:moveTo>
                  <a:pt x="1676400" y="1876425"/>
                </a:moveTo>
                <a:lnTo>
                  <a:pt x="1685925" y="1876425"/>
                </a:lnTo>
                <a:lnTo>
                  <a:pt x="1685925" y="1885950"/>
                </a:lnTo>
                <a:lnTo>
                  <a:pt x="1676400" y="1885950"/>
                </a:lnTo>
                <a:close/>
                <a:moveTo>
                  <a:pt x="609600" y="1885950"/>
                </a:moveTo>
                <a:lnTo>
                  <a:pt x="657225" y="1885950"/>
                </a:lnTo>
                <a:lnTo>
                  <a:pt x="657225" y="1895475"/>
                </a:lnTo>
                <a:lnTo>
                  <a:pt x="609600" y="1895475"/>
                </a:lnTo>
                <a:close/>
                <a:moveTo>
                  <a:pt x="1685925" y="1885950"/>
                </a:moveTo>
                <a:lnTo>
                  <a:pt x="1695450" y="1885950"/>
                </a:lnTo>
                <a:lnTo>
                  <a:pt x="1695450" y="1895475"/>
                </a:lnTo>
                <a:lnTo>
                  <a:pt x="1685925" y="1895475"/>
                </a:lnTo>
                <a:close/>
                <a:moveTo>
                  <a:pt x="381000" y="1914525"/>
                </a:moveTo>
                <a:lnTo>
                  <a:pt x="390525" y="1914525"/>
                </a:lnTo>
                <a:lnTo>
                  <a:pt x="390525" y="1924050"/>
                </a:lnTo>
                <a:lnTo>
                  <a:pt x="381000" y="1924050"/>
                </a:lnTo>
                <a:close/>
                <a:moveTo>
                  <a:pt x="1323975" y="1990725"/>
                </a:moveTo>
                <a:lnTo>
                  <a:pt x="1343025" y="1990725"/>
                </a:lnTo>
                <a:lnTo>
                  <a:pt x="1343025" y="2000250"/>
                </a:lnTo>
                <a:lnTo>
                  <a:pt x="1352550" y="2000250"/>
                </a:lnTo>
                <a:lnTo>
                  <a:pt x="1352550" y="2009775"/>
                </a:lnTo>
                <a:lnTo>
                  <a:pt x="1333500" y="2009775"/>
                </a:lnTo>
                <a:lnTo>
                  <a:pt x="1333500" y="2000250"/>
                </a:lnTo>
                <a:lnTo>
                  <a:pt x="1323975" y="2000250"/>
                </a:lnTo>
                <a:close/>
                <a:moveTo>
                  <a:pt x="1190625" y="2057400"/>
                </a:moveTo>
                <a:lnTo>
                  <a:pt x="1200150" y="2057400"/>
                </a:lnTo>
                <a:lnTo>
                  <a:pt x="1200150" y="2066925"/>
                </a:lnTo>
                <a:lnTo>
                  <a:pt x="1219200" y="2066925"/>
                </a:lnTo>
                <a:lnTo>
                  <a:pt x="1219200" y="2095500"/>
                </a:lnTo>
                <a:lnTo>
                  <a:pt x="1209675" y="2095500"/>
                </a:lnTo>
                <a:lnTo>
                  <a:pt x="1209675" y="2114550"/>
                </a:lnTo>
                <a:lnTo>
                  <a:pt x="1181100" y="2114550"/>
                </a:lnTo>
                <a:lnTo>
                  <a:pt x="1181100" y="2095500"/>
                </a:lnTo>
                <a:lnTo>
                  <a:pt x="1190625" y="2095500"/>
                </a:lnTo>
                <a:close/>
                <a:moveTo>
                  <a:pt x="1724025" y="2095500"/>
                </a:moveTo>
                <a:lnTo>
                  <a:pt x="1733550" y="2095500"/>
                </a:lnTo>
                <a:lnTo>
                  <a:pt x="1733550" y="2105025"/>
                </a:lnTo>
                <a:lnTo>
                  <a:pt x="1724025" y="2105025"/>
                </a:lnTo>
                <a:close/>
                <a:moveTo>
                  <a:pt x="485775" y="2105025"/>
                </a:moveTo>
                <a:lnTo>
                  <a:pt x="495300" y="2105025"/>
                </a:lnTo>
                <a:lnTo>
                  <a:pt x="495300" y="2124075"/>
                </a:lnTo>
                <a:lnTo>
                  <a:pt x="504825" y="2124075"/>
                </a:lnTo>
                <a:lnTo>
                  <a:pt x="504825" y="2133600"/>
                </a:lnTo>
                <a:lnTo>
                  <a:pt x="514350" y="2133600"/>
                </a:lnTo>
                <a:lnTo>
                  <a:pt x="514350" y="2152650"/>
                </a:lnTo>
                <a:lnTo>
                  <a:pt x="495300" y="2152650"/>
                </a:lnTo>
                <a:lnTo>
                  <a:pt x="495300" y="2133600"/>
                </a:lnTo>
                <a:lnTo>
                  <a:pt x="485775" y="2133600"/>
                </a:lnTo>
                <a:close/>
                <a:moveTo>
                  <a:pt x="552450" y="2105025"/>
                </a:moveTo>
                <a:lnTo>
                  <a:pt x="561975" y="2105025"/>
                </a:lnTo>
                <a:lnTo>
                  <a:pt x="561975" y="2114550"/>
                </a:lnTo>
                <a:lnTo>
                  <a:pt x="552450" y="2114550"/>
                </a:lnTo>
                <a:close/>
                <a:moveTo>
                  <a:pt x="876300" y="2105025"/>
                </a:moveTo>
                <a:lnTo>
                  <a:pt x="904875" y="2105025"/>
                </a:lnTo>
                <a:lnTo>
                  <a:pt x="904875" y="2114550"/>
                </a:lnTo>
                <a:lnTo>
                  <a:pt x="876300" y="2114550"/>
                </a:lnTo>
                <a:close/>
                <a:moveTo>
                  <a:pt x="1704975" y="2114550"/>
                </a:moveTo>
                <a:lnTo>
                  <a:pt x="1724025" y="2114550"/>
                </a:lnTo>
                <a:lnTo>
                  <a:pt x="1724025" y="2133600"/>
                </a:lnTo>
                <a:lnTo>
                  <a:pt x="1733550" y="2133600"/>
                </a:lnTo>
                <a:lnTo>
                  <a:pt x="1733550" y="2143125"/>
                </a:lnTo>
                <a:lnTo>
                  <a:pt x="1743075" y="2143125"/>
                </a:lnTo>
                <a:lnTo>
                  <a:pt x="1743075" y="2162175"/>
                </a:lnTo>
                <a:lnTo>
                  <a:pt x="1752600" y="2162175"/>
                </a:lnTo>
                <a:lnTo>
                  <a:pt x="1752600" y="2171700"/>
                </a:lnTo>
                <a:lnTo>
                  <a:pt x="1704975" y="2171700"/>
                </a:lnTo>
                <a:lnTo>
                  <a:pt x="1704975" y="2162175"/>
                </a:lnTo>
                <a:lnTo>
                  <a:pt x="1676400" y="2162175"/>
                </a:lnTo>
                <a:lnTo>
                  <a:pt x="1676400" y="2152650"/>
                </a:lnTo>
                <a:lnTo>
                  <a:pt x="1685925" y="2152650"/>
                </a:lnTo>
                <a:lnTo>
                  <a:pt x="1685925" y="2143125"/>
                </a:lnTo>
                <a:lnTo>
                  <a:pt x="1695450" y="2143125"/>
                </a:lnTo>
                <a:lnTo>
                  <a:pt x="1695450" y="2133600"/>
                </a:lnTo>
                <a:lnTo>
                  <a:pt x="1704975" y="2133600"/>
                </a:lnTo>
                <a:close/>
                <a:moveTo>
                  <a:pt x="1743075" y="2114550"/>
                </a:moveTo>
                <a:lnTo>
                  <a:pt x="1762125" y="2114550"/>
                </a:lnTo>
                <a:lnTo>
                  <a:pt x="1762125" y="2133600"/>
                </a:lnTo>
                <a:lnTo>
                  <a:pt x="1752600" y="2133600"/>
                </a:lnTo>
                <a:lnTo>
                  <a:pt x="1752600" y="2124075"/>
                </a:lnTo>
                <a:lnTo>
                  <a:pt x="1743075" y="2124075"/>
                </a:lnTo>
                <a:close/>
                <a:moveTo>
                  <a:pt x="323850" y="2133600"/>
                </a:moveTo>
                <a:lnTo>
                  <a:pt x="333375" y="2133600"/>
                </a:lnTo>
                <a:lnTo>
                  <a:pt x="333375" y="2152650"/>
                </a:lnTo>
                <a:lnTo>
                  <a:pt x="323850" y="2152650"/>
                </a:lnTo>
                <a:close/>
                <a:moveTo>
                  <a:pt x="571500" y="2133600"/>
                </a:moveTo>
                <a:lnTo>
                  <a:pt x="581025" y="2133600"/>
                </a:lnTo>
                <a:lnTo>
                  <a:pt x="581025" y="2143125"/>
                </a:lnTo>
                <a:lnTo>
                  <a:pt x="571500" y="2143125"/>
                </a:lnTo>
                <a:close/>
                <a:moveTo>
                  <a:pt x="1762125" y="2133600"/>
                </a:moveTo>
                <a:lnTo>
                  <a:pt x="1771650" y="2133600"/>
                </a:lnTo>
                <a:lnTo>
                  <a:pt x="1771650" y="2143125"/>
                </a:lnTo>
                <a:lnTo>
                  <a:pt x="1762125" y="2143125"/>
                </a:lnTo>
                <a:close/>
                <a:moveTo>
                  <a:pt x="542925" y="2143125"/>
                </a:moveTo>
                <a:lnTo>
                  <a:pt x="571500" y="2143125"/>
                </a:lnTo>
                <a:lnTo>
                  <a:pt x="571500" y="2152650"/>
                </a:lnTo>
                <a:lnTo>
                  <a:pt x="590550" y="2152650"/>
                </a:lnTo>
                <a:lnTo>
                  <a:pt x="590550" y="2162175"/>
                </a:lnTo>
                <a:lnTo>
                  <a:pt x="581025" y="2162175"/>
                </a:lnTo>
                <a:lnTo>
                  <a:pt x="581025" y="2190750"/>
                </a:lnTo>
                <a:lnTo>
                  <a:pt x="571500" y="2190750"/>
                </a:lnTo>
                <a:lnTo>
                  <a:pt x="571500" y="2200275"/>
                </a:lnTo>
                <a:lnTo>
                  <a:pt x="561975" y="2200275"/>
                </a:lnTo>
                <a:lnTo>
                  <a:pt x="561975" y="2181225"/>
                </a:lnTo>
                <a:lnTo>
                  <a:pt x="552450" y="2181225"/>
                </a:lnTo>
                <a:lnTo>
                  <a:pt x="552450" y="2171700"/>
                </a:lnTo>
                <a:lnTo>
                  <a:pt x="542925" y="2171700"/>
                </a:lnTo>
                <a:close/>
                <a:moveTo>
                  <a:pt x="1285875" y="2143125"/>
                </a:moveTo>
                <a:lnTo>
                  <a:pt x="1295400" y="2143125"/>
                </a:lnTo>
                <a:lnTo>
                  <a:pt x="1295400" y="2152650"/>
                </a:lnTo>
                <a:lnTo>
                  <a:pt x="1285875" y="2152650"/>
                </a:lnTo>
                <a:close/>
                <a:moveTo>
                  <a:pt x="1781175" y="2143125"/>
                </a:moveTo>
                <a:lnTo>
                  <a:pt x="1790700" y="2143125"/>
                </a:lnTo>
                <a:lnTo>
                  <a:pt x="1790700" y="2152650"/>
                </a:lnTo>
                <a:lnTo>
                  <a:pt x="1781175" y="2152650"/>
                </a:lnTo>
                <a:close/>
                <a:moveTo>
                  <a:pt x="2295525" y="2143125"/>
                </a:moveTo>
                <a:lnTo>
                  <a:pt x="2371725" y="2143125"/>
                </a:lnTo>
                <a:lnTo>
                  <a:pt x="2371725" y="2152650"/>
                </a:lnTo>
                <a:lnTo>
                  <a:pt x="2381250" y="2152650"/>
                </a:lnTo>
                <a:lnTo>
                  <a:pt x="2381250" y="2162175"/>
                </a:lnTo>
                <a:lnTo>
                  <a:pt x="2333625" y="2162175"/>
                </a:lnTo>
                <a:lnTo>
                  <a:pt x="2333625" y="2152650"/>
                </a:lnTo>
                <a:lnTo>
                  <a:pt x="2295525" y="2152650"/>
                </a:lnTo>
                <a:close/>
                <a:moveTo>
                  <a:pt x="619125" y="2152650"/>
                </a:moveTo>
                <a:lnTo>
                  <a:pt x="628650" y="2152650"/>
                </a:lnTo>
                <a:lnTo>
                  <a:pt x="628650" y="2181225"/>
                </a:lnTo>
                <a:lnTo>
                  <a:pt x="609600" y="2181225"/>
                </a:lnTo>
                <a:lnTo>
                  <a:pt x="609600" y="2190750"/>
                </a:lnTo>
                <a:lnTo>
                  <a:pt x="600075" y="2190750"/>
                </a:lnTo>
                <a:lnTo>
                  <a:pt x="600075" y="2171700"/>
                </a:lnTo>
                <a:lnTo>
                  <a:pt x="609600" y="2171700"/>
                </a:lnTo>
                <a:lnTo>
                  <a:pt x="609600" y="2162175"/>
                </a:lnTo>
                <a:lnTo>
                  <a:pt x="619125" y="2162175"/>
                </a:lnTo>
                <a:close/>
                <a:moveTo>
                  <a:pt x="847725" y="2152650"/>
                </a:moveTo>
                <a:lnTo>
                  <a:pt x="866775" y="2152650"/>
                </a:lnTo>
                <a:lnTo>
                  <a:pt x="866775" y="2162175"/>
                </a:lnTo>
                <a:lnTo>
                  <a:pt x="847725" y="2162175"/>
                </a:lnTo>
                <a:close/>
                <a:moveTo>
                  <a:pt x="1276350" y="2152650"/>
                </a:moveTo>
                <a:lnTo>
                  <a:pt x="1285875" y="2152650"/>
                </a:lnTo>
                <a:lnTo>
                  <a:pt x="1285875" y="2162175"/>
                </a:lnTo>
                <a:lnTo>
                  <a:pt x="1276350" y="2162175"/>
                </a:lnTo>
                <a:close/>
                <a:moveTo>
                  <a:pt x="1371600" y="2152650"/>
                </a:moveTo>
                <a:lnTo>
                  <a:pt x="1381125" y="2152650"/>
                </a:lnTo>
                <a:lnTo>
                  <a:pt x="1381125" y="2171700"/>
                </a:lnTo>
                <a:lnTo>
                  <a:pt x="1362075" y="2171700"/>
                </a:lnTo>
                <a:lnTo>
                  <a:pt x="1362075" y="2162175"/>
                </a:lnTo>
                <a:lnTo>
                  <a:pt x="1371600" y="2162175"/>
                </a:lnTo>
                <a:close/>
                <a:moveTo>
                  <a:pt x="1619250" y="2152650"/>
                </a:moveTo>
                <a:lnTo>
                  <a:pt x="1638300" y="2152650"/>
                </a:lnTo>
                <a:lnTo>
                  <a:pt x="1638300" y="2162175"/>
                </a:lnTo>
                <a:lnTo>
                  <a:pt x="1628775" y="2162175"/>
                </a:lnTo>
                <a:lnTo>
                  <a:pt x="1628775" y="2171700"/>
                </a:lnTo>
                <a:lnTo>
                  <a:pt x="1619250" y="2171700"/>
                </a:lnTo>
                <a:close/>
                <a:moveTo>
                  <a:pt x="2286000" y="2152650"/>
                </a:moveTo>
                <a:lnTo>
                  <a:pt x="2295525" y="2152650"/>
                </a:lnTo>
                <a:lnTo>
                  <a:pt x="2295525" y="2162175"/>
                </a:lnTo>
                <a:lnTo>
                  <a:pt x="2286000" y="2162175"/>
                </a:lnTo>
                <a:close/>
                <a:moveTo>
                  <a:pt x="1828800" y="2162175"/>
                </a:moveTo>
                <a:lnTo>
                  <a:pt x="1857375" y="2162175"/>
                </a:lnTo>
                <a:lnTo>
                  <a:pt x="1857375" y="2171700"/>
                </a:lnTo>
                <a:lnTo>
                  <a:pt x="1847850" y="2171700"/>
                </a:lnTo>
                <a:lnTo>
                  <a:pt x="1847850" y="2190750"/>
                </a:lnTo>
                <a:lnTo>
                  <a:pt x="1838325" y="2190750"/>
                </a:lnTo>
                <a:lnTo>
                  <a:pt x="1838325" y="2181225"/>
                </a:lnTo>
                <a:lnTo>
                  <a:pt x="1828800" y="2181225"/>
                </a:lnTo>
                <a:close/>
                <a:moveTo>
                  <a:pt x="2381250" y="2162175"/>
                </a:moveTo>
                <a:lnTo>
                  <a:pt x="2390775" y="2162175"/>
                </a:lnTo>
                <a:lnTo>
                  <a:pt x="2390775" y="2171700"/>
                </a:lnTo>
                <a:lnTo>
                  <a:pt x="2381250" y="2171700"/>
                </a:lnTo>
                <a:close/>
                <a:moveTo>
                  <a:pt x="914400" y="2171700"/>
                </a:moveTo>
                <a:lnTo>
                  <a:pt x="923925" y="2171700"/>
                </a:lnTo>
                <a:lnTo>
                  <a:pt x="923925" y="2181225"/>
                </a:lnTo>
                <a:lnTo>
                  <a:pt x="952500" y="2181225"/>
                </a:lnTo>
                <a:lnTo>
                  <a:pt x="952500" y="2190750"/>
                </a:lnTo>
                <a:lnTo>
                  <a:pt x="962025" y="2190750"/>
                </a:lnTo>
                <a:lnTo>
                  <a:pt x="962025" y="2200275"/>
                </a:lnTo>
                <a:lnTo>
                  <a:pt x="952500" y="2200275"/>
                </a:lnTo>
                <a:lnTo>
                  <a:pt x="952500" y="2209800"/>
                </a:lnTo>
                <a:lnTo>
                  <a:pt x="962025" y="2209800"/>
                </a:lnTo>
                <a:lnTo>
                  <a:pt x="962025" y="2219325"/>
                </a:lnTo>
                <a:lnTo>
                  <a:pt x="952500" y="2219325"/>
                </a:lnTo>
                <a:lnTo>
                  <a:pt x="952500" y="2228850"/>
                </a:lnTo>
                <a:lnTo>
                  <a:pt x="942975" y="2228850"/>
                </a:lnTo>
                <a:lnTo>
                  <a:pt x="942975" y="2219325"/>
                </a:lnTo>
                <a:lnTo>
                  <a:pt x="923925" y="2219325"/>
                </a:lnTo>
                <a:lnTo>
                  <a:pt x="923925" y="2209800"/>
                </a:lnTo>
                <a:lnTo>
                  <a:pt x="904875" y="2209800"/>
                </a:lnTo>
                <a:lnTo>
                  <a:pt x="904875" y="2200275"/>
                </a:lnTo>
                <a:lnTo>
                  <a:pt x="923925" y="2200275"/>
                </a:lnTo>
                <a:lnTo>
                  <a:pt x="923925" y="2190750"/>
                </a:lnTo>
                <a:lnTo>
                  <a:pt x="914400" y="2190750"/>
                </a:lnTo>
                <a:close/>
                <a:moveTo>
                  <a:pt x="1609725" y="2171700"/>
                </a:moveTo>
                <a:lnTo>
                  <a:pt x="1619250" y="2171700"/>
                </a:lnTo>
                <a:lnTo>
                  <a:pt x="1619250" y="2190750"/>
                </a:lnTo>
                <a:lnTo>
                  <a:pt x="1609725" y="2190750"/>
                </a:lnTo>
                <a:close/>
                <a:moveTo>
                  <a:pt x="381000" y="2181225"/>
                </a:moveTo>
                <a:lnTo>
                  <a:pt x="400050" y="2181225"/>
                </a:lnTo>
                <a:lnTo>
                  <a:pt x="400050" y="2200275"/>
                </a:lnTo>
                <a:lnTo>
                  <a:pt x="390525" y="2200275"/>
                </a:lnTo>
                <a:lnTo>
                  <a:pt x="390525" y="2190750"/>
                </a:lnTo>
                <a:lnTo>
                  <a:pt x="381000" y="2190750"/>
                </a:lnTo>
                <a:close/>
                <a:moveTo>
                  <a:pt x="1771650" y="2181225"/>
                </a:moveTo>
                <a:lnTo>
                  <a:pt x="1781175" y="2181225"/>
                </a:lnTo>
                <a:lnTo>
                  <a:pt x="1781175" y="2200275"/>
                </a:lnTo>
                <a:lnTo>
                  <a:pt x="1771650" y="2200275"/>
                </a:lnTo>
                <a:close/>
                <a:moveTo>
                  <a:pt x="409575" y="2200275"/>
                </a:moveTo>
                <a:lnTo>
                  <a:pt x="419100" y="2200275"/>
                </a:lnTo>
                <a:lnTo>
                  <a:pt x="419100" y="2209800"/>
                </a:lnTo>
                <a:lnTo>
                  <a:pt x="409575" y="2209800"/>
                </a:lnTo>
                <a:close/>
                <a:moveTo>
                  <a:pt x="1609725" y="2200275"/>
                </a:moveTo>
                <a:lnTo>
                  <a:pt x="1638300" y="2200275"/>
                </a:lnTo>
                <a:lnTo>
                  <a:pt x="1638300" y="2209800"/>
                </a:lnTo>
                <a:lnTo>
                  <a:pt x="1609725" y="2209800"/>
                </a:lnTo>
                <a:close/>
                <a:moveTo>
                  <a:pt x="1885950" y="2200275"/>
                </a:moveTo>
                <a:lnTo>
                  <a:pt x="1905000" y="2200275"/>
                </a:lnTo>
                <a:lnTo>
                  <a:pt x="1905000" y="2219325"/>
                </a:lnTo>
                <a:lnTo>
                  <a:pt x="1895475" y="2219325"/>
                </a:lnTo>
                <a:lnTo>
                  <a:pt x="1895475" y="2209800"/>
                </a:lnTo>
                <a:lnTo>
                  <a:pt x="1885950" y="2209800"/>
                </a:lnTo>
                <a:close/>
                <a:moveTo>
                  <a:pt x="609600" y="2209800"/>
                </a:moveTo>
                <a:lnTo>
                  <a:pt x="619125" y="2209800"/>
                </a:lnTo>
                <a:lnTo>
                  <a:pt x="619125" y="2219325"/>
                </a:lnTo>
                <a:lnTo>
                  <a:pt x="609600" y="2219325"/>
                </a:lnTo>
                <a:close/>
                <a:moveTo>
                  <a:pt x="981075" y="2219325"/>
                </a:moveTo>
                <a:lnTo>
                  <a:pt x="990600" y="2219325"/>
                </a:lnTo>
                <a:lnTo>
                  <a:pt x="990600" y="2228850"/>
                </a:lnTo>
                <a:lnTo>
                  <a:pt x="981075" y="2228850"/>
                </a:lnTo>
                <a:close/>
                <a:moveTo>
                  <a:pt x="1057275" y="2219325"/>
                </a:moveTo>
                <a:lnTo>
                  <a:pt x="1085850" y="2219325"/>
                </a:lnTo>
                <a:lnTo>
                  <a:pt x="1085850" y="2228850"/>
                </a:lnTo>
                <a:lnTo>
                  <a:pt x="1057275" y="2228850"/>
                </a:lnTo>
                <a:close/>
                <a:moveTo>
                  <a:pt x="1095375" y="2219325"/>
                </a:moveTo>
                <a:lnTo>
                  <a:pt x="1104900" y="2219325"/>
                </a:lnTo>
                <a:lnTo>
                  <a:pt x="1104900" y="2228850"/>
                </a:lnTo>
                <a:lnTo>
                  <a:pt x="1095375" y="2228850"/>
                </a:lnTo>
                <a:close/>
                <a:moveTo>
                  <a:pt x="1600200" y="2219325"/>
                </a:moveTo>
                <a:lnTo>
                  <a:pt x="1609725" y="2219325"/>
                </a:lnTo>
                <a:lnTo>
                  <a:pt x="1609725" y="2228850"/>
                </a:lnTo>
                <a:lnTo>
                  <a:pt x="1600200" y="2228850"/>
                </a:lnTo>
                <a:close/>
                <a:moveTo>
                  <a:pt x="1647825" y="2219325"/>
                </a:moveTo>
                <a:lnTo>
                  <a:pt x="1657350" y="2219325"/>
                </a:lnTo>
                <a:lnTo>
                  <a:pt x="1657350" y="2228850"/>
                </a:lnTo>
                <a:lnTo>
                  <a:pt x="1647825" y="2228850"/>
                </a:lnTo>
                <a:close/>
                <a:moveTo>
                  <a:pt x="990600" y="2228850"/>
                </a:moveTo>
                <a:lnTo>
                  <a:pt x="1009650" y="2228850"/>
                </a:lnTo>
                <a:lnTo>
                  <a:pt x="1009650" y="2238375"/>
                </a:lnTo>
                <a:lnTo>
                  <a:pt x="990600" y="2238375"/>
                </a:lnTo>
                <a:close/>
                <a:moveTo>
                  <a:pt x="1562100" y="2228850"/>
                </a:moveTo>
                <a:lnTo>
                  <a:pt x="1571625" y="2228850"/>
                </a:lnTo>
                <a:lnTo>
                  <a:pt x="1571625" y="2238375"/>
                </a:lnTo>
                <a:lnTo>
                  <a:pt x="1590675" y="2238375"/>
                </a:lnTo>
                <a:lnTo>
                  <a:pt x="1590675" y="2247900"/>
                </a:lnTo>
                <a:lnTo>
                  <a:pt x="1581150" y="2247900"/>
                </a:lnTo>
                <a:lnTo>
                  <a:pt x="1581150" y="2257425"/>
                </a:lnTo>
                <a:lnTo>
                  <a:pt x="1562100" y="2257425"/>
                </a:lnTo>
                <a:close/>
                <a:moveTo>
                  <a:pt x="2019300" y="2228850"/>
                </a:moveTo>
                <a:lnTo>
                  <a:pt x="2028825" y="2228850"/>
                </a:lnTo>
                <a:lnTo>
                  <a:pt x="2028825" y="2238375"/>
                </a:lnTo>
                <a:lnTo>
                  <a:pt x="2019300" y="2238375"/>
                </a:lnTo>
                <a:close/>
                <a:moveTo>
                  <a:pt x="1066800" y="2238375"/>
                </a:moveTo>
                <a:lnTo>
                  <a:pt x="1085850" y="2238375"/>
                </a:lnTo>
                <a:lnTo>
                  <a:pt x="1085850" y="2247900"/>
                </a:lnTo>
                <a:lnTo>
                  <a:pt x="1095375" y="2247900"/>
                </a:lnTo>
                <a:lnTo>
                  <a:pt x="1095375" y="2257425"/>
                </a:lnTo>
                <a:lnTo>
                  <a:pt x="1076325" y="2257425"/>
                </a:lnTo>
                <a:lnTo>
                  <a:pt x="1076325" y="2247900"/>
                </a:lnTo>
                <a:lnTo>
                  <a:pt x="1066800" y="2247900"/>
                </a:lnTo>
                <a:close/>
                <a:moveTo>
                  <a:pt x="2009775" y="2238375"/>
                </a:moveTo>
                <a:lnTo>
                  <a:pt x="2019300" y="2238375"/>
                </a:lnTo>
                <a:lnTo>
                  <a:pt x="2019300" y="2247900"/>
                </a:lnTo>
                <a:lnTo>
                  <a:pt x="2009775" y="2247900"/>
                </a:lnTo>
                <a:close/>
                <a:moveTo>
                  <a:pt x="2447925" y="2247900"/>
                </a:moveTo>
                <a:lnTo>
                  <a:pt x="2457450" y="2247900"/>
                </a:lnTo>
                <a:lnTo>
                  <a:pt x="2457450" y="2257425"/>
                </a:lnTo>
                <a:lnTo>
                  <a:pt x="2447925" y="2257425"/>
                </a:lnTo>
                <a:close/>
                <a:moveTo>
                  <a:pt x="2000250" y="2257425"/>
                </a:moveTo>
                <a:lnTo>
                  <a:pt x="2019300" y="2257425"/>
                </a:lnTo>
                <a:lnTo>
                  <a:pt x="2019300" y="2266950"/>
                </a:lnTo>
                <a:lnTo>
                  <a:pt x="2000250" y="2266950"/>
                </a:lnTo>
                <a:close/>
                <a:moveTo>
                  <a:pt x="2085975" y="2266950"/>
                </a:moveTo>
                <a:lnTo>
                  <a:pt x="2105025" y="2266950"/>
                </a:lnTo>
                <a:lnTo>
                  <a:pt x="2105025" y="2295525"/>
                </a:lnTo>
                <a:lnTo>
                  <a:pt x="2095500" y="2295525"/>
                </a:lnTo>
                <a:lnTo>
                  <a:pt x="2095500" y="2286000"/>
                </a:lnTo>
                <a:lnTo>
                  <a:pt x="2085975" y="2286000"/>
                </a:lnTo>
                <a:close/>
                <a:moveTo>
                  <a:pt x="1828800" y="2276475"/>
                </a:moveTo>
                <a:lnTo>
                  <a:pt x="1838325" y="2276475"/>
                </a:lnTo>
                <a:lnTo>
                  <a:pt x="1838325" y="2295525"/>
                </a:lnTo>
                <a:lnTo>
                  <a:pt x="1819275" y="2295525"/>
                </a:lnTo>
                <a:lnTo>
                  <a:pt x="1819275" y="2286000"/>
                </a:lnTo>
                <a:lnTo>
                  <a:pt x="1828800" y="2286000"/>
                </a:lnTo>
                <a:close/>
                <a:moveTo>
                  <a:pt x="1857375" y="2295525"/>
                </a:moveTo>
                <a:lnTo>
                  <a:pt x="1866900" y="2295525"/>
                </a:lnTo>
                <a:lnTo>
                  <a:pt x="1866900" y="2305050"/>
                </a:lnTo>
                <a:lnTo>
                  <a:pt x="1857375" y="2305050"/>
                </a:lnTo>
                <a:close/>
                <a:moveTo>
                  <a:pt x="1276350" y="2333625"/>
                </a:moveTo>
                <a:lnTo>
                  <a:pt x="1295400" y="2333625"/>
                </a:lnTo>
                <a:lnTo>
                  <a:pt x="1295400" y="2343150"/>
                </a:lnTo>
                <a:lnTo>
                  <a:pt x="1323975" y="2343150"/>
                </a:lnTo>
                <a:lnTo>
                  <a:pt x="1323975" y="2352675"/>
                </a:lnTo>
                <a:lnTo>
                  <a:pt x="1314450" y="2352675"/>
                </a:lnTo>
                <a:lnTo>
                  <a:pt x="1314450" y="2362200"/>
                </a:lnTo>
                <a:lnTo>
                  <a:pt x="1295400" y="2362200"/>
                </a:lnTo>
                <a:lnTo>
                  <a:pt x="1295400" y="2352675"/>
                </a:lnTo>
                <a:lnTo>
                  <a:pt x="1276350" y="2352675"/>
                </a:lnTo>
                <a:close/>
                <a:moveTo>
                  <a:pt x="1762125" y="2333625"/>
                </a:moveTo>
                <a:lnTo>
                  <a:pt x="1771650" y="2333625"/>
                </a:lnTo>
                <a:lnTo>
                  <a:pt x="1771650" y="2343150"/>
                </a:lnTo>
                <a:lnTo>
                  <a:pt x="1762125" y="2343150"/>
                </a:lnTo>
                <a:close/>
                <a:moveTo>
                  <a:pt x="952500" y="2343150"/>
                </a:moveTo>
                <a:lnTo>
                  <a:pt x="971550" y="2343150"/>
                </a:lnTo>
                <a:lnTo>
                  <a:pt x="971550" y="2352675"/>
                </a:lnTo>
                <a:lnTo>
                  <a:pt x="981075" y="2352675"/>
                </a:lnTo>
                <a:lnTo>
                  <a:pt x="981075" y="2371725"/>
                </a:lnTo>
                <a:lnTo>
                  <a:pt x="990600" y="2371725"/>
                </a:lnTo>
                <a:lnTo>
                  <a:pt x="990600" y="2390775"/>
                </a:lnTo>
                <a:lnTo>
                  <a:pt x="962025" y="2390775"/>
                </a:lnTo>
                <a:lnTo>
                  <a:pt x="962025" y="2381250"/>
                </a:lnTo>
                <a:lnTo>
                  <a:pt x="971550" y="2381250"/>
                </a:lnTo>
                <a:lnTo>
                  <a:pt x="971550" y="2371725"/>
                </a:lnTo>
                <a:lnTo>
                  <a:pt x="962025" y="2371725"/>
                </a:lnTo>
                <a:lnTo>
                  <a:pt x="962025" y="2352675"/>
                </a:lnTo>
                <a:lnTo>
                  <a:pt x="952500" y="2352675"/>
                </a:lnTo>
                <a:close/>
                <a:moveTo>
                  <a:pt x="1381125" y="2343150"/>
                </a:moveTo>
                <a:lnTo>
                  <a:pt x="1390650" y="2343150"/>
                </a:lnTo>
                <a:lnTo>
                  <a:pt x="1390650" y="2352675"/>
                </a:lnTo>
                <a:lnTo>
                  <a:pt x="1381125" y="2352675"/>
                </a:lnTo>
                <a:close/>
                <a:moveTo>
                  <a:pt x="1428750" y="2343150"/>
                </a:moveTo>
                <a:lnTo>
                  <a:pt x="1438275" y="2343150"/>
                </a:lnTo>
                <a:lnTo>
                  <a:pt x="1438275" y="2352675"/>
                </a:lnTo>
                <a:lnTo>
                  <a:pt x="1428750" y="2352675"/>
                </a:lnTo>
                <a:close/>
                <a:moveTo>
                  <a:pt x="2152650" y="2343150"/>
                </a:moveTo>
                <a:lnTo>
                  <a:pt x="2171700" y="2343150"/>
                </a:lnTo>
                <a:lnTo>
                  <a:pt x="2171700" y="2352675"/>
                </a:lnTo>
                <a:lnTo>
                  <a:pt x="2152650" y="2352675"/>
                </a:lnTo>
                <a:close/>
                <a:moveTo>
                  <a:pt x="561975" y="2352675"/>
                </a:moveTo>
                <a:lnTo>
                  <a:pt x="571500" y="2352675"/>
                </a:lnTo>
                <a:lnTo>
                  <a:pt x="571500" y="2362200"/>
                </a:lnTo>
                <a:lnTo>
                  <a:pt x="561975" y="2362200"/>
                </a:lnTo>
                <a:close/>
                <a:moveTo>
                  <a:pt x="1390650" y="2352675"/>
                </a:moveTo>
                <a:lnTo>
                  <a:pt x="1400175" y="2352675"/>
                </a:lnTo>
                <a:lnTo>
                  <a:pt x="1400175" y="2362200"/>
                </a:lnTo>
                <a:lnTo>
                  <a:pt x="1390650" y="2362200"/>
                </a:lnTo>
                <a:close/>
                <a:moveTo>
                  <a:pt x="1457325" y="2352675"/>
                </a:moveTo>
                <a:lnTo>
                  <a:pt x="1476375" y="2352675"/>
                </a:lnTo>
                <a:lnTo>
                  <a:pt x="1476375" y="2381250"/>
                </a:lnTo>
                <a:lnTo>
                  <a:pt x="1466850" y="2381250"/>
                </a:lnTo>
                <a:lnTo>
                  <a:pt x="1466850" y="2390775"/>
                </a:lnTo>
                <a:lnTo>
                  <a:pt x="1485900" y="2390775"/>
                </a:lnTo>
                <a:lnTo>
                  <a:pt x="1485900" y="2400300"/>
                </a:lnTo>
                <a:lnTo>
                  <a:pt x="1438275" y="2400300"/>
                </a:lnTo>
                <a:lnTo>
                  <a:pt x="1438275" y="2390775"/>
                </a:lnTo>
                <a:lnTo>
                  <a:pt x="1447800" y="2390775"/>
                </a:lnTo>
                <a:lnTo>
                  <a:pt x="1447800" y="2362200"/>
                </a:lnTo>
                <a:lnTo>
                  <a:pt x="1457325" y="2362200"/>
                </a:lnTo>
                <a:close/>
                <a:moveTo>
                  <a:pt x="466725" y="2371725"/>
                </a:moveTo>
                <a:lnTo>
                  <a:pt x="476250" y="2371725"/>
                </a:lnTo>
                <a:lnTo>
                  <a:pt x="476250" y="2390775"/>
                </a:lnTo>
                <a:lnTo>
                  <a:pt x="466725" y="2390775"/>
                </a:lnTo>
                <a:close/>
                <a:moveTo>
                  <a:pt x="1009650" y="2371725"/>
                </a:moveTo>
                <a:lnTo>
                  <a:pt x="1019175" y="2371725"/>
                </a:lnTo>
                <a:lnTo>
                  <a:pt x="1019175" y="2390775"/>
                </a:lnTo>
                <a:lnTo>
                  <a:pt x="1009650" y="2390775"/>
                </a:lnTo>
                <a:close/>
                <a:moveTo>
                  <a:pt x="1066800" y="2371725"/>
                </a:moveTo>
                <a:lnTo>
                  <a:pt x="1076325" y="2371725"/>
                </a:lnTo>
                <a:lnTo>
                  <a:pt x="1076325" y="2390775"/>
                </a:lnTo>
                <a:lnTo>
                  <a:pt x="1085850" y="2390775"/>
                </a:lnTo>
                <a:lnTo>
                  <a:pt x="1085850" y="2400300"/>
                </a:lnTo>
                <a:lnTo>
                  <a:pt x="1066800" y="2400300"/>
                </a:lnTo>
                <a:close/>
                <a:moveTo>
                  <a:pt x="1333500" y="2371725"/>
                </a:moveTo>
                <a:lnTo>
                  <a:pt x="1343025" y="2371725"/>
                </a:lnTo>
                <a:lnTo>
                  <a:pt x="1343025" y="2381250"/>
                </a:lnTo>
                <a:lnTo>
                  <a:pt x="1333500" y="2381250"/>
                </a:lnTo>
                <a:close/>
                <a:moveTo>
                  <a:pt x="1381125" y="2371725"/>
                </a:moveTo>
                <a:lnTo>
                  <a:pt x="1400175" y="2371725"/>
                </a:lnTo>
                <a:lnTo>
                  <a:pt x="1400175" y="2381250"/>
                </a:lnTo>
                <a:lnTo>
                  <a:pt x="1381125" y="2381250"/>
                </a:lnTo>
                <a:close/>
                <a:moveTo>
                  <a:pt x="1343025" y="2381250"/>
                </a:moveTo>
                <a:lnTo>
                  <a:pt x="1352550" y="2381250"/>
                </a:lnTo>
                <a:lnTo>
                  <a:pt x="1352550" y="2390775"/>
                </a:lnTo>
                <a:lnTo>
                  <a:pt x="1343025" y="2390775"/>
                </a:lnTo>
                <a:close/>
                <a:moveTo>
                  <a:pt x="1362075" y="2381250"/>
                </a:moveTo>
                <a:lnTo>
                  <a:pt x="1371600" y="2381250"/>
                </a:lnTo>
                <a:lnTo>
                  <a:pt x="1371600" y="2390775"/>
                </a:lnTo>
                <a:lnTo>
                  <a:pt x="1362075" y="2390775"/>
                </a:lnTo>
                <a:close/>
                <a:moveTo>
                  <a:pt x="952500" y="2390775"/>
                </a:moveTo>
                <a:lnTo>
                  <a:pt x="962025" y="2390775"/>
                </a:lnTo>
                <a:lnTo>
                  <a:pt x="962025" y="2400300"/>
                </a:lnTo>
                <a:lnTo>
                  <a:pt x="952500" y="2400300"/>
                </a:lnTo>
                <a:close/>
                <a:moveTo>
                  <a:pt x="1247775" y="2390775"/>
                </a:moveTo>
                <a:lnTo>
                  <a:pt x="1266825" y="2390775"/>
                </a:lnTo>
                <a:lnTo>
                  <a:pt x="1266825" y="2400300"/>
                </a:lnTo>
                <a:lnTo>
                  <a:pt x="1247775" y="2400300"/>
                </a:lnTo>
                <a:close/>
                <a:moveTo>
                  <a:pt x="1314450" y="2390775"/>
                </a:moveTo>
                <a:lnTo>
                  <a:pt x="1343025" y="2390775"/>
                </a:lnTo>
                <a:lnTo>
                  <a:pt x="1343025" y="2400300"/>
                </a:lnTo>
                <a:lnTo>
                  <a:pt x="1314450" y="2400300"/>
                </a:lnTo>
                <a:close/>
                <a:moveTo>
                  <a:pt x="1371600" y="2390775"/>
                </a:moveTo>
                <a:lnTo>
                  <a:pt x="1390650" y="2390775"/>
                </a:lnTo>
                <a:lnTo>
                  <a:pt x="1390650" y="2400300"/>
                </a:lnTo>
                <a:lnTo>
                  <a:pt x="1371600" y="2400300"/>
                </a:lnTo>
                <a:close/>
                <a:moveTo>
                  <a:pt x="2162175" y="2409825"/>
                </a:moveTo>
                <a:lnTo>
                  <a:pt x="2171700" y="2409825"/>
                </a:lnTo>
                <a:lnTo>
                  <a:pt x="2171700" y="2419350"/>
                </a:lnTo>
                <a:lnTo>
                  <a:pt x="2162175" y="2419350"/>
                </a:lnTo>
                <a:close/>
                <a:moveTo>
                  <a:pt x="1800225" y="2447925"/>
                </a:moveTo>
                <a:lnTo>
                  <a:pt x="1828800" y="2447925"/>
                </a:lnTo>
                <a:lnTo>
                  <a:pt x="1828800" y="2457450"/>
                </a:lnTo>
                <a:lnTo>
                  <a:pt x="1838325" y="2457450"/>
                </a:lnTo>
                <a:lnTo>
                  <a:pt x="1838325" y="2466975"/>
                </a:lnTo>
                <a:lnTo>
                  <a:pt x="1828800" y="2466975"/>
                </a:lnTo>
                <a:lnTo>
                  <a:pt x="1828800" y="2476500"/>
                </a:lnTo>
                <a:lnTo>
                  <a:pt x="1809750" y="2476500"/>
                </a:lnTo>
                <a:lnTo>
                  <a:pt x="1809750" y="2466975"/>
                </a:lnTo>
                <a:lnTo>
                  <a:pt x="1790700" y="2466975"/>
                </a:lnTo>
                <a:lnTo>
                  <a:pt x="1790700" y="2457450"/>
                </a:lnTo>
                <a:lnTo>
                  <a:pt x="1800225" y="2457450"/>
                </a:lnTo>
                <a:close/>
                <a:moveTo>
                  <a:pt x="304800" y="2466975"/>
                </a:moveTo>
                <a:lnTo>
                  <a:pt x="314325" y="2466975"/>
                </a:lnTo>
                <a:lnTo>
                  <a:pt x="314325" y="2476500"/>
                </a:lnTo>
                <a:lnTo>
                  <a:pt x="304800" y="2476500"/>
                </a:lnTo>
                <a:close/>
                <a:moveTo>
                  <a:pt x="504825" y="2495550"/>
                </a:moveTo>
                <a:lnTo>
                  <a:pt x="514350" y="2495550"/>
                </a:lnTo>
                <a:lnTo>
                  <a:pt x="514350" y="2514600"/>
                </a:lnTo>
                <a:lnTo>
                  <a:pt x="504825" y="2514600"/>
                </a:lnTo>
                <a:close/>
                <a:moveTo>
                  <a:pt x="857250" y="2552700"/>
                </a:moveTo>
                <a:lnTo>
                  <a:pt x="885825" y="2552700"/>
                </a:lnTo>
                <a:lnTo>
                  <a:pt x="885825" y="2562225"/>
                </a:lnTo>
                <a:lnTo>
                  <a:pt x="857250" y="2562225"/>
                </a:lnTo>
                <a:close/>
                <a:moveTo>
                  <a:pt x="800100" y="2571750"/>
                </a:moveTo>
                <a:lnTo>
                  <a:pt x="809625" y="2571750"/>
                </a:lnTo>
                <a:lnTo>
                  <a:pt x="809625" y="2581275"/>
                </a:lnTo>
                <a:lnTo>
                  <a:pt x="800100" y="2581275"/>
                </a:lnTo>
                <a:close/>
                <a:moveTo>
                  <a:pt x="571500" y="2581275"/>
                </a:moveTo>
                <a:lnTo>
                  <a:pt x="581025" y="2581275"/>
                </a:lnTo>
                <a:lnTo>
                  <a:pt x="581025" y="2590800"/>
                </a:lnTo>
                <a:lnTo>
                  <a:pt x="571500" y="2590800"/>
                </a:lnTo>
                <a:close/>
                <a:moveTo>
                  <a:pt x="704850" y="2581275"/>
                </a:moveTo>
                <a:lnTo>
                  <a:pt x="714375" y="2581275"/>
                </a:lnTo>
                <a:lnTo>
                  <a:pt x="714375" y="2590800"/>
                </a:lnTo>
                <a:lnTo>
                  <a:pt x="704850" y="2590800"/>
                </a:lnTo>
                <a:close/>
              </a:path>
            </a:pathLst>
          </a:custGeom>
          <a:solidFill xmlns:a="http://schemas.openxmlformats.org/drawingml/2006/main">
            <a:srgbClr val="F9F7F2"/>
          </a:solidFill>
          <a:ln xmlns:a="http://schemas.openxmlformats.org/drawingml/2006/main" w="0">
            <a:noFill/>
          </a:ln>
        </p:spPr>
      </p:sp>
      <p:sp>
        <p:nvSpPr>
          <p:cNvPr id="80" name="papers vector #f8f7f2">
            <a:extLst xmlns:a="http://schemas.openxmlformats.org/drawingml/2006/main">
              <a:ext uri="{FF2B5EF4-FFF2-40B4-BE49-F238E27FC236}">
                <a16:creationId xmlns:a16="http://schemas.microsoft.com/office/drawing/2014/main" id="{D113C884-8C20-47ED-AA16-AE4E71EC61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43475" y="1724025"/>
            <a:ext cx="3781425" cy="3990975"/>
          </a:xfrm>
          <a:custGeom xmlns:a="http://schemas.openxmlformats.org/drawingml/2006/main">
            <a:pathLst>
              <a:path w="2457450" h="2590800">
                <a:moveTo>
                  <a:pt x="2038350" y="0"/>
                </a:moveTo>
                <a:lnTo>
                  <a:pt x="2047875" y="0"/>
                </a:lnTo>
                <a:lnTo>
                  <a:pt x="2047875" y="9525"/>
                </a:lnTo>
                <a:lnTo>
                  <a:pt x="2038350" y="9525"/>
                </a:lnTo>
                <a:close/>
                <a:moveTo>
                  <a:pt x="1914525" y="19050"/>
                </a:moveTo>
                <a:lnTo>
                  <a:pt x="1924050" y="19050"/>
                </a:lnTo>
                <a:lnTo>
                  <a:pt x="1924050" y="28575"/>
                </a:lnTo>
                <a:lnTo>
                  <a:pt x="1914525" y="28575"/>
                </a:lnTo>
                <a:close/>
                <a:moveTo>
                  <a:pt x="1819275" y="28575"/>
                </a:moveTo>
                <a:lnTo>
                  <a:pt x="1838325" y="28575"/>
                </a:lnTo>
                <a:lnTo>
                  <a:pt x="1838325" y="38100"/>
                </a:lnTo>
                <a:lnTo>
                  <a:pt x="1819275" y="38100"/>
                </a:lnTo>
                <a:close/>
                <a:moveTo>
                  <a:pt x="1866900" y="38100"/>
                </a:moveTo>
                <a:lnTo>
                  <a:pt x="1905000" y="38100"/>
                </a:lnTo>
                <a:lnTo>
                  <a:pt x="1905000" y="57150"/>
                </a:lnTo>
                <a:lnTo>
                  <a:pt x="1885950" y="57150"/>
                </a:lnTo>
                <a:lnTo>
                  <a:pt x="1885950" y="47625"/>
                </a:lnTo>
                <a:lnTo>
                  <a:pt x="1866900" y="47625"/>
                </a:lnTo>
                <a:close/>
                <a:moveTo>
                  <a:pt x="1781175" y="47625"/>
                </a:moveTo>
                <a:lnTo>
                  <a:pt x="1790700" y="47625"/>
                </a:lnTo>
                <a:lnTo>
                  <a:pt x="1790700" y="57150"/>
                </a:lnTo>
                <a:lnTo>
                  <a:pt x="1781175" y="57150"/>
                </a:lnTo>
                <a:close/>
                <a:moveTo>
                  <a:pt x="1790700" y="57150"/>
                </a:moveTo>
                <a:lnTo>
                  <a:pt x="1800225" y="57150"/>
                </a:lnTo>
                <a:lnTo>
                  <a:pt x="1800225" y="66675"/>
                </a:lnTo>
                <a:lnTo>
                  <a:pt x="1790700" y="66675"/>
                </a:lnTo>
                <a:close/>
                <a:moveTo>
                  <a:pt x="2371725" y="95250"/>
                </a:moveTo>
                <a:lnTo>
                  <a:pt x="2381250" y="95250"/>
                </a:lnTo>
                <a:lnTo>
                  <a:pt x="2381250" y="114300"/>
                </a:lnTo>
                <a:lnTo>
                  <a:pt x="2371725" y="114300"/>
                </a:lnTo>
                <a:close/>
                <a:moveTo>
                  <a:pt x="1876425" y="104775"/>
                </a:moveTo>
                <a:lnTo>
                  <a:pt x="1885950" y="104775"/>
                </a:lnTo>
                <a:lnTo>
                  <a:pt x="1885950" y="123825"/>
                </a:lnTo>
                <a:lnTo>
                  <a:pt x="1857375" y="123825"/>
                </a:lnTo>
                <a:lnTo>
                  <a:pt x="1857375" y="114300"/>
                </a:lnTo>
                <a:lnTo>
                  <a:pt x="1876425" y="114300"/>
                </a:lnTo>
                <a:close/>
                <a:moveTo>
                  <a:pt x="371475" y="123825"/>
                </a:moveTo>
                <a:lnTo>
                  <a:pt x="390525" y="123825"/>
                </a:lnTo>
                <a:lnTo>
                  <a:pt x="390525" y="133350"/>
                </a:lnTo>
                <a:lnTo>
                  <a:pt x="371475" y="133350"/>
                </a:lnTo>
                <a:close/>
                <a:moveTo>
                  <a:pt x="657225" y="123825"/>
                </a:moveTo>
                <a:lnTo>
                  <a:pt x="685800" y="123825"/>
                </a:lnTo>
                <a:lnTo>
                  <a:pt x="685800" y="133350"/>
                </a:lnTo>
                <a:lnTo>
                  <a:pt x="676275" y="133350"/>
                </a:lnTo>
                <a:lnTo>
                  <a:pt x="676275" y="152400"/>
                </a:lnTo>
                <a:lnTo>
                  <a:pt x="666750" y="152400"/>
                </a:lnTo>
                <a:lnTo>
                  <a:pt x="666750" y="133350"/>
                </a:lnTo>
                <a:lnTo>
                  <a:pt x="657225" y="133350"/>
                </a:lnTo>
                <a:close/>
                <a:moveTo>
                  <a:pt x="1409700" y="123825"/>
                </a:moveTo>
                <a:lnTo>
                  <a:pt x="1428750" y="123825"/>
                </a:lnTo>
                <a:lnTo>
                  <a:pt x="1428750" y="133350"/>
                </a:lnTo>
                <a:lnTo>
                  <a:pt x="1409700" y="133350"/>
                </a:lnTo>
                <a:close/>
                <a:moveTo>
                  <a:pt x="1495425" y="123825"/>
                </a:moveTo>
                <a:lnTo>
                  <a:pt x="1514475" y="123825"/>
                </a:lnTo>
                <a:lnTo>
                  <a:pt x="1514475" y="133350"/>
                </a:lnTo>
                <a:lnTo>
                  <a:pt x="1495425" y="133350"/>
                </a:lnTo>
                <a:close/>
                <a:moveTo>
                  <a:pt x="1524000" y="123825"/>
                </a:moveTo>
                <a:lnTo>
                  <a:pt x="1533525" y="123825"/>
                </a:lnTo>
                <a:lnTo>
                  <a:pt x="1533525" y="133350"/>
                </a:lnTo>
                <a:lnTo>
                  <a:pt x="1524000" y="133350"/>
                </a:lnTo>
                <a:close/>
                <a:moveTo>
                  <a:pt x="1714500" y="123825"/>
                </a:moveTo>
                <a:lnTo>
                  <a:pt x="1733550" y="123825"/>
                </a:lnTo>
                <a:lnTo>
                  <a:pt x="1733550" y="133350"/>
                </a:lnTo>
                <a:lnTo>
                  <a:pt x="1743075" y="133350"/>
                </a:lnTo>
                <a:lnTo>
                  <a:pt x="1743075" y="123825"/>
                </a:lnTo>
                <a:lnTo>
                  <a:pt x="1752600" y="123825"/>
                </a:lnTo>
                <a:lnTo>
                  <a:pt x="1752600" y="142875"/>
                </a:lnTo>
                <a:lnTo>
                  <a:pt x="1771650" y="142875"/>
                </a:lnTo>
                <a:lnTo>
                  <a:pt x="1771650" y="133350"/>
                </a:lnTo>
                <a:lnTo>
                  <a:pt x="1800225" y="133350"/>
                </a:lnTo>
                <a:lnTo>
                  <a:pt x="1800225" y="142875"/>
                </a:lnTo>
                <a:lnTo>
                  <a:pt x="1790700" y="142875"/>
                </a:lnTo>
                <a:lnTo>
                  <a:pt x="1790700" y="152400"/>
                </a:lnTo>
                <a:lnTo>
                  <a:pt x="1752600" y="152400"/>
                </a:lnTo>
                <a:lnTo>
                  <a:pt x="1752600" y="171450"/>
                </a:lnTo>
                <a:lnTo>
                  <a:pt x="1743075" y="171450"/>
                </a:lnTo>
                <a:lnTo>
                  <a:pt x="1743075" y="180975"/>
                </a:lnTo>
                <a:lnTo>
                  <a:pt x="1762125" y="180975"/>
                </a:lnTo>
                <a:lnTo>
                  <a:pt x="1762125" y="190500"/>
                </a:lnTo>
                <a:lnTo>
                  <a:pt x="1752600" y="190500"/>
                </a:lnTo>
                <a:lnTo>
                  <a:pt x="1752600" y="200025"/>
                </a:lnTo>
                <a:lnTo>
                  <a:pt x="1724025" y="200025"/>
                </a:lnTo>
                <a:lnTo>
                  <a:pt x="1724025" y="190500"/>
                </a:lnTo>
                <a:lnTo>
                  <a:pt x="1714500" y="190500"/>
                </a:lnTo>
                <a:lnTo>
                  <a:pt x="1714500" y="200025"/>
                </a:lnTo>
                <a:lnTo>
                  <a:pt x="1695450" y="200025"/>
                </a:lnTo>
                <a:lnTo>
                  <a:pt x="1695450" y="190500"/>
                </a:lnTo>
                <a:lnTo>
                  <a:pt x="1685925" y="190500"/>
                </a:lnTo>
                <a:lnTo>
                  <a:pt x="1685925" y="200025"/>
                </a:lnTo>
                <a:lnTo>
                  <a:pt x="1676400" y="200025"/>
                </a:lnTo>
                <a:lnTo>
                  <a:pt x="1676400" y="209550"/>
                </a:lnTo>
                <a:lnTo>
                  <a:pt x="1657350" y="209550"/>
                </a:lnTo>
                <a:lnTo>
                  <a:pt x="1657350" y="190500"/>
                </a:lnTo>
                <a:lnTo>
                  <a:pt x="1638300" y="190500"/>
                </a:lnTo>
                <a:lnTo>
                  <a:pt x="1638300" y="200025"/>
                </a:lnTo>
                <a:lnTo>
                  <a:pt x="1619250" y="200025"/>
                </a:lnTo>
                <a:lnTo>
                  <a:pt x="1619250" y="190500"/>
                </a:lnTo>
                <a:lnTo>
                  <a:pt x="1590675" y="190500"/>
                </a:lnTo>
                <a:lnTo>
                  <a:pt x="1590675" y="180975"/>
                </a:lnTo>
                <a:lnTo>
                  <a:pt x="1581150" y="180975"/>
                </a:lnTo>
                <a:lnTo>
                  <a:pt x="1581150" y="161925"/>
                </a:lnTo>
                <a:lnTo>
                  <a:pt x="1600200" y="161925"/>
                </a:lnTo>
                <a:lnTo>
                  <a:pt x="1600200" y="152400"/>
                </a:lnTo>
                <a:lnTo>
                  <a:pt x="1619250" y="152400"/>
                </a:lnTo>
                <a:lnTo>
                  <a:pt x="1619250" y="161925"/>
                </a:lnTo>
                <a:lnTo>
                  <a:pt x="1628775" y="161925"/>
                </a:lnTo>
                <a:lnTo>
                  <a:pt x="1628775" y="171450"/>
                </a:lnTo>
                <a:lnTo>
                  <a:pt x="1638300" y="171450"/>
                </a:lnTo>
                <a:lnTo>
                  <a:pt x="1638300" y="180975"/>
                </a:lnTo>
                <a:lnTo>
                  <a:pt x="1666875" y="180975"/>
                </a:lnTo>
                <a:lnTo>
                  <a:pt x="1666875" y="190500"/>
                </a:lnTo>
                <a:lnTo>
                  <a:pt x="1676400" y="190500"/>
                </a:lnTo>
                <a:lnTo>
                  <a:pt x="1676400" y="180975"/>
                </a:lnTo>
                <a:lnTo>
                  <a:pt x="1685925" y="180975"/>
                </a:lnTo>
                <a:lnTo>
                  <a:pt x="1685925" y="152400"/>
                </a:lnTo>
                <a:lnTo>
                  <a:pt x="1714500" y="152400"/>
                </a:lnTo>
                <a:lnTo>
                  <a:pt x="1714500" y="142875"/>
                </a:lnTo>
                <a:lnTo>
                  <a:pt x="1724025" y="142875"/>
                </a:lnTo>
                <a:lnTo>
                  <a:pt x="1724025" y="133350"/>
                </a:lnTo>
                <a:lnTo>
                  <a:pt x="1714500" y="133350"/>
                </a:lnTo>
                <a:close/>
                <a:moveTo>
                  <a:pt x="342900" y="133350"/>
                </a:moveTo>
                <a:lnTo>
                  <a:pt x="352425" y="133350"/>
                </a:lnTo>
                <a:lnTo>
                  <a:pt x="352425" y="142875"/>
                </a:lnTo>
                <a:lnTo>
                  <a:pt x="342900" y="142875"/>
                </a:lnTo>
                <a:close/>
                <a:moveTo>
                  <a:pt x="361950" y="142875"/>
                </a:moveTo>
                <a:lnTo>
                  <a:pt x="390525" y="142875"/>
                </a:lnTo>
                <a:lnTo>
                  <a:pt x="390525" y="152400"/>
                </a:lnTo>
                <a:lnTo>
                  <a:pt x="361950" y="152400"/>
                </a:lnTo>
                <a:close/>
                <a:moveTo>
                  <a:pt x="1409700" y="142875"/>
                </a:moveTo>
                <a:lnTo>
                  <a:pt x="1419225" y="142875"/>
                </a:lnTo>
                <a:lnTo>
                  <a:pt x="1419225" y="152400"/>
                </a:lnTo>
                <a:lnTo>
                  <a:pt x="1409700" y="152400"/>
                </a:lnTo>
                <a:close/>
                <a:moveTo>
                  <a:pt x="1514475" y="142875"/>
                </a:moveTo>
                <a:lnTo>
                  <a:pt x="1533525" y="142875"/>
                </a:lnTo>
                <a:lnTo>
                  <a:pt x="1533525" y="152400"/>
                </a:lnTo>
                <a:lnTo>
                  <a:pt x="1514475" y="152400"/>
                </a:lnTo>
                <a:close/>
                <a:moveTo>
                  <a:pt x="1543050" y="142875"/>
                </a:moveTo>
                <a:lnTo>
                  <a:pt x="1562100" y="142875"/>
                </a:lnTo>
                <a:lnTo>
                  <a:pt x="1562100" y="161925"/>
                </a:lnTo>
                <a:lnTo>
                  <a:pt x="1543050" y="161925"/>
                </a:lnTo>
                <a:close/>
                <a:moveTo>
                  <a:pt x="1647825" y="152400"/>
                </a:moveTo>
                <a:lnTo>
                  <a:pt x="1657350" y="152400"/>
                </a:lnTo>
                <a:lnTo>
                  <a:pt x="1657350" y="161925"/>
                </a:lnTo>
                <a:lnTo>
                  <a:pt x="1647825" y="161925"/>
                </a:lnTo>
                <a:close/>
                <a:moveTo>
                  <a:pt x="342900" y="161925"/>
                </a:moveTo>
                <a:lnTo>
                  <a:pt x="352425" y="161925"/>
                </a:lnTo>
                <a:lnTo>
                  <a:pt x="352425" y="180975"/>
                </a:lnTo>
                <a:lnTo>
                  <a:pt x="342900" y="180975"/>
                </a:lnTo>
                <a:close/>
                <a:moveTo>
                  <a:pt x="381000" y="171450"/>
                </a:moveTo>
                <a:lnTo>
                  <a:pt x="400050" y="171450"/>
                </a:lnTo>
                <a:lnTo>
                  <a:pt x="400050" y="190500"/>
                </a:lnTo>
                <a:lnTo>
                  <a:pt x="390525" y="190500"/>
                </a:lnTo>
                <a:lnTo>
                  <a:pt x="390525" y="180975"/>
                </a:lnTo>
                <a:lnTo>
                  <a:pt x="381000" y="180975"/>
                </a:lnTo>
                <a:close/>
                <a:moveTo>
                  <a:pt x="704850" y="180975"/>
                </a:moveTo>
                <a:lnTo>
                  <a:pt x="714375" y="180975"/>
                </a:lnTo>
                <a:lnTo>
                  <a:pt x="714375" y="190500"/>
                </a:lnTo>
                <a:lnTo>
                  <a:pt x="704850" y="190500"/>
                </a:lnTo>
                <a:close/>
                <a:moveTo>
                  <a:pt x="1724025" y="180975"/>
                </a:moveTo>
                <a:lnTo>
                  <a:pt x="1733550" y="180975"/>
                </a:lnTo>
                <a:lnTo>
                  <a:pt x="1733550" y="161925"/>
                </a:lnTo>
                <a:lnTo>
                  <a:pt x="1724025" y="161925"/>
                </a:lnTo>
                <a:close/>
                <a:moveTo>
                  <a:pt x="1838325" y="180975"/>
                </a:moveTo>
                <a:lnTo>
                  <a:pt x="1866900" y="180975"/>
                </a:lnTo>
                <a:lnTo>
                  <a:pt x="1866900" y="190500"/>
                </a:lnTo>
                <a:lnTo>
                  <a:pt x="1857375" y="190500"/>
                </a:lnTo>
                <a:lnTo>
                  <a:pt x="1857375" y="200025"/>
                </a:lnTo>
                <a:lnTo>
                  <a:pt x="1838325" y="200025"/>
                </a:lnTo>
                <a:close/>
                <a:moveTo>
                  <a:pt x="1828800" y="200025"/>
                </a:moveTo>
                <a:lnTo>
                  <a:pt x="1838325" y="200025"/>
                </a:lnTo>
                <a:lnTo>
                  <a:pt x="1838325" y="228600"/>
                </a:lnTo>
                <a:lnTo>
                  <a:pt x="1828800" y="228600"/>
                </a:lnTo>
                <a:lnTo>
                  <a:pt x="1828800" y="238125"/>
                </a:lnTo>
                <a:lnTo>
                  <a:pt x="1809750" y="238125"/>
                </a:lnTo>
                <a:lnTo>
                  <a:pt x="1809750" y="228600"/>
                </a:lnTo>
                <a:lnTo>
                  <a:pt x="1800225" y="228600"/>
                </a:lnTo>
                <a:lnTo>
                  <a:pt x="1800225" y="238125"/>
                </a:lnTo>
                <a:lnTo>
                  <a:pt x="1790700" y="238125"/>
                </a:lnTo>
                <a:lnTo>
                  <a:pt x="1790700" y="219075"/>
                </a:lnTo>
                <a:lnTo>
                  <a:pt x="1809750" y="219075"/>
                </a:lnTo>
                <a:lnTo>
                  <a:pt x="1809750" y="209550"/>
                </a:lnTo>
                <a:lnTo>
                  <a:pt x="1819275" y="209550"/>
                </a:lnTo>
                <a:lnTo>
                  <a:pt x="1819275" y="219075"/>
                </a:lnTo>
                <a:lnTo>
                  <a:pt x="1828800" y="219075"/>
                </a:lnTo>
                <a:close/>
                <a:moveTo>
                  <a:pt x="2105025" y="209550"/>
                </a:moveTo>
                <a:lnTo>
                  <a:pt x="2114550" y="209550"/>
                </a:lnTo>
                <a:lnTo>
                  <a:pt x="2114550" y="219075"/>
                </a:lnTo>
                <a:lnTo>
                  <a:pt x="2105025" y="219075"/>
                </a:lnTo>
                <a:close/>
                <a:moveTo>
                  <a:pt x="95250" y="238125"/>
                </a:moveTo>
                <a:lnTo>
                  <a:pt x="104775" y="238125"/>
                </a:lnTo>
                <a:lnTo>
                  <a:pt x="104775" y="257175"/>
                </a:lnTo>
                <a:lnTo>
                  <a:pt x="85725" y="257175"/>
                </a:lnTo>
                <a:lnTo>
                  <a:pt x="85725" y="247650"/>
                </a:lnTo>
                <a:lnTo>
                  <a:pt x="95250" y="247650"/>
                </a:lnTo>
                <a:close/>
                <a:moveTo>
                  <a:pt x="1457325" y="247650"/>
                </a:moveTo>
                <a:lnTo>
                  <a:pt x="1476375" y="247650"/>
                </a:lnTo>
                <a:lnTo>
                  <a:pt x="1476375" y="257175"/>
                </a:lnTo>
                <a:lnTo>
                  <a:pt x="1457325" y="257175"/>
                </a:lnTo>
                <a:close/>
                <a:moveTo>
                  <a:pt x="1514475" y="247650"/>
                </a:moveTo>
                <a:lnTo>
                  <a:pt x="1533525" y="247650"/>
                </a:lnTo>
                <a:lnTo>
                  <a:pt x="1533525" y="257175"/>
                </a:lnTo>
                <a:lnTo>
                  <a:pt x="1514475" y="257175"/>
                </a:lnTo>
                <a:close/>
                <a:moveTo>
                  <a:pt x="2333625" y="247650"/>
                </a:moveTo>
                <a:lnTo>
                  <a:pt x="2343150" y="247650"/>
                </a:lnTo>
                <a:lnTo>
                  <a:pt x="2343150" y="257175"/>
                </a:lnTo>
                <a:lnTo>
                  <a:pt x="2333625" y="257175"/>
                </a:lnTo>
                <a:close/>
                <a:moveTo>
                  <a:pt x="0" y="257175"/>
                </a:moveTo>
                <a:lnTo>
                  <a:pt x="9525" y="257175"/>
                </a:lnTo>
                <a:lnTo>
                  <a:pt x="9525" y="266700"/>
                </a:lnTo>
                <a:lnTo>
                  <a:pt x="0" y="266700"/>
                </a:lnTo>
                <a:close/>
                <a:moveTo>
                  <a:pt x="323850" y="257175"/>
                </a:moveTo>
                <a:lnTo>
                  <a:pt x="333375" y="257175"/>
                </a:lnTo>
                <a:lnTo>
                  <a:pt x="333375" y="276225"/>
                </a:lnTo>
                <a:lnTo>
                  <a:pt x="314325" y="276225"/>
                </a:lnTo>
                <a:lnTo>
                  <a:pt x="314325" y="266700"/>
                </a:lnTo>
                <a:lnTo>
                  <a:pt x="323850" y="266700"/>
                </a:lnTo>
                <a:close/>
                <a:moveTo>
                  <a:pt x="1495425" y="257175"/>
                </a:moveTo>
                <a:lnTo>
                  <a:pt x="1504950" y="257175"/>
                </a:lnTo>
                <a:lnTo>
                  <a:pt x="1504950" y="285750"/>
                </a:lnTo>
                <a:lnTo>
                  <a:pt x="1495425" y="285750"/>
                </a:lnTo>
                <a:lnTo>
                  <a:pt x="1495425" y="304800"/>
                </a:lnTo>
                <a:lnTo>
                  <a:pt x="1504950" y="304800"/>
                </a:lnTo>
                <a:lnTo>
                  <a:pt x="1504950" y="314325"/>
                </a:lnTo>
                <a:lnTo>
                  <a:pt x="1495425" y="314325"/>
                </a:lnTo>
                <a:lnTo>
                  <a:pt x="1495425" y="323850"/>
                </a:lnTo>
                <a:lnTo>
                  <a:pt x="1485900" y="323850"/>
                </a:lnTo>
                <a:lnTo>
                  <a:pt x="1485900" y="276225"/>
                </a:lnTo>
                <a:lnTo>
                  <a:pt x="1495425" y="276225"/>
                </a:lnTo>
                <a:close/>
                <a:moveTo>
                  <a:pt x="57150" y="266700"/>
                </a:moveTo>
                <a:lnTo>
                  <a:pt x="85725" y="266700"/>
                </a:lnTo>
                <a:lnTo>
                  <a:pt x="85725" y="276225"/>
                </a:lnTo>
                <a:lnTo>
                  <a:pt x="57150" y="276225"/>
                </a:lnTo>
                <a:close/>
                <a:moveTo>
                  <a:pt x="47625" y="276225"/>
                </a:moveTo>
                <a:lnTo>
                  <a:pt x="57150" y="276225"/>
                </a:lnTo>
                <a:lnTo>
                  <a:pt x="57150" y="285750"/>
                </a:lnTo>
                <a:lnTo>
                  <a:pt x="47625" y="285750"/>
                </a:lnTo>
                <a:close/>
                <a:moveTo>
                  <a:pt x="2333625" y="285750"/>
                </a:moveTo>
                <a:lnTo>
                  <a:pt x="2343150" y="285750"/>
                </a:lnTo>
                <a:lnTo>
                  <a:pt x="2343150" y="295275"/>
                </a:lnTo>
                <a:lnTo>
                  <a:pt x="2333625" y="295275"/>
                </a:lnTo>
                <a:close/>
                <a:moveTo>
                  <a:pt x="238125" y="295275"/>
                </a:moveTo>
                <a:lnTo>
                  <a:pt x="266700" y="295275"/>
                </a:lnTo>
                <a:lnTo>
                  <a:pt x="266700" y="304800"/>
                </a:lnTo>
                <a:lnTo>
                  <a:pt x="238125" y="304800"/>
                </a:lnTo>
                <a:close/>
                <a:moveTo>
                  <a:pt x="66675" y="304800"/>
                </a:moveTo>
                <a:lnTo>
                  <a:pt x="76200" y="304800"/>
                </a:lnTo>
                <a:lnTo>
                  <a:pt x="76200" y="314325"/>
                </a:lnTo>
                <a:lnTo>
                  <a:pt x="66675" y="314325"/>
                </a:lnTo>
                <a:close/>
                <a:moveTo>
                  <a:pt x="266700" y="304800"/>
                </a:moveTo>
                <a:lnTo>
                  <a:pt x="285750" y="304800"/>
                </a:lnTo>
                <a:lnTo>
                  <a:pt x="285750" y="314325"/>
                </a:lnTo>
                <a:lnTo>
                  <a:pt x="266700" y="314325"/>
                </a:lnTo>
                <a:close/>
                <a:moveTo>
                  <a:pt x="1333500" y="342900"/>
                </a:moveTo>
                <a:lnTo>
                  <a:pt x="1343025" y="342900"/>
                </a:lnTo>
                <a:lnTo>
                  <a:pt x="1343025" y="361950"/>
                </a:lnTo>
                <a:lnTo>
                  <a:pt x="1333500" y="361950"/>
                </a:lnTo>
                <a:close/>
                <a:moveTo>
                  <a:pt x="9525" y="352425"/>
                </a:moveTo>
                <a:lnTo>
                  <a:pt x="28575" y="352425"/>
                </a:lnTo>
                <a:lnTo>
                  <a:pt x="28575" y="361950"/>
                </a:lnTo>
                <a:lnTo>
                  <a:pt x="9525" y="361950"/>
                </a:lnTo>
                <a:close/>
                <a:moveTo>
                  <a:pt x="476250" y="352425"/>
                </a:moveTo>
                <a:lnTo>
                  <a:pt x="485775" y="352425"/>
                </a:lnTo>
                <a:lnTo>
                  <a:pt x="485775" y="381000"/>
                </a:lnTo>
                <a:lnTo>
                  <a:pt x="495300" y="381000"/>
                </a:lnTo>
                <a:lnTo>
                  <a:pt x="495300" y="390525"/>
                </a:lnTo>
                <a:lnTo>
                  <a:pt x="485775" y="390525"/>
                </a:lnTo>
                <a:lnTo>
                  <a:pt x="485775" y="400050"/>
                </a:lnTo>
                <a:lnTo>
                  <a:pt x="495300" y="400050"/>
                </a:lnTo>
                <a:lnTo>
                  <a:pt x="495300" y="466725"/>
                </a:lnTo>
                <a:lnTo>
                  <a:pt x="485775" y="466725"/>
                </a:lnTo>
                <a:lnTo>
                  <a:pt x="485775" y="419100"/>
                </a:lnTo>
                <a:lnTo>
                  <a:pt x="476250" y="419100"/>
                </a:lnTo>
                <a:lnTo>
                  <a:pt x="476250" y="428625"/>
                </a:lnTo>
                <a:lnTo>
                  <a:pt x="466725" y="428625"/>
                </a:lnTo>
                <a:lnTo>
                  <a:pt x="466725" y="409575"/>
                </a:lnTo>
                <a:lnTo>
                  <a:pt x="476250" y="409575"/>
                </a:lnTo>
                <a:lnTo>
                  <a:pt x="476250" y="390525"/>
                </a:lnTo>
                <a:lnTo>
                  <a:pt x="457200" y="390525"/>
                </a:lnTo>
                <a:lnTo>
                  <a:pt x="457200" y="361950"/>
                </a:lnTo>
                <a:lnTo>
                  <a:pt x="476250" y="361950"/>
                </a:lnTo>
                <a:close/>
                <a:moveTo>
                  <a:pt x="495300" y="352425"/>
                </a:moveTo>
                <a:lnTo>
                  <a:pt x="504825" y="352425"/>
                </a:lnTo>
                <a:lnTo>
                  <a:pt x="504825" y="361950"/>
                </a:lnTo>
                <a:lnTo>
                  <a:pt x="495300" y="361950"/>
                </a:lnTo>
                <a:close/>
                <a:moveTo>
                  <a:pt x="38100" y="361950"/>
                </a:moveTo>
                <a:lnTo>
                  <a:pt x="47625" y="361950"/>
                </a:lnTo>
                <a:lnTo>
                  <a:pt x="47625" y="371475"/>
                </a:lnTo>
                <a:lnTo>
                  <a:pt x="38100" y="371475"/>
                </a:lnTo>
                <a:close/>
                <a:moveTo>
                  <a:pt x="857250" y="361950"/>
                </a:moveTo>
                <a:lnTo>
                  <a:pt x="866775" y="361950"/>
                </a:lnTo>
                <a:lnTo>
                  <a:pt x="866775" y="371475"/>
                </a:lnTo>
                <a:lnTo>
                  <a:pt x="857250" y="371475"/>
                </a:lnTo>
                <a:close/>
                <a:moveTo>
                  <a:pt x="1343025" y="361950"/>
                </a:moveTo>
                <a:lnTo>
                  <a:pt x="1352550" y="361950"/>
                </a:lnTo>
                <a:lnTo>
                  <a:pt x="1352550" y="371475"/>
                </a:lnTo>
                <a:lnTo>
                  <a:pt x="1362075" y="371475"/>
                </a:lnTo>
                <a:lnTo>
                  <a:pt x="1362075" y="400050"/>
                </a:lnTo>
                <a:lnTo>
                  <a:pt x="1343025" y="400050"/>
                </a:lnTo>
                <a:close/>
                <a:moveTo>
                  <a:pt x="876300" y="390525"/>
                </a:moveTo>
                <a:lnTo>
                  <a:pt x="885825" y="390525"/>
                </a:lnTo>
                <a:lnTo>
                  <a:pt x="885825" y="400050"/>
                </a:lnTo>
                <a:lnTo>
                  <a:pt x="876300" y="400050"/>
                </a:lnTo>
                <a:close/>
                <a:moveTo>
                  <a:pt x="1390650" y="390525"/>
                </a:moveTo>
                <a:lnTo>
                  <a:pt x="1400175" y="390525"/>
                </a:lnTo>
                <a:lnTo>
                  <a:pt x="1400175" y="400050"/>
                </a:lnTo>
                <a:lnTo>
                  <a:pt x="1390650" y="400050"/>
                </a:lnTo>
                <a:close/>
                <a:moveTo>
                  <a:pt x="1447800" y="390525"/>
                </a:moveTo>
                <a:lnTo>
                  <a:pt x="1466850" y="390525"/>
                </a:lnTo>
                <a:lnTo>
                  <a:pt x="1466850" y="400050"/>
                </a:lnTo>
                <a:lnTo>
                  <a:pt x="1457325" y="400050"/>
                </a:lnTo>
                <a:lnTo>
                  <a:pt x="1457325" y="419100"/>
                </a:lnTo>
                <a:lnTo>
                  <a:pt x="1466850" y="419100"/>
                </a:lnTo>
                <a:lnTo>
                  <a:pt x="1466850" y="428625"/>
                </a:lnTo>
                <a:lnTo>
                  <a:pt x="1457325" y="428625"/>
                </a:lnTo>
                <a:lnTo>
                  <a:pt x="1457325" y="438150"/>
                </a:lnTo>
                <a:lnTo>
                  <a:pt x="1447800" y="438150"/>
                </a:lnTo>
                <a:lnTo>
                  <a:pt x="1447800" y="457200"/>
                </a:lnTo>
                <a:lnTo>
                  <a:pt x="1466850" y="457200"/>
                </a:lnTo>
                <a:lnTo>
                  <a:pt x="1466850" y="476250"/>
                </a:lnTo>
                <a:lnTo>
                  <a:pt x="1447800" y="476250"/>
                </a:lnTo>
                <a:lnTo>
                  <a:pt x="1447800" y="504825"/>
                </a:lnTo>
                <a:lnTo>
                  <a:pt x="1457325" y="504825"/>
                </a:lnTo>
                <a:lnTo>
                  <a:pt x="1457325" y="495300"/>
                </a:lnTo>
                <a:lnTo>
                  <a:pt x="1466850" y="495300"/>
                </a:lnTo>
                <a:lnTo>
                  <a:pt x="1466850" y="504825"/>
                </a:lnTo>
                <a:lnTo>
                  <a:pt x="1457325" y="504825"/>
                </a:lnTo>
                <a:lnTo>
                  <a:pt x="1457325" y="514350"/>
                </a:lnTo>
                <a:lnTo>
                  <a:pt x="1400175" y="514350"/>
                </a:lnTo>
                <a:lnTo>
                  <a:pt x="1400175" y="523875"/>
                </a:lnTo>
                <a:lnTo>
                  <a:pt x="1390650" y="523875"/>
                </a:lnTo>
                <a:lnTo>
                  <a:pt x="1390650" y="542925"/>
                </a:lnTo>
                <a:lnTo>
                  <a:pt x="1333500" y="542925"/>
                </a:lnTo>
                <a:lnTo>
                  <a:pt x="1333500" y="533400"/>
                </a:lnTo>
                <a:lnTo>
                  <a:pt x="1343025" y="533400"/>
                </a:lnTo>
                <a:lnTo>
                  <a:pt x="1343025" y="523875"/>
                </a:lnTo>
                <a:lnTo>
                  <a:pt x="1362075" y="523875"/>
                </a:lnTo>
                <a:lnTo>
                  <a:pt x="1362075" y="514350"/>
                </a:lnTo>
                <a:lnTo>
                  <a:pt x="1371600" y="514350"/>
                </a:lnTo>
                <a:lnTo>
                  <a:pt x="1371600" y="504825"/>
                </a:lnTo>
                <a:lnTo>
                  <a:pt x="1390650" y="504825"/>
                </a:lnTo>
                <a:lnTo>
                  <a:pt x="1390650" y="485775"/>
                </a:lnTo>
                <a:lnTo>
                  <a:pt x="1400175" y="485775"/>
                </a:lnTo>
                <a:lnTo>
                  <a:pt x="1400175" y="476250"/>
                </a:lnTo>
                <a:lnTo>
                  <a:pt x="1438275" y="476250"/>
                </a:lnTo>
                <a:lnTo>
                  <a:pt x="1438275" y="438150"/>
                </a:lnTo>
                <a:lnTo>
                  <a:pt x="1419225" y="438150"/>
                </a:lnTo>
                <a:lnTo>
                  <a:pt x="1419225" y="447675"/>
                </a:lnTo>
                <a:lnTo>
                  <a:pt x="1400175" y="447675"/>
                </a:lnTo>
                <a:lnTo>
                  <a:pt x="1400175" y="428625"/>
                </a:lnTo>
                <a:lnTo>
                  <a:pt x="1419225" y="428625"/>
                </a:lnTo>
                <a:lnTo>
                  <a:pt x="1419225" y="419100"/>
                </a:lnTo>
                <a:lnTo>
                  <a:pt x="1428750" y="419100"/>
                </a:lnTo>
                <a:lnTo>
                  <a:pt x="1428750" y="428625"/>
                </a:lnTo>
                <a:lnTo>
                  <a:pt x="1447800" y="428625"/>
                </a:lnTo>
                <a:close/>
                <a:moveTo>
                  <a:pt x="1085850" y="400050"/>
                </a:moveTo>
                <a:lnTo>
                  <a:pt x="1095375" y="400050"/>
                </a:lnTo>
                <a:lnTo>
                  <a:pt x="1095375" y="409575"/>
                </a:lnTo>
                <a:lnTo>
                  <a:pt x="1085850" y="409575"/>
                </a:lnTo>
                <a:close/>
                <a:moveTo>
                  <a:pt x="2076450" y="400050"/>
                </a:moveTo>
                <a:lnTo>
                  <a:pt x="2095500" y="400050"/>
                </a:lnTo>
                <a:lnTo>
                  <a:pt x="2095500" y="409575"/>
                </a:lnTo>
                <a:lnTo>
                  <a:pt x="2076450" y="409575"/>
                </a:lnTo>
                <a:close/>
                <a:moveTo>
                  <a:pt x="1076325" y="409575"/>
                </a:moveTo>
                <a:lnTo>
                  <a:pt x="1085850" y="409575"/>
                </a:lnTo>
                <a:lnTo>
                  <a:pt x="1085850" y="428625"/>
                </a:lnTo>
                <a:lnTo>
                  <a:pt x="1104900" y="428625"/>
                </a:lnTo>
                <a:lnTo>
                  <a:pt x="1104900" y="438150"/>
                </a:lnTo>
                <a:lnTo>
                  <a:pt x="1114425" y="438150"/>
                </a:lnTo>
                <a:lnTo>
                  <a:pt x="1114425" y="457200"/>
                </a:lnTo>
                <a:lnTo>
                  <a:pt x="1104900" y="457200"/>
                </a:lnTo>
                <a:lnTo>
                  <a:pt x="1104900" y="447675"/>
                </a:lnTo>
                <a:lnTo>
                  <a:pt x="1085850" y="447675"/>
                </a:lnTo>
                <a:lnTo>
                  <a:pt x="1085850" y="466725"/>
                </a:lnTo>
                <a:lnTo>
                  <a:pt x="1076325" y="466725"/>
                </a:lnTo>
                <a:lnTo>
                  <a:pt x="1076325" y="476250"/>
                </a:lnTo>
                <a:lnTo>
                  <a:pt x="1057275" y="476250"/>
                </a:lnTo>
                <a:lnTo>
                  <a:pt x="1057275" y="485775"/>
                </a:lnTo>
                <a:lnTo>
                  <a:pt x="1047750" y="485775"/>
                </a:lnTo>
                <a:lnTo>
                  <a:pt x="1047750" y="476250"/>
                </a:lnTo>
                <a:lnTo>
                  <a:pt x="1028700" y="476250"/>
                </a:lnTo>
                <a:lnTo>
                  <a:pt x="1028700" y="466725"/>
                </a:lnTo>
                <a:lnTo>
                  <a:pt x="1038225" y="466725"/>
                </a:lnTo>
                <a:lnTo>
                  <a:pt x="1038225" y="447675"/>
                </a:lnTo>
                <a:lnTo>
                  <a:pt x="1047750" y="447675"/>
                </a:lnTo>
                <a:lnTo>
                  <a:pt x="1047750" y="438150"/>
                </a:lnTo>
                <a:lnTo>
                  <a:pt x="1057275" y="438150"/>
                </a:lnTo>
                <a:lnTo>
                  <a:pt x="1057275" y="428625"/>
                </a:lnTo>
                <a:lnTo>
                  <a:pt x="1066800" y="428625"/>
                </a:lnTo>
                <a:lnTo>
                  <a:pt x="1066800" y="419100"/>
                </a:lnTo>
                <a:lnTo>
                  <a:pt x="1076325" y="419100"/>
                </a:lnTo>
                <a:close/>
                <a:moveTo>
                  <a:pt x="1095375" y="409575"/>
                </a:moveTo>
                <a:lnTo>
                  <a:pt x="1104900" y="409575"/>
                </a:lnTo>
                <a:lnTo>
                  <a:pt x="1104900" y="419100"/>
                </a:lnTo>
                <a:lnTo>
                  <a:pt x="1095375" y="419100"/>
                </a:lnTo>
                <a:close/>
                <a:moveTo>
                  <a:pt x="1362075" y="409575"/>
                </a:moveTo>
                <a:lnTo>
                  <a:pt x="1371600" y="409575"/>
                </a:lnTo>
                <a:lnTo>
                  <a:pt x="1371600" y="419100"/>
                </a:lnTo>
                <a:lnTo>
                  <a:pt x="1362075" y="419100"/>
                </a:lnTo>
                <a:close/>
                <a:moveTo>
                  <a:pt x="2047875" y="409575"/>
                </a:moveTo>
                <a:lnTo>
                  <a:pt x="2057400" y="409575"/>
                </a:lnTo>
                <a:lnTo>
                  <a:pt x="2057400" y="419100"/>
                </a:lnTo>
                <a:lnTo>
                  <a:pt x="2047875" y="419100"/>
                </a:lnTo>
                <a:close/>
                <a:moveTo>
                  <a:pt x="2066925" y="409575"/>
                </a:moveTo>
                <a:lnTo>
                  <a:pt x="2076450" y="409575"/>
                </a:lnTo>
                <a:lnTo>
                  <a:pt x="2076450" y="419100"/>
                </a:lnTo>
                <a:lnTo>
                  <a:pt x="2085975" y="419100"/>
                </a:lnTo>
                <a:lnTo>
                  <a:pt x="2085975" y="428625"/>
                </a:lnTo>
                <a:lnTo>
                  <a:pt x="2066925" y="428625"/>
                </a:lnTo>
                <a:close/>
                <a:moveTo>
                  <a:pt x="2105025" y="409575"/>
                </a:moveTo>
                <a:lnTo>
                  <a:pt x="2124075" y="409575"/>
                </a:lnTo>
                <a:lnTo>
                  <a:pt x="2124075" y="419100"/>
                </a:lnTo>
                <a:lnTo>
                  <a:pt x="2105025" y="419100"/>
                </a:lnTo>
                <a:close/>
                <a:moveTo>
                  <a:pt x="1714500" y="419100"/>
                </a:moveTo>
                <a:lnTo>
                  <a:pt x="1724025" y="419100"/>
                </a:lnTo>
                <a:lnTo>
                  <a:pt x="1724025" y="428625"/>
                </a:lnTo>
                <a:lnTo>
                  <a:pt x="1714500" y="428625"/>
                </a:lnTo>
                <a:close/>
                <a:moveTo>
                  <a:pt x="504825" y="428625"/>
                </a:moveTo>
                <a:lnTo>
                  <a:pt x="514350" y="428625"/>
                </a:lnTo>
                <a:lnTo>
                  <a:pt x="514350" y="438150"/>
                </a:lnTo>
                <a:lnTo>
                  <a:pt x="504825" y="438150"/>
                </a:lnTo>
                <a:close/>
                <a:moveTo>
                  <a:pt x="866775" y="428625"/>
                </a:moveTo>
                <a:lnTo>
                  <a:pt x="876300" y="428625"/>
                </a:lnTo>
                <a:lnTo>
                  <a:pt x="876300" y="438150"/>
                </a:lnTo>
                <a:lnTo>
                  <a:pt x="866775" y="438150"/>
                </a:lnTo>
                <a:close/>
                <a:moveTo>
                  <a:pt x="885825" y="428625"/>
                </a:moveTo>
                <a:lnTo>
                  <a:pt x="895350" y="428625"/>
                </a:lnTo>
                <a:lnTo>
                  <a:pt x="895350" y="438150"/>
                </a:lnTo>
                <a:lnTo>
                  <a:pt x="885825" y="438150"/>
                </a:lnTo>
                <a:close/>
                <a:moveTo>
                  <a:pt x="1362075" y="428625"/>
                </a:moveTo>
                <a:lnTo>
                  <a:pt x="1371600" y="428625"/>
                </a:lnTo>
                <a:lnTo>
                  <a:pt x="1371600" y="438150"/>
                </a:lnTo>
                <a:lnTo>
                  <a:pt x="1362075" y="438150"/>
                </a:lnTo>
                <a:close/>
                <a:moveTo>
                  <a:pt x="1704975" y="428625"/>
                </a:moveTo>
                <a:lnTo>
                  <a:pt x="1714500" y="428625"/>
                </a:lnTo>
                <a:lnTo>
                  <a:pt x="1714500" y="438150"/>
                </a:lnTo>
                <a:lnTo>
                  <a:pt x="1704975" y="438150"/>
                </a:lnTo>
                <a:close/>
                <a:moveTo>
                  <a:pt x="2047875" y="428625"/>
                </a:moveTo>
                <a:lnTo>
                  <a:pt x="2057400" y="428625"/>
                </a:lnTo>
                <a:lnTo>
                  <a:pt x="2057400" y="438150"/>
                </a:lnTo>
                <a:lnTo>
                  <a:pt x="2047875" y="438150"/>
                </a:lnTo>
                <a:close/>
                <a:moveTo>
                  <a:pt x="2085975" y="428625"/>
                </a:moveTo>
                <a:lnTo>
                  <a:pt x="2095500" y="428625"/>
                </a:lnTo>
                <a:lnTo>
                  <a:pt x="2095500" y="438150"/>
                </a:lnTo>
                <a:lnTo>
                  <a:pt x="2085975" y="438150"/>
                </a:lnTo>
                <a:close/>
                <a:moveTo>
                  <a:pt x="2124075" y="428625"/>
                </a:moveTo>
                <a:lnTo>
                  <a:pt x="2133600" y="428625"/>
                </a:lnTo>
                <a:lnTo>
                  <a:pt x="2133600" y="447675"/>
                </a:lnTo>
                <a:lnTo>
                  <a:pt x="2124075" y="447675"/>
                </a:lnTo>
                <a:close/>
                <a:moveTo>
                  <a:pt x="1343025" y="438150"/>
                </a:moveTo>
                <a:lnTo>
                  <a:pt x="1352550" y="438150"/>
                </a:lnTo>
                <a:lnTo>
                  <a:pt x="1352550" y="447675"/>
                </a:lnTo>
                <a:lnTo>
                  <a:pt x="1343025" y="447675"/>
                </a:lnTo>
                <a:close/>
                <a:moveTo>
                  <a:pt x="1714500" y="438150"/>
                </a:moveTo>
                <a:lnTo>
                  <a:pt x="1724025" y="438150"/>
                </a:lnTo>
                <a:lnTo>
                  <a:pt x="1724025" y="447675"/>
                </a:lnTo>
                <a:lnTo>
                  <a:pt x="1714500" y="447675"/>
                </a:lnTo>
                <a:close/>
                <a:moveTo>
                  <a:pt x="990600" y="457200"/>
                </a:moveTo>
                <a:lnTo>
                  <a:pt x="1019175" y="457200"/>
                </a:lnTo>
                <a:lnTo>
                  <a:pt x="1019175" y="476250"/>
                </a:lnTo>
                <a:lnTo>
                  <a:pt x="1028700" y="476250"/>
                </a:lnTo>
                <a:lnTo>
                  <a:pt x="1028700" y="495300"/>
                </a:lnTo>
                <a:lnTo>
                  <a:pt x="1009650" y="495300"/>
                </a:lnTo>
                <a:lnTo>
                  <a:pt x="1009650" y="485775"/>
                </a:lnTo>
                <a:lnTo>
                  <a:pt x="990600" y="485775"/>
                </a:lnTo>
                <a:lnTo>
                  <a:pt x="990600" y="495300"/>
                </a:lnTo>
                <a:lnTo>
                  <a:pt x="981075" y="495300"/>
                </a:lnTo>
                <a:lnTo>
                  <a:pt x="981075" y="504825"/>
                </a:lnTo>
                <a:lnTo>
                  <a:pt x="1000125" y="504825"/>
                </a:lnTo>
                <a:lnTo>
                  <a:pt x="1000125" y="523875"/>
                </a:lnTo>
                <a:lnTo>
                  <a:pt x="981075" y="523875"/>
                </a:lnTo>
                <a:lnTo>
                  <a:pt x="981075" y="514350"/>
                </a:lnTo>
                <a:lnTo>
                  <a:pt x="942975" y="514350"/>
                </a:lnTo>
                <a:lnTo>
                  <a:pt x="942975" y="523875"/>
                </a:lnTo>
                <a:lnTo>
                  <a:pt x="933450" y="523875"/>
                </a:lnTo>
                <a:lnTo>
                  <a:pt x="933450" y="504825"/>
                </a:lnTo>
                <a:lnTo>
                  <a:pt x="942975" y="504825"/>
                </a:lnTo>
                <a:lnTo>
                  <a:pt x="942975" y="495300"/>
                </a:lnTo>
                <a:lnTo>
                  <a:pt x="952500" y="495300"/>
                </a:lnTo>
                <a:lnTo>
                  <a:pt x="952500" y="476250"/>
                </a:lnTo>
                <a:lnTo>
                  <a:pt x="990600" y="476250"/>
                </a:lnTo>
                <a:close/>
                <a:moveTo>
                  <a:pt x="2105025" y="457200"/>
                </a:moveTo>
                <a:lnTo>
                  <a:pt x="2114550" y="457200"/>
                </a:lnTo>
                <a:lnTo>
                  <a:pt x="2114550" y="485775"/>
                </a:lnTo>
                <a:lnTo>
                  <a:pt x="2105025" y="485775"/>
                </a:lnTo>
                <a:close/>
                <a:moveTo>
                  <a:pt x="495300" y="466725"/>
                </a:moveTo>
                <a:lnTo>
                  <a:pt x="514350" y="466725"/>
                </a:lnTo>
                <a:lnTo>
                  <a:pt x="514350" y="476250"/>
                </a:lnTo>
                <a:lnTo>
                  <a:pt x="495300" y="476250"/>
                </a:lnTo>
                <a:close/>
                <a:moveTo>
                  <a:pt x="523875" y="476250"/>
                </a:moveTo>
                <a:lnTo>
                  <a:pt x="533400" y="476250"/>
                </a:lnTo>
                <a:lnTo>
                  <a:pt x="533400" y="485775"/>
                </a:lnTo>
                <a:lnTo>
                  <a:pt x="523875" y="485775"/>
                </a:lnTo>
                <a:close/>
                <a:moveTo>
                  <a:pt x="1057275" y="485775"/>
                </a:moveTo>
                <a:lnTo>
                  <a:pt x="1076325" y="485775"/>
                </a:lnTo>
                <a:lnTo>
                  <a:pt x="1076325" y="495300"/>
                </a:lnTo>
                <a:lnTo>
                  <a:pt x="1066800" y="495300"/>
                </a:lnTo>
                <a:lnTo>
                  <a:pt x="1066800" y="504825"/>
                </a:lnTo>
                <a:lnTo>
                  <a:pt x="1076325" y="504825"/>
                </a:lnTo>
                <a:lnTo>
                  <a:pt x="1076325" y="514350"/>
                </a:lnTo>
                <a:lnTo>
                  <a:pt x="1085850" y="514350"/>
                </a:lnTo>
                <a:lnTo>
                  <a:pt x="1085850" y="523875"/>
                </a:lnTo>
                <a:lnTo>
                  <a:pt x="1114425" y="523875"/>
                </a:lnTo>
                <a:lnTo>
                  <a:pt x="1114425" y="542925"/>
                </a:lnTo>
                <a:lnTo>
                  <a:pt x="1104900" y="542925"/>
                </a:lnTo>
                <a:lnTo>
                  <a:pt x="1104900" y="533400"/>
                </a:lnTo>
                <a:lnTo>
                  <a:pt x="1057275" y="533400"/>
                </a:lnTo>
                <a:lnTo>
                  <a:pt x="1057275" y="523875"/>
                </a:lnTo>
                <a:lnTo>
                  <a:pt x="1047750" y="523875"/>
                </a:lnTo>
                <a:lnTo>
                  <a:pt x="1047750" y="514350"/>
                </a:lnTo>
                <a:lnTo>
                  <a:pt x="1038225" y="514350"/>
                </a:lnTo>
                <a:lnTo>
                  <a:pt x="1038225" y="504825"/>
                </a:lnTo>
                <a:lnTo>
                  <a:pt x="1028700" y="504825"/>
                </a:lnTo>
                <a:lnTo>
                  <a:pt x="1028700" y="495300"/>
                </a:lnTo>
                <a:lnTo>
                  <a:pt x="1047750" y="495300"/>
                </a:lnTo>
                <a:lnTo>
                  <a:pt x="1047750" y="504825"/>
                </a:lnTo>
                <a:lnTo>
                  <a:pt x="1057275" y="504825"/>
                </a:lnTo>
                <a:close/>
                <a:moveTo>
                  <a:pt x="2095500" y="485775"/>
                </a:moveTo>
                <a:lnTo>
                  <a:pt x="2105025" y="485775"/>
                </a:lnTo>
                <a:lnTo>
                  <a:pt x="2105025" y="495300"/>
                </a:lnTo>
                <a:lnTo>
                  <a:pt x="2095500" y="495300"/>
                </a:lnTo>
                <a:close/>
                <a:moveTo>
                  <a:pt x="314325" y="495300"/>
                </a:moveTo>
                <a:lnTo>
                  <a:pt x="323850" y="495300"/>
                </a:lnTo>
                <a:lnTo>
                  <a:pt x="323850" y="504825"/>
                </a:lnTo>
                <a:lnTo>
                  <a:pt x="314325" y="504825"/>
                </a:lnTo>
                <a:close/>
                <a:moveTo>
                  <a:pt x="409575" y="495300"/>
                </a:moveTo>
                <a:lnTo>
                  <a:pt x="419100" y="495300"/>
                </a:lnTo>
                <a:lnTo>
                  <a:pt x="419100" y="504825"/>
                </a:lnTo>
                <a:lnTo>
                  <a:pt x="409575" y="504825"/>
                </a:lnTo>
                <a:close/>
                <a:moveTo>
                  <a:pt x="390525" y="504825"/>
                </a:moveTo>
                <a:lnTo>
                  <a:pt x="409575" y="504825"/>
                </a:lnTo>
                <a:lnTo>
                  <a:pt x="409575" y="514350"/>
                </a:lnTo>
                <a:lnTo>
                  <a:pt x="419100" y="514350"/>
                </a:lnTo>
                <a:lnTo>
                  <a:pt x="419100" y="523875"/>
                </a:lnTo>
                <a:lnTo>
                  <a:pt x="390525" y="523875"/>
                </a:lnTo>
                <a:close/>
                <a:moveTo>
                  <a:pt x="1466850" y="504825"/>
                </a:moveTo>
                <a:lnTo>
                  <a:pt x="1476375" y="504825"/>
                </a:lnTo>
                <a:lnTo>
                  <a:pt x="1476375" y="514350"/>
                </a:lnTo>
                <a:lnTo>
                  <a:pt x="1466850" y="514350"/>
                </a:lnTo>
                <a:close/>
                <a:moveTo>
                  <a:pt x="314325" y="514350"/>
                </a:moveTo>
                <a:lnTo>
                  <a:pt x="323850" y="514350"/>
                </a:lnTo>
                <a:lnTo>
                  <a:pt x="323850" y="523875"/>
                </a:lnTo>
                <a:lnTo>
                  <a:pt x="333375" y="523875"/>
                </a:lnTo>
                <a:lnTo>
                  <a:pt x="333375" y="542925"/>
                </a:lnTo>
                <a:lnTo>
                  <a:pt x="323850" y="542925"/>
                </a:lnTo>
                <a:lnTo>
                  <a:pt x="323850" y="533400"/>
                </a:lnTo>
                <a:lnTo>
                  <a:pt x="314325" y="533400"/>
                </a:lnTo>
                <a:close/>
                <a:moveTo>
                  <a:pt x="1019175" y="514350"/>
                </a:moveTo>
                <a:lnTo>
                  <a:pt x="1038225" y="514350"/>
                </a:lnTo>
                <a:lnTo>
                  <a:pt x="1038225" y="523875"/>
                </a:lnTo>
                <a:lnTo>
                  <a:pt x="1019175" y="523875"/>
                </a:lnTo>
                <a:close/>
                <a:moveTo>
                  <a:pt x="285750" y="523875"/>
                </a:moveTo>
                <a:lnTo>
                  <a:pt x="295275" y="523875"/>
                </a:lnTo>
                <a:lnTo>
                  <a:pt x="295275" y="533400"/>
                </a:lnTo>
                <a:lnTo>
                  <a:pt x="285750" y="533400"/>
                </a:lnTo>
                <a:close/>
                <a:moveTo>
                  <a:pt x="942975" y="523875"/>
                </a:moveTo>
                <a:lnTo>
                  <a:pt x="952500" y="523875"/>
                </a:lnTo>
                <a:lnTo>
                  <a:pt x="952500" y="533400"/>
                </a:lnTo>
                <a:lnTo>
                  <a:pt x="942975" y="533400"/>
                </a:lnTo>
                <a:close/>
                <a:moveTo>
                  <a:pt x="1057275" y="523875"/>
                </a:moveTo>
                <a:lnTo>
                  <a:pt x="1066800" y="523875"/>
                </a:lnTo>
                <a:lnTo>
                  <a:pt x="1066800" y="514350"/>
                </a:lnTo>
                <a:lnTo>
                  <a:pt x="1057275" y="514350"/>
                </a:lnTo>
                <a:close/>
                <a:moveTo>
                  <a:pt x="1276350" y="533400"/>
                </a:moveTo>
                <a:lnTo>
                  <a:pt x="1285875" y="533400"/>
                </a:lnTo>
                <a:lnTo>
                  <a:pt x="1285875" y="542925"/>
                </a:lnTo>
                <a:lnTo>
                  <a:pt x="1276350" y="542925"/>
                </a:lnTo>
                <a:close/>
                <a:moveTo>
                  <a:pt x="1295400" y="533400"/>
                </a:moveTo>
                <a:lnTo>
                  <a:pt x="1304925" y="533400"/>
                </a:lnTo>
                <a:lnTo>
                  <a:pt x="1304925" y="542925"/>
                </a:lnTo>
                <a:lnTo>
                  <a:pt x="1295400" y="542925"/>
                </a:lnTo>
                <a:close/>
                <a:moveTo>
                  <a:pt x="266700" y="542925"/>
                </a:moveTo>
                <a:lnTo>
                  <a:pt x="285750" y="542925"/>
                </a:lnTo>
                <a:lnTo>
                  <a:pt x="285750" y="552450"/>
                </a:lnTo>
                <a:lnTo>
                  <a:pt x="295275" y="552450"/>
                </a:lnTo>
                <a:lnTo>
                  <a:pt x="295275" y="571500"/>
                </a:lnTo>
                <a:lnTo>
                  <a:pt x="285750" y="571500"/>
                </a:lnTo>
                <a:lnTo>
                  <a:pt x="285750" y="561975"/>
                </a:lnTo>
                <a:lnTo>
                  <a:pt x="276225" y="561975"/>
                </a:lnTo>
                <a:lnTo>
                  <a:pt x="276225" y="571500"/>
                </a:lnTo>
                <a:lnTo>
                  <a:pt x="266700" y="571500"/>
                </a:lnTo>
                <a:close/>
                <a:moveTo>
                  <a:pt x="1266825" y="552450"/>
                </a:moveTo>
                <a:lnTo>
                  <a:pt x="1295400" y="552450"/>
                </a:lnTo>
                <a:lnTo>
                  <a:pt x="1295400" y="561975"/>
                </a:lnTo>
                <a:lnTo>
                  <a:pt x="1276350" y="561975"/>
                </a:lnTo>
                <a:lnTo>
                  <a:pt x="1276350" y="571500"/>
                </a:lnTo>
                <a:lnTo>
                  <a:pt x="1266825" y="571500"/>
                </a:lnTo>
                <a:lnTo>
                  <a:pt x="1266825" y="581025"/>
                </a:lnTo>
                <a:lnTo>
                  <a:pt x="1285875" y="581025"/>
                </a:lnTo>
                <a:lnTo>
                  <a:pt x="1285875" y="609600"/>
                </a:lnTo>
                <a:lnTo>
                  <a:pt x="1247775" y="609600"/>
                </a:lnTo>
                <a:lnTo>
                  <a:pt x="1247775" y="619125"/>
                </a:lnTo>
                <a:lnTo>
                  <a:pt x="1238250" y="619125"/>
                </a:lnTo>
                <a:lnTo>
                  <a:pt x="1238250" y="571500"/>
                </a:lnTo>
                <a:lnTo>
                  <a:pt x="1228725" y="571500"/>
                </a:lnTo>
                <a:lnTo>
                  <a:pt x="1228725" y="561975"/>
                </a:lnTo>
                <a:lnTo>
                  <a:pt x="1266825" y="561975"/>
                </a:lnTo>
                <a:close/>
                <a:moveTo>
                  <a:pt x="0" y="581025"/>
                </a:moveTo>
                <a:lnTo>
                  <a:pt x="9525" y="581025"/>
                </a:lnTo>
                <a:lnTo>
                  <a:pt x="9525" y="600075"/>
                </a:lnTo>
                <a:lnTo>
                  <a:pt x="0" y="600075"/>
                </a:lnTo>
                <a:close/>
                <a:moveTo>
                  <a:pt x="209550" y="590550"/>
                </a:moveTo>
                <a:lnTo>
                  <a:pt x="228600" y="590550"/>
                </a:lnTo>
                <a:lnTo>
                  <a:pt x="228600" y="600075"/>
                </a:lnTo>
                <a:lnTo>
                  <a:pt x="209550" y="600075"/>
                </a:lnTo>
                <a:close/>
                <a:moveTo>
                  <a:pt x="190500" y="600075"/>
                </a:moveTo>
                <a:lnTo>
                  <a:pt x="200025" y="600075"/>
                </a:lnTo>
                <a:lnTo>
                  <a:pt x="200025" y="609600"/>
                </a:lnTo>
                <a:lnTo>
                  <a:pt x="190500" y="609600"/>
                </a:lnTo>
                <a:close/>
                <a:moveTo>
                  <a:pt x="1638300" y="600075"/>
                </a:moveTo>
                <a:lnTo>
                  <a:pt x="1666875" y="600075"/>
                </a:lnTo>
                <a:lnTo>
                  <a:pt x="1666875" y="609600"/>
                </a:lnTo>
                <a:lnTo>
                  <a:pt x="1638300" y="609600"/>
                </a:lnTo>
                <a:close/>
                <a:moveTo>
                  <a:pt x="1666875" y="609600"/>
                </a:moveTo>
                <a:lnTo>
                  <a:pt x="1676400" y="609600"/>
                </a:lnTo>
                <a:lnTo>
                  <a:pt x="1676400" y="619125"/>
                </a:lnTo>
                <a:lnTo>
                  <a:pt x="1666875" y="619125"/>
                </a:lnTo>
                <a:close/>
                <a:moveTo>
                  <a:pt x="1524000" y="619125"/>
                </a:moveTo>
                <a:lnTo>
                  <a:pt x="1533525" y="619125"/>
                </a:lnTo>
                <a:lnTo>
                  <a:pt x="1533525" y="628650"/>
                </a:lnTo>
                <a:lnTo>
                  <a:pt x="1524000" y="628650"/>
                </a:lnTo>
                <a:close/>
                <a:moveTo>
                  <a:pt x="1743075" y="619125"/>
                </a:moveTo>
                <a:lnTo>
                  <a:pt x="1752600" y="619125"/>
                </a:lnTo>
                <a:lnTo>
                  <a:pt x="1752600" y="628650"/>
                </a:lnTo>
                <a:lnTo>
                  <a:pt x="1762125" y="628650"/>
                </a:lnTo>
                <a:lnTo>
                  <a:pt x="1762125" y="619125"/>
                </a:lnTo>
                <a:lnTo>
                  <a:pt x="1781175" y="619125"/>
                </a:lnTo>
                <a:lnTo>
                  <a:pt x="1781175" y="628650"/>
                </a:lnTo>
                <a:lnTo>
                  <a:pt x="1790700" y="628650"/>
                </a:lnTo>
                <a:lnTo>
                  <a:pt x="1790700" y="638175"/>
                </a:lnTo>
                <a:lnTo>
                  <a:pt x="1762125" y="638175"/>
                </a:lnTo>
                <a:lnTo>
                  <a:pt x="1762125" y="657225"/>
                </a:lnTo>
                <a:lnTo>
                  <a:pt x="1752600" y="657225"/>
                </a:lnTo>
                <a:lnTo>
                  <a:pt x="1752600" y="647700"/>
                </a:lnTo>
                <a:lnTo>
                  <a:pt x="1743075" y="647700"/>
                </a:lnTo>
                <a:lnTo>
                  <a:pt x="1743075" y="638175"/>
                </a:lnTo>
                <a:lnTo>
                  <a:pt x="1733550" y="638175"/>
                </a:lnTo>
                <a:lnTo>
                  <a:pt x="1733550" y="628650"/>
                </a:lnTo>
                <a:lnTo>
                  <a:pt x="1743075" y="628650"/>
                </a:lnTo>
                <a:close/>
                <a:moveTo>
                  <a:pt x="895350" y="628650"/>
                </a:moveTo>
                <a:lnTo>
                  <a:pt x="904875" y="628650"/>
                </a:lnTo>
                <a:lnTo>
                  <a:pt x="904875" y="647700"/>
                </a:lnTo>
                <a:lnTo>
                  <a:pt x="923925" y="647700"/>
                </a:lnTo>
                <a:lnTo>
                  <a:pt x="923925" y="657225"/>
                </a:lnTo>
                <a:lnTo>
                  <a:pt x="914400" y="657225"/>
                </a:lnTo>
                <a:lnTo>
                  <a:pt x="914400" y="676275"/>
                </a:lnTo>
                <a:lnTo>
                  <a:pt x="895350" y="676275"/>
                </a:lnTo>
                <a:lnTo>
                  <a:pt x="895350" y="695325"/>
                </a:lnTo>
                <a:lnTo>
                  <a:pt x="904875" y="695325"/>
                </a:lnTo>
                <a:lnTo>
                  <a:pt x="904875" y="714375"/>
                </a:lnTo>
                <a:lnTo>
                  <a:pt x="885825" y="714375"/>
                </a:lnTo>
                <a:lnTo>
                  <a:pt x="885825" y="704850"/>
                </a:lnTo>
                <a:lnTo>
                  <a:pt x="876300" y="704850"/>
                </a:lnTo>
                <a:lnTo>
                  <a:pt x="876300" y="676275"/>
                </a:lnTo>
                <a:lnTo>
                  <a:pt x="885825" y="676275"/>
                </a:lnTo>
                <a:lnTo>
                  <a:pt x="885825" y="657225"/>
                </a:lnTo>
                <a:lnTo>
                  <a:pt x="895350" y="657225"/>
                </a:lnTo>
                <a:lnTo>
                  <a:pt x="895350" y="647700"/>
                </a:lnTo>
                <a:lnTo>
                  <a:pt x="885825" y="647700"/>
                </a:lnTo>
                <a:lnTo>
                  <a:pt x="885825" y="638175"/>
                </a:lnTo>
                <a:lnTo>
                  <a:pt x="895350" y="638175"/>
                </a:lnTo>
                <a:close/>
                <a:moveTo>
                  <a:pt x="857250" y="638175"/>
                </a:moveTo>
                <a:lnTo>
                  <a:pt x="876300" y="638175"/>
                </a:lnTo>
                <a:lnTo>
                  <a:pt x="876300" y="647700"/>
                </a:lnTo>
                <a:lnTo>
                  <a:pt x="857250" y="647700"/>
                </a:lnTo>
                <a:close/>
                <a:moveTo>
                  <a:pt x="1457325" y="638175"/>
                </a:moveTo>
                <a:lnTo>
                  <a:pt x="1466850" y="638175"/>
                </a:lnTo>
                <a:lnTo>
                  <a:pt x="1466850" y="647700"/>
                </a:lnTo>
                <a:lnTo>
                  <a:pt x="1457325" y="647700"/>
                </a:lnTo>
                <a:close/>
                <a:moveTo>
                  <a:pt x="1524000" y="638175"/>
                </a:moveTo>
                <a:lnTo>
                  <a:pt x="1543050" y="638175"/>
                </a:lnTo>
                <a:lnTo>
                  <a:pt x="1543050" y="657225"/>
                </a:lnTo>
                <a:lnTo>
                  <a:pt x="1533525" y="657225"/>
                </a:lnTo>
                <a:lnTo>
                  <a:pt x="1533525" y="666750"/>
                </a:lnTo>
                <a:lnTo>
                  <a:pt x="1524000" y="666750"/>
                </a:lnTo>
                <a:close/>
                <a:moveTo>
                  <a:pt x="1552575" y="638175"/>
                </a:moveTo>
                <a:lnTo>
                  <a:pt x="1571625" y="638175"/>
                </a:lnTo>
                <a:lnTo>
                  <a:pt x="1571625" y="647700"/>
                </a:lnTo>
                <a:lnTo>
                  <a:pt x="1552575" y="647700"/>
                </a:lnTo>
                <a:close/>
                <a:moveTo>
                  <a:pt x="304800" y="647700"/>
                </a:moveTo>
                <a:lnTo>
                  <a:pt x="314325" y="647700"/>
                </a:lnTo>
                <a:lnTo>
                  <a:pt x="314325" y="676275"/>
                </a:lnTo>
                <a:lnTo>
                  <a:pt x="304800" y="676275"/>
                </a:lnTo>
                <a:close/>
                <a:moveTo>
                  <a:pt x="828675" y="647700"/>
                </a:moveTo>
                <a:lnTo>
                  <a:pt x="857250" y="647700"/>
                </a:lnTo>
                <a:lnTo>
                  <a:pt x="857250" y="657225"/>
                </a:lnTo>
                <a:lnTo>
                  <a:pt x="828675" y="657225"/>
                </a:lnTo>
                <a:close/>
                <a:moveTo>
                  <a:pt x="1771650" y="647700"/>
                </a:moveTo>
                <a:lnTo>
                  <a:pt x="1781175" y="647700"/>
                </a:lnTo>
                <a:lnTo>
                  <a:pt x="1781175" y="657225"/>
                </a:lnTo>
                <a:lnTo>
                  <a:pt x="1800225" y="657225"/>
                </a:lnTo>
                <a:lnTo>
                  <a:pt x="1800225" y="666750"/>
                </a:lnTo>
                <a:lnTo>
                  <a:pt x="1790700" y="666750"/>
                </a:lnTo>
                <a:lnTo>
                  <a:pt x="1790700" y="685800"/>
                </a:lnTo>
                <a:lnTo>
                  <a:pt x="1781175" y="685800"/>
                </a:lnTo>
                <a:lnTo>
                  <a:pt x="1781175" y="676275"/>
                </a:lnTo>
                <a:lnTo>
                  <a:pt x="1771650" y="676275"/>
                </a:lnTo>
                <a:close/>
                <a:moveTo>
                  <a:pt x="295275" y="676275"/>
                </a:moveTo>
                <a:lnTo>
                  <a:pt x="304800" y="676275"/>
                </a:lnTo>
                <a:lnTo>
                  <a:pt x="304800" y="685800"/>
                </a:lnTo>
                <a:lnTo>
                  <a:pt x="295275" y="685800"/>
                </a:lnTo>
                <a:close/>
                <a:moveTo>
                  <a:pt x="314325" y="676275"/>
                </a:moveTo>
                <a:lnTo>
                  <a:pt x="323850" y="676275"/>
                </a:lnTo>
                <a:lnTo>
                  <a:pt x="323850" y="685800"/>
                </a:lnTo>
                <a:lnTo>
                  <a:pt x="314325" y="685800"/>
                </a:lnTo>
                <a:close/>
                <a:moveTo>
                  <a:pt x="2076450" y="676275"/>
                </a:moveTo>
                <a:lnTo>
                  <a:pt x="2095500" y="676275"/>
                </a:lnTo>
                <a:lnTo>
                  <a:pt x="2095500" y="685800"/>
                </a:lnTo>
                <a:lnTo>
                  <a:pt x="2076450" y="685800"/>
                </a:lnTo>
                <a:close/>
                <a:moveTo>
                  <a:pt x="171450" y="685800"/>
                </a:moveTo>
                <a:lnTo>
                  <a:pt x="180975" y="685800"/>
                </a:lnTo>
                <a:lnTo>
                  <a:pt x="180975" y="695325"/>
                </a:lnTo>
                <a:lnTo>
                  <a:pt x="171450" y="695325"/>
                </a:lnTo>
                <a:close/>
                <a:moveTo>
                  <a:pt x="190500" y="685800"/>
                </a:moveTo>
                <a:lnTo>
                  <a:pt x="200025" y="685800"/>
                </a:lnTo>
                <a:lnTo>
                  <a:pt x="200025" y="704850"/>
                </a:lnTo>
                <a:lnTo>
                  <a:pt x="180975" y="704850"/>
                </a:lnTo>
                <a:lnTo>
                  <a:pt x="180975" y="695325"/>
                </a:lnTo>
                <a:lnTo>
                  <a:pt x="190500" y="695325"/>
                </a:lnTo>
                <a:close/>
                <a:moveTo>
                  <a:pt x="257175" y="685800"/>
                </a:moveTo>
                <a:lnTo>
                  <a:pt x="285750" y="685800"/>
                </a:lnTo>
                <a:lnTo>
                  <a:pt x="285750" y="695325"/>
                </a:lnTo>
                <a:lnTo>
                  <a:pt x="257175" y="695325"/>
                </a:lnTo>
                <a:close/>
                <a:moveTo>
                  <a:pt x="2114550" y="685800"/>
                </a:moveTo>
                <a:lnTo>
                  <a:pt x="2133600" y="685800"/>
                </a:lnTo>
                <a:lnTo>
                  <a:pt x="2133600" y="695325"/>
                </a:lnTo>
                <a:lnTo>
                  <a:pt x="2152650" y="695325"/>
                </a:lnTo>
                <a:lnTo>
                  <a:pt x="2152650" y="704850"/>
                </a:lnTo>
                <a:lnTo>
                  <a:pt x="2162175" y="704850"/>
                </a:lnTo>
                <a:lnTo>
                  <a:pt x="2162175" y="714375"/>
                </a:lnTo>
                <a:lnTo>
                  <a:pt x="2143125" y="714375"/>
                </a:lnTo>
                <a:lnTo>
                  <a:pt x="2143125" y="704850"/>
                </a:lnTo>
                <a:lnTo>
                  <a:pt x="2114550" y="704850"/>
                </a:lnTo>
                <a:close/>
                <a:moveTo>
                  <a:pt x="1362075" y="704850"/>
                </a:moveTo>
                <a:lnTo>
                  <a:pt x="1390650" y="704850"/>
                </a:lnTo>
                <a:lnTo>
                  <a:pt x="1390650" y="714375"/>
                </a:lnTo>
                <a:lnTo>
                  <a:pt x="1419225" y="714375"/>
                </a:lnTo>
                <a:lnTo>
                  <a:pt x="1419225" y="704850"/>
                </a:lnTo>
                <a:lnTo>
                  <a:pt x="1447800" y="704850"/>
                </a:lnTo>
                <a:lnTo>
                  <a:pt x="1447800" y="733425"/>
                </a:lnTo>
                <a:lnTo>
                  <a:pt x="1400175" y="733425"/>
                </a:lnTo>
                <a:lnTo>
                  <a:pt x="1400175" y="723900"/>
                </a:lnTo>
                <a:lnTo>
                  <a:pt x="1381125" y="723900"/>
                </a:lnTo>
                <a:lnTo>
                  <a:pt x="1381125" y="714375"/>
                </a:lnTo>
                <a:lnTo>
                  <a:pt x="1371600" y="714375"/>
                </a:lnTo>
                <a:lnTo>
                  <a:pt x="1371600" y="723900"/>
                </a:lnTo>
                <a:lnTo>
                  <a:pt x="1352550" y="723900"/>
                </a:lnTo>
                <a:lnTo>
                  <a:pt x="1352550" y="714375"/>
                </a:lnTo>
                <a:lnTo>
                  <a:pt x="1362075" y="714375"/>
                </a:lnTo>
                <a:close/>
                <a:moveTo>
                  <a:pt x="1457325" y="723900"/>
                </a:moveTo>
                <a:lnTo>
                  <a:pt x="1466850" y="723900"/>
                </a:lnTo>
                <a:lnTo>
                  <a:pt x="1466850" y="733425"/>
                </a:lnTo>
                <a:lnTo>
                  <a:pt x="1457325" y="733425"/>
                </a:lnTo>
                <a:close/>
                <a:moveTo>
                  <a:pt x="2171700" y="723900"/>
                </a:moveTo>
                <a:lnTo>
                  <a:pt x="2181225" y="723900"/>
                </a:lnTo>
                <a:lnTo>
                  <a:pt x="2181225" y="733425"/>
                </a:lnTo>
                <a:lnTo>
                  <a:pt x="2171700" y="733425"/>
                </a:lnTo>
                <a:close/>
                <a:moveTo>
                  <a:pt x="1466850" y="733425"/>
                </a:moveTo>
                <a:lnTo>
                  <a:pt x="1476375" y="733425"/>
                </a:lnTo>
                <a:lnTo>
                  <a:pt x="1476375" y="742950"/>
                </a:lnTo>
                <a:lnTo>
                  <a:pt x="1466850" y="742950"/>
                </a:lnTo>
                <a:close/>
                <a:moveTo>
                  <a:pt x="685800" y="742950"/>
                </a:moveTo>
                <a:lnTo>
                  <a:pt x="695325" y="742950"/>
                </a:lnTo>
                <a:lnTo>
                  <a:pt x="695325" y="752475"/>
                </a:lnTo>
                <a:lnTo>
                  <a:pt x="685800" y="752475"/>
                </a:lnTo>
                <a:close/>
                <a:moveTo>
                  <a:pt x="2190750" y="742950"/>
                </a:moveTo>
                <a:lnTo>
                  <a:pt x="2200275" y="742950"/>
                </a:lnTo>
                <a:lnTo>
                  <a:pt x="2200275" y="752475"/>
                </a:lnTo>
                <a:lnTo>
                  <a:pt x="2190750" y="752475"/>
                </a:lnTo>
                <a:close/>
                <a:moveTo>
                  <a:pt x="1771650" y="752475"/>
                </a:moveTo>
                <a:lnTo>
                  <a:pt x="1781175" y="752475"/>
                </a:lnTo>
                <a:lnTo>
                  <a:pt x="1781175" y="762000"/>
                </a:lnTo>
                <a:lnTo>
                  <a:pt x="1771650" y="762000"/>
                </a:lnTo>
                <a:close/>
                <a:moveTo>
                  <a:pt x="314325" y="762000"/>
                </a:moveTo>
                <a:lnTo>
                  <a:pt x="323850" y="762000"/>
                </a:lnTo>
                <a:lnTo>
                  <a:pt x="323850" y="771525"/>
                </a:lnTo>
                <a:lnTo>
                  <a:pt x="314325" y="771525"/>
                </a:lnTo>
                <a:close/>
                <a:moveTo>
                  <a:pt x="1323975" y="762000"/>
                </a:moveTo>
                <a:lnTo>
                  <a:pt x="1333500" y="762000"/>
                </a:lnTo>
                <a:lnTo>
                  <a:pt x="1333500" y="771525"/>
                </a:lnTo>
                <a:lnTo>
                  <a:pt x="1323975" y="771525"/>
                </a:lnTo>
                <a:close/>
                <a:moveTo>
                  <a:pt x="304800" y="771525"/>
                </a:moveTo>
                <a:lnTo>
                  <a:pt x="314325" y="771525"/>
                </a:lnTo>
                <a:lnTo>
                  <a:pt x="314325" y="781050"/>
                </a:lnTo>
                <a:lnTo>
                  <a:pt x="304800" y="781050"/>
                </a:lnTo>
                <a:close/>
                <a:moveTo>
                  <a:pt x="1257300" y="771525"/>
                </a:moveTo>
                <a:lnTo>
                  <a:pt x="1295400" y="771525"/>
                </a:lnTo>
                <a:lnTo>
                  <a:pt x="1295400" y="781050"/>
                </a:lnTo>
                <a:lnTo>
                  <a:pt x="1285875" y="781050"/>
                </a:lnTo>
                <a:lnTo>
                  <a:pt x="1285875" y="790575"/>
                </a:lnTo>
                <a:lnTo>
                  <a:pt x="1276350" y="790575"/>
                </a:lnTo>
                <a:lnTo>
                  <a:pt x="1276350" y="800100"/>
                </a:lnTo>
                <a:lnTo>
                  <a:pt x="1257300" y="800100"/>
                </a:lnTo>
                <a:lnTo>
                  <a:pt x="1257300" y="819150"/>
                </a:lnTo>
                <a:lnTo>
                  <a:pt x="1247775" y="819150"/>
                </a:lnTo>
                <a:lnTo>
                  <a:pt x="1247775" y="828675"/>
                </a:lnTo>
                <a:lnTo>
                  <a:pt x="1238250" y="828675"/>
                </a:lnTo>
                <a:lnTo>
                  <a:pt x="1238250" y="847725"/>
                </a:lnTo>
                <a:lnTo>
                  <a:pt x="1219200" y="847725"/>
                </a:lnTo>
                <a:lnTo>
                  <a:pt x="1219200" y="838200"/>
                </a:lnTo>
                <a:lnTo>
                  <a:pt x="1228725" y="838200"/>
                </a:lnTo>
                <a:lnTo>
                  <a:pt x="1228725" y="828675"/>
                </a:lnTo>
                <a:lnTo>
                  <a:pt x="1219200" y="828675"/>
                </a:lnTo>
                <a:lnTo>
                  <a:pt x="1219200" y="819150"/>
                </a:lnTo>
                <a:lnTo>
                  <a:pt x="1209675" y="819150"/>
                </a:lnTo>
                <a:lnTo>
                  <a:pt x="1209675" y="809625"/>
                </a:lnTo>
                <a:lnTo>
                  <a:pt x="1200150" y="809625"/>
                </a:lnTo>
                <a:lnTo>
                  <a:pt x="1200150" y="800100"/>
                </a:lnTo>
                <a:lnTo>
                  <a:pt x="1209675" y="800100"/>
                </a:lnTo>
                <a:lnTo>
                  <a:pt x="1209675" y="809625"/>
                </a:lnTo>
                <a:lnTo>
                  <a:pt x="1219200" y="809625"/>
                </a:lnTo>
                <a:lnTo>
                  <a:pt x="1219200" y="790575"/>
                </a:lnTo>
                <a:lnTo>
                  <a:pt x="1228725" y="790575"/>
                </a:lnTo>
                <a:lnTo>
                  <a:pt x="1228725" y="800100"/>
                </a:lnTo>
                <a:lnTo>
                  <a:pt x="1247775" y="800100"/>
                </a:lnTo>
                <a:lnTo>
                  <a:pt x="1247775" y="790575"/>
                </a:lnTo>
                <a:lnTo>
                  <a:pt x="1257300" y="790575"/>
                </a:lnTo>
                <a:close/>
                <a:moveTo>
                  <a:pt x="285750" y="781050"/>
                </a:moveTo>
                <a:lnTo>
                  <a:pt x="295275" y="781050"/>
                </a:lnTo>
                <a:lnTo>
                  <a:pt x="295275" y="790575"/>
                </a:lnTo>
                <a:lnTo>
                  <a:pt x="285750" y="790575"/>
                </a:lnTo>
                <a:close/>
                <a:moveTo>
                  <a:pt x="1295400" y="781050"/>
                </a:moveTo>
                <a:lnTo>
                  <a:pt x="1304925" y="781050"/>
                </a:lnTo>
                <a:lnTo>
                  <a:pt x="1304925" y="790575"/>
                </a:lnTo>
                <a:lnTo>
                  <a:pt x="1295400" y="790575"/>
                </a:lnTo>
                <a:close/>
                <a:moveTo>
                  <a:pt x="1752600" y="790575"/>
                </a:moveTo>
                <a:lnTo>
                  <a:pt x="1762125" y="790575"/>
                </a:lnTo>
                <a:lnTo>
                  <a:pt x="1762125" y="800100"/>
                </a:lnTo>
                <a:lnTo>
                  <a:pt x="1752600" y="800100"/>
                </a:lnTo>
                <a:close/>
                <a:moveTo>
                  <a:pt x="914400" y="800100"/>
                </a:moveTo>
                <a:lnTo>
                  <a:pt x="923925" y="800100"/>
                </a:lnTo>
                <a:lnTo>
                  <a:pt x="923925" y="809625"/>
                </a:lnTo>
                <a:lnTo>
                  <a:pt x="914400" y="809625"/>
                </a:lnTo>
                <a:close/>
                <a:moveTo>
                  <a:pt x="1295400" y="800100"/>
                </a:moveTo>
                <a:lnTo>
                  <a:pt x="1304925" y="800100"/>
                </a:lnTo>
                <a:lnTo>
                  <a:pt x="1304925" y="809625"/>
                </a:lnTo>
                <a:lnTo>
                  <a:pt x="1295400" y="809625"/>
                </a:lnTo>
                <a:close/>
                <a:moveTo>
                  <a:pt x="638175" y="819150"/>
                </a:moveTo>
                <a:lnTo>
                  <a:pt x="647700" y="819150"/>
                </a:lnTo>
                <a:lnTo>
                  <a:pt x="647700" y="847725"/>
                </a:lnTo>
                <a:lnTo>
                  <a:pt x="638175" y="847725"/>
                </a:lnTo>
                <a:close/>
                <a:moveTo>
                  <a:pt x="1343025" y="819150"/>
                </a:moveTo>
                <a:lnTo>
                  <a:pt x="1352550" y="819150"/>
                </a:lnTo>
                <a:lnTo>
                  <a:pt x="1352550" y="828675"/>
                </a:lnTo>
                <a:lnTo>
                  <a:pt x="1343025" y="828675"/>
                </a:lnTo>
                <a:close/>
                <a:moveTo>
                  <a:pt x="895350" y="838200"/>
                </a:moveTo>
                <a:lnTo>
                  <a:pt x="914400" y="838200"/>
                </a:lnTo>
                <a:lnTo>
                  <a:pt x="914400" y="847725"/>
                </a:lnTo>
                <a:lnTo>
                  <a:pt x="895350" y="847725"/>
                </a:lnTo>
                <a:close/>
                <a:moveTo>
                  <a:pt x="1323975" y="838200"/>
                </a:moveTo>
                <a:lnTo>
                  <a:pt x="1343025" y="838200"/>
                </a:lnTo>
                <a:lnTo>
                  <a:pt x="1343025" y="847725"/>
                </a:lnTo>
                <a:lnTo>
                  <a:pt x="1333500" y="847725"/>
                </a:lnTo>
                <a:lnTo>
                  <a:pt x="1333500" y="857250"/>
                </a:lnTo>
                <a:lnTo>
                  <a:pt x="1323975" y="857250"/>
                </a:lnTo>
                <a:close/>
                <a:moveTo>
                  <a:pt x="657225" y="847725"/>
                </a:moveTo>
                <a:lnTo>
                  <a:pt x="666750" y="847725"/>
                </a:lnTo>
                <a:lnTo>
                  <a:pt x="666750" y="866775"/>
                </a:lnTo>
                <a:lnTo>
                  <a:pt x="657225" y="866775"/>
                </a:lnTo>
                <a:close/>
                <a:moveTo>
                  <a:pt x="1428750" y="847725"/>
                </a:moveTo>
                <a:lnTo>
                  <a:pt x="1438275" y="847725"/>
                </a:lnTo>
                <a:lnTo>
                  <a:pt x="1438275" y="857250"/>
                </a:lnTo>
                <a:lnTo>
                  <a:pt x="1428750" y="857250"/>
                </a:lnTo>
                <a:close/>
                <a:moveTo>
                  <a:pt x="942975" y="857250"/>
                </a:moveTo>
                <a:lnTo>
                  <a:pt x="952500" y="857250"/>
                </a:lnTo>
                <a:lnTo>
                  <a:pt x="952500" y="876300"/>
                </a:lnTo>
                <a:lnTo>
                  <a:pt x="942975" y="876300"/>
                </a:lnTo>
                <a:close/>
                <a:moveTo>
                  <a:pt x="1000125" y="857250"/>
                </a:moveTo>
                <a:lnTo>
                  <a:pt x="1019175" y="857250"/>
                </a:lnTo>
                <a:lnTo>
                  <a:pt x="1019175" y="866775"/>
                </a:lnTo>
                <a:lnTo>
                  <a:pt x="1000125" y="866775"/>
                </a:lnTo>
                <a:close/>
                <a:moveTo>
                  <a:pt x="1238250" y="857250"/>
                </a:moveTo>
                <a:lnTo>
                  <a:pt x="1247775" y="857250"/>
                </a:lnTo>
                <a:lnTo>
                  <a:pt x="1247775" y="866775"/>
                </a:lnTo>
                <a:lnTo>
                  <a:pt x="1238250" y="866775"/>
                </a:lnTo>
                <a:close/>
                <a:moveTo>
                  <a:pt x="1438275" y="857250"/>
                </a:moveTo>
                <a:lnTo>
                  <a:pt x="1457325" y="857250"/>
                </a:lnTo>
                <a:lnTo>
                  <a:pt x="1457325" y="885825"/>
                </a:lnTo>
                <a:lnTo>
                  <a:pt x="1447800" y="885825"/>
                </a:lnTo>
                <a:lnTo>
                  <a:pt x="1447800" y="866775"/>
                </a:lnTo>
                <a:lnTo>
                  <a:pt x="1438275" y="866775"/>
                </a:lnTo>
                <a:close/>
                <a:moveTo>
                  <a:pt x="9525" y="876300"/>
                </a:moveTo>
                <a:lnTo>
                  <a:pt x="19050" y="876300"/>
                </a:lnTo>
                <a:lnTo>
                  <a:pt x="19050" y="885825"/>
                </a:lnTo>
                <a:lnTo>
                  <a:pt x="9525" y="885825"/>
                </a:lnTo>
                <a:close/>
                <a:moveTo>
                  <a:pt x="28575" y="876300"/>
                </a:moveTo>
                <a:lnTo>
                  <a:pt x="38100" y="876300"/>
                </a:lnTo>
                <a:lnTo>
                  <a:pt x="38100" y="885825"/>
                </a:lnTo>
                <a:lnTo>
                  <a:pt x="28575" y="885825"/>
                </a:lnTo>
                <a:close/>
                <a:moveTo>
                  <a:pt x="371475" y="876300"/>
                </a:moveTo>
                <a:lnTo>
                  <a:pt x="381000" y="876300"/>
                </a:lnTo>
                <a:lnTo>
                  <a:pt x="381000" y="885825"/>
                </a:lnTo>
                <a:lnTo>
                  <a:pt x="371475" y="885825"/>
                </a:lnTo>
                <a:close/>
                <a:moveTo>
                  <a:pt x="476250" y="876300"/>
                </a:moveTo>
                <a:lnTo>
                  <a:pt x="504825" y="876300"/>
                </a:lnTo>
                <a:lnTo>
                  <a:pt x="504825" y="904875"/>
                </a:lnTo>
                <a:lnTo>
                  <a:pt x="476250" y="904875"/>
                </a:lnTo>
                <a:lnTo>
                  <a:pt x="476250" y="895350"/>
                </a:lnTo>
                <a:lnTo>
                  <a:pt x="457200" y="895350"/>
                </a:lnTo>
                <a:lnTo>
                  <a:pt x="457200" y="885825"/>
                </a:lnTo>
                <a:lnTo>
                  <a:pt x="476250" y="885825"/>
                </a:lnTo>
                <a:close/>
                <a:moveTo>
                  <a:pt x="952500" y="876300"/>
                </a:moveTo>
                <a:lnTo>
                  <a:pt x="971550" y="876300"/>
                </a:lnTo>
                <a:lnTo>
                  <a:pt x="971550" y="885825"/>
                </a:lnTo>
                <a:lnTo>
                  <a:pt x="981075" y="885825"/>
                </a:lnTo>
                <a:lnTo>
                  <a:pt x="981075" y="904875"/>
                </a:lnTo>
                <a:lnTo>
                  <a:pt x="971550" y="904875"/>
                </a:lnTo>
                <a:lnTo>
                  <a:pt x="971550" y="895350"/>
                </a:lnTo>
                <a:lnTo>
                  <a:pt x="962025" y="895350"/>
                </a:lnTo>
                <a:lnTo>
                  <a:pt x="962025" y="885825"/>
                </a:lnTo>
                <a:lnTo>
                  <a:pt x="952500" y="885825"/>
                </a:lnTo>
                <a:close/>
                <a:moveTo>
                  <a:pt x="1352550" y="876300"/>
                </a:moveTo>
                <a:lnTo>
                  <a:pt x="1362075" y="876300"/>
                </a:lnTo>
                <a:lnTo>
                  <a:pt x="1362075" y="885825"/>
                </a:lnTo>
                <a:lnTo>
                  <a:pt x="1352550" y="885825"/>
                </a:lnTo>
                <a:close/>
                <a:moveTo>
                  <a:pt x="1371600" y="876300"/>
                </a:moveTo>
                <a:lnTo>
                  <a:pt x="1381125" y="876300"/>
                </a:lnTo>
                <a:lnTo>
                  <a:pt x="1381125" y="885825"/>
                </a:lnTo>
                <a:lnTo>
                  <a:pt x="1371600" y="885825"/>
                </a:lnTo>
                <a:close/>
                <a:moveTo>
                  <a:pt x="1647825" y="876300"/>
                </a:moveTo>
                <a:lnTo>
                  <a:pt x="1666875" y="876300"/>
                </a:lnTo>
                <a:lnTo>
                  <a:pt x="1666875" y="885825"/>
                </a:lnTo>
                <a:lnTo>
                  <a:pt x="1657350" y="885825"/>
                </a:lnTo>
                <a:lnTo>
                  <a:pt x="1657350" y="895350"/>
                </a:lnTo>
                <a:lnTo>
                  <a:pt x="1647825" y="895350"/>
                </a:lnTo>
                <a:close/>
                <a:moveTo>
                  <a:pt x="2171700" y="876300"/>
                </a:moveTo>
                <a:lnTo>
                  <a:pt x="2181225" y="876300"/>
                </a:lnTo>
                <a:lnTo>
                  <a:pt x="2181225" y="895350"/>
                </a:lnTo>
                <a:lnTo>
                  <a:pt x="2171700" y="895350"/>
                </a:lnTo>
                <a:lnTo>
                  <a:pt x="2171700" y="904875"/>
                </a:lnTo>
                <a:lnTo>
                  <a:pt x="2181225" y="904875"/>
                </a:lnTo>
                <a:lnTo>
                  <a:pt x="2181225" y="914400"/>
                </a:lnTo>
                <a:lnTo>
                  <a:pt x="2162175" y="914400"/>
                </a:lnTo>
                <a:lnTo>
                  <a:pt x="2162175" y="885825"/>
                </a:lnTo>
                <a:lnTo>
                  <a:pt x="2171700" y="885825"/>
                </a:lnTo>
                <a:close/>
                <a:moveTo>
                  <a:pt x="419100" y="885825"/>
                </a:moveTo>
                <a:lnTo>
                  <a:pt x="428625" y="885825"/>
                </a:lnTo>
                <a:lnTo>
                  <a:pt x="428625" y="895350"/>
                </a:lnTo>
                <a:lnTo>
                  <a:pt x="419100" y="895350"/>
                </a:lnTo>
                <a:close/>
                <a:moveTo>
                  <a:pt x="9525" y="895350"/>
                </a:moveTo>
                <a:lnTo>
                  <a:pt x="28575" y="895350"/>
                </a:lnTo>
                <a:lnTo>
                  <a:pt x="28575" y="904875"/>
                </a:lnTo>
                <a:lnTo>
                  <a:pt x="9525" y="904875"/>
                </a:lnTo>
                <a:close/>
                <a:moveTo>
                  <a:pt x="1047750" y="895350"/>
                </a:moveTo>
                <a:lnTo>
                  <a:pt x="1057275" y="895350"/>
                </a:lnTo>
                <a:lnTo>
                  <a:pt x="1057275" y="904875"/>
                </a:lnTo>
                <a:lnTo>
                  <a:pt x="1047750" y="904875"/>
                </a:lnTo>
                <a:close/>
                <a:moveTo>
                  <a:pt x="1095375" y="895350"/>
                </a:moveTo>
                <a:lnTo>
                  <a:pt x="1114425" y="895350"/>
                </a:lnTo>
                <a:lnTo>
                  <a:pt x="1114425" y="904875"/>
                </a:lnTo>
                <a:lnTo>
                  <a:pt x="1095375" y="904875"/>
                </a:lnTo>
                <a:close/>
                <a:moveTo>
                  <a:pt x="2228850" y="895350"/>
                </a:moveTo>
                <a:lnTo>
                  <a:pt x="2238375" y="895350"/>
                </a:lnTo>
                <a:lnTo>
                  <a:pt x="2238375" y="914400"/>
                </a:lnTo>
                <a:lnTo>
                  <a:pt x="2228850" y="914400"/>
                </a:lnTo>
                <a:close/>
                <a:moveTo>
                  <a:pt x="1009650" y="904875"/>
                </a:moveTo>
                <a:lnTo>
                  <a:pt x="1028700" y="904875"/>
                </a:lnTo>
                <a:lnTo>
                  <a:pt x="1028700" y="914400"/>
                </a:lnTo>
                <a:lnTo>
                  <a:pt x="1009650" y="914400"/>
                </a:lnTo>
                <a:close/>
                <a:moveTo>
                  <a:pt x="1057275" y="904875"/>
                </a:moveTo>
                <a:lnTo>
                  <a:pt x="1095375" y="904875"/>
                </a:lnTo>
                <a:lnTo>
                  <a:pt x="1095375" y="914400"/>
                </a:lnTo>
                <a:lnTo>
                  <a:pt x="1114425" y="914400"/>
                </a:lnTo>
                <a:lnTo>
                  <a:pt x="1114425" y="904875"/>
                </a:lnTo>
                <a:lnTo>
                  <a:pt x="1143000" y="904875"/>
                </a:lnTo>
                <a:lnTo>
                  <a:pt x="1143000" y="914400"/>
                </a:lnTo>
                <a:lnTo>
                  <a:pt x="1114425" y="914400"/>
                </a:lnTo>
                <a:lnTo>
                  <a:pt x="1114425" y="923925"/>
                </a:lnTo>
                <a:lnTo>
                  <a:pt x="1104900" y="923925"/>
                </a:lnTo>
                <a:lnTo>
                  <a:pt x="1104900" y="952500"/>
                </a:lnTo>
                <a:lnTo>
                  <a:pt x="1085850" y="952500"/>
                </a:lnTo>
                <a:lnTo>
                  <a:pt x="1085850" y="942975"/>
                </a:lnTo>
                <a:lnTo>
                  <a:pt x="1066800" y="942975"/>
                </a:lnTo>
                <a:lnTo>
                  <a:pt x="1066800" y="923925"/>
                </a:lnTo>
                <a:lnTo>
                  <a:pt x="1057275" y="923925"/>
                </a:lnTo>
                <a:lnTo>
                  <a:pt x="1057275" y="933450"/>
                </a:lnTo>
                <a:lnTo>
                  <a:pt x="1038225" y="933450"/>
                </a:lnTo>
                <a:lnTo>
                  <a:pt x="1038225" y="923925"/>
                </a:lnTo>
                <a:lnTo>
                  <a:pt x="1028700" y="923925"/>
                </a:lnTo>
                <a:lnTo>
                  <a:pt x="1028700" y="914400"/>
                </a:lnTo>
                <a:lnTo>
                  <a:pt x="1038225" y="914400"/>
                </a:lnTo>
                <a:lnTo>
                  <a:pt x="1038225" y="923925"/>
                </a:lnTo>
                <a:lnTo>
                  <a:pt x="1047750" y="923925"/>
                </a:lnTo>
                <a:lnTo>
                  <a:pt x="1047750" y="914400"/>
                </a:lnTo>
                <a:lnTo>
                  <a:pt x="1057275" y="914400"/>
                </a:lnTo>
                <a:close/>
                <a:moveTo>
                  <a:pt x="1343025" y="904875"/>
                </a:moveTo>
                <a:lnTo>
                  <a:pt x="1352550" y="904875"/>
                </a:lnTo>
                <a:lnTo>
                  <a:pt x="1352550" y="914400"/>
                </a:lnTo>
                <a:lnTo>
                  <a:pt x="1343025" y="914400"/>
                </a:lnTo>
                <a:close/>
                <a:moveTo>
                  <a:pt x="1762125" y="904875"/>
                </a:moveTo>
                <a:lnTo>
                  <a:pt x="1781175" y="904875"/>
                </a:lnTo>
                <a:lnTo>
                  <a:pt x="1781175" y="933450"/>
                </a:lnTo>
                <a:lnTo>
                  <a:pt x="1771650" y="933450"/>
                </a:lnTo>
                <a:lnTo>
                  <a:pt x="1771650" y="942975"/>
                </a:lnTo>
                <a:lnTo>
                  <a:pt x="1762125" y="942975"/>
                </a:lnTo>
                <a:lnTo>
                  <a:pt x="1762125" y="952500"/>
                </a:lnTo>
                <a:lnTo>
                  <a:pt x="1752600" y="952500"/>
                </a:lnTo>
                <a:lnTo>
                  <a:pt x="1752600" y="962025"/>
                </a:lnTo>
                <a:lnTo>
                  <a:pt x="1743075" y="962025"/>
                </a:lnTo>
                <a:lnTo>
                  <a:pt x="1743075" y="942975"/>
                </a:lnTo>
                <a:lnTo>
                  <a:pt x="1752600" y="942975"/>
                </a:lnTo>
                <a:lnTo>
                  <a:pt x="1752600" y="914400"/>
                </a:lnTo>
                <a:lnTo>
                  <a:pt x="1762125" y="914400"/>
                </a:lnTo>
                <a:close/>
                <a:moveTo>
                  <a:pt x="323850" y="914400"/>
                </a:moveTo>
                <a:lnTo>
                  <a:pt x="342900" y="914400"/>
                </a:lnTo>
                <a:lnTo>
                  <a:pt x="342900" y="923925"/>
                </a:lnTo>
                <a:lnTo>
                  <a:pt x="352425" y="923925"/>
                </a:lnTo>
                <a:lnTo>
                  <a:pt x="352425" y="942975"/>
                </a:lnTo>
                <a:lnTo>
                  <a:pt x="342900" y="942975"/>
                </a:lnTo>
                <a:lnTo>
                  <a:pt x="342900" y="952500"/>
                </a:lnTo>
                <a:lnTo>
                  <a:pt x="333375" y="952500"/>
                </a:lnTo>
                <a:lnTo>
                  <a:pt x="333375" y="962025"/>
                </a:lnTo>
                <a:lnTo>
                  <a:pt x="323850" y="962025"/>
                </a:lnTo>
                <a:close/>
                <a:moveTo>
                  <a:pt x="514350" y="914400"/>
                </a:moveTo>
                <a:lnTo>
                  <a:pt x="523875" y="914400"/>
                </a:lnTo>
                <a:lnTo>
                  <a:pt x="523875" y="942975"/>
                </a:lnTo>
                <a:lnTo>
                  <a:pt x="514350" y="942975"/>
                </a:lnTo>
                <a:close/>
                <a:moveTo>
                  <a:pt x="1352550" y="914400"/>
                </a:moveTo>
                <a:lnTo>
                  <a:pt x="1381125" y="914400"/>
                </a:lnTo>
                <a:lnTo>
                  <a:pt x="1381125" y="923925"/>
                </a:lnTo>
                <a:lnTo>
                  <a:pt x="1352550" y="923925"/>
                </a:lnTo>
                <a:close/>
                <a:moveTo>
                  <a:pt x="1590675" y="914400"/>
                </a:moveTo>
                <a:lnTo>
                  <a:pt x="1600200" y="914400"/>
                </a:lnTo>
                <a:lnTo>
                  <a:pt x="1600200" y="923925"/>
                </a:lnTo>
                <a:lnTo>
                  <a:pt x="1619250" y="923925"/>
                </a:lnTo>
                <a:lnTo>
                  <a:pt x="1619250" y="933450"/>
                </a:lnTo>
                <a:lnTo>
                  <a:pt x="1609725" y="933450"/>
                </a:lnTo>
                <a:lnTo>
                  <a:pt x="1609725" y="952500"/>
                </a:lnTo>
                <a:lnTo>
                  <a:pt x="1590675" y="952500"/>
                </a:lnTo>
                <a:lnTo>
                  <a:pt x="1590675" y="933450"/>
                </a:lnTo>
                <a:lnTo>
                  <a:pt x="1581150" y="933450"/>
                </a:lnTo>
                <a:lnTo>
                  <a:pt x="1581150" y="923925"/>
                </a:lnTo>
                <a:lnTo>
                  <a:pt x="1590675" y="923925"/>
                </a:lnTo>
                <a:close/>
                <a:moveTo>
                  <a:pt x="2419350" y="914400"/>
                </a:moveTo>
                <a:lnTo>
                  <a:pt x="2428875" y="914400"/>
                </a:lnTo>
                <a:lnTo>
                  <a:pt x="2428875" y="923925"/>
                </a:lnTo>
                <a:lnTo>
                  <a:pt x="2419350" y="923925"/>
                </a:lnTo>
                <a:close/>
                <a:moveTo>
                  <a:pt x="561975" y="923925"/>
                </a:moveTo>
                <a:lnTo>
                  <a:pt x="571500" y="923925"/>
                </a:lnTo>
                <a:lnTo>
                  <a:pt x="571500" y="933450"/>
                </a:lnTo>
                <a:lnTo>
                  <a:pt x="581025" y="933450"/>
                </a:lnTo>
                <a:lnTo>
                  <a:pt x="581025" y="923925"/>
                </a:lnTo>
                <a:lnTo>
                  <a:pt x="600075" y="923925"/>
                </a:lnTo>
                <a:lnTo>
                  <a:pt x="600075" y="933450"/>
                </a:lnTo>
                <a:lnTo>
                  <a:pt x="581025" y="933450"/>
                </a:lnTo>
                <a:lnTo>
                  <a:pt x="581025" y="942975"/>
                </a:lnTo>
                <a:lnTo>
                  <a:pt x="561975" y="942975"/>
                </a:lnTo>
                <a:close/>
                <a:moveTo>
                  <a:pt x="1209675" y="923925"/>
                </a:moveTo>
                <a:lnTo>
                  <a:pt x="1219200" y="923925"/>
                </a:lnTo>
                <a:lnTo>
                  <a:pt x="1219200" y="933450"/>
                </a:lnTo>
                <a:lnTo>
                  <a:pt x="1209675" y="933450"/>
                </a:lnTo>
                <a:close/>
                <a:moveTo>
                  <a:pt x="533400" y="933450"/>
                </a:moveTo>
                <a:lnTo>
                  <a:pt x="542925" y="933450"/>
                </a:lnTo>
                <a:lnTo>
                  <a:pt x="542925" y="942975"/>
                </a:lnTo>
                <a:lnTo>
                  <a:pt x="533400" y="942975"/>
                </a:lnTo>
                <a:close/>
                <a:moveTo>
                  <a:pt x="866775" y="933450"/>
                </a:moveTo>
                <a:lnTo>
                  <a:pt x="895350" y="933450"/>
                </a:lnTo>
                <a:lnTo>
                  <a:pt x="895350" y="942975"/>
                </a:lnTo>
                <a:lnTo>
                  <a:pt x="876300" y="942975"/>
                </a:lnTo>
                <a:lnTo>
                  <a:pt x="876300" y="952500"/>
                </a:lnTo>
                <a:lnTo>
                  <a:pt x="866775" y="952500"/>
                </a:lnTo>
                <a:close/>
                <a:moveTo>
                  <a:pt x="371475" y="942975"/>
                </a:moveTo>
                <a:lnTo>
                  <a:pt x="381000" y="942975"/>
                </a:lnTo>
                <a:lnTo>
                  <a:pt x="381000" y="962025"/>
                </a:lnTo>
                <a:lnTo>
                  <a:pt x="371475" y="962025"/>
                </a:lnTo>
                <a:close/>
                <a:moveTo>
                  <a:pt x="1085850" y="942975"/>
                </a:moveTo>
                <a:lnTo>
                  <a:pt x="1095375" y="942975"/>
                </a:lnTo>
                <a:lnTo>
                  <a:pt x="1095375" y="933450"/>
                </a:lnTo>
                <a:lnTo>
                  <a:pt x="1085850" y="933450"/>
                </a:lnTo>
                <a:close/>
                <a:moveTo>
                  <a:pt x="1485900" y="942975"/>
                </a:moveTo>
                <a:lnTo>
                  <a:pt x="1495425" y="942975"/>
                </a:lnTo>
                <a:lnTo>
                  <a:pt x="1495425" y="952500"/>
                </a:lnTo>
                <a:lnTo>
                  <a:pt x="1485900" y="952500"/>
                </a:lnTo>
                <a:close/>
                <a:moveTo>
                  <a:pt x="571500" y="952500"/>
                </a:moveTo>
                <a:lnTo>
                  <a:pt x="581025" y="952500"/>
                </a:lnTo>
                <a:lnTo>
                  <a:pt x="581025" y="962025"/>
                </a:lnTo>
                <a:lnTo>
                  <a:pt x="571500" y="962025"/>
                </a:lnTo>
                <a:close/>
                <a:moveTo>
                  <a:pt x="857250" y="952500"/>
                </a:moveTo>
                <a:lnTo>
                  <a:pt x="866775" y="952500"/>
                </a:lnTo>
                <a:lnTo>
                  <a:pt x="866775" y="962025"/>
                </a:lnTo>
                <a:lnTo>
                  <a:pt x="876300" y="962025"/>
                </a:lnTo>
                <a:lnTo>
                  <a:pt x="876300" y="971550"/>
                </a:lnTo>
                <a:lnTo>
                  <a:pt x="857250" y="971550"/>
                </a:lnTo>
                <a:close/>
                <a:moveTo>
                  <a:pt x="390525" y="962025"/>
                </a:moveTo>
                <a:lnTo>
                  <a:pt x="400050" y="962025"/>
                </a:lnTo>
                <a:lnTo>
                  <a:pt x="400050" y="971550"/>
                </a:lnTo>
                <a:lnTo>
                  <a:pt x="390525" y="971550"/>
                </a:lnTo>
                <a:close/>
                <a:moveTo>
                  <a:pt x="933450" y="962025"/>
                </a:moveTo>
                <a:lnTo>
                  <a:pt x="942975" y="962025"/>
                </a:lnTo>
                <a:lnTo>
                  <a:pt x="942975" y="981075"/>
                </a:lnTo>
                <a:lnTo>
                  <a:pt x="952500" y="981075"/>
                </a:lnTo>
                <a:lnTo>
                  <a:pt x="952500" y="990600"/>
                </a:lnTo>
                <a:lnTo>
                  <a:pt x="1000125" y="990600"/>
                </a:lnTo>
                <a:lnTo>
                  <a:pt x="1000125" y="1000125"/>
                </a:lnTo>
                <a:lnTo>
                  <a:pt x="952500" y="1000125"/>
                </a:lnTo>
                <a:lnTo>
                  <a:pt x="952500" y="1009650"/>
                </a:lnTo>
                <a:lnTo>
                  <a:pt x="923925" y="1009650"/>
                </a:lnTo>
                <a:lnTo>
                  <a:pt x="923925" y="990600"/>
                </a:lnTo>
                <a:lnTo>
                  <a:pt x="933450" y="990600"/>
                </a:lnTo>
                <a:close/>
                <a:moveTo>
                  <a:pt x="1152525" y="962025"/>
                </a:moveTo>
                <a:lnTo>
                  <a:pt x="1162050" y="962025"/>
                </a:lnTo>
                <a:lnTo>
                  <a:pt x="1162050" y="971550"/>
                </a:lnTo>
                <a:lnTo>
                  <a:pt x="1171575" y="971550"/>
                </a:lnTo>
                <a:lnTo>
                  <a:pt x="1171575" y="990600"/>
                </a:lnTo>
                <a:lnTo>
                  <a:pt x="1162050" y="990600"/>
                </a:lnTo>
                <a:lnTo>
                  <a:pt x="1162050" y="981075"/>
                </a:lnTo>
                <a:lnTo>
                  <a:pt x="1152525" y="981075"/>
                </a:lnTo>
                <a:close/>
                <a:moveTo>
                  <a:pt x="1285875" y="962025"/>
                </a:moveTo>
                <a:lnTo>
                  <a:pt x="1295400" y="962025"/>
                </a:lnTo>
                <a:lnTo>
                  <a:pt x="1295400" y="971550"/>
                </a:lnTo>
                <a:lnTo>
                  <a:pt x="1285875" y="971550"/>
                </a:lnTo>
                <a:close/>
                <a:moveTo>
                  <a:pt x="1752600" y="962025"/>
                </a:moveTo>
                <a:lnTo>
                  <a:pt x="1762125" y="962025"/>
                </a:lnTo>
                <a:lnTo>
                  <a:pt x="1762125" y="981075"/>
                </a:lnTo>
                <a:lnTo>
                  <a:pt x="1752600" y="981075"/>
                </a:lnTo>
                <a:lnTo>
                  <a:pt x="1752600" y="1000125"/>
                </a:lnTo>
                <a:lnTo>
                  <a:pt x="1743075" y="1000125"/>
                </a:lnTo>
                <a:lnTo>
                  <a:pt x="1743075" y="1009650"/>
                </a:lnTo>
                <a:lnTo>
                  <a:pt x="1733550" y="1009650"/>
                </a:lnTo>
                <a:lnTo>
                  <a:pt x="1733550" y="1019175"/>
                </a:lnTo>
                <a:lnTo>
                  <a:pt x="1714500" y="1019175"/>
                </a:lnTo>
                <a:lnTo>
                  <a:pt x="1714500" y="1009650"/>
                </a:lnTo>
                <a:lnTo>
                  <a:pt x="1695450" y="1009650"/>
                </a:lnTo>
                <a:lnTo>
                  <a:pt x="1695450" y="1000125"/>
                </a:lnTo>
                <a:lnTo>
                  <a:pt x="1733550" y="1000125"/>
                </a:lnTo>
                <a:lnTo>
                  <a:pt x="1733550" y="971550"/>
                </a:lnTo>
                <a:lnTo>
                  <a:pt x="1752600" y="971550"/>
                </a:lnTo>
                <a:close/>
                <a:moveTo>
                  <a:pt x="1800225" y="971550"/>
                </a:moveTo>
                <a:lnTo>
                  <a:pt x="1809750" y="971550"/>
                </a:lnTo>
                <a:lnTo>
                  <a:pt x="1809750" y="981075"/>
                </a:lnTo>
                <a:lnTo>
                  <a:pt x="1800225" y="981075"/>
                </a:lnTo>
                <a:close/>
                <a:moveTo>
                  <a:pt x="409575" y="981075"/>
                </a:moveTo>
                <a:lnTo>
                  <a:pt x="428625" y="981075"/>
                </a:lnTo>
                <a:lnTo>
                  <a:pt x="428625" y="990600"/>
                </a:lnTo>
                <a:lnTo>
                  <a:pt x="409575" y="990600"/>
                </a:lnTo>
                <a:close/>
                <a:moveTo>
                  <a:pt x="1266825" y="981075"/>
                </a:moveTo>
                <a:lnTo>
                  <a:pt x="1276350" y="981075"/>
                </a:lnTo>
                <a:lnTo>
                  <a:pt x="1276350" y="990600"/>
                </a:lnTo>
                <a:lnTo>
                  <a:pt x="1266825" y="990600"/>
                </a:lnTo>
                <a:close/>
                <a:moveTo>
                  <a:pt x="1781175" y="981075"/>
                </a:moveTo>
                <a:lnTo>
                  <a:pt x="1790700" y="981075"/>
                </a:lnTo>
                <a:lnTo>
                  <a:pt x="1790700" y="990600"/>
                </a:lnTo>
                <a:lnTo>
                  <a:pt x="1781175" y="990600"/>
                </a:lnTo>
                <a:close/>
                <a:moveTo>
                  <a:pt x="1838325" y="981075"/>
                </a:moveTo>
                <a:lnTo>
                  <a:pt x="1847850" y="981075"/>
                </a:lnTo>
                <a:lnTo>
                  <a:pt x="1847850" y="990600"/>
                </a:lnTo>
                <a:lnTo>
                  <a:pt x="1838325" y="990600"/>
                </a:lnTo>
                <a:close/>
                <a:moveTo>
                  <a:pt x="704850" y="990600"/>
                </a:moveTo>
                <a:lnTo>
                  <a:pt x="733425" y="990600"/>
                </a:lnTo>
                <a:lnTo>
                  <a:pt x="733425" y="1000125"/>
                </a:lnTo>
                <a:lnTo>
                  <a:pt x="704850" y="1000125"/>
                </a:lnTo>
                <a:close/>
                <a:moveTo>
                  <a:pt x="1419225" y="990600"/>
                </a:moveTo>
                <a:lnTo>
                  <a:pt x="1428750" y="990600"/>
                </a:lnTo>
                <a:lnTo>
                  <a:pt x="1428750" y="1019175"/>
                </a:lnTo>
                <a:lnTo>
                  <a:pt x="1438275" y="1019175"/>
                </a:lnTo>
                <a:lnTo>
                  <a:pt x="1438275" y="1028700"/>
                </a:lnTo>
                <a:lnTo>
                  <a:pt x="1428750" y="1028700"/>
                </a:lnTo>
                <a:lnTo>
                  <a:pt x="1428750" y="1038225"/>
                </a:lnTo>
                <a:lnTo>
                  <a:pt x="1438275" y="1038225"/>
                </a:lnTo>
                <a:lnTo>
                  <a:pt x="1438275" y="1028700"/>
                </a:lnTo>
                <a:lnTo>
                  <a:pt x="1447800" y="1028700"/>
                </a:lnTo>
                <a:lnTo>
                  <a:pt x="1447800" y="1038225"/>
                </a:lnTo>
                <a:lnTo>
                  <a:pt x="1438275" y="1038225"/>
                </a:lnTo>
                <a:lnTo>
                  <a:pt x="1438275" y="1047750"/>
                </a:lnTo>
                <a:lnTo>
                  <a:pt x="1428750" y="1047750"/>
                </a:lnTo>
                <a:lnTo>
                  <a:pt x="1428750" y="1057275"/>
                </a:lnTo>
                <a:lnTo>
                  <a:pt x="1409700" y="1057275"/>
                </a:lnTo>
                <a:lnTo>
                  <a:pt x="1409700" y="1038225"/>
                </a:lnTo>
                <a:lnTo>
                  <a:pt x="1419225" y="1038225"/>
                </a:lnTo>
                <a:lnTo>
                  <a:pt x="1419225" y="1028700"/>
                </a:lnTo>
                <a:lnTo>
                  <a:pt x="1409700" y="1028700"/>
                </a:lnTo>
                <a:lnTo>
                  <a:pt x="1409700" y="1019175"/>
                </a:lnTo>
                <a:lnTo>
                  <a:pt x="1400175" y="1019175"/>
                </a:lnTo>
                <a:lnTo>
                  <a:pt x="1400175" y="1009650"/>
                </a:lnTo>
                <a:lnTo>
                  <a:pt x="1409700" y="1009650"/>
                </a:lnTo>
                <a:lnTo>
                  <a:pt x="1409700" y="1000125"/>
                </a:lnTo>
                <a:lnTo>
                  <a:pt x="1419225" y="1000125"/>
                </a:lnTo>
                <a:close/>
                <a:moveTo>
                  <a:pt x="1847850" y="990600"/>
                </a:moveTo>
                <a:lnTo>
                  <a:pt x="1857375" y="990600"/>
                </a:lnTo>
                <a:lnTo>
                  <a:pt x="1857375" y="1000125"/>
                </a:lnTo>
                <a:lnTo>
                  <a:pt x="1847850" y="1000125"/>
                </a:lnTo>
                <a:close/>
                <a:moveTo>
                  <a:pt x="447675" y="1000125"/>
                </a:moveTo>
                <a:lnTo>
                  <a:pt x="457200" y="1000125"/>
                </a:lnTo>
                <a:lnTo>
                  <a:pt x="457200" y="1009650"/>
                </a:lnTo>
                <a:lnTo>
                  <a:pt x="447675" y="1009650"/>
                </a:lnTo>
                <a:close/>
                <a:moveTo>
                  <a:pt x="1000125" y="1000125"/>
                </a:moveTo>
                <a:lnTo>
                  <a:pt x="1009650" y="1000125"/>
                </a:lnTo>
                <a:lnTo>
                  <a:pt x="1009650" y="1009650"/>
                </a:lnTo>
                <a:lnTo>
                  <a:pt x="1000125" y="1009650"/>
                </a:lnTo>
                <a:close/>
                <a:moveTo>
                  <a:pt x="1504950" y="1000125"/>
                </a:moveTo>
                <a:lnTo>
                  <a:pt x="1524000" y="1000125"/>
                </a:lnTo>
                <a:lnTo>
                  <a:pt x="1524000" y="1009650"/>
                </a:lnTo>
                <a:lnTo>
                  <a:pt x="1504950" y="1009650"/>
                </a:lnTo>
                <a:close/>
                <a:moveTo>
                  <a:pt x="1895475" y="1000125"/>
                </a:moveTo>
                <a:lnTo>
                  <a:pt x="1905000" y="1000125"/>
                </a:lnTo>
                <a:lnTo>
                  <a:pt x="1905000" y="1009650"/>
                </a:lnTo>
                <a:lnTo>
                  <a:pt x="1914525" y="1009650"/>
                </a:lnTo>
                <a:lnTo>
                  <a:pt x="1914525" y="1000125"/>
                </a:lnTo>
                <a:lnTo>
                  <a:pt x="1924050" y="1000125"/>
                </a:lnTo>
                <a:lnTo>
                  <a:pt x="1924050" y="1009650"/>
                </a:lnTo>
                <a:lnTo>
                  <a:pt x="1914525" y="1009650"/>
                </a:lnTo>
                <a:lnTo>
                  <a:pt x="1914525" y="1028700"/>
                </a:lnTo>
                <a:lnTo>
                  <a:pt x="1895475" y="1028700"/>
                </a:lnTo>
                <a:close/>
                <a:moveTo>
                  <a:pt x="1990725" y="1000125"/>
                </a:moveTo>
                <a:lnTo>
                  <a:pt x="2000250" y="1000125"/>
                </a:lnTo>
                <a:lnTo>
                  <a:pt x="2000250" y="1028700"/>
                </a:lnTo>
                <a:lnTo>
                  <a:pt x="1990725" y="1028700"/>
                </a:lnTo>
                <a:close/>
                <a:moveTo>
                  <a:pt x="428625" y="1009650"/>
                </a:moveTo>
                <a:lnTo>
                  <a:pt x="438150" y="1009650"/>
                </a:lnTo>
                <a:lnTo>
                  <a:pt x="438150" y="1028700"/>
                </a:lnTo>
                <a:lnTo>
                  <a:pt x="428625" y="1028700"/>
                </a:lnTo>
                <a:close/>
                <a:moveTo>
                  <a:pt x="485775" y="1009650"/>
                </a:moveTo>
                <a:lnTo>
                  <a:pt x="504825" y="1009650"/>
                </a:lnTo>
                <a:lnTo>
                  <a:pt x="504825" y="1019175"/>
                </a:lnTo>
                <a:lnTo>
                  <a:pt x="495300" y="1019175"/>
                </a:lnTo>
                <a:lnTo>
                  <a:pt x="495300" y="1047750"/>
                </a:lnTo>
                <a:lnTo>
                  <a:pt x="485775" y="1047750"/>
                </a:lnTo>
                <a:lnTo>
                  <a:pt x="485775" y="1038225"/>
                </a:lnTo>
                <a:lnTo>
                  <a:pt x="466725" y="1038225"/>
                </a:lnTo>
                <a:lnTo>
                  <a:pt x="466725" y="1028700"/>
                </a:lnTo>
                <a:lnTo>
                  <a:pt x="457200" y="1028700"/>
                </a:lnTo>
                <a:lnTo>
                  <a:pt x="457200" y="1019175"/>
                </a:lnTo>
                <a:lnTo>
                  <a:pt x="485775" y="1019175"/>
                </a:lnTo>
                <a:close/>
                <a:moveTo>
                  <a:pt x="552450" y="1009650"/>
                </a:moveTo>
                <a:lnTo>
                  <a:pt x="561975" y="1009650"/>
                </a:lnTo>
                <a:lnTo>
                  <a:pt x="561975" y="1019175"/>
                </a:lnTo>
                <a:lnTo>
                  <a:pt x="552450" y="1019175"/>
                </a:lnTo>
                <a:close/>
                <a:moveTo>
                  <a:pt x="1495425" y="1009650"/>
                </a:moveTo>
                <a:lnTo>
                  <a:pt x="1504950" y="1009650"/>
                </a:lnTo>
                <a:lnTo>
                  <a:pt x="1504950" y="1028700"/>
                </a:lnTo>
                <a:lnTo>
                  <a:pt x="1495425" y="1028700"/>
                </a:lnTo>
                <a:close/>
                <a:moveTo>
                  <a:pt x="1676400" y="1009650"/>
                </a:moveTo>
                <a:lnTo>
                  <a:pt x="1695450" y="1009650"/>
                </a:lnTo>
                <a:lnTo>
                  <a:pt x="1695450" y="1019175"/>
                </a:lnTo>
                <a:lnTo>
                  <a:pt x="1676400" y="1019175"/>
                </a:lnTo>
                <a:close/>
                <a:moveTo>
                  <a:pt x="514350" y="1019175"/>
                </a:moveTo>
                <a:lnTo>
                  <a:pt x="523875" y="1019175"/>
                </a:lnTo>
                <a:lnTo>
                  <a:pt x="523875" y="1028700"/>
                </a:lnTo>
                <a:lnTo>
                  <a:pt x="514350" y="1028700"/>
                </a:lnTo>
                <a:close/>
                <a:moveTo>
                  <a:pt x="542925" y="1019175"/>
                </a:moveTo>
                <a:lnTo>
                  <a:pt x="552450" y="1019175"/>
                </a:lnTo>
                <a:lnTo>
                  <a:pt x="552450" y="1028700"/>
                </a:lnTo>
                <a:lnTo>
                  <a:pt x="542925" y="1028700"/>
                </a:lnTo>
                <a:close/>
                <a:moveTo>
                  <a:pt x="571500" y="1019175"/>
                </a:moveTo>
                <a:lnTo>
                  <a:pt x="581025" y="1019175"/>
                </a:lnTo>
                <a:lnTo>
                  <a:pt x="581025" y="1028700"/>
                </a:lnTo>
                <a:lnTo>
                  <a:pt x="571500" y="1028700"/>
                </a:lnTo>
                <a:close/>
                <a:moveTo>
                  <a:pt x="923925" y="1019175"/>
                </a:moveTo>
                <a:lnTo>
                  <a:pt x="933450" y="1019175"/>
                </a:lnTo>
                <a:lnTo>
                  <a:pt x="933450" y="1028700"/>
                </a:lnTo>
                <a:lnTo>
                  <a:pt x="923925" y="1028700"/>
                </a:lnTo>
                <a:close/>
                <a:moveTo>
                  <a:pt x="2009775" y="1019175"/>
                </a:moveTo>
                <a:lnTo>
                  <a:pt x="2019300" y="1019175"/>
                </a:lnTo>
                <a:lnTo>
                  <a:pt x="2019300" y="1028700"/>
                </a:lnTo>
                <a:lnTo>
                  <a:pt x="2028825" y="1028700"/>
                </a:lnTo>
                <a:lnTo>
                  <a:pt x="2028825" y="1057275"/>
                </a:lnTo>
                <a:lnTo>
                  <a:pt x="2019300" y="1057275"/>
                </a:lnTo>
                <a:lnTo>
                  <a:pt x="2019300" y="1038225"/>
                </a:lnTo>
                <a:lnTo>
                  <a:pt x="2009775" y="1038225"/>
                </a:lnTo>
                <a:close/>
                <a:moveTo>
                  <a:pt x="1295400" y="1028700"/>
                </a:moveTo>
                <a:lnTo>
                  <a:pt x="1304925" y="1028700"/>
                </a:lnTo>
                <a:lnTo>
                  <a:pt x="1304925" y="1038225"/>
                </a:lnTo>
                <a:lnTo>
                  <a:pt x="1295400" y="1038225"/>
                </a:lnTo>
                <a:close/>
                <a:moveTo>
                  <a:pt x="38100" y="1038225"/>
                </a:moveTo>
                <a:lnTo>
                  <a:pt x="47625" y="1038225"/>
                </a:lnTo>
                <a:lnTo>
                  <a:pt x="47625" y="1047750"/>
                </a:lnTo>
                <a:lnTo>
                  <a:pt x="38100" y="1047750"/>
                </a:lnTo>
                <a:close/>
                <a:moveTo>
                  <a:pt x="1057275" y="1038225"/>
                </a:moveTo>
                <a:lnTo>
                  <a:pt x="1066800" y="1038225"/>
                </a:lnTo>
                <a:lnTo>
                  <a:pt x="1066800" y="1047750"/>
                </a:lnTo>
                <a:lnTo>
                  <a:pt x="1057275" y="1047750"/>
                </a:lnTo>
                <a:close/>
                <a:moveTo>
                  <a:pt x="1362075" y="1038225"/>
                </a:moveTo>
                <a:lnTo>
                  <a:pt x="1371600" y="1038225"/>
                </a:lnTo>
                <a:lnTo>
                  <a:pt x="1371600" y="1057275"/>
                </a:lnTo>
                <a:lnTo>
                  <a:pt x="1381125" y="1057275"/>
                </a:lnTo>
                <a:lnTo>
                  <a:pt x="1381125" y="1066800"/>
                </a:lnTo>
                <a:lnTo>
                  <a:pt x="1362075" y="1066800"/>
                </a:lnTo>
                <a:close/>
                <a:moveTo>
                  <a:pt x="1895475" y="1038225"/>
                </a:moveTo>
                <a:lnTo>
                  <a:pt x="1905000" y="1038225"/>
                </a:lnTo>
                <a:lnTo>
                  <a:pt x="1905000" y="1047750"/>
                </a:lnTo>
                <a:lnTo>
                  <a:pt x="1895475" y="1047750"/>
                </a:lnTo>
                <a:close/>
                <a:moveTo>
                  <a:pt x="476250" y="1047750"/>
                </a:moveTo>
                <a:lnTo>
                  <a:pt x="485775" y="1047750"/>
                </a:lnTo>
                <a:lnTo>
                  <a:pt x="485775" y="1057275"/>
                </a:lnTo>
                <a:lnTo>
                  <a:pt x="476250" y="1057275"/>
                </a:lnTo>
                <a:close/>
                <a:moveTo>
                  <a:pt x="171450" y="1057275"/>
                </a:moveTo>
                <a:lnTo>
                  <a:pt x="180975" y="1057275"/>
                </a:lnTo>
                <a:lnTo>
                  <a:pt x="180975" y="1066800"/>
                </a:lnTo>
                <a:lnTo>
                  <a:pt x="171450" y="1066800"/>
                </a:lnTo>
                <a:close/>
                <a:moveTo>
                  <a:pt x="600075" y="1057275"/>
                </a:moveTo>
                <a:lnTo>
                  <a:pt x="619125" y="1057275"/>
                </a:lnTo>
                <a:lnTo>
                  <a:pt x="619125" y="1076325"/>
                </a:lnTo>
                <a:lnTo>
                  <a:pt x="609600" y="1076325"/>
                </a:lnTo>
                <a:lnTo>
                  <a:pt x="609600" y="1085850"/>
                </a:lnTo>
                <a:lnTo>
                  <a:pt x="619125" y="1085850"/>
                </a:lnTo>
                <a:lnTo>
                  <a:pt x="619125" y="1095375"/>
                </a:lnTo>
                <a:lnTo>
                  <a:pt x="628650" y="1095375"/>
                </a:lnTo>
                <a:lnTo>
                  <a:pt x="628650" y="1104900"/>
                </a:lnTo>
                <a:lnTo>
                  <a:pt x="638175" y="1104900"/>
                </a:lnTo>
                <a:lnTo>
                  <a:pt x="638175" y="1114425"/>
                </a:lnTo>
                <a:lnTo>
                  <a:pt x="647700" y="1114425"/>
                </a:lnTo>
                <a:lnTo>
                  <a:pt x="647700" y="1123950"/>
                </a:lnTo>
                <a:lnTo>
                  <a:pt x="628650" y="1123950"/>
                </a:lnTo>
                <a:lnTo>
                  <a:pt x="628650" y="1114425"/>
                </a:lnTo>
                <a:lnTo>
                  <a:pt x="600075" y="1114425"/>
                </a:lnTo>
                <a:lnTo>
                  <a:pt x="600075" y="1104900"/>
                </a:lnTo>
                <a:lnTo>
                  <a:pt x="571500" y="1104900"/>
                </a:lnTo>
                <a:lnTo>
                  <a:pt x="571500" y="1095375"/>
                </a:lnTo>
                <a:lnTo>
                  <a:pt x="561975" y="1095375"/>
                </a:lnTo>
                <a:lnTo>
                  <a:pt x="561975" y="1066800"/>
                </a:lnTo>
                <a:lnTo>
                  <a:pt x="581025" y="1066800"/>
                </a:lnTo>
                <a:lnTo>
                  <a:pt x="581025" y="1076325"/>
                </a:lnTo>
                <a:lnTo>
                  <a:pt x="571500" y="1076325"/>
                </a:lnTo>
                <a:lnTo>
                  <a:pt x="571500" y="1085850"/>
                </a:lnTo>
                <a:lnTo>
                  <a:pt x="590550" y="1085850"/>
                </a:lnTo>
                <a:lnTo>
                  <a:pt x="590550" y="1076325"/>
                </a:lnTo>
                <a:lnTo>
                  <a:pt x="600075" y="1076325"/>
                </a:lnTo>
                <a:close/>
                <a:moveTo>
                  <a:pt x="1400175" y="1057275"/>
                </a:moveTo>
                <a:lnTo>
                  <a:pt x="1409700" y="1057275"/>
                </a:lnTo>
                <a:lnTo>
                  <a:pt x="1409700" y="1066800"/>
                </a:lnTo>
                <a:lnTo>
                  <a:pt x="1400175" y="1066800"/>
                </a:lnTo>
                <a:close/>
                <a:moveTo>
                  <a:pt x="38100" y="1066800"/>
                </a:moveTo>
                <a:lnTo>
                  <a:pt x="47625" y="1066800"/>
                </a:lnTo>
                <a:lnTo>
                  <a:pt x="47625" y="1076325"/>
                </a:lnTo>
                <a:lnTo>
                  <a:pt x="38100" y="1076325"/>
                </a:lnTo>
                <a:close/>
                <a:moveTo>
                  <a:pt x="342900" y="1066800"/>
                </a:moveTo>
                <a:lnTo>
                  <a:pt x="371475" y="1066800"/>
                </a:lnTo>
                <a:lnTo>
                  <a:pt x="371475" y="1085850"/>
                </a:lnTo>
                <a:lnTo>
                  <a:pt x="352425" y="1085850"/>
                </a:lnTo>
                <a:lnTo>
                  <a:pt x="352425" y="1076325"/>
                </a:lnTo>
                <a:lnTo>
                  <a:pt x="342900" y="1076325"/>
                </a:lnTo>
                <a:close/>
                <a:moveTo>
                  <a:pt x="514350" y="1066800"/>
                </a:moveTo>
                <a:lnTo>
                  <a:pt x="523875" y="1066800"/>
                </a:lnTo>
                <a:lnTo>
                  <a:pt x="523875" y="1076325"/>
                </a:lnTo>
                <a:lnTo>
                  <a:pt x="514350" y="1076325"/>
                </a:lnTo>
                <a:close/>
                <a:moveTo>
                  <a:pt x="533400" y="1066800"/>
                </a:moveTo>
                <a:lnTo>
                  <a:pt x="542925" y="1066800"/>
                </a:lnTo>
                <a:lnTo>
                  <a:pt x="542925" y="1076325"/>
                </a:lnTo>
                <a:lnTo>
                  <a:pt x="533400" y="1076325"/>
                </a:lnTo>
                <a:close/>
                <a:moveTo>
                  <a:pt x="704850" y="1066800"/>
                </a:moveTo>
                <a:lnTo>
                  <a:pt x="723900" y="1066800"/>
                </a:lnTo>
                <a:lnTo>
                  <a:pt x="723900" y="1076325"/>
                </a:lnTo>
                <a:lnTo>
                  <a:pt x="704850" y="1076325"/>
                </a:lnTo>
                <a:close/>
                <a:moveTo>
                  <a:pt x="733425" y="1066800"/>
                </a:moveTo>
                <a:lnTo>
                  <a:pt x="742950" y="1066800"/>
                </a:lnTo>
                <a:lnTo>
                  <a:pt x="742950" y="1076325"/>
                </a:lnTo>
                <a:lnTo>
                  <a:pt x="733425" y="1076325"/>
                </a:lnTo>
                <a:close/>
                <a:moveTo>
                  <a:pt x="171450" y="1085850"/>
                </a:moveTo>
                <a:lnTo>
                  <a:pt x="180975" y="1085850"/>
                </a:lnTo>
                <a:lnTo>
                  <a:pt x="180975" y="1123950"/>
                </a:lnTo>
                <a:lnTo>
                  <a:pt x="171450" y="1123950"/>
                </a:lnTo>
                <a:close/>
                <a:moveTo>
                  <a:pt x="647700" y="1085850"/>
                </a:moveTo>
                <a:lnTo>
                  <a:pt x="676275" y="1085850"/>
                </a:lnTo>
                <a:lnTo>
                  <a:pt x="676275" y="1104900"/>
                </a:lnTo>
                <a:lnTo>
                  <a:pt x="723900" y="1104900"/>
                </a:lnTo>
                <a:lnTo>
                  <a:pt x="723900" y="1123950"/>
                </a:lnTo>
                <a:lnTo>
                  <a:pt x="733425" y="1123950"/>
                </a:lnTo>
                <a:lnTo>
                  <a:pt x="733425" y="1133475"/>
                </a:lnTo>
                <a:lnTo>
                  <a:pt x="695325" y="1133475"/>
                </a:lnTo>
                <a:lnTo>
                  <a:pt x="695325" y="1123950"/>
                </a:lnTo>
                <a:lnTo>
                  <a:pt x="685800" y="1123950"/>
                </a:lnTo>
                <a:lnTo>
                  <a:pt x="685800" y="1114425"/>
                </a:lnTo>
                <a:lnTo>
                  <a:pt x="666750" y="1114425"/>
                </a:lnTo>
                <a:lnTo>
                  <a:pt x="666750" y="1133475"/>
                </a:lnTo>
                <a:lnTo>
                  <a:pt x="657225" y="1133475"/>
                </a:lnTo>
                <a:lnTo>
                  <a:pt x="657225" y="1104900"/>
                </a:lnTo>
                <a:lnTo>
                  <a:pt x="647700" y="1104900"/>
                </a:lnTo>
                <a:close/>
                <a:moveTo>
                  <a:pt x="1123950" y="1085850"/>
                </a:moveTo>
                <a:lnTo>
                  <a:pt x="1133475" y="1085850"/>
                </a:lnTo>
                <a:lnTo>
                  <a:pt x="1133475" y="1095375"/>
                </a:lnTo>
                <a:lnTo>
                  <a:pt x="1123950" y="1095375"/>
                </a:lnTo>
                <a:close/>
                <a:moveTo>
                  <a:pt x="1714500" y="1085850"/>
                </a:moveTo>
                <a:lnTo>
                  <a:pt x="1724025" y="1085850"/>
                </a:lnTo>
                <a:lnTo>
                  <a:pt x="1724025" y="1095375"/>
                </a:lnTo>
                <a:lnTo>
                  <a:pt x="1714500" y="1095375"/>
                </a:lnTo>
                <a:close/>
                <a:moveTo>
                  <a:pt x="1704975" y="1095375"/>
                </a:moveTo>
                <a:lnTo>
                  <a:pt x="1714500" y="1095375"/>
                </a:lnTo>
                <a:lnTo>
                  <a:pt x="1714500" y="1114425"/>
                </a:lnTo>
                <a:lnTo>
                  <a:pt x="1704975" y="1114425"/>
                </a:lnTo>
                <a:close/>
                <a:moveTo>
                  <a:pt x="190500" y="1104900"/>
                </a:moveTo>
                <a:lnTo>
                  <a:pt x="200025" y="1104900"/>
                </a:lnTo>
                <a:lnTo>
                  <a:pt x="200025" y="1133475"/>
                </a:lnTo>
                <a:lnTo>
                  <a:pt x="190500" y="1133475"/>
                </a:lnTo>
                <a:close/>
                <a:moveTo>
                  <a:pt x="438150" y="1104900"/>
                </a:moveTo>
                <a:lnTo>
                  <a:pt x="447675" y="1104900"/>
                </a:lnTo>
                <a:lnTo>
                  <a:pt x="447675" y="1114425"/>
                </a:lnTo>
                <a:lnTo>
                  <a:pt x="466725" y="1114425"/>
                </a:lnTo>
                <a:lnTo>
                  <a:pt x="466725" y="1123950"/>
                </a:lnTo>
                <a:lnTo>
                  <a:pt x="476250" y="1123950"/>
                </a:lnTo>
                <a:lnTo>
                  <a:pt x="476250" y="1133475"/>
                </a:lnTo>
                <a:lnTo>
                  <a:pt x="485775" y="1133475"/>
                </a:lnTo>
                <a:lnTo>
                  <a:pt x="485775" y="1152525"/>
                </a:lnTo>
                <a:lnTo>
                  <a:pt x="495300" y="1152525"/>
                </a:lnTo>
                <a:lnTo>
                  <a:pt x="495300" y="1133475"/>
                </a:lnTo>
                <a:lnTo>
                  <a:pt x="514350" y="1133475"/>
                </a:lnTo>
                <a:lnTo>
                  <a:pt x="514350" y="1143000"/>
                </a:lnTo>
                <a:lnTo>
                  <a:pt x="523875" y="1143000"/>
                </a:lnTo>
                <a:lnTo>
                  <a:pt x="523875" y="1162050"/>
                </a:lnTo>
                <a:lnTo>
                  <a:pt x="514350" y="1162050"/>
                </a:lnTo>
                <a:lnTo>
                  <a:pt x="514350" y="1152525"/>
                </a:lnTo>
                <a:lnTo>
                  <a:pt x="504825" y="1152525"/>
                </a:lnTo>
                <a:lnTo>
                  <a:pt x="504825" y="1162050"/>
                </a:lnTo>
                <a:lnTo>
                  <a:pt x="495300" y="1162050"/>
                </a:lnTo>
                <a:lnTo>
                  <a:pt x="495300" y="1190625"/>
                </a:lnTo>
                <a:lnTo>
                  <a:pt x="485775" y="1190625"/>
                </a:lnTo>
                <a:lnTo>
                  <a:pt x="485775" y="1171575"/>
                </a:lnTo>
                <a:lnTo>
                  <a:pt x="476250" y="1171575"/>
                </a:lnTo>
                <a:lnTo>
                  <a:pt x="476250" y="1152525"/>
                </a:lnTo>
                <a:lnTo>
                  <a:pt x="457200" y="1152525"/>
                </a:lnTo>
                <a:lnTo>
                  <a:pt x="457200" y="1143000"/>
                </a:lnTo>
                <a:lnTo>
                  <a:pt x="447675" y="1143000"/>
                </a:lnTo>
                <a:lnTo>
                  <a:pt x="447675" y="1133475"/>
                </a:lnTo>
                <a:lnTo>
                  <a:pt x="438150" y="1133475"/>
                </a:lnTo>
                <a:lnTo>
                  <a:pt x="438150" y="1123950"/>
                </a:lnTo>
                <a:lnTo>
                  <a:pt x="419100" y="1123950"/>
                </a:lnTo>
                <a:lnTo>
                  <a:pt x="419100" y="1114425"/>
                </a:lnTo>
                <a:lnTo>
                  <a:pt x="438150" y="1114425"/>
                </a:lnTo>
                <a:close/>
                <a:moveTo>
                  <a:pt x="1143000" y="1104900"/>
                </a:moveTo>
                <a:lnTo>
                  <a:pt x="1152525" y="1104900"/>
                </a:lnTo>
                <a:lnTo>
                  <a:pt x="1152525" y="1114425"/>
                </a:lnTo>
                <a:lnTo>
                  <a:pt x="1143000" y="1114425"/>
                </a:lnTo>
                <a:close/>
                <a:moveTo>
                  <a:pt x="1171575" y="1104900"/>
                </a:moveTo>
                <a:lnTo>
                  <a:pt x="1181100" y="1104900"/>
                </a:lnTo>
                <a:lnTo>
                  <a:pt x="1181100" y="1114425"/>
                </a:lnTo>
                <a:lnTo>
                  <a:pt x="1171575" y="1114425"/>
                </a:lnTo>
                <a:close/>
                <a:moveTo>
                  <a:pt x="1466850" y="1104900"/>
                </a:moveTo>
                <a:lnTo>
                  <a:pt x="1476375" y="1104900"/>
                </a:lnTo>
                <a:lnTo>
                  <a:pt x="1476375" y="1114425"/>
                </a:lnTo>
                <a:lnTo>
                  <a:pt x="1466850" y="1114425"/>
                </a:lnTo>
                <a:close/>
                <a:moveTo>
                  <a:pt x="381000" y="1114425"/>
                </a:moveTo>
                <a:lnTo>
                  <a:pt x="390525" y="1114425"/>
                </a:lnTo>
                <a:lnTo>
                  <a:pt x="390525" y="1123950"/>
                </a:lnTo>
                <a:lnTo>
                  <a:pt x="381000" y="1123950"/>
                </a:lnTo>
                <a:close/>
                <a:moveTo>
                  <a:pt x="1152525" y="1114425"/>
                </a:moveTo>
                <a:lnTo>
                  <a:pt x="1171575" y="1114425"/>
                </a:lnTo>
                <a:lnTo>
                  <a:pt x="1171575" y="1123950"/>
                </a:lnTo>
                <a:lnTo>
                  <a:pt x="1181100" y="1123950"/>
                </a:lnTo>
                <a:lnTo>
                  <a:pt x="1181100" y="1133475"/>
                </a:lnTo>
                <a:lnTo>
                  <a:pt x="1190625" y="1133475"/>
                </a:lnTo>
                <a:lnTo>
                  <a:pt x="1190625" y="1143000"/>
                </a:lnTo>
                <a:lnTo>
                  <a:pt x="1219200" y="1143000"/>
                </a:lnTo>
                <a:lnTo>
                  <a:pt x="1219200" y="1152525"/>
                </a:lnTo>
                <a:lnTo>
                  <a:pt x="1228725" y="1152525"/>
                </a:lnTo>
                <a:lnTo>
                  <a:pt x="1228725" y="1171575"/>
                </a:lnTo>
                <a:lnTo>
                  <a:pt x="1247775" y="1171575"/>
                </a:lnTo>
                <a:lnTo>
                  <a:pt x="1247775" y="1181100"/>
                </a:lnTo>
                <a:lnTo>
                  <a:pt x="1266825" y="1181100"/>
                </a:lnTo>
                <a:lnTo>
                  <a:pt x="1266825" y="1190625"/>
                </a:lnTo>
                <a:lnTo>
                  <a:pt x="1257300" y="1190625"/>
                </a:lnTo>
                <a:lnTo>
                  <a:pt x="1257300" y="1257300"/>
                </a:lnTo>
                <a:lnTo>
                  <a:pt x="1276350" y="1257300"/>
                </a:lnTo>
                <a:lnTo>
                  <a:pt x="1276350" y="1266825"/>
                </a:lnTo>
                <a:lnTo>
                  <a:pt x="1238250" y="1266825"/>
                </a:lnTo>
                <a:lnTo>
                  <a:pt x="1238250" y="1247775"/>
                </a:lnTo>
                <a:lnTo>
                  <a:pt x="1228725" y="1247775"/>
                </a:lnTo>
                <a:lnTo>
                  <a:pt x="1228725" y="1228725"/>
                </a:lnTo>
                <a:lnTo>
                  <a:pt x="1219200" y="1228725"/>
                </a:lnTo>
                <a:lnTo>
                  <a:pt x="1219200" y="1209675"/>
                </a:lnTo>
                <a:lnTo>
                  <a:pt x="1200150" y="1209675"/>
                </a:lnTo>
                <a:lnTo>
                  <a:pt x="1200150" y="1200150"/>
                </a:lnTo>
                <a:lnTo>
                  <a:pt x="1219200" y="1200150"/>
                </a:lnTo>
                <a:lnTo>
                  <a:pt x="1219200" y="1181100"/>
                </a:lnTo>
                <a:lnTo>
                  <a:pt x="1200150" y="1181100"/>
                </a:lnTo>
                <a:lnTo>
                  <a:pt x="1200150" y="1171575"/>
                </a:lnTo>
                <a:lnTo>
                  <a:pt x="1190625" y="1171575"/>
                </a:lnTo>
                <a:lnTo>
                  <a:pt x="1190625" y="1162050"/>
                </a:lnTo>
                <a:lnTo>
                  <a:pt x="1181100" y="1162050"/>
                </a:lnTo>
                <a:lnTo>
                  <a:pt x="1181100" y="1152525"/>
                </a:lnTo>
                <a:lnTo>
                  <a:pt x="1171575" y="1152525"/>
                </a:lnTo>
                <a:lnTo>
                  <a:pt x="1171575" y="1143000"/>
                </a:lnTo>
                <a:lnTo>
                  <a:pt x="1162050" y="1143000"/>
                </a:lnTo>
                <a:lnTo>
                  <a:pt x="1162050" y="1123950"/>
                </a:lnTo>
                <a:lnTo>
                  <a:pt x="1152525" y="1123950"/>
                </a:lnTo>
                <a:close/>
                <a:moveTo>
                  <a:pt x="1333500" y="1114425"/>
                </a:moveTo>
                <a:lnTo>
                  <a:pt x="1343025" y="1114425"/>
                </a:lnTo>
                <a:lnTo>
                  <a:pt x="1343025" y="1123950"/>
                </a:lnTo>
                <a:lnTo>
                  <a:pt x="1333500" y="1123950"/>
                </a:lnTo>
                <a:close/>
                <a:moveTo>
                  <a:pt x="1457325" y="1114425"/>
                </a:moveTo>
                <a:lnTo>
                  <a:pt x="1466850" y="1114425"/>
                </a:lnTo>
                <a:lnTo>
                  <a:pt x="1466850" y="1133475"/>
                </a:lnTo>
                <a:lnTo>
                  <a:pt x="1447800" y="1133475"/>
                </a:lnTo>
                <a:lnTo>
                  <a:pt x="1447800" y="1123950"/>
                </a:lnTo>
                <a:lnTo>
                  <a:pt x="1457325" y="1123950"/>
                </a:lnTo>
                <a:close/>
                <a:moveTo>
                  <a:pt x="1714500" y="1114425"/>
                </a:moveTo>
                <a:lnTo>
                  <a:pt x="1724025" y="1114425"/>
                </a:lnTo>
                <a:lnTo>
                  <a:pt x="1724025" y="1123950"/>
                </a:lnTo>
                <a:lnTo>
                  <a:pt x="1714500" y="1123950"/>
                </a:lnTo>
                <a:close/>
                <a:moveTo>
                  <a:pt x="1895475" y="1114425"/>
                </a:moveTo>
                <a:lnTo>
                  <a:pt x="1905000" y="1114425"/>
                </a:lnTo>
                <a:lnTo>
                  <a:pt x="1905000" y="1123950"/>
                </a:lnTo>
                <a:lnTo>
                  <a:pt x="1895475" y="1123950"/>
                </a:lnTo>
                <a:close/>
                <a:moveTo>
                  <a:pt x="1914525" y="1114425"/>
                </a:moveTo>
                <a:lnTo>
                  <a:pt x="1924050" y="1114425"/>
                </a:lnTo>
                <a:lnTo>
                  <a:pt x="1924050" y="1123950"/>
                </a:lnTo>
                <a:lnTo>
                  <a:pt x="1914525" y="1123950"/>
                </a:lnTo>
                <a:close/>
                <a:moveTo>
                  <a:pt x="2009775" y="1114425"/>
                </a:moveTo>
                <a:lnTo>
                  <a:pt x="2028825" y="1114425"/>
                </a:lnTo>
                <a:lnTo>
                  <a:pt x="2028825" y="1123950"/>
                </a:lnTo>
                <a:lnTo>
                  <a:pt x="2038350" y="1123950"/>
                </a:lnTo>
                <a:lnTo>
                  <a:pt x="2038350" y="1133475"/>
                </a:lnTo>
                <a:lnTo>
                  <a:pt x="2000250" y="1133475"/>
                </a:lnTo>
                <a:lnTo>
                  <a:pt x="2000250" y="1162050"/>
                </a:lnTo>
                <a:lnTo>
                  <a:pt x="1990725" y="1162050"/>
                </a:lnTo>
                <a:lnTo>
                  <a:pt x="1990725" y="1152525"/>
                </a:lnTo>
                <a:lnTo>
                  <a:pt x="1981200" y="1152525"/>
                </a:lnTo>
                <a:lnTo>
                  <a:pt x="1981200" y="1133475"/>
                </a:lnTo>
                <a:lnTo>
                  <a:pt x="1990725" y="1133475"/>
                </a:lnTo>
                <a:lnTo>
                  <a:pt x="1990725" y="1123950"/>
                </a:lnTo>
                <a:lnTo>
                  <a:pt x="2009775" y="1123950"/>
                </a:lnTo>
                <a:close/>
                <a:moveTo>
                  <a:pt x="228600" y="1123950"/>
                </a:moveTo>
                <a:lnTo>
                  <a:pt x="257175" y="1123950"/>
                </a:lnTo>
                <a:lnTo>
                  <a:pt x="257175" y="1133475"/>
                </a:lnTo>
                <a:lnTo>
                  <a:pt x="276225" y="1133475"/>
                </a:lnTo>
                <a:lnTo>
                  <a:pt x="276225" y="1143000"/>
                </a:lnTo>
                <a:lnTo>
                  <a:pt x="257175" y="1143000"/>
                </a:lnTo>
                <a:lnTo>
                  <a:pt x="257175" y="1152525"/>
                </a:lnTo>
                <a:lnTo>
                  <a:pt x="247650" y="1152525"/>
                </a:lnTo>
                <a:lnTo>
                  <a:pt x="247650" y="1171575"/>
                </a:lnTo>
                <a:lnTo>
                  <a:pt x="228600" y="1171575"/>
                </a:lnTo>
                <a:lnTo>
                  <a:pt x="228600" y="1152525"/>
                </a:lnTo>
                <a:lnTo>
                  <a:pt x="219075" y="1152525"/>
                </a:lnTo>
                <a:lnTo>
                  <a:pt x="219075" y="1143000"/>
                </a:lnTo>
                <a:lnTo>
                  <a:pt x="228600" y="1143000"/>
                </a:lnTo>
                <a:close/>
                <a:moveTo>
                  <a:pt x="400050" y="1123950"/>
                </a:moveTo>
                <a:lnTo>
                  <a:pt x="419100" y="1123950"/>
                </a:lnTo>
                <a:lnTo>
                  <a:pt x="419100" y="1133475"/>
                </a:lnTo>
                <a:lnTo>
                  <a:pt x="400050" y="1133475"/>
                </a:lnTo>
                <a:close/>
                <a:moveTo>
                  <a:pt x="1476375" y="1123950"/>
                </a:moveTo>
                <a:lnTo>
                  <a:pt x="1485900" y="1123950"/>
                </a:lnTo>
                <a:lnTo>
                  <a:pt x="1485900" y="1133475"/>
                </a:lnTo>
                <a:lnTo>
                  <a:pt x="1476375" y="1133475"/>
                </a:lnTo>
                <a:close/>
                <a:moveTo>
                  <a:pt x="1876425" y="1123950"/>
                </a:moveTo>
                <a:lnTo>
                  <a:pt x="1885950" y="1123950"/>
                </a:lnTo>
                <a:lnTo>
                  <a:pt x="1885950" y="1143000"/>
                </a:lnTo>
                <a:lnTo>
                  <a:pt x="1895475" y="1143000"/>
                </a:lnTo>
                <a:lnTo>
                  <a:pt x="1895475" y="1152525"/>
                </a:lnTo>
                <a:lnTo>
                  <a:pt x="1905000" y="1152525"/>
                </a:lnTo>
                <a:lnTo>
                  <a:pt x="1905000" y="1162050"/>
                </a:lnTo>
                <a:lnTo>
                  <a:pt x="1885950" y="1162050"/>
                </a:lnTo>
                <a:lnTo>
                  <a:pt x="1885950" y="1152525"/>
                </a:lnTo>
                <a:lnTo>
                  <a:pt x="1876425" y="1152525"/>
                </a:lnTo>
                <a:close/>
                <a:moveTo>
                  <a:pt x="1905000" y="1123950"/>
                </a:moveTo>
                <a:lnTo>
                  <a:pt x="1914525" y="1123950"/>
                </a:lnTo>
                <a:lnTo>
                  <a:pt x="1914525" y="1133475"/>
                </a:lnTo>
                <a:lnTo>
                  <a:pt x="1905000" y="1133475"/>
                </a:lnTo>
                <a:close/>
                <a:moveTo>
                  <a:pt x="638175" y="1133475"/>
                </a:moveTo>
                <a:lnTo>
                  <a:pt x="657225" y="1133475"/>
                </a:lnTo>
                <a:lnTo>
                  <a:pt x="657225" y="1143000"/>
                </a:lnTo>
                <a:lnTo>
                  <a:pt x="638175" y="1143000"/>
                </a:lnTo>
                <a:close/>
                <a:moveTo>
                  <a:pt x="857250" y="1133475"/>
                </a:moveTo>
                <a:lnTo>
                  <a:pt x="866775" y="1133475"/>
                </a:lnTo>
                <a:lnTo>
                  <a:pt x="866775" y="1143000"/>
                </a:lnTo>
                <a:lnTo>
                  <a:pt x="857250" y="1143000"/>
                </a:lnTo>
                <a:close/>
                <a:moveTo>
                  <a:pt x="1495425" y="1133475"/>
                </a:moveTo>
                <a:lnTo>
                  <a:pt x="1504950" y="1133475"/>
                </a:lnTo>
                <a:lnTo>
                  <a:pt x="1504950" y="1143000"/>
                </a:lnTo>
                <a:lnTo>
                  <a:pt x="1495425" y="1143000"/>
                </a:lnTo>
                <a:close/>
                <a:moveTo>
                  <a:pt x="762000" y="1143000"/>
                </a:moveTo>
                <a:lnTo>
                  <a:pt x="771525" y="1143000"/>
                </a:lnTo>
                <a:lnTo>
                  <a:pt x="771525" y="1171575"/>
                </a:lnTo>
                <a:lnTo>
                  <a:pt x="762000" y="1171575"/>
                </a:lnTo>
                <a:close/>
                <a:moveTo>
                  <a:pt x="866775" y="1143000"/>
                </a:moveTo>
                <a:lnTo>
                  <a:pt x="876300" y="1143000"/>
                </a:lnTo>
                <a:lnTo>
                  <a:pt x="876300" y="1152525"/>
                </a:lnTo>
                <a:lnTo>
                  <a:pt x="866775" y="1152525"/>
                </a:lnTo>
                <a:close/>
                <a:moveTo>
                  <a:pt x="1847850" y="1143000"/>
                </a:moveTo>
                <a:lnTo>
                  <a:pt x="1857375" y="1143000"/>
                </a:lnTo>
                <a:lnTo>
                  <a:pt x="1857375" y="1152525"/>
                </a:lnTo>
                <a:lnTo>
                  <a:pt x="1847850" y="1152525"/>
                </a:lnTo>
                <a:close/>
                <a:moveTo>
                  <a:pt x="885825" y="1152525"/>
                </a:moveTo>
                <a:lnTo>
                  <a:pt x="904875" y="1152525"/>
                </a:lnTo>
                <a:lnTo>
                  <a:pt x="904875" y="1171575"/>
                </a:lnTo>
                <a:lnTo>
                  <a:pt x="914400" y="1171575"/>
                </a:lnTo>
                <a:lnTo>
                  <a:pt x="914400" y="1190625"/>
                </a:lnTo>
                <a:lnTo>
                  <a:pt x="895350" y="1190625"/>
                </a:lnTo>
                <a:lnTo>
                  <a:pt x="895350" y="1181100"/>
                </a:lnTo>
                <a:lnTo>
                  <a:pt x="885825" y="1181100"/>
                </a:lnTo>
                <a:close/>
                <a:moveTo>
                  <a:pt x="942975" y="1152525"/>
                </a:moveTo>
                <a:lnTo>
                  <a:pt x="952500" y="1152525"/>
                </a:lnTo>
                <a:lnTo>
                  <a:pt x="952500" y="1162050"/>
                </a:lnTo>
                <a:lnTo>
                  <a:pt x="942975" y="1162050"/>
                </a:lnTo>
                <a:close/>
                <a:moveTo>
                  <a:pt x="1104900" y="1152525"/>
                </a:moveTo>
                <a:lnTo>
                  <a:pt x="1133475" y="1152525"/>
                </a:lnTo>
                <a:lnTo>
                  <a:pt x="1133475" y="1162050"/>
                </a:lnTo>
                <a:lnTo>
                  <a:pt x="1143000" y="1162050"/>
                </a:lnTo>
                <a:lnTo>
                  <a:pt x="1143000" y="1181100"/>
                </a:lnTo>
                <a:lnTo>
                  <a:pt x="1114425" y="1181100"/>
                </a:lnTo>
                <a:lnTo>
                  <a:pt x="1114425" y="1162050"/>
                </a:lnTo>
                <a:lnTo>
                  <a:pt x="1104900" y="1162050"/>
                </a:lnTo>
                <a:close/>
                <a:moveTo>
                  <a:pt x="1828800" y="1152525"/>
                </a:moveTo>
                <a:lnTo>
                  <a:pt x="1847850" y="1152525"/>
                </a:lnTo>
                <a:lnTo>
                  <a:pt x="1847850" y="1162050"/>
                </a:lnTo>
                <a:lnTo>
                  <a:pt x="1828800" y="1162050"/>
                </a:lnTo>
                <a:close/>
                <a:moveTo>
                  <a:pt x="1866900" y="1152525"/>
                </a:moveTo>
                <a:lnTo>
                  <a:pt x="1876425" y="1152525"/>
                </a:lnTo>
                <a:lnTo>
                  <a:pt x="1876425" y="1162050"/>
                </a:lnTo>
                <a:lnTo>
                  <a:pt x="1866900" y="1162050"/>
                </a:lnTo>
                <a:close/>
                <a:moveTo>
                  <a:pt x="1971675" y="1152525"/>
                </a:moveTo>
                <a:lnTo>
                  <a:pt x="1981200" y="1152525"/>
                </a:lnTo>
                <a:lnTo>
                  <a:pt x="1981200" y="1171575"/>
                </a:lnTo>
                <a:lnTo>
                  <a:pt x="1971675" y="1171575"/>
                </a:lnTo>
                <a:close/>
                <a:moveTo>
                  <a:pt x="2019300" y="1152525"/>
                </a:moveTo>
                <a:lnTo>
                  <a:pt x="2028825" y="1152525"/>
                </a:lnTo>
                <a:lnTo>
                  <a:pt x="2028825" y="1162050"/>
                </a:lnTo>
                <a:lnTo>
                  <a:pt x="2038350" y="1162050"/>
                </a:lnTo>
                <a:lnTo>
                  <a:pt x="2038350" y="1171575"/>
                </a:lnTo>
                <a:lnTo>
                  <a:pt x="2019300" y="1171575"/>
                </a:lnTo>
                <a:close/>
                <a:moveTo>
                  <a:pt x="523875" y="1162050"/>
                </a:moveTo>
                <a:lnTo>
                  <a:pt x="561975" y="1162050"/>
                </a:lnTo>
                <a:lnTo>
                  <a:pt x="561975" y="1171575"/>
                </a:lnTo>
                <a:lnTo>
                  <a:pt x="523875" y="1171575"/>
                </a:lnTo>
                <a:close/>
                <a:moveTo>
                  <a:pt x="685800" y="1162050"/>
                </a:moveTo>
                <a:lnTo>
                  <a:pt x="695325" y="1162050"/>
                </a:lnTo>
                <a:lnTo>
                  <a:pt x="695325" y="1171575"/>
                </a:lnTo>
                <a:lnTo>
                  <a:pt x="685800" y="1171575"/>
                </a:lnTo>
                <a:close/>
                <a:moveTo>
                  <a:pt x="1419225" y="1162050"/>
                </a:moveTo>
                <a:lnTo>
                  <a:pt x="1428750" y="1162050"/>
                </a:lnTo>
                <a:lnTo>
                  <a:pt x="1428750" y="1171575"/>
                </a:lnTo>
                <a:lnTo>
                  <a:pt x="1419225" y="1171575"/>
                </a:lnTo>
                <a:close/>
                <a:moveTo>
                  <a:pt x="333375" y="1171575"/>
                </a:moveTo>
                <a:lnTo>
                  <a:pt x="342900" y="1171575"/>
                </a:lnTo>
                <a:lnTo>
                  <a:pt x="342900" y="1181100"/>
                </a:lnTo>
                <a:lnTo>
                  <a:pt x="352425" y="1181100"/>
                </a:lnTo>
                <a:lnTo>
                  <a:pt x="352425" y="1190625"/>
                </a:lnTo>
                <a:lnTo>
                  <a:pt x="342900" y="1190625"/>
                </a:lnTo>
                <a:lnTo>
                  <a:pt x="342900" y="1228725"/>
                </a:lnTo>
                <a:lnTo>
                  <a:pt x="314325" y="1228725"/>
                </a:lnTo>
                <a:lnTo>
                  <a:pt x="314325" y="1209675"/>
                </a:lnTo>
                <a:lnTo>
                  <a:pt x="323850" y="1209675"/>
                </a:lnTo>
                <a:lnTo>
                  <a:pt x="323850" y="1181100"/>
                </a:lnTo>
                <a:lnTo>
                  <a:pt x="333375" y="1181100"/>
                </a:lnTo>
                <a:close/>
                <a:moveTo>
                  <a:pt x="695325" y="1171575"/>
                </a:moveTo>
                <a:lnTo>
                  <a:pt x="704850" y="1171575"/>
                </a:lnTo>
                <a:lnTo>
                  <a:pt x="704850" y="1181100"/>
                </a:lnTo>
                <a:lnTo>
                  <a:pt x="695325" y="1181100"/>
                </a:lnTo>
                <a:close/>
                <a:moveTo>
                  <a:pt x="1295400" y="1171575"/>
                </a:moveTo>
                <a:lnTo>
                  <a:pt x="1314450" y="1171575"/>
                </a:lnTo>
                <a:lnTo>
                  <a:pt x="1314450" y="1181100"/>
                </a:lnTo>
                <a:lnTo>
                  <a:pt x="1323975" y="1181100"/>
                </a:lnTo>
                <a:lnTo>
                  <a:pt x="1323975" y="1190625"/>
                </a:lnTo>
                <a:lnTo>
                  <a:pt x="1333500" y="1190625"/>
                </a:lnTo>
                <a:lnTo>
                  <a:pt x="1333500" y="1200150"/>
                </a:lnTo>
                <a:lnTo>
                  <a:pt x="1314450" y="1200150"/>
                </a:lnTo>
                <a:lnTo>
                  <a:pt x="1314450" y="1190625"/>
                </a:lnTo>
                <a:lnTo>
                  <a:pt x="1304925" y="1190625"/>
                </a:lnTo>
                <a:lnTo>
                  <a:pt x="1304925" y="1181100"/>
                </a:lnTo>
                <a:lnTo>
                  <a:pt x="1295400" y="1181100"/>
                </a:lnTo>
                <a:close/>
                <a:moveTo>
                  <a:pt x="609600" y="1181100"/>
                </a:moveTo>
                <a:lnTo>
                  <a:pt x="619125" y="1181100"/>
                </a:lnTo>
                <a:lnTo>
                  <a:pt x="619125" y="1190625"/>
                </a:lnTo>
                <a:lnTo>
                  <a:pt x="609600" y="1190625"/>
                </a:lnTo>
                <a:close/>
                <a:moveTo>
                  <a:pt x="704850" y="1181100"/>
                </a:moveTo>
                <a:lnTo>
                  <a:pt x="714375" y="1181100"/>
                </a:lnTo>
                <a:lnTo>
                  <a:pt x="714375" y="1190625"/>
                </a:lnTo>
                <a:lnTo>
                  <a:pt x="704850" y="1190625"/>
                </a:lnTo>
                <a:close/>
                <a:moveTo>
                  <a:pt x="1390650" y="1181100"/>
                </a:moveTo>
                <a:lnTo>
                  <a:pt x="1400175" y="1181100"/>
                </a:lnTo>
                <a:lnTo>
                  <a:pt x="1400175" y="1190625"/>
                </a:lnTo>
                <a:lnTo>
                  <a:pt x="1390650" y="1190625"/>
                </a:lnTo>
                <a:close/>
                <a:moveTo>
                  <a:pt x="619125" y="1190625"/>
                </a:moveTo>
                <a:lnTo>
                  <a:pt x="628650" y="1190625"/>
                </a:lnTo>
                <a:lnTo>
                  <a:pt x="628650" y="1200150"/>
                </a:lnTo>
                <a:lnTo>
                  <a:pt x="619125" y="1200150"/>
                </a:lnTo>
                <a:close/>
                <a:moveTo>
                  <a:pt x="714375" y="1190625"/>
                </a:moveTo>
                <a:lnTo>
                  <a:pt x="723900" y="1190625"/>
                </a:lnTo>
                <a:lnTo>
                  <a:pt x="723900" y="1200150"/>
                </a:lnTo>
                <a:lnTo>
                  <a:pt x="714375" y="1200150"/>
                </a:lnTo>
                <a:close/>
                <a:moveTo>
                  <a:pt x="914400" y="1190625"/>
                </a:moveTo>
                <a:lnTo>
                  <a:pt x="923925" y="1190625"/>
                </a:lnTo>
                <a:lnTo>
                  <a:pt x="923925" y="1200150"/>
                </a:lnTo>
                <a:lnTo>
                  <a:pt x="914400" y="1200150"/>
                </a:lnTo>
                <a:close/>
                <a:moveTo>
                  <a:pt x="1466850" y="1190625"/>
                </a:moveTo>
                <a:lnTo>
                  <a:pt x="1504950" y="1190625"/>
                </a:lnTo>
                <a:lnTo>
                  <a:pt x="1504950" y="1200150"/>
                </a:lnTo>
                <a:lnTo>
                  <a:pt x="1485900" y="1200150"/>
                </a:lnTo>
                <a:lnTo>
                  <a:pt x="1485900" y="1219200"/>
                </a:lnTo>
                <a:lnTo>
                  <a:pt x="1466850" y="1219200"/>
                </a:lnTo>
                <a:lnTo>
                  <a:pt x="1466850" y="1228725"/>
                </a:lnTo>
                <a:lnTo>
                  <a:pt x="1457325" y="1228725"/>
                </a:lnTo>
                <a:lnTo>
                  <a:pt x="1457325" y="1219200"/>
                </a:lnTo>
                <a:lnTo>
                  <a:pt x="1447800" y="1219200"/>
                </a:lnTo>
                <a:lnTo>
                  <a:pt x="1447800" y="1209675"/>
                </a:lnTo>
                <a:lnTo>
                  <a:pt x="1457325" y="1209675"/>
                </a:lnTo>
                <a:lnTo>
                  <a:pt x="1457325" y="1200150"/>
                </a:lnTo>
                <a:lnTo>
                  <a:pt x="1466850" y="1200150"/>
                </a:lnTo>
                <a:close/>
                <a:moveTo>
                  <a:pt x="190500" y="1200150"/>
                </a:moveTo>
                <a:lnTo>
                  <a:pt x="200025" y="1200150"/>
                </a:lnTo>
                <a:lnTo>
                  <a:pt x="200025" y="1209675"/>
                </a:lnTo>
                <a:lnTo>
                  <a:pt x="190500" y="1209675"/>
                </a:lnTo>
                <a:close/>
                <a:moveTo>
                  <a:pt x="809625" y="1200150"/>
                </a:moveTo>
                <a:lnTo>
                  <a:pt x="819150" y="1200150"/>
                </a:lnTo>
                <a:lnTo>
                  <a:pt x="819150" y="1209675"/>
                </a:lnTo>
                <a:lnTo>
                  <a:pt x="838200" y="1209675"/>
                </a:lnTo>
                <a:lnTo>
                  <a:pt x="838200" y="1219200"/>
                </a:lnTo>
                <a:lnTo>
                  <a:pt x="847725" y="1219200"/>
                </a:lnTo>
                <a:lnTo>
                  <a:pt x="847725" y="1228725"/>
                </a:lnTo>
                <a:lnTo>
                  <a:pt x="838200" y="1228725"/>
                </a:lnTo>
                <a:lnTo>
                  <a:pt x="838200" y="1238250"/>
                </a:lnTo>
                <a:lnTo>
                  <a:pt x="828675" y="1238250"/>
                </a:lnTo>
                <a:lnTo>
                  <a:pt x="828675" y="1247775"/>
                </a:lnTo>
                <a:lnTo>
                  <a:pt x="819150" y="1247775"/>
                </a:lnTo>
                <a:lnTo>
                  <a:pt x="819150" y="1257300"/>
                </a:lnTo>
                <a:lnTo>
                  <a:pt x="809625" y="1257300"/>
                </a:lnTo>
                <a:lnTo>
                  <a:pt x="809625" y="1266825"/>
                </a:lnTo>
                <a:lnTo>
                  <a:pt x="800100" y="1266825"/>
                </a:lnTo>
                <a:lnTo>
                  <a:pt x="800100" y="1257300"/>
                </a:lnTo>
                <a:lnTo>
                  <a:pt x="790575" y="1257300"/>
                </a:lnTo>
                <a:lnTo>
                  <a:pt x="790575" y="1247775"/>
                </a:lnTo>
                <a:lnTo>
                  <a:pt x="800100" y="1247775"/>
                </a:lnTo>
                <a:lnTo>
                  <a:pt x="800100" y="1238250"/>
                </a:lnTo>
                <a:lnTo>
                  <a:pt x="790575" y="1238250"/>
                </a:lnTo>
                <a:lnTo>
                  <a:pt x="790575" y="1219200"/>
                </a:lnTo>
                <a:lnTo>
                  <a:pt x="752475" y="1219200"/>
                </a:lnTo>
                <a:lnTo>
                  <a:pt x="752475" y="1209675"/>
                </a:lnTo>
                <a:lnTo>
                  <a:pt x="809625" y="1209675"/>
                </a:lnTo>
                <a:close/>
                <a:moveTo>
                  <a:pt x="971550" y="1200150"/>
                </a:moveTo>
                <a:lnTo>
                  <a:pt x="981075" y="1200150"/>
                </a:lnTo>
                <a:lnTo>
                  <a:pt x="981075" y="1209675"/>
                </a:lnTo>
                <a:lnTo>
                  <a:pt x="971550" y="1209675"/>
                </a:lnTo>
                <a:close/>
                <a:moveTo>
                  <a:pt x="1066800" y="1200150"/>
                </a:moveTo>
                <a:lnTo>
                  <a:pt x="1076325" y="1200150"/>
                </a:lnTo>
                <a:lnTo>
                  <a:pt x="1076325" y="1209675"/>
                </a:lnTo>
                <a:lnTo>
                  <a:pt x="1066800" y="1209675"/>
                </a:lnTo>
                <a:close/>
                <a:moveTo>
                  <a:pt x="952500" y="1209675"/>
                </a:moveTo>
                <a:lnTo>
                  <a:pt x="962025" y="1209675"/>
                </a:lnTo>
                <a:lnTo>
                  <a:pt x="962025" y="1219200"/>
                </a:lnTo>
                <a:lnTo>
                  <a:pt x="952500" y="1219200"/>
                </a:lnTo>
                <a:close/>
                <a:moveTo>
                  <a:pt x="1743075" y="1209675"/>
                </a:moveTo>
                <a:lnTo>
                  <a:pt x="1762125" y="1209675"/>
                </a:lnTo>
                <a:lnTo>
                  <a:pt x="1762125" y="1219200"/>
                </a:lnTo>
                <a:lnTo>
                  <a:pt x="1771650" y="1219200"/>
                </a:lnTo>
                <a:lnTo>
                  <a:pt x="1771650" y="1238250"/>
                </a:lnTo>
                <a:lnTo>
                  <a:pt x="1762125" y="1238250"/>
                </a:lnTo>
                <a:lnTo>
                  <a:pt x="1762125" y="1247775"/>
                </a:lnTo>
                <a:lnTo>
                  <a:pt x="1733550" y="1247775"/>
                </a:lnTo>
                <a:lnTo>
                  <a:pt x="1733550" y="1219200"/>
                </a:lnTo>
                <a:lnTo>
                  <a:pt x="1743075" y="1219200"/>
                </a:lnTo>
                <a:close/>
                <a:moveTo>
                  <a:pt x="190500" y="1219200"/>
                </a:moveTo>
                <a:lnTo>
                  <a:pt x="200025" y="1219200"/>
                </a:lnTo>
                <a:lnTo>
                  <a:pt x="200025" y="1228725"/>
                </a:lnTo>
                <a:lnTo>
                  <a:pt x="190500" y="1228725"/>
                </a:lnTo>
                <a:close/>
                <a:moveTo>
                  <a:pt x="1914525" y="1219200"/>
                </a:moveTo>
                <a:lnTo>
                  <a:pt x="1924050" y="1219200"/>
                </a:lnTo>
                <a:lnTo>
                  <a:pt x="1924050" y="1228725"/>
                </a:lnTo>
                <a:lnTo>
                  <a:pt x="1914525" y="1228725"/>
                </a:lnTo>
                <a:close/>
                <a:moveTo>
                  <a:pt x="847725" y="1228725"/>
                </a:moveTo>
                <a:lnTo>
                  <a:pt x="866775" y="1228725"/>
                </a:lnTo>
                <a:lnTo>
                  <a:pt x="866775" y="1266825"/>
                </a:lnTo>
                <a:lnTo>
                  <a:pt x="847725" y="1266825"/>
                </a:lnTo>
                <a:lnTo>
                  <a:pt x="847725" y="1257300"/>
                </a:lnTo>
                <a:lnTo>
                  <a:pt x="857250" y="1257300"/>
                </a:lnTo>
                <a:lnTo>
                  <a:pt x="857250" y="1238250"/>
                </a:lnTo>
                <a:lnTo>
                  <a:pt x="847725" y="1238250"/>
                </a:lnTo>
                <a:close/>
                <a:moveTo>
                  <a:pt x="1238250" y="1228725"/>
                </a:moveTo>
                <a:lnTo>
                  <a:pt x="1247775" y="1228725"/>
                </a:lnTo>
                <a:lnTo>
                  <a:pt x="1247775" y="1209675"/>
                </a:lnTo>
                <a:lnTo>
                  <a:pt x="1238250" y="1209675"/>
                </a:lnTo>
                <a:close/>
                <a:moveTo>
                  <a:pt x="1895475" y="1228725"/>
                </a:moveTo>
                <a:lnTo>
                  <a:pt x="1914525" y="1228725"/>
                </a:lnTo>
                <a:lnTo>
                  <a:pt x="1914525" y="1238250"/>
                </a:lnTo>
                <a:lnTo>
                  <a:pt x="1895475" y="1238250"/>
                </a:lnTo>
                <a:close/>
                <a:moveTo>
                  <a:pt x="485775" y="1238250"/>
                </a:moveTo>
                <a:lnTo>
                  <a:pt x="495300" y="1238250"/>
                </a:lnTo>
                <a:lnTo>
                  <a:pt x="495300" y="1247775"/>
                </a:lnTo>
                <a:lnTo>
                  <a:pt x="485775" y="1247775"/>
                </a:lnTo>
                <a:close/>
                <a:moveTo>
                  <a:pt x="1133475" y="1238250"/>
                </a:moveTo>
                <a:lnTo>
                  <a:pt x="1143000" y="1238250"/>
                </a:lnTo>
                <a:lnTo>
                  <a:pt x="1143000" y="1247775"/>
                </a:lnTo>
                <a:lnTo>
                  <a:pt x="1133475" y="1247775"/>
                </a:lnTo>
                <a:close/>
                <a:moveTo>
                  <a:pt x="1362075" y="1238250"/>
                </a:moveTo>
                <a:lnTo>
                  <a:pt x="1371600" y="1238250"/>
                </a:lnTo>
                <a:lnTo>
                  <a:pt x="1371600" y="1247775"/>
                </a:lnTo>
                <a:lnTo>
                  <a:pt x="1381125" y="1247775"/>
                </a:lnTo>
                <a:lnTo>
                  <a:pt x="1381125" y="1257300"/>
                </a:lnTo>
                <a:lnTo>
                  <a:pt x="1352550" y="1257300"/>
                </a:lnTo>
                <a:lnTo>
                  <a:pt x="1352550" y="1247775"/>
                </a:lnTo>
                <a:lnTo>
                  <a:pt x="1362075" y="1247775"/>
                </a:lnTo>
                <a:close/>
                <a:moveTo>
                  <a:pt x="1533525" y="1238250"/>
                </a:moveTo>
                <a:lnTo>
                  <a:pt x="1543050" y="1238250"/>
                </a:lnTo>
                <a:lnTo>
                  <a:pt x="1543050" y="1247775"/>
                </a:lnTo>
                <a:lnTo>
                  <a:pt x="1533525" y="1247775"/>
                </a:lnTo>
                <a:close/>
                <a:moveTo>
                  <a:pt x="171450" y="1247775"/>
                </a:moveTo>
                <a:lnTo>
                  <a:pt x="190500" y="1247775"/>
                </a:lnTo>
                <a:lnTo>
                  <a:pt x="190500" y="1257300"/>
                </a:lnTo>
                <a:lnTo>
                  <a:pt x="171450" y="1257300"/>
                </a:lnTo>
                <a:close/>
                <a:moveTo>
                  <a:pt x="495300" y="1247775"/>
                </a:moveTo>
                <a:lnTo>
                  <a:pt x="504825" y="1247775"/>
                </a:lnTo>
                <a:lnTo>
                  <a:pt x="504825" y="1257300"/>
                </a:lnTo>
                <a:lnTo>
                  <a:pt x="495300" y="1257300"/>
                </a:lnTo>
                <a:close/>
                <a:moveTo>
                  <a:pt x="1419225" y="1247775"/>
                </a:moveTo>
                <a:lnTo>
                  <a:pt x="1428750" y="1247775"/>
                </a:lnTo>
                <a:lnTo>
                  <a:pt x="1428750" y="1266825"/>
                </a:lnTo>
                <a:lnTo>
                  <a:pt x="1419225" y="1266825"/>
                </a:lnTo>
                <a:lnTo>
                  <a:pt x="1419225" y="1285875"/>
                </a:lnTo>
                <a:lnTo>
                  <a:pt x="1409700" y="1285875"/>
                </a:lnTo>
                <a:lnTo>
                  <a:pt x="1409700" y="1295400"/>
                </a:lnTo>
                <a:lnTo>
                  <a:pt x="1362075" y="1295400"/>
                </a:lnTo>
                <a:lnTo>
                  <a:pt x="1362075" y="1285875"/>
                </a:lnTo>
                <a:lnTo>
                  <a:pt x="1352550" y="1285875"/>
                </a:lnTo>
                <a:lnTo>
                  <a:pt x="1352550" y="1276350"/>
                </a:lnTo>
                <a:lnTo>
                  <a:pt x="1314450" y="1276350"/>
                </a:lnTo>
                <a:lnTo>
                  <a:pt x="1314450" y="1266825"/>
                </a:lnTo>
                <a:lnTo>
                  <a:pt x="1304925" y="1266825"/>
                </a:lnTo>
                <a:lnTo>
                  <a:pt x="1304925" y="1257300"/>
                </a:lnTo>
                <a:lnTo>
                  <a:pt x="1323975" y="1257300"/>
                </a:lnTo>
                <a:lnTo>
                  <a:pt x="1323975" y="1266825"/>
                </a:lnTo>
                <a:lnTo>
                  <a:pt x="1343025" y="1266825"/>
                </a:lnTo>
                <a:lnTo>
                  <a:pt x="1343025" y="1257300"/>
                </a:lnTo>
                <a:lnTo>
                  <a:pt x="1352550" y="1257300"/>
                </a:lnTo>
                <a:lnTo>
                  <a:pt x="1352550" y="1276350"/>
                </a:lnTo>
                <a:lnTo>
                  <a:pt x="1390650" y="1276350"/>
                </a:lnTo>
                <a:lnTo>
                  <a:pt x="1390650" y="1266825"/>
                </a:lnTo>
                <a:lnTo>
                  <a:pt x="1381125" y="1266825"/>
                </a:lnTo>
                <a:lnTo>
                  <a:pt x="1381125" y="1257300"/>
                </a:lnTo>
                <a:lnTo>
                  <a:pt x="1390650" y="1257300"/>
                </a:lnTo>
                <a:lnTo>
                  <a:pt x="1390650" y="1266825"/>
                </a:lnTo>
                <a:lnTo>
                  <a:pt x="1400175" y="1266825"/>
                </a:lnTo>
                <a:lnTo>
                  <a:pt x="1400175" y="1257300"/>
                </a:lnTo>
                <a:lnTo>
                  <a:pt x="1419225" y="1257300"/>
                </a:lnTo>
                <a:close/>
                <a:moveTo>
                  <a:pt x="1476375" y="1247775"/>
                </a:moveTo>
                <a:lnTo>
                  <a:pt x="1485900" y="1247775"/>
                </a:lnTo>
                <a:lnTo>
                  <a:pt x="1485900" y="1257300"/>
                </a:lnTo>
                <a:lnTo>
                  <a:pt x="1495425" y="1257300"/>
                </a:lnTo>
                <a:lnTo>
                  <a:pt x="1495425" y="1266825"/>
                </a:lnTo>
                <a:lnTo>
                  <a:pt x="1504950" y="1266825"/>
                </a:lnTo>
                <a:lnTo>
                  <a:pt x="1504950" y="1257300"/>
                </a:lnTo>
                <a:lnTo>
                  <a:pt x="1524000" y="1257300"/>
                </a:lnTo>
                <a:lnTo>
                  <a:pt x="1524000" y="1247775"/>
                </a:lnTo>
                <a:lnTo>
                  <a:pt x="1533525" y="1247775"/>
                </a:lnTo>
                <a:lnTo>
                  <a:pt x="1533525" y="1257300"/>
                </a:lnTo>
                <a:lnTo>
                  <a:pt x="1524000" y="1257300"/>
                </a:lnTo>
                <a:lnTo>
                  <a:pt x="1524000" y="1266825"/>
                </a:lnTo>
                <a:lnTo>
                  <a:pt x="1504950" y="1266825"/>
                </a:lnTo>
                <a:lnTo>
                  <a:pt x="1504950" y="1304925"/>
                </a:lnTo>
                <a:lnTo>
                  <a:pt x="1524000" y="1304925"/>
                </a:lnTo>
                <a:lnTo>
                  <a:pt x="1524000" y="1314450"/>
                </a:lnTo>
                <a:lnTo>
                  <a:pt x="1514475" y="1314450"/>
                </a:lnTo>
                <a:lnTo>
                  <a:pt x="1514475" y="1323975"/>
                </a:lnTo>
                <a:lnTo>
                  <a:pt x="1524000" y="1323975"/>
                </a:lnTo>
                <a:lnTo>
                  <a:pt x="1524000" y="1333500"/>
                </a:lnTo>
                <a:lnTo>
                  <a:pt x="1476375" y="1333500"/>
                </a:lnTo>
                <a:lnTo>
                  <a:pt x="1476375" y="1323975"/>
                </a:lnTo>
                <a:lnTo>
                  <a:pt x="1466850" y="1323975"/>
                </a:lnTo>
                <a:lnTo>
                  <a:pt x="1466850" y="1314450"/>
                </a:lnTo>
                <a:lnTo>
                  <a:pt x="1476375" y="1314450"/>
                </a:lnTo>
                <a:lnTo>
                  <a:pt x="1476375" y="1323975"/>
                </a:lnTo>
                <a:lnTo>
                  <a:pt x="1495425" y="1323975"/>
                </a:lnTo>
                <a:lnTo>
                  <a:pt x="1495425" y="1285875"/>
                </a:lnTo>
                <a:lnTo>
                  <a:pt x="1476375" y="1285875"/>
                </a:lnTo>
                <a:close/>
                <a:moveTo>
                  <a:pt x="1704975" y="1247775"/>
                </a:moveTo>
                <a:lnTo>
                  <a:pt x="1714500" y="1247775"/>
                </a:lnTo>
                <a:lnTo>
                  <a:pt x="1714500" y="1266825"/>
                </a:lnTo>
                <a:lnTo>
                  <a:pt x="1724025" y="1266825"/>
                </a:lnTo>
                <a:lnTo>
                  <a:pt x="1724025" y="1276350"/>
                </a:lnTo>
                <a:lnTo>
                  <a:pt x="1704975" y="1276350"/>
                </a:lnTo>
                <a:lnTo>
                  <a:pt x="1704975" y="1295400"/>
                </a:lnTo>
                <a:lnTo>
                  <a:pt x="1695450" y="1295400"/>
                </a:lnTo>
                <a:lnTo>
                  <a:pt x="1695450" y="1257300"/>
                </a:lnTo>
                <a:lnTo>
                  <a:pt x="1704975" y="1257300"/>
                </a:lnTo>
                <a:close/>
                <a:moveTo>
                  <a:pt x="1143000" y="1257300"/>
                </a:moveTo>
                <a:lnTo>
                  <a:pt x="1162050" y="1257300"/>
                </a:lnTo>
                <a:lnTo>
                  <a:pt x="1162050" y="1266825"/>
                </a:lnTo>
                <a:lnTo>
                  <a:pt x="1143000" y="1266825"/>
                </a:lnTo>
                <a:close/>
                <a:moveTo>
                  <a:pt x="371475" y="1266825"/>
                </a:moveTo>
                <a:lnTo>
                  <a:pt x="381000" y="1266825"/>
                </a:lnTo>
                <a:lnTo>
                  <a:pt x="381000" y="1285875"/>
                </a:lnTo>
                <a:lnTo>
                  <a:pt x="371475" y="1285875"/>
                </a:lnTo>
                <a:lnTo>
                  <a:pt x="371475" y="1295400"/>
                </a:lnTo>
                <a:lnTo>
                  <a:pt x="361950" y="1295400"/>
                </a:lnTo>
                <a:lnTo>
                  <a:pt x="361950" y="1276350"/>
                </a:lnTo>
                <a:lnTo>
                  <a:pt x="371475" y="1276350"/>
                </a:lnTo>
                <a:close/>
                <a:moveTo>
                  <a:pt x="523875" y="1266825"/>
                </a:moveTo>
                <a:lnTo>
                  <a:pt x="533400" y="1266825"/>
                </a:lnTo>
                <a:lnTo>
                  <a:pt x="533400" y="1276350"/>
                </a:lnTo>
                <a:lnTo>
                  <a:pt x="523875" y="1276350"/>
                </a:lnTo>
                <a:close/>
                <a:moveTo>
                  <a:pt x="676275" y="1266825"/>
                </a:moveTo>
                <a:lnTo>
                  <a:pt x="695325" y="1266825"/>
                </a:lnTo>
                <a:lnTo>
                  <a:pt x="695325" y="1276350"/>
                </a:lnTo>
                <a:lnTo>
                  <a:pt x="676275" y="1276350"/>
                </a:lnTo>
                <a:close/>
                <a:moveTo>
                  <a:pt x="1171575" y="1266825"/>
                </a:moveTo>
                <a:lnTo>
                  <a:pt x="1181100" y="1266825"/>
                </a:lnTo>
                <a:lnTo>
                  <a:pt x="1181100" y="1276350"/>
                </a:lnTo>
                <a:lnTo>
                  <a:pt x="1171575" y="1276350"/>
                </a:lnTo>
                <a:close/>
                <a:moveTo>
                  <a:pt x="1962150" y="1266825"/>
                </a:moveTo>
                <a:lnTo>
                  <a:pt x="1971675" y="1266825"/>
                </a:lnTo>
                <a:lnTo>
                  <a:pt x="1971675" y="1276350"/>
                </a:lnTo>
                <a:lnTo>
                  <a:pt x="1962150" y="1276350"/>
                </a:lnTo>
                <a:close/>
                <a:moveTo>
                  <a:pt x="542925" y="1276350"/>
                </a:moveTo>
                <a:lnTo>
                  <a:pt x="552450" y="1276350"/>
                </a:lnTo>
                <a:lnTo>
                  <a:pt x="552450" y="1285875"/>
                </a:lnTo>
                <a:lnTo>
                  <a:pt x="542925" y="1285875"/>
                </a:lnTo>
                <a:close/>
                <a:moveTo>
                  <a:pt x="1628775" y="1276350"/>
                </a:moveTo>
                <a:lnTo>
                  <a:pt x="1638300" y="1276350"/>
                </a:lnTo>
                <a:lnTo>
                  <a:pt x="1638300" y="1285875"/>
                </a:lnTo>
                <a:lnTo>
                  <a:pt x="1628775" y="1285875"/>
                </a:lnTo>
                <a:close/>
                <a:moveTo>
                  <a:pt x="1971675" y="1276350"/>
                </a:moveTo>
                <a:lnTo>
                  <a:pt x="1981200" y="1276350"/>
                </a:lnTo>
                <a:lnTo>
                  <a:pt x="1981200" y="1304925"/>
                </a:lnTo>
                <a:lnTo>
                  <a:pt x="1971675" y="1304925"/>
                </a:lnTo>
                <a:lnTo>
                  <a:pt x="1971675" y="1295400"/>
                </a:lnTo>
                <a:lnTo>
                  <a:pt x="1962150" y="1295400"/>
                </a:lnTo>
                <a:lnTo>
                  <a:pt x="1962150" y="1285875"/>
                </a:lnTo>
                <a:lnTo>
                  <a:pt x="1971675" y="1285875"/>
                </a:lnTo>
                <a:close/>
                <a:moveTo>
                  <a:pt x="2047875" y="1276350"/>
                </a:moveTo>
                <a:lnTo>
                  <a:pt x="2066925" y="1276350"/>
                </a:lnTo>
                <a:lnTo>
                  <a:pt x="2066925" y="1285875"/>
                </a:lnTo>
                <a:lnTo>
                  <a:pt x="2047875" y="1285875"/>
                </a:lnTo>
                <a:close/>
                <a:moveTo>
                  <a:pt x="2171700" y="1276350"/>
                </a:moveTo>
                <a:lnTo>
                  <a:pt x="2181225" y="1276350"/>
                </a:lnTo>
                <a:lnTo>
                  <a:pt x="2181225" y="1285875"/>
                </a:lnTo>
                <a:lnTo>
                  <a:pt x="2171700" y="1285875"/>
                </a:lnTo>
                <a:close/>
                <a:moveTo>
                  <a:pt x="180975" y="1285875"/>
                </a:moveTo>
                <a:lnTo>
                  <a:pt x="190500" y="1285875"/>
                </a:lnTo>
                <a:lnTo>
                  <a:pt x="190500" y="1295400"/>
                </a:lnTo>
                <a:lnTo>
                  <a:pt x="200025" y="1295400"/>
                </a:lnTo>
                <a:lnTo>
                  <a:pt x="200025" y="1285875"/>
                </a:lnTo>
                <a:lnTo>
                  <a:pt x="209550" y="1285875"/>
                </a:lnTo>
                <a:lnTo>
                  <a:pt x="209550" y="1295400"/>
                </a:lnTo>
                <a:lnTo>
                  <a:pt x="200025" y="1295400"/>
                </a:lnTo>
                <a:lnTo>
                  <a:pt x="200025" y="1304925"/>
                </a:lnTo>
                <a:lnTo>
                  <a:pt x="180975" y="1304925"/>
                </a:lnTo>
                <a:close/>
                <a:moveTo>
                  <a:pt x="581025" y="1285875"/>
                </a:moveTo>
                <a:lnTo>
                  <a:pt x="590550" y="1285875"/>
                </a:lnTo>
                <a:lnTo>
                  <a:pt x="590550" y="1304925"/>
                </a:lnTo>
                <a:lnTo>
                  <a:pt x="581025" y="1304925"/>
                </a:lnTo>
                <a:close/>
                <a:moveTo>
                  <a:pt x="771525" y="1285875"/>
                </a:moveTo>
                <a:lnTo>
                  <a:pt x="790575" y="1285875"/>
                </a:lnTo>
                <a:lnTo>
                  <a:pt x="790575" y="1295400"/>
                </a:lnTo>
                <a:lnTo>
                  <a:pt x="800100" y="1295400"/>
                </a:lnTo>
                <a:lnTo>
                  <a:pt x="800100" y="1314450"/>
                </a:lnTo>
                <a:lnTo>
                  <a:pt x="790575" y="1314450"/>
                </a:lnTo>
                <a:lnTo>
                  <a:pt x="790575" y="1304925"/>
                </a:lnTo>
                <a:lnTo>
                  <a:pt x="781050" y="1304925"/>
                </a:lnTo>
                <a:lnTo>
                  <a:pt x="781050" y="1295400"/>
                </a:lnTo>
                <a:lnTo>
                  <a:pt x="771525" y="1295400"/>
                </a:lnTo>
                <a:close/>
                <a:moveTo>
                  <a:pt x="1000125" y="1285875"/>
                </a:moveTo>
                <a:lnTo>
                  <a:pt x="1009650" y="1285875"/>
                </a:lnTo>
                <a:lnTo>
                  <a:pt x="1009650" y="1295400"/>
                </a:lnTo>
                <a:lnTo>
                  <a:pt x="1019175" y="1295400"/>
                </a:lnTo>
                <a:lnTo>
                  <a:pt x="1019175" y="1323975"/>
                </a:lnTo>
                <a:lnTo>
                  <a:pt x="1009650" y="1323975"/>
                </a:lnTo>
                <a:lnTo>
                  <a:pt x="1009650" y="1314450"/>
                </a:lnTo>
                <a:lnTo>
                  <a:pt x="1000125" y="1314450"/>
                </a:lnTo>
                <a:close/>
                <a:moveTo>
                  <a:pt x="1095375" y="1285875"/>
                </a:moveTo>
                <a:lnTo>
                  <a:pt x="1104900" y="1285875"/>
                </a:lnTo>
                <a:lnTo>
                  <a:pt x="1104900" y="1295400"/>
                </a:lnTo>
                <a:lnTo>
                  <a:pt x="1095375" y="1295400"/>
                </a:lnTo>
                <a:close/>
                <a:moveTo>
                  <a:pt x="1181100" y="1285875"/>
                </a:moveTo>
                <a:lnTo>
                  <a:pt x="1190625" y="1285875"/>
                </a:lnTo>
                <a:lnTo>
                  <a:pt x="1190625" y="1295400"/>
                </a:lnTo>
                <a:lnTo>
                  <a:pt x="1181100" y="1295400"/>
                </a:lnTo>
                <a:close/>
                <a:moveTo>
                  <a:pt x="762000" y="1295400"/>
                </a:moveTo>
                <a:lnTo>
                  <a:pt x="771525" y="1295400"/>
                </a:lnTo>
                <a:lnTo>
                  <a:pt x="771525" y="1314450"/>
                </a:lnTo>
                <a:lnTo>
                  <a:pt x="762000" y="1314450"/>
                </a:lnTo>
                <a:close/>
                <a:moveTo>
                  <a:pt x="1133475" y="1295400"/>
                </a:moveTo>
                <a:lnTo>
                  <a:pt x="1143000" y="1295400"/>
                </a:lnTo>
                <a:lnTo>
                  <a:pt x="1143000" y="1304925"/>
                </a:lnTo>
                <a:lnTo>
                  <a:pt x="1133475" y="1304925"/>
                </a:lnTo>
                <a:close/>
                <a:moveTo>
                  <a:pt x="1409700" y="1295400"/>
                </a:moveTo>
                <a:lnTo>
                  <a:pt x="1419225" y="1295400"/>
                </a:lnTo>
                <a:lnTo>
                  <a:pt x="1419225" y="1304925"/>
                </a:lnTo>
                <a:lnTo>
                  <a:pt x="1409700" y="1304925"/>
                </a:lnTo>
                <a:close/>
                <a:moveTo>
                  <a:pt x="1143000" y="1304925"/>
                </a:moveTo>
                <a:lnTo>
                  <a:pt x="1152525" y="1304925"/>
                </a:lnTo>
                <a:lnTo>
                  <a:pt x="1152525" y="1314450"/>
                </a:lnTo>
                <a:lnTo>
                  <a:pt x="1143000" y="1314450"/>
                </a:lnTo>
                <a:close/>
                <a:moveTo>
                  <a:pt x="1619250" y="1304925"/>
                </a:moveTo>
                <a:lnTo>
                  <a:pt x="1628775" y="1304925"/>
                </a:lnTo>
                <a:lnTo>
                  <a:pt x="1628775" y="1323975"/>
                </a:lnTo>
                <a:lnTo>
                  <a:pt x="1619250" y="1323975"/>
                </a:lnTo>
                <a:close/>
                <a:moveTo>
                  <a:pt x="609600" y="1314450"/>
                </a:moveTo>
                <a:lnTo>
                  <a:pt x="628650" y="1314450"/>
                </a:lnTo>
                <a:lnTo>
                  <a:pt x="628650" y="1323975"/>
                </a:lnTo>
                <a:lnTo>
                  <a:pt x="609600" y="1323975"/>
                </a:lnTo>
                <a:close/>
                <a:moveTo>
                  <a:pt x="752475" y="1314450"/>
                </a:moveTo>
                <a:lnTo>
                  <a:pt x="762000" y="1314450"/>
                </a:lnTo>
                <a:lnTo>
                  <a:pt x="762000" y="1323975"/>
                </a:lnTo>
                <a:lnTo>
                  <a:pt x="752475" y="1323975"/>
                </a:lnTo>
                <a:close/>
                <a:moveTo>
                  <a:pt x="781050" y="1314450"/>
                </a:moveTo>
                <a:lnTo>
                  <a:pt x="790575" y="1314450"/>
                </a:lnTo>
                <a:lnTo>
                  <a:pt x="790575" y="1333500"/>
                </a:lnTo>
                <a:lnTo>
                  <a:pt x="800100" y="1333500"/>
                </a:lnTo>
                <a:lnTo>
                  <a:pt x="800100" y="1314450"/>
                </a:lnTo>
                <a:lnTo>
                  <a:pt x="819150" y="1314450"/>
                </a:lnTo>
                <a:lnTo>
                  <a:pt x="819150" y="1323975"/>
                </a:lnTo>
                <a:lnTo>
                  <a:pt x="809625" y="1323975"/>
                </a:lnTo>
                <a:lnTo>
                  <a:pt x="809625" y="1333500"/>
                </a:lnTo>
                <a:lnTo>
                  <a:pt x="857250" y="1333500"/>
                </a:lnTo>
                <a:lnTo>
                  <a:pt x="857250" y="1343025"/>
                </a:lnTo>
                <a:lnTo>
                  <a:pt x="876300" y="1343025"/>
                </a:lnTo>
                <a:lnTo>
                  <a:pt x="876300" y="1333500"/>
                </a:lnTo>
                <a:lnTo>
                  <a:pt x="885825" y="1333500"/>
                </a:lnTo>
                <a:lnTo>
                  <a:pt x="885825" y="1343025"/>
                </a:lnTo>
                <a:lnTo>
                  <a:pt x="904875" y="1343025"/>
                </a:lnTo>
                <a:lnTo>
                  <a:pt x="904875" y="1352550"/>
                </a:lnTo>
                <a:lnTo>
                  <a:pt x="857250" y="1352550"/>
                </a:lnTo>
                <a:lnTo>
                  <a:pt x="857250" y="1362075"/>
                </a:lnTo>
                <a:lnTo>
                  <a:pt x="838200" y="1362075"/>
                </a:lnTo>
                <a:lnTo>
                  <a:pt x="838200" y="1343025"/>
                </a:lnTo>
                <a:lnTo>
                  <a:pt x="819150" y="1343025"/>
                </a:lnTo>
                <a:lnTo>
                  <a:pt x="819150" y="1352550"/>
                </a:lnTo>
                <a:lnTo>
                  <a:pt x="800100" y="1352550"/>
                </a:lnTo>
                <a:lnTo>
                  <a:pt x="800100" y="1343025"/>
                </a:lnTo>
                <a:lnTo>
                  <a:pt x="790575" y="1343025"/>
                </a:lnTo>
                <a:lnTo>
                  <a:pt x="790575" y="1352550"/>
                </a:lnTo>
                <a:lnTo>
                  <a:pt x="781050" y="1352550"/>
                </a:lnTo>
                <a:lnTo>
                  <a:pt x="781050" y="1343025"/>
                </a:lnTo>
                <a:lnTo>
                  <a:pt x="771525" y="1343025"/>
                </a:lnTo>
                <a:lnTo>
                  <a:pt x="771525" y="1333500"/>
                </a:lnTo>
                <a:lnTo>
                  <a:pt x="762000" y="1333500"/>
                </a:lnTo>
                <a:lnTo>
                  <a:pt x="762000" y="1323975"/>
                </a:lnTo>
                <a:lnTo>
                  <a:pt x="781050" y="1323975"/>
                </a:lnTo>
                <a:close/>
                <a:moveTo>
                  <a:pt x="1057275" y="1314450"/>
                </a:moveTo>
                <a:lnTo>
                  <a:pt x="1066800" y="1314450"/>
                </a:lnTo>
                <a:lnTo>
                  <a:pt x="1066800" y="1333500"/>
                </a:lnTo>
                <a:lnTo>
                  <a:pt x="1038225" y="1333500"/>
                </a:lnTo>
                <a:lnTo>
                  <a:pt x="1038225" y="1323975"/>
                </a:lnTo>
                <a:lnTo>
                  <a:pt x="1057275" y="1323975"/>
                </a:lnTo>
                <a:close/>
                <a:moveTo>
                  <a:pt x="390525" y="1323975"/>
                </a:moveTo>
                <a:lnTo>
                  <a:pt x="400050" y="1323975"/>
                </a:lnTo>
                <a:lnTo>
                  <a:pt x="400050" y="1333500"/>
                </a:lnTo>
                <a:lnTo>
                  <a:pt x="390525" y="1333500"/>
                </a:lnTo>
                <a:close/>
                <a:moveTo>
                  <a:pt x="628650" y="1323975"/>
                </a:moveTo>
                <a:lnTo>
                  <a:pt x="638175" y="1323975"/>
                </a:lnTo>
                <a:lnTo>
                  <a:pt x="638175" y="1333500"/>
                </a:lnTo>
                <a:lnTo>
                  <a:pt x="628650" y="1333500"/>
                </a:lnTo>
                <a:close/>
                <a:moveTo>
                  <a:pt x="1304925" y="1323975"/>
                </a:moveTo>
                <a:lnTo>
                  <a:pt x="1314450" y="1323975"/>
                </a:lnTo>
                <a:lnTo>
                  <a:pt x="1314450" y="1333500"/>
                </a:lnTo>
                <a:lnTo>
                  <a:pt x="1304925" y="1333500"/>
                </a:lnTo>
                <a:close/>
                <a:moveTo>
                  <a:pt x="228600" y="1333500"/>
                </a:moveTo>
                <a:lnTo>
                  <a:pt x="238125" y="1333500"/>
                </a:lnTo>
                <a:lnTo>
                  <a:pt x="238125" y="1352550"/>
                </a:lnTo>
                <a:lnTo>
                  <a:pt x="228600" y="1352550"/>
                </a:lnTo>
                <a:close/>
                <a:moveTo>
                  <a:pt x="676275" y="1333500"/>
                </a:moveTo>
                <a:lnTo>
                  <a:pt x="685800" y="1333500"/>
                </a:lnTo>
                <a:lnTo>
                  <a:pt x="685800" y="1343025"/>
                </a:lnTo>
                <a:lnTo>
                  <a:pt x="695325" y="1343025"/>
                </a:lnTo>
                <a:lnTo>
                  <a:pt x="695325" y="1352550"/>
                </a:lnTo>
                <a:lnTo>
                  <a:pt x="714375" y="1352550"/>
                </a:lnTo>
                <a:lnTo>
                  <a:pt x="714375" y="1371600"/>
                </a:lnTo>
                <a:lnTo>
                  <a:pt x="723900" y="1371600"/>
                </a:lnTo>
                <a:lnTo>
                  <a:pt x="723900" y="1381125"/>
                </a:lnTo>
                <a:lnTo>
                  <a:pt x="733425" y="1381125"/>
                </a:lnTo>
                <a:lnTo>
                  <a:pt x="733425" y="1390650"/>
                </a:lnTo>
                <a:lnTo>
                  <a:pt x="685800" y="1390650"/>
                </a:lnTo>
                <a:lnTo>
                  <a:pt x="685800" y="1371600"/>
                </a:lnTo>
                <a:lnTo>
                  <a:pt x="657225" y="1371600"/>
                </a:lnTo>
                <a:lnTo>
                  <a:pt x="657225" y="1381125"/>
                </a:lnTo>
                <a:lnTo>
                  <a:pt x="676275" y="1381125"/>
                </a:lnTo>
                <a:lnTo>
                  <a:pt x="676275" y="1400175"/>
                </a:lnTo>
                <a:lnTo>
                  <a:pt x="647700" y="1400175"/>
                </a:lnTo>
                <a:lnTo>
                  <a:pt x="647700" y="1390650"/>
                </a:lnTo>
                <a:lnTo>
                  <a:pt x="638175" y="1390650"/>
                </a:lnTo>
                <a:lnTo>
                  <a:pt x="638175" y="1371600"/>
                </a:lnTo>
                <a:lnTo>
                  <a:pt x="628650" y="1371600"/>
                </a:lnTo>
                <a:lnTo>
                  <a:pt x="628650" y="1352550"/>
                </a:lnTo>
                <a:lnTo>
                  <a:pt x="638175" y="1352550"/>
                </a:lnTo>
                <a:lnTo>
                  <a:pt x="638175" y="1371600"/>
                </a:lnTo>
                <a:lnTo>
                  <a:pt x="647700" y="1371600"/>
                </a:lnTo>
                <a:lnTo>
                  <a:pt x="647700" y="1362075"/>
                </a:lnTo>
                <a:lnTo>
                  <a:pt x="676275" y="1362075"/>
                </a:lnTo>
                <a:close/>
                <a:moveTo>
                  <a:pt x="1028700" y="1333500"/>
                </a:moveTo>
                <a:lnTo>
                  <a:pt x="1038225" y="1333500"/>
                </a:lnTo>
                <a:lnTo>
                  <a:pt x="1038225" y="1343025"/>
                </a:lnTo>
                <a:lnTo>
                  <a:pt x="1028700" y="1343025"/>
                </a:lnTo>
                <a:close/>
                <a:moveTo>
                  <a:pt x="1743075" y="1333500"/>
                </a:moveTo>
                <a:lnTo>
                  <a:pt x="1752600" y="1333500"/>
                </a:lnTo>
                <a:lnTo>
                  <a:pt x="1752600" y="1343025"/>
                </a:lnTo>
                <a:lnTo>
                  <a:pt x="1743075" y="1343025"/>
                </a:lnTo>
                <a:close/>
                <a:moveTo>
                  <a:pt x="600075" y="1343025"/>
                </a:moveTo>
                <a:lnTo>
                  <a:pt x="609600" y="1343025"/>
                </a:lnTo>
                <a:lnTo>
                  <a:pt x="609600" y="1352550"/>
                </a:lnTo>
                <a:lnTo>
                  <a:pt x="600075" y="1352550"/>
                </a:lnTo>
                <a:close/>
                <a:moveTo>
                  <a:pt x="2114550" y="1343025"/>
                </a:moveTo>
                <a:lnTo>
                  <a:pt x="2124075" y="1343025"/>
                </a:lnTo>
                <a:lnTo>
                  <a:pt x="2124075" y="1352550"/>
                </a:lnTo>
                <a:lnTo>
                  <a:pt x="2114550" y="1352550"/>
                </a:lnTo>
                <a:close/>
                <a:moveTo>
                  <a:pt x="581025" y="1352550"/>
                </a:moveTo>
                <a:lnTo>
                  <a:pt x="600075" y="1352550"/>
                </a:lnTo>
                <a:lnTo>
                  <a:pt x="600075" y="1362075"/>
                </a:lnTo>
                <a:lnTo>
                  <a:pt x="581025" y="1362075"/>
                </a:lnTo>
                <a:close/>
                <a:moveTo>
                  <a:pt x="914400" y="1352550"/>
                </a:moveTo>
                <a:lnTo>
                  <a:pt x="923925" y="1352550"/>
                </a:lnTo>
                <a:lnTo>
                  <a:pt x="923925" y="1362075"/>
                </a:lnTo>
                <a:lnTo>
                  <a:pt x="914400" y="1362075"/>
                </a:lnTo>
                <a:close/>
                <a:moveTo>
                  <a:pt x="1266825" y="1352550"/>
                </a:moveTo>
                <a:lnTo>
                  <a:pt x="1285875" y="1352550"/>
                </a:lnTo>
                <a:lnTo>
                  <a:pt x="1285875" y="1362075"/>
                </a:lnTo>
                <a:lnTo>
                  <a:pt x="1295400" y="1362075"/>
                </a:lnTo>
                <a:lnTo>
                  <a:pt x="1295400" y="1371600"/>
                </a:lnTo>
                <a:lnTo>
                  <a:pt x="1266825" y="1371600"/>
                </a:lnTo>
                <a:close/>
                <a:moveTo>
                  <a:pt x="219075" y="1362075"/>
                </a:moveTo>
                <a:lnTo>
                  <a:pt x="228600" y="1362075"/>
                </a:lnTo>
                <a:lnTo>
                  <a:pt x="228600" y="1390650"/>
                </a:lnTo>
                <a:lnTo>
                  <a:pt x="219075" y="1390650"/>
                </a:lnTo>
                <a:close/>
                <a:moveTo>
                  <a:pt x="923925" y="1362075"/>
                </a:moveTo>
                <a:lnTo>
                  <a:pt x="933450" y="1362075"/>
                </a:lnTo>
                <a:lnTo>
                  <a:pt x="933450" y="1371600"/>
                </a:lnTo>
                <a:lnTo>
                  <a:pt x="923925" y="1371600"/>
                </a:lnTo>
                <a:close/>
                <a:moveTo>
                  <a:pt x="1628775" y="1362075"/>
                </a:moveTo>
                <a:lnTo>
                  <a:pt x="1647825" y="1362075"/>
                </a:lnTo>
                <a:lnTo>
                  <a:pt x="1647825" y="1371600"/>
                </a:lnTo>
                <a:lnTo>
                  <a:pt x="1628775" y="1371600"/>
                </a:lnTo>
                <a:close/>
                <a:moveTo>
                  <a:pt x="1914525" y="1362075"/>
                </a:moveTo>
                <a:lnTo>
                  <a:pt x="1924050" y="1362075"/>
                </a:lnTo>
                <a:lnTo>
                  <a:pt x="1924050" y="1381125"/>
                </a:lnTo>
                <a:lnTo>
                  <a:pt x="1914525" y="1381125"/>
                </a:lnTo>
                <a:close/>
                <a:moveTo>
                  <a:pt x="933450" y="1371600"/>
                </a:moveTo>
                <a:lnTo>
                  <a:pt x="962025" y="1371600"/>
                </a:lnTo>
                <a:lnTo>
                  <a:pt x="962025" y="1381125"/>
                </a:lnTo>
                <a:lnTo>
                  <a:pt x="952500" y="1381125"/>
                </a:lnTo>
                <a:lnTo>
                  <a:pt x="952500" y="1409700"/>
                </a:lnTo>
                <a:lnTo>
                  <a:pt x="942975" y="1409700"/>
                </a:lnTo>
                <a:lnTo>
                  <a:pt x="942975" y="1400175"/>
                </a:lnTo>
                <a:lnTo>
                  <a:pt x="933450" y="1400175"/>
                </a:lnTo>
                <a:lnTo>
                  <a:pt x="933450" y="1390650"/>
                </a:lnTo>
                <a:lnTo>
                  <a:pt x="923925" y="1390650"/>
                </a:lnTo>
                <a:lnTo>
                  <a:pt x="923925" y="1381125"/>
                </a:lnTo>
                <a:lnTo>
                  <a:pt x="933450" y="1381125"/>
                </a:lnTo>
                <a:close/>
                <a:moveTo>
                  <a:pt x="1295400" y="1371600"/>
                </a:moveTo>
                <a:lnTo>
                  <a:pt x="1304925" y="1371600"/>
                </a:lnTo>
                <a:lnTo>
                  <a:pt x="1304925" y="1381125"/>
                </a:lnTo>
                <a:lnTo>
                  <a:pt x="1295400" y="1381125"/>
                </a:lnTo>
                <a:close/>
                <a:moveTo>
                  <a:pt x="514350" y="1381125"/>
                </a:moveTo>
                <a:lnTo>
                  <a:pt x="533400" y="1381125"/>
                </a:lnTo>
                <a:lnTo>
                  <a:pt x="533400" y="1390650"/>
                </a:lnTo>
                <a:lnTo>
                  <a:pt x="542925" y="1390650"/>
                </a:lnTo>
                <a:lnTo>
                  <a:pt x="542925" y="1419225"/>
                </a:lnTo>
                <a:lnTo>
                  <a:pt x="533400" y="1419225"/>
                </a:lnTo>
                <a:lnTo>
                  <a:pt x="533400" y="1428750"/>
                </a:lnTo>
                <a:lnTo>
                  <a:pt x="523875" y="1428750"/>
                </a:lnTo>
                <a:lnTo>
                  <a:pt x="523875" y="1409700"/>
                </a:lnTo>
                <a:lnTo>
                  <a:pt x="504825" y="1409700"/>
                </a:lnTo>
                <a:lnTo>
                  <a:pt x="504825" y="1400175"/>
                </a:lnTo>
                <a:lnTo>
                  <a:pt x="514350" y="1400175"/>
                </a:lnTo>
                <a:close/>
                <a:moveTo>
                  <a:pt x="885825" y="1381125"/>
                </a:moveTo>
                <a:lnTo>
                  <a:pt x="895350" y="1381125"/>
                </a:lnTo>
                <a:lnTo>
                  <a:pt x="895350" y="1390650"/>
                </a:lnTo>
                <a:lnTo>
                  <a:pt x="885825" y="1390650"/>
                </a:lnTo>
                <a:close/>
                <a:moveTo>
                  <a:pt x="1228725" y="1381125"/>
                </a:moveTo>
                <a:lnTo>
                  <a:pt x="1238250" y="1381125"/>
                </a:lnTo>
                <a:lnTo>
                  <a:pt x="1238250" y="1390650"/>
                </a:lnTo>
                <a:lnTo>
                  <a:pt x="1266825" y="1390650"/>
                </a:lnTo>
                <a:lnTo>
                  <a:pt x="1266825" y="1419225"/>
                </a:lnTo>
                <a:lnTo>
                  <a:pt x="1238250" y="1419225"/>
                </a:lnTo>
                <a:lnTo>
                  <a:pt x="1238250" y="1428750"/>
                </a:lnTo>
                <a:lnTo>
                  <a:pt x="1219200" y="1428750"/>
                </a:lnTo>
                <a:lnTo>
                  <a:pt x="1219200" y="1438275"/>
                </a:lnTo>
                <a:lnTo>
                  <a:pt x="1209675" y="1438275"/>
                </a:lnTo>
                <a:lnTo>
                  <a:pt x="1209675" y="1428750"/>
                </a:lnTo>
                <a:lnTo>
                  <a:pt x="1200150" y="1428750"/>
                </a:lnTo>
                <a:lnTo>
                  <a:pt x="1200150" y="1419225"/>
                </a:lnTo>
                <a:lnTo>
                  <a:pt x="1209675" y="1419225"/>
                </a:lnTo>
                <a:lnTo>
                  <a:pt x="1209675" y="1409700"/>
                </a:lnTo>
                <a:lnTo>
                  <a:pt x="1219200" y="1409700"/>
                </a:lnTo>
                <a:lnTo>
                  <a:pt x="1219200" y="1400175"/>
                </a:lnTo>
                <a:lnTo>
                  <a:pt x="1228725" y="1400175"/>
                </a:lnTo>
                <a:close/>
                <a:moveTo>
                  <a:pt x="1371600" y="1381125"/>
                </a:moveTo>
                <a:lnTo>
                  <a:pt x="1381125" y="1381125"/>
                </a:lnTo>
                <a:lnTo>
                  <a:pt x="1381125" y="1390650"/>
                </a:lnTo>
                <a:lnTo>
                  <a:pt x="1371600" y="1390650"/>
                </a:lnTo>
                <a:close/>
                <a:moveTo>
                  <a:pt x="2019300" y="1381125"/>
                </a:moveTo>
                <a:lnTo>
                  <a:pt x="2038350" y="1381125"/>
                </a:lnTo>
                <a:lnTo>
                  <a:pt x="2038350" y="1390650"/>
                </a:lnTo>
                <a:lnTo>
                  <a:pt x="2019300" y="1390650"/>
                </a:lnTo>
                <a:close/>
                <a:moveTo>
                  <a:pt x="180975" y="1390650"/>
                </a:moveTo>
                <a:lnTo>
                  <a:pt x="209550" y="1390650"/>
                </a:lnTo>
                <a:lnTo>
                  <a:pt x="209550" y="1400175"/>
                </a:lnTo>
                <a:lnTo>
                  <a:pt x="180975" y="1400175"/>
                </a:lnTo>
                <a:close/>
                <a:moveTo>
                  <a:pt x="476250" y="1390650"/>
                </a:moveTo>
                <a:lnTo>
                  <a:pt x="485775" y="1390650"/>
                </a:lnTo>
                <a:lnTo>
                  <a:pt x="485775" y="1409700"/>
                </a:lnTo>
                <a:lnTo>
                  <a:pt x="504825" y="1409700"/>
                </a:lnTo>
                <a:lnTo>
                  <a:pt x="504825" y="1419225"/>
                </a:lnTo>
                <a:lnTo>
                  <a:pt x="447675" y="1419225"/>
                </a:lnTo>
                <a:lnTo>
                  <a:pt x="447675" y="1409700"/>
                </a:lnTo>
                <a:lnTo>
                  <a:pt x="457200" y="1409700"/>
                </a:lnTo>
                <a:lnTo>
                  <a:pt x="457200" y="1400175"/>
                </a:lnTo>
                <a:lnTo>
                  <a:pt x="476250" y="1400175"/>
                </a:lnTo>
                <a:close/>
                <a:moveTo>
                  <a:pt x="895350" y="1390650"/>
                </a:moveTo>
                <a:lnTo>
                  <a:pt x="923925" y="1390650"/>
                </a:lnTo>
                <a:lnTo>
                  <a:pt x="923925" y="1400175"/>
                </a:lnTo>
                <a:lnTo>
                  <a:pt x="895350" y="1400175"/>
                </a:lnTo>
                <a:close/>
                <a:moveTo>
                  <a:pt x="1057275" y="1390650"/>
                </a:moveTo>
                <a:lnTo>
                  <a:pt x="1066800" y="1390650"/>
                </a:lnTo>
                <a:lnTo>
                  <a:pt x="1066800" y="1428750"/>
                </a:lnTo>
                <a:lnTo>
                  <a:pt x="1076325" y="1428750"/>
                </a:lnTo>
                <a:lnTo>
                  <a:pt x="1076325" y="1447800"/>
                </a:lnTo>
                <a:lnTo>
                  <a:pt x="1085850" y="1447800"/>
                </a:lnTo>
                <a:lnTo>
                  <a:pt x="1085850" y="1457325"/>
                </a:lnTo>
                <a:lnTo>
                  <a:pt x="1104900" y="1457325"/>
                </a:lnTo>
                <a:lnTo>
                  <a:pt x="1104900" y="1476375"/>
                </a:lnTo>
                <a:lnTo>
                  <a:pt x="1133475" y="1476375"/>
                </a:lnTo>
                <a:lnTo>
                  <a:pt x="1133475" y="1466850"/>
                </a:lnTo>
                <a:lnTo>
                  <a:pt x="1123950" y="1466850"/>
                </a:lnTo>
                <a:lnTo>
                  <a:pt x="1123950" y="1457325"/>
                </a:lnTo>
                <a:lnTo>
                  <a:pt x="1133475" y="1457325"/>
                </a:lnTo>
                <a:lnTo>
                  <a:pt x="1133475" y="1447800"/>
                </a:lnTo>
                <a:lnTo>
                  <a:pt x="1152525" y="1447800"/>
                </a:lnTo>
                <a:lnTo>
                  <a:pt x="1152525" y="1428750"/>
                </a:lnTo>
                <a:lnTo>
                  <a:pt x="1171575" y="1428750"/>
                </a:lnTo>
                <a:lnTo>
                  <a:pt x="1171575" y="1419225"/>
                </a:lnTo>
                <a:lnTo>
                  <a:pt x="1181100" y="1419225"/>
                </a:lnTo>
                <a:lnTo>
                  <a:pt x="1181100" y="1428750"/>
                </a:lnTo>
                <a:lnTo>
                  <a:pt x="1171575" y="1428750"/>
                </a:lnTo>
                <a:lnTo>
                  <a:pt x="1171575" y="1438275"/>
                </a:lnTo>
                <a:lnTo>
                  <a:pt x="1190625" y="1438275"/>
                </a:lnTo>
                <a:lnTo>
                  <a:pt x="1190625" y="1447800"/>
                </a:lnTo>
                <a:lnTo>
                  <a:pt x="1181100" y="1447800"/>
                </a:lnTo>
                <a:lnTo>
                  <a:pt x="1181100" y="1457325"/>
                </a:lnTo>
                <a:lnTo>
                  <a:pt x="1162050" y="1457325"/>
                </a:lnTo>
                <a:lnTo>
                  <a:pt x="1162050" y="1476375"/>
                </a:lnTo>
                <a:lnTo>
                  <a:pt x="1171575" y="1476375"/>
                </a:lnTo>
                <a:lnTo>
                  <a:pt x="1171575" y="1485900"/>
                </a:lnTo>
                <a:lnTo>
                  <a:pt x="1143000" y="1485900"/>
                </a:lnTo>
                <a:lnTo>
                  <a:pt x="1143000" y="1476375"/>
                </a:lnTo>
                <a:lnTo>
                  <a:pt x="1133475" y="1476375"/>
                </a:lnTo>
                <a:lnTo>
                  <a:pt x="1133475" y="1485900"/>
                </a:lnTo>
                <a:lnTo>
                  <a:pt x="1066800" y="1485900"/>
                </a:lnTo>
                <a:lnTo>
                  <a:pt x="1066800" y="1466850"/>
                </a:lnTo>
                <a:lnTo>
                  <a:pt x="1047750" y="1466850"/>
                </a:lnTo>
                <a:lnTo>
                  <a:pt x="1047750" y="1447800"/>
                </a:lnTo>
                <a:lnTo>
                  <a:pt x="1066800" y="1447800"/>
                </a:lnTo>
                <a:lnTo>
                  <a:pt x="1066800" y="1438275"/>
                </a:lnTo>
                <a:lnTo>
                  <a:pt x="1057275" y="1438275"/>
                </a:lnTo>
                <a:lnTo>
                  <a:pt x="1057275" y="1428750"/>
                </a:lnTo>
                <a:lnTo>
                  <a:pt x="1038225" y="1428750"/>
                </a:lnTo>
                <a:lnTo>
                  <a:pt x="1038225" y="1409700"/>
                </a:lnTo>
                <a:lnTo>
                  <a:pt x="1047750" y="1409700"/>
                </a:lnTo>
                <a:lnTo>
                  <a:pt x="1047750" y="1400175"/>
                </a:lnTo>
                <a:lnTo>
                  <a:pt x="1057275" y="1400175"/>
                </a:lnTo>
                <a:close/>
                <a:moveTo>
                  <a:pt x="1381125" y="1390650"/>
                </a:moveTo>
                <a:lnTo>
                  <a:pt x="1390650" y="1390650"/>
                </a:lnTo>
                <a:lnTo>
                  <a:pt x="1390650" y="1400175"/>
                </a:lnTo>
                <a:lnTo>
                  <a:pt x="1381125" y="1400175"/>
                </a:lnTo>
                <a:close/>
                <a:moveTo>
                  <a:pt x="1905000" y="1390650"/>
                </a:moveTo>
                <a:lnTo>
                  <a:pt x="1914525" y="1390650"/>
                </a:lnTo>
                <a:lnTo>
                  <a:pt x="1914525" y="1400175"/>
                </a:lnTo>
                <a:lnTo>
                  <a:pt x="1905000" y="1400175"/>
                </a:lnTo>
                <a:close/>
                <a:moveTo>
                  <a:pt x="390525" y="1400175"/>
                </a:moveTo>
                <a:lnTo>
                  <a:pt x="409575" y="1400175"/>
                </a:lnTo>
                <a:lnTo>
                  <a:pt x="409575" y="1409700"/>
                </a:lnTo>
                <a:lnTo>
                  <a:pt x="390525" y="1409700"/>
                </a:lnTo>
                <a:close/>
                <a:moveTo>
                  <a:pt x="581025" y="1400175"/>
                </a:moveTo>
                <a:lnTo>
                  <a:pt x="590550" y="1400175"/>
                </a:lnTo>
                <a:lnTo>
                  <a:pt x="590550" y="1409700"/>
                </a:lnTo>
                <a:lnTo>
                  <a:pt x="600075" y="1409700"/>
                </a:lnTo>
                <a:lnTo>
                  <a:pt x="600075" y="1419225"/>
                </a:lnTo>
                <a:lnTo>
                  <a:pt x="609600" y="1419225"/>
                </a:lnTo>
                <a:lnTo>
                  <a:pt x="609600" y="1428750"/>
                </a:lnTo>
                <a:lnTo>
                  <a:pt x="600075" y="1428750"/>
                </a:lnTo>
                <a:lnTo>
                  <a:pt x="600075" y="1438275"/>
                </a:lnTo>
                <a:lnTo>
                  <a:pt x="590550" y="1438275"/>
                </a:lnTo>
                <a:lnTo>
                  <a:pt x="590550" y="1428750"/>
                </a:lnTo>
                <a:lnTo>
                  <a:pt x="581025" y="1428750"/>
                </a:lnTo>
                <a:lnTo>
                  <a:pt x="581025" y="1419225"/>
                </a:lnTo>
                <a:lnTo>
                  <a:pt x="571500" y="1419225"/>
                </a:lnTo>
                <a:lnTo>
                  <a:pt x="571500" y="1409700"/>
                </a:lnTo>
                <a:lnTo>
                  <a:pt x="581025" y="1409700"/>
                </a:lnTo>
                <a:close/>
                <a:moveTo>
                  <a:pt x="676275" y="1400175"/>
                </a:moveTo>
                <a:lnTo>
                  <a:pt x="685800" y="1400175"/>
                </a:lnTo>
                <a:lnTo>
                  <a:pt x="685800" y="1409700"/>
                </a:lnTo>
                <a:lnTo>
                  <a:pt x="676275" y="1409700"/>
                </a:lnTo>
                <a:close/>
                <a:moveTo>
                  <a:pt x="1847850" y="1400175"/>
                </a:moveTo>
                <a:lnTo>
                  <a:pt x="1876425" y="1400175"/>
                </a:lnTo>
                <a:lnTo>
                  <a:pt x="1876425" y="1409700"/>
                </a:lnTo>
                <a:lnTo>
                  <a:pt x="1914525" y="1409700"/>
                </a:lnTo>
                <a:lnTo>
                  <a:pt x="1914525" y="1438275"/>
                </a:lnTo>
                <a:lnTo>
                  <a:pt x="1905000" y="1438275"/>
                </a:lnTo>
                <a:lnTo>
                  <a:pt x="1905000" y="1447800"/>
                </a:lnTo>
                <a:lnTo>
                  <a:pt x="1876425" y="1447800"/>
                </a:lnTo>
                <a:lnTo>
                  <a:pt x="1876425" y="1466850"/>
                </a:lnTo>
                <a:lnTo>
                  <a:pt x="1857375" y="1466850"/>
                </a:lnTo>
                <a:lnTo>
                  <a:pt x="1857375" y="1457325"/>
                </a:lnTo>
                <a:lnTo>
                  <a:pt x="1866900" y="1457325"/>
                </a:lnTo>
                <a:lnTo>
                  <a:pt x="1866900" y="1419225"/>
                </a:lnTo>
                <a:lnTo>
                  <a:pt x="1857375" y="1419225"/>
                </a:lnTo>
                <a:lnTo>
                  <a:pt x="1857375" y="1409700"/>
                </a:lnTo>
                <a:lnTo>
                  <a:pt x="1847850" y="1409700"/>
                </a:lnTo>
                <a:close/>
                <a:moveTo>
                  <a:pt x="171450" y="1409700"/>
                </a:moveTo>
                <a:lnTo>
                  <a:pt x="180975" y="1409700"/>
                </a:lnTo>
                <a:lnTo>
                  <a:pt x="180975" y="1438275"/>
                </a:lnTo>
                <a:lnTo>
                  <a:pt x="171450" y="1438275"/>
                </a:lnTo>
                <a:close/>
                <a:moveTo>
                  <a:pt x="381000" y="1409700"/>
                </a:moveTo>
                <a:lnTo>
                  <a:pt x="390525" y="1409700"/>
                </a:lnTo>
                <a:lnTo>
                  <a:pt x="390525" y="1419225"/>
                </a:lnTo>
                <a:lnTo>
                  <a:pt x="381000" y="1419225"/>
                </a:lnTo>
                <a:close/>
                <a:moveTo>
                  <a:pt x="790575" y="1409700"/>
                </a:moveTo>
                <a:lnTo>
                  <a:pt x="800100" y="1409700"/>
                </a:lnTo>
                <a:lnTo>
                  <a:pt x="800100" y="1419225"/>
                </a:lnTo>
                <a:lnTo>
                  <a:pt x="790575" y="1419225"/>
                </a:lnTo>
                <a:close/>
                <a:moveTo>
                  <a:pt x="2228850" y="1409700"/>
                </a:moveTo>
                <a:lnTo>
                  <a:pt x="2238375" y="1409700"/>
                </a:lnTo>
                <a:lnTo>
                  <a:pt x="2238375" y="1428750"/>
                </a:lnTo>
                <a:lnTo>
                  <a:pt x="2228850" y="1428750"/>
                </a:lnTo>
                <a:close/>
                <a:moveTo>
                  <a:pt x="400050" y="1419225"/>
                </a:moveTo>
                <a:lnTo>
                  <a:pt x="409575" y="1419225"/>
                </a:lnTo>
                <a:lnTo>
                  <a:pt x="409575" y="1428750"/>
                </a:lnTo>
                <a:lnTo>
                  <a:pt x="419100" y="1428750"/>
                </a:lnTo>
                <a:lnTo>
                  <a:pt x="419100" y="1438275"/>
                </a:lnTo>
                <a:lnTo>
                  <a:pt x="409575" y="1438275"/>
                </a:lnTo>
                <a:lnTo>
                  <a:pt x="409575" y="1447800"/>
                </a:lnTo>
                <a:lnTo>
                  <a:pt x="400050" y="1447800"/>
                </a:lnTo>
                <a:lnTo>
                  <a:pt x="400050" y="1457325"/>
                </a:lnTo>
                <a:lnTo>
                  <a:pt x="381000" y="1457325"/>
                </a:lnTo>
                <a:lnTo>
                  <a:pt x="381000" y="1447800"/>
                </a:lnTo>
                <a:lnTo>
                  <a:pt x="390525" y="1447800"/>
                </a:lnTo>
                <a:lnTo>
                  <a:pt x="390525" y="1438275"/>
                </a:lnTo>
                <a:lnTo>
                  <a:pt x="381000" y="1438275"/>
                </a:lnTo>
                <a:lnTo>
                  <a:pt x="381000" y="1428750"/>
                </a:lnTo>
                <a:lnTo>
                  <a:pt x="400050" y="1428750"/>
                </a:lnTo>
                <a:close/>
                <a:moveTo>
                  <a:pt x="800100" y="1419225"/>
                </a:moveTo>
                <a:lnTo>
                  <a:pt x="819150" y="1419225"/>
                </a:lnTo>
                <a:lnTo>
                  <a:pt x="819150" y="1428750"/>
                </a:lnTo>
                <a:lnTo>
                  <a:pt x="800100" y="1428750"/>
                </a:lnTo>
                <a:close/>
                <a:moveTo>
                  <a:pt x="923925" y="1419225"/>
                </a:moveTo>
                <a:lnTo>
                  <a:pt x="933450" y="1419225"/>
                </a:lnTo>
                <a:lnTo>
                  <a:pt x="933450" y="1428750"/>
                </a:lnTo>
                <a:lnTo>
                  <a:pt x="923925" y="1428750"/>
                </a:lnTo>
                <a:close/>
                <a:moveTo>
                  <a:pt x="962025" y="1419225"/>
                </a:moveTo>
                <a:lnTo>
                  <a:pt x="971550" y="1419225"/>
                </a:lnTo>
                <a:lnTo>
                  <a:pt x="971550" y="1428750"/>
                </a:lnTo>
                <a:lnTo>
                  <a:pt x="962025" y="1428750"/>
                </a:lnTo>
                <a:close/>
                <a:moveTo>
                  <a:pt x="1666875" y="1419225"/>
                </a:moveTo>
                <a:lnTo>
                  <a:pt x="1676400" y="1419225"/>
                </a:lnTo>
                <a:lnTo>
                  <a:pt x="1676400" y="1428750"/>
                </a:lnTo>
                <a:lnTo>
                  <a:pt x="1666875" y="1428750"/>
                </a:lnTo>
                <a:close/>
                <a:moveTo>
                  <a:pt x="981075" y="1428750"/>
                </a:moveTo>
                <a:lnTo>
                  <a:pt x="990600" y="1428750"/>
                </a:lnTo>
                <a:lnTo>
                  <a:pt x="990600" y="1438275"/>
                </a:lnTo>
                <a:lnTo>
                  <a:pt x="981075" y="1438275"/>
                </a:lnTo>
                <a:close/>
                <a:moveTo>
                  <a:pt x="1628775" y="1428750"/>
                </a:moveTo>
                <a:lnTo>
                  <a:pt x="1657350" y="1428750"/>
                </a:lnTo>
                <a:lnTo>
                  <a:pt x="1657350" y="1438275"/>
                </a:lnTo>
                <a:lnTo>
                  <a:pt x="1628775" y="1438275"/>
                </a:lnTo>
                <a:close/>
                <a:moveTo>
                  <a:pt x="485775" y="1438275"/>
                </a:moveTo>
                <a:lnTo>
                  <a:pt x="495300" y="1438275"/>
                </a:lnTo>
                <a:lnTo>
                  <a:pt x="495300" y="1447800"/>
                </a:lnTo>
                <a:lnTo>
                  <a:pt x="485775" y="1447800"/>
                </a:lnTo>
                <a:close/>
                <a:moveTo>
                  <a:pt x="523875" y="1438275"/>
                </a:moveTo>
                <a:lnTo>
                  <a:pt x="533400" y="1438275"/>
                </a:lnTo>
                <a:lnTo>
                  <a:pt x="533400" y="1457325"/>
                </a:lnTo>
                <a:lnTo>
                  <a:pt x="542925" y="1457325"/>
                </a:lnTo>
                <a:lnTo>
                  <a:pt x="542925" y="1466850"/>
                </a:lnTo>
                <a:lnTo>
                  <a:pt x="533400" y="1466850"/>
                </a:lnTo>
                <a:lnTo>
                  <a:pt x="533400" y="1476375"/>
                </a:lnTo>
                <a:lnTo>
                  <a:pt x="523875" y="1476375"/>
                </a:lnTo>
                <a:close/>
                <a:moveTo>
                  <a:pt x="638175" y="1438275"/>
                </a:moveTo>
                <a:lnTo>
                  <a:pt x="647700" y="1438275"/>
                </a:lnTo>
                <a:lnTo>
                  <a:pt x="647700" y="1447800"/>
                </a:lnTo>
                <a:lnTo>
                  <a:pt x="638175" y="1447800"/>
                </a:lnTo>
                <a:close/>
                <a:moveTo>
                  <a:pt x="1914525" y="1438275"/>
                </a:moveTo>
                <a:lnTo>
                  <a:pt x="1924050" y="1438275"/>
                </a:lnTo>
                <a:lnTo>
                  <a:pt x="1924050" y="1447800"/>
                </a:lnTo>
                <a:lnTo>
                  <a:pt x="1914525" y="1447800"/>
                </a:lnTo>
                <a:close/>
                <a:moveTo>
                  <a:pt x="1838325" y="1447800"/>
                </a:moveTo>
                <a:lnTo>
                  <a:pt x="1847850" y="1447800"/>
                </a:lnTo>
                <a:lnTo>
                  <a:pt x="1847850" y="1466850"/>
                </a:lnTo>
                <a:lnTo>
                  <a:pt x="1857375" y="1466850"/>
                </a:lnTo>
                <a:lnTo>
                  <a:pt x="1857375" y="1476375"/>
                </a:lnTo>
                <a:lnTo>
                  <a:pt x="1847850" y="1476375"/>
                </a:lnTo>
                <a:lnTo>
                  <a:pt x="1847850" y="1485900"/>
                </a:lnTo>
                <a:lnTo>
                  <a:pt x="1838325" y="1485900"/>
                </a:lnTo>
                <a:close/>
                <a:moveTo>
                  <a:pt x="2133600" y="1447800"/>
                </a:moveTo>
                <a:lnTo>
                  <a:pt x="2143125" y="1447800"/>
                </a:lnTo>
                <a:lnTo>
                  <a:pt x="2143125" y="1457325"/>
                </a:lnTo>
                <a:lnTo>
                  <a:pt x="2133600" y="1457325"/>
                </a:lnTo>
                <a:close/>
                <a:moveTo>
                  <a:pt x="552450" y="1457325"/>
                </a:moveTo>
                <a:lnTo>
                  <a:pt x="561975" y="1457325"/>
                </a:lnTo>
                <a:lnTo>
                  <a:pt x="561975" y="1466850"/>
                </a:lnTo>
                <a:lnTo>
                  <a:pt x="552450" y="1466850"/>
                </a:lnTo>
                <a:close/>
                <a:moveTo>
                  <a:pt x="657225" y="1457325"/>
                </a:moveTo>
                <a:lnTo>
                  <a:pt x="676275" y="1457325"/>
                </a:lnTo>
                <a:lnTo>
                  <a:pt x="676275" y="1466850"/>
                </a:lnTo>
                <a:lnTo>
                  <a:pt x="657225" y="1466850"/>
                </a:lnTo>
                <a:close/>
                <a:moveTo>
                  <a:pt x="2247900" y="1457325"/>
                </a:moveTo>
                <a:lnTo>
                  <a:pt x="2266950" y="1457325"/>
                </a:lnTo>
                <a:lnTo>
                  <a:pt x="2266950" y="1466850"/>
                </a:lnTo>
                <a:lnTo>
                  <a:pt x="2247900" y="1466850"/>
                </a:lnTo>
                <a:close/>
                <a:moveTo>
                  <a:pt x="247650" y="1466850"/>
                </a:moveTo>
                <a:lnTo>
                  <a:pt x="257175" y="1466850"/>
                </a:lnTo>
                <a:lnTo>
                  <a:pt x="257175" y="1476375"/>
                </a:lnTo>
                <a:lnTo>
                  <a:pt x="247650" y="1476375"/>
                </a:lnTo>
                <a:close/>
                <a:moveTo>
                  <a:pt x="619125" y="1466850"/>
                </a:moveTo>
                <a:lnTo>
                  <a:pt x="628650" y="1466850"/>
                </a:lnTo>
                <a:lnTo>
                  <a:pt x="628650" y="1476375"/>
                </a:lnTo>
                <a:lnTo>
                  <a:pt x="647700" y="1476375"/>
                </a:lnTo>
                <a:lnTo>
                  <a:pt x="647700" y="1495425"/>
                </a:lnTo>
                <a:lnTo>
                  <a:pt x="638175" y="1495425"/>
                </a:lnTo>
                <a:lnTo>
                  <a:pt x="638175" y="1485900"/>
                </a:lnTo>
                <a:lnTo>
                  <a:pt x="609600" y="1485900"/>
                </a:lnTo>
                <a:lnTo>
                  <a:pt x="609600" y="1476375"/>
                </a:lnTo>
                <a:lnTo>
                  <a:pt x="619125" y="1476375"/>
                </a:lnTo>
                <a:close/>
                <a:moveTo>
                  <a:pt x="676275" y="1466850"/>
                </a:moveTo>
                <a:lnTo>
                  <a:pt x="685800" y="1466850"/>
                </a:lnTo>
                <a:lnTo>
                  <a:pt x="685800" y="1476375"/>
                </a:lnTo>
                <a:lnTo>
                  <a:pt x="676275" y="1476375"/>
                </a:lnTo>
                <a:close/>
                <a:moveTo>
                  <a:pt x="1133475" y="1466850"/>
                </a:moveTo>
                <a:lnTo>
                  <a:pt x="1143000" y="1466850"/>
                </a:lnTo>
                <a:lnTo>
                  <a:pt x="1143000" y="1457325"/>
                </a:lnTo>
                <a:lnTo>
                  <a:pt x="1133475" y="1457325"/>
                </a:lnTo>
                <a:close/>
                <a:moveTo>
                  <a:pt x="228600" y="1476375"/>
                </a:moveTo>
                <a:lnTo>
                  <a:pt x="247650" y="1476375"/>
                </a:lnTo>
                <a:lnTo>
                  <a:pt x="247650" y="1504950"/>
                </a:lnTo>
                <a:lnTo>
                  <a:pt x="266700" y="1504950"/>
                </a:lnTo>
                <a:lnTo>
                  <a:pt x="266700" y="1514475"/>
                </a:lnTo>
                <a:lnTo>
                  <a:pt x="276225" y="1514475"/>
                </a:lnTo>
                <a:lnTo>
                  <a:pt x="276225" y="1504950"/>
                </a:lnTo>
                <a:lnTo>
                  <a:pt x="285750" y="1504950"/>
                </a:lnTo>
                <a:lnTo>
                  <a:pt x="285750" y="1514475"/>
                </a:lnTo>
                <a:lnTo>
                  <a:pt x="276225" y="1514475"/>
                </a:lnTo>
                <a:lnTo>
                  <a:pt x="276225" y="1524000"/>
                </a:lnTo>
                <a:lnTo>
                  <a:pt x="238125" y="1524000"/>
                </a:lnTo>
                <a:lnTo>
                  <a:pt x="238125" y="1533525"/>
                </a:lnTo>
                <a:lnTo>
                  <a:pt x="228600" y="1533525"/>
                </a:lnTo>
                <a:lnTo>
                  <a:pt x="228600" y="1552575"/>
                </a:lnTo>
                <a:lnTo>
                  <a:pt x="219075" y="1552575"/>
                </a:lnTo>
                <a:lnTo>
                  <a:pt x="219075" y="1562100"/>
                </a:lnTo>
                <a:lnTo>
                  <a:pt x="209550" y="1562100"/>
                </a:lnTo>
                <a:lnTo>
                  <a:pt x="209550" y="1552575"/>
                </a:lnTo>
                <a:lnTo>
                  <a:pt x="200025" y="1552575"/>
                </a:lnTo>
                <a:lnTo>
                  <a:pt x="200025" y="1562100"/>
                </a:lnTo>
                <a:lnTo>
                  <a:pt x="190500" y="1562100"/>
                </a:lnTo>
                <a:lnTo>
                  <a:pt x="190500" y="1552575"/>
                </a:lnTo>
                <a:lnTo>
                  <a:pt x="180975" y="1552575"/>
                </a:lnTo>
                <a:lnTo>
                  <a:pt x="180975" y="1524000"/>
                </a:lnTo>
                <a:lnTo>
                  <a:pt x="219075" y="1524000"/>
                </a:lnTo>
                <a:lnTo>
                  <a:pt x="219075" y="1495425"/>
                </a:lnTo>
                <a:lnTo>
                  <a:pt x="228600" y="1495425"/>
                </a:lnTo>
                <a:close/>
                <a:moveTo>
                  <a:pt x="904875" y="1476375"/>
                </a:moveTo>
                <a:lnTo>
                  <a:pt x="914400" y="1476375"/>
                </a:lnTo>
                <a:lnTo>
                  <a:pt x="914400" y="1485900"/>
                </a:lnTo>
                <a:lnTo>
                  <a:pt x="923925" y="1485900"/>
                </a:lnTo>
                <a:lnTo>
                  <a:pt x="923925" y="1495425"/>
                </a:lnTo>
                <a:lnTo>
                  <a:pt x="933450" y="1495425"/>
                </a:lnTo>
                <a:lnTo>
                  <a:pt x="933450" y="1504950"/>
                </a:lnTo>
                <a:lnTo>
                  <a:pt x="952500" y="1504950"/>
                </a:lnTo>
                <a:lnTo>
                  <a:pt x="952500" y="1514475"/>
                </a:lnTo>
                <a:lnTo>
                  <a:pt x="962025" y="1514475"/>
                </a:lnTo>
                <a:lnTo>
                  <a:pt x="962025" y="1524000"/>
                </a:lnTo>
                <a:lnTo>
                  <a:pt x="971550" y="1524000"/>
                </a:lnTo>
                <a:lnTo>
                  <a:pt x="971550" y="1533525"/>
                </a:lnTo>
                <a:lnTo>
                  <a:pt x="981075" y="1533525"/>
                </a:lnTo>
                <a:lnTo>
                  <a:pt x="981075" y="1543050"/>
                </a:lnTo>
                <a:lnTo>
                  <a:pt x="952500" y="1543050"/>
                </a:lnTo>
                <a:lnTo>
                  <a:pt x="952500" y="1533525"/>
                </a:lnTo>
                <a:lnTo>
                  <a:pt x="933450" y="1533525"/>
                </a:lnTo>
                <a:lnTo>
                  <a:pt x="933450" y="1524000"/>
                </a:lnTo>
                <a:lnTo>
                  <a:pt x="923925" y="1524000"/>
                </a:lnTo>
                <a:lnTo>
                  <a:pt x="923925" y="1533525"/>
                </a:lnTo>
                <a:lnTo>
                  <a:pt x="904875" y="1533525"/>
                </a:lnTo>
                <a:lnTo>
                  <a:pt x="904875" y="1524000"/>
                </a:lnTo>
                <a:lnTo>
                  <a:pt x="895350" y="1524000"/>
                </a:lnTo>
                <a:lnTo>
                  <a:pt x="895350" y="1514475"/>
                </a:lnTo>
                <a:lnTo>
                  <a:pt x="866775" y="1514475"/>
                </a:lnTo>
                <a:lnTo>
                  <a:pt x="866775" y="1524000"/>
                </a:lnTo>
                <a:lnTo>
                  <a:pt x="857250" y="1524000"/>
                </a:lnTo>
                <a:lnTo>
                  <a:pt x="857250" y="1485900"/>
                </a:lnTo>
                <a:lnTo>
                  <a:pt x="904875" y="1485900"/>
                </a:lnTo>
                <a:close/>
                <a:moveTo>
                  <a:pt x="1790700" y="1476375"/>
                </a:moveTo>
                <a:lnTo>
                  <a:pt x="1800225" y="1476375"/>
                </a:lnTo>
                <a:lnTo>
                  <a:pt x="1800225" y="1485900"/>
                </a:lnTo>
                <a:lnTo>
                  <a:pt x="1790700" y="1485900"/>
                </a:lnTo>
                <a:close/>
                <a:moveTo>
                  <a:pt x="781050" y="1485900"/>
                </a:moveTo>
                <a:lnTo>
                  <a:pt x="790575" y="1485900"/>
                </a:lnTo>
                <a:lnTo>
                  <a:pt x="790575" y="1495425"/>
                </a:lnTo>
                <a:lnTo>
                  <a:pt x="781050" y="1495425"/>
                </a:lnTo>
                <a:close/>
                <a:moveTo>
                  <a:pt x="438150" y="1495425"/>
                </a:moveTo>
                <a:lnTo>
                  <a:pt x="447675" y="1495425"/>
                </a:lnTo>
                <a:lnTo>
                  <a:pt x="447675" y="1504950"/>
                </a:lnTo>
                <a:lnTo>
                  <a:pt x="438150" y="1504950"/>
                </a:lnTo>
                <a:close/>
                <a:moveTo>
                  <a:pt x="800100" y="1495425"/>
                </a:moveTo>
                <a:lnTo>
                  <a:pt x="828675" y="1495425"/>
                </a:lnTo>
                <a:lnTo>
                  <a:pt x="828675" y="1504950"/>
                </a:lnTo>
                <a:lnTo>
                  <a:pt x="809625" y="1504950"/>
                </a:lnTo>
                <a:lnTo>
                  <a:pt x="809625" y="1524000"/>
                </a:lnTo>
                <a:lnTo>
                  <a:pt x="800100" y="1524000"/>
                </a:lnTo>
                <a:close/>
                <a:moveTo>
                  <a:pt x="419100" y="1504950"/>
                </a:moveTo>
                <a:lnTo>
                  <a:pt x="438150" y="1504950"/>
                </a:lnTo>
                <a:lnTo>
                  <a:pt x="438150" y="1514475"/>
                </a:lnTo>
                <a:lnTo>
                  <a:pt x="428625" y="1514475"/>
                </a:lnTo>
                <a:lnTo>
                  <a:pt x="428625" y="1524000"/>
                </a:lnTo>
                <a:lnTo>
                  <a:pt x="457200" y="1524000"/>
                </a:lnTo>
                <a:lnTo>
                  <a:pt x="457200" y="1543050"/>
                </a:lnTo>
                <a:lnTo>
                  <a:pt x="447675" y="1543050"/>
                </a:lnTo>
                <a:lnTo>
                  <a:pt x="447675" y="1552575"/>
                </a:lnTo>
                <a:lnTo>
                  <a:pt x="428625" y="1552575"/>
                </a:lnTo>
                <a:lnTo>
                  <a:pt x="428625" y="1571625"/>
                </a:lnTo>
                <a:lnTo>
                  <a:pt x="419100" y="1571625"/>
                </a:lnTo>
                <a:lnTo>
                  <a:pt x="419100" y="1524000"/>
                </a:lnTo>
                <a:lnTo>
                  <a:pt x="409575" y="1524000"/>
                </a:lnTo>
                <a:lnTo>
                  <a:pt x="409575" y="1514475"/>
                </a:lnTo>
                <a:lnTo>
                  <a:pt x="419100" y="1514475"/>
                </a:lnTo>
                <a:close/>
                <a:moveTo>
                  <a:pt x="1200150" y="1504950"/>
                </a:moveTo>
                <a:lnTo>
                  <a:pt x="1228725" y="1504950"/>
                </a:lnTo>
                <a:lnTo>
                  <a:pt x="1228725" y="1514475"/>
                </a:lnTo>
                <a:lnTo>
                  <a:pt x="1200150" y="1514475"/>
                </a:lnTo>
                <a:close/>
                <a:moveTo>
                  <a:pt x="2219325" y="1504950"/>
                </a:moveTo>
                <a:lnTo>
                  <a:pt x="2228850" y="1504950"/>
                </a:lnTo>
                <a:lnTo>
                  <a:pt x="2228850" y="1514475"/>
                </a:lnTo>
                <a:lnTo>
                  <a:pt x="2219325" y="1514475"/>
                </a:lnTo>
                <a:close/>
                <a:moveTo>
                  <a:pt x="2000250" y="1514475"/>
                </a:moveTo>
                <a:lnTo>
                  <a:pt x="2009775" y="1514475"/>
                </a:lnTo>
                <a:lnTo>
                  <a:pt x="2009775" y="1543050"/>
                </a:lnTo>
                <a:lnTo>
                  <a:pt x="2000250" y="1543050"/>
                </a:lnTo>
                <a:close/>
                <a:moveTo>
                  <a:pt x="466725" y="1524000"/>
                </a:moveTo>
                <a:lnTo>
                  <a:pt x="476250" y="1524000"/>
                </a:lnTo>
                <a:lnTo>
                  <a:pt x="476250" y="1533525"/>
                </a:lnTo>
                <a:lnTo>
                  <a:pt x="466725" y="1533525"/>
                </a:lnTo>
                <a:close/>
                <a:moveTo>
                  <a:pt x="676275" y="1524000"/>
                </a:moveTo>
                <a:lnTo>
                  <a:pt x="685800" y="1524000"/>
                </a:lnTo>
                <a:lnTo>
                  <a:pt x="685800" y="1533525"/>
                </a:lnTo>
                <a:lnTo>
                  <a:pt x="676275" y="1533525"/>
                </a:lnTo>
                <a:close/>
                <a:moveTo>
                  <a:pt x="1381125" y="1524000"/>
                </a:moveTo>
                <a:lnTo>
                  <a:pt x="1390650" y="1524000"/>
                </a:lnTo>
                <a:lnTo>
                  <a:pt x="1390650" y="1552575"/>
                </a:lnTo>
                <a:lnTo>
                  <a:pt x="1381125" y="1552575"/>
                </a:lnTo>
                <a:close/>
                <a:moveTo>
                  <a:pt x="685800" y="1533525"/>
                </a:moveTo>
                <a:lnTo>
                  <a:pt x="704850" y="1533525"/>
                </a:lnTo>
                <a:lnTo>
                  <a:pt x="704850" y="1543050"/>
                </a:lnTo>
                <a:lnTo>
                  <a:pt x="685800" y="1543050"/>
                </a:lnTo>
                <a:close/>
                <a:moveTo>
                  <a:pt x="1876425" y="1533525"/>
                </a:moveTo>
                <a:lnTo>
                  <a:pt x="1905000" y="1533525"/>
                </a:lnTo>
                <a:lnTo>
                  <a:pt x="1905000" y="1562100"/>
                </a:lnTo>
                <a:lnTo>
                  <a:pt x="1885950" y="1562100"/>
                </a:lnTo>
                <a:lnTo>
                  <a:pt x="1885950" y="1571625"/>
                </a:lnTo>
                <a:lnTo>
                  <a:pt x="1847850" y="1571625"/>
                </a:lnTo>
                <a:lnTo>
                  <a:pt x="1847850" y="1552575"/>
                </a:lnTo>
                <a:lnTo>
                  <a:pt x="1866900" y="1552575"/>
                </a:lnTo>
                <a:lnTo>
                  <a:pt x="1866900" y="1543050"/>
                </a:lnTo>
                <a:lnTo>
                  <a:pt x="1876425" y="1543050"/>
                </a:lnTo>
                <a:close/>
                <a:moveTo>
                  <a:pt x="600075" y="1543050"/>
                </a:moveTo>
                <a:lnTo>
                  <a:pt x="609600" y="1543050"/>
                </a:lnTo>
                <a:lnTo>
                  <a:pt x="609600" y="1562100"/>
                </a:lnTo>
                <a:lnTo>
                  <a:pt x="600075" y="1562100"/>
                </a:lnTo>
                <a:close/>
                <a:moveTo>
                  <a:pt x="1038225" y="1543050"/>
                </a:moveTo>
                <a:lnTo>
                  <a:pt x="1047750" y="1543050"/>
                </a:lnTo>
                <a:lnTo>
                  <a:pt x="1047750" y="1552575"/>
                </a:lnTo>
                <a:lnTo>
                  <a:pt x="1038225" y="1552575"/>
                </a:lnTo>
                <a:close/>
                <a:moveTo>
                  <a:pt x="1914525" y="1543050"/>
                </a:moveTo>
                <a:lnTo>
                  <a:pt x="1924050" y="1543050"/>
                </a:lnTo>
                <a:lnTo>
                  <a:pt x="1924050" y="1552575"/>
                </a:lnTo>
                <a:lnTo>
                  <a:pt x="1914525" y="1552575"/>
                </a:lnTo>
                <a:close/>
                <a:moveTo>
                  <a:pt x="1028700" y="1552575"/>
                </a:moveTo>
                <a:lnTo>
                  <a:pt x="1038225" y="1552575"/>
                </a:lnTo>
                <a:lnTo>
                  <a:pt x="1038225" y="1562100"/>
                </a:lnTo>
                <a:lnTo>
                  <a:pt x="1047750" y="1562100"/>
                </a:lnTo>
                <a:lnTo>
                  <a:pt x="1047750" y="1581150"/>
                </a:lnTo>
                <a:lnTo>
                  <a:pt x="1038225" y="1581150"/>
                </a:lnTo>
                <a:lnTo>
                  <a:pt x="1038225" y="1571625"/>
                </a:lnTo>
                <a:lnTo>
                  <a:pt x="1028700" y="1571625"/>
                </a:lnTo>
                <a:close/>
                <a:moveTo>
                  <a:pt x="1104900" y="1552575"/>
                </a:moveTo>
                <a:lnTo>
                  <a:pt x="1123950" y="1552575"/>
                </a:lnTo>
                <a:lnTo>
                  <a:pt x="1123950" y="1590675"/>
                </a:lnTo>
                <a:lnTo>
                  <a:pt x="1104900" y="1590675"/>
                </a:lnTo>
                <a:lnTo>
                  <a:pt x="1104900" y="1600200"/>
                </a:lnTo>
                <a:lnTo>
                  <a:pt x="1095375" y="1600200"/>
                </a:lnTo>
                <a:lnTo>
                  <a:pt x="1095375" y="1581150"/>
                </a:lnTo>
                <a:lnTo>
                  <a:pt x="1104900" y="1581150"/>
                </a:lnTo>
                <a:lnTo>
                  <a:pt x="1104900" y="1571625"/>
                </a:lnTo>
                <a:lnTo>
                  <a:pt x="1095375" y="1571625"/>
                </a:lnTo>
                <a:lnTo>
                  <a:pt x="1095375" y="1562100"/>
                </a:lnTo>
                <a:lnTo>
                  <a:pt x="1104900" y="1562100"/>
                </a:lnTo>
                <a:close/>
                <a:moveTo>
                  <a:pt x="1343025" y="1552575"/>
                </a:moveTo>
                <a:lnTo>
                  <a:pt x="1352550" y="1552575"/>
                </a:lnTo>
                <a:lnTo>
                  <a:pt x="1352550" y="1581150"/>
                </a:lnTo>
                <a:lnTo>
                  <a:pt x="1381125" y="1581150"/>
                </a:lnTo>
                <a:lnTo>
                  <a:pt x="1381125" y="1590675"/>
                </a:lnTo>
                <a:lnTo>
                  <a:pt x="1371600" y="1590675"/>
                </a:lnTo>
                <a:lnTo>
                  <a:pt x="1371600" y="1600200"/>
                </a:lnTo>
                <a:lnTo>
                  <a:pt x="1362075" y="1600200"/>
                </a:lnTo>
                <a:lnTo>
                  <a:pt x="1362075" y="1590675"/>
                </a:lnTo>
                <a:lnTo>
                  <a:pt x="1343025" y="1590675"/>
                </a:lnTo>
                <a:lnTo>
                  <a:pt x="1343025" y="1581150"/>
                </a:lnTo>
                <a:lnTo>
                  <a:pt x="1333500" y="1581150"/>
                </a:lnTo>
                <a:lnTo>
                  <a:pt x="1333500" y="1590675"/>
                </a:lnTo>
                <a:lnTo>
                  <a:pt x="1323975" y="1590675"/>
                </a:lnTo>
                <a:lnTo>
                  <a:pt x="1323975" y="1600200"/>
                </a:lnTo>
                <a:lnTo>
                  <a:pt x="1314450" y="1600200"/>
                </a:lnTo>
                <a:lnTo>
                  <a:pt x="1314450" y="1590675"/>
                </a:lnTo>
                <a:lnTo>
                  <a:pt x="1295400" y="1590675"/>
                </a:lnTo>
                <a:lnTo>
                  <a:pt x="1295400" y="1571625"/>
                </a:lnTo>
                <a:lnTo>
                  <a:pt x="1333500" y="1571625"/>
                </a:lnTo>
                <a:lnTo>
                  <a:pt x="1333500" y="1562100"/>
                </a:lnTo>
                <a:lnTo>
                  <a:pt x="1343025" y="1562100"/>
                </a:lnTo>
                <a:close/>
                <a:moveTo>
                  <a:pt x="1362075" y="1552575"/>
                </a:moveTo>
                <a:lnTo>
                  <a:pt x="1371600" y="1552575"/>
                </a:lnTo>
                <a:lnTo>
                  <a:pt x="1371600" y="1571625"/>
                </a:lnTo>
                <a:lnTo>
                  <a:pt x="1362075" y="1571625"/>
                </a:lnTo>
                <a:close/>
                <a:moveTo>
                  <a:pt x="628650" y="1562100"/>
                </a:moveTo>
                <a:lnTo>
                  <a:pt x="638175" y="1562100"/>
                </a:lnTo>
                <a:lnTo>
                  <a:pt x="638175" y="1571625"/>
                </a:lnTo>
                <a:lnTo>
                  <a:pt x="628650" y="1571625"/>
                </a:lnTo>
                <a:close/>
                <a:moveTo>
                  <a:pt x="781050" y="1562100"/>
                </a:moveTo>
                <a:lnTo>
                  <a:pt x="790575" y="1562100"/>
                </a:lnTo>
                <a:lnTo>
                  <a:pt x="790575" y="1571625"/>
                </a:lnTo>
                <a:lnTo>
                  <a:pt x="781050" y="1571625"/>
                </a:lnTo>
                <a:close/>
                <a:moveTo>
                  <a:pt x="809625" y="1562100"/>
                </a:moveTo>
                <a:lnTo>
                  <a:pt x="819150" y="1562100"/>
                </a:lnTo>
                <a:lnTo>
                  <a:pt x="819150" y="1571625"/>
                </a:lnTo>
                <a:lnTo>
                  <a:pt x="809625" y="1571625"/>
                </a:lnTo>
                <a:close/>
                <a:moveTo>
                  <a:pt x="1590675" y="1562100"/>
                </a:moveTo>
                <a:lnTo>
                  <a:pt x="1600200" y="1562100"/>
                </a:lnTo>
                <a:lnTo>
                  <a:pt x="1600200" y="1571625"/>
                </a:lnTo>
                <a:lnTo>
                  <a:pt x="1590675" y="1571625"/>
                </a:lnTo>
                <a:close/>
                <a:moveTo>
                  <a:pt x="685800" y="1571625"/>
                </a:moveTo>
                <a:lnTo>
                  <a:pt x="704850" y="1571625"/>
                </a:lnTo>
                <a:lnTo>
                  <a:pt x="704850" y="1581150"/>
                </a:lnTo>
                <a:lnTo>
                  <a:pt x="685800" y="1581150"/>
                </a:lnTo>
                <a:close/>
                <a:moveTo>
                  <a:pt x="1019175" y="1571625"/>
                </a:moveTo>
                <a:lnTo>
                  <a:pt x="1028700" y="1571625"/>
                </a:lnTo>
                <a:lnTo>
                  <a:pt x="1028700" y="1581150"/>
                </a:lnTo>
                <a:lnTo>
                  <a:pt x="1019175" y="1581150"/>
                </a:lnTo>
                <a:close/>
                <a:moveTo>
                  <a:pt x="1609725" y="1571625"/>
                </a:moveTo>
                <a:lnTo>
                  <a:pt x="1638300" y="1571625"/>
                </a:lnTo>
                <a:lnTo>
                  <a:pt x="1638300" y="1581150"/>
                </a:lnTo>
                <a:lnTo>
                  <a:pt x="1657350" y="1581150"/>
                </a:lnTo>
                <a:lnTo>
                  <a:pt x="1657350" y="1600200"/>
                </a:lnTo>
                <a:lnTo>
                  <a:pt x="1647825" y="1600200"/>
                </a:lnTo>
                <a:lnTo>
                  <a:pt x="1647825" y="1609725"/>
                </a:lnTo>
                <a:lnTo>
                  <a:pt x="1628775" y="1609725"/>
                </a:lnTo>
                <a:lnTo>
                  <a:pt x="1628775" y="1600200"/>
                </a:lnTo>
                <a:lnTo>
                  <a:pt x="1638300" y="1600200"/>
                </a:lnTo>
                <a:lnTo>
                  <a:pt x="1638300" y="1590675"/>
                </a:lnTo>
                <a:lnTo>
                  <a:pt x="1609725" y="1590675"/>
                </a:lnTo>
                <a:lnTo>
                  <a:pt x="1609725" y="1619250"/>
                </a:lnTo>
                <a:lnTo>
                  <a:pt x="1600200" y="1619250"/>
                </a:lnTo>
                <a:lnTo>
                  <a:pt x="1600200" y="1609725"/>
                </a:lnTo>
                <a:lnTo>
                  <a:pt x="1571625" y="1609725"/>
                </a:lnTo>
                <a:lnTo>
                  <a:pt x="1571625" y="1600200"/>
                </a:lnTo>
                <a:lnTo>
                  <a:pt x="1590675" y="1600200"/>
                </a:lnTo>
                <a:lnTo>
                  <a:pt x="1590675" y="1590675"/>
                </a:lnTo>
                <a:lnTo>
                  <a:pt x="1600200" y="1590675"/>
                </a:lnTo>
                <a:lnTo>
                  <a:pt x="1600200" y="1581150"/>
                </a:lnTo>
                <a:lnTo>
                  <a:pt x="1609725" y="1581150"/>
                </a:lnTo>
                <a:close/>
                <a:moveTo>
                  <a:pt x="1704975" y="1571625"/>
                </a:moveTo>
                <a:lnTo>
                  <a:pt x="1714500" y="1571625"/>
                </a:lnTo>
                <a:lnTo>
                  <a:pt x="1714500" y="1581150"/>
                </a:lnTo>
                <a:lnTo>
                  <a:pt x="1704975" y="1581150"/>
                </a:lnTo>
                <a:close/>
                <a:moveTo>
                  <a:pt x="561975" y="1581150"/>
                </a:moveTo>
                <a:lnTo>
                  <a:pt x="571500" y="1581150"/>
                </a:lnTo>
                <a:lnTo>
                  <a:pt x="571500" y="1590675"/>
                </a:lnTo>
                <a:lnTo>
                  <a:pt x="561975" y="1590675"/>
                </a:lnTo>
                <a:close/>
                <a:moveTo>
                  <a:pt x="800100" y="1581150"/>
                </a:moveTo>
                <a:lnTo>
                  <a:pt x="819150" y="1581150"/>
                </a:lnTo>
                <a:lnTo>
                  <a:pt x="819150" y="1590675"/>
                </a:lnTo>
                <a:lnTo>
                  <a:pt x="800100" y="1590675"/>
                </a:lnTo>
                <a:close/>
                <a:moveTo>
                  <a:pt x="971550" y="1590675"/>
                </a:moveTo>
                <a:lnTo>
                  <a:pt x="981075" y="1590675"/>
                </a:lnTo>
                <a:lnTo>
                  <a:pt x="981075" y="1600200"/>
                </a:lnTo>
                <a:lnTo>
                  <a:pt x="971550" y="1600200"/>
                </a:lnTo>
                <a:close/>
                <a:moveTo>
                  <a:pt x="1123950" y="1590675"/>
                </a:moveTo>
                <a:lnTo>
                  <a:pt x="1133475" y="1590675"/>
                </a:lnTo>
                <a:lnTo>
                  <a:pt x="1133475" y="1600200"/>
                </a:lnTo>
                <a:lnTo>
                  <a:pt x="1123950" y="1600200"/>
                </a:lnTo>
                <a:close/>
                <a:moveTo>
                  <a:pt x="1152525" y="1590675"/>
                </a:moveTo>
                <a:lnTo>
                  <a:pt x="1171575" y="1590675"/>
                </a:lnTo>
                <a:lnTo>
                  <a:pt x="1171575" y="1600200"/>
                </a:lnTo>
                <a:lnTo>
                  <a:pt x="1152525" y="1600200"/>
                </a:lnTo>
                <a:close/>
                <a:moveTo>
                  <a:pt x="1533525" y="1590675"/>
                </a:moveTo>
                <a:lnTo>
                  <a:pt x="1543050" y="1590675"/>
                </a:lnTo>
                <a:lnTo>
                  <a:pt x="1543050" y="1600200"/>
                </a:lnTo>
                <a:lnTo>
                  <a:pt x="1533525" y="1600200"/>
                </a:lnTo>
                <a:close/>
                <a:moveTo>
                  <a:pt x="1019175" y="1600200"/>
                </a:moveTo>
                <a:lnTo>
                  <a:pt x="1028700" y="1600200"/>
                </a:lnTo>
                <a:lnTo>
                  <a:pt x="1028700" y="1609725"/>
                </a:lnTo>
                <a:lnTo>
                  <a:pt x="1019175" y="1609725"/>
                </a:lnTo>
                <a:close/>
                <a:moveTo>
                  <a:pt x="1133475" y="1600200"/>
                </a:moveTo>
                <a:lnTo>
                  <a:pt x="1143000" y="1600200"/>
                </a:lnTo>
                <a:lnTo>
                  <a:pt x="1143000" y="1609725"/>
                </a:lnTo>
                <a:lnTo>
                  <a:pt x="1133475" y="1609725"/>
                </a:lnTo>
                <a:close/>
                <a:moveTo>
                  <a:pt x="1333500" y="1600200"/>
                </a:moveTo>
                <a:lnTo>
                  <a:pt x="1343025" y="1600200"/>
                </a:lnTo>
                <a:lnTo>
                  <a:pt x="1343025" y="1609725"/>
                </a:lnTo>
                <a:lnTo>
                  <a:pt x="1333500" y="1609725"/>
                </a:lnTo>
                <a:close/>
                <a:moveTo>
                  <a:pt x="2000250" y="1600200"/>
                </a:moveTo>
                <a:lnTo>
                  <a:pt x="2009775" y="1600200"/>
                </a:lnTo>
                <a:lnTo>
                  <a:pt x="2009775" y="1609725"/>
                </a:lnTo>
                <a:lnTo>
                  <a:pt x="2000250" y="1609725"/>
                </a:lnTo>
                <a:close/>
                <a:moveTo>
                  <a:pt x="733425" y="1609725"/>
                </a:moveTo>
                <a:lnTo>
                  <a:pt x="742950" y="1609725"/>
                </a:lnTo>
                <a:lnTo>
                  <a:pt x="742950" y="1619250"/>
                </a:lnTo>
                <a:lnTo>
                  <a:pt x="733425" y="1619250"/>
                </a:lnTo>
                <a:close/>
                <a:moveTo>
                  <a:pt x="914400" y="1609725"/>
                </a:moveTo>
                <a:lnTo>
                  <a:pt x="923925" y="1609725"/>
                </a:lnTo>
                <a:lnTo>
                  <a:pt x="923925" y="1619250"/>
                </a:lnTo>
                <a:lnTo>
                  <a:pt x="914400" y="1619250"/>
                </a:lnTo>
                <a:close/>
                <a:moveTo>
                  <a:pt x="1343025" y="1609725"/>
                </a:moveTo>
                <a:lnTo>
                  <a:pt x="1352550" y="1609725"/>
                </a:lnTo>
                <a:lnTo>
                  <a:pt x="1352550" y="1619250"/>
                </a:lnTo>
                <a:lnTo>
                  <a:pt x="1343025" y="1619250"/>
                </a:lnTo>
                <a:close/>
                <a:moveTo>
                  <a:pt x="2114550" y="1609725"/>
                </a:moveTo>
                <a:lnTo>
                  <a:pt x="2124075" y="1609725"/>
                </a:lnTo>
                <a:lnTo>
                  <a:pt x="2124075" y="1619250"/>
                </a:lnTo>
                <a:lnTo>
                  <a:pt x="2133600" y="1619250"/>
                </a:lnTo>
                <a:lnTo>
                  <a:pt x="2133600" y="1638300"/>
                </a:lnTo>
                <a:lnTo>
                  <a:pt x="2143125" y="1638300"/>
                </a:lnTo>
                <a:lnTo>
                  <a:pt x="2143125" y="1647825"/>
                </a:lnTo>
                <a:lnTo>
                  <a:pt x="2124075" y="1647825"/>
                </a:lnTo>
                <a:lnTo>
                  <a:pt x="2124075" y="1638300"/>
                </a:lnTo>
                <a:lnTo>
                  <a:pt x="2114550" y="1638300"/>
                </a:lnTo>
                <a:close/>
                <a:moveTo>
                  <a:pt x="457200" y="1619250"/>
                </a:moveTo>
                <a:lnTo>
                  <a:pt x="485775" y="1619250"/>
                </a:lnTo>
                <a:lnTo>
                  <a:pt x="485775" y="1628775"/>
                </a:lnTo>
                <a:lnTo>
                  <a:pt x="466725" y="1628775"/>
                </a:lnTo>
                <a:lnTo>
                  <a:pt x="466725" y="1638300"/>
                </a:lnTo>
                <a:lnTo>
                  <a:pt x="457200" y="1638300"/>
                </a:lnTo>
                <a:close/>
                <a:moveTo>
                  <a:pt x="742950" y="1619250"/>
                </a:moveTo>
                <a:lnTo>
                  <a:pt x="762000" y="1619250"/>
                </a:lnTo>
                <a:lnTo>
                  <a:pt x="762000" y="1628775"/>
                </a:lnTo>
                <a:lnTo>
                  <a:pt x="742950" y="1628775"/>
                </a:lnTo>
                <a:close/>
                <a:moveTo>
                  <a:pt x="1123950" y="1619250"/>
                </a:moveTo>
                <a:lnTo>
                  <a:pt x="1133475" y="1619250"/>
                </a:lnTo>
                <a:lnTo>
                  <a:pt x="1133475" y="1628775"/>
                </a:lnTo>
                <a:lnTo>
                  <a:pt x="1123950" y="1628775"/>
                </a:lnTo>
                <a:close/>
                <a:moveTo>
                  <a:pt x="1219200" y="1619250"/>
                </a:moveTo>
                <a:lnTo>
                  <a:pt x="1228725" y="1619250"/>
                </a:lnTo>
                <a:lnTo>
                  <a:pt x="1228725" y="1628775"/>
                </a:lnTo>
                <a:lnTo>
                  <a:pt x="1219200" y="1628775"/>
                </a:lnTo>
                <a:close/>
                <a:moveTo>
                  <a:pt x="790575" y="1628775"/>
                </a:moveTo>
                <a:lnTo>
                  <a:pt x="800100" y="1628775"/>
                </a:lnTo>
                <a:lnTo>
                  <a:pt x="800100" y="1638300"/>
                </a:lnTo>
                <a:lnTo>
                  <a:pt x="790575" y="1638300"/>
                </a:lnTo>
                <a:close/>
                <a:moveTo>
                  <a:pt x="933450" y="1628775"/>
                </a:moveTo>
                <a:lnTo>
                  <a:pt x="952500" y="1628775"/>
                </a:lnTo>
                <a:lnTo>
                  <a:pt x="952500" y="1638300"/>
                </a:lnTo>
                <a:lnTo>
                  <a:pt x="971550" y="1638300"/>
                </a:lnTo>
                <a:lnTo>
                  <a:pt x="971550" y="1647825"/>
                </a:lnTo>
                <a:lnTo>
                  <a:pt x="981075" y="1647825"/>
                </a:lnTo>
                <a:lnTo>
                  <a:pt x="981075" y="1676400"/>
                </a:lnTo>
                <a:lnTo>
                  <a:pt x="962025" y="1676400"/>
                </a:lnTo>
                <a:lnTo>
                  <a:pt x="962025" y="1666875"/>
                </a:lnTo>
                <a:lnTo>
                  <a:pt x="952500" y="1666875"/>
                </a:lnTo>
                <a:lnTo>
                  <a:pt x="952500" y="1647825"/>
                </a:lnTo>
                <a:lnTo>
                  <a:pt x="933450" y="1647825"/>
                </a:lnTo>
                <a:close/>
                <a:moveTo>
                  <a:pt x="552450" y="1638300"/>
                </a:moveTo>
                <a:lnTo>
                  <a:pt x="571500" y="1638300"/>
                </a:lnTo>
                <a:lnTo>
                  <a:pt x="571500" y="1647825"/>
                </a:lnTo>
                <a:lnTo>
                  <a:pt x="581025" y="1647825"/>
                </a:lnTo>
                <a:lnTo>
                  <a:pt x="581025" y="1657350"/>
                </a:lnTo>
                <a:lnTo>
                  <a:pt x="561975" y="1657350"/>
                </a:lnTo>
                <a:lnTo>
                  <a:pt x="561975" y="1695450"/>
                </a:lnTo>
                <a:lnTo>
                  <a:pt x="542925" y="1695450"/>
                </a:lnTo>
                <a:lnTo>
                  <a:pt x="542925" y="1685925"/>
                </a:lnTo>
                <a:lnTo>
                  <a:pt x="533400" y="1685925"/>
                </a:lnTo>
                <a:lnTo>
                  <a:pt x="533400" y="1676400"/>
                </a:lnTo>
                <a:lnTo>
                  <a:pt x="514350" y="1676400"/>
                </a:lnTo>
                <a:lnTo>
                  <a:pt x="514350" y="1657350"/>
                </a:lnTo>
                <a:lnTo>
                  <a:pt x="542925" y="1657350"/>
                </a:lnTo>
                <a:lnTo>
                  <a:pt x="542925" y="1647825"/>
                </a:lnTo>
                <a:lnTo>
                  <a:pt x="552450" y="1647825"/>
                </a:lnTo>
                <a:close/>
                <a:moveTo>
                  <a:pt x="85725" y="1647825"/>
                </a:moveTo>
                <a:lnTo>
                  <a:pt x="95250" y="1647825"/>
                </a:lnTo>
                <a:lnTo>
                  <a:pt x="95250" y="1657350"/>
                </a:lnTo>
                <a:lnTo>
                  <a:pt x="85725" y="1657350"/>
                </a:lnTo>
                <a:close/>
                <a:moveTo>
                  <a:pt x="1228725" y="1647825"/>
                </a:moveTo>
                <a:lnTo>
                  <a:pt x="1257300" y="1647825"/>
                </a:lnTo>
                <a:lnTo>
                  <a:pt x="1257300" y="1657350"/>
                </a:lnTo>
                <a:lnTo>
                  <a:pt x="1266825" y="1657350"/>
                </a:lnTo>
                <a:lnTo>
                  <a:pt x="1266825" y="1666875"/>
                </a:lnTo>
                <a:lnTo>
                  <a:pt x="1257300" y="1666875"/>
                </a:lnTo>
                <a:lnTo>
                  <a:pt x="1257300" y="1676400"/>
                </a:lnTo>
                <a:lnTo>
                  <a:pt x="1247775" y="1676400"/>
                </a:lnTo>
                <a:lnTo>
                  <a:pt x="1247775" y="1666875"/>
                </a:lnTo>
                <a:lnTo>
                  <a:pt x="1238250" y="1666875"/>
                </a:lnTo>
                <a:lnTo>
                  <a:pt x="1238250" y="1657350"/>
                </a:lnTo>
                <a:lnTo>
                  <a:pt x="1228725" y="1657350"/>
                </a:lnTo>
                <a:close/>
                <a:moveTo>
                  <a:pt x="1819275" y="1647825"/>
                </a:moveTo>
                <a:lnTo>
                  <a:pt x="1828800" y="1647825"/>
                </a:lnTo>
                <a:lnTo>
                  <a:pt x="1828800" y="1657350"/>
                </a:lnTo>
                <a:lnTo>
                  <a:pt x="1819275" y="1657350"/>
                </a:lnTo>
                <a:close/>
                <a:moveTo>
                  <a:pt x="1876425" y="1647825"/>
                </a:moveTo>
                <a:lnTo>
                  <a:pt x="1885950" y="1647825"/>
                </a:lnTo>
                <a:lnTo>
                  <a:pt x="1885950" y="1657350"/>
                </a:lnTo>
                <a:lnTo>
                  <a:pt x="1895475" y="1657350"/>
                </a:lnTo>
                <a:lnTo>
                  <a:pt x="1895475" y="1666875"/>
                </a:lnTo>
                <a:lnTo>
                  <a:pt x="1885950" y="1666875"/>
                </a:lnTo>
                <a:lnTo>
                  <a:pt x="1885950" y="1685925"/>
                </a:lnTo>
                <a:lnTo>
                  <a:pt x="1876425" y="1685925"/>
                </a:lnTo>
                <a:lnTo>
                  <a:pt x="1876425" y="1695450"/>
                </a:lnTo>
                <a:lnTo>
                  <a:pt x="1866900" y="1695450"/>
                </a:lnTo>
                <a:lnTo>
                  <a:pt x="1866900" y="1676400"/>
                </a:lnTo>
                <a:lnTo>
                  <a:pt x="1857375" y="1676400"/>
                </a:lnTo>
                <a:lnTo>
                  <a:pt x="1857375" y="1657350"/>
                </a:lnTo>
                <a:lnTo>
                  <a:pt x="1876425" y="1657350"/>
                </a:lnTo>
                <a:close/>
                <a:moveTo>
                  <a:pt x="466725" y="1657350"/>
                </a:moveTo>
                <a:lnTo>
                  <a:pt x="476250" y="1657350"/>
                </a:lnTo>
                <a:lnTo>
                  <a:pt x="476250" y="1666875"/>
                </a:lnTo>
                <a:lnTo>
                  <a:pt x="466725" y="1666875"/>
                </a:lnTo>
                <a:close/>
                <a:moveTo>
                  <a:pt x="495300" y="1657350"/>
                </a:moveTo>
                <a:lnTo>
                  <a:pt x="504825" y="1657350"/>
                </a:lnTo>
                <a:lnTo>
                  <a:pt x="504825" y="1666875"/>
                </a:lnTo>
                <a:lnTo>
                  <a:pt x="495300" y="1666875"/>
                </a:lnTo>
                <a:close/>
                <a:moveTo>
                  <a:pt x="1590675" y="1657350"/>
                </a:moveTo>
                <a:lnTo>
                  <a:pt x="1609725" y="1657350"/>
                </a:lnTo>
                <a:lnTo>
                  <a:pt x="1609725" y="1676400"/>
                </a:lnTo>
                <a:lnTo>
                  <a:pt x="1600200" y="1676400"/>
                </a:lnTo>
                <a:lnTo>
                  <a:pt x="1600200" y="1666875"/>
                </a:lnTo>
                <a:lnTo>
                  <a:pt x="1590675" y="1666875"/>
                </a:lnTo>
                <a:close/>
                <a:moveTo>
                  <a:pt x="752475" y="1666875"/>
                </a:moveTo>
                <a:lnTo>
                  <a:pt x="762000" y="1666875"/>
                </a:lnTo>
                <a:lnTo>
                  <a:pt x="762000" y="1676400"/>
                </a:lnTo>
                <a:lnTo>
                  <a:pt x="752475" y="1676400"/>
                </a:lnTo>
                <a:close/>
                <a:moveTo>
                  <a:pt x="857250" y="1666875"/>
                </a:moveTo>
                <a:lnTo>
                  <a:pt x="866775" y="1666875"/>
                </a:lnTo>
                <a:lnTo>
                  <a:pt x="866775" y="1676400"/>
                </a:lnTo>
                <a:lnTo>
                  <a:pt x="876300" y="1676400"/>
                </a:lnTo>
                <a:lnTo>
                  <a:pt x="876300" y="1685925"/>
                </a:lnTo>
                <a:lnTo>
                  <a:pt x="885825" y="1685925"/>
                </a:lnTo>
                <a:lnTo>
                  <a:pt x="885825" y="1695450"/>
                </a:lnTo>
                <a:lnTo>
                  <a:pt x="895350" y="1695450"/>
                </a:lnTo>
                <a:lnTo>
                  <a:pt x="895350" y="1704975"/>
                </a:lnTo>
                <a:lnTo>
                  <a:pt x="923925" y="1704975"/>
                </a:lnTo>
                <a:lnTo>
                  <a:pt x="923925" y="1714500"/>
                </a:lnTo>
                <a:lnTo>
                  <a:pt x="914400" y="1714500"/>
                </a:lnTo>
                <a:lnTo>
                  <a:pt x="914400" y="1724025"/>
                </a:lnTo>
                <a:lnTo>
                  <a:pt x="904875" y="1724025"/>
                </a:lnTo>
                <a:lnTo>
                  <a:pt x="904875" y="1714500"/>
                </a:lnTo>
                <a:lnTo>
                  <a:pt x="885825" y="1714500"/>
                </a:lnTo>
                <a:lnTo>
                  <a:pt x="885825" y="1704975"/>
                </a:lnTo>
                <a:lnTo>
                  <a:pt x="876300" y="1704975"/>
                </a:lnTo>
                <a:lnTo>
                  <a:pt x="876300" y="1695450"/>
                </a:lnTo>
                <a:lnTo>
                  <a:pt x="857250" y="1695450"/>
                </a:lnTo>
                <a:close/>
                <a:moveTo>
                  <a:pt x="1181100" y="1666875"/>
                </a:moveTo>
                <a:lnTo>
                  <a:pt x="1190625" y="1666875"/>
                </a:lnTo>
                <a:lnTo>
                  <a:pt x="1190625" y="1676400"/>
                </a:lnTo>
                <a:lnTo>
                  <a:pt x="1200150" y="1676400"/>
                </a:lnTo>
                <a:lnTo>
                  <a:pt x="1200150" y="1695450"/>
                </a:lnTo>
                <a:lnTo>
                  <a:pt x="1190625" y="1695450"/>
                </a:lnTo>
                <a:lnTo>
                  <a:pt x="1190625" y="1685925"/>
                </a:lnTo>
                <a:lnTo>
                  <a:pt x="1181100" y="1685925"/>
                </a:lnTo>
                <a:close/>
                <a:moveTo>
                  <a:pt x="1266825" y="1666875"/>
                </a:moveTo>
                <a:lnTo>
                  <a:pt x="1304925" y="1666875"/>
                </a:lnTo>
                <a:lnTo>
                  <a:pt x="1304925" y="1676400"/>
                </a:lnTo>
                <a:lnTo>
                  <a:pt x="1323975" y="1676400"/>
                </a:lnTo>
                <a:lnTo>
                  <a:pt x="1323975" y="1685925"/>
                </a:lnTo>
                <a:lnTo>
                  <a:pt x="1266825" y="1685925"/>
                </a:lnTo>
                <a:close/>
                <a:moveTo>
                  <a:pt x="762000" y="1676400"/>
                </a:moveTo>
                <a:lnTo>
                  <a:pt x="771525" y="1676400"/>
                </a:lnTo>
                <a:lnTo>
                  <a:pt x="771525" y="1685925"/>
                </a:lnTo>
                <a:lnTo>
                  <a:pt x="762000" y="1685925"/>
                </a:lnTo>
                <a:close/>
                <a:moveTo>
                  <a:pt x="1228725" y="1685925"/>
                </a:moveTo>
                <a:lnTo>
                  <a:pt x="1238250" y="1685925"/>
                </a:lnTo>
                <a:lnTo>
                  <a:pt x="1238250" y="1714500"/>
                </a:lnTo>
                <a:lnTo>
                  <a:pt x="1228725" y="1714500"/>
                </a:lnTo>
                <a:lnTo>
                  <a:pt x="1228725" y="1704975"/>
                </a:lnTo>
                <a:lnTo>
                  <a:pt x="1209675" y="1704975"/>
                </a:lnTo>
                <a:lnTo>
                  <a:pt x="1209675" y="1695450"/>
                </a:lnTo>
                <a:lnTo>
                  <a:pt x="1228725" y="1695450"/>
                </a:lnTo>
                <a:close/>
                <a:moveTo>
                  <a:pt x="1790700" y="1685925"/>
                </a:moveTo>
                <a:lnTo>
                  <a:pt x="1809750" y="1685925"/>
                </a:lnTo>
                <a:lnTo>
                  <a:pt x="1809750" y="1695450"/>
                </a:lnTo>
                <a:lnTo>
                  <a:pt x="1819275" y="1695450"/>
                </a:lnTo>
                <a:lnTo>
                  <a:pt x="1819275" y="1704975"/>
                </a:lnTo>
                <a:lnTo>
                  <a:pt x="1828800" y="1704975"/>
                </a:lnTo>
                <a:lnTo>
                  <a:pt x="1828800" y="1714500"/>
                </a:lnTo>
                <a:lnTo>
                  <a:pt x="1819275" y="1714500"/>
                </a:lnTo>
                <a:lnTo>
                  <a:pt x="1819275" y="1724025"/>
                </a:lnTo>
                <a:lnTo>
                  <a:pt x="1809750" y="1724025"/>
                </a:lnTo>
                <a:lnTo>
                  <a:pt x="1809750" y="1714500"/>
                </a:lnTo>
                <a:lnTo>
                  <a:pt x="1790700" y="1714500"/>
                </a:lnTo>
                <a:lnTo>
                  <a:pt x="1790700" y="1704975"/>
                </a:lnTo>
                <a:lnTo>
                  <a:pt x="1781175" y="1704975"/>
                </a:lnTo>
                <a:lnTo>
                  <a:pt x="1781175" y="1695450"/>
                </a:lnTo>
                <a:lnTo>
                  <a:pt x="1790700" y="1695450"/>
                </a:lnTo>
                <a:close/>
                <a:moveTo>
                  <a:pt x="238125" y="1695450"/>
                </a:moveTo>
                <a:lnTo>
                  <a:pt x="257175" y="1695450"/>
                </a:lnTo>
                <a:lnTo>
                  <a:pt x="257175" y="1704975"/>
                </a:lnTo>
                <a:lnTo>
                  <a:pt x="266700" y="1704975"/>
                </a:lnTo>
                <a:lnTo>
                  <a:pt x="266700" y="1714500"/>
                </a:lnTo>
                <a:lnTo>
                  <a:pt x="295275" y="1714500"/>
                </a:lnTo>
                <a:lnTo>
                  <a:pt x="295275" y="1724025"/>
                </a:lnTo>
                <a:lnTo>
                  <a:pt x="285750" y="1724025"/>
                </a:lnTo>
                <a:lnTo>
                  <a:pt x="285750" y="1733550"/>
                </a:lnTo>
                <a:lnTo>
                  <a:pt x="276225" y="1733550"/>
                </a:lnTo>
                <a:lnTo>
                  <a:pt x="276225" y="1724025"/>
                </a:lnTo>
                <a:lnTo>
                  <a:pt x="266700" y="1724025"/>
                </a:lnTo>
                <a:lnTo>
                  <a:pt x="266700" y="1752600"/>
                </a:lnTo>
                <a:lnTo>
                  <a:pt x="247650" y="1752600"/>
                </a:lnTo>
                <a:lnTo>
                  <a:pt x="247650" y="1762125"/>
                </a:lnTo>
                <a:lnTo>
                  <a:pt x="228600" y="1762125"/>
                </a:lnTo>
                <a:lnTo>
                  <a:pt x="228600" y="1781175"/>
                </a:lnTo>
                <a:lnTo>
                  <a:pt x="209550" y="1781175"/>
                </a:lnTo>
                <a:lnTo>
                  <a:pt x="209550" y="1790700"/>
                </a:lnTo>
                <a:lnTo>
                  <a:pt x="200025" y="1790700"/>
                </a:lnTo>
                <a:lnTo>
                  <a:pt x="200025" y="1771650"/>
                </a:lnTo>
                <a:lnTo>
                  <a:pt x="209550" y="1771650"/>
                </a:lnTo>
                <a:lnTo>
                  <a:pt x="209550" y="1752600"/>
                </a:lnTo>
                <a:lnTo>
                  <a:pt x="228600" y="1752600"/>
                </a:lnTo>
                <a:lnTo>
                  <a:pt x="228600" y="1724025"/>
                </a:lnTo>
                <a:lnTo>
                  <a:pt x="219075" y="1724025"/>
                </a:lnTo>
                <a:lnTo>
                  <a:pt x="219075" y="1743075"/>
                </a:lnTo>
                <a:lnTo>
                  <a:pt x="209550" y="1743075"/>
                </a:lnTo>
                <a:lnTo>
                  <a:pt x="209550" y="1733550"/>
                </a:lnTo>
                <a:lnTo>
                  <a:pt x="190500" y="1733550"/>
                </a:lnTo>
                <a:lnTo>
                  <a:pt x="190500" y="1724025"/>
                </a:lnTo>
                <a:lnTo>
                  <a:pt x="200025" y="1724025"/>
                </a:lnTo>
                <a:lnTo>
                  <a:pt x="200025" y="1714500"/>
                </a:lnTo>
                <a:lnTo>
                  <a:pt x="190500" y="1714500"/>
                </a:lnTo>
                <a:lnTo>
                  <a:pt x="190500" y="1704975"/>
                </a:lnTo>
                <a:lnTo>
                  <a:pt x="238125" y="1704975"/>
                </a:lnTo>
                <a:close/>
                <a:moveTo>
                  <a:pt x="1266825" y="1695450"/>
                </a:moveTo>
                <a:lnTo>
                  <a:pt x="1276350" y="1695450"/>
                </a:lnTo>
                <a:lnTo>
                  <a:pt x="1276350" y="1714500"/>
                </a:lnTo>
                <a:lnTo>
                  <a:pt x="1266825" y="1714500"/>
                </a:lnTo>
                <a:close/>
                <a:moveTo>
                  <a:pt x="952500" y="1704975"/>
                </a:moveTo>
                <a:lnTo>
                  <a:pt x="962025" y="1704975"/>
                </a:lnTo>
                <a:lnTo>
                  <a:pt x="962025" y="1714500"/>
                </a:lnTo>
                <a:lnTo>
                  <a:pt x="971550" y="1714500"/>
                </a:lnTo>
                <a:lnTo>
                  <a:pt x="971550" y="1724025"/>
                </a:lnTo>
                <a:lnTo>
                  <a:pt x="962025" y="1724025"/>
                </a:lnTo>
                <a:lnTo>
                  <a:pt x="962025" y="1733550"/>
                </a:lnTo>
                <a:lnTo>
                  <a:pt x="942975" y="1733550"/>
                </a:lnTo>
                <a:lnTo>
                  <a:pt x="942975" y="1724025"/>
                </a:lnTo>
                <a:lnTo>
                  <a:pt x="923925" y="1724025"/>
                </a:lnTo>
                <a:lnTo>
                  <a:pt x="923925" y="1714500"/>
                </a:lnTo>
                <a:lnTo>
                  <a:pt x="952500" y="1714500"/>
                </a:lnTo>
                <a:close/>
                <a:moveTo>
                  <a:pt x="1828800" y="1714500"/>
                </a:moveTo>
                <a:lnTo>
                  <a:pt x="1838325" y="1714500"/>
                </a:lnTo>
                <a:lnTo>
                  <a:pt x="1838325" y="1724025"/>
                </a:lnTo>
                <a:lnTo>
                  <a:pt x="1828800" y="1724025"/>
                </a:lnTo>
                <a:close/>
                <a:moveTo>
                  <a:pt x="1847850" y="1714500"/>
                </a:moveTo>
                <a:lnTo>
                  <a:pt x="1857375" y="1714500"/>
                </a:lnTo>
                <a:lnTo>
                  <a:pt x="1857375" y="1743075"/>
                </a:lnTo>
                <a:lnTo>
                  <a:pt x="1847850" y="1743075"/>
                </a:lnTo>
                <a:close/>
                <a:moveTo>
                  <a:pt x="2019300" y="1714500"/>
                </a:moveTo>
                <a:lnTo>
                  <a:pt x="2028825" y="1714500"/>
                </a:lnTo>
                <a:lnTo>
                  <a:pt x="2028825" y="1724025"/>
                </a:lnTo>
                <a:lnTo>
                  <a:pt x="2019300" y="1724025"/>
                </a:lnTo>
                <a:close/>
                <a:moveTo>
                  <a:pt x="504825" y="1724025"/>
                </a:moveTo>
                <a:lnTo>
                  <a:pt x="533400" y="1724025"/>
                </a:lnTo>
                <a:lnTo>
                  <a:pt x="533400" y="1752600"/>
                </a:lnTo>
                <a:lnTo>
                  <a:pt x="542925" y="1752600"/>
                </a:lnTo>
                <a:lnTo>
                  <a:pt x="542925" y="1762125"/>
                </a:lnTo>
                <a:lnTo>
                  <a:pt x="523875" y="1762125"/>
                </a:lnTo>
                <a:lnTo>
                  <a:pt x="523875" y="1743075"/>
                </a:lnTo>
                <a:lnTo>
                  <a:pt x="514350" y="1743075"/>
                </a:lnTo>
                <a:lnTo>
                  <a:pt x="514350" y="1733550"/>
                </a:lnTo>
                <a:lnTo>
                  <a:pt x="504825" y="1733550"/>
                </a:lnTo>
                <a:close/>
                <a:moveTo>
                  <a:pt x="857250" y="1724025"/>
                </a:moveTo>
                <a:lnTo>
                  <a:pt x="885825" y="1724025"/>
                </a:lnTo>
                <a:lnTo>
                  <a:pt x="885825" y="1733550"/>
                </a:lnTo>
                <a:lnTo>
                  <a:pt x="857250" y="1733550"/>
                </a:lnTo>
                <a:close/>
                <a:moveTo>
                  <a:pt x="1143000" y="1724025"/>
                </a:moveTo>
                <a:lnTo>
                  <a:pt x="1162050" y="1724025"/>
                </a:lnTo>
                <a:lnTo>
                  <a:pt x="1162050" y="1733550"/>
                </a:lnTo>
                <a:lnTo>
                  <a:pt x="1143000" y="1733550"/>
                </a:lnTo>
                <a:close/>
                <a:moveTo>
                  <a:pt x="2038350" y="1724025"/>
                </a:moveTo>
                <a:lnTo>
                  <a:pt x="2047875" y="1724025"/>
                </a:lnTo>
                <a:lnTo>
                  <a:pt x="2047875" y="1733550"/>
                </a:lnTo>
                <a:lnTo>
                  <a:pt x="2038350" y="1733550"/>
                </a:lnTo>
                <a:close/>
                <a:moveTo>
                  <a:pt x="2190750" y="1724025"/>
                </a:moveTo>
                <a:lnTo>
                  <a:pt x="2200275" y="1724025"/>
                </a:lnTo>
                <a:lnTo>
                  <a:pt x="2200275" y="1743075"/>
                </a:lnTo>
                <a:lnTo>
                  <a:pt x="2190750" y="1743075"/>
                </a:lnTo>
                <a:close/>
                <a:moveTo>
                  <a:pt x="885825" y="1733550"/>
                </a:moveTo>
                <a:lnTo>
                  <a:pt x="923925" y="1733550"/>
                </a:lnTo>
                <a:lnTo>
                  <a:pt x="923925" y="1752600"/>
                </a:lnTo>
                <a:lnTo>
                  <a:pt x="914400" y="1752600"/>
                </a:lnTo>
                <a:lnTo>
                  <a:pt x="914400" y="1762125"/>
                </a:lnTo>
                <a:lnTo>
                  <a:pt x="904875" y="1762125"/>
                </a:lnTo>
                <a:lnTo>
                  <a:pt x="904875" y="1743075"/>
                </a:lnTo>
                <a:lnTo>
                  <a:pt x="885825" y="1743075"/>
                </a:lnTo>
                <a:close/>
                <a:moveTo>
                  <a:pt x="1076325" y="1733550"/>
                </a:moveTo>
                <a:lnTo>
                  <a:pt x="1085850" y="1733550"/>
                </a:lnTo>
                <a:lnTo>
                  <a:pt x="1085850" y="1743075"/>
                </a:lnTo>
                <a:lnTo>
                  <a:pt x="1076325" y="1743075"/>
                </a:lnTo>
                <a:close/>
                <a:moveTo>
                  <a:pt x="1647825" y="1733550"/>
                </a:moveTo>
                <a:lnTo>
                  <a:pt x="1657350" y="1733550"/>
                </a:lnTo>
                <a:lnTo>
                  <a:pt x="1657350" y="1743075"/>
                </a:lnTo>
                <a:lnTo>
                  <a:pt x="1676400" y="1743075"/>
                </a:lnTo>
                <a:lnTo>
                  <a:pt x="1676400" y="1752600"/>
                </a:lnTo>
                <a:lnTo>
                  <a:pt x="1704975" y="1752600"/>
                </a:lnTo>
                <a:lnTo>
                  <a:pt x="1704975" y="1762125"/>
                </a:lnTo>
                <a:lnTo>
                  <a:pt x="1714500" y="1762125"/>
                </a:lnTo>
                <a:lnTo>
                  <a:pt x="1714500" y="1771650"/>
                </a:lnTo>
                <a:lnTo>
                  <a:pt x="1666875" y="1771650"/>
                </a:lnTo>
                <a:lnTo>
                  <a:pt x="1666875" y="1762125"/>
                </a:lnTo>
                <a:lnTo>
                  <a:pt x="1657350" y="1762125"/>
                </a:lnTo>
                <a:lnTo>
                  <a:pt x="1657350" y="1752600"/>
                </a:lnTo>
                <a:lnTo>
                  <a:pt x="1647825" y="1752600"/>
                </a:lnTo>
                <a:close/>
                <a:moveTo>
                  <a:pt x="504825" y="1743075"/>
                </a:moveTo>
                <a:lnTo>
                  <a:pt x="514350" y="1743075"/>
                </a:lnTo>
                <a:lnTo>
                  <a:pt x="514350" y="1752600"/>
                </a:lnTo>
                <a:lnTo>
                  <a:pt x="504825" y="1752600"/>
                </a:lnTo>
                <a:close/>
                <a:moveTo>
                  <a:pt x="1162050" y="1743075"/>
                </a:moveTo>
                <a:lnTo>
                  <a:pt x="1171575" y="1743075"/>
                </a:lnTo>
                <a:lnTo>
                  <a:pt x="1171575" y="1762125"/>
                </a:lnTo>
                <a:lnTo>
                  <a:pt x="1162050" y="1762125"/>
                </a:lnTo>
                <a:close/>
                <a:moveTo>
                  <a:pt x="1628775" y="1743075"/>
                </a:moveTo>
                <a:lnTo>
                  <a:pt x="1638300" y="1743075"/>
                </a:lnTo>
                <a:lnTo>
                  <a:pt x="1638300" y="1752600"/>
                </a:lnTo>
                <a:lnTo>
                  <a:pt x="1628775" y="1752600"/>
                </a:lnTo>
                <a:close/>
                <a:moveTo>
                  <a:pt x="1057275" y="1752600"/>
                </a:moveTo>
                <a:lnTo>
                  <a:pt x="1066800" y="1752600"/>
                </a:lnTo>
                <a:lnTo>
                  <a:pt x="1066800" y="1762125"/>
                </a:lnTo>
                <a:lnTo>
                  <a:pt x="1057275" y="1762125"/>
                </a:lnTo>
                <a:close/>
                <a:moveTo>
                  <a:pt x="1085850" y="1752600"/>
                </a:moveTo>
                <a:lnTo>
                  <a:pt x="1095375" y="1752600"/>
                </a:lnTo>
                <a:lnTo>
                  <a:pt x="1095375" y="1762125"/>
                </a:lnTo>
                <a:lnTo>
                  <a:pt x="1085850" y="1762125"/>
                </a:lnTo>
                <a:close/>
                <a:moveTo>
                  <a:pt x="1543050" y="1752600"/>
                </a:moveTo>
                <a:lnTo>
                  <a:pt x="1571625" y="1752600"/>
                </a:lnTo>
                <a:lnTo>
                  <a:pt x="1571625" y="1762125"/>
                </a:lnTo>
                <a:lnTo>
                  <a:pt x="1543050" y="1762125"/>
                </a:lnTo>
                <a:close/>
                <a:moveTo>
                  <a:pt x="1590675" y="1752600"/>
                </a:moveTo>
                <a:lnTo>
                  <a:pt x="1600200" y="1752600"/>
                </a:lnTo>
                <a:lnTo>
                  <a:pt x="1600200" y="1762125"/>
                </a:lnTo>
                <a:lnTo>
                  <a:pt x="1609725" y="1762125"/>
                </a:lnTo>
                <a:lnTo>
                  <a:pt x="1609725" y="1771650"/>
                </a:lnTo>
                <a:lnTo>
                  <a:pt x="1619250" y="1771650"/>
                </a:lnTo>
                <a:lnTo>
                  <a:pt x="1619250" y="1781175"/>
                </a:lnTo>
                <a:lnTo>
                  <a:pt x="1600200" y="1781175"/>
                </a:lnTo>
                <a:lnTo>
                  <a:pt x="1600200" y="1790700"/>
                </a:lnTo>
                <a:lnTo>
                  <a:pt x="1590675" y="1790700"/>
                </a:lnTo>
                <a:lnTo>
                  <a:pt x="1590675" y="1781175"/>
                </a:lnTo>
                <a:lnTo>
                  <a:pt x="1571625" y="1781175"/>
                </a:lnTo>
                <a:lnTo>
                  <a:pt x="1571625" y="1762125"/>
                </a:lnTo>
                <a:lnTo>
                  <a:pt x="1590675" y="1762125"/>
                </a:lnTo>
                <a:close/>
                <a:moveTo>
                  <a:pt x="352425" y="1762125"/>
                </a:moveTo>
                <a:lnTo>
                  <a:pt x="371475" y="1762125"/>
                </a:lnTo>
                <a:lnTo>
                  <a:pt x="371475" y="1771650"/>
                </a:lnTo>
                <a:lnTo>
                  <a:pt x="352425" y="1771650"/>
                </a:lnTo>
                <a:close/>
                <a:moveTo>
                  <a:pt x="1628775" y="1762125"/>
                </a:moveTo>
                <a:lnTo>
                  <a:pt x="1657350" y="1762125"/>
                </a:lnTo>
                <a:lnTo>
                  <a:pt x="1657350" y="1771650"/>
                </a:lnTo>
                <a:lnTo>
                  <a:pt x="1628775" y="1771650"/>
                </a:lnTo>
                <a:close/>
                <a:moveTo>
                  <a:pt x="1066800" y="1771650"/>
                </a:moveTo>
                <a:lnTo>
                  <a:pt x="1076325" y="1771650"/>
                </a:lnTo>
                <a:lnTo>
                  <a:pt x="1076325" y="1781175"/>
                </a:lnTo>
                <a:lnTo>
                  <a:pt x="1085850" y="1781175"/>
                </a:lnTo>
                <a:lnTo>
                  <a:pt x="1085850" y="1790700"/>
                </a:lnTo>
                <a:lnTo>
                  <a:pt x="1076325" y="1790700"/>
                </a:lnTo>
                <a:lnTo>
                  <a:pt x="1076325" y="1800225"/>
                </a:lnTo>
                <a:lnTo>
                  <a:pt x="1038225" y="1800225"/>
                </a:lnTo>
                <a:lnTo>
                  <a:pt x="1038225" y="1790700"/>
                </a:lnTo>
                <a:lnTo>
                  <a:pt x="1047750" y="1790700"/>
                </a:lnTo>
                <a:lnTo>
                  <a:pt x="1047750" y="1781175"/>
                </a:lnTo>
                <a:lnTo>
                  <a:pt x="1066800" y="1781175"/>
                </a:lnTo>
                <a:close/>
                <a:moveTo>
                  <a:pt x="1619250" y="1781175"/>
                </a:moveTo>
                <a:lnTo>
                  <a:pt x="1628775" y="1781175"/>
                </a:lnTo>
                <a:lnTo>
                  <a:pt x="1628775" y="1800225"/>
                </a:lnTo>
                <a:lnTo>
                  <a:pt x="1647825" y="1800225"/>
                </a:lnTo>
                <a:lnTo>
                  <a:pt x="1647825" y="1781175"/>
                </a:lnTo>
                <a:lnTo>
                  <a:pt x="1657350" y="1781175"/>
                </a:lnTo>
                <a:lnTo>
                  <a:pt x="1657350" y="1809750"/>
                </a:lnTo>
                <a:lnTo>
                  <a:pt x="1666875" y="1809750"/>
                </a:lnTo>
                <a:lnTo>
                  <a:pt x="1666875" y="1828800"/>
                </a:lnTo>
                <a:lnTo>
                  <a:pt x="1676400" y="1828800"/>
                </a:lnTo>
                <a:lnTo>
                  <a:pt x="1676400" y="1819275"/>
                </a:lnTo>
                <a:lnTo>
                  <a:pt x="1685925" y="1819275"/>
                </a:lnTo>
                <a:lnTo>
                  <a:pt x="1685925" y="1828800"/>
                </a:lnTo>
                <a:lnTo>
                  <a:pt x="1695450" y="1828800"/>
                </a:lnTo>
                <a:lnTo>
                  <a:pt x="1695450" y="1838325"/>
                </a:lnTo>
                <a:lnTo>
                  <a:pt x="1676400" y="1838325"/>
                </a:lnTo>
                <a:lnTo>
                  <a:pt x="1676400" y="1847850"/>
                </a:lnTo>
                <a:lnTo>
                  <a:pt x="1666875" y="1847850"/>
                </a:lnTo>
                <a:lnTo>
                  <a:pt x="1666875" y="1838325"/>
                </a:lnTo>
                <a:lnTo>
                  <a:pt x="1657350" y="1838325"/>
                </a:lnTo>
                <a:lnTo>
                  <a:pt x="1657350" y="1828800"/>
                </a:lnTo>
                <a:lnTo>
                  <a:pt x="1647825" y="1828800"/>
                </a:lnTo>
                <a:lnTo>
                  <a:pt x="1647825" y="1819275"/>
                </a:lnTo>
                <a:lnTo>
                  <a:pt x="1619250" y="1819275"/>
                </a:lnTo>
                <a:lnTo>
                  <a:pt x="1619250" y="1809750"/>
                </a:lnTo>
                <a:lnTo>
                  <a:pt x="1609725" y="1809750"/>
                </a:lnTo>
                <a:lnTo>
                  <a:pt x="1609725" y="1790700"/>
                </a:lnTo>
                <a:lnTo>
                  <a:pt x="1619250" y="1790700"/>
                </a:lnTo>
                <a:close/>
                <a:moveTo>
                  <a:pt x="1085850" y="1790700"/>
                </a:moveTo>
                <a:lnTo>
                  <a:pt x="1095375" y="1790700"/>
                </a:lnTo>
                <a:lnTo>
                  <a:pt x="1095375" y="1800225"/>
                </a:lnTo>
                <a:lnTo>
                  <a:pt x="1085850" y="1800225"/>
                </a:lnTo>
                <a:close/>
                <a:moveTo>
                  <a:pt x="1466850" y="1790700"/>
                </a:moveTo>
                <a:lnTo>
                  <a:pt x="1485900" y="1790700"/>
                </a:lnTo>
                <a:lnTo>
                  <a:pt x="1485900" y="1800225"/>
                </a:lnTo>
                <a:lnTo>
                  <a:pt x="1504950" y="1800225"/>
                </a:lnTo>
                <a:lnTo>
                  <a:pt x="1504950" y="1809750"/>
                </a:lnTo>
                <a:lnTo>
                  <a:pt x="1495425" y="1809750"/>
                </a:lnTo>
                <a:lnTo>
                  <a:pt x="1495425" y="1828800"/>
                </a:lnTo>
                <a:lnTo>
                  <a:pt x="1504950" y="1828800"/>
                </a:lnTo>
                <a:lnTo>
                  <a:pt x="1504950" y="1809750"/>
                </a:lnTo>
                <a:lnTo>
                  <a:pt x="1514475" y="1809750"/>
                </a:lnTo>
                <a:lnTo>
                  <a:pt x="1514475" y="1819275"/>
                </a:lnTo>
                <a:lnTo>
                  <a:pt x="1524000" y="1819275"/>
                </a:lnTo>
                <a:lnTo>
                  <a:pt x="1524000" y="1828800"/>
                </a:lnTo>
                <a:lnTo>
                  <a:pt x="1514475" y="1828800"/>
                </a:lnTo>
                <a:lnTo>
                  <a:pt x="1514475" y="1838325"/>
                </a:lnTo>
                <a:lnTo>
                  <a:pt x="1476375" y="1838325"/>
                </a:lnTo>
                <a:lnTo>
                  <a:pt x="1476375" y="1828800"/>
                </a:lnTo>
                <a:lnTo>
                  <a:pt x="1485900" y="1828800"/>
                </a:lnTo>
                <a:lnTo>
                  <a:pt x="1485900" y="1809750"/>
                </a:lnTo>
                <a:lnTo>
                  <a:pt x="1466850" y="1809750"/>
                </a:lnTo>
                <a:close/>
                <a:moveTo>
                  <a:pt x="361950" y="1800225"/>
                </a:moveTo>
                <a:lnTo>
                  <a:pt x="371475" y="1800225"/>
                </a:lnTo>
                <a:lnTo>
                  <a:pt x="371475" y="1809750"/>
                </a:lnTo>
                <a:lnTo>
                  <a:pt x="361950" y="1809750"/>
                </a:lnTo>
                <a:close/>
                <a:moveTo>
                  <a:pt x="571500" y="1800225"/>
                </a:moveTo>
                <a:lnTo>
                  <a:pt x="600075" y="1800225"/>
                </a:lnTo>
                <a:lnTo>
                  <a:pt x="600075" y="1809750"/>
                </a:lnTo>
                <a:lnTo>
                  <a:pt x="590550" y="1809750"/>
                </a:lnTo>
                <a:lnTo>
                  <a:pt x="590550" y="1819275"/>
                </a:lnTo>
                <a:lnTo>
                  <a:pt x="571500" y="1819275"/>
                </a:lnTo>
                <a:close/>
                <a:moveTo>
                  <a:pt x="971550" y="1800225"/>
                </a:moveTo>
                <a:lnTo>
                  <a:pt x="990600" y="1800225"/>
                </a:lnTo>
                <a:lnTo>
                  <a:pt x="990600" y="1809750"/>
                </a:lnTo>
                <a:lnTo>
                  <a:pt x="1028700" y="1809750"/>
                </a:lnTo>
                <a:lnTo>
                  <a:pt x="1028700" y="1800225"/>
                </a:lnTo>
                <a:lnTo>
                  <a:pt x="1038225" y="1800225"/>
                </a:lnTo>
                <a:lnTo>
                  <a:pt x="1038225" y="1809750"/>
                </a:lnTo>
                <a:lnTo>
                  <a:pt x="1047750" y="1809750"/>
                </a:lnTo>
                <a:lnTo>
                  <a:pt x="1047750" y="1819275"/>
                </a:lnTo>
                <a:lnTo>
                  <a:pt x="1038225" y="1819275"/>
                </a:lnTo>
                <a:lnTo>
                  <a:pt x="1038225" y="1828800"/>
                </a:lnTo>
                <a:lnTo>
                  <a:pt x="1019175" y="1828800"/>
                </a:lnTo>
                <a:lnTo>
                  <a:pt x="1019175" y="1819275"/>
                </a:lnTo>
                <a:lnTo>
                  <a:pt x="981075" y="1819275"/>
                </a:lnTo>
                <a:lnTo>
                  <a:pt x="981075" y="1809750"/>
                </a:lnTo>
                <a:lnTo>
                  <a:pt x="971550" y="1809750"/>
                </a:lnTo>
                <a:close/>
                <a:moveTo>
                  <a:pt x="1095375" y="1800225"/>
                </a:moveTo>
                <a:lnTo>
                  <a:pt x="1114425" y="1800225"/>
                </a:lnTo>
                <a:lnTo>
                  <a:pt x="1114425" y="1819275"/>
                </a:lnTo>
                <a:lnTo>
                  <a:pt x="1095375" y="1819275"/>
                </a:lnTo>
                <a:close/>
                <a:moveTo>
                  <a:pt x="1409700" y="1800225"/>
                </a:moveTo>
                <a:lnTo>
                  <a:pt x="1447800" y="1800225"/>
                </a:lnTo>
                <a:lnTo>
                  <a:pt x="1447800" y="1809750"/>
                </a:lnTo>
                <a:lnTo>
                  <a:pt x="1438275" y="1809750"/>
                </a:lnTo>
                <a:lnTo>
                  <a:pt x="1438275" y="1819275"/>
                </a:lnTo>
                <a:lnTo>
                  <a:pt x="1419225" y="1819275"/>
                </a:lnTo>
                <a:lnTo>
                  <a:pt x="1419225" y="1809750"/>
                </a:lnTo>
                <a:lnTo>
                  <a:pt x="1409700" y="1809750"/>
                </a:lnTo>
                <a:close/>
                <a:moveTo>
                  <a:pt x="2057400" y="1800225"/>
                </a:moveTo>
                <a:lnTo>
                  <a:pt x="2076450" y="1800225"/>
                </a:lnTo>
                <a:lnTo>
                  <a:pt x="2076450" y="1809750"/>
                </a:lnTo>
                <a:lnTo>
                  <a:pt x="2057400" y="1809750"/>
                </a:lnTo>
                <a:close/>
                <a:moveTo>
                  <a:pt x="2133600" y="1800225"/>
                </a:moveTo>
                <a:lnTo>
                  <a:pt x="2143125" y="1800225"/>
                </a:lnTo>
                <a:lnTo>
                  <a:pt x="2143125" y="1809750"/>
                </a:lnTo>
                <a:lnTo>
                  <a:pt x="2133600" y="1809750"/>
                </a:lnTo>
                <a:close/>
                <a:moveTo>
                  <a:pt x="1447800" y="1809750"/>
                </a:moveTo>
                <a:lnTo>
                  <a:pt x="1457325" y="1809750"/>
                </a:lnTo>
                <a:lnTo>
                  <a:pt x="1457325" y="1819275"/>
                </a:lnTo>
                <a:lnTo>
                  <a:pt x="1447800" y="1819275"/>
                </a:lnTo>
                <a:close/>
                <a:moveTo>
                  <a:pt x="2085975" y="1809750"/>
                </a:moveTo>
                <a:lnTo>
                  <a:pt x="2133600" y="1809750"/>
                </a:lnTo>
                <a:lnTo>
                  <a:pt x="2133600" y="1819275"/>
                </a:lnTo>
                <a:lnTo>
                  <a:pt x="2114550" y="1819275"/>
                </a:lnTo>
                <a:lnTo>
                  <a:pt x="2114550" y="1828800"/>
                </a:lnTo>
                <a:lnTo>
                  <a:pt x="2105025" y="1828800"/>
                </a:lnTo>
                <a:lnTo>
                  <a:pt x="2105025" y="1838325"/>
                </a:lnTo>
                <a:lnTo>
                  <a:pt x="2076450" y="1838325"/>
                </a:lnTo>
                <a:lnTo>
                  <a:pt x="2076450" y="1819275"/>
                </a:lnTo>
                <a:lnTo>
                  <a:pt x="2085975" y="1819275"/>
                </a:lnTo>
                <a:close/>
                <a:moveTo>
                  <a:pt x="609600" y="1819275"/>
                </a:moveTo>
                <a:lnTo>
                  <a:pt x="628650" y="1819275"/>
                </a:lnTo>
                <a:lnTo>
                  <a:pt x="628650" y="1828800"/>
                </a:lnTo>
                <a:lnTo>
                  <a:pt x="609600" y="1828800"/>
                </a:lnTo>
                <a:close/>
                <a:moveTo>
                  <a:pt x="1123950" y="1819275"/>
                </a:moveTo>
                <a:lnTo>
                  <a:pt x="1133475" y="1819275"/>
                </a:lnTo>
                <a:lnTo>
                  <a:pt x="1133475" y="1828800"/>
                </a:lnTo>
                <a:lnTo>
                  <a:pt x="1123950" y="1828800"/>
                </a:lnTo>
                <a:close/>
                <a:moveTo>
                  <a:pt x="762000" y="1828800"/>
                </a:moveTo>
                <a:lnTo>
                  <a:pt x="771525" y="1828800"/>
                </a:lnTo>
                <a:lnTo>
                  <a:pt x="771525" y="1838325"/>
                </a:lnTo>
                <a:lnTo>
                  <a:pt x="762000" y="1838325"/>
                </a:lnTo>
                <a:close/>
                <a:moveTo>
                  <a:pt x="304800" y="1838325"/>
                </a:moveTo>
                <a:lnTo>
                  <a:pt x="314325" y="1838325"/>
                </a:lnTo>
                <a:lnTo>
                  <a:pt x="314325" y="1857375"/>
                </a:lnTo>
                <a:lnTo>
                  <a:pt x="285750" y="1857375"/>
                </a:lnTo>
                <a:lnTo>
                  <a:pt x="285750" y="1847850"/>
                </a:lnTo>
                <a:lnTo>
                  <a:pt x="304800" y="1847850"/>
                </a:lnTo>
                <a:close/>
                <a:moveTo>
                  <a:pt x="809625" y="1838325"/>
                </a:moveTo>
                <a:lnTo>
                  <a:pt x="819150" y="1838325"/>
                </a:lnTo>
                <a:lnTo>
                  <a:pt x="819150" y="1847850"/>
                </a:lnTo>
                <a:lnTo>
                  <a:pt x="828675" y="1847850"/>
                </a:lnTo>
                <a:lnTo>
                  <a:pt x="828675" y="1857375"/>
                </a:lnTo>
                <a:lnTo>
                  <a:pt x="819150" y="1857375"/>
                </a:lnTo>
                <a:lnTo>
                  <a:pt x="819150" y="1866900"/>
                </a:lnTo>
                <a:lnTo>
                  <a:pt x="800100" y="1866900"/>
                </a:lnTo>
                <a:lnTo>
                  <a:pt x="800100" y="1876425"/>
                </a:lnTo>
                <a:lnTo>
                  <a:pt x="781050" y="1876425"/>
                </a:lnTo>
                <a:lnTo>
                  <a:pt x="781050" y="1885950"/>
                </a:lnTo>
                <a:lnTo>
                  <a:pt x="762000" y="1885950"/>
                </a:lnTo>
                <a:lnTo>
                  <a:pt x="762000" y="1895475"/>
                </a:lnTo>
                <a:lnTo>
                  <a:pt x="752475" y="1895475"/>
                </a:lnTo>
                <a:lnTo>
                  <a:pt x="752475" y="1876425"/>
                </a:lnTo>
                <a:lnTo>
                  <a:pt x="733425" y="1876425"/>
                </a:lnTo>
                <a:lnTo>
                  <a:pt x="733425" y="1866900"/>
                </a:lnTo>
                <a:lnTo>
                  <a:pt x="790575" y="1866900"/>
                </a:lnTo>
                <a:lnTo>
                  <a:pt x="790575" y="1857375"/>
                </a:lnTo>
                <a:lnTo>
                  <a:pt x="800100" y="1857375"/>
                </a:lnTo>
                <a:lnTo>
                  <a:pt x="800100" y="1847850"/>
                </a:lnTo>
                <a:lnTo>
                  <a:pt x="809625" y="1847850"/>
                </a:lnTo>
                <a:close/>
                <a:moveTo>
                  <a:pt x="238125" y="1847850"/>
                </a:moveTo>
                <a:lnTo>
                  <a:pt x="247650" y="1847850"/>
                </a:lnTo>
                <a:lnTo>
                  <a:pt x="247650" y="1857375"/>
                </a:lnTo>
                <a:lnTo>
                  <a:pt x="238125" y="1857375"/>
                </a:lnTo>
                <a:close/>
                <a:moveTo>
                  <a:pt x="2085975" y="1847850"/>
                </a:moveTo>
                <a:lnTo>
                  <a:pt x="2114550" y="1847850"/>
                </a:lnTo>
                <a:lnTo>
                  <a:pt x="2114550" y="1857375"/>
                </a:lnTo>
                <a:lnTo>
                  <a:pt x="2095500" y="1857375"/>
                </a:lnTo>
                <a:lnTo>
                  <a:pt x="2095500" y="1866900"/>
                </a:lnTo>
                <a:lnTo>
                  <a:pt x="2085975" y="1866900"/>
                </a:lnTo>
                <a:close/>
                <a:moveTo>
                  <a:pt x="219075" y="1857375"/>
                </a:moveTo>
                <a:lnTo>
                  <a:pt x="238125" y="1857375"/>
                </a:lnTo>
                <a:lnTo>
                  <a:pt x="238125" y="1866900"/>
                </a:lnTo>
                <a:lnTo>
                  <a:pt x="219075" y="1866900"/>
                </a:lnTo>
                <a:close/>
                <a:moveTo>
                  <a:pt x="1676400" y="1857375"/>
                </a:moveTo>
                <a:lnTo>
                  <a:pt x="1685925" y="1857375"/>
                </a:lnTo>
                <a:lnTo>
                  <a:pt x="1685925" y="1866900"/>
                </a:lnTo>
                <a:lnTo>
                  <a:pt x="1676400" y="1866900"/>
                </a:lnTo>
                <a:close/>
                <a:moveTo>
                  <a:pt x="200025" y="1866900"/>
                </a:moveTo>
                <a:lnTo>
                  <a:pt x="209550" y="1866900"/>
                </a:lnTo>
                <a:lnTo>
                  <a:pt x="209550" y="1876425"/>
                </a:lnTo>
                <a:lnTo>
                  <a:pt x="200025" y="1876425"/>
                </a:lnTo>
                <a:close/>
                <a:moveTo>
                  <a:pt x="390525" y="1866900"/>
                </a:moveTo>
                <a:lnTo>
                  <a:pt x="400050" y="1866900"/>
                </a:lnTo>
                <a:lnTo>
                  <a:pt x="400050" y="1905000"/>
                </a:lnTo>
                <a:lnTo>
                  <a:pt x="409575" y="1905000"/>
                </a:lnTo>
                <a:lnTo>
                  <a:pt x="409575" y="1943100"/>
                </a:lnTo>
                <a:lnTo>
                  <a:pt x="419100" y="1943100"/>
                </a:lnTo>
                <a:lnTo>
                  <a:pt x="419100" y="1952625"/>
                </a:lnTo>
                <a:lnTo>
                  <a:pt x="390525" y="1952625"/>
                </a:lnTo>
                <a:lnTo>
                  <a:pt x="390525" y="1943100"/>
                </a:lnTo>
                <a:lnTo>
                  <a:pt x="400050" y="1943100"/>
                </a:lnTo>
                <a:lnTo>
                  <a:pt x="400050" y="1924050"/>
                </a:lnTo>
                <a:lnTo>
                  <a:pt x="390525" y="1924050"/>
                </a:lnTo>
                <a:lnTo>
                  <a:pt x="390525" y="1914525"/>
                </a:lnTo>
                <a:lnTo>
                  <a:pt x="381000" y="1914525"/>
                </a:lnTo>
                <a:lnTo>
                  <a:pt x="381000" y="1933575"/>
                </a:lnTo>
                <a:lnTo>
                  <a:pt x="371475" y="1933575"/>
                </a:lnTo>
                <a:lnTo>
                  <a:pt x="371475" y="1943100"/>
                </a:lnTo>
                <a:lnTo>
                  <a:pt x="361950" y="1943100"/>
                </a:lnTo>
                <a:lnTo>
                  <a:pt x="361950" y="1981200"/>
                </a:lnTo>
                <a:lnTo>
                  <a:pt x="352425" y="1981200"/>
                </a:lnTo>
                <a:lnTo>
                  <a:pt x="352425" y="1971675"/>
                </a:lnTo>
                <a:lnTo>
                  <a:pt x="333375" y="1971675"/>
                </a:lnTo>
                <a:lnTo>
                  <a:pt x="333375" y="1962150"/>
                </a:lnTo>
                <a:lnTo>
                  <a:pt x="323850" y="1962150"/>
                </a:lnTo>
                <a:lnTo>
                  <a:pt x="323850" y="1952625"/>
                </a:lnTo>
                <a:lnTo>
                  <a:pt x="304800" y="1952625"/>
                </a:lnTo>
                <a:lnTo>
                  <a:pt x="304800" y="1933575"/>
                </a:lnTo>
                <a:lnTo>
                  <a:pt x="314325" y="1933575"/>
                </a:lnTo>
                <a:lnTo>
                  <a:pt x="314325" y="1943100"/>
                </a:lnTo>
                <a:lnTo>
                  <a:pt x="323850" y="1943100"/>
                </a:lnTo>
                <a:lnTo>
                  <a:pt x="323850" y="1905000"/>
                </a:lnTo>
                <a:lnTo>
                  <a:pt x="333375" y="1905000"/>
                </a:lnTo>
                <a:lnTo>
                  <a:pt x="333375" y="1914525"/>
                </a:lnTo>
                <a:lnTo>
                  <a:pt x="342900" y="1914525"/>
                </a:lnTo>
                <a:lnTo>
                  <a:pt x="342900" y="1905000"/>
                </a:lnTo>
                <a:lnTo>
                  <a:pt x="361950" y="1905000"/>
                </a:lnTo>
                <a:lnTo>
                  <a:pt x="361950" y="1885950"/>
                </a:lnTo>
                <a:lnTo>
                  <a:pt x="352425" y="1885950"/>
                </a:lnTo>
                <a:lnTo>
                  <a:pt x="352425" y="1876425"/>
                </a:lnTo>
                <a:lnTo>
                  <a:pt x="390525" y="1876425"/>
                </a:lnTo>
                <a:close/>
                <a:moveTo>
                  <a:pt x="1238250" y="1866900"/>
                </a:moveTo>
                <a:lnTo>
                  <a:pt x="1247775" y="1866900"/>
                </a:lnTo>
                <a:lnTo>
                  <a:pt x="1247775" y="1885950"/>
                </a:lnTo>
                <a:lnTo>
                  <a:pt x="1257300" y="1885950"/>
                </a:lnTo>
                <a:lnTo>
                  <a:pt x="1257300" y="1924050"/>
                </a:lnTo>
                <a:lnTo>
                  <a:pt x="1228725" y="1924050"/>
                </a:lnTo>
                <a:lnTo>
                  <a:pt x="1228725" y="1914525"/>
                </a:lnTo>
                <a:lnTo>
                  <a:pt x="1238250" y="1914525"/>
                </a:lnTo>
                <a:lnTo>
                  <a:pt x="1238250" y="1905000"/>
                </a:lnTo>
                <a:lnTo>
                  <a:pt x="1247775" y="1905000"/>
                </a:lnTo>
                <a:lnTo>
                  <a:pt x="1247775" y="1895475"/>
                </a:lnTo>
                <a:lnTo>
                  <a:pt x="1238250" y="1895475"/>
                </a:lnTo>
                <a:close/>
                <a:moveTo>
                  <a:pt x="123825" y="1876425"/>
                </a:moveTo>
                <a:lnTo>
                  <a:pt x="133350" y="1876425"/>
                </a:lnTo>
                <a:lnTo>
                  <a:pt x="133350" y="1895475"/>
                </a:lnTo>
                <a:lnTo>
                  <a:pt x="123825" y="1895475"/>
                </a:lnTo>
                <a:close/>
                <a:moveTo>
                  <a:pt x="171450" y="1876425"/>
                </a:moveTo>
                <a:lnTo>
                  <a:pt x="200025" y="1876425"/>
                </a:lnTo>
                <a:lnTo>
                  <a:pt x="200025" y="1885950"/>
                </a:lnTo>
                <a:lnTo>
                  <a:pt x="190500" y="1885950"/>
                </a:lnTo>
                <a:lnTo>
                  <a:pt x="190500" y="1914525"/>
                </a:lnTo>
                <a:lnTo>
                  <a:pt x="180975" y="1914525"/>
                </a:lnTo>
                <a:lnTo>
                  <a:pt x="180975" y="1924050"/>
                </a:lnTo>
                <a:lnTo>
                  <a:pt x="171450" y="1924050"/>
                </a:lnTo>
                <a:lnTo>
                  <a:pt x="171450" y="1914525"/>
                </a:lnTo>
                <a:lnTo>
                  <a:pt x="161925" y="1914525"/>
                </a:lnTo>
                <a:lnTo>
                  <a:pt x="161925" y="1924050"/>
                </a:lnTo>
                <a:lnTo>
                  <a:pt x="152400" y="1924050"/>
                </a:lnTo>
                <a:lnTo>
                  <a:pt x="152400" y="1933575"/>
                </a:lnTo>
                <a:lnTo>
                  <a:pt x="142875" y="1933575"/>
                </a:lnTo>
                <a:lnTo>
                  <a:pt x="142875" y="1905000"/>
                </a:lnTo>
                <a:lnTo>
                  <a:pt x="133350" y="1905000"/>
                </a:lnTo>
                <a:lnTo>
                  <a:pt x="133350" y="1895475"/>
                </a:lnTo>
                <a:lnTo>
                  <a:pt x="142875" y="1895475"/>
                </a:lnTo>
                <a:lnTo>
                  <a:pt x="142875" y="1885950"/>
                </a:lnTo>
                <a:lnTo>
                  <a:pt x="171450" y="1885950"/>
                </a:lnTo>
                <a:close/>
                <a:moveTo>
                  <a:pt x="1685925" y="1876425"/>
                </a:moveTo>
                <a:lnTo>
                  <a:pt x="1704975" y="1876425"/>
                </a:lnTo>
                <a:lnTo>
                  <a:pt x="1704975" y="1885950"/>
                </a:lnTo>
                <a:lnTo>
                  <a:pt x="1685925" y="1885950"/>
                </a:lnTo>
                <a:close/>
                <a:moveTo>
                  <a:pt x="723900" y="1885950"/>
                </a:moveTo>
                <a:lnTo>
                  <a:pt x="733425" y="1885950"/>
                </a:lnTo>
                <a:lnTo>
                  <a:pt x="733425" y="1905000"/>
                </a:lnTo>
                <a:lnTo>
                  <a:pt x="723900" y="1905000"/>
                </a:lnTo>
                <a:close/>
                <a:moveTo>
                  <a:pt x="1704975" y="1885950"/>
                </a:moveTo>
                <a:lnTo>
                  <a:pt x="1714500" y="1885950"/>
                </a:lnTo>
                <a:lnTo>
                  <a:pt x="1714500" y="1895475"/>
                </a:lnTo>
                <a:lnTo>
                  <a:pt x="1704975" y="1895475"/>
                </a:lnTo>
                <a:close/>
                <a:moveTo>
                  <a:pt x="200025" y="1895475"/>
                </a:moveTo>
                <a:lnTo>
                  <a:pt x="228600" y="1895475"/>
                </a:lnTo>
                <a:lnTo>
                  <a:pt x="228600" y="1905000"/>
                </a:lnTo>
                <a:lnTo>
                  <a:pt x="200025" y="1905000"/>
                </a:lnTo>
                <a:close/>
                <a:moveTo>
                  <a:pt x="1114425" y="1905000"/>
                </a:moveTo>
                <a:lnTo>
                  <a:pt x="1123950" y="1905000"/>
                </a:lnTo>
                <a:lnTo>
                  <a:pt x="1123950" y="1914525"/>
                </a:lnTo>
                <a:lnTo>
                  <a:pt x="1114425" y="1914525"/>
                </a:lnTo>
                <a:close/>
                <a:moveTo>
                  <a:pt x="1133475" y="1905000"/>
                </a:moveTo>
                <a:lnTo>
                  <a:pt x="1143000" y="1905000"/>
                </a:lnTo>
                <a:lnTo>
                  <a:pt x="1143000" y="1914525"/>
                </a:lnTo>
                <a:lnTo>
                  <a:pt x="1133475" y="1914525"/>
                </a:lnTo>
                <a:close/>
                <a:moveTo>
                  <a:pt x="1152525" y="1905000"/>
                </a:moveTo>
                <a:lnTo>
                  <a:pt x="1171575" y="1905000"/>
                </a:lnTo>
                <a:lnTo>
                  <a:pt x="1171575" y="1914525"/>
                </a:lnTo>
                <a:lnTo>
                  <a:pt x="1152525" y="1914525"/>
                </a:lnTo>
                <a:close/>
                <a:moveTo>
                  <a:pt x="1200150" y="1905000"/>
                </a:moveTo>
                <a:lnTo>
                  <a:pt x="1209675" y="1905000"/>
                </a:lnTo>
                <a:lnTo>
                  <a:pt x="1209675" y="1914525"/>
                </a:lnTo>
                <a:lnTo>
                  <a:pt x="1200150" y="1914525"/>
                </a:lnTo>
                <a:close/>
                <a:moveTo>
                  <a:pt x="1171575" y="1914525"/>
                </a:moveTo>
                <a:lnTo>
                  <a:pt x="1181100" y="1914525"/>
                </a:lnTo>
                <a:lnTo>
                  <a:pt x="1181100" y="1924050"/>
                </a:lnTo>
                <a:lnTo>
                  <a:pt x="1171575" y="1924050"/>
                </a:lnTo>
                <a:close/>
                <a:moveTo>
                  <a:pt x="2371725" y="1914525"/>
                </a:moveTo>
                <a:lnTo>
                  <a:pt x="2381250" y="1914525"/>
                </a:lnTo>
                <a:lnTo>
                  <a:pt x="2381250" y="1933575"/>
                </a:lnTo>
                <a:lnTo>
                  <a:pt x="2371725" y="1933575"/>
                </a:lnTo>
                <a:lnTo>
                  <a:pt x="2371725" y="1943100"/>
                </a:lnTo>
                <a:lnTo>
                  <a:pt x="2362200" y="1943100"/>
                </a:lnTo>
                <a:lnTo>
                  <a:pt x="2362200" y="1924050"/>
                </a:lnTo>
                <a:lnTo>
                  <a:pt x="2371725" y="1924050"/>
                </a:lnTo>
                <a:close/>
                <a:moveTo>
                  <a:pt x="352425" y="1924050"/>
                </a:moveTo>
                <a:lnTo>
                  <a:pt x="361950" y="1924050"/>
                </a:lnTo>
                <a:lnTo>
                  <a:pt x="361950" y="1914525"/>
                </a:lnTo>
                <a:lnTo>
                  <a:pt x="352425" y="1914525"/>
                </a:lnTo>
                <a:close/>
                <a:moveTo>
                  <a:pt x="419100" y="1924050"/>
                </a:moveTo>
                <a:lnTo>
                  <a:pt x="428625" y="1924050"/>
                </a:lnTo>
                <a:lnTo>
                  <a:pt x="428625" y="1933575"/>
                </a:lnTo>
                <a:lnTo>
                  <a:pt x="419100" y="1933575"/>
                </a:lnTo>
                <a:close/>
                <a:moveTo>
                  <a:pt x="38100" y="1933575"/>
                </a:moveTo>
                <a:lnTo>
                  <a:pt x="47625" y="1933575"/>
                </a:lnTo>
                <a:lnTo>
                  <a:pt x="47625" y="1943100"/>
                </a:lnTo>
                <a:lnTo>
                  <a:pt x="38100" y="1943100"/>
                </a:lnTo>
                <a:close/>
                <a:moveTo>
                  <a:pt x="1276350" y="1933575"/>
                </a:moveTo>
                <a:lnTo>
                  <a:pt x="1285875" y="1933575"/>
                </a:lnTo>
                <a:lnTo>
                  <a:pt x="1285875" y="1952625"/>
                </a:lnTo>
                <a:lnTo>
                  <a:pt x="1276350" y="1952625"/>
                </a:lnTo>
                <a:close/>
                <a:moveTo>
                  <a:pt x="1333500" y="1943100"/>
                </a:moveTo>
                <a:lnTo>
                  <a:pt x="1352550" y="1943100"/>
                </a:lnTo>
                <a:lnTo>
                  <a:pt x="1352550" y="1952625"/>
                </a:lnTo>
                <a:lnTo>
                  <a:pt x="1362075" y="1952625"/>
                </a:lnTo>
                <a:lnTo>
                  <a:pt x="1362075" y="1943100"/>
                </a:lnTo>
                <a:lnTo>
                  <a:pt x="1371600" y="1943100"/>
                </a:lnTo>
                <a:lnTo>
                  <a:pt x="1371600" y="1952625"/>
                </a:lnTo>
                <a:lnTo>
                  <a:pt x="1362075" y="1952625"/>
                </a:lnTo>
                <a:lnTo>
                  <a:pt x="1362075" y="1971675"/>
                </a:lnTo>
                <a:lnTo>
                  <a:pt x="1352550" y="1971675"/>
                </a:lnTo>
                <a:lnTo>
                  <a:pt x="1352550" y="1962150"/>
                </a:lnTo>
                <a:lnTo>
                  <a:pt x="1343025" y="1962150"/>
                </a:lnTo>
                <a:lnTo>
                  <a:pt x="1343025" y="1990725"/>
                </a:lnTo>
                <a:lnTo>
                  <a:pt x="1333500" y="1990725"/>
                </a:lnTo>
                <a:lnTo>
                  <a:pt x="1333500" y="1962150"/>
                </a:lnTo>
                <a:lnTo>
                  <a:pt x="1323975" y="1962150"/>
                </a:lnTo>
                <a:lnTo>
                  <a:pt x="1323975" y="1952625"/>
                </a:lnTo>
                <a:lnTo>
                  <a:pt x="1333500" y="1952625"/>
                </a:lnTo>
                <a:close/>
                <a:moveTo>
                  <a:pt x="2286000" y="1943100"/>
                </a:moveTo>
                <a:lnTo>
                  <a:pt x="2305050" y="1943100"/>
                </a:lnTo>
                <a:lnTo>
                  <a:pt x="2305050" y="1962150"/>
                </a:lnTo>
                <a:lnTo>
                  <a:pt x="2295525" y="1962150"/>
                </a:lnTo>
                <a:lnTo>
                  <a:pt x="2295525" y="1952625"/>
                </a:lnTo>
                <a:lnTo>
                  <a:pt x="2286000" y="1952625"/>
                </a:lnTo>
                <a:close/>
                <a:moveTo>
                  <a:pt x="47625" y="1952625"/>
                </a:moveTo>
                <a:lnTo>
                  <a:pt x="57150" y="1952625"/>
                </a:lnTo>
                <a:lnTo>
                  <a:pt x="57150" y="1962150"/>
                </a:lnTo>
                <a:lnTo>
                  <a:pt x="47625" y="1962150"/>
                </a:lnTo>
                <a:close/>
                <a:moveTo>
                  <a:pt x="962025" y="1952625"/>
                </a:moveTo>
                <a:lnTo>
                  <a:pt x="971550" y="1952625"/>
                </a:lnTo>
                <a:lnTo>
                  <a:pt x="971550" y="1962150"/>
                </a:lnTo>
                <a:lnTo>
                  <a:pt x="962025" y="1962150"/>
                </a:lnTo>
                <a:close/>
                <a:moveTo>
                  <a:pt x="971550" y="1962150"/>
                </a:moveTo>
                <a:lnTo>
                  <a:pt x="990600" y="1962150"/>
                </a:lnTo>
                <a:lnTo>
                  <a:pt x="990600" y="1971675"/>
                </a:lnTo>
                <a:lnTo>
                  <a:pt x="981075" y="1971675"/>
                </a:lnTo>
                <a:lnTo>
                  <a:pt x="981075" y="1981200"/>
                </a:lnTo>
                <a:lnTo>
                  <a:pt x="971550" y="1981200"/>
                </a:lnTo>
                <a:close/>
                <a:moveTo>
                  <a:pt x="2305050" y="1962150"/>
                </a:moveTo>
                <a:lnTo>
                  <a:pt x="2314575" y="1962150"/>
                </a:lnTo>
                <a:lnTo>
                  <a:pt x="2314575" y="1981200"/>
                </a:lnTo>
                <a:lnTo>
                  <a:pt x="2305050" y="1981200"/>
                </a:lnTo>
                <a:close/>
                <a:moveTo>
                  <a:pt x="333375" y="1981200"/>
                </a:moveTo>
                <a:lnTo>
                  <a:pt x="352425" y="1981200"/>
                </a:lnTo>
                <a:lnTo>
                  <a:pt x="352425" y="1990725"/>
                </a:lnTo>
                <a:lnTo>
                  <a:pt x="333375" y="1990725"/>
                </a:lnTo>
                <a:close/>
                <a:moveTo>
                  <a:pt x="904875" y="1981200"/>
                </a:moveTo>
                <a:lnTo>
                  <a:pt x="933450" y="1981200"/>
                </a:lnTo>
                <a:lnTo>
                  <a:pt x="933450" y="1990725"/>
                </a:lnTo>
                <a:lnTo>
                  <a:pt x="942975" y="1990725"/>
                </a:lnTo>
                <a:lnTo>
                  <a:pt x="942975" y="2028825"/>
                </a:lnTo>
                <a:lnTo>
                  <a:pt x="933450" y="2028825"/>
                </a:lnTo>
                <a:lnTo>
                  <a:pt x="933450" y="2019300"/>
                </a:lnTo>
                <a:lnTo>
                  <a:pt x="923925" y="2019300"/>
                </a:lnTo>
                <a:lnTo>
                  <a:pt x="923925" y="2009775"/>
                </a:lnTo>
                <a:lnTo>
                  <a:pt x="914400" y="2009775"/>
                </a:lnTo>
                <a:lnTo>
                  <a:pt x="914400" y="2000250"/>
                </a:lnTo>
                <a:lnTo>
                  <a:pt x="895350" y="2000250"/>
                </a:lnTo>
                <a:lnTo>
                  <a:pt x="895350" y="1990725"/>
                </a:lnTo>
                <a:lnTo>
                  <a:pt x="904875" y="1990725"/>
                </a:lnTo>
                <a:close/>
                <a:moveTo>
                  <a:pt x="2095500" y="1981200"/>
                </a:moveTo>
                <a:lnTo>
                  <a:pt x="2143125" y="1981200"/>
                </a:lnTo>
                <a:lnTo>
                  <a:pt x="2143125" y="2009775"/>
                </a:lnTo>
                <a:lnTo>
                  <a:pt x="2124075" y="2009775"/>
                </a:lnTo>
                <a:lnTo>
                  <a:pt x="2124075" y="2028825"/>
                </a:lnTo>
                <a:lnTo>
                  <a:pt x="2133600" y="2028825"/>
                </a:lnTo>
                <a:lnTo>
                  <a:pt x="2133600" y="2047875"/>
                </a:lnTo>
                <a:lnTo>
                  <a:pt x="2114550" y="2047875"/>
                </a:lnTo>
                <a:lnTo>
                  <a:pt x="2114550" y="2038350"/>
                </a:lnTo>
                <a:lnTo>
                  <a:pt x="2105025" y="2038350"/>
                </a:lnTo>
                <a:lnTo>
                  <a:pt x="2105025" y="2009775"/>
                </a:lnTo>
                <a:lnTo>
                  <a:pt x="2095500" y="2009775"/>
                </a:lnTo>
                <a:close/>
                <a:moveTo>
                  <a:pt x="323850" y="1990725"/>
                </a:moveTo>
                <a:lnTo>
                  <a:pt x="333375" y="1990725"/>
                </a:lnTo>
                <a:lnTo>
                  <a:pt x="333375" y="2000250"/>
                </a:lnTo>
                <a:lnTo>
                  <a:pt x="323850" y="2000250"/>
                </a:lnTo>
                <a:close/>
                <a:moveTo>
                  <a:pt x="1343025" y="1990725"/>
                </a:moveTo>
                <a:lnTo>
                  <a:pt x="1352550" y="1990725"/>
                </a:lnTo>
                <a:lnTo>
                  <a:pt x="1352550" y="2000250"/>
                </a:lnTo>
                <a:lnTo>
                  <a:pt x="1343025" y="2000250"/>
                </a:lnTo>
                <a:close/>
                <a:moveTo>
                  <a:pt x="2314575" y="1990725"/>
                </a:moveTo>
                <a:lnTo>
                  <a:pt x="2343150" y="1990725"/>
                </a:lnTo>
                <a:lnTo>
                  <a:pt x="2343150" y="2000250"/>
                </a:lnTo>
                <a:lnTo>
                  <a:pt x="2314575" y="2000250"/>
                </a:lnTo>
                <a:close/>
                <a:moveTo>
                  <a:pt x="219075" y="2000250"/>
                </a:moveTo>
                <a:lnTo>
                  <a:pt x="228600" y="2000250"/>
                </a:lnTo>
                <a:lnTo>
                  <a:pt x="228600" y="2009775"/>
                </a:lnTo>
                <a:lnTo>
                  <a:pt x="219075" y="2009775"/>
                </a:lnTo>
                <a:close/>
                <a:moveTo>
                  <a:pt x="800100" y="2009775"/>
                </a:moveTo>
                <a:lnTo>
                  <a:pt x="809625" y="2009775"/>
                </a:lnTo>
                <a:lnTo>
                  <a:pt x="809625" y="2019300"/>
                </a:lnTo>
                <a:lnTo>
                  <a:pt x="800100" y="2019300"/>
                </a:lnTo>
                <a:close/>
                <a:moveTo>
                  <a:pt x="1343025" y="2009775"/>
                </a:moveTo>
                <a:lnTo>
                  <a:pt x="1362075" y="2009775"/>
                </a:lnTo>
                <a:lnTo>
                  <a:pt x="1362075" y="2019300"/>
                </a:lnTo>
                <a:lnTo>
                  <a:pt x="1343025" y="2019300"/>
                </a:lnTo>
                <a:close/>
                <a:moveTo>
                  <a:pt x="800100" y="2028825"/>
                </a:moveTo>
                <a:lnTo>
                  <a:pt x="819150" y="2028825"/>
                </a:lnTo>
                <a:lnTo>
                  <a:pt x="819150" y="2076450"/>
                </a:lnTo>
                <a:lnTo>
                  <a:pt x="828675" y="2076450"/>
                </a:lnTo>
                <a:lnTo>
                  <a:pt x="828675" y="2085975"/>
                </a:lnTo>
                <a:lnTo>
                  <a:pt x="838200" y="2085975"/>
                </a:lnTo>
                <a:lnTo>
                  <a:pt x="838200" y="2105025"/>
                </a:lnTo>
                <a:lnTo>
                  <a:pt x="847725" y="2105025"/>
                </a:lnTo>
                <a:lnTo>
                  <a:pt x="847725" y="2114550"/>
                </a:lnTo>
                <a:lnTo>
                  <a:pt x="819150" y="2114550"/>
                </a:lnTo>
                <a:lnTo>
                  <a:pt x="819150" y="2105025"/>
                </a:lnTo>
                <a:lnTo>
                  <a:pt x="809625" y="2105025"/>
                </a:lnTo>
                <a:lnTo>
                  <a:pt x="809625" y="2124075"/>
                </a:lnTo>
                <a:lnTo>
                  <a:pt x="781050" y="2124075"/>
                </a:lnTo>
                <a:lnTo>
                  <a:pt x="781050" y="2114550"/>
                </a:lnTo>
                <a:lnTo>
                  <a:pt x="762000" y="2114550"/>
                </a:lnTo>
                <a:lnTo>
                  <a:pt x="762000" y="2105025"/>
                </a:lnTo>
                <a:lnTo>
                  <a:pt x="733425" y="2105025"/>
                </a:lnTo>
                <a:lnTo>
                  <a:pt x="733425" y="2095500"/>
                </a:lnTo>
                <a:lnTo>
                  <a:pt x="723900" y="2095500"/>
                </a:lnTo>
                <a:lnTo>
                  <a:pt x="723900" y="2085975"/>
                </a:lnTo>
                <a:lnTo>
                  <a:pt x="742950" y="2085975"/>
                </a:lnTo>
                <a:lnTo>
                  <a:pt x="742950" y="2076450"/>
                </a:lnTo>
                <a:lnTo>
                  <a:pt x="752475" y="2076450"/>
                </a:lnTo>
                <a:lnTo>
                  <a:pt x="752475" y="2066925"/>
                </a:lnTo>
                <a:lnTo>
                  <a:pt x="790575" y="2066925"/>
                </a:lnTo>
                <a:lnTo>
                  <a:pt x="790575" y="2038350"/>
                </a:lnTo>
                <a:lnTo>
                  <a:pt x="800100" y="2038350"/>
                </a:lnTo>
                <a:close/>
                <a:moveTo>
                  <a:pt x="0" y="2038350"/>
                </a:moveTo>
                <a:lnTo>
                  <a:pt x="9525" y="2038350"/>
                </a:lnTo>
                <a:lnTo>
                  <a:pt x="9525" y="2057400"/>
                </a:lnTo>
                <a:lnTo>
                  <a:pt x="0" y="2057400"/>
                </a:lnTo>
                <a:close/>
                <a:moveTo>
                  <a:pt x="447675" y="2066925"/>
                </a:moveTo>
                <a:lnTo>
                  <a:pt x="457200" y="2066925"/>
                </a:lnTo>
                <a:lnTo>
                  <a:pt x="457200" y="2076450"/>
                </a:lnTo>
                <a:lnTo>
                  <a:pt x="466725" y="2076450"/>
                </a:lnTo>
                <a:lnTo>
                  <a:pt x="466725" y="2085975"/>
                </a:lnTo>
                <a:lnTo>
                  <a:pt x="476250" y="2085975"/>
                </a:lnTo>
                <a:lnTo>
                  <a:pt x="476250" y="2095500"/>
                </a:lnTo>
                <a:lnTo>
                  <a:pt x="495300" y="2095500"/>
                </a:lnTo>
                <a:lnTo>
                  <a:pt x="495300" y="2105025"/>
                </a:lnTo>
                <a:lnTo>
                  <a:pt x="485775" y="2105025"/>
                </a:lnTo>
                <a:lnTo>
                  <a:pt x="485775" y="2133600"/>
                </a:lnTo>
                <a:lnTo>
                  <a:pt x="495300" y="2133600"/>
                </a:lnTo>
                <a:lnTo>
                  <a:pt x="495300" y="2143125"/>
                </a:lnTo>
                <a:lnTo>
                  <a:pt x="466725" y="2143125"/>
                </a:lnTo>
                <a:lnTo>
                  <a:pt x="466725" y="2133600"/>
                </a:lnTo>
                <a:lnTo>
                  <a:pt x="476250" y="2133600"/>
                </a:lnTo>
                <a:lnTo>
                  <a:pt x="476250" y="2124075"/>
                </a:lnTo>
                <a:lnTo>
                  <a:pt x="466725" y="2124075"/>
                </a:lnTo>
                <a:lnTo>
                  <a:pt x="466725" y="2114550"/>
                </a:lnTo>
                <a:lnTo>
                  <a:pt x="457200" y="2114550"/>
                </a:lnTo>
                <a:lnTo>
                  <a:pt x="457200" y="2105025"/>
                </a:lnTo>
                <a:lnTo>
                  <a:pt x="447675" y="2105025"/>
                </a:lnTo>
                <a:lnTo>
                  <a:pt x="447675" y="2095500"/>
                </a:lnTo>
                <a:lnTo>
                  <a:pt x="438150" y="2095500"/>
                </a:lnTo>
                <a:lnTo>
                  <a:pt x="438150" y="2076450"/>
                </a:lnTo>
                <a:lnTo>
                  <a:pt x="447675" y="2076450"/>
                </a:lnTo>
                <a:close/>
                <a:moveTo>
                  <a:pt x="180975" y="2076450"/>
                </a:moveTo>
                <a:lnTo>
                  <a:pt x="190500" y="2076450"/>
                </a:lnTo>
                <a:lnTo>
                  <a:pt x="190500" y="2095500"/>
                </a:lnTo>
                <a:lnTo>
                  <a:pt x="209550" y="2095500"/>
                </a:lnTo>
                <a:lnTo>
                  <a:pt x="209550" y="2085975"/>
                </a:lnTo>
                <a:lnTo>
                  <a:pt x="228600" y="2085975"/>
                </a:lnTo>
                <a:lnTo>
                  <a:pt x="228600" y="2076450"/>
                </a:lnTo>
                <a:lnTo>
                  <a:pt x="238125" y="2076450"/>
                </a:lnTo>
                <a:lnTo>
                  <a:pt x="238125" y="2085975"/>
                </a:lnTo>
                <a:lnTo>
                  <a:pt x="228600" y="2085975"/>
                </a:lnTo>
                <a:lnTo>
                  <a:pt x="228600" y="2095500"/>
                </a:lnTo>
                <a:lnTo>
                  <a:pt x="209550" y="2095500"/>
                </a:lnTo>
                <a:lnTo>
                  <a:pt x="209550" y="2105025"/>
                </a:lnTo>
                <a:lnTo>
                  <a:pt x="180975" y="2105025"/>
                </a:lnTo>
                <a:close/>
                <a:moveTo>
                  <a:pt x="419100" y="2076450"/>
                </a:moveTo>
                <a:lnTo>
                  <a:pt x="428625" y="2076450"/>
                </a:lnTo>
                <a:lnTo>
                  <a:pt x="428625" y="2085975"/>
                </a:lnTo>
                <a:lnTo>
                  <a:pt x="419100" y="2085975"/>
                </a:lnTo>
                <a:close/>
                <a:moveTo>
                  <a:pt x="400050" y="2085975"/>
                </a:moveTo>
                <a:lnTo>
                  <a:pt x="409575" y="2085975"/>
                </a:lnTo>
                <a:lnTo>
                  <a:pt x="409575" y="2095500"/>
                </a:lnTo>
                <a:lnTo>
                  <a:pt x="400050" y="2095500"/>
                </a:lnTo>
                <a:close/>
                <a:moveTo>
                  <a:pt x="1695450" y="2085975"/>
                </a:moveTo>
                <a:lnTo>
                  <a:pt x="1714500" y="2085975"/>
                </a:lnTo>
                <a:lnTo>
                  <a:pt x="1714500" y="2095500"/>
                </a:lnTo>
                <a:lnTo>
                  <a:pt x="1724025" y="2095500"/>
                </a:lnTo>
                <a:lnTo>
                  <a:pt x="1724025" y="2105025"/>
                </a:lnTo>
                <a:lnTo>
                  <a:pt x="1752600" y="2105025"/>
                </a:lnTo>
                <a:lnTo>
                  <a:pt x="1752600" y="2095500"/>
                </a:lnTo>
                <a:lnTo>
                  <a:pt x="1762125" y="2095500"/>
                </a:lnTo>
                <a:lnTo>
                  <a:pt x="1762125" y="2105025"/>
                </a:lnTo>
                <a:lnTo>
                  <a:pt x="1771650" y="2105025"/>
                </a:lnTo>
                <a:lnTo>
                  <a:pt x="1771650" y="2114550"/>
                </a:lnTo>
                <a:lnTo>
                  <a:pt x="1743075" y="2114550"/>
                </a:lnTo>
                <a:lnTo>
                  <a:pt x="1743075" y="2124075"/>
                </a:lnTo>
                <a:lnTo>
                  <a:pt x="1752600" y="2124075"/>
                </a:lnTo>
                <a:lnTo>
                  <a:pt x="1752600" y="2133600"/>
                </a:lnTo>
                <a:lnTo>
                  <a:pt x="1762125" y="2133600"/>
                </a:lnTo>
                <a:lnTo>
                  <a:pt x="1762125" y="2143125"/>
                </a:lnTo>
                <a:lnTo>
                  <a:pt x="1781175" y="2143125"/>
                </a:lnTo>
                <a:lnTo>
                  <a:pt x="1781175" y="2152650"/>
                </a:lnTo>
                <a:lnTo>
                  <a:pt x="1790700" y="2152650"/>
                </a:lnTo>
                <a:lnTo>
                  <a:pt x="1790700" y="2162175"/>
                </a:lnTo>
                <a:lnTo>
                  <a:pt x="1781175" y="2162175"/>
                </a:lnTo>
                <a:lnTo>
                  <a:pt x="1781175" y="2181225"/>
                </a:lnTo>
                <a:lnTo>
                  <a:pt x="1771650" y="2181225"/>
                </a:lnTo>
                <a:lnTo>
                  <a:pt x="1771650" y="2200275"/>
                </a:lnTo>
                <a:lnTo>
                  <a:pt x="1762125" y="2200275"/>
                </a:lnTo>
                <a:lnTo>
                  <a:pt x="1762125" y="2190750"/>
                </a:lnTo>
                <a:lnTo>
                  <a:pt x="1752600" y="2190750"/>
                </a:lnTo>
                <a:lnTo>
                  <a:pt x="1752600" y="2162175"/>
                </a:lnTo>
                <a:lnTo>
                  <a:pt x="1743075" y="2162175"/>
                </a:lnTo>
                <a:lnTo>
                  <a:pt x="1743075" y="2143125"/>
                </a:lnTo>
                <a:lnTo>
                  <a:pt x="1733550" y="2143125"/>
                </a:lnTo>
                <a:lnTo>
                  <a:pt x="1733550" y="2133600"/>
                </a:lnTo>
                <a:lnTo>
                  <a:pt x="1724025" y="2133600"/>
                </a:lnTo>
                <a:lnTo>
                  <a:pt x="1724025" y="2114550"/>
                </a:lnTo>
                <a:lnTo>
                  <a:pt x="1704975" y="2114550"/>
                </a:lnTo>
                <a:lnTo>
                  <a:pt x="1704975" y="2095500"/>
                </a:lnTo>
                <a:lnTo>
                  <a:pt x="1695450" y="2095500"/>
                </a:lnTo>
                <a:close/>
                <a:moveTo>
                  <a:pt x="381000" y="2095500"/>
                </a:moveTo>
                <a:lnTo>
                  <a:pt x="400050" y="2095500"/>
                </a:lnTo>
                <a:lnTo>
                  <a:pt x="400050" y="2105025"/>
                </a:lnTo>
                <a:lnTo>
                  <a:pt x="381000" y="2105025"/>
                </a:lnTo>
                <a:close/>
                <a:moveTo>
                  <a:pt x="800100" y="2095500"/>
                </a:moveTo>
                <a:lnTo>
                  <a:pt x="809625" y="2095500"/>
                </a:lnTo>
                <a:lnTo>
                  <a:pt x="809625" y="2085975"/>
                </a:lnTo>
                <a:lnTo>
                  <a:pt x="800100" y="2085975"/>
                </a:lnTo>
                <a:lnTo>
                  <a:pt x="800100" y="2076450"/>
                </a:lnTo>
                <a:lnTo>
                  <a:pt x="790575" y="2076450"/>
                </a:lnTo>
                <a:lnTo>
                  <a:pt x="790575" y="2114550"/>
                </a:lnTo>
                <a:lnTo>
                  <a:pt x="800100" y="2114550"/>
                </a:lnTo>
                <a:close/>
                <a:moveTo>
                  <a:pt x="542925" y="2105025"/>
                </a:moveTo>
                <a:lnTo>
                  <a:pt x="552450" y="2105025"/>
                </a:lnTo>
                <a:lnTo>
                  <a:pt x="552450" y="2114550"/>
                </a:lnTo>
                <a:lnTo>
                  <a:pt x="571500" y="2114550"/>
                </a:lnTo>
                <a:lnTo>
                  <a:pt x="571500" y="2143125"/>
                </a:lnTo>
                <a:lnTo>
                  <a:pt x="542925" y="2143125"/>
                </a:lnTo>
                <a:lnTo>
                  <a:pt x="542925" y="2171700"/>
                </a:lnTo>
                <a:lnTo>
                  <a:pt x="552450" y="2171700"/>
                </a:lnTo>
                <a:lnTo>
                  <a:pt x="552450" y="2181225"/>
                </a:lnTo>
                <a:lnTo>
                  <a:pt x="561975" y="2181225"/>
                </a:lnTo>
                <a:lnTo>
                  <a:pt x="561975" y="2209800"/>
                </a:lnTo>
                <a:lnTo>
                  <a:pt x="552450" y="2209800"/>
                </a:lnTo>
                <a:lnTo>
                  <a:pt x="552450" y="2200275"/>
                </a:lnTo>
                <a:lnTo>
                  <a:pt x="542925" y="2200275"/>
                </a:lnTo>
                <a:lnTo>
                  <a:pt x="542925" y="2181225"/>
                </a:lnTo>
                <a:lnTo>
                  <a:pt x="523875" y="2181225"/>
                </a:lnTo>
                <a:lnTo>
                  <a:pt x="523875" y="2190750"/>
                </a:lnTo>
                <a:lnTo>
                  <a:pt x="476250" y="2190750"/>
                </a:lnTo>
                <a:lnTo>
                  <a:pt x="476250" y="2209800"/>
                </a:lnTo>
                <a:lnTo>
                  <a:pt x="466725" y="2209800"/>
                </a:lnTo>
                <a:lnTo>
                  <a:pt x="466725" y="2200275"/>
                </a:lnTo>
                <a:lnTo>
                  <a:pt x="457200" y="2200275"/>
                </a:lnTo>
                <a:lnTo>
                  <a:pt x="457200" y="2181225"/>
                </a:lnTo>
                <a:lnTo>
                  <a:pt x="514350" y="2181225"/>
                </a:lnTo>
                <a:lnTo>
                  <a:pt x="514350" y="2171700"/>
                </a:lnTo>
                <a:lnTo>
                  <a:pt x="523875" y="2171700"/>
                </a:lnTo>
                <a:lnTo>
                  <a:pt x="523875" y="2152650"/>
                </a:lnTo>
                <a:lnTo>
                  <a:pt x="514350" y="2152650"/>
                </a:lnTo>
                <a:lnTo>
                  <a:pt x="514350" y="2133600"/>
                </a:lnTo>
                <a:lnTo>
                  <a:pt x="504825" y="2133600"/>
                </a:lnTo>
                <a:lnTo>
                  <a:pt x="504825" y="2124075"/>
                </a:lnTo>
                <a:lnTo>
                  <a:pt x="495300" y="2124075"/>
                </a:lnTo>
                <a:lnTo>
                  <a:pt x="495300" y="2114550"/>
                </a:lnTo>
                <a:lnTo>
                  <a:pt x="542925" y="2114550"/>
                </a:lnTo>
                <a:close/>
                <a:moveTo>
                  <a:pt x="28575" y="2114550"/>
                </a:moveTo>
                <a:lnTo>
                  <a:pt x="47625" y="2114550"/>
                </a:lnTo>
                <a:lnTo>
                  <a:pt x="47625" y="2133600"/>
                </a:lnTo>
                <a:lnTo>
                  <a:pt x="38100" y="2133600"/>
                </a:lnTo>
                <a:lnTo>
                  <a:pt x="38100" y="2124075"/>
                </a:lnTo>
                <a:lnTo>
                  <a:pt x="28575" y="2124075"/>
                </a:lnTo>
                <a:close/>
                <a:moveTo>
                  <a:pt x="876300" y="2114550"/>
                </a:moveTo>
                <a:lnTo>
                  <a:pt x="895350" y="2114550"/>
                </a:lnTo>
                <a:lnTo>
                  <a:pt x="895350" y="2162175"/>
                </a:lnTo>
                <a:lnTo>
                  <a:pt x="885825" y="2162175"/>
                </a:lnTo>
                <a:lnTo>
                  <a:pt x="885825" y="2152650"/>
                </a:lnTo>
                <a:lnTo>
                  <a:pt x="857250" y="2152650"/>
                </a:lnTo>
                <a:lnTo>
                  <a:pt x="857250" y="2143125"/>
                </a:lnTo>
                <a:lnTo>
                  <a:pt x="866775" y="2143125"/>
                </a:lnTo>
                <a:lnTo>
                  <a:pt x="866775" y="2124075"/>
                </a:lnTo>
                <a:lnTo>
                  <a:pt x="876300" y="2124075"/>
                </a:lnTo>
                <a:close/>
                <a:moveTo>
                  <a:pt x="1695450" y="2114550"/>
                </a:moveTo>
                <a:lnTo>
                  <a:pt x="1704975" y="2114550"/>
                </a:lnTo>
                <a:lnTo>
                  <a:pt x="1704975" y="2133600"/>
                </a:lnTo>
                <a:lnTo>
                  <a:pt x="1695450" y="2133600"/>
                </a:lnTo>
                <a:lnTo>
                  <a:pt x="1695450" y="2143125"/>
                </a:lnTo>
                <a:lnTo>
                  <a:pt x="1685925" y="2143125"/>
                </a:lnTo>
                <a:lnTo>
                  <a:pt x="1685925" y="2152650"/>
                </a:lnTo>
                <a:lnTo>
                  <a:pt x="1666875" y="2152650"/>
                </a:lnTo>
                <a:lnTo>
                  <a:pt x="1666875" y="2143125"/>
                </a:lnTo>
                <a:lnTo>
                  <a:pt x="1676400" y="2143125"/>
                </a:lnTo>
                <a:lnTo>
                  <a:pt x="1676400" y="2124075"/>
                </a:lnTo>
                <a:lnTo>
                  <a:pt x="1695450" y="2124075"/>
                </a:lnTo>
                <a:close/>
                <a:moveTo>
                  <a:pt x="19050" y="2124075"/>
                </a:moveTo>
                <a:lnTo>
                  <a:pt x="28575" y="2124075"/>
                </a:lnTo>
                <a:lnTo>
                  <a:pt x="28575" y="2133600"/>
                </a:lnTo>
                <a:lnTo>
                  <a:pt x="19050" y="2133600"/>
                </a:lnTo>
                <a:close/>
                <a:moveTo>
                  <a:pt x="2314575" y="2124075"/>
                </a:moveTo>
                <a:lnTo>
                  <a:pt x="2343150" y="2124075"/>
                </a:lnTo>
                <a:lnTo>
                  <a:pt x="2343150" y="2133600"/>
                </a:lnTo>
                <a:lnTo>
                  <a:pt x="2352675" y="2133600"/>
                </a:lnTo>
                <a:lnTo>
                  <a:pt x="2352675" y="2143125"/>
                </a:lnTo>
                <a:lnTo>
                  <a:pt x="2305050" y="2143125"/>
                </a:lnTo>
                <a:lnTo>
                  <a:pt x="2305050" y="2133600"/>
                </a:lnTo>
                <a:lnTo>
                  <a:pt x="2314575" y="2133600"/>
                </a:lnTo>
                <a:close/>
                <a:moveTo>
                  <a:pt x="333375" y="2133600"/>
                </a:moveTo>
                <a:lnTo>
                  <a:pt x="352425" y="2133600"/>
                </a:lnTo>
                <a:lnTo>
                  <a:pt x="352425" y="2143125"/>
                </a:lnTo>
                <a:lnTo>
                  <a:pt x="361950" y="2143125"/>
                </a:lnTo>
                <a:lnTo>
                  <a:pt x="361950" y="2152650"/>
                </a:lnTo>
                <a:lnTo>
                  <a:pt x="390525" y="2152650"/>
                </a:lnTo>
                <a:lnTo>
                  <a:pt x="390525" y="2162175"/>
                </a:lnTo>
                <a:lnTo>
                  <a:pt x="400050" y="2162175"/>
                </a:lnTo>
                <a:lnTo>
                  <a:pt x="400050" y="2171700"/>
                </a:lnTo>
                <a:lnTo>
                  <a:pt x="409575" y="2171700"/>
                </a:lnTo>
                <a:lnTo>
                  <a:pt x="409575" y="2181225"/>
                </a:lnTo>
                <a:lnTo>
                  <a:pt x="419100" y="2181225"/>
                </a:lnTo>
                <a:lnTo>
                  <a:pt x="419100" y="2190750"/>
                </a:lnTo>
                <a:lnTo>
                  <a:pt x="438150" y="2190750"/>
                </a:lnTo>
                <a:lnTo>
                  <a:pt x="438150" y="2200275"/>
                </a:lnTo>
                <a:lnTo>
                  <a:pt x="447675" y="2200275"/>
                </a:lnTo>
                <a:lnTo>
                  <a:pt x="447675" y="2209800"/>
                </a:lnTo>
                <a:lnTo>
                  <a:pt x="419100" y="2209800"/>
                </a:lnTo>
                <a:lnTo>
                  <a:pt x="419100" y="2200275"/>
                </a:lnTo>
                <a:lnTo>
                  <a:pt x="400050" y="2200275"/>
                </a:lnTo>
                <a:lnTo>
                  <a:pt x="400050" y="2181225"/>
                </a:lnTo>
                <a:lnTo>
                  <a:pt x="371475" y="2181225"/>
                </a:lnTo>
                <a:lnTo>
                  <a:pt x="371475" y="2171700"/>
                </a:lnTo>
                <a:lnTo>
                  <a:pt x="361950" y="2171700"/>
                </a:lnTo>
                <a:lnTo>
                  <a:pt x="361950" y="2162175"/>
                </a:lnTo>
                <a:lnTo>
                  <a:pt x="342900" y="2162175"/>
                </a:lnTo>
                <a:lnTo>
                  <a:pt x="342900" y="2152650"/>
                </a:lnTo>
                <a:lnTo>
                  <a:pt x="333375" y="2152650"/>
                </a:lnTo>
                <a:close/>
                <a:moveTo>
                  <a:pt x="2286000" y="2133600"/>
                </a:moveTo>
                <a:lnTo>
                  <a:pt x="2295525" y="2133600"/>
                </a:lnTo>
                <a:lnTo>
                  <a:pt x="2295525" y="2152650"/>
                </a:lnTo>
                <a:lnTo>
                  <a:pt x="2286000" y="2152650"/>
                </a:lnTo>
                <a:close/>
                <a:moveTo>
                  <a:pt x="1628775" y="2143125"/>
                </a:moveTo>
                <a:lnTo>
                  <a:pt x="1647825" y="2143125"/>
                </a:lnTo>
                <a:lnTo>
                  <a:pt x="1647825" y="2162175"/>
                </a:lnTo>
                <a:lnTo>
                  <a:pt x="1638300" y="2162175"/>
                </a:lnTo>
                <a:lnTo>
                  <a:pt x="1638300" y="2152650"/>
                </a:lnTo>
                <a:lnTo>
                  <a:pt x="1628775" y="2152650"/>
                </a:lnTo>
                <a:close/>
                <a:moveTo>
                  <a:pt x="2381250" y="2143125"/>
                </a:moveTo>
                <a:lnTo>
                  <a:pt x="2390775" y="2143125"/>
                </a:lnTo>
                <a:lnTo>
                  <a:pt x="2390775" y="2162175"/>
                </a:lnTo>
                <a:lnTo>
                  <a:pt x="2381250" y="2162175"/>
                </a:lnTo>
                <a:close/>
                <a:moveTo>
                  <a:pt x="1600200" y="2152650"/>
                </a:moveTo>
                <a:lnTo>
                  <a:pt x="1619250" y="2152650"/>
                </a:lnTo>
                <a:lnTo>
                  <a:pt x="1619250" y="2162175"/>
                </a:lnTo>
                <a:lnTo>
                  <a:pt x="1600200" y="2162175"/>
                </a:lnTo>
                <a:close/>
                <a:moveTo>
                  <a:pt x="904875" y="2162175"/>
                </a:moveTo>
                <a:lnTo>
                  <a:pt x="923925" y="2162175"/>
                </a:lnTo>
                <a:lnTo>
                  <a:pt x="923925" y="2171700"/>
                </a:lnTo>
                <a:lnTo>
                  <a:pt x="904875" y="2171700"/>
                </a:lnTo>
                <a:close/>
                <a:moveTo>
                  <a:pt x="1571625" y="2162175"/>
                </a:moveTo>
                <a:lnTo>
                  <a:pt x="1600200" y="2162175"/>
                </a:lnTo>
                <a:lnTo>
                  <a:pt x="1600200" y="2171700"/>
                </a:lnTo>
                <a:lnTo>
                  <a:pt x="1571625" y="2171700"/>
                </a:lnTo>
                <a:close/>
                <a:moveTo>
                  <a:pt x="2390775" y="2162175"/>
                </a:moveTo>
                <a:lnTo>
                  <a:pt x="2400300" y="2162175"/>
                </a:lnTo>
                <a:lnTo>
                  <a:pt x="2400300" y="2171700"/>
                </a:lnTo>
                <a:lnTo>
                  <a:pt x="2390775" y="2171700"/>
                </a:lnTo>
                <a:close/>
                <a:moveTo>
                  <a:pt x="2409825" y="2162175"/>
                </a:moveTo>
                <a:lnTo>
                  <a:pt x="2419350" y="2162175"/>
                </a:lnTo>
                <a:lnTo>
                  <a:pt x="2419350" y="2171700"/>
                </a:lnTo>
                <a:lnTo>
                  <a:pt x="2438400" y="2171700"/>
                </a:lnTo>
                <a:lnTo>
                  <a:pt x="2438400" y="2162175"/>
                </a:lnTo>
                <a:lnTo>
                  <a:pt x="2457450" y="2162175"/>
                </a:lnTo>
                <a:lnTo>
                  <a:pt x="2457450" y="2181225"/>
                </a:lnTo>
                <a:lnTo>
                  <a:pt x="2428875" y="2181225"/>
                </a:lnTo>
                <a:lnTo>
                  <a:pt x="2428875" y="2190750"/>
                </a:lnTo>
                <a:lnTo>
                  <a:pt x="2419350" y="2190750"/>
                </a:lnTo>
                <a:lnTo>
                  <a:pt x="2419350" y="2181225"/>
                </a:lnTo>
                <a:lnTo>
                  <a:pt x="2409825" y="2181225"/>
                </a:lnTo>
                <a:close/>
                <a:moveTo>
                  <a:pt x="923925" y="2171700"/>
                </a:moveTo>
                <a:lnTo>
                  <a:pt x="933450" y="2171700"/>
                </a:lnTo>
                <a:lnTo>
                  <a:pt x="933450" y="2181225"/>
                </a:lnTo>
                <a:lnTo>
                  <a:pt x="923925" y="2181225"/>
                </a:lnTo>
                <a:close/>
                <a:moveTo>
                  <a:pt x="1847850" y="2171700"/>
                </a:moveTo>
                <a:lnTo>
                  <a:pt x="1866900" y="2171700"/>
                </a:lnTo>
                <a:lnTo>
                  <a:pt x="1866900" y="2181225"/>
                </a:lnTo>
                <a:lnTo>
                  <a:pt x="1876425" y="2181225"/>
                </a:lnTo>
                <a:lnTo>
                  <a:pt x="1876425" y="2190750"/>
                </a:lnTo>
                <a:lnTo>
                  <a:pt x="1885950" y="2190750"/>
                </a:lnTo>
                <a:lnTo>
                  <a:pt x="1885950" y="2209800"/>
                </a:lnTo>
                <a:lnTo>
                  <a:pt x="1895475" y="2209800"/>
                </a:lnTo>
                <a:lnTo>
                  <a:pt x="1895475" y="2219325"/>
                </a:lnTo>
                <a:lnTo>
                  <a:pt x="1885950" y="2219325"/>
                </a:lnTo>
                <a:lnTo>
                  <a:pt x="1885950" y="2228850"/>
                </a:lnTo>
                <a:lnTo>
                  <a:pt x="1866900" y="2228850"/>
                </a:lnTo>
                <a:lnTo>
                  <a:pt x="1866900" y="2257425"/>
                </a:lnTo>
                <a:lnTo>
                  <a:pt x="1876425" y="2257425"/>
                </a:lnTo>
                <a:lnTo>
                  <a:pt x="1876425" y="2305050"/>
                </a:lnTo>
                <a:lnTo>
                  <a:pt x="1866900" y="2305050"/>
                </a:lnTo>
                <a:lnTo>
                  <a:pt x="1866900" y="2295525"/>
                </a:lnTo>
                <a:lnTo>
                  <a:pt x="1857375" y="2295525"/>
                </a:lnTo>
                <a:lnTo>
                  <a:pt x="1857375" y="2305050"/>
                </a:lnTo>
                <a:lnTo>
                  <a:pt x="1847850" y="2305050"/>
                </a:lnTo>
                <a:lnTo>
                  <a:pt x="1847850" y="2295525"/>
                </a:lnTo>
                <a:lnTo>
                  <a:pt x="1838325" y="2295525"/>
                </a:lnTo>
                <a:lnTo>
                  <a:pt x="1838325" y="2266950"/>
                </a:lnTo>
                <a:lnTo>
                  <a:pt x="1857375" y="2266950"/>
                </a:lnTo>
                <a:lnTo>
                  <a:pt x="1857375" y="2228850"/>
                </a:lnTo>
                <a:lnTo>
                  <a:pt x="1847850" y="2228850"/>
                </a:lnTo>
                <a:close/>
                <a:moveTo>
                  <a:pt x="2381250" y="2171700"/>
                </a:moveTo>
                <a:lnTo>
                  <a:pt x="2390775" y="2171700"/>
                </a:lnTo>
                <a:lnTo>
                  <a:pt x="2390775" y="2181225"/>
                </a:lnTo>
                <a:lnTo>
                  <a:pt x="2381250" y="2181225"/>
                </a:lnTo>
                <a:close/>
                <a:moveTo>
                  <a:pt x="609600" y="2181225"/>
                </a:moveTo>
                <a:lnTo>
                  <a:pt x="628650" y="2181225"/>
                </a:lnTo>
                <a:lnTo>
                  <a:pt x="628650" y="2190750"/>
                </a:lnTo>
                <a:lnTo>
                  <a:pt x="638175" y="2190750"/>
                </a:lnTo>
                <a:lnTo>
                  <a:pt x="638175" y="2209800"/>
                </a:lnTo>
                <a:lnTo>
                  <a:pt x="657225" y="2209800"/>
                </a:lnTo>
                <a:lnTo>
                  <a:pt x="657225" y="2228850"/>
                </a:lnTo>
                <a:lnTo>
                  <a:pt x="647700" y="2228850"/>
                </a:lnTo>
                <a:lnTo>
                  <a:pt x="647700" y="2238375"/>
                </a:lnTo>
                <a:lnTo>
                  <a:pt x="628650" y="2238375"/>
                </a:lnTo>
                <a:lnTo>
                  <a:pt x="628650" y="2228850"/>
                </a:lnTo>
                <a:lnTo>
                  <a:pt x="638175" y="2228850"/>
                </a:lnTo>
                <a:lnTo>
                  <a:pt x="638175" y="2219325"/>
                </a:lnTo>
                <a:lnTo>
                  <a:pt x="619125" y="2219325"/>
                </a:lnTo>
                <a:lnTo>
                  <a:pt x="619125" y="2209800"/>
                </a:lnTo>
                <a:lnTo>
                  <a:pt x="571500" y="2209800"/>
                </a:lnTo>
                <a:lnTo>
                  <a:pt x="571500" y="2190750"/>
                </a:lnTo>
                <a:lnTo>
                  <a:pt x="609600" y="2190750"/>
                </a:lnTo>
                <a:close/>
                <a:moveTo>
                  <a:pt x="1590675" y="2181225"/>
                </a:moveTo>
                <a:lnTo>
                  <a:pt x="1609725" y="2181225"/>
                </a:lnTo>
                <a:lnTo>
                  <a:pt x="1609725" y="2190750"/>
                </a:lnTo>
                <a:lnTo>
                  <a:pt x="1590675" y="2190750"/>
                </a:lnTo>
                <a:close/>
                <a:moveTo>
                  <a:pt x="47625" y="2200275"/>
                </a:moveTo>
                <a:lnTo>
                  <a:pt x="57150" y="2200275"/>
                </a:lnTo>
                <a:lnTo>
                  <a:pt x="57150" y="2209800"/>
                </a:lnTo>
                <a:lnTo>
                  <a:pt x="66675" y="2209800"/>
                </a:lnTo>
                <a:lnTo>
                  <a:pt x="66675" y="2228850"/>
                </a:lnTo>
                <a:lnTo>
                  <a:pt x="76200" y="2228850"/>
                </a:lnTo>
                <a:lnTo>
                  <a:pt x="76200" y="2247900"/>
                </a:lnTo>
                <a:lnTo>
                  <a:pt x="57150" y="2247900"/>
                </a:lnTo>
                <a:lnTo>
                  <a:pt x="57150" y="2228850"/>
                </a:lnTo>
                <a:lnTo>
                  <a:pt x="47625" y="2228850"/>
                </a:lnTo>
                <a:close/>
                <a:moveTo>
                  <a:pt x="952500" y="2200275"/>
                </a:moveTo>
                <a:lnTo>
                  <a:pt x="962025" y="2200275"/>
                </a:lnTo>
                <a:lnTo>
                  <a:pt x="962025" y="2209800"/>
                </a:lnTo>
                <a:lnTo>
                  <a:pt x="952500" y="2209800"/>
                </a:lnTo>
                <a:close/>
                <a:moveTo>
                  <a:pt x="1000125" y="2200275"/>
                </a:moveTo>
                <a:lnTo>
                  <a:pt x="1019175" y="2200275"/>
                </a:lnTo>
                <a:lnTo>
                  <a:pt x="1019175" y="2209800"/>
                </a:lnTo>
                <a:lnTo>
                  <a:pt x="1028700" y="2209800"/>
                </a:lnTo>
                <a:lnTo>
                  <a:pt x="1028700" y="2219325"/>
                </a:lnTo>
                <a:lnTo>
                  <a:pt x="1019175" y="2219325"/>
                </a:lnTo>
                <a:lnTo>
                  <a:pt x="1019175" y="2238375"/>
                </a:lnTo>
                <a:lnTo>
                  <a:pt x="1009650" y="2238375"/>
                </a:lnTo>
                <a:lnTo>
                  <a:pt x="1009650" y="2228850"/>
                </a:lnTo>
                <a:lnTo>
                  <a:pt x="990600" y="2228850"/>
                </a:lnTo>
                <a:lnTo>
                  <a:pt x="990600" y="2219325"/>
                </a:lnTo>
                <a:lnTo>
                  <a:pt x="981075" y="2219325"/>
                </a:lnTo>
                <a:lnTo>
                  <a:pt x="981075" y="2209800"/>
                </a:lnTo>
                <a:lnTo>
                  <a:pt x="1000125" y="2209800"/>
                </a:lnTo>
                <a:close/>
                <a:moveTo>
                  <a:pt x="962025" y="2209800"/>
                </a:moveTo>
                <a:lnTo>
                  <a:pt x="971550" y="2209800"/>
                </a:lnTo>
                <a:lnTo>
                  <a:pt x="971550" y="2219325"/>
                </a:lnTo>
                <a:lnTo>
                  <a:pt x="962025" y="2219325"/>
                </a:lnTo>
                <a:close/>
                <a:moveTo>
                  <a:pt x="1914525" y="2209800"/>
                </a:moveTo>
                <a:lnTo>
                  <a:pt x="1924050" y="2209800"/>
                </a:lnTo>
                <a:lnTo>
                  <a:pt x="1924050" y="2219325"/>
                </a:lnTo>
                <a:lnTo>
                  <a:pt x="1914525" y="2219325"/>
                </a:lnTo>
                <a:close/>
                <a:moveTo>
                  <a:pt x="2028825" y="2209800"/>
                </a:moveTo>
                <a:lnTo>
                  <a:pt x="2038350" y="2209800"/>
                </a:lnTo>
                <a:lnTo>
                  <a:pt x="2038350" y="2219325"/>
                </a:lnTo>
                <a:lnTo>
                  <a:pt x="2047875" y="2219325"/>
                </a:lnTo>
                <a:lnTo>
                  <a:pt x="2047875" y="2228850"/>
                </a:lnTo>
                <a:lnTo>
                  <a:pt x="2066925" y="2228850"/>
                </a:lnTo>
                <a:lnTo>
                  <a:pt x="2066925" y="2247900"/>
                </a:lnTo>
                <a:lnTo>
                  <a:pt x="2057400" y="2247900"/>
                </a:lnTo>
                <a:lnTo>
                  <a:pt x="2057400" y="2276475"/>
                </a:lnTo>
                <a:lnTo>
                  <a:pt x="2047875" y="2276475"/>
                </a:lnTo>
                <a:lnTo>
                  <a:pt x="2047875" y="2286000"/>
                </a:lnTo>
                <a:lnTo>
                  <a:pt x="2038350" y="2286000"/>
                </a:lnTo>
                <a:lnTo>
                  <a:pt x="2038350" y="2295525"/>
                </a:lnTo>
                <a:lnTo>
                  <a:pt x="2028825" y="2295525"/>
                </a:lnTo>
                <a:lnTo>
                  <a:pt x="2028825" y="2286000"/>
                </a:lnTo>
                <a:lnTo>
                  <a:pt x="2019300" y="2286000"/>
                </a:lnTo>
                <a:lnTo>
                  <a:pt x="2019300" y="2276475"/>
                </a:lnTo>
                <a:lnTo>
                  <a:pt x="2009775" y="2276475"/>
                </a:lnTo>
                <a:lnTo>
                  <a:pt x="2009775" y="2266950"/>
                </a:lnTo>
                <a:lnTo>
                  <a:pt x="2028825" y="2266950"/>
                </a:lnTo>
                <a:lnTo>
                  <a:pt x="2028825" y="2257425"/>
                </a:lnTo>
                <a:lnTo>
                  <a:pt x="2038350" y="2257425"/>
                </a:lnTo>
                <a:lnTo>
                  <a:pt x="2038350" y="2238375"/>
                </a:lnTo>
                <a:lnTo>
                  <a:pt x="2028825" y="2238375"/>
                </a:lnTo>
                <a:close/>
                <a:moveTo>
                  <a:pt x="600075" y="2219325"/>
                </a:moveTo>
                <a:lnTo>
                  <a:pt x="609600" y="2219325"/>
                </a:lnTo>
                <a:lnTo>
                  <a:pt x="609600" y="2228850"/>
                </a:lnTo>
                <a:lnTo>
                  <a:pt x="600075" y="2228850"/>
                </a:lnTo>
                <a:close/>
                <a:moveTo>
                  <a:pt x="1905000" y="2219325"/>
                </a:moveTo>
                <a:lnTo>
                  <a:pt x="1914525" y="2219325"/>
                </a:lnTo>
                <a:lnTo>
                  <a:pt x="1914525" y="2228850"/>
                </a:lnTo>
                <a:lnTo>
                  <a:pt x="1905000" y="2228850"/>
                </a:lnTo>
                <a:close/>
                <a:moveTo>
                  <a:pt x="571500" y="2238375"/>
                </a:moveTo>
                <a:lnTo>
                  <a:pt x="581025" y="2238375"/>
                </a:lnTo>
                <a:lnTo>
                  <a:pt x="581025" y="2257425"/>
                </a:lnTo>
                <a:lnTo>
                  <a:pt x="571500" y="2257425"/>
                </a:lnTo>
                <a:close/>
                <a:moveTo>
                  <a:pt x="190500" y="2247900"/>
                </a:moveTo>
                <a:lnTo>
                  <a:pt x="209550" y="2247900"/>
                </a:lnTo>
                <a:lnTo>
                  <a:pt x="209550" y="2266950"/>
                </a:lnTo>
                <a:lnTo>
                  <a:pt x="219075" y="2266950"/>
                </a:lnTo>
                <a:lnTo>
                  <a:pt x="219075" y="2286000"/>
                </a:lnTo>
                <a:lnTo>
                  <a:pt x="200025" y="2286000"/>
                </a:lnTo>
                <a:lnTo>
                  <a:pt x="200025" y="2266950"/>
                </a:lnTo>
                <a:lnTo>
                  <a:pt x="190500" y="2266950"/>
                </a:lnTo>
                <a:close/>
                <a:moveTo>
                  <a:pt x="2124075" y="2247900"/>
                </a:moveTo>
                <a:lnTo>
                  <a:pt x="2133600" y="2247900"/>
                </a:lnTo>
                <a:lnTo>
                  <a:pt x="2133600" y="2266950"/>
                </a:lnTo>
                <a:lnTo>
                  <a:pt x="2124075" y="2266950"/>
                </a:lnTo>
                <a:close/>
                <a:moveTo>
                  <a:pt x="2362200" y="2247900"/>
                </a:moveTo>
                <a:lnTo>
                  <a:pt x="2390775" y="2247900"/>
                </a:lnTo>
                <a:lnTo>
                  <a:pt x="2390775" y="2257425"/>
                </a:lnTo>
                <a:lnTo>
                  <a:pt x="2419350" y="2257425"/>
                </a:lnTo>
                <a:lnTo>
                  <a:pt x="2419350" y="2266950"/>
                </a:lnTo>
                <a:lnTo>
                  <a:pt x="2409825" y="2266950"/>
                </a:lnTo>
                <a:lnTo>
                  <a:pt x="2409825" y="2276475"/>
                </a:lnTo>
                <a:lnTo>
                  <a:pt x="2400300" y="2276475"/>
                </a:lnTo>
                <a:lnTo>
                  <a:pt x="2400300" y="2266950"/>
                </a:lnTo>
                <a:lnTo>
                  <a:pt x="2371725" y="2266950"/>
                </a:lnTo>
                <a:lnTo>
                  <a:pt x="2371725" y="2257425"/>
                </a:lnTo>
                <a:lnTo>
                  <a:pt x="2362200" y="2257425"/>
                </a:lnTo>
                <a:close/>
                <a:moveTo>
                  <a:pt x="2438400" y="2257425"/>
                </a:moveTo>
                <a:lnTo>
                  <a:pt x="2457450" y="2257425"/>
                </a:lnTo>
                <a:lnTo>
                  <a:pt x="2457450" y="2266950"/>
                </a:lnTo>
                <a:lnTo>
                  <a:pt x="2438400" y="2266950"/>
                </a:lnTo>
                <a:close/>
                <a:moveTo>
                  <a:pt x="2105025" y="2266950"/>
                </a:moveTo>
                <a:lnTo>
                  <a:pt x="2114550" y="2266950"/>
                </a:lnTo>
                <a:lnTo>
                  <a:pt x="2114550" y="2276475"/>
                </a:lnTo>
                <a:lnTo>
                  <a:pt x="2105025" y="2276475"/>
                </a:lnTo>
                <a:close/>
                <a:moveTo>
                  <a:pt x="2105025" y="2286000"/>
                </a:moveTo>
                <a:lnTo>
                  <a:pt x="2124075" y="2286000"/>
                </a:lnTo>
                <a:lnTo>
                  <a:pt x="2124075" y="2295525"/>
                </a:lnTo>
                <a:lnTo>
                  <a:pt x="2133600" y="2295525"/>
                </a:lnTo>
                <a:lnTo>
                  <a:pt x="2133600" y="2286000"/>
                </a:lnTo>
                <a:lnTo>
                  <a:pt x="2152650" y="2286000"/>
                </a:lnTo>
                <a:lnTo>
                  <a:pt x="2152650" y="2295525"/>
                </a:lnTo>
                <a:lnTo>
                  <a:pt x="2143125" y="2295525"/>
                </a:lnTo>
                <a:lnTo>
                  <a:pt x="2143125" y="2305050"/>
                </a:lnTo>
                <a:lnTo>
                  <a:pt x="2105025" y="2305050"/>
                </a:lnTo>
                <a:close/>
                <a:moveTo>
                  <a:pt x="2209800" y="2286000"/>
                </a:moveTo>
                <a:lnTo>
                  <a:pt x="2219325" y="2286000"/>
                </a:lnTo>
                <a:lnTo>
                  <a:pt x="2219325" y="2305050"/>
                </a:lnTo>
                <a:lnTo>
                  <a:pt x="2209800" y="2305050"/>
                </a:lnTo>
                <a:close/>
                <a:moveTo>
                  <a:pt x="2257425" y="2295525"/>
                </a:moveTo>
                <a:lnTo>
                  <a:pt x="2276475" y="2295525"/>
                </a:lnTo>
                <a:lnTo>
                  <a:pt x="2276475" y="2305050"/>
                </a:lnTo>
                <a:lnTo>
                  <a:pt x="2257425" y="2305050"/>
                </a:lnTo>
                <a:close/>
                <a:moveTo>
                  <a:pt x="2038350" y="2305050"/>
                </a:moveTo>
                <a:lnTo>
                  <a:pt x="2057400" y="2305050"/>
                </a:lnTo>
                <a:lnTo>
                  <a:pt x="2057400" y="2314575"/>
                </a:lnTo>
                <a:lnTo>
                  <a:pt x="2038350" y="2314575"/>
                </a:lnTo>
                <a:close/>
                <a:moveTo>
                  <a:pt x="180975" y="2333625"/>
                </a:moveTo>
                <a:lnTo>
                  <a:pt x="190500" y="2333625"/>
                </a:lnTo>
                <a:lnTo>
                  <a:pt x="190500" y="2343150"/>
                </a:lnTo>
                <a:lnTo>
                  <a:pt x="180975" y="2343150"/>
                </a:lnTo>
                <a:close/>
                <a:moveTo>
                  <a:pt x="1752600" y="2333625"/>
                </a:moveTo>
                <a:lnTo>
                  <a:pt x="1762125" y="2333625"/>
                </a:lnTo>
                <a:lnTo>
                  <a:pt x="1762125" y="2343150"/>
                </a:lnTo>
                <a:lnTo>
                  <a:pt x="1771650" y="2343150"/>
                </a:lnTo>
                <a:lnTo>
                  <a:pt x="1771650" y="2333625"/>
                </a:lnTo>
                <a:lnTo>
                  <a:pt x="1790700" y="2333625"/>
                </a:lnTo>
                <a:lnTo>
                  <a:pt x="1790700" y="2343150"/>
                </a:lnTo>
                <a:lnTo>
                  <a:pt x="1771650" y="2343150"/>
                </a:lnTo>
                <a:lnTo>
                  <a:pt x="1771650" y="2352675"/>
                </a:lnTo>
                <a:lnTo>
                  <a:pt x="1743075" y="2352675"/>
                </a:lnTo>
                <a:lnTo>
                  <a:pt x="1743075" y="2343150"/>
                </a:lnTo>
                <a:lnTo>
                  <a:pt x="1752600" y="2343150"/>
                </a:lnTo>
                <a:close/>
                <a:moveTo>
                  <a:pt x="1800225" y="2333625"/>
                </a:moveTo>
                <a:lnTo>
                  <a:pt x="1809750" y="2333625"/>
                </a:lnTo>
                <a:lnTo>
                  <a:pt x="1809750" y="2343150"/>
                </a:lnTo>
                <a:lnTo>
                  <a:pt x="1800225" y="2343150"/>
                </a:lnTo>
                <a:close/>
                <a:moveTo>
                  <a:pt x="190500" y="2343150"/>
                </a:moveTo>
                <a:lnTo>
                  <a:pt x="200025" y="2343150"/>
                </a:lnTo>
                <a:lnTo>
                  <a:pt x="200025" y="2362200"/>
                </a:lnTo>
                <a:lnTo>
                  <a:pt x="190500" y="2362200"/>
                </a:lnTo>
                <a:close/>
                <a:moveTo>
                  <a:pt x="571500" y="2343150"/>
                </a:moveTo>
                <a:lnTo>
                  <a:pt x="590550" y="2343150"/>
                </a:lnTo>
                <a:lnTo>
                  <a:pt x="590550" y="2352675"/>
                </a:lnTo>
                <a:lnTo>
                  <a:pt x="581025" y="2352675"/>
                </a:lnTo>
                <a:lnTo>
                  <a:pt x="581025" y="2362200"/>
                </a:lnTo>
                <a:lnTo>
                  <a:pt x="571500" y="2362200"/>
                </a:lnTo>
                <a:close/>
                <a:moveTo>
                  <a:pt x="933450" y="2343150"/>
                </a:moveTo>
                <a:lnTo>
                  <a:pt x="942975" y="2343150"/>
                </a:lnTo>
                <a:lnTo>
                  <a:pt x="942975" y="2352675"/>
                </a:lnTo>
                <a:lnTo>
                  <a:pt x="933450" y="2352675"/>
                </a:lnTo>
                <a:close/>
                <a:moveTo>
                  <a:pt x="1352550" y="2343150"/>
                </a:moveTo>
                <a:lnTo>
                  <a:pt x="1362075" y="2343150"/>
                </a:lnTo>
                <a:lnTo>
                  <a:pt x="1362075" y="2352675"/>
                </a:lnTo>
                <a:lnTo>
                  <a:pt x="1390650" y="2352675"/>
                </a:lnTo>
                <a:lnTo>
                  <a:pt x="1390650" y="2362200"/>
                </a:lnTo>
                <a:lnTo>
                  <a:pt x="1400175" y="2362200"/>
                </a:lnTo>
                <a:lnTo>
                  <a:pt x="1400175" y="2371725"/>
                </a:lnTo>
                <a:lnTo>
                  <a:pt x="1381125" y="2371725"/>
                </a:lnTo>
                <a:lnTo>
                  <a:pt x="1381125" y="2381250"/>
                </a:lnTo>
                <a:lnTo>
                  <a:pt x="1362075" y="2381250"/>
                </a:lnTo>
                <a:lnTo>
                  <a:pt x="1362075" y="2371725"/>
                </a:lnTo>
                <a:lnTo>
                  <a:pt x="1352550" y="2371725"/>
                </a:lnTo>
                <a:lnTo>
                  <a:pt x="1352550" y="2381250"/>
                </a:lnTo>
                <a:lnTo>
                  <a:pt x="1343025" y="2381250"/>
                </a:lnTo>
                <a:lnTo>
                  <a:pt x="1343025" y="2371725"/>
                </a:lnTo>
                <a:lnTo>
                  <a:pt x="1333500" y="2371725"/>
                </a:lnTo>
                <a:lnTo>
                  <a:pt x="1333500" y="2352675"/>
                </a:lnTo>
                <a:lnTo>
                  <a:pt x="1352550" y="2352675"/>
                </a:lnTo>
                <a:close/>
                <a:moveTo>
                  <a:pt x="1895475" y="2343150"/>
                </a:moveTo>
                <a:lnTo>
                  <a:pt x="1914525" y="2343150"/>
                </a:lnTo>
                <a:lnTo>
                  <a:pt x="1914525" y="2362200"/>
                </a:lnTo>
                <a:lnTo>
                  <a:pt x="1924050" y="2362200"/>
                </a:lnTo>
                <a:lnTo>
                  <a:pt x="1924050" y="2381250"/>
                </a:lnTo>
                <a:lnTo>
                  <a:pt x="1933575" y="2381250"/>
                </a:lnTo>
                <a:lnTo>
                  <a:pt x="1933575" y="2390775"/>
                </a:lnTo>
                <a:lnTo>
                  <a:pt x="1914525" y="2390775"/>
                </a:lnTo>
                <a:lnTo>
                  <a:pt x="1914525" y="2371725"/>
                </a:lnTo>
                <a:lnTo>
                  <a:pt x="1895475" y="2371725"/>
                </a:lnTo>
                <a:close/>
                <a:moveTo>
                  <a:pt x="2171700" y="2343150"/>
                </a:moveTo>
                <a:lnTo>
                  <a:pt x="2181225" y="2343150"/>
                </a:lnTo>
                <a:lnTo>
                  <a:pt x="2181225" y="2352675"/>
                </a:lnTo>
                <a:lnTo>
                  <a:pt x="2171700" y="2352675"/>
                </a:lnTo>
                <a:close/>
                <a:moveTo>
                  <a:pt x="285750" y="2352675"/>
                </a:moveTo>
                <a:lnTo>
                  <a:pt x="304800" y="2352675"/>
                </a:lnTo>
                <a:lnTo>
                  <a:pt x="304800" y="2362200"/>
                </a:lnTo>
                <a:lnTo>
                  <a:pt x="314325" y="2362200"/>
                </a:lnTo>
                <a:lnTo>
                  <a:pt x="314325" y="2371725"/>
                </a:lnTo>
                <a:lnTo>
                  <a:pt x="304800" y="2371725"/>
                </a:lnTo>
                <a:lnTo>
                  <a:pt x="304800" y="2381250"/>
                </a:lnTo>
                <a:lnTo>
                  <a:pt x="295275" y="2381250"/>
                </a:lnTo>
                <a:lnTo>
                  <a:pt x="295275" y="2371725"/>
                </a:lnTo>
                <a:lnTo>
                  <a:pt x="285750" y="2371725"/>
                </a:lnTo>
                <a:close/>
                <a:moveTo>
                  <a:pt x="942975" y="2352675"/>
                </a:moveTo>
                <a:lnTo>
                  <a:pt x="962025" y="2352675"/>
                </a:lnTo>
                <a:lnTo>
                  <a:pt x="962025" y="2371725"/>
                </a:lnTo>
                <a:lnTo>
                  <a:pt x="971550" y="2371725"/>
                </a:lnTo>
                <a:lnTo>
                  <a:pt x="971550" y="2381250"/>
                </a:lnTo>
                <a:lnTo>
                  <a:pt x="952500" y="2381250"/>
                </a:lnTo>
                <a:lnTo>
                  <a:pt x="952500" y="2362200"/>
                </a:lnTo>
                <a:lnTo>
                  <a:pt x="942975" y="2362200"/>
                </a:lnTo>
                <a:close/>
                <a:moveTo>
                  <a:pt x="76200" y="2362200"/>
                </a:moveTo>
                <a:lnTo>
                  <a:pt x="85725" y="2362200"/>
                </a:lnTo>
                <a:lnTo>
                  <a:pt x="85725" y="2371725"/>
                </a:lnTo>
                <a:lnTo>
                  <a:pt x="76200" y="2371725"/>
                </a:lnTo>
                <a:close/>
                <a:moveTo>
                  <a:pt x="95250" y="2362200"/>
                </a:moveTo>
                <a:lnTo>
                  <a:pt x="114300" y="2362200"/>
                </a:lnTo>
                <a:lnTo>
                  <a:pt x="114300" y="2371725"/>
                </a:lnTo>
                <a:lnTo>
                  <a:pt x="123825" y="2371725"/>
                </a:lnTo>
                <a:lnTo>
                  <a:pt x="123825" y="2390775"/>
                </a:lnTo>
                <a:lnTo>
                  <a:pt x="114300" y="2390775"/>
                </a:lnTo>
                <a:lnTo>
                  <a:pt x="114300" y="2400300"/>
                </a:lnTo>
                <a:lnTo>
                  <a:pt x="95250" y="2400300"/>
                </a:lnTo>
                <a:close/>
                <a:moveTo>
                  <a:pt x="485775" y="2362200"/>
                </a:moveTo>
                <a:lnTo>
                  <a:pt x="504825" y="2362200"/>
                </a:lnTo>
                <a:lnTo>
                  <a:pt x="504825" y="2371725"/>
                </a:lnTo>
                <a:lnTo>
                  <a:pt x="495300" y="2371725"/>
                </a:lnTo>
                <a:lnTo>
                  <a:pt x="495300" y="2381250"/>
                </a:lnTo>
                <a:lnTo>
                  <a:pt x="504825" y="2381250"/>
                </a:lnTo>
                <a:lnTo>
                  <a:pt x="504825" y="2390775"/>
                </a:lnTo>
                <a:lnTo>
                  <a:pt x="476250" y="2390775"/>
                </a:lnTo>
                <a:lnTo>
                  <a:pt x="476250" y="2371725"/>
                </a:lnTo>
                <a:lnTo>
                  <a:pt x="485775" y="2371725"/>
                </a:lnTo>
                <a:close/>
                <a:moveTo>
                  <a:pt x="314325" y="2371725"/>
                </a:moveTo>
                <a:lnTo>
                  <a:pt x="323850" y="2371725"/>
                </a:lnTo>
                <a:lnTo>
                  <a:pt x="323850" y="2390775"/>
                </a:lnTo>
                <a:lnTo>
                  <a:pt x="314325" y="2390775"/>
                </a:lnTo>
                <a:close/>
                <a:moveTo>
                  <a:pt x="533400" y="2371725"/>
                </a:moveTo>
                <a:lnTo>
                  <a:pt x="552450" y="2371725"/>
                </a:lnTo>
                <a:lnTo>
                  <a:pt x="552450" y="2381250"/>
                </a:lnTo>
                <a:lnTo>
                  <a:pt x="542925" y="2381250"/>
                </a:lnTo>
                <a:lnTo>
                  <a:pt x="542925" y="2390775"/>
                </a:lnTo>
                <a:lnTo>
                  <a:pt x="533400" y="2390775"/>
                </a:lnTo>
                <a:close/>
                <a:moveTo>
                  <a:pt x="990600" y="2371725"/>
                </a:moveTo>
                <a:lnTo>
                  <a:pt x="1009650" y="2371725"/>
                </a:lnTo>
                <a:lnTo>
                  <a:pt x="1009650" y="2390775"/>
                </a:lnTo>
                <a:lnTo>
                  <a:pt x="990600" y="2390775"/>
                </a:lnTo>
                <a:close/>
                <a:moveTo>
                  <a:pt x="1028700" y="2371725"/>
                </a:moveTo>
                <a:lnTo>
                  <a:pt x="1038225" y="2371725"/>
                </a:lnTo>
                <a:lnTo>
                  <a:pt x="1038225" y="2390775"/>
                </a:lnTo>
                <a:lnTo>
                  <a:pt x="1028700" y="2390775"/>
                </a:lnTo>
                <a:close/>
                <a:moveTo>
                  <a:pt x="1247775" y="2371725"/>
                </a:moveTo>
                <a:lnTo>
                  <a:pt x="1304925" y="2371725"/>
                </a:lnTo>
                <a:lnTo>
                  <a:pt x="1304925" y="2381250"/>
                </a:lnTo>
                <a:lnTo>
                  <a:pt x="1295400" y="2381250"/>
                </a:lnTo>
                <a:lnTo>
                  <a:pt x="1295400" y="2390775"/>
                </a:lnTo>
                <a:lnTo>
                  <a:pt x="1314450" y="2390775"/>
                </a:lnTo>
                <a:lnTo>
                  <a:pt x="1314450" y="2400300"/>
                </a:lnTo>
                <a:lnTo>
                  <a:pt x="1266825" y="2400300"/>
                </a:lnTo>
                <a:lnTo>
                  <a:pt x="1266825" y="2390775"/>
                </a:lnTo>
                <a:lnTo>
                  <a:pt x="1276350" y="2390775"/>
                </a:lnTo>
                <a:lnTo>
                  <a:pt x="1276350" y="2381250"/>
                </a:lnTo>
                <a:lnTo>
                  <a:pt x="1247775" y="2381250"/>
                </a:lnTo>
                <a:close/>
                <a:moveTo>
                  <a:pt x="1438275" y="2371725"/>
                </a:moveTo>
                <a:lnTo>
                  <a:pt x="1447800" y="2371725"/>
                </a:lnTo>
                <a:lnTo>
                  <a:pt x="1447800" y="2381250"/>
                </a:lnTo>
                <a:lnTo>
                  <a:pt x="1438275" y="2381250"/>
                </a:lnTo>
                <a:close/>
                <a:moveTo>
                  <a:pt x="1476375" y="2371725"/>
                </a:moveTo>
                <a:lnTo>
                  <a:pt x="1485900" y="2371725"/>
                </a:lnTo>
                <a:lnTo>
                  <a:pt x="1485900" y="2381250"/>
                </a:lnTo>
                <a:lnTo>
                  <a:pt x="1476375" y="2381250"/>
                </a:lnTo>
                <a:close/>
                <a:moveTo>
                  <a:pt x="1600200" y="2371725"/>
                </a:moveTo>
                <a:lnTo>
                  <a:pt x="1609725" y="2371725"/>
                </a:lnTo>
                <a:lnTo>
                  <a:pt x="1609725" y="2390775"/>
                </a:lnTo>
                <a:lnTo>
                  <a:pt x="1619250" y="2390775"/>
                </a:lnTo>
                <a:lnTo>
                  <a:pt x="1619250" y="2400300"/>
                </a:lnTo>
                <a:lnTo>
                  <a:pt x="1600200" y="2400300"/>
                </a:lnTo>
                <a:lnTo>
                  <a:pt x="1600200" y="2390775"/>
                </a:lnTo>
                <a:lnTo>
                  <a:pt x="1590675" y="2390775"/>
                </a:lnTo>
                <a:lnTo>
                  <a:pt x="1590675" y="2381250"/>
                </a:lnTo>
                <a:lnTo>
                  <a:pt x="1600200" y="2381250"/>
                </a:lnTo>
                <a:close/>
                <a:moveTo>
                  <a:pt x="1733550" y="2371725"/>
                </a:moveTo>
                <a:lnTo>
                  <a:pt x="1743075" y="2371725"/>
                </a:lnTo>
                <a:lnTo>
                  <a:pt x="1743075" y="2381250"/>
                </a:lnTo>
                <a:lnTo>
                  <a:pt x="1733550" y="2381250"/>
                </a:lnTo>
                <a:close/>
                <a:moveTo>
                  <a:pt x="2219325" y="2371725"/>
                </a:moveTo>
                <a:lnTo>
                  <a:pt x="2257425" y="2371725"/>
                </a:lnTo>
                <a:lnTo>
                  <a:pt x="2257425" y="2390775"/>
                </a:lnTo>
                <a:lnTo>
                  <a:pt x="2238375" y="2390775"/>
                </a:lnTo>
                <a:lnTo>
                  <a:pt x="2238375" y="2381250"/>
                </a:lnTo>
                <a:lnTo>
                  <a:pt x="2219325" y="2381250"/>
                </a:lnTo>
                <a:close/>
                <a:moveTo>
                  <a:pt x="2276475" y="2381250"/>
                </a:moveTo>
                <a:lnTo>
                  <a:pt x="2305050" y="2381250"/>
                </a:lnTo>
                <a:lnTo>
                  <a:pt x="2305050" y="2400300"/>
                </a:lnTo>
                <a:lnTo>
                  <a:pt x="2295525" y="2400300"/>
                </a:lnTo>
                <a:lnTo>
                  <a:pt x="2295525" y="2390775"/>
                </a:lnTo>
                <a:lnTo>
                  <a:pt x="2276475" y="2390775"/>
                </a:lnTo>
                <a:close/>
                <a:moveTo>
                  <a:pt x="447675" y="2390775"/>
                </a:moveTo>
                <a:lnTo>
                  <a:pt x="457200" y="2390775"/>
                </a:lnTo>
                <a:lnTo>
                  <a:pt x="457200" y="2400300"/>
                </a:lnTo>
                <a:lnTo>
                  <a:pt x="447675" y="2400300"/>
                </a:lnTo>
                <a:close/>
                <a:moveTo>
                  <a:pt x="1057275" y="2390775"/>
                </a:moveTo>
                <a:lnTo>
                  <a:pt x="1066800" y="2390775"/>
                </a:lnTo>
                <a:lnTo>
                  <a:pt x="1066800" y="2400300"/>
                </a:lnTo>
                <a:lnTo>
                  <a:pt x="1057275" y="2400300"/>
                </a:lnTo>
                <a:close/>
                <a:moveTo>
                  <a:pt x="1162050" y="2390775"/>
                </a:moveTo>
                <a:lnTo>
                  <a:pt x="1190625" y="2390775"/>
                </a:lnTo>
                <a:lnTo>
                  <a:pt x="1190625" y="2400300"/>
                </a:lnTo>
                <a:lnTo>
                  <a:pt x="1162050" y="2400300"/>
                </a:lnTo>
                <a:close/>
                <a:moveTo>
                  <a:pt x="1219200" y="2390775"/>
                </a:moveTo>
                <a:lnTo>
                  <a:pt x="1247775" y="2390775"/>
                </a:lnTo>
                <a:lnTo>
                  <a:pt x="1247775" y="2400300"/>
                </a:lnTo>
                <a:lnTo>
                  <a:pt x="1219200" y="2400300"/>
                </a:lnTo>
                <a:close/>
                <a:moveTo>
                  <a:pt x="1409700" y="2390775"/>
                </a:moveTo>
                <a:lnTo>
                  <a:pt x="1438275" y="2390775"/>
                </a:lnTo>
                <a:lnTo>
                  <a:pt x="1438275" y="2400300"/>
                </a:lnTo>
                <a:lnTo>
                  <a:pt x="1409700" y="2400300"/>
                </a:lnTo>
                <a:close/>
                <a:moveTo>
                  <a:pt x="2143125" y="2409825"/>
                </a:moveTo>
                <a:lnTo>
                  <a:pt x="2162175" y="2409825"/>
                </a:lnTo>
                <a:lnTo>
                  <a:pt x="2162175" y="2419350"/>
                </a:lnTo>
                <a:lnTo>
                  <a:pt x="2171700" y="2419350"/>
                </a:lnTo>
                <a:lnTo>
                  <a:pt x="2171700" y="2428875"/>
                </a:lnTo>
                <a:lnTo>
                  <a:pt x="2152650" y="2428875"/>
                </a:lnTo>
                <a:lnTo>
                  <a:pt x="2152650" y="2438400"/>
                </a:lnTo>
                <a:lnTo>
                  <a:pt x="2133600" y="2438400"/>
                </a:lnTo>
                <a:lnTo>
                  <a:pt x="2133600" y="2428875"/>
                </a:lnTo>
                <a:lnTo>
                  <a:pt x="2124075" y="2428875"/>
                </a:lnTo>
                <a:lnTo>
                  <a:pt x="2124075" y="2419350"/>
                </a:lnTo>
                <a:lnTo>
                  <a:pt x="2143125" y="2419350"/>
                </a:lnTo>
                <a:close/>
                <a:moveTo>
                  <a:pt x="2419350" y="2419350"/>
                </a:moveTo>
                <a:lnTo>
                  <a:pt x="2438400" y="2419350"/>
                </a:lnTo>
                <a:lnTo>
                  <a:pt x="2438400" y="2428875"/>
                </a:lnTo>
                <a:lnTo>
                  <a:pt x="2428875" y="2428875"/>
                </a:lnTo>
                <a:lnTo>
                  <a:pt x="2428875" y="2438400"/>
                </a:lnTo>
                <a:lnTo>
                  <a:pt x="2419350" y="2438400"/>
                </a:lnTo>
                <a:close/>
                <a:moveTo>
                  <a:pt x="2114550" y="2428875"/>
                </a:moveTo>
                <a:lnTo>
                  <a:pt x="2124075" y="2428875"/>
                </a:lnTo>
                <a:lnTo>
                  <a:pt x="2124075" y="2438400"/>
                </a:lnTo>
                <a:lnTo>
                  <a:pt x="2114550" y="2438400"/>
                </a:lnTo>
                <a:close/>
                <a:moveTo>
                  <a:pt x="1809750" y="2438400"/>
                </a:moveTo>
                <a:lnTo>
                  <a:pt x="1819275" y="2438400"/>
                </a:lnTo>
                <a:lnTo>
                  <a:pt x="1819275" y="2447925"/>
                </a:lnTo>
                <a:lnTo>
                  <a:pt x="1809750" y="2447925"/>
                </a:lnTo>
                <a:close/>
                <a:moveTo>
                  <a:pt x="2105025" y="2447925"/>
                </a:moveTo>
                <a:lnTo>
                  <a:pt x="2114550" y="2447925"/>
                </a:lnTo>
                <a:lnTo>
                  <a:pt x="2114550" y="2457450"/>
                </a:lnTo>
                <a:lnTo>
                  <a:pt x="2105025" y="2457450"/>
                </a:lnTo>
                <a:close/>
                <a:moveTo>
                  <a:pt x="123825" y="2457450"/>
                </a:moveTo>
                <a:lnTo>
                  <a:pt x="133350" y="2457450"/>
                </a:lnTo>
                <a:lnTo>
                  <a:pt x="133350" y="2466975"/>
                </a:lnTo>
                <a:lnTo>
                  <a:pt x="123825" y="2466975"/>
                </a:lnTo>
                <a:close/>
                <a:moveTo>
                  <a:pt x="295275" y="2457450"/>
                </a:moveTo>
                <a:lnTo>
                  <a:pt x="304800" y="2457450"/>
                </a:lnTo>
                <a:lnTo>
                  <a:pt x="304800" y="2476500"/>
                </a:lnTo>
                <a:lnTo>
                  <a:pt x="295275" y="2476500"/>
                </a:lnTo>
                <a:close/>
                <a:moveTo>
                  <a:pt x="1828800" y="2466975"/>
                </a:moveTo>
                <a:lnTo>
                  <a:pt x="1838325" y="2466975"/>
                </a:lnTo>
                <a:lnTo>
                  <a:pt x="1838325" y="2476500"/>
                </a:lnTo>
                <a:lnTo>
                  <a:pt x="1828800" y="2476500"/>
                </a:lnTo>
                <a:close/>
                <a:moveTo>
                  <a:pt x="190500" y="2486025"/>
                </a:moveTo>
                <a:lnTo>
                  <a:pt x="200025" y="2486025"/>
                </a:lnTo>
                <a:lnTo>
                  <a:pt x="200025" y="2495550"/>
                </a:lnTo>
                <a:lnTo>
                  <a:pt x="190500" y="2495550"/>
                </a:lnTo>
                <a:close/>
                <a:moveTo>
                  <a:pt x="2038350" y="2486025"/>
                </a:moveTo>
                <a:lnTo>
                  <a:pt x="2057400" y="2486025"/>
                </a:lnTo>
                <a:lnTo>
                  <a:pt x="2057400" y="2495550"/>
                </a:lnTo>
                <a:lnTo>
                  <a:pt x="2038350" y="2495550"/>
                </a:lnTo>
                <a:close/>
                <a:moveTo>
                  <a:pt x="85725" y="2495550"/>
                </a:moveTo>
                <a:lnTo>
                  <a:pt x="95250" y="2495550"/>
                </a:lnTo>
                <a:lnTo>
                  <a:pt x="95250" y="2514600"/>
                </a:lnTo>
                <a:lnTo>
                  <a:pt x="85725" y="2514600"/>
                </a:lnTo>
                <a:close/>
                <a:moveTo>
                  <a:pt x="228600" y="2495550"/>
                </a:moveTo>
                <a:lnTo>
                  <a:pt x="238125" y="2495550"/>
                </a:lnTo>
                <a:lnTo>
                  <a:pt x="238125" y="2505075"/>
                </a:lnTo>
                <a:lnTo>
                  <a:pt x="228600" y="2505075"/>
                </a:lnTo>
                <a:close/>
                <a:moveTo>
                  <a:pt x="133350" y="2505075"/>
                </a:moveTo>
                <a:lnTo>
                  <a:pt x="142875" y="2505075"/>
                </a:lnTo>
                <a:lnTo>
                  <a:pt x="142875" y="2514600"/>
                </a:lnTo>
                <a:lnTo>
                  <a:pt x="133350" y="2514600"/>
                </a:lnTo>
                <a:close/>
                <a:moveTo>
                  <a:pt x="495300" y="2505075"/>
                </a:moveTo>
                <a:lnTo>
                  <a:pt x="504825" y="2505075"/>
                </a:lnTo>
                <a:lnTo>
                  <a:pt x="504825" y="2514600"/>
                </a:lnTo>
                <a:lnTo>
                  <a:pt x="495300" y="2514600"/>
                </a:lnTo>
                <a:close/>
                <a:moveTo>
                  <a:pt x="514350" y="2505075"/>
                </a:moveTo>
                <a:lnTo>
                  <a:pt x="523875" y="2505075"/>
                </a:lnTo>
                <a:lnTo>
                  <a:pt x="523875" y="2514600"/>
                </a:lnTo>
                <a:lnTo>
                  <a:pt x="514350" y="2514600"/>
                </a:lnTo>
                <a:close/>
                <a:moveTo>
                  <a:pt x="2247900" y="2505075"/>
                </a:moveTo>
                <a:lnTo>
                  <a:pt x="2257425" y="2505075"/>
                </a:lnTo>
                <a:lnTo>
                  <a:pt x="2257425" y="2514600"/>
                </a:lnTo>
                <a:lnTo>
                  <a:pt x="2247900" y="2514600"/>
                </a:lnTo>
                <a:close/>
                <a:moveTo>
                  <a:pt x="2295525" y="2514600"/>
                </a:moveTo>
                <a:lnTo>
                  <a:pt x="2305050" y="2514600"/>
                </a:lnTo>
                <a:lnTo>
                  <a:pt x="2305050" y="2533650"/>
                </a:lnTo>
                <a:lnTo>
                  <a:pt x="2257425" y="2533650"/>
                </a:lnTo>
                <a:lnTo>
                  <a:pt x="2257425" y="2524125"/>
                </a:lnTo>
                <a:lnTo>
                  <a:pt x="2295525" y="2524125"/>
                </a:lnTo>
                <a:close/>
                <a:moveTo>
                  <a:pt x="104775" y="2524125"/>
                </a:moveTo>
                <a:lnTo>
                  <a:pt x="114300" y="2524125"/>
                </a:lnTo>
                <a:lnTo>
                  <a:pt x="114300" y="2533650"/>
                </a:lnTo>
                <a:lnTo>
                  <a:pt x="104775" y="2533650"/>
                </a:lnTo>
                <a:close/>
                <a:moveTo>
                  <a:pt x="2238375" y="2533650"/>
                </a:moveTo>
                <a:lnTo>
                  <a:pt x="2247900" y="2533650"/>
                </a:lnTo>
                <a:lnTo>
                  <a:pt x="2247900" y="2543175"/>
                </a:lnTo>
                <a:lnTo>
                  <a:pt x="2238375" y="2543175"/>
                </a:lnTo>
                <a:close/>
                <a:moveTo>
                  <a:pt x="2305050" y="2533650"/>
                </a:moveTo>
                <a:lnTo>
                  <a:pt x="2314575" y="2533650"/>
                </a:lnTo>
                <a:lnTo>
                  <a:pt x="2314575" y="2543175"/>
                </a:lnTo>
                <a:lnTo>
                  <a:pt x="2305050" y="2543175"/>
                </a:lnTo>
                <a:close/>
                <a:moveTo>
                  <a:pt x="2228850" y="2543175"/>
                </a:moveTo>
                <a:lnTo>
                  <a:pt x="2238375" y="2543175"/>
                </a:lnTo>
                <a:lnTo>
                  <a:pt x="2238375" y="2562225"/>
                </a:lnTo>
                <a:lnTo>
                  <a:pt x="2228850" y="2562225"/>
                </a:lnTo>
                <a:close/>
                <a:moveTo>
                  <a:pt x="2314575" y="2543175"/>
                </a:moveTo>
                <a:lnTo>
                  <a:pt x="2324100" y="2543175"/>
                </a:lnTo>
                <a:lnTo>
                  <a:pt x="2324100" y="2552700"/>
                </a:lnTo>
                <a:lnTo>
                  <a:pt x="2314575" y="2552700"/>
                </a:lnTo>
                <a:close/>
                <a:moveTo>
                  <a:pt x="152400" y="2552700"/>
                </a:moveTo>
                <a:lnTo>
                  <a:pt x="161925" y="2552700"/>
                </a:lnTo>
                <a:lnTo>
                  <a:pt x="161925" y="2562225"/>
                </a:lnTo>
                <a:lnTo>
                  <a:pt x="152400" y="2562225"/>
                </a:lnTo>
                <a:close/>
                <a:moveTo>
                  <a:pt x="1638300" y="2552700"/>
                </a:moveTo>
                <a:lnTo>
                  <a:pt x="1647825" y="2552700"/>
                </a:lnTo>
                <a:lnTo>
                  <a:pt x="1647825" y="2562225"/>
                </a:lnTo>
                <a:lnTo>
                  <a:pt x="1638300" y="2562225"/>
                </a:lnTo>
                <a:close/>
                <a:moveTo>
                  <a:pt x="819150" y="2562225"/>
                </a:moveTo>
                <a:lnTo>
                  <a:pt x="838200" y="2562225"/>
                </a:lnTo>
                <a:lnTo>
                  <a:pt x="838200" y="2571750"/>
                </a:lnTo>
                <a:lnTo>
                  <a:pt x="819150" y="2571750"/>
                </a:lnTo>
                <a:close/>
              </a:path>
            </a:pathLst>
          </a:custGeom>
          <a:solidFill xmlns:a="http://schemas.openxmlformats.org/drawingml/2006/main">
            <a:srgbClr val="F8F7F2"/>
          </a:solidFill>
          <a:ln xmlns:a="http://schemas.openxmlformats.org/drawingml/2006/main" w="0">
            <a:noFill/>
          </a:ln>
        </p:spPr>
      </p:sp>
      <p:sp>
        <p:nvSpPr>
          <p:cNvPr id="81" name="papers vector #f7f7f1">
            <a:extLst xmlns:a="http://schemas.openxmlformats.org/drawingml/2006/main">
              <a:ext uri="{FF2B5EF4-FFF2-40B4-BE49-F238E27FC236}">
                <a16:creationId xmlns:a16="http://schemas.microsoft.com/office/drawing/2014/main" id="{E60AF95C-A1C1-4F12-872B-54D9B75563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43475" y="1724025"/>
            <a:ext cx="3781425" cy="3990975"/>
          </a:xfrm>
          <a:custGeom xmlns:a="http://schemas.openxmlformats.org/drawingml/2006/main">
            <a:pathLst>
              <a:path w="2457450" h="2590800">
                <a:moveTo>
                  <a:pt x="104775" y="0"/>
                </a:moveTo>
                <a:lnTo>
                  <a:pt x="114300" y="0"/>
                </a:lnTo>
                <a:lnTo>
                  <a:pt x="114300" y="19050"/>
                </a:lnTo>
                <a:lnTo>
                  <a:pt x="104775" y="19050"/>
                </a:lnTo>
                <a:close/>
                <a:moveTo>
                  <a:pt x="1171575" y="0"/>
                </a:moveTo>
                <a:lnTo>
                  <a:pt x="1181100" y="0"/>
                </a:lnTo>
                <a:lnTo>
                  <a:pt x="1181100" y="9525"/>
                </a:lnTo>
                <a:lnTo>
                  <a:pt x="1171575" y="9525"/>
                </a:lnTo>
                <a:close/>
                <a:moveTo>
                  <a:pt x="1819275" y="0"/>
                </a:moveTo>
                <a:lnTo>
                  <a:pt x="1828800" y="0"/>
                </a:lnTo>
                <a:lnTo>
                  <a:pt x="1828800" y="9525"/>
                </a:lnTo>
                <a:lnTo>
                  <a:pt x="1838325" y="9525"/>
                </a:lnTo>
                <a:lnTo>
                  <a:pt x="1838325" y="0"/>
                </a:lnTo>
                <a:lnTo>
                  <a:pt x="1857375" y="0"/>
                </a:lnTo>
                <a:lnTo>
                  <a:pt x="1857375" y="9525"/>
                </a:lnTo>
                <a:lnTo>
                  <a:pt x="1847850" y="9525"/>
                </a:lnTo>
                <a:lnTo>
                  <a:pt x="1847850" y="38100"/>
                </a:lnTo>
                <a:lnTo>
                  <a:pt x="1838325" y="38100"/>
                </a:lnTo>
                <a:lnTo>
                  <a:pt x="1838325" y="28575"/>
                </a:lnTo>
                <a:lnTo>
                  <a:pt x="1819275" y="28575"/>
                </a:lnTo>
                <a:close/>
                <a:moveTo>
                  <a:pt x="2057400" y="0"/>
                </a:moveTo>
                <a:lnTo>
                  <a:pt x="2066925" y="0"/>
                </a:lnTo>
                <a:lnTo>
                  <a:pt x="2066925" y="19050"/>
                </a:lnTo>
                <a:lnTo>
                  <a:pt x="2057400" y="19050"/>
                </a:lnTo>
                <a:close/>
                <a:moveTo>
                  <a:pt x="2314575" y="0"/>
                </a:moveTo>
                <a:lnTo>
                  <a:pt x="2333625" y="0"/>
                </a:lnTo>
                <a:lnTo>
                  <a:pt x="2333625" y="9525"/>
                </a:lnTo>
                <a:lnTo>
                  <a:pt x="2314575" y="9525"/>
                </a:lnTo>
                <a:close/>
                <a:moveTo>
                  <a:pt x="2390775" y="0"/>
                </a:moveTo>
                <a:lnTo>
                  <a:pt x="2400300" y="0"/>
                </a:lnTo>
                <a:lnTo>
                  <a:pt x="2400300" y="19050"/>
                </a:lnTo>
                <a:lnTo>
                  <a:pt x="2409825" y="19050"/>
                </a:lnTo>
                <a:lnTo>
                  <a:pt x="2409825" y="28575"/>
                </a:lnTo>
                <a:lnTo>
                  <a:pt x="2400300" y="28575"/>
                </a:lnTo>
                <a:lnTo>
                  <a:pt x="2400300" y="66675"/>
                </a:lnTo>
                <a:lnTo>
                  <a:pt x="2390775" y="66675"/>
                </a:lnTo>
                <a:lnTo>
                  <a:pt x="2390775" y="57150"/>
                </a:lnTo>
                <a:lnTo>
                  <a:pt x="2352675" y="57150"/>
                </a:lnTo>
                <a:lnTo>
                  <a:pt x="2352675" y="47625"/>
                </a:lnTo>
                <a:lnTo>
                  <a:pt x="2362200" y="47625"/>
                </a:lnTo>
                <a:lnTo>
                  <a:pt x="2362200" y="38100"/>
                </a:lnTo>
                <a:lnTo>
                  <a:pt x="2352675" y="38100"/>
                </a:lnTo>
                <a:lnTo>
                  <a:pt x="2352675" y="28575"/>
                </a:lnTo>
                <a:lnTo>
                  <a:pt x="2362200" y="28575"/>
                </a:lnTo>
                <a:lnTo>
                  <a:pt x="2362200" y="19050"/>
                </a:lnTo>
                <a:lnTo>
                  <a:pt x="2390775" y="19050"/>
                </a:lnTo>
                <a:close/>
                <a:moveTo>
                  <a:pt x="2409825" y="0"/>
                </a:moveTo>
                <a:lnTo>
                  <a:pt x="2419350" y="0"/>
                </a:lnTo>
                <a:lnTo>
                  <a:pt x="2419350" y="9525"/>
                </a:lnTo>
                <a:lnTo>
                  <a:pt x="2409825" y="9525"/>
                </a:lnTo>
                <a:close/>
                <a:moveTo>
                  <a:pt x="600075" y="19050"/>
                </a:moveTo>
                <a:lnTo>
                  <a:pt x="619125" y="19050"/>
                </a:lnTo>
                <a:lnTo>
                  <a:pt x="619125" y="28575"/>
                </a:lnTo>
                <a:lnTo>
                  <a:pt x="600075" y="28575"/>
                </a:lnTo>
                <a:close/>
                <a:moveTo>
                  <a:pt x="1485900" y="19050"/>
                </a:moveTo>
                <a:lnTo>
                  <a:pt x="1524000" y="19050"/>
                </a:lnTo>
                <a:lnTo>
                  <a:pt x="1524000" y="28575"/>
                </a:lnTo>
                <a:lnTo>
                  <a:pt x="1514475" y="28575"/>
                </a:lnTo>
                <a:lnTo>
                  <a:pt x="1514475" y="38100"/>
                </a:lnTo>
                <a:lnTo>
                  <a:pt x="1495425" y="38100"/>
                </a:lnTo>
                <a:lnTo>
                  <a:pt x="1495425" y="28575"/>
                </a:lnTo>
                <a:lnTo>
                  <a:pt x="1485900" y="28575"/>
                </a:lnTo>
                <a:close/>
                <a:moveTo>
                  <a:pt x="1866900" y="19050"/>
                </a:moveTo>
                <a:lnTo>
                  <a:pt x="1885950" y="19050"/>
                </a:lnTo>
                <a:lnTo>
                  <a:pt x="1885950" y="28575"/>
                </a:lnTo>
                <a:lnTo>
                  <a:pt x="1895475" y="28575"/>
                </a:lnTo>
                <a:lnTo>
                  <a:pt x="1895475" y="19050"/>
                </a:lnTo>
                <a:lnTo>
                  <a:pt x="1905000" y="19050"/>
                </a:lnTo>
                <a:lnTo>
                  <a:pt x="1905000" y="28575"/>
                </a:lnTo>
                <a:lnTo>
                  <a:pt x="1924050" y="28575"/>
                </a:lnTo>
                <a:lnTo>
                  <a:pt x="1924050" y="19050"/>
                </a:lnTo>
                <a:lnTo>
                  <a:pt x="1933575" y="19050"/>
                </a:lnTo>
                <a:lnTo>
                  <a:pt x="1933575" y="28575"/>
                </a:lnTo>
                <a:lnTo>
                  <a:pt x="1924050" y="28575"/>
                </a:lnTo>
                <a:lnTo>
                  <a:pt x="1924050" y="38100"/>
                </a:lnTo>
                <a:lnTo>
                  <a:pt x="1914525" y="38100"/>
                </a:lnTo>
                <a:lnTo>
                  <a:pt x="1914525" y="47625"/>
                </a:lnTo>
                <a:lnTo>
                  <a:pt x="1905000" y="47625"/>
                </a:lnTo>
                <a:lnTo>
                  <a:pt x="1905000" y="38100"/>
                </a:lnTo>
                <a:lnTo>
                  <a:pt x="1866900" y="38100"/>
                </a:lnTo>
                <a:lnTo>
                  <a:pt x="1866900" y="47625"/>
                </a:lnTo>
                <a:lnTo>
                  <a:pt x="1857375" y="47625"/>
                </a:lnTo>
                <a:lnTo>
                  <a:pt x="1857375" y="28575"/>
                </a:lnTo>
                <a:lnTo>
                  <a:pt x="1866900" y="28575"/>
                </a:lnTo>
                <a:close/>
                <a:moveTo>
                  <a:pt x="1400175" y="28575"/>
                </a:moveTo>
                <a:lnTo>
                  <a:pt x="1419225" y="28575"/>
                </a:lnTo>
                <a:lnTo>
                  <a:pt x="1419225" y="38100"/>
                </a:lnTo>
                <a:lnTo>
                  <a:pt x="1400175" y="38100"/>
                </a:lnTo>
                <a:close/>
                <a:moveTo>
                  <a:pt x="1809750" y="28575"/>
                </a:moveTo>
                <a:lnTo>
                  <a:pt x="1819275" y="28575"/>
                </a:lnTo>
                <a:lnTo>
                  <a:pt x="1819275" y="38100"/>
                </a:lnTo>
                <a:lnTo>
                  <a:pt x="1838325" y="38100"/>
                </a:lnTo>
                <a:lnTo>
                  <a:pt x="1838325" y="57150"/>
                </a:lnTo>
                <a:lnTo>
                  <a:pt x="1819275" y="57150"/>
                </a:lnTo>
                <a:lnTo>
                  <a:pt x="1819275" y="66675"/>
                </a:lnTo>
                <a:lnTo>
                  <a:pt x="1800225" y="66675"/>
                </a:lnTo>
                <a:lnTo>
                  <a:pt x="1800225" y="57150"/>
                </a:lnTo>
                <a:lnTo>
                  <a:pt x="1790700" y="57150"/>
                </a:lnTo>
                <a:lnTo>
                  <a:pt x="1790700" y="47625"/>
                </a:lnTo>
                <a:lnTo>
                  <a:pt x="1800225" y="47625"/>
                </a:lnTo>
                <a:lnTo>
                  <a:pt x="1800225" y="38100"/>
                </a:lnTo>
                <a:lnTo>
                  <a:pt x="1809750" y="38100"/>
                </a:lnTo>
                <a:close/>
                <a:moveTo>
                  <a:pt x="304800" y="47625"/>
                </a:moveTo>
                <a:lnTo>
                  <a:pt x="323850" y="47625"/>
                </a:lnTo>
                <a:lnTo>
                  <a:pt x="323850" y="57150"/>
                </a:lnTo>
                <a:lnTo>
                  <a:pt x="304800" y="57150"/>
                </a:lnTo>
                <a:close/>
                <a:moveTo>
                  <a:pt x="1876425" y="47625"/>
                </a:moveTo>
                <a:lnTo>
                  <a:pt x="1885950" y="47625"/>
                </a:lnTo>
                <a:lnTo>
                  <a:pt x="1885950" y="57150"/>
                </a:lnTo>
                <a:lnTo>
                  <a:pt x="1876425" y="57150"/>
                </a:lnTo>
                <a:close/>
                <a:moveTo>
                  <a:pt x="47625" y="57150"/>
                </a:moveTo>
                <a:lnTo>
                  <a:pt x="76200" y="57150"/>
                </a:lnTo>
                <a:lnTo>
                  <a:pt x="76200" y="66675"/>
                </a:lnTo>
                <a:lnTo>
                  <a:pt x="47625" y="66675"/>
                </a:lnTo>
                <a:close/>
                <a:moveTo>
                  <a:pt x="1885950" y="57150"/>
                </a:moveTo>
                <a:lnTo>
                  <a:pt x="1905000" y="57150"/>
                </a:lnTo>
                <a:lnTo>
                  <a:pt x="1905000" y="66675"/>
                </a:lnTo>
                <a:lnTo>
                  <a:pt x="1885950" y="66675"/>
                </a:lnTo>
                <a:close/>
                <a:moveTo>
                  <a:pt x="2257425" y="57150"/>
                </a:moveTo>
                <a:lnTo>
                  <a:pt x="2276475" y="57150"/>
                </a:lnTo>
                <a:lnTo>
                  <a:pt x="2276475" y="66675"/>
                </a:lnTo>
                <a:lnTo>
                  <a:pt x="2266950" y="66675"/>
                </a:lnTo>
                <a:lnTo>
                  <a:pt x="2266950" y="76200"/>
                </a:lnTo>
                <a:lnTo>
                  <a:pt x="2257425" y="76200"/>
                </a:lnTo>
                <a:close/>
                <a:moveTo>
                  <a:pt x="2295525" y="66675"/>
                </a:moveTo>
                <a:lnTo>
                  <a:pt x="2314575" y="66675"/>
                </a:lnTo>
                <a:lnTo>
                  <a:pt x="2314575" y="76200"/>
                </a:lnTo>
                <a:lnTo>
                  <a:pt x="2305050" y="76200"/>
                </a:lnTo>
                <a:lnTo>
                  <a:pt x="2305050" y="85725"/>
                </a:lnTo>
                <a:lnTo>
                  <a:pt x="2295525" y="85725"/>
                </a:lnTo>
                <a:close/>
                <a:moveTo>
                  <a:pt x="47625" y="76200"/>
                </a:moveTo>
                <a:lnTo>
                  <a:pt x="57150" y="76200"/>
                </a:lnTo>
                <a:lnTo>
                  <a:pt x="57150" y="85725"/>
                </a:lnTo>
                <a:lnTo>
                  <a:pt x="47625" y="85725"/>
                </a:lnTo>
                <a:close/>
                <a:moveTo>
                  <a:pt x="2362200" y="104775"/>
                </a:moveTo>
                <a:lnTo>
                  <a:pt x="2371725" y="104775"/>
                </a:lnTo>
                <a:lnTo>
                  <a:pt x="2371725" y="114300"/>
                </a:lnTo>
                <a:lnTo>
                  <a:pt x="2362200" y="114300"/>
                </a:lnTo>
                <a:close/>
                <a:moveTo>
                  <a:pt x="2381250" y="104775"/>
                </a:moveTo>
                <a:lnTo>
                  <a:pt x="2390775" y="104775"/>
                </a:lnTo>
                <a:lnTo>
                  <a:pt x="2390775" y="114300"/>
                </a:lnTo>
                <a:lnTo>
                  <a:pt x="2381250" y="114300"/>
                </a:lnTo>
                <a:close/>
                <a:moveTo>
                  <a:pt x="2371725" y="114300"/>
                </a:moveTo>
                <a:lnTo>
                  <a:pt x="2381250" y="114300"/>
                </a:lnTo>
                <a:lnTo>
                  <a:pt x="2381250" y="123825"/>
                </a:lnTo>
                <a:lnTo>
                  <a:pt x="2371725" y="123825"/>
                </a:lnTo>
                <a:close/>
                <a:moveTo>
                  <a:pt x="352425" y="123825"/>
                </a:moveTo>
                <a:lnTo>
                  <a:pt x="371475" y="123825"/>
                </a:lnTo>
                <a:lnTo>
                  <a:pt x="371475" y="133350"/>
                </a:lnTo>
                <a:lnTo>
                  <a:pt x="352425" y="133350"/>
                </a:lnTo>
                <a:close/>
                <a:moveTo>
                  <a:pt x="1514475" y="123825"/>
                </a:moveTo>
                <a:lnTo>
                  <a:pt x="1524000" y="123825"/>
                </a:lnTo>
                <a:lnTo>
                  <a:pt x="1524000" y="133350"/>
                </a:lnTo>
                <a:lnTo>
                  <a:pt x="1514475" y="133350"/>
                </a:lnTo>
                <a:close/>
                <a:moveTo>
                  <a:pt x="1733550" y="123825"/>
                </a:moveTo>
                <a:lnTo>
                  <a:pt x="1743075" y="123825"/>
                </a:lnTo>
                <a:lnTo>
                  <a:pt x="1743075" y="133350"/>
                </a:lnTo>
                <a:lnTo>
                  <a:pt x="1733550" y="133350"/>
                </a:lnTo>
                <a:close/>
                <a:moveTo>
                  <a:pt x="1752600" y="123825"/>
                </a:moveTo>
                <a:lnTo>
                  <a:pt x="1781175" y="123825"/>
                </a:lnTo>
                <a:lnTo>
                  <a:pt x="1781175" y="133350"/>
                </a:lnTo>
                <a:lnTo>
                  <a:pt x="1752600" y="133350"/>
                </a:lnTo>
                <a:close/>
                <a:moveTo>
                  <a:pt x="1857375" y="123825"/>
                </a:moveTo>
                <a:lnTo>
                  <a:pt x="1866900" y="123825"/>
                </a:lnTo>
                <a:lnTo>
                  <a:pt x="1866900" y="133350"/>
                </a:lnTo>
                <a:lnTo>
                  <a:pt x="1857375" y="133350"/>
                </a:lnTo>
                <a:close/>
                <a:moveTo>
                  <a:pt x="2362200" y="133350"/>
                </a:moveTo>
                <a:lnTo>
                  <a:pt x="2371725" y="133350"/>
                </a:lnTo>
                <a:lnTo>
                  <a:pt x="2371725" y="152400"/>
                </a:lnTo>
                <a:lnTo>
                  <a:pt x="2381250" y="152400"/>
                </a:lnTo>
                <a:lnTo>
                  <a:pt x="2381250" y="180975"/>
                </a:lnTo>
                <a:lnTo>
                  <a:pt x="2362200" y="180975"/>
                </a:lnTo>
                <a:lnTo>
                  <a:pt x="2362200" y="190500"/>
                </a:lnTo>
                <a:lnTo>
                  <a:pt x="2352675" y="190500"/>
                </a:lnTo>
                <a:lnTo>
                  <a:pt x="2352675" y="152400"/>
                </a:lnTo>
                <a:lnTo>
                  <a:pt x="2362200" y="152400"/>
                </a:lnTo>
                <a:close/>
                <a:moveTo>
                  <a:pt x="2400300" y="133350"/>
                </a:moveTo>
                <a:lnTo>
                  <a:pt x="2419350" y="133350"/>
                </a:lnTo>
                <a:lnTo>
                  <a:pt x="2419350" y="142875"/>
                </a:lnTo>
                <a:lnTo>
                  <a:pt x="2428875" y="142875"/>
                </a:lnTo>
                <a:lnTo>
                  <a:pt x="2428875" y="152400"/>
                </a:lnTo>
                <a:lnTo>
                  <a:pt x="2438400" y="152400"/>
                </a:lnTo>
                <a:lnTo>
                  <a:pt x="2438400" y="171450"/>
                </a:lnTo>
                <a:lnTo>
                  <a:pt x="2447925" y="171450"/>
                </a:lnTo>
                <a:lnTo>
                  <a:pt x="2447925" y="180975"/>
                </a:lnTo>
                <a:lnTo>
                  <a:pt x="2438400" y="180975"/>
                </a:lnTo>
                <a:lnTo>
                  <a:pt x="2438400" y="200025"/>
                </a:lnTo>
                <a:lnTo>
                  <a:pt x="2428875" y="200025"/>
                </a:lnTo>
                <a:lnTo>
                  <a:pt x="2428875" y="190500"/>
                </a:lnTo>
                <a:lnTo>
                  <a:pt x="2419350" y="190500"/>
                </a:lnTo>
                <a:lnTo>
                  <a:pt x="2419350" y="180975"/>
                </a:lnTo>
                <a:lnTo>
                  <a:pt x="2409825" y="180975"/>
                </a:lnTo>
                <a:lnTo>
                  <a:pt x="2409825" y="152400"/>
                </a:lnTo>
                <a:lnTo>
                  <a:pt x="2400300" y="152400"/>
                </a:lnTo>
                <a:close/>
                <a:moveTo>
                  <a:pt x="342900" y="142875"/>
                </a:moveTo>
                <a:lnTo>
                  <a:pt x="352425" y="142875"/>
                </a:lnTo>
                <a:lnTo>
                  <a:pt x="352425" y="161925"/>
                </a:lnTo>
                <a:lnTo>
                  <a:pt x="342900" y="161925"/>
                </a:lnTo>
                <a:close/>
                <a:moveTo>
                  <a:pt x="238125" y="152400"/>
                </a:moveTo>
                <a:lnTo>
                  <a:pt x="247650" y="152400"/>
                </a:lnTo>
                <a:lnTo>
                  <a:pt x="247650" y="171450"/>
                </a:lnTo>
                <a:lnTo>
                  <a:pt x="228600" y="171450"/>
                </a:lnTo>
                <a:lnTo>
                  <a:pt x="228600" y="180975"/>
                </a:lnTo>
                <a:lnTo>
                  <a:pt x="219075" y="180975"/>
                </a:lnTo>
                <a:lnTo>
                  <a:pt x="219075" y="161925"/>
                </a:lnTo>
                <a:lnTo>
                  <a:pt x="238125" y="161925"/>
                </a:lnTo>
                <a:close/>
                <a:moveTo>
                  <a:pt x="2114550" y="152400"/>
                </a:moveTo>
                <a:lnTo>
                  <a:pt x="2124075" y="152400"/>
                </a:lnTo>
                <a:lnTo>
                  <a:pt x="2124075" y="180975"/>
                </a:lnTo>
                <a:lnTo>
                  <a:pt x="2114550" y="180975"/>
                </a:lnTo>
                <a:lnTo>
                  <a:pt x="2114550" y="171450"/>
                </a:lnTo>
                <a:lnTo>
                  <a:pt x="2105025" y="171450"/>
                </a:lnTo>
                <a:lnTo>
                  <a:pt x="2105025" y="161925"/>
                </a:lnTo>
                <a:lnTo>
                  <a:pt x="2114550" y="161925"/>
                </a:lnTo>
                <a:close/>
                <a:moveTo>
                  <a:pt x="0" y="171450"/>
                </a:moveTo>
                <a:lnTo>
                  <a:pt x="9525" y="171450"/>
                </a:lnTo>
                <a:lnTo>
                  <a:pt x="9525" y="190500"/>
                </a:lnTo>
                <a:lnTo>
                  <a:pt x="0" y="190500"/>
                </a:lnTo>
                <a:close/>
                <a:moveTo>
                  <a:pt x="1743075" y="171450"/>
                </a:moveTo>
                <a:lnTo>
                  <a:pt x="1762125" y="171450"/>
                </a:lnTo>
                <a:lnTo>
                  <a:pt x="1762125" y="180975"/>
                </a:lnTo>
                <a:lnTo>
                  <a:pt x="1743075" y="180975"/>
                </a:lnTo>
                <a:close/>
                <a:moveTo>
                  <a:pt x="2095500" y="171450"/>
                </a:moveTo>
                <a:lnTo>
                  <a:pt x="2105025" y="171450"/>
                </a:lnTo>
                <a:lnTo>
                  <a:pt x="2105025" y="180975"/>
                </a:lnTo>
                <a:lnTo>
                  <a:pt x="2095500" y="180975"/>
                </a:lnTo>
                <a:close/>
                <a:moveTo>
                  <a:pt x="1600200" y="190500"/>
                </a:moveTo>
                <a:lnTo>
                  <a:pt x="1619250" y="190500"/>
                </a:lnTo>
                <a:lnTo>
                  <a:pt x="1619250" y="200025"/>
                </a:lnTo>
                <a:lnTo>
                  <a:pt x="1600200" y="200025"/>
                </a:lnTo>
                <a:close/>
                <a:moveTo>
                  <a:pt x="1638300" y="190500"/>
                </a:moveTo>
                <a:lnTo>
                  <a:pt x="1657350" y="190500"/>
                </a:lnTo>
                <a:lnTo>
                  <a:pt x="1657350" y="200025"/>
                </a:lnTo>
                <a:lnTo>
                  <a:pt x="1638300" y="200025"/>
                </a:lnTo>
                <a:close/>
                <a:moveTo>
                  <a:pt x="1685925" y="190500"/>
                </a:moveTo>
                <a:lnTo>
                  <a:pt x="1695450" y="190500"/>
                </a:lnTo>
                <a:lnTo>
                  <a:pt x="1695450" y="200025"/>
                </a:lnTo>
                <a:lnTo>
                  <a:pt x="1704975" y="200025"/>
                </a:lnTo>
                <a:lnTo>
                  <a:pt x="1704975" y="209550"/>
                </a:lnTo>
                <a:lnTo>
                  <a:pt x="1695450" y="209550"/>
                </a:lnTo>
                <a:lnTo>
                  <a:pt x="1695450" y="219075"/>
                </a:lnTo>
                <a:lnTo>
                  <a:pt x="1676400" y="219075"/>
                </a:lnTo>
                <a:lnTo>
                  <a:pt x="1676400" y="200025"/>
                </a:lnTo>
                <a:lnTo>
                  <a:pt x="1685925" y="200025"/>
                </a:lnTo>
                <a:close/>
                <a:moveTo>
                  <a:pt x="1857375" y="190500"/>
                </a:moveTo>
                <a:lnTo>
                  <a:pt x="1866900" y="190500"/>
                </a:lnTo>
                <a:lnTo>
                  <a:pt x="1866900" y="200025"/>
                </a:lnTo>
                <a:lnTo>
                  <a:pt x="1857375" y="200025"/>
                </a:lnTo>
                <a:close/>
                <a:moveTo>
                  <a:pt x="9525" y="200025"/>
                </a:moveTo>
                <a:lnTo>
                  <a:pt x="19050" y="200025"/>
                </a:lnTo>
                <a:lnTo>
                  <a:pt x="19050" y="209550"/>
                </a:lnTo>
                <a:lnTo>
                  <a:pt x="38100" y="209550"/>
                </a:lnTo>
                <a:lnTo>
                  <a:pt x="38100" y="238125"/>
                </a:lnTo>
                <a:lnTo>
                  <a:pt x="28575" y="238125"/>
                </a:lnTo>
                <a:lnTo>
                  <a:pt x="28575" y="228600"/>
                </a:lnTo>
                <a:lnTo>
                  <a:pt x="9525" y="228600"/>
                </a:lnTo>
                <a:close/>
                <a:moveTo>
                  <a:pt x="1619250" y="200025"/>
                </a:moveTo>
                <a:lnTo>
                  <a:pt x="1638300" y="200025"/>
                </a:lnTo>
                <a:lnTo>
                  <a:pt x="1638300" y="209550"/>
                </a:lnTo>
                <a:lnTo>
                  <a:pt x="1619250" y="209550"/>
                </a:lnTo>
                <a:close/>
                <a:moveTo>
                  <a:pt x="1838325" y="200025"/>
                </a:moveTo>
                <a:lnTo>
                  <a:pt x="1857375" y="200025"/>
                </a:lnTo>
                <a:lnTo>
                  <a:pt x="1857375" y="209550"/>
                </a:lnTo>
                <a:lnTo>
                  <a:pt x="1838325" y="209550"/>
                </a:lnTo>
                <a:close/>
                <a:moveTo>
                  <a:pt x="1695450" y="219075"/>
                </a:moveTo>
                <a:lnTo>
                  <a:pt x="1704975" y="219075"/>
                </a:lnTo>
                <a:lnTo>
                  <a:pt x="1704975" y="228600"/>
                </a:lnTo>
                <a:lnTo>
                  <a:pt x="1695450" y="228600"/>
                </a:lnTo>
                <a:close/>
                <a:moveTo>
                  <a:pt x="1838325" y="219075"/>
                </a:moveTo>
                <a:lnTo>
                  <a:pt x="1847850" y="219075"/>
                </a:lnTo>
                <a:lnTo>
                  <a:pt x="1847850" y="247650"/>
                </a:lnTo>
                <a:lnTo>
                  <a:pt x="1857375" y="247650"/>
                </a:lnTo>
                <a:lnTo>
                  <a:pt x="1857375" y="257175"/>
                </a:lnTo>
                <a:lnTo>
                  <a:pt x="1838325" y="257175"/>
                </a:lnTo>
                <a:lnTo>
                  <a:pt x="1838325" y="247650"/>
                </a:lnTo>
                <a:lnTo>
                  <a:pt x="1828800" y="247650"/>
                </a:lnTo>
                <a:lnTo>
                  <a:pt x="1828800" y="257175"/>
                </a:lnTo>
                <a:lnTo>
                  <a:pt x="1800225" y="257175"/>
                </a:lnTo>
                <a:lnTo>
                  <a:pt x="1800225" y="247650"/>
                </a:lnTo>
                <a:lnTo>
                  <a:pt x="1781175" y="247650"/>
                </a:lnTo>
                <a:lnTo>
                  <a:pt x="1781175" y="238125"/>
                </a:lnTo>
                <a:lnTo>
                  <a:pt x="1800225" y="238125"/>
                </a:lnTo>
                <a:lnTo>
                  <a:pt x="1800225" y="228600"/>
                </a:lnTo>
                <a:lnTo>
                  <a:pt x="1809750" y="228600"/>
                </a:lnTo>
                <a:lnTo>
                  <a:pt x="1809750" y="238125"/>
                </a:lnTo>
                <a:lnTo>
                  <a:pt x="1828800" y="238125"/>
                </a:lnTo>
                <a:lnTo>
                  <a:pt x="1828800" y="228600"/>
                </a:lnTo>
                <a:lnTo>
                  <a:pt x="1838325" y="228600"/>
                </a:lnTo>
                <a:close/>
                <a:moveTo>
                  <a:pt x="76200" y="228600"/>
                </a:moveTo>
                <a:lnTo>
                  <a:pt x="95250" y="228600"/>
                </a:lnTo>
                <a:lnTo>
                  <a:pt x="95250" y="247650"/>
                </a:lnTo>
                <a:lnTo>
                  <a:pt x="85725" y="247650"/>
                </a:lnTo>
                <a:lnTo>
                  <a:pt x="85725" y="257175"/>
                </a:lnTo>
                <a:lnTo>
                  <a:pt x="104775" y="257175"/>
                </a:lnTo>
                <a:lnTo>
                  <a:pt x="104775" y="266700"/>
                </a:lnTo>
                <a:lnTo>
                  <a:pt x="95250" y="266700"/>
                </a:lnTo>
                <a:lnTo>
                  <a:pt x="95250" y="276225"/>
                </a:lnTo>
                <a:lnTo>
                  <a:pt x="85725" y="276225"/>
                </a:lnTo>
                <a:lnTo>
                  <a:pt x="85725" y="266700"/>
                </a:lnTo>
                <a:lnTo>
                  <a:pt x="57150" y="266700"/>
                </a:lnTo>
                <a:lnTo>
                  <a:pt x="57150" y="276225"/>
                </a:lnTo>
                <a:lnTo>
                  <a:pt x="47625" y="276225"/>
                </a:lnTo>
                <a:lnTo>
                  <a:pt x="47625" y="285750"/>
                </a:lnTo>
                <a:lnTo>
                  <a:pt x="28575" y="285750"/>
                </a:lnTo>
                <a:lnTo>
                  <a:pt x="28575" y="276225"/>
                </a:lnTo>
                <a:lnTo>
                  <a:pt x="19050" y="276225"/>
                </a:lnTo>
                <a:lnTo>
                  <a:pt x="19050" y="266700"/>
                </a:lnTo>
                <a:lnTo>
                  <a:pt x="9525" y="266700"/>
                </a:lnTo>
                <a:lnTo>
                  <a:pt x="9525" y="257175"/>
                </a:lnTo>
                <a:lnTo>
                  <a:pt x="38100" y="257175"/>
                </a:lnTo>
                <a:lnTo>
                  <a:pt x="38100" y="238125"/>
                </a:lnTo>
                <a:lnTo>
                  <a:pt x="47625" y="238125"/>
                </a:lnTo>
                <a:lnTo>
                  <a:pt x="47625" y="247650"/>
                </a:lnTo>
                <a:lnTo>
                  <a:pt x="66675" y="247650"/>
                </a:lnTo>
                <a:lnTo>
                  <a:pt x="66675" y="238125"/>
                </a:lnTo>
                <a:lnTo>
                  <a:pt x="76200" y="238125"/>
                </a:lnTo>
                <a:close/>
                <a:moveTo>
                  <a:pt x="2324100" y="238125"/>
                </a:moveTo>
                <a:lnTo>
                  <a:pt x="2343150" y="238125"/>
                </a:lnTo>
                <a:lnTo>
                  <a:pt x="2343150" y="247650"/>
                </a:lnTo>
                <a:lnTo>
                  <a:pt x="2333625" y="247650"/>
                </a:lnTo>
                <a:lnTo>
                  <a:pt x="2333625" y="266700"/>
                </a:lnTo>
                <a:lnTo>
                  <a:pt x="2324100" y="266700"/>
                </a:lnTo>
                <a:close/>
                <a:moveTo>
                  <a:pt x="2343150" y="247650"/>
                </a:moveTo>
                <a:lnTo>
                  <a:pt x="2352675" y="247650"/>
                </a:lnTo>
                <a:lnTo>
                  <a:pt x="2352675" y="257175"/>
                </a:lnTo>
                <a:lnTo>
                  <a:pt x="2371725" y="257175"/>
                </a:lnTo>
                <a:lnTo>
                  <a:pt x="2371725" y="285750"/>
                </a:lnTo>
                <a:lnTo>
                  <a:pt x="2381250" y="285750"/>
                </a:lnTo>
                <a:lnTo>
                  <a:pt x="2381250" y="276225"/>
                </a:lnTo>
                <a:lnTo>
                  <a:pt x="2390775" y="276225"/>
                </a:lnTo>
                <a:lnTo>
                  <a:pt x="2390775" y="285750"/>
                </a:lnTo>
                <a:lnTo>
                  <a:pt x="2400300" y="285750"/>
                </a:lnTo>
                <a:lnTo>
                  <a:pt x="2400300" y="276225"/>
                </a:lnTo>
                <a:lnTo>
                  <a:pt x="2409825" y="276225"/>
                </a:lnTo>
                <a:lnTo>
                  <a:pt x="2409825" y="295275"/>
                </a:lnTo>
                <a:lnTo>
                  <a:pt x="2362200" y="295275"/>
                </a:lnTo>
                <a:lnTo>
                  <a:pt x="2362200" y="276225"/>
                </a:lnTo>
                <a:lnTo>
                  <a:pt x="2352675" y="276225"/>
                </a:lnTo>
                <a:lnTo>
                  <a:pt x="2352675" y="323850"/>
                </a:lnTo>
                <a:lnTo>
                  <a:pt x="2324100" y="323850"/>
                </a:lnTo>
                <a:lnTo>
                  <a:pt x="2324100" y="342900"/>
                </a:lnTo>
                <a:lnTo>
                  <a:pt x="2314575" y="342900"/>
                </a:lnTo>
                <a:lnTo>
                  <a:pt x="2314575" y="314325"/>
                </a:lnTo>
                <a:lnTo>
                  <a:pt x="2324100" y="314325"/>
                </a:lnTo>
                <a:lnTo>
                  <a:pt x="2324100" y="304800"/>
                </a:lnTo>
                <a:lnTo>
                  <a:pt x="2333625" y="304800"/>
                </a:lnTo>
                <a:lnTo>
                  <a:pt x="2333625" y="295275"/>
                </a:lnTo>
                <a:lnTo>
                  <a:pt x="2343150" y="295275"/>
                </a:lnTo>
                <a:close/>
                <a:moveTo>
                  <a:pt x="1504950" y="257175"/>
                </a:moveTo>
                <a:lnTo>
                  <a:pt x="1524000" y="257175"/>
                </a:lnTo>
                <a:lnTo>
                  <a:pt x="1524000" y="295275"/>
                </a:lnTo>
                <a:lnTo>
                  <a:pt x="1514475" y="295275"/>
                </a:lnTo>
                <a:lnTo>
                  <a:pt x="1514475" y="333375"/>
                </a:lnTo>
                <a:lnTo>
                  <a:pt x="1504950" y="333375"/>
                </a:lnTo>
                <a:lnTo>
                  <a:pt x="1504950" y="304800"/>
                </a:lnTo>
                <a:lnTo>
                  <a:pt x="1495425" y="304800"/>
                </a:lnTo>
                <a:lnTo>
                  <a:pt x="1495425" y="285750"/>
                </a:lnTo>
                <a:lnTo>
                  <a:pt x="1514475" y="285750"/>
                </a:lnTo>
                <a:lnTo>
                  <a:pt x="1514475" y="276225"/>
                </a:lnTo>
                <a:lnTo>
                  <a:pt x="1504950" y="276225"/>
                </a:lnTo>
                <a:close/>
                <a:moveTo>
                  <a:pt x="304800" y="276225"/>
                </a:moveTo>
                <a:lnTo>
                  <a:pt x="314325" y="276225"/>
                </a:lnTo>
                <a:lnTo>
                  <a:pt x="314325" y="285750"/>
                </a:lnTo>
                <a:lnTo>
                  <a:pt x="304800" y="285750"/>
                </a:lnTo>
                <a:close/>
                <a:moveTo>
                  <a:pt x="276225" y="285750"/>
                </a:moveTo>
                <a:lnTo>
                  <a:pt x="304800" y="285750"/>
                </a:lnTo>
                <a:lnTo>
                  <a:pt x="304800" y="295275"/>
                </a:lnTo>
                <a:lnTo>
                  <a:pt x="276225" y="295275"/>
                </a:lnTo>
                <a:close/>
                <a:moveTo>
                  <a:pt x="2066925" y="285750"/>
                </a:moveTo>
                <a:lnTo>
                  <a:pt x="2076450" y="285750"/>
                </a:lnTo>
                <a:lnTo>
                  <a:pt x="2076450" y="295275"/>
                </a:lnTo>
                <a:lnTo>
                  <a:pt x="2066925" y="295275"/>
                </a:lnTo>
                <a:close/>
                <a:moveTo>
                  <a:pt x="266700" y="295275"/>
                </a:moveTo>
                <a:lnTo>
                  <a:pt x="276225" y="295275"/>
                </a:lnTo>
                <a:lnTo>
                  <a:pt x="276225" y="304800"/>
                </a:lnTo>
                <a:lnTo>
                  <a:pt x="266700" y="304800"/>
                </a:lnTo>
                <a:close/>
                <a:moveTo>
                  <a:pt x="666750" y="295275"/>
                </a:moveTo>
                <a:lnTo>
                  <a:pt x="676275" y="295275"/>
                </a:lnTo>
                <a:lnTo>
                  <a:pt x="676275" y="304800"/>
                </a:lnTo>
                <a:lnTo>
                  <a:pt x="666750" y="304800"/>
                </a:lnTo>
                <a:close/>
                <a:moveTo>
                  <a:pt x="2076450" y="295275"/>
                </a:moveTo>
                <a:lnTo>
                  <a:pt x="2085975" y="295275"/>
                </a:lnTo>
                <a:lnTo>
                  <a:pt x="2085975" y="304800"/>
                </a:lnTo>
                <a:lnTo>
                  <a:pt x="2076450" y="304800"/>
                </a:lnTo>
                <a:close/>
                <a:moveTo>
                  <a:pt x="504825" y="342900"/>
                </a:moveTo>
                <a:lnTo>
                  <a:pt x="514350" y="342900"/>
                </a:lnTo>
                <a:lnTo>
                  <a:pt x="514350" y="381000"/>
                </a:lnTo>
                <a:lnTo>
                  <a:pt x="485775" y="381000"/>
                </a:lnTo>
                <a:lnTo>
                  <a:pt x="485775" y="352425"/>
                </a:lnTo>
                <a:lnTo>
                  <a:pt x="495300" y="352425"/>
                </a:lnTo>
                <a:lnTo>
                  <a:pt x="495300" y="361950"/>
                </a:lnTo>
                <a:lnTo>
                  <a:pt x="504825" y="361950"/>
                </a:lnTo>
                <a:close/>
                <a:moveTo>
                  <a:pt x="2447925" y="342900"/>
                </a:moveTo>
                <a:lnTo>
                  <a:pt x="2457450" y="342900"/>
                </a:lnTo>
                <a:lnTo>
                  <a:pt x="2457450" y="352425"/>
                </a:lnTo>
                <a:lnTo>
                  <a:pt x="2447925" y="352425"/>
                </a:lnTo>
                <a:close/>
                <a:moveTo>
                  <a:pt x="1333500" y="361950"/>
                </a:moveTo>
                <a:lnTo>
                  <a:pt x="1343025" y="361950"/>
                </a:lnTo>
                <a:lnTo>
                  <a:pt x="1343025" y="371475"/>
                </a:lnTo>
                <a:lnTo>
                  <a:pt x="1333500" y="371475"/>
                </a:lnTo>
                <a:close/>
                <a:moveTo>
                  <a:pt x="857250" y="371475"/>
                </a:moveTo>
                <a:lnTo>
                  <a:pt x="866775" y="371475"/>
                </a:lnTo>
                <a:lnTo>
                  <a:pt x="866775" y="381000"/>
                </a:lnTo>
                <a:lnTo>
                  <a:pt x="857250" y="381000"/>
                </a:lnTo>
                <a:close/>
                <a:moveTo>
                  <a:pt x="866775" y="381000"/>
                </a:moveTo>
                <a:lnTo>
                  <a:pt x="876300" y="381000"/>
                </a:lnTo>
                <a:lnTo>
                  <a:pt x="876300" y="419100"/>
                </a:lnTo>
                <a:lnTo>
                  <a:pt x="866775" y="419100"/>
                </a:lnTo>
                <a:close/>
                <a:moveTo>
                  <a:pt x="485775" y="390525"/>
                </a:moveTo>
                <a:lnTo>
                  <a:pt x="495300" y="390525"/>
                </a:lnTo>
                <a:lnTo>
                  <a:pt x="495300" y="400050"/>
                </a:lnTo>
                <a:lnTo>
                  <a:pt x="485775" y="400050"/>
                </a:lnTo>
                <a:close/>
                <a:moveTo>
                  <a:pt x="495300" y="400050"/>
                </a:moveTo>
                <a:lnTo>
                  <a:pt x="514350" y="400050"/>
                </a:lnTo>
                <a:lnTo>
                  <a:pt x="514350" y="409575"/>
                </a:lnTo>
                <a:lnTo>
                  <a:pt x="504825" y="409575"/>
                </a:lnTo>
                <a:lnTo>
                  <a:pt x="504825" y="438150"/>
                </a:lnTo>
                <a:lnTo>
                  <a:pt x="514350" y="438150"/>
                </a:lnTo>
                <a:lnTo>
                  <a:pt x="514350" y="457200"/>
                </a:lnTo>
                <a:lnTo>
                  <a:pt x="523875" y="457200"/>
                </a:lnTo>
                <a:lnTo>
                  <a:pt x="523875" y="466725"/>
                </a:lnTo>
                <a:lnTo>
                  <a:pt x="495300" y="466725"/>
                </a:lnTo>
                <a:close/>
                <a:moveTo>
                  <a:pt x="1104900" y="400050"/>
                </a:moveTo>
                <a:lnTo>
                  <a:pt x="1114425" y="400050"/>
                </a:lnTo>
                <a:lnTo>
                  <a:pt x="1114425" y="419100"/>
                </a:lnTo>
                <a:lnTo>
                  <a:pt x="1104900" y="419100"/>
                </a:lnTo>
                <a:close/>
                <a:moveTo>
                  <a:pt x="1343025" y="400050"/>
                </a:moveTo>
                <a:lnTo>
                  <a:pt x="1362075" y="400050"/>
                </a:lnTo>
                <a:lnTo>
                  <a:pt x="1362075" y="419100"/>
                </a:lnTo>
                <a:lnTo>
                  <a:pt x="1371600" y="419100"/>
                </a:lnTo>
                <a:lnTo>
                  <a:pt x="1371600" y="428625"/>
                </a:lnTo>
                <a:lnTo>
                  <a:pt x="1352550" y="428625"/>
                </a:lnTo>
                <a:lnTo>
                  <a:pt x="1352550" y="438150"/>
                </a:lnTo>
                <a:lnTo>
                  <a:pt x="1343025" y="438150"/>
                </a:lnTo>
                <a:lnTo>
                  <a:pt x="1343025" y="419100"/>
                </a:lnTo>
                <a:lnTo>
                  <a:pt x="1352550" y="419100"/>
                </a:lnTo>
                <a:lnTo>
                  <a:pt x="1352550" y="409575"/>
                </a:lnTo>
                <a:lnTo>
                  <a:pt x="1343025" y="409575"/>
                </a:lnTo>
                <a:close/>
                <a:moveTo>
                  <a:pt x="1457325" y="400050"/>
                </a:moveTo>
                <a:lnTo>
                  <a:pt x="1495425" y="400050"/>
                </a:lnTo>
                <a:lnTo>
                  <a:pt x="1495425" y="409575"/>
                </a:lnTo>
                <a:lnTo>
                  <a:pt x="1485900" y="409575"/>
                </a:lnTo>
                <a:lnTo>
                  <a:pt x="1485900" y="419100"/>
                </a:lnTo>
                <a:lnTo>
                  <a:pt x="1476375" y="419100"/>
                </a:lnTo>
                <a:lnTo>
                  <a:pt x="1476375" y="438150"/>
                </a:lnTo>
                <a:lnTo>
                  <a:pt x="1466850" y="438150"/>
                </a:lnTo>
                <a:lnTo>
                  <a:pt x="1466850" y="457200"/>
                </a:lnTo>
                <a:lnTo>
                  <a:pt x="1447800" y="457200"/>
                </a:lnTo>
                <a:lnTo>
                  <a:pt x="1447800" y="438150"/>
                </a:lnTo>
                <a:lnTo>
                  <a:pt x="1457325" y="438150"/>
                </a:lnTo>
                <a:lnTo>
                  <a:pt x="1457325" y="428625"/>
                </a:lnTo>
                <a:lnTo>
                  <a:pt x="1466850" y="428625"/>
                </a:lnTo>
                <a:lnTo>
                  <a:pt x="1466850" y="409575"/>
                </a:lnTo>
                <a:lnTo>
                  <a:pt x="1457325" y="409575"/>
                </a:lnTo>
                <a:close/>
                <a:moveTo>
                  <a:pt x="2066925" y="400050"/>
                </a:moveTo>
                <a:lnTo>
                  <a:pt x="2076450" y="400050"/>
                </a:lnTo>
                <a:lnTo>
                  <a:pt x="2076450" y="409575"/>
                </a:lnTo>
                <a:lnTo>
                  <a:pt x="2066925" y="409575"/>
                </a:lnTo>
                <a:close/>
                <a:moveTo>
                  <a:pt x="1085850" y="409575"/>
                </a:moveTo>
                <a:lnTo>
                  <a:pt x="1095375" y="409575"/>
                </a:lnTo>
                <a:lnTo>
                  <a:pt x="1095375" y="419100"/>
                </a:lnTo>
                <a:lnTo>
                  <a:pt x="1104900" y="419100"/>
                </a:lnTo>
                <a:lnTo>
                  <a:pt x="1104900" y="428625"/>
                </a:lnTo>
                <a:lnTo>
                  <a:pt x="1085850" y="428625"/>
                </a:lnTo>
                <a:close/>
                <a:moveTo>
                  <a:pt x="2057400" y="409575"/>
                </a:moveTo>
                <a:lnTo>
                  <a:pt x="2066925" y="409575"/>
                </a:lnTo>
                <a:lnTo>
                  <a:pt x="2066925" y="428625"/>
                </a:lnTo>
                <a:lnTo>
                  <a:pt x="2057400" y="428625"/>
                </a:lnTo>
                <a:close/>
                <a:moveTo>
                  <a:pt x="1104900" y="428625"/>
                </a:moveTo>
                <a:lnTo>
                  <a:pt x="1114425" y="428625"/>
                </a:lnTo>
                <a:lnTo>
                  <a:pt x="1114425" y="438150"/>
                </a:lnTo>
                <a:lnTo>
                  <a:pt x="1104900" y="438150"/>
                </a:lnTo>
                <a:close/>
                <a:moveTo>
                  <a:pt x="2038350" y="428625"/>
                </a:moveTo>
                <a:lnTo>
                  <a:pt x="2047875" y="428625"/>
                </a:lnTo>
                <a:lnTo>
                  <a:pt x="2047875" y="438150"/>
                </a:lnTo>
                <a:lnTo>
                  <a:pt x="2038350" y="438150"/>
                </a:lnTo>
                <a:close/>
                <a:moveTo>
                  <a:pt x="2066925" y="428625"/>
                </a:moveTo>
                <a:lnTo>
                  <a:pt x="2085975" y="428625"/>
                </a:lnTo>
                <a:lnTo>
                  <a:pt x="2085975" y="447675"/>
                </a:lnTo>
                <a:lnTo>
                  <a:pt x="2105025" y="447675"/>
                </a:lnTo>
                <a:lnTo>
                  <a:pt x="2105025" y="485775"/>
                </a:lnTo>
                <a:lnTo>
                  <a:pt x="2095500" y="485775"/>
                </a:lnTo>
                <a:lnTo>
                  <a:pt x="2095500" y="476250"/>
                </a:lnTo>
                <a:lnTo>
                  <a:pt x="2085975" y="476250"/>
                </a:lnTo>
                <a:lnTo>
                  <a:pt x="2085975" y="466725"/>
                </a:lnTo>
                <a:lnTo>
                  <a:pt x="2076450" y="466725"/>
                </a:lnTo>
                <a:lnTo>
                  <a:pt x="2076450" y="457200"/>
                </a:lnTo>
                <a:lnTo>
                  <a:pt x="2066925" y="457200"/>
                </a:lnTo>
                <a:close/>
                <a:moveTo>
                  <a:pt x="523875" y="466725"/>
                </a:moveTo>
                <a:lnTo>
                  <a:pt x="533400" y="466725"/>
                </a:lnTo>
                <a:lnTo>
                  <a:pt x="533400" y="476250"/>
                </a:lnTo>
                <a:lnTo>
                  <a:pt x="523875" y="476250"/>
                </a:lnTo>
                <a:close/>
                <a:moveTo>
                  <a:pt x="2114550" y="466725"/>
                </a:moveTo>
                <a:lnTo>
                  <a:pt x="2124075" y="466725"/>
                </a:lnTo>
                <a:lnTo>
                  <a:pt x="2124075" y="476250"/>
                </a:lnTo>
                <a:lnTo>
                  <a:pt x="2114550" y="476250"/>
                </a:lnTo>
                <a:close/>
                <a:moveTo>
                  <a:pt x="1447800" y="476250"/>
                </a:moveTo>
                <a:lnTo>
                  <a:pt x="1466850" y="476250"/>
                </a:lnTo>
                <a:lnTo>
                  <a:pt x="1466850" y="495300"/>
                </a:lnTo>
                <a:lnTo>
                  <a:pt x="1457325" y="495300"/>
                </a:lnTo>
                <a:lnTo>
                  <a:pt x="1457325" y="504825"/>
                </a:lnTo>
                <a:lnTo>
                  <a:pt x="1447800" y="504825"/>
                </a:lnTo>
                <a:close/>
                <a:moveTo>
                  <a:pt x="990600" y="485775"/>
                </a:moveTo>
                <a:lnTo>
                  <a:pt x="1009650" y="485775"/>
                </a:lnTo>
                <a:lnTo>
                  <a:pt x="1009650" y="495300"/>
                </a:lnTo>
                <a:lnTo>
                  <a:pt x="1028700" y="495300"/>
                </a:lnTo>
                <a:lnTo>
                  <a:pt x="1028700" y="504825"/>
                </a:lnTo>
                <a:lnTo>
                  <a:pt x="1019175" y="504825"/>
                </a:lnTo>
                <a:lnTo>
                  <a:pt x="1019175" y="523875"/>
                </a:lnTo>
                <a:lnTo>
                  <a:pt x="1000125" y="523875"/>
                </a:lnTo>
                <a:lnTo>
                  <a:pt x="1000125" y="504825"/>
                </a:lnTo>
                <a:lnTo>
                  <a:pt x="981075" y="504825"/>
                </a:lnTo>
                <a:lnTo>
                  <a:pt x="981075" y="495300"/>
                </a:lnTo>
                <a:lnTo>
                  <a:pt x="990600" y="495300"/>
                </a:lnTo>
                <a:close/>
                <a:moveTo>
                  <a:pt x="2105025" y="485775"/>
                </a:moveTo>
                <a:lnTo>
                  <a:pt x="2114550" y="485775"/>
                </a:lnTo>
                <a:lnTo>
                  <a:pt x="2114550" y="495300"/>
                </a:lnTo>
                <a:lnTo>
                  <a:pt x="2105025" y="495300"/>
                </a:lnTo>
                <a:close/>
                <a:moveTo>
                  <a:pt x="1466850" y="495300"/>
                </a:moveTo>
                <a:lnTo>
                  <a:pt x="1476375" y="495300"/>
                </a:lnTo>
                <a:lnTo>
                  <a:pt x="1476375" y="504825"/>
                </a:lnTo>
                <a:lnTo>
                  <a:pt x="1466850" y="504825"/>
                </a:lnTo>
                <a:close/>
                <a:moveTo>
                  <a:pt x="2095500" y="495300"/>
                </a:moveTo>
                <a:lnTo>
                  <a:pt x="2105025" y="495300"/>
                </a:lnTo>
                <a:lnTo>
                  <a:pt x="2105025" y="504825"/>
                </a:lnTo>
                <a:lnTo>
                  <a:pt x="2095500" y="504825"/>
                </a:lnTo>
                <a:close/>
                <a:moveTo>
                  <a:pt x="47625" y="504825"/>
                </a:moveTo>
                <a:lnTo>
                  <a:pt x="57150" y="504825"/>
                </a:lnTo>
                <a:lnTo>
                  <a:pt x="57150" y="533400"/>
                </a:lnTo>
                <a:lnTo>
                  <a:pt x="47625" y="533400"/>
                </a:lnTo>
                <a:close/>
                <a:moveTo>
                  <a:pt x="1028700" y="504825"/>
                </a:moveTo>
                <a:lnTo>
                  <a:pt x="1038225" y="504825"/>
                </a:lnTo>
                <a:lnTo>
                  <a:pt x="1038225" y="514350"/>
                </a:lnTo>
                <a:lnTo>
                  <a:pt x="1028700" y="514350"/>
                </a:lnTo>
                <a:close/>
                <a:moveTo>
                  <a:pt x="1352550" y="504825"/>
                </a:moveTo>
                <a:lnTo>
                  <a:pt x="1362075" y="504825"/>
                </a:lnTo>
                <a:lnTo>
                  <a:pt x="1362075" y="523875"/>
                </a:lnTo>
                <a:lnTo>
                  <a:pt x="1343025" y="523875"/>
                </a:lnTo>
                <a:lnTo>
                  <a:pt x="1343025" y="514350"/>
                </a:lnTo>
                <a:lnTo>
                  <a:pt x="1352550" y="514350"/>
                </a:lnTo>
                <a:close/>
                <a:moveTo>
                  <a:pt x="2038350" y="504825"/>
                </a:moveTo>
                <a:lnTo>
                  <a:pt x="2047875" y="504825"/>
                </a:lnTo>
                <a:lnTo>
                  <a:pt x="2047875" y="514350"/>
                </a:lnTo>
                <a:lnTo>
                  <a:pt x="2038350" y="514350"/>
                </a:lnTo>
                <a:close/>
                <a:moveTo>
                  <a:pt x="942975" y="514350"/>
                </a:moveTo>
                <a:lnTo>
                  <a:pt x="981075" y="514350"/>
                </a:lnTo>
                <a:lnTo>
                  <a:pt x="981075" y="523875"/>
                </a:lnTo>
                <a:lnTo>
                  <a:pt x="962025" y="523875"/>
                </a:lnTo>
                <a:lnTo>
                  <a:pt x="962025" y="533400"/>
                </a:lnTo>
                <a:lnTo>
                  <a:pt x="952500" y="533400"/>
                </a:lnTo>
                <a:lnTo>
                  <a:pt x="952500" y="523875"/>
                </a:lnTo>
                <a:lnTo>
                  <a:pt x="942975" y="523875"/>
                </a:lnTo>
                <a:close/>
                <a:moveTo>
                  <a:pt x="1038225" y="514350"/>
                </a:moveTo>
                <a:lnTo>
                  <a:pt x="1047750" y="514350"/>
                </a:lnTo>
                <a:lnTo>
                  <a:pt x="1047750" y="523875"/>
                </a:lnTo>
                <a:lnTo>
                  <a:pt x="1038225" y="523875"/>
                </a:lnTo>
                <a:close/>
                <a:moveTo>
                  <a:pt x="1057275" y="514350"/>
                </a:moveTo>
                <a:lnTo>
                  <a:pt x="1066800" y="514350"/>
                </a:lnTo>
                <a:lnTo>
                  <a:pt x="1066800" y="523875"/>
                </a:lnTo>
                <a:lnTo>
                  <a:pt x="1057275" y="523875"/>
                </a:lnTo>
                <a:close/>
                <a:moveTo>
                  <a:pt x="2047875" y="514350"/>
                </a:moveTo>
                <a:lnTo>
                  <a:pt x="2066925" y="514350"/>
                </a:lnTo>
                <a:lnTo>
                  <a:pt x="2066925" y="523875"/>
                </a:lnTo>
                <a:lnTo>
                  <a:pt x="2057400" y="523875"/>
                </a:lnTo>
                <a:lnTo>
                  <a:pt x="2057400" y="542925"/>
                </a:lnTo>
                <a:lnTo>
                  <a:pt x="2047875" y="542925"/>
                </a:lnTo>
                <a:lnTo>
                  <a:pt x="2047875" y="552450"/>
                </a:lnTo>
                <a:lnTo>
                  <a:pt x="2038350" y="552450"/>
                </a:lnTo>
                <a:lnTo>
                  <a:pt x="2038350" y="542925"/>
                </a:lnTo>
                <a:lnTo>
                  <a:pt x="2028825" y="542925"/>
                </a:lnTo>
                <a:lnTo>
                  <a:pt x="2028825" y="533400"/>
                </a:lnTo>
                <a:lnTo>
                  <a:pt x="2047875" y="533400"/>
                </a:lnTo>
                <a:close/>
                <a:moveTo>
                  <a:pt x="295275" y="523875"/>
                </a:moveTo>
                <a:lnTo>
                  <a:pt x="314325" y="523875"/>
                </a:lnTo>
                <a:lnTo>
                  <a:pt x="314325" y="533400"/>
                </a:lnTo>
                <a:lnTo>
                  <a:pt x="323850" y="533400"/>
                </a:lnTo>
                <a:lnTo>
                  <a:pt x="323850" y="542925"/>
                </a:lnTo>
                <a:lnTo>
                  <a:pt x="304800" y="542925"/>
                </a:lnTo>
                <a:lnTo>
                  <a:pt x="304800" y="561975"/>
                </a:lnTo>
                <a:lnTo>
                  <a:pt x="295275" y="561975"/>
                </a:lnTo>
                <a:lnTo>
                  <a:pt x="295275" y="552450"/>
                </a:lnTo>
                <a:lnTo>
                  <a:pt x="285750" y="552450"/>
                </a:lnTo>
                <a:lnTo>
                  <a:pt x="285750" y="533400"/>
                </a:lnTo>
                <a:lnTo>
                  <a:pt x="295275" y="533400"/>
                </a:lnTo>
                <a:close/>
                <a:moveTo>
                  <a:pt x="390525" y="523875"/>
                </a:moveTo>
                <a:lnTo>
                  <a:pt x="400050" y="523875"/>
                </a:lnTo>
                <a:lnTo>
                  <a:pt x="400050" y="533400"/>
                </a:lnTo>
                <a:lnTo>
                  <a:pt x="390525" y="533400"/>
                </a:lnTo>
                <a:close/>
                <a:moveTo>
                  <a:pt x="1047750" y="523875"/>
                </a:moveTo>
                <a:lnTo>
                  <a:pt x="1057275" y="523875"/>
                </a:lnTo>
                <a:lnTo>
                  <a:pt x="1057275" y="533400"/>
                </a:lnTo>
                <a:lnTo>
                  <a:pt x="1047750" y="533400"/>
                </a:lnTo>
                <a:close/>
                <a:moveTo>
                  <a:pt x="1314450" y="523875"/>
                </a:moveTo>
                <a:lnTo>
                  <a:pt x="1343025" y="523875"/>
                </a:lnTo>
                <a:lnTo>
                  <a:pt x="1343025" y="533400"/>
                </a:lnTo>
                <a:lnTo>
                  <a:pt x="1314450" y="533400"/>
                </a:lnTo>
                <a:close/>
                <a:moveTo>
                  <a:pt x="333375" y="533400"/>
                </a:moveTo>
                <a:lnTo>
                  <a:pt x="371475" y="533400"/>
                </a:lnTo>
                <a:lnTo>
                  <a:pt x="371475" y="542925"/>
                </a:lnTo>
                <a:lnTo>
                  <a:pt x="333375" y="542925"/>
                </a:lnTo>
                <a:close/>
                <a:moveTo>
                  <a:pt x="1085850" y="533400"/>
                </a:moveTo>
                <a:lnTo>
                  <a:pt x="1104900" y="533400"/>
                </a:lnTo>
                <a:lnTo>
                  <a:pt x="1104900" y="542925"/>
                </a:lnTo>
                <a:lnTo>
                  <a:pt x="1085850" y="542925"/>
                </a:lnTo>
                <a:close/>
                <a:moveTo>
                  <a:pt x="1266825" y="533400"/>
                </a:moveTo>
                <a:lnTo>
                  <a:pt x="1276350" y="533400"/>
                </a:lnTo>
                <a:lnTo>
                  <a:pt x="1276350" y="542925"/>
                </a:lnTo>
                <a:lnTo>
                  <a:pt x="1266825" y="542925"/>
                </a:lnTo>
                <a:close/>
                <a:moveTo>
                  <a:pt x="1285875" y="533400"/>
                </a:moveTo>
                <a:lnTo>
                  <a:pt x="1295400" y="533400"/>
                </a:lnTo>
                <a:lnTo>
                  <a:pt x="1295400" y="542925"/>
                </a:lnTo>
                <a:lnTo>
                  <a:pt x="1285875" y="542925"/>
                </a:lnTo>
                <a:close/>
                <a:moveTo>
                  <a:pt x="47625" y="542925"/>
                </a:moveTo>
                <a:lnTo>
                  <a:pt x="57150" y="542925"/>
                </a:lnTo>
                <a:lnTo>
                  <a:pt x="57150" y="552450"/>
                </a:lnTo>
                <a:lnTo>
                  <a:pt x="66675" y="552450"/>
                </a:lnTo>
                <a:lnTo>
                  <a:pt x="66675" y="571500"/>
                </a:lnTo>
                <a:lnTo>
                  <a:pt x="57150" y="571500"/>
                </a:lnTo>
                <a:lnTo>
                  <a:pt x="57150" y="581025"/>
                </a:lnTo>
                <a:lnTo>
                  <a:pt x="66675" y="581025"/>
                </a:lnTo>
                <a:lnTo>
                  <a:pt x="66675" y="609600"/>
                </a:lnTo>
                <a:lnTo>
                  <a:pt x="57150" y="609600"/>
                </a:lnTo>
                <a:lnTo>
                  <a:pt x="57150" y="600075"/>
                </a:lnTo>
                <a:lnTo>
                  <a:pt x="38100" y="600075"/>
                </a:lnTo>
                <a:lnTo>
                  <a:pt x="38100" y="581025"/>
                </a:lnTo>
                <a:lnTo>
                  <a:pt x="19050" y="581025"/>
                </a:lnTo>
                <a:lnTo>
                  <a:pt x="19050" y="590550"/>
                </a:lnTo>
                <a:lnTo>
                  <a:pt x="9525" y="590550"/>
                </a:lnTo>
                <a:lnTo>
                  <a:pt x="9525" y="581025"/>
                </a:lnTo>
                <a:lnTo>
                  <a:pt x="0" y="581025"/>
                </a:lnTo>
                <a:lnTo>
                  <a:pt x="0" y="552450"/>
                </a:lnTo>
                <a:lnTo>
                  <a:pt x="28575" y="552450"/>
                </a:lnTo>
                <a:lnTo>
                  <a:pt x="28575" y="561975"/>
                </a:lnTo>
                <a:lnTo>
                  <a:pt x="38100" y="561975"/>
                </a:lnTo>
                <a:lnTo>
                  <a:pt x="38100" y="581025"/>
                </a:lnTo>
                <a:lnTo>
                  <a:pt x="47625" y="581025"/>
                </a:lnTo>
                <a:close/>
                <a:moveTo>
                  <a:pt x="1114425" y="542925"/>
                </a:moveTo>
                <a:lnTo>
                  <a:pt x="1123950" y="542925"/>
                </a:lnTo>
                <a:lnTo>
                  <a:pt x="1123950" y="552450"/>
                </a:lnTo>
                <a:lnTo>
                  <a:pt x="1114425" y="552450"/>
                </a:lnTo>
                <a:close/>
                <a:moveTo>
                  <a:pt x="2028825" y="552450"/>
                </a:moveTo>
                <a:lnTo>
                  <a:pt x="2038350" y="552450"/>
                </a:lnTo>
                <a:lnTo>
                  <a:pt x="2038350" y="561975"/>
                </a:lnTo>
                <a:lnTo>
                  <a:pt x="2028825" y="561975"/>
                </a:lnTo>
                <a:close/>
                <a:moveTo>
                  <a:pt x="1543050" y="561975"/>
                </a:moveTo>
                <a:lnTo>
                  <a:pt x="1552575" y="561975"/>
                </a:lnTo>
                <a:lnTo>
                  <a:pt x="1552575" y="581025"/>
                </a:lnTo>
                <a:lnTo>
                  <a:pt x="1543050" y="581025"/>
                </a:lnTo>
                <a:close/>
                <a:moveTo>
                  <a:pt x="1219200" y="571500"/>
                </a:moveTo>
                <a:lnTo>
                  <a:pt x="1238250" y="571500"/>
                </a:lnTo>
                <a:lnTo>
                  <a:pt x="1238250" y="600075"/>
                </a:lnTo>
                <a:lnTo>
                  <a:pt x="1228725" y="600075"/>
                </a:lnTo>
                <a:lnTo>
                  <a:pt x="1228725" y="581025"/>
                </a:lnTo>
                <a:lnTo>
                  <a:pt x="1219200" y="581025"/>
                </a:lnTo>
                <a:close/>
                <a:moveTo>
                  <a:pt x="2438400" y="581025"/>
                </a:moveTo>
                <a:lnTo>
                  <a:pt x="2447925" y="581025"/>
                </a:lnTo>
                <a:lnTo>
                  <a:pt x="2447925" y="590550"/>
                </a:lnTo>
                <a:lnTo>
                  <a:pt x="2457450" y="590550"/>
                </a:lnTo>
                <a:lnTo>
                  <a:pt x="2457450" y="619125"/>
                </a:lnTo>
                <a:lnTo>
                  <a:pt x="2447925" y="619125"/>
                </a:lnTo>
                <a:lnTo>
                  <a:pt x="2447925" y="647700"/>
                </a:lnTo>
                <a:lnTo>
                  <a:pt x="2457450" y="647700"/>
                </a:lnTo>
                <a:lnTo>
                  <a:pt x="2457450" y="657225"/>
                </a:lnTo>
                <a:lnTo>
                  <a:pt x="2438400" y="657225"/>
                </a:lnTo>
                <a:lnTo>
                  <a:pt x="2438400" y="647700"/>
                </a:lnTo>
                <a:lnTo>
                  <a:pt x="2428875" y="647700"/>
                </a:lnTo>
                <a:lnTo>
                  <a:pt x="2428875" y="628650"/>
                </a:lnTo>
                <a:lnTo>
                  <a:pt x="2438400" y="628650"/>
                </a:lnTo>
                <a:close/>
                <a:moveTo>
                  <a:pt x="1666875" y="590550"/>
                </a:moveTo>
                <a:lnTo>
                  <a:pt x="1676400" y="590550"/>
                </a:lnTo>
                <a:lnTo>
                  <a:pt x="1676400" y="600075"/>
                </a:lnTo>
                <a:lnTo>
                  <a:pt x="1714500" y="600075"/>
                </a:lnTo>
                <a:lnTo>
                  <a:pt x="1714500" y="609600"/>
                </a:lnTo>
                <a:lnTo>
                  <a:pt x="1695450" y="609600"/>
                </a:lnTo>
                <a:lnTo>
                  <a:pt x="1695450" y="619125"/>
                </a:lnTo>
                <a:lnTo>
                  <a:pt x="1676400" y="619125"/>
                </a:lnTo>
                <a:lnTo>
                  <a:pt x="1676400" y="609600"/>
                </a:lnTo>
                <a:lnTo>
                  <a:pt x="1666875" y="609600"/>
                </a:lnTo>
                <a:close/>
                <a:moveTo>
                  <a:pt x="0" y="600075"/>
                </a:moveTo>
                <a:lnTo>
                  <a:pt x="9525" y="600075"/>
                </a:lnTo>
                <a:lnTo>
                  <a:pt x="9525" y="609600"/>
                </a:lnTo>
                <a:lnTo>
                  <a:pt x="0" y="609600"/>
                </a:lnTo>
                <a:close/>
                <a:moveTo>
                  <a:pt x="171450" y="600075"/>
                </a:moveTo>
                <a:lnTo>
                  <a:pt x="180975" y="600075"/>
                </a:lnTo>
                <a:lnTo>
                  <a:pt x="180975" y="647700"/>
                </a:lnTo>
                <a:lnTo>
                  <a:pt x="171450" y="647700"/>
                </a:lnTo>
                <a:close/>
                <a:moveTo>
                  <a:pt x="1714500" y="609600"/>
                </a:moveTo>
                <a:lnTo>
                  <a:pt x="1762125" y="609600"/>
                </a:lnTo>
                <a:lnTo>
                  <a:pt x="1762125" y="619125"/>
                </a:lnTo>
                <a:lnTo>
                  <a:pt x="1714500" y="619125"/>
                </a:lnTo>
                <a:close/>
                <a:moveTo>
                  <a:pt x="304800" y="619125"/>
                </a:moveTo>
                <a:lnTo>
                  <a:pt x="314325" y="619125"/>
                </a:lnTo>
                <a:lnTo>
                  <a:pt x="314325" y="628650"/>
                </a:lnTo>
                <a:lnTo>
                  <a:pt x="304800" y="628650"/>
                </a:lnTo>
                <a:close/>
                <a:moveTo>
                  <a:pt x="1524000" y="628650"/>
                </a:moveTo>
                <a:lnTo>
                  <a:pt x="1533525" y="628650"/>
                </a:lnTo>
                <a:lnTo>
                  <a:pt x="1533525" y="638175"/>
                </a:lnTo>
                <a:lnTo>
                  <a:pt x="1524000" y="638175"/>
                </a:lnTo>
                <a:close/>
                <a:moveTo>
                  <a:pt x="1790700" y="628650"/>
                </a:moveTo>
                <a:lnTo>
                  <a:pt x="1800225" y="628650"/>
                </a:lnTo>
                <a:lnTo>
                  <a:pt x="1800225" y="638175"/>
                </a:lnTo>
                <a:lnTo>
                  <a:pt x="1819275" y="638175"/>
                </a:lnTo>
                <a:lnTo>
                  <a:pt x="1819275" y="647700"/>
                </a:lnTo>
                <a:lnTo>
                  <a:pt x="1809750" y="647700"/>
                </a:lnTo>
                <a:lnTo>
                  <a:pt x="1809750" y="657225"/>
                </a:lnTo>
                <a:lnTo>
                  <a:pt x="1781175" y="657225"/>
                </a:lnTo>
                <a:lnTo>
                  <a:pt x="1781175" y="647700"/>
                </a:lnTo>
                <a:lnTo>
                  <a:pt x="1771650" y="647700"/>
                </a:lnTo>
                <a:lnTo>
                  <a:pt x="1771650" y="657225"/>
                </a:lnTo>
                <a:lnTo>
                  <a:pt x="1762125" y="657225"/>
                </a:lnTo>
                <a:lnTo>
                  <a:pt x="1762125" y="638175"/>
                </a:lnTo>
                <a:lnTo>
                  <a:pt x="1790700" y="638175"/>
                </a:lnTo>
                <a:close/>
                <a:moveTo>
                  <a:pt x="771525" y="647700"/>
                </a:moveTo>
                <a:lnTo>
                  <a:pt x="790575" y="647700"/>
                </a:lnTo>
                <a:lnTo>
                  <a:pt x="790575" y="657225"/>
                </a:lnTo>
                <a:lnTo>
                  <a:pt x="771525" y="657225"/>
                </a:lnTo>
                <a:close/>
                <a:moveTo>
                  <a:pt x="2085975" y="647700"/>
                </a:moveTo>
                <a:lnTo>
                  <a:pt x="2105025" y="647700"/>
                </a:lnTo>
                <a:lnTo>
                  <a:pt x="2105025" y="657225"/>
                </a:lnTo>
                <a:lnTo>
                  <a:pt x="2114550" y="657225"/>
                </a:lnTo>
                <a:lnTo>
                  <a:pt x="2114550" y="666750"/>
                </a:lnTo>
                <a:lnTo>
                  <a:pt x="2133600" y="666750"/>
                </a:lnTo>
                <a:lnTo>
                  <a:pt x="2133600" y="685800"/>
                </a:lnTo>
                <a:lnTo>
                  <a:pt x="2095500" y="685800"/>
                </a:lnTo>
                <a:lnTo>
                  <a:pt x="2095500" y="676275"/>
                </a:lnTo>
                <a:lnTo>
                  <a:pt x="2047875" y="676275"/>
                </a:lnTo>
                <a:lnTo>
                  <a:pt x="2047875" y="666750"/>
                </a:lnTo>
                <a:lnTo>
                  <a:pt x="2085975" y="666750"/>
                </a:lnTo>
                <a:close/>
                <a:moveTo>
                  <a:pt x="685800" y="657225"/>
                </a:moveTo>
                <a:lnTo>
                  <a:pt x="695325" y="657225"/>
                </a:lnTo>
                <a:lnTo>
                  <a:pt x="695325" y="666750"/>
                </a:lnTo>
                <a:lnTo>
                  <a:pt x="685800" y="666750"/>
                </a:lnTo>
                <a:close/>
                <a:moveTo>
                  <a:pt x="914400" y="657225"/>
                </a:moveTo>
                <a:lnTo>
                  <a:pt x="923925" y="657225"/>
                </a:lnTo>
                <a:lnTo>
                  <a:pt x="923925" y="676275"/>
                </a:lnTo>
                <a:lnTo>
                  <a:pt x="914400" y="676275"/>
                </a:lnTo>
                <a:close/>
                <a:moveTo>
                  <a:pt x="314325" y="666750"/>
                </a:moveTo>
                <a:lnTo>
                  <a:pt x="323850" y="666750"/>
                </a:lnTo>
                <a:lnTo>
                  <a:pt x="323850" y="676275"/>
                </a:lnTo>
                <a:lnTo>
                  <a:pt x="314325" y="676275"/>
                </a:lnTo>
                <a:close/>
                <a:moveTo>
                  <a:pt x="1219200" y="666750"/>
                </a:moveTo>
                <a:lnTo>
                  <a:pt x="1228725" y="666750"/>
                </a:lnTo>
                <a:lnTo>
                  <a:pt x="1228725" y="676275"/>
                </a:lnTo>
                <a:lnTo>
                  <a:pt x="1219200" y="676275"/>
                </a:lnTo>
                <a:close/>
                <a:moveTo>
                  <a:pt x="1790700" y="666750"/>
                </a:moveTo>
                <a:lnTo>
                  <a:pt x="1800225" y="666750"/>
                </a:lnTo>
                <a:lnTo>
                  <a:pt x="1800225" y="685800"/>
                </a:lnTo>
                <a:lnTo>
                  <a:pt x="1790700" y="685800"/>
                </a:lnTo>
                <a:close/>
                <a:moveTo>
                  <a:pt x="895350" y="676275"/>
                </a:moveTo>
                <a:lnTo>
                  <a:pt x="914400" y="676275"/>
                </a:lnTo>
                <a:lnTo>
                  <a:pt x="914400" y="695325"/>
                </a:lnTo>
                <a:lnTo>
                  <a:pt x="895350" y="695325"/>
                </a:lnTo>
                <a:close/>
                <a:moveTo>
                  <a:pt x="2133600" y="685800"/>
                </a:moveTo>
                <a:lnTo>
                  <a:pt x="2143125" y="685800"/>
                </a:lnTo>
                <a:lnTo>
                  <a:pt x="2143125" y="695325"/>
                </a:lnTo>
                <a:lnTo>
                  <a:pt x="2133600" y="695325"/>
                </a:lnTo>
                <a:close/>
                <a:moveTo>
                  <a:pt x="2190750" y="685800"/>
                </a:moveTo>
                <a:lnTo>
                  <a:pt x="2209800" y="685800"/>
                </a:lnTo>
                <a:lnTo>
                  <a:pt x="2209800" y="695325"/>
                </a:lnTo>
                <a:lnTo>
                  <a:pt x="2200275" y="695325"/>
                </a:lnTo>
                <a:lnTo>
                  <a:pt x="2200275" y="714375"/>
                </a:lnTo>
                <a:lnTo>
                  <a:pt x="2190750" y="714375"/>
                </a:lnTo>
                <a:lnTo>
                  <a:pt x="2190750" y="733425"/>
                </a:lnTo>
                <a:lnTo>
                  <a:pt x="2181225" y="733425"/>
                </a:lnTo>
                <a:lnTo>
                  <a:pt x="2181225" y="723900"/>
                </a:lnTo>
                <a:lnTo>
                  <a:pt x="2171700" y="723900"/>
                </a:lnTo>
                <a:lnTo>
                  <a:pt x="2171700" y="714375"/>
                </a:lnTo>
                <a:lnTo>
                  <a:pt x="2162175" y="714375"/>
                </a:lnTo>
                <a:lnTo>
                  <a:pt x="2162175" y="704850"/>
                </a:lnTo>
                <a:lnTo>
                  <a:pt x="2152650" y="704850"/>
                </a:lnTo>
                <a:lnTo>
                  <a:pt x="2152650" y="695325"/>
                </a:lnTo>
                <a:lnTo>
                  <a:pt x="2181225" y="695325"/>
                </a:lnTo>
                <a:lnTo>
                  <a:pt x="2181225" y="704850"/>
                </a:lnTo>
                <a:lnTo>
                  <a:pt x="2190750" y="704850"/>
                </a:lnTo>
                <a:close/>
                <a:moveTo>
                  <a:pt x="171450" y="695325"/>
                </a:moveTo>
                <a:lnTo>
                  <a:pt x="180975" y="695325"/>
                </a:lnTo>
                <a:lnTo>
                  <a:pt x="180975" y="723900"/>
                </a:lnTo>
                <a:lnTo>
                  <a:pt x="171450" y="723900"/>
                </a:lnTo>
                <a:close/>
                <a:moveTo>
                  <a:pt x="2419350" y="704850"/>
                </a:moveTo>
                <a:lnTo>
                  <a:pt x="2428875" y="704850"/>
                </a:lnTo>
                <a:lnTo>
                  <a:pt x="2428875" y="742950"/>
                </a:lnTo>
                <a:lnTo>
                  <a:pt x="2419350" y="742950"/>
                </a:lnTo>
                <a:lnTo>
                  <a:pt x="2419350" y="733425"/>
                </a:lnTo>
                <a:lnTo>
                  <a:pt x="2409825" y="733425"/>
                </a:lnTo>
                <a:lnTo>
                  <a:pt x="2409825" y="714375"/>
                </a:lnTo>
                <a:lnTo>
                  <a:pt x="2419350" y="714375"/>
                </a:lnTo>
                <a:close/>
                <a:moveTo>
                  <a:pt x="895350" y="714375"/>
                </a:moveTo>
                <a:lnTo>
                  <a:pt x="904875" y="714375"/>
                </a:lnTo>
                <a:lnTo>
                  <a:pt x="904875" y="742950"/>
                </a:lnTo>
                <a:lnTo>
                  <a:pt x="895350" y="742950"/>
                </a:lnTo>
                <a:close/>
                <a:moveTo>
                  <a:pt x="1371600" y="714375"/>
                </a:moveTo>
                <a:lnTo>
                  <a:pt x="1381125" y="714375"/>
                </a:lnTo>
                <a:lnTo>
                  <a:pt x="1381125" y="723900"/>
                </a:lnTo>
                <a:lnTo>
                  <a:pt x="1371600" y="723900"/>
                </a:lnTo>
                <a:close/>
                <a:moveTo>
                  <a:pt x="19050" y="723900"/>
                </a:moveTo>
                <a:lnTo>
                  <a:pt x="28575" y="723900"/>
                </a:lnTo>
                <a:lnTo>
                  <a:pt x="28575" y="733425"/>
                </a:lnTo>
                <a:lnTo>
                  <a:pt x="19050" y="733425"/>
                </a:lnTo>
                <a:close/>
                <a:moveTo>
                  <a:pt x="1362075" y="723900"/>
                </a:moveTo>
                <a:lnTo>
                  <a:pt x="1371600" y="723900"/>
                </a:lnTo>
                <a:lnTo>
                  <a:pt x="1371600" y="742950"/>
                </a:lnTo>
                <a:lnTo>
                  <a:pt x="1362075" y="742950"/>
                </a:lnTo>
                <a:close/>
                <a:moveTo>
                  <a:pt x="1381125" y="723900"/>
                </a:moveTo>
                <a:lnTo>
                  <a:pt x="1400175" y="723900"/>
                </a:lnTo>
                <a:lnTo>
                  <a:pt x="1400175" y="742950"/>
                </a:lnTo>
                <a:lnTo>
                  <a:pt x="1381125" y="742950"/>
                </a:lnTo>
                <a:close/>
                <a:moveTo>
                  <a:pt x="1447800" y="723900"/>
                </a:moveTo>
                <a:lnTo>
                  <a:pt x="1457325" y="723900"/>
                </a:lnTo>
                <a:lnTo>
                  <a:pt x="1457325" y="733425"/>
                </a:lnTo>
                <a:lnTo>
                  <a:pt x="1466850" y="733425"/>
                </a:lnTo>
                <a:lnTo>
                  <a:pt x="1466850" y="762000"/>
                </a:lnTo>
                <a:lnTo>
                  <a:pt x="1457325" y="762000"/>
                </a:lnTo>
                <a:lnTo>
                  <a:pt x="1457325" y="742950"/>
                </a:lnTo>
                <a:lnTo>
                  <a:pt x="1447800" y="742950"/>
                </a:lnTo>
                <a:close/>
                <a:moveTo>
                  <a:pt x="685800" y="733425"/>
                </a:moveTo>
                <a:lnTo>
                  <a:pt x="695325" y="733425"/>
                </a:lnTo>
                <a:lnTo>
                  <a:pt x="695325" y="742950"/>
                </a:lnTo>
                <a:lnTo>
                  <a:pt x="685800" y="742950"/>
                </a:lnTo>
                <a:close/>
                <a:moveTo>
                  <a:pt x="1781175" y="733425"/>
                </a:moveTo>
                <a:lnTo>
                  <a:pt x="1790700" y="733425"/>
                </a:lnTo>
                <a:lnTo>
                  <a:pt x="1790700" y="742950"/>
                </a:lnTo>
                <a:lnTo>
                  <a:pt x="1781175" y="742950"/>
                </a:lnTo>
                <a:close/>
                <a:moveTo>
                  <a:pt x="1371600" y="742950"/>
                </a:moveTo>
                <a:lnTo>
                  <a:pt x="1381125" y="742950"/>
                </a:lnTo>
                <a:lnTo>
                  <a:pt x="1381125" y="752475"/>
                </a:lnTo>
                <a:lnTo>
                  <a:pt x="1371600" y="752475"/>
                </a:lnTo>
                <a:close/>
                <a:moveTo>
                  <a:pt x="2200275" y="742950"/>
                </a:moveTo>
                <a:lnTo>
                  <a:pt x="2219325" y="742950"/>
                </a:lnTo>
                <a:lnTo>
                  <a:pt x="2219325" y="752475"/>
                </a:lnTo>
                <a:lnTo>
                  <a:pt x="2200275" y="752475"/>
                </a:lnTo>
                <a:close/>
                <a:moveTo>
                  <a:pt x="676275" y="752475"/>
                </a:moveTo>
                <a:lnTo>
                  <a:pt x="685800" y="752475"/>
                </a:lnTo>
                <a:lnTo>
                  <a:pt x="685800" y="762000"/>
                </a:lnTo>
                <a:lnTo>
                  <a:pt x="676275" y="762000"/>
                </a:lnTo>
                <a:close/>
                <a:moveTo>
                  <a:pt x="333375" y="762000"/>
                </a:moveTo>
                <a:lnTo>
                  <a:pt x="342900" y="762000"/>
                </a:lnTo>
                <a:lnTo>
                  <a:pt x="342900" y="771525"/>
                </a:lnTo>
                <a:lnTo>
                  <a:pt x="333375" y="771525"/>
                </a:lnTo>
                <a:close/>
                <a:moveTo>
                  <a:pt x="1419225" y="762000"/>
                </a:moveTo>
                <a:lnTo>
                  <a:pt x="1428750" y="762000"/>
                </a:lnTo>
                <a:lnTo>
                  <a:pt x="1428750" y="771525"/>
                </a:lnTo>
                <a:lnTo>
                  <a:pt x="1419225" y="771525"/>
                </a:lnTo>
                <a:close/>
                <a:moveTo>
                  <a:pt x="2228850" y="762000"/>
                </a:moveTo>
                <a:lnTo>
                  <a:pt x="2238375" y="762000"/>
                </a:lnTo>
                <a:lnTo>
                  <a:pt x="2238375" y="781050"/>
                </a:lnTo>
                <a:lnTo>
                  <a:pt x="2247900" y="781050"/>
                </a:lnTo>
                <a:lnTo>
                  <a:pt x="2247900" y="790575"/>
                </a:lnTo>
                <a:lnTo>
                  <a:pt x="2238375" y="790575"/>
                </a:lnTo>
                <a:lnTo>
                  <a:pt x="2238375" y="800100"/>
                </a:lnTo>
                <a:lnTo>
                  <a:pt x="2228850" y="800100"/>
                </a:lnTo>
                <a:close/>
                <a:moveTo>
                  <a:pt x="2419350" y="762000"/>
                </a:moveTo>
                <a:lnTo>
                  <a:pt x="2428875" y="762000"/>
                </a:lnTo>
                <a:lnTo>
                  <a:pt x="2428875" y="771525"/>
                </a:lnTo>
                <a:lnTo>
                  <a:pt x="2438400" y="771525"/>
                </a:lnTo>
                <a:lnTo>
                  <a:pt x="2438400" y="781050"/>
                </a:lnTo>
                <a:lnTo>
                  <a:pt x="2409825" y="781050"/>
                </a:lnTo>
                <a:lnTo>
                  <a:pt x="2409825" y="771525"/>
                </a:lnTo>
                <a:lnTo>
                  <a:pt x="2419350" y="771525"/>
                </a:lnTo>
                <a:close/>
                <a:moveTo>
                  <a:pt x="314325" y="771525"/>
                </a:moveTo>
                <a:lnTo>
                  <a:pt x="333375" y="771525"/>
                </a:lnTo>
                <a:lnTo>
                  <a:pt x="333375" y="781050"/>
                </a:lnTo>
                <a:lnTo>
                  <a:pt x="323850" y="781050"/>
                </a:lnTo>
                <a:lnTo>
                  <a:pt x="323850" y="790575"/>
                </a:lnTo>
                <a:lnTo>
                  <a:pt x="304800" y="790575"/>
                </a:lnTo>
                <a:lnTo>
                  <a:pt x="304800" y="781050"/>
                </a:lnTo>
                <a:lnTo>
                  <a:pt x="314325" y="781050"/>
                </a:lnTo>
                <a:close/>
                <a:moveTo>
                  <a:pt x="1219200" y="771525"/>
                </a:moveTo>
                <a:lnTo>
                  <a:pt x="1228725" y="771525"/>
                </a:lnTo>
                <a:lnTo>
                  <a:pt x="1228725" y="790575"/>
                </a:lnTo>
                <a:lnTo>
                  <a:pt x="1219200" y="790575"/>
                </a:lnTo>
                <a:close/>
                <a:moveTo>
                  <a:pt x="276225" y="781050"/>
                </a:moveTo>
                <a:lnTo>
                  <a:pt x="285750" y="781050"/>
                </a:lnTo>
                <a:lnTo>
                  <a:pt x="285750" y="790575"/>
                </a:lnTo>
                <a:lnTo>
                  <a:pt x="276225" y="790575"/>
                </a:lnTo>
                <a:close/>
                <a:moveTo>
                  <a:pt x="1285875" y="781050"/>
                </a:moveTo>
                <a:lnTo>
                  <a:pt x="1295400" y="781050"/>
                </a:lnTo>
                <a:lnTo>
                  <a:pt x="1295400" y="809625"/>
                </a:lnTo>
                <a:lnTo>
                  <a:pt x="1285875" y="809625"/>
                </a:lnTo>
                <a:lnTo>
                  <a:pt x="1285875" y="819150"/>
                </a:lnTo>
                <a:lnTo>
                  <a:pt x="1257300" y="819150"/>
                </a:lnTo>
                <a:lnTo>
                  <a:pt x="1257300" y="800100"/>
                </a:lnTo>
                <a:lnTo>
                  <a:pt x="1276350" y="800100"/>
                </a:lnTo>
                <a:lnTo>
                  <a:pt x="1276350" y="790575"/>
                </a:lnTo>
                <a:lnTo>
                  <a:pt x="1285875" y="790575"/>
                </a:lnTo>
                <a:close/>
                <a:moveTo>
                  <a:pt x="2200275" y="781050"/>
                </a:moveTo>
                <a:lnTo>
                  <a:pt x="2219325" y="781050"/>
                </a:lnTo>
                <a:lnTo>
                  <a:pt x="2219325" y="809625"/>
                </a:lnTo>
                <a:lnTo>
                  <a:pt x="2200275" y="809625"/>
                </a:lnTo>
                <a:close/>
                <a:moveTo>
                  <a:pt x="1190625" y="790575"/>
                </a:moveTo>
                <a:lnTo>
                  <a:pt x="1219200" y="790575"/>
                </a:lnTo>
                <a:lnTo>
                  <a:pt x="1219200" y="809625"/>
                </a:lnTo>
                <a:lnTo>
                  <a:pt x="1209675" y="809625"/>
                </a:lnTo>
                <a:lnTo>
                  <a:pt x="1209675" y="800100"/>
                </a:lnTo>
                <a:lnTo>
                  <a:pt x="1190625" y="800100"/>
                </a:lnTo>
                <a:close/>
                <a:moveTo>
                  <a:pt x="38100" y="819150"/>
                </a:moveTo>
                <a:lnTo>
                  <a:pt x="47625" y="819150"/>
                </a:lnTo>
                <a:lnTo>
                  <a:pt x="47625" y="857250"/>
                </a:lnTo>
                <a:lnTo>
                  <a:pt x="38100" y="857250"/>
                </a:lnTo>
                <a:lnTo>
                  <a:pt x="38100" y="847725"/>
                </a:lnTo>
                <a:lnTo>
                  <a:pt x="28575" y="847725"/>
                </a:lnTo>
                <a:lnTo>
                  <a:pt x="28575" y="857250"/>
                </a:lnTo>
                <a:lnTo>
                  <a:pt x="19050" y="857250"/>
                </a:lnTo>
                <a:lnTo>
                  <a:pt x="19050" y="876300"/>
                </a:lnTo>
                <a:lnTo>
                  <a:pt x="9525" y="876300"/>
                </a:lnTo>
                <a:lnTo>
                  <a:pt x="9525" y="885825"/>
                </a:lnTo>
                <a:lnTo>
                  <a:pt x="19050" y="885825"/>
                </a:lnTo>
                <a:lnTo>
                  <a:pt x="19050" y="895350"/>
                </a:lnTo>
                <a:lnTo>
                  <a:pt x="9525" y="895350"/>
                </a:lnTo>
                <a:lnTo>
                  <a:pt x="9525" y="904875"/>
                </a:lnTo>
                <a:lnTo>
                  <a:pt x="28575" y="904875"/>
                </a:lnTo>
                <a:lnTo>
                  <a:pt x="28575" y="914400"/>
                </a:lnTo>
                <a:lnTo>
                  <a:pt x="19050" y="914400"/>
                </a:lnTo>
                <a:lnTo>
                  <a:pt x="19050" y="923925"/>
                </a:lnTo>
                <a:lnTo>
                  <a:pt x="9525" y="923925"/>
                </a:lnTo>
                <a:lnTo>
                  <a:pt x="9525" y="914400"/>
                </a:lnTo>
                <a:lnTo>
                  <a:pt x="0" y="914400"/>
                </a:lnTo>
                <a:lnTo>
                  <a:pt x="0" y="838200"/>
                </a:lnTo>
                <a:lnTo>
                  <a:pt x="38100" y="838200"/>
                </a:lnTo>
                <a:close/>
                <a:moveTo>
                  <a:pt x="1247775" y="819150"/>
                </a:moveTo>
                <a:lnTo>
                  <a:pt x="1257300" y="819150"/>
                </a:lnTo>
                <a:lnTo>
                  <a:pt x="1257300" y="828675"/>
                </a:lnTo>
                <a:lnTo>
                  <a:pt x="1247775" y="828675"/>
                </a:lnTo>
                <a:close/>
                <a:moveTo>
                  <a:pt x="1323975" y="819150"/>
                </a:moveTo>
                <a:lnTo>
                  <a:pt x="1343025" y="819150"/>
                </a:lnTo>
                <a:lnTo>
                  <a:pt x="1343025" y="838200"/>
                </a:lnTo>
                <a:lnTo>
                  <a:pt x="1323975" y="838200"/>
                </a:lnTo>
                <a:close/>
                <a:moveTo>
                  <a:pt x="628650" y="828675"/>
                </a:moveTo>
                <a:lnTo>
                  <a:pt x="638175" y="828675"/>
                </a:lnTo>
                <a:lnTo>
                  <a:pt x="638175" y="838200"/>
                </a:lnTo>
                <a:lnTo>
                  <a:pt x="628650" y="838200"/>
                </a:lnTo>
                <a:close/>
                <a:moveTo>
                  <a:pt x="1238250" y="828675"/>
                </a:moveTo>
                <a:lnTo>
                  <a:pt x="1247775" y="828675"/>
                </a:lnTo>
                <a:lnTo>
                  <a:pt x="1247775" y="847725"/>
                </a:lnTo>
                <a:lnTo>
                  <a:pt x="1238250" y="847725"/>
                </a:lnTo>
                <a:close/>
                <a:moveTo>
                  <a:pt x="2286000" y="828675"/>
                </a:moveTo>
                <a:lnTo>
                  <a:pt x="2305050" y="828675"/>
                </a:lnTo>
                <a:lnTo>
                  <a:pt x="2305050" y="847725"/>
                </a:lnTo>
                <a:lnTo>
                  <a:pt x="2295525" y="847725"/>
                </a:lnTo>
                <a:lnTo>
                  <a:pt x="2295525" y="838200"/>
                </a:lnTo>
                <a:lnTo>
                  <a:pt x="2286000" y="838200"/>
                </a:lnTo>
                <a:close/>
                <a:moveTo>
                  <a:pt x="1304925" y="838200"/>
                </a:moveTo>
                <a:lnTo>
                  <a:pt x="1323975" y="838200"/>
                </a:lnTo>
                <a:lnTo>
                  <a:pt x="1323975" y="847725"/>
                </a:lnTo>
                <a:lnTo>
                  <a:pt x="1304925" y="847725"/>
                </a:lnTo>
                <a:close/>
                <a:moveTo>
                  <a:pt x="1295400" y="847725"/>
                </a:moveTo>
                <a:lnTo>
                  <a:pt x="1304925" y="847725"/>
                </a:lnTo>
                <a:lnTo>
                  <a:pt x="1304925" y="857250"/>
                </a:lnTo>
                <a:lnTo>
                  <a:pt x="1295400" y="857250"/>
                </a:lnTo>
                <a:close/>
                <a:moveTo>
                  <a:pt x="1457325" y="847725"/>
                </a:moveTo>
                <a:lnTo>
                  <a:pt x="1466850" y="847725"/>
                </a:lnTo>
                <a:lnTo>
                  <a:pt x="1466850" y="857250"/>
                </a:lnTo>
                <a:lnTo>
                  <a:pt x="1457325" y="857250"/>
                </a:lnTo>
                <a:close/>
                <a:moveTo>
                  <a:pt x="2266950" y="847725"/>
                </a:moveTo>
                <a:lnTo>
                  <a:pt x="2276475" y="847725"/>
                </a:lnTo>
                <a:lnTo>
                  <a:pt x="2276475" y="876300"/>
                </a:lnTo>
                <a:lnTo>
                  <a:pt x="2257425" y="876300"/>
                </a:lnTo>
                <a:lnTo>
                  <a:pt x="2257425" y="857250"/>
                </a:lnTo>
                <a:lnTo>
                  <a:pt x="2266950" y="857250"/>
                </a:lnTo>
                <a:close/>
                <a:moveTo>
                  <a:pt x="2190750" y="857250"/>
                </a:moveTo>
                <a:lnTo>
                  <a:pt x="2209800" y="857250"/>
                </a:lnTo>
                <a:lnTo>
                  <a:pt x="2209800" y="866775"/>
                </a:lnTo>
                <a:lnTo>
                  <a:pt x="2200275" y="866775"/>
                </a:lnTo>
                <a:lnTo>
                  <a:pt x="2200275" y="876300"/>
                </a:lnTo>
                <a:lnTo>
                  <a:pt x="2190750" y="876300"/>
                </a:lnTo>
                <a:close/>
                <a:moveTo>
                  <a:pt x="1000125" y="866775"/>
                </a:moveTo>
                <a:lnTo>
                  <a:pt x="1028700" y="866775"/>
                </a:lnTo>
                <a:lnTo>
                  <a:pt x="1028700" y="876300"/>
                </a:lnTo>
                <a:lnTo>
                  <a:pt x="1000125" y="876300"/>
                </a:lnTo>
                <a:close/>
                <a:moveTo>
                  <a:pt x="1457325" y="866775"/>
                </a:moveTo>
                <a:lnTo>
                  <a:pt x="1476375" y="866775"/>
                </a:lnTo>
                <a:lnTo>
                  <a:pt x="1476375" y="876300"/>
                </a:lnTo>
                <a:lnTo>
                  <a:pt x="1457325" y="876300"/>
                </a:lnTo>
                <a:close/>
                <a:moveTo>
                  <a:pt x="2171700" y="866775"/>
                </a:moveTo>
                <a:lnTo>
                  <a:pt x="2181225" y="866775"/>
                </a:lnTo>
                <a:lnTo>
                  <a:pt x="2181225" y="876300"/>
                </a:lnTo>
                <a:lnTo>
                  <a:pt x="2171700" y="876300"/>
                </a:lnTo>
                <a:close/>
                <a:moveTo>
                  <a:pt x="2209800" y="866775"/>
                </a:moveTo>
                <a:lnTo>
                  <a:pt x="2228850" y="866775"/>
                </a:lnTo>
                <a:lnTo>
                  <a:pt x="2228850" y="876300"/>
                </a:lnTo>
                <a:lnTo>
                  <a:pt x="2238375" y="876300"/>
                </a:lnTo>
                <a:lnTo>
                  <a:pt x="2238375" y="895350"/>
                </a:lnTo>
                <a:lnTo>
                  <a:pt x="2228850" y="895350"/>
                </a:lnTo>
                <a:lnTo>
                  <a:pt x="2228850" y="933450"/>
                </a:lnTo>
                <a:lnTo>
                  <a:pt x="2219325" y="933450"/>
                </a:lnTo>
                <a:lnTo>
                  <a:pt x="2219325" y="923925"/>
                </a:lnTo>
                <a:lnTo>
                  <a:pt x="2200275" y="923925"/>
                </a:lnTo>
                <a:lnTo>
                  <a:pt x="2200275" y="942975"/>
                </a:lnTo>
                <a:lnTo>
                  <a:pt x="2190750" y="942975"/>
                </a:lnTo>
                <a:lnTo>
                  <a:pt x="2190750" y="952500"/>
                </a:lnTo>
                <a:lnTo>
                  <a:pt x="2200275" y="952500"/>
                </a:lnTo>
                <a:lnTo>
                  <a:pt x="2200275" y="971550"/>
                </a:lnTo>
                <a:lnTo>
                  <a:pt x="2190750" y="971550"/>
                </a:lnTo>
                <a:lnTo>
                  <a:pt x="2190750" y="962025"/>
                </a:lnTo>
                <a:lnTo>
                  <a:pt x="2162175" y="962025"/>
                </a:lnTo>
                <a:lnTo>
                  <a:pt x="2162175" y="971550"/>
                </a:lnTo>
                <a:lnTo>
                  <a:pt x="2143125" y="971550"/>
                </a:lnTo>
                <a:lnTo>
                  <a:pt x="2143125" y="952500"/>
                </a:lnTo>
                <a:lnTo>
                  <a:pt x="2133600" y="952500"/>
                </a:lnTo>
                <a:lnTo>
                  <a:pt x="2133600" y="942975"/>
                </a:lnTo>
                <a:lnTo>
                  <a:pt x="2143125" y="942975"/>
                </a:lnTo>
                <a:lnTo>
                  <a:pt x="2143125" y="952500"/>
                </a:lnTo>
                <a:lnTo>
                  <a:pt x="2152650" y="952500"/>
                </a:lnTo>
                <a:lnTo>
                  <a:pt x="2152650" y="942975"/>
                </a:lnTo>
                <a:lnTo>
                  <a:pt x="2162175" y="942975"/>
                </a:lnTo>
                <a:lnTo>
                  <a:pt x="2162175" y="914400"/>
                </a:lnTo>
                <a:lnTo>
                  <a:pt x="2181225" y="914400"/>
                </a:lnTo>
                <a:lnTo>
                  <a:pt x="2181225" y="904875"/>
                </a:lnTo>
                <a:lnTo>
                  <a:pt x="2171700" y="904875"/>
                </a:lnTo>
                <a:lnTo>
                  <a:pt x="2171700" y="895350"/>
                </a:lnTo>
                <a:lnTo>
                  <a:pt x="2181225" y="895350"/>
                </a:lnTo>
                <a:lnTo>
                  <a:pt x="2181225" y="885825"/>
                </a:lnTo>
                <a:lnTo>
                  <a:pt x="2200275" y="885825"/>
                </a:lnTo>
                <a:lnTo>
                  <a:pt x="2200275" y="876300"/>
                </a:lnTo>
                <a:lnTo>
                  <a:pt x="2209800" y="876300"/>
                </a:lnTo>
                <a:close/>
                <a:moveTo>
                  <a:pt x="2419350" y="866775"/>
                </a:moveTo>
                <a:lnTo>
                  <a:pt x="2428875" y="866775"/>
                </a:lnTo>
                <a:lnTo>
                  <a:pt x="2428875" y="876300"/>
                </a:lnTo>
                <a:lnTo>
                  <a:pt x="2419350" y="876300"/>
                </a:lnTo>
                <a:close/>
                <a:moveTo>
                  <a:pt x="1362075" y="876300"/>
                </a:moveTo>
                <a:lnTo>
                  <a:pt x="1371600" y="876300"/>
                </a:lnTo>
                <a:lnTo>
                  <a:pt x="1371600" y="885825"/>
                </a:lnTo>
                <a:lnTo>
                  <a:pt x="1362075" y="885825"/>
                </a:lnTo>
                <a:close/>
                <a:moveTo>
                  <a:pt x="2286000" y="876300"/>
                </a:moveTo>
                <a:lnTo>
                  <a:pt x="2295525" y="876300"/>
                </a:lnTo>
                <a:lnTo>
                  <a:pt x="2295525" y="885825"/>
                </a:lnTo>
                <a:lnTo>
                  <a:pt x="2286000" y="885825"/>
                </a:lnTo>
                <a:close/>
                <a:moveTo>
                  <a:pt x="28575" y="885825"/>
                </a:moveTo>
                <a:lnTo>
                  <a:pt x="38100" y="885825"/>
                </a:lnTo>
                <a:lnTo>
                  <a:pt x="38100" y="895350"/>
                </a:lnTo>
                <a:lnTo>
                  <a:pt x="28575" y="895350"/>
                </a:lnTo>
                <a:close/>
                <a:moveTo>
                  <a:pt x="1343025" y="885825"/>
                </a:moveTo>
                <a:lnTo>
                  <a:pt x="1362075" y="885825"/>
                </a:lnTo>
                <a:lnTo>
                  <a:pt x="1362075" y="895350"/>
                </a:lnTo>
                <a:lnTo>
                  <a:pt x="1371600" y="895350"/>
                </a:lnTo>
                <a:lnTo>
                  <a:pt x="1371600" y="904875"/>
                </a:lnTo>
                <a:lnTo>
                  <a:pt x="1390650" y="904875"/>
                </a:lnTo>
                <a:lnTo>
                  <a:pt x="1390650" y="914400"/>
                </a:lnTo>
                <a:lnTo>
                  <a:pt x="1352550" y="914400"/>
                </a:lnTo>
                <a:lnTo>
                  <a:pt x="1352550" y="904875"/>
                </a:lnTo>
                <a:lnTo>
                  <a:pt x="1343025" y="904875"/>
                </a:lnTo>
                <a:close/>
                <a:moveTo>
                  <a:pt x="1038225" y="895350"/>
                </a:moveTo>
                <a:lnTo>
                  <a:pt x="1047750" y="895350"/>
                </a:lnTo>
                <a:lnTo>
                  <a:pt x="1047750" y="904875"/>
                </a:lnTo>
                <a:lnTo>
                  <a:pt x="1057275" y="904875"/>
                </a:lnTo>
                <a:lnTo>
                  <a:pt x="1057275" y="914400"/>
                </a:lnTo>
                <a:lnTo>
                  <a:pt x="1047750" y="914400"/>
                </a:lnTo>
                <a:lnTo>
                  <a:pt x="1047750" y="923925"/>
                </a:lnTo>
                <a:lnTo>
                  <a:pt x="1038225" y="923925"/>
                </a:lnTo>
                <a:lnTo>
                  <a:pt x="1038225" y="914400"/>
                </a:lnTo>
                <a:lnTo>
                  <a:pt x="1028700" y="914400"/>
                </a:lnTo>
                <a:lnTo>
                  <a:pt x="1028700" y="904875"/>
                </a:lnTo>
                <a:lnTo>
                  <a:pt x="1038225" y="904875"/>
                </a:lnTo>
                <a:close/>
                <a:moveTo>
                  <a:pt x="323850" y="904875"/>
                </a:moveTo>
                <a:lnTo>
                  <a:pt x="333375" y="904875"/>
                </a:lnTo>
                <a:lnTo>
                  <a:pt x="333375" y="914400"/>
                </a:lnTo>
                <a:lnTo>
                  <a:pt x="323850" y="914400"/>
                </a:lnTo>
                <a:close/>
                <a:moveTo>
                  <a:pt x="1095375" y="904875"/>
                </a:moveTo>
                <a:lnTo>
                  <a:pt x="1114425" y="904875"/>
                </a:lnTo>
                <a:lnTo>
                  <a:pt x="1114425" y="914400"/>
                </a:lnTo>
                <a:lnTo>
                  <a:pt x="1095375" y="914400"/>
                </a:lnTo>
                <a:close/>
                <a:moveTo>
                  <a:pt x="2419350" y="904875"/>
                </a:moveTo>
                <a:lnTo>
                  <a:pt x="2428875" y="904875"/>
                </a:lnTo>
                <a:lnTo>
                  <a:pt x="2428875" y="914400"/>
                </a:lnTo>
                <a:lnTo>
                  <a:pt x="2419350" y="914400"/>
                </a:lnTo>
                <a:close/>
                <a:moveTo>
                  <a:pt x="1114425" y="914400"/>
                </a:moveTo>
                <a:lnTo>
                  <a:pt x="1162050" y="914400"/>
                </a:lnTo>
                <a:lnTo>
                  <a:pt x="1162050" y="923925"/>
                </a:lnTo>
                <a:lnTo>
                  <a:pt x="1133475" y="923925"/>
                </a:lnTo>
                <a:lnTo>
                  <a:pt x="1133475" y="952500"/>
                </a:lnTo>
                <a:lnTo>
                  <a:pt x="1143000" y="952500"/>
                </a:lnTo>
                <a:lnTo>
                  <a:pt x="1143000" y="962025"/>
                </a:lnTo>
                <a:lnTo>
                  <a:pt x="1133475" y="962025"/>
                </a:lnTo>
                <a:lnTo>
                  <a:pt x="1133475" y="971550"/>
                </a:lnTo>
                <a:lnTo>
                  <a:pt x="1114425" y="971550"/>
                </a:lnTo>
                <a:lnTo>
                  <a:pt x="1114425" y="952500"/>
                </a:lnTo>
                <a:lnTo>
                  <a:pt x="1104900" y="952500"/>
                </a:lnTo>
                <a:lnTo>
                  <a:pt x="1104900" y="923925"/>
                </a:lnTo>
                <a:lnTo>
                  <a:pt x="1114425" y="923925"/>
                </a:lnTo>
                <a:close/>
                <a:moveTo>
                  <a:pt x="1581150" y="914400"/>
                </a:moveTo>
                <a:lnTo>
                  <a:pt x="1590675" y="914400"/>
                </a:lnTo>
                <a:lnTo>
                  <a:pt x="1590675" y="923925"/>
                </a:lnTo>
                <a:lnTo>
                  <a:pt x="1581150" y="923925"/>
                </a:lnTo>
                <a:close/>
                <a:moveTo>
                  <a:pt x="1781175" y="914400"/>
                </a:moveTo>
                <a:lnTo>
                  <a:pt x="1790700" y="914400"/>
                </a:lnTo>
                <a:lnTo>
                  <a:pt x="1790700" y="933450"/>
                </a:lnTo>
                <a:lnTo>
                  <a:pt x="1781175" y="933450"/>
                </a:lnTo>
                <a:close/>
                <a:moveTo>
                  <a:pt x="2333625" y="914400"/>
                </a:moveTo>
                <a:lnTo>
                  <a:pt x="2343150" y="914400"/>
                </a:lnTo>
                <a:lnTo>
                  <a:pt x="2343150" y="923925"/>
                </a:lnTo>
                <a:lnTo>
                  <a:pt x="2352675" y="923925"/>
                </a:lnTo>
                <a:lnTo>
                  <a:pt x="2352675" y="933450"/>
                </a:lnTo>
                <a:lnTo>
                  <a:pt x="2343150" y="933450"/>
                </a:lnTo>
                <a:lnTo>
                  <a:pt x="2343150" y="942975"/>
                </a:lnTo>
                <a:lnTo>
                  <a:pt x="2333625" y="942975"/>
                </a:lnTo>
                <a:close/>
                <a:moveTo>
                  <a:pt x="2428875" y="914400"/>
                </a:moveTo>
                <a:lnTo>
                  <a:pt x="2438400" y="914400"/>
                </a:lnTo>
                <a:lnTo>
                  <a:pt x="2438400" y="923925"/>
                </a:lnTo>
                <a:lnTo>
                  <a:pt x="2428875" y="923925"/>
                </a:lnTo>
                <a:close/>
                <a:moveTo>
                  <a:pt x="1190625" y="923925"/>
                </a:moveTo>
                <a:lnTo>
                  <a:pt x="1200150" y="923925"/>
                </a:lnTo>
                <a:lnTo>
                  <a:pt x="1200150" y="933450"/>
                </a:lnTo>
                <a:lnTo>
                  <a:pt x="1190625" y="933450"/>
                </a:lnTo>
                <a:close/>
                <a:moveTo>
                  <a:pt x="2419350" y="923925"/>
                </a:moveTo>
                <a:lnTo>
                  <a:pt x="2428875" y="923925"/>
                </a:lnTo>
                <a:lnTo>
                  <a:pt x="2428875" y="933450"/>
                </a:lnTo>
                <a:lnTo>
                  <a:pt x="2419350" y="933450"/>
                </a:lnTo>
                <a:close/>
                <a:moveTo>
                  <a:pt x="581025" y="933450"/>
                </a:moveTo>
                <a:lnTo>
                  <a:pt x="590550" y="933450"/>
                </a:lnTo>
                <a:lnTo>
                  <a:pt x="590550" y="942975"/>
                </a:lnTo>
                <a:lnTo>
                  <a:pt x="609600" y="942975"/>
                </a:lnTo>
                <a:lnTo>
                  <a:pt x="609600" y="952500"/>
                </a:lnTo>
                <a:lnTo>
                  <a:pt x="590550" y="952500"/>
                </a:lnTo>
                <a:lnTo>
                  <a:pt x="590550" y="962025"/>
                </a:lnTo>
                <a:lnTo>
                  <a:pt x="581025" y="962025"/>
                </a:lnTo>
                <a:lnTo>
                  <a:pt x="581025" y="952500"/>
                </a:lnTo>
                <a:lnTo>
                  <a:pt x="571500" y="952500"/>
                </a:lnTo>
                <a:lnTo>
                  <a:pt x="571500" y="942975"/>
                </a:lnTo>
                <a:lnTo>
                  <a:pt x="581025" y="942975"/>
                </a:lnTo>
                <a:close/>
                <a:moveTo>
                  <a:pt x="1085850" y="933450"/>
                </a:moveTo>
                <a:lnTo>
                  <a:pt x="1095375" y="933450"/>
                </a:lnTo>
                <a:lnTo>
                  <a:pt x="1095375" y="942975"/>
                </a:lnTo>
                <a:lnTo>
                  <a:pt x="1085850" y="942975"/>
                </a:lnTo>
                <a:close/>
                <a:moveTo>
                  <a:pt x="1200150" y="933450"/>
                </a:moveTo>
                <a:lnTo>
                  <a:pt x="1219200" y="933450"/>
                </a:lnTo>
                <a:lnTo>
                  <a:pt x="1219200" y="942975"/>
                </a:lnTo>
                <a:lnTo>
                  <a:pt x="1200150" y="942975"/>
                </a:lnTo>
                <a:close/>
                <a:moveTo>
                  <a:pt x="1581150" y="933450"/>
                </a:moveTo>
                <a:lnTo>
                  <a:pt x="1590675" y="933450"/>
                </a:lnTo>
                <a:lnTo>
                  <a:pt x="1590675" y="952500"/>
                </a:lnTo>
                <a:lnTo>
                  <a:pt x="1581150" y="952500"/>
                </a:lnTo>
                <a:close/>
                <a:moveTo>
                  <a:pt x="1743075" y="933450"/>
                </a:moveTo>
                <a:lnTo>
                  <a:pt x="1752600" y="933450"/>
                </a:lnTo>
                <a:lnTo>
                  <a:pt x="1752600" y="942975"/>
                </a:lnTo>
                <a:lnTo>
                  <a:pt x="1743075" y="942975"/>
                </a:lnTo>
                <a:close/>
                <a:moveTo>
                  <a:pt x="2257425" y="933450"/>
                </a:moveTo>
                <a:lnTo>
                  <a:pt x="2286000" y="933450"/>
                </a:lnTo>
                <a:lnTo>
                  <a:pt x="2286000" y="942975"/>
                </a:lnTo>
                <a:lnTo>
                  <a:pt x="2257425" y="942975"/>
                </a:lnTo>
                <a:close/>
                <a:moveTo>
                  <a:pt x="876300" y="942975"/>
                </a:moveTo>
                <a:lnTo>
                  <a:pt x="914400" y="942975"/>
                </a:lnTo>
                <a:lnTo>
                  <a:pt x="914400" y="952500"/>
                </a:lnTo>
                <a:lnTo>
                  <a:pt x="904875" y="952500"/>
                </a:lnTo>
                <a:lnTo>
                  <a:pt x="904875" y="962025"/>
                </a:lnTo>
                <a:lnTo>
                  <a:pt x="895350" y="962025"/>
                </a:lnTo>
                <a:lnTo>
                  <a:pt x="895350" y="981075"/>
                </a:lnTo>
                <a:lnTo>
                  <a:pt x="885825" y="981075"/>
                </a:lnTo>
                <a:lnTo>
                  <a:pt x="885825" y="971550"/>
                </a:lnTo>
                <a:lnTo>
                  <a:pt x="876300" y="971550"/>
                </a:lnTo>
                <a:lnTo>
                  <a:pt x="876300" y="962025"/>
                </a:lnTo>
                <a:lnTo>
                  <a:pt x="866775" y="962025"/>
                </a:lnTo>
                <a:lnTo>
                  <a:pt x="866775" y="952500"/>
                </a:lnTo>
                <a:lnTo>
                  <a:pt x="876300" y="952500"/>
                </a:lnTo>
                <a:close/>
                <a:moveTo>
                  <a:pt x="1219200" y="942975"/>
                </a:moveTo>
                <a:lnTo>
                  <a:pt x="1228725" y="942975"/>
                </a:lnTo>
                <a:lnTo>
                  <a:pt x="1228725" y="952500"/>
                </a:lnTo>
                <a:lnTo>
                  <a:pt x="1219200" y="952500"/>
                </a:lnTo>
                <a:close/>
                <a:moveTo>
                  <a:pt x="1762125" y="942975"/>
                </a:moveTo>
                <a:lnTo>
                  <a:pt x="1771650" y="942975"/>
                </a:lnTo>
                <a:lnTo>
                  <a:pt x="1771650" y="971550"/>
                </a:lnTo>
                <a:lnTo>
                  <a:pt x="1800225" y="971550"/>
                </a:lnTo>
                <a:lnTo>
                  <a:pt x="1800225" y="981075"/>
                </a:lnTo>
                <a:lnTo>
                  <a:pt x="1781175" y="981075"/>
                </a:lnTo>
                <a:lnTo>
                  <a:pt x="1781175" y="990600"/>
                </a:lnTo>
                <a:lnTo>
                  <a:pt x="1771650" y="990600"/>
                </a:lnTo>
                <a:lnTo>
                  <a:pt x="1771650" y="981075"/>
                </a:lnTo>
                <a:lnTo>
                  <a:pt x="1762125" y="981075"/>
                </a:lnTo>
                <a:lnTo>
                  <a:pt x="1762125" y="962025"/>
                </a:lnTo>
                <a:lnTo>
                  <a:pt x="1752600" y="962025"/>
                </a:lnTo>
                <a:lnTo>
                  <a:pt x="1752600" y="952500"/>
                </a:lnTo>
                <a:lnTo>
                  <a:pt x="1762125" y="952500"/>
                </a:lnTo>
                <a:close/>
                <a:moveTo>
                  <a:pt x="2390775" y="942975"/>
                </a:moveTo>
                <a:lnTo>
                  <a:pt x="2400300" y="942975"/>
                </a:lnTo>
                <a:lnTo>
                  <a:pt x="2400300" y="952500"/>
                </a:lnTo>
                <a:lnTo>
                  <a:pt x="2409825" y="952500"/>
                </a:lnTo>
                <a:lnTo>
                  <a:pt x="2409825" y="962025"/>
                </a:lnTo>
                <a:lnTo>
                  <a:pt x="2381250" y="962025"/>
                </a:lnTo>
                <a:lnTo>
                  <a:pt x="2381250" y="952500"/>
                </a:lnTo>
                <a:lnTo>
                  <a:pt x="2390775" y="952500"/>
                </a:lnTo>
                <a:close/>
                <a:moveTo>
                  <a:pt x="0" y="952500"/>
                </a:moveTo>
                <a:lnTo>
                  <a:pt x="9525" y="952500"/>
                </a:lnTo>
                <a:lnTo>
                  <a:pt x="9525" y="962025"/>
                </a:lnTo>
                <a:lnTo>
                  <a:pt x="0" y="962025"/>
                </a:lnTo>
                <a:close/>
                <a:moveTo>
                  <a:pt x="314325" y="952500"/>
                </a:moveTo>
                <a:lnTo>
                  <a:pt x="323850" y="952500"/>
                </a:lnTo>
                <a:lnTo>
                  <a:pt x="323850" y="962025"/>
                </a:lnTo>
                <a:lnTo>
                  <a:pt x="314325" y="962025"/>
                </a:lnTo>
                <a:close/>
                <a:moveTo>
                  <a:pt x="1095375" y="952500"/>
                </a:moveTo>
                <a:lnTo>
                  <a:pt x="1104900" y="952500"/>
                </a:lnTo>
                <a:lnTo>
                  <a:pt x="1104900" y="962025"/>
                </a:lnTo>
                <a:lnTo>
                  <a:pt x="1095375" y="962025"/>
                </a:lnTo>
                <a:close/>
                <a:moveTo>
                  <a:pt x="1228725" y="952500"/>
                </a:moveTo>
                <a:lnTo>
                  <a:pt x="1238250" y="952500"/>
                </a:lnTo>
                <a:lnTo>
                  <a:pt x="1238250" y="962025"/>
                </a:lnTo>
                <a:lnTo>
                  <a:pt x="1228725" y="962025"/>
                </a:lnTo>
                <a:close/>
                <a:moveTo>
                  <a:pt x="1485900" y="952500"/>
                </a:moveTo>
                <a:lnTo>
                  <a:pt x="1495425" y="952500"/>
                </a:lnTo>
                <a:lnTo>
                  <a:pt x="1495425" y="962025"/>
                </a:lnTo>
                <a:lnTo>
                  <a:pt x="1485900" y="962025"/>
                </a:lnTo>
                <a:close/>
                <a:moveTo>
                  <a:pt x="1981200" y="952500"/>
                </a:moveTo>
                <a:lnTo>
                  <a:pt x="2000250" y="952500"/>
                </a:lnTo>
                <a:lnTo>
                  <a:pt x="2000250" y="962025"/>
                </a:lnTo>
                <a:lnTo>
                  <a:pt x="1990725" y="962025"/>
                </a:lnTo>
                <a:lnTo>
                  <a:pt x="1990725" y="971550"/>
                </a:lnTo>
                <a:lnTo>
                  <a:pt x="1981200" y="971550"/>
                </a:lnTo>
                <a:close/>
                <a:moveTo>
                  <a:pt x="2295525" y="952500"/>
                </a:moveTo>
                <a:lnTo>
                  <a:pt x="2305050" y="952500"/>
                </a:lnTo>
                <a:lnTo>
                  <a:pt x="2305050" y="962025"/>
                </a:lnTo>
                <a:lnTo>
                  <a:pt x="2295525" y="962025"/>
                </a:lnTo>
                <a:close/>
                <a:moveTo>
                  <a:pt x="1143000" y="962025"/>
                </a:moveTo>
                <a:lnTo>
                  <a:pt x="1152525" y="962025"/>
                </a:lnTo>
                <a:lnTo>
                  <a:pt x="1152525" y="971550"/>
                </a:lnTo>
                <a:lnTo>
                  <a:pt x="1143000" y="971550"/>
                </a:lnTo>
                <a:close/>
                <a:moveTo>
                  <a:pt x="1990725" y="971550"/>
                </a:moveTo>
                <a:lnTo>
                  <a:pt x="2000250" y="971550"/>
                </a:lnTo>
                <a:lnTo>
                  <a:pt x="2000250" y="1000125"/>
                </a:lnTo>
                <a:lnTo>
                  <a:pt x="1990725" y="1000125"/>
                </a:lnTo>
                <a:lnTo>
                  <a:pt x="1990725" y="990600"/>
                </a:lnTo>
                <a:lnTo>
                  <a:pt x="1981200" y="990600"/>
                </a:lnTo>
                <a:lnTo>
                  <a:pt x="1981200" y="981075"/>
                </a:lnTo>
                <a:lnTo>
                  <a:pt x="1990725" y="981075"/>
                </a:lnTo>
                <a:close/>
                <a:moveTo>
                  <a:pt x="2105025" y="971550"/>
                </a:moveTo>
                <a:lnTo>
                  <a:pt x="2114550" y="971550"/>
                </a:lnTo>
                <a:lnTo>
                  <a:pt x="2114550" y="990600"/>
                </a:lnTo>
                <a:lnTo>
                  <a:pt x="2085975" y="990600"/>
                </a:lnTo>
                <a:lnTo>
                  <a:pt x="2085975" y="981075"/>
                </a:lnTo>
                <a:lnTo>
                  <a:pt x="2105025" y="981075"/>
                </a:lnTo>
                <a:close/>
                <a:moveTo>
                  <a:pt x="2209800" y="971550"/>
                </a:moveTo>
                <a:lnTo>
                  <a:pt x="2219325" y="971550"/>
                </a:lnTo>
                <a:lnTo>
                  <a:pt x="2219325" y="981075"/>
                </a:lnTo>
                <a:lnTo>
                  <a:pt x="2209800" y="981075"/>
                </a:lnTo>
                <a:close/>
                <a:moveTo>
                  <a:pt x="2247900" y="971550"/>
                </a:moveTo>
                <a:lnTo>
                  <a:pt x="2266950" y="971550"/>
                </a:lnTo>
                <a:lnTo>
                  <a:pt x="2266950" y="990600"/>
                </a:lnTo>
                <a:lnTo>
                  <a:pt x="2257425" y="990600"/>
                </a:lnTo>
                <a:lnTo>
                  <a:pt x="2257425" y="1000125"/>
                </a:lnTo>
                <a:lnTo>
                  <a:pt x="2247900" y="1000125"/>
                </a:lnTo>
                <a:lnTo>
                  <a:pt x="2247900" y="990600"/>
                </a:lnTo>
                <a:lnTo>
                  <a:pt x="2238375" y="990600"/>
                </a:lnTo>
                <a:lnTo>
                  <a:pt x="2238375" y="981075"/>
                </a:lnTo>
                <a:lnTo>
                  <a:pt x="2247900" y="981075"/>
                </a:lnTo>
                <a:close/>
                <a:moveTo>
                  <a:pt x="304800" y="981075"/>
                </a:moveTo>
                <a:lnTo>
                  <a:pt x="314325" y="981075"/>
                </a:lnTo>
                <a:lnTo>
                  <a:pt x="314325" y="990600"/>
                </a:lnTo>
                <a:lnTo>
                  <a:pt x="304800" y="990600"/>
                </a:lnTo>
                <a:close/>
                <a:moveTo>
                  <a:pt x="923925" y="981075"/>
                </a:moveTo>
                <a:lnTo>
                  <a:pt x="933450" y="981075"/>
                </a:lnTo>
                <a:lnTo>
                  <a:pt x="933450" y="990600"/>
                </a:lnTo>
                <a:lnTo>
                  <a:pt x="923925" y="990600"/>
                </a:lnTo>
                <a:close/>
                <a:moveTo>
                  <a:pt x="1171575" y="981075"/>
                </a:moveTo>
                <a:lnTo>
                  <a:pt x="1181100" y="981075"/>
                </a:lnTo>
                <a:lnTo>
                  <a:pt x="1181100" y="990600"/>
                </a:lnTo>
                <a:lnTo>
                  <a:pt x="1190625" y="990600"/>
                </a:lnTo>
                <a:lnTo>
                  <a:pt x="1190625" y="1000125"/>
                </a:lnTo>
                <a:lnTo>
                  <a:pt x="1171575" y="1000125"/>
                </a:lnTo>
                <a:close/>
                <a:moveTo>
                  <a:pt x="1257300" y="981075"/>
                </a:moveTo>
                <a:lnTo>
                  <a:pt x="1266825" y="981075"/>
                </a:lnTo>
                <a:lnTo>
                  <a:pt x="1266825" y="990600"/>
                </a:lnTo>
                <a:lnTo>
                  <a:pt x="1257300" y="990600"/>
                </a:lnTo>
                <a:close/>
                <a:moveTo>
                  <a:pt x="1428750" y="990600"/>
                </a:moveTo>
                <a:lnTo>
                  <a:pt x="1438275" y="990600"/>
                </a:lnTo>
                <a:lnTo>
                  <a:pt x="1438275" y="1019175"/>
                </a:lnTo>
                <a:lnTo>
                  <a:pt x="1428750" y="1019175"/>
                </a:lnTo>
                <a:close/>
                <a:moveTo>
                  <a:pt x="1495425" y="990600"/>
                </a:moveTo>
                <a:lnTo>
                  <a:pt x="1514475" y="990600"/>
                </a:lnTo>
                <a:lnTo>
                  <a:pt x="1514475" y="1000125"/>
                </a:lnTo>
                <a:lnTo>
                  <a:pt x="1504950" y="1000125"/>
                </a:lnTo>
                <a:lnTo>
                  <a:pt x="1504950" y="1009650"/>
                </a:lnTo>
                <a:lnTo>
                  <a:pt x="1495425" y="1009650"/>
                </a:lnTo>
                <a:close/>
                <a:moveTo>
                  <a:pt x="2019300" y="990600"/>
                </a:moveTo>
                <a:lnTo>
                  <a:pt x="2038350" y="990600"/>
                </a:lnTo>
                <a:lnTo>
                  <a:pt x="2038350" y="1047750"/>
                </a:lnTo>
                <a:lnTo>
                  <a:pt x="2028825" y="1047750"/>
                </a:lnTo>
                <a:lnTo>
                  <a:pt x="2028825" y="1028700"/>
                </a:lnTo>
                <a:lnTo>
                  <a:pt x="2019300" y="1028700"/>
                </a:lnTo>
                <a:lnTo>
                  <a:pt x="2019300" y="1019175"/>
                </a:lnTo>
                <a:lnTo>
                  <a:pt x="2009775" y="1019175"/>
                </a:lnTo>
                <a:lnTo>
                  <a:pt x="2009775" y="1038225"/>
                </a:lnTo>
                <a:lnTo>
                  <a:pt x="1990725" y="1038225"/>
                </a:lnTo>
                <a:lnTo>
                  <a:pt x="1990725" y="1028700"/>
                </a:lnTo>
                <a:lnTo>
                  <a:pt x="1981200" y="1028700"/>
                </a:lnTo>
                <a:lnTo>
                  <a:pt x="1981200" y="1000125"/>
                </a:lnTo>
                <a:lnTo>
                  <a:pt x="1990725" y="1000125"/>
                </a:lnTo>
                <a:lnTo>
                  <a:pt x="1990725" y="1028700"/>
                </a:lnTo>
                <a:lnTo>
                  <a:pt x="2000250" y="1028700"/>
                </a:lnTo>
                <a:lnTo>
                  <a:pt x="2000250" y="1009650"/>
                </a:lnTo>
                <a:lnTo>
                  <a:pt x="2009775" y="1009650"/>
                </a:lnTo>
                <a:lnTo>
                  <a:pt x="2009775" y="1000125"/>
                </a:lnTo>
                <a:lnTo>
                  <a:pt x="2019300" y="1000125"/>
                </a:lnTo>
                <a:close/>
                <a:moveTo>
                  <a:pt x="428625" y="1000125"/>
                </a:moveTo>
                <a:lnTo>
                  <a:pt x="438150" y="1000125"/>
                </a:lnTo>
                <a:lnTo>
                  <a:pt x="438150" y="1009650"/>
                </a:lnTo>
                <a:lnTo>
                  <a:pt x="428625" y="1009650"/>
                </a:lnTo>
                <a:close/>
                <a:moveTo>
                  <a:pt x="952500" y="1000125"/>
                </a:moveTo>
                <a:lnTo>
                  <a:pt x="1000125" y="1000125"/>
                </a:lnTo>
                <a:lnTo>
                  <a:pt x="1000125" y="1009650"/>
                </a:lnTo>
                <a:lnTo>
                  <a:pt x="981075" y="1009650"/>
                </a:lnTo>
                <a:lnTo>
                  <a:pt x="981075" y="1028700"/>
                </a:lnTo>
                <a:lnTo>
                  <a:pt x="971550" y="1028700"/>
                </a:lnTo>
                <a:lnTo>
                  <a:pt x="971550" y="1009650"/>
                </a:lnTo>
                <a:lnTo>
                  <a:pt x="952500" y="1009650"/>
                </a:lnTo>
                <a:close/>
                <a:moveTo>
                  <a:pt x="2076450" y="1000125"/>
                </a:moveTo>
                <a:lnTo>
                  <a:pt x="2085975" y="1000125"/>
                </a:lnTo>
                <a:lnTo>
                  <a:pt x="2085975" y="1009650"/>
                </a:lnTo>
                <a:lnTo>
                  <a:pt x="2076450" y="1009650"/>
                </a:lnTo>
                <a:close/>
                <a:moveTo>
                  <a:pt x="933450" y="1009650"/>
                </a:moveTo>
                <a:lnTo>
                  <a:pt x="952500" y="1009650"/>
                </a:lnTo>
                <a:lnTo>
                  <a:pt x="952500" y="1019175"/>
                </a:lnTo>
                <a:lnTo>
                  <a:pt x="933450" y="1019175"/>
                </a:lnTo>
                <a:close/>
                <a:moveTo>
                  <a:pt x="1695450" y="1009650"/>
                </a:moveTo>
                <a:lnTo>
                  <a:pt x="1714500" y="1009650"/>
                </a:lnTo>
                <a:lnTo>
                  <a:pt x="1714500" y="1028700"/>
                </a:lnTo>
                <a:lnTo>
                  <a:pt x="1704975" y="1028700"/>
                </a:lnTo>
                <a:lnTo>
                  <a:pt x="1704975" y="1038225"/>
                </a:lnTo>
                <a:lnTo>
                  <a:pt x="1676400" y="1038225"/>
                </a:lnTo>
                <a:lnTo>
                  <a:pt x="1676400" y="1047750"/>
                </a:lnTo>
                <a:lnTo>
                  <a:pt x="1666875" y="1047750"/>
                </a:lnTo>
                <a:lnTo>
                  <a:pt x="1666875" y="1019175"/>
                </a:lnTo>
                <a:lnTo>
                  <a:pt x="1695450" y="1019175"/>
                </a:lnTo>
                <a:close/>
                <a:moveTo>
                  <a:pt x="1914525" y="1009650"/>
                </a:moveTo>
                <a:lnTo>
                  <a:pt x="1924050" y="1009650"/>
                </a:lnTo>
                <a:lnTo>
                  <a:pt x="1924050" y="1047750"/>
                </a:lnTo>
                <a:lnTo>
                  <a:pt x="1914525" y="1047750"/>
                </a:lnTo>
                <a:lnTo>
                  <a:pt x="1914525" y="1038225"/>
                </a:lnTo>
                <a:lnTo>
                  <a:pt x="1895475" y="1038225"/>
                </a:lnTo>
                <a:lnTo>
                  <a:pt x="1895475" y="1028700"/>
                </a:lnTo>
                <a:lnTo>
                  <a:pt x="1914525" y="1028700"/>
                </a:lnTo>
                <a:close/>
                <a:moveTo>
                  <a:pt x="2114550" y="1009650"/>
                </a:moveTo>
                <a:lnTo>
                  <a:pt x="2124075" y="1009650"/>
                </a:lnTo>
                <a:lnTo>
                  <a:pt x="2124075" y="1019175"/>
                </a:lnTo>
                <a:lnTo>
                  <a:pt x="2133600" y="1019175"/>
                </a:lnTo>
                <a:lnTo>
                  <a:pt x="2133600" y="1009650"/>
                </a:lnTo>
                <a:lnTo>
                  <a:pt x="2143125" y="1009650"/>
                </a:lnTo>
                <a:lnTo>
                  <a:pt x="2143125" y="1038225"/>
                </a:lnTo>
                <a:lnTo>
                  <a:pt x="2152650" y="1038225"/>
                </a:lnTo>
                <a:lnTo>
                  <a:pt x="2152650" y="1047750"/>
                </a:lnTo>
                <a:lnTo>
                  <a:pt x="2124075" y="1047750"/>
                </a:lnTo>
                <a:lnTo>
                  <a:pt x="2124075" y="1038225"/>
                </a:lnTo>
                <a:lnTo>
                  <a:pt x="2114550" y="1038225"/>
                </a:lnTo>
                <a:close/>
                <a:moveTo>
                  <a:pt x="2381250" y="1009650"/>
                </a:moveTo>
                <a:lnTo>
                  <a:pt x="2409825" y="1009650"/>
                </a:lnTo>
                <a:lnTo>
                  <a:pt x="2409825" y="1019175"/>
                </a:lnTo>
                <a:lnTo>
                  <a:pt x="2400300" y="1019175"/>
                </a:lnTo>
                <a:lnTo>
                  <a:pt x="2400300" y="1028700"/>
                </a:lnTo>
                <a:lnTo>
                  <a:pt x="2390775" y="1028700"/>
                </a:lnTo>
                <a:lnTo>
                  <a:pt x="2390775" y="1019175"/>
                </a:lnTo>
                <a:lnTo>
                  <a:pt x="2381250" y="1019175"/>
                </a:lnTo>
                <a:close/>
                <a:moveTo>
                  <a:pt x="28575" y="1019175"/>
                </a:moveTo>
                <a:lnTo>
                  <a:pt x="38100" y="1019175"/>
                </a:lnTo>
                <a:lnTo>
                  <a:pt x="38100" y="1028700"/>
                </a:lnTo>
                <a:lnTo>
                  <a:pt x="47625" y="1028700"/>
                </a:lnTo>
                <a:lnTo>
                  <a:pt x="47625" y="1038225"/>
                </a:lnTo>
                <a:lnTo>
                  <a:pt x="38100" y="1038225"/>
                </a:lnTo>
                <a:lnTo>
                  <a:pt x="38100" y="1057275"/>
                </a:lnTo>
                <a:lnTo>
                  <a:pt x="57150" y="1057275"/>
                </a:lnTo>
                <a:lnTo>
                  <a:pt x="57150" y="1076325"/>
                </a:lnTo>
                <a:lnTo>
                  <a:pt x="47625" y="1076325"/>
                </a:lnTo>
                <a:lnTo>
                  <a:pt x="47625" y="1066800"/>
                </a:lnTo>
                <a:lnTo>
                  <a:pt x="38100" y="1066800"/>
                </a:lnTo>
                <a:lnTo>
                  <a:pt x="38100" y="1076325"/>
                </a:lnTo>
                <a:lnTo>
                  <a:pt x="47625" y="1076325"/>
                </a:lnTo>
                <a:lnTo>
                  <a:pt x="47625" y="1095375"/>
                </a:lnTo>
                <a:lnTo>
                  <a:pt x="38100" y="1095375"/>
                </a:lnTo>
                <a:lnTo>
                  <a:pt x="38100" y="1085850"/>
                </a:lnTo>
                <a:lnTo>
                  <a:pt x="28575" y="1085850"/>
                </a:lnTo>
                <a:lnTo>
                  <a:pt x="28575" y="1057275"/>
                </a:lnTo>
                <a:lnTo>
                  <a:pt x="19050" y="1057275"/>
                </a:lnTo>
                <a:lnTo>
                  <a:pt x="19050" y="1028700"/>
                </a:lnTo>
                <a:lnTo>
                  <a:pt x="28575" y="1028700"/>
                </a:lnTo>
                <a:close/>
                <a:moveTo>
                  <a:pt x="495300" y="1019175"/>
                </a:moveTo>
                <a:lnTo>
                  <a:pt x="514350" y="1019175"/>
                </a:lnTo>
                <a:lnTo>
                  <a:pt x="514350" y="1028700"/>
                </a:lnTo>
                <a:lnTo>
                  <a:pt x="542925" y="1028700"/>
                </a:lnTo>
                <a:lnTo>
                  <a:pt x="542925" y="1038225"/>
                </a:lnTo>
                <a:lnTo>
                  <a:pt x="523875" y="1038225"/>
                </a:lnTo>
                <a:lnTo>
                  <a:pt x="523875" y="1047750"/>
                </a:lnTo>
                <a:lnTo>
                  <a:pt x="495300" y="1047750"/>
                </a:lnTo>
                <a:close/>
                <a:moveTo>
                  <a:pt x="552450" y="1019175"/>
                </a:moveTo>
                <a:lnTo>
                  <a:pt x="571500" y="1019175"/>
                </a:lnTo>
                <a:lnTo>
                  <a:pt x="571500" y="1028700"/>
                </a:lnTo>
                <a:lnTo>
                  <a:pt x="552450" y="1028700"/>
                </a:lnTo>
                <a:close/>
                <a:moveTo>
                  <a:pt x="1057275" y="1019175"/>
                </a:moveTo>
                <a:lnTo>
                  <a:pt x="1066800" y="1019175"/>
                </a:lnTo>
                <a:lnTo>
                  <a:pt x="1066800" y="1028700"/>
                </a:lnTo>
                <a:lnTo>
                  <a:pt x="1057275" y="1028700"/>
                </a:lnTo>
                <a:close/>
                <a:moveTo>
                  <a:pt x="2181225" y="1019175"/>
                </a:moveTo>
                <a:lnTo>
                  <a:pt x="2190750" y="1019175"/>
                </a:lnTo>
                <a:lnTo>
                  <a:pt x="2190750" y="1028700"/>
                </a:lnTo>
                <a:lnTo>
                  <a:pt x="2181225" y="1028700"/>
                </a:lnTo>
                <a:close/>
                <a:moveTo>
                  <a:pt x="923925" y="1028700"/>
                </a:moveTo>
                <a:lnTo>
                  <a:pt x="942975" y="1028700"/>
                </a:lnTo>
                <a:lnTo>
                  <a:pt x="942975" y="1047750"/>
                </a:lnTo>
                <a:lnTo>
                  <a:pt x="923925" y="1047750"/>
                </a:lnTo>
                <a:close/>
                <a:moveTo>
                  <a:pt x="1047750" y="1028700"/>
                </a:moveTo>
                <a:lnTo>
                  <a:pt x="1057275" y="1028700"/>
                </a:lnTo>
                <a:lnTo>
                  <a:pt x="1057275" y="1047750"/>
                </a:lnTo>
                <a:lnTo>
                  <a:pt x="1047750" y="1047750"/>
                </a:lnTo>
                <a:close/>
                <a:moveTo>
                  <a:pt x="1266825" y="1028700"/>
                </a:moveTo>
                <a:lnTo>
                  <a:pt x="1295400" y="1028700"/>
                </a:lnTo>
                <a:lnTo>
                  <a:pt x="1295400" y="1038225"/>
                </a:lnTo>
                <a:lnTo>
                  <a:pt x="1266825" y="1038225"/>
                </a:lnTo>
                <a:close/>
                <a:moveTo>
                  <a:pt x="1428750" y="1028700"/>
                </a:moveTo>
                <a:lnTo>
                  <a:pt x="1438275" y="1028700"/>
                </a:lnTo>
                <a:lnTo>
                  <a:pt x="1438275" y="1038225"/>
                </a:lnTo>
                <a:lnTo>
                  <a:pt x="1428750" y="1038225"/>
                </a:lnTo>
                <a:close/>
                <a:moveTo>
                  <a:pt x="295275" y="1038225"/>
                </a:moveTo>
                <a:lnTo>
                  <a:pt x="304800" y="1038225"/>
                </a:lnTo>
                <a:lnTo>
                  <a:pt x="304800" y="1047750"/>
                </a:lnTo>
                <a:lnTo>
                  <a:pt x="295275" y="1047750"/>
                </a:lnTo>
                <a:close/>
                <a:moveTo>
                  <a:pt x="904875" y="1038225"/>
                </a:moveTo>
                <a:lnTo>
                  <a:pt x="914400" y="1038225"/>
                </a:lnTo>
                <a:lnTo>
                  <a:pt x="914400" y="1057275"/>
                </a:lnTo>
                <a:lnTo>
                  <a:pt x="904875" y="1057275"/>
                </a:lnTo>
                <a:close/>
                <a:moveTo>
                  <a:pt x="1257300" y="1038225"/>
                </a:moveTo>
                <a:lnTo>
                  <a:pt x="1266825" y="1038225"/>
                </a:lnTo>
                <a:lnTo>
                  <a:pt x="1266825" y="1047750"/>
                </a:lnTo>
                <a:lnTo>
                  <a:pt x="1257300" y="1047750"/>
                </a:lnTo>
                <a:close/>
                <a:moveTo>
                  <a:pt x="2009775" y="1038225"/>
                </a:moveTo>
                <a:lnTo>
                  <a:pt x="2019300" y="1038225"/>
                </a:lnTo>
                <a:lnTo>
                  <a:pt x="2019300" y="1047750"/>
                </a:lnTo>
                <a:lnTo>
                  <a:pt x="2009775" y="1047750"/>
                </a:lnTo>
                <a:close/>
                <a:moveTo>
                  <a:pt x="2219325" y="1038225"/>
                </a:moveTo>
                <a:lnTo>
                  <a:pt x="2238375" y="1038225"/>
                </a:lnTo>
                <a:lnTo>
                  <a:pt x="2238375" y="1047750"/>
                </a:lnTo>
                <a:lnTo>
                  <a:pt x="2219325" y="1047750"/>
                </a:lnTo>
                <a:close/>
                <a:moveTo>
                  <a:pt x="485775" y="1047750"/>
                </a:moveTo>
                <a:lnTo>
                  <a:pt x="495300" y="1047750"/>
                </a:lnTo>
                <a:lnTo>
                  <a:pt x="495300" y="1057275"/>
                </a:lnTo>
                <a:lnTo>
                  <a:pt x="485775" y="1057275"/>
                </a:lnTo>
                <a:close/>
                <a:moveTo>
                  <a:pt x="590550" y="1047750"/>
                </a:moveTo>
                <a:lnTo>
                  <a:pt x="619125" y="1047750"/>
                </a:lnTo>
                <a:lnTo>
                  <a:pt x="619125" y="1057275"/>
                </a:lnTo>
                <a:lnTo>
                  <a:pt x="600075" y="1057275"/>
                </a:lnTo>
                <a:lnTo>
                  <a:pt x="600075" y="1076325"/>
                </a:lnTo>
                <a:lnTo>
                  <a:pt x="590550" y="1076325"/>
                </a:lnTo>
                <a:lnTo>
                  <a:pt x="590550" y="1085850"/>
                </a:lnTo>
                <a:lnTo>
                  <a:pt x="571500" y="1085850"/>
                </a:lnTo>
                <a:lnTo>
                  <a:pt x="571500" y="1076325"/>
                </a:lnTo>
                <a:lnTo>
                  <a:pt x="581025" y="1076325"/>
                </a:lnTo>
                <a:lnTo>
                  <a:pt x="581025" y="1057275"/>
                </a:lnTo>
                <a:lnTo>
                  <a:pt x="590550" y="1057275"/>
                </a:lnTo>
                <a:close/>
                <a:moveTo>
                  <a:pt x="714375" y="1047750"/>
                </a:moveTo>
                <a:lnTo>
                  <a:pt x="723900" y="1047750"/>
                </a:lnTo>
                <a:lnTo>
                  <a:pt x="723900" y="1057275"/>
                </a:lnTo>
                <a:lnTo>
                  <a:pt x="714375" y="1057275"/>
                </a:lnTo>
                <a:close/>
                <a:moveTo>
                  <a:pt x="2181225" y="1047750"/>
                </a:moveTo>
                <a:lnTo>
                  <a:pt x="2190750" y="1047750"/>
                </a:lnTo>
                <a:lnTo>
                  <a:pt x="2190750" y="1057275"/>
                </a:lnTo>
                <a:lnTo>
                  <a:pt x="2228850" y="1057275"/>
                </a:lnTo>
                <a:lnTo>
                  <a:pt x="2228850" y="1066800"/>
                </a:lnTo>
                <a:lnTo>
                  <a:pt x="2209800" y="1066800"/>
                </a:lnTo>
                <a:lnTo>
                  <a:pt x="2209800" y="1076325"/>
                </a:lnTo>
                <a:lnTo>
                  <a:pt x="2219325" y="1076325"/>
                </a:lnTo>
                <a:lnTo>
                  <a:pt x="2219325" y="1085850"/>
                </a:lnTo>
                <a:lnTo>
                  <a:pt x="2228850" y="1085850"/>
                </a:lnTo>
                <a:lnTo>
                  <a:pt x="2228850" y="1095375"/>
                </a:lnTo>
                <a:lnTo>
                  <a:pt x="2209800" y="1095375"/>
                </a:lnTo>
                <a:lnTo>
                  <a:pt x="2209800" y="1085850"/>
                </a:lnTo>
                <a:lnTo>
                  <a:pt x="2190750" y="1085850"/>
                </a:lnTo>
                <a:lnTo>
                  <a:pt x="2190750" y="1076325"/>
                </a:lnTo>
                <a:lnTo>
                  <a:pt x="2181225" y="1076325"/>
                </a:lnTo>
                <a:lnTo>
                  <a:pt x="2181225" y="1066800"/>
                </a:lnTo>
                <a:lnTo>
                  <a:pt x="2162175" y="1066800"/>
                </a:lnTo>
                <a:lnTo>
                  <a:pt x="2162175" y="1057275"/>
                </a:lnTo>
                <a:lnTo>
                  <a:pt x="2181225" y="1057275"/>
                </a:lnTo>
                <a:close/>
                <a:moveTo>
                  <a:pt x="771525" y="1057275"/>
                </a:moveTo>
                <a:lnTo>
                  <a:pt x="781050" y="1057275"/>
                </a:lnTo>
                <a:lnTo>
                  <a:pt x="781050" y="1066800"/>
                </a:lnTo>
                <a:lnTo>
                  <a:pt x="771525" y="1066800"/>
                </a:lnTo>
                <a:close/>
                <a:moveTo>
                  <a:pt x="1104900" y="1057275"/>
                </a:moveTo>
                <a:lnTo>
                  <a:pt x="1114425" y="1057275"/>
                </a:lnTo>
                <a:lnTo>
                  <a:pt x="1114425" y="1085850"/>
                </a:lnTo>
                <a:lnTo>
                  <a:pt x="1123950" y="1085850"/>
                </a:lnTo>
                <a:lnTo>
                  <a:pt x="1123950" y="1095375"/>
                </a:lnTo>
                <a:lnTo>
                  <a:pt x="1133475" y="1095375"/>
                </a:lnTo>
                <a:lnTo>
                  <a:pt x="1133475" y="1104900"/>
                </a:lnTo>
                <a:lnTo>
                  <a:pt x="1114425" y="1104900"/>
                </a:lnTo>
                <a:lnTo>
                  <a:pt x="1114425" y="1095375"/>
                </a:lnTo>
                <a:lnTo>
                  <a:pt x="1104900" y="1095375"/>
                </a:lnTo>
                <a:close/>
                <a:moveTo>
                  <a:pt x="228600" y="1066800"/>
                </a:moveTo>
                <a:lnTo>
                  <a:pt x="247650" y="1066800"/>
                </a:lnTo>
                <a:lnTo>
                  <a:pt x="247650" y="1076325"/>
                </a:lnTo>
                <a:lnTo>
                  <a:pt x="228600" y="1076325"/>
                </a:lnTo>
                <a:close/>
                <a:moveTo>
                  <a:pt x="285750" y="1066800"/>
                </a:moveTo>
                <a:lnTo>
                  <a:pt x="295275" y="1066800"/>
                </a:lnTo>
                <a:lnTo>
                  <a:pt x="295275" y="1076325"/>
                </a:lnTo>
                <a:lnTo>
                  <a:pt x="285750" y="1076325"/>
                </a:lnTo>
                <a:close/>
                <a:moveTo>
                  <a:pt x="723900" y="1066800"/>
                </a:moveTo>
                <a:lnTo>
                  <a:pt x="733425" y="1066800"/>
                </a:lnTo>
                <a:lnTo>
                  <a:pt x="733425" y="1076325"/>
                </a:lnTo>
                <a:lnTo>
                  <a:pt x="723900" y="1076325"/>
                </a:lnTo>
                <a:close/>
                <a:moveTo>
                  <a:pt x="990600" y="1066800"/>
                </a:moveTo>
                <a:lnTo>
                  <a:pt x="1009650" y="1066800"/>
                </a:lnTo>
                <a:lnTo>
                  <a:pt x="1009650" y="1085850"/>
                </a:lnTo>
                <a:lnTo>
                  <a:pt x="1000125" y="1085850"/>
                </a:lnTo>
                <a:lnTo>
                  <a:pt x="1000125" y="1076325"/>
                </a:lnTo>
                <a:lnTo>
                  <a:pt x="990600" y="1076325"/>
                </a:lnTo>
                <a:close/>
                <a:moveTo>
                  <a:pt x="276225" y="1076325"/>
                </a:moveTo>
                <a:lnTo>
                  <a:pt x="285750" y="1076325"/>
                </a:lnTo>
                <a:lnTo>
                  <a:pt x="285750" y="1085850"/>
                </a:lnTo>
                <a:lnTo>
                  <a:pt x="276225" y="1085850"/>
                </a:lnTo>
                <a:close/>
                <a:moveTo>
                  <a:pt x="1524000" y="1076325"/>
                </a:moveTo>
                <a:lnTo>
                  <a:pt x="1533525" y="1076325"/>
                </a:lnTo>
                <a:lnTo>
                  <a:pt x="1533525" y="1085850"/>
                </a:lnTo>
                <a:lnTo>
                  <a:pt x="1524000" y="1085850"/>
                </a:lnTo>
                <a:close/>
                <a:moveTo>
                  <a:pt x="361950" y="1085850"/>
                </a:moveTo>
                <a:lnTo>
                  <a:pt x="371475" y="1085850"/>
                </a:lnTo>
                <a:lnTo>
                  <a:pt x="371475" y="1095375"/>
                </a:lnTo>
                <a:lnTo>
                  <a:pt x="361950" y="1095375"/>
                </a:lnTo>
                <a:close/>
                <a:moveTo>
                  <a:pt x="1533525" y="1085850"/>
                </a:moveTo>
                <a:lnTo>
                  <a:pt x="1543050" y="1085850"/>
                </a:lnTo>
                <a:lnTo>
                  <a:pt x="1543050" y="1095375"/>
                </a:lnTo>
                <a:lnTo>
                  <a:pt x="1533525" y="1095375"/>
                </a:lnTo>
                <a:close/>
                <a:moveTo>
                  <a:pt x="2152650" y="1085850"/>
                </a:moveTo>
                <a:lnTo>
                  <a:pt x="2162175" y="1085850"/>
                </a:lnTo>
                <a:lnTo>
                  <a:pt x="2162175" y="1095375"/>
                </a:lnTo>
                <a:lnTo>
                  <a:pt x="2152650" y="1095375"/>
                </a:lnTo>
                <a:close/>
                <a:moveTo>
                  <a:pt x="352425" y="1095375"/>
                </a:moveTo>
                <a:lnTo>
                  <a:pt x="361950" y="1095375"/>
                </a:lnTo>
                <a:lnTo>
                  <a:pt x="361950" y="1104900"/>
                </a:lnTo>
                <a:lnTo>
                  <a:pt x="352425" y="1104900"/>
                </a:lnTo>
                <a:close/>
                <a:moveTo>
                  <a:pt x="438150" y="1095375"/>
                </a:moveTo>
                <a:lnTo>
                  <a:pt x="447675" y="1095375"/>
                </a:lnTo>
                <a:lnTo>
                  <a:pt x="447675" y="1104900"/>
                </a:lnTo>
                <a:lnTo>
                  <a:pt x="438150" y="1104900"/>
                </a:lnTo>
                <a:close/>
                <a:moveTo>
                  <a:pt x="1162050" y="1095375"/>
                </a:moveTo>
                <a:lnTo>
                  <a:pt x="1171575" y="1095375"/>
                </a:lnTo>
                <a:lnTo>
                  <a:pt x="1171575" y="1104900"/>
                </a:lnTo>
                <a:lnTo>
                  <a:pt x="1162050" y="1104900"/>
                </a:lnTo>
                <a:close/>
                <a:moveTo>
                  <a:pt x="1476375" y="1095375"/>
                </a:moveTo>
                <a:lnTo>
                  <a:pt x="1485900" y="1095375"/>
                </a:lnTo>
                <a:lnTo>
                  <a:pt x="1485900" y="1123950"/>
                </a:lnTo>
                <a:lnTo>
                  <a:pt x="1476375" y="1123950"/>
                </a:lnTo>
                <a:lnTo>
                  <a:pt x="1476375" y="1143000"/>
                </a:lnTo>
                <a:lnTo>
                  <a:pt x="1466850" y="1143000"/>
                </a:lnTo>
                <a:lnTo>
                  <a:pt x="1466850" y="1114425"/>
                </a:lnTo>
                <a:lnTo>
                  <a:pt x="1476375" y="1114425"/>
                </a:lnTo>
                <a:close/>
                <a:moveTo>
                  <a:pt x="1543050" y="1095375"/>
                </a:moveTo>
                <a:lnTo>
                  <a:pt x="1552575" y="1095375"/>
                </a:lnTo>
                <a:lnTo>
                  <a:pt x="1552575" y="1114425"/>
                </a:lnTo>
                <a:lnTo>
                  <a:pt x="1543050" y="1114425"/>
                </a:lnTo>
                <a:close/>
                <a:moveTo>
                  <a:pt x="1714500" y="1095375"/>
                </a:moveTo>
                <a:lnTo>
                  <a:pt x="1733550" y="1095375"/>
                </a:lnTo>
                <a:lnTo>
                  <a:pt x="1733550" y="1104900"/>
                </a:lnTo>
                <a:lnTo>
                  <a:pt x="1724025" y="1104900"/>
                </a:lnTo>
                <a:lnTo>
                  <a:pt x="1724025" y="1114425"/>
                </a:lnTo>
                <a:lnTo>
                  <a:pt x="1714500" y="1114425"/>
                </a:lnTo>
                <a:close/>
                <a:moveTo>
                  <a:pt x="104775" y="1104900"/>
                </a:moveTo>
                <a:lnTo>
                  <a:pt x="114300" y="1104900"/>
                </a:lnTo>
                <a:lnTo>
                  <a:pt x="114300" y="1123950"/>
                </a:lnTo>
                <a:lnTo>
                  <a:pt x="104775" y="1123950"/>
                </a:lnTo>
                <a:close/>
                <a:moveTo>
                  <a:pt x="419100" y="1104900"/>
                </a:moveTo>
                <a:lnTo>
                  <a:pt x="438150" y="1104900"/>
                </a:lnTo>
                <a:lnTo>
                  <a:pt x="438150" y="1114425"/>
                </a:lnTo>
                <a:lnTo>
                  <a:pt x="419100" y="1114425"/>
                </a:lnTo>
                <a:close/>
                <a:moveTo>
                  <a:pt x="1981200" y="1104900"/>
                </a:moveTo>
                <a:lnTo>
                  <a:pt x="2000250" y="1104900"/>
                </a:lnTo>
                <a:lnTo>
                  <a:pt x="2000250" y="1114425"/>
                </a:lnTo>
                <a:lnTo>
                  <a:pt x="2009775" y="1114425"/>
                </a:lnTo>
                <a:lnTo>
                  <a:pt x="2009775" y="1123950"/>
                </a:lnTo>
                <a:lnTo>
                  <a:pt x="1990725" y="1123950"/>
                </a:lnTo>
                <a:lnTo>
                  <a:pt x="1990725" y="1133475"/>
                </a:lnTo>
                <a:lnTo>
                  <a:pt x="1981200" y="1133475"/>
                </a:lnTo>
                <a:lnTo>
                  <a:pt x="1981200" y="1152525"/>
                </a:lnTo>
                <a:lnTo>
                  <a:pt x="1971675" y="1152525"/>
                </a:lnTo>
                <a:lnTo>
                  <a:pt x="1971675" y="1171575"/>
                </a:lnTo>
                <a:lnTo>
                  <a:pt x="1981200" y="1171575"/>
                </a:lnTo>
                <a:lnTo>
                  <a:pt x="1981200" y="1152525"/>
                </a:lnTo>
                <a:lnTo>
                  <a:pt x="1990725" y="1152525"/>
                </a:lnTo>
                <a:lnTo>
                  <a:pt x="1990725" y="1162050"/>
                </a:lnTo>
                <a:lnTo>
                  <a:pt x="2000250" y="1162050"/>
                </a:lnTo>
                <a:lnTo>
                  <a:pt x="2000250" y="1152525"/>
                </a:lnTo>
                <a:lnTo>
                  <a:pt x="2009775" y="1152525"/>
                </a:lnTo>
                <a:lnTo>
                  <a:pt x="2009775" y="1143000"/>
                </a:lnTo>
                <a:lnTo>
                  <a:pt x="2000250" y="1143000"/>
                </a:lnTo>
                <a:lnTo>
                  <a:pt x="2000250" y="1133475"/>
                </a:lnTo>
                <a:lnTo>
                  <a:pt x="2028825" y="1133475"/>
                </a:lnTo>
                <a:lnTo>
                  <a:pt x="2028825" y="1152525"/>
                </a:lnTo>
                <a:lnTo>
                  <a:pt x="2019300" y="1152525"/>
                </a:lnTo>
                <a:lnTo>
                  <a:pt x="2019300" y="1162050"/>
                </a:lnTo>
                <a:lnTo>
                  <a:pt x="2000250" y="1162050"/>
                </a:lnTo>
                <a:lnTo>
                  <a:pt x="2000250" y="1171575"/>
                </a:lnTo>
                <a:lnTo>
                  <a:pt x="1981200" y="1171575"/>
                </a:lnTo>
                <a:lnTo>
                  <a:pt x="1981200" y="1190625"/>
                </a:lnTo>
                <a:lnTo>
                  <a:pt x="1971675" y="1190625"/>
                </a:lnTo>
                <a:lnTo>
                  <a:pt x="1971675" y="1181100"/>
                </a:lnTo>
                <a:lnTo>
                  <a:pt x="1962150" y="1181100"/>
                </a:lnTo>
                <a:lnTo>
                  <a:pt x="1962150" y="1133475"/>
                </a:lnTo>
                <a:lnTo>
                  <a:pt x="1971675" y="1133475"/>
                </a:lnTo>
                <a:lnTo>
                  <a:pt x="1971675" y="1123950"/>
                </a:lnTo>
                <a:lnTo>
                  <a:pt x="1981200" y="1123950"/>
                </a:lnTo>
                <a:close/>
                <a:moveTo>
                  <a:pt x="2190750" y="1104900"/>
                </a:moveTo>
                <a:lnTo>
                  <a:pt x="2200275" y="1104900"/>
                </a:lnTo>
                <a:lnTo>
                  <a:pt x="2200275" y="1133475"/>
                </a:lnTo>
                <a:lnTo>
                  <a:pt x="2190750" y="1133475"/>
                </a:lnTo>
                <a:lnTo>
                  <a:pt x="2190750" y="1143000"/>
                </a:lnTo>
                <a:lnTo>
                  <a:pt x="2181225" y="1143000"/>
                </a:lnTo>
                <a:lnTo>
                  <a:pt x="2181225" y="1133475"/>
                </a:lnTo>
                <a:lnTo>
                  <a:pt x="2171700" y="1133475"/>
                </a:lnTo>
                <a:lnTo>
                  <a:pt x="2171700" y="1123950"/>
                </a:lnTo>
                <a:lnTo>
                  <a:pt x="2181225" y="1123950"/>
                </a:lnTo>
                <a:lnTo>
                  <a:pt x="2181225" y="1114425"/>
                </a:lnTo>
                <a:lnTo>
                  <a:pt x="2190750" y="1114425"/>
                </a:lnTo>
                <a:close/>
                <a:moveTo>
                  <a:pt x="85725" y="1114425"/>
                </a:moveTo>
                <a:lnTo>
                  <a:pt x="95250" y="1114425"/>
                </a:lnTo>
                <a:lnTo>
                  <a:pt x="95250" y="1123950"/>
                </a:lnTo>
                <a:lnTo>
                  <a:pt x="85725" y="1123950"/>
                </a:lnTo>
                <a:close/>
                <a:moveTo>
                  <a:pt x="390525" y="1114425"/>
                </a:moveTo>
                <a:lnTo>
                  <a:pt x="419100" y="1114425"/>
                </a:lnTo>
                <a:lnTo>
                  <a:pt x="419100" y="1123950"/>
                </a:lnTo>
                <a:lnTo>
                  <a:pt x="390525" y="1123950"/>
                </a:lnTo>
                <a:close/>
                <a:moveTo>
                  <a:pt x="666750" y="1114425"/>
                </a:moveTo>
                <a:lnTo>
                  <a:pt x="685800" y="1114425"/>
                </a:lnTo>
                <a:lnTo>
                  <a:pt x="685800" y="1123950"/>
                </a:lnTo>
                <a:lnTo>
                  <a:pt x="695325" y="1123950"/>
                </a:lnTo>
                <a:lnTo>
                  <a:pt x="695325" y="1133475"/>
                </a:lnTo>
                <a:lnTo>
                  <a:pt x="676275" y="1133475"/>
                </a:lnTo>
                <a:lnTo>
                  <a:pt x="676275" y="1143000"/>
                </a:lnTo>
                <a:lnTo>
                  <a:pt x="657225" y="1143000"/>
                </a:lnTo>
                <a:lnTo>
                  <a:pt x="657225" y="1133475"/>
                </a:lnTo>
                <a:lnTo>
                  <a:pt x="666750" y="1133475"/>
                </a:lnTo>
                <a:close/>
                <a:moveTo>
                  <a:pt x="2124075" y="1114425"/>
                </a:moveTo>
                <a:lnTo>
                  <a:pt x="2143125" y="1114425"/>
                </a:lnTo>
                <a:lnTo>
                  <a:pt x="2143125" y="1152525"/>
                </a:lnTo>
                <a:lnTo>
                  <a:pt x="2124075" y="1152525"/>
                </a:lnTo>
                <a:lnTo>
                  <a:pt x="2124075" y="1143000"/>
                </a:lnTo>
                <a:lnTo>
                  <a:pt x="2114550" y="1143000"/>
                </a:lnTo>
                <a:lnTo>
                  <a:pt x="2114550" y="1123950"/>
                </a:lnTo>
                <a:lnTo>
                  <a:pt x="2124075" y="1123950"/>
                </a:lnTo>
                <a:close/>
                <a:moveTo>
                  <a:pt x="2352675" y="1114425"/>
                </a:moveTo>
                <a:lnTo>
                  <a:pt x="2362200" y="1114425"/>
                </a:lnTo>
                <a:lnTo>
                  <a:pt x="2362200" y="1123950"/>
                </a:lnTo>
                <a:lnTo>
                  <a:pt x="2352675" y="1123950"/>
                </a:lnTo>
                <a:close/>
                <a:moveTo>
                  <a:pt x="2381250" y="1114425"/>
                </a:moveTo>
                <a:lnTo>
                  <a:pt x="2400300" y="1114425"/>
                </a:lnTo>
                <a:lnTo>
                  <a:pt x="2400300" y="1123950"/>
                </a:lnTo>
                <a:lnTo>
                  <a:pt x="2381250" y="1123950"/>
                </a:lnTo>
                <a:close/>
                <a:moveTo>
                  <a:pt x="1057275" y="1123950"/>
                </a:moveTo>
                <a:lnTo>
                  <a:pt x="1066800" y="1123950"/>
                </a:lnTo>
                <a:lnTo>
                  <a:pt x="1066800" y="1133475"/>
                </a:lnTo>
                <a:lnTo>
                  <a:pt x="1057275" y="1133475"/>
                </a:lnTo>
                <a:close/>
                <a:moveTo>
                  <a:pt x="1485900" y="1123950"/>
                </a:moveTo>
                <a:lnTo>
                  <a:pt x="1495425" y="1123950"/>
                </a:lnTo>
                <a:lnTo>
                  <a:pt x="1495425" y="1133475"/>
                </a:lnTo>
                <a:lnTo>
                  <a:pt x="1485900" y="1133475"/>
                </a:lnTo>
                <a:close/>
                <a:moveTo>
                  <a:pt x="1885950" y="1123950"/>
                </a:moveTo>
                <a:lnTo>
                  <a:pt x="1905000" y="1123950"/>
                </a:lnTo>
                <a:lnTo>
                  <a:pt x="1905000" y="1133475"/>
                </a:lnTo>
                <a:lnTo>
                  <a:pt x="1914525" y="1133475"/>
                </a:lnTo>
                <a:lnTo>
                  <a:pt x="1914525" y="1123950"/>
                </a:lnTo>
                <a:lnTo>
                  <a:pt x="1924050" y="1123950"/>
                </a:lnTo>
                <a:lnTo>
                  <a:pt x="1924050" y="1162050"/>
                </a:lnTo>
                <a:lnTo>
                  <a:pt x="1914525" y="1162050"/>
                </a:lnTo>
                <a:lnTo>
                  <a:pt x="1914525" y="1152525"/>
                </a:lnTo>
                <a:lnTo>
                  <a:pt x="1895475" y="1152525"/>
                </a:lnTo>
                <a:lnTo>
                  <a:pt x="1895475" y="1143000"/>
                </a:lnTo>
                <a:lnTo>
                  <a:pt x="1885950" y="1143000"/>
                </a:lnTo>
                <a:close/>
                <a:moveTo>
                  <a:pt x="76200" y="1133475"/>
                </a:moveTo>
                <a:lnTo>
                  <a:pt x="85725" y="1133475"/>
                </a:lnTo>
                <a:lnTo>
                  <a:pt x="85725" y="1143000"/>
                </a:lnTo>
                <a:lnTo>
                  <a:pt x="76200" y="1143000"/>
                </a:lnTo>
                <a:close/>
                <a:moveTo>
                  <a:pt x="114300" y="1133475"/>
                </a:moveTo>
                <a:lnTo>
                  <a:pt x="123825" y="1133475"/>
                </a:lnTo>
                <a:lnTo>
                  <a:pt x="123825" y="1143000"/>
                </a:lnTo>
                <a:lnTo>
                  <a:pt x="114300" y="1143000"/>
                </a:lnTo>
                <a:close/>
                <a:moveTo>
                  <a:pt x="714375" y="1133475"/>
                </a:moveTo>
                <a:lnTo>
                  <a:pt x="733425" y="1133475"/>
                </a:lnTo>
                <a:lnTo>
                  <a:pt x="733425" y="1143000"/>
                </a:lnTo>
                <a:lnTo>
                  <a:pt x="714375" y="1143000"/>
                </a:lnTo>
                <a:close/>
                <a:moveTo>
                  <a:pt x="866775" y="1133475"/>
                </a:moveTo>
                <a:lnTo>
                  <a:pt x="876300" y="1133475"/>
                </a:lnTo>
                <a:lnTo>
                  <a:pt x="876300" y="1143000"/>
                </a:lnTo>
                <a:lnTo>
                  <a:pt x="866775" y="1143000"/>
                </a:lnTo>
                <a:close/>
                <a:moveTo>
                  <a:pt x="257175" y="1143000"/>
                </a:moveTo>
                <a:lnTo>
                  <a:pt x="266700" y="1143000"/>
                </a:lnTo>
                <a:lnTo>
                  <a:pt x="266700" y="1152525"/>
                </a:lnTo>
                <a:lnTo>
                  <a:pt x="257175" y="1152525"/>
                </a:lnTo>
                <a:close/>
                <a:moveTo>
                  <a:pt x="876300" y="1143000"/>
                </a:moveTo>
                <a:lnTo>
                  <a:pt x="885825" y="1143000"/>
                </a:lnTo>
                <a:lnTo>
                  <a:pt x="885825" y="1152525"/>
                </a:lnTo>
                <a:lnTo>
                  <a:pt x="876300" y="1152525"/>
                </a:lnTo>
                <a:close/>
                <a:moveTo>
                  <a:pt x="1162050" y="1143000"/>
                </a:moveTo>
                <a:lnTo>
                  <a:pt x="1171575" y="1143000"/>
                </a:lnTo>
                <a:lnTo>
                  <a:pt x="1171575" y="1152525"/>
                </a:lnTo>
                <a:lnTo>
                  <a:pt x="1162050" y="1152525"/>
                </a:lnTo>
                <a:close/>
                <a:moveTo>
                  <a:pt x="504825" y="1152525"/>
                </a:moveTo>
                <a:lnTo>
                  <a:pt x="514350" y="1152525"/>
                </a:lnTo>
                <a:lnTo>
                  <a:pt x="514350" y="1162050"/>
                </a:lnTo>
                <a:lnTo>
                  <a:pt x="523875" y="1162050"/>
                </a:lnTo>
                <a:lnTo>
                  <a:pt x="523875" y="1171575"/>
                </a:lnTo>
                <a:lnTo>
                  <a:pt x="514350" y="1171575"/>
                </a:lnTo>
                <a:lnTo>
                  <a:pt x="514350" y="1181100"/>
                </a:lnTo>
                <a:lnTo>
                  <a:pt x="495300" y="1181100"/>
                </a:lnTo>
                <a:lnTo>
                  <a:pt x="495300" y="1162050"/>
                </a:lnTo>
                <a:lnTo>
                  <a:pt x="504825" y="1162050"/>
                </a:lnTo>
                <a:close/>
                <a:moveTo>
                  <a:pt x="752475" y="1152525"/>
                </a:moveTo>
                <a:lnTo>
                  <a:pt x="762000" y="1152525"/>
                </a:lnTo>
                <a:lnTo>
                  <a:pt x="762000" y="1162050"/>
                </a:lnTo>
                <a:lnTo>
                  <a:pt x="752475" y="1162050"/>
                </a:lnTo>
                <a:close/>
                <a:moveTo>
                  <a:pt x="971550" y="1152525"/>
                </a:moveTo>
                <a:lnTo>
                  <a:pt x="981075" y="1152525"/>
                </a:lnTo>
                <a:lnTo>
                  <a:pt x="981075" y="1162050"/>
                </a:lnTo>
                <a:lnTo>
                  <a:pt x="971550" y="1162050"/>
                </a:lnTo>
                <a:close/>
                <a:moveTo>
                  <a:pt x="1152525" y="1152525"/>
                </a:moveTo>
                <a:lnTo>
                  <a:pt x="1162050" y="1152525"/>
                </a:lnTo>
                <a:lnTo>
                  <a:pt x="1162050" y="1162050"/>
                </a:lnTo>
                <a:lnTo>
                  <a:pt x="1171575" y="1162050"/>
                </a:lnTo>
                <a:lnTo>
                  <a:pt x="1171575" y="1171575"/>
                </a:lnTo>
                <a:lnTo>
                  <a:pt x="1143000" y="1171575"/>
                </a:lnTo>
                <a:lnTo>
                  <a:pt x="1143000" y="1162050"/>
                </a:lnTo>
                <a:lnTo>
                  <a:pt x="1152525" y="1162050"/>
                </a:lnTo>
                <a:close/>
                <a:moveTo>
                  <a:pt x="1362075" y="1152525"/>
                </a:moveTo>
                <a:lnTo>
                  <a:pt x="1371600" y="1152525"/>
                </a:lnTo>
                <a:lnTo>
                  <a:pt x="1371600" y="1162050"/>
                </a:lnTo>
                <a:lnTo>
                  <a:pt x="1362075" y="1162050"/>
                </a:lnTo>
                <a:close/>
                <a:moveTo>
                  <a:pt x="1552575" y="1152525"/>
                </a:moveTo>
                <a:lnTo>
                  <a:pt x="1562100" y="1152525"/>
                </a:lnTo>
                <a:lnTo>
                  <a:pt x="1562100" y="1162050"/>
                </a:lnTo>
                <a:lnTo>
                  <a:pt x="1552575" y="1162050"/>
                </a:lnTo>
                <a:close/>
                <a:moveTo>
                  <a:pt x="1571625" y="1152525"/>
                </a:moveTo>
                <a:lnTo>
                  <a:pt x="1581150" y="1152525"/>
                </a:lnTo>
                <a:lnTo>
                  <a:pt x="1581150" y="1171575"/>
                </a:lnTo>
                <a:lnTo>
                  <a:pt x="1562100" y="1171575"/>
                </a:lnTo>
                <a:lnTo>
                  <a:pt x="1562100" y="1162050"/>
                </a:lnTo>
                <a:lnTo>
                  <a:pt x="1571625" y="1162050"/>
                </a:lnTo>
                <a:close/>
                <a:moveTo>
                  <a:pt x="1847850" y="1152525"/>
                </a:moveTo>
                <a:lnTo>
                  <a:pt x="1866900" y="1152525"/>
                </a:lnTo>
                <a:lnTo>
                  <a:pt x="1866900" y="1162050"/>
                </a:lnTo>
                <a:lnTo>
                  <a:pt x="1876425" y="1162050"/>
                </a:lnTo>
                <a:lnTo>
                  <a:pt x="1876425" y="1171575"/>
                </a:lnTo>
                <a:lnTo>
                  <a:pt x="1866900" y="1171575"/>
                </a:lnTo>
                <a:lnTo>
                  <a:pt x="1866900" y="1200150"/>
                </a:lnTo>
                <a:lnTo>
                  <a:pt x="1857375" y="1200150"/>
                </a:lnTo>
                <a:lnTo>
                  <a:pt x="1857375" y="1181100"/>
                </a:lnTo>
                <a:lnTo>
                  <a:pt x="1847850" y="1181100"/>
                </a:lnTo>
                <a:lnTo>
                  <a:pt x="1847850" y="1171575"/>
                </a:lnTo>
                <a:lnTo>
                  <a:pt x="1838325" y="1171575"/>
                </a:lnTo>
                <a:lnTo>
                  <a:pt x="1838325" y="1162050"/>
                </a:lnTo>
                <a:lnTo>
                  <a:pt x="1847850" y="1162050"/>
                </a:lnTo>
                <a:close/>
                <a:moveTo>
                  <a:pt x="2028825" y="1152525"/>
                </a:moveTo>
                <a:lnTo>
                  <a:pt x="2038350" y="1152525"/>
                </a:lnTo>
                <a:lnTo>
                  <a:pt x="2038350" y="1162050"/>
                </a:lnTo>
                <a:lnTo>
                  <a:pt x="2028825" y="1162050"/>
                </a:lnTo>
                <a:close/>
                <a:moveTo>
                  <a:pt x="247650" y="1162050"/>
                </a:moveTo>
                <a:lnTo>
                  <a:pt x="257175" y="1162050"/>
                </a:lnTo>
                <a:lnTo>
                  <a:pt x="257175" y="1181100"/>
                </a:lnTo>
                <a:lnTo>
                  <a:pt x="247650" y="1181100"/>
                </a:lnTo>
                <a:close/>
                <a:moveTo>
                  <a:pt x="695325" y="1162050"/>
                </a:moveTo>
                <a:lnTo>
                  <a:pt x="704850" y="1162050"/>
                </a:lnTo>
                <a:lnTo>
                  <a:pt x="704850" y="1171575"/>
                </a:lnTo>
                <a:lnTo>
                  <a:pt x="695325" y="1171575"/>
                </a:lnTo>
                <a:close/>
                <a:moveTo>
                  <a:pt x="904875" y="1162050"/>
                </a:moveTo>
                <a:lnTo>
                  <a:pt x="914400" y="1162050"/>
                </a:lnTo>
                <a:lnTo>
                  <a:pt x="914400" y="1171575"/>
                </a:lnTo>
                <a:lnTo>
                  <a:pt x="904875" y="1171575"/>
                </a:lnTo>
                <a:close/>
                <a:moveTo>
                  <a:pt x="1181100" y="1162050"/>
                </a:moveTo>
                <a:lnTo>
                  <a:pt x="1190625" y="1162050"/>
                </a:lnTo>
                <a:lnTo>
                  <a:pt x="1190625" y="1171575"/>
                </a:lnTo>
                <a:lnTo>
                  <a:pt x="1181100" y="1171575"/>
                </a:lnTo>
                <a:close/>
                <a:moveTo>
                  <a:pt x="2038350" y="1162050"/>
                </a:moveTo>
                <a:lnTo>
                  <a:pt x="2047875" y="1162050"/>
                </a:lnTo>
                <a:lnTo>
                  <a:pt x="2047875" y="1181100"/>
                </a:lnTo>
                <a:lnTo>
                  <a:pt x="2019300" y="1181100"/>
                </a:lnTo>
                <a:lnTo>
                  <a:pt x="2019300" y="1171575"/>
                </a:lnTo>
                <a:lnTo>
                  <a:pt x="2038350" y="1171575"/>
                </a:lnTo>
                <a:close/>
                <a:moveTo>
                  <a:pt x="19050" y="1171575"/>
                </a:moveTo>
                <a:lnTo>
                  <a:pt x="28575" y="1171575"/>
                </a:lnTo>
                <a:lnTo>
                  <a:pt x="28575" y="1200150"/>
                </a:lnTo>
                <a:lnTo>
                  <a:pt x="19050" y="1200150"/>
                </a:lnTo>
                <a:close/>
                <a:moveTo>
                  <a:pt x="704850" y="1171575"/>
                </a:moveTo>
                <a:lnTo>
                  <a:pt x="723900" y="1171575"/>
                </a:lnTo>
                <a:lnTo>
                  <a:pt x="723900" y="1181100"/>
                </a:lnTo>
                <a:lnTo>
                  <a:pt x="733425" y="1181100"/>
                </a:lnTo>
                <a:lnTo>
                  <a:pt x="733425" y="1190625"/>
                </a:lnTo>
                <a:lnTo>
                  <a:pt x="742950" y="1190625"/>
                </a:lnTo>
                <a:lnTo>
                  <a:pt x="742950" y="1209675"/>
                </a:lnTo>
                <a:lnTo>
                  <a:pt x="723900" y="1209675"/>
                </a:lnTo>
                <a:lnTo>
                  <a:pt x="723900" y="1190625"/>
                </a:lnTo>
                <a:lnTo>
                  <a:pt x="714375" y="1190625"/>
                </a:lnTo>
                <a:lnTo>
                  <a:pt x="714375" y="1181100"/>
                </a:lnTo>
                <a:lnTo>
                  <a:pt x="704850" y="1181100"/>
                </a:lnTo>
                <a:close/>
                <a:moveTo>
                  <a:pt x="771525" y="1171575"/>
                </a:moveTo>
                <a:lnTo>
                  <a:pt x="781050" y="1171575"/>
                </a:lnTo>
                <a:lnTo>
                  <a:pt x="781050" y="1181100"/>
                </a:lnTo>
                <a:lnTo>
                  <a:pt x="771525" y="1181100"/>
                </a:lnTo>
                <a:close/>
                <a:moveTo>
                  <a:pt x="1000125" y="1171575"/>
                </a:moveTo>
                <a:lnTo>
                  <a:pt x="1009650" y="1171575"/>
                </a:lnTo>
                <a:lnTo>
                  <a:pt x="1009650" y="1181100"/>
                </a:lnTo>
                <a:lnTo>
                  <a:pt x="1000125" y="1181100"/>
                </a:lnTo>
                <a:close/>
                <a:moveTo>
                  <a:pt x="1409700" y="1171575"/>
                </a:moveTo>
                <a:lnTo>
                  <a:pt x="1428750" y="1171575"/>
                </a:lnTo>
                <a:lnTo>
                  <a:pt x="1428750" y="1181100"/>
                </a:lnTo>
                <a:lnTo>
                  <a:pt x="1409700" y="1181100"/>
                </a:lnTo>
                <a:close/>
                <a:moveTo>
                  <a:pt x="371475" y="1181100"/>
                </a:moveTo>
                <a:lnTo>
                  <a:pt x="381000" y="1181100"/>
                </a:lnTo>
                <a:lnTo>
                  <a:pt x="381000" y="1190625"/>
                </a:lnTo>
                <a:lnTo>
                  <a:pt x="371475" y="1190625"/>
                </a:lnTo>
                <a:close/>
                <a:moveTo>
                  <a:pt x="600075" y="1181100"/>
                </a:moveTo>
                <a:lnTo>
                  <a:pt x="609600" y="1181100"/>
                </a:lnTo>
                <a:lnTo>
                  <a:pt x="609600" y="1190625"/>
                </a:lnTo>
                <a:lnTo>
                  <a:pt x="600075" y="1190625"/>
                </a:lnTo>
                <a:close/>
                <a:moveTo>
                  <a:pt x="914400" y="1181100"/>
                </a:moveTo>
                <a:lnTo>
                  <a:pt x="923925" y="1181100"/>
                </a:lnTo>
                <a:lnTo>
                  <a:pt x="923925" y="1190625"/>
                </a:lnTo>
                <a:lnTo>
                  <a:pt x="914400" y="1190625"/>
                </a:lnTo>
                <a:close/>
                <a:moveTo>
                  <a:pt x="1200150" y="1181100"/>
                </a:moveTo>
                <a:lnTo>
                  <a:pt x="1219200" y="1181100"/>
                </a:lnTo>
                <a:lnTo>
                  <a:pt x="1219200" y="1200150"/>
                </a:lnTo>
                <a:lnTo>
                  <a:pt x="1200150" y="1200150"/>
                </a:lnTo>
                <a:close/>
                <a:moveTo>
                  <a:pt x="1266825" y="1181100"/>
                </a:moveTo>
                <a:lnTo>
                  <a:pt x="1304925" y="1181100"/>
                </a:lnTo>
                <a:lnTo>
                  <a:pt x="1304925" y="1190625"/>
                </a:lnTo>
                <a:lnTo>
                  <a:pt x="1276350" y="1190625"/>
                </a:lnTo>
                <a:lnTo>
                  <a:pt x="1276350" y="1200150"/>
                </a:lnTo>
                <a:lnTo>
                  <a:pt x="1257300" y="1200150"/>
                </a:lnTo>
                <a:lnTo>
                  <a:pt x="1257300" y="1190625"/>
                </a:lnTo>
                <a:lnTo>
                  <a:pt x="1266825" y="1190625"/>
                </a:lnTo>
                <a:close/>
                <a:moveTo>
                  <a:pt x="1514475" y="1181100"/>
                </a:moveTo>
                <a:lnTo>
                  <a:pt x="1524000" y="1181100"/>
                </a:lnTo>
                <a:lnTo>
                  <a:pt x="1524000" y="1190625"/>
                </a:lnTo>
                <a:lnTo>
                  <a:pt x="1514475" y="1190625"/>
                </a:lnTo>
                <a:close/>
                <a:moveTo>
                  <a:pt x="171450" y="1190625"/>
                </a:moveTo>
                <a:lnTo>
                  <a:pt x="180975" y="1190625"/>
                </a:lnTo>
                <a:lnTo>
                  <a:pt x="180975" y="1209675"/>
                </a:lnTo>
                <a:lnTo>
                  <a:pt x="171450" y="1209675"/>
                </a:lnTo>
                <a:close/>
                <a:moveTo>
                  <a:pt x="342900" y="1190625"/>
                </a:moveTo>
                <a:lnTo>
                  <a:pt x="361950" y="1190625"/>
                </a:lnTo>
                <a:lnTo>
                  <a:pt x="361950" y="1219200"/>
                </a:lnTo>
                <a:lnTo>
                  <a:pt x="342900" y="1219200"/>
                </a:lnTo>
                <a:close/>
                <a:moveTo>
                  <a:pt x="609600" y="1190625"/>
                </a:moveTo>
                <a:lnTo>
                  <a:pt x="619125" y="1190625"/>
                </a:lnTo>
                <a:lnTo>
                  <a:pt x="619125" y="1200150"/>
                </a:lnTo>
                <a:lnTo>
                  <a:pt x="609600" y="1200150"/>
                </a:lnTo>
                <a:close/>
                <a:moveTo>
                  <a:pt x="952500" y="1190625"/>
                </a:moveTo>
                <a:lnTo>
                  <a:pt x="971550" y="1190625"/>
                </a:lnTo>
                <a:lnTo>
                  <a:pt x="971550" y="1200150"/>
                </a:lnTo>
                <a:lnTo>
                  <a:pt x="962025" y="1200150"/>
                </a:lnTo>
                <a:lnTo>
                  <a:pt x="962025" y="1209675"/>
                </a:lnTo>
                <a:lnTo>
                  <a:pt x="952500" y="1209675"/>
                </a:lnTo>
                <a:close/>
                <a:moveTo>
                  <a:pt x="1057275" y="1190625"/>
                </a:moveTo>
                <a:lnTo>
                  <a:pt x="1066800" y="1190625"/>
                </a:lnTo>
                <a:lnTo>
                  <a:pt x="1066800" y="1209675"/>
                </a:lnTo>
                <a:lnTo>
                  <a:pt x="1057275" y="1209675"/>
                </a:lnTo>
                <a:lnTo>
                  <a:pt x="1057275" y="1219200"/>
                </a:lnTo>
                <a:lnTo>
                  <a:pt x="1038225" y="1219200"/>
                </a:lnTo>
                <a:lnTo>
                  <a:pt x="1038225" y="1209675"/>
                </a:lnTo>
                <a:lnTo>
                  <a:pt x="1047750" y="1209675"/>
                </a:lnTo>
                <a:lnTo>
                  <a:pt x="1047750" y="1200150"/>
                </a:lnTo>
                <a:lnTo>
                  <a:pt x="1057275" y="1200150"/>
                </a:lnTo>
                <a:close/>
                <a:moveTo>
                  <a:pt x="1171575" y="1190625"/>
                </a:moveTo>
                <a:lnTo>
                  <a:pt x="1181100" y="1190625"/>
                </a:lnTo>
                <a:lnTo>
                  <a:pt x="1181100" y="1200150"/>
                </a:lnTo>
                <a:lnTo>
                  <a:pt x="1171575" y="1200150"/>
                </a:lnTo>
                <a:close/>
                <a:moveTo>
                  <a:pt x="542925" y="1200150"/>
                </a:moveTo>
                <a:lnTo>
                  <a:pt x="561975" y="1200150"/>
                </a:lnTo>
                <a:lnTo>
                  <a:pt x="561975" y="1209675"/>
                </a:lnTo>
                <a:lnTo>
                  <a:pt x="542925" y="1209675"/>
                </a:lnTo>
                <a:close/>
                <a:moveTo>
                  <a:pt x="571500" y="1200150"/>
                </a:moveTo>
                <a:lnTo>
                  <a:pt x="581025" y="1200150"/>
                </a:lnTo>
                <a:lnTo>
                  <a:pt x="581025" y="1209675"/>
                </a:lnTo>
                <a:lnTo>
                  <a:pt x="590550" y="1209675"/>
                </a:lnTo>
                <a:lnTo>
                  <a:pt x="590550" y="1219200"/>
                </a:lnTo>
                <a:lnTo>
                  <a:pt x="571500" y="1219200"/>
                </a:lnTo>
                <a:close/>
                <a:moveTo>
                  <a:pt x="619125" y="1200150"/>
                </a:moveTo>
                <a:lnTo>
                  <a:pt x="638175" y="1200150"/>
                </a:lnTo>
                <a:lnTo>
                  <a:pt x="638175" y="1209675"/>
                </a:lnTo>
                <a:lnTo>
                  <a:pt x="647700" y="1209675"/>
                </a:lnTo>
                <a:lnTo>
                  <a:pt x="647700" y="1219200"/>
                </a:lnTo>
                <a:lnTo>
                  <a:pt x="628650" y="1219200"/>
                </a:lnTo>
                <a:lnTo>
                  <a:pt x="628650" y="1209675"/>
                </a:lnTo>
                <a:lnTo>
                  <a:pt x="619125" y="1209675"/>
                </a:lnTo>
                <a:close/>
                <a:moveTo>
                  <a:pt x="800100" y="1200150"/>
                </a:moveTo>
                <a:lnTo>
                  <a:pt x="809625" y="1200150"/>
                </a:lnTo>
                <a:lnTo>
                  <a:pt x="809625" y="1209675"/>
                </a:lnTo>
                <a:lnTo>
                  <a:pt x="800100" y="1209675"/>
                </a:lnTo>
                <a:close/>
                <a:moveTo>
                  <a:pt x="1485900" y="1200150"/>
                </a:moveTo>
                <a:lnTo>
                  <a:pt x="1495425" y="1200150"/>
                </a:lnTo>
                <a:lnTo>
                  <a:pt x="1495425" y="1209675"/>
                </a:lnTo>
                <a:lnTo>
                  <a:pt x="1485900" y="1209675"/>
                </a:lnTo>
                <a:close/>
                <a:moveTo>
                  <a:pt x="1743075" y="1200150"/>
                </a:moveTo>
                <a:lnTo>
                  <a:pt x="1752600" y="1200150"/>
                </a:lnTo>
                <a:lnTo>
                  <a:pt x="1752600" y="1209675"/>
                </a:lnTo>
                <a:lnTo>
                  <a:pt x="1743075" y="1209675"/>
                </a:lnTo>
                <a:close/>
                <a:moveTo>
                  <a:pt x="9525" y="1209675"/>
                </a:moveTo>
                <a:lnTo>
                  <a:pt x="19050" y="1209675"/>
                </a:lnTo>
                <a:lnTo>
                  <a:pt x="19050" y="1228725"/>
                </a:lnTo>
                <a:lnTo>
                  <a:pt x="9525" y="1228725"/>
                </a:lnTo>
                <a:lnTo>
                  <a:pt x="9525" y="1238250"/>
                </a:lnTo>
                <a:lnTo>
                  <a:pt x="0" y="1238250"/>
                </a:lnTo>
                <a:lnTo>
                  <a:pt x="0" y="1219200"/>
                </a:lnTo>
                <a:lnTo>
                  <a:pt x="9525" y="1219200"/>
                </a:lnTo>
                <a:close/>
                <a:moveTo>
                  <a:pt x="190500" y="1209675"/>
                </a:moveTo>
                <a:lnTo>
                  <a:pt x="209550" y="1209675"/>
                </a:lnTo>
                <a:lnTo>
                  <a:pt x="209550" y="1219200"/>
                </a:lnTo>
                <a:lnTo>
                  <a:pt x="219075" y="1219200"/>
                </a:lnTo>
                <a:lnTo>
                  <a:pt x="219075" y="1228725"/>
                </a:lnTo>
                <a:lnTo>
                  <a:pt x="209550" y="1228725"/>
                </a:lnTo>
                <a:lnTo>
                  <a:pt x="209550" y="1238250"/>
                </a:lnTo>
                <a:lnTo>
                  <a:pt x="200025" y="1238250"/>
                </a:lnTo>
                <a:lnTo>
                  <a:pt x="200025" y="1219200"/>
                </a:lnTo>
                <a:lnTo>
                  <a:pt x="190500" y="1219200"/>
                </a:lnTo>
                <a:close/>
                <a:moveTo>
                  <a:pt x="990600" y="1209675"/>
                </a:moveTo>
                <a:lnTo>
                  <a:pt x="1009650" y="1209675"/>
                </a:lnTo>
                <a:lnTo>
                  <a:pt x="1009650" y="1228725"/>
                </a:lnTo>
                <a:lnTo>
                  <a:pt x="1000125" y="1228725"/>
                </a:lnTo>
                <a:lnTo>
                  <a:pt x="1000125" y="1219200"/>
                </a:lnTo>
                <a:lnTo>
                  <a:pt x="990600" y="1219200"/>
                </a:lnTo>
                <a:close/>
                <a:moveTo>
                  <a:pt x="1066800" y="1209675"/>
                </a:moveTo>
                <a:lnTo>
                  <a:pt x="1095375" y="1209675"/>
                </a:lnTo>
                <a:lnTo>
                  <a:pt x="1095375" y="1219200"/>
                </a:lnTo>
                <a:lnTo>
                  <a:pt x="1066800" y="1219200"/>
                </a:lnTo>
                <a:close/>
                <a:moveTo>
                  <a:pt x="1238250" y="1209675"/>
                </a:moveTo>
                <a:lnTo>
                  <a:pt x="1247775" y="1209675"/>
                </a:lnTo>
                <a:lnTo>
                  <a:pt x="1247775" y="1228725"/>
                </a:lnTo>
                <a:lnTo>
                  <a:pt x="1238250" y="1228725"/>
                </a:lnTo>
                <a:close/>
                <a:moveTo>
                  <a:pt x="104775" y="1219200"/>
                </a:moveTo>
                <a:lnTo>
                  <a:pt x="123825" y="1219200"/>
                </a:lnTo>
                <a:lnTo>
                  <a:pt x="123825" y="1228725"/>
                </a:lnTo>
                <a:lnTo>
                  <a:pt x="133350" y="1228725"/>
                </a:lnTo>
                <a:lnTo>
                  <a:pt x="133350" y="1238250"/>
                </a:lnTo>
                <a:lnTo>
                  <a:pt x="104775" y="1238250"/>
                </a:lnTo>
                <a:close/>
                <a:moveTo>
                  <a:pt x="561975" y="1219200"/>
                </a:moveTo>
                <a:lnTo>
                  <a:pt x="571500" y="1219200"/>
                </a:lnTo>
                <a:lnTo>
                  <a:pt x="571500" y="1228725"/>
                </a:lnTo>
                <a:lnTo>
                  <a:pt x="561975" y="1228725"/>
                </a:lnTo>
                <a:close/>
                <a:moveTo>
                  <a:pt x="619125" y="1219200"/>
                </a:moveTo>
                <a:lnTo>
                  <a:pt x="628650" y="1219200"/>
                </a:lnTo>
                <a:lnTo>
                  <a:pt x="628650" y="1238250"/>
                </a:lnTo>
                <a:lnTo>
                  <a:pt x="638175" y="1238250"/>
                </a:lnTo>
                <a:lnTo>
                  <a:pt x="638175" y="1247775"/>
                </a:lnTo>
                <a:lnTo>
                  <a:pt x="619125" y="1247775"/>
                </a:lnTo>
                <a:close/>
                <a:moveTo>
                  <a:pt x="1343025" y="1219200"/>
                </a:moveTo>
                <a:lnTo>
                  <a:pt x="1352550" y="1219200"/>
                </a:lnTo>
                <a:lnTo>
                  <a:pt x="1352550" y="1228725"/>
                </a:lnTo>
                <a:lnTo>
                  <a:pt x="1362075" y="1228725"/>
                </a:lnTo>
                <a:lnTo>
                  <a:pt x="1362075" y="1247775"/>
                </a:lnTo>
                <a:lnTo>
                  <a:pt x="1352550" y="1247775"/>
                </a:lnTo>
                <a:lnTo>
                  <a:pt x="1352550" y="1257300"/>
                </a:lnTo>
                <a:lnTo>
                  <a:pt x="1343025" y="1257300"/>
                </a:lnTo>
                <a:lnTo>
                  <a:pt x="1343025" y="1266825"/>
                </a:lnTo>
                <a:lnTo>
                  <a:pt x="1323975" y="1266825"/>
                </a:lnTo>
                <a:lnTo>
                  <a:pt x="1323975" y="1257300"/>
                </a:lnTo>
                <a:lnTo>
                  <a:pt x="1304925" y="1257300"/>
                </a:lnTo>
                <a:lnTo>
                  <a:pt x="1304925" y="1247775"/>
                </a:lnTo>
                <a:lnTo>
                  <a:pt x="1314450" y="1247775"/>
                </a:lnTo>
                <a:lnTo>
                  <a:pt x="1314450" y="1238250"/>
                </a:lnTo>
                <a:lnTo>
                  <a:pt x="1333500" y="1238250"/>
                </a:lnTo>
                <a:lnTo>
                  <a:pt x="1333500" y="1228725"/>
                </a:lnTo>
                <a:lnTo>
                  <a:pt x="1343025" y="1228725"/>
                </a:lnTo>
                <a:close/>
                <a:moveTo>
                  <a:pt x="1466850" y="1219200"/>
                </a:moveTo>
                <a:lnTo>
                  <a:pt x="1476375" y="1219200"/>
                </a:lnTo>
                <a:lnTo>
                  <a:pt x="1476375" y="1228725"/>
                </a:lnTo>
                <a:lnTo>
                  <a:pt x="1466850" y="1228725"/>
                </a:lnTo>
                <a:close/>
                <a:moveTo>
                  <a:pt x="2057400" y="1219200"/>
                </a:moveTo>
                <a:lnTo>
                  <a:pt x="2085975" y="1219200"/>
                </a:lnTo>
                <a:lnTo>
                  <a:pt x="2085975" y="1228725"/>
                </a:lnTo>
                <a:lnTo>
                  <a:pt x="2057400" y="1228725"/>
                </a:lnTo>
                <a:close/>
                <a:moveTo>
                  <a:pt x="2381250" y="1219200"/>
                </a:moveTo>
                <a:lnTo>
                  <a:pt x="2409825" y="1219200"/>
                </a:lnTo>
                <a:lnTo>
                  <a:pt x="2409825" y="1228725"/>
                </a:lnTo>
                <a:lnTo>
                  <a:pt x="2381250" y="1228725"/>
                </a:lnTo>
                <a:close/>
                <a:moveTo>
                  <a:pt x="466725" y="1228725"/>
                </a:moveTo>
                <a:lnTo>
                  <a:pt x="476250" y="1228725"/>
                </a:lnTo>
                <a:lnTo>
                  <a:pt x="476250" y="1238250"/>
                </a:lnTo>
                <a:lnTo>
                  <a:pt x="485775" y="1238250"/>
                </a:lnTo>
                <a:lnTo>
                  <a:pt x="485775" y="1247775"/>
                </a:lnTo>
                <a:lnTo>
                  <a:pt x="495300" y="1247775"/>
                </a:lnTo>
                <a:lnTo>
                  <a:pt x="495300" y="1257300"/>
                </a:lnTo>
                <a:lnTo>
                  <a:pt x="485775" y="1257300"/>
                </a:lnTo>
                <a:lnTo>
                  <a:pt x="485775" y="1266825"/>
                </a:lnTo>
                <a:lnTo>
                  <a:pt x="466725" y="1266825"/>
                </a:lnTo>
                <a:lnTo>
                  <a:pt x="466725" y="1247775"/>
                </a:lnTo>
                <a:lnTo>
                  <a:pt x="457200" y="1247775"/>
                </a:lnTo>
                <a:lnTo>
                  <a:pt x="457200" y="1238250"/>
                </a:lnTo>
                <a:lnTo>
                  <a:pt x="466725" y="1238250"/>
                </a:lnTo>
                <a:close/>
                <a:moveTo>
                  <a:pt x="1114425" y="1228725"/>
                </a:moveTo>
                <a:lnTo>
                  <a:pt x="1133475" y="1228725"/>
                </a:lnTo>
                <a:lnTo>
                  <a:pt x="1133475" y="1247775"/>
                </a:lnTo>
                <a:lnTo>
                  <a:pt x="1143000" y="1247775"/>
                </a:lnTo>
                <a:lnTo>
                  <a:pt x="1143000" y="1266825"/>
                </a:lnTo>
                <a:lnTo>
                  <a:pt x="1171575" y="1266825"/>
                </a:lnTo>
                <a:lnTo>
                  <a:pt x="1171575" y="1276350"/>
                </a:lnTo>
                <a:lnTo>
                  <a:pt x="1152525" y="1276350"/>
                </a:lnTo>
                <a:lnTo>
                  <a:pt x="1152525" y="1285875"/>
                </a:lnTo>
                <a:lnTo>
                  <a:pt x="1143000" y="1285875"/>
                </a:lnTo>
                <a:lnTo>
                  <a:pt x="1143000" y="1295400"/>
                </a:lnTo>
                <a:lnTo>
                  <a:pt x="1104900" y="1295400"/>
                </a:lnTo>
                <a:lnTo>
                  <a:pt x="1104900" y="1285875"/>
                </a:lnTo>
                <a:lnTo>
                  <a:pt x="1085850" y="1285875"/>
                </a:lnTo>
                <a:lnTo>
                  <a:pt x="1085850" y="1276350"/>
                </a:lnTo>
                <a:lnTo>
                  <a:pt x="1076325" y="1276350"/>
                </a:lnTo>
                <a:lnTo>
                  <a:pt x="1076325" y="1285875"/>
                </a:lnTo>
                <a:lnTo>
                  <a:pt x="1066800" y="1285875"/>
                </a:lnTo>
                <a:lnTo>
                  <a:pt x="1066800" y="1266825"/>
                </a:lnTo>
                <a:lnTo>
                  <a:pt x="1076325" y="1266825"/>
                </a:lnTo>
                <a:lnTo>
                  <a:pt x="1076325" y="1257300"/>
                </a:lnTo>
                <a:lnTo>
                  <a:pt x="1095375" y="1257300"/>
                </a:lnTo>
                <a:lnTo>
                  <a:pt x="1095375" y="1266825"/>
                </a:lnTo>
                <a:lnTo>
                  <a:pt x="1104900" y="1266825"/>
                </a:lnTo>
                <a:lnTo>
                  <a:pt x="1104900" y="1257300"/>
                </a:lnTo>
                <a:lnTo>
                  <a:pt x="1114425" y="1257300"/>
                </a:lnTo>
                <a:close/>
                <a:moveTo>
                  <a:pt x="1914525" y="1228725"/>
                </a:moveTo>
                <a:lnTo>
                  <a:pt x="1924050" y="1228725"/>
                </a:lnTo>
                <a:lnTo>
                  <a:pt x="1924050" y="1238250"/>
                </a:lnTo>
                <a:lnTo>
                  <a:pt x="1914525" y="1238250"/>
                </a:lnTo>
                <a:close/>
                <a:moveTo>
                  <a:pt x="190500" y="1238250"/>
                </a:moveTo>
                <a:lnTo>
                  <a:pt x="200025" y="1238250"/>
                </a:lnTo>
                <a:lnTo>
                  <a:pt x="200025" y="1266825"/>
                </a:lnTo>
                <a:lnTo>
                  <a:pt x="180975" y="1266825"/>
                </a:lnTo>
                <a:lnTo>
                  <a:pt x="180975" y="1257300"/>
                </a:lnTo>
                <a:lnTo>
                  <a:pt x="190500" y="1257300"/>
                </a:lnTo>
                <a:close/>
                <a:moveTo>
                  <a:pt x="676275" y="1238250"/>
                </a:moveTo>
                <a:lnTo>
                  <a:pt x="685800" y="1238250"/>
                </a:lnTo>
                <a:lnTo>
                  <a:pt x="685800" y="1247775"/>
                </a:lnTo>
                <a:lnTo>
                  <a:pt x="714375" y="1247775"/>
                </a:lnTo>
                <a:lnTo>
                  <a:pt x="714375" y="1257300"/>
                </a:lnTo>
                <a:lnTo>
                  <a:pt x="733425" y="1257300"/>
                </a:lnTo>
                <a:lnTo>
                  <a:pt x="733425" y="1266825"/>
                </a:lnTo>
                <a:lnTo>
                  <a:pt x="704850" y="1266825"/>
                </a:lnTo>
                <a:lnTo>
                  <a:pt x="704850" y="1276350"/>
                </a:lnTo>
                <a:lnTo>
                  <a:pt x="695325" y="1276350"/>
                </a:lnTo>
                <a:lnTo>
                  <a:pt x="695325" y="1266825"/>
                </a:lnTo>
                <a:lnTo>
                  <a:pt x="676275" y="1266825"/>
                </a:lnTo>
                <a:lnTo>
                  <a:pt x="676275" y="1276350"/>
                </a:lnTo>
                <a:lnTo>
                  <a:pt x="657225" y="1276350"/>
                </a:lnTo>
                <a:lnTo>
                  <a:pt x="657225" y="1257300"/>
                </a:lnTo>
                <a:lnTo>
                  <a:pt x="647700" y="1257300"/>
                </a:lnTo>
                <a:lnTo>
                  <a:pt x="647700" y="1247775"/>
                </a:lnTo>
                <a:lnTo>
                  <a:pt x="676275" y="1247775"/>
                </a:lnTo>
                <a:close/>
                <a:moveTo>
                  <a:pt x="1257300" y="1238250"/>
                </a:moveTo>
                <a:lnTo>
                  <a:pt x="1266825" y="1238250"/>
                </a:lnTo>
                <a:lnTo>
                  <a:pt x="1266825" y="1257300"/>
                </a:lnTo>
                <a:lnTo>
                  <a:pt x="1257300" y="1257300"/>
                </a:lnTo>
                <a:close/>
                <a:moveTo>
                  <a:pt x="1485900" y="1238250"/>
                </a:moveTo>
                <a:lnTo>
                  <a:pt x="1495425" y="1238250"/>
                </a:lnTo>
                <a:lnTo>
                  <a:pt x="1495425" y="1247775"/>
                </a:lnTo>
                <a:lnTo>
                  <a:pt x="1524000" y="1247775"/>
                </a:lnTo>
                <a:lnTo>
                  <a:pt x="1524000" y="1238250"/>
                </a:lnTo>
                <a:lnTo>
                  <a:pt x="1533525" y="1238250"/>
                </a:lnTo>
                <a:lnTo>
                  <a:pt x="1533525" y="1247775"/>
                </a:lnTo>
                <a:lnTo>
                  <a:pt x="1524000" y="1247775"/>
                </a:lnTo>
                <a:lnTo>
                  <a:pt x="1524000" y="1257300"/>
                </a:lnTo>
                <a:lnTo>
                  <a:pt x="1504950" y="1257300"/>
                </a:lnTo>
                <a:lnTo>
                  <a:pt x="1504950" y="1266825"/>
                </a:lnTo>
                <a:lnTo>
                  <a:pt x="1495425" y="1266825"/>
                </a:lnTo>
                <a:lnTo>
                  <a:pt x="1495425" y="1257300"/>
                </a:lnTo>
                <a:lnTo>
                  <a:pt x="1485900" y="1257300"/>
                </a:lnTo>
                <a:close/>
                <a:moveTo>
                  <a:pt x="1543050" y="1238250"/>
                </a:moveTo>
                <a:lnTo>
                  <a:pt x="1552575" y="1238250"/>
                </a:lnTo>
                <a:lnTo>
                  <a:pt x="1552575" y="1247775"/>
                </a:lnTo>
                <a:lnTo>
                  <a:pt x="1543050" y="1247775"/>
                </a:lnTo>
                <a:close/>
                <a:moveTo>
                  <a:pt x="1876425" y="1238250"/>
                </a:moveTo>
                <a:lnTo>
                  <a:pt x="1895475" y="1238250"/>
                </a:lnTo>
                <a:lnTo>
                  <a:pt x="1895475" y="1247775"/>
                </a:lnTo>
                <a:lnTo>
                  <a:pt x="1876425" y="1247775"/>
                </a:lnTo>
                <a:close/>
                <a:moveTo>
                  <a:pt x="1905000" y="1238250"/>
                </a:moveTo>
                <a:lnTo>
                  <a:pt x="1914525" y="1238250"/>
                </a:lnTo>
                <a:lnTo>
                  <a:pt x="1914525" y="1247775"/>
                </a:lnTo>
                <a:lnTo>
                  <a:pt x="1905000" y="1247775"/>
                </a:lnTo>
                <a:close/>
                <a:moveTo>
                  <a:pt x="1685925" y="1247775"/>
                </a:moveTo>
                <a:lnTo>
                  <a:pt x="1695450" y="1247775"/>
                </a:lnTo>
                <a:lnTo>
                  <a:pt x="1695450" y="1266825"/>
                </a:lnTo>
                <a:lnTo>
                  <a:pt x="1685925" y="1266825"/>
                </a:lnTo>
                <a:close/>
                <a:moveTo>
                  <a:pt x="47625" y="1266825"/>
                </a:moveTo>
                <a:lnTo>
                  <a:pt x="133350" y="1266825"/>
                </a:lnTo>
                <a:lnTo>
                  <a:pt x="133350" y="1276350"/>
                </a:lnTo>
                <a:lnTo>
                  <a:pt x="123825" y="1276350"/>
                </a:lnTo>
                <a:lnTo>
                  <a:pt x="123825" y="1285875"/>
                </a:lnTo>
                <a:lnTo>
                  <a:pt x="66675" y="1285875"/>
                </a:lnTo>
                <a:lnTo>
                  <a:pt x="66675" y="1295400"/>
                </a:lnTo>
                <a:lnTo>
                  <a:pt x="57150" y="1295400"/>
                </a:lnTo>
                <a:lnTo>
                  <a:pt x="57150" y="1285875"/>
                </a:lnTo>
                <a:lnTo>
                  <a:pt x="38100" y="1285875"/>
                </a:lnTo>
                <a:lnTo>
                  <a:pt x="38100" y="1276350"/>
                </a:lnTo>
                <a:lnTo>
                  <a:pt x="47625" y="1276350"/>
                </a:lnTo>
                <a:close/>
                <a:moveTo>
                  <a:pt x="390525" y="1266825"/>
                </a:moveTo>
                <a:lnTo>
                  <a:pt x="400050" y="1266825"/>
                </a:lnTo>
                <a:lnTo>
                  <a:pt x="400050" y="1295400"/>
                </a:lnTo>
                <a:lnTo>
                  <a:pt x="390525" y="1295400"/>
                </a:lnTo>
                <a:lnTo>
                  <a:pt x="390525" y="1304925"/>
                </a:lnTo>
                <a:lnTo>
                  <a:pt x="352425" y="1304925"/>
                </a:lnTo>
                <a:lnTo>
                  <a:pt x="352425" y="1295400"/>
                </a:lnTo>
                <a:lnTo>
                  <a:pt x="371475" y="1295400"/>
                </a:lnTo>
                <a:lnTo>
                  <a:pt x="371475" y="1285875"/>
                </a:lnTo>
                <a:lnTo>
                  <a:pt x="381000" y="1285875"/>
                </a:lnTo>
                <a:lnTo>
                  <a:pt x="381000" y="1276350"/>
                </a:lnTo>
                <a:lnTo>
                  <a:pt x="390525" y="1276350"/>
                </a:lnTo>
                <a:close/>
                <a:moveTo>
                  <a:pt x="1238250" y="1266825"/>
                </a:moveTo>
                <a:lnTo>
                  <a:pt x="1247775" y="1266825"/>
                </a:lnTo>
                <a:lnTo>
                  <a:pt x="1247775" y="1276350"/>
                </a:lnTo>
                <a:lnTo>
                  <a:pt x="1238250" y="1276350"/>
                </a:lnTo>
                <a:close/>
                <a:moveTo>
                  <a:pt x="1419225" y="1266825"/>
                </a:moveTo>
                <a:lnTo>
                  <a:pt x="1428750" y="1266825"/>
                </a:lnTo>
                <a:lnTo>
                  <a:pt x="1428750" y="1276350"/>
                </a:lnTo>
                <a:lnTo>
                  <a:pt x="1419225" y="1276350"/>
                </a:lnTo>
                <a:close/>
                <a:moveTo>
                  <a:pt x="1971675" y="1266825"/>
                </a:moveTo>
                <a:lnTo>
                  <a:pt x="2019300" y="1266825"/>
                </a:lnTo>
                <a:lnTo>
                  <a:pt x="2019300" y="1276350"/>
                </a:lnTo>
                <a:lnTo>
                  <a:pt x="2038350" y="1276350"/>
                </a:lnTo>
                <a:lnTo>
                  <a:pt x="2038350" y="1285875"/>
                </a:lnTo>
                <a:lnTo>
                  <a:pt x="2028825" y="1285875"/>
                </a:lnTo>
                <a:lnTo>
                  <a:pt x="2028825" y="1295400"/>
                </a:lnTo>
                <a:lnTo>
                  <a:pt x="2019300" y="1295400"/>
                </a:lnTo>
                <a:lnTo>
                  <a:pt x="2019300" y="1285875"/>
                </a:lnTo>
                <a:lnTo>
                  <a:pt x="2000250" y="1285875"/>
                </a:lnTo>
                <a:lnTo>
                  <a:pt x="2000250" y="1295400"/>
                </a:lnTo>
                <a:lnTo>
                  <a:pt x="1990725" y="1295400"/>
                </a:lnTo>
                <a:lnTo>
                  <a:pt x="1990725" y="1285875"/>
                </a:lnTo>
                <a:lnTo>
                  <a:pt x="1981200" y="1285875"/>
                </a:lnTo>
                <a:lnTo>
                  <a:pt x="1981200" y="1276350"/>
                </a:lnTo>
                <a:lnTo>
                  <a:pt x="1971675" y="1276350"/>
                </a:lnTo>
                <a:close/>
                <a:moveTo>
                  <a:pt x="2095500" y="1266825"/>
                </a:moveTo>
                <a:lnTo>
                  <a:pt x="2105025" y="1266825"/>
                </a:lnTo>
                <a:lnTo>
                  <a:pt x="2105025" y="1285875"/>
                </a:lnTo>
                <a:lnTo>
                  <a:pt x="2095500" y="1285875"/>
                </a:lnTo>
                <a:close/>
                <a:moveTo>
                  <a:pt x="2171700" y="1266825"/>
                </a:moveTo>
                <a:lnTo>
                  <a:pt x="2181225" y="1266825"/>
                </a:lnTo>
                <a:lnTo>
                  <a:pt x="2181225" y="1276350"/>
                </a:lnTo>
                <a:lnTo>
                  <a:pt x="2171700" y="1276350"/>
                </a:lnTo>
                <a:close/>
                <a:moveTo>
                  <a:pt x="200025" y="1276350"/>
                </a:moveTo>
                <a:lnTo>
                  <a:pt x="209550" y="1276350"/>
                </a:lnTo>
                <a:lnTo>
                  <a:pt x="209550" y="1285875"/>
                </a:lnTo>
                <a:lnTo>
                  <a:pt x="200025" y="1285875"/>
                </a:lnTo>
                <a:close/>
                <a:moveTo>
                  <a:pt x="676275" y="1276350"/>
                </a:moveTo>
                <a:lnTo>
                  <a:pt x="695325" y="1276350"/>
                </a:lnTo>
                <a:lnTo>
                  <a:pt x="695325" y="1285875"/>
                </a:lnTo>
                <a:lnTo>
                  <a:pt x="676275" y="1285875"/>
                </a:lnTo>
                <a:close/>
                <a:moveTo>
                  <a:pt x="1171575" y="1276350"/>
                </a:moveTo>
                <a:lnTo>
                  <a:pt x="1181100" y="1276350"/>
                </a:lnTo>
                <a:lnTo>
                  <a:pt x="1181100" y="1295400"/>
                </a:lnTo>
                <a:lnTo>
                  <a:pt x="1171575" y="1295400"/>
                </a:lnTo>
                <a:close/>
                <a:moveTo>
                  <a:pt x="1914525" y="1276350"/>
                </a:moveTo>
                <a:lnTo>
                  <a:pt x="1924050" y="1276350"/>
                </a:lnTo>
                <a:lnTo>
                  <a:pt x="1924050" y="1285875"/>
                </a:lnTo>
                <a:lnTo>
                  <a:pt x="1914525" y="1285875"/>
                </a:lnTo>
                <a:close/>
                <a:moveTo>
                  <a:pt x="2133600" y="1276350"/>
                </a:moveTo>
                <a:lnTo>
                  <a:pt x="2171700" y="1276350"/>
                </a:lnTo>
                <a:lnTo>
                  <a:pt x="2171700" y="1285875"/>
                </a:lnTo>
                <a:lnTo>
                  <a:pt x="2133600" y="1285875"/>
                </a:lnTo>
                <a:close/>
                <a:moveTo>
                  <a:pt x="2181225" y="1276350"/>
                </a:moveTo>
                <a:lnTo>
                  <a:pt x="2200275" y="1276350"/>
                </a:lnTo>
                <a:lnTo>
                  <a:pt x="2200275" y="1304925"/>
                </a:lnTo>
                <a:lnTo>
                  <a:pt x="2181225" y="1304925"/>
                </a:lnTo>
                <a:close/>
                <a:moveTo>
                  <a:pt x="2238375" y="1276350"/>
                </a:moveTo>
                <a:lnTo>
                  <a:pt x="2266950" y="1276350"/>
                </a:lnTo>
                <a:lnTo>
                  <a:pt x="2266950" y="1285875"/>
                </a:lnTo>
                <a:lnTo>
                  <a:pt x="2238375" y="1285875"/>
                </a:lnTo>
                <a:close/>
                <a:moveTo>
                  <a:pt x="2409825" y="1276350"/>
                </a:moveTo>
                <a:lnTo>
                  <a:pt x="2419350" y="1276350"/>
                </a:lnTo>
                <a:lnTo>
                  <a:pt x="2419350" y="1285875"/>
                </a:lnTo>
                <a:lnTo>
                  <a:pt x="2409825" y="1285875"/>
                </a:lnTo>
                <a:close/>
                <a:moveTo>
                  <a:pt x="190500" y="1285875"/>
                </a:moveTo>
                <a:lnTo>
                  <a:pt x="200025" y="1285875"/>
                </a:lnTo>
                <a:lnTo>
                  <a:pt x="200025" y="1295400"/>
                </a:lnTo>
                <a:lnTo>
                  <a:pt x="190500" y="1295400"/>
                </a:lnTo>
                <a:close/>
                <a:moveTo>
                  <a:pt x="209550" y="1285875"/>
                </a:moveTo>
                <a:lnTo>
                  <a:pt x="219075" y="1285875"/>
                </a:lnTo>
                <a:lnTo>
                  <a:pt x="219075" y="1295400"/>
                </a:lnTo>
                <a:lnTo>
                  <a:pt x="209550" y="1295400"/>
                </a:lnTo>
                <a:close/>
                <a:moveTo>
                  <a:pt x="533400" y="1285875"/>
                </a:moveTo>
                <a:lnTo>
                  <a:pt x="552450" y="1285875"/>
                </a:lnTo>
                <a:lnTo>
                  <a:pt x="552450" y="1295400"/>
                </a:lnTo>
                <a:lnTo>
                  <a:pt x="533400" y="1295400"/>
                </a:lnTo>
                <a:close/>
                <a:moveTo>
                  <a:pt x="561975" y="1285875"/>
                </a:moveTo>
                <a:lnTo>
                  <a:pt x="581025" y="1285875"/>
                </a:lnTo>
                <a:lnTo>
                  <a:pt x="581025" y="1304925"/>
                </a:lnTo>
                <a:lnTo>
                  <a:pt x="600075" y="1304925"/>
                </a:lnTo>
                <a:lnTo>
                  <a:pt x="600075" y="1314450"/>
                </a:lnTo>
                <a:lnTo>
                  <a:pt x="561975" y="1314450"/>
                </a:lnTo>
                <a:close/>
                <a:moveTo>
                  <a:pt x="762000" y="1285875"/>
                </a:moveTo>
                <a:lnTo>
                  <a:pt x="771525" y="1285875"/>
                </a:lnTo>
                <a:lnTo>
                  <a:pt x="771525" y="1295400"/>
                </a:lnTo>
                <a:lnTo>
                  <a:pt x="762000" y="1295400"/>
                </a:lnTo>
                <a:close/>
                <a:moveTo>
                  <a:pt x="1238250" y="1285875"/>
                </a:moveTo>
                <a:lnTo>
                  <a:pt x="1247775" y="1285875"/>
                </a:lnTo>
                <a:lnTo>
                  <a:pt x="1247775" y="1295400"/>
                </a:lnTo>
                <a:lnTo>
                  <a:pt x="1257300" y="1295400"/>
                </a:lnTo>
                <a:lnTo>
                  <a:pt x="1257300" y="1304925"/>
                </a:lnTo>
                <a:lnTo>
                  <a:pt x="1228725" y="1304925"/>
                </a:lnTo>
                <a:lnTo>
                  <a:pt x="1228725" y="1295400"/>
                </a:lnTo>
                <a:lnTo>
                  <a:pt x="1238250" y="1295400"/>
                </a:lnTo>
                <a:close/>
                <a:moveTo>
                  <a:pt x="1409700" y="1285875"/>
                </a:moveTo>
                <a:lnTo>
                  <a:pt x="1419225" y="1285875"/>
                </a:lnTo>
                <a:lnTo>
                  <a:pt x="1419225" y="1295400"/>
                </a:lnTo>
                <a:lnTo>
                  <a:pt x="1409700" y="1295400"/>
                </a:lnTo>
                <a:close/>
                <a:moveTo>
                  <a:pt x="1428750" y="1285875"/>
                </a:moveTo>
                <a:lnTo>
                  <a:pt x="1438275" y="1285875"/>
                </a:lnTo>
                <a:lnTo>
                  <a:pt x="1438275" y="1295400"/>
                </a:lnTo>
                <a:lnTo>
                  <a:pt x="1428750" y="1295400"/>
                </a:lnTo>
                <a:close/>
                <a:moveTo>
                  <a:pt x="1476375" y="1285875"/>
                </a:moveTo>
                <a:lnTo>
                  <a:pt x="1495425" y="1285875"/>
                </a:lnTo>
                <a:lnTo>
                  <a:pt x="1495425" y="1323975"/>
                </a:lnTo>
                <a:lnTo>
                  <a:pt x="1476375" y="1323975"/>
                </a:lnTo>
                <a:lnTo>
                  <a:pt x="1476375" y="1314450"/>
                </a:lnTo>
                <a:lnTo>
                  <a:pt x="1466850" y="1314450"/>
                </a:lnTo>
                <a:lnTo>
                  <a:pt x="1466850" y="1304925"/>
                </a:lnTo>
                <a:lnTo>
                  <a:pt x="1476375" y="1304925"/>
                </a:lnTo>
                <a:close/>
                <a:moveTo>
                  <a:pt x="1628775" y="1285875"/>
                </a:moveTo>
                <a:lnTo>
                  <a:pt x="1638300" y="1285875"/>
                </a:lnTo>
                <a:lnTo>
                  <a:pt x="1638300" y="1304925"/>
                </a:lnTo>
                <a:lnTo>
                  <a:pt x="1628775" y="1304925"/>
                </a:lnTo>
                <a:close/>
                <a:moveTo>
                  <a:pt x="28575" y="1295400"/>
                </a:moveTo>
                <a:lnTo>
                  <a:pt x="38100" y="1295400"/>
                </a:lnTo>
                <a:lnTo>
                  <a:pt x="38100" y="1304925"/>
                </a:lnTo>
                <a:lnTo>
                  <a:pt x="28575" y="1304925"/>
                </a:lnTo>
                <a:close/>
                <a:moveTo>
                  <a:pt x="171450" y="1295400"/>
                </a:moveTo>
                <a:lnTo>
                  <a:pt x="180975" y="1295400"/>
                </a:lnTo>
                <a:lnTo>
                  <a:pt x="180975" y="1314450"/>
                </a:lnTo>
                <a:lnTo>
                  <a:pt x="171450" y="1314450"/>
                </a:lnTo>
                <a:close/>
                <a:moveTo>
                  <a:pt x="714375" y="1295400"/>
                </a:moveTo>
                <a:lnTo>
                  <a:pt x="723900" y="1295400"/>
                </a:lnTo>
                <a:lnTo>
                  <a:pt x="723900" y="1304925"/>
                </a:lnTo>
                <a:lnTo>
                  <a:pt x="714375" y="1304925"/>
                </a:lnTo>
                <a:close/>
                <a:moveTo>
                  <a:pt x="952500" y="1295400"/>
                </a:moveTo>
                <a:lnTo>
                  <a:pt x="962025" y="1295400"/>
                </a:lnTo>
                <a:lnTo>
                  <a:pt x="962025" y="1304925"/>
                </a:lnTo>
                <a:lnTo>
                  <a:pt x="952500" y="1304925"/>
                </a:lnTo>
                <a:close/>
                <a:moveTo>
                  <a:pt x="990600" y="1295400"/>
                </a:moveTo>
                <a:lnTo>
                  <a:pt x="1000125" y="1295400"/>
                </a:lnTo>
                <a:lnTo>
                  <a:pt x="1000125" y="1314450"/>
                </a:lnTo>
                <a:lnTo>
                  <a:pt x="990600" y="1314450"/>
                </a:lnTo>
                <a:close/>
                <a:moveTo>
                  <a:pt x="1143000" y="1295400"/>
                </a:moveTo>
                <a:lnTo>
                  <a:pt x="1152525" y="1295400"/>
                </a:lnTo>
                <a:lnTo>
                  <a:pt x="1152525" y="1304925"/>
                </a:lnTo>
                <a:lnTo>
                  <a:pt x="1143000" y="1304925"/>
                </a:lnTo>
                <a:close/>
                <a:moveTo>
                  <a:pt x="1609725" y="1295400"/>
                </a:moveTo>
                <a:lnTo>
                  <a:pt x="1619250" y="1295400"/>
                </a:lnTo>
                <a:lnTo>
                  <a:pt x="1619250" y="1333500"/>
                </a:lnTo>
                <a:lnTo>
                  <a:pt x="1609725" y="1333500"/>
                </a:lnTo>
                <a:close/>
                <a:moveTo>
                  <a:pt x="1962150" y="1295400"/>
                </a:moveTo>
                <a:lnTo>
                  <a:pt x="1971675" y="1295400"/>
                </a:lnTo>
                <a:lnTo>
                  <a:pt x="1971675" y="1304925"/>
                </a:lnTo>
                <a:lnTo>
                  <a:pt x="1962150" y="1304925"/>
                </a:lnTo>
                <a:close/>
                <a:moveTo>
                  <a:pt x="342900" y="1304925"/>
                </a:moveTo>
                <a:lnTo>
                  <a:pt x="352425" y="1304925"/>
                </a:lnTo>
                <a:lnTo>
                  <a:pt x="352425" y="1314450"/>
                </a:lnTo>
                <a:lnTo>
                  <a:pt x="342900" y="1314450"/>
                </a:lnTo>
                <a:close/>
                <a:moveTo>
                  <a:pt x="495300" y="1304925"/>
                </a:moveTo>
                <a:lnTo>
                  <a:pt x="504825" y="1304925"/>
                </a:lnTo>
                <a:lnTo>
                  <a:pt x="504825" y="1314450"/>
                </a:lnTo>
                <a:lnTo>
                  <a:pt x="495300" y="1314450"/>
                </a:lnTo>
                <a:close/>
                <a:moveTo>
                  <a:pt x="733425" y="1304925"/>
                </a:moveTo>
                <a:lnTo>
                  <a:pt x="762000" y="1304925"/>
                </a:lnTo>
                <a:lnTo>
                  <a:pt x="762000" y="1314450"/>
                </a:lnTo>
                <a:lnTo>
                  <a:pt x="733425" y="1314450"/>
                </a:lnTo>
                <a:close/>
                <a:moveTo>
                  <a:pt x="1257300" y="1304925"/>
                </a:moveTo>
                <a:lnTo>
                  <a:pt x="1266825" y="1304925"/>
                </a:lnTo>
                <a:lnTo>
                  <a:pt x="1266825" y="1314450"/>
                </a:lnTo>
                <a:lnTo>
                  <a:pt x="1257300" y="1314450"/>
                </a:lnTo>
                <a:close/>
                <a:moveTo>
                  <a:pt x="1762125" y="1304925"/>
                </a:moveTo>
                <a:lnTo>
                  <a:pt x="1771650" y="1304925"/>
                </a:lnTo>
                <a:lnTo>
                  <a:pt x="1771650" y="1333500"/>
                </a:lnTo>
                <a:lnTo>
                  <a:pt x="1762125" y="1333500"/>
                </a:lnTo>
                <a:lnTo>
                  <a:pt x="1762125" y="1343025"/>
                </a:lnTo>
                <a:lnTo>
                  <a:pt x="1752600" y="1343025"/>
                </a:lnTo>
                <a:lnTo>
                  <a:pt x="1752600" y="1333500"/>
                </a:lnTo>
                <a:lnTo>
                  <a:pt x="1743075" y="1333500"/>
                </a:lnTo>
                <a:lnTo>
                  <a:pt x="1743075" y="1323975"/>
                </a:lnTo>
                <a:lnTo>
                  <a:pt x="1752600" y="1323975"/>
                </a:lnTo>
                <a:lnTo>
                  <a:pt x="1752600" y="1314450"/>
                </a:lnTo>
                <a:lnTo>
                  <a:pt x="1762125" y="1314450"/>
                </a:lnTo>
                <a:close/>
                <a:moveTo>
                  <a:pt x="390525" y="1314450"/>
                </a:moveTo>
                <a:lnTo>
                  <a:pt x="400050" y="1314450"/>
                </a:lnTo>
                <a:lnTo>
                  <a:pt x="400050" y="1323975"/>
                </a:lnTo>
                <a:lnTo>
                  <a:pt x="390525" y="1323975"/>
                </a:lnTo>
                <a:close/>
                <a:moveTo>
                  <a:pt x="1266825" y="1314450"/>
                </a:moveTo>
                <a:lnTo>
                  <a:pt x="1285875" y="1314450"/>
                </a:lnTo>
                <a:lnTo>
                  <a:pt x="1285875" y="1323975"/>
                </a:lnTo>
                <a:lnTo>
                  <a:pt x="1266825" y="1323975"/>
                </a:lnTo>
                <a:close/>
                <a:moveTo>
                  <a:pt x="1304925" y="1314450"/>
                </a:moveTo>
                <a:lnTo>
                  <a:pt x="1314450" y="1314450"/>
                </a:lnTo>
                <a:lnTo>
                  <a:pt x="1314450" y="1323975"/>
                </a:lnTo>
                <a:lnTo>
                  <a:pt x="1304925" y="1323975"/>
                </a:lnTo>
                <a:close/>
                <a:moveTo>
                  <a:pt x="1514475" y="1314450"/>
                </a:moveTo>
                <a:lnTo>
                  <a:pt x="1524000" y="1314450"/>
                </a:lnTo>
                <a:lnTo>
                  <a:pt x="1524000" y="1323975"/>
                </a:lnTo>
                <a:lnTo>
                  <a:pt x="1514475" y="1323975"/>
                </a:lnTo>
                <a:close/>
                <a:moveTo>
                  <a:pt x="381000" y="1323975"/>
                </a:moveTo>
                <a:lnTo>
                  <a:pt x="390525" y="1323975"/>
                </a:lnTo>
                <a:lnTo>
                  <a:pt x="390525" y="1343025"/>
                </a:lnTo>
                <a:lnTo>
                  <a:pt x="381000" y="1343025"/>
                </a:lnTo>
                <a:lnTo>
                  <a:pt x="381000" y="1352550"/>
                </a:lnTo>
                <a:lnTo>
                  <a:pt x="352425" y="1352550"/>
                </a:lnTo>
                <a:lnTo>
                  <a:pt x="352425" y="1333500"/>
                </a:lnTo>
                <a:lnTo>
                  <a:pt x="361950" y="1333500"/>
                </a:lnTo>
                <a:lnTo>
                  <a:pt x="361950" y="1343025"/>
                </a:lnTo>
                <a:lnTo>
                  <a:pt x="371475" y="1343025"/>
                </a:lnTo>
                <a:lnTo>
                  <a:pt x="371475" y="1333500"/>
                </a:lnTo>
                <a:lnTo>
                  <a:pt x="381000" y="1333500"/>
                </a:lnTo>
                <a:close/>
                <a:moveTo>
                  <a:pt x="609600" y="1323975"/>
                </a:moveTo>
                <a:lnTo>
                  <a:pt x="628650" y="1323975"/>
                </a:lnTo>
                <a:lnTo>
                  <a:pt x="628650" y="1333500"/>
                </a:lnTo>
                <a:lnTo>
                  <a:pt x="638175" y="1333500"/>
                </a:lnTo>
                <a:lnTo>
                  <a:pt x="638175" y="1323975"/>
                </a:lnTo>
                <a:lnTo>
                  <a:pt x="647700" y="1323975"/>
                </a:lnTo>
                <a:lnTo>
                  <a:pt x="647700" y="1333500"/>
                </a:lnTo>
                <a:lnTo>
                  <a:pt x="638175" y="1333500"/>
                </a:lnTo>
                <a:lnTo>
                  <a:pt x="638175" y="1352550"/>
                </a:lnTo>
                <a:lnTo>
                  <a:pt x="619125" y="1352550"/>
                </a:lnTo>
                <a:lnTo>
                  <a:pt x="619125" y="1343025"/>
                </a:lnTo>
                <a:lnTo>
                  <a:pt x="609600" y="1343025"/>
                </a:lnTo>
                <a:close/>
                <a:moveTo>
                  <a:pt x="1066800" y="1323975"/>
                </a:moveTo>
                <a:lnTo>
                  <a:pt x="1085850" y="1323975"/>
                </a:lnTo>
                <a:lnTo>
                  <a:pt x="1085850" y="1333500"/>
                </a:lnTo>
                <a:lnTo>
                  <a:pt x="1076325" y="1333500"/>
                </a:lnTo>
                <a:lnTo>
                  <a:pt x="1076325" y="1343025"/>
                </a:lnTo>
                <a:lnTo>
                  <a:pt x="1066800" y="1343025"/>
                </a:lnTo>
                <a:lnTo>
                  <a:pt x="1066800" y="1371600"/>
                </a:lnTo>
                <a:lnTo>
                  <a:pt x="1076325" y="1371600"/>
                </a:lnTo>
                <a:lnTo>
                  <a:pt x="1076325" y="1381125"/>
                </a:lnTo>
                <a:lnTo>
                  <a:pt x="1057275" y="1381125"/>
                </a:lnTo>
                <a:lnTo>
                  <a:pt x="1057275" y="1400175"/>
                </a:lnTo>
                <a:lnTo>
                  <a:pt x="1047750" y="1400175"/>
                </a:lnTo>
                <a:lnTo>
                  <a:pt x="1047750" y="1409700"/>
                </a:lnTo>
                <a:lnTo>
                  <a:pt x="1038225" y="1409700"/>
                </a:lnTo>
                <a:lnTo>
                  <a:pt x="1038225" y="1390650"/>
                </a:lnTo>
                <a:lnTo>
                  <a:pt x="1047750" y="1390650"/>
                </a:lnTo>
                <a:lnTo>
                  <a:pt x="1047750" y="1381125"/>
                </a:lnTo>
                <a:lnTo>
                  <a:pt x="1038225" y="1381125"/>
                </a:lnTo>
                <a:lnTo>
                  <a:pt x="1038225" y="1362075"/>
                </a:lnTo>
                <a:lnTo>
                  <a:pt x="1028700" y="1362075"/>
                </a:lnTo>
                <a:lnTo>
                  <a:pt x="1028700" y="1343025"/>
                </a:lnTo>
                <a:lnTo>
                  <a:pt x="1038225" y="1343025"/>
                </a:lnTo>
                <a:lnTo>
                  <a:pt x="1038225" y="1333500"/>
                </a:lnTo>
                <a:lnTo>
                  <a:pt x="1066800" y="1333500"/>
                </a:lnTo>
                <a:close/>
                <a:moveTo>
                  <a:pt x="2162175" y="1323975"/>
                </a:moveTo>
                <a:lnTo>
                  <a:pt x="2171700" y="1323975"/>
                </a:lnTo>
                <a:lnTo>
                  <a:pt x="2171700" y="1343025"/>
                </a:lnTo>
                <a:lnTo>
                  <a:pt x="2162175" y="1343025"/>
                </a:lnTo>
                <a:close/>
                <a:moveTo>
                  <a:pt x="1304925" y="1333500"/>
                </a:moveTo>
                <a:lnTo>
                  <a:pt x="1314450" y="1333500"/>
                </a:lnTo>
                <a:lnTo>
                  <a:pt x="1314450" y="1352550"/>
                </a:lnTo>
                <a:lnTo>
                  <a:pt x="1304925" y="1352550"/>
                </a:lnTo>
                <a:close/>
                <a:moveTo>
                  <a:pt x="1514475" y="1333500"/>
                </a:moveTo>
                <a:lnTo>
                  <a:pt x="1524000" y="1333500"/>
                </a:lnTo>
                <a:lnTo>
                  <a:pt x="1524000" y="1343025"/>
                </a:lnTo>
                <a:lnTo>
                  <a:pt x="1514475" y="1343025"/>
                </a:lnTo>
                <a:close/>
                <a:moveTo>
                  <a:pt x="571500" y="1343025"/>
                </a:moveTo>
                <a:lnTo>
                  <a:pt x="600075" y="1343025"/>
                </a:lnTo>
                <a:lnTo>
                  <a:pt x="600075" y="1352550"/>
                </a:lnTo>
                <a:lnTo>
                  <a:pt x="571500" y="1352550"/>
                </a:lnTo>
                <a:close/>
                <a:moveTo>
                  <a:pt x="666750" y="1343025"/>
                </a:moveTo>
                <a:lnTo>
                  <a:pt x="676275" y="1343025"/>
                </a:lnTo>
                <a:lnTo>
                  <a:pt x="676275" y="1362075"/>
                </a:lnTo>
                <a:lnTo>
                  <a:pt x="647700" y="1362075"/>
                </a:lnTo>
                <a:lnTo>
                  <a:pt x="647700" y="1371600"/>
                </a:lnTo>
                <a:lnTo>
                  <a:pt x="638175" y="1371600"/>
                </a:lnTo>
                <a:lnTo>
                  <a:pt x="638175" y="1352550"/>
                </a:lnTo>
                <a:lnTo>
                  <a:pt x="666750" y="1352550"/>
                </a:lnTo>
                <a:close/>
                <a:moveTo>
                  <a:pt x="1504950" y="1343025"/>
                </a:moveTo>
                <a:lnTo>
                  <a:pt x="1514475" y="1343025"/>
                </a:lnTo>
                <a:lnTo>
                  <a:pt x="1514475" y="1352550"/>
                </a:lnTo>
                <a:lnTo>
                  <a:pt x="1504950" y="1352550"/>
                </a:lnTo>
                <a:close/>
                <a:moveTo>
                  <a:pt x="1714500" y="1343025"/>
                </a:moveTo>
                <a:lnTo>
                  <a:pt x="1724025" y="1343025"/>
                </a:lnTo>
                <a:lnTo>
                  <a:pt x="1724025" y="1352550"/>
                </a:lnTo>
                <a:lnTo>
                  <a:pt x="1714500" y="1352550"/>
                </a:lnTo>
                <a:close/>
                <a:moveTo>
                  <a:pt x="2124075" y="1343025"/>
                </a:moveTo>
                <a:lnTo>
                  <a:pt x="2143125" y="1343025"/>
                </a:lnTo>
                <a:lnTo>
                  <a:pt x="2143125" y="1362075"/>
                </a:lnTo>
                <a:lnTo>
                  <a:pt x="2133600" y="1362075"/>
                </a:lnTo>
                <a:lnTo>
                  <a:pt x="2133600" y="1352550"/>
                </a:lnTo>
                <a:lnTo>
                  <a:pt x="2124075" y="1352550"/>
                </a:lnTo>
                <a:close/>
                <a:moveTo>
                  <a:pt x="2238375" y="1343025"/>
                </a:moveTo>
                <a:lnTo>
                  <a:pt x="2247900" y="1343025"/>
                </a:lnTo>
                <a:lnTo>
                  <a:pt x="2247900" y="1352550"/>
                </a:lnTo>
                <a:lnTo>
                  <a:pt x="2238375" y="1352550"/>
                </a:lnTo>
                <a:close/>
                <a:moveTo>
                  <a:pt x="2314575" y="1343025"/>
                </a:moveTo>
                <a:lnTo>
                  <a:pt x="2333625" y="1343025"/>
                </a:lnTo>
                <a:lnTo>
                  <a:pt x="2333625" y="1362075"/>
                </a:lnTo>
                <a:lnTo>
                  <a:pt x="2324100" y="1362075"/>
                </a:lnTo>
                <a:lnTo>
                  <a:pt x="2324100" y="1352550"/>
                </a:lnTo>
                <a:lnTo>
                  <a:pt x="2314575" y="1352550"/>
                </a:lnTo>
                <a:close/>
                <a:moveTo>
                  <a:pt x="228600" y="1352550"/>
                </a:moveTo>
                <a:lnTo>
                  <a:pt x="238125" y="1352550"/>
                </a:lnTo>
                <a:lnTo>
                  <a:pt x="238125" y="1381125"/>
                </a:lnTo>
                <a:lnTo>
                  <a:pt x="247650" y="1381125"/>
                </a:lnTo>
                <a:lnTo>
                  <a:pt x="247650" y="1390650"/>
                </a:lnTo>
                <a:lnTo>
                  <a:pt x="228600" y="1390650"/>
                </a:lnTo>
                <a:close/>
                <a:moveTo>
                  <a:pt x="857250" y="1352550"/>
                </a:moveTo>
                <a:lnTo>
                  <a:pt x="876300" y="1352550"/>
                </a:lnTo>
                <a:lnTo>
                  <a:pt x="876300" y="1362075"/>
                </a:lnTo>
                <a:lnTo>
                  <a:pt x="857250" y="1362075"/>
                </a:lnTo>
                <a:close/>
                <a:moveTo>
                  <a:pt x="904875" y="1352550"/>
                </a:moveTo>
                <a:lnTo>
                  <a:pt x="914400" y="1352550"/>
                </a:lnTo>
                <a:lnTo>
                  <a:pt x="914400" y="1362075"/>
                </a:lnTo>
                <a:lnTo>
                  <a:pt x="904875" y="1362075"/>
                </a:lnTo>
                <a:close/>
                <a:moveTo>
                  <a:pt x="1400175" y="1352550"/>
                </a:moveTo>
                <a:lnTo>
                  <a:pt x="1409700" y="1352550"/>
                </a:lnTo>
                <a:lnTo>
                  <a:pt x="1409700" y="1371600"/>
                </a:lnTo>
                <a:lnTo>
                  <a:pt x="1390650" y="1371600"/>
                </a:lnTo>
                <a:lnTo>
                  <a:pt x="1390650" y="1362075"/>
                </a:lnTo>
                <a:lnTo>
                  <a:pt x="1400175" y="1362075"/>
                </a:lnTo>
                <a:close/>
                <a:moveTo>
                  <a:pt x="1724025" y="1352550"/>
                </a:moveTo>
                <a:lnTo>
                  <a:pt x="1733550" y="1352550"/>
                </a:lnTo>
                <a:lnTo>
                  <a:pt x="1733550" y="1381125"/>
                </a:lnTo>
                <a:lnTo>
                  <a:pt x="1724025" y="1381125"/>
                </a:lnTo>
                <a:close/>
                <a:moveTo>
                  <a:pt x="2019300" y="1352550"/>
                </a:moveTo>
                <a:lnTo>
                  <a:pt x="2028825" y="1352550"/>
                </a:lnTo>
                <a:lnTo>
                  <a:pt x="2028825" y="1362075"/>
                </a:lnTo>
                <a:lnTo>
                  <a:pt x="2038350" y="1362075"/>
                </a:lnTo>
                <a:lnTo>
                  <a:pt x="2038350" y="1381125"/>
                </a:lnTo>
                <a:lnTo>
                  <a:pt x="2019300" y="1381125"/>
                </a:lnTo>
                <a:lnTo>
                  <a:pt x="2019300" y="1390650"/>
                </a:lnTo>
                <a:lnTo>
                  <a:pt x="2038350" y="1390650"/>
                </a:lnTo>
                <a:lnTo>
                  <a:pt x="2038350" y="1400175"/>
                </a:lnTo>
                <a:lnTo>
                  <a:pt x="2047875" y="1400175"/>
                </a:lnTo>
                <a:lnTo>
                  <a:pt x="2047875" y="1409700"/>
                </a:lnTo>
                <a:lnTo>
                  <a:pt x="2057400" y="1409700"/>
                </a:lnTo>
                <a:lnTo>
                  <a:pt x="2057400" y="1419225"/>
                </a:lnTo>
                <a:lnTo>
                  <a:pt x="2028825" y="1419225"/>
                </a:lnTo>
                <a:lnTo>
                  <a:pt x="2028825" y="1428750"/>
                </a:lnTo>
                <a:lnTo>
                  <a:pt x="2038350" y="1428750"/>
                </a:lnTo>
                <a:lnTo>
                  <a:pt x="2038350" y="1466850"/>
                </a:lnTo>
                <a:lnTo>
                  <a:pt x="2028825" y="1466850"/>
                </a:lnTo>
                <a:lnTo>
                  <a:pt x="2028825" y="1457325"/>
                </a:lnTo>
                <a:lnTo>
                  <a:pt x="2019300" y="1457325"/>
                </a:lnTo>
                <a:lnTo>
                  <a:pt x="2019300" y="1400175"/>
                </a:lnTo>
                <a:lnTo>
                  <a:pt x="2009775" y="1400175"/>
                </a:lnTo>
                <a:lnTo>
                  <a:pt x="2009775" y="1362075"/>
                </a:lnTo>
                <a:lnTo>
                  <a:pt x="2019300" y="1362075"/>
                </a:lnTo>
                <a:close/>
                <a:moveTo>
                  <a:pt x="2428875" y="1352550"/>
                </a:moveTo>
                <a:lnTo>
                  <a:pt x="2438400" y="1352550"/>
                </a:lnTo>
                <a:lnTo>
                  <a:pt x="2438400" y="1362075"/>
                </a:lnTo>
                <a:lnTo>
                  <a:pt x="2428875" y="1362075"/>
                </a:lnTo>
                <a:close/>
                <a:moveTo>
                  <a:pt x="819150" y="1362075"/>
                </a:moveTo>
                <a:lnTo>
                  <a:pt x="857250" y="1362075"/>
                </a:lnTo>
                <a:lnTo>
                  <a:pt x="857250" y="1371600"/>
                </a:lnTo>
                <a:lnTo>
                  <a:pt x="819150" y="1371600"/>
                </a:lnTo>
                <a:close/>
                <a:moveTo>
                  <a:pt x="914400" y="1362075"/>
                </a:moveTo>
                <a:lnTo>
                  <a:pt x="923925" y="1362075"/>
                </a:lnTo>
                <a:lnTo>
                  <a:pt x="923925" y="1371600"/>
                </a:lnTo>
                <a:lnTo>
                  <a:pt x="914400" y="1371600"/>
                </a:lnTo>
                <a:close/>
                <a:moveTo>
                  <a:pt x="1019175" y="1362075"/>
                </a:moveTo>
                <a:lnTo>
                  <a:pt x="1028700" y="1362075"/>
                </a:lnTo>
                <a:lnTo>
                  <a:pt x="1028700" y="1371600"/>
                </a:lnTo>
                <a:lnTo>
                  <a:pt x="1019175" y="1371600"/>
                </a:lnTo>
                <a:close/>
                <a:moveTo>
                  <a:pt x="1304925" y="1362075"/>
                </a:moveTo>
                <a:lnTo>
                  <a:pt x="1314450" y="1362075"/>
                </a:lnTo>
                <a:lnTo>
                  <a:pt x="1314450" y="1371600"/>
                </a:lnTo>
                <a:lnTo>
                  <a:pt x="1304925" y="1371600"/>
                </a:lnTo>
                <a:close/>
                <a:moveTo>
                  <a:pt x="2152650" y="1362075"/>
                </a:moveTo>
                <a:lnTo>
                  <a:pt x="2162175" y="1362075"/>
                </a:lnTo>
                <a:lnTo>
                  <a:pt x="2162175" y="1381125"/>
                </a:lnTo>
                <a:lnTo>
                  <a:pt x="2152650" y="1381125"/>
                </a:lnTo>
                <a:close/>
                <a:moveTo>
                  <a:pt x="495300" y="1371600"/>
                </a:moveTo>
                <a:lnTo>
                  <a:pt x="504825" y="1371600"/>
                </a:lnTo>
                <a:lnTo>
                  <a:pt x="504825" y="1390650"/>
                </a:lnTo>
                <a:lnTo>
                  <a:pt x="495300" y="1390650"/>
                </a:lnTo>
                <a:close/>
                <a:moveTo>
                  <a:pt x="657225" y="1371600"/>
                </a:moveTo>
                <a:lnTo>
                  <a:pt x="685800" y="1371600"/>
                </a:lnTo>
                <a:lnTo>
                  <a:pt x="685800" y="1390650"/>
                </a:lnTo>
                <a:lnTo>
                  <a:pt x="733425" y="1390650"/>
                </a:lnTo>
                <a:lnTo>
                  <a:pt x="733425" y="1400175"/>
                </a:lnTo>
                <a:lnTo>
                  <a:pt x="676275" y="1400175"/>
                </a:lnTo>
                <a:lnTo>
                  <a:pt x="676275" y="1381125"/>
                </a:lnTo>
                <a:lnTo>
                  <a:pt x="657225" y="1381125"/>
                </a:lnTo>
                <a:close/>
                <a:moveTo>
                  <a:pt x="923925" y="1371600"/>
                </a:moveTo>
                <a:lnTo>
                  <a:pt x="933450" y="1371600"/>
                </a:lnTo>
                <a:lnTo>
                  <a:pt x="933450" y="1381125"/>
                </a:lnTo>
                <a:lnTo>
                  <a:pt x="923925" y="1381125"/>
                </a:lnTo>
                <a:close/>
                <a:moveTo>
                  <a:pt x="962025" y="1371600"/>
                </a:moveTo>
                <a:lnTo>
                  <a:pt x="981075" y="1371600"/>
                </a:lnTo>
                <a:lnTo>
                  <a:pt x="981075" y="1390650"/>
                </a:lnTo>
                <a:lnTo>
                  <a:pt x="962025" y="1390650"/>
                </a:lnTo>
                <a:lnTo>
                  <a:pt x="962025" y="1400175"/>
                </a:lnTo>
                <a:lnTo>
                  <a:pt x="971550" y="1400175"/>
                </a:lnTo>
                <a:lnTo>
                  <a:pt x="971550" y="1409700"/>
                </a:lnTo>
                <a:lnTo>
                  <a:pt x="990600" y="1409700"/>
                </a:lnTo>
                <a:lnTo>
                  <a:pt x="990600" y="1419225"/>
                </a:lnTo>
                <a:lnTo>
                  <a:pt x="1000125" y="1419225"/>
                </a:lnTo>
                <a:lnTo>
                  <a:pt x="1000125" y="1428750"/>
                </a:lnTo>
                <a:lnTo>
                  <a:pt x="971550" y="1428750"/>
                </a:lnTo>
                <a:lnTo>
                  <a:pt x="971550" y="1419225"/>
                </a:lnTo>
                <a:lnTo>
                  <a:pt x="962025" y="1419225"/>
                </a:lnTo>
                <a:lnTo>
                  <a:pt x="962025" y="1409700"/>
                </a:lnTo>
                <a:lnTo>
                  <a:pt x="952500" y="1409700"/>
                </a:lnTo>
                <a:lnTo>
                  <a:pt x="952500" y="1381125"/>
                </a:lnTo>
                <a:lnTo>
                  <a:pt x="962025" y="1381125"/>
                </a:lnTo>
                <a:close/>
                <a:moveTo>
                  <a:pt x="1047750" y="1371600"/>
                </a:moveTo>
                <a:lnTo>
                  <a:pt x="1057275" y="1371600"/>
                </a:lnTo>
                <a:lnTo>
                  <a:pt x="1057275" y="1362075"/>
                </a:lnTo>
                <a:lnTo>
                  <a:pt x="1047750" y="1362075"/>
                </a:lnTo>
                <a:close/>
                <a:moveTo>
                  <a:pt x="1238250" y="1371600"/>
                </a:moveTo>
                <a:lnTo>
                  <a:pt x="1247775" y="1371600"/>
                </a:lnTo>
                <a:lnTo>
                  <a:pt x="1247775" y="1381125"/>
                </a:lnTo>
                <a:lnTo>
                  <a:pt x="1238250" y="1381125"/>
                </a:lnTo>
                <a:close/>
                <a:moveTo>
                  <a:pt x="1628775" y="1371600"/>
                </a:moveTo>
                <a:lnTo>
                  <a:pt x="1647825" y="1371600"/>
                </a:lnTo>
                <a:lnTo>
                  <a:pt x="1647825" y="1381125"/>
                </a:lnTo>
                <a:lnTo>
                  <a:pt x="1628775" y="1381125"/>
                </a:lnTo>
                <a:close/>
                <a:moveTo>
                  <a:pt x="2171700" y="1371600"/>
                </a:moveTo>
                <a:lnTo>
                  <a:pt x="2181225" y="1371600"/>
                </a:lnTo>
                <a:lnTo>
                  <a:pt x="2181225" y="1381125"/>
                </a:lnTo>
                <a:lnTo>
                  <a:pt x="2190750" y="1381125"/>
                </a:lnTo>
                <a:lnTo>
                  <a:pt x="2190750" y="1371600"/>
                </a:lnTo>
                <a:lnTo>
                  <a:pt x="2200275" y="1371600"/>
                </a:lnTo>
                <a:lnTo>
                  <a:pt x="2200275" y="1381125"/>
                </a:lnTo>
                <a:lnTo>
                  <a:pt x="2209800" y="1381125"/>
                </a:lnTo>
                <a:lnTo>
                  <a:pt x="2209800" y="1409700"/>
                </a:lnTo>
                <a:lnTo>
                  <a:pt x="2228850" y="1409700"/>
                </a:lnTo>
                <a:lnTo>
                  <a:pt x="2228850" y="1400175"/>
                </a:lnTo>
                <a:lnTo>
                  <a:pt x="2257425" y="1400175"/>
                </a:lnTo>
                <a:lnTo>
                  <a:pt x="2257425" y="1409700"/>
                </a:lnTo>
                <a:lnTo>
                  <a:pt x="2228850" y="1409700"/>
                </a:lnTo>
                <a:lnTo>
                  <a:pt x="2228850" y="1428750"/>
                </a:lnTo>
                <a:lnTo>
                  <a:pt x="2238375" y="1428750"/>
                </a:lnTo>
                <a:lnTo>
                  <a:pt x="2238375" y="1438275"/>
                </a:lnTo>
                <a:lnTo>
                  <a:pt x="2219325" y="1438275"/>
                </a:lnTo>
                <a:lnTo>
                  <a:pt x="2219325" y="1428750"/>
                </a:lnTo>
                <a:lnTo>
                  <a:pt x="2209800" y="1428750"/>
                </a:lnTo>
                <a:lnTo>
                  <a:pt x="2209800" y="1419225"/>
                </a:lnTo>
                <a:lnTo>
                  <a:pt x="2181225" y="1419225"/>
                </a:lnTo>
                <a:lnTo>
                  <a:pt x="2181225" y="1390650"/>
                </a:lnTo>
                <a:lnTo>
                  <a:pt x="2171700" y="1390650"/>
                </a:lnTo>
                <a:close/>
                <a:moveTo>
                  <a:pt x="2447925" y="1371600"/>
                </a:moveTo>
                <a:lnTo>
                  <a:pt x="2457450" y="1371600"/>
                </a:lnTo>
                <a:lnTo>
                  <a:pt x="2457450" y="1381125"/>
                </a:lnTo>
                <a:lnTo>
                  <a:pt x="2447925" y="1381125"/>
                </a:lnTo>
                <a:close/>
                <a:moveTo>
                  <a:pt x="171450" y="1381125"/>
                </a:moveTo>
                <a:lnTo>
                  <a:pt x="180975" y="1381125"/>
                </a:lnTo>
                <a:lnTo>
                  <a:pt x="180975" y="1409700"/>
                </a:lnTo>
                <a:lnTo>
                  <a:pt x="171450" y="1409700"/>
                </a:lnTo>
                <a:close/>
                <a:moveTo>
                  <a:pt x="419100" y="1381125"/>
                </a:moveTo>
                <a:lnTo>
                  <a:pt x="428625" y="1381125"/>
                </a:lnTo>
                <a:lnTo>
                  <a:pt x="428625" y="1390650"/>
                </a:lnTo>
                <a:lnTo>
                  <a:pt x="438150" y="1390650"/>
                </a:lnTo>
                <a:lnTo>
                  <a:pt x="438150" y="1400175"/>
                </a:lnTo>
                <a:lnTo>
                  <a:pt x="428625" y="1400175"/>
                </a:lnTo>
                <a:lnTo>
                  <a:pt x="428625" y="1409700"/>
                </a:lnTo>
                <a:lnTo>
                  <a:pt x="438150" y="1409700"/>
                </a:lnTo>
                <a:lnTo>
                  <a:pt x="438150" y="1400175"/>
                </a:lnTo>
                <a:lnTo>
                  <a:pt x="447675" y="1400175"/>
                </a:lnTo>
                <a:lnTo>
                  <a:pt x="447675" y="1390650"/>
                </a:lnTo>
                <a:lnTo>
                  <a:pt x="476250" y="1390650"/>
                </a:lnTo>
                <a:lnTo>
                  <a:pt x="476250" y="1400175"/>
                </a:lnTo>
                <a:lnTo>
                  <a:pt x="457200" y="1400175"/>
                </a:lnTo>
                <a:lnTo>
                  <a:pt x="457200" y="1409700"/>
                </a:lnTo>
                <a:lnTo>
                  <a:pt x="447675" y="1409700"/>
                </a:lnTo>
                <a:lnTo>
                  <a:pt x="447675" y="1419225"/>
                </a:lnTo>
                <a:lnTo>
                  <a:pt x="428625" y="1419225"/>
                </a:lnTo>
                <a:lnTo>
                  <a:pt x="428625" y="1428750"/>
                </a:lnTo>
                <a:lnTo>
                  <a:pt x="409575" y="1428750"/>
                </a:lnTo>
                <a:lnTo>
                  <a:pt x="409575" y="1419225"/>
                </a:lnTo>
                <a:lnTo>
                  <a:pt x="400050" y="1419225"/>
                </a:lnTo>
                <a:lnTo>
                  <a:pt x="400050" y="1428750"/>
                </a:lnTo>
                <a:lnTo>
                  <a:pt x="381000" y="1428750"/>
                </a:lnTo>
                <a:lnTo>
                  <a:pt x="381000" y="1419225"/>
                </a:lnTo>
                <a:lnTo>
                  <a:pt x="390525" y="1419225"/>
                </a:lnTo>
                <a:lnTo>
                  <a:pt x="390525" y="1409700"/>
                </a:lnTo>
                <a:lnTo>
                  <a:pt x="409575" y="1409700"/>
                </a:lnTo>
                <a:lnTo>
                  <a:pt x="409575" y="1390650"/>
                </a:lnTo>
                <a:lnTo>
                  <a:pt x="419100" y="1390650"/>
                </a:lnTo>
                <a:close/>
                <a:moveTo>
                  <a:pt x="895350" y="1381125"/>
                </a:moveTo>
                <a:lnTo>
                  <a:pt x="923925" y="1381125"/>
                </a:lnTo>
                <a:lnTo>
                  <a:pt x="923925" y="1390650"/>
                </a:lnTo>
                <a:lnTo>
                  <a:pt x="895350" y="1390650"/>
                </a:lnTo>
                <a:close/>
                <a:moveTo>
                  <a:pt x="1362075" y="1381125"/>
                </a:moveTo>
                <a:lnTo>
                  <a:pt x="1371600" y="1381125"/>
                </a:lnTo>
                <a:lnTo>
                  <a:pt x="1371600" y="1390650"/>
                </a:lnTo>
                <a:lnTo>
                  <a:pt x="1362075" y="1390650"/>
                </a:lnTo>
                <a:close/>
                <a:moveTo>
                  <a:pt x="1914525" y="1381125"/>
                </a:moveTo>
                <a:lnTo>
                  <a:pt x="1924050" y="1381125"/>
                </a:lnTo>
                <a:lnTo>
                  <a:pt x="1924050" y="1390650"/>
                </a:lnTo>
                <a:lnTo>
                  <a:pt x="1914525" y="1390650"/>
                </a:lnTo>
                <a:close/>
                <a:moveTo>
                  <a:pt x="247650" y="1390650"/>
                </a:moveTo>
                <a:lnTo>
                  <a:pt x="257175" y="1390650"/>
                </a:lnTo>
                <a:lnTo>
                  <a:pt x="257175" y="1400175"/>
                </a:lnTo>
                <a:lnTo>
                  <a:pt x="247650" y="1400175"/>
                </a:lnTo>
                <a:close/>
                <a:moveTo>
                  <a:pt x="504825" y="1390650"/>
                </a:moveTo>
                <a:lnTo>
                  <a:pt x="514350" y="1390650"/>
                </a:lnTo>
                <a:lnTo>
                  <a:pt x="514350" y="1400175"/>
                </a:lnTo>
                <a:lnTo>
                  <a:pt x="504825" y="1400175"/>
                </a:lnTo>
                <a:close/>
                <a:moveTo>
                  <a:pt x="1219200" y="1390650"/>
                </a:moveTo>
                <a:lnTo>
                  <a:pt x="1228725" y="1390650"/>
                </a:lnTo>
                <a:lnTo>
                  <a:pt x="1228725" y="1400175"/>
                </a:lnTo>
                <a:lnTo>
                  <a:pt x="1219200" y="1400175"/>
                </a:lnTo>
                <a:close/>
                <a:moveTo>
                  <a:pt x="1390650" y="1390650"/>
                </a:moveTo>
                <a:lnTo>
                  <a:pt x="1400175" y="1390650"/>
                </a:lnTo>
                <a:lnTo>
                  <a:pt x="1400175" y="1400175"/>
                </a:lnTo>
                <a:lnTo>
                  <a:pt x="1390650" y="1400175"/>
                </a:lnTo>
                <a:close/>
                <a:moveTo>
                  <a:pt x="1628775" y="1390650"/>
                </a:moveTo>
                <a:lnTo>
                  <a:pt x="1647825" y="1390650"/>
                </a:lnTo>
                <a:lnTo>
                  <a:pt x="1647825" y="1409700"/>
                </a:lnTo>
                <a:lnTo>
                  <a:pt x="1657350" y="1409700"/>
                </a:lnTo>
                <a:lnTo>
                  <a:pt x="1657350" y="1419225"/>
                </a:lnTo>
                <a:lnTo>
                  <a:pt x="1666875" y="1419225"/>
                </a:lnTo>
                <a:lnTo>
                  <a:pt x="1666875" y="1409700"/>
                </a:lnTo>
                <a:lnTo>
                  <a:pt x="1685925" y="1409700"/>
                </a:lnTo>
                <a:lnTo>
                  <a:pt x="1685925" y="1419225"/>
                </a:lnTo>
                <a:lnTo>
                  <a:pt x="1666875" y="1419225"/>
                </a:lnTo>
                <a:lnTo>
                  <a:pt x="1666875" y="1428750"/>
                </a:lnTo>
                <a:lnTo>
                  <a:pt x="1628775" y="1428750"/>
                </a:lnTo>
                <a:close/>
                <a:moveTo>
                  <a:pt x="2105025" y="1390650"/>
                </a:moveTo>
                <a:lnTo>
                  <a:pt x="2114550" y="1390650"/>
                </a:lnTo>
                <a:lnTo>
                  <a:pt x="2114550" y="1400175"/>
                </a:lnTo>
                <a:lnTo>
                  <a:pt x="2105025" y="1400175"/>
                </a:lnTo>
                <a:close/>
                <a:moveTo>
                  <a:pt x="2305050" y="1390650"/>
                </a:moveTo>
                <a:lnTo>
                  <a:pt x="2314575" y="1390650"/>
                </a:lnTo>
                <a:lnTo>
                  <a:pt x="2314575" y="1400175"/>
                </a:lnTo>
                <a:lnTo>
                  <a:pt x="2305050" y="1400175"/>
                </a:lnTo>
                <a:close/>
                <a:moveTo>
                  <a:pt x="485775" y="1400175"/>
                </a:moveTo>
                <a:lnTo>
                  <a:pt x="504825" y="1400175"/>
                </a:lnTo>
                <a:lnTo>
                  <a:pt x="504825" y="1409700"/>
                </a:lnTo>
                <a:lnTo>
                  <a:pt x="485775" y="1409700"/>
                </a:lnTo>
                <a:close/>
                <a:moveTo>
                  <a:pt x="1400175" y="1400175"/>
                </a:moveTo>
                <a:lnTo>
                  <a:pt x="1409700" y="1400175"/>
                </a:lnTo>
                <a:lnTo>
                  <a:pt x="1409700" y="1409700"/>
                </a:lnTo>
                <a:lnTo>
                  <a:pt x="1400175" y="1409700"/>
                </a:lnTo>
                <a:close/>
                <a:moveTo>
                  <a:pt x="1905000" y="1400175"/>
                </a:moveTo>
                <a:lnTo>
                  <a:pt x="1914525" y="1400175"/>
                </a:lnTo>
                <a:lnTo>
                  <a:pt x="1914525" y="1409700"/>
                </a:lnTo>
                <a:lnTo>
                  <a:pt x="1905000" y="1409700"/>
                </a:lnTo>
                <a:close/>
                <a:moveTo>
                  <a:pt x="2314575" y="1400175"/>
                </a:moveTo>
                <a:lnTo>
                  <a:pt x="2333625" y="1400175"/>
                </a:lnTo>
                <a:lnTo>
                  <a:pt x="2333625" y="1409700"/>
                </a:lnTo>
                <a:lnTo>
                  <a:pt x="2314575" y="1409700"/>
                </a:lnTo>
                <a:close/>
                <a:moveTo>
                  <a:pt x="1914525" y="1409700"/>
                </a:moveTo>
                <a:lnTo>
                  <a:pt x="1924050" y="1409700"/>
                </a:lnTo>
                <a:lnTo>
                  <a:pt x="1924050" y="1438275"/>
                </a:lnTo>
                <a:lnTo>
                  <a:pt x="1914525" y="1438275"/>
                </a:lnTo>
                <a:close/>
                <a:moveTo>
                  <a:pt x="533400" y="1419225"/>
                </a:moveTo>
                <a:lnTo>
                  <a:pt x="542925" y="1419225"/>
                </a:lnTo>
                <a:lnTo>
                  <a:pt x="542925" y="1447800"/>
                </a:lnTo>
                <a:lnTo>
                  <a:pt x="561975" y="1447800"/>
                </a:lnTo>
                <a:lnTo>
                  <a:pt x="561975" y="1457325"/>
                </a:lnTo>
                <a:lnTo>
                  <a:pt x="533400" y="1457325"/>
                </a:lnTo>
                <a:lnTo>
                  <a:pt x="533400" y="1438275"/>
                </a:lnTo>
                <a:lnTo>
                  <a:pt x="523875" y="1438275"/>
                </a:lnTo>
                <a:lnTo>
                  <a:pt x="523875" y="1428750"/>
                </a:lnTo>
                <a:lnTo>
                  <a:pt x="533400" y="1428750"/>
                </a:lnTo>
                <a:close/>
                <a:moveTo>
                  <a:pt x="781050" y="1419225"/>
                </a:moveTo>
                <a:lnTo>
                  <a:pt x="790575" y="1419225"/>
                </a:lnTo>
                <a:lnTo>
                  <a:pt x="790575" y="1428750"/>
                </a:lnTo>
                <a:lnTo>
                  <a:pt x="781050" y="1428750"/>
                </a:lnTo>
                <a:close/>
                <a:moveTo>
                  <a:pt x="1162050" y="1419225"/>
                </a:moveTo>
                <a:lnTo>
                  <a:pt x="1171575" y="1419225"/>
                </a:lnTo>
                <a:lnTo>
                  <a:pt x="1171575" y="1428750"/>
                </a:lnTo>
                <a:lnTo>
                  <a:pt x="1162050" y="1428750"/>
                </a:lnTo>
                <a:close/>
                <a:moveTo>
                  <a:pt x="1857375" y="1419225"/>
                </a:moveTo>
                <a:lnTo>
                  <a:pt x="1866900" y="1419225"/>
                </a:lnTo>
                <a:lnTo>
                  <a:pt x="1866900" y="1457325"/>
                </a:lnTo>
                <a:lnTo>
                  <a:pt x="1857375" y="1457325"/>
                </a:lnTo>
                <a:lnTo>
                  <a:pt x="1857375" y="1466850"/>
                </a:lnTo>
                <a:lnTo>
                  <a:pt x="1847850" y="1466850"/>
                </a:lnTo>
                <a:lnTo>
                  <a:pt x="1847850" y="1447800"/>
                </a:lnTo>
                <a:lnTo>
                  <a:pt x="1838325" y="1447800"/>
                </a:lnTo>
                <a:lnTo>
                  <a:pt x="1838325" y="1438275"/>
                </a:lnTo>
                <a:lnTo>
                  <a:pt x="1847850" y="1438275"/>
                </a:lnTo>
                <a:lnTo>
                  <a:pt x="1847850" y="1428750"/>
                </a:lnTo>
                <a:lnTo>
                  <a:pt x="1857375" y="1428750"/>
                </a:lnTo>
                <a:close/>
                <a:moveTo>
                  <a:pt x="571500" y="1428750"/>
                </a:moveTo>
                <a:lnTo>
                  <a:pt x="590550" y="1428750"/>
                </a:lnTo>
                <a:lnTo>
                  <a:pt x="590550" y="1438275"/>
                </a:lnTo>
                <a:lnTo>
                  <a:pt x="571500" y="1438275"/>
                </a:lnTo>
                <a:close/>
                <a:moveTo>
                  <a:pt x="600075" y="1428750"/>
                </a:moveTo>
                <a:lnTo>
                  <a:pt x="609600" y="1428750"/>
                </a:lnTo>
                <a:lnTo>
                  <a:pt x="609600" y="1438275"/>
                </a:lnTo>
                <a:lnTo>
                  <a:pt x="600075" y="1438275"/>
                </a:lnTo>
                <a:close/>
                <a:moveTo>
                  <a:pt x="819150" y="1428750"/>
                </a:moveTo>
                <a:lnTo>
                  <a:pt x="838200" y="1428750"/>
                </a:lnTo>
                <a:lnTo>
                  <a:pt x="838200" y="1438275"/>
                </a:lnTo>
                <a:lnTo>
                  <a:pt x="819150" y="1438275"/>
                </a:lnTo>
                <a:close/>
                <a:moveTo>
                  <a:pt x="1000125" y="1428750"/>
                </a:moveTo>
                <a:lnTo>
                  <a:pt x="1009650" y="1428750"/>
                </a:lnTo>
                <a:lnTo>
                  <a:pt x="1009650" y="1438275"/>
                </a:lnTo>
                <a:lnTo>
                  <a:pt x="1000125" y="1438275"/>
                </a:lnTo>
                <a:close/>
                <a:moveTo>
                  <a:pt x="1038225" y="1428750"/>
                </a:moveTo>
                <a:lnTo>
                  <a:pt x="1057275" y="1428750"/>
                </a:lnTo>
                <a:lnTo>
                  <a:pt x="1057275" y="1438275"/>
                </a:lnTo>
                <a:lnTo>
                  <a:pt x="1066800" y="1438275"/>
                </a:lnTo>
                <a:lnTo>
                  <a:pt x="1066800" y="1447800"/>
                </a:lnTo>
                <a:lnTo>
                  <a:pt x="1047750" y="1447800"/>
                </a:lnTo>
                <a:lnTo>
                  <a:pt x="1047750" y="1457325"/>
                </a:lnTo>
                <a:lnTo>
                  <a:pt x="1038225" y="1457325"/>
                </a:lnTo>
                <a:close/>
                <a:moveTo>
                  <a:pt x="1790700" y="1428750"/>
                </a:moveTo>
                <a:lnTo>
                  <a:pt x="1800225" y="1428750"/>
                </a:lnTo>
                <a:lnTo>
                  <a:pt x="1800225" y="1438275"/>
                </a:lnTo>
                <a:lnTo>
                  <a:pt x="1790700" y="1438275"/>
                </a:lnTo>
                <a:close/>
                <a:moveTo>
                  <a:pt x="2066925" y="1428750"/>
                </a:moveTo>
                <a:lnTo>
                  <a:pt x="2076450" y="1428750"/>
                </a:lnTo>
                <a:lnTo>
                  <a:pt x="2076450" y="1438275"/>
                </a:lnTo>
                <a:lnTo>
                  <a:pt x="2066925" y="1438275"/>
                </a:lnTo>
                <a:close/>
                <a:moveTo>
                  <a:pt x="381000" y="1438275"/>
                </a:moveTo>
                <a:lnTo>
                  <a:pt x="390525" y="1438275"/>
                </a:lnTo>
                <a:lnTo>
                  <a:pt x="390525" y="1447800"/>
                </a:lnTo>
                <a:lnTo>
                  <a:pt x="381000" y="1447800"/>
                </a:lnTo>
                <a:close/>
                <a:moveTo>
                  <a:pt x="762000" y="1438275"/>
                </a:moveTo>
                <a:lnTo>
                  <a:pt x="771525" y="1438275"/>
                </a:lnTo>
                <a:lnTo>
                  <a:pt x="771525" y="1447800"/>
                </a:lnTo>
                <a:lnTo>
                  <a:pt x="762000" y="1447800"/>
                </a:lnTo>
                <a:close/>
                <a:moveTo>
                  <a:pt x="1114425" y="1438275"/>
                </a:moveTo>
                <a:lnTo>
                  <a:pt x="1123950" y="1438275"/>
                </a:lnTo>
                <a:lnTo>
                  <a:pt x="1123950" y="1447800"/>
                </a:lnTo>
                <a:lnTo>
                  <a:pt x="1133475" y="1447800"/>
                </a:lnTo>
                <a:lnTo>
                  <a:pt x="1133475" y="1457325"/>
                </a:lnTo>
                <a:lnTo>
                  <a:pt x="1123950" y="1457325"/>
                </a:lnTo>
                <a:lnTo>
                  <a:pt x="1123950" y="1466850"/>
                </a:lnTo>
                <a:lnTo>
                  <a:pt x="1133475" y="1466850"/>
                </a:lnTo>
                <a:lnTo>
                  <a:pt x="1133475" y="1457325"/>
                </a:lnTo>
                <a:lnTo>
                  <a:pt x="1143000" y="1457325"/>
                </a:lnTo>
                <a:lnTo>
                  <a:pt x="1143000" y="1466850"/>
                </a:lnTo>
                <a:lnTo>
                  <a:pt x="1133475" y="1466850"/>
                </a:lnTo>
                <a:lnTo>
                  <a:pt x="1133475" y="1476375"/>
                </a:lnTo>
                <a:lnTo>
                  <a:pt x="1104900" y="1476375"/>
                </a:lnTo>
                <a:lnTo>
                  <a:pt x="1104900" y="1447800"/>
                </a:lnTo>
                <a:lnTo>
                  <a:pt x="1114425" y="1447800"/>
                </a:lnTo>
                <a:close/>
                <a:moveTo>
                  <a:pt x="1143000" y="1438275"/>
                </a:moveTo>
                <a:lnTo>
                  <a:pt x="1152525" y="1438275"/>
                </a:lnTo>
                <a:lnTo>
                  <a:pt x="1152525" y="1447800"/>
                </a:lnTo>
                <a:lnTo>
                  <a:pt x="1143000" y="1447800"/>
                </a:lnTo>
                <a:close/>
                <a:moveTo>
                  <a:pt x="1771650" y="1438275"/>
                </a:moveTo>
                <a:lnTo>
                  <a:pt x="1790700" y="1438275"/>
                </a:lnTo>
                <a:lnTo>
                  <a:pt x="1790700" y="1447800"/>
                </a:lnTo>
                <a:lnTo>
                  <a:pt x="1771650" y="1447800"/>
                </a:lnTo>
                <a:close/>
                <a:moveTo>
                  <a:pt x="2143125" y="1438275"/>
                </a:moveTo>
                <a:lnTo>
                  <a:pt x="2152650" y="1438275"/>
                </a:lnTo>
                <a:lnTo>
                  <a:pt x="2152650" y="1447800"/>
                </a:lnTo>
                <a:lnTo>
                  <a:pt x="2143125" y="1447800"/>
                </a:lnTo>
                <a:close/>
                <a:moveTo>
                  <a:pt x="647700" y="1447800"/>
                </a:moveTo>
                <a:lnTo>
                  <a:pt x="657225" y="1447800"/>
                </a:lnTo>
                <a:lnTo>
                  <a:pt x="657225" y="1457325"/>
                </a:lnTo>
                <a:lnTo>
                  <a:pt x="647700" y="1457325"/>
                </a:lnTo>
                <a:close/>
                <a:moveTo>
                  <a:pt x="771525" y="1447800"/>
                </a:moveTo>
                <a:lnTo>
                  <a:pt x="781050" y="1447800"/>
                </a:lnTo>
                <a:lnTo>
                  <a:pt x="781050" y="1466850"/>
                </a:lnTo>
                <a:lnTo>
                  <a:pt x="771525" y="1466850"/>
                </a:lnTo>
                <a:close/>
                <a:moveTo>
                  <a:pt x="1762125" y="1447800"/>
                </a:moveTo>
                <a:lnTo>
                  <a:pt x="1771650" y="1447800"/>
                </a:lnTo>
                <a:lnTo>
                  <a:pt x="1771650" y="1457325"/>
                </a:lnTo>
                <a:lnTo>
                  <a:pt x="1762125" y="1457325"/>
                </a:lnTo>
                <a:close/>
                <a:moveTo>
                  <a:pt x="1828800" y="1447800"/>
                </a:moveTo>
                <a:lnTo>
                  <a:pt x="1838325" y="1447800"/>
                </a:lnTo>
                <a:lnTo>
                  <a:pt x="1838325" y="1485900"/>
                </a:lnTo>
                <a:lnTo>
                  <a:pt x="1800225" y="1485900"/>
                </a:lnTo>
                <a:lnTo>
                  <a:pt x="1800225" y="1476375"/>
                </a:lnTo>
                <a:lnTo>
                  <a:pt x="1819275" y="1476375"/>
                </a:lnTo>
                <a:lnTo>
                  <a:pt x="1819275" y="1457325"/>
                </a:lnTo>
                <a:lnTo>
                  <a:pt x="1828800" y="1457325"/>
                </a:lnTo>
                <a:close/>
                <a:moveTo>
                  <a:pt x="2124075" y="1447800"/>
                </a:moveTo>
                <a:lnTo>
                  <a:pt x="2133600" y="1447800"/>
                </a:lnTo>
                <a:lnTo>
                  <a:pt x="2133600" y="1466850"/>
                </a:lnTo>
                <a:lnTo>
                  <a:pt x="2124075" y="1466850"/>
                </a:lnTo>
                <a:lnTo>
                  <a:pt x="2124075" y="1485900"/>
                </a:lnTo>
                <a:lnTo>
                  <a:pt x="2105025" y="1485900"/>
                </a:lnTo>
                <a:lnTo>
                  <a:pt x="2105025" y="1457325"/>
                </a:lnTo>
                <a:lnTo>
                  <a:pt x="2124075" y="1457325"/>
                </a:lnTo>
                <a:close/>
                <a:moveTo>
                  <a:pt x="266700" y="1457325"/>
                </a:moveTo>
                <a:lnTo>
                  <a:pt x="276225" y="1457325"/>
                </a:lnTo>
                <a:lnTo>
                  <a:pt x="276225" y="1495425"/>
                </a:lnTo>
                <a:lnTo>
                  <a:pt x="285750" y="1495425"/>
                </a:lnTo>
                <a:lnTo>
                  <a:pt x="285750" y="1504950"/>
                </a:lnTo>
                <a:lnTo>
                  <a:pt x="276225" y="1504950"/>
                </a:lnTo>
                <a:lnTo>
                  <a:pt x="276225" y="1514475"/>
                </a:lnTo>
                <a:lnTo>
                  <a:pt x="266700" y="1514475"/>
                </a:lnTo>
                <a:lnTo>
                  <a:pt x="266700" y="1504950"/>
                </a:lnTo>
                <a:lnTo>
                  <a:pt x="247650" y="1504950"/>
                </a:lnTo>
                <a:lnTo>
                  <a:pt x="247650" y="1476375"/>
                </a:lnTo>
                <a:lnTo>
                  <a:pt x="257175" y="1476375"/>
                </a:lnTo>
                <a:lnTo>
                  <a:pt x="257175" y="1466850"/>
                </a:lnTo>
                <a:lnTo>
                  <a:pt x="266700" y="1466850"/>
                </a:lnTo>
                <a:close/>
                <a:moveTo>
                  <a:pt x="381000" y="1457325"/>
                </a:moveTo>
                <a:lnTo>
                  <a:pt x="390525" y="1457325"/>
                </a:lnTo>
                <a:lnTo>
                  <a:pt x="390525" y="1466850"/>
                </a:lnTo>
                <a:lnTo>
                  <a:pt x="381000" y="1466850"/>
                </a:lnTo>
                <a:close/>
                <a:moveTo>
                  <a:pt x="876300" y="1457325"/>
                </a:moveTo>
                <a:lnTo>
                  <a:pt x="885825" y="1457325"/>
                </a:lnTo>
                <a:lnTo>
                  <a:pt x="885825" y="1466850"/>
                </a:lnTo>
                <a:lnTo>
                  <a:pt x="895350" y="1466850"/>
                </a:lnTo>
                <a:lnTo>
                  <a:pt x="895350" y="1476375"/>
                </a:lnTo>
                <a:lnTo>
                  <a:pt x="904875" y="1476375"/>
                </a:lnTo>
                <a:lnTo>
                  <a:pt x="904875" y="1485900"/>
                </a:lnTo>
                <a:lnTo>
                  <a:pt x="857250" y="1485900"/>
                </a:lnTo>
                <a:lnTo>
                  <a:pt x="857250" y="1495425"/>
                </a:lnTo>
                <a:lnTo>
                  <a:pt x="800100" y="1495425"/>
                </a:lnTo>
                <a:lnTo>
                  <a:pt x="800100" y="1524000"/>
                </a:lnTo>
                <a:lnTo>
                  <a:pt x="771525" y="1524000"/>
                </a:lnTo>
                <a:lnTo>
                  <a:pt x="771525" y="1514475"/>
                </a:lnTo>
                <a:lnTo>
                  <a:pt x="752475" y="1514475"/>
                </a:lnTo>
                <a:lnTo>
                  <a:pt x="752475" y="1495425"/>
                </a:lnTo>
                <a:lnTo>
                  <a:pt x="771525" y="1495425"/>
                </a:lnTo>
                <a:lnTo>
                  <a:pt x="771525" y="1485900"/>
                </a:lnTo>
                <a:lnTo>
                  <a:pt x="781050" y="1485900"/>
                </a:lnTo>
                <a:lnTo>
                  <a:pt x="781050" y="1476375"/>
                </a:lnTo>
                <a:lnTo>
                  <a:pt x="809625" y="1476375"/>
                </a:lnTo>
                <a:lnTo>
                  <a:pt x="809625" y="1485900"/>
                </a:lnTo>
                <a:lnTo>
                  <a:pt x="847725" y="1485900"/>
                </a:lnTo>
                <a:lnTo>
                  <a:pt x="847725" y="1476375"/>
                </a:lnTo>
                <a:lnTo>
                  <a:pt x="876300" y="1476375"/>
                </a:lnTo>
                <a:close/>
                <a:moveTo>
                  <a:pt x="1352550" y="1457325"/>
                </a:moveTo>
                <a:lnTo>
                  <a:pt x="1362075" y="1457325"/>
                </a:lnTo>
                <a:lnTo>
                  <a:pt x="1362075" y="1466850"/>
                </a:lnTo>
                <a:lnTo>
                  <a:pt x="1352550" y="1466850"/>
                </a:lnTo>
                <a:close/>
                <a:moveTo>
                  <a:pt x="2362200" y="1457325"/>
                </a:moveTo>
                <a:lnTo>
                  <a:pt x="2381250" y="1457325"/>
                </a:lnTo>
                <a:lnTo>
                  <a:pt x="2381250" y="1476375"/>
                </a:lnTo>
                <a:lnTo>
                  <a:pt x="2371725" y="1476375"/>
                </a:lnTo>
                <a:lnTo>
                  <a:pt x="2371725" y="1466850"/>
                </a:lnTo>
                <a:lnTo>
                  <a:pt x="2362200" y="1466850"/>
                </a:lnTo>
                <a:close/>
                <a:moveTo>
                  <a:pt x="600075" y="1466850"/>
                </a:moveTo>
                <a:lnTo>
                  <a:pt x="619125" y="1466850"/>
                </a:lnTo>
                <a:lnTo>
                  <a:pt x="619125" y="1476375"/>
                </a:lnTo>
                <a:lnTo>
                  <a:pt x="600075" y="1476375"/>
                </a:lnTo>
                <a:close/>
                <a:moveTo>
                  <a:pt x="628650" y="1466850"/>
                </a:moveTo>
                <a:lnTo>
                  <a:pt x="647700" y="1466850"/>
                </a:lnTo>
                <a:lnTo>
                  <a:pt x="647700" y="1476375"/>
                </a:lnTo>
                <a:lnTo>
                  <a:pt x="628650" y="1476375"/>
                </a:lnTo>
                <a:close/>
                <a:moveTo>
                  <a:pt x="657225" y="1466850"/>
                </a:moveTo>
                <a:lnTo>
                  <a:pt x="676275" y="1466850"/>
                </a:lnTo>
                <a:lnTo>
                  <a:pt x="676275" y="1476375"/>
                </a:lnTo>
                <a:lnTo>
                  <a:pt x="657225" y="1476375"/>
                </a:lnTo>
                <a:close/>
                <a:moveTo>
                  <a:pt x="1390650" y="1466850"/>
                </a:moveTo>
                <a:lnTo>
                  <a:pt x="1400175" y="1466850"/>
                </a:lnTo>
                <a:lnTo>
                  <a:pt x="1400175" y="1476375"/>
                </a:lnTo>
                <a:lnTo>
                  <a:pt x="1390650" y="1476375"/>
                </a:lnTo>
                <a:close/>
                <a:moveTo>
                  <a:pt x="1990725" y="1466850"/>
                </a:moveTo>
                <a:lnTo>
                  <a:pt x="2000250" y="1466850"/>
                </a:lnTo>
                <a:lnTo>
                  <a:pt x="2000250" y="1476375"/>
                </a:lnTo>
                <a:lnTo>
                  <a:pt x="2009775" y="1476375"/>
                </a:lnTo>
                <a:lnTo>
                  <a:pt x="2009775" y="1466850"/>
                </a:lnTo>
                <a:lnTo>
                  <a:pt x="2028825" y="1466850"/>
                </a:lnTo>
                <a:lnTo>
                  <a:pt x="2028825" y="1476375"/>
                </a:lnTo>
                <a:lnTo>
                  <a:pt x="2038350" y="1476375"/>
                </a:lnTo>
                <a:lnTo>
                  <a:pt x="2038350" y="1485900"/>
                </a:lnTo>
                <a:lnTo>
                  <a:pt x="2047875" y="1485900"/>
                </a:lnTo>
                <a:lnTo>
                  <a:pt x="2047875" y="1514475"/>
                </a:lnTo>
                <a:lnTo>
                  <a:pt x="2038350" y="1514475"/>
                </a:lnTo>
                <a:lnTo>
                  <a:pt x="2038350" y="1504950"/>
                </a:lnTo>
                <a:lnTo>
                  <a:pt x="2028825" y="1504950"/>
                </a:lnTo>
                <a:lnTo>
                  <a:pt x="2028825" y="1524000"/>
                </a:lnTo>
                <a:lnTo>
                  <a:pt x="2038350" y="1524000"/>
                </a:lnTo>
                <a:lnTo>
                  <a:pt x="2038350" y="1562100"/>
                </a:lnTo>
                <a:lnTo>
                  <a:pt x="2000250" y="1562100"/>
                </a:lnTo>
                <a:lnTo>
                  <a:pt x="2000250" y="1543050"/>
                </a:lnTo>
                <a:lnTo>
                  <a:pt x="2009775" y="1543050"/>
                </a:lnTo>
                <a:lnTo>
                  <a:pt x="2009775" y="1514475"/>
                </a:lnTo>
                <a:lnTo>
                  <a:pt x="1990725" y="1514475"/>
                </a:lnTo>
                <a:close/>
                <a:moveTo>
                  <a:pt x="2057400" y="1466850"/>
                </a:moveTo>
                <a:lnTo>
                  <a:pt x="2076450" y="1466850"/>
                </a:lnTo>
                <a:lnTo>
                  <a:pt x="2076450" y="1495425"/>
                </a:lnTo>
                <a:lnTo>
                  <a:pt x="2066925" y="1495425"/>
                </a:lnTo>
                <a:lnTo>
                  <a:pt x="2066925" y="1504950"/>
                </a:lnTo>
                <a:lnTo>
                  <a:pt x="2057400" y="1504950"/>
                </a:lnTo>
                <a:close/>
                <a:moveTo>
                  <a:pt x="2247900" y="1466850"/>
                </a:moveTo>
                <a:lnTo>
                  <a:pt x="2257425" y="1466850"/>
                </a:lnTo>
                <a:lnTo>
                  <a:pt x="2257425" y="1476375"/>
                </a:lnTo>
                <a:lnTo>
                  <a:pt x="2247900" y="1476375"/>
                </a:lnTo>
                <a:close/>
                <a:moveTo>
                  <a:pt x="19050" y="1476375"/>
                </a:moveTo>
                <a:lnTo>
                  <a:pt x="28575" y="1476375"/>
                </a:lnTo>
                <a:lnTo>
                  <a:pt x="28575" y="1485900"/>
                </a:lnTo>
                <a:lnTo>
                  <a:pt x="19050" y="1485900"/>
                </a:lnTo>
                <a:close/>
                <a:moveTo>
                  <a:pt x="676275" y="1476375"/>
                </a:moveTo>
                <a:lnTo>
                  <a:pt x="704850" y="1476375"/>
                </a:lnTo>
                <a:lnTo>
                  <a:pt x="704850" y="1485900"/>
                </a:lnTo>
                <a:lnTo>
                  <a:pt x="676275" y="1485900"/>
                </a:lnTo>
                <a:close/>
                <a:moveTo>
                  <a:pt x="1047750" y="1476375"/>
                </a:moveTo>
                <a:lnTo>
                  <a:pt x="1057275" y="1476375"/>
                </a:lnTo>
                <a:lnTo>
                  <a:pt x="1057275" y="1485900"/>
                </a:lnTo>
                <a:lnTo>
                  <a:pt x="1047750" y="1485900"/>
                </a:lnTo>
                <a:close/>
                <a:moveTo>
                  <a:pt x="1409700" y="1476375"/>
                </a:moveTo>
                <a:lnTo>
                  <a:pt x="1419225" y="1476375"/>
                </a:lnTo>
                <a:lnTo>
                  <a:pt x="1419225" y="1495425"/>
                </a:lnTo>
                <a:lnTo>
                  <a:pt x="1409700" y="1495425"/>
                </a:lnTo>
                <a:lnTo>
                  <a:pt x="1409700" y="1514475"/>
                </a:lnTo>
                <a:lnTo>
                  <a:pt x="1390650" y="1514475"/>
                </a:lnTo>
                <a:lnTo>
                  <a:pt x="1390650" y="1504950"/>
                </a:lnTo>
                <a:lnTo>
                  <a:pt x="1400175" y="1504950"/>
                </a:lnTo>
                <a:lnTo>
                  <a:pt x="1400175" y="1485900"/>
                </a:lnTo>
                <a:lnTo>
                  <a:pt x="1409700" y="1485900"/>
                </a:lnTo>
                <a:close/>
                <a:moveTo>
                  <a:pt x="647700" y="1485900"/>
                </a:moveTo>
                <a:lnTo>
                  <a:pt x="657225" y="1485900"/>
                </a:lnTo>
                <a:lnTo>
                  <a:pt x="657225" y="1495425"/>
                </a:lnTo>
                <a:lnTo>
                  <a:pt x="647700" y="1495425"/>
                </a:lnTo>
                <a:close/>
                <a:moveTo>
                  <a:pt x="447675" y="1495425"/>
                </a:moveTo>
                <a:lnTo>
                  <a:pt x="457200" y="1495425"/>
                </a:lnTo>
                <a:lnTo>
                  <a:pt x="457200" y="1514475"/>
                </a:lnTo>
                <a:lnTo>
                  <a:pt x="466725" y="1514475"/>
                </a:lnTo>
                <a:lnTo>
                  <a:pt x="466725" y="1533525"/>
                </a:lnTo>
                <a:lnTo>
                  <a:pt x="457200" y="1533525"/>
                </a:lnTo>
                <a:lnTo>
                  <a:pt x="457200" y="1524000"/>
                </a:lnTo>
                <a:lnTo>
                  <a:pt x="428625" y="1524000"/>
                </a:lnTo>
                <a:lnTo>
                  <a:pt x="428625" y="1514475"/>
                </a:lnTo>
                <a:lnTo>
                  <a:pt x="438150" y="1514475"/>
                </a:lnTo>
                <a:lnTo>
                  <a:pt x="438150" y="1504950"/>
                </a:lnTo>
                <a:lnTo>
                  <a:pt x="447675" y="1504950"/>
                </a:lnTo>
                <a:close/>
                <a:moveTo>
                  <a:pt x="781050" y="1495425"/>
                </a:moveTo>
                <a:lnTo>
                  <a:pt x="790575" y="1495425"/>
                </a:lnTo>
                <a:lnTo>
                  <a:pt x="790575" y="1485900"/>
                </a:lnTo>
                <a:lnTo>
                  <a:pt x="781050" y="1485900"/>
                </a:lnTo>
                <a:close/>
                <a:moveTo>
                  <a:pt x="1914525" y="1495425"/>
                </a:moveTo>
                <a:lnTo>
                  <a:pt x="1924050" y="1495425"/>
                </a:lnTo>
                <a:lnTo>
                  <a:pt x="1924050" y="1524000"/>
                </a:lnTo>
                <a:lnTo>
                  <a:pt x="1914525" y="1524000"/>
                </a:lnTo>
                <a:close/>
                <a:moveTo>
                  <a:pt x="2219325" y="1495425"/>
                </a:moveTo>
                <a:lnTo>
                  <a:pt x="2228850" y="1495425"/>
                </a:lnTo>
                <a:lnTo>
                  <a:pt x="2228850" y="1504950"/>
                </a:lnTo>
                <a:lnTo>
                  <a:pt x="2219325" y="1504950"/>
                </a:lnTo>
                <a:close/>
                <a:moveTo>
                  <a:pt x="285750" y="1504950"/>
                </a:moveTo>
                <a:lnTo>
                  <a:pt x="295275" y="1504950"/>
                </a:lnTo>
                <a:lnTo>
                  <a:pt x="295275" y="1514475"/>
                </a:lnTo>
                <a:lnTo>
                  <a:pt x="285750" y="1514475"/>
                </a:lnTo>
                <a:close/>
                <a:moveTo>
                  <a:pt x="723900" y="1504950"/>
                </a:moveTo>
                <a:lnTo>
                  <a:pt x="733425" y="1504950"/>
                </a:lnTo>
                <a:lnTo>
                  <a:pt x="733425" y="1524000"/>
                </a:lnTo>
                <a:lnTo>
                  <a:pt x="723900" y="1524000"/>
                </a:lnTo>
                <a:close/>
                <a:moveTo>
                  <a:pt x="2000250" y="1504950"/>
                </a:moveTo>
                <a:lnTo>
                  <a:pt x="2009775" y="1504950"/>
                </a:lnTo>
                <a:lnTo>
                  <a:pt x="2009775" y="1485900"/>
                </a:lnTo>
                <a:lnTo>
                  <a:pt x="2000250" y="1485900"/>
                </a:lnTo>
                <a:close/>
                <a:moveTo>
                  <a:pt x="2314575" y="1504950"/>
                </a:moveTo>
                <a:lnTo>
                  <a:pt x="2324100" y="1504950"/>
                </a:lnTo>
                <a:lnTo>
                  <a:pt x="2324100" y="1514475"/>
                </a:lnTo>
                <a:lnTo>
                  <a:pt x="2333625" y="1514475"/>
                </a:lnTo>
                <a:lnTo>
                  <a:pt x="2333625" y="1524000"/>
                </a:lnTo>
                <a:lnTo>
                  <a:pt x="2324100" y="1524000"/>
                </a:lnTo>
                <a:lnTo>
                  <a:pt x="2324100" y="1533525"/>
                </a:lnTo>
                <a:lnTo>
                  <a:pt x="2314575" y="1533525"/>
                </a:lnTo>
                <a:close/>
                <a:moveTo>
                  <a:pt x="400050" y="1514475"/>
                </a:moveTo>
                <a:lnTo>
                  <a:pt x="409575" y="1514475"/>
                </a:lnTo>
                <a:lnTo>
                  <a:pt x="409575" y="1524000"/>
                </a:lnTo>
                <a:lnTo>
                  <a:pt x="400050" y="1524000"/>
                </a:lnTo>
                <a:close/>
                <a:moveTo>
                  <a:pt x="676275" y="1514475"/>
                </a:moveTo>
                <a:lnTo>
                  <a:pt x="685800" y="1514475"/>
                </a:lnTo>
                <a:lnTo>
                  <a:pt x="685800" y="1524000"/>
                </a:lnTo>
                <a:lnTo>
                  <a:pt x="676275" y="1524000"/>
                </a:lnTo>
                <a:close/>
                <a:moveTo>
                  <a:pt x="171450" y="1524000"/>
                </a:moveTo>
                <a:lnTo>
                  <a:pt x="180975" y="1524000"/>
                </a:lnTo>
                <a:lnTo>
                  <a:pt x="180975" y="1600200"/>
                </a:lnTo>
                <a:lnTo>
                  <a:pt x="171450" y="1600200"/>
                </a:lnTo>
                <a:close/>
                <a:moveTo>
                  <a:pt x="409575" y="1524000"/>
                </a:moveTo>
                <a:lnTo>
                  <a:pt x="419100" y="1524000"/>
                </a:lnTo>
                <a:lnTo>
                  <a:pt x="419100" y="1543050"/>
                </a:lnTo>
                <a:lnTo>
                  <a:pt x="409575" y="1543050"/>
                </a:lnTo>
                <a:close/>
                <a:moveTo>
                  <a:pt x="685800" y="1524000"/>
                </a:moveTo>
                <a:lnTo>
                  <a:pt x="695325" y="1524000"/>
                </a:lnTo>
                <a:lnTo>
                  <a:pt x="695325" y="1533525"/>
                </a:lnTo>
                <a:lnTo>
                  <a:pt x="685800" y="1533525"/>
                </a:lnTo>
                <a:close/>
                <a:moveTo>
                  <a:pt x="2428875" y="1524000"/>
                </a:moveTo>
                <a:lnTo>
                  <a:pt x="2447925" y="1524000"/>
                </a:lnTo>
                <a:lnTo>
                  <a:pt x="2447925" y="1533525"/>
                </a:lnTo>
                <a:lnTo>
                  <a:pt x="2428875" y="1533525"/>
                </a:lnTo>
                <a:close/>
                <a:moveTo>
                  <a:pt x="1038225" y="1533525"/>
                </a:moveTo>
                <a:lnTo>
                  <a:pt x="1047750" y="1533525"/>
                </a:lnTo>
                <a:lnTo>
                  <a:pt x="1047750" y="1543050"/>
                </a:lnTo>
                <a:lnTo>
                  <a:pt x="1038225" y="1543050"/>
                </a:lnTo>
                <a:close/>
                <a:moveTo>
                  <a:pt x="2381250" y="1533525"/>
                </a:moveTo>
                <a:lnTo>
                  <a:pt x="2400300" y="1533525"/>
                </a:lnTo>
                <a:lnTo>
                  <a:pt x="2400300" y="1552575"/>
                </a:lnTo>
                <a:lnTo>
                  <a:pt x="2390775" y="1552575"/>
                </a:lnTo>
                <a:lnTo>
                  <a:pt x="2390775" y="1543050"/>
                </a:lnTo>
                <a:lnTo>
                  <a:pt x="2381250" y="1543050"/>
                </a:lnTo>
                <a:close/>
                <a:moveTo>
                  <a:pt x="847725" y="1543050"/>
                </a:moveTo>
                <a:lnTo>
                  <a:pt x="857250" y="1543050"/>
                </a:lnTo>
                <a:lnTo>
                  <a:pt x="857250" y="1562100"/>
                </a:lnTo>
                <a:lnTo>
                  <a:pt x="838200" y="1562100"/>
                </a:lnTo>
                <a:lnTo>
                  <a:pt x="838200" y="1552575"/>
                </a:lnTo>
                <a:lnTo>
                  <a:pt x="847725" y="1552575"/>
                </a:lnTo>
                <a:close/>
                <a:moveTo>
                  <a:pt x="2105025" y="1543050"/>
                </a:moveTo>
                <a:lnTo>
                  <a:pt x="2114550" y="1543050"/>
                </a:lnTo>
                <a:lnTo>
                  <a:pt x="2114550" y="1552575"/>
                </a:lnTo>
                <a:lnTo>
                  <a:pt x="2105025" y="1552575"/>
                </a:lnTo>
                <a:close/>
                <a:moveTo>
                  <a:pt x="1038225" y="1552575"/>
                </a:moveTo>
                <a:lnTo>
                  <a:pt x="1047750" y="1552575"/>
                </a:lnTo>
                <a:lnTo>
                  <a:pt x="1047750" y="1562100"/>
                </a:lnTo>
                <a:lnTo>
                  <a:pt x="1038225" y="1562100"/>
                </a:lnTo>
                <a:close/>
                <a:moveTo>
                  <a:pt x="1914525" y="1552575"/>
                </a:moveTo>
                <a:lnTo>
                  <a:pt x="1924050" y="1552575"/>
                </a:lnTo>
                <a:lnTo>
                  <a:pt x="1924050" y="1562100"/>
                </a:lnTo>
                <a:lnTo>
                  <a:pt x="1914525" y="1562100"/>
                </a:lnTo>
                <a:close/>
                <a:moveTo>
                  <a:pt x="552450" y="1562100"/>
                </a:moveTo>
                <a:lnTo>
                  <a:pt x="571500" y="1562100"/>
                </a:lnTo>
                <a:lnTo>
                  <a:pt x="571500" y="1581150"/>
                </a:lnTo>
                <a:lnTo>
                  <a:pt x="561975" y="1581150"/>
                </a:lnTo>
                <a:lnTo>
                  <a:pt x="561975" y="1571625"/>
                </a:lnTo>
                <a:lnTo>
                  <a:pt x="552450" y="1571625"/>
                </a:lnTo>
                <a:close/>
                <a:moveTo>
                  <a:pt x="609600" y="1562100"/>
                </a:moveTo>
                <a:lnTo>
                  <a:pt x="628650" y="1562100"/>
                </a:lnTo>
                <a:lnTo>
                  <a:pt x="628650" y="1571625"/>
                </a:lnTo>
                <a:lnTo>
                  <a:pt x="685800" y="1571625"/>
                </a:lnTo>
                <a:lnTo>
                  <a:pt x="685800" y="1581150"/>
                </a:lnTo>
                <a:lnTo>
                  <a:pt x="714375" y="1581150"/>
                </a:lnTo>
                <a:lnTo>
                  <a:pt x="714375" y="1590675"/>
                </a:lnTo>
                <a:lnTo>
                  <a:pt x="723900" y="1590675"/>
                </a:lnTo>
                <a:lnTo>
                  <a:pt x="723900" y="1609725"/>
                </a:lnTo>
                <a:lnTo>
                  <a:pt x="733425" y="1609725"/>
                </a:lnTo>
                <a:lnTo>
                  <a:pt x="733425" y="1619250"/>
                </a:lnTo>
                <a:lnTo>
                  <a:pt x="742950" y="1619250"/>
                </a:lnTo>
                <a:lnTo>
                  <a:pt x="742950" y="1628775"/>
                </a:lnTo>
                <a:lnTo>
                  <a:pt x="752475" y="1628775"/>
                </a:lnTo>
                <a:lnTo>
                  <a:pt x="752475" y="1638300"/>
                </a:lnTo>
                <a:lnTo>
                  <a:pt x="704850" y="1638300"/>
                </a:lnTo>
                <a:lnTo>
                  <a:pt x="704850" y="1647825"/>
                </a:lnTo>
                <a:lnTo>
                  <a:pt x="676275" y="1647825"/>
                </a:lnTo>
                <a:lnTo>
                  <a:pt x="676275" y="1638300"/>
                </a:lnTo>
                <a:lnTo>
                  <a:pt x="657225" y="1638300"/>
                </a:lnTo>
                <a:lnTo>
                  <a:pt x="657225" y="1609725"/>
                </a:lnTo>
                <a:lnTo>
                  <a:pt x="666750" y="1609725"/>
                </a:lnTo>
                <a:lnTo>
                  <a:pt x="666750" y="1628775"/>
                </a:lnTo>
                <a:lnTo>
                  <a:pt x="714375" y="1628775"/>
                </a:lnTo>
                <a:lnTo>
                  <a:pt x="714375" y="1609725"/>
                </a:lnTo>
                <a:lnTo>
                  <a:pt x="704850" y="1609725"/>
                </a:lnTo>
                <a:lnTo>
                  <a:pt x="704850" y="1600200"/>
                </a:lnTo>
                <a:lnTo>
                  <a:pt x="695325" y="1600200"/>
                </a:lnTo>
                <a:lnTo>
                  <a:pt x="695325" y="1590675"/>
                </a:lnTo>
                <a:lnTo>
                  <a:pt x="676275" y="1590675"/>
                </a:lnTo>
                <a:lnTo>
                  <a:pt x="676275" y="1581150"/>
                </a:lnTo>
                <a:lnTo>
                  <a:pt x="628650" y="1581150"/>
                </a:lnTo>
                <a:lnTo>
                  <a:pt x="628650" y="1590675"/>
                </a:lnTo>
                <a:lnTo>
                  <a:pt x="619125" y="1590675"/>
                </a:lnTo>
                <a:lnTo>
                  <a:pt x="619125" y="1571625"/>
                </a:lnTo>
                <a:lnTo>
                  <a:pt x="609600" y="1571625"/>
                </a:lnTo>
                <a:close/>
                <a:moveTo>
                  <a:pt x="771525" y="1562100"/>
                </a:moveTo>
                <a:lnTo>
                  <a:pt x="781050" y="1562100"/>
                </a:lnTo>
                <a:lnTo>
                  <a:pt x="781050" y="1571625"/>
                </a:lnTo>
                <a:lnTo>
                  <a:pt x="771525" y="1571625"/>
                </a:lnTo>
                <a:close/>
                <a:moveTo>
                  <a:pt x="790575" y="1562100"/>
                </a:moveTo>
                <a:lnTo>
                  <a:pt x="809625" y="1562100"/>
                </a:lnTo>
                <a:lnTo>
                  <a:pt x="809625" y="1571625"/>
                </a:lnTo>
                <a:lnTo>
                  <a:pt x="819150" y="1571625"/>
                </a:lnTo>
                <a:lnTo>
                  <a:pt x="819150" y="1562100"/>
                </a:lnTo>
                <a:lnTo>
                  <a:pt x="828675" y="1562100"/>
                </a:lnTo>
                <a:lnTo>
                  <a:pt x="828675" y="1571625"/>
                </a:lnTo>
                <a:lnTo>
                  <a:pt x="819150" y="1571625"/>
                </a:lnTo>
                <a:lnTo>
                  <a:pt x="819150" y="1581150"/>
                </a:lnTo>
                <a:lnTo>
                  <a:pt x="800100" y="1581150"/>
                </a:lnTo>
                <a:lnTo>
                  <a:pt x="800100" y="1571625"/>
                </a:lnTo>
                <a:lnTo>
                  <a:pt x="790575" y="1571625"/>
                </a:lnTo>
                <a:close/>
                <a:moveTo>
                  <a:pt x="1076325" y="1562100"/>
                </a:moveTo>
                <a:lnTo>
                  <a:pt x="1095375" y="1562100"/>
                </a:lnTo>
                <a:lnTo>
                  <a:pt x="1095375" y="1571625"/>
                </a:lnTo>
                <a:lnTo>
                  <a:pt x="1104900" y="1571625"/>
                </a:lnTo>
                <a:lnTo>
                  <a:pt x="1104900" y="1581150"/>
                </a:lnTo>
                <a:lnTo>
                  <a:pt x="1085850" y="1581150"/>
                </a:lnTo>
                <a:lnTo>
                  <a:pt x="1085850" y="1571625"/>
                </a:lnTo>
                <a:lnTo>
                  <a:pt x="1076325" y="1571625"/>
                </a:lnTo>
                <a:close/>
                <a:moveTo>
                  <a:pt x="1571625" y="1562100"/>
                </a:moveTo>
                <a:lnTo>
                  <a:pt x="1590675" y="1562100"/>
                </a:lnTo>
                <a:lnTo>
                  <a:pt x="1590675" y="1571625"/>
                </a:lnTo>
                <a:lnTo>
                  <a:pt x="1609725" y="1571625"/>
                </a:lnTo>
                <a:lnTo>
                  <a:pt x="1609725" y="1581150"/>
                </a:lnTo>
                <a:lnTo>
                  <a:pt x="1600200" y="1581150"/>
                </a:lnTo>
                <a:lnTo>
                  <a:pt x="1600200" y="1590675"/>
                </a:lnTo>
                <a:lnTo>
                  <a:pt x="1590675" y="1590675"/>
                </a:lnTo>
                <a:lnTo>
                  <a:pt x="1590675" y="1600200"/>
                </a:lnTo>
                <a:lnTo>
                  <a:pt x="1552575" y="1600200"/>
                </a:lnTo>
                <a:lnTo>
                  <a:pt x="1552575" y="1581150"/>
                </a:lnTo>
                <a:lnTo>
                  <a:pt x="1581150" y="1581150"/>
                </a:lnTo>
                <a:lnTo>
                  <a:pt x="1581150" y="1571625"/>
                </a:lnTo>
                <a:lnTo>
                  <a:pt x="1571625" y="1571625"/>
                </a:lnTo>
                <a:close/>
                <a:moveTo>
                  <a:pt x="1028700" y="1571625"/>
                </a:moveTo>
                <a:lnTo>
                  <a:pt x="1038225" y="1571625"/>
                </a:lnTo>
                <a:lnTo>
                  <a:pt x="1038225" y="1581150"/>
                </a:lnTo>
                <a:lnTo>
                  <a:pt x="1047750" y="1581150"/>
                </a:lnTo>
                <a:lnTo>
                  <a:pt x="1047750" y="1590675"/>
                </a:lnTo>
                <a:lnTo>
                  <a:pt x="1038225" y="1590675"/>
                </a:lnTo>
                <a:lnTo>
                  <a:pt x="1038225" y="1600200"/>
                </a:lnTo>
                <a:lnTo>
                  <a:pt x="1057275" y="1600200"/>
                </a:lnTo>
                <a:lnTo>
                  <a:pt x="1057275" y="1609725"/>
                </a:lnTo>
                <a:lnTo>
                  <a:pt x="1066800" y="1609725"/>
                </a:lnTo>
                <a:lnTo>
                  <a:pt x="1066800" y="1619250"/>
                </a:lnTo>
                <a:lnTo>
                  <a:pt x="1038225" y="1619250"/>
                </a:lnTo>
                <a:lnTo>
                  <a:pt x="1038225" y="1609725"/>
                </a:lnTo>
                <a:lnTo>
                  <a:pt x="1028700" y="1609725"/>
                </a:lnTo>
                <a:lnTo>
                  <a:pt x="1028700" y="1600200"/>
                </a:lnTo>
                <a:lnTo>
                  <a:pt x="1019175" y="1600200"/>
                </a:lnTo>
                <a:lnTo>
                  <a:pt x="1019175" y="1590675"/>
                </a:lnTo>
                <a:lnTo>
                  <a:pt x="1028700" y="1590675"/>
                </a:lnTo>
                <a:close/>
                <a:moveTo>
                  <a:pt x="1695450" y="1571625"/>
                </a:moveTo>
                <a:lnTo>
                  <a:pt x="1704975" y="1571625"/>
                </a:lnTo>
                <a:lnTo>
                  <a:pt x="1704975" y="1581150"/>
                </a:lnTo>
                <a:lnTo>
                  <a:pt x="1695450" y="1581150"/>
                </a:lnTo>
                <a:close/>
                <a:moveTo>
                  <a:pt x="1790700" y="1571625"/>
                </a:moveTo>
                <a:lnTo>
                  <a:pt x="1819275" y="1571625"/>
                </a:lnTo>
                <a:lnTo>
                  <a:pt x="1819275" y="1581150"/>
                </a:lnTo>
                <a:lnTo>
                  <a:pt x="1857375" y="1581150"/>
                </a:lnTo>
                <a:lnTo>
                  <a:pt x="1857375" y="1571625"/>
                </a:lnTo>
                <a:lnTo>
                  <a:pt x="1885950" y="1571625"/>
                </a:lnTo>
                <a:lnTo>
                  <a:pt x="1885950" y="1581150"/>
                </a:lnTo>
                <a:lnTo>
                  <a:pt x="1876425" y="1581150"/>
                </a:lnTo>
                <a:lnTo>
                  <a:pt x="1876425" y="1590675"/>
                </a:lnTo>
                <a:lnTo>
                  <a:pt x="1857375" y="1590675"/>
                </a:lnTo>
                <a:lnTo>
                  <a:pt x="1857375" y="1600200"/>
                </a:lnTo>
                <a:lnTo>
                  <a:pt x="1838325" y="1600200"/>
                </a:lnTo>
                <a:lnTo>
                  <a:pt x="1838325" y="1609725"/>
                </a:lnTo>
                <a:lnTo>
                  <a:pt x="1828800" y="1609725"/>
                </a:lnTo>
                <a:lnTo>
                  <a:pt x="1828800" y="1619250"/>
                </a:lnTo>
                <a:lnTo>
                  <a:pt x="1819275" y="1619250"/>
                </a:lnTo>
                <a:lnTo>
                  <a:pt x="1819275" y="1638300"/>
                </a:lnTo>
                <a:lnTo>
                  <a:pt x="1809750" y="1638300"/>
                </a:lnTo>
                <a:lnTo>
                  <a:pt x="1809750" y="1600200"/>
                </a:lnTo>
                <a:lnTo>
                  <a:pt x="1800225" y="1600200"/>
                </a:lnTo>
                <a:lnTo>
                  <a:pt x="1800225" y="1581150"/>
                </a:lnTo>
                <a:lnTo>
                  <a:pt x="1790700" y="1581150"/>
                </a:lnTo>
                <a:close/>
                <a:moveTo>
                  <a:pt x="571500" y="1581150"/>
                </a:moveTo>
                <a:lnTo>
                  <a:pt x="581025" y="1581150"/>
                </a:lnTo>
                <a:lnTo>
                  <a:pt x="581025" y="1590675"/>
                </a:lnTo>
                <a:lnTo>
                  <a:pt x="571500" y="1590675"/>
                </a:lnTo>
                <a:close/>
                <a:moveTo>
                  <a:pt x="1333500" y="1581150"/>
                </a:moveTo>
                <a:lnTo>
                  <a:pt x="1343025" y="1581150"/>
                </a:lnTo>
                <a:lnTo>
                  <a:pt x="1343025" y="1590675"/>
                </a:lnTo>
                <a:lnTo>
                  <a:pt x="1362075" y="1590675"/>
                </a:lnTo>
                <a:lnTo>
                  <a:pt x="1362075" y="1619250"/>
                </a:lnTo>
                <a:lnTo>
                  <a:pt x="1352550" y="1619250"/>
                </a:lnTo>
                <a:lnTo>
                  <a:pt x="1352550" y="1609725"/>
                </a:lnTo>
                <a:lnTo>
                  <a:pt x="1343025" y="1609725"/>
                </a:lnTo>
                <a:lnTo>
                  <a:pt x="1343025" y="1600200"/>
                </a:lnTo>
                <a:lnTo>
                  <a:pt x="1323975" y="1600200"/>
                </a:lnTo>
                <a:lnTo>
                  <a:pt x="1323975" y="1590675"/>
                </a:lnTo>
                <a:lnTo>
                  <a:pt x="1333500" y="1590675"/>
                </a:lnTo>
                <a:close/>
                <a:moveTo>
                  <a:pt x="1704975" y="1581150"/>
                </a:moveTo>
                <a:lnTo>
                  <a:pt x="1714500" y="1581150"/>
                </a:lnTo>
                <a:lnTo>
                  <a:pt x="1714500" y="1590675"/>
                </a:lnTo>
                <a:lnTo>
                  <a:pt x="1704975" y="1590675"/>
                </a:lnTo>
                <a:close/>
                <a:moveTo>
                  <a:pt x="2352675" y="1581150"/>
                </a:moveTo>
                <a:lnTo>
                  <a:pt x="2362200" y="1581150"/>
                </a:lnTo>
                <a:lnTo>
                  <a:pt x="2362200" y="1609725"/>
                </a:lnTo>
                <a:lnTo>
                  <a:pt x="2343150" y="1609725"/>
                </a:lnTo>
                <a:lnTo>
                  <a:pt x="2343150" y="1619250"/>
                </a:lnTo>
                <a:lnTo>
                  <a:pt x="2324100" y="1619250"/>
                </a:lnTo>
                <a:lnTo>
                  <a:pt x="2324100" y="1600200"/>
                </a:lnTo>
                <a:lnTo>
                  <a:pt x="2343150" y="1600200"/>
                </a:lnTo>
                <a:lnTo>
                  <a:pt x="2343150" y="1590675"/>
                </a:lnTo>
                <a:lnTo>
                  <a:pt x="2352675" y="1590675"/>
                </a:lnTo>
                <a:close/>
                <a:moveTo>
                  <a:pt x="1104900" y="1590675"/>
                </a:moveTo>
                <a:lnTo>
                  <a:pt x="1123950" y="1590675"/>
                </a:lnTo>
                <a:lnTo>
                  <a:pt x="1123950" y="1600200"/>
                </a:lnTo>
                <a:lnTo>
                  <a:pt x="1133475" y="1600200"/>
                </a:lnTo>
                <a:lnTo>
                  <a:pt x="1133475" y="1619250"/>
                </a:lnTo>
                <a:lnTo>
                  <a:pt x="1123950" y="1619250"/>
                </a:lnTo>
                <a:lnTo>
                  <a:pt x="1123950" y="1628775"/>
                </a:lnTo>
                <a:lnTo>
                  <a:pt x="1104900" y="1628775"/>
                </a:lnTo>
                <a:close/>
                <a:moveTo>
                  <a:pt x="1609725" y="1590675"/>
                </a:moveTo>
                <a:lnTo>
                  <a:pt x="1638300" y="1590675"/>
                </a:lnTo>
                <a:lnTo>
                  <a:pt x="1638300" y="1600200"/>
                </a:lnTo>
                <a:lnTo>
                  <a:pt x="1628775" y="1600200"/>
                </a:lnTo>
                <a:lnTo>
                  <a:pt x="1628775" y="1609725"/>
                </a:lnTo>
                <a:lnTo>
                  <a:pt x="1638300" y="1609725"/>
                </a:lnTo>
                <a:lnTo>
                  <a:pt x="1638300" y="1619250"/>
                </a:lnTo>
                <a:lnTo>
                  <a:pt x="1609725" y="1619250"/>
                </a:lnTo>
                <a:close/>
                <a:moveTo>
                  <a:pt x="1990725" y="1590675"/>
                </a:moveTo>
                <a:lnTo>
                  <a:pt x="2009775" y="1590675"/>
                </a:lnTo>
                <a:lnTo>
                  <a:pt x="2009775" y="1600200"/>
                </a:lnTo>
                <a:lnTo>
                  <a:pt x="2000250" y="1600200"/>
                </a:lnTo>
                <a:lnTo>
                  <a:pt x="2000250" y="1609725"/>
                </a:lnTo>
                <a:lnTo>
                  <a:pt x="1990725" y="1609725"/>
                </a:lnTo>
                <a:close/>
                <a:moveTo>
                  <a:pt x="2419350" y="1590675"/>
                </a:moveTo>
                <a:lnTo>
                  <a:pt x="2428875" y="1590675"/>
                </a:lnTo>
                <a:lnTo>
                  <a:pt x="2428875" y="1600200"/>
                </a:lnTo>
                <a:lnTo>
                  <a:pt x="2419350" y="1600200"/>
                </a:lnTo>
                <a:close/>
                <a:moveTo>
                  <a:pt x="1143000" y="1600200"/>
                </a:moveTo>
                <a:lnTo>
                  <a:pt x="1171575" y="1600200"/>
                </a:lnTo>
                <a:lnTo>
                  <a:pt x="1171575" y="1609725"/>
                </a:lnTo>
                <a:lnTo>
                  <a:pt x="1190625" y="1609725"/>
                </a:lnTo>
                <a:lnTo>
                  <a:pt x="1190625" y="1619250"/>
                </a:lnTo>
                <a:lnTo>
                  <a:pt x="1181100" y="1619250"/>
                </a:lnTo>
                <a:lnTo>
                  <a:pt x="1181100" y="1628775"/>
                </a:lnTo>
                <a:lnTo>
                  <a:pt x="1171575" y="1628775"/>
                </a:lnTo>
                <a:lnTo>
                  <a:pt x="1171575" y="1638300"/>
                </a:lnTo>
                <a:lnTo>
                  <a:pt x="1181100" y="1638300"/>
                </a:lnTo>
                <a:lnTo>
                  <a:pt x="1181100" y="1657350"/>
                </a:lnTo>
                <a:lnTo>
                  <a:pt x="1171575" y="1657350"/>
                </a:lnTo>
                <a:lnTo>
                  <a:pt x="1171575" y="1647825"/>
                </a:lnTo>
                <a:lnTo>
                  <a:pt x="1162050" y="1647825"/>
                </a:lnTo>
                <a:lnTo>
                  <a:pt x="1162050" y="1628775"/>
                </a:lnTo>
                <a:lnTo>
                  <a:pt x="1152525" y="1628775"/>
                </a:lnTo>
                <a:lnTo>
                  <a:pt x="1152525" y="1609725"/>
                </a:lnTo>
                <a:lnTo>
                  <a:pt x="1143000" y="1609725"/>
                </a:lnTo>
                <a:close/>
                <a:moveTo>
                  <a:pt x="1209675" y="1600200"/>
                </a:moveTo>
                <a:lnTo>
                  <a:pt x="1219200" y="1600200"/>
                </a:lnTo>
                <a:lnTo>
                  <a:pt x="1219200" y="1609725"/>
                </a:lnTo>
                <a:lnTo>
                  <a:pt x="1209675" y="1609725"/>
                </a:lnTo>
                <a:close/>
                <a:moveTo>
                  <a:pt x="2009775" y="1600200"/>
                </a:moveTo>
                <a:lnTo>
                  <a:pt x="2019300" y="1600200"/>
                </a:lnTo>
                <a:lnTo>
                  <a:pt x="2019300" y="1609725"/>
                </a:lnTo>
                <a:lnTo>
                  <a:pt x="2009775" y="1609725"/>
                </a:lnTo>
                <a:close/>
                <a:moveTo>
                  <a:pt x="2428875" y="1600200"/>
                </a:moveTo>
                <a:lnTo>
                  <a:pt x="2438400" y="1600200"/>
                </a:lnTo>
                <a:lnTo>
                  <a:pt x="2438400" y="1619250"/>
                </a:lnTo>
                <a:lnTo>
                  <a:pt x="2419350" y="1619250"/>
                </a:lnTo>
                <a:lnTo>
                  <a:pt x="2419350" y="1609725"/>
                </a:lnTo>
                <a:lnTo>
                  <a:pt x="2428875" y="1609725"/>
                </a:lnTo>
                <a:close/>
                <a:moveTo>
                  <a:pt x="619125" y="1609725"/>
                </a:moveTo>
                <a:lnTo>
                  <a:pt x="638175" y="1609725"/>
                </a:lnTo>
                <a:lnTo>
                  <a:pt x="638175" y="1619250"/>
                </a:lnTo>
                <a:lnTo>
                  <a:pt x="619125" y="1619250"/>
                </a:lnTo>
                <a:close/>
                <a:moveTo>
                  <a:pt x="438150" y="1619250"/>
                </a:moveTo>
                <a:lnTo>
                  <a:pt x="447675" y="1619250"/>
                </a:lnTo>
                <a:lnTo>
                  <a:pt x="447675" y="1628775"/>
                </a:lnTo>
                <a:lnTo>
                  <a:pt x="438150" y="1628775"/>
                </a:lnTo>
                <a:close/>
                <a:moveTo>
                  <a:pt x="485775" y="1619250"/>
                </a:moveTo>
                <a:lnTo>
                  <a:pt x="514350" y="1619250"/>
                </a:lnTo>
                <a:lnTo>
                  <a:pt x="514350" y="1628775"/>
                </a:lnTo>
                <a:lnTo>
                  <a:pt x="504825" y="1628775"/>
                </a:lnTo>
                <a:lnTo>
                  <a:pt x="504825" y="1638300"/>
                </a:lnTo>
                <a:lnTo>
                  <a:pt x="495300" y="1638300"/>
                </a:lnTo>
                <a:lnTo>
                  <a:pt x="495300" y="1628775"/>
                </a:lnTo>
                <a:lnTo>
                  <a:pt x="485775" y="1628775"/>
                </a:lnTo>
                <a:close/>
                <a:moveTo>
                  <a:pt x="762000" y="1619250"/>
                </a:moveTo>
                <a:lnTo>
                  <a:pt x="790575" y="1619250"/>
                </a:lnTo>
                <a:lnTo>
                  <a:pt x="790575" y="1638300"/>
                </a:lnTo>
                <a:lnTo>
                  <a:pt x="781050" y="1638300"/>
                </a:lnTo>
                <a:lnTo>
                  <a:pt x="781050" y="1628775"/>
                </a:lnTo>
                <a:lnTo>
                  <a:pt x="762000" y="1628775"/>
                </a:lnTo>
                <a:close/>
                <a:moveTo>
                  <a:pt x="85725" y="1628775"/>
                </a:moveTo>
                <a:lnTo>
                  <a:pt x="95250" y="1628775"/>
                </a:lnTo>
                <a:lnTo>
                  <a:pt x="95250" y="1638300"/>
                </a:lnTo>
                <a:lnTo>
                  <a:pt x="85725" y="1638300"/>
                </a:lnTo>
                <a:close/>
                <a:moveTo>
                  <a:pt x="447675" y="1628775"/>
                </a:moveTo>
                <a:lnTo>
                  <a:pt x="457200" y="1628775"/>
                </a:lnTo>
                <a:lnTo>
                  <a:pt x="457200" y="1638300"/>
                </a:lnTo>
                <a:lnTo>
                  <a:pt x="447675" y="1638300"/>
                </a:lnTo>
                <a:close/>
                <a:moveTo>
                  <a:pt x="466725" y="1628775"/>
                </a:moveTo>
                <a:lnTo>
                  <a:pt x="485775" y="1628775"/>
                </a:lnTo>
                <a:lnTo>
                  <a:pt x="485775" y="1638300"/>
                </a:lnTo>
                <a:lnTo>
                  <a:pt x="466725" y="1638300"/>
                </a:lnTo>
                <a:close/>
                <a:moveTo>
                  <a:pt x="2133600" y="1628775"/>
                </a:moveTo>
                <a:lnTo>
                  <a:pt x="2143125" y="1628775"/>
                </a:lnTo>
                <a:lnTo>
                  <a:pt x="2143125" y="1638300"/>
                </a:lnTo>
                <a:lnTo>
                  <a:pt x="2133600" y="1638300"/>
                </a:lnTo>
                <a:close/>
                <a:moveTo>
                  <a:pt x="38100" y="1638300"/>
                </a:moveTo>
                <a:lnTo>
                  <a:pt x="57150" y="1638300"/>
                </a:lnTo>
                <a:lnTo>
                  <a:pt x="57150" y="1647825"/>
                </a:lnTo>
                <a:lnTo>
                  <a:pt x="38100" y="1647825"/>
                </a:lnTo>
                <a:close/>
                <a:moveTo>
                  <a:pt x="542925" y="1638300"/>
                </a:moveTo>
                <a:lnTo>
                  <a:pt x="552450" y="1638300"/>
                </a:lnTo>
                <a:lnTo>
                  <a:pt x="552450" y="1647825"/>
                </a:lnTo>
                <a:lnTo>
                  <a:pt x="542925" y="1647825"/>
                </a:lnTo>
                <a:close/>
                <a:moveTo>
                  <a:pt x="1019175" y="1638300"/>
                </a:moveTo>
                <a:lnTo>
                  <a:pt x="1028700" y="1638300"/>
                </a:lnTo>
                <a:lnTo>
                  <a:pt x="1028700" y="1647825"/>
                </a:lnTo>
                <a:lnTo>
                  <a:pt x="1019175" y="1647825"/>
                </a:lnTo>
                <a:close/>
                <a:moveTo>
                  <a:pt x="1466850" y="1638300"/>
                </a:moveTo>
                <a:lnTo>
                  <a:pt x="1476375" y="1638300"/>
                </a:lnTo>
                <a:lnTo>
                  <a:pt x="1476375" y="1647825"/>
                </a:lnTo>
                <a:lnTo>
                  <a:pt x="1466850" y="1647825"/>
                </a:lnTo>
                <a:close/>
                <a:moveTo>
                  <a:pt x="2314575" y="1638300"/>
                </a:moveTo>
                <a:lnTo>
                  <a:pt x="2324100" y="1638300"/>
                </a:lnTo>
                <a:lnTo>
                  <a:pt x="2324100" y="1647825"/>
                </a:lnTo>
                <a:lnTo>
                  <a:pt x="2333625" y="1647825"/>
                </a:lnTo>
                <a:lnTo>
                  <a:pt x="2333625" y="1657350"/>
                </a:lnTo>
                <a:lnTo>
                  <a:pt x="2314575" y="1657350"/>
                </a:lnTo>
                <a:close/>
                <a:moveTo>
                  <a:pt x="457200" y="1647825"/>
                </a:moveTo>
                <a:lnTo>
                  <a:pt x="466725" y="1647825"/>
                </a:lnTo>
                <a:lnTo>
                  <a:pt x="466725" y="1666875"/>
                </a:lnTo>
                <a:lnTo>
                  <a:pt x="457200" y="1666875"/>
                </a:lnTo>
                <a:close/>
                <a:moveTo>
                  <a:pt x="485775" y="1647825"/>
                </a:moveTo>
                <a:lnTo>
                  <a:pt x="514350" y="1647825"/>
                </a:lnTo>
                <a:lnTo>
                  <a:pt x="514350" y="1666875"/>
                </a:lnTo>
                <a:lnTo>
                  <a:pt x="504825" y="1666875"/>
                </a:lnTo>
                <a:lnTo>
                  <a:pt x="504825" y="1657350"/>
                </a:lnTo>
                <a:lnTo>
                  <a:pt x="485775" y="1657350"/>
                </a:lnTo>
                <a:close/>
                <a:moveTo>
                  <a:pt x="533400" y="1647825"/>
                </a:moveTo>
                <a:lnTo>
                  <a:pt x="542925" y="1647825"/>
                </a:lnTo>
                <a:lnTo>
                  <a:pt x="542925" y="1657350"/>
                </a:lnTo>
                <a:lnTo>
                  <a:pt x="533400" y="1657350"/>
                </a:lnTo>
                <a:close/>
                <a:moveTo>
                  <a:pt x="981075" y="1647825"/>
                </a:moveTo>
                <a:lnTo>
                  <a:pt x="990600" y="1647825"/>
                </a:lnTo>
                <a:lnTo>
                  <a:pt x="990600" y="1666875"/>
                </a:lnTo>
                <a:lnTo>
                  <a:pt x="981075" y="1666875"/>
                </a:lnTo>
                <a:close/>
                <a:moveTo>
                  <a:pt x="1838325" y="1647825"/>
                </a:moveTo>
                <a:lnTo>
                  <a:pt x="1847850" y="1647825"/>
                </a:lnTo>
                <a:lnTo>
                  <a:pt x="1847850" y="1657350"/>
                </a:lnTo>
                <a:lnTo>
                  <a:pt x="1857375" y="1657350"/>
                </a:lnTo>
                <a:lnTo>
                  <a:pt x="1857375" y="1676400"/>
                </a:lnTo>
                <a:lnTo>
                  <a:pt x="1866900" y="1676400"/>
                </a:lnTo>
                <a:lnTo>
                  <a:pt x="1866900" y="1704975"/>
                </a:lnTo>
                <a:lnTo>
                  <a:pt x="1857375" y="1704975"/>
                </a:lnTo>
                <a:lnTo>
                  <a:pt x="1857375" y="1714500"/>
                </a:lnTo>
                <a:lnTo>
                  <a:pt x="1828800" y="1714500"/>
                </a:lnTo>
                <a:lnTo>
                  <a:pt x="1828800" y="1704975"/>
                </a:lnTo>
                <a:lnTo>
                  <a:pt x="1819275" y="1704975"/>
                </a:lnTo>
                <a:lnTo>
                  <a:pt x="1819275" y="1695450"/>
                </a:lnTo>
                <a:lnTo>
                  <a:pt x="1809750" y="1695450"/>
                </a:lnTo>
                <a:lnTo>
                  <a:pt x="1809750" y="1676400"/>
                </a:lnTo>
                <a:lnTo>
                  <a:pt x="1819275" y="1676400"/>
                </a:lnTo>
                <a:lnTo>
                  <a:pt x="1819275" y="1657350"/>
                </a:lnTo>
                <a:lnTo>
                  <a:pt x="1838325" y="1657350"/>
                </a:lnTo>
                <a:close/>
                <a:moveTo>
                  <a:pt x="2009775" y="1647825"/>
                </a:moveTo>
                <a:lnTo>
                  <a:pt x="2019300" y="1647825"/>
                </a:lnTo>
                <a:lnTo>
                  <a:pt x="2019300" y="1685925"/>
                </a:lnTo>
                <a:lnTo>
                  <a:pt x="2009775" y="1685925"/>
                </a:lnTo>
                <a:lnTo>
                  <a:pt x="2009775" y="1676400"/>
                </a:lnTo>
                <a:lnTo>
                  <a:pt x="2000250" y="1676400"/>
                </a:lnTo>
                <a:lnTo>
                  <a:pt x="2000250" y="1657350"/>
                </a:lnTo>
                <a:lnTo>
                  <a:pt x="2009775" y="1657350"/>
                </a:lnTo>
                <a:close/>
                <a:moveTo>
                  <a:pt x="561975" y="1657350"/>
                </a:moveTo>
                <a:lnTo>
                  <a:pt x="581025" y="1657350"/>
                </a:lnTo>
                <a:lnTo>
                  <a:pt x="581025" y="1666875"/>
                </a:lnTo>
                <a:lnTo>
                  <a:pt x="571500" y="1666875"/>
                </a:lnTo>
                <a:lnTo>
                  <a:pt x="571500" y="1685925"/>
                </a:lnTo>
                <a:lnTo>
                  <a:pt x="561975" y="1685925"/>
                </a:lnTo>
                <a:close/>
                <a:moveTo>
                  <a:pt x="742950" y="1657350"/>
                </a:moveTo>
                <a:lnTo>
                  <a:pt x="762000" y="1657350"/>
                </a:lnTo>
                <a:lnTo>
                  <a:pt x="762000" y="1666875"/>
                </a:lnTo>
                <a:lnTo>
                  <a:pt x="742950" y="1666875"/>
                </a:lnTo>
                <a:close/>
                <a:moveTo>
                  <a:pt x="847725" y="1657350"/>
                </a:moveTo>
                <a:lnTo>
                  <a:pt x="857250" y="1657350"/>
                </a:lnTo>
                <a:lnTo>
                  <a:pt x="857250" y="1666875"/>
                </a:lnTo>
                <a:lnTo>
                  <a:pt x="847725" y="1666875"/>
                </a:lnTo>
                <a:close/>
                <a:moveTo>
                  <a:pt x="1447800" y="1657350"/>
                </a:moveTo>
                <a:lnTo>
                  <a:pt x="1476375" y="1657350"/>
                </a:lnTo>
                <a:lnTo>
                  <a:pt x="1476375" y="1666875"/>
                </a:lnTo>
                <a:lnTo>
                  <a:pt x="1447800" y="1666875"/>
                </a:lnTo>
                <a:close/>
                <a:moveTo>
                  <a:pt x="1609725" y="1657350"/>
                </a:moveTo>
                <a:lnTo>
                  <a:pt x="1647825" y="1657350"/>
                </a:lnTo>
                <a:lnTo>
                  <a:pt x="1647825" y="1666875"/>
                </a:lnTo>
                <a:lnTo>
                  <a:pt x="1609725" y="1666875"/>
                </a:lnTo>
                <a:close/>
                <a:moveTo>
                  <a:pt x="1895475" y="1657350"/>
                </a:moveTo>
                <a:lnTo>
                  <a:pt x="1905000" y="1657350"/>
                </a:lnTo>
                <a:lnTo>
                  <a:pt x="1905000" y="1666875"/>
                </a:lnTo>
                <a:lnTo>
                  <a:pt x="1914525" y="1666875"/>
                </a:lnTo>
                <a:lnTo>
                  <a:pt x="1914525" y="1657350"/>
                </a:lnTo>
                <a:lnTo>
                  <a:pt x="1924050" y="1657350"/>
                </a:lnTo>
                <a:lnTo>
                  <a:pt x="1924050" y="1685925"/>
                </a:lnTo>
                <a:lnTo>
                  <a:pt x="1914525" y="1685925"/>
                </a:lnTo>
                <a:lnTo>
                  <a:pt x="1914525" y="1676400"/>
                </a:lnTo>
                <a:lnTo>
                  <a:pt x="1905000" y="1676400"/>
                </a:lnTo>
                <a:lnTo>
                  <a:pt x="1905000" y="1685925"/>
                </a:lnTo>
                <a:lnTo>
                  <a:pt x="1885950" y="1685925"/>
                </a:lnTo>
                <a:lnTo>
                  <a:pt x="1885950" y="1666875"/>
                </a:lnTo>
                <a:lnTo>
                  <a:pt x="1895475" y="1666875"/>
                </a:lnTo>
                <a:close/>
                <a:moveTo>
                  <a:pt x="762000" y="1666875"/>
                </a:moveTo>
                <a:lnTo>
                  <a:pt x="771525" y="1666875"/>
                </a:lnTo>
                <a:lnTo>
                  <a:pt x="771525" y="1676400"/>
                </a:lnTo>
                <a:lnTo>
                  <a:pt x="762000" y="1676400"/>
                </a:lnTo>
                <a:close/>
                <a:moveTo>
                  <a:pt x="990600" y="1666875"/>
                </a:moveTo>
                <a:lnTo>
                  <a:pt x="1000125" y="1666875"/>
                </a:lnTo>
                <a:lnTo>
                  <a:pt x="1000125" y="1676400"/>
                </a:lnTo>
                <a:lnTo>
                  <a:pt x="990600" y="1676400"/>
                </a:lnTo>
                <a:close/>
                <a:moveTo>
                  <a:pt x="1257300" y="1666875"/>
                </a:moveTo>
                <a:lnTo>
                  <a:pt x="1266825" y="1666875"/>
                </a:lnTo>
                <a:lnTo>
                  <a:pt x="1266825" y="1685925"/>
                </a:lnTo>
                <a:lnTo>
                  <a:pt x="1257300" y="1685925"/>
                </a:lnTo>
                <a:lnTo>
                  <a:pt x="1257300" y="1695450"/>
                </a:lnTo>
                <a:lnTo>
                  <a:pt x="1266825" y="1695450"/>
                </a:lnTo>
                <a:lnTo>
                  <a:pt x="1266825" y="1714500"/>
                </a:lnTo>
                <a:lnTo>
                  <a:pt x="1276350" y="1714500"/>
                </a:lnTo>
                <a:lnTo>
                  <a:pt x="1276350" y="1724025"/>
                </a:lnTo>
                <a:lnTo>
                  <a:pt x="1257300" y="1724025"/>
                </a:lnTo>
                <a:lnTo>
                  <a:pt x="1257300" y="1714500"/>
                </a:lnTo>
                <a:lnTo>
                  <a:pt x="1238250" y="1714500"/>
                </a:lnTo>
                <a:lnTo>
                  <a:pt x="1238250" y="1685925"/>
                </a:lnTo>
                <a:lnTo>
                  <a:pt x="1247775" y="1685925"/>
                </a:lnTo>
                <a:lnTo>
                  <a:pt x="1247775" y="1676400"/>
                </a:lnTo>
                <a:lnTo>
                  <a:pt x="1257300" y="1676400"/>
                </a:lnTo>
                <a:close/>
                <a:moveTo>
                  <a:pt x="2181225" y="1666875"/>
                </a:moveTo>
                <a:lnTo>
                  <a:pt x="2190750" y="1666875"/>
                </a:lnTo>
                <a:lnTo>
                  <a:pt x="2190750" y="1676400"/>
                </a:lnTo>
                <a:lnTo>
                  <a:pt x="2181225" y="1676400"/>
                </a:lnTo>
                <a:close/>
                <a:moveTo>
                  <a:pt x="771525" y="1676400"/>
                </a:moveTo>
                <a:lnTo>
                  <a:pt x="781050" y="1676400"/>
                </a:lnTo>
                <a:lnTo>
                  <a:pt x="781050" y="1685925"/>
                </a:lnTo>
                <a:lnTo>
                  <a:pt x="771525" y="1685925"/>
                </a:lnTo>
                <a:close/>
                <a:moveTo>
                  <a:pt x="2114550" y="1676400"/>
                </a:moveTo>
                <a:lnTo>
                  <a:pt x="2124075" y="1676400"/>
                </a:lnTo>
                <a:lnTo>
                  <a:pt x="2124075" y="1685925"/>
                </a:lnTo>
                <a:lnTo>
                  <a:pt x="2114550" y="1685925"/>
                </a:lnTo>
                <a:close/>
                <a:moveTo>
                  <a:pt x="847725" y="1685925"/>
                </a:moveTo>
                <a:lnTo>
                  <a:pt x="857250" y="1685925"/>
                </a:lnTo>
                <a:lnTo>
                  <a:pt x="857250" y="1695450"/>
                </a:lnTo>
                <a:lnTo>
                  <a:pt x="847725" y="1695450"/>
                </a:lnTo>
                <a:close/>
                <a:moveTo>
                  <a:pt x="1200150" y="1685925"/>
                </a:moveTo>
                <a:lnTo>
                  <a:pt x="1209675" y="1685925"/>
                </a:lnTo>
                <a:lnTo>
                  <a:pt x="1209675" y="1695450"/>
                </a:lnTo>
                <a:lnTo>
                  <a:pt x="1200150" y="1695450"/>
                </a:lnTo>
                <a:close/>
                <a:moveTo>
                  <a:pt x="1276350" y="1685925"/>
                </a:moveTo>
                <a:lnTo>
                  <a:pt x="1304925" y="1685925"/>
                </a:lnTo>
                <a:lnTo>
                  <a:pt x="1304925" y="1695450"/>
                </a:lnTo>
                <a:lnTo>
                  <a:pt x="1276350" y="1695450"/>
                </a:lnTo>
                <a:close/>
                <a:moveTo>
                  <a:pt x="1876425" y="1685925"/>
                </a:moveTo>
                <a:lnTo>
                  <a:pt x="1885950" y="1685925"/>
                </a:lnTo>
                <a:lnTo>
                  <a:pt x="1885950" y="1695450"/>
                </a:lnTo>
                <a:lnTo>
                  <a:pt x="1876425" y="1695450"/>
                </a:lnTo>
                <a:close/>
                <a:moveTo>
                  <a:pt x="2257425" y="1685925"/>
                </a:moveTo>
                <a:lnTo>
                  <a:pt x="2286000" y="1685925"/>
                </a:lnTo>
                <a:lnTo>
                  <a:pt x="2286000" y="1704975"/>
                </a:lnTo>
                <a:lnTo>
                  <a:pt x="2276475" y="1704975"/>
                </a:lnTo>
                <a:lnTo>
                  <a:pt x="2276475" y="1695450"/>
                </a:lnTo>
                <a:lnTo>
                  <a:pt x="2266950" y="1695450"/>
                </a:lnTo>
                <a:lnTo>
                  <a:pt x="2266950" y="1704975"/>
                </a:lnTo>
                <a:lnTo>
                  <a:pt x="2276475" y="1704975"/>
                </a:lnTo>
                <a:lnTo>
                  <a:pt x="2276475" y="1714500"/>
                </a:lnTo>
                <a:lnTo>
                  <a:pt x="2286000" y="1714500"/>
                </a:lnTo>
                <a:lnTo>
                  <a:pt x="2286000" y="1724025"/>
                </a:lnTo>
                <a:lnTo>
                  <a:pt x="2266950" y="1724025"/>
                </a:lnTo>
                <a:lnTo>
                  <a:pt x="2266950" y="1714500"/>
                </a:lnTo>
                <a:lnTo>
                  <a:pt x="2257425" y="1714500"/>
                </a:lnTo>
                <a:close/>
                <a:moveTo>
                  <a:pt x="552450" y="1695450"/>
                </a:moveTo>
                <a:lnTo>
                  <a:pt x="561975" y="1695450"/>
                </a:lnTo>
                <a:lnTo>
                  <a:pt x="561975" y="1704975"/>
                </a:lnTo>
                <a:lnTo>
                  <a:pt x="552450" y="1704975"/>
                </a:lnTo>
                <a:close/>
                <a:moveTo>
                  <a:pt x="857250" y="1695450"/>
                </a:moveTo>
                <a:lnTo>
                  <a:pt x="876300" y="1695450"/>
                </a:lnTo>
                <a:lnTo>
                  <a:pt x="876300" y="1704975"/>
                </a:lnTo>
                <a:lnTo>
                  <a:pt x="885825" y="1704975"/>
                </a:lnTo>
                <a:lnTo>
                  <a:pt x="885825" y="1714500"/>
                </a:lnTo>
                <a:lnTo>
                  <a:pt x="904875" y="1714500"/>
                </a:lnTo>
                <a:lnTo>
                  <a:pt x="904875" y="1733550"/>
                </a:lnTo>
                <a:lnTo>
                  <a:pt x="885825" y="1733550"/>
                </a:lnTo>
                <a:lnTo>
                  <a:pt x="885825" y="1724025"/>
                </a:lnTo>
                <a:lnTo>
                  <a:pt x="857250" y="1724025"/>
                </a:lnTo>
                <a:close/>
                <a:moveTo>
                  <a:pt x="266700" y="1704975"/>
                </a:moveTo>
                <a:lnTo>
                  <a:pt x="276225" y="1704975"/>
                </a:lnTo>
                <a:lnTo>
                  <a:pt x="276225" y="1714500"/>
                </a:lnTo>
                <a:lnTo>
                  <a:pt x="266700" y="1714500"/>
                </a:lnTo>
                <a:close/>
                <a:moveTo>
                  <a:pt x="638175" y="1704975"/>
                </a:moveTo>
                <a:lnTo>
                  <a:pt x="647700" y="1704975"/>
                </a:lnTo>
                <a:lnTo>
                  <a:pt x="647700" y="1714500"/>
                </a:lnTo>
                <a:lnTo>
                  <a:pt x="638175" y="1714500"/>
                </a:lnTo>
                <a:close/>
                <a:moveTo>
                  <a:pt x="2019300" y="1704975"/>
                </a:moveTo>
                <a:lnTo>
                  <a:pt x="2028825" y="1704975"/>
                </a:lnTo>
                <a:lnTo>
                  <a:pt x="2028825" y="1714500"/>
                </a:lnTo>
                <a:lnTo>
                  <a:pt x="2019300" y="1714500"/>
                </a:lnTo>
                <a:close/>
                <a:moveTo>
                  <a:pt x="171450" y="1714500"/>
                </a:moveTo>
                <a:lnTo>
                  <a:pt x="180975" y="1714500"/>
                </a:lnTo>
                <a:lnTo>
                  <a:pt x="180975" y="1724025"/>
                </a:lnTo>
                <a:lnTo>
                  <a:pt x="171450" y="1724025"/>
                </a:lnTo>
                <a:close/>
                <a:moveTo>
                  <a:pt x="190500" y="1714500"/>
                </a:moveTo>
                <a:lnTo>
                  <a:pt x="200025" y="1714500"/>
                </a:lnTo>
                <a:lnTo>
                  <a:pt x="200025" y="1724025"/>
                </a:lnTo>
                <a:lnTo>
                  <a:pt x="190500" y="1724025"/>
                </a:lnTo>
                <a:close/>
                <a:moveTo>
                  <a:pt x="295275" y="1714500"/>
                </a:moveTo>
                <a:lnTo>
                  <a:pt x="304800" y="1714500"/>
                </a:lnTo>
                <a:lnTo>
                  <a:pt x="304800" y="1724025"/>
                </a:lnTo>
                <a:lnTo>
                  <a:pt x="295275" y="1724025"/>
                </a:lnTo>
                <a:close/>
                <a:moveTo>
                  <a:pt x="619125" y="1714500"/>
                </a:moveTo>
                <a:lnTo>
                  <a:pt x="628650" y="1714500"/>
                </a:lnTo>
                <a:lnTo>
                  <a:pt x="628650" y="1724025"/>
                </a:lnTo>
                <a:lnTo>
                  <a:pt x="619125" y="1724025"/>
                </a:lnTo>
                <a:close/>
                <a:moveTo>
                  <a:pt x="914400" y="1714500"/>
                </a:moveTo>
                <a:lnTo>
                  <a:pt x="923925" y="1714500"/>
                </a:lnTo>
                <a:lnTo>
                  <a:pt x="923925" y="1724025"/>
                </a:lnTo>
                <a:lnTo>
                  <a:pt x="942975" y="1724025"/>
                </a:lnTo>
                <a:lnTo>
                  <a:pt x="942975" y="1733550"/>
                </a:lnTo>
                <a:lnTo>
                  <a:pt x="962025" y="1733550"/>
                </a:lnTo>
                <a:lnTo>
                  <a:pt x="962025" y="1752600"/>
                </a:lnTo>
                <a:lnTo>
                  <a:pt x="923925" y="1752600"/>
                </a:lnTo>
                <a:lnTo>
                  <a:pt x="923925" y="1733550"/>
                </a:lnTo>
                <a:lnTo>
                  <a:pt x="914400" y="1733550"/>
                </a:lnTo>
                <a:close/>
                <a:moveTo>
                  <a:pt x="1133475" y="1714500"/>
                </a:moveTo>
                <a:lnTo>
                  <a:pt x="1143000" y="1714500"/>
                </a:lnTo>
                <a:lnTo>
                  <a:pt x="1143000" y="1724025"/>
                </a:lnTo>
                <a:lnTo>
                  <a:pt x="1133475" y="1724025"/>
                </a:lnTo>
                <a:close/>
                <a:moveTo>
                  <a:pt x="2009775" y="1714500"/>
                </a:moveTo>
                <a:lnTo>
                  <a:pt x="2019300" y="1714500"/>
                </a:lnTo>
                <a:lnTo>
                  <a:pt x="2019300" y="1724025"/>
                </a:lnTo>
                <a:lnTo>
                  <a:pt x="2009775" y="1724025"/>
                </a:lnTo>
                <a:close/>
                <a:moveTo>
                  <a:pt x="2028825" y="1714500"/>
                </a:moveTo>
                <a:lnTo>
                  <a:pt x="2047875" y="1714500"/>
                </a:lnTo>
                <a:lnTo>
                  <a:pt x="2047875" y="1724025"/>
                </a:lnTo>
                <a:lnTo>
                  <a:pt x="2028825" y="1724025"/>
                </a:lnTo>
                <a:close/>
                <a:moveTo>
                  <a:pt x="2190750" y="1714500"/>
                </a:moveTo>
                <a:lnTo>
                  <a:pt x="2200275" y="1714500"/>
                </a:lnTo>
                <a:lnTo>
                  <a:pt x="2200275" y="1724025"/>
                </a:lnTo>
                <a:lnTo>
                  <a:pt x="2190750" y="1724025"/>
                </a:lnTo>
                <a:close/>
                <a:moveTo>
                  <a:pt x="219075" y="1724025"/>
                </a:moveTo>
                <a:lnTo>
                  <a:pt x="228600" y="1724025"/>
                </a:lnTo>
                <a:lnTo>
                  <a:pt x="228600" y="1752600"/>
                </a:lnTo>
                <a:lnTo>
                  <a:pt x="209550" y="1752600"/>
                </a:lnTo>
                <a:lnTo>
                  <a:pt x="209550" y="1771650"/>
                </a:lnTo>
                <a:lnTo>
                  <a:pt x="200025" y="1771650"/>
                </a:lnTo>
                <a:lnTo>
                  <a:pt x="200025" y="1743075"/>
                </a:lnTo>
                <a:lnTo>
                  <a:pt x="219075" y="1743075"/>
                </a:lnTo>
                <a:close/>
                <a:moveTo>
                  <a:pt x="266700" y="1724025"/>
                </a:moveTo>
                <a:lnTo>
                  <a:pt x="276225" y="1724025"/>
                </a:lnTo>
                <a:lnTo>
                  <a:pt x="276225" y="1733550"/>
                </a:lnTo>
                <a:lnTo>
                  <a:pt x="266700" y="1733550"/>
                </a:lnTo>
                <a:close/>
                <a:moveTo>
                  <a:pt x="476250" y="1724025"/>
                </a:moveTo>
                <a:lnTo>
                  <a:pt x="485775" y="1724025"/>
                </a:lnTo>
                <a:lnTo>
                  <a:pt x="485775" y="1733550"/>
                </a:lnTo>
                <a:lnTo>
                  <a:pt x="476250" y="1733550"/>
                </a:lnTo>
                <a:close/>
                <a:moveTo>
                  <a:pt x="495300" y="1724025"/>
                </a:moveTo>
                <a:lnTo>
                  <a:pt x="504825" y="1724025"/>
                </a:lnTo>
                <a:lnTo>
                  <a:pt x="504825" y="1733550"/>
                </a:lnTo>
                <a:lnTo>
                  <a:pt x="514350" y="1733550"/>
                </a:lnTo>
                <a:lnTo>
                  <a:pt x="514350" y="1743075"/>
                </a:lnTo>
                <a:lnTo>
                  <a:pt x="504825" y="1743075"/>
                </a:lnTo>
                <a:lnTo>
                  <a:pt x="504825" y="1752600"/>
                </a:lnTo>
                <a:lnTo>
                  <a:pt x="495300" y="1752600"/>
                </a:lnTo>
                <a:lnTo>
                  <a:pt x="495300" y="1762125"/>
                </a:lnTo>
                <a:lnTo>
                  <a:pt x="485775" y="1762125"/>
                </a:lnTo>
                <a:lnTo>
                  <a:pt x="485775" y="1733550"/>
                </a:lnTo>
                <a:lnTo>
                  <a:pt x="495300" y="1733550"/>
                </a:lnTo>
                <a:close/>
                <a:moveTo>
                  <a:pt x="1085850" y="1724025"/>
                </a:moveTo>
                <a:lnTo>
                  <a:pt x="1095375" y="1724025"/>
                </a:lnTo>
                <a:lnTo>
                  <a:pt x="1095375" y="1733550"/>
                </a:lnTo>
                <a:lnTo>
                  <a:pt x="1114425" y="1733550"/>
                </a:lnTo>
                <a:lnTo>
                  <a:pt x="1114425" y="1762125"/>
                </a:lnTo>
                <a:lnTo>
                  <a:pt x="1095375" y="1762125"/>
                </a:lnTo>
                <a:lnTo>
                  <a:pt x="1095375" y="1752600"/>
                </a:lnTo>
                <a:lnTo>
                  <a:pt x="1085850" y="1752600"/>
                </a:lnTo>
                <a:close/>
                <a:moveTo>
                  <a:pt x="1647825" y="1724025"/>
                </a:moveTo>
                <a:lnTo>
                  <a:pt x="1657350" y="1724025"/>
                </a:lnTo>
                <a:lnTo>
                  <a:pt x="1657350" y="1733550"/>
                </a:lnTo>
                <a:lnTo>
                  <a:pt x="1647825" y="1733550"/>
                </a:lnTo>
                <a:close/>
                <a:moveTo>
                  <a:pt x="2019300" y="1724025"/>
                </a:moveTo>
                <a:lnTo>
                  <a:pt x="2028825" y="1724025"/>
                </a:lnTo>
                <a:lnTo>
                  <a:pt x="2028825" y="1733550"/>
                </a:lnTo>
                <a:lnTo>
                  <a:pt x="2019300" y="1733550"/>
                </a:lnTo>
                <a:close/>
                <a:moveTo>
                  <a:pt x="2181225" y="1724025"/>
                </a:moveTo>
                <a:lnTo>
                  <a:pt x="2190750" y="1724025"/>
                </a:lnTo>
                <a:lnTo>
                  <a:pt x="2190750" y="1743075"/>
                </a:lnTo>
                <a:lnTo>
                  <a:pt x="2200275" y="1743075"/>
                </a:lnTo>
                <a:lnTo>
                  <a:pt x="2200275" y="1733550"/>
                </a:lnTo>
                <a:lnTo>
                  <a:pt x="2209800" y="1733550"/>
                </a:lnTo>
                <a:lnTo>
                  <a:pt x="2209800" y="1743075"/>
                </a:lnTo>
                <a:lnTo>
                  <a:pt x="2200275" y="1743075"/>
                </a:lnTo>
                <a:lnTo>
                  <a:pt x="2200275" y="1752600"/>
                </a:lnTo>
                <a:lnTo>
                  <a:pt x="2181225" y="1752600"/>
                </a:lnTo>
                <a:lnTo>
                  <a:pt x="2181225" y="1743075"/>
                </a:lnTo>
                <a:lnTo>
                  <a:pt x="2171700" y="1743075"/>
                </a:lnTo>
                <a:lnTo>
                  <a:pt x="2171700" y="1733550"/>
                </a:lnTo>
                <a:lnTo>
                  <a:pt x="2181225" y="1733550"/>
                </a:lnTo>
                <a:close/>
                <a:moveTo>
                  <a:pt x="1152525" y="1733550"/>
                </a:moveTo>
                <a:lnTo>
                  <a:pt x="1171575" y="1733550"/>
                </a:lnTo>
                <a:lnTo>
                  <a:pt x="1171575" y="1743075"/>
                </a:lnTo>
                <a:lnTo>
                  <a:pt x="1162050" y="1743075"/>
                </a:lnTo>
                <a:lnTo>
                  <a:pt x="1162050" y="1762125"/>
                </a:lnTo>
                <a:lnTo>
                  <a:pt x="1152525" y="1762125"/>
                </a:lnTo>
                <a:close/>
                <a:moveTo>
                  <a:pt x="1638300" y="1733550"/>
                </a:moveTo>
                <a:lnTo>
                  <a:pt x="1647825" y="1733550"/>
                </a:lnTo>
                <a:lnTo>
                  <a:pt x="1647825" y="1752600"/>
                </a:lnTo>
                <a:lnTo>
                  <a:pt x="1657350" y="1752600"/>
                </a:lnTo>
                <a:lnTo>
                  <a:pt x="1657350" y="1762125"/>
                </a:lnTo>
                <a:lnTo>
                  <a:pt x="1628775" y="1762125"/>
                </a:lnTo>
                <a:lnTo>
                  <a:pt x="1628775" y="1752600"/>
                </a:lnTo>
                <a:lnTo>
                  <a:pt x="1619250" y="1752600"/>
                </a:lnTo>
                <a:lnTo>
                  <a:pt x="1619250" y="1743075"/>
                </a:lnTo>
                <a:lnTo>
                  <a:pt x="1628775" y="1743075"/>
                </a:lnTo>
                <a:lnTo>
                  <a:pt x="1628775" y="1752600"/>
                </a:lnTo>
                <a:lnTo>
                  <a:pt x="1638300" y="1752600"/>
                </a:lnTo>
                <a:close/>
                <a:moveTo>
                  <a:pt x="876300" y="1752600"/>
                </a:moveTo>
                <a:lnTo>
                  <a:pt x="885825" y="1752600"/>
                </a:lnTo>
                <a:lnTo>
                  <a:pt x="885825" y="1762125"/>
                </a:lnTo>
                <a:lnTo>
                  <a:pt x="876300" y="1762125"/>
                </a:lnTo>
                <a:close/>
                <a:moveTo>
                  <a:pt x="1571625" y="1752600"/>
                </a:moveTo>
                <a:lnTo>
                  <a:pt x="1590675" y="1752600"/>
                </a:lnTo>
                <a:lnTo>
                  <a:pt x="1590675" y="1762125"/>
                </a:lnTo>
                <a:lnTo>
                  <a:pt x="1571625" y="1762125"/>
                </a:lnTo>
                <a:close/>
                <a:moveTo>
                  <a:pt x="1057275" y="1762125"/>
                </a:moveTo>
                <a:lnTo>
                  <a:pt x="1066800" y="1762125"/>
                </a:lnTo>
                <a:lnTo>
                  <a:pt x="1066800" y="1781175"/>
                </a:lnTo>
                <a:lnTo>
                  <a:pt x="1047750" y="1781175"/>
                </a:lnTo>
                <a:lnTo>
                  <a:pt x="1047750" y="1771650"/>
                </a:lnTo>
                <a:lnTo>
                  <a:pt x="1057275" y="1771650"/>
                </a:lnTo>
                <a:close/>
                <a:moveTo>
                  <a:pt x="1619250" y="1762125"/>
                </a:moveTo>
                <a:lnTo>
                  <a:pt x="1628775" y="1762125"/>
                </a:lnTo>
                <a:lnTo>
                  <a:pt x="1628775" y="1771650"/>
                </a:lnTo>
                <a:lnTo>
                  <a:pt x="1657350" y="1771650"/>
                </a:lnTo>
                <a:lnTo>
                  <a:pt x="1657350" y="1762125"/>
                </a:lnTo>
                <a:lnTo>
                  <a:pt x="1666875" y="1762125"/>
                </a:lnTo>
                <a:lnTo>
                  <a:pt x="1666875" y="1771650"/>
                </a:lnTo>
                <a:lnTo>
                  <a:pt x="1695450" y="1771650"/>
                </a:lnTo>
                <a:lnTo>
                  <a:pt x="1695450" y="1781175"/>
                </a:lnTo>
                <a:lnTo>
                  <a:pt x="1685925" y="1781175"/>
                </a:lnTo>
                <a:lnTo>
                  <a:pt x="1685925" y="1790700"/>
                </a:lnTo>
                <a:lnTo>
                  <a:pt x="1676400" y="1790700"/>
                </a:lnTo>
                <a:lnTo>
                  <a:pt x="1676400" y="1828800"/>
                </a:lnTo>
                <a:lnTo>
                  <a:pt x="1666875" y="1828800"/>
                </a:lnTo>
                <a:lnTo>
                  <a:pt x="1666875" y="1809750"/>
                </a:lnTo>
                <a:lnTo>
                  <a:pt x="1657350" y="1809750"/>
                </a:lnTo>
                <a:lnTo>
                  <a:pt x="1657350" y="1781175"/>
                </a:lnTo>
                <a:lnTo>
                  <a:pt x="1647825" y="1781175"/>
                </a:lnTo>
                <a:lnTo>
                  <a:pt x="1647825" y="1800225"/>
                </a:lnTo>
                <a:lnTo>
                  <a:pt x="1628775" y="1800225"/>
                </a:lnTo>
                <a:lnTo>
                  <a:pt x="1628775" y="1781175"/>
                </a:lnTo>
                <a:lnTo>
                  <a:pt x="1619250" y="1781175"/>
                </a:lnTo>
                <a:close/>
                <a:moveTo>
                  <a:pt x="361950" y="1771650"/>
                </a:moveTo>
                <a:lnTo>
                  <a:pt x="371475" y="1771650"/>
                </a:lnTo>
                <a:lnTo>
                  <a:pt x="371475" y="1781175"/>
                </a:lnTo>
                <a:lnTo>
                  <a:pt x="381000" y="1781175"/>
                </a:lnTo>
                <a:lnTo>
                  <a:pt x="381000" y="1800225"/>
                </a:lnTo>
                <a:lnTo>
                  <a:pt x="390525" y="1800225"/>
                </a:lnTo>
                <a:lnTo>
                  <a:pt x="390525" y="1809750"/>
                </a:lnTo>
                <a:lnTo>
                  <a:pt x="371475" y="1809750"/>
                </a:lnTo>
                <a:lnTo>
                  <a:pt x="371475" y="1800225"/>
                </a:lnTo>
                <a:lnTo>
                  <a:pt x="361950" y="1800225"/>
                </a:lnTo>
                <a:close/>
                <a:moveTo>
                  <a:pt x="1457325" y="1781175"/>
                </a:moveTo>
                <a:lnTo>
                  <a:pt x="1466850" y="1781175"/>
                </a:lnTo>
                <a:lnTo>
                  <a:pt x="1466850" y="1809750"/>
                </a:lnTo>
                <a:lnTo>
                  <a:pt x="1485900" y="1809750"/>
                </a:lnTo>
                <a:lnTo>
                  <a:pt x="1485900" y="1828800"/>
                </a:lnTo>
                <a:lnTo>
                  <a:pt x="1466850" y="1828800"/>
                </a:lnTo>
                <a:lnTo>
                  <a:pt x="1466850" y="1819275"/>
                </a:lnTo>
                <a:lnTo>
                  <a:pt x="1457325" y="1819275"/>
                </a:lnTo>
                <a:lnTo>
                  <a:pt x="1457325" y="1809750"/>
                </a:lnTo>
                <a:lnTo>
                  <a:pt x="1447800" y="1809750"/>
                </a:lnTo>
                <a:lnTo>
                  <a:pt x="1447800" y="1800225"/>
                </a:lnTo>
                <a:lnTo>
                  <a:pt x="1419225" y="1800225"/>
                </a:lnTo>
                <a:lnTo>
                  <a:pt x="1419225" y="1790700"/>
                </a:lnTo>
                <a:lnTo>
                  <a:pt x="1457325" y="1790700"/>
                </a:lnTo>
                <a:close/>
                <a:moveTo>
                  <a:pt x="200025" y="1790700"/>
                </a:moveTo>
                <a:lnTo>
                  <a:pt x="209550" y="1790700"/>
                </a:lnTo>
                <a:lnTo>
                  <a:pt x="209550" y="1800225"/>
                </a:lnTo>
                <a:lnTo>
                  <a:pt x="200025" y="1800225"/>
                </a:lnTo>
                <a:close/>
                <a:moveTo>
                  <a:pt x="1000125" y="1790700"/>
                </a:moveTo>
                <a:lnTo>
                  <a:pt x="1038225" y="1790700"/>
                </a:lnTo>
                <a:lnTo>
                  <a:pt x="1038225" y="1800225"/>
                </a:lnTo>
                <a:lnTo>
                  <a:pt x="1028700" y="1800225"/>
                </a:lnTo>
                <a:lnTo>
                  <a:pt x="1028700" y="1809750"/>
                </a:lnTo>
                <a:lnTo>
                  <a:pt x="990600" y="1809750"/>
                </a:lnTo>
                <a:lnTo>
                  <a:pt x="990600" y="1800225"/>
                </a:lnTo>
                <a:lnTo>
                  <a:pt x="1000125" y="1800225"/>
                </a:lnTo>
                <a:close/>
                <a:moveTo>
                  <a:pt x="1076325" y="1790700"/>
                </a:moveTo>
                <a:lnTo>
                  <a:pt x="1085850" y="1790700"/>
                </a:lnTo>
                <a:lnTo>
                  <a:pt x="1085850" y="1800225"/>
                </a:lnTo>
                <a:lnTo>
                  <a:pt x="1076325" y="1800225"/>
                </a:lnTo>
                <a:close/>
                <a:moveTo>
                  <a:pt x="1685925" y="1790700"/>
                </a:moveTo>
                <a:lnTo>
                  <a:pt x="1695450" y="1790700"/>
                </a:lnTo>
                <a:lnTo>
                  <a:pt x="1695450" y="1819275"/>
                </a:lnTo>
                <a:lnTo>
                  <a:pt x="1685925" y="1819275"/>
                </a:lnTo>
                <a:close/>
                <a:moveTo>
                  <a:pt x="2066925" y="1790700"/>
                </a:moveTo>
                <a:lnTo>
                  <a:pt x="2076450" y="1790700"/>
                </a:lnTo>
                <a:lnTo>
                  <a:pt x="2076450" y="1800225"/>
                </a:lnTo>
                <a:lnTo>
                  <a:pt x="2066925" y="1800225"/>
                </a:lnTo>
                <a:close/>
                <a:moveTo>
                  <a:pt x="2085975" y="1790700"/>
                </a:moveTo>
                <a:lnTo>
                  <a:pt x="2095500" y="1790700"/>
                </a:lnTo>
                <a:lnTo>
                  <a:pt x="2095500" y="1800225"/>
                </a:lnTo>
                <a:lnTo>
                  <a:pt x="2114550" y="1800225"/>
                </a:lnTo>
                <a:lnTo>
                  <a:pt x="2114550" y="1790700"/>
                </a:lnTo>
                <a:lnTo>
                  <a:pt x="2162175" y="1790700"/>
                </a:lnTo>
                <a:lnTo>
                  <a:pt x="2162175" y="1800225"/>
                </a:lnTo>
                <a:lnTo>
                  <a:pt x="2152650" y="1800225"/>
                </a:lnTo>
                <a:lnTo>
                  <a:pt x="2152650" y="1809750"/>
                </a:lnTo>
                <a:lnTo>
                  <a:pt x="2143125" y="1809750"/>
                </a:lnTo>
                <a:lnTo>
                  <a:pt x="2143125" y="1800225"/>
                </a:lnTo>
                <a:lnTo>
                  <a:pt x="2133600" y="1800225"/>
                </a:lnTo>
                <a:lnTo>
                  <a:pt x="2133600" y="1809750"/>
                </a:lnTo>
                <a:lnTo>
                  <a:pt x="2085975" y="1809750"/>
                </a:lnTo>
                <a:lnTo>
                  <a:pt x="2085975" y="1819275"/>
                </a:lnTo>
                <a:lnTo>
                  <a:pt x="2076450" y="1819275"/>
                </a:lnTo>
                <a:lnTo>
                  <a:pt x="2076450" y="1800225"/>
                </a:lnTo>
                <a:lnTo>
                  <a:pt x="2085975" y="1800225"/>
                </a:lnTo>
                <a:close/>
                <a:moveTo>
                  <a:pt x="152400" y="1800225"/>
                </a:moveTo>
                <a:lnTo>
                  <a:pt x="171450" y="1800225"/>
                </a:lnTo>
                <a:lnTo>
                  <a:pt x="171450" y="1809750"/>
                </a:lnTo>
                <a:lnTo>
                  <a:pt x="180975" y="1809750"/>
                </a:lnTo>
                <a:lnTo>
                  <a:pt x="180975" y="1819275"/>
                </a:lnTo>
                <a:lnTo>
                  <a:pt x="142875" y="1819275"/>
                </a:lnTo>
                <a:lnTo>
                  <a:pt x="142875" y="1809750"/>
                </a:lnTo>
                <a:lnTo>
                  <a:pt x="152400" y="1809750"/>
                </a:lnTo>
                <a:close/>
                <a:moveTo>
                  <a:pt x="1085850" y="1800225"/>
                </a:moveTo>
                <a:lnTo>
                  <a:pt x="1095375" y="1800225"/>
                </a:lnTo>
                <a:lnTo>
                  <a:pt x="1095375" y="1819275"/>
                </a:lnTo>
                <a:lnTo>
                  <a:pt x="1085850" y="1819275"/>
                </a:lnTo>
                <a:close/>
                <a:moveTo>
                  <a:pt x="1133475" y="1800225"/>
                </a:moveTo>
                <a:lnTo>
                  <a:pt x="1143000" y="1800225"/>
                </a:lnTo>
                <a:lnTo>
                  <a:pt x="1143000" y="1809750"/>
                </a:lnTo>
                <a:lnTo>
                  <a:pt x="1133475" y="1809750"/>
                </a:lnTo>
                <a:close/>
                <a:moveTo>
                  <a:pt x="390525" y="1809750"/>
                </a:moveTo>
                <a:lnTo>
                  <a:pt x="400050" y="1809750"/>
                </a:lnTo>
                <a:lnTo>
                  <a:pt x="400050" y="1819275"/>
                </a:lnTo>
                <a:lnTo>
                  <a:pt x="390525" y="1819275"/>
                </a:lnTo>
                <a:close/>
                <a:moveTo>
                  <a:pt x="1495425" y="1809750"/>
                </a:moveTo>
                <a:lnTo>
                  <a:pt x="1504950" y="1809750"/>
                </a:lnTo>
                <a:lnTo>
                  <a:pt x="1504950" y="1828800"/>
                </a:lnTo>
                <a:lnTo>
                  <a:pt x="1495425" y="1828800"/>
                </a:lnTo>
                <a:close/>
                <a:moveTo>
                  <a:pt x="1009650" y="1819275"/>
                </a:moveTo>
                <a:lnTo>
                  <a:pt x="1019175" y="1819275"/>
                </a:lnTo>
                <a:lnTo>
                  <a:pt x="1019175" y="1828800"/>
                </a:lnTo>
                <a:lnTo>
                  <a:pt x="1009650" y="1828800"/>
                </a:lnTo>
                <a:close/>
                <a:moveTo>
                  <a:pt x="1114425" y="1819275"/>
                </a:moveTo>
                <a:lnTo>
                  <a:pt x="1123950" y="1819275"/>
                </a:lnTo>
                <a:lnTo>
                  <a:pt x="1123950" y="1828800"/>
                </a:lnTo>
                <a:lnTo>
                  <a:pt x="1114425" y="1828800"/>
                </a:lnTo>
                <a:close/>
                <a:moveTo>
                  <a:pt x="2057400" y="1828800"/>
                </a:moveTo>
                <a:lnTo>
                  <a:pt x="2066925" y="1828800"/>
                </a:lnTo>
                <a:lnTo>
                  <a:pt x="2066925" y="1847850"/>
                </a:lnTo>
                <a:lnTo>
                  <a:pt x="2057400" y="1847850"/>
                </a:lnTo>
                <a:close/>
                <a:moveTo>
                  <a:pt x="1676400" y="1838325"/>
                </a:moveTo>
                <a:lnTo>
                  <a:pt x="1704975" y="1838325"/>
                </a:lnTo>
                <a:lnTo>
                  <a:pt x="1704975" y="1876425"/>
                </a:lnTo>
                <a:lnTo>
                  <a:pt x="1685925" y="1876425"/>
                </a:lnTo>
                <a:lnTo>
                  <a:pt x="1685925" y="1857375"/>
                </a:lnTo>
                <a:lnTo>
                  <a:pt x="1676400" y="1857375"/>
                </a:lnTo>
                <a:close/>
                <a:moveTo>
                  <a:pt x="409575" y="1857375"/>
                </a:moveTo>
                <a:lnTo>
                  <a:pt x="419100" y="1857375"/>
                </a:lnTo>
                <a:lnTo>
                  <a:pt x="419100" y="1876425"/>
                </a:lnTo>
                <a:lnTo>
                  <a:pt x="409575" y="1876425"/>
                </a:lnTo>
                <a:close/>
                <a:moveTo>
                  <a:pt x="2095500" y="1857375"/>
                </a:moveTo>
                <a:lnTo>
                  <a:pt x="2114550" y="1857375"/>
                </a:lnTo>
                <a:lnTo>
                  <a:pt x="2114550" y="1866900"/>
                </a:lnTo>
                <a:lnTo>
                  <a:pt x="2095500" y="1866900"/>
                </a:lnTo>
                <a:close/>
                <a:moveTo>
                  <a:pt x="2447925" y="1857375"/>
                </a:moveTo>
                <a:lnTo>
                  <a:pt x="2457450" y="1857375"/>
                </a:lnTo>
                <a:lnTo>
                  <a:pt x="2457450" y="1876425"/>
                </a:lnTo>
                <a:lnTo>
                  <a:pt x="2447925" y="1876425"/>
                </a:lnTo>
                <a:close/>
                <a:moveTo>
                  <a:pt x="209550" y="1866900"/>
                </a:moveTo>
                <a:lnTo>
                  <a:pt x="238125" y="1866900"/>
                </a:lnTo>
                <a:lnTo>
                  <a:pt x="238125" y="1905000"/>
                </a:lnTo>
                <a:lnTo>
                  <a:pt x="228600" y="1905000"/>
                </a:lnTo>
                <a:lnTo>
                  <a:pt x="228600" y="1895475"/>
                </a:lnTo>
                <a:lnTo>
                  <a:pt x="200025" y="1895475"/>
                </a:lnTo>
                <a:lnTo>
                  <a:pt x="200025" y="1905000"/>
                </a:lnTo>
                <a:lnTo>
                  <a:pt x="190500" y="1905000"/>
                </a:lnTo>
                <a:lnTo>
                  <a:pt x="190500" y="1885950"/>
                </a:lnTo>
                <a:lnTo>
                  <a:pt x="200025" y="1885950"/>
                </a:lnTo>
                <a:lnTo>
                  <a:pt x="200025" y="1876425"/>
                </a:lnTo>
                <a:lnTo>
                  <a:pt x="209550" y="1876425"/>
                </a:lnTo>
                <a:close/>
                <a:moveTo>
                  <a:pt x="800100" y="1866900"/>
                </a:moveTo>
                <a:lnTo>
                  <a:pt x="828675" y="1866900"/>
                </a:lnTo>
                <a:lnTo>
                  <a:pt x="828675" y="1876425"/>
                </a:lnTo>
                <a:lnTo>
                  <a:pt x="800100" y="1876425"/>
                </a:lnTo>
                <a:close/>
                <a:moveTo>
                  <a:pt x="1390650" y="1866900"/>
                </a:moveTo>
                <a:lnTo>
                  <a:pt x="1400175" y="1866900"/>
                </a:lnTo>
                <a:lnTo>
                  <a:pt x="1400175" y="1876425"/>
                </a:lnTo>
                <a:lnTo>
                  <a:pt x="1390650" y="1876425"/>
                </a:lnTo>
                <a:close/>
                <a:moveTo>
                  <a:pt x="2085975" y="1866900"/>
                </a:moveTo>
                <a:lnTo>
                  <a:pt x="2095500" y="1866900"/>
                </a:lnTo>
                <a:lnTo>
                  <a:pt x="2095500" y="1876425"/>
                </a:lnTo>
                <a:lnTo>
                  <a:pt x="2085975" y="1876425"/>
                </a:lnTo>
                <a:close/>
                <a:moveTo>
                  <a:pt x="2419350" y="1866900"/>
                </a:moveTo>
                <a:lnTo>
                  <a:pt x="2428875" y="1866900"/>
                </a:lnTo>
                <a:lnTo>
                  <a:pt x="2428875" y="1895475"/>
                </a:lnTo>
                <a:lnTo>
                  <a:pt x="2438400" y="1895475"/>
                </a:lnTo>
                <a:lnTo>
                  <a:pt x="2438400" y="1905000"/>
                </a:lnTo>
                <a:lnTo>
                  <a:pt x="2457450" y="1905000"/>
                </a:lnTo>
                <a:lnTo>
                  <a:pt x="2457450" y="1924050"/>
                </a:lnTo>
                <a:lnTo>
                  <a:pt x="2438400" y="1924050"/>
                </a:lnTo>
                <a:lnTo>
                  <a:pt x="2438400" y="1914525"/>
                </a:lnTo>
                <a:lnTo>
                  <a:pt x="2409825" y="1914525"/>
                </a:lnTo>
                <a:lnTo>
                  <a:pt x="2409825" y="1876425"/>
                </a:lnTo>
                <a:lnTo>
                  <a:pt x="2419350" y="1876425"/>
                </a:lnTo>
                <a:close/>
                <a:moveTo>
                  <a:pt x="400050" y="1876425"/>
                </a:moveTo>
                <a:lnTo>
                  <a:pt x="409575" y="1876425"/>
                </a:lnTo>
                <a:lnTo>
                  <a:pt x="409575" y="1885950"/>
                </a:lnTo>
                <a:lnTo>
                  <a:pt x="419100" y="1885950"/>
                </a:lnTo>
                <a:lnTo>
                  <a:pt x="419100" y="1914525"/>
                </a:lnTo>
                <a:lnTo>
                  <a:pt x="428625" y="1914525"/>
                </a:lnTo>
                <a:lnTo>
                  <a:pt x="428625" y="1924050"/>
                </a:lnTo>
                <a:lnTo>
                  <a:pt x="419100" y="1924050"/>
                </a:lnTo>
                <a:lnTo>
                  <a:pt x="419100" y="1933575"/>
                </a:lnTo>
                <a:lnTo>
                  <a:pt x="438150" y="1933575"/>
                </a:lnTo>
                <a:lnTo>
                  <a:pt x="438150" y="1943100"/>
                </a:lnTo>
                <a:lnTo>
                  <a:pt x="409575" y="1943100"/>
                </a:lnTo>
                <a:lnTo>
                  <a:pt x="409575" y="1905000"/>
                </a:lnTo>
                <a:lnTo>
                  <a:pt x="400050" y="1905000"/>
                </a:lnTo>
                <a:close/>
                <a:moveTo>
                  <a:pt x="723900" y="1876425"/>
                </a:moveTo>
                <a:lnTo>
                  <a:pt x="752475" y="1876425"/>
                </a:lnTo>
                <a:lnTo>
                  <a:pt x="752475" y="1895475"/>
                </a:lnTo>
                <a:lnTo>
                  <a:pt x="742950" y="1895475"/>
                </a:lnTo>
                <a:lnTo>
                  <a:pt x="742950" y="1905000"/>
                </a:lnTo>
                <a:lnTo>
                  <a:pt x="733425" y="1905000"/>
                </a:lnTo>
                <a:lnTo>
                  <a:pt x="733425" y="1885950"/>
                </a:lnTo>
                <a:lnTo>
                  <a:pt x="723900" y="1885950"/>
                </a:lnTo>
                <a:close/>
                <a:moveTo>
                  <a:pt x="781050" y="1876425"/>
                </a:moveTo>
                <a:lnTo>
                  <a:pt x="800100" y="1876425"/>
                </a:lnTo>
                <a:lnTo>
                  <a:pt x="800100" y="1885950"/>
                </a:lnTo>
                <a:lnTo>
                  <a:pt x="781050" y="1885950"/>
                </a:lnTo>
                <a:close/>
                <a:moveTo>
                  <a:pt x="1228725" y="1876425"/>
                </a:moveTo>
                <a:lnTo>
                  <a:pt x="1238250" y="1876425"/>
                </a:lnTo>
                <a:lnTo>
                  <a:pt x="1238250" y="1895475"/>
                </a:lnTo>
                <a:lnTo>
                  <a:pt x="1247775" y="1895475"/>
                </a:lnTo>
                <a:lnTo>
                  <a:pt x="1247775" y="1905000"/>
                </a:lnTo>
                <a:lnTo>
                  <a:pt x="1238250" y="1905000"/>
                </a:lnTo>
                <a:lnTo>
                  <a:pt x="1238250" y="1914525"/>
                </a:lnTo>
                <a:lnTo>
                  <a:pt x="1209675" y="1914525"/>
                </a:lnTo>
                <a:lnTo>
                  <a:pt x="1209675" y="1905000"/>
                </a:lnTo>
                <a:lnTo>
                  <a:pt x="1200150" y="1905000"/>
                </a:lnTo>
                <a:lnTo>
                  <a:pt x="1200150" y="1895475"/>
                </a:lnTo>
                <a:lnTo>
                  <a:pt x="1219200" y="1895475"/>
                </a:lnTo>
                <a:lnTo>
                  <a:pt x="1219200" y="1885950"/>
                </a:lnTo>
                <a:lnTo>
                  <a:pt x="1228725" y="1885950"/>
                </a:lnTo>
                <a:close/>
                <a:moveTo>
                  <a:pt x="1381125" y="1876425"/>
                </a:moveTo>
                <a:lnTo>
                  <a:pt x="1390650" y="1876425"/>
                </a:lnTo>
                <a:lnTo>
                  <a:pt x="1390650" y="1885950"/>
                </a:lnTo>
                <a:lnTo>
                  <a:pt x="1381125" y="1885950"/>
                </a:lnTo>
                <a:close/>
                <a:moveTo>
                  <a:pt x="1704975" y="1876425"/>
                </a:moveTo>
                <a:lnTo>
                  <a:pt x="1714500" y="1876425"/>
                </a:lnTo>
                <a:lnTo>
                  <a:pt x="1714500" y="1885950"/>
                </a:lnTo>
                <a:lnTo>
                  <a:pt x="1704975" y="1885950"/>
                </a:lnTo>
                <a:close/>
                <a:moveTo>
                  <a:pt x="57150" y="1885950"/>
                </a:moveTo>
                <a:lnTo>
                  <a:pt x="66675" y="1885950"/>
                </a:lnTo>
                <a:lnTo>
                  <a:pt x="66675" y="1895475"/>
                </a:lnTo>
                <a:lnTo>
                  <a:pt x="76200" y="1895475"/>
                </a:lnTo>
                <a:lnTo>
                  <a:pt x="76200" y="1914525"/>
                </a:lnTo>
                <a:lnTo>
                  <a:pt x="66675" y="1914525"/>
                </a:lnTo>
                <a:lnTo>
                  <a:pt x="66675" y="1905000"/>
                </a:lnTo>
                <a:lnTo>
                  <a:pt x="57150" y="1905000"/>
                </a:lnTo>
                <a:lnTo>
                  <a:pt x="57150" y="1914525"/>
                </a:lnTo>
                <a:lnTo>
                  <a:pt x="47625" y="1914525"/>
                </a:lnTo>
                <a:lnTo>
                  <a:pt x="47625" y="1933575"/>
                </a:lnTo>
                <a:lnTo>
                  <a:pt x="38100" y="1933575"/>
                </a:lnTo>
                <a:lnTo>
                  <a:pt x="38100" y="1905000"/>
                </a:lnTo>
                <a:lnTo>
                  <a:pt x="47625" y="1905000"/>
                </a:lnTo>
                <a:lnTo>
                  <a:pt x="47625" y="1895475"/>
                </a:lnTo>
                <a:lnTo>
                  <a:pt x="57150" y="1895475"/>
                </a:lnTo>
                <a:close/>
                <a:moveTo>
                  <a:pt x="219075" y="1885950"/>
                </a:moveTo>
                <a:lnTo>
                  <a:pt x="228600" y="1885950"/>
                </a:lnTo>
                <a:lnTo>
                  <a:pt x="228600" y="1876425"/>
                </a:lnTo>
                <a:lnTo>
                  <a:pt x="219075" y="1876425"/>
                </a:lnTo>
                <a:close/>
                <a:moveTo>
                  <a:pt x="762000" y="1885950"/>
                </a:moveTo>
                <a:lnTo>
                  <a:pt x="771525" y="1885950"/>
                </a:lnTo>
                <a:lnTo>
                  <a:pt x="771525" y="1895475"/>
                </a:lnTo>
                <a:lnTo>
                  <a:pt x="762000" y="1895475"/>
                </a:lnTo>
                <a:close/>
                <a:moveTo>
                  <a:pt x="1123950" y="1905000"/>
                </a:moveTo>
                <a:lnTo>
                  <a:pt x="1133475" y="1905000"/>
                </a:lnTo>
                <a:lnTo>
                  <a:pt x="1133475" y="1914525"/>
                </a:lnTo>
                <a:lnTo>
                  <a:pt x="1123950" y="1914525"/>
                </a:lnTo>
                <a:close/>
                <a:moveTo>
                  <a:pt x="1171575" y="1905000"/>
                </a:moveTo>
                <a:lnTo>
                  <a:pt x="1200150" y="1905000"/>
                </a:lnTo>
                <a:lnTo>
                  <a:pt x="1200150" y="1924050"/>
                </a:lnTo>
                <a:lnTo>
                  <a:pt x="1181100" y="1924050"/>
                </a:lnTo>
                <a:lnTo>
                  <a:pt x="1181100" y="1914525"/>
                </a:lnTo>
                <a:lnTo>
                  <a:pt x="1171575" y="1914525"/>
                </a:lnTo>
                <a:close/>
                <a:moveTo>
                  <a:pt x="2343150" y="1905000"/>
                </a:moveTo>
                <a:lnTo>
                  <a:pt x="2352675" y="1905000"/>
                </a:lnTo>
                <a:lnTo>
                  <a:pt x="2352675" y="1924050"/>
                </a:lnTo>
                <a:lnTo>
                  <a:pt x="2333625" y="1924050"/>
                </a:lnTo>
                <a:lnTo>
                  <a:pt x="2333625" y="1914525"/>
                </a:lnTo>
                <a:lnTo>
                  <a:pt x="2343150" y="1914525"/>
                </a:lnTo>
                <a:close/>
                <a:moveTo>
                  <a:pt x="2390775" y="1905000"/>
                </a:moveTo>
                <a:lnTo>
                  <a:pt x="2400300" y="1905000"/>
                </a:lnTo>
                <a:lnTo>
                  <a:pt x="2400300" y="1914525"/>
                </a:lnTo>
                <a:lnTo>
                  <a:pt x="2390775" y="1914525"/>
                </a:lnTo>
                <a:close/>
                <a:moveTo>
                  <a:pt x="161925" y="1914525"/>
                </a:moveTo>
                <a:lnTo>
                  <a:pt x="171450" y="1914525"/>
                </a:lnTo>
                <a:lnTo>
                  <a:pt x="171450" y="1924050"/>
                </a:lnTo>
                <a:lnTo>
                  <a:pt x="161925" y="1924050"/>
                </a:lnTo>
                <a:close/>
                <a:moveTo>
                  <a:pt x="352425" y="1914525"/>
                </a:moveTo>
                <a:lnTo>
                  <a:pt x="361950" y="1914525"/>
                </a:lnTo>
                <a:lnTo>
                  <a:pt x="361950" y="1924050"/>
                </a:lnTo>
                <a:lnTo>
                  <a:pt x="352425" y="1924050"/>
                </a:lnTo>
                <a:close/>
                <a:moveTo>
                  <a:pt x="2362200" y="1914525"/>
                </a:moveTo>
                <a:lnTo>
                  <a:pt x="2371725" y="1914525"/>
                </a:lnTo>
                <a:lnTo>
                  <a:pt x="2371725" y="1924050"/>
                </a:lnTo>
                <a:lnTo>
                  <a:pt x="2362200" y="1924050"/>
                </a:lnTo>
                <a:close/>
                <a:moveTo>
                  <a:pt x="1666875" y="1924050"/>
                </a:moveTo>
                <a:lnTo>
                  <a:pt x="1676400" y="1924050"/>
                </a:lnTo>
                <a:lnTo>
                  <a:pt x="1676400" y="1933575"/>
                </a:lnTo>
                <a:lnTo>
                  <a:pt x="1666875" y="1933575"/>
                </a:lnTo>
                <a:close/>
                <a:moveTo>
                  <a:pt x="2352675" y="1924050"/>
                </a:moveTo>
                <a:lnTo>
                  <a:pt x="2362200" y="1924050"/>
                </a:lnTo>
                <a:lnTo>
                  <a:pt x="2362200" y="1943100"/>
                </a:lnTo>
                <a:lnTo>
                  <a:pt x="2371725" y="1943100"/>
                </a:lnTo>
                <a:lnTo>
                  <a:pt x="2371725" y="1933575"/>
                </a:lnTo>
                <a:lnTo>
                  <a:pt x="2381250" y="1933575"/>
                </a:lnTo>
                <a:lnTo>
                  <a:pt x="2381250" y="1943100"/>
                </a:lnTo>
                <a:lnTo>
                  <a:pt x="2419350" y="1943100"/>
                </a:lnTo>
                <a:lnTo>
                  <a:pt x="2419350" y="1971675"/>
                </a:lnTo>
                <a:lnTo>
                  <a:pt x="2409825" y="1971675"/>
                </a:lnTo>
                <a:lnTo>
                  <a:pt x="2409825" y="1981200"/>
                </a:lnTo>
                <a:lnTo>
                  <a:pt x="2390775" y="1981200"/>
                </a:lnTo>
                <a:lnTo>
                  <a:pt x="2390775" y="1971675"/>
                </a:lnTo>
                <a:lnTo>
                  <a:pt x="2381250" y="1971675"/>
                </a:lnTo>
                <a:lnTo>
                  <a:pt x="2381250" y="1962150"/>
                </a:lnTo>
                <a:lnTo>
                  <a:pt x="2362200" y="1962150"/>
                </a:lnTo>
                <a:lnTo>
                  <a:pt x="2362200" y="1952625"/>
                </a:lnTo>
                <a:lnTo>
                  <a:pt x="2352675" y="1952625"/>
                </a:lnTo>
                <a:close/>
                <a:moveTo>
                  <a:pt x="28575" y="1933575"/>
                </a:moveTo>
                <a:lnTo>
                  <a:pt x="38100" y="1933575"/>
                </a:lnTo>
                <a:lnTo>
                  <a:pt x="38100" y="1943100"/>
                </a:lnTo>
                <a:lnTo>
                  <a:pt x="28575" y="1943100"/>
                </a:lnTo>
                <a:close/>
                <a:moveTo>
                  <a:pt x="285750" y="1933575"/>
                </a:moveTo>
                <a:lnTo>
                  <a:pt x="304800" y="1933575"/>
                </a:lnTo>
                <a:lnTo>
                  <a:pt x="304800" y="1952625"/>
                </a:lnTo>
                <a:lnTo>
                  <a:pt x="323850" y="1952625"/>
                </a:lnTo>
                <a:lnTo>
                  <a:pt x="323850" y="1962150"/>
                </a:lnTo>
                <a:lnTo>
                  <a:pt x="333375" y="1962150"/>
                </a:lnTo>
                <a:lnTo>
                  <a:pt x="333375" y="1971675"/>
                </a:lnTo>
                <a:lnTo>
                  <a:pt x="314325" y="1971675"/>
                </a:lnTo>
                <a:lnTo>
                  <a:pt x="314325" y="1962150"/>
                </a:lnTo>
                <a:lnTo>
                  <a:pt x="285750" y="1962150"/>
                </a:lnTo>
                <a:lnTo>
                  <a:pt x="285750" y="1952625"/>
                </a:lnTo>
                <a:lnTo>
                  <a:pt x="276225" y="1952625"/>
                </a:lnTo>
                <a:lnTo>
                  <a:pt x="276225" y="1943100"/>
                </a:lnTo>
                <a:lnTo>
                  <a:pt x="285750" y="1943100"/>
                </a:lnTo>
                <a:close/>
                <a:moveTo>
                  <a:pt x="38100" y="1943100"/>
                </a:moveTo>
                <a:lnTo>
                  <a:pt x="47625" y="1943100"/>
                </a:lnTo>
                <a:lnTo>
                  <a:pt x="47625" y="1952625"/>
                </a:lnTo>
                <a:lnTo>
                  <a:pt x="38100" y="1952625"/>
                </a:lnTo>
                <a:close/>
                <a:moveTo>
                  <a:pt x="361950" y="1943100"/>
                </a:moveTo>
                <a:lnTo>
                  <a:pt x="371475" y="1943100"/>
                </a:lnTo>
                <a:lnTo>
                  <a:pt x="371475" y="1962150"/>
                </a:lnTo>
                <a:lnTo>
                  <a:pt x="361950" y="1962150"/>
                </a:lnTo>
                <a:close/>
                <a:moveTo>
                  <a:pt x="438150" y="1943100"/>
                </a:moveTo>
                <a:lnTo>
                  <a:pt x="447675" y="1943100"/>
                </a:lnTo>
                <a:lnTo>
                  <a:pt x="447675" y="1952625"/>
                </a:lnTo>
                <a:lnTo>
                  <a:pt x="438150" y="1952625"/>
                </a:lnTo>
                <a:close/>
                <a:moveTo>
                  <a:pt x="971550" y="1943100"/>
                </a:moveTo>
                <a:lnTo>
                  <a:pt x="981075" y="1943100"/>
                </a:lnTo>
                <a:lnTo>
                  <a:pt x="981075" y="1952625"/>
                </a:lnTo>
                <a:lnTo>
                  <a:pt x="971550" y="1952625"/>
                </a:lnTo>
                <a:close/>
                <a:moveTo>
                  <a:pt x="1676400" y="1943100"/>
                </a:moveTo>
                <a:lnTo>
                  <a:pt x="1685925" y="1943100"/>
                </a:lnTo>
                <a:lnTo>
                  <a:pt x="1685925" y="1962150"/>
                </a:lnTo>
                <a:lnTo>
                  <a:pt x="1676400" y="1962150"/>
                </a:lnTo>
                <a:close/>
                <a:moveTo>
                  <a:pt x="57150" y="1952625"/>
                </a:moveTo>
                <a:lnTo>
                  <a:pt x="66675" y="1952625"/>
                </a:lnTo>
                <a:lnTo>
                  <a:pt x="66675" y="1962150"/>
                </a:lnTo>
                <a:lnTo>
                  <a:pt x="57150" y="1962150"/>
                </a:lnTo>
                <a:close/>
                <a:moveTo>
                  <a:pt x="1362075" y="1952625"/>
                </a:moveTo>
                <a:lnTo>
                  <a:pt x="1371600" y="1952625"/>
                </a:lnTo>
                <a:lnTo>
                  <a:pt x="1371600" y="1971675"/>
                </a:lnTo>
                <a:lnTo>
                  <a:pt x="1362075" y="1971675"/>
                </a:lnTo>
                <a:close/>
                <a:moveTo>
                  <a:pt x="2247900" y="1952625"/>
                </a:moveTo>
                <a:lnTo>
                  <a:pt x="2257425" y="1952625"/>
                </a:lnTo>
                <a:lnTo>
                  <a:pt x="2257425" y="1971675"/>
                </a:lnTo>
                <a:lnTo>
                  <a:pt x="2228850" y="1971675"/>
                </a:lnTo>
                <a:lnTo>
                  <a:pt x="2228850" y="1962150"/>
                </a:lnTo>
                <a:lnTo>
                  <a:pt x="2247900" y="1962150"/>
                </a:lnTo>
                <a:close/>
                <a:moveTo>
                  <a:pt x="2286000" y="1952625"/>
                </a:moveTo>
                <a:lnTo>
                  <a:pt x="2295525" y="1952625"/>
                </a:lnTo>
                <a:lnTo>
                  <a:pt x="2295525" y="1962150"/>
                </a:lnTo>
                <a:lnTo>
                  <a:pt x="2305050" y="1962150"/>
                </a:lnTo>
                <a:lnTo>
                  <a:pt x="2305050" y="1981200"/>
                </a:lnTo>
                <a:lnTo>
                  <a:pt x="2314575" y="1981200"/>
                </a:lnTo>
                <a:lnTo>
                  <a:pt x="2314575" y="2000250"/>
                </a:lnTo>
                <a:lnTo>
                  <a:pt x="2305050" y="2000250"/>
                </a:lnTo>
                <a:lnTo>
                  <a:pt x="2305050" y="1990725"/>
                </a:lnTo>
                <a:lnTo>
                  <a:pt x="2295525" y="1990725"/>
                </a:lnTo>
                <a:lnTo>
                  <a:pt x="2295525" y="1971675"/>
                </a:lnTo>
                <a:lnTo>
                  <a:pt x="2286000" y="1971675"/>
                </a:lnTo>
                <a:lnTo>
                  <a:pt x="2286000" y="2000250"/>
                </a:lnTo>
                <a:lnTo>
                  <a:pt x="2266950" y="2000250"/>
                </a:lnTo>
                <a:lnTo>
                  <a:pt x="2266950" y="2019300"/>
                </a:lnTo>
                <a:lnTo>
                  <a:pt x="2247900" y="2019300"/>
                </a:lnTo>
                <a:lnTo>
                  <a:pt x="2247900" y="2009775"/>
                </a:lnTo>
                <a:lnTo>
                  <a:pt x="2257425" y="2009775"/>
                </a:lnTo>
                <a:lnTo>
                  <a:pt x="2257425" y="1990725"/>
                </a:lnTo>
                <a:lnTo>
                  <a:pt x="2266950" y="1990725"/>
                </a:lnTo>
                <a:lnTo>
                  <a:pt x="2266950" y="1981200"/>
                </a:lnTo>
                <a:lnTo>
                  <a:pt x="2276475" y="1981200"/>
                </a:lnTo>
                <a:lnTo>
                  <a:pt x="2276475" y="1962150"/>
                </a:lnTo>
                <a:lnTo>
                  <a:pt x="2286000" y="1962150"/>
                </a:lnTo>
                <a:close/>
                <a:moveTo>
                  <a:pt x="47625" y="1962150"/>
                </a:moveTo>
                <a:lnTo>
                  <a:pt x="57150" y="1962150"/>
                </a:lnTo>
                <a:lnTo>
                  <a:pt x="57150" y="1971675"/>
                </a:lnTo>
                <a:lnTo>
                  <a:pt x="47625" y="1971675"/>
                </a:lnTo>
                <a:close/>
                <a:moveTo>
                  <a:pt x="952500" y="1962150"/>
                </a:moveTo>
                <a:lnTo>
                  <a:pt x="971550" y="1962150"/>
                </a:lnTo>
                <a:lnTo>
                  <a:pt x="971550" y="1981200"/>
                </a:lnTo>
                <a:lnTo>
                  <a:pt x="981075" y="1981200"/>
                </a:lnTo>
                <a:lnTo>
                  <a:pt x="981075" y="1990725"/>
                </a:lnTo>
                <a:lnTo>
                  <a:pt x="971550" y="1990725"/>
                </a:lnTo>
                <a:lnTo>
                  <a:pt x="971550" y="2009775"/>
                </a:lnTo>
                <a:lnTo>
                  <a:pt x="962025" y="2009775"/>
                </a:lnTo>
                <a:lnTo>
                  <a:pt x="962025" y="2019300"/>
                </a:lnTo>
                <a:lnTo>
                  <a:pt x="942975" y="2019300"/>
                </a:lnTo>
                <a:lnTo>
                  <a:pt x="942975" y="1990725"/>
                </a:lnTo>
                <a:lnTo>
                  <a:pt x="933450" y="1990725"/>
                </a:lnTo>
                <a:lnTo>
                  <a:pt x="933450" y="1981200"/>
                </a:lnTo>
                <a:lnTo>
                  <a:pt x="904875" y="1981200"/>
                </a:lnTo>
                <a:lnTo>
                  <a:pt x="904875" y="1971675"/>
                </a:lnTo>
                <a:lnTo>
                  <a:pt x="933450" y="1971675"/>
                </a:lnTo>
                <a:lnTo>
                  <a:pt x="933450" y="1981200"/>
                </a:lnTo>
                <a:lnTo>
                  <a:pt x="962025" y="1981200"/>
                </a:lnTo>
                <a:lnTo>
                  <a:pt x="962025" y="1971675"/>
                </a:lnTo>
                <a:lnTo>
                  <a:pt x="952500" y="1971675"/>
                </a:lnTo>
                <a:close/>
                <a:moveTo>
                  <a:pt x="1343025" y="1962150"/>
                </a:moveTo>
                <a:lnTo>
                  <a:pt x="1352550" y="1962150"/>
                </a:lnTo>
                <a:lnTo>
                  <a:pt x="1352550" y="1971675"/>
                </a:lnTo>
                <a:lnTo>
                  <a:pt x="1362075" y="1971675"/>
                </a:lnTo>
                <a:lnTo>
                  <a:pt x="1362075" y="1990725"/>
                </a:lnTo>
                <a:lnTo>
                  <a:pt x="1343025" y="1990725"/>
                </a:lnTo>
                <a:close/>
                <a:moveTo>
                  <a:pt x="333375" y="1971675"/>
                </a:moveTo>
                <a:lnTo>
                  <a:pt x="352425" y="1971675"/>
                </a:lnTo>
                <a:lnTo>
                  <a:pt x="352425" y="1981200"/>
                </a:lnTo>
                <a:lnTo>
                  <a:pt x="333375" y="1981200"/>
                </a:lnTo>
                <a:close/>
                <a:moveTo>
                  <a:pt x="2095500" y="1971675"/>
                </a:moveTo>
                <a:lnTo>
                  <a:pt x="2114550" y="1971675"/>
                </a:lnTo>
                <a:lnTo>
                  <a:pt x="2114550" y="1981200"/>
                </a:lnTo>
                <a:lnTo>
                  <a:pt x="2095500" y="1981200"/>
                </a:lnTo>
                <a:close/>
                <a:moveTo>
                  <a:pt x="2143125" y="1971675"/>
                </a:moveTo>
                <a:lnTo>
                  <a:pt x="2181225" y="1971675"/>
                </a:lnTo>
                <a:lnTo>
                  <a:pt x="2181225" y="2000250"/>
                </a:lnTo>
                <a:lnTo>
                  <a:pt x="2171700" y="2000250"/>
                </a:lnTo>
                <a:lnTo>
                  <a:pt x="2171700" y="2019300"/>
                </a:lnTo>
                <a:lnTo>
                  <a:pt x="2162175" y="2019300"/>
                </a:lnTo>
                <a:lnTo>
                  <a:pt x="2162175" y="2028825"/>
                </a:lnTo>
                <a:lnTo>
                  <a:pt x="2152650" y="2028825"/>
                </a:lnTo>
                <a:lnTo>
                  <a:pt x="2152650" y="2047875"/>
                </a:lnTo>
                <a:lnTo>
                  <a:pt x="2162175" y="2047875"/>
                </a:lnTo>
                <a:lnTo>
                  <a:pt x="2162175" y="2057400"/>
                </a:lnTo>
                <a:lnTo>
                  <a:pt x="2143125" y="2057400"/>
                </a:lnTo>
                <a:lnTo>
                  <a:pt x="2143125" y="2038350"/>
                </a:lnTo>
                <a:lnTo>
                  <a:pt x="2133600" y="2038350"/>
                </a:lnTo>
                <a:lnTo>
                  <a:pt x="2133600" y="2028825"/>
                </a:lnTo>
                <a:lnTo>
                  <a:pt x="2124075" y="2028825"/>
                </a:lnTo>
                <a:lnTo>
                  <a:pt x="2124075" y="2009775"/>
                </a:lnTo>
                <a:lnTo>
                  <a:pt x="2143125" y="2009775"/>
                </a:lnTo>
                <a:close/>
                <a:moveTo>
                  <a:pt x="323850" y="1981200"/>
                </a:moveTo>
                <a:lnTo>
                  <a:pt x="333375" y="1981200"/>
                </a:lnTo>
                <a:lnTo>
                  <a:pt x="333375" y="1990725"/>
                </a:lnTo>
                <a:lnTo>
                  <a:pt x="323850" y="1990725"/>
                </a:lnTo>
                <a:close/>
                <a:moveTo>
                  <a:pt x="1362075" y="1990725"/>
                </a:moveTo>
                <a:lnTo>
                  <a:pt x="1371600" y="1990725"/>
                </a:lnTo>
                <a:lnTo>
                  <a:pt x="1371600" y="2009775"/>
                </a:lnTo>
                <a:lnTo>
                  <a:pt x="1352550" y="2009775"/>
                </a:lnTo>
                <a:lnTo>
                  <a:pt x="1352550" y="2000250"/>
                </a:lnTo>
                <a:lnTo>
                  <a:pt x="1362075" y="2000250"/>
                </a:lnTo>
                <a:close/>
                <a:moveTo>
                  <a:pt x="2190750" y="2000250"/>
                </a:moveTo>
                <a:lnTo>
                  <a:pt x="2209800" y="2000250"/>
                </a:lnTo>
                <a:lnTo>
                  <a:pt x="2209800" y="2009775"/>
                </a:lnTo>
                <a:lnTo>
                  <a:pt x="2228850" y="2009775"/>
                </a:lnTo>
                <a:lnTo>
                  <a:pt x="2228850" y="2038350"/>
                </a:lnTo>
                <a:lnTo>
                  <a:pt x="2209800" y="2038350"/>
                </a:lnTo>
                <a:lnTo>
                  <a:pt x="2209800" y="2028825"/>
                </a:lnTo>
                <a:lnTo>
                  <a:pt x="2200275" y="2028825"/>
                </a:lnTo>
                <a:lnTo>
                  <a:pt x="2200275" y="2047875"/>
                </a:lnTo>
                <a:lnTo>
                  <a:pt x="2190750" y="2047875"/>
                </a:lnTo>
                <a:close/>
                <a:moveTo>
                  <a:pt x="2324100" y="2000250"/>
                </a:moveTo>
                <a:lnTo>
                  <a:pt x="2333625" y="2000250"/>
                </a:lnTo>
                <a:lnTo>
                  <a:pt x="2333625" y="2009775"/>
                </a:lnTo>
                <a:lnTo>
                  <a:pt x="2324100" y="2009775"/>
                </a:lnTo>
                <a:close/>
                <a:moveTo>
                  <a:pt x="1371600" y="2009775"/>
                </a:moveTo>
                <a:lnTo>
                  <a:pt x="1381125" y="2009775"/>
                </a:lnTo>
                <a:lnTo>
                  <a:pt x="1381125" y="2019300"/>
                </a:lnTo>
                <a:lnTo>
                  <a:pt x="1371600" y="2019300"/>
                </a:lnTo>
                <a:close/>
                <a:moveTo>
                  <a:pt x="180975" y="2019300"/>
                </a:moveTo>
                <a:lnTo>
                  <a:pt x="190500" y="2019300"/>
                </a:lnTo>
                <a:lnTo>
                  <a:pt x="190500" y="2038350"/>
                </a:lnTo>
                <a:lnTo>
                  <a:pt x="180975" y="2038350"/>
                </a:lnTo>
                <a:close/>
                <a:moveTo>
                  <a:pt x="2171700" y="2019300"/>
                </a:moveTo>
                <a:lnTo>
                  <a:pt x="2181225" y="2019300"/>
                </a:lnTo>
                <a:lnTo>
                  <a:pt x="2181225" y="2038350"/>
                </a:lnTo>
                <a:lnTo>
                  <a:pt x="2171700" y="2038350"/>
                </a:lnTo>
                <a:close/>
                <a:moveTo>
                  <a:pt x="1381125" y="2028825"/>
                </a:moveTo>
                <a:lnTo>
                  <a:pt x="1390650" y="2028825"/>
                </a:lnTo>
                <a:lnTo>
                  <a:pt x="1390650" y="2038350"/>
                </a:lnTo>
                <a:lnTo>
                  <a:pt x="1381125" y="2038350"/>
                </a:lnTo>
                <a:close/>
                <a:moveTo>
                  <a:pt x="2238375" y="2028825"/>
                </a:moveTo>
                <a:lnTo>
                  <a:pt x="2247900" y="2028825"/>
                </a:lnTo>
                <a:lnTo>
                  <a:pt x="2247900" y="2038350"/>
                </a:lnTo>
                <a:lnTo>
                  <a:pt x="2257425" y="2038350"/>
                </a:lnTo>
                <a:lnTo>
                  <a:pt x="2257425" y="2057400"/>
                </a:lnTo>
                <a:lnTo>
                  <a:pt x="2247900" y="2057400"/>
                </a:lnTo>
                <a:lnTo>
                  <a:pt x="2247900" y="2066925"/>
                </a:lnTo>
                <a:lnTo>
                  <a:pt x="2238375" y="2066925"/>
                </a:lnTo>
                <a:close/>
                <a:moveTo>
                  <a:pt x="781050" y="2047875"/>
                </a:moveTo>
                <a:lnTo>
                  <a:pt x="790575" y="2047875"/>
                </a:lnTo>
                <a:lnTo>
                  <a:pt x="790575" y="2066925"/>
                </a:lnTo>
                <a:lnTo>
                  <a:pt x="762000" y="2066925"/>
                </a:lnTo>
                <a:lnTo>
                  <a:pt x="762000" y="2057400"/>
                </a:lnTo>
                <a:lnTo>
                  <a:pt x="781050" y="2057400"/>
                </a:lnTo>
                <a:close/>
                <a:moveTo>
                  <a:pt x="2114550" y="2047875"/>
                </a:moveTo>
                <a:lnTo>
                  <a:pt x="2133600" y="2047875"/>
                </a:lnTo>
                <a:lnTo>
                  <a:pt x="2133600" y="2066925"/>
                </a:lnTo>
                <a:lnTo>
                  <a:pt x="2124075" y="2066925"/>
                </a:lnTo>
                <a:lnTo>
                  <a:pt x="2124075" y="2076450"/>
                </a:lnTo>
                <a:lnTo>
                  <a:pt x="2114550" y="2076450"/>
                </a:lnTo>
                <a:lnTo>
                  <a:pt x="2114550" y="2085975"/>
                </a:lnTo>
                <a:lnTo>
                  <a:pt x="2085975" y="2085975"/>
                </a:lnTo>
                <a:lnTo>
                  <a:pt x="2085975" y="2076450"/>
                </a:lnTo>
                <a:lnTo>
                  <a:pt x="2095500" y="2076450"/>
                </a:lnTo>
                <a:lnTo>
                  <a:pt x="2095500" y="2066925"/>
                </a:lnTo>
                <a:lnTo>
                  <a:pt x="2105025" y="2066925"/>
                </a:lnTo>
                <a:lnTo>
                  <a:pt x="2105025" y="2057400"/>
                </a:lnTo>
                <a:lnTo>
                  <a:pt x="2114550" y="2057400"/>
                </a:lnTo>
                <a:close/>
                <a:moveTo>
                  <a:pt x="457200" y="2057400"/>
                </a:moveTo>
                <a:lnTo>
                  <a:pt x="466725" y="2057400"/>
                </a:lnTo>
                <a:lnTo>
                  <a:pt x="466725" y="2066925"/>
                </a:lnTo>
                <a:lnTo>
                  <a:pt x="476250" y="2066925"/>
                </a:lnTo>
                <a:lnTo>
                  <a:pt x="476250" y="2076450"/>
                </a:lnTo>
                <a:lnTo>
                  <a:pt x="485775" y="2076450"/>
                </a:lnTo>
                <a:lnTo>
                  <a:pt x="485775" y="2095500"/>
                </a:lnTo>
                <a:lnTo>
                  <a:pt x="476250" y="2095500"/>
                </a:lnTo>
                <a:lnTo>
                  <a:pt x="476250" y="2085975"/>
                </a:lnTo>
                <a:lnTo>
                  <a:pt x="466725" y="2085975"/>
                </a:lnTo>
                <a:lnTo>
                  <a:pt x="466725" y="2076450"/>
                </a:lnTo>
                <a:lnTo>
                  <a:pt x="457200" y="2076450"/>
                </a:lnTo>
                <a:close/>
                <a:moveTo>
                  <a:pt x="180975" y="2066925"/>
                </a:moveTo>
                <a:lnTo>
                  <a:pt x="190500" y="2066925"/>
                </a:lnTo>
                <a:lnTo>
                  <a:pt x="190500" y="2076450"/>
                </a:lnTo>
                <a:lnTo>
                  <a:pt x="180975" y="2076450"/>
                </a:lnTo>
                <a:close/>
                <a:moveTo>
                  <a:pt x="200025" y="2066925"/>
                </a:moveTo>
                <a:lnTo>
                  <a:pt x="247650" y="2066925"/>
                </a:lnTo>
                <a:lnTo>
                  <a:pt x="247650" y="2076450"/>
                </a:lnTo>
                <a:lnTo>
                  <a:pt x="228600" y="2076450"/>
                </a:lnTo>
                <a:lnTo>
                  <a:pt x="228600" y="2085975"/>
                </a:lnTo>
                <a:lnTo>
                  <a:pt x="209550" y="2085975"/>
                </a:lnTo>
                <a:lnTo>
                  <a:pt x="209550" y="2095500"/>
                </a:lnTo>
                <a:lnTo>
                  <a:pt x="190500" y="2095500"/>
                </a:lnTo>
                <a:lnTo>
                  <a:pt x="190500" y="2076450"/>
                </a:lnTo>
                <a:lnTo>
                  <a:pt x="200025" y="2076450"/>
                </a:lnTo>
                <a:close/>
                <a:moveTo>
                  <a:pt x="2143125" y="2066925"/>
                </a:moveTo>
                <a:lnTo>
                  <a:pt x="2162175" y="2066925"/>
                </a:lnTo>
                <a:lnTo>
                  <a:pt x="2162175" y="2085975"/>
                </a:lnTo>
                <a:lnTo>
                  <a:pt x="2143125" y="2085975"/>
                </a:lnTo>
                <a:lnTo>
                  <a:pt x="2143125" y="2095500"/>
                </a:lnTo>
                <a:lnTo>
                  <a:pt x="2133600" y="2095500"/>
                </a:lnTo>
                <a:lnTo>
                  <a:pt x="2133600" y="2076450"/>
                </a:lnTo>
                <a:lnTo>
                  <a:pt x="2143125" y="2076450"/>
                </a:lnTo>
                <a:close/>
                <a:moveTo>
                  <a:pt x="2209800" y="2066925"/>
                </a:moveTo>
                <a:lnTo>
                  <a:pt x="2228850" y="2066925"/>
                </a:lnTo>
                <a:lnTo>
                  <a:pt x="2228850" y="2085975"/>
                </a:lnTo>
                <a:lnTo>
                  <a:pt x="2209800" y="2085975"/>
                </a:lnTo>
                <a:close/>
                <a:moveTo>
                  <a:pt x="171450" y="2076450"/>
                </a:moveTo>
                <a:lnTo>
                  <a:pt x="180975" y="2076450"/>
                </a:lnTo>
                <a:lnTo>
                  <a:pt x="180975" y="2105025"/>
                </a:lnTo>
                <a:lnTo>
                  <a:pt x="171450" y="2105025"/>
                </a:lnTo>
                <a:close/>
                <a:moveTo>
                  <a:pt x="723900" y="2076450"/>
                </a:moveTo>
                <a:lnTo>
                  <a:pt x="742950" y="2076450"/>
                </a:lnTo>
                <a:lnTo>
                  <a:pt x="742950" y="2085975"/>
                </a:lnTo>
                <a:lnTo>
                  <a:pt x="723900" y="2085975"/>
                </a:lnTo>
                <a:close/>
                <a:moveTo>
                  <a:pt x="409575" y="2085975"/>
                </a:moveTo>
                <a:lnTo>
                  <a:pt x="438150" y="2085975"/>
                </a:lnTo>
                <a:lnTo>
                  <a:pt x="438150" y="2095500"/>
                </a:lnTo>
                <a:lnTo>
                  <a:pt x="447675" y="2095500"/>
                </a:lnTo>
                <a:lnTo>
                  <a:pt x="447675" y="2105025"/>
                </a:lnTo>
                <a:lnTo>
                  <a:pt x="457200" y="2105025"/>
                </a:lnTo>
                <a:lnTo>
                  <a:pt x="457200" y="2114550"/>
                </a:lnTo>
                <a:lnTo>
                  <a:pt x="466725" y="2114550"/>
                </a:lnTo>
                <a:lnTo>
                  <a:pt x="466725" y="2124075"/>
                </a:lnTo>
                <a:lnTo>
                  <a:pt x="476250" y="2124075"/>
                </a:lnTo>
                <a:lnTo>
                  <a:pt x="476250" y="2133600"/>
                </a:lnTo>
                <a:lnTo>
                  <a:pt x="466725" y="2133600"/>
                </a:lnTo>
                <a:lnTo>
                  <a:pt x="466725" y="2152650"/>
                </a:lnTo>
                <a:lnTo>
                  <a:pt x="457200" y="2152650"/>
                </a:lnTo>
                <a:lnTo>
                  <a:pt x="457200" y="2143125"/>
                </a:lnTo>
                <a:lnTo>
                  <a:pt x="447675" y="2143125"/>
                </a:lnTo>
                <a:lnTo>
                  <a:pt x="447675" y="2124075"/>
                </a:lnTo>
                <a:lnTo>
                  <a:pt x="438150" y="2124075"/>
                </a:lnTo>
                <a:lnTo>
                  <a:pt x="438150" y="2114550"/>
                </a:lnTo>
                <a:lnTo>
                  <a:pt x="428625" y="2114550"/>
                </a:lnTo>
                <a:lnTo>
                  <a:pt x="428625" y="2105025"/>
                </a:lnTo>
                <a:lnTo>
                  <a:pt x="409575" y="2105025"/>
                </a:lnTo>
                <a:lnTo>
                  <a:pt x="409575" y="2114550"/>
                </a:lnTo>
                <a:lnTo>
                  <a:pt x="390525" y="2114550"/>
                </a:lnTo>
                <a:lnTo>
                  <a:pt x="390525" y="2105025"/>
                </a:lnTo>
                <a:lnTo>
                  <a:pt x="400050" y="2105025"/>
                </a:lnTo>
                <a:lnTo>
                  <a:pt x="400050" y="2095500"/>
                </a:lnTo>
                <a:lnTo>
                  <a:pt x="409575" y="2095500"/>
                </a:lnTo>
                <a:close/>
                <a:moveTo>
                  <a:pt x="1676400" y="2085975"/>
                </a:moveTo>
                <a:lnTo>
                  <a:pt x="1695450" y="2085975"/>
                </a:lnTo>
                <a:lnTo>
                  <a:pt x="1695450" y="2095500"/>
                </a:lnTo>
                <a:lnTo>
                  <a:pt x="1704975" y="2095500"/>
                </a:lnTo>
                <a:lnTo>
                  <a:pt x="1704975" y="2114550"/>
                </a:lnTo>
                <a:lnTo>
                  <a:pt x="1695450" y="2114550"/>
                </a:lnTo>
                <a:lnTo>
                  <a:pt x="1695450" y="2124075"/>
                </a:lnTo>
                <a:lnTo>
                  <a:pt x="1676400" y="2124075"/>
                </a:lnTo>
                <a:lnTo>
                  <a:pt x="1676400" y="2143125"/>
                </a:lnTo>
                <a:lnTo>
                  <a:pt x="1666875" y="2143125"/>
                </a:lnTo>
                <a:lnTo>
                  <a:pt x="1666875" y="2152650"/>
                </a:lnTo>
                <a:lnTo>
                  <a:pt x="1647825" y="2152650"/>
                </a:lnTo>
                <a:lnTo>
                  <a:pt x="1647825" y="2143125"/>
                </a:lnTo>
                <a:lnTo>
                  <a:pt x="1638300" y="2143125"/>
                </a:lnTo>
                <a:lnTo>
                  <a:pt x="1638300" y="2133600"/>
                </a:lnTo>
                <a:lnTo>
                  <a:pt x="1647825" y="2133600"/>
                </a:lnTo>
                <a:lnTo>
                  <a:pt x="1647825" y="2124075"/>
                </a:lnTo>
                <a:lnTo>
                  <a:pt x="1666875" y="2124075"/>
                </a:lnTo>
                <a:lnTo>
                  <a:pt x="1666875" y="2114550"/>
                </a:lnTo>
                <a:lnTo>
                  <a:pt x="1657350" y="2114550"/>
                </a:lnTo>
                <a:lnTo>
                  <a:pt x="1657350" y="2105025"/>
                </a:lnTo>
                <a:lnTo>
                  <a:pt x="1666875" y="2105025"/>
                </a:lnTo>
                <a:lnTo>
                  <a:pt x="1666875" y="2095500"/>
                </a:lnTo>
                <a:lnTo>
                  <a:pt x="1676400" y="2095500"/>
                </a:lnTo>
                <a:close/>
                <a:moveTo>
                  <a:pt x="495300" y="2095500"/>
                </a:moveTo>
                <a:lnTo>
                  <a:pt x="504825" y="2095500"/>
                </a:lnTo>
                <a:lnTo>
                  <a:pt x="504825" y="2105025"/>
                </a:lnTo>
                <a:lnTo>
                  <a:pt x="533400" y="2105025"/>
                </a:lnTo>
                <a:lnTo>
                  <a:pt x="533400" y="2114550"/>
                </a:lnTo>
                <a:lnTo>
                  <a:pt x="495300" y="2114550"/>
                </a:lnTo>
                <a:close/>
                <a:moveTo>
                  <a:pt x="552450" y="2095500"/>
                </a:moveTo>
                <a:lnTo>
                  <a:pt x="561975" y="2095500"/>
                </a:lnTo>
                <a:lnTo>
                  <a:pt x="561975" y="2105025"/>
                </a:lnTo>
                <a:lnTo>
                  <a:pt x="552450" y="2105025"/>
                </a:lnTo>
                <a:close/>
                <a:moveTo>
                  <a:pt x="904875" y="2105025"/>
                </a:moveTo>
                <a:lnTo>
                  <a:pt x="933450" y="2105025"/>
                </a:lnTo>
                <a:lnTo>
                  <a:pt x="933450" y="2114550"/>
                </a:lnTo>
                <a:lnTo>
                  <a:pt x="923925" y="2114550"/>
                </a:lnTo>
                <a:lnTo>
                  <a:pt x="923925" y="2133600"/>
                </a:lnTo>
                <a:lnTo>
                  <a:pt x="914400" y="2133600"/>
                </a:lnTo>
                <a:lnTo>
                  <a:pt x="914400" y="2152650"/>
                </a:lnTo>
                <a:lnTo>
                  <a:pt x="923925" y="2152650"/>
                </a:lnTo>
                <a:lnTo>
                  <a:pt x="923925" y="2162175"/>
                </a:lnTo>
                <a:lnTo>
                  <a:pt x="895350" y="2162175"/>
                </a:lnTo>
                <a:lnTo>
                  <a:pt x="895350" y="2114550"/>
                </a:lnTo>
                <a:lnTo>
                  <a:pt x="904875" y="2114550"/>
                </a:lnTo>
                <a:close/>
                <a:moveTo>
                  <a:pt x="1171575" y="2105025"/>
                </a:moveTo>
                <a:lnTo>
                  <a:pt x="1181100" y="2105025"/>
                </a:lnTo>
                <a:lnTo>
                  <a:pt x="1181100" y="2114550"/>
                </a:lnTo>
                <a:lnTo>
                  <a:pt x="1171575" y="2114550"/>
                </a:lnTo>
                <a:close/>
                <a:moveTo>
                  <a:pt x="0" y="2114550"/>
                </a:moveTo>
                <a:lnTo>
                  <a:pt x="28575" y="2114550"/>
                </a:lnTo>
                <a:lnTo>
                  <a:pt x="28575" y="2124075"/>
                </a:lnTo>
                <a:lnTo>
                  <a:pt x="19050" y="2124075"/>
                </a:lnTo>
                <a:lnTo>
                  <a:pt x="19050" y="2133600"/>
                </a:lnTo>
                <a:lnTo>
                  <a:pt x="0" y="2133600"/>
                </a:lnTo>
                <a:close/>
                <a:moveTo>
                  <a:pt x="333375" y="2124075"/>
                </a:moveTo>
                <a:lnTo>
                  <a:pt x="342900" y="2124075"/>
                </a:lnTo>
                <a:lnTo>
                  <a:pt x="342900" y="2133600"/>
                </a:lnTo>
                <a:lnTo>
                  <a:pt x="333375" y="2133600"/>
                </a:lnTo>
                <a:close/>
                <a:moveTo>
                  <a:pt x="28575" y="2133600"/>
                </a:moveTo>
                <a:lnTo>
                  <a:pt x="38100" y="2133600"/>
                </a:lnTo>
                <a:lnTo>
                  <a:pt x="38100" y="2143125"/>
                </a:lnTo>
                <a:lnTo>
                  <a:pt x="28575" y="2143125"/>
                </a:lnTo>
                <a:close/>
                <a:moveTo>
                  <a:pt x="352425" y="2133600"/>
                </a:moveTo>
                <a:lnTo>
                  <a:pt x="361950" y="2133600"/>
                </a:lnTo>
                <a:lnTo>
                  <a:pt x="361950" y="2143125"/>
                </a:lnTo>
                <a:lnTo>
                  <a:pt x="352425" y="2143125"/>
                </a:lnTo>
                <a:close/>
                <a:moveTo>
                  <a:pt x="2371725" y="2133600"/>
                </a:moveTo>
                <a:lnTo>
                  <a:pt x="2390775" y="2133600"/>
                </a:lnTo>
                <a:lnTo>
                  <a:pt x="2390775" y="2143125"/>
                </a:lnTo>
                <a:lnTo>
                  <a:pt x="2371725" y="2143125"/>
                </a:lnTo>
                <a:close/>
                <a:moveTo>
                  <a:pt x="361950" y="2143125"/>
                </a:moveTo>
                <a:lnTo>
                  <a:pt x="381000" y="2143125"/>
                </a:lnTo>
                <a:lnTo>
                  <a:pt x="381000" y="2152650"/>
                </a:lnTo>
                <a:lnTo>
                  <a:pt x="361950" y="2152650"/>
                </a:lnTo>
                <a:close/>
                <a:moveTo>
                  <a:pt x="2276475" y="2143125"/>
                </a:moveTo>
                <a:lnTo>
                  <a:pt x="2286000" y="2143125"/>
                </a:lnTo>
                <a:lnTo>
                  <a:pt x="2286000" y="2152650"/>
                </a:lnTo>
                <a:lnTo>
                  <a:pt x="2276475" y="2152650"/>
                </a:lnTo>
                <a:close/>
                <a:moveTo>
                  <a:pt x="2447925" y="2143125"/>
                </a:moveTo>
                <a:lnTo>
                  <a:pt x="2457450" y="2143125"/>
                </a:lnTo>
                <a:lnTo>
                  <a:pt x="2457450" y="2162175"/>
                </a:lnTo>
                <a:lnTo>
                  <a:pt x="2447925" y="2162175"/>
                </a:lnTo>
                <a:close/>
                <a:moveTo>
                  <a:pt x="514350" y="2152650"/>
                </a:moveTo>
                <a:lnTo>
                  <a:pt x="523875" y="2152650"/>
                </a:lnTo>
                <a:lnTo>
                  <a:pt x="523875" y="2171700"/>
                </a:lnTo>
                <a:lnTo>
                  <a:pt x="514350" y="2171700"/>
                </a:lnTo>
                <a:lnTo>
                  <a:pt x="514350" y="2181225"/>
                </a:lnTo>
                <a:lnTo>
                  <a:pt x="495300" y="2181225"/>
                </a:lnTo>
                <a:lnTo>
                  <a:pt x="495300" y="2171700"/>
                </a:lnTo>
                <a:lnTo>
                  <a:pt x="504825" y="2171700"/>
                </a:lnTo>
                <a:lnTo>
                  <a:pt x="504825" y="2162175"/>
                </a:lnTo>
                <a:lnTo>
                  <a:pt x="514350" y="2162175"/>
                </a:lnTo>
                <a:close/>
                <a:moveTo>
                  <a:pt x="2390775" y="2152650"/>
                </a:moveTo>
                <a:lnTo>
                  <a:pt x="2409825" y="2152650"/>
                </a:lnTo>
                <a:lnTo>
                  <a:pt x="2409825" y="2171700"/>
                </a:lnTo>
                <a:lnTo>
                  <a:pt x="2400300" y="2171700"/>
                </a:lnTo>
                <a:lnTo>
                  <a:pt x="2400300" y="2162175"/>
                </a:lnTo>
                <a:lnTo>
                  <a:pt x="2390775" y="2162175"/>
                </a:lnTo>
                <a:close/>
                <a:moveTo>
                  <a:pt x="400050" y="2162175"/>
                </a:moveTo>
                <a:lnTo>
                  <a:pt x="419100" y="2162175"/>
                </a:lnTo>
                <a:lnTo>
                  <a:pt x="419100" y="2171700"/>
                </a:lnTo>
                <a:lnTo>
                  <a:pt x="400050" y="2171700"/>
                </a:lnTo>
                <a:close/>
                <a:moveTo>
                  <a:pt x="2419350" y="2162175"/>
                </a:moveTo>
                <a:lnTo>
                  <a:pt x="2428875" y="2162175"/>
                </a:lnTo>
                <a:lnTo>
                  <a:pt x="2428875" y="2171700"/>
                </a:lnTo>
                <a:lnTo>
                  <a:pt x="2419350" y="2171700"/>
                </a:lnTo>
                <a:close/>
                <a:moveTo>
                  <a:pt x="419100" y="2171700"/>
                </a:moveTo>
                <a:lnTo>
                  <a:pt x="447675" y="2171700"/>
                </a:lnTo>
                <a:lnTo>
                  <a:pt x="447675" y="2181225"/>
                </a:lnTo>
                <a:lnTo>
                  <a:pt x="457200" y="2181225"/>
                </a:lnTo>
                <a:lnTo>
                  <a:pt x="457200" y="2200275"/>
                </a:lnTo>
                <a:lnTo>
                  <a:pt x="438150" y="2200275"/>
                </a:lnTo>
                <a:lnTo>
                  <a:pt x="438150" y="2190750"/>
                </a:lnTo>
                <a:lnTo>
                  <a:pt x="419100" y="2190750"/>
                </a:lnTo>
                <a:close/>
                <a:moveTo>
                  <a:pt x="933450" y="2171700"/>
                </a:moveTo>
                <a:lnTo>
                  <a:pt x="942975" y="2171700"/>
                </a:lnTo>
                <a:lnTo>
                  <a:pt x="942975" y="2181225"/>
                </a:lnTo>
                <a:lnTo>
                  <a:pt x="933450" y="2181225"/>
                </a:lnTo>
                <a:close/>
                <a:moveTo>
                  <a:pt x="1143000" y="2171700"/>
                </a:moveTo>
                <a:lnTo>
                  <a:pt x="1152525" y="2171700"/>
                </a:lnTo>
                <a:lnTo>
                  <a:pt x="1152525" y="2181225"/>
                </a:lnTo>
                <a:lnTo>
                  <a:pt x="1143000" y="2181225"/>
                </a:lnTo>
                <a:close/>
                <a:moveTo>
                  <a:pt x="1400175" y="2171700"/>
                </a:moveTo>
                <a:lnTo>
                  <a:pt x="1409700" y="2171700"/>
                </a:lnTo>
                <a:lnTo>
                  <a:pt x="1409700" y="2181225"/>
                </a:lnTo>
                <a:lnTo>
                  <a:pt x="1400175" y="2181225"/>
                </a:lnTo>
                <a:close/>
                <a:moveTo>
                  <a:pt x="2114550" y="2181225"/>
                </a:moveTo>
                <a:lnTo>
                  <a:pt x="2124075" y="2181225"/>
                </a:lnTo>
                <a:lnTo>
                  <a:pt x="2124075" y="2209800"/>
                </a:lnTo>
                <a:lnTo>
                  <a:pt x="2114550" y="2209800"/>
                </a:lnTo>
                <a:close/>
                <a:moveTo>
                  <a:pt x="962025" y="2190750"/>
                </a:moveTo>
                <a:lnTo>
                  <a:pt x="981075" y="2190750"/>
                </a:lnTo>
                <a:lnTo>
                  <a:pt x="981075" y="2200275"/>
                </a:lnTo>
                <a:lnTo>
                  <a:pt x="1000125" y="2200275"/>
                </a:lnTo>
                <a:lnTo>
                  <a:pt x="1000125" y="2209800"/>
                </a:lnTo>
                <a:lnTo>
                  <a:pt x="981075" y="2209800"/>
                </a:lnTo>
                <a:lnTo>
                  <a:pt x="981075" y="2219325"/>
                </a:lnTo>
                <a:lnTo>
                  <a:pt x="971550" y="2219325"/>
                </a:lnTo>
                <a:lnTo>
                  <a:pt x="971550" y="2209800"/>
                </a:lnTo>
                <a:lnTo>
                  <a:pt x="962025" y="2209800"/>
                </a:lnTo>
                <a:close/>
                <a:moveTo>
                  <a:pt x="1133475" y="2190750"/>
                </a:moveTo>
                <a:lnTo>
                  <a:pt x="1143000" y="2190750"/>
                </a:lnTo>
                <a:lnTo>
                  <a:pt x="1143000" y="2200275"/>
                </a:lnTo>
                <a:lnTo>
                  <a:pt x="1133475" y="2200275"/>
                </a:lnTo>
                <a:close/>
                <a:moveTo>
                  <a:pt x="1123950" y="2200275"/>
                </a:moveTo>
                <a:lnTo>
                  <a:pt x="1133475" y="2200275"/>
                </a:lnTo>
                <a:lnTo>
                  <a:pt x="1133475" y="2209800"/>
                </a:lnTo>
                <a:lnTo>
                  <a:pt x="1123950" y="2209800"/>
                </a:lnTo>
                <a:close/>
                <a:moveTo>
                  <a:pt x="2038350" y="2200275"/>
                </a:moveTo>
                <a:lnTo>
                  <a:pt x="2047875" y="2200275"/>
                </a:lnTo>
                <a:lnTo>
                  <a:pt x="2047875" y="2219325"/>
                </a:lnTo>
                <a:lnTo>
                  <a:pt x="2038350" y="2219325"/>
                </a:lnTo>
                <a:close/>
                <a:moveTo>
                  <a:pt x="28575" y="2209800"/>
                </a:moveTo>
                <a:lnTo>
                  <a:pt x="47625" y="2209800"/>
                </a:lnTo>
                <a:lnTo>
                  <a:pt x="47625" y="2228850"/>
                </a:lnTo>
                <a:lnTo>
                  <a:pt x="57150" y="2228850"/>
                </a:lnTo>
                <a:lnTo>
                  <a:pt x="57150" y="2238375"/>
                </a:lnTo>
                <a:lnTo>
                  <a:pt x="47625" y="2238375"/>
                </a:lnTo>
                <a:lnTo>
                  <a:pt x="47625" y="2247900"/>
                </a:lnTo>
                <a:lnTo>
                  <a:pt x="76200" y="2247900"/>
                </a:lnTo>
                <a:lnTo>
                  <a:pt x="76200" y="2238375"/>
                </a:lnTo>
                <a:lnTo>
                  <a:pt x="85725" y="2238375"/>
                </a:lnTo>
                <a:lnTo>
                  <a:pt x="85725" y="2257425"/>
                </a:lnTo>
                <a:lnTo>
                  <a:pt x="38100" y="2257425"/>
                </a:lnTo>
                <a:lnTo>
                  <a:pt x="38100" y="2266950"/>
                </a:lnTo>
                <a:lnTo>
                  <a:pt x="19050" y="2266950"/>
                </a:lnTo>
                <a:lnTo>
                  <a:pt x="19050" y="2219325"/>
                </a:lnTo>
                <a:lnTo>
                  <a:pt x="28575" y="2219325"/>
                </a:lnTo>
                <a:close/>
                <a:moveTo>
                  <a:pt x="2066925" y="2209800"/>
                </a:moveTo>
                <a:lnTo>
                  <a:pt x="2076450" y="2209800"/>
                </a:lnTo>
                <a:lnTo>
                  <a:pt x="2076450" y="2219325"/>
                </a:lnTo>
                <a:lnTo>
                  <a:pt x="2066925" y="2219325"/>
                </a:lnTo>
                <a:close/>
                <a:moveTo>
                  <a:pt x="657225" y="2219325"/>
                </a:moveTo>
                <a:lnTo>
                  <a:pt x="676275" y="2219325"/>
                </a:lnTo>
                <a:lnTo>
                  <a:pt x="676275" y="2228850"/>
                </a:lnTo>
                <a:lnTo>
                  <a:pt x="657225" y="2228850"/>
                </a:lnTo>
                <a:close/>
                <a:moveTo>
                  <a:pt x="1885950" y="2219325"/>
                </a:moveTo>
                <a:lnTo>
                  <a:pt x="1905000" y="2219325"/>
                </a:lnTo>
                <a:lnTo>
                  <a:pt x="1905000" y="2228850"/>
                </a:lnTo>
                <a:lnTo>
                  <a:pt x="1914525" y="2228850"/>
                </a:lnTo>
                <a:lnTo>
                  <a:pt x="1914525" y="2238375"/>
                </a:lnTo>
                <a:lnTo>
                  <a:pt x="1905000" y="2238375"/>
                </a:lnTo>
                <a:lnTo>
                  <a:pt x="1905000" y="2247900"/>
                </a:lnTo>
                <a:lnTo>
                  <a:pt x="1895475" y="2247900"/>
                </a:lnTo>
                <a:lnTo>
                  <a:pt x="1895475" y="2257425"/>
                </a:lnTo>
                <a:lnTo>
                  <a:pt x="1885950" y="2257425"/>
                </a:lnTo>
                <a:lnTo>
                  <a:pt x="1885950" y="2286000"/>
                </a:lnTo>
                <a:lnTo>
                  <a:pt x="1895475" y="2286000"/>
                </a:lnTo>
                <a:lnTo>
                  <a:pt x="1895475" y="2295525"/>
                </a:lnTo>
                <a:lnTo>
                  <a:pt x="1876425" y="2295525"/>
                </a:lnTo>
                <a:lnTo>
                  <a:pt x="1876425" y="2257425"/>
                </a:lnTo>
                <a:lnTo>
                  <a:pt x="1866900" y="2257425"/>
                </a:lnTo>
                <a:lnTo>
                  <a:pt x="1866900" y="2228850"/>
                </a:lnTo>
                <a:lnTo>
                  <a:pt x="1885950" y="2228850"/>
                </a:lnTo>
                <a:close/>
                <a:moveTo>
                  <a:pt x="619125" y="2228850"/>
                </a:moveTo>
                <a:lnTo>
                  <a:pt x="628650" y="2228850"/>
                </a:lnTo>
                <a:lnTo>
                  <a:pt x="628650" y="2238375"/>
                </a:lnTo>
                <a:lnTo>
                  <a:pt x="619125" y="2238375"/>
                </a:lnTo>
                <a:close/>
                <a:moveTo>
                  <a:pt x="647700" y="2228850"/>
                </a:moveTo>
                <a:lnTo>
                  <a:pt x="657225" y="2228850"/>
                </a:lnTo>
                <a:lnTo>
                  <a:pt x="657225" y="2238375"/>
                </a:lnTo>
                <a:lnTo>
                  <a:pt x="647700" y="2238375"/>
                </a:lnTo>
                <a:close/>
                <a:moveTo>
                  <a:pt x="1838325" y="2228850"/>
                </a:moveTo>
                <a:lnTo>
                  <a:pt x="1857375" y="2228850"/>
                </a:lnTo>
                <a:lnTo>
                  <a:pt x="1857375" y="2266950"/>
                </a:lnTo>
                <a:lnTo>
                  <a:pt x="1838325" y="2266950"/>
                </a:lnTo>
                <a:lnTo>
                  <a:pt x="1838325" y="2257425"/>
                </a:lnTo>
                <a:lnTo>
                  <a:pt x="1847850" y="2257425"/>
                </a:lnTo>
                <a:lnTo>
                  <a:pt x="1847850" y="2238375"/>
                </a:lnTo>
                <a:lnTo>
                  <a:pt x="1838325" y="2238375"/>
                </a:lnTo>
                <a:close/>
                <a:moveTo>
                  <a:pt x="180975" y="2238375"/>
                </a:moveTo>
                <a:lnTo>
                  <a:pt x="190500" y="2238375"/>
                </a:lnTo>
                <a:lnTo>
                  <a:pt x="190500" y="2266950"/>
                </a:lnTo>
                <a:lnTo>
                  <a:pt x="180975" y="2266950"/>
                </a:lnTo>
                <a:close/>
                <a:moveTo>
                  <a:pt x="581025" y="2238375"/>
                </a:moveTo>
                <a:lnTo>
                  <a:pt x="590550" y="2238375"/>
                </a:lnTo>
                <a:lnTo>
                  <a:pt x="590550" y="2257425"/>
                </a:lnTo>
                <a:lnTo>
                  <a:pt x="581025" y="2257425"/>
                </a:lnTo>
                <a:close/>
                <a:moveTo>
                  <a:pt x="2333625" y="2247900"/>
                </a:moveTo>
                <a:lnTo>
                  <a:pt x="2362200" y="2247900"/>
                </a:lnTo>
                <a:lnTo>
                  <a:pt x="2362200" y="2257425"/>
                </a:lnTo>
                <a:lnTo>
                  <a:pt x="2371725" y="2257425"/>
                </a:lnTo>
                <a:lnTo>
                  <a:pt x="2371725" y="2266950"/>
                </a:lnTo>
                <a:lnTo>
                  <a:pt x="2333625" y="2266950"/>
                </a:lnTo>
                <a:close/>
                <a:moveTo>
                  <a:pt x="2409825" y="2247900"/>
                </a:moveTo>
                <a:lnTo>
                  <a:pt x="2419350" y="2247900"/>
                </a:lnTo>
                <a:lnTo>
                  <a:pt x="2419350" y="2257425"/>
                </a:lnTo>
                <a:lnTo>
                  <a:pt x="2409825" y="2257425"/>
                </a:lnTo>
                <a:close/>
                <a:moveTo>
                  <a:pt x="2419350" y="2257425"/>
                </a:moveTo>
                <a:lnTo>
                  <a:pt x="2438400" y="2257425"/>
                </a:lnTo>
                <a:lnTo>
                  <a:pt x="2438400" y="2266950"/>
                </a:lnTo>
                <a:lnTo>
                  <a:pt x="2428875" y="2266950"/>
                </a:lnTo>
                <a:lnTo>
                  <a:pt x="2428875" y="2276475"/>
                </a:lnTo>
                <a:lnTo>
                  <a:pt x="2409825" y="2276475"/>
                </a:lnTo>
                <a:lnTo>
                  <a:pt x="2409825" y="2266950"/>
                </a:lnTo>
                <a:lnTo>
                  <a:pt x="2419350" y="2266950"/>
                </a:lnTo>
                <a:close/>
                <a:moveTo>
                  <a:pt x="190500" y="2266950"/>
                </a:moveTo>
                <a:lnTo>
                  <a:pt x="200025" y="2266950"/>
                </a:lnTo>
                <a:lnTo>
                  <a:pt x="200025" y="2286000"/>
                </a:lnTo>
                <a:lnTo>
                  <a:pt x="190500" y="2286000"/>
                </a:lnTo>
                <a:close/>
                <a:moveTo>
                  <a:pt x="2000250" y="2266950"/>
                </a:moveTo>
                <a:lnTo>
                  <a:pt x="2009775" y="2266950"/>
                </a:lnTo>
                <a:lnTo>
                  <a:pt x="2009775" y="2276475"/>
                </a:lnTo>
                <a:lnTo>
                  <a:pt x="2000250" y="2276475"/>
                </a:lnTo>
                <a:close/>
                <a:moveTo>
                  <a:pt x="2371725" y="2266950"/>
                </a:moveTo>
                <a:lnTo>
                  <a:pt x="2400300" y="2266950"/>
                </a:lnTo>
                <a:lnTo>
                  <a:pt x="2400300" y="2276475"/>
                </a:lnTo>
                <a:lnTo>
                  <a:pt x="2371725" y="2276475"/>
                </a:lnTo>
                <a:close/>
                <a:moveTo>
                  <a:pt x="2009775" y="2276475"/>
                </a:moveTo>
                <a:lnTo>
                  <a:pt x="2019300" y="2276475"/>
                </a:lnTo>
                <a:lnTo>
                  <a:pt x="2019300" y="2286000"/>
                </a:lnTo>
                <a:lnTo>
                  <a:pt x="2009775" y="2286000"/>
                </a:lnTo>
                <a:close/>
                <a:moveTo>
                  <a:pt x="2105025" y="2276475"/>
                </a:moveTo>
                <a:lnTo>
                  <a:pt x="2114550" y="2276475"/>
                </a:lnTo>
                <a:lnTo>
                  <a:pt x="2114550" y="2286000"/>
                </a:lnTo>
                <a:lnTo>
                  <a:pt x="2105025" y="2286000"/>
                </a:lnTo>
                <a:close/>
                <a:moveTo>
                  <a:pt x="200025" y="2286000"/>
                </a:moveTo>
                <a:lnTo>
                  <a:pt x="209550" y="2286000"/>
                </a:lnTo>
                <a:lnTo>
                  <a:pt x="209550" y="2305050"/>
                </a:lnTo>
                <a:lnTo>
                  <a:pt x="200025" y="2305050"/>
                </a:lnTo>
                <a:close/>
                <a:moveTo>
                  <a:pt x="2019300" y="2286000"/>
                </a:moveTo>
                <a:lnTo>
                  <a:pt x="2028825" y="2286000"/>
                </a:lnTo>
                <a:lnTo>
                  <a:pt x="2028825" y="2295525"/>
                </a:lnTo>
                <a:lnTo>
                  <a:pt x="2019300" y="2295525"/>
                </a:lnTo>
                <a:close/>
                <a:moveTo>
                  <a:pt x="2057400" y="2286000"/>
                </a:moveTo>
                <a:lnTo>
                  <a:pt x="2066925" y="2286000"/>
                </a:lnTo>
                <a:lnTo>
                  <a:pt x="2066925" y="2295525"/>
                </a:lnTo>
                <a:lnTo>
                  <a:pt x="2057400" y="2295525"/>
                </a:lnTo>
                <a:close/>
                <a:moveTo>
                  <a:pt x="2124075" y="2286000"/>
                </a:moveTo>
                <a:lnTo>
                  <a:pt x="2133600" y="2286000"/>
                </a:lnTo>
                <a:lnTo>
                  <a:pt x="2133600" y="2295525"/>
                </a:lnTo>
                <a:lnTo>
                  <a:pt x="2124075" y="2295525"/>
                </a:lnTo>
                <a:close/>
                <a:moveTo>
                  <a:pt x="2152650" y="2286000"/>
                </a:moveTo>
                <a:lnTo>
                  <a:pt x="2209800" y="2286000"/>
                </a:lnTo>
                <a:lnTo>
                  <a:pt x="2209800" y="2305050"/>
                </a:lnTo>
                <a:lnTo>
                  <a:pt x="2190750" y="2305050"/>
                </a:lnTo>
                <a:lnTo>
                  <a:pt x="2190750" y="2314575"/>
                </a:lnTo>
                <a:lnTo>
                  <a:pt x="2181225" y="2314575"/>
                </a:lnTo>
                <a:lnTo>
                  <a:pt x="2181225" y="2305050"/>
                </a:lnTo>
                <a:lnTo>
                  <a:pt x="2162175" y="2305050"/>
                </a:lnTo>
                <a:lnTo>
                  <a:pt x="2162175" y="2295525"/>
                </a:lnTo>
                <a:lnTo>
                  <a:pt x="2152650" y="2295525"/>
                </a:lnTo>
                <a:close/>
                <a:moveTo>
                  <a:pt x="2257425" y="2286000"/>
                </a:moveTo>
                <a:lnTo>
                  <a:pt x="2295525" y="2286000"/>
                </a:lnTo>
                <a:lnTo>
                  <a:pt x="2295525" y="2305050"/>
                </a:lnTo>
                <a:lnTo>
                  <a:pt x="2286000" y="2305050"/>
                </a:lnTo>
                <a:lnTo>
                  <a:pt x="2286000" y="2295525"/>
                </a:lnTo>
                <a:lnTo>
                  <a:pt x="2257425" y="2295525"/>
                </a:lnTo>
                <a:close/>
                <a:moveTo>
                  <a:pt x="2028825" y="2295525"/>
                </a:moveTo>
                <a:lnTo>
                  <a:pt x="2038350" y="2295525"/>
                </a:lnTo>
                <a:lnTo>
                  <a:pt x="2038350" y="2305050"/>
                </a:lnTo>
                <a:lnTo>
                  <a:pt x="2028825" y="2305050"/>
                </a:lnTo>
                <a:close/>
                <a:moveTo>
                  <a:pt x="2038350" y="2314575"/>
                </a:moveTo>
                <a:lnTo>
                  <a:pt x="2047875" y="2314575"/>
                </a:lnTo>
                <a:lnTo>
                  <a:pt x="2047875" y="2324100"/>
                </a:lnTo>
                <a:lnTo>
                  <a:pt x="2038350" y="2324100"/>
                </a:lnTo>
                <a:close/>
                <a:moveTo>
                  <a:pt x="1733550" y="2324100"/>
                </a:moveTo>
                <a:lnTo>
                  <a:pt x="1743075" y="2324100"/>
                </a:lnTo>
                <a:lnTo>
                  <a:pt x="1743075" y="2352675"/>
                </a:lnTo>
                <a:lnTo>
                  <a:pt x="1771650" y="2352675"/>
                </a:lnTo>
                <a:lnTo>
                  <a:pt x="1771650" y="2343150"/>
                </a:lnTo>
                <a:lnTo>
                  <a:pt x="1828800" y="2343150"/>
                </a:lnTo>
                <a:lnTo>
                  <a:pt x="1828800" y="2371725"/>
                </a:lnTo>
                <a:lnTo>
                  <a:pt x="1809750" y="2371725"/>
                </a:lnTo>
                <a:lnTo>
                  <a:pt x="1809750" y="2362200"/>
                </a:lnTo>
                <a:lnTo>
                  <a:pt x="1790700" y="2362200"/>
                </a:lnTo>
                <a:lnTo>
                  <a:pt x="1790700" y="2352675"/>
                </a:lnTo>
                <a:lnTo>
                  <a:pt x="1771650" y="2352675"/>
                </a:lnTo>
                <a:lnTo>
                  <a:pt x="1771650" y="2362200"/>
                </a:lnTo>
                <a:lnTo>
                  <a:pt x="1762125" y="2362200"/>
                </a:lnTo>
                <a:lnTo>
                  <a:pt x="1762125" y="2371725"/>
                </a:lnTo>
                <a:lnTo>
                  <a:pt x="1790700" y="2371725"/>
                </a:lnTo>
                <a:lnTo>
                  <a:pt x="1790700" y="2381250"/>
                </a:lnTo>
                <a:lnTo>
                  <a:pt x="1771650" y="2381250"/>
                </a:lnTo>
                <a:lnTo>
                  <a:pt x="1771650" y="2390775"/>
                </a:lnTo>
                <a:lnTo>
                  <a:pt x="1762125" y="2390775"/>
                </a:lnTo>
                <a:lnTo>
                  <a:pt x="1762125" y="2400300"/>
                </a:lnTo>
                <a:lnTo>
                  <a:pt x="1733550" y="2400300"/>
                </a:lnTo>
                <a:lnTo>
                  <a:pt x="1733550" y="2390775"/>
                </a:lnTo>
                <a:lnTo>
                  <a:pt x="1752600" y="2390775"/>
                </a:lnTo>
                <a:lnTo>
                  <a:pt x="1752600" y="2381250"/>
                </a:lnTo>
                <a:lnTo>
                  <a:pt x="1743075" y="2381250"/>
                </a:lnTo>
                <a:lnTo>
                  <a:pt x="1743075" y="2371725"/>
                </a:lnTo>
                <a:lnTo>
                  <a:pt x="1733550" y="2371725"/>
                </a:lnTo>
                <a:lnTo>
                  <a:pt x="1733550" y="2362200"/>
                </a:lnTo>
                <a:lnTo>
                  <a:pt x="1724025" y="2362200"/>
                </a:lnTo>
                <a:lnTo>
                  <a:pt x="1724025" y="2333625"/>
                </a:lnTo>
                <a:lnTo>
                  <a:pt x="1733550" y="2333625"/>
                </a:lnTo>
                <a:close/>
                <a:moveTo>
                  <a:pt x="171450" y="2333625"/>
                </a:moveTo>
                <a:lnTo>
                  <a:pt x="180975" y="2333625"/>
                </a:lnTo>
                <a:lnTo>
                  <a:pt x="180975" y="2343150"/>
                </a:lnTo>
                <a:lnTo>
                  <a:pt x="190500" y="2343150"/>
                </a:lnTo>
                <a:lnTo>
                  <a:pt x="190500" y="2362200"/>
                </a:lnTo>
                <a:lnTo>
                  <a:pt x="219075" y="2362200"/>
                </a:lnTo>
                <a:lnTo>
                  <a:pt x="219075" y="2381250"/>
                </a:lnTo>
                <a:lnTo>
                  <a:pt x="200025" y="2381250"/>
                </a:lnTo>
                <a:lnTo>
                  <a:pt x="200025" y="2371725"/>
                </a:lnTo>
                <a:lnTo>
                  <a:pt x="190500" y="2371725"/>
                </a:lnTo>
                <a:lnTo>
                  <a:pt x="190500" y="2381250"/>
                </a:lnTo>
                <a:lnTo>
                  <a:pt x="161925" y="2381250"/>
                </a:lnTo>
                <a:lnTo>
                  <a:pt x="161925" y="2371725"/>
                </a:lnTo>
                <a:lnTo>
                  <a:pt x="152400" y="2371725"/>
                </a:lnTo>
                <a:lnTo>
                  <a:pt x="152400" y="2352675"/>
                </a:lnTo>
                <a:lnTo>
                  <a:pt x="161925" y="2352675"/>
                </a:lnTo>
                <a:lnTo>
                  <a:pt x="161925" y="2343150"/>
                </a:lnTo>
                <a:lnTo>
                  <a:pt x="171450" y="2343150"/>
                </a:lnTo>
                <a:close/>
                <a:moveTo>
                  <a:pt x="1914525" y="2333625"/>
                </a:moveTo>
                <a:lnTo>
                  <a:pt x="1924050" y="2333625"/>
                </a:lnTo>
                <a:lnTo>
                  <a:pt x="1924050" y="2343150"/>
                </a:lnTo>
                <a:lnTo>
                  <a:pt x="1933575" y="2343150"/>
                </a:lnTo>
                <a:lnTo>
                  <a:pt x="1933575" y="2352675"/>
                </a:lnTo>
                <a:lnTo>
                  <a:pt x="1943100" y="2352675"/>
                </a:lnTo>
                <a:lnTo>
                  <a:pt x="1943100" y="2362200"/>
                </a:lnTo>
                <a:lnTo>
                  <a:pt x="1952625" y="2362200"/>
                </a:lnTo>
                <a:lnTo>
                  <a:pt x="1952625" y="2400300"/>
                </a:lnTo>
                <a:lnTo>
                  <a:pt x="1943100" y="2400300"/>
                </a:lnTo>
                <a:lnTo>
                  <a:pt x="1943100" y="2409825"/>
                </a:lnTo>
                <a:lnTo>
                  <a:pt x="1933575" y="2409825"/>
                </a:lnTo>
                <a:lnTo>
                  <a:pt x="1933575" y="2419350"/>
                </a:lnTo>
                <a:lnTo>
                  <a:pt x="1924050" y="2419350"/>
                </a:lnTo>
                <a:lnTo>
                  <a:pt x="1924050" y="2400300"/>
                </a:lnTo>
                <a:lnTo>
                  <a:pt x="1914525" y="2400300"/>
                </a:lnTo>
                <a:lnTo>
                  <a:pt x="1914525" y="2390775"/>
                </a:lnTo>
                <a:lnTo>
                  <a:pt x="1895475" y="2390775"/>
                </a:lnTo>
                <a:lnTo>
                  <a:pt x="1895475" y="2371725"/>
                </a:lnTo>
                <a:lnTo>
                  <a:pt x="1914525" y="2371725"/>
                </a:lnTo>
                <a:lnTo>
                  <a:pt x="1914525" y="2390775"/>
                </a:lnTo>
                <a:lnTo>
                  <a:pt x="1933575" y="2390775"/>
                </a:lnTo>
                <a:lnTo>
                  <a:pt x="1933575" y="2381250"/>
                </a:lnTo>
                <a:lnTo>
                  <a:pt x="1924050" y="2381250"/>
                </a:lnTo>
                <a:lnTo>
                  <a:pt x="1924050" y="2362200"/>
                </a:lnTo>
                <a:lnTo>
                  <a:pt x="1914525" y="2362200"/>
                </a:lnTo>
                <a:close/>
                <a:moveTo>
                  <a:pt x="1657350" y="2343150"/>
                </a:moveTo>
                <a:lnTo>
                  <a:pt x="1666875" y="2343150"/>
                </a:lnTo>
                <a:lnTo>
                  <a:pt x="1666875" y="2362200"/>
                </a:lnTo>
                <a:lnTo>
                  <a:pt x="1657350" y="2362200"/>
                </a:lnTo>
                <a:close/>
                <a:moveTo>
                  <a:pt x="2143125" y="2343150"/>
                </a:moveTo>
                <a:lnTo>
                  <a:pt x="2152650" y="2343150"/>
                </a:lnTo>
                <a:lnTo>
                  <a:pt x="2152650" y="2352675"/>
                </a:lnTo>
                <a:lnTo>
                  <a:pt x="2143125" y="2352675"/>
                </a:lnTo>
                <a:close/>
                <a:moveTo>
                  <a:pt x="38100" y="2352675"/>
                </a:moveTo>
                <a:lnTo>
                  <a:pt x="47625" y="2352675"/>
                </a:lnTo>
                <a:lnTo>
                  <a:pt x="47625" y="2362200"/>
                </a:lnTo>
                <a:lnTo>
                  <a:pt x="38100" y="2362200"/>
                </a:lnTo>
                <a:close/>
                <a:moveTo>
                  <a:pt x="590550" y="2352675"/>
                </a:moveTo>
                <a:lnTo>
                  <a:pt x="600075" y="2352675"/>
                </a:lnTo>
                <a:lnTo>
                  <a:pt x="600075" y="2362200"/>
                </a:lnTo>
                <a:lnTo>
                  <a:pt x="590550" y="2362200"/>
                </a:lnTo>
                <a:close/>
                <a:moveTo>
                  <a:pt x="933450" y="2352675"/>
                </a:moveTo>
                <a:lnTo>
                  <a:pt x="942975" y="2352675"/>
                </a:lnTo>
                <a:lnTo>
                  <a:pt x="942975" y="2362200"/>
                </a:lnTo>
                <a:lnTo>
                  <a:pt x="933450" y="2362200"/>
                </a:lnTo>
                <a:close/>
                <a:moveTo>
                  <a:pt x="1885950" y="2352675"/>
                </a:moveTo>
                <a:lnTo>
                  <a:pt x="1895475" y="2352675"/>
                </a:lnTo>
                <a:lnTo>
                  <a:pt x="1895475" y="2362200"/>
                </a:lnTo>
                <a:lnTo>
                  <a:pt x="1885950" y="2362200"/>
                </a:lnTo>
                <a:close/>
                <a:moveTo>
                  <a:pt x="2152650" y="2352675"/>
                </a:moveTo>
                <a:lnTo>
                  <a:pt x="2181225" y="2352675"/>
                </a:lnTo>
                <a:lnTo>
                  <a:pt x="2181225" y="2362200"/>
                </a:lnTo>
                <a:lnTo>
                  <a:pt x="2152650" y="2362200"/>
                </a:lnTo>
                <a:close/>
                <a:moveTo>
                  <a:pt x="114300" y="2362200"/>
                </a:moveTo>
                <a:lnTo>
                  <a:pt x="123825" y="2362200"/>
                </a:lnTo>
                <a:lnTo>
                  <a:pt x="123825" y="2371725"/>
                </a:lnTo>
                <a:lnTo>
                  <a:pt x="114300" y="2371725"/>
                </a:lnTo>
                <a:close/>
                <a:moveTo>
                  <a:pt x="314325" y="2362200"/>
                </a:moveTo>
                <a:lnTo>
                  <a:pt x="323850" y="2362200"/>
                </a:lnTo>
                <a:lnTo>
                  <a:pt x="323850" y="2371725"/>
                </a:lnTo>
                <a:lnTo>
                  <a:pt x="314325" y="2371725"/>
                </a:lnTo>
                <a:close/>
                <a:moveTo>
                  <a:pt x="504825" y="2362200"/>
                </a:moveTo>
                <a:lnTo>
                  <a:pt x="514350" y="2362200"/>
                </a:lnTo>
                <a:lnTo>
                  <a:pt x="514350" y="2371725"/>
                </a:lnTo>
                <a:lnTo>
                  <a:pt x="533400" y="2371725"/>
                </a:lnTo>
                <a:lnTo>
                  <a:pt x="533400" y="2390775"/>
                </a:lnTo>
                <a:lnTo>
                  <a:pt x="504825" y="2390775"/>
                </a:lnTo>
                <a:lnTo>
                  <a:pt x="504825" y="2381250"/>
                </a:lnTo>
                <a:lnTo>
                  <a:pt x="495300" y="2381250"/>
                </a:lnTo>
                <a:lnTo>
                  <a:pt x="495300" y="2371725"/>
                </a:lnTo>
                <a:lnTo>
                  <a:pt x="504825" y="2371725"/>
                </a:lnTo>
                <a:close/>
                <a:moveTo>
                  <a:pt x="942975" y="2362200"/>
                </a:moveTo>
                <a:lnTo>
                  <a:pt x="952500" y="2362200"/>
                </a:lnTo>
                <a:lnTo>
                  <a:pt x="952500" y="2390775"/>
                </a:lnTo>
                <a:lnTo>
                  <a:pt x="942975" y="2390775"/>
                </a:lnTo>
                <a:close/>
                <a:moveTo>
                  <a:pt x="142875" y="2371725"/>
                </a:moveTo>
                <a:lnTo>
                  <a:pt x="152400" y="2371725"/>
                </a:lnTo>
                <a:lnTo>
                  <a:pt x="152400" y="2390775"/>
                </a:lnTo>
                <a:lnTo>
                  <a:pt x="142875" y="2390775"/>
                </a:lnTo>
                <a:close/>
                <a:moveTo>
                  <a:pt x="276225" y="2371725"/>
                </a:moveTo>
                <a:lnTo>
                  <a:pt x="295275" y="2371725"/>
                </a:lnTo>
                <a:lnTo>
                  <a:pt x="295275" y="2381250"/>
                </a:lnTo>
                <a:lnTo>
                  <a:pt x="276225" y="2381250"/>
                </a:lnTo>
                <a:close/>
                <a:moveTo>
                  <a:pt x="304800" y="2371725"/>
                </a:moveTo>
                <a:lnTo>
                  <a:pt x="314325" y="2371725"/>
                </a:lnTo>
                <a:lnTo>
                  <a:pt x="314325" y="2381250"/>
                </a:lnTo>
                <a:lnTo>
                  <a:pt x="304800" y="2381250"/>
                </a:lnTo>
                <a:close/>
                <a:moveTo>
                  <a:pt x="1352550" y="2371725"/>
                </a:moveTo>
                <a:lnTo>
                  <a:pt x="1362075" y="2371725"/>
                </a:lnTo>
                <a:lnTo>
                  <a:pt x="1362075" y="2390775"/>
                </a:lnTo>
                <a:lnTo>
                  <a:pt x="1371600" y="2390775"/>
                </a:lnTo>
                <a:lnTo>
                  <a:pt x="1371600" y="2400300"/>
                </a:lnTo>
                <a:lnTo>
                  <a:pt x="1343025" y="2400300"/>
                </a:lnTo>
                <a:lnTo>
                  <a:pt x="1343025" y="2390775"/>
                </a:lnTo>
                <a:lnTo>
                  <a:pt x="1352550" y="2390775"/>
                </a:lnTo>
                <a:close/>
                <a:moveTo>
                  <a:pt x="1590675" y="2371725"/>
                </a:moveTo>
                <a:lnTo>
                  <a:pt x="1600200" y="2371725"/>
                </a:lnTo>
                <a:lnTo>
                  <a:pt x="1600200" y="2381250"/>
                </a:lnTo>
                <a:lnTo>
                  <a:pt x="1590675" y="2381250"/>
                </a:lnTo>
                <a:close/>
                <a:moveTo>
                  <a:pt x="2266950" y="2371725"/>
                </a:moveTo>
                <a:lnTo>
                  <a:pt x="2295525" y="2371725"/>
                </a:lnTo>
                <a:lnTo>
                  <a:pt x="2295525" y="2381250"/>
                </a:lnTo>
                <a:lnTo>
                  <a:pt x="2276475" y="2381250"/>
                </a:lnTo>
                <a:lnTo>
                  <a:pt x="2276475" y="2390775"/>
                </a:lnTo>
                <a:lnTo>
                  <a:pt x="2266950" y="2390775"/>
                </a:lnTo>
                <a:close/>
                <a:moveTo>
                  <a:pt x="2000250" y="2381250"/>
                </a:moveTo>
                <a:lnTo>
                  <a:pt x="2019300" y="2381250"/>
                </a:lnTo>
                <a:lnTo>
                  <a:pt x="2019300" y="2390775"/>
                </a:lnTo>
                <a:lnTo>
                  <a:pt x="2000250" y="2390775"/>
                </a:lnTo>
                <a:close/>
                <a:moveTo>
                  <a:pt x="2200275" y="2381250"/>
                </a:moveTo>
                <a:lnTo>
                  <a:pt x="2228850" y="2381250"/>
                </a:lnTo>
                <a:lnTo>
                  <a:pt x="2228850" y="2390775"/>
                </a:lnTo>
                <a:lnTo>
                  <a:pt x="2238375" y="2390775"/>
                </a:lnTo>
                <a:lnTo>
                  <a:pt x="2238375" y="2400300"/>
                </a:lnTo>
                <a:lnTo>
                  <a:pt x="2200275" y="2400300"/>
                </a:lnTo>
                <a:close/>
                <a:moveTo>
                  <a:pt x="457200" y="2390775"/>
                </a:moveTo>
                <a:lnTo>
                  <a:pt x="485775" y="2390775"/>
                </a:lnTo>
                <a:lnTo>
                  <a:pt x="485775" y="2400300"/>
                </a:lnTo>
                <a:lnTo>
                  <a:pt x="457200" y="2400300"/>
                </a:lnTo>
                <a:close/>
                <a:moveTo>
                  <a:pt x="962025" y="2390775"/>
                </a:moveTo>
                <a:lnTo>
                  <a:pt x="981075" y="2390775"/>
                </a:lnTo>
                <a:lnTo>
                  <a:pt x="981075" y="2400300"/>
                </a:lnTo>
                <a:lnTo>
                  <a:pt x="962025" y="2400300"/>
                </a:lnTo>
                <a:close/>
                <a:moveTo>
                  <a:pt x="1000125" y="2390775"/>
                </a:moveTo>
                <a:lnTo>
                  <a:pt x="1057275" y="2390775"/>
                </a:lnTo>
                <a:lnTo>
                  <a:pt x="1057275" y="2400300"/>
                </a:lnTo>
                <a:lnTo>
                  <a:pt x="1000125" y="2400300"/>
                </a:lnTo>
                <a:close/>
                <a:moveTo>
                  <a:pt x="1581150" y="2390775"/>
                </a:moveTo>
                <a:lnTo>
                  <a:pt x="1600200" y="2390775"/>
                </a:lnTo>
                <a:lnTo>
                  <a:pt x="1600200" y="2400300"/>
                </a:lnTo>
                <a:lnTo>
                  <a:pt x="1581150" y="2400300"/>
                </a:lnTo>
                <a:close/>
                <a:moveTo>
                  <a:pt x="2276475" y="2390775"/>
                </a:moveTo>
                <a:lnTo>
                  <a:pt x="2295525" y="2390775"/>
                </a:lnTo>
                <a:lnTo>
                  <a:pt x="2295525" y="2400300"/>
                </a:lnTo>
                <a:lnTo>
                  <a:pt x="2276475" y="2400300"/>
                </a:lnTo>
                <a:close/>
                <a:moveTo>
                  <a:pt x="2133600" y="2409825"/>
                </a:moveTo>
                <a:lnTo>
                  <a:pt x="2143125" y="2409825"/>
                </a:lnTo>
                <a:lnTo>
                  <a:pt x="2143125" y="2419350"/>
                </a:lnTo>
                <a:lnTo>
                  <a:pt x="2133600" y="2419350"/>
                </a:lnTo>
                <a:close/>
                <a:moveTo>
                  <a:pt x="2438400" y="2409825"/>
                </a:moveTo>
                <a:lnTo>
                  <a:pt x="2457450" y="2409825"/>
                </a:lnTo>
                <a:lnTo>
                  <a:pt x="2457450" y="2428875"/>
                </a:lnTo>
                <a:lnTo>
                  <a:pt x="2447925" y="2428875"/>
                </a:lnTo>
                <a:lnTo>
                  <a:pt x="2447925" y="2438400"/>
                </a:lnTo>
                <a:lnTo>
                  <a:pt x="2428875" y="2438400"/>
                </a:lnTo>
                <a:lnTo>
                  <a:pt x="2428875" y="2428875"/>
                </a:lnTo>
                <a:lnTo>
                  <a:pt x="2438400" y="2428875"/>
                </a:lnTo>
                <a:close/>
                <a:moveTo>
                  <a:pt x="47625" y="2419350"/>
                </a:moveTo>
                <a:lnTo>
                  <a:pt x="57150" y="2419350"/>
                </a:lnTo>
                <a:lnTo>
                  <a:pt x="57150" y="2428875"/>
                </a:lnTo>
                <a:lnTo>
                  <a:pt x="47625" y="2428875"/>
                </a:lnTo>
                <a:close/>
                <a:moveTo>
                  <a:pt x="2047875" y="2419350"/>
                </a:moveTo>
                <a:lnTo>
                  <a:pt x="2066925" y="2419350"/>
                </a:lnTo>
                <a:lnTo>
                  <a:pt x="2066925" y="2438400"/>
                </a:lnTo>
                <a:lnTo>
                  <a:pt x="2047875" y="2438400"/>
                </a:lnTo>
                <a:lnTo>
                  <a:pt x="2047875" y="2447925"/>
                </a:lnTo>
                <a:lnTo>
                  <a:pt x="2038350" y="2447925"/>
                </a:lnTo>
                <a:lnTo>
                  <a:pt x="2038350" y="2476500"/>
                </a:lnTo>
                <a:lnTo>
                  <a:pt x="2047875" y="2476500"/>
                </a:lnTo>
                <a:lnTo>
                  <a:pt x="2047875" y="2486025"/>
                </a:lnTo>
                <a:lnTo>
                  <a:pt x="2028825" y="2486025"/>
                </a:lnTo>
                <a:lnTo>
                  <a:pt x="2028825" y="2466975"/>
                </a:lnTo>
                <a:lnTo>
                  <a:pt x="2009775" y="2466975"/>
                </a:lnTo>
                <a:lnTo>
                  <a:pt x="2009775" y="2447925"/>
                </a:lnTo>
                <a:lnTo>
                  <a:pt x="2019300" y="2447925"/>
                </a:lnTo>
                <a:lnTo>
                  <a:pt x="2019300" y="2438400"/>
                </a:lnTo>
                <a:lnTo>
                  <a:pt x="2028825" y="2438400"/>
                </a:lnTo>
                <a:lnTo>
                  <a:pt x="2028825" y="2428875"/>
                </a:lnTo>
                <a:lnTo>
                  <a:pt x="2047875" y="2428875"/>
                </a:lnTo>
                <a:close/>
                <a:moveTo>
                  <a:pt x="2095500" y="2419350"/>
                </a:moveTo>
                <a:lnTo>
                  <a:pt x="2124075" y="2419350"/>
                </a:lnTo>
                <a:lnTo>
                  <a:pt x="2124075" y="2428875"/>
                </a:lnTo>
                <a:lnTo>
                  <a:pt x="2114550" y="2428875"/>
                </a:lnTo>
                <a:lnTo>
                  <a:pt x="2114550" y="2447925"/>
                </a:lnTo>
                <a:lnTo>
                  <a:pt x="2105025" y="2447925"/>
                </a:lnTo>
                <a:lnTo>
                  <a:pt x="2105025" y="2457450"/>
                </a:lnTo>
                <a:lnTo>
                  <a:pt x="2114550" y="2457450"/>
                </a:lnTo>
                <a:lnTo>
                  <a:pt x="2114550" y="2466975"/>
                </a:lnTo>
                <a:lnTo>
                  <a:pt x="2133600" y="2466975"/>
                </a:lnTo>
                <a:lnTo>
                  <a:pt x="2133600" y="2476500"/>
                </a:lnTo>
                <a:lnTo>
                  <a:pt x="2124075" y="2476500"/>
                </a:lnTo>
                <a:lnTo>
                  <a:pt x="2124075" y="2486025"/>
                </a:lnTo>
                <a:lnTo>
                  <a:pt x="2114550" y="2486025"/>
                </a:lnTo>
                <a:lnTo>
                  <a:pt x="2114550" y="2495550"/>
                </a:lnTo>
                <a:lnTo>
                  <a:pt x="2124075" y="2495550"/>
                </a:lnTo>
                <a:lnTo>
                  <a:pt x="2124075" y="2514600"/>
                </a:lnTo>
                <a:lnTo>
                  <a:pt x="2114550" y="2514600"/>
                </a:lnTo>
                <a:lnTo>
                  <a:pt x="2114550" y="2505075"/>
                </a:lnTo>
                <a:lnTo>
                  <a:pt x="2105025" y="2505075"/>
                </a:lnTo>
                <a:lnTo>
                  <a:pt x="2105025" y="2495550"/>
                </a:lnTo>
                <a:lnTo>
                  <a:pt x="2076450" y="2495550"/>
                </a:lnTo>
                <a:lnTo>
                  <a:pt x="2076450" y="2486025"/>
                </a:lnTo>
                <a:lnTo>
                  <a:pt x="2085975" y="2486025"/>
                </a:lnTo>
                <a:lnTo>
                  <a:pt x="2085975" y="2476500"/>
                </a:lnTo>
                <a:lnTo>
                  <a:pt x="2066925" y="2476500"/>
                </a:lnTo>
                <a:lnTo>
                  <a:pt x="2066925" y="2457450"/>
                </a:lnTo>
                <a:lnTo>
                  <a:pt x="2085975" y="2457450"/>
                </a:lnTo>
                <a:lnTo>
                  <a:pt x="2085975" y="2447925"/>
                </a:lnTo>
                <a:lnTo>
                  <a:pt x="2095500" y="2447925"/>
                </a:lnTo>
                <a:close/>
                <a:moveTo>
                  <a:pt x="85725" y="2438400"/>
                </a:moveTo>
                <a:lnTo>
                  <a:pt x="104775" y="2438400"/>
                </a:lnTo>
                <a:lnTo>
                  <a:pt x="104775" y="2447925"/>
                </a:lnTo>
                <a:lnTo>
                  <a:pt x="95250" y="2447925"/>
                </a:lnTo>
                <a:lnTo>
                  <a:pt x="95250" y="2457450"/>
                </a:lnTo>
                <a:lnTo>
                  <a:pt x="85725" y="2457450"/>
                </a:lnTo>
                <a:close/>
                <a:moveTo>
                  <a:pt x="200025" y="2447925"/>
                </a:moveTo>
                <a:lnTo>
                  <a:pt x="209550" y="2447925"/>
                </a:lnTo>
                <a:lnTo>
                  <a:pt x="209550" y="2457450"/>
                </a:lnTo>
                <a:lnTo>
                  <a:pt x="238125" y="2457450"/>
                </a:lnTo>
                <a:lnTo>
                  <a:pt x="238125" y="2447925"/>
                </a:lnTo>
                <a:lnTo>
                  <a:pt x="257175" y="2447925"/>
                </a:lnTo>
                <a:lnTo>
                  <a:pt x="257175" y="2466975"/>
                </a:lnTo>
                <a:lnTo>
                  <a:pt x="276225" y="2466975"/>
                </a:lnTo>
                <a:lnTo>
                  <a:pt x="276225" y="2447925"/>
                </a:lnTo>
                <a:lnTo>
                  <a:pt x="295275" y="2447925"/>
                </a:lnTo>
                <a:lnTo>
                  <a:pt x="295275" y="2476500"/>
                </a:lnTo>
                <a:lnTo>
                  <a:pt x="285750" y="2476500"/>
                </a:lnTo>
                <a:lnTo>
                  <a:pt x="285750" y="2486025"/>
                </a:lnTo>
                <a:lnTo>
                  <a:pt x="276225" y="2486025"/>
                </a:lnTo>
                <a:lnTo>
                  <a:pt x="276225" y="2476500"/>
                </a:lnTo>
                <a:lnTo>
                  <a:pt x="238125" y="2476500"/>
                </a:lnTo>
                <a:lnTo>
                  <a:pt x="238125" y="2495550"/>
                </a:lnTo>
                <a:lnTo>
                  <a:pt x="228600" y="2495550"/>
                </a:lnTo>
                <a:lnTo>
                  <a:pt x="228600" y="2486025"/>
                </a:lnTo>
                <a:lnTo>
                  <a:pt x="190500" y="2486025"/>
                </a:lnTo>
                <a:lnTo>
                  <a:pt x="190500" y="2457450"/>
                </a:lnTo>
                <a:lnTo>
                  <a:pt x="200025" y="2457450"/>
                </a:lnTo>
                <a:close/>
                <a:moveTo>
                  <a:pt x="1838325" y="2447925"/>
                </a:moveTo>
                <a:lnTo>
                  <a:pt x="1847850" y="2447925"/>
                </a:lnTo>
                <a:lnTo>
                  <a:pt x="1847850" y="2457450"/>
                </a:lnTo>
                <a:lnTo>
                  <a:pt x="1857375" y="2457450"/>
                </a:lnTo>
                <a:lnTo>
                  <a:pt x="1857375" y="2466975"/>
                </a:lnTo>
                <a:lnTo>
                  <a:pt x="1866900" y="2466975"/>
                </a:lnTo>
                <a:lnTo>
                  <a:pt x="1866900" y="2457450"/>
                </a:lnTo>
                <a:lnTo>
                  <a:pt x="1885950" y="2457450"/>
                </a:lnTo>
                <a:lnTo>
                  <a:pt x="1885950" y="2447925"/>
                </a:lnTo>
                <a:lnTo>
                  <a:pt x="1895475" y="2447925"/>
                </a:lnTo>
                <a:lnTo>
                  <a:pt x="1895475" y="2457450"/>
                </a:lnTo>
                <a:lnTo>
                  <a:pt x="1905000" y="2457450"/>
                </a:lnTo>
                <a:lnTo>
                  <a:pt x="1905000" y="2476500"/>
                </a:lnTo>
                <a:lnTo>
                  <a:pt x="1876425" y="2476500"/>
                </a:lnTo>
                <a:lnTo>
                  <a:pt x="1876425" y="2486025"/>
                </a:lnTo>
                <a:lnTo>
                  <a:pt x="1866900" y="2486025"/>
                </a:lnTo>
                <a:lnTo>
                  <a:pt x="1866900" y="2505075"/>
                </a:lnTo>
                <a:lnTo>
                  <a:pt x="1857375" y="2505075"/>
                </a:lnTo>
                <a:lnTo>
                  <a:pt x="1857375" y="2514600"/>
                </a:lnTo>
                <a:lnTo>
                  <a:pt x="1847850" y="2514600"/>
                </a:lnTo>
                <a:lnTo>
                  <a:pt x="1847850" y="2524125"/>
                </a:lnTo>
                <a:lnTo>
                  <a:pt x="1838325" y="2524125"/>
                </a:lnTo>
                <a:lnTo>
                  <a:pt x="1838325" y="2505075"/>
                </a:lnTo>
                <a:lnTo>
                  <a:pt x="1828800" y="2505075"/>
                </a:lnTo>
                <a:lnTo>
                  <a:pt x="1828800" y="2486025"/>
                </a:lnTo>
                <a:lnTo>
                  <a:pt x="1809750" y="2486025"/>
                </a:lnTo>
                <a:lnTo>
                  <a:pt x="1809750" y="2476500"/>
                </a:lnTo>
                <a:lnTo>
                  <a:pt x="1800225" y="2476500"/>
                </a:lnTo>
                <a:lnTo>
                  <a:pt x="1800225" y="2486025"/>
                </a:lnTo>
                <a:lnTo>
                  <a:pt x="1771650" y="2486025"/>
                </a:lnTo>
                <a:lnTo>
                  <a:pt x="1771650" y="2476500"/>
                </a:lnTo>
                <a:lnTo>
                  <a:pt x="1781175" y="2476500"/>
                </a:lnTo>
                <a:lnTo>
                  <a:pt x="1781175" y="2466975"/>
                </a:lnTo>
                <a:lnTo>
                  <a:pt x="1809750" y="2466975"/>
                </a:lnTo>
                <a:lnTo>
                  <a:pt x="1809750" y="2476500"/>
                </a:lnTo>
                <a:lnTo>
                  <a:pt x="1838325" y="2476500"/>
                </a:lnTo>
                <a:close/>
                <a:moveTo>
                  <a:pt x="133350" y="2457450"/>
                </a:moveTo>
                <a:lnTo>
                  <a:pt x="142875" y="2457450"/>
                </a:lnTo>
                <a:lnTo>
                  <a:pt x="142875" y="2476500"/>
                </a:lnTo>
                <a:lnTo>
                  <a:pt x="133350" y="2476500"/>
                </a:lnTo>
                <a:lnTo>
                  <a:pt x="133350" y="2495550"/>
                </a:lnTo>
                <a:lnTo>
                  <a:pt x="142875" y="2495550"/>
                </a:lnTo>
                <a:lnTo>
                  <a:pt x="142875" y="2505075"/>
                </a:lnTo>
                <a:lnTo>
                  <a:pt x="133350" y="2505075"/>
                </a:lnTo>
                <a:lnTo>
                  <a:pt x="133350" y="2514600"/>
                </a:lnTo>
                <a:lnTo>
                  <a:pt x="123825" y="2514600"/>
                </a:lnTo>
                <a:lnTo>
                  <a:pt x="123825" y="2505075"/>
                </a:lnTo>
                <a:lnTo>
                  <a:pt x="95250" y="2505075"/>
                </a:lnTo>
                <a:lnTo>
                  <a:pt x="95250" y="2495550"/>
                </a:lnTo>
                <a:lnTo>
                  <a:pt x="85725" y="2495550"/>
                </a:lnTo>
                <a:lnTo>
                  <a:pt x="85725" y="2505075"/>
                </a:lnTo>
                <a:lnTo>
                  <a:pt x="76200" y="2505075"/>
                </a:lnTo>
                <a:lnTo>
                  <a:pt x="76200" y="2486025"/>
                </a:lnTo>
                <a:lnTo>
                  <a:pt x="95250" y="2486025"/>
                </a:lnTo>
                <a:lnTo>
                  <a:pt x="95250" y="2476500"/>
                </a:lnTo>
                <a:lnTo>
                  <a:pt x="123825" y="2476500"/>
                </a:lnTo>
                <a:lnTo>
                  <a:pt x="123825" y="2466975"/>
                </a:lnTo>
                <a:lnTo>
                  <a:pt x="133350" y="2466975"/>
                </a:lnTo>
                <a:close/>
                <a:moveTo>
                  <a:pt x="209550" y="2476500"/>
                </a:moveTo>
                <a:lnTo>
                  <a:pt x="228600" y="2476500"/>
                </a:lnTo>
                <a:lnTo>
                  <a:pt x="228600" y="2466975"/>
                </a:lnTo>
                <a:lnTo>
                  <a:pt x="209550" y="2466975"/>
                </a:lnTo>
                <a:close/>
                <a:moveTo>
                  <a:pt x="1924050" y="2476500"/>
                </a:moveTo>
                <a:lnTo>
                  <a:pt x="1943100" y="2476500"/>
                </a:lnTo>
                <a:lnTo>
                  <a:pt x="1943100" y="2486025"/>
                </a:lnTo>
                <a:lnTo>
                  <a:pt x="1924050" y="2486025"/>
                </a:lnTo>
                <a:close/>
                <a:moveTo>
                  <a:pt x="180975" y="2486025"/>
                </a:moveTo>
                <a:lnTo>
                  <a:pt x="190500" y="2486025"/>
                </a:lnTo>
                <a:lnTo>
                  <a:pt x="190500" y="2495550"/>
                </a:lnTo>
                <a:lnTo>
                  <a:pt x="200025" y="2495550"/>
                </a:lnTo>
                <a:lnTo>
                  <a:pt x="200025" y="2505075"/>
                </a:lnTo>
                <a:lnTo>
                  <a:pt x="190500" y="2505075"/>
                </a:lnTo>
                <a:lnTo>
                  <a:pt x="190500" y="2514600"/>
                </a:lnTo>
                <a:lnTo>
                  <a:pt x="180975" y="2514600"/>
                </a:lnTo>
                <a:lnTo>
                  <a:pt x="180975" y="2524125"/>
                </a:lnTo>
                <a:lnTo>
                  <a:pt x="171450" y="2524125"/>
                </a:lnTo>
                <a:lnTo>
                  <a:pt x="171450" y="2533650"/>
                </a:lnTo>
                <a:lnTo>
                  <a:pt x="161925" y="2533650"/>
                </a:lnTo>
                <a:lnTo>
                  <a:pt x="161925" y="2552700"/>
                </a:lnTo>
                <a:lnTo>
                  <a:pt x="152400" y="2552700"/>
                </a:lnTo>
                <a:lnTo>
                  <a:pt x="152400" y="2562225"/>
                </a:lnTo>
                <a:lnTo>
                  <a:pt x="161925" y="2562225"/>
                </a:lnTo>
                <a:lnTo>
                  <a:pt x="161925" y="2552700"/>
                </a:lnTo>
                <a:lnTo>
                  <a:pt x="171450" y="2552700"/>
                </a:lnTo>
                <a:lnTo>
                  <a:pt x="171450" y="2562225"/>
                </a:lnTo>
                <a:lnTo>
                  <a:pt x="180975" y="2562225"/>
                </a:lnTo>
                <a:lnTo>
                  <a:pt x="180975" y="2571750"/>
                </a:lnTo>
                <a:lnTo>
                  <a:pt x="190500" y="2571750"/>
                </a:lnTo>
                <a:lnTo>
                  <a:pt x="190500" y="2552700"/>
                </a:lnTo>
                <a:lnTo>
                  <a:pt x="200025" y="2552700"/>
                </a:lnTo>
                <a:lnTo>
                  <a:pt x="200025" y="2571750"/>
                </a:lnTo>
                <a:lnTo>
                  <a:pt x="190500" y="2571750"/>
                </a:lnTo>
                <a:lnTo>
                  <a:pt x="190500" y="2590800"/>
                </a:lnTo>
                <a:lnTo>
                  <a:pt x="142875" y="2590800"/>
                </a:lnTo>
                <a:lnTo>
                  <a:pt x="142875" y="2581275"/>
                </a:lnTo>
                <a:lnTo>
                  <a:pt x="123825" y="2581275"/>
                </a:lnTo>
                <a:lnTo>
                  <a:pt x="123825" y="2562225"/>
                </a:lnTo>
                <a:lnTo>
                  <a:pt x="114300" y="2562225"/>
                </a:lnTo>
                <a:lnTo>
                  <a:pt x="114300" y="2543175"/>
                </a:lnTo>
                <a:lnTo>
                  <a:pt x="104775" y="2543175"/>
                </a:lnTo>
                <a:lnTo>
                  <a:pt x="104775" y="2533650"/>
                </a:lnTo>
                <a:lnTo>
                  <a:pt x="114300" y="2533650"/>
                </a:lnTo>
                <a:lnTo>
                  <a:pt x="114300" y="2524125"/>
                </a:lnTo>
                <a:lnTo>
                  <a:pt x="104775" y="2524125"/>
                </a:lnTo>
                <a:lnTo>
                  <a:pt x="104775" y="2514600"/>
                </a:lnTo>
                <a:lnTo>
                  <a:pt x="114300" y="2514600"/>
                </a:lnTo>
                <a:lnTo>
                  <a:pt x="114300" y="2524125"/>
                </a:lnTo>
                <a:lnTo>
                  <a:pt x="133350" y="2524125"/>
                </a:lnTo>
                <a:lnTo>
                  <a:pt x="133350" y="2533650"/>
                </a:lnTo>
                <a:lnTo>
                  <a:pt x="142875" y="2533650"/>
                </a:lnTo>
                <a:lnTo>
                  <a:pt x="142875" y="2524125"/>
                </a:lnTo>
                <a:lnTo>
                  <a:pt x="161925" y="2524125"/>
                </a:lnTo>
                <a:lnTo>
                  <a:pt x="161925" y="2514600"/>
                </a:lnTo>
                <a:lnTo>
                  <a:pt x="171450" y="2514600"/>
                </a:lnTo>
                <a:lnTo>
                  <a:pt x="171450" y="2495550"/>
                </a:lnTo>
                <a:lnTo>
                  <a:pt x="180975" y="2495550"/>
                </a:lnTo>
                <a:close/>
                <a:moveTo>
                  <a:pt x="219075" y="2495550"/>
                </a:moveTo>
                <a:lnTo>
                  <a:pt x="228600" y="2495550"/>
                </a:lnTo>
                <a:lnTo>
                  <a:pt x="228600" y="2505075"/>
                </a:lnTo>
                <a:lnTo>
                  <a:pt x="238125" y="2505075"/>
                </a:lnTo>
                <a:lnTo>
                  <a:pt x="238125" y="2495550"/>
                </a:lnTo>
                <a:lnTo>
                  <a:pt x="247650" y="2495550"/>
                </a:lnTo>
                <a:lnTo>
                  <a:pt x="247650" y="2524125"/>
                </a:lnTo>
                <a:lnTo>
                  <a:pt x="228600" y="2524125"/>
                </a:lnTo>
                <a:lnTo>
                  <a:pt x="228600" y="2533650"/>
                </a:lnTo>
                <a:lnTo>
                  <a:pt x="219075" y="2533650"/>
                </a:lnTo>
                <a:close/>
                <a:moveTo>
                  <a:pt x="600075" y="2495550"/>
                </a:moveTo>
                <a:lnTo>
                  <a:pt x="609600" y="2495550"/>
                </a:lnTo>
                <a:lnTo>
                  <a:pt x="609600" y="2505075"/>
                </a:lnTo>
                <a:lnTo>
                  <a:pt x="600075" y="2505075"/>
                </a:lnTo>
                <a:close/>
                <a:moveTo>
                  <a:pt x="1838325" y="2495550"/>
                </a:moveTo>
                <a:lnTo>
                  <a:pt x="1857375" y="2495550"/>
                </a:lnTo>
                <a:lnTo>
                  <a:pt x="1857375" y="2476500"/>
                </a:lnTo>
                <a:lnTo>
                  <a:pt x="1838325" y="2476500"/>
                </a:lnTo>
                <a:close/>
                <a:moveTo>
                  <a:pt x="2047875" y="2495550"/>
                </a:moveTo>
                <a:lnTo>
                  <a:pt x="2076450" y="2495550"/>
                </a:lnTo>
                <a:lnTo>
                  <a:pt x="2076450" y="2514600"/>
                </a:lnTo>
                <a:lnTo>
                  <a:pt x="2057400" y="2514600"/>
                </a:lnTo>
                <a:lnTo>
                  <a:pt x="2057400" y="2524125"/>
                </a:lnTo>
                <a:lnTo>
                  <a:pt x="2047875" y="2524125"/>
                </a:lnTo>
                <a:close/>
                <a:moveTo>
                  <a:pt x="523875" y="2505075"/>
                </a:moveTo>
                <a:lnTo>
                  <a:pt x="533400" y="2505075"/>
                </a:lnTo>
                <a:lnTo>
                  <a:pt x="533400" y="2514600"/>
                </a:lnTo>
                <a:lnTo>
                  <a:pt x="523875" y="2514600"/>
                </a:lnTo>
                <a:close/>
                <a:moveTo>
                  <a:pt x="2209800" y="2505075"/>
                </a:moveTo>
                <a:lnTo>
                  <a:pt x="2247900" y="2505075"/>
                </a:lnTo>
                <a:lnTo>
                  <a:pt x="2247900" y="2514600"/>
                </a:lnTo>
                <a:lnTo>
                  <a:pt x="2257425" y="2514600"/>
                </a:lnTo>
                <a:lnTo>
                  <a:pt x="2257425" y="2533650"/>
                </a:lnTo>
                <a:lnTo>
                  <a:pt x="2238375" y="2533650"/>
                </a:lnTo>
                <a:lnTo>
                  <a:pt x="2238375" y="2524125"/>
                </a:lnTo>
                <a:lnTo>
                  <a:pt x="2200275" y="2524125"/>
                </a:lnTo>
                <a:lnTo>
                  <a:pt x="2200275" y="2514600"/>
                </a:lnTo>
                <a:lnTo>
                  <a:pt x="2209800" y="2514600"/>
                </a:lnTo>
                <a:close/>
                <a:moveTo>
                  <a:pt x="495300" y="2514600"/>
                </a:moveTo>
                <a:lnTo>
                  <a:pt x="514350" y="2514600"/>
                </a:lnTo>
                <a:lnTo>
                  <a:pt x="514350" y="2524125"/>
                </a:lnTo>
                <a:lnTo>
                  <a:pt x="495300" y="2524125"/>
                </a:lnTo>
                <a:close/>
                <a:moveTo>
                  <a:pt x="1143000" y="2514600"/>
                </a:moveTo>
                <a:lnTo>
                  <a:pt x="1152525" y="2514600"/>
                </a:lnTo>
                <a:lnTo>
                  <a:pt x="1152525" y="2524125"/>
                </a:lnTo>
                <a:lnTo>
                  <a:pt x="1143000" y="2524125"/>
                </a:lnTo>
                <a:close/>
                <a:moveTo>
                  <a:pt x="1266825" y="2514600"/>
                </a:moveTo>
                <a:lnTo>
                  <a:pt x="1276350" y="2514600"/>
                </a:lnTo>
                <a:lnTo>
                  <a:pt x="1276350" y="2533650"/>
                </a:lnTo>
                <a:lnTo>
                  <a:pt x="1266825" y="2533650"/>
                </a:lnTo>
                <a:close/>
                <a:moveTo>
                  <a:pt x="2181225" y="2514600"/>
                </a:moveTo>
                <a:lnTo>
                  <a:pt x="2190750" y="2514600"/>
                </a:lnTo>
                <a:lnTo>
                  <a:pt x="2190750" y="2524125"/>
                </a:lnTo>
                <a:lnTo>
                  <a:pt x="2181225" y="2524125"/>
                </a:lnTo>
                <a:close/>
                <a:moveTo>
                  <a:pt x="1971675" y="2524125"/>
                </a:moveTo>
                <a:lnTo>
                  <a:pt x="1981200" y="2524125"/>
                </a:lnTo>
                <a:lnTo>
                  <a:pt x="1981200" y="2533650"/>
                </a:lnTo>
                <a:lnTo>
                  <a:pt x="1971675" y="2533650"/>
                </a:lnTo>
                <a:close/>
                <a:moveTo>
                  <a:pt x="1990725" y="2524125"/>
                </a:moveTo>
                <a:lnTo>
                  <a:pt x="2000250" y="2524125"/>
                </a:lnTo>
                <a:lnTo>
                  <a:pt x="2000250" y="2533650"/>
                </a:lnTo>
                <a:lnTo>
                  <a:pt x="1990725" y="2533650"/>
                </a:lnTo>
                <a:close/>
                <a:moveTo>
                  <a:pt x="895350" y="2533650"/>
                </a:moveTo>
                <a:lnTo>
                  <a:pt x="904875" y="2533650"/>
                </a:lnTo>
                <a:lnTo>
                  <a:pt x="904875" y="2543175"/>
                </a:lnTo>
                <a:lnTo>
                  <a:pt x="895350" y="2543175"/>
                </a:lnTo>
                <a:close/>
                <a:moveTo>
                  <a:pt x="1876425" y="2533650"/>
                </a:moveTo>
                <a:lnTo>
                  <a:pt x="1895475" y="2533650"/>
                </a:lnTo>
                <a:lnTo>
                  <a:pt x="1895475" y="2552700"/>
                </a:lnTo>
                <a:lnTo>
                  <a:pt x="1885950" y="2552700"/>
                </a:lnTo>
                <a:lnTo>
                  <a:pt x="1885950" y="2562225"/>
                </a:lnTo>
                <a:lnTo>
                  <a:pt x="1876425" y="2562225"/>
                </a:lnTo>
                <a:lnTo>
                  <a:pt x="1876425" y="2590800"/>
                </a:lnTo>
                <a:lnTo>
                  <a:pt x="1866900" y="2590800"/>
                </a:lnTo>
                <a:lnTo>
                  <a:pt x="1866900" y="2562225"/>
                </a:lnTo>
                <a:lnTo>
                  <a:pt x="1857375" y="2562225"/>
                </a:lnTo>
                <a:lnTo>
                  <a:pt x="1857375" y="2552700"/>
                </a:lnTo>
                <a:lnTo>
                  <a:pt x="1876425" y="2552700"/>
                </a:lnTo>
                <a:close/>
                <a:moveTo>
                  <a:pt x="2276475" y="2533650"/>
                </a:moveTo>
                <a:lnTo>
                  <a:pt x="2305050" y="2533650"/>
                </a:lnTo>
                <a:lnTo>
                  <a:pt x="2305050" y="2543175"/>
                </a:lnTo>
                <a:lnTo>
                  <a:pt x="2276475" y="2543175"/>
                </a:lnTo>
                <a:close/>
                <a:moveTo>
                  <a:pt x="514350" y="2543175"/>
                </a:moveTo>
                <a:lnTo>
                  <a:pt x="523875" y="2543175"/>
                </a:lnTo>
                <a:lnTo>
                  <a:pt x="523875" y="2571750"/>
                </a:lnTo>
                <a:lnTo>
                  <a:pt x="514350" y="2571750"/>
                </a:lnTo>
                <a:close/>
                <a:moveTo>
                  <a:pt x="876300" y="2543175"/>
                </a:moveTo>
                <a:lnTo>
                  <a:pt x="885825" y="2543175"/>
                </a:lnTo>
                <a:lnTo>
                  <a:pt x="885825" y="2552700"/>
                </a:lnTo>
                <a:lnTo>
                  <a:pt x="876300" y="2552700"/>
                </a:lnTo>
                <a:close/>
                <a:moveTo>
                  <a:pt x="1619250" y="2543175"/>
                </a:moveTo>
                <a:lnTo>
                  <a:pt x="1628775" y="2543175"/>
                </a:lnTo>
                <a:lnTo>
                  <a:pt x="1628775" y="2552700"/>
                </a:lnTo>
                <a:lnTo>
                  <a:pt x="1619250" y="2552700"/>
                </a:lnTo>
                <a:close/>
                <a:moveTo>
                  <a:pt x="1828800" y="2543175"/>
                </a:moveTo>
                <a:lnTo>
                  <a:pt x="1847850" y="2543175"/>
                </a:lnTo>
                <a:lnTo>
                  <a:pt x="1847850" y="2562225"/>
                </a:lnTo>
                <a:lnTo>
                  <a:pt x="1819275" y="2562225"/>
                </a:lnTo>
                <a:lnTo>
                  <a:pt x="1819275" y="2552700"/>
                </a:lnTo>
                <a:lnTo>
                  <a:pt x="1828800" y="2552700"/>
                </a:lnTo>
                <a:close/>
                <a:moveTo>
                  <a:pt x="2238375" y="2543175"/>
                </a:moveTo>
                <a:lnTo>
                  <a:pt x="2247900" y="2543175"/>
                </a:lnTo>
                <a:lnTo>
                  <a:pt x="2247900" y="2552700"/>
                </a:lnTo>
                <a:lnTo>
                  <a:pt x="2238375" y="2552700"/>
                </a:lnTo>
                <a:close/>
                <a:moveTo>
                  <a:pt x="133350" y="2552700"/>
                </a:moveTo>
                <a:lnTo>
                  <a:pt x="142875" y="2552700"/>
                </a:lnTo>
                <a:lnTo>
                  <a:pt x="142875" y="2543175"/>
                </a:lnTo>
                <a:lnTo>
                  <a:pt x="123825" y="2543175"/>
                </a:lnTo>
                <a:lnTo>
                  <a:pt x="123825" y="2562225"/>
                </a:lnTo>
                <a:lnTo>
                  <a:pt x="133350" y="2562225"/>
                </a:lnTo>
                <a:close/>
                <a:moveTo>
                  <a:pt x="228600" y="2552700"/>
                </a:moveTo>
                <a:lnTo>
                  <a:pt x="238125" y="2552700"/>
                </a:lnTo>
                <a:lnTo>
                  <a:pt x="238125" y="2571750"/>
                </a:lnTo>
                <a:lnTo>
                  <a:pt x="228600" y="2571750"/>
                </a:lnTo>
                <a:close/>
                <a:moveTo>
                  <a:pt x="390525" y="2552700"/>
                </a:moveTo>
                <a:lnTo>
                  <a:pt x="409575" y="2552700"/>
                </a:lnTo>
                <a:lnTo>
                  <a:pt x="409575" y="2562225"/>
                </a:lnTo>
                <a:lnTo>
                  <a:pt x="400050" y="2562225"/>
                </a:lnTo>
                <a:lnTo>
                  <a:pt x="400050" y="2571750"/>
                </a:lnTo>
                <a:lnTo>
                  <a:pt x="390525" y="2571750"/>
                </a:lnTo>
                <a:close/>
                <a:moveTo>
                  <a:pt x="495300" y="2552700"/>
                </a:moveTo>
                <a:lnTo>
                  <a:pt x="504825" y="2552700"/>
                </a:lnTo>
                <a:lnTo>
                  <a:pt x="504825" y="2562225"/>
                </a:lnTo>
                <a:lnTo>
                  <a:pt x="495300" y="2562225"/>
                </a:lnTo>
                <a:close/>
                <a:moveTo>
                  <a:pt x="819150" y="2552700"/>
                </a:moveTo>
                <a:lnTo>
                  <a:pt x="857250" y="2552700"/>
                </a:lnTo>
                <a:lnTo>
                  <a:pt x="857250" y="2562225"/>
                </a:lnTo>
                <a:lnTo>
                  <a:pt x="847725" y="2562225"/>
                </a:lnTo>
                <a:lnTo>
                  <a:pt x="847725" y="2571750"/>
                </a:lnTo>
                <a:lnTo>
                  <a:pt x="838200" y="2571750"/>
                </a:lnTo>
                <a:lnTo>
                  <a:pt x="838200" y="2562225"/>
                </a:lnTo>
                <a:lnTo>
                  <a:pt x="819150" y="2562225"/>
                </a:lnTo>
                <a:close/>
                <a:moveTo>
                  <a:pt x="1095375" y="2552700"/>
                </a:moveTo>
                <a:lnTo>
                  <a:pt x="1104900" y="2552700"/>
                </a:lnTo>
                <a:lnTo>
                  <a:pt x="1104900" y="2571750"/>
                </a:lnTo>
                <a:lnTo>
                  <a:pt x="1095375" y="2571750"/>
                </a:lnTo>
                <a:close/>
                <a:moveTo>
                  <a:pt x="1114425" y="2552700"/>
                </a:moveTo>
                <a:lnTo>
                  <a:pt x="1143000" y="2552700"/>
                </a:lnTo>
                <a:lnTo>
                  <a:pt x="1143000" y="2562225"/>
                </a:lnTo>
                <a:lnTo>
                  <a:pt x="1133475" y="2562225"/>
                </a:lnTo>
                <a:lnTo>
                  <a:pt x="1133475" y="2581275"/>
                </a:lnTo>
                <a:lnTo>
                  <a:pt x="1143000" y="2581275"/>
                </a:lnTo>
                <a:lnTo>
                  <a:pt x="1143000" y="2590800"/>
                </a:lnTo>
                <a:lnTo>
                  <a:pt x="1114425" y="2590800"/>
                </a:lnTo>
                <a:lnTo>
                  <a:pt x="1114425" y="2581275"/>
                </a:lnTo>
                <a:lnTo>
                  <a:pt x="1104900" y="2581275"/>
                </a:lnTo>
                <a:lnTo>
                  <a:pt x="1104900" y="2571750"/>
                </a:lnTo>
                <a:lnTo>
                  <a:pt x="1114425" y="2571750"/>
                </a:lnTo>
                <a:close/>
                <a:moveTo>
                  <a:pt x="38100" y="2562225"/>
                </a:moveTo>
                <a:lnTo>
                  <a:pt x="57150" y="2562225"/>
                </a:lnTo>
                <a:lnTo>
                  <a:pt x="57150" y="2571750"/>
                </a:lnTo>
                <a:lnTo>
                  <a:pt x="38100" y="2571750"/>
                </a:lnTo>
                <a:close/>
                <a:moveTo>
                  <a:pt x="323850" y="2562225"/>
                </a:moveTo>
                <a:lnTo>
                  <a:pt x="333375" y="2562225"/>
                </a:lnTo>
                <a:lnTo>
                  <a:pt x="333375" y="2571750"/>
                </a:lnTo>
                <a:lnTo>
                  <a:pt x="323850" y="2571750"/>
                </a:lnTo>
                <a:close/>
                <a:moveTo>
                  <a:pt x="1076325" y="2562225"/>
                </a:moveTo>
                <a:lnTo>
                  <a:pt x="1085850" y="2562225"/>
                </a:lnTo>
                <a:lnTo>
                  <a:pt x="1085850" y="2571750"/>
                </a:lnTo>
                <a:lnTo>
                  <a:pt x="1095375" y="2571750"/>
                </a:lnTo>
                <a:lnTo>
                  <a:pt x="1095375" y="2590800"/>
                </a:lnTo>
                <a:lnTo>
                  <a:pt x="1076325" y="2590800"/>
                </a:lnTo>
                <a:close/>
                <a:moveTo>
                  <a:pt x="1952625" y="2562225"/>
                </a:moveTo>
                <a:lnTo>
                  <a:pt x="1962150" y="2562225"/>
                </a:lnTo>
                <a:lnTo>
                  <a:pt x="1962150" y="2571750"/>
                </a:lnTo>
                <a:lnTo>
                  <a:pt x="1971675" y="2571750"/>
                </a:lnTo>
                <a:lnTo>
                  <a:pt x="1971675" y="2590800"/>
                </a:lnTo>
                <a:lnTo>
                  <a:pt x="1952625" y="2590800"/>
                </a:lnTo>
                <a:close/>
                <a:moveTo>
                  <a:pt x="2009775" y="2562225"/>
                </a:moveTo>
                <a:lnTo>
                  <a:pt x="2028825" y="2562225"/>
                </a:lnTo>
                <a:lnTo>
                  <a:pt x="2028825" y="2571750"/>
                </a:lnTo>
                <a:lnTo>
                  <a:pt x="2009775" y="2571750"/>
                </a:lnTo>
                <a:close/>
                <a:moveTo>
                  <a:pt x="266700" y="2571750"/>
                </a:moveTo>
                <a:lnTo>
                  <a:pt x="276225" y="2571750"/>
                </a:lnTo>
                <a:lnTo>
                  <a:pt x="276225" y="2590800"/>
                </a:lnTo>
                <a:lnTo>
                  <a:pt x="247650" y="2590800"/>
                </a:lnTo>
                <a:lnTo>
                  <a:pt x="247650" y="2581275"/>
                </a:lnTo>
                <a:lnTo>
                  <a:pt x="266700" y="2581275"/>
                </a:lnTo>
                <a:close/>
                <a:moveTo>
                  <a:pt x="571500" y="2571750"/>
                </a:moveTo>
                <a:lnTo>
                  <a:pt x="590550" y="2571750"/>
                </a:lnTo>
                <a:lnTo>
                  <a:pt x="590550" y="2590800"/>
                </a:lnTo>
                <a:lnTo>
                  <a:pt x="581025" y="2590800"/>
                </a:lnTo>
                <a:lnTo>
                  <a:pt x="581025" y="2581275"/>
                </a:lnTo>
                <a:lnTo>
                  <a:pt x="571500" y="2581275"/>
                </a:lnTo>
                <a:close/>
                <a:moveTo>
                  <a:pt x="638175" y="2571750"/>
                </a:moveTo>
                <a:lnTo>
                  <a:pt x="647700" y="2571750"/>
                </a:lnTo>
                <a:lnTo>
                  <a:pt x="647700" y="2590800"/>
                </a:lnTo>
                <a:lnTo>
                  <a:pt x="638175" y="2590800"/>
                </a:lnTo>
                <a:close/>
                <a:moveTo>
                  <a:pt x="790575" y="2571750"/>
                </a:moveTo>
                <a:lnTo>
                  <a:pt x="800100" y="2571750"/>
                </a:lnTo>
                <a:lnTo>
                  <a:pt x="800100" y="2581275"/>
                </a:lnTo>
                <a:lnTo>
                  <a:pt x="790575" y="2581275"/>
                </a:lnTo>
                <a:close/>
                <a:moveTo>
                  <a:pt x="819150" y="2571750"/>
                </a:moveTo>
                <a:lnTo>
                  <a:pt x="838200" y="2571750"/>
                </a:lnTo>
                <a:lnTo>
                  <a:pt x="838200" y="2581275"/>
                </a:lnTo>
                <a:lnTo>
                  <a:pt x="819150" y="2581275"/>
                </a:lnTo>
                <a:close/>
                <a:moveTo>
                  <a:pt x="1238250" y="2571750"/>
                </a:moveTo>
                <a:lnTo>
                  <a:pt x="1247775" y="2571750"/>
                </a:lnTo>
                <a:lnTo>
                  <a:pt x="1247775" y="2590800"/>
                </a:lnTo>
                <a:lnTo>
                  <a:pt x="1238250" y="2590800"/>
                </a:lnTo>
                <a:close/>
                <a:moveTo>
                  <a:pt x="95250" y="2581275"/>
                </a:moveTo>
                <a:lnTo>
                  <a:pt x="104775" y="2581275"/>
                </a:lnTo>
                <a:lnTo>
                  <a:pt x="104775" y="2590800"/>
                </a:lnTo>
                <a:lnTo>
                  <a:pt x="95250" y="2590800"/>
                </a:lnTo>
                <a:close/>
                <a:moveTo>
                  <a:pt x="561975" y="2581275"/>
                </a:moveTo>
                <a:lnTo>
                  <a:pt x="571500" y="2581275"/>
                </a:lnTo>
                <a:lnTo>
                  <a:pt x="571500" y="2590800"/>
                </a:lnTo>
                <a:lnTo>
                  <a:pt x="561975" y="2590800"/>
                </a:lnTo>
                <a:close/>
                <a:moveTo>
                  <a:pt x="695325" y="2581275"/>
                </a:moveTo>
                <a:lnTo>
                  <a:pt x="704850" y="2581275"/>
                </a:lnTo>
                <a:lnTo>
                  <a:pt x="704850" y="2590800"/>
                </a:lnTo>
                <a:lnTo>
                  <a:pt x="695325" y="2590800"/>
                </a:lnTo>
                <a:close/>
                <a:moveTo>
                  <a:pt x="800100" y="2581275"/>
                </a:moveTo>
                <a:lnTo>
                  <a:pt x="809625" y="2581275"/>
                </a:lnTo>
                <a:lnTo>
                  <a:pt x="809625" y="2590800"/>
                </a:lnTo>
                <a:lnTo>
                  <a:pt x="800100" y="2590800"/>
                </a:lnTo>
                <a:close/>
                <a:moveTo>
                  <a:pt x="1600200" y="2581275"/>
                </a:moveTo>
                <a:lnTo>
                  <a:pt x="1619250" y="2581275"/>
                </a:lnTo>
                <a:lnTo>
                  <a:pt x="1619250" y="2590800"/>
                </a:lnTo>
                <a:lnTo>
                  <a:pt x="1600200" y="2590800"/>
                </a:lnTo>
                <a:close/>
                <a:moveTo>
                  <a:pt x="2171700" y="2581275"/>
                </a:moveTo>
                <a:lnTo>
                  <a:pt x="2181225" y="2581275"/>
                </a:lnTo>
                <a:lnTo>
                  <a:pt x="2181225" y="2590800"/>
                </a:lnTo>
                <a:lnTo>
                  <a:pt x="2171700" y="2590800"/>
                </a:lnTo>
                <a:close/>
              </a:path>
            </a:pathLst>
          </a:custGeom>
          <a:solidFill xmlns:a="http://schemas.openxmlformats.org/drawingml/2006/main">
            <a:srgbClr val="F7F7F1"/>
          </a:solidFill>
          <a:ln xmlns:a="http://schemas.openxmlformats.org/drawingml/2006/main" w="0">
            <a:noFill/>
          </a:ln>
        </p:spPr>
      </p:sp>
      <p:sp>
        <p:nvSpPr>
          <p:cNvPr id="82" name="papers vector #f5f6f1">
            <a:extLst xmlns:a="http://schemas.openxmlformats.org/drawingml/2006/main">
              <a:ext uri="{FF2B5EF4-FFF2-40B4-BE49-F238E27FC236}">
                <a16:creationId xmlns:a16="http://schemas.microsoft.com/office/drawing/2014/main" id="{0E56F233-979F-44EF-9088-EF95E87E21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43475" y="1724025"/>
            <a:ext cx="3781425" cy="3990975"/>
          </a:xfrm>
          <a:custGeom xmlns:a="http://schemas.openxmlformats.org/drawingml/2006/main">
            <a:pathLst>
              <a:path w="2457450" h="2590800">
                <a:moveTo>
                  <a:pt x="1800225" y="0"/>
                </a:moveTo>
                <a:lnTo>
                  <a:pt x="1819275" y="0"/>
                </a:lnTo>
                <a:lnTo>
                  <a:pt x="1819275" y="19050"/>
                </a:lnTo>
                <a:lnTo>
                  <a:pt x="1809750" y="19050"/>
                </a:lnTo>
                <a:lnTo>
                  <a:pt x="1809750" y="9525"/>
                </a:lnTo>
                <a:lnTo>
                  <a:pt x="1800225" y="9525"/>
                </a:lnTo>
                <a:close/>
                <a:moveTo>
                  <a:pt x="1857375" y="0"/>
                </a:moveTo>
                <a:lnTo>
                  <a:pt x="1866900" y="0"/>
                </a:lnTo>
                <a:lnTo>
                  <a:pt x="1866900" y="9525"/>
                </a:lnTo>
                <a:lnTo>
                  <a:pt x="1885950" y="9525"/>
                </a:lnTo>
                <a:lnTo>
                  <a:pt x="1885950" y="19050"/>
                </a:lnTo>
                <a:lnTo>
                  <a:pt x="1866900" y="19050"/>
                </a:lnTo>
                <a:lnTo>
                  <a:pt x="1866900" y="28575"/>
                </a:lnTo>
                <a:lnTo>
                  <a:pt x="1857375" y="28575"/>
                </a:lnTo>
                <a:lnTo>
                  <a:pt x="1857375" y="19050"/>
                </a:lnTo>
                <a:lnTo>
                  <a:pt x="1847850" y="19050"/>
                </a:lnTo>
                <a:lnTo>
                  <a:pt x="1847850" y="9525"/>
                </a:lnTo>
                <a:lnTo>
                  <a:pt x="1857375" y="9525"/>
                </a:lnTo>
                <a:close/>
                <a:moveTo>
                  <a:pt x="2095500" y="0"/>
                </a:moveTo>
                <a:lnTo>
                  <a:pt x="2114550" y="0"/>
                </a:lnTo>
                <a:lnTo>
                  <a:pt x="2114550" y="19050"/>
                </a:lnTo>
                <a:lnTo>
                  <a:pt x="2105025" y="19050"/>
                </a:lnTo>
                <a:lnTo>
                  <a:pt x="2105025" y="28575"/>
                </a:lnTo>
                <a:lnTo>
                  <a:pt x="2076450" y="28575"/>
                </a:lnTo>
                <a:lnTo>
                  <a:pt x="2076450" y="19050"/>
                </a:lnTo>
                <a:lnTo>
                  <a:pt x="2066925" y="19050"/>
                </a:lnTo>
                <a:lnTo>
                  <a:pt x="2066925" y="9525"/>
                </a:lnTo>
                <a:lnTo>
                  <a:pt x="2085975" y="9525"/>
                </a:lnTo>
                <a:lnTo>
                  <a:pt x="2085975" y="19050"/>
                </a:lnTo>
                <a:lnTo>
                  <a:pt x="2095500" y="19050"/>
                </a:lnTo>
                <a:close/>
                <a:moveTo>
                  <a:pt x="2257425" y="0"/>
                </a:moveTo>
                <a:lnTo>
                  <a:pt x="2266950" y="0"/>
                </a:lnTo>
                <a:lnTo>
                  <a:pt x="2266950" y="9525"/>
                </a:lnTo>
                <a:lnTo>
                  <a:pt x="2257425" y="9525"/>
                </a:lnTo>
                <a:close/>
                <a:moveTo>
                  <a:pt x="2333625" y="0"/>
                </a:moveTo>
                <a:lnTo>
                  <a:pt x="2343150" y="0"/>
                </a:lnTo>
                <a:lnTo>
                  <a:pt x="2343150" y="9525"/>
                </a:lnTo>
                <a:lnTo>
                  <a:pt x="2333625" y="9525"/>
                </a:lnTo>
                <a:close/>
                <a:moveTo>
                  <a:pt x="2028825" y="9525"/>
                </a:moveTo>
                <a:lnTo>
                  <a:pt x="2038350" y="9525"/>
                </a:lnTo>
                <a:lnTo>
                  <a:pt x="2038350" y="19050"/>
                </a:lnTo>
                <a:lnTo>
                  <a:pt x="2028825" y="19050"/>
                </a:lnTo>
                <a:close/>
                <a:moveTo>
                  <a:pt x="228600" y="19050"/>
                </a:moveTo>
                <a:lnTo>
                  <a:pt x="238125" y="19050"/>
                </a:lnTo>
                <a:lnTo>
                  <a:pt x="238125" y="38100"/>
                </a:lnTo>
                <a:lnTo>
                  <a:pt x="228600" y="38100"/>
                </a:lnTo>
                <a:close/>
                <a:moveTo>
                  <a:pt x="257175" y="19050"/>
                </a:moveTo>
                <a:lnTo>
                  <a:pt x="276225" y="19050"/>
                </a:lnTo>
                <a:lnTo>
                  <a:pt x="276225" y="38100"/>
                </a:lnTo>
                <a:lnTo>
                  <a:pt x="247650" y="38100"/>
                </a:lnTo>
                <a:lnTo>
                  <a:pt x="247650" y="28575"/>
                </a:lnTo>
                <a:lnTo>
                  <a:pt x="257175" y="28575"/>
                </a:lnTo>
                <a:close/>
                <a:moveTo>
                  <a:pt x="590550" y="19050"/>
                </a:moveTo>
                <a:lnTo>
                  <a:pt x="600075" y="19050"/>
                </a:lnTo>
                <a:lnTo>
                  <a:pt x="600075" y="38100"/>
                </a:lnTo>
                <a:lnTo>
                  <a:pt x="581025" y="38100"/>
                </a:lnTo>
                <a:lnTo>
                  <a:pt x="581025" y="28575"/>
                </a:lnTo>
                <a:lnTo>
                  <a:pt x="590550" y="28575"/>
                </a:lnTo>
                <a:close/>
                <a:moveTo>
                  <a:pt x="1885950" y="19050"/>
                </a:moveTo>
                <a:lnTo>
                  <a:pt x="1895475" y="19050"/>
                </a:lnTo>
                <a:lnTo>
                  <a:pt x="1895475" y="28575"/>
                </a:lnTo>
                <a:lnTo>
                  <a:pt x="1885950" y="28575"/>
                </a:lnTo>
                <a:close/>
                <a:moveTo>
                  <a:pt x="304800" y="28575"/>
                </a:moveTo>
                <a:lnTo>
                  <a:pt x="314325" y="28575"/>
                </a:lnTo>
                <a:lnTo>
                  <a:pt x="314325" y="38100"/>
                </a:lnTo>
                <a:lnTo>
                  <a:pt x="333375" y="38100"/>
                </a:lnTo>
                <a:lnTo>
                  <a:pt x="333375" y="57150"/>
                </a:lnTo>
                <a:lnTo>
                  <a:pt x="323850" y="57150"/>
                </a:lnTo>
                <a:lnTo>
                  <a:pt x="323850" y="47625"/>
                </a:lnTo>
                <a:lnTo>
                  <a:pt x="304800" y="47625"/>
                </a:lnTo>
                <a:lnTo>
                  <a:pt x="304800" y="57150"/>
                </a:lnTo>
                <a:lnTo>
                  <a:pt x="323850" y="57150"/>
                </a:lnTo>
                <a:lnTo>
                  <a:pt x="323850" y="66675"/>
                </a:lnTo>
                <a:lnTo>
                  <a:pt x="304800" y="66675"/>
                </a:lnTo>
                <a:lnTo>
                  <a:pt x="304800" y="76200"/>
                </a:lnTo>
                <a:lnTo>
                  <a:pt x="295275" y="76200"/>
                </a:lnTo>
                <a:lnTo>
                  <a:pt x="295275" y="66675"/>
                </a:lnTo>
                <a:lnTo>
                  <a:pt x="285750" y="66675"/>
                </a:lnTo>
                <a:lnTo>
                  <a:pt x="285750" y="57150"/>
                </a:lnTo>
                <a:lnTo>
                  <a:pt x="295275" y="57150"/>
                </a:lnTo>
                <a:lnTo>
                  <a:pt x="295275" y="38100"/>
                </a:lnTo>
                <a:lnTo>
                  <a:pt x="304800" y="38100"/>
                </a:lnTo>
                <a:close/>
                <a:moveTo>
                  <a:pt x="638175" y="28575"/>
                </a:moveTo>
                <a:lnTo>
                  <a:pt x="647700" y="28575"/>
                </a:lnTo>
                <a:lnTo>
                  <a:pt x="647700" y="38100"/>
                </a:lnTo>
                <a:lnTo>
                  <a:pt x="638175" y="38100"/>
                </a:lnTo>
                <a:close/>
                <a:moveTo>
                  <a:pt x="876300" y="47625"/>
                </a:moveTo>
                <a:lnTo>
                  <a:pt x="885825" y="47625"/>
                </a:lnTo>
                <a:lnTo>
                  <a:pt x="885825" y="66675"/>
                </a:lnTo>
                <a:lnTo>
                  <a:pt x="857250" y="66675"/>
                </a:lnTo>
                <a:lnTo>
                  <a:pt x="857250" y="57150"/>
                </a:lnTo>
                <a:lnTo>
                  <a:pt x="876300" y="57150"/>
                </a:lnTo>
                <a:close/>
                <a:moveTo>
                  <a:pt x="2286000" y="47625"/>
                </a:moveTo>
                <a:lnTo>
                  <a:pt x="2295525" y="47625"/>
                </a:lnTo>
                <a:lnTo>
                  <a:pt x="2295525" y="85725"/>
                </a:lnTo>
                <a:lnTo>
                  <a:pt x="2286000" y="85725"/>
                </a:lnTo>
                <a:lnTo>
                  <a:pt x="2286000" y="76200"/>
                </a:lnTo>
                <a:lnTo>
                  <a:pt x="2276475" y="76200"/>
                </a:lnTo>
                <a:lnTo>
                  <a:pt x="2276475" y="57150"/>
                </a:lnTo>
                <a:lnTo>
                  <a:pt x="2286000" y="57150"/>
                </a:lnTo>
                <a:close/>
                <a:moveTo>
                  <a:pt x="1819275" y="57150"/>
                </a:moveTo>
                <a:lnTo>
                  <a:pt x="1828800" y="57150"/>
                </a:lnTo>
                <a:lnTo>
                  <a:pt x="1828800" y="66675"/>
                </a:lnTo>
                <a:lnTo>
                  <a:pt x="1819275" y="66675"/>
                </a:lnTo>
                <a:close/>
                <a:moveTo>
                  <a:pt x="942975" y="76200"/>
                </a:moveTo>
                <a:lnTo>
                  <a:pt x="962025" y="76200"/>
                </a:lnTo>
                <a:lnTo>
                  <a:pt x="962025" y="85725"/>
                </a:lnTo>
                <a:lnTo>
                  <a:pt x="942975" y="85725"/>
                </a:lnTo>
                <a:close/>
                <a:moveTo>
                  <a:pt x="1857375" y="104775"/>
                </a:moveTo>
                <a:lnTo>
                  <a:pt x="1876425" y="104775"/>
                </a:lnTo>
                <a:lnTo>
                  <a:pt x="1876425" y="114300"/>
                </a:lnTo>
                <a:lnTo>
                  <a:pt x="1857375" y="114300"/>
                </a:lnTo>
                <a:close/>
                <a:moveTo>
                  <a:pt x="1847850" y="114300"/>
                </a:moveTo>
                <a:lnTo>
                  <a:pt x="1857375" y="114300"/>
                </a:lnTo>
                <a:lnTo>
                  <a:pt x="1857375" y="123825"/>
                </a:lnTo>
                <a:lnTo>
                  <a:pt x="1847850" y="123825"/>
                </a:lnTo>
                <a:close/>
                <a:moveTo>
                  <a:pt x="2352675" y="114300"/>
                </a:moveTo>
                <a:lnTo>
                  <a:pt x="2362200" y="114300"/>
                </a:lnTo>
                <a:lnTo>
                  <a:pt x="2362200" y="142875"/>
                </a:lnTo>
                <a:lnTo>
                  <a:pt x="2352675" y="142875"/>
                </a:lnTo>
                <a:close/>
                <a:moveTo>
                  <a:pt x="1781175" y="123825"/>
                </a:moveTo>
                <a:lnTo>
                  <a:pt x="1790700" y="123825"/>
                </a:lnTo>
                <a:lnTo>
                  <a:pt x="1790700" y="133350"/>
                </a:lnTo>
                <a:lnTo>
                  <a:pt x="1781175" y="133350"/>
                </a:lnTo>
                <a:close/>
                <a:moveTo>
                  <a:pt x="238125" y="133350"/>
                </a:moveTo>
                <a:lnTo>
                  <a:pt x="247650" y="133350"/>
                </a:lnTo>
                <a:lnTo>
                  <a:pt x="247650" y="142875"/>
                </a:lnTo>
                <a:lnTo>
                  <a:pt x="238125" y="142875"/>
                </a:lnTo>
                <a:close/>
                <a:moveTo>
                  <a:pt x="2371725" y="142875"/>
                </a:moveTo>
                <a:lnTo>
                  <a:pt x="2400300" y="142875"/>
                </a:lnTo>
                <a:lnTo>
                  <a:pt x="2400300" y="152400"/>
                </a:lnTo>
                <a:lnTo>
                  <a:pt x="2409825" y="152400"/>
                </a:lnTo>
                <a:lnTo>
                  <a:pt x="2409825" y="161925"/>
                </a:lnTo>
                <a:lnTo>
                  <a:pt x="2390775" y="161925"/>
                </a:lnTo>
                <a:lnTo>
                  <a:pt x="2390775" y="171450"/>
                </a:lnTo>
                <a:lnTo>
                  <a:pt x="2381250" y="171450"/>
                </a:lnTo>
                <a:lnTo>
                  <a:pt x="2381250" y="152400"/>
                </a:lnTo>
                <a:lnTo>
                  <a:pt x="2371725" y="152400"/>
                </a:lnTo>
                <a:close/>
                <a:moveTo>
                  <a:pt x="2105025" y="152400"/>
                </a:moveTo>
                <a:lnTo>
                  <a:pt x="2114550" y="152400"/>
                </a:lnTo>
                <a:lnTo>
                  <a:pt x="2114550" y="161925"/>
                </a:lnTo>
                <a:lnTo>
                  <a:pt x="2105025" y="161925"/>
                </a:lnTo>
                <a:close/>
                <a:moveTo>
                  <a:pt x="2095500" y="161925"/>
                </a:moveTo>
                <a:lnTo>
                  <a:pt x="2105025" y="161925"/>
                </a:lnTo>
                <a:lnTo>
                  <a:pt x="2105025" y="171450"/>
                </a:lnTo>
                <a:lnTo>
                  <a:pt x="2095500" y="171450"/>
                </a:lnTo>
                <a:close/>
                <a:moveTo>
                  <a:pt x="1866900" y="180975"/>
                </a:moveTo>
                <a:lnTo>
                  <a:pt x="1876425" y="180975"/>
                </a:lnTo>
                <a:lnTo>
                  <a:pt x="1876425" y="190500"/>
                </a:lnTo>
                <a:lnTo>
                  <a:pt x="1866900" y="190500"/>
                </a:lnTo>
                <a:close/>
                <a:moveTo>
                  <a:pt x="0" y="200025"/>
                </a:moveTo>
                <a:lnTo>
                  <a:pt x="9525" y="200025"/>
                </a:lnTo>
                <a:lnTo>
                  <a:pt x="9525" y="209550"/>
                </a:lnTo>
                <a:lnTo>
                  <a:pt x="0" y="209550"/>
                </a:lnTo>
                <a:close/>
                <a:moveTo>
                  <a:pt x="38100" y="200025"/>
                </a:moveTo>
                <a:lnTo>
                  <a:pt x="47625" y="200025"/>
                </a:lnTo>
                <a:lnTo>
                  <a:pt x="47625" y="228600"/>
                </a:lnTo>
                <a:lnTo>
                  <a:pt x="57150" y="228600"/>
                </a:lnTo>
                <a:lnTo>
                  <a:pt x="57150" y="238125"/>
                </a:lnTo>
                <a:lnTo>
                  <a:pt x="66675" y="238125"/>
                </a:lnTo>
                <a:lnTo>
                  <a:pt x="66675" y="219075"/>
                </a:lnTo>
                <a:lnTo>
                  <a:pt x="76200" y="219075"/>
                </a:lnTo>
                <a:lnTo>
                  <a:pt x="76200" y="238125"/>
                </a:lnTo>
                <a:lnTo>
                  <a:pt x="66675" y="238125"/>
                </a:lnTo>
                <a:lnTo>
                  <a:pt x="66675" y="247650"/>
                </a:lnTo>
                <a:lnTo>
                  <a:pt x="47625" y="247650"/>
                </a:lnTo>
                <a:lnTo>
                  <a:pt x="47625" y="238125"/>
                </a:lnTo>
                <a:lnTo>
                  <a:pt x="38100" y="238125"/>
                </a:lnTo>
                <a:close/>
                <a:moveTo>
                  <a:pt x="1590675" y="200025"/>
                </a:moveTo>
                <a:lnTo>
                  <a:pt x="1619250" y="200025"/>
                </a:lnTo>
                <a:lnTo>
                  <a:pt x="1619250" y="209550"/>
                </a:lnTo>
                <a:lnTo>
                  <a:pt x="1590675" y="209550"/>
                </a:lnTo>
                <a:close/>
                <a:moveTo>
                  <a:pt x="1647825" y="200025"/>
                </a:moveTo>
                <a:lnTo>
                  <a:pt x="1657350" y="200025"/>
                </a:lnTo>
                <a:lnTo>
                  <a:pt x="1657350" y="209550"/>
                </a:lnTo>
                <a:lnTo>
                  <a:pt x="1647825" y="209550"/>
                </a:lnTo>
                <a:close/>
                <a:moveTo>
                  <a:pt x="1657350" y="209550"/>
                </a:moveTo>
                <a:lnTo>
                  <a:pt x="1666875" y="209550"/>
                </a:lnTo>
                <a:lnTo>
                  <a:pt x="1666875" y="219075"/>
                </a:lnTo>
                <a:lnTo>
                  <a:pt x="1657350" y="219075"/>
                </a:lnTo>
                <a:close/>
                <a:moveTo>
                  <a:pt x="2085975" y="209550"/>
                </a:moveTo>
                <a:lnTo>
                  <a:pt x="2095500" y="209550"/>
                </a:lnTo>
                <a:lnTo>
                  <a:pt x="2095500" y="219075"/>
                </a:lnTo>
                <a:lnTo>
                  <a:pt x="2085975" y="219075"/>
                </a:lnTo>
                <a:close/>
                <a:moveTo>
                  <a:pt x="2419350" y="209550"/>
                </a:moveTo>
                <a:lnTo>
                  <a:pt x="2428875" y="209550"/>
                </a:lnTo>
                <a:lnTo>
                  <a:pt x="2428875" y="228600"/>
                </a:lnTo>
                <a:lnTo>
                  <a:pt x="2419350" y="228600"/>
                </a:lnTo>
                <a:close/>
                <a:moveTo>
                  <a:pt x="0" y="219075"/>
                </a:moveTo>
                <a:lnTo>
                  <a:pt x="9525" y="219075"/>
                </a:lnTo>
                <a:lnTo>
                  <a:pt x="9525" y="228600"/>
                </a:lnTo>
                <a:lnTo>
                  <a:pt x="19050" y="228600"/>
                </a:lnTo>
                <a:lnTo>
                  <a:pt x="19050" y="238125"/>
                </a:lnTo>
                <a:lnTo>
                  <a:pt x="9525" y="238125"/>
                </a:lnTo>
                <a:lnTo>
                  <a:pt x="9525" y="257175"/>
                </a:lnTo>
                <a:lnTo>
                  <a:pt x="0" y="257175"/>
                </a:lnTo>
                <a:close/>
                <a:moveTo>
                  <a:pt x="333375" y="219075"/>
                </a:moveTo>
                <a:lnTo>
                  <a:pt x="342900" y="219075"/>
                </a:lnTo>
                <a:lnTo>
                  <a:pt x="342900" y="228600"/>
                </a:lnTo>
                <a:lnTo>
                  <a:pt x="333375" y="228600"/>
                </a:lnTo>
                <a:close/>
                <a:moveTo>
                  <a:pt x="1685925" y="219075"/>
                </a:moveTo>
                <a:lnTo>
                  <a:pt x="1695450" y="219075"/>
                </a:lnTo>
                <a:lnTo>
                  <a:pt x="1695450" y="228600"/>
                </a:lnTo>
                <a:lnTo>
                  <a:pt x="1685925" y="228600"/>
                </a:lnTo>
                <a:close/>
                <a:moveTo>
                  <a:pt x="2400300" y="228600"/>
                </a:moveTo>
                <a:lnTo>
                  <a:pt x="2409825" y="228600"/>
                </a:lnTo>
                <a:lnTo>
                  <a:pt x="2409825" y="238125"/>
                </a:lnTo>
                <a:lnTo>
                  <a:pt x="2428875" y="238125"/>
                </a:lnTo>
                <a:lnTo>
                  <a:pt x="2428875" y="247650"/>
                </a:lnTo>
                <a:lnTo>
                  <a:pt x="2400300" y="247650"/>
                </a:lnTo>
                <a:close/>
                <a:moveTo>
                  <a:pt x="28575" y="238125"/>
                </a:moveTo>
                <a:lnTo>
                  <a:pt x="38100" y="238125"/>
                </a:lnTo>
                <a:lnTo>
                  <a:pt x="38100" y="257175"/>
                </a:lnTo>
                <a:lnTo>
                  <a:pt x="28575" y="257175"/>
                </a:lnTo>
                <a:close/>
                <a:moveTo>
                  <a:pt x="1533525" y="238125"/>
                </a:moveTo>
                <a:lnTo>
                  <a:pt x="1543050" y="238125"/>
                </a:lnTo>
                <a:lnTo>
                  <a:pt x="1543050" y="247650"/>
                </a:lnTo>
                <a:lnTo>
                  <a:pt x="1533525" y="247650"/>
                </a:lnTo>
                <a:close/>
                <a:moveTo>
                  <a:pt x="1752600" y="238125"/>
                </a:moveTo>
                <a:lnTo>
                  <a:pt x="1762125" y="238125"/>
                </a:lnTo>
                <a:lnTo>
                  <a:pt x="1762125" y="247650"/>
                </a:lnTo>
                <a:lnTo>
                  <a:pt x="1752600" y="247650"/>
                </a:lnTo>
                <a:close/>
                <a:moveTo>
                  <a:pt x="1524000" y="257175"/>
                </a:moveTo>
                <a:lnTo>
                  <a:pt x="1533525" y="257175"/>
                </a:lnTo>
                <a:lnTo>
                  <a:pt x="1533525" y="266700"/>
                </a:lnTo>
                <a:lnTo>
                  <a:pt x="1524000" y="266700"/>
                </a:lnTo>
                <a:close/>
                <a:moveTo>
                  <a:pt x="2438400" y="266700"/>
                </a:moveTo>
                <a:lnTo>
                  <a:pt x="2457450" y="266700"/>
                </a:lnTo>
                <a:lnTo>
                  <a:pt x="2457450" y="295275"/>
                </a:lnTo>
                <a:lnTo>
                  <a:pt x="2447925" y="295275"/>
                </a:lnTo>
                <a:lnTo>
                  <a:pt x="2447925" y="285750"/>
                </a:lnTo>
                <a:lnTo>
                  <a:pt x="2428875" y="285750"/>
                </a:lnTo>
                <a:lnTo>
                  <a:pt x="2428875" y="276225"/>
                </a:lnTo>
                <a:lnTo>
                  <a:pt x="2438400" y="276225"/>
                </a:lnTo>
                <a:close/>
                <a:moveTo>
                  <a:pt x="2352675" y="276225"/>
                </a:moveTo>
                <a:lnTo>
                  <a:pt x="2362200" y="276225"/>
                </a:lnTo>
                <a:lnTo>
                  <a:pt x="2362200" y="314325"/>
                </a:lnTo>
                <a:lnTo>
                  <a:pt x="2371725" y="314325"/>
                </a:lnTo>
                <a:lnTo>
                  <a:pt x="2371725" y="342900"/>
                </a:lnTo>
                <a:lnTo>
                  <a:pt x="2362200" y="342900"/>
                </a:lnTo>
                <a:lnTo>
                  <a:pt x="2362200" y="352425"/>
                </a:lnTo>
                <a:lnTo>
                  <a:pt x="2352675" y="352425"/>
                </a:lnTo>
                <a:lnTo>
                  <a:pt x="2352675" y="333375"/>
                </a:lnTo>
                <a:lnTo>
                  <a:pt x="2324100" y="333375"/>
                </a:lnTo>
                <a:lnTo>
                  <a:pt x="2324100" y="323850"/>
                </a:lnTo>
                <a:lnTo>
                  <a:pt x="2352675" y="323850"/>
                </a:lnTo>
                <a:close/>
                <a:moveTo>
                  <a:pt x="180975" y="285750"/>
                </a:moveTo>
                <a:lnTo>
                  <a:pt x="200025" y="285750"/>
                </a:lnTo>
                <a:lnTo>
                  <a:pt x="200025" y="295275"/>
                </a:lnTo>
                <a:lnTo>
                  <a:pt x="180975" y="295275"/>
                </a:lnTo>
                <a:close/>
                <a:moveTo>
                  <a:pt x="257175" y="285750"/>
                </a:moveTo>
                <a:lnTo>
                  <a:pt x="276225" y="285750"/>
                </a:lnTo>
                <a:lnTo>
                  <a:pt x="276225" y="295275"/>
                </a:lnTo>
                <a:lnTo>
                  <a:pt x="257175" y="295275"/>
                </a:lnTo>
                <a:close/>
                <a:moveTo>
                  <a:pt x="2085975" y="285750"/>
                </a:moveTo>
                <a:lnTo>
                  <a:pt x="2095500" y="285750"/>
                </a:lnTo>
                <a:lnTo>
                  <a:pt x="2095500" y="295275"/>
                </a:lnTo>
                <a:lnTo>
                  <a:pt x="2085975" y="295275"/>
                </a:lnTo>
                <a:close/>
                <a:moveTo>
                  <a:pt x="1314450" y="295275"/>
                </a:moveTo>
                <a:lnTo>
                  <a:pt x="1323975" y="295275"/>
                </a:lnTo>
                <a:lnTo>
                  <a:pt x="1323975" y="304800"/>
                </a:lnTo>
                <a:lnTo>
                  <a:pt x="1314450" y="304800"/>
                </a:lnTo>
                <a:close/>
                <a:moveTo>
                  <a:pt x="1514475" y="295275"/>
                </a:moveTo>
                <a:lnTo>
                  <a:pt x="1524000" y="295275"/>
                </a:lnTo>
                <a:lnTo>
                  <a:pt x="1524000" y="304800"/>
                </a:lnTo>
                <a:lnTo>
                  <a:pt x="1514475" y="304800"/>
                </a:lnTo>
                <a:close/>
                <a:moveTo>
                  <a:pt x="1323975" y="304800"/>
                </a:moveTo>
                <a:lnTo>
                  <a:pt x="1333500" y="304800"/>
                </a:lnTo>
                <a:lnTo>
                  <a:pt x="1333500" y="314325"/>
                </a:lnTo>
                <a:lnTo>
                  <a:pt x="1323975" y="314325"/>
                </a:lnTo>
                <a:close/>
                <a:moveTo>
                  <a:pt x="2305050" y="314325"/>
                </a:moveTo>
                <a:lnTo>
                  <a:pt x="2314575" y="314325"/>
                </a:lnTo>
                <a:lnTo>
                  <a:pt x="2314575" y="333375"/>
                </a:lnTo>
                <a:lnTo>
                  <a:pt x="2305050" y="333375"/>
                </a:lnTo>
                <a:close/>
                <a:moveTo>
                  <a:pt x="542925" y="323850"/>
                </a:moveTo>
                <a:lnTo>
                  <a:pt x="552450" y="323850"/>
                </a:lnTo>
                <a:lnTo>
                  <a:pt x="552450" y="333375"/>
                </a:lnTo>
                <a:lnTo>
                  <a:pt x="542925" y="333375"/>
                </a:lnTo>
                <a:close/>
                <a:moveTo>
                  <a:pt x="1504950" y="333375"/>
                </a:moveTo>
                <a:lnTo>
                  <a:pt x="1514475" y="333375"/>
                </a:lnTo>
                <a:lnTo>
                  <a:pt x="1514475" y="342900"/>
                </a:lnTo>
                <a:lnTo>
                  <a:pt x="1504950" y="342900"/>
                </a:lnTo>
                <a:close/>
                <a:moveTo>
                  <a:pt x="1495425" y="371475"/>
                </a:moveTo>
                <a:lnTo>
                  <a:pt x="1504950" y="371475"/>
                </a:lnTo>
                <a:lnTo>
                  <a:pt x="1504950" y="381000"/>
                </a:lnTo>
                <a:lnTo>
                  <a:pt x="1495425" y="381000"/>
                </a:lnTo>
                <a:close/>
                <a:moveTo>
                  <a:pt x="495300" y="381000"/>
                </a:moveTo>
                <a:lnTo>
                  <a:pt x="514350" y="381000"/>
                </a:lnTo>
                <a:lnTo>
                  <a:pt x="514350" y="390525"/>
                </a:lnTo>
                <a:lnTo>
                  <a:pt x="495300" y="390525"/>
                </a:lnTo>
                <a:close/>
                <a:moveTo>
                  <a:pt x="857250" y="381000"/>
                </a:moveTo>
                <a:lnTo>
                  <a:pt x="866775" y="381000"/>
                </a:lnTo>
                <a:lnTo>
                  <a:pt x="866775" y="390525"/>
                </a:lnTo>
                <a:lnTo>
                  <a:pt x="857250" y="390525"/>
                </a:lnTo>
                <a:close/>
                <a:moveTo>
                  <a:pt x="2038350" y="409575"/>
                </a:moveTo>
                <a:lnTo>
                  <a:pt x="2047875" y="409575"/>
                </a:lnTo>
                <a:lnTo>
                  <a:pt x="2047875" y="419100"/>
                </a:lnTo>
                <a:lnTo>
                  <a:pt x="2038350" y="419100"/>
                </a:lnTo>
                <a:close/>
                <a:moveTo>
                  <a:pt x="514350" y="419100"/>
                </a:moveTo>
                <a:lnTo>
                  <a:pt x="523875" y="419100"/>
                </a:lnTo>
                <a:lnTo>
                  <a:pt x="523875" y="428625"/>
                </a:lnTo>
                <a:lnTo>
                  <a:pt x="514350" y="428625"/>
                </a:lnTo>
                <a:close/>
                <a:moveTo>
                  <a:pt x="1104900" y="419100"/>
                </a:moveTo>
                <a:lnTo>
                  <a:pt x="1114425" y="419100"/>
                </a:lnTo>
                <a:lnTo>
                  <a:pt x="1114425" y="428625"/>
                </a:lnTo>
                <a:lnTo>
                  <a:pt x="1104900" y="428625"/>
                </a:lnTo>
                <a:close/>
                <a:moveTo>
                  <a:pt x="1724025" y="419100"/>
                </a:moveTo>
                <a:lnTo>
                  <a:pt x="1733550" y="419100"/>
                </a:lnTo>
                <a:lnTo>
                  <a:pt x="1733550" y="438150"/>
                </a:lnTo>
                <a:lnTo>
                  <a:pt x="1724025" y="438150"/>
                </a:lnTo>
                <a:close/>
                <a:moveTo>
                  <a:pt x="2028825" y="419100"/>
                </a:moveTo>
                <a:lnTo>
                  <a:pt x="2038350" y="419100"/>
                </a:lnTo>
                <a:lnTo>
                  <a:pt x="2038350" y="428625"/>
                </a:lnTo>
                <a:lnTo>
                  <a:pt x="2028825" y="428625"/>
                </a:lnTo>
                <a:close/>
                <a:moveTo>
                  <a:pt x="2057400" y="428625"/>
                </a:moveTo>
                <a:lnTo>
                  <a:pt x="2066925" y="428625"/>
                </a:lnTo>
                <a:lnTo>
                  <a:pt x="2066925" y="438150"/>
                </a:lnTo>
                <a:lnTo>
                  <a:pt x="2057400" y="438150"/>
                </a:lnTo>
                <a:close/>
                <a:moveTo>
                  <a:pt x="1466850" y="438150"/>
                </a:moveTo>
                <a:lnTo>
                  <a:pt x="1476375" y="438150"/>
                </a:lnTo>
                <a:lnTo>
                  <a:pt x="1476375" y="447675"/>
                </a:lnTo>
                <a:lnTo>
                  <a:pt x="1466850" y="447675"/>
                </a:lnTo>
                <a:close/>
                <a:moveTo>
                  <a:pt x="514350" y="447675"/>
                </a:moveTo>
                <a:lnTo>
                  <a:pt x="523875" y="447675"/>
                </a:lnTo>
                <a:lnTo>
                  <a:pt x="523875" y="457200"/>
                </a:lnTo>
                <a:lnTo>
                  <a:pt x="514350" y="457200"/>
                </a:lnTo>
                <a:close/>
                <a:moveTo>
                  <a:pt x="1962150" y="447675"/>
                </a:moveTo>
                <a:lnTo>
                  <a:pt x="1971675" y="447675"/>
                </a:lnTo>
                <a:lnTo>
                  <a:pt x="1971675" y="457200"/>
                </a:lnTo>
                <a:lnTo>
                  <a:pt x="1962150" y="457200"/>
                </a:lnTo>
                <a:close/>
                <a:moveTo>
                  <a:pt x="523875" y="457200"/>
                </a:moveTo>
                <a:lnTo>
                  <a:pt x="533400" y="457200"/>
                </a:lnTo>
                <a:lnTo>
                  <a:pt x="533400" y="466725"/>
                </a:lnTo>
                <a:lnTo>
                  <a:pt x="523875" y="466725"/>
                </a:lnTo>
                <a:close/>
                <a:moveTo>
                  <a:pt x="1343025" y="457200"/>
                </a:moveTo>
                <a:lnTo>
                  <a:pt x="1352550" y="457200"/>
                </a:lnTo>
                <a:lnTo>
                  <a:pt x="1352550" y="466725"/>
                </a:lnTo>
                <a:lnTo>
                  <a:pt x="1343025" y="466725"/>
                </a:lnTo>
                <a:close/>
                <a:moveTo>
                  <a:pt x="1466850" y="476250"/>
                </a:moveTo>
                <a:lnTo>
                  <a:pt x="1476375" y="476250"/>
                </a:lnTo>
                <a:lnTo>
                  <a:pt x="1476375" y="495300"/>
                </a:lnTo>
                <a:lnTo>
                  <a:pt x="1466850" y="495300"/>
                </a:lnTo>
                <a:close/>
                <a:moveTo>
                  <a:pt x="1704975" y="485775"/>
                </a:moveTo>
                <a:lnTo>
                  <a:pt x="1714500" y="485775"/>
                </a:lnTo>
                <a:lnTo>
                  <a:pt x="1714500" y="495300"/>
                </a:lnTo>
                <a:lnTo>
                  <a:pt x="1704975" y="495300"/>
                </a:lnTo>
                <a:close/>
                <a:moveTo>
                  <a:pt x="1695450" y="495300"/>
                </a:moveTo>
                <a:lnTo>
                  <a:pt x="1704975" y="495300"/>
                </a:lnTo>
                <a:lnTo>
                  <a:pt x="1704975" y="504825"/>
                </a:lnTo>
                <a:lnTo>
                  <a:pt x="1695450" y="504825"/>
                </a:lnTo>
                <a:close/>
                <a:moveTo>
                  <a:pt x="0" y="504825"/>
                </a:moveTo>
                <a:lnTo>
                  <a:pt x="19050" y="504825"/>
                </a:lnTo>
                <a:lnTo>
                  <a:pt x="19050" y="523875"/>
                </a:lnTo>
                <a:lnTo>
                  <a:pt x="47625" y="523875"/>
                </a:lnTo>
                <a:lnTo>
                  <a:pt x="47625" y="552450"/>
                </a:lnTo>
                <a:lnTo>
                  <a:pt x="38100" y="552450"/>
                </a:lnTo>
                <a:lnTo>
                  <a:pt x="38100" y="542925"/>
                </a:lnTo>
                <a:lnTo>
                  <a:pt x="28575" y="542925"/>
                </a:lnTo>
                <a:lnTo>
                  <a:pt x="28575" y="533400"/>
                </a:lnTo>
                <a:lnTo>
                  <a:pt x="19050" y="533400"/>
                </a:lnTo>
                <a:lnTo>
                  <a:pt x="19050" y="542925"/>
                </a:lnTo>
                <a:lnTo>
                  <a:pt x="0" y="542925"/>
                </a:lnTo>
                <a:close/>
                <a:moveTo>
                  <a:pt x="1019175" y="504825"/>
                </a:moveTo>
                <a:lnTo>
                  <a:pt x="1028700" y="504825"/>
                </a:lnTo>
                <a:lnTo>
                  <a:pt x="1028700" y="514350"/>
                </a:lnTo>
                <a:lnTo>
                  <a:pt x="1019175" y="514350"/>
                </a:lnTo>
                <a:close/>
                <a:moveTo>
                  <a:pt x="2028825" y="504825"/>
                </a:moveTo>
                <a:lnTo>
                  <a:pt x="2038350" y="504825"/>
                </a:lnTo>
                <a:lnTo>
                  <a:pt x="2038350" y="514350"/>
                </a:lnTo>
                <a:lnTo>
                  <a:pt x="2028825" y="514350"/>
                </a:lnTo>
                <a:close/>
                <a:moveTo>
                  <a:pt x="1038225" y="523875"/>
                </a:moveTo>
                <a:lnTo>
                  <a:pt x="1047750" y="523875"/>
                </a:lnTo>
                <a:lnTo>
                  <a:pt x="1047750" y="533400"/>
                </a:lnTo>
                <a:lnTo>
                  <a:pt x="1038225" y="533400"/>
                </a:lnTo>
                <a:close/>
                <a:moveTo>
                  <a:pt x="2057400" y="523875"/>
                </a:moveTo>
                <a:lnTo>
                  <a:pt x="2066925" y="523875"/>
                </a:lnTo>
                <a:lnTo>
                  <a:pt x="2066925" y="552450"/>
                </a:lnTo>
                <a:lnTo>
                  <a:pt x="2057400" y="552450"/>
                </a:lnTo>
                <a:lnTo>
                  <a:pt x="2057400" y="561975"/>
                </a:lnTo>
                <a:lnTo>
                  <a:pt x="2038350" y="561975"/>
                </a:lnTo>
                <a:lnTo>
                  <a:pt x="2038350" y="552450"/>
                </a:lnTo>
                <a:lnTo>
                  <a:pt x="2028825" y="552450"/>
                </a:lnTo>
                <a:lnTo>
                  <a:pt x="2028825" y="542925"/>
                </a:lnTo>
                <a:lnTo>
                  <a:pt x="2038350" y="542925"/>
                </a:lnTo>
                <a:lnTo>
                  <a:pt x="2038350" y="552450"/>
                </a:lnTo>
                <a:lnTo>
                  <a:pt x="2047875" y="552450"/>
                </a:lnTo>
                <a:lnTo>
                  <a:pt x="2047875" y="542925"/>
                </a:lnTo>
                <a:lnTo>
                  <a:pt x="2057400" y="542925"/>
                </a:lnTo>
                <a:close/>
                <a:moveTo>
                  <a:pt x="1047750" y="533400"/>
                </a:moveTo>
                <a:lnTo>
                  <a:pt x="1057275" y="533400"/>
                </a:lnTo>
                <a:lnTo>
                  <a:pt x="1057275" y="542925"/>
                </a:lnTo>
                <a:lnTo>
                  <a:pt x="1047750" y="542925"/>
                </a:lnTo>
                <a:close/>
                <a:moveTo>
                  <a:pt x="1066800" y="533400"/>
                </a:moveTo>
                <a:lnTo>
                  <a:pt x="1076325" y="533400"/>
                </a:lnTo>
                <a:lnTo>
                  <a:pt x="1076325" y="542925"/>
                </a:lnTo>
                <a:lnTo>
                  <a:pt x="1066800" y="542925"/>
                </a:lnTo>
                <a:close/>
                <a:moveTo>
                  <a:pt x="304800" y="542925"/>
                </a:moveTo>
                <a:lnTo>
                  <a:pt x="333375" y="542925"/>
                </a:lnTo>
                <a:lnTo>
                  <a:pt x="333375" y="552450"/>
                </a:lnTo>
                <a:lnTo>
                  <a:pt x="304800" y="552450"/>
                </a:lnTo>
                <a:close/>
                <a:moveTo>
                  <a:pt x="2028825" y="561975"/>
                </a:moveTo>
                <a:lnTo>
                  <a:pt x="2038350" y="561975"/>
                </a:lnTo>
                <a:lnTo>
                  <a:pt x="2038350" y="571500"/>
                </a:lnTo>
                <a:lnTo>
                  <a:pt x="2028825" y="571500"/>
                </a:lnTo>
                <a:close/>
                <a:moveTo>
                  <a:pt x="895350" y="590550"/>
                </a:moveTo>
                <a:lnTo>
                  <a:pt x="904875" y="590550"/>
                </a:lnTo>
                <a:lnTo>
                  <a:pt x="904875" y="600075"/>
                </a:lnTo>
                <a:lnTo>
                  <a:pt x="895350" y="600075"/>
                </a:lnTo>
                <a:close/>
                <a:moveTo>
                  <a:pt x="1657350" y="590550"/>
                </a:moveTo>
                <a:lnTo>
                  <a:pt x="1666875" y="590550"/>
                </a:lnTo>
                <a:lnTo>
                  <a:pt x="1666875" y="600075"/>
                </a:lnTo>
                <a:lnTo>
                  <a:pt x="1657350" y="600075"/>
                </a:lnTo>
                <a:close/>
                <a:moveTo>
                  <a:pt x="1676400" y="590550"/>
                </a:moveTo>
                <a:lnTo>
                  <a:pt x="1685925" y="590550"/>
                </a:lnTo>
                <a:lnTo>
                  <a:pt x="1685925" y="600075"/>
                </a:lnTo>
                <a:lnTo>
                  <a:pt x="1676400" y="600075"/>
                </a:lnTo>
                <a:close/>
                <a:moveTo>
                  <a:pt x="38100" y="600075"/>
                </a:moveTo>
                <a:lnTo>
                  <a:pt x="57150" y="600075"/>
                </a:lnTo>
                <a:lnTo>
                  <a:pt x="57150" y="609600"/>
                </a:lnTo>
                <a:lnTo>
                  <a:pt x="66675" y="609600"/>
                </a:lnTo>
                <a:lnTo>
                  <a:pt x="66675" y="628650"/>
                </a:lnTo>
                <a:lnTo>
                  <a:pt x="47625" y="628650"/>
                </a:lnTo>
                <a:lnTo>
                  <a:pt x="47625" y="619125"/>
                </a:lnTo>
                <a:lnTo>
                  <a:pt x="38100" y="619125"/>
                </a:lnTo>
                <a:close/>
                <a:moveTo>
                  <a:pt x="1228725" y="600075"/>
                </a:moveTo>
                <a:lnTo>
                  <a:pt x="1238250" y="600075"/>
                </a:lnTo>
                <a:lnTo>
                  <a:pt x="1238250" y="609600"/>
                </a:lnTo>
                <a:lnTo>
                  <a:pt x="1228725" y="609600"/>
                </a:lnTo>
                <a:close/>
                <a:moveTo>
                  <a:pt x="1714500" y="600075"/>
                </a:moveTo>
                <a:lnTo>
                  <a:pt x="1724025" y="600075"/>
                </a:lnTo>
                <a:lnTo>
                  <a:pt x="1724025" y="609600"/>
                </a:lnTo>
                <a:lnTo>
                  <a:pt x="1714500" y="609600"/>
                </a:lnTo>
                <a:close/>
                <a:moveTo>
                  <a:pt x="0" y="609600"/>
                </a:moveTo>
                <a:lnTo>
                  <a:pt x="9525" y="609600"/>
                </a:lnTo>
                <a:lnTo>
                  <a:pt x="9525" y="619125"/>
                </a:lnTo>
                <a:lnTo>
                  <a:pt x="0" y="619125"/>
                </a:lnTo>
                <a:close/>
                <a:moveTo>
                  <a:pt x="1590675" y="619125"/>
                </a:moveTo>
                <a:lnTo>
                  <a:pt x="1600200" y="619125"/>
                </a:lnTo>
                <a:lnTo>
                  <a:pt x="1600200" y="628650"/>
                </a:lnTo>
                <a:lnTo>
                  <a:pt x="1590675" y="628650"/>
                </a:lnTo>
                <a:close/>
                <a:moveTo>
                  <a:pt x="1781175" y="619125"/>
                </a:moveTo>
                <a:lnTo>
                  <a:pt x="1800225" y="619125"/>
                </a:lnTo>
                <a:lnTo>
                  <a:pt x="1800225" y="628650"/>
                </a:lnTo>
                <a:lnTo>
                  <a:pt x="1781175" y="628650"/>
                </a:lnTo>
                <a:close/>
                <a:moveTo>
                  <a:pt x="1876425" y="619125"/>
                </a:moveTo>
                <a:lnTo>
                  <a:pt x="1885950" y="619125"/>
                </a:lnTo>
                <a:lnTo>
                  <a:pt x="1885950" y="628650"/>
                </a:lnTo>
                <a:lnTo>
                  <a:pt x="1876425" y="628650"/>
                </a:lnTo>
                <a:close/>
                <a:moveTo>
                  <a:pt x="1800225" y="628650"/>
                </a:moveTo>
                <a:lnTo>
                  <a:pt x="1809750" y="628650"/>
                </a:lnTo>
                <a:lnTo>
                  <a:pt x="1809750" y="638175"/>
                </a:lnTo>
                <a:lnTo>
                  <a:pt x="1800225" y="638175"/>
                </a:lnTo>
                <a:close/>
                <a:moveTo>
                  <a:pt x="2085975" y="638175"/>
                </a:moveTo>
                <a:lnTo>
                  <a:pt x="2114550" y="638175"/>
                </a:lnTo>
                <a:lnTo>
                  <a:pt x="2114550" y="657225"/>
                </a:lnTo>
                <a:lnTo>
                  <a:pt x="2105025" y="657225"/>
                </a:lnTo>
                <a:lnTo>
                  <a:pt x="2105025" y="647700"/>
                </a:lnTo>
                <a:lnTo>
                  <a:pt x="2085975" y="647700"/>
                </a:lnTo>
                <a:close/>
                <a:moveTo>
                  <a:pt x="2066925" y="657225"/>
                </a:moveTo>
                <a:lnTo>
                  <a:pt x="2085975" y="657225"/>
                </a:lnTo>
                <a:lnTo>
                  <a:pt x="2085975" y="666750"/>
                </a:lnTo>
                <a:lnTo>
                  <a:pt x="2066925" y="666750"/>
                </a:lnTo>
                <a:close/>
                <a:moveTo>
                  <a:pt x="914400" y="676275"/>
                </a:moveTo>
                <a:lnTo>
                  <a:pt x="923925" y="676275"/>
                </a:lnTo>
                <a:lnTo>
                  <a:pt x="923925" y="685800"/>
                </a:lnTo>
                <a:lnTo>
                  <a:pt x="914400" y="685800"/>
                </a:lnTo>
                <a:close/>
                <a:moveTo>
                  <a:pt x="1323975" y="676275"/>
                </a:moveTo>
                <a:lnTo>
                  <a:pt x="1333500" y="676275"/>
                </a:lnTo>
                <a:lnTo>
                  <a:pt x="1333500" y="685800"/>
                </a:lnTo>
                <a:lnTo>
                  <a:pt x="1323975" y="685800"/>
                </a:lnTo>
                <a:close/>
                <a:moveTo>
                  <a:pt x="2152650" y="676275"/>
                </a:moveTo>
                <a:lnTo>
                  <a:pt x="2181225" y="676275"/>
                </a:lnTo>
                <a:lnTo>
                  <a:pt x="2181225" y="685800"/>
                </a:lnTo>
                <a:lnTo>
                  <a:pt x="2190750" y="685800"/>
                </a:lnTo>
                <a:lnTo>
                  <a:pt x="2190750" y="704850"/>
                </a:lnTo>
                <a:lnTo>
                  <a:pt x="2181225" y="704850"/>
                </a:lnTo>
                <a:lnTo>
                  <a:pt x="2181225" y="695325"/>
                </a:lnTo>
                <a:lnTo>
                  <a:pt x="2143125" y="695325"/>
                </a:lnTo>
                <a:lnTo>
                  <a:pt x="2143125" y="685800"/>
                </a:lnTo>
                <a:lnTo>
                  <a:pt x="2152650" y="685800"/>
                </a:lnTo>
                <a:close/>
                <a:moveTo>
                  <a:pt x="2200275" y="676275"/>
                </a:moveTo>
                <a:lnTo>
                  <a:pt x="2219325" y="676275"/>
                </a:lnTo>
                <a:lnTo>
                  <a:pt x="2219325" y="695325"/>
                </a:lnTo>
                <a:lnTo>
                  <a:pt x="2209800" y="695325"/>
                </a:lnTo>
                <a:lnTo>
                  <a:pt x="2209800" y="685800"/>
                </a:lnTo>
                <a:lnTo>
                  <a:pt x="2200275" y="685800"/>
                </a:lnTo>
                <a:close/>
                <a:moveTo>
                  <a:pt x="1276350" y="685800"/>
                </a:moveTo>
                <a:lnTo>
                  <a:pt x="1285875" y="685800"/>
                </a:lnTo>
                <a:lnTo>
                  <a:pt x="1285875" y="695325"/>
                </a:lnTo>
                <a:lnTo>
                  <a:pt x="1276350" y="695325"/>
                </a:lnTo>
                <a:close/>
                <a:moveTo>
                  <a:pt x="323850" y="695325"/>
                </a:moveTo>
                <a:lnTo>
                  <a:pt x="333375" y="695325"/>
                </a:lnTo>
                <a:lnTo>
                  <a:pt x="333375" y="704850"/>
                </a:lnTo>
                <a:lnTo>
                  <a:pt x="323850" y="704850"/>
                </a:lnTo>
                <a:close/>
                <a:moveTo>
                  <a:pt x="2200275" y="704850"/>
                </a:moveTo>
                <a:lnTo>
                  <a:pt x="2219325" y="704850"/>
                </a:lnTo>
                <a:lnTo>
                  <a:pt x="2219325" y="723900"/>
                </a:lnTo>
                <a:lnTo>
                  <a:pt x="2209800" y="723900"/>
                </a:lnTo>
                <a:lnTo>
                  <a:pt x="2209800" y="733425"/>
                </a:lnTo>
                <a:lnTo>
                  <a:pt x="2219325" y="733425"/>
                </a:lnTo>
                <a:lnTo>
                  <a:pt x="2219325" y="742950"/>
                </a:lnTo>
                <a:lnTo>
                  <a:pt x="2190750" y="742950"/>
                </a:lnTo>
                <a:lnTo>
                  <a:pt x="2190750" y="714375"/>
                </a:lnTo>
                <a:lnTo>
                  <a:pt x="2200275" y="714375"/>
                </a:lnTo>
                <a:close/>
                <a:moveTo>
                  <a:pt x="1343025" y="714375"/>
                </a:moveTo>
                <a:lnTo>
                  <a:pt x="1352550" y="714375"/>
                </a:lnTo>
                <a:lnTo>
                  <a:pt x="1352550" y="723900"/>
                </a:lnTo>
                <a:lnTo>
                  <a:pt x="1343025" y="723900"/>
                </a:lnTo>
                <a:close/>
                <a:moveTo>
                  <a:pt x="1238250" y="733425"/>
                </a:moveTo>
                <a:lnTo>
                  <a:pt x="1247775" y="733425"/>
                </a:lnTo>
                <a:lnTo>
                  <a:pt x="1247775" y="742950"/>
                </a:lnTo>
                <a:lnTo>
                  <a:pt x="1238250" y="742950"/>
                </a:lnTo>
                <a:close/>
                <a:moveTo>
                  <a:pt x="2409825" y="733425"/>
                </a:moveTo>
                <a:lnTo>
                  <a:pt x="2419350" y="733425"/>
                </a:lnTo>
                <a:lnTo>
                  <a:pt x="2419350" y="742950"/>
                </a:lnTo>
                <a:lnTo>
                  <a:pt x="2409825" y="742950"/>
                </a:lnTo>
                <a:close/>
                <a:moveTo>
                  <a:pt x="2209800" y="752475"/>
                </a:moveTo>
                <a:lnTo>
                  <a:pt x="2238375" y="752475"/>
                </a:lnTo>
                <a:lnTo>
                  <a:pt x="2238375" y="762000"/>
                </a:lnTo>
                <a:lnTo>
                  <a:pt x="2228850" y="762000"/>
                </a:lnTo>
                <a:lnTo>
                  <a:pt x="2228850" y="800100"/>
                </a:lnTo>
                <a:lnTo>
                  <a:pt x="2238375" y="800100"/>
                </a:lnTo>
                <a:lnTo>
                  <a:pt x="2238375" y="790575"/>
                </a:lnTo>
                <a:lnTo>
                  <a:pt x="2247900" y="790575"/>
                </a:lnTo>
                <a:lnTo>
                  <a:pt x="2247900" y="809625"/>
                </a:lnTo>
                <a:lnTo>
                  <a:pt x="2228850" y="809625"/>
                </a:lnTo>
                <a:lnTo>
                  <a:pt x="2228850" y="819150"/>
                </a:lnTo>
                <a:lnTo>
                  <a:pt x="2219325" y="819150"/>
                </a:lnTo>
                <a:lnTo>
                  <a:pt x="2219325" y="781050"/>
                </a:lnTo>
                <a:lnTo>
                  <a:pt x="2209800" y="781050"/>
                </a:lnTo>
                <a:close/>
                <a:moveTo>
                  <a:pt x="323850" y="781050"/>
                </a:moveTo>
                <a:lnTo>
                  <a:pt x="333375" y="781050"/>
                </a:lnTo>
                <a:lnTo>
                  <a:pt x="333375" y="790575"/>
                </a:lnTo>
                <a:lnTo>
                  <a:pt x="342900" y="790575"/>
                </a:lnTo>
                <a:lnTo>
                  <a:pt x="342900" y="781050"/>
                </a:lnTo>
                <a:lnTo>
                  <a:pt x="352425" y="781050"/>
                </a:lnTo>
                <a:lnTo>
                  <a:pt x="352425" y="809625"/>
                </a:lnTo>
                <a:lnTo>
                  <a:pt x="342900" y="809625"/>
                </a:lnTo>
                <a:lnTo>
                  <a:pt x="342900" y="819150"/>
                </a:lnTo>
                <a:lnTo>
                  <a:pt x="333375" y="819150"/>
                </a:lnTo>
                <a:lnTo>
                  <a:pt x="333375" y="800100"/>
                </a:lnTo>
                <a:lnTo>
                  <a:pt x="323850" y="800100"/>
                </a:lnTo>
                <a:close/>
                <a:moveTo>
                  <a:pt x="1447800" y="800100"/>
                </a:moveTo>
                <a:lnTo>
                  <a:pt x="1457325" y="800100"/>
                </a:lnTo>
                <a:lnTo>
                  <a:pt x="1457325" y="809625"/>
                </a:lnTo>
                <a:lnTo>
                  <a:pt x="1447800" y="809625"/>
                </a:lnTo>
                <a:close/>
                <a:moveTo>
                  <a:pt x="1409700" y="809625"/>
                </a:moveTo>
                <a:lnTo>
                  <a:pt x="1419225" y="809625"/>
                </a:lnTo>
                <a:lnTo>
                  <a:pt x="1419225" y="819150"/>
                </a:lnTo>
                <a:lnTo>
                  <a:pt x="1409700" y="819150"/>
                </a:lnTo>
                <a:close/>
                <a:moveTo>
                  <a:pt x="1533525" y="809625"/>
                </a:moveTo>
                <a:lnTo>
                  <a:pt x="1543050" y="809625"/>
                </a:lnTo>
                <a:lnTo>
                  <a:pt x="1543050" y="819150"/>
                </a:lnTo>
                <a:lnTo>
                  <a:pt x="1533525" y="819150"/>
                </a:lnTo>
                <a:close/>
                <a:moveTo>
                  <a:pt x="2286000" y="819150"/>
                </a:moveTo>
                <a:lnTo>
                  <a:pt x="2305050" y="819150"/>
                </a:lnTo>
                <a:lnTo>
                  <a:pt x="2305050" y="828675"/>
                </a:lnTo>
                <a:lnTo>
                  <a:pt x="2286000" y="828675"/>
                </a:lnTo>
                <a:close/>
                <a:moveTo>
                  <a:pt x="2324100" y="847725"/>
                </a:moveTo>
                <a:lnTo>
                  <a:pt x="2343150" y="847725"/>
                </a:lnTo>
                <a:lnTo>
                  <a:pt x="2343150" y="857250"/>
                </a:lnTo>
                <a:lnTo>
                  <a:pt x="2333625" y="857250"/>
                </a:lnTo>
                <a:lnTo>
                  <a:pt x="2333625" y="866775"/>
                </a:lnTo>
                <a:lnTo>
                  <a:pt x="2324100" y="866775"/>
                </a:lnTo>
                <a:close/>
                <a:moveTo>
                  <a:pt x="1457325" y="857250"/>
                </a:moveTo>
                <a:lnTo>
                  <a:pt x="1466850" y="857250"/>
                </a:lnTo>
                <a:lnTo>
                  <a:pt x="1466850" y="866775"/>
                </a:lnTo>
                <a:lnTo>
                  <a:pt x="1457325" y="866775"/>
                </a:lnTo>
                <a:close/>
                <a:moveTo>
                  <a:pt x="2209800" y="857250"/>
                </a:moveTo>
                <a:lnTo>
                  <a:pt x="2228850" y="857250"/>
                </a:lnTo>
                <a:lnTo>
                  <a:pt x="2228850" y="866775"/>
                </a:lnTo>
                <a:lnTo>
                  <a:pt x="2209800" y="866775"/>
                </a:lnTo>
                <a:close/>
                <a:moveTo>
                  <a:pt x="1381125" y="866775"/>
                </a:moveTo>
                <a:lnTo>
                  <a:pt x="1390650" y="866775"/>
                </a:lnTo>
                <a:lnTo>
                  <a:pt x="1390650" y="885825"/>
                </a:lnTo>
                <a:lnTo>
                  <a:pt x="1381125" y="885825"/>
                </a:lnTo>
                <a:close/>
                <a:moveTo>
                  <a:pt x="1552575" y="866775"/>
                </a:moveTo>
                <a:lnTo>
                  <a:pt x="1562100" y="866775"/>
                </a:lnTo>
                <a:lnTo>
                  <a:pt x="1562100" y="876300"/>
                </a:lnTo>
                <a:lnTo>
                  <a:pt x="1552575" y="876300"/>
                </a:lnTo>
                <a:close/>
                <a:moveTo>
                  <a:pt x="2228850" y="866775"/>
                </a:moveTo>
                <a:lnTo>
                  <a:pt x="2238375" y="866775"/>
                </a:lnTo>
                <a:lnTo>
                  <a:pt x="2238375" y="876300"/>
                </a:lnTo>
                <a:lnTo>
                  <a:pt x="2228850" y="876300"/>
                </a:lnTo>
                <a:close/>
                <a:moveTo>
                  <a:pt x="2314575" y="866775"/>
                </a:moveTo>
                <a:lnTo>
                  <a:pt x="2324100" y="866775"/>
                </a:lnTo>
                <a:lnTo>
                  <a:pt x="2324100" y="876300"/>
                </a:lnTo>
                <a:lnTo>
                  <a:pt x="2314575" y="876300"/>
                </a:lnTo>
                <a:close/>
                <a:moveTo>
                  <a:pt x="1057275" y="876300"/>
                </a:moveTo>
                <a:lnTo>
                  <a:pt x="1066800" y="876300"/>
                </a:lnTo>
                <a:lnTo>
                  <a:pt x="1066800" y="885825"/>
                </a:lnTo>
                <a:lnTo>
                  <a:pt x="1057275" y="885825"/>
                </a:lnTo>
                <a:close/>
                <a:moveTo>
                  <a:pt x="2190750" y="876300"/>
                </a:moveTo>
                <a:lnTo>
                  <a:pt x="2200275" y="876300"/>
                </a:lnTo>
                <a:lnTo>
                  <a:pt x="2200275" y="885825"/>
                </a:lnTo>
                <a:lnTo>
                  <a:pt x="2190750" y="885825"/>
                </a:lnTo>
                <a:close/>
                <a:moveTo>
                  <a:pt x="1362075" y="885825"/>
                </a:moveTo>
                <a:lnTo>
                  <a:pt x="1381125" y="885825"/>
                </a:lnTo>
                <a:lnTo>
                  <a:pt x="1381125" y="904875"/>
                </a:lnTo>
                <a:lnTo>
                  <a:pt x="1371600" y="904875"/>
                </a:lnTo>
                <a:lnTo>
                  <a:pt x="1371600" y="895350"/>
                </a:lnTo>
                <a:lnTo>
                  <a:pt x="1362075" y="895350"/>
                </a:lnTo>
                <a:close/>
                <a:moveTo>
                  <a:pt x="28575" y="895350"/>
                </a:moveTo>
                <a:lnTo>
                  <a:pt x="38100" y="895350"/>
                </a:lnTo>
                <a:lnTo>
                  <a:pt x="38100" y="904875"/>
                </a:lnTo>
                <a:lnTo>
                  <a:pt x="28575" y="904875"/>
                </a:lnTo>
                <a:close/>
                <a:moveTo>
                  <a:pt x="1562100" y="895350"/>
                </a:moveTo>
                <a:lnTo>
                  <a:pt x="1571625" y="895350"/>
                </a:lnTo>
                <a:lnTo>
                  <a:pt x="1571625" y="904875"/>
                </a:lnTo>
                <a:lnTo>
                  <a:pt x="1562100" y="904875"/>
                </a:lnTo>
                <a:close/>
                <a:moveTo>
                  <a:pt x="1314450" y="904875"/>
                </a:moveTo>
                <a:lnTo>
                  <a:pt x="1323975" y="904875"/>
                </a:lnTo>
                <a:lnTo>
                  <a:pt x="1323975" y="923925"/>
                </a:lnTo>
                <a:lnTo>
                  <a:pt x="1314450" y="923925"/>
                </a:lnTo>
                <a:close/>
                <a:moveTo>
                  <a:pt x="0" y="914400"/>
                </a:moveTo>
                <a:lnTo>
                  <a:pt x="9525" y="914400"/>
                </a:lnTo>
                <a:lnTo>
                  <a:pt x="9525" y="923925"/>
                </a:lnTo>
                <a:lnTo>
                  <a:pt x="19050" y="923925"/>
                </a:lnTo>
                <a:lnTo>
                  <a:pt x="19050" y="914400"/>
                </a:lnTo>
                <a:lnTo>
                  <a:pt x="28575" y="914400"/>
                </a:lnTo>
                <a:lnTo>
                  <a:pt x="28575" y="923925"/>
                </a:lnTo>
                <a:lnTo>
                  <a:pt x="19050" y="923925"/>
                </a:lnTo>
                <a:lnTo>
                  <a:pt x="19050" y="933450"/>
                </a:lnTo>
                <a:lnTo>
                  <a:pt x="0" y="933450"/>
                </a:lnTo>
                <a:close/>
                <a:moveTo>
                  <a:pt x="990600" y="914400"/>
                </a:moveTo>
                <a:lnTo>
                  <a:pt x="1000125" y="914400"/>
                </a:lnTo>
                <a:lnTo>
                  <a:pt x="1000125" y="923925"/>
                </a:lnTo>
                <a:lnTo>
                  <a:pt x="990600" y="923925"/>
                </a:lnTo>
                <a:close/>
                <a:moveTo>
                  <a:pt x="1571625" y="914400"/>
                </a:moveTo>
                <a:lnTo>
                  <a:pt x="1581150" y="914400"/>
                </a:lnTo>
                <a:lnTo>
                  <a:pt x="1581150" y="923925"/>
                </a:lnTo>
                <a:lnTo>
                  <a:pt x="1571625" y="923925"/>
                </a:lnTo>
                <a:close/>
                <a:moveTo>
                  <a:pt x="2352675" y="914400"/>
                </a:moveTo>
                <a:lnTo>
                  <a:pt x="2390775" y="914400"/>
                </a:lnTo>
                <a:lnTo>
                  <a:pt x="2390775" y="942975"/>
                </a:lnTo>
                <a:lnTo>
                  <a:pt x="2381250" y="942975"/>
                </a:lnTo>
                <a:lnTo>
                  <a:pt x="2381250" y="933450"/>
                </a:lnTo>
                <a:lnTo>
                  <a:pt x="2371725" y="933450"/>
                </a:lnTo>
                <a:lnTo>
                  <a:pt x="2371725" y="942975"/>
                </a:lnTo>
                <a:lnTo>
                  <a:pt x="2362200" y="942975"/>
                </a:lnTo>
                <a:lnTo>
                  <a:pt x="2362200" y="933450"/>
                </a:lnTo>
                <a:lnTo>
                  <a:pt x="2352675" y="933450"/>
                </a:lnTo>
                <a:close/>
                <a:moveTo>
                  <a:pt x="1133475" y="923925"/>
                </a:moveTo>
                <a:lnTo>
                  <a:pt x="1152525" y="923925"/>
                </a:lnTo>
                <a:lnTo>
                  <a:pt x="1152525" y="933450"/>
                </a:lnTo>
                <a:lnTo>
                  <a:pt x="1143000" y="933450"/>
                </a:lnTo>
                <a:lnTo>
                  <a:pt x="1143000" y="952500"/>
                </a:lnTo>
                <a:lnTo>
                  <a:pt x="1133475" y="952500"/>
                </a:lnTo>
                <a:close/>
                <a:moveTo>
                  <a:pt x="1181100" y="923925"/>
                </a:moveTo>
                <a:lnTo>
                  <a:pt x="1190625" y="923925"/>
                </a:lnTo>
                <a:lnTo>
                  <a:pt x="1190625" y="933450"/>
                </a:lnTo>
                <a:lnTo>
                  <a:pt x="1181100" y="933450"/>
                </a:lnTo>
                <a:close/>
                <a:moveTo>
                  <a:pt x="1304925" y="923925"/>
                </a:moveTo>
                <a:lnTo>
                  <a:pt x="1314450" y="923925"/>
                </a:lnTo>
                <a:lnTo>
                  <a:pt x="1314450" y="933450"/>
                </a:lnTo>
                <a:lnTo>
                  <a:pt x="1304925" y="933450"/>
                </a:lnTo>
                <a:close/>
                <a:moveTo>
                  <a:pt x="2200275" y="923925"/>
                </a:moveTo>
                <a:lnTo>
                  <a:pt x="2219325" y="923925"/>
                </a:lnTo>
                <a:lnTo>
                  <a:pt x="2219325" y="933450"/>
                </a:lnTo>
                <a:lnTo>
                  <a:pt x="2209800" y="933450"/>
                </a:lnTo>
                <a:lnTo>
                  <a:pt x="2209800" y="942975"/>
                </a:lnTo>
                <a:lnTo>
                  <a:pt x="2200275" y="942975"/>
                </a:lnTo>
                <a:close/>
                <a:moveTo>
                  <a:pt x="2257425" y="923925"/>
                </a:moveTo>
                <a:lnTo>
                  <a:pt x="2266950" y="923925"/>
                </a:lnTo>
                <a:lnTo>
                  <a:pt x="2266950" y="933450"/>
                </a:lnTo>
                <a:lnTo>
                  <a:pt x="2257425" y="933450"/>
                </a:lnTo>
                <a:close/>
                <a:moveTo>
                  <a:pt x="2324100" y="923925"/>
                </a:moveTo>
                <a:lnTo>
                  <a:pt x="2333625" y="923925"/>
                </a:lnTo>
                <a:lnTo>
                  <a:pt x="2333625" y="942975"/>
                </a:lnTo>
                <a:lnTo>
                  <a:pt x="2324100" y="942975"/>
                </a:lnTo>
                <a:close/>
                <a:moveTo>
                  <a:pt x="314325" y="933450"/>
                </a:moveTo>
                <a:lnTo>
                  <a:pt x="323850" y="933450"/>
                </a:lnTo>
                <a:lnTo>
                  <a:pt x="323850" y="952500"/>
                </a:lnTo>
                <a:lnTo>
                  <a:pt x="314325" y="952500"/>
                </a:lnTo>
                <a:close/>
                <a:moveTo>
                  <a:pt x="962025" y="933450"/>
                </a:moveTo>
                <a:lnTo>
                  <a:pt x="971550" y="933450"/>
                </a:lnTo>
                <a:lnTo>
                  <a:pt x="971550" y="942975"/>
                </a:lnTo>
                <a:lnTo>
                  <a:pt x="962025" y="942975"/>
                </a:lnTo>
                <a:close/>
                <a:moveTo>
                  <a:pt x="2343150" y="933450"/>
                </a:moveTo>
                <a:lnTo>
                  <a:pt x="2352675" y="933450"/>
                </a:lnTo>
                <a:lnTo>
                  <a:pt x="2352675" y="942975"/>
                </a:lnTo>
                <a:lnTo>
                  <a:pt x="2343150" y="942975"/>
                </a:lnTo>
                <a:close/>
                <a:moveTo>
                  <a:pt x="2400300" y="933450"/>
                </a:moveTo>
                <a:lnTo>
                  <a:pt x="2438400" y="933450"/>
                </a:lnTo>
                <a:lnTo>
                  <a:pt x="2438400" y="952500"/>
                </a:lnTo>
                <a:lnTo>
                  <a:pt x="2419350" y="952500"/>
                </a:lnTo>
                <a:lnTo>
                  <a:pt x="2419350" y="962025"/>
                </a:lnTo>
                <a:lnTo>
                  <a:pt x="2409825" y="962025"/>
                </a:lnTo>
                <a:lnTo>
                  <a:pt x="2409825" y="942975"/>
                </a:lnTo>
                <a:lnTo>
                  <a:pt x="2400300" y="942975"/>
                </a:lnTo>
                <a:close/>
                <a:moveTo>
                  <a:pt x="914400" y="942975"/>
                </a:moveTo>
                <a:lnTo>
                  <a:pt x="923925" y="942975"/>
                </a:lnTo>
                <a:lnTo>
                  <a:pt x="923925" y="952500"/>
                </a:lnTo>
                <a:lnTo>
                  <a:pt x="914400" y="952500"/>
                </a:lnTo>
                <a:close/>
                <a:moveTo>
                  <a:pt x="2219325" y="942975"/>
                </a:moveTo>
                <a:lnTo>
                  <a:pt x="2228850" y="942975"/>
                </a:lnTo>
                <a:lnTo>
                  <a:pt x="2228850" y="952500"/>
                </a:lnTo>
                <a:lnTo>
                  <a:pt x="2219325" y="952500"/>
                </a:lnTo>
                <a:close/>
                <a:moveTo>
                  <a:pt x="2333625" y="942975"/>
                </a:moveTo>
                <a:lnTo>
                  <a:pt x="2343150" y="942975"/>
                </a:lnTo>
                <a:lnTo>
                  <a:pt x="2343150" y="952500"/>
                </a:lnTo>
                <a:lnTo>
                  <a:pt x="2333625" y="952500"/>
                </a:lnTo>
                <a:close/>
                <a:moveTo>
                  <a:pt x="1238250" y="952500"/>
                </a:moveTo>
                <a:lnTo>
                  <a:pt x="1247775" y="952500"/>
                </a:lnTo>
                <a:lnTo>
                  <a:pt x="1247775" y="962025"/>
                </a:lnTo>
                <a:lnTo>
                  <a:pt x="1238250" y="962025"/>
                </a:lnTo>
                <a:close/>
                <a:moveTo>
                  <a:pt x="0" y="962025"/>
                </a:moveTo>
                <a:lnTo>
                  <a:pt x="9525" y="962025"/>
                </a:lnTo>
                <a:lnTo>
                  <a:pt x="9525" y="971550"/>
                </a:lnTo>
                <a:lnTo>
                  <a:pt x="0" y="971550"/>
                </a:lnTo>
                <a:close/>
                <a:moveTo>
                  <a:pt x="2209800" y="962025"/>
                </a:moveTo>
                <a:lnTo>
                  <a:pt x="2219325" y="962025"/>
                </a:lnTo>
                <a:lnTo>
                  <a:pt x="2219325" y="971550"/>
                </a:lnTo>
                <a:lnTo>
                  <a:pt x="2209800" y="971550"/>
                </a:lnTo>
                <a:close/>
                <a:moveTo>
                  <a:pt x="2247900" y="962025"/>
                </a:moveTo>
                <a:lnTo>
                  <a:pt x="2257425" y="962025"/>
                </a:lnTo>
                <a:lnTo>
                  <a:pt x="2257425" y="971550"/>
                </a:lnTo>
                <a:lnTo>
                  <a:pt x="2247900" y="971550"/>
                </a:lnTo>
                <a:close/>
                <a:moveTo>
                  <a:pt x="2343150" y="962025"/>
                </a:moveTo>
                <a:lnTo>
                  <a:pt x="2352675" y="962025"/>
                </a:lnTo>
                <a:lnTo>
                  <a:pt x="2352675" y="971550"/>
                </a:lnTo>
                <a:lnTo>
                  <a:pt x="2343150" y="971550"/>
                </a:lnTo>
                <a:close/>
                <a:moveTo>
                  <a:pt x="1981200" y="971550"/>
                </a:moveTo>
                <a:lnTo>
                  <a:pt x="1990725" y="971550"/>
                </a:lnTo>
                <a:lnTo>
                  <a:pt x="1990725" y="981075"/>
                </a:lnTo>
                <a:lnTo>
                  <a:pt x="1981200" y="981075"/>
                </a:lnTo>
                <a:close/>
                <a:moveTo>
                  <a:pt x="2190750" y="971550"/>
                </a:moveTo>
                <a:lnTo>
                  <a:pt x="2200275" y="971550"/>
                </a:lnTo>
                <a:lnTo>
                  <a:pt x="2200275" y="981075"/>
                </a:lnTo>
                <a:lnTo>
                  <a:pt x="2209800" y="981075"/>
                </a:lnTo>
                <a:lnTo>
                  <a:pt x="2209800" y="1009650"/>
                </a:lnTo>
                <a:lnTo>
                  <a:pt x="2200275" y="1009650"/>
                </a:lnTo>
                <a:lnTo>
                  <a:pt x="2200275" y="1000125"/>
                </a:lnTo>
                <a:lnTo>
                  <a:pt x="2190750" y="1000125"/>
                </a:lnTo>
                <a:close/>
                <a:moveTo>
                  <a:pt x="2266950" y="971550"/>
                </a:moveTo>
                <a:lnTo>
                  <a:pt x="2276475" y="971550"/>
                </a:lnTo>
                <a:lnTo>
                  <a:pt x="2276475" y="981075"/>
                </a:lnTo>
                <a:lnTo>
                  <a:pt x="2266950" y="981075"/>
                </a:lnTo>
                <a:close/>
                <a:moveTo>
                  <a:pt x="914400" y="981075"/>
                </a:moveTo>
                <a:lnTo>
                  <a:pt x="923925" y="981075"/>
                </a:lnTo>
                <a:lnTo>
                  <a:pt x="923925" y="990600"/>
                </a:lnTo>
                <a:lnTo>
                  <a:pt x="914400" y="990600"/>
                </a:lnTo>
                <a:close/>
                <a:moveTo>
                  <a:pt x="1428750" y="981075"/>
                </a:moveTo>
                <a:lnTo>
                  <a:pt x="1438275" y="981075"/>
                </a:lnTo>
                <a:lnTo>
                  <a:pt x="1438275" y="990600"/>
                </a:lnTo>
                <a:lnTo>
                  <a:pt x="1428750" y="990600"/>
                </a:lnTo>
                <a:close/>
                <a:moveTo>
                  <a:pt x="1590675" y="981075"/>
                </a:moveTo>
                <a:lnTo>
                  <a:pt x="1600200" y="981075"/>
                </a:lnTo>
                <a:lnTo>
                  <a:pt x="1600200" y="990600"/>
                </a:lnTo>
                <a:lnTo>
                  <a:pt x="1590675" y="990600"/>
                </a:lnTo>
                <a:close/>
                <a:moveTo>
                  <a:pt x="2295525" y="981075"/>
                </a:moveTo>
                <a:lnTo>
                  <a:pt x="2314575" y="981075"/>
                </a:lnTo>
                <a:lnTo>
                  <a:pt x="2314575" y="990600"/>
                </a:lnTo>
                <a:lnTo>
                  <a:pt x="2324100" y="990600"/>
                </a:lnTo>
                <a:lnTo>
                  <a:pt x="2324100" y="1009650"/>
                </a:lnTo>
                <a:lnTo>
                  <a:pt x="2295525" y="1009650"/>
                </a:lnTo>
                <a:close/>
                <a:moveTo>
                  <a:pt x="1085850" y="990600"/>
                </a:moveTo>
                <a:lnTo>
                  <a:pt x="1095375" y="990600"/>
                </a:lnTo>
                <a:lnTo>
                  <a:pt x="1095375" y="1000125"/>
                </a:lnTo>
                <a:lnTo>
                  <a:pt x="1085850" y="1000125"/>
                </a:lnTo>
                <a:close/>
                <a:moveTo>
                  <a:pt x="1514475" y="990600"/>
                </a:moveTo>
                <a:lnTo>
                  <a:pt x="1524000" y="990600"/>
                </a:lnTo>
                <a:lnTo>
                  <a:pt x="1524000" y="1000125"/>
                </a:lnTo>
                <a:lnTo>
                  <a:pt x="1514475" y="1000125"/>
                </a:lnTo>
                <a:close/>
                <a:moveTo>
                  <a:pt x="1981200" y="990600"/>
                </a:moveTo>
                <a:lnTo>
                  <a:pt x="1990725" y="990600"/>
                </a:lnTo>
                <a:lnTo>
                  <a:pt x="1990725" y="1000125"/>
                </a:lnTo>
                <a:lnTo>
                  <a:pt x="1981200" y="1000125"/>
                </a:lnTo>
                <a:close/>
                <a:moveTo>
                  <a:pt x="2000250" y="990600"/>
                </a:moveTo>
                <a:lnTo>
                  <a:pt x="2019300" y="990600"/>
                </a:lnTo>
                <a:lnTo>
                  <a:pt x="2019300" y="1000125"/>
                </a:lnTo>
                <a:lnTo>
                  <a:pt x="2009775" y="1000125"/>
                </a:lnTo>
                <a:lnTo>
                  <a:pt x="2009775" y="1009650"/>
                </a:lnTo>
                <a:lnTo>
                  <a:pt x="2000250" y="1009650"/>
                </a:lnTo>
                <a:close/>
                <a:moveTo>
                  <a:pt x="2124075" y="990600"/>
                </a:moveTo>
                <a:lnTo>
                  <a:pt x="2143125" y="990600"/>
                </a:lnTo>
                <a:lnTo>
                  <a:pt x="2143125" y="1009650"/>
                </a:lnTo>
                <a:lnTo>
                  <a:pt x="2124075" y="1009650"/>
                </a:lnTo>
                <a:close/>
                <a:moveTo>
                  <a:pt x="2257425" y="990600"/>
                </a:moveTo>
                <a:lnTo>
                  <a:pt x="2266950" y="990600"/>
                </a:lnTo>
                <a:lnTo>
                  <a:pt x="2266950" y="1000125"/>
                </a:lnTo>
                <a:lnTo>
                  <a:pt x="2257425" y="1000125"/>
                </a:lnTo>
                <a:close/>
                <a:moveTo>
                  <a:pt x="600075" y="1000125"/>
                </a:moveTo>
                <a:lnTo>
                  <a:pt x="609600" y="1000125"/>
                </a:lnTo>
                <a:lnTo>
                  <a:pt x="609600" y="1019175"/>
                </a:lnTo>
                <a:lnTo>
                  <a:pt x="600075" y="1019175"/>
                </a:lnTo>
                <a:close/>
                <a:moveTo>
                  <a:pt x="1028700" y="1000125"/>
                </a:moveTo>
                <a:lnTo>
                  <a:pt x="1038225" y="1000125"/>
                </a:lnTo>
                <a:lnTo>
                  <a:pt x="1038225" y="1009650"/>
                </a:lnTo>
                <a:lnTo>
                  <a:pt x="1028700" y="1009650"/>
                </a:lnTo>
                <a:close/>
                <a:moveTo>
                  <a:pt x="1666875" y="1000125"/>
                </a:moveTo>
                <a:lnTo>
                  <a:pt x="1676400" y="1000125"/>
                </a:lnTo>
                <a:lnTo>
                  <a:pt x="1676400" y="1009650"/>
                </a:lnTo>
                <a:lnTo>
                  <a:pt x="1666875" y="1009650"/>
                </a:lnTo>
                <a:close/>
                <a:moveTo>
                  <a:pt x="0" y="1009650"/>
                </a:moveTo>
                <a:lnTo>
                  <a:pt x="28575" y="1009650"/>
                </a:lnTo>
                <a:lnTo>
                  <a:pt x="28575" y="1028700"/>
                </a:lnTo>
                <a:lnTo>
                  <a:pt x="19050" y="1028700"/>
                </a:lnTo>
                <a:lnTo>
                  <a:pt x="19050" y="1019175"/>
                </a:lnTo>
                <a:lnTo>
                  <a:pt x="0" y="1019175"/>
                </a:lnTo>
                <a:close/>
                <a:moveTo>
                  <a:pt x="952500" y="1009650"/>
                </a:moveTo>
                <a:lnTo>
                  <a:pt x="971550" y="1009650"/>
                </a:lnTo>
                <a:lnTo>
                  <a:pt x="971550" y="1019175"/>
                </a:lnTo>
                <a:lnTo>
                  <a:pt x="952500" y="1019175"/>
                </a:lnTo>
                <a:close/>
                <a:moveTo>
                  <a:pt x="1066800" y="1009650"/>
                </a:moveTo>
                <a:lnTo>
                  <a:pt x="1076325" y="1009650"/>
                </a:lnTo>
                <a:lnTo>
                  <a:pt x="1076325" y="1019175"/>
                </a:lnTo>
                <a:lnTo>
                  <a:pt x="1066800" y="1019175"/>
                </a:lnTo>
                <a:close/>
                <a:moveTo>
                  <a:pt x="2181225" y="1009650"/>
                </a:moveTo>
                <a:lnTo>
                  <a:pt x="2190750" y="1009650"/>
                </a:lnTo>
                <a:lnTo>
                  <a:pt x="2190750" y="1019175"/>
                </a:lnTo>
                <a:lnTo>
                  <a:pt x="2181225" y="1019175"/>
                </a:lnTo>
                <a:close/>
                <a:moveTo>
                  <a:pt x="2219325" y="1009650"/>
                </a:moveTo>
                <a:lnTo>
                  <a:pt x="2228850" y="1009650"/>
                </a:lnTo>
                <a:lnTo>
                  <a:pt x="2228850" y="1019175"/>
                </a:lnTo>
                <a:lnTo>
                  <a:pt x="2238375" y="1019175"/>
                </a:lnTo>
                <a:lnTo>
                  <a:pt x="2238375" y="1038225"/>
                </a:lnTo>
                <a:lnTo>
                  <a:pt x="2209800" y="1038225"/>
                </a:lnTo>
                <a:lnTo>
                  <a:pt x="2209800" y="1028700"/>
                </a:lnTo>
                <a:lnTo>
                  <a:pt x="2219325" y="1028700"/>
                </a:lnTo>
                <a:close/>
                <a:moveTo>
                  <a:pt x="2324100" y="1009650"/>
                </a:moveTo>
                <a:lnTo>
                  <a:pt x="2333625" y="1009650"/>
                </a:lnTo>
                <a:lnTo>
                  <a:pt x="2333625" y="1028700"/>
                </a:lnTo>
                <a:lnTo>
                  <a:pt x="2324100" y="1028700"/>
                </a:lnTo>
                <a:close/>
                <a:moveTo>
                  <a:pt x="933450" y="1019175"/>
                </a:moveTo>
                <a:lnTo>
                  <a:pt x="942975" y="1019175"/>
                </a:lnTo>
                <a:lnTo>
                  <a:pt x="942975" y="1028700"/>
                </a:lnTo>
                <a:lnTo>
                  <a:pt x="933450" y="1028700"/>
                </a:lnTo>
                <a:close/>
                <a:moveTo>
                  <a:pt x="542925" y="1028700"/>
                </a:moveTo>
                <a:lnTo>
                  <a:pt x="561975" y="1028700"/>
                </a:lnTo>
                <a:lnTo>
                  <a:pt x="561975" y="1038225"/>
                </a:lnTo>
                <a:lnTo>
                  <a:pt x="542925" y="1038225"/>
                </a:lnTo>
                <a:close/>
                <a:moveTo>
                  <a:pt x="971550" y="1028700"/>
                </a:moveTo>
                <a:lnTo>
                  <a:pt x="990600" y="1028700"/>
                </a:lnTo>
                <a:lnTo>
                  <a:pt x="990600" y="1047750"/>
                </a:lnTo>
                <a:lnTo>
                  <a:pt x="971550" y="1047750"/>
                </a:lnTo>
                <a:close/>
                <a:moveTo>
                  <a:pt x="1257300" y="1028700"/>
                </a:moveTo>
                <a:lnTo>
                  <a:pt x="1266825" y="1028700"/>
                </a:lnTo>
                <a:lnTo>
                  <a:pt x="1266825" y="1038225"/>
                </a:lnTo>
                <a:lnTo>
                  <a:pt x="1257300" y="1038225"/>
                </a:lnTo>
                <a:close/>
                <a:moveTo>
                  <a:pt x="1533525" y="1038225"/>
                </a:moveTo>
                <a:lnTo>
                  <a:pt x="1543050" y="1038225"/>
                </a:lnTo>
                <a:lnTo>
                  <a:pt x="1543050" y="1047750"/>
                </a:lnTo>
                <a:lnTo>
                  <a:pt x="1533525" y="1047750"/>
                </a:lnTo>
                <a:close/>
                <a:moveTo>
                  <a:pt x="1981200" y="1038225"/>
                </a:moveTo>
                <a:lnTo>
                  <a:pt x="2000250" y="1038225"/>
                </a:lnTo>
                <a:lnTo>
                  <a:pt x="2000250" y="1047750"/>
                </a:lnTo>
                <a:lnTo>
                  <a:pt x="1990725" y="1047750"/>
                </a:lnTo>
                <a:lnTo>
                  <a:pt x="1990725" y="1066800"/>
                </a:lnTo>
                <a:lnTo>
                  <a:pt x="1981200" y="1066800"/>
                </a:lnTo>
                <a:close/>
                <a:moveTo>
                  <a:pt x="2362200" y="1038225"/>
                </a:moveTo>
                <a:lnTo>
                  <a:pt x="2371725" y="1038225"/>
                </a:lnTo>
                <a:lnTo>
                  <a:pt x="2371725" y="1047750"/>
                </a:lnTo>
                <a:lnTo>
                  <a:pt x="2390775" y="1047750"/>
                </a:lnTo>
                <a:lnTo>
                  <a:pt x="2390775" y="1057275"/>
                </a:lnTo>
                <a:lnTo>
                  <a:pt x="2362200" y="1057275"/>
                </a:lnTo>
                <a:close/>
                <a:moveTo>
                  <a:pt x="2085975" y="1047750"/>
                </a:moveTo>
                <a:lnTo>
                  <a:pt x="2105025" y="1047750"/>
                </a:lnTo>
                <a:lnTo>
                  <a:pt x="2105025" y="1066800"/>
                </a:lnTo>
                <a:lnTo>
                  <a:pt x="2095500" y="1066800"/>
                </a:lnTo>
                <a:lnTo>
                  <a:pt x="2095500" y="1057275"/>
                </a:lnTo>
                <a:lnTo>
                  <a:pt x="2085975" y="1057275"/>
                </a:lnTo>
                <a:close/>
                <a:moveTo>
                  <a:pt x="19050" y="1057275"/>
                </a:moveTo>
                <a:lnTo>
                  <a:pt x="28575" y="1057275"/>
                </a:lnTo>
                <a:lnTo>
                  <a:pt x="28575" y="1076325"/>
                </a:lnTo>
                <a:lnTo>
                  <a:pt x="19050" y="1076325"/>
                </a:lnTo>
                <a:close/>
                <a:moveTo>
                  <a:pt x="1095375" y="1057275"/>
                </a:moveTo>
                <a:lnTo>
                  <a:pt x="1104900" y="1057275"/>
                </a:lnTo>
                <a:lnTo>
                  <a:pt x="1104900" y="1085850"/>
                </a:lnTo>
                <a:lnTo>
                  <a:pt x="1095375" y="1085850"/>
                </a:lnTo>
                <a:close/>
                <a:moveTo>
                  <a:pt x="2066925" y="1057275"/>
                </a:moveTo>
                <a:lnTo>
                  <a:pt x="2076450" y="1057275"/>
                </a:lnTo>
                <a:lnTo>
                  <a:pt x="2076450" y="1076325"/>
                </a:lnTo>
                <a:lnTo>
                  <a:pt x="2066925" y="1076325"/>
                </a:lnTo>
                <a:close/>
                <a:moveTo>
                  <a:pt x="1162050" y="1066800"/>
                </a:moveTo>
                <a:lnTo>
                  <a:pt x="1171575" y="1066800"/>
                </a:lnTo>
                <a:lnTo>
                  <a:pt x="1171575" y="1076325"/>
                </a:lnTo>
                <a:lnTo>
                  <a:pt x="1162050" y="1076325"/>
                </a:lnTo>
                <a:close/>
                <a:moveTo>
                  <a:pt x="2162175" y="1066800"/>
                </a:moveTo>
                <a:lnTo>
                  <a:pt x="2181225" y="1066800"/>
                </a:lnTo>
                <a:lnTo>
                  <a:pt x="2181225" y="1076325"/>
                </a:lnTo>
                <a:lnTo>
                  <a:pt x="2162175" y="1076325"/>
                </a:lnTo>
                <a:close/>
                <a:moveTo>
                  <a:pt x="2047875" y="1076325"/>
                </a:moveTo>
                <a:lnTo>
                  <a:pt x="2057400" y="1076325"/>
                </a:lnTo>
                <a:lnTo>
                  <a:pt x="2057400" y="1095375"/>
                </a:lnTo>
                <a:lnTo>
                  <a:pt x="2047875" y="1095375"/>
                </a:lnTo>
                <a:close/>
                <a:moveTo>
                  <a:pt x="28575" y="1085850"/>
                </a:moveTo>
                <a:lnTo>
                  <a:pt x="38100" y="1085850"/>
                </a:lnTo>
                <a:lnTo>
                  <a:pt x="38100" y="1095375"/>
                </a:lnTo>
                <a:lnTo>
                  <a:pt x="28575" y="1095375"/>
                </a:lnTo>
                <a:close/>
                <a:moveTo>
                  <a:pt x="1543050" y="1085850"/>
                </a:moveTo>
                <a:lnTo>
                  <a:pt x="1552575" y="1085850"/>
                </a:lnTo>
                <a:lnTo>
                  <a:pt x="1552575" y="1095375"/>
                </a:lnTo>
                <a:lnTo>
                  <a:pt x="1543050" y="1095375"/>
                </a:lnTo>
                <a:close/>
                <a:moveTo>
                  <a:pt x="1790700" y="1085850"/>
                </a:moveTo>
                <a:lnTo>
                  <a:pt x="1800225" y="1085850"/>
                </a:lnTo>
                <a:lnTo>
                  <a:pt x="1800225" y="1095375"/>
                </a:lnTo>
                <a:lnTo>
                  <a:pt x="1790700" y="1095375"/>
                </a:lnTo>
                <a:close/>
                <a:moveTo>
                  <a:pt x="1981200" y="1085850"/>
                </a:moveTo>
                <a:lnTo>
                  <a:pt x="1990725" y="1085850"/>
                </a:lnTo>
                <a:lnTo>
                  <a:pt x="1990725" y="1104900"/>
                </a:lnTo>
                <a:lnTo>
                  <a:pt x="1981200" y="1104900"/>
                </a:lnTo>
                <a:close/>
                <a:moveTo>
                  <a:pt x="2171700" y="1085850"/>
                </a:moveTo>
                <a:lnTo>
                  <a:pt x="2209800" y="1085850"/>
                </a:lnTo>
                <a:lnTo>
                  <a:pt x="2209800" y="1095375"/>
                </a:lnTo>
                <a:lnTo>
                  <a:pt x="2190750" y="1095375"/>
                </a:lnTo>
                <a:lnTo>
                  <a:pt x="2190750" y="1104900"/>
                </a:lnTo>
                <a:lnTo>
                  <a:pt x="2181225" y="1104900"/>
                </a:lnTo>
                <a:lnTo>
                  <a:pt x="2181225" y="1095375"/>
                </a:lnTo>
                <a:lnTo>
                  <a:pt x="2171700" y="1095375"/>
                </a:lnTo>
                <a:close/>
                <a:moveTo>
                  <a:pt x="1533525" y="1095375"/>
                </a:moveTo>
                <a:lnTo>
                  <a:pt x="1543050" y="1095375"/>
                </a:lnTo>
                <a:lnTo>
                  <a:pt x="1543050" y="1114425"/>
                </a:lnTo>
                <a:lnTo>
                  <a:pt x="1533525" y="1114425"/>
                </a:lnTo>
                <a:close/>
                <a:moveTo>
                  <a:pt x="1552575" y="1095375"/>
                </a:moveTo>
                <a:lnTo>
                  <a:pt x="1562100" y="1095375"/>
                </a:lnTo>
                <a:lnTo>
                  <a:pt x="1562100" y="1104900"/>
                </a:lnTo>
                <a:lnTo>
                  <a:pt x="1552575" y="1104900"/>
                </a:lnTo>
                <a:close/>
                <a:moveTo>
                  <a:pt x="1733550" y="1095375"/>
                </a:moveTo>
                <a:lnTo>
                  <a:pt x="1743075" y="1095375"/>
                </a:lnTo>
                <a:lnTo>
                  <a:pt x="1743075" y="1104900"/>
                </a:lnTo>
                <a:lnTo>
                  <a:pt x="1733550" y="1104900"/>
                </a:lnTo>
                <a:close/>
                <a:moveTo>
                  <a:pt x="914400" y="1104900"/>
                </a:moveTo>
                <a:lnTo>
                  <a:pt x="923925" y="1104900"/>
                </a:lnTo>
                <a:lnTo>
                  <a:pt x="923925" y="1114425"/>
                </a:lnTo>
                <a:lnTo>
                  <a:pt x="914400" y="1114425"/>
                </a:lnTo>
                <a:close/>
                <a:moveTo>
                  <a:pt x="1123950" y="1104900"/>
                </a:moveTo>
                <a:lnTo>
                  <a:pt x="1143000" y="1104900"/>
                </a:lnTo>
                <a:lnTo>
                  <a:pt x="1143000" y="1114425"/>
                </a:lnTo>
                <a:lnTo>
                  <a:pt x="1123950" y="1114425"/>
                </a:lnTo>
                <a:close/>
                <a:moveTo>
                  <a:pt x="1724025" y="1104900"/>
                </a:moveTo>
                <a:lnTo>
                  <a:pt x="1733550" y="1104900"/>
                </a:lnTo>
                <a:lnTo>
                  <a:pt x="1733550" y="1114425"/>
                </a:lnTo>
                <a:lnTo>
                  <a:pt x="1724025" y="1114425"/>
                </a:lnTo>
                <a:close/>
                <a:moveTo>
                  <a:pt x="1038225" y="1114425"/>
                </a:moveTo>
                <a:lnTo>
                  <a:pt x="1047750" y="1114425"/>
                </a:lnTo>
                <a:lnTo>
                  <a:pt x="1047750" y="1123950"/>
                </a:lnTo>
                <a:lnTo>
                  <a:pt x="1038225" y="1123950"/>
                </a:lnTo>
                <a:close/>
                <a:moveTo>
                  <a:pt x="1143000" y="1114425"/>
                </a:moveTo>
                <a:lnTo>
                  <a:pt x="1152525" y="1114425"/>
                </a:lnTo>
                <a:lnTo>
                  <a:pt x="1152525" y="1123950"/>
                </a:lnTo>
                <a:lnTo>
                  <a:pt x="1143000" y="1123950"/>
                </a:lnTo>
                <a:close/>
                <a:moveTo>
                  <a:pt x="1562100" y="1114425"/>
                </a:moveTo>
                <a:lnTo>
                  <a:pt x="1571625" y="1114425"/>
                </a:lnTo>
                <a:lnTo>
                  <a:pt x="1571625" y="1123950"/>
                </a:lnTo>
                <a:lnTo>
                  <a:pt x="1562100" y="1123950"/>
                </a:lnTo>
                <a:close/>
                <a:moveTo>
                  <a:pt x="1971675" y="1114425"/>
                </a:moveTo>
                <a:lnTo>
                  <a:pt x="1981200" y="1114425"/>
                </a:lnTo>
                <a:lnTo>
                  <a:pt x="1981200" y="1123950"/>
                </a:lnTo>
                <a:lnTo>
                  <a:pt x="1971675" y="1123950"/>
                </a:lnTo>
                <a:close/>
                <a:moveTo>
                  <a:pt x="2076450" y="1114425"/>
                </a:moveTo>
                <a:lnTo>
                  <a:pt x="2085975" y="1114425"/>
                </a:lnTo>
                <a:lnTo>
                  <a:pt x="2085975" y="1123950"/>
                </a:lnTo>
                <a:lnTo>
                  <a:pt x="2076450" y="1123950"/>
                </a:lnTo>
                <a:close/>
                <a:moveTo>
                  <a:pt x="85725" y="1123950"/>
                </a:moveTo>
                <a:lnTo>
                  <a:pt x="95250" y="1123950"/>
                </a:lnTo>
                <a:lnTo>
                  <a:pt x="95250" y="1133475"/>
                </a:lnTo>
                <a:lnTo>
                  <a:pt x="85725" y="1133475"/>
                </a:lnTo>
                <a:close/>
                <a:moveTo>
                  <a:pt x="104775" y="1123950"/>
                </a:moveTo>
                <a:lnTo>
                  <a:pt x="114300" y="1123950"/>
                </a:lnTo>
                <a:lnTo>
                  <a:pt x="114300" y="1133475"/>
                </a:lnTo>
                <a:lnTo>
                  <a:pt x="104775" y="1133475"/>
                </a:lnTo>
                <a:close/>
                <a:moveTo>
                  <a:pt x="1028700" y="1123950"/>
                </a:moveTo>
                <a:lnTo>
                  <a:pt x="1038225" y="1123950"/>
                </a:lnTo>
                <a:lnTo>
                  <a:pt x="1038225" y="1133475"/>
                </a:lnTo>
                <a:lnTo>
                  <a:pt x="1028700" y="1133475"/>
                </a:lnTo>
                <a:close/>
                <a:moveTo>
                  <a:pt x="1714500" y="1123950"/>
                </a:moveTo>
                <a:lnTo>
                  <a:pt x="1724025" y="1123950"/>
                </a:lnTo>
                <a:lnTo>
                  <a:pt x="1724025" y="1133475"/>
                </a:lnTo>
                <a:lnTo>
                  <a:pt x="1714500" y="1133475"/>
                </a:lnTo>
                <a:close/>
                <a:moveTo>
                  <a:pt x="1962150" y="1123950"/>
                </a:moveTo>
                <a:lnTo>
                  <a:pt x="1971675" y="1123950"/>
                </a:lnTo>
                <a:lnTo>
                  <a:pt x="1971675" y="1133475"/>
                </a:lnTo>
                <a:lnTo>
                  <a:pt x="1962150" y="1133475"/>
                </a:lnTo>
                <a:close/>
                <a:moveTo>
                  <a:pt x="752475" y="1143000"/>
                </a:moveTo>
                <a:lnTo>
                  <a:pt x="762000" y="1143000"/>
                </a:lnTo>
                <a:lnTo>
                  <a:pt x="762000" y="1152525"/>
                </a:lnTo>
                <a:lnTo>
                  <a:pt x="752475" y="1152525"/>
                </a:lnTo>
                <a:close/>
                <a:moveTo>
                  <a:pt x="1685925" y="1143000"/>
                </a:moveTo>
                <a:lnTo>
                  <a:pt x="1695450" y="1143000"/>
                </a:lnTo>
                <a:lnTo>
                  <a:pt x="1695450" y="1152525"/>
                </a:lnTo>
                <a:lnTo>
                  <a:pt x="1685925" y="1152525"/>
                </a:lnTo>
                <a:close/>
                <a:moveTo>
                  <a:pt x="247650" y="1152525"/>
                </a:moveTo>
                <a:lnTo>
                  <a:pt x="257175" y="1152525"/>
                </a:lnTo>
                <a:lnTo>
                  <a:pt x="257175" y="1162050"/>
                </a:lnTo>
                <a:lnTo>
                  <a:pt x="247650" y="1162050"/>
                </a:lnTo>
                <a:close/>
                <a:moveTo>
                  <a:pt x="295275" y="1152525"/>
                </a:moveTo>
                <a:lnTo>
                  <a:pt x="304800" y="1152525"/>
                </a:lnTo>
                <a:lnTo>
                  <a:pt x="304800" y="1162050"/>
                </a:lnTo>
                <a:lnTo>
                  <a:pt x="295275" y="1162050"/>
                </a:lnTo>
                <a:close/>
                <a:moveTo>
                  <a:pt x="695325" y="1152525"/>
                </a:moveTo>
                <a:lnTo>
                  <a:pt x="704850" y="1152525"/>
                </a:lnTo>
                <a:lnTo>
                  <a:pt x="704850" y="1162050"/>
                </a:lnTo>
                <a:lnTo>
                  <a:pt x="695325" y="1162050"/>
                </a:lnTo>
                <a:close/>
                <a:moveTo>
                  <a:pt x="933450" y="1152525"/>
                </a:moveTo>
                <a:lnTo>
                  <a:pt x="942975" y="1152525"/>
                </a:lnTo>
                <a:lnTo>
                  <a:pt x="942975" y="1162050"/>
                </a:lnTo>
                <a:lnTo>
                  <a:pt x="933450" y="1162050"/>
                </a:lnTo>
                <a:close/>
                <a:moveTo>
                  <a:pt x="704850" y="1162050"/>
                </a:moveTo>
                <a:lnTo>
                  <a:pt x="714375" y="1162050"/>
                </a:lnTo>
                <a:lnTo>
                  <a:pt x="714375" y="1171575"/>
                </a:lnTo>
                <a:lnTo>
                  <a:pt x="704850" y="1171575"/>
                </a:lnTo>
                <a:close/>
                <a:moveTo>
                  <a:pt x="1343025" y="1162050"/>
                </a:moveTo>
                <a:lnTo>
                  <a:pt x="1352550" y="1162050"/>
                </a:lnTo>
                <a:lnTo>
                  <a:pt x="1352550" y="1171575"/>
                </a:lnTo>
                <a:lnTo>
                  <a:pt x="1343025" y="1171575"/>
                </a:lnTo>
                <a:close/>
                <a:moveTo>
                  <a:pt x="723900" y="1171575"/>
                </a:moveTo>
                <a:lnTo>
                  <a:pt x="733425" y="1171575"/>
                </a:lnTo>
                <a:lnTo>
                  <a:pt x="733425" y="1181100"/>
                </a:lnTo>
                <a:lnTo>
                  <a:pt x="723900" y="1181100"/>
                </a:lnTo>
                <a:close/>
                <a:moveTo>
                  <a:pt x="781050" y="1171575"/>
                </a:moveTo>
                <a:lnTo>
                  <a:pt x="800100" y="1171575"/>
                </a:lnTo>
                <a:lnTo>
                  <a:pt x="800100" y="1181100"/>
                </a:lnTo>
                <a:lnTo>
                  <a:pt x="781050" y="1181100"/>
                </a:lnTo>
                <a:close/>
                <a:moveTo>
                  <a:pt x="1514475" y="1171575"/>
                </a:moveTo>
                <a:lnTo>
                  <a:pt x="1524000" y="1171575"/>
                </a:lnTo>
                <a:lnTo>
                  <a:pt x="1524000" y="1181100"/>
                </a:lnTo>
                <a:lnTo>
                  <a:pt x="1514475" y="1181100"/>
                </a:lnTo>
                <a:close/>
                <a:moveTo>
                  <a:pt x="1571625" y="1171575"/>
                </a:moveTo>
                <a:lnTo>
                  <a:pt x="1581150" y="1171575"/>
                </a:lnTo>
                <a:lnTo>
                  <a:pt x="1581150" y="1181100"/>
                </a:lnTo>
                <a:lnTo>
                  <a:pt x="1571625" y="1181100"/>
                </a:lnTo>
                <a:close/>
                <a:moveTo>
                  <a:pt x="247650" y="1181100"/>
                </a:moveTo>
                <a:lnTo>
                  <a:pt x="257175" y="1181100"/>
                </a:lnTo>
                <a:lnTo>
                  <a:pt x="257175" y="1190625"/>
                </a:lnTo>
                <a:lnTo>
                  <a:pt x="247650" y="1190625"/>
                </a:lnTo>
                <a:close/>
                <a:moveTo>
                  <a:pt x="419100" y="1181100"/>
                </a:moveTo>
                <a:lnTo>
                  <a:pt x="428625" y="1181100"/>
                </a:lnTo>
                <a:lnTo>
                  <a:pt x="428625" y="1190625"/>
                </a:lnTo>
                <a:lnTo>
                  <a:pt x="419100" y="1190625"/>
                </a:lnTo>
                <a:close/>
                <a:moveTo>
                  <a:pt x="495300" y="1181100"/>
                </a:moveTo>
                <a:lnTo>
                  <a:pt x="504825" y="1181100"/>
                </a:lnTo>
                <a:lnTo>
                  <a:pt x="504825" y="1190625"/>
                </a:lnTo>
                <a:lnTo>
                  <a:pt x="495300" y="1190625"/>
                </a:lnTo>
                <a:close/>
                <a:moveTo>
                  <a:pt x="733425" y="1181100"/>
                </a:moveTo>
                <a:lnTo>
                  <a:pt x="742950" y="1181100"/>
                </a:lnTo>
                <a:lnTo>
                  <a:pt x="742950" y="1190625"/>
                </a:lnTo>
                <a:lnTo>
                  <a:pt x="733425" y="1190625"/>
                </a:lnTo>
                <a:close/>
                <a:moveTo>
                  <a:pt x="1114425" y="1181100"/>
                </a:moveTo>
                <a:lnTo>
                  <a:pt x="1143000" y="1181100"/>
                </a:lnTo>
                <a:lnTo>
                  <a:pt x="1143000" y="1190625"/>
                </a:lnTo>
                <a:lnTo>
                  <a:pt x="1114425" y="1190625"/>
                </a:lnTo>
                <a:close/>
                <a:moveTo>
                  <a:pt x="1847850" y="1181100"/>
                </a:moveTo>
                <a:lnTo>
                  <a:pt x="1857375" y="1181100"/>
                </a:lnTo>
                <a:lnTo>
                  <a:pt x="1857375" y="1190625"/>
                </a:lnTo>
                <a:lnTo>
                  <a:pt x="1847850" y="1190625"/>
                </a:lnTo>
                <a:close/>
                <a:moveTo>
                  <a:pt x="238125" y="1190625"/>
                </a:moveTo>
                <a:lnTo>
                  <a:pt x="247650" y="1190625"/>
                </a:lnTo>
                <a:lnTo>
                  <a:pt x="247650" y="1200150"/>
                </a:lnTo>
                <a:lnTo>
                  <a:pt x="238125" y="1200150"/>
                </a:lnTo>
                <a:close/>
                <a:moveTo>
                  <a:pt x="361950" y="1190625"/>
                </a:moveTo>
                <a:lnTo>
                  <a:pt x="371475" y="1190625"/>
                </a:lnTo>
                <a:lnTo>
                  <a:pt x="371475" y="1200150"/>
                </a:lnTo>
                <a:lnTo>
                  <a:pt x="361950" y="1200150"/>
                </a:lnTo>
                <a:close/>
                <a:moveTo>
                  <a:pt x="581025" y="1190625"/>
                </a:moveTo>
                <a:lnTo>
                  <a:pt x="609600" y="1190625"/>
                </a:lnTo>
                <a:lnTo>
                  <a:pt x="609600" y="1200150"/>
                </a:lnTo>
                <a:lnTo>
                  <a:pt x="619125" y="1200150"/>
                </a:lnTo>
                <a:lnTo>
                  <a:pt x="619125" y="1209675"/>
                </a:lnTo>
                <a:lnTo>
                  <a:pt x="628650" y="1209675"/>
                </a:lnTo>
                <a:lnTo>
                  <a:pt x="628650" y="1219200"/>
                </a:lnTo>
                <a:lnTo>
                  <a:pt x="619125" y="1219200"/>
                </a:lnTo>
                <a:lnTo>
                  <a:pt x="619125" y="1247775"/>
                </a:lnTo>
                <a:lnTo>
                  <a:pt x="609600" y="1247775"/>
                </a:lnTo>
                <a:lnTo>
                  <a:pt x="609600" y="1238250"/>
                </a:lnTo>
                <a:lnTo>
                  <a:pt x="600075" y="1238250"/>
                </a:lnTo>
                <a:lnTo>
                  <a:pt x="600075" y="1228725"/>
                </a:lnTo>
                <a:lnTo>
                  <a:pt x="590550" y="1228725"/>
                </a:lnTo>
                <a:lnTo>
                  <a:pt x="590550" y="1200150"/>
                </a:lnTo>
                <a:lnTo>
                  <a:pt x="581025" y="1200150"/>
                </a:lnTo>
                <a:close/>
                <a:moveTo>
                  <a:pt x="1504950" y="1190625"/>
                </a:moveTo>
                <a:lnTo>
                  <a:pt x="1524000" y="1190625"/>
                </a:lnTo>
                <a:lnTo>
                  <a:pt x="1524000" y="1200150"/>
                </a:lnTo>
                <a:lnTo>
                  <a:pt x="1504950" y="1200150"/>
                </a:lnTo>
                <a:close/>
                <a:moveTo>
                  <a:pt x="2019300" y="1190625"/>
                </a:moveTo>
                <a:lnTo>
                  <a:pt x="2028825" y="1190625"/>
                </a:lnTo>
                <a:lnTo>
                  <a:pt x="2028825" y="1200150"/>
                </a:lnTo>
                <a:lnTo>
                  <a:pt x="2019300" y="1200150"/>
                </a:lnTo>
                <a:close/>
                <a:moveTo>
                  <a:pt x="714375" y="1200150"/>
                </a:moveTo>
                <a:lnTo>
                  <a:pt x="723900" y="1200150"/>
                </a:lnTo>
                <a:lnTo>
                  <a:pt x="723900" y="1209675"/>
                </a:lnTo>
                <a:lnTo>
                  <a:pt x="714375" y="1209675"/>
                </a:lnTo>
                <a:close/>
                <a:moveTo>
                  <a:pt x="742950" y="1200150"/>
                </a:moveTo>
                <a:lnTo>
                  <a:pt x="752475" y="1200150"/>
                </a:lnTo>
                <a:lnTo>
                  <a:pt x="752475" y="1209675"/>
                </a:lnTo>
                <a:lnTo>
                  <a:pt x="742950" y="1209675"/>
                </a:lnTo>
                <a:close/>
                <a:moveTo>
                  <a:pt x="1095375" y="1200150"/>
                </a:moveTo>
                <a:lnTo>
                  <a:pt x="1104900" y="1200150"/>
                </a:lnTo>
                <a:lnTo>
                  <a:pt x="1104900" y="1209675"/>
                </a:lnTo>
                <a:lnTo>
                  <a:pt x="1095375" y="1209675"/>
                </a:lnTo>
                <a:close/>
                <a:moveTo>
                  <a:pt x="1152525" y="1200150"/>
                </a:moveTo>
                <a:lnTo>
                  <a:pt x="1162050" y="1200150"/>
                </a:lnTo>
                <a:lnTo>
                  <a:pt x="1162050" y="1209675"/>
                </a:lnTo>
                <a:lnTo>
                  <a:pt x="1152525" y="1209675"/>
                </a:lnTo>
                <a:close/>
                <a:moveTo>
                  <a:pt x="2409825" y="1200150"/>
                </a:moveTo>
                <a:lnTo>
                  <a:pt x="2419350" y="1200150"/>
                </a:lnTo>
                <a:lnTo>
                  <a:pt x="2419350" y="1209675"/>
                </a:lnTo>
                <a:lnTo>
                  <a:pt x="2409825" y="1209675"/>
                </a:lnTo>
                <a:close/>
                <a:moveTo>
                  <a:pt x="1057275" y="1209675"/>
                </a:moveTo>
                <a:lnTo>
                  <a:pt x="1066800" y="1209675"/>
                </a:lnTo>
                <a:lnTo>
                  <a:pt x="1066800" y="1219200"/>
                </a:lnTo>
                <a:lnTo>
                  <a:pt x="1057275" y="1219200"/>
                </a:lnTo>
                <a:close/>
                <a:moveTo>
                  <a:pt x="2076450" y="1209675"/>
                </a:moveTo>
                <a:lnTo>
                  <a:pt x="2085975" y="1209675"/>
                </a:lnTo>
                <a:lnTo>
                  <a:pt x="2085975" y="1219200"/>
                </a:lnTo>
                <a:lnTo>
                  <a:pt x="2076450" y="1219200"/>
                </a:lnTo>
                <a:close/>
                <a:moveTo>
                  <a:pt x="66675" y="1219200"/>
                </a:moveTo>
                <a:lnTo>
                  <a:pt x="95250" y="1219200"/>
                </a:lnTo>
                <a:lnTo>
                  <a:pt x="95250" y="1228725"/>
                </a:lnTo>
                <a:lnTo>
                  <a:pt x="104775" y="1228725"/>
                </a:lnTo>
                <a:lnTo>
                  <a:pt x="104775" y="1238250"/>
                </a:lnTo>
                <a:lnTo>
                  <a:pt x="85725" y="1238250"/>
                </a:lnTo>
                <a:lnTo>
                  <a:pt x="85725" y="1228725"/>
                </a:lnTo>
                <a:lnTo>
                  <a:pt x="66675" y="1228725"/>
                </a:lnTo>
                <a:close/>
                <a:moveTo>
                  <a:pt x="476250" y="1219200"/>
                </a:moveTo>
                <a:lnTo>
                  <a:pt x="485775" y="1219200"/>
                </a:lnTo>
                <a:lnTo>
                  <a:pt x="485775" y="1228725"/>
                </a:lnTo>
                <a:lnTo>
                  <a:pt x="476250" y="1228725"/>
                </a:lnTo>
                <a:close/>
                <a:moveTo>
                  <a:pt x="628650" y="1219200"/>
                </a:moveTo>
                <a:lnTo>
                  <a:pt x="638175" y="1219200"/>
                </a:lnTo>
                <a:lnTo>
                  <a:pt x="638175" y="1238250"/>
                </a:lnTo>
                <a:lnTo>
                  <a:pt x="628650" y="1238250"/>
                </a:lnTo>
                <a:close/>
                <a:moveTo>
                  <a:pt x="1333500" y="1219200"/>
                </a:moveTo>
                <a:lnTo>
                  <a:pt x="1343025" y="1219200"/>
                </a:lnTo>
                <a:lnTo>
                  <a:pt x="1343025" y="1228725"/>
                </a:lnTo>
                <a:lnTo>
                  <a:pt x="1333500" y="1228725"/>
                </a:lnTo>
                <a:close/>
                <a:moveTo>
                  <a:pt x="2085975" y="1219200"/>
                </a:moveTo>
                <a:lnTo>
                  <a:pt x="2095500" y="1219200"/>
                </a:lnTo>
                <a:lnTo>
                  <a:pt x="2095500" y="1228725"/>
                </a:lnTo>
                <a:lnTo>
                  <a:pt x="2085975" y="1228725"/>
                </a:lnTo>
                <a:close/>
                <a:moveTo>
                  <a:pt x="2409825" y="1219200"/>
                </a:moveTo>
                <a:lnTo>
                  <a:pt x="2419350" y="1219200"/>
                </a:lnTo>
                <a:lnTo>
                  <a:pt x="2419350" y="1228725"/>
                </a:lnTo>
                <a:lnTo>
                  <a:pt x="2409825" y="1228725"/>
                </a:lnTo>
                <a:close/>
                <a:moveTo>
                  <a:pt x="304800" y="1228725"/>
                </a:moveTo>
                <a:lnTo>
                  <a:pt x="314325" y="1228725"/>
                </a:lnTo>
                <a:lnTo>
                  <a:pt x="314325" y="1247775"/>
                </a:lnTo>
                <a:lnTo>
                  <a:pt x="304800" y="1247775"/>
                </a:lnTo>
                <a:close/>
                <a:moveTo>
                  <a:pt x="1019175" y="1228725"/>
                </a:moveTo>
                <a:lnTo>
                  <a:pt x="1028700" y="1228725"/>
                </a:lnTo>
                <a:lnTo>
                  <a:pt x="1028700" y="1238250"/>
                </a:lnTo>
                <a:lnTo>
                  <a:pt x="1019175" y="1238250"/>
                </a:lnTo>
                <a:close/>
                <a:moveTo>
                  <a:pt x="1257300" y="1228725"/>
                </a:moveTo>
                <a:lnTo>
                  <a:pt x="1266825" y="1228725"/>
                </a:lnTo>
                <a:lnTo>
                  <a:pt x="1266825" y="1238250"/>
                </a:lnTo>
                <a:lnTo>
                  <a:pt x="1257300" y="1238250"/>
                </a:lnTo>
                <a:close/>
                <a:moveTo>
                  <a:pt x="1323975" y="1228725"/>
                </a:moveTo>
                <a:lnTo>
                  <a:pt x="1333500" y="1228725"/>
                </a:lnTo>
                <a:lnTo>
                  <a:pt x="1333500" y="1238250"/>
                </a:lnTo>
                <a:lnTo>
                  <a:pt x="1323975" y="1238250"/>
                </a:lnTo>
                <a:close/>
                <a:moveTo>
                  <a:pt x="2066925" y="1228725"/>
                </a:moveTo>
                <a:lnTo>
                  <a:pt x="2085975" y="1228725"/>
                </a:lnTo>
                <a:lnTo>
                  <a:pt x="2085975" y="1238250"/>
                </a:lnTo>
                <a:lnTo>
                  <a:pt x="2066925" y="1238250"/>
                </a:lnTo>
                <a:close/>
                <a:moveTo>
                  <a:pt x="200025" y="1238250"/>
                </a:moveTo>
                <a:lnTo>
                  <a:pt x="209550" y="1238250"/>
                </a:lnTo>
                <a:lnTo>
                  <a:pt x="209550" y="1276350"/>
                </a:lnTo>
                <a:lnTo>
                  <a:pt x="200025" y="1276350"/>
                </a:lnTo>
                <a:close/>
                <a:moveTo>
                  <a:pt x="638175" y="1238250"/>
                </a:moveTo>
                <a:lnTo>
                  <a:pt x="647700" y="1238250"/>
                </a:lnTo>
                <a:lnTo>
                  <a:pt x="647700" y="1247775"/>
                </a:lnTo>
                <a:lnTo>
                  <a:pt x="638175" y="1247775"/>
                </a:lnTo>
                <a:close/>
                <a:moveTo>
                  <a:pt x="657225" y="1238250"/>
                </a:moveTo>
                <a:lnTo>
                  <a:pt x="676275" y="1238250"/>
                </a:lnTo>
                <a:lnTo>
                  <a:pt x="676275" y="1247775"/>
                </a:lnTo>
                <a:lnTo>
                  <a:pt x="657225" y="1247775"/>
                </a:lnTo>
                <a:close/>
                <a:moveTo>
                  <a:pt x="1895475" y="1238250"/>
                </a:moveTo>
                <a:lnTo>
                  <a:pt x="1905000" y="1238250"/>
                </a:lnTo>
                <a:lnTo>
                  <a:pt x="1905000" y="1247775"/>
                </a:lnTo>
                <a:lnTo>
                  <a:pt x="1914525" y="1247775"/>
                </a:lnTo>
                <a:lnTo>
                  <a:pt x="1914525" y="1238250"/>
                </a:lnTo>
                <a:lnTo>
                  <a:pt x="1924050" y="1238250"/>
                </a:lnTo>
                <a:lnTo>
                  <a:pt x="1924050" y="1247775"/>
                </a:lnTo>
                <a:lnTo>
                  <a:pt x="1914525" y="1247775"/>
                </a:lnTo>
                <a:lnTo>
                  <a:pt x="1914525" y="1257300"/>
                </a:lnTo>
                <a:lnTo>
                  <a:pt x="1924050" y="1257300"/>
                </a:lnTo>
                <a:lnTo>
                  <a:pt x="1924050" y="1276350"/>
                </a:lnTo>
                <a:lnTo>
                  <a:pt x="1895475" y="1276350"/>
                </a:lnTo>
                <a:close/>
                <a:moveTo>
                  <a:pt x="1095375" y="1247775"/>
                </a:moveTo>
                <a:lnTo>
                  <a:pt x="1104900" y="1247775"/>
                </a:lnTo>
                <a:lnTo>
                  <a:pt x="1104900" y="1266825"/>
                </a:lnTo>
                <a:lnTo>
                  <a:pt x="1095375" y="1266825"/>
                </a:lnTo>
                <a:close/>
                <a:moveTo>
                  <a:pt x="1038225" y="1257300"/>
                </a:moveTo>
                <a:lnTo>
                  <a:pt x="1047750" y="1257300"/>
                </a:lnTo>
                <a:lnTo>
                  <a:pt x="1047750" y="1266825"/>
                </a:lnTo>
                <a:lnTo>
                  <a:pt x="1038225" y="1266825"/>
                </a:lnTo>
                <a:close/>
                <a:moveTo>
                  <a:pt x="0" y="1266825"/>
                </a:moveTo>
                <a:lnTo>
                  <a:pt x="47625" y="1266825"/>
                </a:lnTo>
                <a:lnTo>
                  <a:pt x="47625" y="1276350"/>
                </a:lnTo>
                <a:lnTo>
                  <a:pt x="38100" y="1276350"/>
                </a:lnTo>
                <a:lnTo>
                  <a:pt x="38100" y="1285875"/>
                </a:lnTo>
                <a:lnTo>
                  <a:pt x="0" y="1285875"/>
                </a:lnTo>
                <a:close/>
                <a:moveTo>
                  <a:pt x="381000" y="1266825"/>
                </a:moveTo>
                <a:lnTo>
                  <a:pt x="390525" y="1266825"/>
                </a:lnTo>
                <a:lnTo>
                  <a:pt x="390525" y="1276350"/>
                </a:lnTo>
                <a:lnTo>
                  <a:pt x="381000" y="1276350"/>
                </a:lnTo>
                <a:close/>
                <a:moveTo>
                  <a:pt x="704850" y="1266825"/>
                </a:moveTo>
                <a:lnTo>
                  <a:pt x="714375" y="1266825"/>
                </a:lnTo>
                <a:lnTo>
                  <a:pt x="714375" y="1276350"/>
                </a:lnTo>
                <a:lnTo>
                  <a:pt x="704850" y="1276350"/>
                </a:lnTo>
                <a:close/>
                <a:moveTo>
                  <a:pt x="2019300" y="1266825"/>
                </a:moveTo>
                <a:lnTo>
                  <a:pt x="2066925" y="1266825"/>
                </a:lnTo>
                <a:lnTo>
                  <a:pt x="2066925" y="1276350"/>
                </a:lnTo>
                <a:lnTo>
                  <a:pt x="2047875" y="1276350"/>
                </a:lnTo>
                <a:lnTo>
                  <a:pt x="2047875" y="1285875"/>
                </a:lnTo>
                <a:lnTo>
                  <a:pt x="2038350" y="1285875"/>
                </a:lnTo>
                <a:lnTo>
                  <a:pt x="2038350" y="1276350"/>
                </a:lnTo>
                <a:lnTo>
                  <a:pt x="2019300" y="1276350"/>
                </a:lnTo>
                <a:close/>
                <a:moveTo>
                  <a:pt x="2085975" y="1266825"/>
                </a:moveTo>
                <a:lnTo>
                  <a:pt x="2095500" y="1266825"/>
                </a:lnTo>
                <a:lnTo>
                  <a:pt x="2095500" y="1285875"/>
                </a:lnTo>
                <a:lnTo>
                  <a:pt x="2085975" y="1285875"/>
                </a:lnTo>
                <a:close/>
                <a:moveTo>
                  <a:pt x="2143125" y="1266825"/>
                </a:moveTo>
                <a:lnTo>
                  <a:pt x="2171700" y="1266825"/>
                </a:lnTo>
                <a:lnTo>
                  <a:pt x="2171700" y="1276350"/>
                </a:lnTo>
                <a:lnTo>
                  <a:pt x="2143125" y="1276350"/>
                </a:lnTo>
                <a:close/>
                <a:moveTo>
                  <a:pt x="2200275" y="1266825"/>
                </a:moveTo>
                <a:lnTo>
                  <a:pt x="2238375" y="1266825"/>
                </a:lnTo>
                <a:lnTo>
                  <a:pt x="2238375" y="1276350"/>
                </a:lnTo>
                <a:lnTo>
                  <a:pt x="2228850" y="1276350"/>
                </a:lnTo>
                <a:lnTo>
                  <a:pt x="2228850" y="1285875"/>
                </a:lnTo>
                <a:lnTo>
                  <a:pt x="2209800" y="1285875"/>
                </a:lnTo>
                <a:lnTo>
                  <a:pt x="2209800" y="1295400"/>
                </a:lnTo>
                <a:lnTo>
                  <a:pt x="2200275" y="1295400"/>
                </a:lnTo>
                <a:close/>
                <a:moveTo>
                  <a:pt x="2295525" y="1266825"/>
                </a:moveTo>
                <a:lnTo>
                  <a:pt x="2305050" y="1266825"/>
                </a:lnTo>
                <a:lnTo>
                  <a:pt x="2305050" y="1276350"/>
                </a:lnTo>
                <a:lnTo>
                  <a:pt x="2295525" y="1276350"/>
                </a:lnTo>
                <a:close/>
                <a:moveTo>
                  <a:pt x="2381250" y="1266825"/>
                </a:moveTo>
                <a:lnTo>
                  <a:pt x="2409825" y="1266825"/>
                </a:lnTo>
                <a:lnTo>
                  <a:pt x="2409825" y="1285875"/>
                </a:lnTo>
                <a:lnTo>
                  <a:pt x="2419350" y="1285875"/>
                </a:lnTo>
                <a:lnTo>
                  <a:pt x="2419350" y="1276350"/>
                </a:lnTo>
                <a:lnTo>
                  <a:pt x="2438400" y="1276350"/>
                </a:lnTo>
                <a:lnTo>
                  <a:pt x="2438400" y="1285875"/>
                </a:lnTo>
                <a:lnTo>
                  <a:pt x="2419350" y="1285875"/>
                </a:lnTo>
                <a:lnTo>
                  <a:pt x="2419350" y="1295400"/>
                </a:lnTo>
                <a:lnTo>
                  <a:pt x="2400300" y="1295400"/>
                </a:lnTo>
                <a:lnTo>
                  <a:pt x="2400300" y="1285875"/>
                </a:lnTo>
                <a:lnTo>
                  <a:pt x="2390775" y="1285875"/>
                </a:lnTo>
                <a:lnTo>
                  <a:pt x="2390775" y="1276350"/>
                </a:lnTo>
                <a:lnTo>
                  <a:pt x="2381250" y="1276350"/>
                </a:lnTo>
                <a:close/>
                <a:moveTo>
                  <a:pt x="657225" y="1276350"/>
                </a:moveTo>
                <a:lnTo>
                  <a:pt x="676275" y="1276350"/>
                </a:lnTo>
                <a:lnTo>
                  <a:pt x="676275" y="1285875"/>
                </a:lnTo>
                <a:lnTo>
                  <a:pt x="657225" y="1285875"/>
                </a:lnTo>
                <a:close/>
                <a:moveTo>
                  <a:pt x="1152525" y="1276350"/>
                </a:moveTo>
                <a:lnTo>
                  <a:pt x="1171575" y="1276350"/>
                </a:lnTo>
                <a:lnTo>
                  <a:pt x="1171575" y="1295400"/>
                </a:lnTo>
                <a:lnTo>
                  <a:pt x="1162050" y="1295400"/>
                </a:lnTo>
                <a:lnTo>
                  <a:pt x="1162050" y="1285875"/>
                </a:lnTo>
                <a:lnTo>
                  <a:pt x="1152525" y="1285875"/>
                </a:lnTo>
                <a:close/>
                <a:moveTo>
                  <a:pt x="1885950" y="1276350"/>
                </a:moveTo>
                <a:lnTo>
                  <a:pt x="1895475" y="1276350"/>
                </a:lnTo>
                <a:lnTo>
                  <a:pt x="1895475" y="1285875"/>
                </a:lnTo>
                <a:lnTo>
                  <a:pt x="1885950" y="1285875"/>
                </a:lnTo>
                <a:close/>
                <a:moveTo>
                  <a:pt x="552450" y="1285875"/>
                </a:moveTo>
                <a:lnTo>
                  <a:pt x="561975" y="1285875"/>
                </a:lnTo>
                <a:lnTo>
                  <a:pt x="561975" y="1295400"/>
                </a:lnTo>
                <a:lnTo>
                  <a:pt x="552450" y="1295400"/>
                </a:lnTo>
                <a:close/>
                <a:moveTo>
                  <a:pt x="952500" y="1285875"/>
                </a:moveTo>
                <a:lnTo>
                  <a:pt x="962025" y="1285875"/>
                </a:lnTo>
                <a:lnTo>
                  <a:pt x="962025" y="1295400"/>
                </a:lnTo>
                <a:lnTo>
                  <a:pt x="952500" y="1295400"/>
                </a:lnTo>
                <a:close/>
                <a:moveTo>
                  <a:pt x="981075" y="1285875"/>
                </a:moveTo>
                <a:lnTo>
                  <a:pt x="990600" y="1285875"/>
                </a:lnTo>
                <a:lnTo>
                  <a:pt x="990600" y="1304925"/>
                </a:lnTo>
                <a:lnTo>
                  <a:pt x="981075" y="1304925"/>
                </a:lnTo>
                <a:close/>
                <a:moveTo>
                  <a:pt x="1143000" y="1285875"/>
                </a:moveTo>
                <a:lnTo>
                  <a:pt x="1152525" y="1285875"/>
                </a:lnTo>
                <a:lnTo>
                  <a:pt x="1152525" y="1295400"/>
                </a:lnTo>
                <a:lnTo>
                  <a:pt x="1143000" y="1295400"/>
                </a:lnTo>
                <a:close/>
                <a:moveTo>
                  <a:pt x="1190625" y="1285875"/>
                </a:moveTo>
                <a:lnTo>
                  <a:pt x="1200150" y="1285875"/>
                </a:lnTo>
                <a:lnTo>
                  <a:pt x="1200150" y="1295400"/>
                </a:lnTo>
                <a:lnTo>
                  <a:pt x="1190625" y="1295400"/>
                </a:lnTo>
                <a:close/>
                <a:moveTo>
                  <a:pt x="1981200" y="1285875"/>
                </a:moveTo>
                <a:lnTo>
                  <a:pt x="1990725" y="1285875"/>
                </a:lnTo>
                <a:lnTo>
                  <a:pt x="1990725" y="1295400"/>
                </a:lnTo>
                <a:lnTo>
                  <a:pt x="1981200" y="1295400"/>
                </a:lnTo>
                <a:close/>
                <a:moveTo>
                  <a:pt x="476250" y="1295400"/>
                </a:moveTo>
                <a:lnTo>
                  <a:pt x="514350" y="1295400"/>
                </a:lnTo>
                <a:lnTo>
                  <a:pt x="514350" y="1314450"/>
                </a:lnTo>
                <a:lnTo>
                  <a:pt x="504825" y="1314450"/>
                </a:lnTo>
                <a:lnTo>
                  <a:pt x="504825" y="1304925"/>
                </a:lnTo>
                <a:lnTo>
                  <a:pt x="476250" y="1304925"/>
                </a:lnTo>
                <a:close/>
                <a:moveTo>
                  <a:pt x="742950" y="1295400"/>
                </a:moveTo>
                <a:lnTo>
                  <a:pt x="762000" y="1295400"/>
                </a:lnTo>
                <a:lnTo>
                  <a:pt x="762000" y="1304925"/>
                </a:lnTo>
                <a:lnTo>
                  <a:pt x="742950" y="1304925"/>
                </a:lnTo>
                <a:close/>
                <a:moveTo>
                  <a:pt x="1638300" y="1295400"/>
                </a:moveTo>
                <a:lnTo>
                  <a:pt x="1647825" y="1295400"/>
                </a:lnTo>
                <a:lnTo>
                  <a:pt x="1647825" y="1304925"/>
                </a:lnTo>
                <a:lnTo>
                  <a:pt x="1638300" y="1304925"/>
                </a:lnTo>
                <a:close/>
                <a:moveTo>
                  <a:pt x="333375" y="1304925"/>
                </a:moveTo>
                <a:lnTo>
                  <a:pt x="342900" y="1304925"/>
                </a:lnTo>
                <a:lnTo>
                  <a:pt x="342900" y="1323975"/>
                </a:lnTo>
                <a:lnTo>
                  <a:pt x="333375" y="1323975"/>
                </a:lnTo>
                <a:close/>
                <a:moveTo>
                  <a:pt x="552450" y="1304925"/>
                </a:moveTo>
                <a:lnTo>
                  <a:pt x="561975" y="1304925"/>
                </a:lnTo>
                <a:lnTo>
                  <a:pt x="561975" y="1314450"/>
                </a:lnTo>
                <a:lnTo>
                  <a:pt x="552450" y="1314450"/>
                </a:lnTo>
                <a:close/>
                <a:moveTo>
                  <a:pt x="2171700" y="1304925"/>
                </a:moveTo>
                <a:lnTo>
                  <a:pt x="2200275" y="1304925"/>
                </a:lnTo>
                <a:lnTo>
                  <a:pt x="2200275" y="1314450"/>
                </a:lnTo>
                <a:lnTo>
                  <a:pt x="2190750" y="1314450"/>
                </a:lnTo>
                <a:lnTo>
                  <a:pt x="2190750" y="1333500"/>
                </a:lnTo>
                <a:lnTo>
                  <a:pt x="2171700" y="1333500"/>
                </a:lnTo>
                <a:lnTo>
                  <a:pt x="2171700" y="1323975"/>
                </a:lnTo>
                <a:lnTo>
                  <a:pt x="2162175" y="1323975"/>
                </a:lnTo>
                <a:lnTo>
                  <a:pt x="2162175" y="1314450"/>
                </a:lnTo>
                <a:lnTo>
                  <a:pt x="2171700" y="1314450"/>
                </a:lnTo>
                <a:close/>
                <a:moveTo>
                  <a:pt x="1257300" y="1314450"/>
                </a:moveTo>
                <a:lnTo>
                  <a:pt x="1266825" y="1314450"/>
                </a:lnTo>
                <a:lnTo>
                  <a:pt x="1266825" y="1323975"/>
                </a:lnTo>
                <a:lnTo>
                  <a:pt x="1257300" y="1323975"/>
                </a:lnTo>
                <a:close/>
                <a:moveTo>
                  <a:pt x="1524000" y="1314450"/>
                </a:moveTo>
                <a:lnTo>
                  <a:pt x="1533525" y="1314450"/>
                </a:lnTo>
                <a:lnTo>
                  <a:pt x="1533525" y="1323975"/>
                </a:lnTo>
                <a:lnTo>
                  <a:pt x="1524000" y="1323975"/>
                </a:lnTo>
                <a:close/>
                <a:moveTo>
                  <a:pt x="1295400" y="1333500"/>
                </a:moveTo>
                <a:lnTo>
                  <a:pt x="1304925" y="1333500"/>
                </a:lnTo>
                <a:lnTo>
                  <a:pt x="1304925" y="1343025"/>
                </a:lnTo>
                <a:lnTo>
                  <a:pt x="1295400" y="1343025"/>
                </a:lnTo>
                <a:close/>
                <a:moveTo>
                  <a:pt x="2238375" y="1333500"/>
                </a:moveTo>
                <a:lnTo>
                  <a:pt x="2247900" y="1333500"/>
                </a:lnTo>
                <a:lnTo>
                  <a:pt x="2247900" y="1343025"/>
                </a:lnTo>
                <a:lnTo>
                  <a:pt x="2238375" y="1343025"/>
                </a:lnTo>
                <a:close/>
                <a:moveTo>
                  <a:pt x="2305050" y="1333500"/>
                </a:moveTo>
                <a:lnTo>
                  <a:pt x="2314575" y="1333500"/>
                </a:lnTo>
                <a:lnTo>
                  <a:pt x="2314575" y="1352550"/>
                </a:lnTo>
                <a:lnTo>
                  <a:pt x="2305050" y="1352550"/>
                </a:lnTo>
                <a:close/>
                <a:moveTo>
                  <a:pt x="2371725" y="1333500"/>
                </a:moveTo>
                <a:lnTo>
                  <a:pt x="2381250" y="1333500"/>
                </a:lnTo>
                <a:lnTo>
                  <a:pt x="2381250" y="1343025"/>
                </a:lnTo>
                <a:lnTo>
                  <a:pt x="2371725" y="1343025"/>
                </a:lnTo>
                <a:close/>
                <a:moveTo>
                  <a:pt x="1152525" y="1343025"/>
                </a:moveTo>
                <a:lnTo>
                  <a:pt x="1162050" y="1343025"/>
                </a:lnTo>
                <a:lnTo>
                  <a:pt x="1162050" y="1352550"/>
                </a:lnTo>
                <a:lnTo>
                  <a:pt x="1152525" y="1352550"/>
                </a:lnTo>
                <a:close/>
                <a:moveTo>
                  <a:pt x="2247900" y="1343025"/>
                </a:moveTo>
                <a:lnTo>
                  <a:pt x="2266950" y="1343025"/>
                </a:lnTo>
                <a:lnTo>
                  <a:pt x="2266950" y="1362075"/>
                </a:lnTo>
                <a:lnTo>
                  <a:pt x="2257425" y="1362075"/>
                </a:lnTo>
                <a:lnTo>
                  <a:pt x="2257425" y="1352550"/>
                </a:lnTo>
                <a:lnTo>
                  <a:pt x="2247900" y="1352550"/>
                </a:lnTo>
                <a:close/>
                <a:moveTo>
                  <a:pt x="2276475" y="1343025"/>
                </a:moveTo>
                <a:lnTo>
                  <a:pt x="2286000" y="1343025"/>
                </a:lnTo>
                <a:lnTo>
                  <a:pt x="2286000" y="1362075"/>
                </a:lnTo>
                <a:lnTo>
                  <a:pt x="2276475" y="1362075"/>
                </a:lnTo>
                <a:close/>
                <a:moveTo>
                  <a:pt x="2333625" y="1343025"/>
                </a:moveTo>
                <a:lnTo>
                  <a:pt x="2343150" y="1343025"/>
                </a:lnTo>
                <a:lnTo>
                  <a:pt x="2343150" y="1352550"/>
                </a:lnTo>
                <a:lnTo>
                  <a:pt x="2333625" y="1352550"/>
                </a:lnTo>
                <a:close/>
                <a:moveTo>
                  <a:pt x="1285875" y="1352550"/>
                </a:moveTo>
                <a:lnTo>
                  <a:pt x="1295400" y="1352550"/>
                </a:lnTo>
                <a:lnTo>
                  <a:pt x="1295400" y="1362075"/>
                </a:lnTo>
                <a:lnTo>
                  <a:pt x="1285875" y="1362075"/>
                </a:lnTo>
                <a:close/>
                <a:moveTo>
                  <a:pt x="2009775" y="1352550"/>
                </a:moveTo>
                <a:lnTo>
                  <a:pt x="2019300" y="1352550"/>
                </a:lnTo>
                <a:lnTo>
                  <a:pt x="2019300" y="1362075"/>
                </a:lnTo>
                <a:lnTo>
                  <a:pt x="2009775" y="1362075"/>
                </a:lnTo>
                <a:close/>
                <a:moveTo>
                  <a:pt x="504825" y="1362075"/>
                </a:moveTo>
                <a:lnTo>
                  <a:pt x="514350" y="1362075"/>
                </a:lnTo>
                <a:lnTo>
                  <a:pt x="514350" y="1371600"/>
                </a:lnTo>
                <a:lnTo>
                  <a:pt x="504825" y="1371600"/>
                </a:lnTo>
                <a:close/>
                <a:moveTo>
                  <a:pt x="1009650" y="1362075"/>
                </a:moveTo>
                <a:lnTo>
                  <a:pt x="1019175" y="1362075"/>
                </a:lnTo>
                <a:lnTo>
                  <a:pt x="1019175" y="1371600"/>
                </a:lnTo>
                <a:lnTo>
                  <a:pt x="1009650" y="1371600"/>
                </a:lnTo>
                <a:close/>
                <a:moveTo>
                  <a:pt x="1028700" y="1362075"/>
                </a:moveTo>
                <a:lnTo>
                  <a:pt x="1038225" y="1362075"/>
                </a:lnTo>
                <a:lnTo>
                  <a:pt x="1038225" y="1371600"/>
                </a:lnTo>
                <a:lnTo>
                  <a:pt x="1028700" y="1371600"/>
                </a:lnTo>
                <a:close/>
                <a:moveTo>
                  <a:pt x="1133475" y="1362075"/>
                </a:moveTo>
                <a:lnTo>
                  <a:pt x="1143000" y="1362075"/>
                </a:lnTo>
                <a:lnTo>
                  <a:pt x="1143000" y="1371600"/>
                </a:lnTo>
                <a:lnTo>
                  <a:pt x="1133475" y="1371600"/>
                </a:lnTo>
                <a:close/>
                <a:moveTo>
                  <a:pt x="1457325" y="1362075"/>
                </a:moveTo>
                <a:lnTo>
                  <a:pt x="1466850" y="1362075"/>
                </a:lnTo>
                <a:lnTo>
                  <a:pt x="1466850" y="1371600"/>
                </a:lnTo>
                <a:lnTo>
                  <a:pt x="1457325" y="1371600"/>
                </a:lnTo>
                <a:close/>
                <a:moveTo>
                  <a:pt x="2190750" y="1362075"/>
                </a:moveTo>
                <a:lnTo>
                  <a:pt x="2200275" y="1362075"/>
                </a:lnTo>
                <a:lnTo>
                  <a:pt x="2200275" y="1371600"/>
                </a:lnTo>
                <a:lnTo>
                  <a:pt x="2190750" y="1371600"/>
                </a:lnTo>
                <a:close/>
                <a:moveTo>
                  <a:pt x="2209800" y="1362075"/>
                </a:moveTo>
                <a:lnTo>
                  <a:pt x="2219325" y="1362075"/>
                </a:lnTo>
                <a:lnTo>
                  <a:pt x="2219325" y="1371600"/>
                </a:lnTo>
                <a:lnTo>
                  <a:pt x="2238375" y="1371600"/>
                </a:lnTo>
                <a:lnTo>
                  <a:pt x="2238375" y="1381125"/>
                </a:lnTo>
                <a:lnTo>
                  <a:pt x="2228850" y="1381125"/>
                </a:lnTo>
                <a:lnTo>
                  <a:pt x="2228850" y="1390650"/>
                </a:lnTo>
                <a:lnTo>
                  <a:pt x="2209800" y="1390650"/>
                </a:lnTo>
                <a:lnTo>
                  <a:pt x="2209800" y="1381125"/>
                </a:lnTo>
                <a:lnTo>
                  <a:pt x="2200275" y="1381125"/>
                </a:lnTo>
                <a:lnTo>
                  <a:pt x="2200275" y="1371600"/>
                </a:lnTo>
                <a:lnTo>
                  <a:pt x="2209800" y="1371600"/>
                </a:lnTo>
                <a:close/>
                <a:moveTo>
                  <a:pt x="238125" y="1371600"/>
                </a:moveTo>
                <a:lnTo>
                  <a:pt x="247650" y="1371600"/>
                </a:lnTo>
                <a:lnTo>
                  <a:pt x="247650" y="1381125"/>
                </a:lnTo>
                <a:lnTo>
                  <a:pt x="238125" y="1381125"/>
                </a:lnTo>
                <a:close/>
                <a:moveTo>
                  <a:pt x="914400" y="1371600"/>
                </a:moveTo>
                <a:lnTo>
                  <a:pt x="923925" y="1371600"/>
                </a:lnTo>
                <a:lnTo>
                  <a:pt x="923925" y="1381125"/>
                </a:lnTo>
                <a:lnTo>
                  <a:pt x="914400" y="1381125"/>
                </a:lnTo>
                <a:close/>
                <a:moveTo>
                  <a:pt x="981075" y="1371600"/>
                </a:moveTo>
                <a:lnTo>
                  <a:pt x="990600" y="1371600"/>
                </a:lnTo>
                <a:lnTo>
                  <a:pt x="990600" y="1390650"/>
                </a:lnTo>
                <a:lnTo>
                  <a:pt x="981075" y="1390650"/>
                </a:lnTo>
                <a:close/>
                <a:moveTo>
                  <a:pt x="1019175" y="1371600"/>
                </a:moveTo>
                <a:lnTo>
                  <a:pt x="1028700" y="1371600"/>
                </a:lnTo>
                <a:lnTo>
                  <a:pt x="1028700" y="1381125"/>
                </a:lnTo>
                <a:lnTo>
                  <a:pt x="1019175" y="1381125"/>
                </a:lnTo>
                <a:close/>
                <a:moveTo>
                  <a:pt x="1123950" y="1371600"/>
                </a:moveTo>
                <a:lnTo>
                  <a:pt x="1133475" y="1371600"/>
                </a:lnTo>
                <a:lnTo>
                  <a:pt x="1133475" y="1381125"/>
                </a:lnTo>
                <a:lnTo>
                  <a:pt x="1123950" y="1381125"/>
                </a:lnTo>
                <a:close/>
                <a:moveTo>
                  <a:pt x="1114425" y="1381125"/>
                </a:moveTo>
                <a:lnTo>
                  <a:pt x="1123950" y="1381125"/>
                </a:lnTo>
                <a:lnTo>
                  <a:pt x="1123950" y="1390650"/>
                </a:lnTo>
                <a:lnTo>
                  <a:pt x="1114425" y="1390650"/>
                </a:lnTo>
                <a:close/>
                <a:moveTo>
                  <a:pt x="1381125" y="1381125"/>
                </a:moveTo>
                <a:lnTo>
                  <a:pt x="1390650" y="1381125"/>
                </a:lnTo>
                <a:lnTo>
                  <a:pt x="1390650" y="1390650"/>
                </a:lnTo>
                <a:lnTo>
                  <a:pt x="1381125" y="1390650"/>
                </a:lnTo>
                <a:close/>
                <a:moveTo>
                  <a:pt x="438150" y="1390650"/>
                </a:moveTo>
                <a:lnTo>
                  <a:pt x="447675" y="1390650"/>
                </a:lnTo>
                <a:lnTo>
                  <a:pt x="447675" y="1400175"/>
                </a:lnTo>
                <a:lnTo>
                  <a:pt x="438150" y="1400175"/>
                </a:lnTo>
                <a:close/>
                <a:moveTo>
                  <a:pt x="962025" y="1390650"/>
                </a:moveTo>
                <a:lnTo>
                  <a:pt x="981075" y="1390650"/>
                </a:lnTo>
                <a:lnTo>
                  <a:pt x="981075" y="1400175"/>
                </a:lnTo>
                <a:lnTo>
                  <a:pt x="962025" y="1400175"/>
                </a:lnTo>
                <a:close/>
                <a:moveTo>
                  <a:pt x="1028700" y="1390650"/>
                </a:moveTo>
                <a:lnTo>
                  <a:pt x="1038225" y="1390650"/>
                </a:lnTo>
                <a:lnTo>
                  <a:pt x="1038225" y="1419225"/>
                </a:lnTo>
                <a:lnTo>
                  <a:pt x="1028700" y="1419225"/>
                </a:lnTo>
                <a:close/>
                <a:moveTo>
                  <a:pt x="1133475" y="1390650"/>
                </a:moveTo>
                <a:lnTo>
                  <a:pt x="1143000" y="1390650"/>
                </a:lnTo>
                <a:lnTo>
                  <a:pt x="1143000" y="1400175"/>
                </a:lnTo>
                <a:lnTo>
                  <a:pt x="1133475" y="1400175"/>
                </a:lnTo>
                <a:close/>
                <a:moveTo>
                  <a:pt x="2000250" y="1390650"/>
                </a:moveTo>
                <a:lnTo>
                  <a:pt x="2009775" y="1390650"/>
                </a:lnTo>
                <a:lnTo>
                  <a:pt x="2009775" y="1400175"/>
                </a:lnTo>
                <a:lnTo>
                  <a:pt x="2000250" y="1400175"/>
                </a:lnTo>
                <a:close/>
                <a:moveTo>
                  <a:pt x="685800" y="1400175"/>
                </a:moveTo>
                <a:lnTo>
                  <a:pt x="695325" y="1400175"/>
                </a:lnTo>
                <a:lnTo>
                  <a:pt x="695325" y="1409700"/>
                </a:lnTo>
                <a:lnTo>
                  <a:pt x="685800" y="1409700"/>
                </a:lnTo>
                <a:close/>
                <a:moveTo>
                  <a:pt x="1666875" y="1400175"/>
                </a:moveTo>
                <a:lnTo>
                  <a:pt x="1685925" y="1400175"/>
                </a:lnTo>
                <a:lnTo>
                  <a:pt x="1685925" y="1409700"/>
                </a:lnTo>
                <a:lnTo>
                  <a:pt x="1666875" y="1409700"/>
                </a:lnTo>
                <a:close/>
                <a:moveTo>
                  <a:pt x="2152650" y="1400175"/>
                </a:moveTo>
                <a:lnTo>
                  <a:pt x="2162175" y="1400175"/>
                </a:lnTo>
                <a:lnTo>
                  <a:pt x="2162175" y="1419225"/>
                </a:lnTo>
                <a:lnTo>
                  <a:pt x="2152650" y="1419225"/>
                </a:lnTo>
                <a:close/>
                <a:moveTo>
                  <a:pt x="2209800" y="1400175"/>
                </a:moveTo>
                <a:lnTo>
                  <a:pt x="2219325" y="1400175"/>
                </a:lnTo>
                <a:lnTo>
                  <a:pt x="2219325" y="1409700"/>
                </a:lnTo>
                <a:lnTo>
                  <a:pt x="2209800" y="1409700"/>
                </a:lnTo>
                <a:close/>
                <a:moveTo>
                  <a:pt x="2409825" y="1400175"/>
                </a:moveTo>
                <a:lnTo>
                  <a:pt x="2419350" y="1400175"/>
                </a:lnTo>
                <a:lnTo>
                  <a:pt x="2419350" y="1419225"/>
                </a:lnTo>
                <a:lnTo>
                  <a:pt x="2409825" y="1419225"/>
                </a:lnTo>
                <a:close/>
                <a:moveTo>
                  <a:pt x="257175" y="1409700"/>
                </a:moveTo>
                <a:lnTo>
                  <a:pt x="266700" y="1409700"/>
                </a:lnTo>
                <a:lnTo>
                  <a:pt x="266700" y="1419225"/>
                </a:lnTo>
                <a:lnTo>
                  <a:pt x="257175" y="1419225"/>
                </a:lnTo>
                <a:close/>
                <a:moveTo>
                  <a:pt x="781050" y="1409700"/>
                </a:moveTo>
                <a:lnTo>
                  <a:pt x="790575" y="1409700"/>
                </a:lnTo>
                <a:lnTo>
                  <a:pt x="790575" y="1419225"/>
                </a:lnTo>
                <a:lnTo>
                  <a:pt x="781050" y="1419225"/>
                </a:lnTo>
                <a:close/>
                <a:moveTo>
                  <a:pt x="1685925" y="1409700"/>
                </a:moveTo>
                <a:lnTo>
                  <a:pt x="1695450" y="1409700"/>
                </a:lnTo>
                <a:lnTo>
                  <a:pt x="1695450" y="1419225"/>
                </a:lnTo>
                <a:lnTo>
                  <a:pt x="1685925" y="1419225"/>
                </a:lnTo>
                <a:close/>
                <a:moveTo>
                  <a:pt x="1733550" y="1409700"/>
                </a:moveTo>
                <a:lnTo>
                  <a:pt x="1743075" y="1409700"/>
                </a:lnTo>
                <a:lnTo>
                  <a:pt x="1743075" y="1419225"/>
                </a:lnTo>
                <a:lnTo>
                  <a:pt x="1733550" y="1419225"/>
                </a:lnTo>
                <a:close/>
                <a:moveTo>
                  <a:pt x="2009775" y="1409700"/>
                </a:moveTo>
                <a:lnTo>
                  <a:pt x="2019300" y="1409700"/>
                </a:lnTo>
                <a:lnTo>
                  <a:pt x="2019300" y="1419225"/>
                </a:lnTo>
                <a:lnTo>
                  <a:pt x="2009775" y="1419225"/>
                </a:lnTo>
                <a:close/>
                <a:moveTo>
                  <a:pt x="371475" y="1419225"/>
                </a:moveTo>
                <a:lnTo>
                  <a:pt x="381000" y="1419225"/>
                </a:lnTo>
                <a:lnTo>
                  <a:pt x="381000" y="1428750"/>
                </a:lnTo>
                <a:lnTo>
                  <a:pt x="371475" y="1428750"/>
                </a:lnTo>
                <a:close/>
                <a:moveTo>
                  <a:pt x="771525" y="1419225"/>
                </a:moveTo>
                <a:lnTo>
                  <a:pt x="781050" y="1419225"/>
                </a:lnTo>
                <a:lnTo>
                  <a:pt x="781050" y="1428750"/>
                </a:lnTo>
                <a:lnTo>
                  <a:pt x="771525" y="1428750"/>
                </a:lnTo>
                <a:close/>
                <a:moveTo>
                  <a:pt x="1000125" y="1419225"/>
                </a:moveTo>
                <a:lnTo>
                  <a:pt x="1009650" y="1419225"/>
                </a:lnTo>
                <a:lnTo>
                  <a:pt x="1009650" y="1428750"/>
                </a:lnTo>
                <a:lnTo>
                  <a:pt x="1000125" y="1428750"/>
                </a:lnTo>
                <a:close/>
                <a:moveTo>
                  <a:pt x="2028825" y="1419225"/>
                </a:moveTo>
                <a:lnTo>
                  <a:pt x="2047875" y="1419225"/>
                </a:lnTo>
                <a:lnTo>
                  <a:pt x="2047875" y="1447800"/>
                </a:lnTo>
                <a:lnTo>
                  <a:pt x="2038350" y="1447800"/>
                </a:lnTo>
                <a:lnTo>
                  <a:pt x="2038350" y="1428750"/>
                </a:lnTo>
                <a:lnTo>
                  <a:pt x="2028825" y="1428750"/>
                </a:lnTo>
                <a:close/>
                <a:moveTo>
                  <a:pt x="2143125" y="1419225"/>
                </a:moveTo>
                <a:lnTo>
                  <a:pt x="2152650" y="1419225"/>
                </a:lnTo>
                <a:lnTo>
                  <a:pt x="2152650" y="1438275"/>
                </a:lnTo>
                <a:lnTo>
                  <a:pt x="2143125" y="1438275"/>
                </a:lnTo>
                <a:lnTo>
                  <a:pt x="2143125" y="1447800"/>
                </a:lnTo>
                <a:lnTo>
                  <a:pt x="2124075" y="1447800"/>
                </a:lnTo>
                <a:lnTo>
                  <a:pt x="2124075" y="1428750"/>
                </a:lnTo>
                <a:lnTo>
                  <a:pt x="2143125" y="1428750"/>
                </a:lnTo>
                <a:close/>
                <a:moveTo>
                  <a:pt x="866775" y="1428750"/>
                </a:moveTo>
                <a:lnTo>
                  <a:pt x="876300" y="1428750"/>
                </a:lnTo>
                <a:lnTo>
                  <a:pt x="876300" y="1438275"/>
                </a:lnTo>
                <a:lnTo>
                  <a:pt x="866775" y="1438275"/>
                </a:lnTo>
                <a:close/>
                <a:moveTo>
                  <a:pt x="266700" y="1438275"/>
                </a:moveTo>
                <a:lnTo>
                  <a:pt x="276225" y="1438275"/>
                </a:lnTo>
                <a:lnTo>
                  <a:pt x="276225" y="1447800"/>
                </a:lnTo>
                <a:lnTo>
                  <a:pt x="266700" y="1447800"/>
                </a:lnTo>
                <a:close/>
                <a:moveTo>
                  <a:pt x="1038225" y="1457325"/>
                </a:moveTo>
                <a:lnTo>
                  <a:pt x="1047750" y="1457325"/>
                </a:lnTo>
                <a:lnTo>
                  <a:pt x="1047750" y="1466850"/>
                </a:lnTo>
                <a:lnTo>
                  <a:pt x="1038225" y="1466850"/>
                </a:lnTo>
                <a:close/>
                <a:moveTo>
                  <a:pt x="590550" y="1466850"/>
                </a:moveTo>
                <a:lnTo>
                  <a:pt x="600075" y="1466850"/>
                </a:lnTo>
                <a:lnTo>
                  <a:pt x="600075" y="1476375"/>
                </a:lnTo>
                <a:lnTo>
                  <a:pt x="590550" y="1476375"/>
                </a:lnTo>
                <a:close/>
                <a:moveTo>
                  <a:pt x="742950" y="1466850"/>
                </a:moveTo>
                <a:lnTo>
                  <a:pt x="752475" y="1466850"/>
                </a:lnTo>
                <a:lnTo>
                  <a:pt x="752475" y="1476375"/>
                </a:lnTo>
                <a:lnTo>
                  <a:pt x="742950" y="1476375"/>
                </a:lnTo>
                <a:close/>
                <a:moveTo>
                  <a:pt x="790575" y="1466850"/>
                </a:moveTo>
                <a:lnTo>
                  <a:pt x="800100" y="1466850"/>
                </a:lnTo>
                <a:lnTo>
                  <a:pt x="800100" y="1476375"/>
                </a:lnTo>
                <a:lnTo>
                  <a:pt x="790575" y="1476375"/>
                </a:lnTo>
                <a:close/>
                <a:moveTo>
                  <a:pt x="1809750" y="1466850"/>
                </a:moveTo>
                <a:lnTo>
                  <a:pt x="1819275" y="1466850"/>
                </a:lnTo>
                <a:lnTo>
                  <a:pt x="1819275" y="1476375"/>
                </a:lnTo>
                <a:lnTo>
                  <a:pt x="1809750" y="1476375"/>
                </a:lnTo>
                <a:close/>
                <a:moveTo>
                  <a:pt x="2228850" y="1466850"/>
                </a:moveTo>
                <a:lnTo>
                  <a:pt x="2238375" y="1466850"/>
                </a:lnTo>
                <a:lnTo>
                  <a:pt x="2238375" y="1476375"/>
                </a:lnTo>
                <a:lnTo>
                  <a:pt x="2228850" y="1476375"/>
                </a:lnTo>
                <a:close/>
                <a:moveTo>
                  <a:pt x="571500" y="1476375"/>
                </a:moveTo>
                <a:lnTo>
                  <a:pt x="590550" y="1476375"/>
                </a:lnTo>
                <a:lnTo>
                  <a:pt x="590550" y="1495425"/>
                </a:lnTo>
                <a:lnTo>
                  <a:pt x="571500" y="1495425"/>
                </a:lnTo>
                <a:close/>
                <a:moveTo>
                  <a:pt x="685800" y="1485900"/>
                </a:moveTo>
                <a:lnTo>
                  <a:pt x="695325" y="1485900"/>
                </a:lnTo>
                <a:lnTo>
                  <a:pt x="695325" y="1495425"/>
                </a:lnTo>
                <a:lnTo>
                  <a:pt x="685800" y="1495425"/>
                </a:lnTo>
                <a:close/>
                <a:moveTo>
                  <a:pt x="2000250" y="1485900"/>
                </a:moveTo>
                <a:lnTo>
                  <a:pt x="2009775" y="1485900"/>
                </a:lnTo>
                <a:lnTo>
                  <a:pt x="2009775" y="1504950"/>
                </a:lnTo>
                <a:lnTo>
                  <a:pt x="2000250" y="1504950"/>
                </a:lnTo>
                <a:close/>
                <a:moveTo>
                  <a:pt x="285750" y="1495425"/>
                </a:moveTo>
                <a:lnTo>
                  <a:pt x="295275" y="1495425"/>
                </a:lnTo>
                <a:lnTo>
                  <a:pt x="295275" y="1504950"/>
                </a:lnTo>
                <a:lnTo>
                  <a:pt x="285750" y="1504950"/>
                </a:lnTo>
                <a:close/>
                <a:moveTo>
                  <a:pt x="733425" y="1495425"/>
                </a:moveTo>
                <a:lnTo>
                  <a:pt x="752475" y="1495425"/>
                </a:lnTo>
                <a:lnTo>
                  <a:pt x="752475" y="1514475"/>
                </a:lnTo>
                <a:lnTo>
                  <a:pt x="742950" y="1514475"/>
                </a:lnTo>
                <a:lnTo>
                  <a:pt x="742950" y="1504950"/>
                </a:lnTo>
                <a:lnTo>
                  <a:pt x="733425" y="1504950"/>
                </a:lnTo>
                <a:close/>
                <a:moveTo>
                  <a:pt x="0" y="1504950"/>
                </a:moveTo>
                <a:lnTo>
                  <a:pt x="9525" y="1504950"/>
                </a:lnTo>
                <a:lnTo>
                  <a:pt x="9525" y="1514475"/>
                </a:lnTo>
                <a:lnTo>
                  <a:pt x="0" y="1514475"/>
                </a:lnTo>
                <a:close/>
                <a:moveTo>
                  <a:pt x="2028825" y="1504950"/>
                </a:moveTo>
                <a:lnTo>
                  <a:pt x="2038350" y="1504950"/>
                </a:lnTo>
                <a:lnTo>
                  <a:pt x="2038350" y="1514475"/>
                </a:lnTo>
                <a:lnTo>
                  <a:pt x="2028825" y="1514475"/>
                </a:lnTo>
                <a:close/>
                <a:moveTo>
                  <a:pt x="752475" y="1514475"/>
                </a:moveTo>
                <a:lnTo>
                  <a:pt x="771525" y="1514475"/>
                </a:lnTo>
                <a:lnTo>
                  <a:pt x="771525" y="1524000"/>
                </a:lnTo>
                <a:lnTo>
                  <a:pt x="752475" y="1524000"/>
                </a:lnTo>
                <a:close/>
                <a:moveTo>
                  <a:pt x="847725" y="1514475"/>
                </a:moveTo>
                <a:lnTo>
                  <a:pt x="857250" y="1514475"/>
                </a:lnTo>
                <a:lnTo>
                  <a:pt x="857250" y="1524000"/>
                </a:lnTo>
                <a:lnTo>
                  <a:pt x="847725" y="1524000"/>
                </a:lnTo>
                <a:close/>
                <a:moveTo>
                  <a:pt x="295275" y="1524000"/>
                </a:moveTo>
                <a:lnTo>
                  <a:pt x="304800" y="1524000"/>
                </a:lnTo>
                <a:lnTo>
                  <a:pt x="304800" y="1533525"/>
                </a:lnTo>
                <a:lnTo>
                  <a:pt x="295275" y="1533525"/>
                </a:lnTo>
                <a:close/>
                <a:moveTo>
                  <a:pt x="857250" y="1524000"/>
                </a:moveTo>
                <a:lnTo>
                  <a:pt x="866775" y="1524000"/>
                </a:lnTo>
                <a:lnTo>
                  <a:pt x="866775" y="1533525"/>
                </a:lnTo>
                <a:lnTo>
                  <a:pt x="857250" y="1533525"/>
                </a:lnTo>
                <a:close/>
                <a:moveTo>
                  <a:pt x="704850" y="1533525"/>
                </a:moveTo>
                <a:lnTo>
                  <a:pt x="714375" y="1533525"/>
                </a:lnTo>
                <a:lnTo>
                  <a:pt x="714375" y="1562100"/>
                </a:lnTo>
                <a:lnTo>
                  <a:pt x="704850" y="1562100"/>
                </a:lnTo>
                <a:close/>
                <a:moveTo>
                  <a:pt x="409575" y="1543050"/>
                </a:moveTo>
                <a:lnTo>
                  <a:pt x="419100" y="1543050"/>
                </a:lnTo>
                <a:lnTo>
                  <a:pt x="419100" y="1552575"/>
                </a:lnTo>
                <a:lnTo>
                  <a:pt x="409575" y="1552575"/>
                </a:lnTo>
                <a:close/>
                <a:moveTo>
                  <a:pt x="838200" y="1543050"/>
                </a:moveTo>
                <a:lnTo>
                  <a:pt x="847725" y="1543050"/>
                </a:lnTo>
                <a:lnTo>
                  <a:pt x="847725" y="1552575"/>
                </a:lnTo>
                <a:lnTo>
                  <a:pt x="838200" y="1552575"/>
                </a:lnTo>
                <a:close/>
                <a:moveTo>
                  <a:pt x="2038350" y="1543050"/>
                </a:moveTo>
                <a:lnTo>
                  <a:pt x="2047875" y="1543050"/>
                </a:lnTo>
                <a:lnTo>
                  <a:pt x="2047875" y="1562100"/>
                </a:lnTo>
                <a:lnTo>
                  <a:pt x="2038350" y="1562100"/>
                </a:lnTo>
                <a:close/>
                <a:moveTo>
                  <a:pt x="590550" y="1552575"/>
                </a:moveTo>
                <a:lnTo>
                  <a:pt x="600075" y="1552575"/>
                </a:lnTo>
                <a:lnTo>
                  <a:pt x="600075" y="1562100"/>
                </a:lnTo>
                <a:lnTo>
                  <a:pt x="590550" y="1562100"/>
                </a:lnTo>
                <a:close/>
                <a:moveTo>
                  <a:pt x="2009775" y="1562100"/>
                </a:moveTo>
                <a:lnTo>
                  <a:pt x="2038350" y="1562100"/>
                </a:lnTo>
                <a:lnTo>
                  <a:pt x="2038350" y="1571625"/>
                </a:lnTo>
                <a:lnTo>
                  <a:pt x="2009775" y="1571625"/>
                </a:lnTo>
                <a:close/>
                <a:moveTo>
                  <a:pt x="2181225" y="1562100"/>
                </a:moveTo>
                <a:lnTo>
                  <a:pt x="2190750" y="1562100"/>
                </a:lnTo>
                <a:lnTo>
                  <a:pt x="2190750" y="1571625"/>
                </a:lnTo>
                <a:lnTo>
                  <a:pt x="2181225" y="1571625"/>
                </a:lnTo>
                <a:close/>
                <a:moveTo>
                  <a:pt x="419100" y="1571625"/>
                </a:moveTo>
                <a:lnTo>
                  <a:pt x="428625" y="1571625"/>
                </a:lnTo>
                <a:lnTo>
                  <a:pt x="428625" y="1581150"/>
                </a:lnTo>
                <a:lnTo>
                  <a:pt x="419100" y="1581150"/>
                </a:lnTo>
                <a:close/>
                <a:moveTo>
                  <a:pt x="1571625" y="1571625"/>
                </a:moveTo>
                <a:lnTo>
                  <a:pt x="1581150" y="1571625"/>
                </a:lnTo>
                <a:lnTo>
                  <a:pt x="1581150" y="1581150"/>
                </a:lnTo>
                <a:lnTo>
                  <a:pt x="1571625" y="1581150"/>
                </a:lnTo>
                <a:close/>
                <a:moveTo>
                  <a:pt x="2447925" y="1571625"/>
                </a:moveTo>
                <a:lnTo>
                  <a:pt x="2457450" y="1571625"/>
                </a:lnTo>
                <a:lnTo>
                  <a:pt x="2457450" y="1581150"/>
                </a:lnTo>
                <a:lnTo>
                  <a:pt x="2447925" y="1581150"/>
                </a:lnTo>
                <a:close/>
                <a:moveTo>
                  <a:pt x="304800" y="1581150"/>
                </a:moveTo>
                <a:lnTo>
                  <a:pt x="314325" y="1581150"/>
                </a:lnTo>
                <a:lnTo>
                  <a:pt x="314325" y="1590675"/>
                </a:lnTo>
                <a:lnTo>
                  <a:pt x="304800" y="1590675"/>
                </a:lnTo>
                <a:close/>
                <a:moveTo>
                  <a:pt x="628650" y="1581150"/>
                </a:moveTo>
                <a:lnTo>
                  <a:pt x="638175" y="1581150"/>
                </a:lnTo>
                <a:lnTo>
                  <a:pt x="638175" y="1590675"/>
                </a:lnTo>
                <a:lnTo>
                  <a:pt x="628650" y="1590675"/>
                </a:lnTo>
                <a:close/>
                <a:moveTo>
                  <a:pt x="666750" y="1581150"/>
                </a:moveTo>
                <a:lnTo>
                  <a:pt x="676275" y="1581150"/>
                </a:lnTo>
                <a:lnTo>
                  <a:pt x="676275" y="1590675"/>
                </a:lnTo>
                <a:lnTo>
                  <a:pt x="666750" y="1590675"/>
                </a:lnTo>
                <a:close/>
                <a:moveTo>
                  <a:pt x="714375" y="1581150"/>
                </a:moveTo>
                <a:lnTo>
                  <a:pt x="733425" y="1581150"/>
                </a:lnTo>
                <a:lnTo>
                  <a:pt x="733425" y="1590675"/>
                </a:lnTo>
                <a:lnTo>
                  <a:pt x="714375" y="1590675"/>
                </a:lnTo>
                <a:close/>
                <a:moveTo>
                  <a:pt x="2095500" y="1581150"/>
                </a:moveTo>
                <a:lnTo>
                  <a:pt x="2105025" y="1581150"/>
                </a:lnTo>
                <a:lnTo>
                  <a:pt x="2105025" y="1590675"/>
                </a:lnTo>
                <a:lnTo>
                  <a:pt x="2095500" y="1590675"/>
                </a:lnTo>
                <a:close/>
                <a:moveTo>
                  <a:pt x="276225" y="1590675"/>
                </a:moveTo>
                <a:lnTo>
                  <a:pt x="285750" y="1590675"/>
                </a:lnTo>
                <a:lnTo>
                  <a:pt x="285750" y="1600200"/>
                </a:lnTo>
                <a:lnTo>
                  <a:pt x="276225" y="1600200"/>
                </a:lnTo>
                <a:close/>
                <a:moveTo>
                  <a:pt x="676275" y="1590675"/>
                </a:moveTo>
                <a:lnTo>
                  <a:pt x="685800" y="1590675"/>
                </a:lnTo>
                <a:lnTo>
                  <a:pt x="685800" y="1600200"/>
                </a:lnTo>
                <a:lnTo>
                  <a:pt x="676275" y="1600200"/>
                </a:lnTo>
                <a:close/>
                <a:moveTo>
                  <a:pt x="1038225" y="1590675"/>
                </a:moveTo>
                <a:lnTo>
                  <a:pt x="1047750" y="1590675"/>
                </a:lnTo>
                <a:lnTo>
                  <a:pt x="1047750" y="1600200"/>
                </a:lnTo>
                <a:lnTo>
                  <a:pt x="1038225" y="1600200"/>
                </a:lnTo>
                <a:close/>
                <a:moveTo>
                  <a:pt x="1371600" y="1590675"/>
                </a:moveTo>
                <a:lnTo>
                  <a:pt x="1381125" y="1590675"/>
                </a:lnTo>
                <a:lnTo>
                  <a:pt x="1381125" y="1600200"/>
                </a:lnTo>
                <a:lnTo>
                  <a:pt x="1371600" y="1600200"/>
                </a:lnTo>
                <a:close/>
                <a:moveTo>
                  <a:pt x="2333625" y="1590675"/>
                </a:moveTo>
                <a:lnTo>
                  <a:pt x="2343150" y="1590675"/>
                </a:lnTo>
                <a:lnTo>
                  <a:pt x="2343150" y="1600200"/>
                </a:lnTo>
                <a:lnTo>
                  <a:pt x="2333625" y="1600200"/>
                </a:lnTo>
                <a:close/>
                <a:moveTo>
                  <a:pt x="266700" y="1600200"/>
                </a:moveTo>
                <a:lnTo>
                  <a:pt x="276225" y="1600200"/>
                </a:lnTo>
                <a:lnTo>
                  <a:pt x="276225" y="1619250"/>
                </a:lnTo>
                <a:lnTo>
                  <a:pt x="266700" y="1619250"/>
                </a:lnTo>
                <a:close/>
                <a:moveTo>
                  <a:pt x="685800" y="1600200"/>
                </a:moveTo>
                <a:lnTo>
                  <a:pt x="704850" y="1600200"/>
                </a:lnTo>
                <a:lnTo>
                  <a:pt x="704850" y="1609725"/>
                </a:lnTo>
                <a:lnTo>
                  <a:pt x="714375" y="1609725"/>
                </a:lnTo>
                <a:lnTo>
                  <a:pt x="714375" y="1628775"/>
                </a:lnTo>
                <a:lnTo>
                  <a:pt x="666750" y="1628775"/>
                </a:lnTo>
                <a:lnTo>
                  <a:pt x="666750" y="1619250"/>
                </a:lnTo>
                <a:lnTo>
                  <a:pt x="685800" y="1619250"/>
                </a:lnTo>
                <a:close/>
                <a:moveTo>
                  <a:pt x="1057275" y="1600200"/>
                </a:moveTo>
                <a:lnTo>
                  <a:pt x="1066800" y="1600200"/>
                </a:lnTo>
                <a:lnTo>
                  <a:pt x="1066800" y="1609725"/>
                </a:lnTo>
                <a:lnTo>
                  <a:pt x="1057275" y="1609725"/>
                </a:lnTo>
                <a:close/>
                <a:moveTo>
                  <a:pt x="1095375" y="1600200"/>
                </a:moveTo>
                <a:lnTo>
                  <a:pt x="1104900" y="1600200"/>
                </a:lnTo>
                <a:lnTo>
                  <a:pt x="1104900" y="1628775"/>
                </a:lnTo>
                <a:lnTo>
                  <a:pt x="1095375" y="1628775"/>
                </a:lnTo>
                <a:close/>
                <a:moveTo>
                  <a:pt x="85725" y="1609725"/>
                </a:moveTo>
                <a:lnTo>
                  <a:pt x="95250" y="1609725"/>
                </a:lnTo>
                <a:lnTo>
                  <a:pt x="95250" y="1628775"/>
                </a:lnTo>
                <a:lnTo>
                  <a:pt x="85725" y="1628775"/>
                </a:lnTo>
                <a:close/>
                <a:moveTo>
                  <a:pt x="1066800" y="1609725"/>
                </a:moveTo>
                <a:lnTo>
                  <a:pt x="1076325" y="1609725"/>
                </a:lnTo>
                <a:lnTo>
                  <a:pt x="1076325" y="1628775"/>
                </a:lnTo>
                <a:lnTo>
                  <a:pt x="1066800" y="1628775"/>
                </a:lnTo>
                <a:close/>
                <a:moveTo>
                  <a:pt x="1362075" y="1609725"/>
                </a:moveTo>
                <a:lnTo>
                  <a:pt x="1371600" y="1609725"/>
                </a:lnTo>
                <a:lnTo>
                  <a:pt x="1371600" y="1619250"/>
                </a:lnTo>
                <a:lnTo>
                  <a:pt x="1362075" y="1619250"/>
                </a:lnTo>
                <a:close/>
                <a:moveTo>
                  <a:pt x="2314575" y="1609725"/>
                </a:moveTo>
                <a:lnTo>
                  <a:pt x="2324100" y="1609725"/>
                </a:lnTo>
                <a:lnTo>
                  <a:pt x="2324100" y="1619250"/>
                </a:lnTo>
                <a:lnTo>
                  <a:pt x="2314575" y="1619250"/>
                </a:lnTo>
                <a:close/>
                <a:moveTo>
                  <a:pt x="47625" y="1619250"/>
                </a:moveTo>
                <a:lnTo>
                  <a:pt x="57150" y="1619250"/>
                </a:lnTo>
                <a:lnTo>
                  <a:pt x="57150" y="1628775"/>
                </a:lnTo>
                <a:lnTo>
                  <a:pt x="47625" y="1628775"/>
                </a:lnTo>
                <a:close/>
                <a:moveTo>
                  <a:pt x="514350" y="1619250"/>
                </a:moveTo>
                <a:lnTo>
                  <a:pt x="523875" y="1619250"/>
                </a:lnTo>
                <a:lnTo>
                  <a:pt x="523875" y="1628775"/>
                </a:lnTo>
                <a:lnTo>
                  <a:pt x="514350" y="1628775"/>
                </a:lnTo>
                <a:close/>
                <a:moveTo>
                  <a:pt x="590550" y="1619250"/>
                </a:moveTo>
                <a:lnTo>
                  <a:pt x="600075" y="1619250"/>
                </a:lnTo>
                <a:lnTo>
                  <a:pt x="600075" y="1628775"/>
                </a:lnTo>
                <a:lnTo>
                  <a:pt x="590550" y="1628775"/>
                </a:lnTo>
                <a:close/>
                <a:moveTo>
                  <a:pt x="2133600" y="1619250"/>
                </a:moveTo>
                <a:lnTo>
                  <a:pt x="2152650" y="1619250"/>
                </a:lnTo>
                <a:lnTo>
                  <a:pt x="2152650" y="1628775"/>
                </a:lnTo>
                <a:lnTo>
                  <a:pt x="2162175" y="1628775"/>
                </a:lnTo>
                <a:lnTo>
                  <a:pt x="2162175" y="1638300"/>
                </a:lnTo>
                <a:lnTo>
                  <a:pt x="2143125" y="1638300"/>
                </a:lnTo>
                <a:lnTo>
                  <a:pt x="2143125" y="1628775"/>
                </a:lnTo>
                <a:lnTo>
                  <a:pt x="2133600" y="1628775"/>
                </a:lnTo>
                <a:close/>
                <a:moveTo>
                  <a:pt x="1590675" y="1628775"/>
                </a:moveTo>
                <a:lnTo>
                  <a:pt x="1600200" y="1628775"/>
                </a:lnTo>
                <a:lnTo>
                  <a:pt x="1600200" y="1638300"/>
                </a:lnTo>
                <a:lnTo>
                  <a:pt x="1590675" y="1638300"/>
                </a:lnTo>
                <a:close/>
                <a:moveTo>
                  <a:pt x="704850" y="1638300"/>
                </a:moveTo>
                <a:lnTo>
                  <a:pt x="714375" y="1638300"/>
                </a:lnTo>
                <a:lnTo>
                  <a:pt x="714375" y="1647825"/>
                </a:lnTo>
                <a:lnTo>
                  <a:pt x="704850" y="1647825"/>
                </a:lnTo>
                <a:close/>
                <a:moveTo>
                  <a:pt x="2009775" y="1638300"/>
                </a:moveTo>
                <a:lnTo>
                  <a:pt x="2019300" y="1638300"/>
                </a:lnTo>
                <a:lnTo>
                  <a:pt x="2019300" y="1647825"/>
                </a:lnTo>
                <a:lnTo>
                  <a:pt x="2009775" y="1647825"/>
                </a:lnTo>
                <a:close/>
                <a:moveTo>
                  <a:pt x="2324100" y="1638300"/>
                </a:moveTo>
                <a:lnTo>
                  <a:pt x="2333625" y="1638300"/>
                </a:lnTo>
                <a:lnTo>
                  <a:pt x="2333625" y="1647825"/>
                </a:lnTo>
                <a:lnTo>
                  <a:pt x="2324100" y="1647825"/>
                </a:lnTo>
                <a:close/>
                <a:moveTo>
                  <a:pt x="2371725" y="1638300"/>
                </a:moveTo>
                <a:lnTo>
                  <a:pt x="2400300" y="1638300"/>
                </a:lnTo>
                <a:lnTo>
                  <a:pt x="2400300" y="1657350"/>
                </a:lnTo>
                <a:lnTo>
                  <a:pt x="2381250" y="1657350"/>
                </a:lnTo>
                <a:lnTo>
                  <a:pt x="2381250" y="1647825"/>
                </a:lnTo>
                <a:lnTo>
                  <a:pt x="2371725" y="1647825"/>
                </a:lnTo>
                <a:close/>
                <a:moveTo>
                  <a:pt x="95250" y="1647825"/>
                </a:moveTo>
                <a:lnTo>
                  <a:pt x="104775" y="1647825"/>
                </a:lnTo>
                <a:lnTo>
                  <a:pt x="104775" y="1657350"/>
                </a:lnTo>
                <a:lnTo>
                  <a:pt x="95250" y="1657350"/>
                </a:lnTo>
                <a:close/>
                <a:moveTo>
                  <a:pt x="523875" y="1647825"/>
                </a:moveTo>
                <a:lnTo>
                  <a:pt x="533400" y="1647825"/>
                </a:lnTo>
                <a:lnTo>
                  <a:pt x="533400" y="1657350"/>
                </a:lnTo>
                <a:lnTo>
                  <a:pt x="523875" y="1657350"/>
                </a:lnTo>
                <a:close/>
                <a:moveTo>
                  <a:pt x="1104900" y="1647825"/>
                </a:moveTo>
                <a:lnTo>
                  <a:pt x="1114425" y="1647825"/>
                </a:lnTo>
                <a:lnTo>
                  <a:pt x="1114425" y="1657350"/>
                </a:lnTo>
                <a:lnTo>
                  <a:pt x="1104900" y="1657350"/>
                </a:lnTo>
                <a:close/>
                <a:moveTo>
                  <a:pt x="1504950" y="1647825"/>
                </a:moveTo>
                <a:lnTo>
                  <a:pt x="1514475" y="1647825"/>
                </a:lnTo>
                <a:lnTo>
                  <a:pt x="1514475" y="1657350"/>
                </a:lnTo>
                <a:lnTo>
                  <a:pt x="1504950" y="1657350"/>
                </a:lnTo>
                <a:close/>
                <a:moveTo>
                  <a:pt x="85725" y="1657350"/>
                </a:moveTo>
                <a:lnTo>
                  <a:pt x="95250" y="1657350"/>
                </a:lnTo>
                <a:lnTo>
                  <a:pt x="95250" y="1666875"/>
                </a:lnTo>
                <a:lnTo>
                  <a:pt x="104775" y="1666875"/>
                </a:lnTo>
                <a:lnTo>
                  <a:pt x="104775" y="1676400"/>
                </a:lnTo>
                <a:lnTo>
                  <a:pt x="76200" y="1676400"/>
                </a:lnTo>
                <a:lnTo>
                  <a:pt x="76200" y="1666875"/>
                </a:lnTo>
                <a:lnTo>
                  <a:pt x="85725" y="1666875"/>
                </a:lnTo>
                <a:close/>
                <a:moveTo>
                  <a:pt x="581025" y="1657350"/>
                </a:moveTo>
                <a:lnTo>
                  <a:pt x="590550" y="1657350"/>
                </a:lnTo>
                <a:lnTo>
                  <a:pt x="590550" y="1666875"/>
                </a:lnTo>
                <a:lnTo>
                  <a:pt x="581025" y="1666875"/>
                </a:lnTo>
                <a:close/>
                <a:moveTo>
                  <a:pt x="600075" y="1657350"/>
                </a:moveTo>
                <a:lnTo>
                  <a:pt x="609600" y="1657350"/>
                </a:lnTo>
                <a:lnTo>
                  <a:pt x="609600" y="1666875"/>
                </a:lnTo>
                <a:lnTo>
                  <a:pt x="600075" y="1666875"/>
                </a:lnTo>
                <a:close/>
                <a:moveTo>
                  <a:pt x="657225" y="1657350"/>
                </a:moveTo>
                <a:lnTo>
                  <a:pt x="666750" y="1657350"/>
                </a:lnTo>
                <a:lnTo>
                  <a:pt x="666750" y="1666875"/>
                </a:lnTo>
                <a:lnTo>
                  <a:pt x="657225" y="1666875"/>
                </a:lnTo>
                <a:close/>
                <a:moveTo>
                  <a:pt x="2295525" y="1657350"/>
                </a:moveTo>
                <a:lnTo>
                  <a:pt x="2333625" y="1657350"/>
                </a:lnTo>
                <a:lnTo>
                  <a:pt x="2333625" y="1666875"/>
                </a:lnTo>
                <a:lnTo>
                  <a:pt x="2295525" y="1666875"/>
                </a:lnTo>
                <a:close/>
                <a:moveTo>
                  <a:pt x="590550" y="1666875"/>
                </a:moveTo>
                <a:lnTo>
                  <a:pt x="600075" y="1666875"/>
                </a:lnTo>
                <a:lnTo>
                  <a:pt x="600075" y="1676400"/>
                </a:lnTo>
                <a:lnTo>
                  <a:pt x="590550" y="1676400"/>
                </a:lnTo>
                <a:close/>
                <a:moveTo>
                  <a:pt x="714375" y="1666875"/>
                </a:moveTo>
                <a:lnTo>
                  <a:pt x="723900" y="1666875"/>
                </a:lnTo>
                <a:lnTo>
                  <a:pt x="723900" y="1676400"/>
                </a:lnTo>
                <a:lnTo>
                  <a:pt x="714375" y="1676400"/>
                </a:lnTo>
                <a:close/>
                <a:moveTo>
                  <a:pt x="1581150" y="1666875"/>
                </a:moveTo>
                <a:lnTo>
                  <a:pt x="1590675" y="1666875"/>
                </a:lnTo>
                <a:lnTo>
                  <a:pt x="1590675" y="1676400"/>
                </a:lnTo>
                <a:lnTo>
                  <a:pt x="1581150" y="1676400"/>
                </a:lnTo>
                <a:close/>
                <a:moveTo>
                  <a:pt x="1114425" y="1676400"/>
                </a:moveTo>
                <a:lnTo>
                  <a:pt x="1123950" y="1676400"/>
                </a:lnTo>
                <a:lnTo>
                  <a:pt x="1123950" y="1685925"/>
                </a:lnTo>
                <a:lnTo>
                  <a:pt x="1114425" y="1685925"/>
                </a:lnTo>
                <a:close/>
                <a:moveTo>
                  <a:pt x="457200" y="1685925"/>
                </a:moveTo>
                <a:lnTo>
                  <a:pt x="466725" y="1685925"/>
                </a:lnTo>
                <a:lnTo>
                  <a:pt x="466725" y="1695450"/>
                </a:lnTo>
                <a:lnTo>
                  <a:pt x="457200" y="1695450"/>
                </a:lnTo>
                <a:close/>
                <a:moveTo>
                  <a:pt x="1304925" y="1685925"/>
                </a:moveTo>
                <a:lnTo>
                  <a:pt x="1314450" y="1685925"/>
                </a:lnTo>
                <a:lnTo>
                  <a:pt x="1314450" y="1695450"/>
                </a:lnTo>
                <a:lnTo>
                  <a:pt x="1304925" y="1695450"/>
                </a:lnTo>
                <a:close/>
                <a:moveTo>
                  <a:pt x="1781175" y="1685925"/>
                </a:moveTo>
                <a:lnTo>
                  <a:pt x="1790700" y="1685925"/>
                </a:lnTo>
                <a:lnTo>
                  <a:pt x="1790700" y="1695450"/>
                </a:lnTo>
                <a:lnTo>
                  <a:pt x="1781175" y="1695450"/>
                </a:lnTo>
                <a:close/>
                <a:moveTo>
                  <a:pt x="2076450" y="1685925"/>
                </a:moveTo>
                <a:lnTo>
                  <a:pt x="2105025" y="1685925"/>
                </a:lnTo>
                <a:lnTo>
                  <a:pt x="2105025" y="1695450"/>
                </a:lnTo>
                <a:lnTo>
                  <a:pt x="2076450" y="1695450"/>
                </a:lnTo>
                <a:close/>
                <a:moveTo>
                  <a:pt x="2295525" y="1685925"/>
                </a:moveTo>
                <a:lnTo>
                  <a:pt x="2305050" y="1685925"/>
                </a:lnTo>
                <a:lnTo>
                  <a:pt x="2305050" y="1695450"/>
                </a:lnTo>
                <a:lnTo>
                  <a:pt x="2295525" y="1695450"/>
                </a:lnTo>
                <a:close/>
                <a:moveTo>
                  <a:pt x="1276350" y="1695450"/>
                </a:moveTo>
                <a:lnTo>
                  <a:pt x="1304925" y="1695450"/>
                </a:lnTo>
                <a:lnTo>
                  <a:pt x="1304925" y="1704975"/>
                </a:lnTo>
                <a:lnTo>
                  <a:pt x="1285875" y="1704975"/>
                </a:lnTo>
                <a:lnTo>
                  <a:pt x="1285875" y="1714500"/>
                </a:lnTo>
                <a:lnTo>
                  <a:pt x="1276350" y="1714500"/>
                </a:lnTo>
                <a:close/>
                <a:moveTo>
                  <a:pt x="2114550" y="1695450"/>
                </a:moveTo>
                <a:lnTo>
                  <a:pt x="2124075" y="1695450"/>
                </a:lnTo>
                <a:lnTo>
                  <a:pt x="2124075" y="1704975"/>
                </a:lnTo>
                <a:lnTo>
                  <a:pt x="2143125" y="1704975"/>
                </a:lnTo>
                <a:lnTo>
                  <a:pt x="2143125" y="1714500"/>
                </a:lnTo>
                <a:lnTo>
                  <a:pt x="2133600" y="1714500"/>
                </a:lnTo>
                <a:lnTo>
                  <a:pt x="2133600" y="1724025"/>
                </a:lnTo>
                <a:lnTo>
                  <a:pt x="2114550" y="1724025"/>
                </a:lnTo>
                <a:close/>
                <a:moveTo>
                  <a:pt x="1104900" y="1714500"/>
                </a:moveTo>
                <a:lnTo>
                  <a:pt x="1114425" y="1714500"/>
                </a:lnTo>
                <a:lnTo>
                  <a:pt x="1114425" y="1733550"/>
                </a:lnTo>
                <a:lnTo>
                  <a:pt x="1104900" y="1733550"/>
                </a:lnTo>
                <a:close/>
                <a:moveTo>
                  <a:pt x="1133475" y="1724025"/>
                </a:moveTo>
                <a:lnTo>
                  <a:pt x="1143000" y="1724025"/>
                </a:lnTo>
                <a:lnTo>
                  <a:pt x="1143000" y="1733550"/>
                </a:lnTo>
                <a:lnTo>
                  <a:pt x="1133475" y="1733550"/>
                </a:lnTo>
                <a:close/>
                <a:moveTo>
                  <a:pt x="2419350" y="1724025"/>
                </a:moveTo>
                <a:lnTo>
                  <a:pt x="2428875" y="1724025"/>
                </a:lnTo>
                <a:lnTo>
                  <a:pt x="2428875" y="1743075"/>
                </a:lnTo>
                <a:lnTo>
                  <a:pt x="2409825" y="1743075"/>
                </a:lnTo>
                <a:lnTo>
                  <a:pt x="2409825" y="1733550"/>
                </a:lnTo>
                <a:lnTo>
                  <a:pt x="2419350" y="1733550"/>
                </a:lnTo>
                <a:close/>
                <a:moveTo>
                  <a:pt x="1143000" y="1733550"/>
                </a:moveTo>
                <a:lnTo>
                  <a:pt x="1152525" y="1733550"/>
                </a:lnTo>
                <a:lnTo>
                  <a:pt x="1152525" y="1743075"/>
                </a:lnTo>
                <a:lnTo>
                  <a:pt x="1143000" y="1743075"/>
                </a:lnTo>
                <a:close/>
                <a:moveTo>
                  <a:pt x="1619250" y="1733550"/>
                </a:moveTo>
                <a:lnTo>
                  <a:pt x="1628775" y="1733550"/>
                </a:lnTo>
                <a:lnTo>
                  <a:pt x="1628775" y="1743075"/>
                </a:lnTo>
                <a:lnTo>
                  <a:pt x="1619250" y="1743075"/>
                </a:lnTo>
                <a:close/>
                <a:moveTo>
                  <a:pt x="371475" y="1743075"/>
                </a:moveTo>
                <a:lnTo>
                  <a:pt x="381000" y="1743075"/>
                </a:lnTo>
                <a:lnTo>
                  <a:pt x="381000" y="1771650"/>
                </a:lnTo>
                <a:lnTo>
                  <a:pt x="390525" y="1771650"/>
                </a:lnTo>
                <a:lnTo>
                  <a:pt x="390525" y="1781175"/>
                </a:lnTo>
                <a:lnTo>
                  <a:pt x="371475" y="1781175"/>
                </a:lnTo>
                <a:close/>
                <a:moveTo>
                  <a:pt x="1590675" y="1743075"/>
                </a:moveTo>
                <a:lnTo>
                  <a:pt x="1619250" y="1743075"/>
                </a:lnTo>
                <a:lnTo>
                  <a:pt x="1619250" y="1752600"/>
                </a:lnTo>
                <a:lnTo>
                  <a:pt x="1628775" y="1752600"/>
                </a:lnTo>
                <a:lnTo>
                  <a:pt x="1628775" y="1762125"/>
                </a:lnTo>
                <a:lnTo>
                  <a:pt x="1619250" y="1762125"/>
                </a:lnTo>
                <a:lnTo>
                  <a:pt x="1619250" y="1771650"/>
                </a:lnTo>
                <a:lnTo>
                  <a:pt x="1609725" y="1771650"/>
                </a:lnTo>
                <a:lnTo>
                  <a:pt x="1609725" y="1762125"/>
                </a:lnTo>
                <a:lnTo>
                  <a:pt x="1600200" y="1762125"/>
                </a:lnTo>
                <a:lnTo>
                  <a:pt x="1600200" y="1752600"/>
                </a:lnTo>
                <a:lnTo>
                  <a:pt x="1590675" y="1752600"/>
                </a:lnTo>
                <a:close/>
                <a:moveTo>
                  <a:pt x="914400" y="1752600"/>
                </a:moveTo>
                <a:lnTo>
                  <a:pt x="923925" y="1752600"/>
                </a:lnTo>
                <a:lnTo>
                  <a:pt x="923925" y="1762125"/>
                </a:lnTo>
                <a:lnTo>
                  <a:pt x="914400" y="1762125"/>
                </a:lnTo>
                <a:close/>
                <a:moveTo>
                  <a:pt x="1114425" y="1752600"/>
                </a:moveTo>
                <a:lnTo>
                  <a:pt x="1123950" y="1752600"/>
                </a:lnTo>
                <a:lnTo>
                  <a:pt x="1123950" y="1762125"/>
                </a:lnTo>
                <a:lnTo>
                  <a:pt x="1114425" y="1762125"/>
                </a:lnTo>
                <a:close/>
                <a:moveTo>
                  <a:pt x="1504950" y="1762125"/>
                </a:moveTo>
                <a:lnTo>
                  <a:pt x="1514475" y="1762125"/>
                </a:lnTo>
                <a:lnTo>
                  <a:pt x="1514475" y="1771650"/>
                </a:lnTo>
                <a:lnTo>
                  <a:pt x="1504950" y="1771650"/>
                </a:lnTo>
                <a:close/>
                <a:moveTo>
                  <a:pt x="2105025" y="1762125"/>
                </a:moveTo>
                <a:lnTo>
                  <a:pt x="2133600" y="1762125"/>
                </a:lnTo>
                <a:lnTo>
                  <a:pt x="2133600" y="1771650"/>
                </a:lnTo>
                <a:lnTo>
                  <a:pt x="2124075" y="1771650"/>
                </a:lnTo>
                <a:lnTo>
                  <a:pt x="2124075" y="1790700"/>
                </a:lnTo>
                <a:lnTo>
                  <a:pt x="2114550" y="1790700"/>
                </a:lnTo>
                <a:lnTo>
                  <a:pt x="2114550" y="1800225"/>
                </a:lnTo>
                <a:lnTo>
                  <a:pt x="2095500" y="1800225"/>
                </a:lnTo>
                <a:lnTo>
                  <a:pt x="2095500" y="1790700"/>
                </a:lnTo>
                <a:lnTo>
                  <a:pt x="2105025" y="1790700"/>
                </a:lnTo>
                <a:close/>
                <a:moveTo>
                  <a:pt x="1476375" y="1771650"/>
                </a:moveTo>
                <a:lnTo>
                  <a:pt x="1485900" y="1771650"/>
                </a:lnTo>
                <a:lnTo>
                  <a:pt x="1485900" y="1781175"/>
                </a:lnTo>
                <a:lnTo>
                  <a:pt x="1476375" y="1781175"/>
                </a:lnTo>
                <a:close/>
                <a:moveTo>
                  <a:pt x="1685925" y="1781175"/>
                </a:moveTo>
                <a:lnTo>
                  <a:pt x="1695450" y="1781175"/>
                </a:lnTo>
                <a:lnTo>
                  <a:pt x="1695450" y="1790700"/>
                </a:lnTo>
                <a:lnTo>
                  <a:pt x="1685925" y="1790700"/>
                </a:lnTo>
                <a:close/>
                <a:moveTo>
                  <a:pt x="381000" y="1790700"/>
                </a:moveTo>
                <a:lnTo>
                  <a:pt x="390525" y="1790700"/>
                </a:lnTo>
                <a:lnTo>
                  <a:pt x="390525" y="1800225"/>
                </a:lnTo>
                <a:lnTo>
                  <a:pt x="381000" y="1800225"/>
                </a:lnTo>
                <a:close/>
                <a:moveTo>
                  <a:pt x="390525" y="1800225"/>
                </a:moveTo>
                <a:lnTo>
                  <a:pt x="400050" y="1800225"/>
                </a:lnTo>
                <a:lnTo>
                  <a:pt x="400050" y="1809750"/>
                </a:lnTo>
                <a:lnTo>
                  <a:pt x="390525" y="1809750"/>
                </a:lnTo>
                <a:close/>
                <a:moveTo>
                  <a:pt x="1676400" y="1809750"/>
                </a:moveTo>
                <a:lnTo>
                  <a:pt x="1685925" y="1809750"/>
                </a:lnTo>
                <a:lnTo>
                  <a:pt x="1685925" y="1819275"/>
                </a:lnTo>
                <a:lnTo>
                  <a:pt x="1676400" y="1819275"/>
                </a:lnTo>
                <a:close/>
                <a:moveTo>
                  <a:pt x="2381250" y="1809750"/>
                </a:moveTo>
                <a:lnTo>
                  <a:pt x="2409825" y="1809750"/>
                </a:lnTo>
                <a:lnTo>
                  <a:pt x="2409825" y="1828800"/>
                </a:lnTo>
                <a:lnTo>
                  <a:pt x="2400300" y="1828800"/>
                </a:lnTo>
                <a:lnTo>
                  <a:pt x="2400300" y="1819275"/>
                </a:lnTo>
                <a:lnTo>
                  <a:pt x="2381250" y="1819275"/>
                </a:lnTo>
                <a:close/>
                <a:moveTo>
                  <a:pt x="133350" y="1828800"/>
                </a:moveTo>
                <a:lnTo>
                  <a:pt x="142875" y="1828800"/>
                </a:lnTo>
                <a:lnTo>
                  <a:pt x="142875" y="1838325"/>
                </a:lnTo>
                <a:lnTo>
                  <a:pt x="133350" y="1838325"/>
                </a:lnTo>
                <a:close/>
                <a:moveTo>
                  <a:pt x="1000125" y="1828800"/>
                </a:moveTo>
                <a:lnTo>
                  <a:pt x="1009650" y="1828800"/>
                </a:lnTo>
                <a:lnTo>
                  <a:pt x="1009650" y="1838325"/>
                </a:lnTo>
                <a:lnTo>
                  <a:pt x="1000125" y="1838325"/>
                </a:lnTo>
                <a:close/>
                <a:moveTo>
                  <a:pt x="952500" y="1838325"/>
                </a:moveTo>
                <a:lnTo>
                  <a:pt x="962025" y="1838325"/>
                </a:lnTo>
                <a:lnTo>
                  <a:pt x="962025" y="1847850"/>
                </a:lnTo>
                <a:lnTo>
                  <a:pt x="952500" y="1847850"/>
                </a:lnTo>
                <a:close/>
                <a:moveTo>
                  <a:pt x="1609725" y="1857375"/>
                </a:moveTo>
                <a:lnTo>
                  <a:pt x="1619250" y="1857375"/>
                </a:lnTo>
                <a:lnTo>
                  <a:pt x="1619250" y="1866900"/>
                </a:lnTo>
                <a:lnTo>
                  <a:pt x="1609725" y="1866900"/>
                </a:lnTo>
                <a:close/>
                <a:moveTo>
                  <a:pt x="828675" y="1866900"/>
                </a:moveTo>
                <a:lnTo>
                  <a:pt x="838200" y="1866900"/>
                </a:lnTo>
                <a:lnTo>
                  <a:pt x="838200" y="1876425"/>
                </a:lnTo>
                <a:lnTo>
                  <a:pt x="828675" y="1876425"/>
                </a:lnTo>
                <a:close/>
                <a:moveTo>
                  <a:pt x="219075" y="1876425"/>
                </a:moveTo>
                <a:lnTo>
                  <a:pt x="228600" y="1876425"/>
                </a:lnTo>
                <a:lnTo>
                  <a:pt x="228600" y="1885950"/>
                </a:lnTo>
                <a:lnTo>
                  <a:pt x="219075" y="1885950"/>
                </a:lnTo>
                <a:close/>
                <a:moveTo>
                  <a:pt x="238125" y="1876425"/>
                </a:moveTo>
                <a:lnTo>
                  <a:pt x="247650" y="1876425"/>
                </a:lnTo>
                <a:lnTo>
                  <a:pt x="247650" y="1905000"/>
                </a:lnTo>
                <a:lnTo>
                  <a:pt x="238125" y="1905000"/>
                </a:lnTo>
                <a:close/>
                <a:moveTo>
                  <a:pt x="266700" y="1876425"/>
                </a:moveTo>
                <a:lnTo>
                  <a:pt x="276225" y="1876425"/>
                </a:lnTo>
                <a:lnTo>
                  <a:pt x="276225" y="1885950"/>
                </a:lnTo>
                <a:lnTo>
                  <a:pt x="266700" y="1885950"/>
                </a:lnTo>
                <a:close/>
                <a:moveTo>
                  <a:pt x="409575" y="1876425"/>
                </a:moveTo>
                <a:lnTo>
                  <a:pt x="419100" y="1876425"/>
                </a:lnTo>
                <a:lnTo>
                  <a:pt x="419100" y="1885950"/>
                </a:lnTo>
                <a:lnTo>
                  <a:pt x="409575" y="1885950"/>
                </a:lnTo>
                <a:close/>
                <a:moveTo>
                  <a:pt x="800100" y="1876425"/>
                </a:moveTo>
                <a:lnTo>
                  <a:pt x="809625" y="1876425"/>
                </a:lnTo>
                <a:lnTo>
                  <a:pt x="809625" y="1885950"/>
                </a:lnTo>
                <a:lnTo>
                  <a:pt x="800100" y="1885950"/>
                </a:lnTo>
                <a:close/>
                <a:moveTo>
                  <a:pt x="1219200" y="1876425"/>
                </a:moveTo>
                <a:lnTo>
                  <a:pt x="1228725" y="1876425"/>
                </a:lnTo>
                <a:lnTo>
                  <a:pt x="1228725" y="1885950"/>
                </a:lnTo>
                <a:lnTo>
                  <a:pt x="1219200" y="1885950"/>
                </a:lnTo>
                <a:close/>
                <a:moveTo>
                  <a:pt x="2447925" y="1876425"/>
                </a:moveTo>
                <a:lnTo>
                  <a:pt x="2457450" y="1876425"/>
                </a:lnTo>
                <a:lnTo>
                  <a:pt x="2457450" y="1905000"/>
                </a:lnTo>
                <a:lnTo>
                  <a:pt x="2438400" y="1905000"/>
                </a:lnTo>
                <a:lnTo>
                  <a:pt x="2438400" y="1885950"/>
                </a:lnTo>
                <a:lnTo>
                  <a:pt x="2447925" y="1885950"/>
                </a:lnTo>
                <a:close/>
                <a:moveTo>
                  <a:pt x="66675" y="1885950"/>
                </a:moveTo>
                <a:lnTo>
                  <a:pt x="76200" y="1885950"/>
                </a:lnTo>
                <a:lnTo>
                  <a:pt x="76200" y="1895475"/>
                </a:lnTo>
                <a:lnTo>
                  <a:pt x="66675" y="1895475"/>
                </a:lnTo>
                <a:close/>
                <a:moveTo>
                  <a:pt x="771525" y="1885950"/>
                </a:moveTo>
                <a:lnTo>
                  <a:pt x="781050" y="1885950"/>
                </a:lnTo>
                <a:lnTo>
                  <a:pt x="781050" y="1895475"/>
                </a:lnTo>
                <a:lnTo>
                  <a:pt x="771525" y="1895475"/>
                </a:lnTo>
                <a:close/>
                <a:moveTo>
                  <a:pt x="1209675" y="1885950"/>
                </a:moveTo>
                <a:lnTo>
                  <a:pt x="1219200" y="1885950"/>
                </a:lnTo>
                <a:lnTo>
                  <a:pt x="1219200" y="1895475"/>
                </a:lnTo>
                <a:lnTo>
                  <a:pt x="1209675" y="1895475"/>
                </a:lnTo>
                <a:close/>
                <a:moveTo>
                  <a:pt x="123825" y="1895475"/>
                </a:moveTo>
                <a:lnTo>
                  <a:pt x="133350" y="1895475"/>
                </a:lnTo>
                <a:lnTo>
                  <a:pt x="133350" y="1905000"/>
                </a:lnTo>
                <a:lnTo>
                  <a:pt x="123825" y="1905000"/>
                </a:lnTo>
                <a:close/>
                <a:moveTo>
                  <a:pt x="419100" y="1895475"/>
                </a:moveTo>
                <a:lnTo>
                  <a:pt x="428625" y="1895475"/>
                </a:lnTo>
                <a:lnTo>
                  <a:pt x="428625" y="1905000"/>
                </a:lnTo>
                <a:lnTo>
                  <a:pt x="419100" y="1905000"/>
                </a:lnTo>
                <a:close/>
                <a:moveTo>
                  <a:pt x="742950" y="1895475"/>
                </a:moveTo>
                <a:lnTo>
                  <a:pt x="752475" y="1895475"/>
                </a:lnTo>
                <a:lnTo>
                  <a:pt x="752475" y="1905000"/>
                </a:lnTo>
                <a:lnTo>
                  <a:pt x="742950" y="1905000"/>
                </a:lnTo>
                <a:close/>
                <a:moveTo>
                  <a:pt x="1190625" y="1895475"/>
                </a:moveTo>
                <a:lnTo>
                  <a:pt x="1200150" y="1895475"/>
                </a:lnTo>
                <a:lnTo>
                  <a:pt x="1200150" y="1905000"/>
                </a:lnTo>
                <a:lnTo>
                  <a:pt x="1190625" y="1905000"/>
                </a:lnTo>
                <a:close/>
                <a:moveTo>
                  <a:pt x="1076325" y="1905000"/>
                </a:moveTo>
                <a:lnTo>
                  <a:pt x="1085850" y="1905000"/>
                </a:lnTo>
                <a:lnTo>
                  <a:pt x="1085850" y="1914525"/>
                </a:lnTo>
                <a:lnTo>
                  <a:pt x="1076325" y="1914525"/>
                </a:lnTo>
                <a:close/>
                <a:moveTo>
                  <a:pt x="2352675" y="1905000"/>
                </a:moveTo>
                <a:lnTo>
                  <a:pt x="2362200" y="1905000"/>
                </a:lnTo>
                <a:lnTo>
                  <a:pt x="2362200" y="1924050"/>
                </a:lnTo>
                <a:lnTo>
                  <a:pt x="2352675" y="1924050"/>
                </a:lnTo>
                <a:close/>
                <a:moveTo>
                  <a:pt x="133350" y="1914525"/>
                </a:moveTo>
                <a:lnTo>
                  <a:pt x="142875" y="1914525"/>
                </a:lnTo>
                <a:lnTo>
                  <a:pt x="142875" y="1924050"/>
                </a:lnTo>
                <a:lnTo>
                  <a:pt x="133350" y="1924050"/>
                </a:lnTo>
                <a:close/>
                <a:moveTo>
                  <a:pt x="685800" y="1914525"/>
                </a:moveTo>
                <a:lnTo>
                  <a:pt x="704850" y="1914525"/>
                </a:lnTo>
                <a:lnTo>
                  <a:pt x="704850" y="1924050"/>
                </a:lnTo>
                <a:lnTo>
                  <a:pt x="685800" y="1924050"/>
                </a:lnTo>
                <a:close/>
                <a:moveTo>
                  <a:pt x="1047750" y="1914525"/>
                </a:moveTo>
                <a:lnTo>
                  <a:pt x="1057275" y="1914525"/>
                </a:lnTo>
                <a:lnTo>
                  <a:pt x="1057275" y="1924050"/>
                </a:lnTo>
                <a:lnTo>
                  <a:pt x="1047750" y="1924050"/>
                </a:lnTo>
                <a:close/>
                <a:moveTo>
                  <a:pt x="28575" y="1924050"/>
                </a:moveTo>
                <a:lnTo>
                  <a:pt x="38100" y="1924050"/>
                </a:lnTo>
                <a:lnTo>
                  <a:pt x="38100" y="1933575"/>
                </a:lnTo>
                <a:lnTo>
                  <a:pt x="28575" y="1933575"/>
                </a:lnTo>
                <a:close/>
                <a:moveTo>
                  <a:pt x="1362075" y="1924050"/>
                </a:moveTo>
                <a:lnTo>
                  <a:pt x="1371600" y="1924050"/>
                </a:lnTo>
                <a:lnTo>
                  <a:pt x="1371600" y="1933575"/>
                </a:lnTo>
                <a:lnTo>
                  <a:pt x="1362075" y="1933575"/>
                </a:lnTo>
                <a:close/>
                <a:moveTo>
                  <a:pt x="2343150" y="1924050"/>
                </a:moveTo>
                <a:lnTo>
                  <a:pt x="2352675" y="1924050"/>
                </a:lnTo>
                <a:lnTo>
                  <a:pt x="2352675" y="1933575"/>
                </a:lnTo>
                <a:lnTo>
                  <a:pt x="2343150" y="1933575"/>
                </a:lnTo>
                <a:close/>
                <a:moveTo>
                  <a:pt x="66675" y="1933575"/>
                </a:moveTo>
                <a:lnTo>
                  <a:pt x="76200" y="1933575"/>
                </a:lnTo>
                <a:lnTo>
                  <a:pt x="76200" y="1943100"/>
                </a:lnTo>
                <a:lnTo>
                  <a:pt x="66675" y="1943100"/>
                </a:lnTo>
                <a:close/>
                <a:moveTo>
                  <a:pt x="142875" y="1933575"/>
                </a:moveTo>
                <a:lnTo>
                  <a:pt x="152400" y="1933575"/>
                </a:lnTo>
                <a:lnTo>
                  <a:pt x="152400" y="1943100"/>
                </a:lnTo>
                <a:lnTo>
                  <a:pt x="142875" y="1943100"/>
                </a:lnTo>
                <a:close/>
                <a:moveTo>
                  <a:pt x="28575" y="1943100"/>
                </a:moveTo>
                <a:lnTo>
                  <a:pt x="38100" y="1943100"/>
                </a:lnTo>
                <a:lnTo>
                  <a:pt x="38100" y="1952625"/>
                </a:lnTo>
                <a:lnTo>
                  <a:pt x="28575" y="1952625"/>
                </a:lnTo>
                <a:close/>
                <a:moveTo>
                  <a:pt x="1666875" y="1943100"/>
                </a:moveTo>
                <a:lnTo>
                  <a:pt x="1676400" y="1943100"/>
                </a:lnTo>
                <a:lnTo>
                  <a:pt x="1676400" y="1952625"/>
                </a:lnTo>
                <a:lnTo>
                  <a:pt x="1666875" y="1952625"/>
                </a:lnTo>
                <a:close/>
                <a:moveTo>
                  <a:pt x="276225" y="1952625"/>
                </a:moveTo>
                <a:lnTo>
                  <a:pt x="285750" y="1952625"/>
                </a:lnTo>
                <a:lnTo>
                  <a:pt x="285750" y="1962150"/>
                </a:lnTo>
                <a:lnTo>
                  <a:pt x="276225" y="1962150"/>
                </a:lnTo>
                <a:close/>
                <a:moveTo>
                  <a:pt x="2276475" y="1952625"/>
                </a:moveTo>
                <a:lnTo>
                  <a:pt x="2286000" y="1952625"/>
                </a:lnTo>
                <a:lnTo>
                  <a:pt x="2286000" y="1962150"/>
                </a:lnTo>
                <a:lnTo>
                  <a:pt x="2276475" y="1962150"/>
                </a:lnTo>
                <a:close/>
                <a:moveTo>
                  <a:pt x="2419350" y="1952625"/>
                </a:moveTo>
                <a:lnTo>
                  <a:pt x="2428875" y="1952625"/>
                </a:lnTo>
                <a:lnTo>
                  <a:pt x="2428875" y="1971675"/>
                </a:lnTo>
                <a:lnTo>
                  <a:pt x="2419350" y="1971675"/>
                </a:lnTo>
                <a:close/>
                <a:moveTo>
                  <a:pt x="914400" y="1962150"/>
                </a:moveTo>
                <a:lnTo>
                  <a:pt x="923925" y="1962150"/>
                </a:lnTo>
                <a:lnTo>
                  <a:pt x="923925" y="1971675"/>
                </a:lnTo>
                <a:lnTo>
                  <a:pt x="914400" y="1971675"/>
                </a:lnTo>
                <a:close/>
                <a:moveTo>
                  <a:pt x="933450" y="1962150"/>
                </a:moveTo>
                <a:lnTo>
                  <a:pt x="942975" y="1962150"/>
                </a:lnTo>
                <a:lnTo>
                  <a:pt x="942975" y="1981200"/>
                </a:lnTo>
                <a:lnTo>
                  <a:pt x="933450" y="1981200"/>
                </a:lnTo>
                <a:close/>
                <a:moveTo>
                  <a:pt x="990600" y="1962150"/>
                </a:moveTo>
                <a:lnTo>
                  <a:pt x="1000125" y="1962150"/>
                </a:lnTo>
                <a:lnTo>
                  <a:pt x="1000125" y="1971675"/>
                </a:lnTo>
                <a:lnTo>
                  <a:pt x="990600" y="1971675"/>
                </a:lnTo>
                <a:close/>
                <a:moveTo>
                  <a:pt x="0" y="1971675"/>
                </a:moveTo>
                <a:lnTo>
                  <a:pt x="9525" y="1971675"/>
                </a:lnTo>
                <a:lnTo>
                  <a:pt x="9525" y="2000250"/>
                </a:lnTo>
                <a:lnTo>
                  <a:pt x="0" y="2000250"/>
                </a:lnTo>
                <a:close/>
                <a:moveTo>
                  <a:pt x="323850" y="1971675"/>
                </a:moveTo>
                <a:lnTo>
                  <a:pt x="333375" y="1971675"/>
                </a:lnTo>
                <a:lnTo>
                  <a:pt x="333375" y="1981200"/>
                </a:lnTo>
                <a:lnTo>
                  <a:pt x="323850" y="1981200"/>
                </a:lnTo>
                <a:close/>
                <a:moveTo>
                  <a:pt x="885825" y="1971675"/>
                </a:moveTo>
                <a:lnTo>
                  <a:pt x="904875" y="1971675"/>
                </a:lnTo>
                <a:lnTo>
                  <a:pt x="904875" y="1981200"/>
                </a:lnTo>
                <a:lnTo>
                  <a:pt x="885825" y="1981200"/>
                </a:lnTo>
                <a:close/>
                <a:moveTo>
                  <a:pt x="981075" y="1971675"/>
                </a:moveTo>
                <a:lnTo>
                  <a:pt x="990600" y="1971675"/>
                </a:lnTo>
                <a:lnTo>
                  <a:pt x="990600" y="1990725"/>
                </a:lnTo>
                <a:lnTo>
                  <a:pt x="981075" y="1990725"/>
                </a:lnTo>
                <a:close/>
                <a:moveTo>
                  <a:pt x="2266950" y="1971675"/>
                </a:moveTo>
                <a:lnTo>
                  <a:pt x="2276475" y="1971675"/>
                </a:lnTo>
                <a:lnTo>
                  <a:pt x="2276475" y="1981200"/>
                </a:lnTo>
                <a:lnTo>
                  <a:pt x="2266950" y="1981200"/>
                </a:lnTo>
                <a:close/>
                <a:moveTo>
                  <a:pt x="2286000" y="1971675"/>
                </a:moveTo>
                <a:lnTo>
                  <a:pt x="2295525" y="1971675"/>
                </a:lnTo>
                <a:lnTo>
                  <a:pt x="2295525" y="1990725"/>
                </a:lnTo>
                <a:lnTo>
                  <a:pt x="2305050" y="1990725"/>
                </a:lnTo>
                <a:lnTo>
                  <a:pt x="2305050" y="2000250"/>
                </a:lnTo>
                <a:lnTo>
                  <a:pt x="2286000" y="2000250"/>
                </a:lnTo>
                <a:close/>
                <a:moveTo>
                  <a:pt x="2409825" y="1971675"/>
                </a:moveTo>
                <a:lnTo>
                  <a:pt x="2419350" y="1971675"/>
                </a:lnTo>
                <a:lnTo>
                  <a:pt x="2419350" y="1981200"/>
                </a:lnTo>
                <a:lnTo>
                  <a:pt x="2409825" y="1981200"/>
                </a:lnTo>
                <a:close/>
                <a:moveTo>
                  <a:pt x="1362075" y="1981200"/>
                </a:moveTo>
                <a:lnTo>
                  <a:pt x="1371600" y="1981200"/>
                </a:lnTo>
                <a:lnTo>
                  <a:pt x="1371600" y="1990725"/>
                </a:lnTo>
                <a:lnTo>
                  <a:pt x="1362075" y="1990725"/>
                </a:lnTo>
                <a:close/>
                <a:moveTo>
                  <a:pt x="2219325" y="1981200"/>
                </a:moveTo>
                <a:lnTo>
                  <a:pt x="2228850" y="1981200"/>
                </a:lnTo>
                <a:lnTo>
                  <a:pt x="2228850" y="1990725"/>
                </a:lnTo>
                <a:lnTo>
                  <a:pt x="2219325" y="1990725"/>
                </a:lnTo>
                <a:close/>
                <a:moveTo>
                  <a:pt x="2257425" y="1981200"/>
                </a:moveTo>
                <a:lnTo>
                  <a:pt x="2266950" y="1981200"/>
                </a:lnTo>
                <a:lnTo>
                  <a:pt x="2266950" y="1990725"/>
                </a:lnTo>
                <a:lnTo>
                  <a:pt x="2257425" y="1990725"/>
                </a:lnTo>
                <a:close/>
                <a:moveTo>
                  <a:pt x="1352550" y="1990725"/>
                </a:moveTo>
                <a:lnTo>
                  <a:pt x="1362075" y="1990725"/>
                </a:lnTo>
                <a:lnTo>
                  <a:pt x="1362075" y="2000250"/>
                </a:lnTo>
                <a:lnTo>
                  <a:pt x="1352550" y="2000250"/>
                </a:lnTo>
                <a:close/>
                <a:moveTo>
                  <a:pt x="1371600" y="1990725"/>
                </a:moveTo>
                <a:lnTo>
                  <a:pt x="1381125" y="1990725"/>
                </a:lnTo>
                <a:lnTo>
                  <a:pt x="1381125" y="2009775"/>
                </a:lnTo>
                <a:lnTo>
                  <a:pt x="1371600" y="2009775"/>
                </a:lnTo>
                <a:close/>
                <a:moveTo>
                  <a:pt x="2181225" y="1990725"/>
                </a:moveTo>
                <a:lnTo>
                  <a:pt x="2200275" y="1990725"/>
                </a:lnTo>
                <a:lnTo>
                  <a:pt x="2200275" y="2000250"/>
                </a:lnTo>
                <a:lnTo>
                  <a:pt x="2190750" y="2000250"/>
                </a:lnTo>
                <a:lnTo>
                  <a:pt x="2190750" y="2009775"/>
                </a:lnTo>
                <a:lnTo>
                  <a:pt x="2181225" y="2009775"/>
                </a:lnTo>
                <a:lnTo>
                  <a:pt x="2181225" y="2019300"/>
                </a:lnTo>
                <a:lnTo>
                  <a:pt x="2171700" y="2019300"/>
                </a:lnTo>
                <a:lnTo>
                  <a:pt x="2171700" y="2000250"/>
                </a:lnTo>
                <a:lnTo>
                  <a:pt x="2181225" y="2000250"/>
                </a:lnTo>
                <a:close/>
                <a:moveTo>
                  <a:pt x="2247900" y="1990725"/>
                </a:moveTo>
                <a:lnTo>
                  <a:pt x="2257425" y="1990725"/>
                </a:lnTo>
                <a:lnTo>
                  <a:pt x="2257425" y="2009775"/>
                </a:lnTo>
                <a:lnTo>
                  <a:pt x="2247900" y="2009775"/>
                </a:lnTo>
                <a:lnTo>
                  <a:pt x="2247900" y="2019300"/>
                </a:lnTo>
                <a:lnTo>
                  <a:pt x="2238375" y="2019300"/>
                </a:lnTo>
                <a:lnTo>
                  <a:pt x="2238375" y="2000250"/>
                </a:lnTo>
                <a:lnTo>
                  <a:pt x="2247900" y="2000250"/>
                </a:lnTo>
                <a:close/>
                <a:moveTo>
                  <a:pt x="2266950" y="2000250"/>
                </a:moveTo>
                <a:lnTo>
                  <a:pt x="2276475" y="2000250"/>
                </a:lnTo>
                <a:lnTo>
                  <a:pt x="2276475" y="2009775"/>
                </a:lnTo>
                <a:lnTo>
                  <a:pt x="2266950" y="2009775"/>
                </a:lnTo>
                <a:close/>
                <a:moveTo>
                  <a:pt x="314325" y="2009775"/>
                </a:moveTo>
                <a:lnTo>
                  <a:pt x="323850" y="2009775"/>
                </a:lnTo>
                <a:lnTo>
                  <a:pt x="323850" y="2028825"/>
                </a:lnTo>
                <a:lnTo>
                  <a:pt x="314325" y="2028825"/>
                </a:lnTo>
                <a:close/>
                <a:moveTo>
                  <a:pt x="1676400" y="2009775"/>
                </a:moveTo>
                <a:lnTo>
                  <a:pt x="1685925" y="2009775"/>
                </a:lnTo>
                <a:lnTo>
                  <a:pt x="1685925" y="2019300"/>
                </a:lnTo>
                <a:lnTo>
                  <a:pt x="1676400" y="2019300"/>
                </a:lnTo>
                <a:close/>
                <a:moveTo>
                  <a:pt x="2247900" y="2019300"/>
                </a:moveTo>
                <a:lnTo>
                  <a:pt x="2266950" y="2019300"/>
                </a:lnTo>
                <a:lnTo>
                  <a:pt x="2266950" y="2028825"/>
                </a:lnTo>
                <a:lnTo>
                  <a:pt x="2247900" y="2028825"/>
                </a:lnTo>
                <a:close/>
                <a:moveTo>
                  <a:pt x="790575" y="2028825"/>
                </a:moveTo>
                <a:lnTo>
                  <a:pt x="800100" y="2028825"/>
                </a:lnTo>
                <a:lnTo>
                  <a:pt x="800100" y="2038350"/>
                </a:lnTo>
                <a:lnTo>
                  <a:pt x="790575" y="2038350"/>
                </a:lnTo>
                <a:close/>
                <a:moveTo>
                  <a:pt x="2181225" y="2028825"/>
                </a:moveTo>
                <a:lnTo>
                  <a:pt x="2190750" y="2028825"/>
                </a:lnTo>
                <a:lnTo>
                  <a:pt x="2190750" y="2047875"/>
                </a:lnTo>
                <a:lnTo>
                  <a:pt x="2200275" y="2047875"/>
                </a:lnTo>
                <a:lnTo>
                  <a:pt x="2200275" y="2028825"/>
                </a:lnTo>
                <a:lnTo>
                  <a:pt x="2209800" y="2028825"/>
                </a:lnTo>
                <a:lnTo>
                  <a:pt x="2209800" y="2038350"/>
                </a:lnTo>
                <a:lnTo>
                  <a:pt x="2219325" y="2038350"/>
                </a:lnTo>
                <a:lnTo>
                  <a:pt x="2219325" y="2047875"/>
                </a:lnTo>
                <a:lnTo>
                  <a:pt x="2209800" y="2047875"/>
                </a:lnTo>
                <a:lnTo>
                  <a:pt x="2209800" y="2057400"/>
                </a:lnTo>
                <a:lnTo>
                  <a:pt x="2219325" y="2057400"/>
                </a:lnTo>
                <a:lnTo>
                  <a:pt x="2219325" y="2066925"/>
                </a:lnTo>
                <a:lnTo>
                  <a:pt x="2200275" y="2066925"/>
                </a:lnTo>
                <a:lnTo>
                  <a:pt x="2200275" y="2057400"/>
                </a:lnTo>
                <a:lnTo>
                  <a:pt x="2181225" y="2057400"/>
                </a:lnTo>
                <a:close/>
                <a:moveTo>
                  <a:pt x="333375" y="2038350"/>
                </a:moveTo>
                <a:lnTo>
                  <a:pt x="342900" y="2038350"/>
                </a:lnTo>
                <a:lnTo>
                  <a:pt x="342900" y="2047875"/>
                </a:lnTo>
                <a:lnTo>
                  <a:pt x="333375" y="2047875"/>
                </a:lnTo>
                <a:close/>
                <a:moveTo>
                  <a:pt x="2133600" y="2038350"/>
                </a:moveTo>
                <a:lnTo>
                  <a:pt x="2143125" y="2038350"/>
                </a:lnTo>
                <a:lnTo>
                  <a:pt x="2143125" y="2057400"/>
                </a:lnTo>
                <a:lnTo>
                  <a:pt x="2162175" y="2057400"/>
                </a:lnTo>
                <a:lnTo>
                  <a:pt x="2162175" y="2047875"/>
                </a:lnTo>
                <a:lnTo>
                  <a:pt x="2171700" y="2047875"/>
                </a:lnTo>
                <a:lnTo>
                  <a:pt x="2171700" y="2057400"/>
                </a:lnTo>
                <a:lnTo>
                  <a:pt x="2162175" y="2057400"/>
                </a:lnTo>
                <a:lnTo>
                  <a:pt x="2162175" y="2066925"/>
                </a:lnTo>
                <a:lnTo>
                  <a:pt x="2143125" y="2066925"/>
                </a:lnTo>
                <a:lnTo>
                  <a:pt x="2143125" y="2076450"/>
                </a:lnTo>
                <a:lnTo>
                  <a:pt x="2133600" y="2076450"/>
                </a:lnTo>
                <a:lnTo>
                  <a:pt x="2133600" y="2095500"/>
                </a:lnTo>
                <a:lnTo>
                  <a:pt x="2114550" y="2095500"/>
                </a:lnTo>
                <a:lnTo>
                  <a:pt x="2114550" y="2076450"/>
                </a:lnTo>
                <a:lnTo>
                  <a:pt x="2124075" y="2076450"/>
                </a:lnTo>
                <a:lnTo>
                  <a:pt x="2124075" y="2066925"/>
                </a:lnTo>
                <a:lnTo>
                  <a:pt x="2133600" y="2066925"/>
                </a:lnTo>
                <a:close/>
                <a:moveTo>
                  <a:pt x="2247900" y="2057400"/>
                </a:moveTo>
                <a:lnTo>
                  <a:pt x="2257425" y="2057400"/>
                </a:lnTo>
                <a:lnTo>
                  <a:pt x="2257425" y="2066925"/>
                </a:lnTo>
                <a:lnTo>
                  <a:pt x="2247900" y="2066925"/>
                </a:lnTo>
                <a:close/>
                <a:moveTo>
                  <a:pt x="190500" y="2066925"/>
                </a:moveTo>
                <a:lnTo>
                  <a:pt x="200025" y="2066925"/>
                </a:lnTo>
                <a:lnTo>
                  <a:pt x="200025" y="2076450"/>
                </a:lnTo>
                <a:lnTo>
                  <a:pt x="190500" y="2076450"/>
                </a:lnTo>
                <a:close/>
                <a:moveTo>
                  <a:pt x="476250" y="2066925"/>
                </a:moveTo>
                <a:lnTo>
                  <a:pt x="485775" y="2066925"/>
                </a:lnTo>
                <a:lnTo>
                  <a:pt x="485775" y="2076450"/>
                </a:lnTo>
                <a:lnTo>
                  <a:pt x="476250" y="2076450"/>
                </a:lnTo>
                <a:close/>
                <a:moveTo>
                  <a:pt x="2238375" y="2066925"/>
                </a:moveTo>
                <a:lnTo>
                  <a:pt x="2247900" y="2066925"/>
                </a:lnTo>
                <a:lnTo>
                  <a:pt x="2247900" y="2076450"/>
                </a:lnTo>
                <a:lnTo>
                  <a:pt x="2238375" y="2076450"/>
                </a:lnTo>
                <a:close/>
                <a:moveTo>
                  <a:pt x="0" y="2076450"/>
                </a:moveTo>
                <a:lnTo>
                  <a:pt x="9525" y="2076450"/>
                </a:lnTo>
                <a:lnTo>
                  <a:pt x="9525" y="2095500"/>
                </a:lnTo>
                <a:lnTo>
                  <a:pt x="0" y="2095500"/>
                </a:lnTo>
                <a:close/>
                <a:moveTo>
                  <a:pt x="19050" y="2085975"/>
                </a:moveTo>
                <a:lnTo>
                  <a:pt x="28575" y="2085975"/>
                </a:lnTo>
                <a:lnTo>
                  <a:pt x="28575" y="2095500"/>
                </a:lnTo>
                <a:lnTo>
                  <a:pt x="19050" y="2095500"/>
                </a:lnTo>
                <a:close/>
                <a:moveTo>
                  <a:pt x="485775" y="2085975"/>
                </a:moveTo>
                <a:lnTo>
                  <a:pt x="495300" y="2085975"/>
                </a:lnTo>
                <a:lnTo>
                  <a:pt x="495300" y="2095500"/>
                </a:lnTo>
                <a:lnTo>
                  <a:pt x="485775" y="2095500"/>
                </a:lnTo>
                <a:close/>
                <a:moveTo>
                  <a:pt x="1666875" y="2085975"/>
                </a:moveTo>
                <a:lnTo>
                  <a:pt x="1676400" y="2085975"/>
                </a:lnTo>
                <a:lnTo>
                  <a:pt x="1676400" y="2095500"/>
                </a:lnTo>
                <a:lnTo>
                  <a:pt x="1666875" y="2095500"/>
                </a:lnTo>
                <a:close/>
                <a:moveTo>
                  <a:pt x="2085975" y="2085975"/>
                </a:moveTo>
                <a:lnTo>
                  <a:pt x="2095500" y="2085975"/>
                </a:lnTo>
                <a:lnTo>
                  <a:pt x="2095500" y="2095500"/>
                </a:lnTo>
                <a:lnTo>
                  <a:pt x="2085975" y="2095500"/>
                </a:lnTo>
                <a:close/>
                <a:moveTo>
                  <a:pt x="638175" y="2095500"/>
                </a:moveTo>
                <a:lnTo>
                  <a:pt x="647700" y="2095500"/>
                </a:lnTo>
                <a:lnTo>
                  <a:pt x="647700" y="2114550"/>
                </a:lnTo>
                <a:lnTo>
                  <a:pt x="638175" y="2114550"/>
                </a:lnTo>
                <a:close/>
                <a:moveTo>
                  <a:pt x="304800" y="2105025"/>
                </a:moveTo>
                <a:lnTo>
                  <a:pt x="314325" y="2105025"/>
                </a:lnTo>
                <a:lnTo>
                  <a:pt x="314325" y="2114550"/>
                </a:lnTo>
                <a:lnTo>
                  <a:pt x="304800" y="2114550"/>
                </a:lnTo>
                <a:close/>
                <a:moveTo>
                  <a:pt x="933450" y="2105025"/>
                </a:moveTo>
                <a:lnTo>
                  <a:pt x="942975" y="2105025"/>
                </a:lnTo>
                <a:lnTo>
                  <a:pt x="942975" y="2114550"/>
                </a:lnTo>
                <a:lnTo>
                  <a:pt x="933450" y="2114550"/>
                </a:lnTo>
                <a:close/>
                <a:moveTo>
                  <a:pt x="1914525" y="2105025"/>
                </a:moveTo>
                <a:lnTo>
                  <a:pt x="1924050" y="2105025"/>
                </a:lnTo>
                <a:lnTo>
                  <a:pt x="1924050" y="2114550"/>
                </a:lnTo>
                <a:lnTo>
                  <a:pt x="1914525" y="2114550"/>
                </a:lnTo>
                <a:close/>
                <a:moveTo>
                  <a:pt x="923925" y="2114550"/>
                </a:moveTo>
                <a:lnTo>
                  <a:pt x="933450" y="2114550"/>
                </a:lnTo>
                <a:lnTo>
                  <a:pt x="933450" y="2124075"/>
                </a:lnTo>
                <a:lnTo>
                  <a:pt x="923925" y="2124075"/>
                </a:lnTo>
                <a:close/>
                <a:moveTo>
                  <a:pt x="438150" y="2124075"/>
                </a:moveTo>
                <a:lnTo>
                  <a:pt x="447675" y="2124075"/>
                </a:lnTo>
                <a:lnTo>
                  <a:pt x="447675" y="2133600"/>
                </a:lnTo>
                <a:lnTo>
                  <a:pt x="438150" y="2133600"/>
                </a:lnTo>
                <a:close/>
                <a:moveTo>
                  <a:pt x="1638300" y="2124075"/>
                </a:moveTo>
                <a:lnTo>
                  <a:pt x="1647825" y="2124075"/>
                </a:lnTo>
                <a:lnTo>
                  <a:pt x="1647825" y="2133600"/>
                </a:lnTo>
                <a:lnTo>
                  <a:pt x="1638300" y="2133600"/>
                </a:lnTo>
                <a:close/>
                <a:moveTo>
                  <a:pt x="9525" y="2133600"/>
                </a:moveTo>
                <a:lnTo>
                  <a:pt x="28575" y="2133600"/>
                </a:lnTo>
                <a:lnTo>
                  <a:pt x="28575" y="2143125"/>
                </a:lnTo>
                <a:lnTo>
                  <a:pt x="9525" y="2143125"/>
                </a:lnTo>
                <a:close/>
                <a:moveTo>
                  <a:pt x="1628775" y="2133600"/>
                </a:moveTo>
                <a:lnTo>
                  <a:pt x="1638300" y="2133600"/>
                </a:lnTo>
                <a:lnTo>
                  <a:pt x="1638300" y="2143125"/>
                </a:lnTo>
                <a:lnTo>
                  <a:pt x="1628775" y="2143125"/>
                </a:lnTo>
                <a:close/>
                <a:moveTo>
                  <a:pt x="447675" y="2143125"/>
                </a:moveTo>
                <a:lnTo>
                  <a:pt x="457200" y="2143125"/>
                </a:lnTo>
                <a:lnTo>
                  <a:pt x="457200" y="2152650"/>
                </a:lnTo>
                <a:lnTo>
                  <a:pt x="447675" y="2152650"/>
                </a:lnTo>
                <a:close/>
                <a:moveTo>
                  <a:pt x="1619250" y="2143125"/>
                </a:moveTo>
                <a:lnTo>
                  <a:pt x="1628775" y="2143125"/>
                </a:lnTo>
                <a:lnTo>
                  <a:pt x="1628775" y="2152650"/>
                </a:lnTo>
                <a:lnTo>
                  <a:pt x="1619250" y="2152650"/>
                </a:lnTo>
                <a:close/>
                <a:moveTo>
                  <a:pt x="1400175" y="2162175"/>
                </a:moveTo>
                <a:lnTo>
                  <a:pt x="1409700" y="2162175"/>
                </a:lnTo>
                <a:lnTo>
                  <a:pt x="1409700" y="2171700"/>
                </a:lnTo>
                <a:lnTo>
                  <a:pt x="1400175" y="2171700"/>
                </a:lnTo>
                <a:close/>
                <a:moveTo>
                  <a:pt x="1409700" y="2171700"/>
                </a:moveTo>
                <a:lnTo>
                  <a:pt x="1419225" y="2171700"/>
                </a:lnTo>
                <a:lnTo>
                  <a:pt x="1419225" y="2181225"/>
                </a:lnTo>
                <a:lnTo>
                  <a:pt x="1409700" y="2181225"/>
                </a:lnTo>
                <a:close/>
                <a:moveTo>
                  <a:pt x="2390775" y="2171700"/>
                </a:moveTo>
                <a:lnTo>
                  <a:pt x="2409825" y="2171700"/>
                </a:lnTo>
                <a:lnTo>
                  <a:pt x="2409825" y="2181225"/>
                </a:lnTo>
                <a:lnTo>
                  <a:pt x="2390775" y="2181225"/>
                </a:lnTo>
                <a:close/>
                <a:moveTo>
                  <a:pt x="762000" y="2190750"/>
                </a:moveTo>
                <a:lnTo>
                  <a:pt x="771525" y="2190750"/>
                </a:lnTo>
                <a:lnTo>
                  <a:pt x="771525" y="2200275"/>
                </a:lnTo>
                <a:lnTo>
                  <a:pt x="762000" y="2200275"/>
                </a:lnTo>
                <a:close/>
                <a:moveTo>
                  <a:pt x="2066925" y="2190750"/>
                </a:moveTo>
                <a:lnTo>
                  <a:pt x="2076450" y="2190750"/>
                </a:lnTo>
                <a:lnTo>
                  <a:pt x="2076450" y="2209800"/>
                </a:lnTo>
                <a:lnTo>
                  <a:pt x="2066925" y="2209800"/>
                </a:lnTo>
                <a:close/>
                <a:moveTo>
                  <a:pt x="2047875" y="2209800"/>
                </a:moveTo>
                <a:lnTo>
                  <a:pt x="2066925" y="2209800"/>
                </a:lnTo>
                <a:lnTo>
                  <a:pt x="2066925" y="2228850"/>
                </a:lnTo>
                <a:lnTo>
                  <a:pt x="2047875" y="2228850"/>
                </a:lnTo>
                <a:close/>
                <a:moveTo>
                  <a:pt x="2076450" y="2209800"/>
                </a:moveTo>
                <a:lnTo>
                  <a:pt x="2085975" y="2209800"/>
                </a:lnTo>
                <a:lnTo>
                  <a:pt x="2085975" y="2219325"/>
                </a:lnTo>
                <a:lnTo>
                  <a:pt x="2076450" y="2219325"/>
                </a:lnTo>
                <a:close/>
                <a:moveTo>
                  <a:pt x="2257425" y="2209800"/>
                </a:moveTo>
                <a:lnTo>
                  <a:pt x="2276475" y="2209800"/>
                </a:lnTo>
                <a:lnTo>
                  <a:pt x="2276475" y="2219325"/>
                </a:lnTo>
                <a:lnTo>
                  <a:pt x="2257425" y="2219325"/>
                </a:lnTo>
                <a:close/>
                <a:moveTo>
                  <a:pt x="2114550" y="2219325"/>
                </a:moveTo>
                <a:lnTo>
                  <a:pt x="2124075" y="2219325"/>
                </a:lnTo>
                <a:lnTo>
                  <a:pt x="2124075" y="2228850"/>
                </a:lnTo>
                <a:lnTo>
                  <a:pt x="2114550" y="2228850"/>
                </a:lnTo>
                <a:close/>
                <a:moveTo>
                  <a:pt x="657225" y="2228850"/>
                </a:moveTo>
                <a:lnTo>
                  <a:pt x="666750" y="2228850"/>
                </a:lnTo>
                <a:lnTo>
                  <a:pt x="666750" y="2238375"/>
                </a:lnTo>
                <a:lnTo>
                  <a:pt x="657225" y="2238375"/>
                </a:lnTo>
                <a:close/>
                <a:moveTo>
                  <a:pt x="1914525" y="2228850"/>
                </a:moveTo>
                <a:lnTo>
                  <a:pt x="1924050" y="2228850"/>
                </a:lnTo>
                <a:lnTo>
                  <a:pt x="1924050" y="2238375"/>
                </a:lnTo>
                <a:lnTo>
                  <a:pt x="1914525" y="2238375"/>
                </a:lnTo>
                <a:close/>
                <a:moveTo>
                  <a:pt x="590550" y="2238375"/>
                </a:moveTo>
                <a:lnTo>
                  <a:pt x="619125" y="2238375"/>
                </a:lnTo>
                <a:lnTo>
                  <a:pt x="619125" y="2247900"/>
                </a:lnTo>
                <a:lnTo>
                  <a:pt x="590550" y="2247900"/>
                </a:lnTo>
                <a:close/>
                <a:moveTo>
                  <a:pt x="9525" y="2247900"/>
                </a:moveTo>
                <a:lnTo>
                  <a:pt x="19050" y="2247900"/>
                </a:lnTo>
                <a:lnTo>
                  <a:pt x="19050" y="2266950"/>
                </a:lnTo>
                <a:lnTo>
                  <a:pt x="9525" y="2266950"/>
                </a:lnTo>
                <a:lnTo>
                  <a:pt x="9525" y="2276475"/>
                </a:lnTo>
                <a:lnTo>
                  <a:pt x="19050" y="2276475"/>
                </a:lnTo>
                <a:lnTo>
                  <a:pt x="19050" y="2286000"/>
                </a:lnTo>
                <a:lnTo>
                  <a:pt x="9525" y="2286000"/>
                </a:lnTo>
                <a:lnTo>
                  <a:pt x="9525" y="2295525"/>
                </a:lnTo>
                <a:lnTo>
                  <a:pt x="0" y="2295525"/>
                </a:lnTo>
                <a:lnTo>
                  <a:pt x="0" y="2257425"/>
                </a:lnTo>
                <a:lnTo>
                  <a:pt x="9525" y="2257425"/>
                </a:lnTo>
                <a:close/>
                <a:moveTo>
                  <a:pt x="1895475" y="2247900"/>
                </a:moveTo>
                <a:lnTo>
                  <a:pt x="1914525" y="2247900"/>
                </a:lnTo>
                <a:lnTo>
                  <a:pt x="1914525" y="2276475"/>
                </a:lnTo>
                <a:lnTo>
                  <a:pt x="1905000" y="2276475"/>
                </a:lnTo>
                <a:lnTo>
                  <a:pt x="1905000" y="2286000"/>
                </a:lnTo>
                <a:lnTo>
                  <a:pt x="1895475" y="2286000"/>
                </a:lnTo>
                <a:lnTo>
                  <a:pt x="1895475" y="2276475"/>
                </a:lnTo>
                <a:lnTo>
                  <a:pt x="1885950" y="2276475"/>
                </a:lnTo>
                <a:lnTo>
                  <a:pt x="1885950" y="2257425"/>
                </a:lnTo>
                <a:lnTo>
                  <a:pt x="1895475" y="2257425"/>
                </a:lnTo>
                <a:close/>
                <a:moveTo>
                  <a:pt x="2390775" y="2247900"/>
                </a:moveTo>
                <a:lnTo>
                  <a:pt x="2409825" y="2247900"/>
                </a:lnTo>
                <a:lnTo>
                  <a:pt x="2409825" y="2257425"/>
                </a:lnTo>
                <a:lnTo>
                  <a:pt x="2390775" y="2257425"/>
                </a:lnTo>
                <a:close/>
                <a:moveTo>
                  <a:pt x="190500" y="2286000"/>
                </a:moveTo>
                <a:lnTo>
                  <a:pt x="200025" y="2286000"/>
                </a:lnTo>
                <a:lnTo>
                  <a:pt x="200025" y="2295525"/>
                </a:lnTo>
                <a:lnTo>
                  <a:pt x="190500" y="2295525"/>
                </a:lnTo>
                <a:close/>
                <a:moveTo>
                  <a:pt x="2066925" y="2286000"/>
                </a:moveTo>
                <a:lnTo>
                  <a:pt x="2076450" y="2286000"/>
                </a:lnTo>
                <a:lnTo>
                  <a:pt x="2076450" y="2295525"/>
                </a:lnTo>
                <a:lnTo>
                  <a:pt x="2066925" y="2295525"/>
                </a:lnTo>
                <a:close/>
                <a:moveTo>
                  <a:pt x="1885950" y="2295525"/>
                </a:moveTo>
                <a:lnTo>
                  <a:pt x="1895475" y="2295525"/>
                </a:lnTo>
                <a:lnTo>
                  <a:pt x="1895475" y="2314575"/>
                </a:lnTo>
                <a:lnTo>
                  <a:pt x="1885950" y="2314575"/>
                </a:lnTo>
                <a:close/>
                <a:moveTo>
                  <a:pt x="2019300" y="2295525"/>
                </a:moveTo>
                <a:lnTo>
                  <a:pt x="2028825" y="2295525"/>
                </a:lnTo>
                <a:lnTo>
                  <a:pt x="2028825" y="2305050"/>
                </a:lnTo>
                <a:lnTo>
                  <a:pt x="2019300" y="2305050"/>
                </a:lnTo>
                <a:close/>
                <a:moveTo>
                  <a:pt x="2076450" y="2295525"/>
                </a:moveTo>
                <a:lnTo>
                  <a:pt x="2085975" y="2295525"/>
                </a:lnTo>
                <a:lnTo>
                  <a:pt x="2085975" y="2305050"/>
                </a:lnTo>
                <a:lnTo>
                  <a:pt x="2095500" y="2305050"/>
                </a:lnTo>
                <a:lnTo>
                  <a:pt x="2095500" y="2314575"/>
                </a:lnTo>
                <a:lnTo>
                  <a:pt x="2076450" y="2314575"/>
                </a:lnTo>
                <a:close/>
                <a:moveTo>
                  <a:pt x="2295525" y="2295525"/>
                </a:moveTo>
                <a:lnTo>
                  <a:pt x="2305050" y="2295525"/>
                </a:lnTo>
                <a:lnTo>
                  <a:pt x="2305050" y="2305050"/>
                </a:lnTo>
                <a:lnTo>
                  <a:pt x="2295525" y="2305050"/>
                </a:lnTo>
                <a:close/>
                <a:moveTo>
                  <a:pt x="581025" y="2305050"/>
                </a:moveTo>
                <a:lnTo>
                  <a:pt x="590550" y="2305050"/>
                </a:lnTo>
                <a:lnTo>
                  <a:pt x="590550" y="2314575"/>
                </a:lnTo>
                <a:lnTo>
                  <a:pt x="581025" y="2314575"/>
                </a:lnTo>
                <a:close/>
                <a:moveTo>
                  <a:pt x="2028825" y="2305050"/>
                </a:moveTo>
                <a:lnTo>
                  <a:pt x="2038350" y="2305050"/>
                </a:lnTo>
                <a:lnTo>
                  <a:pt x="2038350" y="2314575"/>
                </a:lnTo>
                <a:lnTo>
                  <a:pt x="2028825" y="2314575"/>
                </a:lnTo>
                <a:close/>
                <a:moveTo>
                  <a:pt x="28575" y="2324100"/>
                </a:moveTo>
                <a:lnTo>
                  <a:pt x="38100" y="2324100"/>
                </a:lnTo>
                <a:lnTo>
                  <a:pt x="38100" y="2343150"/>
                </a:lnTo>
                <a:lnTo>
                  <a:pt x="47625" y="2343150"/>
                </a:lnTo>
                <a:lnTo>
                  <a:pt x="47625" y="2352675"/>
                </a:lnTo>
                <a:lnTo>
                  <a:pt x="28575" y="2352675"/>
                </a:lnTo>
                <a:close/>
                <a:moveTo>
                  <a:pt x="1905000" y="2333625"/>
                </a:moveTo>
                <a:lnTo>
                  <a:pt x="1914525" y="2333625"/>
                </a:lnTo>
                <a:lnTo>
                  <a:pt x="1914525" y="2343150"/>
                </a:lnTo>
                <a:lnTo>
                  <a:pt x="1905000" y="2343150"/>
                </a:lnTo>
                <a:close/>
                <a:moveTo>
                  <a:pt x="1924050" y="2333625"/>
                </a:moveTo>
                <a:lnTo>
                  <a:pt x="1933575" y="2333625"/>
                </a:lnTo>
                <a:lnTo>
                  <a:pt x="1933575" y="2343150"/>
                </a:lnTo>
                <a:lnTo>
                  <a:pt x="1924050" y="2343150"/>
                </a:lnTo>
                <a:close/>
                <a:moveTo>
                  <a:pt x="2238375" y="2333625"/>
                </a:moveTo>
                <a:lnTo>
                  <a:pt x="2257425" y="2333625"/>
                </a:lnTo>
                <a:lnTo>
                  <a:pt x="2257425" y="2343150"/>
                </a:lnTo>
                <a:lnTo>
                  <a:pt x="2238375" y="2343150"/>
                </a:lnTo>
                <a:close/>
                <a:moveTo>
                  <a:pt x="2419350" y="2333625"/>
                </a:moveTo>
                <a:lnTo>
                  <a:pt x="2428875" y="2333625"/>
                </a:lnTo>
                <a:lnTo>
                  <a:pt x="2428875" y="2343150"/>
                </a:lnTo>
                <a:lnTo>
                  <a:pt x="2419350" y="2343150"/>
                </a:lnTo>
                <a:close/>
                <a:moveTo>
                  <a:pt x="1933575" y="2343150"/>
                </a:moveTo>
                <a:lnTo>
                  <a:pt x="1943100" y="2343150"/>
                </a:lnTo>
                <a:lnTo>
                  <a:pt x="1943100" y="2352675"/>
                </a:lnTo>
                <a:lnTo>
                  <a:pt x="1933575" y="2352675"/>
                </a:lnTo>
                <a:close/>
                <a:moveTo>
                  <a:pt x="1771650" y="2352675"/>
                </a:moveTo>
                <a:lnTo>
                  <a:pt x="1790700" y="2352675"/>
                </a:lnTo>
                <a:lnTo>
                  <a:pt x="1790700" y="2362200"/>
                </a:lnTo>
                <a:lnTo>
                  <a:pt x="1809750" y="2362200"/>
                </a:lnTo>
                <a:lnTo>
                  <a:pt x="1809750" y="2371725"/>
                </a:lnTo>
                <a:lnTo>
                  <a:pt x="1762125" y="2371725"/>
                </a:lnTo>
                <a:lnTo>
                  <a:pt x="1762125" y="2362200"/>
                </a:lnTo>
                <a:lnTo>
                  <a:pt x="1771650" y="2362200"/>
                </a:lnTo>
                <a:close/>
                <a:moveTo>
                  <a:pt x="257175" y="2362200"/>
                </a:moveTo>
                <a:lnTo>
                  <a:pt x="266700" y="2362200"/>
                </a:lnTo>
                <a:lnTo>
                  <a:pt x="266700" y="2371725"/>
                </a:lnTo>
                <a:lnTo>
                  <a:pt x="257175" y="2371725"/>
                </a:lnTo>
                <a:close/>
                <a:moveTo>
                  <a:pt x="1828800" y="2362200"/>
                </a:moveTo>
                <a:lnTo>
                  <a:pt x="1838325" y="2362200"/>
                </a:lnTo>
                <a:lnTo>
                  <a:pt x="1838325" y="2371725"/>
                </a:lnTo>
                <a:lnTo>
                  <a:pt x="1828800" y="2371725"/>
                </a:lnTo>
                <a:close/>
                <a:moveTo>
                  <a:pt x="1876425" y="2362200"/>
                </a:moveTo>
                <a:lnTo>
                  <a:pt x="1895475" y="2362200"/>
                </a:lnTo>
                <a:lnTo>
                  <a:pt x="1895475" y="2381250"/>
                </a:lnTo>
                <a:lnTo>
                  <a:pt x="1876425" y="2381250"/>
                </a:lnTo>
                <a:close/>
                <a:moveTo>
                  <a:pt x="152400" y="2371725"/>
                </a:moveTo>
                <a:lnTo>
                  <a:pt x="161925" y="2371725"/>
                </a:lnTo>
                <a:lnTo>
                  <a:pt x="161925" y="2381250"/>
                </a:lnTo>
                <a:lnTo>
                  <a:pt x="152400" y="2381250"/>
                </a:lnTo>
                <a:close/>
                <a:moveTo>
                  <a:pt x="190500" y="2371725"/>
                </a:moveTo>
                <a:lnTo>
                  <a:pt x="200025" y="2371725"/>
                </a:lnTo>
                <a:lnTo>
                  <a:pt x="200025" y="2381250"/>
                </a:lnTo>
                <a:lnTo>
                  <a:pt x="190500" y="2381250"/>
                </a:lnTo>
                <a:close/>
                <a:moveTo>
                  <a:pt x="219075" y="2371725"/>
                </a:moveTo>
                <a:lnTo>
                  <a:pt x="228600" y="2371725"/>
                </a:lnTo>
                <a:lnTo>
                  <a:pt x="228600" y="2381250"/>
                </a:lnTo>
                <a:lnTo>
                  <a:pt x="219075" y="2381250"/>
                </a:lnTo>
                <a:close/>
                <a:moveTo>
                  <a:pt x="1952625" y="2371725"/>
                </a:moveTo>
                <a:lnTo>
                  <a:pt x="1962150" y="2371725"/>
                </a:lnTo>
                <a:lnTo>
                  <a:pt x="1962150" y="2381250"/>
                </a:lnTo>
                <a:lnTo>
                  <a:pt x="1952625" y="2381250"/>
                </a:lnTo>
                <a:close/>
                <a:moveTo>
                  <a:pt x="2190750" y="2371725"/>
                </a:moveTo>
                <a:lnTo>
                  <a:pt x="2200275" y="2371725"/>
                </a:lnTo>
                <a:lnTo>
                  <a:pt x="2200275" y="2400300"/>
                </a:lnTo>
                <a:lnTo>
                  <a:pt x="2190750" y="2400300"/>
                </a:lnTo>
                <a:close/>
                <a:moveTo>
                  <a:pt x="2257425" y="2371725"/>
                </a:moveTo>
                <a:lnTo>
                  <a:pt x="2266950" y="2371725"/>
                </a:lnTo>
                <a:lnTo>
                  <a:pt x="2266950" y="2381250"/>
                </a:lnTo>
                <a:lnTo>
                  <a:pt x="2257425" y="2381250"/>
                </a:lnTo>
                <a:close/>
                <a:moveTo>
                  <a:pt x="295275" y="2381250"/>
                </a:moveTo>
                <a:lnTo>
                  <a:pt x="314325" y="2381250"/>
                </a:lnTo>
                <a:lnTo>
                  <a:pt x="314325" y="2390775"/>
                </a:lnTo>
                <a:lnTo>
                  <a:pt x="295275" y="2390775"/>
                </a:lnTo>
                <a:close/>
                <a:moveTo>
                  <a:pt x="323850" y="2390775"/>
                </a:moveTo>
                <a:lnTo>
                  <a:pt x="333375" y="2390775"/>
                </a:lnTo>
                <a:lnTo>
                  <a:pt x="333375" y="2400300"/>
                </a:lnTo>
                <a:lnTo>
                  <a:pt x="323850" y="2400300"/>
                </a:lnTo>
                <a:close/>
                <a:moveTo>
                  <a:pt x="533400" y="2390775"/>
                </a:moveTo>
                <a:lnTo>
                  <a:pt x="552450" y="2390775"/>
                </a:lnTo>
                <a:lnTo>
                  <a:pt x="552450" y="2400300"/>
                </a:lnTo>
                <a:lnTo>
                  <a:pt x="533400" y="2400300"/>
                </a:lnTo>
                <a:close/>
                <a:moveTo>
                  <a:pt x="1762125" y="2390775"/>
                </a:moveTo>
                <a:lnTo>
                  <a:pt x="1771650" y="2390775"/>
                </a:lnTo>
                <a:lnTo>
                  <a:pt x="1771650" y="2400300"/>
                </a:lnTo>
                <a:lnTo>
                  <a:pt x="1762125" y="2400300"/>
                </a:lnTo>
                <a:close/>
                <a:moveTo>
                  <a:pt x="2200275" y="2400300"/>
                </a:moveTo>
                <a:lnTo>
                  <a:pt x="2219325" y="2400300"/>
                </a:lnTo>
                <a:lnTo>
                  <a:pt x="2219325" y="2409825"/>
                </a:lnTo>
                <a:lnTo>
                  <a:pt x="2200275" y="2409825"/>
                </a:lnTo>
                <a:close/>
                <a:moveTo>
                  <a:pt x="2105025" y="2409825"/>
                </a:moveTo>
                <a:lnTo>
                  <a:pt x="2133600" y="2409825"/>
                </a:lnTo>
                <a:lnTo>
                  <a:pt x="2133600" y="2419350"/>
                </a:lnTo>
                <a:lnTo>
                  <a:pt x="2105025" y="2419350"/>
                </a:lnTo>
                <a:close/>
                <a:moveTo>
                  <a:pt x="1971675" y="2419350"/>
                </a:moveTo>
                <a:lnTo>
                  <a:pt x="1990725" y="2419350"/>
                </a:lnTo>
                <a:lnTo>
                  <a:pt x="1990725" y="2428875"/>
                </a:lnTo>
                <a:lnTo>
                  <a:pt x="1971675" y="2428875"/>
                </a:lnTo>
                <a:close/>
                <a:moveTo>
                  <a:pt x="2076450" y="2419350"/>
                </a:moveTo>
                <a:lnTo>
                  <a:pt x="2085975" y="2419350"/>
                </a:lnTo>
                <a:lnTo>
                  <a:pt x="2085975" y="2428875"/>
                </a:lnTo>
                <a:lnTo>
                  <a:pt x="2095500" y="2428875"/>
                </a:lnTo>
                <a:lnTo>
                  <a:pt x="2095500" y="2447925"/>
                </a:lnTo>
                <a:lnTo>
                  <a:pt x="2085975" y="2447925"/>
                </a:lnTo>
                <a:lnTo>
                  <a:pt x="2085975" y="2457450"/>
                </a:lnTo>
                <a:lnTo>
                  <a:pt x="2066925" y="2457450"/>
                </a:lnTo>
                <a:lnTo>
                  <a:pt x="2066925" y="2447925"/>
                </a:lnTo>
                <a:lnTo>
                  <a:pt x="2057400" y="2447925"/>
                </a:lnTo>
                <a:lnTo>
                  <a:pt x="2057400" y="2457450"/>
                </a:lnTo>
                <a:lnTo>
                  <a:pt x="2047875" y="2457450"/>
                </a:lnTo>
                <a:lnTo>
                  <a:pt x="2047875" y="2438400"/>
                </a:lnTo>
                <a:lnTo>
                  <a:pt x="2076450" y="2438400"/>
                </a:lnTo>
                <a:close/>
                <a:moveTo>
                  <a:pt x="2152650" y="2428875"/>
                </a:moveTo>
                <a:lnTo>
                  <a:pt x="2162175" y="2428875"/>
                </a:lnTo>
                <a:lnTo>
                  <a:pt x="2162175" y="2438400"/>
                </a:lnTo>
                <a:lnTo>
                  <a:pt x="2152650" y="2438400"/>
                </a:lnTo>
                <a:close/>
                <a:moveTo>
                  <a:pt x="2362200" y="2428875"/>
                </a:moveTo>
                <a:lnTo>
                  <a:pt x="2381250" y="2428875"/>
                </a:lnTo>
                <a:lnTo>
                  <a:pt x="2381250" y="2447925"/>
                </a:lnTo>
                <a:lnTo>
                  <a:pt x="2362200" y="2447925"/>
                </a:lnTo>
                <a:close/>
                <a:moveTo>
                  <a:pt x="2447925" y="2428875"/>
                </a:moveTo>
                <a:lnTo>
                  <a:pt x="2457450" y="2428875"/>
                </a:lnTo>
                <a:lnTo>
                  <a:pt x="2457450" y="2438400"/>
                </a:lnTo>
                <a:lnTo>
                  <a:pt x="2447925" y="2438400"/>
                </a:lnTo>
                <a:close/>
                <a:moveTo>
                  <a:pt x="190500" y="2438400"/>
                </a:moveTo>
                <a:lnTo>
                  <a:pt x="209550" y="2438400"/>
                </a:lnTo>
                <a:lnTo>
                  <a:pt x="209550" y="2447925"/>
                </a:lnTo>
                <a:lnTo>
                  <a:pt x="200025" y="2447925"/>
                </a:lnTo>
                <a:lnTo>
                  <a:pt x="200025" y="2457450"/>
                </a:lnTo>
                <a:lnTo>
                  <a:pt x="190500" y="2457450"/>
                </a:lnTo>
                <a:lnTo>
                  <a:pt x="190500" y="2476500"/>
                </a:lnTo>
                <a:lnTo>
                  <a:pt x="180975" y="2476500"/>
                </a:lnTo>
                <a:lnTo>
                  <a:pt x="180975" y="2447925"/>
                </a:lnTo>
                <a:lnTo>
                  <a:pt x="190500" y="2447925"/>
                </a:lnTo>
                <a:close/>
                <a:moveTo>
                  <a:pt x="2143125" y="2438400"/>
                </a:moveTo>
                <a:lnTo>
                  <a:pt x="2152650" y="2438400"/>
                </a:lnTo>
                <a:lnTo>
                  <a:pt x="2152650" y="2447925"/>
                </a:lnTo>
                <a:lnTo>
                  <a:pt x="2143125" y="2447925"/>
                </a:lnTo>
                <a:close/>
                <a:moveTo>
                  <a:pt x="2428875" y="2438400"/>
                </a:moveTo>
                <a:lnTo>
                  <a:pt x="2447925" y="2438400"/>
                </a:lnTo>
                <a:lnTo>
                  <a:pt x="2447925" y="2447925"/>
                </a:lnTo>
                <a:lnTo>
                  <a:pt x="2428875" y="2447925"/>
                </a:lnTo>
                <a:close/>
                <a:moveTo>
                  <a:pt x="142875" y="2447925"/>
                </a:moveTo>
                <a:lnTo>
                  <a:pt x="161925" y="2447925"/>
                </a:lnTo>
                <a:lnTo>
                  <a:pt x="161925" y="2457450"/>
                </a:lnTo>
                <a:lnTo>
                  <a:pt x="152400" y="2457450"/>
                </a:lnTo>
                <a:lnTo>
                  <a:pt x="152400" y="2476500"/>
                </a:lnTo>
                <a:lnTo>
                  <a:pt x="142875" y="2476500"/>
                </a:lnTo>
                <a:close/>
                <a:moveTo>
                  <a:pt x="257175" y="2447925"/>
                </a:moveTo>
                <a:lnTo>
                  <a:pt x="276225" y="2447925"/>
                </a:lnTo>
                <a:lnTo>
                  <a:pt x="276225" y="2466975"/>
                </a:lnTo>
                <a:lnTo>
                  <a:pt x="257175" y="2466975"/>
                </a:lnTo>
                <a:close/>
                <a:moveTo>
                  <a:pt x="1857375" y="2447925"/>
                </a:moveTo>
                <a:lnTo>
                  <a:pt x="1866900" y="2447925"/>
                </a:lnTo>
                <a:lnTo>
                  <a:pt x="1866900" y="2457450"/>
                </a:lnTo>
                <a:lnTo>
                  <a:pt x="1857375" y="2457450"/>
                </a:lnTo>
                <a:close/>
                <a:moveTo>
                  <a:pt x="2133600" y="2457450"/>
                </a:moveTo>
                <a:lnTo>
                  <a:pt x="2143125" y="2457450"/>
                </a:lnTo>
                <a:lnTo>
                  <a:pt x="2143125" y="2476500"/>
                </a:lnTo>
                <a:lnTo>
                  <a:pt x="2133600" y="2476500"/>
                </a:lnTo>
                <a:close/>
                <a:moveTo>
                  <a:pt x="2333625" y="2457450"/>
                </a:moveTo>
                <a:lnTo>
                  <a:pt x="2343150" y="2457450"/>
                </a:lnTo>
                <a:lnTo>
                  <a:pt x="2343150" y="2466975"/>
                </a:lnTo>
                <a:lnTo>
                  <a:pt x="2352675" y="2466975"/>
                </a:lnTo>
                <a:lnTo>
                  <a:pt x="2352675" y="2476500"/>
                </a:lnTo>
                <a:lnTo>
                  <a:pt x="2333625" y="2476500"/>
                </a:lnTo>
                <a:close/>
                <a:moveTo>
                  <a:pt x="1771650" y="2466975"/>
                </a:moveTo>
                <a:lnTo>
                  <a:pt x="1781175" y="2466975"/>
                </a:lnTo>
                <a:lnTo>
                  <a:pt x="1781175" y="2476500"/>
                </a:lnTo>
                <a:lnTo>
                  <a:pt x="1771650" y="2476500"/>
                </a:lnTo>
                <a:close/>
                <a:moveTo>
                  <a:pt x="1924050" y="2466975"/>
                </a:moveTo>
                <a:lnTo>
                  <a:pt x="1933575" y="2466975"/>
                </a:lnTo>
                <a:lnTo>
                  <a:pt x="1933575" y="2476500"/>
                </a:lnTo>
                <a:lnTo>
                  <a:pt x="1924050" y="2476500"/>
                </a:lnTo>
                <a:close/>
                <a:moveTo>
                  <a:pt x="247650" y="2476500"/>
                </a:moveTo>
                <a:lnTo>
                  <a:pt x="276225" y="2476500"/>
                </a:lnTo>
                <a:lnTo>
                  <a:pt x="276225" y="2505075"/>
                </a:lnTo>
                <a:lnTo>
                  <a:pt x="247650" y="2505075"/>
                </a:lnTo>
                <a:close/>
                <a:moveTo>
                  <a:pt x="295275" y="2476500"/>
                </a:moveTo>
                <a:lnTo>
                  <a:pt x="304800" y="2476500"/>
                </a:lnTo>
                <a:lnTo>
                  <a:pt x="304800" y="2486025"/>
                </a:lnTo>
                <a:lnTo>
                  <a:pt x="295275" y="2486025"/>
                </a:lnTo>
                <a:close/>
                <a:moveTo>
                  <a:pt x="2124075" y="2476500"/>
                </a:moveTo>
                <a:lnTo>
                  <a:pt x="2133600" y="2476500"/>
                </a:lnTo>
                <a:lnTo>
                  <a:pt x="2133600" y="2486025"/>
                </a:lnTo>
                <a:lnTo>
                  <a:pt x="2124075" y="2486025"/>
                </a:lnTo>
                <a:close/>
                <a:moveTo>
                  <a:pt x="28575" y="2486025"/>
                </a:moveTo>
                <a:lnTo>
                  <a:pt x="38100" y="2486025"/>
                </a:lnTo>
                <a:lnTo>
                  <a:pt x="38100" y="2505075"/>
                </a:lnTo>
                <a:lnTo>
                  <a:pt x="28575" y="2505075"/>
                </a:lnTo>
                <a:close/>
                <a:moveTo>
                  <a:pt x="1838325" y="2486025"/>
                </a:moveTo>
                <a:lnTo>
                  <a:pt x="1857375" y="2486025"/>
                </a:lnTo>
                <a:lnTo>
                  <a:pt x="1857375" y="2495550"/>
                </a:lnTo>
                <a:lnTo>
                  <a:pt x="1838325" y="2495550"/>
                </a:lnTo>
                <a:close/>
                <a:moveTo>
                  <a:pt x="2057400" y="2486025"/>
                </a:moveTo>
                <a:lnTo>
                  <a:pt x="2066925" y="2486025"/>
                </a:lnTo>
                <a:lnTo>
                  <a:pt x="2066925" y="2495550"/>
                </a:lnTo>
                <a:lnTo>
                  <a:pt x="2057400" y="2495550"/>
                </a:lnTo>
                <a:close/>
                <a:moveTo>
                  <a:pt x="2114550" y="2486025"/>
                </a:moveTo>
                <a:lnTo>
                  <a:pt x="2124075" y="2486025"/>
                </a:lnTo>
                <a:lnTo>
                  <a:pt x="2124075" y="2495550"/>
                </a:lnTo>
                <a:lnTo>
                  <a:pt x="2114550" y="2495550"/>
                </a:lnTo>
                <a:close/>
                <a:moveTo>
                  <a:pt x="161925" y="2495550"/>
                </a:moveTo>
                <a:lnTo>
                  <a:pt x="171450" y="2495550"/>
                </a:lnTo>
                <a:lnTo>
                  <a:pt x="171450" y="2514600"/>
                </a:lnTo>
                <a:lnTo>
                  <a:pt x="161925" y="2514600"/>
                </a:lnTo>
                <a:close/>
                <a:moveTo>
                  <a:pt x="609600" y="2495550"/>
                </a:moveTo>
                <a:lnTo>
                  <a:pt x="619125" y="2495550"/>
                </a:lnTo>
                <a:lnTo>
                  <a:pt x="619125" y="2505075"/>
                </a:lnTo>
                <a:lnTo>
                  <a:pt x="609600" y="2505075"/>
                </a:lnTo>
                <a:close/>
                <a:moveTo>
                  <a:pt x="209550" y="2514600"/>
                </a:moveTo>
                <a:lnTo>
                  <a:pt x="219075" y="2514600"/>
                </a:lnTo>
                <a:lnTo>
                  <a:pt x="219075" y="2524125"/>
                </a:lnTo>
                <a:lnTo>
                  <a:pt x="209550" y="2524125"/>
                </a:lnTo>
                <a:close/>
                <a:moveTo>
                  <a:pt x="428625" y="2514600"/>
                </a:moveTo>
                <a:lnTo>
                  <a:pt x="447675" y="2514600"/>
                </a:lnTo>
                <a:lnTo>
                  <a:pt x="447675" y="2524125"/>
                </a:lnTo>
                <a:lnTo>
                  <a:pt x="428625" y="2524125"/>
                </a:lnTo>
                <a:close/>
                <a:moveTo>
                  <a:pt x="1323975" y="2524125"/>
                </a:moveTo>
                <a:lnTo>
                  <a:pt x="1333500" y="2524125"/>
                </a:lnTo>
                <a:lnTo>
                  <a:pt x="1333500" y="2533650"/>
                </a:lnTo>
                <a:lnTo>
                  <a:pt x="1323975" y="2533650"/>
                </a:lnTo>
                <a:close/>
                <a:moveTo>
                  <a:pt x="95250" y="2533650"/>
                </a:moveTo>
                <a:lnTo>
                  <a:pt x="104775" y="2533650"/>
                </a:lnTo>
                <a:lnTo>
                  <a:pt x="104775" y="2543175"/>
                </a:lnTo>
                <a:lnTo>
                  <a:pt x="95250" y="2543175"/>
                </a:lnTo>
                <a:close/>
                <a:moveTo>
                  <a:pt x="2247900" y="2533650"/>
                </a:moveTo>
                <a:lnTo>
                  <a:pt x="2257425" y="2533650"/>
                </a:lnTo>
                <a:lnTo>
                  <a:pt x="2257425" y="2543175"/>
                </a:lnTo>
                <a:lnTo>
                  <a:pt x="2247900" y="2543175"/>
                </a:lnTo>
                <a:close/>
                <a:moveTo>
                  <a:pt x="66675" y="2552700"/>
                </a:moveTo>
                <a:lnTo>
                  <a:pt x="95250" y="2552700"/>
                </a:lnTo>
                <a:lnTo>
                  <a:pt x="95250" y="2562225"/>
                </a:lnTo>
                <a:lnTo>
                  <a:pt x="123825" y="2562225"/>
                </a:lnTo>
                <a:lnTo>
                  <a:pt x="123825" y="2571750"/>
                </a:lnTo>
                <a:lnTo>
                  <a:pt x="85725" y="2571750"/>
                </a:lnTo>
                <a:lnTo>
                  <a:pt x="85725" y="2562225"/>
                </a:lnTo>
                <a:lnTo>
                  <a:pt x="66675" y="2562225"/>
                </a:lnTo>
                <a:close/>
                <a:moveTo>
                  <a:pt x="1266825" y="2552700"/>
                </a:moveTo>
                <a:lnTo>
                  <a:pt x="1285875" y="2552700"/>
                </a:lnTo>
                <a:lnTo>
                  <a:pt x="1285875" y="2581275"/>
                </a:lnTo>
                <a:lnTo>
                  <a:pt x="1266825" y="2581275"/>
                </a:lnTo>
                <a:lnTo>
                  <a:pt x="1266825" y="2571750"/>
                </a:lnTo>
                <a:lnTo>
                  <a:pt x="1257300" y="2571750"/>
                </a:lnTo>
                <a:lnTo>
                  <a:pt x="1257300" y="2562225"/>
                </a:lnTo>
                <a:lnTo>
                  <a:pt x="1266825" y="2562225"/>
                </a:lnTo>
                <a:close/>
                <a:moveTo>
                  <a:pt x="28575" y="2562225"/>
                </a:moveTo>
                <a:lnTo>
                  <a:pt x="38100" y="2562225"/>
                </a:lnTo>
                <a:lnTo>
                  <a:pt x="38100" y="2571750"/>
                </a:lnTo>
                <a:lnTo>
                  <a:pt x="28575" y="2571750"/>
                </a:lnTo>
                <a:close/>
                <a:moveTo>
                  <a:pt x="523875" y="2562225"/>
                </a:moveTo>
                <a:lnTo>
                  <a:pt x="533400" y="2562225"/>
                </a:lnTo>
                <a:lnTo>
                  <a:pt x="533400" y="2571750"/>
                </a:lnTo>
                <a:lnTo>
                  <a:pt x="523875" y="2571750"/>
                </a:lnTo>
                <a:close/>
                <a:moveTo>
                  <a:pt x="1819275" y="2562225"/>
                </a:moveTo>
                <a:lnTo>
                  <a:pt x="1838325" y="2562225"/>
                </a:lnTo>
                <a:lnTo>
                  <a:pt x="1838325" y="2590800"/>
                </a:lnTo>
                <a:lnTo>
                  <a:pt x="1819275" y="2590800"/>
                </a:lnTo>
                <a:close/>
                <a:moveTo>
                  <a:pt x="1962150" y="2562225"/>
                </a:moveTo>
                <a:lnTo>
                  <a:pt x="1981200" y="2562225"/>
                </a:lnTo>
                <a:lnTo>
                  <a:pt x="1981200" y="2571750"/>
                </a:lnTo>
                <a:lnTo>
                  <a:pt x="1962150" y="2571750"/>
                </a:lnTo>
                <a:close/>
                <a:moveTo>
                  <a:pt x="2390775" y="2562225"/>
                </a:moveTo>
                <a:lnTo>
                  <a:pt x="2409825" y="2562225"/>
                </a:lnTo>
                <a:lnTo>
                  <a:pt x="2409825" y="2581275"/>
                </a:lnTo>
                <a:lnTo>
                  <a:pt x="2400300" y="2581275"/>
                </a:lnTo>
                <a:lnTo>
                  <a:pt x="2400300" y="2590800"/>
                </a:lnTo>
                <a:lnTo>
                  <a:pt x="2390775" y="2590800"/>
                </a:lnTo>
                <a:close/>
                <a:moveTo>
                  <a:pt x="590550" y="2571750"/>
                </a:moveTo>
                <a:lnTo>
                  <a:pt x="600075" y="2571750"/>
                </a:lnTo>
                <a:lnTo>
                  <a:pt x="600075" y="2581275"/>
                </a:lnTo>
                <a:lnTo>
                  <a:pt x="619125" y="2581275"/>
                </a:lnTo>
                <a:lnTo>
                  <a:pt x="619125" y="2571750"/>
                </a:lnTo>
                <a:lnTo>
                  <a:pt x="628650" y="2571750"/>
                </a:lnTo>
                <a:lnTo>
                  <a:pt x="628650" y="2581275"/>
                </a:lnTo>
                <a:lnTo>
                  <a:pt x="638175" y="2581275"/>
                </a:lnTo>
                <a:lnTo>
                  <a:pt x="638175" y="2590800"/>
                </a:lnTo>
                <a:lnTo>
                  <a:pt x="590550" y="2590800"/>
                </a:lnTo>
                <a:close/>
                <a:moveTo>
                  <a:pt x="1095375" y="2571750"/>
                </a:moveTo>
                <a:lnTo>
                  <a:pt x="1104900" y="2571750"/>
                </a:lnTo>
                <a:lnTo>
                  <a:pt x="1104900" y="2581275"/>
                </a:lnTo>
                <a:lnTo>
                  <a:pt x="1114425" y="2581275"/>
                </a:lnTo>
                <a:lnTo>
                  <a:pt x="1114425" y="2590800"/>
                </a:lnTo>
                <a:lnTo>
                  <a:pt x="1095375" y="2590800"/>
                </a:lnTo>
                <a:close/>
                <a:moveTo>
                  <a:pt x="1219200" y="2571750"/>
                </a:moveTo>
                <a:lnTo>
                  <a:pt x="1228725" y="2571750"/>
                </a:lnTo>
                <a:lnTo>
                  <a:pt x="1228725" y="2590800"/>
                </a:lnTo>
                <a:lnTo>
                  <a:pt x="1219200" y="2590800"/>
                </a:lnTo>
                <a:close/>
                <a:moveTo>
                  <a:pt x="1924050" y="2571750"/>
                </a:moveTo>
                <a:lnTo>
                  <a:pt x="1933575" y="2571750"/>
                </a:lnTo>
                <a:lnTo>
                  <a:pt x="1933575" y="2590800"/>
                </a:lnTo>
                <a:lnTo>
                  <a:pt x="1924050" y="2590800"/>
                </a:lnTo>
                <a:close/>
                <a:moveTo>
                  <a:pt x="190500" y="2581275"/>
                </a:moveTo>
                <a:lnTo>
                  <a:pt x="209550" y="2581275"/>
                </a:lnTo>
                <a:lnTo>
                  <a:pt x="209550" y="2590800"/>
                </a:lnTo>
                <a:lnTo>
                  <a:pt x="190500" y="2590800"/>
                </a:lnTo>
                <a:close/>
                <a:moveTo>
                  <a:pt x="533400" y="2581275"/>
                </a:moveTo>
                <a:lnTo>
                  <a:pt x="542925" y="2581275"/>
                </a:lnTo>
                <a:lnTo>
                  <a:pt x="542925" y="2590800"/>
                </a:lnTo>
                <a:lnTo>
                  <a:pt x="533400" y="2590800"/>
                </a:lnTo>
                <a:close/>
                <a:moveTo>
                  <a:pt x="1028700" y="2581275"/>
                </a:moveTo>
                <a:lnTo>
                  <a:pt x="1038225" y="2581275"/>
                </a:lnTo>
                <a:lnTo>
                  <a:pt x="1038225" y="2590800"/>
                </a:lnTo>
                <a:lnTo>
                  <a:pt x="1028700" y="2590800"/>
                </a:lnTo>
                <a:close/>
                <a:moveTo>
                  <a:pt x="1724025" y="2581275"/>
                </a:moveTo>
                <a:lnTo>
                  <a:pt x="1743075" y="2581275"/>
                </a:lnTo>
                <a:lnTo>
                  <a:pt x="1743075" y="2590800"/>
                </a:lnTo>
                <a:lnTo>
                  <a:pt x="1724025" y="2590800"/>
                </a:lnTo>
                <a:close/>
                <a:moveTo>
                  <a:pt x="1752600" y="2581275"/>
                </a:moveTo>
                <a:lnTo>
                  <a:pt x="1762125" y="2581275"/>
                </a:lnTo>
                <a:lnTo>
                  <a:pt x="1762125" y="2590800"/>
                </a:lnTo>
                <a:lnTo>
                  <a:pt x="1752600" y="2590800"/>
                </a:lnTo>
                <a:close/>
                <a:moveTo>
                  <a:pt x="2162175" y="2581275"/>
                </a:moveTo>
                <a:lnTo>
                  <a:pt x="2171700" y="2581275"/>
                </a:lnTo>
                <a:lnTo>
                  <a:pt x="2171700" y="2590800"/>
                </a:lnTo>
                <a:lnTo>
                  <a:pt x="2162175" y="2590800"/>
                </a:lnTo>
                <a:close/>
              </a:path>
            </a:pathLst>
          </a:custGeom>
          <a:solidFill xmlns:a="http://schemas.openxmlformats.org/drawingml/2006/main">
            <a:srgbClr val="F5F6F1"/>
          </a:solidFill>
          <a:ln xmlns:a="http://schemas.openxmlformats.org/drawingml/2006/main" w="0">
            <a:noFill/>
          </a:ln>
        </p:spPr>
      </p:sp>
      <p:sp>
        <p:nvSpPr>
          <p:cNvPr id="83" name="papers vector #f6f5f1">
            <a:extLst xmlns:a="http://schemas.openxmlformats.org/drawingml/2006/main">
              <a:ext uri="{FF2B5EF4-FFF2-40B4-BE49-F238E27FC236}">
                <a16:creationId xmlns:a16="http://schemas.microsoft.com/office/drawing/2014/main" id="{030DD27D-FF07-40E4-9143-81229C5FFC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43475" y="1724025"/>
            <a:ext cx="3781425" cy="3990975"/>
          </a:xfrm>
          <a:custGeom xmlns:a="http://schemas.openxmlformats.org/drawingml/2006/main">
            <a:pathLst>
              <a:path w="2457450" h="2590800">
                <a:moveTo>
                  <a:pt x="1323975" y="0"/>
                </a:moveTo>
                <a:lnTo>
                  <a:pt x="1343025" y="0"/>
                </a:lnTo>
                <a:lnTo>
                  <a:pt x="1343025" y="9525"/>
                </a:lnTo>
                <a:lnTo>
                  <a:pt x="1323975" y="9525"/>
                </a:lnTo>
                <a:close/>
                <a:moveTo>
                  <a:pt x="1895475" y="0"/>
                </a:moveTo>
                <a:lnTo>
                  <a:pt x="1905000" y="0"/>
                </a:lnTo>
                <a:lnTo>
                  <a:pt x="1905000" y="9525"/>
                </a:lnTo>
                <a:lnTo>
                  <a:pt x="1924050" y="9525"/>
                </a:lnTo>
                <a:lnTo>
                  <a:pt x="1924050" y="19050"/>
                </a:lnTo>
                <a:lnTo>
                  <a:pt x="1914525" y="19050"/>
                </a:lnTo>
                <a:lnTo>
                  <a:pt x="1914525" y="28575"/>
                </a:lnTo>
                <a:lnTo>
                  <a:pt x="1905000" y="28575"/>
                </a:lnTo>
                <a:lnTo>
                  <a:pt x="1905000" y="19050"/>
                </a:lnTo>
                <a:lnTo>
                  <a:pt x="1885950" y="19050"/>
                </a:lnTo>
                <a:lnTo>
                  <a:pt x="1885950" y="9525"/>
                </a:lnTo>
                <a:lnTo>
                  <a:pt x="1895475" y="9525"/>
                </a:lnTo>
                <a:close/>
                <a:moveTo>
                  <a:pt x="2047875" y="0"/>
                </a:moveTo>
                <a:lnTo>
                  <a:pt x="2057400" y="0"/>
                </a:lnTo>
                <a:lnTo>
                  <a:pt x="2057400" y="19050"/>
                </a:lnTo>
                <a:lnTo>
                  <a:pt x="2038350" y="19050"/>
                </a:lnTo>
                <a:lnTo>
                  <a:pt x="2038350" y="9525"/>
                </a:lnTo>
                <a:lnTo>
                  <a:pt x="2047875" y="9525"/>
                </a:lnTo>
                <a:close/>
                <a:moveTo>
                  <a:pt x="47625" y="9525"/>
                </a:moveTo>
                <a:lnTo>
                  <a:pt x="76200" y="9525"/>
                </a:lnTo>
                <a:lnTo>
                  <a:pt x="76200" y="28575"/>
                </a:lnTo>
                <a:lnTo>
                  <a:pt x="47625" y="28575"/>
                </a:lnTo>
                <a:close/>
                <a:moveTo>
                  <a:pt x="571500" y="9525"/>
                </a:moveTo>
                <a:lnTo>
                  <a:pt x="600075" y="9525"/>
                </a:lnTo>
                <a:lnTo>
                  <a:pt x="600075" y="19050"/>
                </a:lnTo>
                <a:lnTo>
                  <a:pt x="590550" y="19050"/>
                </a:lnTo>
                <a:lnTo>
                  <a:pt x="590550" y="28575"/>
                </a:lnTo>
                <a:lnTo>
                  <a:pt x="571500" y="28575"/>
                </a:lnTo>
                <a:close/>
                <a:moveTo>
                  <a:pt x="1171575" y="9525"/>
                </a:moveTo>
                <a:lnTo>
                  <a:pt x="1200150" y="9525"/>
                </a:lnTo>
                <a:lnTo>
                  <a:pt x="1200150" y="19050"/>
                </a:lnTo>
                <a:lnTo>
                  <a:pt x="1171575" y="19050"/>
                </a:lnTo>
                <a:close/>
                <a:moveTo>
                  <a:pt x="1800225" y="9525"/>
                </a:moveTo>
                <a:lnTo>
                  <a:pt x="1809750" y="9525"/>
                </a:lnTo>
                <a:lnTo>
                  <a:pt x="1809750" y="19050"/>
                </a:lnTo>
                <a:lnTo>
                  <a:pt x="1800225" y="19050"/>
                </a:lnTo>
                <a:close/>
                <a:moveTo>
                  <a:pt x="1076325" y="19050"/>
                </a:moveTo>
                <a:lnTo>
                  <a:pt x="1085850" y="19050"/>
                </a:lnTo>
                <a:lnTo>
                  <a:pt x="1085850" y="28575"/>
                </a:lnTo>
                <a:lnTo>
                  <a:pt x="1076325" y="28575"/>
                </a:lnTo>
                <a:close/>
                <a:moveTo>
                  <a:pt x="1228725" y="19050"/>
                </a:moveTo>
                <a:lnTo>
                  <a:pt x="1238250" y="19050"/>
                </a:lnTo>
                <a:lnTo>
                  <a:pt x="1238250" y="28575"/>
                </a:lnTo>
                <a:lnTo>
                  <a:pt x="1228725" y="28575"/>
                </a:lnTo>
                <a:close/>
                <a:moveTo>
                  <a:pt x="1476375" y="19050"/>
                </a:moveTo>
                <a:lnTo>
                  <a:pt x="1485900" y="19050"/>
                </a:lnTo>
                <a:lnTo>
                  <a:pt x="1485900" y="28575"/>
                </a:lnTo>
                <a:lnTo>
                  <a:pt x="1476375" y="28575"/>
                </a:lnTo>
                <a:close/>
                <a:moveTo>
                  <a:pt x="1809750" y="19050"/>
                </a:moveTo>
                <a:lnTo>
                  <a:pt x="1819275" y="19050"/>
                </a:lnTo>
                <a:lnTo>
                  <a:pt x="1819275" y="28575"/>
                </a:lnTo>
                <a:lnTo>
                  <a:pt x="1809750" y="28575"/>
                </a:lnTo>
                <a:close/>
                <a:moveTo>
                  <a:pt x="600075" y="28575"/>
                </a:moveTo>
                <a:lnTo>
                  <a:pt x="609600" y="28575"/>
                </a:lnTo>
                <a:lnTo>
                  <a:pt x="609600" y="38100"/>
                </a:lnTo>
                <a:lnTo>
                  <a:pt x="600075" y="38100"/>
                </a:lnTo>
                <a:close/>
                <a:moveTo>
                  <a:pt x="647700" y="28575"/>
                </a:moveTo>
                <a:lnTo>
                  <a:pt x="657225" y="28575"/>
                </a:lnTo>
                <a:lnTo>
                  <a:pt x="657225" y="38100"/>
                </a:lnTo>
                <a:lnTo>
                  <a:pt x="647700" y="38100"/>
                </a:lnTo>
                <a:close/>
                <a:moveTo>
                  <a:pt x="1219200" y="38100"/>
                </a:moveTo>
                <a:lnTo>
                  <a:pt x="1228725" y="38100"/>
                </a:lnTo>
                <a:lnTo>
                  <a:pt x="1228725" y="47625"/>
                </a:lnTo>
                <a:lnTo>
                  <a:pt x="1219200" y="47625"/>
                </a:lnTo>
                <a:close/>
                <a:moveTo>
                  <a:pt x="1781175" y="38100"/>
                </a:moveTo>
                <a:lnTo>
                  <a:pt x="1800225" y="38100"/>
                </a:lnTo>
                <a:lnTo>
                  <a:pt x="1800225" y="47625"/>
                </a:lnTo>
                <a:lnTo>
                  <a:pt x="1781175" y="47625"/>
                </a:lnTo>
                <a:close/>
                <a:moveTo>
                  <a:pt x="1866900" y="47625"/>
                </a:moveTo>
                <a:lnTo>
                  <a:pt x="1876425" y="47625"/>
                </a:lnTo>
                <a:lnTo>
                  <a:pt x="1876425" y="57150"/>
                </a:lnTo>
                <a:lnTo>
                  <a:pt x="1885950" y="57150"/>
                </a:lnTo>
                <a:lnTo>
                  <a:pt x="1885950" y="66675"/>
                </a:lnTo>
                <a:lnTo>
                  <a:pt x="1905000" y="66675"/>
                </a:lnTo>
                <a:lnTo>
                  <a:pt x="1905000" y="85725"/>
                </a:lnTo>
                <a:lnTo>
                  <a:pt x="1885950" y="85725"/>
                </a:lnTo>
                <a:lnTo>
                  <a:pt x="1885950" y="76200"/>
                </a:lnTo>
                <a:lnTo>
                  <a:pt x="1876425" y="76200"/>
                </a:lnTo>
                <a:lnTo>
                  <a:pt x="1876425" y="66675"/>
                </a:lnTo>
                <a:lnTo>
                  <a:pt x="1866900" y="66675"/>
                </a:lnTo>
                <a:close/>
                <a:moveTo>
                  <a:pt x="1905000" y="47625"/>
                </a:moveTo>
                <a:lnTo>
                  <a:pt x="1914525" y="47625"/>
                </a:lnTo>
                <a:lnTo>
                  <a:pt x="1914525" y="57150"/>
                </a:lnTo>
                <a:lnTo>
                  <a:pt x="1905000" y="57150"/>
                </a:lnTo>
                <a:close/>
                <a:moveTo>
                  <a:pt x="2276475" y="47625"/>
                </a:moveTo>
                <a:lnTo>
                  <a:pt x="2286000" y="47625"/>
                </a:lnTo>
                <a:lnTo>
                  <a:pt x="2286000" y="57150"/>
                </a:lnTo>
                <a:lnTo>
                  <a:pt x="2276475" y="57150"/>
                </a:lnTo>
                <a:close/>
                <a:moveTo>
                  <a:pt x="95250" y="57150"/>
                </a:moveTo>
                <a:lnTo>
                  <a:pt x="114300" y="57150"/>
                </a:lnTo>
                <a:lnTo>
                  <a:pt x="114300" y="66675"/>
                </a:lnTo>
                <a:lnTo>
                  <a:pt x="95250" y="66675"/>
                </a:lnTo>
                <a:close/>
                <a:moveTo>
                  <a:pt x="1828800" y="57150"/>
                </a:moveTo>
                <a:lnTo>
                  <a:pt x="1838325" y="57150"/>
                </a:lnTo>
                <a:lnTo>
                  <a:pt x="1838325" y="66675"/>
                </a:lnTo>
                <a:lnTo>
                  <a:pt x="1828800" y="66675"/>
                </a:lnTo>
                <a:close/>
                <a:moveTo>
                  <a:pt x="2305050" y="57150"/>
                </a:moveTo>
                <a:lnTo>
                  <a:pt x="2314575" y="57150"/>
                </a:lnTo>
                <a:lnTo>
                  <a:pt x="2314575" y="66675"/>
                </a:lnTo>
                <a:lnTo>
                  <a:pt x="2305050" y="66675"/>
                </a:lnTo>
                <a:close/>
                <a:moveTo>
                  <a:pt x="47625" y="66675"/>
                </a:moveTo>
                <a:lnTo>
                  <a:pt x="57150" y="66675"/>
                </a:lnTo>
                <a:lnTo>
                  <a:pt x="57150" y="76200"/>
                </a:lnTo>
                <a:lnTo>
                  <a:pt x="47625" y="76200"/>
                </a:lnTo>
                <a:close/>
                <a:moveTo>
                  <a:pt x="2266950" y="66675"/>
                </a:moveTo>
                <a:lnTo>
                  <a:pt x="2276475" y="66675"/>
                </a:lnTo>
                <a:lnTo>
                  <a:pt x="2276475" y="76200"/>
                </a:lnTo>
                <a:lnTo>
                  <a:pt x="2266950" y="76200"/>
                </a:lnTo>
                <a:close/>
                <a:moveTo>
                  <a:pt x="38100" y="76200"/>
                </a:moveTo>
                <a:lnTo>
                  <a:pt x="47625" y="76200"/>
                </a:lnTo>
                <a:lnTo>
                  <a:pt x="47625" y="85725"/>
                </a:lnTo>
                <a:lnTo>
                  <a:pt x="38100" y="85725"/>
                </a:lnTo>
                <a:close/>
                <a:moveTo>
                  <a:pt x="2381250" y="76200"/>
                </a:moveTo>
                <a:lnTo>
                  <a:pt x="2400300" y="76200"/>
                </a:lnTo>
                <a:lnTo>
                  <a:pt x="2400300" y="85725"/>
                </a:lnTo>
                <a:lnTo>
                  <a:pt x="2381250" y="85725"/>
                </a:lnTo>
                <a:close/>
                <a:moveTo>
                  <a:pt x="47625" y="85725"/>
                </a:moveTo>
                <a:lnTo>
                  <a:pt x="57150" y="85725"/>
                </a:lnTo>
                <a:lnTo>
                  <a:pt x="57150" y="95250"/>
                </a:lnTo>
                <a:lnTo>
                  <a:pt x="47625" y="95250"/>
                </a:lnTo>
                <a:close/>
                <a:moveTo>
                  <a:pt x="1876425" y="95250"/>
                </a:moveTo>
                <a:lnTo>
                  <a:pt x="1885950" y="95250"/>
                </a:lnTo>
                <a:lnTo>
                  <a:pt x="1885950" y="104775"/>
                </a:lnTo>
                <a:lnTo>
                  <a:pt x="1876425" y="104775"/>
                </a:lnTo>
                <a:close/>
                <a:moveTo>
                  <a:pt x="2381250" y="95250"/>
                </a:moveTo>
                <a:lnTo>
                  <a:pt x="2390775" y="95250"/>
                </a:lnTo>
                <a:lnTo>
                  <a:pt x="2390775" y="104775"/>
                </a:lnTo>
                <a:lnTo>
                  <a:pt x="2381250" y="104775"/>
                </a:lnTo>
                <a:close/>
                <a:moveTo>
                  <a:pt x="133350" y="104775"/>
                </a:moveTo>
                <a:lnTo>
                  <a:pt x="161925" y="104775"/>
                </a:lnTo>
                <a:lnTo>
                  <a:pt x="161925" y="114300"/>
                </a:lnTo>
                <a:lnTo>
                  <a:pt x="133350" y="114300"/>
                </a:lnTo>
                <a:close/>
                <a:moveTo>
                  <a:pt x="2333625" y="104775"/>
                </a:moveTo>
                <a:lnTo>
                  <a:pt x="2343150" y="104775"/>
                </a:lnTo>
                <a:lnTo>
                  <a:pt x="2343150" y="114300"/>
                </a:lnTo>
                <a:lnTo>
                  <a:pt x="2333625" y="114300"/>
                </a:lnTo>
                <a:close/>
                <a:moveTo>
                  <a:pt x="2352675" y="104775"/>
                </a:moveTo>
                <a:lnTo>
                  <a:pt x="2362200" y="104775"/>
                </a:lnTo>
                <a:lnTo>
                  <a:pt x="2362200" y="114300"/>
                </a:lnTo>
                <a:lnTo>
                  <a:pt x="2352675" y="114300"/>
                </a:lnTo>
                <a:close/>
                <a:moveTo>
                  <a:pt x="161925" y="114300"/>
                </a:moveTo>
                <a:lnTo>
                  <a:pt x="180975" y="114300"/>
                </a:lnTo>
                <a:lnTo>
                  <a:pt x="180975" y="123825"/>
                </a:lnTo>
                <a:lnTo>
                  <a:pt x="161925" y="123825"/>
                </a:lnTo>
                <a:close/>
                <a:moveTo>
                  <a:pt x="2343150" y="114300"/>
                </a:moveTo>
                <a:lnTo>
                  <a:pt x="2352675" y="114300"/>
                </a:lnTo>
                <a:lnTo>
                  <a:pt x="2352675" y="123825"/>
                </a:lnTo>
                <a:lnTo>
                  <a:pt x="2343150" y="123825"/>
                </a:lnTo>
                <a:close/>
                <a:moveTo>
                  <a:pt x="2362200" y="123825"/>
                </a:moveTo>
                <a:lnTo>
                  <a:pt x="2371725" y="123825"/>
                </a:lnTo>
                <a:lnTo>
                  <a:pt x="2371725" y="133350"/>
                </a:lnTo>
                <a:lnTo>
                  <a:pt x="2362200" y="133350"/>
                </a:lnTo>
                <a:close/>
                <a:moveTo>
                  <a:pt x="2419350" y="123825"/>
                </a:moveTo>
                <a:lnTo>
                  <a:pt x="2447925" y="123825"/>
                </a:lnTo>
                <a:lnTo>
                  <a:pt x="2447925" y="142875"/>
                </a:lnTo>
                <a:lnTo>
                  <a:pt x="2438400" y="142875"/>
                </a:lnTo>
                <a:lnTo>
                  <a:pt x="2438400" y="152400"/>
                </a:lnTo>
                <a:lnTo>
                  <a:pt x="2428875" y="152400"/>
                </a:lnTo>
                <a:lnTo>
                  <a:pt x="2428875" y="142875"/>
                </a:lnTo>
                <a:lnTo>
                  <a:pt x="2419350" y="142875"/>
                </a:lnTo>
                <a:close/>
                <a:moveTo>
                  <a:pt x="19050" y="142875"/>
                </a:moveTo>
                <a:lnTo>
                  <a:pt x="47625" y="142875"/>
                </a:lnTo>
                <a:lnTo>
                  <a:pt x="47625" y="152400"/>
                </a:lnTo>
                <a:lnTo>
                  <a:pt x="38100" y="152400"/>
                </a:lnTo>
                <a:lnTo>
                  <a:pt x="38100" y="161925"/>
                </a:lnTo>
                <a:lnTo>
                  <a:pt x="28575" y="161925"/>
                </a:lnTo>
                <a:lnTo>
                  <a:pt x="28575" y="152400"/>
                </a:lnTo>
                <a:lnTo>
                  <a:pt x="19050" y="152400"/>
                </a:lnTo>
                <a:close/>
                <a:moveTo>
                  <a:pt x="238125" y="142875"/>
                </a:moveTo>
                <a:lnTo>
                  <a:pt x="247650" y="142875"/>
                </a:lnTo>
                <a:lnTo>
                  <a:pt x="247650" y="152400"/>
                </a:lnTo>
                <a:lnTo>
                  <a:pt x="238125" y="152400"/>
                </a:lnTo>
                <a:close/>
                <a:moveTo>
                  <a:pt x="2352675" y="142875"/>
                </a:moveTo>
                <a:lnTo>
                  <a:pt x="2362200" y="142875"/>
                </a:lnTo>
                <a:lnTo>
                  <a:pt x="2362200" y="152400"/>
                </a:lnTo>
                <a:lnTo>
                  <a:pt x="2352675" y="152400"/>
                </a:lnTo>
                <a:close/>
                <a:moveTo>
                  <a:pt x="1638300" y="200025"/>
                </a:moveTo>
                <a:lnTo>
                  <a:pt x="1647825" y="200025"/>
                </a:lnTo>
                <a:lnTo>
                  <a:pt x="1647825" y="209550"/>
                </a:lnTo>
                <a:lnTo>
                  <a:pt x="1638300" y="209550"/>
                </a:lnTo>
                <a:close/>
                <a:moveTo>
                  <a:pt x="2428875" y="314325"/>
                </a:moveTo>
                <a:lnTo>
                  <a:pt x="2447925" y="314325"/>
                </a:lnTo>
                <a:lnTo>
                  <a:pt x="2447925" y="323850"/>
                </a:lnTo>
                <a:lnTo>
                  <a:pt x="2438400" y="323850"/>
                </a:lnTo>
                <a:lnTo>
                  <a:pt x="2438400" y="333375"/>
                </a:lnTo>
                <a:lnTo>
                  <a:pt x="2428875" y="333375"/>
                </a:lnTo>
                <a:close/>
                <a:moveTo>
                  <a:pt x="9525" y="361950"/>
                </a:moveTo>
                <a:lnTo>
                  <a:pt x="38100" y="361950"/>
                </a:lnTo>
                <a:lnTo>
                  <a:pt x="38100" y="371475"/>
                </a:lnTo>
                <a:lnTo>
                  <a:pt x="9525" y="371475"/>
                </a:lnTo>
                <a:close/>
                <a:moveTo>
                  <a:pt x="1457325" y="409575"/>
                </a:moveTo>
                <a:lnTo>
                  <a:pt x="1466850" y="409575"/>
                </a:lnTo>
                <a:lnTo>
                  <a:pt x="1466850" y="419100"/>
                </a:lnTo>
                <a:lnTo>
                  <a:pt x="1457325" y="419100"/>
                </a:lnTo>
                <a:close/>
                <a:moveTo>
                  <a:pt x="2085975" y="438150"/>
                </a:moveTo>
                <a:lnTo>
                  <a:pt x="2095500" y="438150"/>
                </a:lnTo>
                <a:lnTo>
                  <a:pt x="2095500" y="447675"/>
                </a:lnTo>
                <a:lnTo>
                  <a:pt x="2085975" y="447675"/>
                </a:lnTo>
                <a:close/>
                <a:moveTo>
                  <a:pt x="2085975" y="476250"/>
                </a:moveTo>
                <a:lnTo>
                  <a:pt x="2095500" y="476250"/>
                </a:lnTo>
                <a:lnTo>
                  <a:pt x="2095500" y="504825"/>
                </a:lnTo>
                <a:lnTo>
                  <a:pt x="2076450" y="504825"/>
                </a:lnTo>
                <a:lnTo>
                  <a:pt x="2076450" y="485775"/>
                </a:lnTo>
                <a:lnTo>
                  <a:pt x="2085975" y="485775"/>
                </a:lnTo>
                <a:close/>
                <a:moveTo>
                  <a:pt x="38100" y="504825"/>
                </a:moveTo>
                <a:lnTo>
                  <a:pt x="47625" y="504825"/>
                </a:lnTo>
                <a:lnTo>
                  <a:pt x="47625" y="523875"/>
                </a:lnTo>
                <a:lnTo>
                  <a:pt x="38100" y="523875"/>
                </a:lnTo>
                <a:close/>
                <a:moveTo>
                  <a:pt x="57150" y="514350"/>
                </a:moveTo>
                <a:lnTo>
                  <a:pt x="66675" y="514350"/>
                </a:lnTo>
                <a:lnTo>
                  <a:pt x="66675" y="523875"/>
                </a:lnTo>
                <a:lnTo>
                  <a:pt x="57150" y="523875"/>
                </a:lnTo>
                <a:close/>
                <a:moveTo>
                  <a:pt x="28575" y="552450"/>
                </a:moveTo>
                <a:lnTo>
                  <a:pt x="47625" y="552450"/>
                </a:lnTo>
                <a:lnTo>
                  <a:pt x="47625" y="581025"/>
                </a:lnTo>
                <a:lnTo>
                  <a:pt x="38100" y="581025"/>
                </a:lnTo>
                <a:lnTo>
                  <a:pt x="38100" y="561975"/>
                </a:lnTo>
                <a:lnTo>
                  <a:pt x="28575" y="561975"/>
                </a:lnTo>
                <a:close/>
                <a:moveTo>
                  <a:pt x="9525" y="600075"/>
                </a:moveTo>
                <a:lnTo>
                  <a:pt x="19050" y="600075"/>
                </a:lnTo>
                <a:lnTo>
                  <a:pt x="19050" y="609600"/>
                </a:lnTo>
                <a:lnTo>
                  <a:pt x="28575" y="609600"/>
                </a:lnTo>
                <a:lnTo>
                  <a:pt x="28575" y="600075"/>
                </a:lnTo>
                <a:lnTo>
                  <a:pt x="38100" y="600075"/>
                </a:lnTo>
                <a:lnTo>
                  <a:pt x="38100" y="619125"/>
                </a:lnTo>
                <a:lnTo>
                  <a:pt x="9525" y="619125"/>
                </a:lnTo>
                <a:close/>
                <a:moveTo>
                  <a:pt x="38100" y="619125"/>
                </a:moveTo>
                <a:lnTo>
                  <a:pt x="47625" y="619125"/>
                </a:lnTo>
                <a:lnTo>
                  <a:pt x="47625" y="628650"/>
                </a:lnTo>
                <a:lnTo>
                  <a:pt x="38100" y="628650"/>
                </a:lnTo>
                <a:close/>
                <a:moveTo>
                  <a:pt x="57150" y="628650"/>
                </a:moveTo>
                <a:lnTo>
                  <a:pt x="66675" y="628650"/>
                </a:lnTo>
                <a:lnTo>
                  <a:pt x="66675" y="638175"/>
                </a:lnTo>
                <a:lnTo>
                  <a:pt x="57150" y="638175"/>
                </a:lnTo>
                <a:close/>
                <a:moveTo>
                  <a:pt x="2114550" y="647700"/>
                </a:moveTo>
                <a:lnTo>
                  <a:pt x="2133600" y="647700"/>
                </a:lnTo>
                <a:lnTo>
                  <a:pt x="2133600" y="657225"/>
                </a:lnTo>
                <a:lnTo>
                  <a:pt x="2143125" y="657225"/>
                </a:lnTo>
                <a:lnTo>
                  <a:pt x="2143125" y="685800"/>
                </a:lnTo>
                <a:lnTo>
                  <a:pt x="2133600" y="685800"/>
                </a:lnTo>
                <a:lnTo>
                  <a:pt x="2133600" y="666750"/>
                </a:lnTo>
                <a:lnTo>
                  <a:pt x="2114550" y="666750"/>
                </a:lnTo>
                <a:close/>
                <a:moveTo>
                  <a:pt x="2447925" y="666750"/>
                </a:moveTo>
                <a:lnTo>
                  <a:pt x="2457450" y="666750"/>
                </a:lnTo>
                <a:lnTo>
                  <a:pt x="2457450" y="733425"/>
                </a:lnTo>
                <a:lnTo>
                  <a:pt x="2447925" y="733425"/>
                </a:lnTo>
                <a:lnTo>
                  <a:pt x="2447925" y="742950"/>
                </a:lnTo>
                <a:lnTo>
                  <a:pt x="2438400" y="742950"/>
                </a:lnTo>
                <a:lnTo>
                  <a:pt x="2438400" y="752475"/>
                </a:lnTo>
                <a:lnTo>
                  <a:pt x="2447925" y="752475"/>
                </a:lnTo>
                <a:lnTo>
                  <a:pt x="2447925" y="762000"/>
                </a:lnTo>
                <a:lnTo>
                  <a:pt x="2428875" y="762000"/>
                </a:lnTo>
                <a:lnTo>
                  <a:pt x="2428875" y="714375"/>
                </a:lnTo>
                <a:lnTo>
                  <a:pt x="2438400" y="714375"/>
                </a:lnTo>
                <a:lnTo>
                  <a:pt x="2438400" y="704850"/>
                </a:lnTo>
                <a:lnTo>
                  <a:pt x="2447925" y="704850"/>
                </a:lnTo>
                <a:close/>
                <a:moveTo>
                  <a:pt x="9525" y="714375"/>
                </a:moveTo>
                <a:lnTo>
                  <a:pt x="28575" y="714375"/>
                </a:lnTo>
                <a:lnTo>
                  <a:pt x="28575" y="723900"/>
                </a:lnTo>
                <a:lnTo>
                  <a:pt x="19050" y="723900"/>
                </a:lnTo>
                <a:lnTo>
                  <a:pt x="19050" y="733425"/>
                </a:lnTo>
                <a:lnTo>
                  <a:pt x="9525" y="733425"/>
                </a:lnTo>
                <a:close/>
                <a:moveTo>
                  <a:pt x="1400175" y="733425"/>
                </a:moveTo>
                <a:lnTo>
                  <a:pt x="1428750" y="733425"/>
                </a:lnTo>
                <a:lnTo>
                  <a:pt x="1428750" y="742950"/>
                </a:lnTo>
                <a:lnTo>
                  <a:pt x="1400175" y="742950"/>
                </a:lnTo>
                <a:close/>
                <a:moveTo>
                  <a:pt x="2181225" y="733425"/>
                </a:moveTo>
                <a:lnTo>
                  <a:pt x="2190750" y="733425"/>
                </a:lnTo>
                <a:lnTo>
                  <a:pt x="2190750" y="742950"/>
                </a:lnTo>
                <a:lnTo>
                  <a:pt x="2181225" y="742950"/>
                </a:lnTo>
                <a:close/>
                <a:moveTo>
                  <a:pt x="1323975" y="742950"/>
                </a:moveTo>
                <a:lnTo>
                  <a:pt x="1333500" y="742950"/>
                </a:lnTo>
                <a:lnTo>
                  <a:pt x="1333500" y="762000"/>
                </a:lnTo>
                <a:lnTo>
                  <a:pt x="1323975" y="762000"/>
                </a:lnTo>
                <a:close/>
                <a:moveTo>
                  <a:pt x="2257425" y="752475"/>
                </a:moveTo>
                <a:lnTo>
                  <a:pt x="2276475" y="752475"/>
                </a:lnTo>
                <a:lnTo>
                  <a:pt x="2276475" y="762000"/>
                </a:lnTo>
                <a:lnTo>
                  <a:pt x="2266950" y="762000"/>
                </a:lnTo>
                <a:lnTo>
                  <a:pt x="2266950" y="781050"/>
                </a:lnTo>
                <a:lnTo>
                  <a:pt x="2257425" y="781050"/>
                </a:lnTo>
                <a:close/>
                <a:moveTo>
                  <a:pt x="2200275" y="762000"/>
                </a:moveTo>
                <a:lnTo>
                  <a:pt x="2209800" y="762000"/>
                </a:lnTo>
                <a:lnTo>
                  <a:pt x="2209800" y="781050"/>
                </a:lnTo>
                <a:lnTo>
                  <a:pt x="2200275" y="781050"/>
                </a:lnTo>
                <a:close/>
                <a:moveTo>
                  <a:pt x="2305050" y="762000"/>
                </a:moveTo>
                <a:lnTo>
                  <a:pt x="2314575" y="762000"/>
                </a:lnTo>
                <a:lnTo>
                  <a:pt x="2314575" y="771525"/>
                </a:lnTo>
                <a:lnTo>
                  <a:pt x="2333625" y="771525"/>
                </a:lnTo>
                <a:lnTo>
                  <a:pt x="2333625" y="781050"/>
                </a:lnTo>
                <a:lnTo>
                  <a:pt x="2324100" y="781050"/>
                </a:lnTo>
                <a:lnTo>
                  <a:pt x="2324100" y="800100"/>
                </a:lnTo>
                <a:lnTo>
                  <a:pt x="2314575" y="800100"/>
                </a:lnTo>
                <a:lnTo>
                  <a:pt x="2314575" y="781050"/>
                </a:lnTo>
                <a:lnTo>
                  <a:pt x="2305050" y="781050"/>
                </a:lnTo>
                <a:lnTo>
                  <a:pt x="2305050" y="800100"/>
                </a:lnTo>
                <a:lnTo>
                  <a:pt x="2295525" y="800100"/>
                </a:lnTo>
                <a:lnTo>
                  <a:pt x="2295525" y="771525"/>
                </a:lnTo>
                <a:lnTo>
                  <a:pt x="2305050" y="771525"/>
                </a:lnTo>
                <a:close/>
                <a:moveTo>
                  <a:pt x="2409825" y="781050"/>
                </a:moveTo>
                <a:lnTo>
                  <a:pt x="2428875" y="781050"/>
                </a:lnTo>
                <a:lnTo>
                  <a:pt x="2428875" y="790575"/>
                </a:lnTo>
                <a:lnTo>
                  <a:pt x="2419350" y="790575"/>
                </a:lnTo>
                <a:lnTo>
                  <a:pt x="2419350" y="800100"/>
                </a:lnTo>
                <a:lnTo>
                  <a:pt x="2409825" y="800100"/>
                </a:lnTo>
                <a:close/>
                <a:moveTo>
                  <a:pt x="2247900" y="790575"/>
                </a:moveTo>
                <a:lnTo>
                  <a:pt x="2257425" y="790575"/>
                </a:lnTo>
                <a:lnTo>
                  <a:pt x="2257425" y="809625"/>
                </a:lnTo>
                <a:lnTo>
                  <a:pt x="2247900" y="809625"/>
                </a:lnTo>
                <a:close/>
                <a:moveTo>
                  <a:pt x="2390775" y="790575"/>
                </a:moveTo>
                <a:lnTo>
                  <a:pt x="2400300" y="790575"/>
                </a:lnTo>
                <a:lnTo>
                  <a:pt x="2400300" y="809625"/>
                </a:lnTo>
                <a:lnTo>
                  <a:pt x="2390775" y="809625"/>
                </a:lnTo>
                <a:close/>
                <a:moveTo>
                  <a:pt x="2228850" y="809625"/>
                </a:moveTo>
                <a:lnTo>
                  <a:pt x="2247900" y="809625"/>
                </a:lnTo>
                <a:lnTo>
                  <a:pt x="2247900" y="819150"/>
                </a:lnTo>
                <a:lnTo>
                  <a:pt x="2266950" y="819150"/>
                </a:lnTo>
                <a:lnTo>
                  <a:pt x="2266950" y="857250"/>
                </a:lnTo>
                <a:lnTo>
                  <a:pt x="2257425" y="857250"/>
                </a:lnTo>
                <a:lnTo>
                  <a:pt x="2257425" y="847725"/>
                </a:lnTo>
                <a:lnTo>
                  <a:pt x="2247900" y="847725"/>
                </a:lnTo>
                <a:lnTo>
                  <a:pt x="2247900" y="838200"/>
                </a:lnTo>
                <a:lnTo>
                  <a:pt x="2219325" y="838200"/>
                </a:lnTo>
                <a:lnTo>
                  <a:pt x="2219325" y="847725"/>
                </a:lnTo>
                <a:lnTo>
                  <a:pt x="2228850" y="847725"/>
                </a:lnTo>
                <a:lnTo>
                  <a:pt x="2228850" y="857250"/>
                </a:lnTo>
                <a:lnTo>
                  <a:pt x="2190750" y="857250"/>
                </a:lnTo>
                <a:lnTo>
                  <a:pt x="2190750" y="847725"/>
                </a:lnTo>
                <a:lnTo>
                  <a:pt x="2209800" y="847725"/>
                </a:lnTo>
                <a:lnTo>
                  <a:pt x="2209800" y="828675"/>
                </a:lnTo>
                <a:lnTo>
                  <a:pt x="2228850" y="828675"/>
                </a:lnTo>
                <a:close/>
                <a:moveTo>
                  <a:pt x="2333625" y="809625"/>
                </a:moveTo>
                <a:lnTo>
                  <a:pt x="2362200" y="809625"/>
                </a:lnTo>
                <a:lnTo>
                  <a:pt x="2362200" y="838200"/>
                </a:lnTo>
                <a:lnTo>
                  <a:pt x="2352675" y="838200"/>
                </a:lnTo>
                <a:lnTo>
                  <a:pt x="2352675" y="857250"/>
                </a:lnTo>
                <a:lnTo>
                  <a:pt x="2343150" y="857250"/>
                </a:lnTo>
                <a:lnTo>
                  <a:pt x="2343150" y="847725"/>
                </a:lnTo>
                <a:lnTo>
                  <a:pt x="2324100" y="847725"/>
                </a:lnTo>
                <a:lnTo>
                  <a:pt x="2324100" y="819150"/>
                </a:lnTo>
                <a:lnTo>
                  <a:pt x="2333625" y="819150"/>
                </a:lnTo>
                <a:close/>
                <a:moveTo>
                  <a:pt x="2400300" y="809625"/>
                </a:moveTo>
                <a:lnTo>
                  <a:pt x="2409825" y="809625"/>
                </a:lnTo>
                <a:lnTo>
                  <a:pt x="2409825" y="819150"/>
                </a:lnTo>
                <a:lnTo>
                  <a:pt x="2400300" y="819150"/>
                </a:lnTo>
                <a:close/>
                <a:moveTo>
                  <a:pt x="2447925" y="809625"/>
                </a:moveTo>
                <a:lnTo>
                  <a:pt x="2457450" y="809625"/>
                </a:lnTo>
                <a:lnTo>
                  <a:pt x="2457450" y="828675"/>
                </a:lnTo>
                <a:lnTo>
                  <a:pt x="2447925" y="828675"/>
                </a:lnTo>
                <a:close/>
                <a:moveTo>
                  <a:pt x="2276475" y="819150"/>
                </a:moveTo>
                <a:lnTo>
                  <a:pt x="2286000" y="819150"/>
                </a:lnTo>
                <a:lnTo>
                  <a:pt x="2286000" y="838200"/>
                </a:lnTo>
                <a:lnTo>
                  <a:pt x="2276475" y="838200"/>
                </a:lnTo>
                <a:close/>
                <a:moveTo>
                  <a:pt x="2305050" y="828675"/>
                </a:moveTo>
                <a:lnTo>
                  <a:pt x="2314575" y="828675"/>
                </a:lnTo>
                <a:lnTo>
                  <a:pt x="2314575" y="838200"/>
                </a:lnTo>
                <a:lnTo>
                  <a:pt x="2305050" y="838200"/>
                </a:lnTo>
                <a:close/>
                <a:moveTo>
                  <a:pt x="2305050" y="847725"/>
                </a:moveTo>
                <a:lnTo>
                  <a:pt x="2324100" y="847725"/>
                </a:lnTo>
                <a:lnTo>
                  <a:pt x="2324100" y="866775"/>
                </a:lnTo>
                <a:lnTo>
                  <a:pt x="2314575" y="866775"/>
                </a:lnTo>
                <a:lnTo>
                  <a:pt x="2314575" y="857250"/>
                </a:lnTo>
                <a:lnTo>
                  <a:pt x="2305050" y="857250"/>
                </a:lnTo>
                <a:close/>
                <a:moveTo>
                  <a:pt x="1466850" y="857250"/>
                </a:moveTo>
                <a:lnTo>
                  <a:pt x="1476375" y="857250"/>
                </a:lnTo>
                <a:lnTo>
                  <a:pt x="1476375" y="866775"/>
                </a:lnTo>
                <a:lnTo>
                  <a:pt x="1466850" y="866775"/>
                </a:lnTo>
                <a:close/>
                <a:moveTo>
                  <a:pt x="2228850" y="857250"/>
                </a:moveTo>
                <a:lnTo>
                  <a:pt x="2238375" y="857250"/>
                </a:lnTo>
                <a:lnTo>
                  <a:pt x="2238375" y="866775"/>
                </a:lnTo>
                <a:lnTo>
                  <a:pt x="2228850" y="866775"/>
                </a:lnTo>
                <a:close/>
                <a:moveTo>
                  <a:pt x="2181225" y="876300"/>
                </a:moveTo>
                <a:lnTo>
                  <a:pt x="2190750" y="876300"/>
                </a:lnTo>
                <a:lnTo>
                  <a:pt x="2190750" y="885825"/>
                </a:lnTo>
                <a:lnTo>
                  <a:pt x="2181225" y="885825"/>
                </a:lnTo>
                <a:close/>
                <a:moveTo>
                  <a:pt x="1390650" y="904875"/>
                </a:moveTo>
                <a:lnTo>
                  <a:pt x="1400175" y="904875"/>
                </a:lnTo>
                <a:lnTo>
                  <a:pt x="1400175" y="914400"/>
                </a:lnTo>
                <a:lnTo>
                  <a:pt x="1390650" y="914400"/>
                </a:lnTo>
                <a:close/>
                <a:moveTo>
                  <a:pt x="2238375" y="904875"/>
                </a:moveTo>
                <a:lnTo>
                  <a:pt x="2247900" y="904875"/>
                </a:lnTo>
                <a:lnTo>
                  <a:pt x="2247900" y="923925"/>
                </a:lnTo>
                <a:lnTo>
                  <a:pt x="2238375" y="923925"/>
                </a:lnTo>
                <a:lnTo>
                  <a:pt x="2238375" y="933450"/>
                </a:lnTo>
                <a:lnTo>
                  <a:pt x="2228850" y="933450"/>
                </a:lnTo>
                <a:lnTo>
                  <a:pt x="2228850" y="914400"/>
                </a:lnTo>
                <a:lnTo>
                  <a:pt x="2238375" y="914400"/>
                </a:lnTo>
                <a:close/>
                <a:moveTo>
                  <a:pt x="2247900" y="923925"/>
                </a:moveTo>
                <a:lnTo>
                  <a:pt x="2257425" y="923925"/>
                </a:lnTo>
                <a:lnTo>
                  <a:pt x="2257425" y="933450"/>
                </a:lnTo>
                <a:lnTo>
                  <a:pt x="2247900" y="933450"/>
                </a:lnTo>
                <a:close/>
                <a:moveTo>
                  <a:pt x="2190750" y="942975"/>
                </a:moveTo>
                <a:lnTo>
                  <a:pt x="2200275" y="942975"/>
                </a:lnTo>
                <a:lnTo>
                  <a:pt x="2200275" y="952500"/>
                </a:lnTo>
                <a:lnTo>
                  <a:pt x="2190750" y="952500"/>
                </a:lnTo>
                <a:close/>
                <a:moveTo>
                  <a:pt x="1476375" y="952500"/>
                </a:moveTo>
                <a:lnTo>
                  <a:pt x="1485900" y="952500"/>
                </a:lnTo>
                <a:lnTo>
                  <a:pt x="1485900" y="962025"/>
                </a:lnTo>
                <a:lnTo>
                  <a:pt x="1476375" y="962025"/>
                </a:lnTo>
                <a:close/>
                <a:moveTo>
                  <a:pt x="2200275" y="952500"/>
                </a:moveTo>
                <a:lnTo>
                  <a:pt x="2209800" y="952500"/>
                </a:lnTo>
                <a:lnTo>
                  <a:pt x="2209800" y="962025"/>
                </a:lnTo>
                <a:lnTo>
                  <a:pt x="2200275" y="962025"/>
                </a:lnTo>
                <a:close/>
                <a:moveTo>
                  <a:pt x="2219325" y="952500"/>
                </a:moveTo>
                <a:lnTo>
                  <a:pt x="2228850" y="952500"/>
                </a:lnTo>
                <a:lnTo>
                  <a:pt x="2228850" y="971550"/>
                </a:lnTo>
                <a:lnTo>
                  <a:pt x="2219325" y="971550"/>
                </a:lnTo>
                <a:close/>
                <a:moveTo>
                  <a:pt x="1162050" y="962025"/>
                </a:moveTo>
                <a:lnTo>
                  <a:pt x="1171575" y="962025"/>
                </a:lnTo>
                <a:lnTo>
                  <a:pt x="1171575" y="971550"/>
                </a:lnTo>
                <a:lnTo>
                  <a:pt x="1162050" y="971550"/>
                </a:lnTo>
                <a:close/>
                <a:moveTo>
                  <a:pt x="1495425" y="971550"/>
                </a:moveTo>
                <a:lnTo>
                  <a:pt x="1504950" y="971550"/>
                </a:lnTo>
                <a:lnTo>
                  <a:pt x="1504950" y="990600"/>
                </a:lnTo>
                <a:lnTo>
                  <a:pt x="1495425" y="990600"/>
                </a:lnTo>
                <a:close/>
                <a:moveTo>
                  <a:pt x="2200275" y="971550"/>
                </a:moveTo>
                <a:lnTo>
                  <a:pt x="2209800" y="971550"/>
                </a:lnTo>
                <a:lnTo>
                  <a:pt x="2209800" y="981075"/>
                </a:lnTo>
                <a:lnTo>
                  <a:pt x="2200275" y="981075"/>
                </a:lnTo>
                <a:close/>
                <a:moveTo>
                  <a:pt x="2000250" y="981075"/>
                </a:moveTo>
                <a:lnTo>
                  <a:pt x="2009775" y="981075"/>
                </a:lnTo>
                <a:lnTo>
                  <a:pt x="2009775" y="990600"/>
                </a:lnTo>
                <a:lnTo>
                  <a:pt x="2000250" y="990600"/>
                </a:lnTo>
                <a:close/>
                <a:moveTo>
                  <a:pt x="1190625" y="990600"/>
                </a:moveTo>
                <a:lnTo>
                  <a:pt x="1200150" y="990600"/>
                </a:lnTo>
                <a:lnTo>
                  <a:pt x="1200150" y="1009650"/>
                </a:lnTo>
                <a:lnTo>
                  <a:pt x="1190625" y="1009650"/>
                </a:lnTo>
                <a:close/>
                <a:moveTo>
                  <a:pt x="2038350" y="990600"/>
                </a:moveTo>
                <a:lnTo>
                  <a:pt x="2047875" y="990600"/>
                </a:lnTo>
                <a:lnTo>
                  <a:pt x="2047875" y="1047750"/>
                </a:lnTo>
                <a:lnTo>
                  <a:pt x="2038350" y="1047750"/>
                </a:lnTo>
                <a:close/>
                <a:moveTo>
                  <a:pt x="2238375" y="990600"/>
                </a:moveTo>
                <a:lnTo>
                  <a:pt x="2247900" y="990600"/>
                </a:lnTo>
                <a:lnTo>
                  <a:pt x="2247900" y="1000125"/>
                </a:lnTo>
                <a:lnTo>
                  <a:pt x="2257425" y="1000125"/>
                </a:lnTo>
                <a:lnTo>
                  <a:pt x="2257425" y="1009650"/>
                </a:lnTo>
                <a:lnTo>
                  <a:pt x="2238375" y="1009650"/>
                </a:lnTo>
                <a:close/>
                <a:moveTo>
                  <a:pt x="2057400" y="1000125"/>
                </a:moveTo>
                <a:lnTo>
                  <a:pt x="2066925" y="1000125"/>
                </a:lnTo>
                <a:lnTo>
                  <a:pt x="2066925" y="1019175"/>
                </a:lnTo>
                <a:lnTo>
                  <a:pt x="2057400" y="1019175"/>
                </a:lnTo>
                <a:close/>
                <a:moveTo>
                  <a:pt x="2076450" y="1009650"/>
                </a:moveTo>
                <a:lnTo>
                  <a:pt x="2085975" y="1009650"/>
                </a:lnTo>
                <a:lnTo>
                  <a:pt x="2085975" y="1019175"/>
                </a:lnTo>
                <a:lnTo>
                  <a:pt x="2076450" y="1019175"/>
                </a:lnTo>
                <a:close/>
                <a:moveTo>
                  <a:pt x="2171700" y="1009650"/>
                </a:moveTo>
                <a:lnTo>
                  <a:pt x="2181225" y="1009650"/>
                </a:lnTo>
                <a:lnTo>
                  <a:pt x="2181225" y="1028700"/>
                </a:lnTo>
                <a:lnTo>
                  <a:pt x="2171700" y="1028700"/>
                </a:lnTo>
                <a:close/>
                <a:moveTo>
                  <a:pt x="2190750" y="1009650"/>
                </a:moveTo>
                <a:lnTo>
                  <a:pt x="2209800" y="1009650"/>
                </a:lnTo>
                <a:lnTo>
                  <a:pt x="2209800" y="1019175"/>
                </a:lnTo>
                <a:lnTo>
                  <a:pt x="2190750" y="1019175"/>
                </a:lnTo>
                <a:close/>
                <a:moveTo>
                  <a:pt x="2428875" y="1019175"/>
                </a:moveTo>
                <a:lnTo>
                  <a:pt x="2438400" y="1019175"/>
                </a:lnTo>
                <a:lnTo>
                  <a:pt x="2438400" y="1028700"/>
                </a:lnTo>
                <a:lnTo>
                  <a:pt x="2428875" y="1028700"/>
                </a:lnTo>
                <a:close/>
                <a:moveTo>
                  <a:pt x="2314575" y="1028700"/>
                </a:moveTo>
                <a:lnTo>
                  <a:pt x="2352675" y="1028700"/>
                </a:lnTo>
                <a:lnTo>
                  <a:pt x="2352675" y="1038225"/>
                </a:lnTo>
                <a:lnTo>
                  <a:pt x="2333625" y="1038225"/>
                </a:lnTo>
                <a:lnTo>
                  <a:pt x="2333625" y="1047750"/>
                </a:lnTo>
                <a:lnTo>
                  <a:pt x="2324100" y="1047750"/>
                </a:lnTo>
                <a:lnTo>
                  <a:pt x="2324100" y="1038225"/>
                </a:lnTo>
                <a:lnTo>
                  <a:pt x="2314575" y="1038225"/>
                </a:lnTo>
                <a:close/>
                <a:moveTo>
                  <a:pt x="942975" y="1038225"/>
                </a:moveTo>
                <a:lnTo>
                  <a:pt x="952500" y="1038225"/>
                </a:lnTo>
                <a:lnTo>
                  <a:pt x="952500" y="1057275"/>
                </a:lnTo>
                <a:lnTo>
                  <a:pt x="942975" y="1057275"/>
                </a:lnTo>
                <a:close/>
                <a:moveTo>
                  <a:pt x="2105025" y="1038225"/>
                </a:moveTo>
                <a:lnTo>
                  <a:pt x="2114550" y="1038225"/>
                </a:lnTo>
                <a:lnTo>
                  <a:pt x="2114550" y="1066800"/>
                </a:lnTo>
                <a:lnTo>
                  <a:pt x="2105025" y="1066800"/>
                </a:lnTo>
                <a:close/>
                <a:moveTo>
                  <a:pt x="9525" y="1047750"/>
                </a:moveTo>
                <a:lnTo>
                  <a:pt x="19050" y="1047750"/>
                </a:lnTo>
                <a:lnTo>
                  <a:pt x="19050" y="1066800"/>
                </a:lnTo>
                <a:lnTo>
                  <a:pt x="9525" y="1066800"/>
                </a:lnTo>
                <a:close/>
                <a:moveTo>
                  <a:pt x="1076325" y="1047750"/>
                </a:moveTo>
                <a:lnTo>
                  <a:pt x="1085850" y="1047750"/>
                </a:lnTo>
                <a:lnTo>
                  <a:pt x="1085850" y="1057275"/>
                </a:lnTo>
                <a:lnTo>
                  <a:pt x="1076325" y="1057275"/>
                </a:lnTo>
                <a:close/>
                <a:moveTo>
                  <a:pt x="2028825" y="1047750"/>
                </a:moveTo>
                <a:lnTo>
                  <a:pt x="2038350" y="1047750"/>
                </a:lnTo>
                <a:lnTo>
                  <a:pt x="2038350" y="1057275"/>
                </a:lnTo>
                <a:lnTo>
                  <a:pt x="2028825" y="1057275"/>
                </a:lnTo>
                <a:close/>
                <a:moveTo>
                  <a:pt x="1085850" y="1057275"/>
                </a:moveTo>
                <a:lnTo>
                  <a:pt x="1095375" y="1057275"/>
                </a:lnTo>
                <a:lnTo>
                  <a:pt x="1095375" y="1076325"/>
                </a:lnTo>
                <a:lnTo>
                  <a:pt x="1085850" y="1076325"/>
                </a:lnTo>
                <a:close/>
                <a:moveTo>
                  <a:pt x="2143125" y="1076325"/>
                </a:moveTo>
                <a:lnTo>
                  <a:pt x="2162175" y="1076325"/>
                </a:lnTo>
                <a:lnTo>
                  <a:pt x="2162175" y="1085850"/>
                </a:lnTo>
                <a:lnTo>
                  <a:pt x="2143125" y="1085850"/>
                </a:lnTo>
                <a:close/>
                <a:moveTo>
                  <a:pt x="2362200" y="1085850"/>
                </a:moveTo>
                <a:lnTo>
                  <a:pt x="2371725" y="1085850"/>
                </a:lnTo>
                <a:lnTo>
                  <a:pt x="2371725" y="1095375"/>
                </a:lnTo>
                <a:lnTo>
                  <a:pt x="2362200" y="1095375"/>
                </a:lnTo>
                <a:close/>
                <a:moveTo>
                  <a:pt x="28575" y="1095375"/>
                </a:moveTo>
                <a:lnTo>
                  <a:pt x="38100" y="1095375"/>
                </a:lnTo>
                <a:lnTo>
                  <a:pt x="38100" y="1104900"/>
                </a:lnTo>
                <a:lnTo>
                  <a:pt x="28575" y="1104900"/>
                </a:lnTo>
                <a:close/>
                <a:moveTo>
                  <a:pt x="2219325" y="1095375"/>
                </a:moveTo>
                <a:lnTo>
                  <a:pt x="2228850" y="1095375"/>
                </a:lnTo>
                <a:lnTo>
                  <a:pt x="2228850" y="1104900"/>
                </a:lnTo>
                <a:lnTo>
                  <a:pt x="2238375" y="1104900"/>
                </a:lnTo>
                <a:lnTo>
                  <a:pt x="2238375" y="1123950"/>
                </a:lnTo>
                <a:lnTo>
                  <a:pt x="2219325" y="1123950"/>
                </a:lnTo>
                <a:close/>
                <a:moveTo>
                  <a:pt x="2381250" y="1095375"/>
                </a:moveTo>
                <a:lnTo>
                  <a:pt x="2390775" y="1095375"/>
                </a:lnTo>
                <a:lnTo>
                  <a:pt x="2390775" y="1104900"/>
                </a:lnTo>
                <a:lnTo>
                  <a:pt x="2381250" y="1104900"/>
                </a:lnTo>
                <a:close/>
                <a:moveTo>
                  <a:pt x="409575" y="1104900"/>
                </a:moveTo>
                <a:lnTo>
                  <a:pt x="419100" y="1104900"/>
                </a:lnTo>
                <a:lnTo>
                  <a:pt x="419100" y="1114425"/>
                </a:lnTo>
                <a:lnTo>
                  <a:pt x="409575" y="1114425"/>
                </a:lnTo>
                <a:close/>
                <a:moveTo>
                  <a:pt x="2000250" y="1104900"/>
                </a:moveTo>
                <a:lnTo>
                  <a:pt x="2028825" y="1104900"/>
                </a:lnTo>
                <a:lnTo>
                  <a:pt x="2028825" y="1114425"/>
                </a:lnTo>
                <a:lnTo>
                  <a:pt x="2000250" y="1114425"/>
                </a:lnTo>
                <a:close/>
                <a:moveTo>
                  <a:pt x="2076450" y="1104900"/>
                </a:moveTo>
                <a:lnTo>
                  <a:pt x="2085975" y="1104900"/>
                </a:lnTo>
                <a:lnTo>
                  <a:pt x="2085975" y="1114425"/>
                </a:lnTo>
                <a:lnTo>
                  <a:pt x="2076450" y="1114425"/>
                </a:lnTo>
                <a:close/>
                <a:moveTo>
                  <a:pt x="1047750" y="1114425"/>
                </a:moveTo>
                <a:lnTo>
                  <a:pt x="1057275" y="1114425"/>
                </a:lnTo>
                <a:lnTo>
                  <a:pt x="1057275" y="1123950"/>
                </a:lnTo>
                <a:lnTo>
                  <a:pt x="1047750" y="1123950"/>
                </a:lnTo>
                <a:close/>
                <a:moveTo>
                  <a:pt x="2085975" y="1114425"/>
                </a:moveTo>
                <a:lnTo>
                  <a:pt x="2095500" y="1114425"/>
                </a:lnTo>
                <a:lnTo>
                  <a:pt x="2095500" y="1123950"/>
                </a:lnTo>
                <a:lnTo>
                  <a:pt x="2085975" y="1123950"/>
                </a:lnTo>
                <a:close/>
                <a:moveTo>
                  <a:pt x="2143125" y="1114425"/>
                </a:moveTo>
                <a:lnTo>
                  <a:pt x="2152650" y="1114425"/>
                </a:lnTo>
                <a:lnTo>
                  <a:pt x="2152650" y="1133475"/>
                </a:lnTo>
                <a:lnTo>
                  <a:pt x="2143125" y="1133475"/>
                </a:lnTo>
                <a:close/>
                <a:moveTo>
                  <a:pt x="1152525" y="1123950"/>
                </a:moveTo>
                <a:lnTo>
                  <a:pt x="1162050" y="1123950"/>
                </a:lnTo>
                <a:lnTo>
                  <a:pt x="1162050" y="1133475"/>
                </a:lnTo>
                <a:lnTo>
                  <a:pt x="1152525" y="1133475"/>
                </a:lnTo>
                <a:close/>
                <a:moveTo>
                  <a:pt x="2352675" y="1123950"/>
                </a:moveTo>
                <a:lnTo>
                  <a:pt x="2362200" y="1123950"/>
                </a:lnTo>
                <a:lnTo>
                  <a:pt x="2362200" y="1133475"/>
                </a:lnTo>
                <a:lnTo>
                  <a:pt x="2352675" y="1133475"/>
                </a:lnTo>
                <a:close/>
                <a:moveTo>
                  <a:pt x="104775" y="1133475"/>
                </a:moveTo>
                <a:lnTo>
                  <a:pt x="114300" y="1133475"/>
                </a:lnTo>
                <a:lnTo>
                  <a:pt x="114300" y="1143000"/>
                </a:lnTo>
                <a:lnTo>
                  <a:pt x="104775" y="1143000"/>
                </a:lnTo>
                <a:close/>
                <a:moveTo>
                  <a:pt x="704850" y="1133475"/>
                </a:moveTo>
                <a:lnTo>
                  <a:pt x="714375" y="1133475"/>
                </a:lnTo>
                <a:lnTo>
                  <a:pt x="714375" y="1143000"/>
                </a:lnTo>
                <a:lnTo>
                  <a:pt x="704850" y="1143000"/>
                </a:lnTo>
                <a:close/>
                <a:moveTo>
                  <a:pt x="1066800" y="1133475"/>
                </a:moveTo>
                <a:lnTo>
                  <a:pt x="1076325" y="1133475"/>
                </a:lnTo>
                <a:lnTo>
                  <a:pt x="1076325" y="1143000"/>
                </a:lnTo>
                <a:lnTo>
                  <a:pt x="1066800" y="1143000"/>
                </a:lnTo>
                <a:close/>
                <a:moveTo>
                  <a:pt x="2028825" y="1133475"/>
                </a:moveTo>
                <a:lnTo>
                  <a:pt x="2038350" y="1133475"/>
                </a:lnTo>
                <a:lnTo>
                  <a:pt x="2038350" y="1152525"/>
                </a:lnTo>
                <a:lnTo>
                  <a:pt x="2028825" y="1152525"/>
                </a:lnTo>
                <a:close/>
                <a:moveTo>
                  <a:pt x="2209800" y="1133475"/>
                </a:moveTo>
                <a:lnTo>
                  <a:pt x="2238375" y="1133475"/>
                </a:lnTo>
                <a:lnTo>
                  <a:pt x="2238375" y="1162050"/>
                </a:lnTo>
                <a:lnTo>
                  <a:pt x="2228850" y="1162050"/>
                </a:lnTo>
                <a:lnTo>
                  <a:pt x="2228850" y="1143000"/>
                </a:lnTo>
                <a:lnTo>
                  <a:pt x="2209800" y="1143000"/>
                </a:lnTo>
                <a:close/>
                <a:moveTo>
                  <a:pt x="47625" y="1143000"/>
                </a:moveTo>
                <a:lnTo>
                  <a:pt x="57150" y="1143000"/>
                </a:lnTo>
                <a:lnTo>
                  <a:pt x="57150" y="1152525"/>
                </a:lnTo>
                <a:lnTo>
                  <a:pt x="47625" y="1152525"/>
                </a:lnTo>
                <a:close/>
                <a:moveTo>
                  <a:pt x="952500" y="1152525"/>
                </a:moveTo>
                <a:lnTo>
                  <a:pt x="962025" y="1152525"/>
                </a:lnTo>
                <a:lnTo>
                  <a:pt x="962025" y="1162050"/>
                </a:lnTo>
                <a:lnTo>
                  <a:pt x="952500" y="1162050"/>
                </a:lnTo>
                <a:close/>
                <a:moveTo>
                  <a:pt x="2190750" y="1152525"/>
                </a:moveTo>
                <a:lnTo>
                  <a:pt x="2200275" y="1152525"/>
                </a:lnTo>
                <a:lnTo>
                  <a:pt x="2200275" y="1171575"/>
                </a:lnTo>
                <a:lnTo>
                  <a:pt x="2181225" y="1171575"/>
                </a:lnTo>
                <a:lnTo>
                  <a:pt x="2181225" y="1162050"/>
                </a:lnTo>
                <a:lnTo>
                  <a:pt x="2190750" y="1162050"/>
                </a:lnTo>
                <a:close/>
                <a:moveTo>
                  <a:pt x="66675" y="1162050"/>
                </a:moveTo>
                <a:lnTo>
                  <a:pt x="76200" y="1162050"/>
                </a:lnTo>
                <a:lnTo>
                  <a:pt x="76200" y="1171575"/>
                </a:lnTo>
                <a:lnTo>
                  <a:pt x="66675" y="1171575"/>
                </a:lnTo>
                <a:close/>
                <a:moveTo>
                  <a:pt x="1104900" y="1181100"/>
                </a:moveTo>
                <a:lnTo>
                  <a:pt x="1114425" y="1181100"/>
                </a:lnTo>
                <a:lnTo>
                  <a:pt x="1114425" y="1190625"/>
                </a:lnTo>
                <a:lnTo>
                  <a:pt x="1104900" y="1190625"/>
                </a:lnTo>
                <a:close/>
                <a:moveTo>
                  <a:pt x="1304925" y="1190625"/>
                </a:moveTo>
                <a:lnTo>
                  <a:pt x="1314450" y="1190625"/>
                </a:lnTo>
                <a:lnTo>
                  <a:pt x="1314450" y="1200150"/>
                </a:lnTo>
                <a:lnTo>
                  <a:pt x="1304925" y="1200150"/>
                </a:lnTo>
                <a:close/>
                <a:moveTo>
                  <a:pt x="1495425" y="1200150"/>
                </a:moveTo>
                <a:lnTo>
                  <a:pt x="1504950" y="1200150"/>
                </a:lnTo>
                <a:lnTo>
                  <a:pt x="1504950" y="1209675"/>
                </a:lnTo>
                <a:lnTo>
                  <a:pt x="1495425" y="1209675"/>
                </a:lnTo>
                <a:close/>
                <a:moveTo>
                  <a:pt x="1581150" y="1200150"/>
                </a:moveTo>
                <a:lnTo>
                  <a:pt x="1590675" y="1200150"/>
                </a:lnTo>
                <a:lnTo>
                  <a:pt x="1590675" y="1209675"/>
                </a:lnTo>
                <a:lnTo>
                  <a:pt x="1581150" y="1209675"/>
                </a:lnTo>
                <a:close/>
                <a:moveTo>
                  <a:pt x="1485900" y="1209675"/>
                </a:moveTo>
                <a:lnTo>
                  <a:pt x="1495425" y="1209675"/>
                </a:lnTo>
                <a:lnTo>
                  <a:pt x="1495425" y="1228725"/>
                </a:lnTo>
                <a:lnTo>
                  <a:pt x="1476375" y="1228725"/>
                </a:lnTo>
                <a:lnTo>
                  <a:pt x="1476375" y="1219200"/>
                </a:lnTo>
                <a:lnTo>
                  <a:pt x="1485900" y="1219200"/>
                </a:lnTo>
                <a:close/>
                <a:moveTo>
                  <a:pt x="2028825" y="1209675"/>
                </a:moveTo>
                <a:lnTo>
                  <a:pt x="2047875" y="1209675"/>
                </a:lnTo>
                <a:lnTo>
                  <a:pt x="2047875" y="1219200"/>
                </a:lnTo>
                <a:lnTo>
                  <a:pt x="2057400" y="1219200"/>
                </a:lnTo>
                <a:lnTo>
                  <a:pt x="2057400" y="1228725"/>
                </a:lnTo>
                <a:lnTo>
                  <a:pt x="2038350" y="1228725"/>
                </a:lnTo>
                <a:lnTo>
                  <a:pt x="2038350" y="1238250"/>
                </a:lnTo>
                <a:lnTo>
                  <a:pt x="2019300" y="1238250"/>
                </a:lnTo>
                <a:lnTo>
                  <a:pt x="2019300" y="1219200"/>
                </a:lnTo>
                <a:lnTo>
                  <a:pt x="2028825" y="1219200"/>
                </a:lnTo>
                <a:close/>
                <a:moveTo>
                  <a:pt x="95250" y="1219200"/>
                </a:moveTo>
                <a:lnTo>
                  <a:pt x="104775" y="1219200"/>
                </a:lnTo>
                <a:lnTo>
                  <a:pt x="104775" y="1228725"/>
                </a:lnTo>
                <a:lnTo>
                  <a:pt x="95250" y="1228725"/>
                </a:lnTo>
                <a:close/>
                <a:moveTo>
                  <a:pt x="2419350" y="1219200"/>
                </a:moveTo>
                <a:lnTo>
                  <a:pt x="2428875" y="1219200"/>
                </a:lnTo>
                <a:lnTo>
                  <a:pt x="2428875" y="1228725"/>
                </a:lnTo>
                <a:lnTo>
                  <a:pt x="2419350" y="1228725"/>
                </a:lnTo>
                <a:close/>
                <a:moveTo>
                  <a:pt x="2447925" y="1219200"/>
                </a:moveTo>
                <a:lnTo>
                  <a:pt x="2457450" y="1219200"/>
                </a:lnTo>
                <a:lnTo>
                  <a:pt x="2457450" y="1228725"/>
                </a:lnTo>
                <a:lnTo>
                  <a:pt x="2447925" y="1228725"/>
                </a:lnTo>
                <a:close/>
                <a:moveTo>
                  <a:pt x="1581150" y="1228725"/>
                </a:moveTo>
                <a:lnTo>
                  <a:pt x="1590675" y="1228725"/>
                </a:lnTo>
                <a:lnTo>
                  <a:pt x="1590675" y="1238250"/>
                </a:lnTo>
                <a:lnTo>
                  <a:pt x="1581150" y="1238250"/>
                </a:lnTo>
                <a:close/>
                <a:moveTo>
                  <a:pt x="1476375" y="1238250"/>
                </a:moveTo>
                <a:lnTo>
                  <a:pt x="1485900" y="1238250"/>
                </a:lnTo>
                <a:lnTo>
                  <a:pt x="1485900" y="1247775"/>
                </a:lnTo>
                <a:lnTo>
                  <a:pt x="1476375" y="1247775"/>
                </a:lnTo>
                <a:close/>
                <a:moveTo>
                  <a:pt x="1104900" y="1247775"/>
                </a:moveTo>
                <a:lnTo>
                  <a:pt x="1114425" y="1247775"/>
                </a:lnTo>
                <a:lnTo>
                  <a:pt x="1114425" y="1257300"/>
                </a:lnTo>
                <a:lnTo>
                  <a:pt x="1104900" y="1257300"/>
                </a:lnTo>
                <a:close/>
                <a:moveTo>
                  <a:pt x="2105025" y="1266825"/>
                </a:moveTo>
                <a:lnTo>
                  <a:pt x="2114550" y="1266825"/>
                </a:lnTo>
                <a:lnTo>
                  <a:pt x="2114550" y="1276350"/>
                </a:lnTo>
                <a:lnTo>
                  <a:pt x="2133600" y="1276350"/>
                </a:lnTo>
                <a:lnTo>
                  <a:pt x="2133600" y="1266825"/>
                </a:lnTo>
                <a:lnTo>
                  <a:pt x="2143125" y="1266825"/>
                </a:lnTo>
                <a:lnTo>
                  <a:pt x="2143125" y="1276350"/>
                </a:lnTo>
                <a:lnTo>
                  <a:pt x="2133600" y="1276350"/>
                </a:lnTo>
                <a:lnTo>
                  <a:pt x="2133600" y="1285875"/>
                </a:lnTo>
                <a:lnTo>
                  <a:pt x="2105025" y="1285875"/>
                </a:lnTo>
                <a:close/>
                <a:moveTo>
                  <a:pt x="2000250" y="1285875"/>
                </a:moveTo>
                <a:lnTo>
                  <a:pt x="2019300" y="1285875"/>
                </a:lnTo>
                <a:lnTo>
                  <a:pt x="2019300" y="1295400"/>
                </a:lnTo>
                <a:lnTo>
                  <a:pt x="2000250" y="1295400"/>
                </a:lnTo>
                <a:close/>
                <a:moveTo>
                  <a:pt x="2133600" y="1285875"/>
                </a:moveTo>
                <a:lnTo>
                  <a:pt x="2143125" y="1285875"/>
                </a:lnTo>
                <a:lnTo>
                  <a:pt x="2143125" y="1295400"/>
                </a:lnTo>
                <a:lnTo>
                  <a:pt x="2133600" y="1295400"/>
                </a:lnTo>
                <a:close/>
                <a:moveTo>
                  <a:pt x="1981200" y="1295400"/>
                </a:moveTo>
                <a:lnTo>
                  <a:pt x="2000250" y="1295400"/>
                </a:lnTo>
                <a:lnTo>
                  <a:pt x="2000250" y="1304925"/>
                </a:lnTo>
                <a:lnTo>
                  <a:pt x="1981200" y="1304925"/>
                </a:lnTo>
                <a:close/>
                <a:moveTo>
                  <a:pt x="2114550" y="1295400"/>
                </a:moveTo>
                <a:lnTo>
                  <a:pt x="2133600" y="1295400"/>
                </a:lnTo>
                <a:lnTo>
                  <a:pt x="2133600" y="1314450"/>
                </a:lnTo>
                <a:lnTo>
                  <a:pt x="2124075" y="1314450"/>
                </a:lnTo>
                <a:lnTo>
                  <a:pt x="2124075" y="1323975"/>
                </a:lnTo>
                <a:lnTo>
                  <a:pt x="2114550" y="1323975"/>
                </a:lnTo>
                <a:close/>
                <a:moveTo>
                  <a:pt x="1971675" y="1304925"/>
                </a:moveTo>
                <a:lnTo>
                  <a:pt x="1981200" y="1304925"/>
                </a:lnTo>
                <a:lnTo>
                  <a:pt x="1981200" y="1314450"/>
                </a:lnTo>
                <a:lnTo>
                  <a:pt x="1971675" y="1314450"/>
                </a:lnTo>
                <a:close/>
                <a:moveTo>
                  <a:pt x="2114550" y="1352550"/>
                </a:moveTo>
                <a:lnTo>
                  <a:pt x="2124075" y="1352550"/>
                </a:lnTo>
                <a:lnTo>
                  <a:pt x="2124075" y="1362075"/>
                </a:lnTo>
                <a:lnTo>
                  <a:pt x="2114550" y="1362075"/>
                </a:lnTo>
                <a:close/>
                <a:moveTo>
                  <a:pt x="2228850" y="1352550"/>
                </a:moveTo>
                <a:lnTo>
                  <a:pt x="2257425" y="1352550"/>
                </a:lnTo>
                <a:lnTo>
                  <a:pt x="2257425" y="1381125"/>
                </a:lnTo>
                <a:lnTo>
                  <a:pt x="2238375" y="1381125"/>
                </a:lnTo>
                <a:lnTo>
                  <a:pt x="2238375" y="1371600"/>
                </a:lnTo>
                <a:lnTo>
                  <a:pt x="2219325" y="1371600"/>
                </a:lnTo>
                <a:lnTo>
                  <a:pt x="2219325" y="1362075"/>
                </a:lnTo>
                <a:lnTo>
                  <a:pt x="2228850" y="1362075"/>
                </a:lnTo>
                <a:close/>
                <a:moveTo>
                  <a:pt x="2428875" y="1362075"/>
                </a:moveTo>
                <a:lnTo>
                  <a:pt x="2438400" y="1362075"/>
                </a:lnTo>
                <a:lnTo>
                  <a:pt x="2438400" y="1371600"/>
                </a:lnTo>
                <a:lnTo>
                  <a:pt x="2428875" y="1371600"/>
                </a:lnTo>
                <a:close/>
                <a:moveTo>
                  <a:pt x="2428875" y="1381125"/>
                </a:moveTo>
                <a:lnTo>
                  <a:pt x="2438400" y="1381125"/>
                </a:lnTo>
                <a:lnTo>
                  <a:pt x="2438400" y="1390650"/>
                </a:lnTo>
                <a:lnTo>
                  <a:pt x="2428875" y="1390650"/>
                </a:lnTo>
                <a:close/>
                <a:moveTo>
                  <a:pt x="85725" y="1390650"/>
                </a:moveTo>
                <a:lnTo>
                  <a:pt x="95250" y="1390650"/>
                </a:lnTo>
                <a:lnTo>
                  <a:pt x="95250" y="1409700"/>
                </a:lnTo>
                <a:lnTo>
                  <a:pt x="76200" y="1409700"/>
                </a:lnTo>
                <a:lnTo>
                  <a:pt x="76200" y="1400175"/>
                </a:lnTo>
                <a:lnTo>
                  <a:pt x="85725" y="1400175"/>
                </a:lnTo>
                <a:close/>
                <a:moveTo>
                  <a:pt x="485775" y="1390650"/>
                </a:moveTo>
                <a:lnTo>
                  <a:pt x="504825" y="1390650"/>
                </a:lnTo>
                <a:lnTo>
                  <a:pt x="504825" y="1400175"/>
                </a:lnTo>
                <a:lnTo>
                  <a:pt x="485775" y="1400175"/>
                </a:lnTo>
                <a:close/>
                <a:moveTo>
                  <a:pt x="1895475" y="1390650"/>
                </a:moveTo>
                <a:lnTo>
                  <a:pt x="1905000" y="1390650"/>
                </a:lnTo>
                <a:lnTo>
                  <a:pt x="1905000" y="1409700"/>
                </a:lnTo>
                <a:lnTo>
                  <a:pt x="1895475" y="1409700"/>
                </a:lnTo>
                <a:close/>
                <a:moveTo>
                  <a:pt x="1914525" y="1390650"/>
                </a:moveTo>
                <a:lnTo>
                  <a:pt x="1924050" y="1390650"/>
                </a:lnTo>
                <a:lnTo>
                  <a:pt x="1924050" y="1409700"/>
                </a:lnTo>
                <a:lnTo>
                  <a:pt x="1914525" y="1409700"/>
                </a:lnTo>
                <a:close/>
                <a:moveTo>
                  <a:pt x="2038350" y="1390650"/>
                </a:moveTo>
                <a:lnTo>
                  <a:pt x="2047875" y="1390650"/>
                </a:lnTo>
                <a:lnTo>
                  <a:pt x="2047875" y="1400175"/>
                </a:lnTo>
                <a:lnTo>
                  <a:pt x="2038350" y="1400175"/>
                </a:lnTo>
                <a:close/>
                <a:moveTo>
                  <a:pt x="2314575" y="1390650"/>
                </a:moveTo>
                <a:lnTo>
                  <a:pt x="2324100" y="1390650"/>
                </a:lnTo>
                <a:lnTo>
                  <a:pt x="2324100" y="1400175"/>
                </a:lnTo>
                <a:lnTo>
                  <a:pt x="2314575" y="1400175"/>
                </a:lnTo>
                <a:close/>
                <a:moveTo>
                  <a:pt x="1209675" y="1400175"/>
                </a:moveTo>
                <a:lnTo>
                  <a:pt x="1219200" y="1400175"/>
                </a:lnTo>
                <a:lnTo>
                  <a:pt x="1219200" y="1409700"/>
                </a:lnTo>
                <a:lnTo>
                  <a:pt x="1209675" y="1409700"/>
                </a:lnTo>
                <a:close/>
                <a:moveTo>
                  <a:pt x="47625" y="1409700"/>
                </a:moveTo>
                <a:lnTo>
                  <a:pt x="66675" y="1409700"/>
                </a:lnTo>
                <a:lnTo>
                  <a:pt x="66675" y="1419225"/>
                </a:lnTo>
                <a:lnTo>
                  <a:pt x="47625" y="1419225"/>
                </a:lnTo>
                <a:close/>
                <a:moveTo>
                  <a:pt x="1190625" y="1409700"/>
                </a:moveTo>
                <a:lnTo>
                  <a:pt x="1209675" y="1409700"/>
                </a:lnTo>
                <a:lnTo>
                  <a:pt x="1209675" y="1419225"/>
                </a:lnTo>
                <a:lnTo>
                  <a:pt x="1190625" y="1419225"/>
                </a:lnTo>
                <a:close/>
                <a:moveTo>
                  <a:pt x="1657350" y="1409700"/>
                </a:moveTo>
                <a:lnTo>
                  <a:pt x="1666875" y="1409700"/>
                </a:lnTo>
                <a:lnTo>
                  <a:pt x="1666875" y="1419225"/>
                </a:lnTo>
                <a:lnTo>
                  <a:pt x="1657350" y="1419225"/>
                </a:lnTo>
                <a:close/>
                <a:moveTo>
                  <a:pt x="2276475" y="1409700"/>
                </a:moveTo>
                <a:lnTo>
                  <a:pt x="2286000" y="1409700"/>
                </a:lnTo>
                <a:lnTo>
                  <a:pt x="2286000" y="1428750"/>
                </a:lnTo>
                <a:lnTo>
                  <a:pt x="2314575" y="1428750"/>
                </a:lnTo>
                <a:lnTo>
                  <a:pt x="2314575" y="1438275"/>
                </a:lnTo>
                <a:lnTo>
                  <a:pt x="2276475" y="1438275"/>
                </a:lnTo>
                <a:close/>
                <a:moveTo>
                  <a:pt x="542925" y="1419225"/>
                </a:moveTo>
                <a:lnTo>
                  <a:pt x="571500" y="1419225"/>
                </a:lnTo>
                <a:lnTo>
                  <a:pt x="571500" y="1428750"/>
                </a:lnTo>
                <a:lnTo>
                  <a:pt x="552450" y="1428750"/>
                </a:lnTo>
                <a:lnTo>
                  <a:pt x="552450" y="1447800"/>
                </a:lnTo>
                <a:lnTo>
                  <a:pt x="542925" y="1447800"/>
                </a:lnTo>
                <a:close/>
                <a:moveTo>
                  <a:pt x="790575" y="1419225"/>
                </a:moveTo>
                <a:lnTo>
                  <a:pt x="800100" y="1419225"/>
                </a:lnTo>
                <a:lnTo>
                  <a:pt x="800100" y="1428750"/>
                </a:lnTo>
                <a:lnTo>
                  <a:pt x="790575" y="1428750"/>
                </a:lnTo>
                <a:close/>
                <a:moveTo>
                  <a:pt x="2000250" y="1419225"/>
                </a:moveTo>
                <a:lnTo>
                  <a:pt x="2019300" y="1419225"/>
                </a:lnTo>
                <a:lnTo>
                  <a:pt x="2019300" y="1447800"/>
                </a:lnTo>
                <a:lnTo>
                  <a:pt x="2000250" y="1447800"/>
                </a:lnTo>
                <a:close/>
                <a:moveTo>
                  <a:pt x="781050" y="1428750"/>
                </a:moveTo>
                <a:lnTo>
                  <a:pt x="790575" y="1428750"/>
                </a:lnTo>
                <a:lnTo>
                  <a:pt x="790575" y="1438275"/>
                </a:lnTo>
                <a:lnTo>
                  <a:pt x="781050" y="1438275"/>
                </a:lnTo>
                <a:close/>
                <a:moveTo>
                  <a:pt x="2114550" y="1438275"/>
                </a:moveTo>
                <a:lnTo>
                  <a:pt x="2124075" y="1438275"/>
                </a:lnTo>
                <a:lnTo>
                  <a:pt x="2124075" y="1447800"/>
                </a:lnTo>
                <a:lnTo>
                  <a:pt x="2114550" y="1447800"/>
                </a:lnTo>
                <a:close/>
                <a:moveTo>
                  <a:pt x="2381250" y="1438275"/>
                </a:moveTo>
                <a:lnTo>
                  <a:pt x="2390775" y="1438275"/>
                </a:lnTo>
                <a:lnTo>
                  <a:pt x="2390775" y="1447800"/>
                </a:lnTo>
                <a:lnTo>
                  <a:pt x="2400300" y="1447800"/>
                </a:lnTo>
                <a:lnTo>
                  <a:pt x="2400300" y="1466850"/>
                </a:lnTo>
                <a:lnTo>
                  <a:pt x="2381250" y="1466850"/>
                </a:lnTo>
                <a:lnTo>
                  <a:pt x="2381250" y="1457325"/>
                </a:lnTo>
                <a:lnTo>
                  <a:pt x="2371725" y="1457325"/>
                </a:lnTo>
                <a:lnTo>
                  <a:pt x="2371725" y="1447800"/>
                </a:lnTo>
                <a:lnTo>
                  <a:pt x="2381250" y="1447800"/>
                </a:lnTo>
                <a:close/>
                <a:moveTo>
                  <a:pt x="638175" y="1447800"/>
                </a:moveTo>
                <a:lnTo>
                  <a:pt x="647700" y="1447800"/>
                </a:lnTo>
                <a:lnTo>
                  <a:pt x="647700" y="1457325"/>
                </a:lnTo>
                <a:lnTo>
                  <a:pt x="657225" y="1457325"/>
                </a:lnTo>
                <a:lnTo>
                  <a:pt x="657225" y="1476375"/>
                </a:lnTo>
                <a:lnTo>
                  <a:pt x="676275" y="1476375"/>
                </a:lnTo>
                <a:lnTo>
                  <a:pt x="676275" y="1485900"/>
                </a:lnTo>
                <a:lnTo>
                  <a:pt x="666750" y="1485900"/>
                </a:lnTo>
                <a:lnTo>
                  <a:pt x="666750" y="1495425"/>
                </a:lnTo>
                <a:lnTo>
                  <a:pt x="657225" y="1495425"/>
                </a:lnTo>
                <a:lnTo>
                  <a:pt x="657225" y="1485900"/>
                </a:lnTo>
                <a:lnTo>
                  <a:pt x="647700" y="1485900"/>
                </a:lnTo>
                <a:lnTo>
                  <a:pt x="647700" y="1466850"/>
                </a:lnTo>
                <a:lnTo>
                  <a:pt x="628650" y="1466850"/>
                </a:lnTo>
                <a:lnTo>
                  <a:pt x="628650" y="1457325"/>
                </a:lnTo>
                <a:lnTo>
                  <a:pt x="638175" y="1457325"/>
                </a:lnTo>
                <a:close/>
                <a:moveTo>
                  <a:pt x="2247900" y="1447800"/>
                </a:moveTo>
                <a:lnTo>
                  <a:pt x="2266950" y="1447800"/>
                </a:lnTo>
                <a:lnTo>
                  <a:pt x="2266950" y="1457325"/>
                </a:lnTo>
                <a:lnTo>
                  <a:pt x="2247900" y="1457325"/>
                </a:lnTo>
                <a:close/>
                <a:moveTo>
                  <a:pt x="2228850" y="1457325"/>
                </a:moveTo>
                <a:lnTo>
                  <a:pt x="2247900" y="1457325"/>
                </a:lnTo>
                <a:lnTo>
                  <a:pt x="2247900" y="1466850"/>
                </a:lnTo>
                <a:lnTo>
                  <a:pt x="2228850" y="1466850"/>
                </a:lnTo>
                <a:close/>
                <a:moveTo>
                  <a:pt x="2124075" y="1466850"/>
                </a:moveTo>
                <a:lnTo>
                  <a:pt x="2133600" y="1466850"/>
                </a:lnTo>
                <a:lnTo>
                  <a:pt x="2133600" y="1476375"/>
                </a:lnTo>
                <a:lnTo>
                  <a:pt x="2124075" y="1476375"/>
                </a:lnTo>
                <a:close/>
                <a:moveTo>
                  <a:pt x="2438400" y="1466850"/>
                </a:moveTo>
                <a:lnTo>
                  <a:pt x="2457450" y="1466850"/>
                </a:lnTo>
                <a:lnTo>
                  <a:pt x="2457450" y="1485900"/>
                </a:lnTo>
                <a:lnTo>
                  <a:pt x="2447925" y="1485900"/>
                </a:lnTo>
                <a:lnTo>
                  <a:pt x="2447925" y="1476375"/>
                </a:lnTo>
                <a:lnTo>
                  <a:pt x="2438400" y="1476375"/>
                </a:lnTo>
                <a:close/>
                <a:moveTo>
                  <a:pt x="2076450" y="1476375"/>
                </a:moveTo>
                <a:lnTo>
                  <a:pt x="2085975" y="1476375"/>
                </a:lnTo>
                <a:lnTo>
                  <a:pt x="2085975" y="1504950"/>
                </a:lnTo>
                <a:lnTo>
                  <a:pt x="2066925" y="1504950"/>
                </a:lnTo>
                <a:lnTo>
                  <a:pt x="2066925" y="1495425"/>
                </a:lnTo>
                <a:lnTo>
                  <a:pt x="2076450" y="1495425"/>
                </a:lnTo>
                <a:close/>
                <a:moveTo>
                  <a:pt x="2162175" y="1476375"/>
                </a:moveTo>
                <a:lnTo>
                  <a:pt x="2181225" y="1476375"/>
                </a:lnTo>
                <a:lnTo>
                  <a:pt x="2181225" y="1495425"/>
                </a:lnTo>
                <a:lnTo>
                  <a:pt x="2152650" y="1495425"/>
                </a:lnTo>
                <a:lnTo>
                  <a:pt x="2152650" y="1485900"/>
                </a:lnTo>
                <a:lnTo>
                  <a:pt x="2162175" y="1485900"/>
                </a:lnTo>
                <a:close/>
                <a:moveTo>
                  <a:pt x="2295525" y="1495425"/>
                </a:moveTo>
                <a:lnTo>
                  <a:pt x="2324100" y="1495425"/>
                </a:lnTo>
                <a:lnTo>
                  <a:pt x="2324100" y="1504950"/>
                </a:lnTo>
                <a:lnTo>
                  <a:pt x="2314575" y="1504950"/>
                </a:lnTo>
                <a:lnTo>
                  <a:pt x="2314575" y="1524000"/>
                </a:lnTo>
                <a:lnTo>
                  <a:pt x="2305050" y="1524000"/>
                </a:lnTo>
                <a:lnTo>
                  <a:pt x="2305050" y="1514475"/>
                </a:lnTo>
                <a:lnTo>
                  <a:pt x="2295525" y="1514475"/>
                </a:lnTo>
                <a:close/>
                <a:moveTo>
                  <a:pt x="2057400" y="1504950"/>
                </a:moveTo>
                <a:lnTo>
                  <a:pt x="2066925" y="1504950"/>
                </a:lnTo>
                <a:lnTo>
                  <a:pt x="2066925" y="1514475"/>
                </a:lnTo>
                <a:lnTo>
                  <a:pt x="2057400" y="1514475"/>
                </a:lnTo>
                <a:close/>
                <a:moveTo>
                  <a:pt x="2333625" y="1514475"/>
                </a:moveTo>
                <a:lnTo>
                  <a:pt x="2343150" y="1514475"/>
                </a:lnTo>
                <a:lnTo>
                  <a:pt x="2343150" y="1533525"/>
                </a:lnTo>
                <a:lnTo>
                  <a:pt x="2324100" y="1533525"/>
                </a:lnTo>
                <a:lnTo>
                  <a:pt x="2324100" y="1524000"/>
                </a:lnTo>
                <a:lnTo>
                  <a:pt x="2333625" y="1524000"/>
                </a:lnTo>
                <a:close/>
                <a:moveTo>
                  <a:pt x="1571625" y="1552575"/>
                </a:moveTo>
                <a:lnTo>
                  <a:pt x="1581150" y="1552575"/>
                </a:lnTo>
                <a:lnTo>
                  <a:pt x="1581150" y="1562100"/>
                </a:lnTo>
                <a:lnTo>
                  <a:pt x="1571625" y="1562100"/>
                </a:lnTo>
                <a:close/>
                <a:moveTo>
                  <a:pt x="2038350" y="1562100"/>
                </a:moveTo>
                <a:lnTo>
                  <a:pt x="2047875" y="1562100"/>
                </a:lnTo>
                <a:lnTo>
                  <a:pt x="2047875" y="1571625"/>
                </a:lnTo>
                <a:lnTo>
                  <a:pt x="2038350" y="1571625"/>
                </a:lnTo>
                <a:close/>
                <a:moveTo>
                  <a:pt x="2085975" y="1571625"/>
                </a:moveTo>
                <a:lnTo>
                  <a:pt x="2095500" y="1571625"/>
                </a:lnTo>
                <a:lnTo>
                  <a:pt x="2095500" y="1590675"/>
                </a:lnTo>
                <a:lnTo>
                  <a:pt x="2085975" y="1590675"/>
                </a:lnTo>
                <a:close/>
                <a:moveTo>
                  <a:pt x="2438400" y="1571625"/>
                </a:moveTo>
                <a:lnTo>
                  <a:pt x="2447925" y="1571625"/>
                </a:lnTo>
                <a:lnTo>
                  <a:pt x="2447925" y="1581150"/>
                </a:lnTo>
                <a:lnTo>
                  <a:pt x="2438400" y="1581150"/>
                </a:lnTo>
                <a:close/>
                <a:moveTo>
                  <a:pt x="2105025" y="1581150"/>
                </a:moveTo>
                <a:lnTo>
                  <a:pt x="2114550" y="1581150"/>
                </a:lnTo>
                <a:lnTo>
                  <a:pt x="2114550" y="1590675"/>
                </a:lnTo>
                <a:lnTo>
                  <a:pt x="2105025" y="1590675"/>
                </a:lnTo>
                <a:close/>
                <a:moveTo>
                  <a:pt x="2343150" y="1581150"/>
                </a:moveTo>
                <a:lnTo>
                  <a:pt x="2352675" y="1581150"/>
                </a:lnTo>
                <a:lnTo>
                  <a:pt x="2352675" y="1590675"/>
                </a:lnTo>
                <a:lnTo>
                  <a:pt x="2343150" y="1590675"/>
                </a:lnTo>
                <a:close/>
                <a:moveTo>
                  <a:pt x="2324100" y="1590675"/>
                </a:moveTo>
                <a:lnTo>
                  <a:pt x="2333625" y="1590675"/>
                </a:lnTo>
                <a:lnTo>
                  <a:pt x="2333625" y="1600200"/>
                </a:lnTo>
                <a:lnTo>
                  <a:pt x="2324100" y="1600200"/>
                </a:lnTo>
                <a:close/>
                <a:moveTo>
                  <a:pt x="2057400" y="1619250"/>
                </a:moveTo>
                <a:lnTo>
                  <a:pt x="2076450" y="1619250"/>
                </a:lnTo>
                <a:lnTo>
                  <a:pt x="2076450" y="1638300"/>
                </a:lnTo>
                <a:lnTo>
                  <a:pt x="2066925" y="1638300"/>
                </a:lnTo>
                <a:lnTo>
                  <a:pt x="2066925" y="1628775"/>
                </a:lnTo>
                <a:lnTo>
                  <a:pt x="2057400" y="1628775"/>
                </a:lnTo>
                <a:close/>
                <a:moveTo>
                  <a:pt x="2009775" y="1628775"/>
                </a:moveTo>
                <a:lnTo>
                  <a:pt x="2019300" y="1628775"/>
                </a:lnTo>
                <a:lnTo>
                  <a:pt x="2019300" y="1638300"/>
                </a:lnTo>
                <a:lnTo>
                  <a:pt x="2009775" y="1638300"/>
                </a:lnTo>
                <a:close/>
                <a:moveTo>
                  <a:pt x="57150" y="1638300"/>
                </a:moveTo>
                <a:lnTo>
                  <a:pt x="95250" y="1638300"/>
                </a:lnTo>
                <a:lnTo>
                  <a:pt x="95250" y="1647825"/>
                </a:lnTo>
                <a:lnTo>
                  <a:pt x="85725" y="1647825"/>
                </a:lnTo>
                <a:lnTo>
                  <a:pt x="85725" y="1666875"/>
                </a:lnTo>
                <a:lnTo>
                  <a:pt x="76200" y="1666875"/>
                </a:lnTo>
                <a:lnTo>
                  <a:pt x="76200" y="1657350"/>
                </a:lnTo>
                <a:lnTo>
                  <a:pt x="38100" y="1657350"/>
                </a:lnTo>
                <a:lnTo>
                  <a:pt x="38100" y="1647825"/>
                </a:lnTo>
                <a:lnTo>
                  <a:pt x="57150" y="1647825"/>
                </a:lnTo>
                <a:close/>
                <a:moveTo>
                  <a:pt x="95250" y="1657350"/>
                </a:moveTo>
                <a:lnTo>
                  <a:pt x="104775" y="1657350"/>
                </a:lnTo>
                <a:lnTo>
                  <a:pt x="104775" y="1666875"/>
                </a:lnTo>
                <a:lnTo>
                  <a:pt x="95250" y="1666875"/>
                </a:lnTo>
                <a:close/>
                <a:moveTo>
                  <a:pt x="2019300" y="1666875"/>
                </a:moveTo>
                <a:lnTo>
                  <a:pt x="2028825" y="1666875"/>
                </a:lnTo>
                <a:lnTo>
                  <a:pt x="2028825" y="1676400"/>
                </a:lnTo>
                <a:lnTo>
                  <a:pt x="2038350" y="1676400"/>
                </a:lnTo>
                <a:lnTo>
                  <a:pt x="2038350" y="1685925"/>
                </a:lnTo>
                <a:lnTo>
                  <a:pt x="2019300" y="1685925"/>
                </a:lnTo>
                <a:close/>
                <a:moveTo>
                  <a:pt x="2105025" y="1666875"/>
                </a:moveTo>
                <a:lnTo>
                  <a:pt x="2114550" y="1666875"/>
                </a:lnTo>
                <a:lnTo>
                  <a:pt x="2114550" y="1676400"/>
                </a:lnTo>
                <a:lnTo>
                  <a:pt x="2105025" y="1676400"/>
                </a:lnTo>
                <a:close/>
                <a:moveTo>
                  <a:pt x="85725" y="1676400"/>
                </a:moveTo>
                <a:lnTo>
                  <a:pt x="95250" y="1676400"/>
                </a:lnTo>
                <a:lnTo>
                  <a:pt x="95250" y="1685925"/>
                </a:lnTo>
                <a:lnTo>
                  <a:pt x="85725" y="1685925"/>
                </a:lnTo>
                <a:close/>
                <a:moveTo>
                  <a:pt x="1885950" y="1685925"/>
                </a:moveTo>
                <a:lnTo>
                  <a:pt x="1895475" y="1685925"/>
                </a:lnTo>
                <a:lnTo>
                  <a:pt x="1895475" y="1695450"/>
                </a:lnTo>
                <a:lnTo>
                  <a:pt x="1885950" y="1695450"/>
                </a:lnTo>
                <a:close/>
                <a:moveTo>
                  <a:pt x="2038350" y="1704975"/>
                </a:moveTo>
                <a:lnTo>
                  <a:pt x="2057400" y="1704975"/>
                </a:lnTo>
                <a:lnTo>
                  <a:pt x="2057400" y="1714500"/>
                </a:lnTo>
                <a:lnTo>
                  <a:pt x="2066925" y="1714500"/>
                </a:lnTo>
                <a:lnTo>
                  <a:pt x="2066925" y="1724025"/>
                </a:lnTo>
                <a:lnTo>
                  <a:pt x="2057400" y="1724025"/>
                </a:lnTo>
                <a:lnTo>
                  <a:pt x="2057400" y="1733550"/>
                </a:lnTo>
                <a:lnTo>
                  <a:pt x="2047875" y="1733550"/>
                </a:lnTo>
                <a:lnTo>
                  <a:pt x="2047875" y="1714500"/>
                </a:lnTo>
                <a:lnTo>
                  <a:pt x="2038350" y="1714500"/>
                </a:lnTo>
                <a:close/>
                <a:moveTo>
                  <a:pt x="2438400" y="1704975"/>
                </a:moveTo>
                <a:lnTo>
                  <a:pt x="2457450" y="1704975"/>
                </a:lnTo>
                <a:lnTo>
                  <a:pt x="2457450" y="1724025"/>
                </a:lnTo>
                <a:lnTo>
                  <a:pt x="2447925" y="1724025"/>
                </a:lnTo>
                <a:lnTo>
                  <a:pt x="2447925" y="1714500"/>
                </a:lnTo>
                <a:lnTo>
                  <a:pt x="2438400" y="1714500"/>
                </a:lnTo>
                <a:close/>
                <a:moveTo>
                  <a:pt x="2200275" y="1714500"/>
                </a:moveTo>
                <a:lnTo>
                  <a:pt x="2209800" y="1714500"/>
                </a:lnTo>
                <a:lnTo>
                  <a:pt x="2209800" y="1724025"/>
                </a:lnTo>
                <a:lnTo>
                  <a:pt x="2200275" y="1724025"/>
                </a:lnTo>
                <a:close/>
                <a:moveTo>
                  <a:pt x="200025" y="1733550"/>
                </a:moveTo>
                <a:lnTo>
                  <a:pt x="209550" y="1733550"/>
                </a:lnTo>
                <a:lnTo>
                  <a:pt x="209550" y="1743075"/>
                </a:lnTo>
                <a:lnTo>
                  <a:pt x="200025" y="1743075"/>
                </a:lnTo>
                <a:close/>
                <a:moveTo>
                  <a:pt x="9525" y="1743075"/>
                </a:moveTo>
                <a:lnTo>
                  <a:pt x="19050" y="1743075"/>
                </a:lnTo>
                <a:lnTo>
                  <a:pt x="19050" y="1752600"/>
                </a:lnTo>
                <a:lnTo>
                  <a:pt x="28575" y="1752600"/>
                </a:lnTo>
                <a:lnTo>
                  <a:pt x="28575" y="1781175"/>
                </a:lnTo>
                <a:lnTo>
                  <a:pt x="9525" y="1781175"/>
                </a:lnTo>
                <a:lnTo>
                  <a:pt x="9525" y="1762125"/>
                </a:lnTo>
                <a:lnTo>
                  <a:pt x="0" y="1762125"/>
                </a:lnTo>
                <a:lnTo>
                  <a:pt x="0" y="1752600"/>
                </a:lnTo>
                <a:lnTo>
                  <a:pt x="9525" y="1752600"/>
                </a:lnTo>
                <a:close/>
                <a:moveTo>
                  <a:pt x="485775" y="1771650"/>
                </a:moveTo>
                <a:lnTo>
                  <a:pt x="495300" y="1771650"/>
                </a:lnTo>
                <a:lnTo>
                  <a:pt x="495300" y="1781175"/>
                </a:lnTo>
                <a:lnTo>
                  <a:pt x="485775" y="1781175"/>
                </a:lnTo>
                <a:close/>
                <a:moveTo>
                  <a:pt x="1695450" y="1771650"/>
                </a:moveTo>
                <a:lnTo>
                  <a:pt x="1714500" y="1771650"/>
                </a:lnTo>
                <a:lnTo>
                  <a:pt x="1714500" y="1781175"/>
                </a:lnTo>
                <a:lnTo>
                  <a:pt x="1695450" y="1781175"/>
                </a:lnTo>
                <a:close/>
                <a:moveTo>
                  <a:pt x="2124075" y="1771650"/>
                </a:moveTo>
                <a:lnTo>
                  <a:pt x="2152650" y="1771650"/>
                </a:lnTo>
                <a:lnTo>
                  <a:pt x="2152650" y="1781175"/>
                </a:lnTo>
                <a:lnTo>
                  <a:pt x="2162175" y="1781175"/>
                </a:lnTo>
                <a:lnTo>
                  <a:pt x="2162175" y="1790700"/>
                </a:lnTo>
                <a:lnTo>
                  <a:pt x="2124075" y="1790700"/>
                </a:lnTo>
                <a:close/>
                <a:moveTo>
                  <a:pt x="2305050" y="1771650"/>
                </a:moveTo>
                <a:lnTo>
                  <a:pt x="2324100" y="1771650"/>
                </a:lnTo>
                <a:lnTo>
                  <a:pt x="2324100" y="1790700"/>
                </a:lnTo>
                <a:lnTo>
                  <a:pt x="2314575" y="1790700"/>
                </a:lnTo>
                <a:lnTo>
                  <a:pt x="2314575" y="1781175"/>
                </a:lnTo>
                <a:lnTo>
                  <a:pt x="2305050" y="1781175"/>
                </a:lnTo>
                <a:close/>
                <a:moveTo>
                  <a:pt x="981075" y="1790700"/>
                </a:moveTo>
                <a:lnTo>
                  <a:pt x="1000125" y="1790700"/>
                </a:lnTo>
                <a:lnTo>
                  <a:pt x="1000125" y="1800225"/>
                </a:lnTo>
                <a:lnTo>
                  <a:pt x="981075" y="1800225"/>
                </a:lnTo>
                <a:close/>
                <a:moveTo>
                  <a:pt x="1676400" y="1790700"/>
                </a:moveTo>
                <a:lnTo>
                  <a:pt x="1685925" y="1790700"/>
                </a:lnTo>
                <a:lnTo>
                  <a:pt x="1685925" y="1809750"/>
                </a:lnTo>
                <a:lnTo>
                  <a:pt x="1676400" y="1809750"/>
                </a:lnTo>
                <a:close/>
                <a:moveTo>
                  <a:pt x="1038225" y="1800225"/>
                </a:moveTo>
                <a:lnTo>
                  <a:pt x="1085850" y="1800225"/>
                </a:lnTo>
                <a:lnTo>
                  <a:pt x="1085850" y="1819275"/>
                </a:lnTo>
                <a:lnTo>
                  <a:pt x="1047750" y="1819275"/>
                </a:lnTo>
                <a:lnTo>
                  <a:pt x="1047750" y="1809750"/>
                </a:lnTo>
                <a:lnTo>
                  <a:pt x="1038225" y="1809750"/>
                </a:lnTo>
                <a:close/>
                <a:moveTo>
                  <a:pt x="2371725" y="1800225"/>
                </a:moveTo>
                <a:lnTo>
                  <a:pt x="2409825" y="1800225"/>
                </a:lnTo>
                <a:lnTo>
                  <a:pt x="2409825" y="1809750"/>
                </a:lnTo>
                <a:lnTo>
                  <a:pt x="2371725" y="1809750"/>
                </a:lnTo>
                <a:close/>
                <a:moveTo>
                  <a:pt x="1695450" y="1809750"/>
                </a:moveTo>
                <a:lnTo>
                  <a:pt x="1704975" y="1809750"/>
                </a:lnTo>
                <a:lnTo>
                  <a:pt x="1704975" y="1838325"/>
                </a:lnTo>
                <a:lnTo>
                  <a:pt x="1695450" y="1838325"/>
                </a:lnTo>
                <a:close/>
                <a:moveTo>
                  <a:pt x="2409825" y="1809750"/>
                </a:moveTo>
                <a:lnTo>
                  <a:pt x="2419350" y="1809750"/>
                </a:lnTo>
                <a:lnTo>
                  <a:pt x="2419350" y="1828800"/>
                </a:lnTo>
                <a:lnTo>
                  <a:pt x="2409825" y="1828800"/>
                </a:lnTo>
                <a:close/>
                <a:moveTo>
                  <a:pt x="1038225" y="1819275"/>
                </a:moveTo>
                <a:lnTo>
                  <a:pt x="1047750" y="1819275"/>
                </a:lnTo>
                <a:lnTo>
                  <a:pt x="1047750" y="1828800"/>
                </a:lnTo>
                <a:lnTo>
                  <a:pt x="1038225" y="1828800"/>
                </a:lnTo>
                <a:close/>
                <a:moveTo>
                  <a:pt x="1095375" y="1819275"/>
                </a:moveTo>
                <a:lnTo>
                  <a:pt x="1114425" y="1819275"/>
                </a:lnTo>
                <a:lnTo>
                  <a:pt x="1114425" y="1828800"/>
                </a:lnTo>
                <a:lnTo>
                  <a:pt x="1095375" y="1828800"/>
                </a:lnTo>
                <a:close/>
                <a:moveTo>
                  <a:pt x="2390775" y="1819275"/>
                </a:moveTo>
                <a:lnTo>
                  <a:pt x="2400300" y="1819275"/>
                </a:lnTo>
                <a:lnTo>
                  <a:pt x="2400300" y="1828800"/>
                </a:lnTo>
                <a:lnTo>
                  <a:pt x="2390775" y="1828800"/>
                </a:lnTo>
                <a:close/>
                <a:moveTo>
                  <a:pt x="2343150" y="1828800"/>
                </a:moveTo>
                <a:lnTo>
                  <a:pt x="2352675" y="1828800"/>
                </a:lnTo>
                <a:lnTo>
                  <a:pt x="2352675" y="1838325"/>
                </a:lnTo>
                <a:lnTo>
                  <a:pt x="2343150" y="1838325"/>
                </a:lnTo>
                <a:close/>
                <a:moveTo>
                  <a:pt x="2447925" y="1828800"/>
                </a:moveTo>
                <a:lnTo>
                  <a:pt x="2457450" y="1828800"/>
                </a:lnTo>
                <a:lnTo>
                  <a:pt x="2457450" y="1857375"/>
                </a:lnTo>
                <a:lnTo>
                  <a:pt x="2447925" y="1857375"/>
                </a:lnTo>
                <a:close/>
                <a:moveTo>
                  <a:pt x="285750" y="1838325"/>
                </a:moveTo>
                <a:lnTo>
                  <a:pt x="295275" y="1838325"/>
                </a:lnTo>
                <a:lnTo>
                  <a:pt x="295275" y="1847850"/>
                </a:lnTo>
                <a:lnTo>
                  <a:pt x="285750" y="1847850"/>
                </a:lnTo>
                <a:close/>
                <a:moveTo>
                  <a:pt x="1704975" y="1866900"/>
                </a:moveTo>
                <a:lnTo>
                  <a:pt x="1714500" y="1866900"/>
                </a:lnTo>
                <a:lnTo>
                  <a:pt x="1714500" y="1876425"/>
                </a:lnTo>
                <a:lnTo>
                  <a:pt x="1704975" y="1876425"/>
                </a:lnTo>
                <a:close/>
                <a:moveTo>
                  <a:pt x="2362200" y="1876425"/>
                </a:moveTo>
                <a:lnTo>
                  <a:pt x="2390775" y="1876425"/>
                </a:lnTo>
                <a:lnTo>
                  <a:pt x="2390775" y="1895475"/>
                </a:lnTo>
                <a:lnTo>
                  <a:pt x="2381250" y="1895475"/>
                </a:lnTo>
                <a:lnTo>
                  <a:pt x="2381250" y="1885950"/>
                </a:lnTo>
                <a:lnTo>
                  <a:pt x="2362200" y="1885950"/>
                </a:lnTo>
                <a:close/>
                <a:moveTo>
                  <a:pt x="47625" y="1885950"/>
                </a:moveTo>
                <a:lnTo>
                  <a:pt x="57150" y="1885950"/>
                </a:lnTo>
                <a:lnTo>
                  <a:pt x="57150" y="1895475"/>
                </a:lnTo>
                <a:lnTo>
                  <a:pt x="47625" y="1895475"/>
                </a:lnTo>
                <a:close/>
                <a:moveTo>
                  <a:pt x="38100" y="1895475"/>
                </a:moveTo>
                <a:lnTo>
                  <a:pt x="47625" y="1895475"/>
                </a:lnTo>
                <a:lnTo>
                  <a:pt x="47625" y="1905000"/>
                </a:lnTo>
                <a:lnTo>
                  <a:pt x="38100" y="1905000"/>
                </a:lnTo>
                <a:close/>
                <a:moveTo>
                  <a:pt x="28575" y="1914525"/>
                </a:moveTo>
                <a:lnTo>
                  <a:pt x="38100" y="1914525"/>
                </a:lnTo>
                <a:lnTo>
                  <a:pt x="38100" y="1924050"/>
                </a:lnTo>
                <a:lnTo>
                  <a:pt x="28575" y="1924050"/>
                </a:lnTo>
                <a:close/>
                <a:moveTo>
                  <a:pt x="19050" y="1924050"/>
                </a:moveTo>
                <a:lnTo>
                  <a:pt x="28575" y="1924050"/>
                </a:lnTo>
                <a:lnTo>
                  <a:pt x="28575" y="1943100"/>
                </a:lnTo>
                <a:lnTo>
                  <a:pt x="19050" y="1943100"/>
                </a:lnTo>
                <a:close/>
                <a:moveTo>
                  <a:pt x="2114550" y="1971675"/>
                </a:moveTo>
                <a:lnTo>
                  <a:pt x="2143125" y="1971675"/>
                </a:lnTo>
                <a:lnTo>
                  <a:pt x="2143125" y="1981200"/>
                </a:lnTo>
                <a:lnTo>
                  <a:pt x="2114550" y="1981200"/>
                </a:lnTo>
                <a:close/>
                <a:moveTo>
                  <a:pt x="2209800" y="2000250"/>
                </a:moveTo>
                <a:lnTo>
                  <a:pt x="2219325" y="2000250"/>
                </a:lnTo>
                <a:lnTo>
                  <a:pt x="2219325" y="2009775"/>
                </a:lnTo>
                <a:lnTo>
                  <a:pt x="2209800" y="2009775"/>
                </a:lnTo>
                <a:close/>
                <a:moveTo>
                  <a:pt x="2247900" y="2028825"/>
                </a:moveTo>
                <a:lnTo>
                  <a:pt x="2266950" y="2028825"/>
                </a:lnTo>
                <a:lnTo>
                  <a:pt x="2266950" y="2038350"/>
                </a:lnTo>
                <a:lnTo>
                  <a:pt x="2276475" y="2038350"/>
                </a:lnTo>
                <a:lnTo>
                  <a:pt x="2276475" y="2047875"/>
                </a:lnTo>
                <a:lnTo>
                  <a:pt x="2266950" y="2047875"/>
                </a:lnTo>
                <a:lnTo>
                  <a:pt x="2266950" y="2066925"/>
                </a:lnTo>
                <a:lnTo>
                  <a:pt x="2257425" y="2066925"/>
                </a:lnTo>
                <a:lnTo>
                  <a:pt x="2257425" y="2038350"/>
                </a:lnTo>
                <a:lnTo>
                  <a:pt x="2247900" y="2038350"/>
                </a:lnTo>
                <a:close/>
                <a:moveTo>
                  <a:pt x="2324100" y="2028825"/>
                </a:moveTo>
                <a:lnTo>
                  <a:pt x="2333625" y="2028825"/>
                </a:lnTo>
                <a:lnTo>
                  <a:pt x="2333625" y="2038350"/>
                </a:lnTo>
                <a:lnTo>
                  <a:pt x="2324100" y="2038350"/>
                </a:lnTo>
                <a:close/>
                <a:moveTo>
                  <a:pt x="0" y="2057400"/>
                </a:moveTo>
                <a:lnTo>
                  <a:pt x="9525" y="2057400"/>
                </a:lnTo>
                <a:lnTo>
                  <a:pt x="9525" y="2066925"/>
                </a:lnTo>
                <a:lnTo>
                  <a:pt x="0" y="2066925"/>
                </a:lnTo>
                <a:close/>
                <a:moveTo>
                  <a:pt x="2190750" y="2057400"/>
                </a:moveTo>
                <a:lnTo>
                  <a:pt x="2200275" y="2057400"/>
                </a:lnTo>
                <a:lnTo>
                  <a:pt x="2200275" y="2066925"/>
                </a:lnTo>
                <a:lnTo>
                  <a:pt x="2190750" y="2066925"/>
                </a:lnTo>
                <a:close/>
                <a:moveTo>
                  <a:pt x="171450" y="2066925"/>
                </a:moveTo>
                <a:lnTo>
                  <a:pt x="180975" y="2066925"/>
                </a:lnTo>
                <a:lnTo>
                  <a:pt x="180975" y="2076450"/>
                </a:lnTo>
                <a:lnTo>
                  <a:pt x="171450" y="2076450"/>
                </a:lnTo>
                <a:close/>
                <a:moveTo>
                  <a:pt x="2200275" y="2066925"/>
                </a:moveTo>
                <a:lnTo>
                  <a:pt x="2209800" y="2066925"/>
                </a:lnTo>
                <a:lnTo>
                  <a:pt x="2209800" y="2076450"/>
                </a:lnTo>
                <a:lnTo>
                  <a:pt x="2200275" y="2076450"/>
                </a:lnTo>
                <a:close/>
                <a:moveTo>
                  <a:pt x="9525" y="2076450"/>
                </a:moveTo>
                <a:lnTo>
                  <a:pt x="19050" y="2076450"/>
                </a:lnTo>
                <a:lnTo>
                  <a:pt x="19050" y="2095500"/>
                </a:lnTo>
                <a:lnTo>
                  <a:pt x="28575" y="2095500"/>
                </a:lnTo>
                <a:lnTo>
                  <a:pt x="28575" y="2085975"/>
                </a:lnTo>
                <a:lnTo>
                  <a:pt x="47625" y="2085975"/>
                </a:lnTo>
                <a:lnTo>
                  <a:pt x="47625" y="2114550"/>
                </a:lnTo>
                <a:lnTo>
                  <a:pt x="0" y="2114550"/>
                </a:lnTo>
                <a:lnTo>
                  <a:pt x="0" y="2095500"/>
                </a:lnTo>
                <a:lnTo>
                  <a:pt x="9525" y="2095500"/>
                </a:lnTo>
                <a:close/>
                <a:moveTo>
                  <a:pt x="485775" y="2076450"/>
                </a:moveTo>
                <a:lnTo>
                  <a:pt x="495300" y="2076450"/>
                </a:lnTo>
                <a:lnTo>
                  <a:pt x="495300" y="2085975"/>
                </a:lnTo>
                <a:lnTo>
                  <a:pt x="485775" y="2085975"/>
                </a:lnTo>
                <a:close/>
                <a:moveTo>
                  <a:pt x="533400" y="2105025"/>
                </a:moveTo>
                <a:lnTo>
                  <a:pt x="542925" y="2105025"/>
                </a:lnTo>
                <a:lnTo>
                  <a:pt x="542925" y="2114550"/>
                </a:lnTo>
                <a:lnTo>
                  <a:pt x="533400" y="2114550"/>
                </a:lnTo>
                <a:close/>
                <a:moveTo>
                  <a:pt x="2314575" y="2114550"/>
                </a:moveTo>
                <a:lnTo>
                  <a:pt x="2324100" y="2114550"/>
                </a:lnTo>
                <a:lnTo>
                  <a:pt x="2324100" y="2124075"/>
                </a:lnTo>
                <a:lnTo>
                  <a:pt x="2314575" y="2124075"/>
                </a:lnTo>
                <a:close/>
                <a:moveTo>
                  <a:pt x="2276475" y="2124075"/>
                </a:moveTo>
                <a:lnTo>
                  <a:pt x="2286000" y="2124075"/>
                </a:lnTo>
                <a:lnTo>
                  <a:pt x="2286000" y="2143125"/>
                </a:lnTo>
                <a:lnTo>
                  <a:pt x="2276475" y="2143125"/>
                </a:lnTo>
                <a:close/>
                <a:moveTo>
                  <a:pt x="2295525" y="2124075"/>
                </a:moveTo>
                <a:lnTo>
                  <a:pt x="2314575" y="2124075"/>
                </a:lnTo>
                <a:lnTo>
                  <a:pt x="2314575" y="2133600"/>
                </a:lnTo>
                <a:lnTo>
                  <a:pt x="2305050" y="2133600"/>
                </a:lnTo>
                <a:lnTo>
                  <a:pt x="2305050" y="2143125"/>
                </a:lnTo>
                <a:lnTo>
                  <a:pt x="2295525" y="2143125"/>
                </a:lnTo>
                <a:close/>
                <a:moveTo>
                  <a:pt x="2352675" y="2133600"/>
                </a:moveTo>
                <a:lnTo>
                  <a:pt x="2371725" y="2133600"/>
                </a:lnTo>
                <a:lnTo>
                  <a:pt x="2371725" y="2143125"/>
                </a:lnTo>
                <a:lnTo>
                  <a:pt x="2352675" y="2143125"/>
                </a:lnTo>
                <a:close/>
                <a:moveTo>
                  <a:pt x="466725" y="2143125"/>
                </a:moveTo>
                <a:lnTo>
                  <a:pt x="495300" y="2143125"/>
                </a:lnTo>
                <a:lnTo>
                  <a:pt x="495300" y="2152650"/>
                </a:lnTo>
                <a:lnTo>
                  <a:pt x="466725" y="2152650"/>
                </a:lnTo>
                <a:close/>
                <a:moveTo>
                  <a:pt x="2371725" y="2143125"/>
                </a:moveTo>
                <a:lnTo>
                  <a:pt x="2381250" y="2143125"/>
                </a:lnTo>
                <a:lnTo>
                  <a:pt x="2381250" y="2152650"/>
                </a:lnTo>
                <a:lnTo>
                  <a:pt x="2371725" y="2152650"/>
                </a:lnTo>
                <a:close/>
                <a:moveTo>
                  <a:pt x="504825" y="2152650"/>
                </a:moveTo>
                <a:lnTo>
                  <a:pt x="514350" y="2152650"/>
                </a:lnTo>
                <a:lnTo>
                  <a:pt x="514350" y="2162175"/>
                </a:lnTo>
                <a:lnTo>
                  <a:pt x="504825" y="2162175"/>
                </a:lnTo>
                <a:close/>
                <a:moveTo>
                  <a:pt x="2428875" y="2152650"/>
                </a:moveTo>
                <a:lnTo>
                  <a:pt x="2447925" y="2152650"/>
                </a:lnTo>
                <a:lnTo>
                  <a:pt x="2447925" y="2162175"/>
                </a:lnTo>
                <a:lnTo>
                  <a:pt x="2438400" y="2162175"/>
                </a:lnTo>
                <a:lnTo>
                  <a:pt x="2438400" y="2171700"/>
                </a:lnTo>
                <a:lnTo>
                  <a:pt x="2428875" y="2171700"/>
                </a:lnTo>
                <a:close/>
                <a:moveTo>
                  <a:pt x="447675" y="2171700"/>
                </a:moveTo>
                <a:lnTo>
                  <a:pt x="466725" y="2171700"/>
                </a:lnTo>
                <a:lnTo>
                  <a:pt x="466725" y="2181225"/>
                </a:lnTo>
                <a:lnTo>
                  <a:pt x="447675" y="2181225"/>
                </a:lnTo>
                <a:close/>
                <a:moveTo>
                  <a:pt x="2047875" y="2190750"/>
                </a:moveTo>
                <a:lnTo>
                  <a:pt x="2057400" y="2190750"/>
                </a:lnTo>
                <a:lnTo>
                  <a:pt x="2057400" y="2200275"/>
                </a:lnTo>
                <a:lnTo>
                  <a:pt x="2066925" y="2200275"/>
                </a:lnTo>
                <a:lnTo>
                  <a:pt x="2066925" y="2209800"/>
                </a:lnTo>
                <a:lnTo>
                  <a:pt x="2047875" y="2209800"/>
                </a:lnTo>
                <a:close/>
                <a:moveTo>
                  <a:pt x="66675" y="2219325"/>
                </a:moveTo>
                <a:lnTo>
                  <a:pt x="76200" y="2219325"/>
                </a:lnTo>
                <a:lnTo>
                  <a:pt x="76200" y="2228850"/>
                </a:lnTo>
                <a:lnTo>
                  <a:pt x="66675" y="2228850"/>
                </a:lnTo>
                <a:close/>
                <a:moveTo>
                  <a:pt x="47625" y="2238375"/>
                </a:moveTo>
                <a:lnTo>
                  <a:pt x="57150" y="2238375"/>
                </a:lnTo>
                <a:lnTo>
                  <a:pt x="57150" y="2247900"/>
                </a:lnTo>
                <a:lnTo>
                  <a:pt x="47625" y="2247900"/>
                </a:lnTo>
                <a:close/>
                <a:moveTo>
                  <a:pt x="2114550" y="2266950"/>
                </a:moveTo>
                <a:lnTo>
                  <a:pt x="2133600" y="2266950"/>
                </a:lnTo>
                <a:lnTo>
                  <a:pt x="2133600" y="2276475"/>
                </a:lnTo>
                <a:lnTo>
                  <a:pt x="2162175" y="2276475"/>
                </a:lnTo>
                <a:lnTo>
                  <a:pt x="2162175" y="2286000"/>
                </a:lnTo>
                <a:lnTo>
                  <a:pt x="2114550" y="2286000"/>
                </a:lnTo>
                <a:close/>
                <a:moveTo>
                  <a:pt x="2219325" y="2286000"/>
                </a:moveTo>
                <a:lnTo>
                  <a:pt x="2247900" y="2286000"/>
                </a:lnTo>
                <a:lnTo>
                  <a:pt x="2247900" y="2305050"/>
                </a:lnTo>
                <a:lnTo>
                  <a:pt x="2219325" y="2305050"/>
                </a:lnTo>
                <a:close/>
                <a:moveTo>
                  <a:pt x="171450" y="2324100"/>
                </a:moveTo>
                <a:lnTo>
                  <a:pt x="180975" y="2324100"/>
                </a:lnTo>
                <a:lnTo>
                  <a:pt x="180975" y="2333625"/>
                </a:lnTo>
                <a:lnTo>
                  <a:pt x="171450" y="2333625"/>
                </a:lnTo>
                <a:close/>
                <a:moveTo>
                  <a:pt x="9525" y="2333625"/>
                </a:moveTo>
                <a:lnTo>
                  <a:pt x="19050" y="2333625"/>
                </a:lnTo>
                <a:lnTo>
                  <a:pt x="19050" y="2343150"/>
                </a:lnTo>
                <a:lnTo>
                  <a:pt x="9525" y="2343150"/>
                </a:lnTo>
                <a:close/>
                <a:moveTo>
                  <a:pt x="161925" y="2333625"/>
                </a:moveTo>
                <a:lnTo>
                  <a:pt x="171450" y="2333625"/>
                </a:lnTo>
                <a:lnTo>
                  <a:pt x="171450" y="2343150"/>
                </a:lnTo>
                <a:lnTo>
                  <a:pt x="161925" y="2343150"/>
                </a:lnTo>
                <a:close/>
                <a:moveTo>
                  <a:pt x="152400" y="2343150"/>
                </a:moveTo>
                <a:lnTo>
                  <a:pt x="161925" y="2343150"/>
                </a:lnTo>
                <a:lnTo>
                  <a:pt x="161925" y="2352675"/>
                </a:lnTo>
                <a:lnTo>
                  <a:pt x="152400" y="2352675"/>
                </a:lnTo>
                <a:close/>
                <a:moveTo>
                  <a:pt x="28575" y="2352675"/>
                </a:moveTo>
                <a:lnTo>
                  <a:pt x="38100" y="2352675"/>
                </a:lnTo>
                <a:lnTo>
                  <a:pt x="38100" y="2362200"/>
                </a:lnTo>
                <a:lnTo>
                  <a:pt x="28575" y="2362200"/>
                </a:lnTo>
                <a:close/>
                <a:moveTo>
                  <a:pt x="142875" y="2352675"/>
                </a:moveTo>
                <a:lnTo>
                  <a:pt x="152400" y="2352675"/>
                </a:lnTo>
                <a:lnTo>
                  <a:pt x="152400" y="2371725"/>
                </a:lnTo>
                <a:lnTo>
                  <a:pt x="133350" y="2371725"/>
                </a:lnTo>
                <a:lnTo>
                  <a:pt x="133350" y="2362200"/>
                </a:lnTo>
                <a:lnTo>
                  <a:pt x="142875" y="2362200"/>
                </a:lnTo>
                <a:close/>
                <a:moveTo>
                  <a:pt x="123825" y="2381250"/>
                </a:moveTo>
                <a:lnTo>
                  <a:pt x="142875" y="2381250"/>
                </a:lnTo>
                <a:lnTo>
                  <a:pt x="142875" y="2400300"/>
                </a:lnTo>
                <a:lnTo>
                  <a:pt x="152400" y="2400300"/>
                </a:lnTo>
                <a:lnTo>
                  <a:pt x="152400" y="2381250"/>
                </a:lnTo>
                <a:lnTo>
                  <a:pt x="190500" y="2381250"/>
                </a:lnTo>
                <a:lnTo>
                  <a:pt x="190500" y="2400300"/>
                </a:lnTo>
                <a:lnTo>
                  <a:pt x="180975" y="2400300"/>
                </a:lnTo>
                <a:lnTo>
                  <a:pt x="180975" y="2409825"/>
                </a:lnTo>
                <a:lnTo>
                  <a:pt x="104775" y="2409825"/>
                </a:lnTo>
                <a:lnTo>
                  <a:pt x="104775" y="2419350"/>
                </a:lnTo>
                <a:lnTo>
                  <a:pt x="95250" y="2419350"/>
                </a:lnTo>
                <a:lnTo>
                  <a:pt x="95250" y="2400300"/>
                </a:lnTo>
                <a:lnTo>
                  <a:pt x="114300" y="2400300"/>
                </a:lnTo>
                <a:lnTo>
                  <a:pt x="114300" y="2390775"/>
                </a:lnTo>
                <a:lnTo>
                  <a:pt x="123825" y="2390775"/>
                </a:lnTo>
                <a:close/>
                <a:moveTo>
                  <a:pt x="200025" y="2381250"/>
                </a:moveTo>
                <a:lnTo>
                  <a:pt x="219075" y="2381250"/>
                </a:lnTo>
                <a:lnTo>
                  <a:pt x="219075" y="2390775"/>
                </a:lnTo>
                <a:lnTo>
                  <a:pt x="200025" y="2390775"/>
                </a:lnTo>
                <a:close/>
                <a:moveTo>
                  <a:pt x="1952625" y="2381250"/>
                </a:moveTo>
                <a:lnTo>
                  <a:pt x="1990725" y="2381250"/>
                </a:lnTo>
                <a:lnTo>
                  <a:pt x="1990725" y="2390775"/>
                </a:lnTo>
                <a:lnTo>
                  <a:pt x="2000250" y="2390775"/>
                </a:lnTo>
                <a:lnTo>
                  <a:pt x="2000250" y="2419350"/>
                </a:lnTo>
                <a:lnTo>
                  <a:pt x="1971675" y="2419350"/>
                </a:lnTo>
                <a:lnTo>
                  <a:pt x="1971675" y="2428875"/>
                </a:lnTo>
                <a:lnTo>
                  <a:pt x="1962150" y="2428875"/>
                </a:lnTo>
                <a:lnTo>
                  <a:pt x="1962150" y="2400300"/>
                </a:lnTo>
                <a:lnTo>
                  <a:pt x="1952625" y="2400300"/>
                </a:lnTo>
                <a:close/>
                <a:moveTo>
                  <a:pt x="2257425" y="2381250"/>
                </a:moveTo>
                <a:lnTo>
                  <a:pt x="2266950" y="2381250"/>
                </a:lnTo>
                <a:lnTo>
                  <a:pt x="2266950" y="2390775"/>
                </a:lnTo>
                <a:lnTo>
                  <a:pt x="2276475" y="2390775"/>
                </a:lnTo>
                <a:lnTo>
                  <a:pt x="2276475" y="2400300"/>
                </a:lnTo>
                <a:lnTo>
                  <a:pt x="2257425" y="2400300"/>
                </a:lnTo>
                <a:close/>
                <a:moveTo>
                  <a:pt x="485775" y="2390775"/>
                </a:moveTo>
                <a:lnTo>
                  <a:pt x="495300" y="2390775"/>
                </a:lnTo>
                <a:lnTo>
                  <a:pt x="495300" y="2400300"/>
                </a:lnTo>
                <a:lnTo>
                  <a:pt x="485775" y="2400300"/>
                </a:lnTo>
                <a:close/>
                <a:moveTo>
                  <a:pt x="523875" y="2390775"/>
                </a:moveTo>
                <a:lnTo>
                  <a:pt x="533400" y="2390775"/>
                </a:lnTo>
                <a:lnTo>
                  <a:pt x="533400" y="2400300"/>
                </a:lnTo>
                <a:lnTo>
                  <a:pt x="523875" y="2400300"/>
                </a:lnTo>
                <a:close/>
                <a:moveTo>
                  <a:pt x="1905000" y="2390775"/>
                </a:moveTo>
                <a:lnTo>
                  <a:pt x="1914525" y="2390775"/>
                </a:lnTo>
                <a:lnTo>
                  <a:pt x="1914525" y="2400300"/>
                </a:lnTo>
                <a:lnTo>
                  <a:pt x="1924050" y="2400300"/>
                </a:lnTo>
                <a:lnTo>
                  <a:pt x="1924050" y="2438400"/>
                </a:lnTo>
                <a:lnTo>
                  <a:pt x="1914525" y="2438400"/>
                </a:lnTo>
                <a:lnTo>
                  <a:pt x="1914525" y="2428875"/>
                </a:lnTo>
                <a:lnTo>
                  <a:pt x="1905000" y="2428875"/>
                </a:lnTo>
                <a:close/>
                <a:moveTo>
                  <a:pt x="1943100" y="2400300"/>
                </a:moveTo>
                <a:lnTo>
                  <a:pt x="1952625" y="2400300"/>
                </a:lnTo>
                <a:lnTo>
                  <a:pt x="1952625" y="2409825"/>
                </a:lnTo>
                <a:lnTo>
                  <a:pt x="1943100" y="2409825"/>
                </a:lnTo>
                <a:close/>
                <a:moveTo>
                  <a:pt x="1933575" y="2409825"/>
                </a:moveTo>
                <a:lnTo>
                  <a:pt x="1943100" y="2409825"/>
                </a:lnTo>
                <a:lnTo>
                  <a:pt x="1943100" y="2419350"/>
                </a:lnTo>
                <a:lnTo>
                  <a:pt x="1933575" y="2419350"/>
                </a:lnTo>
                <a:close/>
                <a:moveTo>
                  <a:pt x="2400300" y="2409825"/>
                </a:moveTo>
                <a:lnTo>
                  <a:pt x="2438400" y="2409825"/>
                </a:lnTo>
                <a:lnTo>
                  <a:pt x="2438400" y="2419350"/>
                </a:lnTo>
                <a:lnTo>
                  <a:pt x="2419350" y="2419350"/>
                </a:lnTo>
                <a:lnTo>
                  <a:pt x="2419350" y="2428875"/>
                </a:lnTo>
                <a:lnTo>
                  <a:pt x="2390775" y="2428875"/>
                </a:lnTo>
                <a:lnTo>
                  <a:pt x="2390775" y="2438400"/>
                </a:lnTo>
                <a:lnTo>
                  <a:pt x="2381250" y="2438400"/>
                </a:lnTo>
                <a:lnTo>
                  <a:pt x="2381250" y="2419350"/>
                </a:lnTo>
                <a:lnTo>
                  <a:pt x="2400300" y="2419350"/>
                </a:lnTo>
                <a:close/>
                <a:moveTo>
                  <a:pt x="38100" y="2419350"/>
                </a:moveTo>
                <a:lnTo>
                  <a:pt x="47625" y="2419350"/>
                </a:lnTo>
                <a:lnTo>
                  <a:pt x="47625" y="2428875"/>
                </a:lnTo>
                <a:lnTo>
                  <a:pt x="57150" y="2428875"/>
                </a:lnTo>
                <a:lnTo>
                  <a:pt x="57150" y="2419350"/>
                </a:lnTo>
                <a:lnTo>
                  <a:pt x="66675" y="2419350"/>
                </a:lnTo>
                <a:lnTo>
                  <a:pt x="66675" y="2428875"/>
                </a:lnTo>
                <a:lnTo>
                  <a:pt x="57150" y="2428875"/>
                </a:lnTo>
                <a:lnTo>
                  <a:pt x="57150" y="2447925"/>
                </a:lnTo>
                <a:lnTo>
                  <a:pt x="47625" y="2447925"/>
                </a:lnTo>
                <a:lnTo>
                  <a:pt x="47625" y="2466975"/>
                </a:lnTo>
                <a:lnTo>
                  <a:pt x="19050" y="2466975"/>
                </a:lnTo>
                <a:lnTo>
                  <a:pt x="19050" y="2457450"/>
                </a:lnTo>
                <a:lnTo>
                  <a:pt x="0" y="2457450"/>
                </a:lnTo>
                <a:lnTo>
                  <a:pt x="0" y="2438400"/>
                </a:lnTo>
                <a:lnTo>
                  <a:pt x="38100" y="2438400"/>
                </a:lnTo>
                <a:close/>
                <a:moveTo>
                  <a:pt x="1819275" y="2428875"/>
                </a:moveTo>
                <a:lnTo>
                  <a:pt x="1828800" y="2428875"/>
                </a:lnTo>
                <a:lnTo>
                  <a:pt x="1828800" y="2438400"/>
                </a:lnTo>
                <a:lnTo>
                  <a:pt x="1838325" y="2438400"/>
                </a:lnTo>
                <a:lnTo>
                  <a:pt x="1838325" y="2457450"/>
                </a:lnTo>
                <a:lnTo>
                  <a:pt x="1828800" y="2457450"/>
                </a:lnTo>
                <a:lnTo>
                  <a:pt x="1828800" y="2447925"/>
                </a:lnTo>
                <a:lnTo>
                  <a:pt x="1819275" y="2447925"/>
                </a:lnTo>
                <a:close/>
                <a:moveTo>
                  <a:pt x="161925" y="2447925"/>
                </a:moveTo>
                <a:lnTo>
                  <a:pt x="171450" y="2447925"/>
                </a:lnTo>
                <a:lnTo>
                  <a:pt x="171450" y="2457450"/>
                </a:lnTo>
                <a:lnTo>
                  <a:pt x="161925" y="2457450"/>
                </a:lnTo>
                <a:close/>
                <a:moveTo>
                  <a:pt x="1152525" y="2447925"/>
                </a:moveTo>
                <a:lnTo>
                  <a:pt x="1162050" y="2447925"/>
                </a:lnTo>
                <a:lnTo>
                  <a:pt x="1162050" y="2457450"/>
                </a:lnTo>
                <a:lnTo>
                  <a:pt x="1152525" y="2457450"/>
                </a:lnTo>
                <a:close/>
                <a:moveTo>
                  <a:pt x="152400" y="2457450"/>
                </a:moveTo>
                <a:lnTo>
                  <a:pt x="161925" y="2457450"/>
                </a:lnTo>
                <a:lnTo>
                  <a:pt x="161925" y="2466975"/>
                </a:lnTo>
                <a:lnTo>
                  <a:pt x="152400" y="2466975"/>
                </a:lnTo>
                <a:close/>
                <a:moveTo>
                  <a:pt x="1133475" y="2466975"/>
                </a:moveTo>
                <a:lnTo>
                  <a:pt x="1143000" y="2466975"/>
                </a:lnTo>
                <a:lnTo>
                  <a:pt x="1143000" y="2476500"/>
                </a:lnTo>
                <a:lnTo>
                  <a:pt x="1152525" y="2476500"/>
                </a:lnTo>
                <a:lnTo>
                  <a:pt x="1152525" y="2486025"/>
                </a:lnTo>
                <a:lnTo>
                  <a:pt x="1114425" y="2486025"/>
                </a:lnTo>
                <a:lnTo>
                  <a:pt x="1114425" y="2476500"/>
                </a:lnTo>
                <a:lnTo>
                  <a:pt x="1133475" y="2476500"/>
                </a:lnTo>
                <a:close/>
                <a:moveTo>
                  <a:pt x="180975" y="2476500"/>
                </a:moveTo>
                <a:lnTo>
                  <a:pt x="190500" y="2476500"/>
                </a:lnTo>
                <a:lnTo>
                  <a:pt x="190500" y="2486025"/>
                </a:lnTo>
                <a:lnTo>
                  <a:pt x="180975" y="2486025"/>
                </a:lnTo>
                <a:close/>
                <a:moveTo>
                  <a:pt x="238125" y="2476500"/>
                </a:moveTo>
                <a:lnTo>
                  <a:pt x="247650" y="2476500"/>
                </a:lnTo>
                <a:lnTo>
                  <a:pt x="247650" y="2495550"/>
                </a:lnTo>
                <a:lnTo>
                  <a:pt x="238125" y="2495550"/>
                </a:lnTo>
                <a:close/>
                <a:moveTo>
                  <a:pt x="285750" y="2476500"/>
                </a:moveTo>
                <a:lnTo>
                  <a:pt x="295275" y="2476500"/>
                </a:lnTo>
                <a:lnTo>
                  <a:pt x="295275" y="2486025"/>
                </a:lnTo>
                <a:lnTo>
                  <a:pt x="285750" y="2486025"/>
                </a:lnTo>
                <a:close/>
                <a:moveTo>
                  <a:pt x="1800225" y="2476500"/>
                </a:moveTo>
                <a:lnTo>
                  <a:pt x="1809750" y="2476500"/>
                </a:lnTo>
                <a:lnTo>
                  <a:pt x="1809750" y="2486025"/>
                </a:lnTo>
                <a:lnTo>
                  <a:pt x="1828800" y="2486025"/>
                </a:lnTo>
                <a:lnTo>
                  <a:pt x="1828800" y="2505075"/>
                </a:lnTo>
                <a:lnTo>
                  <a:pt x="1781175" y="2505075"/>
                </a:lnTo>
                <a:lnTo>
                  <a:pt x="1781175" y="2495550"/>
                </a:lnTo>
                <a:lnTo>
                  <a:pt x="1771650" y="2495550"/>
                </a:lnTo>
                <a:lnTo>
                  <a:pt x="1771650" y="2486025"/>
                </a:lnTo>
                <a:lnTo>
                  <a:pt x="1800225" y="2486025"/>
                </a:lnTo>
                <a:close/>
                <a:moveTo>
                  <a:pt x="1847850" y="2476500"/>
                </a:moveTo>
                <a:lnTo>
                  <a:pt x="1857375" y="2476500"/>
                </a:lnTo>
                <a:lnTo>
                  <a:pt x="1857375" y="2486025"/>
                </a:lnTo>
                <a:lnTo>
                  <a:pt x="1847850" y="2486025"/>
                </a:lnTo>
                <a:close/>
                <a:moveTo>
                  <a:pt x="219075" y="2486025"/>
                </a:moveTo>
                <a:lnTo>
                  <a:pt x="228600" y="2486025"/>
                </a:lnTo>
                <a:lnTo>
                  <a:pt x="228600" y="2495550"/>
                </a:lnTo>
                <a:lnTo>
                  <a:pt x="219075" y="2495550"/>
                </a:lnTo>
                <a:close/>
                <a:moveTo>
                  <a:pt x="276225" y="2486025"/>
                </a:moveTo>
                <a:lnTo>
                  <a:pt x="285750" y="2486025"/>
                </a:lnTo>
                <a:lnTo>
                  <a:pt x="285750" y="2495550"/>
                </a:lnTo>
                <a:lnTo>
                  <a:pt x="276225" y="2495550"/>
                </a:lnTo>
                <a:close/>
                <a:moveTo>
                  <a:pt x="1438275" y="2486025"/>
                </a:moveTo>
                <a:lnTo>
                  <a:pt x="1457325" y="2486025"/>
                </a:lnTo>
                <a:lnTo>
                  <a:pt x="1457325" y="2495550"/>
                </a:lnTo>
                <a:lnTo>
                  <a:pt x="1438275" y="2495550"/>
                </a:lnTo>
                <a:close/>
                <a:moveTo>
                  <a:pt x="1866900" y="2486025"/>
                </a:moveTo>
                <a:lnTo>
                  <a:pt x="1876425" y="2486025"/>
                </a:lnTo>
                <a:lnTo>
                  <a:pt x="1876425" y="2495550"/>
                </a:lnTo>
                <a:lnTo>
                  <a:pt x="1866900" y="2495550"/>
                </a:lnTo>
                <a:close/>
                <a:moveTo>
                  <a:pt x="514350" y="2495550"/>
                </a:moveTo>
                <a:lnTo>
                  <a:pt x="523875" y="2495550"/>
                </a:lnTo>
                <a:lnTo>
                  <a:pt x="523875" y="2505075"/>
                </a:lnTo>
                <a:lnTo>
                  <a:pt x="514350" y="2505075"/>
                </a:lnTo>
                <a:close/>
                <a:moveTo>
                  <a:pt x="1247775" y="2495550"/>
                </a:moveTo>
                <a:lnTo>
                  <a:pt x="1257300" y="2495550"/>
                </a:lnTo>
                <a:lnTo>
                  <a:pt x="1257300" y="2505075"/>
                </a:lnTo>
                <a:lnTo>
                  <a:pt x="1247775" y="2505075"/>
                </a:lnTo>
                <a:close/>
                <a:moveTo>
                  <a:pt x="19050" y="2505075"/>
                </a:moveTo>
                <a:lnTo>
                  <a:pt x="28575" y="2505075"/>
                </a:lnTo>
                <a:lnTo>
                  <a:pt x="28575" y="2524125"/>
                </a:lnTo>
                <a:lnTo>
                  <a:pt x="19050" y="2524125"/>
                </a:lnTo>
                <a:lnTo>
                  <a:pt x="19050" y="2543175"/>
                </a:lnTo>
                <a:lnTo>
                  <a:pt x="0" y="2543175"/>
                </a:lnTo>
                <a:lnTo>
                  <a:pt x="0" y="2514600"/>
                </a:lnTo>
                <a:lnTo>
                  <a:pt x="19050" y="2514600"/>
                </a:lnTo>
                <a:close/>
                <a:moveTo>
                  <a:pt x="247650" y="2505075"/>
                </a:moveTo>
                <a:lnTo>
                  <a:pt x="257175" y="2505075"/>
                </a:lnTo>
                <a:lnTo>
                  <a:pt x="257175" y="2514600"/>
                </a:lnTo>
                <a:lnTo>
                  <a:pt x="247650" y="2514600"/>
                </a:lnTo>
                <a:close/>
                <a:moveTo>
                  <a:pt x="485775" y="2505075"/>
                </a:moveTo>
                <a:lnTo>
                  <a:pt x="495300" y="2505075"/>
                </a:lnTo>
                <a:lnTo>
                  <a:pt x="495300" y="2524125"/>
                </a:lnTo>
                <a:lnTo>
                  <a:pt x="466725" y="2524125"/>
                </a:lnTo>
                <a:lnTo>
                  <a:pt x="466725" y="2514600"/>
                </a:lnTo>
                <a:lnTo>
                  <a:pt x="485775" y="2514600"/>
                </a:lnTo>
                <a:close/>
                <a:moveTo>
                  <a:pt x="1828800" y="2505075"/>
                </a:moveTo>
                <a:lnTo>
                  <a:pt x="1838325" y="2505075"/>
                </a:lnTo>
                <a:lnTo>
                  <a:pt x="1838325" y="2514600"/>
                </a:lnTo>
                <a:lnTo>
                  <a:pt x="1828800" y="2514600"/>
                </a:lnTo>
                <a:close/>
                <a:moveTo>
                  <a:pt x="2190750" y="2505075"/>
                </a:moveTo>
                <a:lnTo>
                  <a:pt x="2209800" y="2505075"/>
                </a:lnTo>
                <a:lnTo>
                  <a:pt x="2209800" y="2514600"/>
                </a:lnTo>
                <a:lnTo>
                  <a:pt x="2200275" y="2514600"/>
                </a:lnTo>
                <a:lnTo>
                  <a:pt x="2200275" y="2524125"/>
                </a:lnTo>
                <a:lnTo>
                  <a:pt x="2228850" y="2524125"/>
                </a:lnTo>
                <a:lnTo>
                  <a:pt x="2228850" y="2533650"/>
                </a:lnTo>
                <a:lnTo>
                  <a:pt x="2209800" y="2533650"/>
                </a:lnTo>
                <a:lnTo>
                  <a:pt x="2209800" y="2543175"/>
                </a:lnTo>
                <a:lnTo>
                  <a:pt x="2200275" y="2543175"/>
                </a:lnTo>
                <a:lnTo>
                  <a:pt x="2200275" y="2533650"/>
                </a:lnTo>
                <a:lnTo>
                  <a:pt x="2190750" y="2533650"/>
                </a:lnTo>
                <a:close/>
                <a:moveTo>
                  <a:pt x="180975" y="2514600"/>
                </a:moveTo>
                <a:lnTo>
                  <a:pt x="190500" y="2514600"/>
                </a:lnTo>
                <a:lnTo>
                  <a:pt x="190500" y="2543175"/>
                </a:lnTo>
                <a:lnTo>
                  <a:pt x="180975" y="2543175"/>
                </a:lnTo>
                <a:close/>
                <a:moveTo>
                  <a:pt x="285750" y="2514600"/>
                </a:moveTo>
                <a:lnTo>
                  <a:pt x="304800" y="2514600"/>
                </a:lnTo>
                <a:lnTo>
                  <a:pt x="304800" y="2524125"/>
                </a:lnTo>
                <a:lnTo>
                  <a:pt x="285750" y="2524125"/>
                </a:lnTo>
                <a:close/>
                <a:moveTo>
                  <a:pt x="2171700" y="2514600"/>
                </a:moveTo>
                <a:lnTo>
                  <a:pt x="2181225" y="2514600"/>
                </a:lnTo>
                <a:lnTo>
                  <a:pt x="2181225" y="2524125"/>
                </a:lnTo>
                <a:lnTo>
                  <a:pt x="2171700" y="2524125"/>
                </a:lnTo>
                <a:close/>
                <a:moveTo>
                  <a:pt x="504825" y="2524125"/>
                </a:moveTo>
                <a:lnTo>
                  <a:pt x="533400" y="2524125"/>
                </a:lnTo>
                <a:lnTo>
                  <a:pt x="533400" y="2552700"/>
                </a:lnTo>
                <a:lnTo>
                  <a:pt x="523875" y="2552700"/>
                </a:lnTo>
                <a:lnTo>
                  <a:pt x="523875" y="2543175"/>
                </a:lnTo>
                <a:lnTo>
                  <a:pt x="514350" y="2543175"/>
                </a:lnTo>
                <a:lnTo>
                  <a:pt x="514350" y="2552700"/>
                </a:lnTo>
                <a:lnTo>
                  <a:pt x="504825" y="2552700"/>
                </a:lnTo>
                <a:close/>
                <a:moveTo>
                  <a:pt x="1057275" y="2524125"/>
                </a:moveTo>
                <a:lnTo>
                  <a:pt x="1066800" y="2524125"/>
                </a:lnTo>
                <a:lnTo>
                  <a:pt x="1066800" y="2533650"/>
                </a:lnTo>
                <a:lnTo>
                  <a:pt x="1076325" y="2533650"/>
                </a:lnTo>
                <a:lnTo>
                  <a:pt x="1076325" y="2543175"/>
                </a:lnTo>
                <a:lnTo>
                  <a:pt x="1057275" y="2543175"/>
                </a:lnTo>
                <a:close/>
                <a:moveTo>
                  <a:pt x="1419225" y="2524125"/>
                </a:moveTo>
                <a:lnTo>
                  <a:pt x="1438275" y="2524125"/>
                </a:lnTo>
                <a:lnTo>
                  <a:pt x="1438275" y="2533650"/>
                </a:lnTo>
                <a:lnTo>
                  <a:pt x="1428750" y="2533650"/>
                </a:lnTo>
                <a:lnTo>
                  <a:pt x="1428750" y="2543175"/>
                </a:lnTo>
                <a:lnTo>
                  <a:pt x="1419225" y="2543175"/>
                </a:lnTo>
                <a:close/>
                <a:moveTo>
                  <a:pt x="1981200" y="2524125"/>
                </a:moveTo>
                <a:lnTo>
                  <a:pt x="1990725" y="2524125"/>
                </a:lnTo>
                <a:lnTo>
                  <a:pt x="1990725" y="2533650"/>
                </a:lnTo>
                <a:lnTo>
                  <a:pt x="1981200" y="2533650"/>
                </a:lnTo>
                <a:close/>
                <a:moveTo>
                  <a:pt x="2038350" y="2524125"/>
                </a:moveTo>
                <a:lnTo>
                  <a:pt x="2047875" y="2524125"/>
                </a:lnTo>
                <a:lnTo>
                  <a:pt x="2047875" y="2533650"/>
                </a:lnTo>
                <a:lnTo>
                  <a:pt x="2038350" y="2533650"/>
                </a:lnTo>
                <a:close/>
                <a:moveTo>
                  <a:pt x="2305050" y="2524125"/>
                </a:moveTo>
                <a:lnTo>
                  <a:pt x="2314575" y="2524125"/>
                </a:lnTo>
                <a:lnTo>
                  <a:pt x="2314575" y="2533650"/>
                </a:lnTo>
                <a:lnTo>
                  <a:pt x="2305050" y="2533650"/>
                </a:lnTo>
                <a:close/>
                <a:moveTo>
                  <a:pt x="1171575" y="2533650"/>
                </a:moveTo>
                <a:lnTo>
                  <a:pt x="1181100" y="2533650"/>
                </a:lnTo>
                <a:lnTo>
                  <a:pt x="1181100" y="2543175"/>
                </a:lnTo>
                <a:lnTo>
                  <a:pt x="1171575" y="2543175"/>
                </a:lnTo>
                <a:close/>
                <a:moveTo>
                  <a:pt x="1619250" y="2533650"/>
                </a:moveTo>
                <a:lnTo>
                  <a:pt x="1628775" y="2533650"/>
                </a:lnTo>
                <a:lnTo>
                  <a:pt x="1628775" y="2543175"/>
                </a:lnTo>
                <a:lnTo>
                  <a:pt x="1619250" y="2543175"/>
                </a:lnTo>
                <a:close/>
                <a:moveTo>
                  <a:pt x="2162175" y="2533650"/>
                </a:moveTo>
                <a:lnTo>
                  <a:pt x="2171700" y="2533650"/>
                </a:lnTo>
                <a:lnTo>
                  <a:pt x="2171700" y="2552700"/>
                </a:lnTo>
                <a:lnTo>
                  <a:pt x="2152650" y="2552700"/>
                </a:lnTo>
                <a:lnTo>
                  <a:pt x="2152650" y="2543175"/>
                </a:lnTo>
                <a:lnTo>
                  <a:pt x="2162175" y="2543175"/>
                </a:lnTo>
                <a:close/>
                <a:moveTo>
                  <a:pt x="2257425" y="2533650"/>
                </a:moveTo>
                <a:lnTo>
                  <a:pt x="2276475" y="2533650"/>
                </a:lnTo>
                <a:lnTo>
                  <a:pt x="2276475" y="2543175"/>
                </a:lnTo>
                <a:lnTo>
                  <a:pt x="2257425" y="2543175"/>
                </a:lnTo>
                <a:close/>
                <a:moveTo>
                  <a:pt x="400050" y="2543175"/>
                </a:moveTo>
                <a:lnTo>
                  <a:pt x="409575" y="2543175"/>
                </a:lnTo>
                <a:lnTo>
                  <a:pt x="409575" y="2552700"/>
                </a:lnTo>
                <a:lnTo>
                  <a:pt x="400050" y="2552700"/>
                </a:lnTo>
                <a:close/>
                <a:moveTo>
                  <a:pt x="1162050" y="2543175"/>
                </a:moveTo>
                <a:lnTo>
                  <a:pt x="1171575" y="2543175"/>
                </a:lnTo>
                <a:lnTo>
                  <a:pt x="1171575" y="2562225"/>
                </a:lnTo>
                <a:lnTo>
                  <a:pt x="1162050" y="2562225"/>
                </a:lnTo>
                <a:close/>
                <a:moveTo>
                  <a:pt x="1628775" y="2543175"/>
                </a:moveTo>
                <a:lnTo>
                  <a:pt x="1638300" y="2543175"/>
                </a:lnTo>
                <a:lnTo>
                  <a:pt x="1638300" y="2552700"/>
                </a:lnTo>
                <a:lnTo>
                  <a:pt x="1628775" y="2552700"/>
                </a:lnTo>
                <a:close/>
                <a:moveTo>
                  <a:pt x="1685925" y="2543175"/>
                </a:moveTo>
                <a:lnTo>
                  <a:pt x="1695450" y="2543175"/>
                </a:lnTo>
                <a:lnTo>
                  <a:pt x="1695450" y="2552700"/>
                </a:lnTo>
                <a:lnTo>
                  <a:pt x="1685925" y="2552700"/>
                </a:lnTo>
                <a:close/>
                <a:moveTo>
                  <a:pt x="1743075" y="2543175"/>
                </a:moveTo>
                <a:lnTo>
                  <a:pt x="1752600" y="2543175"/>
                </a:lnTo>
                <a:lnTo>
                  <a:pt x="1752600" y="2552700"/>
                </a:lnTo>
                <a:lnTo>
                  <a:pt x="1743075" y="2552700"/>
                </a:lnTo>
                <a:close/>
                <a:moveTo>
                  <a:pt x="1933575" y="2543175"/>
                </a:moveTo>
                <a:lnTo>
                  <a:pt x="1943100" y="2543175"/>
                </a:lnTo>
                <a:lnTo>
                  <a:pt x="1943100" y="2552700"/>
                </a:lnTo>
                <a:lnTo>
                  <a:pt x="1933575" y="2552700"/>
                </a:lnTo>
                <a:close/>
                <a:moveTo>
                  <a:pt x="1971675" y="2543175"/>
                </a:moveTo>
                <a:lnTo>
                  <a:pt x="1981200" y="2543175"/>
                </a:lnTo>
                <a:lnTo>
                  <a:pt x="1981200" y="2552700"/>
                </a:lnTo>
                <a:lnTo>
                  <a:pt x="1971675" y="2552700"/>
                </a:lnTo>
                <a:close/>
                <a:moveTo>
                  <a:pt x="2219325" y="2543175"/>
                </a:moveTo>
                <a:lnTo>
                  <a:pt x="2228850" y="2543175"/>
                </a:lnTo>
                <a:lnTo>
                  <a:pt x="2228850" y="2562225"/>
                </a:lnTo>
                <a:lnTo>
                  <a:pt x="2238375" y="2562225"/>
                </a:lnTo>
                <a:lnTo>
                  <a:pt x="2238375" y="2552700"/>
                </a:lnTo>
                <a:lnTo>
                  <a:pt x="2247900" y="2552700"/>
                </a:lnTo>
                <a:lnTo>
                  <a:pt x="2247900" y="2562225"/>
                </a:lnTo>
                <a:lnTo>
                  <a:pt x="2238375" y="2562225"/>
                </a:lnTo>
                <a:lnTo>
                  <a:pt x="2238375" y="2571750"/>
                </a:lnTo>
                <a:lnTo>
                  <a:pt x="2219325" y="2571750"/>
                </a:lnTo>
                <a:close/>
                <a:moveTo>
                  <a:pt x="2305050" y="2543175"/>
                </a:moveTo>
                <a:lnTo>
                  <a:pt x="2314575" y="2543175"/>
                </a:lnTo>
                <a:lnTo>
                  <a:pt x="2314575" y="2552700"/>
                </a:lnTo>
                <a:lnTo>
                  <a:pt x="2305050" y="2552700"/>
                </a:lnTo>
                <a:close/>
                <a:moveTo>
                  <a:pt x="323850" y="2552700"/>
                </a:moveTo>
                <a:lnTo>
                  <a:pt x="333375" y="2552700"/>
                </a:lnTo>
                <a:lnTo>
                  <a:pt x="333375" y="2562225"/>
                </a:lnTo>
                <a:lnTo>
                  <a:pt x="323850" y="2562225"/>
                </a:lnTo>
                <a:close/>
                <a:moveTo>
                  <a:pt x="409575" y="2552700"/>
                </a:moveTo>
                <a:lnTo>
                  <a:pt x="428625" y="2552700"/>
                </a:lnTo>
                <a:lnTo>
                  <a:pt x="428625" y="2562225"/>
                </a:lnTo>
                <a:lnTo>
                  <a:pt x="409575" y="2562225"/>
                </a:lnTo>
                <a:close/>
                <a:moveTo>
                  <a:pt x="942975" y="2552700"/>
                </a:moveTo>
                <a:lnTo>
                  <a:pt x="971550" y="2552700"/>
                </a:lnTo>
                <a:lnTo>
                  <a:pt x="971550" y="2562225"/>
                </a:lnTo>
                <a:lnTo>
                  <a:pt x="981075" y="2562225"/>
                </a:lnTo>
                <a:lnTo>
                  <a:pt x="981075" y="2590800"/>
                </a:lnTo>
                <a:lnTo>
                  <a:pt x="971550" y="2590800"/>
                </a:lnTo>
                <a:lnTo>
                  <a:pt x="971550" y="2581275"/>
                </a:lnTo>
                <a:lnTo>
                  <a:pt x="962025" y="2581275"/>
                </a:lnTo>
                <a:lnTo>
                  <a:pt x="962025" y="2590800"/>
                </a:lnTo>
                <a:lnTo>
                  <a:pt x="952500" y="2590800"/>
                </a:lnTo>
                <a:lnTo>
                  <a:pt x="952500" y="2571750"/>
                </a:lnTo>
                <a:lnTo>
                  <a:pt x="942975" y="2571750"/>
                </a:lnTo>
                <a:close/>
                <a:moveTo>
                  <a:pt x="1076325" y="2552700"/>
                </a:moveTo>
                <a:lnTo>
                  <a:pt x="1085850" y="2552700"/>
                </a:lnTo>
                <a:lnTo>
                  <a:pt x="1085850" y="2562225"/>
                </a:lnTo>
                <a:lnTo>
                  <a:pt x="1076325" y="2562225"/>
                </a:lnTo>
                <a:close/>
                <a:moveTo>
                  <a:pt x="1143000" y="2552700"/>
                </a:moveTo>
                <a:lnTo>
                  <a:pt x="1152525" y="2552700"/>
                </a:lnTo>
                <a:lnTo>
                  <a:pt x="1152525" y="2562225"/>
                </a:lnTo>
                <a:lnTo>
                  <a:pt x="1143000" y="2562225"/>
                </a:lnTo>
                <a:close/>
                <a:moveTo>
                  <a:pt x="1238250" y="2552700"/>
                </a:moveTo>
                <a:lnTo>
                  <a:pt x="1247775" y="2552700"/>
                </a:lnTo>
                <a:lnTo>
                  <a:pt x="1247775" y="2571750"/>
                </a:lnTo>
                <a:lnTo>
                  <a:pt x="1238250" y="2571750"/>
                </a:lnTo>
                <a:close/>
                <a:moveTo>
                  <a:pt x="1647825" y="2552700"/>
                </a:moveTo>
                <a:lnTo>
                  <a:pt x="1666875" y="2552700"/>
                </a:lnTo>
                <a:lnTo>
                  <a:pt x="1666875" y="2562225"/>
                </a:lnTo>
                <a:lnTo>
                  <a:pt x="1647825" y="2562225"/>
                </a:lnTo>
                <a:close/>
                <a:moveTo>
                  <a:pt x="400050" y="2562225"/>
                </a:moveTo>
                <a:lnTo>
                  <a:pt x="409575" y="2562225"/>
                </a:lnTo>
                <a:lnTo>
                  <a:pt x="409575" y="2590800"/>
                </a:lnTo>
                <a:lnTo>
                  <a:pt x="390525" y="2590800"/>
                </a:lnTo>
                <a:lnTo>
                  <a:pt x="390525" y="2571750"/>
                </a:lnTo>
                <a:lnTo>
                  <a:pt x="400050" y="2571750"/>
                </a:lnTo>
                <a:close/>
                <a:moveTo>
                  <a:pt x="1085850" y="2562225"/>
                </a:moveTo>
                <a:lnTo>
                  <a:pt x="1095375" y="2562225"/>
                </a:lnTo>
                <a:lnTo>
                  <a:pt x="1095375" y="2571750"/>
                </a:lnTo>
                <a:lnTo>
                  <a:pt x="1085850" y="2571750"/>
                </a:lnTo>
                <a:close/>
                <a:moveTo>
                  <a:pt x="1133475" y="2562225"/>
                </a:moveTo>
                <a:lnTo>
                  <a:pt x="1143000" y="2562225"/>
                </a:lnTo>
                <a:lnTo>
                  <a:pt x="1143000" y="2581275"/>
                </a:lnTo>
                <a:lnTo>
                  <a:pt x="1133475" y="2581275"/>
                </a:lnTo>
                <a:close/>
                <a:moveTo>
                  <a:pt x="1933575" y="2562225"/>
                </a:moveTo>
                <a:lnTo>
                  <a:pt x="1943100" y="2562225"/>
                </a:lnTo>
                <a:lnTo>
                  <a:pt x="1943100" y="2571750"/>
                </a:lnTo>
                <a:lnTo>
                  <a:pt x="1933575" y="2571750"/>
                </a:lnTo>
                <a:close/>
                <a:moveTo>
                  <a:pt x="76200" y="2581275"/>
                </a:moveTo>
                <a:lnTo>
                  <a:pt x="95250" y="2581275"/>
                </a:lnTo>
                <a:lnTo>
                  <a:pt x="95250" y="2590800"/>
                </a:lnTo>
                <a:lnTo>
                  <a:pt x="76200" y="2590800"/>
                </a:lnTo>
                <a:close/>
                <a:moveTo>
                  <a:pt x="1143000" y="2581275"/>
                </a:moveTo>
                <a:lnTo>
                  <a:pt x="1152525" y="2581275"/>
                </a:lnTo>
                <a:lnTo>
                  <a:pt x="1152525" y="2590800"/>
                </a:lnTo>
                <a:lnTo>
                  <a:pt x="1143000" y="2590800"/>
                </a:lnTo>
                <a:close/>
                <a:moveTo>
                  <a:pt x="1666875" y="2581275"/>
                </a:moveTo>
                <a:lnTo>
                  <a:pt x="1676400" y="2581275"/>
                </a:lnTo>
                <a:lnTo>
                  <a:pt x="1676400" y="2590800"/>
                </a:lnTo>
                <a:lnTo>
                  <a:pt x="1666875" y="2590800"/>
                </a:lnTo>
                <a:close/>
                <a:moveTo>
                  <a:pt x="2095500" y="2581275"/>
                </a:moveTo>
                <a:lnTo>
                  <a:pt x="2114550" y="2581275"/>
                </a:lnTo>
                <a:lnTo>
                  <a:pt x="2114550" y="2590800"/>
                </a:lnTo>
                <a:lnTo>
                  <a:pt x="2095500" y="2590800"/>
                </a:lnTo>
                <a:close/>
                <a:moveTo>
                  <a:pt x="2181225" y="2581275"/>
                </a:moveTo>
                <a:lnTo>
                  <a:pt x="2190750" y="2581275"/>
                </a:lnTo>
                <a:lnTo>
                  <a:pt x="2190750" y="2590800"/>
                </a:lnTo>
                <a:lnTo>
                  <a:pt x="2181225" y="2590800"/>
                </a:lnTo>
                <a:close/>
              </a:path>
            </a:pathLst>
          </a:custGeom>
          <a:solidFill xmlns:a="http://schemas.openxmlformats.org/drawingml/2006/main">
            <a:srgbClr val="F6F5F1"/>
          </a:solidFill>
          <a:ln xmlns:a="http://schemas.openxmlformats.org/drawingml/2006/main" w="0">
            <a:noFill/>
          </a:ln>
        </p:spPr>
      </p:sp>
      <p:sp>
        <p:nvSpPr>
          <p:cNvPr id="84" name="papers vector #f6f5f0">
            <a:extLst xmlns:a="http://schemas.openxmlformats.org/drawingml/2006/main">
              <a:ext uri="{FF2B5EF4-FFF2-40B4-BE49-F238E27FC236}">
                <a16:creationId xmlns:a16="http://schemas.microsoft.com/office/drawing/2014/main" id="{2C99489A-A15C-42C4-A07B-CE845BD4E3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43475" y="1724025"/>
            <a:ext cx="3781425" cy="3990975"/>
          </a:xfrm>
          <a:custGeom xmlns:a="http://schemas.openxmlformats.org/drawingml/2006/main">
            <a:pathLst>
              <a:path w="2457450" h="2590800">
                <a:moveTo>
                  <a:pt x="0" y="0"/>
                </a:moveTo>
                <a:lnTo>
                  <a:pt x="38100" y="0"/>
                </a:lnTo>
                <a:lnTo>
                  <a:pt x="38100" y="19050"/>
                </a:lnTo>
                <a:lnTo>
                  <a:pt x="47625" y="19050"/>
                </a:lnTo>
                <a:lnTo>
                  <a:pt x="47625" y="28575"/>
                </a:lnTo>
                <a:lnTo>
                  <a:pt x="66675" y="28575"/>
                </a:lnTo>
                <a:lnTo>
                  <a:pt x="66675" y="38100"/>
                </a:lnTo>
                <a:lnTo>
                  <a:pt x="57150" y="38100"/>
                </a:lnTo>
                <a:lnTo>
                  <a:pt x="57150" y="57150"/>
                </a:lnTo>
                <a:lnTo>
                  <a:pt x="47625" y="57150"/>
                </a:lnTo>
                <a:lnTo>
                  <a:pt x="47625" y="47625"/>
                </a:lnTo>
                <a:lnTo>
                  <a:pt x="28575" y="47625"/>
                </a:lnTo>
                <a:lnTo>
                  <a:pt x="28575" y="19050"/>
                </a:lnTo>
                <a:lnTo>
                  <a:pt x="9525" y="19050"/>
                </a:lnTo>
                <a:lnTo>
                  <a:pt x="9525" y="38100"/>
                </a:lnTo>
                <a:lnTo>
                  <a:pt x="0" y="38100"/>
                </a:lnTo>
                <a:close/>
                <a:moveTo>
                  <a:pt x="57150" y="0"/>
                </a:moveTo>
                <a:lnTo>
                  <a:pt x="104775" y="0"/>
                </a:lnTo>
                <a:lnTo>
                  <a:pt x="104775" y="19050"/>
                </a:lnTo>
                <a:lnTo>
                  <a:pt x="114300" y="19050"/>
                </a:lnTo>
                <a:lnTo>
                  <a:pt x="114300" y="38100"/>
                </a:lnTo>
                <a:lnTo>
                  <a:pt x="95250" y="38100"/>
                </a:lnTo>
                <a:lnTo>
                  <a:pt x="95250" y="19050"/>
                </a:lnTo>
                <a:lnTo>
                  <a:pt x="76200" y="19050"/>
                </a:lnTo>
                <a:lnTo>
                  <a:pt x="76200" y="9525"/>
                </a:lnTo>
                <a:lnTo>
                  <a:pt x="57150" y="9525"/>
                </a:lnTo>
                <a:close/>
                <a:moveTo>
                  <a:pt x="142875" y="0"/>
                </a:moveTo>
                <a:lnTo>
                  <a:pt x="161925" y="0"/>
                </a:lnTo>
                <a:lnTo>
                  <a:pt x="161925" y="47625"/>
                </a:lnTo>
                <a:lnTo>
                  <a:pt x="171450" y="47625"/>
                </a:lnTo>
                <a:lnTo>
                  <a:pt x="171450" y="57150"/>
                </a:lnTo>
                <a:lnTo>
                  <a:pt x="152400" y="57150"/>
                </a:lnTo>
                <a:lnTo>
                  <a:pt x="152400" y="38100"/>
                </a:lnTo>
                <a:lnTo>
                  <a:pt x="133350" y="38100"/>
                </a:lnTo>
                <a:lnTo>
                  <a:pt x="133350" y="9525"/>
                </a:lnTo>
                <a:lnTo>
                  <a:pt x="142875" y="9525"/>
                </a:lnTo>
                <a:close/>
                <a:moveTo>
                  <a:pt x="190500" y="0"/>
                </a:moveTo>
                <a:lnTo>
                  <a:pt x="219075" y="0"/>
                </a:lnTo>
                <a:lnTo>
                  <a:pt x="219075" y="19050"/>
                </a:lnTo>
                <a:lnTo>
                  <a:pt x="228600" y="19050"/>
                </a:lnTo>
                <a:lnTo>
                  <a:pt x="228600" y="28575"/>
                </a:lnTo>
                <a:lnTo>
                  <a:pt x="219075" y="28575"/>
                </a:lnTo>
                <a:lnTo>
                  <a:pt x="219075" y="47625"/>
                </a:lnTo>
                <a:lnTo>
                  <a:pt x="238125" y="47625"/>
                </a:lnTo>
                <a:lnTo>
                  <a:pt x="238125" y="66675"/>
                </a:lnTo>
                <a:lnTo>
                  <a:pt x="209550" y="66675"/>
                </a:lnTo>
                <a:lnTo>
                  <a:pt x="209550" y="28575"/>
                </a:lnTo>
                <a:lnTo>
                  <a:pt x="200025" y="28575"/>
                </a:lnTo>
                <a:lnTo>
                  <a:pt x="200025" y="19050"/>
                </a:lnTo>
                <a:lnTo>
                  <a:pt x="190500" y="19050"/>
                </a:lnTo>
                <a:close/>
                <a:moveTo>
                  <a:pt x="571500" y="0"/>
                </a:moveTo>
                <a:lnTo>
                  <a:pt x="590550" y="0"/>
                </a:lnTo>
                <a:lnTo>
                  <a:pt x="590550" y="9525"/>
                </a:lnTo>
                <a:lnTo>
                  <a:pt x="571500" y="9525"/>
                </a:lnTo>
                <a:close/>
                <a:moveTo>
                  <a:pt x="647700" y="0"/>
                </a:moveTo>
                <a:lnTo>
                  <a:pt x="676275" y="0"/>
                </a:lnTo>
                <a:lnTo>
                  <a:pt x="676275" y="9525"/>
                </a:lnTo>
                <a:lnTo>
                  <a:pt x="666750" y="9525"/>
                </a:lnTo>
                <a:lnTo>
                  <a:pt x="666750" y="19050"/>
                </a:lnTo>
                <a:lnTo>
                  <a:pt x="657225" y="19050"/>
                </a:lnTo>
                <a:lnTo>
                  <a:pt x="657225" y="28575"/>
                </a:lnTo>
                <a:lnTo>
                  <a:pt x="619125" y="28575"/>
                </a:lnTo>
                <a:lnTo>
                  <a:pt x="619125" y="19050"/>
                </a:lnTo>
                <a:lnTo>
                  <a:pt x="600075" y="19050"/>
                </a:lnTo>
                <a:lnTo>
                  <a:pt x="600075" y="9525"/>
                </a:lnTo>
                <a:lnTo>
                  <a:pt x="619125" y="9525"/>
                </a:lnTo>
                <a:lnTo>
                  <a:pt x="619125" y="19050"/>
                </a:lnTo>
                <a:lnTo>
                  <a:pt x="647700" y="19050"/>
                </a:lnTo>
                <a:close/>
                <a:moveTo>
                  <a:pt x="685800" y="0"/>
                </a:moveTo>
                <a:lnTo>
                  <a:pt x="695325" y="0"/>
                </a:lnTo>
                <a:lnTo>
                  <a:pt x="695325" y="9525"/>
                </a:lnTo>
                <a:lnTo>
                  <a:pt x="685800" y="9525"/>
                </a:lnTo>
                <a:close/>
                <a:moveTo>
                  <a:pt x="752475" y="0"/>
                </a:moveTo>
                <a:lnTo>
                  <a:pt x="771525" y="0"/>
                </a:lnTo>
                <a:lnTo>
                  <a:pt x="771525" y="9525"/>
                </a:lnTo>
                <a:lnTo>
                  <a:pt x="762000" y="9525"/>
                </a:lnTo>
                <a:lnTo>
                  <a:pt x="762000" y="19050"/>
                </a:lnTo>
                <a:lnTo>
                  <a:pt x="752475" y="19050"/>
                </a:lnTo>
                <a:close/>
                <a:moveTo>
                  <a:pt x="790575" y="0"/>
                </a:moveTo>
                <a:lnTo>
                  <a:pt x="800100" y="0"/>
                </a:lnTo>
                <a:lnTo>
                  <a:pt x="800100" y="9525"/>
                </a:lnTo>
                <a:lnTo>
                  <a:pt x="790575" y="9525"/>
                </a:lnTo>
                <a:close/>
                <a:moveTo>
                  <a:pt x="828675" y="0"/>
                </a:moveTo>
                <a:lnTo>
                  <a:pt x="847725" y="0"/>
                </a:lnTo>
                <a:lnTo>
                  <a:pt x="847725" y="9525"/>
                </a:lnTo>
                <a:lnTo>
                  <a:pt x="838200" y="9525"/>
                </a:lnTo>
                <a:lnTo>
                  <a:pt x="838200" y="19050"/>
                </a:lnTo>
                <a:lnTo>
                  <a:pt x="828675" y="19050"/>
                </a:lnTo>
                <a:close/>
                <a:moveTo>
                  <a:pt x="1162050" y="0"/>
                </a:moveTo>
                <a:lnTo>
                  <a:pt x="1171575" y="0"/>
                </a:lnTo>
                <a:lnTo>
                  <a:pt x="1171575" y="9525"/>
                </a:lnTo>
                <a:lnTo>
                  <a:pt x="1162050" y="9525"/>
                </a:lnTo>
                <a:close/>
                <a:moveTo>
                  <a:pt x="1200150" y="0"/>
                </a:moveTo>
                <a:lnTo>
                  <a:pt x="1257300" y="0"/>
                </a:lnTo>
                <a:lnTo>
                  <a:pt x="1257300" y="19050"/>
                </a:lnTo>
                <a:lnTo>
                  <a:pt x="1247775" y="19050"/>
                </a:lnTo>
                <a:lnTo>
                  <a:pt x="1247775" y="28575"/>
                </a:lnTo>
                <a:lnTo>
                  <a:pt x="1238250" y="28575"/>
                </a:lnTo>
                <a:lnTo>
                  <a:pt x="1238250" y="19050"/>
                </a:lnTo>
                <a:lnTo>
                  <a:pt x="1228725" y="19050"/>
                </a:lnTo>
                <a:lnTo>
                  <a:pt x="1228725" y="28575"/>
                </a:lnTo>
                <a:lnTo>
                  <a:pt x="1238250" y="28575"/>
                </a:lnTo>
                <a:lnTo>
                  <a:pt x="1238250" y="38100"/>
                </a:lnTo>
                <a:lnTo>
                  <a:pt x="1247775" y="38100"/>
                </a:lnTo>
                <a:lnTo>
                  <a:pt x="1247775" y="66675"/>
                </a:lnTo>
                <a:lnTo>
                  <a:pt x="1219200" y="66675"/>
                </a:lnTo>
                <a:lnTo>
                  <a:pt x="1219200" y="76200"/>
                </a:lnTo>
                <a:lnTo>
                  <a:pt x="1190625" y="76200"/>
                </a:lnTo>
                <a:lnTo>
                  <a:pt x="1190625" y="66675"/>
                </a:lnTo>
                <a:lnTo>
                  <a:pt x="1181100" y="66675"/>
                </a:lnTo>
                <a:lnTo>
                  <a:pt x="1181100" y="47625"/>
                </a:lnTo>
                <a:lnTo>
                  <a:pt x="1171575" y="47625"/>
                </a:lnTo>
                <a:lnTo>
                  <a:pt x="1171575" y="57150"/>
                </a:lnTo>
                <a:lnTo>
                  <a:pt x="1162050" y="57150"/>
                </a:lnTo>
                <a:lnTo>
                  <a:pt x="1162050" y="66675"/>
                </a:lnTo>
                <a:lnTo>
                  <a:pt x="1152525" y="66675"/>
                </a:lnTo>
                <a:lnTo>
                  <a:pt x="1152525" y="76200"/>
                </a:lnTo>
                <a:lnTo>
                  <a:pt x="1133475" y="76200"/>
                </a:lnTo>
                <a:lnTo>
                  <a:pt x="1133475" y="66675"/>
                </a:lnTo>
                <a:lnTo>
                  <a:pt x="1143000" y="66675"/>
                </a:lnTo>
                <a:lnTo>
                  <a:pt x="1143000" y="47625"/>
                </a:lnTo>
                <a:lnTo>
                  <a:pt x="1123950" y="47625"/>
                </a:lnTo>
                <a:lnTo>
                  <a:pt x="1123950" y="38100"/>
                </a:lnTo>
                <a:lnTo>
                  <a:pt x="1133475" y="38100"/>
                </a:lnTo>
                <a:lnTo>
                  <a:pt x="1133475" y="28575"/>
                </a:lnTo>
                <a:lnTo>
                  <a:pt x="1143000" y="28575"/>
                </a:lnTo>
                <a:lnTo>
                  <a:pt x="1143000" y="47625"/>
                </a:lnTo>
                <a:lnTo>
                  <a:pt x="1162050" y="47625"/>
                </a:lnTo>
                <a:lnTo>
                  <a:pt x="1162050" y="38100"/>
                </a:lnTo>
                <a:lnTo>
                  <a:pt x="1171575" y="38100"/>
                </a:lnTo>
                <a:lnTo>
                  <a:pt x="1171575" y="19050"/>
                </a:lnTo>
                <a:lnTo>
                  <a:pt x="1200150" y="19050"/>
                </a:lnTo>
                <a:close/>
                <a:moveTo>
                  <a:pt x="1266825" y="0"/>
                </a:moveTo>
                <a:lnTo>
                  <a:pt x="1276350" y="0"/>
                </a:lnTo>
                <a:lnTo>
                  <a:pt x="1276350" y="9525"/>
                </a:lnTo>
                <a:lnTo>
                  <a:pt x="1266825" y="9525"/>
                </a:lnTo>
                <a:close/>
                <a:moveTo>
                  <a:pt x="1314450" y="0"/>
                </a:moveTo>
                <a:lnTo>
                  <a:pt x="1323975" y="0"/>
                </a:lnTo>
                <a:lnTo>
                  <a:pt x="1323975" y="9525"/>
                </a:lnTo>
                <a:lnTo>
                  <a:pt x="1343025" y="9525"/>
                </a:lnTo>
                <a:lnTo>
                  <a:pt x="1343025" y="0"/>
                </a:lnTo>
                <a:lnTo>
                  <a:pt x="1352550" y="0"/>
                </a:lnTo>
                <a:lnTo>
                  <a:pt x="1352550" y="9525"/>
                </a:lnTo>
                <a:lnTo>
                  <a:pt x="1343025" y="9525"/>
                </a:lnTo>
                <a:lnTo>
                  <a:pt x="1343025" y="28575"/>
                </a:lnTo>
                <a:lnTo>
                  <a:pt x="1314450" y="28575"/>
                </a:lnTo>
                <a:close/>
                <a:moveTo>
                  <a:pt x="1381125" y="0"/>
                </a:moveTo>
                <a:lnTo>
                  <a:pt x="1400175" y="0"/>
                </a:lnTo>
                <a:lnTo>
                  <a:pt x="1400175" y="9525"/>
                </a:lnTo>
                <a:lnTo>
                  <a:pt x="1390650" y="9525"/>
                </a:lnTo>
                <a:lnTo>
                  <a:pt x="1390650" y="28575"/>
                </a:lnTo>
                <a:lnTo>
                  <a:pt x="1400175" y="28575"/>
                </a:lnTo>
                <a:lnTo>
                  <a:pt x="1400175" y="47625"/>
                </a:lnTo>
                <a:lnTo>
                  <a:pt x="1390650" y="47625"/>
                </a:lnTo>
                <a:lnTo>
                  <a:pt x="1390650" y="38100"/>
                </a:lnTo>
                <a:lnTo>
                  <a:pt x="1371600" y="38100"/>
                </a:lnTo>
                <a:lnTo>
                  <a:pt x="1371600" y="19050"/>
                </a:lnTo>
                <a:lnTo>
                  <a:pt x="1381125" y="19050"/>
                </a:lnTo>
                <a:close/>
                <a:moveTo>
                  <a:pt x="1476375" y="0"/>
                </a:moveTo>
                <a:lnTo>
                  <a:pt x="1495425" y="0"/>
                </a:lnTo>
                <a:lnTo>
                  <a:pt x="1495425" y="19050"/>
                </a:lnTo>
                <a:lnTo>
                  <a:pt x="1476375" y="19050"/>
                </a:lnTo>
                <a:lnTo>
                  <a:pt x="1476375" y="28575"/>
                </a:lnTo>
                <a:lnTo>
                  <a:pt x="1495425" y="28575"/>
                </a:lnTo>
                <a:lnTo>
                  <a:pt x="1495425" y="38100"/>
                </a:lnTo>
                <a:lnTo>
                  <a:pt x="1466850" y="38100"/>
                </a:lnTo>
                <a:lnTo>
                  <a:pt x="1466850" y="9525"/>
                </a:lnTo>
                <a:lnTo>
                  <a:pt x="1476375" y="9525"/>
                </a:lnTo>
                <a:close/>
                <a:moveTo>
                  <a:pt x="1781175" y="0"/>
                </a:moveTo>
                <a:lnTo>
                  <a:pt x="1800225" y="0"/>
                </a:lnTo>
                <a:lnTo>
                  <a:pt x="1800225" y="19050"/>
                </a:lnTo>
                <a:lnTo>
                  <a:pt x="1809750" y="19050"/>
                </a:lnTo>
                <a:lnTo>
                  <a:pt x="1809750" y="38100"/>
                </a:lnTo>
                <a:lnTo>
                  <a:pt x="1781175" y="38100"/>
                </a:lnTo>
                <a:lnTo>
                  <a:pt x="1781175" y="57150"/>
                </a:lnTo>
                <a:lnTo>
                  <a:pt x="1771650" y="57150"/>
                </a:lnTo>
                <a:lnTo>
                  <a:pt x="1771650" y="28575"/>
                </a:lnTo>
                <a:lnTo>
                  <a:pt x="1781175" y="28575"/>
                </a:lnTo>
                <a:close/>
                <a:moveTo>
                  <a:pt x="1828800" y="0"/>
                </a:moveTo>
                <a:lnTo>
                  <a:pt x="1838325" y="0"/>
                </a:lnTo>
                <a:lnTo>
                  <a:pt x="1838325" y="9525"/>
                </a:lnTo>
                <a:lnTo>
                  <a:pt x="1828800" y="9525"/>
                </a:lnTo>
                <a:close/>
                <a:moveTo>
                  <a:pt x="1905000" y="0"/>
                </a:moveTo>
                <a:lnTo>
                  <a:pt x="1943100" y="0"/>
                </a:lnTo>
                <a:lnTo>
                  <a:pt x="1943100" y="19050"/>
                </a:lnTo>
                <a:lnTo>
                  <a:pt x="1924050" y="19050"/>
                </a:lnTo>
                <a:lnTo>
                  <a:pt x="1924050" y="9525"/>
                </a:lnTo>
                <a:lnTo>
                  <a:pt x="1905000" y="9525"/>
                </a:lnTo>
                <a:close/>
                <a:moveTo>
                  <a:pt x="2066925" y="0"/>
                </a:moveTo>
                <a:lnTo>
                  <a:pt x="2076450" y="0"/>
                </a:lnTo>
                <a:lnTo>
                  <a:pt x="2076450" y="9525"/>
                </a:lnTo>
                <a:lnTo>
                  <a:pt x="2066925" y="9525"/>
                </a:lnTo>
                <a:close/>
                <a:moveTo>
                  <a:pt x="2085975" y="0"/>
                </a:moveTo>
                <a:lnTo>
                  <a:pt x="2095500" y="0"/>
                </a:lnTo>
                <a:lnTo>
                  <a:pt x="2095500" y="19050"/>
                </a:lnTo>
                <a:lnTo>
                  <a:pt x="2085975" y="19050"/>
                </a:lnTo>
                <a:close/>
                <a:moveTo>
                  <a:pt x="2209800" y="0"/>
                </a:moveTo>
                <a:lnTo>
                  <a:pt x="2219325" y="0"/>
                </a:lnTo>
                <a:lnTo>
                  <a:pt x="2219325" y="9525"/>
                </a:lnTo>
                <a:lnTo>
                  <a:pt x="2209800" y="9525"/>
                </a:lnTo>
                <a:close/>
                <a:moveTo>
                  <a:pt x="2228850" y="0"/>
                </a:moveTo>
                <a:lnTo>
                  <a:pt x="2247900" y="0"/>
                </a:lnTo>
                <a:lnTo>
                  <a:pt x="2247900" y="9525"/>
                </a:lnTo>
                <a:lnTo>
                  <a:pt x="2266950" y="9525"/>
                </a:lnTo>
                <a:lnTo>
                  <a:pt x="2266950" y="0"/>
                </a:lnTo>
                <a:lnTo>
                  <a:pt x="2286000" y="0"/>
                </a:lnTo>
                <a:lnTo>
                  <a:pt x="2286000" y="9525"/>
                </a:lnTo>
                <a:lnTo>
                  <a:pt x="2295525" y="9525"/>
                </a:lnTo>
                <a:lnTo>
                  <a:pt x="2295525" y="0"/>
                </a:lnTo>
                <a:lnTo>
                  <a:pt x="2314575" y="0"/>
                </a:lnTo>
                <a:lnTo>
                  <a:pt x="2314575" y="9525"/>
                </a:lnTo>
                <a:lnTo>
                  <a:pt x="2333625" y="9525"/>
                </a:lnTo>
                <a:lnTo>
                  <a:pt x="2333625" y="28575"/>
                </a:lnTo>
                <a:lnTo>
                  <a:pt x="2343150" y="28575"/>
                </a:lnTo>
                <a:lnTo>
                  <a:pt x="2343150" y="19050"/>
                </a:lnTo>
                <a:lnTo>
                  <a:pt x="2362200" y="19050"/>
                </a:lnTo>
                <a:lnTo>
                  <a:pt x="2362200" y="28575"/>
                </a:lnTo>
                <a:lnTo>
                  <a:pt x="2352675" y="28575"/>
                </a:lnTo>
                <a:lnTo>
                  <a:pt x="2352675" y="38100"/>
                </a:lnTo>
                <a:lnTo>
                  <a:pt x="2362200" y="38100"/>
                </a:lnTo>
                <a:lnTo>
                  <a:pt x="2362200" y="47625"/>
                </a:lnTo>
                <a:lnTo>
                  <a:pt x="2352675" y="47625"/>
                </a:lnTo>
                <a:lnTo>
                  <a:pt x="2352675" y="57150"/>
                </a:lnTo>
                <a:lnTo>
                  <a:pt x="2390775" y="57150"/>
                </a:lnTo>
                <a:lnTo>
                  <a:pt x="2390775" y="66675"/>
                </a:lnTo>
                <a:lnTo>
                  <a:pt x="2400300" y="66675"/>
                </a:lnTo>
                <a:lnTo>
                  <a:pt x="2400300" y="28575"/>
                </a:lnTo>
                <a:lnTo>
                  <a:pt x="2409825" y="28575"/>
                </a:lnTo>
                <a:lnTo>
                  <a:pt x="2409825" y="19050"/>
                </a:lnTo>
                <a:lnTo>
                  <a:pt x="2400300" y="19050"/>
                </a:lnTo>
                <a:lnTo>
                  <a:pt x="2400300" y="0"/>
                </a:lnTo>
                <a:lnTo>
                  <a:pt x="2409825" y="0"/>
                </a:lnTo>
                <a:lnTo>
                  <a:pt x="2409825" y="9525"/>
                </a:lnTo>
                <a:lnTo>
                  <a:pt x="2419350" y="9525"/>
                </a:lnTo>
                <a:lnTo>
                  <a:pt x="2419350" y="0"/>
                </a:lnTo>
                <a:lnTo>
                  <a:pt x="2438400" y="0"/>
                </a:lnTo>
                <a:lnTo>
                  <a:pt x="2438400" y="9525"/>
                </a:lnTo>
                <a:lnTo>
                  <a:pt x="2428875" y="9525"/>
                </a:lnTo>
                <a:lnTo>
                  <a:pt x="2428875" y="19050"/>
                </a:lnTo>
                <a:lnTo>
                  <a:pt x="2419350" y="19050"/>
                </a:lnTo>
                <a:lnTo>
                  <a:pt x="2419350" y="28575"/>
                </a:lnTo>
                <a:lnTo>
                  <a:pt x="2438400" y="28575"/>
                </a:lnTo>
                <a:lnTo>
                  <a:pt x="2438400" y="19050"/>
                </a:lnTo>
                <a:lnTo>
                  <a:pt x="2457450" y="19050"/>
                </a:lnTo>
                <a:lnTo>
                  <a:pt x="2457450" y="57150"/>
                </a:lnTo>
                <a:lnTo>
                  <a:pt x="2447925" y="57150"/>
                </a:lnTo>
                <a:lnTo>
                  <a:pt x="2447925" y="66675"/>
                </a:lnTo>
                <a:lnTo>
                  <a:pt x="2457450" y="66675"/>
                </a:lnTo>
                <a:lnTo>
                  <a:pt x="2457450" y="123825"/>
                </a:lnTo>
                <a:lnTo>
                  <a:pt x="2438400" y="123825"/>
                </a:lnTo>
                <a:lnTo>
                  <a:pt x="2438400" y="114300"/>
                </a:lnTo>
                <a:lnTo>
                  <a:pt x="2409825" y="114300"/>
                </a:lnTo>
                <a:lnTo>
                  <a:pt x="2409825" y="133350"/>
                </a:lnTo>
                <a:lnTo>
                  <a:pt x="2400300" y="133350"/>
                </a:lnTo>
                <a:lnTo>
                  <a:pt x="2400300" y="142875"/>
                </a:lnTo>
                <a:lnTo>
                  <a:pt x="2371725" y="142875"/>
                </a:lnTo>
                <a:lnTo>
                  <a:pt x="2371725" y="123825"/>
                </a:lnTo>
                <a:lnTo>
                  <a:pt x="2362200" y="123825"/>
                </a:lnTo>
                <a:lnTo>
                  <a:pt x="2362200" y="114300"/>
                </a:lnTo>
                <a:lnTo>
                  <a:pt x="2371725" y="114300"/>
                </a:lnTo>
                <a:lnTo>
                  <a:pt x="2371725" y="123825"/>
                </a:lnTo>
                <a:lnTo>
                  <a:pt x="2381250" y="123825"/>
                </a:lnTo>
                <a:lnTo>
                  <a:pt x="2381250" y="114300"/>
                </a:lnTo>
                <a:lnTo>
                  <a:pt x="2390775" y="114300"/>
                </a:lnTo>
                <a:lnTo>
                  <a:pt x="2390775" y="95250"/>
                </a:lnTo>
                <a:lnTo>
                  <a:pt x="2371725" y="95250"/>
                </a:lnTo>
                <a:lnTo>
                  <a:pt x="2371725" y="104775"/>
                </a:lnTo>
                <a:lnTo>
                  <a:pt x="2352675" y="104775"/>
                </a:lnTo>
                <a:lnTo>
                  <a:pt x="2352675" y="114300"/>
                </a:lnTo>
                <a:lnTo>
                  <a:pt x="2343150" y="114300"/>
                </a:lnTo>
                <a:lnTo>
                  <a:pt x="2343150" y="104775"/>
                </a:lnTo>
                <a:lnTo>
                  <a:pt x="2333625" y="104775"/>
                </a:lnTo>
                <a:lnTo>
                  <a:pt x="2333625" y="95250"/>
                </a:lnTo>
                <a:lnTo>
                  <a:pt x="2314575" y="95250"/>
                </a:lnTo>
                <a:lnTo>
                  <a:pt x="2314575" y="85725"/>
                </a:lnTo>
                <a:lnTo>
                  <a:pt x="2305050" y="85725"/>
                </a:lnTo>
                <a:lnTo>
                  <a:pt x="2305050" y="76200"/>
                </a:lnTo>
                <a:lnTo>
                  <a:pt x="2314575" y="76200"/>
                </a:lnTo>
                <a:lnTo>
                  <a:pt x="2314575" y="57150"/>
                </a:lnTo>
                <a:lnTo>
                  <a:pt x="2305050" y="57150"/>
                </a:lnTo>
                <a:lnTo>
                  <a:pt x="2305050" y="66675"/>
                </a:lnTo>
                <a:lnTo>
                  <a:pt x="2295525" y="66675"/>
                </a:lnTo>
                <a:lnTo>
                  <a:pt x="2295525" y="38100"/>
                </a:lnTo>
                <a:lnTo>
                  <a:pt x="2286000" y="38100"/>
                </a:lnTo>
                <a:lnTo>
                  <a:pt x="2286000" y="47625"/>
                </a:lnTo>
                <a:lnTo>
                  <a:pt x="2276475" y="47625"/>
                </a:lnTo>
                <a:lnTo>
                  <a:pt x="2276475" y="57150"/>
                </a:lnTo>
                <a:lnTo>
                  <a:pt x="2257425" y="57150"/>
                </a:lnTo>
                <a:lnTo>
                  <a:pt x="2257425" y="76200"/>
                </a:lnTo>
                <a:lnTo>
                  <a:pt x="2247900" y="76200"/>
                </a:lnTo>
                <a:lnTo>
                  <a:pt x="2247900" y="66675"/>
                </a:lnTo>
                <a:lnTo>
                  <a:pt x="2228850" y="66675"/>
                </a:lnTo>
                <a:lnTo>
                  <a:pt x="2228850" y="28575"/>
                </a:lnTo>
                <a:lnTo>
                  <a:pt x="2219325" y="28575"/>
                </a:lnTo>
                <a:lnTo>
                  <a:pt x="2219325" y="9525"/>
                </a:lnTo>
                <a:lnTo>
                  <a:pt x="2228850" y="9525"/>
                </a:lnTo>
                <a:close/>
                <a:moveTo>
                  <a:pt x="552450" y="9525"/>
                </a:moveTo>
                <a:lnTo>
                  <a:pt x="571500" y="9525"/>
                </a:lnTo>
                <a:lnTo>
                  <a:pt x="571500" y="19050"/>
                </a:lnTo>
                <a:lnTo>
                  <a:pt x="552450" y="19050"/>
                </a:lnTo>
                <a:close/>
                <a:moveTo>
                  <a:pt x="695325" y="9525"/>
                </a:moveTo>
                <a:lnTo>
                  <a:pt x="714375" y="9525"/>
                </a:lnTo>
                <a:lnTo>
                  <a:pt x="714375" y="19050"/>
                </a:lnTo>
                <a:lnTo>
                  <a:pt x="695325" y="19050"/>
                </a:lnTo>
                <a:close/>
                <a:moveTo>
                  <a:pt x="247650" y="19050"/>
                </a:moveTo>
                <a:lnTo>
                  <a:pt x="257175" y="19050"/>
                </a:lnTo>
                <a:lnTo>
                  <a:pt x="257175" y="28575"/>
                </a:lnTo>
                <a:lnTo>
                  <a:pt x="247650" y="28575"/>
                </a:lnTo>
                <a:close/>
                <a:moveTo>
                  <a:pt x="857250" y="19050"/>
                </a:moveTo>
                <a:lnTo>
                  <a:pt x="885825" y="19050"/>
                </a:lnTo>
                <a:lnTo>
                  <a:pt x="885825" y="28575"/>
                </a:lnTo>
                <a:lnTo>
                  <a:pt x="904875" y="28575"/>
                </a:lnTo>
                <a:lnTo>
                  <a:pt x="904875" y="38100"/>
                </a:lnTo>
                <a:lnTo>
                  <a:pt x="914400" y="38100"/>
                </a:lnTo>
                <a:lnTo>
                  <a:pt x="914400" y="57150"/>
                </a:lnTo>
                <a:lnTo>
                  <a:pt x="962025" y="57150"/>
                </a:lnTo>
                <a:lnTo>
                  <a:pt x="962025" y="47625"/>
                </a:lnTo>
                <a:lnTo>
                  <a:pt x="981075" y="47625"/>
                </a:lnTo>
                <a:lnTo>
                  <a:pt x="981075" y="66675"/>
                </a:lnTo>
                <a:lnTo>
                  <a:pt x="1000125" y="66675"/>
                </a:lnTo>
                <a:lnTo>
                  <a:pt x="1000125" y="76200"/>
                </a:lnTo>
                <a:lnTo>
                  <a:pt x="971550" y="76200"/>
                </a:lnTo>
                <a:lnTo>
                  <a:pt x="971550" y="85725"/>
                </a:lnTo>
                <a:lnTo>
                  <a:pt x="962025" y="85725"/>
                </a:lnTo>
                <a:lnTo>
                  <a:pt x="962025" y="76200"/>
                </a:lnTo>
                <a:lnTo>
                  <a:pt x="914400" y="76200"/>
                </a:lnTo>
                <a:lnTo>
                  <a:pt x="914400" y="66675"/>
                </a:lnTo>
                <a:lnTo>
                  <a:pt x="895350" y="66675"/>
                </a:lnTo>
                <a:lnTo>
                  <a:pt x="895350" y="47625"/>
                </a:lnTo>
                <a:lnTo>
                  <a:pt x="876300" y="47625"/>
                </a:lnTo>
                <a:lnTo>
                  <a:pt x="876300" y="57150"/>
                </a:lnTo>
                <a:lnTo>
                  <a:pt x="847725" y="57150"/>
                </a:lnTo>
                <a:lnTo>
                  <a:pt x="847725" y="47625"/>
                </a:lnTo>
                <a:lnTo>
                  <a:pt x="857250" y="47625"/>
                </a:lnTo>
                <a:close/>
                <a:moveTo>
                  <a:pt x="1409700" y="19050"/>
                </a:moveTo>
                <a:lnTo>
                  <a:pt x="1438275" y="19050"/>
                </a:lnTo>
                <a:lnTo>
                  <a:pt x="1438275" y="28575"/>
                </a:lnTo>
                <a:lnTo>
                  <a:pt x="1428750" y="28575"/>
                </a:lnTo>
                <a:lnTo>
                  <a:pt x="1428750" y="38100"/>
                </a:lnTo>
                <a:lnTo>
                  <a:pt x="1419225" y="38100"/>
                </a:lnTo>
                <a:lnTo>
                  <a:pt x="1419225" y="28575"/>
                </a:lnTo>
                <a:lnTo>
                  <a:pt x="1409700" y="28575"/>
                </a:lnTo>
                <a:close/>
                <a:moveTo>
                  <a:pt x="1847850" y="19050"/>
                </a:moveTo>
                <a:lnTo>
                  <a:pt x="1857375" y="19050"/>
                </a:lnTo>
                <a:lnTo>
                  <a:pt x="1857375" y="47625"/>
                </a:lnTo>
                <a:lnTo>
                  <a:pt x="1866900" y="47625"/>
                </a:lnTo>
                <a:lnTo>
                  <a:pt x="1866900" y="57150"/>
                </a:lnTo>
                <a:lnTo>
                  <a:pt x="1847850" y="57150"/>
                </a:lnTo>
                <a:lnTo>
                  <a:pt x="1847850" y="66675"/>
                </a:lnTo>
                <a:lnTo>
                  <a:pt x="1838325" y="66675"/>
                </a:lnTo>
                <a:lnTo>
                  <a:pt x="1838325" y="38100"/>
                </a:lnTo>
                <a:lnTo>
                  <a:pt x="1847850" y="38100"/>
                </a:lnTo>
                <a:close/>
                <a:moveTo>
                  <a:pt x="2066925" y="19050"/>
                </a:moveTo>
                <a:lnTo>
                  <a:pt x="2076450" y="19050"/>
                </a:lnTo>
                <a:lnTo>
                  <a:pt x="2076450" y="28575"/>
                </a:lnTo>
                <a:lnTo>
                  <a:pt x="2066925" y="28575"/>
                </a:lnTo>
                <a:close/>
                <a:moveTo>
                  <a:pt x="285750" y="28575"/>
                </a:moveTo>
                <a:lnTo>
                  <a:pt x="304800" y="28575"/>
                </a:lnTo>
                <a:lnTo>
                  <a:pt x="304800" y="38100"/>
                </a:lnTo>
                <a:lnTo>
                  <a:pt x="295275" y="38100"/>
                </a:lnTo>
                <a:lnTo>
                  <a:pt x="295275" y="57150"/>
                </a:lnTo>
                <a:lnTo>
                  <a:pt x="276225" y="57150"/>
                </a:lnTo>
                <a:lnTo>
                  <a:pt x="276225" y="47625"/>
                </a:lnTo>
                <a:lnTo>
                  <a:pt x="247650" y="47625"/>
                </a:lnTo>
                <a:lnTo>
                  <a:pt x="247650" y="38100"/>
                </a:lnTo>
                <a:lnTo>
                  <a:pt x="285750" y="38100"/>
                </a:lnTo>
                <a:close/>
                <a:moveTo>
                  <a:pt x="609600" y="28575"/>
                </a:moveTo>
                <a:lnTo>
                  <a:pt x="619125" y="28575"/>
                </a:lnTo>
                <a:lnTo>
                  <a:pt x="619125" y="38100"/>
                </a:lnTo>
                <a:lnTo>
                  <a:pt x="609600" y="38100"/>
                </a:lnTo>
                <a:close/>
                <a:moveTo>
                  <a:pt x="695325" y="28575"/>
                </a:moveTo>
                <a:lnTo>
                  <a:pt x="714375" y="28575"/>
                </a:lnTo>
                <a:lnTo>
                  <a:pt x="714375" y="38100"/>
                </a:lnTo>
                <a:lnTo>
                  <a:pt x="695325" y="38100"/>
                </a:lnTo>
                <a:close/>
                <a:moveTo>
                  <a:pt x="1066800" y="28575"/>
                </a:moveTo>
                <a:lnTo>
                  <a:pt x="1095375" y="28575"/>
                </a:lnTo>
                <a:lnTo>
                  <a:pt x="1095375" y="38100"/>
                </a:lnTo>
                <a:lnTo>
                  <a:pt x="1104900" y="38100"/>
                </a:lnTo>
                <a:lnTo>
                  <a:pt x="1104900" y="47625"/>
                </a:lnTo>
                <a:lnTo>
                  <a:pt x="1076325" y="47625"/>
                </a:lnTo>
                <a:lnTo>
                  <a:pt x="1076325" y="38100"/>
                </a:lnTo>
                <a:lnTo>
                  <a:pt x="1066800" y="38100"/>
                </a:lnTo>
                <a:close/>
                <a:moveTo>
                  <a:pt x="95250" y="47625"/>
                </a:moveTo>
                <a:lnTo>
                  <a:pt x="114300" y="47625"/>
                </a:lnTo>
                <a:lnTo>
                  <a:pt x="114300" y="57150"/>
                </a:lnTo>
                <a:lnTo>
                  <a:pt x="95250" y="57150"/>
                </a:lnTo>
                <a:close/>
                <a:moveTo>
                  <a:pt x="1219200" y="47625"/>
                </a:moveTo>
                <a:lnTo>
                  <a:pt x="1228725" y="47625"/>
                </a:lnTo>
                <a:lnTo>
                  <a:pt x="1228725" y="38100"/>
                </a:lnTo>
                <a:lnTo>
                  <a:pt x="1219200" y="38100"/>
                </a:lnTo>
                <a:close/>
                <a:moveTo>
                  <a:pt x="1266825" y="47625"/>
                </a:moveTo>
                <a:lnTo>
                  <a:pt x="1285875" y="47625"/>
                </a:lnTo>
                <a:lnTo>
                  <a:pt x="1285875" y="57150"/>
                </a:lnTo>
                <a:lnTo>
                  <a:pt x="1266825" y="57150"/>
                </a:lnTo>
                <a:close/>
                <a:moveTo>
                  <a:pt x="38100" y="57150"/>
                </a:moveTo>
                <a:lnTo>
                  <a:pt x="47625" y="57150"/>
                </a:lnTo>
                <a:lnTo>
                  <a:pt x="47625" y="76200"/>
                </a:lnTo>
                <a:lnTo>
                  <a:pt x="38100" y="76200"/>
                </a:lnTo>
                <a:close/>
                <a:moveTo>
                  <a:pt x="76200" y="57150"/>
                </a:moveTo>
                <a:lnTo>
                  <a:pt x="85725" y="57150"/>
                </a:lnTo>
                <a:lnTo>
                  <a:pt x="85725" y="66675"/>
                </a:lnTo>
                <a:lnTo>
                  <a:pt x="114300" y="66675"/>
                </a:lnTo>
                <a:lnTo>
                  <a:pt x="114300" y="57150"/>
                </a:lnTo>
                <a:lnTo>
                  <a:pt x="123825" y="57150"/>
                </a:lnTo>
                <a:lnTo>
                  <a:pt x="123825" y="76200"/>
                </a:lnTo>
                <a:lnTo>
                  <a:pt x="114300" y="76200"/>
                </a:lnTo>
                <a:lnTo>
                  <a:pt x="114300" y="85725"/>
                </a:lnTo>
                <a:lnTo>
                  <a:pt x="133350" y="85725"/>
                </a:lnTo>
                <a:lnTo>
                  <a:pt x="133350" y="76200"/>
                </a:lnTo>
                <a:lnTo>
                  <a:pt x="142875" y="76200"/>
                </a:lnTo>
                <a:lnTo>
                  <a:pt x="142875" y="85725"/>
                </a:lnTo>
                <a:lnTo>
                  <a:pt x="161925" y="85725"/>
                </a:lnTo>
                <a:lnTo>
                  <a:pt x="161925" y="95250"/>
                </a:lnTo>
                <a:lnTo>
                  <a:pt x="228600" y="95250"/>
                </a:lnTo>
                <a:lnTo>
                  <a:pt x="228600" y="114300"/>
                </a:lnTo>
                <a:lnTo>
                  <a:pt x="238125" y="114300"/>
                </a:lnTo>
                <a:lnTo>
                  <a:pt x="238125" y="123825"/>
                </a:lnTo>
                <a:lnTo>
                  <a:pt x="247650" y="123825"/>
                </a:lnTo>
                <a:lnTo>
                  <a:pt x="247650" y="133350"/>
                </a:lnTo>
                <a:lnTo>
                  <a:pt x="228600" y="133350"/>
                </a:lnTo>
                <a:lnTo>
                  <a:pt x="228600" y="142875"/>
                </a:lnTo>
                <a:lnTo>
                  <a:pt x="200025" y="142875"/>
                </a:lnTo>
                <a:lnTo>
                  <a:pt x="200025" y="133350"/>
                </a:lnTo>
                <a:lnTo>
                  <a:pt x="152400" y="133350"/>
                </a:lnTo>
                <a:lnTo>
                  <a:pt x="152400" y="152400"/>
                </a:lnTo>
                <a:lnTo>
                  <a:pt x="142875" y="152400"/>
                </a:lnTo>
                <a:lnTo>
                  <a:pt x="142875" y="142875"/>
                </a:lnTo>
                <a:lnTo>
                  <a:pt x="133350" y="142875"/>
                </a:lnTo>
                <a:lnTo>
                  <a:pt x="133350" y="133350"/>
                </a:lnTo>
                <a:lnTo>
                  <a:pt x="123825" y="133350"/>
                </a:lnTo>
                <a:lnTo>
                  <a:pt x="123825" y="123825"/>
                </a:lnTo>
                <a:lnTo>
                  <a:pt x="104775" y="123825"/>
                </a:lnTo>
                <a:lnTo>
                  <a:pt x="104775" y="114300"/>
                </a:lnTo>
                <a:lnTo>
                  <a:pt x="95250" y="114300"/>
                </a:lnTo>
                <a:lnTo>
                  <a:pt x="95250" y="133350"/>
                </a:lnTo>
                <a:lnTo>
                  <a:pt x="57150" y="133350"/>
                </a:lnTo>
                <a:lnTo>
                  <a:pt x="57150" y="104775"/>
                </a:lnTo>
                <a:lnTo>
                  <a:pt x="38100" y="104775"/>
                </a:lnTo>
                <a:lnTo>
                  <a:pt x="38100" y="85725"/>
                </a:lnTo>
                <a:lnTo>
                  <a:pt x="47625" y="85725"/>
                </a:lnTo>
                <a:lnTo>
                  <a:pt x="47625" y="95250"/>
                </a:lnTo>
                <a:lnTo>
                  <a:pt x="57150" y="95250"/>
                </a:lnTo>
                <a:lnTo>
                  <a:pt x="57150" y="66675"/>
                </a:lnTo>
                <a:lnTo>
                  <a:pt x="76200" y="66675"/>
                </a:lnTo>
                <a:close/>
                <a:moveTo>
                  <a:pt x="1028700" y="57150"/>
                </a:moveTo>
                <a:lnTo>
                  <a:pt x="1038225" y="57150"/>
                </a:lnTo>
                <a:lnTo>
                  <a:pt x="1038225" y="66675"/>
                </a:lnTo>
                <a:lnTo>
                  <a:pt x="1028700" y="66675"/>
                </a:lnTo>
                <a:close/>
                <a:moveTo>
                  <a:pt x="1809750" y="66675"/>
                </a:moveTo>
                <a:lnTo>
                  <a:pt x="1819275" y="66675"/>
                </a:lnTo>
                <a:lnTo>
                  <a:pt x="1819275" y="76200"/>
                </a:lnTo>
                <a:lnTo>
                  <a:pt x="1809750" y="76200"/>
                </a:lnTo>
                <a:close/>
                <a:moveTo>
                  <a:pt x="1866900" y="66675"/>
                </a:moveTo>
                <a:lnTo>
                  <a:pt x="1876425" y="66675"/>
                </a:lnTo>
                <a:lnTo>
                  <a:pt x="1876425" y="76200"/>
                </a:lnTo>
                <a:lnTo>
                  <a:pt x="1885950" y="76200"/>
                </a:lnTo>
                <a:lnTo>
                  <a:pt x="1885950" y="85725"/>
                </a:lnTo>
                <a:lnTo>
                  <a:pt x="1895475" y="85725"/>
                </a:lnTo>
                <a:lnTo>
                  <a:pt x="1895475" y="123825"/>
                </a:lnTo>
                <a:lnTo>
                  <a:pt x="1885950" y="123825"/>
                </a:lnTo>
                <a:lnTo>
                  <a:pt x="1885950" y="95250"/>
                </a:lnTo>
                <a:lnTo>
                  <a:pt x="1876425" y="95250"/>
                </a:lnTo>
                <a:lnTo>
                  <a:pt x="1876425" y="104775"/>
                </a:lnTo>
                <a:lnTo>
                  <a:pt x="1866900" y="104775"/>
                </a:lnTo>
                <a:close/>
                <a:moveTo>
                  <a:pt x="2381250" y="85725"/>
                </a:moveTo>
                <a:lnTo>
                  <a:pt x="2400300" y="85725"/>
                </a:lnTo>
                <a:lnTo>
                  <a:pt x="2400300" y="76200"/>
                </a:lnTo>
                <a:lnTo>
                  <a:pt x="2381250" y="76200"/>
                </a:lnTo>
                <a:close/>
                <a:moveTo>
                  <a:pt x="66675" y="95250"/>
                </a:moveTo>
                <a:lnTo>
                  <a:pt x="76200" y="95250"/>
                </a:lnTo>
                <a:lnTo>
                  <a:pt x="76200" y="76200"/>
                </a:lnTo>
                <a:lnTo>
                  <a:pt x="66675" y="76200"/>
                </a:lnTo>
                <a:close/>
                <a:moveTo>
                  <a:pt x="76200" y="104775"/>
                </a:moveTo>
                <a:lnTo>
                  <a:pt x="85725" y="104775"/>
                </a:lnTo>
                <a:lnTo>
                  <a:pt x="85725" y="95250"/>
                </a:lnTo>
                <a:lnTo>
                  <a:pt x="76200" y="95250"/>
                </a:lnTo>
                <a:close/>
                <a:moveTo>
                  <a:pt x="114300" y="104775"/>
                </a:moveTo>
                <a:lnTo>
                  <a:pt x="123825" y="104775"/>
                </a:lnTo>
                <a:lnTo>
                  <a:pt x="123825" y="95250"/>
                </a:lnTo>
                <a:lnTo>
                  <a:pt x="114300" y="95250"/>
                </a:lnTo>
                <a:close/>
                <a:moveTo>
                  <a:pt x="133350" y="114300"/>
                </a:moveTo>
                <a:lnTo>
                  <a:pt x="161925" y="114300"/>
                </a:lnTo>
                <a:lnTo>
                  <a:pt x="161925" y="104775"/>
                </a:lnTo>
                <a:lnTo>
                  <a:pt x="133350" y="104775"/>
                </a:lnTo>
                <a:close/>
                <a:moveTo>
                  <a:pt x="161925" y="123825"/>
                </a:moveTo>
                <a:lnTo>
                  <a:pt x="180975" y="123825"/>
                </a:lnTo>
                <a:lnTo>
                  <a:pt x="180975" y="114300"/>
                </a:lnTo>
                <a:lnTo>
                  <a:pt x="161925" y="114300"/>
                </a:lnTo>
                <a:close/>
                <a:moveTo>
                  <a:pt x="0" y="133350"/>
                </a:moveTo>
                <a:lnTo>
                  <a:pt x="57150" y="133350"/>
                </a:lnTo>
                <a:lnTo>
                  <a:pt x="57150" y="152400"/>
                </a:lnTo>
                <a:lnTo>
                  <a:pt x="47625" y="152400"/>
                </a:lnTo>
                <a:lnTo>
                  <a:pt x="47625" y="142875"/>
                </a:lnTo>
                <a:lnTo>
                  <a:pt x="19050" y="142875"/>
                </a:lnTo>
                <a:lnTo>
                  <a:pt x="19050" y="152400"/>
                </a:lnTo>
                <a:lnTo>
                  <a:pt x="28575" y="152400"/>
                </a:lnTo>
                <a:lnTo>
                  <a:pt x="28575" y="161925"/>
                </a:lnTo>
                <a:lnTo>
                  <a:pt x="38100" y="161925"/>
                </a:lnTo>
                <a:lnTo>
                  <a:pt x="38100" y="171450"/>
                </a:lnTo>
                <a:lnTo>
                  <a:pt x="19050" y="171450"/>
                </a:lnTo>
                <a:lnTo>
                  <a:pt x="19050" y="161925"/>
                </a:lnTo>
                <a:lnTo>
                  <a:pt x="9525" y="161925"/>
                </a:lnTo>
                <a:lnTo>
                  <a:pt x="9525" y="152400"/>
                </a:lnTo>
                <a:lnTo>
                  <a:pt x="0" y="152400"/>
                </a:lnTo>
                <a:close/>
                <a:moveTo>
                  <a:pt x="2438400" y="142875"/>
                </a:moveTo>
                <a:lnTo>
                  <a:pt x="2457450" y="142875"/>
                </a:lnTo>
                <a:lnTo>
                  <a:pt x="2457450" y="161925"/>
                </a:lnTo>
                <a:lnTo>
                  <a:pt x="2447925" y="161925"/>
                </a:lnTo>
                <a:lnTo>
                  <a:pt x="2447925" y="171450"/>
                </a:lnTo>
                <a:lnTo>
                  <a:pt x="2438400" y="171450"/>
                </a:lnTo>
                <a:close/>
                <a:moveTo>
                  <a:pt x="152400" y="152400"/>
                </a:moveTo>
                <a:lnTo>
                  <a:pt x="161925" y="152400"/>
                </a:lnTo>
                <a:lnTo>
                  <a:pt x="161925" y="161925"/>
                </a:lnTo>
                <a:lnTo>
                  <a:pt x="152400" y="161925"/>
                </a:lnTo>
                <a:close/>
                <a:moveTo>
                  <a:pt x="228600" y="152400"/>
                </a:moveTo>
                <a:lnTo>
                  <a:pt x="238125" y="152400"/>
                </a:lnTo>
                <a:lnTo>
                  <a:pt x="238125" y="161925"/>
                </a:lnTo>
                <a:lnTo>
                  <a:pt x="228600" y="161925"/>
                </a:lnTo>
                <a:close/>
                <a:moveTo>
                  <a:pt x="2390775" y="161925"/>
                </a:moveTo>
                <a:lnTo>
                  <a:pt x="2409825" y="161925"/>
                </a:lnTo>
                <a:lnTo>
                  <a:pt x="2409825" y="180975"/>
                </a:lnTo>
                <a:lnTo>
                  <a:pt x="2419350" y="180975"/>
                </a:lnTo>
                <a:lnTo>
                  <a:pt x="2419350" y="190500"/>
                </a:lnTo>
                <a:lnTo>
                  <a:pt x="2428875" y="190500"/>
                </a:lnTo>
                <a:lnTo>
                  <a:pt x="2428875" y="200025"/>
                </a:lnTo>
                <a:lnTo>
                  <a:pt x="2438400" y="200025"/>
                </a:lnTo>
                <a:lnTo>
                  <a:pt x="2438400" y="180975"/>
                </a:lnTo>
                <a:lnTo>
                  <a:pt x="2457450" y="180975"/>
                </a:lnTo>
                <a:lnTo>
                  <a:pt x="2457450" y="247650"/>
                </a:lnTo>
                <a:lnTo>
                  <a:pt x="2438400" y="247650"/>
                </a:lnTo>
                <a:lnTo>
                  <a:pt x="2438400" y="257175"/>
                </a:lnTo>
                <a:lnTo>
                  <a:pt x="2428875" y="257175"/>
                </a:lnTo>
                <a:lnTo>
                  <a:pt x="2428875" y="266700"/>
                </a:lnTo>
                <a:lnTo>
                  <a:pt x="2409825" y="266700"/>
                </a:lnTo>
                <a:lnTo>
                  <a:pt x="2409825" y="276225"/>
                </a:lnTo>
                <a:lnTo>
                  <a:pt x="2400300" y="276225"/>
                </a:lnTo>
                <a:lnTo>
                  <a:pt x="2400300" y="285750"/>
                </a:lnTo>
                <a:lnTo>
                  <a:pt x="2390775" y="285750"/>
                </a:lnTo>
                <a:lnTo>
                  <a:pt x="2390775" y="276225"/>
                </a:lnTo>
                <a:lnTo>
                  <a:pt x="2381250" y="276225"/>
                </a:lnTo>
                <a:lnTo>
                  <a:pt x="2381250" y="285750"/>
                </a:lnTo>
                <a:lnTo>
                  <a:pt x="2371725" y="285750"/>
                </a:lnTo>
                <a:lnTo>
                  <a:pt x="2371725" y="257175"/>
                </a:lnTo>
                <a:lnTo>
                  <a:pt x="2362200" y="257175"/>
                </a:lnTo>
                <a:lnTo>
                  <a:pt x="2362200" y="247650"/>
                </a:lnTo>
                <a:lnTo>
                  <a:pt x="2381250" y="247650"/>
                </a:lnTo>
                <a:lnTo>
                  <a:pt x="2381250" y="238125"/>
                </a:lnTo>
                <a:lnTo>
                  <a:pt x="2390775" y="238125"/>
                </a:lnTo>
                <a:lnTo>
                  <a:pt x="2390775" y="247650"/>
                </a:lnTo>
                <a:lnTo>
                  <a:pt x="2428875" y="247650"/>
                </a:lnTo>
                <a:lnTo>
                  <a:pt x="2428875" y="238125"/>
                </a:lnTo>
                <a:lnTo>
                  <a:pt x="2409825" y="238125"/>
                </a:lnTo>
                <a:lnTo>
                  <a:pt x="2409825" y="228600"/>
                </a:lnTo>
                <a:lnTo>
                  <a:pt x="2400300" y="228600"/>
                </a:lnTo>
                <a:lnTo>
                  <a:pt x="2400300" y="209550"/>
                </a:lnTo>
                <a:lnTo>
                  <a:pt x="2390775" y="209550"/>
                </a:lnTo>
                <a:lnTo>
                  <a:pt x="2390775" y="180975"/>
                </a:lnTo>
                <a:lnTo>
                  <a:pt x="2400300" y="180975"/>
                </a:lnTo>
                <a:lnTo>
                  <a:pt x="2400300" y="171450"/>
                </a:lnTo>
                <a:lnTo>
                  <a:pt x="2390775" y="171450"/>
                </a:lnTo>
                <a:close/>
                <a:moveTo>
                  <a:pt x="9525" y="171450"/>
                </a:moveTo>
                <a:lnTo>
                  <a:pt x="19050" y="171450"/>
                </a:lnTo>
                <a:lnTo>
                  <a:pt x="19050" y="190500"/>
                </a:lnTo>
                <a:lnTo>
                  <a:pt x="28575" y="190500"/>
                </a:lnTo>
                <a:lnTo>
                  <a:pt x="28575" y="200025"/>
                </a:lnTo>
                <a:lnTo>
                  <a:pt x="38100" y="200025"/>
                </a:lnTo>
                <a:lnTo>
                  <a:pt x="38100" y="209550"/>
                </a:lnTo>
                <a:lnTo>
                  <a:pt x="19050" y="209550"/>
                </a:lnTo>
                <a:lnTo>
                  <a:pt x="19050" y="200025"/>
                </a:lnTo>
                <a:lnTo>
                  <a:pt x="0" y="200025"/>
                </a:lnTo>
                <a:lnTo>
                  <a:pt x="0" y="190500"/>
                </a:lnTo>
                <a:lnTo>
                  <a:pt x="9525" y="190500"/>
                </a:lnTo>
                <a:close/>
                <a:moveTo>
                  <a:pt x="228600" y="171450"/>
                </a:moveTo>
                <a:lnTo>
                  <a:pt x="238125" y="171450"/>
                </a:lnTo>
                <a:lnTo>
                  <a:pt x="238125" y="180975"/>
                </a:lnTo>
                <a:lnTo>
                  <a:pt x="228600" y="180975"/>
                </a:lnTo>
                <a:close/>
                <a:moveTo>
                  <a:pt x="1857375" y="200025"/>
                </a:moveTo>
                <a:lnTo>
                  <a:pt x="1866900" y="200025"/>
                </a:lnTo>
                <a:lnTo>
                  <a:pt x="1866900" y="209550"/>
                </a:lnTo>
                <a:lnTo>
                  <a:pt x="1857375" y="209550"/>
                </a:lnTo>
                <a:close/>
                <a:moveTo>
                  <a:pt x="0" y="209550"/>
                </a:moveTo>
                <a:lnTo>
                  <a:pt x="9525" y="209550"/>
                </a:lnTo>
                <a:lnTo>
                  <a:pt x="9525" y="219075"/>
                </a:lnTo>
                <a:lnTo>
                  <a:pt x="0" y="219075"/>
                </a:lnTo>
                <a:close/>
                <a:moveTo>
                  <a:pt x="47625" y="209550"/>
                </a:moveTo>
                <a:lnTo>
                  <a:pt x="66675" y="209550"/>
                </a:lnTo>
                <a:lnTo>
                  <a:pt x="66675" y="238125"/>
                </a:lnTo>
                <a:lnTo>
                  <a:pt x="57150" y="238125"/>
                </a:lnTo>
                <a:lnTo>
                  <a:pt x="57150" y="228600"/>
                </a:lnTo>
                <a:lnTo>
                  <a:pt x="47625" y="228600"/>
                </a:lnTo>
                <a:close/>
                <a:moveTo>
                  <a:pt x="1666875" y="209550"/>
                </a:moveTo>
                <a:lnTo>
                  <a:pt x="1676400" y="209550"/>
                </a:lnTo>
                <a:lnTo>
                  <a:pt x="1676400" y="219075"/>
                </a:lnTo>
                <a:lnTo>
                  <a:pt x="1666875" y="219075"/>
                </a:lnTo>
                <a:close/>
                <a:moveTo>
                  <a:pt x="19050" y="228600"/>
                </a:moveTo>
                <a:lnTo>
                  <a:pt x="28575" y="228600"/>
                </a:lnTo>
                <a:lnTo>
                  <a:pt x="28575" y="257175"/>
                </a:lnTo>
                <a:lnTo>
                  <a:pt x="9525" y="257175"/>
                </a:lnTo>
                <a:lnTo>
                  <a:pt x="9525" y="238125"/>
                </a:lnTo>
                <a:lnTo>
                  <a:pt x="19050" y="238125"/>
                </a:lnTo>
                <a:close/>
                <a:moveTo>
                  <a:pt x="2419350" y="228600"/>
                </a:moveTo>
                <a:lnTo>
                  <a:pt x="2428875" y="228600"/>
                </a:lnTo>
                <a:lnTo>
                  <a:pt x="2428875" y="209550"/>
                </a:lnTo>
                <a:lnTo>
                  <a:pt x="2419350" y="209550"/>
                </a:lnTo>
                <a:close/>
                <a:moveTo>
                  <a:pt x="1847850" y="238125"/>
                </a:moveTo>
                <a:lnTo>
                  <a:pt x="1857375" y="238125"/>
                </a:lnTo>
                <a:lnTo>
                  <a:pt x="1857375" y="247650"/>
                </a:lnTo>
                <a:lnTo>
                  <a:pt x="1847850" y="247650"/>
                </a:lnTo>
                <a:close/>
                <a:moveTo>
                  <a:pt x="1828800" y="247650"/>
                </a:moveTo>
                <a:lnTo>
                  <a:pt x="1838325" y="247650"/>
                </a:lnTo>
                <a:lnTo>
                  <a:pt x="1838325" y="257175"/>
                </a:lnTo>
                <a:lnTo>
                  <a:pt x="1828800" y="257175"/>
                </a:lnTo>
                <a:close/>
                <a:moveTo>
                  <a:pt x="1838325" y="257175"/>
                </a:moveTo>
                <a:lnTo>
                  <a:pt x="1847850" y="257175"/>
                </a:lnTo>
                <a:lnTo>
                  <a:pt x="1847850" y="266700"/>
                </a:lnTo>
                <a:lnTo>
                  <a:pt x="1838325" y="266700"/>
                </a:lnTo>
                <a:close/>
                <a:moveTo>
                  <a:pt x="2438400" y="257175"/>
                </a:moveTo>
                <a:lnTo>
                  <a:pt x="2447925" y="257175"/>
                </a:lnTo>
                <a:lnTo>
                  <a:pt x="2447925" y="266700"/>
                </a:lnTo>
                <a:lnTo>
                  <a:pt x="2438400" y="266700"/>
                </a:lnTo>
                <a:close/>
                <a:moveTo>
                  <a:pt x="2409825" y="276225"/>
                </a:moveTo>
                <a:lnTo>
                  <a:pt x="2419350" y="276225"/>
                </a:lnTo>
                <a:lnTo>
                  <a:pt x="2419350" y="295275"/>
                </a:lnTo>
                <a:lnTo>
                  <a:pt x="2438400" y="295275"/>
                </a:lnTo>
                <a:lnTo>
                  <a:pt x="2438400" y="304800"/>
                </a:lnTo>
                <a:lnTo>
                  <a:pt x="2457450" y="304800"/>
                </a:lnTo>
                <a:lnTo>
                  <a:pt x="2457450" y="342900"/>
                </a:lnTo>
                <a:lnTo>
                  <a:pt x="2438400" y="342900"/>
                </a:lnTo>
                <a:lnTo>
                  <a:pt x="2438400" y="352425"/>
                </a:lnTo>
                <a:lnTo>
                  <a:pt x="2457450" y="352425"/>
                </a:lnTo>
                <a:lnTo>
                  <a:pt x="2457450" y="361950"/>
                </a:lnTo>
                <a:lnTo>
                  <a:pt x="2447925" y="361950"/>
                </a:lnTo>
                <a:lnTo>
                  <a:pt x="2447925" y="371475"/>
                </a:lnTo>
                <a:lnTo>
                  <a:pt x="2457450" y="371475"/>
                </a:lnTo>
                <a:lnTo>
                  <a:pt x="2457450" y="409575"/>
                </a:lnTo>
                <a:lnTo>
                  <a:pt x="2438400" y="409575"/>
                </a:lnTo>
                <a:lnTo>
                  <a:pt x="2438400" y="361950"/>
                </a:lnTo>
                <a:lnTo>
                  <a:pt x="2428875" y="361950"/>
                </a:lnTo>
                <a:lnTo>
                  <a:pt x="2428875" y="352425"/>
                </a:lnTo>
                <a:lnTo>
                  <a:pt x="2419350" y="352425"/>
                </a:lnTo>
                <a:lnTo>
                  <a:pt x="2419350" y="361950"/>
                </a:lnTo>
                <a:lnTo>
                  <a:pt x="2409825" y="361950"/>
                </a:lnTo>
                <a:lnTo>
                  <a:pt x="2409825" y="371475"/>
                </a:lnTo>
                <a:lnTo>
                  <a:pt x="2400300" y="371475"/>
                </a:lnTo>
                <a:lnTo>
                  <a:pt x="2400300" y="381000"/>
                </a:lnTo>
                <a:lnTo>
                  <a:pt x="2390775" y="381000"/>
                </a:lnTo>
                <a:lnTo>
                  <a:pt x="2390775" y="361950"/>
                </a:lnTo>
                <a:lnTo>
                  <a:pt x="2381250" y="361950"/>
                </a:lnTo>
                <a:lnTo>
                  <a:pt x="2381250" y="352425"/>
                </a:lnTo>
                <a:lnTo>
                  <a:pt x="2371725" y="352425"/>
                </a:lnTo>
                <a:lnTo>
                  <a:pt x="2371725" y="314325"/>
                </a:lnTo>
                <a:lnTo>
                  <a:pt x="2362200" y="314325"/>
                </a:lnTo>
                <a:lnTo>
                  <a:pt x="2362200" y="295275"/>
                </a:lnTo>
                <a:lnTo>
                  <a:pt x="2409825" y="295275"/>
                </a:lnTo>
                <a:close/>
                <a:moveTo>
                  <a:pt x="2419350" y="314325"/>
                </a:moveTo>
                <a:lnTo>
                  <a:pt x="2428875" y="314325"/>
                </a:lnTo>
                <a:lnTo>
                  <a:pt x="2428875" y="304800"/>
                </a:lnTo>
                <a:lnTo>
                  <a:pt x="2419350" y="304800"/>
                </a:lnTo>
                <a:close/>
                <a:moveTo>
                  <a:pt x="2438400" y="323850"/>
                </a:moveTo>
                <a:lnTo>
                  <a:pt x="2447925" y="323850"/>
                </a:lnTo>
                <a:lnTo>
                  <a:pt x="2447925" y="314325"/>
                </a:lnTo>
                <a:lnTo>
                  <a:pt x="2428875" y="314325"/>
                </a:lnTo>
                <a:lnTo>
                  <a:pt x="2428875" y="333375"/>
                </a:lnTo>
                <a:lnTo>
                  <a:pt x="2438400" y="333375"/>
                </a:lnTo>
                <a:close/>
                <a:moveTo>
                  <a:pt x="2324100" y="333375"/>
                </a:moveTo>
                <a:lnTo>
                  <a:pt x="2352675" y="333375"/>
                </a:lnTo>
                <a:lnTo>
                  <a:pt x="2352675" y="352425"/>
                </a:lnTo>
                <a:lnTo>
                  <a:pt x="2333625" y="352425"/>
                </a:lnTo>
                <a:lnTo>
                  <a:pt x="2333625" y="342900"/>
                </a:lnTo>
                <a:lnTo>
                  <a:pt x="2324100" y="342900"/>
                </a:lnTo>
                <a:close/>
                <a:moveTo>
                  <a:pt x="2390775" y="333375"/>
                </a:moveTo>
                <a:lnTo>
                  <a:pt x="2419350" y="333375"/>
                </a:lnTo>
                <a:lnTo>
                  <a:pt x="2419350" y="323850"/>
                </a:lnTo>
                <a:lnTo>
                  <a:pt x="2409825" y="323850"/>
                </a:lnTo>
                <a:lnTo>
                  <a:pt x="2409825" y="304800"/>
                </a:lnTo>
                <a:lnTo>
                  <a:pt x="2400300" y="304800"/>
                </a:lnTo>
                <a:lnTo>
                  <a:pt x="2400300" y="323850"/>
                </a:lnTo>
                <a:lnTo>
                  <a:pt x="2390775" y="323850"/>
                </a:lnTo>
                <a:close/>
                <a:moveTo>
                  <a:pt x="19050" y="371475"/>
                </a:moveTo>
                <a:lnTo>
                  <a:pt x="38100" y="371475"/>
                </a:lnTo>
                <a:lnTo>
                  <a:pt x="38100" y="381000"/>
                </a:lnTo>
                <a:lnTo>
                  <a:pt x="19050" y="381000"/>
                </a:lnTo>
                <a:close/>
                <a:moveTo>
                  <a:pt x="1333500" y="371475"/>
                </a:moveTo>
                <a:lnTo>
                  <a:pt x="1343025" y="371475"/>
                </a:lnTo>
                <a:lnTo>
                  <a:pt x="1343025" y="400050"/>
                </a:lnTo>
                <a:lnTo>
                  <a:pt x="1333500" y="400050"/>
                </a:lnTo>
                <a:close/>
                <a:moveTo>
                  <a:pt x="495300" y="390525"/>
                </a:moveTo>
                <a:lnTo>
                  <a:pt x="514350" y="390525"/>
                </a:lnTo>
                <a:lnTo>
                  <a:pt x="514350" y="400050"/>
                </a:lnTo>
                <a:lnTo>
                  <a:pt x="495300" y="400050"/>
                </a:lnTo>
                <a:close/>
                <a:moveTo>
                  <a:pt x="514350" y="400050"/>
                </a:moveTo>
                <a:lnTo>
                  <a:pt x="523875" y="400050"/>
                </a:lnTo>
                <a:lnTo>
                  <a:pt x="523875" y="419100"/>
                </a:lnTo>
                <a:lnTo>
                  <a:pt x="514350" y="419100"/>
                </a:lnTo>
                <a:close/>
                <a:moveTo>
                  <a:pt x="1343025" y="409575"/>
                </a:moveTo>
                <a:lnTo>
                  <a:pt x="1352550" y="409575"/>
                </a:lnTo>
                <a:lnTo>
                  <a:pt x="1352550" y="419100"/>
                </a:lnTo>
                <a:lnTo>
                  <a:pt x="1343025" y="419100"/>
                </a:lnTo>
                <a:close/>
                <a:moveTo>
                  <a:pt x="514350" y="428625"/>
                </a:moveTo>
                <a:lnTo>
                  <a:pt x="523875" y="428625"/>
                </a:lnTo>
                <a:lnTo>
                  <a:pt x="523875" y="447675"/>
                </a:lnTo>
                <a:lnTo>
                  <a:pt x="514350" y="447675"/>
                </a:lnTo>
                <a:close/>
                <a:moveTo>
                  <a:pt x="2047875" y="438150"/>
                </a:moveTo>
                <a:lnTo>
                  <a:pt x="2057400" y="438150"/>
                </a:lnTo>
                <a:lnTo>
                  <a:pt x="2057400" y="447675"/>
                </a:lnTo>
                <a:lnTo>
                  <a:pt x="2047875" y="447675"/>
                </a:lnTo>
                <a:close/>
                <a:moveTo>
                  <a:pt x="1466850" y="447675"/>
                </a:moveTo>
                <a:lnTo>
                  <a:pt x="1476375" y="447675"/>
                </a:lnTo>
                <a:lnTo>
                  <a:pt x="1476375" y="476250"/>
                </a:lnTo>
                <a:lnTo>
                  <a:pt x="1466850" y="476250"/>
                </a:lnTo>
                <a:close/>
                <a:moveTo>
                  <a:pt x="2066925" y="457200"/>
                </a:moveTo>
                <a:lnTo>
                  <a:pt x="2076450" y="457200"/>
                </a:lnTo>
                <a:lnTo>
                  <a:pt x="2076450" y="466725"/>
                </a:lnTo>
                <a:lnTo>
                  <a:pt x="2066925" y="466725"/>
                </a:lnTo>
                <a:close/>
                <a:moveTo>
                  <a:pt x="2076450" y="466725"/>
                </a:moveTo>
                <a:lnTo>
                  <a:pt x="2085975" y="466725"/>
                </a:lnTo>
                <a:lnTo>
                  <a:pt x="2085975" y="485775"/>
                </a:lnTo>
                <a:lnTo>
                  <a:pt x="2076450" y="485775"/>
                </a:lnTo>
                <a:close/>
                <a:moveTo>
                  <a:pt x="19050" y="485775"/>
                </a:moveTo>
                <a:lnTo>
                  <a:pt x="38100" y="485775"/>
                </a:lnTo>
                <a:lnTo>
                  <a:pt x="38100" y="495300"/>
                </a:lnTo>
                <a:lnTo>
                  <a:pt x="57150" y="495300"/>
                </a:lnTo>
                <a:lnTo>
                  <a:pt x="57150" y="504825"/>
                </a:lnTo>
                <a:lnTo>
                  <a:pt x="38100" y="504825"/>
                </a:lnTo>
                <a:lnTo>
                  <a:pt x="38100" y="514350"/>
                </a:lnTo>
                <a:lnTo>
                  <a:pt x="28575" y="514350"/>
                </a:lnTo>
                <a:lnTo>
                  <a:pt x="28575" y="504825"/>
                </a:lnTo>
                <a:lnTo>
                  <a:pt x="9525" y="504825"/>
                </a:lnTo>
                <a:lnTo>
                  <a:pt x="9525" y="495300"/>
                </a:lnTo>
                <a:lnTo>
                  <a:pt x="19050" y="495300"/>
                </a:lnTo>
                <a:close/>
                <a:moveTo>
                  <a:pt x="2066925" y="485775"/>
                </a:moveTo>
                <a:lnTo>
                  <a:pt x="2076450" y="485775"/>
                </a:lnTo>
                <a:lnTo>
                  <a:pt x="2076450" y="504825"/>
                </a:lnTo>
                <a:lnTo>
                  <a:pt x="2095500" y="504825"/>
                </a:lnTo>
                <a:lnTo>
                  <a:pt x="2095500" y="514350"/>
                </a:lnTo>
                <a:lnTo>
                  <a:pt x="2076450" y="514350"/>
                </a:lnTo>
                <a:lnTo>
                  <a:pt x="2076450" y="523875"/>
                </a:lnTo>
                <a:lnTo>
                  <a:pt x="2066925" y="523875"/>
                </a:lnTo>
                <a:lnTo>
                  <a:pt x="2066925" y="514350"/>
                </a:lnTo>
                <a:lnTo>
                  <a:pt x="2047875" y="514350"/>
                </a:lnTo>
                <a:lnTo>
                  <a:pt x="2047875" y="504825"/>
                </a:lnTo>
                <a:lnTo>
                  <a:pt x="2038350" y="504825"/>
                </a:lnTo>
                <a:lnTo>
                  <a:pt x="2038350" y="495300"/>
                </a:lnTo>
                <a:lnTo>
                  <a:pt x="2066925" y="495300"/>
                </a:lnTo>
                <a:close/>
                <a:moveTo>
                  <a:pt x="57150" y="504825"/>
                </a:moveTo>
                <a:lnTo>
                  <a:pt x="66675" y="504825"/>
                </a:lnTo>
                <a:lnTo>
                  <a:pt x="66675" y="514350"/>
                </a:lnTo>
                <a:lnTo>
                  <a:pt x="57150" y="514350"/>
                </a:lnTo>
                <a:close/>
                <a:moveTo>
                  <a:pt x="2028825" y="514350"/>
                </a:moveTo>
                <a:lnTo>
                  <a:pt x="2038350" y="514350"/>
                </a:lnTo>
                <a:lnTo>
                  <a:pt x="2038350" y="533400"/>
                </a:lnTo>
                <a:lnTo>
                  <a:pt x="2028825" y="533400"/>
                </a:lnTo>
                <a:close/>
                <a:moveTo>
                  <a:pt x="19050" y="533400"/>
                </a:moveTo>
                <a:lnTo>
                  <a:pt x="28575" y="533400"/>
                </a:lnTo>
                <a:lnTo>
                  <a:pt x="28575" y="542925"/>
                </a:lnTo>
                <a:lnTo>
                  <a:pt x="38100" y="542925"/>
                </a:lnTo>
                <a:lnTo>
                  <a:pt x="38100" y="552450"/>
                </a:lnTo>
                <a:lnTo>
                  <a:pt x="0" y="552450"/>
                </a:lnTo>
                <a:lnTo>
                  <a:pt x="0" y="542925"/>
                </a:lnTo>
                <a:lnTo>
                  <a:pt x="19050" y="542925"/>
                </a:lnTo>
                <a:close/>
                <a:moveTo>
                  <a:pt x="47625" y="533400"/>
                </a:moveTo>
                <a:lnTo>
                  <a:pt x="57150" y="533400"/>
                </a:lnTo>
                <a:lnTo>
                  <a:pt x="57150" y="542925"/>
                </a:lnTo>
                <a:lnTo>
                  <a:pt x="47625" y="542925"/>
                </a:lnTo>
                <a:close/>
                <a:moveTo>
                  <a:pt x="1057275" y="533400"/>
                </a:moveTo>
                <a:lnTo>
                  <a:pt x="1066800" y="533400"/>
                </a:lnTo>
                <a:lnTo>
                  <a:pt x="1066800" y="542925"/>
                </a:lnTo>
                <a:lnTo>
                  <a:pt x="1057275" y="542925"/>
                </a:lnTo>
                <a:close/>
                <a:moveTo>
                  <a:pt x="1076325" y="533400"/>
                </a:moveTo>
                <a:lnTo>
                  <a:pt x="1085850" y="533400"/>
                </a:lnTo>
                <a:lnTo>
                  <a:pt x="1085850" y="542925"/>
                </a:lnTo>
                <a:lnTo>
                  <a:pt x="1076325" y="542925"/>
                </a:lnTo>
                <a:close/>
                <a:moveTo>
                  <a:pt x="1095375" y="542925"/>
                </a:moveTo>
                <a:lnTo>
                  <a:pt x="1114425" y="542925"/>
                </a:lnTo>
                <a:lnTo>
                  <a:pt x="1114425" y="552450"/>
                </a:lnTo>
                <a:lnTo>
                  <a:pt x="1095375" y="552450"/>
                </a:lnTo>
                <a:close/>
                <a:moveTo>
                  <a:pt x="57150" y="571500"/>
                </a:moveTo>
                <a:lnTo>
                  <a:pt x="66675" y="571500"/>
                </a:lnTo>
                <a:lnTo>
                  <a:pt x="66675" y="581025"/>
                </a:lnTo>
                <a:lnTo>
                  <a:pt x="57150" y="581025"/>
                </a:lnTo>
                <a:close/>
                <a:moveTo>
                  <a:pt x="19050" y="581025"/>
                </a:moveTo>
                <a:lnTo>
                  <a:pt x="38100" y="581025"/>
                </a:lnTo>
                <a:lnTo>
                  <a:pt x="38100" y="600075"/>
                </a:lnTo>
                <a:lnTo>
                  <a:pt x="28575" y="600075"/>
                </a:lnTo>
                <a:lnTo>
                  <a:pt x="28575" y="609600"/>
                </a:lnTo>
                <a:lnTo>
                  <a:pt x="19050" y="609600"/>
                </a:lnTo>
                <a:lnTo>
                  <a:pt x="19050" y="600075"/>
                </a:lnTo>
                <a:lnTo>
                  <a:pt x="9525" y="600075"/>
                </a:lnTo>
                <a:lnTo>
                  <a:pt x="9525" y="590550"/>
                </a:lnTo>
                <a:lnTo>
                  <a:pt x="19050" y="590550"/>
                </a:lnTo>
                <a:close/>
                <a:moveTo>
                  <a:pt x="0" y="619125"/>
                </a:moveTo>
                <a:lnTo>
                  <a:pt x="38100" y="619125"/>
                </a:lnTo>
                <a:lnTo>
                  <a:pt x="38100" y="628650"/>
                </a:lnTo>
                <a:lnTo>
                  <a:pt x="47625" y="628650"/>
                </a:lnTo>
                <a:lnTo>
                  <a:pt x="47625" y="657225"/>
                </a:lnTo>
                <a:lnTo>
                  <a:pt x="38100" y="657225"/>
                </a:lnTo>
                <a:lnTo>
                  <a:pt x="38100" y="676275"/>
                </a:lnTo>
                <a:lnTo>
                  <a:pt x="19050" y="676275"/>
                </a:lnTo>
                <a:lnTo>
                  <a:pt x="19050" y="666750"/>
                </a:lnTo>
                <a:lnTo>
                  <a:pt x="0" y="666750"/>
                </a:lnTo>
                <a:lnTo>
                  <a:pt x="0" y="657225"/>
                </a:lnTo>
                <a:lnTo>
                  <a:pt x="19050" y="657225"/>
                </a:lnTo>
                <a:lnTo>
                  <a:pt x="19050" y="638175"/>
                </a:lnTo>
                <a:lnTo>
                  <a:pt x="9525" y="638175"/>
                </a:lnTo>
                <a:lnTo>
                  <a:pt x="9525" y="628650"/>
                </a:lnTo>
                <a:lnTo>
                  <a:pt x="0" y="628650"/>
                </a:lnTo>
                <a:close/>
                <a:moveTo>
                  <a:pt x="2447925" y="619125"/>
                </a:moveTo>
                <a:lnTo>
                  <a:pt x="2457450" y="619125"/>
                </a:lnTo>
                <a:lnTo>
                  <a:pt x="2457450" y="647700"/>
                </a:lnTo>
                <a:lnTo>
                  <a:pt x="2447925" y="647700"/>
                </a:lnTo>
                <a:close/>
                <a:moveTo>
                  <a:pt x="2095500" y="628650"/>
                </a:moveTo>
                <a:lnTo>
                  <a:pt x="2124075" y="628650"/>
                </a:lnTo>
                <a:lnTo>
                  <a:pt x="2124075" y="638175"/>
                </a:lnTo>
                <a:lnTo>
                  <a:pt x="2143125" y="638175"/>
                </a:lnTo>
                <a:lnTo>
                  <a:pt x="2143125" y="657225"/>
                </a:lnTo>
                <a:lnTo>
                  <a:pt x="2133600" y="657225"/>
                </a:lnTo>
                <a:lnTo>
                  <a:pt x="2133600" y="647700"/>
                </a:lnTo>
                <a:lnTo>
                  <a:pt x="2114550" y="647700"/>
                </a:lnTo>
                <a:lnTo>
                  <a:pt x="2114550" y="638175"/>
                </a:lnTo>
                <a:lnTo>
                  <a:pt x="2095500" y="638175"/>
                </a:lnTo>
                <a:close/>
                <a:moveTo>
                  <a:pt x="847725" y="638175"/>
                </a:moveTo>
                <a:lnTo>
                  <a:pt x="857250" y="638175"/>
                </a:lnTo>
                <a:lnTo>
                  <a:pt x="857250" y="647700"/>
                </a:lnTo>
                <a:lnTo>
                  <a:pt x="847725" y="647700"/>
                </a:lnTo>
                <a:close/>
                <a:moveTo>
                  <a:pt x="2076450" y="638175"/>
                </a:moveTo>
                <a:lnTo>
                  <a:pt x="2085975" y="638175"/>
                </a:lnTo>
                <a:lnTo>
                  <a:pt x="2085975" y="657225"/>
                </a:lnTo>
                <a:lnTo>
                  <a:pt x="2076450" y="657225"/>
                </a:lnTo>
                <a:close/>
                <a:moveTo>
                  <a:pt x="762000" y="647700"/>
                </a:moveTo>
                <a:lnTo>
                  <a:pt x="771525" y="647700"/>
                </a:lnTo>
                <a:lnTo>
                  <a:pt x="771525" y="657225"/>
                </a:lnTo>
                <a:lnTo>
                  <a:pt x="762000" y="657225"/>
                </a:lnTo>
                <a:close/>
                <a:moveTo>
                  <a:pt x="2047875" y="657225"/>
                </a:moveTo>
                <a:lnTo>
                  <a:pt x="2066925" y="657225"/>
                </a:lnTo>
                <a:lnTo>
                  <a:pt x="2066925" y="666750"/>
                </a:lnTo>
                <a:lnTo>
                  <a:pt x="2047875" y="666750"/>
                </a:lnTo>
                <a:close/>
                <a:moveTo>
                  <a:pt x="2438400" y="657225"/>
                </a:moveTo>
                <a:lnTo>
                  <a:pt x="2457450" y="657225"/>
                </a:lnTo>
                <a:lnTo>
                  <a:pt x="2457450" y="666750"/>
                </a:lnTo>
                <a:lnTo>
                  <a:pt x="2447925" y="666750"/>
                </a:lnTo>
                <a:lnTo>
                  <a:pt x="2447925" y="704850"/>
                </a:lnTo>
                <a:lnTo>
                  <a:pt x="2438400" y="704850"/>
                </a:lnTo>
                <a:lnTo>
                  <a:pt x="2438400" y="714375"/>
                </a:lnTo>
                <a:lnTo>
                  <a:pt x="2428875" y="714375"/>
                </a:lnTo>
                <a:lnTo>
                  <a:pt x="2428875" y="704850"/>
                </a:lnTo>
                <a:lnTo>
                  <a:pt x="2419350" y="704850"/>
                </a:lnTo>
                <a:lnTo>
                  <a:pt x="2419350" y="676275"/>
                </a:lnTo>
                <a:lnTo>
                  <a:pt x="2428875" y="676275"/>
                </a:lnTo>
                <a:lnTo>
                  <a:pt x="2428875" y="666750"/>
                </a:lnTo>
                <a:lnTo>
                  <a:pt x="2438400" y="666750"/>
                </a:lnTo>
                <a:close/>
                <a:moveTo>
                  <a:pt x="2019300" y="666750"/>
                </a:moveTo>
                <a:lnTo>
                  <a:pt x="2047875" y="666750"/>
                </a:lnTo>
                <a:lnTo>
                  <a:pt x="2047875" y="676275"/>
                </a:lnTo>
                <a:lnTo>
                  <a:pt x="2057400" y="676275"/>
                </a:lnTo>
                <a:lnTo>
                  <a:pt x="2057400" y="685800"/>
                </a:lnTo>
                <a:lnTo>
                  <a:pt x="2028825" y="685800"/>
                </a:lnTo>
                <a:lnTo>
                  <a:pt x="2028825" y="676275"/>
                </a:lnTo>
                <a:lnTo>
                  <a:pt x="2019300" y="676275"/>
                </a:lnTo>
                <a:close/>
                <a:moveTo>
                  <a:pt x="2228850" y="666750"/>
                </a:moveTo>
                <a:lnTo>
                  <a:pt x="2257425" y="666750"/>
                </a:lnTo>
                <a:lnTo>
                  <a:pt x="2257425" y="676275"/>
                </a:lnTo>
                <a:lnTo>
                  <a:pt x="2238375" y="676275"/>
                </a:lnTo>
                <a:lnTo>
                  <a:pt x="2238375" y="685800"/>
                </a:lnTo>
                <a:lnTo>
                  <a:pt x="2228850" y="685800"/>
                </a:lnTo>
                <a:lnTo>
                  <a:pt x="2228850" y="695325"/>
                </a:lnTo>
                <a:lnTo>
                  <a:pt x="2219325" y="695325"/>
                </a:lnTo>
                <a:lnTo>
                  <a:pt x="2219325" y="676275"/>
                </a:lnTo>
                <a:lnTo>
                  <a:pt x="2228850" y="676275"/>
                </a:lnTo>
                <a:close/>
                <a:moveTo>
                  <a:pt x="9525" y="676275"/>
                </a:moveTo>
                <a:lnTo>
                  <a:pt x="19050" y="676275"/>
                </a:lnTo>
                <a:lnTo>
                  <a:pt x="19050" y="685800"/>
                </a:lnTo>
                <a:lnTo>
                  <a:pt x="9525" y="685800"/>
                </a:lnTo>
                <a:close/>
                <a:moveTo>
                  <a:pt x="2143125" y="676275"/>
                </a:moveTo>
                <a:lnTo>
                  <a:pt x="2152650" y="676275"/>
                </a:lnTo>
                <a:lnTo>
                  <a:pt x="2152650" y="685800"/>
                </a:lnTo>
                <a:lnTo>
                  <a:pt x="2143125" y="685800"/>
                </a:lnTo>
                <a:close/>
                <a:moveTo>
                  <a:pt x="2190750" y="676275"/>
                </a:moveTo>
                <a:lnTo>
                  <a:pt x="2200275" y="676275"/>
                </a:lnTo>
                <a:lnTo>
                  <a:pt x="2200275" y="685800"/>
                </a:lnTo>
                <a:lnTo>
                  <a:pt x="2190750" y="685800"/>
                </a:lnTo>
                <a:close/>
                <a:moveTo>
                  <a:pt x="904875" y="695325"/>
                </a:moveTo>
                <a:lnTo>
                  <a:pt x="914400" y="695325"/>
                </a:lnTo>
                <a:lnTo>
                  <a:pt x="914400" y="704850"/>
                </a:lnTo>
                <a:lnTo>
                  <a:pt x="904875" y="704850"/>
                </a:lnTo>
                <a:close/>
                <a:moveTo>
                  <a:pt x="2200275" y="695325"/>
                </a:moveTo>
                <a:lnTo>
                  <a:pt x="2219325" y="695325"/>
                </a:lnTo>
                <a:lnTo>
                  <a:pt x="2219325" y="704850"/>
                </a:lnTo>
                <a:lnTo>
                  <a:pt x="2200275" y="704850"/>
                </a:lnTo>
                <a:close/>
                <a:moveTo>
                  <a:pt x="28575" y="704850"/>
                </a:moveTo>
                <a:lnTo>
                  <a:pt x="38100" y="704850"/>
                </a:lnTo>
                <a:lnTo>
                  <a:pt x="38100" y="733425"/>
                </a:lnTo>
                <a:lnTo>
                  <a:pt x="28575" y="733425"/>
                </a:lnTo>
                <a:close/>
                <a:moveTo>
                  <a:pt x="2400300" y="714375"/>
                </a:moveTo>
                <a:lnTo>
                  <a:pt x="2409825" y="714375"/>
                </a:lnTo>
                <a:lnTo>
                  <a:pt x="2409825" y="742950"/>
                </a:lnTo>
                <a:lnTo>
                  <a:pt x="2381250" y="742950"/>
                </a:lnTo>
                <a:lnTo>
                  <a:pt x="2381250" y="752475"/>
                </a:lnTo>
                <a:lnTo>
                  <a:pt x="2390775" y="752475"/>
                </a:lnTo>
                <a:lnTo>
                  <a:pt x="2390775" y="771525"/>
                </a:lnTo>
                <a:lnTo>
                  <a:pt x="2381250" y="771525"/>
                </a:lnTo>
                <a:lnTo>
                  <a:pt x="2381250" y="762000"/>
                </a:lnTo>
                <a:lnTo>
                  <a:pt x="2371725" y="762000"/>
                </a:lnTo>
                <a:lnTo>
                  <a:pt x="2371725" y="723900"/>
                </a:lnTo>
                <a:lnTo>
                  <a:pt x="2381250" y="723900"/>
                </a:lnTo>
                <a:lnTo>
                  <a:pt x="2381250" y="733425"/>
                </a:lnTo>
                <a:lnTo>
                  <a:pt x="2400300" y="733425"/>
                </a:lnTo>
                <a:close/>
                <a:moveTo>
                  <a:pt x="0" y="723900"/>
                </a:moveTo>
                <a:lnTo>
                  <a:pt x="9525" y="723900"/>
                </a:lnTo>
                <a:lnTo>
                  <a:pt x="9525" y="733425"/>
                </a:lnTo>
                <a:lnTo>
                  <a:pt x="0" y="733425"/>
                </a:lnTo>
                <a:close/>
                <a:moveTo>
                  <a:pt x="1352550" y="723900"/>
                </a:moveTo>
                <a:lnTo>
                  <a:pt x="1362075" y="723900"/>
                </a:lnTo>
                <a:lnTo>
                  <a:pt x="1362075" y="733425"/>
                </a:lnTo>
                <a:lnTo>
                  <a:pt x="1352550" y="733425"/>
                </a:lnTo>
                <a:close/>
                <a:moveTo>
                  <a:pt x="2209800" y="723900"/>
                </a:moveTo>
                <a:lnTo>
                  <a:pt x="2228850" y="723900"/>
                </a:lnTo>
                <a:lnTo>
                  <a:pt x="2228850" y="742950"/>
                </a:lnTo>
                <a:lnTo>
                  <a:pt x="2238375" y="742950"/>
                </a:lnTo>
                <a:lnTo>
                  <a:pt x="2238375" y="752475"/>
                </a:lnTo>
                <a:lnTo>
                  <a:pt x="2219325" y="752475"/>
                </a:lnTo>
                <a:lnTo>
                  <a:pt x="2219325" y="733425"/>
                </a:lnTo>
                <a:lnTo>
                  <a:pt x="2209800" y="733425"/>
                </a:lnTo>
                <a:close/>
                <a:moveTo>
                  <a:pt x="19050" y="733425"/>
                </a:moveTo>
                <a:lnTo>
                  <a:pt x="28575" y="733425"/>
                </a:lnTo>
                <a:lnTo>
                  <a:pt x="28575" y="742950"/>
                </a:lnTo>
                <a:lnTo>
                  <a:pt x="19050" y="742950"/>
                </a:lnTo>
                <a:close/>
                <a:moveTo>
                  <a:pt x="2305050" y="733425"/>
                </a:moveTo>
                <a:lnTo>
                  <a:pt x="2343150" y="733425"/>
                </a:lnTo>
                <a:lnTo>
                  <a:pt x="2343150" y="762000"/>
                </a:lnTo>
                <a:lnTo>
                  <a:pt x="2352675" y="762000"/>
                </a:lnTo>
                <a:lnTo>
                  <a:pt x="2352675" y="781050"/>
                </a:lnTo>
                <a:lnTo>
                  <a:pt x="2390775" y="781050"/>
                </a:lnTo>
                <a:lnTo>
                  <a:pt x="2390775" y="809625"/>
                </a:lnTo>
                <a:lnTo>
                  <a:pt x="2400300" y="809625"/>
                </a:lnTo>
                <a:lnTo>
                  <a:pt x="2400300" y="790575"/>
                </a:lnTo>
                <a:lnTo>
                  <a:pt x="2409825" y="790575"/>
                </a:lnTo>
                <a:lnTo>
                  <a:pt x="2409825" y="800100"/>
                </a:lnTo>
                <a:lnTo>
                  <a:pt x="2419350" y="800100"/>
                </a:lnTo>
                <a:lnTo>
                  <a:pt x="2419350" y="790575"/>
                </a:lnTo>
                <a:lnTo>
                  <a:pt x="2428875" y="790575"/>
                </a:lnTo>
                <a:lnTo>
                  <a:pt x="2428875" y="781050"/>
                </a:lnTo>
                <a:lnTo>
                  <a:pt x="2438400" y="781050"/>
                </a:lnTo>
                <a:lnTo>
                  <a:pt x="2438400" y="771525"/>
                </a:lnTo>
                <a:lnTo>
                  <a:pt x="2428875" y="771525"/>
                </a:lnTo>
                <a:lnTo>
                  <a:pt x="2428875" y="762000"/>
                </a:lnTo>
                <a:lnTo>
                  <a:pt x="2419350" y="762000"/>
                </a:lnTo>
                <a:lnTo>
                  <a:pt x="2419350" y="771525"/>
                </a:lnTo>
                <a:lnTo>
                  <a:pt x="2409825" y="771525"/>
                </a:lnTo>
                <a:lnTo>
                  <a:pt x="2409825" y="781050"/>
                </a:lnTo>
                <a:lnTo>
                  <a:pt x="2400300" y="781050"/>
                </a:lnTo>
                <a:lnTo>
                  <a:pt x="2400300" y="762000"/>
                </a:lnTo>
                <a:lnTo>
                  <a:pt x="2409825" y="762000"/>
                </a:lnTo>
                <a:lnTo>
                  <a:pt x="2409825" y="742950"/>
                </a:lnTo>
                <a:lnTo>
                  <a:pt x="2428875" y="742950"/>
                </a:lnTo>
                <a:lnTo>
                  <a:pt x="2428875" y="762000"/>
                </a:lnTo>
                <a:lnTo>
                  <a:pt x="2447925" y="762000"/>
                </a:lnTo>
                <a:lnTo>
                  <a:pt x="2447925" y="752475"/>
                </a:lnTo>
                <a:lnTo>
                  <a:pt x="2438400" y="752475"/>
                </a:lnTo>
                <a:lnTo>
                  <a:pt x="2438400" y="742950"/>
                </a:lnTo>
                <a:lnTo>
                  <a:pt x="2447925" y="742950"/>
                </a:lnTo>
                <a:lnTo>
                  <a:pt x="2447925" y="733425"/>
                </a:lnTo>
                <a:lnTo>
                  <a:pt x="2457450" y="733425"/>
                </a:lnTo>
                <a:lnTo>
                  <a:pt x="2457450" y="742950"/>
                </a:lnTo>
                <a:lnTo>
                  <a:pt x="2447925" y="742950"/>
                </a:lnTo>
                <a:lnTo>
                  <a:pt x="2447925" y="752475"/>
                </a:lnTo>
                <a:lnTo>
                  <a:pt x="2457450" y="752475"/>
                </a:lnTo>
                <a:lnTo>
                  <a:pt x="2457450" y="790575"/>
                </a:lnTo>
                <a:lnTo>
                  <a:pt x="2447925" y="790575"/>
                </a:lnTo>
                <a:lnTo>
                  <a:pt x="2447925" y="828675"/>
                </a:lnTo>
                <a:lnTo>
                  <a:pt x="2428875" y="828675"/>
                </a:lnTo>
                <a:lnTo>
                  <a:pt x="2428875" y="847725"/>
                </a:lnTo>
                <a:lnTo>
                  <a:pt x="2447925" y="847725"/>
                </a:lnTo>
                <a:lnTo>
                  <a:pt x="2447925" y="857250"/>
                </a:lnTo>
                <a:lnTo>
                  <a:pt x="2457450" y="857250"/>
                </a:lnTo>
                <a:lnTo>
                  <a:pt x="2457450" y="876300"/>
                </a:lnTo>
                <a:lnTo>
                  <a:pt x="2447925" y="876300"/>
                </a:lnTo>
                <a:lnTo>
                  <a:pt x="2447925" y="866775"/>
                </a:lnTo>
                <a:lnTo>
                  <a:pt x="2438400" y="866775"/>
                </a:lnTo>
                <a:lnTo>
                  <a:pt x="2438400" y="876300"/>
                </a:lnTo>
                <a:lnTo>
                  <a:pt x="2428875" y="876300"/>
                </a:lnTo>
                <a:lnTo>
                  <a:pt x="2428875" y="866775"/>
                </a:lnTo>
                <a:lnTo>
                  <a:pt x="2419350" y="866775"/>
                </a:lnTo>
                <a:lnTo>
                  <a:pt x="2419350" y="876300"/>
                </a:lnTo>
                <a:lnTo>
                  <a:pt x="2428875" y="876300"/>
                </a:lnTo>
                <a:lnTo>
                  <a:pt x="2428875" y="895350"/>
                </a:lnTo>
                <a:lnTo>
                  <a:pt x="2438400" y="895350"/>
                </a:lnTo>
                <a:lnTo>
                  <a:pt x="2438400" y="914400"/>
                </a:lnTo>
                <a:lnTo>
                  <a:pt x="2428875" y="914400"/>
                </a:lnTo>
                <a:lnTo>
                  <a:pt x="2428875" y="904875"/>
                </a:lnTo>
                <a:lnTo>
                  <a:pt x="2419350" y="904875"/>
                </a:lnTo>
                <a:lnTo>
                  <a:pt x="2419350" y="885825"/>
                </a:lnTo>
                <a:lnTo>
                  <a:pt x="2409825" y="885825"/>
                </a:lnTo>
                <a:lnTo>
                  <a:pt x="2409825" y="876300"/>
                </a:lnTo>
                <a:lnTo>
                  <a:pt x="2400300" y="876300"/>
                </a:lnTo>
                <a:lnTo>
                  <a:pt x="2400300" y="904875"/>
                </a:lnTo>
                <a:lnTo>
                  <a:pt x="2419350" y="904875"/>
                </a:lnTo>
                <a:lnTo>
                  <a:pt x="2419350" y="914400"/>
                </a:lnTo>
                <a:lnTo>
                  <a:pt x="2409825" y="914400"/>
                </a:lnTo>
                <a:lnTo>
                  <a:pt x="2409825" y="923925"/>
                </a:lnTo>
                <a:lnTo>
                  <a:pt x="2419350" y="923925"/>
                </a:lnTo>
                <a:lnTo>
                  <a:pt x="2419350" y="933450"/>
                </a:lnTo>
                <a:lnTo>
                  <a:pt x="2400300" y="933450"/>
                </a:lnTo>
                <a:lnTo>
                  <a:pt x="2400300" y="942975"/>
                </a:lnTo>
                <a:lnTo>
                  <a:pt x="2390775" y="942975"/>
                </a:lnTo>
                <a:lnTo>
                  <a:pt x="2390775" y="904875"/>
                </a:lnTo>
                <a:lnTo>
                  <a:pt x="2381250" y="904875"/>
                </a:lnTo>
                <a:lnTo>
                  <a:pt x="2381250" y="895350"/>
                </a:lnTo>
                <a:lnTo>
                  <a:pt x="2371725" y="895350"/>
                </a:lnTo>
                <a:lnTo>
                  <a:pt x="2371725" y="885825"/>
                </a:lnTo>
                <a:lnTo>
                  <a:pt x="2352675" y="885825"/>
                </a:lnTo>
                <a:lnTo>
                  <a:pt x="2352675" y="904875"/>
                </a:lnTo>
                <a:lnTo>
                  <a:pt x="2343150" y="904875"/>
                </a:lnTo>
                <a:lnTo>
                  <a:pt x="2343150" y="914400"/>
                </a:lnTo>
                <a:lnTo>
                  <a:pt x="2333625" y="914400"/>
                </a:lnTo>
                <a:lnTo>
                  <a:pt x="2333625" y="923925"/>
                </a:lnTo>
                <a:lnTo>
                  <a:pt x="2324100" y="923925"/>
                </a:lnTo>
                <a:lnTo>
                  <a:pt x="2324100" y="895350"/>
                </a:lnTo>
                <a:lnTo>
                  <a:pt x="2305050" y="895350"/>
                </a:lnTo>
                <a:lnTo>
                  <a:pt x="2305050" y="952500"/>
                </a:lnTo>
                <a:lnTo>
                  <a:pt x="2295525" y="952500"/>
                </a:lnTo>
                <a:lnTo>
                  <a:pt x="2295525" y="962025"/>
                </a:lnTo>
                <a:lnTo>
                  <a:pt x="2286000" y="962025"/>
                </a:lnTo>
                <a:lnTo>
                  <a:pt x="2286000" y="952500"/>
                </a:lnTo>
                <a:lnTo>
                  <a:pt x="2276475" y="952500"/>
                </a:lnTo>
                <a:lnTo>
                  <a:pt x="2276475" y="942975"/>
                </a:lnTo>
                <a:lnTo>
                  <a:pt x="2286000" y="942975"/>
                </a:lnTo>
                <a:lnTo>
                  <a:pt x="2286000" y="933450"/>
                </a:lnTo>
                <a:lnTo>
                  <a:pt x="2266950" y="933450"/>
                </a:lnTo>
                <a:lnTo>
                  <a:pt x="2266950" y="923925"/>
                </a:lnTo>
                <a:lnTo>
                  <a:pt x="2247900" y="923925"/>
                </a:lnTo>
                <a:lnTo>
                  <a:pt x="2247900" y="904875"/>
                </a:lnTo>
                <a:lnTo>
                  <a:pt x="2238375" y="904875"/>
                </a:lnTo>
                <a:lnTo>
                  <a:pt x="2238375" y="857250"/>
                </a:lnTo>
                <a:lnTo>
                  <a:pt x="2228850" y="857250"/>
                </a:lnTo>
                <a:lnTo>
                  <a:pt x="2228850" y="847725"/>
                </a:lnTo>
                <a:lnTo>
                  <a:pt x="2219325" y="847725"/>
                </a:lnTo>
                <a:lnTo>
                  <a:pt x="2219325" y="838200"/>
                </a:lnTo>
                <a:lnTo>
                  <a:pt x="2247900" y="838200"/>
                </a:lnTo>
                <a:lnTo>
                  <a:pt x="2247900" y="847725"/>
                </a:lnTo>
                <a:lnTo>
                  <a:pt x="2257425" y="847725"/>
                </a:lnTo>
                <a:lnTo>
                  <a:pt x="2257425" y="876300"/>
                </a:lnTo>
                <a:lnTo>
                  <a:pt x="2276475" y="876300"/>
                </a:lnTo>
                <a:lnTo>
                  <a:pt x="2276475" y="847725"/>
                </a:lnTo>
                <a:lnTo>
                  <a:pt x="2266950" y="847725"/>
                </a:lnTo>
                <a:lnTo>
                  <a:pt x="2266950" y="819150"/>
                </a:lnTo>
                <a:lnTo>
                  <a:pt x="2247900" y="819150"/>
                </a:lnTo>
                <a:lnTo>
                  <a:pt x="2247900" y="809625"/>
                </a:lnTo>
                <a:lnTo>
                  <a:pt x="2257425" y="809625"/>
                </a:lnTo>
                <a:lnTo>
                  <a:pt x="2257425" y="790575"/>
                </a:lnTo>
                <a:lnTo>
                  <a:pt x="2247900" y="790575"/>
                </a:lnTo>
                <a:lnTo>
                  <a:pt x="2247900" y="781050"/>
                </a:lnTo>
                <a:lnTo>
                  <a:pt x="2238375" y="781050"/>
                </a:lnTo>
                <a:lnTo>
                  <a:pt x="2238375" y="752475"/>
                </a:lnTo>
                <a:lnTo>
                  <a:pt x="2257425" y="752475"/>
                </a:lnTo>
                <a:lnTo>
                  <a:pt x="2257425" y="781050"/>
                </a:lnTo>
                <a:lnTo>
                  <a:pt x="2266950" y="781050"/>
                </a:lnTo>
                <a:lnTo>
                  <a:pt x="2266950" y="762000"/>
                </a:lnTo>
                <a:lnTo>
                  <a:pt x="2276475" y="762000"/>
                </a:lnTo>
                <a:lnTo>
                  <a:pt x="2276475" y="752475"/>
                </a:lnTo>
                <a:lnTo>
                  <a:pt x="2266950" y="752475"/>
                </a:lnTo>
                <a:lnTo>
                  <a:pt x="2266950" y="742950"/>
                </a:lnTo>
                <a:lnTo>
                  <a:pt x="2295525" y="742950"/>
                </a:lnTo>
                <a:lnTo>
                  <a:pt x="2295525" y="762000"/>
                </a:lnTo>
                <a:lnTo>
                  <a:pt x="2305050" y="762000"/>
                </a:lnTo>
                <a:lnTo>
                  <a:pt x="2305050" y="771525"/>
                </a:lnTo>
                <a:lnTo>
                  <a:pt x="2295525" y="771525"/>
                </a:lnTo>
                <a:lnTo>
                  <a:pt x="2295525" y="800100"/>
                </a:lnTo>
                <a:lnTo>
                  <a:pt x="2276475" y="800100"/>
                </a:lnTo>
                <a:lnTo>
                  <a:pt x="2276475" y="809625"/>
                </a:lnTo>
                <a:lnTo>
                  <a:pt x="2286000" y="809625"/>
                </a:lnTo>
                <a:lnTo>
                  <a:pt x="2286000" y="819150"/>
                </a:lnTo>
                <a:lnTo>
                  <a:pt x="2276475" y="819150"/>
                </a:lnTo>
                <a:lnTo>
                  <a:pt x="2276475" y="838200"/>
                </a:lnTo>
                <a:lnTo>
                  <a:pt x="2295525" y="838200"/>
                </a:lnTo>
                <a:lnTo>
                  <a:pt x="2295525" y="847725"/>
                </a:lnTo>
                <a:lnTo>
                  <a:pt x="2305050" y="847725"/>
                </a:lnTo>
                <a:lnTo>
                  <a:pt x="2305050" y="838200"/>
                </a:lnTo>
                <a:lnTo>
                  <a:pt x="2314575" y="838200"/>
                </a:lnTo>
                <a:lnTo>
                  <a:pt x="2314575" y="828675"/>
                </a:lnTo>
                <a:lnTo>
                  <a:pt x="2305050" y="828675"/>
                </a:lnTo>
                <a:lnTo>
                  <a:pt x="2305050" y="781050"/>
                </a:lnTo>
                <a:lnTo>
                  <a:pt x="2314575" y="781050"/>
                </a:lnTo>
                <a:lnTo>
                  <a:pt x="2314575" y="800100"/>
                </a:lnTo>
                <a:lnTo>
                  <a:pt x="2324100" y="800100"/>
                </a:lnTo>
                <a:lnTo>
                  <a:pt x="2324100" y="781050"/>
                </a:lnTo>
                <a:lnTo>
                  <a:pt x="2333625" y="781050"/>
                </a:lnTo>
                <a:lnTo>
                  <a:pt x="2333625" y="771525"/>
                </a:lnTo>
                <a:lnTo>
                  <a:pt x="2314575" y="771525"/>
                </a:lnTo>
                <a:lnTo>
                  <a:pt x="2314575" y="762000"/>
                </a:lnTo>
                <a:lnTo>
                  <a:pt x="2324100" y="762000"/>
                </a:lnTo>
                <a:lnTo>
                  <a:pt x="2324100" y="742950"/>
                </a:lnTo>
                <a:lnTo>
                  <a:pt x="2314575" y="742950"/>
                </a:lnTo>
                <a:lnTo>
                  <a:pt x="2314575" y="752475"/>
                </a:lnTo>
                <a:lnTo>
                  <a:pt x="2305050" y="752475"/>
                </a:lnTo>
                <a:close/>
                <a:moveTo>
                  <a:pt x="1362075" y="742950"/>
                </a:moveTo>
                <a:lnTo>
                  <a:pt x="1371600" y="742950"/>
                </a:lnTo>
                <a:lnTo>
                  <a:pt x="1371600" y="752475"/>
                </a:lnTo>
                <a:lnTo>
                  <a:pt x="1362075" y="752475"/>
                </a:lnTo>
                <a:close/>
                <a:moveTo>
                  <a:pt x="2190750" y="752475"/>
                </a:moveTo>
                <a:lnTo>
                  <a:pt x="2209800" y="752475"/>
                </a:lnTo>
                <a:lnTo>
                  <a:pt x="2209800" y="762000"/>
                </a:lnTo>
                <a:lnTo>
                  <a:pt x="2200275" y="762000"/>
                </a:lnTo>
                <a:lnTo>
                  <a:pt x="2200275" y="771525"/>
                </a:lnTo>
                <a:lnTo>
                  <a:pt x="2190750" y="771525"/>
                </a:lnTo>
                <a:close/>
                <a:moveTo>
                  <a:pt x="333375" y="771525"/>
                </a:moveTo>
                <a:lnTo>
                  <a:pt x="342900" y="771525"/>
                </a:lnTo>
                <a:lnTo>
                  <a:pt x="342900" y="790575"/>
                </a:lnTo>
                <a:lnTo>
                  <a:pt x="333375" y="790575"/>
                </a:lnTo>
                <a:close/>
                <a:moveTo>
                  <a:pt x="1209675" y="781050"/>
                </a:moveTo>
                <a:lnTo>
                  <a:pt x="1219200" y="781050"/>
                </a:lnTo>
                <a:lnTo>
                  <a:pt x="1219200" y="790575"/>
                </a:lnTo>
                <a:lnTo>
                  <a:pt x="1209675" y="790575"/>
                </a:lnTo>
                <a:close/>
                <a:moveTo>
                  <a:pt x="1295400" y="790575"/>
                </a:moveTo>
                <a:lnTo>
                  <a:pt x="1304925" y="790575"/>
                </a:lnTo>
                <a:lnTo>
                  <a:pt x="1304925" y="800100"/>
                </a:lnTo>
                <a:lnTo>
                  <a:pt x="1295400" y="800100"/>
                </a:lnTo>
                <a:close/>
                <a:moveTo>
                  <a:pt x="1304925" y="800100"/>
                </a:moveTo>
                <a:lnTo>
                  <a:pt x="1314450" y="800100"/>
                </a:lnTo>
                <a:lnTo>
                  <a:pt x="1314450" y="809625"/>
                </a:lnTo>
                <a:lnTo>
                  <a:pt x="1304925" y="809625"/>
                </a:lnTo>
                <a:close/>
                <a:moveTo>
                  <a:pt x="1333500" y="800100"/>
                </a:moveTo>
                <a:lnTo>
                  <a:pt x="1352550" y="800100"/>
                </a:lnTo>
                <a:lnTo>
                  <a:pt x="1352550" y="809625"/>
                </a:lnTo>
                <a:lnTo>
                  <a:pt x="1362075" y="809625"/>
                </a:lnTo>
                <a:lnTo>
                  <a:pt x="1362075" y="819150"/>
                </a:lnTo>
                <a:lnTo>
                  <a:pt x="1333500" y="819150"/>
                </a:lnTo>
                <a:close/>
                <a:moveTo>
                  <a:pt x="1285875" y="809625"/>
                </a:moveTo>
                <a:lnTo>
                  <a:pt x="1304925" y="809625"/>
                </a:lnTo>
                <a:lnTo>
                  <a:pt x="1304925" y="819150"/>
                </a:lnTo>
                <a:lnTo>
                  <a:pt x="1285875" y="819150"/>
                </a:lnTo>
                <a:close/>
                <a:moveTo>
                  <a:pt x="2209800" y="809625"/>
                </a:moveTo>
                <a:lnTo>
                  <a:pt x="2219325" y="809625"/>
                </a:lnTo>
                <a:lnTo>
                  <a:pt x="2219325" y="819150"/>
                </a:lnTo>
                <a:lnTo>
                  <a:pt x="2228850" y="819150"/>
                </a:lnTo>
                <a:lnTo>
                  <a:pt x="2228850" y="828675"/>
                </a:lnTo>
                <a:lnTo>
                  <a:pt x="2209800" y="828675"/>
                </a:lnTo>
                <a:close/>
                <a:moveTo>
                  <a:pt x="9525" y="819150"/>
                </a:moveTo>
                <a:lnTo>
                  <a:pt x="28575" y="819150"/>
                </a:lnTo>
                <a:lnTo>
                  <a:pt x="28575" y="828675"/>
                </a:lnTo>
                <a:lnTo>
                  <a:pt x="38100" y="828675"/>
                </a:lnTo>
                <a:lnTo>
                  <a:pt x="38100" y="838200"/>
                </a:lnTo>
                <a:lnTo>
                  <a:pt x="9525" y="838200"/>
                </a:lnTo>
                <a:close/>
                <a:moveTo>
                  <a:pt x="1257300" y="819150"/>
                </a:moveTo>
                <a:lnTo>
                  <a:pt x="1266825" y="819150"/>
                </a:lnTo>
                <a:lnTo>
                  <a:pt x="1266825" y="847725"/>
                </a:lnTo>
                <a:lnTo>
                  <a:pt x="1247775" y="847725"/>
                </a:lnTo>
                <a:lnTo>
                  <a:pt x="1247775" y="828675"/>
                </a:lnTo>
                <a:lnTo>
                  <a:pt x="1257300" y="828675"/>
                </a:lnTo>
                <a:close/>
                <a:moveTo>
                  <a:pt x="1314450" y="819150"/>
                </a:moveTo>
                <a:lnTo>
                  <a:pt x="1323975" y="819150"/>
                </a:lnTo>
                <a:lnTo>
                  <a:pt x="1323975" y="838200"/>
                </a:lnTo>
                <a:lnTo>
                  <a:pt x="1314450" y="838200"/>
                </a:lnTo>
                <a:close/>
                <a:moveTo>
                  <a:pt x="2400300" y="819150"/>
                </a:moveTo>
                <a:lnTo>
                  <a:pt x="2409825" y="819150"/>
                </a:lnTo>
                <a:lnTo>
                  <a:pt x="2409825" y="809625"/>
                </a:lnTo>
                <a:lnTo>
                  <a:pt x="2400300" y="809625"/>
                </a:lnTo>
                <a:close/>
                <a:moveTo>
                  <a:pt x="2200275" y="828675"/>
                </a:moveTo>
                <a:lnTo>
                  <a:pt x="2209800" y="828675"/>
                </a:lnTo>
                <a:lnTo>
                  <a:pt x="2209800" y="847725"/>
                </a:lnTo>
                <a:lnTo>
                  <a:pt x="2190750" y="847725"/>
                </a:lnTo>
                <a:lnTo>
                  <a:pt x="2190750" y="838200"/>
                </a:lnTo>
                <a:lnTo>
                  <a:pt x="2200275" y="838200"/>
                </a:lnTo>
                <a:close/>
                <a:moveTo>
                  <a:pt x="2352675" y="838200"/>
                </a:moveTo>
                <a:lnTo>
                  <a:pt x="2362200" y="838200"/>
                </a:lnTo>
                <a:lnTo>
                  <a:pt x="2362200" y="809625"/>
                </a:lnTo>
                <a:lnTo>
                  <a:pt x="2333625" y="809625"/>
                </a:lnTo>
                <a:lnTo>
                  <a:pt x="2333625" y="819150"/>
                </a:lnTo>
                <a:lnTo>
                  <a:pt x="2324100" y="819150"/>
                </a:lnTo>
                <a:lnTo>
                  <a:pt x="2324100" y="847725"/>
                </a:lnTo>
                <a:lnTo>
                  <a:pt x="2305050" y="847725"/>
                </a:lnTo>
                <a:lnTo>
                  <a:pt x="2305050" y="857250"/>
                </a:lnTo>
                <a:lnTo>
                  <a:pt x="2314575" y="857250"/>
                </a:lnTo>
                <a:lnTo>
                  <a:pt x="2314575" y="876300"/>
                </a:lnTo>
                <a:lnTo>
                  <a:pt x="2324100" y="876300"/>
                </a:lnTo>
                <a:lnTo>
                  <a:pt x="2324100" y="866775"/>
                </a:lnTo>
                <a:lnTo>
                  <a:pt x="2343150" y="866775"/>
                </a:lnTo>
                <a:lnTo>
                  <a:pt x="2343150" y="857250"/>
                </a:lnTo>
                <a:lnTo>
                  <a:pt x="2352675" y="857250"/>
                </a:lnTo>
                <a:close/>
                <a:moveTo>
                  <a:pt x="1238250" y="847725"/>
                </a:moveTo>
                <a:lnTo>
                  <a:pt x="1247775" y="847725"/>
                </a:lnTo>
                <a:lnTo>
                  <a:pt x="1247775" y="857250"/>
                </a:lnTo>
                <a:lnTo>
                  <a:pt x="1238250" y="857250"/>
                </a:lnTo>
                <a:close/>
                <a:moveTo>
                  <a:pt x="2181225" y="847725"/>
                </a:moveTo>
                <a:lnTo>
                  <a:pt x="2190750" y="847725"/>
                </a:lnTo>
                <a:lnTo>
                  <a:pt x="2190750" y="876300"/>
                </a:lnTo>
                <a:lnTo>
                  <a:pt x="2181225" y="876300"/>
                </a:lnTo>
                <a:lnTo>
                  <a:pt x="2181225" y="866775"/>
                </a:lnTo>
                <a:lnTo>
                  <a:pt x="2171700" y="866775"/>
                </a:lnTo>
                <a:lnTo>
                  <a:pt x="2171700" y="857250"/>
                </a:lnTo>
                <a:lnTo>
                  <a:pt x="2181225" y="857250"/>
                </a:lnTo>
                <a:close/>
                <a:moveTo>
                  <a:pt x="533400" y="857250"/>
                </a:moveTo>
                <a:lnTo>
                  <a:pt x="542925" y="857250"/>
                </a:lnTo>
                <a:lnTo>
                  <a:pt x="542925" y="866775"/>
                </a:lnTo>
                <a:lnTo>
                  <a:pt x="533400" y="866775"/>
                </a:lnTo>
                <a:close/>
                <a:moveTo>
                  <a:pt x="1438275" y="866775"/>
                </a:moveTo>
                <a:lnTo>
                  <a:pt x="1447800" y="866775"/>
                </a:lnTo>
                <a:lnTo>
                  <a:pt x="1447800" y="885825"/>
                </a:lnTo>
                <a:lnTo>
                  <a:pt x="1438275" y="885825"/>
                </a:lnTo>
                <a:close/>
                <a:moveTo>
                  <a:pt x="2162175" y="866775"/>
                </a:moveTo>
                <a:lnTo>
                  <a:pt x="2171700" y="866775"/>
                </a:lnTo>
                <a:lnTo>
                  <a:pt x="2171700" y="885825"/>
                </a:lnTo>
                <a:lnTo>
                  <a:pt x="2162175" y="885825"/>
                </a:lnTo>
                <a:close/>
                <a:moveTo>
                  <a:pt x="2200275" y="866775"/>
                </a:moveTo>
                <a:lnTo>
                  <a:pt x="2209800" y="866775"/>
                </a:lnTo>
                <a:lnTo>
                  <a:pt x="2209800" y="876300"/>
                </a:lnTo>
                <a:lnTo>
                  <a:pt x="2200275" y="876300"/>
                </a:lnTo>
                <a:close/>
                <a:moveTo>
                  <a:pt x="1047750" y="885825"/>
                </a:moveTo>
                <a:lnTo>
                  <a:pt x="1057275" y="885825"/>
                </a:lnTo>
                <a:lnTo>
                  <a:pt x="1057275" y="895350"/>
                </a:lnTo>
                <a:lnTo>
                  <a:pt x="1047750" y="895350"/>
                </a:lnTo>
                <a:close/>
                <a:moveTo>
                  <a:pt x="1381125" y="885825"/>
                </a:moveTo>
                <a:lnTo>
                  <a:pt x="1390650" y="885825"/>
                </a:lnTo>
                <a:lnTo>
                  <a:pt x="1390650" y="904875"/>
                </a:lnTo>
                <a:lnTo>
                  <a:pt x="1381125" y="904875"/>
                </a:lnTo>
                <a:close/>
                <a:moveTo>
                  <a:pt x="2286000" y="885825"/>
                </a:moveTo>
                <a:lnTo>
                  <a:pt x="2295525" y="885825"/>
                </a:lnTo>
                <a:lnTo>
                  <a:pt x="2295525" y="876300"/>
                </a:lnTo>
                <a:lnTo>
                  <a:pt x="2286000" y="876300"/>
                </a:lnTo>
                <a:close/>
                <a:moveTo>
                  <a:pt x="1028700" y="895350"/>
                </a:moveTo>
                <a:lnTo>
                  <a:pt x="1038225" y="895350"/>
                </a:lnTo>
                <a:lnTo>
                  <a:pt x="1038225" y="904875"/>
                </a:lnTo>
                <a:lnTo>
                  <a:pt x="1028700" y="904875"/>
                </a:lnTo>
                <a:close/>
                <a:moveTo>
                  <a:pt x="2152650" y="904875"/>
                </a:moveTo>
                <a:lnTo>
                  <a:pt x="2162175" y="904875"/>
                </a:lnTo>
                <a:lnTo>
                  <a:pt x="2162175" y="914400"/>
                </a:lnTo>
                <a:lnTo>
                  <a:pt x="2152650" y="914400"/>
                </a:lnTo>
                <a:close/>
                <a:moveTo>
                  <a:pt x="2343150" y="914400"/>
                </a:moveTo>
                <a:lnTo>
                  <a:pt x="2352675" y="914400"/>
                </a:lnTo>
                <a:lnTo>
                  <a:pt x="2352675" y="923925"/>
                </a:lnTo>
                <a:lnTo>
                  <a:pt x="2343150" y="923925"/>
                </a:lnTo>
                <a:close/>
                <a:moveTo>
                  <a:pt x="2238375" y="923925"/>
                </a:moveTo>
                <a:lnTo>
                  <a:pt x="2247900" y="923925"/>
                </a:lnTo>
                <a:lnTo>
                  <a:pt x="2247900" y="933450"/>
                </a:lnTo>
                <a:lnTo>
                  <a:pt x="2257425" y="933450"/>
                </a:lnTo>
                <a:lnTo>
                  <a:pt x="2257425" y="942975"/>
                </a:lnTo>
                <a:lnTo>
                  <a:pt x="2238375" y="942975"/>
                </a:lnTo>
                <a:lnTo>
                  <a:pt x="2238375" y="962025"/>
                </a:lnTo>
                <a:lnTo>
                  <a:pt x="2247900" y="962025"/>
                </a:lnTo>
                <a:lnTo>
                  <a:pt x="2247900" y="981075"/>
                </a:lnTo>
                <a:lnTo>
                  <a:pt x="2238375" y="981075"/>
                </a:lnTo>
                <a:lnTo>
                  <a:pt x="2238375" y="1009650"/>
                </a:lnTo>
                <a:lnTo>
                  <a:pt x="2257425" y="1009650"/>
                </a:lnTo>
                <a:lnTo>
                  <a:pt x="2257425" y="1038225"/>
                </a:lnTo>
                <a:lnTo>
                  <a:pt x="2266950" y="1038225"/>
                </a:lnTo>
                <a:lnTo>
                  <a:pt x="2266950" y="1047750"/>
                </a:lnTo>
                <a:lnTo>
                  <a:pt x="2314575" y="1047750"/>
                </a:lnTo>
                <a:lnTo>
                  <a:pt x="2314575" y="1038225"/>
                </a:lnTo>
                <a:lnTo>
                  <a:pt x="2305050" y="1038225"/>
                </a:lnTo>
                <a:lnTo>
                  <a:pt x="2305050" y="1028700"/>
                </a:lnTo>
                <a:lnTo>
                  <a:pt x="2314575" y="1028700"/>
                </a:lnTo>
                <a:lnTo>
                  <a:pt x="2314575" y="1009650"/>
                </a:lnTo>
                <a:lnTo>
                  <a:pt x="2324100" y="1009650"/>
                </a:lnTo>
                <a:lnTo>
                  <a:pt x="2324100" y="990600"/>
                </a:lnTo>
                <a:lnTo>
                  <a:pt x="2314575" y="990600"/>
                </a:lnTo>
                <a:lnTo>
                  <a:pt x="2314575" y="981075"/>
                </a:lnTo>
                <a:lnTo>
                  <a:pt x="2305050" y="981075"/>
                </a:lnTo>
                <a:lnTo>
                  <a:pt x="2305050" y="971550"/>
                </a:lnTo>
                <a:lnTo>
                  <a:pt x="2314575" y="971550"/>
                </a:lnTo>
                <a:lnTo>
                  <a:pt x="2314575" y="981075"/>
                </a:lnTo>
                <a:lnTo>
                  <a:pt x="2324100" y="981075"/>
                </a:lnTo>
                <a:lnTo>
                  <a:pt x="2324100" y="990600"/>
                </a:lnTo>
                <a:lnTo>
                  <a:pt x="2333625" y="990600"/>
                </a:lnTo>
                <a:lnTo>
                  <a:pt x="2333625" y="962025"/>
                </a:lnTo>
                <a:lnTo>
                  <a:pt x="2343150" y="962025"/>
                </a:lnTo>
                <a:lnTo>
                  <a:pt x="2343150" y="952500"/>
                </a:lnTo>
                <a:lnTo>
                  <a:pt x="2352675" y="952500"/>
                </a:lnTo>
                <a:lnTo>
                  <a:pt x="2352675" y="962025"/>
                </a:lnTo>
                <a:lnTo>
                  <a:pt x="2343150" y="962025"/>
                </a:lnTo>
                <a:lnTo>
                  <a:pt x="2343150" y="971550"/>
                </a:lnTo>
                <a:lnTo>
                  <a:pt x="2352675" y="971550"/>
                </a:lnTo>
                <a:lnTo>
                  <a:pt x="2352675" y="981075"/>
                </a:lnTo>
                <a:lnTo>
                  <a:pt x="2343150" y="981075"/>
                </a:lnTo>
                <a:lnTo>
                  <a:pt x="2343150" y="1000125"/>
                </a:lnTo>
                <a:lnTo>
                  <a:pt x="2352675" y="1000125"/>
                </a:lnTo>
                <a:lnTo>
                  <a:pt x="2352675" y="990600"/>
                </a:lnTo>
                <a:lnTo>
                  <a:pt x="2371725" y="990600"/>
                </a:lnTo>
                <a:lnTo>
                  <a:pt x="2371725" y="971550"/>
                </a:lnTo>
                <a:lnTo>
                  <a:pt x="2381250" y="971550"/>
                </a:lnTo>
                <a:lnTo>
                  <a:pt x="2381250" y="962025"/>
                </a:lnTo>
                <a:lnTo>
                  <a:pt x="2371725" y="962025"/>
                </a:lnTo>
                <a:lnTo>
                  <a:pt x="2371725" y="933450"/>
                </a:lnTo>
                <a:lnTo>
                  <a:pt x="2381250" y="933450"/>
                </a:lnTo>
                <a:lnTo>
                  <a:pt x="2381250" y="942975"/>
                </a:lnTo>
                <a:lnTo>
                  <a:pt x="2390775" y="942975"/>
                </a:lnTo>
                <a:lnTo>
                  <a:pt x="2390775" y="952500"/>
                </a:lnTo>
                <a:lnTo>
                  <a:pt x="2381250" y="952500"/>
                </a:lnTo>
                <a:lnTo>
                  <a:pt x="2381250" y="962025"/>
                </a:lnTo>
                <a:lnTo>
                  <a:pt x="2419350" y="962025"/>
                </a:lnTo>
                <a:lnTo>
                  <a:pt x="2419350" y="952500"/>
                </a:lnTo>
                <a:lnTo>
                  <a:pt x="2438400" y="952500"/>
                </a:lnTo>
                <a:lnTo>
                  <a:pt x="2438400" y="962025"/>
                </a:lnTo>
                <a:lnTo>
                  <a:pt x="2447925" y="962025"/>
                </a:lnTo>
                <a:lnTo>
                  <a:pt x="2447925" y="952500"/>
                </a:lnTo>
                <a:lnTo>
                  <a:pt x="2457450" y="952500"/>
                </a:lnTo>
                <a:lnTo>
                  <a:pt x="2457450" y="971550"/>
                </a:lnTo>
                <a:lnTo>
                  <a:pt x="2447925" y="971550"/>
                </a:lnTo>
                <a:lnTo>
                  <a:pt x="2447925" y="990600"/>
                </a:lnTo>
                <a:lnTo>
                  <a:pt x="2438400" y="990600"/>
                </a:lnTo>
                <a:lnTo>
                  <a:pt x="2438400" y="1019175"/>
                </a:lnTo>
                <a:lnTo>
                  <a:pt x="2428875" y="1019175"/>
                </a:lnTo>
                <a:lnTo>
                  <a:pt x="2428875" y="1028700"/>
                </a:lnTo>
                <a:lnTo>
                  <a:pt x="2438400" y="1028700"/>
                </a:lnTo>
                <a:lnTo>
                  <a:pt x="2438400" y="1019175"/>
                </a:lnTo>
                <a:lnTo>
                  <a:pt x="2447925" y="1019175"/>
                </a:lnTo>
                <a:lnTo>
                  <a:pt x="2447925" y="1028700"/>
                </a:lnTo>
                <a:lnTo>
                  <a:pt x="2457450" y="1028700"/>
                </a:lnTo>
                <a:lnTo>
                  <a:pt x="2457450" y="1047750"/>
                </a:lnTo>
                <a:lnTo>
                  <a:pt x="2447925" y="1047750"/>
                </a:lnTo>
                <a:lnTo>
                  <a:pt x="2447925" y="1038225"/>
                </a:lnTo>
                <a:lnTo>
                  <a:pt x="2438400" y="1038225"/>
                </a:lnTo>
                <a:lnTo>
                  <a:pt x="2438400" y="1047750"/>
                </a:lnTo>
                <a:lnTo>
                  <a:pt x="2428875" y="1047750"/>
                </a:lnTo>
                <a:lnTo>
                  <a:pt x="2428875" y="1066800"/>
                </a:lnTo>
                <a:lnTo>
                  <a:pt x="2419350" y="1066800"/>
                </a:lnTo>
                <a:lnTo>
                  <a:pt x="2419350" y="1076325"/>
                </a:lnTo>
                <a:lnTo>
                  <a:pt x="2409825" y="1076325"/>
                </a:lnTo>
                <a:lnTo>
                  <a:pt x="2409825" y="1085850"/>
                </a:lnTo>
                <a:lnTo>
                  <a:pt x="2400300" y="1085850"/>
                </a:lnTo>
                <a:lnTo>
                  <a:pt x="2400300" y="1104900"/>
                </a:lnTo>
                <a:lnTo>
                  <a:pt x="2409825" y="1104900"/>
                </a:lnTo>
                <a:lnTo>
                  <a:pt x="2409825" y="1114425"/>
                </a:lnTo>
                <a:lnTo>
                  <a:pt x="2419350" y="1114425"/>
                </a:lnTo>
                <a:lnTo>
                  <a:pt x="2419350" y="1095375"/>
                </a:lnTo>
                <a:lnTo>
                  <a:pt x="2428875" y="1095375"/>
                </a:lnTo>
                <a:lnTo>
                  <a:pt x="2428875" y="1076325"/>
                </a:lnTo>
                <a:lnTo>
                  <a:pt x="2447925" y="1076325"/>
                </a:lnTo>
                <a:lnTo>
                  <a:pt x="2447925" y="1114425"/>
                </a:lnTo>
                <a:lnTo>
                  <a:pt x="2419350" y="1114425"/>
                </a:lnTo>
                <a:lnTo>
                  <a:pt x="2419350" y="1123950"/>
                </a:lnTo>
                <a:lnTo>
                  <a:pt x="2447925" y="1123950"/>
                </a:lnTo>
                <a:lnTo>
                  <a:pt x="2447925" y="1114425"/>
                </a:lnTo>
                <a:lnTo>
                  <a:pt x="2457450" y="1114425"/>
                </a:lnTo>
                <a:lnTo>
                  <a:pt x="2457450" y="1190625"/>
                </a:lnTo>
                <a:lnTo>
                  <a:pt x="2438400" y="1190625"/>
                </a:lnTo>
                <a:lnTo>
                  <a:pt x="2438400" y="1219200"/>
                </a:lnTo>
                <a:lnTo>
                  <a:pt x="2447925" y="1219200"/>
                </a:lnTo>
                <a:lnTo>
                  <a:pt x="2447925" y="1209675"/>
                </a:lnTo>
                <a:lnTo>
                  <a:pt x="2457450" y="1209675"/>
                </a:lnTo>
                <a:lnTo>
                  <a:pt x="2457450" y="1219200"/>
                </a:lnTo>
                <a:lnTo>
                  <a:pt x="2447925" y="1219200"/>
                </a:lnTo>
                <a:lnTo>
                  <a:pt x="2447925" y="1228725"/>
                </a:lnTo>
                <a:lnTo>
                  <a:pt x="2438400" y="1228725"/>
                </a:lnTo>
                <a:lnTo>
                  <a:pt x="2438400" y="1238250"/>
                </a:lnTo>
                <a:lnTo>
                  <a:pt x="2428875" y="1238250"/>
                </a:lnTo>
                <a:lnTo>
                  <a:pt x="2428875" y="1219200"/>
                </a:lnTo>
                <a:lnTo>
                  <a:pt x="2390775" y="1219200"/>
                </a:lnTo>
                <a:lnTo>
                  <a:pt x="2390775" y="1209675"/>
                </a:lnTo>
                <a:lnTo>
                  <a:pt x="2400300" y="1209675"/>
                </a:lnTo>
                <a:lnTo>
                  <a:pt x="2400300" y="1200150"/>
                </a:lnTo>
                <a:lnTo>
                  <a:pt x="2409825" y="1200150"/>
                </a:lnTo>
                <a:lnTo>
                  <a:pt x="2409825" y="1181100"/>
                </a:lnTo>
                <a:lnTo>
                  <a:pt x="2390775" y="1181100"/>
                </a:lnTo>
                <a:lnTo>
                  <a:pt x="2390775" y="1190625"/>
                </a:lnTo>
                <a:lnTo>
                  <a:pt x="2371725" y="1190625"/>
                </a:lnTo>
                <a:lnTo>
                  <a:pt x="2371725" y="1171575"/>
                </a:lnTo>
                <a:lnTo>
                  <a:pt x="2352675" y="1171575"/>
                </a:lnTo>
                <a:lnTo>
                  <a:pt x="2352675" y="1162050"/>
                </a:lnTo>
                <a:lnTo>
                  <a:pt x="2324100" y="1162050"/>
                </a:lnTo>
                <a:lnTo>
                  <a:pt x="2324100" y="1171575"/>
                </a:lnTo>
                <a:lnTo>
                  <a:pt x="2295525" y="1171575"/>
                </a:lnTo>
                <a:lnTo>
                  <a:pt x="2295525" y="1162050"/>
                </a:lnTo>
                <a:lnTo>
                  <a:pt x="2266950" y="1162050"/>
                </a:lnTo>
                <a:lnTo>
                  <a:pt x="2266950" y="1171575"/>
                </a:lnTo>
                <a:lnTo>
                  <a:pt x="2200275" y="1171575"/>
                </a:lnTo>
                <a:lnTo>
                  <a:pt x="2200275" y="1152525"/>
                </a:lnTo>
                <a:lnTo>
                  <a:pt x="2190750" y="1152525"/>
                </a:lnTo>
                <a:lnTo>
                  <a:pt x="2190750" y="1133475"/>
                </a:lnTo>
                <a:lnTo>
                  <a:pt x="2200275" y="1133475"/>
                </a:lnTo>
                <a:lnTo>
                  <a:pt x="2200275" y="1104900"/>
                </a:lnTo>
                <a:lnTo>
                  <a:pt x="2190750" y="1104900"/>
                </a:lnTo>
                <a:lnTo>
                  <a:pt x="2190750" y="1095375"/>
                </a:lnTo>
                <a:lnTo>
                  <a:pt x="2219325" y="1095375"/>
                </a:lnTo>
                <a:lnTo>
                  <a:pt x="2219325" y="1123950"/>
                </a:lnTo>
                <a:lnTo>
                  <a:pt x="2238375" y="1123950"/>
                </a:lnTo>
                <a:lnTo>
                  <a:pt x="2238375" y="1104900"/>
                </a:lnTo>
                <a:lnTo>
                  <a:pt x="2228850" y="1104900"/>
                </a:lnTo>
                <a:lnTo>
                  <a:pt x="2228850" y="1085850"/>
                </a:lnTo>
                <a:lnTo>
                  <a:pt x="2219325" y="1085850"/>
                </a:lnTo>
                <a:lnTo>
                  <a:pt x="2219325" y="1076325"/>
                </a:lnTo>
                <a:lnTo>
                  <a:pt x="2209800" y="1076325"/>
                </a:lnTo>
                <a:lnTo>
                  <a:pt x="2209800" y="1066800"/>
                </a:lnTo>
                <a:lnTo>
                  <a:pt x="2228850" y="1066800"/>
                </a:lnTo>
                <a:lnTo>
                  <a:pt x="2228850" y="1076325"/>
                </a:lnTo>
                <a:lnTo>
                  <a:pt x="2247900" y="1076325"/>
                </a:lnTo>
                <a:lnTo>
                  <a:pt x="2247900" y="1085850"/>
                </a:lnTo>
                <a:lnTo>
                  <a:pt x="2238375" y="1085850"/>
                </a:lnTo>
                <a:lnTo>
                  <a:pt x="2238375" y="1095375"/>
                </a:lnTo>
                <a:lnTo>
                  <a:pt x="2247900" y="1095375"/>
                </a:lnTo>
                <a:lnTo>
                  <a:pt x="2247900" y="1104900"/>
                </a:lnTo>
                <a:lnTo>
                  <a:pt x="2276475" y="1104900"/>
                </a:lnTo>
                <a:lnTo>
                  <a:pt x="2276475" y="1076325"/>
                </a:lnTo>
                <a:lnTo>
                  <a:pt x="2257425" y="1076325"/>
                </a:lnTo>
                <a:lnTo>
                  <a:pt x="2257425" y="1066800"/>
                </a:lnTo>
                <a:lnTo>
                  <a:pt x="2238375" y="1066800"/>
                </a:lnTo>
                <a:lnTo>
                  <a:pt x="2238375" y="1057275"/>
                </a:lnTo>
                <a:lnTo>
                  <a:pt x="2190750" y="1057275"/>
                </a:lnTo>
                <a:lnTo>
                  <a:pt x="2190750" y="1047750"/>
                </a:lnTo>
                <a:lnTo>
                  <a:pt x="2181225" y="1047750"/>
                </a:lnTo>
                <a:lnTo>
                  <a:pt x="2181225" y="1057275"/>
                </a:lnTo>
                <a:lnTo>
                  <a:pt x="2162175" y="1057275"/>
                </a:lnTo>
                <a:lnTo>
                  <a:pt x="2162175" y="1076325"/>
                </a:lnTo>
                <a:lnTo>
                  <a:pt x="2143125" y="1076325"/>
                </a:lnTo>
                <a:lnTo>
                  <a:pt x="2143125" y="1057275"/>
                </a:lnTo>
                <a:lnTo>
                  <a:pt x="2133600" y="1057275"/>
                </a:lnTo>
                <a:lnTo>
                  <a:pt x="2133600" y="1066800"/>
                </a:lnTo>
                <a:lnTo>
                  <a:pt x="2114550" y="1066800"/>
                </a:lnTo>
                <a:lnTo>
                  <a:pt x="2114550" y="1038225"/>
                </a:lnTo>
                <a:lnTo>
                  <a:pt x="2105025" y="1038225"/>
                </a:lnTo>
                <a:lnTo>
                  <a:pt x="2105025" y="1047750"/>
                </a:lnTo>
                <a:lnTo>
                  <a:pt x="2085975" y="1047750"/>
                </a:lnTo>
                <a:lnTo>
                  <a:pt x="2085975" y="1038225"/>
                </a:lnTo>
                <a:lnTo>
                  <a:pt x="2076450" y="1038225"/>
                </a:lnTo>
                <a:lnTo>
                  <a:pt x="2076450" y="1047750"/>
                </a:lnTo>
                <a:lnTo>
                  <a:pt x="2066925" y="1047750"/>
                </a:lnTo>
                <a:lnTo>
                  <a:pt x="2066925" y="1038225"/>
                </a:lnTo>
                <a:lnTo>
                  <a:pt x="2057400" y="1038225"/>
                </a:lnTo>
                <a:lnTo>
                  <a:pt x="2057400" y="1047750"/>
                </a:lnTo>
                <a:lnTo>
                  <a:pt x="2047875" y="1047750"/>
                </a:lnTo>
                <a:lnTo>
                  <a:pt x="2047875" y="981075"/>
                </a:lnTo>
                <a:lnTo>
                  <a:pt x="2066925" y="981075"/>
                </a:lnTo>
                <a:lnTo>
                  <a:pt x="2066925" y="971550"/>
                </a:lnTo>
                <a:lnTo>
                  <a:pt x="2076450" y="971550"/>
                </a:lnTo>
                <a:lnTo>
                  <a:pt x="2076450" y="981075"/>
                </a:lnTo>
                <a:lnTo>
                  <a:pt x="2085975" y="981075"/>
                </a:lnTo>
                <a:lnTo>
                  <a:pt x="2085975" y="990600"/>
                </a:lnTo>
                <a:lnTo>
                  <a:pt x="2114550" y="990600"/>
                </a:lnTo>
                <a:lnTo>
                  <a:pt x="2114550" y="981075"/>
                </a:lnTo>
                <a:lnTo>
                  <a:pt x="2133600" y="981075"/>
                </a:lnTo>
                <a:lnTo>
                  <a:pt x="2133600" y="971550"/>
                </a:lnTo>
                <a:lnTo>
                  <a:pt x="2162175" y="971550"/>
                </a:lnTo>
                <a:lnTo>
                  <a:pt x="2162175" y="962025"/>
                </a:lnTo>
                <a:lnTo>
                  <a:pt x="2190750" y="962025"/>
                </a:lnTo>
                <a:lnTo>
                  <a:pt x="2190750" y="1000125"/>
                </a:lnTo>
                <a:lnTo>
                  <a:pt x="2200275" y="1000125"/>
                </a:lnTo>
                <a:lnTo>
                  <a:pt x="2200275" y="1009650"/>
                </a:lnTo>
                <a:lnTo>
                  <a:pt x="2171700" y="1009650"/>
                </a:lnTo>
                <a:lnTo>
                  <a:pt x="2171700" y="1028700"/>
                </a:lnTo>
                <a:lnTo>
                  <a:pt x="2190750" y="1028700"/>
                </a:lnTo>
                <a:lnTo>
                  <a:pt x="2190750" y="1019175"/>
                </a:lnTo>
                <a:lnTo>
                  <a:pt x="2200275" y="1019175"/>
                </a:lnTo>
                <a:lnTo>
                  <a:pt x="2200275" y="1028700"/>
                </a:lnTo>
                <a:lnTo>
                  <a:pt x="2209800" y="1028700"/>
                </a:lnTo>
                <a:lnTo>
                  <a:pt x="2209800" y="1038225"/>
                </a:lnTo>
                <a:lnTo>
                  <a:pt x="2219325" y="1038225"/>
                </a:lnTo>
                <a:lnTo>
                  <a:pt x="2219325" y="1047750"/>
                </a:lnTo>
                <a:lnTo>
                  <a:pt x="2238375" y="1047750"/>
                </a:lnTo>
                <a:lnTo>
                  <a:pt x="2238375" y="1019175"/>
                </a:lnTo>
                <a:lnTo>
                  <a:pt x="2228850" y="1019175"/>
                </a:lnTo>
                <a:lnTo>
                  <a:pt x="2228850" y="1009650"/>
                </a:lnTo>
                <a:lnTo>
                  <a:pt x="2209800" y="1009650"/>
                </a:lnTo>
                <a:lnTo>
                  <a:pt x="2209800" y="981075"/>
                </a:lnTo>
                <a:lnTo>
                  <a:pt x="2219325" y="981075"/>
                </a:lnTo>
                <a:lnTo>
                  <a:pt x="2219325" y="971550"/>
                </a:lnTo>
                <a:lnTo>
                  <a:pt x="2228850" y="971550"/>
                </a:lnTo>
                <a:lnTo>
                  <a:pt x="2228850" y="942975"/>
                </a:lnTo>
                <a:lnTo>
                  <a:pt x="2209800" y="942975"/>
                </a:lnTo>
                <a:lnTo>
                  <a:pt x="2209800" y="933450"/>
                </a:lnTo>
                <a:lnTo>
                  <a:pt x="2238375" y="933450"/>
                </a:lnTo>
                <a:close/>
                <a:moveTo>
                  <a:pt x="2428875" y="923925"/>
                </a:moveTo>
                <a:lnTo>
                  <a:pt x="2438400" y="923925"/>
                </a:lnTo>
                <a:lnTo>
                  <a:pt x="2438400" y="933450"/>
                </a:lnTo>
                <a:lnTo>
                  <a:pt x="2428875" y="933450"/>
                </a:lnTo>
                <a:close/>
                <a:moveTo>
                  <a:pt x="1209675" y="942975"/>
                </a:moveTo>
                <a:lnTo>
                  <a:pt x="1219200" y="942975"/>
                </a:lnTo>
                <a:lnTo>
                  <a:pt x="1219200" y="952500"/>
                </a:lnTo>
                <a:lnTo>
                  <a:pt x="1228725" y="952500"/>
                </a:lnTo>
                <a:lnTo>
                  <a:pt x="1228725" y="962025"/>
                </a:lnTo>
                <a:lnTo>
                  <a:pt x="1209675" y="962025"/>
                </a:lnTo>
                <a:close/>
                <a:moveTo>
                  <a:pt x="2200275" y="942975"/>
                </a:moveTo>
                <a:lnTo>
                  <a:pt x="2209800" y="942975"/>
                </a:lnTo>
                <a:lnTo>
                  <a:pt x="2209800" y="952500"/>
                </a:lnTo>
                <a:lnTo>
                  <a:pt x="2200275" y="952500"/>
                </a:lnTo>
                <a:close/>
                <a:moveTo>
                  <a:pt x="2400300" y="942975"/>
                </a:moveTo>
                <a:lnTo>
                  <a:pt x="2409825" y="942975"/>
                </a:lnTo>
                <a:lnTo>
                  <a:pt x="2409825" y="952500"/>
                </a:lnTo>
                <a:lnTo>
                  <a:pt x="2400300" y="952500"/>
                </a:lnTo>
                <a:close/>
                <a:moveTo>
                  <a:pt x="1104900" y="952500"/>
                </a:moveTo>
                <a:lnTo>
                  <a:pt x="1114425" y="952500"/>
                </a:lnTo>
                <a:lnTo>
                  <a:pt x="1114425" y="962025"/>
                </a:lnTo>
                <a:lnTo>
                  <a:pt x="1104900" y="962025"/>
                </a:lnTo>
                <a:close/>
                <a:moveTo>
                  <a:pt x="1466850" y="952500"/>
                </a:moveTo>
                <a:lnTo>
                  <a:pt x="1476375" y="952500"/>
                </a:lnTo>
                <a:lnTo>
                  <a:pt x="1476375" y="962025"/>
                </a:lnTo>
                <a:lnTo>
                  <a:pt x="1466850" y="962025"/>
                </a:lnTo>
                <a:close/>
                <a:moveTo>
                  <a:pt x="2209800" y="952500"/>
                </a:moveTo>
                <a:lnTo>
                  <a:pt x="2219325" y="952500"/>
                </a:lnTo>
                <a:lnTo>
                  <a:pt x="2219325" y="962025"/>
                </a:lnTo>
                <a:lnTo>
                  <a:pt x="2209800" y="962025"/>
                </a:lnTo>
                <a:close/>
                <a:moveTo>
                  <a:pt x="2305050" y="952500"/>
                </a:moveTo>
                <a:lnTo>
                  <a:pt x="2314575" y="952500"/>
                </a:lnTo>
                <a:lnTo>
                  <a:pt x="2314575" y="962025"/>
                </a:lnTo>
                <a:lnTo>
                  <a:pt x="2305050" y="962025"/>
                </a:lnTo>
                <a:close/>
                <a:moveTo>
                  <a:pt x="1485900" y="962025"/>
                </a:moveTo>
                <a:lnTo>
                  <a:pt x="1504950" y="962025"/>
                </a:lnTo>
                <a:lnTo>
                  <a:pt x="1504950" y="971550"/>
                </a:lnTo>
                <a:lnTo>
                  <a:pt x="1495425" y="971550"/>
                </a:lnTo>
                <a:lnTo>
                  <a:pt x="1495425" y="981075"/>
                </a:lnTo>
                <a:lnTo>
                  <a:pt x="1485900" y="981075"/>
                </a:lnTo>
                <a:close/>
                <a:moveTo>
                  <a:pt x="2000250" y="962025"/>
                </a:moveTo>
                <a:lnTo>
                  <a:pt x="2009775" y="962025"/>
                </a:lnTo>
                <a:lnTo>
                  <a:pt x="2009775" y="971550"/>
                </a:lnTo>
                <a:lnTo>
                  <a:pt x="2019300" y="971550"/>
                </a:lnTo>
                <a:lnTo>
                  <a:pt x="2019300" y="981075"/>
                </a:lnTo>
                <a:lnTo>
                  <a:pt x="2038350" y="981075"/>
                </a:lnTo>
                <a:lnTo>
                  <a:pt x="2038350" y="990600"/>
                </a:lnTo>
                <a:lnTo>
                  <a:pt x="2009775" y="990600"/>
                </a:lnTo>
                <a:lnTo>
                  <a:pt x="2009775" y="981075"/>
                </a:lnTo>
                <a:lnTo>
                  <a:pt x="2000250" y="981075"/>
                </a:lnTo>
                <a:close/>
                <a:moveTo>
                  <a:pt x="2200275" y="962025"/>
                </a:moveTo>
                <a:lnTo>
                  <a:pt x="2209800" y="962025"/>
                </a:lnTo>
                <a:lnTo>
                  <a:pt x="2209800" y="971550"/>
                </a:lnTo>
                <a:lnTo>
                  <a:pt x="2200275" y="971550"/>
                </a:lnTo>
                <a:close/>
                <a:moveTo>
                  <a:pt x="923925" y="971550"/>
                </a:moveTo>
                <a:lnTo>
                  <a:pt x="933450" y="971550"/>
                </a:lnTo>
                <a:lnTo>
                  <a:pt x="933450" y="981075"/>
                </a:lnTo>
                <a:lnTo>
                  <a:pt x="923925" y="981075"/>
                </a:lnTo>
                <a:close/>
                <a:moveTo>
                  <a:pt x="1171575" y="971550"/>
                </a:moveTo>
                <a:lnTo>
                  <a:pt x="1181100" y="971550"/>
                </a:lnTo>
                <a:lnTo>
                  <a:pt x="1181100" y="981075"/>
                </a:lnTo>
                <a:lnTo>
                  <a:pt x="1171575" y="981075"/>
                </a:lnTo>
                <a:close/>
                <a:moveTo>
                  <a:pt x="1266825" y="971550"/>
                </a:moveTo>
                <a:lnTo>
                  <a:pt x="1285875" y="971550"/>
                </a:lnTo>
                <a:lnTo>
                  <a:pt x="1285875" y="990600"/>
                </a:lnTo>
                <a:lnTo>
                  <a:pt x="1276350" y="990600"/>
                </a:lnTo>
                <a:lnTo>
                  <a:pt x="1276350" y="981075"/>
                </a:lnTo>
                <a:lnTo>
                  <a:pt x="1266825" y="981075"/>
                </a:lnTo>
                <a:close/>
                <a:moveTo>
                  <a:pt x="2095500" y="971550"/>
                </a:moveTo>
                <a:lnTo>
                  <a:pt x="2105025" y="971550"/>
                </a:lnTo>
                <a:lnTo>
                  <a:pt x="2105025" y="981075"/>
                </a:lnTo>
                <a:lnTo>
                  <a:pt x="2095500" y="981075"/>
                </a:lnTo>
                <a:close/>
                <a:moveTo>
                  <a:pt x="1181100" y="981075"/>
                </a:moveTo>
                <a:lnTo>
                  <a:pt x="1200150" y="981075"/>
                </a:lnTo>
                <a:lnTo>
                  <a:pt x="1200150" y="990600"/>
                </a:lnTo>
                <a:lnTo>
                  <a:pt x="1181100" y="990600"/>
                </a:lnTo>
                <a:close/>
                <a:moveTo>
                  <a:pt x="2162175" y="981075"/>
                </a:moveTo>
                <a:lnTo>
                  <a:pt x="2152650" y="981075"/>
                </a:lnTo>
                <a:lnTo>
                  <a:pt x="2152650" y="990600"/>
                </a:lnTo>
                <a:lnTo>
                  <a:pt x="2162175" y="990600"/>
                </a:lnTo>
                <a:close/>
                <a:moveTo>
                  <a:pt x="2162175" y="981075"/>
                </a:moveTo>
                <a:lnTo>
                  <a:pt x="2171700" y="981075"/>
                </a:lnTo>
                <a:lnTo>
                  <a:pt x="2171700" y="971550"/>
                </a:lnTo>
                <a:lnTo>
                  <a:pt x="2162175" y="971550"/>
                </a:lnTo>
                <a:close/>
                <a:moveTo>
                  <a:pt x="2266950" y="981075"/>
                </a:moveTo>
                <a:lnTo>
                  <a:pt x="2276475" y="981075"/>
                </a:lnTo>
                <a:lnTo>
                  <a:pt x="2276475" y="990600"/>
                </a:lnTo>
                <a:lnTo>
                  <a:pt x="2266950" y="990600"/>
                </a:lnTo>
                <a:close/>
                <a:moveTo>
                  <a:pt x="1200150" y="990600"/>
                </a:moveTo>
                <a:lnTo>
                  <a:pt x="1209675" y="990600"/>
                </a:lnTo>
                <a:lnTo>
                  <a:pt x="1209675" y="1000125"/>
                </a:lnTo>
                <a:lnTo>
                  <a:pt x="1219200" y="1000125"/>
                </a:lnTo>
                <a:lnTo>
                  <a:pt x="1219200" y="1009650"/>
                </a:lnTo>
                <a:lnTo>
                  <a:pt x="1200150" y="1009650"/>
                </a:lnTo>
                <a:close/>
                <a:moveTo>
                  <a:pt x="2400300" y="990600"/>
                </a:moveTo>
                <a:lnTo>
                  <a:pt x="2409825" y="990600"/>
                </a:lnTo>
                <a:lnTo>
                  <a:pt x="2409825" y="981075"/>
                </a:lnTo>
                <a:lnTo>
                  <a:pt x="2400300" y="981075"/>
                </a:lnTo>
                <a:close/>
                <a:moveTo>
                  <a:pt x="1219200" y="1009650"/>
                </a:moveTo>
                <a:lnTo>
                  <a:pt x="1228725" y="1009650"/>
                </a:lnTo>
                <a:lnTo>
                  <a:pt x="1228725" y="1019175"/>
                </a:lnTo>
                <a:lnTo>
                  <a:pt x="1219200" y="1019175"/>
                </a:lnTo>
                <a:close/>
                <a:moveTo>
                  <a:pt x="2124075" y="1009650"/>
                </a:moveTo>
                <a:lnTo>
                  <a:pt x="2114550" y="1009650"/>
                </a:lnTo>
                <a:lnTo>
                  <a:pt x="2114550" y="1038225"/>
                </a:lnTo>
                <a:lnTo>
                  <a:pt x="2124075" y="1038225"/>
                </a:lnTo>
                <a:lnTo>
                  <a:pt x="2124075" y="1047750"/>
                </a:lnTo>
                <a:lnTo>
                  <a:pt x="2152650" y="1047750"/>
                </a:lnTo>
                <a:lnTo>
                  <a:pt x="2152650" y="1019175"/>
                </a:lnTo>
                <a:lnTo>
                  <a:pt x="2143125" y="1019175"/>
                </a:lnTo>
                <a:lnTo>
                  <a:pt x="2143125" y="990600"/>
                </a:lnTo>
                <a:lnTo>
                  <a:pt x="2124075" y="990600"/>
                </a:lnTo>
                <a:close/>
                <a:moveTo>
                  <a:pt x="2124075" y="1009650"/>
                </a:moveTo>
                <a:lnTo>
                  <a:pt x="2133600" y="1009650"/>
                </a:lnTo>
                <a:lnTo>
                  <a:pt x="2133600" y="1019175"/>
                </a:lnTo>
                <a:lnTo>
                  <a:pt x="2124075" y="1019175"/>
                </a:lnTo>
                <a:close/>
                <a:moveTo>
                  <a:pt x="0" y="1019175"/>
                </a:moveTo>
                <a:lnTo>
                  <a:pt x="19050" y="1019175"/>
                </a:lnTo>
                <a:lnTo>
                  <a:pt x="19050" y="1047750"/>
                </a:lnTo>
                <a:lnTo>
                  <a:pt x="9525" y="1047750"/>
                </a:lnTo>
                <a:lnTo>
                  <a:pt x="9525" y="1066800"/>
                </a:lnTo>
                <a:lnTo>
                  <a:pt x="19050" y="1066800"/>
                </a:lnTo>
                <a:lnTo>
                  <a:pt x="19050" y="1076325"/>
                </a:lnTo>
                <a:lnTo>
                  <a:pt x="28575" y="1076325"/>
                </a:lnTo>
                <a:lnTo>
                  <a:pt x="28575" y="1104900"/>
                </a:lnTo>
                <a:lnTo>
                  <a:pt x="38100" y="1104900"/>
                </a:lnTo>
                <a:lnTo>
                  <a:pt x="38100" y="1095375"/>
                </a:lnTo>
                <a:lnTo>
                  <a:pt x="47625" y="1095375"/>
                </a:lnTo>
                <a:lnTo>
                  <a:pt x="47625" y="1076325"/>
                </a:lnTo>
                <a:lnTo>
                  <a:pt x="57150" y="1076325"/>
                </a:lnTo>
                <a:lnTo>
                  <a:pt x="57150" y="1095375"/>
                </a:lnTo>
                <a:lnTo>
                  <a:pt x="47625" y="1095375"/>
                </a:lnTo>
                <a:lnTo>
                  <a:pt x="47625" y="1104900"/>
                </a:lnTo>
                <a:lnTo>
                  <a:pt x="38100" y="1104900"/>
                </a:lnTo>
                <a:lnTo>
                  <a:pt x="38100" y="1114425"/>
                </a:lnTo>
                <a:lnTo>
                  <a:pt x="9525" y="1114425"/>
                </a:lnTo>
                <a:lnTo>
                  <a:pt x="9525" y="1123950"/>
                </a:lnTo>
                <a:lnTo>
                  <a:pt x="0" y="1123950"/>
                </a:lnTo>
                <a:lnTo>
                  <a:pt x="0" y="1104900"/>
                </a:lnTo>
                <a:lnTo>
                  <a:pt x="9525" y="1104900"/>
                </a:lnTo>
                <a:lnTo>
                  <a:pt x="9525" y="1076325"/>
                </a:lnTo>
                <a:lnTo>
                  <a:pt x="0" y="1076325"/>
                </a:lnTo>
                <a:close/>
                <a:moveTo>
                  <a:pt x="942975" y="1019175"/>
                </a:moveTo>
                <a:lnTo>
                  <a:pt x="962025" y="1019175"/>
                </a:lnTo>
                <a:lnTo>
                  <a:pt x="962025" y="1028700"/>
                </a:lnTo>
                <a:lnTo>
                  <a:pt x="952500" y="1028700"/>
                </a:lnTo>
                <a:lnTo>
                  <a:pt x="952500" y="1038225"/>
                </a:lnTo>
                <a:lnTo>
                  <a:pt x="942975" y="1038225"/>
                </a:lnTo>
                <a:close/>
                <a:moveTo>
                  <a:pt x="1257300" y="1019175"/>
                </a:moveTo>
                <a:lnTo>
                  <a:pt x="1285875" y="1019175"/>
                </a:lnTo>
                <a:lnTo>
                  <a:pt x="1285875" y="1028700"/>
                </a:lnTo>
                <a:lnTo>
                  <a:pt x="1257300" y="1028700"/>
                </a:lnTo>
                <a:close/>
                <a:moveTo>
                  <a:pt x="1438275" y="1019175"/>
                </a:moveTo>
                <a:lnTo>
                  <a:pt x="1447800" y="1019175"/>
                </a:lnTo>
                <a:lnTo>
                  <a:pt x="1447800" y="1028700"/>
                </a:lnTo>
                <a:lnTo>
                  <a:pt x="1438275" y="1028700"/>
                </a:lnTo>
                <a:close/>
                <a:moveTo>
                  <a:pt x="2057400" y="1019175"/>
                </a:moveTo>
                <a:lnTo>
                  <a:pt x="2066925" y="1019175"/>
                </a:lnTo>
                <a:lnTo>
                  <a:pt x="2066925" y="1000125"/>
                </a:lnTo>
                <a:lnTo>
                  <a:pt x="2057400" y="1000125"/>
                </a:lnTo>
                <a:close/>
                <a:moveTo>
                  <a:pt x="2076450" y="1019175"/>
                </a:moveTo>
                <a:lnTo>
                  <a:pt x="2085975" y="1019175"/>
                </a:lnTo>
                <a:lnTo>
                  <a:pt x="2085975" y="1000125"/>
                </a:lnTo>
                <a:lnTo>
                  <a:pt x="2076450" y="1000125"/>
                </a:lnTo>
                <a:close/>
                <a:moveTo>
                  <a:pt x="2095500" y="1019175"/>
                </a:moveTo>
                <a:lnTo>
                  <a:pt x="2105025" y="1019175"/>
                </a:lnTo>
                <a:lnTo>
                  <a:pt x="2105025" y="1000125"/>
                </a:lnTo>
                <a:lnTo>
                  <a:pt x="2095500" y="1000125"/>
                </a:lnTo>
                <a:close/>
                <a:moveTo>
                  <a:pt x="2381250" y="1019175"/>
                </a:moveTo>
                <a:lnTo>
                  <a:pt x="2390775" y="1019175"/>
                </a:lnTo>
                <a:lnTo>
                  <a:pt x="2390775" y="1038225"/>
                </a:lnTo>
                <a:lnTo>
                  <a:pt x="2381250" y="1038225"/>
                </a:lnTo>
                <a:lnTo>
                  <a:pt x="2381250" y="1047750"/>
                </a:lnTo>
                <a:lnTo>
                  <a:pt x="2371725" y="1047750"/>
                </a:lnTo>
                <a:lnTo>
                  <a:pt x="2371725" y="1038225"/>
                </a:lnTo>
                <a:lnTo>
                  <a:pt x="2362200" y="1038225"/>
                </a:lnTo>
                <a:lnTo>
                  <a:pt x="2362200" y="1047750"/>
                </a:lnTo>
                <a:lnTo>
                  <a:pt x="2352675" y="1047750"/>
                </a:lnTo>
                <a:lnTo>
                  <a:pt x="2352675" y="1028700"/>
                </a:lnTo>
                <a:lnTo>
                  <a:pt x="2333625" y="1028700"/>
                </a:lnTo>
                <a:lnTo>
                  <a:pt x="2333625" y="1009650"/>
                </a:lnTo>
                <a:lnTo>
                  <a:pt x="2324100" y="1009650"/>
                </a:lnTo>
                <a:lnTo>
                  <a:pt x="2324100" y="1028700"/>
                </a:lnTo>
                <a:lnTo>
                  <a:pt x="2314575" y="1028700"/>
                </a:lnTo>
                <a:lnTo>
                  <a:pt x="2314575" y="1038225"/>
                </a:lnTo>
                <a:lnTo>
                  <a:pt x="2324100" y="1038225"/>
                </a:lnTo>
                <a:lnTo>
                  <a:pt x="2324100" y="1047750"/>
                </a:lnTo>
                <a:lnTo>
                  <a:pt x="2333625" y="1047750"/>
                </a:lnTo>
                <a:lnTo>
                  <a:pt x="2333625" y="1038225"/>
                </a:lnTo>
                <a:lnTo>
                  <a:pt x="2343150" y="1038225"/>
                </a:lnTo>
                <a:lnTo>
                  <a:pt x="2343150" y="1057275"/>
                </a:lnTo>
                <a:lnTo>
                  <a:pt x="2409825" y="1057275"/>
                </a:lnTo>
                <a:lnTo>
                  <a:pt x="2409825" y="1038225"/>
                </a:lnTo>
                <a:lnTo>
                  <a:pt x="2419350" y="1038225"/>
                </a:lnTo>
                <a:lnTo>
                  <a:pt x="2419350" y="1028700"/>
                </a:lnTo>
                <a:lnTo>
                  <a:pt x="2400300" y="1028700"/>
                </a:lnTo>
                <a:lnTo>
                  <a:pt x="2400300" y="1019175"/>
                </a:lnTo>
                <a:lnTo>
                  <a:pt x="2409825" y="1019175"/>
                </a:lnTo>
                <a:lnTo>
                  <a:pt x="2409825" y="1009650"/>
                </a:lnTo>
                <a:lnTo>
                  <a:pt x="2381250" y="1009650"/>
                </a:lnTo>
                <a:close/>
                <a:moveTo>
                  <a:pt x="47625" y="1028700"/>
                </a:moveTo>
                <a:lnTo>
                  <a:pt x="76200" y="1028700"/>
                </a:lnTo>
                <a:lnTo>
                  <a:pt x="76200" y="1038225"/>
                </a:lnTo>
                <a:lnTo>
                  <a:pt x="95250" y="1038225"/>
                </a:lnTo>
                <a:lnTo>
                  <a:pt x="95250" y="1057275"/>
                </a:lnTo>
                <a:lnTo>
                  <a:pt x="66675" y="1057275"/>
                </a:lnTo>
                <a:lnTo>
                  <a:pt x="66675" y="1066800"/>
                </a:lnTo>
                <a:lnTo>
                  <a:pt x="57150" y="1066800"/>
                </a:lnTo>
                <a:lnTo>
                  <a:pt x="57150" y="1057275"/>
                </a:lnTo>
                <a:lnTo>
                  <a:pt x="38100" y="1057275"/>
                </a:lnTo>
                <a:lnTo>
                  <a:pt x="38100" y="1047750"/>
                </a:lnTo>
                <a:lnTo>
                  <a:pt x="47625" y="1047750"/>
                </a:lnTo>
                <a:close/>
                <a:moveTo>
                  <a:pt x="1981200" y="1028700"/>
                </a:moveTo>
                <a:lnTo>
                  <a:pt x="1990725" y="1028700"/>
                </a:lnTo>
                <a:lnTo>
                  <a:pt x="1990725" y="1038225"/>
                </a:lnTo>
                <a:lnTo>
                  <a:pt x="1981200" y="1038225"/>
                </a:lnTo>
                <a:close/>
                <a:moveTo>
                  <a:pt x="2000250" y="1038225"/>
                </a:moveTo>
                <a:lnTo>
                  <a:pt x="2009775" y="1038225"/>
                </a:lnTo>
                <a:lnTo>
                  <a:pt x="2009775" y="1047750"/>
                </a:lnTo>
                <a:lnTo>
                  <a:pt x="2019300" y="1047750"/>
                </a:lnTo>
                <a:lnTo>
                  <a:pt x="2019300" y="1057275"/>
                </a:lnTo>
                <a:lnTo>
                  <a:pt x="2038350" y="1057275"/>
                </a:lnTo>
                <a:lnTo>
                  <a:pt x="2038350" y="1076325"/>
                </a:lnTo>
                <a:lnTo>
                  <a:pt x="2047875" y="1076325"/>
                </a:lnTo>
                <a:lnTo>
                  <a:pt x="2047875" y="1085850"/>
                </a:lnTo>
                <a:lnTo>
                  <a:pt x="2038350" y="1085850"/>
                </a:lnTo>
                <a:lnTo>
                  <a:pt x="2038350" y="1123950"/>
                </a:lnTo>
                <a:lnTo>
                  <a:pt x="2028825" y="1123950"/>
                </a:lnTo>
                <a:lnTo>
                  <a:pt x="2028825" y="1104900"/>
                </a:lnTo>
                <a:lnTo>
                  <a:pt x="1990725" y="1104900"/>
                </a:lnTo>
                <a:lnTo>
                  <a:pt x="1990725" y="1095375"/>
                </a:lnTo>
                <a:lnTo>
                  <a:pt x="2000250" y="1095375"/>
                </a:lnTo>
                <a:lnTo>
                  <a:pt x="2000250" y="1066800"/>
                </a:lnTo>
                <a:lnTo>
                  <a:pt x="1990725" y="1066800"/>
                </a:lnTo>
                <a:lnTo>
                  <a:pt x="1990725" y="1047750"/>
                </a:lnTo>
                <a:lnTo>
                  <a:pt x="2000250" y="1047750"/>
                </a:lnTo>
                <a:close/>
                <a:moveTo>
                  <a:pt x="581025" y="1047750"/>
                </a:moveTo>
                <a:lnTo>
                  <a:pt x="590550" y="1047750"/>
                </a:lnTo>
                <a:lnTo>
                  <a:pt x="590550" y="1057275"/>
                </a:lnTo>
                <a:lnTo>
                  <a:pt x="581025" y="1057275"/>
                </a:lnTo>
                <a:close/>
                <a:moveTo>
                  <a:pt x="1066800" y="1047750"/>
                </a:moveTo>
                <a:lnTo>
                  <a:pt x="1076325" y="1047750"/>
                </a:lnTo>
                <a:lnTo>
                  <a:pt x="1076325" y="1057275"/>
                </a:lnTo>
                <a:lnTo>
                  <a:pt x="1066800" y="1057275"/>
                </a:lnTo>
                <a:close/>
                <a:moveTo>
                  <a:pt x="561975" y="1057275"/>
                </a:moveTo>
                <a:lnTo>
                  <a:pt x="581025" y="1057275"/>
                </a:lnTo>
                <a:lnTo>
                  <a:pt x="581025" y="1066800"/>
                </a:lnTo>
                <a:lnTo>
                  <a:pt x="561975" y="1066800"/>
                </a:lnTo>
                <a:close/>
                <a:moveTo>
                  <a:pt x="2076450" y="1057275"/>
                </a:moveTo>
                <a:lnTo>
                  <a:pt x="2095500" y="1057275"/>
                </a:lnTo>
                <a:lnTo>
                  <a:pt x="2095500" y="1066800"/>
                </a:lnTo>
                <a:lnTo>
                  <a:pt x="2105025" y="1066800"/>
                </a:lnTo>
                <a:lnTo>
                  <a:pt x="2105025" y="1095375"/>
                </a:lnTo>
                <a:lnTo>
                  <a:pt x="2114550" y="1095375"/>
                </a:lnTo>
                <a:lnTo>
                  <a:pt x="2114550" y="1085850"/>
                </a:lnTo>
                <a:lnTo>
                  <a:pt x="2133600" y="1085850"/>
                </a:lnTo>
                <a:lnTo>
                  <a:pt x="2133600" y="1076325"/>
                </a:lnTo>
                <a:lnTo>
                  <a:pt x="2143125" y="1076325"/>
                </a:lnTo>
                <a:lnTo>
                  <a:pt x="2143125" y="1085850"/>
                </a:lnTo>
                <a:lnTo>
                  <a:pt x="2152650" y="1085850"/>
                </a:lnTo>
                <a:lnTo>
                  <a:pt x="2152650" y="1095375"/>
                </a:lnTo>
                <a:lnTo>
                  <a:pt x="2162175" y="1095375"/>
                </a:lnTo>
                <a:lnTo>
                  <a:pt x="2162175" y="1076325"/>
                </a:lnTo>
                <a:lnTo>
                  <a:pt x="2190750" y="1076325"/>
                </a:lnTo>
                <a:lnTo>
                  <a:pt x="2190750" y="1085850"/>
                </a:lnTo>
                <a:lnTo>
                  <a:pt x="2171700" y="1085850"/>
                </a:lnTo>
                <a:lnTo>
                  <a:pt x="2171700" y="1095375"/>
                </a:lnTo>
                <a:lnTo>
                  <a:pt x="2181225" y="1095375"/>
                </a:lnTo>
                <a:lnTo>
                  <a:pt x="2181225" y="1104900"/>
                </a:lnTo>
                <a:lnTo>
                  <a:pt x="2190750" y="1104900"/>
                </a:lnTo>
                <a:lnTo>
                  <a:pt x="2190750" y="1114425"/>
                </a:lnTo>
                <a:lnTo>
                  <a:pt x="2181225" y="1114425"/>
                </a:lnTo>
                <a:lnTo>
                  <a:pt x="2181225" y="1123950"/>
                </a:lnTo>
                <a:lnTo>
                  <a:pt x="2171700" y="1123950"/>
                </a:lnTo>
                <a:lnTo>
                  <a:pt x="2171700" y="1133475"/>
                </a:lnTo>
                <a:lnTo>
                  <a:pt x="2181225" y="1133475"/>
                </a:lnTo>
                <a:lnTo>
                  <a:pt x="2181225" y="1143000"/>
                </a:lnTo>
                <a:lnTo>
                  <a:pt x="2162175" y="1143000"/>
                </a:lnTo>
                <a:lnTo>
                  <a:pt x="2162175" y="1152525"/>
                </a:lnTo>
                <a:lnTo>
                  <a:pt x="2171700" y="1152525"/>
                </a:lnTo>
                <a:lnTo>
                  <a:pt x="2171700" y="1162050"/>
                </a:lnTo>
                <a:lnTo>
                  <a:pt x="2181225" y="1162050"/>
                </a:lnTo>
                <a:lnTo>
                  <a:pt x="2181225" y="1171575"/>
                </a:lnTo>
                <a:lnTo>
                  <a:pt x="2200275" y="1171575"/>
                </a:lnTo>
                <a:lnTo>
                  <a:pt x="2200275" y="1190625"/>
                </a:lnTo>
                <a:lnTo>
                  <a:pt x="2209800" y="1190625"/>
                </a:lnTo>
                <a:lnTo>
                  <a:pt x="2209800" y="1200150"/>
                </a:lnTo>
                <a:lnTo>
                  <a:pt x="2219325" y="1200150"/>
                </a:lnTo>
                <a:lnTo>
                  <a:pt x="2219325" y="1219200"/>
                </a:lnTo>
                <a:lnTo>
                  <a:pt x="2247900" y="1219200"/>
                </a:lnTo>
                <a:lnTo>
                  <a:pt x="2247900" y="1228725"/>
                </a:lnTo>
                <a:lnTo>
                  <a:pt x="2219325" y="1228725"/>
                </a:lnTo>
                <a:lnTo>
                  <a:pt x="2219325" y="1238250"/>
                </a:lnTo>
                <a:lnTo>
                  <a:pt x="2143125" y="1238250"/>
                </a:lnTo>
                <a:lnTo>
                  <a:pt x="2143125" y="1228725"/>
                </a:lnTo>
                <a:lnTo>
                  <a:pt x="2114550" y="1228725"/>
                </a:lnTo>
                <a:lnTo>
                  <a:pt x="2114550" y="1238250"/>
                </a:lnTo>
                <a:lnTo>
                  <a:pt x="2085975" y="1238250"/>
                </a:lnTo>
                <a:lnTo>
                  <a:pt x="2085975" y="1228725"/>
                </a:lnTo>
                <a:lnTo>
                  <a:pt x="2095500" y="1228725"/>
                </a:lnTo>
                <a:lnTo>
                  <a:pt x="2095500" y="1219200"/>
                </a:lnTo>
                <a:lnTo>
                  <a:pt x="2085975" y="1219200"/>
                </a:lnTo>
                <a:lnTo>
                  <a:pt x="2085975" y="1190625"/>
                </a:lnTo>
                <a:lnTo>
                  <a:pt x="2057400" y="1190625"/>
                </a:lnTo>
                <a:lnTo>
                  <a:pt x="2057400" y="1181100"/>
                </a:lnTo>
                <a:lnTo>
                  <a:pt x="2047875" y="1181100"/>
                </a:lnTo>
                <a:lnTo>
                  <a:pt x="2047875" y="1162050"/>
                </a:lnTo>
                <a:lnTo>
                  <a:pt x="2038350" y="1162050"/>
                </a:lnTo>
                <a:lnTo>
                  <a:pt x="2038350" y="1143000"/>
                </a:lnTo>
                <a:lnTo>
                  <a:pt x="2047875" y="1143000"/>
                </a:lnTo>
                <a:lnTo>
                  <a:pt x="2047875" y="1162050"/>
                </a:lnTo>
                <a:lnTo>
                  <a:pt x="2066925" y="1162050"/>
                </a:lnTo>
                <a:lnTo>
                  <a:pt x="2066925" y="1171575"/>
                </a:lnTo>
                <a:lnTo>
                  <a:pt x="2085975" y="1171575"/>
                </a:lnTo>
                <a:lnTo>
                  <a:pt x="2085975" y="1181100"/>
                </a:lnTo>
                <a:lnTo>
                  <a:pt x="2095500" y="1181100"/>
                </a:lnTo>
                <a:lnTo>
                  <a:pt x="2095500" y="1171575"/>
                </a:lnTo>
                <a:lnTo>
                  <a:pt x="2114550" y="1171575"/>
                </a:lnTo>
                <a:lnTo>
                  <a:pt x="2114550" y="1143000"/>
                </a:lnTo>
                <a:lnTo>
                  <a:pt x="2095500" y="1143000"/>
                </a:lnTo>
                <a:lnTo>
                  <a:pt x="2095500" y="1162050"/>
                </a:lnTo>
                <a:lnTo>
                  <a:pt x="2076450" y="1162050"/>
                </a:lnTo>
                <a:lnTo>
                  <a:pt x="2076450" y="1152525"/>
                </a:lnTo>
                <a:lnTo>
                  <a:pt x="2085975" y="1152525"/>
                </a:lnTo>
                <a:lnTo>
                  <a:pt x="2085975" y="1133475"/>
                </a:lnTo>
                <a:lnTo>
                  <a:pt x="2076450" y="1133475"/>
                </a:lnTo>
                <a:lnTo>
                  <a:pt x="2076450" y="1123950"/>
                </a:lnTo>
                <a:lnTo>
                  <a:pt x="2057400" y="1123950"/>
                </a:lnTo>
                <a:lnTo>
                  <a:pt x="2057400" y="1104900"/>
                </a:lnTo>
                <a:lnTo>
                  <a:pt x="2047875" y="1104900"/>
                </a:lnTo>
                <a:lnTo>
                  <a:pt x="2047875" y="1095375"/>
                </a:lnTo>
                <a:lnTo>
                  <a:pt x="2066925" y="1095375"/>
                </a:lnTo>
                <a:lnTo>
                  <a:pt x="2066925" y="1076325"/>
                </a:lnTo>
                <a:lnTo>
                  <a:pt x="2076450" y="1076325"/>
                </a:lnTo>
                <a:close/>
                <a:moveTo>
                  <a:pt x="1009650" y="1076325"/>
                </a:moveTo>
                <a:lnTo>
                  <a:pt x="1019175" y="1076325"/>
                </a:lnTo>
                <a:lnTo>
                  <a:pt x="1019175" y="1085850"/>
                </a:lnTo>
                <a:lnTo>
                  <a:pt x="1009650" y="1085850"/>
                </a:lnTo>
                <a:close/>
                <a:moveTo>
                  <a:pt x="1076325" y="1076325"/>
                </a:moveTo>
                <a:lnTo>
                  <a:pt x="1095375" y="1076325"/>
                </a:lnTo>
                <a:lnTo>
                  <a:pt x="1095375" y="1085850"/>
                </a:lnTo>
                <a:lnTo>
                  <a:pt x="1104900" y="1085850"/>
                </a:lnTo>
                <a:lnTo>
                  <a:pt x="1104900" y="1095375"/>
                </a:lnTo>
                <a:lnTo>
                  <a:pt x="1114425" y="1095375"/>
                </a:lnTo>
                <a:lnTo>
                  <a:pt x="1114425" y="1104900"/>
                </a:lnTo>
                <a:lnTo>
                  <a:pt x="1123950" y="1104900"/>
                </a:lnTo>
                <a:lnTo>
                  <a:pt x="1123950" y="1114425"/>
                </a:lnTo>
                <a:lnTo>
                  <a:pt x="1104900" y="1114425"/>
                </a:lnTo>
                <a:lnTo>
                  <a:pt x="1104900" y="1104900"/>
                </a:lnTo>
                <a:lnTo>
                  <a:pt x="1095375" y="1104900"/>
                </a:lnTo>
                <a:lnTo>
                  <a:pt x="1095375" y="1095375"/>
                </a:lnTo>
                <a:lnTo>
                  <a:pt x="1085850" y="1095375"/>
                </a:lnTo>
                <a:lnTo>
                  <a:pt x="1085850" y="1085850"/>
                </a:lnTo>
                <a:lnTo>
                  <a:pt x="1076325" y="1085850"/>
                </a:lnTo>
                <a:close/>
                <a:moveTo>
                  <a:pt x="371475" y="1085850"/>
                </a:moveTo>
                <a:lnTo>
                  <a:pt x="381000" y="1085850"/>
                </a:lnTo>
                <a:lnTo>
                  <a:pt x="381000" y="1095375"/>
                </a:lnTo>
                <a:lnTo>
                  <a:pt x="371475" y="1095375"/>
                </a:lnTo>
                <a:close/>
                <a:moveTo>
                  <a:pt x="1000125" y="1085850"/>
                </a:moveTo>
                <a:lnTo>
                  <a:pt x="1009650" y="1085850"/>
                </a:lnTo>
                <a:lnTo>
                  <a:pt x="1009650" y="1095375"/>
                </a:lnTo>
                <a:lnTo>
                  <a:pt x="1000125" y="1095375"/>
                </a:lnTo>
                <a:close/>
                <a:moveTo>
                  <a:pt x="428625" y="1095375"/>
                </a:moveTo>
                <a:lnTo>
                  <a:pt x="438150" y="1095375"/>
                </a:lnTo>
                <a:lnTo>
                  <a:pt x="438150" y="1104900"/>
                </a:lnTo>
                <a:lnTo>
                  <a:pt x="428625" y="1104900"/>
                </a:lnTo>
                <a:close/>
                <a:moveTo>
                  <a:pt x="2362200" y="1095375"/>
                </a:moveTo>
                <a:lnTo>
                  <a:pt x="2371725" y="1095375"/>
                </a:lnTo>
                <a:lnTo>
                  <a:pt x="2371725" y="1085850"/>
                </a:lnTo>
                <a:lnTo>
                  <a:pt x="2362200" y="1085850"/>
                </a:lnTo>
                <a:close/>
                <a:moveTo>
                  <a:pt x="85725" y="1104900"/>
                </a:moveTo>
                <a:lnTo>
                  <a:pt x="95250" y="1104900"/>
                </a:lnTo>
                <a:lnTo>
                  <a:pt x="95250" y="1114425"/>
                </a:lnTo>
                <a:lnTo>
                  <a:pt x="85725" y="1114425"/>
                </a:lnTo>
                <a:close/>
                <a:moveTo>
                  <a:pt x="1971675" y="1104900"/>
                </a:moveTo>
                <a:lnTo>
                  <a:pt x="1981200" y="1104900"/>
                </a:lnTo>
                <a:lnTo>
                  <a:pt x="1981200" y="1114425"/>
                </a:lnTo>
                <a:lnTo>
                  <a:pt x="1971675" y="1114425"/>
                </a:lnTo>
                <a:close/>
                <a:moveTo>
                  <a:pt x="2305050" y="1104900"/>
                </a:moveTo>
                <a:lnTo>
                  <a:pt x="2314575" y="1104900"/>
                </a:lnTo>
                <a:lnTo>
                  <a:pt x="2314575" y="1114425"/>
                </a:lnTo>
                <a:lnTo>
                  <a:pt x="2295525" y="1114425"/>
                </a:lnTo>
                <a:lnTo>
                  <a:pt x="2295525" y="1123950"/>
                </a:lnTo>
                <a:lnTo>
                  <a:pt x="2286000" y="1123950"/>
                </a:lnTo>
                <a:lnTo>
                  <a:pt x="2286000" y="1114425"/>
                </a:lnTo>
                <a:lnTo>
                  <a:pt x="2266950" y="1114425"/>
                </a:lnTo>
                <a:lnTo>
                  <a:pt x="2266950" y="1133475"/>
                </a:lnTo>
                <a:lnTo>
                  <a:pt x="2257425" y="1133475"/>
                </a:lnTo>
                <a:lnTo>
                  <a:pt x="2257425" y="1152525"/>
                </a:lnTo>
                <a:lnTo>
                  <a:pt x="2286000" y="1152525"/>
                </a:lnTo>
                <a:lnTo>
                  <a:pt x="2286000" y="1133475"/>
                </a:lnTo>
                <a:lnTo>
                  <a:pt x="2314575" y="1133475"/>
                </a:lnTo>
                <a:lnTo>
                  <a:pt x="2314575" y="1143000"/>
                </a:lnTo>
                <a:lnTo>
                  <a:pt x="2333625" y="1143000"/>
                </a:lnTo>
                <a:lnTo>
                  <a:pt x="2333625" y="1133475"/>
                </a:lnTo>
                <a:lnTo>
                  <a:pt x="2343150" y="1133475"/>
                </a:lnTo>
                <a:lnTo>
                  <a:pt x="2343150" y="1114425"/>
                </a:lnTo>
                <a:lnTo>
                  <a:pt x="2333625" y="1114425"/>
                </a:lnTo>
                <a:lnTo>
                  <a:pt x="2333625" y="1095375"/>
                </a:lnTo>
                <a:lnTo>
                  <a:pt x="2324100" y="1095375"/>
                </a:lnTo>
                <a:lnTo>
                  <a:pt x="2324100" y="1085850"/>
                </a:lnTo>
                <a:lnTo>
                  <a:pt x="2305050" y="1085850"/>
                </a:lnTo>
                <a:close/>
                <a:moveTo>
                  <a:pt x="2381250" y="1104900"/>
                </a:moveTo>
                <a:lnTo>
                  <a:pt x="2390775" y="1104900"/>
                </a:lnTo>
                <a:lnTo>
                  <a:pt x="2390775" y="1095375"/>
                </a:lnTo>
                <a:lnTo>
                  <a:pt x="2381250" y="1095375"/>
                </a:lnTo>
                <a:close/>
                <a:moveTo>
                  <a:pt x="76200" y="1114425"/>
                </a:moveTo>
                <a:lnTo>
                  <a:pt x="85725" y="1114425"/>
                </a:lnTo>
                <a:lnTo>
                  <a:pt x="85725" y="1133475"/>
                </a:lnTo>
                <a:lnTo>
                  <a:pt x="76200" y="1133475"/>
                </a:lnTo>
                <a:close/>
                <a:moveTo>
                  <a:pt x="95250" y="1114425"/>
                </a:moveTo>
                <a:lnTo>
                  <a:pt x="104775" y="1114425"/>
                </a:lnTo>
                <a:lnTo>
                  <a:pt x="104775" y="1133475"/>
                </a:lnTo>
                <a:lnTo>
                  <a:pt x="95250" y="1133475"/>
                </a:lnTo>
                <a:close/>
                <a:moveTo>
                  <a:pt x="114300" y="1114425"/>
                </a:moveTo>
                <a:lnTo>
                  <a:pt x="123825" y="1114425"/>
                </a:lnTo>
                <a:lnTo>
                  <a:pt x="123825" y="1123950"/>
                </a:lnTo>
                <a:lnTo>
                  <a:pt x="114300" y="1123950"/>
                </a:lnTo>
                <a:close/>
                <a:moveTo>
                  <a:pt x="1095375" y="1114425"/>
                </a:moveTo>
                <a:lnTo>
                  <a:pt x="1104900" y="1114425"/>
                </a:lnTo>
                <a:lnTo>
                  <a:pt x="1104900" y="1123950"/>
                </a:lnTo>
                <a:lnTo>
                  <a:pt x="1095375" y="1123950"/>
                </a:lnTo>
                <a:close/>
                <a:moveTo>
                  <a:pt x="2076450" y="1123950"/>
                </a:moveTo>
                <a:lnTo>
                  <a:pt x="2095500" y="1123950"/>
                </a:lnTo>
                <a:lnTo>
                  <a:pt x="2095500" y="1114425"/>
                </a:lnTo>
                <a:lnTo>
                  <a:pt x="2085975" y="1114425"/>
                </a:lnTo>
                <a:lnTo>
                  <a:pt x="2085975" y="1104900"/>
                </a:lnTo>
                <a:lnTo>
                  <a:pt x="2076450" y="1104900"/>
                </a:lnTo>
                <a:close/>
                <a:moveTo>
                  <a:pt x="2371725" y="1123950"/>
                </a:moveTo>
                <a:lnTo>
                  <a:pt x="2400300" y="1123950"/>
                </a:lnTo>
                <a:lnTo>
                  <a:pt x="2400300" y="1114425"/>
                </a:lnTo>
                <a:lnTo>
                  <a:pt x="2371725" y="1114425"/>
                </a:lnTo>
                <a:close/>
                <a:moveTo>
                  <a:pt x="19050" y="1133475"/>
                </a:moveTo>
                <a:lnTo>
                  <a:pt x="38100" y="1133475"/>
                </a:lnTo>
                <a:lnTo>
                  <a:pt x="38100" y="1152525"/>
                </a:lnTo>
                <a:lnTo>
                  <a:pt x="57150" y="1152525"/>
                </a:lnTo>
                <a:lnTo>
                  <a:pt x="57150" y="1143000"/>
                </a:lnTo>
                <a:lnTo>
                  <a:pt x="47625" y="1143000"/>
                </a:lnTo>
                <a:lnTo>
                  <a:pt x="47625" y="1133475"/>
                </a:lnTo>
                <a:lnTo>
                  <a:pt x="66675" y="1133475"/>
                </a:lnTo>
                <a:lnTo>
                  <a:pt x="66675" y="1152525"/>
                </a:lnTo>
                <a:lnTo>
                  <a:pt x="85725" y="1152525"/>
                </a:lnTo>
                <a:lnTo>
                  <a:pt x="85725" y="1181100"/>
                </a:lnTo>
                <a:lnTo>
                  <a:pt x="66675" y="1181100"/>
                </a:lnTo>
                <a:lnTo>
                  <a:pt x="66675" y="1171575"/>
                </a:lnTo>
                <a:lnTo>
                  <a:pt x="76200" y="1171575"/>
                </a:lnTo>
                <a:lnTo>
                  <a:pt x="76200" y="1162050"/>
                </a:lnTo>
                <a:lnTo>
                  <a:pt x="47625" y="1162050"/>
                </a:lnTo>
                <a:lnTo>
                  <a:pt x="47625" y="1181100"/>
                </a:lnTo>
                <a:lnTo>
                  <a:pt x="66675" y="1181100"/>
                </a:lnTo>
                <a:lnTo>
                  <a:pt x="66675" y="1209675"/>
                </a:lnTo>
                <a:lnTo>
                  <a:pt x="95250" y="1209675"/>
                </a:lnTo>
                <a:lnTo>
                  <a:pt x="95250" y="1219200"/>
                </a:lnTo>
                <a:lnTo>
                  <a:pt x="66675" y="1219200"/>
                </a:lnTo>
                <a:lnTo>
                  <a:pt x="66675" y="1228725"/>
                </a:lnTo>
                <a:lnTo>
                  <a:pt x="85725" y="1228725"/>
                </a:lnTo>
                <a:lnTo>
                  <a:pt x="85725" y="1238250"/>
                </a:lnTo>
                <a:lnTo>
                  <a:pt x="57150" y="1238250"/>
                </a:lnTo>
                <a:lnTo>
                  <a:pt x="57150" y="1228725"/>
                </a:lnTo>
                <a:lnTo>
                  <a:pt x="19050" y="1228725"/>
                </a:lnTo>
                <a:lnTo>
                  <a:pt x="19050" y="1219200"/>
                </a:lnTo>
                <a:lnTo>
                  <a:pt x="47625" y="1219200"/>
                </a:lnTo>
                <a:lnTo>
                  <a:pt x="47625" y="1209675"/>
                </a:lnTo>
                <a:lnTo>
                  <a:pt x="9525" y="1209675"/>
                </a:lnTo>
                <a:lnTo>
                  <a:pt x="9525" y="1200150"/>
                </a:lnTo>
                <a:lnTo>
                  <a:pt x="28575" y="1200150"/>
                </a:lnTo>
                <a:lnTo>
                  <a:pt x="28575" y="1171575"/>
                </a:lnTo>
                <a:lnTo>
                  <a:pt x="19050" y="1171575"/>
                </a:lnTo>
                <a:lnTo>
                  <a:pt x="19050" y="1190625"/>
                </a:lnTo>
                <a:lnTo>
                  <a:pt x="9525" y="1190625"/>
                </a:lnTo>
                <a:lnTo>
                  <a:pt x="9525" y="1181100"/>
                </a:lnTo>
                <a:lnTo>
                  <a:pt x="0" y="1181100"/>
                </a:lnTo>
                <a:lnTo>
                  <a:pt x="0" y="1152525"/>
                </a:lnTo>
                <a:lnTo>
                  <a:pt x="9525" y="1152525"/>
                </a:lnTo>
                <a:lnTo>
                  <a:pt x="9525" y="1143000"/>
                </a:lnTo>
                <a:lnTo>
                  <a:pt x="19050" y="1143000"/>
                </a:lnTo>
                <a:close/>
                <a:moveTo>
                  <a:pt x="85725" y="1133475"/>
                </a:moveTo>
                <a:lnTo>
                  <a:pt x="95250" y="1133475"/>
                </a:lnTo>
                <a:lnTo>
                  <a:pt x="95250" y="1143000"/>
                </a:lnTo>
                <a:lnTo>
                  <a:pt x="85725" y="1143000"/>
                </a:lnTo>
                <a:close/>
                <a:moveTo>
                  <a:pt x="676275" y="1133475"/>
                </a:moveTo>
                <a:lnTo>
                  <a:pt x="685800" y="1133475"/>
                </a:lnTo>
                <a:lnTo>
                  <a:pt x="685800" y="1143000"/>
                </a:lnTo>
                <a:lnTo>
                  <a:pt x="676275" y="1143000"/>
                </a:lnTo>
                <a:close/>
                <a:moveTo>
                  <a:pt x="1143000" y="1133475"/>
                </a:moveTo>
                <a:lnTo>
                  <a:pt x="1162050" y="1133475"/>
                </a:lnTo>
                <a:lnTo>
                  <a:pt x="1162050" y="1152525"/>
                </a:lnTo>
                <a:lnTo>
                  <a:pt x="1152525" y="1152525"/>
                </a:lnTo>
                <a:lnTo>
                  <a:pt x="1152525" y="1162050"/>
                </a:lnTo>
                <a:lnTo>
                  <a:pt x="1133475" y="1162050"/>
                </a:lnTo>
                <a:lnTo>
                  <a:pt x="1133475" y="1152525"/>
                </a:lnTo>
                <a:lnTo>
                  <a:pt x="1114425" y="1152525"/>
                </a:lnTo>
                <a:lnTo>
                  <a:pt x="1114425" y="1143000"/>
                </a:lnTo>
                <a:lnTo>
                  <a:pt x="1133475" y="1143000"/>
                </a:lnTo>
                <a:lnTo>
                  <a:pt x="1133475" y="1152525"/>
                </a:lnTo>
                <a:lnTo>
                  <a:pt x="1143000" y="1152525"/>
                </a:lnTo>
                <a:close/>
                <a:moveTo>
                  <a:pt x="2143125" y="1133475"/>
                </a:moveTo>
                <a:lnTo>
                  <a:pt x="2152650" y="1133475"/>
                </a:lnTo>
                <a:lnTo>
                  <a:pt x="2152650" y="1114425"/>
                </a:lnTo>
                <a:lnTo>
                  <a:pt x="2124075" y="1114425"/>
                </a:lnTo>
                <a:lnTo>
                  <a:pt x="2124075" y="1123950"/>
                </a:lnTo>
                <a:lnTo>
                  <a:pt x="2114550" y="1123950"/>
                </a:lnTo>
                <a:lnTo>
                  <a:pt x="2114550" y="1143000"/>
                </a:lnTo>
                <a:lnTo>
                  <a:pt x="2124075" y="1143000"/>
                </a:lnTo>
                <a:lnTo>
                  <a:pt x="2124075" y="1152525"/>
                </a:lnTo>
                <a:lnTo>
                  <a:pt x="2133600" y="1152525"/>
                </a:lnTo>
                <a:lnTo>
                  <a:pt x="2133600" y="1162050"/>
                </a:lnTo>
                <a:lnTo>
                  <a:pt x="2124075" y="1162050"/>
                </a:lnTo>
                <a:lnTo>
                  <a:pt x="2124075" y="1171575"/>
                </a:lnTo>
                <a:lnTo>
                  <a:pt x="2114550" y="1171575"/>
                </a:lnTo>
                <a:lnTo>
                  <a:pt x="2114550" y="1181100"/>
                </a:lnTo>
                <a:lnTo>
                  <a:pt x="2133600" y="1181100"/>
                </a:lnTo>
                <a:lnTo>
                  <a:pt x="2133600" y="1171575"/>
                </a:lnTo>
                <a:lnTo>
                  <a:pt x="2152650" y="1171575"/>
                </a:lnTo>
                <a:lnTo>
                  <a:pt x="2152650" y="1162050"/>
                </a:lnTo>
                <a:lnTo>
                  <a:pt x="2143125" y="1162050"/>
                </a:lnTo>
                <a:close/>
                <a:moveTo>
                  <a:pt x="2352675" y="1133475"/>
                </a:moveTo>
                <a:lnTo>
                  <a:pt x="2362200" y="1133475"/>
                </a:lnTo>
                <a:lnTo>
                  <a:pt x="2362200" y="1114425"/>
                </a:lnTo>
                <a:lnTo>
                  <a:pt x="2352675" y="1114425"/>
                </a:lnTo>
                <a:close/>
                <a:moveTo>
                  <a:pt x="723900" y="1143000"/>
                </a:moveTo>
                <a:lnTo>
                  <a:pt x="733425" y="1143000"/>
                </a:lnTo>
                <a:lnTo>
                  <a:pt x="733425" y="1171575"/>
                </a:lnTo>
                <a:lnTo>
                  <a:pt x="714375" y="1171575"/>
                </a:lnTo>
                <a:lnTo>
                  <a:pt x="714375" y="1162050"/>
                </a:lnTo>
                <a:lnTo>
                  <a:pt x="704850" y="1162050"/>
                </a:lnTo>
                <a:lnTo>
                  <a:pt x="704850" y="1152525"/>
                </a:lnTo>
                <a:lnTo>
                  <a:pt x="723900" y="1152525"/>
                </a:lnTo>
                <a:close/>
                <a:moveTo>
                  <a:pt x="2209800" y="1143000"/>
                </a:moveTo>
                <a:lnTo>
                  <a:pt x="2228850" y="1143000"/>
                </a:lnTo>
                <a:lnTo>
                  <a:pt x="2228850" y="1162050"/>
                </a:lnTo>
                <a:lnTo>
                  <a:pt x="2238375" y="1162050"/>
                </a:lnTo>
                <a:lnTo>
                  <a:pt x="2238375" y="1133475"/>
                </a:lnTo>
                <a:lnTo>
                  <a:pt x="2209800" y="1133475"/>
                </a:lnTo>
                <a:close/>
                <a:moveTo>
                  <a:pt x="742950" y="1152525"/>
                </a:moveTo>
                <a:lnTo>
                  <a:pt x="752475" y="1152525"/>
                </a:lnTo>
                <a:lnTo>
                  <a:pt x="752475" y="1162050"/>
                </a:lnTo>
                <a:lnTo>
                  <a:pt x="742950" y="1162050"/>
                </a:lnTo>
                <a:close/>
                <a:moveTo>
                  <a:pt x="752475" y="1162050"/>
                </a:moveTo>
                <a:lnTo>
                  <a:pt x="762000" y="1162050"/>
                </a:lnTo>
                <a:lnTo>
                  <a:pt x="762000" y="1171575"/>
                </a:lnTo>
                <a:lnTo>
                  <a:pt x="752475" y="1171575"/>
                </a:lnTo>
                <a:close/>
                <a:moveTo>
                  <a:pt x="942975" y="1162050"/>
                </a:moveTo>
                <a:lnTo>
                  <a:pt x="962025" y="1162050"/>
                </a:lnTo>
                <a:lnTo>
                  <a:pt x="962025" y="1171575"/>
                </a:lnTo>
                <a:lnTo>
                  <a:pt x="942975" y="1171575"/>
                </a:lnTo>
                <a:close/>
                <a:moveTo>
                  <a:pt x="971550" y="1162050"/>
                </a:moveTo>
                <a:lnTo>
                  <a:pt x="981075" y="1162050"/>
                </a:lnTo>
                <a:lnTo>
                  <a:pt x="981075" y="1171575"/>
                </a:lnTo>
                <a:lnTo>
                  <a:pt x="971550" y="1171575"/>
                </a:lnTo>
                <a:close/>
                <a:moveTo>
                  <a:pt x="2000250" y="1162050"/>
                </a:moveTo>
                <a:lnTo>
                  <a:pt x="2019300" y="1162050"/>
                </a:lnTo>
                <a:lnTo>
                  <a:pt x="2019300" y="1171575"/>
                </a:lnTo>
                <a:lnTo>
                  <a:pt x="2000250" y="1171575"/>
                </a:lnTo>
                <a:close/>
                <a:moveTo>
                  <a:pt x="514350" y="1171575"/>
                </a:moveTo>
                <a:lnTo>
                  <a:pt x="523875" y="1171575"/>
                </a:lnTo>
                <a:lnTo>
                  <a:pt x="523875" y="1181100"/>
                </a:lnTo>
                <a:lnTo>
                  <a:pt x="514350" y="1181100"/>
                </a:lnTo>
                <a:close/>
                <a:moveTo>
                  <a:pt x="990600" y="1171575"/>
                </a:moveTo>
                <a:lnTo>
                  <a:pt x="1000125" y="1171575"/>
                </a:lnTo>
                <a:lnTo>
                  <a:pt x="1000125" y="1181100"/>
                </a:lnTo>
                <a:lnTo>
                  <a:pt x="990600" y="1181100"/>
                </a:lnTo>
                <a:close/>
                <a:moveTo>
                  <a:pt x="1190625" y="1171575"/>
                </a:moveTo>
                <a:lnTo>
                  <a:pt x="1200150" y="1171575"/>
                </a:lnTo>
                <a:lnTo>
                  <a:pt x="1200150" y="1190625"/>
                </a:lnTo>
                <a:lnTo>
                  <a:pt x="1190625" y="1190625"/>
                </a:lnTo>
                <a:close/>
                <a:moveTo>
                  <a:pt x="1838325" y="1171575"/>
                </a:moveTo>
                <a:lnTo>
                  <a:pt x="1847850" y="1171575"/>
                </a:lnTo>
                <a:lnTo>
                  <a:pt x="1847850" y="1181100"/>
                </a:lnTo>
                <a:lnTo>
                  <a:pt x="1838325" y="1181100"/>
                </a:lnTo>
                <a:close/>
                <a:moveTo>
                  <a:pt x="1981200" y="1171575"/>
                </a:moveTo>
                <a:lnTo>
                  <a:pt x="1990725" y="1171575"/>
                </a:lnTo>
                <a:lnTo>
                  <a:pt x="1990725" y="1190625"/>
                </a:lnTo>
                <a:lnTo>
                  <a:pt x="1981200" y="1190625"/>
                </a:lnTo>
                <a:close/>
                <a:moveTo>
                  <a:pt x="2400300" y="1171575"/>
                </a:moveTo>
                <a:lnTo>
                  <a:pt x="2409825" y="1171575"/>
                </a:lnTo>
                <a:lnTo>
                  <a:pt x="2409825" y="1152525"/>
                </a:lnTo>
                <a:lnTo>
                  <a:pt x="2400300" y="1152525"/>
                </a:lnTo>
                <a:close/>
                <a:moveTo>
                  <a:pt x="504825" y="1181100"/>
                </a:moveTo>
                <a:lnTo>
                  <a:pt x="514350" y="1181100"/>
                </a:lnTo>
                <a:lnTo>
                  <a:pt x="514350" y="1190625"/>
                </a:lnTo>
                <a:lnTo>
                  <a:pt x="504825" y="1190625"/>
                </a:lnTo>
                <a:close/>
                <a:moveTo>
                  <a:pt x="590550" y="1181100"/>
                </a:moveTo>
                <a:lnTo>
                  <a:pt x="600075" y="1181100"/>
                </a:lnTo>
                <a:lnTo>
                  <a:pt x="600075" y="1190625"/>
                </a:lnTo>
                <a:lnTo>
                  <a:pt x="590550" y="1190625"/>
                </a:lnTo>
                <a:close/>
                <a:moveTo>
                  <a:pt x="1571625" y="1181100"/>
                </a:moveTo>
                <a:lnTo>
                  <a:pt x="1590675" y="1181100"/>
                </a:lnTo>
                <a:lnTo>
                  <a:pt x="1590675" y="1190625"/>
                </a:lnTo>
                <a:lnTo>
                  <a:pt x="1600200" y="1190625"/>
                </a:lnTo>
                <a:lnTo>
                  <a:pt x="1600200" y="1200150"/>
                </a:lnTo>
                <a:lnTo>
                  <a:pt x="1581150" y="1200150"/>
                </a:lnTo>
                <a:lnTo>
                  <a:pt x="1581150" y="1190625"/>
                </a:lnTo>
                <a:lnTo>
                  <a:pt x="1571625" y="1190625"/>
                </a:lnTo>
                <a:close/>
                <a:moveTo>
                  <a:pt x="2019300" y="1181100"/>
                </a:moveTo>
                <a:lnTo>
                  <a:pt x="2038350" y="1181100"/>
                </a:lnTo>
                <a:lnTo>
                  <a:pt x="2038350" y="1200150"/>
                </a:lnTo>
                <a:lnTo>
                  <a:pt x="2057400" y="1200150"/>
                </a:lnTo>
                <a:lnTo>
                  <a:pt x="2057400" y="1209675"/>
                </a:lnTo>
                <a:lnTo>
                  <a:pt x="2066925" y="1209675"/>
                </a:lnTo>
                <a:lnTo>
                  <a:pt x="2066925" y="1219200"/>
                </a:lnTo>
                <a:lnTo>
                  <a:pt x="2047875" y="1219200"/>
                </a:lnTo>
                <a:lnTo>
                  <a:pt x="2047875" y="1209675"/>
                </a:lnTo>
                <a:lnTo>
                  <a:pt x="2028825" y="1209675"/>
                </a:lnTo>
                <a:lnTo>
                  <a:pt x="2028825" y="1219200"/>
                </a:lnTo>
                <a:lnTo>
                  <a:pt x="2019300" y="1219200"/>
                </a:lnTo>
                <a:lnTo>
                  <a:pt x="2019300" y="1238250"/>
                </a:lnTo>
                <a:lnTo>
                  <a:pt x="2009775" y="1238250"/>
                </a:lnTo>
                <a:lnTo>
                  <a:pt x="2009775" y="1228725"/>
                </a:lnTo>
                <a:lnTo>
                  <a:pt x="2000250" y="1228725"/>
                </a:lnTo>
                <a:lnTo>
                  <a:pt x="2000250" y="1219200"/>
                </a:lnTo>
                <a:lnTo>
                  <a:pt x="2009775" y="1219200"/>
                </a:lnTo>
                <a:lnTo>
                  <a:pt x="2009775" y="1209675"/>
                </a:lnTo>
                <a:lnTo>
                  <a:pt x="2019300" y="1209675"/>
                </a:lnTo>
                <a:lnTo>
                  <a:pt x="2019300" y="1200150"/>
                </a:lnTo>
                <a:lnTo>
                  <a:pt x="2028825" y="1200150"/>
                </a:lnTo>
                <a:lnTo>
                  <a:pt x="2028825" y="1190625"/>
                </a:lnTo>
                <a:lnTo>
                  <a:pt x="2019300" y="1190625"/>
                </a:lnTo>
                <a:close/>
                <a:moveTo>
                  <a:pt x="2333625" y="1181100"/>
                </a:moveTo>
                <a:lnTo>
                  <a:pt x="2343150" y="1181100"/>
                </a:lnTo>
                <a:lnTo>
                  <a:pt x="2343150" y="1190625"/>
                </a:lnTo>
                <a:lnTo>
                  <a:pt x="2352675" y="1190625"/>
                </a:lnTo>
                <a:lnTo>
                  <a:pt x="2352675" y="1219200"/>
                </a:lnTo>
                <a:lnTo>
                  <a:pt x="2362200" y="1219200"/>
                </a:lnTo>
                <a:lnTo>
                  <a:pt x="2362200" y="1228725"/>
                </a:lnTo>
                <a:lnTo>
                  <a:pt x="2343150" y="1228725"/>
                </a:lnTo>
                <a:lnTo>
                  <a:pt x="2343150" y="1238250"/>
                </a:lnTo>
                <a:lnTo>
                  <a:pt x="2333625" y="1238250"/>
                </a:lnTo>
                <a:lnTo>
                  <a:pt x="2333625" y="1228725"/>
                </a:lnTo>
                <a:lnTo>
                  <a:pt x="2305050" y="1228725"/>
                </a:lnTo>
                <a:lnTo>
                  <a:pt x="2305050" y="1238250"/>
                </a:lnTo>
                <a:lnTo>
                  <a:pt x="2276475" y="1238250"/>
                </a:lnTo>
                <a:lnTo>
                  <a:pt x="2276475" y="1228725"/>
                </a:lnTo>
                <a:lnTo>
                  <a:pt x="2266950" y="1228725"/>
                </a:lnTo>
                <a:lnTo>
                  <a:pt x="2266950" y="1219200"/>
                </a:lnTo>
                <a:lnTo>
                  <a:pt x="2286000" y="1219200"/>
                </a:lnTo>
                <a:lnTo>
                  <a:pt x="2286000" y="1209675"/>
                </a:lnTo>
                <a:lnTo>
                  <a:pt x="2295525" y="1209675"/>
                </a:lnTo>
                <a:lnTo>
                  <a:pt x="2295525" y="1219200"/>
                </a:lnTo>
                <a:lnTo>
                  <a:pt x="2324100" y="1219200"/>
                </a:lnTo>
                <a:lnTo>
                  <a:pt x="2324100" y="1209675"/>
                </a:lnTo>
                <a:lnTo>
                  <a:pt x="2305050" y="1209675"/>
                </a:lnTo>
                <a:lnTo>
                  <a:pt x="2305050" y="1190625"/>
                </a:lnTo>
                <a:lnTo>
                  <a:pt x="2314575" y="1190625"/>
                </a:lnTo>
                <a:lnTo>
                  <a:pt x="2314575" y="1200150"/>
                </a:lnTo>
                <a:lnTo>
                  <a:pt x="2324100" y="1200150"/>
                </a:lnTo>
                <a:lnTo>
                  <a:pt x="2324100" y="1190625"/>
                </a:lnTo>
                <a:lnTo>
                  <a:pt x="2333625" y="1190625"/>
                </a:lnTo>
                <a:close/>
                <a:moveTo>
                  <a:pt x="304800" y="1190625"/>
                </a:moveTo>
                <a:lnTo>
                  <a:pt x="323850" y="1190625"/>
                </a:lnTo>
                <a:lnTo>
                  <a:pt x="323850" y="1209675"/>
                </a:lnTo>
                <a:lnTo>
                  <a:pt x="314325" y="1209675"/>
                </a:lnTo>
                <a:lnTo>
                  <a:pt x="314325" y="1228725"/>
                </a:lnTo>
                <a:lnTo>
                  <a:pt x="304800" y="1228725"/>
                </a:lnTo>
                <a:close/>
                <a:moveTo>
                  <a:pt x="971550" y="1190625"/>
                </a:moveTo>
                <a:lnTo>
                  <a:pt x="1000125" y="1190625"/>
                </a:lnTo>
                <a:lnTo>
                  <a:pt x="1000125" y="1200150"/>
                </a:lnTo>
                <a:lnTo>
                  <a:pt x="1009650" y="1200150"/>
                </a:lnTo>
                <a:lnTo>
                  <a:pt x="1009650" y="1209675"/>
                </a:lnTo>
                <a:lnTo>
                  <a:pt x="981075" y="1209675"/>
                </a:lnTo>
                <a:lnTo>
                  <a:pt x="981075" y="1200150"/>
                </a:lnTo>
                <a:lnTo>
                  <a:pt x="971550" y="1200150"/>
                </a:lnTo>
                <a:close/>
                <a:moveTo>
                  <a:pt x="1276350" y="1190625"/>
                </a:moveTo>
                <a:lnTo>
                  <a:pt x="1285875" y="1190625"/>
                </a:lnTo>
                <a:lnTo>
                  <a:pt x="1285875" y="1200150"/>
                </a:lnTo>
                <a:lnTo>
                  <a:pt x="1276350" y="1200150"/>
                </a:lnTo>
                <a:close/>
                <a:moveTo>
                  <a:pt x="1295400" y="1190625"/>
                </a:moveTo>
                <a:lnTo>
                  <a:pt x="1304925" y="1190625"/>
                </a:lnTo>
                <a:lnTo>
                  <a:pt x="1304925" y="1200150"/>
                </a:lnTo>
                <a:lnTo>
                  <a:pt x="1295400" y="1200150"/>
                </a:lnTo>
                <a:close/>
                <a:moveTo>
                  <a:pt x="1971675" y="1190625"/>
                </a:moveTo>
                <a:lnTo>
                  <a:pt x="1981200" y="1190625"/>
                </a:lnTo>
                <a:lnTo>
                  <a:pt x="1981200" y="1200150"/>
                </a:lnTo>
                <a:lnTo>
                  <a:pt x="1971675" y="1200150"/>
                </a:lnTo>
                <a:close/>
                <a:moveTo>
                  <a:pt x="2152650" y="1190625"/>
                </a:moveTo>
                <a:lnTo>
                  <a:pt x="2171700" y="1190625"/>
                </a:lnTo>
                <a:lnTo>
                  <a:pt x="2171700" y="1181100"/>
                </a:lnTo>
                <a:lnTo>
                  <a:pt x="2162175" y="1181100"/>
                </a:lnTo>
                <a:lnTo>
                  <a:pt x="2162175" y="1171575"/>
                </a:lnTo>
                <a:lnTo>
                  <a:pt x="2152650" y="1171575"/>
                </a:lnTo>
                <a:close/>
                <a:moveTo>
                  <a:pt x="2286000" y="1190625"/>
                </a:moveTo>
                <a:lnTo>
                  <a:pt x="2295525" y="1190625"/>
                </a:lnTo>
                <a:lnTo>
                  <a:pt x="2295525" y="1200150"/>
                </a:lnTo>
                <a:lnTo>
                  <a:pt x="2286000" y="1200150"/>
                </a:lnTo>
                <a:close/>
                <a:moveTo>
                  <a:pt x="361950" y="1200150"/>
                </a:moveTo>
                <a:lnTo>
                  <a:pt x="371475" y="1200150"/>
                </a:lnTo>
                <a:lnTo>
                  <a:pt x="371475" y="1219200"/>
                </a:lnTo>
                <a:lnTo>
                  <a:pt x="361950" y="1219200"/>
                </a:lnTo>
                <a:close/>
                <a:moveTo>
                  <a:pt x="581025" y="1200150"/>
                </a:moveTo>
                <a:lnTo>
                  <a:pt x="590550" y="1200150"/>
                </a:lnTo>
                <a:lnTo>
                  <a:pt x="590550" y="1209675"/>
                </a:lnTo>
                <a:lnTo>
                  <a:pt x="581025" y="1209675"/>
                </a:lnTo>
                <a:close/>
                <a:moveTo>
                  <a:pt x="790575" y="1200150"/>
                </a:moveTo>
                <a:lnTo>
                  <a:pt x="800100" y="1200150"/>
                </a:lnTo>
                <a:lnTo>
                  <a:pt x="800100" y="1209675"/>
                </a:lnTo>
                <a:lnTo>
                  <a:pt x="790575" y="1209675"/>
                </a:lnTo>
                <a:close/>
                <a:moveTo>
                  <a:pt x="1257300" y="1200150"/>
                </a:moveTo>
                <a:lnTo>
                  <a:pt x="1276350" y="1200150"/>
                </a:lnTo>
                <a:lnTo>
                  <a:pt x="1276350" y="1209675"/>
                </a:lnTo>
                <a:lnTo>
                  <a:pt x="1266825" y="1209675"/>
                </a:lnTo>
                <a:lnTo>
                  <a:pt x="1266825" y="1219200"/>
                </a:lnTo>
                <a:lnTo>
                  <a:pt x="1257300" y="1219200"/>
                </a:lnTo>
                <a:close/>
                <a:moveTo>
                  <a:pt x="1504950" y="1200150"/>
                </a:moveTo>
                <a:lnTo>
                  <a:pt x="1514475" y="1200150"/>
                </a:lnTo>
                <a:lnTo>
                  <a:pt x="1514475" y="1209675"/>
                </a:lnTo>
                <a:lnTo>
                  <a:pt x="1504950" y="1209675"/>
                </a:lnTo>
                <a:close/>
                <a:moveTo>
                  <a:pt x="0" y="1209675"/>
                </a:moveTo>
                <a:lnTo>
                  <a:pt x="9525" y="1209675"/>
                </a:lnTo>
                <a:lnTo>
                  <a:pt x="9525" y="1219200"/>
                </a:lnTo>
                <a:lnTo>
                  <a:pt x="0" y="1219200"/>
                </a:lnTo>
                <a:close/>
                <a:moveTo>
                  <a:pt x="114300" y="1209675"/>
                </a:moveTo>
                <a:lnTo>
                  <a:pt x="123825" y="1209675"/>
                </a:lnTo>
                <a:lnTo>
                  <a:pt x="123825" y="1219200"/>
                </a:lnTo>
                <a:lnTo>
                  <a:pt x="114300" y="1219200"/>
                </a:lnTo>
                <a:close/>
                <a:moveTo>
                  <a:pt x="1495425" y="1209675"/>
                </a:moveTo>
                <a:lnTo>
                  <a:pt x="1504950" y="1209675"/>
                </a:lnTo>
                <a:lnTo>
                  <a:pt x="1504950" y="1219200"/>
                </a:lnTo>
                <a:lnTo>
                  <a:pt x="1495425" y="1219200"/>
                </a:lnTo>
                <a:close/>
                <a:moveTo>
                  <a:pt x="2162175" y="1209675"/>
                </a:moveTo>
                <a:lnTo>
                  <a:pt x="2171700" y="1209675"/>
                </a:lnTo>
                <a:lnTo>
                  <a:pt x="2171700" y="1200150"/>
                </a:lnTo>
                <a:lnTo>
                  <a:pt x="2162175" y="1200150"/>
                </a:lnTo>
                <a:close/>
                <a:moveTo>
                  <a:pt x="2409825" y="1209675"/>
                </a:moveTo>
                <a:lnTo>
                  <a:pt x="2419350" y="1209675"/>
                </a:lnTo>
                <a:lnTo>
                  <a:pt x="2419350" y="1200150"/>
                </a:lnTo>
                <a:lnTo>
                  <a:pt x="2409825" y="1200150"/>
                </a:lnTo>
                <a:close/>
                <a:moveTo>
                  <a:pt x="581025" y="1219200"/>
                </a:moveTo>
                <a:lnTo>
                  <a:pt x="590550" y="1219200"/>
                </a:lnTo>
                <a:lnTo>
                  <a:pt x="590550" y="1228725"/>
                </a:lnTo>
                <a:lnTo>
                  <a:pt x="581025" y="1228725"/>
                </a:lnTo>
                <a:close/>
                <a:moveTo>
                  <a:pt x="2114550" y="1219200"/>
                </a:moveTo>
                <a:lnTo>
                  <a:pt x="2143125" y="1219200"/>
                </a:lnTo>
                <a:lnTo>
                  <a:pt x="2143125" y="1209675"/>
                </a:lnTo>
                <a:lnTo>
                  <a:pt x="2114550" y="1209675"/>
                </a:lnTo>
                <a:close/>
                <a:moveTo>
                  <a:pt x="1476375" y="1228725"/>
                </a:moveTo>
                <a:lnTo>
                  <a:pt x="1514475" y="1228725"/>
                </a:lnTo>
                <a:lnTo>
                  <a:pt x="1514475" y="1238250"/>
                </a:lnTo>
                <a:lnTo>
                  <a:pt x="1524000" y="1238250"/>
                </a:lnTo>
                <a:lnTo>
                  <a:pt x="1524000" y="1228725"/>
                </a:lnTo>
                <a:lnTo>
                  <a:pt x="1533525" y="1228725"/>
                </a:lnTo>
                <a:lnTo>
                  <a:pt x="1533525" y="1238250"/>
                </a:lnTo>
                <a:lnTo>
                  <a:pt x="1524000" y="1238250"/>
                </a:lnTo>
                <a:lnTo>
                  <a:pt x="1524000" y="1247775"/>
                </a:lnTo>
                <a:lnTo>
                  <a:pt x="1495425" y="1247775"/>
                </a:lnTo>
                <a:lnTo>
                  <a:pt x="1495425" y="1238250"/>
                </a:lnTo>
                <a:lnTo>
                  <a:pt x="1476375" y="1238250"/>
                </a:lnTo>
                <a:close/>
                <a:moveTo>
                  <a:pt x="1771650" y="1228725"/>
                </a:moveTo>
                <a:lnTo>
                  <a:pt x="1781175" y="1228725"/>
                </a:lnTo>
                <a:lnTo>
                  <a:pt x="1781175" y="1247775"/>
                </a:lnTo>
                <a:lnTo>
                  <a:pt x="1771650" y="1247775"/>
                </a:lnTo>
                <a:close/>
                <a:moveTo>
                  <a:pt x="2038350" y="1228725"/>
                </a:moveTo>
                <a:lnTo>
                  <a:pt x="2047875" y="1228725"/>
                </a:lnTo>
                <a:lnTo>
                  <a:pt x="2047875" y="1238250"/>
                </a:lnTo>
                <a:lnTo>
                  <a:pt x="2038350" y="1238250"/>
                </a:lnTo>
                <a:close/>
                <a:moveTo>
                  <a:pt x="2381250" y="1228725"/>
                </a:moveTo>
                <a:lnTo>
                  <a:pt x="2400300" y="1228725"/>
                </a:lnTo>
                <a:lnTo>
                  <a:pt x="2400300" y="1238250"/>
                </a:lnTo>
                <a:lnTo>
                  <a:pt x="2381250" y="1238250"/>
                </a:lnTo>
                <a:close/>
                <a:moveTo>
                  <a:pt x="1104900" y="1238250"/>
                </a:moveTo>
                <a:lnTo>
                  <a:pt x="1114425" y="1238250"/>
                </a:lnTo>
                <a:lnTo>
                  <a:pt x="1114425" y="1247775"/>
                </a:lnTo>
                <a:lnTo>
                  <a:pt x="1104900" y="1247775"/>
                </a:lnTo>
                <a:close/>
                <a:moveTo>
                  <a:pt x="1885950" y="1247775"/>
                </a:moveTo>
                <a:lnTo>
                  <a:pt x="1895475" y="1247775"/>
                </a:lnTo>
                <a:lnTo>
                  <a:pt x="1895475" y="1257300"/>
                </a:lnTo>
                <a:lnTo>
                  <a:pt x="1885950" y="1257300"/>
                </a:lnTo>
                <a:close/>
                <a:moveTo>
                  <a:pt x="171450" y="1257300"/>
                </a:moveTo>
                <a:lnTo>
                  <a:pt x="180975" y="1257300"/>
                </a:lnTo>
                <a:lnTo>
                  <a:pt x="180975" y="1266825"/>
                </a:lnTo>
                <a:lnTo>
                  <a:pt x="200025" y="1266825"/>
                </a:lnTo>
                <a:lnTo>
                  <a:pt x="200025" y="1285875"/>
                </a:lnTo>
                <a:lnTo>
                  <a:pt x="180975" y="1285875"/>
                </a:lnTo>
                <a:lnTo>
                  <a:pt x="180975" y="1276350"/>
                </a:lnTo>
                <a:lnTo>
                  <a:pt x="171450" y="1276350"/>
                </a:lnTo>
                <a:close/>
                <a:moveTo>
                  <a:pt x="485775" y="1257300"/>
                </a:moveTo>
                <a:lnTo>
                  <a:pt x="495300" y="1257300"/>
                </a:lnTo>
                <a:lnTo>
                  <a:pt x="495300" y="1266825"/>
                </a:lnTo>
                <a:lnTo>
                  <a:pt x="485775" y="1266825"/>
                </a:lnTo>
                <a:close/>
                <a:moveTo>
                  <a:pt x="400050" y="1266825"/>
                </a:moveTo>
                <a:lnTo>
                  <a:pt x="409575" y="1266825"/>
                </a:lnTo>
                <a:lnTo>
                  <a:pt x="409575" y="1295400"/>
                </a:lnTo>
                <a:lnTo>
                  <a:pt x="400050" y="1295400"/>
                </a:lnTo>
                <a:close/>
                <a:moveTo>
                  <a:pt x="2066925" y="1266825"/>
                </a:moveTo>
                <a:lnTo>
                  <a:pt x="2085975" y="1266825"/>
                </a:lnTo>
                <a:lnTo>
                  <a:pt x="2085975" y="1285875"/>
                </a:lnTo>
                <a:lnTo>
                  <a:pt x="2133600" y="1285875"/>
                </a:lnTo>
                <a:lnTo>
                  <a:pt x="2133600" y="1295400"/>
                </a:lnTo>
                <a:lnTo>
                  <a:pt x="2114550" y="1295400"/>
                </a:lnTo>
                <a:lnTo>
                  <a:pt x="2114550" y="1323975"/>
                </a:lnTo>
                <a:lnTo>
                  <a:pt x="2105025" y="1323975"/>
                </a:lnTo>
                <a:lnTo>
                  <a:pt x="2105025" y="1304925"/>
                </a:lnTo>
                <a:lnTo>
                  <a:pt x="2095500" y="1304925"/>
                </a:lnTo>
                <a:lnTo>
                  <a:pt x="2095500" y="1314450"/>
                </a:lnTo>
                <a:lnTo>
                  <a:pt x="2076450" y="1314450"/>
                </a:lnTo>
                <a:lnTo>
                  <a:pt x="2076450" y="1323975"/>
                </a:lnTo>
                <a:lnTo>
                  <a:pt x="2066925" y="1323975"/>
                </a:lnTo>
                <a:lnTo>
                  <a:pt x="2066925" y="1333500"/>
                </a:lnTo>
                <a:lnTo>
                  <a:pt x="2057400" y="1333500"/>
                </a:lnTo>
                <a:lnTo>
                  <a:pt x="2057400" y="1314450"/>
                </a:lnTo>
                <a:lnTo>
                  <a:pt x="2038350" y="1314450"/>
                </a:lnTo>
                <a:lnTo>
                  <a:pt x="2038350" y="1333500"/>
                </a:lnTo>
                <a:lnTo>
                  <a:pt x="2057400" y="1333500"/>
                </a:lnTo>
                <a:lnTo>
                  <a:pt x="2057400" y="1343025"/>
                </a:lnTo>
                <a:lnTo>
                  <a:pt x="2114550" y="1343025"/>
                </a:lnTo>
                <a:lnTo>
                  <a:pt x="2114550" y="1323975"/>
                </a:lnTo>
                <a:lnTo>
                  <a:pt x="2124075" y="1323975"/>
                </a:lnTo>
                <a:lnTo>
                  <a:pt x="2124075" y="1314450"/>
                </a:lnTo>
                <a:lnTo>
                  <a:pt x="2133600" y="1314450"/>
                </a:lnTo>
                <a:lnTo>
                  <a:pt x="2133600" y="1295400"/>
                </a:lnTo>
                <a:lnTo>
                  <a:pt x="2143125" y="1295400"/>
                </a:lnTo>
                <a:lnTo>
                  <a:pt x="2143125" y="1285875"/>
                </a:lnTo>
                <a:lnTo>
                  <a:pt x="2181225" y="1285875"/>
                </a:lnTo>
                <a:lnTo>
                  <a:pt x="2181225" y="1304925"/>
                </a:lnTo>
                <a:lnTo>
                  <a:pt x="2171700" y="1304925"/>
                </a:lnTo>
                <a:lnTo>
                  <a:pt x="2171700" y="1314450"/>
                </a:lnTo>
                <a:lnTo>
                  <a:pt x="2162175" y="1314450"/>
                </a:lnTo>
                <a:lnTo>
                  <a:pt x="2162175" y="1343025"/>
                </a:lnTo>
                <a:lnTo>
                  <a:pt x="2171700" y="1343025"/>
                </a:lnTo>
                <a:lnTo>
                  <a:pt x="2171700" y="1333500"/>
                </a:lnTo>
                <a:lnTo>
                  <a:pt x="2190750" y="1333500"/>
                </a:lnTo>
                <a:lnTo>
                  <a:pt x="2190750" y="1314450"/>
                </a:lnTo>
                <a:lnTo>
                  <a:pt x="2200275" y="1314450"/>
                </a:lnTo>
                <a:lnTo>
                  <a:pt x="2200275" y="1295400"/>
                </a:lnTo>
                <a:lnTo>
                  <a:pt x="2209800" y="1295400"/>
                </a:lnTo>
                <a:lnTo>
                  <a:pt x="2209800" y="1285875"/>
                </a:lnTo>
                <a:lnTo>
                  <a:pt x="2219325" y="1285875"/>
                </a:lnTo>
                <a:lnTo>
                  <a:pt x="2219325" y="1295400"/>
                </a:lnTo>
                <a:lnTo>
                  <a:pt x="2247900" y="1295400"/>
                </a:lnTo>
                <a:lnTo>
                  <a:pt x="2247900" y="1304925"/>
                </a:lnTo>
                <a:lnTo>
                  <a:pt x="2238375" y="1304925"/>
                </a:lnTo>
                <a:lnTo>
                  <a:pt x="2238375" y="1323975"/>
                </a:lnTo>
                <a:lnTo>
                  <a:pt x="2257425" y="1323975"/>
                </a:lnTo>
                <a:lnTo>
                  <a:pt x="2257425" y="1333500"/>
                </a:lnTo>
                <a:lnTo>
                  <a:pt x="2266950" y="1333500"/>
                </a:lnTo>
                <a:lnTo>
                  <a:pt x="2266950" y="1343025"/>
                </a:lnTo>
                <a:lnTo>
                  <a:pt x="2247900" y="1343025"/>
                </a:lnTo>
                <a:lnTo>
                  <a:pt x="2247900" y="1333500"/>
                </a:lnTo>
                <a:lnTo>
                  <a:pt x="2238375" y="1333500"/>
                </a:lnTo>
                <a:lnTo>
                  <a:pt x="2238375" y="1352550"/>
                </a:lnTo>
                <a:lnTo>
                  <a:pt x="2228850" y="1352550"/>
                </a:lnTo>
                <a:lnTo>
                  <a:pt x="2228850" y="1362075"/>
                </a:lnTo>
                <a:lnTo>
                  <a:pt x="2219325" y="1362075"/>
                </a:lnTo>
                <a:lnTo>
                  <a:pt x="2219325" y="1343025"/>
                </a:lnTo>
                <a:lnTo>
                  <a:pt x="2209800" y="1343025"/>
                </a:lnTo>
                <a:lnTo>
                  <a:pt x="2209800" y="1333500"/>
                </a:lnTo>
                <a:lnTo>
                  <a:pt x="2228850" y="1333500"/>
                </a:lnTo>
                <a:lnTo>
                  <a:pt x="2228850" y="1314450"/>
                </a:lnTo>
                <a:lnTo>
                  <a:pt x="2200275" y="1314450"/>
                </a:lnTo>
                <a:lnTo>
                  <a:pt x="2200275" y="1343025"/>
                </a:lnTo>
                <a:lnTo>
                  <a:pt x="2209800" y="1343025"/>
                </a:lnTo>
                <a:lnTo>
                  <a:pt x="2209800" y="1371600"/>
                </a:lnTo>
                <a:lnTo>
                  <a:pt x="2200275" y="1371600"/>
                </a:lnTo>
                <a:lnTo>
                  <a:pt x="2200275" y="1362075"/>
                </a:lnTo>
                <a:lnTo>
                  <a:pt x="2190750" y="1362075"/>
                </a:lnTo>
                <a:lnTo>
                  <a:pt x="2190750" y="1352550"/>
                </a:lnTo>
                <a:lnTo>
                  <a:pt x="2181225" y="1352550"/>
                </a:lnTo>
                <a:lnTo>
                  <a:pt x="2181225" y="1362075"/>
                </a:lnTo>
                <a:lnTo>
                  <a:pt x="2190750" y="1362075"/>
                </a:lnTo>
                <a:lnTo>
                  <a:pt x="2190750" y="1381125"/>
                </a:lnTo>
                <a:lnTo>
                  <a:pt x="2181225" y="1381125"/>
                </a:lnTo>
                <a:lnTo>
                  <a:pt x="2181225" y="1371600"/>
                </a:lnTo>
                <a:lnTo>
                  <a:pt x="2171700" y="1371600"/>
                </a:lnTo>
                <a:lnTo>
                  <a:pt x="2171700" y="1390650"/>
                </a:lnTo>
                <a:lnTo>
                  <a:pt x="2181225" y="1390650"/>
                </a:lnTo>
                <a:lnTo>
                  <a:pt x="2181225" y="1419225"/>
                </a:lnTo>
                <a:lnTo>
                  <a:pt x="2209800" y="1419225"/>
                </a:lnTo>
                <a:lnTo>
                  <a:pt x="2209800" y="1428750"/>
                </a:lnTo>
                <a:lnTo>
                  <a:pt x="2219325" y="1428750"/>
                </a:lnTo>
                <a:lnTo>
                  <a:pt x="2219325" y="1438275"/>
                </a:lnTo>
                <a:lnTo>
                  <a:pt x="2238375" y="1438275"/>
                </a:lnTo>
                <a:lnTo>
                  <a:pt x="2238375" y="1409700"/>
                </a:lnTo>
                <a:lnTo>
                  <a:pt x="2257425" y="1409700"/>
                </a:lnTo>
                <a:lnTo>
                  <a:pt x="2257425" y="1400175"/>
                </a:lnTo>
                <a:lnTo>
                  <a:pt x="2228850" y="1400175"/>
                </a:lnTo>
                <a:lnTo>
                  <a:pt x="2228850" y="1409700"/>
                </a:lnTo>
                <a:lnTo>
                  <a:pt x="2219325" y="1409700"/>
                </a:lnTo>
                <a:lnTo>
                  <a:pt x="2219325" y="1400175"/>
                </a:lnTo>
                <a:lnTo>
                  <a:pt x="2209800" y="1400175"/>
                </a:lnTo>
                <a:lnTo>
                  <a:pt x="2209800" y="1390650"/>
                </a:lnTo>
                <a:lnTo>
                  <a:pt x="2228850" y="1390650"/>
                </a:lnTo>
                <a:lnTo>
                  <a:pt x="2228850" y="1381125"/>
                </a:lnTo>
                <a:lnTo>
                  <a:pt x="2257425" y="1381125"/>
                </a:lnTo>
                <a:lnTo>
                  <a:pt x="2257425" y="1362075"/>
                </a:lnTo>
                <a:lnTo>
                  <a:pt x="2266950" y="1362075"/>
                </a:lnTo>
                <a:lnTo>
                  <a:pt x="2266950" y="1343025"/>
                </a:lnTo>
                <a:lnTo>
                  <a:pt x="2276475" y="1343025"/>
                </a:lnTo>
                <a:lnTo>
                  <a:pt x="2276475" y="1371600"/>
                </a:lnTo>
                <a:lnTo>
                  <a:pt x="2286000" y="1371600"/>
                </a:lnTo>
                <a:lnTo>
                  <a:pt x="2286000" y="1352550"/>
                </a:lnTo>
                <a:lnTo>
                  <a:pt x="2324100" y="1352550"/>
                </a:lnTo>
                <a:lnTo>
                  <a:pt x="2324100" y="1362075"/>
                </a:lnTo>
                <a:lnTo>
                  <a:pt x="2333625" y="1362075"/>
                </a:lnTo>
                <a:lnTo>
                  <a:pt x="2333625" y="1352550"/>
                </a:lnTo>
                <a:lnTo>
                  <a:pt x="2352675" y="1352550"/>
                </a:lnTo>
                <a:lnTo>
                  <a:pt x="2352675" y="1333500"/>
                </a:lnTo>
                <a:lnTo>
                  <a:pt x="2362200" y="1333500"/>
                </a:lnTo>
                <a:lnTo>
                  <a:pt x="2362200" y="1323975"/>
                </a:lnTo>
                <a:lnTo>
                  <a:pt x="2352675" y="1323975"/>
                </a:lnTo>
                <a:lnTo>
                  <a:pt x="2352675" y="1314450"/>
                </a:lnTo>
                <a:lnTo>
                  <a:pt x="2324100" y="1314450"/>
                </a:lnTo>
                <a:lnTo>
                  <a:pt x="2324100" y="1333500"/>
                </a:lnTo>
                <a:lnTo>
                  <a:pt x="2333625" y="1333500"/>
                </a:lnTo>
                <a:lnTo>
                  <a:pt x="2333625" y="1343025"/>
                </a:lnTo>
                <a:lnTo>
                  <a:pt x="2314575" y="1343025"/>
                </a:lnTo>
                <a:lnTo>
                  <a:pt x="2314575" y="1323975"/>
                </a:lnTo>
                <a:lnTo>
                  <a:pt x="2295525" y="1323975"/>
                </a:lnTo>
                <a:lnTo>
                  <a:pt x="2295525" y="1314450"/>
                </a:lnTo>
                <a:lnTo>
                  <a:pt x="2286000" y="1314450"/>
                </a:lnTo>
                <a:lnTo>
                  <a:pt x="2286000" y="1304925"/>
                </a:lnTo>
                <a:lnTo>
                  <a:pt x="2276475" y="1304925"/>
                </a:lnTo>
                <a:lnTo>
                  <a:pt x="2276475" y="1295400"/>
                </a:lnTo>
                <a:lnTo>
                  <a:pt x="2286000" y="1295400"/>
                </a:lnTo>
                <a:lnTo>
                  <a:pt x="2286000" y="1285875"/>
                </a:lnTo>
                <a:lnTo>
                  <a:pt x="2276475" y="1285875"/>
                </a:lnTo>
                <a:lnTo>
                  <a:pt x="2276475" y="1276350"/>
                </a:lnTo>
                <a:lnTo>
                  <a:pt x="2333625" y="1276350"/>
                </a:lnTo>
                <a:lnTo>
                  <a:pt x="2333625" y="1266825"/>
                </a:lnTo>
                <a:lnTo>
                  <a:pt x="2352675" y="1266825"/>
                </a:lnTo>
                <a:lnTo>
                  <a:pt x="2352675" y="1276350"/>
                </a:lnTo>
                <a:lnTo>
                  <a:pt x="2390775" y="1276350"/>
                </a:lnTo>
                <a:lnTo>
                  <a:pt x="2390775" y="1285875"/>
                </a:lnTo>
                <a:lnTo>
                  <a:pt x="2381250" y="1285875"/>
                </a:lnTo>
                <a:lnTo>
                  <a:pt x="2381250" y="1304925"/>
                </a:lnTo>
                <a:lnTo>
                  <a:pt x="2371725" y="1304925"/>
                </a:lnTo>
                <a:lnTo>
                  <a:pt x="2371725" y="1343025"/>
                </a:lnTo>
                <a:lnTo>
                  <a:pt x="2390775" y="1343025"/>
                </a:lnTo>
                <a:lnTo>
                  <a:pt x="2390775" y="1333500"/>
                </a:lnTo>
                <a:lnTo>
                  <a:pt x="2419350" y="1333500"/>
                </a:lnTo>
                <a:lnTo>
                  <a:pt x="2419350" y="1343025"/>
                </a:lnTo>
                <a:lnTo>
                  <a:pt x="2409825" y="1343025"/>
                </a:lnTo>
                <a:lnTo>
                  <a:pt x="2409825" y="1352550"/>
                </a:lnTo>
                <a:lnTo>
                  <a:pt x="2390775" y="1352550"/>
                </a:lnTo>
                <a:lnTo>
                  <a:pt x="2390775" y="1371600"/>
                </a:lnTo>
                <a:lnTo>
                  <a:pt x="2400300" y="1371600"/>
                </a:lnTo>
                <a:lnTo>
                  <a:pt x="2400300" y="1381125"/>
                </a:lnTo>
                <a:lnTo>
                  <a:pt x="2390775" y="1381125"/>
                </a:lnTo>
                <a:lnTo>
                  <a:pt x="2390775" y="1400175"/>
                </a:lnTo>
                <a:lnTo>
                  <a:pt x="2409825" y="1400175"/>
                </a:lnTo>
                <a:lnTo>
                  <a:pt x="2409825" y="1409700"/>
                </a:lnTo>
                <a:lnTo>
                  <a:pt x="2400300" y="1409700"/>
                </a:lnTo>
                <a:lnTo>
                  <a:pt x="2400300" y="1419225"/>
                </a:lnTo>
                <a:lnTo>
                  <a:pt x="2390775" y="1419225"/>
                </a:lnTo>
                <a:lnTo>
                  <a:pt x="2390775" y="1438275"/>
                </a:lnTo>
                <a:lnTo>
                  <a:pt x="2381250" y="1438275"/>
                </a:lnTo>
                <a:lnTo>
                  <a:pt x="2381250" y="1447800"/>
                </a:lnTo>
                <a:lnTo>
                  <a:pt x="2371725" y="1447800"/>
                </a:lnTo>
                <a:lnTo>
                  <a:pt x="2371725" y="1457325"/>
                </a:lnTo>
                <a:lnTo>
                  <a:pt x="2352675" y="1457325"/>
                </a:lnTo>
                <a:lnTo>
                  <a:pt x="2352675" y="1447800"/>
                </a:lnTo>
                <a:lnTo>
                  <a:pt x="2333625" y="1447800"/>
                </a:lnTo>
                <a:lnTo>
                  <a:pt x="2333625" y="1466850"/>
                </a:lnTo>
                <a:lnTo>
                  <a:pt x="2343150" y="1466850"/>
                </a:lnTo>
                <a:lnTo>
                  <a:pt x="2343150" y="1485900"/>
                </a:lnTo>
                <a:lnTo>
                  <a:pt x="2333625" y="1485900"/>
                </a:lnTo>
                <a:lnTo>
                  <a:pt x="2333625" y="1504950"/>
                </a:lnTo>
                <a:lnTo>
                  <a:pt x="2362200" y="1504950"/>
                </a:lnTo>
                <a:lnTo>
                  <a:pt x="2362200" y="1514475"/>
                </a:lnTo>
                <a:lnTo>
                  <a:pt x="2381250" y="1514475"/>
                </a:lnTo>
                <a:lnTo>
                  <a:pt x="2381250" y="1504950"/>
                </a:lnTo>
                <a:lnTo>
                  <a:pt x="2371725" y="1504950"/>
                </a:lnTo>
                <a:lnTo>
                  <a:pt x="2371725" y="1495425"/>
                </a:lnTo>
                <a:lnTo>
                  <a:pt x="2343150" y="1495425"/>
                </a:lnTo>
                <a:lnTo>
                  <a:pt x="2343150" y="1485900"/>
                </a:lnTo>
                <a:lnTo>
                  <a:pt x="2352675" y="1485900"/>
                </a:lnTo>
                <a:lnTo>
                  <a:pt x="2352675" y="1476375"/>
                </a:lnTo>
                <a:lnTo>
                  <a:pt x="2362200" y="1476375"/>
                </a:lnTo>
                <a:lnTo>
                  <a:pt x="2362200" y="1466850"/>
                </a:lnTo>
                <a:lnTo>
                  <a:pt x="2371725" y="1466850"/>
                </a:lnTo>
                <a:lnTo>
                  <a:pt x="2371725" y="1476375"/>
                </a:lnTo>
                <a:lnTo>
                  <a:pt x="2381250" y="1476375"/>
                </a:lnTo>
                <a:lnTo>
                  <a:pt x="2381250" y="1466850"/>
                </a:lnTo>
                <a:lnTo>
                  <a:pt x="2390775" y="1466850"/>
                </a:lnTo>
                <a:lnTo>
                  <a:pt x="2390775" y="1485900"/>
                </a:lnTo>
                <a:lnTo>
                  <a:pt x="2409825" y="1485900"/>
                </a:lnTo>
                <a:lnTo>
                  <a:pt x="2409825" y="1466850"/>
                </a:lnTo>
                <a:lnTo>
                  <a:pt x="2400300" y="1466850"/>
                </a:lnTo>
                <a:lnTo>
                  <a:pt x="2400300" y="1447800"/>
                </a:lnTo>
                <a:lnTo>
                  <a:pt x="2390775" y="1447800"/>
                </a:lnTo>
                <a:lnTo>
                  <a:pt x="2390775" y="1438275"/>
                </a:lnTo>
                <a:lnTo>
                  <a:pt x="2419350" y="1438275"/>
                </a:lnTo>
                <a:lnTo>
                  <a:pt x="2419350" y="1428750"/>
                </a:lnTo>
                <a:lnTo>
                  <a:pt x="2409825" y="1428750"/>
                </a:lnTo>
                <a:lnTo>
                  <a:pt x="2409825" y="1419225"/>
                </a:lnTo>
                <a:lnTo>
                  <a:pt x="2419350" y="1419225"/>
                </a:lnTo>
                <a:lnTo>
                  <a:pt x="2419350" y="1400175"/>
                </a:lnTo>
                <a:lnTo>
                  <a:pt x="2428875" y="1400175"/>
                </a:lnTo>
                <a:lnTo>
                  <a:pt x="2428875" y="1390650"/>
                </a:lnTo>
                <a:lnTo>
                  <a:pt x="2409825" y="1390650"/>
                </a:lnTo>
                <a:lnTo>
                  <a:pt x="2409825" y="1362075"/>
                </a:lnTo>
                <a:lnTo>
                  <a:pt x="2419350" y="1362075"/>
                </a:lnTo>
                <a:lnTo>
                  <a:pt x="2419350" y="1343025"/>
                </a:lnTo>
                <a:lnTo>
                  <a:pt x="2457450" y="1343025"/>
                </a:lnTo>
                <a:lnTo>
                  <a:pt x="2457450" y="1371600"/>
                </a:lnTo>
                <a:lnTo>
                  <a:pt x="2447925" y="1371600"/>
                </a:lnTo>
                <a:lnTo>
                  <a:pt x="2447925" y="1381125"/>
                </a:lnTo>
                <a:lnTo>
                  <a:pt x="2457450" y="1381125"/>
                </a:lnTo>
                <a:lnTo>
                  <a:pt x="2457450" y="1390650"/>
                </a:lnTo>
                <a:lnTo>
                  <a:pt x="2438400" y="1390650"/>
                </a:lnTo>
                <a:lnTo>
                  <a:pt x="2438400" y="1381125"/>
                </a:lnTo>
                <a:lnTo>
                  <a:pt x="2428875" y="1381125"/>
                </a:lnTo>
                <a:lnTo>
                  <a:pt x="2428875" y="1390650"/>
                </a:lnTo>
                <a:lnTo>
                  <a:pt x="2438400" y="1390650"/>
                </a:lnTo>
                <a:lnTo>
                  <a:pt x="2438400" y="1409700"/>
                </a:lnTo>
                <a:lnTo>
                  <a:pt x="2447925" y="1409700"/>
                </a:lnTo>
                <a:lnTo>
                  <a:pt x="2447925" y="1428750"/>
                </a:lnTo>
                <a:lnTo>
                  <a:pt x="2457450" y="1428750"/>
                </a:lnTo>
                <a:lnTo>
                  <a:pt x="2457450" y="1438275"/>
                </a:lnTo>
                <a:lnTo>
                  <a:pt x="2428875" y="1438275"/>
                </a:lnTo>
                <a:lnTo>
                  <a:pt x="2428875" y="1447800"/>
                </a:lnTo>
                <a:lnTo>
                  <a:pt x="2457450" y="1447800"/>
                </a:lnTo>
                <a:lnTo>
                  <a:pt x="2457450" y="1466850"/>
                </a:lnTo>
                <a:lnTo>
                  <a:pt x="2438400" y="1466850"/>
                </a:lnTo>
                <a:lnTo>
                  <a:pt x="2438400" y="1485900"/>
                </a:lnTo>
                <a:lnTo>
                  <a:pt x="2457450" y="1485900"/>
                </a:lnTo>
                <a:lnTo>
                  <a:pt x="2457450" y="1495425"/>
                </a:lnTo>
                <a:lnTo>
                  <a:pt x="2428875" y="1495425"/>
                </a:lnTo>
                <a:lnTo>
                  <a:pt x="2428875" y="1514475"/>
                </a:lnTo>
                <a:lnTo>
                  <a:pt x="2438400" y="1514475"/>
                </a:lnTo>
                <a:lnTo>
                  <a:pt x="2438400" y="1524000"/>
                </a:lnTo>
                <a:lnTo>
                  <a:pt x="2428875" y="1524000"/>
                </a:lnTo>
                <a:lnTo>
                  <a:pt x="2428875" y="1533525"/>
                </a:lnTo>
                <a:lnTo>
                  <a:pt x="2457450" y="1533525"/>
                </a:lnTo>
                <a:lnTo>
                  <a:pt x="2457450" y="1571625"/>
                </a:lnTo>
                <a:lnTo>
                  <a:pt x="2438400" y="1571625"/>
                </a:lnTo>
                <a:lnTo>
                  <a:pt x="2438400" y="1581150"/>
                </a:lnTo>
                <a:lnTo>
                  <a:pt x="2457450" y="1581150"/>
                </a:lnTo>
                <a:lnTo>
                  <a:pt x="2457450" y="1628775"/>
                </a:lnTo>
                <a:lnTo>
                  <a:pt x="2447925" y="1628775"/>
                </a:lnTo>
                <a:lnTo>
                  <a:pt x="2447925" y="1647825"/>
                </a:lnTo>
                <a:lnTo>
                  <a:pt x="2457450" y="1647825"/>
                </a:lnTo>
                <a:lnTo>
                  <a:pt x="2457450" y="1676400"/>
                </a:lnTo>
                <a:lnTo>
                  <a:pt x="2447925" y="1676400"/>
                </a:lnTo>
                <a:lnTo>
                  <a:pt x="2447925" y="1666875"/>
                </a:lnTo>
                <a:lnTo>
                  <a:pt x="2438400" y="1666875"/>
                </a:lnTo>
                <a:lnTo>
                  <a:pt x="2438400" y="1647825"/>
                </a:lnTo>
                <a:lnTo>
                  <a:pt x="2419350" y="1647825"/>
                </a:lnTo>
                <a:lnTo>
                  <a:pt x="2419350" y="1685925"/>
                </a:lnTo>
                <a:lnTo>
                  <a:pt x="2428875" y="1685925"/>
                </a:lnTo>
                <a:lnTo>
                  <a:pt x="2428875" y="1695450"/>
                </a:lnTo>
                <a:lnTo>
                  <a:pt x="2400300" y="1695450"/>
                </a:lnTo>
                <a:lnTo>
                  <a:pt x="2400300" y="1685925"/>
                </a:lnTo>
                <a:lnTo>
                  <a:pt x="2409825" y="1685925"/>
                </a:lnTo>
                <a:lnTo>
                  <a:pt x="2409825" y="1676400"/>
                </a:lnTo>
                <a:lnTo>
                  <a:pt x="2400300" y="1676400"/>
                </a:lnTo>
                <a:lnTo>
                  <a:pt x="2400300" y="1638300"/>
                </a:lnTo>
                <a:lnTo>
                  <a:pt x="2371725" y="1638300"/>
                </a:lnTo>
                <a:lnTo>
                  <a:pt x="2371725" y="1628775"/>
                </a:lnTo>
                <a:lnTo>
                  <a:pt x="2381250" y="1628775"/>
                </a:lnTo>
                <a:lnTo>
                  <a:pt x="2381250" y="1619250"/>
                </a:lnTo>
                <a:lnTo>
                  <a:pt x="2400300" y="1619250"/>
                </a:lnTo>
                <a:lnTo>
                  <a:pt x="2400300" y="1628775"/>
                </a:lnTo>
                <a:lnTo>
                  <a:pt x="2409825" y="1628775"/>
                </a:lnTo>
                <a:lnTo>
                  <a:pt x="2409825" y="1609725"/>
                </a:lnTo>
                <a:lnTo>
                  <a:pt x="2400300" y="1609725"/>
                </a:lnTo>
                <a:lnTo>
                  <a:pt x="2400300" y="1590675"/>
                </a:lnTo>
                <a:lnTo>
                  <a:pt x="2371725" y="1590675"/>
                </a:lnTo>
                <a:lnTo>
                  <a:pt x="2371725" y="1609725"/>
                </a:lnTo>
                <a:lnTo>
                  <a:pt x="2362200" y="1609725"/>
                </a:lnTo>
                <a:lnTo>
                  <a:pt x="2362200" y="1581150"/>
                </a:lnTo>
                <a:lnTo>
                  <a:pt x="2352675" y="1581150"/>
                </a:lnTo>
                <a:lnTo>
                  <a:pt x="2352675" y="1571625"/>
                </a:lnTo>
                <a:lnTo>
                  <a:pt x="2362200" y="1571625"/>
                </a:lnTo>
                <a:lnTo>
                  <a:pt x="2362200" y="1562100"/>
                </a:lnTo>
                <a:lnTo>
                  <a:pt x="2381250" y="1562100"/>
                </a:lnTo>
                <a:lnTo>
                  <a:pt x="2381250" y="1543050"/>
                </a:lnTo>
                <a:lnTo>
                  <a:pt x="2390775" y="1543050"/>
                </a:lnTo>
                <a:lnTo>
                  <a:pt x="2390775" y="1552575"/>
                </a:lnTo>
                <a:lnTo>
                  <a:pt x="2400300" y="1552575"/>
                </a:lnTo>
                <a:lnTo>
                  <a:pt x="2400300" y="1562100"/>
                </a:lnTo>
                <a:lnTo>
                  <a:pt x="2390775" y="1562100"/>
                </a:lnTo>
                <a:lnTo>
                  <a:pt x="2390775" y="1571625"/>
                </a:lnTo>
                <a:lnTo>
                  <a:pt x="2400300" y="1571625"/>
                </a:lnTo>
                <a:lnTo>
                  <a:pt x="2400300" y="1581150"/>
                </a:lnTo>
                <a:lnTo>
                  <a:pt x="2409825" y="1581150"/>
                </a:lnTo>
                <a:lnTo>
                  <a:pt x="2409825" y="1571625"/>
                </a:lnTo>
                <a:lnTo>
                  <a:pt x="2419350" y="1571625"/>
                </a:lnTo>
                <a:lnTo>
                  <a:pt x="2419350" y="1543050"/>
                </a:lnTo>
                <a:lnTo>
                  <a:pt x="2400300" y="1543050"/>
                </a:lnTo>
                <a:lnTo>
                  <a:pt x="2400300" y="1533525"/>
                </a:lnTo>
                <a:lnTo>
                  <a:pt x="2390775" y="1533525"/>
                </a:lnTo>
                <a:lnTo>
                  <a:pt x="2390775" y="1524000"/>
                </a:lnTo>
                <a:lnTo>
                  <a:pt x="2400300" y="1524000"/>
                </a:lnTo>
                <a:lnTo>
                  <a:pt x="2400300" y="1533525"/>
                </a:lnTo>
                <a:lnTo>
                  <a:pt x="2409825" y="1533525"/>
                </a:lnTo>
                <a:lnTo>
                  <a:pt x="2409825" y="1504950"/>
                </a:lnTo>
                <a:lnTo>
                  <a:pt x="2400300" y="1504950"/>
                </a:lnTo>
                <a:lnTo>
                  <a:pt x="2400300" y="1514475"/>
                </a:lnTo>
                <a:lnTo>
                  <a:pt x="2381250" y="1514475"/>
                </a:lnTo>
                <a:lnTo>
                  <a:pt x="2381250" y="1524000"/>
                </a:lnTo>
                <a:lnTo>
                  <a:pt x="2362200" y="1524000"/>
                </a:lnTo>
                <a:lnTo>
                  <a:pt x="2362200" y="1552575"/>
                </a:lnTo>
                <a:lnTo>
                  <a:pt x="2352675" y="1552575"/>
                </a:lnTo>
                <a:lnTo>
                  <a:pt x="2352675" y="1562100"/>
                </a:lnTo>
                <a:lnTo>
                  <a:pt x="2324100" y="1562100"/>
                </a:lnTo>
                <a:lnTo>
                  <a:pt x="2324100" y="1571625"/>
                </a:lnTo>
                <a:lnTo>
                  <a:pt x="2333625" y="1571625"/>
                </a:lnTo>
                <a:lnTo>
                  <a:pt x="2333625" y="1581150"/>
                </a:lnTo>
                <a:lnTo>
                  <a:pt x="2343150" y="1581150"/>
                </a:lnTo>
                <a:lnTo>
                  <a:pt x="2343150" y="1590675"/>
                </a:lnTo>
                <a:lnTo>
                  <a:pt x="2324100" y="1590675"/>
                </a:lnTo>
                <a:lnTo>
                  <a:pt x="2324100" y="1609725"/>
                </a:lnTo>
                <a:lnTo>
                  <a:pt x="2314575" y="1609725"/>
                </a:lnTo>
                <a:lnTo>
                  <a:pt x="2314575" y="1619250"/>
                </a:lnTo>
                <a:lnTo>
                  <a:pt x="2343150" y="1619250"/>
                </a:lnTo>
                <a:lnTo>
                  <a:pt x="2343150" y="1609725"/>
                </a:lnTo>
                <a:lnTo>
                  <a:pt x="2362200" y="1609725"/>
                </a:lnTo>
                <a:lnTo>
                  <a:pt x="2362200" y="1619250"/>
                </a:lnTo>
                <a:lnTo>
                  <a:pt x="2352675" y="1619250"/>
                </a:lnTo>
                <a:lnTo>
                  <a:pt x="2352675" y="1628775"/>
                </a:lnTo>
                <a:lnTo>
                  <a:pt x="2343150" y="1628775"/>
                </a:lnTo>
                <a:lnTo>
                  <a:pt x="2343150" y="1638300"/>
                </a:lnTo>
                <a:lnTo>
                  <a:pt x="2314575" y="1638300"/>
                </a:lnTo>
                <a:lnTo>
                  <a:pt x="2314575" y="1657350"/>
                </a:lnTo>
                <a:lnTo>
                  <a:pt x="2295525" y="1657350"/>
                </a:lnTo>
                <a:lnTo>
                  <a:pt x="2295525" y="1647825"/>
                </a:lnTo>
                <a:lnTo>
                  <a:pt x="2286000" y="1647825"/>
                </a:lnTo>
                <a:lnTo>
                  <a:pt x="2286000" y="1638300"/>
                </a:lnTo>
                <a:lnTo>
                  <a:pt x="2295525" y="1638300"/>
                </a:lnTo>
                <a:lnTo>
                  <a:pt x="2295525" y="1619250"/>
                </a:lnTo>
                <a:lnTo>
                  <a:pt x="2286000" y="1619250"/>
                </a:lnTo>
                <a:lnTo>
                  <a:pt x="2286000" y="1609725"/>
                </a:lnTo>
                <a:lnTo>
                  <a:pt x="2276475" y="1609725"/>
                </a:lnTo>
                <a:lnTo>
                  <a:pt x="2276475" y="1571625"/>
                </a:lnTo>
                <a:lnTo>
                  <a:pt x="2266950" y="1571625"/>
                </a:lnTo>
                <a:lnTo>
                  <a:pt x="2266950" y="1581150"/>
                </a:lnTo>
                <a:lnTo>
                  <a:pt x="2228850" y="1581150"/>
                </a:lnTo>
                <a:lnTo>
                  <a:pt x="2228850" y="1562100"/>
                </a:lnTo>
                <a:lnTo>
                  <a:pt x="2209800" y="1562100"/>
                </a:lnTo>
                <a:lnTo>
                  <a:pt x="2209800" y="1552575"/>
                </a:lnTo>
                <a:lnTo>
                  <a:pt x="2219325" y="1552575"/>
                </a:lnTo>
                <a:lnTo>
                  <a:pt x="2219325" y="1543050"/>
                </a:lnTo>
                <a:lnTo>
                  <a:pt x="2228850" y="1543050"/>
                </a:lnTo>
                <a:lnTo>
                  <a:pt x="2228850" y="1562100"/>
                </a:lnTo>
                <a:lnTo>
                  <a:pt x="2238375" y="1562100"/>
                </a:lnTo>
                <a:lnTo>
                  <a:pt x="2238375" y="1533525"/>
                </a:lnTo>
                <a:lnTo>
                  <a:pt x="2209800" y="1533525"/>
                </a:lnTo>
                <a:lnTo>
                  <a:pt x="2209800" y="1514475"/>
                </a:lnTo>
                <a:lnTo>
                  <a:pt x="2190750" y="1514475"/>
                </a:lnTo>
                <a:lnTo>
                  <a:pt x="2190750" y="1524000"/>
                </a:lnTo>
                <a:lnTo>
                  <a:pt x="2200275" y="1524000"/>
                </a:lnTo>
                <a:lnTo>
                  <a:pt x="2200275" y="1533525"/>
                </a:lnTo>
                <a:lnTo>
                  <a:pt x="2209800" y="1533525"/>
                </a:lnTo>
                <a:lnTo>
                  <a:pt x="2209800" y="1543050"/>
                </a:lnTo>
                <a:lnTo>
                  <a:pt x="2200275" y="1543050"/>
                </a:lnTo>
                <a:lnTo>
                  <a:pt x="2200275" y="1552575"/>
                </a:lnTo>
                <a:lnTo>
                  <a:pt x="2181225" y="1552575"/>
                </a:lnTo>
                <a:lnTo>
                  <a:pt x="2181225" y="1562100"/>
                </a:lnTo>
                <a:lnTo>
                  <a:pt x="2171700" y="1562100"/>
                </a:lnTo>
                <a:lnTo>
                  <a:pt x="2171700" y="1571625"/>
                </a:lnTo>
                <a:lnTo>
                  <a:pt x="2200275" y="1571625"/>
                </a:lnTo>
                <a:lnTo>
                  <a:pt x="2200275" y="1581150"/>
                </a:lnTo>
                <a:lnTo>
                  <a:pt x="2190750" y="1581150"/>
                </a:lnTo>
                <a:lnTo>
                  <a:pt x="2190750" y="1590675"/>
                </a:lnTo>
                <a:lnTo>
                  <a:pt x="2171700" y="1590675"/>
                </a:lnTo>
                <a:lnTo>
                  <a:pt x="2171700" y="1600200"/>
                </a:lnTo>
                <a:lnTo>
                  <a:pt x="2133600" y="1600200"/>
                </a:lnTo>
                <a:lnTo>
                  <a:pt x="2133600" y="1619250"/>
                </a:lnTo>
                <a:lnTo>
                  <a:pt x="2124075" y="1619250"/>
                </a:lnTo>
                <a:lnTo>
                  <a:pt x="2124075" y="1609725"/>
                </a:lnTo>
                <a:lnTo>
                  <a:pt x="2114550" y="1609725"/>
                </a:lnTo>
                <a:lnTo>
                  <a:pt x="2114550" y="1638300"/>
                </a:lnTo>
                <a:lnTo>
                  <a:pt x="2105025" y="1638300"/>
                </a:lnTo>
                <a:lnTo>
                  <a:pt x="2105025" y="1628775"/>
                </a:lnTo>
                <a:lnTo>
                  <a:pt x="2085975" y="1628775"/>
                </a:lnTo>
                <a:lnTo>
                  <a:pt x="2085975" y="1638300"/>
                </a:lnTo>
                <a:lnTo>
                  <a:pt x="2076450" y="1638300"/>
                </a:lnTo>
                <a:lnTo>
                  <a:pt x="2076450" y="1590675"/>
                </a:lnTo>
                <a:lnTo>
                  <a:pt x="2057400" y="1590675"/>
                </a:lnTo>
                <a:lnTo>
                  <a:pt x="2057400" y="1600200"/>
                </a:lnTo>
                <a:lnTo>
                  <a:pt x="2047875" y="1600200"/>
                </a:lnTo>
                <a:lnTo>
                  <a:pt x="2047875" y="1619250"/>
                </a:lnTo>
                <a:lnTo>
                  <a:pt x="2057400" y="1619250"/>
                </a:lnTo>
                <a:lnTo>
                  <a:pt x="2057400" y="1609725"/>
                </a:lnTo>
                <a:lnTo>
                  <a:pt x="2066925" y="1609725"/>
                </a:lnTo>
                <a:lnTo>
                  <a:pt x="2066925" y="1619250"/>
                </a:lnTo>
                <a:lnTo>
                  <a:pt x="2057400" y="1619250"/>
                </a:lnTo>
                <a:lnTo>
                  <a:pt x="2057400" y="1628775"/>
                </a:lnTo>
                <a:lnTo>
                  <a:pt x="2066925" y="1628775"/>
                </a:lnTo>
                <a:lnTo>
                  <a:pt x="2066925" y="1638300"/>
                </a:lnTo>
                <a:lnTo>
                  <a:pt x="2047875" y="1638300"/>
                </a:lnTo>
                <a:lnTo>
                  <a:pt x="2047875" y="1628775"/>
                </a:lnTo>
                <a:lnTo>
                  <a:pt x="2038350" y="1628775"/>
                </a:lnTo>
                <a:lnTo>
                  <a:pt x="2038350" y="1638300"/>
                </a:lnTo>
                <a:lnTo>
                  <a:pt x="2028825" y="1638300"/>
                </a:lnTo>
                <a:lnTo>
                  <a:pt x="2028825" y="1666875"/>
                </a:lnTo>
                <a:lnTo>
                  <a:pt x="2019300" y="1666875"/>
                </a:lnTo>
                <a:lnTo>
                  <a:pt x="2019300" y="1628775"/>
                </a:lnTo>
                <a:lnTo>
                  <a:pt x="2009775" y="1628775"/>
                </a:lnTo>
                <a:lnTo>
                  <a:pt x="2009775" y="1609725"/>
                </a:lnTo>
                <a:lnTo>
                  <a:pt x="2019300" y="1609725"/>
                </a:lnTo>
                <a:lnTo>
                  <a:pt x="2019300" y="1600200"/>
                </a:lnTo>
                <a:lnTo>
                  <a:pt x="2009775" y="1600200"/>
                </a:lnTo>
                <a:lnTo>
                  <a:pt x="2009775" y="1590675"/>
                </a:lnTo>
                <a:lnTo>
                  <a:pt x="1990725" y="1590675"/>
                </a:lnTo>
                <a:lnTo>
                  <a:pt x="1990725" y="1581150"/>
                </a:lnTo>
                <a:lnTo>
                  <a:pt x="2000250" y="1581150"/>
                </a:lnTo>
                <a:lnTo>
                  <a:pt x="2000250" y="1571625"/>
                </a:lnTo>
                <a:lnTo>
                  <a:pt x="1990725" y="1571625"/>
                </a:lnTo>
                <a:lnTo>
                  <a:pt x="1990725" y="1562100"/>
                </a:lnTo>
                <a:lnTo>
                  <a:pt x="2009775" y="1562100"/>
                </a:lnTo>
                <a:lnTo>
                  <a:pt x="2009775" y="1571625"/>
                </a:lnTo>
                <a:lnTo>
                  <a:pt x="2047875" y="1571625"/>
                </a:lnTo>
                <a:lnTo>
                  <a:pt x="2047875" y="1543050"/>
                </a:lnTo>
                <a:lnTo>
                  <a:pt x="2038350" y="1543050"/>
                </a:lnTo>
                <a:lnTo>
                  <a:pt x="2038350" y="1533525"/>
                </a:lnTo>
                <a:lnTo>
                  <a:pt x="2066925" y="1533525"/>
                </a:lnTo>
                <a:lnTo>
                  <a:pt x="2066925" y="1524000"/>
                </a:lnTo>
                <a:lnTo>
                  <a:pt x="2057400" y="1524000"/>
                </a:lnTo>
                <a:lnTo>
                  <a:pt x="2057400" y="1514475"/>
                </a:lnTo>
                <a:lnTo>
                  <a:pt x="2047875" y="1514475"/>
                </a:lnTo>
                <a:lnTo>
                  <a:pt x="2047875" y="1485900"/>
                </a:lnTo>
                <a:lnTo>
                  <a:pt x="2038350" y="1485900"/>
                </a:lnTo>
                <a:lnTo>
                  <a:pt x="2038350" y="1476375"/>
                </a:lnTo>
                <a:lnTo>
                  <a:pt x="2028825" y="1476375"/>
                </a:lnTo>
                <a:lnTo>
                  <a:pt x="2028825" y="1466850"/>
                </a:lnTo>
                <a:lnTo>
                  <a:pt x="2009775" y="1466850"/>
                </a:lnTo>
                <a:lnTo>
                  <a:pt x="2009775" y="1476375"/>
                </a:lnTo>
                <a:lnTo>
                  <a:pt x="2000250" y="1476375"/>
                </a:lnTo>
                <a:lnTo>
                  <a:pt x="2000250" y="1466850"/>
                </a:lnTo>
                <a:lnTo>
                  <a:pt x="1990725" y="1466850"/>
                </a:lnTo>
                <a:lnTo>
                  <a:pt x="1990725" y="1428750"/>
                </a:lnTo>
                <a:lnTo>
                  <a:pt x="2000250" y="1428750"/>
                </a:lnTo>
                <a:lnTo>
                  <a:pt x="2000250" y="1447800"/>
                </a:lnTo>
                <a:lnTo>
                  <a:pt x="2019300" y="1447800"/>
                </a:lnTo>
                <a:lnTo>
                  <a:pt x="2019300" y="1457325"/>
                </a:lnTo>
                <a:lnTo>
                  <a:pt x="2028825" y="1457325"/>
                </a:lnTo>
                <a:lnTo>
                  <a:pt x="2028825" y="1466850"/>
                </a:lnTo>
                <a:lnTo>
                  <a:pt x="2038350" y="1466850"/>
                </a:lnTo>
                <a:lnTo>
                  <a:pt x="2038350" y="1447800"/>
                </a:lnTo>
                <a:lnTo>
                  <a:pt x="2047875" y="1447800"/>
                </a:lnTo>
                <a:lnTo>
                  <a:pt x="2047875" y="1419225"/>
                </a:lnTo>
                <a:lnTo>
                  <a:pt x="2057400" y="1419225"/>
                </a:lnTo>
                <a:lnTo>
                  <a:pt x="2057400" y="1409700"/>
                </a:lnTo>
                <a:lnTo>
                  <a:pt x="2047875" y="1409700"/>
                </a:lnTo>
                <a:lnTo>
                  <a:pt x="2047875" y="1390650"/>
                </a:lnTo>
                <a:lnTo>
                  <a:pt x="2038350" y="1390650"/>
                </a:lnTo>
                <a:lnTo>
                  <a:pt x="2038350" y="1362075"/>
                </a:lnTo>
                <a:lnTo>
                  <a:pt x="2028825" y="1362075"/>
                </a:lnTo>
                <a:lnTo>
                  <a:pt x="2028825" y="1352550"/>
                </a:lnTo>
                <a:lnTo>
                  <a:pt x="2019300" y="1352550"/>
                </a:lnTo>
                <a:lnTo>
                  <a:pt x="2019300" y="1333500"/>
                </a:lnTo>
                <a:lnTo>
                  <a:pt x="2009775" y="1333500"/>
                </a:lnTo>
                <a:lnTo>
                  <a:pt x="2009775" y="1323975"/>
                </a:lnTo>
                <a:lnTo>
                  <a:pt x="1990725" y="1323975"/>
                </a:lnTo>
                <a:lnTo>
                  <a:pt x="1990725" y="1314450"/>
                </a:lnTo>
                <a:lnTo>
                  <a:pt x="1981200" y="1314450"/>
                </a:lnTo>
                <a:lnTo>
                  <a:pt x="1981200" y="1304925"/>
                </a:lnTo>
                <a:lnTo>
                  <a:pt x="2000250" y="1304925"/>
                </a:lnTo>
                <a:lnTo>
                  <a:pt x="2000250" y="1295400"/>
                </a:lnTo>
                <a:lnTo>
                  <a:pt x="2028825" y="1295400"/>
                </a:lnTo>
                <a:lnTo>
                  <a:pt x="2028825" y="1285875"/>
                </a:lnTo>
                <a:lnTo>
                  <a:pt x="2066925" y="1285875"/>
                </a:lnTo>
                <a:close/>
                <a:moveTo>
                  <a:pt x="2181225" y="1266825"/>
                </a:moveTo>
                <a:lnTo>
                  <a:pt x="2200275" y="1266825"/>
                </a:lnTo>
                <a:lnTo>
                  <a:pt x="2200275" y="1276350"/>
                </a:lnTo>
                <a:lnTo>
                  <a:pt x="2181225" y="1276350"/>
                </a:lnTo>
                <a:close/>
                <a:moveTo>
                  <a:pt x="2247900" y="1266825"/>
                </a:moveTo>
                <a:lnTo>
                  <a:pt x="2257425" y="1266825"/>
                </a:lnTo>
                <a:lnTo>
                  <a:pt x="2257425" y="1276350"/>
                </a:lnTo>
                <a:lnTo>
                  <a:pt x="2247900" y="1276350"/>
                </a:lnTo>
                <a:close/>
                <a:moveTo>
                  <a:pt x="2447925" y="1266825"/>
                </a:moveTo>
                <a:lnTo>
                  <a:pt x="2457450" y="1266825"/>
                </a:lnTo>
                <a:lnTo>
                  <a:pt x="2457450" y="1285875"/>
                </a:lnTo>
                <a:lnTo>
                  <a:pt x="2438400" y="1285875"/>
                </a:lnTo>
                <a:lnTo>
                  <a:pt x="2438400" y="1276350"/>
                </a:lnTo>
                <a:lnTo>
                  <a:pt x="2447925" y="1276350"/>
                </a:lnTo>
                <a:close/>
                <a:moveTo>
                  <a:pt x="533400" y="1276350"/>
                </a:moveTo>
                <a:lnTo>
                  <a:pt x="542925" y="1276350"/>
                </a:lnTo>
                <a:lnTo>
                  <a:pt x="542925" y="1285875"/>
                </a:lnTo>
                <a:lnTo>
                  <a:pt x="533400" y="1285875"/>
                </a:lnTo>
                <a:close/>
                <a:moveTo>
                  <a:pt x="781050" y="1276350"/>
                </a:moveTo>
                <a:lnTo>
                  <a:pt x="790575" y="1276350"/>
                </a:lnTo>
                <a:lnTo>
                  <a:pt x="790575" y="1285875"/>
                </a:lnTo>
                <a:lnTo>
                  <a:pt x="781050" y="1285875"/>
                </a:lnTo>
                <a:close/>
                <a:moveTo>
                  <a:pt x="2228850" y="1276350"/>
                </a:moveTo>
                <a:lnTo>
                  <a:pt x="2238375" y="1276350"/>
                </a:lnTo>
                <a:lnTo>
                  <a:pt x="2238375" y="1285875"/>
                </a:lnTo>
                <a:lnTo>
                  <a:pt x="2228850" y="1285875"/>
                </a:lnTo>
                <a:close/>
                <a:moveTo>
                  <a:pt x="9525" y="1285875"/>
                </a:moveTo>
                <a:lnTo>
                  <a:pt x="57150" y="1285875"/>
                </a:lnTo>
                <a:lnTo>
                  <a:pt x="57150" y="1295400"/>
                </a:lnTo>
                <a:lnTo>
                  <a:pt x="66675" y="1295400"/>
                </a:lnTo>
                <a:lnTo>
                  <a:pt x="66675" y="1285875"/>
                </a:lnTo>
                <a:lnTo>
                  <a:pt x="114300" y="1285875"/>
                </a:lnTo>
                <a:lnTo>
                  <a:pt x="114300" y="1295400"/>
                </a:lnTo>
                <a:lnTo>
                  <a:pt x="66675" y="1295400"/>
                </a:lnTo>
                <a:lnTo>
                  <a:pt x="66675" y="1304925"/>
                </a:lnTo>
                <a:lnTo>
                  <a:pt x="57150" y="1304925"/>
                </a:lnTo>
                <a:lnTo>
                  <a:pt x="57150" y="1314450"/>
                </a:lnTo>
                <a:lnTo>
                  <a:pt x="66675" y="1314450"/>
                </a:lnTo>
                <a:lnTo>
                  <a:pt x="66675" y="1343025"/>
                </a:lnTo>
                <a:lnTo>
                  <a:pt x="57150" y="1343025"/>
                </a:lnTo>
                <a:lnTo>
                  <a:pt x="57150" y="1333500"/>
                </a:lnTo>
                <a:lnTo>
                  <a:pt x="38100" y="1333500"/>
                </a:lnTo>
                <a:lnTo>
                  <a:pt x="38100" y="1314450"/>
                </a:lnTo>
                <a:lnTo>
                  <a:pt x="28575" y="1314450"/>
                </a:lnTo>
                <a:lnTo>
                  <a:pt x="28575" y="1323975"/>
                </a:lnTo>
                <a:lnTo>
                  <a:pt x="19050" y="1323975"/>
                </a:lnTo>
                <a:lnTo>
                  <a:pt x="19050" y="1371600"/>
                </a:lnTo>
                <a:lnTo>
                  <a:pt x="9525" y="1371600"/>
                </a:lnTo>
                <a:lnTo>
                  <a:pt x="9525" y="1390650"/>
                </a:lnTo>
                <a:lnTo>
                  <a:pt x="57150" y="1390650"/>
                </a:lnTo>
                <a:lnTo>
                  <a:pt x="57150" y="1400175"/>
                </a:lnTo>
                <a:lnTo>
                  <a:pt x="76200" y="1400175"/>
                </a:lnTo>
                <a:lnTo>
                  <a:pt x="76200" y="1409700"/>
                </a:lnTo>
                <a:lnTo>
                  <a:pt x="95250" y="1409700"/>
                </a:lnTo>
                <a:lnTo>
                  <a:pt x="95250" y="1390650"/>
                </a:lnTo>
                <a:lnTo>
                  <a:pt x="114300" y="1390650"/>
                </a:lnTo>
                <a:lnTo>
                  <a:pt x="114300" y="1381125"/>
                </a:lnTo>
                <a:lnTo>
                  <a:pt x="85725" y="1381125"/>
                </a:lnTo>
                <a:lnTo>
                  <a:pt x="85725" y="1371600"/>
                </a:lnTo>
                <a:lnTo>
                  <a:pt x="123825" y="1371600"/>
                </a:lnTo>
                <a:lnTo>
                  <a:pt x="123825" y="1400175"/>
                </a:lnTo>
                <a:lnTo>
                  <a:pt x="114300" y="1400175"/>
                </a:lnTo>
                <a:lnTo>
                  <a:pt x="114300" y="1438275"/>
                </a:lnTo>
                <a:lnTo>
                  <a:pt x="104775" y="1438275"/>
                </a:lnTo>
                <a:lnTo>
                  <a:pt x="104775" y="1428750"/>
                </a:lnTo>
                <a:lnTo>
                  <a:pt x="95250" y="1428750"/>
                </a:lnTo>
                <a:lnTo>
                  <a:pt x="95250" y="1419225"/>
                </a:lnTo>
                <a:lnTo>
                  <a:pt x="85725" y="1419225"/>
                </a:lnTo>
                <a:lnTo>
                  <a:pt x="85725" y="1428750"/>
                </a:lnTo>
                <a:lnTo>
                  <a:pt x="76200" y="1428750"/>
                </a:lnTo>
                <a:lnTo>
                  <a:pt x="76200" y="1447800"/>
                </a:lnTo>
                <a:lnTo>
                  <a:pt x="66675" y="1447800"/>
                </a:lnTo>
                <a:lnTo>
                  <a:pt x="66675" y="1466850"/>
                </a:lnTo>
                <a:lnTo>
                  <a:pt x="57150" y="1466850"/>
                </a:lnTo>
                <a:lnTo>
                  <a:pt x="57150" y="1457325"/>
                </a:lnTo>
                <a:lnTo>
                  <a:pt x="47625" y="1457325"/>
                </a:lnTo>
                <a:lnTo>
                  <a:pt x="47625" y="1438275"/>
                </a:lnTo>
                <a:lnTo>
                  <a:pt x="57150" y="1438275"/>
                </a:lnTo>
                <a:lnTo>
                  <a:pt x="57150" y="1428750"/>
                </a:lnTo>
                <a:lnTo>
                  <a:pt x="47625" y="1428750"/>
                </a:lnTo>
                <a:lnTo>
                  <a:pt x="47625" y="1419225"/>
                </a:lnTo>
                <a:lnTo>
                  <a:pt x="28575" y="1419225"/>
                </a:lnTo>
                <a:lnTo>
                  <a:pt x="28575" y="1409700"/>
                </a:lnTo>
                <a:lnTo>
                  <a:pt x="9525" y="1409700"/>
                </a:lnTo>
                <a:lnTo>
                  <a:pt x="9525" y="1438275"/>
                </a:lnTo>
                <a:lnTo>
                  <a:pt x="19050" y="1438275"/>
                </a:lnTo>
                <a:lnTo>
                  <a:pt x="19050" y="1447800"/>
                </a:lnTo>
                <a:lnTo>
                  <a:pt x="28575" y="1447800"/>
                </a:lnTo>
                <a:lnTo>
                  <a:pt x="28575" y="1457325"/>
                </a:lnTo>
                <a:lnTo>
                  <a:pt x="47625" y="1457325"/>
                </a:lnTo>
                <a:lnTo>
                  <a:pt x="47625" y="1466850"/>
                </a:lnTo>
                <a:lnTo>
                  <a:pt x="28575" y="1466850"/>
                </a:lnTo>
                <a:lnTo>
                  <a:pt x="28575" y="1476375"/>
                </a:lnTo>
                <a:lnTo>
                  <a:pt x="19050" y="1476375"/>
                </a:lnTo>
                <a:lnTo>
                  <a:pt x="19050" y="1485900"/>
                </a:lnTo>
                <a:lnTo>
                  <a:pt x="0" y="1485900"/>
                </a:lnTo>
                <a:lnTo>
                  <a:pt x="0" y="1295400"/>
                </a:lnTo>
                <a:lnTo>
                  <a:pt x="9525" y="1295400"/>
                </a:lnTo>
                <a:close/>
                <a:moveTo>
                  <a:pt x="1152525" y="1285875"/>
                </a:moveTo>
                <a:lnTo>
                  <a:pt x="1162050" y="1285875"/>
                </a:lnTo>
                <a:lnTo>
                  <a:pt x="1162050" y="1295400"/>
                </a:lnTo>
                <a:lnTo>
                  <a:pt x="1152525" y="1295400"/>
                </a:lnTo>
                <a:close/>
                <a:moveTo>
                  <a:pt x="542925" y="1295400"/>
                </a:moveTo>
                <a:lnTo>
                  <a:pt x="561975" y="1295400"/>
                </a:lnTo>
                <a:lnTo>
                  <a:pt x="561975" y="1304925"/>
                </a:lnTo>
                <a:lnTo>
                  <a:pt x="542925" y="1304925"/>
                </a:lnTo>
                <a:close/>
                <a:moveTo>
                  <a:pt x="2295525" y="1295400"/>
                </a:moveTo>
                <a:lnTo>
                  <a:pt x="2305050" y="1295400"/>
                </a:lnTo>
                <a:lnTo>
                  <a:pt x="2305050" y="1285875"/>
                </a:lnTo>
                <a:lnTo>
                  <a:pt x="2295525" y="1285875"/>
                </a:lnTo>
                <a:close/>
                <a:moveTo>
                  <a:pt x="2314575" y="1295400"/>
                </a:moveTo>
                <a:lnTo>
                  <a:pt x="2333625" y="1295400"/>
                </a:lnTo>
                <a:lnTo>
                  <a:pt x="2333625" y="1285875"/>
                </a:lnTo>
                <a:lnTo>
                  <a:pt x="2314575" y="1285875"/>
                </a:lnTo>
                <a:close/>
                <a:moveTo>
                  <a:pt x="2447925" y="1295400"/>
                </a:moveTo>
                <a:lnTo>
                  <a:pt x="2457450" y="1295400"/>
                </a:lnTo>
                <a:lnTo>
                  <a:pt x="2457450" y="1304925"/>
                </a:lnTo>
                <a:lnTo>
                  <a:pt x="2447925" y="1304925"/>
                </a:lnTo>
                <a:close/>
                <a:moveTo>
                  <a:pt x="28575" y="1304925"/>
                </a:moveTo>
                <a:lnTo>
                  <a:pt x="38100" y="1304925"/>
                </a:lnTo>
                <a:lnTo>
                  <a:pt x="38100" y="1295400"/>
                </a:lnTo>
                <a:lnTo>
                  <a:pt x="28575" y="1295400"/>
                </a:lnTo>
                <a:close/>
                <a:moveTo>
                  <a:pt x="1152525" y="1304925"/>
                </a:moveTo>
                <a:lnTo>
                  <a:pt x="1162050" y="1304925"/>
                </a:lnTo>
                <a:lnTo>
                  <a:pt x="1162050" y="1314450"/>
                </a:lnTo>
                <a:lnTo>
                  <a:pt x="1152525" y="1314450"/>
                </a:lnTo>
                <a:close/>
                <a:moveTo>
                  <a:pt x="1247775" y="1304925"/>
                </a:moveTo>
                <a:lnTo>
                  <a:pt x="1257300" y="1304925"/>
                </a:lnTo>
                <a:lnTo>
                  <a:pt x="1257300" y="1314450"/>
                </a:lnTo>
                <a:lnTo>
                  <a:pt x="1247775" y="1314450"/>
                </a:lnTo>
                <a:close/>
                <a:moveTo>
                  <a:pt x="1962150" y="1304925"/>
                </a:moveTo>
                <a:lnTo>
                  <a:pt x="1971675" y="1304925"/>
                </a:lnTo>
                <a:lnTo>
                  <a:pt x="1971675" y="1314450"/>
                </a:lnTo>
                <a:lnTo>
                  <a:pt x="1962150" y="1314450"/>
                </a:lnTo>
                <a:close/>
                <a:moveTo>
                  <a:pt x="2257425" y="1304925"/>
                </a:moveTo>
                <a:lnTo>
                  <a:pt x="2266950" y="1304925"/>
                </a:lnTo>
                <a:lnTo>
                  <a:pt x="2266950" y="1314450"/>
                </a:lnTo>
                <a:lnTo>
                  <a:pt x="2257425" y="1314450"/>
                </a:lnTo>
                <a:close/>
                <a:moveTo>
                  <a:pt x="342900" y="1314450"/>
                </a:moveTo>
                <a:lnTo>
                  <a:pt x="352425" y="1314450"/>
                </a:lnTo>
                <a:lnTo>
                  <a:pt x="352425" y="1323975"/>
                </a:lnTo>
                <a:lnTo>
                  <a:pt x="342900" y="1323975"/>
                </a:lnTo>
                <a:close/>
                <a:moveTo>
                  <a:pt x="1971675" y="1314450"/>
                </a:moveTo>
                <a:lnTo>
                  <a:pt x="1981200" y="1314450"/>
                </a:lnTo>
                <a:lnTo>
                  <a:pt x="1981200" y="1323975"/>
                </a:lnTo>
                <a:lnTo>
                  <a:pt x="1971675" y="1323975"/>
                </a:lnTo>
                <a:close/>
                <a:moveTo>
                  <a:pt x="2009775" y="1314450"/>
                </a:moveTo>
                <a:lnTo>
                  <a:pt x="2019300" y="1314450"/>
                </a:lnTo>
                <a:lnTo>
                  <a:pt x="2019300" y="1304925"/>
                </a:lnTo>
                <a:lnTo>
                  <a:pt x="2009775" y="1304925"/>
                </a:lnTo>
                <a:close/>
                <a:moveTo>
                  <a:pt x="600075" y="1333500"/>
                </a:moveTo>
                <a:lnTo>
                  <a:pt x="609600" y="1333500"/>
                </a:lnTo>
                <a:lnTo>
                  <a:pt x="609600" y="1343025"/>
                </a:lnTo>
                <a:lnTo>
                  <a:pt x="600075" y="1343025"/>
                </a:lnTo>
                <a:close/>
                <a:moveTo>
                  <a:pt x="2133600" y="1333500"/>
                </a:moveTo>
                <a:lnTo>
                  <a:pt x="2152650" y="1333500"/>
                </a:lnTo>
                <a:lnTo>
                  <a:pt x="2152650" y="1295400"/>
                </a:lnTo>
                <a:lnTo>
                  <a:pt x="2143125" y="1295400"/>
                </a:lnTo>
                <a:lnTo>
                  <a:pt x="2143125" y="1314450"/>
                </a:lnTo>
                <a:lnTo>
                  <a:pt x="2133600" y="1314450"/>
                </a:lnTo>
                <a:close/>
                <a:moveTo>
                  <a:pt x="647700" y="1343025"/>
                </a:moveTo>
                <a:lnTo>
                  <a:pt x="657225" y="1343025"/>
                </a:lnTo>
                <a:lnTo>
                  <a:pt x="657225" y="1352550"/>
                </a:lnTo>
                <a:lnTo>
                  <a:pt x="647700" y="1352550"/>
                </a:lnTo>
                <a:close/>
                <a:moveTo>
                  <a:pt x="1066800" y="1343025"/>
                </a:moveTo>
                <a:lnTo>
                  <a:pt x="1076325" y="1343025"/>
                </a:lnTo>
                <a:lnTo>
                  <a:pt x="1076325" y="1371600"/>
                </a:lnTo>
                <a:lnTo>
                  <a:pt x="1066800" y="1371600"/>
                </a:lnTo>
                <a:close/>
                <a:moveTo>
                  <a:pt x="1285875" y="1343025"/>
                </a:moveTo>
                <a:lnTo>
                  <a:pt x="1304925" y="1343025"/>
                </a:lnTo>
                <a:lnTo>
                  <a:pt x="1304925" y="1352550"/>
                </a:lnTo>
                <a:lnTo>
                  <a:pt x="1314450" y="1352550"/>
                </a:lnTo>
                <a:lnTo>
                  <a:pt x="1314450" y="1362075"/>
                </a:lnTo>
                <a:lnTo>
                  <a:pt x="1304925" y="1362075"/>
                </a:lnTo>
                <a:lnTo>
                  <a:pt x="1304925" y="1371600"/>
                </a:lnTo>
                <a:lnTo>
                  <a:pt x="1295400" y="1371600"/>
                </a:lnTo>
                <a:lnTo>
                  <a:pt x="1295400" y="1352550"/>
                </a:lnTo>
                <a:lnTo>
                  <a:pt x="1285875" y="1352550"/>
                </a:lnTo>
                <a:close/>
                <a:moveTo>
                  <a:pt x="1390650" y="1352550"/>
                </a:moveTo>
                <a:lnTo>
                  <a:pt x="1400175" y="1352550"/>
                </a:lnTo>
                <a:lnTo>
                  <a:pt x="1400175" y="1362075"/>
                </a:lnTo>
                <a:lnTo>
                  <a:pt x="1390650" y="1362075"/>
                </a:lnTo>
                <a:close/>
                <a:moveTo>
                  <a:pt x="1990725" y="1352550"/>
                </a:moveTo>
                <a:lnTo>
                  <a:pt x="2009775" y="1352550"/>
                </a:lnTo>
                <a:lnTo>
                  <a:pt x="2009775" y="1390650"/>
                </a:lnTo>
                <a:lnTo>
                  <a:pt x="1990725" y="1390650"/>
                </a:lnTo>
                <a:close/>
                <a:moveTo>
                  <a:pt x="2124075" y="1352550"/>
                </a:moveTo>
                <a:lnTo>
                  <a:pt x="2133600" y="1352550"/>
                </a:lnTo>
                <a:lnTo>
                  <a:pt x="2133600" y="1362075"/>
                </a:lnTo>
                <a:lnTo>
                  <a:pt x="2143125" y="1362075"/>
                </a:lnTo>
                <a:lnTo>
                  <a:pt x="2143125" y="1343025"/>
                </a:lnTo>
                <a:lnTo>
                  <a:pt x="2114550" y="1343025"/>
                </a:lnTo>
                <a:lnTo>
                  <a:pt x="2114550" y="1362075"/>
                </a:lnTo>
                <a:lnTo>
                  <a:pt x="2124075" y="1362075"/>
                </a:lnTo>
                <a:close/>
                <a:moveTo>
                  <a:pt x="38100" y="1362075"/>
                </a:moveTo>
                <a:lnTo>
                  <a:pt x="57150" y="1362075"/>
                </a:lnTo>
                <a:lnTo>
                  <a:pt x="57150" y="1381125"/>
                </a:lnTo>
                <a:lnTo>
                  <a:pt x="47625" y="1381125"/>
                </a:lnTo>
                <a:lnTo>
                  <a:pt x="47625" y="1371600"/>
                </a:lnTo>
                <a:lnTo>
                  <a:pt x="38100" y="1371600"/>
                </a:lnTo>
                <a:close/>
                <a:moveTo>
                  <a:pt x="1047750" y="1362075"/>
                </a:moveTo>
                <a:lnTo>
                  <a:pt x="1057275" y="1362075"/>
                </a:lnTo>
                <a:lnTo>
                  <a:pt x="1057275" y="1371600"/>
                </a:lnTo>
                <a:lnTo>
                  <a:pt x="1047750" y="1371600"/>
                </a:lnTo>
                <a:close/>
                <a:moveTo>
                  <a:pt x="1381125" y="1362075"/>
                </a:moveTo>
                <a:lnTo>
                  <a:pt x="1390650" y="1362075"/>
                </a:lnTo>
                <a:lnTo>
                  <a:pt x="1390650" y="1381125"/>
                </a:lnTo>
                <a:lnTo>
                  <a:pt x="1371600" y="1381125"/>
                </a:lnTo>
                <a:lnTo>
                  <a:pt x="1371600" y="1371600"/>
                </a:lnTo>
                <a:lnTo>
                  <a:pt x="1381125" y="1371600"/>
                </a:lnTo>
                <a:close/>
                <a:moveTo>
                  <a:pt x="1619250" y="1362075"/>
                </a:moveTo>
                <a:lnTo>
                  <a:pt x="1628775" y="1362075"/>
                </a:lnTo>
                <a:lnTo>
                  <a:pt x="1628775" y="1371600"/>
                </a:lnTo>
                <a:lnTo>
                  <a:pt x="1619250" y="1371600"/>
                </a:lnTo>
                <a:close/>
                <a:moveTo>
                  <a:pt x="1647825" y="1362075"/>
                </a:moveTo>
                <a:lnTo>
                  <a:pt x="1666875" y="1362075"/>
                </a:lnTo>
                <a:lnTo>
                  <a:pt x="1666875" y="1381125"/>
                </a:lnTo>
                <a:lnTo>
                  <a:pt x="1657350" y="1381125"/>
                </a:lnTo>
                <a:lnTo>
                  <a:pt x="1657350" y="1400175"/>
                </a:lnTo>
                <a:lnTo>
                  <a:pt x="1666875" y="1400175"/>
                </a:lnTo>
                <a:lnTo>
                  <a:pt x="1666875" y="1409700"/>
                </a:lnTo>
                <a:lnTo>
                  <a:pt x="1647825" y="1409700"/>
                </a:lnTo>
                <a:lnTo>
                  <a:pt x="1647825" y="1390650"/>
                </a:lnTo>
                <a:lnTo>
                  <a:pt x="1628775" y="1390650"/>
                </a:lnTo>
                <a:lnTo>
                  <a:pt x="1628775" y="1381125"/>
                </a:lnTo>
                <a:lnTo>
                  <a:pt x="1647825" y="1381125"/>
                </a:lnTo>
                <a:close/>
                <a:moveTo>
                  <a:pt x="485775" y="1371600"/>
                </a:moveTo>
                <a:lnTo>
                  <a:pt x="495300" y="1371600"/>
                </a:lnTo>
                <a:lnTo>
                  <a:pt x="495300" y="1390650"/>
                </a:lnTo>
                <a:lnTo>
                  <a:pt x="457200" y="1390650"/>
                </a:lnTo>
                <a:lnTo>
                  <a:pt x="457200" y="1381125"/>
                </a:lnTo>
                <a:lnTo>
                  <a:pt x="485775" y="1381125"/>
                </a:lnTo>
                <a:close/>
                <a:moveTo>
                  <a:pt x="904875" y="1371600"/>
                </a:moveTo>
                <a:lnTo>
                  <a:pt x="914400" y="1371600"/>
                </a:lnTo>
                <a:lnTo>
                  <a:pt x="914400" y="1381125"/>
                </a:lnTo>
                <a:lnTo>
                  <a:pt x="904875" y="1381125"/>
                </a:lnTo>
                <a:close/>
                <a:moveTo>
                  <a:pt x="1028700" y="1371600"/>
                </a:moveTo>
                <a:lnTo>
                  <a:pt x="1038225" y="1371600"/>
                </a:lnTo>
                <a:lnTo>
                  <a:pt x="1038225" y="1381125"/>
                </a:lnTo>
                <a:lnTo>
                  <a:pt x="1047750" y="1381125"/>
                </a:lnTo>
                <a:lnTo>
                  <a:pt x="1047750" y="1390650"/>
                </a:lnTo>
                <a:lnTo>
                  <a:pt x="1019175" y="1390650"/>
                </a:lnTo>
                <a:lnTo>
                  <a:pt x="1019175" y="1381125"/>
                </a:lnTo>
                <a:lnTo>
                  <a:pt x="1028700" y="1381125"/>
                </a:lnTo>
                <a:close/>
                <a:moveTo>
                  <a:pt x="2428875" y="1371600"/>
                </a:moveTo>
                <a:lnTo>
                  <a:pt x="2438400" y="1371600"/>
                </a:lnTo>
                <a:lnTo>
                  <a:pt x="2438400" y="1352550"/>
                </a:lnTo>
                <a:lnTo>
                  <a:pt x="2428875" y="1352550"/>
                </a:lnTo>
                <a:close/>
                <a:moveTo>
                  <a:pt x="1390650" y="1381125"/>
                </a:moveTo>
                <a:lnTo>
                  <a:pt x="1400175" y="1381125"/>
                </a:lnTo>
                <a:lnTo>
                  <a:pt x="1400175" y="1390650"/>
                </a:lnTo>
                <a:lnTo>
                  <a:pt x="1390650" y="1390650"/>
                </a:lnTo>
                <a:close/>
                <a:moveTo>
                  <a:pt x="2152650" y="1381125"/>
                </a:moveTo>
                <a:lnTo>
                  <a:pt x="2133600" y="1381125"/>
                </a:lnTo>
                <a:lnTo>
                  <a:pt x="2133600" y="1400175"/>
                </a:lnTo>
                <a:lnTo>
                  <a:pt x="2124075" y="1400175"/>
                </a:lnTo>
                <a:lnTo>
                  <a:pt x="2124075" y="1419225"/>
                </a:lnTo>
                <a:lnTo>
                  <a:pt x="2133600" y="1419225"/>
                </a:lnTo>
                <a:lnTo>
                  <a:pt x="2133600" y="1428750"/>
                </a:lnTo>
                <a:lnTo>
                  <a:pt x="2124075" y="1428750"/>
                </a:lnTo>
                <a:lnTo>
                  <a:pt x="2124075" y="1438275"/>
                </a:lnTo>
                <a:lnTo>
                  <a:pt x="2114550" y="1438275"/>
                </a:lnTo>
                <a:lnTo>
                  <a:pt x="2114550" y="1447800"/>
                </a:lnTo>
                <a:lnTo>
                  <a:pt x="2124075" y="1447800"/>
                </a:lnTo>
                <a:lnTo>
                  <a:pt x="2124075" y="1457325"/>
                </a:lnTo>
                <a:lnTo>
                  <a:pt x="2105025" y="1457325"/>
                </a:lnTo>
                <a:lnTo>
                  <a:pt x="2105025" y="1476375"/>
                </a:lnTo>
                <a:lnTo>
                  <a:pt x="2095500" y="1476375"/>
                </a:lnTo>
                <a:lnTo>
                  <a:pt x="2095500" y="1485900"/>
                </a:lnTo>
                <a:lnTo>
                  <a:pt x="2085975" y="1485900"/>
                </a:lnTo>
                <a:lnTo>
                  <a:pt x="2085975" y="1466850"/>
                </a:lnTo>
                <a:lnTo>
                  <a:pt x="2057400" y="1466850"/>
                </a:lnTo>
                <a:lnTo>
                  <a:pt x="2057400" y="1514475"/>
                </a:lnTo>
                <a:lnTo>
                  <a:pt x="2066925" y="1514475"/>
                </a:lnTo>
                <a:lnTo>
                  <a:pt x="2066925" y="1504950"/>
                </a:lnTo>
                <a:lnTo>
                  <a:pt x="2085975" y="1504950"/>
                </a:lnTo>
                <a:lnTo>
                  <a:pt x="2085975" y="1495425"/>
                </a:lnTo>
                <a:lnTo>
                  <a:pt x="2095500" y="1495425"/>
                </a:lnTo>
                <a:lnTo>
                  <a:pt x="2095500" y="1514475"/>
                </a:lnTo>
                <a:lnTo>
                  <a:pt x="2085975" y="1514475"/>
                </a:lnTo>
                <a:lnTo>
                  <a:pt x="2085975" y="1524000"/>
                </a:lnTo>
                <a:lnTo>
                  <a:pt x="2076450" y="1524000"/>
                </a:lnTo>
                <a:lnTo>
                  <a:pt x="2076450" y="1533525"/>
                </a:lnTo>
                <a:lnTo>
                  <a:pt x="2105025" y="1533525"/>
                </a:lnTo>
                <a:lnTo>
                  <a:pt x="2105025" y="1485900"/>
                </a:lnTo>
                <a:lnTo>
                  <a:pt x="2124075" y="1485900"/>
                </a:lnTo>
                <a:lnTo>
                  <a:pt x="2124075" y="1476375"/>
                </a:lnTo>
                <a:lnTo>
                  <a:pt x="2133600" y="1476375"/>
                </a:lnTo>
                <a:lnTo>
                  <a:pt x="2133600" y="1457325"/>
                </a:lnTo>
                <a:lnTo>
                  <a:pt x="2143125" y="1457325"/>
                </a:lnTo>
                <a:lnTo>
                  <a:pt x="2143125" y="1447800"/>
                </a:lnTo>
                <a:lnTo>
                  <a:pt x="2152650" y="1447800"/>
                </a:lnTo>
                <a:lnTo>
                  <a:pt x="2152650" y="1428750"/>
                </a:lnTo>
                <a:lnTo>
                  <a:pt x="2171700" y="1428750"/>
                </a:lnTo>
                <a:lnTo>
                  <a:pt x="2171700" y="1419225"/>
                </a:lnTo>
                <a:lnTo>
                  <a:pt x="2162175" y="1419225"/>
                </a:lnTo>
                <a:lnTo>
                  <a:pt x="2162175" y="1400175"/>
                </a:lnTo>
                <a:lnTo>
                  <a:pt x="2152650" y="1400175"/>
                </a:lnTo>
                <a:close/>
                <a:moveTo>
                  <a:pt x="2152650" y="1381125"/>
                </a:moveTo>
                <a:lnTo>
                  <a:pt x="2162175" y="1381125"/>
                </a:lnTo>
                <a:lnTo>
                  <a:pt x="2162175" y="1362075"/>
                </a:lnTo>
                <a:lnTo>
                  <a:pt x="2152650" y="1362075"/>
                </a:lnTo>
                <a:close/>
                <a:moveTo>
                  <a:pt x="1209675" y="1390650"/>
                </a:moveTo>
                <a:lnTo>
                  <a:pt x="1219200" y="1390650"/>
                </a:lnTo>
                <a:lnTo>
                  <a:pt x="1219200" y="1400175"/>
                </a:lnTo>
                <a:lnTo>
                  <a:pt x="1209675" y="1400175"/>
                </a:lnTo>
                <a:close/>
                <a:moveTo>
                  <a:pt x="1400175" y="1390650"/>
                </a:moveTo>
                <a:lnTo>
                  <a:pt x="1409700" y="1390650"/>
                </a:lnTo>
                <a:lnTo>
                  <a:pt x="1409700" y="1400175"/>
                </a:lnTo>
                <a:lnTo>
                  <a:pt x="1400175" y="1400175"/>
                </a:lnTo>
                <a:close/>
                <a:moveTo>
                  <a:pt x="1200150" y="1400175"/>
                </a:moveTo>
                <a:lnTo>
                  <a:pt x="1209675" y="1400175"/>
                </a:lnTo>
                <a:lnTo>
                  <a:pt x="1209675" y="1409700"/>
                </a:lnTo>
                <a:lnTo>
                  <a:pt x="1200150" y="1409700"/>
                </a:lnTo>
                <a:close/>
                <a:moveTo>
                  <a:pt x="2000250" y="1400175"/>
                </a:moveTo>
                <a:lnTo>
                  <a:pt x="2019300" y="1400175"/>
                </a:lnTo>
                <a:lnTo>
                  <a:pt x="2019300" y="1409700"/>
                </a:lnTo>
                <a:lnTo>
                  <a:pt x="2009775" y="1409700"/>
                </a:lnTo>
                <a:lnTo>
                  <a:pt x="2009775" y="1419225"/>
                </a:lnTo>
                <a:lnTo>
                  <a:pt x="2000250" y="1419225"/>
                </a:lnTo>
                <a:close/>
                <a:moveTo>
                  <a:pt x="2305050" y="1400175"/>
                </a:moveTo>
                <a:lnTo>
                  <a:pt x="2314575" y="1400175"/>
                </a:lnTo>
                <a:lnTo>
                  <a:pt x="2314575" y="1409700"/>
                </a:lnTo>
                <a:lnTo>
                  <a:pt x="2333625" y="1409700"/>
                </a:lnTo>
                <a:lnTo>
                  <a:pt x="2333625" y="1400175"/>
                </a:lnTo>
                <a:lnTo>
                  <a:pt x="2324100" y="1400175"/>
                </a:lnTo>
                <a:lnTo>
                  <a:pt x="2324100" y="1390650"/>
                </a:lnTo>
                <a:lnTo>
                  <a:pt x="2305050" y="1390650"/>
                </a:lnTo>
                <a:close/>
                <a:moveTo>
                  <a:pt x="990600" y="1409700"/>
                </a:moveTo>
                <a:lnTo>
                  <a:pt x="1000125" y="1409700"/>
                </a:lnTo>
                <a:lnTo>
                  <a:pt x="1000125" y="1419225"/>
                </a:lnTo>
                <a:lnTo>
                  <a:pt x="990600" y="1419225"/>
                </a:lnTo>
                <a:close/>
                <a:moveTo>
                  <a:pt x="2076450" y="1409700"/>
                </a:moveTo>
                <a:lnTo>
                  <a:pt x="2085975" y="1409700"/>
                </a:lnTo>
                <a:lnTo>
                  <a:pt x="2085975" y="1381125"/>
                </a:lnTo>
                <a:lnTo>
                  <a:pt x="2076450" y="1381125"/>
                </a:lnTo>
                <a:close/>
                <a:moveTo>
                  <a:pt x="47625" y="1419225"/>
                </a:moveTo>
                <a:lnTo>
                  <a:pt x="66675" y="1419225"/>
                </a:lnTo>
                <a:lnTo>
                  <a:pt x="66675" y="1409700"/>
                </a:lnTo>
                <a:lnTo>
                  <a:pt x="47625" y="1409700"/>
                </a:lnTo>
                <a:close/>
                <a:moveTo>
                  <a:pt x="571500" y="1419225"/>
                </a:moveTo>
                <a:lnTo>
                  <a:pt x="581025" y="1419225"/>
                </a:lnTo>
                <a:lnTo>
                  <a:pt x="581025" y="1428750"/>
                </a:lnTo>
                <a:lnTo>
                  <a:pt x="571500" y="1428750"/>
                </a:lnTo>
                <a:close/>
                <a:moveTo>
                  <a:pt x="1028700" y="1419225"/>
                </a:moveTo>
                <a:lnTo>
                  <a:pt x="1038225" y="1419225"/>
                </a:lnTo>
                <a:lnTo>
                  <a:pt x="1038225" y="1438275"/>
                </a:lnTo>
                <a:lnTo>
                  <a:pt x="1028700" y="1438275"/>
                </a:lnTo>
                <a:close/>
                <a:moveTo>
                  <a:pt x="1838325" y="1419225"/>
                </a:moveTo>
                <a:lnTo>
                  <a:pt x="1847850" y="1419225"/>
                </a:lnTo>
                <a:lnTo>
                  <a:pt x="1847850" y="1438275"/>
                </a:lnTo>
                <a:lnTo>
                  <a:pt x="1838325" y="1438275"/>
                </a:lnTo>
                <a:close/>
                <a:moveTo>
                  <a:pt x="2105025" y="1419225"/>
                </a:moveTo>
                <a:lnTo>
                  <a:pt x="2095500" y="1419225"/>
                </a:lnTo>
                <a:lnTo>
                  <a:pt x="2095500" y="1447800"/>
                </a:lnTo>
                <a:lnTo>
                  <a:pt x="2105025" y="1447800"/>
                </a:lnTo>
                <a:close/>
                <a:moveTo>
                  <a:pt x="2105025" y="1419225"/>
                </a:moveTo>
                <a:lnTo>
                  <a:pt x="2114550" y="1419225"/>
                </a:lnTo>
                <a:lnTo>
                  <a:pt x="2114550" y="1390650"/>
                </a:lnTo>
                <a:lnTo>
                  <a:pt x="2105025" y="1390650"/>
                </a:lnTo>
                <a:close/>
                <a:moveTo>
                  <a:pt x="371475" y="1428750"/>
                </a:moveTo>
                <a:lnTo>
                  <a:pt x="381000" y="1428750"/>
                </a:lnTo>
                <a:lnTo>
                  <a:pt x="381000" y="1438275"/>
                </a:lnTo>
                <a:lnTo>
                  <a:pt x="371475" y="1438275"/>
                </a:lnTo>
                <a:close/>
                <a:moveTo>
                  <a:pt x="552450" y="1428750"/>
                </a:moveTo>
                <a:lnTo>
                  <a:pt x="571500" y="1428750"/>
                </a:lnTo>
                <a:lnTo>
                  <a:pt x="571500" y="1457325"/>
                </a:lnTo>
                <a:lnTo>
                  <a:pt x="561975" y="1457325"/>
                </a:lnTo>
                <a:lnTo>
                  <a:pt x="561975" y="1447800"/>
                </a:lnTo>
                <a:lnTo>
                  <a:pt x="552450" y="1447800"/>
                </a:lnTo>
                <a:close/>
                <a:moveTo>
                  <a:pt x="809625" y="1428750"/>
                </a:moveTo>
                <a:lnTo>
                  <a:pt x="819150" y="1428750"/>
                </a:lnTo>
                <a:lnTo>
                  <a:pt x="819150" y="1438275"/>
                </a:lnTo>
                <a:lnTo>
                  <a:pt x="809625" y="1438275"/>
                </a:lnTo>
                <a:close/>
                <a:moveTo>
                  <a:pt x="1790700" y="1438275"/>
                </a:moveTo>
                <a:lnTo>
                  <a:pt x="1800225" y="1438275"/>
                </a:lnTo>
                <a:lnTo>
                  <a:pt x="1800225" y="1447800"/>
                </a:lnTo>
                <a:lnTo>
                  <a:pt x="1790700" y="1447800"/>
                </a:lnTo>
                <a:close/>
                <a:moveTo>
                  <a:pt x="2057400" y="1438275"/>
                </a:moveTo>
                <a:lnTo>
                  <a:pt x="2085975" y="1438275"/>
                </a:lnTo>
                <a:lnTo>
                  <a:pt x="2085975" y="1428750"/>
                </a:lnTo>
                <a:lnTo>
                  <a:pt x="2066925" y="1428750"/>
                </a:lnTo>
                <a:lnTo>
                  <a:pt x="2066925" y="1419225"/>
                </a:lnTo>
                <a:lnTo>
                  <a:pt x="2057400" y="1419225"/>
                </a:lnTo>
                <a:close/>
                <a:moveTo>
                  <a:pt x="2247900" y="1438275"/>
                </a:moveTo>
                <a:lnTo>
                  <a:pt x="2266950" y="1438275"/>
                </a:lnTo>
                <a:lnTo>
                  <a:pt x="2266950" y="1428750"/>
                </a:lnTo>
                <a:lnTo>
                  <a:pt x="2247900" y="1428750"/>
                </a:lnTo>
                <a:close/>
                <a:moveTo>
                  <a:pt x="2276475" y="1438275"/>
                </a:moveTo>
                <a:lnTo>
                  <a:pt x="2314575" y="1438275"/>
                </a:lnTo>
                <a:lnTo>
                  <a:pt x="2314575" y="1428750"/>
                </a:lnTo>
                <a:lnTo>
                  <a:pt x="2286000" y="1428750"/>
                </a:lnTo>
                <a:lnTo>
                  <a:pt x="2286000" y="1409700"/>
                </a:lnTo>
                <a:lnTo>
                  <a:pt x="2276475" y="1409700"/>
                </a:lnTo>
                <a:close/>
                <a:moveTo>
                  <a:pt x="1781175" y="1447800"/>
                </a:moveTo>
                <a:lnTo>
                  <a:pt x="1790700" y="1447800"/>
                </a:lnTo>
                <a:lnTo>
                  <a:pt x="1790700" y="1466850"/>
                </a:lnTo>
                <a:lnTo>
                  <a:pt x="1809750" y="1466850"/>
                </a:lnTo>
                <a:lnTo>
                  <a:pt x="1809750" y="1476375"/>
                </a:lnTo>
                <a:lnTo>
                  <a:pt x="1790700" y="1476375"/>
                </a:lnTo>
                <a:lnTo>
                  <a:pt x="1790700" y="1485900"/>
                </a:lnTo>
                <a:lnTo>
                  <a:pt x="1771650" y="1485900"/>
                </a:lnTo>
                <a:lnTo>
                  <a:pt x="1771650" y="1495425"/>
                </a:lnTo>
                <a:lnTo>
                  <a:pt x="1762125" y="1495425"/>
                </a:lnTo>
                <a:lnTo>
                  <a:pt x="1762125" y="1457325"/>
                </a:lnTo>
                <a:lnTo>
                  <a:pt x="1771650" y="1457325"/>
                </a:lnTo>
                <a:lnTo>
                  <a:pt x="1771650" y="1466850"/>
                </a:lnTo>
                <a:lnTo>
                  <a:pt x="1781175" y="1466850"/>
                </a:lnTo>
                <a:close/>
                <a:moveTo>
                  <a:pt x="790575" y="1457325"/>
                </a:moveTo>
                <a:lnTo>
                  <a:pt x="809625" y="1457325"/>
                </a:lnTo>
                <a:lnTo>
                  <a:pt x="809625" y="1466850"/>
                </a:lnTo>
                <a:lnTo>
                  <a:pt x="819150" y="1466850"/>
                </a:lnTo>
                <a:lnTo>
                  <a:pt x="819150" y="1476375"/>
                </a:lnTo>
                <a:lnTo>
                  <a:pt x="847725" y="1476375"/>
                </a:lnTo>
                <a:lnTo>
                  <a:pt x="847725" y="1466850"/>
                </a:lnTo>
                <a:lnTo>
                  <a:pt x="876300" y="1466850"/>
                </a:lnTo>
                <a:lnTo>
                  <a:pt x="876300" y="1476375"/>
                </a:lnTo>
                <a:lnTo>
                  <a:pt x="847725" y="1476375"/>
                </a:lnTo>
                <a:lnTo>
                  <a:pt x="847725" y="1485900"/>
                </a:lnTo>
                <a:lnTo>
                  <a:pt x="809625" y="1485900"/>
                </a:lnTo>
                <a:lnTo>
                  <a:pt x="809625" y="1476375"/>
                </a:lnTo>
                <a:lnTo>
                  <a:pt x="800100" y="1476375"/>
                </a:lnTo>
                <a:lnTo>
                  <a:pt x="800100" y="1466850"/>
                </a:lnTo>
                <a:lnTo>
                  <a:pt x="790575" y="1466850"/>
                </a:lnTo>
                <a:close/>
                <a:moveTo>
                  <a:pt x="2076450" y="1457325"/>
                </a:moveTo>
                <a:lnTo>
                  <a:pt x="2085975" y="1457325"/>
                </a:lnTo>
                <a:lnTo>
                  <a:pt x="2085975" y="1447800"/>
                </a:lnTo>
                <a:lnTo>
                  <a:pt x="2076450" y="1447800"/>
                </a:lnTo>
                <a:close/>
                <a:moveTo>
                  <a:pt x="2238375" y="1466850"/>
                </a:moveTo>
                <a:lnTo>
                  <a:pt x="2247900" y="1466850"/>
                </a:lnTo>
                <a:lnTo>
                  <a:pt x="2247900" y="1476375"/>
                </a:lnTo>
                <a:lnTo>
                  <a:pt x="2257425" y="1476375"/>
                </a:lnTo>
                <a:lnTo>
                  <a:pt x="2257425" y="1466850"/>
                </a:lnTo>
                <a:lnTo>
                  <a:pt x="2266950" y="1466850"/>
                </a:lnTo>
                <a:lnTo>
                  <a:pt x="2266950" y="1447800"/>
                </a:lnTo>
                <a:lnTo>
                  <a:pt x="2247900" y="1447800"/>
                </a:lnTo>
                <a:lnTo>
                  <a:pt x="2247900" y="1457325"/>
                </a:lnTo>
                <a:lnTo>
                  <a:pt x="2228850" y="1457325"/>
                </a:lnTo>
                <a:lnTo>
                  <a:pt x="2228850" y="1476375"/>
                </a:lnTo>
                <a:lnTo>
                  <a:pt x="2238375" y="1476375"/>
                </a:lnTo>
                <a:close/>
                <a:moveTo>
                  <a:pt x="28575" y="1476375"/>
                </a:moveTo>
                <a:lnTo>
                  <a:pt x="47625" y="1476375"/>
                </a:lnTo>
                <a:lnTo>
                  <a:pt x="47625" y="1495425"/>
                </a:lnTo>
                <a:lnTo>
                  <a:pt x="28575" y="1495425"/>
                </a:lnTo>
                <a:close/>
                <a:moveTo>
                  <a:pt x="276225" y="1485900"/>
                </a:moveTo>
                <a:lnTo>
                  <a:pt x="285750" y="1485900"/>
                </a:lnTo>
                <a:lnTo>
                  <a:pt x="285750" y="1495425"/>
                </a:lnTo>
                <a:lnTo>
                  <a:pt x="276225" y="1495425"/>
                </a:lnTo>
                <a:close/>
                <a:moveTo>
                  <a:pt x="666750" y="1485900"/>
                </a:moveTo>
                <a:lnTo>
                  <a:pt x="685800" y="1485900"/>
                </a:lnTo>
                <a:lnTo>
                  <a:pt x="685800" y="1495425"/>
                </a:lnTo>
                <a:lnTo>
                  <a:pt x="695325" y="1495425"/>
                </a:lnTo>
                <a:lnTo>
                  <a:pt x="695325" y="1485900"/>
                </a:lnTo>
                <a:lnTo>
                  <a:pt x="704850" y="1485900"/>
                </a:lnTo>
                <a:lnTo>
                  <a:pt x="704850" y="1495425"/>
                </a:lnTo>
                <a:lnTo>
                  <a:pt x="695325" y="1495425"/>
                </a:lnTo>
                <a:lnTo>
                  <a:pt x="695325" y="1524000"/>
                </a:lnTo>
                <a:lnTo>
                  <a:pt x="685800" y="1524000"/>
                </a:lnTo>
                <a:lnTo>
                  <a:pt x="685800" y="1514475"/>
                </a:lnTo>
                <a:lnTo>
                  <a:pt x="666750" y="1514475"/>
                </a:lnTo>
                <a:close/>
                <a:moveTo>
                  <a:pt x="2152650" y="1495425"/>
                </a:moveTo>
                <a:lnTo>
                  <a:pt x="2133600" y="1495425"/>
                </a:lnTo>
                <a:lnTo>
                  <a:pt x="2133600" y="1504950"/>
                </a:lnTo>
                <a:lnTo>
                  <a:pt x="2152650" y="1504950"/>
                </a:lnTo>
                <a:close/>
                <a:moveTo>
                  <a:pt x="2152650" y="1495425"/>
                </a:moveTo>
                <a:lnTo>
                  <a:pt x="2181225" y="1495425"/>
                </a:lnTo>
                <a:lnTo>
                  <a:pt x="2181225" y="1476375"/>
                </a:lnTo>
                <a:lnTo>
                  <a:pt x="2162175" y="1476375"/>
                </a:lnTo>
                <a:lnTo>
                  <a:pt x="2162175" y="1485900"/>
                </a:lnTo>
                <a:lnTo>
                  <a:pt x="2152650" y="1485900"/>
                </a:lnTo>
                <a:close/>
                <a:moveTo>
                  <a:pt x="2190750" y="1495425"/>
                </a:moveTo>
                <a:lnTo>
                  <a:pt x="2219325" y="1495425"/>
                </a:lnTo>
                <a:lnTo>
                  <a:pt x="2219325" y="1476375"/>
                </a:lnTo>
                <a:lnTo>
                  <a:pt x="2209800" y="1476375"/>
                </a:lnTo>
                <a:lnTo>
                  <a:pt x="2209800" y="1466850"/>
                </a:lnTo>
                <a:lnTo>
                  <a:pt x="2190750" y="1466850"/>
                </a:lnTo>
                <a:close/>
                <a:moveTo>
                  <a:pt x="2286000" y="1495425"/>
                </a:moveTo>
                <a:lnTo>
                  <a:pt x="2295525" y="1495425"/>
                </a:lnTo>
                <a:lnTo>
                  <a:pt x="2295525" y="1514475"/>
                </a:lnTo>
                <a:lnTo>
                  <a:pt x="2286000" y="1514475"/>
                </a:lnTo>
                <a:close/>
                <a:moveTo>
                  <a:pt x="733425" y="1504950"/>
                </a:moveTo>
                <a:lnTo>
                  <a:pt x="742950" y="1504950"/>
                </a:lnTo>
                <a:lnTo>
                  <a:pt x="742950" y="1514475"/>
                </a:lnTo>
                <a:lnTo>
                  <a:pt x="752475" y="1514475"/>
                </a:lnTo>
                <a:lnTo>
                  <a:pt x="752475" y="1524000"/>
                </a:lnTo>
                <a:lnTo>
                  <a:pt x="790575" y="1524000"/>
                </a:lnTo>
                <a:lnTo>
                  <a:pt x="790575" y="1533525"/>
                </a:lnTo>
                <a:lnTo>
                  <a:pt x="742950" y="1533525"/>
                </a:lnTo>
                <a:lnTo>
                  <a:pt x="742950" y="1524000"/>
                </a:lnTo>
                <a:lnTo>
                  <a:pt x="733425" y="1524000"/>
                </a:lnTo>
                <a:close/>
                <a:moveTo>
                  <a:pt x="2228850" y="1504950"/>
                </a:moveTo>
                <a:lnTo>
                  <a:pt x="2247900" y="1504950"/>
                </a:lnTo>
                <a:lnTo>
                  <a:pt x="2247900" y="1533525"/>
                </a:lnTo>
                <a:lnTo>
                  <a:pt x="2257425" y="1533525"/>
                </a:lnTo>
                <a:lnTo>
                  <a:pt x="2257425" y="1504950"/>
                </a:lnTo>
                <a:lnTo>
                  <a:pt x="2266950" y="1504950"/>
                </a:lnTo>
                <a:lnTo>
                  <a:pt x="2266950" y="1476375"/>
                </a:lnTo>
                <a:lnTo>
                  <a:pt x="2257425" y="1476375"/>
                </a:lnTo>
                <a:lnTo>
                  <a:pt x="2257425" y="1485900"/>
                </a:lnTo>
                <a:lnTo>
                  <a:pt x="2238375" y="1485900"/>
                </a:lnTo>
                <a:lnTo>
                  <a:pt x="2238375" y="1495425"/>
                </a:lnTo>
                <a:lnTo>
                  <a:pt x="2219325" y="1495425"/>
                </a:lnTo>
                <a:lnTo>
                  <a:pt x="2219325" y="1514475"/>
                </a:lnTo>
                <a:lnTo>
                  <a:pt x="2228850" y="1514475"/>
                </a:lnTo>
                <a:close/>
                <a:moveTo>
                  <a:pt x="28575" y="1514475"/>
                </a:moveTo>
                <a:lnTo>
                  <a:pt x="38100" y="1514475"/>
                </a:lnTo>
                <a:lnTo>
                  <a:pt x="38100" y="1524000"/>
                </a:lnTo>
                <a:lnTo>
                  <a:pt x="47625" y="1524000"/>
                </a:lnTo>
                <a:lnTo>
                  <a:pt x="47625" y="1514475"/>
                </a:lnTo>
                <a:lnTo>
                  <a:pt x="57150" y="1514475"/>
                </a:lnTo>
                <a:lnTo>
                  <a:pt x="57150" y="1543050"/>
                </a:lnTo>
                <a:lnTo>
                  <a:pt x="47625" y="1543050"/>
                </a:lnTo>
                <a:lnTo>
                  <a:pt x="47625" y="1552575"/>
                </a:lnTo>
                <a:lnTo>
                  <a:pt x="28575" y="1552575"/>
                </a:lnTo>
                <a:lnTo>
                  <a:pt x="28575" y="1543050"/>
                </a:lnTo>
                <a:lnTo>
                  <a:pt x="19050" y="1543050"/>
                </a:lnTo>
                <a:lnTo>
                  <a:pt x="19050" y="1533525"/>
                </a:lnTo>
                <a:lnTo>
                  <a:pt x="28575" y="1533525"/>
                </a:lnTo>
                <a:close/>
                <a:moveTo>
                  <a:pt x="2028825" y="1514475"/>
                </a:moveTo>
                <a:lnTo>
                  <a:pt x="2038350" y="1514475"/>
                </a:lnTo>
                <a:lnTo>
                  <a:pt x="2038350" y="1524000"/>
                </a:lnTo>
                <a:lnTo>
                  <a:pt x="2028825" y="1524000"/>
                </a:lnTo>
                <a:close/>
                <a:moveTo>
                  <a:pt x="695325" y="1524000"/>
                </a:moveTo>
                <a:lnTo>
                  <a:pt x="704850" y="1524000"/>
                </a:lnTo>
                <a:lnTo>
                  <a:pt x="704850" y="1533525"/>
                </a:lnTo>
                <a:lnTo>
                  <a:pt x="695325" y="1533525"/>
                </a:lnTo>
                <a:close/>
                <a:moveTo>
                  <a:pt x="2286000" y="1524000"/>
                </a:moveTo>
                <a:lnTo>
                  <a:pt x="2314575" y="1524000"/>
                </a:lnTo>
                <a:lnTo>
                  <a:pt x="2314575" y="1533525"/>
                </a:lnTo>
                <a:lnTo>
                  <a:pt x="2343150" y="1533525"/>
                </a:lnTo>
                <a:lnTo>
                  <a:pt x="2343150" y="1514475"/>
                </a:lnTo>
                <a:lnTo>
                  <a:pt x="2324100" y="1514475"/>
                </a:lnTo>
                <a:lnTo>
                  <a:pt x="2324100" y="1495425"/>
                </a:lnTo>
                <a:lnTo>
                  <a:pt x="2305050" y="1495425"/>
                </a:lnTo>
                <a:lnTo>
                  <a:pt x="2305050" y="1476375"/>
                </a:lnTo>
                <a:lnTo>
                  <a:pt x="2295525" y="1476375"/>
                </a:lnTo>
                <a:lnTo>
                  <a:pt x="2295525" y="1466850"/>
                </a:lnTo>
                <a:lnTo>
                  <a:pt x="2276475" y="1466850"/>
                </a:lnTo>
                <a:lnTo>
                  <a:pt x="2276475" y="1514475"/>
                </a:lnTo>
                <a:lnTo>
                  <a:pt x="2266950" y="1514475"/>
                </a:lnTo>
                <a:lnTo>
                  <a:pt x="2266950" y="1533525"/>
                </a:lnTo>
                <a:lnTo>
                  <a:pt x="2286000" y="1533525"/>
                </a:lnTo>
                <a:close/>
                <a:moveTo>
                  <a:pt x="800100" y="1552575"/>
                </a:moveTo>
                <a:lnTo>
                  <a:pt x="838200" y="1552575"/>
                </a:lnTo>
                <a:lnTo>
                  <a:pt x="838200" y="1562100"/>
                </a:lnTo>
                <a:lnTo>
                  <a:pt x="857250" y="1562100"/>
                </a:lnTo>
                <a:lnTo>
                  <a:pt x="857250" y="1581150"/>
                </a:lnTo>
                <a:lnTo>
                  <a:pt x="819150" y="1581150"/>
                </a:lnTo>
                <a:lnTo>
                  <a:pt x="819150" y="1571625"/>
                </a:lnTo>
                <a:lnTo>
                  <a:pt x="828675" y="1571625"/>
                </a:lnTo>
                <a:lnTo>
                  <a:pt x="828675" y="1562100"/>
                </a:lnTo>
                <a:lnTo>
                  <a:pt x="800100" y="1562100"/>
                </a:lnTo>
                <a:close/>
                <a:moveTo>
                  <a:pt x="1390650" y="1552575"/>
                </a:moveTo>
                <a:lnTo>
                  <a:pt x="1400175" y="1552575"/>
                </a:lnTo>
                <a:lnTo>
                  <a:pt x="1400175" y="1562100"/>
                </a:lnTo>
                <a:lnTo>
                  <a:pt x="1390650" y="1562100"/>
                </a:lnTo>
                <a:close/>
                <a:moveTo>
                  <a:pt x="571500" y="1562100"/>
                </a:moveTo>
                <a:lnTo>
                  <a:pt x="581025" y="1562100"/>
                </a:lnTo>
                <a:lnTo>
                  <a:pt x="581025" y="1581150"/>
                </a:lnTo>
                <a:lnTo>
                  <a:pt x="571500" y="1581150"/>
                </a:lnTo>
                <a:close/>
                <a:moveTo>
                  <a:pt x="600075" y="1562100"/>
                </a:moveTo>
                <a:lnTo>
                  <a:pt x="609600" y="1562100"/>
                </a:lnTo>
                <a:lnTo>
                  <a:pt x="609600" y="1571625"/>
                </a:lnTo>
                <a:lnTo>
                  <a:pt x="600075" y="1571625"/>
                </a:lnTo>
                <a:close/>
                <a:moveTo>
                  <a:pt x="19050" y="1571625"/>
                </a:moveTo>
                <a:lnTo>
                  <a:pt x="38100" y="1571625"/>
                </a:lnTo>
                <a:lnTo>
                  <a:pt x="38100" y="1581150"/>
                </a:lnTo>
                <a:lnTo>
                  <a:pt x="28575" y="1581150"/>
                </a:lnTo>
                <a:lnTo>
                  <a:pt x="28575" y="1590675"/>
                </a:lnTo>
                <a:lnTo>
                  <a:pt x="19050" y="1590675"/>
                </a:lnTo>
                <a:close/>
                <a:moveTo>
                  <a:pt x="609600" y="1571625"/>
                </a:moveTo>
                <a:lnTo>
                  <a:pt x="619125" y="1571625"/>
                </a:lnTo>
                <a:lnTo>
                  <a:pt x="619125" y="1590675"/>
                </a:lnTo>
                <a:lnTo>
                  <a:pt x="609600" y="1590675"/>
                </a:lnTo>
                <a:close/>
                <a:moveTo>
                  <a:pt x="1381125" y="1571625"/>
                </a:moveTo>
                <a:lnTo>
                  <a:pt x="1390650" y="1571625"/>
                </a:lnTo>
                <a:lnTo>
                  <a:pt x="1390650" y="1590675"/>
                </a:lnTo>
                <a:lnTo>
                  <a:pt x="1381125" y="1590675"/>
                </a:lnTo>
                <a:close/>
                <a:moveTo>
                  <a:pt x="1562100" y="1571625"/>
                </a:moveTo>
                <a:lnTo>
                  <a:pt x="1571625" y="1571625"/>
                </a:lnTo>
                <a:lnTo>
                  <a:pt x="1571625" y="1581150"/>
                </a:lnTo>
                <a:lnTo>
                  <a:pt x="1562100" y="1581150"/>
                </a:lnTo>
                <a:close/>
                <a:moveTo>
                  <a:pt x="1733550" y="1571625"/>
                </a:moveTo>
                <a:lnTo>
                  <a:pt x="1743075" y="1571625"/>
                </a:lnTo>
                <a:lnTo>
                  <a:pt x="1743075" y="1581150"/>
                </a:lnTo>
                <a:lnTo>
                  <a:pt x="1733550" y="1581150"/>
                </a:lnTo>
                <a:close/>
                <a:moveTo>
                  <a:pt x="2105025" y="1571625"/>
                </a:moveTo>
                <a:lnTo>
                  <a:pt x="2114550" y="1571625"/>
                </a:lnTo>
                <a:lnTo>
                  <a:pt x="2114550" y="1543050"/>
                </a:lnTo>
                <a:lnTo>
                  <a:pt x="2105025" y="1543050"/>
                </a:lnTo>
                <a:lnTo>
                  <a:pt x="2105025" y="1562100"/>
                </a:lnTo>
                <a:lnTo>
                  <a:pt x="2095500" y="1562100"/>
                </a:lnTo>
                <a:lnTo>
                  <a:pt x="2095500" y="1571625"/>
                </a:lnTo>
                <a:lnTo>
                  <a:pt x="2085975" y="1571625"/>
                </a:lnTo>
                <a:lnTo>
                  <a:pt x="2085975" y="1590675"/>
                </a:lnTo>
                <a:lnTo>
                  <a:pt x="2095500" y="1590675"/>
                </a:lnTo>
                <a:lnTo>
                  <a:pt x="2095500" y="1600200"/>
                </a:lnTo>
                <a:lnTo>
                  <a:pt x="2114550" y="1600200"/>
                </a:lnTo>
                <a:lnTo>
                  <a:pt x="2114550" y="1581150"/>
                </a:lnTo>
                <a:lnTo>
                  <a:pt x="2105025" y="1581150"/>
                </a:lnTo>
                <a:close/>
                <a:moveTo>
                  <a:pt x="2143125" y="1571625"/>
                </a:moveTo>
                <a:lnTo>
                  <a:pt x="2162175" y="1571625"/>
                </a:lnTo>
                <a:lnTo>
                  <a:pt x="2162175" y="1562100"/>
                </a:lnTo>
                <a:lnTo>
                  <a:pt x="2143125" y="1562100"/>
                </a:lnTo>
                <a:close/>
                <a:moveTo>
                  <a:pt x="2286000" y="1571625"/>
                </a:moveTo>
                <a:lnTo>
                  <a:pt x="2295525" y="1571625"/>
                </a:lnTo>
                <a:lnTo>
                  <a:pt x="2295525" y="1562100"/>
                </a:lnTo>
                <a:lnTo>
                  <a:pt x="2286000" y="1562100"/>
                </a:lnTo>
                <a:close/>
                <a:moveTo>
                  <a:pt x="2305050" y="1571625"/>
                </a:moveTo>
                <a:lnTo>
                  <a:pt x="2314575" y="1571625"/>
                </a:lnTo>
                <a:lnTo>
                  <a:pt x="2314575" y="1543050"/>
                </a:lnTo>
                <a:lnTo>
                  <a:pt x="2305050" y="1543050"/>
                </a:lnTo>
                <a:close/>
                <a:moveTo>
                  <a:pt x="581025" y="1581150"/>
                </a:moveTo>
                <a:lnTo>
                  <a:pt x="590550" y="1581150"/>
                </a:lnTo>
                <a:lnTo>
                  <a:pt x="590550" y="1600200"/>
                </a:lnTo>
                <a:lnTo>
                  <a:pt x="581025" y="1600200"/>
                </a:lnTo>
                <a:close/>
                <a:moveTo>
                  <a:pt x="1047750" y="1581150"/>
                </a:moveTo>
                <a:lnTo>
                  <a:pt x="1057275" y="1581150"/>
                </a:lnTo>
                <a:lnTo>
                  <a:pt x="1057275" y="1600200"/>
                </a:lnTo>
                <a:lnTo>
                  <a:pt x="1047750" y="1600200"/>
                </a:lnTo>
                <a:close/>
                <a:moveTo>
                  <a:pt x="1085850" y="1581150"/>
                </a:moveTo>
                <a:lnTo>
                  <a:pt x="1095375" y="1581150"/>
                </a:lnTo>
                <a:lnTo>
                  <a:pt x="1095375" y="1590675"/>
                </a:lnTo>
                <a:lnTo>
                  <a:pt x="1085850" y="1590675"/>
                </a:lnTo>
                <a:close/>
                <a:moveTo>
                  <a:pt x="1543050" y="1581150"/>
                </a:moveTo>
                <a:lnTo>
                  <a:pt x="1552575" y="1581150"/>
                </a:lnTo>
                <a:lnTo>
                  <a:pt x="1552575" y="1590675"/>
                </a:lnTo>
                <a:lnTo>
                  <a:pt x="1543050" y="1590675"/>
                </a:lnTo>
                <a:close/>
                <a:moveTo>
                  <a:pt x="85725" y="1590675"/>
                </a:moveTo>
                <a:lnTo>
                  <a:pt x="95250" y="1590675"/>
                </a:lnTo>
                <a:lnTo>
                  <a:pt x="95250" y="1609725"/>
                </a:lnTo>
                <a:lnTo>
                  <a:pt x="85725" y="1609725"/>
                </a:lnTo>
                <a:close/>
                <a:moveTo>
                  <a:pt x="685800" y="1590675"/>
                </a:moveTo>
                <a:lnTo>
                  <a:pt x="695325" y="1590675"/>
                </a:lnTo>
                <a:lnTo>
                  <a:pt x="695325" y="1600200"/>
                </a:lnTo>
                <a:lnTo>
                  <a:pt x="685800" y="1600200"/>
                </a:lnTo>
                <a:close/>
                <a:moveTo>
                  <a:pt x="1733550" y="1590675"/>
                </a:moveTo>
                <a:lnTo>
                  <a:pt x="1743075" y="1590675"/>
                </a:lnTo>
                <a:lnTo>
                  <a:pt x="1743075" y="1600200"/>
                </a:lnTo>
                <a:lnTo>
                  <a:pt x="1733550" y="1600200"/>
                </a:lnTo>
                <a:close/>
                <a:moveTo>
                  <a:pt x="2209800" y="1590675"/>
                </a:moveTo>
                <a:lnTo>
                  <a:pt x="2247900" y="1590675"/>
                </a:lnTo>
                <a:lnTo>
                  <a:pt x="2247900" y="1600200"/>
                </a:lnTo>
                <a:lnTo>
                  <a:pt x="2228850" y="1600200"/>
                </a:lnTo>
                <a:lnTo>
                  <a:pt x="2228850" y="1609725"/>
                </a:lnTo>
                <a:lnTo>
                  <a:pt x="2247900" y="1609725"/>
                </a:lnTo>
                <a:lnTo>
                  <a:pt x="2247900" y="1619250"/>
                </a:lnTo>
                <a:lnTo>
                  <a:pt x="2238375" y="1619250"/>
                </a:lnTo>
                <a:lnTo>
                  <a:pt x="2238375" y="1638300"/>
                </a:lnTo>
                <a:lnTo>
                  <a:pt x="2228850" y="1638300"/>
                </a:lnTo>
                <a:lnTo>
                  <a:pt x="2228850" y="1657350"/>
                </a:lnTo>
                <a:lnTo>
                  <a:pt x="2219325" y="1657350"/>
                </a:lnTo>
                <a:lnTo>
                  <a:pt x="2219325" y="1647825"/>
                </a:lnTo>
                <a:lnTo>
                  <a:pt x="2209800" y="1647825"/>
                </a:lnTo>
                <a:lnTo>
                  <a:pt x="2209800" y="1638300"/>
                </a:lnTo>
                <a:lnTo>
                  <a:pt x="2190750" y="1638300"/>
                </a:lnTo>
                <a:lnTo>
                  <a:pt x="2190750" y="1600200"/>
                </a:lnTo>
                <a:lnTo>
                  <a:pt x="2209800" y="1600200"/>
                </a:lnTo>
                <a:close/>
                <a:moveTo>
                  <a:pt x="657225" y="1600200"/>
                </a:moveTo>
                <a:lnTo>
                  <a:pt x="685800" y="1600200"/>
                </a:lnTo>
                <a:lnTo>
                  <a:pt x="685800" y="1619250"/>
                </a:lnTo>
                <a:lnTo>
                  <a:pt x="666750" y="1619250"/>
                </a:lnTo>
                <a:lnTo>
                  <a:pt x="666750" y="1609725"/>
                </a:lnTo>
                <a:lnTo>
                  <a:pt x="657225" y="1609725"/>
                </a:lnTo>
                <a:close/>
                <a:moveTo>
                  <a:pt x="1200150" y="1600200"/>
                </a:moveTo>
                <a:lnTo>
                  <a:pt x="1209675" y="1600200"/>
                </a:lnTo>
                <a:lnTo>
                  <a:pt x="1209675" y="1609725"/>
                </a:lnTo>
                <a:lnTo>
                  <a:pt x="1200150" y="1609725"/>
                </a:lnTo>
                <a:close/>
                <a:moveTo>
                  <a:pt x="1362075" y="1600200"/>
                </a:moveTo>
                <a:lnTo>
                  <a:pt x="1371600" y="1600200"/>
                </a:lnTo>
                <a:lnTo>
                  <a:pt x="1371600" y="1609725"/>
                </a:lnTo>
                <a:lnTo>
                  <a:pt x="1362075" y="1609725"/>
                </a:lnTo>
                <a:close/>
                <a:moveTo>
                  <a:pt x="1800225" y="1600200"/>
                </a:moveTo>
                <a:lnTo>
                  <a:pt x="1809750" y="1600200"/>
                </a:lnTo>
                <a:lnTo>
                  <a:pt x="1809750" y="1609725"/>
                </a:lnTo>
                <a:lnTo>
                  <a:pt x="1800225" y="1609725"/>
                </a:lnTo>
                <a:close/>
                <a:moveTo>
                  <a:pt x="2257425" y="1600200"/>
                </a:moveTo>
                <a:lnTo>
                  <a:pt x="2266950" y="1600200"/>
                </a:lnTo>
                <a:lnTo>
                  <a:pt x="2266950" y="1609725"/>
                </a:lnTo>
                <a:lnTo>
                  <a:pt x="2257425" y="1609725"/>
                </a:lnTo>
                <a:close/>
                <a:moveTo>
                  <a:pt x="2419350" y="1600200"/>
                </a:moveTo>
                <a:lnTo>
                  <a:pt x="2428875" y="1600200"/>
                </a:lnTo>
                <a:lnTo>
                  <a:pt x="2428875" y="1590675"/>
                </a:lnTo>
                <a:lnTo>
                  <a:pt x="2419350" y="1590675"/>
                </a:lnTo>
                <a:close/>
                <a:moveTo>
                  <a:pt x="66675" y="1609725"/>
                </a:moveTo>
                <a:lnTo>
                  <a:pt x="85725" y="1609725"/>
                </a:lnTo>
                <a:lnTo>
                  <a:pt x="85725" y="1638300"/>
                </a:lnTo>
                <a:lnTo>
                  <a:pt x="38100" y="1638300"/>
                </a:lnTo>
                <a:lnTo>
                  <a:pt x="38100" y="1628775"/>
                </a:lnTo>
                <a:lnTo>
                  <a:pt x="28575" y="1628775"/>
                </a:lnTo>
                <a:lnTo>
                  <a:pt x="28575" y="1619250"/>
                </a:lnTo>
                <a:lnTo>
                  <a:pt x="47625" y="1619250"/>
                </a:lnTo>
                <a:lnTo>
                  <a:pt x="47625" y="1628775"/>
                </a:lnTo>
                <a:lnTo>
                  <a:pt x="66675" y="1628775"/>
                </a:lnTo>
                <a:close/>
                <a:moveTo>
                  <a:pt x="1600200" y="1619250"/>
                </a:moveTo>
                <a:lnTo>
                  <a:pt x="1628775" y="1619250"/>
                </a:lnTo>
                <a:lnTo>
                  <a:pt x="1628775" y="1628775"/>
                </a:lnTo>
                <a:lnTo>
                  <a:pt x="1600200" y="1628775"/>
                </a:lnTo>
                <a:close/>
                <a:moveTo>
                  <a:pt x="2152650" y="1619250"/>
                </a:moveTo>
                <a:lnTo>
                  <a:pt x="2171700" y="1619250"/>
                </a:lnTo>
                <a:lnTo>
                  <a:pt x="2171700" y="1628775"/>
                </a:lnTo>
                <a:lnTo>
                  <a:pt x="2181225" y="1628775"/>
                </a:lnTo>
                <a:lnTo>
                  <a:pt x="2181225" y="1638300"/>
                </a:lnTo>
                <a:lnTo>
                  <a:pt x="2190750" y="1638300"/>
                </a:lnTo>
                <a:lnTo>
                  <a:pt x="2190750" y="1647825"/>
                </a:lnTo>
                <a:lnTo>
                  <a:pt x="2181225" y="1647825"/>
                </a:lnTo>
                <a:lnTo>
                  <a:pt x="2181225" y="1685925"/>
                </a:lnTo>
                <a:lnTo>
                  <a:pt x="2171700" y="1685925"/>
                </a:lnTo>
                <a:lnTo>
                  <a:pt x="2171700" y="1695450"/>
                </a:lnTo>
                <a:lnTo>
                  <a:pt x="2162175" y="1695450"/>
                </a:lnTo>
                <a:lnTo>
                  <a:pt x="2162175" y="1685925"/>
                </a:lnTo>
                <a:lnTo>
                  <a:pt x="2143125" y="1685925"/>
                </a:lnTo>
                <a:lnTo>
                  <a:pt x="2143125" y="1666875"/>
                </a:lnTo>
                <a:lnTo>
                  <a:pt x="2152650" y="1666875"/>
                </a:lnTo>
                <a:lnTo>
                  <a:pt x="2152650" y="1657350"/>
                </a:lnTo>
                <a:lnTo>
                  <a:pt x="2171700" y="1657350"/>
                </a:lnTo>
                <a:lnTo>
                  <a:pt x="2171700" y="1647825"/>
                </a:lnTo>
                <a:lnTo>
                  <a:pt x="2152650" y="1647825"/>
                </a:lnTo>
                <a:lnTo>
                  <a:pt x="2152650" y="1638300"/>
                </a:lnTo>
                <a:lnTo>
                  <a:pt x="2162175" y="1638300"/>
                </a:lnTo>
                <a:lnTo>
                  <a:pt x="2162175" y="1628775"/>
                </a:lnTo>
                <a:lnTo>
                  <a:pt x="2152650" y="1628775"/>
                </a:lnTo>
                <a:close/>
                <a:moveTo>
                  <a:pt x="2419350" y="1619250"/>
                </a:moveTo>
                <a:lnTo>
                  <a:pt x="2438400" y="1619250"/>
                </a:lnTo>
                <a:lnTo>
                  <a:pt x="2438400" y="1600200"/>
                </a:lnTo>
                <a:lnTo>
                  <a:pt x="2428875" y="1600200"/>
                </a:lnTo>
                <a:lnTo>
                  <a:pt x="2428875" y="1609725"/>
                </a:lnTo>
                <a:lnTo>
                  <a:pt x="2419350" y="1609725"/>
                </a:lnTo>
                <a:close/>
                <a:moveTo>
                  <a:pt x="771525" y="1628775"/>
                </a:moveTo>
                <a:lnTo>
                  <a:pt x="781050" y="1628775"/>
                </a:lnTo>
                <a:lnTo>
                  <a:pt x="781050" y="1638300"/>
                </a:lnTo>
                <a:lnTo>
                  <a:pt x="771525" y="1638300"/>
                </a:lnTo>
                <a:close/>
                <a:moveTo>
                  <a:pt x="2000250" y="1628775"/>
                </a:moveTo>
                <a:lnTo>
                  <a:pt x="2009775" y="1628775"/>
                </a:lnTo>
                <a:lnTo>
                  <a:pt x="2009775" y="1657350"/>
                </a:lnTo>
                <a:lnTo>
                  <a:pt x="2000250" y="1657350"/>
                </a:lnTo>
                <a:close/>
                <a:moveTo>
                  <a:pt x="95250" y="1638300"/>
                </a:moveTo>
                <a:lnTo>
                  <a:pt x="104775" y="1638300"/>
                </a:lnTo>
                <a:lnTo>
                  <a:pt x="104775" y="1647825"/>
                </a:lnTo>
                <a:lnTo>
                  <a:pt x="95250" y="1647825"/>
                </a:lnTo>
                <a:close/>
                <a:moveTo>
                  <a:pt x="714375" y="1638300"/>
                </a:moveTo>
                <a:lnTo>
                  <a:pt x="723900" y="1638300"/>
                </a:lnTo>
                <a:lnTo>
                  <a:pt x="723900" y="1647825"/>
                </a:lnTo>
                <a:lnTo>
                  <a:pt x="714375" y="1647825"/>
                </a:lnTo>
                <a:close/>
                <a:moveTo>
                  <a:pt x="2114550" y="1638300"/>
                </a:moveTo>
                <a:lnTo>
                  <a:pt x="2124075" y="1638300"/>
                </a:lnTo>
                <a:lnTo>
                  <a:pt x="2124075" y="1647825"/>
                </a:lnTo>
                <a:lnTo>
                  <a:pt x="2133600" y="1647825"/>
                </a:lnTo>
                <a:lnTo>
                  <a:pt x="2133600" y="1657350"/>
                </a:lnTo>
                <a:lnTo>
                  <a:pt x="2124075" y="1657350"/>
                </a:lnTo>
                <a:lnTo>
                  <a:pt x="2124075" y="1676400"/>
                </a:lnTo>
                <a:lnTo>
                  <a:pt x="2114550" y="1676400"/>
                </a:lnTo>
                <a:lnTo>
                  <a:pt x="2114550" y="1666875"/>
                </a:lnTo>
                <a:lnTo>
                  <a:pt x="2105025" y="1666875"/>
                </a:lnTo>
                <a:lnTo>
                  <a:pt x="2105025" y="1676400"/>
                </a:lnTo>
                <a:lnTo>
                  <a:pt x="2114550" y="1676400"/>
                </a:lnTo>
                <a:lnTo>
                  <a:pt x="2114550" y="1685925"/>
                </a:lnTo>
                <a:lnTo>
                  <a:pt x="2124075" y="1685925"/>
                </a:lnTo>
                <a:lnTo>
                  <a:pt x="2124075" y="1676400"/>
                </a:lnTo>
                <a:lnTo>
                  <a:pt x="2133600" y="1676400"/>
                </a:lnTo>
                <a:lnTo>
                  <a:pt x="2133600" y="1695450"/>
                </a:lnTo>
                <a:lnTo>
                  <a:pt x="2114550" y="1695450"/>
                </a:lnTo>
                <a:lnTo>
                  <a:pt x="2114550" y="1704975"/>
                </a:lnTo>
                <a:lnTo>
                  <a:pt x="2105025" y="1704975"/>
                </a:lnTo>
                <a:lnTo>
                  <a:pt x="2105025" y="1685925"/>
                </a:lnTo>
                <a:lnTo>
                  <a:pt x="2076450" y="1685925"/>
                </a:lnTo>
                <a:lnTo>
                  <a:pt x="2076450" y="1724025"/>
                </a:lnTo>
                <a:lnTo>
                  <a:pt x="2085975" y="1724025"/>
                </a:lnTo>
                <a:lnTo>
                  <a:pt x="2085975" y="1733550"/>
                </a:lnTo>
                <a:lnTo>
                  <a:pt x="2095500" y="1733550"/>
                </a:lnTo>
                <a:lnTo>
                  <a:pt x="2095500" y="1743075"/>
                </a:lnTo>
                <a:lnTo>
                  <a:pt x="2047875" y="1743075"/>
                </a:lnTo>
                <a:lnTo>
                  <a:pt x="2047875" y="1733550"/>
                </a:lnTo>
                <a:lnTo>
                  <a:pt x="2057400" y="1733550"/>
                </a:lnTo>
                <a:lnTo>
                  <a:pt x="2057400" y="1724025"/>
                </a:lnTo>
                <a:lnTo>
                  <a:pt x="2066925" y="1724025"/>
                </a:lnTo>
                <a:lnTo>
                  <a:pt x="2066925" y="1714500"/>
                </a:lnTo>
                <a:lnTo>
                  <a:pt x="2057400" y="1714500"/>
                </a:lnTo>
                <a:lnTo>
                  <a:pt x="2057400" y="1704975"/>
                </a:lnTo>
                <a:lnTo>
                  <a:pt x="2038350" y="1704975"/>
                </a:lnTo>
                <a:lnTo>
                  <a:pt x="2038350" y="1714500"/>
                </a:lnTo>
                <a:lnTo>
                  <a:pt x="2028825" y="1714500"/>
                </a:lnTo>
                <a:lnTo>
                  <a:pt x="2028825" y="1704975"/>
                </a:lnTo>
                <a:lnTo>
                  <a:pt x="2019300" y="1704975"/>
                </a:lnTo>
                <a:lnTo>
                  <a:pt x="2019300" y="1695450"/>
                </a:lnTo>
                <a:lnTo>
                  <a:pt x="2009775" y="1695450"/>
                </a:lnTo>
                <a:lnTo>
                  <a:pt x="2009775" y="1685925"/>
                </a:lnTo>
                <a:lnTo>
                  <a:pt x="2038350" y="1685925"/>
                </a:lnTo>
                <a:lnTo>
                  <a:pt x="2038350" y="1676400"/>
                </a:lnTo>
                <a:lnTo>
                  <a:pt x="2047875" y="1676400"/>
                </a:lnTo>
                <a:lnTo>
                  <a:pt x="2047875" y="1666875"/>
                </a:lnTo>
                <a:lnTo>
                  <a:pt x="2057400" y="1666875"/>
                </a:lnTo>
                <a:lnTo>
                  <a:pt x="2057400" y="1657350"/>
                </a:lnTo>
                <a:lnTo>
                  <a:pt x="2066925" y="1657350"/>
                </a:lnTo>
                <a:lnTo>
                  <a:pt x="2066925" y="1647825"/>
                </a:lnTo>
                <a:lnTo>
                  <a:pt x="2076450" y="1647825"/>
                </a:lnTo>
                <a:lnTo>
                  <a:pt x="2076450" y="1657350"/>
                </a:lnTo>
                <a:lnTo>
                  <a:pt x="2114550" y="1657350"/>
                </a:lnTo>
                <a:close/>
                <a:moveTo>
                  <a:pt x="38100" y="1657350"/>
                </a:moveTo>
                <a:lnTo>
                  <a:pt x="66675" y="1657350"/>
                </a:lnTo>
                <a:lnTo>
                  <a:pt x="66675" y="1666875"/>
                </a:lnTo>
                <a:lnTo>
                  <a:pt x="47625" y="1666875"/>
                </a:lnTo>
                <a:lnTo>
                  <a:pt x="47625" y="1676400"/>
                </a:lnTo>
                <a:lnTo>
                  <a:pt x="38100" y="1676400"/>
                </a:lnTo>
                <a:close/>
                <a:moveTo>
                  <a:pt x="1238250" y="1666875"/>
                </a:moveTo>
                <a:lnTo>
                  <a:pt x="1247775" y="1666875"/>
                </a:lnTo>
                <a:lnTo>
                  <a:pt x="1247775" y="1685925"/>
                </a:lnTo>
                <a:lnTo>
                  <a:pt x="1238250" y="1685925"/>
                </a:lnTo>
                <a:close/>
                <a:moveTo>
                  <a:pt x="2190750" y="1666875"/>
                </a:moveTo>
                <a:lnTo>
                  <a:pt x="2219325" y="1666875"/>
                </a:lnTo>
                <a:lnTo>
                  <a:pt x="2219325" y="1685925"/>
                </a:lnTo>
                <a:lnTo>
                  <a:pt x="2209800" y="1685925"/>
                </a:lnTo>
                <a:lnTo>
                  <a:pt x="2209800" y="1676400"/>
                </a:lnTo>
                <a:lnTo>
                  <a:pt x="2190750" y="1676400"/>
                </a:lnTo>
                <a:close/>
                <a:moveTo>
                  <a:pt x="2247900" y="1666875"/>
                </a:moveTo>
                <a:lnTo>
                  <a:pt x="2276475" y="1666875"/>
                </a:lnTo>
                <a:lnTo>
                  <a:pt x="2276475" y="1685925"/>
                </a:lnTo>
                <a:lnTo>
                  <a:pt x="2257425" y="1685925"/>
                </a:lnTo>
                <a:lnTo>
                  <a:pt x="2257425" y="1714500"/>
                </a:lnTo>
                <a:lnTo>
                  <a:pt x="2238375" y="1714500"/>
                </a:lnTo>
                <a:lnTo>
                  <a:pt x="2238375" y="1704975"/>
                </a:lnTo>
                <a:lnTo>
                  <a:pt x="2228850" y="1704975"/>
                </a:lnTo>
                <a:lnTo>
                  <a:pt x="2228850" y="1695450"/>
                </a:lnTo>
                <a:lnTo>
                  <a:pt x="2219325" y="1695450"/>
                </a:lnTo>
                <a:lnTo>
                  <a:pt x="2219325" y="1685925"/>
                </a:lnTo>
                <a:lnTo>
                  <a:pt x="2228850" y="1685925"/>
                </a:lnTo>
                <a:lnTo>
                  <a:pt x="2228850" y="1676400"/>
                </a:lnTo>
                <a:lnTo>
                  <a:pt x="2247900" y="1676400"/>
                </a:lnTo>
                <a:close/>
                <a:moveTo>
                  <a:pt x="2305050" y="1666875"/>
                </a:moveTo>
                <a:lnTo>
                  <a:pt x="2352675" y="1666875"/>
                </a:lnTo>
                <a:lnTo>
                  <a:pt x="2352675" y="1676400"/>
                </a:lnTo>
                <a:lnTo>
                  <a:pt x="2371725" y="1676400"/>
                </a:lnTo>
                <a:lnTo>
                  <a:pt x="2371725" y="1685925"/>
                </a:lnTo>
                <a:lnTo>
                  <a:pt x="2381250" y="1685925"/>
                </a:lnTo>
                <a:lnTo>
                  <a:pt x="2381250" y="1704975"/>
                </a:lnTo>
                <a:lnTo>
                  <a:pt x="2362200" y="1704975"/>
                </a:lnTo>
                <a:lnTo>
                  <a:pt x="2362200" y="1695450"/>
                </a:lnTo>
                <a:lnTo>
                  <a:pt x="2324100" y="1695450"/>
                </a:lnTo>
                <a:lnTo>
                  <a:pt x="2324100" y="1704975"/>
                </a:lnTo>
                <a:lnTo>
                  <a:pt x="2314575" y="1704975"/>
                </a:lnTo>
                <a:lnTo>
                  <a:pt x="2314575" y="1714500"/>
                </a:lnTo>
                <a:lnTo>
                  <a:pt x="2333625" y="1714500"/>
                </a:lnTo>
                <a:lnTo>
                  <a:pt x="2333625" y="1752600"/>
                </a:lnTo>
                <a:lnTo>
                  <a:pt x="2343150" y="1752600"/>
                </a:lnTo>
                <a:lnTo>
                  <a:pt x="2343150" y="1762125"/>
                </a:lnTo>
                <a:lnTo>
                  <a:pt x="2352675" y="1762125"/>
                </a:lnTo>
                <a:lnTo>
                  <a:pt x="2352675" y="1743075"/>
                </a:lnTo>
                <a:lnTo>
                  <a:pt x="2362200" y="1743075"/>
                </a:lnTo>
                <a:lnTo>
                  <a:pt x="2362200" y="1733550"/>
                </a:lnTo>
                <a:lnTo>
                  <a:pt x="2381250" y="1733550"/>
                </a:lnTo>
                <a:lnTo>
                  <a:pt x="2381250" y="1714500"/>
                </a:lnTo>
                <a:lnTo>
                  <a:pt x="2400300" y="1714500"/>
                </a:lnTo>
                <a:lnTo>
                  <a:pt x="2400300" y="1724025"/>
                </a:lnTo>
                <a:lnTo>
                  <a:pt x="2390775" y="1724025"/>
                </a:lnTo>
                <a:lnTo>
                  <a:pt x="2390775" y="1762125"/>
                </a:lnTo>
                <a:lnTo>
                  <a:pt x="2409825" y="1762125"/>
                </a:lnTo>
                <a:lnTo>
                  <a:pt x="2409825" y="1781175"/>
                </a:lnTo>
                <a:lnTo>
                  <a:pt x="2447925" y="1781175"/>
                </a:lnTo>
                <a:lnTo>
                  <a:pt x="2447925" y="1790700"/>
                </a:lnTo>
                <a:lnTo>
                  <a:pt x="2457450" y="1790700"/>
                </a:lnTo>
                <a:lnTo>
                  <a:pt x="2457450" y="1828800"/>
                </a:lnTo>
                <a:lnTo>
                  <a:pt x="2447925" y="1828800"/>
                </a:lnTo>
                <a:lnTo>
                  <a:pt x="2447925" y="1885950"/>
                </a:lnTo>
                <a:lnTo>
                  <a:pt x="2438400" y="1885950"/>
                </a:lnTo>
                <a:lnTo>
                  <a:pt x="2438400" y="1895475"/>
                </a:lnTo>
                <a:lnTo>
                  <a:pt x="2428875" y="1895475"/>
                </a:lnTo>
                <a:lnTo>
                  <a:pt x="2428875" y="1866900"/>
                </a:lnTo>
                <a:lnTo>
                  <a:pt x="2419350" y="1866900"/>
                </a:lnTo>
                <a:lnTo>
                  <a:pt x="2419350" y="1876425"/>
                </a:lnTo>
                <a:lnTo>
                  <a:pt x="2409825" y="1876425"/>
                </a:lnTo>
                <a:lnTo>
                  <a:pt x="2409825" y="1905000"/>
                </a:lnTo>
                <a:lnTo>
                  <a:pt x="2390775" y="1905000"/>
                </a:lnTo>
                <a:lnTo>
                  <a:pt x="2390775" y="1914525"/>
                </a:lnTo>
                <a:lnTo>
                  <a:pt x="2400300" y="1914525"/>
                </a:lnTo>
                <a:lnTo>
                  <a:pt x="2400300" y="1924050"/>
                </a:lnTo>
                <a:lnTo>
                  <a:pt x="2409825" y="1924050"/>
                </a:lnTo>
                <a:lnTo>
                  <a:pt x="2409825" y="1914525"/>
                </a:lnTo>
                <a:lnTo>
                  <a:pt x="2438400" y="1914525"/>
                </a:lnTo>
                <a:lnTo>
                  <a:pt x="2438400" y="1933575"/>
                </a:lnTo>
                <a:lnTo>
                  <a:pt x="2428875" y="1933575"/>
                </a:lnTo>
                <a:lnTo>
                  <a:pt x="2428875" y="1943100"/>
                </a:lnTo>
                <a:lnTo>
                  <a:pt x="2447925" y="1943100"/>
                </a:lnTo>
                <a:lnTo>
                  <a:pt x="2447925" y="1952625"/>
                </a:lnTo>
                <a:lnTo>
                  <a:pt x="2457450" y="1952625"/>
                </a:lnTo>
                <a:lnTo>
                  <a:pt x="2457450" y="1971675"/>
                </a:lnTo>
                <a:lnTo>
                  <a:pt x="2447925" y="1971675"/>
                </a:lnTo>
                <a:lnTo>
                  <a:pt x="2447925" y="1990725"/>
                </a:lnTo>
                <a:lnTo>
                  <a:pt x="2400300" y="1990725"/>
                </a:lnTo>
                <a:lnTo>
                  <a:pt x="2400300" y="1981200"/>
                </a:lnTo>
                <a:lnTo>
                  <a:pt x="2419350" y="1981200"/>
                </a:lnTo>
                <a:lnTo>
                  <a:pt x="2419350" y="1971675"/>
                </a:lnTo>
                <a:lnTo>
                  <a:pt x="2428875" y="1971675"/>
                </a:lnTo>
                <a:lnTo>
                  <a:pt x="2428875" y="1952625"/>
                </a:lnTo>
                <a:lnTo>
                  <a:pt x="2419350" y="1952625"/>
                </a:lnTo>
                <a:lnTo>
                  <a:pt x="2419350" y="1943100"/>
                </a:lnTo>
                <a:lnTo>
                  <a:pt x="2400300" y="1943100"/>
                </a:lnTo>
                <a:lnTo>
                  <a:pt x="2400300" y="1933575"/>
                </a:lnTo>
                <a:lnTo>
                  <a:pt x="2390775" y="1933575"/>
                </a:lnTo>
                <a:lnTo>
                  <a:pt x="2390775" y="1943100"/>
                </a:lnTo>
                <a:lnTo>
                  <a:pt x="2381250" y="1943100"/>
                </a:lnTo>
                <a:lnTo>
                  <a:pt x="2381250" y="1914525"/>
                </a:lnTo>
                <a:lnTo>
                  <a:pt x="2362200" y="1914525"/>
                </a:lnTo>
                <a:lnTo>
                  <a:pt x="2362200" y="1905000"/>
                </a:lnTo>
                <a:lnTo>
                  <a:pt x="2371725" y="1905000"/>
                </a:lnTo>
                <a:lnTo>
                  <a:pt x="2371725" y="1885950"/>
                </a:lnTo>
                <a:lnTo>
                  <a:pt x="2381250" y="1885950"/>
                </a:lnTo>
                <a:lnTo>
                  <a:pt x="2381250" y="1895475"/>
                </a:lnTo>
                <a:lnTo>
                  <a:pt x="2390775" y="1895475"/>
                </a:lnTo>
                <a:lnTo>
                  <a:pt x="2390775" y="1876425"/>
                </a:lnTo>
                <a:lnTo>
                  <a:pt x="2362200" y="1876425"/>
                </a:lnTo>
                <a:lnTo>
                  <a:pt x="2362200" y="1885950"/>
                </a:lnTo>
                <a:lnTo>
                  <a:pt x="2343150" y="1885950"/>
                </a:lnTo>
                <a:lnTo>
                  <a:pt x="2343150" y="1895475"/>
                </a:lnTo>
                <a:lnTo>
                  <a:pt x="2333625" y="1895475"/>
                </a:lnTo>
                <a:lnTo>
                  <a:pt x="2333625" y="1885950"/>
                </a:lnTo>
                <a:lnTo>
                  <a:pt x="2305050" y="1885950"/>
                </a:lnTo>
                <a:lnTo>
                  <a:pt x="2305050" y="1847850"/>
                </a:lnTo>
                <a:lnTo>
                  <a:pt x="2286000" y="1847850"/>
                </a:lnTo>
                <a:lnTo>
                  <a:pt x="2286000" y="1819275"/>
                </a:lnTo>
                <a:lnTo>
                  <a:pt x="2276475" y="1819275"/>
                </a:lnTo>
                <a:lnTo>
                  <a:pt x="2276475" y="1828800"/>
                </a:lnTo>
                <a:lnTo>
                  <a:pt x="2266950" y="1828800"/>
                </a:lnTo>
                <a:lnTo>
                  <a:pt x="2266950" y="1838325"/>
                </a:lnTo>
                <a:lnTo>
                  <a:pt x="2257425" y="1838325"/>
                </a:lnTo>
                <a:lnTo>
                  <a:pt x="2257425" y="1819275"/>
                </a:lnTo>
                <a:lnTo>
                  <a:pt x="2238375" y="1819275"/>
                </a:lnTo>
                <a:lnTo>
                  <a:pt x="2238375" y="1838325"/>
                </a:lnTo>
                <a:lnTo>
                  <a:pt x="2228850" y="1838325"/>
                </a:lnTo>
                <a:lnTo>
                  <a:pt x="2228850" y="1828800"/>
                </a:lnTo>
                <a:lnTo>
                  <a:pt x="2219325" y="1828800"/>
                </a:lnTo>
                <a:lnTo>
                  <a:pt x="2219325" y="1809750"/>
                </a:lnTo>
                <a:lnTo>
                  <a:pt x="2209800" y="1809750"/>
                </a:lnTo>
                <a:lnTo>
                  <a:pt x="2209800" y="1771650"/>
                </a:lnTo>
                <a:lnTo>
                  <a:pt x="2200275" y="1771650"/>
                </a:lnTo>
                <a:lnTo>
                  <a:pt x="2200275" y="1762125"/>
                </a:lnTo>
                <a:lnTo>
                  <a:pt x="2190750" y="1762125"/>
                </a:lnTo>
                <a:lnTo>
                  <a:pt x="2190750" y="1752600"/>
                </a:lnTo>
                <a:lnTo>
                  <a:pt x="2200275" y="1752600"/>
                </a:lnTo>
                <a:lnTo>
                  <a:pt x="2200275" y="1743075"/>
                </a:lnTo>
                <a:lnTo>
                  <a:pt x="2209800" y="1743075"/>
                </a:lnTo>
                <a:lnTo>
                  <a:pt x="2209800" y="1762125"/>
                </a:lnTo>
                <a:lnTo>
                  <a:pt x="2228850" y="1762125"/>
                </a:lnTo>
                <a:lnTo>
                  <a:pt x="2228850" y="1752600"/>
                </a:lnTo>
                <a:lnTo>
                  <a:pt x="2219325" y="1752600"/>
                </a:lnTo>
                <a:lnTo>
                  <a:pt x="2219325" y="1743075"/>
                </a:lnTo>
                <a:lnTo>
                  <a:pt x="2257425" y="1743075"/>
                </a:lnTo>
                <a:lnTo>
                  <a:pt x="2257425" y="1714500"/>
                </a:lnTo>
                <a:lnTo>
                  <a:pt x="2266950" y="1714500"/>
                </a:lnTo>
                <a:lnTo>
                  <a:pt x="2266950" y="1724025"/>
                </a:lnTo>
                <a:lnTo>
                  <a:pt x="2276475" y="1724025"/>
                </a:lnTo>
                <a:lnTo>
                  <a:pt x="2276475" y="1752600"/>
                </a:lnTo>
                <a:lnTo>
                  <a:pt x="2257425" y="1752600"/>
                </a:lnTo>
                <a:lnTo>
                  <a:pt x="2257425" y="1790700"/>
                </a:lnTo>
                <a:lnTo>
                  <a:pt x="2247900" y="1790700"/>
                </a:lnTo>
                <a:lnTo>
                  <a:pt x="2247900" y="1809750"/>
                </a:lnTo>
                <a:lnTo>
                  <a:pt x="2276475" y="1809750"/>
                </a:lnTo>
                <a:lnTo>
                  <a:pt x="2276475" y="1790700"/>
                </a:lnTo>
                <a:lnTo>
                  <a:pt x="2295525" y="1790700"/>
                </a:lnTo>
                <a:lnTo>
                  <a:pt x="2295525" y="1800225"/>
                </a:lnTo>
                <a:lnTo>
                  <a:pt x="2305050" y="1800225"/>
                </a:lnTo>
                <a:lnTo>
                  <a:pt x="2305050" y="1781175"/>
                </a:lnTo>
                <a:lnTo>
                  <a:pt x="2314575" y="1781175"/>
                </a:lnTo>
                <a:lnTo>
                  <a:pt x="2314575" y="1790700"/>
                </a:lnTo>
                <a:lnTo>
                  <a:pt x="2324100" y="1790700"/>
                </a:lnTo>
                <a:lnTo>
                  <a:pt x="2324100" y="1771650"/>
                </a:lnTo>
                <a:lnTo>
                  <a:pt x="2314575" y="1771650"/>
                </a:lnTo>
                <a:lnTo>
                  <a:pt x="2314575" y="1733550"/>
                </a:lnTo>
                <a:lnTo>
                  <a:pt x="2305050" y="1733550"/>
                </a:lnTo>
                <a:lnTo>
                  <a:pt x="2305050" y="1724025"/>
                </a:lnTo>
                <a:lnTo>
                  <a:pt x="2286000" y="1724025"/>
                </a:lnTo>
                <a:lnTo>
                  <a:pt x="2286000" y="1714500"/>
                </a:lnTo>
                <a:lnTo>
                  <a:pt x="2276475" y="1714500"/>
                </a:lnTo>
                <a:lnTo>
                  <a:pt x="2276475" y="1704975"/>
                </a:lnTo>
                <a:lnTo>
                  <a:pt x="2266950" y="1704975"/>
                </a:lnTo>
                <a:lnTo>
                  <a:pt x="2266950" y="1695450"/>
                </a:lnTo>
                <a:lnTo>
                  <a:pt x="2276475" y="1695450"/>
                </a:lnTo>
                <a:lnTo>
                  <a:pt x="2276475" y="1704975"/>
                </a:lnTo>
                <a:lnTo>
                  <a:pt x="2286000" y="1704975"/>
                </a:lnTo>
                <a:lnTo>
                  <a:pt x="2286000" y="1676400"/>
                </a:lnTo>
                <a:lnTo>
                  <a:pt x="2305050" y="1676400"/>
                </a:lnTo>
                <a:close/>
                <a:moveTo>
                  <a:pt x="1895475" y="1685925"/>
                </a:moveTo>
                <a:lnTo>
                  <a:pt x="1905000" y="1685925"/>
                </a:lnTo>
                <a:lnTo>
                  <a:pt x="1905000" y="1695450"/>
                </a:lnTo>
                <a:lnTo>
                  <a:pt x="1895475" y="1695450"/>
                </a:lnTo>
                <a:close/>
                <a:moveTo>
                  <a:pt x="1914525" y="1685925"/>
                </a:moveTo>
                <a:lnTo>
                  <a:pt x="1924050" y="1685925"/>
                </a:lnTo>
                <a:lnTo>
                  <a:pt x="1924050" y="1695450"/>
                </a:lnTo>
                <a:lnTo>
                  <a:pt x="1914525" y="1695450"/>
                </a:lnTo>
                <a:close/>
                <a:moveTo>
                  <a:pt x="2295525" y="1695450"/>
                </a:moveTo>
                <a:lnTo>
                  <a:pt x="2305050" y="1695450"/>
                </a:lnTo>
                <a:lnTo>
                  <a:pt x="2305050" y="1685925"/>
                </a:lnTo>
                <a:lnTo>
                  <a:pt x="2295525" y="1685925"/>
                </a:lnTo>
                <a:close/>
                <a:moveTo>
                  <a:pt x="2438400" y="1695450"/>
                </a:moveTo>
                <a:lnTo>
                  <a:pt x="2447925" y="1695450"/>
                </a:lnTo>
                <a:lnTo>
                  <a:pt x="2447925" y="1704975"/>
                </a:lnTo>
                <a:lnTo>
                  <a:pt x="2438400" y="1704975"/>
                </a:lnTo>
                <a:close/>
                <a:moveTo>
                  <a:pt x="2143125" y="1704975"/>
                </a:moveTo>
                <a:lnTo>
                  <a:pt x="2162175" y="1704975"/>
                </a:lnTo>
                <a:lnTo>
                  <a:pt x="2162175" y="1724025"/>
                </a:lnTo>
                <a:lnTo>
                  <a:pt x="2152650" y="1724025"/>
                </a:lnTo>
                <a:lnTo>
                  <a:pt x="2152650" y="1714500"/>
                </a:lnTo>
                <a:lnTo>
                  <a:pt x="2143125" y="1714500"/>
                </a:lnTo>
                <a:close/>
                <a:moveTo>
                  <a:pt x="2190750" y="1704975"/>
                </a:moveTo>
                <a:lnTo>
                  <a:pt x="2209800" y="1704975"/>
                </a:lnTo>
                <a:lnTo>
                  <a:pt x="2209800" y="1714500"/>
                </a:lnTo>
                <a:lnTo>
                  <a:pt x="2190750" y="1714500"/>
                </a:lnTo>
                <a:close/>
                <a:moveTo>
                  <a:pt x="2219325" y="1704975"/>
                </a:moveTo>
                <a:lnTo>
                  <a:pt x="2228850" y="1704975"/>
                </a:lnTo>
                <a:lnTo>
                  <a:pt x="2228850" y="1724025"/>
                </a:lnTo>
                <a:lnTo>
                  <a:pt x="2209800" y="1724025"/>
                </a:lnTo>
                <a:lnTo>
                  <a:pt x="2209800" y="1714500"/>
                </a:lnTo>
                <a:lnTo>
                  <a:pt x="2219325" y="1714500"/>
                </a:lnTo>
                <a:close/>
                <a:moveTo>
                  <a:pt x="2428875" y="1704975"/>
                </a:moveTo>
                <a:lnTo>
                  <a:pt x="2438400" y="1704975"/>
                </a:lnTo>
                <a:lnTo>
                  <a:pt x="2438400" y="1714500"/>
                </a:lnTo>
                <a:lnTo>
                  <a:pt x="2447925" y="1714500"/>
                </a:lnTo>
                <a:lnTo>
                  <a:pt x="2447925" y="1724025"/>
                </a:lnTo>
                <a:lnTo>
                  <a:pt x="2457450" y="1724025"/>
                </a:lnTo>
                <a:lnTo>
                  <a:pt x="2457450" y="1743075"/>
                </a:lnTo>
                <a:lnTo>
                  <a:pt x="2447925" y="1743075"/>
                </a:lnTo>
                <a:lnTo>
                  <a:pt x="2447925" y="1752600"/>
                </a:lnTo>
                <a:lnTo>
                  <a:pt x="2457450" y="1752600"/>
                </a:lnTo>
                <a:lnTo>
                  <a:pt x="2457450" y="1762125"/>
                </a:lnTo>
                <a:lnTo>
                  <a:pt x="2419350" y="1762125"/>
                </a:lnTo>
                <a:lnTo>
                  <a:pt x="2419350" y="1752600"/>
                </a:lnTo>
                <a:lnTo>
                  <a:pt x="2409825" y="1752600"/>
                </a:lnTo>
                <a:lnTo>
                  <a:pt x="2409825" y="1743075"/>
                </a:lnTo>
                <a:lnTo>
                  <a:pt x="2428875" y="1743075"/>
                </a:lnTo>
                <a:lnTo>
                  <a:pt x="2428875" y="1724025"/>
                </a:lnTo>
                <a:lnTo>
                  <a:pt x="2419350" y="1724025"/>
                </a:lnTo>
                <a:lnTo>
                  <a:pt x="2419350" y="1714500"/>
                </a:lnTo>
                <a:lnTo>
                  <a:pt x="2428875" y="1714500"/>
                </a:lnTo>
                <a:close/>
                <a:moveTo>
                  <a:pt x="19050" y="1714500"/>
                </a:moveTo>
                <a:lnTo>
                  <a:pt x="38100" y="1714500"/>
                </a:lnTo>
                <a:lnTo>
                  <a:pt x="38100" y="1733550"/>
                </a:lnTo>
                <a:lnTo>
                  <a:pt x="28575" y="1733550"/>
                </a:lnTo>
                <a:lnTo>
                  <a:pt x="28575" y="1743075"/>
                </a:lnTo>
                <a:lnTo>
                  <a:pt x="9525" y="1743075"/>
                </a:lnTo>
                <a:lnTo>
                  <a:pt x="9525" y="1752600"/>
                </a:lnTo>
                <a:lnTo>
                  <a:pt x="0" y="1752600"/>
                </a:lnTo>
                <a:lnTo>
                  <a:pt x="0" y="1733550"/>
                </a:lnTo>
                <a:lnTo>
                  <a:pt x="9525" y="1733550"/>
                </a:lnTo>
                <a:lnTo>
                  <a:pt x="9525" y="1724025"/>
                </a:lnTo>
                <a:lnTo>
                  <a:pt x="19050" y="1724025"/>
                </a:lnTo>
                <a:close/>
                <a:moveTo>
                  <a:pt x="2181225" y="1714500"/>
                </a:moveTo>
                <a:lnTo>
                  <a:pt x="2190750" y="1714500"/>
                </a:lnTo>
                <a:lnTo>
                  <a:pt x="2190750" y="1724025"/>
                </a:lnTo>
                <a:lnTo>
                  <a:pt x="2181225" y="1724025"/>
                </a:lnTo>
                <a:close/>
                <a:moveTo>
                  <a:pt x="2028825" y="1724025"/>
                </a:moveTo>
                <a:lnTo>
                  <a:pt x="2038350" y="1724025"/>
                </a:lnTo>
                <a:lnTo>
                  <a:pt x="2038350" y="1733550"/>
                </a:lnTo>
                <a:lnTo>
                  <a:pt x="2028825" y="1733550"/>
                </a:lnTo>
                <a:close/>
                <a:moveTo>
                  <a:pt x="2114550" y="1724025"/>
                </a:moveTo>
                <a:lnTo>
                  <a:pt x="2133600" y="1724025"/>
                </a:lnTo>
                <a:lnTo>
                  <a:pt x="2133600" y="1743075"/>
                </a:lnTo>
                <a:lnTo>
                  <a:pt x="2124075" y="1743075"/>
                </a:lnTo>
                <a:lnTo>
                  <a:pt x="2124075" y="1733550"/>
                </a:lnTo>
                <a:lnTo>
                  <a:pt x="2114550" y="1733550"/>
                </a:lnTo>
                <a:close/>
                <a:moveTo>
                  <a:pt x="2171700" y="1724025"/>
                </a:moveTo>
                <a:lnTo>
                  <a:pt x="2181225" y="1724025"/>
                </a:lnTo>
                <a:lnTo>
                  <a:pt x="2181225" y="1733550"/>
                </a:lnTo>
                <a:lnTo>
                  <a:pt x="2171700" y="1733550"/>
                </a:lnTo>
                <a:close/>
                <a:moveTo>
                  <a:pt x="2200275" y="1724025"/>
                </a:moveTo>
                <a:lnTo>
                  <a:pt x="2209800" y="1724025"/>
                </a:lnTo>
                <a:lnTo>
                  <a:pt x="2209800" y="1733550"/>
                </a:lnTo>
                <a:lnTo>
                  <a:pt x="2200275" y="1733550"/>
                </a:lnTo>
                <a:close/>
                <a:moveTo>
                  <a:pt x="2409825" y="1724025"/>
                </a:moveTo>
                <a:lnTo>
                  <a:pt x="2419350" y="1724025"/>
                </a:lnTo>
                <a:lnTo>
                  <a:pt x="2419350" y="1733550"/>
                </a:lnTo>
                <a:lnTo>
                  <a:pt x="2409825" y="1733550"/>
                </a:lnTo>
                <a:close/>
                <a:moveTo>
                  <a:pt x="2105025" y="1752600"/>
                </a:moveTo>
                <a:lnTo>
                  <a:pt x="2143125" y="1752600"/>
                </a:lnTo>
                <a:lnTo>
                  <a:pt x="2143125" y="1771650"/>
                </a:lnTo>
                <a:lnTo>
                  <a:pt x="2133600" y="1771650"/>
                </a:lnTo>
                <a:lnTo>
                  <a:pt x="2133600" y="1762125"/>
                </a:lnTo>
                <a:lnTo>
                  <a:pt x="2105025" y="1762125"/>
                </a:lnTo>
                <a:close/>
                <a:moveTo>
                  <a:pt x="2276475" y="1752600"/>
                </a:moveTo>
                <a:lnTo>
                  <a:pt x="2295525" y="1752600"/>
                </a:lnTo>
                <a:lnTo>
                  <a:pt x="2295525" y="1771650"/>
                </a:lnTo>
                <a:lnTo>
                  <a:pt x="2286000" y="1771650"/>
                </a:lnTo>
                <a:lnTo>
                  <a:pt x="2286000" y="1762125"/>
                </a:lnTo>
                <a:lnTo>
                  <a:pt x="2276475" y="1762125"/>
                </a:lnTo>
                <a:close/>
                <a:moveTo>
                  <a:pt x="28575" y="1762125"/>
                </a:moveTo>
                <a:lnTo>
                  <a:pt x="38100" y="1762125"/>
                </a:lnTo>
                <a:lnTo>
                  <a:pt x="38100" y="1781175"/>
                </a:lnTo>
                <a:lnTo>
                  <a:pt x="57150" y="1781175"/>
                </a:lnTo>
                <a:lnTo>
                  <a:pt x="57150" y="1809750"/>
                </a:lnTo>
                <a:lnTo>
                  <a:pt x="28575" y="1809750"/>
                </a:lnTo>
                <a:lnTo>
                  <a:pt x="28575" y="1800225"/>
                </a:lnTo>
                <a:lnTo>
                  <a:pt x="19050" y="1800225"/>
                </a:lnTo>
                <a:lnTo>
                  <a:pt x="19050" y="1828800"/>
                </a:lnTo>
                <a:lnTo>
                  <a:pt x="9525" y="1828800"/>
                </a:lnTo>
                <a:lnTo>
                  <a:pt x="9525" y="1819275"/>
                </a:lnTo>
                <a:lnTo>
                  <a:pt x="0" y="1819275"/>
                </a:lnTo>
                <a:lnTo>
                  <a:pt x="0" y="1800225"/>
                </a:lnTo>
                <a:lnTo>
                  <a:pt x="9525" y="1800225"/>
                </a:lnTo>
                <a:lnTo>
                  <a:pt x="9525" y="1790700"/>
                </a:lnTo>
                <a:lnTo>
                  <a:pt x="19050" y="1790700"/>
                </a:lnTo>
                <a:lnTo>
                  <a:pt x="19050" y="1781175"/>
                </a:lnTo>
                <a:lnTo>
                  <a:pt x="28575" y="1781175"/>
                </a:lnTo>
                <a:close/>
                <a:moveTo>
                  <a:pt x="190500" y="1762125"/>
                </a:moveTo>
                <a:lnTo>
                  <a:pt x="200025" y="1762125"/>
                </a:lnTo>
                <a:lnTo>
                  <a:pt x="200025" y="1790700"/>
                </a:lnTo>
                <a:lnTo>
                  <a:pt x="190500" y="1790700"/>
                </a:lnTo>
                <a:close/>
                <a:moveTo>
                  <a:pt x="2152650" y="1762125"/>
                </a:moveTo>
                <a:lnTo>
                  <a:pt x="2162175" y="1762125"/>
                </a:lnTo>
                <a:lnTo>
                  <a:pt x="2162175" y="1771650"/>
                </a:lnTo>
                <a:lnTo>
                  <a:pt x="2181225" y="1771650"/>
                </a:lnTo>
                <a:lnTo>
                  <a:pt x="2181225" y="1790700"/>
                </a:lnTo>
                <a:lnTo>
                  <a:pt x="2162175" y="1790700"/>
                </a:lnTo>
                <a:lnTo>
                  <a:pt x="2162175" y="1781175"/>
                </a:lnTo>
                <a:lnTo>
                  <a:pt x="2152650" y="1781175"/>
                </a:lnTo>
                <a:close/>
                <a:moveTo>
                  <a:pt x="381000" y="1781175"/>
                </a:moveTo>
                <a:lnTo>
                  <a:pt x="390525" y="1781175"/>
                </a:lnTo>
                <a:lnTo>
                  <a:pt x="390525" y="1790700"/>
                </a:lnTo>
                <a:lnTo>
                  <a:pt x="381000" y="1790700"/>
                </a:lnTo>
                <a:close/>
                <a:moveTo>
                  <a:pt x="1000125" y="1781175"/>
                </a:moveTo>
                <a:lnTo>
                  <a:pt x="1019175" y="1781175"/>
                </a:lnTo>
                <a:lnTo>
                  <a:pt x="1019175" y="1790700"/>
                </a:lnTo>
                <a:lnTo>
                  <a:pt x="1000125" y="1790700"/>
                </a:lnTo>
                <a:close/>
                <a:moveTo>
                  <a:pt x="2076450" y="1781175"/>
                </a:moveTo>
                <a:lnTo>
                  <a:pt x="2085975" y="1781175"/>
                </a:lnTo>
                <a:lnTo>
                  <a:pt x="2085975" y="1800225"/>
                </a:lnTo>
                <a:lnTo>
                  <a:pt x="2076450" y="1800225"/>
                </a:lnTo>
                <a:close/>
                <a:moveTo>
                  <a:pt x="962025" y="1790700"/>
                </a:moveTo>
                <a:lnTo>
                  <a:pt x="981075" y="1790700"/>
                </a:lnTo>
                <a:lnTo>
                  <a:pt x="981075" y="1800225"/>
                </a:lnTo>
                <a:lnTo>
                  <a:pt x="962025" y="1800225"/>
                </a:lnTo>
                <a:close/>
                <a:moveTo>
                  <a:pt x="2371725" y="1809750"/>
                </a:moveTo>
                <a:lnTo>
                  <a:pt x="2381250" y="1809750"/>
                </a:lnTo>
                <a:lnTo>
                  <a:pt x="2381250" y="1819275"/>
                </a:lnTo>
                <a:lnTo>
                  <a:pt x="2371725" y="1819275"/>
                </a:lnTo>
                <a:lnTo>
                  <a:pt x="2371725" y="1828800"/>
                </a:lnTo>
                <a:lnTo>
                  <a:pt x="2362200" y="1828800"/>
                </a:lnTo>
                <a:lnTo>
                  <a:pt x="2362200" y="1838325"/>
                </a:lnTo>
                <a:lnTo>
                  <a:pt x="2352675" y="1838325"/>
                </a:lnTo>
                <a:lnTo>
                  <a:pt x="2352675" y="1828800"/>
                </a:lnTo>
                <a:lnTo>
                  <a:pt x="2343150" y="1828800"/>
                </a:lnTo>
                <a:lnTo>
                  <a:pt x="2343150" y="1838325"/>
                </a:lnTo>
                <a:lnTo>
                  <a:pt x="2352675" y="1838325"/>
                </a:lnTo>
                <a:lnTo>
                  <a:pt x="2352675" y="1847850"/>
                </a:lnTo>
                <a:lnTo>
                  <a:pt x="2314575" y="1847850"/>
                </a:lnTo>
                <a:lnTo>
                  <a:pt x="2314575" y="1857375"/>
                </a:lnTo>
                <a:lnTo>
                  <a:pt x="2333625" y="1857375"/>
                </a:lnTo>
                <a:lnTo>
                  <a:pt x="2333625" y="1866900"/>
                </a:lnTo>
                <a:lnTo>
                  <a:pt x="2343150" y="1866900"/>
                </a:lnTo>
                <a:lnTo>
                  <a:pt x="2343150" y="1857375"/>
                </a:lnTo>
                <a:lnTo>
                  <a:pt x="2409825" y="1857375"/>
                </a:lnTo>
                <a:lnTo>
                  <a:pt x="2409825" y="1847850"/>
                </a:lnTo>
                <a:lnTo>
                  <a:pt x="2419350" y="1847850"/>
                </a:lnTo>
                <a:lnTo>
                  <a:pt x="2419350" y="1857375"/>
                </a:lnTo>
                <a:lnTo>
                  <a:pt x="2438400" y="1857375"/>
                </a:lnTo>
                <a:lnTo>
                  <a:pt x="2438400" y="1847850"/>
                </a:lnTo>
                <a:lnTo>
                  <a:pt x="2428875" y="1847850"/>
                </a:lnTo>
                <a:lnTo>
                  <a:pt x="2428875" y="1838325"/>
                </a:lnTo>
                <a:lnTo>
                  <a:pt x="2419350" y="1838325"/>
                </a:lnTo>
                <a:lnTo>
                  <a:pt x="2419350" y="1809750"/>
                </a:lnTo>
                <a:lnTo>
                  <a:pt x="2409825" y="1809750"/>
                </a:lnTo>
                <a:lnTo>
                  <a:pt x="2409825" y="1800225"/>
                </a:lnTo>
                <a:lnTo>
                  <a:pt x="2371725" y="1800225"/>
                </a:lnTo>
                <a:close/>
                <a:moveTo>
                  <a:pt x="1047750" y="1819275"/>
                </a:moveTo>
                <a:lnTo>
                  <a:pt x="1066800" y="1819275"/>
                </a:lnTo>
                <a:lnTo>
                  <a:pt x="1066800" y="1828800"/>
                </a:lnTo>
                <a:lnTo>
                  <a:pt x="1047750" y="1828800"/>
                </a:lnTo>
                <a:close/>
                <a:moveTo>
                  <a:pt x="1076325" y="1819275"/>
                </a:moveTo>
                <a:lnTo>
                  <a:pt x="1095375" y="1819275"/>
                </a:lnTo>
                <a:lnTo>
                  <a:pt x="1095375" y="1828800"/>
                </a:lnTo>
                <a:lnTo>
                  <a:pt x="1076325" y="1828800"/>
                </a:lnTo>
                <a:close/>
                <a:moveTo>
                  <a:pt x="2343150" y="1819275"/>
                </a:moveTo>
                <a:lnTo>
                  <a:pt x="2352675" y="1819275"/>
                </a:lnTo>
                <a:lnTo>
                  <a:pt x="2352675" y="1790700"/>
                </a:lnTo>
                <a:lnTo>
                  <a:pt x="2343150" y="1790700"/>
                </a:lnTo>
                <a:close/>
                <a:moveTo>
                  <a:pt x="2428875" y="1819275"/>
                </a:moveTo>
                <a:lnTo>
                  <a:pt x="2438400" y="1819275"/>
                </a:lnTo>
                <a:lnTo>
                  <a:pt x="2438400" y="1809750"/>
                </a:lnTo>
                <a:lnTo>
                  <a:pt x="2428875" y="1809750"/>
                </a:lnTo>
                <a:close/>
                <a:moveTo>
                  <a:pt x="0" y="1847850"/>
                </a:moveTo>
                <a:lnTo>
                  <a:pt x="9525" y="1847850"/>
                </a:lnTo>
                <a:lnTo>
                  <a:pt x="9525" y="1857375"/>
                </a:lnTo>
                <a:lnTo>
                  <a:pt x="19050" y="1857375"/>
                </a:lnTo>
                <a:lnTo>
                  <a:pt x="19050" y="1866900"/>
                </a:lnTo>
                <a:lnTo>
                  <a:pt x="28575" y="1866900"/>
                </a:lnTo>
                <a:lnTo>
                  <a:pt x="28575" y="1885950"/>
                </a:lnTo>
                <a:lnTo>
                  <a:pt x="19050" y="1885950"/>
                </a:lnTo>
                <a:lnTo>
                  <a:pt x="19050" y="1876425"/>
                </a:lnTo>
                <a:lnTo>
                  <a:pt x="0" y="1876425"/>
                </a:lnTo>
                <a:close/>
                <a:moveTo>
                  <a:pt x="238125" y="1866900"/>
                </a:moveTo>
                <a:lnTo>
                  <a:pt x="247650" y="1866900"/>
                </a:lnTo>
                <a:lnTo>
                  <a:pt x="247650" y="1876425"/>
                </a:lnTo>
                <a:lnTo>
                  <a:pt x="238125" y="1876425"/>
                </a:lnTo>
                <a:close/>
                <a:moveTo>
                  <a:pt x="2095500" y="1866900"/>
                </a:moveTo>
                <a:lnTo>
                  <a:pt x="2105025" y="1866900"/>
                </a:lnTo>
                <a:lnTo>
                  <a:pt x="2105025" y="1885950"/>
                </a:lnTo>
                <a:lnTo>
                  <a:pt x="2085975" y="1885950"/>
                </a:lnTo>
                <a:lnTo>
                  <a:pt x="2085975" y="1876425"/>
                </a:lnTo>
                <a:lnTo>
                  <a:pt x="2095500" y="1876425"/>
                </a:lnTo>
                <a:close/>
                <a:moveTo>
                  <a:pt x="57150" y="1876425"/>
                </a:moveTo>
                <a:lnTo>
                  <a:pt x="66675" y="1876425"/>
                </a:lnTo>
                <a:lnTo>
                  <a:pt x="66675" y="1885950"/>
                </a:lnTo>
                <a:lnTo>
                  <a:pt x="57150" y="1885950"/>
                </a:lnTo>
                <a:close/>
                <a:moveTo>
                  <a:pt x="28575" y="1885950"/>
                </a:moveTo>
                <a:lnTo>
                  <a:pt x="47625" y="1885950"/>
                </a:lnTo>
                <a:lnTo>
                  <a:pt x="47625" y="1895475"/>
                </a:lnTo>
                <a:lnTo>
                  <a:pt x="38100" y="1895475"/>
                </a:lnTo>
                <a:lnTo>
                  <a:pt x="38100" y="1914525"/>
                </a:lnTo>
                <a:lnTo>
                  <a:pt x="28575" y="1914525"/>
                </a:lnTo>
                <a:close/>
                <a:moveTo>
                  <a:pt x="2066925" y="1885950"/>
                </a:moveTo>
                <a:lnTo>
                  <a:pt x="2085975" y="1885950"/>
                </a:lnTo>
                <a:lnTo>
                  <a:pt x="2085975" y="1905000"/>
                </a:lnTo>
                <a:lnTo>
                  <a:pt x="2076450" y="1905000"/>
                </a:lnTo>
                <a:lnTo>
                  <a:pt x="2076450" y="1895475"/>
                </a:lnTo>
                <a:lnTo>
                  <a:pt x="2066925" y="1895475"/>
                </a:lnTo>
                <a:close/>
                <a:moveTo>
                  <a:pt x="419100" y="1905000"/>
                </a:moveTo>
                <a:lnTo>
                  <a:pt x="428625" y="1905000"/>
                </a:lnTo>
                <a:lnTo>
                  <a:pt x="428625" y="1914525"/>
                </a:lnTo>
                <a:lnTo>
                  <a:pt x="419100" y="1914525"/>
                </a:lnTo>
                <a:close/>
                <a:moveTo>
                  <a:pt x="9525" y="1924050"/>
                </a:moveTo>
                <a:lnTo>
                  <a:pt x="19050" y="1924050"/>
                </a:lnTo>
                <a:lnTo>
                  <a:pt x="19050" y="1943100"/>
                </a:lnTo>
                <a:lnTo>
                  <a:pt x="28575" y="1943100"/>
                </a:lnTo>
                <a:lnTo>
                  <a:pt x="28575" y="1952625"/>
                </a:lnTo>
                <a:lnTo>
                  <a:pt x="47625" y="1952625"/>
                </a:lnTo>
                <a:lnTo>
                  <a:pt x="47625" y="1971675"/>
                </a:lnTo>
                <a:lnTo>
                  <a:pt x="28575" y="1971675"/>
                </a:lnTo>
                <a:lnTo>
                  <a:pt x="28575" y="1962150"/>
                </a:lnTo>
                <a:lnTo>
                  <a:pt x="19050" y="1962150"/>
                </a:lnTo>
                <a:lnTo>
                  <a:pt x="19050" y="1952625"/>
                </a:lnTo>
                <a:lnTo>
                  <a:pt x="9525" y="1952625"/>
                </a:lnTo>
                <a:close/>
                <a:moveTo>
                  <a:pt x="1666875" y="1933575"/>
                </a:moveTo>
                <a:lnTo>
                  <a:pt x="1676400" y="1933575"/>
                </a:lnTo>
                <a:lnTo>
                  <a:pt x="1676400" y="1943100"/>
                </a:lnTo>
                <a:lnTo>
                  <a:pt x="1666875" y="1943100"/>
                </a:lnTo>
                <a:close/>
                <a:moveTo>
                  <a:pt x="2343150" y="1933575"/>
                </a:moveTo>
                <a:lnTo>
                  <a:pt x="2352675" y="1933575"/>
                </a:lnTo>
                <a:lnTo>
                  <a:pt x="2352675" y="1943100"/>
                </a:lnTo>
                <a:lnTo>
                  <a:pt x="2343150" y="1943100"/>
                </a:lnTo>
                <a:close/>
                <a:moveTo>
                  <a:pt x="2209800" y="1943100"/>
                </a:moveTo>
                <a:lnTo>
                  <a:pt x="2219325" y="1943100"/>
                </a:lnTo>
                <a:lnTo>
                  <a:pt x="2219325" y="1952625"/>
                </a:lnTo>
                <a:lnTo>
                  <a:pt x="2209800" y="1952625"/>
                </a:lnTo>
                <a:close/>
                <a:moveTo>
                  <a:pt x="2143125" y="1952625"/>
                </a:moveTo>
                <a:lnTo>
                  <a:pt x="2162175" y="1952625"/>
                </a:lnTo>
                <a:lnTo>
                  <a:pt x="2162175" y="1962150"/>
                </a:lnTo>
                <a:lnTo>
                  <a:pt x="2171700" y="1962150"/>
                </a:lnTo>
                <a:lnTo>
                  <a:pt x="2171700" y="1971675"/>
                </a:lnTo>
                <a:lnTo>
                  <a:pt x="2114550" y="1971675"/>
                </a:lnTo>
                <a:lnTo>
                  <a:pt x="2114550" y="1962150"/>
                </a:lnTo>
                <a:lnTo>
                  <a:pt x="2143125" y="1962150"/>
                </a:lnTo>
                <a:close/>
                <a:moveTo>
                  <a:pt x="2257425" y="1952625"/>
                </a:moveTo>
                <a:lnTo>
                  <a:pt x="2266950" y="1952625"/>
                </a:lnTo>
                <a:lnTo>
                  <a:pt x="2266950" y="1962150"/>
                </a:lnTo>
                <a:lnTo>
                  <a:pt x="2276475" y="1962150"/>
                </a:lnTo>
                <a:lnTo>
                  <a:pt x="2276475" y="1971675"/>
                </a:lnTo>
                <a:lnTo>
                  <a:pt x="2266950" y="1971675"/>
                </a:lnTo>
                <a:lnTo>
                  <a:pt x="2266950" y="1981200"/>
                </a:lnTo>
                <a:lnTo>
                  <a:pt x="2257425" y="1981200"/>
                </a:lnTo>
                <a:lnTo>
                  <a:pt x="2257425" y="1990725"/>
                </a:lnTo>
                <a:lnTo>
                  <a:pt x="2247900" y="1990725"/>
                </a:lnTo>
                <a:lnTo>
                  <a:pt x="2247900" y="2000250"/>
                </a:lnTo>
                <a:lnTo>
                  <a:pt x="2238375" y="2000250"/>
                </a:lnTo>
                <a:lnTo>
                  <a:pt x="2238375" y="1990725"/>
                </a:lnTo>
                <a:lnTo>
                  <a:pt x="2228850" y="1990725"/>
                </a:lnTo>
                <a:lnTo>
                  <a:pt x="2228850" y="1981200"/>
                </a:lnTo>
                <a:lnTo>
                  <a:pt x="2219325" y="1981200"/>
                </a:lnTo>
                <a:lnTo>
                  <a:pt x="2219325" y="1990725"/>
                </a:lnTo>
                <a:lnTo>
                  <a:pt x="2228850" y="1990725"/>
                </a:lnTo>
                <a:lnTo>
                  <a:pt x="2228850" y="2009775"/>
                </a:lnTo>
                <a:lnTo>
                  <a:pt x="2219325" y="2009775"/>
                </a:lnTo>
                <a:lnTo>
                  <a:pt x="2219325" y="2000250"/>
                </a:lnTo>
                <a:lnTo>
                  <a:pt x="2200275" y="2000250"/>
                </a:lnTo>
                <a:lnTo>
                  <a:pt x="2200275" y="1990725"/>
                </a:lnTo>
                <a:lnTo>
                  <a:pt x="2181225" y="1990725"/>
                </a:lnTo>
                <a:lnTo>
                  <a:pt x="2181225" y="1971675"/>
                </a:lnTo>
                <a:lnTo>
                  <a:pt x="2190750" y="1971675"/>
                </a:lnTo>
                <a:lnTo>
                  <a:pt x="2190750" y="1981200"/>
                </a:lnTo>
                <a:lnTo>
                  <a:pt x="2200275" y="1981200"/>
                </a:lnTo>
                <a:lnTo>
                  <a:pt x="2200275" y="1990725"/>
                </a:lnTo>
                <a:lnTo>
                  <a:pt x="2209800" y="1990725"/>
                </a:lnTo>
                <a:lnTo>
                  <a:pt x="2209800" y="1971675"/>
                </a:lnTo>
                <a:lnTo>
                  <a:pt x="2257425" y="1971675"/>
                </a:lnTo>
                <a:close/>
                <a:moveTo>
                  <a:pt x="923925" y="1962150"/>
                </a:moveTo>
                <a:lnTo>
                  <a:pt x="933450" y="1962150"/>
                </a:lnTo>
                <a:lnTo>
                  <a:pt x="933450" y="1971675"/>
                </a:lnTo>
                <a:lnTo>
                  <a:pt x="923925" y="1971675"/>
                </a:lnTo>
                <a:close/>
                <a:moveTo>
                  <a:pt x="47625" y="1971675"/>
                </a:moveTo>
                <a:lnTo>
                  <a:pt x="57150" y="1971675"/>
                </a:lnTo>
                <a:lnTo>
                  <a:pt x="57150" y="1981200"/>
                </a:lnTo>
                <a:lnTo>
                  <a:pt x="47625" y="1981200"/>
                </a:lnTo>
                <a:close/>
                <a:moveTo>
                  <a:pt x="942975" y="1971675"/>
                </a:moveTo>
                <a:lnTo>
                  <a:pt x="952500" y="1971675"/>
                </a:lnTo>
                <a:lnTo>
                  <a:pt x="952500" y="1981200"/>
                </a:lnTo>
                <a:lnTo>
                  <a:pt x="942975" y="1981200"/>
                </a:lnTo>
                <a:close/>
                <a:moveTo>
                  <a:pt x="1362075" y="1971675"/>
                </a:moveTo>
                <a:lnTo>
                  <a:pt x="1371600" y="1971675"/>
                </a:lnTo>
                <a:lnTo>
                  <a:pt x="1371600" y="1981200"/>
                </a:lnTo>
                <a:lnTo>
                  <a:pt x="1362075" y="1981200"/>
                </a:lnTo>
                <a:close/>
                <a:moveTo>
                  <a:pt x="971550" y="1990725"/>
                </a:moveTo>
                <a:lnTo>
                  <a:pt x="981075" y="1990725"/>
                </a:lnTo>
                <a:lnTo>
                  <a:pt x="981075" y="2028825"/>
                </a:lnTo>
                <a:lnTo>
                  <a:pt x="971550" y="2028825"/>
                </a:lnTo>
                <a:close/>
                <a:moveTo>
                  <a:pt x="2276475" y="2000250"/>
                </a:moveTo>
                <a:lnTo>
                  <a:pt x="2324100" y="2000250"/>
                </a:lnTo>
                <a:lnTo>
                  <a:pt x="2324100" y="2009775"/>
                </a:lnTo>
                <a:lnTo>
                  <a:pt x="2333625" y="2009775"/>
                </a:lnTo>
                <a:lnTo>
                  <a:pt x="2333625" y="2000250"/>
                </a:lnTo>
                <a:lnTo>
                  <a:pt x="2343150" y="2000250"/>
                </a:lnTo>
                <a:lnTo>
                  <a:pt x="2343150" y="2019300"/>
                </a:lnTo>
                <a:lnTo>
                  <a:pt x="2352675" y="2019300"/>
                </a:lnTo>
                <a:lnTo>
                  <a:pt x="2352675" y="2028825"/>
                </a:lnTo>
                <a:lnTo>
                  <a:pt x="2343150" y="2028825"/>
                </a:lnTo>
                <a:lnTo>
                  <a:pt x="2343150" y="2038350"/>
                </a:lnTo>
                <a:lnTo>
                  <a:pt x="2333625" y="2038350"/>
                </a:lnTo>
                <a:lnTo>
                  <a:pt x="2333625" y="2028825"/>
                </a:lnTo>
                <a:lnTo>
                  <a:pt x="2305050" y="2028825"/>
                </a:lnTo>
                <a:lnTo>
                  <a:pt x="2305050" y="2019300"/>
                </a:lnTo>
                <a:lnTo>
                  <a:pt x="2276475" y="2019300"/>
                </a:lnTo>
                <a:lnTo>
                  <a:pt x="2276475" y="2038350"/>
                </a:lnTo>
                <a:lnTo>
                  <a:pt x="2266950" y="2038350"/>
                </a:lnTo>
                <a:lnTo>
                  <a:pt x="2266950" y="2009775"/>
                </a:lnTo>
                <a:lnTo>
                  <a:pt x="2276475" y="2009775"/>
                </a:lnTo>
                <a:close/>
                <a:moveTo>
                  <a:pt x="2181225" y="2009775"/>
                </a:moveTo>
                <a:lnTo>
                  <a:pt x="2190750" y="2009775"/>
                </a:lnTo>
                <a:lnTo>
                  <a:pt x="2190750" y="2028825"/>
                </a:lnTo>
                <a:lnTo>
                  <a:pt x="2181225" y="2028825"/>
                </a:lnTo>
                <a:close/>
                <a:moveTo>
                  <a:pt x="0" y="2019300"/>
                </a:moveTo>
                <a:lnTo>
                  <a:pt x="19050" y="2019300"/>
                </a:lnTo>
                <a:lnTo>
                  <a:pt x="19050" y="2057400"/>
                </a:lnTo>
                <a:lnTo>
                  <a:pt x="28575" y="2057400"/>
                </a:lnTo>
                <a:lnTo>
                  <a:pt x="28575" y="2076450"/>
                </a:lnTo>
                <a:lnTo>
                  <a:pt x="0" y="2076450"/>
                </a:lnTo>
                <a:lnTo>
                  <a:pt x="0" y="2066925"/>
                </a:lnTo>
                <a:lnTo>
                  <a:pt x="9525" y="2066925"/>
                </a:lnTo>
                <a:lnTo>
                  <a:pt x="9525" y="2038350"/>
                </a:lnTo>
                <a:lnTo>
                  <a:pt x="0" y="2038350"/>
                </a:lnTo>
                <a:close/>
                <a:moveTo>
                  <a:pt x="2162175" y="2019300"/>
                </a:moveTo>
                <a:lnTo>
                  <a:pt x="2171700" y="2019300"/>
                </a:lnTo>
                <a:lnTo>
                  <a:pt x="2171700" y="2038350"/>
                </a:lnTo>
                <a:lnTo>
                  <a:pt x="2181225" y="2038350"/>
                </a:lnTo>
                <a:lnTo>
                  <a:pt x="2181225" y="2057400"/>
                </a:lnTo>
                <a:lnTo>
                  <a:pt x="2171700" y="2057400"/>
                </a:lnTo>
                <a:lnTo>
                  <a:pt x="2171700" y="2047875"/>
                </a:lnTo>
                <a:lnTo>
                  <a:pt x="2152650" y="2047875"/>
                </a:lnTo>
                <a:lnTo>
                  <a:pt x="2152650" y="2028825"/>
                </a:lnTo>
                <a:lnTo>
                  <a:pt x="2162175" y="2028825"/>
                </a:lnTo>
                <a:close/>
                <a:moveTo>
                  <a:pt x="2228850" y="2019300"/>
                </a:moveTo>
                <a:lnTo>
                  <a:pt x="2247900" y="2019300"/>
                </a:lnTo>
                <a:lnTo>
                  <a:pt x="2247900" y="2028825"/>
                </a:lnTo>
                <a:lnTo>
                  <a:pt x="2238375" y="2028825"/>
                </a:lnTo>
                <a:lnTo>
                  <a:pt x="2238375" y="2076450"/>
                </a:lnTo>
                <a:lnTo>
                  <a:pt x="2228850" y="2076450"/>
                </a:lnTo>
                <a:lnTo>
                  <a:pt x="2228850" y="2066925"/>
                </a:lnTo>
                <a:lnTo>
                  <a:pt x="2219325" y="2066925"/>
                </a:lnTo>
                <a:lnTo>
                  <a:pt x="2219325" y="2057400"/>
                </a:lnTo>
                <a:lnTo>
                  <a:pt x="2209800" y="2057400"/>
                </a:lnTo>
                <a:lnTo>
                  <a:pt x="2209800" y="2047875"/>
                </a:lnTo>
                <a:lnTo>
                  <a:pt x="2219325" y="2047875"/>
                </a:lnTo>
                <a:lnTo>
                  <a:pt x="2219325" y="2038350"/>
                </a:lnTo>
                <a:lnTo>
                  <a:pt x="2228850" y="2038350"/>
                </a:lnTo>
                <a:close/>
                <a:moveTo>
                  <a:pt x="2447925" y="2019300"/>
                </a:moveTo>
                <a:lnTo>
                  <a:pt x="2457450" y="2019300"/>
                </a:lnTo>
                <a:lnTo>
                  <a:pt x="2457450" y="2038350"/>
                </a:lnTo>
                <a:lnTo>
                  <a:pt x="2438400" y="2038350"/>
                </a:lnTo>
                <a:lnTo>
                  <a:pt x="2438400" y="2028825"/>
                </a:lnTo>
                <a:lnTo>
                  <a:pt x="2447925" y="2028825"/>
                </a:lnTo>
                <a:close/>
                <a:moveTo>
                  <a:pt x="171450" y="2028825"/>
                </a:moveTo>
                <a:lnTo>
                  <a:pt x="180975" y="2028825"/>
                </a:lnTo>
                <a:lnTo>
                  <a:pt x="180975" y="2038350"/>
                </a:lnTo>
                <a:lnTo>
                  <a:pt x="171450" y="2038350"/>
                </a:lnTo>
                <a:close/>
                <a:moveTo>
                  <a:pt x="190500" y="2028825"/>
                </a:moveTo>
                <a:lnTo>
                  <a:pt x="200025" y="2028825"/>
                </a:lnTo>
                <a:lnTo>
                  <a:pt x="200025" y="2038350"/>
                </a:lnTo>
                <a:lnTo>
                  <a:pt x="209550" y="2038350"/>
                </a:lnTo>
                <a:lnTo>
                  <a:pt x="209550" y="2057400"/>
                </a:lnTo>
                <a:lnTo>
                  <a:pt x="219075" y="2057400"/>
                </a:lnTo>
                <a:lnTo>
                  <a:pt x="219075" y="2066925"/>
                </a:lnTo>
                <a:lnTo>
                  <a:pt x="180975" y="2066925"/>
                </a:lnTo>
                <a:lnTo>
                  <a:pt x="180975" y="2038350"/>
                </a:lnTo>
                <a:lnTo>
                  <a:pt x="190500" y="2038350"/>
                </a:lnTo>
                <a:close/>
                <a:moveTo>
                  <a:pt x="2286000" y="2028825"/>
                </a:moveTo>
                <a:lnTo>
                  <a:pt x="2295525" y="2028825"/>
                </a:lnTo>
                <a:lnTo>
                  <a:pt x="2295525" y="2038350"/>
                </a:lnTo>
                <a:lnTo>
                  <a:pt x="2286000" y="2038350"/>
                </a:lnTo>
                <a:close/>
                <a:moveTo>
                  <a:pt x="2266950" y="2047875"/>
                </a:moveTo>
                <a:lnTo>
                  <a:pt x="2276475" y="2047875"/>
                </a:lnTo>
                <a:lnTo>
                  <a:pt x="2276475" y="2057400"/>
                </a:lnTo>
                <a:lnTo>
                  <a:pt x="2266950" y="2057400"/>
                </a:lnTo>
                <a:close/>
                <a:moveTo>
                  <a:pt x="2305050" y="2047875"/>
                </a:moveTo>
                <a:lnTo>
                  <a:pt x="2314575" y="2047875"/>
                </a:lnTo>
                <a:lnTo>
                  <a:pt x="2314575" y="2057400"/>
                </a:lnTo>
                <a:lnTo>
                  <a:pt x="2324100" y="2057400"/>
                </a:lnTo>
                <a:lnTo>
                  <a:pt x="2324100" y="2085975"/>
                </a:lnTo>
                <a:lnTo>
                  <a:pt x="2305050" y="2085975"/>
                </a:lnTo>
                <a:lnTo>
                  <a:pt x="2305050" y="2095500"/>
                </a:lnTo>
                <a:lnTo>
                  <a:pt x="2314575" y="2095500"/>
                </a:lnTo>
                <a:lnTo>
                  <a:pt x="2314575" y="2124075"/>
                </a:lnTo>
                <a:lnTo>
                  <a:pt x="2295525" y="2124075"/>
                </a:lnTo>
                <a:lnTo>
                  <a:pt x="2295525" y="2133600"/>
                </a:lnTo>
                <a:lnTo>
                  <a:pt x="2286000" y="2133600"/>
                </a:lnTo>
                <a:lnTo>
                  <a:pt x="2286000" y="2124075"/>
                </a:lnTo>
                <a:lnTo>
                  <a:pt x="2276475" y="2124075"/>
                </a:lnTo>
                <a:lnTo>
                  <a:pt x="2276475" y="2143125"/>
                </a:lnTo>
                <a:lnTo>
                  <a:pt x="2266950" y="2143125"/>
                </a:lnTo>
                <a:lnTo>
                  <a:pt x="2266950" y="2124075"/>
                </a:lnTo>
                <a:lnTo>
                  <a:pt x="2238375" y="2124075"/>
                </a:lnTo>
                <a:lnTo>
                  <a:pt x="2238375" y="2114550"/>
                </a:lnTo>
                <a:lnTo>
                  <a:pt x="2228850" y="2114550"/>
                </a:lnTo>
                <a:lnTo>
                  <a:pt x="2228850" y="2095500"/>
                </a:lnTo>
                <a:lnTo>
                  <a:pt x="2238375" y="2095500"/>
                </a:lnTo>
                <a:lnTo>
                  <a:pt x="2238375" y="2085975"/>
                </a:lnTo>
                <a:lnTo>
                  <a:pt x="2247900" y="2085975"/>
                </a:lnTo>
                <a:lnTo>
                  <a:pt x="2247900" y="2066925"/>
                </a:lnTo>
                <a:lnTo>
                  <a:pt x="2266950" y="2066925"/>
                </a:lnTo>
                <a:lnTo>
                  <a:pt x="2266950" y="2076450"/>
                </a:lnTo>
                <a:lnTo>
                  <a:pt x="2257425" y="2076450"/>
                </a:lnTo>
                <a:lnTo>
                  <a:pt x="2257425" y="2085975"/>
                </a:lnTo>
                <a:lnTo>
                  <a:pt x="2276475" y="2085975"/>
                </a:lnTo>
                <a:lnTo>
                  <a:pt x="2276475" y="2095500"/>
                </a:lnTo>
                <a:lnTo>
                  <a:pt x="2295525" y="2095500"/>
                </a:lnTo>
                <a:lnTo>
                  <a:pt x="2295525" y="2066925"/>
                </a:lnTo>
                <a:lnTo>
                  <a:pt x="2286000" y="2066925"/>
                </a:lnTo>
                <a:lnTo>
                  <a:pt x="2286000" y="2057400"/>
                </a:lnTo>
                <a:lnTo>
                  <a:pt x="2305050" y="2057400"/>
                </a:lnTo>
                <a:close/>
                <a:moveTo>
                  <a:pt x="476250" y="2057400"/>
                </a:moveTo>
                <a:lnTo>
                  <a:pt x="485775" y="2057400"/>
                </a:lnTo>
                <a:lnTo>
                  <a:pt x="485775" y="2066925"/>
                </a:lnTo>
                <a:lnTo>
                  <a:pt x="476250" y="2066925"/>
                </a:lnTo>
                <a:close/>
                <a:moveTo>
                  <a:pt x="2162175" y="2057400"/>
                </a:moveTo>
                <a:lnTo>
                  <a:pt x="2171700" y="2057400"/>
                </a:lnTo>
                <a:lnTo>
                  <a:pt x="2171700" y="2066925"/>
                </a:lnTo>
                <a:lnTo>
                  <a:pt x="2162175" y="2066925"/>
                </a:lnTo>
                <a:close/>
                <a:moveTo>
                  <a:pt x="2181225" y="2057400"/>
                </a:moveTo>
                <a:lnTo>
                  <a:pt x="2190750" y="2057400"/>
                </a:lnTo>
                <a:lnTo>
                  <a:pt x="2190750" y="2066925"/>
                </a:lnTo>
                <a:lnTo>
                  <a:pt x="2200275" y="2066925"/>
                </a:lnTo>
                <a:lnTo>
                  <a:pt x="2200275" y="2076450"/>
                </a:lnTo>
                <a:lnTo>
                  <a:pt x="2209800" y="2076450"/>
                </a:lnTo>
                <a:lnTo>
                  <a:pt x="2209800" y="2085975"/>
                </a:lnTo>
                <a:lnTo>
                  <a:pt x="2219325" y="2085975"/>
                </a:lnTo>
                <a:lnTo>
                  <a:pt x="2219325" y="2095500"/>
                </a:lnTo>
                <a:lnTo>
                  <a:pt x="2171700" y="2095500"/>
                </a:lnTo>
                <a:lnTo>
                  <a:pt x="2171700" y="2085975"/>
                </a:lnTo>
                <a:lnTo>
                  <a:pt x="2190750" y="2085975"/>
                </a:lnTo>
                <a:lnTo>
                  <a:pt x="2190750" y="2076450"/>
                </a:lnTo>
                <a:lnTo>
                  <a:pt x="2181225" y="2076450"/>
                </a:lnTo>
                <a:close/>
                <a:moveTo>
                  <a:pt x="742950" y="2066925"/>
                </a:moveTo>
                <a:lnTo>
                  <a:pt x="752475" y="2066925"/>
                </a:lnTo>
                <a:lnTo>
                  <a:pt x="752475" y="2076450"/>
                </a:lnTo>
                <a:lnTo>
                  <a:pt x="742950" y="2076450"/>
                </a:lnTo>
                <a:close/>
                <a:moveTo>
                  <a:pt x="38100" y="2076450"/>
                </a:moveTo>
                <a:lnTo>
                  <a:pt x="47625" y="2076450"/>
                </a:lnTo>
                <a:lnTo>
                  <a:pt x="47625" y="2085975"/>
                </a:lnTo>
                <a:lnTo>
                  <a:pt x="38100" y="2085975"/>
                </a:lnTo>
                <a:close/>
                <a:moveTo>
                  <a:pt x="1181100" y="2076450"/>
                </a:moveTo>
                <a:lnTo>
                  <a:pt x="1190625" y="2076450"/>
                </a:lnTo>
                <a:lnTo>
                  <a:pt x="1190625" y="2095500"/>
                </a:lnTo>
                <a:lnTo>
                  <a:pt x="1181100" y="2095500"/>
                </a:lnTo>
                <a:close/>
                <a:moveTo>
                  <a:pt x="2095500" y="2085975"/>
                </a:moveTo>
                <a:lnTo>
                  <a:pt x="2114550" y="2085975"/>
                </a:lnTo>
                <a:lnTo>
                  <a:pt x="2114550" y="2095500"/>
                </a:lnTo>
                <a:lnTo>
                  <a:pt x="2133600" y="2095500"/>
                </a:lnTo>
                <a:lnTo>
                  <a:pt x="2133600" y="2105025"/>
                </a:lnTo>
                <a:lnTo>
                  <a:pt x="2124075" y="2105025"/>
                </a:lnTo>
                <a:lnTo>
                  <a:pt x="2124075" y="2124075"/>
                </a:lnTo>
                <a:lnTo>
                  <a:pt x="2105025" y="2124075"/>
                </a:lnTo>
                <a:lnTo>
                  <a:pt x="2105025" y="2095500"/>
                </a:lnTo>
                <a:lnTo>
                  <a:pt x="2095500" y="2095500"/>
                </a:lnTo>
                <a:close/>
                <a:moveTo>
                  <a:pt x="409575" y="2105025"/>
                </a:moveTo>
                <a:lnTo>
                  <a:pt x="428625" y="2105025"/>
                </a:lnTo>
                <a:lnTo>
                  <a:pt x="428625" y="2114550"/>
                </a:lnTo>
                <a:lnTo>
                  <a:pt x="438150" y="2114550"/>
                </a:lnTo>
                <a:lnTo>
                  <a:pt x="438150" y="2133600"/>
                </a:lnTo>
                <a:lnTo>
                  <a:pt x="419100" y="2133600"/>
                </a:lnTo>
                <a:lnTo>
                  <a:pt x="419100" y="2124075"/>
                </a:lnTo>
                <a:lnTo>
                  <a:pt x="400050" y="2124075"/>
                </a:lnTo>
                <a:lnTo>
                  <a:pt x="400050" y="2114550"/>
                </a:lnTo>
                <a:lnTo>
                  <a:pt x="409575" y="2114550"/>
                </a:lnTo>
                <a:close/>
                <a:moveTo>
                  <a:pt x="1876425" y="2105025"/>
                </a:moveTo>
                <a:lnTo>
                  <a:pt x="1885950" y="2105025"/>
                </a:lnTo>
                <a:lnTo>
                  <a:pt x="1885950" y="2114550"/>
                </a:lnTo>
                <a:lnTo>
                  <a:pt x="1876425" y="2114550"/>
                </a:lnTo>
                <a:close/>
                <a:moveTo>
                  <a:pt x="2333625" y="2105025"/>
                </a:moveTo>
                <a:lnTo>
                  <a:pt x="2352675" y="2105025"/>
                </a:lnTo>
                <a:lnTo>
                  <a:pt x="2352675" y="2114550"/>
                </a:lnTo>
                <a:lnTo>
                  <a:pt x="2371725" y="2114550"/>
                </a:lnTo>
                <a:lnTo>
                  <a:pt x="2371725" y="2124075"/>
                </a:lnTo>
                <a:lnTo>
                  <a:pt x="2381250" y="2124075"/>
                </a:lnTo>
                <a:lnTo>
                  <a:pt x="2381250" y="2133600"/>
                </a:lnTo>
                <a:lnTo>
                  <a:pt x="2343150" y="2133600"/>
                </a:lnTo>
                <a:lnTo>
                  <a:pt x="2343150" y="2124075"/>
                </a:lnTo>
                <a:lnTo>
                  <a:pt x="2324100" y="2124075"/>
                </a:lnTo>
                <a:lnTo>
                  <a:pt x="2324100" y="2114550"/>
                </a:lnTo>
                <a:lnTo>
                  <a:pt x="2333625" y="2114550"/>
                </a:lnTo>
                <a:close/>
                <a:moveTo>
                  <a:pt x="1657350" y="2114550"/>
                </a:moveTo>
                <a:lnTo>
                  <a:pt x="1666875" y="2114550"/>
                </a:lnTo>
                <a:lnTo>
                  <a:pt x="1666875" y="2124075"/>
                </a:lnTo>
                <a:lnTo>
                  <a:pt x="1657350" y="2124075"/>
                </a:lnTo>
                <a:close/>
                <a:moveTo>
                  <a:pt x="2390775" y="2133600"/>
                </a:moveTo>
                <a:lnTo>
                  <a:pt x="2400300" y="2133600"/>
                </a:lnTo>
                <a:lnTo>
                  <a:pt x="2400300" y="2143125"/>
                </a:lnTo>
                <a:lnTo>
                  <a:pt x="2438400" y="2143125"/>
                </a:lnTo>
                <a:lnTo>
                  <a:pt x="2438400" y="2133600"/>
                </a:lnTo>
                <a:lnTo>
                  <a:pt x="2457450" y="2133600"/>
                </a:lnTo>
                <a:lnTo>
                  <a:pt x="2457450" y="2143125"/>
                </a:lnTo>
                <a:lnTo>
                  <a:pt x="2447925" y="2143125"/>
                </a:lnTo>
                <a:lnTo>
                  <a:pt x="2447925" y="2152650"/>
                </a:lnTo>
                <a:lnTo>
                  <a:pt x="2428875" y="2152650"/>
                </a:lnTo>
                <a:lnTo>
                  <a:pt x="2428875" y="2162175"/>
                </a:lnTo>
                <a:lnTo>
                  <a:pt x="2409825" y="2162175"/>
                </a:lnTo>
                <a:lnTo>
                  <a:pt x="2409825" y="2152650"/>
                </a:lnTo>
                <a:lnTo>
                  <a:pt x="2390775" y="2152650"/>
                </a:lnTo>
                <a:close/>
                <a:moveTo>
                  <a:pt x="390525" y="2152650"/>
                </a:moveTo>
                <a:lnTo>
                  <a:pt x="409575" y="2152650"/>
                </a:lnTo>
                <a:lnTo>
                  <a:pt x="409575" y="2162175"/>
                </a:lnTo>
                <a:lnTo>
                  <a:pt x="390525" y="2162175"/>
                </a:lnTo>
                <a:close/>
                <a:moveTo>
                  <a:pt x="495300" y="2152650"/>
                </a:moveTo>
                <a:lnTo>
                  <a:pt x="504825" y="2152650"/>
                </a:lnTo>
                <a:lnTo>
                  <a:pt x="504825" y="2171700"/>
                </a:lnTo>
                <a:lnTo>
                  <a:pt x="495300" y="2171700"/>
                </a:lnTo>
                <a:close/>
                <a:moveTo>
                  <a:pt x="2257425" y="2152650"/>
                </a:moveTo>
                <a:lnTo>
                  <a:pt x="2286000" y="2152650"/>
                </a:lnTo>
                <a:lnTo>
                  <a:pt x="2286000" y="2162175"/>
                </a:lnTo>
                <a:lnTo>
                  <a:pt x="2257425" y="2162175"/>
                </a:lnTo>
                <a:close/>
                <a:moveTo>
                  <a:pt x="419100" y="2162175"/>
                </a:moveTo>
                <a:lnTo>
                  <a:pt x="428625" y="2162175"/>
                </a:lnTo>
                <a:lnTo>
                  <a:pt x="428625" y="2171700"/>
                </a:lnTo>
                <a:lnTo>
                  <a:pt x="419100" y="2171700"/>
                </a:lnTo>
                <a:close/>
                <a:moveTo>
                  <a:pt x="923925" y="2162175"/>
                </a:moveTo>
                <a:lnTo>
                  <a:pt x="933450" y="2162175"/>
                </a:lnTo>
                <a:lnTo>
                  <a:pt x="933450" y="2171700"/>
                </a:lnTo>
                <a:lnTo>
                  <a:pt x="923925" y="2171700"/>
                </a:lnTo>
                <a:close/>
                <a:moveTo>
                  <a:pt x="485775" y="2171700"/>
                </a:moveTo>
                <a:lnTo>
                  <a:pt x="495300" y="2171700"/>
                </a:lnTo>
                <a:lnTo>
                  <a:pt x="495300" y="2181225"/>
                </a:lnTo>
                <a:lnTo>
                  <a:pt x="485775" y="2181225"/>
                </a:lnTo>
                <a:close/>
                <a:moveTo>
                  <a:pt x="952500" y="2181225"/>
                </a:moveTo>
                <a:lnTo>
                  <a:pt x="962025" y="2181225"/>
                </a:lnTo>
                <a:lnTo>
                  <a:pt x="962025" y="2190750"/>
                </a:lnTo>
                <a:lnTo>
                  <a:pt x="952500" y="2190750"/>
                </a:lnTo>
                <a:close/>
                <a:moveTo>
                  <a:pt x="981075" y="2190750"/>
                </a:moveTo>
                <a:lnTo>
                  <a:pt x="990600" y="2190750"/>
                </a:lnTo>
                <a:lnTo>
                  <a:pt x="990600" y="2200275"/>
                </a:lnTo>
                <a:lnTo>
                  <a:pt x="981075" y="2200275"/>
                </a:lnTo>
                <a:close/>
                <a:moveTo>
                  <a:pt x="2038350" y="2190750"/>
                </a:moveTo>
                <a:lnTo>
                  <a:pt x="2047875" y="2190750"/>
                </a:lnTo>
                <a:lnTo>
                  <a:pt x="2047875" y="2200275"/>
                </a:lnTo>
                <a:lnTo>
                  <a:pt x="2038350" y="2200275"/>
                </a:lnTo>
                <a:close/>
                <a:moveTo>
                  <a:pt x="38100" y="2200275"/>
                </a:moveTo>
                <a:lnTo>
                  <a:pt x="47625" y="2200275"/>
                </a:lnTo>
                <a:lnTo>
                  <a:pt x="47625" y="2209800"/>
                </a:lnTo>
                <a:lnTo>
                  <a:pt x="38100" y="2209800"/>
                </a:lnTo>
                <a:close/>
                <a:moveTo>
                  <a:pt x="57150" y="2200275"/>
                </a:moveTo>
                <a:lnTo>
                  <a:pt x="66675" y="2200275"/>
                </a:lnTo>
                <a:lnTo>
                  <a:pt x="66675" y="2209800"/>
                </a:lnTo>
                <a:lnTo>
                  <a:pt x="57150" y="2209800"/>
                </a:lnTo>
                <a:close/>
                <a:moveTo>
                  <a:pt x="1914525" y="2219325"/>
                </a:moveTo>
                <a:lnTo>
                  <a:pt x="1924050" y="2219325"/>
                </a:lnTo>
                <a:lnTo>
                  <a:pt x="1924050" y="2228850"/>
                </a:lnTo>
                <a:lnTo>
                  <a:pt x="1914525" y="2228850"/>
                </a:lnTo>
                <a:close/>
                <a:moveTo>
                  <a:pt x="9525" y="2238375"/>
                </a:moveTo>
                <a:lnTo>
                  <a:pt x="19050" y="2238375"/>
                </a:lnTo>
                <a:lnTo>
                  <a:pt x="19050" y="2247900"/>
                </a:lnTo>
                <a:lnTo>
                  <a:pt x="9525" y="2247900"/>
                </a:lnTo>
                <a:close/>
                <a:moveTo>
                  <a:pt x="1905000" y="2238375"/>
                </a:moveTo>
                <a:lnTo>
                  <a:pt x="1914525" y="2238375"/>
                </a:lnTo>
                <a:lnTo>
                  <a:pt x="1914525" y="2247900"/>
                </a:lnTo>
                <a:lnTo>
                  <a:pt x="1905000" y="2247900"/>
                </a:lnTo>
                <a:close/>
                <a:moveTo>
                  <a:pt x="0" y="2247900"/>
                </a:moveTo>
                <a:lnTo>
                  <a:pt x="9525" y="2247900"/>
                </a:lnTo>
                <a:lnTo>
                  <a:pt x="9525" y="2257425"/>
                </a:lnTo>
                <a:lnTo>
                  <a:pt x="0" y="2257425"/>
                </a:lnTo>
                <a:close/>
                <a:moveTo>
                  <a:pt x="2133600" y="2247900"/>
                </a:moveTo>
                <a:lnTo>
                  <a:pt x="2152650" y="2247900"/>
                </a:lnTo>
                <a:lnTo>
                  <a:pt x="2152650" y="2266950"/>
                </a:lnTo>
                <a:lnTo>
                  <a:pt x="2162175" y="2266950"/>
                </a:lnTo>
                <a:lnTo>
                  <a:pt x="2162175" y="2276475"/>
                </a:lnTo>
                <a:lnTo>
                  <a:pt x="2133600" y="2276475"/>
                </a:lnTo>
                <a:close/>
                <a:moveTo>
                  <a:pt x="38100" y="2257425"/>
                </a:moveTo>
                <a:lnTo>
                  <a:pt x="76200" y="2257425"/>
                </a:lnTo>
                <a:lnTo>
                  <a:pt x="76200" y="2266950"/>
                </a:lnTo>
                <a:lnTo>
                  <a:pt x="66675" y="2266950"/>
                </a:lnTo>
                <a:lnTo>
                  <a:pt x="66675" y="2276475"/>
                </a:lnTo>
                <a:lnTo>
                  <a:pt x="9525" y="2276475"/>
                </a:lnTo>
                <a:lnTo>
                  <a:pt x="9525" y="2266950"/>
                </a:lnTo>
                <a:lnTo>
                  <a:pt x="38100" y="2266950"/>
                </a:lnTo>
                <a:close/>
                <a:moveTo>
                  <a:pt x="2362200" y="2266950"/>
                </a:moveTo>
                <a:lnTo>
                  <a:pt x="2371725" y="2266950"/>
                </a:lnTo>
                <a:lnTo>
                  <a:pt x="2371725" y="2276475"/>
                </a:lnTo>
                <a:lnTo>
                  <a:pt x="2362200" y="2276475"/>
                </a:lnTo>
                <a:close/>
                <a:moveTo>
                  <a:pt x="2428875" y="2266950"/>
                </a:moveTo>
                <a:lnTo>
                  <a:pt x="2438400" y="2266950"/>
                </a:lnTo>
                <a:lnTo>
                  <a:pt x="2438400" y="2276475"/>
                </a:lnTo>
                <a:lnTo>
                  <a:pt x="2428875" y="2276475"/>
                </a:lnTo>
                <a:close/>
                <a:moveTo>
                  <a:pt x="1885950" y="2276475"/>
                </a:moveTo>
                <a:lnTo>
                  <a:pt x="1895475" y="2276475"/>
                </a:lnTo>
                <a:lnTo>
                  <a:pt x="1895475" y="2286000"/>
                </a:lnTo>
                <a:lnTo>
                  <a:pt x="1885950" y="2286000"/>
                </a:lnTo>
                <a:close/>
                <a:moveTo>
                  <a:pt x="2000250" y="2276475"/>
                </a:moveTo>
                <a:lnTo>
                  <a:pt x="2009775" y="2276475"/>
                </a:lnTo>
                <a:lnTo>
                  <a:pt x="2009775" y="2286000"/>
                </a:lnTo>
                <a:lnTo>
                  <a:pt x="2000250" y="2286000"/>
                </a:lnTo>
                <a:close/>
                <a:moveTo>
                  <a:pt x="2162175" y="2276475"/>
                </a:moveTo>
                <a:lnTo>
                  <a:pt x="2209800" y="2276475"/>
                </a:lnTo>
                <a:lnTo>
                  <a:pt x="2209800" y="2286000"/>
                </a:lnTo>
                <a:lnTo>
                  <a:pt x="2162175" y="2286000"/>
                </a:lnTo>
                <a:close/>
                <a:moveTo>
                  <a:pt x="2381250" y="2276475"/>
                </a:moveTo>
                <a:lnTo>
                  <a:pt x="2400300" y="2276475"/>
                </a:lnTo>
                <a:lnTo>
                  <a:pt x="2400300" y="2286000"/>
                </a:lnTo>
                <a:lnTo>
                  <a:pt x="2381250" y="2286000"/>
                </a:lnTo>
                <a:close/>
                <a:moveTo>
                  <a:pt x="2009775" y="2286000"/>
                </a:moveTo>
                <a:lnTo>
                  <a:pt x="2019300" y="2286000"/>
                </a:lnTo>
                <a:lnTo>
                  <a:pt x="2019300" y="2305050"/>
                </a:lnTo>
                <a:lnTo>
                  <a:pt x="2009775" y="2305050"/>
                </a:lnTo>
                <a:close/>
                <a:moveTo>
                  <a:pt x="2247900" y="2286000"/>
                </a:moveTo>
                <a:lnTo>
                  <a:pt x="2257425" y="2286000"/>
                </a:lnTo>
                <a:lnTo>
                  <a:pt x="2257425" y="2305050"/>
                </a:lnTo>
                <a:lnTo>
                  <a:pt x="2247900" y="2305050"/>
                </a:lnTo>
                <a:close/>
                <a:moveTo>
                  <a:pt x="2019300" y="2305050"/>
                </a:moveTo>
                <a:lnTo>
                  <a:pt x="2028825" y="2305050"/>
                </a:lnTo>
                <a:lnTo>
                  <a:pt x="2028825" y="2314575"/>
                </a:lnTo>
                <a:lnTo>
                  <a:pt x="2038350" y="2314575"/>
                </a:lnTo>
                <a:lnTo>
                  <a:pt x="2038350" y="2324100"/>
                </a:lnTo>
                <a:lnTo>
                  <a:pt x="2019300" y="2324100"/>
                </a:lnTo>
                <a:close/>
                <a:moveTo>
                  <a:pt x="0" y="2324100"/>
                </a:moveTo>
                <a:lnTo>
                  <a:pt x="19050" y="2324100"/>
                </a:lnTo>
                <a:lnTo>
                  <a:pt x="19050" y="2333625"/>
                </a:lnTo>
                <a:lnTo>
                  <a:pt x="9525" y="2333625"/>
                </a:lnTo>
                <a:lnTo>
                  <a:pt x="9525" y="2343150"/>
                </a:lnTo>
                <a:lnTo>
                  <a:pt x="19050" y="2343150"/>
                </a:lnTo>
                <a:lnTo>
                  <a:pt x="19050" y="2333625"/>
                </a:lnTo>
                <a:lnTo>
                  <a:pt x="28575" y="2333625"/>
                </a:lnTo>
                <a:lnTo>
                  <a:pt x="28575" y="2362200"/>
                </a:lnTo>
                <a:lnTo>
                  <a:pt x="47625" y="2362200"/>
                </a:lnTo>
                <a:lnTo>
                  <a:pt x="47625" y="2343150"/>
                </a:lnTo>
                <a:lnTo>
                  <a:pt x="38100" y="2343150"/>
                </a:lnTo>
                <a:lnTo>
                  <a:pt x="38100" y="2333625"/>
                </a:lnTo>
                <a:lnTo>
                  <a:pt x="47625" y="2333625"/>
                </a:lnTo>
                <a:lnTo>
                  <a:pt x="47625" y="2324100"/>
                </a:lnTo>
                <a:lnTo>
                  <a:pt x="57150" y="2324100"/>
                </a:lnTo>
                <a:lnTo>
                  <a:pt x="57150" y="2343150"/>
                </a:lnTo>
                <a:lnTo>
                  <a:pt x="85725" y="2343150"/>
                </a:lnTo>
                <a:lnTo>
                  <a:pt x="85725" y="2324100"/>
                </a:lnTo>
                <a:lnTo>
                  <a:pt x="95250" y="2324100"/>
                </a:lnTo>
                <a:lnTo>
                  <a:pt x="95250" y="2352675"/>
                </a:lnTo>
                <a:lnTo>
                  <a:pt x="104775" y="2352675"/>
                </a:lnTo>
                <a:lnTo>
                  <a:pt x="104775" y="2362200"/>
                </a:lnTo>
                <a:lnTo>
                  <a:pt x="95250" y="2362200"/>
                </a:lnTo>
                <a:lnTo>
                  <a:pt x="95250" y="2381250"/>
                </a:lnTo>
                <a:lnTo>
                  <a:pt x="66675" y="2381250"/>
                </a:lnTo>
                <a:lnTo>
                  <a:pt x="66675" y="2409825"/>
                </a:lnTo>
                <a:lnTo>
                  <a:pt x="76200" y="2409825"/>
                </a:lnTo>
                <a:lnTo>
                  <a:pt x="76200" y="2400300"/>
                </a:lnTo>
                <a:lnTo>
                  <a:pt x="95250" y="2400300"/>
                </a:lnTo>
                <a:lnTo>
                  <a:pt x="95250" y="2419350"/>
                </a:lnTo>
                <a:lnTo>
                  <a:pt x="104775" y="2419350"/>
                </a:lnTo>
                <a:lnTo>
                  <a:pt x="104775" y="2409825"/>
                </a:lnTo>
                <a:lnTo>
                  <a:pt x="171450" y="2409825"/>
                </a:lnTo>
                <a:lnTo>
                  <a:pt x="171450" y="2447925"/>
                </a:lnTo>
                <a:lnTo>
                  <a:pt x="142875" y="2447925"/>
                </a:lnTo>
                <a:lnTo>
                  <a:pt x="142875" y="2457450"/>
                </a:lnTo>
                <a:lnTo>
                  <a:pt x="123825" y="2457450"/>
                </a:lnTo>
                <a:lnTo>
                  <a:pt x="123825" y="2476500"/>
                </a:lnTo>
                <a:lnTo>
                  <a:pt x="95250" y="2476500"/>
                </a:lnTo>
                <a:lnTo>
                  <a:pt x="95250" y="2447925"/>
                </a:lnTo>
                <a:lnTo>
                  <a:pt x="104775" y="2447925"/>
                </a:lnTo>
                <a:lnTo>
                  <a:pt x="104775" y="2438400"/>
                </a:lnTo>
                <a:lnTo>
                  <a:pt x="85725" y="2438400"/>
                </a:lnTo>
                <a:lnTo>
                  <a:pt x="85725" y="2447925"/>
                </a:lnTo>
                <a:lnTo>
                  <a:pt x="57150" y="2447925"/>
                </a:lnTo>
                <a:lnTo>
                  <a:pt x="57150" y="2428875"/>
                </a:lnTo>
                <a:lnTo>
                  <a:pt x="66675" y="2428875"/>
                </a:lnTo>
                <a:lnTo>
                  <a:pt x="66675" y="2419350"/>
                </a:lnTo>
                <a:lnTo>
                  <a:pt x="28575" y="2419350"/>
                </a:lnTo>
                <a:lnTo>
                  <a:pt x="28575" y="2381250"/>
                </a:lnTo>
                <a:lnTo>
                  <a:pt x="38100" y="2381250"/>
                </a:lnTo>
                <a:lnTo>
                  <a:pt x="38100" y="2371725"/>
                </a:lnTo>
                <a:lnTo>
                  <a:pt x="19050" y="2371725"/>
                </a:lnTo>
                <a:lnTo>
                  <a:pt x="19050" y="2400300"/>
                </a:lnTo>
                <a:lnTo>
                  <a:pt x="0" y="2400300"/>
                </a:lnTo>
                <a:close/>
                <a:moveTo>
                  <a:pt x="161925" y="2324100"/>
                </a:moveTo>
                <a:lnTo>
                  <a:pt x="171450" y="2324100"/>
                </a:lnTo>
                <a:lnTo>
                  <a:pt x="171450" y="2333625"/>
                </a:lnTo>
                <a:lnTo>
                  <a:pt x="161925" y="2333625"/>
                </a:lnTo>
                <a:close/>
                <a:moveTo>
                  <a:pt x="1933575" y="2333625"/>
                </a:moveTo>
                <a:lnTo>
                  <a:pt x="1952625" y="2333625"/>
                </a:lnTo>
                <a:lnTo>
                  <a:pt x="1952625" y="2343150"/>
                </a:lnTo>
                <a:lnTo>
                  <a:pt x="1962150" y="2343150"/>
                </a:lnTo>
                <a:lnTo>
                  <a:pt x="1962150" y="2333625"/>
                </a:lnTo>
                <a:lnTo>
                  <a:pt x="1971675" y="2333625"/>
                </a:lnTo>
                <a:lnTo>
                  <a:pt x="1971675" y="2362200"/>
                </a:lnTo>
                <a:lnTo>
                  <a:pt x="1962150" y="2362200"/>
                </a:lnTo>
                <a:lnTo>
                  <a:pt x="1962150" y="2371725"/>
                </a:lnTo>
                <a:lnTo>
                  <a:pt x="1952625" y="2371725"/>
                </a:lnTo>
                <a:lnTo>
                  <a:pt x="1952625" y="2362200"/>
                </a:lnTo>
                <a:lnTo>
                  <a:pt x="1943100" y="2362200"/>
                </a:lnTo>
                <a:lnTo>
                  <a:pt x="1943100" y="2343150"/>
                </a:lnTo>
                <a:lnTo>
                  <a:pt x="1933575" y="2343150"/>
                </a:lnTo>
                <a:close/>
                <a:moveTo>
                  <a:pt x="142875" y="2343150"/>
                </a:moveTo>
                <a:lnTo>
                  <a:pt x="152400" y="2343150"/>
                </a:lnTo>
                <a:lnTo>
                  <a:pt x="152400" y="2352675"/>
                </a:lnTo>
                <a:lnTo>
                  <a:pt x="142875" y="2352675"/>
                </a:lnTo>
                <a:close/>
                <a:moveTo>
                  <a:pt x="114300" y="2352675"/>
                </a:moveTo>
                <a:lnTo>
                  <a:pt x="142875" y="2352675"/>
                </a:lnTo>
                <a:lnTo>
                  <a:pt x="142875" y="2362200"/>
                </a:lnTo>
                <a:lnTo>
                  <a:pt x="133350" y="2362200"/>
                </a:lnTo>
                <a:lnTo>
                  <a:pt x="133350" y="2371725"/>
                </a:lnTo>
                <a:lnTo>
                  <a:pt x="142875" y="2371725"/>
                </a:lnTo>
                <a:lnTo>
                  <a:pt x="142875" y="2381250"/>
                </a:lnTo>
                <a:lnTo>
                  <a:pt x="123825" y="2381250"/>
                </a:lnTo>
                <a:lnTo>
                  <a:pt x="123825" y="2362200"/>
                </a:lnTo>
                <a:lnTo>
                  <a:pt x="114300" y="2362200"/>
                </a:lnTo>
                <a:close/>
                <a:moveTo>
                  <a:pt x="57150" y="2362200"/>
                </a:moveTo>
                <a:lnTo>
                  <a:pt x="66675" y="2362200"/>
                </a:lnTo>
                <a:lnTo>
                  <a:pt x="66675" y="2352675"/>
                </a:lnTo>
                <a:lnTo>
                  <a:pt x="57150" y="2352675"/>
                </a:lnTo>
                <a:close/>
                <a:moveTo>
                  <a:pt x="76200" y="2371725"/>
                </a:moveTo>
                <a:lnTo>
                  <a:pt x="85725" y="2371725"/>
                </a:lnTo>
                <a:lnTo>
                  <a:pt x="85725" y="2362200"/>
                </a:lnTo>
                <a:lnTo>
                  <a:pt x="76200" y="2362200"/>
                </a:lnTo>
                <a:close/>
                <a:moveTo>
                  <a:pt x="1962150" y="2371725"/>
                </a:moveTo>
                <a:lnTo>
                  <a:pt x="1971675" y="2371725"/>
                </a:lnTo>
                <a:lnTo>
                  <a:pt x="1971675" y="2381250"/>
                </a:lnTo>
                <a:lnTo>
                  <a:pt x="1962150" y="2381250"/>
                </a:lnTo>
                <a:close/>
                <a:moveTo>
                  <a:pt x="190500" y="2381250"/>
                </a:moveTo>
                <a:lnTo>
                  <a:pt x="200025" y="2381250"/>
                </a:lnTo>
                <a:lnTo>
                  <a:pt x="200025" y="2390775"/>
                </a:lnTo>
                <a:lnTo>
                  <a:pt x="209550" y="2390775"/>
                </a:lnTo>
                <a:lnTo>
                  <a:pt x="209550" y="2400300"/>
                </a:lnTo>
                <a:lnTo>
                  <a:pt x="200025" y="2400300"/>
                </a:lnTo>
                <a:lnTo>
                  <a:pt x="200025" y="2409825"/>
                </a:lnTo>
                <a:lnTo>
                  <a:pt x="180975" y="2409825"/>
                </a:lnTo>
                <a:lnTo>
                  <a:pt x="180975" y="2400300"/>
                </a:lnTo>
                <a:lnTo>
                  <a:pt x="190500" y="2400300"/>
                </a:lnTo>
                <a:close/>
                <a:moveTo>
                  <a:pt x="1876425" y="2381250"/>
                </a:moveTo>
                <a:lnTo>
                  <a:pt x="1895475" y="2381250"/>
                </a:lnTo>
                <a:lnTo>
                  <a:pt x="1895475" y="2390775"/>
                </a:lnTo>
                <a:lnTo>
                  <a:pt x="1876425" y="2390775"/>
                </a:lnTo>
                <a:close/>
                <a:moveTo>
                  <a:pt x="1990725" y="2381250"/>
                </a:moveTo>
                <a:lnTo>
                  <a:pt x="2000250" y="2381250"/>
                </a:lnTo>
                <a:lnTo>
                  <a:pt x="2000250" y="2390775"/>
                </a:lnTo>
                <a:lnTo>
                  <a:pt x="1990725" y="2390775"/>
                </a:lnTo>
                <a:close/>
                <a:moveTo>
                  <a:pt x="2181225" y="2381250"/>
                </a:moveTo>
                <a:lnTo>
                  <a:pt x="2190750" y="2381250"/>
                </a:lnTo>
                <a:lnTo>
                  <a:pt x="2190750" y="2409825"/>
                </a:lnTo>
                <a:lnTo>
                  <a:pt x="2181225" y="2409825"/>
                </a:lnTo>
                <a:lnTo>
                  <a:pt x="2181225" y="2419350"/>
                </a:lnTo>
                <a:lnTo>
                  <a:pt x="2171700" y="2419350"/>
                </a:lnTo>
                <a:lnTo>
                  <a:pt x="2171700" y="2409825"/>
                </a:lnTo>
                <a:lnTo>
                  <a:pt x="2162175" y="2409825"/>
                </a:lnTo>
                <a:lnTo>
                  <a:pt x="2162175" y="2400300"/>
                </a:lnTo>
                <a:lnTo>
                  <a:pt x="2171700" y="2400300"/>
                </a:lnTo>
                <a:lnTo>
                  <a:pt x="2171700" y="2390775"/>
                </a:lnTo>
                <a:lnTo>
                  <a:pt x="2181225" y="2390775"/>
                </a:lnTo>
                <a:close/>
                <a:moveTo>
                  <a:pt x="2228850" y="2381250"/>
                </a:moveTo>
                <a:lnTo>
                  <a:pt x="2238375" y="2381250"/>
                </a:lnTo>
                <a:lnTo>
                  <a:pt x="2238375" y="2390775"/>
                </a:lnTo>
                <a:lnTo>
                  <a:pt x="2228850" y="2390775"/>
                </a:lnTo>
                <a:close/>
                <a:moveTo>
                  <a:pt x="142875" y="2390775"/>
                </a:moveTo>
                <a:lnTo>
                  <a:pt x="152400" y="2390775"/>
                </a:lnTo>
                <a:lnTo>
                  <a:pt x="152400" y="2400300"/>
                </a:lnTo>
                <a:lnTo>
                  <a:pt x="142875" y="2400300"/>
                </a:lnTo>
                <a:close/>
                <a:moveTo>
                  <a:pt x="495300" y="2390775"/>
                </a:moveTo>
                <a:lnTo>
                  <a:pt x="523875" y="2390775"/>
                </a:lnTo>
                <a:lnTo>
                  <a:pt x="523875" y="2400300"/>
                </a:lnTo>
                <a:lnTo>
                  <a:pt x="495300" y="2400300"/>
                </a:lnTo>
                <a:close/>
                <a:moveTo>
                  <a:pt x="990600" y="2390775"/>
                </a:moveTo>
                <a:lnTo>
                  <a:pt x="1000125" y="2390775"/>
                </a:lnTo>
                <a:lnTo>
                  <a:pt x="1000125" y="2400300"/>
                </a:lnTo>
                <a:lnTo>
                  <a:pt x="990600" y="2400300"/>
                </a:lnTo>
                <a:close/>
                <a:moveTo>
                  <a:pt x="1895475" y="2390775"/>
                </a:moveTo>
                <a:lnTo>
                  <a:pt x="1905000" y="2390775"/>
                </a:lnTo>
                <a:lnTo>
                  <a:pt x="1905000" y="2400300"/>
                </a:lnTo>
                <a:lnTo>
                  <a:pt x="1895475" y="2400300"/>
                </a:lnTo>
                <a:close/>
                <a:moveTo>
                  <a:pt x="2000250" y="2390775"/>
                </a:moveTo>
                <a:lnTo>
                  <a:pt x="2019300" y="2390775"/>
                </a:lnTo>
                <a:lnTo>
                  <a:pt x="2019300" y="2409825"/>
                </a:lnTo>
                <a:lnTo>
                  <a:pt x="2000250" y="2409825"/>
                </a:lnTo>
                <a:close/>
                <a:moveTo>
                  <a:pt x="2238375" y="2390775"/>
                </a:moveTo>
                <a:lnTo>
                  <a:pt x="2257425" y="2390775"/>
                </a:lnTo>
                <a:lnTo>
                  <a:pt x="2257425" y="2400300"/>
                </a:lnTo>
                <a:lnTo>
                  <a:pt x="2238375" y="2400300"/>
                </a:lnTo>
                <a:close/>
                <a:moveTo>
                  <a:pt x="1952625" y="2400300"/>
                </a:moveTo>
                <a:lnTo>
                  <a:pt x="1962150" y="2400300"/>
                </a:lnTo>
                <a:lnTo>
                  <a:pt x="1962150" y="2428875"/>
                </a:lnTo>
                <a:lnTo>
                  <a:pt x="2000250" y="2428875"/>
                </a:lnTo>
                <a:lnTo>
                  <a:pt x="2000250" y="2438400"/>
                </a:lnTo>
                <a:lnTo>
                  <a:pt x="2019300" y="2438400"/>
                </a:lnTo>
                <a:lnTo>
                  <a:pt x="2019300" y="2409825"/>
                </a:lnTo>
                <a:lnTo>
                  <a:pt x="2038350" y="2409825"/>
                </a:lnTo>
                <a:lnTo>
                  <a:pt x="2038350" y="2400300"/>
                </a:lnTo>
                <a:lnTo>
                  <a:pt x="2057400" y="2400300"/>
                </a:lnTo>
                <a:lnTo>
                  <a:pt x="2057400" y="2409825"/>
                </a:lnTo>
                <a:lnTo>
                  <a:pt x="2066925" y="2409825"/>
                </a:lnTo>
                <a:lnTo>
                  <a:pt x="2066925" y="2419350"/>
                </a:lnTo>
                <a:lnTo>
                  <a:pt x="2047875" y="2419350"/>
                </a:lnTo>
                <a:lnTo>
                  <a:pt x="2047875" y="2428875"/>
                </a:lnTo>
                <a:lnTo>
                  <a:pt x="2028825" y="2428875"/>
                </a:lnTo>
                <a:lnTo>
                  <a:pt x="2028825" y="2438400"/>
                </a:lnTo>
                <a:lnTo>
                  <a:pt x="2019300" y="2438400"/>
                </a:lnTo>
                <a:lnTo>
                  <a:pt x="2019300" y="2447925"/>
                </a:lnTo>
                <a:lnTo>
                  <a:pt x="2009775" y="2447925"/>
                </a:lnTo>
                <a:lnTo>
                  <a:pt x="2009775" y="2457450"/>
                </a:lnTo>
                <a:lnTo>
                  <a:pt x="2000250" y="2457450"/>
                </a:lnTo>
                <a:lnTo>
                  <a:pt x="2000250" y="2447925"/>
                </a:lnTo>
                <a:lnTo>
                  <a:pt x="1990725" y="2447925"/>
                </a:lnTo>
                <a:lnTo>
                  <a:pt x="1990725" y="2438400"/>
                </a:lnTo>
                <a:lnTo>
                  <a:pt x="1971675" y="2438400"/>
                </a:lnTo>
                <a:lnTo>
                  <a:pt x="1971675" y="2457450"/>
                </a:lnTo>
                <a:lnTo>
                  <a:pt x="1962150" y="2457450"/>
                </a:lnTo>
                <a:lnTo>
                  <a:pt x="1962150" y="2466975"/>
                </a:lnTo>
                <a:lnTo>
                  <a:pt x="1952625" y="2466975"/>
                </a:lnTo>
                <a:lnTo>
                  <a:pt x="1952625" y="2457450"/>
                </a:lnTo>
                <a:lnTo>
                  <a:pt x="1943100" y="2457450"/>
                </a:lnTo>
                <a:lnTo>
                  <a:pt x="1943100" y="2447925"/>
                </a:lnTo>
                <a:lnTo>
                  <a:pt x="1914525" y="2447925"/>
                </a:lnTo>
                <a:lnTo>
                  <a:pt x="1914525" y="2457450"/>
                </a:lnTo>
                <a:lnTo>
                  <a:pt x="1924050" y="2457450"/>
                </a:lnTo>
                <a:lnTo>
                  <a:pt x="1924050" y="2486025"/>
                </a:lnTo>
                <a:lnTo>
                  <a:pt x="1933575" y="2486025"/>
                </a:lnTo>
                <a:lnTo>
                  <a:pt x="1933575" y="2495550"/>
                </a:lnTo>
                <a:lnTo>
                  <a:pt x="1924050" y="2495550"/>
                </a:lnTo>
                <a:lnTo>
                  <a:pt x="1924050" y="2505075"/>
                </a:lnTo>
                <a:lnTo>
                  <a:pt x="1933575" y="2505075"/>
                </a:lnTo>
                <a:lnTo>
                  <a:pt x="1933575" y="2514600"/>
                </a:lnTo>
                <a:lnTo>
                  <a:pt x="1943100" y="2514600"/>
                </a:lnTo>
                <a:lnTo>
                  <a:pt x="1943100" y="2495550"/>
                </a:lnTo>
                <a:lnTo>
                  <a:pt x="1952625" y="2495550"/>
                </a:lnTo>
                <a:lnTo>
                  <a:pt x="1952625" y="2476500"/>
                </a:lnTo>
                <a:lnTo>
                  <a:pt x="1962150" y="2476500"/>
                </a:lnTo>
                <a:lnTo>
                  <a:pt x="1962150" y="2486025"/>
                </a:lnTo>
                <a:lnTo>
                  <a:pt x="1971675" y="2486025"/>
                </a:lnTo>
                <a:lnTo>
                  <a:pt x="1971675" y="2476500"/>
                </a:lnTo>
                <a:lnTo>
                  <a:pt x="1981200" y="2476500"/>
                </a:lnTo>
                <a:lnTo>
                  <a:pt x="1981200" y="2505075"/>
                </a:lnTo>
                <a:lnTo>
                  <a:pt x="1990725" y="2505075"/>
                </a:lnTo>
                <a:lnTo>
                  <a:pt x="1990725" y="2476500"/>
                </a:lnTo>
                <a:lnTo>
                  <a:pt x="2000250" y="2476500"/>
                </a:lnTo>
                <a:lnTo>
                  <a:pt x="2000250" y="2495550"/>
                </a:lnTo>
                <a:lnTo>
                  <a:pt x="2009775" y="2495550"/>
                </a:lnTo>
                <a:lnTo>
                  <a:pt x="2009775" y="2466975"/>
                </a:lnTo>
                <a:lnTo>
                  <a:pt x="2028825" y="2466975"/>
                </a:lnTo>
                <a:lnTo>
                  <a:pt x="2028825" y="2486025"/>
                </a:lnTo>
                <a:lnTo>
                  <a:pt x="2038350" y="2486025"/>
                </a:lnTo>
                <a:lnTo>
                  <a:pt x="2038350" y="2495550"/>
                </a:lnTo>
                <a:lnTo>
                  <a:pt x="2028825" y="2495550"/>
                </a:lnTo>
                <a:lnTo>
                  <a:pt x="2028825" y="2505075"/>
                </a:lnTo>
                <a:lnTo>
                  <a:pt x="2019300" y="2505075"/>
                </a:lnTo>
                <a:lnTo>
                  <a:pt x="2019300" y="2514600"/>
                </a:lnTo>
                <a:lnTo>
                  <a:pt x="2009775" y="2514600"/>
                </a:lnTo>
                <a:lnTo>
                  <a:pt x="2009775" y="2533650"/>
                </a:lnTo>
                <a:lnTo>
                  <a:pt x="2019300" y="2533650"/>
                </a:lnTo>
                <a:lnTo>
                  <a:pt x="2019300" y="2524125"/>
                </a:lnTo>
                <a:lnTo>
                  <a:pt x="2038350" y="2524125"/>
                </a:lnTo>
                <a:lnTo>
                  <a:pt x="2038350" y="2533650"/>
                </a:lnTo>
                <a:lnTo>
                  <a:pt x="2047875" y="2533650"/>
                </a:lnTo>
                <a:lnTo>
                  <a:pt x="2047875" y="2524125"/>
                </a:lnTo>
                <a:lnTo>
                  <a:pt x="2057400" y="2524125"/>
                </a:lnTo>
                <a:lnTo>
                  <a:pt x="2057400" y="2514600"/>
                </a:lnTo>
                <a:lnTo>
                  <a:pt x="2076450" y="2514600"/>
                </a:lnTo>
                <a:lnTo>
                  <a:pt x="2076450" y="2495550"/>
                </a:lnTo>
                <a:lnTo>
                  <a:pt x="2066925" y="2495550"/>
                </a:lnTo>
                <a:lnTo>
                  <a:pt x="2066925" y="2486025"/>
                </a:lnTo>
                <a:lnTo>
                  <a:pt x="2047875" y="2486025"/>
                </a:lnTo>
                <a:lnTo>
                  <a:pt x="2047875" y="2476500"/>
                </a:lnTo>
                <a:lnTo>
                  <a:pt x="2038350" y="2476500"/>
                </a:lnTo>
                <a:lnTo>
                  <a:pt x="2038350" y="2447925"/>
                </a:lnTo>
                <a:lnTo>
                  <a:pt x="2047875" y="2447925"/>
                </a:lnTo>
                <a:lnTo>
                  <a:pt x="2047875" y="2457450"/>
                </a:lnTo>
                <a:lnTo>
                  <a:pt x="2057400" y="2457450"/>
                </a:lnTo>
                <a:lnTo>
                  <a:pt x="2057400" y="2447925"/>
                </a:lnTo>
                <a:lnTo>
                  <a:pt x="2066925" y="2447925"/>
                </a:lnTo>
                <a:lnTo>
                  <a:pt x="2066925" y="2476500"/>
                </a:lnTo>
                <a:lnTo>
                  <a:pt x="2085975" y="2476500"/>
                </a:lnTo>
                <a:lnTo>
                  <a:pt x="2085975" y="2486025"/>
                </a:lnTo>
                <a:lnTo>
                  <a:pt x="2076450" y="2486025"/>
                </a:lnTo>
                <a:lnTo>
                  <a:pt x="2076450" y="2495550"/>
                </a:lnTo>
                <a:lnTo>
                  <a:pt x="2105025" y="2495550"/>
                </a:lnTo>
                <a:lnTo>
                  <a:pt x="2105025" y="2505075"/>
                </a:lnTo>
                <a:lnTo>
                  <a:pt x="2095500" y="2505075"/>
                </a:lnTo>
                <a:lnTo>
                  <a:pt x="2095500" y="2552700"/>
                </a:lnTo>
                <a:lnTo>
                  <a:pt x="2105025" y="2552700"/>
                </a:lnTo>
                <a:lnTo>
                  <a:pt x="2105025" y="2543175"/>
                </a:lnTo>
                <a:lnTo>
                  <a:pt x="2124075" y="2543175"/>
                </a:lnTo>
                <a:lnTo>
                  <a:pt x="2124075" y="2552700"/>
                </a:lnTo>
                <a:lnTo>
                  <a:pt x="2133600" y="2552700"/>
                </a:lnTo>
                <a:lnTo>
                  <a:pt x="2133600" y="2562225"/>
                </a:lnTo>
                <a:lnTo>
                  <a:pt x="2143125" y="2562225"/>
                </a:lnTo>
                <a:lnTo>
                  <a:pt x="2143125" y="2571750"/>
                </a:lnTo>
                <a:lnTo>
                  <a:pt x="2152650" y="2571750"/>
                </a:lnTo>
                <a:lnTo>
                  <a:pt x="2152650" y="2562225"/>
                </a:lnTo>
                <a:lnTo>
                  <a:pt x="2162175" y="2562225"/>
                </a:lnTo>
                <a:lnTo>
                  <a:pt x="2162175" y="2552700"/>
                </a:lnTo>
                <a:lnTo>
                  <a:pt x="2171700" y="2552700"/>
                </a:lnTo>
                <a:lnTo>
                  <a:pt x="2171700" y="2533650"/>
                </a:lnTo>
                <a:lnTo>
                  <a:pt x="2162175" y="2533650"/>
                </a:lnTo>
                <a:lnTo>
                  <a:pt x="2162175" y="2514600"/>
                </a:lnTo>
                <a:lnTo>
                  <a:pt x="2152650" y="2514600"/>
                </a:lnTo>
                <a:lnTo>
                  <a:pt x="2152650" y="2505075"/>
                </a:lnTo>
                <a:lnTo>
                  <a:pt x="2190750" y="2505075"/>
                </a:lnTo>
                <a:lnTo>
                  <a:pt x="2190750" y="2514600"/>
                </a:lnTo>
                <a:lnTo>
                  <a:pt x="2171700" y="2514600"/>
                </a:lnTo>
                <a:lnTo>
                  <a:pt x="2171700" y="2524125"/>
                </a:lnTo>
                <a:lnTo>
                  <a:pt x="2190750" y="2524125"/>
                </a:lnTo>
                <a:lnTo>
                  <a:pt x="2190750" y="2533650"/>
                </a:lnTo>
                <a:lnTo>
                  <a:pt x="2200275" y="2533650"/>
                </a:lnTo>
                <a:lnTo>
                  <a:pt x="2200275" y="2543175"/>
                </a:lnTo>
                <a:lnTo>
                  <a:pt x="2209800" y="2543175"/>
                </a:lnTo>
                <a:lnTo>
                  <a:pt x="2209800" y="2533650"/>
                </a:lnTo>
                <a:lnTo>
                  <a:pt x="2228850" y="2533650"/>
                </a:lnTo>
                <a:lnTo>
                  <a:pt x="2228850" y="2524125"/>
                </a:lnTo>
                <a:lnTo>
                  <a:pt x="2238375" y="2524125"/>
                </a:lnTo>
                <a:lnTo>
                  <a:pt x="2238375" y="2543175"/>
                </a:lnTo>
                <a:lnTo>
                  <a:pt x="2219325" y="2543175"/>
                </a:lnTo>
                <a:lnTo>
                  <a:pt x="2219325" y="2571750"/>
                </a:lnTo>
                <a:lnTo>
                  <a:pt x="2228850" y="2571750"/>
                </a:lnTo>
                <a:lnTo>
                  <a:pt x="2228850" y="2590800"/>
                </a:lnTo>
                <a:lnTo>
                  <a:pt x="2190750" y="2590800"/>
                </a:lnTo>
                <a:lnTo>
                  <a:pt x="2190750" y="2562225"/>
                </a:lnTo>
                <a:lnTo>
                  <a:pt x="2171700" y="2562225"/>
                </a:lnTo>
                <a:lnTo>
                  <a:pt x="2171700" y="2571750"/>
                </a:lnTo>
                <a:lnTo>
                  <a:pt x="2181225" y="2571750"/>
                </a:lnTo>
                <a:lnTo>
                  <a:pt x="2181225" y="2581275"/>
                </a:lnTo>
                <a:lnTo>
                  <a:pt x="2162175" y="2581275"/>
                </a:lnTo>
                <a:lnTo>
                  <a:pt x="2162175" y="2590800"/>
                </a:lnTo>
                <a:lnTo>
                  <a:pt x="2114550" y="2590800"/>
                </a:lnTo>
                <a:lnTo>
                  <a:pt x="2114550" y="2581275"/>
                </a:lnTo>
                <a:lnTo>
                  <a:pt x="2095500" y="2581275"/>
                </a:lnTo>
                <a:lnTo>
                  <a:pt x="2095500" y="2590800"/>
                </a:lnTo>
                <a:lnTo>
                  <a:pt x="2076450" y="2590800"/>
                </a:lnTo>
                <a:lnTo>
                  <a:pt x="2076450" y="2581275"/>
                </a:lnTo>
                <a:lnTo>
                  <a:pt x="2057400" y="2581275"/>
                </a:lnTo>
                <a:lnTo>
                  <a:pt x="2057400" y="2571750"/>
                </a:lnTo>
                <a:lnTo>
                  <a:pt x="2038350" y="2571750"/>
                </a:lnTo>
                <a:lnTo>
                  <a:pt x="2038350" y="2581275"/>
                </a:lnTo>
                <a:lnTo>
                  <a:pt x="2000250" y="2581275"/>
                </a:lnTo>
                <a:lnTo>
                  <a:pt x="2000250" y="2590800"/>
                </a:lnTo>
                <a:lnTo>
                  <a:pt x="1990725" y="2590800"/>
                </a:lnTo>
                <a:lnTo>
                  <a:pt x="1990725" y="2562225"/>
                </a:lnTo>
                <a:lnTo>
                  <a:pt x="2000250" y="2562225"/>
                </a:lnTo>
                <a:lnTo>
                  <a:pt x="2000250" y="2543175"/>
                </a:lnTo>
                <a:lnTo>
                  <a:pt x="1990725" y="2543175"/>
                </a:lnTo>
                <a:lnTo>
                  <a:pt x="1990725" y="2552700"/>
                </a:lnTo>
                <a:lnTo>
                  <a:pt x="1981200" y="2552700"/>
                </a:lnTo>
                <a:lnTo>
                  <a:pt x="1981200" y="2543175"/>
                </a:lnTo>
                <a:lnTo>
                  <a:pt x="1971675" y="2543175"/>
                </a:lnTo>
                <a:lnTo>
                  <a:pt x="1971675" y="2552700"/>
                </a:lnTo>
                <a:lnTo>
                  <a:pt x="1981200" y="2552700"/>
                </a:lnTo>
                <a:lnTo>
                  <a:pt x="1981200" y="2562225"/>
                </a:lnTo>
                <a:lnTo>
                  <a:pt x="1952625" y="2562225"/>
                </a:lnTo>
                <a:lnTo>
                  <a:pt x="1952625" y="2581275"/>
                </a:lnTo>
                <a:lnTo>
                  <a:pt x="1933575" y="2581275"/>
                </a:lnTo>
                <a:lnTo>
                  <a:pt x="1933575" y="2571750"/>
                </a:lnTo>
                <a:lnTo>
                  <a:pt x="1924050" y="2571750"/>
                </a:lnTo>
                <a:lnTo>
                  <a:pt x="1924050" y="2590800"/>
                </a:lnTo>
                <a:lnTo>
                  <a:pt x="1914525" y="2590800"/>
                </a:lnTo>
                <a:lnTo>
                  <a:pt x="1914525" y="2581275"/>
                </a:lnTo>
                <a:lnTo>
                  <a:pt x="1905000" y="2581275"/>
                </a:lnTo>
                <a:lnTo>
                  <a:pt x="1905000" y="2571750"/>
                </a:lnTo>
                <a:lnTo>
                  <a:pt x="1876425" y="2571750"/>
                </a:lnTo>
                <a:lnTo>
                  <a:pt x="1876425" y="2562225"/>
                </a:lnTo>
                <a:lnTo>
                  <a:pt x="1885950" y="2562225"/>
                </a:lnTo>
                <a:lnTo>
                  <a:pt x="1885950" y="2552700"/>
                </a:lnTo>
                <a:lnTo>
                  <a:pt x="1895475" y="2552700"/>
                </a:lnTo>
                <a:lnTo>
                  <a:pt x="1895475" y="2495550"/>
                </a:lnTo>
                <a:lnTo>
                  <a:pt x="1876425" y="2495550"/>
                </a:lnTo>
                <a:lnTo>
                  <a:pt x="1876425" y="2476500"/>
                </a:lnTo>
                <a:lnTo>
                  <a:pt x="1905000" y="2476500"/>
                </a:lnTo>
                <a:lnTo>
                  <a:pt x="1905000" y="2457450"/>
                </a:lnTo>
                <a:lnTo>
                  <a:pt x="1895475" y="2457450"/>
                </a:lnTo>
                <a:lnTo>
                  <a:pt x="1895475" y="2447925"/>
                </a:lnTo>
                <a:lnTo>
                  <a:pt x="1885950" y="2447925"/>
                </a:lnTo>
                <a:lnTo>
                  <a:pt x="1885950" y="2457450"/>
                </a:lnTo>
                <a:lnTo>
                  <a:pt x="1876425" y="2457450"/>
                </a:lnTo>
                <a:lnTo>
                  <a:pt x="1876425" y="2428875"/>
                </a:lnTo>
                <a:lnTo>
                  <a:pt x="1885950" y="2428875"/>
                </a:lnTo>
                <a:lnTo>
                  <a:pt x="1885950" y="2438400"/>
                </a:lnTo>
                <a:lnTo>
                  <a:pt x="1905000" y="2438400"/>
                </a:lnTo>
                <a:lnTo>
                  <a:pt x="1905000" y="2428875"/>
                </a:lnTo>
                <a:lnTo>
                  <a:pt x="1914525" y="2428875"/>
                </a:lnTo>
                <a:lnTo>
                  <a:pt x="1914525" y="2438400"/>
                </a:lnTo>
                <a:lnTo>
                  <a:pt x="1924050" y="2438400"/>
                </a:lnTo>
                <a:lnTo>
                  <a:pt x="1924050" y="2419350"/>
                </a:lnTo>
                <a:lnTo>
                  <a:pt x="1943100" y="2419350"/>
                </a:lnTo>
                <a:lnTo>
                  <a:pt x="1943100" y="2409825"/>
                </a:lnTo>
                <a:lnTo>
                  <a:pt x="1952625" y="2409825"/>
                </a:lnTo>
                <a:close/>
                <a:moveTo>
                  <a:pt x="2095500" y="2409825"/>
                </a:moveTo>
                <a:lnTo>
                  <a:pt x="2105025" y="2409825"/>
                </a:lnTo>
                <a:lnTo>
                  <a:pt x="2105025" y="2419350"/>
                </a:lnTo>
                <a:lnTo>
                  <a:pt x="2095500" y="2419350"/>
                </a:lnTo>
                <a:close/>
                <a:moveTo>
                  <a:pt x="2381250" y="2409825"/>
                </a:moveTo>
                <a:lnTo>
                  <a:pt x="2400300" y="2409825"/>
                </a:lnTo>
                <a:lnTo>
                  <a:pt x="2400300" y="2419350"/>
                </a:lnTo>
                <a:lnTo>
                  <a:pt x="2381250" y="2419350"/>
                </a:lnTo>
                <a:close/>
                <a:moveTo>
                  <a:pt x="219075" y="2419350"/>
                </a:moveTo>
                <a:lnTo>
                  <a:pt x="228600" y="2419350"/>
                </a:lnTo>
                <a:lnTo>
                  <a:pt x="228600" y="2447925"/>
                </a:lnTo>
                <a:lnTo>
                  <a:pt x="238125" y="2447925"/>
                </a:lnTo>
                <a:lnTo>
                  <a:pt x="238125" y="2457450"/>
                </a:lnTo>
                <a:lnTo>
                  <a:pt x="209550" y="2457450"/>
                </a:lnTo>
                <a:lnTo>
                  <a:pt x="209550" y="2438400"/>
                </a:lnTo>
                <a:lnTo>
                  <a:pt x="200025" y="2438400"/>
                </a:lnTo>
                <a:lnTo>
                  <a:pt x="200025" y="2428875"/>
                </a:lnTo>
                <a:lnTo>
                  <a:pt x="219075" y="2428875"/>
                </a:lnTo>
                <a:close/>
                <a:moveTo>
                  <a:pt x="2066925" y="2419350"/>
                </a:moveTo>
                <a:lnTo>
                  <a:pt x="2076450" y="2419350"/>
                </a:lnTo>
                <a:lnTo>
                  <a:pt x="2076450" y="2438400"/>
                </a:lnTo>
                <a:lnTo>
                  <a:pt x="2066925" y="2438400"/>
                </a:lnTo>
                <a:close/>
                <a:moveTo>
                  <a:pt x="2085975" y="2419350"/>
                </a:moveTo>
                <a:lnTo>
                  <a:pt x="2095500" y="2419350"/>
                </a:lnTo>
                <a:lnTo>
                  <a:pt x="2095500" y="2428875"/>
                </a:lnTo>
                <a:lnTo>
                  <a:pt x="2085975" y="2428875"/>
                </a:lnTo>
                <a:close/>
                <a:moveTo>
                  <a:pt x="2371725" y="2419350"/>
                </a:moveTo>
                <a:lnTo>
                  <a:pt x="2381250" y="2419350"/>
                </a:lnTo>
                <a:lnTo>
                  <a:pt x="2381250" y="2428875"/>
                </a:lnTo>
                <a:lnTo>
                  <a:pt x="2371725" y="2428875"/>
                </a:lnTo>
                <a:close/>
                <a:moveTo>
                  <a:pt x="0" y="2428875"/>
                </a:moveTo>
                <a:lnTo>
                  <a:pt x="38100" y="2428875"/>
                </a:lnTo>
                <a:lnTo>
                  <a:pt x="38100" y="2438400"/>
                </a:lnTo>
                <a:lnTo>
                  <a:pt x="0" y="2438400"/>
                </a:lnTo>
                <a:close/>
                <a:moveTo>
                  <a:pt x="257175" y="2438400"/>
                </a:moveTo>
                <a:lnTo>
                  <a:pt x="285750" y="2438400"/>
                </a:lnTo>
                <a:lnTo>
                  <a:pt x="285750" y="2447925"/>
                </a:lnTo>
                <a:lnTo>
                  <a:pt x="257175" y="2447925"/>
                </a:lnTo>
                <a:close/>
                <a:moveTo>
                  <a:pt x="1028700" y="2438400"/>
                </a:moveTo>
                <a:lnTo>
                  <a:pt x="1038225" y="2438400"/>
                </a:lnTo>
                <a:lnTo>
                  <a:pt x="1038225" y="2457450"/>
                </a:lnTo>
                <a:lnTo>
                  <a:pt x="1047750" y="2457450"/>
                </a:lnTo>
                <a:lnTo>
                  <a:pt x="1047750" y="2476500"/>
                </a:lnTo>
                <a:lnTo>
                  <a:pt x="1066800" y="2476500"/>
                </a:lnTo>
                <a:lnTo>
                  <a:pt x="1066800" y="2495550"/>
                </a:lnTo>
                <a:lnTo>
                  <a:pt x="1038225" y="2495550"/>
                </a:lnTo>
                <a:lnTo>
                  <a:pt x="1038225" y="2476500"/>
                </a:lnTo>
                <a:lnTo>
                  <a:pt x="1019175" y="2476500"/>
                </a:lnTo>
                <a:lnTo>
                  <a:pt x="1019175" y="2466975"/>
                </a:lnTo>
                <a:lnTo>
                  <a:pt x="1028700" y="2466975"/>
                </a:lnTo>
                <a:lnTo>
                  <a:pt x="1028700" y="2457450"/>
                </a:lnTo>
                <a:lnTo>
                  <a:pt x="1009650" y="2457450"/>
                </a:lnTo>
                <a:lnTo>
                  <a:pt x="1009650" y="2447925"/>
                </a:lnTo>
                <a:lnTo>
                  <a:pt x="1028700" y="2447925"/>
                </a:lnTo>
                <a:close/>
                <a:moveTo>
                  <a:pt x="1838325" y="2438400"/>
                </a:moveTo>
                <a:lnTo>
                  <a:pt x="1847850" y="2438400"/>
                </a:lnTo>
                <a:lnTo>
                  <a:pt x="1847850" y="2447925"/>
                </a:lnTo>
                <a:lnTo>
                  <a:pt x="1838325" y="2447925"/>
                </a:lnTo>
                <a:close/>
                <a:moveTo>
                  <a:pt x="47625" y="2447925"/>
                </a:moveTo>
                <a:lnTo>
                  <a:pt x="57150" y="2447925"/>
                </a:lnTo>
                <a:lnTo>
                  <a:pt x="57150" y="2457450"/>
                </a:lnTo>
                <a:lnTo>
                  <a:pt x="47625" y="2457450"/>
                </a:lnTo>
                <a:close/>
                <a:moveTo>
                  <a:pt x="171450" y="2447925"/>
                </a:moveTo>
                <a:lnTo>
                  <a:pt x="180975" y="2447925"/>
                </a:lnTo>
                <a:lnTo>
                  <a:pt x="180975" y="2495550"/>
                </a:lnTo>
                <a:lnTo>
                  <a:pt x="161925" y="2495550"/>
                </a:lnTo>
                <a:lnTo>
                  <a:pt x="161925" y="2524125"/>
                </a:lnTo>
                <a:lnTo>
                  <a:pt x="142875" y="2524125"/>
                </a:lnTo>
                <a:lnTo>
                  <a:pt x="142875" y="2495550"/>
                </a:lnTo>
                <a:lnTo>
                  <a:pt x="133350" y="2495550"/>
                </a:lnTo>
                <a:lnTo>
                  <a:pt x="133350" y="2476500"/>
                </a:lnTo>
                <a:lnTo>
                  <a:pt x="152400" y="2476500"/>
                </a:lnTo>
                <a:lnTo>
                  <a:pt x="152400" y="2466975"/>
                </a:lnTo>
                <a:lnTo>
                  <a:pt x="161925" y="2466975"/>
                </a:lnTo>
                <a:lnTo>
                  <a:pt x="161925" y="2457450"/>
                </a:lnTo>
                <a:lnTo>
                  <a:pt x="171450" y="2457450"/>
                </a:lnTo>
                <a:close/>
                <a:moveTo>
                  <a:pt x="1076325" y="2447925"/>
                </a:moveTo>
                <a:lnTo>
                  <a:pt x="1152525" y="2447925"/>
                </a:lnTo>
                <a:lnTo>
                  <a:pt x="1152525" y="2457450"/>
                </a:lnTo>
                <a:lnTo>
                  <a:pt x="1162050" y="2457450"/>
                </a:lnTo>
                <a:lnTo>
                  <a:pt x="1162050" y="2447925"/>
                </a:lnTo>
                <a:lnTo>
                  <a:pt x="1171575" y="2447925"/>
                </a:lnTo>
                <a:lnTo>
                  <a:pt x="1171575" y="2457450"/>
                </a:lnTo>
                <a:lnTo>
                  <a:pt x="1200150" y="2457450"/>
                </a:lnTo>
                <a:lnTo>
                  <a:pt x="1200150" y="2466975"/>
                </a:lnTo>
                <a:lnTo>
                  <a:pt x="1190625" y="2466975"/>
                </a:lnTo>
                <a:lnTo>
                  <a:pt x="1190625" y="2476500"/>
                </a:lnTo>
                <a:lnTo>
                  <a:pt x="1200150" y="2476500"/>
                </a:lnTo>
                <a:lnTo>
                  <a:pt x="1200150" y="2486025"/>
                </a:lnTo>
                <a:lnTo>
                  <a:pt x="1190625" y="2486025"/>
                </a:lnTo>
                <a:lnTo>
                  <a:pt x="1190625" y="2495550"/>
                </a:lnTo>
                <a:lnTo>
                  <a:pt x="1171575" y="2495550"/>
                </a:lnTo>
                <a:lnTo>
                  <a:pt x="1171575" y="2486025"/>
                </a:lnTo>
                <a:lnTo>
                  <a:pt x="1162050" y="2486025"/>
                </a:lnTo>
                <a:lnTo>
                  <a:pt x="1162050" y="2533650"/>
                </a:lnTo>
                <a:lnTo>
                  <a:pt x="1171575" y="2533650"/>
                </a:lnTo>
                <a:lnTo>
                  <a:pt x="1171575" y="2514600"/>
                </a:lnTo>
                <a:lnTo>
                  <a:pt x="1200150" y="2514600"/>
                </a:lnTo>
                <a:lnTo>
                  <a:pt x="1200150" y="2533650"/>
                </a:lnTo>
                <a:lnTo>
                  <a:pt x="1209675" y="2533650"/>
                </a:lnTo>
                <a:lnTo>
                  <a:pt x="1209675" y="2543175"/>
                </a:lnTo>
                <a:lnTo>
                  <a:pt x="1181100" y="2543175"/>
                </a:lnTo>
                <a:lnTo>
                  <a:pt x="1181100" y="2533650"/>
                </a:lnTo>
                <a:lnTo>
                  <a:pt x="1171575" y="2533650"/>
                </a:lnTo>
                <a:lnTo>
                  <a:pt x="1171575" y="2543175"/>
                </a:lnTo>
                <a:lnTo>
                  <a:pt x="1152525" y="2543175"/>
                </a:lnTo>
                <a:lnTo>
                  <a:pt x="1152525" y="2552700"/>
                </a:lnTo>
                <a:lnTo>
                  <a:pt x="1114425" y="2552700"/>
                </a:lnTo>
                <a:lnTo>
                  <a:pt x="1114425" y="2571750"/>
                </a:lnTo>
                <a:lnTo>
                  <a:pt x="1104900" y="2571750"/>
                </a:lnTo>
                <a:lnTo>
                  <a:pt x="1104900" y="2552700"/>
                </a:lnTo>
                <a:lnTo>
                  <a:pt x="1095375" y="2552700"/>
                </a:lnTo>
                <a:lnTo>
                  <a:pt x="1095375" y="2562225"/>
                </a:lnTo>
                <a:lnTo>
                  <a:pt x="1085850" y="2562225"/>
                </a:lnTo>
                <a:lnTo>
                  <a:pt x="1085850" y="2552700"/>
                </a:lnTo>
                <a:lnTo>
                  <a:pt x="1076325" y="2552700"/>
                </a:lnTo>
                <a:lnTo>
                  <a:pt x="1076325" y="2571750"/>
                </a:lnTo>
                <a:lnTo>
                  <a:pt x="1066800" y="2571750"/>
                </a:lnTo>
                <a:lnTo>
                  <a:pt x="1066800" y="2543175"/>
                </a:lnTo>
                <a:lnTo>
                  <a:pt x="1076325" y="2543175"/>
                </a:lnTo>
                <a:lnTo>
                  <a:pt x="1076325" y="2533650"/>
                </a:lnTo>
                <a:lnTo>
                  <a:pt x="1066800" y="2533650"/>
                </a:lnTo>
                <a:lnTo>
                  <a:pt x="1066800" y="2524125"/>
                </a:lnTo>
                <a:lnTo>
                  <a:pt x="1057275" y="2524125"/>
                </a:lnTo>
                <a:lnTo>
                  <a:pt x="1057275" y="2514600"/>
                </a:lnTo>
                <a:lnTo>
                  <a:pt x="1076325" y="2514600"/>
                </a:lnTo>
                <a:lnTo>
                  <a:pt x="1076325" y="2505075"/>
                </a:lnTo>
                <a:lnTo>
                  <a:pt x="1095375" y="2505075"/>
                </a:lnTo>
                <a:lnTo>
                  <a:pt x="1095375" y="2495550"/>
                </a:lnTo>
                <a:lnTo>
                  <a:pt x="1104900" y="2495550"/>
                </a:lnTo>
                <a:lnTo>
                  <a:pt x="1104900" y="2466975"/>
                </a:lnTo>
                <a:lnTo>
                  <a:pt x="1114425" y="2466975"/>
                </a:lnTo>
                <a:lnTo>
                  <a:pt x="1114425" y="2457450"/>
                </a:lnTo>
                <a:lnTo>
                  <a:pt x="1085850" y="2457450"/>
                </a:lnTo>
                <a:lnTo>
                  <a:pt x="1085850" y="2466975"/>
                </a:lnTo>
                <a:lnTo>
                  <a:pt x="1076325" y="2466975"/>
                </a:lnTo>
                <a:close/>
                <a:moveTo>
                  <a:pt x="1847850" y="2447925"/>
                </a:moveTo>
                <a:lnTo>
                  <a:pt x="1857375" y="2447925"/>
                </a:lnTo>
                <a:lnTo>
                  <a:pt x="1857375" y="2457450"/>
                </a:lnTo>
                <a:lnTo>
                  <a:pt x="1847850" y="2457450"/>
                </a:lnTo>
                <a:close/>
                <a:moveTo>
                  <a:pt x="0" y="2457450"/>
                </a:moveTo>
                <a:lnTo>
                  <a:pt x="19050" y="2457450"/>
                </a:lnTo>
                <a:lnTo>
                  <a:pt x="19050" y="2466975"/>
                </a:lnTo>
                <a:lnTo>
                  <a:pt x="47625" y="2466975"/>
                </a:lnTo>
                <a:lnTo>
                  <a:pt x="47625" y="2524125"/>
                </a:lnTo>
                <a:lnTo>
                  <a:pt x="38100" y="2524125"/>
                </a:lnTo>
                <a:lnTo>
                  <a:pt x="38100" y="2533650"/>
                </a:lnTo>
                <a:lnTo>
                  <a:pt x="28575" y="2533650"/>
                </a:lnTo>
                <a:lnTo>
                  <a:pt x="28575" y="2543175"/>
                </a:lnTo>
                <a:lnTo>
                  <a:pt x="19050" y="2543175"/>
                </a:lnTo>
                <a:lnTo>
                  <a:pt x="19050" y="2524125"/>
                </a:lnTo>
                <a:lnTo>
                  <a:pt x="28575" y="2524125"/>
                </a:lnTo>
                <a:lnTo>
                  <a:pt x="28575" y="2505075"/>
                </a:lnTo>
                <a:lnTo>
                  <a:pt x="19050" y="2505075"/>
                </a:lnTo>
                <a:lnTo>
                  <a:pt x="19050" y="2514600"/>
                </a:lnTo>
                <a:lnTo>
                  <a:pt x="0" y="2514600"/>
                </a:lnTo>
                <a:close/>
                <a:moveTo>
                  <a:pt x="1857375" y="2457450"/>
                </a:moveTo>
                <a:lnTo>
                  <a:pt x="1866900" y="2457450"/>
                </a:lnTo>
                <a:lnTo>
                  <a:pt x="1866900" y="2466975"/>
                </a:lnTo>
                <a:lnTo>
                  <a:pt x="1857375" y="2466975"/>
                </a:lnTo>
                <a:close/>
                <a:moveTo>
                  <a:pt x="1247775" y="2466975"/>
                </a:moveTo>
                <a:lnTo>
                  <a:pt x="1257300" y="2466975"/>
                </a:lnTo>
                <a:lnTo>
                  <a:pt x="1257300" y="2486025"/>
                </a:lnTo>
                <a:lnTo>
                  <a:pt x="1266825" y="2486025"/>
                </a:lnTo>
                <a:lnTo>
                  <a:pt x="1266825" y="2505075"/>
                </a:lnTo>
                <a:lnTo>
                  <a:pt x="1257300" y="2505075"/>
                </a:lnTo>
                <a:lnTo>
                  <a:pt x="1257300" y="2495550"/>
                </a:lnTo>
                <a:lnTo>
                  <a:pt x="1247775" y="2495550"/>
                </a:lnTo>
                <a:lnTo>
                  <a:pt x="1247775" y="2505075"/>
                </a:lnTo>
                <a:lnTo>
                  <a:pt x="1238250" y="2505075"/>
                </a:lnTo>
                <a:lnTo>
                  <a:pt x="1238250" y="2514600"/>
                </a:lnTo>
                <a:lnTo>
                  <a:pt x="1219200" y="2514600"/>
                </a:lnTo>
                <a:lnTo>
                  <a:pt x="1219200" y="2505075"/>
                </a:lnTo>
                <a:lnTo>
                  <a:pt x="1228725" y="2505075"/>
                </a:lnTo>
                <a:lnTo>
                  <a:pt x="1228725" y="2476500"/>
                </a:lnTo>
                <a:lnTo>
                  <a:pt x="1238250" y="2476500"/>
                </a:lnTo>
                <a:lnTo>
                  <a:pt x="1238250" y="2486025"/>
                </a:lnTo>
                <a:lnTo>
                  <a:pt x="1247775" y="2486025"/>
                </a:lnTo>
                <a:close/>
                <a:moveTo>
                  <a:pt x="1266825" y="2466975"/>
                </a:moveTo>
                <a:lnTo>
                  <a:pt x="1276350" y="2466975"/>
                </a:lnTo>
                <a:lnTo>
                  <a:pt x="1276350" y="2476500"/>
                </a:lnTo>
                <a:lnTo>
                  <a:pt x="1266825" y="2476500"/>
                </a:lnTo>
                <a:close/>
                <a:moveTo>
                  <a:pt x="304800" y="2476500"/>
                </a:moveTo>
                <a:lnTo>
                  <a:pt x="323850" y="2476500"/>
                </a:lnTo>
                <a:lnTo>
                  <a:pt x="323850" y="2486025"/>
                </a:lnTo>
                <a:lnTo>
                  <a:pt x="333375" y="2486025"/>
                </a:lnTo>
                <a:lnTo>
                  <a:pt x="333375" y="2495550"/>
                </a:lnTo>
                <a:lnTo>
                  <a:pt x="314325" y="2495550"/>
                </a:lnTo>
                <a:lnTo>
                  <a:pt x="314325" y="2486025"/>
                </a:lnTo>
                <a:lnTo>
                  <a:pt x="304800" y="2486025"/>
                </a:lnTo>
                <a:close/>
                <a:moveTo>
                  <a:pt x="1838325" y="2476500"/>
                </a:moveTo>
                <a:lnTo>
                  <a:pt x="1847850" y="2476500"/>
                </a:lnTo>
                <a:lnTo>
                  <a:pt x="1847850" y="2486025"/>
                </a:lnTo>
                <a:lnTo>
                  <a:pt x="1838325" y="2486025"/>
                </a:lnTo>
                <a:close/>
                <a:moveTo>
                  <a:pt x="57150" y="2486025"/>
                </a:moveTo>
                <a:lnTo>
                  <a:pt x="76200" y="2486025"/>
                </a:lnTo>
                <a:lnTo>
                  <a:pt x="76200" y="2495550"/>
                </a:lnTo>
                <a:lnTo>
                  <a:pt x="66675" y="2495550"/>
                </a:lnTo>
                <a:lnTo>
                  <a:pt x="66675" y="2505075"/>
                </a:lnTo>
                <a:lnTo>
                  <a:pt x="57150" y="2505075"/>
                </a:lnTo>
                <a:close/>
                <a:moveTo>
                  <a:pt x="200025" y="2486025"/>
                </a:moveTo>
                <a:lnTo>
                  <a:pt x="219075" y="2486025"/>
                </a:lnTo>
                <a:lnTo>
                  <a:pt x="219075" y="2505075"/>
                </a:lnTo>
                <a:lnTo>
                  <a:pt x="209550" y="2505075"/>
                </a:lnTo>
                <a:lnTo>
                  <a:pt x="209550" y="2495550"/>
                </a:lnTo>
                <a:lnTo>
                  <a:pt x="200025" y="2495550"/>
                </a:lnTo>
                <a:close/>
                <a:moveTo>
                  <a:pt x="285750" y="2486025"/>
                </a:moveTo>
                <a:lnTo>
                  <a:pt x="304800" y="2486025"/>
                </a:lnTo>
                <a:lnTo>
                  <a:pt x="304800" y="2514600"/>
                </a:lnTo>
                <a:lnTo>
                  <a:pt x="285750" y="2514600"/>
                </a:lnTo>
                <a:lnTo>
                  <a:pt x="285750" y="2505075"/>
                </a:lnTo>
                <a:lnTo>
                  <a:pt x="276225" y="2505075"/>
                </a:lnTo>
                <a:lnTo>
                  <a:pt x="276225" y="2495550"/>
                </a:lnTo>
                <a:lnTo>
                  <a:pt x="285750" y="2495550"/>
                </a:lnTo>
                <a:close/>
                <a:moveTo>
                  <a:pt x="1009650" y="2486025"/>
                </a:moveTo>
                <a:lnTo>
                  <a:pt x="1028700" y="2486025"/>
                </a:lnTo>
                <a:lnTo>
                  <a:pt x="1028700" y="2495550"/>
                </a:lnTo>
                <a:lnTo>
                  <a:pt x="1009650" y="2495550"/>
                </a:lnTo>
                <a:close/>
                <a:moveTo>
                  <a:pt x="1114425" y="2486025"/>
                </a:moveTo>
                <a:lnTo>
                  <a:pt x="1152525" y="2486025"/>
                </a:lnTo>
                <a:lnTo>
                  <a:pt x="1152525" y="2476500"/>
                </a:lnTo>
                <a:lnTo>
                  <a:pt x="1143000" y="2476500"/>
                </a:lnTo>
                <a:lnTo>
                  <a:pt x="1143000" y="2466975"/>
                </a:lnTo>
                <a:lnTo>
                  <a:pt x="1133475" y="2466975"/>
                </a:lnTo>
                <a:lnTo>
                  <a:pt x="1133475" y="2476500"/>
                </a:lnTo>
                <a:lnTo>
                  <a:pt x="1114425" y="2476500"/>
                </a:lnTo>
                <a:close/>
                <a:moveTo>
                  <a:pt x="1276350" y="2486025"/>
                </a:moveTo>
                <a:lnTo>
                  <a:pt x="1295400" y="2486025"/>
                </a:lnTo>
                <a:lnTo>
                  <a:pt x="1295400" y="2495550"/>
                </a:lnTo>
                <a:lnTo>
                  <a:pt x="1276350" y="2495550"/>
                </a:lnTo>
                <a:close/>
                <a:moveTo>
                  <a:pt x="2124075" y="2486025"/>
                </a:moveTo>
                <a:lnTo>
                  <a:pt x="2133600" y="2486025"/>
                </a:lnTo>
                <a:lnTo>
                  <a:pt x="2133600" y="2495550"/>
                </a:lnTo>
                <a:lnTo>
                  <a:pt x="2143125" y="2495550"/>
                </a:lnTo>
                <a:lnTo>
                  <a:pt x="2143125" y="2524125"/>
                </a:lnTo>
                <a:lnTo>
                  <a:pt x="2105025" y="2524125"/>
                </a:lnTo>
                <a:lnTo>
                  <a:pt x="2105025" y="2505075"/>
                </a:lnTo>
                <a:lnTo>
                  <a:pt x="2114550" y="2505075"/>
                </a:lnTo>
                <a:lnTo>
                  <a:pt x="2114550" y="2514600"/>
                </a:lnTo>
                <a:lnTo>
                  <a:pt x="2124075" y="2514600"/>
                </a:lnTo>
                <a:close/>
                <a:moveTo>
                  <a:pt x="1381125" y="2495550"/>
                </a:moveTo>
                <a:lnTo>
                  <a:pt x="1390650" y="2495550"/>
                </a:lnTo>
                <a:lnTo>
                  <a:pt x="1390650" y="2505075"/>
                </a:lnTo>
                <a:lnTo>
                  <a:pt x="1438275" y="2505075"/>
                </a:lnTo>
                <a:lnTo>
                  <a:pt x="1438275" y="2495550"/>
                </a:lnTo>
                <a:lnTo>
                  <a:pt x="1514475" y="2495550"/>
                </a:lnTo>
                <a:lnTo>
                  <a:pt x="1514475" y="2505075"/>
                </a:lnTo>
                <a:lnTo>
                  <a:pt x="1476375" y="2505075"/>
                </a:lnTo>
                <a:lnTo>
                  <a:pt x="1476375" y="2524125"/>
                </a:lnTo>
                <a:lnTo>
                  <a:pt x="1485900" y="2524125"/>
                </a:lnTo>
                <a:lnTo>
                  <a:pt x="1485900" y="2514600"/>
                </a:lnTo>
                <a:lnTo>
                  <a:pt x="1504950" y="2514600"/>
                </a:lnTo>
                <a:lnTo>
                  <a:pt x="1504950" y="2524125"/>
                </a:lnTo>
                <a:lnTo>
                  <a:pt x="1495425" y="2524125"/>
                </a:lnTo>
                <a:lnTo>
                  <a:pt x="1495425" y="2533650"/>
                </a:lnTo>
                <a:lnTo>
                  <a:pt x="1504950" y="2533650"/>
                </a:lnTo>
                <a:lnTo>
                  <a:pt x="1504950" y="2543175"/>
                </a:lnTo>
                <a:lnTo>
                  <a:pt x="1514475" y="2543175"/>
                </a:lnTo>
                <a:lnTo>
                  <a:pt x="1514475" y="2562225"/>
                </a:lnTo>
                <a:lnTo>
                  <a:pt x="1543050" y="2562225"/>
                </a:lnTo>
                <a:lnTo>
                  <a:pt x="1543050" y="2590800"/>
                </a:lnTo>
                <a:lnTo>
                  <a:pt x="1524000" y="2590800"/>
                </a:lnTo>
                <a:lnTo>
                  <a:pt x="1524000" y="2571750"/>
                </a:lnTo>
                <a:lnTo>
                  <a:pt x="1495425" y="2571750"/>
                </a:lnTo>
                <a:lnTo>
                  <a:pt x="1495425" y="2581275"/>
                </a:lnTo>
                <a:lnTo>
                  <a:pt x="1476375" y="2581275"/>
                </a:lnTo>
                <a:lnTo>
                  <a:pt x="1476375" y="2590800"/>
                </a:lnTo>
                <a:lnTo>
                  <a:pt x="1409700" y="2590800"/>
                </a:lnTo>
                <a:lnTo>
                  <a:pt x="1409700" y="2581275"/>
                </a:lnTo>
                <a:lnTo>
                  <a:pt x="1400175" y="2581275"/>
                </a:lnTo>
                <a:lnTo>
                  <a:pt x="1400175" y="2590800"/>
                </a:lnTo>
                <a:lnTo>
                  <a:pt x="1362075" y="2590800"/>
                </a:lnTo>
                <a:lnTo>
                  <a:pt x="1362075" y="2571750"/>
                </a:lnTo>
                <a:lnTo>
                  <a:pt x="1390650" y="2571750"/>
                </a:lnTo>
                <a:lnTo>
                  <a:pt x="1390650" y="2562225"/>
                </a:lnTo>
                <a:lnTo>
                  <a:pt x="1381125" y="2562225"/>
                </a:lnTo>
                <a:lnTo>
                  <a:pt x="1381125" y="2552700"/>
                </a:lnTo>
                <a:lnTo>
                  <a:pt x="1390650" y="2552700"/>
                </a:lnTo>
                <a:lnTo>
                  <a:pt x="1390650" y="2533650"/>
                </a:lnTo>
                <a:lnTo>
                  <a:pt x="1409700" y="2533650"/>
                </a:lnTo>
                <a:lnTo>
                  <a:pt x="1409700" y="2514600"/>
                </a:lnTo>
                <a:lnTo>
                  <a:pt x="1381125" y="2514600"/>
                </a:lnTo>
                <a:close/>
                <a:moveTo>
                  <a:pt x="1866900" y="2495550"/>
                </a:moveTo>
                <a:lnTo>
                  <a:pt x="1876425" y="2495550"/>
                </a:lnTo>
                <a:lnTo>
                  <a:pt x="1876425" y="2505075"/>
                </a:lnTo>
                <a:lnTo>
                  <a:pt x="1866900" y="2505075"/>
                </a:lnTo>
                <a:close/>
                <a:moveTo>
                  <a:pt x="28575" y="2505075"/>
                </a:moveTo>
                <a:lnTo>
                  <a:pt x="38100" y="2505075"/>
                </a:lnTo>
                <a:lnTo>
                  <a:pt x="38100" y="2486025"/>
                </a:lnTo>
                <a:lnTo>
                  <a:pt x="28575" y="2486025"/>
                </a:lnTo>
                <a:close/>
                <a:moveTo>
                  <a:pt x="76200" y="2505075"/>
                </a:moveTo>
                <a:lnTo>
                  <a:pt x="85725" y="2505075"/>
                </a:lnTo>
                <a:lnTo>
                  <a:pt x="85725" y="2514600"/>
                </a:lnTo>
                <a:lnTo>
                  <a:pt x="76200" y="2514600"/>
                </a:lnTo>
                <a:close/>
                <a:moveTo>
                  <a:pt x="95250" y="2505075"/>
                </a:moveTo>
                <a:lnTo>
                  <a:pt x="114300" y="2505075"/>
                </a:lnTo>
                <a:lnTo>
                  <a:pt x="114300" y="2514600"/>
                </a:lnTo>
                <a:lnTo>
                  <a:pt x="104775" y="2514600"/>
                </a:lnTo>
                <a:lnTo>
                  <a:pt x="104775" y="2533650"/>
                </a:lnTo>
                <a:lnTo>
                  <a:pt x="95250" y="2533650"/>
                </a:lnTo>
                <a:lnTo>
                  <a:pt x="95250" y="2524125"/>
                </a:lnTo>
                <a:lnTo>
                  <a:pt x="85725" y="2524125"/>
                </a:lnTo>
                <a:lnTo>
                  <a:pt x="85725" y="2514600"/>
                </a:lnTo>
                <a:lnTo>
                  <a:pt x="95250" y="2514600"/>
                </a:lnTo>
                <a:close/>
                <a:moveTo>
                  <a:pt x="257175" y="2505075"/>
                </a:moveTo>
                <a:lnTo>
                  <a:pt x="276225" y="2505075"/>
                </a:lnTo>
                <a:lnTo>
                  <a:pt x="276225" y="2514600"/>
                </a:lnTo>
                <a:lnTo>
                  <a:pt x="285750" y="2514600"/>
                </a:lnTo>
                <a:lnTo>
                  <a:pt x="285750" y="2524125"/>
                </a:lnTo>
                <a:lnTo>
                  <a:pt x="304800" y="2524125"/>
                </a:lnTo>
                <a:lnTo>
                  <a:pt x="304800" y="2533650"/>
                </a:lnTo>
                <a:lnTo>
                  <a:pt x="295275" y="2533650"/>
                </a:lnTo>
                <a:lnTo>
                  <a:pt x="295275" y="2543175"/>
                </a:lnTo>
                <a:lnTo>
                  <a:pt x="285750" y="2543175"/>
                </a:lnTo>
                <a:lnTo>
                  <a:pt x="285750" y="2562225"/>
                </a:lnTo>
                <a:lnTo>
                  <a:pt x="295275" y="2562225"/>
                </a:lnTo>
                <a:lnTo>
                  <a:pt x="295275" y="2581275"/>
                </a:lnTo>
                <a:lnTo>
                  <a:pt x="314325" y="2581275"/>
                </a:lnTo>
                <a:lnTo>
                  <a:pt x="314325" y="2590800"/>
                </a:lnTo>
                <a:lnTo>
                  <a:pt x="285750" y="2590800"/>
                </a:lnTo>
                <a:lnTo>
                  <a:pt x="285750" y="2571750"/>
                </a:lnTo>
                <a:lnTo>
                  <a:pt x="266700" y="2571750"/>
                </a:lnTo>
                <a:lnTo>
                  <a:pt x="266700" y="2581275"/>
                </a:lnTo>
                <a:lnTo>
                  <a:pt x="247650" y="2581275"/>
                </a:lnTo>
                <a:lnTo>
                  <a:pt x="247650" y="2590800"/>
                </a:lnTo>
                <a:lnTo>
                  <a:pt x="209550" y="2590800"/>
                </a:lnTo>
                <a:lnTo>
                  <a:pt x="209550" y="2581275"/>
                </a:lnTo>
                <a:lnTo>
                  <a:pt x="190500" y="2581275"/>
                </a:lnTo>
                <a:lnTo>
                  <a:pt x="190500" y="2571750"/>
                </a:lnTo>
                <a:lnTo>
                  <a:pt x="180975" y="2571750"/>
                </a:lnTo>
                <a:lnTo>
                  <a:pt x="180975" y="2562225"/>
                </a:lnTo>
                <a:lnTo>
                  <a:pt x="171450" y="2562225"/>
                </a:lnTo>
                <a:lnTo>
                  <a:pt x="171450" y="2552700"/>
                </a:lnTo>
                <a:lnTo>
                  <a:pt x="180975" y="2552700"/>
                </a:lnTo>
                <a:lnTo>
                  <a:pt x="180975" y="2543175"/>
                </a:lnTo>
                <a:lnTo>
                  <a:pt x="161925" y="2543175"/>
                </a:lnTo>
                <a:lnTo>
                  <a:pt x="161925" y="2533650"/>
                </a:lnTo>
                <a:lnTo>
                  <a:pt x="171450" y="2533650"/>
                </a:lnTo>
                <a:lnTo>
                  <a:pt x="171450" y="2524125"/>
                </a:lnTo>
                <a:lnTo>
                  <a:pt x="180975" y="2524125"/>
                </a:lnTo>
                <a:lnTo>
                  <a:pt x="180975" y="2543175"/>
                </a:lnTo>
                <a:lnTo>
                  <a:pt x="190500" y="2543175"/>
                </a:lnTo>
                <a:lnTo>
                  <a:pt x="190500" y="2514600"/>
                </a:lnTo>
                <a:lnTo>
                  <a:pt x="200025" y="2514600"/>
                </a:lnTo>
                <a:lnTo>
                  <a:pt x="200025" y="2524125"/>
                </a:lnTo>
                <a:lnTo>
                  <a:pt x="219075" y="2524125"/>
                </a:lnTo>
                <a:lnTo>
                  <a:pt x="219075" y="2533650"/>
                </a:lnTo>
                <a:lnTo>
                  <a:pt x="228600" y="2533650"/>
                </a:lnTo>
                <a:lnTo>
                  <a:pt x="228600" y="2524125"/>
                </a:lnTo>
                <a:lnTo>
                  <a:pt x="247650" y="2524125"/>
                </a:lnTo>
                <a:lnTo>
                  <a:pt x="247650" y="2514600"/>
                </a:lnTo>
                <a:lnTo>
                  <a:pt x="257175" y="2514600"/>
                </a:lnTo>
                <a:close/>
                <a:moveTo>
                  <a:pt x="323850" y="2505075"/>
                </a:moveTo>
                <a:lnTo>
                  <a:pt x="333375" y="2505075"/>
                </a:lnTo>
                <a:lnTo>
                  <a:pt x="333375" y="2514600"/>
                </a:lnTo>
                <a:lnTo>
                  <a:pt x="323850" y="2514600"/>
                </a:lnTo>
                <a:close/>
                <a:moveTo>
                  <a:pt x="342900" y="2505075"/>
                </a:moveTo>
                <a:lnTo>
                  <a:pt x="352425" y="2505075"/>
                </a:lnTo>
                <a:lnTo>
                  <a:pt x="352425" y="2514600"/>
                </a:lnTo>
                <a:lnTo>
                  <a:pt x="361950" y="2514600"/>
                </a:lnTo>
                <a:lnTo>
                  <a:pt x="361950" y="2524125"/>
                </a:lnTo>
                <a:lnTo>
                  <a:pt x="371475" y="2524125"/>
                </a:lnTo>
                <a:lnTo>
                  <a:pt x="371475" y="2533650"/>
                </a:lnTo>
                <a:lnTo>
                  <a:pt x="333375" y="2533650"/>
                </a:lnTo>
                <a:lnTo>
                  <a:pt x="333375" y="2552700"/>
                </a:lnTo>
                <a:lnTo>
                  <a:pt x="314325" y="2552700"/>
                </a:lnTo>
                <a:lnTo>
                  <a:pt x="314325" y="2571750"/>
                </a:lnTo>
                <a:lnTo>
                  <a:pt x="304800" y="2571750"/>
                </a:lnTo>
                <a:lnTo>
                  <a:pt x="304800" y="2533650"/>
                </a:lnTo>
                <a:lnTo>
                  <a:pt x="314325" y="2533650"/>
                </a:lnTo>
                <a:lnTo>
                  <a:pt x="314325" y="2543175"/>
                </a:lnTo>
                <a:lnTo>
                  <a:pt x="323850" y="2543175"/>
                </a:lnTo>
                <a:lnTo>
                  <a:pt x="323850" y="2524125"/>
                </a:lnTo>
                <a:lnTo>
                  <a:pt x="333375" y="2524125"/>
                </a:lnTo>
                <a:lnTo>
                  <a:pt x="333375" y="2514600"/>
                </a:lnTo>
                <a:lnTo>
                  <a:pt x="342900" y="2514600"/>
                </a:lnTo>
                <a:close/>
                <a:moveTo>
                  <a:pt x="457200" y="2505075"/>
                </a:moveTo>
                <a:lnTo>
                  <a:pt x="485775" y="2505075"/>
                </a:lnTo>
                <a:lnTo>
                  <a:pt x="485775" y="2514600"/>
                </a:lnTo>
                <a:lnTo>
                  <a:pt x="466725" y="2514600"/>
                </a:lnTo>
                <a:lnTo>
                  <a:pt x="466725" y="2524125"/>
                </a:lnTo>
                <a:lnTo>
                  <a:pt x="504825" y="2524125"/>
                </a:lnTo>
                <a:lnTo>
                  <a:pt x="504825" y="2552700"/>
                </a:lnTo>
                <a:lnTo>
                  <a:pt x="476250" y="2552700"/>
                </a:lnTo>
                <a:lnTo>
                  <a:pt x="476250" y="2543175"/>
                </a:lnTo>
                <a:lnTo>
                  <a:pt x="466725" y="2543175"/>
                </a:lnTo>
                <a:lnTo>
                  <a:pt x="466725" y="2533650"/>
                </a:lnTo>
                <a:lnTo>
                  <a:pt x="457200" y="2533650"/>
                </a:lnTo>
                <a:lnTo>
                  <a:pt x="457200" y="2524125"/>
                </a:lnTo>
                <a:lnTo>
                  <a:pt x="447675" y="2524125"/>
                </a:lnTo>
                <a:lnTo>
                  <a:pt x="447675" y="2514600"/>
                </a:lnTo>
                <a:lnTo>
                  <a:pt x="457200" y="2514600"/>
                </a:lnTo>
                <a:close/>
                <a:moveTo>
                  <a:pt x="1247775" y="2505075"/>
                </a:moveTo>
                <a:lnTo>
                  <a:pt x="1257300" y="2505075"/>
                </a:lnTo>
                <a:lnTo>
                  <a:pt x="1257300" y="2514600"/>
                </a:lnTo>
                <a:lnTo>
                  <a:pt x="1247775" y="2514600"/>
                </a:lnTo>
                <a:close/>
                <a:moveTo>
                  <a:pt x="1562100" y="2505075"/>
                </a:moveTo>
                <a:lnTo>
                  <a:pt x="1571625" y="2505075"/>
                </a:lnTo>
                <a:lnTo>
                  <a:pt x="1571625" y="2514600"/>
                </a:lnTo>
                <a:lnTo>
                  <a:pt x="1562100" y="2514600"/>
                </a:lnTo>
                <a:close/>
                <a:moveTo>
                  <a:pt x="1628775" y="2505075"/>
                </a:moveTo>
                <a:lnTo>
                  <a:pt x="1638300" y="2505075"/>
                </a:lnTo>
                <a:lnTo>
                  <a:pt x="1638300" y="2514600"/>
                </a:lnTo>
                <a:lnTo>
                  <a:pt x="1695450" y="2514600"/>
                </a:lnTo>
                <a:lnTo>
                  <a:pt x="1695450" y="2505075"/>
                </a:lnTo>
                <a:lnTo>
                  <a:pt x="1724025" y="2505075"/>
                </a:lnTo>
                <a:lnTo>
                  <a:pt x="1724025" y="2514600"/>
                </a:lnTo>
                <a:lnTo>
                  <a:pt x="1743075" y="2514600"/>
                </a:lnTo>
                <a:lnTo>
                  <a:pt x="1743075" y="2524125"/>
                </a:lnTo>
                <a:lnTo>
                  <a:pt x="1762125" y="2524125"/>
                </a:lnTo>
                <a:lnTo>
                  <a:pt x="1762125" y="2514600"/>
                </a:lnTo>
                <a:lnTo>
                  <a:pt x="1771650" y="2514600"/>
                </a:lnTo>
                <a:lnTo>
                  <a:pt x="1771650" y="2505075"/>
                </a:lnTo>
                <a:lnTo>
                  <a:pt x="1828800" y="2505075"/>
                </a:lnTo>
                <a:lnTo>
                  <a:pt x="1828800" y="2514600"/>
                </a:lnTo>
                <a:lnTo>
                  <a:pt x="1838325" y="2514600"/>
                </a:lnTo>
                <a:lnTo>
                  <a:pt x="1838325" y="2524125"/>
                </a:lnTo>
                <a:lnTo>
                  <a:pt x="1847850" y="2524125"/>
                </a:lnTo>
                <a:lnTo>
                  <a:pt x="1847850" y="2514600"/>
                </a:lnTo>
                <a:lnTo>
                  <a:pt x="1857375" y="2514600"/>
                </a:lnTo>
                <a:lnTo>
                  <a:pt x="1857375" y="2505075"/>
                </a:lnTo>
                <a:lnTo>
                  <a:pt x="1866900" y="2505075"/>
                </a:lnTo>
                <a:lnTo>
                  <a:pt x="1866900" y="2514600"/>
                </a:lnTo>
                <a:lnTo>
                  <a:pt x="1857375" y="2514600"/>
                </a:lnTo>
                <a:lnTo>
                  <a:pt x="1857375" y="2543175"/>
                </a:lnTo>
                <a:lnTo>
                  <a:pt x="1876425" y="2543175"/>
                </a:lnTo>
                <a:lnTo>
                  <a:pt x="1876425" y="2552700"/>
                </a:lnTo>
                <a:lnTo>
                  <a:pt x="1857375" y="2552700"/>
                </a:lnTo>
                <a:lnTo>
                  <a:pt x="1857375" y="2562225"/>
                </a:lnTo>
                <a:lnTo>
                  <a:pt x="1847850" y="2562225"/>
                </a:lnTo>
                <a:lnTo>
                  <a:pt x="1847850" y="2543175"/>
                </a:lnTo>
                <a:lnTo>
                  <a:pt x="1828800" y="2543175"/>
                </a:lnTo>
                <a:lnTo>
                  <a:pt x="1828800" y="2552700"/>
                </a:lnTo>
                <a:lnTo>
                  <a:pt x="1809750" y="2552700"/>
                </a:lnTo>
                <a:lnTo>
                  <a:pt x="1809750" y="2543175"/>
                </a:lnTo>
                <a:lnTo>
                  <a:pt x="1800225" y="2543175"/>
                </a:lnTo>
                <a:lnTo>
                  <a:pt x="1800225" y="2552700"/>
                </a:lnTo>
                <a:lnTo>
                  <a:pt x="1790700" y="2552700"/>
                </a:lnTo>
                <a:lnTo>
                  <a:pt x="1790700" y="2562225"/>
                </a:lnTo>
                <a:lnTo>
                  <a:pt x="1762125" y="2562225"/>
                </a:lnTo>
                <a:lnTo>
                  <a:pt x="1762125" y="2552700"/>
                </a:lnTo>
                <a:lnTo>
                  <a:pt x="1752600" y="2552700"/>
                </a:lnTo>
                <a:lnTo>
                  <a:pt x="1752600" y="2543175"/>
                </a:lnTo>
                <a:lnTo>
                  <a:pt x="1743075" y="2543175"/>
                </a:lnTo>
                <a:lnTo>
                  <a:pt x="1743075" y="2552700"/>
                </a:lnTo>
                <a:lnTo>
                  <a:pt x="1733550" y="2552700"/>
                </a:lnTo>
                <a:lnTo>
                  <a:pt x="1733550" y="2533650"/>
                </a:lnTo>
                <a:lnTo>
                  <a:pt x="1704975" y="2533650"/>
                </a:lnTo>
                <a:lnTo>
                  <a:pt x="1704975" y="2543175"/>
                </a:lnTo>
                <a:lnTo>
                  <a:pt x="1714500" y="2543175"/>
                </a:lnTo>
                <a:lnTo>
                  <a:pt x="1714500" y="2552700"/>
                </a:lnTo>
                <a:lnTo>
                  <a:pt x="1733550" y="2552700"/>
                </a:lnTo>
                <a:lnTo>
                  <a:pt x="1733550" y="2571750"/>
                </a:lnTo>
                <a:lnTo>
                  <a:pt x="1743075" y="2571750"/>
                </a:lnTo>
                <a:lnTo>
                  <a:pt x="1743075" y="2581275"/>
                </a:lnTo>
                <a:lnTo>
                  <a:pt x="1724025" y="2581275"/>
                </a:lnTo>
                <a:lnTo>
                  <a:pt x="1724025" y="2590800"/>
                </a:lnTo>
                <a:lnTo>
                  <a:pt x="1714500" y="2590800"/>
                </a:lnTo>
                <a:lnTo>
                  <a:pt x="1714500" y="2571750"/>
                </a:lnTo>
                <a:lnTo>
                  <a:pt x="1695450" y="2571750"/>
                </a:lnTo>
                <a:lnTo>
                  <a:pt x="1695450" y="2562225"/>
                </a:lnTo>
                <a:lnTo>
                  <a:pt x="1685925" y="2562225"/>
                </a:lnTo>
                <a:lnTo>
                  <a:pt x="1685925" y="2552700"/>
                </a:lnTo>
                <a:lnTo>
                  <a:pt x="1638300" y="2552700"/>
                </a:lnTo>
                <a:lnTo>
                  <a:pt x="1638300" y="2543175"/>
                </a:lnTo>
                <a:lnTo>
                  <a:pt x="1647825" y="2543175"/>
                </a:lnTo>
                <a:lnTo>
                  <a:pt x="1647825" y="2533650"/>
                </a:lnTo>
                <a:lnTo>
                  <a:pt x="1657350" y="2533650"/>
                </a:lnTo>
                <a:lnTo>
                  <a:pt x="1657350" y="2524125"/>
                </a:lnTo>
                <a:lnTo>
                  <a:pt x="1628775" y="2524125"/>
                </a:lnTo>
                <a:lnTo>
                  <a:pt x="1628775" y="2533650"/>
                </a:lnTo>
                <a:lnTo>
                  <a:pt x="1619250" y="2533650"/>
                </a:lnTo>
                <a:lnTo>
                  <a:pt x="1619250" y="2552700"/>
                </a:lnTo>
                <a:lnTo>
                  <a:pt x="1638300" y="2552700"/>
                </a:lnTo>
                <a:lnTo>
                  <a:pt x="1638300" y="2562225"/>
                </a:lnTo>
                <a:lnTo>
                  <a:pt x="1657350" y="2562225"/>
                </a:lnTo>
                <a:lnTo>
                  <a:pt x="1657350" y="2571750"/>
                </a:lnTo>
                <a:lnTo>
                  <a:pt x="1676400" y="2571750"/>
                </a:lnTo>
                <a:lnTo>
                  <a:pt x="1676400" y="2581275"/>
                </a:lnTo>
                <a:lnTo>
                  <a:pt x="1666875" y="2581275"/>
                </a:lnTo>
                <a:lnTo>
                  <a:pt x="1666875" y="2590800"/>
                </a:lnTo>
                <a:lnTo>
                  <a:pt x="1619250" y="2590800"/>
                </a:lnTo>
                <a:lnTo>
                  <a:pt x="1619250" y="2581275"/>
                </a:lnTo>
                <a:lnTo>
                  <a:pt x="1609725" y="2581275"/>
                </a:lnTo>
                <a:lnTo>
                  <a:pt x="1609725" y="2571750"/>
                </a:lnTo>
                <a:lnTo>
                  <a:pt x="1619250" y="2571750"/>
                </a:lnTo>
                <a:lnTo>
                  <a:pt x="1619250" y="2562225"/>
                </a:lnTo>
                <a:lnTo>
                  <a:pt x="1609725" y="2562225"/>
                </a:lnTo>
                <a:lnTo>
                  <a:pt x="1609725" y="2552700"/>
                </a:lnTo>
                <a:lnTo>
                  <a:pt x="1600200" y="2552700"/>
                </a:lnTo>
                <a:lnTo>
                  <a:pt x="1600200" y="2571750"/>
                </a:lnTo>
                <a:lnTo>
                  <a:pt x="1581150" y="2571750"/>
                </a:lnTo>
                <a:lnTo>
                  <a:pt x="1581150" y="2562225"/>
                </a:lnTo>
                <a:lnTo>
                  <a:pt x="1571625" y="2562225"/>
                </a:lnTo>
                <a:lnTo>
                  <a:pt x="1571625" y="2543175"/>
                </a:lnTo>
                <a:lnTo>
                  <a:pt x="1581150" y="2543175"/>
                </a:lnTo>
                <a:lnTo>
                  <a:pt x="1581150" y="2533650"/>
                </a:lnTo>
                <a:lnTo>
                  <a:pt x="1590675" y="2533650"/>
                </a:lnTo>
                <a:lnTo>
                  <a:pt x="1590675" y="2543175"/>
                </a:lnTo>
                <a:lnTo>
                  <a:pt x="1609725" y="2543175"/>
                </a:lnTo>
                <a:lnTo>
                  <a:pt x="1609725" y="2524125"/>
                </a:lnTo>
                <a:lnTo>
                  <a:pt x="1619250" y="2524125"/>
                </a:lnTo>
                <a:lnTo>
                  <a:pt x="1619250" y="2514600"/>
                </a:lnTo>
                <a:lnTo>
                  <a:pt x="1628775" y="2514600"/>
                </a:lnTo>
                <a:close/>
                <a:moveTo>
                  <a:pt x="514350" y="2514600"/>
                </a:moveTo>
                <a:lnTo>
                  <a:pt x="542925" y="2514600"/>
                </a:lnTo>
                <a:lnTo>
                  <a:pt x="542925" y="2524125"/>
                </a:lnTo>
                <a:lnTo>
                  <a:pt x="552450" y="2524125"/>
                </a:lnTo>
                <a:lnTo>
                  <a:pt x="552450" y="2533650"/>
                </a:lnTo>
                <a:lnTo>
                  <a:pt x="542925" y="2533650"/>
                </a:lnTo>
                <a:lnTo>
                  <a:pt x="542925" y="2552700"/>
                </a:lnTo>
                <a:lnTo>
                  <a:pt x="533400" y="2552700"/>
                </a:lnTo>
                <a:lnTo>
                  <a:pt x="533400" y="2524125"/>
                </a:lnTo>
                <a:lnTo>
                  <a:pt x="514350" y="2524125"/>
                </a:lnTo>
                <a:close/>
                <a:moveTo>
                  <a:pt x="1323975" y="2514600"/>
                </a:moveTo>
                <a:lnTo>
                  <a:pt x="1333500" y="2514600"/>
                </a:lnTo>
                <a:lnTo>
                  <a:pt x="1333500" y="2524125"/>
                </a:lnTo>
                <a:lnTo>
                  <a:pt x="1323975" y="2524125"/>
                </a:lnTo>
                <a:close/>
                <a:moveTo>
                  <a:pt x="2343150" y="2514600"/>
                </a:moveTo>
                <a:lnTo>
                  <a:pt x="2352675" y="2514600"/>
                </a:lnTo>
                <a:lnTo>
                  <a:pt x="2352675" y="2524125"/>
                </a:lnTo>
                <a:lnTo>
                  <a:pt x="2343150" y="2524125"/>
                </a:lnTo>
                <a:close/>
                <a:moveTo>
                  <a:pt x="571500" y="2524125"/>
                </a:moveTo>
                <a:lnTo>
                  <a:pt x="581025" y="2524125"/>
                </a:lnTo>
                <a:lnTo>
                  <a:pt x="581025" y="2543175"/>
                </a:lnTo>
                <a:lnTo>
                  <a:pt x="590550" y="2543175"/>
                </a:lnTo>
                <a:lnTo>
                  <a:pt x="590550" y="2571750"/>
                </a:lnTo>
                <a:lnTo>
                  <a:pt x="571500" y="2571750"/>
                </a:lnTo>
                <a:lnTo>
                  <a:pt x="571500" y="2581275"/>
                </a:lnTo>
                <a:lnTo>
                  <a:pt x="561975" y="2581275"/>
                </a:lnTo>
                <a:lnTo>
                  <a:pt x="561975" y="2571750"/>
                </a:lnTo>
                <a:lnTo>
                  <a:pt x="552450" y="2571750"/>
                </a:lnTo>
                <a:lnTo>
                  <a:pt x="552450" y="2590800"/>
                </a:lnTo>
                <a:lnTo>
                  <a:pt x="542925" y="2590800"/>
                </a:lnTo>
                <a:lnTo>
                  <a:pt x="542925" y="2581275"/>
                </a:lnTo>
                <a:lnTo>
                  <a:pt x="523875" y="2581275"/>
                </a:lnTo>
                <a:lnTo>
                  <a:pt x="523875" y="2571750"/>
                </a:lnTo>
                <a:lnTo>
                  <a:pt x="533400" y="2571750"/>
                </a:lnTo>
                <a:lnTo>
                  <a:pt x="533400" y="2562225"/>
                </a:lnTo>
                <a:lnTo>
                  <a:pt x="523875" y="2562225"/>
                </a:lnTo>
                <a:lnTo>
                  <a:pt x="523875" y="2552700"/>
                </a:lnTo>
                <a:lnTo>
                  <a:pt x="533400" y="2552700"/>
                </a:lnTo>
                <a:lnTo>
                  <a:pt x="533400" y="2562225"/>
                </a:lnTo>
                <a:lnTo>
                  <a:pt x="561975" y="2562225"/>
                </a:lnTo>
                <a:lnTo>
                  <a:pt x="561975" y="2543175"/>
                </a:lnTo>
                <a:lnTo>
                  <a:pt x="571500" y="2543175"/>
                </a:lnTo>
                <a:close/>
                <a:moveTo>
                  <a:pt x="904875" y="2524125"/>
                </a:moveTo>
                <a:lnTo>
                  <a:pt x="933450" y="2524125"/>
                </a:lnTo>
                <a:lnTo>
                  <a:pt x="933450" y="2533650"/>
                </a:lnTo>
                <a:lnTo>
                  <a:pt x="942975" y="2533650"/>
                </a:lnTo>
                <a:lnTo>
                  <a:pt x="942975" y="2524125"/>
                </a:lnTo>
                <a:lnTo>
                  <a:pt x="952500" y="2524125"/>
                </a:lnTo>
                <a:lnTo>
                  <a:pt x="952500" y="2533650"/>
                </a:lnTo>
                <a:lnTo>
                  <a:pt x="962025" y="2533650"/>
                </a:lnTo>
                <a:lnTo>
                  <a:pt x="962025" y="2552700"/>
                </a:lnTo>
                <a:lnTo>
                  <a:pt x="942975" y="2552700"/>
                </a:lnTo>
                <a:lnTo>
                  <a:pt x="942975" y="2571750"/>
                </a:lnTo>
                <a:lnTo>
                  <a:pt x="933450" y="2571750"/>
                </a:lnTo>
                <a:lnTo>
                  <a:pt x="933450" y="2552700"/>
                </a:lnTo>
                <a:lnTo>
                  <a:pt x="914400" y="2552700"/>
                </a:lnTo>
                <a:lnTo>
                  <a:pt x="914400" y="2571750"/>
                </a:lnTo>
                <a:lnTo>
                  <a:pt x="895350" y="2571750"/>
                </a:lnTo>
                <a:lnTo>
                  <a:pt x="895350" y="2590800"/>
                </a:lnTo>
                <a:lnTo>
                  <a:pt x="885825" y="2590800"/>
                </a:lnTo>
                <a:lnTo>
                  <a:pt x="885825" y="2571750"/>
                </a:lnTo>
                <a:lnTo>
                  <a:pt x="876300" y="2571750"/>
                </a:lnTo>
                <a:lnTo>
                  <a:pt x="876300" y="2562225"/>
                </a:lnTo>
                <a:lnTo>
                  <a:pt x="885825" y="2562225"/>
                </a:lnTo>
                <a:lnTo>
                  <a:pt x="885825" y="2533650"/>
                </a:lnTo>
                <a:lnTo>
                  <a:pt x="895350" y="2533650"/>
                </a:lnTo>
                <a:lnTo>
                  <a:pt x="895350" y="2543175"/>
                </a:lnTo>
                <a:lnTo>
                  <a:pt x="904875" y="2543175"/>
                </a:lnTo>
                <a:close/>
                <a:moveTo>
                  <a:pt x="1047750" y="2524125"/>
                </a:moveTo>
                <a:lnTo>
                  <a:pt x="1057275" y="2524125"/>
                </a:lnTo>
                <a:lnTo>
                  <a:pt x="1057275" y="2543175"/>
                </a:lnTo>
                <a:lnTo>
                  <a:pt x="1047750" y="2543175"/>
                </a:lnTo>
                <a:close/>
                <a:moveTo>
                  <a:pt x="1143000" y="2524125"/>
                </a:moveTo>
                <a:lnTo>
                  <a:pt x="1123950" y="2524125"/>
                </a:lnTo>
                <a:lnTo>
                  <a:pt x="1123950" y="2533650"/>
                </a:lnTo>
                <a:lnTo>
                  <a:pt x="1143000" y="2533650"/>
                </a:lnTo>
                <a:close/>
                <a:moveTo>
                  <a:pt x="1143000" y="2524125"/>
                </a:moveTo>
                <a:lnTo>
                  <a:pt x="1152525" y="2524125"/>
                </a:lnTo>
                <a:lnTo>
                  <a:pt x="1152525" y="2514600"/>
                </a:lnTo>
                <a:lnTo>
                  <a:pt x="1143000" y="2514600"/>
                </a:lnTo>
                <a:close/>
                <a:moveTo>
                  <a:pt x="1247775" y="2524125"/>
                </a:moveTo>
                <a:lnTo>
                  <a:pt x="1257300" y="2524125"/>
                </a:lnTo>
                <a:lnTo>
                  <a:pt x="1257300" y="2533650"/>
                </a:lnTo>
                <a:lnTo>
                  <a:pt x="1285875" y="2533650"/>
                </a:lnTo>
                <a:lnTo>
                  <a:pt x="1285875" y="2543175"/>
                </a:lnTo>
                <a:lnTo>
                  <a:pt x="1238250" y="2543175"/>
                </a:lnTo>
                <a:lnTo>
                  <a:pt x="1238250" y="2533650"/>
                </a:lnTo>
                <a:lnTo>
                  <a:pt x="1247775" y="2533650"/>
                </a:lnTo>
                <a:close/>
                <a:moveTo>
                  <a:pt x="1314450" y="2524125"/>
                </a:moveTo>
                <a:lnTo>
                  <a:pt x="1323975" y="2524125"/>
                </a:lnTo>
                <a:lnTo>
                  <a:pt x="1323975" y="2533650"/>
                </a:lnTo>
                <a:lnTo>
                  <a:pt x="1333500" y="2533650"/>
                </a:lnTo>
                <a:lnTo>
                  <a:pt x="1333500" y="2524125"/>
                </a:lnTo>
                <a:lnTo>
                  <a:pt x="1343025" y="2524125"/>
                </a:lnTo>
                <a:lnTo>
                  <a:pt x="1343025" y="2533650"/>
                </a:lnTo>
                <a:lnTo>
                  <a:pt x="1333500" y="2533650"/>
                </a:lnTo>
                <a:lnTo>
                  <a:pt x="1333500" y="2552700"/>
                </a:lnTo>
                <a:lnTo>
                  <a:pt x="1323975" y="2552700"/>
                </a:lnTo>
                <a:lnTo>
                  <a:pt x="1323975" y="2562225"/>
                </a:lnTo>
                <a:lnTo>
                  <a:pt x="1343025" y="2562225"/>
                </a:lnTo>
                <a:lnTo>
                  <a:pt x="1343025" y="2543175"/>
                </a:lnTo>
                <a:lnTo>
                  <a:pt x="1362075" y="2543175"/>
                </a:lnTo>
                <a:lnTo>
                  <a:pt x="1362075" y="2533650"/>
                </a:lnTo>
                <a:lnTo>
                  <a:pt x="1371600" y="2533650"/>
                </a:lnTo>
                <a:lnTo>
                  <a:pt x="1371600" y="2552700"/>
                </a:lnTo>
                <a:lnTo>
                  <a:pt x="1352550" y="2552700"/>
                </a:lnTo>
                <a:lnTo>
                  <a:pt x="1352550" y="2590800"/>
                </a:lnTo>
                <a:lnTo>
                  <a:pt x="1343025" y="2590800"/>
                </a:lnTo>
                <a:lnTo>
                  <a:pt x="1343025" y="2571750"/>
                </a:lnTo>
                <a:lnTo>
                  <a:pt x="1333500" y="2571750"/>
                </a:lnTo>
                <a:lnTo>
                  <a:pt x="1333500" y="2590800"/>
                </a:lnTo>
                <a:lnTo>
                  <a:pt x="1323975" y="2590800"/>
                </a:lnTo>
                <a:lnTo>
                  <a:pt x="1323975" y="2571750"/>
                </a:lnTo>
                <a:lnTo>
                  <a:pt x="1314450" y="2571750"/>
                </a:lnTo>
                <a:lnTo>
                  <a:pt x="1314450" y="2590800"/>
                </a:lnTo>
                <a:lnTo>
                  <a:pt x="1276350" y="2590800"/>
                </a:lnTo>
                <a:lnTo>
                  <a:pt x="1276350" y="2581275"/>
                </a:lnTo>
                <a:lnTo>
                  <a:pt x="1285875" y="2581275"/>
                </a:lnTo>
                <a:lnTo>
                  <a:pt x="1285875" y="2571750"/>
                </a:lnTo>
                <a:lnTo>
                  <a:pt x="1295400" y="2571750"/>
                </a:lnTo>
                <a:lnTo>
                  <a:pt x="1295400" y="2581275"/>
                </a:lnTo>
                <a:lnTo>
                  <a:pt x="1304925" y="2581275"/>
                </a:lnTo>
                <a:lnTo>
                  <a:pt x="1304925" y="2562225"/>
                </a:lnTo>
                <a:lnTo>
                  <a:pt x="1285875" y="2562225"/>
                </a:lnTo>
                <a:lnTo>
                  <a:pt x="1285875" y="2543175"/>
                </a:lnTo>
                <a:lnTo>
                  <a:pt x="1304925" y="2543175"/>
                </a:lnTo>
                <a:lnTo>
                  <a:pt x="1304925" y="2533650"/>
                </a:lnTo>
                <a:lnTo>
                  <a:pt x="1314450" y="2533650"/>
                </a:lnTo>
                <a:close/>
                <a:moveTo>
                  <a:pt x="85725" y="2533650"/>
                </a:moveTo>
                <a:lnTo>
                  <a:pt x="95250" y="2533650"/>
                </a:lnTo>
                <a:lnTo>
                  <a:pt x="95250" y="2543175"/>
                </a:lnTo>
                <a:lnTo>
                  <a:pt x="114300" y="2543175"/>
                </a:lnTo>
                <a:lnTo>
                  <a:pt x="114300" y="2562225"/>
                </a:lnTo>
                <a:lnTo>
                  <a:pt x="95250" y="2562225"/>
                </a:lnTo>
                <a:lnTo>
                  <a:pt x="95250" y="2552700"/>
                </a:lnTo>
                <a:lnTo>
                  <a:pt x="85725" y="2552700"/>
                </a:lnTo>
                <a:close/>
                <a:moveTo>
                  <a:pt x="1009650" y="2533650"/>
                </a:moveTo>
                <a:lnTo>
                  <a:pt x="1019175" y="2533650"/>
                </a:lnTo>
                <a:lnTo>
                  <a:pt x="1019175" y="2543175"/>
                </a:lnTo>
                <a:lnTo>
                  <a:pt x="1028700" y="2543175"/>
                </a:lnTo>
                <a:lnTo>
                  <a:pt x="1028700" y="2533650"/>
                </a:lnTo>
                <a:lnTo>
                  <a:pt x="1038225" y="2533650"/>
                </a:lnTo>
                <a:lnTo>
                  <a:pt x="1038225" y="2552700"/>
                </a:lnTo>
                <a:lnTo>
                  <a:pt x="1047750" y="2552700"/>
                </a:lnTo>
                <a:lnTo>
                  <a:pt x="1047750" y="2590800"/>
                </a:lnTo>
                <a:lnTo>
                  <a:pt x="1038225" y="2590800"/>
                </a:lnTo>
                <a:lnTo>
                  <a:pt x="1038225" y="2581275"/>
                </a:lnTo>
                <a:lnTo>
                  <a:pt x="1028700" y="2581275"/>
                </a:lnTo>
                <a:lnTo>
                  <a:pt x="1028700" y="2552700"/>
                </a:lnTo>
                <a:lnTo>
                  <a:pt x="1009650" y="2552700"/>
                </a:lnTo>
                <a:lnTo>
                  <a:pt x="1009650" y="2562225"/>
                </a:lnTo>
                <a:lnTo>
                  <a:pt x="1000125" y="2562225"/>
                </a:lnTo>
                <a:lnTo>
                  <a:pt x="1000125" y="2552700"/>
                </a:lnTo>
                <a:lnTo>
                  <a:pt x="990600" y="2552700"/>
                </a:lnTo>
                <a:lnTo>
                  <a:pt x="990600" y="2543175"/>
                </a:lnTo>
                <a:lnTo>
                  <a:pt x="1009650" y="2543175"/>
                </a:lnTo>
                <a:close/>
                <a:moveTo>
                  <a:pt x="1085850" y="2533650"/>
                </a:moveTo>
                <a:lnTo>
                  <a:pt x="1095375" y="2533650"/>
                </a:lnTo>
                <a:lnTo>
                  <a:pt x="1095375" y="2514600"/>
                </a:lnTo>
                <a:lnTo>
                  <a:pt x="1085850" y="2514600"/>
                </a:lnTo>
                <a:close/>
                <a:moveTo>
                  <a:pt x="1457325" y="2533650"/>
                </a:moveTo>
                <a:lnTo>
                  <a:pt x="1466850" y="2533650"/>
                </a:lnTo>
                <a:lnTo>
                  <a:pt x="1466850" y="2524125"/>
                </a:lnTo>
                <a:lnTo>
                  <a:pt x="1457325" y="2524125"/>
                </a:lnTo>
                <a:close/>
                <a:moveTo>
                  <a:pt x="1952625" y="2533650"/>
                </a:moveTo>
                <a:lnTo>
                  <a:pt x="2000250" y="2533650"/>
                </a:lnTo>
                <a:lnTo>
                  <a:pt x="2000250" y="2524125"/>
                </a:lnTo>
                <a:lnTo>
                  <a:pt x="1981200" y="2524125"/>
                </a:lnTo>
                <a:lnTo>
                  <a:pt x="1981200" y="2514600"/>
                </a:lnTo>
                <a:lnTo>
                  <a:pt x="1952625" y="2514600"/>
                </a:lnTo>
                <a:close/>
                <a:moveTo>
                  <a:pt x="2133600" y="2533650"/>
                </a:moveTo>
                <a:lnTo>
                  <a:pt x="2143125" y="2533650"/>
                </a:lnTo>
                <a:lnTo>
                  <a:pt x="2143125" y="2543175"/>
                </a:lnTo>
                <a:lnTo>
                  <a:pt x="2133600" y="2543175"/>
                </a:lnTo>
                <a:close/>
                <a:moveTo>
                  <a:pt x="2438400" y="2533650"/>
                </a:moveTo>
                <a:lnTo>
                  <a:pt x="2457450" y="2533650"/>
                </a:lnTo>
                <a:lnTo>
                  <a:pt x="2457450" y="2581275"/>
                </a:lnTo>
                <a:lnTo>
                  <a:pt x="2447925" y="2581275"/>
                </a:lnTo>
                <a:lnTo>
                  <a:pt x="2447925" y="2571750"/>
                </a:lnTo>
                <a:lnTo>
                  <a:pt x="2438400" y="2571750"/>
                </a:lnTo>
                <a:lnTo>
                  <a:pt x="2438400" y="2562225"/>
                </a:lnTo>
                <a:lnTo>
                  <a:pt x="2428875" y="2562225"/>
                </a:lnTo>
                <a:lnTo>
                  <a:pt x="2428875" y="2543175"/>
                </a:lnTo>
                <a:lnTo>
                  <a:pt x="2438400" y="2543175"/>
                </a:lnTo>
                <a:close/>
                <a:moveTo>
                  <a:pt x="0" y="2543175"/>
                </a:moveTo>
                <a:lnTo>
                  <a:pt x="19050" y="2543175"/>
                </a:lnTo>
                <a:lnTo>
                  <a:pt x="19050" y="2552700"/>
                </a:lnTo>
                <a:lnTo>
                  <a:pt x="0" y="2552700"/>
                </a:lnTo>
                <a:close/>
                <a:moveTo>
                  <a:pt x="123825" y="2543175"/>
                </a:moveTo>
                <a:lnTo>
                  <a:pt x="142875" y="2543175"/>
                </a:lnTo>
                <a:lnTo>
                  <a:pt x="142875" y="2552700"/>
                </a:lnTo>
                <a:lnTo>
                  <a:pt x="133350" y="2552700"/>
                </a:lnTo>
                <a:lnTo>
                  <a:pt x="133350" y="2562225"/>
                </a:lnTo>
                <a:lnTo>
                  <a:pt x="123825" y="2562225"/>
                </a:lnTo>
                <a:close/>
                <a:moveTo>
                  <a:pt x="381000" y="2543175"/>
                </a:moveTo>
                <a:lnTo>
                  <a:pt x="400050" y="2543175"/>
                </a:lnTo>
                <a:lnTo>
                  <a:pt x="400050" y="2552700"/>
                </a:lnTo>
                <a:lnTo>
                  <a:pt x="390525" y="2552700"/>
                </a:lnTo>
                <a:lnTo>
                  <a:pt x="390525" y="2590800"/>
                </a:lnTo>
                <a:lnTo>
                  <a:pt x="361950" y="2590800"/>
                </a:lnTo>
                <a:lnTo>
                  <a:pt x="361950" y="2571750"/>
                </a:lnTo>
                <a:lnTo>
                  <a:pt x="352425" y="2571750"/>
                </a:lnTo>
                <a:lnTo>
                  <a:pt x="352425" y="2581275"/>
                </a:lnTo>
                <a:lnTo>
                  <a:pt x="342900" y="2581275"/>
                </a:lnTo>
                <a:lnTo>
                  <a:pt x="342900" y="2571750"/>
                </a:lnTo>
                <a:lnTo>
                  <a:pt x="333375" y="2571750"/>
                </a:lnTo>
                <a:lnTo>
                  <a:pt x="333375" y="2552700"/>
                </a:lnTo>
                <a:lnTo>
                  <a:pt x="352425" y="2552700"/>
                </a:lnTo>
                <a:lnTo>
                  <a:pt x="352425" y="2562225"/>
                </a:lnTo>
                <a:lnTo>
                  <a:pt x="361950" y="2562225"/>
                </a:lnTo>
                <a:lnTo>
                  <a:pt x="361950" y="2571750"/>
                </a:lnTo>
                <a:lnTo>
                  <a:pt x="371475" y="2571750"/>
                </a:lnTo>
                <a:lnTo>
                  <a:pt x="371475" y="2562225"/>
                </a:lnTo>
                <a:lnTo>
                  <a:pt x="381000" y="2562225"/>
                </a:lnTo>
                <a:close/>
                <a:moveTo>
                  <a:pt x="409575" y="2543175"/>
                </a:moveTo>
                <a:lnTo>
                  <a:pt x="419100" y="2543175"/>
                </a:lnTo>
                <a:lnTo>
                  <a:pt x="419100" y="2552700"/>
                </a:lnTo>
                <a:lnTo>
                  <a:pt x="409575" y="2552700"/>
                </a:lnTo>
                <a:close/>
                <a:moveTo>
                  <a:pt x="1228725" y="2543175"/>
                </a:moveTo>
                <a:lnTo>
                  <a:pt x="1238250" y="2543175"/>
                </a:lnTo>
                <a:lnTo>
                  <a:pt x="1238250" y="2590800"/>
                </a:lnTo>
                <a:lnTo>
                  <a:pt x="1228725" y="2590800"/>
                </a:lnTo>
                <a:close/>
                <a:moveTo>
                  <a:pt x="2247900" y="2543175"/>
                </a:moveTo>
                <a:lnTo>
                  <a:pt x="2305050" y="2543175"/>
                </a:lnTo>
                <a:lnTo>
                  <a:pt x="2305050" y="2552700"/>
                </a:lnTo>
                <a:lnTo>
                  <a:pt x="2295525" y="2552700"/>
                </a:lnTo>
                <a:lnTo>
                  <a:pt x="2295525" y="2562225"/>
                </a:lnTo>
                <a:lnTo>
                  <a:pt x="2305050" y="2562225"/>
                </a:lnTo>
                <a:lnTo>
                  <a:pt x="2305050" y="2571750"/>
                </a:lnTo>
                <a:lnTo>
                  <a:pt x="2324100" y="2571750"/>
                </a:lnTo>
                <a:lnTo>
                  <a:pt x="2324100" y="2562225"/>
                </a:lnTo>
                <a:lnTo>
                  <a:pt x="2314575" y="2562225"/>
                </a:lnTo>
                <a:lnTo>
                  <a:pt x="2314575" y="2552700"/>
                </a:lnTo>
                <a:lnTo>
                  <a:pt x="2324100" y="2552700"/>
                </a:lnTo>
                <a:lnTo>
                  <a:pt x="2324100" y="2543175"/>
                </a:lnTo>
                <a:lnTo>
                  <a:pt x="2352675" y="2543175"/>
                </a:lnTo>
                <a:lnTo>
                  <a:pt x="2352675" y="2552700"/>
                </a:lnTo>
                <a:lnTo>
                  <a:pt x="2343150" y="2552700"/>
                </a:lnTo>
                <a:lnTo>
                  <a:pt x="2343150" y="2581275"/>
                </a:lnTo>
                <a:lnTo>
                  <a:pt x="2352675" y="2581275"/>
                </a:lnTo>
                <a:lnTo>
                  <a:pt x="2352675" y="2590800"/>
                </a:lnTo>
                <a:lnTo>
                  <a:pt x="2305050" y="2590800"/>
                </a:lnTo>
                <a:lnTo>
                  <a:pt x="2305050" y="2581275"/>
                </a:lnTo>
                <a:lnTo>
                  <a:pt x="2257425" y="2581275"/>
                </a:lnTo>
                <a:lnTo>
                  <a:pt x="2257425" y="2571750"/>
                </a:lnTo>
                <a:lnTo>
                  <a:pt x="2238375" y="2571750"/>
                </a:lnTo>
                <a:lnTo>
                  <a:pt x="2238375" y="2562225"/>
                </a:lnTo>
                <a:lnTo>
                  <a:pt x="2247900" y="2562225"/>
                </a:lnTo>
                <a:close/>
                <a:moveTo>
                  <a:pt x="38100" y="2552700"/>
                </a:moveTo>
                <a:lnTo>
                  <a:pt x="66675" y="2552700"/>
                </a:lnTo>
                <a:lnTo>
                  <a:pt x="66675" y="2562225"/>
                </a:lnTo>
                <a:lnTo>
                  <a:pt x="85725" y="2562225"/>
                </a:lnTo>
                <a:lnTo>
                  <a:pt x="85725" y="2571750"/>
                </a:lnTo>
                <a:lnTo>
                  <a:pt x="123825" y="2571750"/>
                </a:lnTo>
                <a:lnTo>
                  <a:pt x="123825" y="2581275"/>
                </a:lnTo>
                <a:lnTo>
                  <a:pt x="142875" y="2581275"/>
                </a:lnTo>
                <a:lnTo>
                  <a:pt x="142875" y="2590800"/>
                </a:lnTo>
                <a:lnTo>
                  <a:pt x="104775" y="2590800"/>
                </a:lnTo>
                <a:lnTo>
                  <a:pt x="104775" y="2581275"/>
                </a:lnTo>
                <a:lnTo>
                  <a:pt x="76200" y="2581275"/>
                </a:lnTo>
                <a:lnTo>
                  <a:pt x="76200" y="2590800"/>
                </a:lnTo>
                <a:lnTo>
                  <a:pt x="57150" y="2590800"/>
                </a:lnTo>
                <a:lnTo>
                  <a:pt x="57150" y="2581275"/>
                </a:lnTo>
                <a:lnTo>
                  <a:pt x="28575" y="2581275"/>
                </a:lnTo>
                <a:lnTo>
                  <a:pt x="28575" y="2571750"/>
                </a:lnTo>
                <a:lnTo>
                  <a:pt x="57150" y="2571750"/>
                </a:lnTo>
                <a:lnTo>
                  <a:pt x="57150" y="2562225"/>
                </a:lnTo>
                <a:lnTo>
                  <a:pt x="38100" y="2562225"/>
                </a:lnTo>
                <a:close/>
                <a:moveTo>
                  <a:pt x="438150" y="2552700"/>
                </a:moveTo>
                <a:lnTo>
                  <a:pt x="447675" y="2552700"/>
                </a:lnTo>
                <a:lnTo>
                  <a:pt x="447675" y="2590800"/>
                </a:lnTo>
                <a:lnTo>
                  <a:pt x="409575" y="2590800"/>
                </a:lnTo>
                <a:lnTo>
                  <a:pt x="409575" y="2562225"/>
                </a:lnTo>
                <a:lnTo>
                  <a:pt x="438150" y="2562225"/>
                </a:lnTo>
                <a:close/>
                <a:moveTo>
                  <a:pt x="504825" y="2552700"/>
                </a:moveTo>
                <a:lnTo>
                  <a:pt x="514350" y="2552700"/>
                </a:lnTo>
                <a:lnTo>
                  <a:pt x="514350" y="2581275"/>
                </a:lnTo>
                <a:lnTo>
                  <a:pt x="495300" y="2581275"/>
                </a:lnTo>
                <a:lnTo>
                  <a:pt x="495300" y="2590800"/>
                </a:lnTo>
                <a:lnTo>
                  <a:pt x="476250" y="2590800"/>
                </a:lnTo>
                <a:lnTo>
                  <a:pt x="476250" y="2581275"/>
                </a:lnTo>
                <a:lnTo>
                  <a:pt x="485775" y="2581275"/>
                </a:lnTo>
                <a:lnTo>
                  <a:pt x="485775" y="2571750"/>
                </a:lnTo>
                <a:lnTo>
                  <a:pt x="495300" y="2571750"/>
                </a:lnTo>
                <a:lnTo>
                  <a:pt x="495300" y="2562225"/>
                </a:lnTo>
                <a:lnTo>
                  <a:pt x="504825" y="2562225"/>
                </a:lnTo>
                <a:close/>
                <a:moveTo>
                  <a:pt x="1152525" y="2552700"/>
                </a:moveTo>
                <a:lnTo>
                  <a:pt x="1162050" y="2552700"/>
                </a:lnTo>
                <a:lnTo>
                  <a:pt x="1162050" y="2581275"/>
                </a:lnTo>
                <a:lnTo>
                  <a:pt x="1171575" y="2581275"/>
                </a:lnTo>
                <a:lnTo>
                  <a:pt x="1171575" y="2590800"/>
                </a:lnTo>
                <a:lnTo>
                  <a:pt x="1152525" y="2590800"/>
                </a:lnTo>
                <a:lnTo>
                  <a:pt x="1152525" y="2581275"/>
                </a:lnTo>
                <a:lnTo>
                  <a:pt x="1143000" y="2581275"/>
                </a:lnTo>
                <a:lnTo>
                  <a:pt x="1143000" y="2562225"/>
                </a:lnTo>
                <a:lnTo>
                  <a:pt x="1152525" y="2562225"/>
                </a:lnTo>
                <a:close/>
                <a:moveTo>
                  <a:pt x="1247775" y="2552700"/>
                </a:moveTo>
                <a:lnTo>
                  <a:pt x="1257300" y="2552700"/>
                </a:lnTo>
                <a:lnTo>
                  <a:pt x="1257300" y="2571750"/>
                </a:lnTo>
                <a:lnTo>
                  <a:pt x="1266825" y="2571750"/>
                </a:lnTo>
                <a:lnTo>
                  <a:pt x="1266825" y="2590800"/>
                </a:lnTo>
                <a:lnTo>
                  <a:pt x="1247775" y="2590800"/>
                </a:lnTo>
                <a:close/>
                <a:moveTo>
                  <a:pt x="1685925" y="2552700"/>
                </a:moveTo>
                <a:lnTo>
                  <a:pt x="1695450" y="2552700"/>
                </a:lnTo>
                <a:lnTo>
                  <a:pt x="1695450" y="2543175"/>
                </a:lnTo>
                <a:lnTo>
                  <a:pt x="1685925" y="2543175"/>
                </a:lnTo>
                <a:close/>
                <a:moveTo>
                  <a:pt x="1743075" y="2552700"/>
                </a:moveTo>
                <a:lnTo>
                  <a:pt x="1752600" y="2552700"/>
                </a:lnTo>
                <a:lnTo>
                  <a:pt x="1752600" y="2562225"/>
                </a:lnTo>
                <a:lnTo>
                  <a:pt x="1743075" y="2562225"/>
                </a:lnTo>
                <a:close/>
                <a:moveTo>
                  <a:pt x="1933575" y="2552700"/>
                </a:moveTo>
                <a:lnTo>
                  <a:pt x="1943100" y="2552700"/>
                </a:lnTo>
                <a:lnTo>
                  <a:pt x="1943100" y="2543175"/>
                </a:lnTo>
                <a:lnTo>
                  <a:pt x="1933575" y="2543175"/>
                </a:lnTo>
                <a:close/>
                <a:moveTo>
                  <a:pt x="2057400" y="2552700"/>
                </a:moveTo>
                <a:lnTo>
                  <a:pt x="2085975" y="2552700"/>
                </a:lnTo>
                <a:lnTo>
                  <a:pt x="2085975" y="2543175"/>
                </a:lnTo>
                <a:lnTo>
                  <a:pt x="2057400" y="2543175"/>
                </a:lnTo>
                <a:close/>
                <a:moveTo>
                  <a:pt x="2381250" y="2552700"/>
                </a:moveTo>
                <a:lnTo>
                  <a:pt x="2390775" y="2552700"/>
                </a:lnTo>
                <a:lnTo>
                  <a:pt x="2390775" y="2590800"/>
                </a:lnTo>
                <a:lnTo>
                  <a:pt x="2381250" y="2590800"/>
                </a:lnTo>
                <a:close/>
                <a:moveTo>
                  <a:pt x="619125" y="2562225"/>
                </a:moveTo>
                <a:lnTo>
                  <a:pt x="638175" y="2562225"/>
                </a:lnTo>
                <a:lnTo>
                  <a:pt x="638175" y="2581275"/>
                </a:lnTo>
                <a:lnTo>
                  <a:pt x="628650" y="2581275"/>
                </a:lnTo>
                <a:lnTo>
                  <a:pt x="628650" y="2571750"/>
                </a:lnTo>
                <a:lnTo>
                  <a:pt x="619125" y="2571750"/>
                </a:lnTo>
                <a:close/>
                <a:moveTo>
                  <a:pt x="847725" y="2562225"/>
                </a:moveTo>
                <a:lnTo>
                  <a:pt x="857250" y="2562225"/>
                </a:lnTo>
                <a:lnTo>
                  <a:pt x="857250" y="2571750"/>
                </a:lnTo>
                <a:lnTo>
                  <a:pt x="847725" y="2571750"/>
                </a:lnTo>
                <a:close/>
                <a:moveTo>
                  <a:pt x="1419225" y="2562225"/>
                </a:moveTo>
                <a:lnTo>
                  <a:pt x="1438275" y="2562225"/>
                </a:lnTo>
                <a:lnTo>
                  <a:pt x="1438275" y="2524125"/>
                </a:lnTo>
                <a:lnTo>
                  <a:pt x="1419225" y="2524125"/>
                </a:lnTo>
                <a:close/>
                <a:moveTo>
                  <a:pt x="1495425" y="2562225"/>
                </a:moveTo>
                <a:lnTo>
                  <a:pt x="1504950" y="2562225"/>
                </a:lnTo>
                <a:lnTo>
                  <a:pt x="1504950" y="2552700"/>
                </a:lnTo>
                <a:lnTo>
                  <a:pt x="1495425" y="2552700"/>
                </a:lnTo>
                <a:close/>
                <a:moveTo>
                  <a:pt x="1857375" y="2562225"/>
                </a:moveTo>
                <a:lnTo>
                  <a:pt x="1866900" y="2562225"/>
                </a:lnTo>
                <a:lnTo>
                  <a:pt x="1866900" y="2581275"/>
                </a:lnTo>
                <a:lnTo>
                  <a:pt x="1857375" y="2581275"/>
                </a:lnTo>
                <a:close/>
                <a:moveTo>
                  <a:pt x="190500" y="2571750"/>
                </a:moveTo>
                <a:lnTo>
                  <a:pt x="209550" y="2571750"/>
                </a:lnTo>
                <a:lnTo>
                  <a:pt x="209550" y="2581275"/>
                </a:lnTo>
                <a:lnTo>
                  <a:pt x="219075" y="2581275"/>
                </a:lnTo>
                <a:lnTo>
                  <a:pt x="219075" y="2571750"/>
                </a:lnTo>
                <a:lnTo>
                  <a:pt x="238125" y="2571750"/>
                </a:lnTo>
                <a:lnTo>
                  <a:pt x="238125" y="2552700"/>
                </a:lnTo>
                <a:lnTo>
                  <a:pt x="190500" y="2552700"/>
                </a:lnTo>
                <a:close/>
                <a:moveTo>
                  <a:pt x="1200150" y="2571750"/>
                </a:moveTo>
                <a:lnTo>
                  <a:pt x="1219200" y="2571750"/>
                </a:lnTo>
                <a:lnTo>
                  <a:pt x="1219200" y="2581275"/>
                </a:lnTo>
                <a:lnTo>
                  <a:pt x="1209675" y="2581275"/>
                </a:lnTo>
                <a:lnTo>
                  <a:pt x="1209675" y="2590800"/>
                </a:lnTo>
                <a:lnTo>
                  <a:pt x="1190625" y="2590800"/>
                </a:lnTo>
                <a:lnTo>
                  <a:pt x="1190625" y="2581275"/>
                </a:lnTo>
                <a:lnTo>
                  <a:pt x="1200150" y="2581275"/>
                </a:lnTo>
                <a:close/>
                <a:moveTo>
                  <a:pt x="1838325" y="2571750"/>
                </a:moveTo>
                <a:lnTo>
                  <a:pt x="1847850" y="2571750"/>
                </a:lnTo>
                <a:lnTo>
                  <a:pt x="1847850" y="2581275"/>
                </a:lnTo>
                <a:lnTo>
                  <a:pt x="1857375" y="2581275"/>
                </a:lnTo>
                <a:lnTo>
                  <a:pt x="1857375" y="2590800"/>
                </a:lnTo>
                <a:lnTo>
                  <a:pt x="1838325" y="2590800"/>
                </a:lnTo>
                <a:close/>
                <a:moveTo>
                  <a:pt x="1933575" y="2571750"/>
                </a:moveTo>
                <a:lnTo>
                  <a:pt x="1943100" y="2571750"/>
                </a:lnTo>
                <a:lnTo>
                  <a:pt x="1943100" y="2562225"/>
                </a:lnTo>
                <a:lnTo>
                  <a:pt x="1933575" y="2562225"/>
                </a:lnTo>
                <a:close/>
                <a:moveTo>
                  <a:pt x="1971675" y="2571750"/>
                </a:moveTo>
                <a:lnTo>
                  <a:pt x="1981200" y="2571750"/>
                </a:lnTo>
                <a:lnTo>
                  <a:pt x="1981200" y="2581275"/>
                </a:lnTo>
                <a:lnTo>
                  <a:pt x="1971675" y="2581275"/>
                </a:lnTo>
                <a:close/>
                <a:moveTo>
                  <a:pt x="2009775" y="2571750"/>
                </a:moveTo>
                <a:lnTo>
                  <a:pt x="2028825" y="2571750"/>
                </a:lnTo>
                <a:lnTo>
                  <a:pt x="2028825" y="2562225"/>
                </a:lnTo>
                <a:lnTo>
                  <a:pt x="2009775" y="2562225"/>
                </a:lnTo>
                <a:close/>
                <a:moveTo>
                  <a:pt x="9525" y="2581275"/>
                </a:moveTo>
                <a:lnTo>
                  <a:pt x="28575" y="2581275"/>
                </a:lnTo>
                <a:lnTo>
                  <a:pt x="28575" y="2590800"/>
                </a:lnTo>
                <a:lnTo>
                  <a:pt x="9525" y="2590800"/>
                </a:lnTo>
                <a:close/>
                <a:moveTo>
                  <a:pt x="457200" y="2581275"/>
                </a:moveTo>
                <a:lnTo>
                  <a:pt x="466725" y="2581275"/>
                </a:lnTo>
                <a:lnTo>
                  <a:pt x="466725" y="2590800"/>
                </a:lnTo>
                <a:lnTo>
                  <a:pt x="457200" y="2590800"/>
                </a:lnTo>
                <a:close/>
                <a:moveTo>
                  <a:pt x="714375" y="2581275"/>
                </a:moveTo>
                <a:lnTo>
                  <a:pt x="723900" y="2581275"/>
                </a:lnTo>
                <a:lnTo>
                  <a:pt x="723900" y="2590800"/>
                </a:lnTo>
                <a:lnTo>
                  <a:pt x="714375" y="2590800"/>
                </a:lnTo>
                <a:close/>
                <a:moveTo>
                  <a:pt x="866775" y="2581275"/>
                </a:moveTo>
                <a:lnTo>
                  <a:pt x="876300" y="2581275"/>
                </a:lnTo>
                <a:lnTo>
                  <a:pt x="876300" y="2590800"/>
                </a:lnTo>
                <a:lnTo>
                  <a:pt x="866775" y="2590800"/>
                </a:lnTo>
                <a:close/>
                <a:moveTo>
                  <a:pt x="981075" y="2581275"/>
                </a:moveTo>
                <a:lnTo>
                  <a:pt x="1000125" y="2581275"/>
                </a:lnTo>
                <a:lnTo>
                  <a:pt x="1000125" y="2590800"/>
                </a:lnTo>
                <a:lnTo>
                  <a:pt x="981075" y="2590800"/>
                </a:lnTo>
                <a:close/>
                <a:moveTo>
                  <a:pt x="1676400" y="2581275"/>
                </a:moveTo>
                <a:lnTo>
                  <a:pt x="1685925" y="2581275"/>
                </a:lnTo>
                <a:lnTo>
                  <a:pt x="1685925" y="2590800"/>
                </a:lnTo>
                <a:lnTo>
                  <a:pt x="1676400" y="2590800"/>
                </a:lnTo>
                <a:close/>
                <a:moveTo>
                  <a:pt x="1762125" y="2581275"/>
                </a:moveTo>
                <a:lnTo>
                  <a:pt x="1790700" y="2581275"/>
                </a:lnTo>
                <a:lnTo>
                  <a:pt x="1790700" y="2590800"/>
                </a:lnTo>
                <a:lnTo>
                  <a:pt x="1762125" y="2590800"/>
                </a:lnTo>
                <a:close/>
                <a:moveTo>
                  <a:pt x="1809750" y="2581275"/>
                </a:moveTo>
                <a:lnTo>
                  <a:pt x="1819275" y="2581275"/>
                </a:lnTo>
                <a:lnTo>
                  <a:pt x="1819275" y="2590800"/>
                </a:lnTo>
                <a:lnTo>
                  <a:pt x="1809750" y="2590800"/>
                </a:lnTo>
                <a:close/>
              </a:path>
            </a:pathLst>
          </a:custGeom>
          <a:solidFill xmlns:a="http://schemas.openxmlformats.org/drawingml/2006/main">
            <a:srgbClr val="F6F5F0"/>
          </a:solidFill>
          <a:ln xmlns:a="http://schemas.openxmlformats.org/drawingml/2006/main" w="0">
            <a:noFill/>
          </a:ln>
        </p:spPr>
      </p:sp>
      <p:sp>
        <p:nvSpPr>
          <p:cNvPr id="85" name="papers vector #f6f5ef">
            <a:extLst xmlns:a="http://schemas.openxmlformats.org/drawingml/2006/main">
              <a:ext uri="{FF2B5EF4-FFF2-40B4-BE49-F238E27FC236}">
                <a16:creationId xmlns:a16="http://schemas.microsoft.com/office/drawing/2014/main" id="{4D0BD468-4B9E-433F-A307-2032B88846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43475" y="1724025"/>
            <a:ext cx="3781425" cy="3990975"/>
          </a:xfrm>
          <a:custGeom xmlns:a="http://schemas.openxmlformats.org/drawingml/2006/main">
            <a:pathLst>
              <a:path w="2457450" h="2590800">
                <a:moveTo>
                  <a:pt x="114300" y="0"/>
                </a:moveTo>
                <a:lnTo>
                  <a:pt x="142875" y="0"/>
                </a:lnTo>
                <a:lnTo>
                  <a:pt x="142875" y="9525"/>
                </a:lnTo>
                <a:lnTo>
                  <a:pt x="133350" y="9525"/>
                </a:lnTo>
                <a:lnTo>
                  <a:pt x="133350" y="38100"/>
                </a:lnTo>
                <a:lnTo>
                  <a:pt x="123825" y="38100"/>
                </a:lnTo>
                <a:lnTo>
                  <a:pt x="123825" y="28575"/>
                </a:lnTo>
                <a:lnTo>
                  <a:pt x="114300" y="28575"/>
                </a:lnTo>
                <a:close/>
                <a:moveTo>
                  <a:pt x="247650" y="0"/>
                </a:moveTo>
                <a:lnTo>
                  <a:pt x="276225" y="0"/>
                </a:lnTo>
                <a:lnTo>
                  <a:pt x="276225" y="9525"/>
                </a:lnTo>
                <a:lnTo>
                  <a:pt x="257175" y="9525"/>
                </a:lnTo>
                <a:lnTo>
                  <a:pt x="257175" y="19050"/>
                </a:lnTo>
                <a:lnTo>
                  <a:pt x="247650" y="19050"/>
                </a:lnTo>
                <a:close/>
                <a:moveTo>
                  <a:pt x="552450" y="0"/>
                </a:moveTo>
                <a:lnTo>
                  <a:pt x="571500" y="0"/>
                </a:lnTo>
                <a:lnTo>
                  <a:pt x="571500" y="9525"/>
                </a:lnTo>
                <a:lnTo>
                  <a:pt x="552450" y="9525"/>
                </a:lnTo>
                <a:close/>
                <a:moveTo>
                  <a:pt x="704850" y="0"/>
                </a:moveTo>
                <a:lnTo>
                  <a:pt x="714375" y="0"/>
                </a:lnTo>
                <a:lnTo>
                  <a:pt x="714375" y="9525"/>
                </a:lnTo>
                <a:lnTo>
                  <a:pt x="704850" y="9525"/>
                </a:lnTo>
                <a:close/>
                <a:moveTo>
                  <a:pt x="742950" y="0"/>
                </a:moveTo>
                <a:lnTo>
                  <a:pt x="752475" y="0"/>
                </a:lnTo>
                <a:lnTo>
                  <a:pt x="752475" y="9525"/>
                </a:lnTo>
                <a:lnTo>
                  <a:pt x="742950" y="9525"/>
                </a:lnTo>
                <a:close/>
                <a:moveTo>
                  <a:pt x="771525" y="0"/>
                </a:moveTo>
                <a:lnTo>
                  <a:pt x="790575" y="0"/>
                </a:lnTo>
                <a:lnTo>
                  <a:pt x="790575" y="9525"/>
                </a:lnTo>
                <a:lnTo>
                  <a:pt x="781050" y="9525"/>
                </a:lnTo>
                <a:lnTo>
                  <a:pt x="781050" y="28575"/>
                </a:lnTo>
                <a:lnTo>
                  <a:pt x="771525" y="28575"/>
                </a:lnTo>
                <a:lnTo>
                  <a:pt x="771525" y="19050"/>
                </a:lnTo>
                <a:lnTo>
                  <a:pt x="762000" y="19050"/>
                </a:lnTo>
                <a:lnTo>
                  <a:pt x="762000" y="9525"/>
                </a:lnTo>
                <a:lnTo>
                  <a:pt x="771525" y="9525"/>
                </a:lnTo>
                <a:close/>
                <a:moveTo>
                  <a:pt x="819150" y="0"/>
                </a:moveTo>
                <a:lnTo>
                  <a:pt x="828675" y="0"/>
                </a:lnTo>
                <a:lnTo>
                  <a:pt x="828675" y="9525"/>
                </a:lnTo>
                <a:lnTo>
                  <a:pt x="819150" y="9525"/>
                </a:lnTo>
                <a:close/>
                <a:moveTo>
                  <a:pt x="876300" y="0"/>
                </a:moveTo>
                <a:lnTo>
                  <a:pt x="904875" y="0"/>
                </a:lnTo>
                <a:lnTo>
                  <a:pt x="904875" y="9525"/>
                </a:lnTo>
                <a:lnTo>
                  <a:pt x="914400" y="9525"/>
                </a:lnTo>
                <a:lnTo>
                  <a:pt x="914400" y="19050"/>
                </a:lnTo>
                <a:lnTo>
                  <a:pt x="923925" y="19050"/>
                </a:lnTo>
                <a:lnTo>
                  <a:pt x="923925" y="9525"/>
                </a:lnTo>
                <a:lnTo>
                  <a:pt x="933450" y="9525"/>
                </a:lnTo>
                <a:lnTo>
                  <a:pt x="933450" y="0"/>
                </a:lnTo>
                <a:lnTo>
                  <a:pt x="952500" y="0"/>
                </a:lnTo>
                <a:lnTo>
                  <a:pt x="952500" y="19050"/>
                </a:lnTo>
                <a:lnTo>
                  <a:pt x="981075" y="19050"/>
                </a:lnTo>
                <a:lnTo>
                  <a:pt x="981075" y="47625"/>
                </a:lnTo>
                <a:lnTo>
                  <a:pt x="962025" y="47625"/>
                </a:lnTo>
                <a:lnTo>
                  <a:pt x="962025" y="57150"/>
                </a:lnTo>
                <a:lnTo>
                  <a:pt x="914400" y="57150"/>
                </a:lnTo>
                <a:lnTo>
                  <a:pt x="914400" y="38100"/>
                </a:lnTo>
                <a:lnTo>
                  <a:pt x="904875" y="38100"/>
                </a:lnTo>
                <a:lnTo>
                  <a:pt x="904875" y="28575"/>
                </a:lnTo>
                <a:lnTo>
                  <a:pt x="885825" y="28575"/>
                </a:lnTo>
                <a:lnTo>
                  <a:pt x="885825" y="19050"/>
                </a:lnTo>
                <a:lnTo>
                  <a:pt x="866775" y="19050"/>
                </a:lnTo>
                <a:lnTo>
                  <a:pt x="866775" y="9525"/>
                </a:lnTo>
                <a:lnTo>
                  <a:pt x="876300" y="9525"/>
                </a:lnTo>
                <a:close/>
                <a:moveTo>
                  <a:pt x="1019175" y="0"/>
                </a:moveTo>
                <a:lnTo>
                  <a:pt x="1028700" y="0"/>
                </a:lnTo>
                <a:lnTo>
                  <a:pt x="1028700" y="9525"/>
                </a:lnTo>
                <a:lnTo>
                  <a:pt x="1047750" y="9525"/>
                </a:lnTo>
                <a:lnTo>
                  <a:pt x="1047750" y="19050"/>
                </a:lnTo>
                <a:lnTo>
                  <a:pt x="1057275" y="19050"/>
                </a:lnTo>
                <a:lnTo>
                  <a:pt x="1057275" y="38100"/>
                </a:lnTo>
                <a:lnTo>
                  <a:pt x="1076325" y="38100"/>
                </a:lnTo>
                <a:lnTo>
                  <a:pt x="1076325" y="47625"/>
                </a:lnTo>
                <a:lnTo>
                  <a:pt x="1066800" y="47625"/>
                </a:lnTo>
                <a:lnTo>
                  <a:pt x="1066800" y="57150"/>
                </a:lnTo>
                <a:lnTo>
                  <a:pt x="1019175" y="57150"/>
                </a:lnTo>
                <a:lnTo>
                  <a:pt x="1019175" y="47625"/>
                </a:lnTo>
                <a:lnTo>
                  <a:pt x="1009650" y="47625"/>
                </a:lnTo>
                <a:lnTo>
                  <a:pt x="1009650" y="19050"/>
                </a:lnTo>
                <a:lnTo>
                  <a:pt x="1019175" y="19050"/>
                </a:lnTo>
                <a:close/>
                <a:moveTo>
                  <a:pt x="1066800" y="0"/>
                </a:moveTo>
                <a:lnTo>
                  <a:pt x="1076325" y="0"/>
                </a:lnTo>
                <a:lnTo>
                  <a:pt x="1076325" y="9525"/>
                </a:lnTo>
                <a:lnTo>
                  <a:pt x="1095375" y="9525"/>
                </a:lnTo>
                <a:lnTo>
                  <a:pt x="1095375" y="0"/>
                </a:lnTo>
                <a:lnTo>
                  <a:pt x="1114425" y="0"/>
                </a:lnTo>
                <a:lnTo>
                  <a:pt x="1114425" y="19050"/>
                </a:lnTo>
                <a:lnTo>
                  <a:pt x="1123950" y="19050"/>
                </a:lnTo>
                <a:lnTo>
                  <a:pt x="1123950" y="0"/>
                </a:lnTo>
                <a:lnTo>
                  <a:pt x="1133475" y="0"/>
                </a:lnTo>
                <a:lnTo>
                  <a:pt x="1133475" y="9525"/>
                </a:lnTo>
                <a:lnTo>
                  <a:pt x="1152525" y="9525"/>
                </a:lnTo>
                <a:lnTo>
                  <a:pt x="1152525" y="0"/>
                </a:lnTo>
                <a:lnTo>
                  <a:pt x="1162050" y="0"/>
                </a:lnTo>
                <a:lnTo>
                  <a:pt x="1162050" y="9525"/>
                </a:lnTo>
                <a:lnTo>
                  <a:pt x="1171575" y="9525"/>
                </a:lnTo>
                <a:lnTo>
                  <a:pt x="1171575" y="38100"/>
                </a:lnTo>
                <a:lnTo>
                  <a:pt x="1162050" y="38100"/>
                </a:lnTo>
                <a:lnTo>
                  <a:pt x="1162050" y="28575"/>
                </a:lnTo>
                <a:lnTo>
                  <a:pt x="1152525" y="28575"/>
                </a:lnTo>
                <a:lnTo>
                  <a:pt x="1152525" y="38100"/>
                </a:lnTo>
                <a:lnTo>
                  <a:pt x="1143000" y="38100"/>
                </a:lnTo>
                <a:lnTo>
                  <a:pt x="1143000" y="28575"/>
                </a:lnTo>
                <a:lnTo>
                  <a:pt x="1133475" y="28575"/>
                </a:lnTo>
                <a:lnTo>
                  <a:pt x="1133475" y="38100"/>
                </a:lnTo>
                <a:lnTo>
                  <a:pt x="1123950" y="38100"/>
                </a:lnTo>
                <a:lnTo>
                  <a:pt x="1123950" y="47625"/>
                </a:lnTo>
                <a:lnTo>
                  <a:pt x="1133475" y="47625"/>
                </a:lnTo>
                <a:lnTo>
                  <a:pt x="1133475" y="57150"/>
                </a:lnTo>
                <a:lnTo>
                  <a:pt x="1114425" y="57150"/>
                </a:lnTo>
                <a:lnTo>
                  <a:pt x="1114425" y="47625"/>
                </a:lnTo>
                <a:lnTo>
                  <a:pt x="1104900" y="47625"/>
                </a:lnTo>
                <a:lnTo>
                  <a:pt x="1104900" y="38100"/>
                </a:lnTo>
                <a:lnTo>
                  <a:pt x="1095375" y="38100"/>
                </a:lnTo>
                <a:lnTo>
                  <a:pt x="1095375" y="28575"/>
                </a:lnTo>
                <a:lnTo>
                  <a:pt x="1085850" y="28575"/>
                </a:lnTo>
                <a:lnTo>
                  <a:pt x="1085850" y="19050"/>
                </a:lnTo>
                <a:lnTo>
                  <a:pt x="1076325" y="19050"/>
                </a:lnTo>
                <a:lnTo>
                  <a:pt x="1076325" y="28575"/>
                </a:lnTo>
                <a:lnTo>
                  <a:pt x="1066800" y="28575"/>
                </a:lnTo>
                <a:close/>
                <a:moveTo>
                  <a:pt x="1466850" y="0"/>
                </a:moveTo>
                <a:lnTo>
                  <a:pt x="1476375" y="0"/>
                </a:lnTo>
                <a:lnTo>
                  <a:pt x="1476375" y="9525"/>
                </a:lnTo>
                <a:lnTo>
                  <a:pt x="1466850" y="9525"/>
                </a:lnTo>
                <a:close/>
                <a:moveTo>
                  <a:pt x="1552575" y="0"/>
                </a:moveTo>
                <a:lnTo>
                  <a:pt x="1571625" y="0"/>
                </a:lnTo>
                <a:lnTo>
                  <a:pt x="1571625" y="19050"/>
                </a:lnTo>
                <a:lnTo>
                  <a:pt x="1533525" y="19050"/>
                </a:lnTo>
                <a:lnTo>
                  <a:pt x="1533525" y="9525"/>
                </a:lnTo>
                <a:lnTo>
                  <a:pt x="1552575" y="9525"/>
                </a:lnTo>
                <a:close/>
                <a:moveTo>
                  <a:pt x="1590675" y="0"/>
                </a:moveTo>
                <a:lnTo>
                  <a:pt x="1619250" y="0"/>
                </a:lnTo>
                <a:lnTo>
                  <a:pt x="1619250" y="9525"/>
                </a:lnTo>
                <a:lnTo>
                  <a:pt x="1609725" y="9525"/>
                </a:lnTo>
                <a:lnTo>
                  <a:pt x="1609725" y="19050"/>
                </a:lnTo>
                <a:lnTo>
                  <a:pt x="1590675" y="19050"/>
                </a:lnTo>
                <a:close/>
                <a:moveTo>
                  <a:pt x="1647825" y="0"/>
                </a:moveTo>
                <a:lnTo>
                  <a:pt x="1676400" y="0"/>
                </a:lnTo>
                <a:lnTo>
                  <a:pt x="1676400" y="9525"/>
                </a:lnTo>
                <a:lnTo>
                  <a:pt x="1647825" y="9525"/>
                </a:lnTo>
                <a:close/>
                <a:moveTo>
                  <a:pt x="1771650" y="0"/>
                </a:moveTo>
                <a:lnTo>
                  <a:pt x="1781175" y="0"/>
                </a:lnTo>
                <a:lnTo>
                  <a:pt x="1781175" y="28575"/>
                </a:lnTo>
                <a:lnTo>
                  <a:pt x="1771650" y="28575"/>
                </a:lnTo>
                <a:lnTo>
                  <a:pt x="1771650" y="38100"/>
                </a:lnTo>
                <a:lnTo>
                  <a:pt x="1762125" y="38100"/>
                </a:lnTo>
                <a:lnTo>
                  <a:pt x="1762125" y="28575"/>
                </a:lnTo>
                <a:lnTo>
                  <a:pt x="1752600" y="28575"/>
                </a:lnTo>
                <a:lnTo>
                  <a:pt x="1752600" y="19050"/>
                </a:lnTo>
                <a:lnTo>
                  <a:pt x="1762125" y="19050"/>
                </a:lnTo>
                <a:lnTo>
                  <a:pt x="1762125" y="9525"/>
                </a:lnTo>
                <a:lnTo>
                  <a:pt x="1771650" y="9525"/>
                </a:lnTo>
                <a:close/>
                <a:moveTo>
                  <a:pt x="2200275" y="0"/>
                </a:moveTo>
                <a:lnTo>
                  <a:pt x="2209800" y="0"/>
                </a:lnTo>
                <a:lnTo>
                  <a:pt x="2209800" y="9525"/>
                </a:lnTo>
                <a:lnTo>
                  <a:pt x="2200275" y="9525"/>
                </a:lnTo>
                <a:close/>
                <a:moveTo>
                  <a:pt x="2219325" y="0"/>
                </a:moveTo>
                <a:lnTo>
                  <a:pt x="2228850" y="0"/>
                </a:lnTo>
                <a:lnTo>
                  <a:pt x="2228850" y="9525"/>
                </a:lnTo>
                <a:lnTo>
                  <a:pt x="2219325" y="9525"/>
                </a:lnTo>
                <a:close/>
                <a:moveTo>
                  <a:pt x="2381250" y="0"/>
                </a:moveTo>
                <a:lnTo>
                  <a:pt x="2390775" y="0"/>
                </a:lnTo>
                <a:lnTo>
                  <a:pt x="2390775" y="19050"/>
                </a:lnTo>
                <a:lnTo>
                  <a:pt x="2352675" y="19050"/>
                </a:lnTo>
                <a:lnTo>
                  <a:pt x="2352675" y="9525"/>
                </a:lnTo>
                <a:lnTo>
                  <a:pt x="2381250" y="9525"/>
                </a:lnTo>
                <a:close/>
                <a:moveTo>
                  <a:pt x="685800" y="9525"/>
                </a:moveTo>
                <a:lnTo>
                  <a:pt x="695325" y="9525"/>
                </a:lnTo>
                <a:lnTo>
                  <a:pt x="695325" y="19050"/>
                </a:lnTo>
                <a:lnTo>
                  <a:pt x="685800" y="19050"/>
                </a:lnTo>
                <a:close/>
                <a:moveTo>
                  <a:pt x="1304925" y="9525"/>
                </a:moveTo>
                <a:lnTo>
                  <a:pt x="1314450" y="9525"/>
                </a:lnTo>
                <a:lnTo>
                  <a:pt x="1314450" y="28575"/>
                </a:lnTo>
                <a:lnTo>
                  <a:pt x="1343025" y="28575"/>
                </a:lnTo>
                <a:lnTo>
                  <a:pt x="1343025" y="9525"/>
                </a:lnTo>
                <a:lnTo>
                  <a:pt x="1352550" y="9525"/>
                </a:lnTo>
                <a:lnTo>
                  <a:pt x="1352550" y="38100"/>
                </a:lnTo>
                <a:lnTo>
                  <a:pt x="1362075" y="38100"/>
                </a:lnTo>
                <a:lnTo>
                  <a:pt x="1362075" y="19050"/>
                </a:lnTo>
                <a:lnTo>
                  <a:pt x="1371600" y="19050"/>
                </a:lnTo>
                <a:lnTo>
                  <a:pt x="1371600" y="9525"/>
                </a:lnTo>
                <a:lnTo>
                  <a:pt x="1381125" y="9525"/>
                </a:lnTo>
                <a:lnTo>
                  <a:pt x="1381125" y="19050"/>
                </a:lnTo>
                <a:lnTo>
                  <a:pt x="1371600" y="19050"/>
                </a:lnTo>
                <a:lnTo>
                  <a:pt x="1371600" y="38100"/>
                </a:lnTo>
                <a:lnTo>
                  <a:pt x="1390650" y="38100"/>
                </a:lnTo>
                <a:lnTo>
                  <a:pt x="1390650" y="47625"/>
                </a:lnTo>
                <a:lnTo>
                  <a:pt x="1323975" y="47625"/>
                </a:lnTo>
                <a:lnTo>
                  <a:pt x="1323975" y="38100"/>
                </a:lnTo>
                <a:lnTo>
                  <a:pt x="1304925" y="38100"/>
                </a:lnTo>
                <a:close/>
                <a:moveTo>
                  <a:pt x="2209800" y="9525"/>
                </a:moveTo>
                <a:lnTo>
                  <a:pt x="2219325" y="9525"/>
                </a:lnTo>
                <a:lnTo>
                  <a:pt x="2219325" y="19050"/>
                </a:lnTo>
                <a:lnTo>
                  <a:pt x="2209800" y="19050"/>
                </a:lnTo>
                <a:close/>
                <a:moveTo>
                  <a:pt x="9525" y="19050"/>
                </a:moveTo>
                <a:lnTo>
                  <a:pt x="28575" y="19050"/>
                </a:lnTo>
                <a:lnTo>
                  <a:pt x="28575" y="47625"/>
                </a:lnTo>
                <a:lnTo>
                  <a:pt x="47625" y="47625"/>
                </a:lnTo>
                <a:lnTo>
                  <a:pt x="47625" y="57150"/>
                </a:lnTo>
                <a:lnTo>
                  <a:pt x="38100" y="57150"/>
                </a:lnTo>
                <a:lnTo>
                  <a:pt x="38100" y="66675"/>
                </a:lnTo>
                <a:lnTo>
                  <a:pt x="28575" y="66675"/>
                </a:lnTo>
                <a:lnTo>
                  <a:pt x="28575" y="57150"/>
                </a:lnTo>
                <a:lnTo>
                  <a:pt x="19050" y="57150"/>
                </a:lnTo>
                <a:lnTo>
                  <a:pt x="19050" y="66675"/>
                </a:lnTo>
                <a:lnTo>
                  <a:pt x="9525" y="66675"/>
                </a:lnTo>
                <a:lnTo>
                  <a:pt x="9525" y="57150"/>
                </a:lnTo>
                <a:lnTo>
                  <a:pt x="0" y="57150"/>
                </a:lnTo>
                <a:lnTo>
                  <a:pt x="0" y="38100"/>
                </a:lnTo>
                <a:lnTo>
                  <a:pt x="9525" y="38100"/>
                </a:lnTo>
                <a:close/>
                <a:moveTo>
                  <a:pt x="76200" y="19050"/>
                </a:moveTo>
                <a:lnTo>
                  <a:pt x="95250" y="19050"/>
                </a:lnTo>
                <a:lnTo>
                  <a:pt x="95250" y="38100"/>
                </a:lnTo>
                <a:lnTo>
                  <a:pt x="114300" y="38100"/>
                </a:lnTo>
                <a:lnTo>
                  <a:pt x="114300" y="47625"/>
                </a:lnTo>
                <a:lnTo>
                  <a:pt x="85725" y="47625"/>
                </a:lnTo>
                <a:lnTo>
                  <a:pt x="85725" y="28575"/>
                </a:lnTo>
                <a:lnTo>
                  <a:pt x="76200" y="28575"/>
                </a:lnTo>
                <a:close/>
                <a:moveTo>
                  <a:pt x="161925" y="19050"/>
                </a:moveTo>
                <a:lnTo>
                  <a:pt x="200025" y="19050"/>
                </a:lnTo>
                <a:lnTo>
                  <a:pt x="200025" y="28575"/>
                </a:lnTo>
                <a:lnTo>
                  <a:pt x="209550" y="28575"/>
                </a:lnTo>
                <a:lnTo>
                  <a:pt x="209550" y="66675"/>
                </a:lnTo>
                <a:lnTo>
                  <a:pt x="200025" y="66675"/>
                </a:lnTo>
                <a:lnTo>
                  <a:pt x="200025" y="38100"/>
                </a:lnTo>
                <a:lnTo>
                  <a:pt x="180975" y="38100"/>
                </a:lnTo>
                <a:lnTo>
                  <a:pt x="180975" y="47625"/>
                </a:lnTo>
                <a:lnTo>
                  <a:pt x="161925" y="47625"/>
                </a:lnTo>
                <a:close/>
                <a:moveTo>
                  <a:pt x="1438275" y="19050"/>
                </a:moveTo>
                <a:lnTo>
                  <a:pt x="1447800" y="19050"/>
                </a:lnTo>
                <a:lnTo>
                  <a:pt x="1447800" y="28575"/>
                </a:lnTo>
                <a:lnTo>
                  <a:pt x="1466850" y="28575"/>
                </a:lnTo>
                <a:lnTo>
                  <a:pt x="1466850" y="38100"/>
                </a:lnTo>
                <a:lnTo>
                  <a:pt x="1438275" y="38100"/>
                </a:lnTo>
                <a:lnTo>
                  <a:pt x="1438275" y="47625"/>
                </a:lnTo>
                <a:lnTo>
                  <a:pt x="1400175" y="47625"/>
                </a:lnTo>
                <a:lnTo>
                  <a:pt x="1400175" y="38100"/>
                </a:lnTo>
                <a:lnTo>
                  <a:pt x="1428750" y="38100"/>
                </a:lnTo>
                <a:lnTo>
                  <a:pt x="1428750" y="28575"/>
                </a:lnTo>
                <a:lnTo>
                  <a:pt x="1438275" y="28575"/>
                </a:lnTo>
                <a:close/>
                <a:moveTo>
                  <a:pt x="1524000" y="19050"/>
                </a:moveTo>
                <a:lnTo>
                  <a:pt x="1533525" y="19050"/>
                </a:lnTo>
                <a:lnTo>
                  <a:pt x="1533525" y="28575"/>
                </a:lnTo>
                <a:lnTo>
                  <a:pt x="1524000" y="28575"/>
                </a:lnTo>
                <a:close/>
                <a:moveTo>
                  <a:pt x="2333625" y="19050"/>
                </a:moveTo>
                <a:lnTo>
                  <a:pt x="2343150" y="19050"/>
                </a:lnTo>
                <a:lnTo>
                  <a:pt x="2343150" y="28575"/>
                </a:lnTo>
                <a:lnTo>
                  <a:pt x="2333625" y="28575"/>
                </a:lnTo>
                <a:close/>
                <a:moveTo>
                  <a:pt x="66675" y="28575"/>
                </a:moveTo>
                <a:lnTo>
                  <a:pt x="76200" y="28575"/>
                </a:lnTo>
                <a:lnTo>
                  <a:pt x="76200" y="47625"/>
                </a:lnTo>
                <a:lnTo>
                  <a:pt x="66675" y="47625"/>
                </a:lnTo>
                <a:lnTo>
                  <a:pt x="66675" y="57150"/>
                </a:lnTo>
                <a:lnTo>
                  <a:pt x="57150" y="57150"/>
                </a:lnTo>
                <a:lnTo>
                  <a:pt x="57150" y="38100"/>
                </a:lnTo>
                <a:lnTo>
                  <a:pt x="66675" y="38100"/>
                </a:lnTo>
                <a:close/>
                <a:moveTo>
                  <a:pt x="219075" y="28575"/>
                </a:moveTo>
                <a:lnTo>
                  <a:pt x="228600" y="28575"/>
                </a:lnTo>
                <a:lnTo>
                  <a:pt x="228600" y="47625"/>
                </a:lnTo>
                <a:lnTo>
                  <a:pt x="219075" y="47625"/>
                </a:lnTo>
                <a:close/>
                <a:moveTo>
                  <a:pt x="685800" y="28575"/>
                </a:moveTo>
                <a:lnTo>
                  <a:pt x="695325" y="28575"/>
                </a:lnTo>
                <a:lnTo>
                  <a:pt x="695325" y="38100"/>
                </a:lnTo>
                <a:lnTo>
                  <a:pt x="685800" y="38100"/>
                </a:lnTo>
                <a:close/>
                <a:moveTo>
                  <a:pt x="1514475" y="28575"/>
                </a:moveTo>
                <a:lnTo>
                  <a:pt x="1524000" y="28575"/>
                </a:lnTo>
                <a:lnTo>
                  <a:pt x="1524000" y="38100"/>
                </a:lnTo>
                <a:lnTo>
                  <a:pt x="1514475" y="38100"/>
                </a:lnTo>
                <a:close/>
                <a:moveTo>
                  <a:pt x="133350" y="38100"/>
                </a:moveTo>
                <a:lnTo>
                  <a:pt x="152400" y="38100"/>
                </a:lnTo>
                <a:lnTo>
                  <a:pt x="152400" y="57150"/>
                </a:lnTo>
                <a:lnTo>
                  <a:pt x="171450" y="57150"/>
                </a:lnTo>
                <a:lnTo>
                  <a:pt x="171450" y="76200"/>
                </a:lnTo>
                <a:lnTo>
                  <a:pt x="161925" y="76200"/>
                </a:lnTo>
                <a:lnTo>
                  <a:pt x="161925" y="85725"/>
                </a:lnTo>
                <a:lnTo>
                  <a:pt x="142875" y="85725"/>
                </a:lnTo>
                <a:lnTo>
                  <a:pt x="142875" y="76200"/>
                </a:lnTo>
                <a:lnTo>
                  <a:pt x="133350" y="76200"/>
                </a:lnTo>
                <a:lnTo>
                  <a:pt x="133350" y="85725"/>
                </a:lnTo>
                <a:lnTo>
                  <a:pt x="114300" y="85725"/>
                </a:lnTo>
                <a:lnTo>
                  <a:pt x="114300" y="76200"/>
                </a:lnTo>
                <a:lnTo>
                  <a:pt x="123825" y="76200"/>
                </a:lnTo>
                <a:lnTo>
                  <a:pt x="123825" y="57150"/>
                </a:lnTo>
                <a:lnTo>
                  <a:pt x="114300" y="57150"/>
                </a:lnTo>
                <a:lnTo>
                  <a:pt x="114300" y="47625"/>
                </a:lnTo>
                <a:lnTo>
                  <a:pt x="123825" y="47625"/>
                </a:lnTo>
                <a:lnTo>
                  <a:pt x="123825" y="57150"/>
                </a:lnTo>
                <a:lnTo>
                  <a:pt x="133350" y="57150"/>
                </a:lnTo>
                <a:close/>
                <a:moveTo>
                  <a:pt x="1104900" y="38100"/>
                </a:moveTo>
                <a:lnTo>
                  <a:pt x="1114425" y="38100"/>
                </a:lnTo>
                <a:lnTo>
                  <a:pt x="1114425" y="28575"/>
                </a:lnTo>
                <a:lnTo>
                  <a:pt x="1104900" y="28575"/>
                </a:lnTo>
                <a:close/>
                <a:moveTo>
                  <a:pt x="1295400" y="38100"/>
                </a:moveTo>
                <a:lnTo>
                  <a:pt x="1304925" y="38100"/>
                </a:lnTo>
                <a:lnTo>
                  <a:pt x="1304925" y="47625"/>
                </a:lnTo>
                <a:lnTo>
                  <a:pt x="1295400" y="47625"/>
                </a:lnTo>
                <a:close/>
                <a:moveTo>
                  <a:pt x="2190750" y="38100"/>
                </a:moveTo>
                <a:lnTo>
                  <a:pt x="2200275" y="38100"/>
                </a:lnTo>
                <a:lnTo>
                  <a:pt x="2200275" y="47625"/>
                </a:lnTo>
                <a:lnTo>
                  <a:pt x="2190750" y="47625"/>
                </a:lnTo>
                <a:close/>
                <a:moveTo>
                  <a:pt x="1171575" y="47625"/>
                </a:moveTo>
                <a:lnTo>
                  <a:pt x="1181100" y="47625"/>
                </a:lnTo>
                <a:lnTo>
                  <a:pt x="1181100" y="66675"/>
                </a:lnTo>
                <a:lnTo>
                  <a:pt x="1162050" y="66675"/>
                </a:lnTo>
                <a:lnTo>
                  <a:pt x="1162050" y="57150"/>
                </a:lnTo>
                <a:lnTo>
                  <a:pt x="1171575" y="57150"/>
                </a:lnTo>
                <a:close/>
                <a:moveTo>
                  <a:pt x="1247775" y="47625"/>
                </a:moveTo>
                <a:lnTo>
                  <a:pt x="1266825" y="47625"/>
                </a:lnTo>
                <a:lnTo>
                  <a:pt x="1266825" y="66675"/>
                </a:lnTo>
                <a:lnTo>
                  <a:pt x="1247775" y="66675"/>
                </a:lnTo>
                <a:close/>
                <a:moveTo>
                  <a:pt x="1285875" y="47625"/>
                </a:moveTo>
                <a:lnTo>
                  <a:pt x="1295400" y="47625"/>
                </a:lnTo>
                <a:lnTo>
                  <a:pt x="1295400" y="57150"/>
                </a:lnTo>
                <a:lnTo>
                  <a:pt x="1285875" y="57150"/>
                </a:lnTo>
                <a:close/>
                <a:moveTo>
                  <a:pt x="1133475" y="57150"/>
                </a:moveTo>
                <a:lnTo>
                  <a:pt x="1143000" y="57150"/>
                </a:lnTo>
                <a:lnTo>
                  <a:pt x="1143000" y="66675"/>
                </a:lnTo>
                <a:lnTo>
                  <a:pt x="1133475" y="66675"/>
                </a:lnTo>
                <a:close/>
                <a:moveTo>
                  <a:pt x="1123950" y="66675"/>
                </a:moveTo>
                <a:lnTo>
                  <a:pt x="1133475" y="66675"/>
                </a:lnTo>
                <a:lnTo>
                  <a:pt x="1133475" y="76200"/>
                </a:lnTo>
                <a:lnTo>
                  <a:pt x="1123950" y="76200"/>
                </a:lnTo>
                <a:close/>
                <a:moveTo>
                  <a:pt x="1152525" y="66675"/>
                </a:moveTo>
                <a:lnTo>
                  <a:pt x="1162050" y="66675"/>
                </a:lnTo>
                <a:lnTo>
                  <a:pt x="1162050" y="76200"/>
                </a:lnTo>
                <a:lnTo>
                  <a:pt x="1152525" y="76200"/>
                </a:lnTo>
                <a:close/>
                <a:moveTo>
                  <a:pt x="1181100" y="66675"/>
                </a:moveTo>
                <a:lnTo>
                  <a:pt x="1190625" y="66675"/>
                </a:lnTo>
                <a:lnTo>
                  <a:pt x="1190625" y="76200"/>
                </a:lnTo>
                <a:lnTo>
                  <a:pt x="1181100" y="76200"/>
                </a:lnTo>
                <a:close/>
                <a:moveTo>
                  <a:pt x="1219200" y="66675"/>
                </a:moveTo>
                <a:lnTo>
                  <a:pt x="1228725" y="66675"/>
                </a:lnTo>
                <a:lnTo>
                  <a:pt x="1228725" y="76200"/>
                </a:lnTo>
                <a:lnTo>
                  <a:pt x="1219200" y="76200"/>
                </a:lnTo>
                <a:close/>
                <a:moveTo>
                  <a:pt x="1800225" y="66675"/>
                </a:moveTo>
                <a:lnTo>
                  <a:pt x="1809750" y="66675"/>
                </a:lnTo>
                <a:lnTo>
                  <a:pt x="1809750" y="76200"/>
                </a:lnTo>
                <a:lnTo>
                  <a:pt x="1800225" y="76200"/>
                </a:lnTo>
                <a:close/>
                <a:moveTo>
                  <a:pt x="0" y="85725"/>
                </a:moveTo>
                <a:lnTo>
                  <a:pt x="9525" y="85725"/>
                </a:lnTo>
                <a:lnTo>
                  <a:pt x="9525" y="95250"/>
                </a:lnTo>
                <a:lnTo>
                  <a:pt x="19050" y="95250"/>
                </a:lnTo>
                <a:lnTo>
                  <a:pt x="19050" y="104775"/>
                </a:lnTo>
                <a:lnTo>
                  <a:pt x="28575" y="104775"/>
                </a:lnTo>
                <a:lnTo>
                  <a:pt x="28575" y="85725"/>
                </a:lnTo>
                <a:lnTo>
                  <a:pt x="38100" y="85725"/>
                </a:lnTo>
                <a:lnTo>
                  <a:pt x="38100" y="114300"/>
                </a:lnTo>
                <a:lnTo>
                  <a:pt x="0" y="114300"/>
                </a:lnTo>
                <a:close/>
                <a:moveTo>
                  <a:pt x="161925" y="85725"/>
                </a:moveTo>
                <a:lnTo>
                  <a:pt x="171450" y="85725"/>
                </a:lnTo>
                <a:lnTo>
                  <a:pt x="171450" y="95250"/>
                </a:lnTo>
                <a:lnTo>
                  <a:pt x="161925" y="95250"/>
                </a:lnTo>
                <a:close/>
                <a:moveTo>
                  <a:pt x="219075" y="85725"/>
                </a:moveTo>
                <a:lnTo>
                  <a:pt x="228600" y="85725"/>
                </a:lnTo>
                <a:lnTo>
                  <a:pt x="228600" y="95250"/>
                </a:lnTo>
                <a:lnTo>
                  <a:pt x="219075" y="95250"/>
                </a:lnTo>
                <a:close/>
                <a:moveTo>
                  <a:pt x="238125" y="85725"/>
                </a:moveTo>
                <a:lnTo>
                  <a:pt x="247650" y="85725"/>
                </a:lnTo>
                <a:lnTo>
                  <a:pt x="247650" y="114300"/>
                </a:lnTo>
                <a:lnTo>
                  <a:pt x="257175" y="114300"/>
                </a:lnTo>
                <a:lnTo>
                  <a:pt x="257175" y="123825"/>
                </a:lnTo>
                <a:lnTo>
                  <a:pt x="238125" y="123825"/>
                </a:lnTo>
                <a:lnTo>
                  <a:pt x="238125" y="114300"/>
                </a:lnTo>
                <a:lnTo>
                  <a:pt x="228600" y="114300"/>
                </a:lnTo>
                <a:lnTo>
                  <a:pt x="228600" y="95250"/>
                </a:lnTo>
                <a:lnTo>
                  <a:pt x="238125" y="95250"/>
                </a:lnTo>
                <a:close/>
                <a:moveTo>
                  <a:pt x="76200" y="95250"/>
                </a:moveTo>
                <a:lnTo>
                  <a:pt x="85725" y="95250"/>
                </a:lnTo>
                <a:lnTo>
                  <a:pt x="85725" y="104775"/>
                </a:lnTo>
                <a:lnTo>
                  <a:pt x="76200" y="104775"/>
                </a:lnTo>
                <a:close/>
                <a:moveTo>
                  <a:pt x="47625" y="104775"/>
                </a:moveTo>
                <a:lnTo>
                  <a:pt x="57150" y="104775"/>
                </a:lnTo>
                <a:lnTo>
                  <a:pt x="57150" y="133350"/>
                </a:lnTo>
                <a:lnTo>
                  <a:pt x="9525" y="133350"/>
                </a:lnTo>
                <a:lnTo>
                  <a:pt x="9525" y="123825"/>
                </a:lnTo>
                <a:lnTo>
                  <a:pt x="47625" y="123825"/>
                </a:lnTo>
                <a:close/>
                <a:moveTo>
                  <a:pt x="1828800" y="104775"/>
                </a:moveTo>
                <a:lnTo>
                  <a:pt x="1838325" y="104775"/>
                </a:lnTo>
                <a:lnTo>
                  <a:pt x="1838325" y="114300"/>
                </a:lnTo>
                <a:lnTo>
                  <a:pt x="1828800" y="114300"/>
                </a:lnTo>
                <a:close/>
                <a:moveTo>
                  <a:pt x="1847850" y="104775"/>
                </a:moveTo>
                <a:lnTo>
                  <a:pt x="1857375" y="104775"/>
                </a:lnTo>
                <a:lnTo>
                  <a:pt x="1857375" y="114300"/>
                </a:lnTo>
                <a:lnTo>
                  <a:pt x="1847850" y="114300"/>
                </a:lnTo>
                <a:close/>
                <a:moveTo>
                  <a:pt x="95250" y="114300"/>
                </a:moveTo>
                <a:lnTo>
                  <a:pt x="104775" y="114300"/>
                </a:lnTo>
                <a:lnTo>
                  <a:pt x="104775" y="123825"/>
                </a:lnTo>
                <a:lnTo>
                  <a:pt x="123825" y="123825"/>
                </a:lnTo>
                <a:lnTo>
                  <a:pt x="123825" y="133350"/>
                </a:lnTo>
                <a:lnTo>
                  <a:pt x="133350" y="133350"/>
                </a:lnTo>
                <a:lnTo>
                  <a:pt x="133350" y="142875"/>
                </a:lnTo>
                <a:lnTo>
                  <a:pt x="123825" y="142875"/>
                </a:lnTo>
                <a:lnTo>
                  <a:pt x="123825" y="152400"/>
                </a:lnTo>
                <a:lnTo>
                  <a:pt x="114300" y="152400"/>
                </a:lnTo>
                <a:lnTo>
                  <a:pt x="114300" y="171450"/>
                </a:lnTo>
                <a:lnTo>
                  <a:pt x="95250" y="171450"/>
                </a:lnTo>
                <a:lnTo>
                  <a:pt x="95250" y="142875"/>
                </a:lnTo>
                <a:lnTo>
                  <a:pt x="85725" y="142875"/>
                </a:lnTo>
                <a:lnTo>
                  <a:pt x="85725" y="133350"/>
                </a:lnTo>
                <a:lnTo>
                  <a:pt x="95250" y="133350"/>
                </a:lnTo>
                <a:close/>
                <a:moveTo>
                  <a:pt x="2409825" y="114300"/>
                </a:moveTo>
                <a:lnTo>
                  <a:pt x="2428875" y="114300"/>
                </a:lnTo>
                <a:lnTo>
                  <a:pt x="2428875" y="123825"/>
                </a:lnTo>
                <a:lnTo>
                  <a:pt x="2419350" y="123825"/>
                </a:lnTo>
                <a:lnTo>
                  <a:pt x="2419350" y="133350"/>
                </a:lnTo>
                <a:lnTo>
                  <a:pt x="2409825" y="133350"/>
                </a:lnTo>
                <a:close/>
                <a:moveTo>
                  <a:pt x="190500" y="133350"/>
                </a:moveTo>
                <a:lnTo>
                  <a:pt x="200025" y="133350"/>
                </a:lnTo>
                <a:lnTo>
                  <a:pt x="200025" y="142875"/>
                </a:lnTo>
                <a:lnTo>
                  <a:pt x="190500" y="142875"/>
                </a:lnTo>
                <a:close/>
                <a:moveTo>
                  <a:pt x="133350" y="142875"/>
                </a:moveTo>
                <a:lnTo>
                  <a:pt x="142875" y="142875"/>
                </a:lnTo>
                <a:lnTo>
                  <a:pt x="142875" y="161925"/>
                </a:lnTo>
                <a:lnTo>
                  <a:pt x="133350" y="161925"/>
                </a:lnTo>
                <a:close/>
                <a:moveTo>
                  <a:pt x="200025" y="142875"/>
                </a:moveTo>
                <a:lnTo>
                  <a:pt x="228600" y="142875"/>
                </a:lnTo>
                <a:lnTo>
                  <a:pt x="228600" y="161925"/>
                </a:lnTo>
                <a:lnTo>
                  <a:pt x="219075" y="161925"/>
                </a:lnTo>
                <a:lnTo>
                  <a:pt x="219075" y="180975"/>
                </a:lnTo>
                <a:lnTo>
                  <a:pt x="209550" y="180975"/>
                </a:lnTo>
                <a:lnTo>
                  <a:pt x="209550" y="190500"/>
                </a:lnTo>
                <a:lnTo>
                  <a:pt x="200025" y="190500"/>
                </a:lnTo>
                <a:lnTo>
                  <a:pt x="200025" y="180975"/>
                </a:lnTo>
                <a:lnTo>
                  <a:pt x="190500" y="180975"/>
                </a:lnTo>
                <a:lnTo>
                  <a:pt x="190500" y="152400"/>
                </a:lnTo>
                <a:lnTo>
                  <a:pt x="200025" y="152400"/>
                </a:lnTo>
                <a:close/>
                <a:moveTo>
                  <a:pt x="0" y="152400"/>
                </a:moveTo>
                <a:lnTo>
                  <a:pt x="9525" y="152400"/>
                </a:lnTo>
                <a:lnTo>
                  <a:pt x="9525" y="161925"/>
                </a:lnTo>
                <a:lnTo>
                  <a:pt x="19050" y="161925"/>
                </a:lnTo>
                <a:lnTo>
                  <a:pt x="19050" y="171450"/>
                </a:lnTo>
                <a:lnTo>
                  <a:pt x="0" y="171450"/>
                </a:lnTo>
                <a:close/>
                <a:moveTo>
                  <a:pt x="38100" y="152400"/>
                </a:moveTo>
                <a:lnTo>
                  <a:pt x="57150" y="152400"/>
                </a:lnTo>
                <a:lnTo>
                  <a:pt x="57150" y="161925"/>
                </a:lnTo>
                <a:lnTo>
                  <a:pt x="66675" y="161925"/>
                </a:lnTo>
                <a:lnTo>
                  <a:pt x="66675" y="171450"/>
                </a:lnTo>
                <a:lnTo>
                  <a:pt x="76200" y="171450"/>
                </a:lnTo>
                <a:lnTo>
                  <a:pt x="76200" y="180975"/>
                </a:lnTo>
                <a:lnTo>
                  <a:pt x="57150" y="180975"/>
                </a:lnTo>
                <a:lnTo>
                  <a:pt x="57150" y="171450"/>
                </a:lnTo>
                <a:lnTo>
                  <a:pt x="38100" y="171450"/>
                </a:lnTo>
                <a:close/>
                <a:moveTo>
                  <a:pt x="171450" y="152400"/>
                </a:moveTo>
                <a:lnTo>
                  <a:pt x="180975" y="152400"/>
                </a:lnTo>
                <a:lnTo>
                  <a:pt x="180975" y="161925"/>
                </a:lnTo>
                <a:lnTo>
                  <a:pt x="171450" y="161925"/>
                </a:lnTo>
                <a:close/>
                <a:moveTo>
                  <a:pt x="2447925" y="161925"/>
                </a:moveTo>
                <a:lnTo>
                  <a:pt x="2457450" y="161925"/>
                </a:lnTo>
                <a:lnTo>
                  <a:pt x="2457450" y="180975"/>
                </a:lnTo>
                <a:lnTo>
                  <a:pt x="2447925" y="180975"/>
                </a:lnTo>
                <a:close/>
                <a:moveTo>
                  <a:pt x="19050" y="171450"/>
                </a:moveTo>
                <a:lnTo>
                  <a:pt x="28575" y="171450"/>
                </a:lnTo>
                <a:lnTo>
                  <a:pt x="28575" y="180975"/>
                </a:lnTo>
                <a:lnTo>
                  <a:pt x="19050" y="180975"/>
                </a:lnTo>
                <a:close/>
                <a:moveTo>
                  <a:pt x="2343150" y="180975"/>
                </a:moveTo>
                <a:lnTo>
                  <a:pt x="2352675" y="180975"/>
                </a:lnTo>
                <a:lnTo>
                  <a:pt x="2352675" y="190500"/>
                </a:lnTo>
                <a:lnTo>
                  <a:pt x="2343150" y="190500"/>
                </a:lnTo>
                <a:close/>
                <a:moveTo>
                  <a:pt x="2362200" y="180975"/>
                </a:moveTo>
                <a:lnTo>
                  <a:pt x="2390775" y="180975"/>
                </a:lnTo>
                <a:lnTo>
                  <a:pt x="2390775" y="209550"/>
                </a:lnTo>
                <a:lnTo>
                  <a:pt x="2400300" y="209550"/>
                </a:lnTo>
                <a:lnTo>
                  <a:pt x="2400300" y="228600"/>
                </a:lnTo>
                <a:lnTo>
                  <a:pt x="2390775" y="228600"/>
                </a:lnTo>
                <a:lnTo>
                  <a:pt x="2390775" y="219075"/>
                </a:lnTo>
                <a:lnTo>
                  <a:pt x="2371725" y="219075"/>
                </a:lnTo>
                <a:lnTo>
                  <a:pt x="2371725" y="228600"/>
                </a:lnTo>
                <a:lnTo>
                  <a:pt x="2390775" y="228600"/>
                </a:lnTo>
                <a:lnTo>
                  <a:pt x="2390775" y="238125"/>
                </a:lnTo>
                <a:lnTo>
                  <a:pt x="2381250" y="238125"/>
                </a:lnTo>
                <a:lnTo>
                  <a:pt x="2381250" y="247650"/>
                </a:lnTo>
                <a:lnTo>
                  <a:pt x="2362200" y="247650"/>
                </a:lnTo>
                <a:lnTo>
                  <a:pt x="2362200" y="257175"/>
                </a:lnTo>
                <a:lnTo>
                  <a:pt x="2352675" y="257175"/>
                </a:lnTo>
                <a:lnTo>
                  <a:pt x="2352675" y="247650"/>
                </a:lnTo>
                <a:lnTo>
                  <a:pt x="2343150" y="247650"/>
                </a:lnTo>
                <a:lnTo>
                  <a:pt x="2343150" y="219075"/>
                </a:lnTo>
                <a:lnTo>
                  <a:pt x="2352675" y="219075"/>
                </a:lnTo>
                <a:lnTo>
                  <a:pt x="2352675" y="228600"/>
                </a:lnTo>
                <a:lnTo>
                  <a:pt x="2362200" y="228600"/>
                </a:lnTo>
                <a:lnTo>
                  <a:pt x="2362200" y="209550"/>
                </a:lnTo>
                <a:lnTo>
                  <a:pt x="2352675" y="209550"/>
                </a:lnTo>
                <a:lnTo>
                  <a:pt x="2352675" y="190500"/>
                </a:lnTo>
                <a:lnTo>
                  <a:pt x="2362200" y="190500"/>
                </a:lnTo>
                <a:close/>
                <a:moveTo>
                  <a:pt x="76200" y="190500"/>
                </a:moveTo>
                <a:lnTo>
                  <a:pt x="95250" y="190500"/>
                </a:lnTo>
                <a:lnTo>
                  <a:pt x="95250" y="200025"/>
                </a:lnTo>
                <a:lnTo>
                  <a:pt x="104775" y="200025"/>
                </a:lnTo>
                <a:lnTo>
                  <a:pt x="104775" y="219075"/>
                </a:lnTo>
                <a:lnTo>
                  <a:pt x="114300" y="219075"/>
                </a:lnTo>
                <a:lnTo>
                  <a:pt x="114300" y="228600"/>
                </a:lnTo>
                <a:lnTo>
                  <a:pt x="123825" y="228600"/>
                </a:lnTo>
                <a:lnTo>
                  <a:pt x="123825" y="238125"/>
                </a:lnTo>
                <a:lnTo>
                  <a:pt x="114300" y="238125"/>
                </a:lnTo>
                <a:lnTo>
                  <a:pt x="114300" y="257175"/>
                </a:lnTo>
                <a:lnTo>
                  <a:pt x="104775" y="257175"/>
                </a:lnTo>
                <a:lnTo>
                  <a:pt x="104775" y="238125"/>
                </a:lnTo>
                <a:lnTo>
                  <a:pt x="95250" y="238125"/>
                </a:lnTo>
                <a:lnTo>
                  <a:pt x="95250" y="209550"/>
                </a:lnTo>
                <a:lnTo>
                  <a:pt x="76200" y="209550"/>
                </a:lnTo>
                <a:close/>
                <a:moveTo>
                  <a:pt x="57150" y="200025"/>
                </a:moveTo>
                <a:lnTo>
                  <a:pt x="66675" y="200025"/>
                </a:lnTo>
                <a:lnTo>
                  <a:pt x="66675" y="209550"/>
                </a:lnTo>
                <a:lnTo>
                  <a:pt x="57150" y="209550"/>
                </a:lnTo>
                <a:close/>
                <a:moveTo>
                  <a:pt x="1838325" y="209550"/>
                </a:moveTo>
                <a:lnTo>
                  <a:pt x="1857375" y="209550"/>
                </a:lnTo>
                <a:lnTo>
                  <a:pt x="1857375" y="238125"/>
                </a:lnTo>
                <a:lnTo>
                  <a:pt x="1847850" y="238125"/>
                </a:lnTo>
                <a:lnTo>
                  <a:pt x="1847850" y="219075"/>
                </a:lnTo>
                <a:lnTo>
                  <a:pt x="1838325" y="219075"/>
                </a:lnTo>
                <a:close/>
                <a:moveTo>
                  <a:pt x="2390775" y="238125"/>
                </a:moveTo>
                <a:lnTo>
                  <a:pt x="2400300" y="238125"/>
                </a:lnTo>
                <a:lnTo>
                  <a:pt x="2400300" y="247650"/>
                </a:lnTo>
                <a:lnTo>
                  <a:pt x="2390775" y="247650"/>
                </a:lnTo>
                <a:close/>
                <a:moveTo>
                  <a:pt x="2428875" y="257175"/>
                </a:moveTo>
                <a:lnTo>
                  <a:pt x="2438400" y="257175"/>
                </a:lnTo>
                <a:lnTo>
                  <a:pt x="2438400" y="276225"/>
                </a:lnTo>
                <a:lnTo>
                  <a:pt x="2428875" y="276225"/>
                </a:lnTo>
                <a:lnTo>
                  <a:pt x="2428875" y="295275"/>
                </a:lnTo>
                <a:lnTo>
                  <a:pt x="2419350" y="295275"/>
                </a:lnTo>
                <a:lnTo>
                  <a:pt x="2419350" y="276225"/>
                </a:lnTo>
                <a:lnTo>
                  <a:pt x="2409825" y="276225"/>
                </a:lnTo>
                <a:lnTo>
                  <a:pt x="2409825" y="266700"/>
                </a:lnTo>
                <a:lnTo>
                  <a:pt x="2428875" y="266700"/>
                </a:lnTo>
                <a:close/>
                <a:moveTo>
                  <a:pt x="2305050" y="333375"/>
                </a:moveTo>
                <a:lnTo>
                  <a:pt x="2314575" y="333375"/>
                </a:lnTo>
                <a:lnTo>
                  <a:pt x="2314575" y="342900"/>
                </a:lnTo>
                <a:lnTo>
                  <a:pt x="2333625" y="342900"/>
                </a:lnTo>
                <a:lnTo>
                  <a:pt x="2333625" y="352425"/>
                </a:lnTo>
                <a:lnTo>
                  <a:pt x="2305050" y="352425"/>
                </a:lnTo>
                <a:close/>
                <a:moveTo>
                  <a:pt x="2438400" y="342900"/>
                </a:moveTo>
                <a:lnTo>
                  <a:pt x="2447925" y="342900"/>
                </a:lnTo>
                <a:lnTo>
                  <a:pt x="2447925" y="352425"/>
                </a:lnTo>
                <a:lnTo>
                  <a:pt x="2438400" y="352425"/>
                </a:lnTo>
                <a:close/>
                <a:moveTo>
                  <a:pt x="2381250" y="361950"/>
                </a:moveTo>
                <a:lnTo>
                  <a:pt x="2390775" y="361950"/>
                </a:lnTo>
                <a:lnTo>
                  <a:pt x="2390775" y="371475"/>
                </a:lnTo>
                <a:lnTo>
                  <a:pt x="2381250" y="371475"/>
                </a:lnTo>
                <a:close/>
                <a:moveTo>
                  <a:pt x="2447925" y="361950"/>
                </a:moveTo>
                <a:lnTo>
                  <a:pt x="2457450" y="361950"/>
                </a:lnTo>
                <a:lnTo>
                  <a:pt x="2457450" y="371475"/>
                </a:lnTo>
                <a:lnTo>
                  <a:pt x="2447925" y="371475"/>
                </a:lnTo>
                <a:close/>
                <a:moveTo>
                  <a:pt x="0" y="409575"/>
                </a:moveTo>
                <a:lnTo>
                  <a:pt x="9525" y="409575"/>
                </a:lnTo>
                <a:lnTo>
                  <a:pt x="9525" y="438150"/>
                </a:lnTo>
                <a:lnTo>
                  <a:pt x="19050" y="438150"/>
                </a:lnTo>
                <a:lnTo>
                  <a:pt x="19050" y="457200"/>
                </a:lnTo>
                <a:lnTo>
                  <a:pt x="0" y="457200"/>
                </a:lnTo>
                <a:close/>
                <a:moveTo>
                  <a:pt x="2428875" y="409575"/>
                </a:moveTo>
                <a:lnTo>
                  <a:pt x="2457450" y="409575"/>
                </a:lnTo>
                <a:lnTo>
                  <a:pt x="2457450" y="428625"/>
                </a:lnTo>
                <a:lnTo>
                  <a:pt x="2438400" y="428625"/>
                </a:lnTo>
                <a:lnTo>
                  <a:pt x="2438400" y="419100"/>
                </a:lnTo>
                <a:lnTo>
                  <a:pt x="2428875" y="419100"/>
                </a:lnTo>
                <a:close/>
                <a:moveTo>
                  <a:pt x="2066925" y="466725"/>
                </a:moveTo>
                <a:lnTo>
                  <a:pt x="2076450" y="466725"/>
                </a:lnTo>
                <a:lnTo>
                  <a:pt x="2076450" y="485775"/>
                </a:lnTo>
                <a:lnTo>
                  <a:pt x="2066925" y="485775"/>
                </a:lnTo>
                <a:close/>
                <a:moveTo>
                  <a:pt x="0" y="476250"/>
                </a:moveTo>
                <a:lnTo>
                  <a:pt x="38100" y="476250"/>
                </a:lnTo>
                <a:lnTo>
                  <a:pt x="38100" y="485775"/>
                </a:lnTo>
                <a:lnTo>
                  <a:pt x="19050" y="485775"/>
                </a:lnTo>
                <a:lnTo>
                  <a:pt x="19050" y="495300"/>
                </a:lnTo>
                <a:lnTo>
                  <a:pt x="9525" y="495300"/>
                </a:lnTo>
                <a:lnTo>
                  <a:pt x="9525" y="504825"/>
                </a:lnTo>
                <a:lnTo>
                  <a:pt x="0" y="504825"/>
                </a:lnTo>
                <a:close/>
                <a:moveTo>
                  <a:pt x="38100" y="485775"/>
                </a:moveTo>
                <a:lnTo>
                  <a:pt x="47625" y="485775"/>
                </a:lnTo>
                <a:lnTo>
                  <a:pt x="47625" y="495300"/>
                </a:lnTo>
                <a:lnTo>
                  <a:pt x="38100" y="495300"/>
                </a:lnTo>
                <a:close/>
                <a:moveTo>
                  <a:pt x="2047875" y="485775"/>
                </a:moveTo>
                <a:lnTo>
                  <a:pt x="2066925" y="485775"/>
                </a:lnTo>
                <a:lnTo>
                  <a:pt x="2066925" y="495300"/>
                </a:lnTo>
                <a:lnTo>
                  <a:pt x="2047875" y="495300"/>
                </a:lnTo>
                <a:close/>
                <a:moveTo>
                  <a:pt x="2105025" y="495300"/>
                </a:moveTo>
                <a:lnTo>
                  <a:pt x="2114550" y="495300"/>
                </a:lnTo>
                <a:lnTo>
                  <a:pt x="2114550" y="504825"/>
                </a:lnTo>
                <a:lnTo>
                  <a:pt x="2105025" y="504825"/>
                </a:lnTo>
                <a:close/>
                <a:moveTo>
                  <a:pt x="2095500" y="504825"/>
                </a:moveTo>
                <a:lnTo>
                  <a:pt x="2105025" y="504825"/>
                </a:lnTo>
                <a:lnTo>
                  <a:pt x="2105025" y="514350"/>
                </a:lnTo>
                <a:lnTo>
                  <a:pt x="2095500" y="514350"/>
                </a:lnTo>
                <a:close/>
                <a:moveTo>
                  <a:pt x="57150" y="523875"/>
                </a:moveTo>
                <a:lnTo>
                  <a:pt x="66675" y="523875"/>
                </a:lnTo>
                <a:lnTo>
                  <a:pt x="66675" y="552450"/>
                </a:lnTo>
                <a:lnTo>
                  <a:pt x="57150" y="552450"/>
                </a:lnTo>
                <a:close/>
                <a:moveTo>
                  <a:pt x="400050" y="523875"/>
                </a:moveTo>
                <a:lnTo>
                  <a:pt x="409575" y="523875"/>
                </a:lnTo>
                <a:lnTo>
                  <a:pt x="409575" y="533400"/>
                </a:lnTo>
                <a:lnTo>
                  <a:pt x="400050" y="533400"/>
                </a:lnTo>
                <a:close/>
                <a:moveTo>
                  <a:pt x="66675" y="590550"/>
                </a:moveTo>
                <a:lnTo>
                  <a:pt x="76200" y="590550"/>
                </a:lnTo>
                <a:lnTo>
                  <a:pt x="76200" y="600075"/>
                </a:lnTo>
                <a:lnTo>
                  <a:pt x="66675" y="600075"/>
                </a:lnTo>
                <a:close/>
                <a:moveTo>
                  <a:pt x="1228725" y="609600"/>
                </a:moveTo>
                <a:lnTo>
                  <a:pt x="1238250" y="609600"/>
                </a:lnTo>
                <a:lnTo>
                  <a:pt x="1238250" y="628650"/>
                </a:lnTo>
                <a:lnTo>
                  <a:pt x="1228725" y="628650"/>
                </a:lnTo>
                <a:close/>
                <a:moveTo>
                  <a:pt x="2085975" y="609600"/>
                </a:moveTo>
                <a:lnTo>
                  <a:pt x="2095500" y="609600"/>
                </a:lnTo>
                <a:lnTo>
                  <a:pt x="2095500" y="619125"/>
                </a:lnTo>
                <a:lnTo>
                  <a:pt x="2085975" y="619125"/>
                </a:lnTo>
                <a:close/>
                <a:moveTo>
                  <a:pt x="2428875" y="609600"/>
                </a:moveTo>
                <a:lnTo>
                  <a:pt x="2438400" y="609600"/>
                </a:lnTo>
                <a:lnTo>
                  <a:pt x="2438400" y="628650"/>
                </a:lnTo>
                <a:lnTo>
                  <a:pt x="2428875" y="628650"/>
                </a:lnTo>
                <a:close/>
                <a:moveTo>
                  <a:pt x="2095500" y="619125"/>
                </a:moveTo>
                <a:lnTo>
                  <a:pt x="2114550" y="619125"/>
                </a:lnTo>
                <a:lnTo>
                  <a:pt x="2114550" y="628650"/>
                </a:lnTo>
                <a:lnTo>
                  <a:pt x="2095500" y="628650"/>
                </a:lnTo>
                <a:close/>
                <a:moveTo>
                  <a:pt x="0" y="628650"/>
                </a:moveTo>
                <a:lnTo>
                  <a:pt x="9525" y="628650"/>
                </a:lnTo>
                <a:lnTo>
                  <a:pt x="9525" y="638175"/>
                </a:lnTo>
                <a:lnTo>
                  <a:pt x="19050" y="638175"/>
                </a:lnTo>
                <a:lnTo>
                  <a:pt x="19050" y="657225"/>
                </a:lnTo>
                <a:lnTo>
                  <a:pt x="0" y="657225"/>
                </a:lnTo>
                <a:close/>
                <a:moveTo>
                  <a:pt x="57150" y="638175"/>
                </a:moveTo>
                <a:lnTo>
                  <a:pt x="66675" y="638175"/>
                </a:lnTo>
                <a:lnTo>
                  <a:pt x="66675" y="647700"/>
                </a:lnTo>
                <a:lnTo>
                  <a:pt x="57150" y="647700"/>
                </a:lnTo>
                <a:close/>
                <a:moveTo>
                  <a:pt x="1828800" y="638175"/>
                </a:moveTo>
                <a:lnTo>
                  <a:pt x="1847850" y="638175"/>
                </a:lnTo>
                <a:lnTo>
                  <a:pt x="1847850" y="647700"/>
                </a:lnTo>
                <a:lnTo>
                  <a:pt x="1828800" y="647700"/>
                </a:lnTo>
                <a:close/>
                <a:moveTo>
                  <a:pt x="2066925" y="638175"/>
                </a:moveTo>
                <a:lnTo>
                  <a:pt x="2076450" y="638175"/>
                </a:lnTo>
                <a:lnTo>
                  <a:pt x="2076450" y="657225"/>
                </a:lnTo>
                <a:lnTo>
                  <a:pt x="2066925" y="657225"/>
                </a:lnTo>
                <a:close/>
                <a:moveTo>
                  <a:pt x="2143125" y="638175"/>
                </a:moveTo>
                <a:lnTo>
                  <a:pt x="2152650" y="638175"/>
                </a:lnTo>
                <a:lnTo>
                  <a:pt x="2152650" y="657225"/>
                </a:lnTo>
                <a:lnTo>
                  <a:pt x="2143125" y="657225"/>
                </a:lnTo>
                <a:close/>
                <a:moveTo>
                  <a:pt x="1809750" y="647700"/>
                </a:moveTo>
                <a:lnTo>
                  <a:pt x="1828800" y="647700"/>
                </a:lnTo>
                <a:lnTo>
                  <a:pt x="1828800" y="657225"/>
                </a:lnTo>
                <a:lnTo>
                  <a:pt x="1819275" y="657225"/>
                </a:lnTo>
                <a:lnTo>
                  <a:pt x="1819275" y="666750"/>
                </a:lnTo>
                <a:lnTo>
                  <a:pt x="1809750" y="666750"/>
                </a:lnTo>
                <a:lnTo>
                  <a:pt x="1809750" y="685800"/>
                </a:lnTo>
                <a:lnTo>
                  <a:pt x="1800225" y="685800"/>
                </a:lnTo>
                <a:lnTo>
                  <a:pt x="1800225" y="657225"/>
                </a:lnTo>
                <a:lnTo>
                  <a:pt x="1809750" y="657225"/>
                </a:lnTo>
                <a:close/>
                <a:moveTo>
                  <a:pt x="2428875" y="647700"/>
                </a:moveTo>
                <a:lnTo>
                  <a:pt x="2438400" y="647700"/>
                </a:lnTo>
                <a:lnTo>
                  <a:pt x="2438400" y="666750"/>
                </a:lnTo>
                <a:lnTo>
                  <a:pt x="2428875" y="666750"/>
                </a:lnTo>
                <a:lnTo>
                  <a:pt x="2428875" y="676275"/>
                </a:lnTo>
                <a:lnTo>
                  <a:pt x="2419350" y="676275"/>
                </a:lnTo>
                <a:lnTo>
                  <a:pt x="2419350" y="685800"/>
                </a:lnTo>
                <a:lnTo>
                  <a:pt x="2400300" y="685800"/>
                </a:lnTo>
                <a:lnTo>
                  <a:pt x="2400300" y="676275"/>
                </a:lnTo>
                <a:lnTo>
                  <a:pt x="2409825" y="676275"/>
                </a:lnTo>
                <a:lnTo>
                  <a:pt x="2409825" y="657225"/>
                </a:lnTo>
                <a:lnTo>
                  <a:pt x="2428875" y="657225"/>
                </a:lnTo>
                <a:close/>
                <a:moveTo>
                  <a:pt x="38100" y="657225"/>
                </a:moveTo>
                <a:lnTo>
                  <a:pt x="47625" y="657225"/>
                </a:lnTo>
                <a:lnTo>
                  <a:pt x="47625" y="733425"/>
                </a:lnTo>
                <a:lnTo>
                  <a:pt x="38100" y="733425"/>
                </a:lnTo>
                <a:lnTo>
                  <a:pt x="38100" y="704850"/>
                </a:lnTo>
                <a:lnTo>
                  <a:pt x="28575" y="704850"/>
                </a:lnTo>
                <a:lnTo>
                  <a:pt x="28575" y="695325"/>
                </a:lnTo>
                <a:lnTo>
                  <a:pt x="38100" y="695325"/>
                </a:lnTo>
                <a:lnTo>
                  <a:pt x="38100" y="685800"/>
                </a:lnTo>
                <a:lnTo>
                  <a:pt x="28575" y="685800"/>
                </a:lnTo>
                <a:lnTo>
                  <a:pt x="28575" y="676275"/>
                </a:lnTo>
                <a:lnTo>
                  <a:pt x="38100" y="676275"/>
                </a:lnTo>
                <a:close/>
                <a:moveTo>
                  <a:pt x="2219325" y="657225"/>
                </a:moveTo>
                <a:lnTo>
                  <a:pt x="2257425" y="657225"/>
                </a:lnTo>
                <a:lnTo>
                  <a:pt x="2257425" y="666750"/>
                </a:lnTo>
                <a:lnTo>
                  <a:pt x="2219325" y="666750"/>
                </a:lnTo>
                <a:close/>
                <a:moveTo>
                  <a:pt x="0" y="676275"/>
                </a:moveTo>
                <a:lnTo>
                  <a:pt x="9525" y="676275"/>
                </a:lnTo>
                <a:lnTo>
                  <a:pt x="9525" y="695325"/>
                </a:lnTo>
                <a:lnTo>
                  <a:pt x="19050" y="695325"/>
                </a:lnTo>
                <a:lnTo>
                  <a:pt x="19050" y="704850"/>
                </a:lnTo>
                <a:lnTo>
                  <a:pt x="28575" y="704850"/>
                </a:lnTo>
                <a:lnTo>
                  <a:pt x="28575" y="714375"/>
                </a:lnTo>
                <a:lnTo>
                  <a:pt x="9525" y="714375"/>
                </a:lnTo>
                <a:lnTo>
                  <a:pt x="9525" y="723900"/>
                </a:lnTo>
                <a:lnTo>
                  <a:pt x="0" y="723900"/>
                </a:lnTo>
                <a:close/>
                <a:moveTo>
                  <a:pt x="2247900" y="676275"/>
                </a:moveTo>
                <a:lnTo>
                  <a:pt x="2257425" y="676275"/>
                </a:lnTo>
                <a:lnTo>
                  <a:pt x="2257425" y="685800"/>
                </a:lnTo>
                <a:lnTo>
                  <a:pt x="2247900" y="685800"/>
                </a:lnTo>
                <a:close/>
                <a:moveTo>
                  <a:pt x="2228850" y="685800"/>
                </a:moveTo>
                <a:lnTo>
                  <a:pt x="2238375" y="685800"/>
                </a:lnTo>
                <a:lnTo>
                  <a:pt x="2238375" y="695325"/>
                </a:lnTo>
                <a:lnTo>
                  <a:pt x="2247900" y="695325"/>
                </a:lnTo>
                <a:lnTo>
                  <a:pt x="2247900" y="714375"/>
                </a:lnTo>
                <a:lnTo>
                  <a:pt x="2257425" y="714375"/>
                </a:lnTo>
                <a:lnTo>
                  <a:pt x="2257425" y="723900"/>
                </a:lnTo>
                <a:lnTo>
                  <a:pt x="2238375" y="723900"/>
                </a:lnTo>
                <a:lnTo>
                  <a:pt x="2238375" y="742950"/>
                </a:lnTo>
                <a:lnTo>
                  <a:pt x="2228850" y="742950"/>
                </a:lnTo>
                <a:lnTo>
                  <a:pt x="2228850" y="723900"/>
                </a:lnTo>
                <a:lnTo>
                  <a:pt x="2219325" y="723900"/>
                </a:lnTo>
                <a:lnTo>
                  <a:pt x="2219325" y="695325"/>
                </a:lnTo>
                <a:lnTo>
                  <a:pt x="2228850" y="695325"/>
                </a:lnTo>
                <a:close/>
                <a:moveTo>
                  <a:pt x="2133600" y="704850"/>
                </a:moveTo>
                <a:lnTo>
                  <a:pt x="2143125" y="704850"/>
                </a:lnTo>
                <a:lnTo>
                  <a:pt x="2143125" y="714375"/>
                </a:lnTo>
                <a:lnTo>
                  <a:pt x="2133600" y="714375"/>
                </a:lnTo>
                <a:close/>
                <a:moveTo>
                  <a:pt x="2152650" y="714375"/>
                </a:moveTo>
                <a:lnTo>
                  <a:pt x="2162175" y="714375"/>
                </a:lnTo>
                <a:lnTo>
                  <a:pt x="2162175" y="723900"/>
                </a:lnTo>
                <a:lnTo>
                  <a:pt x="2152650" y="723900"/>
                </a:lnTo>
                <a:close/>
                <a:moveTo>
                  <a:pt x="1371600" y="723900"/>
                </a:moveTo>
                <a:lnTo>
                  <a:pt x="1381125" y="723900"/>
                </a:lnTo>
                <a:lnTo>
                  <a:pt x="1381125" y="742950"/>
                </a:lnTo>
                <a:lnTo>
                  <a:pt x="1371600" y="742950"/>
                </a:lnTo>
                <a:close/>
                <a:moveTo>
                  <a:pt x="2295525" y="723900"/>
                </a:moveTo>
                <a:lnTo>
                  <a:pt x="2305050" y="723900"/>
                </a:lnTo>
                <a:lnTo>
                  <a:pt x="2305050" y="742950"/>
                </a:lnTo>
                <a:lnTo>
                  <a:pt x="2266950" y="742950"/>
                </a:lnTo>
                <a:lnTo>
                  <a:pt x="2266950" y="733425"/>
                </a:lnTo>
                <a:lnTo>
                  <a:pt x="2295525" y="733425"/>
                </a:lnTo>
                <a:close/>
                <a:moveTo>
                  <a:pt x="2324100" y="723900"/>
                </a:moveTo>
                <a:lnTo>
                  <a:pt x="2343150" y="723900"/>
                </a:lnTo>
                <a:lnTo>
                  <a:pt x="2343150" y="733425"/>
                </a:lnTo>
                <a:lnTo>
                  <a:pt x="2324100" y="733425"/>
                </a:lnTo>
                <a:close/>
                <a:moveTo>
                  <a:pt x="0" y="733425"/>
                </a:moveTo>
                <a:lnTo>
                  <a:pt x="19050" y="733425"/>
                </a:lnTo>
                <a:lnTo>
                  <a:pt x="19050" y="742950"/>
                </a:lnTo>
                <a:lnTo>
                  <a:pt x="0" y="742950"/>
                </a:lnTo>
                <a:close/>
                <a:moveTo>
                  <a:pt x="28575" y="733425"/>
                </a:moveTo>
                <a:lnTo>
                  <a:pt x="38100" y="733425"/>
                </a:lnTo>
                <a:lnTo>
                  <a:pt x="38100" y="742950"/>
                </a:lnTo>
                <a:lnTo>
                  <a:pt x="28575" y="742950"/>
                </a:lnTo>
                <a:close/>
                <a:moveTo>
                  <a:pt x="2343150" y="733425"/>
                </a:moveTo>
                <a:lnTo>
                  <a:pt x="2371725" y="733425"/>
                </a:lnTo>
                <a:lnTo>
                  <a:pt x="2371725" y="762000"/>
                </a:lnTo>
                <a:lnTo>
                  <a:pt x="2343150" y="762000"/>
                </a:lnTo>
                <a:close/>
                <a:moveTo>
                  <a:pt x="1381125" y="742950"/>
                </a:moveTo>
                <a:lnTo>
                  <a:pt x="1400175" y="742950"/>
                </a:lnTo>
                <a:lnTo>
                  <a:pt x="1400175" y="752475"/>
                </a:lnTo>
                <a:lnTo>
                  <a:pt x="1381125" y="752475"/>
                </a:lnTo>
                <a:close/>
                <a:moveTo>
                  <a:pt x="1781175" y="742950"/>
                </a:moveTo>
                <a:lnTo>
                  <a:pt x="1790700" y="742950"/>
                </a:lnTo>
                <a:lnTo>
                  <a:pt x="1790700" y="752475"/>
                </a:lnTo>
                <a:lnTo>
                  <a:pt x="1781175" y="752475"/>
                </a:lnTo>
                <a:close/>
                <a:moveTo>
                  <a:pt x="2181225" y="742950"/>
                </a:moveTo>
                <a:lnTo>
                  <a:pt x="2190750" y="742950"/>
                </a:lnTo>
                <a:lnTo>
                  <a:pt x="2190750" y="752475"/>
                </a:lnTo>
                <a:lnTo>
                  <a:pt x="2181225" y="752475"/>
                </a:lnTo>
                <a:close/>
                <a:moveTo>
                  <a:pt x="2257425" y="742950"/>
                </a:moveTo>
                <a:lnTo>
                  <a:pt x="2266950" y="742950"/>
                </a:lnTo>
                <a:lnTo>
                  <a:pt x="2266950" y="752475"/>
                </a:lnTo>
                <a:lnTo>
                  <a:pt x="2257425" y="752475"/>
                </a:lnTo>
                <a:close/>
                <a:moveTo>
                  <a:pt x="2381250" y="742950"/>
                </a:moveTo>
                <a:lnTo>
                  <a:pt x="2409825" y="742950"/>
                </a:lnTo>
                <a:lnTo>
                  <a:pt x="2409825" y="762000"/>
                </a:lnTo>
                <a:lnTo>
                  <a:pt x="2400300" y="762000"/>
                </a:lnTo>
                <a:lnTo>
                  <a:pt x="2400300" y="771525"/>
                </a:lnTo>
                <a:lnTo>
                  <a:pt x="2390775" y="771525"/>
                </a:lnTo>
                <a:lnTo>
                  <a:pt x="2390775" y="752475"/>
                </a:lnTo>
                <a:lnTo>
                  <a:pt x="2381250" y="752475"/>
                </a:lnTo>
                <a:close/>
                <a:moveTo>
                  <a:pt x="2447925" y="742950"/>
                </a:moveTo>
                <a:lnTo>
                  <a:pt x="2457450" y="742950"/>
                </a:lnTo>
                <a:lnTo>
                  <a:pt x="2457450" y="752475"/>
                </a:lnTo>
                <a:lnTo>
                  <a:pt x="2447925" y="752475"/>
                </a:lnTo>
                <a:close/>
                <a:moveTo>
                  <a:pt x="1219200" y="762000"/>
                </a:moveTo>
                <a:lnTo>
                  <a:pt x="1228725" y="762000"/>
                </a:lnTo>
                <a:lnTo>
                  <a:pt x="1228725" y="771525"/>
                </a:lnTo>
                <a:lnTo>
                  <a:pt x="1219200" y="771525"/>
                </a:lnTo>
                <a:close/>
                <a:moveTo>
                  <a:pt x="1209675" y="771525"/>
                </a:moveTo>
                <a:lnTo>
                  <a:pt x="1219200" y="771525"/>
                </a:lnTo>
                <a:lnTo>
                  <a:pt x="1219200" y="781050"/>
                </a:lnTo>
                <a:lnTo>
                  <a:pt x="1209675" y="781050"/>
                </a:lnTo>
                <a:close/>
                <a:moveTo>
                  <a:pt x="1314450" y="771525"/>
                </a:moveTo>
                <a:lnTo>
                  <a:pt x="1333500" y="771525"/>
                </a:lnTo>
                <a:lnTo>
                  <a:pt x="1333500" y="790575"/>
                </a:lnTo>
                <a:lnTo>
                  <a:pt x="1343025" y="790575"/>
                </a:lnTo>
                <a:lnTo>
                  <a:pt x="1343025" y="800100"/>
                </a:lnTo>
                <a:lnTo>
                  <a:pt x="1333500" y="800100"/>
                </a:lnTo>
                <a:lnTo>
                  <a:pt x="1333500" y="819150"/>
                </a:lnTo>
                <a:lnTo>
                  <a:pt x="1304925" y="819150"/>
                </a:lnTo>
                <a:lnTo>
                  <a:pt x="1304925" y="809625"/>
                </a:lnTo>
                <a:lnTo>
                  <a:pt x="1314450" y="809625"/>
                </a:lnTo>
                <a:lnTo>
                  <a:pt x="1314450" y="800100"/>
                </a:lnTo>
                <a:lnTo>
                  <a:pt x="1304925" y="800100"/>
                </a:lnTo>
                <a:lnTo>
                  <a:pt x="1304925" y="790575"/>
                </a:lnTo>
                <a:lnTo>
                  <a:pt x="1314450" y="790575"/>
                </a:lnTo>
                <a:close/>
                <a:moveTo>
                  <a:pt x="1771650" y="771525"/>
                </a:moveTo>
                <a:lnTo>
                  <a:pt x="1781175" y="771525"/>
                </a:lnTo>
                <a:lnTo>
                  <a:pt x="1781175" y="781050"/>
                </a:lnTo>
                <a:lnTo>
                  <a:pt x="1771650" y="781050"/>
                </a:lnTo>
                <a:close/>
                <a:moveTo>
                  <a:pt x="1762125" y="781050"/>
                </a:moveTo>
                <a:lnTo>
                  <a:pt x="1771650" y="781050"/>
                </a:lnTo>
                <a:lnTo>
                  <a:pt x="1771650" y="800100"/>
                </a:lnTo>
                <a:lnTo>
                  <a:pt x="1762125" y="800100"/>
                </a:lnTo>
                <a:close/>
                <a:moveTo>
                  <a:pt x="2190750" y="790575"/>
                </a:moveTo>
                <a:lnTo>
                  <a:pt x="2200275" y="790575"/>
                </a:lnTo>
                <a:lnTo>
                  <a:pt x="2200275" y="809625"/>
                </a:lnTo>
                <a:lnTo>
                  <a:pt x="2209800" y="809625"/>
                </a:lnTo>
                <a:lnTo>
                  <a:pt x="2209800" y="828675"/>
                </a:lnTo>
                <a:lnTo>
                  <a:pt x="2200275" y="828675"/>
                </a:lnTo>
                <a:lnTo>
                  <a:pt x="2200275" y="838200"/>
                </a:lnTo>
                <a:lnTo>
                  <a:pt x="2190750" y="838200"/>
                </a:lnTo>
                <a:lnTo>
                  <a:pt x="2190750" y="847725"/>
                </a:lnTo>
                <a:lnTo>
                  <a:pt x="2181225" y="847725"/>
                </a:lnTo>
                <a:lnTo>
                  <a:pt x="2181225" y="819150"/>
                </a:lnTo>
                <a:lnTo>
                  <a:pt x="2190750" y="819150"/>
                </a:lnTo>
                <a:close/>
                <a:moveTo>
                  <a:pt x="0" y="809625"/>
                </a:moveTo>
                <a:lnTo>
                  <a:pt x="9525" y="809625"/>
                </a:lnTo>
                <a:lnTo>
                  <a:pt x="9525" y="819150"/>
                </a:lnTo>
                <a:lnTo>
                  <a:pt x="0" y="819150"/>
                </a:lnTo>
                <a:close/>
                <a:moveTo>
                  <a:pt x="1266825" y="819150"/>
                </a:moveTo>
                <a:lnTo>
                  <a:pt x="1285875" y="819150"/>
                </a:lnTo>
                <a:lnTo>
                  <a:pt x="1285875" y="828675"/>
                </a:lnTo>
                <a:lnTo>
                  <a:pt x="1276350" y="828675"/>
                </a:lnTo>
                <a:lnTo>
                  <a:pt x="1276350" y="838200"/>
                </a:lnTo>
                <a:lnTo>
                  <a:pt x="1266825" y="838200"/>
                </a:lnTo>
                <a:close/>
                <a:moveTo>
                  <a:pt x="2428875" y="828675"/>
                </a:moveTo>
                <a:lnTo>
                  <a:pt x="2438400" y="828675"/>
                </a:lnTo>
                <a:lnTo>
                  <a:pt x="2438400" y="847725"/>
                </a:lnTo>
                <a:lnTo>
                  <a:pt x="2428875" y="847725"/>
                </a:lnTo>
                <a:close/>
                <a:moveTo>
                  <a:pt x="2447925" y="847725"/>
                </a:moveTo>
                <a:lnTo>
                  <a:pt x="2457450" y="847725"/>
                </a:lnTo>
                <a:lnTo>
                  <a:pt x="2457450" y="857250"/>
                </a:lnTo>
                <a:lnTo>
                  <a:pt x="2447925" y="857250"/>
                </a:lnTo>
                <a:close/>
                <a:moveTo>
                  <a:pt x="981075" y="866775"/>
                </a:moveTo>
                <a:lnTo>
                  <a:pt x="1000125" y="866775"/>
                </a:lnTo>
                <a:lnTo>
                  <a:pt x="1000125" y="876300"/>
                </a:lnTo>
                <a:lnTo>
                  <a:pt x="1009650" y="876300"/>
                </a:lnTo>
                <a:lnTo>
                  <a:pt x="1009650" y="885825"/>
                </a:lnTo>
                <a:lnTo>
                  <a:pt x="990600" y="885825"/>
                </a:lnTo>
                <a:lnTo>
                  <a:pt x="990600" y="895350"/>
                </a:lnTo>
                <a:lnTo>
                  <a:pt x="981075" y="895350"/>
                </a:lnTo>
                <a:close/>
                <a:moveTo>
                  <a:pt x="2438400" y="866775"/>
                </a:moveTo>
                <a:lnTo>
                  <a:pt x="2447925" y="866775"/>
                </a:lnTo>
                <a:lnTo>
                  <a:pt x="2447925" y="876300"/>
                </a:lnTo>
                <a:lnTo>
                  <a:pt x="2438400" y="876300"/>
                </a:lnTo>
                <a:close/>
                <a:moveTo>
                  <a:pt x="466725" y="876300"/>
                </a:moveTo>
                <a:lnTo>
                  <a:pt x="476250" y="876300"/>
                </a:lnTo>
                <a:lnTo>
                  <a:pt x="476250" y="885825"/>
                </a:lnTo>
                <a:lnTo>
                  <a:pt x="466725" y="885825"/>
                </a:lnTo>
                <a:close/>
                <a:moveTo>
                  <a:pt x="2362200" y="885825"/>
                </a:moveTo>
                <a:lnTo>
                  <a:pt x="2371725" y="885825"/>
                </a:lnTo>
                <a:lnTo>
                  <a:pt x="2371725" y="895350"/>
                </a:lnTo>
                <a:lnTo>
                  <a:pt x="2362200" y="895350"/>
                </a:lnTo>
                <a:close/>
                <a:moveTo>
                  <a:pt x="1790700" y="895350"/>
                </a:moveTo>
                <a:lnTo>
                  <a:pt x="1800225" y="895350"/>
                </a:lnTo>
                <a:lnTo>
                  <a:pt x="1800225" y="914400"/>
                </a:lnTo>
                <a:lnTo>
                  <a:pt x="1790700" y="914400"/>
                </a:lnTo>
                <a:close/>
                <a:moveTo>
                  <a:pt x="2314575" y="895350"/>
                </a:moveTo>
                <a:lnTo>
                  <a:pt x="2324100" y="895350"/>
                </a:lnTo>
                <a:lnTo>
                  <a:pt x="2324100" y="904875"/>
                </a:lnTo>
                <a:lnTo>
                  <a:pt x="2314575" y="904875"/>
                </a:lnTo>
                <a:close/>
                <a:moveTo>
                  <a:pt x="2438400" y="904875"/>
                </a:moveTo>
                <a:lnTo>
                  <a:pt x="2447925" y="904875"/>
                </a:lnTo>
                <a:lnTo>
                  <a:pt x="2447925" y="914400"/>
                </a:lnTo>
                <a:lnTo>
                  <a:pt x="2457450" y="914400"/>
                </a:lnTo>
                <a:lnTo>
                  <a:pt x="2457450" y="933450"/>
                </a:lnTo>
                <a:lnTo>
                  <a:pt x="2438400" y="933450"/>
                </a:lnTo>
                <a:close/>
                <a:moveTo>
                  <a:pt x="2409825" y="914400"/>
                </a:moveTo>
                <a:lnTo>
                  <a:pt x="2419350" y="914400"/>
                </a:lnTo>
                <a:lnTo>
                  <a:pt x="2419350" y="923925"/>
                </a:lnTo>
                <a:lnTo>
                  <a:pt x="2409825" y="923925"/>
                </a:lnTo>
                <a:close/>
                <a:moveTo>
                  <a:pt x="1190625" y="933450"/>
                </a:moveTo>
                <a:lnTo>
                  <a:pt x="1200150" y="933450"/>
                </a:lnTo>
                <a:lnTo>
                  <a:pt x="1200150" y="942975"/>
                </a:lnTo>
                <a:lnTo>
                  <a:pt x="1190625" y="942975"/>
                </a:lnTo>
                <a:close/>
                <a:moveTo>
                  <a:pt x="1771650" y="933450"/>
                </a:moveTo>
                <a:lnTo>
                  <a:pt x="1790700" y="933450"/>
                </a:lnTo>
                <a:lnTo>
                  <a:pt x="1790700" y="962025"/>
                </a:lnTo>
                <a:lnTo>
                  <a:pt x="1800225" y="962025"/>
                </a:lnTo>
                <a:lnTo>
                  <a:pt x="1800225" y="971550"/>
                </a:lnTo>
                <a:lnTo>
                  <a:pt x="1771650" y="971550"/>
                </a:lnTo>
                <a:close/>
                <a:moveTo>
                  <a:pt x="1876425" y="933450"/>
                </a:moveTo>
                <a:lnTo>
                  <a:pt x="1885950" y="933450"/>
                </a:lnTo>
                <a:lnTo>
                  <a:pt x="1885950" y="942975"/>
                </a:lnTo>
                <a:lnTo>
                  <a:pt x="1876425" y="942975"/>
                </a:lnTo>
                <a:close/>
                <a:moveTo>
                  <a:pt x="1200150" y="942975"/>
                </a:moveTo>
                <a:lnTo>
                  <a:pt x="1209675" y="942975"/>
                </a:lnTo>
                <a:lnTo>
                  <a:pt x="1209675" y="962025"/>
                </a:lnTo>
                <a:lnTo>
                  <a:pt x="1200150" y="962025"/>
                </a:lnTo>
                <a:close/>
                <a:moveTo>
                  <a:pt x="1495425" y="942975"/>
                </a:moveTo>
                <a:lnTo>
                  <a:pt x="1504950" y="942975"/>
                </a:lnTo>
                <a:lnTo>
                  <a:pt x="1504950" y="962025"/>
                </a:lnTo>
                <a:lnTo>
                  <a:pt x="1495425" y="962025"/>
                </a:lnTo>
                <a:close/>
                <a:moveTo>
                  <a:pt x="2000250" y="952500"/>
                </a:moveTo>
                <a:lnTo>
                  <a:pt x="2009775" y="952500"/>
                </a:lnTo>
                <a:lnTo>
                  <a:pt x="2009775" y="962025"/>
                </a:lnTo>
                <a:lnTo>
                  <a:pt x="2000250" y="962025"/>
                </a:lnTo>
                <a:close/>
                <a:moveTo>
                  <a:pt x="2133600" y="952500"/>
                </a:moveTo>
                <a:lnTo>
                  <a:pt x="2143125" y="952500"/>
                </a:lnTo>
                <a:lnTo>
                  <a:pt x="2143125" y="971550"/>
                </a:lnTo>
                <a:lnTo>
                  <a:pt x="2133600" y="971550"/>
                </a:lnTo>
                <a:lnTo>
                  <a:pt x="2133600" y="981075"/>
                </a:lnTo>
                <a:lnTo>
                  <a:pt x="2114550" y="981075"/>
                </a:lnTo>
                <a:lnTo>
                  <a:pt x="2114550" y="962025"/>
                </a:lnTo>
                <a:lnTo>
                  <a:pt x="2133600" y="962025"/>
                </a:lnTo>
                <a:close/>
                <a:moveTo>
                  <a:pt x="2333625" y="952500"/>
                </a:moveTo>
                <a:lnTo>
                  <a:pt x="2343150" y="952500"/>
                </a:lnTo>
                <a:lnTo>
                  <a:pt x="2343150" y="962025"/>
                </a:lnTo>
                <a:lnTo>
                  <a:pt x="2333625" y="962025"/>
                </a:lnTo>
                <a:close/>
                <a:moveTo>
                  <a:pt x="1171575" y="962025"/>
                </a:moveTo>
                <a:lnTo>
                  <a:pt x="1181100" y="962025"/>
                </a:lnTo>
                <a:lnTo>
                  <a:pt x="1181100" y="971550"/>
                </a:lnTo>
                <a:lnTo>
                  <a:pt x="1171575" y="971550"/>
                </a:lnTo>
                <a:close/>
                <a:moveTo>
                  <a:pt x="1476375" y="962025"/>
                </a:moveTo>
                <a:lnTo>
                  <a:pt x="1485900" y="962025"/>
                </a:lnTo>
                <a:lnTo>
                  <a:pt x="1485900" y="971550"/>
                </a:lnTo>
                <a:lnTo>
                  <a:pt x="1476375" y="971550"/>
                </a:lnTo>
                <a:close/>
                <a:moveTo>
                  <a:pt x="2009775" y="962025"/>
                </a:moveTo>
                <a:lnTo>
                  <a:pt x="2028825" y="962025"/>
                </a:lnTo>
                <a:lnTo>
                  <a:pt x="2028825" y="971550"/>
                </a:lnTo>
                <a:lnTo>
                  <a:pt x="2038350" y="971550"/>
                </a:lnTo>
                <a:lnTo>
                  <a:pt x="2038350" y="981075"/>
                </a:lnTo>
                <a:lnTo>
                  <a:pt x="2019300" y="981075"/>
                </a:lnTo>
                <a:lnTo>
                  <a:pt x="2019300" y="971550"/>
                </a:lnTo>
                <a:lnTo>
                  <a:pt x="2009775" y="971550"/>
                </a:lnTo>
                <a:close/>
                <a:moveTo>
                  <a:pt x="2295525" y="962025"/>
                </a:moveTo>
                <a:lnTo>
                  <a:pt x="2314575" y="962025"/>
                </a:lnTo>
                <a:lnTo>
                  <a:pt x="2314575" y="971550"/>
                </a:lnTo>
                <a:lnTo>
                  <a:pt x="2295525" y="971550"/>
                </a:lnTo>
                <a:close/>
                <a:moveTo>
                  <a:pt x="1181100" y="971550"/>
                </a:moveTo>
                <a:lnTo>
                  <a:pt x="1190625" y="971550"/>
                </a:lnTo>
                <a:lnTo>
                  <a:pt x="1190625" y="981075"/>
                </a:lnTo>
                <a:lnTo>
                  <a:pt x="1181100" y="981075"/>
                </a:lnTo>
                <a:close/>
                <a:moveTo>
                  <a:pt x="2047875" y="971550"/>
                </a:moveTo>
                <a:lnTo>
                  <a:pt x="2057400" y="971550"/>
                </a:lnTo>
                <a:lnTo>
                  <a:pt x="2057400" y="981075"/>
                </a:lnTo>
                <a:lnTo>
                  <a:pt x="2047875" y="981075"/>
                </a:lnTo>
                <a:close/>
                <a:moveTo>
                  <a:pt x="2076450" y="971550"/>
                </a:moveTo>
                <a:lnTo>
                  <a:pt x="2095500" y="971550"/>
                </a:lnTo>
                <a:lnTo>
                  <a:pt x="2095500" y="981075"/>
                </a:lnTo>
                <a:lnTo>
                  <a:pt x="2076450" y="981075"/>
                </a:lnTo>
                <a:close/>
                <a:moveTo>
                  <a:pt x="2447925" y="971550"/>
                </a:moveTo>
                <a:lnTo>
                  <a:pt x="2457450" y="971550"/>
                </a:lnTo>
                <a:lnTo>
                  <a:pt x="2457450" y="981075"/>
                </a:lnTo>
                <a:lnTo>
                  <a:pt x="2447925" y="981075"/>
                </a:lnTo>
                <a:close/>
                <a:moveTo>
                  <a:pt x="1485900" y="981075"/>
                </a:moveTo>
                <a:lnTo>
                  <a:pt x="1495425" y="981075"/>
                </a:lnTo>
                <a:lnTo>
                  <a:pt x="1495425" y="990600"/>
                </a:lnTo>
                <a:lnTo>
                  <a:pt x="1485900" y="990600"/>
                </a:lnTo>
                <a:close/>
                <a:moveTo>
                  <a:pt x="2038350" y="981075"/>
                </a:moveTo>
                <a:lnTo>
                  <a:pt x="2047875" y="981075"/>
                </a:lnTo>
                <a:lnTo>
                  <a:pt x="2047875" y="990600"/>
                </a:lnTo>
                <a:lnTo>
                  <a:pt x="2038350" y="990600"/>
                </a:lnTo>
                <a:close/>
                <a:moveTo>
                  <a:pt x="2324100" y="981075"/>
                </a:moveTo>
                <a:lnTo>
                  <a:pt x="2333625" y="981075"/>
                </a:lnTo>
                <a:lnTo>
                  <a:pt x="2333625" y="990600"/>
                </a:lnTo>
                <a:lnTo>
                  <a:pt x="2324100" y="990600"/>
                </a:lnTo>
                <a:close/>
                <a:moveTo>
                  <a:pt x="981075" y="1009650"/>
                </a:moveTo>
                <a:lnTo>
                  <a:pt x="1000125" y="1009650"/>
                </a:lnTo>
                <a:lnTo>
                  <a:pt x="1000125" y="1019175"/>
                </a:lnTo>
                <a:lnTo>
                  <a:pt x="990600" y="1019175"/>
                </a:lnTo>
                <a:lnTo>
                  <a:pt x="990600" y="1028700"/>
                </a:lnTo>
                <a:lnTo>
                  <a:pt x="981075" y="1028700"/>
                </a:lnTo>
                <a:close/>
                <a:moveTo>
                  <a:pt x="2095500" y="1009650"/>
                </a:moveTo>
                <a:lnTo>
                  <a:pt x="2105025" y="1009650"/>
                </a:lnTo>
                <a:lnTo>
                  <a:pt x="2105025" y="1019175"/>
                </a:lnTo>
                <a:lnTo>
                  <a:pt x="2095500" y="1019175"/>
                </a:lnTo>
                <a:close/>
                <a:moveTo>
                  <a:pt x="962025" y="1019175"/>
                </a:moveTo>
                <a:lnTo>
                  <a:pt x="971550" y="1019175"/>
                </a:lnTo>
                <a:lnTo>
                  <a:pt x="971550" y="1028700"/>
                </a:lnTo>
                <a:lnTo>
                  <a:pt x="962025" y="1028700"/>
                </a:lnTo>
                <a:close/>
                <a:moveTo>
                  <a:pt x="2143125" y="1019175"/>
                </a:moveTo>
                <a:lnTo>
                  <a:pt x="2152650" y="1019175"/>
                </a:lnTo>
                <a:lnTo>
                  <a:pt x="2152650" y="1038225"/>
                </a:lnTo>
                <a:lnTo>
                  <a:pt x="2143125" y="1038225"/>
                </a:lnTo>
                <a:close/>
                <a:moveTo>
                  <a:pt x="1038225" y="1028700"/>
                </a:moveTo>
                <a:lnTo>
                  <a:pt x="1047750" y="1028700"/>
                </a:lnTo>
                <a:lnTo>
                  <a:pt x="1047750" y="1038225"/>
                </a:lnTo>
                <a:lnTo>
                  <a:pt x="1038225" y="1038225"/>
                </a:lnTo>
                <a:close/>
                <a:moveTo>
                  <a:pt x="95250" y="1038225"/>
                </a:moveTo>
                <a:lnTo>
                  <a:pt x="104775" y="1038225"/>
                </a:lnTo>
                <a:lnTo>
                  <a:pt x="104775" y="1057275"/>
                </a:lnTo>
                <a:lnTo>
                  <a:pt x="95250" y="1057275"/>
                </a:lnTo>
                <a:close/>
                <a:moveTo>
                  <a:pt x="723900" y="1047750"/>
                </a:moveTo>
                <a:lnTo>
                  <a:pt x="742950" y="1047750"/>
                </a:lnTo>
                <a:lnTo>
                  <a:pt x="742950" y="1057275"/>
                </a:lnTo>
                <a:lnTo>
                  <a:pt x="723900" y="1057275"/>
                </a:lnTo>
                <a:close/>
                <a:moveTo>
                  <a:pt x="1019175" y="1047750"/>
                </a:moveTo>
                <a:lnTo>
                  <a:pt x="1028700" y="1047750"/>
                </a:lnTo>
                <a:lnTo>
                  <a:pt x="1028700" y="1057275"/>
                </a:lnTo>
                <a:lnTo>
                  <a:pt x="1038225" y="1057275"/>
                </a:lnTo>
                <a:lnTo>
                  <a:pt x="1038225" y="1066800"/>
                </a:lnTo>
                <a:lnTo>
                  <a:pt x="1047750" y="1066800"/>
                </a:lnTo>
                <a:lnTo>
                  <a:pt x="1047750" y="1076325"/>
                </a:lnTo>
                <a:lnTo>
                  <a:pt x="1038225" y="1076325"/>
                </a:lnTo>
                <a:lnTo>
                  <a:pt x="1038225" y="1085850"/>
                </a:lnTo>
                <a:lnTo>
                  <a:pt x="1019175" y="1085850"/>
                </a:lnTo>
                <a:lnTo>
                  <a:pt x="1019175" y="1076325"/>
                </a:lnTo>
                <a:lnTo>
                  <a:pt x="1028700" y="1076325"/>
                </a:lnTo>
                <a:lnTo>
                  <a:pt x="1028700" y="1066800"/>
                </a:lnTo>
                <a:lnTo>
                  <a:pt x="1019175" y="1066800"/>
                </a:lnTo>
                <a:close/>
                <a:moveTo>
                  <a:pt x="66675" y="1057275"/>
                </a:moveTo>
                <a:lnTo>
                  <a:pt x="95250" y="1057275"/>
                </a:lnTo>
                <a:lnTo>
                  <a:pt x="95250" y="1066800"/>
                </a:lnTo>
                <a:lnTo>
                  <a:pt x="66675" y="1066800"/>
                </a:lnTo>
                <a:close/>
                <a:moveTo>
                  <a:pt x="2228850" y="1057275"/>
                </a:moveTo>
                <a:lnTo>
                  <a:pt x="2238375" y="1057275"/>
                </a:lnTo>
                <a:lnTo>
                  <a:pt x="2238375" y="1066800"/>
                </a:lnTo>
                <a:lnTo>
                  <a:pt x="2257425" y="1066800"/>
                </a:lnTo>
                <a:lnTo>
                  <a:pt x="2257425" y="1076325"/>
                </a:lnTo>
                <a:lnTo>
                  <a:pt x="2276475" y="1076325"/>
                </a:lnTo>
                <a:lnTo>
                  <a:pt x="2276475" y="1085850"/>
                </a:lnTo>
                <a:lnTo>
                  <a:pt x="2266950" y="1085850"/>
                </a:lnTo>
                <a:lnTo>
                  <a:pt x="2266950" y="1104900"/>
                </a:lnTo>
                <a:lnTo>
                  <a:pt x="2247900" y="1104900"/>
                </a:lnTo>
                <a:lnTo>
                  <a:pt x="2247900" y="1095375"/>
                </a:lnTo>
                <a:lnTo>
                  <a:pt x="2238375" y="1095375"/>
                </a:lnTo>
                <a:lnTo>
                  <a:pt x="2238375" y="1085850"/>
                </a:lnTo>
                <a:lnTo>
                  <a:pt x="2247900" y="1085850"/>
                </a:lnTo>
                <a:lnTo>
                  <a:pt x="2247900" y="1076325"/>
                </a:lnTo>
                <a:lnTo>
                  <a:pt x="2228850" y="1076325"/>
                </a:lnTo>
                <a:close/>
                <a:moveTo>
                  <a:pt x="2428875" y="1057275"/>
                </a:moveTo>
                <a:lnTo>
                  <a:pt x="2438400" y="1057275"/>
                </a:lnTo>
                <a:lnTo>
                  <a:pt x="2438400" y="1066800"/>
                </a:lnTo>
                <a:lnTo>
                  <a:pt x="2447925" y="1066800"/>
                </a:lnTo>
                <a:lnTo>
                  <a:pt x="2447925" y="1076325"/>
                </a:lnTo>
                <a:lnTo>
                  <a:pt x="2428875" y="1076325"/>
                </a:lnTo>
                <a:lnTo>
                  <a:pt x="2428875" y="1095375"/>
                </a:lnTo>
                <a:lnTo>
                  <a:pt x="2419350" y="1095375"/>
                </a:lnTo>
                <a:lnTo>
                  <a:pt x="2419350" y="1114425"/>
                </a:lnTo>
                <a:lnTo>
                  <a:pt x="2409825" y="1114425"/>
                </a:lnTo>
                <a:lnTo>
                  <a:pt x="2409825" y="1104900"/>
                </a:lnTo>
                <a:lnTo>
                  <a:pt x="2400300" y="1104900"/>
                </a:lnTo>
                <a:lnTo>
                  <a:pt x="2400300" y="1085850"/>
                </a:lnTo>
                <a:lnTo>
                  <a:pt x="2409825" y="1085850"/>
                </a:lnTo>
                <a:lnTo>
                  <a:pt x="2409825" y="1076325"/>
                </a:lnTo>
                <a:lnTo>
                  <a:pt x="2419350" y="1076325"/>
                </a:lnTo>
                <a:lnTo>
                  <a:pt x="2419350" y="1066800"/>
                </a:lnTo>
                <a:lnTo>
                  <a:pt x="2428875" y="1066800"/>
                </a:lnTo>
                <a:close/>
                <a:moveTo>
                  <a:pt x="0" y="1076325"/>
                </a:moveTo>
                <a:lnTo>
                  <a:pt x="9525" y="1076325"/>
                </a:lnTo>
                <a:lnTo>
                  <a:pt x="9525" y="1104900"/>
                </a:lnTo>
                <a:lnTo>
                  <a:pt x="0" y="1104900"/>
                </a:lnTo>
                <a:close/>
                <a:moveTo>
                  <a:pt x="104775" y="1085850"/>
                </a:moveTo>
                <a:lnTo>
                  <a:pt x="114300" y="1085850"/>
                </a:lnTo>
                <a:lnTo>
                  <a:pt x="114300" y="1095375"/>
                </a:lnTo>
                <a:lnTo>
                  <a:pt x="104775" y="1095375"/>
                </a:lnTo>
                <a:close/>
                <a:moveTo>
                  <a:pt x="2305050" y="1085850"/>
                </a:moveTo>
                <a:lnTo>
                  <a:pt x="2324100" y="1085850"/>
                </a:lnTo>
                <a:lnTo>
                  <a:pt x="2324100" y="1104900"/>
                </a:lnTo>
                <a:lnTo>
                  <a:pt x="2305050" y="1104900"/>
                </a:lnTo>
                <a:close/>
                <a:moveTo>
                  <a:pt x="47625" y="1095375"/>
                </a:moveTo>
                <a:lnTo>
                  <a:pt x="57150" y="1095375"/>
                </a:lnTo>
                <a:lnTo>
                  <a:pt x="57150" y="1114425"/>
                </a:lnTo>
                <a:lnTo>
                  <a:pt x="76200" y="1114425"/>
                </a:lnTo>
                <a:lnTo>
                  <a:pt x="76200" y="1104900"/>
                </a:lnTo>
                <a:lnTo>
                  <a:pt x="85725" y="1104900"/>
                </a:lnTo>
                <a:lnTo>
                  <a:pt x="85725" y="1114425"/>
                </a:lnTo>
                <a:lnTo>
                  <a:pt x="76200" y="1114425"/>
                </a:lnTo>
                <a:lnTo>
                  <a:pt x="76200" y="1143000"/>
                </a:lnTo>
                <a:lnTo>
                  <a:pt x="85725" y="1143000"/>
                </a:lnTo>
                <a:lnTo>
                  <a:pt x="85725" y="1152525"/>
                </a:lnTo>
                <a:lnTo>
                  <a:pt x="66675" y="1152525"/>
                </a:lnTo>
                <a:lnTo>
                  <a:pt x="66675" y="1133475"/>
                </a:lnTo>
                <a:lnTo>
                  <a:pt x="47625" y="1133475"/>
                </a:lnTo>
                <a:lnTo>
                  <a:pt x="47625" y="1114425"/>
                </a:lnTo>
                <a:lnTo>
                  <a:pt x="38100" y="1114425"/>
                </a:lnTo>
                <a:lnTo>
                  <a:pt x="38100" y="1104900"/>
                </a:lnTo>
                <a:lnTo>
                  <a:pt x="47625" y="1104900"/>
                </a:lnTo>
                <a:close/>
                <a:moveTo>
                  <a:pt x="1085850" y="1095375"/>
                </a:moveTo>
                <a:lnTo>
                  <a:pt x="1095375" y="1095375"/>
                </a:lnTo>
                <a:lnTo>
                  <a:pt x="1095375" y="1104900"/>
                </a:lnTo>
                <a:lnTo>
                  <a:pt x="1085850" y="1104900"/>
                </a:lnTo>
                <a:close/>
                <a:moveTo>
                  <a:pt x="1095375" y="1104900"/>
                </a:moveTo>
                <a:lnTo>
                  <a:pt x="1104900" y="1104900"/>
                </a:lnTo>
                <a:lnTo>
                  <a:pt x="1104900" y="1114425"/>
                </a:lnTo>
                <a:lnTo>
                  <a:pt x="1095375" y="1114425"/>
                </a:lnTo>
                <a:close/>
                <a:moveTo>
                  <a:pt x="2047875" y="1104900"/>
                </a:moveTo>
                <a:lnTo>
                  <a:pt x="2057400" y="1104900"/>
                </a:lnTo>
                <a:lnTo>
                  <a:pt x="2057400" y="1123950"/>
                </a:lnTo>
                <a:lnTo>
                  <a:pt x="2076450" y="1123950"/>
                </a:lnTo>
                <a:lnTo>
                  <a:pt x="2076450" y="1133475"/>
                </a:lnTo>
                <a:lnTo>
                  <a:pt x="2066925" y="1133475"/>
                </a:lnTo>
                <a:lnTo>
                  <a:pt x="2066925" y="1143000"/>
                </a:lnTo>
                <a:lnTo>
                  <a:pt x="2076450" y="1143000"/>
                </a:lnTo>
                <a:lnTo>
                  <a:pt x="2076450" y="1162050"/>
                </a:lnTo>
                <a:lnTo>
                  <a:pt x="2095500" y="1162050"/>
                </a:lnTo>
                <a:lnTo>
                  <a:pt x="2095500" y="1152525"/>
                </a:lnTo>
                <a:lnTo>
                  <a:pt x="2105025" y="1152525"/>
                </a:lnTo>
                <a:lnTo>
                  <a:pt x="2105025" y="1143000"/>
                </a:lnTo>
                <a:lnTo>
                  <a:pt x="2114550" y="1143000"/>
                </a:lnTo>
                <a:lnTo>
                  <a:pt x="2114550" y="1171575"/>
                </a:lnTo>
                <a:lnTo>
                  <a:pt x="2095500" y="1171575"/>
                </a:lnTo>
                <a:lnTo>
                  <a:pt x="2095500" y="1181100"/>
                </a:lnTo>
                <a:lnTo>
                  <a:pt x="2085975" y="1181100"/>
                </a:lnTo>
                <a:lnTo>
                  <a:pt x="2085975" y="1171575"/>
                </a:lnTo>
                <a:lnTo>
                  <a:pt x="2066925" y="1171575"/>
                </a:lnTo>
                <a:lnTo>
                  <a:pt x="2066925" y="1162050"/>
                </a:lnTo>
                <a:lnTo>
                  <a:pt x="2047875" y="1162050"/>
                </a:lnTo>
                <a:lnTo>
                  <a:pt x="2047875" y="1143000"/>
                </a:lnTo>
                <a:lnTo>
                  <a:pt x="2038350" y="1143000"/>
                </a:lnTo>
                <a:lnTo>
                  <a:pt x="2038350" y="1114425"/>
                </a:lnTo>
                <a:lnTo>
                  <a:pt x="2047875" y="1114425"/>
                </a:lnTo>
                <a:close/>
                <a:moveTo>
                  <a:pt x="2447925" y="1104900"/>
                </a:moveTo>
                <a:lnTo>
                  <a:pt x="2457450" y="1104900"/>
                </a:lnTo>
                <a:lnTo>
                  <a:pt x="2457450" y="1114425"/>
                </a:lnTo>
                <a:lnTo>
                  <a:pt x="2447925" y="1114425"/>
                </a:lnTo>
                <a:close/>
                <a:moveTo>
                  <a:pt x="9525" y="1114425"/>
                </a:moveTo>
                <a:lnTo>
                  <a:pt x="28575" y="1114425"/>
                </a:lnTo>
                <a:lnTo>
                  <a:pt x="28575" y="1133475"/>
                </a:lnTo>
                <a:lnTo>
                  <a:pt x="19050" y="1133475"/>
                </a:lnTo>
                <a:lnTo>
                  <a:pt x="19050" y="1143000"/>
                </a:lnTo>
                <a:lnTo>
                  <a:pt x="9525" y="1143000"/>
                </a:lnTo>
                <a:lnTo>
                  <a:pt x="9525" y="1152525"/>
                </a:lnTo>
                <a:lnTo>
                  <a:pt x="0" y="1152525"/>
                </a:lnTo>
                <a:lnTo>
                  <a:pt x="0" y="1123950"/>
                </a:lnTo>
                <a:lnTo>
                  <a:pt x="9525" y="1123950"/>
                </a:lnTo>
                <a:close/>
                <a:moveTo>
                  <a:pt x="838200" y="1114425"/>
                </a:moveTo>
                <a:lnTo>
                  <a:pt x="857250" y="1114425"/>
                </a:lnTo>
                <a:lnTo>
                  <a:pt x="857250" y="1123950"/>
                </a:lnTo>
                <a:lnTo>
                  <a:pt x="838200" y="1123950"/>
                </a:lnTo>
                <a:close/>
                <a:moveTo>
                  <a:pt x="2266950" y="1114425"/>
                </a:moveTo>
                <a:lnTo>
                  <a:pt x="2286000" y="1114425"/>
                </a:lnTo>
                <a:lnTo>
                  <a:pt x="2286000" y="1123950"/>
                </a:lnTo>
                <a:lnTo>
                  <a:pt x="2295525" y="1123950"/>
                </a:lnTo>
                <a:lnTo>
                  <a:pt x="2295525" y="1114425"/>
                </a:lnTo>
                <a:lnTo>
                  <a:pt x="2305050" y="1114425"/>
                </a:lnTo>
                <a:lnTo>
                  <a:pt x="2305050" y="1133475"/>
                </a:lnTo>
                <a:lnTo>
                  <a:pt x="2286000" y="1133475"/>
                </a:lnTo>
                <a:lnTo>
                  <a:pt x="2286000" y="1152525"/>
                </a:lnTo>
                <a:lnTo>
                  <a:pt x="2276475" y="1152525"/>
                </a:lnTo>
                <a:lnTo>
                  <a:pt x="2276475" y="1143000"/>
                </a:lnTo>
                <a:lnTo>
                  <a:pt x="2257425" y="1143000"/>
                </a:lnTo>
                <a:lnTo>
                  <a:pt x="2257425" y="1133475"/>
                </a:lnTo>
                <a:lnTo>
                  <a:pt x="2266950" y="1133475"/>
                </a:lnTo>
                <a:close/>
                <a:moveTo>
                  <a:pt x="2371725" y="1114425"/>
                </a:moveTo>
                <a:lnTo>
                  <a:pt x="2381250" y="1114425"/>
                </a:lnTo>
                <a:lnTo>
                  <a:pt x="2381250" y="1123950"/>
                </a:lnTo>
                <a:lnTo>
                  <a:pt x="2371725" y="1123950"/>
                </a:lnTo>
                <a:close/>
                <a:moveTo>
                  <a:pt x="2419350" y="1114425"/>
                </a:moveTo>
                <a:lnTo>
                  <a:pt x="2447925" y="1114425"/>
                </a:lnTo>
                <a:lnTo>
                  <a:pt x="2447925" y="1123950"/>
                </a:lnTo>
                <a:lnTo>
                  <a:pt x="2419350" y="1123950"/>
                </a:lnTo>
                <a:close/>
                <a:moveTo>
                  <a:pt x="104775" y="1143000"/>
                </a:moveTo>
                <a:lnTo>
                  <a:pt x="123825" y="1143000"/>
                </a:lnTo>
                <a:lnTo>
                  <a:pt x="123825" y="1171575"/>
                </a:lnTo>
                <a:lnTo>
                  <a:pt x="114300" y="1171575"/>
                </a:lnTo>
                <a:lnTo>
                  <a:pt x="114300" y="1162050"/>
                </a:lnTo>
                <a:lnTo>
                  <a:pt x="104775" y="1162050"/>
                </a:lnTo>
                <a:close/>
                <a:moveTo>
                  <a:pt x="1133475" y="1143000"/>
                </a:moveTo>
                <a:lnTo>
                  <a:pt x="1143000" y="1143000"/>
                </a:lnTo>
                <a:lnTo>
                  <a:pt x="1143000" y="1152525"/>
                </a:lnTo>
                <a:lnTo>
                  <a:pt x="1133475" y="1152525"/>
                </a:lnTo>
                <a:close/>
                <a:moveTo>
                  <a:pt x="2000250" y="1143000"/>
                </a:moveTo>
                <a:lnTo>
                  <a:pt x="2009775" y="1143000"/>
                </a:lnTo>
                <a:lnTo>
                  <a:pt x="2009775" y="1152525"/>
                </a:lnTo>
                <a:lnTo>
                  <a:pt x="2000250" y="1152525"/>
                </a:lnTo>
                <a:close/>
                <a:moveTo>
                  <a:pt x="2162175" y="1143000"/>
                </a:moveTo>
                <a:lnTo>
                  <a:pt x="2190750" y="1143000"/>
                </a:lnTo>
                <a:lnTo>
                  <a:pt x="2190750" y="1162050"/>
                </a:lnTo>
                <a:lnTo>
                  <a:pt x="2171700" y="1162050"/>
                </a:lnTo>
                <a:lnTo>
                  <a:pt x="2171700" y="1152525"/>
                </a:lnTo>
                <a:lnTo>
                  <a:pt x="2162175" y="1152525"/>
                </a:lnTo>
                <a:close/>
                <a:moveTo>
                  <a:pt x="2133600" y="1152525"/>
                </a:moveTo>
                <a:lnTo>
                  <a:pt x="2143125" y="1152525"/>
                </a:lnTo>
                <a:lnTo>
                  <a:pt x="2143125" y="1162050"/>
                </a:lnTo>
                <a:lnTo>
                  <a:pt x="2152650" y="1162050"/>
                </a:lnTo>
                <a:lnTo>
                  <a:pt x="2152650" y="1171575"/>
                </a:lnTo>
                <a:lnTo>
                  <a:pt x="2124075" y="1171575"/>
                </a:lnTo>
                <a:lnTo>
                  <a:pt x="2124075" y="1162050"/>
                </a:lnTo>
                <a:lnTo>
                  <a:pt x="2133600" y="1162050"/>
                </a:lnTo>
                <a:close/>
                <a:moveTo>
                  <a:pt x="2400300" y="1152525"/>
                </a:moveTo>
                <a:lnTo>
                  <a:pt x="2409825" y="1152525"/>
                </a:lnTo>
                <a:lnTo>
                  <a:pt x="2409825" y="1171575"/>
                </a:lnTo>
                <a:lnTo>
                  <a:pt x="2400300" y="1171575"/>
                </a:lnTo>
                <a:close/>
                <a:moveTo>
                  <a:pt x="47625" y="1162050"/>
                </a:moveTo>
                <a:lnTo>
                  <a:pt x="66675" y="1162050"/>
                </a:lnTo>
                <a:lnTo>
                  <a:pt x="66675" y="1181100"/>
                </a:lnTo>
                <a:lnTo>
                  <a:pt x="57150" y="1181100"/>
                </a:lnTo>
                <a:lnTo>
                  <a:pt x="57150" y="1171575"/>
                </a:lnTo>
                <a:lnTo>
                  <a:pt x="47625" y="1171575"/>
                </a:lnTo>
                <a:close/>
                <a:moveTo>
                  <a:pt x="285750" y="1162050"/>
                </a:moveTo>
                <a:lnTo>
                  <a:pt x="295275" y="1162050"/>
                </a:lnTo>
                <a:lnTo>
                  <a:pt x="295275" y="1171575"/>
                </a:lnTo>
                <a:lnTo>
                  <a:pt x="314325" y="1171575"/>
                </a:lnTo>
                <a:lnTo>
                  <a:pt x="314325" y="1181100"/>
                </a:lnTo>
                <a:lnTo>
                  <a:pt x="323850" y="1181100"/>
                </a:lnTo>
                <a:lnTo>
                  <a:pt x="323850" y="1190625"/>
                </a:lnTo>
                <a:lnTo>
                  <a:pt x="295275" y="1190625"/>
                </a:lnTo>
                <a:lnTo>
                  <a:pt x="295275" y="1181100"/>
                </a:lnTo>
                <a:lnTo>
                  <a:pt x="285750" y="1181100"/>
                </a:lnTo>
                <a:close/>
                <a:moveTo>
                  <a:pt x="733425" y="1162050"/>
                </a:moveTo>
                <a:lnTo>
                  <a:pt x="752475" y="1162050"/>
                </a:lnTo>
                <a:lnTo>
                  <a:pt x="752475" y="1171575"/>
                </a:lnTo>
                <a:lnTo>
                  <a:pt x="771525" y="1171575"/>
                </a:lnTo>
                <a:lnTo>
                  <a:pt x="771525" y="1181100"/>
                </a:lnTo>
                <a:lnTo>
                  <a:pt x="752475" y="1181100"/>
                </a:lnTo>
                <a:lnTo>
                  <a:pt x="752475" y="1190625"/>
                </a:lnTo>
                <a:lnTo>
                  <a:pt x="742950" y="1190625"/>
                </a:lnTo>
                <a:lnTo>
                  <a:pt x="742950" y="1181100"/>
                </a:lnTo>
                <a:lnTo>
                  <a:pt x="733425" y="1181100"/>
                </a:lnTo>
                <a:close/>
                <a:moveTo>
                  <a:pt x="962025" y="1162050"/>
                </a:moveTo>
                <a:lnTo>
                  <a:pt x="971550" y="1162050"/>
                </a:lnTo>
                <a:lnTo>
                  <a:pt x="971550" y="1171575"/>
                </a:lnTo>
                <a:lnTo>
                  <a:pt x="990600" y="1171575"/>
                </a:lnTo>
                <a:lnTo>
                  <a:pt x="990600" y="1181100"/>
                </a:lnTo>
                <a:lnTo>
                  <a:pt x="1009650" y="1181100"/>
                </a:lnTo>
                <a:lnTo>
                  <a:pt x="1009650" y="1171575"/>
                </a:lnTo>
                <a:lnTo>
                  <a:pt x="1019175" y="1171575"/>
                </a:lnTo>
                <a:lnTo>
                  <a:pt x="1019175" y="1181100"/>
                </a:lnTo>
                <a:lnTo>
                  <a:pt x="1009650" y="1181100"/>
                </a:lnTo>
                <a:lnTo>
                  <a:pt x="1009650" y="1200150"/>
                </a:lnTo>
                <a:lnTo>
                  <a:pt x="1000125" y="1200150"/>
                </a:lnTo>
                <a:lnTo>
                  <a:pt x="1000125" y="1190625"/>
                </a:lnTo>
                <a:lnTo>
                  <a:pt x="952500" y="1190625"/>
                </a:lnTo>
                <a:lnTo>
                  <a:pt x="952500" y="1171575"/>
                </a:lnTo>
                <a:lnTo>
                  <a:pt x="962025" y="1171575"/>
                </a:lnTo>
                <a:close/>
                <a:moveTo>
                  <a:pt x="2266950" y="1162050"/>
                </a:moveTo>
                <a:lnTo>
                  <a:pt x="2295525" y="1162050"/>
                </a:lnTo>
                <a:lnTo>
                  <a:pt x="2295525" y="1190625"/>
                </a:lnTo>
                <a:lnTo>
                  <a:pt x="2276475" y="1190625"/>
                </a:lnTo>
                <a:lnTo>
                  <a:pt x="2276475" y="1200150"/>
                </a:lnTo>
                <a:lnTo>
                  <a:pt x="2247900" y="1200150"/>
                </a:lnTo>
                <a:lnTo>
                  <a:pt x="2247900" y="1219200"/>
                </a:lnTo>
                <a:lnTo>
                  <a:pt x="2219325" y="1219200"/>
                </a:lnTo>
                <a:lnTo>
                  <a:pt x="2219325" y="1200150"/>
                </a:lnTo>
                <a:lnTo>
                  <a:pt x="2209800" y="1200150"/>
                </a:lnTo>
                <a:lnTo>
                  <a:pt x="2209800" y="1190625"/>
                </a:lnTo>
                <a:lnTo>
                  <a:pt x="2200275" y="1190625"/>
                </a:lnTo>
                <a:lnTo>
                  <a:pt x="2200275" y="1171575"/>
                </a:lnTo>
                <a:lnTo>
                  <a:pt x="2266950" y="1171575"/>
                </a:lnTo>
                <a:close/>
                <a:moveTo>
                  <a:pt x="85725" y="1171575"/>
                </a:moveTo>
                <a:lnTo>
                  <a:pt x="95250" y="1171575"/>
                </a:lnTo>
                <a:lnTo>
                  <a:pt x="95250" y="1190625"/>
                </a:lnTo>
                <a:lnTo>
                  <a:pt x="104775" y="1190625"/>
                </a:lnTo>
                <a:lnTo>
                  <a:pt x="104775" y="1209675"/>
                </a:lnTo>
                <a:lnTo>
                  <a:pt x="66675" y="1209675"/>
                </a:lnTo>
                <a:lnTo>
                  <a:pt x="66675" y="1181100"/>
                </a:lnTo>
                <a:lnTo>
                  <a:pt x="85725" y="1181100"/>
                </a:lnTo>
                <a:close/>
                <a:moveTo>
                  <a:pt x="1143000" y="1171575"/>
                </a:moveTo>
                <a:lnTo>
                  <a:pt x="1152525" y="1171575"/>
                </a:lnTo>
                <a:lnTo>
                  <a:pt x="1152525" y="1181100"/>
                </a:lnTo>
                <a:lnTo>
                  <a:pt x="1143000" y="1181100"/>
                </a:lnTo>
                <a:close/>
                <a:moveTo>
                  <a:pt x="1181100" y="1171575"/>
                </a:moveTo>
                <a:lnTo>
                  <a:pt x="1190625" y="1171575"/>
                </a:lnTo>
                <a:lnTo>
                  <a:pt x="1190625" y="1190625"/>
                </a:lnTo>
                <a:lnTo>
                  <a:pt x="1181100" y="1190625"/>
                </a:lnTo>
                <a:close/>
                <a:moveTo>
                  <a:pt x="1990725" y="1171575"/>
                </a:moveTo>
                <a:lnTo>
                  <a:pt x="2019300" y="1171575"/>
                </a:lnTo>
                <a:lnTo>
                  <a:pt x="2019300" y="1209675"/>
                </a:lnTo>
                <a:lnTo>
                  <a:pt x="2009775" y="1209675"/>
                </a:lnTo>
                <a:lnTo>
                  <a:pt x="2009775" y="1219200"/>
                </a:lnTo>
                <a:lnTo>
                  <a:pt x="2000250" y="1219200"/>
                </a:lnTo>
                <a:lnTo>
                  <a:pt x="2000250" y="1209675"/>
                </a:lnTo>
                <a:lnTo>
                  <a:pt x="1971675" y="1209675"/>
                </a:lnTo>
                <a:lnTo>
                  <a:pt x="1971675" y="1200150"/>
                </a:lnTo>
                <a:lnTo>
                  <a:pt x="1962150" y="1200150"/>
                </a:lnTo>
                <a:lnTo>
                  <a:pt x="1962150" y="1181100"/>
                </a:lnTo>
                <a:lnTo>
                  <a:pt x="1971675" y="1181100"/>
                </a:lnTo>
                <a:lnTo>
                  <a:pt x="1971675" y="1200150"/>
                </a:lnTo>
                <a:lnTo>
                  <a:pt x="1981200" y="1200150"/>
                </a:lnTo>
                <a:lnTo>
                  <a:pt x="1981200" y="1190625"/>
                </a:lnTo>
                <a:lnTo>
                  <a:pt x="1990725" y="1190625"/>
                </a:lnTo>
                <a:close/>
                <a:moveTo>
                  <a:pt x="0" y="1181100"/>
                </a:moveTo>
                <a:lnTo>
                  <a:pt x="9525" y="1181100"/>
                </a:lnTo>
                <a:lnTo>
                  <a:pt x="9525" y="1190625"/>
                </a:lnTo>
                <a:lnTo>
                  <a:pt x="19050" y="1190625"/>
                </a:lnTo>
                <a:lnTo>
                  <a:pt x="19050" y="1200150"/>
                </a:lnTo>
                <a:lnTo>
                  <a:pt x="9525" y="1200150"/>
                </a:lnTo>
                <a:lnTo>
                  <a:pt x="9525" y="1209675"/>
                </a:lnTo>
                <a:lnTo>
                  <a:pt x="0" y="1209675"/>
                </a:lnTo>
                <a:close/>
                <a:moveTo>
                  <a:pt x="2343150" y="1181100"/>
                </a:moveTo>
                <a:lnTo>
                  <a:pt x="2352675" y="1181100"/>
                </a:lnTo>
                <a:lnTo>
                  <a:pt x="2352675" y="1190625"/>
                </a:lnTo>
                <a:lnTo>
                  <a:pt x="2343150" y="1190625"/>
                </a:lnTo>
                <a:close/>
                <a:moveTo>
                  <a:pt x="2362200" y="1181100"/>
                </a:moveTo>
                <a:lnTo>
                  <a:pt x="2371725" y="1181100"/>
                </a:lnTo>
                <a:lnTo>
                  <a:pt x="2371725" y="1190625"/>
                </a:lnTo>
                <a:lnTo>
                  <a:pt x="2362200" y="1190625"/>
                </a:lnTo>
                <a:close/>
                <a:moveTo>
                  <a:pt x="1285875" y="1190625"/>
                </a:moveTo>
                <a:lnTo>
                  <a:pt x="1295400" y="1190625"/>
                </a:lnTo>
                <a:lnTo>
                  <a:pt x="1295400" y="1200150"/>
                </a:lnTo>
                <a:lnTo>
                  <a:pt x="1314450" y="1200150"/>
                </a:lnTo>
                <a:lnTo>
                  <a:pt x="1314450" y="1209675"/>
                </a:lnTo>
                <a:lnTo>
                  <a:pt x="1276350" y="1209675"/>
                </a:lnTo>
                <a:lnTo>
                  <a:pt x="1276350" y="1200150"/>
                </a:lnTo>
                <a:lnTo>
                  <a:pt x="1285875" y="1200150"/>
                </a:lnTo>
                <a:close/>
                <a:moveTo>
                  <a:pt x="2295525" y="1190625"/>
                </a:moveTo>
                <a:lnTo>
                  <a:pt x="2305050" y="1190625"/>
                </a:lnTo>
                <a:lnTo>
                  <a:pt x="2305050" y="1209675"/>
                </a:lnTo>
                <a:lnTo>
                  <a:pt x="2324100" y="1209675"/>
                </a:lnTo>
                <a:lnTo>
                  <a:pt x="2324100" y="1219200"/>
                </a:lnTo>
                <a:lnTo>
                  <a:pt x="2295525" y="1219200"/>
                </a:lnTo>
                <a:close/>
                <a:moveTo>
                  <a:pt x="2314575" y="1190625"/>
                </a:moveTo>
                <a:lnTo>
                  <a:pt x="2324100" y="1190625"/>
                </a:lnTo>
                <a:lnTo>
                  <a:pt x="2324100" y="1200150"/>
                </a:lnTo>
                <a:lnTo>
                  <a:pt x="2314575" y="1200150"/>
                </a:lnTo>
                <a:close/>
                <a:moveTo>
                  <a:pt x="2352675" y="1190625"/>
                </a:moveTo>
                <a:lnTo>
                  <a:pt x="2362200" y="1190625"/>
                </a:lnTo>
                <a:lnTo>
                  <a:pt x="2362200" y="1219200"/>
                </a:lnTo>
                <a:lnTo>
                  <a:pt x="2352675" y="1219200"/>
                </a:lnTo>
                <a:close/>
                <a:moveTo>
                  <a:pt x="2381250" y="1190625"/>
                </a:moveTo>
                <a:lnTo>
                  <a:pt x="2390775" y="1190625"/>
                </a:lnTo>
                <a:lnTo>
                  <a:pt x="2390775" y="1200150"/>
                </a:lnTo>
                <a:lnTo>
                  <a:pt x="2400300" y="1200150"/>
                </a:lnTo>
                <a:lnTo>
                  <a:pt x="2400300" y="1209675"/>
                </a:lnTo>
                <a:lnTo>
                  <a:pt x="2390775" y="1209675"/>
                </a:lnTo>
                <a:lnTo>
                  <a:pt x="2390775" y="1219200"/>
                </a:lnTo>
                <a:lnTo>
                  <a:pt x="2381250" y="1219200"/>
                </a:lnTo>
                <a:close/>
                <a:moveTo>
                  <a:pt x="2438400" y="1190625"/>
                </a:moveTo>
                <a:lnTo>
                  <a:pt x="2457450" y="1190625"/>
                </a:lnTo>
                <a:lnTo>
                  <a:pt x="2457450" y="1209675"/>
                </a:lnTo>
                <a:lnTo>
                  <a:pt x="2447925" y="1209675"/>
                </a:lnTo>
                <a:lnTo>
                  <a:pt x="2447925" y="1219200"/>
                </a:lnTo>
                <a:lnTo>
                  <a:pt x="2438400" y="1219200"/>
                </a:lnTo>
                <a:close/>
                <a:moveTo>
                  <a:pt x="19050" y="1209675"/>
                </a:moveTo>
                <a:lnTo>
                  <a:pt x="47625" y="1209675"/>
                </a:lnTo>
                <a:lnTo>
                  <a:pt x="47625" y="1219200"/>
                </a:lnTo>
                <a:lnTo>
                  <a:pt x="19050" y="1219200"/>
                </a:lnTo>
                <a:close/>
                <a:moveTo>
                  <a:pt x="123825" y="1209675"/>
                </a:moveTo>
                <a:lnTo>
                  <a:pt x="133350" y="1209675"/>
                </a:lnTo>
                <a:lnTo>
                  <a:pt x="133350" y="1219200"/>
                </a:lnTo>
                <a:lnTo>
                  <a:pt x="123825" y="1219200"/>
                </a:lnTo>
                <a:close/>
                <a:moveTo>
                  <a:pt x="2114550" y="1209675"/>
                </a:moveTo>
                <a:lnTo>
                  <a:pt x="2143125" y="1209675"/>
                </a:lnTo>
                <a:lnTo>
                  <a:pt x="2143125" y="1219200"/>
                </a:lnTo>
                <a:lnTo>
                  <a:pt x="2114550" y="1219200"/>
                </a:lnTo>
                <a:close/>
                <a:moveTo>
                  <a:pt x="133350" y="1219200"/>
                </a:moveTo>
                <a:lnTo>
                  <a:pt x="142875" y="1219200"/>
                </a:lnTo>
                <a:lnTo>
                  <a:pt x="142875" y="1228725"/>
                </a:lnTo>
                <a:lnTo>
                  <a:pt x="133350" y="1228725"/>
                </a:lnTo>
                <a:close/>
                <a:moveTo>
                  <a:pt x="1524000" y="1219200"/>
                </a:moveTo>
                <a:lnTo>
                  <a:pt x="1533525" y="1219200"/>
                </a:lnTo>
                <a:lnTo>
                  <a:pt x="1533525" y="1228725"/>
                </a:lnTo>
                <a:lnTo>
                  <a:pt x="1524000" y="1228725"/>
                </a:lnTo>
                <a:close/>
                <a:moveTo>
                  <a:pt x="1962150" y="1219200"/>
                </a:moveTo>
                <a:lnTo>
                  <a:pt x="1971675" y="1219200"/>
                </a:lnTo>
                <a:lnTo>
                  <a:pt x="1971675" y="1238250"/>
                </a:lnTo>
                <a:lnTo>
                  <a:pt x="1962150" y="1238250"/>
                </a:lnTo>
                <a:close/>
                <a:moveTo>
                  <a:pt x="2247900" y="1219200"/>
                </a:moveTo>
                <a:lnTo>
                  <a:pt x="2266950" y="1219200"/>
                </a:lnTo>
                <a:lnTo>
                  <a:pt x="2266950" y="1228725"/>
                </a:lnTo>
                <a:lnTo>
                  <a:pt x="2276475" y="1228725"/>
                </a:lnTo>
                <a:lnTo>
                  <a:pt x="2276475" y="1238250"/>
                </a:lnTo>
                <a:lnTo>
                  <a:pt x="2219325" y="1238250"/>
                </a:lnTo>
                <a:lnTo>
                  <a:pt x="2219325" y="1228725"/>
                </a:lnTo>
                <a:lnTo>
                  <a:pt x="2247900" y="1228725"/>
                </a:lnTo>
                <a:close/>
                <a:moveTo>
                  <a:pt x="2362200" y="1219200"/>
                </a:moveTo>
                <a:lnTo>
                  <a:pt x="2381250" y="1219200"/>
                </a:lnTo>
                <a:lnTo>
                  <a:pt x="2381250" y="1228725"/>
                </a:lnTo>
                <a:lnTo>
                  <a:pt x="2362200" y="1228725"/>
                </a:lnTo>
                <a:close/>
                <a:moveTo>
                  <a:pt x="9525" y="1228725"/>
                </a:moveTo>
                <a:lnTo>
                  <a:pt x="57150" y="1228725"/>
                </a:lnTo>
                <a:lnTo>
                  <a:pt x="57150" y="1238250"/>
                </a:lnTo>
                <a:lnTo>
                  <a:pt x="9525" y="1238250"/>
                </a:lnTo>
                <a:close/>
                <a:moveTo>
                  <a:pt x="2057400" y="1228725"/>
                </a:moveTo>
                <a:lnTo>
                  <a:pt x="2066925" y="1228725"/>
                </a:lnTo>
                <a:lnTo>
                  <a:pt x="2066925" y="1238250"/>
                </a:lnTo>
                <a:lnTo>
                  <a:pt x="2057400" y="1238250"/>
                </a:lnTo>
                <a:close/>
                <a:moveTo>
                  <a:pt x="2114550" y="1228725"/>
                </a:moveTo>
                <a:lnTo>
                  <a:pt x="2143125" y="1228725"/>
                </a:lnTo>
                <a:lnTo>
                  <a:pt x="2143125" y="1238250"/>
                </a:lnTo>
                <a:lnTo>
                  <a:pt x="2114550" y="1238250"/>
                </a:lnTo>
                <a:close/>
                <a:moveTo>
                  <a:pt x="2305050" y="1228725"/>
                </a:moveTo>
                <a:lnTo>
                  <a:pt x="2333625" y="1228725"/>
                </a:lnTo>
                <a:lnTo>
                  <a:pt x="2333625" y="1238250"/>
                </a:lnTo>
                <a:lnTo>
                  <a:pt x="2305050" y="1238250"/>
                </a:lnTo>
                <a:close/>
                <a:moveTo>
                  <a:pt x="2343150" y="1228725"/>
                </a:moveTo>
                <a:lnTo>
                  <a:pt x="2362200" y="1228725"/>
                </a:lnTo>
                <a:lnTo>
                  <a:pt x="2362200" y="1238250"/>
                </a:lnTo>
                <a:lnTo>
                  <a:pt x="2343150" y="1238250"/>
                </a:lnTo>
                <a:close/>
                <a:moveTo>
                  <a:pt x="2400300" y="1228725"/>
                </a:moveTo>
                <a:lnTo>
                  <a:pt x="2428875" y="1228725"/>
                </a:lnTo>
                <a:lnTo>
                  <a:pt x="2428875" y="1238250"/>
                </a:lnTo>
                <a:lnTo>
                  <a:pt x="2400300" y="1238250"/>
                </a:lnTo>
                <a:close/>
                <a:moveTo>
                  <a:pt x="438150" y="1247775"/>
                </a:moveTo>
                <a:lnTo>
                  <a:pt x="466725" y="1247775"/>
                </a:lnTo>
                <a:lnTo>
                  <a:pt x="466725" y="1276350"/>
                </a:lnTo>
                <a:lnTo>
                  <a:pt x="428625" y="1276350"/>
                </a:lnTo>
                <a:lnTo>
                  <a:pt x="428625" y="1266825"/>
                </a:lnTo>
                <a:lnTo>
                  <a:pt x="438150" y="1266825"/>
                </a:lnTo>
                <a:close/>
                <a:moveTo>
                  <a:pt x="1085850" y="1247775"/>
                </a:moveTo>
                <a:lnTo>
                  <a:pt x="1095375" y="1247775"/>
                </a:lnTo>
                <a:lnTo>
                  <a:pt x="1095375" y="1257300"/>
                </a:lnTo>
                <a:lnTo>
                  <a:pt x="1085850" y="1257300"/>
                </a:lnTo>
                <a:close/>
                <a:moveTo>
                  <a:pt x="2257425" y="1266825"/>
                </a:moveTo>
                <a:lnTo>
                  <a:pt x="2266950" y="1266825"/>
                </a:lnTo>
                <a:lnTo>
                  <a:pt x="2266950" y="1276350"/>
                </a:lnTo>
                <a:lnTo>
                  <a:pt x="2257425" y="1276350"/>
                </a:lnTo>
                <a:close/>
                <a:moveTo>
                  <a:pt x="1428750" y="1276350"/>
                </a:moveTo>
                <a:lnTo>
                  <a:pt x="1438275" y="1276350"/>
                </a:lnTo>
                <a:lnTo>
                  <a:pt x="1438275" y="1285875"/>
                </a:lnTo>
                <a:lnTo>
                  <a:pt x="1428750" y="1285875"/>
                </a:lnTo>
                <a:close/>
                <a:moveTo>
                  <a:pt x="1466850" y="1276350"/>
                </a:moveTo>
                <a:lnTo>
                  <a:pt x="1476375" y="1276350"/>
                </a:lnTo>
                <a:lnTo>
                  <a:pt x="1476375" y="1304925"/>
                </a:lnTo>
                <a:lnTo>
                  <a:pt x="1466850" y="1304925"/>
                </a:lnTo>
                <a:close/>
                <a:moveTo>
                  <a:pt x="2266950" y="1276350"/>
                </a:moveTo>
                <a:lnTo>
                  <a:pt x="2276475" y="1276350"/>
                </a:lnTo>
                <a:lnTo>
                  <a:pt x="2276475" y="1285875"/>
                </a:lnTo>
                <a:lnTo>
                  <a:pt x="2286000" y="1285875"/>
                </a:lnTo>
                <a:lnTo>
                  <a:pt x="2286000" y="1295400"/>
                </a:lnTo>
                <a:lnTo>
                  <a:pt x="2276475" y="1295400"/>
                </a:lnTo>
                <a:lnTo>
                  <a:pt x="2276475" y="1304925"/>
                </a:lnTo>
                <a:lnTo>
                  <a:pt x="2257425" y="1304925"/>
                </a:lnTo>
                <a:lnTo>
                  <a:pt x="2257425" y="1323975"/>
                </a:lnTo>
                <a:lnTo>
                  <a:pt x="2238375" y="1323975"/>
                </a:lnTo>
                <a:lnTo>
                  <a:pt x="2238375" y="1304925"/>
                </a:lnTo>
                <a:lnTo>
                  <a:pt x="2247900" y="1304925"/>
                </a:lnTo>
                <a:lnTo>
                  <a:pt x="2247900" y="1295400"/>
                </a:lnTo>
                <a:lnTo>
                  <a:pt x="2228850" y="1295400"/>
                </a:lnTo>
                <a:lnTo>
                  <a:pt x="2228850" y="1285875"/>
                </a:lnTo>
                <a:lnTo>
                  <a:pt x="2266950" y="1285875"/>
                </a:lnTo>
                <a:close/>
                <a:moveTo>
                  <a:pt x="523875" y="1285875"/>
                </a:moveTo>
                <a:lnTo>
                  <a:pt x="533400" y="1285875"/>
                </a:lnTo>
                <a:lnTo>
                  <a:pt x="533400" y="1295400"/>
                </a:lnTo>
                <a:lnTo>
                  <a:pt x="542925" y="1295400"/>
                </a:lnTo>
                <a:lnTo>
                  <a:pt x="542925" y="1304925"/>
                </a:lnTo>
                <a:lnTo>
                  <a:pt x="523875" y="1304925"/>
                </a:lnTo>
                <a:close/>
                <a:moveTo>
                  <a:pt x="1952625" y="1285875"/>
                </a:moveTo>
                <a:lnTo>
                  <a:pt x="1962150" y="1285875"/>
                </a:lnTo>
                <a:lnTo>
                  <a:pt x="1962150" y="1295400"/>
                </a:lnTo>
                <a:lnTo>
                  <a:pt x="1952625" y="1295400"/>
                </a:lnTo>
                <a:close/>
                <a:moveTo>
                  <a:pt x="2324100" y="1285875"/>
                </a:moveTo>
                <a:lnTo>
                  <a:pt x="2333625" y="1285875"/>
                </a:lnTo>
                <a:lnTo>
                  <a:pt x="2333625" y="1295400"/>
                </a:lnTo>
                <a:lnTo>
                  <a:pt x="2324100" y="1295400"/>
                </a:lnTo>
                <a:close/>
                <a:moveTo>
                  <a:pt x="66675" y="1295400"/>
                </a:moveTo>
                <a:lnTo>
                  <a:pt x="104775" y="1295400"/>
                </a:lnTo>
                <a:lnTo>
                  <a:pt x="104775" y="1304925"/>
                </a:lnTo>
                <a:lnTo>
                  <a:pt x="95250" y="1304925"/>
                </a:lnTo>
                <a:lnTo>
                  <a:pt x="95250" y="1314450"/>
                </a:lnTo>
                <a:lnTo>
                  <a:pt x="85725" y="1314450"/>
                </a:lnTo>
                <a:lnTo>
                  <a:pt x="85725" y="1352550"/>
                </a:lnTo>
                <a:lnTo>
                  <a:pt x="104775" y="1352550"/>
                </a:lnTo>
                <a:lnTo>
                  <a:pt x="104775" y="1362075"/>
                </a:lnTo>
                <a:lnTo>
                  <a:pt x="114300" y="1362075"/>
                </a:lnTo>
                <a:lnTo>
                  <a:pt x="114300" y="1352550"/>
                </a:lnTo>
                <a:lnTo>
                  <a:pt x="123825" y="1352550"/>
                </a:lnTo>
                <a:lnTo>
                  <a:pt x="123825" y="1371600"/>
                </a:lnTo>
                <a:lnTo>
                  <a:pt x="85725" y="1371600"/>
                </a:lnTo>
                <a:lnTo>
                  <a:pt x="85725" y="1381125"/>
                </a:lnTo>
                <a:lnTo>
                  <a:pt x="76200" y="1381125"/>
                </a:lnTo>
                <a:lnTo>
                  <a:pt x="76200" y="1390650"/>
                </a:lnTo>
                <a:lnTo>
                  <a:pt x="66675" y="1390650"/>
                </a:lnTo>
                <a:lnTo>
                  <a:pt x="66675" y="1381125"/>
                </a:lnTo>
                <a:lnTo>
                  <a:pt x="57150" y="1381125"/>
                </a:lnTo>
                <a:lnTo>
                  <a:pt x="57150" y="1362075"/>
                </a:lnTo>
                <a:lnTo>
                  <a:pt x="47625" y="1362075"/>
                </a:lnTo>
                <a:lnTo>
                  <a:pt x="47625" y="1352550"/>
                </a:lnTo>
                <a:lnTo>
                  <a:pt x="19050" y="1352550"/>
                </a:lnTo>
                <a:lnTo>
                  <a:pt x="19050" y="1323975"/>
                </a:lnTo>
                <a:lnTo>
                  <a:pt x="28575" y="1323975"/>
                </a:lnTo>
                <a:lnTo>
                  <a:pt x="28575" y="1314450"/>
                </a:lnTo>
                <a:lnTo>
                  <a:pt x="38100" y="1314450"/>
                </a:lnTo>
                <a:lnTo>
                  <a:pt x="38100" y="1333500"/>
                </a:lnTo>
                <a:lnTo>
                  <a:pt x="57150" y="1333500"/>
                </a:lnTo>
                <a:lnTo>
                  <a:pt x="57150" y="1352550"/>
                </a:lnTo>
                <a:lnTo>
                  <a:pt x="66675" y="1352550"/>
                </a:lnTo>
                <a:lnTo>
                  <a:pt x="66675" y="1362075"/>
                </a:lnTo>
                <a:lnTo>
                  <a:pt x="76200" y="1362075"/>
                </a:lnTo>
                <a:lnTo>
                  <a:pt x="76200" y="1343025"/>
                </a:lnTo>
                <a:lnTo>
                  <a:pt x="66675" y="1343025"/>
                </a:lnTo>
                <a:lnTo>
                  <a:pt x="66675" y="1314450"/>
                </a:lnTo>
                <a:lnTo>
                  <a:pt x="57150" y="1314450"/>
                </a:lnTo>
                <a:lnTo>
                  <a:pt x="57150" y="1304925"/>
                </a:lnTo>
                <a:lnTo>
                  <a:pt x="66675" y="1304925"/>
                </a:lnTo>
                <a:close/>
                <a:moveTo>
                  <a:pt x="1152525" y="1295400"/>
                </a:moveTo>
                <a:lnTo>
                  <a:pt x="1181100" y="1295400"/>
                </a:lnTo>
                <a:lnTo>
                  <a:pt x="1181100" y="1304925"/>
                </a:lnTo>
                <a:lnTo>
                  <a:pt x="1152525" y="1304925"/>
                </a:lnTo>
                <a:close/>
                <a:moveTo>
                  <a:pt x="1428750" y="1295400"/>
                </a:moveTo>
                <a:lnTo>
                  <a:pt x="1438275" y="1295400"/>
                </a:lnTo>
                <a:lnTo>
                  <a:pt x="1438275" y="1304925"/>
                </a:lnTo>
                <a:lnTo>
                  <a:pt x="1428750" y="1304925"/>
                </a:lnTo>
                <a:close/>
                <a:moveTo>
                  <a:pt x="352425" y="1304925"/>
                </a:moveTo>
                <a:lnTo>
                  <a:pt x="390525" y="1304925"/>
                </a:lnTo>
                <a:lnTo>
                  <a:pt x="390525" y="1323975"/>
                </a:lnTo>
                <a:lnTo>
                  <a:pt x="381000" y="1323975"/>
                </a:lnTo>
                <a:lnTo>
                  <a:pt x="381000" y="1333500"/>
                </a:lnTo>
                <a:lnTo>
                  <a:pt x="371475" y="1333500"/>
                </a:lnTo>
                <a:lnTo>
                  <a:pt x="371475" y="1343025"/>
                </a:lnTo>
                <a:lnTo>
                  <a:pt x="361950" y="1343025"/>
                </a:lnTo>
                <a:lnTo>
                  <a:pt x="361950" y="1333500"/>
                </a:lnTo>
                <a:lnTo>
                  <a:pt x="352425" y="1333500"/>
                </a:lnTo>
                <a:close/>
                <a:moveTo>
                  <a:pt x="1219200" y="1304925"/>
                </a:moveTo>
                <a:lnTo>
                  <a:pt x="1247775" y="1304925"/>
                </a:lnTo>
                <a:lnTo>
                  <a:pt x="1247775" y="1323975"/>
                </a:lnTo>
                <a:lnTo>
                  <a:pt x="1228725" y="1323975"/>
                </a:lnTo>
                <a:lnTo>
                  <a:pt x="1228725" y="1314450"/>
                </a:lnTo>
                <a:lnTo>
                  <a:pt x="1219200" y="1314450"/>
                </a:lnTo>
                <a:close/>
                <a:moveTo>
                  <a:pt x="1457325" y="1304925"/>
                </a:moveTo>
                <a:lnTo>
                  <a:pt x="1466850" y="1304925"/>
                </a:lnTo>
                <a:lnTo>
                  <a:pt x="1466850" y="1323975"/>
                </a:lnTo>
                <a:lnTo>
                  <a:pt x="1457325" y="1323975"/>
                </a:lnTo>
                <a:close/>
                <a:moveTo>
                  <a:pt x="2009775" y="1304925"/>
                </a:moveTo>
                <a:lnTo>
                  <a:pt x="2019300" y="1304925"/>
                </a:lnTo>
                <a:lnTo>
                  <a:pt x="2019300" y="1314450"/>
                </a:lnTo>
                <a:lnTo>
                  <a:pt x="2009775" y="1314450"/>
                </a:lnTo>
                <a:close/>
                <a:moveTo>
                  <a:pt x="2095500" y="1304925"/>
                </a:moveTo>
                <a:lnTo>
                  <a:pt x="2105025" y="1304925"/>
                </a:lnTo>
                <a:lnTo>
                  <a:pt x="2105025" y="1323975"/>
                </a:lnTo>
                <a:lnTo>
                  <a:pt x="2114550" y="1323975"/>
                </a:lnTo>
                <a:lnTo>
                  <a:pt x="2114550" y="1343025"/>
                </a:lnTo>
                <a:lnTo>
                  <a:pt x="2057400" y="1343025"/>
                </a:lnTo>
                <a:lnTo>
                  <a:pt x="2057400" y="1333500"/>
                </a:lnTo>
                <a:lnTo>
                  <a:pt x="2066925" y="1333500"/>
                </a:lnTo>
                <a:lnTo>
                  <a:pt x="2066925" y="1323975"/>
                </a:lnTo>
                <a:lnTo>
                  <a:pt x="2076450" y="1323975"/>
                </a:lnTo>
                <a:lnTo>
                  <a:pt x="2076450" y="1314450"/>
                </a:lnTo>
                <a:lnTo>
                  <a:pt x="2095500" y="1314450"/>
                </a:lnTo>
                <a:close/>
                <a:moveTo>
                  <a:pt x="1962150" y="1314450"/>
                </a:moveTo>
                <a:lnTo>
                  <a:pt x="1971675" y="1314450"/>
                </a:lnTo>
                <a:lnTo>
                  <a:pt x="1971675" y="1323975"/>
                </a:lnTo>
                <a:lnTo>
                  <a:pt x="1962150" y="1323975"/>
                </a:lnTo>
                <a:close/>
                <a:moveTo>
                  <a:pt x="1981200" y="1314450"/>
                </a:moveTo>
                <a:lnTo>
                  <a:pt x="1990725" y="1314450"/>
                </a:lnTo>
                <a:lnTo>
                  <a:pt x="1990725" y="1323975"/>
                </a:lnTo>
                <a:lnTo>
                  <a:pt x="1981200" y="1323975"/>
                </a:lnTo>
                <a:close/>
                <a:moveTo>
                  <a:pt x="2133600" y="1314450"/>
                </a:moveTo>
                <a:lnTo>
                  <a:pt x="2143125" y="1314450"/>
                </a:lnTo>
                <a:lnTo>
                  <a:pt x="2143125" y="1323975"/>
                </a:lnTo>
                <a:lnTo>
                  <a:pt x="2152650" y="1323975"/>
                </a:lnTo>
                <a:lnTo>
                  <a:pt x="2152650" y="1333500"/>
                </a:lnTo>
                <a:lnTo>
                  <a:pt x="2133600" y="1333500"/>
                </a:lnTo>
                <a:close/>
                <a:moveTo>
                  <a:pt x="1524000" y="1323975"/>
                </a:moveTo>
                <a:lnTo>
                  <a:pt x="1533525" y="1323975"/>
                </a:lnTo>
                <a:lnTo>
                  <a:pt x="1533525" y="1333500"/>
                </a:lnTo>
                <a:lnTo>
                  <a:pt x="1524000" y="1333500"/>
                </a:lnTo>
                <a:close/>
                <a:moveTo>
                  <a:pt x="1971675" y="1323975"/>
                </a:moveTo>
                <a:lnTo>
                  <a:pt x="1981200" y="1323975"/>
                </a:lnTo>
                <a:lnTo>
                  <a:pt x="1981200" y="1333500"/>
                </a:lnTo>
                <a:lnTo>
                  <a:pt x="1990725" y="1333500"/>
                </a:lnTo>
                <a:lnTo>
                  <a:pt x="1990725" y="1343025"/>
                </a:lnTo>
                <a:lnTo>
                  <a:pt x="2000250" y="1343025"/>
                </a:lnTo>
                <a:lnTo>
                  <a:pt x="2000250" y="1352550"/>
                </a:lnTo>
                <a:lnTo>
                  <a:pt x="1990725" y="1352550"/>
                </a:lnTo>
                <a:lnTo>
                  <a:pt x="1990725" y="1390650"/>
                </a:lnTo>
                <a:lnTo>
                  <a:pt x="2000250" y="1390650"/>
                </a:lnTo>
                <a:lnTo>
                  <a:pt x="2000250" y="1409700"/>
                </a:lnTo>
                <a:lnTo>
                  <a:pt x="1990725" y="1409700"/>
                </a:lnTo>
                <a:lnTo>
                  <a:pt x="1990725" y="1419225"/>
                </a:lnTo>
                <a:lnTo>
                  <a:pt x="2000250" y="1419225"/>
                </a:lnTo>
                <a:lnTo>
                  <a:pt x="2000250" y="1428750"/>
                </a:lnTo>
                <a:lnTo>
                  <a:pt x="1990725" y="1428750"/>
                </a:lnTo>
                <a:lnTo>
                  <a:pt x="1990725" y="1524000"/>
                </a:lnTo>
                <a:lnTo>
                  <a:pt x="1981200" y="1524000"/>
                </a:lnTo>
                <a:lnTo>
                  <a:pt x="1981200" y="1428750"/>
                </a:lnTo>
                <a:lnTo>
                  <a:pt x="1971675" y="1428750"/>
                </a:lnTo>
                <a:lnTo>
                  <a:pt x="1971675" y="1409700"/>
                </a:lnTo>
                <a:lnTo>
                  <a:pt x="1981200" y="1409700"/>
                </a:lnTo>
                <a:lnTo>
                  <a:pt x="1981200" y="1343025"/>
                </a:lnTo>
                <a:lnTo>
                  <a:pt x="1971675" y="1343025"/>
                </a:lnTo>
                <a:close/>
                <a:moveTo>
                  <a:pt x="2209800" y="1323975"/>
                </a:moveTo>
                <a:lnTo>
                  <a:pt x="2228850" y="1323975"/>
                </a:lnTo>
                <a:lnTo>
                  <a:pt x="2228850" y="1333500"/>
                </a:lnTo>
                <a:lnTo>
                  <a:pt x="2209800" y="1333500"/>
                </a:lnTo>
                <a:close/>
                <a:moveTo>
                  <a:pt x="2257425" y="1323975"/>
                </a:moveTo>
                <a:lnTo>
                  <a:pt x="2266950" y="1323975"/>
                </a:lnTo>
                <a:lnTo>
                  <a:pt x="2266950" y="1333500"/>
                </a:lnTo>
                <a:lnTo>
                  <a:pt x="2257425" y="1333500"/>
                </a:lnTo>
                <a:close/>
                <a:moveTo>
                  <a:pt x="342900" y="1333500"/>
                </a:moveTo>
                <a:lnTo>
                  <a:pt x="352425" y="1333500"/>
                </a:lnTo>
                <a:lnTo>
                  <a:pt x="352425" y="1343025"/>
                </a:lnTo>
                <a:lnTo>
                  <a:pt x="342900" y="1343025"/>
                </a:lnTo>
                <a:close/>
                <a:moveTo>
                  <a:pt x="638175" y="1333500"/>
                </a:moveTo>
                <a:lnTo>
                  <a:pt x="647700" y="1333500"/>
                </a:lnTo>
                <a:lnTo>
                  <a:pt x="647700" y="1352550"/>
                </a:lnTo>
                <a:lnTo>
                  <a:pt x="638175" y="1352550"/>
                </a:lnTo>
                <a:close/>
                <a:moveTo>
                  <a:pt x="2428875" y="1333500"/>
                </a:moveTo>
                <a:lnTo>
                  <a:pt x="2457450" y="1333500"/>
                </a:lnTo>
                <a:lnTo>
                  <a:pt x="2457450" y="1343025"/>
                </a:lnTo>
                <a:lnTo>
                  <a:pt x="2428875" y="1343025"/>
                </a:lnTo>
                <a:close/>
                <a:moveTo>
                  <a:pt x="1276350" y="1343025"/>
                </a:moveTo>
                <a:lnTo>
                  <a:pt x="1285875" y="1343025"/>
                </a:lnTo>
                <a:lnTo>
                  <a:pt x="1285875" y="1352550"/>
                </a:lnTo>
                <a:lnTo>
                  <a:pt x="1276350" y="1352550"/>
                </a:lnTo>
                <a:close/>
                <a:moveTo>
                  <a:pt x="1314450" y="1343025"/>
                </a:moveTo>
                <a:lnTo>
                  <a:pt x="1333500" y="1343025"/>
                </a:lnTo>
                <a:lnTo>
                  <a:pt x="1333500" y="1381125"/>
                </a:lnTo>
                <a:lnTo>
                  <a:pt x="1323975" y="1381125"/>
                </a:lnTo>
                <a:lnTo>
                  <a:pt x="1323975" y="1362075"/>
                </a:lnTo>
                <a:lnTo>
                  <a:pt x="1314450" y="1362075"/>
                </a:lnTo>
                <a:close/>
                <a:moveTo>
                  <a:pt x="876300" y="1352550"/>
                </a:moveTo>
                <a:lnTo>
                  <a:pt x="885825" y="1352550"/>
                </a:lnTo>
                <a:lnTo>
                  <a:pt x="885825" y="1362075"/>
                </a:lnTo>
                <a:lnTo>
                  <a:pt x="876300" y="1362075"/>
                </a:lnTo>
                <a:close/>
                <a:moveTo>
                  <a:pt x="1381125" y="1352550"/>
                </a:moveTo>
                <a:lnTo>
                  <a:pt x="1390650" y="1352550"/>
                </a:lnTo>
                <a:lnTo>
                  <a:pt x="1390650" y="1362075"/>
                </a:lnTo>
                <a:lnTo>
                  <a:pt x="1381125" y="1362075"/>
                </a:lnTo>
                <a:close/>
                <a:moveTo>
                  <a:pt x="2181225" y="1352550"/>
                </a:moveTo>
                <a:lnTo>
                  <a:pt x="2190750" y="1352550"/>
                </a:lnTo>
                <a:lnTo>
                  <a:pt x="2190750" y="1362075"/>
                </a:lnTo>
                <a:lnTo>
                  <a:pt x="2181225" y="1362075"/>
                </a:lnTo>
                <a:close/>
                <a:moveTo>
                  <a:pt x="2390775" y="1352550"/>
                </a:moveTo>
                <a:lnTo>
                  <a:pt x="2419350" y="1352550"/>
                </a:lnTo>
                <a:lnTo>
                  <a:pt x="2419350" y="1362075"/>
                </a:lnTo>
                <a:lnTo>
                  <a:pt x="2400300" y="1362075"/>
                </a:lnTo>
                <a:lnTo>
                  <a:pt x="2400300" y="1371600"/>
                </a:lnTo>
                <a:lnTo>
                  <a:pt x="2390775" y="1371600"/>
                </a:lnTo>
                <a:close/>
                <a:moveTo>
                  <a:pt x="238125" y="1362075"/>
                </a:moveTo>
                <a:lnTo>
                  <a:pt x="247650" y="1362075"/>
                </a:lnTo>
                <a:lnTo>
                  <a:pt x="247650" y="1371600"/>
                </a:lnTo>
                <a:lnTo>
                  <a:pt x="238125" y="1371600"/>
                </a:lnTo>
                <a:close/>
                <a:moveTo>
                  <a:pt x="857250" y="1362075"/>
                </a:moveTo>
                <a:lnTo>
                  <a:pt x="866775" y="1362075"/>
                </a:lnTo>
                <a:lnTo>
                  <a:pt x="866775" y="1371600"/>
                </a:lnTo>
                <a:lnTo>
                  <a:pt x="857250" y="1371600"/>
                </a:lnTo>
                <a:close/>
                <a:moveTo>
                  <a:pt x="1371600" y="1362075"/>
                </a:moveTo>
                <a:lnTo>
                  <a:pt x="1381125" y="1362075"/>
                </a:lnTo>
                <a:lnTo>
                  <a:pt x="1381125" y="1371600"/>
                </a:lnTo>
                <a:lnTo>
                  <a:pt x="1371600" y="1371600"/>
                </a:lnTo>
                <a:close/>
                <a:moveTo>
                  <a:pt x="9525" y="1371600"/>
                </a:moveTo>
                <a:lnTo>
                  <a:pt x="19050" y="1371600"/>
                </a:lnTo>
                <a:lnTo>
                  <a:pt x="19050" y="1381125"/>
                </a:lnTo>
                <a:lnTo>
                  <a:pt x="38100" y="1381125"/>
                </a:lnTo>
                <a:lnTo>
                  <a:pt x="38100" y="1371600"/>
                </a:lnTo>
                <a:lnTo>
                  <a:pt x="47625" y="1371600"/>
                </a:lnTo>
                <a:lnTo>
                  <a:pt x="47625" y="1390650"/>
                </a:lnTo>
                <a:lnTo>
                  <a:pt x="9525" y="1390650"/>
                </a:lnTo>
                <a:close/>
                <a:moveTo>
                  <a:pt x="1362075" y="1371600"/>
                </a:moveTo>
                <a:lnTo>
                  <a:pt x="1371600" y="1371600"/>
                </a:lnTo>
                <a:lnTo>
                  <a:pt x="1371600" y="1381125"/>
                </a:lnTo>
                <a:lnTo>
                  <a:pt x="1362075" y="1381125"/>
                </a:lnTo>
                <a:close/>
                <a:moveTo>
                  <a:pt x="1657350" y="1381125"/>
                </a:moveTo>
                <a:lnTo>
                  <a:pt x="1666875" y="1381125"/>
                </a:lnTo>
                <a:lnTo>
                  <a:pt x="1666875" y="1400175"/>
                </a:lnTo>
                <a:lnTo>
                  <a:pt x="1657350" y="1400175"/>
                </a:lnTo>
                <a:close/>
                <a:moveTo>
                  <a:pt x="2076450" y="1381125"/>
                </a:moveTo>
                <a:lnTo>
                  <a:pt x="2085975" y="1381125"/>
                </a:lnTo>
                <a:lnTo>
                  <a:pt x="2085975" y="1409700"/>
                </a:lnTo>
                <a:lnTo>
                  <a:pt x="2076450" y="1409700"/>
                </a:lnTo>
                <a:close/>
                <a:moveTo>
                  <a:pt x="2438400" y="1390650"/>
                </a:moveTo>
                <a:lnTo>
                  <a:pt x="2457450" y="1390650"/>
                </a:lnTo>
                <a:lnTo>
                  <a:pt x="2457450" y="1428750"/>
                </a:lnTo>
                <a:lnTo>
                  <a:pt x="2447925" y="1428750"/>
                </a:lnTo>
                <a:lnTo>
                  <a:pt x="2447925" y="1409700"/>
                </a:lnTo>
                <a:lnTo>
                  <a:pt x="2438400" y="1409700"/>
                </a:lnTo>
                <a:close/>
                <a:moveTo>
                  <a:pt x="114300" y="1400175"/>
                </a:moveTo>
                <a:lnTo>
                  <a:pt x="123825" y="1400175"/>
                </a:lnTo>
                <a:lnTo>
                  <a:pt x="123825" y="1419225"/>
                </a:lnTo>
                <a:lnTo>
                  <a:pt x="114300" y="1419225"/>
                </a:lnTo>
                <a:close/>
                <a:moveTo>
                  <a:pt x="971550" y="1400175"/>
                </a:moveTo>
                <a:lnTo>
                  <a:pt x="981075" y="1400175"/>
                </a:lnTo>
                <a:lnTo>
                  <a:pt x="981075" y="1409700"/>
                </a:lnTo>
                <a:lnTo>
                  <a:pt x="971550" y="1409700"/>
                </a:lnTo>
                <a:close/>
                <a:moveTo>
                  <a:pt x="1362075" y="1400175"/>
                </a:moveTo>
                <a:lnTo>
                  <a:pt x="1371600" y="1400175"/>
                </a:lnTo>
                <a:lnTo>
                  <a:pt x="1371600" y="1409700"/>
                </a:lnTo>
                <a:lnTo>
                  <a:pt x="1362075" y="1409700"/>
                </a:lnTo>
                <a:close/>
                <a:moveTo>
                  <a:pt x="2105025" y="1400175"/>
                </a:moveTo>
                <a:lnTo>
                  <a:pt x="2114550" y="1400175"/>
                </a:lnTo>
                <a:lnTo>
                  <a:pt x="2114550" y="1419225"/>
                </a:lnTo>
                <a:lnTo>
                  <a:pt x="2105025" y="1419225"/>
                </a:lnTo>
                <a:close/>
                <a:moveTo>
                  <a:pt x="2124075" y="1400175"/>
                </a:moveTo>
                <a:lnTo>
                  <a:pt x="2133600" y="1400175"/>
                </a:lnTo>
                <a:lnTo>
                  <a:pt x="2133600" y="1419225"/>
                </a:lnTo>
                <a:lnTo>
                  <a:pt x="2124075" y="1419225"/>
                </a:lnTo>
                <a:close/>
                <a:moveTo>
                  <a:pt x="2057400" y="1419225"/>
                </a:moveTo>
                <a:lnTo>
                  <a:pt x="2066925" y="1419225"/>
                </a:lnTo>
                <a:lnTo>
                  <a:pt x="2066925" y="1438275"/>
                </a:lnTo>
                <a:lnTo>
                  <a:pt x="2057400" y="1438275"/>
                </a:lnTo>
                <a:close/>
                <a:moveTo>
                  <a:pt x="2162175" y="1419225"/>
                </a:moveTo>
                <a:lnTo>
                  <a:pt x="2171700" y="1419225"/>
                </a:lnTo>
                <a:lnTo>
                  <a:pt x="2171700" y="1428750"/>
                </a:lnTo>
                <a:lnTo>
                  <a:pt x="2162175" y="1428750"/>
                </a:lnTo>
                <a:close/>
                <a:moveTo>
                  <a:pt x="800100" y="1428750"/>
                </a:moveTo>
                <a:lnTo>
                  <a:pt x="809625" y="1428750"/>
                </a:lnTo>
                <a:lnTo>
                  <a:pt x="809625" y="1438275"/>
                </a:lnTo>
                <a:lnTo>
                  <a:pt x="800100" y="1438275"/>
                </a:lnTo>
                <a:close/>
                <a:moveTo>
                  <a:pt x="2076450" y="1428750"/>
                </a:moveTo>
                <a:lnTo>
                  <a:pt x="2085975" y="1428750"/>
                </a:lnTo>
                <a:lnTo>
                  <a:pt x="2085975" y="1438275"/>
                </a:lnTo>
                <a:lnTo>
                  <a:pt x="2076450" y="1438275"/>
                </a:lnTo>
                <a:close/>
                <a:moveTo>
                  <a:pt x="2257425" y="1428750"/>
                </a:moveTo>
                <a:lnTo>
                  <a:pt x="2266950" y="1428750"/>
                </a:lnTo>
                <a:lnTo>
                  <a:pt x="2266950" y="1438275"/>
                </a:lnTo>
                <a:lnTo>
                  <a:pt x="2257425" y="1438275"/>
                </a:lnTo>
                <a:close/>
                <a:moveTo>
                  <a:pt x="104775" y="1438275"/>
                </a:moveTo>
                <a:lnTo>
                  <a:pt x="114300" y="1438275"/>
                </a:lnTo>
                <a:lnTo>
                  <a:pt x="114300" y="1457325"/>
                </a:lnTo>
                <a:lnTo>
                  <a:pt x="104775" y="1457325"/>
                </a:lnTo>
                <a:close/>
                <a:moveTo>
                  <a:pt x="809625" y="1438275"/>
                </a:moveTo>
                <a:lnTo>
                  <a:pt x="819150" y="1438275"/>
                </a:lnTo>
                <a:lnTo>
                  <a:pt x="819150" y="1447800"/>
                </a:lnTo>
                <a:lnTo>
                  <a:pt x="809625" y="1447800"/>
                </a:lnTo>
                <a:close/>
                <a:moveTo>
                  <a:pt x="1828800" y="1438275"/>
                </a:moveTo>
                <a:lnTo>
                  <a:pt x="1838325" y="1438275"/>
                </a:lnTo>
                <a:lnTo>
                  <a:pt x="1838325" y="1447800"/>
                </a:lnTo>
                <a:lnTo>
                  <a:pt x="1828800" y="1447800"/>
                </a:lnTo>
                <a:close/>
                <a:moveTo>
                  <a:pt x="2428875" y="1438275"/>
                </a:moveTo>
                <a:lnTo>
                  <a:pt x="2457450" y="1438275"/>
                </a:lnTo>
                <a:lnTo>
                  <a:pt x="2457450" y="1447800"/>
                </a:lnTo>
                <a:lnTo>
                  <a:pt x="2428875" y="1447800"/>
                </a:lnTo>
                <a:close/>
                <a:moveTo>
                  <a:pt x="28575" y="1447800"/>
                </a:moveTo>
                <a:lnTo>
                  <a:pt x="38100" y="1447800"/>
                </a:lnTo>
                <a:lnTo>
                  <a:pt x="38100" y="1457325"/>
                </a:lnTo>
                <a:lnTo>
                  <a:pt x="28575" y="1457325"/>
                </a:lnTo>
                <a:close/>
                <a:moveTo>
                  <a:pt x="1752600" y="1447800"/>
                </a:moveTo>
                <a:lnTo>
                  <a:pt x="1762125" y="1447800"/>
                </a:lnTo>
                <a:lnTo>
                  <a:pt x="1762125" y="1457325"/>
                </a:lnTo>
                <a:lnTo>
                  <a:pt x="1752600" y="1457325"/>
                </a:lnTo>
                <a:close/>
                <a:moveTo>
                  <a:pt x="1771650" y="1447800"/>
                </a:moveTo>
                <a:lnTo>
                  <a:pt x="1781175" y="1447800"/>
                </a:lnTo>
                <a:lnTo>
                  <a:pt x="1781175" y="1466850"/>
                </a:lnTo>
                <a:lnTo>
                  <a:pt x="1771650" y="1466850"/>
                </a:lnTo>
                <a:close/>
                <a:moveTo>
                  <a:pt x="2076450" y="1447800"/>
                </a:moveTo>
                <a:lnTo>
                  <a:pt x="2085975" y="1447800"/>
                </a:lnTo>
                <a:lnTo>
                  <a:pt x="2085975" y="1457325"/>
                </a:lnTo>
                <a:lnTo>
                  <a:pt x="2076450" y="1457325"/>
                </a:lnTo>
                <a:close/>
                <a:moveTo>
                  <a:pt x="2333625" y="1447800"/>
                </a:moveTo>
                <a:lnTo>
                  <a:pt x="2352675" y="1447800"/>
                </a:lnTo>
                <a:lnTo>
                  <a:pt x="2352675" y="1457325"/>
                </a:lnTo>
                <a:lnTo>
                  <a:pt x="2343150" y="1457325"/>
                </a:lnTo>
                <a:lnTo>
                  <a:pt x="2343150" y="1466850"/>
                </a:lnTo>
                <a:lnTo>
                  <a:pt x="2333625" y="1466850"/>
                </a:lnTo>
                <a:close/>
                <a:moveTo>
                  <a:pt x="47625" y="1457325"/>
                </a:moveTo>
                <a:lnTo>
                  <a:pt x="57150" y="1457325"/>
                </a:lnTo>
                <a:lnTo>
                  <a:pt x="57150" y="1466850"/>
                </a:lnTo>
                <a:lnTo>
                  <a:pt x="47625" y="1466850"/>
                </a:lnTo>
                <a:close/>
                <a:moveTo>
                  <a:pt x="1790700" y="1457325"/>
                </a:moveTo>
                <a:lnTo>
                  <a:pt x="1809750" y="1457325"/>
                </a:lnTo>
                <a:lnTo>
                  <a:pt x="1809750" y="1466850"/>
                </a:lnTo>
                <a:lnTo>
                  <a:pt x="1790700" y="1466850"/>
                </a:lnTo>
                <a:close/>
                <a:moveTo>
                  <a:pt x="2352675" y="1457325"/>
                </a:moveTo>
                <a:lnTo>
                  <a:pt x="2362200" y="1457325"/>
                </a:lnTo>
                <a:lnTo>
                  <a:pt x="2362200" y="1476375"/>
                </a:lnTo>
                <a:lnTo>
                  <a:pt x="2352675" y="1476375"/>
                </a:lnTo>
                <a:close/>
                <a:moveTo>
                  <a:pt x="28575" y="1466850"/>
                </a:moveTo>
                <a:lnTo>
                  <a:pt x="47625" y="1466850"/>
                </a:lnTo>
                <a:lnTo>
                  <a:pt x="47625" y="1476375"/>
                </a:lnTo>
                <a:lnTo>
                  <a:pt x="28575" y="1476375"/>
                </a:lnTo>
                <a:close/>
                <a:moveTo>
                  <a:pt x="2076450" y="1466850"/>
                </a:moveTo>
                <a:lnTo>
                  <a:pt x="2085975" y="1466850"/>
                </a:lnTo>
                <a:lnTo>
                  <a:pt x="2085975" y="1476375"/>
                </a:lnTo>
                <a:lnTo>
                  <a:pt x="2076450" y="1476375"/>
                </a:lnTo>
                <a:close/>
                <a:moveTo>
                  <a:pt x="2190750" y="1466850"/>
                </a:moveTo>
                <a:lnTo>
                  <a:pt x="2209800" y="1466850"/>
                </a:lnTo>
                <a:lnTo>
                  <a:pt x="2209800" y="1476375"/>
                </a:lnTo>
                <a:lnTo>
                  <a:pt x="2219325" y="1476375"/>
                </a:lnTo>
                <a:lnTo>
                  <a:pt x="2219325" y="1495425"/>
                </a:lnTo>
                <a:lnTo>
                  <a:pt x="2190750" y="1495425"/>
                </a:lnTo>
                <a:close/>
                <a:moveTo>
                  <a:pt x="2276475" y="1466850"/>
                </a:moveTo>
                <a:lnTo>
                  <a:pt x="2295525" y="1466850"/>
                </a:lnTo>
                <a:lnTo>
                  <a:pt x="2295525" y="1476375"/>
                </a:lnTo>
                <a:lnTo>
                  <a:pt x="2305050" y="1476375"/>
                </a:lnTo>
                <a:lnTo>
                  <a:pt x="2305050" y="1495425"/>
                </a:lnTo>
                <a:lnTo>
                  <a:pt x="2286000" y="1495425"/>
                </a:lnTo>
                <a:lnTo>
                  <a:pt x="2286000" y="1476375"/>
                </a:lnTo>
                <a:lnTo>
                  <a:pt x="2276475" y="1476375"/>
                </a:lnTo>
                <a:close/>
                <a:moveTo>
                  <a:pt x="2390775" y="1466850"/>
                </a:moveTo>
                <a:lnTo>
                  <a:pt x="2409825" y="1466850"/>
                </a:lnTo>
                <a:lnTo>
                  <a:pt x="2409825" y="1485900"/>
                </a:lnTo>
                <a:lnTo>
                  <a:pt x="2390775" y="1485900"/>
                </a:lnTo>
                <a:close/>
                <a:moveTo>
                  <a:pt x="47625" y="1476375"/>
                </a:moveTo>
                <a:lnTo>
                  <a:pt x="57150" y="1476375"/>
                </a:lnTo>
                <a:lnTo>
                  <a:pt x="57150" y="1485900"/>
                </a:lnTo>
                <a:lnTo>
                  <a:pt x="47625" y="1485900"/>
                </a:lnTo>
                <a:close/>
                <a:moveTo>
                  <a:pt x="276225" y="1476375"/>
                </a:moveTo>
                <a:lnTo>
                  <a:pt x="285750" y="1476375"/>
                </a:lnTo>
                <a:lnTo>
                  <a:pt x="285750" y="1485900"/>
                </a:lnTo>
                <a:lnTo>
                  <a:pt x="276225" y="1485900"/>
                </a:lnTo>
                <a:close/>
                <a:moveTo>
                  <a:pt x="1390650" y="1476375"/>
                </a:moveTo>
                <a:lnTo>
                  <a:pt x="1400175" y="1476375"/>
                </a:lnTo>
                <a:lnTo>
                  <a:pt x="1400175" y="1504950"/>
                </a:lnTo>
                <a:lnTo>
                  <a:pt x="1390650" y="1504950"/>
                </a:lnTo>
                <a:close/>
                <a:moveTo>
                  <a:pt x="1685925" y="1476375"/>
                </a:moveTo>
                <a:lnTo>
                  <a:pt x="1695450" y="1476375"/>
                </a:lnTo>
                <a:lnTo>
                  <a:pt x="1695450" y="1485900"/>
                </a:lnTo>
                <a:lnTo>
                  <a:pt x="1685925" y="1485900"/>
                </a:lnTo>
                <a:close/>
                <a:moveTo>
                  <a:pt x="2343150" y="1476375"/>
                </a:moveTo>
                <a:lnTo>
                  <a:pt x="2352675" y="1476375"/>
                </a:lnTo>
                <a:lnTo>
                  <a:pt x="2352675" y="1485900"/>
                </a:lnTo>
                <a:lnTo>
                  <a:pt x="2343150" y="1485900"/>
                </a:lnTo>
                <a:close/>
                <a:moveTo>
                  <a:pt x="1676400" y="1485900"/>
                </a:moveTo>
                <a:lnTo>
                  <a:pt x="1685925" y="1485900"/>
                </a:lnTo>
                <a:lnTo>
                  <a:pt x="1685925" y="1495425"/>
                </a:lnTo>
                <a:lnTo>
                  <a:pt x="1676400" y="1495425"/>
                </a:lnTo>
                <a:close/>
                <a:moveTo>
                  <a:pt x="2238375" y="1485900"/>
                </a:moveTo>
                <a:lnTo>
                  <a:pt x="2247900" y="1485900"/>
                </a:lnTo>
                <a:lnTo>
                  <a:pt x="2247900" y="1495425"/>
                </a:lnTo>
                <a:lnTo>
                  <a:pt x="2266950" y="1495425"/>
                </a:lnTo>
                <a:lnTo>
                  <a:pt x="2266950" y="1504950"/>
                </a:lnTo>
                <a:lnTo>
                  <a:pt x="2257425" y="1504950"/>
                </a:lnTo>
                <a:lnTo>
                  <a:pt x="2257425" y="1514475"/>
                </a:lnTo>
                <a:lnTo>
                  <a:pt x="2247900" y="1514475"/>
                </a:lnTo>
                <a:lnTo>
                  <a:pt x="2247900" y="1504950"/>
                </a:lnTo>
                <a:lnTo>
                  <a:pt x="2228850" y="1504950"/>
                </a:lnTo>
                <a:lnTo>
                  <a:pt x="2228850" y="1495425"/>
                </a:lnTo>
                <a:lnTo>
                  <a:pt x="2238375" y="1495425"/>
                </a:lnTo>
                <a:close/>
                <a:moveTo>
                  <a:pt x="38100" y="1495425"/>
                </a:moveTo>
                <a:lnTo>
                  <a:pt x="66675" y="1495425"/>
                </a:lnTo>
                <a:lnTo>
                  <a:pt x="66675" y="1562100"/>
                </a:lnTo>
                <a:lnTo>
                  <a:pt x="57150" y="1562100"/>
                </a:lnTo>
                <a:lnTo>
                  <a:pt x="57150" y="1552575"/>
                </a:lnTo>
                <a:lnTo>
                  <a:pt x="47625" y="1552575"/>
                </a:lnTo>
                <a:lnTo>
                  <a:pt x="47625" y="1543050"/>
                </a:lnTo>
                <a:lnTo>
                  <a:pt x="57150" y="1543050"/>
                </a:lnTo>
                <a:lnTo>
                  <a:pt x="57150" y="1514475"/>
                </a:lnTo>
                <a:lnTo>
                  <a:pt x="47625" y="1514475"/>
                </a:lnTo>
                <a:lnTo>
                  <a:pt x="47625" y="1524000"/>
                </a:lnTo>
                <a:lnTo>
                  <a:pt x="38100" y="1524000"/>
                </a:lnTo>
                <a:close/>
                <a:moveTo>
                  <a:pt x="695325" y="1495425"/>
                </a:moveTo>
                <a:lnTo>
                  <a:pt x="704850" y="1495425"/>
                </a:lnTo>
                <a:lnTo>
                  <a:pt x="704850" y="1524000"/>
                </a:lnTo>
                <a:lnTo>
                  <a:pt x="695325" y="1524000"/>
                </a:lnTo>
                <a:close/>
                <a:moveTo>
                  <a:pt x="2276475" y="1495425"/>
                </a:moveTo>
                <a:lnTo>
                  <a:pt x="2286000" y="1495425"/>
                </a:lnTo>
                <a:lnTo>
                  <a:pt x="2286000" y="1504950"/>
                </a:lnTo>
                <a:lnTo>
                  <a:pt x="2276475" y="1504950"/>
                </a:lnTo>
                <a:close/>
                <a:moveTo>
                  <a:pt x="2352675" y="1495425"/>
                </a:moveTo>
                <a:lnTo>
                  <a:pt x="2371725" y="1495425"/>
                </a:lnTo>
                <a:lnTo>
                  <a:pt x="2371725" y="1504950"/>
                </a:lnTo>
                <a:lnTo>
                  <a:pt x="2381250" y="1504950"/>
                </a:lnTo>
                <a:lnTo>
                  <a:pt x="2381250" y="1514475"/>
                </a:lnTo>
                <a:lnTo>
                  <a:pt x="2362200" y="1514475"/>
                </a:lnTo>
                <a:lnTo>
                  <a:pt x="2362200" y="1504950"/>
                </a:lnTo>
                <a:lnTo>
                  <a:pt x="2352675" y="1504950"/>
                </a:lnTo>
                <a:close/>
                <a:moveTo>
                  <a:pt x="2447925" y="1495425"/>
                </a:moveTo>
                <a:lnTo>
                  <a:pt x="2457450" y="1495425"/>
                </a:lnTo>
                <a:lnTo>
                  <a:pt x="2457450" y="1533525"/>
                </a:lnTo>
                <a:lnTo>
                  <a:pt x="2447925" y="1533525"/>
                </a:lnTo>
                <a:lnTo>
                  <a:pt x="2447925" y="1524000"/>
                </a:lnTo>
                <a:lnTo>
                  <a:pt x="2438400" y="1524000"/>
                </a:lnTo>
                <a:lnTo>
                  <a:pt x="2438400" y="1514475"/>
                </a:lnTo>
                <a:lnTo>
                  <a:pt x="2447925" y="1514475"/>
                </a:lnTo>
                <a:close/>
                <a:moveTo>
                  <a:pt x="1704975" y="1504950"/>
                </a:moveTo>
                <a:lnTo>
                  <a:pt x="1714500" y="1504950"/>
                </a:lnTo>
                <a:lnTo>
                  <a:pt x="1714500" y="1514475"/>
                </a:lnTo>
                <a:lnTo>
                  <a:pt x="1704975" y="1514475"/>
                </a:lnTo>
                <a:close/>
                <a:moveTo>
                  <a:pt x="2400300" y="1504950"/>
                </a:moveTo>
                <a:lnTo>
                  <a:pt x="2409825" y="1504950"/>
                </a:lnTo>
                <a:lnTo>
                  <a:pt x="2409825" y="1514475"/>
                </a:lnTo>
                <a:lnTo>
                  <a:pt x="2400300" y="1514475"/>
                </a:lnTo>
                <a:close/>
                <a:moveTo>
                  <a:pt x="714375" y="1514475"/>
                </a:moveTo>
                <a:lnTo>
                  <a:pt x="723900" y="1514475"/>
                </a:lnTo>
                <a:lnTo>
                  <a:pt x="723900" y="1524000"/>
                </a:lnTo>
                <a:lnTo>
                  <a:pt x="742950" y="1524000"/>
                </a:lnTo>
                <a:lnTo>
                  <a:pt x="742950" y="1533525"/>
                </a:lnTo>
                <a:lnTo>
                  <a:pt x="704850" y="1533525"/>
                </a:lnTo>
                <a:lnTo>
                  <a:pt x="704850" y="1524000"/>
                </a:lnTo>
                <a:lnTo>
                  <a:pt x="714375" y="1524000"/>
                </a:lnTo>
                <a:close/>
                <a:moveTo>
                  <a:pt x="2038350" y="1514475"/>
                </a:moveTo>
                <a:lnTo>
                  <a:pt x="2047875" y="1514475"/>
                </a:lnTo>
                <a:lnTo>
                  <a:pt x="2047875" y="1533525"/>
                </a:lnTo>
                <a:lnTo>
                  <a:pt x="2038350" y="1533525"/>
                </a:lnTo>
                <a:close/>
                <a:moveTo>
                  <a:pt x="2295525" y="1514475"/>
                </a:moveTo>
                <a:lnTo>
                  <a:pt x="2305050" y="1514475"/>
                </a:lnTo>
                <a:lnTo>
                  <a:pt x="2305050" y="1524000"/>
                </a:lnTo>
                <a:lnTo>
                  <a:pt x="2295525" y="1524000"/>
                </a:lnTo>
                <a:close/>
                <a:moveTo>
                  <a:pt x="2381250" y="1514475"/>
                </a:moveTo>
                <a:lnTo>
                  <a:pt x="2400300" y="1514475"/>
                </a:lnTo>
                <a:lnTo>
                  <a:pt x="2400300" y="1524000"/>
                </a:lnTo>
                <a:lnTo>
                  <a:pt x="2390775" y="1524000"/>
                </a:lnTo>
                <a:lnTo>
                  <a:pt x="2390775" y="1533525"/>
                </a:lnTo>
                <a:lnTo>
                  <a:pt x="2371725" y="1533525"/>
                </a:lnTo>
                <a:lnTo>
                  <a:pt x="2371725" y="1524000"/>
                </a:lnTo>
                <a:lnTo>
                  <a:pt x="2381250" y="1524000"/>
                </a:lnTo>
                <a:close/>
                <a:moveTo>
                  <a:pt x="2076450" y="1524000"/>
                </a:moveTo>
                <a:lnTo>
                  <a:pt x="2105025" y="1524000"/>
                </a:lnTo>
                <a:lnTo>
                  <a:pt x="2105025" y="1533525"/>
                </a:lnTo>
                <a:lnTo>
                  <a:pt x="2076450" y="1533525"/>
                </a:lnTo>
                <a:close/>
                <a:moveTo>
                  <a:pt x="2400300" y="1524000"/>
                </a:moveTo>
                <a:lnTo>
                  <a:pt x="2409825" y="1524000"/>
                </a:lnTo>
                <a:lnTo>
                  <a:pt x="2409825" y="1533525"/>
                </a:lnTo>
                <a:lnTo>
                  <a:pt x="2400300" y="1533525"/>
                </a:lnTo>
                <a:close/>
                <a:moveTo>
                  <a:pt x="914400" y="1533525"/>
                </a:moveTo>
                <a:lnTo>
                  <a:pt x="923925" y="1533525"/>
                </a:lnTo>
                <a:lnTo>
                  <a:pt x="923925" y="1543050"/>
                </a:lnTo>
                <a:lnTo>
                  <a:pt x="914400" y="1543050"/>
                </a:lnTo>
                <a:close/>
                <a:moveTo>
                  <a:pt x="2209800" y="1533525"/>
                </a:moveTo>
                <a:lnTo>
                  <a:pt x="2228850" y="1533525"/>
                </a:lnTo>
                <a:lnTo>
                  <a:pt x="2228850" y="1543050"/>
                </a:lnTo>
                <a:lnTo>
                  <a:pt x="2209800" y="1543050"/>
                </a:lnTo>
                <a:close/>
                <a:moveTo>
                  <a:pt x="9525" y="1543050"/>
                </a:moveTo>
                <a:lnTo>
                  <a:pt x="28575" y="1543050"/>
                </a:lnTo>
                <a:lnTo>
                  <a:pt x="28575" y="1571625"/>
                </a:lnTo>
                <a:lnTo>
                  <a:pt x="19050" y="1571625"/>
                </a:lnTo>
                <a:lnTo>
                  <a:pt x="19050" y="1590675"/>
                </a:lnTo>
                <a:lnTo>
                  <a:pt x="0" y="1590675"/>
                </a:lnTo>
                <a:lnTo>
                  <a:pt x="0" y="1552575"/>
                </a:lnTo>
                <a:lnTo>
                  <a:pt x="9525" y="1552575"/>
                </a:lnTo>
                <a:close/>
                <a:moveTo>
                  <a:pt x="2305050" y="1543050"/>
                </a:moveTo>
                <a:lnTo>
                  <a:pt x="2314575" y="1543050"/>
                </a:lnTo>
                <a:lnTo>
                  <a:pt x="2314575" y="1571625"/>
                </a:lnTo>
                <a:lnTo>
                  <a:pt x="2305050" y="1571625"/>
                </a:lnTo>
                <a:close/>
                <a:moveTo>
                  <a:pt x="2362200" y="1543050"/>
                </a:moveTo>
                <a:lnTo>
                  <a:pt x="2381250" y="1543050"/>
                </a:lnTo>
                <a:lnTo>
                  <a:pt x="2381250" y="1562100"/>
                </a:lnTo>
                <a:lnTo>
                  <a:pt x="2362200" y="1562100"/>
                </a:lnTo>
                <a:lnTo>
                  <a:pt x="2362200" y="1571625"/>
                </a:lnTo>
                <a:lnTo>
                  <a:pt x="2352675" y="1571625"/>
                </a:lnTo>
                <a:lnTo>
                  <a:pt x="2352675" y="1581150"/>
                </a:lnTo>
                <a:lnTo>
                  <a:pt x="2333625" y="1581150"/>
                </a:lnTo>
                <a:lnTo>
                  <a:pt x="2333625" y="1562100"/>
                </a:lnTo>
                <a:lnTo>
                  <a:pt x="2352675" y="1562100"/>
                </a:lnTo>
                <a:lnTo>
                  <a:pt x="2352675" y="1552575"/>
                </a:lnTo>
                <a:lnTo>
                  <a:pt x="2362200" y="1552575"/>
                </a:lnTo>
                <a:close/>
                <a:moveTo>
                  <a:pt x="2400300" y="1543050"/>
                </a:moveTo>
                <a:lnTo>
                  <a:pt x="2419350" y="1543050"/>
                </a:lnTo>
                <a:lnTo>
                  <a:pt x="2419350" y="1571625"/>
                </a:lnTo>
                <a:lnTo>
                  <a:pt x="2409825" y="1571625"/>
                </a:lnTo>
                <a:lnTo>
                  <a:pt x="2409825" y="1562100"/>
                </a:lnTo>
                <a:lnTo>
                  <a:pt x="2400300" y="1562100"/>
                </a:lnTo>
                <a:close/>
                <a:moveTo>
                  <a:pt x="1371600" y="1552575"/>
                </a:moveTo>
                <a:lnTo>
                  <a:pt x="1390650" y="1552575"/>
                </a:lnTo>
                <a:lnTo>
                  <a:pt x="1390650" y="1571625"/>
                </a:lnTo>
                <a:lnTo>
                  <a:pt x="1371600" y="1571625"/>
                </a:lnTo>
                <a:close/>
                <a:moveTo>
                  <a:pt x="2105025" y="1552575"/>
                </a:moveTo>
                <a:lnTo>
                  <a:pt x="2114550" y="1552575"/>
                </a:lnTo>
                <a:lnTo>
                  <a:pt x="2114550" y="1571625"/>
                </a:lnTo>
                <a:lnTo>
                  <a:pt x="2095500" y="1571625"/>
                </a:lnTo>
                <a:lnTo>
                  <a:pt x="2095500" y="1562100"/>
                </a:lnTo>
                <a:lnTo>
                  <a:pt x="2105025" y="1562100"/>
                </a:lnTo>
                <a:close/>
                <a:moveTo>
                  <a:pt x="2228850" y="1552575"/>
                </a:moveTo>
                <a:lnTo>
                  <a:pt x="2238375" y="1552575"/>
                </a:lnTo>
                <a:lnTo>
                  <a:pt x="2238375" y="1562100"/>
                </a:lnTo>
                <a:lnTo>
                  <a:pt x="2228850" y="1562100"/>
                </a:lnTo>
                <a:close/>
                <a:moveTo>
                  <a:pt x="2219325" y="1562100"/>
                </a:moveTo>
                <a:lnTo>
                  <a:pt x="2228850" y="1562100"/>
                </a:lnTo>
                <a:lnTo>
                  <a:pt x="2228850" y="1571625"/>
                </a:lnTo>
                <a:lnTo>
                  <a:pt x="2219325" y="1571625"/>
                </a:lnTo>
                <a:close/>
                <a:moveTo>
                  <a:pt x="2390775" y="1562100"/>
                </a:moveTo>
                <a:lnTo>
                  <a:pt x="2400300" y="1562100"/>
                </a:lnTo>
                <a:lnTo>
                  <a:pt x="2400300" y="1571625"/>
                </a:lnTo>
                <a:lnTo>
                  <a:pt x="2390775" y="1571625"/>
                </a:lnTo>
                <a:close/>
                <a:moveTo>
                  <a:pt x="857250" y="1571625"/>
                </a:moveTo>
                <a:lnTo>
                  <a:pt x="866775" y="1571625"/>
                </a:lnTo>
                <a:lnTo>
                  <a:pt x="866775" y="1581150"/>
                </a:lnTo>
                <a:lnTo>
                  <a:pt x="857250" y="1581150"/>
                </a:lnTo>
                <a:close/>
                <a:moveTo>
                  <a:pt x="2266950" y="1571625"/>
                </a:moveTo>
                <a:lnTo>
                  <a:pt x="2276475" y="1571625"/>
                </a:lnTo>
                <a:lnTo>
                  <a:pt x="2276475" y="1600200"/>
                </a:lnTo>
                <a:lnTo>
                  <a:pt x="2257425" y="1600200"/>
                </a:lnTo>
                <a:lnTo>
                  <a:pt x="2257425" y="1609725"/>
                </a:lnTo>
                <a:lnTo>
                  <a:pt x="2228850" y="1609725"/>
                </a:lnTo>
                <a:lnTo>
                  <a:pt x="2228850" y="1600200"/>
                </a:lnTo>
                <a:lnTo>
                  <a:pt x="2247900" y="1600200"/>
                </a:lnTo>
                <a:lnTo>
                  <a:pt x="2247900" y="1590675"/>
                </a:lnTo>
                <a:lnTo>
                  <a:pt x="2228850" y="1590675"/>
                </a:lnTo>
                <a:lnTo>
                  <a:pt x="2228850" y="1581150"/>
                </a:lnTo>
                <a:lnTo>
                  <a:pt x="2266950" y="1581150"/>
                </a:lnTo>
                <a:close/>
                <a:moveTo>
                  <a:pt x="2400300" y="1571625"/>
                </a:moveTo>
                <a:lnTo>
                  <a:pt x="2409825" y="1571625"/>
                </a:lnTo>
                <a:lnTo>
                  <a:pt x="2409825" y="1581150"/>
                </a:lnTo>
                <a:lnTo>
                  <a:pt x="2400300" y="1581150"/>
                </a:lnTo>
                <a:close/>
                <a:moveTo>
                  <a:pt x="819150" y="1581150"/>
                </a:moveTo>
                <a:lnTo>
                  <a:pt x="828675" y="1581150"/>
                </a:lnTo>
                <a:lnTo>
                  <a:pt x="828675" y="1590675"/>
                </a:lnTo>
                <a:lnTo>
                  <a:pt x="819150" y="1590675"/>
                </a:lnTo>
                <a:close/>
                <a:moveTo>
                  <a:pt x="1695450" y="1581150"/>
                </a:moveTo>
                <a:lnTo>
                  <a:pt x="1704975" y="1581150"/>
                </a:lnTo>
                <a:lnTo>
                  <a:pt x="1704975" y="1590675"/>
                </a:lnTo>
                <a:lnTo>
                  <a:pt x="1714500" y="1590675"/>
                </a:lnTo>
                <a:lnTo>
                  <a:pt x="1714500" y="1581150"/>
                </a:lnTo>
                <a:lnTo>
                  <a:pt x="1743075" y="1581150"/>
                </a:lnTo>
                <a:lnTo>
                  <a:pt x="1743075" y="1590675"/>
                </a:lnTo>
                <a:lnTo>
                  <a:pt x="1733550" y="1590675"/>
                </a:lnTo>
                <a:lnTo>
                  <a:pt x="1733550" y="1600200"/>
                </a:lnTo>
                <a:lnTo>
                  <a:pt x="1695450" y="1600200"/>
                </a:lnTo>
                <a:close/>
                <a:moveTo>
                  <a:pt x="76200" y="1590675"/>
                </a:moveTo>
                <a:lnTo>
                  <a:pt x="85725" y="1590675"/>
                </a:lnTo>
                <a:lnTo>
                  <a:pt x="85725" y="1609725"/>
                </a:lnTo>
                <a:lnTo>
                  <a:pt x="76200" y="1609725"/>
                </a:lnTo>
                <a:close/>
                <a:moveTo>
                  <a:pt x="1009650" y="1590675"/>
                </a:moveTo>
                <a:lnTo>
                  <a:pt x="1019175" y="1590675"/>
                </a:lnTo>
                <a:lnTo>
                  <a:pt x="1019175" y="1600200"/>
                </a:lnTo>
                <a:lnTo>
                  <a:pt x="1009650" y="1600200"/>
                </a:lnTo>
                <a:close/>
                <a:moveTo>
                  <a:pt x="1085850" y="1590675"/>
                </a:moveTo>
                <a:lnTo>
                  <a:pt x="1095375" y="1590675"/>
                </a:lnTo>
                <a:lnTo>
                  <a:pt x="1095375" y="1600200"/>
                </a:lnTo>
                <a:lnTo>
                  <a:pt x="1085850" y="1600200"/>
                </a:lnTo>
                <a:close/>
                <a:moveTo>
                  <a:pt x="2066925" y="1590675"/>
                </a:moveTo>
                <a:lnTo>
                  <a:pt x="2076450" y="1590675"/>
                </a:lnTo>
                <a:lnTo>
                  <a:pt x="2076450" y="1619250"/>
                </a:lnTo>
                <a:lnTo>
                  <a:pt x="2066925" y="1619250"/>
                </a:lnTo>
                <a:close/>
                <a:moveTo>
                  <a:pt x="2171700" y="1590675"/>
                </a:moveTo>
                <a:lnTo>
                  <a:pt x="2209800" y="1590675"/>
                </a:lnTo>
                <a:lnTo>
                  <a:pt x="2209800" y="1600200"/>
                </a:lnTo>
                <a:lnTo>
                  <a:pt x="2190750" y="1600200"/>
                </a:lnTo>
                <a:lnTo>
                  <a:pt x="2190750" y="1628775"/>
                </a:lnTo>
                <a:lnTo>
                  <a:pt x="2171700" y="1628775"/>
                </a:lnTo>
                <a:lnTo>
                  <a:pt x="2171700" y="1619250"/>
                </a:lnTo>
                <a:lnTo>
                  <a:pt x="2152650" y="1619250"/>
                </a:lnTo>
                <a:lnTo>
                  <a:pt x="2152650" y="1609725"/>
                </a:lnTo>
                <a:lnTo>
                  <a:pt x="2133600" y="1609725"/>
                </a:lnTo>
                <a:lnTo>
                  <a:pt x="2133600" y="1600200"/>
                </a:lnTo>
                <a:lnTo>
                  <a:pt x="2171700" y="1600200"/>
                </a:lnTo>
                <a:close/>
                <a:moveTo>
                  <a:pt x="28575" y="1609725"/>
                </a:moveTo>
                <a:lnTo>
                  <a:pt x="38100" y="1609725"/>
                </a:lnTo>
                <a:lnTo>
                  <a:pt x="38100" y="1619250"/>
                </a:lnTo>
                <a:lnTo>
                  <a:pt x="28575" y="1619250"/>
                </a:lnTo>
                <a:close/>
                <a:moveTo>
                  <a:pt x="1209675" y="1609725"/>
                </a:moveTo>
                <a:lnTo>
                  <a:pt x="1219200" y="1609725"/>
                </a:lnTo>
                <a:lnTo>
                  <a:pt x="1219200" y="1619250"/>
                </a:lnTo>
                <a:lnTo>
                  <a:pt x="1209675" y="1619250"/>
                </a:lnTo>
                <a:close/>
                <a:moveTo>
                  <a:pt x="1990725" y="1609725"/>
                </a:moveTo>
                <a:lnTo>
                  <a:pt x="2000250" y="1609725"/>
                </a:lnTo>
                <a:lnTo>
                  <a:pt x="2000250" y="1619250"/>
                </a:lnTo>
                <a:lnTo>
                  <a:pt x="1990725" y="1619250"/>
                </a:lnTo>
                <a:close/>
                <a:moveTo>
                  <a:pt x="2047875" y="1609725"/>
                </a:moveTo>
                <a:lnTo>
                  <a:pt x="2057400" y="1609725"/>
                </a:lnTo>
                <a:lnTo>
                  <a:pt x="2057400" y="1619250"/>
                </a:lnTo>
                <a:lnTo>
                  <a:pt x="2047875" y="1619250"/>
                </a:lnTo>
                <a:close/>
                <a:moveTo>
                  <a:pt x="2362200" y="1609725"/>
                </a:moveTo>
                <a:lnTo>
                  <a:pt x="2390775" y="1609725"/>
                </a:lnTo>
                <a:lnTo>
                  <a:pt x="2390775" y="1619250"/>
                </a:lnTo>
                <a:lnTo>
                  <a:pt x="2381250" y="1619250"/>
                </a:lnTo>
                <a:lnTo>
                  <a:pt x="2381250" y="1628775"/>
                </a:lnTo>
                <a:lnTo>
                  <a:pt x="2371725" y="1628775"/>
                </a:lnTo>
                <a:lnTo>
                  <a:pt x="2371725" y="1638300"/>
                </a:lnTo>
                <a:lnTo>
                  <a:pt x="2343150" y="1638300"/>
                </a:lnTo>
                <a:lnTo>
                  <a:pt x="2343150" y="1628775"/>
                </a:lnTo>
                <a:lnTo>
                  <a:pt x="2352675" y="1628775"/>
                </a:lnTo>
                <a:lnTo>
                  <a:pt x="2352675" y="1619250"/>
                </a:lnTo>
                <a:lnTo>
                  <a:pt x="2362200" y="1619250"/>
                </a:lnTo>
                <a:close/>
                <a:moveTo>
                  <a:pt x="2238375" y="1619250"/>
                </a:moveTo>
                <a:lnTo>
                  <a:pt x="2247900" y="1619250"/>
                </a:lnTo>
                <a:lnTo>
                  <a:pt x="2247900" y="1628775"/>
                </a:lnTo>
                <a:lnTo>
                  <a:pt x="2238375" y="1628775"/>
                </a:lnTo>
                <a:close/>
                <a:moveTo>
                  <a:pt x="485775" y="1628775"/>
                </a:moveTo>
                <a:lnTo>
                  <a:pt x="495300" y="1628775"/>
                </a:lnTo>
                <a:lnTo>
                  <a:pt x="495300" y="1638300"/>
                </a:lnTo>
                <a:lnTo>
                  <a:pt x="504825" y="1638300"/>
                </a:lnTo>
                <a:lnTo>
                  <a:pt x="504825" y="1628775"/>
                </a:lnTo>
                <a:lnTo>
                  <a:pt x="514350" y="1628775"/>
                </a:lnTo>
                <a:lnTo>
                  <a:pt x="514350" y="1647825"/>
                </a:lnTo>
                <a:lnTo>
                  <a:pt x="485775" y="1647825"/>
                </a:lnTo>
                <a:lnTo>
                  <a:pt x="485775" y="1657350"/>
                </a:lnTo>
                <a:lnTo>
                  <a:pt x="466725" y="1657350"/>
                </a:lnTo>
                <a:lnTo>
                  <a:pt x="466725" y="1647825"/>
                </a:lnTo>
                <a:lnTo>
                  <a:pt x="457200" y="1647825"/>
                </a:lnTo>
                <a:lnTo>
                  <a:pt x="457200" y="1638300"/>
                </a:lnTo>
                <a:lnTo>
                  <a:pt x="485775" y="1638300"/>
                </a:lnTo>
                <a:close/>
                <a:moveTo>
                  <a:pt x="1171575" y="1628775"/>
                </a:moveTo>
                <a:lnTo>
                  <a:pt x="1181100" y="1628775"/>
                </a:lnTo>
                <a:lnTo>
                  <a:pt x="1181100" y="1638300"/>
                </a:lnTo>
                <a:lnTo>
                  <a:pt x="1171575" y="1638300"/>
                </a:lnTo>
                <a:close/>
                <a:moveTo>
                  <a:pt x="1219200" y="1628775"/>
                </a:moveTo>
                <a:lnTo>
                  <a:pt x="1228725" y="1628775"/>
                </a:lnTo>
                <a:lnTo>
                  <a:pt x="1228725" y="1638300"/>
                </a:lnTo>
                <a:lnTo>
                  <a:pt x="1219200" y="1638300"/>
                </a:lnTo>
                <a:close/>
                <a:moveTo>
                  <a:pt x="28575" y="1638300"/>
                </a:moveTo>
                <a:lnTo>
                  <a:pt x="38100" y="1638300"/>
                </a:lnTo>
                <a:lnTo>
                  <a:pt x="38100" y="1676400"/>
                </a:lnTo>
                <a:lnTo>
                  <a:pt x="28575" y="1676400"/>
                </a:lnTo>
                <a:lnTo>
                  <a:pt x="28575" y="1657350"/>
                </a:lnTo>
                <a:lnTo>
                  <a:pt x="19050" y="1657350"/>
                </a:lnTo>
                <a:lnTo>
                  <a:pt x="19050" y="1647825"/>
                </a:lnTo>
                <a:lnTo>
                  <a:pt x="28575" y="1647825"/>
                </a:lnTo>
                <a:close/>
                <a:moveTo>
                  <a:pt x="781050" y="1638300"/>
                </a:moveTo>
                <a:lnTo>
                  <a:pt x="790575" y="1638300"/>
                </a:lnTo>
                <a:lnTo>
                  <a:pt x="790575" y="1647825"/>
                </a:lnTo>
                <a:lnTo>
                  <a:pt x="781050" y="1647825"/>
                </a:lnTo>
                <a:close/>
                <a:moveTo>
                  <a:pt x="2143125" y="1638300"/>
                </a:moveTo>
                <a:lnTo>
                  <a:pt x="2152650" y="1638300"/>
                </a:lnTo>
                <a:lnTo>
                  <a:pt x="2152650" y="1647825"/>
                </a:lnTo>
                <a:lnTo>
                  <a:pt x="2171700" y="1647825"/>
                </a:lnTo>
                <a:lnTo>
                  <a:pt x="2171700" y="1657350"/>
                </a:lnTo>
                <a:lnTo>
                  <a:pt x="2152650" y="1657350"/>
                </a:lnTo>
                <a:lnTo>
                  <a:pt x="2152650" y="1666875"/>
                </a:lnTo>
                <a:lnTo>
                  <a:pt x="2143125" y="1666875"/>
                </a:lnTo>
                <a:lnTo>
                  <a:pt x="2143125" y="1685925"/>
                </a:lnTo>
                <a:lnTo>
                  <a:pt x="2162175" y="1685925"/>
                </a:lnTo>
                <a:lnTo>
                  <a:pt x="2162175" y="1695450"/>
                </a:lnTo>
                <a:lnTo>
                  <a:pt x="2171700" y="1695450"/>
                </a:lnTo>
                <a:lnTo>
                  <a:pt x="2171700" y="1685925"/>
                </a:lnTo>
                <a:lnTo>
                  <a:pt x="2181225" y="1685925"/>
                </a:lnTo>
                <a:lnTo>
                  <a:pt x="2181225" y="1676400"/>
                </a:lnTo>
                <a:lnTo>
                  <a:pt x="2209800" y="1676400"/>
                </a:lnTo>
                <a:lnTo>
                  <a:pt x="2209800" y="1685925"/>
                </a:lnTo>
                <a:lnTo>
                  <a:pt x="2200275" y="1685925"/>
                </a:lnTo>
                <a:lnTo>
                  <a:pt x="2200275" y="1704975"/>
                </a:lnTo>
                <a:lnTo>
                  <a:pt x="2190750" y="1704975"/>
                </a:lnTo>
                <a:lnTo>
                  <a:pt x="2190750" y="1714500"/>
                </a:lnTo>
                <a:lnTo>
                  <a:pt x="2181225" y="1714500"/>
                </a:lnTo>
                <a:lnTo>
                  <a:pt x="2181225" y="1724025"/>
                </a:lnTo>
                <a:lnTo>
                  <a:pt x="2171700" y="1724025"/>
                </a:lnTo>
                <a:lnTo>
                  <a:pt x="2171700" y="1743075"/>
                </a:lnTo>
                <a:lnTo>
                  <a:pt x="2181225" y="1743075"/>
                </a:lnTo>
                <a:lnTo>
                  <a:pt x="2181225" y="1752600"/>
                </a:lnTo>
                <a:lnTo>
                  <a:pt x="2190750" y="1752600"/>
                </a:lnTo>
                <a:lnTo>
                  <a:pt x="2190750" y="1762125"/>
                </a:lnTo>
                <a:lnTo>
                  <a:pt x="2200275" y="1762125"/>
                </a:lnTo>
                <a:lnTo>
                  <a:pt x="2200275" y="1771650"/>
                </a:lnTo>
                <a:lnTo>
                  <a:pt x="2209800" y="1771650"/>
                </a:lnTo>
                <a:lnTo>
                  <a:pt x="2209800" y="1800225"/>
                </a:lnTo>
                <a:lnTo>
                  <a:pt x="2181225" y="1800225"/>
                </a:lnTo>
                <a:lnTo>
                  <a:pt x="2181225" y="1762125"/>
                </a:lnTo>
                <a:lnTo>
                  <a:pt x="2171700" y="1762125"/>
                </a:lnTo>
                <a:lnTo>
                  <a:pt x="2171700" y="1752600"/>
                </a:lnTo>
                <a:lnTo>
                  <a:pt x="2162175" y="1752600"/>
                </a:lnTo>
                <a:lnTo>
                  <a:pt x="2162175" y="1743075"/>
                </a:lnTo>
                <a:lnTo>
                  <a:pt x="2143125" y="1743075"/>
                </a:lnTo>
                <a:lnTo>
                  <a:pt x="2143125" y="1752600"/>
                </a:lnTo>
                <a:lnTo>
                  <a:pt x="2114550" y="1752600"/>
                </a:lnTo>
                <a:lnTo>
                  <a:pt x="2114550" y="1733550"/>
                </a:lnTo>
                <a:lnTo>
                  <a:pt x="2124075" y="1733550"/>
                </a:lnTo>
                <a:lnTo>
                  <a:pt x="2124075" y="1743075"/>
                </a:lnTo>
                <a:lnTo>
                  <a:pt x="2133600" y="1743075"/>
                </a:lnTo>
                <a:lnTo>
                  <a:pt x="2133600" y="1724025"/>
                </a:lnTo>
                <a:lnTo>
                  <a:pt x="2143125" y="1724025"/>
                </a:lnTo>
                <a:lnTo>
                  <a:pt x="2143125" y="1714500"/>
                </a:lnTo>
                <a:lnTo>
                  <a:pt x="2152650" y="1714500"/>
                </a:lnTo>
                <a:lnTo>
                  <a:pt x="2152650" y="1724025"/>
                </a:lnTo>
                <a:lnTo>
                  <a:pt x="2162175" y="1724025"/>
                </a:lnTo>
                <a:lnTo>
                  <a:pt x="2162175" y="1704975"/>
                </a:lnTo>
                <a:lnTo>
                  <a:pt x="2124075" y="1704975"/>
                </a:lnTo>
                <a:lnTo>
                  <a:pt x="2124075" y="1695450"/>
                </a:lnTo>
                <a:lnTo>
                  <a:pt x="2133600" y="1695450"/>
                </a:lnTo>
                <a:lnTo>
                  <a:pt x="2133600" y="1676400"/>
                </a:lnTo>
                <a:lnTo>
                  <a:pt x="2124075" y="1676400"/>
                </a:lnTo>
                <a:lnTo>
                  <a:pt x="2124075" y="1657350"/>
                </a:lnTo>
                <a:lnTo>
                  <a:pt x="2133600" y="1657350"/>
                </a:lnTo>
                <a:lnTo>
                  <a:pt x="2133600" y="1647825"/>
                </a:lnTo>
                <a:lnTo>
                  <a:pt x="2143125" y="1647825"/>
                </a:lnTo>
                <a:close/>
                <a:moveTo>
                  <a:pt x="2190750" y="1638300"/>
                </a:moveTo>
                <a:lnTo>
                  <a:pt x="2209800" y="1638300"/>
                </a:lnTo>
                <a:lnTo>
                  <a:pt x="2209800" y="1647825"/>
                </a:lnTo>
                <a:lnTo>
                  <a:pt x="2219325" y="1647825"/>
                </a:lnTo>
                <a:lnTo>
                  <a:pt x="2219325" y="1666875"/>
                </a:lnTo>
                <a:lnTo>
                  <a:pt x="2181225" y="1666875"/>
                </a:lnTo>
                <a:lnTo>
                  <a:pt x="2181225" y="1657350"/>
                </a:lnTo>
                <a:lnTo>
                  <a:pt x="2200275" y="1657350"/>
                </a:lnTo>
                <a:lnTo>
                  <a:pt x="2200275" y="1647825"/>
                </a:lnTo>
                <a:lnTo>
                  <a:pt x="2190750" y="1647825"/>
                </a:lnTo>
                <a:close/>
                <a:moveTo>
                  <a:pt x="2276475" y="1638300"/>
                </a:moveTo>
                <a:lnTo>
                  <a:pt x="2286000" y="1638300"/>
                </a:lnTo>
                <a:lnTo>
                  <a:pt x="2286000" y="1647825"/>
                </a:lnTo>
                <a:lnTo>
                  <a:pt x="2295525" y="1647825"/>
                </a:lnTo>
                <a:lnTo>
                  <a:pt x="2295525" y="1657350"/>
                </a:lnTo>
                <a:lnTo>
                  <a:pt x="2276475" y="1657350"/>
                </a:lnTo>
                <a:lnTo>
                  <a:pt x="2276475" y="1666875"/>
                </a:lnTo>
                <a:lnTo>
                  <a:pt x="2257425" y="1666875"/>
                </a:lnTo>
                <a:lnTo>
                  <a:pt x="2257425" y="1657350"/>
                </a:lnTo>
                <a:lnTo>
                  <a:pt x="2266950" y="1657350"/>
                </a:lnTo>
                <a:lnTo>
                  <a:pt x="2266950" y="1647825"/>
                </a:lnTo>
                <a:lnTo>
                  <a:pt x="2276475" y="1647825"/>
                </a:lnTo>
                <a:close/>
                <a:moveTo>
                  <a:pt x="2447925" y="1638300"/>
                </a:moveTo>
                <a:lnTo>
                  <a:pt x="2457450" y="1638300"/>
                </a:lnTo>
                <a:lnTo>
                  <a:pt x="2457450" y="1647825"/>
                </a:lnTo>
                <a:lnTo>
                  <a:pt x="2447925" y="1647825"/>
                </a:lnTo>
                <a:close/>
                <a:moveTo>
                  <a:pt x="847725" y="1647825"/>
                </a:moveTo>
                <a:lnTo>
                  <a:pt x="857250" y="1647825"/>
                </a:lnTo>
                <a:lnTo>
                  <a:pt x="857250" y="1657350"/>
                </a:lnTo>
                <a:lnTo>
                  <a:pt x="847725" y="1657350"/>
                </a:lnTo>
                <a:close/>
                <a:moveTo>
                  <a:pt x="1628775" y="1647825"/>
                </a:moveTo>
                <a:lnTo>
                  <a:pt x="1647825" y="1647825"/>
                </a:lnTo>
                <a:lnTo>
                  <a:pt x="1647825" y="1657350"/>
                </a:lnTo>
                <a:lnTo>
                  <a:pt x="1628775" y="1657350"/>
                </a:lnTo>
                <a:close/>
                <a:moveTo>
                  <a:pt x="2343150" y="1647825"/>
                </a:moveTo>
                <a:lnTo>
                  <a:pt x="2352675" y="1647825"/>
                </a:lnTo>
                <a:lnTo>
                  <a:pt x="2352675" y="1666875"/>
                </a:lnTo>
                <a:lnTo>
                  <a:pt x="2343150" y="1666875"/>
                </a:lnTo>
                <a:close/>
                <a:moveTo>
                  <a:pt x="2419350" y="1647825"/>
                </a:moveTo>
                <a:lnTo>
                  <a:pt x="2438400" y="1647825"/>
                </a:lnTo>
                <a:lnTo>
                  <a:pt x="2438400" y="1666875"/>
                </a:lnTo>
                <a:lnTo>
                  <a:pt x="2428875" y="1666875"/>
                </a:lnTo>
                <a:lnTo>
                  <a:pt x="2428875" y="1685925"/>
                </a:lnTo>
                <a:lnTo>
                  <a:pt x="2419350" y="1685925"/>
                </a:lnTo>
                <a:close/>
                <a:moveTo>
                  <a:pt x="762000" y="1657350"/>
                </a:moveTo>
                <a:lnTo>
                  <a:pt x="771525" y="1657350"/>
                </a:lnTo>
                <a:lnTo>
                  <a:pt x="771525" y="1666875"/>
                </a:lnTo>
                <a:lnTo>
                  <a:pt x="762000" y="1666875"/>
                </a:lnTo>
                <a:close/>
                <a:moveTo>
                  <a:pt x="990600" y="1657350"/>
                </a:moveTo>
                <a:lnTo>
                  <a:pt x="1000125" y="1657350"/>
                </a:lnTo>
                <a:lnTo>
                  <a:pt x="1000125" y="1666875"/>
                </a:lnTo>
                <a:lnTo>
                  <a:pt x="990600" y="1666875"/>
                </a:lnTo>
                <a:close/>
                <a:moveTo>
                  <a:pt x="1181100" y="1657350"/>
                </a:moveTo>
                <a:lnTo>
                  <a:pt x="1190625" y="1657350"/>
                </a:lnTo>
                <a:lnTo>
                  <a:pt x="1190625" y="1666875"/>
                </a:lnTo>
                <a:lnTo>
                  <a:pt x="1181100" y="1666875"/>
                </a:lnTo>
                <a:close/>
                <a:moveTo>
                  <a:pt x="47625" y="1666875"/>
                </a:moveTo>
                <a:lnTo>
                  <a:pt x="57150" y="1666875"/>
                </a:lnTo>
                <a:lnTo>
                  <a:pt x="57150" y="1676400"/>
                </a:lnTo>
                <a:lnTo>
                  <a:pt x="47625" y="1676400"/>
                </a:lnTo>
                <a:close/>
                <a:moveTo>
                  <a:pt x="847725" y="1666875"/>
                </a:moveTo>
                <a:lnTo>
                  <a:pt x="857250" y="1666875"/>
                </a:lnTo>
                <a:lnTo>
                  <a:pt x="857250" y="1685925"/>
                </a:lnTo>
                <a:lnTo>
                  <a:pt x="847725" y="1685925"/>
                </a:lnTo>
                <a:close/>
                <a:moveTo>
                  <a:pt x="2219325" y="1666875"/>
                </a:moveTo>
                <a:lnTo>
                  <a:pt x="2228850" y="1666875"/>
                </a:lnTo>
                <a:lnTo>
                  <a:pt x="2228850" y="1685925"/>
                </a:lnTo>
                <a:lnTo>
                  <a:pt x="2219325" y="1685925"/>
                </a:lnTo>
                <a:close/>
                <a:moveTo>
                  <a:pt x="2238375" y="1666875"/>
                </a:moveTo>
                <a:lnTo>
                  <a:pt x="2247900" y="1666875"/>
                </a:lnTo>
                <a:lnTo>
                  <a:pt x="2247900" y="1676400"/>
                </a:lnTo>
                <a:lnTo>
                  <a:pt x="2238375" y="1676400"/>
                </a:lnTo>
                <a:close/>
                <a:moveTo>
                  <a:pt x="1228725" y="1676400"/>
                </a:moveTo>
                <a:lnTo>
                  <a:pt x="1238250" y="1676400"/>
                </a:lnTo>
                <a:lnTo>
                  <a:pt x="1238250" y="1685925"/>
                </a:lnTo>
                <a:lnTo>
                  <a:pt x="1228725" y="1685925"/>
                </a:lnTo>
                <a:close/>
                <a:moveTo>
                  <a:pt x="2000250" y="1676400"/>
                </a:moveTo>
                <a:lnTo>
                  <a:pt x="2009775" y="1676400"/>
                </a:lnTo>
                <a:lnTo>
                  <a:pt x="2009775" y="1685925"/>
                </a:lnTo>
                <a:lnTo>
                  <a:pt x="2000250" y="1685925"/>
                </a:lnTo>
                <a:close/>
                <a:moveTo>
                  <a:pt x="2400300" y="1676400"/>
                </a:moveTo>
                <a:lnTo>
                  <a:pt x="2409825" y="1676400"/>
                </a:lnTo>
                <a:lnTo>
                  <a:pt x="2409825" y="1685925"/>
                </a:lnTo>
                <a:lnTo>
                  <a:pt x="2400300" y="1685925"/>
                </a:lnTo>
                <a:close/>
                <a:moveTo>
                  <a:pt x="781050" y="1685925"/>
                </a:moveTo>
                <a:lnTo>
                  <a:pt x="790575" y="1685925"/>
                </a:lnTo>
                <a:lnTo>
                  <a:pt x="790575" y="1695450"/>
                </a:lnTo>
                <a:lnTo>
                  <a:pt x="781050" y="1695450"/>
                </a:lnTo>
                <a:close/>
                <a:moveTo>
                  <a:pt x="1209675" y="1685925"/>
                </a:moveTo>
                <a:lnTo>
                  <a:pt x="1228725" y="1685925"/>
                </a:lnTo>
                <a:lnTo>
                  <a:pt x="1228725" y="1695450"/>
                </a:lnTo>
                <a:lnTo>
                  <a:pt x="1209675" y="1695450"/>
                </a:lnTo>
                <a:close/>
                <a:moveTo>
                  <a:pt x="2390775" y="1685925"/>
                </a:moveTo>
                <a:lnTo>
                  <a:pt x="2400300" y="1685925"/>
                </a:lnTo>
                <a:lnTo>
                  <a:pt x="2400300" y="1695450"/>
                </a:lnTo>
                <a:lnTo>
                  <a:pt x="2409825" y="1695450"/>
                </a:lnTo>
                <a:lnTo>
                  <a:pt x="2409825" y="1704975"/>
                </a:lnTo>
                <a:lnTo>
                  <a:pt x="2419350" y="1704975"/>
                </a:lnTo>
                <a:lnTo>
                  <a:pt x="2419350" y="1724025"/>
                </a:lnTo>
                <a:lnTo>
                  <a:pt x="2409825" y="1724025"/>
                </a:lnTo>
                <a:lnTo>
                  <a:pt x="2409825" y="1733550"/>
                </a:lnTo>
                <a:lnTo>
                  <a:pt x="2400300" y="1733550"/>
                </a:lnTo>
                <a:lnTo>
                  <a:pt x="2400300" y="1714500"/>
                </a:lnTo>
                <a:lnTo>
                  <a:pt x="2352675" y="1714500"/>
                </a:lnTo>
                <a:lnTo>
                  <a:pt x="2352675" y="1704975"/>
                </a:lnTo>
                <a:lnTo>
                  <a:pt x="2343150" y="1704975"/>
                </a:lnTo>
                <a:lnTo>
                  <a:pt x="2343150" y="1695450"/>
                </a:lnTo>
                <a:lnTo>
                  <a:pt x="2362200" y="1695450"/>
                </a:lnTo>
                <a:lnTo>
                  <a:pt x="2362200" y="1704975"/>
                </a:lnTo>
                <a:lnTo>
                  <a:pt x="2381250" y="1704975"/>
                </a:lnTo>
                <a:lnTo>
                  <a:pt x="2381250" y="1695450"/>
                </a:lnTo>
                <a:lnTo>
                  <a:pt x="2390775" y="1695450"/>
                </a:lnTo>
                <a:close/>
                <a:moveTo>
                  <a:pt x="790575" y="1695450"/>
                </a:moveTo>
                <a:lnTo>
                  <a:pt x="800100" y="1695450"/>
                </a:lnTo>
                <a:lnTo>
                  <a:pt x="800100" y="1704975"/>
                </a:lnTo>
                <a:lnTo>
                  <a:pt x="790575" y="1704975"/>
                </a:lnTo>
                <a:close/>
                <a:moveTo>
                  <a:pt x="847725" y="1695450"/>
                </a:moveTo>
                <a:lnTo>
                  <a:pt x="857250" y="1695450"/>
                </a:lnTo>
                <a:lnTo>
                  <a:pt x="857250" y="1724025"/>
                </a:lnTo>
                <a:lnTo>
                  <a:pt x="847725" y="1724025"/>
                </a:lnTo>
                <a:close/>
                <a:moveTo>
                  <a:pt x="2009775" y="1695450"/>
                </a:moveTo>
                <a:lnTo>
                  <a:pt x="2019300" y="1695450"/>
                </a:lnTo>
                <a:lnTo>
                  <a:pt x="2019300" y="1714500"/>
                </a:lnTo>
                <a:lnTo>
                  <a:pt x="2009775" y="1714500"/>
                </a:lnTo>
                <a:close/>
                <a:moveTo>
                  <a:pt x="276225" y="1704975"/>
                </a:moveTo>
                <a:lnTo>
                  <a:pt x="285750" y="1704975"/>
                </a:lnTo>
                <a:lnTo>
                  <a:pt x="285750" y="1714500"/>
                </a:lnTo>
                <a:lnTo>
                  <a:pt x="276225" y="1714500"/>
                </a:lnTo>
                <a:close/>
                <a:moveTo>
                  <a:pt x="2228850" y="1704975"/>
                </a:moveTo>
                <a:lnTo>
                  <a:pt x="2238375" y="1704975"/>
                </a:lnTo>
                <a:lnTo>
                  <a:pt x="2238375" y="1714500"/>
                </a:lnTo>
                <a:lnTo>
                  <a:pt x="2228850" y="1714500"/>
                </a:lnTo>
                <a:close/>
                <a:moveTo>
                  <a:pt x="0" y="1714500"/>
                </a:moveTo>
                <a:lnTo>
                  <a:pt x="9525" y="1714500"/>
                </a:lnTo>
                <a:lnTo>
                  <a:pt x="9525" y="1733550"/>
                </a:lnTo>
                <a:lnTo>
                  <a:pt x="0" y="1733550"/>
                </a:lnTo>
                <a:close/>
                <a:moveTo>
                  <a:pt x="38100" y="1714500"/>
                </a:moveTo>
                <a:lnTo>
                  <a:pt x="47625" y="1714500"/>
                </a:lnTo>
                <a:lnTo>
                  <a:pt x="47625" y="1743075"/>
                </a:lnTo>
                <a:lnTo>
                  <a:pt x="38100" y="1743075"/>
                </a:lnTo>
                <a:close/>
                <a:moveTo>
                  <a:pt x="981075" y="1714500"/>
                </a:moveTo>
                <a:lnTo>
                  <a:pt x="990600" y="1714500"/>
                </a:lnTo>
                <a:lnTo>
                  <a:pt x="990600" y="1724025"/>
                </a:lnTo>
                <a:lnTo>
                  <a:pt x="981075" y="1724025"/>
                </a:lnTo>
                <a:close/>
                <a:moveTo>
                  <a:pt x="2076450" y="1714500"/>
                </a:moveTo>
                <a:lnTo>
                  <a:pt x="2095500" y="1714500"/>
                </a:lnTo>
                <a:lnTo>
                  <a:pt x="2095500" y="1733550"/>
                </a:lnTo>
                <a:lnTo>
                  <a:pt x="2085975" y="1733550"/>
                </a:lnTo>
                <a:lnTo>
                  <a:pt x="2085975" y="1724025"/>
                </a:lnTo>
                <a:lnTo>
                  <a:pt x="2076450" y="1724025"/>
                </a:lnTo>
                <a:close/>
                <a:moveTo>
                  <a:pt x="2333625" y="1714500"/>
                </a:moveTo>
                <a:lnTo>
                  <a:pt x="2343150" y="1714500"/>
                </a:lnTo>
                <a:lnTo>
                  <a:pt x="2343150" y="1752600"/>
                </a:lnTo>
                <a:lnTo>
                  <a:pt x="2333625" y="1752600"/>
                </a:lnTo>
                <a:close/>
                <a:moveTo>
                  <a:pt x="2209800" y="1724025"/>
                </a:moveTo>
                <a:lnTo>
                  <a:pt x="2228850" y="1724025"/>
                </a:lnTo>
                <a:lnTo>
                  <a:pt x="2228850" y="1733550"/>
                </a:lnTo>
                <a:lnTo>
                  <a:pt x="2257425" y="1733550"/>
                </a:lnTo>
                <a:lnTo>
                  <a:pt x="2257425" y="1743075"/>
                </a:lnTo>
                <a:lnTo>
                  <a:pt x="2219325" y="1743075"/>
                </a:lnTo>
                <a:lnTo>
                  <a:pt x="2219325" y="1752600"/>
                </a:lnTo>
                <a:lnTo>
                  <a:pt x="2228850" y="1752600"/>
                </a:lnTo>
                <a:lnTo>
                  <a:pt x="2228850" y="1762125"/>
                </a:lnTo>
                <a:lnTo>
                  <a:pt x="2209800" y="1762125"/>
                </a:lnTo>
                <a:close/>
                <a:moveTo>
                  <a:pt x="2276475" y="1724025"/>
                </a:moveTo>
                <a:lnTo>
                  <a:pt x="2305050" y="1724025"/>
                </a:lnTo>
                <a:lnTo>
                  <a:pt x="2305050" y="1733550"/>
                </a:lnTo>
                <a:lnTo>
                  <a:pt x="2314575" y="1733550"/>
                </a:lnTo>
                <a:lnTo>
                  <a:pt x="2314575" y="1743075"/>
                </a:lnTo>
                <a:lnTo>
                  <a:pt x="2305050" y="1743075"/>
                </a:lnTo>
                <a:lnTo>
                  <a:pt x="2305050" y="1752600"/>
                </a:lnTo>
                <a:lnTo>
                  <a:pt x="2276475" y="1752600"/>
                </a:lnTo>
                <a:close/>
                <a:moveTo>
                  <a:pt x="476250" y="1733550"/>
                </a:moveTo>
                <a:lnTo>
                  <a:pt x="485775" y="1733550"/>
                </a:lnTo>
                <a:lnTo>
                  <a:pt x="485775" y="1743075"/>
                </a:lnTo>
                <a:lnTo>
                  <a:pt x="476250" y="1743075"/>
                </a:lnTo>
                <a:close/>
                <a:moveTo>
                  <a:pt x="971550" y="1733550"/>
                </a:moveTo>
                <a:lnTo>
                  <a:pt x="981075" y="1733550"/>
                </a:lnTo>
                <a:lnTo>
                  <a:pt x="981075" y="1743075"/>
                </a:lnTo>
                <a:lnTo>
                  <a:pt x="971550" y="1743075"/>
                </a:lnTo>
                <a:close/>
                <a:moveTo>
                  <a:pt x="962025" y="1743075"/>
                </a:moveTo>
                <a:lnTo>
                  <a:pt x="971550" y="1743075"/>
                </a:lnTo>
                <a:lnTo>
                  <a:pt x="971550" y="1752600"/>
                </a:lnTo>
                <a:lnTo>
                  <a:pt x="962025" y="1752600"/>
                </a:lnTo>
                <a:close/>
                <a:moveTo>
                  <a:pt x="933450" y="1752600"/>
                </a:moveTo>
                <a:lnTo>
                  <a:pt x="952500" y="1752600"/>
                </a:lnTo>
                <a:lnTo>
                  <a:pt x="952500" y="1762125"/>
                </a:lnTo>
                <a:lnTo>
                  <a:pt x="933450" y="1762125"/>
                </a:lnTo>
                <a:close/>
                <a:moveTo>
                  <a:pt x="2257425" y="1752600"/>
                </a:moveTo>
                <a:lnTo>
                  <a:pt x="2266950" y="1752600"/>
                </a:lnTo>
                <a:lnTo>
                  <a:pt x="2266950" y="1781175"/>
                </a:lnTo>
                <a:lnTo>
                  <a:pt x="2276475" y="1781175"/>
                </a:lnTo>
                <a:lnTo>
                  <a:pt x="2276475" y="1809750"/>
                </a:lnTo>
                <a:lnTo>
                  <a:pt x="2247900" y="1809750"/>
                </a:lnTo>
                <a:lnTo>
                  <a:pt x="2247900" y="1790700"/>
                </a:lnTo>
                <a:lnTo>
                  <a:pt x="2257425" y="1790700"/>
                </a:lnTo>
                <a:close/>
                <a:moveTo>
                  <a:pt x="38100" y="1771650"/>
                </a:moveTo>
                <a:lnTo>
                  <a:pt x="47625" y="1771650"/>
                </a:lnTo>
                <a:lnTo>
                  <a:pt x="47625" y="1781175"/>
                </a:lnTo>
                <a:lnTo>
                  <a:pt x="38100" y="1781175"/>
                </a:lnTo>
                <a:close/>
                <a:moveTo>
                  <a:pt x="1009650" y="1771650"/>
                </a:moveTo>
                <a:lnTo>
                  <a:pt x="1019175" y="1771650"/>
                </a:lnTo>
                <a:lnTo>
                  <a:pt x="1019175" y="1781175"/>
                </a:lnTo>
                <a:lnTo>
                  <a:pt x="1009650" y="1781175"/>
                </a:lnTo>
                <a:close/>
                <a:moveTo>
                  <a:pt x="2409825" y="1771650"/>
                </a:moveTo>
                <a:lnTo>
                  <a:pt x="2428875" y="1771650"/>
                </a:lnTo>
                <a:lnTo>
                  <a:pt x="2428875" y="1781175"/>
                </a:lnTo>
                <a:lnTo>
                  <a:pt x="2409825" y="1781175"/>
                </a:lnTo>
                <a:close/>
                <a:moveTo>
                  <a:pt x="981075" y="1781175"/>
                </a:moveTo>
                <a:lnTo>
                  <a:pt x="1000125" y="1781175"/>
                </a:lnTo>
                <a:lnTo>
                  <a:pt x="1000125" y="1790700"/>
                </a:lnTo>
                <a:lnTo>
                  <a:pt x="981075" y="1790700"/>
                </a:lnTo>
                <a:close/>
                <a:moveTo>
                  <a:pt x="1019175" y="1781175"/>
                </a:moveTo>
                <a:lnTo>
                  <a:pt x="1047750" y="1781175"/>
                </a:lnTo>
                <a:lnTo>
                  <a:pt x="1047750" y="1790700"/>
                </a:lnTo>
                <a:lnTo>
                  <a:pt x="1019175" y="1790700"/>
                </a:lnTo>
                <a:close/>
                <a:moveTo>
                  <a:pt x="1447800" y="1781175"/>
                </a:moveTo>
                <a:lnTo>
                  <a:pt x="1457325" y="1781175"/>
                </a:lnTo>
                <a:lnTo>
                  <a:pt x="1457325" y="1790700"/>
                </a:lnTo>
                <a:lnTo>
                  <a:pt x="1447800" y="1790700"/>
                </a:lnTo>
                <a:close/>
                <a:moveTo>
                  <a:pt x="2066925" y="1781175"/>
                </a:moveTo>
                <a:lnTo>
                  <a:pt x="2076450" y="1781175"/>
                </a:lnTo>
                <a:lnTo>
                  <a:pt x="2076450" y="1790700"/>
                </a:lnTo>
                <a:lnTo>
                  <a:pt x="2066925" y="1790700"/>
                </a:lnTo>
                <a:close/>
                <a:moveTo>
                  <a:pt x="2057400" y="1790700"/>
                </a:moveTo>
                <a:lnTo>
                  <a:pt x="2066925" y="1790700"/>
                </a:lnTo>
                <a:lnTo>
                  <a:pt x="2066925" y="1800225"/>
                </a:lnTo>
                <a:lnTo>
                  <a:pt x="2057400" y="1800225"/>
                </a:lnTo>
                <a:close/>
                <a:moveTo>
                  <a:pt x="2295525" y="1790700"/>
                </a:moveTo>
                <a:lnTo>
                  <a:pt x="2305050" y="1790700"/>
                </a:lnTo>
                <a:lnTo>
                  <a:pt x="2305050" y="1800225"/>
                </a:lnTo>
                <a:lnTo>
                  <a:pt x="2295525" y="1800225"/>
                </a:lnTo>
                <a:close/>
                <a:moveTo>
                  <a:pt x="2343150" y="1790700"/>
                </a:moveTo>
                <a:lnTo>
                  <a:pt x="2352675" y="1790700"/>
                </a:lnTo>
                <a:lnTo>
                  <a:pt x="2352675" y="1819275"/>
                </a:lnTo>
                <a:lnTo>
                  <a:pt x="2343150" y="1819275"/>
                </a:lnTo>
                <a:close/>
                <a:moveTo>
                  <a:pt x="523875" y="1809750"/>
                </a:moveTo>
                <a:lnTo>
                  <a:pt x="533400" y="1809750"/>
                </a:lnTo>
                <a:lnTo>
                  <a:pt x="533400" y="1819275"/>
                </a:lnTo>
                <a:lnTo>
                  <a:pt x="523875" y="1819275"/>
                </a:lnTo>
                <a:close/>
                <a:moveTo>
                  <a:pt x="2143125" y="1809750"/>
                </a:moveTo>
                <a:lnTo>
                  <a:pt x="2152650" y="1809750"/>
                </a:lnTo>
                <a:lnTo>
                  <a:pt x="2152650" y="1819275"/>
                </a:lnTo>
                <a:lnTo>
                  <a:pt x="2143125" y="1819275"/>
                </a:lnTo>
                <a:close/>
                <a:moveTo>
                  <a:pt x="2209800" y="1809750"/>
                </a:moveTo>
                <a:lnTo>
                  <a:pt x="2219325" y="1809750"/>
                </a:lnTo>
                <a:lnTo>
                  <a:pt x="2219325" y="1819275"/>
                </a:lnTo>
                <a:lnTo>
                  <a:pt x="2209800" y="1819275"/>
                </a:lnTo>
                <a:close/>
                <a:moveTo>
                  <a:pt x="2428875" y="1809750"/>
                </a:moveTo>
                <a:lnTo>
                  <a:pt x="2438400" y="1809750"/>
                </a:lnTo>
                <a:lnTo>
                  <a:pt x="2438400" y="1819275"/>
                </a:lnTo>
                <a:lnTo>
                  <a:pt x="2428875" y="1819275"/>
                </a:lnTo>
                <a:close/>
                <a:moveTo>
                  <a:pt x="1066800" y="1819275"/>
                </a:moveTo>
                <a:lnTo>
                  <a:pt x="1076325" y="1819275"/>
                </a:lnTo>
                <a:lnTo>
                  <a:pt x="1076325" y="1828800"/>
                </a:lnTo>
                <a:lnTo>
                  <a:pt x="1066800" y="1828800"/>
                </a:lnTo>
                <a:close/>
                <a:moveTo>
                  <a:pt x="2276475" y="1819275"/>
                </a:moveTo>
                <a:lnTo>
                  <a:pt x="2286000" y="1819275"/>
                </a:lnTo>
                <a:lnTo>
                  <a:pt x="2286000" y="1847850"/>
                </a:lnTo>
                <a:lnTo>
                  <a:pt x="2266950" y="1847850"/>
                </a:lnTo>
                <a:lnTo>
                  <a:pt x="2266950" y="1828800"/>
                </a:lnTo>
                <a:lnTo>
                  <a:pt x="2276475" y="1828800"/>
                </a:lnTo>
                <a:close/>
                <a:moveTo>
                  <a:pt x="9525" y="1828800"/>
                </a:moveTo>
                <a:lnTo>
                  <a:pt x="28575" y="1828800"/>
                </a:lnTo>
                <a:lnTo>
                  <a:pt x="28575" y="1838325"/>
                </a:lnTo>
                <a:lnTo>
                  <a:pt x="47625" y="1838325"/>
                </a:lnTo>
                <a:lnTo>
                  <a:pt x="47625" y="1857375"/>
                </a:lnTo>
                <a:lnTo>
                  <a:pt x="9525" y="1857375"/>
                </a:lnTo>
                <a:lnTo>
                  <a:pt x="9525" y="1847850"/>
                </a:lnTo>
                <a:lnTo>
                  <a:pt x="0" y="1847850"/>
                </a:lnTo>
                <a:lnTo>
                  <a:pt x="0" y="1838325"/>
                </a:lnTo>
                <a:lnTo>
                  <a:pt x="9525" y="1838325"/>
                </a:lnTo>
                <a:close/>
                <a:moveTo>
                  <a:pt x="2219325" y="1828800"/>
                </a:moveTo>
                <a:lnTo>
                  <a:pt x="2228850" y="1828800"/>
                </a:lnTo>
                <a:lnTo>
                  <a:pt x="2228850" y="1838325"/>
                </a:lnTo>
                <a:lnTo>
                  <a:pt x="2219325" y="1838325"/>
                </a:lnTo>
                <a:close/>
                <a:moveTo>
                  <a:pt x="2190750" y="1838325"/>
                </a:moveTo>
                <a:lnTo>
                  <a:pt x="2200275" y="1838325"/>
                </a:lnTo>
                <a:lnTo>
                  <a:pt x="2200275" y="1847850"/>
                </a:lnTo>
                <a:lnTo>
                  <a:pt x="2190750" y="1847850"/>
                </a:lnTo>
                <a:close/>
                <a:moveTo>
                  <a:pt x="2228850" y="1838325"/>
                </a:moveTo>
                <a:lnTo>
                  <a:pt x="2247900" y="1838325"/>
                </a:lnTo>
                <a:lnTo>
                  <a:pt x="2247900" y="1857375"/>
                </a:lnTo>
                <a:lnTo>
                  <a:pt x="2238375" y="1857375"/>
                </a:lnTo>
                <a:lnTo>
                  <a:pt x="2238375" y="1847850"/>
                </a:lnTo>
                <a:lnTo>
                  <a:pt x="2228850" y="1847850"/>
                </a:lnTo>
                <a:close/>
                <a:moveTo>
                  <a:pt x="2352675" y="1838325"/>
                </a:moveTo>
                <a:lnTo>
                  <a:pt x="2362200" y="1838325"/>
                </a:lnTo>
                <a:lnTo>
                  <a:pt x="2362200" y="1847850"/>
                </a:lnTo>
                <a:lnTo>
                  <a:pt x="2381250" y="1847850"/>
                </a:lnTo>
                <a:lnTo>
                  <a:pt x="2381250" y="1857375"/>
                </a:lnTo>
                <a:lnTo>
                  <a:pt x="2343150" y="1857375"/>
                </a:lnTo>
                <a:lnTo>
                  <a:pt x="2343150" y="1866900"/>
                </a:lnTo>
                <a:lnTo>
                  <a:pt x="2333625" y="1866900"/>
                </a:lnTo>
                <a:lnTo>
                  <a:pt x="2333625" y="1847850"/>
                </a:lnTo>
                <a:lnTo>
                  <a:pt x="2352675" y="1847850"/>
                </a:lnTo>
                <a:close/>
                <a:moveTo>
                  <a:pt x="2286000" y="1847850"/>
                </a:moveTo>
                <a:lnTo>
                  <a:pt x="2305050" y="1847850"/>
                </a:lnTo>
                <a:lnTo>
                  <a:pt x="2305050" y="1857375"/>
                </a:lnTo>
                <a:lnTo>
                  <a:pt x="2295525" y="1857375"/>
                </a:lnTo>
                <a:lnTo>
                  <a:pt x="2295525" y="1876425"/>
                </a:lnTo>
                <a:lnTo>
                  <a:pt x="2286000" y="1876425"/>
                </a:lnTo>
                <a:lnTo>
                  <a:pt x="2286000" y="1866900"/>
                </a:lnTo>
                <a:lnTo>
                  <a:pt x="2276475" y="1866900"/>
                </a:lnTo>
                <a:lnTo>
                  <a:pt x="2276475" y="1857375"/>
                </a:lnTo>
                <a:lnTo>
                  <a:pt x="2286000" y="1857375"/>
                </a:lnTo>
                <a:close/>
                <a:moveTo>
                  <a:pt x="2390775" y="1847850"/>
                </a:moveTo>
                <a:lnTo>
                  <a:pt x="2409825" y="1847850"/>
                </a:lnTo>
                <a:lnTo>
                  <a:pt x="2409825" y="1857375"/>
                </a:lnTo>
                <a:lnTo>
                  <a:pt x="2390775" y="1857375"/>
                </a:lnTo>
                <a:close/>
                <a:moveTo>
                  <a:pt x="2419350" y="1847850"/>
                </a:moveTo>
                <a:lnTo>
                  <a:pt x="2438400" y="1847850"/>
                </a:lnTo>
                <a:lnTo>
                  <a:pt x="2438400" y="1857375"/>
                </a:lnTo>
                <a:lnTo>
                  <a:pt x="2419350" y="1857375"/>
                </a:lnTo>
                <a:close/>
                <a:moveTo>
                  <a:pt x="2105025" y="1866900"/>
                </a:moveTo>
                <a:lnTo>
                  <a:pt x="2124075" y="1866900"/>
                </a:lnTo>
                <a:lnTo>
                  <a:pt x="2124075" y="1876425"/>
                </a:lnTo>
                <a:lnTo>
                  <a:pt x="2105025" y="1876425"/>
                </a:lnTo>
                <a:close/>
                <a:moveTo>
                  <a:pt x="38100" y="1876425"/>
                </a:moveTo>
                <a:lnTo>
                  <a:pt x="47625" y="1876425"/>
                </a:lnTo>
                <a:lnTo>
                  <a:pt x="47625" y="1885950"/>
                </a:lnTo>
                <a:lnTo>
                  <a:pt x="38100" y="1885950"/>
                </a:lnTo>
                <a:close/>
                <a:moveTo>
                  <a:pt x="2295525" y="1876425"/>
                </a:moveTo>
                <a:lnTo>
                  <a:pt x="2305050" y="1876425"/>
                </a:lnTo>
                <a:lnTo>
                  <a:pt x="2305050" y="1885950"/>
                </a:lnTo>
                <a:lnTo>
                  <a:pt x="2295525" y="1885950"/>
                </a:lnTo>
                <a:close/>
                <a:moveTo>
                  <a:pt x="2085975" y="1885950"/>
                </a:moveTo>
                <a:lnTo>
                  <a:pt x="2095500" y="1885950"/>
                </a:lnTo>
                <a:lnTo>
                  <a:pt x="2095500" y="1895475"/>
                </a:lnTo>
                <a:lnTo>
                  <a:pt x="2085975" y="1895475"/>
                </a:lnTo>
                <a:close/>
                <a:moveTo>
                  <a:pt x="2305050" y="1885950"/>
                </a:moveTo>
                <a:lnTo>
                  <a:pt x="2333625" y="1885950"/>
                </a:lnTo>
                <a:lnTo>
                  <a:pt x="2333625" y="1895475"/>
                </a:lnTo>
                <a:lnTo>
                  <a:pt x="2343150" y="1895475"/>
                </a:lnTo>
                <a:lnTo>
                  <a:pt x="2343150" y="1885950"/>
                </a:lnTo>
                <a:lnTo>
                  <a:pt x="2371725" y="1885950"/>
                </a:lnTo>
                <a:lnTo>
                  <a:pt x="2371725" y="1905000"/>
                </a:lnTo>
                <a:lnTo>
                  <a:pt x="2343150" y="1905000"/>
                </a:lnTo>
                <a:lnTo>
                  <a:pt x="2343150" y="1914525"/>
                </a:lnTo>
                <a:lnTo>
                  <a:pt x="2333625" y="1914525"/>
                </a:lnTo>
                <a:lnTo>
                  <a:pt x="2333625" y="1924050"/>
                </a:lnTo>
                <a:lnTo>
                  <a:pt x="2324100" y="1924050"/>
                </a:lnTo>
                <a:lnTo>
                  <a:pt x="2324100" y="1895475"/>
                </a:lnTo>
                <a:lnTo>
                  <a:pt x="2305050" y="1895475"/>
                </a:lnTo>
                <a:close/>
                <a:moveTo>
                  <a:pt x="2066925" y="1895475"/>
                </a:moveTo>
                <a:lnTo>
                  <a:pt x="2076450" y="1895475"/>
                </a:lnTo>
                <a:lnTo>
                  <a:pt x="2076450" y="1905000"/>
                </a:lnTo>
                <a:lnTo>
                  <a:pt x="2066925" y="1905000"/>
                </a:lnTo>
                <a:close/>
                <a:moveTo>
                  <a:pt x="428625" y="1924050"/>
                </a:moveTo>
                <a:lnTo>
                  <a:pt x="438150" y="1924050"/>
                </a:lnTo>
                <a:lnTo>
                  <a:pt x="438150" y="1933575"/>
                </a:lnTo>
                <a:lnTo>
                  <a:pt x="428625" y="1933575"/>
                </a:lnTo>
                <a:close/>
                <a:moveTo>
                  <a:pt x="2333625" y="1924050"/>
                </a:moveTo>
                <a:lnTo>
                  <a:pt x="2343150" y="1924050"/>
                </a:lnTo>
                <a:lnTo>
                  <a:pt x="2343150" y="1933575"/>
                </a:lnTo>
                <a:lnTo>
                  <a:pt x="2333625" y="1933575"/>
                </a:lnTo>
                <a:close/>
                <a:moveTo>
                  <a:pt x="2438400" y="1924050"/>
                </a:moveTo>
                <a:lnTo>
                  <a:pt x="2457450" y="1924050"/>
                </a:lnTo>
                <a:lnTo>
                  <a:pt x="2457450" y="1952625"/>
                </a:lnTo>
                <a:lnTo>
                  <a:pt x="2447925" y="1952625"/>
                </a:lnTo>
                <a:lnTo>
                  <a:pt x="2447925" y="1943100"/>
                </a:lnTo>
                <a:lnTo>
                  <a:pt x="2428875" y="1943100"/>
                </a:lnTo>
                <a:lnTo>
                  <a:pt x="2428875" y="1933575"/>
                </a:lnTo>
                <a:lnTo>
                  <a:pt x="2438400" y="1933575"/>
                </a:lnTo>
                <a:close/>
                <a:moveTo>
                  <a:pt x="2200275" y="1933575"/>
                </a:moveTo>
                <a:lnTo>
                  <a:pt x="2219325" y="1933575"/>
                </a:lnTo>
                <a:lnTo>
                  <a:pt x="2219325" y="1943100"/>
                </a:lnTo>
                <a:lnTo>
                  <a:pt x="2209800" y="1943100"/>
                </a:lnTo>
                <a:lnTo>
                  <a:pt x="2209800" y="1952625"/>
                </a:lnTo>
                <a:lnTo>
                  <a:pt x="2219325" y="1952625"/>
                </a:lnTo>
                <a:lnTo>
                  <a:pt x="2219325" y="1943100"/>
                </a:lnTo>
                <a:lnTo>
                  <a:pt x="2228850" y="1943100"/>
                </a:lnTo>
                <a:lnTo>
                  <a:pt x="2228850" y="1952625"/>
                </a:lnTo>
                <a:lnTo>
                  <a:pt x="2247900" y="1952625"/>
                </a:lnTo>
                <a:lnTo>
                  <a:pt x="2247900" y="1943100"/>
                </a:lnTo>
                <a:lnTo>
                  <a:pt x="2257425" y="1943100"/>
                </a:lnTo>
                <a:lnTo>
                  <a:pt x="2257425" y="1952625"/>
                </a:lnTo>
                <a:lnTo>
                  <a:pt x="2247900" y="1952625"/>
                </a:lnTo>
                <a:lnTo>
                  <a:pt x="2247900" y="1962150"/>
                </a:lnTo>
                <a:lnTo>
                  <a:pt x="2228850" y="1962150"/>
                </a:lnTo>
                <a:lnTo>
                  <a:pt x="2228850" y="1971675"/>
                </a:lnTo>
                <a:lnTo>
                  <a:pt x="2209800" y="1971675"/>
                </a:lnTo>
                <a:lnTo>
                  <a:pt x="2209800" y="1962150"/>
                </a:lnTo>
                <a:lnTo>
                  <a:pt x="2200275" y="1962150"/>
                </a:lnTo>
                <a:lnTo>
                  <a:pt x="2200275" y="1971675"/>
                </a:lnTo>
                <a:lnTo>
                  <a:pt x="2171700" y="1971675"/>
                </a:lnTo>
                <a:lnTo>
                  <a:pt x="2171700" y="1962150"/>
                </a:lnTo>
                <a:lnTo>
                  <a:pt x="2162175" y="1962150"/>
                </a:lnTo>
                <a:lnTo>
                  <a:pt x="2162175" y="1943100"/>
                </a:lnTo>
                <a:lnTo>
                  <a:pt x="2200275" y="1943100"/>
                </a:lnTo>
                <a:close/>
                <a:moveTo>
                  <a:pt x="2266950" y="1933575"/>
                </a:moveTo>
                <a:lnTo>
                  <a:pt x="2295525" y="1933575"/>
                </a:lnTo>
                <a:lnTo>
                  <a:pt x="2295525" y="1943100"/>
                </a:lnTo>
                <a:lnTo>
                  <a:pt x="2286000" y="1943100"/>
                </a:lnTo>
                <a:lnTo>
                  <a:pt x="2286000" y="1952625"/>
                </a:lnTo>
                <a:lnTo>
                  <a:pt x="2266950" y="1952625"/>
                </a:lnTo>
                <a:close/>
                <a:moveTo>
                  <a:pt x="2390775" y="1933575"/>
                </a:moveTo>
                <a:lnTo>
                  <a:pt x="2400300" y="1933575"/>
                </a:lnTo>
                <a:lnTo>
                  <a:pt x="2400300" y="1943100"/>
                </a:lnTo>
                <a:lnTo>
                  <a:pt x="2390775" y="1943100"/>
                </a:lnTo>
                <a:close/>
                <a:moveTo>
                  <a:pt x="2124075" y="1943100"/>
                </a:moveTo>
                <a:lnTo>
                  <a:pt x="2143125" y="1943100"/>
                </a:lnTo>
                <a:lnTo>
                  <a:pt x="2143125" y="1962150"/>
                </a:lnTo>
                <a:lnTo>
                  <a:pt x="2114550" y="1962150"/>
                </a:lnTo>
                <a:lnTo>
                  <a:pt x="2114550" y="1952625"/>
                </a:lnTo>
                <a:lnTo>
                  <a:pt x="2124075" y="1952625"/>
                </a:lnTo>
                <a:close/>
                <a:moveTo>
                  <a:pt x="2095500" y="1952625"/>
                </a:moveTo>
                <a:lnTo>
                  <a:pt x="2105025" y="1952625"/>
                </a:lnTo>
                <a:lnTo>
                  <a:pt x="2105025" y="1962150"/>
                </a:lnTo>
                <a:lnTo>
                  <a:pt x="2114550" y="1962150"/>
                </a:lnTo>
                <a:lnTo>
                  <a:pt x="2114550" y="1971675"/>
                </a:lnTo>
                <a:lnTo>
                  <a:pt x="2095500" y="1971675"/>
                </a:lnTo>
                <a:lnTo>
                  <a:pt x="2095500" y="1981200"/>
                </a:lnTo>
                <a:lnTo>
                  <a:pt x="2085975" y="1981200"/>
                </a:lnTo>
                <a:lnTo>
                  <a:pt x="2085975" y="1962150"/>
                </a:lnTo>
                <a:lnTo>
                  <a:pt x="2095500" y="1962150"/>
                </a:lnTo>
                <a:close/>
                <a:moveTo>
                  <a:pt x="57150" y="1962150"/>
                </a:moveTo>
                <a:lnTo>
                  <a:pt x="66675" y="1962150"/>
                </a:lnTo>
                <a:lnTo>
                  <a:pt x="66675" y="1971675"/>
                </a:lnTo>
                <a:lnTo>
                  <a:pt x="57150" y="1971675"/>
                </a:lnTo>
                <a:close/>
                <a:moveTo>
                  <a:pt x="942975" y="1962150"/>
                </a:moveTo>
                <a:lnTo>
                  <a:pt x="952500" y="1962150"/>
                </a:lnTo>
                <a:lnTo>
                  <a:pt x="952500" y="1971675"/>
                </a:lnTo>
                <a:lnTo>
                  <a:pt x="942975" y="1971675"/>
                </a:lnTo>
                <a:close/>
                <a:moveTo>
                  <a:pt x="2371725" y="1962150"/>
                </a:moveTo>
                <a:lnTo>
                  <a:pt x="2381250" y="1962150"/>
                </a:lnTo>
                <a:lnTo>
                  <a:pt x="2381250" y="1971675"/>
                </a:lnTo>
                <a:lnTo>
                  <a:pt x="2371725" y="1971675"/>
                </a:lnTo>
                <a:close/>
                <a:moveTo>
                  <a:pt x="952500" y="1971675"/>
                </a:moveTo>
                <a:lnTo>
                  <a:pt x="962025" y="1971675"/>
                </a:lnTo>
                <a:lnTo>
                  <a:pt x="962025" y="1981200"/>
                </a:lnTo>
                <a:lnTo>
                  <a:pt x="952500" y="1981200"/>
                </a:lnTo>
                <a:close/>
                <a:moveTo>
                  <a:pt x="2381250" y="1971675"/>
                </a:moveTo>
                <a:lnTo>
                  <a:pt x="2390775" y="1971675"/>
                </a:lnTo>
                <a:lnTo>
                  <a:pt x="2390775" y="1981200"/>
                </a:lnTo>
                <a:lnTo>
                  <a:pt x="2381250" y="1981200"/>
                </a:lnTo>
                <a:close/>
                <a:moveTo>
                  <a:pt x="2447925" y="1971675"/>
                </a:moveTo>
                <a:lnTo>
                  <a:pt x="2457450" y="1971675"/>
                </a:lnTo>
                <a:lnTo>
                  <a:pt x="2457450" y="2019300"/>
                </a:lnTo>
                <a:lnTo>
                  <a:pt x="2447925" y="2019300"/>
                </a:lnTo>
                <a:lnTo>
                  <a:pt x="2447925" y="2028825"/>
                </a:lnTo>
                <a:lnTo>
                  <a:pt x="2438400" y="2028825"/>
                </a:lnTo>
                <a:lnTo>
                  <a:pt x="2438400" y="2019300"/>
                </a:lnTo>
                <a:lnTo>
                  <a:pt x="2428875" y="2019300"/>
                </a:lnTo>
                <a:lnTo>
                  <a:pt x="2428875" y="2000250"/>
                </a:lnTo>
                <a:lnTo>
                  <a:pt x="2400300" y="2000250"/>
                </a:lnTo>
                <a:lnTo>
                  <a:pt x="2400300" y="1990725"/>
                </a:lnTo>
                <a:lnTo>
                  <a:pt x="2390775" y="1990725"/>
                </a:lnTo>
                <a:lnTo>
                  <a:pt x="2390775" y="1981200"/>
                </a:lnTo>
                <a:lnTo>
                  <a:pt x="2400300" y="1981200"/>
                </a:lnTo>
                <a:lnTo>
                  <a:pt x="2400300" y="1990725"/>
                </a:lnTo>
                <a:lnTo>
                  <a:pt x="2447925" y="1990725"/>
                </a:lnTo>
                <a:close/>
                <a:moveTo>
                  <a:pt x="2343150" y="1990725"/>
                </a:moveTo>
                <a:lnTo>
                  <a:pt x="2352675" y="1990725"/>
                </a:lnTo>
                <a:lnTo>
                  <a:pt x="2352675" y="2009775"/>
                </a:lnTo>
                <a:lnTo>
                  <a:pt x="2343150" y="2009775"/>
                </a:lnTo>
                <a:close/>
                <a:moveTo>
                  <a:pt x="0" y="2000250"/>
                </a:moveTo>
                <a:lnTo>
                  <a:pt x="19050" y="2000250"/>
                </a:lnTo>
                <a:lnTo>
                  <a:pt x="19050" y="2019300"/>
                </a:lnTo>
                <a:lnTo>
                  <a:pt x="0" y="2019300"/>
                </a:lnTo>
                <a:close/>
                <a:moveTo>
                  <a:pt x="2276475" y="2019300"/>
                </a:moveTo>
                <a:lnTo>
                  <a:pt x="2295525" y="2019300"/>
                </a:lnTo>
                <a:lnTo>
                  <a:pt x="2295525" y="2028825"/>
                </a:lnTo>
                <a:lnTo>
                  <a:pt x="2276475" y="2028825"/>
                </a:lnTo>
                <a:close/>
                <a:moveTo>
                  <a:pt x="2305050" y="2028825"/>
                </a:moveTo>
                <a:lnTo>
                  <a:pt x="2324100" y="2028825"/>
                </a:lnTo>
                <a:lnTo>
                  <a:pt x="2324100" y="2057400"/>
                </a:lnTo>
                <a:lnTo>
                  <a:pt x="2314575" y="2057400"/>
                </a:lnTo>
                <a:lnTo>
                  <a:pt x="2314575" y="2047875"/>
                </a:lnTo>
                <a:lnTo>
                  <a:pt x="2305050" y="2047875"/>
                </a:lnTo>
                <a:lnTo>
                  <a:pt x="2305050" y="2057400"/>
                </a:lnTo>
                <a:lnTo>
                  <a:pt x="2286000" y="2057400"/>
                </a:lnTo>
                <a:lnTo>
                  <a:pt x="2286000" y="2066925"/>
                </a:lnTo>
                <a:lnTo>
                  <a:pt x="2295525" y="2066925"/>
                </a:lnTo>
                <a:lnTo>
                  <a:pt x="2295525" y="2095500"/>
                </a:lnTo>
                <a:lnTo>
                  <a:pt x="2276475" y="2095500"/>
                </a:lnTo>
                <a:lnTo>
                  <a:pt x="2276475" y="2085975"/>
                </a:lnTo>
                <a:lnTo>
                  <a:pt x="2257425" y="2085975"/>
                </a:lnTo>
                <a:lnTo>
                  <a:pt x="2257425" y="2076450"/>
                </a:lnTo>
                <a:lnTo>
                  <a:pt x="2266950" y="2076450"/>
                </a:lnTo>
                <a:lnTo>
                  <a:pt x="2266950" y="2057400"/>
                </a:lnTo>
                <a:lnTo>
                  <a:pt x="2276475" y="2057400"/>
                </a:lnTo>
                <a:lnTo>
                  <a:pt x="2276475" y="2047875"/>
                </a:lnTo>
                <a:lnTo>
                  <a:pt x="2286000" y="2047875"/>
                </a:lnTo>
                <a:lnTo>
                  <a:pt x="2286000" y="2038350"/>
                </a:lnTo>
                <a:lnTo>
                  <a:pt x="2305050" y="2038350"/>
                </a:lnTo>
                <a:close/>
                <a:moveTo>
                  <a:pt x="2447925" y="2038350"/>
                </a:moveTo>
                <a:lnTo>
                  <a:pt x="2457450" y="2038350"/>
                </a:lnTo>
                <a:lnTo>
                  <a:pt x="2457450" y="2047875"/>
                </a:lnTo>
                <a:lnTo>
                  <a:pt x="2447925" y="2047875"/>
                </a:lnTo>
                <a:close/>
                <a:moveTo>
                  <a:pt x="38100" y="2057400"/>
                </a:moveTo>
                <a:lnTo>
                  <a:pt x="47625" y="2057400"/>
                </a:lnTo>
                <a:lnTo>
                  <a:pt x="47625" y="2066925"/>
                </a:lnTo>
                <a:lnTo>
                  <a:pt x="38100" y="2066925"/>
                </a:lnTo>
                <a:close/>
                <a:moveTo>
                  <a:pt x="1181100" y="2066925"/>
                </a:moveTo>
                <a:lnTo>
                  <a:pt x="1190625" y="2066925"/>
                </a:lnTo>
                <a:lnTo>
                  <a:pt x="1190625" y="2076450"/>
                </a:lnTo>
                <a:lnTo>
                  <a:pt x="1181100" y="2076450"/>
                </a:lnTo>
                <a:close/>
                <a:moveTo>
                  <a:pt x="2162175" y="2076450"/>
                </a:moveTo>
                <a:lnTo>
                  <a:pt x="2171700" y="2076450"/>
                </a:lnTo>
                <a:lnTo>
                  <a:pt x="2171700" y="2095500"/>
                </a:lnTo>
                <a:lnTo>
                  <a:pt x="2219325" y="2095500"/>
                </a:lnTo>
                <a:lnTo>
                  <a:pt x="2219325" y="2085975"/>
                </a:lnTo>
                <a:lnTo>
                  <a:pt x="2228850" y="2085975"/>
                </a:lnTo>
                <a:lnTo>
                  <a:pt x="2228850" y="2076450"/>
                </a:lnTo>
                <a:lnTo>
                  <a:pt x="2247900" y="2076450"/>
                </a:lnTo>
                <a:lnTo>
                  <a:pt x="2247900" y="2085975"/>
                </a:lnTo>
                <a:lnTo>
                  <a:pt x="2238375" y="2085975"/>
                </a:lnTo>
                <a:lnTo>
                  <a:pt x="2238375" y="2095500"/>
                </a:lnTo>
                <a:lnTo>
                  <a:pt x="2228850" y="2095500"/>
                </a:lnTo>
                <a:lnTo>
                  <a:pt x="2228850" y="2114550"/>
                </a:lnTo>
                <a:lnTo>
                  <a:pt x="2238375" y="2114550"/>
                </a:lnTo>
                <a:lnTo>
                  <a:pt x="2238375" y="2133600"/>
                </a:lnTo>
                <a:lnTo>
                  <a:pt x="2228850" y="2133600"/>
                </a:lnTo>
                <a:lnTo>
                  <a:pt x="2228850" y="2143125"/>
                </a:lnTo>
                <a:lnTo>
                  <a:pt x="2209800" y="2143125"/>
                </a:lnTo>
                <a:lnTo>
                  <a:pt x="2209800" y="2133600"/>
                </a:lnTo>
                <a:lnTo>
                  <a:pt x="2190750" y="2133600"/>
                </a:lnTo>
                <a:lnTo>
                  <a:pt x="2190750" y="2124075"/>
                </a:lnTo>
                <a:lnTo>
                  <a:pt x="2200275" y="2124075"/>
                </a:lnTo>
                <a:lnTo>
                  <a:pt x="2200275" y="2114550"/>
                </a:lnTo>
                <a:lnTo>
                  <a:pt x="2190750" y="2114550"/>
                </a:lnTo>
                <a:lnTo>
                  <a:pt x="2190750" y="2105025"/>
                </a:lnTo>
                <a:lnTo>
                  <a:pt x="2181225" y="2105025"/>
                </a:lnTo>
                <a:lnTo>
                  <a:pt x="2181225" y="2124075"/>
                </a:lnTo>
                <a:lnTo>
                  <a:pt x="2171700" y="2124075"/>
                </a:lnTo>
                <a:lnTo>
                  <a:pt x="2171700" y="2133600"/>
                </a:lnTo>
                <a:lnTo>
                  <a:pt x="2181225" y="2133600"/>
                </a:lnTo>
                <a:lnTo>
                  <a:pt x="2181225" y="2143125"/>
                </a:lnTo>
                <a:lnTo>
                  <a:pt x="2143125" y="2143125"/>
                </a:lnTo>
                <a:lnTo>
                  <a:pt x="2143125" y="2124075"/>
                </a:lnTo>
                <a:lnTo>
                  <a:pt x="2152650" y="2124075"/>
                </a:lnTo>
                <a:lnTo>
                  <a:pt x="2152650" y="2105025"/>
                </a:lnTo>
                <a:lnTo>
                  <a:pt x="2133600" y="2105025"/>
                </a:lnTo>
                <a:lnTo>
                  <a:pt x="2133600" y="2095500"/>
                </a:lnTo>
                <a:lnTo>
                  <a:pt x="2143125" y="2095500"/>
                </a:lnTo>
                <a:lnTo>
                  <a:pt x="2143125" y="2085975"/>
                </a:lnTo>
                <a:lnTo>
                  <a:pt x="2162175" y="2085975"/>
                </a:lnTo>
                <a:close/>
                <a:moveTo>
                  <a:pt x="2181225" y="2076450"/>
                </a:moveTo>
                <a:lnTo>
                  <a:pt x="2190750" y="2076450"/>
                </a:lnTo>
                <a:lnTo>
                  <a:pt x="2190750" y="2085975"/>
                </a:lnTo>
                <a:lnTo>
                  <a:pt x="2181225" y="2085975"/>
                </a:lnTo>
                <a:close/>
                <a:moveTo>
                  <a:pt x="2324100" y="2076450"/>
                </a:moveTo>
                <a:lnTo>
                  <a:pt x="2333625" y="2076450"/>
                </a:lnTo>
                <a:lnTo>
                  <a:pt x="2333625" y="2085975"/>
                </a:lnTo>
                <a:lnTo>
                  <a:pt x="2324100" y="2085975"/>
                </a:lnTo>
                <a:close/>
                <a:moveTo>
                  <a:pt x="2305050" y="2085975"/>
                </a:moveTo>
                <a:lnTo>
                  <a:pt x="2324100" y="2085975"/>
                </a:lnTo>
                <a:lnTo>
                  <a:pt x="2324100" y="2095500"/>
                </a:lnTo>
                <a:lnTo>
                  <a:pt x="2305050" y="2095500"/>
                </a:lnTo>
                <a:close/>
                <a:moveTo>
                  <a:pt x="2362200" y="2085975"/>
                </a:moveTo>
                <a:lnTo>
                  <a:pt x="2371725" y="2085975"/>
                </a:lnTo>
                <a:lnTo>
                  <a:pt x="2371725" y="2095500"/>
                </a:lnTo>
                <a:lnTo>
                  <a:pt x="2362200" y="2095500"/>
                </a:lnTo>
                <a:close/>
                <a:moveTo>
                  <a:pt x="2343150" y="2095500"/>
                </a:moveTo>
                <a:lnTo>
                  <a:pt x="2362200" y="2095500"/>
                </a:lnTo>
                <a:lnTo>
                  <a:pt x="2362200" y="2105025"/>
                </a:lnTo>
                <a:lnTo>
                  <a:pt x="2371725" y="2105025"/>
                </a:lnTo>
                <a:lnTo>
                  <a:pt x="2371725" y="2114550"/>
                </a:lnTo>
                <a:lnTo>
                  <a:pt x="2352675" y="2114550"/>
                </a:lnTo>
                <a:lnTo>
                  <a:pt x="2352675" y="2105025"/>
                </a:lnTo>
                <a:lnTo>
                  <a:pt x="2343150" y="2105025"/>
                </a:lnTo>
                <a:close/>
                <a:moveTo>
                  <a:pt x="2124075" y="2105025"/>
                </a:moveTo>
                <a:lnTo>
                  <a:pt x="2133600" y="2105025"/>
                </a:lnTo>
                <a:lnTo>
                  <a:pt x="2133600" y="2114550"/>
                </a:lnTo>
                <a:lnTo>
                  <a:pt x="2124075" y="2114550"/>
                </a:lnTo>
                <a:close/>
                <a:moveTo>
                  <a:pt x="2400300" y="2105025"/>
                </a:moveTo>
                <a:lnTo>
                  <a:pt x="2409825" y="2105025"/>
                </a:lnTo>
                <a:lnTo>
                  <a:pt x="2409825" y="2114550"/>
                </a:lnTo>
                <a:lnTo>
                  <a:pt x="2438400" y="2114550"/>
                </a:lnTo>
                <a:lnTo>
                  <a:pt x="2438400" y="2124075"/>
                </a:lnTo>
                <a:lnTo>
                  <a:pt x="2457450" y="2124075"/>
                </a:lnTo>
                <a:lnTo>
                  <a:pt x="2457450" y="2133600"/>
                </a:lnTo>
                <a:lnTo>
                  <a:pt x="2438400" y="2133600"/>
                </a:lnTo>
                <a:lnTo>
                  <a:pt x="2438400" y="2143125"/>
                </a:lnTo>
                <a:lnTo>
                  <a:pt x="2400300" y="2143125"/>
                </a:lnTo>
                <a:lnTo>
                  <a:pt x="2400300" y="2133600"/>
                </a:lnTo>
                <a:lnTo>
                  <a:pt x="2381250" y="2133600"/>
                </a:lnTo>
                <a:lnTo>
                  <a:pt x="2381250" y="2124075"/>
                </a:lnTo>
                <a:lnTo>
                  <a:pt x="2390775" y="2124075"/>
                </a:lnTo>
                <a:lnTo>
                  <a:pt x="2390775" y="2114550"/>
                </a:lnTo>
                <a:lnTo>
                  <a:pt x="2400300" y="2114550"/>
                </a:lnTo>
                <a:close/>
                <a:moveTo>
                  <a:pt x="2105025" y="2124075"/>
                </a:moveTo>
                <a:lnTo>
                  <a:pt x="2124075" y="2124075"/>
                </a:lnTo>
                <a:lnTo>
                  <a:pt x="2124075" y="2143125"/>
                </a:lnTo>
                <a:lnTo>
                  <a:pt x="2105025" y="2143125"/>
                </a:lnTo>
                <a:close/>
                <a:moveTo>
                  <a:pt x="2257425" y="2124075"/>
                </a:moveTo>
                <a:lnTo>
                  <a:pt x="2266950" y="2124075"/>
                </a:lnTo>
                <a:lnTo>
                  <a:pt x="2266950" y="2143125"/>
                </a:lnTo>
                <a:lnTo>
                  <a:pt x="2276475" y="2143125"/>
                </a:lnTo>
                <a:lnTo>
                  <a:pt x="2276475" y="2152650"/>
                </a:lnTo>
                <a:lnTo>
                  <a:pt x="2257425" y="2152650"/>
                </a:lnTo>
                <a:close/>
                <a:moveTo>
                  <a:pt x="2247900" y="2152650"/>
                </a:moveTo>
                <a:lnTo>
                  <a:pt x="2257425" y="2152650"/>
                </a:lnTo>
                <a:lnTo>
                  <a:pt x="2257425" y="2162175"/>
                </a:lnTo>
                <a:lnTo>
                  <a:pt x="2247900" y="2162175"/>
                </a:lnTo>
                <a:close/>
                <a:moveTo>
                  <a:pt x="942975" y="2171700"/>
                </a:moveTo>
                <a:lnTo>
                  <a:pt x="952500" y="2171700"/>
                </a:lnTo>
                <a:lnTo>
                  <a:pt x="952500" y="2181225"/>
                </a:lnTo>
                <a:lnTo>
                  <a:pt x="942975" y="2181225"/>
                </a:lnTo>
                <a:close/>
                <a:moveTo>
                  <a:pt x="962025" y="2181225"/>
                </a:moveTo>
                <a:lnTo>
                  <a:pt x="971550" y="2181225"/>
                </a:lnTo>
                <a:lnTo>
                  <a:pt x="971550" y="2190750"/>
                </a:lnTo>
                <a:lnTo>
                  <a:pt x="962025" y="2190750"/>
                </a:lnTo>
                <a:close/>
                <a:moveTo>
                  <a:pt x="2028825" y="2200275"/>
                </a:moveTo>
                <a:lnTo>
                  <a:pt x="2038350" y="2200275"/>
                </a:lnTo>
                <a:lnTo>
                  <a:pt x="2038350" y="2209800"/>
                </a:lnTo>
                <a:lnTo>
                  <a:pt x="2028825" y="2209800"/>
                </a:lnTo>
                <a:close/>
                <a:moveTo>
                  <a:pt x="19050" y="2209800"/>
                </a:moveTo>
                <a:lnTo>
                  <a:pt x="28575" y="2209800"/>
                </a:lnTo>
                <a:lnTo>
                  <a:pt x="28575" y="2219325"/>
                </a:lnTo>
                <a:lnTo>
                  <a:pt x="19050" y="2219325"/>
                </a:lnTo>
                <a:close/>
                <a:moveTo>
                  <a:pt x="2019300" y="2219325"/>
                </a:moveTo>
                <a:lnTo>
                  <a:pt x="2028825" y="2219325"/>
                </a:lnTo>
                <a:lnTo>
                  <a:pt x="2028825" y="2228850"/>
                </a:lnTo>
                <a:lnTo>
                  <a:pt x="2019300" y="2228850"/>
                </a:lnTo>
                <a:close/>
                <a:moveTo>
                  <a:pt x="2324100" y="2257425"/>
                </a:moveTo>
                <a:lnTo>
                  <a:pt x="2333625" y="2257425"/>
                </a:lnTo>
                <a:lnTo>
                  <a:pt x="2333625" y="2266950"/>
                </a:lnTo>
                <a:lnTo>
                  <a:pt x="2362200" y="2266950"/>
                </a:lnTo>
                <a:lnTo>
                  <a:pt x="2362200" y="2286000"/>
                </a:lnTo>
                <a:lnTo>
                  <a:pt x="2333625" y="2286000"/>
                </a:lnTo>
                <a:lnTo>
                  <a:pt x="2333625" y="2305050"/>
                </a:lnTo>
                <a:lnTo>
                  <a:pt x="2324100" y="2305050"/>
                </a:lnTo>
                <a:close/>
                <a:moveTo>
                  <a:pt x="2162175" y="2266950"/>
                </a:moveTo>
                <a:lnTo>
                  <a:pt x="2219325" y="2266950"/>
                </a:lnTo>
                <a:lnTo>
                  <a:pt x="2219325" y="2276475"/>
                </a:lnTo>
                <a:lnTo>
                  <a:pt x="2276475" y="2276475"/>
                </a:lnTo>
                <a:lnTo>
                  <a:pt x="2276475" y="2286000"/>
                </a:lnTo>
                <a:lnTo>
                  <a:pt x="2209800" y="2286000"/>
                </a:lnTo>
                <a:lnTo>
                  <a:pt x="2209800" y="2276475"/>
                </a:lnTo>
                <a:lnTo>
                  <a:pt x="2162175" y="2276475"/>
                </a:lnTo>
                <a:close/>
                <a:moveTo>
                  <a:pt x="2438400" y="2266950"/>
                </a:moveTo>
                <a:lnTo>
                  <a:pt x="2457450" y="2266950"/>
                </a:lnTo>
                <a:lnTo>
                  <a:pt x="2457450" y="2276475"/>
                </a:lnTo>
                <a:lnTo>
                  <a:pt x="2447925" y="2276475"/>
                </a:lnTo>
                <a:lnTo>
                  <a:pt x="2447925" y="2286000"/>
                </a:lnTo>
                <a:lnTo>
                  <a:pt x="2438400" y="2286000"/>
                </a:lnTo>
                <a:close/>
                <a:moveTo>
                  <a:pt x="2371725" y="2276475"/>
                </a:moveTo>
                <a:lnTo>
                  <a:pt x="2381250" y="2276475"/>
                </a:lnTo>
                <a:lnTo>
                  <a:pt x="2381250" y="2286000"/>
                </a:lnTo>
                <a:lnTo>
                  <a:pt x="2400300" y="2286000"/>
                </a:lnTo>
                <a:lnTo>
                  <a:pt x="2400300" y="2276475"/>
                </a:lnTo>
                <a:lnTo>
                  <a:pt x="2428875" y="2276475"/>
                </a:lnTo>
                <a:lnTo>
                  <a:pt x="2428875" y="2295525"/>
                </a:lnTo>
                <a:lnTo>
                  <a:pt x="2409825" y="2295525"/>
                </a:lnTo>
                <a:lnTo>
                  <a:pt x="2409825" y="2286000"/>
                </a:lnTo>
                <a:lnTo>
                  <a:pt x="2400300" y="2286000"/>
                </a:lnTo>
                <a:lnTo>
                  <a:pt x="2400300" y="2295525"/>
                </a:lnTo>
                <a:lnTo>
                  <a:pt x="2371725" y="2295525"/>
                </a:lnTo>
                <a:close/>
                <a:moveTo>
                  <a:pt x="2000250" y="2286000"/>
                </a:moveTo>
                <a:lnTo>
                  <a:pt x="2009775" y="2286000"/>
                </a:lnTo>
                <a:lnTo>
                  <a:pt x="2009775" y="2295525"/>
                </a:lnTo>
                <a:lnTo>
                  <a:pt x="2000250" y="2295525"/>
                </a:lnTo>
                <a:close/>
                <a:moveTo>
                  <a:pt x="76200" y="2295525"/>
                </a:moveTo>
                <a:lnTo>
                  <a:pt x="85725" y="2295525"/>
                </a:lnTo>
                <a:lnTo>
                  <a:pt x="85725" y="2314575"/>
                </a:lnTo>
                <a:lnTo>
                  <a:pt x="95250" y="2314575"/>
                </a:lnTo>
                <a:lnTo>
                  <a:pt x="95250" y="2324100"/>
                </a:lnTo>
                <a:lnTo>
                  <a:pt x="85725" y="2324100"/>
                </a:lnTo>
                <a:lnTo>
                  <a:pt x="85725" y="2343150"/>
                </a:lnTo>
                <a:lnTo>
                  <a:pt x="57150" y="2343150"/>
                </a:lnTo>
                <a:lnTo>
                  <a:pt x="57150" y="2324100"/>
                </a:lnTo>
                <a:lnTo>
                  <a:pt x="47625" y="2324100"/>
                </a:lnTo>
                <a:lnTo>
                  <a:pt x="47625" y="2333625"/>
                </a:lnTo>
                <a:lnTo>
                  <a:pt x="38100" y="2333625"/>
                </a:lnTo>
                <a:lnTo>
                  <a:pt x="38100" y="2305050"/>
                </a:lnTo>
                <a:lnTo>
                  <a:pt x="47625" y="2305050"/>
                </a:lnTo>
                <a:lnTo>
                  <a:pt x="47625" y="2314575"/>
                </a:lnTo>
                <a:lnTo>
                  <a:pt x="57150" y="2314575"/>
                </a:lnTo>
                <a:lnTo>
                  <a:pt x="57150" y="2305050"/>
                </a:lnTo>
                <a:lnTo>
                  <a:pt x="76200" y="2305050"/>
                </a:lnTo>
                <a:close/>
                <a:moveTo>
                  <a:pt x="0" y="2305050"/>
                </a:moveTo>
                <a:lnTo>
                  <a:pt x="9525" y="2305050"/>
                </a:lnTo>
                <a:lnTo>
                  <a:pt x="9525" y="2314575"/>
                </a:lnTo>
                <a:lnTo>
                  <a:pt x="19050" y="2314575"/>
                </a:lnTo>
                <a:lnTo>
                  <a:pt x="19050" y="2324100"/>
                </a:lnTo>
                <a:lnTo>
                  <a:pt x="0" y="2324100"/>
                </a:lnTo>
                <a:close/>
                <a:moveTo>
                  <a:pt x="2047875" y="2314575"/>
                </a:moveTo>
                <a:lnTo>
                  <a:pt x="2057400" y="2314575"/>
                </a:lnTo>
                <a:lnTo>
                  <a:pt x="2057400" y="2324100"/>
                </a:lnTo>
                <a:lnTo>
                  <a:pt x="2047875" y="2324100"/>
                </a:lnTo>
                <a:close/>
                <a:moveTo>
                  <a:pt x="152400" y="2324100"/>
                </a:moveTo>
                <a:lnTo>
                  <a:pt x="161925" y="2324100"/>
                </a:lnTo>
                <a:lnTo>
                  <a:pt x="161925" y="2343150"/>
                </a:lnTo>
                <a:lnTo>
                  <a:pt x="152400" y="2343150"/>
                </a:lnTo>
                <a:close/>
                <a:moveTo>
                  <a:pt x="1914525" y="2324100"/>
                </a:moveTo>
                <a:lnTo>
                  <a:pt x="1952625" y="2324100"/>
                </a:lnTo>
                <a:lnTo>
                  <a:pt x="1952625" y="2333625"/>
                </a:lnTo>
                <a:lnTo>
                  <a:pt x="1914525" y="2333625"/>
                </a:lnTo>
                <a:close/>
                <a:moveTo>
                  <a:pt x="2038350" y="2324100"/>
                </a:moveTo>
                <a:lnTo>
                  <a:pt x="2047875" y="2324100"/>
                </a:lnTo>
                <a:lnTo>
                  <a:pt x="2047875" y="2333625"/>
                </a:lnTo>
                <a:lnTo>
                  <a:pt x="2038350" y="2333625"/>
                </a:lnTo>
                <a:close/>
                <a:moveTo>
                  <a:pt x="1952625" y="2333625"/>
                </a:moveTo>
                <a:lnTo>
                  <a:pt x="1962150" y="2333625"/>
                </a:lnTo>
                <a:lnTo>
                  <a:pt x="1962150" y="2343150"/>
                </a:lnTo>
                <a:lnTo>
                  <a:pt x="1952625" y="2343150"/>
                </a:lnTo>
                <a:close/>
                <a:moveTo>
                  <a:pt x="1971675" y="2333625"/>
                </a:moveTo>
                <a:lnTo>
                  <a:pt x="1981200" y="2333625"/>
                </a:lnTo>
                <a:lnTo>
                  <a:pt x="1981200" y="2352675"/>
                </a:lnTo>
                <a:lnTo>
                  <a:pt x="1971675" y="2352675"/>
                </a:lnTo>
                <a:close/>
                <a:moveTo>
                  <a:pt x="1990725" y="2333625"/>
                </a:moveTo>
                <a:lnTo>
                  <a:pt x="2009775" y="2333625"/>
                </a:lnTo>
                <a:lnTo>
                  <a:pt x="2009775" y="2343150"/>
                </a:lnTo>
                <a:lnTo>
                  <a:pt x="1990725" y="2343150"/>
                </a:lnTo>
                <a:close/>
                <a:moveTo>
                  <a:pt x="133350" y="2343150"/>
                </a:moveTo>
                <a:lnTo>
                  <a:pt x="142875" y="2343150"/>
                </a:lnTo>
                <a:lnTo>
                  <a:pt x="142875" y="2352675"/>
                </a:lnTo>
                <a:lnTo>
                  <a:pt x="133350" y="2352675"/>
                </a:lnTo>
                <a:close/>
                <a:moveTo>
                  <a:pt x="2143125" y="2352675"/>
                </a:moveTo>
                <a:lnTo>
                  <a:pt x="2152650" y="2352675"/>
                </a:lnTo>
                <a:lnTo>
                  <a:pt x="2152650" y="2362200"/>
                </a:lnTo>
                <a:lnTo>
                  <a:pt x="2143125" y="2362200"/>
                </a:lnTo>
                <a:close/>
                <a:moveTo>
                  <a:pt x="2009775" y="2362200"/>
                </a:moveTo>
                <a:lnTo>
                  <a:pt x="2019300" y="2362200"/>
                </a:lnTo>
                <a:lnTo>
                  <a:pt x="2019300" y="2381250"/>
                </a:lnTo>
                <a:lnTo>
                  <a:pt x="1981200" y="2381250"/>
                </a:lnTo>
                <a:lnTo>
                  <a:pt x="1981200" y="2371725"/>
                </a:lnTo>
                <a:lnTo>
                  <a:pt x="2009775" y="2371725"/>
                </a:lnTo>
                <a:close/>
                <a:moveTo>
                  <a:pt x="2152650" y="2362200"/>
                </a:moveTo>
                <a:lnTo>
                  <a:pt x="2181225" y="2362200"/>
                </a:lnTo>
                <a:lnTo>
                  <a:pt x="2181225" y="2371725"/>
                </a:lnTo>
                <a:lnTo>
                  <a:pt x="2152650" y="2371725"/>
                </a:lnTo>
                <a:close/>
                <a:moveTo>
                  <a:pt x="19050" y="2371725"/>
                </a:moveTo>
                <a:lnTo>
                  <a:pt x="38100" y="2371725"/>
                </a:lnTo>
                <a:lnTo>
                  <a:pt x="38100" y="2381250"/>
                </a:lnTo>
                <a:lnTo>
                  <a:pt x="28575" y="2381250"/>
                </a:lnTo>
                <a:lnTo>
                  <a:pt x="28575" y="2428875"/>
                </a:lnTo>
                <a:lnTo>
                  <a:pt x="0" y="2428875"/>
                </a:lnTo>
                <a:lnTo>
                  <a:pt x="0" y="2400300"/>
                </a:lnTo>
                <a:lnTo>
                  <a:pt x="19050" y="2400300"/>
                </a:lnTo>
                <a:close/>
                <a:moveTo>
                  <a:pt x="66675" y="2381250"/>
                </a:moveTo>
                <a:lnTo>
                  <a:pt x="95250" y="2381250"/>
                </a:lnTo>
                <a:lnTo>
                  <a:pt x="95250" y="2400300"/>
                </a:lnTo>
                <a:lnTo>
                  <a:pt x="76200" y="2400300"/>
                </a:lnTo>
                <a:lnTo>
                  <a:pt x="76200" y="2409825"/>
                </a:lnTo>
                <a:lnTo>
                  <a:pt x="66675" y="2409825"/>
                </a:lnTo>
                <a:close/>
                <a:moveTo>
                  <a:pt x="2171700" y="2381250"/>
                </a:moveTo>
                <a:lnTo>
                  <a:pt x="2181225" y="2381250"/>
                </a:lnTo>
                <a:lnTo>
                  <a:pt x="2181225" y="2390775"/>
                </a:lnTo>
                <a:lnTo>
                  <a:pt x="2171700" y="2390775"/>
                </a:lnTo>
                <a:close/>
                <a:moveTo>
                  <a:pt x="2305050" y="2381250"/>
                </a:moveTo>
                <a:lnTo>
                  <a:pt x="2333625" y="2381250"/>
                </a:lnTo>
                <a:lnTo>
                  <a:pt x="2333625" y="2400300"/>
                </a:lnTo>
                <a:lnTo>
                  <a:pt x="2324100" y="2400300"/>
                </a:lnTo>
                <a:lnTo>
                  <a:pt x="2324100" y="2409825"/>
                </a:lnTo>
                <a:lnTo>
                  <a:pt x="2314575" y="2409825"/>
                </a:lnTo>
                <a:lnTo>
                  <a:pt x="2314575" y="2400300"/>
                </a:lnTo>
                <a:lnTo>
                  <a:pt x="2305050" y="2400300"/>
                </a:lnTo>
                <a:close/>
                <a:moveTo>
                  <a:pt x="981075" y="2390775"/>
                </a:moveTo>
                <a:lnTo>
                  <a:pt x="990600" y="2390775"/>
                </a:lnTo>
                <a:lnTo>
                  <a:pt x="990600" y="2400300"/>
                </a:lnTo>
                <a:lnTo>
                  <a:pt x="981075" y="2400300"/>
                </a:lnTo>
                <a:close/>
                <a:moveTo>
                  <a:pt x="1885950" y="2390775"/>
                </a:moveTo>
                <a:lnTo>
                  <a:pt x="1895475" y="2390775"/>
                </a:lnTo>
                <a:lnTo>
                  <a:pt x="1895475" y="2409825"/>
                </a:lnTo>
                <a:lnTo>
                  <a:pt x="1905000" y="2409825"/>
                </a:lnTo>
                <a:lnTo>
                  <a:pt x="1905000" y="2438400"/>
                </a:lnTo>
                <a:lnTo>
                  <a:pt x="1885950" y="2438400"/>
                </a:lnTo>
                <a:lnTo>
                  <a:pt x="1885950" y="2428875"/>
                </a:lnTo>
                <a:lnTo>
                  <a:pt x="1876425" y="2428875"/>
                </a:lnTo>
                <a:lnTo>
                  <a:pt x="1876425" y="2409825"/>
                </a:lnTo>
                <a:lnTo>
                  <a:pt x="1885950" y="2409825"/>
                </a:lnTo>
                <a:close/>
                <a:moveTo>
                  <a:pt x="2105025" y="2390775"/>
                </a:moveTo>
                <a:lnTo>
                  <a:pt x="2133600" y="2390775"/>
                </a:lnTo>
                <a:lnTo>
                  <a:pt x="2133600" y="2400300"/>
                </a:lnTo>
                <a:lnTo>
                  <a:pt x="2124075" y="2400300"/>
                </a:lnTo>
                <a:lnTo>
                  <a:pt x="2124075" y="2409825"/>
                </a:lnTo>
                <a:lnTo>
                  <a:pt x="2105025" y="2409825"/>
                </a:lnTo>
                <a:close/>
                <a:moveTo>
                  <a:pt x="2162175" y="2390775"/>
                </a:moveTo>
                <a:lnTo>
                  <a:pt x="2171700" y="2390775"/>
                </a:lnTo>
                <a:lnTo>
                  <a:pt x="2171700" y="2400300"/>
                </a:lnTo>
                <a:lnTo>
                  <a:pt x="2162175" y="2400300"/>
                </a:lnTo>
                <a:close/>
                <a:moveTo>
                  <a:pt x="2419350" y="2390775"/>
                </a:moveTo>
                <a:lnTo>
                  <a:pt x="2428875" y="2390775"/>
                </a:lnTo>
                <a:lnTo>
                  <a:pt x="2428875" y="2400300"/>
                </a:lnTo>
                <a:lnTo>
                  <a:pt x="2438400" y="2400300"/>
                </a:lnTo>
                <a:lnTo>
                  <a:pt x="2438400" y="2409825"/>
                </a:lnTo>
                <a:lnTo>
                  <a:pt x="2409825" y="2409825"/>
                </a:lnTo>
                <a:lnTo>
                  <a:pt x="2409825" y="2400300"/>
                </a:lnTo>
                <a:lnTo>
                  <a:pt x="2419350" y="2400300"/>
                </a:lnTo>
                <a:close/>
                <a:moveTo>
                  <a:pt x="200025" y="2400300"/>
                </a:moveTo>
                <a:lnTo>
                  <a:pt x="209550" y="2400300"/>
                </a:lnTo>
                <a:lnTo>
                  <a:pt x="209550" y="2428875"/>
                </a:lnTo>
                <a:lnTo>
                  <a:pt x="200025" y="2428875"/>
                </a:lnTo>
                <a:lnTo>
                  <a:pt x="200025" y="2419350"/>
                </a:lnTo>
                <a:lnTo>
                  <a:pt x="190500" y="2419350"/>
                </a:lnTo>
                <a:lnTo>
                  <a:pt x="190500" y="2428875"/>
                </a:lnTo>
                <a:lnTo>
                  <a:pt x="171450" y="2428875"/>
                </a:lnTo>
                <a:lnTo>
                  <a:pt x="171450" y="2409825"/>
                </a:lnTo>
                <a:lnTo>
                  <a:pt x="200025" y="2409825"/>
                </a:lnTo>
                <a:close/>
                <a:moveTo>
                  <a:pt x="2143125" y="2400300"/>
                </a:moveTo>
                <a:lnTo>
                  <a:pt x="2162175" y="2400300"/>
                </a:lnTo>
                <a:lnTo>
                  <a:pt x="2162175" y="2409825"/>
                </a:lnTo>
                <a:lnTo>
                  <a:pt x="2143125" y="2409825"/>
                </a:lnTo>
                <a:close/>
                <a:moveTo>
                  <a:pt x="2238375" y="2400300"/>
                </a:moveTo>
                <a:lnTo>
                  <a:pt x="2247900" y="2400300"/>
                </a:lnTo>
                <a:lnTo>
                  <a:pt x="2247900" y="2409825"/>
                </a:lnTo>
                <a:lnTo>
                  <a:pt x="2238375" y="2409825"/>
                </a:lnTo>
                <a:close/>
                <a:moveTo>
                  <a:pt x="2181225" y="2409825"/>
                </a:moveTo>
                <a:lnTo>
                  <a:pt x="2190750" y="2409825"/>
                </a:lnTo>
                <a:lnTo>
                  <a:pt x="2190750" y="2419350"/>
                </a:lnTo>
                <a:lnTo>
                  <a:pt x="2181225" y="2419350"/>
                </a:lnTo>
                <a:close/>
                <a:moveTo>
                  <a:pt x="2324100" y="2409825"/>
                </a:moveTo>
                <a:lnTo>
                  <a:pt x="2333625" y="2409825"/>
                </a:lnTo>
                <a:lnTo>
                  <a:pt x="2333625" y="2419350"/>
                </a:lnTo>
                <a:lnTo>
                  <a:pt x="2324100" y="2419350"/>
                </a:lnTo>
                <a:close/>
                <a:moveTo>
                  <a:pt x="257175" y="2428875"/>
                </a:moveTo>
                <a:lnTo>
                  <a:pt x="266700" y="2428875"/>
                </a:lnTo>
                <a:lnTo>
                  <a:pt x="266700" y="2438400"/>
                </a:lnTo>
                <a:lnTo>
                  <a:pt x="257175" y="2438400"/>
                </a:lnTo>
                <a:close/>
                <a:moveTo>
                  <a:pt x="1828800" y="2428875"/>
                </a:moveTo>
                <a:lnTo>
                  <a:pt x="1857375" y="2428875"/>
                </a:lnTo>
                <a:lnTo>
                  <a:pt x="1857375" y="2447925"/>
                </a:lnTo>
                <a:lnTo>
                  <a:pt x="1847850" y="2447925"/>
                </a:lnTo>
                <a:lnTo>
                  <a:pt x="1847850" y="2438400"/>
                </a:lnTo>
                <a:lnTo>
                  <a:pt x="1828800" y="2438400"/>
                </a:lnTo>
                <a:close/>
                <a:moveTo>
                  <a:pt x="1038225" y="2438400"/>
                </a:moveTo>
                <a:lnTo>
                  <a:pt x="1047750" y="2438400"/>
                </a:lnTo>
                <a:lnTo>
                  <a:pt x="1047750" y="2457450"/>
                </a:lnTo>
                <a:lnTo>
                  <a:pt x="1038225" y="2457450"/>
                </a:lnTo>
                <a:close/>
                <a:moveTo>
                  <a:pt x="1971675" y="2438400"/>
                </a:moveTo>
                <a:lnTo>
                  <a:pt x="1990725" y="2438400"/>
                </a:lnTo>
                <a:lnTo>
                  <a:pt x="1990725" y="2447925"/>
                </a:lnTo>
                <a:lnTo>
                  <a:pt x="2000250" y="2447925"/>
                </a:lnTo>
                <a:lnTo>
                  <a:pt x="2000250" y="2457450"/>
                </a:lnTo>
                <a:lnTo>
                  <a:pt x="2009775" y="2457450"/>
                </a:lnTo>
                <a:lnTo>
                  <a:pt x="2009775" y="2495550"/>
                </a:lnTo>
                <a:lnTo>
                  <a:pt x="2000250" y="2495550"/>
                </a:lnTo>
                <a:lnTo>
                  <a:pt x="2000250" y="2476500"/>
                </a:lnTo>
                <a:lnTo>
                  <a:pt x="1990725" y="2476500"/>
                </a:lnTo>
                <a:lnTo>
                  <a:pt x="1990725" y="2505075"/>
                </a:lnTo>
                <a:lnTo>
                  <a:pt x="1981200" y="2505075"/>
                </a:lnTo>
                <a:lnTo>
                  <a:pt x="1981200" y="2476500"/>
                </a:lnTo>
                <a:lnTo>
                  <a:pt x="1971675" y="2476500"/>
                </a:lnTo>
                <a:lnTo>
                  <a:pt x="1971675" y="2486025"/>
                </a:lnTo>
                <a:lnTo>
                  <a:pt x="1962150" y="2486025"/>
                </a:lnTo>
                <a:lnTo>
                  <a:pt x="1962150" y="2476500"/>
                </a:lnTo>
                <a:lnTo>
                  <a:pt x="1952625" y="2476500"/>
                </a:lnTo>
                <a:lnTo>
                  <a:pt x="1952625" y="2495550"/>
                </a:lnTo>
                <a:lnTo>
                  <a:pt x="1943100" y="2495550"/>
                </a:lnTo>
                <a:lnTo>
                  <a:pt x="1943100" y="2505075"/>
                </a:lnTo>
                <a:lnTo>
                  <a:pt x="1924050" y="2505075"/>
                </a:lnTo>
                <a:lnTo>
                  <a:pt x="1924050" y="2495550"/>
                </a:lnTo>
                <a:lnTo>
                  <a:pt x="1933575" y="2495550"/>
                </a:lnTo>
                <a:lnTo>
                  <a:pt x="1933575" y="2486025"/>
                </a:lnTo>
                <a:lnTo>
                  <a:pt x="1943100" y="2486025"/>
                </a:lnTo>
                <a:lnTo>
                  <a:pt x="1943100" y="2457450"/>
                </a:lnTo>
                <a:lnTo>
                  <a:pt x="1914525" y="2457450"/>
                </a:lnTo>
                <a:lnTo>
                  <a:pt x="1914525" y="2447925"/>
                </a:lnTo>
                <a:lnTo>
                  <a:pt x="1943100" y="2447925"/>
                </a:lnTo>
                <a:lnTo>
                  <a:pt x="1943100" y="2457450"/>
                </a:lnTo>
                <a:lnTo>
                  <a:pt x="1952625" y="2457450"/>
                </a:lnTo>
                <a:lnTo>
                  <a:pt x="1952625" y="2466975"/>
                </a:lnTo>
                <a:lnTo>
                  <a:pt x="1962150" y="2466975"/>
                </a:lnTo>
                <a:lnTo>
                  <a:pt x="1962150" y="2457450"/>
                </a:lnTo>
                <a:lnTo>
                  <a:pt x="1971675" y="2457450"/>
                </a:lnTo>
                <a:close/>
                <a:moveTo>
                  <a:pt x="57150" y="2447925"/>
                </a:moveTo>
                <a:lnTo>
                  <a:pt x="85725" y="2447925"/>
                </a:lnTo>
                <a:lnTo>
                  <a:pt x="85725" y="2457450"/>
                </a:lnTo>
                <a:lnTo>
                  <a:pt x="95250" y="2457450"/>
                </a:lnTo>
                <a:lnTo>
                  <a:pt x="95250" y="2486025"/>
                </a:lnTo>
                <a:lnTo>
                  <a:pt x="57150" y="2486025"/>
                </a:lnTo>
                <a:lnTo>
                  <a:pt x="57150" y="2505075"/>
                </a:lnTo>
                <a:lnTo>
                  <a:pt x="66675" y="2505075"/>
                </a:lnTo>
                <a:lnTo>
                  <a:pt x="66675" y="2495550"/>
                </a:lnTo>
                <a:lnTo>
                  <a:pt x="76200" y="2495550"/>
                </a:lnTo>
                <a:lnTo>
                  <a:pt x="76200" y="2514600"/>
                </a:lnTo>
                <a:lnTo>
                  <a:pt x="85725" y="2514600"/>
                </a:lnTo>
                <a:lnTo>
                  <a:pt x="85725" y="2524125"/>
                </a:lnTo>
                <a:lnTo>
                  <a:pt x="95250" y="2524125"/>
                </a:lnTo>
                <a:lnTo>
                  <a:pt x="95250" y="2533650"/>
                </a:lnTo>
                <a:lnTo>
                  <a:pt x="85725" y="2533650"/>
                </a:lnTo>
                <a:lnTo>
                  <a:pt x="85725" y="2543175"/>
                </a:lnTo>
                <a:lnTo>
                  <a:pt x="57150" y="2543175"/>
                </a:lnTo>
                <a:lnTo>
                  <a:pt x="57150" y="2552700"/>
                </a:lnTo>
                <a:lnTo>
                  <a:pt x="47625" y="2552700"/>
                </a:lnTo>
                <a:lnTo>
                  <a:pt x="47625" y="2533650"/>
                </a:lnTo>
                <a:lnTo>
                  <a:pt x="38100" y="2533650"/>
                </a:lnTo>
                <a:lnTo>
                  <a:pt x="38100" y="2524125"/>
                </a:lnTo>
                <a:lnTo>
                  <a:pt x="47625" y="2524125"/>
                </a:lnTo>
                <a:lnTo>
                  <a:pt x="47625" y="2457450"/>
                </a:lnTo>
                <a:lnTo>
                  <a:pt x="57150" y="2457450"/>
                </a:lnTo>
                <a:close/>
                <a:moveTo>
                  <a:pt x="971550" y="2447925"/>
                </a:moveTo>
                <a:lnTo>
                  <a:pt x="981075" y="2447925"/>
                </a:lnTo>
                <a:lnTo>
                  <a:pt x="981075" y="2457450"/>
                </a:lnTo>
                <a:lnTo>
                  <a:pt x="990600" y="2457450"/>
                </a:lnTo>
                <a:lnTo>
                  <a:pt x="990600" y="2447925"/>
                </a:lnTo>
                <a:lnTo>
                  <a:pt x="1009650" y="2447925"/>
                </a:lnTo>
                <a:lnTo>
                  <a:pt x="1009650" y="2457450"/>
                </a:lnTo>
                <a:lnTo>
                  <a:pt x="1000125" y="2457450"/>
                </a:lnTo>
                <a:lnTo>
                  <a:pt x="1000125" y="2466975"/>
                </a:lnTo>
                <a:lnTo>
                  <a:pt x="962025" y="2466975"/>
                </a:lnTo>
                <a:lnTo>
                  <a:pt x="962025" y="2457450"/>
                </a:lnTo>
                <a:lnTo>
                  <a:pt x="971550" y="2457450"/>
                </a:lnTo>
                <a:close/>
                <a:moveTo>
                  <a:pt x="209550" y="2466975"/>
                </a:moveTo>
                <a:lnTo>
                  <a:pt x="228600" y="2466975"/>
                </a:lnTo>
                <a:lnTo>
                  <a:pt x="228600" y="2476500"/>
                </a:lnTo>
                <a:lnTo>
                  <a:pt x="209550" y="2476500"/>
                </a:lnTo>
                <a:close/>
                <a:moveTo>
                  <a:pt x="314325" y="2466975"/>
                </a:moveTo>
                <a:lnTo>
                  <a:pt x="323850" y="2466975"/>
                </a:lnTo>
                <a:lnTo>
                  <a:pt x="323850" y="2476500"/>
                </a:lnTo>
                <a:lnTo>
                  <a:pt x="314325" y="2476500"/>
                </a:lnTo>
                <a:close/>
                <a:moveTo>
                  <a:pt x="1047750" y="2466975"/>
                </a:moveTo>
                <a:lnTo>
                  <a:pt x="1057275" y="2466975"/>
                </a:lnTo>
                <a:lnTo>
                  <a:pt x="1057275" y="2476500"/>
                </a:lnTo>
                <a:lnTo>
                  <a:pt x="1047750" y="2476500"/>
                </a:lnTo>
                <a:close/>
                <a:moveTo>
                  <a:pt x="1276350" y="2466975"/>
                </a:moveTo>
                <a:lnTo>
                  <a:pt x="1295400" y="2466975"/>
                </a:lnTo>
                <a:lnTo>
                  <a:pt x="1295400" y="2486025"/>
                </a:lnTo>
                <a:lnTo>
                  <a:pt x="1276350" y="2486025"/>
                </a:lnTo>
                <a:close/>
                <a:moveTo>
                  <a:pt x="323850" y="2476500"/>
                </a:moveTo>
                <a:lnTo>
                  <a:pt x="333375" y="2476500"/>
                </a:lnTo>
                <a:lnTo>
                  <a:pt x="333375" y="2486025"/>
                </a:lnTo>
                <a:lnTo>
                  <a:pt x="323850" y="2486025"/>
                </a:lnTo>
                <a:close/>
                <a:moveTo>
                  <a:pt x="1028700" y="2476500"/>
                </a:moveTo>
                <a:lnTo>
                  <a:pt x="1038225" y="2476500"/>
                </a:lnTo>
                <a:lnTo>
                  <a:pt x="1038225" y="2495550"/>
                </a:lnTo>
                <a:lnTo>
                  <a:pt x="1066800" y="2495550"/>
                </a:lnTo>
                <a:lnTo>
                  <a:pt x="1066800" y="2476500"/>
                </a:lnTo>
                <a:lnTo>
                  <a:pt x="1076325" y="2476500"/>
                </a:lnTo>
                <a:lnTo>
                  <a:pt x="1076325" y="2486025"/>
                </a:lnTo>
                <a:lnTo>
                  <a:pt x="1095375" y="2486025"/>
                </a:lnTo>
                <a:lnTo>
                  <a:pt x="1095375" y="2505075"/>
                </a:lnTo>
                <a:lnTo>
                  <a:pt x="1076325" y="2505075"/>
                </a:lnTo>
                <a:lnTo>
                  <a:pt x="1076325" y="2514600"/>
                </a:lnTo>
                <a:lnTo>
                  <a:pt x="1057275" y="2514600"/>
                </a:lnTo>
                <a:lnTo>
                  <a:pt x="1057275" y="2524125"/>
                </a:lnTo>
                <a:lnTo>
                  <a:pt x="1047750" y="2524125"/>
                </a:lnTo>
                <a:lnTo>
                  <a:pt x="1047750" y="2533650"/>
                </a:lnTo>
                <a:lnTo>
                  <a:pt x="1019175" y="2533650"/>
                </a:lnTo>
                <a:lnTo>
                  <a:pt x="1019175" y="2524125"/>
                </a:lnTo>
                <a:lnTo>
                  <a:pt x="1028700" y="2524125"/>
                </a:lnTo>
                <a:lnTo>
                  <a:pt x="1028700" y="2514600"/>
                </a:lnTo>
                <a:lnTo>
                  <a:pt x="1019175" y="2514600"/>
                </a:lnTo>
                <a:lnTo>
                  <a:pt x="1019175" y="2505075"/>
                </a:lnTo>
                <a:lnTo>
                  <a:pt x="1028700" y="2505075"/>
                </a:lnTo>
                <a:close/>
                <a:moveTo>
                  <a:pt x="1162050" y="2486025"/>
                </a:moveTo>
                <a:lnTo>
                  <a:pt x="1171575" y="2486025"/>
                </a:lnTo>
                <a:lnTo>
                  <a:pt x="1171575" y="2495550"/>
                </a:lnTo>
                <a:lnTo>
                  <a:pt x="1162050" y="2495550"/>
                </a:lnTo>
                <a:close/>
                <a:moveTo>
                  <a:pt x="1190625" y="2486025"/>
                </a:moveTo>
                <a:lnTo>
                  <a:pt x="1200150" y="2486025"/>
                </a:lnTo>
                <a:lnTo>
                  <a:pt x="1200150" y="2495550"/>
                </a:lnTo>
                <a:lnTo>
                  <a:pt x="1209675" y="2495550"/>
                </a:lnTo>
                <a:lnTo>
                  <a:pt x="1209675" y="2486025"/>
                </a:lnTo>
                <a:lnTo>
                  <a:pt x="1219200" y="2486025"/>
                </a:lnTo>
                <a:lnTo>
                  <a:pt x="1219200" y="2514600"/>
                </a:lnTo>
                <a:lnTo>
                  <a:pt x="1209675" y="2514600"/>
                </a:lnTo>
                <a:lnTo>
                  <a:pt x="1209675" y="2533650"/>
                </a:lnTo>
                <a:lnTo>
                  <a:pt x="1200150" y="2533650"/>
                </a:lnTo>
                <a:lnTo>
                  <a:pt x="1200150" y="2514600"/>
                </a:lnTo>
                <a:lnTo>
                  <a:pt x="1171575" y="2514600"/>
                </a:lnTo>
                <a:lnTo>
                  <a:pt x="1171575" y="2495550"/>
                </a:lnTo>
                <a:lnTo>
                  <a:pt x="1190625" y="2495550"/>
                </a:lnTo>
                <a:close/>
                <a:moveTo>
                  <a:pt x="342900" y="2495550"/>
                </a:moveTo>
                <a:lnTo>
                  <a:pt x="352425" y="2495550"/>
                </a:lnTo>
                <a:lnTo>
                  <a:pt x="352425" y="2505075"/>
                </a:lnTo>
                <a:lnTo>
                  <a:pt x="342900" y="2505075"/>
                </a:lnTo>
                <a:close/>
                <a:moveTo>
                  <a:pt x="1333500" y="2495550"/>
                </a:moveTo>
                <a:lnTo>
                  <a:pt x="1352550" y="2495550"/>
                </a:lnTo>
                <a:lnTo>
                  <a:pt x="1352550" y="2524125"/>
                </a:lnTo>
                <a:lnTo>
                  <a:pt x="1333500" y="2524125"/>
                </a:lnTo>
                <a:lnTo>
                  <a:pt x="1333500" y="2514600"/>
                </a:lnTo>
                <a:lnTo>
                  <a:pt x="1323975" y="2514600"/>
                </a:lnTo>
                <a:lnTo>
                  <a:pt x="1323975" y="2505075"/>
                </a:lnTo>
                <a:lnTo>
                  <a:pt x="1333500" y="2505075"/>
                </a:lnTo>
                <a:close/>
                <a:moveTo>
                  <a:pt x="2028825" y="2495550"/>
                </a:moveTo>
                <a:lnTo>
                  <a:pt x="2047875" y="2495550"/>
                </a:lnTo>
                <a:lnTo>
                  <a:pt x="2047875" y="2524125"/>
                </a:lnTo>
                <a:lnTo>
                  <a:pt x="2019300" y="2524125"/>
                </a:lnTo>
                <a:lnTo>
                  <a:pt x="2019300" y="2533650"/>
                </a:lnTo>
                <a:lnTo>
                  <a:pt x="2009775" y="2533650"/>
                </a:lnTo>
                <a:lnTo>
                  <a:pt x="2009775" y="2514600"/>
                </a:lnTo>
                <a:lnTo>
                  <a:pt x="2019300" y="2514600"/>
                </a:lnTo>
                <a:lnTo>
                  <a:pt x="2019300" y="2505075"/>
                </a:lnTo>
                <a:lnTo>
                  <a:pt x="2028825" y="2505075"/>
                </a:lnTo>
                <a:close/>
                <a:moveTo>
                  <a:pt x="114300" y="2505075"/>
                </a:moveTo>
                <a:lnTo>
                  <a:pt x="123825" y="2505075"/>
                </a:lnTo>
                <a:lnTo>
                  <a:pt x="123825" y="2514600"/>
                </a:lnTo>
                <a:lnTo>
                  <a:pt x="142875" y="2514600"/>
                </a:lnTo>
                <a:lnTo>
                  <a:pt x="142875" y="2533650"/>
                </a:lnTo>
                <a:lnTo>
                  <a:pt x="133350" y="2533650"/>
                </a:lnTo>
                <a:lnTo>
                  <a:pt x="133350" y="2524125"/>
                </a:lnTo>
                <a:lnTo>
                  <a:pt x="114300" y="2524125"/>
                </a:lnTo>
                <a:close/>
                <a:moveTo>
                  <a:pt x="276225" y="2505075"/>
                </a:moveTo>
                <a:lnTo>
                  <a:pt x="285750" y="2505075"/>
                </a:lnTo>
                <a:lnTo>
                  <a:pt x="285750" y="2514600"/>
                </a:lnTo>
                <a:lnTo>
                  <a:pt x="276225" y="2514600"/>
                </a:lnTo>
                <a:close/>
                <a:moveTo>
                  <a:pt x="352425" y="2505075"/>
                </a:moveTo>
                <a:lnTo>
                  <a:pt x="371475" y="2505075"/>
                </a:lnTo>
                <a:lnTo>
                  <a:pt x="371475" y="2514600"/>
                </a:lnTo>
                <a:lnTo>
                  <a:pt x="352425" y="2514600"/>
                </a:lnTo>
                <a:close/>
                <a:moveTo>
                  <a:pt x="447675" y="2505075"/>
                </a:moveTo>
                <a:lnTo>
                  <a:pt x="457200" y="2505075"/>
                </a:lnTo>
                <a:lnTo>
                  <a:pt x="457200" y="2514600"/>
                </a:lnTo>
                <a:lnTo>
                  <a:pt x="447675" y="2514600"/>
                </a:lnTo>
                <a:close/>
                <a:moveTo>
                  <a:pt x="533400" y="2505075"/>
                </a:moveTo>
                <a:lnTo>
                  <a:pt x="542925" y="2505075"/>
                </a:lnTo>
                <a:lnTo>
                  <a:pt x="542925" y="2514600"/>
                </a:lnTo>
                <a:lnTo>
                  <a:pt x="533400" y="2514600"/>
                </a:lnTo>
                <a:close/>
                <a:moveTo>
                  <a:pt x="552450" y="2505075"/>
                </a:moveTo>
                <a:lnTo>
                  <a:pt x="571500" y="2505075"/>
                </a:lnTo>
                <a:lnTo>
                  <a:pt x="571500" y="2514600"/>
                </a:lnTo>
                <a:lnTo>
                  <a:pt x="552450" y="2514600"/>
                </a:lnTo>
                <a:close/>
                <a:moveTo>
                  <a:pt x="590550" y="2505075"/>
                </a:moveTo>
                <a:lnTo>
                  <a:pt x="600075" y="2505075"/>
                </a:lnTo>
                <a:lnTo>
                  <a:pt x="600075" y="2514600"/>
                </a:lnTo>
                <a:lnTo>
                  <a:pt x="590550" y="2514600"/>
                </a:lnTo>
                <a:close/>
                <a:moveTo>
                  <a:pt x="933450" y="2505075"/>
                </a:moveTo>
                <a:lnTo>
                  <a:pt x="962025" y="2505075"/>
                </a:lnTo>
                <a:lnTo>
                  <a:pt x="962025" y="2524125"/>
                </a:lnTo>
                <a:lnTo>
                  <a:pt x="942975" y="2524125"/>
                </a:lnTo>
                <a:lnTo>
                  <a:pt x="942975" y="2533650"/>
                </a:lnTo>
                <a:lnTo>
                  <a:pt x="933450" y="2533650"/>
                </a:lnTo>
                <a:lnTo>
                  <a:pt x="933450" y="2524125"/>
                </a:lnTo>
                <a:lnTo>
                  <a:pt x="923925" y="2524125"/>
                </a:lnTo>
                <a:lnTo>
                  <a:pt x="923925" y="2514600"/>
                </a:lnTo>
                <a:lnTo>
                  <a:pt x="933450" y="2514600"/>
                </a:lnTo>
                <a:close/>
                <a:moveTo>
                  <a:pt x="1257300" y="2505075"/>
                </a:moveTo>
                <a:lnTo>
                  <a:pt x="1276350" y="2505075"/>
                </a:lnTo>
                <a:lnTo>
                  <a:pt x="1276350" y="2514600"/>
                </a:lnTo>
                <a:lnTo>
                  <a:pt x="1266825" y="2514600"/>
                </a:lnTo>
                <a:lnTo>
                  <a:pt x="1266825" y="2533650"/>
                </a:lnTo>
                <a:lnTo>
                  <a:pt x="1257300" y="2533650"/>
                </a:lnTo>
                <a:close/>
                <a:moveTo>
                  <a:pt x="1495425" y="2505075"/>
                </a:moveTo>
                <a:lnTo>
                  <a:pt x="1504950" y="2505075"/>
                </a:lnTo>
                <a:lnTo>
                  <a:pt x="1504950" y="2514600"/>
                </a:lnTo>
                <a:lnTo>
                  <a:pt x="1495425" y="2514600"/>
                </a:lnTo>
                <a:close/>
                <a:moveTo>
                  <a:pt x="1571625" y="2505075"/>
                </a:moveTo>
                <a:lnTo>
                  <a:pt x="1581150" y="2505075"/>
                </a:lnTo>
                <a:lnTo>
                  <a:pt x="1581150" y="2514600"/>
                </a:lnTo>
                <a:lnTo>
                  <a:pt x="1571625" y="2514600"/>
                </a:lnTo>
                <a:close/>
                <a:moveTo>
                  <a:pt x="1866900" y="2505075"/>
                </a:moveTo>
                <a:lnTo>
                  <a:pt x="1876425" y="2505075"/>
                </a:lnTo>
                <a:lnTo>
                  <a:pt x="1876425" y="2543175"/>
                </a:lnTo>
                <a:lnTo>
                  <a:pt x="1857375" y="2543175"/>
                </a:lnTo>
                <a:lnTo>
                  <a:pt x="1857375" y="2514600"/>
                </a:lnTo>
                <a:lnTo>
                  <a:pt x="1866900" y="2514600"/>
                </a:lnTo>
                <a:close/>
                <a:moveTo>
                  <a:pt x="2095500" y="2505075"/>
                </a:moveTo>
                <a:lnTo>
                  <a:pt x="2105025" y="2505075"/>
                </a:lnTo>
                <a:lnTo>
                  <a:pt x="2105025" y="2514600"/>
                </a:lnTo>
                <a:lnTo>
                  <a:pt x="2095500" y="2514600"/>
                </a:lnTo>
                <a:close/>
                <a:moveTo>
                  <a:pt x="2143125" y="2505075"/>
                </a:moveTo>
                <a:lnTo>
                  <a:pt x="2152650" y="2505075"/>
                </a:lnTo>
                <a:lnTo>
                  <a:pt x="2152650" y="2514600"/>
                </a:lnTo>
                <a:lnTo>
                  <a:pt x="2162175" y="2514600"/>
                </a:lnTo>
                <a:lnTo>
                  <a:pt x="2162175" y="2543175"/>
                </a:lnTo>
                <a:lnTo>
                  <a:pt x="2152650" y="2543175"/>
                </a:lnTo>
                <a:lnTo>
                  <a:pt x="2152650" y="2533650"/>
                </a:lnTo>
                <a:lnTo>
                  <a:pt x="2124075" y="2533650"/>
                </a:lnTo>
                <a:lnTo>
                  <a:pt x="2124075" y="2524125"/>
                </a:lnTo>
                <a:lnTo>
                  <a:pt x="2143125" y="2524125"/>
                </a:lnTo>
                <a:close/>
                <a:moveTo>
                  <a:pt x="304800" y="2514600"/>
                </a:moveTo>
                <a:lnTo>
                  <a:pt x="333375" y="2514600"/>
                </a:lnTo>
                <a:lnTo>
                  <a:pt x="333375" y="2524125"/>
                </a:lnTo>
                <a:lnTo>
                  <a:pt x="323850" y="2524125"/>
                </a:lnTo>
                <a:lnTo>
                  <a:pt x="323850" y="2543175"/>
                </a:lnTo>
                <a:lnTo>
                  <a:pt x="314325" y="2543175"/>
                </a:lnTo>
                <a:lnTo>
                  <a:pt x="314325" y="2533650"/>
                </a:lnTo>
                <a:lnTo>
                  <a:pt x="304800" y="2533650"/>
                </a:lnTo>
                <a:close/>
                <a:moveTo>
                  <a:pt x="571500" y="2514600"/>
                </a:moveTo>
                <a:lnTo>
                  <a:pt x="590550" y="2514600"/>
                </a:lnTo>
                <a:lnTo>
                  <a:pt x="590550" y="2543175"/>
                </a:lnTo>
                <a:lnTo>
                  <a:pt x="581025" y="2543175"/>
                </a:lnTo>
                <a:lnTo>
                  <a:pt x="581025" y="2524125"/>
                </a:lnTo>
                <a:lnTo>
                  <a:pt x="571500" y="2524125"/>
                </a:lnTo>
                <a:close/>
                <a:moveTo>
                  <a:pt x="1276350" y="2514600"/>
                </a:moveTo>
                <a:lnTo>
                  <a:pt x="1285875" y="2514600"/>
                </a:lnTo>
                <a:lnTo>
                  <a:pt x="1285875" y="2533650"/>
                </a:lnTo>
                <a:lnTo>
                  <a:pt x="1276350" y="2533650"/>
                </a:lnTo>
                <a:close/>
                <a:moveTo>
                  <a:pt x="1381125" y="2514600"/>
                </a:moveTo>
                <a:lnTo>
                  <a:pt x="1409700" y="2514600"/>
                </a:lnTo>
                <a:lnTo>
                  <a:pt x="1409700" y="2533650"/>
                </a:lnTo>
                <a:lnTo>
                  <a:pt x="1390650" y="2533650"/>
                </a:lnTo>
                <a:lnTo>
                  <a:pt x="1390650" y="2524125"/>
                </a:lnTo>
                <a:lnTo>
                  <a:pt x="1381125" y="2524125"/>
                </a:lnTo>
                <a:close/>
                <a:moveTo>
                  <a:pt x="1504950" y="2514600"/>
                </a:moveTo>
                <a:lnTo>
                  <a:pt x="1514475" y="2514600"/>
                </a:lnTo>
                <a:lnTo>
                  <a:pt x="1514475" y="2543175"/>
                </a:lnTo>
                <a:lnTo>
                  <a:pt x="1504950" y="2543175"/>
                </a:lnTo>
                <a:lnTo>
                  <a:pt x="1504950" y="2533650"/>
                </a:lnTo>
                <a:lnTo>
                  <a:pt x="1495425" y="2533650"/>
                </a:lnTo>
                <a:lnTo>
                  <a:pt x="1495425" y="2524125"/>
                </a:lnTo>
                <a:lnTo>
                  <a:pt x="1504950" y="2524125"/>
                </a:lnTo>
                <a:close/>
                <a:moveTo>
                  <a:pt x="1962150" y="2514600"/>
                </a:moveTo>
                <a:lnTo>
                  <a:pt x="1981200" y="2514600"/>
                </a:lnTo>
                <a:lnTo>
                  <a:pt x="1981200" y="2524125"/>
                </a:lnTo>
                <a:lnTo>
                  <a:pt x="1971675" y="2524125"/>
                </a:lnTo>
                <a:lnTo>
                  <a:pt x="1971675" y="2533650"/>
                </a:lnTo>
                <a:lnTo>
                  <a:pt x="1962150" y="2533650"/>
                </a:lnTo>
                <a:close/>
                <a:moveTo>
                  <a:pt x="2447925" y="2514600"/>
                </a:moveTo>
                <a:lnTo>
                  <a:pt x="2457450" y="2514600"/>
                </a:lnTo>
                <a:lnTo>
                  <a:pt x="2457450" y="2533650"/>
                </a:lnTo>
                <a:lnTo>
                  <a:pt x="2438400" y="2533650"/>
                </a:lnTo>
                <a:lnTo>
                  <a:pt x="2438400" y="2524125"/>
                </a:lnTo>
                <a:lnTo>
                  <a:pt x="2447925" y="2524125"/>
                </a:lnTo>
                <a:close/>
                <a:moveTo>
                  <a:pt x="1123950" y="2524125"/>
                </a:moveTo>
                <a:lnTo>
                  <a:pt x="1143000" y="2524125"/>
                </a:lnTo>
                <a:lnTo>
                  <a:pt x="1143000" y="2533650"/>
                </a:lnTo>
                <a:lnTo>
                  <a:pt x="1123950" y="2533650"/>
                </a:lnTo>
                <a:close/>
                <a:moveTo>
                  <a:pt x="1457325" y="2524125"/>
                </a:moveTo>
                <a:lnTo>
                  <a:pt x="1466850" y="2524125"/>
                </a:lnTo>
                <a:lnTo>
                  <a:pt x="1466850" y="2533650"/>
                </a:lnTo>
                <a:lnTo>
                  <a:pt x="1457325" y="2533650"/>
                </a:lnTo>
                <a:close/>
                <a:moveTo>
                  <a:pt x="1590675" y="2524125"/>
                </a:moveTo>
                <a:lnTo>
                  <a:pt x="1600200" y="2524125"/>
                </a:lnTo>
                <a:lnTo>
                  <a:pt x="1600200" y="2533650"/>
                </a:lnTo>
                <a:lnTo>
                  <a:pt x="1609725" y="2533650"/>
                </a:lnTo>
                <a:lnTo>
                  <a:pt x="1609725" y="2543175"/>
                </a:lnTo>
                <a:lnTo>
                  <a:pt x="1590675" y="2543175"/>
                </a:lnTo>
                <a:close/>
                <a:moveTo>
                  <a:pt x="1647825" y="2524125"/>
                </a:moveTo>
                <a:lnTo>
                  <a:pt x="1657350" y="2524125"/>
                </a:lnTo>
                <a:lnTo>
                  <a:pt x="1657350" y="2533650"/>
                </a:lnTo>
                <a:lnTo>
                  <a:pt x="1647825" y="2533650"/>
                </a:lnTo>
                <a:close/>
                <a:moveTo>
                  <a:pt x="2390775" y="2524125"/>
                </a:moveTo>
                <a:lnTo>
                  <a:pt x="2400300" y="2524125"/>
                </a:lnTo>
                <a:lnTo>
                  <a:pt x="2400300" y="2533650"/>
                </a:lnTo>
                <a:lnTo>
                  <a:pt x="2438400" y="2533650"/>
                </a:lnTo>
                <a:lnTo>
                  <a:pt x="2438400" y="2543175"/>
                </a:lnTo>
                <a:lnTo>
                  <a:pt x="2428875" y="2543175"/>
                </a:lnTo>
                <a:lnTo>
                  <a:pt x="2428875" y="2562225"/>
                </a:lnTo>
                <a:lnTo>
                  <a:pt x="2419350" y="2562225"/>
                </a:lnTo>
                <a:lnTo>
                  <a:pt x="2419350" y="2543175"/>
                </a:lnTo>
                <a:lnTo>
                  <a:pt x="2400300" y="2543175"/>
                </a:lnTo>
                <a:lnTo>
                  <a:pt x="2400300" y="2552700"/>
                </a:lnTo>
                <a:lnTo>
                  <a:pt x="2381250" y="2552700"/>
                </a:lnTo>
                <a:lnTo>
                  <a:pt x="2381250" y="2562225"/>
                </a:lnTo>
                <a:lnTo>
                  <a:pt x="2362200" y="2562225"/>
                </a:lnTo>
                <a:lnTo>
                  <a:pt x="2362200" y="2552700"/>
                </a:lnTo>
                <a:lnTo>
                  <a:pt x="2352675" y="2552700"/>
                </a:lnTo>
                <a:lnTo>
                  <a:pt x="2352675" y="2543175"/>
                </a:lnTo>
                <a:lnTo>
                  <a:pt x="2381250" y="2543175"/>
                </a:lnTo>
                <a:lnTo>
                  <a:pt x="2381250" y="2533650"/>
                </a:lnTo>
                <a:lnTo>
                  <a:pt x="2390775" y="2533650"/>
                </a:lnTo>
                <a:close/>
                <a:moveTo>
                  <a:pt x="1209675" y="2533650"/>
                </a:moveTo>
                <a:lnTo>
                  <a:pt x="1219200" y="2533650"/>
                </a:lnTo>
                <a:lnTo>
                  <a:pt x="1219200" y="2571750"/>
                </a:lnTo>
                <a:lnTo>
                  <a:pt x="1200150" y="2571750"/>
                </a:lnTo>
                <a:lnTo>
                  <a:pt x="1200150" y="2581275"/>
                </a:lnTo>
                <a:lnTo>
                  <a:pt x="1190625" y="2581275"/>
                </a:lnTo>
                <a:lnTo>
                  <a:pt x="1190625" y="2543175"/>
                </a:lnTo>
                <a:lnTo>
                  <a:pt x="1209675" y="2543175"/>
                </a:lnTo>
                <a:close/>
                <a:moveTo>
                  <a:pt x="1285875" y="2533650"/>
                </a:moveTo>
                <a:lnTo>
                  <a:pt x="1304925" y="2533650"/>
                </a:lnTo>
                <a:lnTo>
                  <a:pt x="1304925" y="2543175"/>
                </a:lnTo>
                <a:lnTo>
                  <a:pt x="1285875" y="2543175"/>
                </a:lnTo>
                <a:close/>
                <a:moveTo>
                  <a:pt x="1628775" y="2533650"/>
                </a:moveTo>
                <a:lnTo>
                  <a:pt x="1647825" y="2533650"/>
                </a:lnTo>
                <a:lnTo>
                  <a:pt x="1647825" y="2543175"/>
                </a:lnTo>
                <a:lnTo>
                  <a:pt x="1628775" y="2543175"/>
                </a:lnTo>
                <a:close/>
                <a:moveTo>
                  <a:pt x="161925" y="2543175"/>
                </a:moveTo>
                <a:lnTo>
                  <a:pt x="180975" y="2543175"/>
                </a:lnTo>
                <a:lnTo>
                  <a:pt x="180975" y="2552700"/>
                </a:lnTo>
                <a:lnTo>
                  <a:pt x="161925" y="2552700"/>
                </a:lnTo>
                <a:close/>
                <a:moveTo>
                  <a:pt x="371475" y="2543175"/>
                </a:moveTo>
                <a:lnTo>
                  <a:pt x="381000" y="2543175"/>
                </a:lnTo>
                <a:lnTo>
                  <a:pt x="381000" y="2562225"/>
                </a:lnTo>
                <a:lnTo>
                  <a:pt x="371475" y="2562225"/>
                </a:lnTo>
                <a:close/>
                <a:moveTo>
                  <a:pt x="466725" y="2543175"/>
                </a:moveTo>
                <a:lnTo>
                  <a:pt x="476250" y="2543175"/>
                </a:lnTo>
                <a:lnTo>
                  <a:pt x="476250" y="2552700"/>
                </a:lnTo>
                <a:lnTo>
                  <a:pt x="495300" y="2552700"/>
                </a:lnTo>
                <a:lnTo>
                  <a:pt x="495300" y="2571750"/>
                </a:lnTo>
                <a:lnTo>
                  <a:pt x="485775" y="2571750"/>
                </a:lnTo>
                <a:lnTo>
                  <a:pt x="485775" y="2581275"/>
                </a:lnTo>
                <a:lnTo>
                  <a:pt x="476250" y="2581275"/>
                </a:lnTo>
                <a:lnTo>
                  <a:pt x="476250" y="2590800"/>
                </a:lnTo>
                <a:lnTo>
                  <a:pt x="466725" y="2590800"/>
                </a:lnTo>
                <a:lnTo>
                  <a:pt x="466725" y="2581275"/>
                </a:lnTo>
                <a:lnTo>
                  <a:pt x="457200" y="2581275"/>
                </a:lnTo>
                <a:lnTo>
                  <a:pt x="457200" y="2590800"/>
                </a:lnTo>
                <a:lnTo>
                  <a:pt x="447675" y="2590800"/>
                </a:lnTo>
                <a:lnTo>
                  <a:pt x="447675" y="2552700"/>
                </a:lnTo>
                <a:lnTo>
                  <a:pt x="466725" y="2552700"/>
                </a:lnTo>
                <a:close/>
                <a:moveTo>
                  <a:pt x="866775" y="2543175"/>
                </a:moveTo>
                <a:lnTo>
                  <a:pt x="876300" y="2543175"/>
                </a:lnTo>
                <a:lnTo>
                  <a:pt x="876300" y="2552700"/>
                </a:lnTo>
                <a:lnTo>
                  <a:pt x="866775" y="2552700"/>
                </a:lnTo>
                <a:close/>
                <a:moveTo>
                  <a:pt x="1238250" y="2543175"/>
                </a:moveTo>
                <a:lnTo>
                  <a:pt x="1257300" y="2543175"/>
                </a:lnTo>
                <a:lnTo>
                  <a:pt x="1257300" y="2552700"/>
                </a:lnTo>
                <a:lnTo>
                  <a:pt x="1238250" y="2552700"/>
                </a:lnTo>
                <a:close/>
                <a:moveTo>
                  <a:pt x="1419225" y="2543175"/>
                </a:moveTo>
                <a:lnTo>
                  <a:pt x="1438275" y="2543175"/>
                </a:lnTo>
                <a:lnTo>
                  <a:pt x="1438275" y="2562225"/>
                </a:lnTo>
                <a:lnTo>
                  <a:pt x="1419225" y="2562225"/>
                </a:lnTo>
                <a:close/>
                <a:moveTo>
                  <a:pt x="1990725" y="2543175"/>
                </a:moveTo>
                <a:lnTo>
                  <a:pt x="2000250" y="2543175"/>
                </a:lnTo>
                <a:lnTo>
                  <a:pt x="2000250" y="2562225"/>
                </a:lnTo>
                <a:lnTo>
                  <a:pt x="1990725" y="2562225"/>
                </a:lnTo>
                <a:lnTo>
                  <a:pt x="1990725" y="2590800"/>
                </a:lnTo>
                <a:lnTo>
                  <a:pt x="1971675" y="2590800"/>
                </a:lnTo>
                <a:lnTo>
                  <a:pt x="1971675" y="2581275"/>
                </a:lnTo>
                <a:lnTo>
                  <a:pt x="1981200" y="2581275"/>
                </a:lnTo>
                <a:lnTo>
                  <a:pt x="1981200" y="2552700"/>
                </a:lnTo>
                <a:lnTo>
                  <a:pt x="1990725" y="2552700"/>
                </a:lnTo>
                <a:close/>
                <a:moveTo>
                  <a:pt x="200025" y="2552700"/>
                </a:moveTo>
                <a:lnTo>
                  <a:pt x="228600" y="2552700"/>
                </a:lnTo>
                <a:lnTo>
                  <a:pt x="228600" y="2571750"/>
                </a:lnTo>
                <a:lnTo>
                  <a:pt x="219075" y="2571750"/>
                </a:lnTo>
                <a:lnTo>
                  <a:pt x="219075" y="2581275"/>
                </a:lnTo>
                <a:lnTo>
                  <a:pt x="209550" y="2581275"/>
                </a:lnTo>
                <a:lnTo>
                  <a:pt x="209550" y="2571750"/>
                </a:lnTo>
                <a:lnTo>
                  <a:pt x="200025" y="2571750"/>
                </a:lnTo>
                <a:close/>
                <a:moveTo>
                  <a:pt x="352425" y="2552700"/>
                </a:moveTo>
                <a:lnTo>
                  <a:pt x="361950" y="2552700"/>
                </a:lnTo>
                <a:lnTo>
                  <a:pt x="361950" y="2562225"/>
                </a:lnTo>
                <a:lnTo>
                  <a:pt x="352425" y="2562225"/>
                </a:lnTo>
                <a:close/>
                <a:moveTo>
                  <a:pt x="533400" y="2552700"/>
                </a:moveTo>
                <a:lnTo>
                  <a:pt x="542925" y="2552700"/>
                </a:lnTo>
                <a:lnTo>
                  <a:pt x="542925" y="2562225"/>
                </a:lnTo>
                <a:lnTo>
                  <a:pt x="533400" y="2562225"/>
                </a:lnTo>
                <a:close/>
                <a:moveTo>
                  <a:pt x="619125" y="2552700"/>
                </a:moveTo>
                <a:lnTo>
                  <a:pt x="628650" y="2552700"/>
                </a:lnTo>
                <a:lnTo>
                  <a:pt x="628650" y="2562225"/>
                </a:lnTo>
                <a:lnTo>
                  <a:pt x="619125" y="2562225"/>
                </a:lnTo>
                <a:close/>
                <a:moveTo>
                  <a:pt x="1371600" y="2552700"/>
                </a:moveTo>
                <a:lnTo>
                  <a:pt x="1381125" y="2552700"/>
                </a:lnTo>
                <a:lnTo>
                  <a:pt x="1381125" y="2562225"/>
                </a:lnTo>
                <a:lnTo>
                  <a:pt x="1390650" y="2562225"/>
                </a:lnTo>
                <a:lnTo>
                  <a:pt x="1390650" y="2571750"/>
                </a:lnTo>
                <a:lnTo>
                  <a:pt x="1371600" y="2571750"/>
                </a:lnTo>
                <a:close/>
                <a:moveTo>
                  <a:pt x="1600200" y="2552700"/>
                </a:moveTo>
                <a:lnTo>
                  <a:pt x="1609725" y="2552700"/>
                </a:lnTo>
                <a:lnTo>
                  <a:pt x="1609725" y="2562225"/>
                </a:lnTo>
                <a:lnTo>
                  <a:pt x="1619250" y="2562225"/>
                </a:lnTo>
                <a:lnTo>
                  <a:pt x="1619250" y="2571750"/>
                </a:lnTo>
                <a:lnTo>
                  <a:pt x="1609725" y="2571750"/>
                </a:lnTo>
                <a:lnTo>
                  <a:pt x="1609725" y="2581275"/>
                </a:lnTo>
                <a:lnTo>
                  <a:pt x="1600200" y="2581275"/>
                </a:lnTo>
                <a:lnTo>
                  <a:pt x="1600200" y="2590800"/>
                </a:lnTo>
                <a:lnTo>
                  <a:pt x="1590675" y="2590800"/>
                </a:lnTo>
                <a:lnTo>
                  <a:pt x="1590675" y="2571750"/>
                </a:lnTo>
                <a:lnTo>
                  <a:pt x="1600200" y="2571750"/>
                </a:lnTo>
                <a:close/>
                <a:moveTo>
                  <a:pt x="1676400" y="2552700"/>
                </a:moveTo>
                <a:lnTo>
                  <a:pt x="1685925" y="2552700"/>
                </a:lnTo>
                <a:lnTo>
                  <a:pt x="1685925" y="2562225"/>
                </a:lnTo>
                <a:lnTo>
                  <a:pt x="1695450" y="2562225"/>
                </a:lnTo>
                <a:lnTo>
                  <a:pt x="1695450" y="2571750"/>
                </a:lnTo>
                <a:lnTo>
                  <a:pt x="1685925" y="2571750"/>
                </a:lnTo>
                <a:lnTo>
                  <a:pt x="1685925" y="2581275"/>
                </a:lnTo>
                <a:lnTo>
                  <a:pt x="1676400" y="2581275"/>
                </a:lnTo>
                <a:lnTo>
                  <a:pt x="1676400" y="2571750"/>
                </a:lnTo>
                <a:lnTo>
                  <a:pt x="1657350" y="2571750"/>
                </a:lnTo>
                <a:lnTo>
                  <a:pt x="1657350" y="2562225"/>
                </a:lnTo>
                <a:lnTo>
                  <a:pt x="1676400" y="2562225"/>
                </a:lnTo>
                <a:close/>
                <a:moveTo>
                  <a:pt x="1733550" y="2552700"/>
                </a:moveTo>
                <a:lnTo>
                  <a:pt x="1743075" y="2552700"/>
                </a:lnTo>
                <a:lnTo>
                  <a:pt x="1743075" y="2562225"/>
                </a:lnTo>
                <a:lnTo>
                  <a:pt x="1752600" y="2562225"/>
                </a:lnTo>
                <a:lnTo>
                  <a:pt x="1752600" y="2552700"/>
                </a:lnTo>
                <a:lnTo>
                  <a:pt x="1762125" y="2552700"/>
                </a:lnTo>
                <a:lnTo>
                  <a:pt x="1762125" y="2562225"/>
                </a:lnTo>
                <a:lnTo>
                  <a:pt x="1752600" y="2562225"/>
                </a:lnTo>
                <a:lnTo>
                  <a:pt x="1752600" y="2571750"/>
                </a:lnTo>
                <a:lnTo>
                  <a:pt x="1733550" y="2571750"/>
                </a:lnTo>
                <a:close/>
                <a:moveTo>
                  <a:pt x="2295525" y="2552700"/>
                </a:moveTo>
                <a:lnTo>
                  <a:pt x="2314575" y="2552700"/>
                </a:lnTo>
                <a:lnTo>
                  <a:pt x="2314575" y="2562225"/>
                </a:lnTo>
                <a:lnTo>
                  <a:pt x="2324100" y="2562225"/>
                </a:lnTo>
                <a:lnTo>
                  <a:pt x="2324100" y="2571750"/>
                </a:lnTo>
                <a:lnTo>
                  <a:pt x="2305050" y="2571750"/>
                </a:lnTo>
                <a:lnTo>
                  <a:pt x="2305050" y="2562225"/>
                </a:lnTo>
                <a:lnTo>
                  <a:pt x="2295525" y="2562225"/>
                </a:lnTo>
                <a:close/>
                <a:moveTo>
                  <a:pt x="2343150" y="2552700"/>
                </a:moveTo>
                <a:lnTo>
                  <a:pt x="2352675" y="2552700"/>
                </a:lnTo>
                <a:lnTo>
                  <a:pt x="2352675" y="2571750"/>
                </a:lnTo>
                <a:lnTo>
                  <a:pt x="2343150" y="2571750"/>
                </a:lnTo>
                <a:close/>
                <a:moveTo>
                  <a:pt x="361950" y="2562225"/>
                </a:moveTo>
                <a:lnTo>
                  <a:pt x="371475" y="2562225"/>
                </a:lnTo>
                <a:lnTo>
                  <a:pt x="371475" y="2571750"/>
                </a:lnTo>
                <a:lnTo>
                  <a:pt x="361950" y="2571750"/>
                </a:lnTo>
                <a:close/>
                <a:moveTo>
                  <a:pt x="790575" y="2562225"/>
                </a:moveTo>
                <a:lnTo>
                  <a:pt x="819150" y="2562225"/>
                </a:lnTo>
                <a:lnTo>
                  <a:pt x="819150" y="2581275"/>
                </a:lnTo>
                <a:lnTo>
                  <a:pt x="838200" y="2581275"/>
                </a:lnTo>
                <a:lnTo>
                  <a:pt x="838200" y="2571750"/>
                </a:lnTo>
                <a:lnTo>
                  <a:pt x="857250" y="2571750"/>
                </a:lnTo>
                <a:lnTo>
                  <a:pt x="857250" y="2562225"/>
                </a:lnTo>
                <a:lnTo>
                  <a:pt x="876300" y="2562225"/>
                </a:lnTo>
                <a:lnTo>
                  <a:pt x="876300" y="2571750"/>
                </a:lnTo>
                <a:lnTo>
                  <a:pt x="885825" y="2571750"/>
                </a:lnTo>
                <a:lnTo>
                  <a:pt x="885825" y="2590800"/>
                </a:lnTo>
                <a:lnTo>
                  <a:pt x="876300" y="2590800"/>
                </a:lnTo>
                <a:lnTo>
                  <a:pt x="876300" y="2581275"/>
                </a:lnTo>
                <a:lnTo>
                  <a:pt x="866775" y="2581275"/>
                </a:lnTo>
                <a:lnTo>
                  <a:pt x="866775" y="2590800"/>
                </a:lnTo>
                <a:lnTo>
                  <a:pt x="809625" y="2590800"/>
                </a:lnTo>
                <a:lnTo>
                  <a:pt x="809625" y="2571750"/>
                </a:lnTo>
                <a:lnTo>
                  <a:pt x="790575" y="2571750"/>
                </a:lnTo>
                <a:close/>
                <a:moveTo>
                  <a:pt x="1285875" y="2562225"/>
                </a:moveTo>
                <a:lnTo>
                  <a:pt x="1304925" y="2562225"/>
                </a:lnTo>
                <a:lnTo>
                  <a:pt x="1304925" y="2581275"/>
                </a:lnTo>
                <a:lnTo>
                  <a:pt x="1295400" y="2581275"/>
                </a:lnTo>
                <a:lnTo>
                  <a:pt x="1295400" y="2571750"/>
                </a:lnTo>
                <a:lnTo>
                  <a:pt x="1285875" y="2571750"/>
                </a:lnTo>
                <a:close/>
                <a:moveTo>
                  <a:pt x="1543050" y="2562225"/>
                </a:moveTo>
                <a:lnTo>
                  <a:pt x="1552575" y="2562225"/>
                </a:lnTo>
                <a:lnTo>
                  <a:pt x="1552575" y="2590800"/>
                </a:lnTo>
                <a:lnTo>
                  <a:pt x="1543050" y="2590800"/>
                </a:lnTo>
                <a:close/>
                <a:moveTo>
                  <a:pt x="1838325" y="2562225"/>
                </a:moveTo>
                <a:lnTo>
                  <a:pt x="1857375" y="2562225"/>
                </a:lnTo>
                <a:lnTo>
                  <a:pt x="1857375" y="2581275"/>
                </a:lnTo>
                <a:lnTo>
                  <a:pt x="1847850" y="2581275"/>
                </a:lnTo>
                <a:lnTo>
                  <a:pt x="1847850" y="2571750"/>
                </a:lnTo>
                <a:lnTo>
                  <a:pt x="1838325" y="2571750"/>
                </a:lnTo>
                <a:close/>
                <a:moveTo>
                  <a:pt x="2428875" y="2562225"/>
                </a:moveTo>
                <a:lnTo>
                  <a:pt x="2438400" y="2562225"/>
                </a:lnTo>
                <a:lnTo>
                  <a:pt x="2438400" y="2571750"/>
                </a:lnTo>
                <a:lnTo>
                  <a:pt x="2428875" y="2571750"/>
                </a:lnTo>
                <a:close/>
                <a:moveTo>
                  <a:pt x="9525" y="2571750"/>
                </a:moveTo>
                <a:lnTo>
                  <a:pt x="28575" y="2571750"/>
                </a:lnTo>
                <a:lnTo>
                  <a:pt x="28575" y="2581275"/>
                </a:lnTo>
                <a:lnTo>
                  <a:pt x="9525" y="2581275"/>
                </a:lnTo>
                <a:close/>
                <a:moveTo>
                  <a:pt x="276225" y="2571750"/>
                </a:moveTo>
                <a:lnTo>
                  <a:pt x="285750" y="2571750"/>
                </a:lnTo>
                <a:lnTo>
                  <a:pt x="285750" y="2590800"/>
                </a:lnTo>
                <a:lnTo>
                  <a:pt x="276225" y="2590800"/>
                </a:lnTo>
                <a:close/>
                <a:moveTo>
                  <a:pt x="323850" y="2571750"/>
                </a:moveTo>
                <a:lnTo>
                  <a:pt x="342900" y="2571750"/>
                </a:lnTo>
                <a:lnTo>
                  <a:pt x="342900" y="2581275"/>
                </a:lnTo>
                <a:lnTo>
                  <a:pt x="352425" y="2581275"/>
                </a:lnTo>
                <a:lnTo>
                  <a:pt x="352425" y="2571750"/>
                </a:lnTo>
                <a:lnTo>
                  <a:pt x="361950" y="2571750"/>
                </a:lnTo>
                <a:lnTo>
                  <a:pt x="361950" y="2590800"/>
                </a:lnTo>
                <a:lnTo>
                  <a:pt x="314325" y="2590800"/>
                </a:lnTo>
                <a:lnTo>
                  <a:pt x="314325" y="2581275"/>
                </a:lnTo>
                <a:lnTo>
                  <a:pt x="323850" y="2581275"/>
                </a:lnTo>
                <a:close/>
                <a:moveTo>
                  <a:pt x="514350" y="2571750"/>
                </a:moveTo>
                <a:lnTo>
                  <a:pt x="523875" y="2571750"/>
                </a:lnTo>
                <a:lnTo>
                  <a:pt x="523875" y="2581275"/>
                </a:lnTo>
                <a:lnTo>
                  <a:pt x="514350" y="2581275"/>
                </a:lnTo>
                <a:close/>
                <a:moveTo>
                  <a:pt x="552450" y="2571750"/>
                </a:moveTo>
                <a:lnTo>
                  <a:pt x="561975" y="2571750"/>
                </a:lnTo>
                <a:lnTo>
                  <a:pt x="561975" y="2590800"/>
                </a:lnTo>
                <a:lnTo>
                  <a:pt x="552450" y="2590800"/>
                </a:lnTo>
                <a:close/>
                <a:moveTo>
                  <a:pt x="771525" y="2571750"/>
                </a:moveTo>
                <a:lnTo>
                  <a:pt x="790575" y="2571750"/>
                </a:lnTo>
                <a:lnTo>
                  <a:pt x="790575" y="2581275"/>
                </a:lnTo>
                <a:lnTo>
                  <a:pt x="800100" y="2581275"/>
                </a:lnTo>
                <a:lnTo>
                  <a:pt x="800100" y="2590800"/>
                </a:lnTo>
                <a:lnTo>
                  <a:pt x="771525" y="2590800"/>
                </a:lnTo>
                <a:close/>
                <a:moveTo>
                  <a:pt x="1066800" y="2571750"/>
                </a:moveTo>
                <a:lnTo>
                  <a:pt x="1076325" y="2571750"/>
                </a:lnTo>
                <a:lnTo>
                  <a:pt x="1076325" y="2590800"/>
                </a:lnTo>
                <a:lnTo>
                  <a:pt x="1047750" y="2590800"/>
                </a:lnTo>
                <a:lnTo>
                  <a:pt x="1047750" y="2581275"/>
                </a:lnTo>
                <a:lnTo>
                  <a:pt x="1066800" y="2581275"/>
                </a:lnTo>
                <a:close/>
                <a:moveTo>
                  <a:pt x="1314450" y="2571750"/>
                </a:moveTo>
                <a:lnTo>
                  <a:pt x="1323975" y="2571750"/>
                </a:lnTo>
                <a:lnTo>
                  <a:pt x="1323975" y="2590800"/>
                </a:lnTo>
                <a:lnTo>
                  <a:pt x="1314450" y="2590800"/>
                </a:lnTo>
                <a:close/>
                <a:moveTo>
                  <a:pt x="1333500" y="2571750"/>
                </a:moveTo>
                <a:lnTo>
                  <a:pt x="1343025" y="2571750"/>
                </a:lnTo>
                <a:lnTo>
                  <a:pt x="1343025" y="2590800"/>
                </a:lnTo>
                <a:lnTo>
                  <a:pt x="1333500" y="2590800"/>
                </a:lnTo>
                <a:close/>
                <a:moveTo>
                  <a:pt x="1495425" y="2571750"/>
                </a:moveTo>
                <a:lnTo>
                  <a:pt x="1504950" y="2571750"/>
                </a:lnTo>
                <a:lnTo>
                  <a:pt x="1504950" y="2590800"/>
                </a:lnTo>
                <a:lnTo>
                  <a:pt x="1476375" y="2590800"/>
                </a:lnTo>
                <a:lnTo>
                  <a:pt x="1476375" y="2581275"/>
                </a:lnTo>
                <a:lnTo>
                  <a:pt x="1495425" y="2581275"/>
                </a:lnTo>
                <a:close/>
                <a:moveTo>
                  <a:pt x="1876425" y="2571750"/>
                </a:moveTo>
                <a:lnTo>
                  <a:pt x="1905000" y="2571750"/>
                </a:lnTo>
                <a:lnTo>
                  <a:pt x="1905000" y="2590800"/>
                </a:lnTo>
                <a:lnTo>
                  <a:pt x="1876425" y="2590800"/>
                </a:lnTo>
                <a:close/>
                <a:moveTo>
                  <a:pt x="2438400" y="2571750"/>
                </a:moveTo>
                <a:lnTo>
                  <a:pt x="2447925" y="2571750"/>
                </a:lnTo>
                <a:lnTo>
                  <a:pt x="2447925" y="2581275"/>
                </a:lnTo>
                <a:lnTo>
                  <a:pt x="2438400" y="2581275"/>
                </a:lnTo>
                <a:close/>
                <a:moveTo>
                  <a:pt x="28575" y="2581275"/>
                </a:moveTo>
                <a:lnTo>
                  <a:pt x="57150" y="2581275"/>
                </a:lnTo>
                <a:lnTo>
                  <a:pt x="57150" y="2590800"/>
                </a:lnTo>
                <a:lnTo>
                  <a:pt x="28575" y="2590800"/>
                </a:lnTo>
                <a:close/>
                <a:moveTo>
                  <a:pt x="495300" y="2581275"/>
                </a:moveTo>
                <a:lnTo>
                  <a:pt x="514350" y="2581275"/>
                </a:lnTo>
                <a:lnTo>
                  <a:pt x="514350" y="2590800"/>
                </a:lnTo>
                <a:lnTo>
                  <a:pt x="495300" y="2590800"/>
                </a:lnTo>
                <a:close/>
                <a:moveTo>
                  <a:pt x="723900" y="2581275"/>
                </a:moveTo>
                <a:lnTo>
                  <a:pt x="742950" y="2581275"/>
                </a:lnTo>
                <a:lnTo>
                  <a:pt x="742950" y="2590800"/>
                </a:lnTo>
                <a:lnTo>
                  <a:pt x="723900" y="2590800"/>
                </a:lnTo>
                <a:close/>
                <a:moveTo>
                  <a:pt x="752475" y="2581275"/>
                </a:moveTo>
                <a:lnTo>
                  <a:pt x="762000" y="2581275"/>
                </a:lnTo>
                <a:lnTo>
                  <a:pt x="762000" y="2590800"/>
                </a:lnTo>
                <a:lnTo>
                  <a:pt x="752475" y="2590800"/>
                </a:lnTo>
                <a:close/>
                <a:moveTo>
                  <a:pt x="1171575" y="2581275"/>
                </a:moveTo>
                <a:lnTo>
                  <a:pt x="1190625" y="2581275"/>
                </a:lnTo>
                <a:lnTo>
                  <a:pt x="1190625" y="2590800"/>
                </a:lnTo>
                <a:lnTo>
                  <a:pt x="1171575" y="2590800"/>
                </a:lnTo>
                <a:close/>
                <a:moveTo>
                  <a:pt x="1352550" y="2581275"/>
                </a:moveTo>
                <a:lnTo>
                  <a:pt x="1362075" y="2581275"/>
                </a:lnTo>
                <a:lnTo>
                  <a:pt x="1362075" y="2590800"/>
                </a:lnTo>
                <a:lnTo>
                  <a:pt x="1352550" y="2590800"/>
                </a:lnTo>
                <a:close/>
                <a:moveTo>
                  <a:pt x="1400175" y="2581275"/>
                </a:moveTo>
                <a:lnTo>
                  <a:pt x="1409700" y="2581275"/>
                </a:lnTo>
                <a:lnTo>
                  <a:pt x="1409700" y="2590800"/>
                </a:lnTo>
                <a:lnTo>
                  <a:pt x="1400175" y="2590800"/>
                </a:lnTo>
                <a:close/>
                <a:moveTo>
                  <a:pt x="1685925" y="2581275"/>
                </a:moveTo>
                <a:lnTo>
                  <a:pt x="1695450" y="2581275"/>
                </a:lnTo>
                <a:lnTo>
                  <a:pt x="1695450" y="2590800"/>
                </a:lnTo>
                <a:lnTo>
                  <a:pt x="1685925" y="2590800"/>
                </a:lnTo>
                <a:close/>
                <a:moveTo>
                  <a:pt x="1857375" y="2581275"/>
                </a:moveTo>
                <a:lnTo>
                  <a:pt x="1866900" y="2581275"/>
                </a:lnTo>
                <a:lnTo>
                  <a:pt x="1866900" y="2590800"/>
                </a:lnTo>
                <a:lnTo>
                  <a:pt x="1857375" y="2590800"/>
                </a:lnTo>
                <a:close/>
                <a:moveTo>
                  <a:pt x="1933575" y="2581275"/>
                </a:moveTo>
                <a:lnTo>
                  <a:pt x="1952625" y="2581275"/>
                </a:lnTo>
                <a:lnTo>
                  <a:pt x="1952625" y="2590800"/>
                </a:lnTo>
                <a:lnTo>
                  <a:pt x="1933575" y="2590800"/>
                </a:lnTo>
                <a:close/>
                <a:moveTo>
                  <a:pt x="2066925" y="2581275"/>
                </a:moveTo>
                <a:lnTo>
                  <a:pt x="2076450" y="2581275"/>
                </a:lnTo>
                <a:lnTo>
                  <a:pt x="2076450" y="2590800"/>
                </a:lnTo>
                <a:lnTo>
                  <a:pt x="2066925" y="2590800"/>
                </a:lnTo>
                <a:close/>
                <a:moveTo>
                  <a:pt x="2266950" y="2581275"/>
                </a:moveTo>
                <a:lnTo>
                  <a:pt x="2276475" y="2581275"/>
                </a:lnTo>
                <a:lnTo>
                  <a:pt x="2276475" y="2590800"/>
                </a:lnTo>
                <a:lnTo>
                  <a:pt x="2266950" y="2590800"/>
                </a:lnTo>
                <a:close/>
                <a:moveTo>
                  <a:pt x="2286000" y="2581275"/>
                </a:moveTo>
                <a:lnTo>
                  <a:pt x="2295525" y="2581275"/>
                </a:lnTo>
                <a:lnTo>
                  <a:pt x="2295525" y="2590800"/>
                </a:lnTo>
                <a:lnTo>
                  <a:pt x="2286000" y="2590800"/>
                </a:lnTo>
                <a:close/>
              </a:path>
            </a:pathLst>
          </a:custGeom>
          <a:solidFill xmlns:a="http://schemas.openxmlformats.org/drawingml/2006/main">
            <a:srgbClr val="F6F5EF"/>
          </a:solidFill>
          <a:ln xmlns:a="http://schemas.openxmlformats.org/drawingml/2006/main" w="0">
            <a:noFill/>
          </a:ln>
        </p:spPr>
      </p:sp>
      <p:sp>
        <p:nvSpPr>
          <p:cNvPr id="86" name="papers vector #f5f5ef">
            <a:extLst xmlns:a="http://schemas.openxmlformats.org/drawingml/2006/main">
              <a:ext uri="{FF2B5EF4-FFF2-40B4-BE49-F238E27FC236}">
                <a16:creationId xmlns:a16="http://schemas.microsoft.com/office/drawing/2014/main" id="{18F95628-5F28-4F99-883F-6304A629FF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43475" y="1724025"/>
            <a:ext cx="3781425" cy="3990975"/>
          </a:xfrm>
          <a:custGeom xmlns:a="http://schemas.openxmlformats.org/drawingml/2006/main">
            <a:pathLst>
              <a:path w="2457450" h="2590800">
                <a:moveTo>
                  <a:pt x="38100" y="0"/>
                </a:moveTo>
                <a:lnTo>
                  <a:pt x="57150" y="0"/>
                </a:lnTo>
                <a:lnTo>
                  <a:pt x="57150" y="9525"/>
                </a:lnTo>
                <a:lnTo>
                  <a:pt x="47625" y="9525"/>
                </a:lnTo>
                <a:lnTo>
                  <a:pt x="47625" y="19050"/>
                </a:lnTo>
                <a:lnTo>
                  <a:pt x="38100" y="19050"/>
                </a:lnTo>
                <a:close/>
                <a:moveTo>
                  <a:pt x="161925" y="0"/>
                </a:moveTo>
                <a:lnTo>
                  <a:pt x="190500" y="0"/>
                </a:lnTo>
                <a:lnTo>
                  <a:pt x="190500" y="19050"/>
                </a:lnTo>
                <a:lnTo>
                  <a:pt x="161925" y="19050"/>
                </a:lnTo>
                <a:close/>
                <a:moveTo>
                  <a:pt x="219075" y="0"/>
                </a:moveTo>
                <a:lnTo>
                  <a:pt x="247650" y="0"/>
                </a:lnTo>
                <a:lnTo>
                  <a:pt x="247650" y="47625"/>
                </a:lnTo>
                <a:lnTo>
                  <a:pt x="276225" y="47625"/>
                </a:lnTo>
                <a:lnTo>
                  <a:pt x="276225" y="57150"/>
                </a:lnTo>
                <a:lnTo>
                  <a:pt x="285750" y="57150"/>
                </a:lnTo>
                <a:lnTo>
                  <a:pt x="285750" y="66675"/>
                </a:lnTo>
                <a:lnTo>
                  <a:pt x="295275" y="66675"/>
                </a:lnTo>
                <a:lnTo>
                  <a:pt x="295275" y="85725"/>
                </a:lnTo>
                <a:lnTo>
                  <a:pt x="276225" y="85725"/>
                </a:lnTo>
                <a:lnTo>
                  <a:pt x="276225" y="76200"/>
                </a:lnTo>
                <a:lnTo>
                  <a:pt x="266700" y="76200"/>
                </a:lnTo>
                <a:lnTo>
                  <a:pt x="266700" y="85725"/>
                </a:lnTo>
                <a:lnTo>
                  <a:pt x="257175" y="85725"/>
                </a:lnTo>
                <a:lnTo>
                  <a:pt x="257175" y="95250"/>
                </a:lnTo>
                <a:lnTo>
                  <a:pt x="247650" y="95250"/>
                </a:lnTo>
                <a:lnTo>
                  <a:pt x="247650" y="85725"/>
                </a:lnTo>
                <a:lnTo>
                  <a:pt x="238125" y="85725"/>
                </a:lnTo>
                <a:lnTo>
                  <a:pt x="238125" y="76200"/>
                </a:lnTo>
                <a:lnTo>
                  <a:pt x="228600" y="76200"/>
                </a:lnTo>
                <a:lnTo>
                  <a:pt x="228600" y="85725"/>
                </a:lnTo>
                <a:lnTo>
                  <a:pt x="219075" y="85725"/>
                </a:lnTo>
                <a:lnTo>
                  <a:pt x="219075" y="95250"/>
                </a:lnTo>
                <a:lnTo>
                  <a:pt x="171450" y="95250"/>
                </a:lnTo>
                <a:lnTo>
                  <a:pt x="171450" y="47625"/>
                </a:lnTo>
                <a:lnTo>
                  <a:pt x="180975" y="47625"/>
                </a:lnTo>
                <a:lnTo>
                  <a:pt x="180975" y="38100"/>
                </a:lnTo>
                <a:lnTo>
                  <a:pt x="200025" y="38100"/>
                </a:lnTo>
                <a:lnTo>
                  <a:pt x="200025" y="66675"/>
                </a:lnTo>
                <a:lnTo>
                  <a:pt x="238125" y="66675"/>
                </a:lnTo>
                <a:lnTo>
                  <a:pt x="238125" y="47625"/>
                </a:lnTo>
                <a:lnTo>
                  <a:pt x="228600" y="47625"/>
                </a:lnTo>
                <a:lnTo>
                  <a:pt x="228600" y="38100"/>
                </a:lnTo>
                <a:lnTo>
                  <a:pt x="238125" y="38100"/>
                </a:lnTo>
                <a:lnTo>
                  <a:pt x="238125" y="19050"/>
                </a:lnTo>
                <a:lnTo>
                  <a:pt x="219075" y="19050"/>
                </a:lnTo>
                <a:close/>
                <a:moveTo>
                  <a:pt x="276225" y="0"/>
                </a:moveTo>
                <a:lnTo>
                  <a:pt x="342900" y="0"/>
                </a:lnTo>
                <a:lnTo>
                  <a:pt x="342900" y="9525"/>
                </a:lnTo>
                <a:lnTo>
                  <a:pt x="333375" y="9525"/>
                </a:lnTo>
                <a:lnTo>
                  <a:pt x="333375" y="19050"/>
                </a:lnTo>
                <a:lnTo>
                  <a:pt x="342900" y="19050"/>
                </a:lnTo>
                <a:lnTo>
                  <a:pt x="342900" y="28575"/>
                </a:lnTo>
                <a:lnTo>
                  <a:pt x="352425" y="28575"/>
                </a:lnTo>
                <a:lnTo>
                  <a:pt x="352425" y="19050"/>
                </a:lnTo>
                <a:lnTo>
                  <a:pt x="361950" y="19050"/>
                </a:lnTo>
                <a:lnTo>
                  <a:pt x="361950" y="38100"/>
                </a:lnTo>
                <a:lnTo>
                  <a:pt x="352425" y="38100"/>
                </a:lnTo>
                <a:lnTo>
                  <a:pt x="352425" y="47625"/>
                </a:lnTo>
                <a:lnTo>
                  <a:pt x="333375" y="47625"/>
                </a:lnTo>
                <a:lnTo>
                  <a:pt x="333375" y="38100"/>
                </a:lnTo>
                <a:lnTo>
                  <a:pt x="314325" y="38100"/>
                </a:lnTo>
                <a:lnTo>
                  <a:pt x="314325" y="28575"/>
                </a:lnTo>
                <a:lnTo>
                  <a:pt x="285750" y="28575"/>
                </a:lnTo>
                <a:lnTo>
                  <a:pt x="285750" y="38100"/>
                </a:lnTo>
                <a:lnTo>
                  <a:pt x="276225" y="38100"/>
                </a:lnTo>
                <a:lnTo>
                  <a:pt x="276225" y="19050"/>
                </a:lnTo>
                <a:lnTo>
                  <a:pt x="257175" y="19050"/>
                </a:lnTo>
                <a:lnTo>
                  <a:pt x="257175" y="9525"/>
                </a:lnTo>
                <a:lnTo>
                  <a:pt x="276225" y="9525"/>
                </a:lnTo>
                <a:close/>
                <a:moveTo>
                  <a:pt x="409575" y="0"/>
                </a:moveTo>
                <a:lnTo>
                  <a:pt x="523875" y="0"/>
                </a:lnTo>
                <a:lnTo>
                  <a:pt x="523875" y="9525"/>
                </a:lnTo>
                <a:lnTo>
                  <a:pt x="533400" y="9525"/>
                </a:lnTo>
                <a:lnTo>
                  <a:pt x="533400" y="0"/>
                </a:lnTo>
                <a:lnTo>
                  <a:pt x="552450" y="0"/>
                </a:lnTo>
                <a:lnTo>
                  <a:pt x="552450" y="19050"/>
                </a:lnTo>
                <a:lnTo>
                  <a:pt x="419100" y="19050"/>
                </a:lnTo>
                <a:lnTo>
                  <a:pt x="419100" y="9525"/>
                </a:lnTo>
                <a:lnTo>
                  <a:pt x="409575" y="9525"/>
                </a:lnTo>
                <a:close/>
                <a:moveTo>
                  <a:pt x="590550" y="0"/>
                </a:moveTo>
                <a:lnTo>
                  <a:pt x="638175" y="0"/>
                </a:lnTo>
                <a:lnTo>
                  <a:pt x="638175" y="19050"/>
                </a:lnTo>
                <a:lnTo>
                  <a:pt x="619125" y="19050"/>
                </a:lnTo>
                <a:lnTo>
                  <a:pt x="619125" y="9525"/>
                </a:lnTo>
                <a:lnTo>
                  <a:pt x="590550" y="9525"/>
                </a:lnTo>
                <a:close/>
                <a:moveTo>
                  <a:pt x="676275" y="0"/>
                </a:moveTo>
                <a:lnTo>
                  <a:pt x="685800" y="0"/>
                </a:lnTo>
                <a:lnTo>
                  <a:pt x="685800" y="19050"/>
                </a:lnTo>
                <a:lnTo>
                  <a:pt x="714375" y="19050"/>
                </a:lnTo>
                <a:lnTo>
                  <a:pt x="714375" y="0"/>
                </a:lnTo>
                <a:lnTo>
                  <a:pt x="742950" y="0"/>
                </a:lnTo>
                <a:lnTo>
                  <a:pt x="742950" y="9525"/>
                </a:lnTo>
                <a:lnTo>
                  <a:pt x="752475" y="9525"/>
                </a:lnTo>
                <a:lnTo>
                  <a:pt x="752475" y="19050"/>
                </a:lnTo>
                <a:lnTo>
                  <a:pt x="771525" y="19050"/>
                </a:lnTo>
                <a:lnTo>
                  <a:pt x="771525" y="28575"/>
                </a:lnTo>
                <a:lnTo>
                  <a:pt x="752475" y="28575"/>
                </a:lnTo>
                <a:lnTo>
                  <a:pt x="752475" y="47625"/>
                </a:lnTo>
                <a:lnTo>
                  <a:pt x="714375" y="47625"/>
                </a:lnTo>
                <a:lnTo>
                  <a:pt x="714375" y="28575"/>
                </a:lnTo>
                <a:lnTo>
                  <a:pt x="685800" y="28575"/>
                </a:lnTo>
                <a:lnTo>
                  <a:pt x="685800" y="38100"/>
                </a:lnTo>
                <a:lnTo>
                  <a:pt x="676275" y="38100"/>
                </a:lnTo>
                <a:lnTo>
                  <a:pt x="676275" y="47625"/>
                </a:lnTo>
                <a:lnTo>
                  <a:pt x="647700" y="47625"/>
                </a:lnTo>
                <a:lnTo>
                  <a:pt x="647700" y="38100"/>
                </a:lnTo>
                <a:lnTo>
                  <a:pt x="657225" y="38100"/>
                </a:lnTo>
                <a:lnTo>
                  <a:pt x="657225" y="19050"/>
                </a:lnTo>
                <a:lnTo>
                  <a:pt x="666750" y="19050"/>
                </a:lnTo>
                <a:lnTo>
                  <a:pt x="666750" y="9525"/>
                </a:lnTo>
                <a:lnTo>
                  <a:pt x="676275" y="9525"/>
                </a:lnTo>
                <a:close/>
                <a:moveTo>
                  <a:pt x="800100" y="0"/>
                </a:moveTo>
                <a:lnTo>
                  <a:pt x="819150" y="0"/>
                </a:lnTo>
                <a:lnTo>
                  <a:pt x="819150" y="9525"/>
                </a:lnTo>
                <a:lnTo>
                  <a:pt x="828675" y="9525"/>
                </a:lnTo>
                <a:lnTo>
                  <a:pt x="828675" y="19050"/>
                </a:lnTo>
                <a:lnTo>
                  <a:pt x="838200" y="19050"/>
                </a:lnTo>
                <a:lnTo>
                  <a:pt x="838200" y="9525"/>
                </a:lnTo>
                <a:lnTo>
                  <a:pt x="847725" y="9525"/>
                </a:lnTo>
                <a:lnTo>
                  <a:pt x="847725" y="0"/>
                </a:lnTo>
                <a:lnTo>
                  <a:pt x="876300" y="0"/>
                </a:lnTo>
                <a:lnTo>
                  <a:pt x="876300" y="9525"/>
                </a:lnTo>
                <a:lnTo>
                  <a:pt x="866775" y="9525"/>
                </a:lnTo>
                <a:lnTo>
                  <a:pt x="866775" y="19050"/>
                </a:lnTo>
                <a:lnTo>
                  <a:pt x="857250" y="19050"/>
                </a:lnTo>
                <a:lnTo>
                  <a:pt x="857250" y="47625"/>
                </a:lnTo>
                <a:lnTo>
                  <a:pt x="847725" y="47625"/>
                </a:lnTo>
                <a:lnTo>
                  <a:pt x="847725" y="57150"/>
                </a:lnTo>
                <a:lnTo>
                  <a:pt x="809625" y="57150"/>
                </a:lnTo>
                <a:lnTo>
                  <a:pt x="809625" y="66675"/>
                </a:lnTo>
                <a:lnTo>
                  <a:pt x="790575" y="66675"/>
                </a:lnTo>
                <a:lnTo>
                  <a:pt x="790575" y="57150"/>
                </a:lnTo>
                <a:lnTo>
                  <a:pt x="781050" y="57150"/>
                </a:lnTo>
                <a:lnTo>
                  <a:pt x="781050" y="47625"/>
                </a:lnTo>
                <a:lnTo>
                  <a:pt x="771525" y="47625"/>
                </a:lnTo>
                <a:lnTo>
                  <a:pt x="771525" y="28575"/>
                </a:lnTo>
                <a:lnTo>
                  <a:pt x="781050" y="28575"/>
                </a:lnTo>
                <a:lnTo>
                  <a:pt x="781050" y="9525"/>
                </a:lnTo>
                <a:lnTo>
                  <a:pt x="800100" y="9525"/>
                </a:lnTo>
                <a:close/>
                <a:moveTo>
                  <a:pt x="904875" y="0"/>
                </a:moveTo>
                <a:lnTo>
                  <a:pt x="933450" y="0"/>
                </a:lnTo>
                <a:lnTo>
                  <a:pt x="933450" y="9525"/>
                </a:lnTo>
                <a:lnTo>
                  <a:pt x="923925" y="9525"/>
                </a:lnTo>
                <a:lnTo>
                  <a:pt x="923925" y="19050"/>
                </a:lnTo>
                <a:lnTo>
                  <a:pt x="914400" y="19050"/>
                </a:lnTo>
                <a:lnTo>
                  <a:pt x="914400" y="9525"/>
                </a:lnTo>
                <a:lnTo>
                  <a:pt x="904875" y="9525"/>
                </a:lnTo>
                <a:close/>
                <a:moveTo>
                  <a:pt x="952500" y="0"/>
                </a:moveTo>
                <a:lnTo>
                  <a:pt x="1019175" y="0"/>
                </a:lnTo>
                <a:lnTo>
                  <a:pt x="1019175" y="19050"/>
                </a:lnTo>
                <a:lnTo>
                  <a:pt x="1009650" y="19050"/>
                </a:lnTo>
                <a:lnTo>
                  <a:pt x="1009650" y="47625"/>
                </a:lnTo>
                <a:lnTo>
                  <a:pt x="1019175" y="47625"/>
                </a:lnTo>
                <a:lnTo>
                  <a:pt x="1019175" y="57150"/>
                </a:lnTo>
                <a:lnTo>
                  <a:pt x="1028700" y="57150"/>
                </a:lnTo>
                <a:lnTo>
                  <a:pt x="1028700" y="66675"/>
                </a:lnTo>
                <a:lnTo>
                  <a:pt x="1038225" y="66675"/>
                </a:lnTo>
                <a:lnTo>
                  <a:pt x="1038225" y="57150"/>
                </a:lnTo>
                <a:lnTo>
                  <a:pt x="1066800" y="57150"/>
                </a:lnTo>
                <a:lnTo>
                  <a:pt x="1066800" y="66675"/>
                </a:lnTo>
                <a:lnTo>
                  <a:pt x="1076325" y="66675"/>
                </a:lnTo>
                <a:lnTo>
                  <a:pt x="1076325" y="47625"/>
                </a:lnTo>
                <a:lnTo>
                  <a:pt x="1114425" y="47625"/>
                </a:lnTo>
                <a:lnTo>
                  <a:pt x="1114425" y="57150"/>
                </a:lnTo>
                <a:lnTo>
                  <a:pt x="1133475" y="57150"/>
                </a:lnTo>
                <a:lnTo>
                  <a:pt x="1133475" y="47625"/>
                </a:lnTo>
                <a:lnTo>
                  <a:pt x="1143000" y="47625"/>
                </a:lnTo>
                <a:lnTo>
                  <a:pt x="1143000" y="38100"/>
                </a:lnTo>
                <a:lnTo>
                  <a:pt x="1152525" y="38100"/>
                </a:lnTo>
                <a:lnTo>
                  <a:pt x="1152525" y="28575"/>
                </a:lnTo>
                <a:lnTo>
                  <a:pt x="1162050" y="28575"/>
                </a:lnTo>
                <a:lnTo>
                  <a:pt x="1162050" y="47625"/>
                </a:lnTo>
                <a:lnTo>
                  <a:pt x="1143000" y="47625"/>
                </a:lnTo>
                <a:lnTo>
                  <a:pt x="1143000" y="57150"/>
                </a:lnTo>
                <a:lnTo>
                  <a:pt x="1133475" y="57150"/>
                </a:lnTo>
                <a:lnTo>
                  <a:pt x="1133475" y="66675"/>
                </a:lnTo>
                <a:lnTo>
                  <a:pt x="1123950" y="66675"/>
                </a:lnTo>
                <a:lnTo>
                  <a:pt x="1123950" y="76200"/>
                </a:lnTo>
                <a:lnTo>
                  <a:pt x="1114425" y="76200"/>
                </a:lnTo>
                <a:lnTo>
                  <a:pt x="1114425" y="85725"/>
                </a:lnTo>
                <a:lnTo>
                  <a:pt x="1076325" y="85725"/>
                </a:lnTo>
                <a:lnTo>
                  <a:pt x="1076325" y="95250"/>
                </a:lnTo>
                <a:lnTo>
                  <a:pt x="1028700" y="95250"/>
                </a:lnTo>
                <a:lnTo>
                  <a:pt x="1028700" y="85725"/>
                </a:lnTo>
                <a:lnTo>
                  <a:pt x="971550" y="85725"/>
                </a:lnTo>
                <a:lnTo>
                  <a:pt x="971550" y="76200"/>
                </a:lnTo>
                <a:lnTo>
                  <a:pt x="1000125" y="76200"/>
                </a:lnTo>
                <a:lnTo>
                  <a:pt x="1000125" y="66675"/>
                </a:lnTo>
                <a:lnTo>
                  <a:pt x="981075" y="66675"/>
                </a:lnTo>
                <a:lnTo>
                  <a:pt x="981075" y="19050"/>
                </a:lnTo>
                <a:lnTo>
                  <a:pt x="952500" y="19050"/>
                </a:lnTo>
                <a:close/>
                <a:moveTo>
                  <a:pt x="1047750" y="0"/>
                </a:moveTo>
                <a:lnTo>
                  <a:pt x="1066800" y="0"/>
                </a:lnTo>
                <a:lnTo>
                  <a:pt x="1066800" y="38100"/>
                </a:lnTo>
                <a:lnTo>
                  <a:pt x="1057275" y="38100"/>
                </a:lnTo>
                <a:lnTo>
                  <a:pt x="1057275" y="19050"/>
                </a:lnTo>
                <a:lnTo>
                  <a:pt x="1047750" y="19050"/>
                </a:lnTo>
                <a:close/>
                <a:moveTo>
                  <a:pt x="1076325" y="0"/>
                </a:moveTo>
                <a:lnTo>
                  <a:pt x="1095375" y="0"/>
                </a:lnTo>
                <a:lnTo>
                  <a:pt x="1095375" y="9525"/>
                </a:lnTo>
                <a:lnTo>
                  <a:pt x="1076325" y="9525"/>
                </a:lnTo>
                <a:close/>
                <a:moveTo>
                  <a:pt x="1257300" y="0"/>
                </a:moveTo>
                <a:lnTo>
                  <a:pt x="1266825" y="0"/>
                </a:lnTo>
                <a:lnTo>
                  <a:pt x="1266825" y="9525"/>
                </a:lnTo>
                <a:lnTo>
                  <a:pt x="1276350" y="9525"/>
                </a:lnTo>
                <a:lnTo>
                  <a:pt x="1276350" y="0"/>
                </a:lnTo>
                <a:lnTo>
                  <a:pt x="1314450" y="0"/>
                </a:lnTo>
                <a:lnTo>
                  <a:pt x="1314450" y="9525"/>
                </a:lnTo>
                <a:lnTo>
                  <a:pt x="1304925" y="9525"/>
                </a:lnTo>
                <a:lnTo>
                  <a:pt x="1304925" y="38100"/>
                </a:lnTo>
                <a:lnTo>
                  <a:pt x="1295400" y="38100"/>
                </a:lnTo>
                <a:lnTo>
                  <a:pt x="1295400" y="47625"/>
                </a:lnTo>
                <a:lnTo>
                  <a:pt x="1247775" y="47625"/>
                </a:lnTo>
                <a:lnTo>
                  <a:pt x="1247775" y="38100"/>
                </a:lnTo>
                <a:lnTo>
                  <a:pt x="1238250" y="38100"/>
                </a:lnTo>
                <a:lnTo>
                  <a:pt x="1238250" y="28575"/>
                </a:lnTo>
                <a:lnTo>
                  <a:pt x="1247775" y="28575"/>
                </a:lnTo>
                <a:lnTo>
                  <a:pt x="1247775" y="19050"/>
                </a:lnTo>
                <a:lnTo>
                  <a:pt x="1257300" y="19050"/>
                </a:lnTo>
                <a:close/>
                <a:moveTo>
                  <a:pt x="1400175" y="0"/>
                </a:moveTo>
                <a:lnTo>
                  <a:pt x="1466850" y="0"/>
                </a:lnTo>
                <a:lnTo>
                  <a:pt x="1466850" y="28575"/>
                </a:lnTo>
                <a:lnTo>
                  <a:pt x="1447800" y="28575"/>
                </a:lnTo>
                <a:lnTo>
                  <a:pt x="1447800" y="19050"/>
                </a:lnTo>
                <a:lnTo>
                  <a:pt x="1409700" y="19050"/>
                </a:lnTo>
                <a:lnTo>
                  <a:pt x="1409700" y="28575"/>
                </a:lnTo>
                <a:lnTo>
                  <a:pt x="1390650" y="28575"/>
                </a:lnTo>
                <a:lnTo>
                  <a:pt x="1390650" y="9525"/>
                </a:lnTo>
                <a:lnTo>
                  <a:pt x="1400175" y="9525"/>
                </a:lnTo>
                <a:close/>
                <a:moveTo>
                  <a:pt x="1495425" y="0"/>
                </a:moveTo>
                <a:lnTo>
                  <a:pt x="1552575" y="0"/>
                </a:lnTo>
                <a:lnTo>
                  <a:pt x="1552575" y="9525"/>
                </a:lnTo>
                <a:lnTo>
                  <a:pt x="1533525" y="9525"/>
                </a:lnTo>
                <a:lnTo>
                  <a:pt x="1533525" y="19050"/>
                </a:lnTo>
                <a:lnTo>
                  <a:pt x="1495425" y="19050"/>
                </a:lnTo>
                <a:close/>
                <a:moveTo>
                  <a:pt x="1619250" y="0"/>
                </a:moveTo>
                <a:lnTo>
                  <a:pt x="1628775" y="0"/>
                </a:lnTo>
                <a:lnTo>
                  <a:pt x="1628775" y="9525"/>
                </a:lnTo>
                <a:lnTo>
                  <a:pt x="1619250" y="9525"/>
                </a:lnTo>
                <a:close/>
                <a:moveTo>
                  <a:pt x="1695450" y="0"/>
                </a:moveTo>
                <a:lnTo>
                  <a:pt x="1771650" y="0"/>
                </a:lnTo>
                <a:lnTo>
                  <a:pt x="1771650" y="9525"/>
                </a:lnTo>
                <a:lnTo>
                  <a:pt x="1762125" y="9525"/>
                </a:lnTo>
                <a:lnTo>
                  <a:pt x="1762125" y="19050"/>
                </a:lnTo>
                <a:lnTo>
                  <a:pt x="1743075" y="19050"/>
                </a:lnTo>
                <a:lnTo>
                  <a:pt x="1743075" y="9525"/>
                </a:lnTo>
                <a:lnTo>
                  <a:pt x="1695450" y="9525"/>
                </a:lnTo>
                <a:close/>
                <a:moveTo>
                  <a:pt x="1866900" y="0"/>
                </a:moveTo>
                <a:lnTo>
                  <a:pt x="1895475" y="0"/>
                </a:lnTo>
                <a:lnTo>
                  <a:pt x="1895475" y="9525"/>
                </a:lnTo>
                <a:lnTo>
                  <a:pt x="1866900" y="9525"/>
                </a:lnTo>
                <a:close/>
                <a:moveTo>
                  <a:pt x="2000250" y="0"/>
                </a:moveTo>
                <a:lnTo>
                  <a:pt x="2009775" y="0"/>
                </a:lnTo>
                <a:lnTo>
                  <a:pt x="2009775" y="9525"/>
                </a:lnTo>
                <a:lnTo>
                  <a:pt x="2000250" y="9525"/>
                </a:lnTo>
                <a:close/>
                <a:moveTo>
                  <a:pt x="2076450" y="0"/>
                </a:moveTo>
                <a:lnTo>
                  <a:pt x="2085975" y="0"/>
                </a:lnTo>
                <a:lnTo>
                  <a:pt x="2085975" y="9525"/>
                </a:lnTo>
                <a:lnTo>
                  <a:pt x="2076450" y="9525"/>
                </a:lnTo>
                <a:close/>
                <a:moveTo>
                  <a:pt x="2114550" y="0"/>
                </a:moveTo>
                <a:lnTo>
                  <a:pt x="2200275" y="0"/>
                </a:lnTo>
                <a:lnTo>
                  <a:pt x="2200275" y="9525"/>
                </a:lnTo>
                <a:lnTo>
                  <a:pt x="2209800" y="9525"/>
                </a:lnTo>
                <a:lnTo>
                  <a:pt x="2209800" y="19050"/>
                </a:lnTo>
                <a:lnTo>
                  <a:pt x="2219325" y="19050"/>
                </a:lnTo>
                <a:lnTo>
                  <a:pt x="2219325" y="28575"/>
                </a:lnTo>
                <a:lnTo>
                  <a:pt x="2228850" y="28575"/>
                </a:lnTo>
                <a:lnTo>
                  <a:pt x="2228850" y="66675"/>
                </a:lnTo>
                <a:lnTo>
                  <a:pt x="2209800" y="66675"/>
                </a:lnTo>
                <a:lnTo>
                  <a:pt x="2209800" y="57150"/>
                </a:lnTo>
                <a:lnTo>
                  <a:pt x="2181225" y="57150"/>
                </a:lnTo>
                <a:lnTo>
                  <a:pt x="2181225" y="47625"/>
                </a:lnTo>
                <a:lnTo>
                  <a:pt x="2171700" y="47625"/>
                </a:lnTo>
                <a:lnTo>
                  <a:pt x="2171700" y="38100"/>
                </a:lnTo>
                <a:lnTo>
                  <a:pt x="2143125" y="38100"/>
                </a:lnTo>
                <a:lnTo>
                  <a:pt x="2143125" y="47625"/>
                </a:lnTo>
                <a:lnTo>
                  <a:pt x="2133600" y="47625"/>
                </a:lnTo>
                <a:lnTo>
                  <a:pt x="2133600" y="38100"/>
                </a:lnTo>
                <a:lnTo>
                  <a:pt x="2114550" y="38100"/>
                </a:lnTo>
                <a:lnTo>
                  <a:pt x="2114550" y="28575"/>
                </a:lnTo>
                <a:lnTo>
                  <a:pt x="2105025" y="28575"/>
                </a:lnTo>
                <a:lnTo>
                  <a:pt x="2105025" y="19050"/>
                </a:lnTo>
                <a:lnTo>
                  <a:pt x="2114550" y="19050"/>
                </a:lnTo>
                <a:close/>
                <a:moveTo>
                  <a:pt x="2247900" y="0"/>
                </a:moveTo>
                <a:lnTo>
                  <a:pt x="2257425" y="0"/>
                </a:lnTo>
                <a:lnTo>
                  <a:pt x="2257425" y="9525"/>
                </a:lnTo>
                <a:lnTo>
                  <a:pt x="2247900" y="9525"/>
                </a:lnTo>
                <a:close/>
                <a:moveTo>
                  <a:pt x="2286000" y="0"/>
                </a:moveTo>
                <a:lnTo>
                  <a:pt x="2295525" y="0"/>
                </a:lnTo>
                <a:lnTo>
                  <a:pt x="2295525" y="9525"/>
                </a:lnTo>
                <a:lnTo>
                  <a:pt x="2286000" y="9525"/>
                </a:lnTo>
                <a:close/>
                <a:moveTo>
                  <a:pt x="2343150" y="0"/>
                </a:moveTo>
                <a:lnTo>
                  <a:pt x="2381250" y="0"/>
                </a:lnTo>
                <a:lnTo>
                  <a:pt x="2381250" y="9525"/>
                </a:lnTo>
                <a:lnTo>
                  <a:pt x="2352675" y="9525"/>
                </a:lnTo>
                <a:lnTo>
                  <a:pt x="2352675" y="19050"/>
                </a:lnTo>
                <a:lnTo>
                  <a:pt x="2333625" y="19050"/>
                </a:lnTo>
                <a:lnTo>
                  <a:pt x="2333625" y="9525"/>
                </a:lnTo>
                <a:lnTo>
                  <a:pt x="2343150" y="9525"/>
                </a:lnTo>
                <a:close/>
                <a:moveTo>
                  <a:pt x="2438400" y="0"/>
                </a:moveTo>
                <a:lnTo>
                  <a:pt x="2457450" y="0"/>
                </a:lnTo>
                <a:lnTo>
                  <a:pt x="2457450" y="19050"/>
                </a:lnTo>
                <a:lnTo>
                  <a:pt x="2438400" y="19050"/>
                </a:lnTo>
                <a:lnTo>
                  <a:pt x="2438400" y="28575"/>
                </a:lnTo>
                <a:lnTo>
                  <a:pt x="2419350" y="28575"/>
                </a:lnTo>
                <a:lnTo>
                  <a:pt x="2419350" y="19050"/>
                </a:lnTo>
                <a:lnTo>
                  <a:pt x="2428875" y="19050"/>
                </a:lnTo>
                <a:lnTo>
                  <a:pt x="2428875" y="9525"/>
                </a:lnTo>
                <a:lnTo>
                  <a:pt x="2438400" y="9525"/>
                </a:lnTo>
                <a:close/>
                <a:moveTo>
                  <a:pt x="390525" y="9525"/>
                </a:moveTo>
                <a:lnTo>
                  <a:pt x="400050" y="9525"/>
                </a:lnTo>
                <a:lnTo>
                  <a:pt x="400050" y="19050"/>
                </a:lnTo>
                <a:lnTo>
                  <a:pt x="390525" y="19050"/>
                </a:lnTo>
                <a:close/>
                <a:moveTo>
                  <a:pt x="1628775" y="9525"/>
                </a:moveTo>
                <a:lnTo>
                  <a:pt x="1647825" y="9525"/>
                </a:lnTo>
                <a:lnTo>
                  <a:pt x="1647825" y="19050"/>
                </a:lnTo>
                <a:lnTo>
                  <a:pt x="1628775" y="19050"/>
                </a:lnTo>
                <a:close/>
                <a:moveTo>
                  <a:pt x="552450" y="19050"/>
                </a:moveTo>
                <a:lnTo>
                  <a:pt x="571500" y="19050"/>
                </a:lnTo>
                <a:lnTo>
                  <a:pt x="571500" y="28575"/>
                </a:lnTo>
                <a:lnTo>
                  <a:pt x="552450" y="28575"/>
                </a:lnTo>
                <a:close/>
                <a:moveTo>
                  <a:pt x="76200" y="28575"/>
                </a:moveTo>
                <a:lnTo>
                  <a:pt x="85725" y="28575"/>
                </a:lnTo>
                <a:lnTo>
                  <a:pt x="85725" y="47625"/>
                </a:lnTo>
                <a:lnTo>
                  <a:pt x="95250" y="47625"/>
                </a:lnTo>
                <a:lnTo>
                  <a:pt x="95250" y="66675"/>
                </a:lnTo>
                <a:lnTo>
                  <a:pt x="85725" y="66675"/>
                </a:lnTo>
                <a:lnTo>
                  <a:pt x="85725" y="57150"/>
                </a:lnTo>
                <a:lnTo>
                  <a:pt x="66675" y="57150"/>
                </a:lnTo>
                <a:lnTo>
                  <a:pt x="66675" y="47625"/>
                </a:lnTo>
                <a:lnTo>
                  <a:pt x="76200" y="47625"/>
                </a:lnTo>
                <a:close/>
                <a:moveTo>
                  <a:pt x="114300" y="28575"/>
                </a:moveTo>
                <a:lnTo>
                  <a:pt x="123825" y="28575"/>
                </a:lnTo>
                <a:lnTo>
                  <a:pt x="123825" y="47625"/>
                </a:lnTo>
                <a:lnTo>
                  <a:pt x="114300" y="47625"/>
                </a:lnTo>
                <a:close/>
                <a:moveTo>
                  <a:pt x="619125" y="28575"/>
                </a:moveTo>
                <a:lnTo>
                  <a:pt x="638175" y="28575"/>
                </a:lnTo>
                <a:lnTo>
                  <a:pt x="638175" y="38100"/>
                </a:lnTo>
                <a:lnTo>
                  <a:pt x="619125" y="38100"/>
                </a:lnTo>
                <a:close/>
                <a:moveTo>
                  <a:pt x="1104900" y="28575"/>
                </a:moveTo>
                <a:lnTo>
                  <a:pt x="1114425" y="28575"/>
                </a:lnTo>
                <a:lnTo>
                  <a:pt x="1114425" y="38100"/>
                </a:lnTo>
                <a:lnTo>
                  <a:pt x="1104900" y="38100"/>
                </a:lnTo>
                <a:close/>
                <a:moveTo>
                  <a:pt x="781050" y="38100"/>
                </a:moveTo>
                <a:lnTo>
                  <a:pt x="790575" y="38100"/>
                </a:lnTo>
                <a:lnTo>
                  <a:pt x="790575" y="28575"/>
                </a:lnTo>
                <a:lnTo>
                  <a:pt x="781050" y="28575"/>
                </a:lnTo>
                <a:close/>
                <a:moveTo>
                  <a:pt x="2286000" y="38100"/>
                </a:moveTo>
                <a:lnTo>
                  <a:pt x="2295525" y="38100"/>
                </a:lnTo>
                <a:lnTo>
                  <a:pt x="2295525" y="47625"/>
                </a:lnTo>
                <a:lnTo>
                  <a:pt x="2286000" y="47625"/>
                </a:lnTo>
                <a:close/>
                <a:moveTo>
                  <a:pt x="819150" y="47625"/>
                </a:moveTo>
                <a:lnTo>
                  <a:pt x="828675" y="47625"/>
                </a:lnTo>
                <a:lnTo>
                  <a:pt x="828675" y="38100"/>
                </a:lnTo>
                <a:lnTo>
                  <a:pt x="819150" y="38100"/>
                </a:lnTo>
                <a:close/>
                <a:moveTo>
                  <a:pt x="885825" y="47625"/>
                </a:moveTo>
                <a:lnTo>
                  <a:pt x="895350" y="47625"/>
                </a:lnTo>
                <a:lnTo>
                  <a:pt x="895350" y="66675"/>
                </a:lnTo>
                <a:lnTo>
                  <a:pt x="914400" y="66675"/>
                </a:lnTo>
                <a:lnTo>
                  <a:pt x="914400" y="76200"/>
                </a:lnTo>
                <a:lnTo>
                  <a:pt x="866775" y="76200"/>
                </a:lnTo>
                <a:lnTo>
                  <a:pt x="866775" y="66675"/>
                </a:lnTo>
                <a:lnTo>
                  <a:pt x="885825" y="66675"/>
                </a:lnTo>
                <a:close/>
                <a:moveTo>
                  <a:pt x="2190750" y="47625"/>
                </a:moveTo>
                <a:lnTo>
                  <a:pt x="2200275" y="47625"/>
                </a:lnTo>
                <a:lnTo>
                  <a:pt x="2200275" y="38100"/>
                </a:lnTo>
                <a:lnTo>
                  <a:pt x="2190750" y="38100"/>
                </a:lnTo>
                <a:close/>
                <a:moveTo>
                  <a:pt x="0" y="57150"/>
                </a:moveTo>
                <a:lnTo>
                  <a:pt x="9525" y="57150"/>
                </a:lnTo>
                <a:lnTo>
                  <a:pt x="9525" y="66675"/>
                </a:lnTo>
                <a:lnTo>
                  <a:pt x="19050" y="66675"/>
                </a:lnTo>
                <a:lnTo>
                  <a:pt x="19050" y="57150"/>
                </a:lnTo>
                <a:lnTo>
                  <a:pt x="28575" y="57150"/>
                </a:lnTo>
                <a:lnTo>
                  <a:pt x="28575" y="66675"/>
                </a:lnTo>
                <a:lnTo>
                  <a:pt x="38100" y="66675"/>
                </a:lnTo>
                <a:lnTo>
                  <a:pt x="38100" y="85725"/>
                </a:lnTo>
                <a:lnTo>
                  <a:pt x="28575" y="85725"/>
                </a:lnTo>
                <a:lnTo>
                  <a:pt x="28575" y="104775"/>
                </a:lnTo>
                <a:lnTo>
                  <a:pt x="19050" y="104775"/>
                </a:lnTo>
                <a:lnTo>
                  <a:pt x="19050" y="95250"/>
                </a:lnTo>
                <a:lnTo>
                  <a:pt x="9525" y="95250"/>
                </a:lnTo>
                <a:lnTo>
                  <a:pt x="9525" y="85725"/>
                </a:lnTo>
                <a:lnTo>
                  <a:pt x="0" y="85725"/>
                </a:lnTo>
                <a:close/>
                <a:moveTo>
                  <a:pt x="847725" y="57150"/>
                </a:moveTo>
                <a:lnTo>
                  <a:pt x="857250" y="57150"/>
                </a:lnTo>
                <a:lnTo>
                  <a:pt x="857250" y="66675"/>
                </a:lnTo>
                <a:lnTo>
                  <a:pt x="847725" y="66675"/>
                </a:lnTo>
                <a:close/>
                <a:moveTo>
                  <a:pt x="1266825" y="57150"/>
                </a:moveTo>
                <a:lnTo>
                  <a:pt x="1295400" y="57150"/>
                </a:lnTo>
                <a:lnTo>
                  <a:pt x="1295400" y="66675"/>
                </a:lnTo>
                <a:lnTo>
                  <a:pt x="1266825" y="66675"/>
                </a:lnTo>
                <a:close/>
                <a:moveTo>
                  <a:pt x="1847850" y="57150"/>
                </a:moveTo>
                <a:lnTo>
                  <a:pt x="1866900" y="57150"/>
                </a:lnTo>
                <a:lnTo>
                  <a:pt x="1866900" y="104775"/>
                </a:lnTo>
                <a:lnTo>
                  <a:pt x="1847850" y="104775"/>
                </a:lnTo>
                <a:lnTo>
                  <a:pt x="1847850" y="123825"/>
                </a:lnTo>
                <a:lnTo>
                  <a:pt x="1838325" y="123825"/>
                </a:lnTo>
                <a:lnTo>
                  <a:pt x="1838325" y="95250"/>
                </a:lnTo>
                <a:lnTo>
                  <a:pt x="1857375" y="95250"/>
                </a:lnTo>
                <a:lnTo>
                  <a:pt x="1857375" y="76200"/>
                </a:lnTo>
                <a:lnTo>
                  <a:pt x="1828800" y="76200"/>
                </a:lnTo>
                <a:lnTo>
                  <a:pt x="1828800" y="85725"/>
                </a:lnTo>
                <a:lnTo>
                  <a:pt x="1819275" y="85725"/>
                </a:lnTo>
                <a:lnTo>
                  <a:pt x="1819275" y="66675"/>
                </a:lnTo>
                <a:lnTo>
                  <a:pt x="1847850" y="66675"/>
                </a:lnTo>
                <a:close/>
                <a:moveTo>
                  <a:pt x="2447925" y="57150"/>
                </a:moveTo>
                <a:lnTo>
                  <a:pt x="2457450" y="57150"/>
                </a:lnTo>
                <a:lnTo>
                  <a:pt x="2457450" y="66675"/>
                </a:lnTo>
                <a:lnTo>
                  <a:pt x="2447925" y="66675"/>
                </a:lnTo>
                <a:close/>
                <a:moveTo>
                  <a:pt x="66675" y="76200"/>
                </a:moveTo>
                <a:lnTo>
                  <a:pt x="76200" y="76200"/>
                </a:lnTo>
                <a:lnTo>
                  <a:pt x="76200" y="95250"/>
                </a:lnTo>
                <a:lnTo>
                  <a:pt x="66675" y="95250"/>
                </a:lnTo>
                <a:close/>
                <a:moveTo>
                  <a:pt x="2276475" y="76200"/>
                </a:moveTo>
                <a:lnTo>
                  <a:pt x="2286000" y="76200"/>
                </a:lnTo>
                <a:lnTo>
                  <a:pt x="2286000" y="85725"/>
                </a:lnTo>
                <a:lnTo>
                  <a:pt x="2276475" y="85725"/>
                </a:lnTo>
                <a:close/>
                <a:moveTo>
                  <a:pt x="228600" y="85725"/>
                </a:moveTo>
                <a:lnTo>
                  <a:pt x="238125" y="85725"/>
                </a:lnTo>
                <a:lnTo>
                  <a:pt x="238125" y="95250"/>
                </a:lnTo>
                <a:lnTo>
                  <a:pt x="228600" y="95250"/>
                </a:lnTo>
                <a:close/>
                <a:moveTo>
                  <a:pt x="1895475" y="85725"/>
                </a:moveTo>
                <a:lnTo>
                  <a:pt x="1905000" y="85725"/>
                </a:lnTo>
                <a:lnTo>
                  <a:pt x="1905000" y="95250"/>
                </a:lnTo>
                <a:lnTo>
                  <a:pt x="1895475" y="95250"/>
                </a:lnTo>
                <a:close/>
                <a:moveTo>
                  <a:pt x="114300" y="95250"/>
                </a:moveTo>
                <a:lnTo>
                  <a:pt x="123825" y="95250"/>
                </a:lnTo>
                <a:lnTo>
                  <a:pt x="123825" y="104775"/>
                </a:lnTo>
                <a:lnTo>
                  <a:pt x="114300" y="104775"/>
                </a:lnTo>
                <a:close/>
                <a:moveTo>
                  <a:pt x="2324100" y="95250"/>
                </a:moveTo>
                <a:lnTo>
                  <a:pt x="2333625" y="95250"/>
                </a:lnTo>
                <a:lnTo>
                  <a:pt x="2333625" y="104775"/>
                </a:lnTo>
                <a:lnTo>
                  <a:pt x="2324100" y="104775"/>
                </a:lnTo>
                <a:close/>
                <a:moveTo>
                  <a:pt x="38100" y="104775"/>
                </a:moveTo>
                <a:lnTo>
                  <a:pt x="47625" y="104775"/>
                </a:lnTo>
                <a:lnTo>
                  <a:pt x="47625" y="123825"/>
                </a:lnTo>
                <a:lnTo>
                  <a:pt x="9525" y="123825"/>
                </a:lnTo>
                <a:lnTo>
                  <a:pt x="9525" y="133350"/>
                </a:lnTo>
                <a:lnTo>
                  <a:pt x="0" y="133350"/>
                </a:lnTo>
                <a:lnTo>
                  <a:pt x="0" y="114300"/>
                </a:lnTo>
                <a:lnTo>
                  <a:pt x="38100" y="114300"/>
                </a:lnTo>
                <a:close/>
                <a:moveTo>
                  <a:pt x="257175" y="104775"/>
                </a:moveTo>
                <a:lnTo>
                  <a:pt x="266700" y="104775"/>
                </a:lnTo>
                <a:lnTo>
                  <a:pt x="266700" y="133350"/>
                </a:lnTo>
                <a:lnTo>
                  <a:pt x="257175" y="133350"/>
                </a:lnTo>
                <a:lnTo>
                  <a:pt x="257175" y="161925"/>
                </a:lnTo>
                <a:lnTo>
                  <a:pt x="247650" y="161925"/>
                </a:lnTo>
                <a:lnTo>
                  <a:pt x="247650" y="123825"/>
                </a:lnTo>
                <a:lnTo>
                  <a:pt x="257175" y="123825"/>
                </a:lnTo>
                <a:close/>
                <a:moveTo>
                  <a:pt x="2428875" y="114300"/>
                </a:moveTo>
                <a:lnTo>
                  <a:pt x="2438400" y="114300"/>
                </a:lnTo>
                <a:lnTo>
                  <a:pt x="2438400" y="123825"/>
                </a:lnTo>
                <a:lnTo>
                  <a:pt x="2428875" y="123825"/>
                </a:lnTo>
                <a:close/>
                <a:moveTo>
                  <a:pt x="342900" y="123825"/>
                </a:moveTo>
                <a:lnTo>
                  <a:pt x="352425" y="123825"/>
                </a:lnTo>
                <a:lnTo>
                  <a:pt x="352425" y="133350"/>
                </a:lnTo>
                <a:lnTo>
                  <a:pt x="342900" y="133350"/>
                </a:lnTo>
                <a:close/>
                <a:moveTo>
                  <a:pt x="1885950" y="123825"/>
                </a:moveTo>
                <a:lnTo>
                  <a:pt x="1895475" y="123825"/>
                </a:lnTo>
                <a:lnTo>
                  <a:pt x="1895475" y="133350"/>
                </a:lnTo>
                <a:lnTo>
                  <a:pt x="1885950" y="133350"/>
                </a:lnTo>
                <a:close/>
                <a:moveTo>
                  <a:pt x="2114550" y="123825"/>
                </a:moveTo>
                <a:lnTo>
                  <a:pt x="2124075" y="123825"/>
                </a:lnTo>
                <a:lnTo>
                  <a:pt x="2124075" y="133350"/>
                </a:lnTo>
                <a:lnTo>
                  <a:pt x="2114550" y="133350"/>
                </a:lnTo>
                <a:close/>
                <a:moveTo>
                  <a:pt x="2343150" y="123825"/>
                </a:moveTo>
                <a:lnTo>
                  <a:pt x="2352675" y="123825"/>
                </a:lnTo>
                <a:lnTo>
                  <a:pt x="2352675" y="142875"/>
                </a:lnTo>
                <a:lnTo>
                  <a:pt x="2343150" y="142875"/>
                </a:lnTo>
                <a:close/>
                <a:moveTo>
                  <a:pt x="2447925" y="123825"/>
                </a:moveTo>
                <a:lnTo>
                  <a:pt x="2457450" y="123825"/>
                </a:lnTo>
                <a:lnTo>
                  <a:pt x="2457450" y="142875"/>
                </a:lnTo>
                <a:lnTo>
                  <a:pt x="2447925" y="142875"/>
                </a:lnTo>
                <a:close/>
                <a:moveTo>
                  <a:pt x="57150" y="133350"/>
                </a:moveTo>
                <a:lnTo>
                  <a:pt x="85725" y="133350"/>
                </a:lnTo>
                <a:lnTo>
                  <a:pt x="85725" y="142875"/>
                </a:lnTo>
                <a:lnTo>
                  <a:pt x="95250" y="142875"/>
                </a:lnTo>
                <a:lnTo>
                  <a:pt x="95250" y="190500"/>
                </a:lnTo>
                <a:lnTo>
                  <a:pt x="76200" y="190500"/>
                </a:lnTo>
                <a:lnTo>
                  <a:pt x="76200" y="209550"/>
                </a:lnTo>
                <a:lnTo>
                  <a:pt x="95250" y="209550"/>
                </a:lnTo>
                <a:lnTo>
                  <a:pt x="95250" y="228600"/>
                </a:lnTo>
                <a:lnTo>
                  <a:pt x="76200" y="228600"/>
                </a:lnTo>
                <a:lnTo>
                  <a:pt x="76200" y="219075"/>
                </a:lnTo>
                <a:lnTo>
                  <a:pt x="66675" y="219075"/>
                </a:lnTo>
                <a:lnTo>
                  <a:pt x="66675" y="200025"/>
                </a:lnTo>
                <a:lnTo>
                  <a:pt x="57150" y="200025"/>
                </a:lnTo>
                <a:lnTo>
                  <a:pt x="57150" y="209550"/>
                </a:lnTo>
                <a:lnTo>
                  <a:pt x="47625" y="209550"/>
                </a:lnTo>
                <a:lnTo>
                  <a:pt x="47625" y="200025"/>
                </a:lnTo>
                <a:lnTo>
                  <a:pt x="28575" y="200025"/>
                </a:lnTo>
                <a:lnTo>
                  <a:pt x="28575" y="190500"/>
                </a:lnTo>
                <a:lnTo>
                  <a:pt x="19050" y="190500"/>
                </a:lnTo>
                <a:lnTo>
                  <a:pt x="19050" y="180975"/>
                </a:lnTo>
                <a:lnTo>
                  <a:pt x="28575" y="180975"/>
                </a:lnTo>
                <a:lnTo>
                  <a:pt x="28575" y="171450"/>
                </a:lnTo>
                <a:lnTo>
                  <a:pt x="57150" y="171450"/>
                </a:lnTo>
                <a:lnTo>
                  <a:pt x="57150" y="180975"/>
                </a:lnTo>
                <a:lnTo>
                  <a:pt x="76200" y="180975"/>
                </a:lnTo>
                <a:lnTo>
                  <a:pt x="76200" y="171450"/>
                </a:lnTo>
                <a:lnTo>
                  <a:pt x="66675" y="171450"/>
                </a:lnTo>
                <a:lnTo>
                  <a:pt x="66675" y="152400"/>
                </a:lnTo>
                <a:lnTo>
                  <a:pt x="57150" y="152400"/>
                </a:lnTo>
                <a:close/>
                <a:moveTo>
                  <a:pt x="152400" y="133350"/>
                </a:moveTo>
                <a:lnTo>
                  <a:pt x="190500" y="133350"/>
                </a:lnTo>
                <a:lnTo>
                  <a:pt x="190500" y="142875"/>
                </a:lnTo>
                <a:lnTo>
                  <a:pt x="200025" y="142875"/>
                </a:lnTo>
                <a:lnTo>
                  <a:pt x="200025" y="152400"/>
                </a:lnTo>
                <a:lnTo>
                  <a:pt x="190500" y="152400"/>
                </a:lnTo>
                <a:lnTo>
                  <a:pt x="190500" y="171450"/>
                </a:lnTo>
                <a:lnTo>
                  <a:pt x="180975" y="171450"/>
                </a:lnTo>
                <a:lnTo>
                  <a:pt x="180975" y="180975"/>
                </a:lnTo>
                <a:lnTo>
                  <a:pt x="133350" y="180975"/>
                </a:lnTo>
                <a:lnTo>
                  <a:pt x="133350" y="190500"/>
                </a:lnTo>
                <a:lnTo>
                  <a:pt x="123825" y="190500"/>
                </a:lnTo>
                <a:lnTo>
                  <a:pt x="123825" y="209550"/>
                </a:lnTo>
                <a:lnTo>
                  <a:pt x="114300" y="209550"/>
                </a:lnTo>
                <a:lnTo>
                  <a:pt x="114300" y="219075"/>
                </a:lnTo>
                <a:lnTo>
                  <a:pt x="104775" y="219075"/>
                </a:lnTo>
                <a:lnTo>
                  <a:pt x="104775" y="200025"/>
                </a:lnTo>
                <a:lnTo>
                  <a:pt x="114300" y="200025"/>
                </a:lnTo>
                <a:lnTo>
                  <a:pt x="114300" y="171450"/>
                </a:lnTo>
                <a:lnTo>
                  <a:pt x="123825" y="171450"/>
                </a:lnTo>
                <a:lnTo>
                  <a:pt x="123825" y="142875"/>
                </a:lnTo>
                <a:lnTo>
                  <a:pt x="133350" y="142875"/>
                </a:lnTo>
                <a:lnTo>
                  <a:pt x="133350" y="161925"/>
                </a:lnTo>
                <a:lnTo>
                  <a:pt x="142875" y="161925"/>
                </a:lnTo>
                <a:lnTo>
                  <a:pt x="142875" y="152400"/>
                </a:lnTo>
                <a:lnTo>
                  <a:pt x="152400" y="152400"/>
                </a:lnTo>
                <a:close/>
                <a:moveTo>
                  <a:pt x="228600" y="133350"/>
                </a:moveTo>
                <a:lnTo>
                  <a:pt x="238125" y="133350"/>
                </a:lnTo>
                <a:lnTo>
                  <a:pt x="238125" y="152400"/>
                </a:lnTo>
                <a:lnTo>
                  <a:pt x="228600" y="152400"/>
                </a:lnTo>
                <a:close/>
                <a:moveTo>
                  <a:pt x="152400" y="161925"/>
                </a:moveTo>
                <a:lnTo>
                  <a:pt x="161925" y="161925"/>
                </a:lnTo>
                <a:lnTo>
                  <a:pt x="161925" y="152400"/>
                </a:lnTo>
                <a:lnTo>
                  <a:pt x="152400" y="152400"/>
                </a:lnTo>
                <a:close/>
                <a:moveTo>
                  <a:pt x="171450" y="161925"/>
                </a:moveTo>
                <a:lnTo>
                  <a:pt x="180975" y="161925"/>
                </a:lnTo>
                <a:lnTo>
                  <a:pt x="180975" y="152400"/>
                </a:lnTo>
                <a:lnTo>
                  <a:pt x="171450" y="152400"/>
                </a:lnTo>
                <a:close/>
                <a:moveTo>
                  <a:pt x="1857375" y="161925"/>
                </a:moveTo>
                <a:lnTo>
                  <a:pt x="1866900" y="161925"/>
                </a:lnTo>
                <a:lnTo>
                  <a:pt x="1866900" y="171450"/>
                </a:lnTo>
                <a:lnTo>
                  <a:pt x="1857375" y="171450"/>
                </a:lnTo>
                <a:close/>
                <a:moveTo>
                  <a:pt x="2343150" y="161925"/>
                </a:moveTo>
                <a:lnTo>
                  <a:pt x="2352675" y="161925"/>
                </a:lnTo>
                <a:lnTo>
                  <a:pt x="2352675" y="180975"/>
                </a:lnTo>
                <a:lnTo>
                  <a:pt x="2343150" y="180975"/>
                </a:lnTo>
                <a:close/>
                <a:moveTo>
                  <a:pt x="1866900" y="171450"/>
                </a:moveTo>
                <a:lnTo>
                  <a:pt x="1876425" y="171450"/>
                </a:lnTo>
                <a:lnTo>
                  <a:pt x="1876425" y="180975"/>
                </a:lnTo>
                <a:lnTo>
                  <a:pt x="1866900" y="180975"/>
                </a:lnTo>
                <a:close/>
                <a:moveTo>
                  <a:pt x="2381250" y="171450"/>
                </a:moveTo>
                <a:lnTo>
                  <a:pt x="2400300" y="171450"/>
                </a:lnTo>
                <a:lnTo>
                  <a:pt x="2400300" y="180975"/>
                </a:lnTo>
                <a:lnTo>
                  <a:pt x="2381250" y="180975"/>
                </a:lnTo>
                <a:close/>
                <a:moveTo>
                  <a:pt x="1866900" y="190500"/>
                </a:moveTo>
                <a:lnTo>
                  <a:pt x="1876425" y="190500"/>
                </a:lnTo>
                <a:lnTo>
                  <a:pt x="1876425" y="200025"/>
                </a:lnTo>
                <a:lnTo>
                  <a:pt x="1866900" y="200025"/>
                </a:lnTo>
                <a:close/>
                <a:moveTo>
                  <a:pt x="2343150" y="190500"/>
                </a:moveTo>
                <a:lnTo>
                  <a:pt x="2352675" y="190500"/>
                </a:lnTo>
                <a:lnTo>
                  <a:pt x="2352675" y="209550"/>
                </a:lnTo>
                <a:lnTo>
                  <a:pt x="2362200" y="209550"/>
                </a:lnTo>
                <a:lnTo>
                  <a:pt x="2362200" y="228600"/>
                </a:lnTo>
                <a:lnTo>
                  <a:pt x="2352675" y="228600"/>
                </a:lnTo>
                <a:lnTo>
                  <a:pt x="2352675" y="219075"/>
                </a:lnTo>
                <a:lnTo>
                  <a:pt x="2343150" y="219075"/>
                </a:lnTo>
                <a:close/>
                <a:moveTo>
                  <a:pt x="2085975" y="200025"/>
                </a:moveTo>
                <a:lnTo>
                  <a:pt x="2095500" y="200025"/>
                </a:lnTo>
                <a:lnTo>
                  <a:pt x="2095500" y="209550"/>
                </a:lnTo>
                <a:lnTo>
                  <a:pt x="2085975" y="209550"/>
                </a:lnTo>
                <a:close/>
                <a:moveTo>
                  <a:pt x="333375" y="209550"/>
                </a:moveTo>
                <a:lnTo>
                  <a:pt x="342900" y="209550"/>
                </a:lnTo>
                <a:lnTo>
                  <a:pt x="342900" y="219075"/>
                </a:lnTo>
                <a:lnTo>
                  <a:pt x="333375" y="219075"/>
                </a:lnTo>
                <a:close/>
                <a:moveTo>
                  <a:pt x="1857375" y="209550"/>
                </a:moveTo>
                <a:lnTo>
                  <a:pt x="1866900" y="209550"/>
                </a:lnTo>
                <a:lnTo>
                  <a:pt x="1866900" y="238125"/>
                </a:lnTo>
                <a:lnTo>
                  <a:pt x="1857375" y="238125"/>
                </a:lnTo>
                <a:close/>
                <a:moveTo>
                  <a:pt x="2371725" y="219075"/>
                </a:moveTo>
                <a:lnTo>
                  <a:pt x="2390775" y="219075"/>
                </a:lnTo>
                <a:lnTo>
                  <a:pt x="2390775" y="228600"/>
                </a:lnTo>
                <a:lnTo>
                  <a:pt x="2371725" y="228600"/>
                </a:lnTo>
                <a:close/>
                <a:moveTo>
                  <a:pt x="2390775" y="228600"/>
                </a:moveTo>
                <a:lnTo>
                  <a:pt x="2400300" y="228600"/>
                </a:lnTo>
                <a:lnTo>
                  <a:pt x="2400300" y="238125"/>
                </a:lnTo>
                <a:lnTo>
                  <a:pt x="2390775" y="238125"/>
                </a:lnTo>
                <a:close/>
                <a:moveTo>
                  <a:pt x="2438400" y="247650"/>
                </a:moveTo>
                <a:lnTo>
                  <a:pt x="2457450" y="247650"/>
                </a:lnTo>
                <a:lnTo>
                  <a:pt x="2457450" y="266700"/>
                </a:lnTo>
                <a:lnTo>
                  <a:pt x="2447925" y="266700"/>
                </a:lnTo>
                <a:lnTo>
                  <a:pt x="2447925" y="257175"/>
                </a:lnTo>
                <a:lnTo>
                  <a:pt x="2438400" y="257175"/>
                </a:lnTo>
                <a:close/>
                <a:moveTo>
                  <a:pt x="1828800" y="257175"/>
                </a:moveTo>
                <a:lnTo>
                  <a:pt x="1838325" y="257175"/>
                </a:lnTo>
                <a:lnTo>
                  <a:pt x="1838325" y="266700"/>
                </a:lnTo>
                <a:lnTo>
                  <a:pt x="1828800" y="266700"/>
                </a:lnTo>
                <a:close/>
                <a:moveTo>
                  <a:pt x="1847850" y="257175"/>
                </a:moveTo>
                <a:lnTo>
                  <a:pt x="1857375" y="257175"/>
                </a:lnTo>
                <a:lnTo>
                  <a:pt x="1857375" y="266700"/>
                </a:lnTo>
                <a:lnTo>
                  <a:pt x="1847850" y="266700"/>
                </a:lnTo>
                <a:close/>
                <a:moveTo>
                  <a:pt x="200025" y="285750"/>
                </a:moveTo>
                <a:lnTo>
                  <a:pt x="257175" y="285750"/>
                </a:lnTo>
                <a:lnTo>
                  <a:pt x="257175" y="295275"/>
                </a:lnTo>
                <a:lnTo>
                  <a:pt x="200025" y="295275"/>
                </a:lnTo>
                <a:close/>
                <a:moveTo>
                  <a:pt x="2428875" y="285750"/>
                </a:moveTo>
                <a:lnTo>
                  <a:pt x="2447925" y="285750"/>
                </a:lnTo>
                <a:lnTo>
                  <a:pt x="2447925" y="295275"/>
                </a:lnTo>
                <a:lnTo>
                  <a:pt x="2457450" y="295275"/>
                </a:lnTo>
                <a:lnTo>
                  <a:pt x="2457450" y="304800"/>
                </a:lnTo>
                <a:lnTo>
                  <a:pt x="2438400" y="304800"/>
                </a:lnTo>
                <a:lnTo>
                  <a:pt x="2438400" y="295275"/>
                </a:lnTo>
                <a:lnTo>
                  <a:pt x="2428875" y="295275"/>
                </a:lnTo>
                <a:close/>
                <a:moveTo>
                  <a:pt x="771525" y="295275"/>
                </a:moveTo>
                <a:lnTo>
                  <a:pt x="781050" y="295275"/>
                </a:lnTo>
                <a:lnTo>
                  <a:pt x="781050" y="304800"/>
                </a:lnTo>
                <a:lnTo>
                  <a:pt x="771525" y="304800"/>
                </a:lnTo>
                <a:close/>
                <a:moveTo>
                  <a:pt x="2400300" y="304800"/>
                </a:moveTo>
                <a:lnTo>
                  <a:pt x="2409825" y="304800"/>
                </a:lnTo>
                <a:lnTo>
                  <a:pt x="2409825" y="323850"/>
                </a:lnTo>
                <a:lnTo>
                  <a:pt x="2419350" y="323850"/>
                </a:lnTo>
                <a:lnTo>
                  <a:pt x="2419350" y="333375"/>
                </a:lnTo>
                <a:lnTo>
                  <a:pt x="2390775" y="333375"/>
                </a:lnTo>
                <a:lnTo>
                  <a:pt x="2390775" y="323850"/>
                </a:lnTo>
                <a:lnTo>
                  <a:pt x="2400300" y="323850"/>
                </a:lnTo>
                <a:close/>
                <a:moveTo>
                  <a:pt x="2419350" y="304800"/>
                </a:moveTo>
                <a:lnTo>
                  <a:pt x="2428875" y="304800"/>
                </a:lnTo>
                <a:lnTo>
                  <a:pt x="2428875" y="314325"/>
                </a:lnTo>
                <a:lnTo>
                  <a:pt x="2419350" y="314325"/>
                </a:lnTo>
                <a:close/>
                <a:moveTo>
                  <a:pt x="847725" y="323850"/>
                </a:moveTo>
                <a:lnTo>
                  <a:pt x="857250" y="323850"/>
                </a:lnTo>
                <a:lnTo>
                  <a:pt x="857250" y="333375"/>
                </a:lnTo>
                <a:lnTo>
                  <a:pt x="847725" y="333375"/>
                </a:lnTo>
                <a:close/>
                <a:moveTo>
                  <a:pt x="1133475" y="323850"/>
                </a:moveTo>
                <a:lnTo>
                  <a:pt x="1143000" y="323850"/>
                </a:lnTo>
                <a:lnTo>
                  <a:pt x="1143000" y="333375"/>
                </a:lnTo>
                <a:lnTo>
                  <a:pt x="1133475" y="333375"/>
                </a:lnTo>
                <a:close/>
                <a:moveTo>
                  <a:pt x="1724025" y="323850"/>
                </a:moveTo>
                <a:lnTo>
                  <a:pt x="1752600" y="323850"/>
                </a:lnTo>
                <a:lnTo>
                  <a:pt x="1752600" y="333375"/>
                </a:lnTo>
                <a:lnTo>
                  <a:pt x="1762125" y="333375"/>
                </a:lnTo>
                <a:lnTo>
                  <a:pt x="1762125" y="342900"/>
                </a:lnTo>
                <a:lnTo>
                  <a:pt x="1781175" y="342900"/>
                </a:lnTo>
                <a:lnTo>
                  <a:pt x="1781175" y="352425"/>
                </a:lnTo>
                <a:lnTo>
                  <a:pt x="1771650" y="352425"/>
                </a:lnTo>
                <a:lnTo>
                  <a:pt x="1771650" y="390525"/>
                </a:lnTo>
                <a:lnTo>
                  <a:pt x="1781175" y="390525"/>
                </a:lnTo>
                <a:lnTo>
                  <a:pt x="1781175" y="381000"/>
                </a:lnTo>
                <a:lnTo>
                  <a:pt x="1790700" y="381000"/>
                </a:lnTo>
                <a:lnTo>
                  <a:pt x="1790700" y="400050"/>
                </a:lnTo>
                <a:lnTo>
                  <a:pt x="1771650" y="400050"/>
                </a:lnTo>
                <a:lnTo>
                  <a:pt x="1771650" y="419100"/>
                </a:lnTo>
                <a:lnTo>
                  <a:pt x="1743075" y="419100"/>
                </a:lnTo>
                <a:lnTo>
                  <a:pt x="1743075" y="428625"/>
                </a:lnTo>
                <a:lnTo>
                  <a:pt x="1733550" y="428625"/>
                </a:lnTo>
                <a:lnTo>
                  <a:pt x="1733550" y="419100"/>
                </a:lnTo>
                <a:lnTo>
                  <a:pt x="1724025" y="419100"/>
                </a:lnTo>
                <a:lnTo>
                  <a:pt x="1724025" y="409575"/>
                </a:lnTo>
                <a:lnTo>
                  <a:pt x="1743075" y="409575"/>
                </a:lnTo>
                <a:lnTo>
                  <a:pt x="1743075" y="400050"/>
                </a:lnTo>
                <a:lnTo>
                  <a:pt x="1752600" y="400050"/>
                </a:lnTo>
                <a:lnTo>
                  <a:pt x="1752600" y="390525"/>
                </a:lnTo>
                <a:lnTo>
                  <a:pt x="1762125" y="390525"/>
                </a:lnTo>
                <a:lnTo>
                  <a:pt x="1762125" y="352425"/>
                </a:lnTo>
                <a:lnTo>
                  <a:pt x="1752600" y="352425"/>
                </a:lnTo>
                <a:lnTo>
                  <a:pt x="1752600" y="342900"/>
                </a:lnTo>
                <a:lnTo>
                  <a:pt x="1724025" y="342900"/>
                </a:lnTo>
                <a:close/>
                <a:moveTo>
                  <a:pt x="1695450" y="342900"/>
                </a:moveTo>
                <a:lnTo>
                  <a:pt x="1704975" y="342900"/>
                </a:lnTo>
                <a:lnTo>
                  <a:pt x="1704975" y="352425"/>
                </a:lnTo>
                <a:lnTo>
                  <a:pt x="1695450" y="352425"/>
                </a:lnTo>
                <a:close/>
                <a:moveTo>
                  <a:pt x="2362200" y="342900"/>
                </a:moveTo>
                <a:lnTo>
                  <a:pt x="2371725" y="342900"/>
                </a:lnTo>
                <a:lnTo>
                  <a:pt x="2371725" y="352425"/>
                </a:lnTo>
                <a:lnTo>
                  <a:pt x="2381250" y="352425"/>
                </a:lnTo>
                <a:lnTo>
                  <a:pt x="2381250" y="371475"/>
                </a:lnTo>
                <a:lnTo>
                  <a:pt x="2390775" y="371475"/>
                </a:lnTo>
                <a:lnTo>
                  <a:pt x="2390775" y="381000"/>
                </a:lnTo>
                <a:lnTo>
                  <a:pt x="2400300" y="381000"/>
                </a:lnTo>
                <a:lnTo>
                  <a:pt x="2400300" y="371475"/>
                </a:lnTo>
                <a:lnTo>
                  <a:pt x="2409825" y="371475"/>
                </a:lnTo>
                <a:lnTo>
                  <a:pt x="2409825" y="361950"/>
                </a:lnTo>
                <a:lnTo>
                  <a:pt x="2419350" y="361950"/>
                </a:lnTo>
                <a:lnTo>
                  <a:pt x="2419350" y="352425"/>
                </a:lnTo>
                <a:lnTo>
                  <a:pt x="2428875" y="352425"/>
                </a:lnTo>
                <a:lnTo>
                  <a:pt x="2428875" y="361950"/>
                </a:lnTo>
                <a:lnTo>
                  <a:pt x="2438400" y="361950"/>
                </a:lnTo>
                <a:lnTo>
                  <a:pt x="2438400" y="409575"/>
                </a:lnTo>
                <a:lnTo>
                  <a:pt x="2381250" y="409575"/>
                </a:lnTo>
                <a:lnTo>
                  <a:pt x="2381250" y="390525"/>
                </a:lnTo>
                <a:lnTo>
                  <a:pt x="2343150" y="390525"/>
                </a:lnTo>
                <a:lnTo>
                  <a:pt x="2343150" y="361950"/>
                </a:lnTo>
                <a:lnTo>
                  <a:pt x="2324100" y="361950"/>
                </a:lnTo>
                <a:lnTo>
                  <a:pt x="2324100" y="352425"/>
                </a:lnTo>
                <a:lnTo>
                  <a:pt x="2362200" y="352425"/>
                </a:lnTo>
                <a:close/>
                <a:moveTo>
                  <a:pt x="1781175" y="352425"/>
                </a:moveTo>
                <a:lnTo>
                  <a:pt x="1790700" y="352425"/>
                </a:lnTo>
                <a:lnTo>
                  <a:pt x="1790700" y="361950"/>
                </a:lnTo>
                <a:lnTo>
                  <a:pt x="1781175" y="361950"/>
                </a:lnTo>
                <a:close/>
                <a:moveTo>
                  <a:pt x="2305050" y="352425"/>
                </a:moveTo>
                <a:lnTo>
                  <a:pt x="2314575" y="352425"/>
                </a:lnTo>
                <a:lnTo>
                  <a:pt x="2314575" y="371475"/>
                </a:lnTo>
                <a:lnTo>
                  <a:pt x="2305050" y="371475"/>
                </a:lnTo>
                <a:close/>
                <a:moveTo>
                  <a:pt x="0" y="361950"/>
                </a:moveTo>
                <a:lnTo>
                  <a:pt x="9525" y="361950"/>
                </a:lnTo>
                <a:lnTo>
                  <a:pt x="9525" y="371475"/>
                </a:lnTo>
                <a:lnTo>
                  <a:pt x="19050" y="371475"/>
                </a:lnTo>
                <a:lnTo>
                  <a:pt x="19050" y="381000"/>
                </a:lnTo>
                <a:lnTo>
                  <a:pt x="38100" y="381000"/>
                </a:lnTo>
                <a:lnTo>
                  <a:pt x="38100" y="409575"/>
                </a:lnTo>
                <a:lnTo>
                  <a:pt x="28575" y="409575"/>
                </a:lnTo>
                <a:lnTo>
                  <a:pt x="28575" y="400050"/>
                </a:lnTo>
                <a:lnTo>
                  <a:pt x="19050" y="400050"/>
                </a:lnTo>
                <a:lnTo>
                  <a:pt x="19050" y="419100"/>
                </a:lnTo>
                <a:lnTo>
                  <a:pt x="28575" y="419100"/>
                </a:lnTo>
                <a:lnTo>
                  <a:pt x="28575" y="476250"/>
                </a:lnTo>
                <a:lnTo>
                  <a:pt x="0" y="476250"/>
                </a:lnTo>
                <a:lnTo>
                  <a:pt x="0" y="457200"/>
                </a:lnTo>
                <a:lnTo>
                  <a:pt x="19050" y="457200"/>
                </a:lnTo>
                <a:lnTo>
                  <a:pt x="19050" y="438150"/>
                </a:lnTo>
                <a:lnTo>
                  <a:pt x="9525" y="438150"/>
                </a:lnTo>
                <a:lnTo>
                  <a:pt x="9525" y="409575"/>
                </a:lnTo>
                <a:lnTo>
                  <a:pt x="0" y="409575"/>
                </a:lnTo>
                <a:close/>
                <a:moveTo>
                  <a:pt x="514350" y="371475"/>
                </a:moveTo>
                <a:lnTo>
                  <a:pt x="523875" y="371475"/>
                </a:lnTo>
                <a:lnTo>
                  <a:pt x="523875" y="400050"/>
                </a:lnTo>
                <a:lnTo>
                  <a:pt x="514350" y="400050"/>
                </a:lnTo>
                <a:close/>
                <a:moveTo>
                  <a:pt x="1104900" y="371475"/>
                </a:moveTo>
                <a:lnTo>
                  <a:pt x="1114425" y="371475"/>
                </a:lnTo>
                <a:lnTo>
                  <a:pt x="1114425" y="381000"/>
                </a:lnTo>
                <a:lnTo>
                  <a:pt x="1104900" y="381000"/>
                </a:lnTo>
                <a:close/>
                <a:moveTo>
                  <a:pt x="857250" y="390525"/>
                </a:moveTo>
                <a:lnTo>
                  <a:pt x="866775" y="390525"/>
                </a:lnTo>
                <a:lnTo>
                  <a:pt x="866775" y="400050"/>
                </a:lnTo>
                <a:lnTo>
                  <a:pt x="857250" y="400050"/>
                </a:lnTo>
                <a:close/>
                <a:moveTo>
                  <a:pt x="1333500" y="400050"/>
                </a:moveTo>
                <a:lnTo>
                  <a:pt x="1343025" y="400050"/>
                </a:lnTo>
                <a:lnTo>
                  <a:pt x="1343025" y="428625"/>
                </a:lnTo>
                <a:lnTo>
                  <a:pt x="1333500" y="428625"/>
                </a:lnTo>
                <a:close/>
                <a:moveTo>
                  <a:pt x="1476375" y="419100"/>
                </a:moveTo>
                <a:lnTo>
                  <a:pt x="1485900" y="419100"/>
                </a:lnTo>
                <a:lnTo>
                  <a:pt x="1485900" y="447675"/>
                </a:lnTo>
                <a:lnTo>
                  <a:pt x="1476375" y="447675"/>
                </a:lnTo>
                <a:close/>
                <a:moveTo>
                  <a:pt x="2057400" y="438150"/>
                </a:moveTo>
                <a:lnTo>
                  <a:pt x="2066925" y="438150"/>
                </a:lnTo>
                <a:lnTo>
                  <a:pt x="2066925" y="457200"/>
                </a:lnTo>
                <a:lnTo>
                  <a:pt x="2057400" y="457200"/>
                </a:lnTo>
                <a:lnTo>
                  <a:pt x="2057400" y="485775"/>
                </a:lnTo>
                <a:lnTo>
                  <a:pt x="2047875" y="485775"/>
                </a:lnTo>
                <a:lnTo>
                  <a:pt x="2047875" y="447675"/>
                </a:lnTo>
                <a:lnTo>
                  <a:pt x="2057400" y="447675"/>
                </a:lnTo>
                <a:close/>
                <a:moveTo>
                  <a:pt x="523875" y="447675"/>
                </a:moveTo>
                <a:lnTo>
                  <a:pt x="533400" y="447675"/>
                </a:lnTo>
                <a:lnTo>
                  <a:pt x="533400" y="457200"/>
                </a:lnTo>
                <a:lnTo>
                  <a:pt x="523875" y="457200"/>
                </a:lnTo>
                <a:close/>
                <a:moveTo>
                  <a:pt x="866775" y="466725"/>
                </a:moveTo>
                <a:lnTo>
                  <a:pt x="876300" y="466725"/>
                </a:lnTo>
                <a:lnTo>
                  <a:pt x="876300" y="476250"/>
                </a:lnTo>
                <a:lnTo>
                  <a:pt x="866775" y="476250"/>
                </a:lnTo>
                <a:close/>
                <a:moveTo>
                  <a:pt x="1695450" y="476250"/>
                </a:moveTo>
                <a:lnTo>
                  <a:pt x="1704975" y="476250"/>
                </a:lnTo>
                <a:lnTo>
                  <a:pt x="1704975" y="485775"/>
                </a:lnTo>
                <a:lnTo>
                  <a:pt x="1695450" y="485775"/>
                </a:lnTo>
                <a:close/>
                <a:moveTo>
                  <a:pt x="523875" y="485775"/>
                </a:moveTo>
                <a:lnTo>
                  <a:pt x="533400" y="485775"/>
                </a:lnTo>
                <a:lnTo>
                  <a:pt x="533400" y="495300"/>
                </a:lnTo>
                <a:lnTo>
                  <a:pt x="523875" y="495300"/>
                </a:lnTo>
                <a:close/>
                <a:moveTo>
                  <a:pt x="1685925" y="485775"/>
                </a:moveTo>
                <a:lnTo>
                  <a:pt x="1695450" y="485775"/>
                </a:lnTo>
                <a:lnTo>
                  <a:pt x="1695450" y="495300"/>
                </a:lnTo>
                <a:lnTo>
                  <a:pt x="1685925" y="495300"/>
                </a:lnTo>
                <a:close/>
                <a:moveTo>
                  <a:pt x="2038350" y="485775"/>
                </a:moveTo>
                <a:lnTo>
                  <a:pt x="2047875" y="485775"/>
                </a:lnTo>
                <a:lnTo>
                  <a:pt x="2047875" y="495300"/>
                </a:lnTo>
                <a:lnTo>
                  <a:pt x="2038350" y="495300"/>
                </a:lnTo>
                <a:close/>
                <a:moveTo>
                  <a:pt x="514350" y="495300"/>
                </a:moveTo>
                <a:lnTo>
                  <a:pt x="523875" y="495300"/>
                </a:lnTo>
                <a:lnTo>
                  <a:pt x="523875" y="504825"/>
                </a:lnTo>
                <a:lnTo>
                  <a:pt x="514350" y="504825"/>
                </a:lnTo>
                <a:close/>
                <a:moveTo>
                  <a:pt x="2028825" y="495300"/>
                </a:moveTo>
                <a:lnTo>
                  <a:pt x="2038350" y="495300"/>
                </a:lnTo>
                <a:lnTo>
                  <a:pt x="2038350" y="504825"/>
                </a:lnTo>
                <a:lnTo>
                  <a:pt x="2028825" y="504825"/>
                </a:lnTo>
                <a:close/>
                <a:moveTo>
                  <a:pt x="19050" y="504825"/>
                </a:moveTo>
                <a:lnTo>
                  <a:pt x="28575" y="504825"/>
                </a:lnTo>
                <a:lnTo>
                  <a:pt x="28575" y="514350"/>
                </a:lnTo>
                <a:lnTo>
                  <a:pt x="38100" y="514350"/>
                </a:lnTo>
                <a:lnTo>
                  <a:pt x="38100" y="523875"/>
                </a:lnTo>
                <a:lnTo>
                  <a:pt x="19050" y="523875"/>
                </a:lnTo>
                <a:close/>
                <a:moveTo>
                  <a:pt x="1476375" y="504825"/>
                </a:moveTo>
                <a:lnTo>
                  <a:pt x="1485900" y="504825"/>
                </a:lnTo>
                <a:lnTo>
                  <a:pt x="1485900" y="514350"/>
                </a:lnTo>
                <a:lnTo>
                  <a:pt x="1476375" y="514350"/>
                </a:lnTo>
                <a:close/>
                <a:moveTo>
                  <a:pt x="2076450" y="514350"/>
                </a:moveTo>
                <a:lnTo>
                  <a:pt x="2095500" y="514350"/>
                </a:lnTo>
                <a:lnTo>
                  <a:pt x="2095500" y="533400"/>
                </a:lnTo>
                <a:lnTo>
                  <a:pt x="2085975" y="533400"/>
                </a:lnTo>
                <a:lnTo>
                  <a:pt x="2085975" y="552450"/>
                </a:lnTo>
                <a:lnTo>
                  <a:pt x="2076450" y="552450"/>
                </a:lnTo>
                <a:lnTo>
                  <a:pt x="2076450" y="561975"/>
                </a:lnTo>
                <a:lnTo>
                  <a:pt x="2057400" y="561975"/>
                </a:lnTo>
                <a:lnTo>
                  <a:pt x="2057400" y="552450"/>
                </a:lnTo>
                <a:lnTo>
                  <a:pt x="2066925" y="552450"/>
                </a:lnTo>
                <a:lnTo>
                  <a:pt x="2066925" y="523875"/>
                </a:lnTo>
                <a:lnTo>
                  <a:pt x="2076450" y="523875"/>
                </a:lnTo>
                <a:close/>
                <a:moveTo>
                  <a:pt x="1000125" y="523875"/>
                </a:moveTo>
                <a:lnTo>
                  <a:pt x="1038225" y="523875"/>
                </a:lnTo>
                <a:lnTo>
                  <a:pt x="1038225" y="533400"/>
                </a:lnTo>
                <a:lnTo>
                  <a:pt x="1000125" y="533400"/>
                </a:lnTo>
                <a:close/>
                <a:moveTo>
                  <a:pt x="1304925" y="523875"/>
                </a:moveTo>
                <a:lnTo>
                  <a:pt x="1314450" y="523875"/>
                </a:lnTo>
                <a:lnTo>
                  <a:pt x="1314450" y="533400"/>
                </a:lnTo>
                <a:lnTo>
                  <a:pt x="1304925" y="533400"/>
                </a:lnTo>
                <a:close/>
                <a:moveTo>
                  <a:pt x="1085850" y="542925"/>
                </a:moveTo>
                <a:lnTo>
                  <a:pt x="1095375" y="542925"/>
                </a:lnTo>
                <a:lnTo>
                  <a:pt x="1095375" y="552450"/>
                </a:lnTo>
                <a:lnTo>
                  <a:pt x="1085850" y="552450"/>
                </a:lnTo>
                <a:close/>
                <a:moveTo>
                  <a:pt x="1514475" y="542925"/>
                </a:moveTo>
                <a:lnTo>
                  <a:pt x="1524000" y="542925"/>
                </a:lnTo>
                <a:lnTo>
                  <a:pt x="1524000" y="552450"/>
                </a:lnTo>
                <a:lnTo>
                  <a:pt x="1514475" y="552450"/>
                </a:lnTo>
                <a:close/>
                <a:moveTo>
                  <a:pt x="1171575" y="561975"/>
                </a:moveTo>
                <a:lnTo>
                  <a:pt x="1181100" y="561975"/>
                </a:lnTo>
                <a:lnTo>
                  <a:pt x="1181100" y="571500"/>
                </a:lnTo>
                <a:lnTo>
                  <a:pt x="1171575" y="571500"/>
                </a:lnTo>
                <a:close/>
                <a:moveTo>
                  <a:pt x="2019300" y="561975"/>
                </a:moveTo>
                <a:lnTo>
                  <a:pt x="2028825" y="561975"/>
                </a:lnTo>
                <a:lnTo>
                  <a:pt x="2028825" y="571500"/>
                </a:lnTo>
                <a:lnTo>
                  <a:pt x="2038350" y="571500"/>
                </a:lnTo>
                <a:lnTo>
                  <a:pt x="2038350" y="561975"/>
                </a:lnTo>
                <a:lnTo>
                  <a:pt x="2047875" y="561975"/>
                </a:lnTo>
                <a:lnTo>
                  <a:pt x="2047875" y="571500"/>
                </a:lnTo>
                <a:lnTo>
                  <a:pt x="2038350" y="571500"/>
                </a:lnTo>
                <a:lnTo>
                  <a:pt x="2038350" y="581025"/>
                </a:lnTo>
                <a:lnTo>
                  <a:pt x="2019300" y="581025"/>
                </a:lnTo>
                <a:close/>
                <a:moveTo>
                  <a:pt x="66675" y="600075"/>
                </a:moveTo>
                <a:lnTo>
                  <a:pt x="76200" y="600075"/>
                </a:lnTo>
                <a:lnTo>
                  <a:pt x="76200" y="638175"/>
                </a:lnTo>
                <a:lnTo>
                  <a:pt x="66675" y="638175"/>
                </a:lnTo>
                <a:close/>
                <a:moveTo>
                  <a:pt x="2066925" y="609600"/>
                </a:moveTo>
                <a:lnTo>
                  <a:pt x="2085975" y="609600"/>
                </a:lnTo>
                <a:lnTo>
                  <a:pt x="2085975" y="619125"/>
                </a:lnTo>
                <a:lnTo>
                  <a:pt x="2095500" y="619125"/>
                </a:lnTo>
                <a:lnTo>
                  <a:pt x="2095500" y="638175"/>
                </a:lnTo>
                <a:lnTo>
                  <a:pt x="2057400" y="638175"/>
                </a:lnTo>
                <a:lnTo>
                  <a:pt x="2057400" y="628650"/>
                </a:lnTo>
                <a:lnTo>
                  <a:pt x="2066925" y="628650"/>
                </a:lnTo>
                <a:close/>
                <a:moveTo>
                  <a:pt x="47625" y="628650"/>
                </a:moveTo>
                <a:lnTo>
                  <a:pt x="57150" y="628650"/>
                </a:lnTo>
                <a:lnTo>
                  <a:pt x="57150" y="657225"/>
                </a:lnTo>
                <a:lnTo>
                  <a:pt x="47625" y="657225"/>
                </a:lnTo>
                <a:close/>
                <a:moveTo>
                  <a:pt x="1571625" y="628650"/>
                </a:moveTo>
                <a:lnTo>
                  <a:pt x="1581150" y="628650"/>
                </a:lnTo>
                <a:lnTo>
                  <a:pt x="1581150" y="638175"/>
                </a:lnTo>
                <a:lnTo>
                  <a:pt x="1571625" y="638175"/>
                </a:lnTo>
                <a:close/>
                <a:moveTo>
                  <a:pt x="1809750" y="628650"/>
                </a:moveTo>
                <a:lnTo>
                  <a:pt x="1838325" y="628650"/>
                </a:lnTo>
                <a:lnTo>
                  <a:pt x="1838325" y="638175"/>
                </a:lnTo>
                <a:lnTo>
                  <a:pt x="1809750" y="638175"/>
                </a:lnTo>
                <a:close/>
                <a:moveTo>
                  <a:pt x="838200" y="638175"/>
                </a:moveTo>
                <a:lnTo>
                  <a:pt x="847725" y="638175"/>
                </a:lnTo>
                <a:lnTo>
                  <a:pt x="847725" y="647700"/>
                </a:lnTo>
                <a:lnTo>
                  <a:pt x="838200" y="647700"/>
                </a:lnTo>
                <a:close/>
                <a:moveTo>
                  <a:pt x="1285875" y="638175"/>
                </a:moveTo>
                <a:lnTo>
                  <a:pt x="1295400" y="638175"/>
                </a:lnTo>
                <a:lnTo>
                  <a:pt x="1295400" y="647700"/>
                </a:lnTo>
                <a:lnTo>
                  <a:pt x="1285875" y="647700"/>
                </a:lnTo>
                <a:close/>
                <a:moveTo>
                  <a:pt x="2019300" y="638175"/>
                </a:moveTo>
                <a:lnTo>
                  <a:pt x="2028825" y="638175"/>
                </a:lnTo>
                <a:lnTo>
                  <a:pt x="2028825" y="647700"/>
                </a:lnTo>
                <a:lnTo>
                  <a:pt x="2047875" y="647700"/>
                </a:lnTo>
                <a:lnTo>
                  <a:pt x="2047875" y="638175"/>
                </a:lnTo>
                <a:lnTo>
                  <a:pt x="2057400" y="638175"/>
                </a:lnTo>
                <a:lnTo>
                  <a:pt x="2057400" y="647700"/>
                </a:lnTo>
                <a:lnTo>
                  <a:pt x="2047875" y="647700"/>
                </a:lnTo>
                <a:lnTo>
                  <a:pt x="2047875" y="666750"/>
                </a:lnTo>
                <a:lnTo>
                  <a:pt x="2009775" y="666750"/>
                </a:lnTo>
                <a:lnTo>
                  <a:pt x="2009775" y="657225"/>
                </a:lnTo>
                <a:lnTo>
                  <a:pt x="2019300" y="657225"/>
                </a:lnTo>
                <a:close/>
                <a:moveTo>
                  <a:pt x="704850" y="647700"/>
                </a:moveTo>
                <a:lnTo>
                  <a:pt x="762000" y="647700"/>
                </a:lnTo>
                <a:lnTo>
                  <a:pt x="762000" y="657225"/>
                </a:lnTo>
                <a:lnTo>
                  <a:pt x="704850" y="657225"/>
                </a:lnTo>
                <a:close/>
                <a:moveTo>
                  <a:pt x="1276350" y="647700"/>
                </a:moveTo>
                <a:lnTo>
                  <a:pt x="1285875" y="647700"/>
                </a:lnTo>
                <a:lnTo>
                  <a:pt x="1285875" y="657225"/>
                </a:lnTo>
                <a:lnTo>
                  <a:pt x="1276350" y="657225"/>
                </a:lnTo>
                <a:close/>
                <a:moveTo>
                  <a:pt x="2057400" y="647700"/>
                </a:moveTo>
                <a:lnTo>
                  <a:pt x="2066925" y="647700"/>
                </a:lnTo>
                <a:lnTo>
                  <a:pt x="2066925" y="657225"/>
                </a:lnTo>
                <a:lnTo>
                  <a:pt x="2057400" y="657225"/>
                </a:lnTo>
                <a:close/>
                <a:moveTo>
                  <a:pt x="2152650" y="647700"/>
                </a:moveTo>
                <a:lnTo>
                  <a:pt x="2162175" y="647700"/>
                </a:lnTo>
                <a:lnTo>
                  <a:pt x="2162175" y="657225"/>
                </a:lnTo>
                <a:lnTo>
                  <a:pt x="2200275" y="657225"/>
                </a:lnTo>
                <a:lnTo>
                  <a:pt x="2200275" y="666750"/>
                </a:lnTo>
                <a:lnTo>
                  <a:pt x="2228850" y="666750"/>
                </a:lnTo>
                <a:lnTo>
                  <a:pt x="2228850" y="676275"/>
                </a:lnTo>
                <a:lnTo>
                  <a:pt x="2190750" y="676275"/>
                </a:lnTo>
                <a:lnTo>
                  <a:pt x="2190750" y="685800"/>
                </a:lnTo>
                <a:lnTo>
                  <a:pt x="2181225" y="685800"/>
                </a:lnTo>
                <a:lnTo>
                  <a:pt x="2181225" y="676275"/>
                </a:lnTo>
                <a:lnTo>
                  <a:pt x="2143125" y="676275"/>
                </a:lnTo>
                <a:lnTo>
                  <a:pt x="2143125" y="657225"/>
                </a:lnTo>
                <a:lnTo>
                  <a:pt x="2152650" y="657225"/>
                </a:lnTo>
                <a:close/>
                <a:moveTo>
                  <a:pt x="0" y="666750"/>
                </a:moveTo>
                <a:lnTo>
                  <a:pt x="19050" y="666750"/>
                </a:lnTo>
                <a:lnTo>
                  <a:pt x="19050" y="676275"/>
                </a:lnTo>
                <a:lnTo>
                  <a:pt x="0" y="676275"/>
                </a:lnTo>
                <a:close/>
                <a:moveTo>
                  <a:pt x="19050" y="676275"/>
                </a:moveTo>
                <a:lnTo>
                  <a:pt x="28575" y="676275"/>
                </a:lnTo>
                <a:lnTo>
                  <a:pt x="28575" y="685800"/>
                </a:lnTo>
                <a:lnTo>
                  <a:pt x="38100" y="685800"/>
                </a:lnTo>
                <a:lnTo>
                  <a:pt x="38100" y="695325"/>
                </a:lnTo>
                <a:lnTo>
                  <a:pt x="28575" y="695325"/>
                </a:lnTo>
                <a:lnTo>
                  <a:pt x="28575" y="704850"/>
                </a:lnTo>
                <a:lnTo>
                  <a:pt x="19050" y="704850"/>
                </a:lnTo>
                <a:lnTo>
                  <a:pt x="19050" y="695325"/>
                </a:lnTo>
                <a:lnTo>
                  <a:pt x="9525" y="695325"/>
                </a:lnTo>
                <a:lnTo>
                  <a:pt x="9525" y="685800"/>
                </a:lnTo>
                <a:lnTo>
                  <a:pt x="19050" y="685800"/>
                </a:lnTo>
                <a:close/>
                <a:moveTo>
                  <a:pt x="2238375" y="676275"/>
                </a:moveTo>
                <a:lnTo>
                  <a:pt x="2247900" y="676275"/>
                </a:lnTo>
                <a:lnTo>
                  <a:pt x="2247900" y="685800"/>
                </a:lnTo>
                <a:lnTo>
                  <a:pt x="2266950" y="685800"/>
                </a:lnTo>
                <a:lnTo>
                  <a:pt x="2266950" y="695325"/>
                </a:lnTo>
                <a:lnTo>
                  <a:pt x="2257425" y="695325"/>
                </a:lnTo>
                <a:lnTo>
                  <a:pt x="2257425" y="704850"/>
                </a:lnTo>
                <a:lnTo>
                  <a:pt x="2266950" y="704850"/>
                </a:lnTo>
                <a:lnTo>
                  <a:pt x="2266950" y="714375"/>
                </a:lnTo>
                <a:lnTo>
                  <a:pt x="2286000" y="714375"/>
                </a:lnTo>
                <a:lnTo>
                  <a:pt x="2286000" y="733425"/>
                </a:lnTo>
                <a:lnTo>
                  <a:pt x="2266950" y="733425"/>
                </a:lnTo>
                <a:lnTo>
                  <a:pt x="2266950" y="742950"/>
                </a:lnTo>
                <a:lnTo>
                  <a:pt x="2257425" y="742950"/>
                </a:lnTo>
                <a:lnTo>
                  <a:pt x="2257425" y="752475"/>
                </a:lnTo>
                <a:lnTo>
                  <a:pt x="2238375" y="752475"/>
                </a:lnTo>
                <a:lnTo>
                  <a:pt x="2238375" y="723900"/>
                </a:lnTo>
                <a:lnTo>
                  <a:pt x="2257425" y="723900"/>
                </a:lnTo>
                <a:lnTo>
                  <a:pt x="2257425" y="714375"/>
                </a:lnTo>
                <a:lnTo>
                  <a:pt x="2247900" y="714375"/>
                </a:lnTo>
                <a:lnTo>
                  <a:pt x="2247900" y="695325"/>
                </a:lnTo>
                <a:lnTo>
                  <a:pt x="2238375" y="695325"/>
                </a:lnTo>
                <a:close/>
                <a:moveTo>
                  <a:pt x="2371725" y="685800"/>
                </a:moveTo>
                <a:lnTo>
                  <a:pt x="2381250" y="685800"/>
                </a:lnTo>
                <a:lnTo>
                  <a:pt x="2381250" y="695325"/>
                </a:lnTo>
                <a:lnTo>
                  <a:pt x="2400300" y="695325"/>
                </a:lnTo>
                <a:lnTo>
                  <a:pt x="2400300" y="685800"/>
                </a:lnTo>
                <a:lnTo>
                  <a:pt x="2419350" y="685800"/>
                </a:lnTo>
                <a:lnTo>
                  <a:pt x="2419350" y="714375"/>
                </a:lnTo>
                <a:lnTo>
                  <a:pt x="2400300" y="714375"/>
                </a:lnTo>
                <a:lnTo>
                  <a:pt x="2400300" y="733425"/>
                </a:lnTo>
                <a:lnTo>
                  <a:pt x="2381250" y="733425"/>
                </a:lnTo>
                <a:lnTo>
                  <a:pt x="2381250" y="723900"/>
                </a:lnTo>
                <a:lnTo>
                  <a:pt x="2371725" y="723900"/>
                </a:lnTo>
                <a:lnTo>
                  <a:pt x="2371725" y="733425"/>
                </a:lnTo>
                <a:lnTo>
                  <a:pt x="2343150" y="733425"/>
                </a:lnTo>
                <a:lnTo>
                  <a:pt x="2343150" y="704850"/>
                </a:lnTo>
                <a:lnTo>
                  <a:pt x="2362200" y="704850"/>
                </a:lnTo>
                <a:lnTo>
                  <a:pt x="2362200" y="695325"/>
                </a:lnTo>
                <a:lnTo>
                  <a:pt x="2371725" y="695325"/>
                </a:lnTo>
                <a:close/>
                <a:moveTo>
                  <a:pt x="685800" y="695325"/>
                </a:moveTo>
                <a:lnTo>
                  <a:pt x="695325" y="695325"/>
                </a:lnTo>
                <a:lnTo>
                  <a:pt x="695325" y="733425"/>
                </a:lnTo>
                <a:lnTo>
                  <a:pt x="685800" y="733425"/>
                </a:lnTo>
                <a:close/>
                <a:moveTo>
                  <a:pt x="904875" y="704850"/>
                </a:moveTo>
                <a:lnTo>
                  <a:pt x="914400" y="704850"/>
                </a:lnTo>
                <a:lnTo>
                  <a:pt x="914400" y="714375"/>
                </a:lnTo>
                <a:lnTo>
                  <a:pt x="904875" y="714375"/>
                </a:lnTo>
                <a:close/>
                <a:moveTo>
                  <a:pt x="1219200" y="714375"/>
                </a:moveTo>
                <a:lnTo>
                  <a:pt x="1228725" y="714375"/>
                </a:lnTo>
                <a:lnTo>
                  <a:pt x="1228725" y="723900"/>
                </a:lnTo>
                <a:lnTo>
                  <a:pt x="1219200" y="723900"/>
                </a:lnTo>
                <a:close/>
                <a:moveTo>
                  <a:pt x="38100" y="733425"/>
                </a:moveTo>
                <a:lnTo>
                  <a:pt x="47625" y="733425"/>
                </a:lnTo>
                <a:lnTo>
                  <a:pt x="47625" y="742950"/>
                </a:lnTo>
                <a:lnTo>
                  <a:pt x="38100" y="742950"/>
                </a:lnTo>
                <a:close/>
                <a:moveTo>
                  <a:pt x="1352550" y="733425"/>
                </a:moveTo>
                <a:lnTo>
                  <a:pt x="1362075" y="733425"/>
                </a:lnTo>
                <a:lnTo>
                  <a:pt x="1362075" y="742950"/>
                </a:lnTo>
                <a:lnTo>
                  <a:pt x="1352550" y="742950"/>
                </a:lnTo>
                <a:close/>
                <a:moveTo>
                  <a:pt x="47625" y="742950"/>
                </a:moveTo>
                <a:lnTo>
                  <a:pt x="66675" y="742950"/>
                </a:lnTo>
                <a:lnTo>
                  <a:pt x="66675" y="762000"/>
                </a:lnTo>
                <a:lnTo>
                  <a:pt x="47625" y="762000"/>
                </a:lnTo>
                <a:close/>
                <a:moveTo>
                  <a:pt x="2295525" y="742950"/>
                </a:moveTo>
                <a:lnTo>
                  <a:pt x="2305050" y="742950"/>
                </a:lnTo>
                <a:lnTo>
                  <a:pt x="2305050" y="752475"/>
                </a:lnTo>
                <a:lnTo>
                  <a:pt x="2314575" y="752475"/>
                </a:lnTo>
                <a:lnTo>
                  <a:pt x="2314575" y="742950"/>
                </a:lnTo>
                <a:lnTo>
                  <a:pt x="2324100" y="742950"/>
                </a:lnTo>
                <a:lnTo>
                  <a:pt x="2324100" y="762000"/>
                </a:lnTo>
                <a:lnTo>
                  <a:pt x="2295525" y="762000"/>
                </a:lnTo>
                <a:close/>
                <a:moveTo>
                  <a:pt x="219075" y="752475"/>
                </a:moveTo>
                <a:lnTo>
                  <a:pt x="228600" y="752475"/>
                </a:lnTo>
                <a:lnTo>
                  <a:pt x="228600" y="762000"/>
                </a:lnTo>
                <a:lnTo>
                  <a:pt x="219075" y="762000"/>
                </a:lnTo>
                <a:close/>
                <a:moveTo>
                  <a:pt x="1333500" y="762000"/>
                </a:moveTo>
                <a:lnTo>
                  <a:pt x="1343025" y="762000"/>
                </a:lnTo>
                <a:lnTo>
                  <a:pt x="1343025" y="781050"/>
                </a:lnTo>
                <a:lnTo>
                  <a:pt x="1352550" y="781050"/>
                </a:lnTo>
                <a:lnTo>
                  <a:pt x="1352550" y="800100"/>
                </a:lnTo>
                <a:lnTo>
                  <a:pt x="1343025" y="800100"/>
                </a:lnTo>
                <a:lnTo>
                  <a:pt x="1343025" y="790575"/>
                </a:lnTo>
                <a:lnTo>
                  <a:pt x="1333500" y="790575"/>
                </a:lnTo>
                <a:close/>
                <a:moveTo>
                  <a:pt x="1428750" y="762000"/>
                </a:moveTo>
                <a:lnTo>
                  <a:pt x="1438275" y="762000"/>
                </a:lnTo>
                <a:lnTo>
                  <a:pt x="1438275" y="771525"/>
                </a:lnTo>
                <a:lnTo>
                  <a:pt x="1428750" y="771525"/>
                </a:lnTo>
                <a:close/>
                <a:moveTo>
                  <a:pt x="2352675" y="762000"/>
                </a:moveTo>
                <a:lnTo>
                  <a:pt x="2381250" y="762000"/>
                </a:lnTo>
                <a:lnTo>
                  <a:pt x="2381250" y="771525"/>
                </a:lnTo>
                <a:lnTo>
                  <a:pt x="2400300" y="771525"/>
                </a:lnTo>
                <a:lnTo>
                  <a:pt x="2400300" y="781050"/>
                </a:lnTo>
                <a:lnTo>
                  <a:pt x="2409825" y="781050"/>
                </a:lnTo>
                <a:lnTo>
                  <a:pt x="2409825" y="790575"/>
                </a:lnTo>
                <a:lnTo>
                  <a:pt x="2390775" y="790575"/>
                </a:lnTo>
                <a:lnTo>
                  <a:pt x="2390775" y="781050"/>
                </a:lnTo>
                <a:lnTo>
                  <a:pt x="2352675" y="781050"/>
                </a:lnTo>
                <a:close/>
                <a:moveTo>
                  <a:pt x="1438275" y="771525"/>
                </a:moveTo>
                <a:lnTo>
                  <a:pt x="1447800" y="771525"/>
                </a:lnTo>
                <a:lnTo>
                  <a:pt x="1447800" y="781050"/>
                </a:lnTo>
                <a:lnTo>
                  <a:pt x="1438275" y="781050"/>
                </a:lnTo>
                <a:close/>
                <a:moveTo>
                  <a:pt x="1200150" y="781050"/>
                </a:moveTo>
                <a:lnTo>
                  <a:pt x="1209675" y="781050"/>
                </a:lnTo>
                <a:lnTo>
                  <a:pt x="1209675" y="790575"/>
                </a:lnTo>
                <a:lnTo>
                  <a:pt x="1200150" y="790575"/>
                </a:lnTo>
                <a:close/>
                <a:moveTo>
                  <a:pt x="314325" y="790575"/>
                </a:moveTo>
                <a:lnTo>
                  <a:pt x="323850" y="790575"/>
                </a:lnTo>
                <a:lnTo>
                  <a:pt x="323850" y="800100"/>
                </a:lnTo>
                <a:lnTo>
                  <a:pt x="314325" y="800100"/>
                </a:lnTo>
                <a:close/>
                <a:moveTo>
                  <a:pt x="1181100" y="790575"/>
                </a:moveTo>
                <a:lnTo>
                  <a:pt x="1190625" y="790575"/>
                </a:lnTo>
                <a:lnTo>
                  <a:pt x="1190625" y="800100"/>
                </a:lnTo>
                <a:lnTo>
                  <a:pt x="1181100" y="800100"/>
                </a:lnTo>
                <a:close/>
                <a:moveTo>
                  <a:pt x="2447925" y="790575"/>
                </a:moveTo>
                <a:lnTo>
                  <a:pt x="2457450" y="790575"/>
                </a:lnTo>
                <a:lnTo>
                  <a:pt x="2457450" y="809625"/>
                </a:lnTo>
                <a:lnTo>
                  <a:pt x="2447925" y="809625"/>
                </a:lnTo>
                <a:close/>
                <a:moveTo>
                  <a:pt x="0" y="800100"/>
                </a:moveTo>
                <a:lnTo>
                  <a:pt x="19050" y="800100"/>
                </a:lnTo>
                <a:lnTo>
                  <a:pt x="19050" y="809625"/>
                </a:lnTo>
                <a:lnTo>
                  <a:pt x="28575" y="809625"/>
                </a:lnTo>
                <a:lnTo>
                  <a:pt x="28575" y="819150"/>
                </a:lnTo>
                <a:lnTo>
                  <a:pt x="9525" y="819150"/>
                </a:lnTo>
                <a:lnTo>
                  <a:pt x="9525" y="809625"/>
                </a:lnTo>
                <a:lnTo>
                  <a:pt x="0" y="809625"/>
                </a:lnTo>
                <a:close/>
                <a:moveTo>
                  <a:pt x="47625" y="800100"/>
                </a:moveTo>
                <a:lnTo>
                  <a:pt x="57150" y="800100"/>
                </a:lnTo>
                <a:lnTo>
                  <a:pt x="57150" y="809625"/>
                </a:lnTo>
                <a:lnTo>
                  <a:pt x="47625" y="809625"/>
                </a:lnTo>
                <a:close/>
                <a:moveTo>
                  <a:pt x="323850" y="800100"/>
                </a:moveTo>
                <a:lnTo>
                  <a:pt x="333375" y="800100"/>
                </a:lnTo>
                <a:lnTo>
                  <a:pt x="333375" y="809625"/>
                </a:lnTo>
                <a:lnTo>
                  <a:pt x="323850" y="809625"/>
                </a:lnTo>
                <a:close/>
                <a:moveTo>
                  <a:pt x="1352550" y="800100"/>
                </a:moveTo>
                <a:lnTo>
                  <a:pt x="1362075" y="800100"/>
                </a:lnTo>
                <a:lnTo>
                  <a:pt x="1362075" y="809625"/>
                </a:lnTo>
                <a:lnTo>
                  <a:pt x="1352550" y="809625"/>
                </a:lnTo>
                <a:close/>
                <a:moveTo>
                  <a:pt x="2276475" y="800100"/>
                </a:moveTo>
                <a:lnTo>
                  <a:pt x="2305050" y="800100"/>
                </a:lnTo>
                <a:lnTo>
                  <a:pt x="2305050" y="819150"/>
                </a:lnTo>
                <a:lnTo>
                  <a:pt x="2286000" y="819150"/>
                </a:lnTo>
                <a:lnTo>
                  <a:pt x="2286000" y="809625"/>
                </a:lnTo>
                <a:lnTo>
                  <a:pt x="2276475" y="809625"/>
                </a:lnTo>
                <a:close/>
                <a:moveTo>
                  <a:pt x="38100" y="809625"/>
                </a:moveTo>
                <a:lnTo>
                  <a:pt x="47625" y="809625"/>
                </a:lnTo>
                <a:lnTo>
                  <a:pt x="47625" y="819150"/>
                </a:lnTo>
                <a:lnTo>
                  <a:pt x="38100" y="819150"/>
                </a:lnTo>
                <a:close/>
                <a:moveTo>
                  <a:pt x="971550" y="809625"/>
                </a:moveTo>
                <a:lnTo>
                  <a:pt x="981075" y="809625"/>
                </a:lnTo>
                <a:lnTo>
                  <a:pt x="981075" y="819150"/>
                </a:lnTo>
                <a:lnTo>
                  <a:pt x="971550" y="819150"/>
                </a:lnTo>
                <a:close/>
                <a:moveTo>
                  <a:pt x="0" y="819150"/>
                </a:moveTo>
                <a:lnTo>
                  <a:pt x="9525" y="819150"/>
                </a:lnTo>
                <a:lnTo>
                  <a:pt x="9525" y="838200"/>
                </a:lnTo>
                <a:lnTo>
                  <a:pt x="0" y="838200"/>
                </a:lnTo>
                <a:close/>
                <a:moveTo>
                  <a:pt x="28575" y="819150"/>
                </a:moveTo>
                <a:lnTo>
                  <a:pt x="38100" y="819150"/>
                </a:lnTo>
                <a:lnTo>
                  <a:pt x="38100" y="828675"/>
                </a:lnTo>
                <a:lnTo>
                  <a:pt x="28575" y="828675"/>
                </a:lnTo>
                <a:close/>
                <a:moveTo>
                  <a:pt x="47625" y="819150"/>
                </a:moveTo>
                <a:lnTo>
                  <a:pt x="57150" y="819150"/>
                </a:lnTo>
                <a:lnTo>
                  <a:pt x="57150" y="838200"/>
                </a:lnTo>
                <a:lnTo>
                  <a:pt x="47625" y="838200"/>
                </a:lnTo>
                <a:close/>
                <a:moveTo>
                  <a:pt x="1143000" y="819150"/>
                </a:moveTo>
                <a:lnTo>
                  <a:pt x="1152525" y="819150"/>
                </a:lnTo>
                <a:lnTo>
                  <a:pt x="1152525" y="828675"/>
                </a:lnTo>
                <a:lnTo>
                  <a:pt x="1143000" y="828675"/>
                </a:lnTo>
                <a:close/>
                <a:moveTo>
                  <a:pt x="1285875" y="819150"/>
                </a:moveTo>
                <a:lnTo>
                  <a:pt x="1295400" y="819150"/>
                </a:lnTo>
                <a:lnTo>
                  <a:pt x="1295400" y="828675"/>
                </a:lnTo>
                <a:lnTo>
                  <a:pt x="1285875" y="828675"/>
                </a:lnTo>
                <a:close/>
                <a:moveTo>
                  <a:pt x="1276350" y="828675"/>
                </a:moveTo>
                <a:lnTo>
                  <a:pt x="1285875" y="828675"/>
                </a:lnTo>
                <a:lnTo>
                  <a:pt x="1285875" y="847725"/>
                </a:lnTo>
                <a:lnTo>
                  <a:pt x="1266825" y="847725"/>
                </a:lnTo>
                <a:lnTo>
                  <a:pt x="1266825" y="838200"/>
                </a:lnTo>
                <a:lnTo>
                  <a:pt x="1276350" y="838200"/>
                </a:lnTo>
                <a:close/>
                <a:moveTo>
                  <a:pt x="2438400" y="828675"/>
                </a:moveTo>
                <a:lnTo>
                  <a:pt x="2457450" y="828675"/>
                </a:lnTo>
                <a:lnTo>
                  <a:pt x="2457450" y="847725"/>
                </a:lnTo>
                <a:lnTo>
                  <a:pt x="2438400" y="847725"/>
                </a:lnTo>
                <a:close/>
                <a:moveTo>
                  <a:pt x="561975" y="847725"/>
                </a:moveTo>
                <a:lnTo>
                  <a:pt x="571500" y="847725"/>
                </a:lnTo>
                <a:lnTo>
                  <a:pt x="571500" y="857250"/>
                </a:lnTo>
                <a:lnTo>
                  <a:pt x="561975" y="857250"/>
                </a:lnTo>
                <a:close/>
                <a:moveTo>
                  <a:pt x="2333625" y="857250"/>
                </a:moveTo>
                <a:lnTo>
                  <a:pt x="2343150" y="857250"/>
                </a:lnTo>
                <a:lnTo>
                  <a:pt x="2343150" y="866775"/>
                </a:lnTo>
                <a:lnTo>
                  <a:pt x="2333625" y="866775"/>
                </a:lnTo>
                <a:close/>
                <a:moveTo>
                  <a:pt x="1009650" y="876300"/>
                </a:moveTo>
                <a:lnTo>
                  <a:pt x="1019175" y="876300"/>
                </a:lnTo>
                <a:lnTo>
                  <a:pt x="1019175" y="885825"/>
                </a:lnTo>
                <a:lnTo>
                  <a:pt x="1009650" y="885825"/>
                </a:lnTo>
                <a:close/>
                <a:moveTo>
                  <a:pt x="2400300" y="876300"/>
                </a:moveTo>
                <a:lnTo>
                  <a:pt x="2409825" y="876300"/>
                </a:lnTo>
                <a:lnTo>
                  <a:pt x="2409825" y="885825"/>
                </a:lnTo>
                <a:lnTo>
                  <a:pt x="2419350" y="885825"/>
                </a:lnTo>
                <a:lnTo>
                  <a:pt x="2419350" y="904875"/>
                </a:lnTo>
                <a:lnTo>
                  <a:pt x="2400300" y="904875"/>
                </a:lnTo>
                <a:close/>
                <a:moveTo>
                  <a:pt x="2428875" y="876300"/>
                </a:moveTo>
                <a:lnTo>
                  <a:pt x="2457450" y="876300"/>
                </a:lnTo>
                <a:lnTo>
                  <a:pt x="2457450" y="914400"/>
                </a:lnTo>
                <a:lnTo>
                  <a:pt x="2447925" y="914400"/>
                </a:lnTo>
                <a:lnTo>
                  <a:pt x="2447925" y="904875"/>
                </a:lnTo>
                <a:lnTo>
                  <a:pt x="2438400" y="904875"/>
                </a:lnTo>
                <a:lnTo>
                  <a:pt x="2438400" y="895350"/>
                </a:lnTo>
                <a:lnTo>
                  <a:pt x="2428875" y="895350"/>
                </a:lnTo>
                <a:close/>
                <a:moveTo>
                  <a:pt x="1438275" y="885825"/>
                </a:moveTo>
                <a:lnTo>
                  <a:pt x="1447800" y="885825"/>
                </a:lnTo>
                <a:lnTo>
                  <a:pt x="1447800" y="895350"/>
                </a:lnTo>
                <a:lnTo>
                  <a:pt x="1438275" y="895350"/>
                </a:lnTo>
                <a:close/>
                <a:moveTo>
                  <a:pt x="2352675" y="885825"/>
                </a:moveTo>
                <a:lnTo>
                  <a:pt x="2362200" y="885825"/>
                </a:lnTo>
                <a:lnTo>
                  <a:pt x="2362200" y="895350"/>
                </a:lnTo>
                <a:lnTo>
                  <a:pt x="2381250" y="895350"/>
                </a:lnTo>
                <a:lnTo>
                  <a:pt x="2381250" y="904875"/>
                </a:lnTo>
                <a:lnTo>
                  <a:pt x="2390775" y="904875"/>
                </a:lnTo>
                <a:lnTo>
                  <a:pt x="2390775" y="914400"/>
                </a:lnTo>
                <a:lnTo>
                  <a:pt x="2343150" y="914400"/>
                </a:lnTo>
                <a:lnTo>
                  <a:pt x="2343150" y="904875"/>
                </a:lnTo>
                <a:lnTo>
                  <a:pt x="2352675" y="904875"/>
                </a:lnTo>
                <a:close/>
                <a:moveTo>
                  <a:pt x="1390650" y="895350"/>
                </a:moveTo>
                <a:lnTo>
                  <a:pt x="1400175" y="895350"/>
                </a:lnTo>
                <a:lnTo>
                  <a:pt x="1400175" y="904875"/>
                </a:lnTo>
                <a:lnTo>
                  <a:pt x="1390650" y="904875"/>
                </a:lnTo>
                <a:close/>
                <a:moveTo>
                  <a:pt x="2305050" y="895350"/>
                </a:moveTo>
                <a:lnTo>
                  <a:pt x="2314575" y="895350"/>
                </a:lnTo>
                <a:lnTo>
                  <a:pt x="2314575" y="904875"/>
                </a:lnTo>
                <a:lnTo>
                  <a:pt x="2324100" y="904875"/>
                </a:lnTo>
                <a:lnTo>
                  <a:pt x="2324100" y="942975"/>
                </a:lnTo>
                <a:lnTo>
                  <a:pt x="2333625" y="942975"/>
                </a:lnTo>
                <a:lnTo>
                  <a:pt x="2333625" y="981075"/>
                </a:lnTo>
                <a:lnTo>
                  <a:pt x="2314575" y="981075"/>
                </a:lnTo>
                <a:lnTo>
                  <a:pt x="2314575" y="952500"/>
                </a:lnTo>
                <a:lnTo>
                  <a:pt x="2305050" y="952500"/>
                </a:lnTo>
                <a:close/>
                <a:moveTo>
                  <a:pt x="19050" y="923925"/>
                </a:moveTo>
                <a:lnTo>
                  <a:pt x="28575" y="923925"/>
                </a:lnTo>
                <a:lnTo>
                  <a:pt x="28575" y="933450"/>
                </a:lnTo>
                <a:lnTo>
                  <a:pt x="19050" y="933450"/>
                </a:lnTo>
                <a:close/>
                <a:moveTo>
                  <a:pt x="1571625" y="923925"/>
                </a:moveTo>
                <a:lnTo>
                  <a:pt x="1581150" y="923925"/>
                </a:lnTo>
                <a:lnTo>
                  <a:pt x="1581150" y="933450"/>
                </a:lnTo>
                <a:lnTo>
                  <a:pt x="1571625" y="933450"/>
                </a:lnTo>
                <a:close/>
                <a:moveTo>
                  <a:pt x="0" y="933450"/>
                </a:moveTo>
                <a:lnTo>
                  <a:pt x="19050" y="933450"/>
                </a:lnTo>
                <a:lnTo>
                  <a:pt x="19050" y="942975"/>
                </a:lnTo>
                <a:lnTo>
                  <a:pt x="0" y="942975"/>
                </a:lnTo>
                <a:close/>
                <a:moveTo>
                  <a:pt x="1409700" y="933450"/>
                </a:moveTo>
                <a:lnTo>
                  <a:pt x="1419225" y="933450"/>
                </a:lnTo>
                <a:lnTo>
                  <a:pt x="1419225" y="942975"/>
                </a:lnTo>
                <a:lnTo>
                  <a:pt x="1409700" y="942975"/>
                </a:lnTo>
                <a:close/>
                <a:moveTo>
                  <a:pt x="2352675" y="933450"/>
                </a:moveTo>
                <a:lnTo>
                  <a:pt x="2362200" y="933450"/>
                </a:lnTo>
                <a:lnTo>
                  <a:pt x="2362200" y="942975"/>
                </a:lnTo>
                <a:lnTo>
                  <a:pt x="2371725" y="942975"/>
                </a:lnTo>
                <a:lnTo>
                  <a:pt x="2371725" y="962025"/>
                </a:lnTo>
                <a:lnTo>
                  <a:pt x="2381250" y="962025"/>
                </a:lnTo>
                <a:lnTo>
                  <a:pt x="2381250" y="971550"/>
                </a:lnTo>
                <a:lnTo>
                  <a:pt x="2371725" y="971550"/>
                </a:lnTo>
                <a:lnTo>
                  <a:pt x="2371725" y="990600"/>
                </a:lnTo>
                <a:lnTo>
                  <a:pt x="2352675" y="990600"/>
                </a:lnTo>
                <a:lnTo>
                  <a:pt x="2352675" y="1000125"/>
                </a:lnTo>
                <a:lnTo>
                  <a:pt x="2343150" y="1000125"/>
                </a:lnTo>
                <a:lnTo>
                  <a:pt x="2343150" y="981075"/>
                </a:lnTo>
                <a:lnTo>
                  <a:pt x="2352675" y="981075"/>
                </a:lnTo>
                <a:lnTo>
                  <a:pt x="2352675" y="952500"/>
                </a:lnTo>
                <a:lnTo>
                  <a:pt x="2343150" y="952500"/>
                </a:lnTo>
                <a:lnTo>
                  <a:pt x="2343150" y="942975"/>
                </a:lnTo>
                <a:lnTo>
                  <a:pt x="2352675" y="942975"/>
                </a:lnTo>
                <a:close/>
                <a:moveTo>
                  <a:pt x="2438400" y="933450"/>
                </a:moveTo>
                <a:lnTo>
                  <a:pt x="2457450" y="933450"/>
                </a:lnTo>
                <a:lnTo>
                  <a:pt x="2457450" y="952500"/>
                </a:lnTo>
                <a:lnTo>
                  <a:pt x="2447925" y="952500"/>
                </a:lnTo>
                <a:lnTo>
                  <a:pt x="2447925" y="962025"/>
                </a:lnTo>
                <a:lnTo>
                  <a:pt x="2438400" y="962025"/>
                </a:lnTo>
                <a:close/>
                <a:moveTo>
                  <a:pt x="1181100" y="942975"/>
                </a:moveTo>
                <a:lnTo>
                  <a:pt x="1200150" y="942975"/>
                </a:lnTo>
                <a:lnTo>
                  <a:pt x="1200150" y="952500"/>
                </a:lnTo>
                <a:lnTo>
                  <a:pt x="1190625" y="952500"/>
                </a:lnTo>
                <a:lnTo>
                  <a:pt x="1190625" y="971550"/>
                </a:lnTo>
                <a:lnTo>
                  <a:pt x="1181100" y="971550"/>
                </a:lnTo>
                <a:lnTo>
                  <a:pt x="1181100" y="962025"/>
                </a:lnTo>
                <a:lnTo>
                  <a:pt x="1162050" y="962025"/>
                </a:lnTo>
                <a:lnTo>
                  <a:pt x="1162050" y="952500"/>
                </a:lnTo>
                <a:lnTo>
                  <a:pt x="1181100" y="952500"/>
                </a:lnTo>
                <a:close/>
                <a:moveTo>
                  <a:pt x="2209800" y="942975"/>
                </a:moveTo>
                <a:lnTo>
                  <a:pt x="2219325" y="942975"/>
                </a:lnTo>
                <a:lnTo>
                  <a:pt x="2219325" y="952500"/>
                </a:lnTo>
                <a:lnTo>
                  <a:pt x="2209800" y="952500"/>
                </a:lnTo>
                <a:close/>
                <a:moveTo>
                  <a:pt x="2238375" y="942975"/>
                </a:moveTo>
                <a:lnTo>
                  <a:pt x="2276475" y="942975"/>
                </a:lnTo>
                <a:lnTo>
                  <a:pt x="2276475" y="952500"/>
                </a:lnTo>
                <a:lnTo>
                  <a:pt x="2286000" y="952500"/>
                </a:lnTo>
                <a:lnTo>
                  <a:pt x="2286000" y="962025"/>
                </a:lnTo>
                <a:lnTo>
                  <a:pt x="2295525" y="962025"/>
                </a:lnTo>
                <a:lnTo>
                  <a:pt x="2295525" y="971550"/>
                </a:lnTo>
                <a:lnTo>
                  <a:pt x="2305050" y="971550"/>
                </a:lnTo>
                <a:lnTo>
                  <a:pt x="2305050" y="981075"/>
                </a:lnTo>
                <a:lnTo>
                  <a:pt x="2295525" y="981075"/>
                </a:lnTo>
                <a:lnTo>
                  <a:pt x="2295525" y="1009650"/>
                </a:lnTo>
                <a:lnTo>
                  <a:pt x="2314575" y="1009650"/>
                </a:lnTo>
                <a:lnTo>
                  <a:pt x="2314575" y="1028700"/>
                </a:lnTo>
                <a:lnTo>
                  <a:pt x="2305050" y="1028700"/>
                </a:lnTo>
                <a:lnTo>
                  <a:pt x="2305050" y="1038225"/>
                </a:lnTo>
                <a:lnTo>
                  <a:pt x="2314575" y="1038225"/>
                </a:lnTo>
                <a:lnTo>
                  <a:pt x="2314575" y="1047750"/>
                </a:lnTo>
                <a:lnTo>
                  <a:pt x="2266950" y="1047750"/>
                </a:lnTo>
                <a:lnTo>
                  <a:pt x="2266950" y="1038225"/>
                </a:lnTo>
                <a:lnTo>
                  <a:pt x="2257425" y="1038225"/>
                </a:lnTo>
                <a:lnTo>
                  <a:pt x="2257425" y="1000125"/>
                </a:lnTo>
                <a:lnTo>
                  <a:pt x="2266950" y="1000125"/>
                </a:lnTo>
                <a:lnTo>
                  <a:pt x="2266950" y="990600"/>
                </a:lnTo>
                <a:lnTo>
                  <a:pt x="2276475" y="990600"/>
                </a:lnTo>
                <a:lnTo>
                  <a:pt x="2276475" y="971550"/>
                </a:lnTo>
                <a:lnTo>
                  <a:pt x="2257425" y="971550"/>
                </a:lnTo>
                <a:lnTo>
                  <a:pt x="2257425" y="962025"/>
                </a:lnTo>
                <a:lnTo>
                  <a:pt x="2238375" y="962025"/>
                </a:lnTo>
                <a:close/>
                <a:moveTo>
                  <a:pt x="904875" y="952500"/>
                </a:moveTo>
                <a:lnTo>
                  <a:pt x="914400" y="952500"/>
                </a:lnTo>
                <a:lnTo>
                  <a:pt x="914400" y="962025"/>
                </a:lnTo>
                <a:lnTo>
                  <a:pt x="904875" y="962025"/>
                </a:lnTo>
                <a:close/>
                <a:moveTo>
                  <a:pt x="1581150" y="952500"/>
                </a:moveTo>
                <a:lnTo>
                  <a:pt x="1590675" y="952500"/>
                </a:lnTo>
                <a:lnTo>
                  <a:pt x="1590675" y="962025"/>
                </a:lnTo>
                <a:lnTo>
                  <a:pt x="1581150" y="962025"/>
                </a:lnTo>
                <a:close/>
                <a:moveTo>
                  <a:pt x="895350" y="962025"/>
                </a:moveTo>
                <a:lnTo>
                  <a:pt x="904875" y="962025"/>
                </a:lnTo>
                <a:lnTo>
                  <a:pt x="904875" y="971550"/>
                </a:lnTo>
                <a:lnTo>
                  <a:pt x="895350" y="971550"/>
                </a:lnTo>
                <a:close/>
                <a:moveTo>
                  <a:pt x="1085850" y="962025"/>
                </a:moveTo>
                <a:lnTo>
                  <a:pt x="1095375" y="962025"/>
                </a:lnTo>
                <a:lnTo>
                  <a:pt x="1095375" y="971550"/>
                </a:lnTo>
                <a:lnTo>
                  <a:pt x="1085850" y="971550"/>
                </a:lnTo>
                <a:close/>
                <a:moveTo>
                  <a:pt x="1200150" y="962025"/>
                </a:moveTo>
                <a:lnTo>
                  <a:pt x="1228725" y="962025"/>
                </a:lnTo>
                <a:lnTo>
                  <a:pt x="1228725" y="971550"/>
                </a:lnTo>
                <a:lnTo>
                  <a:pt x="1209675" y="971550"/>
                </a:lnTo>
                <a:lnTo>
                  <a:pt x="1209675" y="990600"/>
                </a:lnTo>
                <a:lnTo>
                  <a:pt x="1200150" y="990600"/>
                </a:lnTo>
                <a:lnTo>
                  <a:pt x="1200150" y="981075"/>
                </a:lnTo>
                <a:lnTo>
                  <a:pt x="1190625" y="981075"/>
                </a:lnTo>
                <a:lnTo>
                  <a:pt x="1190625" y="971550"/>
                </a:lnTo>
                <a:lnTo>
                  <a:pt x="1200150" y="971550"/>
                </a:lnTo>
                <a:close/>
                <a:moveTo>
                  <a:pt x="1276350" y="962025"/>
                </a:moveTo>
                <a:lnTo>
                  <a:pt x="1285875" y="962025"/>
                </a:lnTo>
                <a:lnTo>
                  <a:pt x="1285875" y="971550"/>
                </a:lnTo>
                <a:lnTo>
                  <a:pt x="1276350" y="971550"/>
                </a:lnTo>
                <a:close/>
                <a:moveTo>
                  <a:pt x="1257300" y="971550"/>
                </a:moveTo>
                <a:lnTo>
                  <a:pt x="1266825" y="971550"/>
                </a:lnTo>
                <a:lnTo>
                  <a:pt x="1266825" y="981075"/>
                </a:lnTo>
                <a:lnTo>
                  <a:pt x="1257300" y="981075"/>
                </a:lnTo>
                <a:close/>
                <a:moveTo>
                  <a:pt x="1285875" y="971550"/>
                </a:moveTo>
                <a:lnTo>
                  <a:pt x="1295400" y="971550"/>
                </a:lnTo>
                <a:lnTo>
                  <a:pt x="1295400" y="981075"/>
                </a:lnTo>
                <a:lnTo>
                  <a:pt x="1285875" y="981075"/>
                </a:lnTo>
                <a:close/>
                <a:moveTo>
                  <a:pt x="1504950" y="971550"/>
                </a:moveTo>
                <a:lnTo>
                  <a:pt x="1514475" y="971550"/>
                </a:lnTo>
                <a:lnTo>
                  <a:pt x="1514475" y="990600"/>
                </a:lnTo>
                <a:lnTo>
                  <a:pt x="1504950" y="990600"/>
                </a:lnTo>
                <a:close/>
                <a:moveTo>
                  <a:pt x="2162175" y="971550"/>
                </a:moveTo>
                <a:lnTo>
                  <a:pt x="2171700" y="971550"/>
                </a:lnTo>
                <a:lnTo>
                  <a:pt x="2171700" y="981075"/>
                </a:lnTo>
                <a:lnTo>
                  <a:pt x="2162175" y="981075"/>
                </a:lnTo>
                <a:close/>
                <a:moveTo>
                  <a:pt x="2152650" y="981075"/>
                </a:moveTo>
                <a:lnTo>
                  <a:pt x="2162175" y="981075"/>
                </a:lnTo>
                <a:lnTo>
                  <a:pt x="2162175" y="990600"/>
                </a:lnTo>
                <a:lnTo>
                  <a:pt x="2152650" y="990600"/>
                </a:lnTo>
                <a:close/>
                <a:moveTo>
                  <a:pt x="2400300" y="981075"/>
                </a:moveTo>
                <a:lnTo>
                  <a:pt x="2409825" y="981075"/>
                </a:lnTo>
                <a:lnTo>
                  <a:pt x="2409825" y="990600"/>
                </a:lnTo>
                <a:lnTo>
                  <a:pt x="2400300" y="990600"/>
                </a:lnTo>
                <a:close/>
                <a:moveTo>
                  <a:pt x="2447925" y="981075"/>
                </a:moveTo>
                <a:lnTo>
                  <a:pt x="2457450" y="981075"/>
                </a:lnTo>
                <a:lnTo>
                  <a:pt x="2457450" y="1028700"/>
                </a:lnTo>
                <a:lnTo>
                  <a:pt x="2447925" y="1028700"/>
                </a:lnTo>
                <a:lnTo>
                  <a:pt x="2447925" y="1019175"/>
                </a:lnTo>
                <a:lnTo>
                  <a:pt x="2438400" y="1019175"/>
                </a:lnTo>
                <a:lnTo>
                  <a:pt x="2438400" y="990600"/>
                </a:lnTo>
                <a:lnTo>
                  <a:pt x="2447925" y="990600"/>
                </a:lnTo>
                <a:close/>
                <a:moveTo>
                  <a:pt x="1209675" y="990600"/>
                </a:moveTo>
                <a:lnTo>
                  <a:pt x="1219200" y="990600"/>
                </a:lnTo>
                <a:lnTo>
                  <a:pt x="1219200" y="1000125"/>
                </a:lnTo>
                <a:lnTo>
                  <a:pt x="1209675" y="1000125"/>
                </a:lnTo>
                <a:close/>
                <a:moveTo>
                  <a:pt x="1257300" y="990600"/>
                </a:moveTo>
                <a:lnTo>
                  <a:pt x="1266825" y="990600"/>
                </a:lnTo>
                <a:lnTo>
                  <a:pt x="1266825" y="1009650"/>
                </a:lnTo>
                <a:lnTo>
                  <a:pt x="1276350" y="1009650"/>
                </a:lnTo>
                <a:lnTo>
                  <a:pt x="1276350" y="1019175"/>
                </a:lnTo>
                <a:lnTo>
                  <a:pt x="1257300" y="1019175"/>
                </a:lnTo>
                <a:close/>
                <a:moveTo>
                  <a:pt x="1485900" y="990600"/>
                </a:moveTo>
                <a:lnTo>
                  <a:pt x="1495425" y="990600"/>
                </a:lnTo>
                <a:lnTo>
                  <a:pt x="1495425" y="1000125"/>
                </a:lnTo>
                <a:lnTo>
                  <a:pt x="1485900" y="1000125"/>
                </a:lnTo>
                <a:close/>
                <a:moveTo>
                  <a:pt x="1638300" y="990600"/>
                </a:moveTo>
                <a:lnTo>
                  <a:pt x="1647825" y="990600"/>
                </a:lnTo>
                <a:lnTo>
                  <a:pt x="1647825" y="1000125"/>
                </a:lnTo>
                <a:lnTo>
                  <a:pt x="1638300" y="1000125"/>
                </a:lnTo>
                <a:close/>
                <a:moveTo>
                  <a:pt x="0" y="1000125"/>
                </a:moveTo>
                <a:lnTo>
                  <a:pt x="19050" y="1000125"/>
                </a:lnTo>
                <a:lnTo>
                  <a:pt x="19050" y="1009650"/>
                </a:lnTo>
                <a:lnTo>
                  <a:pt x="0" y="1009650"/>
                </a:lnTo>
                <a:close/>
                <a:moveTo>
                  <a:pt x="1219200" y="1000125"/>
                </a:moveTo>
                <a:lnTo>
                  <a:pt x="1228725" y="1000125"/>
                </a:lnTo>
                <a:lnTo>
                  <a:pt x="1228725" y="1009650"/>
                </a:lnTo>
                <a:lnTo>
                  <a:pt x="1219200" y="1009650"/>
                </a:lnTo>
                <a:close/>
                <a:moveTo>
                  <a:pt x="1438275" y="1000125"/>
                </a:moveTo>
                <a:lnTo>
                  <a:pt x="1447800" y="1000125"/>
                </a:lnTo>
                <a:lnTo>
                  <a:pt x="1447800" y="1019175"/>
                </a:lnTo>
                <a:lnTo>
                  <a:pt x="1438275" y="1019175"/>
                </a:lnTo>
                <a:close/>
                <a:moveTo>
                  <a:pt x="2095500" y="1000125"/>
                </a:moveTo>
                <a:lnTo>
                  <a:pt x="2105025" y="1000125"/>
                </a:lnTo>
                <a:lnTo>
                  <a:pt x="2105025" y="1009650"/>
                </a:lnTo>
                <a:lnTo>
                  <a:pt x="2095500" y="1009650"/>
                </a:lnTo>
                <a:close/>
                <a:moveTo>
                  <a:pt x="28575" y="1009650"/>
                </a:moveTo>
                <a:lnTo>
                  <a:pt x="38100" y="1009650"/>
                </a:lnTo>
                <a:lnTo>
                  <a:pt x="38100" y="1019175"/>
                </a:lnTo>
                <a:lnTo>
                  <a:pt x="28575" y="1019175"/>
                </a:lnTo>
                <a:close/>
                <a:moveTo>
                  <a:pt x="1666875" y="1009650"/>
                </a:moveTo>
                <a:lnTo>
                  <a:pt x="1676400" y="1009650"/>
                </a:lnTo>
                <a:lnTo>
                  <a:pt x="1676400" y="1019175"/>
                </a:lnTo>
                <a:lnTo>
                  <a:pt x="1666875" y="1019175"/>
                </a:lnTo>
                <a:close/>
                <a:moveTo>
                  <a:pt x="2209800" y="1009650"/>
                </a:moveTo>
                <a:lnTo>
                  <a:pt x="2219325" y="1009650"/>
                </a:lnTo>
                <a:lnTo>
                  <a:pt x="2219325" y="1028700"/>
                </a:lnTo>
                <a:lnTo>
                  <a:pt x="2200275" y="1028700"/>
                </a:lnTo>
                <a:lnTo>
                  <a:pt x="2200275" y="1019175"/>
                </a:lnTo>
                <a:lnTo>
                  <a:pt x="2209800" y="1019175"/>
                </a:lnTo>
                <a:close/>
                <a:moveTo>
                  <a:pt x="1047750" y="1019175"/>
                </a:moveTo>
                <a:lnTo>
                  <a:pt x="1057275" y="1019175"/>
                </a:lnTo>
                <a:lnTo>
                  <a:pt x="1057275" y="1028700"/>
                </a:lnTo>
                <a:lnTo>
                  <a:pt x="1047750" y="1028700"/>
                </a:lnTo>
                <a:close/>
                <a:moveTo>
                  <a:pt x="1247775" y="1019175"/>
                </a:moveTo>
                <a:lnTo>
                  <a:pt x="1257300" y="1019175"/>
                </a:lnTo>
                <a:lnTo>
                  <a:pt x="1257300" y="1038225"/>
                </a:lnTo>
                <a:lnTo>
                  <a:pt x="1247775" y="1038225"/>
                </a:lnTo>
                <a:close/>
                <a:moveTo>
                  <a:pt x="1447800" y="1028700"/>
                </a:moveTo>
                <a:lnTo>
                  <a:pt x="1457325" y="1028700"/>
                </a:lnTo>
                <a:lnTo>
                  <a:pt x="1457325" y="1038225"/>
                </a:lnTo>
                <a:lnTo>
                  <a:pt x="1447800" y="1038225"/>
                </a:lnTo>
                <a:close/>
                <a:moveTo>
                  <a:pt x="2390775" y="1028700"/>
                </a:moveTo>
                <a:lnTo>
                  <a:pt x="2419350" y="1028700"/>
                </a:lnTo>
                <a:lnTo>
                  <a:pt x="2419350" y="1038225"/>
                </a:lnTo>
                <a:lnTo>
                  <a:pt x="2409825" y="1038225"/>
                </a:lnTo>
                <a:lnTo>
                  <a:pt x="2409825" y="1057275"/>
                </a:lnTo>
                <a:lnTo>
                  <a:pt x="2390775" y="1057275"/>
                </a:lnTo>
                <a:lnTo>
                  <a:pt x="2390775" y="1047750"/>
                </a:lnTo>
                <a:lnTo>
                  <a:pt x="2381250" y="1047750"/>
                </a:lnTo>
                <a:lnTo>
                  <a:pt x="2381250" y="1038225"/>
                </a:lnTo>
                <a:lnTo>
                  <a:pt x="2390775" y="1038225"/>
                </a:lnTo>
                <a:close/>
                <a:moveTo>
                  <a:pt x="1019175" y="1038225"/>
                </a:moveTo>
                <a:lnTo>
                  <a:pt x="1028700" y="1038225"/>
                </a:lnTo>
                <a:lnTo>
                  <a:pt x="1028700" y="1047750"/>
                </a:lnTo>
                <a:lnTo>
                  <a:pt x="1019175" y="1047750"/>
                </a:lnTo>
                <a:close/>
                <a:moveTo>
                  <a:pt x="2057400" y="1038225"/>
                </a:moveTo>
                <a:lnTo>
                  <a:pt x="2066925" y="1038225"/>
                </a:lnTo>
                <a:lnTo>
                  <a:pt x="2066925" y="1047750"/>
                </a:lnTo>
                <a:lnTo>
                  <a:pt x="2076450" y="1047750"/>
                </a:lnTo>
                <a:lnTo>
                  <a:pt x="2076450" y="1038225"/>
                </a:lnTo>
                <a:lnTo>
                  <a:pt x="2085975" y="1038225"/>
                </a:lnTo>
                <a:lnTo>
                  <a:pt x="2085975" y="1057275"/>
                </a:lnTo>
                <a:lnTo>
                  <a:pt x="2066925" y="1057275"/>
                </a:lnTo>
                <a:lnTo>
                  <a:pt x="2066925" y="1095375"/>
                </a:lnTo>
                <a:lnTo>
                  <a:pt x="2057400" y="1095375"/>
                </a:lnTo>
                <a:lnTo>
                  <a:pt x="2057400" y="1076325"/>
                </a:lnTo>
                <a:lnTo>
                  <a:pt x="2038350" y="1076325"/>
                </a:lnTo>
                <a:lnTo>
                  <a:pt x="2038350" y="1047750"/>
                </a:lnTo>
                <a:lnTo>
                  <a:pt x="2057400" y="1047750"/>
                </a:lnTo>
                <a:close/>
                <a:moveTo>
                  <a:pt x="2343150" y="1038225"/>
                </a:moveTo>
                <a:lnTo>
                  <a:pt x="2352675" y="1038225"/>
                </a:lnTo>
                <a:lnTo>
                  <a:pt x="2352675" y="1047750"/>
                </a:lnTo>
                <a:lnTo>
                  <a:pt x="2362200" y="1047750"/>
                </a:lnTo>
                <a:lnTo>
                  <a:pt x="2362200" y="1057275"/>
                </a:lnTo>
                <a:lnTo>
                  <a:pt x="2343150" y="1057275"/>
                </a:lnTo>
                <a:close/>
                <a:moveTo>
                  <a:pt x="2438400" y="1038225"/>
                </a:moveTo>
                <a:lnTo>
                  <a:pt x="2447925" y="1038225"/>
                </a:lnTo>
                <a:lnTo>
                  <a:pt x="2447925" y="1047750"/>
                </a:lnTo>
                <a:lnTo>
                  <a:pt x="2457450" y="1047750"/>
                </a:lnTo>
                <a:lnTo>
                  <a:pt x="2457450" y="1104900"/>
                </a:lnTo>
                <a:lnTo>
                  <a:pt x="2447925" y="1104900"/>
                </a:lnTo>
                <a:lnTo>
                  <a:pt x="2447925" y="1066800"/>
                </a:lnTo>
                <a:lnTo>
                  <a:pt x="2438400" y="1066800"/>
                </a:lnTo>
                <a:lnTo>
                  <a:pt x="2438400" y="1057275"/>
                </a:lnTo>
                <a:lnTo>
                  <a:pt x="2428875" y="1057275"/>
                </a:lnTo>
                <a:lnTo>
                  <a:pt x="2428875" y="1047750"/>
                </a:lnTo>
                <a:lnTo>
                  <a:pt x="2438400" y="1047750"/>
                </a:lnTo>
                <a:close/>
                <a:moveTo>
                  <a:pt x="1009650" y="1047750"/>
                </a:moveTo>
                <a:lnTo>
                  <a:pt x="1019175" y="1047750"/>
                </a:lnTo>
                <a:lnTo>
                  <a:pt x="1019175" y="1066800"/>
                </a:lnTo>
                <a:lnTo>
                  <a:pt x="1028700" y="1066800"/>
                </a:lnTo>
                <a:lnTo>
                  <a:pt x="1028700" y="1076325"/>
                </a:lnTo>
                <a:lnTo>
                  <a:pt x="1009650" y="1076325"/>
                </a:lnTo>
                <a:lnTo>
                  <a:pt x="1009650" y="1066800"/>
                </a:lnTo>
                <a:lnTo>
                  <a:pt x="1000125" y="1066800"/>
                </a:lnTo>
                <a:lnTo>
                  <a:pt x="1000125" y="1057275"/>
                </a:lnTo>
                <a:lnTo>
                  <a:pt x="1009650" y="1057275"/>
                </a:lnTo>
                <a:close/>
                <a:moveTo>
                  <a:pt x="1504950" y="1047750"/>
                </a:moveTo>
                <a:lnTo>
                  <a:pt x="1514475" y="1047750"/>
                </a:lnTo>
                <a:lnTo>
                  <a:pt x="1514475" y="1057275"/>
                </a:lnTo>
                <a:lnTo>
                  <a:pt x="1504950" y="1057275"/>
                </a:lnTo>
                <a:close/>
                <a:moveTo>
                  <a:pt x="1971675" y="1047750"/>
                </a:moveTo>
                <a:lnTo>
                  <a:pt x="1981200" y="1047750"/>
                </a:lnTo>
                <a:lnTo>
                  <a:pt x="1981200" y="1066800"/>
                </a:lnTo>
                <a:lnTo>
                  <a:pt x="2000250" y="1066800"/>
                </a:lnTo>
                <a:lnTo>
                  <a:pt x="2000250" y="1095375"/>
                </a:lnTo>
                <a:lnTo>
                  <a:pt x="1990725" y="1095375"/>
                </a:lnTo>
                <a:lnTo>
                  <a:pt x="1990725" y="1085850"/>
                </a:lnTo>
                <a:lnTo>
                  <a:pt x="1981200" y="1085850"/>
                </a:lnTo>
                <a:lnTo>
                  <a:pt x="1981200" y="1104900"/>
                </a:lnTo>
                <a:lnTo>
                  <a:pt x="1971675" y="1104900"/>
                </a:lnTo>
                <a:close/>
                <a:moveTo>
                  <a:pt x="190500" y="1057275"/>
                </a:moveTo>
                <a:lnTo>
                  <a:pt x="209550" y="1057275"/>
                </a:lnTo>
                <a:lnTo>
                  <a:pt x="209550" y="1066800"/>
                </a:lnTo>
                <a:lnTo>
                  <a:pt x="190500" y="1066800"/>
                </a:lnTo>
                <a:close/>
                <a:moveTo>
                  <a:pt x="542925" y="1057275"/>
                </a:moveTo>
                <a:lnTo>
                  <a:pt x="561975" y="1057275"/>
                </a:lnTo>
                <a:lnTo>
                  <a:pt x="561975" y="1066800"/>
                </a:lnTo>
                <a:lnTo>
                  <a:pt x="542925" y="1066800"/>
                </a:lnTo>
                <a:close/>
                <a:moveTo>
                  <a:pt x="1066800" y="1057275"/>
                </a:moveTo>
                <a:lnTo>
                  <a:pt x="1085850" y="1057275"/>
                </a:lnTo>
                <a:lnTo>
                  <a:pt x="1085850" y="1076325"/>
                </a:lnTo>
                <a:lnTo>
                  <a:pt x="1076325" y="1076325"/>
                </a:lnTo>
                <a:lnTo>
                  <a:pt x="1076325" y="1066800"/>
                </a:lnTo>
                <a:lnTo>
                  <a:pt x="1066800" y="1066800"/>
                </a:lnTo>
                <a:close/>
                <a:moveTo>
                  <a:pt x="2133600" y="1057275"/>
                </a:moveTo>
                <a:lnTo>
                  <a:pt x="2143125" y="1057275"/>
                </a:lnTo>
                <a:lnTo>
                  <a:pt x="2143125" y="1076325"/>
                </a:lnTo>
                <a:lnTo>
                  <a:pt x="2133600" y="1076325"/>
                </a:lnTo>
                <a:lnTo>
                  <a:pt x="2133600" y="1085850"/>
                </a:lnTo>
                <a:lnTo>
                  <a:pt x="2114550" y="1085850"/>
                </a:lnTo>
                <a:lnTo>
                  <a:pt x="2114550" y="1095375"/>
                </a:lnTo>
                <a:lnTo>
                  <a:pt x="2105025" y="1095375"/>
                </a:lnTo>
                <a:lnTo>
                  <a:pt x="2105025" y="1066800"/>
                </a:lnTo>
                <a:lnTo>
                  <a:pt x="2133600" y="1066800"/>
                </a:lnTo>
                <a:close/>
                <a:moveTo>
                  <a:pt x="57150" y="1066800"/>
                </a:moveTo>
                <a:lnTo>
                  <a:pt x="76200" y="1066800"/>
                </a:lnTo>
                <a:lnTo>
                  <a:pt x="76200" y="1076325"/>
                </a:lnTo>
                <a:lnTo>
                  <a:pt x="66675" y="1076325"/>
                </a:lnTo>
                <a:lnTo>
                  <a:pt x="66675" y="1085850"/>
                </a:lnTo>
                <a:lnTo>
                  <a:pt x="104775" y="1085850"/>
                </a:lnTo>
                <a:lnTo>
                  <a:pt x="104775" y="1095375"/>
                </a:lnTo>
                <a:lnTo>
                  <a:pt x="123825" y="1095375"/>
                </a:lnTo>
                <a:lnTo>
                  <a:pt x="123825" y="1114425"/>
                </a:lnTo>
                <a:lnTo>
                  <a:pt x="114300" y="1114425"/>
                </a:lnTo>
                <a:lnTo>
                  <a:pt x="114300" y="1104900"/>
                </a:lnTo>
                <a:lnTo>
                  <a:pt x="104775" y="1104900"/>
                </a:lnTo>
                <a:lnTo>
                  <a:pt x="104775" y="1114425"/>
                </a:lnTo>
                <a:lnTo>
                  <a:pt x="95250" y="1114425"/>
                </a:lnTo>
                <a:lnTo>
                  <a:pt x="95250" y="1104900"/>
                </a:lnTo>
                <a:lnTo>
                  <a:pt x="76200" y="1104900"/>
                </a:lnTo>
                <a:lnTo>
                  <a:pt x="76200" y="1114425"/>
                </a:lnTo>
                <a:lnTo>
                  <a:pt x="57150" y="1114425"/>
                </a:lnTo>
                <a:close/>
                <a:moveTo>
                  <a:pt x="247650" y="1066800"/>
                </a:moveTo>
                <a:lnTo>
                  <a:pt x="257175" y="1066800"/>
                </a:lnTo>
                <a:lnTo>
                  <a:pt x="257175" y="1076325"/>
                </a:lnTo>
                <a:lnTo>
                  <a:pt x="247650" y="1076325"/>
                </a:lnTo>
                <a:close/>
                <a:moveTo>
                  <a:pt x="1543050" y="1066800"/>
                </a:moveTo>
                <a:lnTo>
                  <a:pt x="1552575" y="1066800"/>
                </a:lnTo>
                <a:lnTo>
                  <a:pt x="1552575" y="1085850"/>
                </a:lnTo>
                <a:lnTo>
                  <a:pt x="1543050" y="1085850"/>
                </a:lnTo>
                <a:close/>
                <a:moveTo>
                  <a:pt x="1038225" y="1076325"/>
                </a:moveTo>
                <a:lnTo>
                  <a:pt x="1047750" y="1076325"/>
                </a:lnTo>
                <a:lnTo>
                  <a:pt x="1047750" y="1085850"/>
                </a:lnTo>
                <a:lnTo>
                  <a:pt x="1038225" y="1085850"/>
                </a:lnTo>
                <a:close/>
                <a:moveTo>
                  <a:pt x="1209675" y="1076325"/>
                </a:moveTo>
                <a:lnTo>
                  <a:pt x="1219200" y="1076325"/>
                </a:lnTo>
                <a:lnTo>
                  <a:pt x="1219200" y="1085850"/>
                </a:lnTo>
                <a:lnTo>
                  <a:pt x="1209675" y="1085850"/>
                </a:lnTo>
                <a:close/>
                <a:moveTo>
                  <a:pt x="381000" y="1085850"/>
                </a:moveTo>
                <a:lnTo>
                  <a:pt x="390525" y="1085850"/>
                </a:lnTo>
                <a:lnTo>
                  <a:pt x="390525" y="1095375"/>
                </a:lnTo>
                <a:lnTo>
                  <a:pt x="381000" y="1095375"/>
                </a:lnTo>
                <a:close/>
                <a:moveTo>
                  <a:pt x="1009650" y="1085850"/>
                </a:moveTo>
                <a:lnTo>
                  <a:pt x="1038225" y="1085850"/>
                </a:lnTo>
                <a:lnTo>
                  <a:pt x="1038225" y="1095375"/>
                </a:lnTo>
                <a:lnTo>
                  <a:pt x="1009650" y="1095375"/>
                </a:lnTo>
                <a:close/>
                <a:moveTo>
                  <a:pt x="1200150" y="1085850"/>
                </a:moveTo>
                <a:lnTo>
                  <a:pt x="1209675" y="1085850"/>
                </a:lnTo>
                <a:lnTo>
                  <a:pt x="1209675" y="1095375"/>
                </a:lnTo>
                <a:lnTo>
                  <a:pt x="1200150" y="1095375"/>
                </a:lnTo>
                <a:close/>
                <a:moveTo>
                  <a:pt x="1524000" y="1085850"/>
                </a:moveTo>
                <a:lnTo>
                  <a:pt x="1533525" y="1085850"/>
                </a:lnTo>
                <a:lnTo>
                  <a:pt x="1533525" y="1095375"/>
                </a:lnTo>
                <a:lnTo>
                  <a:pt x="1524000" y="1095375"/>
                </a:lnTo>
                <a:close/>
                <a:moveTo>
                  <a:pt x="2038350" y="1085850"/>
                </a:moveTo>
                <a:lnTo>
                  <a:pt x="2047875" y="1085850"/>
                </a:lnTo>
                <a:lnTo>
                  <a:pt x="2047875" y="1114425"/>
                </a:lnTo>
                <a:lnTo>
                  <a:pt x="2038350" y="1114425"/>
                </a:lnTo>
                <a:close/>
                <a:moveTo>
                  <a:pt x="2266950" y="1085850"/>
                </a:moveTo>
                <a:lnTo>
                  <a:pt x="2276475" y="1085850"/>
                </a:lnTo>
                <a:lnTo>
                  <a:pt x="2276475" y="1104900"/>
                </a:lnTo>
                <a:lnTo>
                  <a:pt x="2266950" y="1104900"/>
                </a:lnTo>
                <a:close/>
                <a:moveTo>
                  <a:pt x="990600" y="1095375"/>
                </a:moveTo>
                <a:lnTo>
                  <a:pt x="1000125" y="1095375"/>
                </a:lnTo>
                <a:lnTo>
                  <a:pt x="1000125" y="1104900"/>
                </a:lnTo>
                <a:lnTo>
                  <a:pt x="990600" y="1104900"/>
                </a:lnTo>
                <a:close/>
                <a:moveTo>
                  <a:pt x="2324100" y="1095375"/>
                </a:moveTo>
                <a:lnTo>
                  <a:pt x="2333625" y="1095375"/>
                </a:lnTo>
                <a:lnTo>
                  <a:pt x="2333625" y="1114425"/>
                </a:lnTo>
                <a:lnTo>
                  <a:pt x="2343150" y="1114425"/>
                </a:lnTo>
                <a:lnTo>
                  <a:pt x="2343150" y="1133475"/>
                </a:lnTo>
                <a:lnTo>
                  <a:pt x="2333625" y="1133475"/>
                </a:lnTo>
                <a:lnTo>
                  <a:pt x="2333625" y="1143000"/>
                </a:lnTo>
                <a:lnTo>
                  <a:pt x="2314575" y="1143000"/>
                </a:lnTo>
                <a:lnTo>
                  <a:pt x="2314575" y="1133475"/>
                </a:lnTo>
                <a:lnTo>
                  <a:pt x="2305050" y="1133475"/>
                </a:lnTo>
                <a:lnTo>
                  <a:pt x="2305050" y="1114425"/>
                </a:lnTo>
                <a:lnTo>
                  <a:pt x="2314575" y="1114425"/>
                </a:lnTo>
                <a:lnTo>
                  <a:pt x="2314575" y="1104900"/>
                </a:lnTo>
                <a:lnTo>
                  <a:pt x="2324100" y="1104900"/>
                </a:lnTo>
                <a:close/>
                <a:moveTo>
                  <a:pt x="400050" y="1104900"/>
                </a:moveTo>
                <a:lnTo>
                  <a:pt x="409575" y="1104900"/>
                </a:lnTo>
                <a:lnTo>
                  <a:pt x="409575" y="1114425"/>
                </a:lnTo>
                <a:lnTo>
                  <a:pt x="400050" y="1114425"/>
                </a:lnTo>
                <a:close/>
                <a:moveTo>
                  <a:pt x="1047750" y="1104900"/>
                </a:moveTo>
                <a:lnTo>
                  <a:pt x="1066800" y="1104900"/>
                </a:lnTo>
                <a:lnTo>
                  <a:pt x="1066800" y="1114425"/>
                </a:lnTo>
                <a:lnTo>
                  <a:pt x="1095375" y="1114425"/>
                </a:lnTo>
                <a:lnTo>
                  <a:pt x="1095375" y="1123950"/>
                </a:lnTo>
                <a:lnTo>
                  <a:pt x="1104900" y="1123950"/>
                </a:lnTo>
                <a:lnTo>
                  <a:pt x="1104900" y="1114425"/>
                </a:lnTo>
                <a:lnTo>
                  <a:pt x="1114425" y="1114425"/>
                </a:lnTo>
                <a:lnTo>
                  <a:pt x="1114425" y="1123950"/>
                </a:lnTo>
                <a:lnTo>
                  <a:pt x="1104900" y="1123950"/>
                </a:lnTo>
                <a:lnTo>
                  <a:pt x="1104900" y="1133475"/>
                </a:lnTo>
                <a:lnTo>
                  <a:pt x="1085850" y="1133475"/>
                </a:lnTo>
                <a:lnTo>
                  <a:pt x="1085850" y="1143000"/>
                </a:lnTo>
                <a:lnTo>
                  <a:pt x="1076325" y="1143000"/>
                </a:lnTo>
                <a:lnTo>
                  <a:pt x="1076325" y="1133475"/>
                </a:lnTo>
                <a:lnTo>
                  <a:pt x="1066800" y="1133475"/>
                </a:lnTo>
                <a:lnTo>
                  <a:pt x="1066800" y="1123950"/>
                </a:lnTo>
                <a:lnTo>
                  <a:pt x="1057275" y="1123950"/>
                </a:lnTo>
                <a:lnTo>
                  <a:pt x="1057275" y="1114425"/>
                </a:lnTo>
                <a:lnTo>
                  <a:pt x="1047750" y="1114425"/>
                </a:lnTo>
                <a:close/>
                <a:moveTo>
                  <a:pt x="28575" y="1114425"/>
                </a:moveTo>
                <a:lnTo>
                  <a:pt x="47625" y="1114425"/>
                </a:lnTo>
                <a:lnTo>
                  <a:pt x="47625" y="1152525"/>
                </a:lnTo>
                <a:lnTo>
                  <a:pt x="38100" y="1152525"/>
                </a:lnTo>
                <a:lnTo>
                  <a:pt x="38100" y="1133475"/>
                </a:lnTo>
                <a:lnTo>
                  <a:pt x="28575" y="1133475"/>
                </a:lnTo>
                <a:close/>
                <a:moveTo>
                  <a:pt x="371475" y="1114425"/>
                </a:moveTo>
                <a:lnTo>
                  <a:pt x="381000" y="1114425"/>
                </a:lnTo>
                <a:lnTo>
                  <a:pt x="381000" y="1123950"/>
                </a:lnTo>
                <a:lnTo>
                  <a:pt x="371475" y="1123950"/>
                </a:lnTo>
                <a:close/>
                <a:moveTo>
                  <a:pt x="1485900" y="1114425"/>
                </a:moveTo>
                <a:lnTo>
                  <a:pt x="1495425" y="1114425"/>
                </a:lnTo>
                <a:lnTo>
                  <a:pt x="1495425" y="1123950"/>
                </a:lnTo>
                <a:lnTo>
                  <a:pt x="1485900" y="1123950"/>
                </a:lnTo>
                <a:close/>
                <a:moveTo>
                  <a:pt x="1533525" y="1114425"/>
                </a:moveTo>
                <a:lnTo>
                  <a:pt x="1543050" y="1114425"/>
                </a:lnTo>
                <a:lnTo>
                  <a:pt x="1543050" y="1123950"/>
                </a:lnTo>
                <a:lnTo>
                  <a:pt x="1533525" y="1123950"/>
                </a:lnTo>
                <a:close/>
                <a:moveTo>
                  <a:pt x="819150" y="1123950"/>
                </a:moveTo>
                <a:lnTo>
                  <a:pt x="828675" y="1123950"/>
                </a:lnTo>
                <a:lnTo>
                  <a:pt x="828675" y="1133475"/>
                </a:lnTo>
                <a:lnTo>
                  <a:pt x="819150" y="1133475"/>
                </a:lnTo>
                <a:close/>
                <a:moveTo>
                  <a:pt x="1143000" y="1123950"/>
                </a:moveTo>
                <a:lnTo>
                  <a:pt x="1152525" y="1123950"/>
                </a:lnTo>
                <a:lnTo>
                  <a:pt x="1152525" y="1133475"/>
                </a:lnTo>
                <a:lnTo>
                  <a:pt x="1143000" y="1133475"/>
                </a:lnTo>
                <a:close/>
                <a:moveTo>
                  <a:pt x="95250" y="1133475"/>
                </a:moveTo>
                <a:lnTo>
                  <a:pt x="104775" y="1133475"/>
                </a:lnTo>
                <a:lnTo>
                  <a:pt x="104775" y="1162050"/>
                </a:lnTo>
                <a:lnTo>
                  <a:pt x="114300" y="1162050"/>
                </a:lnTo>
                <a:lnTo>
                  <a:pt x="114300" y="1171575"/>
                </a:lnTo>
                <a:lnTo>
                  <a:pt x="123825" y="1171575"/>
                </a:lnTo>
                <a:lnTo>
                  <a:pt x="123825" y="1181100"/>
                </a:lnTo>
                <a:lnTo>
                  <a:pt x="104775" y="1181100"/>
                </a:lnTo>
                <a:lnTo>
                  <a:pt x="104775" y="1190625"/>
                </a:lnTo>
                <a:lnTo>
                  <a:pt x="95250" y="1190625"/>
                </a:lnTo>
                <a:lnTo>
                  <a:pt x="95250" y="1171575"/>
                </a:lnTo>
                <a:lnTo>
                  <a:pt x="85725" y="1171575"/>
                </a:lnTo>
                <a:lnTo>
                  <a:pt x="85725" y="1143000"/>
                </a:lnTo>
                <a:lnTo>
                  <a:pt x="95250" y="1143000"/>
                </a:lnTo>
                <a:close/>
                <a:moveTo>
                  <a:pt x="733425" y="1133475"/>
                </a:moveTo>
                <a:lnTo>
                  <a:pt x="742950" y="1133475"/>
                </a:lnTo>
                <a:lnTo>
                  <a:pt x="742950" y="1143000"/>
                </a:lnTo>
                <a:lnTo>
                  <a:pt x="752475" y="1143000"/>
                </a:lnTo>
                <a:lnTo>
                  <a:pt x="752475" y="1152525"/>
                </a:lnTo>
                <a:lnTo>
                  <a:pt x="742950" y="1152525"/>
                </a:lnTo>
                <a:lnTo>
                  <a:pt x="742950" y="1162050"/>
                </a:lnTo>
                <a:lnTo>
                  <a:pt x="733425" y="1162050"/>
                </a:lnTo>
                <a:close/>
                <a:moveTo>
                  <a:pt x="1133475" y="1133475"/>
                </a:moveTo>
                <a:lnTo>
                  <a:pt x="1143000" y="1133475"/>
                </a:lnTo>
                <a:lnTo>
                  <a:pt x="1143000" y="1143000"/>
                </a:lnTo>
                <a:lnTo>
                  <a:pt x="1133475" y="1143000"/>
                </a:lnTo>
                <a:close/>
                <a:moveTo>
                  <a:pt x="2066925" y="1133475"/>
                </a:moveTo>
                <a:lnTo>
                  <a:pt x="2085975" y="1133475"/>
                </a:lnTo>
                <a:lnTo>
                  <a:pt x="2085975" y="1152525"/>
                </a:lnTo>
                <a:lnTo>
                  <a:pt x="2076450" y="1152525"/>
                </a:lnTo>
                <a:lnTo>
                  <a:pt x="2076450" y="1143000"/>
                </a:lnTo>
                <a:lnTo>
                  <a:pt x="2066925" y="1143000"/>
                </a:lnTo>
                <a:close/>
                <a:moveTo>
                  <a:pt x="704850" y="1143000"/>
                </a:moveTo>
                <a:lnTo>
                  <a:pt x="723900" y="1143000"/>
                </a:lnTo>
                <a:lnTo>
                  <a:pt x="723900" y="1152525"/>
                </a:lnTo>
                <a:lnTo>
                  <a:pt x="704850" y="1152525"/>
                </a:lnTo>
                <a:close/>
                <a:moveTo>
                  <a:pt x="2095500" y="1143000"/>
                </a:moveTo>
                <a:lnTo>
                  <a:pt x="2105025" y="1143000"/>
                </a:lnTo>
                <a:lnTo>
                  <a:pt x="2105025" y="1152525"/>
                </a:lnTo>
                <a:lnTo>
                  <a:pt x="2095500" y="1152525"/>
                </a:lnTo>
                <a:close/>
                <a:moveTo>
                  <a:pt x="1352550" y="1152525"/>
                </a:moveTo>
                <a:lnTo>
                  <a:pt x="1362075" y="1152525"/>
                </a:lnTo>
                <a:lnTo>
                  <a:pt x="1362075" y="1162050"/>
                </a:lnTo>
                <a:lnTo>
                  <a:pt x="1352550" y="1162050"/>
                </a:lnTo>
                <a:close/>
                <a:moveTo>
                  <a:pt x="1390650" y="1152525"/>
                </a:moveTo>
                <a:lnTo>
                  <a:pt x="1400175" y="1152525"/>
                </a:lnTo>
                <a:lnTo>
                  <a:pt x="1400175" y="1162050"/>
                </a:lnTo>
                <a:lnTo>
                  <a:pt x="1390650" y="1162050"/>
                </a:lnTo>
                <a:close/>
                <a:moveTo>
                  <a:pt x="1419225" y="1152525"/>
                </a:moveTo>
                <a:lnTo>
                  <a:pt x="1428750" y="1152525"/>
                </a:lnTo>
                <a:lnTo>
                  <a:pt x="1428750" y="1162050"/>
                </a:lnTo>
                <a:lnTo>
                  <a:pt x="1419225" y="1162050"/>
                </a:lnTo>
                <a:close/>
                <a:moveTo>
                  <a:pt x="933450" y="1162050"/>
                </a:moveTo>
                <a:lnTo>
                  <a:pt x="942975" y="1162050"/>
                </a:lnTo>
                <a:lnTo>
                  <a:pt x="942975" y="1171575"/>
                </a:lnTo>
                <a:lnTo>
                  <a:pt x="933450" y="1171575"/>
                </a:lnTo>
                <a:close/>
                <a:moveTo>
                  <a:pt x="1581150" y="1162050"/>
                </a:moveTo>
                <a:lnTo>
                  <a:pt x="1590675" y="1162050"/>
                </a:lnTo>
                <a:lnTo>
                  <a:pt x="1590675" y="1181100"/>
                </a:lnTo>
                <a:lnTo>
                  <a:pt x="1581150" y="1181100"/>
                </a:lnTo>
                <a:close/>
                <a:moveTo>
                  <a:pt x="2324100" y="1162050"/>
                </a:moveTo>
                <a:lnTo>
                  <a:pt x="2352675" y="1162050"/>
                </a:lnTo>
                <a:lnTo>
                  <a:pt x="2352675" y="1171575"/>
                </a:lnTo>
                <a:lnTo>
                  <a:pt x="2371725" y="1171575"/>
                </a:lnTo>
                <a:lnTo>
                  <a:pt x="2371725" y="1181100"/>
                </a:lnTo>
                <a:lnTo>
                  <a:pt x="2362200" y="1181100"/>
                </a:lnTo>
                <a:lnTo>
                  <a:pt x="2362200" y="1190625"/>
                </a:lnTo>
                <a:lnTo>
                  <a:pt x="2352675" y="1190625"/>
                </a:lnTo>
                <a:lnTo>
                  <a:pt x="2352675" y="1181100"/>
                </a:lnTo>
                <a:lnTo>
                  <a:pt x="2333625" y="1181100"/>
                </a:lnTo>
                <a:lnTo>
                  <a:pt x="2333625" y="1190625"/>
                </a:lnTo>
                <a:lnTo>
                  <a:pt x="2295525" y="1190625"/>
                </a:lnTo>
                <a:lnTo>
                  <a:pt x="2295525" y="1171575"/>
                </a:lnTo>
                <a:lnTo>
                  <a:pt x="2324100" y="1171575"/>
                </a:lnTo>
                <a:close/>
                <a:moveTo>
                  <a:pt x="47625" y="1171575"/>
                </a:moveTo>
                <a:lnTo>
                  <a:pt x="57150" y="1171575"/>
                </a:lnTo>
                <a:lnTo>
                  <a:pt x="57150" y="1181100"/>
                </a:lnTo>
                <a:lnTo>
                  <a:pt x="47625" y="1181100"/>
                </a:lnTo>
                <a:close/>
                <a:moveTo>
                  <a:pt x="628650" y="1171575"/>
                </a:moveTo>
                <a:lnTo>
                  <a:pt x="638175" y="1171575"/>
                </a:lnTo>
                <a:lnTo>
                  <a:pt x="638175" y="1181100"/>
                </a:lnTo>
                <a:lnTo>
                  <a:pt x="628650" y="1181100"/>
                </a:lnTo>
                <a:close/>
                <a:moveTo>
                  <a:pt x="942975" y="1171575"/>
                </a:moveTo>
                <a:lnTo>
                  <a:pt x="952500" y="1171575"/>
                </a:lnTo>
                <a:lnTo>
                  <a:pt x="952500" y="1181100"/>
                </a:lnTo>
                <a:lnTo>
                  <a:pt x="942975" y="1181100"/>
                </a:lnTo>
                <a:close/>
                <a:moveTo>
                  <a:pt x="1152525" y="1171575"/>
                </a:moveTo>
                <a:lnTo>
                  <a:pt x="1162050" y="1171575"/>
                </a:lnTo>
                <a:lnTo>
                  <a:pt x="1162050" y="1181100"/>
                </a:lnTo>
                <a:lnTo>
                  <a:pt x="1152525" y="1181100"/>
                </a:lnTo>
                <a:close/>
                <a:moveTo>
                  <a:pt x="1343025" y="1171575"/>
                </a:moveTo>
                <a:lnTo>
                  <a:pt x="1352550" y="1171575"/>
                </a:lnTo>
                <a:lnTo>
                  <a:pt x="1352550" y="1181100"/>
                </a:lnTo>
                <a:lnTo>
                  <a:pt x="1343025" y="1181100"/>
                </a:lnTo>
                <a:close/>
                <a:moveTo>
                  <a:pt x="1400175" y="1171575"/>
                </a:moveTo>
                <a:lnTo>
                  <a:pt x="1409700" y="1171575"/>
                </a:lnTo>
                <a:lnTo>
                  <a:pt x="1409700" y="1181100"/>
                </a:lnTo>
                <a:lnTo>
                  <a:pt x="1400175" y="1181100"/>
                </a:lnTo>
                <a:close/>
                <a:moveTo>
                  <a:pt x="1562100" y="1171575"/>
                </a:moveTo>
                <a:lnTo>
                  <a:pt x="1571625" y="1171575"/>
                </a:lnTo>
                <a:lnTo>
                  <a:pt x="1571625" y="1181100"/>
                </a:lnTo>
                <a:lnTo>
                  <a:pt x="1562100" y="1181100"/>
                </a:lnTo>
                <a:close/>
                <a:moveTo>
                  <a:pt x="2114550" y="1171575"/>
                </a:moveTo>
                <a:lnTo>
                  <a:pt x="2133600" y="1171575"/>
                </a:lnTo>
                <a:lnTo>
                  <a:pt x="2133600" y="1181100"/>
                </a:lnTo>
                <a:lnTo>
                  <a:pt x="2114550" y="1181100"/>
                </a:lnTo>
                <a:close/>
                <a:moveTo>
                  <a:pt x="2152650" y="1171575"/>
                </a:moveTo>
                <a:lnTo>
                  <a:pt x="2162175" y="1171575"/>
                </a:lnTo>
                <a:lnTo>
                  <a:pt x="2162175" y="1181100"/>
                </a:lnTo>
                <a:lnTo>
                  <a:pt x="2171700" y="1181100"/>
                </a:lnTo>
                <a:lnTo>
                  <a:pt x="2171700" y="1190625"/>
                </a:lnTo>
                <a:lnTo>
                  <a:pt x="2152650" y="1190625"/>
                </a:lnTo>
                <a:close/>
                <a:moveTo>
                  <a:pt x="285750" y="1181100"/>
                </a:moveTo>
                <a:lnTo>
                  <a:pt x="295275" y="1181100"/>
                </a:lnTo>
                <a:lnTo>
                  <a:pt x="295275" y="1190625"/>
                </a:lnTo>
                <a:lnTo>
                  <a:pt x="285750" y="1190625"/>
                </a:lnTo>
                <a:close/>
                <a:moveTo>
                  <a:pt x="752475" y="1181100"/>
                </a:moveTo>
                <a:lnTo>
                  <a:pt x="762000" y="1181100"/>
                </a:lnTo>
                <a:lnTo>
                  <a:pt x="762000" y="1190625"/>
                </a:lnTo>
                <a:lnTo>
                  <a:pt x="752475" y="1190625"/>
                </a:lnTo>
                <a:close/>
                <a:moveTo>
                  <a:pt x="1009650" y="1181100"/>
                </a:moveTo>
                <a:lnTo>
                  <a:pt x="1019175" y="1181100"/>
                </a:lnTo>
                <a:lnTo>
                  <a:pt x="1019175" y="1209675"/>
                </a:lnTo>
                <a:lnTo>
                  <a:pt x="1009650" y="1209675"/>
                </a:lnTo>
                <a:close/>
                <a:moveTo>
                  <a:pt x="2038350" y="1181100"/>
                </a:moveTo>
                <a:lnTo>
                  <a:pt x="2057400" y="1181100"/>
                </a:lnTo>
                <a:lnTo>
                  <a:pt x="2057400" y="1190625"/>
                </a:lnTo>
                <a:lnTo>
                  <a:pt x="2085975" y="1190625"/>
                </a:lnTo>
                <a:lnTo>
                  <a:pt x="2085975" y="1209675"/>
                </a:lnTo>
                <a:lnTo>
                  <a:pt x="2076450" y="1209675"/>
                </a:lnTo>
                <a:lnTo>
                  <a:pt x="2076450" y="1219200"/>
                </a:lnTo>
                <a:lnTo>
                  <a:pt x="2066925" y="1219200"/>
                </a:lnTo>
                <a:lnTo>
                  <a:pt x="2066925" y="1209675"/>
                </a:lnTo>
                <a:lnTo>
                  <a:pt x="2057400" y="1209675"/>
                </a:lnTo>
                <a:lnTo>
                  <a:pt x="2057400" y="1200150"/>
                </a:lnTo>
                <a:lnTo>
                  <a:pt x="2038350" y="1200150"/>
                </a:lnTo>
                <a:close/>
                <a:moveTo>
                  <a:pt x="2390775" y="1181100"/>
                </a:moveTo>
                <a:lnTo>
                  <a:pt x="2409825" y="1181100"/>
                </a:lnTo>
                <a:lnTo>
                  <a:pt x="2409825" y="1200150"/>
                </a:lnTo>
                <a:lnTo>
                  <a:pt x="2390775" y="1200150"/>
                </a:lnTo>
                <a:close/>
                <a:moveTo>
                  <a:pt x="295275" y="1190625"/>
                </a:moveTo>
                <a:lnTo>
                  <a:pt x="304800" y="1190625"/>
                </a:lnTo>
                <a:lnTo>
                  <a:pt x="304800" y="1200150"/>
                </a:lnTo>
                <a:lnTo>
                  <a:pt x="295275" y="1200150"/>
                </a:lnTo>
                <a:close/>
                <a:moveTo>
                  <a:pt x="409575" y="1190625"/>
                </a:moveTo>
                <a:lnTo>
                  <a:pt x="419100" y="1190625"/>
                </a:lnTo>
                <a:lnTo>
                  <a:pt x="419100" y="1200150"/>
                </a:lnTo>
                <a:lnTo>
                  <a:pt x="409575" y="1200150"/>
                </a:lnTo>
                <a:close/>
                <a:moveTo>
                  <a:pt x="571500" y="1190625"/>
                </a:moveTo>
                <a:lnTo>
                  <a:pt x="581025" y="1190625"/>
                </a:lnTo>
                <a:lnTo>
                  <a:pt x="581025" y="1200150"/>
                </a:lnTo>
                <a:lnTo>
                  <a:pt x="571500" y="1200150"/>
                </a:lnTo>
                <a:close/>
                <a:moveTo>
                  <a:pt x="742950" y="1190625"/>
                </a:moveTo>
                <a:lnTo>
                  <a:pt x="752475" y="1190625"/>
                </a:lnTo>
                <a:lnTo>
                  <a:pt x="752475" y="1200150"/>
                </a:lnTo>
                <a:lnTo>
                  <a:pt x="742950" y="1200150"/>
                </a:lnTo>
                <a:close/>
                <a:moveTo>
                  <a:pt x="1047750" y="1190625"/>
                </a:moveTo>
                <a:lnTo>
                  <a:pt x="1057275" y="1190625"/>
                </a:lnTo>
                <a:lnTo>
                  <a:pt x="1057275" y="1200150"/>
                </a:lnTo>
                <a:lnTo>
                  <a:pt x="1047750" y="1200150"/>
                </a:lnTo>
                <a:close/>
                <a:moveTo>
                  <a:pt x="1571625" y="1190625"/>
                </a:moveTo>
                <a:lnTo>
                  <a:pt x="1581150" y="1190625"/>
                </a:lnTo>
                <a:lnTo>
                  <a:pt x="1581150" y="1209675"/>
                </a:lnTo>
                <a:lnTo>
                  <a:pt x="1571625" y="1209675"/>
                </a:lnTo>
                <a:close/>
                <a:moveTo>
                  <a:pt x="1733550" y="1190625"/>
                </a:moveTo>
                <a:lnTo>
                  <a:pt x="1743075" y="1190625"/>
                </a:lnTo>
                <a:lnTo>
                  <a:pt x="1743075" y="1200150"/>
                </a:lnTo>
                <a:lnTo>
                  <a:pt x="1733550" y="1200150"/>
                </a:lnTo>
                <a:close/>
                <a:moveTo>
                  <a:pt x="2276475" y="1190625"/>
                </a:moveTo>
                <a:lnTo>
                  <a:pt x="2286000" y="1190625"/>
                </a:lnTo>
                <a:lnTo>
                  <a:pt x="2286000" y="1200150"/>
                </a:lnTo>
                <a:lnTo>
                  <a:pt x="2295525" y="1200150"/>
                </a:lnTo>
                <a:lnTo>
                  <a:pt x="2295525" y="1209675"/>
                </a:lnTo>
                <a:lnTo>
                  <a:pt x="2286000" y="1209675"/>
                </a:lnTo>
                <a:lnTo>
                  <a:pt x="2286000" y="1219200"/>
                </a:lnTo>
                <a:lnTo>
                  <a:pt x="2247900" y="1219200"/>
                </a:lnTo>
                <a:lnTo>
                  <a:pt x="2247900" y="1200150"/>
                </a:lnTo>
                <a:lnTo>
                  <a:pt x="2276475" y="1200150"/>
                </a:lnTo>
                <a:close/>
                <a:moveTo>
                  <a:pt x="2362200" y="1190625"/>
                </a:moveTo>
                <a:lnTo>
                  <a:pt x="2381250" y="1190625"/>
                </a:lnTo>
                <a:lnTo>
                  <a:pt x="2381250" y="1209675"/>
                </a:lnTo>
                <a:lnTo>
                  <a:pt x="2371725" y="1209675"/>
                </a:lnTo>
                <a:lnTo>
                  <a:pt x="2371725" y="1219200"/>
                </a:lnTo>
                <a:lnTo>
                  <a:pt x="2362200" y="1219200"/>
                </a:lnTo>
                <a:close/>
                <a:moveTo>
                  <a:pt x="104775" y="1200150"/>
                </a:moveTo>
                <a:lnTo>
                  <a:pt x="123825" y="1200150"/>
                </a:lnTo>
                <a:lnTo>
                  <a:pt x="123825" y="1209675"/>
                </a:lnTo>
                <a:lnTo>
                  <a:pt x="114300" y="1209675"/>
                </a:lnTo>
                <a:lnTo>
                  <a:pt x="114300" y="1219200"/>
                </a:lnTo>
                <a:lnTo>
                  <a:pt x="95250" y="1219200"/>
                </a:lnTo>
                <a:lnTo>
                  <a:pt x="95250" y="1209675"/>
                </a:lnTo>
                <a:lnTo>
                  <a:pt x="104775" y="1209675"/>
                </a:lnTo>
                <a:close/>
                <a:moveTo>
                  <a:pt x="1514475" y="1200150"/>
                </a:moveTo>
                <a:lnTo>
                  <a:pt x="1533525" y="1200150"/>
                </a:lnTo>
                <a:lnTo>
                  <a:pt x="1533525" y="1219200"/>
                </a:lnTo>
                <a:lnTo>
                  <a:pt x="1524000" y="1219200"/>
                </a:lnTo>
                <a:lnTo>
                  <a:pt x="1524000" y="1238250"/>
                </a:lnTo>
                <a:lnTo>
                  <a:pt x="1514475" y="1238250"/>
                </a:lnTo>
                <a:lnTo>
                  <a:pt x="1514475" y="1228725"/>
                </a:lnTo>
                <a:lnTo>
                  <a:pt x="1495425" y="1228725"/>
                </a:lnTo>
                <a:lnTo>
                  <a:pt x="1495425" y="1219200"/>
                </a:lnTo>
                <a:lnTo>
                  <a:pt x="1504950" y="1219200"/>
                </a:lnTo>
                <a:lnTo>
                  <a:pt x="1504950" y="1209675"/>
                </a:lnTo>
                <a:lnTo>
                  <a:pt x="1514475" y="1209675"/>
                </a:lnTo>
                <a:close/>
                <a:moveTo>
                  <a:pt x="1752600" y="1200150"/>
                </a:moveTo>
                <a:lnTo>
                  <a:pt x="1762125" y="1200150"/>
                </a:lnTo>
                <a:lnTo>
                  <a:pt x="1762125" y="1209675"/>
                </a:lnTo>
                <a:lnTo>
                  <a:pt x="1752600" y="1209675"/>
                </a:lnTo>
                <a:close/>
                <a:moveTo>
                  <a:pt x="1857375" y="1200150"/>
                </a:moveTo>
                <a:lnTo>
                  <a:pt x="1866900" y="1200150"/>
                </a:lnTo>
                <a:lnTo>
                  <a:pt x="1866900" y="1209675"/>
                </a:lnTo>
                <a:lnTo>
                  <a:pt x="1857375" y="1209675"/>
                </a:lnTo>
                <a:close/>
                <a:moveTo>
                  <a:pt x="2162175" y="1200150"/>
                </a:moveTo>
                <a:lnTo>
                  <a:pt x="2171700" y="1200150"/>
                </a:lnTo>
                <a:lnTo>
                  <a:pt x="2171700" y="1209675"/>
                </a:lnTo>
                <a:lnTo>
                  <a:pt x="2162175" y="1209675"/>
                </a:lnTo>
                <a:close/>
                <a:moveTo>
                  <a:pt x="495300" y="1209675"/>
                </a:moveTo>
                <a:lnTo>
                  <a:pt x="504825" y="1209675"/>
                </a:lnTo>
                <a:lnTo>
                  <a:pt x="504825" y="1219200"/>
                </a:lnTo>
                <a:lnTo>
                  <a:pt x="495300" y="1219200"/>
                </a:lnTo>
                <a:close/>
                <a:moveTo>
                  <a:pt x="1295400" y="1209675"/>
                </a:moveTo>
                <a:lnTo>
                  <a:pt x="1304925" y="1209675"/>
                </a:lnTo>
                <a:lnTo>
                  <a:pt x="1304925" y="1219200"/>
                </a:lnTo>
                <a:lnTo>
                  <a:pt x="1295400" y="1219200"/>
                </a:lnTo>
                <a:close/>
                <a:moveTo>
                  <a:pt x="1762125" y="1209675"/>
                </a:moveTo>
                <a:lnTo>
                  <a:pt x="1771650" y="1209675"/>
                </a:lnTo>
                <a:lnTo>
                  <a:pt x="1771650" y="1219200"/>
                </a:lnTo>
                <a:lnTo>
                  <a:pt x="1762125" y="1219200"/>
                </a:lnTo>
                <a:close/>
                <a:moveTo>
                  <a:pt x="1066800" y="1219200"/>
                </a:moveTo>
                <a:lnTo>
                  <a:pt x="1085850" y="1219200"/>
                </a:lnTo>
                <a:lnTo>
                  <a:pt x="1085850" y="1228725"/>
                </a:lnTo>
                <a:lnTo>
                  <a:pt x="1066800" y="1228725"/>
                </a:lnTo>
                <a:close/>
                <a:moveTo>
                  <a:pt x="1257300" y="1219200"/>
                </a:moveTo>
                <a:lnTo>
                  <a:pt x="1266825" y="1219200"/>
                </a:lnTo>
                <a:lnTo>
                  <a:pt x="1266825" y="1228725"/>
                </a:lnTo>
                <a:lnTo>
                  <a:pt x="1257300" y="1228725"/>
                </a:lnTo>
                <a:close/>
                <a:moveTo>
                  <a:pt x="1771650" y="1219200"/>
                </a:moveTo>
                <a:lnTo>
                  <a:pt x="1781175" y="1219200"/>
                </a:lnTo>
                <a:lnTo>
                  <a:pt x="1781175" y="1228725"/>
                </a:lnTo>
                <a:lnTo>
                  <a:pt x="1771650" y="1228725"/>
                </a:lnTo>
                <a:close/>
                <a:moveTo>
                  <a:pt x="133350" y="1228725"/>
                </a:moveTo>
                <a:lnTo>
                  <a:pt x="142875" y="1228725"/>
                </a:lnTo>
                <a:lnTo>
                  <a:pt x="142875" y="1238250"/>
                </a:lnTo>
                <a:lnTo>
                  <a:pt x="133350" y="1238250"/>
                </a:lnTo>
                <a:close/>
                <a:moveTo>
                  <a:pt x="457200" y="1228725"/>
                </a:moveTo>
                <a:lnTo>
                  <a:pt x="466725" y="1228725"/>
                </a:lnTo>
                <a:lnTo>
                  <a:pt x="466725" y="1238250"/>
                </a:lnTo>
                <a:lnTo>
                  <a:pt x="457200" y="1238250"/>
                </a:lnTo>
                <a:close/>
                <a:moveTo>
                  <a:pt x="1533525" y="1228725"/>
                </a:moveTo>
                <a:lnTo>
                  <a:pt x="1543050" y="1228725"/>
                </a:lnTo>
                <a:lnTo>
                  <a:pt x="1543050" y="1238250"/>
                </a:lnTo>
                <a:lnTo>
                  <a:pt x="1533525" y="1238250"/>
                </a:lnTo>
                <a:close/>
                <a:moveTo>
                  <a:pt x="2047875" y="1228725"/>
                </a:moveTo>
                <a:lnTo>
                  <a:pt x="2057400" y="1228725"/>
                </a:lnTo>
                <a:lnTo>
                  <a:pt x="2057400" y="1238250"/>
                </a:lnTo>
                <a:lnTo>
                  <a:pt x="2047875" y="1238250"/>
                </a:lnTo>
                <a:close/>
                <a:moveTo>
                  <a:pt x="2362200" y="1228725"/>
                </a:moveTo>
                <a:lnTo>
                  <a:pt x="2381250" y="1228725"/>
                </a:lnTo>
                <a:lnTo>
                  <a:pt x="2381250" y="1238250"/>
                </a:lnTo>
                <a:lnTo>
                  <a:pt x="2362200" y="1238250"/>
                </a:lnTo>
                <a:close/>
                <a:moveTo>
                  <a:pt x="2438400" y="1228725"/>
                </a:moveTo>
                <a:lnTo>
                  <a:pt x="2447925" y="1228725"/>
                </a:lnTo>
                <a:lnTo>
                  <a:pt x="2447925" y="1238250"/>
                </a:lnTo>
                <a:lnTo>
                  <a:pt x="2438400" y="1238250"/>
                </a:lnTo>
                <a:close/>
                <a:moveTo>
                  <a:pt x="438150" y="1238250"/>
                </a:moveTo>
                <a:lnTo>
                  <a:pt x="457200" y="1238250"/>
                </a:lnTo>
                <a:lnTo>
                  <a:pt x="457200" y="1247775"/>
                </a:lnTo>
                <a:lnTo>
                  <a:pt x="438150" y="1247775"/>
                </a:lnTo>
                <a:close/>
                <a:moveTo>
                  <a:pt x="409575" y="1247775"/>
                </a:moveTo>
                <a:lnTo>
                  <a:pt x="438150" y="1247775"/>
                </a:lnTo>
                <a:lnTo>
                  <a:pt x="438150" y="1266825"/>
                </a:lnTo>
                <a:lnTo>
                  <a:pt x="428625" y="1266825"/>
                </a:lnTo>
                <a:lnTo>
                  <a:pt x="428625" y="1276350"/>
                </a:lnTo>
                <a:lnTo>
                  <a:pt x="438150" y="1276350"/>
                </a:lnTo>
                <a:lnTo>
                  <a:pt x="438150" y="1285875"/>
                </a:lnTo>
                <a:lnTo>
                  <a:pt x="409575" y="1285875"/>
                </a:lnTo>
                <a:lnTo>
                  <a:pt x="409575" y="1266825"/>
                </a:lnTo>
                <a:lnTo>
                  <a:pt x="400050" y="1266825"/>
                </a:lnTo>
                <a:lnTo>
                  <a:pt x="400050" y="1257300"/>
                </a:lnTo>
                <a:lnTo>
                  <a:pt x="409575" y="1257300"/>
                </a:lnTo>
                <a:close/>
                <a:moveTo>
                  <a:pt x="1038225" y="1247775"/>
                </a:moveTo>
                <a:lnTo>
                  <a:pt x="1047750" y="1247775"/>
                </a:lnTo>
                <a:lnTo>
                  <a:pt x="1047750" y="1257300"/>
                </a:lnTo>
                <a:lnTo>
                  <a:pt x="1038225" y="1257300"/>
                </a:lnTo>
                <a:close/>
                <a:moveTo>
                  <a:pt x="1914525" y="1247775"/>
                </a:moveTo>
                <a:lnTo>
                  <a:pt x="1924050" y="1247775"/>
                </a:lnTo>
                <a:lnTo>
                  <a:pt x="1924050" y="1257300"/>
                </a:lnTo>
                <a:lnTo>
                  <a:pt x="1914525" y="1257300"/>
                </a:lnTo>
                <a:close/>
                <a:moveTo>
                  <a:pt x="495300" y="1257300"/>
                </a:moveTo>
                <a:lnTo>
                  <a:pt x="514350" y="1257300"/>
                </a:lnTo>
                <a:lnTo>
                  <a:pt x="514350" y="1266825"/>
                </a:lnTo>
                <a:lnTo>
                  <a:pt x="495300" y="1266825"/>
                </a:lnTo>
                <a:close/>
                <a:moveTo>
                  <a:pt x="1285875" y="1257300"/>
                </a:moveTo>
                <a:lnTo>
                  <a:pt x="1295400" y="1257300"/>
                </a:lnTo>
                <a:lnTo>
                  <a:pt x="1295400" y="1266825"/>
                </a:lnTo>
                <a:lnTo>
                  <a:pt x="1285875" y="1266825"/>
                </a:lnTo>
                <a:close/>
                <a:moveTo>
                  <a:pt x="1590675" y="1257300"/>
                </a:moveTo>
                <a:lnTo>
                  <a:pt x="1600200" y="1257300"/>
                </a:lnTo>
                <a:lnTo>
                  <a:pt x="1600200" y="1266825"/>
                </a:lnTo>
                <a:lnTo>
                  <a:pt x="1590675" y="1266825"/>
                </a:lnTo>
                <a:close/>
                <a:moveTo>
                  <a:pt x="1885950" y="1257300"/>
                </a:moveTo>
                <a:lnTo>
                  <a:pt x="1895475" y="1257300"/>
                </a:lnTo>
                <a:lnTo>
                  <a:pt x="1895475" y="1276350"/>
                </a:lnTo>
                <a:lnTo>
                  <a:pt x="1885950" y="1276350"/>
                </a:lnTo>
                <a:close/>
                <a:moveTo>
                  <a:pt x="466725" y="1266825"/>
                </a:moveTo>
                <a:lnTo>
                  <a:pt x="476250" y="1266825"/>
                </a:lnTo>
                <a:lnTo>
                  <a:pt x="476250" y="1276350"/>
                </a:lnTo>
                <a:lnTo>
                  <a:pt x="466725" y="1276350"/>
                </a:lnTo>
                <a:close/>
                <a:moveTo>
                  <a:pt x="2114550" y="1266825"/>
                </a:moveTo>
                <a:lnTo>
                  <a:pt x="2133600" y="1266825"/>
                </a:lnTo>
                <a:lnTo>
                  <a:pt x="2133600" y="1276350"/>
                </a:lnTo>
                <a:lnTo>
                  <a:pt x="2114550" y="1276350"/>
                </a:lnTo>
                <a:close/>
                <a:moveTo>
                  <a:pt x="2238375" y="1266825"/>
                </a:moveTo>
                <a:lnTo>
                  <a:pt x="2247900" y="1266825"/>
                </a:lnTo>
                <a:lnTo>
                  <a:pt x="2247900" y="1276350"/>
                </a:lnTo>
                <a:lnTo>
                  <a:pt x="2238375" y="1276350"/>
                </a:lnTo>
                <a:close/>
                <a:moveTo>
                  <a:pt x="2266950" y="1266825"/>
                </a:moveTo>
                <a:lnTo>
                  <a:pt x="2295525" y="1266825"/>
                </a:lnTo>
                <a:lnTo>
                  <a:pt x="2295525" y="1276350"/>
                </a:lnTo>
                <a:lnTo>
                  <a:pt x="2266950" y="1276350"/>
                </a:lnTo>
                <a:close/>
                <a:moveTo>
                  <a:pt x="2305050" y="1266825"/>
                </a:moveTo>
                <a:lnTo>
                  <a:pt x="2333625" y="1266825"/>
                </a:lnTo>
                <a:lnTo>
                  <a:pt x="2333625" y="1276350"/>
                </a:lnTo>
                <a:lnTo>
                  <a:pt x="2305050" y="1276350"/>
                </a:lnTo>
                <a:close/>
                <a:moveTo>
                  <a:pt x="2352675" y="1266825"/>
                </a:moveTo>
                <a:lnTo>
                  <a:pt x="2381250" y="1266825"/>
                </a:lnTo>
                <a:lnTo>
                  <a:pt x="2381250" y="1276350"/>
                </a:lnTo>
                <a:lnTo>
                  <a:pt x="2352675" y="1276350"/>
                </a:lnTo>
                <a:close/>
                <a:moveTo>
                  <a:pt x="2409825" y="1266825"/>
                </a:moveTo>
                <a:lnTo>
                  <a:pt x="2447925" y="1266825"/>
                </a:lnTo>
                <a:lnTo>
                  <a:pt x="2447925" y="1276350"/>
                </a:lnTo>
                <a:lnTo>
                  <a:pt x="2409825" y="1276350"/>
                </a:lnTo>
                <a:close/>
                <a:moveTo>
                  <a:pt x="133350" y="1276350"/>
                </a:moveTo>
                <a:lnTo>
                  <a:pt x="142875" y="1276350"/>
                </a:lnTo>
                <a:lnTo>
                  <a:pt x="142875" y="1285875"/>
                </a:lnTo>
                <a:lnTo>
                  <a:pt x="133350" y="1285875"/>
                </a:lnTo>
                <a:close/>
                <a:moveTo>
                  <a:pt x="171450" y="1276350"/>
                </a:moveTo>
                <a:lnTo>
                  <a:pt x="180975" y="1276350"/>
                </a:lnTo>
                <a:lnTo>
                  <a:pt x="180975" y="1295400"/>
                </a:lnTo>
                <a:lnTo>
                  <a:pt x="171450" y="1295400"/>
                </a:lnTo>
                <a:close/>
                <a:moveTo>
                  <a:pt x="209550" y="1276350"/>
                </a:moveTo>
                <a:lnTo>
                  <a:pt x="219075" y="1276350"/>
                </a:lnTo>
                <a:lnTo>
                  <a:pt x="219075" y="1285875"/>
                </a:lnTo>
                <a:lnTo>
                  <a:pt x="209550" y="1285875"/>
                </a:lnTo>
                <a:close/>
                <a:moveTo>
                  <a:pt x="771525" y="1276350"/>
                </a:moveTo>
                <a:lnTo>
                  <a:pt x="781050" y="1276350"/>
                </a:lnTo>
                <a:lnTo>
                  <a:pt x="781050" y="1285875"/>
                </a:lnTo>
                <a:lnTo>
                  <a:pt x="771525" y="1285875"/>
                </a:lnTo>
                <a:close/>
                <a:moveTo>
                  <a:pt x="0" y="1285875"/>
                </a:moveTo>
                <a:lnTo>
                  <a:pt x="9525" y="1285875"/>
                </a:lnTo>
                <a:lnTo>
                  <a:pt x="9525" y="1295400"/>
                </a:lnTo>
                <a:lnTo>
                  <a:pt x="0" y="1295400"/>
                </a:lnTo>
                <a:close/>
                <a:moveTo>
                  <a:pt x="114300" y="1285875"/>
                </a:moveTo>
                <a:lnTo>
                  <a:pt x="133350" y="1285875"/>
                </a:lnTo>
                <a:lnTo>
                  <a:pt x="133350" y="1304925"/>
                </a:lnTo>
                <a:lnTo>
                  <a:pt x="123825" y="1304925"/>
                </a:lnTo>
                <a:lnTo>
                  <a:pt x="123825" y="1295400"/>
                </a:lnTo>
                <a:lnTo>
                  <a:pt x="114300" y="1295400"/>
                </a:lnTo>
                <a:close/>
                <a:moveTo>
                  <a:pt x="504825" y="1285875"/>
                </a:moveTo>
                <a:lnTo>
                  <a:pt x="523875" y="1285875"/>
                </a:lnTo>
                <a:lnTo>
                  <a:pt x="523875" y="1314450"/>
                </a:lnTo>
                <a:lnTo>
                  <a:pt x="514350" y="1314450"/>
                </a:lnTo>
                <a:lnTo>
                  <a:pt x="514350" y="1295400"/>
                </a:lnTo>
                <a:lnTo>
                  <a:pt x="504825" y="1295400"/>
                </a:lnTo>
                <a:close/>
                <a:moveTo>
                  <a:pt x="647700" y="1285875"/>
                </a:moveTo>
                <a:lnTo>
                  <a:pt x="657225" y="1285875"/>
                </a:lnTo>
                <a:lnTo>
                  <a:pt x="657225" y="1295400"/>
                </a:lnTo>
                <a:lnTo>
                  <a:pt x="647700" y="1295400"/>
                </a:lnTo>
                <a:close/>
                <a:moveTo>
                  <a:pt x="2219325" y="1285875"/>
                </a:moveTo>
                <a:lnTo>
                  <a:pt x="2228850" y="1285875"/>
                </a:lnTo>
                <a:lnTo>
                  <a:pt x="2228850" y="1295400"/>
                </a:lnTo>
                <a:lnTo>
                  <a:pt x="2219325" y="1295400"/>
                </a:lnTo>
                <a:close/>
                <a:moveTo>
                  <a:pt x="2295525" y="1285875"/>
                </a:moveTo>
                <a:lnTo>
                  <a:pt x="2305050" y="1285875"/>
                </a:lnTo>
                <a:lnTo>
                  <a:pt x="2305050" y="1295400"/>
                </a:lnTo>
                <a:lnTo>
                  <a:pt x="2295525" y="1295400"/>
                </a:lnTo>
                <a:close/>
                <a:moveTo>
                  <a:pt x="2314575" y="1285875"/>
                </a:moveTo>
                <a:lnTo>
                  <a:pt x="2324100" y="1285875"/>
                </a:lnTo>
                <a:lnTo>
                  <a:pt x="2324100" y="1295400"/>
                </a:lnTo>
                <a:lnTo>
                  <a:pt x="2314575" y="1295400"/>
                </a:lnTo>
                <a:close/>
                <a:moveTo>
                  <a:pt x="2381250" y="1285875"/>
                </a:moveTo>
                <a:lnTo>
                  <a:pt x="2400300" y="1285875"/>
                </a:lnTo>
                <a:lnTo>
                  <a:pt x="2400300" y="1295400"/>
                </a:lnTo>
                <a:lnTo>
                  <a:pt x="2419350" y="1295400"/>
                </a:lnTo>
                <a:lnTo>
                  <a:pt x="2419350" y="1285875"/>
                </a:lnTo>
                <a:lnTo>
                  <a:pt x="2457450" y="1285875"/>
                </a:lnTo>
                <a:lnTo>
                  <a:pt x="2457450" y="1295400"/>
                </a:lnTo>
                <a:lnTo>
                  <a:pt x="2447925" y="1295400"/>
                </a:lnTo>
                <a:lnTo>
                  <a:pt x="2447925" y="1304925"/>
                </a:lnTo>
                <a:lnTo>
                  <a:pt x="2457450" y="1304925"/>
                </a:lnTo>
                <a:lnTo>
                  <a:pt x="2457450" y="1333500"/>
                </a:lnTo>
                <a:lnTo>
                  <a:pt x="2428875" y="1333500"/>
                </a:lnTo>
                <a:lnTo>
                  <a:pt x="2428875" y="1343025"/>
                </a:lnTo>
                <a:lnTo>
                  <a:pt x="2419350" y="1343025"/>
                </a:lnTo>
                <a:lnTo>
                  <a:pt x="2419350" y="1333500"/>
                </a:lnTo>
                <a:lnTo>
                  <a:pt x="2390775" y="1333500"/>
                </a:lnTo>
                <a:lnTo>
                  <a:pt x="2390775" y="1343025"/>
                </a:lnTo>
                <a:lnTo>
                  <a:pt x="2381250" y="1343025"/>
                </a:lnTo>
                <a:lnTo>
                  <a:pt x="2381250" y="1333500"/>
                </a:lnTo>
                <a:lnTo>
                  <a:pt x="2371725" y="1333500"/>
                </a:lnTo>
                <a:lnTo>
                  <a:pt x="2371725" y="1304925"/>
                </a:lnTo>
                <a:lnTo>
                  <a:pt x="2381250" y="1304925"/>
                </a:lnTo>
                <a:close/>
                <a:moveTo>
                  <a:pt x="104775" y="1295400"/>
                </a:moveTo>
                <a:lnTo>
                  <a:pt x="114300" y="1295400"/>
                </a:lnTo>
                <a:lnTo>
                  <a:pt x="114300" y="1314450"/>
                </a:lnTo>
                <a:lnTo>
                  <a:pt x="104775" y="1314450"/>
                </a:lnTo>
                <a:lnTo>
                  <a:pt x="104775" y="1323975"/>
                </a:lnTo>
                <a:lnTo>
                  <a:pt x="95250" y="1323975"/>
                </a:lnTo>
                <a:lnTo>
                  <a:pt x="95250" y="1304925"/>
                </a:lnTo>
                <a:lnTo>
                  <a:pt x="104775" y="1304925"/>
                </a:lnTo>
                <a:close/>
                <a:moveTo>
                  <a:pt x="390525" y="1295400"/>
                </a:moveTo>
                <a:lnTo>
                  <a:pt x="400050" y="1295400"/>
                </a:lnTo>
                <a:lnTo>
                  <a:pt x="400050" y="1304925"/>
                </a:lnTo>
                <a:lnTo>
                  <a:pt x="390525" y="1304925"/>
                </a:lnTo>
                <a:close/>
                <a:moveTo>
                  <a:pt x="2143125" y="1295400"/>
                </a:moveTo>
                <a:lnTo>
                  <a:pt x="2152650" y="1295400"/>
                </a:lnTo>
                <a:lnTo>
                  <a:pt x="2152650" y="1323975"/>
                </a:lnTo>
                <a:lnTo>
                  <a:pt x="2143125" y="1323975"/>
                </a:lnTo>
                <a:close/>
                <a:moveTo>
                  <a:pt x="542925" y="1304925"/>
                </a:moveTo>
                <a:lnTo>
                  <a:pt x="552450" y="1304925"/>
                </a:lnTo>
                <a:lnTo>
                  <a:pt x="552450" y="1314450"/>
                </a:lnTo>
                <a:lnTo>
                  <a:pt x="542925" y="1314450"/>
                </a:lnTo>
                <a:close/>
                <a:moveTo>
                  <a:pt x="2266950" y="1304925"/>
                </a:moveTo>
                <a:lnTo>
                  <a:pt x="2286000" y="1304925"/>
                </a:lnTo>
                <a:lnTo>
                  <a:pt x="2286000" y="1314450"/>
                </a:lnTo>
                <a:lnTo>
                  <a:pt x="2295525" y="1314450"/>
                </a:lnTo>
                <a:lnTo>
                  <a:pt x="2295525" y="1323975"/>
                </a:lnTo>
                <a:lnTo>
                  <a:pt x="2314575" y="1323975"/>
                </a:lnTo>
                <a:lnTo>
                  <a:pt x="2314575" y="1333500"/>
                </a:lnTo>
                <a:lnTo>
                  <a:pt x="2305050" y="1333500"/>
                </a:lnTo>
                <a:lnTo>
                  <a:pt x="2305050" y="1352550"/>
                </a:lnTo>
                <a:lnTo>
                  <a:pt x="2286000" y="1352550"/>
                </a:lnTo>
                <a:lnTo>
                  <a:pt x="2286000" y="1343025"/>
                </a:lnTo>
                <a:lnTo>
                  <a:pt x="2266950" y="1343025"/>
                </a:lnTo>
                <a:lnTo>
                  <a:pt x="2266950" y="1323975"/>
                </a:lnTo>
                <a:lnTo>
                  <a:pt x="2257425" y="1323975"/>
                </a:lnTo>
                <a:lnTo>
                  <a:pt x="2257425" y="1314450"/>
                </a:lnTo>
                <a:lnTo>
                  <a:pt x="2266950" y="1314450"/>
                </a:lnTo>
                <a:close/>
                <a:moveTo>
                  <a:pt x="1209675" y="1314450"/>
                </a:moveTo>
                <a:lnTo>
                  <a:pt x="1228725" y="1314450"/>
                </a:lnTo>
                <a:lnTo>
                  <a:pt x="1228725" y="1323975"/>
                </a:lnTo>
                <a:lnTo>
                  <a:pt x="1247775" y="1323975"/>
                </a:lnTo>
                <a:lnTo>
                  <a:pt x="1247775" y="1314450"/>
                </a:lnTo>
                <a:lnTo>
                  <a:pt x="1257300" y="1314450"/>
                </a:lnTo>
                <a:lnTo>
                  <a:pt x="1257300" y="1333500"/>
                </a:lnTo>
                <a:lnTo>
                  <a:pt x="1219200" y="1333500"/>
                </a:lnTo>
                <a:lnTo>
                  <a:pt x="1219200" y="1323975"/>
                </a:lnTo>
                <a:lnTo>
                  <a:pt x="1209675" y="1323975"/>
                </a:lnTo>
                <a:close/>
                <a:moveTo>
                  <a:pt x="2038350" y="1314450"/>
                </a:moveTo>
                <a:lnTo>
                  <a:pt x="2057400" y="1314450"/>
                </a:lnTo>
                <a:lnTo>
                  <a:pt x="2057400" y="1333500"/>
                </a:lnTo>
                <a:lnTo>
                  <a:pt x="2038350" y="1333500"/>
                </a:lnTo>
                <a:close/>
                <a:moveTo>
                  <a:pt x="2200275" y="1314450"/>
                </a:moveTo>
                <a:lnTo>
                  <a:pt x="2228850" y="1314450"/>
                </a:lnTo>
                <a:lnTo>
                  <a:pt x="2228850" y="1323975"/>
                </a:lnTo>
                <a:lnTo>
                  <a:pt x="2209800" y="1323975"/>
                </a:lnTo>
                <a:lnTo>
                  <a:pt x="2209800" y="1343025"/>
                </a:lnTo>
                <a:lnTo>
                  <a:pt x="2200275" y="1343025"/>
                </a:lnTo>
                <a:close/>
                <a:moveTo>
                  <a:pt x="2324100" y="1314450"/>
                </a:moveTo>
                <a:lnTo>
                  <a:pt x="2352675" y="1314450"/>
                </a:lnTo>
                <a:lnTo>
                  <a:pt x="2352675" y="1323975"/>
                </a:lnTo>
                <a:lnTo>
                  <a:pt x="2362200" y="1323975"/>
                </a:lnTo>
                <a:lnTo>
                  <a:pt x="2362200" y="1333500"/>
                </a:lnTo>
                <a:lnTo>
                  <a:pt x="2352675" y="1333500"/>
                </a:lnTo>
                <a:lnTo>
                  <a:pt x="2352675" y="1352550"/>
                </a:lnTo>
                <a:lnTo>
                  <a:pt x="2343150" y="1352550"/>
                </a:lnTo>
                <a:lnTo>
                  <a:pt x="2343150" y="1343025"/>
                </a:lnTo>
                <a:lnTo>
                  <a:pt x="2333625" y="1343025"/>
                </a:lnTo>
                <a:lnTo>
                  <a:pt x="2333625" y="1333500"/>
                </a:lnTo>
                <a:lnTo>
                  <a:pt x="2324100" y="1333500"/>
                </a:lnTo>
                <a:close/>
                <a:moveTo>
                  <a:pt x="342900" y="1323975"/>
                </a:moveTo>
                <a:lnTo>
                  <a:pt x="352425" y="1323975"/>
                </a:lnTo>
                <a:lnTo>
                  <a:pt x="352425" y="1333500"/>
                </a:lnTo>
                <a:lnTo>
                  <a:pt x="342900" y="1333500"/>
                </a:lnTo>
                <a:close/>
                <a:moveTo>
                  <a:pt x="1981200" y="1323975"/>
                </a:moveTo>
                <a:lnTo>
                  <a:pt x="2009775" y="1323975"/>
                </a:lnTo>
                <a:lnTo>
                  <a:pt x="2009775" y="1333500"/>
                </a:lnTo>
                <a:lnTo>
                  <a:pt x="2019300" y="1333500"/>
                </a:lnTo>
                <a:lnTo>
                  <a:pt x="2019300" y="1352550"/>
                </a:lnTo>
                <a:lnTo>
                  <a:pt x="2000250" y="1352550"/>
                </a:lnTo>
                <a:lnTo>
                  <a:pt x="2000250" y="1343025"/>
                </a:lnTo>
                <a:lnTo>
                  <a:pt x="1990725" y="1343025"/>
                </a:lnTo>
                <a:lnTo>
                  <a:pt x="1990725" y="1333500"/>
                </a:lnTo>
                <a:lnTo>
                  <a:pt x="1981200" y="1333500"/>
                </a:lnTo>
                <a:close/>
                <a:moveTo>
                  <a:pt x="485775" y="1333500"/>
                </a:moveTo>
                <a:lnTo>
                  <a:pt x="495300" y="1333500"/>
                </a:lnTo>
                <a:lnTo>
                  <a:pt x="495300" y="1343025"/>
                </a:lnTo>
                <a:lnTo>
                  <a:pt x="485775" y="1343025"/>
                </a:lnTo>
                <a:close/>
                <a:moveTo>
                  <a:pt x="581025" y="1333500"/>
                </a:moveTo>
                <a:lnTo>
                  <a:pt x="600075" y="1333500"/>
                </a:lnTo>
                <a:lnTo>
                  <a:pt x="600075" y="1343025"/>
                </a:lnTo>
                <a:lnTo>
                  <a:pt x="581025" y="1343025"/>
                </a:lnTo>
                <a:close/>
                <a:moveTo>
                  <a:pt x="57150" y="1343025"/>
                </a:moveTo>
                <a:lnTo>
                  <a:pt x="76200" y="1343025"/>
                </a:lnTo>
                <a:lnTo>
                  <a:pt x="76200" y="1352550"/>
                </a:lnTo>
                <a:lnTo>
                  <a:pt x="57150" y="1352550"/>
                </a:lnTo>
                <a:close/>
                <a:moveTo>
                  <a:pt x="85725" y="1343025"/>
                </a:moveTo>
                <a:lnTo>
                  <a:pt x="95250" y="1343025"/>
                </a:lnTo>
                <a:lnTo>
                  <a:pt x="95250" y="1352550"/>
                </a:lnTo>
                <a:lnTo>
                  <a:pt x="85725" y="1352550"/>
                </a:lnTo>
                <a:close/>
                <a:moveTo>
                  <a:pt x="123825" y="1343025"/>
                </a:moveTo>
                <a:lnTo>
                  <a:pt x="133350" y="1343025"/>
                </a:lnTo>
                <a:lnTo>
                  <a:pt x="133350" y="1419225"/>
                </a:lnTo>
                <a:lnTo>
                  <a:pt x="123825" y="1419225"/>
                </a:lnTo>
                <a:close/>
                <a:moveTo>
                  <a:pt x="342900" y="1343025"/>
                </a:moveTo>
                <a:lnTo>
                  <a:pt x="352425" y="1343025"/>
                </a:lnTo>
                <a:lnTo>
                  <a:pt x="352425" y="1352550"/>
                </a:lnTo>
                <a:lnTo>
                  <a:pt x="342900" y="1352550"/>
                </a:lnTo>
                <a:close/>
                <a:moveTo>
                  <a:pt x="657225" y="1343025"/>
                </a:moveTo>
                <a:lnTo>
                  <a:pt x="666750" y="1343025"/>
                </a:lnTo>
                <a:lnTo>
                  <a:pt x="666750" y="1352550"/>
                </a:lnTo>
                <a:lnTo>
                  <a:pt x="657225" y="1352550"/>
                </a:lnTo>
                <a:close/>
                <a:moveTo>
                  <a:pt x="2209800" y="1343025"/>
                </a:moveTo>
                <a:lnTo>
                  <a:pt x="2219325" y="1343025"/>
                </a:lnTo>
                <a:lnTo>
                  <a:pt x="2219325" y="1362075"/>
                </a:lnTo>
                <a:lnTo>
                  <a:pt x="2209800" y="1362075"/>
                </a:lnTo>
                <a:close/>
                <a:moveTo>
                  <a:pt x="2409825" y="1343025"/>
                </a:moveTo>
                <a:lnTo>
                  <a:pt x="2419350" y="1343025"/>
                </a:lnTo>
                <a:lnTo>
                  <a:pt x="2419350" y="1352550"/>
                </a:lnTo>
                <a:lnTo>
                  <a:pt x="2409825" y="1352550"/>
                </a:lnTo>
                <a:close/>
                <a:moveTo>
                  <a:pt x="19050" y="1352550"/>
                </a:moveTo>
                <a:lnTo>
                  <a:pt x="47625" y="1352550"/>
                </a:lnTo>
                <a:lnTo>
                  <a:pt x="47625" y="1362075"/>
                </a:lnTo>
                <a:lnTo>
                  <a:pt x="38100" y="1362075"/>
                </a:lnTo>
                <a:lnTo>
                  <a:pt x="38100" y="1381125"/>
                </a:lnTo>
                <a:lnTo>
                  <a:pt x="19050" y="1381125"/>
                </a:lnTo>
                <a:close/>
                <a:moveTo>
                  <a:pt x="104775" y="1352550"/>
                </a:moveTo>
                <a:lnTo>
                  <a:pt x="114300" y="1352550"/>
                </a:lnTo>
                <a:lnTo>
                  <a:pt x="114300" y="1362075"/>
                </a:lnTo>
                <a:lnTo>
                  <a:pt x="104775" y="1362075"/>
                </a:lnTo>
                <a:close/>
                <a:moveTo>
                  <a:pt x="428625" y="1352550"/>
                </a:moveTo>
                <a:lnTo>
                  <a:pt x="438150" y="1352550"/>
                </a:lnTo>
                <a:lnTo>
                  <a:pt x="438150" y="1362075"/>
                </a:lnTo>
                <a:lnTo>
                  <a:pt x="428625" y="1362075"/>
                </a:lnTo>
                <a:close/>
                <a:moveTo>
                  <a:pt x="895350" y="1352550"/>
                </a:moveTo>
                <a:lnTo>
                  <a:pt x="904875" y="1352550"/>
                </a:lnTo>
                <a:lnTo>
                  <a:pt x="904875" y="1362075"/>
                </a:lnTo>
                <a:lnTo>
                  <a:pt x="895350" y="1362075"/>
                </a:lnTo>
                <a:close/>
                <a:moveTo>
                  <a:pt x="419100" y="1362075"/>
                </a:moveTo>
                <a:lnTo>
                  <a:pt x="428625" y="1362075"/>
                </a:lnTo>
                <a:lnTo>
                  <a:pt x="428625" y="1371600"/>
                </a:lnTo>
                <a:lnTo>
                  <a:pt x="419100" y="1371600"/>
                </a:lnTo>
                <a:close/>
                <a:moveTo>
                  <a:pt x="904875" y="1362075"/>
                </a:moveTo>
                <a:lnTo>
                  <a:pt x="914400" y="1362075"/>
                </a:lnTo>
                <a:lnTo>
                  <a:pt x="914400" y="1371600"/>
                </a:lnTo>
                <a:lnTo>
                  <a:pt x="904875" y="1371600"/>
                </a:lnTo>
                <a:close/>
                <a:moveTo>
                  <a:pt x="1666875" y="1362075"/>
                </a:moveTo>
                <a:lnTo>
                  <a:pt x="1676400" y="1362075"/>
                </a:lnTo>
                <a:lnTo>
                  <a:pt x="1676400" y="1390650"/>
                </a:lnTo>
                <a:lnTo>
                  <a:pt x="1685925" y="1390650"/>
                </a:lnTo>
                <a:lnTo>
                  <a:pt x="1685925" y="1400175"/>
                </a:lnTo>
                <a:lnTo>
                  <a:pt x="1666875" y="1400175"/>
                </a:lnTo>
                <a:close/>
                <a:moveTo>
                  <a:pt x="2276475" y="1362075"/>
                </a:moveTo>
                <a:lnTo>
                  <a:pt x="2286000" y="1362075"/>
                </a:lnTo>
                <a:lnTo>
                  <a:pt x="2286000" y="1371600"/>
                </a:lnTo>
                <a:lnTo>
                  <a:pt x="2276475" y="1371600"/>
                </a:lnTo>
                <a:close/>
                <a:moveTo>
                  <a:pt x="2400300" y="1362075"/>
                </a:moveTo>
                <a:lnTo>
                  <a:pt x="2409825" y="1362075"/>
                </a:lnTo>
                <a:lnTo>
                  <a:pt x="2409825" y="1390650"/>
                </a:lnTo>
                <a:lnTo>
                  <a:pt x="2428875" y="1390650"/>
                </a:lnTo>
                <a:lnTo>
                  <a:pt x="2428875" y="1400175"/>
                </a:lnTo>
                <a:lnTo>
                  <a:pt x="2390775" y="1400175"/>
                </a:lnTo>
                <a:lnTo>
                  <a:pt x="2390775" y="1381125"/>
                </a:lnTo>
                <a:lnTo>
                  <a:pt x="2400300" y="1381125"/>
                </a:lnTo>
                <a:close/>
                <a:moveTo>
                  <a:pt x="895350" y="1371600"/>
                </a:moveTo>
                <a:lnTo>
                  <a:pt x="904875" y="1371600"/>
                </a:lnTo>
                <a:lnTo>
                  <a:pt x="904875" y="1381125"/>
                </a:lnTo>
                <a:lnTo>
                  <a:pt x="895350" y="1381125"/>
                </a:lnTo>
                <a:close/>
                <a:moveTo>
                  <a:pt x="1009650" y="1371600"/>
                </a:moveTo>
                <a:lnTo>
                  <a:pt x="1019175" y="1371600"/>
                </a:lnTo>
                <a:lnTo>
                  <a:pt x="1019175" y="1381125"/>
                </a:lnTo>
                <a:lnTo>
                  <a:pt x="1009650" y="1381125"/>
                </a:lnTo>
                <a:close/>
                <a:moveTo>
                  <a:pt x="1390650" y="1371600"/>
                </a:moveTo>
                <a:lnTo>
                  <a:pt x="1409700" y="1371600"/>
                </a:lnTo>
                <a:lnTo>
                  <a:pt x="1409700" y="1381125"/>
                </a:lnTo>
                <a:lnTo>
                  <a:pt x="1390650" y="1381125"/>
                </a:lnTo>
                <a:close/>
                <a:moveTo>
                  <a:pt x="1619250" y="1371600"/>
                </a:moveTo>
                <a:lnTo>
                  <a:pt x="1628775" y="1371600"/>
                </a:lnTo>
                <a:lnTo>
                  <a:pt x="1628775" y="1381125"/>
                </a:lnTo>
                <a:lnTo>
                  <a:pt x="1619250" y="1381125"/>
                </a:lnTo>
                <a:close/>
                <a:moveTo>
                  <a:pt x="47625" y="1381125"/>
                </a:moveTo>
                <a:lnTo>
                  <a:pt x="66675" y="1381125"/>
                </a:lnTo>
                <a:lnTo>
                  <a:pt x="66675" y="1390650"/>
                </a:lnTo>
                <a:lnTo>
                  <a:pt x="76200" y="1390650"/>
                </a:lnTo>
                <a:lnTo>
                  <a:pt x="76200" y="1381125"/>
                </a:lnTo>
                <a:lnTo>
                  <a:pt x="114300" y="1381125"/>
                </a:lnTo>
                <a:lnTo>
                  <a:pt x="114300" y="1390650"/>
                </a:lnTo>
                <a:lnTo>
                  <a:pt x="85725" y="1390650"/>
                </a:lnTo>
                <a:lnTo>
                  <a:pt x="85725" y="1400175"/>
                </a:lnTo>
                <a:lnTo>
                  <a:pt x="57150" y="1400175"/>
                </a:lnTo>
                <a:lnTo>
                  <a:pt x="57150" y="1390650"/>
                </a:lnTo>
                <a:lnTo>
                  <a:pt x="47625" y="1390650"/>
                </a:lnTo>
                <a:close/>
                <a:moveTo>
                  <a:pt x="447675" y="1381125"/>
                </a:moveTo>
                <a:lnTo>
                  <a:pt x="457200" y="1381125"/>
                </a:lnTo>
                <a:lnTo>
                  <a:pt x="457200" y="1390650"/>
                </a:lnTo>
                <a:lnTo>
                  <a:pt x="447675" y="1390650"/>
                </a:lnTo>
                <a:close/>
                <a:moveTo>
                  <a:pt x="771525" y="1381125"/>
                </a:moveTo>
                <a:lnTo>
                  <a:pt x="781050" y="1381125"/>
                </a:lnTo>
                <a:lnTo>
                  <a:pt x="781050" y="1390650"/>
                </a:lnTo>
                <a:lnTo>
                  <a:pt x="771525" y="1390650"/>
                </a:lnTo>
                <a:close/>
                <a:moveTo>
                  <a:pt x="2133600" y="1381125"/>
                </a:moveTo>
                <a:lnTo>
                  <a:pt x="2152650" y="1381125"/>
                </a:lnTo>
                <a:lnTo>
                  <a:pt x="2152650" y="1419225"/>
                </a:lnTo>
                <a:lnTo>
                  <a:pt x="2143125" y="1419225"/>
                </a:lnTo>
                <a:lnTo>
                  <a:pt x="2143125" y="1428750"/>
                </a:lnTo>
                <a:lnTo>
                  <a:pt x="2133600" y="1428750"/>
                </a:lnTo>
                <a:close/>
                <a:moveTo>
                  <a:pt x="733425" y="1390650"/>
                </a:moveTo>
                <a:lnTo>
                  <a:pt x="742950" y="1390650"/>
                </a:lnTo>
                <a:lnTo>
                  <a:pt x="742950" y="1400175"/>
                </a:lnTo>
                <a:lnTo>
                  <a:pt x="733425" y="1400175"/>
                </a:lnTo>
                <a:close/>
                <a:moveTo>
                  <a:pt x="981075" y="1390650"/>
                </a:moveTo>
                <a:lnTo>
                  <a:pt x="990600" y="1390650"/>
                </a:lnTo>
                <a:lnTo>
                  <a:pt x="990600" y="1400175"/>
                </a:lnTo>
                <a:lnTo>
                  <a:pt x="1000125" y="1400175"/>
                </a:lnTo>
                <a:lnTo>
                  <a:pt x="1000125" y="1409700"/>
                </a:lnTo>
                <a:lnTo>
                  <a:pt x="981075" y="1409700"/>
                </a:lnTo>
                <a:close/>
                <a:moveTo>
                  <a:pt x="1019175" y="1390650"/>
                </a:moveTo>
                <a:lnTo>
                  <a:pt x="1028700" y="1390650"/>
                </a:lnTo>
                <a:lnTo>
                  <a:pt x="1028700" y="1409700"/>
                </a:lnTo>
                <a:lnTo>
                  <a:pt x="1019175" y="1409700"/>
                </a:lnTo>
                <a:close/>
                <a:moveTo>
                  <a:pt x="695325" y="1400175"/>
                </a:moveTo>
                <a:lnTo>
                  <a:pt x="704850" y="1400175"/>
                </a:lnTo>
                <a:lnTo>
                  <a:pt x="704850" y="1409700"/>
                </a:lnTo>
                <a:lnTo>
                  <a:pt x="695325" y="1409700"/>
                </a:lnTo>
                <a:close/>
                <a:moveTo>
                  <a:pt x="9525" y="1409700"/>
                </a:moveTo>
                <a:lnTo>
                  <a:pt x="28575" y="1409700"/>
                </a:lnTo>
                <a:lnTo>
                  <a:pt x="28575" y="1419225"/>
                </a:lnTo>
                <a:lnTo>
                  <a:pt x="47625" y="1419225"/>
                </a:lnTo>
                <a:lnTo>
                  <a:pt x="47625" y="1428750"/>
                </a:lnTo>
                <a:lnTo>
                  <a:pt x="57150" y="1428750"/>
                </a:lnTo>
                <a:lnTo>
                  <a:pt x="57150" y="1438275"/>
                </a:lnTo>
                <a:lnTo>
                  <a:pt x="47625" y="1438275"/>
                </a:lnTo>
                <a:lnTo>
                  <a:pt x="47625" y="1457325"/>
                </a:lnTo>
                <a:lnTo>
                  <a:pt x="38100" y="1457325"/>
                </a:lnTo>
                <a:lnTo>
                  <a:pt x="38100" y="1447800"/>
                </a:lnTo>
                <a:lnTo>
                  <a:pt x="19050" y="1447800"/>
                </a:lnTo>
                <a:lnTo>
                  <a:pt x="19050" y="1438275"/>
                </a:lnTo>
                <a:lnTo>
                  <a:pt x="9525" y="1438275"/>
                </a:lnTo>
                <a:close/>
                <a:moveTo>
                  <a:pt x="1990725" y="1409700"/>
                </a:moveTo>
                <a:lnTo>
                  <a:pt x="2000250" y="1409700"/>
                </a:lnTo>
                <a:lnTo>
                  <a:pt x="2000250" y="1419225"/>
                </a:lnTo>
                <a:lnTo>
                  <a:pt x="1990725" y="1419225"/>
                </a:lnTo>
                <a:close/>
                <a:moveTo>
                  <a:pt x="2400300" y="1409700"/>
                </a:moveTo>
                <a:lnTo>
                  <a:pt x="2409825" y="1409700"/>
                </a:lnTo>
                <a:lnTo>
                  <a:pt x="2409825" y="1428750"/>
                </a:lnTo>
                <a:lnTo>
                  <a:pt x="2419350" y="1428750"/>
                </a:lnTo>
                <a:lnTo>
                  <a:pt x="2419350" y="1438275"/>
                </a:lnTo>
                <a:lnTo>
                  <a:pt x="2390775" y="1438275"/>
                </a:lnTo>
                <a:lnTo>
                  <a:pt x="2390775" y="1419225"/>
                </a:lnTo>
                <a:lnTo>
                  <a:pt x="2400300" y="1419225"/>
                </a:lnTo>
                <a:close/>
                <a:moveTo>
                  <a:pt x="85725" y="1419225"/>
                </a:moveTo>
                <a:lnTo>
                  <a:pt x="95250" y="1419225"/>
                </a:lnTo>
                <a:lnTo>
                  <a:pt x="95250" y="1428750"/>
                </a:lnTo>
                <a:lnTo>
                  <a:pt x="104775" y="1428750"/>
                </a:lnTo>
                <a:lnTo>
                  <a:pt x="104775" y="1457325"/>
                </a:lnTo>
                <a:lnTo>
                  <a:pt x="95250" y="1457325"/>
                </a:lnTo>
                <a:lnTo>
                  <a:pt x="95250" y="1476375"/>
                </a:lnTo>
                <a:lnTo>
                  <a:pt x="104775" y="1476375"/>
                </a:lnTo>
                <a:lnTo>
                  <a:pt x="104775" y="1457325"/>
                </a:lnTo>
                <a:lnTo>
                  <a:pt x="114300" y="1457325"/>
                </a:lnTo>
                <a:lnTo>
                  <a:pt x="114300" y="1419225"/>
                </a:lnTo>
                <a:lnTo>
                  <a:pt x="123825" y="1419225"/>
                </a:lnTo>
                <a:lnTo>
                  <a:pt x="123825" y="1457325"/>
                </a:lnTo>
                <a:lnTo>
                  <a:pt x="114300" y="1457325"/>
                </a:lnTo>
                <a:lnTo>
                  <a:pt x="114300" y="1495425"/>
                </a:lnTo>
                <a:lnTo>
                  <a:pt x="123825" y="1495425"/>
                </a:lnTo>
                <a:lnTo>
                  <a:pt x="123825" y="1514475"/>
                </a:lnTo>
                <a:lnTo>
                  <a:pt x="114300" y="1514475"/>
                </a:lnTo>
                <a:lnTo>
                  <a:pt x="114300" y="1590675"/>
                </a:lnTo>
                <a:lnTo>
                  <a:pt x="104775" y="1590675"/>
                </a:lnTo>
                <a:lnTo>
                  <a:pt x="104775" y="1638300"/>
                </a:lnTo>
                <a:lnTo>
                  <a:pt x="95250" y="1638300"/>
                </a:lnTo>
                <a:lnTo>
                  <a:pt x="95250" y="1590675"/>
                </a:lnTo>
                <a:lnTo>
                  <a:pt x="76200" y="1590675"/>
                </a:lnTo>
                <a:lnTo>
                  <a:pt x="76200" y="1609725"/>
                </a:lnTo>
                <a:lnTo>
                  <a:pt x="66675" y="1609725"/>
                </a:lnTo>
                <a:lnTo>
                  <a:pt x="66675" y="1628775"/>
                </a:lnTo>
                <a:lnTo>
                  <a:pt x="57150" y="1628775"/>
                </a:lnTo>
                <a:lnTo>
                  <a:pt x="57150" y="1619250"/>
                </a:lnTo>
                <a:lnTo>
                  <a:pt x="38100" y="1619250"/>
                </a:lnTo>
                <a:lnTo>
                  <a:pt x="38100" y="1609725"/>
                </a:lnTo>
                <a:lnTo>
                  <a:pt x="19050" y="1609725"/>
                </a:lnTo>
                <a:lnTo>
                  <a:pt x="19050" y="1590675"/>
                </a:lnTo>
                <a:lnTo>
                  <a:pt x="28575" y="1590675"/>
                </a:lnTo>
                <a:lnTo>
                  <a:pt x="28575" y="1581150"/>
                </a:lnTo>
                <a:lnTo>
                  <a:pt x="38100" y="1581150"/>
                </a:lnTo>
                <a:lnTo>
                  <a:pt x="38100" y="1571625"/>
                </a:lnTo>
                <a:lnTo>
                  <a:pt x="28575" y="1571625"/>
                </a:lnTo>
                <a:lnTo>
                  <a:pt x="28575" y="1552575"/>
                </a:lnTo>
                <a:lnTo>
                  <a:pt x="57150" y="1552575"/>
                </a:lnTo>
                <a:lnTo>
                  <a:pt x="57150" y="1562100"/>
                </a:lnTo>
                <a:lnTo>
                  <a:pt x="66675" y="1562100"/>
                </a:lnTo>
                <a:lnTo>
                  <a:pt x="66675" y="1485900"/>
                </a:lnTo>
                <a:lnTo>
                  <a:pt x="57150" y="1485900"/>
                </a:lnTo>
                <a:lnTo>
                  <a:pt x="57150" y="1476375"/>
                </a:lnTo>
                <a:lnTo>
                  <a:pt x="47625" y="1476375"/>
                </a:lnTo>
                <a:lnTo>
                  <a:pt x="47625" y="1466850"/>
                </a:lnTo>
                <a:lnTo>
                  <a:pt x="66675" y="1466850"/>
                </a:lnTo>
                <a:lnTo>
                  <a:pt x="66675" y="1447800"/>
                </a:lnTo>
                <a:lnTo>
                  <a:pt x="76200" y="1447800"/>
                </a:lnTo>
                <a:lnTo>
                  <a:pt x="76200" y="1428750"/>
                </a:lnTo>
                <a:lnTo>
                  <a:pt x="85725" y="1428750"/>
                </a:lnTo>
                <a:close/>
                <a:moveTo>
                  <a:pt x="2095500" y="1419225"/>
                </a:moveTo>
                <a:lnTo>
                  <a:pt x="2105025" y="1419225"/>
                </a:lnTo>
                <a:lnTo>
                  <a:pt x="2105025" y="1447800"/>
                </a:lnTo>
                <a:lnTo>
                  <a:pt x="2095500" y="1447800"/>
                </a:lnTo>
                <a:close/>
                <a:moveTo>
                  <a:pt x="2152650" y="1419225"/>
                </a:moveTo>
                <a:lnTo>
                  <a:pt x="2162175" y="1419225"/>
                </a:lnTo>
                <a:lnTo>
                  <a:pt x="2162175" y="1428750"/>
                </a:lnTo>
                <a:lnTo>
                  <a:pt x="2152650" y="1428750"/>
                </a:lnTo>
                <a:close/>
                <a:moveTo>
                  <a:pt x="704850" y="1428750"/>
                </a:moveTo>
                <a:lnTo>
                  <a:pt x="714375" y="1428750"/>
                </a:lnTo>
                <a:lnTo>
                  <a:pt x="714375" y="1438275"/>
                </a:lnTo>
                <a:lnTo>
                  <a:pt x="704850" y="1438275"/>
                </a:lnTo>
                <a:close/>
                <a:moveTo>
                  <a:pt x="771525" y="1428750"/>
                </a:moveTo>
                <a:lnTo>
                  <a:pt x="781050" y="1428750"/>
                </a:lnTo>
                <a:lnTo>
                  <a:pt x="781050" y="1438275"/>
                </a:lnTo>
                <a:lnTo>
                  <a:pt x="790575" y="1438275"/>
                </a:lnTo>
                <a:lnTo>
                  <a:pt x="790575" y="1428750"/>
                </a:lnTo>
                <a:lnTo>
                  <a:pt x="800100" y="1428750"/>
                </a:lnTo>
                <a:lnTo>
                  <a:pt x="800100" y="1438275"/>
                </a:lnTo>
                <a:lnTo>
                  <a:pt x="809625" y="1438275"/>
                </a:lnTo>
                <a:lnTo>
                  <a:pt x="809625" y="1447800"/>
                </a:lnTo>
                <a:lnTo>
                  <a:pt x="819150" y="1447800"/>
                </a:lnTo>
                <a:lnTo>
                  <a:pt x="819150" y="1438275"/>
                </a:lnTo>
                <a:lnTo>
                  <a:pt x="828675" y="1438275"/>
                </a:lnTo>
                <a:lnTo>
                  <a:pt x="828675" y="1447800"/>
                </a:lnTo>
                <a:lnTo>
                  <a:pt x="819150" y="1447800"/>
                </a:lnTo>
                <a:lnTo>
                  <a:pt x="819150" y="1466850"/>
                </a:lnTo>
                <a:lnTo>
                  <a:pt x="809625" y="1466850"/>
                </a:lnTo>
                <a:lnTo>
                  <a:pt x="809625" y="1457325"/>
                </a:lnTo>
                <a:lnTo>
                  <a:pt x="790575" y="1457325"/>
                </a:lnTo>
                <a:lnTo>
                  <a:pt x="790575" y="1476375"/>
                </a:lnTo>
                <a:lnTo>
                  <a:pt x="781050" y="1476375"/>
                </a:lnTo>
                <a:lnTo>
                  <a:pt x="781050" y="1447800"/>
                </a:lnTo>
                <a:lnTo>
                  <a:pt x="771525" y="1447800"/>
                </a:lnTo>
                <a:close/>
                <a:moveTo>
                  <a:pt x="838200" y="1428750"/>
                </a:moveTo>
                <a:lnTo>
                  <a:pt x="847725" y="1428750"/>
                </a:lnTo>
                <a:lnTo>
                  <a:pt x="847725" y="1438275"/>
                </a:lnTo>
                <a:lnTo>
                  <a:pt x="838200" y="1438275"/>
                </a:lnTo>
                <a:close/>
                <a:moveTo>
                  <a:pt x="1409700" y="1428750"/>
                </a:moveTo>
                <a:lnTo>
                  <a:pt x="1419225" y="1428750"/>
                </a:lnTo>
                <a:lnTo>
                  <a:pt x="1419225" y="1438275"/>
                </a:lnTo>
                <a:lnTo>
                  <a:pt x="1409700" y="1438275"/>
                </a:lnTo>
                <a:close/>
                <a:moveTo>
                  <a:pt x="1695450" y="1428750"/>
                </a:moveTo>
                <a:lnTo>
                  <a:pt x="1704975" y="1428750"/>
                </a:lnTo>
                <a:lnTo>
                  <a:pt x="1704975" y="1438275"/>
                </a:lnTo>
                <a:lnTo>
                  <a:pt x="1695450" y="1438275"/>
                </a:lnTo>
                <a:close/>
                <a:moveTo>
                  <a:pt x="2247900" y="1428750"/>
                </a:moveTo>
                <a:lnTo>
                  <a:pt x="2257425" y="1428750"/>
                </a:lnTo>
                <a:lnTo>
                  <a:pt x="2257425" y="1438275"/>
                </a:lnTo>
                <a:lnTo>
                  <a:pt x="2247900" y="1438275"/>
                </a:lnTo>
                <a:close/>
                <a:moveTo>
                  <a:pt x="476250" y="1438275"/>
                </a:moveTo>
                <a:lnTo>
                  <a:pt x="485775" y="1438275"/>
                </a:lnTo>
                <a:lnTo>
                  <a:pt x="485775" y="1447800"/>
                </a:lnTo>
                <a:lnTo>
                  <a:pt x="476250" y="1447800"/>
                </a:lnTo>
                <a:close/>
                <a:moveTo>
                  <a:pt x="571500" y="1438275"/>
                </a:moveTo>
                <a:lnTo>
                  <a:pt x="600075" y="1438275"/>
                </a:lnTo>
                <a:lnTo>
                  <a:pt x="600075" y="1447800"/>
                </a:lnTo>
                <a:lnTo>
                  <a:pt x="571500" y="1447800"/>
                </a:lnTo>
                <a:close/>
                <a:moveTo>
                  <a:pt x="1790700" y="1447800"/>
                </a:moveTo>
                <a:lnTo>
                  <a:pt x="1800225" y="1447800"/>
                </a:lnTo>
                <a:lnTo>
                  <a:pt x="1800225" y="1457325"/>
                </a:lnTo>
                <a:lnTo>
                  <a:pt x="1790700" y="1457325"/>
                </a:lnTo>
                <a:close/>
                <a:moveTo>
                  <a:pt x="619125" y="1457325"/>
                </a:moveTo>
                <a:lnTo>
                  <a:pt x="628650" y="1457325"/>
                </a:lnTo>
                <a:lnTo>
                  <a:pt x="628650" y="1466850"/>
                </a:lnTo>
                <a:lnTo>
                  <a:pt x="619125" y="1466850"/>
                </a:lnTo>
                <a:close/>
                <a:moveTo>
                  <a:pt x="866775" y="1457325"/>
                </a:moveTo>
                <a:lnTo>
                  <a:pt x="876300" y="1457325"/>
                </a:lnTo>
                <a:lnTo>
                  <a:pt x="876300" y="1466850"/>
                </a:lnTo>
                <a:lnTo>
                  <a:pt x="866775" y="1466850"/>
                </a:lnTo>
                <a:close/>
                <a:moveTo>
                  <a:pt x="1752600" y="1457325"/>
                </a:moveTo>
                <a:lnTo>
                  <a:pt x="1762125" y="1457325"/>
                </a:lnTo>
                <a:lnTo>
                  <a:pt x="1762125" y="1476375"/>
                </a:lnTo>
                <a:lnTo>
                  <a:pt x="1752600" y="1476375"/>
                </a:lnTo>
                <a:close/>
                <a:moveTo>
                  <a:pt x="1809750" y="1457325"/>
                </a:moveTo>
                <a:lnTo>
                  <a:pt x="1819275" y="1457325"/>
                </a:lnTo>
                <a:lnTo>
                  <a:pt x="1819275" y="1466850"/>
                </a:lnTo>
                <a:lnTo>
                  <a:pt x="1809750" y="1466850"/>
                </a:lnTo>
                <a:close/>
                <a:moveTo>
                  <a:pt x="495300" y="1466850"/>
                </a:moveTo>
                <a:lnTo>
                  <a:pt x="504825" y="1466850"/>
                </a:lnTo>
                <a:lnTo>
                  <a:pt x="504825" y="1476375"/>
                </a:lnTo>
                <a:lnTo>
                  <a:pt x="495300" y="1476375"/>
                </a:lnTo>
                <a:close/>
                <a:moveTo>
                  <a:pt x="581025" y="1466850"/>
                </a:moveTo>
                <a:lnTo>
                  <a:pt x="590550" y="1466850"/>
                </a:lnTo>
                <a:lnTo>
                  <a:pt x="590550" y="1476375"/>
                </a:lnTo>
                <a:lnTo>
                  <a:pt x="581025" y="1476375"/>
                </a:lnTo>
                <a:close/>
                <a:moveTo>
                  <a:pt x="733425" y="1466850"/>
                </a:moveTo>
                <a:lnTo>
                  <a:pt x="742950" y="1466850"/>
                </a:lnTo>
                <a:lnTo>
                  <a:pt x="742950" y="1476375"/>
                </a:lnTo>
                <a:lnTo>
                  <a:pt x="733425" y="1476375"/>
                </a:lnTo>
                <a:close/>
                <a:moveTo>
                  <a:pt x="752475" y="1466850"/>
                </a:moveTo>
                <a:lnTo>
                  <a:pt x="762000" y="1466850"/>
                </a:lnTo>
                <a:lnTo>
                  <a:pt x="762000" y="1476375"/>
                </a:lnTo>
                <a:lnTo>
                  <a:pt x="752475" y="1476375"/>
                </a:lnTo>
                <a:close/>
                <a:moveTo>
                  <a:pt x="819150" y="1466850"/>
                </a:moveTo>
                <a:lnTo>
                  <a:pt x="847725" y="1466850"/>
                </a:lnTo>
                <a:lnTo>
                  <a:pt x="847725" y="1476375"/>
                </a:lnTo>
                <a:lnTo>
                  <a:pt x="819150" y="1476375"/>
                </a:lnTo>
                <a:close/>
                <a:moveTo>
                  <a:pt x="1695450" y="1466850"/>
                </a:moveTo>
                <a:lnTo>
                  <a:pt x="1704975" y="1466850"/>
                </a:lnTo>
                <a:lnTo>
                  <a:pt x="1704975" y="1476375"/>
                </a:lnTo>
                <a:lnTo>
                  <a:pt x="1695450" y="1476375"/>
                </a:lnTo>
                <a:close/>
                <a:moveTo>
                  <a:pt x="485775" y="1476375"/>
                </a:moveTo>
                <a:lnTo>
                  <a:pt x="495300" y="1476375"/>
                </a:lnTo>
                <a:lnTo>
                  <a:pt x="495300" y="1485900"/>
                </a:lnTo>
                <a:lnTo>
                  <a:pt x="485775" y="1485900"/>
                </a:lnTo>
                <a:close/>
                <a:moveTo>
                  <a:pt x="2095500" y="1476375"/>
                </a:moveTo>
                <a:lnTo>
                  <a:pt x="2105025" y="1476375"/>
                </a:lnTo>
                <a:lnTo>
                  <a:pt x="2105025" y="1524000"/>
                </a:lnTo>
                <a:lnTo>
                  <a:pt x="2085975" y="1524000"/>
                </a:lnTo>
                <a:lnTo>
                  <a:pt x="2085975" y="1514475"/>
                </a:lnTo>
                <a:lnTo>
                  <a:pt x="2095500" y="1514475"/>
                </a:lnTo>
                <a:lnTo>
                  <a:pt x="2095500" y="1495425"/>
                </a:lnTo>
                <a:lnTo>
                  <a:pt x="2085975" y="1495425"/>
                </a:lnTo>
                <a:lnTo>
                  <a:pt x="2085975" y="1485900"/>
                </a:lnTo>
                <a:lnTo>
                  <a:pt x="2095500" y="1485900"/>
                </a:lnTo>
                <a:close/>
                <a:moveTo>
                  <a:pt x="2257425" y="1476375"/>
                </a:moveTo>
                <a:lnTo>
                  <a:pt x="2266950" y="1476375"/>
                </a:lnTo>
                <a:lnTo>
                  <a:pt x="2266950" y="1495425"/>
                </a:lnTo>
                <a:lnTo>
                  <a:pt x="2247900" y="1495425"/>
                </a:lnTo>
                <a:lnTo>
                  <a:pt x="2247900" y="1485900"/>
                </a:lnTo>
                <a:lnTo>
                  <a:pt x="2257425" y="1485900"/>
                </a:lnTo>
                <a:close/>
                <a:moveTo>
                  <a:pt x="2276475" y="1476375"/>
                </a:moveTo>
                <a:lnTo>
                  <a:pt x="2286000" y="1476375"/>
                </a:lnTo>
                <a:lnTo>
                  <a:pt x="2286000" y="1495425"/>
                </a:lnTo>
                <a:lnTo>
                  <a:pt x="2276475" y="1495425"/>
                </a:lnTo>
                <a:close/>
                <a:moveTo>
                  <a:pt x="2438400" y="1476375"/>
                </a:moveTo>
                <a:lnTo>
                  <a:pt x="2447925" y="1476375"/>
                </a:lnTo>
                <a:lnTo>
                  <a:pt x="2447925" y="1485900"/>
                </a:lnTo>
                <a:lnTo>
                  <a:pt x="2438400" y="1485900"/>
                </a:lnTo>
                <a:close/>
                <a:moveTo>
                  <a:pt x="0" y="1485900"/>
                </a:moveTo>
                <a:lnTo>
                  <a:pt x="28575" y="1485900"/>
                </a:lnTo>
                <a:lnTo>
                  <a:pt x="28575" y="1495425"/>
                </a:lnTo>
                <a:lnTo>
                  <a:pt x="38100" y="1495425"/>
                </a:lnTo>
                <a:lnTo>
                  <a:pt x="38100" y="1514475"/>
                </a:lnTo>
                <a:lnTo>
                  <a:pt x="28575" y="1514475"/>
                </a:lnTo>
                <a:lnTo>
                  <a:pt x="28575" y="1533525"/>
                </a:lnTo>
                <a:lnTo>
                  <a:pt x="19050" y="1533525"/>
                </a:lnTo>
                <a:lnTo>
                  <a:pt x="19050" y="1543050"/>
                </a:lnTo>
                <a:lnTo>
                  <a:pt x="9525" y="1543050"/>
                </a:lnTo>
                <a:lnTo>
                  <a:pt x="9525" y="1552575"/>
                </a:lnTo>
                <a:lnTo>
                  <a:pt x="0" y="1552575"/>
                </a:lnTo>
                <a:lnTo>
                  <a:pt x="0" y="1514475"/>
                </a:lnTo>
                <a:lnTo>
                  <a:pt x="9525" y="1514475"/>
                </a:lnTo>
                <a:lnTo>
                  <a:pt x="9525" y="1504950"/>
                </a:lnTo>
                <a:lnTo>
                  <a:pt x="0" y="1504950"/>
                </a:lnTo>
                <a:close/>
                <a:moveTo>
                  <a:pt x="762000" y="1485900"/>
                </a:moveTo>
                <a:lnTo>
                  <a:pt x="771525" y="1485900"/>
                </a:lnTo>
                <a:lnTo>
                  <a:pt x="771525" y="1495425"/>
                </a:lnTo>
                <a:lnTo>
                  <a:pt x="762000" y="1495425"/>
                </a:lnTo>
                <a:close/>
                <a:moveTo>
                  <a:pt x="1047750" y="1485900"/>
                </a:moveTo>
                <a:lnTo>
                  <a:pt x="1057275" y="1485900"/>
                </a:lnTo>
                <a:lnTo>
                  <a:pt x="1057275" y="1495425"/>
                </a:lnTo>
                <a:lnTo>
                  <a:pt x="1047750" y="1495425"/>
                </a:lnTo>
                <a:close/>
                <a:moveTo>
                  <a:pt x="2333625" y="1485900"/>
                </a:moveTo>
                <a:lnTo>
                  <a:pt x="2343150" y="1485900"/>
                </a:lnTo>
                <a:lnTo>
                  <a:pt x="2343150" y="1495425"/>
                </a:lnTo>
                <a:lnTo>
                  <a:pt x="2352675" y="1495425"/>
                </a:lnTo>
                <a:lnTo>
                  <a:pt x="2352675" y="1504950"/>
                </a:lnTo>
                <a:lnTo>
                  <a:pt x="2333625" y="1504950"/>
                </a:lnTo>
                <a:close/>
                <a:moveTo>
                  <a:pt x="657225" y="1495425"/>
                </a:moveTo>
                <a:lnTo>
                  <a:pt x="666750" y="1495425"/>
                </a:lnTo>
                <a:lnTo>
                  <a:pt x="666750" y="1504950"/>
                </a:lnTo>
                <a:lnTo>
                  <a:pt x="657225" y="1504950"/>
                </a:lnTo>
                <a:close/>
                <a:moveTo>
                  <a:pt x="1409700" y="1495425"/>
                </a:moveTo>
                <a:lnTo>
                  <a:pt x="1419225" y="1495425"/>
                </a:lnTo>
                <a:lnTo>
                  <a:pt x="1419225" y="1504950"/>
                </a:lnTo>
                <a:lnTo>
                  <a:pt x="1409700" y="1504950"/>
                </a:lnTo>
                <a:close/>
                <a:moveTo>
                  <a:pt x="1762125" y="1495425"/>
                </a:moveTo>
                <a:lnTo>
                  <a:pt x="1771650" y="1495425"/>
                </a:lnTo>
                <a:lnTo>
                  <a:pt x="1771650" y="1504950"/>
                </a:lnTo>
                <a:lnTo>
                  <a:pt x="1762125" y="1504950"/>
                </a:lnTo>
                <a:close/>
                <a:moveTo>
                  <a:pt x="2133600" y="1495425"/>
                </a:moveTo>
                <a:lnTo>
                  <a:pt x="2152650" y="1495425"/>
                </a:lnTo>
                <a:lnTo>
                  <a:pt x="2152650" y="1504950"/>
                </a:lnTo>
                <a:lnTo>
                  <a:pt x="2133600" y="1504950"/>
                </a:lnTo>
                <a:close/>
                <a:moveTo>
                  <a:pt x="2428875" y="1495425"/>
                </a:moveTo>
                <a:lnTo>
                  <a:pt x="2447925" y="1495425"/>
                </a:lnTo>
                <a:lnTo>
                  <a:pt x="2447925" y="1514475"/>
                </a:lnTo>
                <a:lnTo>
                  <a:pt x="2428875" y="1514475"/>
                </a:lnTo>
                <a:close/>
                <a:moveTo>
                  <a:pt x="704850" y="1504950"/>
                </a:moveTo>
                <a:lnTo>
                  <a:pt x="723900" y="1504950"/>
                </a:lnTo>
                <a:lnTo>
                  <a:pt x="723900" y="1514475"/>
                </a:lnTo>
                <a:lnTo>
                  <a:pt x="714375" y="1514475"/>
                </a:lnTo>
                <a:lnTo>
                  <a:pt x="714375" y="1524000"/>
                </a:lnTo>
                <a:lnTo>
                  <a:pt x="704850" y="1524000"/>
                </a:lnTo>
                <a:close/>
                <a:moveTo>
                  <a:pt x="2276475" y="1504950"/>
                </a:moveTo>
                <a:lnTo>
                  <a:pt x="2286000" y="1504950"/>
                </a:lnTo>
                <a:lnTo>
                  <a:pt x="2286000" y="1514475"/>
                </a:lnTo>
                <a:lnTo>
                  <a:pt x="2295525" y="1514475"/>
                </a:lnTo>
                <a:lnTo>
                  <a:pt x="2295525" y="1524000"/>
                </a:lnTo>
                <a:lnTo>
                  <a:pt x="2286000" y="1524000"/>
                </a:lnTo>
                <a:lnTo>
                  <a:pt x="2286000" y="1533525"/>
                </a:lnTo>
                <a:lnTo>
                  <a:pt x="2266950" y="1533525"/>
                </a:lnTo>
                <a:lnTo>
                  <a:pt x="2266950" y="1514475"/>
                </a:lnTo>
                <a:lnTo>
                  <a:pt x="2276475" y="1514475"/>
                </a:lnTo>
                <a:close/>
                <a:moveTo>
                  <a:pt x="2047875" y="1514475"/>
                </a:moveTo>
                <a:lnTo>
                  <a:pt x="2057400" y="1514475"/>
                </a:lnTo>
                <a:lnTo>
                  <a:pt x="2057400" y="1524000"/>
                </a:lnTo>
                <a:lnTo>
                  <a:pt x="2066925" y="1524000"/>
                </a:lnTo>
                <a:lnTo>
                  <a:pt x="2066925" y="1533525"/>
                </a:lnTo>
                <a:lnTo>
                  <a:pt x="2047875" y="1533525"/>
                </a:lnTo>
                <a:close/>
                <a:moveTo>
                  <a:pt x="2190750" y="1514475"/>
                </a:moveTo>
                <a:lnTo>
                  <a:pt x="2209800" y="1514475"/>
                </a:lnTo>
                <a:lnTo>
                  <a:pt x="2209800" y="1533525"/>
                </a:lnTo>
                <a:lnTo>
                  <a:pt x="2200275" y="1533525"/>
                </a:lnTo>
                <a:lnTo>
                  <a:pt x="2200275" y="1524000"/>
                </a:lnTo>
                <a:lnTo>
                  <a:pt x="2190750" y="1524000"/>
                </a:lnTo>
                <a:close/>
                <a:moveTo>
                  <a:pt x="2247900" y="1514475"/>
                </a:moveTo>
                <a:lnTo>
                  <a:pt x="2257425" y="1514475"/>
                </a:lnTo>
                <a:lnTo>
                  <a:pt x="2257425" y="1533525"/>
                </a:lnTo>
                <a:lnTo>
                  <a:pt x="2247900" y="1533525"/>
                </a:lnTo>
                <a:close/>
                <a:moveTo>
                  <a:pt x="2400300" y="1514475"/>
                </a:moveTo>
                <a:lnTo>
                  <a:pt x="2409825" y="1514475"/>
                </a:lnTo>
                <a:lnTo>
                  <a:pt x="2409825" y="1524000"/>
                </a:lnTo>
                <a:lnTo>
                  <a:pt x="2400300" y="1524000"/>
                </a:lnTo>
                <a:close/>
                <a:moveTo>
                  <a:pt x="790575" y="1524000"/>
                </a:moveTo>
                <a:lnTo>
                  <a:pt x="800100" y="1524000"/>
                </a:lnTo>
                <a:lnTo>
                  <a:pt x="800100" y="1533525"/>
                </a:lnTo>
                <a:lnTo>
                  <a:pt x="790575" y="1533525"/>
                </a:lnTo>
                <a:close/>
                <a:moveTo>
                  <a:pt x="2362200" y="1524000"/>
                </a:moveTo>
                <a:lnTo>
                  <a:pt x="2371725" y="1524000"/>
                </a:lnTo>
                <a:lnTo>
                  <a:pt x="2371725" y="1533525"/>
                </a:lnTo>
                <a:lnTo>
                  <a:pt x="2381250" y="1533525"/>
                </a:lnTo>
                <a:lnTo>
                  <a:pt x="2381250" y="1543050"/>
                </a:lnTo>
                <a:lnTo>
                  <a:pt x="2362200" y="1543050"/>
                </a:lnTo>
                <a:close/>
                <a:moveTo>
                  <a:pt x="742950" y="1533525"/>
                </a:moveTo>
                <a:lnTo>
                  <a:pt x="762000" y="1533525"/>
                </a:lnTo>
                <a:lnTo>
                  <a:pt x="762000" y="1543050"/>
                </a:lnTo>
                <a:lnTo>
                  <a:pt x="742950" y="1543050"/>
                </a:lnTo>
                <a:close/>
                <a:moveTo>
                  <a:pt x="2228850" y="1533525"/>
                </a:moveTo>
                <a:lnTo>
                  <a:pt x="2238375" y="1533525"/>
                </a:lnTo>
                <a:lnTo>
                  <a:pt x="2238375" y="1552575"/>
                </a:lnTo>
                <a:lnTo>
                  <a:pt x="2228850" y="1552575"/>
                </a:lnTo>
                <a:close/>
                <a:moveTo>
                  <a:pt x="85725" y="1543050"/>
                </a:moveTo>
                <a:lnTo>
                  <a:pt x="95250" y="1543050"/>
                </a:lnTo>
                <a:lnTo>
                  <a:pt x="95250" y="1533525"/>
                </a:lnTo>
                <a:lnTo>
                  <a:pt x="85725" y="1533525"/>
                </a:lnTo>
                <a:close/>
                <a:moveTo>
                  <a:pt x="828675" y="1543050"/>
                </a:moveTo>
                <a:lnTo>
                  <a:pt x="838200" y="1543050"/>
                </a:lnTo>
                <a:lnTo>
                  <a:pt x="838200" y="1552575"/>
                </a:lnTo>
                <a:lnTo>
                  <a:pt x="828675" y="1552575"/>
                </a:lnTo>
                <a:close/>
                <a:moveTo>
                  <a:pt x="1066800" y="1543050"/>
                </a:moveTo>
                <a:lnTo>
                  <a:pt x="1076325" y="1543050"/>
                </a:lnTo>
                <a:lnTo>
                  <a:pt x="1076325" y="1552575"/>
                </a:lnTo>
                <a:lnTo>
                  <a:pt x="1066800" y="1552575"/>
                </a:lnTo>
                <a:close/>
                <a:moveTo>
                  <a:pt x="1571625" y="1543050"/>
                </a:moveTo>
                <a:lnTo>
                  <a:pt x="1581150" y="1543050"/>
                </a:lnTo>
                <a:lnTo>
                  <a:pt x="1581150" y="1552575"/>
                </a:lnTo>
                <a:lnTo>
                  <a:pt x="1571625" y="1552575"/>
                </a:lnTo>
                <a:close/>
                <a:moveTo>
                  <a:pt x="2200275" y="1543050"/>
                </a:moveTo>
                <a:lnTo>
                  <a:pt x="2219325" y="1543050"/>
                </a:lnTo>
                <a:lnTo>
                  <a:pt x="2219325" y="1552575"/>
                </a:lnTo>
                <a:lnTo>
                  <a:pt x="2209800" y="1552575"/>
                </a:lnTo>
                <a:lnTo>
                  <a:pt x="2209800" y="1562100"/>
                </a:lnTo>
                <a:lnTo>
                  <a:pt x="2219325" y="1562100"/>
                </a:lnTo>
                <a:lnTo>
                  <a:pt x="2219325" y="1571625"/>
                </a:lnTo>
                <a:lnTo>
                  <a:pt x="2228850" y="1571625"/>
                </a:lnTo>
                <a:lnTo>
                  <a:pt x="2228850" y="1590675"/>
                </a:lnTo>
                <a:lnTo>
                  <a:pt x="2190750" y="1590675"/>
                </a:lnTo>
                <a:lnTo>
                  <a:pt x="2190750" y="1581150"/>
                </a:lnTo>
                <a:lnTo>
                  <a:pt x="2200275" y="1581150"/>
                </a:lnTo>
                <a:lnTo>
                  <a:pt x="2200275" y="1571625"/>
                </a:lnTo>
                <a:lnTo>
                  <a:pt x="2190750" y="1571625"/>
                </a:lnTo>
                <a:lnTo>
                  <a:pt x="2190750" y="1562100"/>
                </a:lnTo>
                <a:lnTo>
                  <a:pt x="2181225" y="1562100"/>
                </a:lnTo>
                <a:lnTo>
                  <a:pt x="2181225" y="1552575"/>
                </a:lnTo>
                <a:lnTo>
                  <a:pt x="2200275" y="1552575"/>
                </a:lnTo>
                <a:close/>
                <a:moveTo>
                  <a:pt x="571500" y="1552575"/>
                </a:moveTo>
                <a:lnTo>
                  <a:pt x="590550" y="1552575"/>
                </a:lnTo>
                <a:lnTo>
                  <a:pt x="590550" y="1562100"/>
                </a:lnTo>
                <a:lnTo>
                  <a:pt x="600075" y="1562100"/>
                </a:lnTo>
                <a:lnTo>
                  <a:pt x="600075" y="1571625"/>
                </a:lnTo>
                <a:lnTo>
                  <a:pt x="609600" y="1571625"/>
                </a:lnTo>
                <a:lnTo>
                  <a:pt x="609600" y="1600200"/>
                </a:lnTo>
                <a:lnTo>
                  <a:pt x="590550" y="1600200"/>
                </a:lnTo>
                <a:lnTo>
                  <a:pt x="590550" y="1581150"/>
                </a:lnTo>
                <a:lnTo>
                  <a:pt x="581025" y="1581150"/>
                </a:lnTo>
                <a:lnTo>
                  <a:pt x="581025" y="1562100"/>
                </a:lnTo>
                <a:lnTo>
                  <a:pt x="571500" y="1562100"/>
                </a:lnTo>
                <a:close/>
                <a:moveTo>
                  <a:pt x="1047750" y="1552575"/>
                </a:moveTo>
                <a:lnTo>
                  <a:pt x="1057275" y="1552575"/>
                </a:lnTo>
                <a:lnTo>
                  <a:pt x="1057275" y="1581150"/>
                </a:lnTo>
                <a:lnTo>
                  <a:pt x="1047750" y="1581150"/>
                </a:lnTo>
                <a:close/>
                <a:moveTo>
                  <a:pt x="2143125" y="1562100"/>
                </a:moveTo>
                <a:lnTo>
                  <a:pt x="2162175" y="1562100"/>
                </a:lnTo>
                <a:lnTo>
                  <a:pt x="2162175" y="1571625"/>
                </a:lnTo>
                <a:lnTo>
                  <a:pt x="2143125" y="1571625"/>
                </a:lnTo>
                <a:close/>
                <a:moveTo>
                  <a:pt x="2171700" y="1562100"/>
                </a:moveTo>
                <a:lnTo>
                  <a:pt x="2181225" y="1562100"/>
                </a:lnTo>
                <a:lnTo>
                  <a:pt x="2181225" y="1571625"/>
                </a:lnTo>
                <a:lnTo>
                  <a:pt x="2171700" y="1571625"/>
                </a:lnTo>
                <a:close/>
                <a:moveTo>
                  <a:pt x="2286000" y="1562100"/>
                </a:moveTo>
                <a:lnTo>
                  <a:pt x="2295525" y="1562100"/>
                </a:lnTo>
                <a:lnTo>
                  <a:pt x="2295525" y="1571625"/>
                </a:lnTo>
                <a:lnTo>
                  <a:pt x="2286000" y="1571625"/>
                </a:lnTo>
                <a:close/>
                <a:moveTo>
                  <a:pt x="2324100" y="1562100"/>
                </a:moveTo>
                <a:lnTo>
                  <a:pt x="2333625" y="1562100"/>
                </a:lnTo>
                <a:lnTo>
                  <a:pt x="2333625" y="1571625"/>
                </a:lnTo>
                <a:lnTo>
                  <a:pt x="2324100" y="1571625"/>
                </a:lnTo>
                <a:close/>
                <a:moveTo>
                  <a:pt x="2400300" y="1562100"/>
                </a:moveTo>
                <a:lnTo>
                  <a:pt x="2409825" y="1562100"/>
                </a:lnTo>
                <a:lnTo>
                  <a:pt x="2409825" y="1571625"/>
                </a:lnTo>
                <a:lnTo>
                  <a:pt x="2400300" y="1571625"/>
                </a:lnTo>
                <a:close/>
                <a:moveTo>
                  <a:pt x="1990725" y="1571625"/>
                </a:moveTo>
                <a:lnTo>
                  <a:pt x="2000250" y="1571625"/>
                </a:lnTo>
                <a:lnTo>
                  <a:pt x="2000250" y="1581150"/>
                </a:lnTo>
                <a:lnTo>
                  <a:pt x="1990725" y="1581150"/>
                </a:lnTo>
                <a:close/>
                <a:moveTo>
                  <a:pt x="2095500" y="1571625"/>
                </a:moveTo>
                <a:lnTo>
                  <a:pt x="2105025" y="1571625"/>
                </a:lnTo>
                <a:lnTo>
                  <a:pt x="2105025" y="1581150"/>
                </a:lnTo>
                <a:lnTo>
                  <a:pt x="2095500" y="1581150"/>
                </a:lnTo>
                <a:close/>
                <a:moveTo>
                  <a:pt x="657225" y="1581150"/>
                </a:moveTo>
                <a:lnTo>
                  <a:pt x="666750" y="1581150"/>
                </a:lnTo>
                <a:lnTo>
                  <a:pt x="666750" y="1590675"/>
                </a:lnTo>
                <a:lnTo>
                  <a:pt x="676275" y="1590675"/>
                </a:lnTo>
                <a:lnTo>
                  <a:pt x="676275" y="1600200"/>
                </a:lnTo>
                <a:lnTo>
                  <a:pt x="657225" y="1600200"/>
                </a:lnTo>
                <a:close/>
                <a:moveTo>
                  <a:pt x="1790700" y="1581150"/>
                </a:moveTo>
                <a:lnTo>
                  <a:pt x="1800225" y="1581150"/>
                </a:lnTo>
                <a:lnTo>
                  <a:pt x="1800225" y="1590675"/>
                </a:lnTo>
                <a:lnTo>
                  <a:pt x="1790700" y="1590675"/>
                </a:lnTo>
                <a:close/>
                <a:moveTo>
                  <a:pt x="1381125" y="1590675"/>
                </a:moveTo>
                <a:lnTo>
                  <a:pt x="1390650" y="1590675"/>
                </a:lnTo>
                <a:lnTo>
                  <a:pt x="1390650" y="1600200"/>
                </a:lnTo>
                <a:lnTo>
                  <a:pt x="1381125" y="1600200"/>
                </a:lnTo>
                <a:close/>
                <a:moveTo>
                  <a:pt x="2057400" y="1590675"/>
                </a:moveTo>
                <a:lnTo>
                  <a:pt x="2066925" y="1590675"/>
                </a:lnTo>
                <a:lnTo>
                  <a:pt x="2066925" y="1609725"/>
                </a:lnTo>
                <a:lnTo>
                  <a:pt x="2047875" y="1609725"/>
                </a:lnTo>
                <a:lnTo>
                  <a:pt x="2047875" y="1600200"/>
                </a:lnTo>
                <a:lnTo>
                  <a:pt x="2057400" y="1600200"/>
                </a:lnTo>
                <a:close/>
                <a:moveTo>
                  <a:pt x="2095500" y="1590675"/>
                </a:moveTo>
                <a:lnTo>
                  <a:pt x="2114550" y="1590675"/>
                </a:lnTo>
                <a:lnTo>
                  <a:pt x="2114550" y="1600200"/>
                </a:lnTo>
                <a:lnTo>
                  <a:pt x="2095500" y="1600200"/>
                </a:lnTo>
                <a:close/>
                <a:moveTo>
                  <a:pt x="2371725" y="1590675"/>
                </a:moveTo>
                <a:lnTo>
                  <a:pt x="2400300" y="1590675"/>
                </a:lnTo>
                <a:lnTo>
                  <a:pt x="2400300" y="1609725"/>
                </a:lnTo>
                <a:lnTo>
                  <a:pt x="2409825" y="1609725"/>
                </a:lnTo>
                <a:lnTo>
                  <a:pt x="2409825" y="1628775"/>
                </a:lnTo>
                <a:lnTo>
                  <a:pt x="2400300" y="1628775"/>
                </a:lnTo>
                <a:lnTo>
                  <a:pt x="2400300" y="1619250"/>
                </a:lnTo>
                <a:lnTo>
                  <a:pt x="2390775" y="1619250"/>
                </a:lnTo>
                <a:lnTo>
                  <a:pt x="2390775" y="1609725"/>
                </a:lnTo>
                <a:lnTo>
                  <a:pt x="2371725" y="1609725"/>
                </a:lnTo>
                <a:close/>
                <a:moveTo>
                  <a:pt x="0" y="1600200"/>
                </a:moveTo>
                <a:lnTo>
                  <a:pt x="9525" y="1600200"/>
                </a:lnTo>
                <a:lnTo>
                  <a:pt x="9525" y="1609725"/>
                </a:lnTo>
                <a:lnTo>
                  <a:pt x="0" y="1609725"/>
                </a:lnTo>
                <a:close/>
                <a:moveTo>
                  <a:pt x="647700" y="1600200"/>
                </a:moveTo>
                <a:lnTo>
                  <a:pt x="657225" y="1600200"/>
                </a:lnTo>
                <a:lnTo>
                  <a:pt x="657225" y="1609725"/>
                </a:lnTo>
                <a:lnTo>
                  <a:pt x="647700" y="1609725"/>
                </a:lnTo>
                <a:close/>
                <a:moveTo>
                  <a:pt x="1371600" y="1600200"/>
                </a:moveTo>
                <a:lnTo>
                  <a:pt x="1381125" y="1600200"/>
                </a:lnTo>
                <a:lnTo>
                  <a:pt x="1381125" y="1609725"/>
                </a:lnTo>
                <a:lnTo>
                  <a:pt x="1371600" y="1609725"/>
                </a:lnTo>
                <a:close/>
                <a:moveTo>
                  <a:pt x="1514475" y="1600200"/>
                </a:moveTo>
                <a:lnTo>
                  <a:pt x="1524000" y="1600200"/>
                </a:lnTo>
                <a:lnTo>
                  <a:pt x="1524000" y="1609725"/>
                </a:lnTo>
                <a:lnTo>
                  <a:pt x="1514475" y="1609725"/>
                </a:lnTo>
                <a:close/>
                <a:moveTo>
                  <a:pt x="1704975" y="1600200"/>
                </a:moveTo>
                <a:lnTo>
                  <a:pt x="1714500" y="1600200"/>
                </a:lnTo>
                <a:lnTo>
                  <a:pt x="1714500" y="1609725"/>
                </a:lnTo>
                <a:lnTo>
                  <a:pt x="1704975" y="1609725"/>
                </a:lnTo>
                <a:close/>
                <a:moveTo>
                  <a:pt x="2266950" y="1600200"/>
                </a:moveTo>
                <a:lnTo>
                  <a:pt x="2276475" y="1600200"/>
                </a:lnTo>
                <a:lnTo>
                  <a:pt x="2276475" y="1609725"/>
                </a:lnTo>
                <a:lnTo>
                  <a:pt x="2286000" y="1609725"/>
                </a:lnTo>
                <a:lnTo>
                  <a:pt x="2286000" y="1619250"/>
                </a:lnTo>
                <a:lnTo>
                  <a:pt x="2295525" y="1619250"/>
                </a:lnTo>
                <a:lnTo>
                  <a:pt x="2295525" y="1638300"/>
                </a:lnTo>
                <a:lnTo>
                  <a:pt x="2276475" y="1638300"/>
                </a:lnTo>
                <a:lnTo>
                  <a:pt x="2276475" y="1647825"/>
                </a:lnTo>
                <a:lnTo>
                  <a:pt x="2266950" y="1647825"/>
                </a:lnTo>
                <a:lnTo>
                  <a:pt x="2266950" y="1657350"/>
                </a:lnTo>
                <a:lnTo>
                  <a:pt x="2257425" y="1657350"/>
                </a:lnTo>
                <a:lnTo>
                  <a:pt x="2257425" y="1666875"/>
                </a:lnTo>
                <a:lnTo>
                  <a:pt x="2238375" y="1666875"/>
                </a:lnTo>
                <a:lnTo>
                  <a:pt x="2238375" y="1676400"/>
                </a:lnTo>
                <a:lnTo>
                  <a:pt x="2228850" y="1676400"/>
                </a:lnTo>
                <a:lnTo>
                  <a:pt x="2228850" y="1666875"/>
                </a:lnTo>
                <a:lnTo>
                  <a:pt x="2219325" y="1666875"/>
                </a:lnTo>
                <a:lnTo>
                  <a:pt x="2219325" y="1657350"/>
                </a:lnTo>
                <a:lnTo>
                  <a:pt x="2228850" y="1657350"/>
                </a:lnTo>
                <a:lnTo>
                  <a:pt x="2228850" y="1638300"/>
                </a:lnTo>
                <a:lnTo>
                  <a:pt x="2238375" y="1638300"/>
                </a:lnTo>
                <a:lnTo>
                  <a:pt x="2238375" y="1628775"/>
                </a:lnTo>
                <a:lnTo>
                  <a:pt x="2247900" y="1628775"/>
                </a:lnTo>
                <a:lnTo>
                  <a:pt x="2247900" y="1609725"/>
                </a:lnTo>
                <a:lnTo>
                  <a:pt x="2266950" y="1609725"/>
                </a:lnTo>
                <a:close/>
                <a:moveTo>
                  <a:pt x="2133600" y="1609725"/>
                </a:moveTo>
                <a:lnTo>
                  <a:pt x="2152650" y="1609725"/>
                </a:lnTo>
                <a:lnTo>
                  <a:pt x="2152650" y="1619250"/>
                </a:lnTo>
                <a:lnTo>
                  <a:pt x="2133600" y="1619250"/>
                </a:lnTo>
                <a:close/>
                <a:moveTo>
                  <a:pt x="0" y="1619250"/>
                </a:moveTo>
                <a:lnTo>
                  <a:pt x="28575" y="1619250"/>
                </a:lnTo>
                <a:lnTo>
                  <a:pt x="28575" y="1628775"/>
                </a:lnTo>
                <a:lnTo>
                  <a:pt x="38100" y="1628775"/>
                </a:lnTo>
                <a:lnTo>
                  <a:pt x="38100" y="1638300"/>
                </a:lnTo>
                <a:lnTo>
                  <a:pt x="28575" y="1638300"/>
                </a:lnTo>
                <a:lnTo>
                  <a:pt x="28575" y="1647825"/>
                </a:lnTo>
                <a:lnTo>
                  <a:pt x="9525" y="1647825"/>
                </a:lnTo>
                <a:lnTo>
                  <a:pt x="9525" y="1628775"/>
                </a:lnTo>
                <a:lnTo>
                  <a:pt x="0" y="1628775"/>
                </a:lnTo>
                <a:close/>
                <a:moveTo>
                  <a:pt x="1362075" y="1619250"/>
                </a:moveTo>
                <a:lnTo>
                  <a:pt x="1371600" y="1619250"/>
                </a:lnTo>
                <a:lnTo>
                  <a:pt x="1371600" y="1628775"/>
                </a:lnTo>
                <a:lnTo>
                  <a:pt x="1362075" y="1628775"/>
                </a:lnTo>
                <a:close/>
                <a:moveTo>
                  <a:pt x="438150" y="1628775"/>
                </a:moveTo>
                <a:lnTo>
                  <a:pt x="447675" y="1628775"/>
                </a:lnTo>
                <a:lnTo>
                  <a:pt x="447675" y="1638300"/>
                </a:lnTo>
                <a:lnTo>
                  <a:pt x="438150" y="1638300"/>
                </a:lnTo>
                <a:close/>
                <a:moveTo>
                  <a:pt x="2038350" y="1628775"/>
                </a:moveTo>
                <a:lnTo>
                  <a:pt x="2047875" y="1628775"/>
                </a:lnTo>
                <a:lnTo>
                  <a:pt x="2047875" y="1638300"/>
                </a:lnTo>
                <a:lnTo>
                  <a:pt x="2085975" y="1638300"/>
                </a:lnTo>
                <a:lnTo>
                  <a:pt x="2085975" y="1628775"/>
                </a:lnTo>
                <a:lnTo>
                  <a:pt x="2105025" y="1628775"/>
                </a:lnTo>
                <a:lnTo>
                  <a:pt x="2105025" y="1638300"/>
                </a:lnTo>
                <a:lnTo>
                  <a:pt x="2114550" y="1638300"/>
                </a:lnTo>
                <a:lnTo>
                  <a:pt x="2114550" y="1657350"/>
                </a:lnTo>
                <a:lnTo>
                  <a:pt x="2076450" y="1657350"/>
                </a:lnTo>
                <a:lnTo>
                  <a:pt x="2076450" y="1647825"/>
                </a:lnTo>
                <a:lnTo>
                  <a:pt x="2066925" y="1647825"/>
                </a:lnTo>
                <a:lnTo>
                  <a:pt x="2066925" y="1657350"/>
                </a:lnTo>
                <a:lnTo>
                  <a:pt x="2057400" y="1657350"/>
                </a:lnTo>
                <a:lnTo>
                  <a:pt x="2057400" y="1666875"/>
                </a:lnTo>
                <a:lnTo>
                  <a:pt x="2047875" y="1666875"/>
                </a:lnTo>
                <a:lnTo>
                  <a:pt x="2047875" y="1676400"/>
                </a:lnTo>
                <a:lnTo>
                  <a:pt x="2028825" y="1676400"/>
                </a:lnTo>
                <a:lnTo>
                  <a:pt x="2028825" y="1638300"/>
                </a:lnTo>
                <a:lnTo>
                  <a:pt x="2038350" y="1638300"/>
                </a:lnTo>
                <a:close/>
                <a:moveTo>
                  <a:pt x="2181225" y="1628775"/>
                </a:moveTo>
                <a:lnTo>
                  <a:pt x="2190750" y="1628775"/>
                </a:lnTo>
                <a:lnTo>
                  <a:pt x="2190750" y="1638300"/>
                </a:lnTo>
                <a:lnTo>
                  <a:pt x="2181225" y="1638300"/>
                </a:lnTo>
                <a:close/>
                <a:moveTo>
                  <a:pt x="2447925" y="1628775"/>
                </a:moveTo>
                <a:lnTo>
                  <a:pt x="2457450" y="1628775"/>
                </a:lnTo>
                <a:lnTo>
                  <a:pt x="2457450" y="1638300"/>
                </a:lnTo>
                <a:lnTo>
                  <a:pt x="2447925" y="1638300"/>
                </a:lnTo>
                <a:close/>
                <a:moveTo>
                  <a:pt x="447675" y="1638300"/>
                </a:moveTo>
                <a:lnTo>
                  <a:pt x="457200" y="1638300"/>
                </a:lnTo>
                <a:lnTo>
                  <a:pt x="457200" y="1666875"/>
                </a:lnTo>
                <a:lnTo>
                  <a:pt x="447675" y="1666875"/>
                </a:lnTo>
                <a:close/>
                <a:moveTo>
                  <a:pt x="723900" y="1638300"/>
                </a:moveTo>
                <a:lnTo>
                  <a:pt x="733425" y="1638300"/>
                </a:lnTo>
                <a:lnTo>
                  <a:pt x="733425" y="1647825"/>
                </a:lnTo>
                <a:lnTo>
                  <a:pt x="723900" y="1647825"/>
                </a:lnTo>
                <a:close/>
                <a:moveTo>
                  <a:pt x="2333625" y="1638300"/>
                </a:moveTo>
                <a:lnTo>
                  <a:pt x="2371725" y="1638300"/>
                </a:lnTo>
                <a:lnTo>
                  <a:pt x="2371725" y="1647825"/>
                </a:lnTo>
                <a:lnTo>
                  <a:pt x="2381250" y="1647825"/>
                </a:lnTo>
                <a:lnTo>
                  <a:pt x="2381250" y="1657350"/>
                </a:lnTo>
                <a:lnTo>
                  <a:pt x="2400300" y="1657350"/>
                </a:lnTo>
                <a:lnTo>
                  <a:pt x="2400300" y="1685925"/>
                </a:lnTo>
                <a:lnTo>
                  <a:pt x="2390775" y="1685925"/>
                </a:lnTo>
                <a:lnTo>
                  <a:pt x="2390775" y="1695450"/>
                </a:lnTo>
                <a:lnTo>
                  <a:pt x="2381250" y="1695450"/>
                </a:lnTo>
                <a:lnTo>
                  <a:pt x="2381250" y="1685925"/>
                </a:lnTo>
                <a:lnTo>
                  <a:pt x="2371725" y="1685925"/>
                </a:lnTo>
                <a:lnTo>
                  <a:pt x="2371725" y="1676400"/>
                </a:lnTo>
                <a:lnTo>
                  <a:pt x="2352675" y="1676400"/>
                </a:lnTo>
                <a:lnTo>
                  <a:pt x="2352675" y="1647825"/>
                </a:lnTo>
                <a:lnTo>
                  <a:pt x="2343150" y="1647825"/>
                </a:lnTo>
                <a:lnTo>
                  <a:pt x="2343150" y="1666875"/>
                </a:lnTo>
                <a:lnTo>
                  <a:pt x="2333625" y="1666875"/>
                </a:lnTo>
                <a:close/>
                <a:moveTo>
                  <a:pt x="514350" y="1647825"/>
                </a:moveTo>
                <a:lnTo>
                  <a:pt x="523875" y="1647825"/>
                </a:lnTo>
                <a:lnTo>
                  <a:pt x="523875" y="1657350"/>
                </a:lnTo>
                <a:lnTo>
                  <a:pt x="514350" y="1657350"/>
                </a:lnTo>
                <a:close/>
                <a:moveTo>
                  <a:pt x="1666875" y="1647825"/>
                </a:moveTo>
                <a:lnTo>
                  <a:pt x="1676400" y="1647825"/>
                </a:lnTo>
                <a:lnTo>
                  <a:pt x="1676400" y="1657350"/>
                </a:lnTo>
                <a:lnTo>
                  <a:pt x="1666875" y="1657350"/>
                </a:lnTo>
                <a:close/>
                <a:moveTo>
                  <a:pt x="2181225" y="1647825"/>
                </a:moveTo>
                <a:lnTo>
                  <a:pt x="2200275" y="1647825"/>
                </a:lnTo>
                <a:lnTo>
                  <a:pt x="2200275" y="1657350"/>
                </a:lnTo>
                <a:lnTo>
                  <a:pt x="2181225" y="1657350"/>
                </a:lnTo>
                <a:close/>
                <a:moveTo>
                  <a:pt x="66675" y="1657350"/>
                </a:moveTo>
                <a:lnTo>
                  <a:pt x="76200" y="1657350"/>
                </a:lnTo>
                <a:lnTo>
                  <a:pt x="76200" y="1676400"/>
                </a:lnTo>
                <a:lnTo>
                  <a:pt x="85725" y="1676400"/>
                </a:lnTo>
                <a:lnTo>
                  <a:pt x="85725" y="1685925"/>
                </a:lnTo>
                <a:lnTo>
                  <a:pt x="95250" y="1685925"/>
                </a:lnTo>
                <a:lnTo>
                  <a:pt x="95250" y="1676400"/>
                </a:lnTo>
                <a:lnTo>
                  <a:pt x="104775" y="1676400"/>
                </a:lnTo>
                <a:lnTo>
                  <a:pt x="104775" y="1695450"/>
                </a:lnTo>
                <a:lnTo>
                  <a:pt x="85725" y="1695450"/>
                </a:lnTo>
                <a:lnTo>
                  <a:pt x="85725" y="1704975"/>
                </a:lnTo>
                <a:lnTo>
                  <a:pt x="76200" y="1704975"/>
                </a:lnTo>
                <a:lnTo>
                  <a:pt x="76200" y="1695450"/>
                </a:lnTo>
                <a:lnTo>
                  <a:pt x="66675" y="1695450"/>
                </a:lnTo>
                <a:lnTo>
                  <a:pt x="66675" y="1685925"/>
                </a:lnTo>
                <a:lnTo>
                  <a:pt x="57150" y="1685925"/>
                </a:lnTo>
                <a:lnTo>
                  <a:pt x="57150" y="1695450"/>
                </a:lnTo>
                <a:lnTo>
                  <a:pt x="47625" y="1695450"/>
                </a:lnTo>
                <a:lnTo>
                  <a:pt x="47625" y="1714500"/>
                </a:lnTo>
                <a:lnTo>
                  <a:pt x="28575" y="1714500"/>
                </a:lnTo>
                <a:lnTo>
                  <a:pt x="28575" y="1676400"/>
                </a:lnTo>
                <a:lnTo>
                  <a:pt x="57150" y="1676400"/>
                </a:lnTo>
                <a:lnTo>
                  <a:pt x="57150" y="1666875"/>
                </a:lnTo>
                <a:lnTo>
                  <a:pt x="66675" y="1666875"/>
                </a:lnTo>
                <a:close/>
                <a:moveTo>
                  <a:pt x="2276475" y="1657350"/>
                </a:moveTo>
                <a:lnTo>
                  <a:pt x="2295525" y="1657350"/>
                </a:lnTo>
                <a:lnTo>
                  <a:pt x="2295525" y="1666875"/>
                </a:lnTo>
                <a:lnTo>
                  <a:pt x="2305050" y="1666875"/>
                </a:lnTo>
                <a:lnTo>
                  <a:pt x="2305050" y="1676400"/>
                </a:lnTo>
                <a:lnTo>
                  <a:pt x="2286000" y="1676400"/>
                </a:lnTo>
                <a:lnTo>
                  <a:pt x="2286000" y="1685925"/>
                </a:lnTo>
                <a:lnTo>
                  <a:pt x="2276475" y="1685925"/>
                </a:lnTo>
                <a:close/>
                <a:moveTo>
                  <a:pt x="571500" y="1666875"/>
                </a:moveTo>
                <a:lnTo>
                  <a:pt x="590550" y="1666875"/>
                </a:lnTo>
                <a:lnTo>
                  <a:pt x="590550" y="1676400"/>
                </a:lnTo>
                <a:lnTo>
                  <a:pt x="571500" y="1676400"/>
                </a:lnTo>
                <a:close/>
                <a:moveTo>
                  <a:pt x="600075" y="1666875"/>
                </a:moveTo>
                <a:lnTo>
                  <a:pt x="609600" y="1666875"/>
                </a:lnTo>
                <a:lnTo>
                  <a:pt x="609600" y="1676400"/>
                </a:lnTo>
                <a:lnTo>
                  <a:pt x="600075" y="1676400"/>
                </a:lnTo>
                <a:close/>
                <a:moveTo>
                  <a:pt x="1609725" y="1666875"/>
                </a:moveTo>
                <a:lnTo>
                  <a:pt x="1628775" y="1666875"/>
                </a:lnTo>
                <a:lnTo>
                  <a:pt x="1628775" y="1676400"/>
                </a:lnTo>
                <a:lnTo>
                  <a:pt x="1609725" y="1676400"/>
                </a:lnTo>
                <a:close/>
                <a:moveTo>
                  <a:pt x="2428875" y="1666875"/>
                </a:moveTo>
                <a:lnTo>
                  <a:pt x="2447925" y="1666875"/>
                </a:lnTo>
                <a:lnTo>
                  <a:pt x="2447925" y="1676400"/>
                </a:lnTo>
                <a:lnTo>
                  <a:pt x="2457450" y="1676400"/>
                </a:lnTo>
                <a:lnTo>
                  <a:pt x="2457450" y="1704975"/>
                </a:lnTo>
                <a:lnTo>
                  <a:pt x="2447925" y="1704975"/>
                </a:lnTo>
                <a:lnTo>
                  <a:pt x="2447925" y="1695450"/>
                </a:lnTo>
                <a:lnTo>
                  <a:pt x="2438400" y="1695450"/>
                </a:lnTo>
                <a:lnTo>
                  <a:pt x="2438400" y="1704975"/>
                </a:lnTo>
                <a:lnTo>
                  <a:pt x="2428875" y="1704975"/>
                </a:lnTo>
                <a:lnTo>
                  <a:pt x="2428875" y="1714500"/>
                </a:lnTo>
                <a:lnTo>
                  <a:pt x="2419350" y="1714500"/>
                </a:lnTo>
                <a:lnTo>
                  <a:pt x="2419350" y="1704975"/>
                </a:lnTo>
                <a:lnTo>
                  <a:pt x="2409825" y="1704975"/>
                </a:lnTo>
                <a:lnTo>
                  <a:pt x="2409825" y="1695450"/>
                </a:lnTo>
                <a:lnTo>
                  <a:pt x="2428875" y="1695450"/>
                </a:lnTo>
                <a:close/>
                <a:moveTo>
                  <a:pt x="1095375" y="1685925"/>
                </a:moveTo>
                <a:lnTo>
                  <a:pt x="1104900" y="1685925"/>
                </a:lnTo>
                <a:lnTo>
                  <a:pt x="1104900" y="1695450"/>
                </a:lnTo>
                <a:lnTo>
                  <a:pt x="1095375" y="1695450"/>
                </a:lnTo>
                <a:close/>
                <a:moveTo>
                  <a:pt x="2200275" y="1685925"/>
                </a:moveTo>
                <a:lnTo>
                  <a:pt x="2219325" y="1685925"/>
                </a:lnTo>
                <a:lnTo>
                  <a:pt x="2219325" y="1695450"/>
                </a:lnTo>
                <a:lnTo>
                  <a:pt x="2228850" y="1695450"/>
                </a:lnTo>
                <a:lnTo>
                  <a:pt x="2228850" y="1704975"/>
                </a:lnTo>
                <a:lnTo>
                  <a:pt x="2219325" y="1704975"/>
                </a:lnTo>
                <a:lnTo>
                  <a:pt x="2219325" y="1714500"/>
                </a:lnTo>
                <a:lnTo>
                  <a:pt x="2209800" y="1714500"/>
                </a:lnTo>
                <a:lnTo>
                  <a:pt x="2209800" y="1704975"/>
                </a:lnTo>
                <a:lnTo>
                  <a:pt x="2200275" y="1704975"/>
                </a:lnTo>
                <a:close/>
                <a:moveTo>
                  <a:pt x="1905000" y="1695450"/>
                </a:moveTo>
                <a:lnTo>
                  <a:pt x="1914525" y="1695450"/>
                </a:lnTo>
                <a:lnTo>
                  <a:pt x="1914525" y="1704975"/>
                </a:lnTo>
                <a:lnTo>
                  <a:pt x="1905000" y="1704975"/>
                </a:lnTo>
                <a:close/>
                <a:moveTo>
                  <a:pt x="2076450" y="1695450"/>
                </a:moveTo>
                <a:lnTo>
                  <a:pt x="2105025" y="1695450"/>
                </a:lnTo>
                <a:lnTo>
                  <a:pt x="2105025" y="1704975"/>
                </a:lnTo>
                <a:lnTo>
                  <a:pt x="2114550" y="1704975"/>
                </a:lnTo>
                <a:lnTo>
                  <a:pt x="2114550" y="1752600"/>
                </a:lnTo>
                <a:lnTo>
                  <a:pt x="2105025" y="1752600"/>
                </a:lnTo>
                <a:lnTo>
                  <a:pt x="2105025" y="1790700"/>
                </a:lnTo>
                <a:lnTo>
                  <a:pt x="2085975" y="1790700"/>
                </a:lnTo>
                <a:lnTo>
                  <a:pt x="2085975" y="1781175"/>
                </a:lnTo>
                <a:lnTo>
                  <a:pt x="2066925" y="1781175"/>
                </a:lnTo>
                <a:lnTo>
                  <a:pt x="2066925" y="1790700"/>
                </a:lnTo>
                <a:lnTo>
                  <a:pt x="2057400" y="1790700"/>
                </a:lnTo>
                <a:lnTo>
                  <a:pt x="2057400" y="1762125"/>
                </a:lnTo>
                <a:lnTo>
                  <a:pt x="2076450" y="1762125"/>
                </a:lnTo>
                <a:lnTo>
                  <a:pt x="2076450" y="1752600"/>
                </a:lnTo>
                <a:lnTo>
                  <a:pt x="2057400" y="1752600"/>
                </a:lnTo>
                <a:lnTo>
                  <a:pt x="2057400" y="1743075"/>
                </a:lnTo>
                <a:lnTo>
                  <a:pt x="2095500" y="1743075"/>
                </a:lnTo>
                <a:lnTo>
                  <a:pt x="2095500" y="1714500"/>
                </a:lnTo>
                <a:lnTo>
                  <a:pt x="2076450" y="1714500"/>
                </a:lnTo>
                <a:close/>
                <a:moveTo>
                  <a:pt x="2324100" y="1695450"/>
                </a:moveTo>
                <a:lnTo>
                  <a:pt x="2343150" y="1695450"/>
                </a:lnTo>
                <a:lnTo>
                  <a:pt x="2343150" y="1704975"/>
                </a:lnTo>
                <a:lnTo>
                  <a:pt x="2352675" y="1704975"/>
                </a:lnTo>
                <a:lnTo>
                  <a:pt x="2352675" y="1714500"/>
                </a:lnTo>
                <a:lnTo>
                  <a:pt x="2381250" y="1714500"/>
                </a:lnTo>
                <a:lnTo>
                  <a:pt x="2381250" y="1733550"/>
                </a:lnTo>
                <a:lnTo>
                  <a:pt x="2362200" y="1733550"/>
                </a:lnTo>
                <a:lnTo>
                  <a:pt x="2362200" y="1743075"/>
                </a:lnTo>
                <a:lnTo>
                  <a:pt x="2352675" y="1743075"/>
                </a:lnTo>
                <a:lnTo>
                  <a:pt x="2352675" y="1762125"/>
                </a:lnTo>
                <a:lnTo>
                  <a:pt x="2343150" y="1762125"/>
                </a:lnTo>
                <a:lnTo>
                  <a:pt x="2343150" y="1714500"/>
                </a:lnTo>
                <a:lnTo>
                  <a:pt x="2314575" y="1714500"/>
                </a:lnTo>
                <a:lnTo>
                  <a:pt x="2314575" y="1704975"/>
                </a:lnTo>
                <a:lnTo>
                  <a:pt x="2324100" y="1704975"/>
                </a:lnTo>
                <a:close/>
                <a:moveTo>
                  <a:pt x="0" y="1704975"/>
                </a:moveTo>
                <a:lnTo>
                  <a:pt x="9525" y="1704975"/>
                </a:lnTo>
                <a:lnTo>
                  <a:pt x="9525" y="1714500"/>
                </a:lnTo>
                <a:lnTo>
                  <a:pt x="0" y="1714500"/>
                </a:lnTo>
                <a:close/>
                <a:moveTo>
                  <a:pt x="285750" y="1704975"/>
                </a:moveTo>
                <a:lnTo>
                  <a:pt x="295275" y="1704975"/>
                </a:lnTo>
                <a:lnTo>
                  <a:pt x="295275" y="1714500"/>
                </a:lnTo>
                <a:lnTo>
                  <a:pt x="285750" y="1714500"/>
                </a:lnTo>
                <a:close/>
                <a:moveTo>
                  <a:pt x="628650" y="1704975"/>
                </a:moveTo>
                <a:lnTo>
                  <a:pt x="638175" y="1704975"/>
                </a:lnTo>
                <a:lnTo>
                  <a:pt x="638175" y="1714500"/>
                </a:lnTo>
                <a:lnTo>
                  <a:pt x="628650" y="1714500"/>
                </a:lnTo>
                <a:close/>
                <a:moveTo>
                  <a:pt x="1285875" y="1704975"/>
                </a:moveTo>
                <a:lnTo>
                  <a:pt x="1295400" y="1704975"/>
                </a:lnTo>
                <a:lnTo>
                  <a:pt x="1295400" y="1714500"/>
                </a:lnTo>
                <a:lnTo>
                  <a:pt x="1285875" y="1714500"/>
                </a:lnTo>
                <a:close/>
                <a:moveTo>
                  <a:pt x="2133600" y="1714500"/>
                </a:moveTo>
                <a:lnTo>
                  <a:pt x="2143125" y="1714500"/>
                </a:lnTo>
                <a:lnTo>
                  <a:pt x="2143125" y="1724025"/>
                </a:lnTo>
                <a:lnTo>
                  <a:pt x="2133600" y="1724025"/>
                </a:lnTo>
                <a:close/>
                <a:moveTo>
                  <a:pt x="2228850" y="1714500"/>
                </a:moveTo>
                <a:lnTo>
                  <a:pt x="2257425" y="1714500"/>
                </a:lnTo>
                <a:lnTo>
                  <a:pt x="2257425" y="1733550"/>
                </a:lnTo>
                <a:lnTo>
                  <a:pt x="2228850" y="1733550"/>
                </a:lnTo>
                <a:close/>
                <a:moveTo>
                  <a:pt x="47625" y="1724025"/>
                </a:moveTo>
                <a:lnTo>
                  <a:pt x="57150" y="1724025"/>
                </a:lnTo>
                <a:lnTo>
                  <a:pt x="57150" y="1752600"/>
                </a:lnTo>
                <a:lnTo>
                  <a:pt x="66675" y="1752600"/>
                </a:lnTo>
                <a:lnTo>
                  <a:pt x="66675" y="1762125"/>
                </a:lnTo>
                <a:lnTo>
                  <a:pt x="76200" y="1762125"/>
                </a:lnTo>
                <a:lnTo>
                  <a:pt x="76200" y="1752600"/>
                </a:lnTo>
                <a:lnTo>
                  <a:pt x="85725" y="1752600"/>
                </a:lnTo>
                <a:lnTo>
                  <a:pt x="85725" y="1781175"/>
                </a:lnTo>
                <a:lnTo>
                  <a:pt x="76200" y="1781175"/>
                </a:lnTo>
                <a:lnTo>
                  <a:pt x="76200" y="1819275"/>
                </a:lnTo>
                <a:lnTo>
                  <a:pt x="66675" y="1819275"/>
                </a:lnTo>
                <a:lnTo>
                  <a:pt x="66675" y="1809750"/>
                </a:lnTo>
                <a:lnTo>
                  <a:pt x="57150" y="1809750"/>
                </a:lnTo>
                <a:lnTo>
                  <a:pt x="57150" y="1781175"/>
                </a:lnTo>
                <a:lnTo>
                  <a:pt x="47625" y="1781175"/>
                </a:lnTo>
                <a:lnTo>
                  <a:pt x="47625" y="1771650"/>
                </a:lnTo>
                <a:lnTo>
                  <a:pt x="38100" y="1771650"/>
                </a:lnTo>
                <a:lnTo>
                  <a:pt x="38100" y="1762125"/>
                </a:lnTo>
                <a:lnTo>
                  <a:pt x="28575" y="1762125"/>
                </a:lnTo>
                <a:lnTo>
                  <a:pt x="28575" y="1752600"/>
                </a:lnTo>
                <a:lnTo>
                  <a:pt x="19050" y="1752600"/>
                </a:lnTo>
                <a:lnTo>
                  <a:pt x="19050" y="1743075"/>
                </a:lnTo>
                <a:lnTo>
                  <a:pt x="28575" y="1743075"/>
                </a:lnTo>
                <a:lnTo>
                  <a:pt x="28575" y="1733550"/>
                </a:lnTo>
                <a:lnTo>
                  <a:pt x="38100" y="1733550"/>
                </a:lnTo>
                <a:lnTo>
                  <a:pt x="38100" y="1743075"/>
                </a:lnTo>
                <a:lnTo>
                  <a:pt x="47625" y="1743075"/>
                </a:lnTo>
                <a:close/>
                <a:moveTo>
                  <a:pt x="2390775" y="1724025"/>
                </a:moveTo>
                <a:lnTo>
                  <a:pt x="2400300" y="1724025"/>
                </a:lnTo>
                <a:lnTo>
                  <a:pt x="2400300" y="1733550"/>
                </a:lnTo>
                <a:lnTo>
                  <a:pt x="2409825" y="1733550"/>
                </a:lnTo>
                <a:lnTo>
                  <a:pt x="2409825" y="1752600"/>
                </a:lnTo>
                <a:lnTo>
                  <a:pt x="2419350" y="1752600"/>
                </a:lnTo>
                <a:lnTo>
                  <a:pt x="2419350" y="1762125"/>
                </a:lnTo>
                <a:lnTo>
                  <a:pt x="2457450" y="1762125"/>
                </a:lnTo>
                <a:lnTo>
                  <a:pt x="2457450" y="1790700"/>
                </a:lnTo>
                <a:lnTo>
                  <a:pt x="2447925" y="1790700"/>
                </a:lnTo>
                <a:lnTo>
                  <a:pt x="2447925" y="1781175"/>
                </a:lnTo>
                <a:lnTo>
                  <a:pt x="2428875" y="1781175"/>
                </a:lnTo>
                <a:lnTo>
                  <a:pt x="2428875" y="1771650"/>
                </a:lnTo>
                <a:lnTo>
                  <a:pt x="2409825" y="1771650"/>
                </a:lnTo>
                <a:lnTo>
                  <a:pt x="2409825" y="1762125"/>
                </a:lnTo>
                <a:lnTo>
                  <a:pt x="2390775" y="1762125"/>
                </a:lnTo>
                <a:close/>
                <a:moveTo>
                  <a:pt x="1609725" y="1733550"/>
                </a:moveTo>
                <a:lnTo>
                  <a:pt x="1619250" y="1733550"/>
                </a:lnTo>
                <a:lnTo>
                  <a:pt x="1619250" y="1743075"/>
                </a:lnTo>
                <a:lnTo>
                  <a:pt x="1609725" y="1743075"/>
                </a:lnTo>
                <a:close/>
                <a:moveTo>
                  <a:pt x="1628775" y="1733550"/>
                </a:moveTo>
                <a:lnTo>
                  <a:pt x="1638300" y="1733550"/>
                </a:lnTo>
                <a:lnTo>
                  <a:pt x="1638300" y="1743075"/>
                </a:lnTo>
                <a:lnTo>
                  <a:pt x="1628775" y="1743075"/>
                </a:lnTo>
                <a:close/>
                <a:moveTo>
                  <a:pt x="2038350" y="1733550"/>
                </a:moveTo>
                <a:lnTo>
                  <a:pt x="2047875" y="1733550"/>
                </a:lnTo>
                <a:lnTo>
                  <a:pt x="2047875" y="1743075"/>
                </a:lnTo>
                <a:lnTo>
                  <a:pt x="2038350" y="1743075"/>
                </a:lnTo>
                <a:close/>
                <a:moveTo>
                  <a:pt x="476250" y="1743075"/>
                </a:moveTo>
                <a:lnTo>
                  <a:pt x="485775" y="1743075"/>
                </a:lnTo>
                <a:lnTo>
                  <a:pt x="485775" y="1752600"/>
                </a:lnTo>
                <a:lnTo>
                  <a:pt x="476250" y="1752600"/>
                </a:lnTo>
                <a:close/>
                <a:moveTo>
                  <a:pt x="1114425" y="1743075"/>
                </a:moveTo>
                <a:lnTo>
                  <a:pt x="1123950" y="1743075"/>
                </a:lnTo>
                <a:lnTo>
                  <a:pt x="1123950" y="1752600"/>
                </a:lnTo>
                <a:lnTo>
                  <a:pt x="1114425" y="1752600"/>
                </a:lnTo>
                <a:close/>
                <a:moveTo>
                  <a:pt x="1143000" y="1743075"/>
                </a:moveTo>
                <a:lnTo>
                  <a:pt x="1152525" y="1743075"/>
                </a:lnTo>
                <a:lnTo>
                  <a:pt x="1152525" y="1762125"/>
                </a:lnTo>
                <a:lnTo>
                  <a:pt x="1143000" y="1762125"/>
                </a:lnTo>
                <a:close/>
                <a:moveTo>
                  <a:pt x="1581150" y="1743075"/>
                </a:moveTo>
                <a:lnTo>
                  <a:pt x="1590675" y="1743075"/>
                </a:lnTo>
                <a:lnTo>
                  <a:pt x="1590675" y="1752600"/>
                </a:lnTo>
                <a:lnTo>
                  <a:pt x="1581150" y="1752600"/>
                </a:lnTo>
                <a:close/>
                <a:moveTo>
                  <a:pt x="2143125" y="1743075"/>
                </a:moveTo>
                <a:lnTo>
                  <a:pt x="2162175" y="1743075"/>
                </a:lnTo>
                <a:lnTo>
                  <a:pt x="2162175" y="1752600"/>
                </a:lnTo>
                <a:lnTo>
                  <a:pt x="2171700" y="1752600"/>
                </a:lnTo>
                <a:lnTo>
                  <a:pt x="2171700" y="1762125"/>
                </a:lnTo>
                <a:lnTo>
                  <a:pt x="2181225" y="1762125"/>
                </a:lnTo>
                <a:lnTo>
                  <a:pt x="2181225" y="1771650"/>
                </a:lnTo>
                <a:lnTo>
                  <a:pt x="2162175" y="1771650"/>
                </a:lnTo>
                <a:lnTo>
                  <a:pt x="2162175" y="1762125"/>
                </a:lnTo>
                <a:lnTo>
                  <a:pt x="2152650" y="1762125"/>
                </a:lnTo>
                <a:lnTo>
                  <a:pt x="2152650" y="1771650"/>
                </a:lnTo>
                <a:lnTo>
                  <a:pt x="2143125" y="1771650"/>
                </a:lnTo>
                <a:close/>
                <a:moveTo>
                  <a:pt x="2305050" y="1743075"/>
                </a:moveTo>
                <a:lnTo>
                  <a:pt x="2314575" y="1743075"/>
                </a:lnTo>
                <a:lnTo>
                  <a:pt x="2314575" y="1771650"/>
                </a:lnTo>
                <a:lnTo>
                  <a:pt x="2305050" y="1771650"/>
                </a:lnTo>
                <a:lnTo>
                  <a:pt x="2305050" y="1790700"/>
                </a:lnTo>
                <a:lnTo>
                  <a:pt x="2276475" y="1790700"/>
                </a:lnTo>
                <a:lnTo>
                  <a:pt x="2276475" y="1781175"/>
                </a:lnTo>
                <a:lnTo>
                  <a:pt x="2266950" y="1781175"/>
                </a:lnTo>
                <a:lnTo>
                  <a:pt x="2266950" y="1752600"/>
                </a:lnTo>
                <a:lnTo>
                  <a:pt x="2276475" y="1752600"/>
                </a:lnTo>
                <a:lnTo>
                  <a:pt x="2276475" y="1762125"/>
                </a:lnTo>
                <a:lnTo>
                  <a:pt x="2286000" y="1762125"/>
                </a:lnTo>
                <a:lnTo>
                  <a:pt x="2286000" y="1771650"/>
                </a:lnTo>
                <a:lnTo>
                  <a:pt x="2295525" y="1771650"/>
                </a:lnTo>
                <a:lnTo>
                  <a:pt x="2295525" y="1752600"/>
                </a:lnTo>
                <a:lnTo>
                  <a:pt x="2305050" y="1752600"/>
                </a:lnTo>
                <a:close/>
                <a:moveTo>
                  <a:pt x="2447925" y="1743075"/>
                </a:moveTo>
                <a:lnTo>
                  <a:pt x="2457450" y="1743075"/>
                </a:lnTo>
                <a:lnTo>
                  <a:pt x="2457450" y="1752600"/>
                </a:lnTo>
                <a:lnTo>
                  <a:pt x="2447925" y="1752600"/>
                </a:lnTo>
                <a:close/>
                <a:moveTo>
                  <a:pt x="190500" y="1752600"/>
                </a:moveTo>
                <a:lnTo>
                  <a:pt x="200025" y="1752600"/>
                </a:lnTo>
                <a:lnTo>
                  <a:pt x="200025" y="1762125"/>
                </a:lnTo>
                <a:lnTo>
                  <a:pt x="190500" y="1762125"/>
                </a:lnTo>
                <a:close/>
                <a:moveTo>
                  <a:pt x="923925" y="1752600"/>
                </a:moveTo>
                <a:lnTo>
                  <a:pt x="933450" y="1752600"/>
                </a:lnTo>
                <a:lnTo>
                  <a:pt x="933450" y="1762125"/>
                </a:lnTo>
                <a:lnTo>
                  <a:pt x="923925" y="1762125"/>
                </a:lnTo>
                <a:close/>
                <a:moveTo>
                  <a:pt x="0" y="1762125"/>
                </a:moveTo>
                <a:lnTo>
                  <a:pt x="9525" y="1762125"/>
                </a:lnTo>
                <a:lnTo>
                  <a:pt x="9525" y="1781175"/>
                </a:lnTo>
                <a:lnTo>
                  <a:pt x="19050" y="1781175"/>
                </a:lnTo>
                <a:lnTo>
                  <a:pt x="19050" y="1790700"/>
                </a:lnTo>
                <a:lnTo>
                  <a:pt x="9525" y="1790700"/>
                </a:lnTo>
                <a:lnTo>
                  <a:pt x="9525" y="1800225"/>
                </a:lnTo>
                <a:lnTo>
                  <a:pt x="0" y="1800225"/>
                </a:lnTo>
                <a:close/>
                <a:moveTo>
                  <a:pt x="1695450" y="1781175"/>
                </a:moveTo>
                <a:lnTo>
                  <a:pt x="1704975" y="1781175"/>
                </a:lnTo>
                <a:lnTo>
                  <a:pt x="1704975" y="1809750"/>
                </a:lnTo>
                <a:lnTo>
                  <a:pt x="1695450" y="1809750"/>
                </a:lnTo>
                <a:close/>
                <a:moveTo>
                  <a:pt x="161925" y="1790700"/>
                </a:moveTo>
                <a:lnTo>
                  <a:pt x="171450" y="1790700"/>
                </a:lnTo>
                <a:lnTo>
                  <a:pt x="171450" y="1800225"/>
                </a:lnTo>
                <a:lnTo>
                  <a:pt x="161925" y="1800225"/>
                </a:lnTo>
                <a:close/>
                <a:moveTo>
                  <a:pt x="19050" y="1800225"/>
                </a:moveTo>
                <a:lnTo>
                  <a:pt x="28575" y="1800225"/>
                </a:lnTo>
                <a:lnTo>
                  <a:pt x="28575" y="1809750"/>
                </a:lnTo>
                <a:lnTo>
                  <a:pt x="57150" y="1809750"/>
                </a:lnTo>
                <a:lnTo>
                  <a:pt x="57150" y="1828800"/>
                </a:lnTo>
                <a:lnTo>
                  <a:pt x="47625" y="1828800"/>
                </a:lnTo>
                <a:lnTo>
                  <a:pt x="47625" y="1838325"/>
                </a:lnTo>
                <a:lnTo>
                  <a:pt x="28575" y="1838325"/>
                </a:lnTo>
                <a:lnTo>
                  <a:pt x="28575" y="1828800"/>
                </a:lnTo>
                <a:lnTo>
                  <a:pt x="19050" y="1828800"/>
                </a:lnTo>
                <a:close/>
                <a:moveTo>
                  <a:pt x="171450" y="1800225"/>
                </a:moveTo>
                <a:lnTo>
                  <a:pt x="180975" y="1800225"/>
                </a:lnTo>
                <a:lnTo>
                  <a:pt x="180975" y="1809750"/>
                </a:lnTo>
                <a:lnTo>
                  <a:pt x="171450" y="1809750"/>
                </a:lnTo>
                <a:close/>
                <a:moveTo>
                  <a:pt x="0" y="1819275"/>
                </a:moveTo>
                <a:lnTo>
                  <a:pt x="9525" y="1819275"/>
                </a:lnTo>
                <a:lnTo>
                  <a:pt x="9525" y="1838325"/>
                </a:lnTo>
                <a:lnTo>
                  <a:pt x="0" y="1838325"/>
                </a:lnTo>
                <a:close/>
                <a:moveTo>
                  <a:pt x="1133475" y="1819275"/>
                </a:moveTo>
                <a:lnTo>
                  <a:pt x="1143000" y="1819275"/>
                </a:lnTo>
                <a:lnTo>
                  <a:pt x="1143000" y="1828800"/>
                </a:lnTo>
                <a:lnTo>
                  <a:pt x="1133475" y="1828800"/>
                </a:lnTo>
                <a:close/>
                <a:moveTo>
                  <a:pt x="2238375" y="1819275"/>
                </a:moveTo>
                <a:lnTo>
                  <a:pt x="2257425" y="1819275"/>
                </a:lnTo>
                <a:lnTo>
                  <a:pt x="2257425" y="1838325"/>
                </a:lnTo>
                <a:lnTo>
                  <a:pt x="2266950" y="1838325"/>
                </a:lnTo>
                <a:lnTo>
                  <a:pt x="2266950" y="1847850"/>
                </a:lnTo>
                <a:lnTo>
                  <a:pt x="2247900" y="1847850"/>
                </a:lnTo>
                <a:lnTo>
                  <a:pt x="2247900" y="1838325"/>
                </a:lnTo>
                <a:lnTo>
                  <a:pt x="2238375" y="1838325"/>
                </a:lnTo>
                <a:close/>
                <a:moveTo>
                  <a:pt x="2371725" y="1819275"/>
                </a:moveTo>
                <a:lnTo>
                  <a:pt x="2390775" y="1819275"/>
                </a:lnTo>
                <a:lnTo>
                  <a:pt x="2390775" y="1828800"/>
                </a:lnTo>
                <a:lnTo>
                  <a:pt x="2419350" y="1828800"/>
                </a:lnTo>
                <a:lnTo>
                  <a:pt x="2419350" y="1838325"/>
                </a:lnTo>
                <a:lnTo>
                  <a:pt x="2428875" y="1838325"/>
                </a:lnTo>
                <a:lnTo>
                  <a:pt x="2428875" y="1847850"/>
                </a:lnTo>
                <a:lnTo>
                  <a:pt x="2390775" y="1847850"/>
                </a:lnTo>
                <a:lnTo>
                  <a:pt x="2390775" y="1857375"/>
                </a:lnTo>
                <a:lnTo>
                  <a:pt x="2381250" y="1857375"/>
                </a:lnTo>
                <a:lnTo>
                  <a:pt x="2381250" y="1847850"/>
                </a:lnTo>
                <a:lnTo>
                  <a:pt x="2362200" y="1847850"/>
                </a:lnTo>
                <a:lnTo>
                  <a:pt x="2362200" y="1828800"/>
                </a:lnTo>
                <a:lnTo>
                  <a:pt x="2371725" y="1828800"/>
                </a:lnTo>
                <a:close/>
                <a:moveTo>
                  <a:pt x="228600" y="1838325"/>
                </a:moveTo>
                <a:lnTo>
                  <a:pt x="238125" y="1838325"/>
                </a:lnTo>
                <a:lnTo>
                  <a:pt x="238125" y="1847850"/>
                </a:lnTo>
                <a:lnTo>
                  <a:pt x="228600" y="1847850"/>
                </a:lnTo>
                <a:close/>
                <a:moveTo>
                  <a:pt x="904875" y="1847850"/>
                </a:moveTo>
                <a:lnTo>
                  <a:pt x="914400" y="1847850"/>
                </a:lnTo>
                <a:lnTo>
                  <a:pt x="914400" y="1857375"/>
                </a:lnTo>
                <a:lnTo>
                  <a:pt x="904875" y="1857375"/>
                </a:lnTo>
                <a:close/>
                <a:moveTo>
                  <a:pt x="1704975" y="1847850"/>
                </a:moveTo>
                <a:lnTo>
                  <a:pt x="1714500" y="1847850"/>
                </a:lnTo>
                <a:lnTo>
                  <a:pt x="1714500" y="1866900"/>
                </a:lnTo>
                <a:lnTo>
                  <a:pt x="1704975" y="1866900"/>
                </a:lnTo>
                <a:close/>
                <a:moveTo>
                  <a:pt x="2314575" y="1847850"/>
                </a:moveTo>
                <a:lnTo>
                  <a:pt x="2333625" y="1847850"/>
                </a:lnTo>
                <a:lnTo>
                  <a:pt x="2333625" y="1857375"/>
                </a:lnTo>
                <a:lnTo>
                  <a:pt x="2314575" y="1857375"/>
                </a:lnTo>
                <a:close/>
                <a:moveTo>
                  <a:pt x="38100" y="1857375"/>
                </a:moveTo>
                <a:lnTo>
                  <a:pt x="57150" y="1857375"/>
                </a:lnTo>
                <a:lnTo>
                  <a:pt x="57150" y="1866900"/>
                </a:lnTo>
                <a:lnTo>
                  <a:pt x="47625" y="1866900"/>
                </a:lnTo>
                <a:lnTo>
                  <a:pt x="47625" y="1876425"/>
                </a:lnTo>
                <a:lnTo>
                  <a:pt x="38100" y="1876425"/>
                </a:lnTo>
                <a:close/>
                <a:moveTo>
                  <a:pt x="247650" y="1857375"/>
                </a:moveTo>
                <a:lnTo>
                  <a:pt x="257175" y="1857375"/>
                </a:lnTo>
                <a:lnTo>
                  <a:pt x="257175" y="1866900"/>
                </a:lnTo>
                <a:lnTo>
                  <a:pt x="247650" y="1866900"/>
                </a:lnTo>
                <a:close/>
                <a:moveTo>
                  <a:pt x="1524000" y="1857375"/>
                </a:moveTo>
                <a:lnTo>
                  <a:pt x="1533525" y="1857375"/>
                </a:lnTo>
                <a:lnTo>
                  <a:pt x="1533525" y="1866900"/>
                </a:lnTo>
                <a:lnTo>
                  <a:pt x="1524000" y="1866900"/>
                </a:lnTo>
                <a:close/>
                <a:moveTo>
                  <a:pt x="2295525" y="1857375"/>
                </a:moveTo>
                <a:lnTo>
                  <a:pt x="2305050" y="1857375"/>
                </a:lnTo>
                <a:lnTo>
                  <a:pt x="2305050" y="1876425"/>
                </a:lnTo>
                <a:lnTo>
                  <a:pt x="2295525" y="1876425"/>
                </a:lnTo>
                <a:close/>
                <a:moveTo>
                  <a:pt x="57150" y="1866900"/>
                </a:moveTo>
                <a:lnTo>
                  <a:pt x="66675" y="1866900"/>
                </a:lnTo>
                <a:lnTo>
                  <a:pt x="66675" y="1876425"/>
                </a:lnTo>
                <a:lnTo>
                  <a:pt x="57150" y="1876425"/>
                </a:lnTo>
                <a:close/>
                <a:moveTo>
                  <a:pt x="2057400" y="1866900"/>
                </a:moveTo>
                <a:lnTo>
                  <a:pt x="2066925" y="1866900"/>
                </a:lnTo>
                <a:lnTo>
                  <a:pt x="2066925" y="1876425"/>
                </a:lnTo>
                <a:lnTo>
                  <a:pt x="2057400" y="1876425"/>
                </a:lnTo>
                <a:close/>
                <a:moveTo>
                  <a:pt x="0" y="1876425"/>
                </a:moveTo>
                <a:lnTo>
                  <a:pt x="19050" y="1876425"/>
                </a:lnTo>
                <a:lnTo>
                  <a:pt x="19050" y="1885950"/>
                </a:lnTo>
                <a:lnTo>
                  <a:pt x="28575" y="1885950"/>
                </a:lnTo>
                <a:lnTo>
                  <a:pt x="28575" y="1876425"/>
                </a:lnTo>
                <a:lnTo>
                  <a:pt x="38100" y="1876425"/>
                </a:lnTo>
                <a:lnTo>
                  <a:pt x="38100" y="1885950"/>
                </a:lnTo>
                <a:lnTo>
                  <a:pt x="28575" y="1885950"/>
                </a:lnTo>
                <a:lnTo>
                  <a:pt x="28575" y="1924050"/>
                </a:lnTo>
                <a:lnTo>
                  <a:pt x="9525" y="1924050"/>
                </a:lnTo>
                <a:lnTo>
                  <a:pt x="9525" y="1952625"/>
                </a:lnTo>
                <a:lnTo>
                  <a:pt x="19050" y="1952625"/>
                </a:lnTo>
                <a:lnTo>
                  <a:pt x="19050" y="1962150"/>
                </a:lnTo>
                <a:lnTo>
                  <a:pt x="28575" y="1962150"/>
                </a:lnTo>
                <a:lnTo>
                  <a:pt x="28575" y="1971675"/>
                </a:lnTo>
                <a:lnTo>
                  <a:pt x="47625" y="1971675"/>
                </a:lnTo>
                <a:lnTo>
                  <a:pt x="47625" y="1981200"/>
                </a:lnTo>
                <a:lnTo>
                  <a:pt x="57150" y="1981200"/>
                </a:lnTo>
                <a:lnTo>
                  <a:pt x="57150" y="1971675"/>
                </a:lnTo>
                <a:lnTo>
                  <a:pt x="66675" y="1971675"/>
                </a:lnTo>
                <a:lnTo>
                  <a:pt x="66675" y="2000250"/>
                </a:lnTo>
                <a:lnTo>
                  <a:pt x="57150" y="2000250"/>
                </a:lnTo>
                <a:lnTo>
                  <a:pt x="57150" y="2019300"/>
                </a:lnTo>
                <a:lnTo>
                  <a:pt x="66675" y="2019300"/>
                </a:lnTo>
                <a:lnTo>
                  <a:pt x="66675" y="2038350"/>
                </a:lnTo>
                <a:lnTo>
                  <a:pt x="57150" y="2038350"/>
                </a:lnTo>
                <a:lnTo>
                  <a:pt x="57150" y="2057400"/>
                </a:lnTo>
                <a:lnTo>
                  <a:pt x="38100" y="2057400"/>
                </a:lnTo>
                <a:lnTo>
                  <a:pt x="38100" y="2066925"/>
                </a:lnTo>
                <a:lnTo>
                  <a:pt x="47625" y="2066925"/>
                </a:lnTo>
                <a:lnTo>
                  <a:pt x="47625" y="2076450"/>
                </a:lnTo>
                <a:lnTo>
                  <a:pt x="38100" y="2076450"/>
                </a:lnTo>
                <a:lnTo>
                  <a:pt x="38100" y="2085975"/>
                </a:lnTo>
                <a:lnTo>
                  <a:pt x="19050" y="2085975"/>
                </a:lnTo>
                <a:lnTo>
                  <a:pt x="19050" y="2076450"/>
                </a:lnTo>
                <a:lnTo>
                  <a:pt x="28575" y="2076450"/>
                </a:lnTo>
                <a:lnTo>
                  <a:pt x="28575" y="2057400"/>
                </a:lnTo>
                <a:lnTo>
                  <a:pt x="19050" y="2057400"/>
                </a:lnTo>
                <a:lnTo>
                  <a:pt x="19050" y="2000250"/>
                </a:lnTo>
                <a:lnTo>
                  <a:pt x="9525" y="2000250"/>
                </a:lnTo>
                <a:lnTo>
                  <a:pt x="9525" y="1971675"/>
                </a:lnTo>
                <a:lnTo>
                  <a:pt x="0" y="1971675"/>
                </a:lnTo>
                <a:lnTo>
                  <a:pt x="0" y="1895475"/>
                </a:lnTo>
                <a:lnTo>
                  <a:pt x="9525" y="1895475"/>
                </a:lnTo>
                <a:lnTo>
                  <a:pt x="9525" y="1885950"/>
                </a:lnTo>
                <a:lnTo>
                  <a:pt x="0" y="1885950"/>
                </a:lnTo>
                <a:close/>
                <a:moveTo>
                  <a:pt x="47625" y="1876425"/>
                </a:moveTo>
                <a:lnTo>
                  <a:pt x="57150" y="1876425"/>
                </a:lnTo>
                <a:lnTo>
                  <a:pt x="57150" y="1885950"/>
                </a:lnTo>
                <a:lnTo>
                  <a:pt x="47625" y="1885950"/>
                </a:lnTo>
                <a:close/>
                <a:moveTo>
                  <a:pt x="2105025" y="1876425"/>
                </a:moveTo>
                <a:lnTo>
                  <a:pt x="2114550" y="1876425"/>
                </a:lnTo>
                <a:lnTo>
                  <a:pt x="2114550" y="1885950"/>
                </a:lnTo>
                <a:lnTo>
                  <a:pt x="2105025" y="1885950"/>
                </a:lnTo>
                <a:close/>
                <a:moveTo>
                  <a:pt x="419100" y="1885950"/>
                </a:moveTo>
                <a:lnTo>
                  <a:pt x="428625" y="1885950"/>
                </a:lnTo>
                <a:lnTo>
                  <a:pt x="428625" y="1895475"/>
                </a:lnTo>
                <a:lnTo>
                  <a:pt x="419100" y="1895475"/>
                </a:lnTo>
                <a:close/>
                <a:moveTo>
                  <a:pt x="1295400" y="1885950"/>
                </a:moveTo>
                <a:lnTo>
                  <a:pt x="1304925" y="1885950"/>
                </a:lnTo>
                <a:lnTo>
                  <a:pt x="1304925" y="1895475"/>
                </a:lnTo>
                <a:lnTo>
                  <a:pt x="1295400" y="1895475"/>
                </a:lnTo>
                <a:close/>
                <a:moveTo>
                  <a:pt x="2095500" y="1885950"/>
                </a:moveTo>
                <a:lnTo>
                  <a:pt x="2105025" y="1885950"/>
                </a:lnTo>
                <a:lnTo>
                  <a:pt x="2105025" y="1895475"/>
                </a:lnTo>
                <a:lnTo>
                  <a:pt x="2095500" y="1895475"/>
                </a:lnTo>
                <a:close/>
                <a:moveTo>
                  <a:pt x="1181100" y="1895475"/>
                </a:moveTo>
                <a:lnTo>
                  <a:pt x="1190625" y="1895475"/>
                </a:lnTo>
                <a:lnTo>
                  <a:pt x="1190625" y="1905000"/>
                </a:lnTo>
                <a:lnTo>
                  <a:pt x="1181100" y="1905000"/>
                </a:lnTo>
                <a:close/>
                <a:moveTo>
                  <a:pt x="1657350" y="1895475"/>
                </a:moveTo>
                <a:lnTo>
                  <a:pt x="1666875" y="1895475"/>
                </a:lnTo>
                <a:lnTo>
                  <a:pt x="1666875" y="1905000"/>
                </a:lnTo>
                <a:lnTo>
                  <a:pt x="1657350" y="1905000"/>
                </a:lnTo>
                <a:close/>
                <a:moveTo>
                  <a:pt x="428625" y="1905000"/>
                </a:moveTo>
                <a:lnTo>
                  <a:pt x="438150" y="1905000"/>
                </a:lnTo>
                <a:lnTo>
                  <a:pt x="438150" y="1924050"/>
                </a:lnTo>
                <a:lnTo>
                  <a:pt x="428625" y="1924050"/>
                </a:lnTo>
                <a:close/>
                <a:moveTo>
                  <a:pt x="2400300" y="1905000"/>
                </a:moveTo>
                <a:lnTo>
                  <a:pt x="2409825" y="1905000"/>
                </a:lnTo>
                <a:lnTo>
                  <a:pt x="2409825" y="1924050"/>
                </a:lnTo>
                <a:lnTo>
                  <a:pt x="2400300" y="1924050"/>
                </a:lnTo>
                <a:close/>
                <a:moveTo>
                  <a:pt x="1362075" y="1914525"/>
                </a:moveTo>
                <a:lnTo>
                  <a:pt x="1371600" y="1914525"/>
                </a:lnTo>
                <a:lnTo>
                  <a:pt x="1371600" y="1924050"/>
                </a:lnTo>
                <a:lnTo>
                  <a:pt x="1362075" y="1924050"/>
                </a:lnTo>
                <a:close/>
                <a:moveTo>
                  <a:pt x="2105025" y="1914525"/>
                </a:moveTo>
                <a:lnTo>
                  <a:pt x="2114550" y="1914525"/>
                </a:lnTo>
                <a:lnTo>
                  <a:pt x="2114550" y="1924050"/>
                </a:lnTo>
                <a:lnTo>
                  <a:pt x="2105025" y="1924050"/>
                </a:lnTo>
                <a:close/>
                <a:moveTo>
                  <a:pt x="2114550" y="1924050"/>
                </a:moveTo>
                <a:lnTo>
                  <a:pt x="2133600" y="1924050"/>
                </a:lnTo>
                <a:lnTo>
                  <a:pt x="2133600" y="1933575"/>
                </a:lnTo>
                <a:lnTo>
                  <a:pt x="2162175" y="1933575"/>
                </a:lnTo>
                <a:lnTo>
                  <a:pt x="2162175" y="1952625"/>
                </a:lnTo>
                <a:lnTo>
                  <a:pt x="2143125" y="1952625"/>
                </a:lnTo>
                <a:lnTo>
                  <a:pt x="2143125" y="1943100"/>
                </a:lnTo>
                <a:lnTo>
                  <a:pt x="2124075" y="1943100"/>
                </a:lnTo>
                <a:lnTo>
                  <a:pt x="2124075" y="1952625"/>
                </a:lnTo>
                <a:lnTo>
                  <a:pt x="2105025" y="1952625"/>
                </a:lnTo>
                <a:lnTo>
                  <a:pt x="2105025" y="1943100"/>
                </a:lnTo>
                <a:lnTo>
                  <a:pt x="2114550" y="1943100"/>
                </a:lnTo>
                <a:close/>
                <a:moveTo>
                  <a:pt x="2190750" y="1924050"/>
                </a:moveTo>
                <a:lnTo>
                  <a:pt x="2238375" y="1924050"/>
                </a:lnTo>
                <a:lnTo>
                  <a:pt x="2238375" y="1933575"/>
                </a:lnTo>
                <a:lnTo>
                  <a:pt x="2266950" y="1933575"/>
                </a:lnTo>
                <a:lnTo>
                  <a:pt x="2266950" y="1952625"/>
                </a:lnTo>
                <a:lnTo>
                  <a:pt x="2257425" y="1952625"/>
                </a:lnTo>
                <a:lnTo>
                  <a:pt x="2257425" y="1943100"/>
                </a:lnTo>
                <a:lnTo>
                  <a:pt x="2247900" y="1943100"/>
                </a:lnTo>
                <a:lnTo>
                  <a:pt x="2247900" y="1952625"/>
                </a:lnTo>
                <a:lnTo>
                  <a:pt x="2228850" y="1952625"/>
                </a:lnTo>
                <a:lnTo>
                  <a:pt x="2228850" y="1943100"/>
                </a:lnTo>
                <a:lnTo>
                  <a:pt x="2219325" y="1943100"/>
                </a:lnTo>
                <a:lnTo>
                  <a:pt x="2219325" y="1933575"/>
                </a:lnTo>
                <a:lnTo>
                  <a:pt x="2190750" y="1933575"/>
                </a:lnTo>
                <a:close/>
                <a:moveTo>
                  <a:pt x="990600" y="1933575"/>
                </a:moveTo>
                <a:lnTo>
                  <a:pt x="1000125" y="1933575"/>
                </a:lnTo>
                <a:lnTo>
                  <a:pt x="1000125" y="1943100"/>
                </a:lnTo>
                <a:lnTo>
                  <a:pt x="990600" y="1943100"/>
                </a:lnTo>
                <a:close/>
                <a:moveTo>
                  <a:pt x="962025" y="1943100"/>
                </a:moveTo>
                <a:lnTo>
                  <a:pt x="971550" y="1943100"/>
                </a:lnTo>
                <a:lnTo>
                  <a:pt x="971550" y="1952625"/>
                </a:lnTo>
                <a:lnTo>
                  <a:pt x="962025" y="1952625"/>
                </a:lnTo>
                <a:close/>
                <a:moveTo>
                  <a:pt x="942975" y="1952625"/>
                </a:moveTo>
                <a:lnTo>
                  <a:pt x="962025" y="1952625"/>
                </a:lnTo>
                <a:lnTo>
                  <a:pt x="962025" y="1962150"/>
                </a:lnTo>
                <a:lnTo>
                  <a:pt x="942975" y="1962150"/>
                </a:lnTo>
                <a:close/>
                <a:moveTo>
                  <a:pt x="1666875" y="1952625"/>
                </a:moveTo>
                <a:lnTo>
                  <a:pt x="1676400" y="1952625"/>
                </a:lnTo>
                <a:lnTo>
                  <a:pt x="1676400" y="1962150"/>
                </a:lnTo>
                <a:lnTo>
                  <a:pt x="1666875" y="1962150"/>
                </a:lnTo>
                <a:close/>
                <a:moveTo>
                  <a:pt x="2266950" y="1952625"/>
                </a:moveTo>
                <a:lnTo>
                  <a:pt x="2276475" y="1952625"/>
                </a:lnTo>
                <a:lnTo>
                  <a:pt x="2276475" y="1962150"/>
                </a:lnTo>
                <a:lnTo>
                  <a:pt x="2266950" y="1962150"/>
                </a:lnTo>
                <a:close/>
                <a:moveTo>
                  <a:pt x="304800" y="1962150"/>
                </a:moveTo>
                <a:lnTo>
                  <a:pt x="314325" y="1962150"/>
                </a:lnTo>
                <a:lnTo>
                  <a:pt x="314325" y="1971675"/>
                </a:lnTo>
                <a:lnTo>
                  <a:pt x="304800" y="1971675"/>
                </a:lnTo>
                <a:close/>
                <a:moveTo>
                  <a:pt x="2200275" y="1962150"/>
                </a:moveTo>
                <a:lnTo>
                  <a:pt x="2209800" y="1962150"/>
                </a:lnTo>
                <a:lnTo>
                  <a:pt x="2209800" y="1990725"/>
                </a:lnTo>
                <a:lnTo>
                  <a:pt x="2200275" y="1990725"/>
                </a:lnTo>
                <a:lnTo>
                  <a:pt x="2200275" y="1981200"/>
                </a:lnTo>
                <a:lnTo>
                  <a:pt x="2190750" y="1981200"/>
                </a:lnTo>
                <a:lnTo>
                  <a:pt x="2190750" y="1971675"/>
                </a:lnTo>
                <a:lnTo>
                  <a:pt x="2200275" y="1971675"/>
                </a:lnTo>
                <a:close/>
                <a:moveTo>
                  <a:pt x="314325" y="1971675"/>
                </a:moveTo>
                <a:lnTo>
                  <a:pt x="323850" y="1971675"/>
                </a:lnTo>
                <a:lnTo>
                  <a:pt x="323850" y="1981200"/>
                </a:lnTo>
                <a:lnTo>
                  <a:pt x="314325" y="1981200"/>
                </a:lnTo>
                <a:close/>
                <a:moveTo>
                  <a:pt x="1076325" y="1981200"/>
                </a:moveTo>
                <a:lnTo>
                  <a:pt x="1085850" y="1981200"/>
                </a:lnTo>
                <a:lnTo>
                  <a:pt x="1085850" y="1990725"/>
                </a:lnTo>
                <a:lnTo>
                  <a:pt x="1076325" y="1990725"/>
                </a:lnTo>
                <a:close/>
                <a:moveTo>
                  <a:pt x="1371600" y="1981200"/>
                </a:moveTo>
                <a:lnTo>
                  <a:pt x="1381125" y="1981200"/>
                </a:lnTo>
                <a:lnTo>
                  <a:pt x="1381125" y="1990725"/>
                </a:lnTo>
                <a:lnTo>
                  <a:pt x="1371600" y="1990725"/>
                </a:lnTo>
                <a:close/>
                <a:moveTo>
                  <a:pt x="2085975" y="1981200"/>
                </a:moveTo>
                <a:lnTo>
                  <a:pt x="2095500" y="1981200"/>
                </a:lnTo>
                <a:lnTo>
                  <a:pt x="2095500" y="1990725"/>
                </a:lnTo>
                <a:lnTo>
                  <a:pt x="2085975" y="1990725"/>
                </a:lnTo>
                <a:close/>
                <a:moveTo>
                  <a:pt x="2228850" y="1990725"/>
                </a:moveTo>
                <a:lnTo>
                  <a:pt x="2238375" y="1990725"/>
                </a:lnTo>
                <a:lnTo>
                  <a:pt x="2238375" y="2019300"/>
                </a:lnTo>
                <a:lnTo>
                  <a:pt x="2228850" y="2019300"/>
                </a:lnTo>
                <a:close/>
                <a:moveTo>
                  <a:pt x="1162050" y="2000250"/>
                </a:moveTo>
                <a:lnTo>
                  <a:pt x="1171575" y="2000250"/>
                </a:lnTo>
                <a:lnTo>
                  <a:pt x="1171575" y="2009775"/>
                </a:lnTo>
                <a:lnTo>
                  <a:pt x="1162050" y="2009775"/>
                </a:lnTo>
                <a:close/>
                <a:moveTo>
                  <a:pt x="38100" y="2009775"/>
                </a:moveTo>
                <a:lnTo>
                  <a:pt x="47625" y="2009775"/>
                </a:lnTo>
                <a:lnTo>
                  <a:pt x="47625" y="2000250"/>
                </a:lnTo>
                <a:lnTo>
                  <a:pt x="38100" y="2000250"/>
                </a:lnTo>
                <a:close/>
                <a:moveTo>
                  <a:pt x="171450" y="2009775"/>
                </a:moveTo>
                <a:lnTo>
                  <a:pt x="190500" y="2009775"/>
                </a:lnTo>
                <a:lnTo>
                  <a:pt x="190500" y="2019300"/>
                </a:lnTo>
                <a:lnTo>
                  <a:pt x="180975" y="2019300"/>
                </a:lnTo>
                <a:lnTo>
                  <a:pt x="180975" y="2028825"/>
                </a:lnTo>
                <a:lnTo>
                  <a:pt x="171450" y="2028825"/>
                </a:lnTo>
                <a:close/>
                <a:moveTo>
                  <a:pt x="190500" y="2019300"/>
                </a:moveTo>
                <a:lnTo>
                  <a:pt x="200025" y="2019300"/>
                </a:lnTo>
                <a:lnTo>
                  <a:pt x="200025" y="2028825"/>
                </a:lnTo>
                <a:lnTo>
                  <a:pt x="190500" y="2028825"/>
                </a:lnTo>
                <a:close/>
                <a:moveTo>
                  <a:pt x="2295525" y="2019300"/>
                </a:moveTo>
                <a:lnTo>
                  <a:pt x="2305050" y="2019300"/>
                </a:lnTo>
                <a:lnTo>
                  <a:pt x="2305050" y="2038350"/>
                </a:lnTo>
                <a:lnTo>
                  <a:pt x="2295525" y="2038350"/>
                </a:lnTo>
                <a:close/>
                <a:moveTo>
                  <a:pt x="200025" y="2028825"/>
                </a:moveTo>
                <a:lnTo>
                  <a:pt x="209550" y="2028825"/>
                </a:lnTo>
                <a:lnTo>
                  <a:pt x="209550" y="2038350"/>
                </a:lnTo>
                <a:lnTo>
                  <a:pt x="200025" y="2038350"/>
                </a:lnTo>
                <a:close/>
                <a:moveTo>
                  <a:pt x="971550" y="2028825"/>
                </a:moveTo>
                <a:lnTo>
                  <a:pt x="981075" y="2028825"/>
                </a:lnTo>
                <a:lnTo>
                  <a:pt x="981075" y="2038350"/>
                </a:lnTo>
                <a:lnTo>
                  <a:pt x="971550" y="2038350"/>
                </a:lnTo>
                <a:close/>
                <a:moveTo>
                  <a:pt x="2276475" y="2028825"/>
                </a:moveTo>
                <a:lnTo>
                  <a:pt x="2286000" y="2028825"/>
                </a:lnTo>
                <a:lnTo>
                  <a:pt x="2286000" y="2047875"/>
                </a:lnTo>
                <a:lnTo>
                  <a:pt x="2276475" y="2047875"/>
                </a:lnTo>
                <a:close/>
                <a:moveTo>
                  <a:pt x="2343150" y="2028825"/>
                </a:moveTo>
                <a:lnTo>
                  <a:pt x="2352675" y="2028825"/>
                </a:lnTo>
                <a:lnTo>
                  <a:pt x="2352675" y="2057400"/>
                </a:lnTo>
                <a:lnTo>
                  <a:pt x="2362200" y="2057400"/>
                </a:lnTo>
                <a:lnTo>
                  <a:pt x="2362200" y="2076450"/>
                </a:lnTo>
                <a:lnTo>
                  <a:pt x="2352675" y="2076450"/>
                </a:lnTo>
                <a:lnTo>
                  <a:pt x="2352675" y="2066925"/>
                </a:lnTo>
                <a:lnTo>
                  <a:pt x="2343150" y="2066925"/>
                </a:lnTo>
                <a:lnTo>
                  <a:pt x="2343150" y="2076450"/>
                </a:lnTo>
                <a:lnTo>
                  <a:pt x="2324100" y="2076450"/>
                </a:lnTo>
                <a:lnTo>
                  <a:pt x="2324100" y="2038350"/>
                </a:lnTo>
                <a:lnTo>
                  <a:pt x="2343150" y="2038350"/>
                </a:lnTo>
                <a:close/>
                <a:moveTo>
                  <a:pt x="171450" y="2038350"/>
                </a:moveTo>
                <a:lnTo>
                  <a:pt x="180975" y="2038350"/>
                </a:lnTo>
                <a:lnTo>
                  <a:pt x="180975" y="2066925"/>
                </a:lnTo>
                <a:lnTo>
                  <a:pt x="171450" y="2066925"/>
                </a:lnTo>
                <a:close/>
                <a:moveTo>
                  <a:pt x="209550" y="2038350"/>
                </a:moveTo>
                <a:lnTo>
                  <a:pt x="219075" y="2038350"/>
                </a:lnTo>
                <a:lnTo>
                  <a:pt x="219075" y="2047875"/>
                </a:lnTo>
                <a:lnTo>
                  <a:pt x="228600" y="2047875"/>
                </a:lnTo>
                <a:lnTo>
                  <a:pt x="228600" y="2057400"/>
                </a:lnTo>
                <a:lnTo>
                  <a:pt x="238125" y="2057400"/>
                </a:lnTo>
                <a:lnTo>
                  <a:pt x="238125" y="2066925"/>
                </a:lnTo>
                <a:lnTo>
                  <a:pt x="219075" y="2066925"/>
                </a:lnTo>
                <a:lnTo>
                  <a:pt x="219075" y="2057400"/>
                </a:lnTo>
                <a:lnTo>
                  <a:pt x="209550" y="2057400"/>
                </a:lnTo>
                <a:close/>
                <a:moveTo>
                  <a:pt x="2105025" y="2038350"/>
                </a:moveTo>
                <a:lnTo>
                  <a:pt x="2114550" y="2038350"/>
                </a:lnTo>
                <a:lnTo>
                  <a:pt x="2114550" y="2057400"/>
                </a:lnTo>
                <a:lnTo>
                  <a:pt x="2105025" y="2057400"/>
                </a:lnTo>
                <a:close/>
                <a:moveTo>
                  <a:pt x="2438400" y="2038350"/>
                </a:moveTo>
                <a:lnTo>
                  <a:pt x="2447925" y="2038350"/>
                </a:lnTo>
                <a:lnTo>
                  <a:pt x="2447925" y="2047875"/>
                </a:lnTo>
                <a:lnTo>
                  <a:pt x="2438400" y="2047875"/>
                </a:lnTo>
                <a:close/>
                <a:moveTo>
                  <a:pt x="476250" y="2047875"/>
                </a:moveTo>
                <a:lnTo>
                  <a:pt x="485775" y="2047875"/>
                </a:lnTo>
                <a:lnTo>
                  <a:pt x="485775" y="2057400"/>
                </a:lnTo>
                <a:lnTo>
                  <a:pt x="476250" y="2057400"/>
                </a:lnTo>
                <a:close/>
                <a:moveTo>
                  <a:pt x="2447925" y="2047875"/>
                </a:moveTo>
                <a:lnTo>
                  <a:pt x="2457450" y="2047875"/>
                </a:lnTo>
                <a:lnTo>
                  <a:pt x="2457450" y="2095500"/>
                </a:lnTo>
                <a:lnTo>
                  <a:pt x="2447925" y="2095500"/>
                </a:lnTo>
                <a:close/>
                <a:moveTo>
                  <a:pt x="962025" y="2057400"/>
                </a:moveTo>
                <a:lnTo>
                  <a:pt x="971550" y="2057400"/>
                </a:lnTo>
                <a:lnTo>
                  <a:pt x="971550" y="2066925"/>
                </a:lnTo>
                <a:lnTo>
                  <a:pt x="962025" y="2066925"/>
                </a:lnTo>
                <a:close/>
                <a:moveTo>
                  <a:pt x="2171700" y="2057400"/>
                </a:moveTo>
                <a:lnTo>
                  <a:pt x="2181225" y="2057400"/>
                </a:lnTo>
                <a:lnTo>
                  <a:pt x="2181225" y="2085975"/>
                </a:lnTo>
                <a:lnTo>
                  <a:pt x="2171700" y="2085975"/>
                </a:lnTo>
                <a:lnTo>
                  <a:pt x="2171700" y="2076450"/>
                </a:lnTo>
                <a:lnTo>
                  <a:pt x="2162175" y="2076450"/>
                </a:lnTo>
                <a:lnTo>
                  <a:pt x="2162175" y="2066925"/>
                </a:lnTo>
                <a:lnTo>
                  <a:pt x="2171700" y="2066925"/>
                </a:lnTo>
                <a:close/>
                <a:moveTo>
                  <a:pt x="952500" y="2076450"/>
                </a:moveTo>
                <a:lnTo>
                  <a:pt x="962025" y="2076450"/>
                </a:lnTo>
                <a:lnTo>
                  <a:pt x="962025" y="2085975"/>
                </a:lnTo>
                <a:lnTo>
                  <a:pt x="952500" y="2085975"/>
                </a:lnTo>
                <a:close/>
                <a:moveTo>
                  <a:pt x="2076450" y="2076450"/>
                </a:moveTo>
                <a:lnTo>
                  <a:pt x="2085975" y="2076450"/>
                </a:lnTo>
                <a:lnTo>
                  <a:pt x="2085975" y="2095500"/>
                </a:lnTo>
                <a:lnTo>
                  <a:pt x="2105025" y="2095500"/>
                </a:lnTo>
                <a:lnTo>
                  <a:pt x="2105025" y="2143125"/>
                </a:lnTo>
                <a:lnTo>
                  <a:pt x="2095500" y="2143125"/>
                </a:lnTo>
                <a:lnTo>
                  <a:pt x="2095500" y="2124075"/>
                </a:lnTo>
                <a:lnTo>
                  <a:pt x="2076450" y="2124075"/>
                </a:lnTo>
                <a:lnTo>
                  <a:pt x="2076450" y="2105025"/>
                </a:lnTo>
                <a:lnTo>
                  <a:pt x="2066925" y="2105025"/>
                </a:lnTo>
                <a:lnTo>
                  <a:pt x="2066925" y="2085975"/>
                </a:lnTo>
                <a:lnTo>
                  <a:pt x="2076450" y="2085975"/>
                </a:lnTo>
                <a:close/>
                <a:moveTo>
                  <a:pt x="47625" y="2085975"/>
                </a:moveTo>
                <a:lnTo>
                  <a:pt x="57150" y="2085975"/>
                </a:lnTo>
                <a:lnTo>
                  <a:pt x="57150" y="2114550"/>
                </a:lnTo>
                <a:lnTo>
                  <a:pt x="47625" y="2114550"/>
                </a:lnTo>
                <a:close/>
                <a:moveTo>
                  <a:pt x="2324100" y="2085975"/>
                </a:moveTo>
                <a:lnTo>
                  <a:pt x="2343150" y="2085975"/>
                </a:lnTo>
                <a:lnTo>
                  <a:pt x="2343150" y="2105025"/>
                </a:lnTo>
                <a:lnTo>
                  <a:pt x="2333625" y="2105025"/>
                </a:lnTo>
                <a:lnTo>
                  <a:pt x="2333625" y="2114550"/>
                </a:lnTo>
                <a:lnTo>
                  <a:pt x="2314575" y="2114550"/>
                </a:lnTo>
                <a:lnTo>
                  <a:pt x="2314575" y="2095500"/>
                </a:lnTo>
                <a:lnTo>
                  <a:pt x="2324100" y="2095500"/>
                </a:lnTo>
                <a:close/>
                <a:moveTo>
                  <a:pt x="2371725" y="2085975"/>
                </a:moveTo>
                <a:lnTo>
                  <a:pt x="2381250" y="2085975"/>
                </a:lnTo>
                <a:lnTo>
                  <a:pt x="2381250" y="2095500"/>
                </a:lnTo>
                <a:lnTo>
                  <a:pt x="2371725" y="2095500"/>
                </a:lnTo>
                <a:close/>
                <a:moveTo>
                  <a:pt x="1657350" y="2095500"/>
                </a:moveTo>
                <a:lnTo>
                  <a:pt x="1666875" y="2095500"/>
                </a:lnTo>
                <a:lnTo>
                  <a:pt x="1666875" y="2105025"/>
                </a:lnTo>
                <a:lnTo>
                  <a:pt x="1657350" y="2105025"/>
                </a:lnTo>
                <a:close/>
                <a:moveTo>
                  <a:pt x="2362200" y="2095500"/>
                </a:moveTo>
                <a:lnTo>
                  <a:pt x="2371725" y="2095500"/>
                </a:lnTo>
                <a:lnTo>
                  <a:pt x="2371725" y="2105025"/>
                </a:lnTo>
                <a:lnTo>
                  <a:pt x="2362200" y="2105025"/>
                </a:lnTo>
                <a:close/>
                <a:moveTo>
                  <a:pt x="2133600" y="2105025"/>
                </a:moveTo>
                <a:lnTo>
                  <a:pt x="2152650" y="2105025"/>
                </a:lnTo>
                <a:lnTo>
                  <a:pt x="2152650" y="2124075"/>
                </a:lnTo>
                <a:lnTo>
                  <a:pt x="2143125" y="2124075"/>
                </a:lnTo>
                <a:lnTo>
                  <a:pt x="2143125" y="2143125"/>
                </a:lnTo>
                <a:lnTo>
                  <a:pt x="2181225" y="2143125"/>
                </a:lnTo>
                <a:lnTo>
                  <a:pt x="2181225" y="2133600"/>
                </a:lnTo>
                <a:lnTo>
                  <a:pt x="2209800" y="2133600"/>
                </a:lnTo>
                <a:lnTo>
                  <a:pt x="2209800" y="2143125"/>
                </a:lnTo>
                <a:lnTo>
                  <a:pt x="2190750" y="2143125"/>
                </a:lnTo>
                <a:lnTo>
                  <a:pt x="2190750" y="2152650"/>
                </a:lnTo>
                <a:lnTo>
                  <a:pt x="2143125" y="2152650"/>
                </a:lnTo>
                <a:lnTo>
                  <a:pt x="2143125" y="2162175"/>
                </a:lnTo>
                <a:lnTo>
                  <a:pt x="2133600" y="2162175"/>
                </a:lnTo>
                <a:lnTo>
                  <a:pt x="2133600" y="2152650"/>
                </a:lnTo>
                <a:lnTo>
                  <a:pt x="2114550" y="2152650"/>
                </a:lnTo>
                <a:lnTo>
                  <a:pt x="2114550" y="2143125"/>
                </a:lnTo>
                <a:lnTo>
                  <a:pt x="2124075" y="2143125"/>
                </a:lnTo>
                <a:lnTo>
                  <a:pt x="2124075" y="2114550"/>
                </a:lnTo>
                <a:lnTo>
                  <a:pt x="2133600" y="2114550"/>
                </a:lnTo>
                <a:close/>
                <a:moveTo>
                  <a:pt x="2381250" y="2105025"/>
                </a:moveTo>
                <a:lnTo>
                  <a:pt x="2390775" y="2105025"/>
                </a:lnTo>
                <a:lnTo>
                  <a:pt x="2390775" y="2124075"/>
                </a:lnTo>
                <a:lnTo>
                  <a:pt x="2371725" y="2124075"/>
                </a:lnTo>
                <a:lnTo>
                  <a:pt x="2371725" y="2114550"/>
                </a:lnTo>
                <a:lnTo>
                  <a:pt x="2381250" y="2114550"/>
                </a:lnTo>
                <a:close/>
                <a:moveTo>
                  <a:pt x="2447925" y="2105025"/>
                </a:moveTo>
                <a:lnTo>
                  <a:pt x="2457450" y="2105025"/>
                </a:lnTo>
                <a:lnTo>
                  <a:pt x="2457450" y="2124075"/>
                </a:lnTo>
                <a:lnTo>
                  <a:pt x="2438400" y="2124075"/>
                </a:lnTo>
                <a:lnTo>
                  <a:pt x="2438400" y="2114550"/>
                </a:lnTo>
                <a:lnTo>
                  <a:pt x="2447925" y="2114550"/>
                </a:lnTo>
                <a:close/>
                <a:moveTo>
                  <a:pt x="1647825" y="2114550"/>
                </a:moveTo>
                <a:lnTo>
                  <a:pt x="1657350" y="2114550"/>
                </a:lnTo>
                <a:lnTo>
                  <a:pt x="1657350" y="2124075"/>
                </a:lnTo>
                <a:lnTo>
                  <a:pt x="1647825" y="2124075"/>
                </a:lnTo>
                <a:close/>
                <a:moveTo>
                  <a:pt x="409575" y="2124075"/>
                </a:moveTo>
                <a:lnTo>
                  <a:pt x="419100" y="2124075"/>
                </a:lnTo>
                <a:lnTo>
                  <a:pt x="419100" y="2133600"/>
                </a:lnTo>
                <a:lnTo>
                  <a:pt x="409575" y="2133600"/>
                </a:lnTo>
                <a:close/>
                <a:moveTo>
                  <a:pt x="2238375" y="2124075"/>
                </a:moveTo>
                <a:lnTo>
                  <a:pt x="2257425" y="2124075"/>
                </a:lnTo>
                <a:lnTo>
                  <a:pt x="2257425" y="2152650"/>
                </a:lnTo>
                <a:lnTo>
                  <a:pt x="2247900" y="2152650"/>
                </a:lnTo>
                <a:lnTo>
                  <a:pt x="2247900" y="2171700"/>
                </a:lnTo>
                <a:lnTo>
                  <a:pt x="2228850" y="2171700"/>
                </a:lnTo>
                <a:lnTo>
                  <a:pt x="2228850" y="2162175"/>
                </a:lnTo>
                <a:lnTo>
                  <a:pt x="2219325" y="2162175"/>
                </a:lnTo>
                <a:lnTo>
                  <a:pt x="2219325" y="2143125"/>
                </a:lnTo>
                <a:lnTo>
                  <a:pt x="2228850" y="2143125"/>
                </a:lnTo>
                <a:lnTo>
                  <a:pt x="2228850" y="2133600"/>
                </a:lnTo>
                <a:lnTo>
                  <a:pt x="2238375" y="2133600"/>
                </a:lnTo>
                <a:close/>
                <a:moveTo>
                  <a:pt x="38100" y="2133600"/>
                </a:moveTo>
                <a:lnTo>
                  <a:pt x="47625" y="2133600"/>
                </a:lnTo>
                <a:lnTo>
                  <a:pt x="47625" y="2143125"/>
                </a:lnTo>
                <a:lnTo>
                  <a:pt x="38100" y="2143125"/>
                </a:lnTo>
                <a:close/>
                <a:moveTo>
                  <a:pt x="428625" y="2133600"/>
                </a:moveTo>
                <a:lnTo>
                  <a:pt x="447675" y="2133600"/>
                </a:lnTo>
                <a:lnTo>
                  <a:pt x="447675" y="2143125"/>
                </a:lnTo>
                <a:lnTo>
                  <a:pt x="428625" y="2143125"/>
                </a:lnTo>
                <a:close/>
                <a:moveTo>
                  <a:pt x="28575" y="2143125"/>
                </a:moveTo>
                <a:lnTo>
                  <a:pt x="38100" y="2143125"/>
                </a:lnTo>
                <a:lnTo>
                  <a:pt x="38100" y="2152650"/>
                </a:lnTo>
                <a:lnTo>
                  <a:pt x="28575" y="2152650"/>
                </a:lnTo>
                <a:close/>
                <a:moveTo>
                  <a:pt x="2085975" y="2152650"/>
                </a:moveTo>
                <a:lnTo>
                  <a:pt x="2095500" y="2152650"/>
                </a:lnTo>
                <a:lnTo>
                  <a:pt x="2095500" y="2162175"/>
                </a:lnTo>
                <a:lnTo>
                  <a:pt x="2085975" y="2162175"/>
                </a:lnTo>
                <a:close/>
                <a:moveTo>
                  <a:pt x="0" y="2162175"/>
                </a:moveTo>
                <a:lnTo>
                  <a:pt x="9525" y="2162175"/>
                </a:lnTo>
                <a:lnTo>
                  <a:pt x="9525" y="2171700"/>
                </a:lnTo>
                <a:lnTo>
                  <a:pt x="0" y="2171700"/>
                </a:lnTo>
                <a:close/>
                <a:moveTo>
                  <a:pt x="428625" y="2162175"/>
                </a:moveTo>
                <a:lnTo>
                  <a:pt x="438150" y="2162175"/>
                </a:lnTo>
                <a:lnTo>
                  <a:pt x="438150" y="2171700"/>
                </a:lnTo>
                <a:lnTo>
                  <a:pt x="428625" y="2171700"/>
                </a:lnTo>
                <a:close/>
                <a:moveTo>
                  <a:pt x="1543050" y="2162175"/>
                </a:moveTo>
                <a:lnTo>
                  <a:pt x="1552575" y="2162175"/>
                </a:lnTo>
                <a:lnTo>
                  <a:pt x="1552575" y="2171700"/>
                </a:lnTo>
                <a:lnTo>
                  <a:pt x="1543050" y="2171700"/>
                </a:lnTo>
                <a:close/>
                <a:moveTo>
                  <a:pt x="2066925" y="2171700"/>
                </a:moveTo>
                <a:lnTo>
                  <a:pt x="2085975" y="2171700"/>
                </a:lnTo>
                <a:lnTo>
                  <a:pt x="2085975" y="2209800"/>
                </a:lnTo>
                <a:lnTo>
                  <a:pt x="2076450" y="2209800"/>
                </a:lnTo>
                <a:lnTo>
                  <a:pt x="2076450" y="2190750"/>
                </a:lnTo>
                <a:lnTo>
                  <a:pt x="2066925" y="2190750"/>
                </a:lnTo>
                <a:lnTo>
                  <a:pt x="2066925" y="2200275"/>
                </a:lnTo>
                <a:lnTo>
                  <a:pt x="2057400" y="2200275"/>
                </a:lnTo>
                <a:lnTo>
                  <a:pt x="2057400" y="2181225"/>
                </a:lnTo>
                <a:lnTo>
                  <a:pt x="2066925" y="2181225"/>
                </a:lnTo>
                <a:close/>
                <a:moveTo>
                  <a:pt x="47625" y="2190750"/>
                </a:moveTo>
                <a:lnTo>
                  <a:pt x="66675" y="2190750"/>
                </a:lnTo>
                <a:lnTo>
                  <a:pt x="66675" y="2200275"/>
                </a:lnTo>
                <a:lnTo>
                  <a:pt x="47625" y="2200275"/>
                </a:lnTo>
                <a:close/>
                <a:moveTo>
                  <a:pt x="857250" y="2190750"/>
                </a:moveTo>
                <a:lnTo>
                  <a:pt x="866775" y="2190750"/>
                </a:lnTo>
                <a:lnTo>
                  <a:pt x="866775" y="2200275"/>
                </a:lnTo>
                <a:lnTo>
                  <a:pt x="857250" y="2200275"/>
                </a:lnTo>
                <a:close/>
                <a:moveTo>
                  <a:pt x="809625" y="2200275"/>
                </a:moveTo>
                <a:lnTo>
                  <a:pt x="819150" y="2200275"/>
                </a:lnTo>
                <a:lnTo>
                  <a:pt x="819150" y="2209800"/>
                </a:lnTo>
                <a:lnTo>
                  <a:pt x="809625" y="2209800"/>
                </a:lnTo>
                <a:close/>
                <a:moveTo>
                  <a:pt x="2419350" y="2200275"/>
                </a:moveTo>
                <a:lnTo>
                  <a:pt x="2428875" y="2200275"/>
                </a:lnTo>
                <a:lnTo>
                  <a:pt x="2428875" y="2219325"/>
                </a:lnTo>
                <a:lnTo>
                  <a:pt x="2419350" y="2219325"/>
                </a:lnTo>
                <a:close/>
                <a:moveTo>
                  <a:pt x="9525" y="2209800"/>
                </a:moveTo>
                <a:lnTo>
                  <a:pt x="19050" y="2209800"/>
                </a:lnTo>
                <a:lnTo>
                  <a:pt x="19050" y="2238375"/>
                </a:lnTo>
                <a:lnTo>
                  <a:pt x="9525" y="2238375"/>
                </a:lnTo>
                <a:lnTo>
                  <a:pt x="9525" y="2247900"/>
                </a:lnTo>
                <a:lnTo>
                  <a:pt x="0" y="2247900"/>
                </a:lnTo>
                <a:lnTo>
                  <a:pt x="0" y="2219325"/>
                </a:lnTo>
                <a:lnTo>
                  <a:pt x="9525" y="2219325"/>
                </a:lnTo>
                <a:close/>
                <a:moveTo>
                  <a:pt x="1047750" y="2209800"/>
                </a:moveTo>
                <a:lnTo>
                  <a:pt x="1057275" y="2209800"/>
                </a:lnTo>
                <a:lnTo>
                  <a:pt x="1057275" y="2219325"/>
                </a:lnTo>
                <a:lnTo>
                  <a:pt x="1047750" y="2219325"/>
                </a:lnTo>
                <a:close/>
                <a:moveTo>
                  <a:pt x="171450" y="2228850"/>
                </a:moveTo>
                <a:lnTo>
                  <a:pt x="180975" y="2228850"/>
                </a:lnTo>
                <a:lnTo>
                  <a:pt x="180975" y="2238375"/>
                </a:lnTo>
                <a:lnTo>
                  <a:pt x="171450" y="2238375"/>
                </a:lnTo>
                <a:close/>
                <a:moveTo>
                  <a:pt x="1914525" y="2238375"/>
                </a:moveTo>
                <a:lnTo>
                  <a:pt x="1924050" y="2238375"/>
                </a:lnTo>
                <a:lnTo>
                  <a:pt x="1924050" y="2247900"/>
                </a:lnTo>
                <a:lnTo>
                  <a:pt x="1914525" y="2247900"/>
                </a:lnTo>
                <a:close/>
                <a:moveTo>
                  <a:pt x="2162175" y="2238375"/>
                </a:moveTo>
                <a:lnTo>
                  <a:pt x="2171700" y="2238375"/>
                </a:lnTo>
                <a:lnTo>
                  <a:pt x="2171700" y="2247900"/>
                </a:lnTo>
                <a:lnTo>
                  <a:pt x="2162175" y="2247900"/>
                </a:lnTo>
                <a:close/>
                <a:moveTo>
                  <a:pt x="85725" y="2247900"/>
                </a:moveTo>
                <a:lnTo>
                  <a:pt x="95250" y="2247900"/>
                </a:lnTo>
                <a:lnTo>
                  <a:pt x="95250" y="2276475"/>
                </a:lnTo>
                <a:lnTo>
                  <a:pt x="85725" y="2276475"/>
                </a:lnTo>
                <a:lnTo>
                  <a:pt x="85725" y="2286000"/>
                </a:lnTo>
                <a:lnTo>
                  <a:pt x="76200" y="2286000"/>
                </a:lnTo>
                <a:lnTo>
                  <a:pt x="76200" y="2305050"/>
                </a:lnTo>
                <a:lnTo>
                  <a:pt x="57150" y="2305050"/>
                </a:lnTo>
                <a:lnTo>
                  <a:pt x="57150" y="2314575"/>
                </a:lnTo>
                <a:lnTo>
                  <a:pt x="47625" y="2314575"/>
                </a:lnTo>
                <a:lnTo>
                  <a:pt x="47625" y="2305050"/>
                </a:lnTo>
                <a:lnTo>
                  <a:pt x="38100" y="2305050"/>
                </a:lnTo>
                <a:lnTo>
                  <a:pt x="38100" y="2324100"/>
                </a:lnTo>
                <a:lnTo>
                  <a:pt x="28575" y="2324100"/>
                </a:lnTo>
                <a:lnTo>
                  <a:pt x="28575" y="2333625"/>
                </a:lnTo>
                <a:lnTo>
                  <a:pt x="19050" y="2333625"/>
                </a:lnTo>
                <a:lnTo>
                  <a:pt x="19050" y="2314575"/>
                </a:lnTo>
                <a:lnTo>
                  <a:pt x="9525" y="2314575"/>
                </a:lnTo>
                <a:lnTo>
                  <a:pt x="9525" y="2305050"/>
                </a:lnTo>
                <a:lnTo>
                  <a:pt x="0" y="2305050"/>
                </a:lnTo>
                <a:lnTo>
                  <a:pt x="0" y="2295525"/>
                </a:lnTo>
                <a:lnTo>
                  <a:pt x="9525" y="2295525"/>
                </a:lnTo>
                <a:lnTo>
                  <a:pt x="9525" y="2286000"/>
                </a:lnTo>
                <a:lnTo>
                  <a:pt x="19050" y="2286000"/>
                </a:lnTo>
                <a:lnTo>
                  <a:pt x="19050" y="2276475"/>
                </a:lnTo>
                <a:lnTo>
                  <a:pt x="66675" y="2276475"/>
                </a:lnTo>
                <a:lnTo>
                  <a:pt x="66675" y="2266950"/>
                </a:lnTo>
                <a:lnTo>
                  <a:pt x="76200" y="2266950"/>
                </a:lnTo>
                <a:lnTo>
                  <a:pt x="76200" y="2257425"/>
                </a:lnTo>
                <a:lnTo>
                  <a:pt x="85725" y="2257425"/>
                </a:lnTo>
                <a:close/>
                <a:moveTo>
                  <a:pt x="2152650" y="2247900"/>
                </a:moveTo>
                <a:lnTo>
                  <a:pt x="2162175" y="2247900"/>
                </a:lnTo>
                <a:lnTo>
                  <a:pt x="2162175" y="2257425"/>
                </a:lnTo>
                <a:lnTo>
                  <a:pt x="2181225" y="2257425"/>
                </a:lnTo>
                <a:lnTo>
                  <a:pt x="2181225" y="2247900"/>
                </a:lnTo>
                <a:lnTo>
                  <a:pt x="2209800" y="2247900"/>
                </a:lnTo>
                <a:lnTo>
                  <a:pt x="2209800" y="2266950"/>
                </a:lnTo>
                <a:lnTo>
                  <a:pt x="2152650" y="2266950"/>
                </a:lnTo>
                <a:close/>
                <a:moveTo>
                  <a:pt x="2305050" y="2247900"/>
                </a:moveTo>
                <a:lnTo>
                  <a:pt x="2333625" y="2247900"/>
                </a:lnTo>
                <a:lnTo>
                  <a:pt x="2333625" y="2257425"/>
                </a:lnTo>
                <a:lnTo>
                  <a:pt x="2324100" y="2257425"/>
                </a:lnTo>
                <a:lnTo>
                  <a:pt x="2324100" y="2305050"/>
                </a:lnTo>
                <a:lnTo>
                  <a:pt x="2305050" y="2305050"/>
                </a:lnTo>
                <a:lnTo>
                  <a:pt x="2305050" y="2295525"/>
                </a:lnTo>
                <a:lnTo>
                  <a:pt x="2295525" y="2295525"/>
                </a:lnTo>
                <a:lnTo>
                  <a:pt x="2295525" y="2286000"/>
                </a:lnTo>
                <a:lnTo>
                  <a:pt x="2276475" y="2286000"/>
                </a:lnTo>
                <a:lnTo>
                  <a:pt x="2276475" y="2276475"/>
                </a:lnTo>
                <a:lnTo>
                  <a:pt x="2247900" y="2276475"/>
                </a:lnTo>
                <a:lnTo>
                  <a:pt x="2247900" y="2257425"/>
                </a:lnTo>
                <a:lnTo>
                  <a:pt x="2266950" y="2257425"/>
                </a:lnTo>
                <a:lnTo>
                  <a:pt x="2266950" y="2266950"/>
                </a:lnTo>
                <a:lnTo>
                  <a:pt x="2276475" y="2266950"/>
                </a:lnTo>
                <a:lnTo>
                  <a:pt x="2276475" y="2276475"/>
                </a:lnTo>
                <a:lnTo>
                  <a:pt x="2305050" y="2276475"/>
                </a:lnTo>
                <a:close/>
                <a:moveTo>
                  <a:pt x="180975" y="2266950"/>
                </a:moveTo>
                <a:lnTo>
                  <a:pt x="190500" y="2266950"/>
                </a:lnTo>
                <a:lnTo>
                  <a:pt x="190500" y="2276475"/>
                </a:lnTo>
                <a:lnTo>
                  <a:pt x="180975" y="2276475"/>
                </a:lnTo>
                <a:close/>
                <a:moveTo>
                  <a:pt x="2428875" y="2276475"/>
                </a:moveTo>
                <a:lnTo>
                  <a:pt x="2438400" y="2276475"/>
                </a:lnTo>
                <a:lnTo>
                  <a:pt x="2438400" y="2295525"/>
                </a:lnTo>
                <a:lnTo>
                  <a:pt x="2428875" y="2295525"/>
                </a:lnTo>
                <a:close/>
                <a:moveTo>
                  <a:pt x="1895475" y="2286000"/>
                </a:moveTo>
                <a:lnTo>
                  <a:pt x="1905000" y="2286000"/>
                </a:lnTo>
                <a:lnTo>
                  <a:pt x="1905000" y="2295525"/>
                </a:lnTo>
                <a:lnTo>
                  <a:pt x="1895475" y="2295525"/>
                </a:lnTo>
                <a:close/>
                <a:moveTo>
                  <a:pt x="2000250" y="2295525"/>
                </a:moveTo>
                <a:lnTo>
                  <a:pt x="2009775" y="2295525"/>
                </a:lnTo>
                <a:lnTo>
                  <a:pt x="2009775" y="2305050"/>
                </a:lnTo>
                <a:lnTo>
                  <a:pt x="2019300" y="2305050"/>
                </a:lnTo>
                <a:lnTo>
                  <a:pt x="2019300" y="2324100"/>
                </a:lnTo>
                <a:lnTo>
                  <a:pt x="2038350" y="2324100"/>
                </a:lnTo>
                <a:lnTo>
                  <a:pt x="2038350" y="2333625"/>
                </a:lnTo>
                <a:lnTo>
                  <a:pt x="2047875" y="2333625"/>
                </a:lnTo>
                <a:lnTo>
                  <a:pt x="2047875" y="2324100"/>
                </a:lnTo>
                <a:lnTo>
                  <a:pt x="2057400" y="2324100"/>
                </a:lnTo>
                <a:lnTo>
                  <a:pt x="2057400" y="2333625"/>
                </a:lnTo>
                <a:lnTo>
                  <a:pt x="2047875" y="2333625"/>
                </a:lnTo>
                <a:lnTo>
                  <a:pt x="2047875" y="2343150"/>
                </a:lnTo>
                <a:lnTo>
                  <a:pt x="2028825" y="2343150"/>
                </a:lnTo>
                <a:lnTo>
                  <a:pt x="2028825" y="2352675"/>
                </a:lnTo>
                <a:lnTo>
                  <a:pt x="2047875" y="2352675"/>
                </a:lnTo>
                <a:lnTo>
                  <a:pt x="2047875" y="2362200"/>
                </a:lnTo>
                <a:lnTo>
                  <a:pt x="2028825" y="2362200"/>
                </a:lnTo>
                <a:lnTo>
                  <a:pt x="2028825" y="2381250"/>
                </a:lnTo>
                <a:lnTo>
                  <a:pt x="2066925" y="2381250"/>
                </a:lnTo>
                <a:lnTo>
                  <a:pt x="2066925" y="2390775"/>
                </a:lnTo>
                <a:lnTo>
                  <a:pt x="2076450" y="2390775"/>
                </a:lnTo>
                <a:lnTo>
                  <a:pt x="2076450" y="2400300"/>
                </a:lnTo>
                <a:lnTo>
                  <a:pt x="2095500" y="2400300"/>
                </a:lnTo>
                <a:lnTo>
                  <a:pt x="2095500" y="2390775"/>
                </a:lnTo>
                <a:lnTo>
                  <a:pt x="2105025" y="2390775"/>
                </a:lnTo>
                <a:lnTo>
                  <a:pt x="2105025" y="2409825"/>
                </a:lnTo>
                <a:lnTo>
                  <a:pt x="2095500" y="2409825"/>
                </a:lnTo>
                <a:lnTo>
                  <a:pt x="2095500" y="2419350"/>
                </a:lnTo>
                <a:lnTo>
                  <a:pt x="2066925" y="2419350"/>
                </a:lnTo>
                <a:lnTo>
                  <a:pt x="2066925" y="2409825"/>
                </a:lnTo>
                <a:lnTo>
                  <a:pt x="2057400" y="2409825"/>
                </a:lnTo>
                <a:lnTo>
                  <a:pt x="2057400" y="2400300"/>
                </a:lnTo>
                <a:lnTo>
                  <a:pt x="2038350" y="2400300"/>
                </a:lnTo>
                <a:lnTo>
                  <a:pt x="2038350" y="2409825"/>
                </a:lnTo>
                <a:lnTo>
                  <a:pt x="2019300" y="2409825"/>
                </a:lnTo>
                <a:lnTo>
                  <a:pt x="2019300" y="2362200"/>
                </a:lnTo>
                <a:lnTo>
                  <a:pt x="2009775" y="2362200"/>
                </a:lnTo>
                <a:lnTo>
                  <a:pt x="2009775" y="2371725"/>
                </a:lnTo>
                <a:lnTo>
                  <a:pt x="1981200" y="2371725"/>
                </a:lnTo>
                <a:lnTo>
                  <a:pt x="1981200" y="2381250"/>
                </a:lnTo>
                <a:lnTo>
                  <a:pt x="1971675" y="2381250"/>
                </a:lnTo>
                <a:lnTo>
                  <a:pt x="1971675" y="2371725"/>
                </a:lnTo>
                <a:lnTo>
                  <a:pt x="1962150" y="2371725"/>
                </a:lnTo>
                <a:lnTo>
                  <a:pt x="1962150" y="2362200"/>
                </a:lnTo>
                <a:lnTo>
                  <a:pt x="1971675" y="2362200"/>
                </a:lnTo>
                <a:lnTo>
                  <a:pt x="1971675" y="2352675"/>
                </a:lnTo>
                <a:lnTo>
                  <a:pt x="1981200" y="2352675"/>
                </a:lnTo>
                <a:lnTo>
                  <a:pt x="1981200" y="2333625"/>
                </a:lnTo>
                <a:lnTo>
                  <a:pt x="1990725" y="2333625"/>
                </a:lnTo>
                <a:lnTo>
                  <a:pt x="1990725" y="2324100"/>
                </a:lnTo>
                <a:lnTo>
                  <a:pt x="1981200" y="2324100"/>
                </a:lnTo>
                <a:lnTo>
                  <a:pt x="1981200" y="2314575"/>
                </a:lnTo>
                <a:lnTo>
                  <a:pt x="2000250" y="2314575"/>
                </a:lnTo>
                <a:close/>
                <a:moveTo>
                  <a:pt x="85725" y="2305050"/>
                </a:moveTo>
                <a:lnTo>
                  <a:pt x="104775" y="2305050"/>
                </a:lnTo>
                <a:lnTo>
                  <a:pt x="104775" y="2314575"/>
                </a:lnTo>
                <a:lnTo>
                  <a:pt x="114300" y="2314575"/>
                </a:lnTo>
                <a:lnTo>
                  <a:pt x="114300" y="2305050"/>
                </a:lnTo>
                <a:lnTo>
                  <a:pt x="123825" y="2305050"/>
                </a:lnTo>
                <a:lnTo>
                  <a:pt x="123825" y="2314575"/>
                </a:lnTo>
                <a:lnTo>
                  <a:pt x="133350" y="2314575"/>
                </a:lnTo>
                <a:lnTo>
                  <a:pt x="133350" y="2324100"/>
                </a:lnTo>
                <a:lnTo>
                  <a:pt x="152400" y="2324100"/>
                </a:lnTo>
                <a:lnTo>
                  <a:pt x="152400" y="2343150"/>
                </a:lnTo>
                <a:lnTo>
                  <a:pt x="133350" y="2343150"/>
                </a:lnTo>
                <a:lnTo>
                  <a:pt x="133350" y="2352675"/>
                </a:lnTo>
                <a:lnTo>
                  <a:pt x="114300" y="2352675"/>
                </a:lnTo>
                <a:lnTo>
                  <a:pt x="114300" y="2362200"/>
                </a:lnTo>
                <a:lnTo>
                  <a:pt x="104775" y="2362200"/>
                </a:lnTo>
                <a:lnTo>
                  <a:pt x="104775" y="2352675"/>
                </a:lnTo>
                <a:lnTo>
                  <a:pt x="95250" y="2352675"/>
                </a:lnTo>
                <a:lnTo>
                  <a:pt x="95250" y="2314575"/>
                </a:lnTo>
                <a:lnTo>
                  <a:pt x="85725" y="2314575"/>
                </a:lnTo>
                <a:close/>
                <a:moveTo>
                  <a:pt x="2333625" y="2305050"/>
                </a:moveTo>
                <a:lnTo>
                  <a:pt x="2352675" y="2305050"/>
                </a:lnTo>
                <a:lnTo>
                  <a:pt x="2352675" y="2314575"/>
                </a:lnTo>
                <a:lnTo>
                  <a:pt x="2333625" y="2314575"/>
                </a:lnTo>
                <a:close/>
                <a:moveTo>
                  <a:pt x="1962150" y="2324100"/>
                </a:moveTo>
                <a:lnTo>
                  <a:pt x="1971675" y="2324100"/>
                </a:lnTo>
                <a:lnTo>
                  <a:pt x="1971675" y="2333625"/>
                </a:lnTo>
                <a:lnTo>
                  <a:pt x="1962150" y="2333625"/>
                </a:lnTo>
                <a:close/>
                <a:moveTo>
                  <a:pt x="2447925" y="2324100"/>
                </a:moveTo>
                <a:lnTo>
                  <a:pt x="2457450" y="2324100"/>
                </a:lnTo>
                <a:lnTo>
                  <a:pt x="2457450" y="2333625"/>
                </a:lnTo>
                <a:lnTo>
                  <a:pt x="2447925" y="2333625"/>
                </a:lnTo>
                <a:close/>
                <a:moveTo>
                  <a:pt x="2409825" y="2333625"/>
                </a:moveTo>
                <a:lnTo>
                  <a:pt x="2419350" y="2333625"/>
                </a:lnTo>
                <a:lnTo>
                  <a:pt x="2419350" y="2343150"/>
                </a:lnTo>
                <a:lnTo>
                  <a:pt x="2409825" y="2343150"/>
                </a:lnTo>
                <a:close/>
                <a:moveTo>
                  <a:pt x="2428875" y="2333625"/>
                </a:moveTo>
                <a:lnTo>
                  <a:pt x="2438400" y="2333625"/>
                </a:lnTo>
                <a:lnTo>
                  <a:pt x="2438400" y="2343150"/>
                </a:lnTo>
                <a:lnTo>
                  <a:pt x="2428875" y="2343150"/>
                </a:lnTo>
                <a:close/>
                <a:moveTo>
                  <a:pt x="1990725" y="2343150"/>
                </a:moveTo>
                <a:lnTo>
                  <a:pt x="2009775" y="2343150"/>
                </a:lnTo>
                <a:lnTo>
                  <a:pt x="2009775" y="2333625"/>
                </a:lnTo>
                <a:lnTo>
                  <a:pt x="1990725" y="2333625"/>
                </a:lnTo>
                <a:close/>
                <a:moveTo>
                  <a:pt x="2419350" y="2343150"/>
                </a:moveTo>
                <a:lnTo>
                  <a:pt x="2428875" y="2343150"/>
                </a:lnTo>
                <a:lnTo>
                  <a:pt x="2428875" y="2352675"/>
                </a:lnTo>
                <a:lnTo>
                  <a:pt x="2419350" y="2352675"/>
                </a:lnTo>
                <a:close/>
                <a:moveTo>
                  <a:pt x="57150" y="2352675"/>
                </a:moveTo>
                <a:lnTo>
                  <a:pt x="66675" y="2352675"/>
                </a:lnTo>
                <a:lnTo>
                  <a:pt x="66675" y="2362200"/>
                </a:lnTo>
                <a:lnTo>
                  <a:pt x="57150" y="2362200"/>
                </a:lnTo>
                <a:close/>
                <a:moveTo>
                  <a:pt x="933450" y="2362200"/>
                </a:moveTo>
                <a:lnTo>
                  <a:pt x="942975" y="2362200"/>
                </a:lnTo>
                <a:lnTo>
                  <a:pt x="942975" y="2371725"/>
                </a:lnTo>
                <a:lnTo>
                  <a:pt x="933450" y="2371725"/>
                </a:lnTo>
                <a:close/>
                <a:moveTo>
                  <a:pt x="1790700" y="2371725"/>
                </a:moveTo>
                <a:lnTo>
                  <a:pt x="1819275" y="2371725"/>
                </a:lnTo>
                <a:lnTo>
                  <a:pt x="1819275" y="2381250"/>
                </a:lnTo>
                <a:lnTo>
                  <a:pt x="1800225" y="2381250"/>
                </a:lnTo>
                <a:lnTo>
                  <a:pt x="1800225" y="2390775"/>
                </a:lnTo>
                <a:lnTo>
                  <a:pt x="1771650" y="2390775"/>
                </a:lnTo>
                <a:lnTo>
                  <a:pt x="1771650" y="2381250"/>
                </a:lnTo>
                <a:lnTo>
                  <a:pt x="1790700" y="2381250"/>
                </a:lnTo>
                <a:close/>
                <a:moveTo>
                  <a:pt x="1866900" y="2371725"/>
                </a:moveTo>
                <a:lnTo>
                  <a:pt x="1876425" y="2371725"/>
                </a:lnTo>
                <a:lnTo>
                  <a:pt x="1876425" y="2390775"/>
                </a:lnTo>
                <a:lnTo>
                  <a:pt x="1885950" y="2390775"/>
                </a:lnTo>
                <a:lnTo>
                  <a:pt x="1885950" y="2409825"/>
                </a:lnTo>
                <a:lnTo>
                  <a:pt x="1876425" y="2409825"/>
                </a:lnTo>
                <a:lnTo>
                  <a:pt x="1876425" y="2400300"/>
                </a:lnTo>
                <a:lnTo>
                  <a:pt x="1866900" y="2400300"/>
                </a:lnTo>
                <a:close/>
                <a:moveTo>
                  <a:pt x="2333625" y="2371725"/>
                </a:moveTo>
                <a:lnTo>
                  <a:pt x="2362200" y="2371725"/>
                </a:lnTo>
                <a:lnTo>
                  <a:pt x="2362200" y="2381250"/>
                </a:lnTo>
                <a:lnTo>
                  <a:pt x="2333625" y="2381250"/>
                </a:lnTo>
                <a:close/>
                <a:moveTo>
                  <a:pt x="2400300" y="2371725"/>
                </a:moveTo>
                <a:lnTo>
                  <a:pt x="2409825" y="2371725"/>
                </a:lnTo>
                <a:lnTo>
                  <a:pt x="2409825" y="2381250"/>
                </a:lnTo>
                <a:lnTo>
                  <a:pt x="2400300" y="2381250"/>
                </a:lnTo>
                <a:close/>
                <a:moveTo>
                  <a:pt x="219075" y="2381250"/>
                </a:moveTo>
                <a:lnTo>
                  <a:pt x="228600" y="2381250"/>
                </a:lnTo>
                <a:lnTo>
                  <a:pt x="228600" y="2400300"/>
                </a:lnTo>
                <a:lnTo>
                  <a:pt x="219075" y="2400300"/>
                </a:lnTo>
                <a:lnTo>
                  <a:pt x="219075" y="2409825"/>
                </a:lnTo>
                <a:lnTo>
                  <a:pt x="238125" y="2409825"/>
                </a:lnTo>
                <a:lnTo>
                  <a:pt x="238125" y="2419350"/>
                </a:lnTo>
                <a:lnTo>
                  <a:pt x="247650" y="2419350"/>
                </a:lnTo>
                <a:lnTo>
                  <a:pt x="247650" y="2428875"/>
                </a:lnTo>
                <a:lnTo>
                  <a:pt x="257175" y="2428875"/>
                </a:lnTo>
                <a:lnTo>
                  <a:pt x="257175" y="2447925"/>
                </a:lnTo>
                <a:lnTo>
                  <a:pt x="228600" y="2447925"/>
                </a:lnTo>
                <a:lnTo>
                  <a:pt x="228600" y="2419350"/>
                </a:lnTo>
                <a:lnTo>
                  <a:pt x="219075" y="2419350"/>
                </a:lnTo>
                <a:lnTo>
                  <a:pt x="219075" y="2428875"/>
                </a:lnTo>
                <a:lnTo>
                  <a:pt x="209550" y="2428875"/>
                </a:lnTo>
                <a:lnTo>
                  <a:pt x="209550" y="2390775"/>
                </a:lnTo>
                <a:lnTo>
                  <a:pt x="219075" y="2390775"/>
                </a:lnTo>
                <a:close/>
                <a:moveTo>
                  <a:pt x="2124075" y="2381250"/>
                </a:moveTo>
                <a:lnTo>
                  <a:pt x="2133600" y="2381250"/>
                </a:lnTo>
                <a:lnTo>
                  <a:pt x="2133600" y="2390775"/>
                </a:lnTo>
                <a:lnTo>
                  <a:pt x="2124075" y="2390775"/>
                </a:lnTo>
                <a:close/>
                <a:moveTo>
                  <a:pt x="2133600" y="2390775"/>
                </a:moveTo>
                <a:lnTo>
                  <a:pt x="2143125" y="2390775"/>
                </a:lnTo>
                <a:lnTo>
                  <a:pt x="2143125" y="2409825"/>
                </a:lnTo>
                <a:lnTo>
                  <a:pt x="2124075" y="2409825"/>
                </a:lnTo>
                <a:lnTo>
                  <a:pt x="2124075" y="2400300"/>
                </a:lnTo>
                <a:lnTo>
                  <a:pt x="2133600" y="2400300"/>
                </a:lnTo>
                <a:close/>
                <a:moveTo>
                  <a:pt x="2409825" y="2390775"/>
                </a:moveTo>
                <a:lnTo>
                  <a:pt x="2419350" y="2390775"/>
                </a:lnTo>
                <a:lnTo>
                  <a:pt x="2419350" y="2400300"/>
                </a:lnTo>
                <a:lnTo>
                  <a:pt x="2409825" y="2400300"/>
                </a:lnTo>
                <a:close/>
                <a:moveTo>
                  <a:pt x="2428875" y="2390775"/>
                </a:moveTo>
                <a:lnTo>
                  <a:pt x="2447925" y="2390775"/>
                </a:lnTo>
                <a:lnTo>
                  <a:pt x="2447925" y="2400300"/>
                </a:lnTo>
                <a:lnTo>
                  <a:pt x="2457450" y="2400300"/>
                </a:lnTo>
                <a:lnTo>
                  <a:pt x="2457450" y="2409825"/>
                </a:lnTo>
                <a:lnTo>
                  <a:pt x="2438400" y="2409825"/>
                </a:lnTo>
                <a:lnTo>
                  <a:pt x="2438400" y="2400300"/>
                </a:lnTo>
                <a:lnTo>
                  <a:pt x="2428875" y="2400300"/>
                </a:lnTo>
                <a:close/>
                <a:moveTo>
                  <a:pt x="1895475" y="2400300"/>
                </a:moveTo>
                <a:lnTo>
                  <a:pt x="1905000" y="2400300"/>
                </a:lnTo>
                <a:lnTo>
                  <a:pt x="1905000" y="2409825"/>
                </a:lnTo>
                <a:lnTo>
                  <a:pt x="1895475" y="2409825"/>
                </a:lnTo>
                <a:close/>
                <a:moveTo>
                  <a:pt x="2190750" y="2400300"/>
                </a:moveTo>
                <a:lnTo>
                  <a:pt x="2200275" y="2400300"/>
                </a:lnTo>
                <a:lnTo>
                  <a:pt x="2200275" y="2409825"/>
                </a:lnTo>
                <a:lnTo>
                  <a:pt x="2190750" y="2409825"/>
                </a:lnTo>
                <a:close/>
                <a:moveTo>
                  <a:pt x="2219325" y="2400300"/>
                </a:moveTo>
                <a:lnTo>
                  <a:pt x="2238375" y="2400300"/>
                </a:lnTo>
                <a:lnTo>
                  <a:pt x="2238375" y="2409825"/>
                </a:lnTo>
                <a:lnTo>
                  <a:pt x="2219325" y="2409825"/>
                </a:lnTo>
                <a:close/>
                <a:moveTo>
                  <a:pt x="2362200" y="2400300"/>
                </a:moveTo>
                <a:lnTo>
                  <a:pt x="2371725" y="2400300"/>
                </a:lnTo>
                <a:lnTo>
                  <a:pt x="2371725" y="2409825"/>
                </a:lnTo>
                <a:lnTo>
                  <a:pt x="2381250" y="2409825"/>
                </a:lnTo>
                <a:lnTo>
                  <a:pt x="2381250" y="2419350"/>
                </a:lnTo>
                <a:lnTo>
                  <a:pt x="2371725" y="2419350"/>
                </a:lnTo>
                <a:lnTo>
                  <a:pt x="2371725" y="2428875"/>
                </a:lnTo>
                <a:lnTo>
                  <a:pt x="2362200" y="2428875"/>
                </a:lnTo>
                <a:lnTo>
                  <a:pt x="2362200" y="2438400"/>
                </a:lnTo>
                <a:lnTo>
                  <a:pt x="2352675" y="2438400"/>
                </a:lnTo>
                <a:lnTo>
                  <a:pt x="2352675" y="2409825"/>
                </a:lnTo>
                <a:lnTo>
                  <a:pt x="2362200" y="2409825"/>
                </a:lnTo>
                <a:close/>
                <a:moveTo>
                  <a:pt x="1866900" y="2409825"/>
                </a:moveTo>
                <a:lnTo>
                  <a:pt x="1876425" y="2409825"/>
                </a:lnTo>
                <a:lnTo>
                  <a:pt x="1876425" y="2457450"/>
                </a:lnTo>
                <a:lnTo>
                  <a:pt x="1866900" y="2457450"/>
                </a:lnTo>
                <a:lnTo>
                  <a:pt x="1866900" y="2447925"/>
                </a:lnTo>
                <a:lnTo>
                  <a:pt x="1857375" y="2447925"/>
                </a:lnTo>
                <a:lnTo>
                  <a:pt x="1857375" y="2419350"/>
                </a:lnTo>
                <a:lnTo>
                  <a:pt x="1866900" y="2419350"/>
                </a:lnTo>
                <a:close/>
                <a:moveTo>
                  <a:pt x="2000250" y="2409825"/>
                </a:moveTo>
                <a:lnTo>
                  <a:pt x="2019300" y="2409825"/>
                </a:lnTo>
                <a:lnTo>
                  <a:pt x="2019300" y="2438400"/>
                </a:lnTo>
                <a:lnTo>
                  <a:pt x="2000250" y="2438400"/>
                </a:lnTo>
                <a:lnTo>
                  <a:pt x="2000250" y="2428875"/>
                </a:lnTo>
                <a:lnTo>
                  <a:pt x="1990725" y="2428875"/>
                </a:lnTo>
                <a:lnTo>
                  <a:pt x="1990725" y="2419350"/>
                </a:lnTo>
                <a:lnTo>
                  <a:pt x="2000250" y="2419350"/>
                </a:lnTo>
                <a:close/>
                <a:moveTo>
                  <a:pt x="190500" y="2419350"/>
                </a:moveTo>
                <a:lnTo>
                  <a:pt x="200025" y="2419350"/>
                </a:lnTo>
                <a:lnTo>
                  <a:pt x="200025" y="2438400"/>
                </a:lnTo>
                <a:lnTo>
                  <a:pt x="190500" y="2438400"/>
                </a:lnTo>
                <a:lnTo>
                  <a:pt x="190500" y="2447925"/>
                </a:lnTo>
                <a:lnTo>
                  <a:pt x="171450" y="2447925"/>
                </a:lnTo>
                <a:lnTo>
                  <a:pt x="171450" y="2428875"/>
                </a:lnTo>
                <a:lnTo>
                  <a:pt x="190500" y="2428875"/>
                </a:lnTo>
                <a:close/>
                <a:moveTo>
                  <a:pt x="1019175" y="2438400"/>
                </a:moveTo>
                <a:lnTo>
                  <a:pt x="1028700" y="2438400"/>
                </a:lnTo>
                <a:lnTo>
                  <a:pt x="1028700" y="2447925"/>
                </a:lnTo>
                <a:lnTo>
                  <a:pt x="1019175" y="2447925"/>
                </a:lnTo>
                <a:close/>
                <a:moveTo>
                  <a:pt x="1047750" y="2438400"/>
                </a:moveTo>
                <a:lnTo>
                  <a:pt x="1133475" y="2438400"/>
                </a:lnTo>
                <a:lnTo>
                  <a:pt x="1133475" y="2447925"/>
                </a:lnTo>
                <a:lnTo>
                  <a:pt x="1076325" y="2447925"/>
                </a:lnTo>
                <a:lnTo>
                  <a:pt x="1076325" y="2466975"/>
                </a:lnTo>
                <a:lnTo>
                  <a:pt x="1085850" y="2466975"/>
                </a:lnTo>
                <a:lnTo>
                  <a:pt x="1085850" y="2457450"/>
                </a:lnTo>
                <a:lnTo>
                  <a:pt x="1114425" y="2457450"/>
                </a:lnTo>
                <a:lnTo>
                  <a:pt x="1114425" y="2466975"/>
                </a:lnTo>
                <a:lnTo>
                  <a:pt x="1104900" y="2466975"/>
                </a:lnTo>
                <a:lnTo>
                  <a:pt x="1104900" y="2495550"/>
                </a:lnTo>
                <a:lnTo>
                  <a:pt x="1095375" y="2495550"/>
                </a:lnTo>
                <a:lnTo>
                  <a:pt x="1095375" y="2486025"/>
                </a:lnTo>
                <a:lnTo>
                  <a:pt x="1076325" y="2486025"/>
                </a:lnTo>
                <a:lnTo>
                  <a:pt x="1076325" y="2476500"/>
                </a:lnTo>
                <a:lnTo>
                  <a:pt x="1057275" y="2476500"/>
                </a:lnTo>
                <a:lnTo>
                  <a:pt x="1057275" y="2466975"/>
                </a:lnTo>
                <a:lnTo>
                  <a:pt x="1047750" y="2466975"/>
                </a:lnTo>
                <a:close/>
                <a:moveTo>
                  <a:pt x="1143000" y="2438400"/>
                </a:moveTo>
                <a:lnTo>
                  <a:pt x="1162050" y="2438400"/>
                </a:lnTo>
                <a:lnTo>
                  <a:pt x="1162050" y="2447925"/>
                </a:lnTo>
                <a:lnTo>
                  <a:pt x="1143000" y="2447925"/>
                </a:lnTo>
                <a:close/>
                <a:moveTo>
                  <a:pt x="1171575" y="2447925"/>
                </a:moveTo>
                <a:lnTo>
                  <a:pt x="1238250" y="2447925"/>
                </a:lnTo>
                <a:lnTo>
                  <a:pt x="1238250" y="2457450"/>
                </a:lnTo>
                <a:lnTo>
                  <a:pt x="1276350" y="2457450"/>
                </a:lnTo>
                <a:lnTo>
                  <a:pt x="1276350" y="2466975"/>
                </a:lnTo>
                <a:lnTo>
                  <a:pt x="1266825" y="2466975"/>
                </a:lnTo>
                <a:lnTo>
                  <a:pt x="1266825" y="2476500"/>
                </a:lnTo>
                <a:lnTo>
                  <a:pt x="1276350" y="2476500"/>
                </a:lnTo>
                <a:lnTo>
                  <a:pt x="1276350" y="2495550"/>
                </a:lnTo>
                <a:lnTo>
                  <a:pt x="1295400" y="2495550"/>
                </a:lnTo>
                <a:lnTo>
                  <a:pt x="1295400" y="2466975"/>
                </a:lnTo>
                <a:lnTo>
                  <a:pt x="1390650" y="2466975"/>
                </a:lnTo>
                <a:lnTo>
                  <a:pt x="1390650" y="2476500"/>
                </a:lnTo>
                <a:lnTo>
                  <a:pt x="1466850" y="2476500"/>
                </a:lnTo>
                <a:lnTo>
                  <a:pt x="1466850" y="2486025"/>
                </a:lnTo>
                <a:lnTo>
                  <a:pt x="1514475" y="2486025"/>
                </a:lnTo>
                <a:lnTo>
                  <a:pt x="1514475" y="2495550"/>
                </a:lnTo>
                <a:lnTo>
                  <a:pt x="1457325" y="2495550"/>
                </a:lnTo>
                <a:lnTo>
                  <a:pt x="1457325" y="2486025"/>
                </a:lnTo>
                <a:lnTo>
                  <a:pt x="1438275" y="2486025"/>
                </a:lnTo>
                <a:lnTo>
                  <a:pt x="1438275" y="2505075"/>
                </a:lnTo>
                <a:lnTo>
                  <a:pt x="1390650" y="2505075"/>
                </a:lnTo>
                <a:lnTo>
                  <a:pt x="1390650" y="2495550"/>
                </a:lnTo>
                <a:lnTo>
                  <a:pt x="1381125" y="2495550"/>
                </a:lnTo>
                <a:lnTo>
                  <a:pt x="1381125" y="2524125"/>
                </a:lnTo>
                <a:lnTo>
                  <a:pt x="1390650" y="2524125"/>
                </a:lnTo>
                <a:lnTo>
                  <a:pt x="1390650" y="2552700"/>
                </a:lnTo>
                <a:lnTo>
                  <a:pt x="1371600" y="2552700"/>
                </a:lnTo>
                <a:lnTo>
                  <a:pt x="1371600" y="2533650"/>
                </a:lnTo>
                <a:lnTo>
                  <a:pt x="1362075" y="2533650"/>
                </a:lnTo>
                <a:lnTo>
                  <a:pt x="1362075" y="2543175"/>
                </a:lnTo>
                <a:lnTo>
                  <a:pt x="1343025" y="2543175"/>
                </a:lnTo>
                <a:lnTo>
                  <a:pt x="1343025" y="2562225"/>
                </a:lnTo>
                <a:lnTo>
                  <a:pt x="1323975" y="2562225"/>
                </a:lnTo>
                <a:lnTo>
                  <a:pt x="1323975" y="2552700"/>
                </a:lnTo>
                <a:lnTo>
                  <a:pt x="1333500" y="2552700"/>
                </a:lnTo>
                <a:lnTo>
                  <a:pt x="1333500" y="2533650"/>
                </a:lnTo>
                <a:lnTo>
                  <a:pt x="1343025" y="2533650"/>
                </a:lnTo>
                <a:lnTo>
                  <a:pt x="1343025" y="2524125"/>
                </a:lnTo>
                <a:lnTo>
                  <a:pt x="1352550" y="2524125"/>
                </a:lnTo>
                <a:lnTo>
                  <a:pt x="1352550" y="2495550"/>
                </a:lnTo>
                <a:lnTo>
                  <a:pt x="1333500" y="2495550"/>
                </a:lnTo>
                <a:lnTo>
                  <a:pt x="1333500" y="2505075"/>
                </a:lnTo>
                <a:lnTo>
                  <a:pt x="1323975" y="2505075"/>
                </a:lnTo>
                <a:lnTo>
                  <a:pt x="1323975" y="2524125"/>
                </a:lnTo>
                <a:lnTo>
                  <a:pt x="1314450" y="2524125"/>
                </a:lnTo>
                <a:lnTo>
                  <a:pt x="1314450" y="2533650"/>
                </a:lnTo>
                <a:lnTo>
                  <a:pt x="1285875" y="2533650"/>
                </a:lnTo>
                <a:lnTo>
                  <a:pt x="1285875" y="2514600"/>
                </a:lnTo>
                <a:lnTo>
                  <a:pt x="1276350" y="2514600"/>
                </a:lnTo>
                <a:lnTo>
                  <a:pt x="1276350" y="2505075"/>
                </a:lnTo>
                <a:lnTo>
                  <a:pt x="1266825" y="2505075"/>
                </a:lnTo>
                <a:lnTo>
                  <a:pt x="1266825" y="2486025"/>
                </a:lnTo>
                <a:lnTo>
                  <a:pt x="1257300" y="2486025"/>
                </a:lnTo>
                <a:lnTo>
                  <a:pt x="1257300" y="2466975"/>
                </a:lnTo>
                <a:lnTo>
                  <a:pt x="1247775" y="2466975"/>
                </a:lnTo>
                <a:lnTo>
                  <a:pt x="1247775" y="2486025"/>
                </a:lnTo>
                <a:lnTo>
                  <a:pt x="1238250" y="2486025"/>
                </a:lnTo>
                <a:lnTo>
                  <a:pt x="1238250" y="2476500"/>
                </a:lnTo>
                <a:lnTo>
                  <a:pt x="1228725" y="2476500"/>
                </a:lnTo>
                <a:lnTo>
                  <a:pt x="1228725" y="2505075"/>
                </a:lnTo>
                <a:lnTo>
                  <a:pt x="1219200" y="2505075"/>
                </a:lnTo>
                <a:lnTo>
                  <a:pt x="1219200" y="2486025"/>
                </a:lnTo>
                <a:lnTo>
                  <a:pt x="1209675" y="2486025"/>
                </a:lnTo>
                <a:lnTo>
                  <a:pt x="1209675" y="2495550"/>
                </a:lnTo>
                <a:lnTo>
                  <a:pt x="1200150" y="2495550"/>
                </a:lnTo>
                <a:lnTo>
                  <a:pt x="1200150" y="2476500"/>
                </a:lnTo>
                <a:lnTo>
                  <a:pt x="1190625" y="2476500"/>
                </a:lnTo>
                <a:lnTo>
                  <a:pt x="1190625" y="2466975"/>
                </a:lnTo>
                <a:lnTo>
                  <a:pt x="1200150" y="2466975"/>
                </a:lnTo>
                <a:lnTo>
                  <a:pt x="1200150" y="2457450"/>
                </a:lnTo>
                <a:lnTo>
                  <a:pt x="1171575" y="2457450"/>
                </a:lnTo>
                <a:close/>
                <a:moveTo>
                  <a:pt x="1000125" y="2457450"/>
                </a:moveTo>
                <a:lnTo>
                  <a:pt x="1028700" y="2457450"/>
                </a:lnTo>
                <a:lnTo>
                  <a:pt x="1028700" y="2466975"/>
                </a:lnTo>
                <a:lnTo>
                  <a:pt x="1019175" y="2466975"/>
                </a:lnTo>
                <a:lnTo>
                  <a:pt x="1019175" y="2476500"/>
                </a:lnTo>
                <a:lnTo>
                  <a:pt x="1028700" y="2476500"/>
                </a:lnTo>
                <a:lnTo>
                  <a:pt x="1028700" y="2486025"/>
                </a:lnTo>
                <a:lnTo>
                  <a:pt x="1009650" y="2486025"/>
                </a:lnTo>
                <a:lnTo>
                  <a:pt x="1009650" y="2495550"/>
                </a:lnTo>
                <a:lnTo>
                  <a:pt x="1028700" y="2495550"/>
                </a:lnTo>
                <a:lnTo>
                  <a:pt x="1028700" y="2505075"/>
                </a:lnTo>
                <a:lnTo>
                  <a:pt x="1019175" y="2505075"/>
                </a:lnTo>
                <a:lnTo>
                  <a:pt x="1019175" y="2514600"/>
                </a:lnTo>
                <a:lnTo>
                  <a:pt x="1028700" y="2514600"/>
                </a:lnTo>
                <a:lnTo>
                  <a:pt x="1028700" y="2524125"/>
                </a:lnTo>
                <a:lnTo>
                  <a:pt x="1019175" y="2524125"/>
                </a:lnTo>
                <a:lnTo>
                  <a:pt x="1019175" y="2533650"/>
                </a:lnTo>
                <a:lnTo>
                  <a:pt x="1009650" y="2533650"/>
                </a:lnTo>
                <a:lnTo>
                  <a:pt x="1009650" y="2543175"/>
                </a:lnTo>
                <a:lnTo>
                  <a:pt x="990600" y="2543175"/>
                </a:lnTo>
                <a:lnTo>
                  <a:pt x="990600" y="2552700"/>
                </a:lnTo>
                <a:lnTo>
                  <a:pt x="1000125" y="2552700"/>
                </a:lnTo>
                <a:lnTo>
                  <a:pt x="1000125" y="2562225"/>
                </a:lnTo>
                <a:lnTo>
                  <a:pt x="1009650" y="2562225"/>
                </a:lnTo>
                <a:lnTo>
                  <a:pt x="1009650" y="2552700"/>
                </a:lnTo>
                <a:lnTo>
                  <a:pt x="1028700" y="2552700"/>
                </a:lnTo>
                <a:lnTo>
                  <a:pt x="1028700" y="2590800"/>
                </a:lnTo>
                <a:lnTo>
                  <a:pt x="1000125" y="2590800"/>
                </a:lnTo>
                <a:lnTo>
                  <a:pt x="1000125" y="2581275"/>
                </a:lnTo>
                <a:lnTo>
                  <a:pt x="981075" y="2581275"/>
                </a:lnTo>
                <a:lnTo>
                  <a:pt x="981075" y="2562225"/>
                </a:lnTo>
                <a:lnTo>
                  <a:pt x="971550" y="2562225"/>
                </a:lnTo>
                <a:lnTo>
                  <a:pt x="971550" y="2552700"/>
                </a:lnTo>
                <a:lnTo>
                  <a:pt x="962025" y="2552700"/>
                </a:lnTo>
                <a:lnTo>
                  <a:pt x="962025" y="2533650"/>
                </a:lnTo>
                <a:lnTo>
                  <a:pt x="952500" y="2533650"/>
                </a:lnTo>
                <a:lnTo>
                  <a:pt x="952500" y="2524125"/>
                </a:lnTo>
                <a:lnTo>
                  <a:pt x="962025" y="2524125"/>
                </a:lnTo>
                <a:lnTo>
                  <a:pt x="962025" y="2495550"/>
                </a:lnTo>
                <a:lnTo>
                  <a:pt x="952500" y="2495550"/>
                </a:lnTo>
                <a:lnTo>
                  <a:pt x="952500" y="2486025"/>
                </a:lnTo>
                <a:lnTo>
                  <a:pt x="962025" y="2486025"/>
                </a:lnTo>
                <a:lnTo>
                  <a:pt x="962025" y="2476500"/>
                </a:lnTo>
                <a:lnTo>
                  <a:pt x="971550" y="2476500"/>
                </a:lnTo>
                <a:lnTo>
                  <a:pt x="971550" y="2466975"/>
                </a:lnTo>
                <a:lnTo>
                  <a:pt x="1000125" y="2466975"/>
                </a:lnTo>
                <a:close/>
                <a:moveTo>
                  <a:pt x="1924050" y="2457450"/>
                </a:moveTo>
                <a:lnTo>
                  <a:pt x="1943100" y="2457450"/>
                </a:lnTo>
                <a:lnTo>
                  <a:pt x="1943100" y="2476500"/>
                </a:lnTo>
                <a:lnTo>
                  <a:pt x="1933575" y="2476500"/>
                </a:lnTo>
                <a:lnTo>
                  <a:pt x="1933575" y="2466975"/>
                </a:lnTo>
                <a:lnTo>
                  <a:pt x="1924050" y="2466975"/>
                </a:lnTo>
                <a:close/>
                <a:moveTo>
                  <a:pt x="2400300" y="2457450"/>
                </a:moveTo>
                <a:lnTo>
                  <a:pt x="2409825" y="2457450"/>
                </a:lnTo>
                <a:lnTo>
                  <a:pt x="2409825" y="2466975"/>
                </a:lnTo>
                <a:lnTo>
                  <a:pt x="2400300" y="2466975"/>
                </a:lnTo>
                <a:close/>
                <a:moveTo>
                  <a:pt x="1752600" y="2476500"/>
                </a:moveTo>
                <a:lnTo>
                  <a:pt x="1771650" y="2476500"/>
                </a:lnTo>
                <a:lnTo>
                  <a:pt x="1771650" y="2495550"/>
                </a:lnTo>
                <a:lnTo>
                  <a:pt x="1781175" y="2495550"/>
                </a:lnTo>
                <a:lnTo>
                  <a:pt x="1781175" y="2505075"/>
                </a:lnTo>
                <a:lnTo>
                  <a:pt x="1771650" y="2505075"/>
                </a:lnTo>
                <a:lnTo>
                  <a:pt x="1771650" y="2514600"/>
                </a:lnTo>
                <a:lnTo>
                  <a:pt x="1762125" y="2514600"/>
                </a:lnTo>
                <a:lnTo>
                  <a:pt x="1762125" y="2524125"/>
                </a:lnTo>
                <a:lnTo>
                  <a:pt x="1743075" y="2524125"/>
                </a:lnTo>
                <a:lnTo>
                  <a:pt x="1743075" y="2486025"/>
                </a:lnTo>
                <a:lnTo>
                  <a:pt x="1752600" y="2486025"/>
                </a:lnTo>
                <a:close/>
                <a:moveTo>
                  <a:pt x="2133600" y="2476500"/>
                </a:moveTo>
                <a:lnTo>
                  <a:pt x="2143125" y="2476500"/>
                </a:lnTo>
                <a:lnTo>
                  <a:pt x="2143125" y="2495550"/>
                </a:lnTo>
                <a:lnTo>
                  <a:pt x="2133600" y="2495550"/>
                </a:lnTo>
                <a:close/>
                <a:moveTo>
                  <a:pt x="2400300" y="2476500"/>
                </a:moveTo>
                <a:lnTo>
                  <a:pt x="2409825" y="2476500"/>
                </a:lnTo>
                <a:lnTo>
                  <a:pt x="2409825" y="2486025"/>
                </a:lnTo>
                <a:lnTo>
                  <a:pt x="2400300" y="2486025"/>
                </a:lnTo>
                <a:close/>
                <a:moveTo>
                  <a:pt x="304800" y="2486025"/>
                </a:moveTo>
                <a:lnTo>
                  <a:pt x="314325" y="2486025"/>
                </a:lnTo>
                <a:lnTo>
                  <a:pt x="314325" y="2495550"/>
                </a:lnTo>
                <a:lnTo>
                  <a:pt x="342900" y="2495550"/>
                </a:lnTo>
                <a:lnTo>
                  <a:pt x="342900" y="2514600"/>
                </a:lnTo>
                <a:lnTo>
                  <a:pt x="333375" y="2514600"/>
                </a:lnTo>
                <a:lnTo>
                  <a:pt x="333375" y="2505075"/>
                </a:lnTo>
                <a:lnTo>
                  <a:pt x="323850" y="2505075"/>
                </a:lnTo>
                <a:lnTo>
                  <a:pt x="323850" y="2514600"/>
                </a:lnTo>
                <a:lnTo>
                  <a:pt x="304800" y="2514600"/>
                </a:lnTo>
                <a:close/>
                <a:moveTo>
                  <a:pt x="1533525" y="2486025"/>
                </a:moveTo>
                <a:lnTo>
                  <a:pt x="1552575" y="2486025"/>
                </a:lnTo>
                <a:lnTo>
                  <a:pt x="1552575" y="2495550"/>
                </a:lnTo>
                <a:lnTo>
                  <a:pt x="1571625" y="2495550"/>
                </a:lnTo>
                <a:lnTo>
                  <a:pt x="1571625" y="2505075"/>
                </a:lnTo>
                <a:lnTo>
                  <a:pt x="1562100" y="2505075"/>
                </a:lnTo>
                <a:lnTo>
                  <a:pt x="1562100" y="2514600"/>
                </a:lnTo>
                <a:lnTo>
                  <a:pt x="1581150" y="2514600"/>
                </a:lnTo>
                <a:lnTo>
                  <a:pt x="1581150" y="2505075"/>
                </a:lnTo>
                <a:lnTo>
                  <a:pt x="1590675" y="2505075"/>
                </a:lnTo>
                <a:lnTo>
                  <a:pt x="1590675" y="2495550"/>
                </a:lnTo>
                <a:lnTo>
                  <a:pt x="1619250" y="2495550"/>
                </a:lnTo>
                <a:lnTo>
                  <a:pt x="1619250" y="2505075"/>
                </a:lnTo>
                <a:lnTo>
                  <a:pt x="1628775" y="2505075"/>
                </a:lnTo>
                <a:lnTo>
                  <a:pt x="1628775" y="2514600"/>
                </a:lnTo>
                <a:lnTo>
                  <a:pt x="1619250" y="2514600"/>
                </a:lnTo>
                <a:lnTo>
                  <a:pt x="1619250" y="2524125"/>
                </a:lnTo>
                <a:lnTo>
                  <a:pt x="1609725" y="2524125"/>
                </a:lnTo>
                <a:lnTo>
                  <a:pt x="1609725" y="2533650"/>
                </a:lnTo>
                <a:lnTo>
                  <a:pt x="1600200" y="2533650"/>
                </a:lnTo>
                <a:lnTo>
                  <a:pt x="1600200" y="2524125"/>
                </a:lnTo>
                <a:lnTo>
                  <a:pt x="1590675" y="2524125"/>
                </a:lnTo>
                <a:lnTo>
                  <a:pt x="1590675" y="2533650"/>
                </a:lnTo>
                <a:lnTo>
                  <a:pt x="1581150" y="2533650"/>
                </a:lnTo>
                <a:lnTo>
                  <a:pt x="1581150" y="2543175"/>
                </a:lnTo>
                <a:lnTo>
                  <a:pt x="1571625" y="2543175"/>
                </a:lnTo>
                <a:lnTo>
                  <a:pt x="1571625" y="2562225"/>
                </a:lnTo>
                <a:lnTo>
                  <a:pt x="1562100" y="2562225"/>
                </a:lnTo>
                <a:lnTo>
                  <a:pt x="1562100" y="2571750"/>
                </a:lnTo>
                <a:lnTo>
                  <a:pt x="1571625" y="2571750"/>
                </a:lnTo>
                <a:lnTo>
                  <a:pt x="1571625" y="2562225"/>
                </a:lnTo>
                <a:lnTo>
                  <a:pt x="1581150" y="2562225"/>
                </a:lnTo>
                <a:lnTo>
                  <a:pt x="1581150" y="2571750"/>
                </a:lnTo>
                <a:lnTo>
                  <a:pt x="1590675" y="2571750"/>
                </a:lnTo>
                <a:lnTo>
                  <a:pt x="1590675" y="2590800"/>
                </a:lnTo>
                <a:lnTo>
                  <a:pt x="1552575" y="2590800"/>
                </a:lnTo>
                <a:lnTo>
                  <a:pt x="1552575" y="2562225"/>
                </a:lnTo>
                <a:lnTo>
                  <a:pt x="1514475" y="2562225"/>
                </a:lnTo>
                <a:lnTo>
                  <a:pt x="1514475" y="2514600"/>
                </a:lnTo>
                <a:lnTo>
                  <a:pt x="1504950" y="2514600"/>
                </a:lnTo>
                <a:lnTo>
                  <a:pt x="1504950" y="2505075"/>
                </a:lnTo>
                <a:lnTo>
                  <a:pt x="1514475" y="2505075"/>
                </a:lnTo>
                <a:lnTo>
                  <a:pt x="1514475" y="2495550"/>
                </a:lnTo>
                <a:lnTo>
                  <a:pt x="1533525" y="2495550"/>
                </a:lnTo>
                <a:close/>
                <a:moveTo>
                  <a:pt x="200025" y="2495550"/>
                </a:moveTo>
                <a:lnTo>
                  <a:pt x="209550" y="2495550"/>
                </a:lnTo>
                <a:lnTo>
                  <a:pt x="209550" y="2505075"/>
                </a:lnTo>
                <a:lnTo>
                  <a:pt x="219075" y="2505075"/>
                </a:lnTo>
                <a:lnTo>
                  <a:pt x="219075" y="2514600"/>
                </a:lnTo>
                <a:lnTo>
                  <a:pt x="209550" y="2514600"/>
                </a:lnTo>
                <a:lnTo>
                  <a:pt x="209550" y="2524125"/>
                </a:lnTo>
                <a:lnTo>
                  <a:pt x="200025" y="2524125"/>
                </a:lnTo>
                <a:lnTo>
                  <a:pt x="200025" y="2514600"/>
                </a:lnTo>
                <a:lnTo>
                  <a:pt x="190500" y="2514600"/>
                </a:lnTo>
                <a:lnTo>
                  <a:pt x="190500" y="2505075"/>
                </a:lnTo>
                <a:lnTo>
                  <a:pt x="200025" y="2505075"/>
                </a:lnTo>
                <a:close/>
                <a:moveTo>
                  <a:pt x="523875" y="2495550"/>
                </a:moveTo>
                <a:lnTo>
                  <a:pt x="552450" y="2495550"/>
                </a:lnTo>
                <a:lnTo>
                  <a:pt x="552450" y="2514600"/>
                </a:lnTo>
                <a:lnTo>
                  <a:pt x="571500" y="2514600"/>
                </a:lnTo>
                <a:lnTo>
                  <a:pt x="571500" y="2543175"/>
                </a:lnTo>
                <a:lnTo>
                  <a:pt x="561975" y="2543175"/>
                </a:lnTo>
                <a:lnTo>
                  <a:pt x="561975" y="2562225"/>
                </a:lnTo>
                <a:lnTo>
                  <a:pt x="542925" y="2562225"/>
                </a:lnTo>
                <a:lnTo>
                  <a:pt x="542925" y="2533650"/>
                </a:lnTo>
                <a:lnTo>
                  <a:pt x="552450" y="2533650"/>
                </a:lnTo>
                <a:lnTo>
                  <a:pt x="552450" y="2524125"/>
                </a:lnTo>
                <a:lnTo>
                  <a:pt x="542925" y="2524125"/>
                </a:lnTo>
                <a:lnTo>
                  <a:pt x="542925" y="2505075"/>
                </a:lnTo>
                <a:lnTo>
                  <a:pt x="523875" y="2505075"/>
                </a:lnTo>
                <a:close/>
                <a:moveTo>
                  <a:pt x="1162050" y="2495550"/>
                </a:moveTo>
                <a:lnTo>
                  <a:pt x="1171575" y="2495550"/>
                </a:lnTo>
                <a:lnTo>
                  <a:pt x="1171575" y="2533650"/>
                </a:lnTo>
                <a:lnTo>
                  <a:pt x="1162050" y="2533650"/>
                </a:lnTo>
                <a:close/>
                <a:moveTo>
                  <a:pt x="1876425" y="2495550"/>
                </a:moveTo>
                <a:lnTo>
                  <a:pt x="1895475" y="2495550"/>
                </a:lnTo>
                <a:lnTo>
                  <a:pt x="1895475" y="2533650"/>
                </a:lnTo>
                <a:lnTo>
                  <a:pt x="1876425" y="2533650"/>
                </a:lnTo>
                <a:close/>
                <a:moveTo>
                  <a:pt x="2143125" y="2495550"/>
                </a:moveTo>
                <a:lnTo>
                  <a:pt x="2152650" y="2495550"/>
                </a:lnTo>
                <a:lnTo>
                  <a:pt x="2152650" y="2505075"/>
                </a:lnTo>
                <a:lnTo>
                  <a:pt x="2143125" y="2505075"/>
                </a:lnTo>
                <a:close/>
                <a:moveTo>
                  <a:pt x="2428875" y="2495550"/>
                </a:moveTo>
                <a:lnTo>
                  <a:pt x="2457450" y="2495550"/>
                </a:lnTo>
                <a:lnTo>
                  <a:pt x="2457450" y="2505075"/>
                </a:lnTo>
                <a:lnTo>
                  <a:pt x="2428875" y="2505075"/>
                </a:lnTo>
                <a:close/>
                <a:moveTo>
                  <a:pt x="428625" y="2505075"/>
                </a:moveTo>
                <a:lnTo>
                  <a:pt x="447675" y="2505075"/>
                </a:lnTo>
                <a:lnTo>
                  <a:pt x="447675" y="2514600"/>
                </a:lnTo>
                <a:lnTo>
                  <a:pt x="428625" y="2514600"/>
                </a:lnTo>
                <a:close/>
                <a:moveTo>
                  <a:pt x="600075" y="2505075"/>
                </a:moveTo>
                <a:lnTo>
                  <a:pt x="619125" y="2505075"/>
                </a:lnTo>
                <a:lnTo>
                  <a:pt x="619125" y="2543175"/>
                </a:lnTo>
                <a:lnTo>
                  <a:pt x="628650" y="2543175"/>
                </a:lnTo>
                <a:lnTo>
                  <a:pt x="628650" y="2552700"/>
                </a:lnTo>
                <a:lnTo>
                  <a:pt x="619125" y="2552700"/>
                </a:lnTo>
                <a:lnTo>
                  <a:pt x="619125" y="2581275"/>
                </a:lnTo>
                <a:lnTo>
                  <a:pt x="600075" y="2581275"/>
                </a:lnTo>
                <a:lnTo>
                  <a:pt x="600075" y="2571750"/>
                </a:lnTo>
                <a:lnTo>
                  <a:pt x="590550" y="2571750"/>
                </a:lnTo>
                <a:lnTo>
                  <a:pt x="590550" y="2514600"/>
                </a:lnTo>
                <a:lnTo>
                  <a:pt x="600075" y="2514600"/>
                </a:lnTo>
                <a:close/>
                <a:moveTo>
                  <a:pt x="923925" y="2505075"/>
                </a:moveTo>
                <a:lnTo>
                  <a:pt x="933450" y="2505075"/>
                </a:lnTo>
                <a:lnTo>
                  <a:pt x="933450" y="2514600"/>
                </a:lnTo>
                <a:lnTo>
                  <a:pt x="923925" y="2514600"/>
                </a:lnTo>
                <a:close/>
                <a:moveTo>
                  <a:pt x="1238250" y="2505075"/>
                </a:moveTo>
                <a:lnTo>
                  <a:pt x="1247775" y="2505075"/>
                </a:lnTo>
                <a:lnTo>
                  <a:pt x="1247775" y="2514600"/>
                </a:lnTo>
                <a:lnTo>
                  <a:pt x="1257300" y="2514600"/>
                </a:lnTo>
                <a:lnTo>
                  <a:pt x="1257300" y="2524125"/>
                </a:lnTo>
                <a:lnTo>
                  <a:pt x="1247775" y="2524125"/>
                </a:lnTo>
                <a:lnTo>
                  <a:pt x="1247775" y="2533650"/>
                </a:lnTo>
                <a:lnTo>
                  <a:pt x="1238250" y="2533650"/>
                </a:lnTo>
                <a:lnTo>
                  <a:pt x="1238250" y="2543175"/>
                </a:lnTo>
                <a:lnTo>
                  <a:pt x="1228725" y="2543175"/>
                </a:lnTo>
                <a:lnTo>
                  <a:pt x="1228725" y="2571750"/>
                </a:lnTo>
                <a:lnTo>
                  <a:pt x="1219200" y="2571750"/>
                </a:lnTo>
                <a:lnTo>
                  <a:pt x="1219200" y="2533650"/>
                </a:lnTo>
                <a:lnTo>
                  <a:pt x="1209675" y="2533650"/>
                </a:lnTo>
                <a:lnTo>
                  <a:pt x="1209675" y="2514600"/>
                </a:lnTo>
                <a:lnTo>
                  <a:pt x="1238250" y="2514600"/>
                </a:lnTo>
                <a:close/>
                <a:moveTo>
                  <a:pt x="1476375" y="2505075"/>
                </a:moveTo>
                <a:lnTo>
                  <a:pt x="1495425" y="2505075"/>
                </a:lnTo>
                <a:lnTo>
                  <a:pt x="1495425" y="2514600"/>
                </a:lnTo>
                <a:lnTo>
                  <a:pt x="1485900" y="2514600"/>
                </a:lnTo>
                <a:lnTo>
                  <a:pt x="1485900" y="2524125"/>
                </a:lnTo>
                <a:lnTo>
                  <a:pt x="1476375" y="2524125"/>
                </a:lnTo>
                <a:close/>
                <a:moveTo>
                  <a:pt x="1638300" y="2505075"/>
                </a:moveTo>
                <a:lnTo>
                  <a:pt x="1695450" y="2505075"/>
                </a:lnTo>
                <a:lnTo>
                  <a:pt x="1695450" y="2514600"/>
                </a:lnTo>
                <a:lnTo>
                  <a:pt x="1638300" y="2514600"/>
                </a:lnTo>
                <a:close/>
                <a:moveTo>
                  <a:pt x="1724025" y="2505075"/>
                </a:moveTo>
                <a:lnTo>
                  <a:pt x="1733550" y="2505075"/>
                </a:lnTo>
                <a:lnTo>
                  <a:pt x="1733550" y="2514600"/>
                </a:lnTo>
                <a:lnTo>
                  <a:pt x="1724025" y="2514600"/>
                </a:lnTo>
                <a:close/>
                <a:moveTo>
                  <a:pt x="1933575" y="2505075"/>
                </a:moveTo>
                <a:lnTo>
                  <a:pt x="1943100" y="2505075"/>
                </a:lnTo>
                <a:lnTo>
                  <a:pt x="1943100" y="2514600"/>
                </a:lnTo>
                <a:lnTo>
                  <a:pt x="1933575" y="2514600"/>
                </a:lnTo>
                <a:close/>
                <a:moveTo>
                  <a:pt x="2333625" y="2505075"/>
                </a:moveTo>
                <a:lnTo>
                  <a:pt x="2371725" y="2505075"/>
                </a:lnTo>
                <a:lnTo>
                  <a:pt x="2371725" y="2524125"/>
                </a:lnTo>
                <a:lnTo>
                  <a:pt x="2390775" y="2524125"/>
                </a:lnTo>
                <a:lnTo>
                  <a:pt x="2390775" y="2514600"/>
                </a:lnTo>
                <a:lnTo>
                  <a:pt x="2400300" y="2514600"/>
                </a:lnTo>
                <a:lnTo>
                  <a:pt x="2400300" y="2505075"/>
                </a:lnTo>
                <a:lnTo>
                  <a:pt x="2409825" y="2505075"/>
                </a:lnTo>
                <a:lnTo>
                  <a:pt x="2409825" y="2514600"/>
                </a:lnTo>
                <a:lnTo>
                  <a:pt x="2419350" y="2514600"/>
                </a:lnTo>
                <a:lnTo>
                  <a:pt x="2419350" y="2533650"/>
                </a:lnTo>
                <a:lnTo>
                  <a:pt x="2400300" y="2533650"/>
                </a:lnTo>
                <a:lnTo>
                  <a:pt x="2400300" y="2524125"/>
                </a:lnTo>
                <a:lnTo>
                  <a:pt x="2390775" y="2524125"/>
                </a:lnTo>
                <a:lnTo>
                  <a:pt x="2390775" y="2533650"/>
                </a:lnTo>
                <a:lnTo>
                  <a:pt x="2381250" y="2533650"/>
                </a:lnTo>
                <a:lnTo>
                  <a:pt x="2381250" y="2543175"/>
                </a:lnTo>
                <a:lnTo>
                  <a:pt x="2314575" y="2543175"/>
                </a:lnTo>
                <a:lnTo>
                  <a:pt x="2314575" y="2533650"/>
                </a:lnTo>
                <a:lnTo>
                  <a:pt x="2324100" y="2533650"/>
                </a:lnTo>
                <a:lnTo>
                  <a:pt x="2324100" y="2514600"/>
                </a:lnTo>
                <a:lnTo>
                  <a:pt x="2333625" y="2514600"/>
                </a:lnTo>
                <a:close/>
                <a:moveTo>
                  <a:pt x="361950" y="2514600"/>
                </a:moveTo>
                <a:lnTo>
                  <a:pt x="381000" y="2514600"/>
                </a:lnTo>
                <a:lnTo>
                  <a:pt x="381000" y="2524125"/>
                </a:lnTo>
                <a:lnTo>
                  <a:pt x="409575" y="2524125"/>
                </a:lnTo>
                <a:lnTo>
                  <a:pt x="409575" y="2514600"/>
                </a:lnTo>
                <a:lnTo>
                  <a:pt x="428625" y="2514600"/>
                </a:lnTo>
                <a:lnTo>
                  <a:pt x="428625" y="2524125"/>
                </a:lnTo>
                <a:lnTo>
                  <a:pt x="457200" y="2524125"/>
                </a:lnTo>
                <a:lnTo>
                  <a:pt x="457200" y="2533650"/>
                </a:lnTo>
                <a:lnTo>
                  <a:pt x="466725" y="2533650"/>
                </a:lnTo>
                <a:lnTo>
                  <a:pt x="466725" y="2552700"/>
                </a:lnTo>
                <a:lnTo>
                  <a:pt x="438150" y="2552700"/>
                </a:lnTo>
                <a:lnTo>
                  <a:pt x="438150" y="2562225"/>
                </a:lnTo>
                <a:lnTo>
                  <a:pt x="428625" y="2562225"/>
                </a:lnTo>
                <a:lnTo>
                  <a:pt x="428625" y="2552700"/>
                </a:lnTo>
                <a:lnTo>
                  <a:pt x="419100" y="2552700"/>
                </a:lnTo>
                <a:lnTo>
                  <a:pt x="419100" y="2543175"/>
                </a:lnTo>
                <a:lnTo>
                  <a:pt x="371475" y="2543175"/>
                </a:lnTo>
                <a:lnTo>
                  <a:pt x="371475" y="2562225"/>
                </a:lnTo>
                <a:lnTo>
                  <a:pt x="361950" y="2562225"/>
                </a:lnTo>
                <a:lnTo>
                  <a:pt x="361950" y="2552700"/>
                </a:lnTo>
                <a:lnTo>
                  <a:pt x="333375" y="2552700"/>
                </a:lnTo>
                <a:lnTo>
                  <a:pt x="333375" y="2533650"/>
                </a:lnTo>
                <a:lnTo>
                  <a:pt x="371475" y="2533650"/>
                </a:lnTo>
                <a:lnTo>
                  <a:pt x="371475" y="2524125"/>
                </a:lnTo>
                <a:lnTo>
                  <a:pt x="361950" y="2524125"/>
                </a:lnTo>
                <a:close/>
                <a:moveTo>
                  <a:pt x="914400" y="2514600"/>
                </a:moveTo>
                <a:lnTo>
                  <a:pt x="923925" y="2514600"/>
                </a:lnTo>
                <a:lnTo>
                  <a:pt x="923925" y="2524125"/>
                </a:lnTo>
                <a:lnTo>
                  <a:pt x="914400" y="2524125"/>
                </a:lnTo>
                <a:close/>
                <a:moveTo>
                  <a:pt x="1085850" y="2514600"/>
                </a:moveTo>
                <a:lnTo>
                  <a:pt x="1095375" y="2514600"/>
                </a:lnTo>
                <a:lnTo>
                  <a:pt x="1095375" y="2533650"/>
                </a:lnTo>
                <a:lnTo>
                  <a:pt x="1085850" y="2533650"/>
                </a:lnTo>
                <a:close/>
                <a:moveTo>
                  <a:pt x="1952625" y="2514600"/>
                </a:moveTo>
                <a:lnTo>
                  <a:pt x="1962150" y="2514600"/>
                </a:lnTo>
                <a:lnTo>
                  <a:pt x="1962150" y="2533650"/>
                </a:lnTo>
                <a:lnTo>
                  <a:pt x="1952625" y="2533650"/>
                </a:lnTo>
                <a:close/>
                <a:moveTo>
                  <a:pt x="2095500" y="2514600"/>
                </a:moveTo>
                <a:lnTo>
                  <a:pt x="2105025" y="2514600"/>
                </a:lnTo>
                <a:lnTo>
                  <a:pt x="2105025" y="2524125"/>
                </a:lnTo>
                <a:lnTo>
                  <a:pt x="2124075" y="2524125"/>
                </a:lnTo>
                <a:lnTo>
                  <a:pt x="2124075" y="2533650"/>
                </a:lnTo>
                <a:lnTo>
                  <a:pt x="2133600" y="2533650"/>
                </a:lnTo>
                <a:lnTo>
                  <a:pt x="2133600" y="2543175"/>
                </a:lnTo>
                <a:lnTo>
                  <a:pt x="2143125" y="2543175"/>
                </a:lnTo>
                <a:lnTo>
                  <a:pt x="2143125" y="2533650"/>
                </a:lnTo>
                <a:lnTo>
                  <a:pt x="2152650" y="2533650"/>
                </a:lnTo>
                <a:lnTo>
                  <a:pt x="2152650" y="2552700"/>
                </a:lnTo>
                <a:lnTo>
                  <a:pt x="2162175" y="2552700"/>
                </a:lnTo>
                <a:lnTo>
                  <a:pt x="2162175" y="2562225"/>
                </a:lnTo>
                <a:lnTo>
                  <a:pt x="2152650" y="2562225"/>
                </a:lnTo>
                <a:lnTo>
                  <a:pt x="2152650" y="2571750"/>
                </a:lnTo>
                <a:lnTo>
                  <a:pt x="2143125" y="2571750"/>
                </a:lnTo>
                <a:lnTo>
                  <a:pt x="2143125" y="2562225"/>
                </a:lnTo>
                <a:lnTo>
                  <a:pt x="2133600" y="2562225"/>
                </a:lnTo>
                <a:lnTo>
                  <a:pt x="2133600" y="2552700"/>
                </a:lnTo>
                <a:lnTo>
                  <a:pt x="2124075" y="2552700"/>
                </a:lnTo>
                <a:lnTo>
                  <a:pt x="2124075" y="2543175"/>
                </a:lnTo>
                <a:lnTo>
                  <a:pt x="2105025" y="2543175"/>
                </a:lnTo>
                <a:lnTo>
                  <a:pt x="2105025" y="2552700"/>
                </a:lnTo>
                <a:lnTo>
                  <a:pt x="2095500" y="2552700"/>
                </a:lnTo>
                <a:close/>
                <a:moveTo>
                  <a:pt x="1628775" y="2524125"/>
                </a:moveTo>
                <a:lnTo>
                  <a:pt x="1647825" y="2524125"/>
                </a:lnTo>
                <a:lnTo>
                  <a:pt x="1647825" y="2533650"/>
                </a:lnTo>
                <a:lnTo>
                  <a:pt x="1628775" y="2533650"/>
                </a:lnTo>
                <a:close/>
                <a:moveTo>
                  <a:pt x="2343150" y="2524125"/>
                </a:moveTo>
                <a:lnTo>
                  <a:pt x="2352675" y="2524125"/>
                </a:lnTo>
                <a:lnTo>
                  <a:pt x="2352675" y="2514600"/>
                </a:lnTo>
                <a:lnTo>
                  <a:pt x="2343150" y="2514600"/>
                </a:lnTo>
                <a:close/>
                <a:moveTo>
                  <a:pt x="28575" y="2533650"/>
                </a:moveTo>
                <a:lnTo>
                  <a:pt x="47625" y="2533650"/>
                </a:lnTo>
                <a:lnTo>
                  <a:pt x="47625" y="2552700"/>
                </a:lnTo>
                <a:lnTo>
                  <a:pt x="38100" y="2552700"/>
                </a:lnTo>
                <a:lnTo>
                  <a:pt x="38100" y="2562225"/>
                </a:lnTo>
                <a:lnTo>
                  <a:pt x="28575" y="2562225"/>
                </a:lnTo>
                <a:lnTo>
                  <a:pt x="28575" y="2571750"/>
                </a:lnTo>
                <a:lnTo>
                  <a:pt x="9525" y="2571750"/>
                </a:lnTo>
                <a:lnTo>
                  <a:pt x="9525" y="2590800"/>
                </a:lnTo>
                <a:lnTo>
                  <a:pt x="0" y="2590800"/>
                </a:lnTo>
                <a:lnTo>
                  <a:pt x="0" y="2552700"/>
                </a:lnTo>
                <a:lnTo>
                  <a:pt x="19050" y="2552700"/>
                </a:lnTo>
                <a:lnTo>
                  <a:pt x="19050" y="2543175"/>
                </a:lnTo>
                <a:lnTo>
                  <a:pt x="28575" y="2543175"/>
                </a:lnTo>
                <a:close/>
                <a:moveTo>
                  <a:pt x="295275" y="2533650"/>
                </a:moveTo>
                <a:lnTo>
                  <a:pt x="304800" y="2533650"/>
                </a:lnTo>
                <a:lnTo>
                  <a:pt x="304800" y="2571750"/>
                </a:lnTo>
                <a:lnTo>
                  <a:pt x="314325" y="2571750"/>
                </a:lnTo>
                <a:lnTo>
                  <a:pt x="314325" y="2552700"/>
                </a:lnTo>
                <a:lnTo>
                  <a:pt x="323850" y="2552700"/>
                </a:lnTo>
                <a:lnTo>
                  <a:pt x="323850" y="2581275"/>
                </a:lnTo>
                <a:lnTo>
                  <a:pt x="295275" y="2581275"/>
                </a:lnTo>
                <a:lnTo>
                  <a:pt x="295275" y="2562225"/>
                </a:lnTo>
                <a:lnTo>
                  <a:pt x="285750" y="2562225"/>
                </a:lnTo>
                <a:lnTo>
                  <a:pt x="285750" y="2543175"/>
                </a:lnTo>
                <a:lnTo>
                  <a:pt x="295275" y="2543175"/>
                </a:lnTo>
                <a:close/>
                <a:moveTo>
                  <a:pt x="1019175" y="2533650"/>
                </a:moveTo>
                <a:lnTo>
                  <a:pt x="1028700" y="2533650"/>
                </a:lnTo>
                <a:lnTo>
                  <a:pt x="1028700" y="2543175"/>
                </a:lnTo>
                <a:lnTo>
                  <a:pt x="1019175" y="2543175"/>
                </a:lnTo>
                <a:close/>
                <a:moveTo>
                  <a:pt x="1038225" y="2533650"/>
                </a:moveTo>
                <a:lnTo>
                  <a:pt x="1047750" y="2533650"/>
                </a:lnTo>
                <a:lnTo>
                  <a:pt x="1047750" y="2543175"/>
                </a:lnTo>
                <a:lnTo>
                  <a:pt x="1066800" y="2543175"/>
                </a:lnTo>
                <a:lnTo>
                  <a:pt x="1066800" y="2581275"/>
                </a:lnTo>
                <a:lnTo>
                  <a:pt x="1047750" y="2581275"/>
                </a:lnTo>
                <a:lnTo>
                  <a:pt x="1047750" y="2552700"/>
                </a:lnTo>
                <a:lnTo>
                  <a:pt x="1038225" y="2552700"/>
                </a:lnTo>
                <a:close/>
                <a:moveTo>
                  <a:pt x="1428750" y="2533650"/>
                </a:moveTo>
                <a:lnTo>
                  <a:pt x="1438275" y="2533650"/>
                </a:lnTo>
                <a:lnTo>
                  <a:pt x="1438275" y="2543175"/>
                </a:lnTo>
                <a:lnTo>
                  <a:pt x="1428750" y="2543175"/>
                </a:lnTo>
                <a:close/>
                <a:moveTo>
                  <a:pt x="1704975" y="2533650"/>
                </a:moveTo>
                <a:lnTo>
                  <a:pt x="1733550" y="2533650"/>
                </a:lnTo>
                <a:lnTo>
                  <a:pt x="1733550" y="2552700"/>
                </a:lnTo>
                <a:lnTo>
                  <a:pt x="1714500" y="2552700"/>
                </a:lnTo>
                <a:lnTo>
                  <a:pt x="1714500" y="2543175"/>
                </a:lnTo>
                <a:lnTo>
                  <a:pt x="1704975" y="2543175"/>
                </a:lnTo>
                <a:close/>
                <a:moveTo>
                  <a:pt x="57150" y="2543175"/>
                </a:moveTo>
                <a:lnTo>
                  <a:pt x="85725" y="2543175"/>
                </a:lnTo>
                <a:lnTo>
                  <a:pt x="85725" y="2552700"/>
                </a:lnTo>
                <a:lnTo>
                  <a:pt x="57150" y="2552700"/>
                </a:lnTo>
                <a:close/>
                <a:moveTo>
                  <a:pt x="857250" y="2543175"/>
                </a:moveTo>
                <a:lnTo>
                  <a:pt x="866775" y="2543175"/>
                </a:lnTo>
                <a:lnTo>
                  <a:pt x="866775" y="2552700"/>
                </a:lnTo>
                <a:lnTo>
                  <a:pt x="857250" y="2552700"/>
                </a:lnTo>
                <a:close/>
                <a:moveTo>
                  <a:pt x="1152525" y="2543175"/>
                </a:moveTo>
                <a:lnTo>
                  <a:pt x="1162050" y="2543175"/>
                </a:lnTo>
                <a:lnTo>
                  <a:pt x="1162050" y="2552700"/>
                </a:lnTo>
                <a:lnTo>
                  <a:pt x="1152525" y="2552700"/>
                </a:lnTo>
                <a:close/>
                <a:moveTo>
                  <a:pt x="1171575" y="2543175"/>
                </a:moveTo>
                <a:lnTo>
                  <a:pt x="1190625" y="2543175"/>
                </a:lnTo>
                <a:lnTo>
                  <a:pt x="1190625" y="2581275"/>
                </a:lnTo>
                <a:lnTo>
                  <a:pt x="1162050" y="2581275"/>
                </a:lnTo>
                <a:lnTo>
                  <a:pt x="1162050" y="2562225"/>
                </a:lnTo>
                <a:lnTo>
                  <a:pt x="1171575" y="2562225"/>
                </a:lnTo>
                <a:close/>
                <a:moveTo>
                  <a:pt x="1257300" y="2543175"/>
                </a:moveTo>
                <a:lnTo>
                  <a:pt x="1285875" y="2543175"/>
                </a:lnTo>
                <a:lnTo>
                  <a:pt x="1285875" y="2552700"/>
                </a:lnTo>
                <a:lnTo>
                  <a:pt x="1266825" y="2552700"/>
                </a:lnTo>
                <a:lnTo>
                  <a:pt x="1266825" y="2562225"/>
                </a:lnTo>
                <a:lnTo>
                  <a:pt x="1257300" y="2562225"/>
                </a:lnTo>
                <a:close/>
                <a:moveTo>
                  <a:pt x="1800225" y="2543175"/>
                </a:moveTo>
                <a:lnTo>
                  <a:pt x="1809750" y="2543175"/>
                </a:lnTo>
                <a:lnTo>
                  <a:pt x="1809750" y="2552700"/>
                </a:lnTo>
                <a:lnTo>
                  <a:pt x="1819275" y="2552700"/>
                </a:lnTo>
                <a:lnTo>
                  <a:pt x="1819275" y="2581275"/>
                </a:lnTo>
                <a:lnTo>
                  <a:pt x="1809750" y="2581275"/>
                </a:lnTo>
                <a:lnTo>
                  <a:pt x="1809750" y="2590800"/>
                </a:lnTo>
                <a:lnTo>
                  <a:pt x="1790700" y="2590800"/>
                </a:lnTo>
                <a:lnTo>
                  <a:pt x="1790700" y="2581275"/>
                </a:lnTo>
                <a:lnTo>
                  <a:pt x="1752600" y="2581275"/>
                </a:lnTo>
                <a:lnTo>
                  <a:pt x="1752600" y="2590800"/>
                </a:lnTo>
                <a:lnTo>
                  <a:pt x="1743075" y="2590800"/>
                </a:lnTo>
                <a:lnTo>
                  <a:pt x="1743075" y="2571750"/>
                </a:lnTo>
                <a:lnTo>
                  <a:pt x="1752600" y="2571750"/>
                </a:lnTo>
                <a:lnTo>
                  <a:pt x="1752600" y="2562225"/>
                </a:lnTo>
                <a:lnTo>
                  <a:pt x="1790700" y="2562225"/>
                </a:lnTo>
                <a:lnTo>
                  <a:pt x="1790700" y="2552700"/>
                </a:lnTo>
                <a:lnTo>
                  <a:pt x="1800225" y="2552700"/>
                </a:lnTo>
                <a:close/>
                <a:moveTo>
                  <a:pt x="2057400" y="2543175"/>
                </a:moveTo>
                <a:lnTo>
                  <a:pt x="2085975" y="2543175"/>
                </a:lnTo>
                <a:lnTo>
                  <a:pt x="2085975" y="2552700"/>
                </a:lnTo>
                <a:lnTo>
                  <a:pt x="2057400" y="2552700"/>
                </a:lnTo>
                <a:close/>
                <a:moveTo>
                  <a:pt x="2400300" y="2543175"/>
                </a:moveTo>
                <a:lnTo>
                  <a:pt x="2419350" y="2543175"/>
                </a:lnTo>
                <a:lnTo>
                  <a:pt x="2419350" y="2562225"/>
                </a:lnTo>
                <a:lnTo>
                  <a:pt x="2428875" y="2562225"/>
                </a:lnTo>
                <a:lnTo>
                  <a:pt x="2428875" y="2571750"/>
                </a:lnTo>
                <a:lnTo>
                  <a:pt x="2438400" y="2571750"/>
                </a:lnTo>
                <a:lnTo>
                  <a:pt x="2438400" y="2581275"/>
                </a:lnTo>
                <a:lnTo>
                  <a:pt x="2457450" y="2581275"/>
                </a:lnTo>
                <a:lnTo>
                  <a:pt x="2457450" y="2590800"/>
                </a:lnTo>
                <a:lnTo>
                  <a:pt x="2400300" y="2590800"/>
                </a:lnTo>
                <a:lnTo>
                  <a:pt x="2400300" y="2581275"/>
                </a:lnTo>
                <a:lnTo>
                  <a:pt x="2409825" y="2581275"/>
                </a:lnTo>
                <a:lnTo>
                  <a:pt x="2409825" y="2562225"/>
                </a:lnTo>
                <a:lnTo>
                  <a:pt x="2390775" y="2562225"/>
                </a:lnTo>
                <a:lnTo>
                  <a:pt x="2390775" y="2552700"/>
                </a:lnTo>
                <a:lnTo>
                  <a:pt x="2400300" y="2552700"/>
                </a:lnTo>
                <a:close/>
                <a:moveTo>
                  <a:pt x="628650" y="2552700"/>
                </a:moveTo>
                <a:lnTo>
                  <a:pt x="638175" y="2552700"/>
                </a:lnTo>
                <a:lnTo>
                  <a:pt x="638175" y="2562225"/>
                </a:lnTo>
                <a:lnTo>
                  <a:pt x="628650" y="2562225"/>
                </a:lnTo>
                <a:close/>
                <a:moveTo>
                  <a:pt x="914400" y="2552700"/>
                </a:moveTo>
                <a:lnTo>
                  <a:pt x="933450" y="2552700"/>
                </a:lnTo>
                <a:lnTo>
                  <a:pt x="933450" y="2571750"/>
                </a:lnTo>
                <a:lnTo>
                  <a:pt x="952500" y="2571750"/>
                </a:lnTo>
                <a:lnTo>
                  <a:pt x="952500" y="2590800"/>
                </a:lnTo>
                <a:lnTo>
                  <a:pt x="895350" y="2590800"/>
                </a:lnTo>
                <a:lnTo>
                  <a:pt x="895350" y="2571750"/>
                </a:lnTo>
                <a:lnTo>
                  <a:pt x="914400" y="2571750"/>
                </a:lnTo>
                <a:close/>
                <a:moveTo>
                  <a:pt x="1352550" y="2552700"/>
                </a:moveTo>
                <a:lnTo>
                  <a:pt x="1371600" y="2552700"/>
                </a:lnTo>
                <a:lnTo>
                  <a:pt x="1371600" y="2571750"/>
                </a:lnTo>
                <a:lnTo>
                  <a:pt x="1362075" y="2571750"/>
                </a:lnTo>
                <a:lnTo>
                  <a:pt x="1362075" y="2581275"/>
                </a:lnTo>
                <a:lnTo>
                  <a:pt x="1352550" y="2581275"/>
                </a:lnTo>
                <a:close/>
                <a:moveTo>
                  <a:pt x="1495425" y="2552700"/>
                </a:moveTo>
                <a:lnTo>
                  <a:pt x="1504950" y="2552700"/>
                </a:lnTo>
                <a:lnTo>
                  <a:pt x="1504950" y="2562225"/>
                </a:lnTo>
                <a:lnTo>
                  <a:pt x="1495425" y="2562225"/>
                </a:lnTo>
                <a:close/>
                <a:moveTo>
                  <a:pt x="2352675" y="2552700"/>
                </a:moveTo>
                <a:lnTo>
                  <a:pt x="2362200" y="2552700"/>
                </a:lnTo>
                <a:lnTo>
                  <a:pt x="2362200" y="2562225"/>
                </a:lnTo>
                <a:lnTo>
                  <a:pt x="2381250" y="2562225"/>
                </a:lnTo>
                <a:lnTo>
                  <a:pt x="2381250" y="2590800"/>
                </a:lnTo>
                <a:lnTo>
                  <a:pt x="2352675" y="2590800"/>
                </a:lnTo>
                <a:lnTo>
                  <a:pt x="2352675" y="2581275"/>
                </a:lnTo>
                <a:lnTo>
                  <a:pt x="2343150" y="2581275"/>
                </a:lnTo>
                <a:lnTo>
                  <a:pt x="2343150" y="2571750"/>
                </a:lnTo>
                <a:lnTo>
                  <a:pt x="2352675" y="2571750"/>
                </a:lnTo>
                <a:close/>
                <a:moveTo>
                  <a:pt x="638175" y="2562225"/>
                </a:moveTo>
                <a:lnTo>
                  <a:pt x="647700" y="2562225"/>
                </a:lnTo>
                <a:lnTo>
                  <a:pt x="647700" y="2571750"/>
                </a:lnTo>
                <a:lnTo>
                  <a:pt x="638175" y="2571750"/>
                </a:lnTo>
                <a:close/>
                <a:moveTo>
                  <a:pt x="2171700" y="2562225"/>
                </a:moveTo>
                <a:lnTo>
                  <a:pt x="2190750" y="2562225"/>
                </a:lnTo>
                <a:lnTo>
                  <a:pt x="2190750" y="2581275"/>
                </a:lnTo>
                <a:lnTo>
                  <a:pt x="2181225" y="2581275"/>
                </a:lnTo>
                <a:lnTo>
                  <a:pt x="2181225" y="2571750"/>
                </a:lnTo>
                <a:lnTo>
                  <a:pt x="2171700" y="2571750"/>
                </a:lnTo>
                <a:close/>
                <a:moveTo>
                  <a:pt x="647700" y="2571750"/>
                </a:moveTo>
                <a:lnTo>
                  <a:pt x="657225" y="2571750"/>
                </a:lnTo>
                <a:lnTo>
                  <a:pt x="657225" y="2581275"/>
                </a:lnTo>
                <a:lnTo>
                  <a:pt x="676275" y="2581275"/>
                </a:lnTo>
                <a:lnTo>
                  <a:pt x="676275" y="2590800"/>
                </a:lnTo>
                <a:lnTo>
                  <a:pt x="647700" y="2590800"/>
                </a:lnTo>
                <a:close/>
                <a:moveTo>
                  <a:pt x="742950" y="2571750"/>
                </a:moveTo>
                <a:lnTo>
                  <a:pt x="762000" y="2571750"/>
                </a:lnTo>
                <a:lnTo>
                  <a:pt x="762000" y="2581275"/>
                </a:lnTo>
                <a:lnTo>
                  <a:pt x="752475" y="2581275"/>
                </a:lnTo>
                <a:lnTo>
                  <a:pt x="752475" y="2590800"/>
                </a:lnTo>
                <a:lnTo>
                  <a:pt x="742950" y="2590800"/>
                </a:lnTo>
                <a:close/>
                <a:moveTo>
                  <a:pt x="1504950" y="2571750"/>
                </a:moveTo>
                <a:lnTo>
                  <a:pt x="1524000" y="2571750"/>
                </a:lnTo>
                <a:lnTo>
                  <a:pt x="1524000" y="2590800"/>
                </a:lnTo>
                <a:lnTo>
                  <a:pt x="1504950" y="2590800"/>
                </a:lnTo>
                <a:close/>
                <a:moveTo>
                  <a:pt x="1685925" y="2571750"/>
                </a:moveTo>
                <a:lnTo>
                  <a:pt x="1714500" y="2571750"/>
                </a:lnTo>
                <a:lnTo>
                  <a:pt x="1714500" y="2590800"/>
                </a:lnTo>
                <a:lnTo>
                  <a:pt x="1695450" y="2590800"/>
                </a:lnTo>
                <a:lnTo>
                  <a:pt x="1695450" y="2581275"/>
                </a:lnTo>
                <a:lnTo>
                  <a:pt x="1685925" y="2581275"/>
                </a:lnTo>
                <a:close/>
                <a:moveTo>
                  <a:pt x="2038350" y="2571750"/>
                </a:moveTo>
                <a:lnTo>
                  <a:pt x="2057400" y="2571750"/>
                </a:lnTo>
                <a:lnTo>
                  <a:pt x="2057400" y="2581275"/>
                </a:lnTo>
                <a:lnTo>
                  <a:pt x="2066925" y="2581275"/>
                </a:lnTo>
                <a:lnTo>
                  <a:pt x="2066925" y="2590800"/>
                </a:lnTo>
                <a:lnTo>
                  <a:pt x="2000250" y="2590800"/>
                </a:lnTo>
                <a:lnTo>
                  <a:pt x="2000250" y="2581275"/>
                </a:lnTo>
                <a:lnTo>
                  <a:pt x="2038350" y="2581275"/>
                </a:lnTo>
                <a:close/>
                <a:moveTo>
                  <a:pt x="2228850" y="2571750"/>
                </a:moveTo>
                <a:lnTo>
                  <a:pt x="2257425" y="2571750"/>
                </a:lnTo>
                <a:lnTo>
                  <a:pt x="2257425" y="2581275"/>
                </a:lnTo>
                <a:lnTo>
                  <a:pt x="2266950" y="2581275"/>
                </a:lnTo>
                <a:lnTo>
                  <a:pt x="2266950" y="2590800"/>
                </a:lnTo>
                <a:lnTo>
                  <a:pt x="2228850" y="2590800"/>
                </a:lnTo>
                <a:close/>
                <a:moveTo>
                  <a:pt x="514350" y="2581275"/>
                </a:moveTo>
                <a:lnTo>
                  <a:pt x="533400" y="2581275"/>
                </a:lnTo>
                <a:lnTo>
                  <a:pt x="533400" y="2590800"/>
                </a:lnTo>
                <a:lnTo>
                  <a:pt x="514350" y="2590800"/>
                </a:lnTo>
                <a:close/>
                <a:moveTo>
                  <a:pt x="962025" y="2581275"/>
                </a:moveTo>
                <a:lnTo>
                  <a:pt x="971550" y="2581275"/>
                </a:lnTo>
                <a:lnTo>
                  <a:pt x="971550" y="2590800"/>
                </a:lnTo>
                <a:lnTo>
                  <a:pt x="962025" y="2590800"/>
                </a:lnTo>
                <a:close/>
                <a:moveTo>
                  <a:pt x="1209675" y="2581275"/>
                </a:moveTo>
                <a:lnTo>
                  <a:pt x="1219200" y="2581275"/>
                </a:lnTo>
                <a:lnTo>
                  <a:pt x="1219200" y="2590800"/>
                </a:lnTo>
                <a:lnTo>
                  <a:pt x="1209675" y="2590800"/>
                </a:lnTo>
                <a:close/>
                <a:moveTo>
                  <a:pt x="1266825" y="2581275"/>
                </a:moveTo>
                <a:lnTo>
                  <a:pt x="1276350" y="2581275"/>
                </a:lnTo>
                <a:lnTo>
                  <a:pt x="1276350" y="2590800"/>
                </a:lnTo>
                <a:lnTo>
                  <a:pt x="1266825" y="2590800"/>
                </a:lnTo>
                <a:close/>
                <a:moveTo>
                  <a:pt x="1905000" y="2581275"/>
                </a:moveTo>
                <a:lnTo>
                  <a:pt x="1914525" y="2581275"/>
                </a:lnTo>
                <a:lnTo>
                  <a:pt x="1914525" y="2590800"/>
                </a:lnTo>
                <a:lnTo>
                  <a:pt x="1905000" y="2590800"/>
                </a:lnTo>
                <a:close/>
                <a:moveTo>
                  <a:pt x="2276475" y="2581275"/>
                </a:moveTo>
                <a:lnTo>
                  <a:pt x="2286000" y="2581275"/>
                </a:lnTo>
                <a:lnTo>
                  <a:pt x="2286000" y="2590800"/>
                </a:lnTo>
                <a:lnTo>
                  <a:pt x="2276475" y="2590800"/>
                </a:lnTo>
                <a:close/>
                <a:moveTo>
                  <a:pt x="2295525" y="2581275"/>
                </a:moveTo>
                <a:lnTo>
                  <a:pt x="2305050" y="2581275"/>
                </a:lnTo>
                <a:lnTo>
                  <a:pt x="2305050" y="2590800"/>
                </a:lnTo>
                <a:lnTo>
                  <a:pt x="2295525" y="2590800"/>
                </a:lnTo>
                <a:close/>
              </a:path>
            </a:pathLst>
          </a:custGeom>
          <a:solidFill xmlns:a="http://schemas.openxmlformats.org/drawingml/2006/main">
            <a:srgbClr val="F5F5EF"/>
          </a:solidFill>
          <a:ln xmlns:a="http://schemas.openxmlformats.org/drawingml/2006/main" w="0">
            <a:noFill/>
          </a:ln>
        </p:spPr>
      </p:sp>
      <p:sp>
        <p:nvSpPr>
          <p:cNvPr id="87" name="papers vector #f6f3ed">
            <a:extLst xmlns:a="http://schemas.openxmlformats.org/drawingml/2006/main">
              <a:ext uri="{FF2B5EF4-FFF2-40B4-BE49-F238E27FC236}">
                <a16:creationId xmlns:a16="http://schemas.microsoft.com/office/drawing/2014/main" id="{2601355C-B49F-40B5-8426-9805ECE70A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43475" y="1724025"/>
            <a:ext cx="3781425" cy="3990975"/>
          </a:xfrm>
          <a:custGeom xmlns:a="http://schemas.openxmlformats.org/drawingml/2006/main">
            <a:pathLst>
              <a:path w="2457450" h="2590800">
                <a:moveTo>
                  <a:pt x="342900" y="0"/>
                </a:moveTo>
                <a:lnTo>
                  <a:pt x="409575" y="0"/>
                </a:lnTo>
                <a:lnTo>
                  <a:pt x="409575" y="9525"/>
                </a:lnTo>
                <a:lnTo>
                  <a:pt x="419100" y="9525"/>
                </a:lnTo>
                <a:lnTo>
                  <a:pt x="419100" y="19050"/>
                </a:lnTo>
                <a:lnTo>
                  <a:pt x="400050" y="19050"/>
                </a:lnTo>
                <a:lnTo>
                  <a:pt x="400050" y="9525"/>
                </a:lnTo>
                <a:lnTo>
                  <a:pt x="390525" y="9525"/>
                </a:lnTo>
                <a:lnTo>
                  <a:pt x="390525" y="19050"/>
                </a:lnTo>
                <a:lnTo>
                  <a:pt x="400050" y="19050"/>
                </a:lnTo>
                <a:lnTo>
                  <a:pt x="400050" y="28575"/>
                </a:lnTo>
                <a:lnTo>
                  <a:pt x="371475" y="28575"/>
                </a:lnTo>
                <a:lnTo>
                  <a:pt x="371475" y="38100"/>
                </a:lnTo>
                <a:lnTo>
                  <a:pt x="361950" y="38100"/>
                </a:lnTo>
                <a:lnTo>
                  <a:pt x="361950" y="19050"/>
                </a:lnTo>
                <a:lnTo>
                  <a:pt x="352425" y="19050"/>
                </a:lnTo>
                <a:lnTo>
                  <a:pt x="352425" y="28575"/>
                </a:lnTo>
                <a:lnTo>
                  <a:pt x="342900" y="28575"/>
                </a:lnTo>
                <a:lnTo>
                  <a:pt x="342900" y="19050"/>
                </a:lnTo>
                <a:lnTo>
                  <a:pt x="333375" y="19050"/>
                </a:lnTo>
                <a:lnTo>
                  <a:pt x="333375" y="9525"/>
                </a:lnTo>
                <a:lnTo>
                  <a:pt x="342900" y="9525"/>
                </a:lnTo>
                <a:close/>
                <a:moveTo>
                  <a:pt x="523875" y="0"/>
                </a:moveTo>
                <a:lnTo>
                  <a:pt x="533400" y="0"/>
                </a:lnTo>
                <a:lnTo>
                  <a:pt x="533400" y="9525"/>
                </a:lnTo>
                <a:lnTo>
                  <a:pt x="523875" y="9525"/>
                </a:lnTo>
                <a:close/>
                <a:moveTo>
                  <a:pt x="638175" y="0"/>
                </a:moveTo>
                <a:lnTo>
                  <a:pt x="647700" y="0"/>
                </a:lnTo>
                <a:lnTo>
                  <a:pt x="647700" y="19050"/>
                </a:lnTo>
                <a:lnTo>
                  <a:pt x="638175" y="19050"/>
                </a:lnTo>
                <a:close/>
                <a:moveTo>
                  <a:pt x="695325" y="0"/>
                </a:moveTo>
                <a:lnTo>
                  <a:pt x="704850" y="0"/>
                </a:lnTo>
                <a:lnTo>
                  <a:pt x="704850" y="9525"/>
                </a:lnTo>
                <a:lnTo>
                  <a:pt x="695325" y="9525"/>
                </a:lnTo>
                <a:close/>
                <a:moveTo>
                  <a:pt x="1028700" y="0"/>
                </a:moveTo>
                <a:lnTo>
                  <a:pt x="1047750" y="0"/>
                </a:lnTo>
                <a:lnTo>
                  <a:pt x="1047750" y="9525"/>
                </a:lnTo>
                <a:lnTo>
                  <a:pt x="1028700" y="9525"/>
                </a:lnTo>
                <a:close/>
                <a:moveTo>
                  <a:pt x="1114425" y="0"/>
                </a:moveTo>
                <a:lnTo>
                  <a:pt x="1123950" y="0"/>
                </a:lnTo>
                <a:lnTo>
                  <a:pt x="1123950" y="19050"/>
                </a:lnTo>
                <a:lnTo>
                  <a:pt x="1114425" y="19050"/>
                </a:lnTo>
                <a:close/>
                <a:moveTo>
                  <a:pt x="1133475" y="0"/>
                </a:moveTo>
                <a:lnTo>
                  <a:pt x="1152525" y="0"/>
                </a:lnTo>
                <a:lnTo>
                  <a:pt x="1152525" y="9525"/>
                </a:lnTo>
                <a:lnTo>
                  <a:pt x="1133475" y="9525"/>
                </a:lnTo>
                <a:close/>
                <a:moveTo>
                  <a:pt x="1352550" y="0"/>
                </a:moveTo>
                <a:lnTo>
                  <a:pt x="1381125" y="0"/>
                </a:lnTo>
                <a:lnTo>
                  <a:pt x="1381125" y="9525"/>
                </a:lnTo>
                <a:lnTo>
                  <a:pt x="1371600" y="9525"/>
                </a:lnTo>
                <a:lnTo>
                  <a:pt x="1371600" y="19050"/>
                </a:lnTo>
                <a:lnTo>
                  <a:pt x="1362075" y="19050"/>
                </a:lnTo>
                <a:lnTo>
                  <a:pt x="1362075" y="38100"/>
                </a:lnTo>
                <a:lnTo>
                  <a:pt x="1352550" y="38100"/>
                </a:lnTo>
                <a:close/>
                <a:moveTo>
                  <a:pt x="1571625" y="0"/>
                </a:moveTo>
                <a:lnTo>
                  <a:pt x="1590675" y="0"/>
                </a:lnTo>
                <a:lnTo>
                  <a:pt x="1590675" y="19050"/>
                </a:lnTo>
                <a:lnTo>
                  <a:pt x="1600200" y="19050"/>
                </a:lnTo>
                <a:lnTo>
                  <a:pt x="1600200" y="28575"/>
                </a:lnTo>
                <a:lnTo>
                  <a:pt x="1533525" y="28575"/>
                </a:lnTo>
                <a:lnTo>
                  <a:pt x="1533525" y="19050"/>
                </a:lnTo>
                <a:lnTo>
                  <a:pt x="1571625" y="19050"/>
                </a:lnTo>
                <a:close/>
                <a:moveTo>
                  <a:pt x="1628775" y="0"/>
                </a:moveTo>
                <a:lnTo>
                  <a:pt x="1647825" y="0"/>
                </a:lnTo>
                <a:lnTo>
                  <a:pt x="1647825" y="9525"/>
                </a:lnTo>
                <a:lnTo>
                  <a:pt x="1628775" y="9525"/>
                </a:lnTo>
                <a:close/>
                <a:moveTo>
                  <a:pt x="1676400" y="0"/>
                </a:moveTo>
                <a:lnTo>
                  <a:pt x="1695450" y="0"/>
                </a:lnTo>
                <a:lnTo>
                  <a:pt x="1695450" y="9525"/>
                </a:lnTo>
                <a:lnTo>
                  <a:pt x="1743075" y="9525"/>
                </a:lnTo>
                <a:lnTo>
                  <a:pt x="1743075" y="19050"/>
                </a:lnTo>
                <a:lnTo>
                  <a:pt x="1752600" y="19050"/>
                </a:lnTo>
                <a:lnTo>
                  <a:pt x="1752600" y="28575"/>
                </a:lnTo>
                <a:lnTo>
                  <a:pt x="1762125" y="28575"/>
                </a:lnTo>
                <a:lnTo>
                  <a:pt x="1762125" y="38100"/>
                </a:lnTo>
                <a:lnTo>
                  <a:pt x="1771650" y="38100"/>
                </a:lnTo>
                <a:lnTo>
                  <a:pt x="1771650" y="57150"/>
                </a:lnTo>
                <a:lnTo>
                  <a:pt x="1762125" y="57150"/>
                </a:lnTo>
                <a:lnTo>
                  <a:pt x="1762125" y="47625"/>
                </a:lnTo>
                <a:lnTo>
                  <a:pt x="1752600" y="47625"/>
                </a:lnTo>
                <a:lnTo>
                  <a:pt x="1752600" y="38100"/>
                </a:lnTo>
                <a:lnTo>
                  <a:pt x="1733550" y="38100"/>
                </a:lnTo>
                <a:lnTo>
                  <a:pt x="1733550" y="28575"/>
                </a:lnTo>
                <a:lnTo>
                  <a:pt x="1704975" y="28575"/>
                </a:lnTo>
                <a:lnTo>
                  <a:pt x="1704975" y="19050"/>
                </a:lnTo>
                <a:lnTo>
                  <a:pt x="1647825" y="19050"/>
                </a:lnTo>
                <a:lnTo>
                  <a:pt x="1647825" y="9525"/>
                </a:lnTo>
                <a:lnTo>
                  <a:pt x="1676400" y="9525"/>
                </a:lnTo>
                <a:close/>
                <a:moveTo>
                  <a:pt x="1609725" y="9525"/>
                </a:moveTo>
                <a:lnTo>
                  <a:pt x="1628775" y="9525"/>
                </a:lnTo>
                <a:lnTo>
                  <a:pt x="1628775" y="19050"/>
                </a:lnTo>
                <a:lnTo>
                  <a:pt x="1609725" y="19050"/>
                </a:lnTo>
                <a:close/>
                <a:moveTo>
                  <a:pt x="504825" y="19050"/>
                </a:moveTo>
                <a:lnTo>
                  <a:pt x="552450" y="19050"/>
                </a:lnTo>
                <a:lnTo>
                  <a:pt x="552450" y="28575"/>
                </a:lnTo>
                <a:lnTo>
                  <a:pt x="504825" y="28575"/>
                </a:lnTo>
                <a:close/>
                <a:moveTo>
                  <a:pt x="752475" y="28575"/>
                </a:moveTo>
                <a:lnTo>
                  <a:pt x="771525" y="28575"/>
                </a:lnTo>
                <a:lnTo>
                  <a:pt x="771525" y="47625"/>
                </a:lnTo>
                <a:lnTo>
                  <a:pt x="781050" y="47625"/>
                </a:lnTo>
                <a:lnTo>
                  <a:pt x="781050" y="57150"/>
                </a:lnTo>
                <a:lnTo>
                  <a:pt x="733425" y="57150"/>
                </a:lnTo>
                <a:lnTo>
                  <a:pt x="733425" y="47625"/>
                </a:lnTo>
                <a:lnTo>
                  <a:pt x="752475" y="47625"/>
                </a:lnTo>
                <a:close/>
                <a:moveTo>
                  <a:pt x="781050" y="28575"/>
                </a:moveTo>
                <a:lnTo>
                  <a:pt x="790575" y="28575"/>
                </a:lnTo>
                <a:lnTo>
                  <a:pt x="790575" y="38100"/>
                </a:lnTo>
                <a:lnTo>
                  <a:pt x="781050" y="38100"/>
                </a:lnTo>
                <a:close/>
                <a:moveTo>
                  <a:pt x="1524000" y="28575"/>
                </a:moveTo>
                <a:lnTo>
                  <a:pt x="1533525" y="28575"/>
                </a:lnTo>
                <a:lnTo>
                  <a:pt x="1533525" y="38100"/>
                </a:lnTo>
                <a:lnTo>
                  <a:pt x="1524000" y="38100"/>
                </a:lnTo>
                <a:close/>
                <a:moveTo>
                  <a:pt x="2105025" y="28575"/>
                </a:moveTo>
                <a:lnTo>
                  <a:pt x="2114550" y="28575"/>
                </a:lnTo>
                <a:lnTo>
                  <a:pt x="2114550" y="38100"/>
                </a:lnTo>
                <a:lnTo>
                  <a:pt x="2105025" y="38100"/>
                </a:lnTo>
                <a:close/>
                <a:moveTo>
                  <a:pt x="123825" y="38100"/>
                </a:moveTo>
                <a:lnTo>
                  <a:pt x="133350" y="38100"/>
                </a:lnTo>
                <a:lnTo>
                  <a:pt x="133350" y="57150"/>
                </a:lnTo>
                <a:lnTo>
                  <a:pt x="123825" y="57150"/>
                </a:lnTo>
                <a:close/>
                <a:moveTo>
                  <a:pt x="676275" y="38100"/>
                </a:moveTo>
                <a:lnTo>
                  <a:pt x="714375" y="38100"/>
                </a:lnTo>
                <a:lnTo>
                  <a:pt x="714375" y="47625"/>
                </a:lnTo>
                <a:lnTo>
                  <a:pt x="676275" y="47625"/>
                </a:lnTo>
                <a:close/>
                <a:moveTo>
                  <a:pt x="819150" y="38100"/>
                </a:moveTo>
                <a:lnTo>
                  <a:pt x="828675" y="38100"/>
                </a:lnTo>
                <a:lnTo>
                  <a:pt x="828675" y="47625"/>
                </a:lnTo>
                <a:lnTo>
                  <a:pt x="819150" y="47625"/>
                </a:lnTo>
                <a:close/>
                <a:moveTo>
                  <a:pt x="1304925" y="38100"/>
                </a:moveTo>
                <a:lnTo>
                  <a:pt x="1323975" y="38100"/>
                </a:lnTo>
                <a:lnTo>
                  <a:pt x="1323975" y="47625"/>
                </a:lnTo>
                <a:lnTo>
                  <a:pt x="1371600" y="47625"/>
                </a:lnTo>
                <a:lnTo>
                  <a:pt x="1371600" y="57150"/>
                </a:lnTo>
                <a:lnTo>
                  <a:pt x="1314450" y="57150"/>
                </a:lnTo>
                <a:lnTo>
                  <a:pt x="1314450" y="66675"/>
                </a:lnTo>
                <a:lnTo>
                  <a:pt x="1295400" y="66675"/>
                </a:lnTo>
                <a:lnTo>
                  <a:pt x="1295400" y="47625"/>
                </a:lnTo>
                <a:lnTo>
                  <a:pt x="1304925" y="47625"/>
                </a:lnTo>
                <a:close/>
                <a:moveTo>
                  <a:pt x="1438275" y="38100"/>
                </a:moveTo>
                <a:lnTo>
                  <a:pt x="1457325" y="38100"/>
                </a:lnTo>
                <a:lnTo>
                  <a:pt x="1457325" y="47625"/>
                </a:lnTo>
                <a:lnTo>
                  <a:pt x="1438275" y="47625"/>
                </a:lnTo>
                <a:close/>
                <a:moveTo>
                  <a:pt x="2143125" y="38100"/>
                </a:moveTo>
                <a:lnTo>
                  <a:pt x="2171700" y="38100"/>
                </a:lnTo>
                <a:lnTo>
                  <a:pt x="2171700" y="47625"/>
                </a:lnTo>
                <a:lnTo>
                  <a:pt x="2143125" y="47625"/>
                </a:lnTo>
                <a:close/>
                <a:moveTo>
                  <a:pt x="1066800" y="47625"/>
                </a:moveTo>
                <a:lnTo>
                  <a:pt x="1076325" y="47625"/>
                </a:lnTo>
                <a:lnTo>
                  <a:pt x="1076325" y="66675"/>
                </a:lnTo>
                <a:lnTo>
                  <a:pt x="1066800" y="66675"/>
                </a:lnTo>
                <a:close/>
                <a:moveTo>
                  <a:pt x="809625" y="57150"/>
                </a:moveTo>
                <a:lnTo>
                  <a:pt x="847725" y="57150"/>
                </a:lnTo>
                <a:lnTo>
                  <a:pt x="847725" y="66675"/>
                </a:lnTo>
                <a:lnTo>
                  <a:pt x="809625" y="66675"/>
                </a:lnTo>
                <a:close/>
                <a:moveTo>
                  <a:pt x="1162050" y="66675"/>
                </a:moveTo>
                <a:lnTo>
                  <a:pt x="1181100" y="66675"/>
                </a:lnTo>
                <a:lnTo>
                  <a:pt x="1181100" y="76200"/>
                </a:lnTo>
                <a:lnTo>
                  <a:pt x="1162050" y="76200"/>
                </a:lnTo>
                <a:close/>
                <a:moveTo>
                  <a:pt x="1228725" y="66675"/>
                </a:moveTo>
                <a:lnTo>
                  <a:pt x="1238250" y="66675"/>
                </a:lnTo>
                <a:lnTo>
                  <a:pt x="1238250" y="76200"/>
                </a:lnTo>
                <a:lnTo>
                  <a:pt x="1228725" y="76200"/>
                </a:lnTo>
                <a:close/>
                <a:moveTo>
                  <a:pt x="161925" y="76200"/>
                </a:moveTo>
                <a:lnTo>
                  <a:pt x="171450" y="76200"/>
                </a:lnTo>
                <a:lnTo>
                  <a:pt x="171450" y="85725"/>
                </a:lnTo>
                <a:lnTo>
                  <a:pt x="161925" y="85725"/>
                </a:lnTo>
                <a:close/>
                <a:moveTo>
                  <a:pt x="228600" y="76200"/>
                </a:moveTo>
                <a:lnTo>
                  <a:pt x="238125" y="76200"/>
                </a:lnTo>
                <a:lnTo>
                  <a:pt x="238125" y="85725"/>
                </a:lnTo>
                <a:lnTo>
                  <a:pt x="228600" y="85725"/>
                </a:lnTo>
                <a:close/>
                <a:moveTo>
                  <a:pt x="266700" y="76200"/>
                </a:moveTo>
                <a:lnTo>
                  <a:pt x="276225" y="76200"/>
                </a:lnTo>
                <a:lnTo>
                  <a:pt x="276225" y="85725"/>
                </a:lnTo>
                <a:lnTo>
                  <a:pt x="285750" y="85725"/>
                </a:lnTo>
                <a:lnTo>
                  <a:pt x="285750" y="95250"/>
                </a:lnTo>
                <a:lnTo>
                  <a:pt x="276225" y="95250"/>
                </a:lnTo>
                <a:lnTo>
                  <a:pt x="276225" y="114300"/>
                </a:lnTo>
                <a:lnTo>
                  <a:pt x="266700" y="114300"/>
                </a:lnTo>
                <a:lnTo>
                  <a:pt x="266700" y="104775"/>
                </a:lnTo>
                <a:lnTo>
                  <a:pt x="257175" y="104775"/>
                </a:lnTo>
                <a:lnTo>
                  <a:pt x="257175" y="114300"/>
                </a:lnTo>
                <a:lnTo>
                  <a:pt x="247650" y="114300"/>
                </a:lnTo>
                <a:lnTo>
                  <a:pt x="247650" y="95250"/>
                </a:lnTo>
                <a:lnTo>
                  <a:pt x="257175" y="95250"/>
                </a:lnTo>
                <a:lnTo>
                  <a:pt x="257175" y="85725"/>
                </a:lnTo>
                <a:lnTo>
                  <a:pt x="266700" y="85725"/>
                </a:lnTo>
                <a:close/>
                <a:moveTo>
                  <a:pt x="1114425" y="76200"/>
                </a:moveTo>
                <a:lnTo>
                  <a:pt x="1162050" y="76200"/>
                </a:lnTo>
                <a:lnTo>
                  <a:pt x="1162050" y="85725"/>
                </a:lnTo>
                <a:lnTo>
                  <a:pt x="1114425" y="85725"/>
                </a:lnTo>
                <a:close/>
                <a:moveTo>
                  <a:pt x="1800225" y="76200"/>
                </a:moveTo>
                <a:lnTo>
                  <a:pt x="1819275" y="76200"/>
                </a:lnTo>
                <a:lnTo>
                  <a:pt x="1819275" y="85725"/>
                </a:lnTo>
                <a:lnTo>
                  <a:pt x="1828800" y="85725"/>
                </a:lnTo>
                <a:lnTo>
                  <a:pt x="1828800" y="76200"/>
                </a:lnTo>
                <a:lnTo>
                  <a:pt x="1857375" y="76200"/>
                </a:lnTo>
                <a:lnTo>
                  <a:pt x="1857375" y="95250"/>
                </a:lnTo>
                <a:lnTo>
                  <a:pt x="1838325" y="95250"/>
                </a:lnTo>
                <a:lnTo>
                  <a:pt x="1838325" y="104775"/>
                </a:lnTo>
                <a:lnTo>
                  <a:pt x="1819275" y="104775"/>
                </a:lnTo>
                <a:lnTo>
                  <a:pt x="1819275" y="95250"/>
                </a:lnTo>
                <a:lnTo>
                  <a:pt x="1809750" y="95250"/>
                </a:lnTo>
                <a:lnTo>
                  <a:pt x="1809750" y="85725"/>
                </a:lnTo>
                <a:lnTo>
                  <a:pt x="1800225" y="85725"/>
                </a:lnTo>
                <a:close/>
                <a:moveTo>
                  <a:pt x="1076325" y="85725"/>
                </a:moveTo>
                <a:lnTo>
                  <a:pt x="1085850" y="85725"/>
                </a:lnTo>
                <a:lnTo>
                  <a:pt x="1085850" y="95250"/>
                </a:lnTo>
                <a:lnTo>
                  <a:pt x="1076325" y="95250"/>
                </a:lnTo>
                <a:close/>
                <a:moveTo>
                  <a:pt x="2105025" y="133350"/>
                </a:moveTo>
                <a:lnTo>
                  <a:pt x="2114550" y="133350"/>
                </a:lnTo>
                <a:lnTo>
                  <a:pt x="2114550" y="152400"/>
                </a:lnTo>
                <a:lnTo>
                  <a:pt x="2105025" y="152400"/>
                </a:lnTo>
                <a:close/>
                <a:moveTo>
                  <a:pt x="2124075" y="133350"/>
                </a:moveTo>
                <a:lnTo>
                  <a:pt x="2133600" y="133350"/>
                </a:lnTo>
                <a:lnTo>
                  <a:pt x="2133600" y="161925"/>
                </a:lnTo>
                <a:lnTo>
                  <a:pt x="2124075" y="161925"/>
                </a:lnTo>
                <a:close/>
                <a:moveTo>
                  <a:pt x="57150" y="152400"/>
                </a:moveTo>
                <a:lnTo>
                  <a:pt x="66675" y="152400"/>
                </a:lnTo>
                <a:lnTo>
                  <a:pt x="66675" y="161925"/>
                </a:lnTo>
                <a:lnTo>
                  <a:pt x="57150" y="161925"/>
                </a:lnTo>
                <a:close/>
                <a:moveTo>
                  <a:pt x="114300" y="152400"/>
                </a:moveTo>
                <a:lnTo>
                  <a:pt x="123825" y="152400"/>
                </a:lnTo>
                <a:lnTo>
                  <a:pt x="123825" y="171450"/>
                </a:lnTo>
                <a:lnTo>
                  <a:pt x="114300" y="171450"/>
                </a:lnTo>
                <a:close/>
                <a:moveTo>
                  <a:pt x="95250" y="171450"/>
                </a:moveTo>
                <a:lnTo>
                  <a:pt x="114300" y="171450"/>
                </a:lnTo>
                <a:lnTo>
                  <a:pt x="114300" y="200025"/>
                </a:lnTo>
                <a:lnTo>
                  <a:pt x="95250" y="200025"/>
                </a:lnTo>
                <a:close/>
                <a:moveTo>
                  <a:pt x="180975" y="171450"/>
                </a:moveTo>
                <a:lnTo>
                  <a:pt x="190500" y="171450"/>
                </a:lnTo>
                <a:lnTo>
                  <a:pt x="190500" y="180975"/>
                </a:lnTo>
                <a:lnTo>
                  <a:pt x="200025" y="180975"/>
                </a:lnTo>
                <a:lnTo>
                  <a:pt x="200025" y="190500"/>
                </a:lnTo>
                <a:lnTo>
                  <a:pt x="190500" y="190500"/>
                </a:lnTo>
                <a:lnTo>
                  <a:pt x="190500" y="200025"/>
                </a:lnTo>
                <a:lnTo>
                  <a:pt x="171450" y="200025"/>
                </a:lnTo>
                <a:lnTo>
                  <a:pt x="171450" y="209550"/>
                </a:lnTo>
                <a:lnTo>
                  <a:pt x="152400" y="209550"/>
                </a:lnTo>
                <a:lnTo>
                  <a:pt x="152400" y="219075"/>
                </a:lnTo>
                <a:lnTo>
                  <a:pt x="142875" y="219075"/>
                </a:lnTo>
                <a:lnTo>
                  <a:pt x="142875" y="228600"/>
                </a:lnTo>
                <a:lnTo>
                  <a:pt x="133350" y="228600"/>
                </a:lnTo>
                <a:lnTo>
                  <a:pt x="133350" y="238125"/>
                </a:lnTo>
                <a:lnTo>
                  <a:pt x="123825" y="238125"/>
                </a:lnTo>
                <a:lnTo>
                  <a:pt x="123825" y="228600"/>
                </a:lnTo>
                <a:lnTo>
                  <a:pt x="114300" y="228600"/>
                </a:lnTo>
                <a:lnTo>
                  <a:pt x="114300" y="209550"/>
                </a:lnTo>
                <a:lnTo>
                  <a:pt x="123825" y="209550"/>
                </a:lnTo>
                <a:lnTo>
                  <a:pt x="123825" y="190500"/>
                </a:lnTo>
                <a:lnTo>
                  <a:pt x="133350" y="190500"/>
                </a:lnTo>
                <a:lnTo>
                  <a:pt x="133350" y="180975"/>
                </a:lnTo>
                <a:lnTo>
                  <a:pt x="180975" y="180975"/>
                </a:lnTo>
                <a:close/>
                <a:moveTo>
                  <a:pt x="209550" y="180975"/>
                </a:moveTo>
                <a:lnTo>
                  <a:pt x="219075" y="180975"/>
                </a:lnTo>
                <a:lnTo>
                  <a:pt x="219075" y="190500"/>
                </a:lnTo>
                <a:lnTo>
                  <a:pt x="209550" y="190500"/>
                </a:lnTo>
                <a:close/>
                <a:moveTo>
                  <a:pt x="2333625" y="209550"/>
                </a:moveTo>
                <a:lnTo>
                  <a:pt x="2343150" y="209550"/>
                </a:lnTo>
                <a:lnTo>
                  <a:pt x="2343150" y="238125"/>
                </a:lnTo>
                <a:lnTo>
                  <a:pt x="2333625" y="238125"/>
                </a:lnTo>
                <a:close/>
                <a:moveTo>
                  <a:pt x="114300" y="238125"/>
                </a:moveTo>
                <a:lnTo>
                  <a:pt x="123825" y="238125"/>
                </a:lnTo>
                <a:lnTo>
                  <a:pt x="123825" y="247650"/>
                </a:lnTo>
                <a:lnTo>
                  <a:pt x="114300" y="247650"/>
                </a:lnTo>
                <a:close/>
                <a:moveTo>
                  <a:pt x="85725" y="276225"/>
                </a:moveTo>
                <a:lnTo>
                  <a:pt x="95250" y="276225"/>
                </a:lnTo>
                <a:lnTo>
                  <a:pt x="95250" y="285750"/>
                </a:lnTo>
                <a:lnTo>
                  <a:pt x="85725" y="285750"/>
                </a:lnTo>
                <a:close/>
                <a:moveTo>
                  <a:pt x="809625" y="323850"/>
                </a:moveTo>
                <a:lnTo>
                  <a:pt x="819150" y="323850"/>
                </a:lnTo>
                <a:lnTo>
                  <a:pt x="819150" y="333375"/>
                </a:lnTo>
                <a:lnTo>
                  <a:pt x="809625" y="333375"/>
                </a:lnTo>
                <a:close/>
                <a:moveTo>
                  <a:pt x="638175" y="333375"/>
                </a:moveTo>
                <a:lnTo>
                  <a:pt x="657225" y="333375"/>
                </a:lnTo>
                <a:lnTo>
                  <a:pt x="657225" y="342900"/>
                </a:lnTo>
                <a:lnTo>
                  <a:pt x="666750" y="342900"/>
                </a:lnTo>
                <a:lnTo>
                  <a:pt x="666750" y="400050"/>
                </a:lnTo>
                <a:lnTo>
                  <a:pt x="647700" y="400050"/>
                </a:lnTo>
                <a:lnTo>
                  <a:pt x="647700" y="371475"/>
                </a:lnTo>
                <a:lnTo>
                  <a:pt x="638175" y="371475"/>
                </a:lnTo>
                <a:lnTo>
                  <a:pt x="638175" y="361950"/>
                </a:lnTo>
                <a:lnTo>
                  <a:pt x="628650" y="361950"/>
                </a:lnTo>
                <a:lnTo>
                  <a:pt x="628650" y="342900"/>
                </a:lnTo>
                <a:lnTo>
                  <a:pt x="638175" y="342900"/>
                </a:lnTo>
                <a:close/>
                <a:moveTo>
                  <a:pt x="752475" y="333375"/>
                </a:moveTo>
                <a:lnTo>
                  <a:pt x="762000" y="333375"/>
                </a:lnTo>
                <a:lnTo>
                  <a:pt x="762000" y="342900"/>
                </a:lnTo>
                <a:lnTo>
                  <a:pt x="752475" y="342900"/>
                </a:lnTo>
                <a:close/>
                <a:moveTo>
                  <a:pt x="1714500" y="333375"/>
                </a:moveTo>
                <a:lnTo>
                  <a:pt x="1724025" y="333375"/>
                </a:lnTo>
                <a:lnTo>
                  <a:pt x="1724025" y="342900"/>
                </a:lnTo>
                <a:lnTo>
                  <a:pt x="1714500" y="342900"/>
                </a:lnTo>
                <a:close/>
                <a:moveTo>
                  <a:pt x="1762125" y="333375"/>
                </a:moveTo>
                <a:lnTo>
                  <a:pt x="1771650" y="333375"/>
                </a:lnTo>
                <a:lnTo>
                  <a:pt x="1771650" y="342900"/>
                </a:lnTo>
                <a:lnTo>
                  <a:pt x="1762125" y="342900"/>
                </a:lnTo>
                <a:close/>
                <a:moveTo>
                  <a:pt x="2295525" y="352425"/>
                </a:moveTo>
                <a:lnTo>
                  <a:pt x="2305050" y="352425"/>
                </a:lnTo>
                <a:lnTo>
                  <a:pt x="2305050" y="371475"/>
                </a:lnTo>
                <a:lnTo>
                  <a:pt x="2314575" y="371475"/>
                </a:lnTo>
                <a:lnTo>
                  <a:pt x="2314575" y="352425"/>
                </a:lnTo>
                <a:lnTo>
                  <a:pt x="2324100" y="352425"/>
                </a:lnTo>
                <a:lnTo>
                  <a:pt x="2324100" y="361950"/>
                </a:lnTo>
                <a:lnTo>
                  <a:pt x="2343150" y="361950"/>
                </a:lnTo>
                <a:lnTo>
                  <a:pt x="2343150" y="390525"/>
                </a:lnTo>
                <a:lnTo>
                  <a:pt x="2381250" y="390525"/>
                </a:lnTo>
                <a:lnTo>
                  <a:pt x="2381250" y="409575"/>
                </a:lnTo>
                <a:lnTo>
                  <a:pt x="2428875" y="409575"/>
                </a:lnTo>
                <a:lnTo>
                  <a:pt x="2428875" y="419100"/>
                </a:lnTo>
                <a:lnTo>
                  <a:pt x="2438400" y="419100"/>
                </a:lnTo>
                <a:lnTo>
                  <a:pt x="2438400" y="428625"/>
                </a:lnTo>
                <a:lnTo>
                  <a:pt x="2457450" y="428625"/>
                </a:lnTo>
                <a:lnTo>
                  <a:pt x="2457450" y="457200"/>
                </a:lnTo>
                <a:lnTo>
                  <a:pt x="2438400" y="457200"/>
                </a:lnTo>
                <a:lnTo>
                  <a:pt x="2438400" y="447675"/>
                </a:lnTo>
                <a:lnTo>
                  <a:pt x="2428875" y="447675"/>
                </a:lnTo>
                <a:lnTo>
                  <a:pt x="2428875" y="438150"/>
                </a:lnTo>
                <a:lnTo>
                  <a:pt x="2400300" y="438150"/>
                </a:lnTo>
                <a:lnTo>
                  <a:pt x="2400300" y="428625"/>
                </a:lnTo>
                <a:lnTo>
                  <a:pt x="2371725" y="428625"/>
                </a:lnTo>
                <a:lnTo>
                  <a:pt x="2371725" y="419100"/>
                </a:lnTo>
                <a:lnTo>
                  <a:pt x="2333625" y="419100"/>
                </a:lnTo>
                <a:lnTo>
                  <a:pt x="2333625" y="409575"/>
                </a:lnTo>
                <a:lnTo>
                  <a:pt x="2305050" y="409575"/>
                </a:lnTo>
                <a:lnTo>
                  <a:pt x="2305050" y="400050"/>
                </a:lnTo>
                <a:lnTo>
                  <a:pt x="2286000" y="400050"/>
                </a:lnTo>
                <a:lnTo>
                  <a:pt x="2286000" y="381000"/>
                </a:lnTo>
                <a:lnTo>
                  <a:pt x="2295525" y="381000"/>
                </a:lnTo>
                <a:close/>
                <a:moveTo>
                  <a:pt x="47625" y="361950"/>
                </a:moveTo>
                <a:lnTo>
                  <a:pt x="57150" y="361950"/>
                </a:lnTo>
                <a:lnTo>
                  <a:pt x="57150" y="381000"/>
                </a:lnTo>
                <a:lnTo>
                  <a:pt x="47625" y="381000"/>
                </a:lnTo>
                <a:lnTo>
                  <a:pt x="47625" y="428625"/>
                </a:lnTo>
                <a:lnTo>
                  <a:pt x="57150" y="428625"/>
                </a:lnTo>
                <a:lnTo>
                  <a:pt x="57150" y="485775"/>
                </a:lnTo>
                <a:lnTo>
                  <a:pt x="66675" y="485775"/>
                </a:lnTo>
                <a:lnTo>
                  <a:pt x="66675" y="504825"/>
                </a:lnTo>
                <a:lnTo>
                  <a:pt x="57150" y="504825"/>
                </a:lnTo>
                <a:lnTo>
                  <a:pt x="57150" y="495300"/>
                </a:lnTo>
                <a:lnTo>
                  <a:pt x="47625" y="495300"/>
                </a:lnTo>
                <a:lnTo>
                  <a:pt x="47625" y="485775"/>
                </a:lnTo>
                <a:lnTo>
                  <a:pt x="38100" y="485775"/>
                </a:lnTo>
                <a:lnTo>
                  <a:pt x="38100" y="476250"/>
                </a:lnTo>
                <a:lnTo>
                  <a:pt x="28575" y="476250"/>
                </a:lnTo>
                <a:lnTo>
                  <a:pt x="28575" y="419100"/>
                </a:lnTo>
                <a:lnTo>
                  <a:pt x="19050" y="419100"/>
                </a:lnTo>
                <a:lnTo>
                  <a:pt x="19050" y="400050"/>
                </a:lnTo>
                <a:lnTo>
                  <a:pt x="28575" y="400050"/>
                </a:lnTo>
                <a:lnTo>
                  <a:pt x="28575" y="409575"/>
                </a:lnTo>
                <a:lnTo>
                  <a:pt x="38100" y="409575"/>
                </a:lnTo>
                <a:lnTo>
                  <a:pt x="38100" y="371475"/>
                </a:lnTo>
                <a:lnTo>
                  <a:pt x="47625" y="371475"/>
                </a:lnTo>
                <a:close/>
                <a:moveTo>
                  <a:pt x="704850" y="371475"/>
                </a:moveTo>
                <a:lnTo>
                  <a:pt x="733425" y="371475"/>
                </a:lnTo>
                <a:lnTo>
                  <a:pt x="733425" y="381000"/>
                </a:lnTo>
                <a:lnTo>
                  <a:pt x="714375" y="381000"/>
                </a:lnTo>
                <a:lnTo>
                  <a:pt x="714375" y="390525"/>
                </a:lnTo>
                <a:lnTo>
                  <a:pt x="704850" y="390525"/>
                </a:lnTo>
                <a:close/>
                <a:moveTo>
                  <a:pt x="1771650" y="400050"/>
                </a:moveTo>
                <a:lnTo>
                  <a:pt x="1781175" y="400050"/>
                </a:lnTo>
                <a:lnTo>
                  <a:pt x="1781175" y="409575"/>
                </a:lnTo>
                <a:lnTo>
                  <a:pt x="1771650" y="409575"/>
                </a:lnTo>
                <a:close/>
                <a:moveTo>
                  <a:pt x="733425" y="409575"/>
                </a:moveTo>
                <a:lnTo>
                  <a:pt x="762000" y="409575"/>
                </a:lnTo>
                <a:lnTo>
                  <a:pt x="762000" y="419100"/>
                </a:lnTo>
                <a:lnTo>
                  <a:pt x="790575" y="419100"/>
                </a:lnTo>
                <a:lnTo>
                  <a:pt x="790575" y="428625"/>
                </a:lnTo>
                <a:lnTo>
                  <a:pt x="781050" y="428625"/>
                </a:lnTo>
                <a:lnTo>
                  <a:pt x="781050" y="438150"/>
                </a:lnTo>
                <a:lnTo>
                  <a:pt x="771525" y="438150"/>
                </a:lnTo>
                <a:lnTo>
                  <a:pt x="771525" y="428625"/>
                </a:lnTo>
                <a:lnTo>
                  <a:pt x="752475" y="428625"/>
                </a:lnTo>
                <a:lnTo>
                  <a:pt x="752475" y="438150"/>
                </a:lnTo>
                <a:lnTo>
                  <a:pt x="704850" y="438150"/>
                </a:lnTo>
                <a:lnTo>
                  <a:pt x="704850" y="419100"/>
                </a:lnTo>
                <a:lnTo>
                  <a:pt x="733425" y="419100"/>
                </a:lnTo>
                <a:close/>
                <a:moveTo>
                  <a:pt x="685800" y="419100"/>
                </a:moveTo>
                <a:lnTo>
                  <a:pt x="695325" y="419100"/>
                </a:lnTo>
                <a:lnTo>
                  <a:pt x="695325" y="438150"/>
                </a:lnTo>
                <a:lnTo>
                  <a:pt x="685800" y="438150"/>
                </a:lnTo>
                <a:close/>
                <a:moveTo>
                  <a:pt x="809625" y="438150"/>
                </a:moveTo>
                <a:lnTo>
                  <a:pt x="819150" y="438150"/>
                </a:lnTo>
                <a:lnTo>
                  <a:pt x="819150" y="447675"/>
                </a:lnTo>
                <a:lnTo>
                  <a:pt x="828675" y="447675"/>
                </a:lnTo>
                <a:lnTo>
                  <a:pt x="828675" y="438150"/>
                </a:lnTo>
                <a:lnTo>
                  <a:pt x="838200" y="438150"/>
                </a:lnTo>
                <a:lnTo>
                  <a:pt x="838200" y="466725"/>
                </a:lnTo>
                <a:lnTo>
                  <a:pt x="847725" y="466725"/>
                </a:lnTo>
                <a:lnTo>
                  <a:pt x="847725" y="504825"/>
                </a:lnTo>
                <a:lnTo>
                  <a:pt x="857250" y="504825"/>
                </a:lnTo>
                <a:lnTo>
                  <a:pt x="857250" y="552450"/>
                </a:lnTo>
                <a:lnTo>
                  <a:pt x="819150" y="552450"/>
                </a:lnTo>
                <a:lnTo>
                  <a:pt x="819150" y="542925"/>
                </a:lnTo>
                <a:lnTo>
                  <a:pt x="800100" y="542925"/>
                </a:lnTo>
                <a:lnTo>
                  <a:pt x="800100" y="533400"/>
                </a:lnTo>
                <a:lnTo>
                  <a:pt x="790575" y="533400"/>
                </a:lnTo>
                <a:lnTo>
                  <a:pt x="790575" y="514350"/>
                </a:lnTo>
                <a:lnTo>
                  <a:pt x="771525" y="514350"/>
                </a:lnTo>
                <a:lnTo>
                  <a:pt x="771525" y="485775"/>
                </a:lnTo>
                <a:lnTo>
                  <a:pt x="752475" y="485775"/>
                </a:lnTo>
                <a:lnTo>
                  <a:pt x="752475" y="476250"/>
                </a:lnTo>
                <a:lnTo>
                  <a:pt x="742950" y="476250"/>
                </a:lnTo>
                <a:lnTo>
                  <a:pt x="742950" y="457200"/>
                </a:lnTo>
                <a:lnTo>
                  <a:pt x="800100" y="457200"/>
                </a:lnTo>
                <a:lnTo>
                  <a:pt x="800100" y="447675"/>
                </a:lnTo>
                <a:lnTo>
                  <a:pt x="809625" y="447675"/>
                </a:lnTo>
                <a:close/>
                <a:moveTo>
                  <a:pt x="2038350" y="438150"/>
                </a:moveTo>
                <a:lnTo>
                  <a:pt x="2047875" y="438150"/>
                </a:lnTo>
                <a:lnTo>
                  <a:pt x="2047875" y="485775"/>
                </a:lnTo>
                <a:lnTo>
                  <a:pt x="2038350" y="485775"/>
                </a:lnTo>
                <a:close/>
                <a:moveTo>
                  <a:pt x="2124075" y="447675"/>
                </a:moveTo>
                <a:lnTo>
                  <a:pt x="2133600" y="447675"/>
                </a:lnTo>
                <a:lnTo>
                  <a:pt x="2133600" y="457200"/>
                </a:lnTo>
                <a:lnTo>
                  <a:pt x="2124075" y="457200"/>
                </a:lnTo>
                <a:close/>
                <a:moveTo>
                  <a:pt x="2057400" y="457200"/>
                </a:moveTo>
                <a:lnTo>
                  <a:pt x="2066925" y="457200"/>
                </a:lnTo>
                <a:lnTo>
                  <a:pt x="2066925" y="485775"/>
                </a:lnTo>
                <a:lnTo>
                  <a:pt x="2057400" y="485775"/>
                </a:lnTo>
                <a:close/>
                <a:moveTo>
                  <a:pt x="2114550" y="476250"/>
                </a:moveTo>
                <a:lnTo>
                  <a:pt x="2124075" y="476250"/>
                </a:lnTo>
                <a:lnTo>
                  <a:pt x="2124075" y="485775"/>
                </a:lnTo>
                <a:lnTo>
                  <a:pt x="2114550" y="485775"/>
                </a:lnTo>
                <a:close/>
                <a:moveTo>
                  <a:pt x="2286000" y="476250"/>
                </a:moveTo>
                <a:lnTo>
                  <a:pt x="2305050" y="476250"/>
                </a:lnTo>
                <a:lnTo>
                  <a:pt x="2305050" y="485775"/>
                </a:lnTo>
                <a:lnTo>
                  <a:pt x="2295525" y="485775"/>
                </a:lnTo>
                <a:lnTo>
                  <a:pt x="2295525" y="495300"/>
                </a:lnTo>
                <a:lnTo>
                  <a:pt x="2286000" y="495300"/>
                </a:lnTo>
                <a:close/>
                <a:moveTo>
                  <a:pt x="2105025" y="504825"/>
                </a:moveTo>
                <a:lnTo>
                  <a:pt x="2114550" y="504825"/>
                </a:lnTo>
                <a:lnTo>
                  <a:pt x="2114550" y="514350"/>
                </a:lnTo>
                <a:lnTo>
                  <a:pt x="2105025" y="514350"/>
                </a:lnTo>
                <a:close/>
                <a:moveTo>
                  <a:pt x="2095500" y="514350"/>
                </a:moveTo>
                <a:lnTo>
                  <a:pt x="2105025" y="514350"/>
                </a:lnTo>
                <a:lnTo>
                  <a:pt x="2105025" y="552450"/>
                </a:lnTo>
                <a:lnTo>
                  <a:pt x="2095500" y="552450"/>
                </a:lnTo>
                <a:lnTo>
                  <a:pt x="2095500" y="590550"/>
                </a:lnTo>
                <a:lnTo>
                  <a:pt x="2105025" y="590550"/>
                </a:lnTo>
                <a:lnTo>
                  <a:pt x="2105025" y="609600"/>
                </a:lnTo>
                <a:lnTo>
                  <a:pt x="2114550" y="609600"/>
                </a:lnTo>
                <a:lnTo>
                  <a:pt x="2114550" y="619125"/>
                </a:lnTo>
                <a:lnTo>
                  <a:pt x="2095500" y="619125"/>
                </a:lnTo>
                <a:lnTo>
                  <a:pt x="2095500" y="609600"/>
                </a:lnTo>
                <a:lnTo>
                  <a:pt x="2066925" y="609600"/>
                </a:lnTo>
                <a:lnTo>
                  <a:pt x="2066925" y="628650"/>
                </a:lnTo>
                <a:lnTo>
                  <a:pt x="2057400" y="628650"/>
                </a:lnTo>
                <a:lnTo>
                  <a:pt x="2057400" y="638175"/>
                </a:lnTo>
                <a:lnTo>
                  <a:pt x="2047875" y="638175"/>
                </a:lnTo>
                <a:lnTo>
                  <a:pt x="2047875" y="647700"/>
                </a:lnTo>
                <a:lnTo>
                  <a:pt x="2028825" y="647700"/>
                </a:lnTo>
                <a:lnTo>
                  <a:pt x="2028825" y="638175"/>
                </a:lnTo>
                <a:lnTo>
                  <a:pt x="2019300" y="638175"/>
                </a:lnTo>
                <a:lnTo>
                  <a:pt x="2019300" y="581025"/>
                </a:lnTo>
                <a:lnTo>
                  <a:pt x="2038350" y="581025"/>
                </a:lnTo>
                <a:lnTo>
                  <a:pt x="2038350" y="571500"/>
                </a:lnTo>
                <a:lnTo>
                  <a:pt x="2047875" y="571500"/>
                </a:lnTo>
                <a:lnTo>
                  <a:pt x="2047875" y="561975"/>
                </a:lnTo>
                <a:lnTo>
                  <a:pt x="2076450" y="561975"/>
                </a:lnTo>
                <a:lnTo>
                  <a:pt x="2076450" y="552450"/>
                </a:lnTo>
                <a:lnTo>
                  <a:pt x="2085975" y="552450"/>
                </a:lnTo>
                <a:lnTo>
                  <a:pt x="2085975" y="533400"/>
                </a:lnTo>
                <a:lnTo>
                  <a:pt x="2095500" y="533400"/>
                </a:lnTo>
                <a:close/>
                <a:moveTo>
                  <a:pt x="571500" y="523875"/>
                </a:moveTo>
                <a:lnTo>
                  <a:pt x="581025" y="523875"/>
                </a:lnTo>
                <a:lnTo>
                  <a:pt x="581025" y="533400"/>
                </a:lnTo>
                <a:lnTo>
                  <a:pt x="590550" y="533400"/>
                </a:lnTo>
                <a:lnTo>
                  <a:pt x="590550" y="542925"/>
                </a:lnTo>
                <a:lnTo>
                  <a:pt x="600075" y="542925"/>
                </a:lnTo>
                <a:lnTo>
                  <a:pt x="600075" y="552450"/>
                </a:lnTo>
                <a:lnTo>
                  <a:pt x="628650" y="552450"/>
                </a:lnTo>
                <a:lnTo>
                  <a:pt x="628650" y="571500"/>
                </a:lnTo>
                <a:lnTo>
                  <a:pt x="638175" y="571500"/>
                </a:lnTo>
                <a:lnTo>
                  <a:pt x="638175" y="581025"/>
                </a:lnTo>
                <a:lnTo>
                  <a:pt x="657225" y="581025"/>
                </a:lnTo>
                <a:lnTo>
                  <a:pt x="657225" y="571500"/>
                </a:lnTo>
                <a:lnTo>
                  <a:pt x="685800" y="571500"/>
                </a:lnTo>
                <a:lnTo>
                  <a:pt x="685800" y="581025"/>
                </a:lnTo>
                <a:lnTo>
                  <a:pt x="676275" y="581025"/>
                </a:lnTo>
                <a:lnTo>
                  <a:pt x="676275" y="590550"/>
                </a:lnTo>
                <a:lnTo>
                  <a:pt x="685800" y="590550"/>
                </a:lnTo>
                <a:lnTo>
                  <a:pt x="685800" y="609600"/>
                </a:lnTo>
                <a:lnTo>
                  <a:pt x="704850" y="609600"/>
                </a:lnTo>
                <a:lnTo>
                  <a:pt x="704850" y="628650"/>
                </a:lnTo>
                <a:lnTo>
                  <a:pt x="647700" y="628650"/>
                </a:lnTo>
                <a:lnTo>
                  <a:pt x="647700" y="638175"/>
                </a:lnTo>
                <a:lnTo>
                  <a:pt x="581025" y="638175"/>
                </a:lnTo>
                <a:lnTo>
                  <a:pt x="581025" y="628650"/>
                </a:lnTo>
                <a:lnTo>
                  <a:pt x="571500" y="628650"/>
                </a:lnTo>
                <a:lnTo>
                  <a:pt x="571500" y="571500"/>
                </a:lnTo>
                <a:lnTo>
                  <a:pt x="561975" y="571500"/>
                </a:lnTo>
                <a:lnTo>
                  <a:pt x="561975" y="533400"/>
                </a:lnTo>
                <a:lnTo>
                  <a:pt x="571500" y="533400"/>
                </a:lnTo>
                <a:close/>
                <a:moveTo>
                  <a:pt x="876300" y="523875"/>
                </a:moveTo>
                <a:lnTo>
                  <a:pt x="885825" y="523875"/>
                </a:lnTo>
                <a:lnTo>
                  <a:pt x="885825" y="533400"/>
                </a:lnTo>
                <a:lnTo>
                  <a:pt x="876300" y="533400"/>
                </a:lnTo>
                <a:close/>
                <a:moveTo>
                  <a:pt x="2447925" y="542925"/>
                </a:moveTo>
                <a:lnTo>
                  <a:pt x="2457450" y="542925"/>
                </a:lnTo>
                <a:lnTo>
                  <a:pt x="2457450" y="552450"/>
                </a:lnTo>
                <a:lnTo>
                  <a:pt x="2447925" y="552450"/>
                </a:lnTo>
                <a:close/>
                <a:moveTo>
                  <a:pt x="66675" y="581025"/>
                </a:moveTo>
                <a:lnTo>
                  <a:pt x="76200" y="581025"/>
                </a:lnTo>
                <a:lnTo>
                  <a:pt x="76200" y="590550"/>
                </a:lnTo>
                <a:lnTo>
                  <a:pt x="66675" y="590550"/>
                </a:lnTo>
                <a:close/>
                <a:moveTo>
                  <a:pt x="847725" y="590550"/>
                </a:moveTo>
                <a:lnTo>
                  <a:pt x="857250" y="590550"/>
                </a:lnTo>
                <a:lnTo>
                  <a:pt x="857250" y="600075"/>
                </a:lnTo>
                <a:lnTo>
                  <a:pt x="847725" y="600075"/>
                </a:lnTo>
                <a:close/>
                <a:moveTo>
                  <a:pt x="2428875" y="600075"/>
                </a:moveTo>
                <a:lnTo>
                  <a:pt x="2438400" y="600075"/>
                </a:lnTo>
                <a:lnTo>
                  <a:pt x="2438400" y="609600"/>
                </a:lnTo>
                <a:lnTo>
                  <a:pt x="2428875" y="609600"/>
                </a:lnTo>
                <a:close/>
                <a:moveTo>
                  <a:pt x="581025" y="628650"/>
                </a:moveTo>
                <a:lnTo>
                  <a:pt x="590550" y="628650"/>
                </a:lnTo>
                <a:lnTo>
                  <a:pt x="590550" y="619125"/>
                </a:lnTo>
                <a:lnTo>
                  <a:pt x="581025" y="619125"/>
                </a:lnTo>
                <a:close/>
                <a:moveTo>
                  <a:pt x="2143125" y="628650"/>
                </a:moveTo>
                <a:lnTo>
                  <a:pt x="2162175" y="628650"/>
                </a:lnTo>
                <a:lnTo>
                  <a:pt x="2162175" y="638175"/>
                </a:lnTo>
                <a:lnTo>
                  <a:pt x="2200275" y="638175"/>
                </a:lnTo>
                <a:lnTo>
                  <a:pt x="2200275" y="647700"/>
                </a:lnTo>
                <a:lnTo>
                  <a:pt x="2238375" y="647700"/>
                </a:lnTo>
                <a:lnTo>
                  <a:pt x="2238375" y="657225"/>
                </a:lnTo>
                <a:lnTo>
                  <a:pt x="2219325" y="657225"/>
                </a:lnTo>
                <a:lnTo>
                  <a:pt x="2219325" y="666750"/>
                </a:lnTo>
                <a:lnTo>
                  <a:pt x="2200275" y="666750"/>
                </a:lnTo>
                <a:lnTo>
                  <a:pt x="2200275" y="657225"/>
                </a:lnTo>
                <a:lnTo>
                  <a:pt x="2162175" y="657225"/>
                </a:lnTo>
                <a:lnTo>
                  <a:pt x="2162175" y="647700"/>
                </a:lnTo>
                <a:lnTo>
                  <a:pt x="2152650" y="647700"/>
                </a:lnTo>
                <a:lnTo>
                  <a:pt x="2152650" y="638175"/>
                </a:lnTo>
                <a:lnTo>
                  <a:pt x="2143125" y="638175"/>
                </a:lnTo>
                <a:close/>
                <a:moveTo>
                  <a:pt x="66675" y="638175"/>
                </a:moveTo>
                <a:lnTo>
                  <a:pt x="76200" y="638175"/>
                </a:lnTo>
                <a:lnTo>
                  <a:pt x="76200" y="685800"/>
                </a:lnTo>
                <a:lnTo>
                  <a:pt x="85725" y="685800"/>
                </a:lnTo>
                <a:lnTo>
                  <a:pt x="85725" y="733425"/>
                </a:lnTo>
                <a:lnTo>
                  <a:pt x="76200" y="733425"/>
                </a:lnTo>
                <a:lnTo>
                  <a:pt x="76200" y="752475"/>
                </a:lnTo>
                <a:lnTo>
                  <a:pt x="66675" y="752475"/>
                </a:lnTo>
                <a:lnTo>
                  <a:pt x="66675" y="742950"/>
                </a:lnTo>
                <a:lnTo>
                  <a:pt x="47625" y="742950"/>
                </a:lnTo>
                <a:lnTo>
                  <a:pt x="47625" y="657225"/>
                </a:lnTo>
                <a:lnTo>
                  <a:pt x="57150" y="657225"/>
                </a:lnTo>
                <a:lnTo>
                  <a:pt x="57150" y="647700"/>
                </a:lnTo>
                <a:lnTo>
                  <a:pt x="66675" y="647700"/>
                </a:lnTo>
                <a:close/>
                <a:moveTo>
                  <a:pt x="828675" y="638175"/>
                </a:moveTo>
                <a:lnTo>
                  <a:pt x="838200" y="638175"/>
                </a:lnTo>
                <a:lnTo>
                  <a:pt x="838200" y="647700"/>
                </a:lnTo>
                <a:lnTo>
                  <a:pt x="828675" y="647700"/>
                </a:lnTo>
                <a:close/>
                <a:moveTo>
                  <a:pt x="1847850" y="638175"/>
                </a:moveTo>
                <a:lnTo>
                  <a:pt x="1857375" y="638175"/>
                </a:lnTo>
                <a:lnTo>
                  <a:pt x="1857375" y="647700"/>
                </a:lnTo>
                <a:lnTo>
                  <a:pt x="1847850" y="647700"/>
                </a:lnTo>
                <a:close/>
                <a:moveTo>
                  <a:pt x="2057400" y="638175"/>
                </a:moveTo>
                <a:lnTo>
                  <a:pt x="2066925" y="638175"/>
                </a:lnTo>
                <a:lnTo>
                  <a:pt x="2066925" y="647700"/>
                </a:lnTo>
                <a:lnTo>
                  <a:pt x="2057400" y="647700"/>
                </a:lnTo>
                <a:close/>
                <a:moveTo>
                  <a:pt x="2419350" y="638175"/>
                </a:moveTo>
                <a:lnTo>
                  <a:pt x="2428875" y="638175"/>
                </a:lnTo>
                <a:lnTo>
                  <a:pt x="2428875" y="657225"/>
                </a:lnTo>
                <a:lnTo>
                  <a:pt x="2419350" y="657225"/>
                </a:lnTo>
                <a:close/>
                <a:moveTo>
                  <a:pt x="1828800" y="647700"/>
                </a:moveTo>
                <a:lnTo>
                  <a:pt x="1838325" y="647700"/>
                </a:lnTo>
                <a:lnTo>
                  <a:pt x="1838325" y="657225"/>
                </a:lnTo>
                <a:lnTo>
                  <a:pt x="1828800" y="657225"/>
                </a:lnTo>
                <a:close/>
                <a:moveTo>
                  <a:pt x="2047875" y="647700"/>
                </a:moveTo>
                <a:lnTo>
                  <a:pt x="2057400" y="647700"/>
                </a:lnTo>
                <a:lnTo>
                  <a:pt x="2057400" y="657225"/>
                </a:lnTo>
                <a:lnTo>
                  <a:pt x="2047875" y="657225"/>
                </a:lnTo>
                <a:close/>
                <a:moveTo>
                  <a:pt x="1219200" y="657225"/>
                </a:moveTo>
                <a:lnTo>
                  <a:pt x="1228725" y="657225"/>
                </a:lnTo>
                <a:lnTo>
                  <a:pt x="1228725" y="666750"/>
                </a:lnTo>
                <a:lnTo>
                  <a:pt x="1219200" y="666750"/>
                </a:lnTo>
                <a:close/>
                <a:moveTo>
                  <a:pt x="1819275" y="657225"/>
                </a:moveTo>
                <a:lnTo>
                  <a:pt x="1828800" y="657225"/>
                </a:lnTo>
                <a:lnTo>
                  <a:pt x="1828800" y="666750"/>
                </a:lnTo>
                <a:lnTo>
                  <a:pt x="1819275" y="666750"/>
                </a:lnTo>
                <a:close/>
                <a:moveTo>
                  <a:pt x="1809750" y="666750"/>
                </a:moveTo>
                <a:lnTo>
                  <a:pt x="1819275" y="666750"/>
                </a:lnTo>
                <a:lnTo>
                  <a:pt x="1819275" y="676275"/>
                </a:lnTo>
                <a:lnTo>
                  <a:pt x="1809750" y="676275"/>
                </a:lnTo>
                <a:close/>
                <a:moveTo>
                  <a:pt x="2009775" y="666750"/>
                </a:moveTo>
                <a:lnTo>
                  <a:pt x="2019300" y="666750"/>
                </a:lnTo>
                <a:lnTo>
                  <a:pt x="2019300" y="676275"/>
                </a:lnTo>
                <a:lnTo>
                  <a:pt x="2009775" y="676275"/>
                </a:lnTo>
                <a:close/>
                <a:moveTo>
                  <a:pt x="2257425" y="666750"/>
                </a:moveTo>
                <a:lnTo>
                  <a:pt x="2266950" y="666750"/>
                </a:lnTo>
                <a:lnTo>
                  <a:pt x="2266950" y="676275"/>
                </a:lnTo>
                <a:lnTo>
                  <a:pt x="2276475" y="676275"/>
                </a:lnTo>
                <a:lnTo>
                  <a:pt x="2276475" y="695325"/>
                </a:lnTo>
                <a:lnTo>
                  <a:pt x="2286000" y="695325"/>
                </a:lnTo>
                <a:lnTo>
                  <a:pt x="2286000" y="704850"/>
                </a:lnTo>
                <a:lnTo>
                  <a:pt x="2295525" y="704850"/>
                </a:lnTo>
                <a:lnTo>
                  <a:pt x="2295525" y="714375"/>
                </a:lnTo>
                <a:lnTo>
                  <a:pt x="2305050" y="714375"/>
                </a:lnTo>
                <a:lnTo>
                  <a:pt x="2305050" y="723900"/>
                </a:lnTo>
                <a:lnTo>
                  <a:pt x="2295525" y="723900"/>
                </a:lnTo>
                <a:lnTo>
                  <a:pt x="2295525" y="733425"/>
                </a:lnTo>
                <a:lnTo>
                  <a:pt x="2286000" y="733425"/>
                </a:lnTo>
                <a:lnTo>
                  <a:pt x="2286000" y="714375"/>
                </a:lnTo>
                <a:lnTo>
                  <a:pt x="2266950" y="714375"/>
                </a:lnTo>
                <a:lnTo>
                  <a:pt x="2266950" y="704850"/>
                </a:lnTo>
                <a:lnTo>
                  <a:pt x="2257425" y="704850"/>
                </a:lnTo>
                <a:lnTo>
                  <a:pt x="2257425" y="695325"/>
                </a:lnTo>
                <a:lnTo>
                  <a:pt x="2266950" y="695325"/>
                </a:lnTo>
                <a:lnTo>
                  <a:pt x="2266950" y="685800"/>
                </a:lnTo>
                <a:lnTo>
                  <a:pt x="2257425" y="685800"/>
                </a:lnTo>
                <a:close/>
                <a:moveTo>
                  <a:pt x="2400300" y="666750"/>
                </a:moveTo>
                <a:lnTo>
                  <a:pt x="2409825" y="666750"/>
                </a:lnTo>
                <a:lnTo>
                  <a:pt x="2409825" y="676275"/>
                </a:lnTo>
                <a:lnTo>
                  <a:pt x="2400300" y="676275"/>
                </a:lnTo>
                <a:close/>
                <a:moveTo>
                  <a:pt x="2019300" y="676275"/>
                </a:moveTo>
                <a:lnTo>
                  <a:pt x="2028825" y="676275"/>
                </a:lnTo>
                <a:lnTo>
                  <a:pt x="2028825" y="685800"/>
                </a:lnTo>
                <a:lnTo>
                  <a:pt x="2019300" y="685800"/>
                </a:lnTo>
                <a:close/>
                <a:moveTo>
                  <a:pt x="2381250" y="676275"/>
                </a:moveTo>
                <a:lnTo>
                  <a:pt x="2400300" y="676275"/>
                </a:lnTo>
                <a:lnTo>
                  <a:pt x="2400300" y="695325"/>
                </a:lnTo>
                <a:lnTo>
                  <a:pt x="2381250" y="695325"/>
                </a:lnTo>
                <a:close/>
                <a:moveTo>
                  <a:pt x="2057400" y="685800"/>
                </a:moveTo>
                <a:lnTo>
                  <a:pt x="2066925" y="685800"/>
                </a:lnTo>
                <a:lnTo>
                  <a:pt x="2066925" y="695325"/>
                </a:lnTo>
                <a:lnTo>
                  <a:pt x="2057400" y="695325"/>
                </a:lnTo>
                <a:close/>
                <a:moveTo>
                  <a:pt x="2343150" y="685800"/>
                </a:moveTo>
                <a:lnTo>
                  <a:pt x="2371725" y="685800"/>
                </a:lnTo>
                <a:lnTo>
                  <a:pt x="2371725" y="695325"/>
                </a:lnTo>
                <a:lnTo>
                  <a:pt x="2362200" y="695325"/>
                </a:lnTo>
                <a:lnTo>
                  <a:pt x="2362200" y="704850"/>
                </a:lnTo>
                <a:lnTo>
                  <a:pt x="2343150" y="704850"/>
                </a:lnTo>
                <a:lnTo>
                  <a:pt x="2343150" y="723900"/>
                </a:lnTo>
                <a:lnTo>
                  <a:pt x="2333625" y="723900"/>
                </a:lnTo>
                <a:lnTo>
                  <a:pt x="2333625" y="695325"/>
                </a:lnTo>
                <a:lnTo>
                  <a:pt x="2343150" y="695325"/>
                </a:lnTo>
                <a:close/>
                <a:moveTo>
                  <a:pt x="2095500" y="695325"/>
                </a:moveTo>
                <a:lnTo>
                  <a:pt x="2105025" y="695325"/>
                </a:lnTo>
                <a:lnTo>
                  <a:pt x="2105025" y="704850"/>
                </a:lnTo>
                <a:lnTo>
                  <a:pt x="2095500" y="704850"/>
                </a:lnTo>
                <a:close/>
                <a:moveTo>
                  <a:pt x="2162175" y="723900"/>
                </a:moveTo>
                <a:lnTo>
                  <a:pt x="2171700" y="723900"/>
                </a:lnTo>
                <a:lnTo>
                  <a:pt x="2171700" y="733425"/>
                </a:lnTo>
                <a:lnTo>
                  <a:pt x="2162175" y="733425"/>
                </a:lnTo>
                <a:close/>
                <a:moveTo>
                  <a:pt x="2305050" y="723900"/>
                </a:moveTo>
                <a:lnTo>
                  <a:pt x="2324100" y="723900"/>
                </a:lnTo>
                <a:lnTo>
                  <a:pt x="2324100" y="733425"/>
                </a:lnTo>
                <a:lnTo>
                  <a:pt x="2305050" y="733425"/>
                </a:lnTo>
                <a:close/>
                <a:moveTo>
                  <a:pt x="2171700" y="733425"/>
                </a:moveTo>
                <a:lnTo>
                  <a:pt x="2181225" y="733425"/>
                </a:lnTo>
                <a:lnTo>
                  <a:pt x="2181225" y="742950"/>
                </a:lnTo>
                <a:lnTo>
                  <a:pt x="2171700" y="742950"/>
                </a:lnTo>
                <a:close/>
                <a:moveTo>
                  <a:pt x="0" y="742950"/>
                </a:moveTo>
                <a:lnTo>
                  <a:pt x="47625" y="742950"/>
                </a:lnTo>
                <a:lnTo>
                  <a:pt x="47625" y="762000"/>
                </a:lnTo>
                <a:lnTo>
                  <a:pt x="66675" y="762000"/>
                </a:lnTo>
                <a:lnTo>
                  <a:pt x="66675" y="800100"/>
                </a:lnTo>
                <a:lnTo>
                  <a:pt x="47625" y="800100"/>
                </a:lnTo>
                <a:lnTo>
                  <a:pt x="47625" y="809625"/>
                </a:lnTo>
                <a:lnTo>
                  <a:pt x="38100" y="809625"/>
                </a:lnTo>
                <a:lnTo>
                  <a:pt x="38100" y="819150"/>
                </a:lnTo>
                <a:lnTo>
                  <a:pt x="28575" y="819150"/>
                </a:lnTo>
                <a:lnTo>
                  <a:pt x="28575" y="809625"/>
                </a:lnTo>
                <a:lnTo>
                  <a:pt x="19050" y="809625"/>
                </a:lnTo>
                <a:lnTo>
                  <a:pt x="19050" y="800100"/>
                </a:lnTo>
                <a:lnTo>
                  <a:pt x="0" y="800100"/>
                </a:lnTo>
                <a:close/>
                <a:moveTo>
                  <a:pt x="2181225" y="752475"/>
                </a:moveTo>
                <a:lnTo>
                  <a:pt x="2190750" y="752475"/>
                </a:lnTo>
                <a:lnTo>
                  <a:pt x="2190750" y="819150"/>
                </a:lnTo>
                <a:lnTo>
                  <a:pt x="2181225" y="819150"/>
                </a:lnTo>
                <a:close/>
                <a:moveTo>
                  <a:pt x="95250" y="771525"/>
                </a:moveTo>
                <a:lnTo>
                  <a:pt x="104775" y="771525"/>
                </a:lnTo>
                <a:lnTo>
                  <a:pt x="104775" y="781050"/>
                </a:lnTo>
                <a:lnTo>
                  <a:pt x="95250" y="781050"/>
                </a:lnTo>
                <a:close/>
                <a:moveTo>
                  <a:pt x="152400" y="781050"/>
                </a:moveTo>
                <a:lnTo>
                  <a:pt x="180975" y="781050"/>
                </a:lnTo>
                <a:lnTo>
                  <a:pt x="180975" y="790575"/>
                </a:lnTo>
                <a:lnTo>
                  <a:pt x="190500" y="790575"/>
                </a:lnTo>
                <a:lnTo>
                  <a:pt x="190500" y="809625"/>
                </a:lnTo>
                <a:lnTo>
                  <a:pt x="200025" y="809625"/>
                </a:lnTo>
                <a:lnTo>
                  <a:pt x="200025" y="819150"/>
                </a:lnTo>
                <a:lnTo>
                  <a:pt x="180975" y="819150"/>
                </a:lnTo>
                <a:lnTo>
                  <a:pt x="180975" y="809625"/>
                </a:lnTo>
                <a:lnTo>
                  <a:pt x="161925" y="809625"/>
                </a:lnTo>
                <a:lnTo>
                  <a:pt x="161925" y="819150"/>
                </a:lnTo>
                <a:lnTo>
                  <a:pt x="142875" y="819150"/>
                </a:lnTo>
                <a:lnTo>
                  <a:pt x="142875" y="828675"/>
                </a:lnTo>
                <a:lnTo>
                  <a:pt x="114300" y="828675"/>
                </a:lnTo>
                <a:lnTo>
                  <a:pt x="114300" y="838200"/>
                </a:lnTo>
                <a:lnTo>
                  <a:pt x="104775" y="838200"/>
                </a:lnTo>
                <a:lnTo>
                  <a:pt x="104775" y="847725"/>
                </a:lnTo>
                <a:lnTo>
                  <a:pt x="95250" y="847725"/>
                </a:lnTo>
                <a:lnTo>
                  <a:pt x="95250" y="866775"/>
                </a:lnTo>
                <a:lnTo>
                  <a:pt x="104775" y="866775"/>
                </a:lnTo>
                <a:lnTo>
                  <a:pt x="104775" y="885825"/>
                </a:lnTo>
                <a:lnTo>
                  <a:pt x="85725" y="885825"/>
                </a:lnTo>
                <a:lnTo>
                  <a:pt x="85725" y="895350"/>
                </a:lnTo>
                <a:lnTo>
                  <a:pt x="76200" y="895350"/>
                </a:lnTo>
                <a:lnTo>
                  <a:pt x="76200" y="904875"/>
                </a:lnTo>
                <a:lnTo>
                  <a:pt x="66675" y="904875"/>
                </a:lnTo>
                <a:lnTo>
                  <a:pt x="66675" y="857250"/>
                </a:lnTo>
                <a:lnTo>
                  <a:pt x="76200" y="857250"/>
                </a:lnTo>
                <a:lnTo>
                  <a:pt x="76200" y="838200"/>
                </a:lnTo>
                <a:lnTo>
                  <a:pt x="85725" y="838200"/>
                </a:lnTo>
                <a:lnTo>
                  <a:pt x="85725" y="828675"/>
                </a:lnTo>
                <a:lnTo>
                  <a:pt x="104775" y="828675"/>
                </a:lnTo>
                <a:lnTo>
                  <a:pt x="104775" y="819150"/>
                </a:lnTo>
                <a:lnTo>
                  <a:pt x="114300" y="819150"/>
                </a:lnTo>
                <a:lnTo>
                  <a:pt x="114300" y="800100"/>
                </a:lnTo>
                <a:lnTo>
                  <a:pt x="142875" y="800100"/>
                </a:lnTo>
                <a:lnTo>
                  <a:pt x="142875" y="790575"/>
                </a:lnTo>
                <a:lnTo>
                  <a:pt x="152400" y="790575"/>
                </a:lnTo>
                <a:close/>
                <a:moveTo>
                  <a:pt x="1400175" y="781050"/>
                </a:moveTo>
                <a:lnTo>
                  <a:pt x="1409700" y="781050"/>
                </a:lnTo>
                <a:lnTo>
                  <a:pt x="1409700" y="790575"/>
                </a:lnTo>
                <a:lnTo>
                  <a:pt x="1400175" y="790575"/>
                </a:lnTo>
                <a:close/>
                <a:moveTo>
                  <a:pt x="1771650" y="781050"/>
                </a:moveTo>
                <a:lnTo>
                  <a:pt x="1781175" y="781050"/>
                </a:lnTo>
                <a:lnTo>
                  <a:pt x="1781175" y="790575"/>
                </a:lnTo>
                <a:lnTo>
                  <a:pt x="1771650" y="790575"/>
                </a:lnTo>
                <a:close/>
                <a:moveTo>
                  <a:pt x="1895475" y="781050"/>
                </a:moveTo>
                <a:lnTo>
                  <a:pt x="1905000" y="781050"/>
                </a:lnTo>
                <a:lnTo>
                  <a:pt x="1905000" y="800100"/>
                </a:lnTo>
                <a:lnTo>
                  <a:pt x="1895475" y="800100"/>
                </a:lnTo>
                <a:close/>
                <a:moveTo>
                  <a:pt x="923925" y="800100"/>
                </a:moveTo>
                <a:lnTo>
                  <a:pt x="933450" y="800100"/>
                </a:lnTo>
                <a:lnTo>
                  <a:pt x="933450" y="809625"/>
                </a:lnTo>
                <a:lnTo>
                  <a:pt x="923925" y="809625"/>
                </a:lnTo>
                <a:close/>
                <a:moveTo>
                  <a:pt x="1971675" y="800100"/>
                </a:moveTo>
                <a:lnTo>
                  <a:pt x="1981200" y="800100"/>
                </a:lnTo>
                <a:lnTo>
                  <a:pt x="1981200" y="819150"/>
                </a:lnTo>
                <a:lnTo>
                  <a:pt x="1971675" y="819150"/>
                </a:lnTo>
                <a:close/>
                <a:moveTo>
                  <a:pt x="47625" y="809625"/>
                </a:moveTo>
                <a:lnTo>
                  <a:pt x="57150" y="809625"/>
                </a:lnTo>
                <a:lnTo>
                  <a:pt x="57150" y="819150"/>
                </a:lnTo>
                <a:lnTo>
                  <a:pt x="47625" y="819150"/>
                </a:lnTo>
                <a:close/>
                <a:moveTo>
                  <a:pt x="238125" y="809625"/>
                </a:moveTo>
                <a:lnTo>
                  <a:pt x="247650" y="809625"/>
                </a:lnTo>
                <a:lnTo>
                  <a:pt x="247650" y="819150"/>
                </a:lnTo>
                <a:lnTo>
                  <a:pt x="238125" y="819150"/>
                </a:lnTo>
                <a:close/>
                <a:moveTo>
                  <a:pt x="1019175" y="819150"/>
                </a:moveTo>
                <a:lnTo>
                  <a:pt x="1028700" y="819150"/>
                </a:lnTo>
                <a:lnTo>
                  <a:pt x="1028700" y="828675"/>
                </a:lnTo>
                <a:lnTo>
                  <a:pt x="1019175" y="828675"/>
                </a:lnTo>
                <a:close/>
                <a:moveTo>
                  <a:pt x="1304925" y="819150"/>
                </a:moveTo>
                <a:lnTo>
                  <a:pt x="1314450" y="819150"/>
                </a:lnTo>
                <a:lnTo>
                  <a:pt x="1314450" y="828675"/>
                </a:lnTo>
                <a:lnTo>
                  <a:pt x="1304925" y="828675"/>
                </a:lnTo>
                <a:close/>
                <a:moveTo>
                  <a:pt x="2047875" y="819150"/>
                </a:moveTo>
                <a:lnTo>
                  <a:pt x="2057400" y="819150"/>
                </a:lnTo>
                <a:lnTo>
                  <a:pt x="2057400" y="838200"/>
                </a:lnTo>
                <a:lnTo>
                  <a:pt x="2047875" y="838200"/>
                </a:lnTo>
                <a:close/>
                <a:moveTo>
                  <a:pt x="142875" y="828675"/>
                </a:moveTo>
                <a:lnTo>
                  <a:pt x="152400" y="828675"/>
                </a:lnTo>
                <a:lnTo>
                  <a:pt x="152400" y="838200"/>
                </a:lnTo>
                <a:lnTo>
                  <a:pt x="142875" y="838200"/>
                </a:lnTo>
                <a:close/>
                <a:moveTo>
                  <a:pt x="1057275" y="828675"/>
                </a:moveTo>
                <a:lnTo>
                  <a:pt x="1066800" y="828675"/>
                </a:lnTo>
                <a:lnTo>
                  <a:pt x="1066800" y="838200"/>
                </a:lnTo>
                <a:lnTo>
                  <a:pt x="1057275" y="838200"/>
                </a:lnTo>
                <a:close/>
                <a:moveTo>
                  <a:pt x="2171700" y="828675"/>
                </a:moveTo>
                <a:lnTo>
                  <a:pt x="2181225" y="828675"/>
                </a:lnTo>
                <a:lnTo>
                  <a:pt x="2181225" y="857250"/>
                </a:lnTo>
                <a:lnTo>
                  <a:pt x="2171700" y="857250"/>
                </a:lnTo>
                <a:close/>
                <a:moveTo>
                  <a:pt x="295275" y="838200"/>
                </a:moveTo>
                <a:lnTo>
                  <a:pt x="304800" y="838200"/>
                </a:lnTo>
                <a:lnTo>
                  <a:pt x="304800" y="885825"/>
                </a:lnTo>
                <a:lnTo>
                  <a:pt x="295275" y="885825"/>
                </a:lnTo>
                <a:lnTo>
                  <a:pt x="295275" y="895350"/>
                </a:lnTo>
                <a:lnTo>
                  <a:pt x="285750" y="895350"/>
                </a:lnTo>
                <a:lnTo>
                  <a:pt x="285750" y="885825"/>
                </a:lnTo>
                <a:lnTo>
                  <a:pt x="266700" y="885825"/>
                </a:lnTo>
                <a:lnTo>
                  <a:pt x="266700" y="876300"/>
                </a:lnTo>
                <a:lnTo>
                  <a:pt x="257175" y="876300"/>
                </a:lnTo>
                <a:lnTo>
                  <a:pt x="257175" y="857250"/>
                </a:lnTo>
                <a:lnTo>
                  <a:pt x="276225" y="857250"/>
                </a:lnTo>
                <a:lnTo>
                  <a:pt x="276225" y="847725"/>
                </a:lnTo>
                <a:lnTo>
                  <a:pt x="295275" y="847725"/>
                </a:lnTo>
                <a:close/>
                <a:moveTo>
                  <a:pt x="600075" y="838200"/>
                </a:moveTo>
                <a:lnTo>
                  <a:pt x="609600" y="838200"/>
                </a:lnTo>
                <a:lnTo>
                  <a:pt x="609600" y="847725"/>
                </a:lnTo>
                <a:lnTo>
                  <a:pt x="600075" y="847725"/>
                </a:lnTo>
                <a:close/>
                <a:moveTo>
                  <a:pt x="1419225" y="838200"/>
                </a:moveTo>
                <a:lnTo>
                  <a:pt x="1428750" y="838200"/>
                </a:lnTo>
                <a:lnTo>
                  <a:pt x="1428750" y="847725"/>
                </a:lnTo>
                <a:lnTo>
                  <a:pt x="1419225" y="847725"/>
                </a:lnTo>
                <a:close/>
                <a:moveTo>
                  <a:pt x="523875" y="857250"/>
                </a:moveTo>
                <a:lnTo>
                  <a:pt x="533400" y="857250"/>
                </a:lnTo>
                <a:lnTo>
                  <a:pt x="533400" y="866775"/>
                </a:lnTo>
                <a:lnTo>
                  <a:pt x="523875" y="866775"/>
                </a:lnTo>
                <a:close/>
                <a:moveTo>
                  <a:pt x="1428750" y="857250"/>
                </a:moveTo>
                <a:lnTo>
                  <a:pt x="1438275" y="857250"/>
                </a:lnTo>
                <a:lnTo>
                  <a:pt x="1438275" y="866775"/>
                </a:lnTo>
                <a:lnTo>
                  <a:pt x="1428750" y="866775"/>
                </a:lnTo>
                <a:close/>
                <a:moveTo>
                  <a:pt x="2162175" y="857250"/>
                </a:moveTo>
                <a:lnTo>
                  <a:pt x="2171700" y="857250"/>
                </a:lnTo>
                <a:lnTo>
                  <a:pt x="2171700" y="866775"/>
                </a:lnTo>
                <a:lnTo>
                  <a:pt x="2162175" y="866775"/>
                </a:lnTo>
                <a:close/>
                <a:moveTo>
                  <a:pt x="495300" y="866775"/>
                </a:moveTo>
                <a:lnTo>
                  <a:pt x="504825" y="866775"/>
                </a:lnTo>
                <a:lnTo>
                  <a:pt x="504825" y="876300"/>
                </a:lnTo>
                <a:lnTo>
                  <a:pt x="495300" y="876300"/>
                </a:lnTo>
                <a:close/>
                <a:moveTo>
                  <a:pt x="457200" y="876300"/>
                </a:moveTo>
                <a:lnTo>
                  <a:pt x="466725" y="876300"/>
                </a:lnTo>
                <a:lnTo>
                  <a:pt x="466725" y="885825"/>
                </a:lnTo>
                <a:lnTo>
                  <a:pt x="457200" y="885825"/>
                </a:lnTo>
                <a:close/>
                <a:moveTo>
                  <a:pt x="1781175" y="876300"/>
                </a:moveTo>
                <a:lnTo>
                  <a:pt x="1790700" y="876300"/>
                </a:lnTo>
                <a:lnTo>
                  <a:pt x="1790700" y="885825"/>
                </a:lnTo>
                <a:lnTo>
                  <a:pt x="1781175" y="885825"/>
                </a:lnTo>
                <a:close/>
                <a:moveTo>
                  <a:pt x="990600" y="885825"/>
                </a:moveTo>
                <a:lnTo>
                  <a:pt x="1000125" y="885825"/>
                </a:lnTo>
                <a:lnTo>
                  <a:pt x="1000125" y="895350"/>
                </a:lnTo>
                <a:lnTo>
                  <a:pt x="990600" y="895350"/>
                </a:lnTo>
                <a:close/>
                <a:moveTo>
                  <a:pt x="1790700" y="885825"/>
                </a:moveTo>
                <a:lnTo>
                  <a:pt x="1800225" y="885825"/>
                </a:lnTo>
                <a:lnTo>
                  <a:pt x="1800225" y="895350"/>
                </a:lnTo>
                <a:lnTo>
                  <a:pt x="1790700" y="895350"/>
                </a:lnTo>
                <a:close/>
                <a:moveTo>
                  <a:pt x="180975" y="895350"/>
                </a:moveTo>
                <a:lnTo>
                  <a:pt x="228600" y="895350"/>
                </a:lnTo>
                <a:lnTo>
                  <a:pt x="228600" y="904875"/>
                </a:lnTo>
                <a:lnTo>
                  <a:pt x="238125" y="904875"/>
                </a:lnTo>
                <a:lnTo>
                  <a:pt x="238125" y="914400"/>
                </a:lnTo>
                <a:lnTo>
                  <a:pt x="228600" y="914400"/>
                </a:lnTo>
                <a:lnTo>
                  <a:pt x="228600" y="923925"/>
                </a:lnTo>
                <a:lnTo>
                  <a:pt x="219075" y="923925"/>
                </a:lnTo>
                <a:lnTo>
                  <a:pt x="219075" y="942975"/>
                </a:lnTo>
                <a:lnTo>
                  <a:pt x="228600" y="942975"/>
                </a:lnTo>
                <a:lnTo>
                  <a:pt x="228600" y="962025"/>
                </a:lnTo>
                <a:lnTo>
                  <a:pt x="200025" y="962025"/>
                </a:lnTo>
                <a:lnTo>
                  <a:pt x="200025" y="952500"/>
                </a:lnTo>
                <a:lnTo>
                  <a:pt x="190500" y="952500"/>
                </a:lnTo>
                <a:lnTo>
                  <a:pt x="190500" y="933450"/>
                </a:lnTo>
                <a:lnTo>
                  <a:pt x="209550" y="933450"/>
                </a:lnTo>
                <a:lnTo>
                  <a:pt x="209550" y="914400"/>
                </a:lnTo>
                <a:lnTo>
                  <a:pt x="200025" y="914400"/>
                </a:lnTo>
                <a:lnTo>
                  <a:pt x="200025" y="904875"/>
                </a:lnTo>
                <a:lnTo>
                  <a:pt x="180975" y="904875"/>
                </a:lnTo>
                <a:close/>
                <a:moveTo>
                  <a:pt x="2152650" y="895350"/>
                </a:moveTo>
                <a:lnTo>
                  <a:pt x="2162175" y="895350"/>
                </a:lnTo>
                <a:lnTo>
                  <a:pt x="2162175" y="904875"/>
                </a:lnTo>
                <a:lnTo>
                  <a:pt x="2152650" y="904875"/>
                </a:lnTo>
                <a:close/>
                <a:moveTo>
                  <a:pt x="1790700" y="914400"/>
                </a:moveTo>
                <a:lnTo>
                  <a:pt x="1800225" y="914400"/>
                </a:lnTo>
                <a:lnTo>
                  <a:pt x="1800225" y="933450"/>
                </a:lnTo>
                <a:lnTo>
                  <a:pt x="1790700" y="933450"/>
                </a:lnTo>
                <a:close/>
                <a:moveTo>
                  <a:pt x="314325" y="923925"/>
                </a:moveTo>
                <a:lnTo>
                  <a:pt x="323850" y="923925"/>
                </a:lnTo>
                <a:lnTo>
                  <a:pt x="323850" y="933450"/>
                </a:lnTo>
                <a:lnTo>
                  <a:pt x="314325" y="933450"/>
                </a:lnTo>
                <a:close/>
                <a:moveTo>
                  <a:pt x="1905000" y="923925"/>
                </a:moveTo>
                <a:lnTo>
                  <a:pt x="1924050" y="923925"/>
                </a:lnTo>
                <a:lnTo>
                  <a:pt x="1924050" y="933450"/>
                </a:lnTo>
                <a:lnTo>
                  <a:pt x="1905000" y="933450"/>
                </a:lnTo>
                <a:close/>
                <a:moveTo>
                  <a:pt x="2143125" y="923925"/>
                </a:moveTo>
                <a:lnTo>
                  <a:pt x="2152650" y="923925"/>
                </a:lnTo>
                <a:lnTo>
                  <a:pt x="2152650" y="933450"/>
                </a:lnTo>
                <a:lnTo>
                  <a:pt x="2143125" y="933450"/>
                </a:lnTo>
                <a:close/>
                <a:moveTo>
                  <a:pt x="142875" y="933450"/>
                </a:moveTo>
                <a:lnTo>
                  <a:pt x="171450" y="933450"/>
                </a:lnTo>
                <a:lnTo>
                  <a:pt x="171450" y="952500"/>
                </a:lnTo>
                <a:lnTo>
                  <a:pt x="161925" y="952500"/>
                </a:lnTo>
                <a:lnTo>
                  <a:pt x="161925" y="962025"/>
                </a:lnTo>
                <a:lnTo>
                  <a:pt x="152400" y="962025"/>
                </a:lnTo>
                <a:lnTo>
                  <a:pt x="152400" y="971550"/>
                </a:lnTo>
                <a:lnTo>
                  <a:pt x="142875" y="971550"/>
                </a:lnTo>
                <a:lnTo>
                  <a:pt x="142875" y="990600"/>
                </a:lnTo>
                <a:lnTo>
                  <a:pt x="133350" y="990600"/>
                </a:lnTo>
                <a:lnTo>
                  <a:pt x="133350" y="1000125"/>
                </a:lnTo>
                <a:lnTo>
                  <a:pt x="161925" y="1000125"/>
                </a:lnTo>
                <a:lnTo>
                  <a:pt x="161925" y="1009650"/>
                </a:lnTo>
                <a:lnTo>
                  <a:pt x="104775" y="1009650"/>
                </a:lnTo>
                <a:lnTo>
                  <a:pt x="104775" y="990600"/>
                </a:lnTo>
                <a:lnTo>
                  <a:pt x="114300" y="990600"/>
                </a:lnTo>
                <a:lnTo>
                  <a:pt x="114300" y="981075"/>
                </a:lnTo>
                <a:lnTo>
                  <a:pt x="123825" y="981075"/>
                </a:lnTo>
                <a:lnTo>
                  <a:pt x="123825" y="962025"/>
                </a:lnTo>
                <a:lnTo>
                  <a:pt x="133350" y="962025"/>
                </a:lnTo>
                <a:lnTo>
                  <a:pt x="133350" y="952500"/>
                </a:lnTo>
                <a:lnTo>
                  <a:pt x="152400" y="952500"/>
                </a:lnTo>
                <a:lnTo>
                  <a:pt x="152400" y="942975"/>
                </a:lnTo>
                <a:lnTo>
                  <a:pt x="142875" y="942975"/>
                </a:lnTo>
                <a:close/>
                <a:moveTo>
                  <a:pt x="1181100" y="933450"/>
                </a:moveTo>
                <a:lnTo>
                  <a:pt x="1190625" y="933450"/>
                </a:lnTo>
                <a:lnTo>
                  <a:pt x="1190625" y="942975"/>
                </a:lnTo>
                <a:lnTo>
                  <a:pt x="1181100" y="942975"/>
                </a:lnTo>
                <a:close/>
                <a:moveTo>
                  <a:pt x="1924050" y="933450"/>
                </a:moveTo>
                <a:lnTo>
                  <a:pt x="1933575" y="933450"/>
                </a:lnTo>
                <a:lnTo>
                  <a:pt x="1933575" y="942975"/>
                </a:lnTo>
                <a:lnTo>
                  <a:pt x="1924050" y="942975"/>
                </a:lnTo>
                <a:close/>
                <a:moveTo>
                  <a:pt x="0" y="942975"/>
                </a:moveTo>
                <a:lnTo>
                  <a:pt x="19050" y="942975"/>
                </a:lnTo>
                <a:lnTo>
                  <a:pt x="19050" y="952500"/>
                </a:lnTo>
                <a:lnTo>
                  <a:pt x="0" y="952500"/>
                </a:lnTo>
                <a:close/>
                <a:moveTo>
                  <a:pt x="1171575" y="942975"/>
                </a:moveTo>
                <a:lnTo>
                  <a:pt x="1181100" y="942975"/>
                </a:lnTo>
                <a:lnTo>
                  <a:pt x="1181100" y="952500"/>
                </a:lnTo>
                <a:lnTo>
                  <a:pt x="1171575" y="952500"/>
                </a:lnTo>
                <a:close/>
                <a:moveTo>
                  <a:pt x="1457325" y="942975"/>
                </a:moveTo>
                <a:lnTo>
                  <a:pt x="1466850" y="942975"/>
                </a:lnTo>
                <a:lnTo>
                  <a:pt x="1466850" y="952500"/>
                </a:lnTo>
                <a:lnTo>
                  <a:pt x="1457325" y="952500"/>
                </a:lnTo>
                <a:close/>
                <a:moveTo>
                  <a:pt x="1190625" y="952500"/>
                </a:moveTo>
                <a:lnTo>
                  <a:pt x="1200150" y="952500"/>
                </a:lnTo>
                <a:lnTo>
                  <a:pt x="1200150" y="971550"/>
                </a:lnTo>
                <a:lnTo>
                  <a:pt x="1190625" y="971550"/>
                </a:lnTo>
                <a:close/>
                <a:moveTo>
                  <a:pt x="1971675" y="952500"/>
                </a:moveTo>
                <a:lnTo>
                  <a:pt x="1981200" y="952500"/>
                </a:lnTo>
                <a:lnTo>
                  <a:pt x="1981200" y="962025"/>
                </a:lnTo>
                <a:lnTo>
                  <a:pt x="1971675" y="962025"/>
                </a:lnTo>
                <a:close/>
                <a:moveTo>
                  <a:pt x="2009775" y="952500"/>
                </a:moveTo>
                <a:lnTo>
                  <a:pt x="2028825" y="952500"/>
                </a:lnTo>
                <a:lnTo>
                  <a:pt x="2028825" y="962025"/>
                </a:lnTo>
                <a:lnTo>
                  <a:pt x="2009775" y="962025"/>
                </a:lnTo>
                <a:close/>
                <a:moveTo>
                  <a:pt x="2124075" y="952500"/>
                </a:moveTo>
                <a:lnTo>
                  <a:pt x="2133600" y="952500"/>
                </a:lnTo>
                <a:lnTo>
                  <a:pt x="2133600" y="962025"/>
                </a:lnTo>
                <a:lnTo>
                  <a:pt x="2124075" y="962025"/>
                </a:lnTo>
                <a:close/>
                <a:moveTo>
                  <a:pt x="266700" y="962025"/>
                </a:moveTo>
                <a:lnTo>
                  <a:pt x="276225" y="962025"/>
                </a:lnTo>
                <a:lnTo>
                  <a:pt x="276225" y="981075"/>
                </a:lnTo>
                <a:lnTo>
                  <a:pt x="266700" y="981075"/>
                </a:lnTo>
                <a:close/>
                <a:moveTo>
                  <a:pt x="2028825" y="962025"/>
                </a:moveTo>
                <a:lnTo>
                  <a:pt x="2066925" y="962025"/>
                </a:lnTo>
                <a:lnTo>
                  <a:pt x="2066925" y="981075"/>
                </a:lnTo>
                <a:lnTo>
                  <a:pt x="2057400" y="981075"/>
                </a:lnTo>
                <a:lnTo>
                  <a:pt x="2057400" y="971550"/>
                </a:lnTo>
                <a:lnTo>
                  <a:pt x="2047875" y="971550"/>
                </a:lnTo>
                <a:lnTo>
                  <a:pt x="2047875" y="981075"/>
                </a:lnTo>
                <a:lnTo>
                  <a:pt x="2038350" y="981075"/>
                </a:lnTo>
                <a:lnTo>
                  <a:pt x="2038350" y="971550"/>
                </a:lnTo>
                <a:lnTo>
                  <a:pt x="2028825" y="971550"/>
                </a:lnTo>
                <a:close/>
                <a:moveTo>
                  <a:pt x="2105025" y="962025"/>
                </a:moveTo>
                <a:lnTo>
                  <a:pt x="2114550" y="962025"/>
                </a:lnTo>
                <a:lnTo>
                  <a:pt x="2114550" y="971550"/>
                </a:lnTo>
                <a:lnTo>
                  <a:pt x="2105025" y="971550"/>
                </a:lnTo>
                <a:close/>
                <a:moveTo>
                  <a:pt x="304800" y="971550"/>
                </a:moveTo>
                <a:lnTo>
                  <a:pt x="314325" y="971550"/>
                </a:lnTo>
                <a:lnTo>
                  <a:pt x="314325" y="981075"/>
                </a:lnTo>
                <a:lnTo>
                  <a:pt x="304800" y="981075"/>
                </a:lnTo>
                <a:close/>
                <a:moveTo>
                  <a:pt x="1209675" y="971550"/>
                </a:moveTo>
                <a:lnTo>
                  <a:pt x="1219200" y="971550"/>
                </a:lnTo>
                <a:lnTo>
                  <a:pt x="1219200" y="981075"/>
                </a:lnTo>
                <a:lnTo>
                  <a:pt x="1209675" y="981075"/>
                </a:lnTo>
                <a:close/>
                <a:moveTo>
                  <a:pt x="1476375" y="971550"/>
                </a:moveTo>
                <a:lnTo>
                  <a:pt x="1485900" y="971550"/>
                </a:lnTo>
                <a:lnTo>
                  <a:pt x="1485900" y="981075"/>
                </a:lnTo>
                <a:lnTo>
                  <a:pt x="1476375" y="981075"/>
                </a:lnTo>
                <a:close/>
                <a:moveTo>
                  <a:pt x="1247775" y="981075"/>
                </a:moveTo>
                <a:lnTo>
                  <a:pt x="1257300" y="981075"/>
                </a:lnTo>
                <a:lnTo>
                  <a:pt x="1257300" y="1019175"/>
                </a:lnTo>
                <a:lnTo>
                  <a:pt x="1247775" y="1019175"/>
                </a:lnTo>
                <a:close/>
                <a:moveTo>
                  <a:pt x="1266825" y="990600"/>
                </a:moveTo>
                <a:lnTo>
                  <a:pt x="1285875" y="990600"/>
                </a:lnTo>
                <a:lnTo>
                  <a:pt x="1285875" y="1000125"/>
                </a:lnTo>
                <a:lnTo>
                  <a:pt x="1276350" y="1000125"/>
                </a:lnTo>
                <a:lnTo>
                  <a:pt x="1276350" y="1009650"/>
                </a:lnTo>
                <a:lnTo>
                  <a:pt x="1266825" y="1009650"/>
                </a:lnTo>
                <a:close/>
                <a:moveTo>
                  <a:pt x="1485900" y="1000125"/>
                </a:moveTo>
                <a:lnTo>
                  <a:pt x="1495425" y="1000125"/>
                </a:lnTo>
                <a:lnTo>
                  <a:pt x="1495425" y="1009650"/>
                </a:lnTo>
                <a:lnTo>
                  <a:pt x="1485900" y="1009650"/>
                </a:lnTo>
                <a:close/>
                <a:moveTo>
                  <a:pt x="161925" y="1009650"/>
                </a:moveTo>
                <a:lnTo>
                  <a:pt x="200025" y="1009650"/>
                </a:lnTo>
                <a:lnTo>
                  <a:pt x="200025" y="1019175"/>
                </a:lnTo>
                <a:lnTo>
                  <a:pt x="219075" y="1019175"/>
                </a:lnTo>
                <a:lnTo>
                  <a:pt x="219075" y="1028700"/>
                </a:lnTo>
                <a:lnTo>
                  <a:pt x="180975" y="1028700"/>
                </a:lnTo>
                <a:lnTo>
                  <a:pt x="180975" y="1019175"/>
                </a:lnTo>
                <a:lnTo>
                  <a:pt x="161925" y="1019175"/>
                </a:lnTo>
                <a:close/>
                <a:moveTo>
                  <a:pt x="38100" y="1019175"/>
                </a:moveTo>
                <a:lnTo>
                  <a:pt x="47625" y="1019175"/>
                </a:lnTo>
                <a:lnTo>
                  <a:pt x="47625" y="1028700"/>
                </a:lnTo>
                <a:lnTo>
                  <a:pt x="38100" y="1028700"/>
                </a:lnTo>
                <a:close/>
                <a:moveTo>
                  <a:pt x="695325" y="1028700"/>
                </a:moveTo>
                <a:lnTo>
                  <a:pt x="704850" y="1028700"/>
                </a:lnTo>
                <a:lnTo>
                  <a:pt x="704850" y="1038225"/>
                </a:lnTo>
                <a:lnTo>
                  <a:pt x="695325" y="1038225"/>
                </a:lnTo>
                <a:close/>
                <a:moveTo>
                  <a:pt x="104775" y="1038225"/>
                </a:moveTo>
                <a:lnTo>
                  <a:pt x="114300" y="1038225"/>
                </a:lnTo>
                <a:lnTo>
                  <a:pt x="114300" y="1047750"/>
                </a:lnTo>
                <a:lnTo>
                  <a:pt x="123825" y="1047750"/>
                </a:lnTo>
                <a:lnTo>
                  <a:pt x="123825" y="1095375"/>
                </a:lnTo>
                <a:lnTo>
                  <a:pt x="114300" y="1095375"/>
                </a:lnTo>
                <a:lnTo>
                  <a:pt x="114300" y="1085850"/>
                </a:lnTo>
                <a:lnTo>
                  <a:pt x="66675" y="1085850"/>
                </a:lnTo>
                <a:lnTo>
                  <a:pt x="66675" y="1076325"/>
                </a:lnTo>
                <a:lnTo>
                  <a:pt x="76200" y="1076325"/>
                </a:lnTo>
                <a:lnTo>
                  <a:pt x="76200" y="1066800"/>
                </a:lnTo>
                <a:lnTo>
                  <a:pt x="95250" y="1066800"/>
                </a:lnTo>
                <a:lnTo>
                  <a:pt x="95250" y="1057275"/>
                </a:lnTo>
                <a:lnTo>
                  <a:pt x="104775" y="1057275"/>
                </a:lnTo>
                <a:close/>
                <a:moveTo>
                  <a:pt x="1028700" y="1038225"/>
                </a:moveTo>
                <a:lnTo>
                  <a:pt x="1047750" y="1038225"/>
                </a:lnTo>
                <a:lnTo>
                  <a:pt x="1047750" y="1047750"/>
                </a:lnTo>
                <a:lnTo>
                  <a:pt x="1066800" y="1047750"/>
                </a:lnTo>
                <a:lnTo>
                  <a:pt x="1066800" y="1057275"/>
                </a:lnTo>
                <a:lnTo>
                  <a:pt x="1057275" y="1057275"/>
                </a:lnTo>
                <a:lnTo>
                  <a:pt x="1057275" y="1066800"/>
                </a:lnTo>
                <a:lnTo>
                  <a:pt x="1038225" y="1066800"/>
                </a:lnTo>
                <a:lnTo>
                  <a:pt x="1038225" y="1057275"/>
                </a:lnTo>
                <a:lnTo>
                  <a:pt x="1028700" y="1057275"/>
                </a:lnTo>
                <a:close/>
                <a:moveTo>
                  <a:pt x="742950" y="1047750"/>
                </a:moveTo>
                <a:lnTo>
                  <a:pt x="752475" y="1047750"/>
                </a:lnTo>
                <a:lnTo>
                  <a:pt x="752475" y="1057275"/>
                </a:lnTo>
                <a:lnTo>
                  <a:pt x="742950" y="1057275"/>
                </a:lnTo>
                <a:close/>
                <a:moveTo>
                  <a:pt x="790575" y="1066800"/>
                </a:moveTo>
                <a:lnTo>
                  <a:pt x="800100" y="1066800"/>
                </a:lnTo>
                <a:lnTo>
                  <a:pt x="800100" y="1076325"/>
                </a:lnTo>
                <a:lnTo>
                  <a:pt x="790575" y="1076325"/>
                </a:lnTo>
                <a:close/>
                <a:moveTo>
                  <a:pt x="266700" y="1076325"/>
                </a:moveTo>
                <a:lnTo>
                  <a:pt x="276225" y="1076325"/>
                </a:lnTo>
                <a:lnTo>
                  <a:pt x="276225" y="1085850"/>
                </a:lnTo>
                <a:lnTo>
                  <a:pt x="266700" y="1085850"/>
                </a:lnTo>
                <a:close/>
                <a:moveTo>
                  <a:pt x="819150" y="1085850"/>
                </a:moveTo>
                <a:lnTo>
                  <a:pt x="828675" y="1085850"/>
                </a:lnTo>
                <a:lnTo>
                  <a:pt x="828675" y="1104900"/>
                </a:lnTo>
                <a:lnTo>
                  <a:pt x="819150" y="1104900"/>
                </a:lnTo>
                <a:close/>
                <a:moveTo>
                  <a:pt x="1076325" y="1085850"/>
                </a:moveTo>
                <a:lnTo>
                  <a:pt x="1085850" y="1085850"/>
                </a:lnTo>
                <a:lnTo>
                  <a:pt x="1085850" y="1104900"/>
                </a:lnTo>
                <a:lnTo>
                  <a:pt x="1095375" y="1104900"/>
                </a:lnTo>
                <a:lnTo>
                  <a:pt x="1095375" y="1114425"/>
                </a:lnTo>
                <a:lnTo>
                  <a:pt x="1066800" y="1114425"/>
                </a:lnTo>
                <a:lnTo>
                  <a:pt x="1066800" y="1095375"/>
                </a:lnTo>
                <a:lnTo>
                  <a:pt x="1076325" y="1095375"/>
                </a:lnTo>
                <a:close/>
                <a:moveTo>
                  <a:pt x="857250" y="1114425"/>
                </a:moveTo>
                <a:lnTo>
                  <a:pt x="866775" y="1114425"/>
                </a:lnTo>
                <a:lnTo>
                  <a:pt x="866775" y="1123950"/>
                </a:lnTo>
                <a:lnTo>
                  <a:pt x="857250" y="1123950"/>
                </a:lnTo>
                <a:close/>
                <a:moveTo>
                  <a:pt x="123825" y="1133475"/>
                </a:moveTo>
                <a:lnTo>
                  <a:pt x="133350" y="1133475"/>
                </a:lnTo>
                <a:lnTo>
                  <a:pt x="133350" y="1209675"/>
                </a:lnTo>
                <a:lnTo>
                  <a:pt x="123825" y="1209675"/>
                </a:lnTo>
                <a:lnTo>
                  <a:pt x="123825" y="1200150"/>
                </a:lnTo>
                <a:lnTo>
                  <a:pt x="104775" y="1200150"/>
                </a:lnTo>
                <a:lnTo>
                  <a:pt x="104775" y="1181100"/>
                </a:lnTo>
                <a:lnTo>
                  <a:pt x="123825" y="1181100"/>
                </a:lnTo>
                <a:close/>
                <a:moveTo>
                  <a:pt x="695325" y="1133475"/>
                </a:moveTo>
                <a:lnTo>
                  <a:pt x="704850" y="1133475"/>
                </a:lnTo>
                <a:lnTo>
                  <a:pt x="704850" y="1143000"/>
                </a:lnTo>
                <a:lnTo>
                  <a:pt x="695325" y="1143000"/>
                </a:lnTo>
                <a:close/>
                <a:moveTo>
                  <a:pt x="885825" y="1143000"/>
                </a:moveTo>
                <a:lnTo>
                  <a:pt x="895350" y="1143000"/>
                </a:lnTo>
                <a:lnTo>
                  <a:pt x="895350" y="1152525"/>
                </a:lnTo>
                <a:lnTo>
                  <a:pt x="885825" y="1152525"/>
                </a:lnTo>
                <a:close/>
                <a:moveTo>
                  <a:pt x="1543050" y="1143000"/>
                </a:moveTo>
                <a:lnTo>
                  <a:pt x="1552575" y="1143000"/>
                </a:lnTo>
                <a:lnTo>
                  <a:pt x="1552575" y="1152525"/>
                </a:lnTo>
                <a:lnTo>
                  <a:pt x="1543050" y="1152525"/>
                </a:lnTo>
                <a:close/>
                <a:moveTo>
                  <a:pt x="2257425" y="1143000"/>
                </a:moveTo>
                <a:lnTo>
                  <a:pt x="2276475" y="1143000"/>
                </a:lnTo>
                <a:lnTo>
                  <a:pt x="2276475" y="1152525"/>
                </a:lnTo>
                <a:lnTo>
                  <a:pt x="2257425" y="1152525"/>
                </a:lnTo>
                <a:close/>
                <a:moveTo>
                  <a:pt x="1552575" y="1162050"/>
                </a:moveTo>
                <a:lnTo>
                  <a:pt x="1562100" y="1162050"/>
                </a:lnTo>
                <a:lnTo>
                  <a:pt x="1562100" y="1171575"/>
                </a:lnTo>
                <a:lnTo>
                  <a:pt x="1552575" y="1171575"/>
                </a:lnTo>
                <a:close/>
                <a:moveTo>
                  <a:pt x="942975" y="1181100"/>
                </a:moveTo>
                <a:lnTo>
                  <a:pt x="952500" y="1181100"/>
                </a:lnTo>
                <a:lnTo>
                  <a:pt x="952500" y="1190625"/>
                </a:lnTo>
                <a:lnTo>
                  <a:pt x="942975" y="1190625"/>
                </a:lnTo>
                <a:close/>
                <a:moveTo>
                  <a:pt x="1562100" y="1181100"/>
                </a:moveTo>
                <a:lnTo>
                  <a:pt x="1571625" y="1181100"/>
                </a:lnTo>
                <a:lnTo>
                  <a:pt x="1571625" y="1190625"/>
                </a:lnTo>
                <a:lnTo>
                  <a:pt x="1562100" y="1190625"/>
                </a:lnTo>
                <a:close/>
                <a:moveTo>
                  <a:pt x="295275" y="1200150"/>
                </a:moveTo>
                <a:lnTo>
                  <a:pt x="304800" y="1200150"/>
                </a:lnTo>
                <a:lnTo>
                  <a:pt x="304800" y="1209675"/>
                </a:lnTo>
                <a:lnTo>
                  <a:pt x="295275" y="1209675"/>
                </a:lnTo>
                <a:close/>
                <a:moveTo>
                  <a:pt x="1962150" y="1200150"/>
                </a:moveTo>
                <a:lnTo>
                  <a:pt x="1971675" y="1200150"/>
                </a:lnTo>
                <a:lnTo>
                  <a:pt x="1971675" y="1209675"/>
                </a:lnTo>
                <a:lnTo>
                  <a:pt x="2000250" y="1209675"/>
                </a:lnTo>
                <a:lnTo>
                  <a:pt x="2000250" y="1228725"/>
                </a:lnTo>
                <a:lnTo>
                  <a:pt x="2009775" y="1228725"/>
                </a:lnTo>
                <a:lnTo>
                  <a:pt x="2009775" y="1238250"/>
                </a:lnTo>
                <a:lnTo>
                  <a:pt x="1971675" y="1238250"/>
                </a:lnTo>
                <a:lnTo>
                  <a:pt x="1971675" y="1219200"/>
                </a:lnTo>
                <a:lnTo>
                  <a:pt x="1962150" y="1219200"/>
                </a:lnTo>
                <a:lnTo>
                  <a:pt x="1962150" y="1228725"/>
                </a:lnTo>
                <a:lnTo>
                  <a:pt x="1952625" y="1228725"/>
                </a:lnTo>
                <a:lnTo>
                  <a:pt x="1952625" y="1209675"/>
                </a:lnTo>
                <a:lnTo>
                  <a:pt x="1962150" y="1209675"/>
                </a:lnTo>
                <a:close/>
                <a:moveTo>
                  <a:pt x="133350" y="1209675"/>
                </a:moveTo>
                <a:lnTo>
                  <a:pt x="142875" y="1209675"/>
                </a:lnTo>
                <a:lnTo>
                  <a:pt x="142875" y="1219200"/>
                </a:lnTo>
                <a:lnTo>
                  <a:pt x="133350" y="1219200"/>
                </a:lnTo>
                <a:close/>
                <a:moveTo>
                  <a:pt x="714375" y="1209675"/>
                </a:moveTo>
                <a:lnTo>
                  <a:pt x="723900" y="1209675"/>
                </a:lnTo>
                <a:lnTo>
                  <a:pt x="723900" y="1219200"/>
                </a:lnTo>
                <a:lnTo>
                  <a:pt x="714375" y="1219200"/>
                </a:lnTo>
                <a:close/>
                <a:moveTo>
                  <a:pt x="1285875" y="1209675"/>
                </a:moveTo>
                <a:lnTo>
                  <a:pt x="1295400" y="1209675"/>
                </a:lnTo>
                <a:lnTo>
                  <a:pt x="1295400" y="1219200"/>
                </a:lnTo>
                <a:lnTo>
                  <a:pt x="1285875" y="1219200"/>
                </a:lnTo>
                <a:close/>
                <a:moveTo>
                  <a:pt x="2371725" y="1209675"/>
                </a:moveTo>
                <a:lnTo>
                  <a:pt x="2381250" y="1209675"/>
                </a:lnTo>
                <a:lnTo>
                  <a:pt x="2381250" y="1219200"/>
                </a:lnTo>
                <a:lnTo>
                  <a:pt x="2371725" y="1219200"/>
                </a:lnTo>
                <a:close/>
                <a:moveTo>
                  <a:pt x="1038225" y="1219200"/>
                </a:moveTo>
                <a:lnTo>
                  <a:pt x="1057275" y="1219200"/>
                </a:lnTo>
                <a:lnTo>
                  <a:pt x="1057275" y="1228725"/>
                </a:lnTo>
                <a:lnTo>
                  <a:pt x="1038225" y="1228725"/>
                </a:lnTo>
                <a:close/>
                <a:moveTo>
                  <a:pt x="1533525" y="1219200"/>
                </a:moveTo>
                <a:lnTo>
                  <a:pt x="1543050" y="1219200"/>
                </a:lnTo>
                <a:lnTo>
                  <a:pt x="1543050" y="1228725"/>
                </a:lnTo>
                <a:lnTo>
                  <a:pt x="1533525" y="1228725"/>
                </a:lnTo>
                <a:close/>
                <a:moveTo>
                  <a:pt x="1028700" y="1228725"/>
                </a:moveTo>
                <a:lnTo>
                  <a:pt x="1038225" y="1228725"/>
                </a:lnTo>
                <a:lnTo>
                  <a:pt x="1038225" y="1238250"/>
                </a:lnTo>
                <a:lnTo>
                  <a:pt x="1028700" y="1238250"/>
                </a:lnTo>
                <a:close/>
                <a:moveTo>
                  <a:pt x="2447925" y="1228725"/>
                </a:moveTo>
                <a:lnTo>
                  <a:pt x="2457450" y="1228725"/>
                </a:lnTo>
                <a:lnTo>
                  <a:pt x="2457450" y="1238250"/>
                </a:lnTo>
                <a:lnTo>
                  <a:pt x="2447925" y="1238250"/>
                </a:lnTo>
                <a:close/>
                <a:moveTo>
                  <a:pt x="1038225" y="1238250"/>
                </a:moveTo>
                <a:lnTo>
                  <a:pt x="1047750" y="1238250"/>
                </a:lnTo>
                <a:lnTo>
                  <a:pt x="1047750" y="1247775"/>
                </a:lnTo>
                <a:lnTo>
                  <a:pt x="1038225" y="1247775"/>
                </a:lnTo>
                <a:close/>
                <a:moveTo>
                  <a:pt x="1466850" y="1247775"/>
                </a:moveTo>
                <a:lnTo>
                  <a:pt x="1476375" y="1247775"/>
                </a:lnTo>
                <a:lnTo>
                  <a:pt x="1476375" y="1276350"/>
                </a:lnTo>
                <a:lnTo>
                  <a:pt x="1466850" y="1276350"/>
                </a:lnTo>
                <a:close/>
                <a:moveTo>
                  <a:pt x="790575" y="1257300"/>
                </a:moveTo>
                <a:lnTo>
                  <a:pt x="800100" y="1257300"/>
                </a:lnTo>
                <a:lnTo>
                  <a:pt x="800100" y="1276350"/>
                </a:lnTo>
                <a:lnTo>
                  <a:pt x="790575" y="1276350"/>
                </a:lnTo>
                <a:close/>
                <a:moveTo>
                  <a:pt x="1438275" y="1266825"/>
                </a:moveTo>
                <a:lnTo>
                  <a:pt x="1447800" y="1266825"/>
                </a:lnTo>
                <a:lnTo>
                  <a:pt x="1447800" y="1276350"/>
                </a:lnTo>
                <a:lnTo>
                  <a:pt x="1438275" y="1276350"/>
                </a:lnTo>
                <a:close/>
                <a:moveTo>
                  <a:pt x="438150" y="1276350"/>
                </a:moveTo>
                <a:lnTo>
                  <a:pt x="447675" y="1276350"/>
                </a:lnTo>
                <a:lnTo>
                  <a:pt x="447675" y="1285875"/>
                </a:lnTo>
                <a:lnTo>
                  <a:pt x="438150" y="1285875"/>
                </a:lnTo>
                <a:close/>
                <a:moveTo>
                  <a:pt x="523875" y="1276350"/>
                </a:moveTo>
                <a:lnTo>
                  <a:pt x="533400" y="1276350"/>
                </a:lnTo>
                <a:lnTo>
                  <a:pt x="533400" y="1285875"/>
                </a:lnTo>
                <a:lnTo>
                  <a:pt x="523875" y="1285875"/>
                </a:lnTo>
                <a:close/>
                <a:moveTo>
                  <a:pt x="133350" y="1285875"/>
                </a:moveTo>
                <a:lnTo>
                  <a:pt x="142875" y="1285875"/>
                </a:lnTo>
                <a:lnTo>
                  <a:pt x="142875" y="1314450"/>
                </a:lnTo>
                <a:lnTo>
                  <a:pt x="133350" y="1314450"/>
                </a:lnTo>
                <a:lnTo>
                  <a:pt x="133350" y="1343025"/>
                </a:lnTo>
                <a:lnTo>
                  <a:pt x="123825" y="1343025"/>
                </a:lnTo>
                <a:lnTo>
                  <a:pt x="123825" y="1352550"/>
                </a:lnTo>
                <a:lnTo>
                  <a:pt x="95250" y="1352550"/>
                </a:lnTo>
                <a:lnTo>
                  <a:pt x="95250" y="1343025"/>
                </a:lnTo>
                <a:lnTo>
                  <a:pt x="85725" y="1343025"/>
                </a:lnTo>
                <a:lnTo>
                  <a:pt x="85725" y="1314450"/>
                </a:lnTo>
                <a:lnTo>
                  <a:pt x="95250" y="1314450"/>
                </a:lnTo>
                <a:lnTo>
                  <a:pt x="95250" y="1323975"/>
                </a:lnTo>
                <a:lnTo>
                  <a:pt x="104775" y="1323975"/>
                </a:lnTo>
                <a:lnTo>
                  <a:pt x="104775" y="1314450"/>
                </a:lnTo>
                <a:lnTo>
                  <a:pt x="114300" y="1314450"/>
                </a:lnTo>
                <a:lnTo>
                  <a:pt x="114300" y="1295400"/>
                </a:lnTo>
                <a:lnTo>
                  <a:pt x="123825" y="1295400"/>
                </a:lnTo>
                <a:lnTo>
                  <a:pt x="123825" y="1304925"/>
                </a:lnTo>
                <a:lnTo>
                  <a:pt x="133350" y="1304925"/>
                </a:lnTo>
                <a:close/>
                <a:moveTo>
                  <a:pt x="1343025" y="1314450"/>
                </a:moveTo>
                <a:lnTo>
                  <a:pt x="1362075" y="1314450"/>
                </a:lnTo>
                <a:lnTo>
                  <a:pt x="1362075" y="1323975"/>
                </a:lnTo>
                <a:lnTo>
                  <a:pt x="1343025" y="1323975"/>
                </a:lnTo>
                <a:close/>
                <a:moveTo>
                  <a:pt x="1371600" y="1314450"/>
                </a:moveTo>
                <a:lnTo>
                  <a:pt x="1390650" y="1314450"/>
                </a:lnTo>
                <a:lnTo>
                  <a:pt x="1390650" y="1323975"/>
                </a:lnTo>
                <a:lnTo>
                  <a:pt x="1371600" y="1323975"/>
                </a:lnTo>
                <a:close/>
                <a:moveTo>
                  <a:pt x="1409700" y="1314450"/>
                </a:moveTo>
                <a:lnTo>
                  <a:pt x="1419225" y="1314450"/>
                </a:lnTo>
                <a:lnTo>
                  <a:pt x="1419225" y="1323975"/>
                </a:lnTo>
                <a:lnTo>
                  <a:pt x="1409700" y="1323975"/>
                </a:lnTo>
                <a:close/>
                <a:moveTo>
                  <a:pt x="1333500" y="1323975"/>
                </a:moveTo>
                <a:lnTo>
                  <a:pt x="1343025" y="1323975"/>
                </a:lnTo>
                <a:lnTo>
                  <a:pt x="1343025" y="1333500"/>
                </a:lnTo>
                <a:lnTo>
                  <a:pt x="1333500" y="1333500"/>
                </a:lnTo>
                <a:close/>
                <a:moveTo>
                  <a:pt x="1447800" y="1323975"/>
                </a:moveTo>
                <a:lnTo>
                  <a:pt x="1457325" y="1323975"/>
                </a:lnTo>
                <a:lnTo>
                  <a:pt x="1457325" y="1333500"/>
                </a:lnTo>
                <a:lnTo>
                  <a:pt x="1447800" y="1333500"/>
                </a:lnTo>
                <a:close/>
                <a:moveTo>
                  <a:pt x="1962150" y="1323975"/>
                </a:moveTo>
                <a:lnTo>
                  <a:pt x="1971675" y="1323975"/>
                </a:lnTo>
                <a:lnTo>
                  <a:pt x="1971675" y="1343025"/>
                </a:lnTo>
                <a:lnTo>
                  <a:pt x="1981200" y="1343025"/>
                </a:lnTo>
                <a:lnTo>
                  <a:pt x="1981200" y="1409700"/>
                </a:lnTo>
                <a:lnTo>
                  <a:pt x="1971675" y="1409700"/>
                </a:lnTo>
                <a:lnTo>
                  <a:pt x="1971675" y="1362075"/>
                </a:lnTo>
                <a:lnTo>
                  <a:pt x="1962150" y="1362075"/>
                </a:lnTo>
                <a:close/>
                <a:moveTo>
                  <a:pt x="1438275" y="1333500"/>
                </a:moveTo>
                <a:lnTo>
                  <a:pt x="1447800" y="1333500"/>
                </a:lnTo>
                <a:lnTo>
                  <a:pt x="1447800" y="1343025"/>
                </a:lnTo>
                <a:lnTo>
                  <a:pt x="1438275" y="1343025"/>
                </a:lnTo>
                <a:close/>
                <a:moveTo>
                  <a:pt x="1609725" y="1333500"/>
                </a:moveTo>
                <a:lnTo>
                  <a:pt x="1619250" y="1333500"/>
                </a:lnTo>
                <a:lnTo>
                  <a:pt x="1619250" y="1343025"/>
                </a:lnTo>
                <a:lnTo>
                  <a:pt x="1609725" y="1343025"/>
                </a:lnTo>
                <a:close/>
                <a:moveTo>
                  <a:pt x="1381125" y="1343025"/>
                </a:moveTo>
                <a:lnTo>
                  <a:pt x="1419225" y="1343025"/>
                </a:lnTo>
                <a:lnTo>
                  <a:pt x="1419225" y="1352550"/>
                </a:lnTo>
                <a:lnTo>
                  <a:pt x="1381125" y="1352550"/>
                </a:lnTo>
                <a:close/>
                <a:moveTo>
                  <a:pt x="66675" y="1352550"/>
                </a:moveTo>
                <a:lnTo>
                  <a:pt x="76200" y="1352550"/>
                </a:lnTo>
                <a:lnTo>
                  <a:pt x="76200" y="1362075"/>
                </a:lnTo>
                <a:lnTo>
                  <a:pt x="66675" y="1362075"/>
                </a:lnTo>
                <a:close/>
                <a:moveTo>
                  <a:pt x="1371600" y="1352550"/>
                </a:moveTo>
                <a:lnTo>
                  <a:pt x="1381125" y="1352550"/>
                </a:lnTo>
                <a:lnTo>
                  <a:pt x="1381125" y="1362075"/>
                </a:lnTo>
                <a:lnTo>
                  <a:pt x="1371600" y="1362075"/>
                </a:lnTo>
                <a:close/>
                <a:moveTo>
                  <a:pt x="1362075" y="1362075"/>
                </a:moveTo>
                <a:lnTo>
                  <a:pt x="1371600" y="1362075"/>
                </a:lnTo>
                <a:lnTo>
                  <a:pt x="1371600" y="1371600"/>
                </a:lnTo>
                <a:lnTo>
                  <a:pt x="1362075" y="1371600"/>
                </a:lnTo>
                <a:close/>
                <a:moveTo>
                  <a:pt x="1352550" y="1371600"/>
                </a:moveTo>
                <a:lnTo>
                  <a:pt x="1362075" y="1371600"/>
                </a:lnTo>
                <a:lnTo>
                  <a:pt x="1362075" y="1390650"/>
                </a:lnTo>
                <a:lnTo>
                  <a:pt x="1352550" y="1390650"/>
                </a:lnTo>
                <a:close/>
                <a:moveTo>
                  <a:pt x="1619250" y="1381125"/>
                </a:moveTo>
                <a:lnTo>
                  <a:pt x="1628775" y="1381125"/>
                </a:lnTo>
                <a:lnTo>
                  <a:pt x="1628775" y="1390650"/>
                </a:lnTo>
                <a:lnTo>
                  <a:pt x="1619250" y="1390650"/>
                </a:lnTo>
                <a:close/>
                <a:moveTo>
                  <a:pt x="609600" y="1428750"/>
                </a:moveTo>
                <a:lnTo>
                  <a:pt x="628650" y="1428750"/>
                </a:lnTo>
                <a:lnTo>
                  <a:pt x="628650" y="1438275"/>
                </a:lnTo>
                <a:lnTo>
                  <a:pt x="609600" y="1438275"/>
                </a:lnTo>
                <a:close/>
                <a:moveTo>
                  <a:pt x="1971675" y="1428750"/>
                </a:moveTo>
                <a:lnTo>
                  <a:pt x="1981200" y="1428750"/>
                </a:lnTo>
                <a:lnTo>
                  <a:pt x="1981200" y="1457325"/>
                </a:lnTo>
                <a:lnTo>
                  <a:pt x="1971675" y="1457325"/>
                </a:lnTo>
                <a:close/>
                <a:moveTo>
                  <a:pt x="676275" y="1438275"/>
                </a:moveTo>
                <a:lnTo>
                  <a:pt x="685800" y="1438275"/>
                </a:lnTo>
                <a:lnTo>
                  <a:pt x="685800" y="1447800"/>
                </a:lnTo>
                <a:lnTo>
                  <a:pt x="676275" y="1447800"/>
                </a:lnTo>
                <a:close/>
                <a:moveTo>
                  <a:pt x="1619250" y="1438275"/>
                </a:moveTo>
                <a:lnTo>
                  <a:pt x="1628775" y="1438275"/>
                </a:lnTo>
                <a:lnTo>
                  <a:pt x="1628775" y="1447800"/>
                </a:lnTo>
                <a:lnTo>
                  <a:pt x="1619250" y="1447800"/>
                </a:lnTo>
                <a:close/>
                <a:moveTo>
                  <a:pt x="628650" y="1447800"/>
                </a:moveTo>
                <a:lnTo>
                  <a:pt x="638175" y="1447800"/>
                </a:lnTo>
                <a:lnTo>
                  <a:pt x="638175" y="1457325"/>
                </a:lnTo>
                <a:lnTo>
                  <a:pt x="628650" y="1457325"/>
                </a:lnTo>
                <a:close/>
                <a:moveTo>
                  <a:pt x="95250" y="1457325"/>
                </a:moveTo>
                <a:lnTo>
                  <a:pt x="104775" y="1457325"/>
                </a:lnTo>
                <a:lnTo>
                  <a:pt x="104775" y="1476375"/>
                </a:lnTo>
                <a:lnTo>
                  <a:pt x="95250" y="1476375"/>
                </a:lnTo>
                <a:close/>
                <a:moveTo>
                  <a:pt x="114300" y="1457325"/>
                </a:moveTo>
                <a:lnTo>
                  <a:pt x="123825" y="1457325"/>
                </a:lnTo>
                <a:lnTo>
                  <a:pt x="123825" y="1495425"/>
                </a:lnTo>
                <a:lnTo>
                  <a:pt x="114300" y="1495425"/>
                </a:lnTo>
                <a:close/>
                <a:moveTo>
                  <a:pt x="2343150" y="1457325"/>
                </a:moveTo>
                <a:lnTo>
                  <a:pt x="2352675" y="1457325"/>
                </a:lnTo>
                <a:lnTo>
                  <a:pt x="2352675" y="1476375"/>
                </a:lnTo>
                <a:lnTo>
                  <a:pt x="2343150" y="1476375"/>
                </a:lnTo>
                <a:close/>
                <a:moveTo>
                  <a:pt x="1609725" y="1466850"/>
                </a:moveTo>
                <a:lnTo>
                  <a:pt x="1619250" y="1466850"/>
                </a:lnTo>
                <a:lnTo>
                  <a:pt x="1619250" y="1476375"/>
                </a:lnTo>
                <a:lnTo>
                  <a:pt x="1609725" y="1476375"/>
                </a:lnTo>
                <a:close/>
                <a:moveTo>
                  <a:pt x="1362075" y="1476375"/>
                </a:moveTo>
                <a:lnTo>
                  <a:pt x="1371600" y="1476375"/>
                </a:lnTo>
                <a:lnTo>
                  <a:pt x="1371600" y="1495425"/>
                </a:lnTo>
                <a:lnTo>
                  <a:pt x="1362075" y="1495425"/>
                </a:lnTo>
                <a:close/>
                <a:moveTo>
                  <a:pt x="47625" y="1485900"/>
                </a:moveTo>
                <a:lnTo>
                  <a:pt x="66675" y="1485900"/>
                </a:lnTo>
                <a:lnTo>
                  <a:pt x="66675" y="1495425"/>
                </a:lnTo>
                <a:lnTo>
                  <a:pt x="47625" y="1495425"/>
                </a:lnTo>
                <a:close/>
                <a:moveTo>
                  <a:pt x="1695450" y="1495425"/>
                </a:moveTo>
                <a:lnTo>
                  <a:pt x="1714500" y="1495425"/>
                </a:lnTo>
                <a:lnTo>
                  <a:pt x="1714500" y="1504950"/>
                </a:lnTo>
                <a:lnTo>
                  <a:pt x="1704975" y="1504950"/>
                </a:lnTo>
                <a:lnTo>
                  <a:pt x="1704975" y="1524000"/>
                </a:lnTo>
                <a:lnTo>
                  <a:pt x="1714500" y="1524000"/>
                </a:lnTo>
                <a:lnTo>
                  <a:pt x="1714500" y="1514475"/>
                </a:lnTo>
                <a:lnTo>
                  <a:pt x="1724025" y="1514475"/>
                </a:lnTo>
                <a:lnTo>
                  <a:pt x="1724025" y="1533525"/>
                </a:lnTo>
                <a:lnTo>
                  <a:pt x="1733550" y="1533525"/>
                </a:lnTo>
                <a:lnTo>
                  <a:pt x="1733550" y="1552575"/>
                </a:lnTo>
                <a:lnTo>
                  <a:pt x="1724025" y="1552575"/>
                </a:lnTo>
                <a:lnTo>
                  <a:pt x="1724025" y="1543050"/>
                </a:lnTo>
                <a:lnTo>
                  <a:pt x="1714500" y="1543050"/>
                </a:lnTo>
                <a:lnTo>
                  <a:pt x="1714500" y="1562100"/>
                </a:lnTo>
                <a:lnTo>
                  <a:pt x="1704975" y="1562100"/>
                </a:lnTo>
                <a:lnTo>
                  <a:pt x="1704975" y="1533525"/>
                </a:lnTo>
                <a:lnTo>
                  <a:pt x="1695450" y="1533525"/>
                </a:lnTo>
                <a:close/>
                <a:moveTo>
                  <a:pt x="1981200" y="1524000"/>
                </a:moveTo>
                <a:lnTo>
                  <a:pt x="1990725" y="1524000"/>
                </a:lnTo>
                <a:lnTo>
                  <a:pt x="1990725" y="1543050"/>
                </a:lnTo>
                <a:lnTo>
                  <a:pt x="1981200" y="1543050"/>
                </a:lnTo>
                <a:close/>
                <a:moveTo>
                  <a:pt x="85725" y="1533525"/>
                </a:moveTo>
                <a:lnTo>
                  <a:pt x="95250" y="1533525"/>
                </a:lnTo>
                <a:lnTo>
                  <a:pt x="95250" y="1543050"/>
                </a:lnTo>
                <a:lnTo>
                  <a:pt x="85725" y="1543050"/>
                </a:lnTo>
                <a:close/>
                <a:moveTo>
                  <a:pt x="895350" y="1533525"/>
                </a:moveTo>
                <a:lnTo>
                  <a:pt x="904875" y="1533525"/>
                </a:lnTo>
                <a:lnTo>
                  <a:pt x="904875" y="1543050"/>
                </a:lnTo>
                <a:lnTo>
                  <a:pt x="895350" y="1543050"/>
                </a:lnTo>
                <a:close/>
                <a:moveTo>
                  <a:pt x="885825" y="1543050"/>
                </a:moveTo>
                <a:lnTo>
                  <a:pt x="895350" y="1543050"/>
                </a:lnTo>
                <a:lnTo>
                  <a:pt x="895350" y="1562100"/>
                </a:lnTo>
                <a:lnTo>
                  <a:pt x="885825" y="1562100"/>
                </a:lnTo>
                <a:close/>
                <a:moveTo>
                  <a:pt x="914400" y="1562100"/>
                </a:moveTo>
                <a:lnTo>
                  <a:pt x="923925" y="1562100"/>
                </a:lnTo>
                <a:lnTo>
                  <a:pt x="923925" y="1571625"/>
                </a:lnTo>
                <a:lnTo>
                  <a:pt x="914400" y="1571625"/>
                </a:lnTo>
                <a:close/>
                <a:moveTo>
                  <a:pt x="1390650" y="1562100"/>
                </a:moveTo>
                <a:lnTo>
                  <a:pt x="1400175" y="1562100"/>
                </a:lnTo>
                <a:lnTo>
                  <a:pt x="1400175" y="1581150"/>
                </a:lnTo>
                <a:lnTo>
                  <a:pt x="1390650" y="1581150"/>
                </a:lnTo>
                <a:close/>
                <a:moveTo>
                  <a:pt x="1562100" y="1562100"/>
                </a:moveTo>
                <a:lnTo>
                  <a:pt x="1571625" y="1562100"/>
                </a:lnTo>
                <a:lnTo>
                  <a:pt x="1571625" y="1571625"/>
                </a:lnTo>
                <a:lnTo>
                  <a:pt x="1562100" y="1571625"/>
                </a:lnTo>
                <a:close/>
                <a:moveTo>
                  <a:pt x="704850" y="1571625"/>
                </a:moveTo>
                <a:lnTo>
                  <a:pt x="714375" y="1571625"/>
                </a:lnTo>
                <a:lnTo>
                  <a:pt x="714375" y="1581150"/>
                </a:lnTo>
                <a:lnTo>
                  <a:pt x="704850" y="1581150"/>
                </a:lnTo>
                <a:close/>
                <a:moveTo>
                  <a:pt x="866775" y="1571625"/>
                </a:moveTo>
                <a:lnTo>
                  <a:pt x="876300" y="1571625"/>
                </a:lnTo>
                <a:lnTo>
                  <a:pt x="876300" y="1581150"/>
                </a:lnTo>
                <a:lnTo>
                  <a:pt x="866775" y="1581150"/>
                </a:lnTo>
                <a:close/>
                <a:moveTo>
                  <a:pt x="923925" y="1571625"/>
                </a:moveTo>
                <a:lnTo>
                  <a:pt x="933450" y="1571625"/>
                </a:lnTo>
                <a:lnTo>
                  <a:pt x="933450" y="1581150"/>
                </a:lnTo>
                <a:lnTo>
                  <a:pt x="962025" y="1581150"/>
                </a:lnTo>
                <a:lnTo>
                  <a:pt x="962025" y="1590675"/>
                </a:lnTo>
                <a:lnTo>
                  <a:pt x="942975" y="1590675"/>
                </a:lnTo>
                <a:lnTo>
                  <a:pt x="942975" y="1600200"/>
                </a:lnTo>
                <a:lnTo>
                  <a:pt x="933450" y="1600200"/>
                </a:lnTo>
                <a:lnTo>
                  <a:pt x="933450" y="1590675"/>
                </a:lnTo>
                <a:lnTo>
                  <a:pt x="923925" y="1590675"/>
                </a:lnTo>
                <a:close/>
                <a:moveTo>
                  <a:pt x="1009650" y="1571625"/>
                </a:moveTo>
                <a:lnTo>
                  <a:pt x="1019175" y="1571625"/>
                </a:lnTo>
                <a:lnTo>
                  <a:pt x="1019175" y="1581150"/>
                </a:lnTo>
                <a:lnTo>
                  <a:pt x="1009650" y="1581150"/>
                </a:lnTo>
                <a:close/>
                <a:moveTo>
                  <a:pt x="1552575" y="1571625"/>
                </a:moveTo>
                <a:lnTo>
                  <a:pt x="1562100" y="1571625"/>
                </a:lnTo>
                <a:lnTo>
                  <a:pt x="1562100" y="1581150"/>
                </a:lnTo>
                <a:lnTo>
                  <a:pt x="1552575" y="1581150"/>
                </a:lnTo>
                <a:close/>
                <a:moveTo>
                  <a:pt x="828675" y="1581150"/>
                </a:moveTo>
                <a:lnTo>
                  <a:pt x="857250" y="1581150"/>
                </a:lnTo>
                <a:lnTo>
                  <a:pt x="857250" y="1590675"/>
                </a:lnTo>
                <a:lnTo>
                  <a:pt x="847725" y="1590675"/>
                </a:lnTo>
                <a:lnTo>
                  <a:pt x="847725" y="1600200"/>
                </a:lnTo>
                <a:lnTo>
                  <a:pt x="838200" y="1600200"/>
                </a:lnTo>
                <a:lnTo>
                  <a:pt x="838200" y="1609725"/>
                </a:lnTo>
                <a:lnTo>
                  <a:pt x="828675" y="1609725"/>
                </a:lnTo>
                <a:lnTo>
                  <a:pt x="828675" y="1619250"/>
                </a:lnTo>
                <a:lnTo>
                  <a:pt x="819150" y="1619250"/>
                </a:lnTo>
                <a:lnTo>
                  <a:pt x="819150" y="1590675"/>
                </a:lnTo>
                <a:lnTo>
                  <a:pt x="828675" y="1590675"/>
                </a:lnTo>
                <a:close/>
                <a:moveTo>
                  <a:pt x="1019175" y="1581150"/>
                </a:moveTo>
                <a:lnTo>
                  <a:pt x="1028700" y="1581150"/>
                </a:lnTo>
                <a:lnTo>
                  <a:pt x="1028700" y="1590675"/>
                </a:lnTo>
                <a:lnTo>
                  <a:pt x="1019175" y="1590675"/>
                </a:lnTo>
                <a:close/>
                <a:moveTo>
                  <a:pt x="1685925" y="1581150"/>
                </a:moveTo>
                <a:lnTo>
                  <a:pt x="1695450" y="1581150"/>
                </a:lnTo>
                <a:lnTo>
                  <a:pt x="1695450" y="1600200"/>
                </a:lnTo>
                <a:lnTo>
                  <a:pt x="1704975" y="1600200"/>
                </a:lnTo>
                <a:lnTo>
                  <a:pt x="1704975" y="1609725"/>
                </a:lnTo>
                <a:lnTo>
                  <a:pt x="1676400" y="1609725"/>
                </a:lnTo>
                <a:lnTo>
                  <a:pt x="1676400" y="1600200"/>
                </a:lnTo>
                <a:lnTo>
                  <a:pt x="1685925" y="1600200"/>
                </a:lnTo>
                <a:close/>
                <a:moveTo>
                  <a:pt x="0" y="1590675"/>
                </a:moveTo>
                <a:lnTo>
                  <a:pt x="19050" y="1590675"/>
                </a:lnTo>
                <a:lnTo>
                  <a:pt x="19050" y="1609725"/>
                </a:lnTo>
                <a:lnTo>
                  <a:pt x="28575" y="1609725"/>
                </a:lnTo>
                <a:lnTo>
                  <a:pt x="28575" y="1619250"/>
                </a:lnTo>
                <a:lnTo>
                  <a:pt x="0" y="1619250"/>
                </a:lnTo>
                <a:lnTo>
                  <a:pt x="0" y="1609725"/>
                </a:lnTo>
                <a:lnTo>
                  <a:pt x="9525" y="1609725"/>
                </a:lnTo>
                <a:lnTo>
                  <a:pt x="9525" y="1600200"/>
                </a:lnTo>
                <a:lnTo>
                  <a:pt x="0" y="1600200"/>
                </a:lnTo>
                <a:close/>
                <a:moveTo>
                  <a:pt x="1057275" y="1590675"/>
                </a:moveTo>
                <a:lnTo>
                  <a:pt x="1066800" y="1590675"/>
                </a:lnTo>
                <a:lnTo>
                  <a:pt x="1066800" y="1600200"/>
                </a:lnTo>
                <a:lnTo>
                  <a:pt x="1057275" y="1600200"/>
                </a:lnTo>
                <a:close/>
                <a:moveTo>
                  <a:pt x="1524000" y="1590675"/>
                </a:moveTo>
                <a:lnTo>
                  <a:pt x="1533525" y="1590675"/>
                </a:lnTo>
                <a:lnTo>
                  <a:pt x="1533525" y="1600200"/>
                </a:lnTo>
                <a:lnTo>
                  <a:pt x="1524000" y="1600200"/>
                </a:lnTo>
                <a:close/>
                <a:moveTo>
                  <a:pt x="1743075" y="1590675"/>
                </a:moveTo>
                <a:lnTo>
                  <a:pt x="1752600" y="1590675"/>
                </a:lnTo>
                <a:lnTo>
                  <a:pt x="1752600" y="1600200"/>
                </a:lnTo>
                <a:lnTo>
                  <a:pt x="1743075" y="1600200"/>
                </a:lnTo>
                <a:close/>
                <a:moveTo>
                  <a:pt x="981075" y="1600200"/>
                </a:moveTo>
                <a:lnTo>
                  <a:pt x="990600" y="1600200"/>
                </a:lnTo>
                <a:lnTo>
                  <a:pt x="990600" y="1609725"/>
                </a:lnTo>
                <a:lnTo>
                  <a:pt x="981075" y="1609725"/>
                </a:lnTo>
                <a:close/>
                <a:moveTo>
                  <a:pt x="1714500" y="1600200"/>
                </a:moveTo>
                <a:lnTo>
                  <a:pt x="1743075" y="1600200"/>
                </a:lnTo>
                <a:lnTo>
                  <a:pt x="1743075" y="1609725"/>
                </a:lnTo>
                <a:lnTo>
                  <a:pt x="1714500" y="1609725"/>
                </a:lnTo>
                <a:close/>
                <a:moveTo>
                  <a:pt x="990600" y="1609725"/>
                </a:moveTo>
                <a:lnTo>
                  <a:pt x="1000125" y="1609725"/>
                </a:lnTo>
                <a:lnTo>
                  <a:pt x="1000125" y="1619250"/>
                </a:lnTo>
                <a:lnTo>
                  <a:pt x="990600" y="1619250"/>
                </a:lnTo>
                <a:close/>
                <a:moveTo>
                  <a:pt x="1190625" y="1609725"/>
                </a:moveTo>
                <a:lnTo>
                  <a:pt x="1209675" y="1609725"/>
                </a:lnTo>
                <a:lnTo>
                  <a:pt x="1209675" y="1619250"/>
                </a:lnTo>
                <a:lnTo>
                  <a:pt x="1200150" y="1619250"/>
                </a:lnTo>
                <a:lnTo>
                  <a:pt x="1200150" y="1666875"/>
                </a:lnTo>
                <a:lnTo>
                  <a:pt x="1209675" y="1666875"/>
                </a:lnTo>
                <a:lnTo>
                  <a:pt x="1209675" y="1676400"/>
                </a:lnTo>
                <a:lnTo>
                  <a:pt x="1219200" y="1676400"/>
                </a:lnTo>
                <a:lnTo>
                  <a:pt x="1219200" y="1685925"/>
                </a:lnTo>
                <a:lnTo>
                  <a:pt x="1200150" y="1685925"/>
                </a:lnTo>
                <a:lnTo>
                  <a:pt x="1200150" y="1676400"/>
                </a:lnTo>
                <a:lnTo>
                  <a:pt x="1190625" y="1676400"/>
                </a:lnTo>
                <a:lnTo>
                  <a:pt x="1190625" y="1657350"/>
                </a:lnTo>
                <a:lnTo>
                  <a:pt x="1181100" y="1657350"/>
                </a:lnTo>
                <a:lnTo>
                  <a:pt x="1181100" y="1619250"/>
                </a:lnTo>
                <a:lnTo>
                  <a:pt x="1190625" y="1619250"/>
                </a:lnTo>
                <a:close/>
                <a:moveTo>
                  <a:pt x="809625" y="1619250"/>
                </a:moveTo>
                <a:lnTo>
                  <a:pt x="819150" y="1619250"/>
                </a:lnTo>
                <a:lnTo>
                  <a:pt x="819150" y="1628775"/>
                </a:lnTo>
                <a:lnTo>
                  <a:pt x="809625" y="1628775"/>
                </a:lnTo>
                <a:close/>
                <a:moveTo>
                  <a:pt x="876300" y="1619250"/>
                </a:moveTo>
                <a:lnTo>
                  <a:pt x="885825" y="1619250"/>
                </a:lnTo>
                <a:lnTo>
                  <a:pt x="885825" y="1628775"/>
                </a:lnTo>
                <a:lnTo>
                  <a:pt x="876300" y="1628775"/>
                </a:lnTo>
                <a:close/>
                <a:moveTo>
                  <a:pt x="1000125" y="1619250"/>
                </a:moveTo>
                <a:lnTo>
                  <a:pt x="1009650" y="1619250"/>
                </a:lnTo>
                <a:lnTo>
                  <a:pt x="1009650" y="1628775"/>
                </a:lnTo>
                <a:lnTo>
                  <a:pt x="1000125" y="1628775"/>
                </a:lnTo>
                <a:close/>
                <a:moveTo>
                  <a:pt x="1209675" y="1619250"/>
                </a:moveTo>
                <a:lnTo>
                  <a:pt x="1219200" y="1619250"/>
                </a:lnTo>
                <a:lnTo>
                  <a:pt x="1219200" y="1638300"/>
                </a:lnTo>
                <a:lnTo>
                  <a:pt x="1209675" y="1638300"/>
                </a:lnTo>
                <a:close/>
                <a:moveTo>
                  <a:pt x="1990725" y="1619250"/>
                </a:moveTo>
                <a:lnTo>
                  <a:pt x="2000250" y="1619250"/>
                </a:lnTo>
                <a:lnTo>
                  <a:pt x="2000250" y="1628775"/>
                </a:lnTo>
                <a:lnTo>
                  <a:pt x="1990725" y="1628775"/>
                </a:lnTo>
                <a:close/>
                <a:moveTo>
                  <a:pt x="0" y="1628775"/>
                </a:moveTo>
                <a:lnTo>
                  <a:pt x="9525" y="1628775"/>
                </a:lnTo>
                <a:lnTo>
                  <a:pt x="9525" y="1647825"/>
                </a:lnTo>
                <a:lnTo>
                  <a:pt x="19050" y="1647825"/>
                </a:lnTo>
                <a:lnTo>
                  <a:pt x="19050" y="1657350"/>
                </a:lnTo>
                <a:lnTo>
                  <a:pt x="28575" y="1657350"/>
                </a:lnTo>
                <a:lnTo>
                  <a:pt x="28575" y="1714500"/>
                </a:lnTo>
                <a:lnTo>
                  <a:pt x="19050" y="1714500"/>
                </a:lnTo>
                <a:lnTo>
                  <a:pt x="19050" y="1724025"/>
                </a:lnTo>
                <a:lnTo>
                  <a:pt x="9525" y="1724025"/>
                </a:lnTo>
                <a:lnTo>
                  <a:pt x="9525" y="1704975"/>
                </a:lnTo>
                <a:lnTo>
                  <a:pt x="0" y="1704975"/>
                </a:lnTo>
                <a:close/>
                <a:moveTo>
                  <a:pt x="762000" y="1628775"/>
                </a:moveTo>
                <a:lnTo>
                  <a:pt x="771525" y="1628775"/>
                </a:lnTo>
                <a:lnTo>
                  <a:pt x="771525" y="1638300"/>
                </a:lnTo>
                <a:lnTo>
                  <a:pt x="762000" y="1638300"/>
                </a:lnTo>
                <a:close/>
                <a:moveTo>
                  <a:pt x="800100" y="1628775"/>
                </a:moveTo>
                <a:lnTo>
                  <a:pt x="809625" y="1628775"/>
                </a:lnTo>
                <a:lnTo>
                  <a:pt x="809625" y="1638300"/>
                </a:lnTo>
                <a:lnTo>
                  <a:pt x="800100" y="1638300"/>
                </a:lnTo>
                <a:close/>
                <a:moveTo>
                  <a:pt x="1009650" y="1628775"/>
                </a:moveTo>
                <a:lnTo>
                  <a:pt x="1019175" y="1628775"/>
                </a:lnTo>
                <a:lnTo>
                  <a:pt x="1019175" y="1647825"/>
                </a:lnTo>
                <a:lnTo>
                  <a:pt x="1009650" y="1647825"/>
                </a:lnTo>
                <a:close/>
                <a:moveTo>
                  <a:pt x="1476375" y="1628775"/>
                </a:moveTo>
                <a:lnTo>
                  <a:pt x="1485900" y="1628775"/>
                </a:lnTo>
                <a:lnTo>
                  <a:pt x="1485900" y="1638300"/>
                </a:lnTo>
                <a:lnTo>
                  <a:pt x="1476375" y="1638300"/>
                </a:lnTo>
                <a:close/>
                <a:moveTo>
                  <a:pt x="514350" y="1638300"/>
                </a:moveTo>
                <a:lnTo>
                  <a:pt x="523875" y="1638300"/>
                </a:lnTo>
                <a:lnTo>
                  <a:pt x="523875" y="1647825"/>
                </a:lnTo>
                <a:lnTo>
                  <a:pt x="514350" y="1647825"/>
                </a:lnTo>
                <a:close/>
                <a:moveTo>
                  <a:pt x="771525" y="1638300"/>
                </a:moveTo>
                <a:lnTo>
                  <a:pt x="781050" y="1638300"/>
                </a:lnTo>
                <a:lnTo>
                  <a:pt x="781050" y="1647825"/>
                </a:lnTo>
                <a:lnTo>
                  <a:pt x="790575" y="1647825"/>
                </a:lnTo>
                <a:lnTo>
                  <a:pt x="790575" y="1638300"/>
                </a:lnTo>
                <a:lnTo>
                  <a:pt x="800100" y="1638300"/>
                </a:lnTo>
                <a:lnTo>
                  <a:pt x="800100" y="1657350"/>
                </a:lnTo>
                <a:lnTo>
                  <a:pt x="790575" y="1657350"/>
                </a:lnTo>
                <a:lnTo>
                  <a:pt x="790575" y="1666875"/>
                </a:lnTo>
                <a:lnTo>
                  <a:pt x="781050" y="1666875"/>
                </a:lnTo>
                <a:lnTo>
                  <a:pt x="781050" y="1676400"/>
                </a:lnTo>
                <a:lnTo>
                  <a:pt x="771525" y="1676400"/>
                </a:lnTo>
                <a:lnTo>
                  <a:pt x="771525" y="1657350"/>
                </a:lnTo>
                <a:lnTo>
                  <a:pt x="762000" y="1657350"/>
                </a:lnTo>
                <a:lnTo>
                  <a:pt x="762000" y="1647825"/>
                </a:lnTo>
                <a:lnTo>
                  <a:pt x="771525" y="1647825"/>
                </a:lnTo>
                <a:close/>
                <a:moveTo>
                  <a:pt x="981075" y="1638300"/>
                </a:moveTo>
                <a:lnTo>
                  <a:pt x="990600" y="1638300"/>
                </a:lnTo>
                <a:lnTo>
                  <a:pt x="990600" y="1647825"/>
                </a:lnTo>
                <a:lnTo>
                  <a:pt x="981075" y="1647825"/>
                </a:lnTo>
                <a:close/>
                <a:moveTo>
                  <a:pt x="1038225" y="1638300"/>
                </a:moveTo>
                <a:lnTo>
                  <a:pt x="1057275" y="1638300"/>
                </a:lnTo>
                <a:lnTo>
                  <a:pt x="1057275" y="1647825"/>
                </a:lnTo>
                <a:lnTo>
                  <a:pt x="1038225" y="1647825"/>
                </a:lnTo>
                <a:close/>
                <a:moveTo>
                  <a:pt x="1219200" y="1638300"/>
                </a:moveTo>
                <a:lnTo>
                  <a:pt x="1228725" y="1638300"/>
                </a:lnTo>
                <a:lnTo>
                  <a:pt x="1228725" y="1647825"/>
                </a:lnTo>
                <a:lnTo>
                  <a:pt x="1219200" y="1647825"/>
                </a:lnTo>
                <a:close/>
                <a:moveTo>
                  <a:pt x="1019175" y="1647825"/>
                </a:moveTo>
                <a:lnTo>
                  <a:pt x="1038225" y="1647825"/>
                </a:lnTo>
                <a:lnTo>
                  <a:pt x="1038225" y="1657350"/>
                </a:lnTo>
                <a:lnTo>
                  <a:pt x="1019175" y="1657350"/>
                </a:lnTo>
                <a:close/>
                <a:moveTo>
                  <a:pt x="1619250" y="1647825"/>
                </a:moveTo>
                <a:lnTo>
                  <a:pt x="1628775" y="1647825"/>
                </a:lnTo>
                <a:lnTo>
                  <a:pt x="1628775" y="1657350"/>
                </a:lnTo>
                <a:lnTo>
                  <a:pt x="1619250" y="1657350"/>
                </a:lnTo>
                <a:close/>
                <a:moveTo>
                  <a:pt x="1647825" y="1647825"/>
                </a:moveTo>
                <a:lnTo>
                  <a:pt x="1666875" y="1647825"/>
                </a:lnTo>
                <a:lnTo>
                  <a:pt x="1666875" y="1657350"/>
                </a:lnTo>
                <a:lnTo>
                  <a:pt x="1657350" y="1657350"/>
                </a:lnTo>
                <a:lnTo>
                  <a:pt x="1657350" y="1666875"/>
                </a:lnTo>
                <a:lnTo>
                  <a:pt x="1647825" y="1666875"/>
                </a:lnTo>
                <a:close/>
                <a:moveTo>
                  <a:pt x="1676400" y="1647825"/>
                </a:moveTo>
                <a:lnTo>
                  <a:pt x="1695450" y="1647825"/>
                </a:lnTo>
                <a:lnTo>
                  <a:pt x="1695450" y="1657350"/>
                </a:lnTo>
                <a:lnTo>
                  <a:pt x="1676400" y="1657350"/>
                </a:lnTo>
                <a:close/>
                <a:moveTo>
                  <a:pt x="1057275" y="1666875"/>
                </a:moveTo>
                <a:lnTo>
                  <a:pt x="1066800" y="1666875"/>
                </a:lnTo>
                <a:lnTo>
                  <a:pt x="1066800" y="1676400"/>
                </a:lnTo>
                <a:lnTo>
                  <a:pt x="1057275" y="1676400"/>
                </a:lnTo>
                <a:close/>
                <a:moveTo>
                  <a:pt x="1628775" y="1666875"/>
                </a:moveTo>
                <a:lnTo>
                  <a:pt x="1638300" y="1666875"/>
                </a:lnTo>
                <a:lnTo>
                  <a:pt x="1638300" y="1676400"/>
                </a:lnTo>
                <a:lnTo>
                  <a:pt x="1628775" y="1676400"/>
                </a:lnTo>
                <a:close/>
                <a:moveTo>
                  <a:pt x="838200" y="1676400"/>
                </a:moveTo>
                <a:lnTo>
                  <a:pt x="847725" y="1676400"/>
                </a:lnTo>
                <a:lnTo>
                  <a:pt x="847725" y="1704975"/>
                </a:lnTo>
                <a:lnTo>
                  <a:pt x="838200" y="1704975"/>
                </a:lnTo>
                <a:close/>
                <a:moveTo>
                  <a:pt x="1000125" y="1676400"/>
                </a:moveTo>
                <a:lnTo>
                  <a:pt x="1009650" y="1676400"/>
                </a:lnTo>
                <a:lnTo>
                  <a:pt x="1009650" y="1685925"/>
                </a:lnTo>
                <a:lnTo>
                  <a:pt x="1000125" y="1685925"/>
                </a:lnTo>
                <a:close/>
                <a:moveTo>
                  <a:pt x="1028700" y="1676400"/>
                </a:moveTo>
                <a:lnTo>
                  <a:pt x="1038225" y="1676400"/>
                </a:lnTo>
                <a:lnTo>
                  <a:pt x="1038225" y="1685925"/>
                </a:lnTo>
                <a:lnTo>
                  <a:pt x="1028700" y="1685925"/>
                </a:lnTo>
                <a:close/>
                <a:moveTo>
                  <a:pt x="57150" y="1685925"/>
                </a:moveTo>
                <a:lnTo>
                  <a:pt x="66675" y="1685925"/>
                </a:lnTo>
                <a:lnTo>
                  <a:pt x="66675" y="1695450"/>
                </a:lnTo>
                <a:lnTo>
                  <a:pt x="76200" y="1695450"/>
                </a:lnTo>
                <a:lnTo>
                  <a:pt x="76200" y="1704975"/>
                </a:lnTo>
                <a:lnTo>
                  <a:pt x="85725" y="1704975"/>
                </a:lnTo>
                <a:lnTo>
                  <a:pt x="85725" y="1695450"/>
                </a:lnTo>
                <a:lnTo>
                  <a:pt x="95250" y="1695450"/>
                </a:lnTo>
                <a:lnTo>
                  <a:pt x="95250" y="1762125"/>
                </a:lnTo>
                <a:lnTo>
                  <a:pt x="85725" y="1762125"/>
                </a:lnTo>
                <a:lnTo>
                  <a:pt x="85725" y="1752600"/>
                </a:lnTo>
                <a:lnTo>
                  <a:pt x="76200" y="1752600"/>
                </a:lnTo>
                <a:lnTo>
                  <a:pt x="76200" y="1762125"/>
                </a:lnTo>
                <a:lnTo>
                  <a:pt x="66675" y="1762125"/>
                </a:lnTo>
                <a:lnTo>
                  <a:pt x="66675" y="1752600"/>
                </a:lnTo>
                <a:lnTo>
                  <a:pt x="57150" y="1752600"/>
                </a:lnTo>
                <a:lnTo>
                  <a:pt x="57150" y="1724025"/>
                </a:lnTo>
                <a:lnTo>
                  <a:pt x="47625" y="1724025"/>
                </a:lnTo>
                <a:lnTo>
                  <a:pt x="47625" y="1695450"/>
                </a:lnTo>
                <a:lnTo>
                  <a:pt x="57150" y="1695450"/>
                </a:lnTo>
                <a:close/>
                <a:moveTo>
                  <a:pt x="2000250" y="1685925"/>
                </a:moveTo>
                <a:lnTo>
                  <a:pt x="2009775" y="1685925"/>
                </a:lnTo>
                <a:lnTo>
                  <a:pt x="2009775" y="1714500"/>
                </a:lnTo>
                <a:lnTo>
                  <a:pt x="2000250" y="1714500"/>
                </a:lnTo>
                <a:close/>
                <a:moveTo>
                  <a:pt x="990600" y="1695450"/>
                </a:moveTo>
                <a:lnTo>
                  <a:pt x="1000125" y="1695450"/>
                </a:lnTo>
                <a:lnTo>
                  <a:pt x="1000125" y="1704975"/>
                </a:lnTo>
                <a:lnTo>
                  <a:pt x="990600" y="1704975"/>
                </a:lnTo>
                <a:close/>
                <a:moveTo>
                  <a:pt x="800100" y="1704975"/>
                </a:moveTo>
                <a:lnTo>
                  <a:pt x="809625" y="1704975"/>
                </a:lnTo>
                <a:lnTo>
                  <a:pt x="809625" y="1714500"/>
                </a:lnTo>
                <a:lnTo>
                  <a:pt x="800100" y="1714500"/>
                </a:lnTo>
                <a:close/>
                <a:moveTo>
                  <a:pt x="847725" y="1724025"/>
                </a:moveTo>
                <a:lnTo>
                  <a:pt x="857250" y="1724025"/>
                </a:lnTo>
                <a:lnTo>
                  <a:pt x="857250" y="1733550"/>
                </a:lnTo>
                <a:lnTo>
                  <a:pt x="847725" y="1733550"/>
                </a:lnTo>
                <a:close/>
                <a:moveTo>
                  <a:pt x="1019175" y="1733550"/>
                </a:moveTo>
                <a:lnTo>
                  <a:pt x="1028700" y="1733550"/>
                </a:lnTo>
                <a:lnTo>
                  <a:pt x="1028700" y="1743075"/>
                </a:lnTo>
                <a:lnTo>
                  <a:pt x="1047750" y="1743075"/>
                </a:lnTo>
                <a:lnTo>
                  <a:pt x="1047750" y="1752600"/>
                </a:lnTo>
                <a:lnTo>
                  <a:pt x="1028700" y="1752600"/>
                </a:lnTo>
                <a:lnTo>
                  <a:pt x="1028700" y="1771650"/>
                </a:lnTo>
                <a:lnTo>
                  <a:pt x="1038225" y="1771650"/>
                </a:lnTo>
                <a:lnTo>
                  <a:pt x="1038225" y="1781175"/>
                </a:lnTo>
                <a:lnTo>
                  <a:pt x="1019175" y="1781175"/>
                </a:lnTo>
                <a:lnTo>
                  <a:pt x="1019175" y="1771650"/>
                </a:lnTo>
                <a:lnTo>
                  <a:pt x="1009650" y="1771650"/>
                </a:lnTo>
                <a:lnTo>
                  <a:pt x="1009650" y="1781175"/>
                </a:lnTo>
                <a:lnTo>
                  <a:pt x="990600" y="1781175"/>
                </a:lnTo>
                <a:lnTo>
                  <a:pt x="990600" y="1771650"/>
                </a:lnTo>
                <a:lnTo>
                  <a:pt x="1000125" y="1771650"/>
                </a:lnTo>
                <a:lnTo>
                  <a:pt x="1000125" y="1762125"/>
                </a:lnTo>
                <a:lnTo>
                  <a:pt x="1009650" y="1762125"/>
                </a:lnTo>
                <a:lnTo>
                  <a:pt x="1009650" y="1752600"/>
                </a:lnTo>
                <a:lnTo>
                  <a:pt x="1019175" y="1752600"/>
                </a:lnTo>
                <a:close/>
                <a:moveTo>
                  <a:pt x="2047875" y="1743075"/>
                </a:moveTo>
                <a:lnTo>
                  <a:pt x="2057400" y="1743075"/>
                </a:lnTo>
                <a:lnTo>
                  <a:pt x="2057400" y="1752600"/>
                </a:lnTo>
                <a:lnTo>
                  <a:pt x="2076450" y="1752600"/>
                </a:lnTo>
                <a:lnTo>
                  <a:pt x="2076450" y="1762125"/>
                </a:lnTo>
                <a:lnTo>
                  <a:pt x="2057400" y="1762125"/>
                </a:lnTo>
                <a:lnTo>
                  <a:pt x="2057400" y="1790700"/>
                </a:lnTo>
                <a:lnTo>
                  <a:pt x="2047875" y="1790700"/>
                </a:lnTo>
                <a:close/>
                <a:moveTo>
                  <a:pt x="952500" y="1752600"/>
                </a:moveTo>
                <a:lnTo>
                  <a:pt x="962025" y="1752600"/>
                </a:lnTo>
                <a:lnTo>
                  <a:pt x="962025" y="1762125"/>
                </a:lnTo>
                <a:lnTo>
                  <a:pt x="952500" y="1762125"/>
                </a:lnTo>
                <a:close/>
                <a:moveTo>
                  <a:pt x="847725" y="1771650"/>
                </a:moveTo>
                <a:lnTo>
                  <a:pt x="857250" y="1771650"/>
                </a:lnTo>
                <a:lnTo>
                  <a:pt x="857250" y="1781175"/>
                </a:lnTo>
                <a:lnTo>
                  <a:pt x="847725" y="1781175"/>
                </a:lnTo>
                <a:close/>
                <a:moveTo>
                  <a:pt x="76200" y="1781175"/>
                </a:moveTo>
                <a:lnTo>
                  <a:pt x="85725" y="1781175"/>
                </a:lnTo>
                <a:lnTo>
                  <a:pt x="85725" y="1809750"/>
                </a:lnTo>
                <a:lnTo>
                  <a:pt x="76200" y="1809750"/>
                </a:lnTo>
                <a:close/>
                <a:moveTo>
                  <a:pt x="885825" y="1790700"/>
                </a:moveTo>
                <a:lnTo>
                  <a:pt x="895350" y="1790700"/>
                </a:lnTo>
                <a:lnTo>
                  <a:pt x="895350" y="1800225"/>
                </a:lnTo>
                <a:lnTo>
                  <a:pt x="885825" y="1800225"/>
                </a:lnTo>
                <a:close/>
                <a:moveTo>
                  <a:pt x="2200275" y="1800225"/>
                </a:moveTo>
                <a:lnTo>
                  <a:pt x="2209800" y="1800225"/>
                </a:lnTo>
                <a:lnTo>
                  <a:pt x="2209800" y="1809750"/>
                </a:lnTo>
                <a:lnTo>
                  <a:pt x="2200275" y="1809750"/>
                </a:lnTo>
                <a:close/>
                <a:moveTo>
                  <a:pt x="57150" y="1809750"/>
                </a:moveTo>
                <a:lnTo>
                  <a:pt x="66675" y="1809750"/>
                </a:lnTo>
                <a:lnTo>
                  <a:pt x="66675" y="1819275"/>
                </a:lnTo>
                <a:lnTo>
                  <a:pt x="76200" y="1819275"/>
                </a:lnTo>
                <a:lnTo>
                  <a:pt x="76200" y="1885950"/>
                </a:lnTo>
                <a:lnTo>
                  <a:pt x="66675" y="1885950"/>
                </a:lnTo>
                <a:lnTo>
                  <a:pt x="66675" y="1866900"/>
                </a:lnTo>
                <a:lnTo>
                  <a:pt x="57150" y="1866900"/>
                </a:lnTo>
                <a:lnTo>
                  <a:pt x="57150" y="1857375"/>
                </a:lnTo>
                <a:lnTo>
                  <a:pt x="47625" y="1857375"/>
                </a:lnTo>
                <a:lnTo>
                  <a:pt x="47625" y="1828800"/>
                </a:lnTo>
                <a:lnTo>
                  <a:pt x="57150" y="1828800"/>
                </a:lnTo>
                <a:close/>
                <a:moveTo>
                  <a:pt x="542925" y="1819275"/>
                </a:moveTo>
                <a:lnTo>
                  <a:pt x="552450" y="1819275"/>
                </a:lnTo>
                <a:lnTo>
                  <a:pt x="552450" y="1828800"/>
                </a:lnTo>
                <a:lnTo>
                  <a:pt x="542925" y="1828800"/>
                </a:lnTo>
                <a:close/>
                <a:moveTo>
                  <a:pt x="2200275" y="1819275"/>
                </a:moveTo>
                <a:lnTo>
                  <a:pt x="2219325" y="1819275"/>
                </a:lnTo>
                <a:lnTo>
                  <a:pt x="2219325" y="1838325"/>
                </a:lnTo>
                <a:lnTo>
                  <a:pt x="2228850" y="1838325"/>
                </a:lnTo>
                <a:lnTo>
                  <a:pt x="2228850" y="1847850"/>
                </a:lnTo>
                <a:lnTo>
                  <a:pt x="2238375" y="1847850"/>
                </a:lnTo>
                <a:lnTo>
                  <a:pt x="2238375" y="1857375"/>
                </a:lnTo>
                <a:lnTo>
                  <a:pt x="2247900" y="1857375"/>
                </a:lnTo>
                <a:lnTo>
                  <a:pt x="2247900" y="1847850"/>
                </a:lnTo>
                <a:lnTo>
                  <a:pt x="2286000" y="1847850"/>
                </a:lnTo>
                <a:lnTo>
                  <a:pt x="2286000" y="1857375"/>
                </a:lnTo>
                <a:lnTo>
                  <a:pt x="2276475" y="1857375"/>
                </a:lnTo>
                <a:lnTo>
                  <a:pt x="2276475" y="1866900"/>
                </a:lnTo>
                <a:lnTo>
                  <a:pt x="2286000" y="1866900"/>
                </a:lnTo>
                <a:lnTo>
                  <a:pt x="2286000" y="1876425"/>
                </a:lnTo>
                <a:lnTo>
                  <a:pt x="2295525" y="1876425"/>
                </a:lnTo>
                <a:lnTo>
                  <a:pt x="2295525" y="1885950"/>
                </a:lnTo>
                <a:lnTo>
                  <a:pt x="2305050" y="1885950"/>
                </a:lnTo>
                <a:lnTo>
                  <a:pt x="2305050" y="1895475"/>
                </a:lnTo>
                <a:lnTo>
                  <a:pt x="2324100" y="1895475"/>
                </a:lnTo>
                <a:lnTo>
                  <a:pt x="2324100" y="1914525"/>
                </a:lnTo>
                <a:lnTo>
                  <a:pt x="2305050" y="1914525"/>
                </a:lnTo>
                <a:lnTo>
                  <a:pt x="2305050" y="1905000"/>
                </a:lnTo>
                <a:lnTo>
                  <a:pt x="2295525" y="1905000"/>
                </a:lnTo>
                <a:lnTo>
                  <a:pt x="2295525" y="1895475"/>
                </a:lnTo>
                <a:lnTo>
                  <a:pt x="2286000" y="1895475"/>
                </a:lnTo>
                <a:lnTo>
                  <a:pt x="2286000" y="1885950"/>
                </a:lnTo>
                <a:lnTo>
                  <a:pt x="2266950" y="1885950"/>
                </a:lnTo>
                <a:lnTo>
                  <a:pt x="2266950" y="1876425"/>
                </a:lnTo>
                <a:lnTo>
                  <a:pt x="2247900" y="1876425"/>
                </a:lnTo>
                <a:lnTo>
                  <a:pt x="2247900" y="1866900"/>
                </a:lnTo>
                <a:lnTo>
                  <a:pt x="2228850" y="1866900"/>
                </a:lnTo>
                <a:lnTo>
                  <a:pt x="2228850" y="1857375"/>
                </a:lnTo>
                <a:lnTo>
                  <a:pt x="2209800" y="1857375"/>
                </a:lnTo>
                <a:lnTo>
                  <a:pt x="2209800" y="1847850"/>
                </a:lnTo>
                <a:lnTo>
                  <a:pt x="2200275" y="1847850"/>
                </a:lnTo>
                <a:close/>
                <a:moveTo>
                  <a:pt x="2181225" y="1828800"/>
                </a:moveTo>
                <a:lnTo>
                  <a:pt x="2190750" y="1828800"/>
                </a:lnTo>
                <a:lnTo>
                  <a:pt x="2190750" y="1847850"/>
                </a:lnTo>
                <a:lnTo>
                  <a:pt x="2181225" y="1847850"/>
                </a:lnTo>
                <a:close/>
                <a:moveTo>
                  <a:pt x="19050" y="1857375"/>
                </a:moveTo>
                <a:lnTo>
                  <a:pt x="38100" y="1857375"/>
                </a:lnTo>
                <a:lnTo>
                  <a:pt x="38100" y="1876425"/>
                </a:lnTo>
                <a:lnTo>
                  <a:pt x="28575" y="1876425"/>
                </a:lnTo>
                <a:lnTo>
                  <a:pt x="28575" y="1866900"/>
                </a:lnTo>
                <a:lnTo>
                  <a:pt x="19050" y="1866900"/>
                </a:lnTo>
                <a:close/>
                <a:moveTo>
                  <a:pt x="571500" y="1857375"/>
                </a:moveTo>
                <a:lnTo>
                  <a:pt x="581025" y="1857375"/>
                </a:lnTo>
                <a:lnTo>
                  <a:pt x="581025" y="1866900"/>
                </a:lnTo>
                <a:lnTo>
                  <a:pt x="571500" y="1866900"/>
                </a:lnTo>
                <a:close/>
                <a:moveTo>
                  <a:pt x="2114550" y="1857375"/>
                </a:moveTo>
                <a:lnTo>
                  <a:pt x="2124075" y="1857375"/>
                </a:lnTo>
                <a:lnTo>
                  <a:pt x="2124075" y="1866900"/>
                </a:lnTo>
                <a:lnTo>
                  <a:pt x="2114550" y="1866900"/>
                </a:lnTo>
                <a:close/>
                <a:moveTo>
                  <a:pt x="47625" y="1866900"/>
                </a:moveTo>
                <a:lnTo>
                  <a:pt x="57150" y="1866900"/>
                </a:lnTo>
                <a:lnTo>
                  <a:pt x="57150" y="1876425"/>
                </a:lnTo>
                <a:lnTo>
                  <a:pt x="47625" y="1876425"/>
                </a:lnTo>
                <a:close/>
                <a:moveTo>
                  <a:pt x="581025" y="1866900"/>
                </a:moveTo>
                <a:lnTo>
                  <a:pt x="590550" y="1866900"/>
                </a:lnTo>
                <a:lnTo>
                  <a:pt x="590550" y="1876425"/>
                </a:lnTo>
                <a:lnTo>
                  <a:pt x="581025" y="1876425"/>
                </a:lnTo>
                <a:close/>
                <a:moveTo>
                  <a:pt x="590550" y="1876425"/>
                </a:moveTo>
                <a:lnTo>
                  <a:pt x="600075" y="1876425"/>
                </a:lnTo>
                <a:lnTo>
                  <a:pt x="600075" y="1885950"/>
                </a:lnTo>
                <a:lnTo>
                  <a:pt x="590550" y="1885950"/>
                </a:lnTo>
                <a:close/>
                <a:moveTo>
                  <a:pt x="2114550" y="1876425"/>
                </a:moveTo>
                <a:lnTo>
                  <a:pt x="2133600" y="1876425"/>
                </a:lnTo>
                <a:lnTo>
                  <a:pt x="2133600" y="1895475"/>
                </a:lnTo>
                <a:lnTo>
                  <a:pt x="2143125" y="1895475"/>
                </a:lnTo>
                <a:lnTo>
                  <a:pt x="2143125" y="1905000"/>
                </a:lnTo>
                <a:lnTo>
                  <a:pt x="2152650" y="1905000"/>
                </a:lnTo>
                <a:lnTo>
                  <a:pt x="2152650" y="1914525"/>
                </a:lnTo>
                <a:lnTo>
                  <a:pt x="2162175" y="1914525"/>
                </a:lnTo>
                <a:lnTo>
                  <a:pt x="2162175" y="1924050"/>
                </a:lnTo>
                <a:lnTo>
                  <a:pt x="2171700" y="1924050"/>
                </a:lnTo>
                <a:lnTo>
                  <a:pt x="2171700" y="1914525"/>
                </a:lnTo>
                <a:lnTo>
                  <a:pt x="2181225" y="1914525"/>
                </a:lnTo>
                <a:lnTo>
                  <a:pt x="2181225" y="1895475"/>
                </a:lnTo>
                <a:lnTo>
                  <a:pt x="2171700" y="1895475"/>
                </a:lnTo>
                <a:lnTo>
                  <a:pt x="2171700" y="1885950"/>
                </a:lnTo>
                <a:lnTo>
                  <a:pt x="2181225" y="1885950"/>
                </a:lnTo>
                <a:lnTo>
                  <a:pt x="2181225" y="1876425"/>
                </a:lnTo>
                <a:lnTo>
                  <a:pt x="2190750" y="1876425"/>
                </a:lnTo>
                <a:lnTo>
                  <a:pt x="2190750" y="1885950"/>
                </a:lnTo>
                <a:lnTo>
                  <a:pt x="2219325" y="1885950"/>
                </a:lnTo>
                <a:lnTo>
                  <a:pt x="2219325" y="1895475"/>
                </a:lnTo>
                <a:lnTo>
                  <a:pt x="2238375" y="1895475"/>
                </a:lnTo>
                <a:lnTo>
                  <a:pt x="2238375" y="1905000"/>
                </a:lnTo>
                <a:lnTo>
                  <a:pt x="2257425" y="1905000"/>
                </a:lnTo>
                <a:lnTo>
                  <a:pt x="2257425" y="1914525"/>
                </a:lnTo>
                <a:lnTo>
                  <a:pt x="2266950" y="1914525"/>
                </a:lnTo>
                <a:lnTo>
                  <a:pt x="2266950" y="1924050"/>
                </a:lnTo>
                <a:lnTo>
                  <a:pt x="2286000" y="1924050"/>
                </a:lnTo>
                <a:lnTo>
                  <a:pt x="2286000" y="1933575"/>
                </a:lnTo>
                <a:lnTo>
                  <a:pt x="2238375" y="1933575"/>
                </a:lnTo>
                <a:lnTo>
                  <a:pt x="2238375" y="1924050"/>
                </a:lnTo>
                <a:lnTo>
                  <a:pt x="2190750" y="1924050"/>
                </a:lnTo>
                <a:lnTo>
                  <a:pt x="2190750" y="1933575"/>
                </a:lnTo>
                <a:lnTo>
                  <a:pt x="2200275" y="1933575"/>
                </a:lnTo>
                <a:lnTo>
                  <a:pt x="2200275" y="1943100"/>
                </a:lnTo>
                <a:lnTo>
                  <a:pt x="2162175" y="1943100"/>
                </a:lnTo>
                <a:lnTo>
                  <a:pt x="2162175" y="1933575"/>
                </a:lnTo>
                <a:lnTo>
                  <a:pt x="2133600" y="1933575"/>
                </a:lnTo>
                <a:lnTo>
                  <a:pt x="2133600" y="1924050"/>
                </a:lnTo>
                <a:lnTo>
                  <a:pt x="2114550" y="1924050"/>
                </a:lnTo>
                <a:lnTo>
                  <a:pt x="2114550" y="1914525"/>
                </a:lnTo>
                <a:lnTo>
                  <a:pt x="2105025" y="1914525"/>
                </a:lnTo>
                <a:lnTo>
                  <a:pt x="2105025" y="1924050"/>
                </a:lnTo>
                <a:lnTo>
                  <a:pt x="2114550" y="1924050"/>
                </a:lnTo>
                <a:lnTo>
                  <a:pt x="2114550" y="1943100"/>
                </a:lnTo>
                <a:lnTo>
                  <a:pt x="2105025" y="1943100"/>
                </a:lnTo>
                <a:lnTo>
                  <a:pt x="2105025" y="1952625"/>
                </a:lnTo>
                <a:lnTo>
                  <a:pt x="2095500" y="1952625"/>
                </a:lnTo>
                <a:lnTo>
                  <a:pt x="2095500" y="1962150"/>
                </a:lnTo>
                <a:lnTo>
                  <a:pt x="2076450" y="1962150"/>
                </a:lnTo>
                <a:lnTo>
                  <a:pt x="2076450" y="1924050"/>
                </a:lnTo>
                <a:lnTo>
                  <a:pt x="2066925" y="1924050"/>
                </a:lnTo>
                <a:lnTo>
                  <a:pt x="2066925" y="1905000"/>
                </a:lnTo>
                <a:lnTo>
                  <a:pt x="2085975" y="1905000"/>
                </a:lnTo>
                <a:lnTo>
                  <a:pt x="2085975" y="1895475"/>
                </a:lnTo>
                <a:lnTo>
                  <a:pt x="2105025" y="1895475"/>
                </a:lnTo>
                <a:lnTo>
                  <a:pt x="2105025" y="1885950"/>
                </a:lnTo>
                <a:lnTo>
                  <a:pt x="2114550" y="1885950"/>
                </a:lnTo>
                <a:close/>
                <a:moveTo>
                  <a:pt x="0" y="1885950"/>
                </a:moveTo>
                <a:lnTo>
                  <a:pt x="9525" y="1885950"/>
                </a:lnTo>
                <a:lnTo>
                  <a:pt x="9525" y="1895475"/>
                </a:lnTo>
                <a:lnTo>
                  <a:pt x="0" y="1895475"/>
                </a:lnTo>
                <a:close/>
                <a:moveTo>
                  <a:pt x="1581150" y="1885950"/>
                </a:moveTo>
                <a:lnTo>
                  <a:pt x="1590675" y="1885950"/>
                </a:lnTo>
                <a:lnTo>
                  <a:pt x="1590675" y="1905000"/>
                </a:lnTo>
                <a:lnTo>
                  <a:pt x="1581150" y="1905000"/>
                </a:lnTo>
                <a:lnTo>
                  <a:pt x="1581150" y="1943100"/>
                </a:lnTo>
                <a:lnTo>
                  <a:pt x="1562100" y="1943100"/>
                </a:lnTo>
                <a:lnTo>
                  <a:pt x="1562100" y="1952625"/>
                </a:lnTo>
                <a:lnTo>
                  <a:pt x="1514475" y="1952625"/>
                </a:lnTo>
                <a:lnTo>
                  <a:pt x="1514475" y="1943100"/>
                </a:lnTo>
                <a:lnTo>
                  <a:pt x="1524000" y="1943100"/>
                </a:lnTo>
                <a:lnTo>
                  <a:pt x="1524000" y="1933575"/>
                </a:lnTo>
                <a:lnTo>
                  <a:pt x="1533525" y="1933575"/>
                </a:lnTo>
                <a:lnTo>
                  <a:pt x="1533525" y="1924050"/>
                </a:lnTo>
                <a:lnTo>
                  <a:pt x="1543050" y="1924050"/>
                </a:lnTo>
                <a:lnTo>
                  <a:pt x="1543050" y="1914525"/>
                </a:lnTo>
                <a:lnTo>
                  <a:pt x="1552575" y="1914525"/>
                </a:lnTo>
                <a:lnTo>
                  <a:pt x="1552575" y="1905000"/>
                </a:lnTo>
                <a:lnTo>
                  <a:pt x="1562100" y="1905000"/>
                </a:lnTo>
                <a:lnTo>
                  <a:pt x="1562100" y="1895475"/>
                </a:lnTo>
                <a:lnTo>
                  <a:pt x="1581150" y="1895475"/>
                </a:lnTo>
                <a:close/>
                <a:moveTo>
                  <a:pt x="1619250" y="1885950"/>
                </a:moveTo>
                <a:lnTo>
                  <a:pt x="1628775" y="1885950"/>
                </a:lnTo>
                <a:lnTo>
                  <a:pt x="1628775" y="1895475"/>
                </a:lnTo>
                <a:lnTo>
                  <a:pt x="1619250" y="1895475"/>
                </a:lnTo>
                <a:close/>
                <a:moveTo>
                  <a:pt x="1628775" y="1943100"/>
                </a:moveTo>
                <a:lnTo>
                  <a:pt x="1638300" y="1943100"/>
                </a:lnTo>
                <a:lnTo>
                  <a:pt x="1638300" y="1962150"/>
                </a:lnTo>
                <a:lnTo>
                  <a:pt x="1628775" y="1962150"/>
                </a:lnTo>
                <a:close/>
                <a:moveTo>
                  <a:pt x="2105025" y="1952625"/>
                </a:moveTo>
                <a:lnTo>
                  <a:pt x="2114550" y="1952625"/>
                </a:lnTo>
                <a:lnTo>
                  <a:pt x="2114550" y="1962150"/>
                </a:lnTo>
                <a:lnTo>
                  <a:pt x="2105025" y="1962150"/>
                </a:lnTo>
                <a:close/>
                <a:moveTo>
                  <a:pt x="2324100" y="1962150"/>
                </a:moveTo>
                <a:lnTo>
                  <a:pt x="2333625" y="1962150"/>
                </a:lnTo>
                <a:lnTo>
                  <a:pt x="2333625" y="1971675"/>
                </a:lnTo>
                <a:lnTo>
                  <a:pt x="2324100" y="1971675"/>
                </a:lnTo>
                <a:close/>
                <a:moveTo>
                  <a:pt x="2333625" y="1971675"/>
                </a:moveTo>
                <a:lnTo>
                  <a:pt x="2343150" y="1971675"/>
                </a:lnTo>
                <a:lnTo>
                  <a:pt x="2343150" y="1981200"/>
                </a:lnTo>
                <a:lnTo>
                  <a:pt x="2333625" y="1981200"/>
                </a:lnTo>
                <a:close/>
                <a:moveTo>
                  <a:pt x="2371725" y="1971675"/>
                </a:moveTo>
                <a:lnTo>
                  <a:pt x="2381250" y="1971675"/>
                </a:lnTo>
                <a:lnTo>
                  <a:pt x="2381250" y="1981200"/>
                </a:lnTo>
                <a:lnTo>
                  <a:pt x="2371725" y="1981200"/>
                </a:lnTo>
                <a:close/>
                <a:moveTo>
                  <a:pt x="1590675" y="1981200"/>
                </a:moveTo>
                <a:lnTo>
                  <a:pt x="1609725" y="1981200"/>
                </a:lnTo>
                <a:lnTo>
                  <a:pt x="1609725" y="1990725"/>
                </a:lnTo>
                <a:lnTo>
                  <a:pt x="1590675" y="1990725"/>
                </a:lnTo>
                <a:close/>
                <a:moveTo>
                  <a:pt x="2381250" y="1981200"/>
                </a:moveTo>
                <a:lnTo>
                  <a:pt x="2390775" y="1981200"/>
                </a:lnTo>
                <a:lnTo>
                  <a:pt x="2390775" y="1990725"/>
                </a:lnTo>
                <a:lnTo>
                  <a:pt x="2381250" y="1990725"/>
                </a:lnTo>
                <a:close/>
                <a:moveTo>
                  <a:pt x="1562100" y="1990725"/>
                </a:moveTo>
                <a:lnTo>
                  <a:pt x="1581150" y="1990725"/>
                </a:lnTo>
                <a:lnTo>
                  <a:pt x="1581150" y="2009775"/>
                </a:lnTo>
                <a:lnTo>
                  <a:pt x="1571625" y="2009775"/>
                </a:lnTo>
                <a:lnTo>
                  <a:pt x="1571625" y="2000250"/>
                </a:lnTo>
                <a:lnTo>
                  <a:pt x="1562100" y="2000250"/>
                </a:lnTo>
                <a:close/>
                <a:moveTo>
                  <a:pt x="2390775" y="1990725"/>
                </a:moveTo>
                <a:lnTo>
                  <a:pt x="2400300" y="1990725"/>
                </a:lnTo>
                <a:lnTo>
                  <a:pt x="2400300" y="2000250"/>
                </a:lnTo>
                <a:lnTo>
                  <a:pt x="2390775" y="2000250"/>
                </a:lnTo>
                <a:close/>
                <a:moveTo>
                  <a:pt x="38100" y="2000250"/>
                </a:moveTo>
                <a:lnTo>
                  <a:pt x="47625" y="2000250"/>
                </a:lnTo>
                <a:lnTo>
                  <a:pt x="47625" y="2009775"/>
                </a:lnTo>
                <a:lnTo>
                  <a:pt x="38100" y="2009775"/>
                </a:lnTo>
                <a:close/>
                <a:moveTo>
                  <a:pt x="57150" y="2000250"/>
                </a:moveTo>
                <a:lnTo>
                  <a:pt x="66675" y="2000250"/>
                </a:lnTo>
                <a:lnTo>
                  <a:pt x="66675" y="2019300"/>
                </a:lnTo>
                <a:lnTo>
                  <a:pt x="57150" y="2019300"/>
                </a:lnTo>
                <a:close/>
                <a:moveTo>
                  <a:pt x="2352675" y="2000250"/>
                </a:moveTo>
                <a:lnTo>
                  <a:pt x="2362200" y="2000250"/>
                </a:lnTo>
                <a:lnTo>
                  <a:pt x="2362200" y="2009775"/>
                </a:lnTo>
                <a:lnTo>
                  <a:pt x="2371725" y="2009775"/>
                </a:lnTo>
                <a:lnTo>
                  <a:pt x="2371725" y="2028825"/>
                </a:lnTo>
                <a:lnTo>
                  <a:pt x="2381250" y="2028825"/>
                </a:lnTo>
                <a:lnTo>
                  <a:pt x="2381250" y="2047875"/>
                </a:lnTo>
                <a:lnTo>
                  <a:pt x="2390775" y="2047875"/>
                </a:lnTo>
                <a:lnTo>
                  <a:pt x="2390775" y="2066925"/>
                </a:lnTo>
                <a:lnTo>
                  <a:pt x="2400300" y="2066925"/>
                </a:lnTo>
                <a:lnTo>
                  <a:pt x="2400300" y="2085975"/>
                </a:lnTo>
                <a:lnTo>
                  <a:pt x="2409825" y="2085975"/>
                </a:lnTo>
                <a:lnTo>
                  <a:pt x="2409825" y="2095500"/>
                </a:lnTo>
                <a:lnTo>
                  <a:pt x="2428875" y="2095500"/>
                </a:lnTo>
                <a:lnTo>
                  <a:pt x="2428875" y="2085975"/>
                </a:lnTo>
                <a:lnTo>
                  <a:pt x="2438400" y="2085975"/>
                </a:lnTo>
                <a:lnTo>
                  <a:pt x="2438400" y="2066925"/>
                </a:lnTo>
                <a:lnTo>
                  <a:pt x="2428875" y="2066925"/>
                </a:lnTo>
                <a:lnTo>
                  <a:pt x="2428875" y="2047875"/>
                </a:lnTo>
                <a:lnTo>
                  <a:pt x="2419350" y="2047875"/>
                </a:lnTo>
                <a:lnTo>
                  <a:pt x="2419350" y="2028825"/>
                </a:lnTo>
                <a:lnTo>
                  <a:pt x="2409825" y="2028825"/>
                </a:lnTo>
                <a:lnTo>
                  <a:pt x="2409825" y="2009775"/>
                </a:lnTo>
                <a:lnTo>
                  <a:pt x="2400300" y="2009775"/>
                </a:lnTo>
                <a:lnTo>
                  <a:pt x="2400300" y="2000250"/>
                </a:lnTo>
                <a:lnTo>
                  <a:pt x="2428875" y="2000250"/>
                </a:lnTo>
                <a:lnTo>
                  <a:pt x="2428875" y="2019300"/>
                </a:lnTo>
                <a:lnTo>
                  <a:pt x="2438400" y="2019300"/>
                </a:lnTo>
                <a:lnTo>
                  <a:pt x="2438400" y="2047875"/>
                </a:lnTo>
                <a:lnTo>
                  <a:pt x="2447925" y="2047875"/>
                </a:lnTo>
                <a:lnTo>
                  <a:pt x="2447925" y="2095500"/>
                </a:lnTo>
                <a:lnTo>
                  <a:pt x="2457450" y="2095500"/>
                </a:lnTo>
                <a:lnTo>
                  <a:pt x="2457450" y="2105025"/>
                </a:lnTo>
                <a:lnTo>
                  <a:pt x="2447925" y="2105025"/>
                </a:lnTo>
                <a:lnTo>
                  <a:pt x="2447925" y="2114550"/>
                </a:lnTo>
                <a:lnTo>
                  <a:pt x="2409825" y="2114550"/>
                </a:lnTo>
                <a:lnTo>
                  <a:pt x="2409825" y="2105025"/>
                </a:lnTo>
                <a:lnTo>
                  <a:pt x="2400300" y="2105025"/>
                </a:lnTo>
                <a:lnTo>
                  <a:pt x="2400300" y="2114550"/>
                </a:lnTo>
                <a:lnTo>
                  <a:pt x="2390775" y="2114550"/>
                </a:lnTo>
                <a:lnTo>
                  <a:pt x="2390775" y="2105025"/>
                </a:lnTo>
                <a:lnTo>
                  <a:pt x="2381250" y="2105025"/>
                </a:lnTo>
                <a:lnTo>
                  <a:pt x="2381250" y="2114550"/>
                </a:lnTo>
                <a:lnTo>
                  <a:pt x="2371725" y="2114550"/>
                </a:lnTo>
                <a:lnTo>
                  <a:pt x="2371725" y="2095500"/>
                </a:lnTo>
                <a:lnTo>
                  <a:pt x="2381250" y="2095500"/>
                </a:lnTo>
                <a:lnTo>
                  <a:pt x="2381250" y="2085975"/>
                </a:lnTo>
                <a:lnTo>
                  <a:pt x="2362200" y="2085975"/>
                </a:lnTo>
                <a:lnTo>
                  <a:pt x="2362200" y="2095500"/>
                </a:lnTo>
                <a:lnTo>
                  <a:pt x="2343150" y="2095500"/>
                </a:lnTo>
                <a:lnTo>
                  <a:pt x="2343150" y="2085975"/>
                </a:lnTo>
                <a:lnTo>
                  <a:pt x="2333625" y="2085975"/>
                </a:lnTo>
                <a:lnTo>
                  <a:pt x="2333625" y="2076450"/>
                </a:lnTo>
                <a:lnTo>
                  <a:pt x="2343150" y="2076450"/>
                </a:lnTo>
                <a:lnTo>
                  <a:pt x="2343150" y="2066925"/>
                </a:lnTo>
                <a:lnTo>
                  <a:pt x="2352675" y="2066925"/>
                </a:lnTo>
                <a:lnTo>
                  <a:pt x="2352675" y="2076450"/>
                </a:lnTo>
                <a:lnTo>
                  <a:pt x="2362200" y="2076450"/>
                </a:lnTo>
                <a:lnTo>
                  <a:pt x="2362200" y="2057400"/>
                </a:lnTo>
                <a:lnTo>
                  <a:pt x="2352675" y="2057400"/>
                </a:lnTo>
                <a:lnTo>
                  <a:pt x="2352675" y="2019300"/>
                </a:lnTo>
                <a:lnTo>
                  <a:pt x="2343150" y="2019300"/>
                </a:lnTo>
                <a:lnTo>
                  <a:pt x="2343150" y="2009775"/>
                </a:lnTo>
                <a:lnTo>
                  <a:pt x="2352675" y="2009775"/>
                </a:lnTo>
                <a:close/>
                <a:moveTo>
                  <a:pt x="47625" y="2057400"/>
                </a:moveTo>
                <a:lnTo>
                  <a:pt x="57150" y="2057400"/>
                </a:lnTo>
                <a:lnTo>
                  <a:pt x="57150" y="2085975"/>
                </a:lnTo>
                <a:lnTo>
                  <a:pt x="47625" y="2085975"/>
                </a:lnTo>
                <a:close/>
                <a:moveTo>
                  <a:pt x="1428750" y="2076450"/>
                </a:moveTo>
                <a:lnTo>
                  <a:pt x="1438275" y="2076450"/>
                </a:lnTo>
                <a:lnTo>
                  <a:pt x="1438275" y="2095500"/>
                </a:lnTo>
                <a:lnTo>
                  <a:pt x="1428750" y="2095500"/>
                </a:lnTo>
                <a:close/>
                <a:moveTo>
                  <a:pt x="2066925" y="2076450"/>
                </a:moveTo>
                <a:lnTo>
                  <a:pt x="2076450" y="2076450"/>
                </a:lnTo>
                <a:lnTo>
                  <a:pt x="2076450" y="2085975"/>
                </a:lnTo>
                <a:lnTo>
                  <a:pt x="2066925" y="2085975"/>
                </a:lnTo>
                <a:close/>
                <a:moveTo>
                  <a:pt x="2057400" y="2085975"/>
                </a:moveTo>
                <a:lnTo>
                  <a:pt x="2066925" y="2085975"/>
                </a:lnTo>
                <a:lnTo>
                  <a:pt x="2066925" y="2105025"/>
                </a:lnTo>
                <a:lnTo>
                  <a:pt x="2076450" y="2105025"/>
                </a:lnTo>
                <a:lnTo>
                  <a:pt x="2076450" y="2124075"/>
                </a:lnTo>
                <a:lnTo>
                  <a:pt x="2095500" y="2124075"/>
                </a:lnTo>
                <a:lnTo>
                  <a:pt x="2095500" y="2143125"/>
                </a:lnTo>
                <a:lnTo>
                  <a:pt x="2114550" y="2143125"/>
                </a:lnTo>
                <a:lnTo>
                  <a:pt x="2114550" y="2152650"/>
                </a:lnTo>
                <a:lnTo>
                  <a:pt x="2085975" y="2152650"/>
                </a:lnTo>
                <a:lnTo>
                  <a:pt x="2085975" y="2171700"/>
                </a:lnTo>
                <a:lnTo>
                  <a:pt x="2066925" y="2171700"/>
                </a:lnTo>
                <a:lnTo>
                  <a:pt x="2066925" y="2181225"/>
                </a:lnTo>
                <a:lnTo>
                  <a:pt x="2057400" y="2181225"/>
                </a:lnTo>
                <a:lnTo>
                  <a:pt x="2057400" y="2190750"/>
                </a:lnTo>
                <a:lnTo>
                  <a:pt x="2038350" y="2190750"/>
                </a:lnTo>
                <a:lnTo>
                  <a:pt x="2038350" y="2171700"/>
                </a:lnTo>
                <a:lnTo>
                  <a:pt x="2047875" y="2171700"/>
                </a:lnTo>
                <a:lnTo>
                  <a:pt x="2047875" y="2095500"/>
                </a:lnTo>
                <a:lnTo>
                  <a:pt x="2057400" y="2095500"/>
                </a:lnTo>
                <a:close/>
                <a:moveTo>
                  <a:pt x="1857375" y="2105025"/>
                </a:moveTo>
                <a:lnTo>
                  <a:pt x="1876425" y="2105025"/>
                </a:lnTo>
                <a:lnTo>
                  <a:pt x="1876425" y="2114550"/>
                </a:lnTo>
                <a:lnTo>
                  <a:pt x="1857375" y="2114550"/>
                </a:lnTo>
                <a:close/>
                <a:moveTo>
                  <a:pt x="2181225" y="2105025"/>
                </a:moveTo>
                <a:lnTo>
                  <a:pt x="2190750" y="2105025"/>
                </a:lnTo>
                <a:lnTo>
                  <a:pt x="2190750" y="2114550"/>
                </a:lnTo>
                <a:lnTo>
                  <a:pt x="2200275" y="2114550"/>
                </a:lnTo>
                <a:lnTo>
                  <a:pt x="2200275" y="2124075"/>
                </a:lnTo>
                <a:lnTo>
                  <a:pt x="2190750" y="2124075"/>
                </a:lnTo>
                <a:lnTo>
                  <a:pt x="2190750" y="2133600"/>
                </a:lnTo>
                <a:lnTo>
                  <a:pt x="2171700" y="2133600"/>
                </a:lnTo>
                <a:lnTo>
                  <a:pt x="2171700" y="2124075"/>
                </a:lnTo>
                <a:lnTo>
                  <a:pt x="2181225" y="2124075"/>
                </a:lnTo>
                <a:close/>
                <a:moveTo>
                  <a:pt x="1514475" y="2124075"/>
                </a:moveTo>
                <a:lnTo>
                  <a:pt x="1543050" y="2124075"/>
                </a:lnTo>
                <a:lnTo>
                  <a:pt x="1543050" y="2143125"/>
                </a:lnTo>
                <a:lnTo>
                  <a:pt x="1524000" y="2143125"/>
                </a:lnTo>
                <a:lnTo>
                  <a:pt x="1524000" y="2152650"/>
                </a:lnTo>
                <a:lnTo>
                  <a:pt x="1514475" y="2152650"/>
                </a:lnTo>
                <a:lnTo>
                  <a:pt x="1514475" y="2143125"/>
                </a:lnTo>
                <a:lnTo>
                  <a:pt x="1495425" y="2143125"/>
                </a:lnTo>
                <a:lnTo>
                  <a:pt x="1495425" y="2152650"/>
                </a:lnTo>
                <a:lnTo>
                  <a:pt x="1485900" y="2152650"/>
                </a:lnTo>
                <a:lnTo>
                  <a:pt x="1485900" y="2143125"/>
                </a:lnTo>
                <a:lnTo>
                  <a:pt x="1476375" y="2143125"/>
                </a:lnTo>
                <a:lnTo>
                  <a:pt x="1476375" y="2152650"/>
                </a:lnTo>
                <a:lnTo>
                  <a:pt x="1447800" y="2152650"/>
                </a:lnTo>
                <a:lnTo>
                  <a:pt x="1447800" y="2143125"/>
                </a:lnTo>
                <a:lnTo>
                  <a:pt x="1466850" y="2143125"/>
                </a:lnTo>
                <a:lnTo>
                  <a:pt x="1466850" y="2133600"/>
                </a:lnTo>
                <a:lnTo>
                  <a:pt x="1514475" y="2133600"/>
                </a:lnTo>
                <a:close/>
                <a:moveTo>
                  <a:pt x="9525" y="2143125"/>
                </a:moveTo>
                <a:lnTo>
                  <a:pt x="28575" y="2143125"/>
                </a:lnTo>
                <a:lnTo>
                  <a:pt x="28575" y="2152650"/>
                </a:lnTo>
                <a:lnTo>
                  <a:pt x="38100" y="2152650"/>
                </a:lnTo>
                <a:lnTo>
                  <a:pt x="38100" y="2143125"/>
                </a:lnTo>
                <a:lnTo>
                  <a:pt x="47625" y="2143125"/>
                </a:lnTo>
                <a:lnTo>
                  <a:pt x="47625" y="2152650"/>
                </a:lnTo>
                <a:lnTo>
                  <a:pt x="57150" y="2152650"/>
                </a:lnTo>
                <a:lnTo>
                  <a:pt x="57150" y="2190750"/>
                </a:lnTo>
                <a:lnTo>
                  <a:pt x="47625" y="2190750"/>
                </a:lnTo>
                <a:lnTo>
                  <a:pt x="47625" y="2200275"/>
                </a:lnTo>
                <a:lnTo>
                  <a:pt x="38100" y="2200275"/>
                </a:lnTo>
                <a:lnTo>
                  <a:pt x="38100" y="2209800"/>
                </a:lnTo>
                <a:lnTo>
                  <a:pt x="9525" y="2209800"/>
                </a:lnTo>
                <a:lnTo>
                  <a:pt x="9525" y="2219325"/>
                </a:lnTo>
                <a:lnTo>
                  <a:pt x="0" y="2219325"/>
                </a:lnTo>
                <a:lnTo>
                  <a:pt x="0" y="2171700"/>
                </a:lnTo>
                <a:lnTo>
                  <a:pt x="9525" y="2171700"/>
                </a:lnTo>
                <a:lnTo>
                  <a:pt x="9525" y="2162175"/>
                </a:lnTo>
                <a:lnTo>
                  <a:pt x="0" y="2162175"/>
                </a:lnTo>
                <a:lnTo>
                  <a:pt x="0" y="2152650"/>
                </a:lnTo>
                <a:lnTo>
                  <a:pt x="9525" y="2152650"/>
                </a:lnTo>
                <a:close/>
                <a:moveTo>
                  <a:pt x="2190750" y="2143125"/>
                </a:moveTo>
                <a:lnTo>
                  <a:pt x="2219325" y="2143125"/>
                </a:lnTo>
                <a:lnTo>
                  <a:pt x="2219325" y="2162175"/>
                </a:lnTo>
                <a:lnTo>
                  <a:pt x="2228850" y="2162175"/>
                </a:lnTo>
                <a:lnTo>
                  <a:pt x="2228850" y="2171700"/>
                </a:lnTo>
                <a:lnTo>
                  <a:pt x="2247900" y="2171700"/>
                </a:lnTo>
                <a:lnTo>
                  <a:pt x="2247900" y="2162175"/>
                </a:lnTo>
                <a:lnTo>
                  <a:pt x="2276475" y="2162175"/>
                </a:lnTo>
                <a:lnTo>
                  <a:pt x="2276475" y="2171700"/>
                </a:lnTo>
                <a:lnTo>
                  <a:pt x="2266950" y="2171700"/>
                </a:lnTo>
                <a:lnTo>
                  <a:pt x="2266950" y="2181225"/>
                </a:lnTo>
                <a:lnTo>
                  <a:pt x="2219325" y="2181225"/>
                </a:lnTo>
                <a:lnTo>
                  <a:pt x="2219325" y="2171700"/>
                </a:lnTo>
                <a:lnTo>
                  <a:pt x="2209800" y="2171700"/>
                </a:lnTo>
                <a:lnTo>
                  <a:pt x="2209800" y="2181225"/>
                </a:lnTo>
                <a:lnTo>
                  <a:pt x="2181225" y="2181225"/>
                </a:lnTo>
                <a:lnTo>
                  <a:pt x="2181225" y="2171700"/>
                </a:lnTo>
                <a:lnTo>
                  <a:pt x="2143125" y="2171700"/>
                </a:lnTo>
                <a:lnTo>
                  <a:pt x="2143125" y="2152650"/>
                </a:lnTo>
                <a:lnTo>
                  <a:pt x="2190750" y="2152650"/>
                </a:lnTo>
                <a:close/>
                <a:moveTo>
                  <a:pt x="485775" y="2152650"/>
                </a:moveTo>
                <a:lnTo>
                  <a:pt x="495300" y="2152650"/>
                </a:lnTo>
                <a:lnTo>
                  <a:pt x="495300" y="2171700"/>
                </a:lnTo>
                <a:lnTo>
                  <a:pt x="485775" y="2171700"/>
                </a:lnTo>
                <a:close/>
                <a:moveTo>
                  <a:pt x="466725" y="2171700"/>
                </a:moveTo>
                <a:lnTo>
                  <a:pt x="485775" y="2171700"/>
                </a:lnTo>
                <a:lnTo>
                  <a:pt x="485775" y="2181225"/>
                </a:lnTo>
                <a:lnTo>
                  <a:pt x="466725" y="2181225"/>
                </a:lnTo>
                <a:close/>
                <a:moveTo>
                  <a:pt x="2105025" y="2190750"/>
                </a:moveTo>
                <a:lnTo>
                  <a:pt x="2114550" y="2190750"/>
                </a:lnTo>
                <a:lnTo>
                  <a:pt x="2114550" y="2219325"/>
                </a:lnTo>
                <a:lnTo>
                  <a:pt x="2105025" y="2219325"/>
                </a:lnTo>
                <a:close/>
                <a:moveTo>
                  <a:pt x="2124075" y="2190750"/>
                </a:moveTo>
                <a:lnTo>
                  <a:pt x="2133600" y="2190750"/>
                </a:lnTo>
                <a:lnTo>
                  <a:pt x="2133600" y="2219325"/>
                </a:lnTo>
                <a:lnTo>
                  <a:pt x="2124075" y="2219325"/>
                </a:lnTo>
                <a:close/>
                <a:moveTo>
                  <a:pt x="1019175" y="2200275"/>
                </a:moveTo>
                <a:lnTo>
                  <a:pt x="1028700" y="2200275"/>
                </a:lnTo>
                <a:lnTo>
                  <a:pt x="1028700" y="2209800"/>
                </a:lnTo>
                <a:lnTo>
                  <a:pt x="1019175" y="2209800"/>
                </a:lnTo>
                <a:close/>
                <a:moveTo>
                  <a:pt x="2143125" y="2238375"/>
                </a:moveTo>
                <a:lnTo>
                  <a:pt x="2162175" y="2238375"/>
                </a:lnTo>
                <a:lnTo>
                  <a:pt x="2162175" y="2247900"/>
                </a:lnTo>
                <a:lnTo>
                  <a:pt x="2143125" y="2247900"/>
                </a:lnTo>
                <a:close/>
                <a:moveTo>
                  <a:pt x="2162175" y="2247900"/>
                </a:moveTo>
                <a:lnTo>
                  <a:pt x="2181225" y="2247900"/>
                </a:lnTo>
                <a:lnTo>
                  <a:pt x="2181225" y="2257425"/>
                </a:lnTo>
                <a:lnTo>
                  <a:pt x="2162175" y="2257425"/>
                </a:lnTo>
                <a:close/>
                <a:moveTo>
                  <a:pt x="2209800" y="2247900"/>
                </a:moveTo>
                <a:lnTo>
                  <a:pt x="2305050" y="2247900"/>
                </a:lnTo>
                <a:lnTo>
                  <a:pt x="2305050" y="2276475"/>
                </a:lnTo>
                <a:lnTo>
                  <a:pt x="2276475" y="2276475"/>
                </a:lnTo>
                <a:lnTo>
                  <a:pt x="2276475" y="2266950"/>
                </a:lnTo>
                <a:lnTo>
                  <a:pt x="2266950" y="2266950"/>
                </a:lnTo>
                <a:lnTo>
                  <a:pt x="2266950" y="2257425"/>
                </a:lnTo>
                <a:lnTo>
                  <a:pt x="2247900" y="2257425"/>
                </a:lnTo>
                <a:lnTo>
                  <a:pt x="2247900" y="2276475"/>
                </a:lnTo>
                <a:lnTo>
                  <a:pt x="2219325" y="2276475"/>
                </a:lnTo>
                <a:lnTo>
                  <a:pt x="2219325" y="2266950"/>
                </a:lnTo>
                <a:lnTo>
                  <a:pt x="2209800" y="2266950"/>
                </a:lnTo>
                <a:close/>
                <a:moveTo>
                  <a:pt x="95250" y="2266950"/>
                </a:moveTo>
                <a:lnTo>
                  <a:pt x="104775" y="2266950"/>
                </a:lnTo>
                <a:lnTo>
                  <a:pt x="104775" y="2276475"/>
                </a:lnTo>
                <a:lnTo>
                  <a:pt x="114300" y="2276475"/>
                </a:lnTo>
                <a:lnTo>
                  <a:pt x="114300" y="2286000"/>
                </a:lnTo>
                <a:lnTo>
                  <a:pt x="123825" y="2286000"/>
                </a:lnTo>
                <a:lnTo>
                  <a:pt x="123825" y="2295525"/>
                </a:lnTo>
                <a:lnTo>
                  <a:pt x="142875" y="2295525"/>
                </a:lnTo>
                <a:lnTo>
                  <a:pt x="142875" y="2305050"/>
                </a:lnTo>
                <a:lnTo>
                  <a:pt x="152400" y="2305050"/>
                </a:lnTo>
                <a:lnTo>
                  <a:pt x="152400" y="2314575"/>
                </a:lnTo>
                <a:lnTo>
                  <a:pt x="171450" y="2314575"/>
                </a:lnTo>
                <a:lnTo>
                  <a:pt x="171450" y="2324100"/>
                </a:lnTo>
                <a:lnTo>
                  <a:pt x="133350" y="2324100"/>
                </a:lnTo>
                <a:lnTo>
                  <a:pt x="133350" y="2314575"/>
                </a:lnTo>
                <a:lnTo>
                  <a:pt x="123825" y="2314575"/>
                </a:lnTo>
                <a:lnTo>
                  <a:pt x="123825" y="2305050"/>
                </a:lnTo>
                <a:lnTo>
                  <a:pt x="114300" y="2305050"/>
                </a:lnTo>
                <a:lnTo>
                  <a:pt x="114300" y="2314575"/>
                </a:lnTo>
                <a:lnTo>
                  <a:pt x="104775" y="2314575"/>
                </a:lnTo>
                <a:lnTo>
                  <a:pt x="104775" y="2305050"/>
                </a:lnTo>
                <a:lnTo>
                  <a:pt x="85725" y="2305050"/>
                </a:lnTo>
                <a:lnTo>
                  <a:pt x="85725" y="2295525"/>
                </a:lnTo>
                <a:lnTo>
                  <a:pt x="76200" y="2295525"/>
                </a:lnTo>
                <a:lnTo>
                  <a:pt x="76200" y="2286000"/>
                </a:lnTo>
                <a:lnTo>
                  <a:pt x="85725" y="2286000"/>
                </a:lnTo>
                <a:lnTo>
                  <a:pt x="85725" y="2276475"/>
                </a:lnTo>
                <a:lnTo>
                  <a:pt x="95250" y="2276475"/>
                </a:lnTo>
                <a:close/>
                <a:moveTo>
                  <a:pt x="1990725" y="2266950"/>
                </a:moveTo>
                <a:lnTo>
                  <a:pt x="2000250" y="2266950"/>
                </a:lnTo>
                <a:lnTo>
                  <a:pt x="2000250" y="2314575"/>
                </a:lnTo>
                <a:lnTo>
                  <a:pt x="1981200" y="2314575"/>
                </a:lnTo>
                <a:lnTo>
                  <a:pt x="1981200" y="2324100"/>
                </a:lnTo>
                <a:lnTo>
                  <a:pt x="1990725" y="2324100"/>
                </a:lnTo>
                <a:lnTo>
                  <a:pt x="1990725" y="2333625"/>
                </a:lnTo>
                <a:lnTo>
                  <a:pt x="1971675" y="2333625"/>
                </a:lnTo>
                <a:lnTo>
                  <a:pt x="1971675" y="2324100"/>
                </a:lnTo>
                <a:lnTo>
                  <a:pt x="1962150" y="2324100"/>
                </a:lnTo>
                <a:lnTo>
                  <a:pt x="1962150" y="2333625"/>
                </a:lnTo>
                <a:lnTo>
                  <a:pt x="1952625" y="2333625"/>
                </a:lnTo>
                <a:lnTo>
                  <a:pt x="1952625" y="2324100"/>
                </a:lnTo>
                <a:lnTo>
                  <a:pt x="1924050" y="2324100"/>
                </a:lnTo>
                <a:lnTo>
                  <a:pt x="1924050" y="2314575"/>
                </a:lnTo>
                <a:lnTo>
                  <a:pt x="1952625" y="2314575"/>
                </a:lnTo>
                <a:lnTo>
                  <a:pt x="1952625" y="2305050"/>
                </a:lnTo>
                <a:lnTo>
                  <a:pt x="1962150" y="2305050"/>
                </a:lnTo>
                <a:lnTo>
                  <a:pt x="1962150" y="2295525"/>
                </a:lnTo>
                <a:lnTo>
                  <a:pt x="1971675" y="2295525"/>
                </a:lnTo>
                <a:lnTo>
                  <a:pt x="1971675" y="2286000"/>
                </a:lnTo>
                <a:lnTo>
                  <a:pt x="1981200" y="2286000"/>
                </a:lnTo>
                <a:lnTo>
                  <a:pt x="1981200" y="2276475"/>
                </a:lnTo>
                <a:lnTo>
                  <a:pt x="1990725" y="2276475"/>
                </a:lnTo>
                <a:close/>
                <a:moveTo>
                  <a:pt x="2362200" y="2276475"/>
                </a:moveTo>
                <a:lnTo>
                  <a:pt x="2371725" y="2276475"/>
                </a:lnTo>
                <a:lnTo>
                  <a:pt x="2371725" y="2295525"/>
                </a:lnTo>
                <a:lnTo>
                  <a:pt x="2400300" y="2295525"/>
                </a:lnTo>
                <a:lnTo>
                  <a:pt x="2400300" y="2286000"/>
                </a:lnTo>
                <a:lnTo>
                  <a:pt x="2409825" y="2286000"/>
                </a:lnTo>
                <a:lnTo>
                  <a:pt x="2409825" y="2295525"/>
                </a:lnTo>
                <a:lnTo>
                  <a:pt x="2438400" y="2295525"/>
                </a:lnTo>
                <a:lnTo>
                  <a:pt x="2438400" y="2286000"/>
                </a:lnTo>
                <a:lnTo>
                  <a:pt x="2447925" y="2286000"/>
                </a:lnTo>
                <a:lnTo>
                  <a:pt x="2447925" y="2276475"/>
                </a:lnTo>
                <a:lnTo>
                  <a:pt x="2457450" y="2276475"/>
                </a:lnTo>
                <a:lnTo>
                  <a:pt x="2457450" y="2314575"/>
                </a:lnTo>
                <a:lnTo>
                  <a:pt x="2438400" y="2314575"/>
                </a:lnTo>
                <a:lnTo>
                  <a:pt x="2438400" y="2305050"/>
                </a:lnTo>
                <a:lnTo>
                  <a:pt x="2333625" y="2305050"/>
                </a:lnTo>
                <a:lnTo>
                  <a:pt x="2333625" y="2286000"/>
                </a:lnTo>
                <a:lnTo>
                  <a:pt x="2362200" y="2286000"/>
                </a:lnTo>
                <a:close/>
                <a:moveTo>
                  <a:pt x="2047875" y="2333625"/>
                </a:moveTo>
                <a:lnTo>
                  <a:pt x="2057400" y="2333625"/>
                </a:lnTo>
                <a:lnTo>
                  <a:pt x="2057400" y="2371725"/>
                </a:lnTo>
                <a:lnTo>
                  <a:pt x="2095500" y="2371725"/>
                </a:lnTo>
                <a:lnTo>
                  <a:pt x="2095500" y="2381250"/>
                </a:lnTo>
                <a:lnTo>
                  <a:pt x="2124075" y="2381250"/>
                </a:lnTo>
                <a:lnTo>
                  <a:pt x="2124075" y="2390775"/>
                </a:lnTo>
                <a:lnTo>
                  <a:pt x="2095500" y="2390775"/>
                </a:lnTo>
                <a:lnTo>
                  <a:pt x="2095500" y="2400300"/>
                </a:lnTo>
                <a:lnTo>
                  <a:pt x="2076450" y="2400300"/>
                </a:lnTo>
                <a:lnTo>
                  <a:pt x="2076450" y="2390775"/>
                </a:lnTo>
                <a:lnTo>
                  <a:pt x="2066925" y="2390775"/>
                </a:lnTo>
                <a:lnTo>
                  <a:pt x="2066925" y="2381250"/>
                </a:lnTo>
                <a:lnTo>
                  <a:pt x="2028825" y="2381250"/>
                </a:lnTo>
                <a:lnTo>
                  <a:pt x="2028825" y="2362200"/>
                </a:lnTo>
                <a:lnTo>
                  <a:pt x="2047875" y="2362200"/>
                </a:lnTo>
                <a:lnTo>
                  <a:pt x="2047875" y="2352675"/>
                </a:lnTo>
                <a:lnTo>
                  <a:pt x="2028825" y="2352675"/>
                </a:lnTo>
                <a:lnTo>
                  <a:pt x="2028825" y="2343150"/>
                </a:lnTo>
                <a:lnTo>
                  <a:pt x="2047875" y="2343150"/>
                </a:lnTo>
                <a:close/>
                <a:moveTo>
                  <a:pt x="2371725" y="2352675"/>
                </a:moveTo>
                <a:lnTo>
                  <a:pt x="2390775" y="2352675"/>
                </a:lnTo>
                <a:lnTo>
                  <a:pt x="2390775" y="2371725"/>
                </a:lnTo>
                <a:lnTo>
                  <a:pt x="2400300" y="2371725"/>
                </a:lnTo>
                <a:lnTo>
                  <a:pt x="2400300" y="2381250"/>
                </a:lnTo>
                <a:lnTo>
                  <a:pt x="2438400" y="2381250"/>
                </a:lnTo>
                <a:lnTo>
                  <a:pt x="2438400" y="2371725"/>
                </a:lnTo>
                <a:lnTo>
                  <a:pt x="2447925" y="2371725"/>
                </a:lnTo>
                <a:lnTo>
                  <a:pt x="2447925" y="2362200"/>
                </a:lnTo>
                <a:lnTo>
                  <a:pt x="2457450" y="2362200"/>
                </a:lnTo>
                <a:lnTo>
                  <a:pt x="2457450" y="2400300"/>
                </a:lnTo>
                <a:lnTo>
                  <a:pt x="2447925" y="2400300"/>
                </a:lnTo>
                <a:lnTo>
                  <a:pt x="2447925" y="2390775"/>
                </a:lnTo>
                <a:lnTo>
                  <a:pt x="2409825" y="2390775"/>
                </a:lnTo>
                <a:lnTo>
                  <a:pt x="2409825" y="2409825"/>
                </a:lnTo>
                <a:lnTo>
                  <a:pt x="2371725" y="2409825"/>
                </a:lnTo>
                <a:lnTo>
                  <a:pt x="2371725" y="2400300"/>
                </a:lnTo>
                <a:lnTo>
                  <a:pt x="2362200" y="2400300"/>
                </a:lnTo>
                <a:lnTo>
                  <a:pt x="2362200" y="2409825"/>
                </a:lnTo>
                <a:lnTo>
                  <a:pt x="2352675" y="2409825"/>
                </a:lnTo>
                <a:lnTo>
                  <a:pt x="2352675" y="2428875"/>
                </a:lnTo>
                <a:lnTo>
                  <a:pt x="2314575" y="2428875"/>
                </a:lnTo>
                <a:lnTo>
                  <a:pt x="2314575" y="2438400"/>
                </a:lnTo>
                <a:lnTo>
                  <a:pt x="2286000" y="2438400"/>
                </a:lnTo>
                <a:lnTo>
                  <a:pt x="2286000" y="2428875"/>
                </a:lnTo>
                <a:lnTo>
                  <a:pt x="2257425" y="2428875"/>
                </a:lnTo>
                <a:lnTo>
                  <a:pt x="2257425" y="2438400"/>
                </a:lnTo>
                <a:lnTo>
                  <a:pt x="2238375" y="2438400"/>
                </a:lnTo>
                <a:lnTo>
                  <a:pt x="2238375" y="2419350"/>
                </a:lnTo>
                <a:lnTo>
                  <a:pt x="2228850" y="2419350"/>
                </a:lnTo>
                <a:lnTo>
                  <a:pt x="2228850" y="2409825"/>
                </a:lnTo>
                <a:lnTo>
                  <a:pt x="2247900" y="2409825"/>
                </a:lnTo>
                <a:lnTo>
                  <a:pt x="2247900" y="2400300"/>
                </a:lnTo>
                <a:lnTo>
                  <a:pt x="2314575" y="2400300"/>
                </a:lnTo>
                <a:lnTo>
                  <a:pt x="2314575" y="2409825"/>
                </a:lnTo>
                <a:lnTo>
                  <a:pt x="2324100" y="2409825"/>
                </a:lnTo>
                <a:lnTo>
                  <a:pt x="2324100" y="2400300"/>
                </a:lnTo>
                <a:lnTo>
                  <a:pt x="2333625" y="2400300"/>
                </a:lnTo>
                <a:lnTo>
                  <a:pt x="2333625" y="2381250"/>
                </a:lnTo>
                <a:lnTo>
                  <a:pt x="2362200" y="2381250"/>
                </a:lnTo>
                <a:lnTo>
                  <a:pt x="2362200" y="2371725"/>
                </a:lnTo>
                <a:lnTo>
                  <a:pt x="2371725" y="2371725"/>
                </a:lnTo>
                <a:close/>
                <a:moveTo>
                  <a:pt x="2143125" y="2362200"/>
                </a:moveTo>
                <a:lnTo>
                  <a:pt x="2152650" y="2362200"/>
                </a:lnTo>
                <a:lnTo>
                  <a:pt x="2152650" y="2371725"/>
                </a:lnTo>
                <a:lnTo>
                  <a:pt x="2190750" y="2371725"/>
                </a:lnTo>
                <a:lnTo>
                  <a:pt x="2190750" y="2381250"/>
                </a:lnTo>
                <a:lnTo>
                  <a:pt x="2171700" y="2381250"/>
                </a:lnTo>
                <a:lnTo>
                  <a:pt x="2171700" y="2390775"/>
                </a:lnTo>
                <a:lnTo>
                  <a:pt x="2162175" y="2390775"/>
                </a:lnTo>
                <a:lnTo>
                  <a:pt x="2162175" y="2400300"/>
                </a:lnTo>
                <a:lnTo>
                  <a:pt x="2143125" y="2400300"/>
                </a:lnTo>
                <a:lnTo>
                  <a:pt x="2143125" y="2390775"/>
                </a:lnTo>
                <a:lnTo>
                  <a:pt x="2133600" y="2390775"/>
                </a:lnTo>
                <a:lnTo>
                  <a:pt x="2133600" y="2371725"/>
                </a:lnTo>
                <a:lnTo>
                  <a:pt x="2143125" y="2371725"/>
                </a:lnTo>
                <a:close/>
                <a:moveTo>
                  <a:pt x="228600" y="2381250"/>
                </a:moveTo>
                <a:lnTo>
                  <a:pt x="238125" y="2381250"/>
                </a:lnTo>
                <a:lnTo>
                  <a:pt x="238125" y="2390775"/>
                </a:lnTo>
                <a:lnTo>
                  <a:pt x="247650" y="2390775"/>
                </a:lnTo>
                <a:lnTo>
                  <a:pt x="247650" y="2400300"/>
                </a:lnTo>
                <a:lnTo>
                  <a:pt x="257175" y="2400300"/>
                </a:lnTo>
                <a:lnTo>
                  <a:pt x="257175" y="2409825"/>
                </a:lnTo>
                <a:lnTo>
                  <a:pt x="266700" y="2409825"/>
                </a:lnTo>
                <a:lnTo>
                  <a:pt x="266700" y="2419350"/>
                </a:lnTo>
                <a:lnTo>
                  <a:pt x="276225" y="2419350"/>
                </a:lnTo>
                <a:lnTo>
                  <a:pt x="276225" y="2438400"/>
                </a:lnTo>
                <a:lnTo>
                  <a:pt x="266700" y="2438400"/>
                </a:lnTo>
                <a:lnTo>
                  <a:pt x="266700" y="2428875"/>
                </a:lnTo>
                <a:lnTo>
                  <a:pt x="247650" y="2428875"/>
                </a:lnTo>
                <a:lnTo>
                  <a:pt x="247650" y="2419350"/>
                </a:lnTo>
                <a:lnTo>
                  <a:pt x="238125" y="2419350"/>
                </a:lnTo>
                <a:lnTo>
                  <a:pt x="238125" y="2409825"/>
                </a:lnTo>
                <a:lnTo>
                  <a:pt x="219075" y="2409825"/>
                </a:lnTo>
                <a:lnTo>
                  <a:pt x="219075" y="2400300"/>
                </a:lnTo>
                <a:lnTo>
                  <a:pt x="228600" y="2400300"/>
                </a:lnTo>
                <a:close/>
                <a:moveTo>
                  <a:pt x="1857375" y="2381250"/>
                </a:moveTo>
                <a:lnTo>
                  <a:pt x="1866900" y="2381250"/>
                </a:lnTo>
                <a:lnTo>
                  <a:pt x="1866900" y="2400300"/>
                </a:lnTo>
                <a:lnTo>
                  <a:pt x="1876425" y="2400300"/>
                </a:lnTo>
                <a:lnTo>
                  <a:pt x="1876425" y="2409825"/>
                </a:lnTo>
                <a:lnTo>
                  <a:pt x="1866900" y="2409825"/>
                </a:lnTo>
                <a:lnTo>
                  <a:pt x="1866900" y="2419350"/>
                </a:lnTo>
                <a:lnTo>
                  <a:pt x="1857375" y="2419350"/>
                </a:lnTo>
                <a:lnTo>
                  <a:pt x="1857375" y="2428875"/>
                </a:lnTo>
                <a:lnTo>
                  <a:pt x="1828800" y="2428875"/>
                </a:lnTo>
                <a:lnTo>
                  <a:pt x="1828800" y="2409825"/>
                </a:lnTo>
                <a:lnTo>
                  <a:pt x="1838325" y="2409825"/>
                </a:lnTo>
                <a:lnTo>
                  <a:pt x="1838325" y="2400300"/>
                </a:lnTo>
                <a:lnTo>
                  <a:pt x="1847850" y="2400300"/>
                </a:lnTo>
                <a:lnTo>
                  <a:pt x="1847850" y="2390775"/>
                </a:lnTo>
                <a:lnTo>
                  <a:pt x="1857375" y="2390775"/>
                </a:lnTo>
                <a:close/>
                <a:moveTo>
                  <a:pt x="28575" y="2419350"/>
                </a:moveTo>
                <a:lnTo>
                  <a:pt x="38100" y="2419350"/>
                </a:lnTo>
                <a:lnTo>
                  <a:pt x="38100" y="2428875"/>
                </a:lnTo>
                <a:lnTo>
                  <a:pt x="28575" y="2428875"/>
                </a:lnTo>
                <a:close/>
                <a:moveTo>
                  <a:pt x="2324100" y="2419350"/>
                </a:moveTo>
                <a:lnTo>
                  <a:pt x="2333625" y="2419350"/>
                </a:lnTo>
                <a:lnTo>
                  <a:pt x="2333625" y="2409825"/>
                </a:lnTo>
                <a:lnTo>
                  <a:pt x="2324100" y="2409825"/>
                </a:lnTo>
                <a:close/>
                <a:moveTo>
                  <a:pt x="1047750" y="2428875"/>
                </a:moveTo>
                <a:lnTo>
                  <a:pt x="1066800" y="2428875"/>
                </a:lnTo>
                <a:lnTo>
                  <a:pt x="1066800" y="2438400"/>
                </a:lnTo>
                <a:lnTo>
                  <a:pt x="1047750" y="2438400"/>
                </a:lnTo>
                <a:close/>
                <a:moveTo>
                  <a:pt x="971550" y="2438400"/>
                </a:moveTo>
                <a:lnTo>
                  <a:pt x="1019175" y="2438400"/>
                </a:lnTo>
                <a:lnTo>
                  <a:pt x="1019175" y="2447925"/>
                </a:lnTo>
                <a:lnTo>
                  <a:pt x="990600" y="2447925"/>
                </a:lnTo>
                <a:lnTo>
                  <a:pt x="990600" y="2457450"/>
                </a:lnTo>
                <a:lnTo>
                  <a:pt x="981075" y="2457450"/>
                </a:lnTo>
                <a:lnTo>
                  <a:pt x="981075" y="2447925"/>
                </a:lnTo>
                <a:lnTo>
                  <a:pt x="971550" y="2447925"/>
                </a:lnTo>
                <a:close/>
                <a:moveTo>
                  <a:pt x="1133475" y="2438400"/>
                </a:moveTo>
                <a:lnTo>
                  <a:pt x="1143000" y="2438400"/>
                </a:lnTo>
                <a:lnTo>
                  <a:pt x="1143000" y="2447925"/>
                </a:lnTo>
                <a:lnTo>
                  <a:pt x="1133475" y="2447925"/>
                </a:lnTo>
                <a:close/>
                <a:moveTo>
                  <a:pt x="962025" y="2447925"/>
                </a:moveTo>
                <a:lnTo>
                  <a:pt x="971550" y="2447925"/>
                </a:lnTo>
                <a:lnTo>
                  <a:pt x="971550" y="2457450"/>
                </a:lnTo>
                <a:lnTo>
                  <a:pt x="962025" y="2457450"/>
                </a:lnTo>
                <a:close/>
                <a:moveTo>
                  <a:pt x="304800" y="2457450"/>
                </a:moveTo>
                <a:lnTo>
                  <a:pt x="314325" y="2457450"/>
                </a:lnTo>
                <a:lnTo>
                  <a:pt x="314325" y="2466975"/>
                </a:lnTo>
                <a:lnTo>
                  <a:pt x="304800" y="2466975"/>
                </a:lnTo>
                <a:close/>
                <a:moveTo>
                  <a:pt x="952500" y="2457450"/>
                </a:moveTo>
                <a:lnTo>
                  <a:pt x="962025" y="2457450"/>
                </a:lnTo>
                <a:lnTo>
                  <a:pt x="962025" y="2466975"/>
                </a:lnTo>
                <a:lnTo>
                  <a:pt x="971550" y="2466975"/>
                </a:lnTo>
                <a:lnTo>
                  <a:pt x="971550" y="2476500"/>
                </a:lnTo>
                <a:lnTo>
                  <a:pt x="962025" y="2476500"/>
                </a:lnTo>
                <a:lnTo>
                  <a:pt x="962025" y="2486025"/>
                </a:lnTo>
                <a:lnTo>
                  <a:pt x="952500" y="2486025"/>
                </a:lnTo>
                <a:lnTo>
                  <a:pt x="952500" y="2495550"/>
                </a:lnTo>
                <a:lnTo>
                  <a:pt x="962025" y="2495550"/>
                </a:lnTo>
                <a:lnTo>
                  <a:pt x="962025" y="2505075"/>
                </a:lnTo>
                <a:lnTo>
                  <a:pt x="923925" y="2505075"/>
                </a:lnTo>
                <a:lnTo>
                  <a:pt x="923925" y="2495550"/>
                </a:lnTo>
                <a:lnTo>
                  <a:pt x="933450" y="2495550"/>
                </a:lnTo>
                <a:lnTo>
                  <a:pt x="933450" y="2486025"/>
                </a:lnTo>
                <a:lnTo>
                  <a:pt x="942975" y="2486025"/>
                </a:lnTo>
                <a:lnTo>
                  <a:pt x="942975" y="2476500"/>
                </a:lnTo>
                <a:lnTo>
                  <a:pt x="952500" y="2476500"/>
                </a:lnTo>
                <a:close/>
                <a:moveTo>
                  <a:pt x="1276350" y="2457450"/>
                </a:moveTo>
                <a:lnTo>
                  <a:pt x="1314450" y="2457450"/>
                </a:lnTo>
                <a:lnTo>
                  <a:pt x="1314450" y="2466975"/>
                </a:lnTo>
                <a:lnTo>
                  <a:pt x="1276350" y="2466975"/>
                </a:lnTo>
                <a:close/>
                <a:moveTo>
                  <a:pt x="333375" y="2486025"/>
                </a:moveTo>
                <a:lnTo>
                  <a:pt x="361950" y="2486025"/>
                </a:lnTo>
                <a:lnTo>
                  <a:pt x="361950" y="2495550"/>
                </a:lnTo>
                <a:lnTo>
                  <a:pt x="390525" y="2495550"/>
                </a:lnTo>
                <a:lnTo>
                  <a:pt x="390525" y="2505075"/>
                </a:lnTo>
                <a:lnTo>
                  <a:pt x="428625" y="2505075"/>
                </a:lnTo>
                <a:lnTo>
                  <a:pt x="428625" y="2514600"/>
                </a:lnTo>
                <a:lnTo>
                  <a:pt x="409575" y="2514600"/>
                </a:lnTo>
                <a:lnTo>
                  <a:pt x="409575" y="2524125"/>
                </a:lnTo>
                <a:lnTo>
                  <a:pt x="381000" y="2524125"/>
                </a:lnTo>
                <a:lnTo>
                  <a:pt x="381000" y="2514600"/>
                </a:lnTo>
                <a:lnTo>
                  <a:pt x="371475" y="2514600"/>
                </a:lnTo>
                <a:lnTo>
                  <a:pt x="371475" y="2505075"/>
                </a:lnTo>
                <a:lnTo>
                  <a:pt x="352425" y="2505075"/>
                </a:lnTo>
                <a:lnTo>
                  <a:pt x="352425" y="2495550"/>
                </a:lnTo>
                <a:lnTo>
                  <a:pt x="333375" y="2495550"/>
                </a:lnTo>
                <a:close/>
                <a:moveTo>
                  <a:pt x="571500" y="2486025"/>
                </a:moveTo>
                <a:lnTo>
                  <a:pt x="609600" y="2486025"/>
                </a:lnTo>
                <a:lnTo>
                  <a:pt x="609600" y="2495550"/>
                </a:lnTo>
                <a:lnTo>
                  <a:pt x="600075" y="2495550"/>
                </a:lnTo>
                <a:lnTo>
                  <a:pt x="600075" y="2505075"/>
                </a:lnTo>
                <a:lnTo>
                  <a:pt x="590550" y="2505075"/>
                </a:lnTo>
                <a:lnTo>
                  <a:pt x="590550" y="2514600"/>
                </a:lnTo>
                <a:lnTo>
                  <a:pt x="571500" y="2514600"/>
                </a:lnTo>
                <a:lnTo>
                  <a:pt x="571500" y="2505075"/>
                </a:lnTo>
                <a:lnTo>
                  <a:pt x="552450" y="2505075"/>
                </a:lnTo>
                <a:lnTo>
                  <a:pt x="552450" y="2495550"/>
                </a:lnTo>
                <a:lnTo>
                  <a:pt x="571500" y="2495550"/>
                </a:lnTo>
                <a:close/>
                <a:moveTo>
                  <a:pt x="1514475" y="2486025"/>
                </a:moveTo>
                <a:lnTo>
                  <a:pt x="1533525" y="2486025"/>
                </a:lnTo>
                <a:lnTo>
                  <a:pt x="1533525" y="2495550"/>
                </a:lnTo>
                <a:lnTo>
                  <a:pt x="1514475" y="2495550"/>
                </a:lnTo>
                <a:close/>
                <a:moveTo>
                  <a:pt x="1733550" y="2486025"/>
                </a:moveTo>
                <a:lnTo>
                  <a:pt x="1743075" y="2486025"/>
                </a:lnTo>
                <a:lnTo>
                  <a:pt x="1743075" y="2514600"/>
                </a:lnTo>
                <a:lnTo>
                  <a:pt x="1733550" y="2514600"/>
                </a:lnTo>
                <a:lnTo>
                  <a:pt x="1733550" y="2505075"/>
                </a:lnTo>
                <a:lnTo>
                  <a:pt x="1704975" y="2505075"/>
                </a:lnTo>
                <a:lnTo>
                  <a:pt x="1704975" y="2495550"/>
                </a:lnTo>
                <a:lnTo>
                  <a:pt x="1733550" y="2495550"/>
                </a:lnTo>
                <a:close/>
                <a:moveTo>
                  <a:pt x="495300" y="2495550"/>
                </a:moveTo>
                <a:lnTo>
                  <a:pt x="504825" y="2495550"/>
                </a:lnTo>
                <a:lnTo>
                  <a:pt x="504825" y="2505075"/>
                </a:lnTo>
                <a:lnTo>
                  <a:pt x="495300" y="2505075"/>
                </a:lnTo>
                <a:close/>
                <a:moveTo>
                  <a:pt x="1571625" y="2495550"/>
                </a:moveTo>
                <a:lnTo>
                  <a:pt x="1590675" y="2495550"/>
                </a:lnTo>
                <a:lnTo>
                  <a:pt x="1590675" y="2505075"/>
                </a:lnTo>
                <a:lnTo>
                  <a:pt x="1571625" y="2505075"/>
                </a:lnTo>
                <a:close/>
                <a:moveTo>
                  <a:pt x="2362200" y="2495550"/>
                </a:moveTo>
                <a:lnTo>
                  <a:pt x="2390775" y="2495550"/>
                </a:lnTo>
                <a:lnTo>
                  <a:pt x="2390775" y="2505075"/>
                </a:lnTo>
                <a:lnTo>
                  <a:pt x="2400300" y="2505075"/>
                </a:lnTo>
                <a:lnTo>
                  <a:pt x="2400300" y="2514600"/>
                </a:lnTo>
                <a:lnTo>
                  <a:pt x="2390775" y="2514600"/>
                </a:lnTo>
                <a:lnTo>
                  <a:pt x="2390775" y="2524125"/>
                </a:lnTo>
                <a:lnTo>
                  <a:pt x="2371725" y="2524125"/>
                </a:lnTo>
                <a:lnTo>
                  <a:pt x="2371725" y="2505075"/>
                </a:lnTo>
                <a:lnTo>
                  <a:pt x="2362200" y="2505075"/>
                </a:lnTo>
                <a:close/>
                <a:moveTo>
                  <a:pt x="619125" y="2505075"/>
                </a:moveTo>
                <a:lnTo>
                  <a:pt x="628650" y="2505075"/>
                </a:lnTo>
                <a:lnTo>
                  <a:pt x="628650" y="2543175"/>
                </a:lnTo>
                <a:lnTo>
                  <a:pt x="619125" y="2543175"/>
                </a:lnTo>
                <a:close/>
                <a:moveTo>
                  <a:pt x="914400" y="2505075"/>
                </a:moveTo>
                <a:lnTo>
                  <a:pt x="923925" y="2505075"/>
                </a:lnTo>
                <a:lnTo>
                  <a:pt x="923925" y="2514600"/>
                </a:lnTo>
                <a:lnTo>
                  <a:pt x="914400" y="2514600"/>
                </a:lnTo>
                <a:close/>
                <a:moveTo>
                  <a:pt x="2409825" y="2505075"/>
                </a:moveTo>
                <a:lnTo>
                  <a:pt x="2457450" y="2505075"/>
                </a:lnTo>
                <a:lnTo>
                  <a:pt x="2457450" y="2514600"/>
                </a:lnTo>
                <a:lnTo>
                  <a:pt x="2447925" y="2514600"/>
                </a:lnTo>
                <a:lnTo>
                  <a:pt x="2447925" y="2524125"/>
                </a:lnTo>
                <a:lnTo>
                  <a:pt x="2438400" y="2524125"/>
                </a:lnTo>
                <a:lnTo>
                  <a:pt x="2438400" y="2533650"/>
                </a:lnTo>
                <a:lnTo>
                  <a:pt x="2419350" y="2533650"/>
                </a:lnTo>
                <a:lnTo>
                  <a:pt x="2419350" y="2514600"/>
                </a:lnTo>
                <a:lnTo>
                  <a:pt x="2409825" y="2514600"/>
                </a:lnTo>
                <a:close/>
                <a:moveTo>
                  <a:pt x="904875" y="2514600"/>
                </a:moveTo>
                <a:lnTo>
                  <a:pt x="914400" y="2514600"/>
                </a:lnTo>
                <a:lnTo>
                  <a:pt x="914400" y="2524125"/>
                </a:lnTo>
                <a:lnTo>
                  <a:pt x="904875" y="2524125"/>
                </a:lnTo>
                <a:close/>
                <a:moveTo>
                  <a:pt x="895350" y="2524125"/>
                </a:moveTo>
                <a:lnTo>
                  <a:pt x="904875" y="2524125"/>
                </a:lnTo>
                <a:lnTo>
                  <a:pt x="904875" y="2533650"/>
                </a:lnTo>
                <a:lnTo>
                  <a:pt x="895350" y="2533650"/>
                </a:lnTo>
                <a:close/>
                <a:moveTo>
                  <a:pt x="809625" y="2552700"/>
                </a:moveTo>
                <a:lnTo>
                  <a:pt x="819150" y="2552700"/>
                </a:lnTo>
                <a:lnTo>
                  <a:pt x="819150" y="2562225"/>
                </a:lnTo>
                <a:lnTo>
                  <a:pt x="809625" y="2562225"/>
                </a:lnTo>
                <a:close/>
                <a:moveTo>
                  <a:pt x="1666875" y="2552700"/>
                </a:moveTo>
                <a:lnTo>
                  <a:pt x="1676400" y="2552700"/>
                </a:lnTo>
                <a:lnTo>
                  <a:pt x="1676400" y="2562225"/>
                </a:lnTo>
                <a:lnTo>
                  <a:pt x="1666875" y="2562225"/>
                </a:lnTo>
                <a:close/>
                <a:moveTo>
                  <a:pt x="771525" y="2562225"/>
                </a:moveTo>
                <a:lnTo>
                  <a:pt x="790575" y="2562225"/>
                </a:lnTo>
                <a:lnTo>
                  <a:pt x="790575" y="2571750"/>
                </a:lnTo>
                <a:lnTo>
                  <a:pt x="771525" y="2571750"/>
                </a:lnTo>
                <a:close/>
                <a:moveTo>
                  <a:pt x="1562100" y="2562225"/>
                </a:moveTo>
                <a:lnTo>
                  <a:pt x="1571625" y="2562225"/>
                </a:lnTo>
                <a:lnTo>
                  <a:pt x="1571625" y="2571750"/>
                </a:lnTo>
                <a:lnTo>
                  <a:pt x="1562100" y="2571750"/>
                </a:lnTo>
                <a:close/>
                <a:moveTo>
                  <a:pt x="723900" y="2571750"/>
                </a:moveTo>
                <a:lnTo>
                  <a:pt x="742950" y="2571750"/>
                </a:lnTo>
                <a:lnTo>
                  <a:pt x="742950" y="2581275"/>
                </a:lnTo>
                <a:lnTo>
                  <a:pt x="723900" y="2581275"/>
                </a:lnTo>
                <a:close/>
                <a:moveTo>
                  <a:pt x="762000" y="2571750"/>
                </a:moveTo>
                <a:lnTo>
                  <a:pt x="771525" y="2571750"/>
                </a:lnTo>
                <a:lnTo>
                  <a:pt x="771525" y="2590800"/>
                </a:lnTo>
                <a:lnTo>
                  <a:pt x="762000" y="2590800"/>
                </a:lnTo>
                <a:close/>
                <a:moveTo>
                  <a:pt x="685800" y="2581275"/>
                </a:moveTo>
                <a:lnTo>
                  <a:pt x="695325" y="2581275"/>
                </a:lnTo>
                <a:lnTo>
                  <a:pt x="695325" y="2590800"/>
                </a:lnTo>
                <a:lnTo>
                  <a:pt x="685800" y="2590800"/>
                </a:lnTo>
                <a:close/>
              </a:path>
            </a:pathLst>
          </a:custGeom>
          <a:solidFill xmlns:a="http://schemas.openxmlformats.org/drawingml/2006/main">
            <a:srgbClr val="F6F3ED"/>
          </a:solidFill>
          <a:ln xmlns:a="http://schemas.openxmlformats.org/drawingml/2006/main" w="0">
            <a:noFill/>
          </a:ln>
        </p:spPr>
      </p:sp>
      <p:sp>
        <p:nvSpPr>
          <p:cNvPr id="88" name="papers vector #eeeee5">
            <a:extLst xmlns:a="http://schemas.openxmlformats.org/drawingml/2006/main">
              <a:ext uri="{FF2B5EF4-FFF2-40B4-BE49-F238E27FC236}">
                <a16:creationId xmlns:a16="http://schemas.microsoft.com/office/drawing/2014/main" id="{642A1F00-6947-4620-8A08-FCFC4B819B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43475" y="1724025"/>
            <a:ext cx="3781425" cy="3990975"/>
          </a:xfrm>
          <a:custGeom xmlns:a="http://schemas.openxmlformats.org/drawingml/2006/main">
            <a:pathLst>
              <a:path w="2457450" h="2590800">
                <a:moveTo>
                  <a:pt x="1962150" y="0"/>
                </a:moveTo>
                <a:lnTo>
                  <a:pt x="2000250" y="0"/>
                </a:lnTo>
                <a:lnTo>
                  <a:pt x="2000250" y="9525"/>
                </a:lnTo>
                <a:lnTo>
                  <a:pt x="1962150" y="9525"/>
                </a:lnTo>
                <a:close/>
                <a:moveTo>
                  <a:pt x="1943100" y="9525"/>
                </a:moveTo>
                <a:lnTo>
                  <a:pt x="1952625" y="9525"/>
                </a:lnTo>
                <a:lnTo>
                  <a:pt x="1952625" y="19050"/>
                </a:lnTo>
                <a:lnTo>
                  <a:pt x="1943100" y="19050"/>
                </a:lnTo>
                <a:close/>
                <a:moveTo>
                  <a:pt x="2019300" y="9525"/>
                </a:moveTo>
                <a:lnTo>
                  <a:pt x="2028825" y="9525"/>
                </a:lnTo>
                <a:lnTo>
                  <a:pt x="2028825" y="19050"/>
                </a:lnTo>
                <a:lnTo>
                  <a:pt x="2019300" y="19050"/>
                </a:lnTo>
                <a:close/>
                <a:moveTo>
                  <a:pt x="400050" y="19050"/>
                </a:moveTo>
                <a:lnTo>
                  <a:pt x="409575" y="19050"/>
                </a:lnTo>
                <a:lnTo>
                  <a:pt x="409575" y="28575"/>
                </a:lnTo>
                <a:lnTo>
                  <a:pt x="400050" y="28575"/>
                </a:lnTo>
                <a:close/>
                <a:moveTo>
                  <a:pt x="495300" y="19050"/>
                </a:moveTo>
                <a:lnTo>
                  <a:pt x="504825" y="19050"/>
                </a:lnTo>
                <a:lnTo>
                  <a:pt x="504825" y="28575"/>
                </a:lnTo>
                <a:lnTo>
                  <a:pt x="495300" y="28575"/>
                </a:lnTo>
                <a:close/>
                <a:moveTo>
                  <a:pt x="1600200" y="19050"/>
                </a:moveTo>
                <a:lnTo>
                  <a:pt x="1628775" y="19050"/>
                </a:lnTo>
                <a:lnTo>
                  <a:pt x="1628775" y="28575"/>
                </a:lnTo>
                <a:lnTo>
                  <a:pt x="1600200" y="28575"/>
                </a:lnTo>
                <a:close/>
                <a:moveTo>
                  <a:pt x="1685925" y="19050"/>
                </a:moveTo>
                <a:lnTo>
                  <a:pt x="1704975" y="19050"/>
                </a:lnTo>
                <a:lnTo>
                  <a:pt x="1704975" y="28575"/>
                </a:lnTo>
                <a:lnTo>
                  <a:pt x="1685925" y="28575"/>
                </a:lnTo>
                <a:close/>
                <a:moveTo>
                  <a:pt x="2057400" y="19050"/>
                </a:moveTo>
                <a:lnTo>
                  <a:pt x="2066925" y="19050"/>
                </a:lnTo>
                <a:lnTo>
                  <a:pt x="2066925" y="28575"/>
                </a:lnTo>
                <a:lnTo>
                  <a:pt x="2057400" y="28575"/>
                </a:lnTo>
                <a:close/>
                <a:moveTo>
                  <a:pt x="561975" y="28575"/>
                </a:moveTo>
                <a:lnTo>
                  <a:pt x="581025" y="28575"/>
                </a:lnTo>
                <a:lnTo>
                  <a:pt x="581025" y="38100"/>
                </a:lnTo>
                <a:lnTo>
                  <a:pt x="561975" y="38100"/>
                </a:lnTo>
                <a:close/>
                <a:moveTo>
                  <a:pt x="1533525" y="28575"/>
                </a:moveTo>
                <a:lnTo>
                  <a:pt x="1552575" y="28575"/>
                </a:lnTo>
                <a:lnTo>
                  <a:pt x="1552575" y="38100"/>
                </a:lnTo>
                <a:lnTo>
                  <a:pt x="1533525" y="38100"/>
                </a:lnTo>
                <a:close/>
                <a:moveTo>
                  <a:pt x="1724025" y="28575"/>
                </a:moveTo>
                <a:lnTo>
                  <a:pt x="1733550" y="28575"/>
                </a:lnTo>
                <a:lnTo>
                  <a:pt x="1733550" y="38100"/>
                </a:lnTo>
                <a:lnTo>
                  <a:pt x="1724025" y="38100"/>
                </a:lnTo>
                <a:close/>
                <a:moveTo>
                  <a:pt x="2095500" y="28575"/>
                </a:moveTo>
                <a:lnTo>
                  <a:pt x="2105025" y="28575"/>
                </a:lnTo>
                <a:lnTo>
                  <a:pt x="2105025" y="38100"/>
                </a:lnTo>
                <a:lnTo>
                  <a:pt x="2095500" y="38100"/>
                </a:lnTo>
                <a:close/>
                <a:moveTo>
                  <a:pt x="638175" y="38100"/>
                </a:moveTo>
                <a:lnTo>
                  <a:pt x="647700" y="38100"/>
                </a:lnTo>
                <a:lnTo>
                  <a:pt x="647700" y="47625"/>
                </a:lnTo>
                <a:lnTo>
                  <a:pt x="638175" y="47625"/>
                </a:lnTo>
                <a:close/>
                <a:moveTo>
                  <a:pt x="1457325" y="38100"/>
                </a:moveTo>
                <a:lnTo>
                  <a:pt x="1476375" y="38100"/>
                </a:lnTo>
                <a:lnTo>
                  <a:pt x="1476375" y="47625"/>
                </a:lnTo>
                <a:lnTo>
                  <a:pt x="1457325" y="47625"/>
                </a:lnTo>
                <a:close/>
                <a:moveTo>
                  <a:pt x="1743075" y="38100"/>
                </a:moveTo>
                <a:lnTo>
                  <a:pt x="1752600" y="38100"/>
                </a:lnTo>
                <a:lnTo>
                  <a:pt x="1752600" y="47625"/>
                </a:lnTo>
                <a:lnTo>
                  <a:pt x="1743075" y="47625"/>
                </a:lnTo>
                <a:close/>
                <a:moveTo>
                  <a:pt x="1914525" y="38100"/>
                </a:moveTo>
                <a:lnTo>
                  <a:pt x="1924050" y="38100"/>
                </a:lnTo>
                <a:lnTo>
                  <a:pt x="1924050" y="47625"/>
                </a:lnTo>
                <a:lnTo>
                  <a:pt x="1914525" y="47625"/>
                </a:lnTo>
                <a:close/>
                <a:moveTo>
                  <a:pt x="704850" y="47625"/>
                </a:moveTo>
                <a:lnTo>
                  <a:pt x="733425" y="47625"/>
                </a:lnTo>
                <a:lnTo>
                  <a:pt x="733425" y="57150"/>
                </a:lnTo>
                <a:lnTo>
                  <a:pt x="704850" y="57150"/>
                </a:lnTo>
                <a:close/>
                <a:moveTo>
                  <a:pt x="1371600" y="47625"/>
                </a:moveTo>
                <a:lnTo>
                  <a:pt x="1409700" y="47625"/>
                </a:lnTo>
                <a:lnTo>
                  <a:pt x="1409700" y="57150"/>
                </a:lnTo>
                <a:lnTo>
                  <a:pt x="1371600" y="57150"/>
                </a:lnTo>
                <a:close/>
                <a:moveTo>
                  <a:pt x="2162175" y="47625"/>
                </a:moveTo>
                <a:lnTo>
                  <a:pt x="2181225" y="47625"/>
                </a:lnTo>
                <a:lnTo>
                  <a:pt x="2181225" y="57150"/>
                </a:lnTo>
                <a:lnTo>
                  <a:pt x="2162175" y="57150"/>
                </a:lnTo>
                <a:close/>
                <a:moveTo>
                  <a:pt x="781050" y="57150"/>
                </a:moveTo>
                <a:lnTo>
                  <a:pt x="790575" y="57150"/>
                </a:lnTo>
                <a:lnTo>
                  <a:pt x="790575" y="66675"/>
                </a:lnTo>
                <a:lnTo>
                  <a:pt x="781050" y="66675"/>
                </a:lnTo>
                <a:close/>
                <a:moveTo>
                  <a:pt x="1314450" y="57150"/>
                </a:moveTo>
                <a:lnTo>
                  <a:pt x="1333500" y="57150"/>
                </a:lnTo>
                <a:lnTo>
                  <a:pt x="1333500" y="66675"/>
                </a:lnTo>
                <a:lnTo>
                  <a:pt x="1314450" y="66675"/>
                </a:lnTo>
                <a:close/>
                <a:moveTo>
                  <a:pt x="1771650" y="57150"/>
                </a:moveTo>
                <a:lnTo>
                  <a:pt x="1781175" y="57150"/>
                </a:lnTo>
                <a:lnTo>
                  <a:pt x="1781175" y="66675"/>
                </a:lnTo>
                <a:lnTo>
                  <a:pt x="1771650" y="66675"/>
                </a:lnTo>
                <a:close/>
                <a:moveTo>
                  <a:pt x="1905000" y="57150"/>
                </a:moveTo>
                <a:lnTo>
                  <a:pt x="1914525" y="57150"/>
                </a:lnTo>
                <a:lnTo>
                  <a:pt x="1914525" y="66675"/>
                </a:lnTo>
                <a:lnTo>
                  <a:pt x="1905000" y="66675"/>
                </a:lnTo>
                <a:close/>
                <a:moveTo>
                  <a:pt x="2200275" y="57150"/>
                </a:moveTo>
                <a:lnTo>
                  <a:pt x="2209800" y="57150"/>
                </a:lnTo>
                <a:lnTo>
                  <a:pt x="2209800" y="66675"/>
                </a:lnTo>
                <a:lnTo>
                  <a:pt x="2200275" y="66675"/>
                </a:lnTo>
                <a:close/>
                <a:moveTo>
                  <a:pt x="304800" y="66675"/>
                </a:moveTo>
                <a:lnTo>
                  <a:pt x="314325" y="66675"/>
                </a:lnTo>
                <a:lnTo>
                  <a:pt x="314325" y="76200"/>
                </a:lnTo>
                <a:lnTo>
                  <a:pt x="304800" y="76200"/>
                </a:lnTo>
                <a:close/>
                <a:moveTo>
                  <a:pt x="857250" y="66675"/>
                </a:moveTo>
                <a:lnTo>
                  <a:pt x="866775" y="66675"/>
                </a:lnTo>
                <a:lnTo>
                  <a:pt x="866775" y="76200"/>
                </a:lnTo>
                <a:lnTo>
                  <a:pt x="857250" y="76200"/>
                </a:lnTo>
                <a:close/>
                <a:moveTo>
                  <a:pt x="1238250" y="66675"/>
                </a:moveTo>
                <a:lnTo>
                  <a:pt x="1257300" y="66675"/>
                </a:lnTo>
                <a:lnTo>
                  <a:pt x="1257300" y="76200"/>
                </a:lnTo>
                <a:lnTo>
                  <a:pt x="1238250" y="76200"/>
                </a:lnTo>
                <a:close/>
                <a:moveTo>
                  <a:pt x="2238375" y="66675"/>
                </a:moveTo>
                <a:lnTo>
                  <a:pt x="2247900" y="66675"/>
                </a:lnTo>
                <a:lnTo>
                  <a:pt x="2247900" y="76200"/>
                </a:lnTo>
                <a:lnTo>
                  <a:pt x="2238375" y="76200"/>
                </a:lnTo>
                <a:close/>
                <a:moveTo>
                  <a:pt x="295275" y="76200"/>
                </a:moveTo>
                <a:lnTo>
                  <a:pt x="304800" y="76200"/>
                </a:lnTo>
                <a:lnTo>
                  <a:pt x="304800" y="85725"/>
                </a:lnTo>
                <a:lnTo>
                  <a:pt x="295275" y="85725"/>
                </a:lnTo>
                <a:close/>
                <a:moveTo>
                  <a:pt x="923925" y="76200"/>
                </a:moveTo>
                <a:lnTo>
                  <a:pt x="942975" y="76200"/>
                </a:lnTo>
                <a:lnTo>
                  <a:pt x="942975" y="85725"/>
                </a:lnTo>
                <a:lnTo>
                  <a:pt x="923925" y="85725"/>
                </a:lnTo>
                <a:close/>
                <a:moveTo>
                  <a:pt x="1162050" y="76200"/>
                </a:moveTo>
                <a:lnTo>
                  <a:pt x="1181100" y="76200"/>
                </a:lnTo>
                <a:lnTo>
                  <a:pt x="1181100" y="85725"/>
                </a:lnTo>
                <a:lnTo>
                  <a:pt x="1162050" y="85725"/>
                </a:lnTo>
                <a:close/>
                <a:moveTo>
                  <a:pt x="285750" y="85725"/>
                </a:moveTo>
                <a:lnTo>
                  <a:pt x="295275" y="85725"/>
                </a:lnTo>
                <a:lnTo>
                  <a:pt x="295275" y="95250"/>
                </a:lnTo>
                <a:lnTo>
                  <a:pt x="285750" y="95250"/>
                </a:lnTo>
                <a:close/>
                <a:moveTo>
                  <a:pt x="1009650" y="85725"/>
                </a:moveTo>
                <a:lnTo>
                  <a:pt x="1028700" y="85725"/>
                </a:lnTo>
                <a:lnTo>
                  <a:pt x="1028700" y="95250"/>
                </a:lnTo>
                <a:lnTo>
                  <a:pt x="1009650" y="95250"/>
                </a:lnTo>
                <a:close/>
                <a:moveTo>
                  <a:pt x="1085850" y="85725"/>
                </a:moveTo>
                <a:lnTo>
                  <a:pt x="1114425" y="85725"/>
                </a:lnTo>
                <a:lnTo>
                  <a:pt x="1114425" y="95250"/>
                </a:lnTo>
                <a:lnTo>
                  <a:pt x="1085850" y="95250"/>
                </a:lnTo>
                <a:close/>
                <a:moveTo>
                  <a:pt x="2305050" y="85725"/>
                </a:moveTo>
                <a:lnTo>
                  <a:pt x="2314575" y="85725"/>
                </a:lnTo>
                <a:lnTo>
                  <a:pt x="2314575" y="95250"/>
                </a:lnTo>
                <a:lnTo>
                  <a:pt x="2305050" y="95250"/>
                </a:lnTo>
                <a:close/>
                <a:moveTo>
                  <a:pt x="276225" y="95250"/>
                </a:moveTo>
                <a:lnTo>
                  <a:pt x="285750" y="95250"/>
                </a:lnTo>
                <a:lnTo>
                  <a:pt x="285750" y="104775"/>
                </a:lnTo>
                <a:lnTo>
                  <a:pt x="276225" y="104775"/>
                </a:lnTo>
                <a:close/>
                <a:moveTo>
                  <a:pt x="1809750" y="95250"/>
                </a:moveTo>
                <a:lnTo>
                  <a:pt x="1819275" y="95250"/>
                </a:lnTo>
                <a:lnTo>
                  <a:pt x="1819275" y="104775"/>
                </a:lnTo>
                <a:lnTo>
                  <a:pt x="1809750" y="104775"/>
                </a:lnTo>
                <a:close/>
                <a:moveTo>
                  <a:pt x="1895475" y="95250"/>
                </a:moveTo>
                <a:lnTo>
                  <a:pt x="1905000" y="95250"/>
                </a:lnTo>
                <a:lnTo>
                  <a:pt x="1905000" y="104775"/>
                </a:lnTo>
                <a:lnTo>
                  <a:pt x="1895475" y="104775"/>
                </a:lnTo>
                <a:close/>
                <a:moveTo>
                  <a:pt x="1819275" y="104775"/>
                </a:moveTo>
                <a:lnTo>
                  <a:pt x="1828800" y="104775"/>
                </a:lnTo>
                <a:lnTo>
                  <a:pt x="1828800" y="114300"/>
                </a:lnTo>
                <a:lnTo>
                  <a:pt x="1819275" y="114300"/>
                </a:lnTo>
                <a:close/>
                <a:moveTo>
                  <a:pt x="1790700" y="123825"/>
                </a:moveTo>
                <a:lnTo>
                  <a:pt x="1800225" y="123825"/>
                </a:lnTo>
                <a:lnTo>
                  <a:pt x="1800225" y="133350"/>
                </a:lnTo>
                <a:lnTo>
                  <a:pt x="1790700" y="133350"/>
                </a:lnTo>
                <a:close/>
                <a:moveTo>
                  <a:pt x="1847850" y="123825"/>
                </a:moveTo>
                <a:lnTo>
                  <a:pt x="1857375" y="123825"/>
                </a:lnTo>
                <a:lnTo>
                  <a:pt x="1857375" y="133350"/>
                </a:lnTo>
                <a:lnTo>
                  <a:pt x="1847850" y="133350"/>
                </a:lnTo>
                <a:close/>
                <a:moveTo>
                  <a:pt x="2124075" y="123825"/>
                </a:moveTo>
                <a:lnTo>
                  <a:pt x="2133600" y="123825"/>
                </a:lnTo>
                <a:lnTo>
                  <a:pt x="2133600" y="133350"/>
                </a:lnTo>
                <a:lnTo>
                  <a:pt x="2124075" y="133350"/>
                </a:lnTo>
                <a:close/>
                <a:moveTo>
                  <a:pt x="257175" y="133350"/>
                </a:moveTo>
                <a:lnTo>
                  <a:pt x="266700" y="133350"/>
                </a:lnTo>
                <a:lnTo>
                  <a:pt x="266700" y="142875"/>
                </a:lnTo>
                <a:lnTo>
                  <a:pt x="257175" y="142875"/>
                </a:lnTo>
                <a:close/>
                <a:moveTo>
                  <a:pt x="333375" y="133350"/>
                </a:moveTo>
                <a:lnTo>
                  <a:pt x="342900" y="133350"/>
                </a:lnTo>
                <a:lnTo>
                  <a:pt x="342900" y="209550"/>
                </a:lnTo>
                <a:lnTo>
                  <a:pt x="333375" y="209550"/>
                </a:lnTo>
                <a:close/>
                <a:moveTo>
                  <a:pt x="2343150" y="142875"/>
                </a:moveTo>
                <a:lnTo>
                  <a:pt x="2352675" y="142875"/>
                </a:lnTo>
                <a:lnTo>
                  <a:pt x="2352675" y="161925"/>
                </a:lnTo>
                <a:lnTo>
                  <a:pt x="2343150" y="161925"/>
                </a:lnTo>
                <a:close/>
                <a:moveTo>
                  <a:pt x="1847850" y="152400"/>
                </a:moveTo>
                <a:lnTo>
                  <a:pt x="1857375" y="152400"/>
                </a:lnTo>
                <a:lnTo>
                  <a:pt x="1857375" y="161925"/>
                </a:lnTo>
                <a:lnTo>
                  <a:pt x="1847850" y="161925"/>
                </a:lnTo>
                <a:close/>
                <a:moveTo>
                  <a:pt x="1866900" y="152400"/>
                </a:moveTo>
                <a:lnTo>
                  <a:pt x="1876425" y="152400"/>
                </a:lnTo>
                <a:lnTo>
                  <a:pt x="1876425" y="171450"/>
                </a:lnTo>
                <a:lnTo>
                  <a:pt x="1866900" y="171450"/>
                </a:lnTo>
                <a:close/>
                <a:moveTo>
                  <a:pt x="2095500" y="152400"/>
                </a:moveTo>
                <a:lnTo>
                  <a:pt x="2105025" y="152400"/>
                </a:lnTo>
                <a:lnTo>
                  <a:pt x="2105025" y="161925"/>
                </a:lnTo>
                <a:lnTo>
                  <a:pt x="2095500" y="161925"/>
                </a:lnTo>
                <a:close/>
                <a:moveTo>
                  <a:pt x="2124075" y="161925"/>
                </a:moveTo>
                <a:lnTo>
                  <a:pt x="2133600" y="161925"/>
                </a:lnTo>
                <a:lnTo>
                  <a:pt x="2133600" y="171450"/>
                </a:lnTo>
                <a:lnTo>
                  <a:pt x="2124075" y="171450"/>
                </a:lnTo>
                <a:close/>
                <a:moveTo>
                  <a:pt x="219075" y="180975"/>
                </a:moveTo>
                <a:lnTo>
                  <a:pt x="228600" y="180975"/>
                </a:lnTo>
                <a:lnTo>
                  <a:pt x="228600" y="190500"/>
                </a:lnTo>
                <a:lnTo>
                  <a:pt x="219075" y="190500"/>
                </a:lnTo>
                <a:close/>
                <a:moveTo>
                  <a:pt x="190500" y="190500"/>
                </a:moveTo>
                <a:lnTo>
                  <a:pt x="200025" y="190500"/>
                </a:lnTo>
                <a:lnTo>
                  <a:pt x="200025" y="200025"/>
                </a:lnTo>
                <a:lnTo>
                  <a:pt x="190500" y="200025"/>
                </a:lnTo>
                <a:close/>
                <a:moveTo>
                  <a:pt x="2114550" y="190500"/>
                </a:moveTo>
                <a:lnTo>
                  <a:pt x="2124075" y="190500"/>
                </a:lnTo>
                <a:lnTo>
                  <a:pt x="2124075" y="200025"/>
                </a:lnTo>
                <a:lnTo>
                  <a:pt x="2114550" y="200025"/>
                </a:lnTo>
                <a:close/>
                <a:moveTo>
                  <a:pt x="171450" y="200025"/>
                </a:moveTo>
                <a:lnTo>
                  <a:pt x="180975" y="200025"/>
                </a:lnTo>
                <a:lnTo>
                  <a:pt x="180975" y="209550"/>
                </a:lnTo>
                <a:lnTo>
                  <a:pt x="171450" y="209550"/>
                </a:lnTo>
                <a:close/>
                <a:moveTo>
                  <a:pt x="1866900" y="200025"/>
                </a:moveTo>
                <a:lnTo>
                  <a:pt x="1876425" y="200025"/>
                </a:lnTo>
                <a:lnTo>
                  <a:pt x="1876425" y="209550"/>
                </a:lnTo>
                <a:lnTo>
                  <a:pt x="1866900" y="209550"/>
                </a:lnTo>
                <a:close/>
                <a:moveTo>
                  <a:pt x="2333625" y="200025"/>
                </a:moveTo>
                <a:lnTo>
                  <a:pt x="2343150" y="200025"/>
                </a:lnTo>
                <a:lnTo>
                  <a:pt x="2343150" y="209550"/>
                </a:lnTo>
                <a:lnTo>
                  <a:pt x="2333625" y="209550"/>
                </a:lnTo>
                <a:close/>
                <a:moveTo>
                  <a:pt x="152400" y="209550"/>
                </a:moveTo>
                <a:lnTo>
                  <a:pt x="161925" y="209550"/>
                </a:lnTo>
                <a:lnTo>
                  <a:pt x="161925" y="219075"/>
                </a:lnTo>
                <a:lnTo>
                  <a:pt x="152400" y="219075"/>
                </a:lnTo>
                <a:close/>
                <a:moveTo>
                  <a:pt x="1647825" y="209550"/>
                </a:moveTo>
                <a:lnTo>
                  <a:pt x="1657350" y="209550"/>
                </a:lnTo>
                <a:lnTo>
                  <a:pt x="1657350" y="219075"/>
                </a:lnTo>
                <a:lnTo>
                  <a:pt x="1647825" y="219075"/>
                </a:lnTo>
                <a:close/>
                <a:moveTo>
                  <a:pt x="1552575" y="219075"/>
                </a:moveTo>
                <a:lnTo>
                  <a:pt x="1562100" y="219075"/>
                </a:lnTo>
                <a:lnTo>
                  <a:pt x="1562100" y="228600"/>
                </a:lnTo>
                <a:lnTo>
                  <a:pt x="1552575" y="228600"/>
                </a:lnTo>
                <a:close/>
                <a:moveTo>
                  <a:pt x="1676400" y="219075"/>
                </a:moveTo>
                <a:lnTo>
                  <a:pt x="1685925" y="219075"/>
                </a:lnTo>
                <a:lnTo>
                  <a:pt x="1685925" y="228600"/>
                </a:lnTo>
                <a:lnTo>
                  <a:pt x="1676400" y="228600"/>
                </a:lnTo>
                <a:close/>
                <a:moveTo>
                  <a:pt x="2105025" y="219075"/>
                </a:moveTo>
                <a:lnTo>
                  <a:pt x="2114550" y="219075"/>
                </a:lnTo>
                <a:lnTo>
                  <a:pt x="2114550" y="228600"/>
                </a:lnTo>
                <a:lnTo>
                  <a:pt x="2105025" y="228600"/>
                </a:lnTo>
                <a:close/>
                <a:moveTo>
                  <a:pt x="1543050" y="228600"/>
                </a:moveTo>
                <a:lnTo>
                  <a:pt x="1552575" y="228600"/>
                </a:lnTo>
                <a:lnTo>
                  <a:pt x="1552575" y="238125"/>
                </a:lnTo>
                <a:lnTo>
                  <a:pt x="1543050" y="238125"/>
                </a:lnTo>
                <a:close/>
                <a:moveTo>
                  <a:pt x="1714500" y="228600"/>
                </a:moveTo>
                <a:lnTo>
                  <a:pt x="1724025" y="228600"/>
                </a:lnTo>
                <a:lnTo>
                  <a:pt x="1724025" y="238125"/>
                </a:lnTo>
                <a:lnTo>
                  <a:pt x="1714500" y="238125"/>
                </a:lnTo>
                <a:close/>
                <a:moveTo>
                  <a:pt x="2324100" y="228600"/>
                </a:moveTo>
                <a:lnTo>
                  <a:pt x="2333625" y="228600"/>
                </a:lnTo>
                <a:lnTo>
                  <a:pt x="2333625" y="238125"/>
                </a:lnTo>
                <a:lnTo>
                  <a:pt x="2324100" y="238125"/>
                </a:lnTo>
                <a:close/>
                <a:moveTo>
                  <a:pt x="323850" y="247650"/>
                </a:moveTo>
                <a:lnTo>
                  <a:pt x="333375" y="247650"/>
                </a:lnTo>
                <a:lnTo>
                  <a:pt x="333375" y="257175"/>
                </a:lnTo>
                <a:lnTo>
                  <a:pt x="323850" y="257175"/>
                </a:lnTo>
                <a:close/>
                <a:moveTo>
                  <a:pt x="1790700" y="247650"/>
                </a:moveTo>
                <a:lnTo>
                  <a:pt x="1800225" y="247650"/>
                </a:lnTo>
                <a:lnTo>
                  <a:pt x="1800225" y="257175"/>
                </a:lnTo>
                <a:lnTo>
                  <a:pt x="1790700" y="257175"/>
                </a:lnTo>
                <a:close/>
                <a:moveTo>
                  <a:pt x="1819275" y="257175"/>
                </a:moveTo>
                <a:lnTo>
                  <a:pt x="1828800" y="257175"/>
                </a:lnTo>
                <a:lnTo>
                  <a:pt x="1828800" y="266700"/>
                </a:lnTo>
                <a:lnTo>
                  <a:pt x="1819275" y="266700"/>
                </a:lnTo>
                <a:close/>
                <a:moveTo>
                  <a:pt x="1857375" y="257175"/>
                </a:moveTo>
                <a:lnTo>
                  <a:pt x="1866900" y="257175"/>
                </a:lnTo>
                <a:lnTo>
                  <a:pt x="1866900" y="266700"/>
                </a:lnTo>
                <a:lnTo>
                  <a:pt x="1857375" y="266700"/>
                </a:lnTo>
                <a:close/>
                <a:moveTo>
                  <a:pt x="95250" y="266700"/>
                </a:moveTo>
                <a:lnTo>
                  <a:pt x="104775" y="266700"/>
                </a:lnTo>
                <a:lnTo>
                  <a:pt x="104775" y="276225"/>
                </a:lnTo>
                <a:lnTo>
                  <a:pt x="95250" y="276225"/>
                </a:lnTo>
                <a:close/>
                <a:moveTo>
                  <a:pt x="1524000" y="266700"/>
                </a:moveTo>
                <a:lnTo>
                  <a:pt x="1533525" y="266700"/>
                </a:lnTo>
                <a:lnTo>
                  <a:pt x="1533525" y="276225"/>
                </a:lnTo>
                <a:lnTo>
                  <a:pt x="1524000" y="276225"/>
                </a:lnTo>
                <a:close/>
                <a:moveTo>
                  <a:pt x="2314575" y="266700"/>
                </a:moveTo>
                <a:lnTo>
                  <a:pt x="2324100" y="266700"/>
                </a:lnTo>
                <a:lnTo>
                  <a:pt x="2324100" y="276225"/>
                </a:lnTo>
                <a:lnTo>
                  <a:pt x="2314575" y="276225"/>
                </a:lnTo>
                <a:close/>
                <a:moveTo>
                  <a:pt x="295275" y="276225"/>
                </a:moveTo>
                <a:lnTo>
                  <a:pt x="304800" y="276225"/>
                </a:lnTo>
                <a:lnTo>
                  <a:pt x="304800" y="285750"/>
                </a:lnTo>
                <a:lnTo>
                  <a:pt x="295275" y="285750"/>
                </a:lnTo>
                <a:close/>
                <a:moveTo>
                  <a:pt x="685800" y="276225"/>
                </a:moveTo>
                <a:lnTo>
                  <a:pt x="695325" y="276225"/>
                </a:lnTo>
                <a:lnTo>
                  <a:pt x="695325" y="285750"/>
                </a:lnTo>
                <a:lnTo>
                  <a:pt x="685800" y="285750"/>
                </a:lnTo>
                <a:close/>
                <a:moveTo>
                  <a:pt x="676275" y="285750"/>
                </a:moveTo>
                <a:lnTo>
                  <a:pt x="685800" y="285750"/>
                </a:lnTo>
                <a:lnTo>
                  <a:pt x="685800" y="295275"/>
                </a:lnTo>
                <a:lnTo>
                  <a:pt x="676275" y="295275"/>
                </a:lnTo>
                <a:close/>
                <a:moveTo>
                  <a:pt x="76200" y="295275"/>
                </a:moveTo>
                <a:lnTo>
                  <a:pt x="85725" y="295275"/>
                </a:lnTo>
                <a:lnTo>
                  <a:pt x="85725" y="304800"/>
                </a:lnTo>
                <a:lnTo>
                  <a:pt x="76200" y="304800"/>
                </a:lnTo>
                <a:close/>
                <a:moveTo>
                  <a:pt x="781050" y="295275"/>
                </a:moveTo>
                <a:lnTo>
                  <a:pt x="790575" y="295275"/>
                </a:lnTo>
                <a:lnTo>
                  <a:pt x="790575" y="304800"/>
                </a:lnTo>
                <a:lnTo>
                  <a:pt x="781050" y="304800"/>
                </a:lnTo>
                <a:close/>
                <a:moveTo>
                  <a:pt x="1295400" y="295275"/>
                </a:moveTo>
                <a:lnTo>
                  <a:pt x="1314450" y="295275"/>
                </a:lnTo>
                <a:lnTo>
                  <a:pt x="1314450" y="304800"/>
                </a:lnTo>
                <a:lnTo>
                  <a:pt x="1295400" y="304800"/>
                </a:lnTo>
                <a:close/>
                <a:moveTo>
                  <a:pt x="1943100" y="295275"/>
                </a:moveTo>
                <a:lnTo>
                  <a:pt x="1962150" y="295275"/>
                </a:lnTo>
                <a:lnTo>
                  <a:pt x="1962150" y="314325"/>
                </a:lnTo>
                <a:lnTo>
                  <a:pt x="1952625" y="314325"/>
                </a:lnTo>
                <a:lnTo>
                  <a:pt x="1952625" y="304800"/>
                </a:lnTo>
                <a:lnTo>
                  <a:pt x="1943100" y="304800"/>
                </a:lnTo>
                <a:close/>
                <a:moveTo>
                  <a:pt x="1247775" y="304800"/>
                </a:moveTo>
                <a:lnTo>
                  <a:pt x="1257300" y="304800"/>
                </a:lnTo>
                <a:lnTo>
                  <a:pt x="1257300" y="314325"/>
                </a:lnTo>
                <a:lnTo>
                  <a:pt x="1247775" y="314325"/>
                </a:lnTo>
                <a:close/>
                <a:moveTo>
                  <a:pt x="1314450" y="304800"/>
                </a:moveTo>
                <a:lnTo>
                  <a:pt x="1323975" y="304800"/>
                </a:lnTo>
                <a:lnTo>
                  <a:pt x="1323975" y="314325"/>
                </a:lnTo>
                <a:lnTo>
                  <a:pt x="1314450" y="314325"/>
                </a:lnTo>
                <a:close/>
                <a:moveTo>
                  <a:pt x="1514475" y="304800"/>
                </a:moveTo>
                <a:lnTo>
                  <a:pt x="1524000" y="304800"/>
                </a:lnTo>
                <a:lnTo>
                  <a:pt x="1524000" y="314325"/>
                </a:lnTo>
                <a:lnTo>
                  <a:pt x="1514475" y="314325"/>
                </a:lnTo>
                <a:close/>
                <a:moveTo>
                  <a:pt x="2305050" y="304800"/>
                </a:moveTo>
                <a:lnTo>
                  <a:pt x="2314575" y="304800"/>
                </a:lnTo>
                <a:lnTo>
                  <a:pt x="2314575" y="314325"/>
                </a:lnTo>
                <a:lnTo>
                  <a:pt x="2305050" y="314325"/>
                </a:lnTo>
                <a:close/>
                <a:moveTo>
                  <a:pt x="66675" y="314325"/>
                </a:moveTo>
                <a:lnTo>
                  <a:pt x="76200" y="314325"/>
                </a:lnTo>
                <a:lnTo>
                  <a:pt x="76200" y="323850"/>
                </a:lnTo>
                <a:lnTo>
                  <a:pt x="66675" y="323850"/>
                </a:lnTo>
                <a:close/>
                <a:moveTo>
                  <a:pt x="619125" y="314325"/>
                </a:moveTo>
                <a:lnTo>
                  <a:pt x="628650" y="314325"/>
                </a:lnTo>
                <a:lnTo>
                  <a:pt x="628650" y="323850"/>
                </a:lnTo>
                <a:lnTo>
                  <a:pt x="619125" y="323850"/>
                </a:lnTo>
                <a:close/>
                <a:moveTo>
                  <a:pt x="790575" y="314325"/>
                </a:moveTo>
                <a:lnTo>
                  <a:pt x="819150" y="314325"/>
                </a:lnTo>
                <a:lnTo>
                  <a:pt x="819150" y="323850"/>
                </a:lnTo>
                <a:lnTo>
                  <a:pt x="809625" y="323850"/>
                </a:lnTo>
                <a:lnTo>
                  <a:pt x="809625" y="333375"/>
                </a:lnTo>
                <a:lnTo>
                  <a:pt x="819150" y="333375"/>
                </a:lnTo>
                <a:lnTo>
                  <a:pt x="819150" y="323850"/>
                </a:lnTo>
                <a:lnTo>
                  <a:pt x="828675" y="323850"/>
                </a:lnTo>
                <a:lnTo>
                  <a:pt x="828675" y="342900"/>
                </a:lnTo>
                <a:lnTo>
                  <a:pt x="838200" y="342900"/>
                </a:lnTo>
                <a:lnTo>
                  <a:pt x="838200" y="419100"/>
                </a:lnTo>
                <a:lnTo>
                  <a:pt x="847725" y="419100"/>
                </a:lnTo>
                <a:lnTo>
                  <a:pt x="847725" y="466725"/>
                </a:lnTo>
                <a:lnTo>
                  <a:pt x="838200" y="466725"/>
                </a:lnTo>
                <a:lnTo>
                  <a:pt x="838200" y="438150"/>
                </a:lnTo>
                <a:lnTo>
                  <a:pt x="828675" y="438150"/>
                </a:lnTo>
                <a:lnTo>
                  <a:pt x="828675" y="447675"/>
                </a:lnTo>
                <a:lnTo>
                  <a:pt x="819150" y="447675"/>
                </a:lnTo>
                <a:lnTo>
                  <a:pt x="819150" y="438150"/>
                </a:lnTo>
                <a:lnTo>
                  <a:pt x="809625" y="438150"/>
                </a:lnTo>
                <a:lnTo>
                  <a:pt x="809625" y="447675"/>
                </a:lnTo>
                <a:lnTo>
                  <a:pt x="800100" y="447675"/>
                </a:lnTo>
                <a:lnTo>
                  <a:pt x="800100" y="438150"/>
                </a:lnTo>
                <a:lnTo>
                  <a:pt x="781050" y="438150"/>
                </a:lnTo>
                <a:lnTo>
                  <a:pt x="781050" y="428625"/>
                </a:lnTo>
                <a:lnTo>
                  <a:pt x="790575" y="428625"/>
                </a:lnTo>
                <a:lnTo>
                  <a:pt x="790575" y="419100"/>
                </a:lnTo>
                <a:lnTo>
                  <a:pt x="762000" y="419100"/>
                </a:lnTo>
                <a:lnTo>
                  <a:pt x="762000" y="409575"/>
                </a:lnTo>
                <a:lnTo>
                  <a:pt x="733425" y="409575"/>
                </a:lnTo>
                <a:lnTo>
                  <a:pt x="733425" y="419100"/>
                </a:lnTo>
                <a:lnTo>
                  <a:pt x="704850" y="419100"/>
                </a:lnTo>
                <a:lnTo>
                  <a:pt x="704850" y="438150"/>
                </a:lnTo>
                <a:lnTo>
                  <a:pt x="695325" y="438150"/>
                </a:lnTo>
                <a:lnTo>
                  <a:pt x="695325" y="419100"/>
                </a:lnTo>
                <a:lnTo>
                  <a:pt x="685800" y="419100"/>
                </a:lnTo>
                <a:lnTo>
                  <a:pt x="685800" y="438150"/>
                </a:lnTo>
                <a:lnTo>
                  <a:pt x="666750" y="438150"/>
                </a:lnTo>
                <a:lnTo>
                  <a:pt x="666750" y="428625"/>
                </a:lnTo>
                <a:lnTo>
                  <a:pt x="619125" y="428625"/>
                </a:lnTo>
                <a:lnTo>
                  <a:pt x="619125" y="419100"/>
                </a:lnTo>
                <a:lnTo>
                  <a:pt x="609600" y="419100"/>
                </a:lnTo>
                <a:lnTo>
                  <a:pt x="609600" y="428625"/>
                </a:lnTo>
                <a:lnTo>
                  <a:pt x="600075" y="428625"/>
                </a:lnTo>
                <a:lnTo>
                  <a:pt x="600075" y="438150"/>
                </a:lnTo>
                <a:lnTo>
                  <a:pt x="590550" y="438150"/>
                </a:lnTo>
                <a:lnTo>
                  <a:pt x="590550" y="485775"/>
                </a:lnTo>
                <a:lnTo>
                  <a:pt x="600075" y="485775"/>
                </a:lnTo>
                <a:lnTo>
                  <a:pt x="600075" y="495300"/>
                </a:lnTo>
                <a:lnTo>
                  <a:pt x="619125" y="495300"/>
                </a:lnTo>
                <a:lnTo>
                  <a:pt x="619125" y="485775"/>
                </a:lnTo>
                <a:lnTo>
                  <a:pt x="638175" y="485775"/>
                </a:lnTo>
                <a:lnTo>
                  <a:pt x="638175" y="476250"/>
                </a:lnTo>
                <a:lnTo>
                  <a:pt x="676275" y="476250"/>
                </a:lnTo>
                <a:lnTo>
                  <a:pt x="676275" y="466725"/>
                </a:lnTo>
                <a:lnTo>
                  <a:pt x="733425" y="466725"/>
                </a:lnTo>
                <a:lnTo>
                  <a:pt x="733425" y="457200"/>
                </a:lnTo>
                <a:lnTo>
                  <a:pt x="742950" y="457200"/>
                </a:lnTo>
                <a:lnTo>
                  <a:pt x="742950" y="476250"/>
                </a:lnTo>
                <a:lnTo>
                  <a:pt x="752475" y="476250"/>
                </a:lnTo>
                <a:lnTo>
                  <a:pt x="752475" y="485775"/>
                </a:lnTo>
                <a:lnTo>
                  <a:pt x="771525" y="485775"/>
                </a:lnTo>
                <a:lnTo>
                  <a:pt x="771525" y="514350"/>
                </a:lnTo>
                <a:lnTo>
                  <a:pt x="733425" y="514350"/>
                </a:lnTo>
                <a:lnTo>
                  <a:pt x="733425" y="504825"/>
                </a:lnTo>
                <a:lnTo>
                  <a:pt x="723900" y="504825"/>
                </a:lnTo>
                <a:lnTo>
                  <a:pt x="723900" y="514350"/>
                </a:lnTo>
                <a:lnTo>
                  <a:pt x="676275" y="514350"/>
                </a:lnTo>
                <a:lnTo>
                  <a:pt x="676275" y="523875"/>
                </a:lnTo>
                <a:lnTo>
                  <a:pt x="666750" y="523875"/>
                </a:lnTo>
                <a:lnTo>
                  <a:pt x="666750" y="514350"/>
                </a:lnTo>
                <a:lnTo>
                  <a:pt x="647700" y="514350"/>
                </a:lnTo>
                <a:lnTo>
                  <a:pt x="647700" y="523875"/>
                </a:lnTo>
                <a:lnTo>
                  <a:pt x="638175" y="523875"/>
                </a:lnTo>
                <a:lnTo>
                  <a:pt x="638175" y="542925"/>
                </a:lnTo>
                <a:lnTo>
                  <a:pt x="628650" y="542925"/>
                </a:lnTo>
                <a:lnTo>
                  <a:pt x="628650" y="552450"/>
                </a:lnTo>
                <a:lnTo>
                  <a:pt x="600075" y="552450"/>
                </a:lnTo>
                <a:lnTo>
                  <a:pt x="600075" y="542925"/>
                </a:lnTo>
                <a:lnTo>
                  <a:pt x="590550" y="542925"/>
                </a:lnTo>
                <a:lnTo>
                  <a:pt x="590550" y="533400"/>
                </a:lnTo>
                <a:lnTo>
                  <a:pt x="581025" y="533400"/>
                </a:lnTo>
                <a:lnTo>
                  <a:pt x="581025" y="523875"/>
                </a:lnTo>
                <a:lnTo>
                  <a:pt x="571500" y="523875"/>
                </a:lnTo>
                <a:lnTo>
                  <a:pt x="571500" y="533400"/>
                </a:lnTo>
                <a:lnTo>
                  <a:pt x="561975" y="533400"/>
                </a:lnTo>
                <a:lnTo>
                  <a:pt x="561975" y="514350"/>
                </a:lnTo>
                <a:lnTo>
                  <a:pt x="552450" y="514350"/>
                </a:lnTo>
                <a:lnTo>
                  <a:pt x="552450" y="428625"/>
                </a:lnTo>
                <a:lnTo>
                  <a:pt x="542925" y="428625"/>
                </a:lnTo>
                <a:lnTo>
                  <a:pt x="542925" y="352425"/>
                </a:lnTo>
                <a:lnTo>
                  <a:pt x="552450" y="352425"/>
                </a:lnTo>
                <a:lnTo>
                  <a:pt x="552450" y="342900"/>
                </a:lnTo>
                <a:lnTo>
                  <a:pt x="628650" y="342900"/>
                </a:lnTo>
                <a:lnTo>
                  <a:pt x="628650" y="333375"/>
                </a:lnTo>
                <a:lnTo>
                  <a:pt x="638175" y="333375"/>
                </a:lnTo>
                <a:lnTo>
                  <a:pt x="638175" y="342900"/>
                </a:lnTo>
                <a:lnTo>
                  <a:pt x="628650" y="342900"/>
                </a:lnTo>
                <a:lnTo>
                  <a:pt x="628650" y="361950"/>
                </a:lnTo>
                <a:lnTo>
                  <a:pt x="638175" y="361950"/>
                </a:lnTo>
                <a:lnTo>
                  <a:pt x="638175" y="371475"/>
                </a:lnTo>
                <a:lnTo>
                  <a:pt x="647700" y="371475"/>
                </a:lnTo>
                <a:lnTo>
                  <a:pt x="647700" y="400050"/>
                </a:lnTo>
                <a:lnTo>
                  <a:pt x="666750" y="400050"/>
                </a:lnTo>
                <a:lnTo>
                  <a:pt x="666750" y="361950"/>
                </a:lnTo>
                <a:lnTo>
                  <a:pt x="676275" y="361950"/>
                </a:lnTo>
                <a:lnTo>
                  <a:pt x="676275" y="381000"/>
                </a:lnTo>
                <a:lnTo>
                  <a:pt x="695325" y="381000"/>
                </a:lnTo>
                <a:lnTo>
                  <a:pt x="695325" y="371475"/>
                </a:lnTo>
                <a:lnTo>
                  <a:pt x="704850" y="371475"/>
                </a:lnTo>
                <a:lnTo>
                  <a:pt x="704850" y="390525"/>
                </a:lnTo>
                <a:lnTo>
                  <a:pt x="714375" y="390525"/>
                </a:lnTo>
                <a:lnTo>
                  <a:pt x="714375" y="381000"/>
                </a:lnTo>
                <a:lnTo>
                  <a:pt x="733425" y="381000"/>
                </a:lnTo>
                <a:lnTo>
                  <a:pt x="733425" y="371475"/>
                </a:lnTo>
                <a:lnTo>
                  <a:pt x="723900" y="371475"/>
                </a:lnTo>
                <a:lnTo>
                  <a:pt x="723900" y="361950"/>
                </a:lnTo>
                <a:lnTo>
                  <a:pt x="733425" y="361950"/>
                </a:lnTo>
                <a:lnTo>
                  <a:pt x="733425" y="352425"/>
                </a:lnTo>
                <a:lnTo>
                  <a:pt x="742950" y="352425"/>
                </a:lnTo>
                <a:lnTo>
                  <a:pt x="742950" y="333375"/>
                </a:lnTo>
                <a:lnTo>
                  <a:pt x="752475" y="333375"/>
                </a:lnTo>
                <a:lnTo>
                  <a:pt x="752475" y="323850"/>
                </a:lnTo>
                <a:lnTo>
                  <a:pt x="790575" y="323850"/>
                </a:lnTo>
                <a:close/>
                <a:moveTo>
                  <a:pt x="1323975" y="314325"/>
                </a:moveTo>
                <a:lnTo>
                  <a:pt x="1333500" y="314325"/>
                </a:lnTo>
                <a:lnTo>
                  <a:pt x="1333500" y="352425"/>
                </a:lnTo>
                <a:lnTo>
                  <a:pt x="1323975" y="352425"/>
                </a:lnTo>
                <a:close/>
                <a:moveTo>
                  <a:pt x="552450" y="323850"/>
                </a:moveTo>
                <a:lnTo>
                  <a:pt x="561975" y="323850"/>
                </a:lnTo>
                <a:lnTo>
                  <a:pt x="561975" y="333375"/>
                </a:lnTo>
                <a:lnTo>
                  <a:pt x="552450" y="333375"/>
                </a:lnTo>
                <a:close/>
                <a:moveTo>
                  <a:pt x="1266825" y="323850"/>
                </a:moveTo>
                <a:lnTo>
                  <a:pt x="1295400" y="323850"/>
                </a:lnTo>
                <a:lnTo>
                  <a:pt x="1295400" y="333375"/>
                </a:lnTo>
                <a:lnTo>
                  <a:pt x="1304925" y="333375"/>
                </a:lnTo>
                <a:lnTo>
                  <a:pt x="1304925" y="361950"/>
                </a:lnTo>
                <a:lnTo>
                  <a:pt x="1314450" y="361950"/>
                </a:lnTo>
                <a:lnTo>
                  <a:pt x="1314450" y="381000"/>
                </a:lnTo>
                <a:lnTo>
                  <a:pt x="1304925" y="381000"/>
                </a:lnTo>
                <a:lnTo>
                  <a:pt x="1304925" y="400050"/>
                </a:lnTo>
                <a:lnTo>
                  <a:pt x="1314450" y="400050"/>
                </a:lnTo>
                <a:lnTo>
                  <a:pt x="1314450" y="428625"/>
                </a:lnTo>
                <a:lnTo>
                  <a:pt x="1323975" y="428625"/>
                </a:lnTo>
                <a:lnTo>
                  <a:pt x="1323975" y="466725"/>
                </a:lnTo>
                <a:lnTo>
                  <a:pt x="1333500" y="466725"/>
                </a:lnTo>
                <a:lnTo>
                  <a:pt x="1333500" y="504825"/>
                </a:lnTo>
                <a:lnTo>
                  <a:pt x="1295400" y="504825"/>
                </a:lnTo>
                <a:lnTo>
                  <a:pt x="1295400" y="514350"/>
                </a:lnTo>
                <a:lnTo>
                  <a:pt x="1257300" y="514350"/>
                </a:lnTo>
                <a:lnTo>
                  <a:pt x="1257300" y="523875"/>
                </a:lnTo>
                <a:lnTo>
                  <a:pt x="1181100" y="523875"/>
                </a:lnTo>
                <a:lnTo>
                  <a:pt x="1181100" y="514350"/>
                </a:lnTo>
                <a:lnTo>
                  <a:pt x="1162050" y="514350"/>
                </a:lnTo>
                <a:lnTo>
                  <a:pt x="1162050" y="504825"/>
                </a:lnTo>
                <a:lnTo>
                  <a:pt x="1152525" y="504825"/>
                </a:lnTo>
                <a:lnTo>
                  <a:pt x="1152525" y="485775"/>
                </a:lnTo>
                <a:lnTo>
                  <a:pt x="1143000" y="485775"/>
                </a:lnTo>
                <a:lnTo>
                  <a:pt x="1143000" y="457200"/>
                </a:lnTo>
                <a:lnTo>
                  <a:pt x="1133475" y="457200"/>
                </a:lnTo>
                <a:lnTo>
                  <a:pt x="1133475" y="428625"/>
                </a:lnTo>
                <a:lnTo>
                  <a:pt x="1143000" y="428625"/>
                </a:lnTo>
                <a:lnTo>
                  <a:pt x="1143000" y="390525"/>
                </a:lnTo>
                <a:lnTo>
                  <a:pt x="1133475" y="390525"/>
                </a:lnTo>
                <a:lnTo>
                  <a:pt x="1133475" y="352425"/>
                </a:lnTo>
                <a:lnTo>
                  <a:pt x="1152525" y="352425"/>
                </a:lnTo>
                <a:lnTo>
                  <a:pt x="1152525" y="342900"/>
                </a:lnTo>
                <a:lnTo>
                  <a:pt x="1190625" y="342900"/>
                </a:lnTo>
                <a:lnTo>
                  <a:pt x="1190625" y="352425"/>
                </a:lnTo>
                <a:lnTo>
                  <a:pt x="1200150" y="352425"/>
                </a:lnTo>
                <a:lnTo>
                  <a:pt x="1200150" y="361950"/>
                </a:lnTo>
                <a:lnTo>
                  <a:pt x="1219200" y="361950"/>
                </a:lnTo>
                <a:lnTo>
                  <a:pt x="1219200" y="333375"/>
                </a:lnTo>
                <a:lnTo>
                  <a:pt x="1266825" y="333375"/>
                </a:lnTo>
                <a:close/>
                <a:moveTo>
                  <a:pt x="1704975" y="323850"/>
                </a:moveTo>
                <a:lnTo>
                  <a:pt x="1724025" y="323850"/>
                </a:lnTo>
                <a:lnTo>
                  <a:pt x="1724025" y="333375"/>
                </a:lnTo>
                <a:lnTo>
                  <a:pt x="1714500" y="333375"/>
                </a:lnTo>
                <a:lnTo>
                  <a:pt x="1714500" y="342900"/>
                </a:lnTo>
                <a:lnTo>
                  <a:pt x="1724025" y="342900"/>
                </a:lnTo>
                <a:lnTo>
                  <a:pt x="1724025" y="352425"/>
                </a:lnTo>
                <a:lnTo>
                  <a:pt x="1714500" y="352425"/>
                </a:lnTo>
                <a:lnTo>
                  <a:pt x="1714500" y="361950"/>
                </a:lnTo>
                <a:lnTo>
                  <a:pt x="1695450" y="361950"/>
                </a:lnTo>
                <a:lnTo>
                  <a:pt x="1695450" y="352425"/>
                </a:lnTo>
                <a:lnTo>
                  <a:pt x="1685925" y="352425"/>
                </a:lnTo>
                <a:lnTo>
                  <a:pt x="1685925" y="342900"/>
                </a:lnTo>
                <a:lnTo>
                  <a:pt x="1695450" y="342900"/>
                </a:lnTo>
                <a:lnTo>
                  <a:pt x="1695450" y="333375"/>
                </a:lnTo>
                <a:lnTo>
                  <a:pt x="1704975" y="333375"/>
                </a:lnTo>
                <a:close/>
                <a:moveTo>
                  <a:pt x="847725" y="333375"/>
                </a:moveTo>
                <a:lnTo>
                  <a:pt x="857250" y="333375"/>
                </a:lnTo>
                <a:lnTo>
                  <a:pt x="857250" y="342900"/>
                </a:lnTo>
                <a:lnTo>
                  <a:pt x="847725" y="342900"/>
                </a:lnTo>
                <a:close/>
                <a:moveTo>
                  <a:pt x="1114425" y="333375"/>
                </a:moveTo>
                <a:lnTo>
                  <a:pt x="1123950" y="333375"/>
                </a:lnTo>
                <a:lnTo>
                  <a:pt x="1123950" y="342900"/>
                </a:lnTo>
                <a:lnTo>
                  <a:pt x="1114425" y="342900"/>
                </a:lnTo>
                <a:close/>
                <a:moveTo>
                  <a:pt x="57150" y="342900"/>
                </a:moveTo>
                <a:lnTo>
                  <a:pt x="66675" y="342900"/>
                </a:lnTo>
                <a:lnTo>
                  <a:pt x="66675" y="352425"/>
                </a:lnTo>
                <a:lnTo>
                  <a:pt x="57150" y="352425"/>
                </a:lnTo>
                <a:close/>
                <a:moveTo>
                  <a:pt x="514350" y="342900"/>
                </a:moveTo>
                <a:lnTo>
                  <a:pt x="523875" y="342900"/>
                </a:lnTo>
                <a:lnTo>
                  <a:pt x="523875" y="371475"/>
                </a:lnTo>
                <a:lnTo>
                  <a:pt x="514350" y="371475"/>
                </a:lnTo>
                <a:close/>
                <a:moveTo>
                  <a:pt x="752475" y="342900"/>
                </a:moveTo>
                <a:lnTo>
                  <a:pt x="762000" y="342900"/>
                </a:lnTo>
                <a:lnTo>
                  <a:pt x="762000" y="333375"/>
                </a:lnTo>
                <a:lnTo>
                  <a:pt x="752475" y="333375"/>
                </a:lnTo>
                <a:close/>
                <a:moveTo>
                  <a:pt x="1104900" y="342900"/>
                </a:moveTo>
                <a:lnTo>
                  <a:pt x="1114425" y="342900"/>
                </a:lnTo>
                <a:lnTo>
                  <a:pt x="1114425" y="371475"/>
                </a:lnTo>
                <a:lnTo>
                  <a:pt x="1104900" y="371475"/>
                </a:lnTo>
                <a:close/>
                <a:moveTo>
                  <a:pt x="1504950" y="342900"/>
                </a:moveTo>
                <a:lnTo>
                  <a:pt x="1514475" y="342900"/>
                </a:lnTo>
                <a:lnTo>
                  <a:pt x="1514475" y="352425"/>
                </a:lnTo>
                <a:lnTo>
                  <a:pt x="1504950" y="352425"/>
                </a:lnTo>
                <a:close/>
                <a:moveTo>
                  <a:pt x="1743075" y="342900"/>
                </a:moveTo>
                <a:lnTo>
                  <a:pt x="1752600" y="342900"/>
                </a:lnTo>
                <a:lnTo>
                  <a:pt x="1752600" y="352425"/>
                </a:lnTo>
                <a:lnTo>
                  <a:pt x="1743075" y="352425"/>
                </a:lnTo>
                <a:close/>
                <a:moveTo>
                  <a:pt x="2295525" y="342900"/>
                </a:moveTo>
                <a:lnTo>
                  <a:pt x="2305050" y="342900"/>
                </a:lnTo>
                <a:lnTo>
                  <a:pt x="2305050" y="352425"/>
                </a:lnTo>
                <a:lnTo>
                  <a:pt x="2295525" y="352425"/>
                </a:lnTo>
                <a:close/>
                <a:moveTo>
                  <a:pt x="1695450" y="352425"/>
                </a:moveTo>
                <a:lnTo>
                  <a:pt x="1704975" y="352425"/>
                </a:lnTo>
                <a:lnTo>
                  <a:pt x="1704975" y="342900"/>
                </a:lnTo>
                <a:lnTo>
                  <a:pt x="1695450" y="342900"/>
                </a:lnTo>
                <a:close/>
                <a:moveTo>
                  <a:pt x="1752600" y="352425"/>
                </a:moveTo>
                <a:lnTo>
                  <a:pt x="1762125" y="352425"/>
                </a:lnTo>
                <a:lnTo>
                  <a:pt x="1762125" y="361950"/>
                </a:lnTo>
                <a:lnTo>
                  <a:pt x="1752600" y="361950"/>
                </a:lnTo>
                <a:close/>
                <a:moveTo>
                  <a:pt x="1790700" y="361950"/>
                </a:moveTo>
                <a:lnTo>
                  <a:pt x="1800225" y="361950"/>
                </a:lnTo>
                <a:lnTo>
                  <a:pt x="1800225" y="390525"/>
                </a:lnTo>
                <a:lnTo>
                  <a:pt x="1790700" y="390525"/>
                </a:lnTo>
                <a:close/>
                <a:moveTo>
                  <a:pt x="2286000" y="371475"/>
                </a:moveTo>
                <a:lnTo>
                  <a:pt x="2295525" y="371475"/>
                </a:lnTo>
                <a:lnTo>
                  <a:pt x="2295525" y="381000"/>
                </a:lnTo>
                <a:lnTo>
                  <a:pt x="2286000" y="381000"/>
                </a:lnTo>
                <a:close/>
                <a:moveTo>
                  <a:pt x="47625" y="381000"/>
                </a:moveTo>
                <a:lnTo>
                  <a:pt x="57150" y="381000"/>
                </a:lnTo>
                <a:lnTo>
                  <a:pt x="57150" y="428625"/>
                </a:lnTo>
                <a:lnTo>
                  <a:pt x="47625" y="428625"/>
                </a:lnTo>
                <a:close/>
                <a:moveTo>
                  <a:pt x="1495425" y="381000"/>
                </a:moveTo>
                <a:lnTo>
                  <a:pt x="1504950" y="381000"/>
                </a:lnTo>
                <a:lnTo>
                  <a:pt x="1504950" y="390525"/>
                </a:lnTo>
                <a:lnTo>
                  <a:pt x="1495425" y="390525"/>
                </a:lnTo>
                <a:close/>
                <a:moveTo>
                  <a:pt x="2162175" y="381000"/>
                </a:moveTo>
                <a:lnTo>
                  <a:pt x="2171700" y="381000"/>
                </a:lnTo>
                <a:lnTo>
                  <a:pt x="2171700" y="390525"/>
                </a:lnTo>
                <a:lnTo>
                  <a:pt x="2162175" y="390525"/>
                </a:lnTo>
                <a:close/>
                <a:moveTo>
                  <a:pt x="2276475" y="381000"/>
                </a:moveTo>
                <a:lnTo>
                  <a:pt x="2286000" y="381000"/>
                </a:lnTo>
                <a:lnTo>
                  <a:pt x="2286000" y="400050"/>
                </a:lnTo>
                <a:lnTo>
                  <a:pt x="2276475" y="400050"/>
                </a:lnTo>
                <a:close/>
                <a:moveTo>
                  <a:pt x="1238250" y="390525"/>
                </a:moveTo>
                <a:lnTo>
                  <a:pt x="1266825" y="390525"/>
                </a:lnTo>
                <a:lnTo>
                  <a:pt x="1266825" y="409575"/>
                </a:lnTo>
                <a:lnTo>
                  <a:pt x="1238250" y="409575"/>
                </a:lnTo>
                <a:close/>
                <a:moveTo>
                  <a:pt x="1285875" y="390525"/>
                </a:moveTo>
                <a:lnTo>
                  <a:pt x="1295400" y="390525"/>
                </a:lnTo>
                <a:lnTo>
                  <a:pt x="1295400" y="371475"/>
                </a:lnTo>
                <a:lnTo>
                  <a:pt x="1200150" y="371475"/>
                </a:lnTo>
                <a:lnTo>
                  <a:pt x="1200150" y="381000"/>
                </a:lnTo>
                <a:lnTo>
                  <a:pt x="1190625" y="381000"/>
                </a:lnTo>
                <a:lnTo>
                  <a:pt x="1190625" y="390525"/>
                </a:lnTo>
                <a:lnTo>
                  <a:pt x="1171575" y="390525"/>
                </a:lnTo>
                <a:lnTo>
                  <a:pt x="1171575" y="400050"/>
                </a:lnTo>
                <a:lnTo>
                  <a:pt x="1152525" y="400050"/>
                </a:lnTo>
                <a:lnTo>
                  <a:pt x="1152525" y="419100"/>
                </a:lnTo>
                <a:lnTo>
                  <a:pt x="1162050" y="419100"/>
                </a:lnTo>
                <a:lnTo>
                  <a:pt x="1162050" y="409575"/>
                </a:lnTo>
                <a:lnTo>
                  <a:pt x="1181100" y="409575"/>
                </a:lnTo>
                <a:lnTo>
                  <a:pt x="1181100" y="428625"/>
                </a:lnTo>
                <a:lnTo>
                  <a:pt x="1171575" y="428625"/>
                </a:lnTo>
                <a:lnTo>
                  <a:pt x="1171575" y="447675"/>
                </a:lnTo>
                <a:lnTo>
                  <a:pt x="1190625" y="447675"/>
                </a:lnTo>
                <a:lnTo>
                  <a:pt x="1190625" y="438150"/>
                </a:lnTo>
                <a:lnTo>
                  <a:pt x="1228725" y="438150"/>
                </a:lnTo>
                <a:lnTo>
                  <a:pt x="1228725" y="428625"/>
                </a:lnTo>
                <a:lnTo>
                  <a:pt x="1266825" y="428625"/>
                </a:lnTo>
                <a:lnTo>
                  <a:pt x="1266825" y="419100"/>
                </a:lnTo>
                <a:lnTo>
                  <a:pt x="1285875" y="419100"/>
                </a:lnTo>
                <a:lnTo>
                  <a:pt x="1285875" y="409575"/>
                </a:lnTo>
                <a:lnTo>
                  <a:pt x="1295400" y="409575"/>
                </a:lnTo>
                <a:lnTo>
                  <a:pt x="1295400" y="400050"/>
                </a:lnTo>
                <a:lnTo>
                  <a:pt x="1285875" y="400050"/>
                </a:lnTo>
                <a:close/>
                <a:moveTo>
                  <a:pt x="2143125" y="390525"/>
                </a:moveTo>
                <a:lnTo>
                  <a:pt x="2162175" y="390525"/>
                </a:lnTo>
                <a:lnTo>
                  <a:pt x="2162175" y="400050"/>
                </a:lnTo>
                <a:lnTo>
                  <a:pt x="2152650" y="400050"/>
                </a:lnTo>
                <a:lnTo>
                  <a:pt x="2152650" y="409575"/>
                </a:lnTo>
                <a:lnTo>
                  <a:pt x="2143125" y="409575"/>
                </a:lnTo>
                <a:lnTo>
                  <a:pt x="2143125" y="428625"/>
                </a:lnTo>
                <a:lnTo>
                  <a:pt x="2133600" y="428625"/>
                </a:lnTo>
                <a:lnTo>
                  <a:pt x="2133600" y="400050"/>
                </a:lnTo>
                <a:lnTo>
                  <a:pt x="2143125" y="400050"/>
                </a:lnTo>
                <a:close/>
                <a:moveTo>
                  <a:pt x="857250" y="400050"/>
                </a:moveTo>
                <a:lnTo>
                  <a:pt x="866775" y="400050"/>
                </a:lnTo>
                <a:lnTo>
                  <a:pt x="866775" y="419100"/>
                </a:lnTo>
                <a:lnTo>
                  <a:pt x="857250" y="419100"/>
                </a:lnTo>
                <a:close/>
                <a:moveTo>
                  <a:pt x="1200150" y="400050"/>
                </a:moveTo>
                <a:lnTo>
                  <a:pt x="1219200" y="400050"/>
                </a:lnTo>
                <a:lnTo>
                  <a:pt x="1219200" y="419100"/>
                </a:lnTo>
                <a:lnTo>
                  <a:pt x="1200150" y="419100"/>
                </a:lnTo>
                <a:close/>
                <a:moveTo>
                  <a:pt x="1733550" y="400050"/>
                </a:moveTo>
                <a:lnTo>
                  <a:pt x="1743075" y="400050"/>
                </a:lnTo>
                <a:lnTo>
                  <a:pt x="1743075" y="409575"/>
                </a:lnTo>
                <a:lnTo>
                  <a:pt x="1733550" y="409575"/>
                </a:lnTo>
                <a:close/>
                <a:moveTo>
                  <a:pt x="2057400" y="400050"/>
                </a:moveTo>
                <a:lnTo>
                  <a:pt x="2066925" y="400050"/>
                </a:lnTo>
                <a:lnTo>
                  <a:pt x="2066925" y="409575"/>
                </a:lnTo>
                <a:lnTo>
                  <a:pt x="2057400" y="409575"/>
                </a:lnTo>
                <a:close/>
                <a:moveTo>
                  <a:pt x="2095500" y="400050"/>
                </a:moveTo>
                <a:lnTo>
                  <a:pt x="2105025" y="400050"/>
                </a:lnTo>
                <a:lnTo>
                  <a:pt x="2105025" y="409575"/>
                </a:lnTo>
                <a:lnTo>
                  <a:pt x="2095500" y="409575"/>
                </a:lnTo>
                <a:close/>
                <a:moveTo>
                  <a:pt x="2286000" y="400050"/>
                </a:moveTo>
                <a:lnTo>
                  <a:pt x="2305050" y="400050"/>
                </a:lnTo>
                <a:lnTo>
                  <a:pt x="2305050" y="409575"/>
                </a:lnTo>
                <a:lnTo>
                  <a:pt x="2286000" y="409575"/>
                </a:lnTo>
                <a:close/>
                <a:moveTo>
                  <a:pt x="1485900" y="409575"/>
                </a:moveTo>
                <a:lnTo>
                  <a:pt x="1495425" y="409575"/>
                </a:lnTo>
                <a:lnTo>
                  <a:pt x="1495425" y="419100"/>
                </a:lnTo>
                <a:lnTo>
                  <a:pt x="1485900" y="419100"/>
                </a:lnTo>
                <a:close/>
                <a:moveTo>
                  <a:pt x="1714500" y="409575"/>
                </a:moveTo>
                <a:lnTo>
                  <a:pt x="1724025" y="409575"/>
                </a:lnTo>
                <a:lnTo>
                  <a:pt x="1724025" y="419100"/>
                </a:lnTo>
                <a:lnTo>
                  <a:pt x="1714500" y="419100"/>
                </a:lnTo>
                <a:close/>
                <a:moveTo>
                  <a:pt x="2324100" y="409575"/>
                </a:moveTo>
                <a:lnTo>
                  <a:pt x="2333625" y="409575"/>
                </a:lnTo>
                <a:lnTo>
                  <a:pt x="2333625" y="419100"/>
                </a:lnTo>
                <a:lnTo>
                  <a:pt x="2324100" y="419100"/>
                </a:lnTo>
                <a:close/>
                <a:moveTo>
                  <a:pt x="1704975" y="419100"/>
                </a:moveTo>
                <a:lnTo>
                  <a:pt x="1714500" y="419100"/>
                </a:lnTo>
                <a:lnTo>
                  <a:pt x="1714500" y="428625"/>
                </a:lnTo>
                <a:lnTo>
                  <a:pt x="1704975" y="428625"/>
                </a:lnTo>
                <a:close/>
                <a:moveTo>
                  <a:pt x="1743075" y="419100"/>
                </a:moveTo>
                <a:lnTo>
                  <a:pt x="1752600" y="419100"/>
                </a:lnTo>
                <a:lnTo>
                  <a:pt x="1752600" y="428625"/>
                </a:lnTo>
                <a:lnTo>
                  <a:pt x="1743075" y="428625"/>
                </a:lnTo>
                <a:close/>
                <a:moveTo>
                  <a:pt x="2352675" y="419100"/>
                </a:moveTo>
                <a:lnTo>
                  <a:pt x="2371725" y="419100"/>
                </a:lnTo>
                <a:lnTo>
                  <a:pt x="2371725" y="428625"/>
                </a:lnTo>
                <a:lnTo>
                  <a:pt x="2352675" y="428625"/>
                </a:lnTo>
                <a:close/>
                <a:moveTo>
                  <a:pt x="523875" y="428625"/>
                </a:moveTo>
                <a:lnTo>
                  <a:pt x="533400" y="428625"/>
                </a:lnTo>
                <a:lnTo>
                  <a:pt x="533400" y="447675"/>
                </a:lnTo>
                <a:lnTo>
                  <a:pt x="523875" y="447675"/>
                </a:lnTo>
                <a:close/>
                <a:moveTo>
                  <a:pt x="752475" y="428625"/>
                </a:moveTo>
                <a:lnTo>
                  <a:pt x="771525" y="428625"/>
                </a:lnTo>
                <a:lnTo>
                  <a:pt x="771525" y="438150"/>
                </a:lnTo>
                <a:lnTo>
                  <a:pt x="752475" y="438150"/>
                </a:lnTo>
                <a:close/>
                <a:moveTo>
                  <a:pt x="1733550" y="428625"/>
                </a:moveTo>
                <a:lnTo>
                  <a:pt x="1743075" y="428625"/>
                </a:lnTo>
                <a:lnTo>
                  <a:pt x="1743075" y="438150"/>
                </a:lnTo>
                <a:lnTo>
                  <a:pt x="1733550" y="438150"/>
                </a:lnTo>
                <a:close/>
                <a:moveTo>
                  <a:pt x="1952625" y="428625"/>
                </a:moveTo>
                <a:lnTo>
                  <a:pt x="1962150" y="428625"/>
                </a:lnTo>
                <a:lnTo>
                  <a:pt x="1962150" y="457200"/>
                </a:lnTo>
                <a:lnTo>
                  <a:pt x="1952625" y="457200"/>
                </a:lnTo>
                <a:close/>
                <a:moveTo>
                  <a:pt x="2390775" y="428625"/>
                </a:moveTo>
                <a:lnTo>
                  <a:pt x="2400300" y="428625"/>
                </a:lnTo>
                <a:lnTo>
                  <a:pt x="2400300" y="438150"/>
                </a:lnTo>
                <a:lnTo>
                  <a:pt x="2390775" y="438150"/>
                </a:lnTo>
                <a:close/>
                <a:moveTo>
                  <a:pt x="2419350" y="438150"/>
                </a:moveTo>
                <a:lnTo>
                  <a:pt x="2428875" y="438150"/>
                </a:lnTo>
                <a:lnTo>
                  <a:pt x="2428875" y="447675"/>
                </a:lnTo>
                <a:lnTo>
                  <a:pt x="2419350" y="447675"/>
                </a:lnTo>
                <a:close/>
                <a:moveTo>
                  <a:pt x="1476375" y="447675"/>
                </a:moveTo>
                <a:lnTo>
                  <a:pt x="1485900" y="447675"/>
                </a:lnTo>
                <a:lnTo>
                  <a:pt x="1485900" y="457200"/>
                </a:lnTo>
                <a:lnTo>
                  <a:pt x="1476375" y="457200"/>
                </a:lnTo>
                <a:close/>
                <a:moveTo>
                  <a:pt x="1114425" y="457200"/>
                </a:moveTo>
                <a:lnTo>
                  <a:pt x="1123950" y="457200"/>
                </a:lnTo>
                <a:lnTo>
                  <a:pt x="1123950" y="466725"/>
                </a:lnTo>
                <a:lnTo>
                  <a:pt x="1114425" y="466725"/>
                </a:lnTo>
                <a:close/>
                <a:moveTo>
                  <a:pt x="1266825" y="457200"/>
                </a:moveTo>
                <a:lnTo>
                  <a:pt x="1276350" y="457200"/>
                </a:lnTo>
                <a:lnTo>
                  <a:pt x="1276350" y="438150"/>
                </a:lnTo>
                <a:lnTo>
                  <a:pt x="1266825" y="438150"/>
                </a:lnTo>
                <a:lnTo>
                  <a:pt x="1266825" y="447675"/>
                </a:lnTo>
                <a:lnTo>
                  <a:pt x="1228725" y="447675"/>
                </a:lnTo>
                <a:lnTo>
                  <a:pt x="1228725" y="457200"/>
                </a:lnTo>
                <a:lnTo>
                  <a:pt x="1181100" y="457200"/>
                </a:lnTo>
                <a:lnTo>
                  <a:pt x="1181100" y="476250"/>
                </a:lnTo>
                <a:lnTo>
                  <a:pt x="1228725" y="476250"/>
                </a:lnTo>
                <a:lnTo>
                  <a:pt x="1228725" y="466725"/>
                </a:lnTo>
                <a:lnTo>
                  <a:pt x="1266825" y="466725"/>
                </a:lnTo>
                <a:close/>
                <a:moveTo>
                  <a:pt x="2447925" y="457200"/>
                </a:moveTo>
                <a:lnTo>
                  <a:pt x="2457450" y="457200"/>
                </a:lnTo>
                <a:lnTo>
                  <a:pt x="2457450" y="466725"/>
                </a:lnTo>
                <a:lnTo>
                  <a:pt x="2447925" y="466725"/>
                </a:lnTo>
                <a:close/>
                <a:moveTo>
                  <a:pt x="57150" y="466725"/>
                </a:moveTo>
                <a:lnTo>
                  <a:pt x="66675" y="466725"/>
                </a:lnTo>
                <a:lnTo>
                  <a:pt x="66675" y="485775"/>
                </a:lnTo>
                <a:lnTo>
                  <a:pt x="57150" y="485775"/>
                </a:lnTo>
                <a:close/>
                <a:moveTo>
                  <a:pt x="2286000" y="466725"/>
                </a:moveTo>
                <a:lnTo>
                  <a:pt x="2295525" y="466725"/>
                </a:lnTo>
                <a:lnTo>
                  <a:pt x="2295525" y="476250"/>
                </a:lnTo>
                <a:lnTo>
                  <a:pt x="2286000" y="476250"/>
                </a:lnTo>
                <a:close/>
                <a:moveTo>
                  <a:pt x="866775" y="476250"/>
                </a:moveTo>
                <a:lnTo>
                  <a:pt x="876300" y="476250"/>
                </a:lnTo>
                <a:lnTo>
                  <a:pt x="876300" y="485775"/>
                </a:lnTo>
                <a:lnTo>
                  <a:pt x="866775" y="485775"/>
                </a:lnTo>
                <a:close/>
                <a:moveTo>
                  <a:pt x="2028825" y="476250"/>
                </a:moveTo>
                <a:lnTo>
                  <a:pt x="2038350" y="476250"/>
                </a:lnTo>
                <a:lnTo>
                  <a:pt x="2038350" y="495300"/>
                </a:lnTo>
                <a:lnTo>
                  <a:pt x="2028825" y="495300"/>
                </a:lnTo>
                <a:close/>
                <a:moveTo>
                  <a:pt x="2276475" y="476250"/>
                </a:moveTo>
                <a:lnTo>
                  <a:pt x="2286000" y="476250"/>
                </a:lnTo>
                <a:lnTo>
                  <a:pt x="2286000" y="495300"/>
                </a:lnTo>
                <a:lnTo>
                  <a:pt x="2276475" y="495300"/>
                </a:lnTo>
                <a:close/>
                <a:moveTo>
                  <a:pt x="847725" y="485775"/>
                </a:moveTo>
                <a:lnTo>
                  <a:pt x="857250" y="485775"/>
                </a:lnTo>
                <a:lnTo>
                  <a:pt x="857250" y="504825"/>
                </a:lnTo>
                <a:lnTo>
                  <a:pt x="847725" y="504825"/>
                </a:lnTo>
                <a:close/>
                <a:moveTo>
                  <a:pt x="1123950" y="485775"/>
                </a:moveTo>
                <a:lnTo>
                  <a:pt x="1133475" y="485775"/>
                </a:lnTo>
                <a:lnTo>
                  <a:pt x="1133475" y="495300"/>
                </a:lnTo>
                <a:lnTo>
                  <a:pt x="1123950" y="495300"/>
                </a:lnTo>
                <a:close/>
                <a:moveTo>
                  <a:pt x="1352550" y="485775"/>
                </a:moveTo>
                <a:lnTo>
                  <a:pt x="1362075" y="485775"/>
                </a:lnTo>
                <a:lnTo>
                  <a:pt x="1362075" y="495300"/>
                </a:lnTo>
                <a:lnTo>
                  <a:pt x="1352550" y="495300"/>
                </a:lnTo>
                <a:close/>
                <a:moveTo>
                  <a:pt x="2114550" y="485775"/>
                </a:moveTo>
                <a:lnTo>
                  <a:pt x="2124075" y="485775"/>
                </a:lnTo>
                <a:lnTo>
                  <a:pt x="2124075" y="495300"/>
                </a:lnTo>
                <a:lnTo>
                  <a:pt x="2114550" y="495300"/>
                </a:lnTo>
                <a:close/>
                <a:moveTo>
                  <a:pt x="2295525" y="485775"/>
                </a:moveTo>
                <a:lnTo>
                  <a:pt x="2305050" y="485775"/>
                </a:lnTo>
                <a:lnTo>
                  <a:pt x="2305050" y="495300"/>
                </a:lnTo>
                <a:lnTo>
                  <a:pt x="2295525" y="495300"/>
                </a:lnTo>
                <a:close/>
                <a:moveTo>
                  <a:pt x="1685925" y="495300"/>
                </a:moveTo>
                <a:lnTo>
                  <a:pt x="1695450" y="495300"/>
                </a:lnTo>
                <a:lnTo>
                  <a:pt x="1695450" y="504825"/>
                </a:lnTo>
                <a:lnTo>
                  <a:pt x="1685925" y="504825"/>
                </a:lnTo>
                <a:close/>
                <a:moveTo>
                  <a:pt x="1704975" y="495300"/>
                </a:moveTo>
                <a:lnTo>
                  <a:pt x="1714500" y="495300"/>
                </a:lnTo>
                <a:lnTo>
                  <a:pt x="1714500" y="504825"/>
                </a:lnTo>
                <a:lnTo>
                  <a:pt x="1704975" y="504825"/>
                </a:lnTo>
                <a:close/>
                <a:moveTo>
                  <a:pt x="485775" y="504825"/>
                </a:moveTo>
                <a:lnTo>
                  <a:pt x="495300" y="504825"/>
                </a:lnTo>
                <a:lnTo>
                  <a:pt x="495300" y="514350"/>
                </a:lnTo>
                <a:lnTo>
                  <a:pt x="485775" y="514350"/>
                </a:lnTo>
                <a:close/>
                <a:moveTo>
                  <a:pt x="1133475" y="504825"/>
                </a:moveTo>
                <a:lnTo>
                  <a:pt x="1143000" y="504825"/>
                </a:lnTo>
                <a:lnTo>
                  <a:pt x="1143000" y="514350"/>
                </a:lnTo>
                <a:lnTo>
                  <a:pt x="1133475" y="514350"/>
                </a:lnTo>
                <a:close/>
                <a:moveTo>
                  <a:pt x="447675" y="514350"/>
                </a:moveTo>
                <a:lnTo>
                  <a:pt x="457200" y="514350"/>
                </a:lnTo>
                <a:lnTo>
                  <a:pt x="457200" y="523875"/>
                </a:lnTo>
                <a:lnTo>
                  <a:pt x="447675" y="523875"/>
                </a:lnTo>
                <a:close/>
                <a:moveTo>
                  <a:pt x="781050" y="514350"/>
                </a:moveTo>
                <a:lnTo>
                  <a:pt x="790575" y="514350"/>
                </a:lnTo>
                <a:lnTo>
                  <a:pt x="790575" y="533400"/>
                </a:lnTo>
                <a:lnTo>
                  <a:pt x="800100" y="533400"/>
                </a:lnTo>
                <a:lnTo>
                  <a:pt x="800100" y="542925"/>
                </a:lnTo>
                <a:lnTo>
                  <a:pt x="819150" y="542925"/>
                </a:lnTo>
                <a:lnTo>
                  <a:pt x="819150" y="552450"/>
                </a:lnTo>
                <a:lnTo>
                  <a:pt x="857250" y="552450"/>
                </a:lnTo>
                <a:lnTo>
                  <a:pt x="857250" y="542925"/>
                </a:lnTo>
                <a:lnTo>
                  <a:pt x="866775" y="542925"/>
                </a:lnTo>
                <a:lnTo>
                  <a:pt x="866775" y="609600"/>
                </a:lnTo>
                <a:lnTo>
                  <a:pt x="819150" y="609600"/>
                </a:lnTo>
                <a:lnTo>
                  <a:pt x="819150" y="619125"/>
                </a:lnTo>
                <a:lnTo>
                  <a:pt x="742950" y="619125"/>
                </a:lnTo>
                <a:lnTo>
                  <a:pt x="742950" y="628650"/>
                </a:lnTo>
                <a:lnTo>
                  <a:pt x="704850" y="628650"/>
                </a:lnTo>
                <a:lnTo>
                  <a:pt x="704850" y="609600"/>
                </a:lnTo>
                <a:lnTo>
                  <a:pt x="685800" y="609600"/>
                </a:lnTo>
                <a:lnTo>
                  <a:pt x="685800" y="590550"/>
                </a:lnTo>
                <a:lnTo>
                  <a:pt x="676275" y="590550"/>
                </a:lnTo>
                <a:lnTo>
                  <a:pt x="676275" y="581025"/>
                </a:lnTo>
                <a:lnTo>
                  <a:pt x="685800" y="581025"/>
                </a:lnTo>
                <a:lnTo>
                  <a:pt x="685800" y="571500"/>
                </a:lnTo>
                <a:lnTo>
                  <a:pt x="666750" y="571500"/>
                </a:lnTo>
                <a:lnTo>
                  <a:pt x="666750" y="561975"/>
                </a:lnTo>
                <a:lnTo>
                  <a:pt x="695325" y="561975"/>
                </a:lnTo>
                <a:lnTo>
                  <a:pt x="695325" y="552450"/>
                </a:lnTo>
                <a:lnTo>
                  <a:pt x="714375" y="552450"/>
                </a:lnTo>
                <a:lnTo>
                  <a:pt x="714375" y="542925"/>
                </a:lnTo>
                <a:lnTo>
                  <a:pt x="762000" y="542925"/>
                </a:lnTo>
                <a:lnTo>
                  <a:pt x="762000" y="533400"/>
                </a:lnTo>
                <a:lnTo>
                  <a:pt x="781050" y="533400"/>
                </a:lnTo>
                <a:close/>
                <a:moveTo>
                  <a:pt x="1143000" y="514350"/>
                </a:moveTo>
                <a:lnTo>
                  <a:pt x="1152525" y="514350"/>
                </a:lnTo>
                <a:lnTo>
                  <a:pt x="1152525" y="523875"/>
                </a:lnTo>
                <a:lnTo>
                  <a:pt x="1143000" y="523875"/>
                </a:lnTo>
                <a:close/>
                <a:moveTo>
                  <a:pt x="1333500" y="514350"/>
                </a:moveTo>
                <a:lnTo>
                  <a:pt x="1343025" y="514350"/>
                </a:lnTo>
                <a:lnTo>
                  <a:pt x="1343025" y="523875"/>
                </a:lnTo>
                <a:lnTo>
                  <a:pt x="1333500" y="523875"/>
                </a:lnTo>
                <a:close/>
                <a:moveTo>
                  <a:pt x="2105025" y="514350"/>
                </a:moveTo>
                <a:lnTo>
                  <a:pt x="2114550" y="514350"/>
                </a:lnTo>
                <a:lnTo>
                  <a:pt x="2114550" y="523875"/>
                </a:lnTo>
                <a:lnTo>
                  <a:pt x="2105025" y="523875"/>
                </a:lnTo>
                <a:close/>
                <a:moveTo>
                  <a:pt x="2276475" y="514350"/>
                </a:moveTo>
                <a:lnTo>
                  <a:pt x="2295525" y="514350"/>
                </a:lnTo>
                <a:lnTo>
                  <a:pt x="2295525" y="523875"/>
                </a:lnTo>
                <a:lnTo>
                  <a:pt x="2286000" y="523875"/>
                </a:lnTo>
                <a:lnTo>
                  <a:pt x="2286000" y="542925"/>
                </a:lnTo>
                <a:lnTo>
                  <a:pt x="2266950" y="542925"/>
                </a:lnTo>
                <a:lnTo>
                  <a:pt x="2266950" y="523875"/>
                </a:lnTo>
                <a:lnTo>
                  <a:pt x="2276475" y="523875"/>
                </a:lnTo>
                <a:close/>
                <a:moveTo>
                  <a:pt x="409575" y="523875"/>
                </a:moveTo>
                <a:lnTo>
                  <a:pt x="419100" y="523875"/>
                </a:lnTo>
                <a:lnTo>
                  <a:pt x="419100" y="533400"/>
                </a:lnTo>
                <a:lnTo>
                  <a:pt x="409575" y="533400"/>
                </a:lnTo>
                <a:close/>
                <a:moveTo>
                  <a:pt x="990600" y="523875"/>
                </a:moveTo>
                <a:lnTo>
                  <a:pt x="1000125" y="523875"/>
                </a:lnTo>
                <a:lnTo>
                  <a:pt x="1000125" y="533400"/>
                </a:lnTo>
                <a:lnTo>
                  <a:pt x="990600" y="533400"/>
                </a:lnTo>
                <a:close/>
                <a:moveTo>
                  <a:pt x="1152525" y="523875"/>
                </a:moveTo>
                <a:lnTo>
                  <a:pt x="1162050" y="523875"/>
                </a:lnTo>
                <a:lnTo>
                  <a:pt x="1162050" y="533400"/>
                </a:lnTo>
                <a:lnTo>
                  <a:pt x="1152525" y="533400"/>
                </a:lnTo>
                <a:close/>
                <a:moveTo>
                  <a:pt x="371475" y="533400"/>
                </a:moveTo>
                <a:lnTo>
                  <a:pt x="381000" y="533400"/>
                </a:lnTo>
                <a:lnTo>
                  <a:pt x="381000" y="542925"/>
                </a:lnTo>
                <a:lnTo>
                  <a:pt x="371475" y="542925"/>
                </a:lnTo>
                <a:close/>
                <a:moveTo>
                  <a:pt x="657225" y="533400"/>
                </a:moveTo>
                <a:lnTo>
                  <a:pt x="666750" y="533400"/>
                </a:lnTo>
                <a:lnTo>
                  <a:pt x="666750" y="542925"/>
                </a:lnTo>
                <a:lnTo>
                  <a:pt x="657225" y="542925"/>
                </a:lnTo>
                <a:close/>
                <a:moveTo>
                  <a:pt x="876300" y="533400"/>
                </a:moveTo>
                <a:lnTo>
                  <a:pt x="885825" y="533400"/>
                </a:lnTo>
                <a:lnTo>
                  <a:pt x="885825" y="542925"/>
                </a:lnTo>
                <a:lnTo>
                  <a:pt x="876300" y="542925"/>
                </a:lnTo>
                <a:close/>
                <a:moveTo>
                  <a:pt x="1038225" y="533400"/>
                </a:moveTo>
                <a:lnTo>
                  <a:pt x="1047750" y="533400"/>
                </a:lnTo>
                <a:lnTo>
                  <a:pt x="1047750" y="542925"/>
                </a:lnTo>
                <a:lnTo>
                  <a:pt x="1038225" y="542925"/>
                </a:lnTo>
                <a:close/>
                <a:moveTo>
                  <a:pt x="1257300" y="533400"/>
                </a:moveTo>
                <a:lnTo>
                  <a:pt x="1266825" y="533400"/>
                </a:lnTo>
                <a:lnTo>
                  <a:pt x="1266825" y="542925"/>
                </a:lnTo>
                <a:lnTo>
                  <a:pt x="1257300" y="542925"/>
                </a:lnTo>
                <a:close/>
                <a:moveTo>
                  <a:pt x="2447925" y="533400"/>
                </a:moveTo>
                <a:lnTo>
                  <a:pt x="2457450" y="533400"/>
                </a:lnTo>
                <a:lnTo>
                  <a:pt x="2457450" y="542925"/>
                </a:lnTo>
                <a:lnTo>
                  <a:pt x="2447925" y="542925"/>
                </a:lnTo>
                <a:close/>
                <a:moveTo>
                  <a:pt x="333375" y="542925"/>
                </a:moveTo>
                <a:lnTo>
                  <a:pt x="342900" y="542925"/>
                </a:lnTo>
                <a:lnTo>
                  <a:pt x="342900" y="552450"/>
                </a:lnTo>
                <a:lnTo>
                  <a:pt x="333375" y="552450"/>
                </a:lnTo>
                <a:close/>
                <a:moveTo>
                  <a:pt x="1076325" y="542925"/>
                </a:moveTo>
                <a:lnTo>
                  <a:pt x="1085850" y="542925"/>
                </a:lnTo>
                <a:lnTo>
                  <a:pt x="1085850" y="552450"/>
                </a:lnTo>
                <a:lnTo>
                  <a:pt x="1076325" y="552450"/>
                </a:lnTo>
                <a:close/>
                <a:moveTo>
                  <a:pt x="66675" y="552450"/>
                </a:moveTo>
                <a:lnTo>
                  <a:pt x="76200" y="552450"/>
                </a:lnTo>
                <a:lnTo>
                  <a:pt x="76200" y="581025"/>
                </a:lnTo>
                <a:lnTo>
                  <a:pt x="66675" y="581025"/>
                </a:lnTo>
                <a:close/>
                <a:moveTo>
                  <a:pt x="1123950" y="552450"/>
                </a:moveTo>
                <a:lnTo>
                  <a:pt x="1133475" y="552450"/>
                </a:lnTo>
                <a:lnTo>
                  <a:pt x="1133475" y="561975"/>
                </a:lnTo>
                <a:lnTo>
                  <a:pt x="1123950" y="561975"/>
                </a:lnTo>
                <a:close/>
                <a:moveTo>
                  <a:pt x="2019300" y="552450"/>
                </a:moveTo>
                <a:lnTo>
                  <a:pt x="2028825" y="552450"/>
                </a:lnTo>
                <a:lnTo>
                  <a:pt x="2028825" y="561975"/>
                </a:lnTo>
                <a:lnTo>
                  <a:pt x="2019300" y="561975"/>
                </a:lnTo>
                <a:close/>
                <a:moveTo>
                  <a:pt x="2095500" y="552450"/>
                </a:moveTo>
                <a:lnTo>
                  <a:pt x="2105025" y="552450"/>
                </a:lnTo>
                <a:lnTo>
                  <a:pt x="2105025" y="561975"/>
                </a:lnTo>
                <a:lnTo>
                  <a:pt x="2095500" y="561975"/>
                </a:lnTo>
                <a:close/>
                <a:moveTo>
                  <a:pt x="628650" y="561975"/>
                </a:moveTo>
                <a:lnTo>
                  <a:pt x="638175" y="561975"/>
                </a:lnTo>
                <a:lnTo>
                  <a:pt x="638175" y="571500"/>
                </a:lnTo>
                <a:lnTo>
                  <a:pt x="628650" y="571500"/>
                </a:lnTo>
                <a:close/>
                <a:moveTo>
                  <a:pt x="885825" y="561975"/>
                </a:moveTo>
                <a:lnTo>
                  <a:pt x="895350" y="561975"/>
                </a:lnTo>
                <a:lnTo>
                  <a:pt x="895350" y="590550"/>
                </a:lnTo>
                <a:lnTo>
                  <a:pt x="885825" y="590550"/>
                </a:lnTo>
                <a:close/>
                <a:moveTo>
                  <a:pt x="942975" y="561975"/>
                </a:moveTo>
                <a:lnTo>
                  <a:pt x="952500" y="561975"/>
                </a:lnTo>
                <a:lnTo>
                  <a:pt x="952500" y="571500"/>
                </a:lnTo>
                <a:lnTo>
                  <a:pt x="942975" y="571500"/>
                </a:lnTo>
                <a:close/>
                <a:moveTo>
                  <a:pt x="2438400" y="561975"/>
                </a:moveTo>
                <a:lnTo>
                  <a:pt x="2447925" y="561975"/>
                </a:lnTo>
                <a:lnTo>
                  <a:pt x="2447925" y="571500"/>
                </a:lnTo>
                <a:lnTo>
                  <a:pt x="2438400" y="571500"/>
                </a:lnTo>
                <a:close/>
                <a:moveTo>
                  <a:pt x="561975" y="571500"/>
                </a:moveTo>
                <a:lnTo>
                  <a:pt x="571500" y="571500"/>
                </a:lnTo>
                <a:lnTo>
                  <a:pt x="571500" y="590550"/>
                </a:lnTo>
                <a:lnTo>
                  <a:pt x="561975" y="590550"/>
                </a:lnTo>
                <a:close/>
                <a:moveTo>
                  <a:pt x="638175" y="571500"/>
                </a:moveTo>
                <a:lnTo>
                  <a:pt x="657225" y="571500"/>
                </a:lnTo>
                <a:lnTo>
                  <a:pt x="657225" y="581025"/>
                </a:lnTo>
                <a:lnTo>
                  <a:pt x="638175" y="581025"/>
                </a:lnTo>
                <a:close/>
                <a:moveTo>
                  <a:pt x="1209675" y="571500"/>
                </a:moveTo>
                <a:lnTo>
                  <a:pt x="1219200" y="571500"/>
                </a:lnTo>
                <a:lnTo>
                  <a:pt x="1219200" y="581025"/>
                </a:lnTo>
                <a:lnTo>
                  <a:pt x="1209675" y="581025"/>
                </a:lnTo>
                <a:close/>
                <a:moveTo>
                  <a:pt x="295275" y="581025"/>
                </a:moveTo>
                <a:lnTo>
                  <a:pt x="304800" y="581025"/>
                </a:lnTo>
                <a:lnTo>
                  <a:pt x="304800" y="590550"/>
                </a:lnTo>
                <a:lnTo>
                  <a:pt x="295275" y="590550"/>
                </a:lnTo>
                <a:close/>
                <a:moveTo>
                  <a:pt x="1219200" y="581025"/>
                </a:moveTo>
                <a:lnTo>
                  <a:pt x="1228725" y="581025"/>
                </a:lnTo>
                <a:lnTo>
                  <a:pt x="1228725" y="657225"/>
                </a:lnTo>
                <a:lnTo>
                  <a:pt x="1219200" y="657225"/>
                </a:lnTo>
                <a:close/>
                <a:moveTo>
                  <a:pt x="1543050" y="581025"/>
                </a:moveTo>
                <a:lnTo>
                  <a:pt x="1552575" y="581025"/>
                </a:lnTo>
                <a:lnTo>
                  <a:pt x="1552575" y="590550"/>
                </a:lnTo>
                <a:lnTo>
                  <a:pt x="1543050" y="590550"/>
                </a:lnTo>
                <a:close/>
                <a:moveTo>
                  <a:pt x="1914525" y="581025"/>
                </a:moveTo>
                <a:lnTo>
                  <a:pt x="1924050" y="581025"/>
                </a:lnTo>
                <a:lnTo>
                  <a:pt x="1924050" y="600075"/>
                </a:lnTo>
                <a:lnTo>
                  <a:pt x="1905000" y="600075"/>
                </a:lnTo>
                <a:lnTo>
                  <a:pt x="1905000" y="590550"/>
                </a:lnTo>
                <a:lnTo>
                  <a:pt x="1914525" y="590550"/>
                </a:lnTo>
                <a:close/>
                <a:moveTo>
                  <a:pt x="2095500" y="581025"/>
                </a:moveTo>
                <a:lnTo>
                  <a:pt x="2105025" y="581025"/>
                </a:lnTo>
                <a:lnTo>
                  <a:pt x="2105025" y="590550"/>
                </a:lnTo>
                <a:lnTo>
                  <a:pt x="2095500" y="590550"/>
                </a:lnTo>
                <a:close/>
                <a:moveTo>
                  <a:pt x="2257425" y="581025"/>
                </a:moveTo>
                <a:lnTo>
                  <a:pt x="2266950" y="581025"/>
                </a:lnTo>
                <a:lnTo>
                  <a:pt x="2266950" y="600075"/>
                </a:lnTo>
                <a:lnTo>
                  <a:pt x="2257425" y="600075"/>
                </a:lnTo>
                <a:close/>
                <a:moveTo>
                  <a:pt x="1685925" y="590550"/>
                </a:moveTo>
                <a:lnTo>
                  <a:pt x="1695450" y="590550"/>
                </a:lnTo>
                <a:lnTo>
                  <a:pt x="1695450" y="600075"/>
                </a:lnTo>
                <a:lnTo>
                  <a:pt x="1685925" y="600075"/>
                </a:lnTo>
                <a:close/>
                <a:moveTo>
                  <a:pt x="2428875" y="590550"/>
                </a:moveTo>
                <a:lnTo>
                  <a:pt x="2438400" y="590550"/>
                </a:lnTo>
                <a:lnTo>
                  <a:pt x="2438400" y="600075"/>
                </a:lnTo>
                <a:lnTo>
                  <a:pt x="2428875" y="600075"/>
                </a:lnTo>
                <a:close/>
                <a:moveTo>
                  <a:pt x="847725" y="600075"/>
                </a:moveTo>
                <a:lnTo>
                  <a:pt x="857250" y="600075"/>
                </a:lnTo>
                <a:lnTo>
                  <a:pt x="857250" y="590550"/>
                </a:lnTo>
                <a:lnTo>
                  <a:pt x="847725" y="590550"/>
                </a:lnTo>
                <a:close/>
                <a:moveTo>
                  <a:pt x="895350" y="600075"/>
                </a:moveTo>
                <a:lnTo>
                  <a:pt x="904875" y="600075"/>
                </a:lnTo>
                <a:lnTo>
                  <a:pt x="904875" y="628650"/>
                </a:lnTo>
                <a:lnTo>
                  <a:pt x="895350" y="628650"/>
                </a:lnTo>
                <a:close/>
                <a:moveTo>
                  <a:pt x="1628775" y="600075"/>
                </a:moveTo>
                <a:lnTo>
                  <a:pt x="1638300" y="600075"/>
                </a:lnTo>
                <a:lnTo>
                  <a:pt x="1638300" y="609600"/>
                </a:lnTo>
                <a:lnTo>
                  <a:pt x="1628775" y="609600"/>
                </a:lnTo>
                <a:close/>
                <a:moveTo>
                  <a:pt x="1724025" y="600075"/>
                </a:moveTo>
                <a:lnTo>
                  <a:pt x="1733550" y="600075"/>
                </a:lnTo>
                <a:lnTo>
                  <a:pt x="1733550" y="609600"/>
                </a:lnTo>
                <a:lnTo>
                  <a:pt x="1724025" y="609600"/>
                </a:lnTo>
                <a:close/>
                <a:moveTo>
                  <a:pt x="2105025" y="600075"/>
                </a:moveTo>
                <a:lnTo>
                  <a:pt x="2114550" y="600075"/>
                </a:lnTo>
                <a:lnTo>
                  <a:pt x="2114550" y="609600"/>
                </a:lnTo>
                <a:lnTo>
                  <a:pt x="2105025" y="609600"/>
                </a:lnTo>
                <a:close/>
                <a:moveTo>
                  <a:pt x="933450" y="609600"/>
                </a:moveTo>
                <a:lnTo>
                  <a:pt x="942975" y="609600"/>
                </a:lnTo>
                <a:lnTo>
                  <a:pt x="942975" y="619125"/>
                </a:lnTo>
                <a:lnTo>
                  <a:pt x="933450" y="619125"/>
                </a:lnTo>
                <a:close/>
                <a:moveTo>
                  <a:pt x="1533525" y="609600"/>
                </a:moveTo>
                <a:lnTo>
                  <a:pt x="1543050" y="609600"/>
                </a:lnTo>
                <a:lnTo>
                  <a:pt x="1543050" y="619125"/>
                </a:lnTo>
                <a:lnTo>
                  <a:pt x="1533525" y="619125"/>
                </a:lnTo>
                <a:close/>
                <a:moveTo>
                  <a:pt x="1609725" y="609600"/>
                </a:moveTo>
                <a:lnTo>
                  <a:pt x="1619250" y="609600"/>
                </a:lnTo>
                <a:lnTo>
                  <a:pt x="1619250" y="619125"/>
                </a:lnTo>
                <a:lnTo>
                  <a:pt x="1609725" y="619125"/>
                </a:lnTo>
                <a:close/>
                <a:moveTo>
                  <a:pt x="1762125" y="609600"/>
                </a:moveTo>
                <a:lnTo>
                  <a:pt x="1771650" y="609600"/>
                </a:lnTo>
                <a:lnTo>
                  <a:pt x="1771650" y="619125"/>
                </a:lnTo>
                <a:lnTo>
                  <a:pt x="1762125" y="619125"/>
                </a:lnTo>
                <a:close/>
                <a:moveTo>
                  <a:pt x="2114550" y="609600"/>
                </a:moveTo>
                <a:lnTo>
                  <a:pt x="2124075" y="609600"/>
                </a:lnTo>
                <a:lnTo>
                  <a:pt x="2124075" y="619125"/>
                </a:lnTo>
                <a:lnTo>
                  <a:pt x="2114550" y="619125"/>
                </a:lnTo>
                <a:close/>
                <a:moveTo>
                  <a:pt x="1800225" y="619125"/>
                </a:moveTo>
                <a:lnTo>
                  <a:pt x="1809750" y="619125"/>
                </a:lnTo>
                <a:lnTo>
                  <a:pt x="1809750" y="628650"/>
                </a:lnTo>
                <a:lnTo>
                  <a:pt x="1800225" y="628650"/>
                </a:lnTo>
                <a:close/>
                <a:moveTo>
                  <a:pt x="2133600" y="619125"/>
                </a:moveTo>
                <a:lnTo>
                  <a:pt x="2143125" y="619125"/>
                </a:lnTo>
                <a:lnTo>
                  <a:pt x="2143125" y="628650"/>
                </a:lnTo>
                <a:lnTo>
                  <a:pt x="2133600" y="628650"/>
                </a:lnTo>
                <a:close/>
                <a:moveTo>
                  <a:pt x="571500" y="628650"/>
                </a:moveTo>
                <a:lnTo>
                  <a:pt x="581025" y="628650"/>
                </a:lnTo>
                <a:lnTo>
                  <a:pt x="581025" y="638175"/>
                </a:lnTo>
                <a:lnTo>
                  <a:pt x="571500" y="638175"/>
                </a:lnTo>
                <a:close/>
                <a:moveTo>
                  <a:pt x="647700" y="628650"/>
                </a:moveTo>
                <a:lnTo>
                  <a:pt x="676275" y="628650"/>
                </a:lnTo>
                <a:lnTo>
                  <a:pt x="676275" y="638175"/>
                </a:lnTo>
                <a:lnTo>
                  <a:pt x="647700" y="638175"/>
                </a:lnTo>
                <a:close/>
                <a:moveTo>
                  <a:pt x="828675" y="628650"/>
                </a:moveTo>
                <a:lnTo>
                  <a:pt x="895350" y="628650"/>
                </a:lnTo>
                <a:lnTo>
                  <a:pt x="895350" y="638175"/>
                </a:lnTo>
                <a:lnTo>
                  <a:pt x="828675" y="638175"/>
                </a:lnTo>
                <a:close/>
                <a:moveTo>
                  <a:pt x="1533525" y="628650"/>
                </a:moveTo>
                <a:lnTo>
                  <a:pt x="1543050" y="628650"/>
                </a:lnTo>
                <a:lnTo>
                  <a:pt x="1543050" y="638175"/>
                </a:lnTo>
                <a:lnTo>
                  <a:pt x="1533525" y="638175"/>
                </a:lnTo>
                <a:close/>
                <a:moveTo>
                  <a:pt x="1838325" y="628650"/>
                </a:moveTo>
                <a:lnTo>
                  <a:pt x="1857375" y="628650"/>
                </a:lnTo>
                <a:lnTo>
                  <a:pt x="1857375" y="638175"/>
                </a:lnTo>
                <a:lnTo>
                  <a:pt x="1838325" y="638175"/>
                </a:lnTo>
                <a:close/>
                <a:moveTo>
                  <a:pt x="2162175" y="628650"/>
                </a:moveTo>
                <a:lnTo>
                  <a:pt x="2171700" y="628650"/>
                </a:lnTo>
                <a:lnTo>
                  <a:pt x="2171700" y="638175"/>
                </a:lnTo>
                <a:lnTo>
                  <a:pt x="2162175" y="638175"/>
                </a:lnTo>
                <a:close/>
                <a:moveTo>
                  <a:pt x="2419350" y="628650"/>
                </a:moveTo>
                <a:lnTo>
                  <a:pt x="2428875" y="628650"/>
                </a:lnTo>
                <a:lnTo>
                  <a:pt x="2428875" y="638175"/>
                </a:lnTo>
                <a:lnTo>
                  <a:pt x="2419350" y="638175"/>
                </a:lnTo>
                <a:close/>
                <a:moveTo>
                  <a:pt x="76200" y="638175"/>
                </a:moveTo>
                <a:lnTo>
                  <a:pt x="85725" y="638175"/>
                </a:lnTo>
                <a:lnTo>
                  <a:pt x="85725" y="685800"/>
                </a:lnTo>
                <a:lnTo>
                  <a:pt x="76200" y="685800"/>
                </a:lnTo>
                <a:close/>
                <a:moveTo>
                  <a:pt x="742950" y="638175"/>
                </a:moveTo>
                <a:lnTo>
                  <a:pt x="828675" y="638175"/>
                </a:lnTo>
                <a:lnTo>
                  <a:pt x="828675" y="647700"/>
                </a:lnTo>
                <a:lnTo>
                  <a:pt x="742950" y="647700"/>
                </a:lnTo>
                <a:close/>
                <a:moveTo>
                  <a:pt x="1543050" y="638175"/>
                </a:moveTo>
                <a:lnTo>
                  <a:pt x="1552575" y="638175"/>
                </a:lnTo>
                <a:lnTo>
                  <a:pt x="1552575" y="647700"/>
                </a:lnTo>
                <a:lnTo>
                  <a:pt x="1543050" y="647700"/>
                </a:lnTo>
                <a:close/>
                <a:moveTo>
                  <a:pt x="1924050" y="638175"/>
                </a:moveTo>
                <a:lnTo>
                  <a:pt x="1933575" y="638175"/>
                </a:lnTo>
                <a:lnTo>
                  <a:pt x="1933575" y="647700"/>
                </a:lnTo>
                <a:lnTo>
                  <a:pt x="1924050" y="647700"/>
                </a:lnTo>
                <a:close/>
                <a:moveTo>
                  <a:pt x="2009775" y="638175"/>
                </a:moveTo>
                <a:lnTo>
                  <a:pt x="2019300" y="638175"/>
                </a:lnTo>
                <a:lnTo>
                  <a:pt x="2019300" y="657225"/>
                </a:lnTo>
                <a:lnTo>
                  <a:pt x="2009775" y="657225"/>
                </a:lnTo>
                <a:close/>
                <a:moveTo>
                  <a:pt x="2200275" y="638175"/>
                </a:moveTo>
                <a:lnTo>
                  <a:pt x="2209800" y="638175"/>
                </a:lnTo>
                <a:lnTo>
                  <a:pt x="2209800" y="647700"/>
                </a:lnTo>
                <a:lnTo>
                  <a:pt x="2200275" y="647700"/>
                </a:lnTo>
                <a:close/>
                <a:moveTo>
                  <a:pt x="685800" y="647700"/>
                </a:moveTo>
                <a:lnTo>
                  <a:pt x="704850" y="647700"/>
                </a:lnTo>
                <a:lnTo>
                  <a:pt x="704850" y="657225"/>
                </a:lnTo>
                <a:lnTo>
                  <a:pt x="685800" y="657225"/>
                </a:lnTo>
                <a:close/>
                <a:moveTo>
                  <a:pt x="923925" y="647700"/>
                </a:moveTo>
                <a:lnTo>
                  <a:pt x="933450" y="647700"/>
                </a:lnTo>
                <a:lnTo>
                  <a:pt x="933450" y="657225"/>
                </a:lnTo>
                <a:lnTo>
                  <a:pt x="923925" y="657225"/>
                </a:lnTo>
                <a:close/>
                <a:moveTo>
                  <a:pt x="1838325" y="647700"/>
                </a:moveTo>
                <a:lnTo>
                  <a:pt x="1847850" y="647700"/>
                </a:lnTo>
                <a:lnTo>
                  <a:pt x="1847850" y="657225"/>
                </a:lnTo>
                <a:lnTo>
                  <a:pt x="1838325" y="657225"/>
                </a:lnTo>
                <a:close/>
                <a:moveTo>
                  <a:pt x="1895475" y="647700"/>
                </a:moveTo>
                <a:lnTo>
                  <a:pt x="1924050" y="647700"/>
                </a:lnTo>
                <a:lnTo>
                  <a:pt x="1924050" y="657225"/>
                </a:lnTo>
                <a:lnTo>
                  <a:pt x="1895475" y="657225"/>
                </a:lnTo>
                <a:close/>
                <a:moveTo>
                  <a:pt x="2238375" y="647700"/>
                </a:moveTo>
                <a:lnTo>
                  <a:pt x="2257425" y="647700"/>
                </a:lnTo>
                <a:lnTo>
                  <a:pt x="2257425" y="657225"/>
                </a:lnTo>
                <a:lnTo>
                  <a:pt x="2238375" y="657225"/>
                </a:lnTo>
                <a:close/>
                <a:moveTo>
                  <a:pt x="314325" y="657225"/>
                </a:moveTo>
                <a:lnTo>
                  <a:pt x="323850" y="657225"/>
                </a:lnTo>
                <a:lnTo>
                  <a:pt x="323850" y="666750"/>
                </a:lnTo>
                <a:lnTo>
                  <a:pt x="314325" y="666750"/>
                </a:lnTo>
                <a:close/>
                <a:moveTo>
                  <a:pt x="676275" y="657225"/>
                </a:moveTo>
                <a:lnTo>
                  <a:pt x="685800" y="657225"/>
                </a:lnTo>
                <a:lnTo>
                  <a:pt x="685800" y="676275"/>
                </a:lnTo>
                <a:lnTo>
                  <a:pt x="676275" y="676275"/>
                </a:lnTo>
                <a:close/>
                <a:moveTo>
                  <a:pt x="1314450" y="657225"/>
                </a:moveTo>
                <a:lnTo>
                  <a:pt x="1323975" y="657225"/>
                </a:lnTo>
                <a:lnTo>
                  <a:pt x="1323975" y="666750"/>
                </a:lnTo>
                <a:lnTo>
                  <a:pt x="1314450" y="666750"/>
                </a:lnTo>
                <a:close/>
                <a:moveTo>
                  <a:pt x="2000250" y="657225"/>
                </a:moveTo>
                <a:lnTo>
                  <a:pt x="2009775" y="657225"/>
                </a:lnTo>
                <a:lnTo>
                  <a:pt x="2009775" y="676275"/>
                </a:lnTo>
                <a:lnTo>
                  <a:pt x="2000250" y="676275"/>
                </a:lnTo>
                <a:close/>
                <a:moveTo>
                  <a:pt x="2257425" y="657225"/>
                </a:moveTo>
                <a:lnTo>
                  <a:pt x="2266950" y="657225"/>
                </a:lnTo>
                <a:lnTo>
                  <a:pt x="2266950" y="666750"/>
                </a:lnTo>
                <a:lnTo>
                  <a:pt x="2257425" y="666750"/>
                </a:lnTo>
                <a:close/>
                <a:moveTo>
                  <a:pt x="1209675" y="666750"/>
                </a:moveTo>
                <a:lnTo>
                  <a:pt x="1219200" y="666750"/>
                </a:lnTo>
                <a:lnTo>
                  <a:pt x="1219200" y="723900"/>
                </a:lnTo>
                <a:lnTo>
                  <a:pt x="1228725" y="723900"/>
                </a:lnTo>
                <a:lnTo>
                  <a:pt x="1228725" y="714375"/>
                </a:lnTo>
                <a:lnTo>
                  <a:pt x="1238250" y="714375"/>
                </a:lnTo>
                <a:lnTo>
                  <a:pt x="1238250" y="723900"/>
                </a:lnTo>
                <a:lnTo>
                  <a:pt x="1228725" y="723900"/>
                </a:lnTo>
                <a:lnTo>
                  <a:pt x="1228725" y="733425"/>
                </a:lnTo>
                <a:lnTo>
                  <a:pt x="1219200" y="733425"/>
                </a:lnTo>
                <a:lnTo>
                  <a:pt x="1219200" y="742950"/>
                </a:lnTo>
                <a:lnTo>
                  <a:pt x="1200150" y="742950"/>
                </a:lnTo>
                <a:lnTo>
                  <a:pt x="1200150" y="714375"/>
                </a:lnTo>
                <a:lnTo>
                  <a:pt x="1209675" y="714375"/>
                </a:lnTo>
                <a:close/>
                <a:moveTo>
                  <a:pt x="1266825" y="666750"/>
                </a:moveTo>
                <a:lnTo>
                  <a:pt x="1276350" y="666750"/>
                </a:lnTo>
                <a:lnTo>
                  <a:pt x="1276350" y="676275"/>
                </a:lnTo>
                <a:lnTo>
                  <a:pt x="1266825" y="676275"/>
                </a:lnTo>
                <a:close/>
                <a:moveTo>
                  <a:pt x="2009775" y="676275"/>
                </a:moveTo>
                <a:lnTo>
                  <a:pt x="2019300" y="676275"/>
                </a:lnTo>
                <a:lnTo>
                  <a:pt x="2019300" y="685800"/>
                </a:lnTo>
                <a:lnTo>
                  <a:pt x="2009775" y="685800"/>
                </a:lnTo>
                <a:close/>
                <a:moveTo>
                  <a:pt x="2343150" y="676275"/>
                </a:moveTo>
                <a:lnTo>
                  <a:pt x="2381250" y="676275"/>
                </a:lnTo>
                <a:lnTo>
                  <a:pt x="2381250" y="685800"/>
                </a:lnTo>
                <a:lnTo>
                  <a:pt x="2343150" y="685800"/>
                </a:lnTo>
                <a:close/>
                <a:moveTo>
                  <a:pt x="914400" y="685800"/>
                </a:moveTo>
                <a:lnTo>
                  <a:pt x="923925" y="685800"/>
                </a:lnTo>
                <a:lnTo>
                  <a:pt x="923925" y="695325"/>
                </a:lnTo>
                <a:lnTo>
                  <a:pt x="914400" y="695325"/>
                </a:lnTo>
                <a:close/>
                <a:moveTo>
                  <a:pt x="1304925" y="685800"/>
                </a:moveTo>
                <a:lnTo>
                  <a:pt x="1314450" y="685800"/>
                </a:lnTo>
                <a:lnTo>
                  <a:pt x="1314450" y="695325"/>
                </a:lnTo>
                <a:lnTo>
                  <a:pt x="1304925" y="695325"/>
                </a:lnTo>
                <a:close/>
                <a:moveTo>
                  <a:pt x="1800225" y="685800"/>
                </a:moveTo>
                <a:lnTo>
                  <a:pt x="1809750" y="685800"/>
                </a:lnTo>
                <a:lnTo>
                  <a:pt x="1809750" y="695325"/>
                </a:lnTo>
                <a:lnTo>
                  <a:pt x="1800225" y="695325"/>
                </a:lnTo>
                <a:close/>
                <a:moveTo>
                  <a:pt x="2047875" y="685800"/>
                </a:moveTo>
                <a:lnTo>
                  <a:pt x="2057400" y="685800"/>
                </a:lnTo>
                <a:lnTo>
                  <a:pt x="2057400" y="695325"/>
                </a:lnTo>
                <a:lnTo>
                  <a:pt x="2047875" y="695325"/>
                </a:lnTo>
                <a:close/>
                <a:moveTo>
                  <a:pt x="2276475" y="685800"/>
                </a:moveTo>
                <a:lnTo>
                  <a:pt x="2286000" y="685800"/>
                </a:lnTo>
                <a:lnTo>
                  <a:pt x="2286000" y="695325"/>
                </a:lnTo>
                <a:lnTo>
                  <a:pt x="2276475" y="695325"/>
                </a:lnTo>
                <a:close/>
                <a:moveTo>
                  <a:pt x="2333625" y="685800"/>
                </a:moveTo>
                <a:lnTo>
                  <a:pt x="2343150" y="685800"/>
                </a:lnTo>
                <a:lnTo>
                  <a:pt x="2343150" y="695325"/>
                </a:lnTo>
                <a:lnTo>
                  <a:pt x="2333625" y="695325"/>
                </a:lnTo>
                <a:close/>
                <a:moveTo>
                  <a:pt x="2085975" y="695325"/>
                </a:moveTo>
                <a:lnTo>
                  <a:pt x="2095500" y="695325"/>
                </a:lnTo>
                <a:lnTo>
                  <a:pt x="2095500" y="704850"/>
                </a:lnTo>
                <a:lnTo>
                  <a:pt x="2085975" y="704850"/>
                </a:lnTo>
                <a:close/>
                <a:moveTo>
                  <a:pt x="2286000" y="695325"/>
                </a:moveTo>
                <a:lnTo>
                  <a:pt x="2295525" y="695325"/>
                </a:lnTo>
                <a:lnTo>
                  <a:pt x="2295525" y="704850"/>
                </a:lnTo>
                <a:lnTo>
                  <a:pt x="2286000" y="704850"/>
                </a:lnTo>
                <a:close/>
                <a:moveTo>
                  <a:pt x="2124075" y="704850"/>
                </a:moveTo>
                <a:lnTo>
                  <a:pt x="2133600" y="704850"/>
                </a:lnTo>
                <a:lnTo>
                  <a:pt x="2133600" y="714375"/>
                </a:lnTo>
                <a:lnTo>
                  <a:pt x="2124075" y="714375"/>
                </a:lnTo>
                <a:close/>
                <a:moveTo>
                  <a:pt x="904875" y="714375"/>
                </a:moveTo>
                <a:lnTo>
                  <a:pt x="914400" y="714375"/>
                </a:lnTo>
                <a:lnTo>
                  <a:pt x="914400" y="723900"/>
                </a:lnTo>
                <a:lnTo>
                  <a:pt x="904875" y="723900"/>
                </a:lnTo>
                <a:close/>
                <a:moveTo>
                  <a:pt x="85725" y="723900"/>
                </a:moveTo>
                <a:lnTo>
                  <a:pt x="95250" y="723900"/>
                </a:lnTo>
                <a:lnTo>
                  <a:pt x="95250" y="733425"/>
                </a:lnTo>
                <a:lnTo>
                  <a:pt x="85725" y="733425"/>
                </a:lnTo>
                <a:close/>
                <a:moveTo>
                  <a:pt x="209550" y="723900"/>
                </a:moveTo>
                <a:lnTo>
                  <a:pt x="219075" y="723900"/>
                </a:lnTo>
                <a:lnTo>
                  <a:pt x="219075" y="733425"/>
                </a:lnTo>
                <a:lnTo>
                  <a:pt x="209550" y="733425"/>
                </a:lnTo>
                <a:close/>
                <a:moveTo>
                  <a:pt x="1790700" y="723900"/>
                </a:moveTo>
                <a:lnTo>
                  <a:pt x="1800225" y="723900"/>
                </a:lnTo>
                <a:lnTo>
                  <a:pt x="1800225" y="733425"/>
                </a:lnTo>
                <a:lnTo>
                  <a:pt x="1790700" y="733425"/>
                </a:lnTo>
                <a:close/>
                <a:moveTo>
                  <a:pt x="76200" y="733425"/>
                </a:moveTo>
                <a:lnTo>
                  <a:pt x="85725" y="733425"/>
                </a:lnTo>
                <a:lnTo>
                  <a:pt x="85725" y="742950"/>
                </a:lnTo>
                <a:lnTo>
                  <a:pt x="76200" y="742950"/>
                </a:lnTo>
                <a:close/>
                <a:moveTo>
                  <a:pt x="219075" y="733425"/>
                </a:moveTo>
                <a:lnTo>
                  <a:pt x="228600" y="733425"/>
                </a:lnTo>
                <a:lnTo>
                  <a:pt x="228600" y="752475"/>
                </a:lnTo>
                <a:lnTo>
                  <a:pt x="219075" y="752475"/>
                </a:lnTo>
                <a:close/>
                <a:moveTo>
                  <a:pt x="333375" y="733425"/>
                </a:moveTo>
                <a:lnTo>
                  <a:pt x="342900" y="733425"/>
                </a:lnTo>
                <a:lnTo>
                  <a:pt x="342900" y="742950"/>
                </a:lnTo>
                <a:lnTo>
                  <a:pt x="333375" y="742950"/>
                </a:lnTo>
                <a:close/>
                <a:moveTo>
                  <a:pt x="676275" y="733425"/>
                </a:moveTo>
                <a:lnTo>
                  <a:pt x="685800" y="733425"/>
                </a:lnTo>
                <a:lnTo>
                  <a:pt x="685800" y="752475"/>
                </a:lnTo>
                <a:lnTo>
                  <a:pt x="676275" y="752475"/>
                </a:lnTo>
                <a:close/>
                <a:moveTo>
                  <a:pt x="1323975" y="733425"/>
                </a:moveTo>
                <a:lnTo>
                  <a:pt x="1333500" y="733425"/>
                </a:lnTo>
                <a:lnTo>
                  <a:pt x="1333500" y="742950"/>
                </a:lnTo>
                <a:lnTo>
                  <a:pt x="1323975" y="742950"/>
                </a:lnTo>
                <a:close/>
                <a:moveTo>
                  <a:pt x="1428750" y="733425"/>
                </a:moveTo>
                <a:lnTo>
                  <a:pt x="1447800" y="733425"/>
                </a:lnTo>
                <a:lnTo>
                  <a:pt x="1447800" y="742950"/>
                </a:lnTo>
                <a:lnTo>
                  <a:pt x="1428750" y="742950"/>
                </a:lnTo>
                <a:close/>
                <a:moveTo>
                  <a:pt x="895350" y="742950"/>
                </a:moveTo>
                <a:lnTo>
                  <a:pt x="904875" y="742950"/>
                </a:lnTo>
                <a:lnTo>
                  <a:pt x="904875" y="752475"/>
                </a:lnTo>
                <a:lnTo>
                  <a:pt x="895350" y="752475"/>
                </a:lnTo>
                <a:close/>
                <a:moveTo>
                  <a:pt x="1228725" y="742950"/>
                </a:moveTo>
                <a:lnTo>
                  <a:pt x="1238250" y="742950"/>
                </a:lnTo>
                <a:lnTo>
                  <a:pt x="1238250" y="752475"/>
                </a:lnTo>
                <a:lnTo>
                  <a:pt x="1228725" y="752475"/>
                </a:lnTo>
                <a:close/>
                <a:moveTo>
                  <a:pt x="1352550" y="742950"/>
                </a:moveTo>
                <a:lnTo>
                  <a:pt x="1362075" y="742950"/>
                </a:lnTo>
                <a:lnTo>
                  <a:pt x="1362075" y="752475"/>
                </a:lnTo>
                <a:lnTo>
                  <a:pt x="1352550" y="752475"/>
                </a:lnTo>
                <a:close/>
                <a:moveTo>
                  <a:pt x="1400175" y="742950"/>
                </a:moveTo>
                <a:lnTo>
                  <a:pt x="1409700" y="742950"/>
                </a:lnTo>
                <a:lnTo>
                  <a:pt x="1409700" y="752475"/>
                </a:lnTo>
                <a:lnTo>
                  <a:pt x="1400175" y="752475"/>
                </a:lnTo>
                <a:close/>
                <a:moveTo>
                  <a:pt x="1447800" y="742950"/>
                </a:moveTo>
                <a:lnTo>
                  <a:pt x="1457325" y="742950"/>
                </a:lnTo>
                <a:lnTo>
                  <a:pt x="1457325" y="752475"/>
                </a:lnTo>
                <a:lnTo>
                  <a:pt x="1447800" y="752475"/>
                </a:lnTo>
                <a:close/>
                <a:moveTo>
                  <a:pt x="2171700" y="742950"/>
                </a:moveTo>
                <a:lnTo>
                  <a:pt x="2181225" y="742950"/>
                </a:lnTo>
                <a:lnTo>
                  <a:pt x="2181225" y="752475"/>
                </a:lnTo>
                <a:lnTo>
                  <a:pt x="2171700" y="752475"/>
                </a:lnTo>
                <a:close/>
                <a:moveTo>
                  <a:pt x="66675" y="752475"/>
                </a:moveTo>
                <a:lnTo>
                  <a:pt x="76200" y="752475"/>
                </a:lnTo>
                <a:lnTo>
                  <a:pt x="76200" y="762000"/>
                </a:lnTo>
                <a:lnTo>
                  <a:pt x="66675" y="762000"/>
                </a:lnTo>
                <a:close/>
                <a:moveTo>
                  <a:pt x="666750" y="752475"/>
                </a:moveTo>
                <a:lnTo>
                  <a:pt x="676275" y="752475"/>
                </a:lnTo>
                <a:lnTo>
                  <a:pt x="676275" y="771525"/>
                </a:lnTo>
                <a:lnTo>
                  <a:pt x="666750" y="771525"/>
                </a:lnTo>
                <a:lnTo>
                  <a:pt x="666750" y="790575"/>
                </a:lnTo>
                <a:lnTo>
                  <a:pt x="657225" y="790575"/>
                </a:lnTo>
                <a:lnTo>
                  <a:pt x="657225" y="809625"/>
                </a:lnTo>
                <a:lnTo>
                  <a:pt x="647700" y="809625"/>
                </a:lnTo>
                <a:lnTo>
                  <a:pt x="647700" y="819150"/>
                </a:lnTo>
                <a:lnTo>
                  <a:pt x="638175" y="819150"/>
                </a:lnTo>
                <a:lnTo>
                  <a:pt x="638175" y="828675"/>
                </a:lnTo>
                <a:lnTo>
                  <a:pt x="628650" y="828675"/>
                </a:lnTo>
                <a:lnTo>
                  <a:pt x="628650" y="838200"/>
                </a:lnTo>
                <a:lnTo>
                  <a:pt x="600075" y="838200"/>
                </a:lnTo>
                <a:lnTo>
                  <a:pt x="600075" y="847725"/>
                </a:lnTo>
                <a:lnTo>
                  <a:pt x="561975" y="847725"/>
                </a:lnTo>
                <a:lnTo>
                  <a:pt x="561975" y="838200"/>
                </a:lnTo>
                <a:lnTo>
                  <a:pt x="590550" y="838200"/>
                </a:lnTo>
                <a:lnTo>
                  <a:pt x="590550" y="828675"/>
                </a:lnTo>
                <a:lnTo>
                  <a:pt x="619125" y="828675"/>
                </a:lnTo>
                <a:lnTo>
                  <a:pt x="619125" y="819150"/>
                </a:lnTo>
                <a:lnTo>
                  <a:pt x="628650" y="819150"/>
                </a:lnTo>
                <a:lnTo>
                  <a:pt x="628650" y="809625"/>
                </a:lnTo>
                <a:lnTo>
                  <a:pt x="638175" y="809625"/>
                </a:lnTo>
                <a:lnTo>
                  <a:pt x="638175" y="790575"/>
                </a:lnTo>
                <a:lnTo>
                  <a:pt x="647700" y="790575"/>
                </a:lnTo>
                <a:lnTo>
                  <a:pt x="647700" y="781050"/>
                </a:lnTo>
                <a:lnTo>
                  <a:pt x="657225" y="781050"/>
                </a:lnTo>
                <a:lnTo>
                  <a:pt x="657225" y="762000"/>
                </a:lnTo>
                <a:lnTo>
                  <a:pt x="666750" y="762000"/>
                </a:lnTo>
                <a:close/>
                <a:moveTo>
                  <a:pt x="1219200" y="752475"/>
                </a:moveTo>
                <a:lnTo>
                  <a:pt x="1228725" y="752475"/>
                </a:lnTo>
                <a:lnTo>
                  <a:pt x="1228725" y="762000"/>
                </a:lnTo>
                <a:lnTo>
                  <a:pt x="1219200" y="762000"/>
                </a:lnTo>
                <a:close/>
                <a:moveTo>
                  <a:pt x="1362075" y="752475"/>
                </a:moveTo>
                <a:lnTo>
                  <a:pt x="1381125" y="752475"/>
                </a:lnTo>
                <a:lnTo>
                  <a:pt x="1381125" y="762000"/>
                </a:lnTo>
                <a:lnTo>
                  <a:pt x="1362075" y="762000"/>
                </a:lnTo>
                <a:close/>
                <a:moveTo>
                  <a:pt x="1781175" y="752475"/>
                </a:moveTo>
                <a:lnTo>
                  <a:pt x="1790700" y="752475"/>
                </a:lnTo>
                <a:lnTo>
                  <a:pt x="1790700" y="771525"/>
                </a:lnTo>
                <a:lnTo>
                  <a:pt x="1781175" y="771525"/>
                </a:lnTo>
                <a:close/>
                <a:moveTo>
                  <a:pt x="95250" y="762000"/>
                </a:moveTo>
                <a:lnTo>
                  <a:pt x="123825" y="762000"/>
                </a:lnTo>
                <a:lnTo>
                  <a:pt x="123825" y="771525"/>
                </a:lnTo>
                <a:lnTo>
                  <a:pt x="152400" y="771525"/>
                </a:lnTo>
                <a:lnTo>
                  <a:pt x="152400" y="790575"/>
                </a:lnTo>
                <a:lnTo>
                  <a:pt x="142875" y="790575"/>
                </a:lnTo>
                <a:lnTo>
                  <a:pt x="142875" y="800100"/>
                </a:lnTo>
                <a:lnTo>
                  <a:pt x="114300" y="800100"/>
                </a:lnTo>
                <a:lnTo>
                  <a:pt x="114300" y="819150"/>
                </a:lnTo>
                <a:lnTo>
                  <a:pt x="104775" y="819150"/>
                </a:lnTo>
                <a:lnTo>
                  <a:pt x="104775" y="828675"/>
                </a:lnTo>
                <a:lnTo>
                  <a:pt x="85725" y="828675"/>
                </a:lnTo>
                <a:lnTo>
                  <a:pt x="85725" y="838200"/>
                </a:lnTo>
                <a:lnTo>
                  <a:pt x="76200" y="838200"/>
                </a:lnTo>
                <a:lnTo>
                  <a:pt x="76200" y="809625"/>
                </a:lnTo>
                <a:lnTo>
                  <a:pt x="85725" y="809625"/>
                </a:lnTo>
                <a:lnTo>
                  <a:pt x="85725" y="771525"/>
                </a:lnTo>
                <a:lnTo>
                  <a:pt x="95250" y="771525"/>
                </a:lnTo>
                <a:close/>
                <a:moveTo>
                  <a:pt x="219075" y="762000"/>
                </a:moveTo>
                <a:lnTo>
                  <a:pt x="228600" y="762000"/>
                </a:lnTo>
                <a:lnTo>
                  <a:pt x="228600" y="771525"/>
                </a:lnTo>
                <a:lnTo>
                  <a:pt x="219075" y="771525"/>
                </a:lnTo>
                <a:close/>
                <a:moveTo>
                  <a:pt x="1209675" y="762000"/>
                </a:moveTo>
                <a:lnTo>
                  <a:pt x="1219200" y="762000"/>
                </a:lnTo>
                <a:lnTo>
                  <a:pt x="1219200" y="771525"/>
                </a:lnTo>
                <a:lnTo>
                  <a:pt x="1209675" y="771525"/>
                </a:lnTo>
                <a:close/>
                <a:moveTo>
                  <a:pt x="1409700" y="762000"/>
                </a:moveTo>
                <a:lnTo>
                  <a:pt x="1419225" y="762000"/>
                </a:lnTo>
                <a:lnTo>
                  <a:pt x="1419225" y="771525"/>
                </a:lnTo>
                <a:lnTo>
                  <a:pt x="1409700" y="771525"/>
                </a:lnTo>
                <a:close/>
                <a:moveTo>
                  <a:pt x="1457325" y="762000"/>
                </a:moveTo>
                <a:lnTo>
                  <a:pt x="1466850" y="762000"/>
                </a:lnTo>
                <a:lnTo>
                  <a:pt x="1466850" y="771525"/>
                </a:lnTo>
                <a:lnTo>
                  <a:pt x="1457325" y="771525"/>
                </a:lnTo>
                <a:close/>
                <a:moveTo>
                  <a:pt x="228600" y="771525"/>
                </a:moveTo>
                <a:lnTo>
                  <a:pt x="238125" y="771525"/>
                </a:lnTo>
                <a:lnTo>
                  <a:pt x="238125" y="781050"/>
                </a:lnTo>
                <a:lnTo>
                  <a:pt x="228600" y="781050"/>
                </a:lnTo>
                <a:close/>
                <a:moveTo>
                  <a:pt x="342900" y="771525"/>
                </a:moveTo>
                <a:lnTo>
                  <a:pt x="352425" y="771525"/>
                </a:lnTo>
                <a:lnTo>
                  <a:pt x="352425" y="781050"/>
                </a:lnTo>
                <a:lnTo>
                  <a:pt x="342900" y="781050"/>
                </a:lnTo>
                <a:close/>
                <a:moveTo>
                  <a:pt x="1200150" y="771525"/>
                </a:moveTo>
                <a:lnTo>
                  <a:pt x="1209675" y="771525"/>
                </a:lnTo>
                <a:lnTo>
                  <a:pt x="1209675" y="781050"/>
                </a:lnTo>
                <a:lnTo>
                  <a:pt x="1200150" y="781050"/>
                </a:lnTo>
                <a:close/>
                <a:moveTo>
                  <a:pt x="1400175" y="771525"/>
                </a:moveTo>
                <a:lnTo>
                  <a:pt x="1409700" y="771525"/>
                </a:lnTo>
                <a:lnTo>
                  <a:pt x="1409700" y="781050"/>
                </a:lnTo>
                <a:lnTo>
                  <a:pt x="1400175" y="781050"/>
                </a:lnTo>
                <a:close/>
                <a:moveTo>
                  <a:pt x="1466850" y="771525"/>
                </a:moveTo>
                <a:lnTo>
                  <a:pt x="1476375" y="771525"/>
                </a:lnTo>
                <a:lnTo>
                  <a:pt x="1476375" y="781050"/>
                </a:lnTo>
                <a:lnTo>
                  <a:pt x="1466850" y="781050"/>
                </a:lnTo>
                <a:close/>
                <a:moveTo>
                  <a:pt x="95250" y="781050"/>
                </a:moveTo>
                <a:lnTo>
                  <a:pt x="104775" y="781050"/>
                </a:lnTo>
                <a:lnTo>
                  <a:pt x="104775" y="771525"/>
                </a:lnTo>
                <a:lnTo>
                  <a:pt x="95250" y="771525"/>
                </a:lnTo>
                <a:close/>
                <a:moveTo>
                  <a:pt x="180975" y="781050"/>
                </a:moveTo>
                <a:lnTo>
                  <a:pt x="190500" y="781050"/>
                </a:lnTo>
                <a:lnTo>
                  <a:pt x="190500" y="790575"/>
                </a:lnTo>
                <a:lnTo>
                  <a:pt x="180975" y="790575"/>
                </a:lnTo>
                <a:close/>
                <a:moveTo>
                  <a:pt x="266700" y="781050"/>
                </a:moveTo>
                <a:lnTo>
                  <a:pt x="276225" y="781050"/>
                </a:lnTo>
                <a:lnTo>
                  <a:pt x="276225" y="790575"/>
                </a:lnTo>
                <a:lnTo>
                  <a:pt x="266700" y="790575"/>
                </a:lnTo>
                <a:close/>
                <a:moveTo>
                  <a:pt x="895350" y="781050"/>
                </a:moveTo>
                <a:lnTo>
                  <a:pt x="904875" y="781050"/>
                </a:lnTo>
                <a:lnTo>
                  <a:pt x="904875" y="790575"/>
                </a:lnTo>
                <a:lnTo>
                  <a:pt x="895350" y="790575"/>
                </a:lnTo>
                <a:close/>
                <a:moveTo>
                  <a:pt x="1190625" y="781050"/>
                </a:moveTo>
                <a:lnTo>
                  <a:pt x="1200150" y="781050"/>
                </a:lnTo>
                <a:lnTo>
                  <a:pt x="1200150" y="790575"/>
                </a:lnTo>
                <a:lnTo>
                  <a:pt x="1190625" y="790575"/>
                </a:lnTo>
                <a:close/>
                <a:moveTo>
                  <a:pt x="1390650" y="781050"/>
                </a:moveTo>
                <a:lnTo>
                  <a:pt x="1400175" y="781050"/>
                </a:lnTo>
                <a:lnTo>
                  <a:pt x="1400175" y="790575"/>
                </a:lnTo>
                <a:lnTo>
                  <a:pt x="1409700" y="790575"/>
                </a:lnTo>
                <a:lnTo>
                  <a:pt x="1409700" y="819150"/>
                </a:lnTo>
                <a:lnTo>
                  <a:pt x="1419225" y="819150"/>
                </a:lnTo>
                <a:lnTo>
                  <a:pt x="1419225" y="847725"/>
                </a:lnTo>
                <a:lnTo>
                  <a:pt x="1428750" y="847725"/>
                </a:lnTo>
                <a:lnTo>
                  <a:pt x="1428750" y="866775"/>
                </a:lnTo>
                <a:lnTo>
                  <a:pt x="1438275" y="866775"/>
                </a:lnTo>
                <a:lnTo>
                  <a:pt x="1438275" y="895350"/>
                </a:lnTo>
                <a:lnTo>
                  <a:pt x="1447800" y="895350"/>
                </a:lnTo>
                <a:lnTo>
                  <a:pt x="1447800" y="923925"/>
                </a:lnTo>
                <a:lnTo>
                  <a:pt x="1457325" y="923925"/>
                </a:lnTo>
                <a:lnTo>
                  <a:pt x="1457325" y="952500"/>
                </a:lnTo>
                <a:lnTo>
                  <a:pt x="1466850" y="952500"/>
                </a:lnTo>
                <a:lnTo>
                  <a:pt x="1466850" y="962025"/>
                </a:lnTo>
                <a:lnTo>
                  <a:pt x="1476375" y="962025"/>
                </a:lnTo>
                <a:lnTo>
                  <a:pt x="1476375" y="981075"/>
                </a:lnTo>
                <a:lnTo>
                  <a:pt x="1485900" y="981075"/>
                </a:lnTo>
                <a:lnTo>
                  <a:pt x="1485900" y="1009650"/>
                </a:lnTo>
                <a:lnTo>
                  <a:pt x="1476375" y="1009650"/>
                </a:lnTo>
                <a:lnTo>
                  <a:pt x="1476375" y="990600"/>
                </a:lnTo>
                <a:lnTo>
                  <a:pt x="1466850" y="990600"/>
                </a:lnTo>
                <a:lnTo>
                  <a:pt x="1466850" y="981075"/>
                </a:lnTo>
                <a:lnTo>
                  <a:pt x="1457325" y="981075"/>
                </a:lnTo>
                <a:lnTo>
                  <a:pt x="1457325" y="962025"/>
                </a:lnTo>
                <a:lnTo>
                  <a:pt x="1447800" y="962025"/>
                </a:lnTo>
                <a:lnTo>
                  <a:pt x="1447800" y="942975"/>
                </a:lnTo>
                <a:lnTo>
                  <a:pt x="1438275" y="942975"/>
                </a:lnTo>
                <a:lnTo>
                  <a:pt x="1438275" y="923925"/>
                </a:lnTo>
                <a:lnTo>
                  <a:pt x="1428750" y="923925"/>
                </a:lnTo>
                <a:lnTo>
                  <a:pt x="1428750" y="904875"/>
                </a:lnTo>
                <a:lnTo>
                  <a:pt x="1419225" y="904875"/>
                </a:lnTo>
                <a:lnTo>
                  <a:pt x="1419225" y="876300"/>
                </a:lnTo>
                <a:lnTo>
                  <a:pt x="1409700" y="876300"/>
                </a:lnTo>
                <a:lnTo>
                  <a:pt x="1409700" y="857250"/>
                </a:lnTo>
                <a:lnTo>
                  <a:pt x="1400175" y="857250"/>
                </a:lnTo>
                <a:lnTo>
                  <a:pt x="1400175" y="838200"/>
                </a:lnTo>
                <a:lnTo>
                  <a:pt x="1390650" y="838200"/>
                </a:lnTo>
                <a:close/>
                <a:moveTo>
                  <a:pt x="1485900" y="781050"/>
                </a:moveTo>
                <a:lnTo>
                  <a:pt x="1495425" y="781050"/>
                </a:lnTo>
                <a:lnTo>
                  <a:pt x="1495425" y="790575"/>
                </a:lnTo>
                <a:lnTo>
                  <a:pt x="1485900" y="790575"/>
                </a:lnTo>
                <a:close/>
                <a:moveTo>
                  <a:pt x="1885950" y="781050"/>
                </a:moveTo>
                <a:lnTo>
                  <a:pt x="1895475" y="781050"/>
                </a:lnTo>
                <a:lnTo>
                  <a:pt x="1895475" y="800100"/>
                </a:lnTo>
                <a:lnTo>
                  <a:pt x="1885950" y="800100"/>
                </a:lnTo>
                <a:close/>
                <a:moveTo>
                  <a:pt x="1905000" y="781050"/>
                </a:moveTo>
                <a:lnTo>
                  <a:pt x="1914525" y="781050"/>
                </a:lnTo>
                <a:lnTo>
                  <a:pt x="1914525" y="800100"/>
                </a:lnTo>
                <a:lnTo>
                  <a:pt x="1905000" y="800100"/>
                </a:lnTo>
                <a:close/>
                <a:moveTo>
                  <a:pt x="190500" y="790575"/>
                </a:moveTo>
                <a:lnTo>
                  <a:pt x="200025" y="790575"/>
                </a:lnTo>
                <a:lnTo>
                  <a:pt x="200025" y="809625"/>
                </a:lnTo>
                <a:lnTo>
                  <a:pt x="190500" y="809625"/>
                </a:lnTo>
                <a:close/>
                <a:moveTo>
                  <a:pt x="304800" y="790575"/>
                </a:moveTo>
                <a:lnTo>
                  <a:pt x="314325" y="790575"/>
                </a:lnTo>
                <a:lnTo>
                  <a:pt x="314325" y="800100"/>
                </a:lnTo>
                <a:lnTo>
                  <a:pt x="304800" y="800100"/>
                </a:lnTo>
                <a:close/>
                <a:moveTo>
                  <a:pt x="904875" y="790575"/>
                </a:moveTo>
                <a:lnTo>
                  <a:pt x="933450" y="790575"/>
                </a:lnTo>
                <a:lnTo>
                  <a:pt x="933450" y="800100"/>
                </a:lnTo>
                <a:lnTo>
                  <a:pt x="904875" y="800100"/>
                </a:lnTo>
                <a:close/>
                <a:moveTo>
                  <a:pt x="1504950" y="790575"/>
                </a:moveTo>
                <a:lnTo>
                  <a:pt x="1524000" y="790575"/>
                </a:lnTo>
                <a:lnTo>
                  <a:pt x="1524000" y="800100"/>
                </a:lnTo>
                <a:lnTo>
                  <a:pt x="1504950" y="800100"/>
                </a:lnTo>
                <a:close/>
                <a:moveTo>
                  <a:pt x="1771650" y="790575"/>
                </a:moveTo>
                <a:lnTo>
                  <a:pt x="1781175" y="790575"/>
                </a:lnTo>
                <a:lnTo>
                  <a:pt x="1781175" y="800100"/>
                </a:lnTo>
                <a:lnTo>
                  <a:pt x="1771650" y="800100"/>
                </a:lnTo>
                <a:close/>
                <a:moveTo>
                  <a:pt x="57150" y="800100"/>
                </a:moveTo>
                <a:lnTo>
                  <a:pt x="66675" y="800100"/>
                </a:lnTo>
                <a:lnTo>
                  <a:pt x="66675" y="809625"/>
                </a:lnTo>
                <a:lnTo>
                  <a:pt x="57150" y="809625"/>
                </a:lnTo>
                <a:close/>
                <a:moveTo>
                  <a:pt x="228600" y="800100"/>
                </a:moveTo>
                <a:lnTo>
                  <a:pt x="266700" y="800100"/>
                </a:lnTo>
                <a:lnTo>
                  <a:pt x="266700" y="809625"/>
                </a:lnTo>
                <a:lnTo>
                  <a:pt x="304800" y="809625"/>
                </a:lnTo>
                <a:lnTo>
                  <a:pt x="304800" y="819150"/>
                </a:lnTo>
                <a:lnTo>
                  <a:pt x="314325" y="819150"/>
                </a:lnTo>
                <a:lnTo>
                  <a:pt x="314325" y="866775"/>
                </a:lnTo>
                <a:lnTo>
                  <a:pt x="304800" y="866775"/>
                </a:lnTo>
                <a:lnTo>
                  <a:pt x="304800" y="838200"/>
                </a:lnTo>
                <a:lnTo>
                  <a:pt x="295275" y="838200"/>
                </a:lnTo>
                <a:lnTo>
                  <a:pt x="295275" y="847725"/>
                </a:lnTo>
                <a:lnTo>
                  <a:pt x="276225" y="847725"/>
                </a:lnTo>
                <a:lnTo>
                  <a:pt x="276225" y="857250"/>
                </a:lnTo>
                <a:lnTo>
                  <a:pt x="257175" y="857250"/>
                </a:lnTo>
                <a:lnTo>
                  <a:pt x="257175" y="876300"/>
                </a:lnTo>
                <a:lnTo>
                  <a:pt x="228600" y="876300"/>
                </a:lnTo>
                <a:lnTo>
                  <a:pt x="228600" y="866775"/>
                </a:lnTo>
                <a:lnTo>
                  <a:pt x="190500" y="866775"/>
                </a:lnTo>
                <a:lnTo>
                  <a:pt x="190500" y="857250"/>
                </a:lnTo>
                <a:lnTo>
                  <a:pt x="161925" y="857250"/>
                </a:lnTo>
                <a:lnTo>
                  <a:pt x="161925" y="847725"/>
                </a:lnTo>
                <a:lnTo>
                  <a:pt x="152400" y="847725"/>
                </a:lnTo>
                <a:lnTo>
                  <a:pt x="152400" y="828675"/>
                </a:lnTo>
                <a:lnTo>
                  <a:pt x="142875" y="828675"/>
                </a:lnTo>
                <a:lnTo>
                  <a:pt x="142875" y="819150"/>
                </a:lnTo>
                <a:lnTo>
                  <a:pt x="161925" y="819150"/>
                </a:lnTo>
                <a:lnTo>
                  <a:pt x="161925" y="809625"/>
                </a:lnTo>
                <a:lnTo>
                  <a:pt x="180975" y="809625"/>
                </a:lnTo>
                <a:lnTo>
                  <a:pt x="180975" y="819150"/>
                </a:lnTo>
                <a:lnTo>
                  <a:pt x="209550" y="819150"/>
                </a:lnTo>
                <a:lnTo>
                  <a:pt x="209550" y="828675"/>
                </a:lnTo>
                <a:lnTo>
                  <a:pt x="219075" y="828675"/>
                </a:lnTo>
                <a:lnTo>
                  <a:pt x="219075" y="819150"/>
                </a:lnTo>
                <a:lnTo>
                  <a:pt x="228600" y="819150"/>
                </a:lnTo>
                <a:close/>
                <a:moveTo>
                  <a:pt x="933450" y="800100"/>
                </a:moveTo>
                <a:lnTo>
                  <a:pt x="971550" y="800100"/>
                </a:lnTo>
                <a:lnTo>
                  <a:pt x="971550" y="809625"/>
                </a:lnTo>
                <a:lnTo>
                  <a:pt x="933450" y="809625"/>
                </a:lnTo>
                <a:close/>
                <a:moveTo>
                  <a:pt x="1524000" y="800100"/>
                </a:moveTo>
                <a:lnTo>
                  <a:pt x="1533525" y="800100"/>
                </a:lnTo>
                <a:lnTo>
                  <a:pt x="1533525" y="809625"/>
                </a:lnTo>
                <a:lnTo>
                  <a:pt x="1524000" y="809625"/>
                </a:lnTo>
                <a:close/>
                <a:moveTo>
                  <a:pt x="1962150" y="800100"/>
                </a:moveTo>
                <a:lnTo>
                  <a:pt x="1971675" y="800100"/>
                </a:lnTo>
                <a:lnTo>
                  <a:pt x="1971675" y="819150"/>
                </a:lnTo>
                <a:lnTo>
                  <a:pt x="1962150" y="819150"/>
                </a:lnTo>
                <a:close/>
                <a:moveTo>
                  <a:pt x="1981200" y="800100"/>
                </a:moveTo>
                <a:lnTo>
                  <a:pt x="1990725" y="800100"/>
                </a:lnTo>
                <a:lnTo>
                  <a:pt x="1990725" y="819150"/>
                </a:lnTo>
                <a:lnTo>
                  <a:pt x="1981200" y="819150"/>
                </a:lnTo>
                <a:close/>
                <a:moveTo>
                  <a:pt x="352425" y="809625"/>
                </a:moveTo>
                <a:lnTo>
                  <a:pt x="361950" y="809625"/>
                </a:lnTo>
                <a:lnTo>
                  <a:pt x="361950" y="819150"/>
                </a:lnTo>
                <a:lnTo>
                  <a:pt x="352425" y="819150"/>
                </a:lnTo>
                <a:close/>
                <a:moveTo>
                  <a:pt x="981075" y="809625"/>
                </a:moveTo>
                <a:lnTo>
                  <a:pt x="1019175" y="809625"/>
                </a:lnTo>
                <a:lnTo>
                  <a:pt x="1019175" y="819150"/>
                </a:lnTo>
                <a:lnTo>
                  <a:pt x="981075" y="819150"/>
                </a:lnTo>
                <a:close/>
                <a:moveTo>
                  <a:pt x="2171700" y="809625"/>
                </a:moveTo>
                <a:lnTo>
                  <a:pt x="2181225" y="809625"/>
                </a:lnTo>
                <a:lnTo>
                  <a:pt x="2181225" y="828675"/>
                </a:lnTo>
                <a:lnTo>
                  <a:pt x="2171700" y="828675"/>
                </a:lnTo>
                <a:close/>
                <a:moveTo>
                  <a:pt x="238125" y="819150"/>
                </a:moveTo>
                <a:lnTo>
                  <a:pt x="247650" y="819150"/>
                </a:lnTo>
                <a:lnTo>
                  <a:pt x="247650" y="809625"/>
                </a:lnTo>
                <a:lnTo>
                  <a:pt x="238125" y="809625"/>
                </a:lnTo>
                <a:close/>
                <a:moveTo>
                  <a:pt x="1028700" y="819150"/>
                </a:moveTo>
                <a:lnTo>
                  <a:pt x="1066800" y="819150"/>
                </a:lnTo>
                <a:lnTo>
                  <a:pt x="1066800" y="828675"/>
                </a:lnTo>
                <a:lnTo>
                  <a:pt x="1028700" y="828675"/>
                </a:lnTo>
                <a:close/>
                <a:moveTo>
                  <a:pt x="1362075" y="819150"/>
                </a:moveTo>
                <a:lnTo>
                  <a:pt x="1371600" y="819150"/>
                </a:lnTo>
                <a:lnTo>
                  <a:pt x="1371600" y="828675"/>
                </a:lnTo>
                <a:lnTo>
                  <a:pt x="1362075" y="828675"/>
                </a:lnTo>
                <a:close/>
                <a:moveTo>
                  <a:pt x="1457325" y="819150"/>
                </a:moveTo>
                <a:lnTo>
                  <a:pt x="1466850" y="819150"/>
                </a:lnTo>
                <a:lnTo>
                  <a:pt x="1466850" y="828675"/>
                </a:lnTo>
                <a:lnTo>
                  <a:pt x="1457325" y="828675"/>
                </a:lnTo>
                <a:close/>
                <a:moveTo>
                  <a:pt x="2038350" y="819150"/>
                </a:moveTo>
                <a:lnTo>
                  <a:pt x="2047875" y="819150"/>
                </a:lnTo>
                <a:lnTo>
                  <a:pt x="2047875" y="838200"/>
                </a:lnTo>
                <a:lnTo>
                  <a:pt x="2038350" y="838200"/>
                </a:lnTo>
                <a:close/>
                <a:moveTo>
                  <a:pt x="2057400" y="819150"/>
                </a:moveTo>
                <a:lnTo>
                  <a:pt x="2066925" y="819150"/>
                </a:lnTo>
                <a:lnTo>
                  <a:pt x="2066925" y="838200"/>
                </a:lnTo>
                <a:lnTo>
                  <a:pt x="2057400" y="838200"/>
                </a:lnTo>
                <a:close/>
                <a:moveTo>
                  <a:pt x="133350" y="828675"/>
                </a:moveTo>
                <a:lnTo>
                  <a:pt x="142875" y="828675"/>
                </a:lnTo>
                <a:lnTo>
                  <a:pt x="142875" y="838200"/>
                </a:lnTo>
                <a:lnTo>
                  <a:pt x="133350" y="838200"/>
                </a:lnTo>
                <a:close/>
                <a:moveTo>
                  <a:pt x="1066800" y="828675"/>
                </a:moveTo>
                <a:lnTo>
                  <a:pt x="1085850" y="828675"/>
                </a:lnTo>
                <a:lnTo>
                  <a:pt x="1085850" y="847725"/>
                </a:lnTo>
                <a:lnTo>
                  <a:pt x="1066800" y="847725"/>
                </a:lnTo>
                <a:close/>
                <a:moveTo>
                  <a:pt x="47625" y="838200"/>
                </a:moveTo>
                <a:lnTo>
                  <a:pt x="57150" y="838200"/>
                </a:lnTo>
                <a:lnTo>
                  <a:pt x="57150" y="847725"/>
                </a:lnTo>
                <a:lnTo>
                  <a:pt x="47625" y="847725"/>
                </a:lnTo>
                <a:close/>
                <a:moveTo>
                  <a:pt x="1114425" y="838200"/>
                </a:moveTo>
                <a:lnTo>
                  <a:pt x="1123950" y="838200"/>
                </a:lnTo>
                <a:lnTo>
                  <a:pt x="1123950" y="847725"/>
                </a:lnTo>
                <a:lnTo>
                  <a:pt x="1114425" y="847725"/>
                </a:lnTo>
                <a:close/>
                <a:moveTo>
                  <a:pt x="66675" y="847725"/>
                </a:moveTo>
                <a:lnTo>
                  <a:pt x="76200" y="847725"/>
                </a:lnTo>
                <a:lnTo>
                  <a:pt x="76200" y="857250"/>
                </a:lnTo>
                <a:lnTo>
                  <a:pt x="66675" y="857250"/>
                </a:lnTo>
                <a:close/>
                <a:moveTo>
                  <a:pt x="361950" y="847725"/>
                </a:moveTo>
                <a:lnTo>
                  <a:pt x="371475" y="847725"/>
                </a:lnTo>
                <a:lnTo>
                  <a:pt x="371475" y="857250"/>
                </a:lnTo>
                <a:lnTo>
                  <a:pt x="361950" y="857250"/>
                </a:lnTo>
                <a:close/>
                <a:moveTo>
                  <a:pt x="523875" y="847725"/>
                </a:moveTo>
                <a:lnTo>
                  <a:pt x="561975" y="847725"/>
                </a:lnTo>
                <a:lnTo>
                  <a:pt x="561975" y="857250"/>
                </a:lnTo>
                <a:lnTo>
                  <a:pt x="523875" y="857250"/>
                </a:lnTo>
                <a:close/>
                <a:moveTo>
                  <a:pt x="1247775" y="847725"/>
                </a:moveTo>
                <a:lnTo>
                  <a:pt x="1266825" y="847725"/>
                </a:lnTo>
                <a:lnTo>
                  <a:pt x="1266825" y="857250"/>
                </a:lnTo>
                <a:lnTo>
                  <a:pt x="1257300" y="857250"/>
                </a:lnTo>
                <a:lnTo>
                  <a:pt x="1257300" y="866775"/>
                </a:lnTo>
                <a:lnTo>
                  <a:pt x="1247775" y="866775"/>
                </a:lnTo>
                <a:close/>
                <a:moveTo>
                  <a:pt x="2162175" y="847725"/>
                </a:moveTo>
                <a:lnTo>
                  <a:pt x="2171700" y="847725"/>
                </a:lnTo>
                <a:lnTo>
                  <a:pt x="2171700" y="857250"/>
                </a:lnTo>
                <a:lnTo>
                  <a:pt x="2162175" y="857250"/>
                </a:lnTo>
                <a:close/>
                <a:moveTo>
                  <a:pt x="95250" y="857250"/>
                </a:moveTo>
                <a:lnTo>
                  <a:pt x="104775" y="857250"/>
                </a:lnTo>
                <a:lnTo>
                  <a:pt x="104775" y="866775"/>
                </a:lnTo>
                <a:lnTo>
                  <a:pt x="95250" y="866775"/>
                </a:lnTo>
                <a:close/>
                <a:moveTo>
                  <a:pt x="323850" y="857250"/>
                </a:moveTo>
                <a:lnTo>
                  <a:pt x="333375" y="857250"/>
                </a:lnTo>
                <a:lnTo>
                  <a:pt x="333375" y="876300"/>
                </a:lnTo>
                <a:lnTo>
                  <a:pt x="323850" y="876300"/>
                </a:lnTo>
                <a:close/>
                <a:moveTo>
                  <a:pt x="495300" y="857250"/>
                </a:moveTo>
                <a:lnTo>
                  <a:pt x="523875" y="857250"/>
                </a:lnTo>
                <a:lnTo>
                  <a:pt x="523875" y="866775"/>
                </a:lnTo>
                <a:lnTo>
                  <a:pt x="495300" y="866775"/>
                </a:lnTo>
                <a:close/>
                <a:moveTo>
                  <a:pt x="1085850" y="857250"/>
                </a:moveTo>
                <a:lnTo>
                  <a:pt x="1095375" y="857250"/>
                </a:lnTo>
                <a:lnTo>
                  <a:pt x="1095375" y="866775"/>
                </a:lnTo>
                <a:lnTo>
                  <a:pt x="1085850" y="866775"/>
                </a:lnTo>
                <a:close/>
                <a:moveTo>
                  <a:pt x="1285875" y="857250"/>
                </a:moveTo>
                <a:lnTo>
                  <a:pt x="1295400" y="857250"/>
                </a:lnTo>
                <a:lnTo>
                  <a:pt x="1295400" y="866775"/>
                </a:lnTo>
                <a:lnTo>
                  <a:pt x="1285875" y="866775"/>
                </a:lnTo>
                <a:close/>
                <a:moveTo>
                  <a:pt x="1771650" y="857250"/>
                </a:moveTo>
                <a:lnTo>
                  <a:pt x="1781175" y="857250"/>
                </a:lnTo>
                <a:lnTo>
                  <a:pt x="1781175" y="866775"/>
                </a:lnTo>
                <a:lnTo>
                  <a:pt x="1771650" y="866775"/>
                </a:lnTo>
                <a:close/>
                <a:moveTo>
                  <a:pt x="104775" y="866775"/>
                </a:moveTo>
                <a:lnTo>
                  <a:pt x="152400" y="866775"/>
                </a:lnTo>
                <a:lnTo>
                  <a:pt x="152400" y="876300"/>
                </a:lnTo>
                <a:lnTo>
                  <a:pt x="171450" y="876300"/>
                </a:lnTo>
                <a:lnTo>
                  <a:pt x="171450" y="885825"/>
                </a:lnTo>
                <a:lnTo>
                  <a:pt x="228600" y="885825"/>
                </a:lnTo>
                <a:lnTo>
                  <a:pt x="228600" y="895350"/>
                </a:lnTo>
                <a:lnTo>
                  <a:pt x="180975" y="895350"/>
                </a:lnTo>
                <a:lnTo>
                  <a:pt x="180975" y="904875"/>
                </a:lnTo>
                <a:lnTo>
                  <a:pt x="200025" y="904875"/>
                </a:lnTo>
                <a:lnTo>
                  <a:pt x="200025" y="914400"/>
                </a:lnTo>
                <a:lnTo>
                  <a:pt x="171450" y="914400"/>
                </a:lnTo>
                <a:lnTo>
                  <a:pt x="171450" y="904875"/>
                </a:lnTo>
                <a:lnTo>
                  <a:pt x="133350" y="904875"/>
                </a:lnTo>
                <a:lnTo>
                  <a:pt x="133350" y="895350"/>
                </a:lnTo>
                <a:lnTo>
                  <a:pt x="95250" y="895350"/>
                </a:lnTo>
                <a:lnTo>
                  <a:pt x="95250" y="914400"/>
                </a:lnTo>
                <a:lnTo>
                  <a:pt x="123825" y="914400"/>
                </a:lnTo>
                <a:lnTo>
                  <a:pt x="123825" y="923925"/>
                </a:lnTo>
                <a:lnTo>
                  <a:pt x="180975" y="923925"/>
                </a:lnTo>
                <a:lnTo>
                  <a:pt x="180975" y="933450"/>
                </a:lnTo>
                <a:lnTo>
                  <a:pt x="190500" y="933450"/>
                </a:lnTo>
                <a:lnTo>
                  <a:pt x="190500" y="952500"/>
                </a:lnTo>
                <a:lnTo>
                  <a:pt x="171450" y="952500"/>
                </a:lnTo>
                <a:lnTo>
                  <a:pt x="171450" y="933450"/>
                </a:lnTo>
                <a:lnTo>
                  <a:pt x="142875" y="933450"/>
                </a:lnTo>
                <a:lnTo>
                  <a:pt x="142875" y="942975"/>
                </a:lnTo>
                <a:lnTo>
                  <a:pt x="152400" y="942975"/>
                </a:lnTo>
                <a:lnTo>
                  <a:pt x="152400" y="952500"/>
                </a:lnTo>
                <a:lnTo>
                  <a:pt x="133350" y="952500"/>
                </a:lnTo>
                <a:lnTo>
                  <a:pt x="133350" y="962025"/>
                </a:lnTo>
                <a:lnTo>
                  <a:pt x="123825" y="962025"/>
                </a:lnTo>
                <a:lnTo>
                  <a:pt x="123825" y="981075"/>
                </a:lnTo>
                <a:lnTo>
                  <a:pt x="114300" y="981075"/>
                </a:lnTo>
                <a:lnTo>
                  <a:pt x="114300" y="990600"/>
                </a:lnTo>
                <a:lnTo>
                  <a:pt x="104775" y="990600"/>
                </a:lnTo>
                <a:lnTo>
                  <a:pt x="104775" y="1009650"/>
                </a:lnTo>
                <a:lnTo>
                  <a:pt x="95250" y="1009650"/>
                </a:lnTo>
                <a:lnTo>
                  <a:pt x="95250" y="1000125"/>
                </a:lnTo>
                <a:lnTo>
                  <a:pt x="66675" y="1000125"/>
                </a:lnTo>
                <a:lnTo>
                  <a:pt x="66675" y="990600"/>
                </a:lnTo>
                <a:lnTo>
                  <a:pt x="38100" y="990600"/>
                </a:lnTo>
                <a:lnTo>
                  <a:pt x="38100" y="981075"/>
                </a:lnTo>
                <a:lnTo>
                  <a:pt x="28575" y="981075"/>
                </a:lnTo>
                <a:lnTo>
                  <a:pt x="28575" y="962025"/>
                </a:lnTo>
                <a:lnTo>
                  <a:pt x="38100" y="962025"/>
                </a:lnTo>
                <a:lnTo>
                  <a:pt x="38100" y="933450"/>
                </a:lnTo>
                <a:lnTo>
                  <a:pt x="47625" y="933450"/>
                </a:lnTo>
                <a:lnTo>
                  <a:pt x="47625" y="904875"/>
                </a:lnTo>
                <a:lnTo>
                  <a:pt x="57150" y="904875"/>
                </a:lnTo>
                <a:lnTo>
                  <a:pt x="57150" y="876300"/>
                </a:lnTo>
                <a:lnTo>
                  <a:pt x="66675" y="876300"/>
                </a:lnTo>
                <a:lnTo>
                  <a:pt x="66675" y="904875"/>
                </a:lnTo>
                <a:lnTo>
                  <a:pt x="76200" y="904875"/>
                </a:lnTo>
                <a:lnTo>
                  <a:pt x="76200" y="895350"/>
                </a:lnTo>
                <a:lnTo>
                  <a:pt x="85725" y="895350"/>
                </a:lnTo>
                <a:lnTo>
                  <a:pt x="85725" y="885825"/>
                </a:lnTo>
                <a:lnTo>
                  <a:pt x="104775" y="885825"/>
                </a:lnTo>
                <a:close/>
                <a:moveTo>
                  <a:pt x="447675" y="866775"/>
                </a:moveTo>
                <a:lnTo>
                  <a:pt x="495300" y="866775"/>
                </a:lnTo>
                <a:lnTo>
                  <a:pt x="495300" y="876300"/>
                </a:lnTo>
                <a:lnTo>
                  <a:pt x="457200" y="876300"/>
                </a:lnTo>
                <a:lnTo>
                  <a:pt x="457200" y="885825"/>
                </a:lnTo>
                <a:lnTo>
                  <a:pt x="419100" y="885825"/>
                </a:lnTo>
                <a:lnTo>
                  <a:pt x="419100" y="876300"/>
                </a:lnTo>
                <a:lnTo>
                  <a:pt x="447675" y="876300"/>
                </a:lnTo>
                <a:close/>
                <a:moveTo>
                  <a:pt x="1028700" y="866775"/>
                </a:moveTo>
                <a:lnTo>
                  <a:pt x="1038225" y="866775"/>
                </a:lnTo>
                <a:lnTo>
                  <a:pt x="1038225" y="876300"/>
                </a:lnTo>
                <a:lnTo>
                  <a:pt x="1028700" y="876300"/>
                </a:lnTo>
                <a:close/>
                <a:moveTo>
                  <a:pt x="1238250" y="866775"/>
                </a:moveTo>
                <a:lnTo>
                  <a:pt x="1247775" y="866775"/>
                </a:lnTo>
                <a:lnTo>
                  <a:pt x="1247775" y="876300"/>
                </a:lnTo>
                <a:lnTo>
                  <a:pt x="1238250" y="876300"/>
                </a:lnTo>
                <a:close/>
                <a:moveTo>
                  <a:pt x="1276350" y="866775"/>
                </a:moveTo>
                <a:lnTo>
                  <a:pt x="1285875" y="866775"/>
                </a:lnTo>
                <a:lnTo>
                  <a:pt x="1285875" y="876300"/>
                </a:lnTo>
                <a:lnTo>
                  <a:pt x="1276350" y="876300"/>
                </a:lnTo>
                <a:close/>
                <a:moveTo>
                  <a:pt x="257175" y="876300"/>
                </a:moveTo>
                <a:lnTo>
                  <a:pt x="266700" y="876300"/>
                </a:lnTo>
                <a:lnTo>
                  <a:pt x="266700" y="885825"/>
                </a:lnTo>
                <a:lnTo>
                  <a:pt x="257175" y="885825"/>
                </a:lnTo>
                <a:close/>
                <a:moveTo>
                  <a:pt x="381000" y="876300"/>
                </a:moveTo>
                <a:lnTo>
                  <a:pt x="390525" y="876300"/>
                </a:lnTo>
                <a:lnTo>
                  <a:pt x="390525" y="885825"/>
                </a:lnTo>
                <a:lnTo>
                  <a:pt x="381000" y="885825"/>
                </a:lnTo>
                <a:close/>
                <a:moveTo>
                  <a:pt x="1476375" y="876300"/>
                </a:moveTo>
                <a:lnTo>
                  <a:pt x="1485900" y="876300"/>
                </a:lnTo>
                <a:lnTo>
                  <a:pt x="1485900" y="885825"/>
                </a:lnTo>
                <a:lnTo>
                  <a:pt x="1476375" y="885825"/>
                </a:lnTo>
                <a:close/>
                <a:moveTo>
                  <a:pt x="1552575" y="876300"/>
                </a:moveTo>
                <a:lnTo>
                  <a:pt x="1562100" y="876300"/>
                </a:lnTo>
                <a:lnTo>
                  <a:pt x="1562100" y="885825"/>
                </a:lnTo>
                <a:lnTo>
                  <a:pt x="1552575" y="885825"/>
                </a:lnTo>
                <a:close/>
                <a:moveTo>
                  <a:pt x="266700" y="885825"/>
                </a:moveTo>
                <a:lnTo>
                  <a:pt x="285750" y="885825"/>
                </a:lnTo>
                <a:lnTo>
                  <a:pt x="285750" y="895350"/>
                </a:lnTo>
                <a:lnTo>
                  <a:pt x="295275" y="895350"/>
                </a:lnTo>
                <a:lnTo>
                  <a:pt x="295275" y="885825"/>
                </a:lnTo>
                <a:lnTo>
                  <a:pt x="304800" y="885825"/>
                </a:lnTo>
                <a:lnTo>
                  <a:pt x="304800" y="904875"/>
                </a:lnTo>
                <a:lnTo>
                  <a:pt x="295275" y="904875"/>
                </a:lnTo>
                <a:lnTo>
                  <a:pt x="295275" y="952500"/>
                </a:lnTo>
                <a:lnTo>
                  <a:pt x="285750" y="952500"/>
                </a:lnTo>
                <a:lnTo>
                  <a:pt x="285750" y="990600"/>
                </a:lnTo>
                <a:lnTo>
                  <a:pt x="276225" y="990600"/>
                </a:lnTo>
                <a:lnTo>
                  <a:pt x="276225" y="1019175"/>
                </a:lnTo>
                <a:lnTo>
                  <a:pt x="266700" y="1019175"/>
                </a:lnTo>
                <a:lnTo>
                  <a:pt x="266700" y="1038225"/>
                </a:lnTo>
                <a:lnTo>
                  <a:pt x="257175" y="1038225"/>
                </a:lnTo>
                <a:lnTo>
                  <a:pt x="257175" y="1047750"/>
                </a:lnTo>
                <a:lnTo>
                  <a:pt x="228600" y="1047750"/>
                </a:lnTo>
                <a:lnTo>
                  <a:pt x="228600" y="1038225"/>
                </a:lnTo>
                <a:lnTo>
                  <a:pt x="190500" y="1038225"/>
                </a:lnTo>
                <a:lnTo>
                  <a:pt x="190500" y="1028700"/>
                </a:lnTo>
                <a:lnTo>
                  <a:pt x="219075" y="1028700"/>
                </a:lnTo>
                <a:lnTo>
                  <a:pt x="219075" y="1019175"/>
                </a:lnTo>
                <a:lnTo>
                  <a:pt x="200025" y="1019175"/>
                </a:lnTo>
                <a:lnTo>
                  <a:pt x="200025" y="1009650"/>
                </a:lnTo>
                <a:lnTo>
                  <a:pt x="219075" y="1009650"/>
                </a:lnTo>
                <a:lnTo>
                  <a:pt x="219075" y="1000125"/>
                </a:lnTo>
                <a:lnTo>
                  <a:pt x="228600" y="1000125"/>
                </a:lnTo>
                <a:lnTo>
                  <a:pt x="228600" y="990600"/>
                </a:lnTo>
                <a:lnTo>
                  <a:pt x="257175" y="990600"/>
                </a:lnTo>
                <a:lnTo>
                  <a:pt x="257175" y="971550"/>
                </a:lnTo>
                <a:lnTo>
                  <a:pt x="228600" y="971550"/>
                </a:lnTo>
                <a:lnTo>
                  <a:pt x="228600" y="942975"/>
                </a:lnTo>
                <a:lnTo>
                  <a:pt x="219075" y="942975"/>
                </a:lnTo>
                <a:lnTo>
                  <a:pt x="219075" y="923925"/>
                </a:lnTo>
                <a:lnTo>
                  <a:pt x="228600" y="923925"/>
                </a:lnTo>
                <a:lnTo>
                  <a:pt x="228600" y="914400"/>
                </a:lnTo>
                <a:lnTo>
                  <a:pt x="238125" y="914400"/>
                </a:lnTo>
                <a:lnTo>
                  <a:pt x="238125" y="904875"/>
                </a:lnTo>
                <a:lnTo>
                  <a:pt x="228600" y="904875"/>
                </a:lnTo>
                <a:lnTo>
                  <a:pt x="228600" y="895350"/>
                </a:lnTo>
                <a:lnTo>
                  <a:pt x="257175" y="895350"/>
                </a:lnTo>
                <a:lnTo>
                  <a:pt x="257175" y="904875"/>
                </a:lnTo>
                <a:lnTo>
                  <a:pt x="266700" y="904875"/>
                </a:lnTo>
                <a:close/>
                <a:moveTo>
                  <a:pt x="400050" y="885825"/>
                </a:moveTo>
                <a:lnTo>
                  <a:pt x="419100" y="885825"/>
                </a:lnTo>
                <a:lnTo>
                  <a:pt x="419100" y="895350"/>
                </a:lnTo>
                <a:lnTo>
                  <a:pt x="400050" y="895350"/>
                </a:lnTo>
                <a:close/>
                <a:moveTo>
                  <a:pt x="1038225" y="885825"/>
                </a:moveTo>
                <a:lnTo>
                  <a:pt x="1047750" y="885825"/>
                </a:lnTo>
                <a:lnTo>
                  <a:pt x="1047750" y="895350"/>
                </a:lnTo>
                <a:lnTo>
                  <a:pt x="1038225" y="895350"/>
                </a:lnTo>
                <a:close/>
                <a:moveTo>
                  <a:pt x="1390650" y="885825"/>
                </a:moveTo>
                <a:lnTo>
                  <a:pt x="1400175" y="885825"/>
                </a:lnTo>
                <a:lnTo>
                  <a:pt x="1400175" y="895350"/>
                </a:lnTo>
                <a:lnTo>
                  <a:pt x="1390650" y="895350"/>
                </a:lnTo>
                <a:close/>
                <a:moveTo>
                  <a:pt x="2152650" y="885825"/>
                </a:moveTo>
                <a:lnTo>
                  <a:pt x="2162175" y="885825"/>
                </a:lnTo>
                <a:lnTo>
                  <a:pt x="2162175" y="895350"/>
                </a:lnTo>
                <a:lnTo>
                  <a:pt x="2152650" y="895350"/>
                </a:lnTo>
                <a:close/>
                <a:moveTo>
                  <a:pt x="981075" y="895350"/>
                </a:moveTo>
                <a:lnTo>
                  <a:pt x="990600" y="895350"/>
                </a:lnTo>
                <a:lnTo>
                  <a:pt x="990600" y="904875"/>
                </a:lnTo>
                <a:lnTo>
                  <a:pt x="981075" y="904875"/>
                </a:lnTo>
                <a:close/>
                <a:moveTo>
                  <a:pt x="1238250" y="895350"/>
                </a:moveTo>
                <a:lnTo>
                  <a:pt x="1247775" y="895350"/>
                </a:lnTo>
                <a:lnTo>
                  <a:pt x="1247775" y="904875"/>
                </a:lnTo>
                <a:lnTo>
                  <a:pt x="1238250" y="904875"/>
                </a:lnTo>
                <a:close/>
                <a:moveTo>
                  <a:pt x="1228725" y="904875"/>
                </a:moveTo>
                <a:lnTo>
                  <a:pt x="1238250" y="904875"/>
                </a:lnTo>
                <a:lnTo>
                  <a:pt x="1238250" y="914400"/>
                </a:lnTo>
                <a:lnTo>
                  <a:pt x="1228725" y="914400"/>
                </a:lnTo>
                <a:close/>
                <a:moveTo>
                  <a:pt x="1304925" y="904875"/>
                </a:moveTo>
                <a:lnTo>
                  <a:pt x="1314450" y="904875"/>
                </a:lnTo>
                <a:lnTo>
                  <a:pt x="1314450" y="914400"/>
                </a:lnTo>
                <a:lnTo>
                  <a:pt x="1304925" y="914400"/>
                </a:lnTo>
                <a:close/>
                <a:moveTo>
                  <a:pt x="1485900" y="904875"/>
                </a:moveTo>
                <a:lnTo>
                  <a:pt x="1495425" y="904875"/>
                </a:lnTo>
                <a:lnTo>
                  <a:pt x="1495425" y="914400"/>
                </a:lnTo>
                <a:lnTo>
                  <a:pt x="1485900" y="914400"/>
                </a:lnTo>
                <a:close/>
                <a:moveTo>
                  <a:pt x="200025" y="914400"/>
                </a:moveTo>
                <a:lnTo>
                  <a:pt x="209550" y="914400"/>
                </a:lnTo>
                <a:lnTo>
                  <a:pt x="209550" y="933450"/>
                </a:lnTo>
                <a:lnTo>
                  <a:pt x="200025" y="933450"/>
                </a:lnTo>
                <a:close/>
                <a:moveTo>
                  <a:pt x="314325" y="914400"/>
                </a:moveTo>
                <a:lnTo>
                  <a:pt x="323850" y="914400"/>
                </a:lnTo>
                <a:lnTo>
                  <a:pt x="323850" y="923925"/>
                </a:lnTo>
                <a:lnTo>
                  <a:pt x="314325" y="923925"/>
                </a:lnTo>
                <a:close/>
                <a:moveTo>
                  <a:pt x="952500" y="914400"/>
                </a:moveTo>
                <a:lnTo>
                  <a:pt x="962025" y="914400"/>
                </a:lnTo>
                <a:lnTo>
                  <a:pt x="962025" y="923925"/>
                </a:lnTo>
                <a:lnTo>
                  <a:pt x="952500" y="923925"/>
                </a:lnTo>
                <a:close/>
                <a:moveTo>
                  <a:pt x="1209675" y="914400"/>
                </a:moveTo>
                <a:lnTo>
                  <a:pt x="1228725" y="914400"/>
                </a:lnTo>
                <a:lnTo>
                  <a:pt x="1228725" y="923925"/>
                </a:lnTo>
                <a:lnTo>
                  <a:pt x="1209675" y="923925"/>
                </a:lnTo>
                <a:close/>
                <a:moveTo>
                  <a:pt x="1152525" y="923925"/>
                </a:moveTo>
                <a:lnTo>
                  <a:pt x="1162050" y="923925"/>
                </a:lnTo>
                <a:lnTo>
                  <a:pt x="1162050" y="933450"/>
                </a:lnTo>
                <a:lnTo>
                  <a:pt x="1152525" y="933450"/>
                </a:lnTo>
                <a:close/>
                <a:moveTo>
                  <a:pt x="1171575" y="923925"/>
                </a:moveTo>
                <a:lnTo>
                  <a:pt x="1181100" y="923925"/>
                </a:lnTo>
                <a:lnTo>
                  <a:pt x="1181100" y="933450"/>
                </a:lnTo>
                <a:lnTo>
                  <a:pt x="1171575" y="933450"/>
                </a:lnTo>
                <a:close/>
                <a:moveTo>
                  <a:pt x="1276350" y="923925"/>
                </a:moveTo>
                <a:lnTo>
                  <a:pt x="1285875" y="923925"/>
                </a:lnTo>
                <a:lnTo>
                  <a:pt x="1285875" y="933450"/>
                </a:lnTo>
                <a:lnTo>
                  <a:pt x="1276350" y="933450"/>
                </a:lnTo>
                <a:close/>
                <a:moveTo>
                  <a:pt x="1895475" y="923925"/>
                </a:moveTo>
                <a:lnTo>
                  <a:pt x="1905000" y="923925"/>
                </a:lnTo>
                <a:lnTo>
                  <a:pt x="1905000" y="933450"/>
                </a:lnTo>
                <a:lnTo>
                  <a:pt x="1895475" y="933450"/>
                </a:lnTo>
                <a:close/>
                <a:moveTo>
                  <a:pt x="1924050" y="923925"/>
                </a:moveTo>
                <a:lnTo>
                  <a:pt x="1933575" y="923925"/>
                </a:lnTo>
                <a:lnTo>
                  <a:pt x="1933575" y="933450"/>
                </a:lnTo>
                <a:lnTo>
                  <a:pt x="1924050" y="933450"/>
                </a:lnTo>
                <a:close/>
                <a:moveTo>
                  <a:pt x="1495425" y="933450"/>
                </a:moveTo>
                <a:lnTo>
                  <a:pt x="1504950" y="933450"/>
                </a:lnTo>
                <a:lnTo>
                  <a:pt x="1504950" y="942975"/>
                </a:lnTo>
                <a:lnTo>
                  <a:pt x="1495425" y="942975"/>
                </a:lnTo>
                <a:close/>
                <a:moveTo>
                  <a:pt x="2133600" y="933450"/>
                </a:moveTo>
                <a:lnTo>
                  <a:pt x="2143125" y="933450"/>
                </a:lnTo>
                <a:lnTo>
                  <a:pt x="2143125" y="942975"/>
                </a:lnTo>
                <a:lnTo>
                  <a:pt x="2133600" y="942975"/>
                </a:lnTo>
                <a:close/>
                <a:moveTo>
                  <a:pt x="1847850" y="942975"/>
                </a:moveTo>
                <a:lnTo>
                  <a:pt x="1857375" y="942975"/>
                </a:lnTo>
                <a:lnTo>
                  <a:pt x="1857375" y="952500"/>
                </a:lnTo>
                <a:lnTo>
                  <a:pt x="1847850" y="952500"/>
                </a:lnTo>
                <a:close/>
                <a:moveTo>
                  <a:pt x="1981200" y="942975"/>
                </a:moveTo>
                <a:lnTo>
                  <a:pt x="2000250" y="942975"/>
                </a:lnTo>
                <a:lnTo>
                  <a:pt x="2000250" y="952500"/>
                </a:lnTo>
                <a:lnTo>
                  <a:pt x="1981200" y="952500"/>
                </a:lnTo>
                <a:close/>
                <a:moveTo>
                  <a:pt x="2124075" y="942975"/>
                </a:moveTo>
                <a:lnTo>
                  <a:pt x="2133600" y="942975"/>
                </a:lnTo>
                <a:lnTo>
                  <a:pt x="2133600" y="952500"/>
                </a:lnTo>
                <a:lnTo>
                  <a:pt x="2124075" y="952500"/>
                </a:lnTo>
                <a:close/>
                <a:moveTo>
                  <a:pt x="9525" y="952500"/>
                </a:moveTo>
                <a:lnTo>
                  <a:pt x="19050" y="952500"/>
                </a:lnTo>
                <a:lnTo>
                  <a:pt x="19050" y="962025"/>
                </a:lnTo>
                <a:lnTo>
                  <a:pt x="9525" y="962025"/>
                </a:lnTo>
                <a:close/>
                <a:moveTo>
                  <a:pt x="190500" y="952500"/>
                </a:moveTo>
                <a:lnTo>
                  <a:pt x="200025" y="952500"/>
                </a:lnTo>
                <a:lnTo>
                  <a:pt x="200025" y="962025"/>
                </a:lnTo>
                <a:lnTo>
                  <a:pt x="190500" y="962025"/>
                </a:lnTo>
                <a:close/>
                <a:moveTo>
                  <a:pt x="304800" y="952500"/>
                </a:moveTo>
                <a:lnTo>
                  <a:pt x="314325" y="952500"/>
                </a:lnTo>
                <a:lnTo>
                  <a:pt x="314325" y="971550"/>
                </a:lnTo>
                <a:lnTo>
                  <a:pt x="304800" y="971550"/>
                </a:lnTo>
                <a:close/>
                <a:moveTo>
                  <a:pt x="609600" y="952500"/>
                </a:moveTo>
                <a:lnTo>
                  <a:pt x="628650" y="952500"/>
                </a:lnTo>
                <a:lnTo>
                  <a:pt x="628650" y="962025"/>
                </a:lnTo>
                <a:lnTo>
                  <a:pt x="609600" y="962025"/>
                </a:lnTo>
                <a:close/>
                <a:moveTo>
                  <a:pt x="1143000" y="952500"/>
                </a:moveTo>
                <a:lnTo>
                  <a:pt x="1162050" y="952500"/>
                </a:lnTo>
                <a:lnTo>
                  <a:pt x="1162050" y="962025"/>
                </a:lnTo>
                <a:lnTo>
                  <a:pt x="1143000" y="962025"/>
                </a:lnTo>
                <a:close/>
                <a:moveTo>
                  <a:pt x="1247775" y="952500"/>
                </a:moveTo>
                <a:lnTo>
                  <a:pt x="1257300" y="952500"/>
                </a:lnTo>
                <a:lnTo>
                  <a:pt x="1257300" y="962025"/>
                </a:lnTo>
                <a:lnTo>
                  <a:pt x="1276350" y="962025"/>
                </a:lnTo>
                <a:lnTo>
                  <a:pt x="1276350" y="952500"/>
                </a:lnTo>
                <a:lnTo>
                  <a:pt x="1285875" y="952500"/>
                </a:lnTo>
                <a:lnTo>
                  <a:pt x="1285875" y="962025"/>
                </a:lnTo>
                <a:lnTo>
                  <a:pt x="1276350" y="962025"/>
                </a:lnTo>
                <a:lnTo>
                  <a:pt x="1276350" y="971550"/>
                </a:lnTo>
                <a:lnTo>
                  <a:pt x="1257300" y="971550"/>
                </a:lnTo>
                <a:lnTo>
                  <a:pt x="1257300" y="981075"/>
                </a:lnTo>
                <a:lnTo>
                  <a:pt x="1247775" y="981075"/>
                </a:lnTo>
                <a:close/>
                <a:moveTo>
                  <a:pt x="1419225" y="952500"/>
                </a:moveTo>
                <a:lnTo>
                  <a:pt x="1428750" y="952500"/>
                </a:lnTo>
                <a:lnTo>
                  <a:pt x="1428750" y="962025"/>
                </a:lnTo>
                <a:lnTo>
                  <a:pt x="1419225" y="962025"/>
                </a:lnTo>
                <a:close/>
                <a:moveTo>
                  <a:pt x="1828800" y="952500"/>
                </a:moveTo>
                <a:lnTo>
                  <a:pt x="1838325" y="952500"/>
                </a:lnTo>
                <a:lnTo>
                  <a:pt x="1838325" y="962025"/>
                </a:lnTo>
                <a:lnTo>
                  <a:pt x="1828800" y="962025"/>
                </a:lnTo>
                <a:close/>
                <a:moveTo>
                  <a:pt x="2028825" y="952500"/>
                </a:moveTo>
                <a:lnTo>
                  <a:pt x="2038350" y="952500"/>
                </a:lnTo>
                <a:lnTo>
                  <a:pt x="2038350" y="962025"/>
                </a:lnTo>
                <a:lnTo>
                  <a:pt x="2028825" y="962025"/>
                </a:lnTo>
                <a:close/>
                <a:moveTo>
                  <a:pt x="2114550" y="952500"/>
                </a:moveTo>
                <a:lnTo>
                  <a:pt x="2124075" y="952500"/>
                </a:lnTo>
                <a:lnTo>
                  <a:pt x="2124075" y="962025"/>
                </a:lnTo>
                <a:lnTo>
                  <a:pt x="2114550" y="962025"/>
                </a:lnTo>
                <a:close/>
                <a:moveTo>
                  <a:pt x="581025" y="962025"/>
                </a:moveTo>
                <a:lnTo>
                  <a:pt x="590550" y="962025"/>
                </a:lnTo>
                <a:lnTo>
                  <a:pt x="590550" y="981075"/>
                </a:lnTo>
                <a:lnTo>
                  <a:pt x="581025" y="981075"/>
                </a:lnTo>
                <a:close/>
                <a:moveTo>
                  <a:pt x="1104900" y="962025"/>
                </a:moveTo>
                <a:lnTo>
                  <a:pt x="1114425" y="962025"/>
                </a:lnTo>
                <a:lnTo>
                  <a:pt x="1114425" y="981075"/>
                </a:lnTo>
                <a:lnTo>
                  <a:pt x="1104900" y="981075"/>
                </a:lnTo>
                <a:close/>
                <a:moveTo>
                  <a:pt x="1343025" y="962025"/>
                </a:moveTo>
                <a:lnTo>
                  <a:pt x="1352550" y="962025"/>
                </a:lnTo>
                <a:lnTo>
                  <a:pt x="1352550" y="971550"/>
                </a:lnTo>
                <a:lnTo>
                  <a:pt x="1362075" y="971550"/>
                </a:lnTo>
                <a:lnTo>
                  <a:pt x="1362075" y="981075"/>
                </a:lnTo>
                <a:lnTo>
                  <a:pt x="1352550" y="981075"/>
                </a:lnTo>
                <a:lnTo>
                  <a:pt x="1352550" y="990600"/>
                </a:lnTo>
                <a:lnTo>
                  <a:pt x="1343025" y="990600"/>
                </a:lnTo>
                <a:lnTo>
                  <a:pt x="1343025" y="1000125"/>
                </a:lnTo>
                <a:lnTo>
                  <a:pt x="1333500" y="1000125"/>
                </a:lnTo>
                <a:lnTo>
                  <a:pt x="1333500" y="971550"/>
                </a:lnTo>
                <a:lnTo>
                  <a:pt x="1343025" y="971550"/>
                </a:lnTo>
                <a:close/>
                <a:moveTo>
                  <a:pt x="1504950" y="962025"/>
                </a:moveTo>
                <a:lnTo>
                  <a:pt x="1514475" y="962025"/>
                </a:lnTo>
                <a:lnTo>
                  <a:pt x="1514475" y="971550"/>
                </a:lnTo>
                <a:lnTo>
                  <a:pt x="1504950" y="971550"/>
                </a:lnTo>
                <a:close/>
                <a:moveTo>
                  <a:pt x="1800225" y="962025"/>
                </a:moveTo>
                <a:lnTo>
                  <a:pt x="1819275" y="962025"/>
                </a:lnTo>
                <a:lnTo>
                  <a:pt x="1819275" y="971550"/>
                </a:lnTo>
                <a:lnTo>
                  <a:pt x="1800225" y="971550"/>
                </a:lnTo>
                <a:close/>
                <a:moveTo>
                  <a:pt x="2066925" y="962025"/>
                </a:moveTo>
                <a:lnTo>
                  <a:pt x="2105025" y="962025"/>
                </a:lnTo>
                <a:lnTo>
                  <a:pt x="2105025" y="971550"/>
                </a:lnTo>
                <a:lnTo>
                  <a:pt x="2066925" y="971550"/>
                </a:lnTo>
                <a:close/>
                <a:moveTo>
                  <a:pt x="142875" y="971550"/>
                </a:moveTo>
                <a:lnTo>
                  <a:pt x="152400" y="971550"/>
                </a:lnTo>
                <a:lnTo>
                  <a:pt x="152400" y="1000125"/>
                </a:lnTo>
                <a:lnTo>
                  <a:pt x="133350" y="1000125"/>
                </a:lnTo>
                <a:lnTo>
                  <a:pt x="133350" y="990600"/>
                </a:lnTo>
                <a:lnTo>
                  <a:pt x="142875" y="990600"/>
                </a:lnTo>
                <a:close/>
                <a:moveTo>
                  <a:pt x="1076325" y="971550"/>
                </a:moveTo>
                <a:lnTo>
                  <a:pt x="1085850" y="971550"/>
                </a:lnTo>
                <a:lnTo>
                  <a:pt x="1085850" y="981075"/>
                </a:lnTo>
                <a:lnTo>
                  <a:pt x="1076325" y="981075"/>
                </a:lnTo>
                <a:close/>
                <a:moveTo>
                  <a:pt x="1295400" y="971550"/>
                </a:moveTo>
                <a:lnTo>
                  <a:pt x="1304925" y="971550"/>
                </a:lnTo>
                <a:lnTo>
                  <a:pt x="1304925" y="981075"/>
                </a:lnTo>
                <a:lnTo>
                  <a:pt x="1295400" y="981075"/>
                </a:lnTo>
                <a:close/>
                <a:moveTo>
                  <a:pt x="266700" y="981075"/>
                </a:moveTo>
                <a:lnTo>
                  <a:pt x="276225" y="981075"/>
                </a:lnTo>
                <a:lnTo>
                  <a:pt x="276225" y="962025"/>
                </a:lnTo>
                <a:lnTo>
                  <a:pt x="266700" y="962025"/>
                </a:lnTo>
                <a:close/>
                <a:moveTo>
                  <a:pt x="1095375" y="981075"/>
                </a:moveTo>
                <a:lnTo>
                  <a:pt x="1104900" y="981075"/>
                </a:lnTo>
                <a:lnTo>
                  <a:pt x="1104900" y="990600"/>
                </a:lnTo>
                <a:lnTo>
                  <a:pt x="1095375" y="990600"/>
                </a:lnTo>
                <a:close/>
                <a:moveTo>
                  <a:pt x="1209675" y="981075"/>
                </a:moveTo>
                <a:lnTo>
                  <a:pt x="1219200" y="981075"/>
                </a:lnTo>
                <a:lnTo>
                  <a:pt x="1219200" y="990600"/>
                </a:lnTo>
                <a:lnTo>
                  <a:pt x="1209675" y="990600"/>
                </a:lnTo>
                <a:close/>
                <a:moveTo>
                  <a:pt x="0" y="990600"/>
                </a:moveTo>
                <a:lnTo>
                  <a:pt x="9525" y="990600"/>
                </a:lnTo>
                <a:lnTo>
                  <a:pt x="9525" y="1000125"/>
                </a:lnTo>
                <a:lnTo>
                  <a:pt x="0" y="1000125"/>
                </a:lnTo>
                <a:close/>
                <a:moveTo>
                  <a:pt x="295275" y="990600"/>
                </a:moveTo>
                <a:lnTo>
                  <a:pt x="304800" y="990600"/>
                </a:lnTo>
                <a:lnTo>
                  <a:pt x="304800" y="1038225"/>
                </a:lnTo>
                <a:lnTo>
                  <a:pt x="295275" y="1038225"/>
                </a:lnTo>
                <a:lnTo>
                  <a:pt x="295275" y="1066800"/>
                </a:lnTo>
                <a:lnTo>
                  <a:pt x="285750" y="1066800"/>
                </a:lnTo>
                <a:lnTo>
                  <a:pt x="285750" y="1028700"/>
                </a:lnTo>
                <a:lnTo>
                  <a:pt x="295275" y="1028700"/>
                </a:lnTo>
                <a:close/>
                <a:moveTo>
                  <a:pt x="19050" y="1000125"/>
                </a:moveTo>
                <a:lnTo>
                  <a:pt x="28575" y="1000125"/>
                </a:lnTo>
                <a:lnTo>
                  <a:pt x="28575" y="1009650"/>
                </a:lnTo>
                <a:lnTo>
                  <a:pt x="19050" y="1009650"/>
                </a:lnTo>
                <a:close/>
                <a:moveTo>
                  <a:pt x="161925" y="1000125"/>
                </a:moveTo>
                <a:lnTo>
                  <a:pt x="190500" y="1000125"/>
                </a:lnTo>
                <a:lnTo>
                  <a:pt x="190500" y="1009650"/>
                </a:lnTo>
                <a:lnTo>
                  <a:pt x="161925" y="1009650"/>
                </a:lnTo>
                <a:close/>
                <a:moveTo>
                  <a:pt x="1076325" y="1000125"/>
                </a:moveTo>
                <a:lnTo>
                  <a:pt x="1085850" y="1000125"/>
                </a:lnTo>
                <a:lnTo>
                  <a:pt x="1085850" y="1009650"/>
                </a:lnTo>
                <a:lnTo>
                  <a:pt x="1076325" y="1009650"/>
                </a:lnTo>
                <a:close/>
                <a:moveTo>
                  <a:pt x="1171575" y="1000125"/>
                </a:moveTo>
                <a:lnTo>
                  <a:pt x="1181100" y="1000125"/>
                </a:lnTo>
                <a:lnTo>
                  <a:pt x="1181100" y="1009650"/>
                </a:lnTo>
                <a:lnTo>
                  <a:pt x="1171575" y="1009650"/>
                </a:lnTo>
                <a:close/>
                <a:moveTo>
                  <a:pt x="1276350" y="1000125"/>
                </a:moveTo>
                <a:lnTo>
                  <a:pt x="1285875" y="1000125"/>
                </a:lnTo>
                <a:lnTo>
                  <a:pt x="1285875" y="1019175"/>
                </a:lnTo>
                <a:lnTo>
                  <a:pt x="1276350" y="1019175"/>
                </a:lnTo>
                <a:close/>
                <a:moveTo>
                  <a:pt x="1619250" y="1000125"/>
                </a:moveTo>
                <a:lnTo>
                  <a:pt x="1628775" y="1000125"/>
                </a:lnTo>
                <a:lnTo>
                  <a:pt x="1628775" y="1009650"/>
                </a:lnTo>
                <a:lnTo>
                  <a:pt x="1619250" y="1009650"/>
                </a:lnTo>
                <a:close/>
                <a:moveTo>
                  <a:pt x="38100" y="1009650"/>
                </a:moveTo>
                <a:lnTo>
                  <a:pt x="66675" y="1009650"/>
                </a:lnTo>
                <a:lnTo>
                  <a:pt x="66675" y="1019175"/>
                </a:lnTo>
                <a:lnTo>
                  <a:pt x="95250" y="1019175"/>
                </a:lnTo>
                <a:lnTo>
                  <a:pt x="95250" y="1028700"/>
                </a:lnTo>
                <a:lnTo>
                  <a:pt x="114300" y="1028700"/>
                </a:lnTo>
                <a:lnTo>
                  <a:pt x="114300" y="1038225"/>
                </a:lnTo>
                <a:lnTo>
                  <a:pt x="76200" y="1038225"/>
                </a:lnTo>
                <a:lnTo>
                  <a:pt x="76200" y="1028700"/>
                </a:lnTo>
                <a:lnTo>
                  <a:pt x="47625" y="1028700"/>
                </a:lnTo>
                <a:lnTo>
                  <a:pt x="47625" y="1019175"/>
                </a:lnTo>
                <a:lnTo>
                  <a:pt x="38100" y="1019175"/>
                </a:lnTo>
                <a:close/>
                <a:moveTo>
                  <a:pt x="123825" y="1009650"/>
                </a:moveTo>
                <a:lnTo>
                  <a:pt x="161925" y="1009650"/>
                </a:lnTo>
                <a:lnTo>
                  <a:pt x="161925" y="1019175"/>
                </a:lnTo>
                <a:lnTo>
                  <a:pt x="123825" y="1019175"/>
                </a:lnTo>
                <a:close/>
                <a:moveTo>
                  <a:pt x="885825" y="1009650"/>
                </a:moveTo>
                <a:lnTo>
                  <a:pt x="895350" y="1009650"/>
                </a:lnTo>
                <a:lnTo>
                  <a:pt x="895350" y="1019175"/>
                </a:lnTo>
                <a:lnTo>
                  <a:pt x="904875" y="1019175"/>
                </a:lnTo>
                <a:lnTo>
                  <a:pt x="904875" y="1047750"/>
                </a:lnTo>
                <a:lnTo>
                  <a:pt x="895350" y="1047750"/>
                </a:lnTo>
                <a:lnTo>
                  <a:pt x="895350" y="1038225"/>
                </a:lnTo>
                <a:lnTo>
                  <a:pt x="885825" y="1038225"/>
                </a:lnTo>
                <a:close/>
                <a:moveTo>
                  <a:pt x="1000125" y="1009650"/>
                </a:moveTo>
                <a:lnTo>
                  <a:pt x="1028700" y="1009650"/>
                </a:lnTo>
                <a:lnTo>
                  <a:pt x="1028700" y="1019175"/>
                </a:lnTo>
                <a:lnTo>
                  <a:pt x="1000125" y="1019175"/>
                </a:lnTo>
                <a:close/>
                <a:moveTo>
                  <a:pt x="1057275" y="1009650"/>
                </a:moveTo>
                <a:lnTo>
                  <a:pt x="1066800" y="1009650"/>
                </a:lnTo>
                <a:lnTo>
                  <a:pt x="1066800" y="1019175"/>
                </a:lnTo>
                <a:lnTo>
                  <a:pt x="1057275" y="1019175"/>
                </a:lnTo>
                <a:close/>
                <a:moveTo>
                  <a:pt x="1228725" y="1009650"/>
                </a:moveTo>
                <a:lnTo>
                  <a:pt x="1247775" y="1009650"/>
                </a:lnTo>
                <a:lnTo>
                  <a:pt x="1247775" y="1038225"/>
                </a:lnTo>
                <a:lnTo>
                  <a:pt x="1228725" y="1038225"/>
                </a:lnTo>
                <a:close/>
                <a:moveTo>
                  <a:pt x="1485900" y="1009650"/>
                </a:moveTo>
                <a:lnTo>
                  <a:pt x="1495425" y="1009650"/>
                </a:lnTo>
                <a:lnTo>
                  <a:pt x="1495425" y="1028700"/>
                </a:lnTo>
                <a:lnTo>
                  <a:pt x="1504950" y="1028700"/>
                </a:lnTo>
                <a:lnTo>
                  <a:pt x="1504950" y="1057275"/>
                </a:lnTo>
                <a:lnTo>
                  <a:pt x="1514475" y="1057275"/>
                </a:lnTo>
                <a:lnTo>
                  <a:pt x="1514475" y="1076325"/>
                </a:lnTo>
                <a:lnTo>
                  <a:pt x="1524000" y="1076325"/>
                </a:lnTo>
                <a:lnTo>
                  <a:pt x="1524000" y="1095375"/>
                </a:lnTo>
                <a:lnTo>
                  <a:pt x="1533525" y="1095375"/>
                </a:lnTo>
                <a:lnTo>
                  <a:pt x="1533525" y="1123950"/>
                </a:lnTo>
                <a:lnTo>
                  <a:pt x="1543050" y="1123950"/>
                </a:lnTo>
                <a:lnTo>
                  <a:pt x="1543050" y="1152525"/>
                </a:lnTo>
                <a:lnTo>
                  <a:pt x="1552575" y="1152525"/>
                </a:lnTo>
                <a:lnTo>
                  <a:pt x="1552575" y="1171575"/>
                </a:lnTo>
                <a:lnTo>
                  <a:pt x="1543050" y="1171575"/>
                </a:lnTo>
                <a:lnTo>
                  <a:pt x="1543050" y="1162050"/>
                </a:lnTo>
                <a:lnTo>
                  <a:pt x="1533525" y="1162050"/>
                </a:lnTo>
                <a:lnTo>
                  <a:pt x="1533525" y="1143000"/>
                </a:lnTo>
                <a:lnTo>
                  <a:pt x="1524000" y="1143000"/>
                </a:lnTo>
                <a:lnTo>
                  <a:pt x="1524000" y="1104900"/>
                </a:lnTo>
                <a:lnTo>
                  <a:pt x="1514475" y="1104900"/>
                </a:lnTo>
                <a:lnTo>
                  <a:pt x="1514475" y="1085850"/>
                </a:lnTo>
                <a:lnTo>
                  <a:pt x="1504950" y="1085850"/>
                </a:lnTo>
                <a:lnTo>
                  <a:pt x="1504950" y="1076325"/>
                </a:lnTo>
                <a:lnTo>
                  <a:pt x="1495425" y="1076325"/>
                </a:lnTo>
                <a:lnTo>
                  <a:pt x="1495425" y="1057275"/>
                </a:lnTo>
                <a:lnTo>
                  <a:pt x="1485900" y="1057275"/>
                </a:lnTo>
                <a:close/>
                <a:moveTo>
                  <a:pt x="1524000" y="1009650"/>
                </a:moveTo>
                <a:lnTo>
                  <a:pt x="1533525" y="1009650"/>
                </a:lnTo>
                <a:lnTo>
                  <a:pt x="1533525" y="1019175"/>
                </a:lnTo>
                <a:lnTo>
                  <a:pt x="1524000" y="1019175"/>
                </a:lnTo>
                <a:close/>
                <a:moveTo>
                  <a:pt x="161925" y="1019175"/>
                </a:moveTo>
                <a:lnTo>
                  <a:pt x="180975" y="1019175"/>
                </a:lnTo>
                <a:lnTo>
                  <a:pt x="180975" y="1028700"/>
                </a:lnTo>
                <a:lnTo>
                  <a:pt x="161925" y="1028700"/>
                </a:lnTo>
                <a:close/>
                <a:moveTo>
                  <a:pt x="990600" y="1019175"/>
                </a:moveTo>
                <a:lnTo>
                  <a:pt x="1000125" y="1019175"/>
                </a:lnTo>
                <a:lnTo>
                  <a:pt x="1000125" y="1028700"/>
                </a:lnTo>
                <a:lnTo>
                  <a:pt x="990600" y="1028700"/>
                </a:lnTo>
                <a:close/>
                <a:moveTo>
                  <a:pt x="1285875" y="1019175"/>
                </a:moveTo>
                <a:lnTo>
                  <a:pt x="1295400" y="1019175"/>
                </a:lnTo>
                <a:lnTo>
                  <a:pt x="1295400" y="1028700"/>
                </a:lnTo>
                <a:lnTo>
                  <a:pt x="1285875" y="1028700"/>
                </a:lnTo>
                <a:close/>
                <a:moveTo>
                  <a:pt x="1447800" y="1019175"/>
                </a:moveTo>
                <a:lnTo>
                  <a:pt x="1457325" y="1019175"/>
                </a:lnTo>
                <a:lnTo>
                  <a:pt x="1457325" y="1028700"/>
                </a:lnTo>
                <a:lnTo>
                  <a:pt x="1447800" y="1028700"/>
                </a:lnTo>
                <a:close/>
                <a:moveTo>
                  <a:pt x="561975" y="1028700"/>
                </a:moveTo>
                <a:lnTo>
                  <a:pt x="571500" y="1028700"/>
                </a:lnTo>
                <a:lnTo>
                  <a:pt x="571500" y="1038225"/>
                </a:lnTo>
                <a:lnTo>
                  <a:pt x="561975" y="1038225"/>
                </a:lnTo>
                <a:close/>
                <a:moveTo>
                  <a:pt x="657225" y="1028700"/>
                </a:moveTo>
                <a:lnTo>
                  <a:pt x="666750" y="1028700"/>
                </a:lnTo>
                <a:lnTo>
                  <a:pt x="666750" y="1038225"/>
                </a:lnTo>
                <a:lnTo>
                  <a:pt x="657225" y="1038225"/>
                </a:lnTo>
                <a:close/>
                <a:moveTo>
                  <a:pt x="952500" y="1028700"/>
                </a:moveTo>
                <a:lnTo>
                  <a:pt x="971550" y="1028700"/>
                </a:lnTo>
                <a:lnTo>
                  <a:pt x="971550" y="1038225"/>
                </a:lnTo>
                <a:lnTo>
                  <a:pt x="952500" y="1038225"/>
                </a:lnTo>
                <a:close/>
                <a:moveTo>
                  <a:pt x="1657350" y="1028700"/>
                </a:moveTo>
                <a:lnTo>
                  <a:pt x="1666875" y="1028700"/>
                </a:lnTo>
                <a:lnTo>
                  <a:pt x="1666875" y="1047750"/>
                </a:lnTo>
                <a:lnTo>
                  <a:pt x="1657350" y="1047750"/>
                </a:lnTo>
                <a:close/>
                <a:moveTo>
                  <a:pt x="1971675" y="1028700"/>
                </a:moveTo>
                <a:lnTo>
                  <a:pt x="1981200" y="1028700"/>
                </a:lnTo>
                <a:lnTo>
                  <a:pt x="1981200" y="1047750"/>
                </a:lnTo>
                <a:lnTo>
                  <a:pt x="1971675" y="1047750"/>
                </a:lnTo>
                <a:close/>
                <a:moveTo>
                  <a:pt x="114300" y="1038225"/>
                </a:moveTo>
                <a:lnTo>
                  <a:pt x="123825" y="1038225"/>
                </a:lnTo>
                <a:lnTo>
                  <a:pt x="123825" y="1047750"/>
                </a:lnTo>
                <a:lnTo>
                  <a:pt x="114300" y="1047750"/>
                </a:lnTo>
                <a:close/>
                <a:moveTo>
                  <a:pt x="523875" y="1038225"/>
                </a:moveTo>
                <a:lnTo>
                  <a:pt x="533400" y="1038225"/>
                </a:lnTo>
                <a:lnTo>
                  <a:pt x="533400" y="1047750"/>
                </a:lnTo>
                <a:lnTo>
                  <a:pt x="523875" y="1047750"/>
                </a:lnTo>
                <a:close/>
                <a:moveTo>
                  <a:pt x="609600" y="1038225"/>
                </a:moveTo>
                <a:lnTo>
                  <a:pt x="619125" y="1038225"/>
                </a:lnTo>
                <a:lnTo>
                  <a:pt x="619125" y="1047750"/>
                </a:lnTo>
                <a:lnTo>
                  <a:pt x="609600" y="1047750"/>
                </a:lnTo>
                <a:close/>
                <a:moveTo>
                  <a:pt x="714375" y="1038225"/>
                </a:moveTo>
                <a:lnTo>
                  <a:pt x="742950" y="1038225"/>
                </a:lnTo>
                <a:lnTo>
                  <a:pt x="742950" y="1047750"/>
                </a:lnTo>
                <a:lnTo>
                  <a:pt x="714375" y="1047750"/>
                </a:lnTo>
                <a:close/>
                <a:moveTo>
                  <a:pt x="1219200" y="1038225"/>
                </a:moveTo>
                <a:lnTo>
                  <a:pt x="1228725" y="1038225"/>
                </a:lnTo>
                <a:lnTo>
                  <a:pt x="1228725" y="1047750"/>
                </a:lnTo>
                <a:lnTo>
                  <a:pt x="1219200" y="1047750"/>
                </a:lnTo>
                <a:close/>
                <a:moveTo>
                  <a:pt x="1247775" y="1038225"/>
                </a:moveTo>
                <a:lnTo>
                  <a:pt x="1257300" y="1038225"/>
                </a:lnTo>
                <a:lnTo>
                  <a:pt x="1257300" y="1047750"/>
                </a:lnTo>
                <a:lnTo>
                  <a:pt x="1247775" y="1047750"/>
                </a:lnTo>
                <a:close/>
                <a:moveTo>
                  <a:pt x="1457325" y="1038225"/>
                </a:moveTo>
                <a:lnTo>
                  <a:pt x="1466850" y="1038225"/>
                </a:lnTo>
                <a:lnTo>
                  <a:pt x="1466850" y="1047750"/>
                </a:lnTo>
                <a:lnTo>
                  <a:pt x="1457325" y="1047750"/>
                </a:lnTo>
                <a:close/>
                <a:moveTo>
                  <a:pt x="1752600" y="1038225"/>
                </a:moveTo>
                <a:lnTo>
                  <a:pt x="1762125" y="1038225"/>
                </a:lnTo>
                <a:lnTo>
                  <a:pt x="1762125" y="1047750"/>
                </a:lnTo>
                <a:lnTo>
                  <a:pt x="1752600" y="1047750"/>
                </a:lnTo>
                <a:close/>
                <a:moveTo>
                  <a:pt x="180975" y="1047750"/>
                </a:moveTo>
                <a:lnTo>
                  <a:pt x="200025" y="1047750"/>
                </a:lnTo>
                <a:lnTo>
                  <a:pt x="200025" y="1057275"/>
                </a:lnTo>
                <a:lnTo>
                  <a:pt x="180975" y="1057275"/>
                </a:lnTo>
                <a:close/>
                <a:moveTo>
                  <a:pt x="495300" y="1047750"/>
                </a:moveTo>
                <a:lnTo>
                  <a:pt x="504825" y="1047750"/>
                </a:lnTo>
                <a:lnTo>
                  <a:pt x="504825" y="1057275"/>
                </a:lnTo>
                <a:lnTo>
                  <a:pt x="495300" y="1057275"/>
                </a:lnTo>
                <a:close/>
                <a:moveTo>
                  <a:pt x="571500" y="1047750"/>
                </a:moveTo>
                <a:lnTo>
                  <a:pt x="581025" y="1047750"/>
                </a:lnTo>
                <a:lnTo>
                  <a:pt x="581025" y="1057275"/>
                </a:lnTo>
                <a:lnTo>
                  <a:pt x="571500" y="1057275"/>
                </a:lnTo>
                <a:close/>
                <a:moveTo>
                  <a:pt x="752475" y="1047750"/>
                </a:moveTo>
                <a:lnTo>
                  <a:pt x="771525" y="1047750"/>
                </a:lnTo>
                <a:lnTo>
                  <a:pt x="771525" y="1057275"/>
                </a:lnTo>
                <a:lnTo>
                  <a:pt x="752475" y="1057275"/>
                </a:lnTo>
                <a:close/>
                <a:moveTo>
                  <a:pt x="1104900" y="1047750"/>
                </a:moveTo>
                <a:lnTo>
                  <a:pt x="1114425" y="1047750"/>
                </a:lnTo>
                <a:lnTo>
                  <a:pt x="1114425" y="1057275"/>
                </a:lnTo>
                <a:lnTo>
                  <a:pt x="1104900" y="1057275"/>
                </a:lnTo>
                <a:close/>
                <a:moveTo>
                  <a:pt x="1209675" y="1047750"/>
                </a:moveTo>
                <a:lnTo>
                  <a:pt x="1219200" y="1047750"/>
                </a:lnTo>
                <a:lnTo>
                  <a:pt x="1219200" y="1057275"/>
                </a:lnTo>
                <a:lnTo>
                  <a:pt x="1209675" y="1057275"/>
                </a:lnTo>
                <a:close/>
                <a:moveTo>
                  <a:pt x="209550" y="1057275"/>
                </a:moveTo>
                <a:lnTo>
                  <a:pt x="228600" y="1057275"/>
                </a:lnTo>
                <a:lnTo>
                  <a:pt x="228600" y="1066800"/>
                </a:lnTo>
                <a:lnTo>
                  <a:pt x="209550" y="1066800"/>
                </a:lnTo>
                <a:close/>
                <a:moveTo>
                  <a:pt x="466725" y="1057275"/>
                </a:moveTo>
                <a:lnTo>
                  <a:pt x="476250" y="1057275"/>
                </a:lnTo>
                <a:lnTo>
                  <a:pt x="476250" y="1066800"/>
                </a:lnTo>
                <a:lnTo>
                  <a:pt x="466725" y="1066800"/>
                </a:lnTo>
                <a:close/>
                <a:moveTo>
                  <a:pt x="533400" y="1057275"/>
                </a:moveTo>
                <a:lnTo>
                  <a:pt x="542925" y="1057275"/>
                </a:lnTo>
                <a:lnTo>
                  <a:pt x="542925" y="1066800"/>
                </a:lnTo>
                <a:lnTo>
                  <a:pt x="533400" y="1066800"/>
                </a:lnTo>
                <a:close/>
                <a:moveTo>
                  <a:pt x="781050" y="1057275"/>
                </a:moveTo>
                <a:lnTo>
                  <a:pt x="790575" y="1057275"/>
                </a:lnTo>
                <a:lnTo>
                  <a:pt x="790575" y="1066800"/>
                </a:lnTo>
                <a:lnTo>
                  <a:pt x="781050" y="1066800"/>
                </a:lnTo>
                <a:close/>
                <a:moveTo>
                  <a:pt x="1057275" y="1057275"/>
                </a:moveTo>
                <a:lnTo>
                  <a:pt x="1066800" y="1057275"/>
                </a:lnTo>
                <a:lnTo>
                  <a:pt x="1066800" y="1066800"/>
                </a:lnTo>
                <a:lnTo>
                  <a:pt x="1057275" y="1066800"/>
                </a:lnTo>
                <a:close/>
                <a:moveTo>
                  <a:pt x="1114425" y="1057275"/>
                </a:moveTo>
                <a:lnTo>
                  <a:pt x="1123950" y="1057275"/>
                </a:lnTo>
                <a:lnTo>
                  <a:pt x="1123950" y="1066800"/>
                </a:lnTo>
                <a:lnTo>
                  <a:pt x="1114425" y="1066800"/>
                </a:lnTo>
                <a:close/>
                <a:moveTo>
                  <a:pt x="1171575" y="1057275"/>
                </a:moveTo>
                <a:lnTo>
                  <a:pt x="1209675" y="1057275"/>
                </a:lnTo>
                <a:lnTo>
                  <a:pt x="1209675" y="1066800"/>
                </a:lnTo>
                <a:lnTo>
                  <a:pt x="1181100" y="1066800"/>
                </a:lnTo>
                <a:lnTo>
                  <a:pt x="1181100" y="1076325"/>
                </a:lnTo>
                <a:lnTo>
                  <a:pt x="1171575" y="1076325"/>
                </a:lnTo>
                <a:close/>
                <a:moveTo>
                  <a:pt x="1466850" y="1057275"/>
                </a:moveTo>
                <a:lnTo>
                  <a:pt x="1476375" y="1057275"/>
                </a:lnTo>
                <a:lnTo>
                  <a:pt x="1476375" y="1066800"/>
                </a:lnTo>
                <a:lnTo>
                  <a:pt x="1466850" y="1066800"/>
                </a:lnTo>
                <a:close/>
                <a:moveTo>
                  <a:pt x="257175" y="1066800"/>
                </a:moveTo>
                <a:lnTo>
                  <a:pt x="266700" y="1066800"/>
                </a:lnTo>
                <a:lnTo>
                  <a:pt x="266700" y="1076325"/>
                </a:lnTo>
                <a:lnTo>
                  <a:pt x="257175" y="1076325"/>
                </a:lnTo>
                <a:close/>
                <a:moveTo>
                  <a:pt x="276225" y="1066800"/>
                </a:moveTo>
                <a:lnTo>
                  <a:pt x="285750" y="1066800"/>
                </a:lnTo>
                <a:lnTo>
                  <a:pt x="285750" y="1076325"/>
                </a:lnTo>
                <a:lnTo>
                  <a:pt x="276225" y="1076325"/>
                </a:lnTo>
                <a:close/>
                <a:moveTo>
                  <a:pt x="438150" y="1066800"/>
                </a:moveTo>
                <a:lnTo>
                  <a:pt x="447675" y="1066800"/>
                </a:lnTo>
                <a:lnTo>
                  <a:pt x="447675" y="1076325"/>
                </a:lnTo>
                <a:lnTo>
                  <a:pt x="438150" y="1076325"/>
                </a:lnTo>
                <a:close/>
                <a:moveTo>
                  <a:pt x="504825" y="1066800"/>
                </a:moveTo>
                <a:lnTo>
                  <a:pt x="514350" y="1066800"/>
                </a:lnTo>
                <a:lnTo>
                  <a:pt x="514350" y="1076325"/>
                </a:lnTo>
                <a:lnTo>
                  <a:pt x="504825" y="1076325"/>
                </a:lnTo>
                <a:close/>
                <a:moveTo>
                  <a:pt x="952500" y="1066800"/>
                </a:moveTo>
                <a:lnTo>
                  <a:pt x="962025" y="1066800"/>
                </a:lnTo>
                <a:lnTo>
                  <a:pt x="962025" y="1076325"/>
                </a:lnTo>
                <a:lnTo>
                  <a:pt x="952500" y="1076325"/>
                </a:lnTo>
                <a:close/>
                <a:moveTo>
                  <a:pt x="1066800" y="1066800"/>
                </a:moveTo>
                <a:lnTo>
                  <a:pt x="1076325" y="1066800"/>
                </a:lnTo>
                <a:lnTo>
                  <a:pt x="1076325" y="1076325"/>
                </a:lnTo>
                <a:lnTo>
                  <a:pt x="1066800" y="1076325"/>
                </a:lnTo>
                <a:close/>
                <a:moveTo>
                  <a:pt x="1666875" y="1066800"/>
                </a:moveTo>
                <a:lnTo>
                  <a:pt x="1676400" y="1066800"/>
                </a:lnTo>
                <a:lnTo>
                  <a:pt x="1676400" y="1076325"/>
                </a:lnTo>
                <a:lnTo>
                  <a:pt x="1666875" y="1076325"/>
                </a:lnTo>
                <a:close/>
                <a:moveTo>
                  <a:pt x="1743075" y="1066800"/>
                </a:moveTo>
                <a:lnTo>
                  <a:pt x="1752600" y="1066800"/>
                </a:lnTo>
                <a:lnTo>
                  <a:pt x="1752600" y="1085850"/>
                </a:lnTo>
                <a:lnTo>
                  <a:pt x="1743075" y="1085850"/>
                </a:lnTo>
                <a:close/>
                <a:moveTo>
                  <a:pt x="1781175" y="1066800"/>
                </a:moveTo>
                <a:lnTo>
                  <a:pt x="1790700" y="1066800"/>
                </a:lnTo>
                <a:lnTo>
                  <a:pt x="1790700" y="1076325"/>
                </a:lnTo>
                <a:lnTo>
                  <a:pt x="1781175" y="1076325"/>
                </a:lnTo>
                <a:close/>
                <a:moveTo>
                  <a:pt x="409575" y="1076325"/>
                </a:moveTo>
                <a:lnTo>
                  <a:pt x="419100" y="1076325"/>
                </a:lnTo>
                <a:lnTo>
                  <a:pt x="419100" y="1085850"/>
                </a:lnTo>
                <a:lnTo>
                  <a:pt x="409575" y="1085850"/>
                </a:lnTo>
                <a:close/>
                <a:moveTo>
                  <a:pt x="809625" y="1076325"/>
                </a:moveTo>
                <a:lnTo>
                  <a:pt x="819150" y="1076325"/>
                </a:lnTo>
                <a:lnTo>
                  <a:pt x="819150" y="1085850"/>
                </a:lnTo>
                <a:lnTo>
                  <a:pt x="809625" y="1085850"/>
                </a:lnTo>
                <a:close/>
                <a:moveTo>
                  <a:pt x="962025" y="1076325"/>
                </a:moveTo>
                <a:lnTo>
                  <a:pt x="981075" y="1076325"/>
                </a:lnTo>
                <a:lnTo>
                  <a:pt x="981075" y="1085850"/>
                </a:lnTo>
                <a:lnTo>
                  <a:pt x="962025" y="1085850"/>
                </a:lnTo>
                <a:close/>
                <a:moveTo>
                  <a:pt x="1219200" y="1076325"/>
                </a:moveTo>
                <a:lnTo>
                  <a:pt x="1238250" y="1076325"/>
                </a:lnTo>
                <a:lnTo>
                  <a:pt x="1238250" y="1095375"/>
                </a:lnTo>
                <a:lnTo>
                  <a:pt x="1228725" y="1095375"/>
                </a:lnTo>
                <a:lnTo>
                  <a:pt x="1228725" y="1085850"/>
                </a:lnTo>
                <a:lnTo>
                  <a:pt x="1219200" y="1085850"/>
                </a:lnTo>
                <a:close/>
                <a:moveTo>
                  <a:pt x="447675" y="1085850"/>
                </a:moveTo>
                <a:lnTo>
                  <a:pt x="457200" y="1085850"/>
                </a:lnTo>
                <a:lnTo>
                  <a:pt x="457200" y="1095375"/>
                </a:lnTo>
                <a:lnTo>
                  <a:pt x="447675" y="1095375"/>
                </a:lnTo>
                <a:close/>
                <a:moveTo>
                  <a:pt x="1552575" y="1085850"/>
                </a:moveTo>
                <a:lnTo>
                  <a:pt x="1562100" y="1085850"/>
                </a:lnTo>
                <a:lnTo>
                  <a:pt x="1562100" y="1095375"/>
                </a:lnTo>
                <a:lnTo>
                  <a:pt x="1552575" y="1095375"/>
                </a:lnTo>
                <a:close/>
                <a:moveTo>
                  <a:pt x="361950" y="1095375"/>
                </a:moveTo>
                <a:lnTo>
                  <a:pt x="371475" y="1095375"/>
                </a:lnTo>
                <a:lnTo>
                  <a:pt x="371475" y="1104900"/>
                </a:lnTo>
                <a:lnTo>
                  <a:pt x="361950" y="1104900"/>
                </a:lnTo>
                <a:close/>
                <a:moveTo>
                  <a:pt x="419100" y="1095375"/>
                </a:moveTo>
                <a:lnTo>
                  <a:pt x="428625" y="1095375"/>
                </a:lnTo>
                <a:lnTo>
                  <a:pt x="428625" y="1104900"/>
                </a:lnTo>
                <a:lnTo>
                  <a:pt x="419100" y="1104900"/>
                </a:lnTo>
                <a:close/>
                <a:moveTo>
                  <a:pt x="828675" y="1095375"/>
                </a:moveTo>
                <a:lnTo>
                  <a:pt x="838200" y="1095375"/>
                </a:lnTo>
                <a:lnTo>
                  <a:pt x="838200" y="1104900"/>
                </a:lnTo>
                <a:lnTo>
                  <a:pt x="828675" y="1104900"/>
                </a:lnTo>
                <a:close/>
                <a:moveTo>
                  <a:pt x="1000125" y="1095375"/>
                </a:moveTo>
                <a:lnTo>
                  <a:pt x="1009650" y="1095375"/>
                </a:lnTo>
                <a:lnTo>
                  <a:pt x="1009650" y="1104900"/>
                </a:lnTo>
                <a:lnTo>
                  <a:pt x="1000125" y="1104900"/>
                </a:lnTo>
                <a:close/>
                <a:moveTo>
                  <a:pt x="1171575" y="1095375"/>
                </a:moveTo>
                <a:lnTo>
                  <a:pt x="1181100" y="1095375"/>
                </a:lnTo>
                <a:lnTo>
                  <a:pt x="1181100" y="1104900"/>
                </a:lnTo>
                <a:lnTo>
                  <a:pt x="1171575" y="1104900"/>
                </a:lnTo>
                <a:close/>
                <a:moveTo>
                  <a:pt x="1238250" y="1095375"/>
                </a:moveTo>
                <a:lnTo>
                  <a:pt x="1247775" y="1095375"/>
                </a:lnTo>
                <a:lnTo>
                  <a:pt x="1247775" y="1104900"/>
                </a:lnTo>
                <a:lnTo>
                  <a:pt x="1238250" y="1104900"/>
                </a:lnTo>
                <a:close/>
                <a:moveTo>
                  <a:pt x="1790700" y="1095375"/>
                </a:moveTo>
                <a:lnTo>
                  <a:pt x="1800225" y="1095375"/>
                </a:lnTo>
                <a:lnTo>
                  <a:pt x="1800225" y="1104900"/>
                </a:lnTo>
                <a:lnTo>
                  <a:pt x="1790700" y="1104900"/>
                </a:lnTo>
                <a:close/>
                <a:moveTo>
                  <a:pt x="123825" y="1104900"/>
                </a:moveTo>
                <a:lnTo>
                  <a:pt x="133350" y="1104900"/>
                </a:lnTo>
                <a:lnTo>
                  <a:pt x="133350" y="1133475"/>
                </a:lnTo>
                <a:lnTo>
                  <a:pt x="123825" y="1133475"/>
                </a:lnTo>
                <a:close/>
                <a:moveTo>
                  <a:pt x="790575" y="1104900"/>
                </a:moveTo>
                <a:lnTo>
                  <a:pt x="828675" y="1104900"/>
                </a:lnTo>
                <a:lnTo>
                  <a:pt x="828675" y="1114425"/>
                </a:lnTo>
                <a:lnTo>
                  <a:pt x="838200" y="1114425"/>
                </a:lnTo>
                <a:lnTo>
                  <a:pt x="838200" y="1104900"/>
                </a:lnTo>
                <a:lnTo>
                  <a:pt x="857250" y="1104900"/>
                </a:lnTo>
                <a:lnTo>
                  <a:pt x="857250" y="1114425"/>
                </a:lnTo>
                <a:lnTo>
                  <a:pt x="838200" y="1114425"/>
                </a:lnTo>
                <a:lnTo>
                  <a:pt x="838200" y="1123950"/>
                </a:lnTo>
                <a:lnTo>
                  <a:pt x="819150" y="1123950"/>
                </a:lnTo>
                <a:lnTo>
                  <a:pt x="819150" y="1133475"/>
                </a:lnTo>
                <a:lnTo>
                  <a:pt x="809625" y="1133475"/>
                </a:lnTo>
                <a:lnTo>
                  <a:pt x="809625" y="1114425"/>
                </a:lnTo>
                <a:lnTo>
                  <a:pt x="790575" y="1114425"/>
                </a:lnTo>
                <a:close/>
                <a:moveTo>
                  <a:pt x="1485900" y="1104900"/>
                </a:moveTo>
                <a:lnTo>
                  <a:pt x="1495425" y="1104900"/>
                </a:lnTo>
                <a:lnTo>
                  <a:pt x="1495425" y="1114425"/>
                </a:lnTo>
                <a:lnTo>
                  <a:pt x="1485900" y="1114425"/>
                </a:lnTo>
                <a:close/>
                <a:moveTo>
                  <a:pt x="1762125" y="1104900"/>
                </a:moveTo>
                <a:lnTo>
                  <a:pt x="1771650" y="1104900"/>
                </a:lnTo>
                <a:lnTo>
                  <a:pt x="1771650" y="1133475"/>
                </a:lnTo>
                <a:lnTo>
                  <a:pt x="1790700" y="1133475"/>
                </a:lnTo>
                <a:lnTo>
                  <a:pt x="1790700" y="1162050"/>
                </a:lnTo>
                <a:lnTo>
                  <a:pt x="1771650" y="1162050"/>
                </a:lnTo>
                <a:lnTo>
                  <a:pt x="1771650" y="1181100"/>
                </a:lnTo>
                <a:lnTo>
                  <a:pt x="1762125" y="1181100"/>
                </a:lnTo>
                <a:lnTo>
                  <a:pt x="1762125" y="1171575"/>
                </a:lnTo>
                <a:lnTo>
                  <a:pt x="1733550" y="1171575"/>
                </a:lnTo>
                <a:lnTo>
                  <a:pt x="1733550" y="1143000"/>
                </a:lnTo>
                <a:lnTo>
                  <a:pt x="1743075" y="1143000"/>
                </a:lnTo>
                <a:lnTo>
                  <a:pt x="1743075" y="1133475"/>
                </a:lnTo>
                <a:lnTo>
                  <a:pt x="1762125" y="1133475"/>
                </a:lnTo>
                <a:close/>
                <a:moveTo>
                  <a:pt x="1962150" y="1104900"/>
                </a:moveTo>
                <a:lnTo>
                  <a:pt x="1971675" y="1104900"/>
                </a:lnTo>
                <a:lnTo>
                  <a:pt x="1971675" y="1123950"/>
                </a:lnTo>
                <a:lnTo>
                  <a:pt x="1962150" y="1123950"/>
                </a:lnTo>
                <a:close/>
                <a:moveTo>
                  <a:pt x="742950" y="1114425"/>
                </a:moveTo>
                <a:lnTo>
                  <a:pt x="752475" y="1114425"/>
                </a:lnTo>
                <a:lnTo>
                  <a:pt x="752475" y="1123950"/>
                </a:lnTo>
                <a:lnTo>
                  <a:pt x="742950" y="1123950"/>
                </a:lnTo>
                <a:close/>
                <a:moveTo>
                  <a:pt x="1114425" y="1114425"/>
                </a:moveTo>
                <a:lnTo>
                  <a:pt x="1123950" y="1114425"/>
                </a:lnTo>
                <a:lnTo>
                  <a:pt x="1123950" y="1123950"/>
                </a:lnTo>
                <a:lnTo>
                  <a:pt x="1114425" y="1123950"/>
                </a:lnTo>
                <a:close/>
                <a:moveTo>
                  <a:pt x="1133475" y="1114425"/>
                </a:moveTo>
                <a:lnTo>
                  <a:pt x="1143000" y="1114425"/>
                </a:lnTo>
                <a:lnTo>
                  <a:pt x="1143000" y="1133475"/>
                </a:lnTo>
                <a:lnTo>
                  <a:pt x="1133475" y="1133475"/>
                </a:lnTo>
                <a:close/>
                <a:moveTo>
                  <a:pt x="295275" y="1123950"/>
                </a:moveTo>
                <a:lnTo>
                  <a:pt x="304800" y="1123950"/>
                </a:lnTo>
                <a:lnTo>
                  <a:pt x="304800" y="1133475"/>
                </a:lnTo>
                <a:lnTo>
                  <a:pt x="295275" y="1133475"/>
                </a:lnTo>
                <a:close/>
                <a:moveTo>
                  <a:pt x="866775" y="1123950"/>
                </a:moveTo>
                <a:lnTo>
                  <a:pt x="876300" y="1123950"/>
                </a:lnTo>
                <a:lnTo>
                  <a:pt x="876300" y="1133475"/>
                </a:lnTo>
                <a:lnTo>
                  <a:pt x="866775" y="1133475"/>
                </a:lnTo>
                <a:close/>
                <a:moveTo>
                  <a:pt x="1495425" y="1123950"/>
                </a:moveTo>
                <a:lnTo>
                  <a:pt x="1504950" y="1123950"/>
                </a:lnTo>
                <a:lnTo>
                  <a:pt x="1504950" y="1133475"/>
                </a:lnTo>
                <a:lnTo>
                  <a:pt x="1495425" y="1133475"/>
                </a:lnTo>
                <a:close/>
                <a:moveTo>
                  <a:pt x="1685925" y="1123950"/>
                </a:moveTo>
                <a:lnTo>
                  <a:pt x="1695450" y="1123950"/>
                </a:lnTo>
                <a:lnTo>
                  <a:pt x="1695450" y="1143000"/>
                </a:lnTo>
                <a:lnTo>
                  <a:pt x="1685925" y="1143000"/>
                </a:lnTo>
                <a:close/>
                <a:moveTo>
                  <a:pt x="276225" y="1133475"/>
                </a:moveTo>
                <a:lnTo>
                  <a:pt x="285750" y="1133475"/>
                </a:lnTo>
                <a:lnTo>
                  <a:pt x="285750" y="1143000"/>
                </a:lnTo>
                <a:lnTo>
                  <a:pt x="276225" y="1143000"/>
                </a:lnTo>
                <a:close/>
                <a:moveTo>
                  <a:pt x="323850" y="1133475"/>
                </a:moveTo>
                <a:lnTo>
                  <a:pt x="333375" y="1133475"/>
                </a:lnTo>
                <a:lnTo>
                  <a:pt x="333375" y="1143000"/>
                </a:lnTo>
                <a:lnTo>
                  <a:pt x="323850" y="1143000"/>
                </a:lnTo>
                <a:close/>
                <a:moveTo>
                  <a:pt x="771525" y="1133475"/>
                </a:moveTo>
                <a:lnTo>
                  <a:pt x="781050" y="1133475"/>
                </a:lnTo>
                <a:lnTo>
                  <a:pt x="781050" y="1143000"/>
                </a:lnTo>
                <a:lnTo>
                  <a:pt x="771525" y="1143000"/>
                </a:lnTo>
                <a:close/>
                <a:moveTo>
                  <a:pt x="876300" y="1133475"/>
                </a:moveTo>
                <a:lnTo>
                  <a:pt x="895350" y="1133475"/>
                </a:lnTo>
                <a:lnTo>
                  <a:pt x="895350" y="1143000"/>
                </a:lnTo>
                <a:lnTo>
                  <a:pt x="876300" y="1143000"/>
                </a:lnTo>
                <a:close/>
                <a:moveTo>
                  <a:pt x="1123950" y="1133475"/>
                </a:moveTo>
                <a:lnTo>
                  <a:pt x="1133475" y="1133475"/>
                </a:lnTo>
                <a:lnTo>
                  <a:pt x="1133475" y="1143000"/>
                </a:lnTo>
                <a:lnTo>
                  <a:pt x="1123950" y="1143000"/>
                </a:lnTo>
                <a:close/>
                <a:moveTo>
                  <a:pt x="1571625" y="1133475"/>
                </a:moveTo>
                <a:lnTo>
                  <a:pt x="1581150" y="1133475"/>
                </a:lnTo>
                <a:lnTo>
                  <a:pt x="1581150" y="1143000"/>
                </a:lnTo>
                <a:lnTo>
                  <a:pt x="1571625" y="1143000"/>
                </a:lnTo>
                <a:close/>
                <a:moveTo>
                  <a:pt x="304800" y="1143000"/>
                </a:moveTo>
                <a:lnTo>
                  <a:pt x="314325" y="1143000"/>
                </a:lnTo>
                <a:lnTo>
                  <a:pt x="314325" y="1152525"/>
                </a:lnTo>
                <a:lnTo>
                  <a:pt x="304800" y="1152525"/>
                </a:lnTo>
                <a:close/>
                <a:moveTo>
                  <a:pt x="628650" y="1143000"/>
                </a:moveTo>
                <a:lnTo>
                  <a:pt x="638175" y="1143000"/>
                </a:lnTo>
                <a:lnTo>
                  <a:pt x="638175" y="1152525"/>
                </a:lnTo>
                <a:lnTo>
                  <a:pt x="628650" y="1152525"/>
                </a:lnTo>
                <a:close/>
                <a:moveTo>
                  <a:pt x="647700" y="1143000"/>
                </a:moveTo>
                <a:lnTo>
                  <a:pt x="657225" y="1143000"/>
                </a:lnTo>
                <a:lnTo>
                  <a:pt x="657225" y="1152525"/>
                </a:lnTo>
                <a:lnTo>
                  <a:pt x="647700" y="1152525"/>
                </a:lnTo>
                <a:close/>
                <a:moveTo>
                  <a:pt x="895350" y="1143000"/>
                </a:moveTo>
                <a:lnTo>
                  <a:pt x="904875" y="1143000"/>
                </a:lnTo>
                <a:lnTo>
                  <a:pt x="904875" y="1152525"/>
                </a:lnTo>
                <a:lnTo>
                  <a:pt x="895350" y="1152525"/>
                </a:lnTo>
                <a:close/>
                <a:moveTo>
                  <a:pt x="1066800" y="1143000"/>
                </a:moveTo>
                <a:lnTo>
                  <a:pt x="1076325" y="1143000"/>
                </a:lnTo>
                <a:lnTo>
                  <a:pt x="1076325" y="1152525"/>
                </a:lnTo>
                <a:lnTo>
                  <a:pt x="1066800" y="1152525"/>
                </a:lnTo>
                <a:close/>
                <a:moveTo>
                  <a:pt x="1104900" y="1143000"/>
                </a:moveTo>
                <a:lnTo>
                  <a:pt x="1114425" y="1143000"/>
                </a:lnTo>
                <a:lnTo>
                  <a:pt x="1114425" y="1152525"/>
                </a:lnTo>
                <a:lnTo>
                  <a:pt x="1104900" y="1152525"/>
                </a:lnTo>
                <a:close/>
                <a:moveTo>
                  <a:pt x="257175" y="1152525"/>
                </a:moveTo>
                <a:lnTo>
                  <a:pt x="266700" y="1152525"/>
                </a:lnTo>
                <a:lnTo>
                  <a:pt x="266700" y="1181100"/>
                </a:lnTo>
                <a:lnTo>
                  <a:pt x="257175" y="1181100"/>
                </a:lnTo>
                <a:close/>
                <a:moveTo>
                  <a:pt x="619125" y="1152525"/>
                </a:moveTo>
                <a:lnTo>
                  <a:pt x="628650" y="1152525"/>
                </a:lnTo>
                <a:lnTo>
                  <a:pt x="628650" y="1171575"/>
                </a:lnTo>
                <a:lnTo>
                  <a:pt x="619125" y="1171575"/>
                </a:lnTo>
                <a:close/>
                <a:moveTo>
                  <a:pt x="904875" y="1152525"/>
                </a:moveTo>
                <a:lnTo>
                  <a:pt x="914400" y="1152525"/>
                </a:lnTo>
                <a:lnTo>
                  <a:pt x="914400" y="1162050"/>
                </a:lnTo>
                <a:lnTo>
                  <a:pt x="904875" y="1162050"/>
                </a:lnTo>
                <a:close/>
                <a:moveTo>
                  <a:pt x="1095375" y="1152525"/>
                </a:moveTo>
                <a:lnTo>
                  <a:pt x="1104900" y="1152525"/>
                </a:lnTo>
                <a:lnTo>
                  <a:pt x="1104900" y="1162050"/>
                </a:lnTo>
                <a:lnTo>
                  <a:pt x="1095375" y="1162050"/>
                </a:lnTo>
                <a:close/>
                <a:moveTo>
                  <a:pt x="1400175" y="1152525"/>
                </a:moveTo>
                <a:lnTo>
                  <a:pt x="1419225" y="1152525"/>
                </a:lnTo>
                <a:lnTo>
                  <a:pt x="1419225" y="1171575"/>
                </a:lnTo>
                <a:lnTo>
                  <a:pt x="1409700" y="1171575"/>
                </a:lnTo>
                <a:lnTo>
                  <a:pt x="1409700" y="1162050"/>
                </a:lnTo>
                <a:lnTo>
                  <a:pt x="1400175" y="1162050"/>
                </a:lnTo>
                <a:close/>
                <a:moveTo>
                  <a:pt x="581025" y="1162050"/>
                </a:moveTo>
                <a:lnTo>
                  <a:pt x="590550" y="1162050"/>
                </a:lnTo>
                <a:lnTo>
                  <a:pt x="590550" y="1171575"/>
                </a:lnTo>
                <a:lnTo>
                  <a:pt x="600075" y="1171575"/>
                </a:lnTo>
                <a:lnTo>
                  <a:pt x="600075" y="1181100"/>
                </a:lnTo>
                <a:lnTo>
                  <a:pt x="590550" y="1181100"/>
                </a:lnTo>
                <a:lnTo>
                  <a:pt x="590550" y="1190625"/>
                </a:lnTo>
                <a:lnTo>
                  <a:pt x="581025" y="1190625"/>
                </a:lnTo>
                <a:close/>
                <a:moveTo>
                  <a:pt x="809625" y="1162050"/>
                </a:moveTo>
                <a:lnTo>
                  <a:pt x="847725" y="1162050"/>
                </a:lnTo>
                <a:lnTo>
                  <a:pt x="847725" y="1171575"/>
                </a:lnTo>
                <a:lnTo>
                  <a:pt x="809625" y="1171575"/>
                </a:lnTo>
                <a:close/>
                <a:moveTo>
                  <a:pt x="1028700" y="1162050"/>
                </a:moveTo>
                <a:lnTo>
                  <a:pt x="1047750" y="1162050"/>
                </a:lnTo>
                <a:lnTo>
                  <a:pt x="1047750" y="1171575"/>
                </a:lnTo>
                <a:lnTo>
                  <a:pt x="1028700" y="1171575"/>
                </a:lnTo>
                <a:close/>
                <a:moveTo>
                  <a:pt x="1828800" y="1162050"/>
                </a:moveTo>
                <a:lnTo>
                  <a:pt x="1838325" y="1162050"/>
                </a:lnTo>
                <a:lnTo>
                  <a:pt x="1838325" y="1171575"/>
                </a:lnTo>
                <a:lnTo>
                  <a:pt x="1828800" y="1171575"/>
                </a:lnTo>
                <a:close/>
                <a:moveTo>
                  <a:pt x="523875" y="1171575"/>
                </a:moveTo>
                <a:lnTo>
                  <a:pt x="533400" y="1171575"/>
                </a:lnTo>
                <a:lnTo>
                  <a:pt x="533400" y="1181100"/>
                </a:lnTo>
                <a:lnTo>
                  <a:pt x="523875" y="1181100"/>
                </a:lnTo>
                <a:close/>
                <a:moveTo>
                  <a:pt x="847725" y="1171575"/>
                </a:moveTo>
                <a:lnTo>
                  <a:pt x="857250" y="1171575"/>
                </a:lnTo>
                <a:lnTo>
                  <a:pt x="857250" y="1181100"/>
                </a:lnTo>
                <a:lnTo>
                  <a:pt x="847725" y="1181100"/>
                </a:lnTo>
                <a:close/>
                <a:moveTo>
                  <a:pt x="914400" y="1171575"/>
                </a:moveTo>
                <a:lnTo>
                  <a:pt x="923925" y="1171575"/>
                </a:lnTo>
                <a:lnTo>
                  <a:pt x="923925" y="1181100"/>
                </a:lnTo>
                <a:lnTo>
                  <a:pt x="914400" y="1181100"/>
                </a:lnTo>
                <a:close/>
                <a:moveTo>
                  <a:pt x="1019175" y="1171575"/>
                </a:moveTo>
                <a:lnTo>
                  <a:pt x="1028700" y="1171575"/>
                </a:lnTo>
                <a:lnTo>
                  <a:pt x="1028700" y="1181100"/>
                </a:lnTo>
                <a:lnTo>
                  <a:pt x="1019175" y="1181100"/>
                </a:lnTo>
                <a:close/>
                <a:moveTo>
                  <a:pt x="1066800" y="1171575"/>
                </a:moveTo>
                <a:lnTo>
                  <a:pt x="1076325" y="1171575"/>
                </a:lnTo>
                <a:lnTo>
                  <a:pt x="1076325" y="1181100"/>
                </a:lnTo>
                <a:lnTo>
                  <a:pt x="1066800" y="1181100"/>
                </a:lnTo>
                <a:close/>
                <a:moveTo>
                  <a:pt x="1552575" y="1171575"/>
                </a:moveTo>
                <a:lnTo>
                  <a:pt x="1562100" y="1171575"/>
                </a:lnTo>
                <a:lnTo>
                  <a:pt x="1562100" y="1190625"/>
                </a:lnTo>
                <a:lnTo>
                  <a:pt x="1552575" y="1190625"/>
                </a:lnTo>
                <a:close/>
                <a:moveTo>
                  <a:pt x="428625" y="1181100"/>
                </a:moveTo>
                <a:lnTo>
                  <a:pt x="438150" y="1181100"/>
                </a:lnTo>
                <a:lnTo>
                  <a:pt x="438150" y="1190625"/>
                </a:lnTo>
                <a:lnTo>
                  <a:pt x="428625" y="1190625"/>
                </a:lnTo>
                <a:close/>
                <a:moveTo>
                  <a:pt x="514350" y="1181100"/>
                </a:moveTo>
                <a:lnTo>
                  <a:pt x="523875" y="1181100"/>
                </a:lnTo>
                <a:lnTo>
                  <a:pt x="523875" y="1190625"/>
                </a:lnTo>
                <a:lnTo>
                  <a:pt x="514350" y="1190625"/>
                </a:lnTo>
                <a:close/>
                <a:moveTo>
                  <a:pt x="1057275" y="1181100"/>
                </a:moveTo>
                <a:lnTo>
                  <a:pt x="1066800" y="1181100"/>
                </a:lnTo>
                <a:lnTo>
                  <a:pt x="1066800" y="1190625"/>
                </a:lnTo>
                <a:lnTo>
                  <a:pt x="1057275" y="1190625"/>
                </a:lnTo>
                <a:close/>
                <a:moveTo>
                  <a:pt x="1343025" y="1181100"/>
                </a:moveTo>
                <a:lnTo>
                  <a:pt x="1352550" y="1181100"/>
                </a:lnTo>
                <a:lnTo>
                  <a:pt x="1352550" y="1190625"/>
                </a:lnTo>
                <a:lnTo>
                  <a:pt x="1343025" y="1190625"/>
                </a:lnTo>
                <a:close/>
                <a:moveTo>
                  <a:pt x="1590675" y="1181100"/>
                </a:moveTo>
                <a:lnTo>
                  <a:pt x="1600200" y="1181100"/>
                </a:lnTo>
                <a:lnTo>
                  <a:pt x="1600200" y="1190625"/>
                </a:lnTo>
                <a:lnTo>
                  <a:pt x="1590675" y="1190625"/>
                </a:lnTo>
                <a:close/>
                <a:moveTo>
                  <a:pt x="133350" y="1190625"/>
                </a:moveTo>
                <a:lnTo>
                  <a:pt x="142875" y="1190625"/>
                </a:lnTo>
                <a:lnTo>
                  <a:pt x="142875" y="1209675"/>
                </a:lnTo>
                <a:lnTo>
                  <a:pt x="133350" y="1209675"/>
                </a:lnTo>
                <a:close/>
                <a:moveTo>
                  <a:pt x="438150" y="1190625"/>
                </a:moveTo>
                <a:lnTo>
                  <a:pt x="447675" y="1190625"/>
                </a:lnTo>
                <a:lnTo>
                  <a:pt x="447675" y="1200150"/>
                </a:lnTo>
                <a:lnTo>
                  <a:pt x="438150" y="1200150"/>
                </a:lnTo>
                <a:close/>
                <a:moveTo>
                  <a:pt x="561975" y="1190625"/>
                </a:moveTo>
                <a:lnTo>
                  <a:pt x="571500" y="1190625"/>
                </a:lnTo>
                <a:lnTo>
                  <a:pt x="571500" y="1200150"/>
                </a:lnTo>
                <a:lnTo>
                  <a:pt x="561975" y="1200150"/>
                </a:lnTo>
                <a:close/>
                <a:moveTo>
                  <a:pt x="809625" y="1190625"/>
                </a:moveTo>
                <a:lnTo>
                  <a:pt x="819150" y="1190625"/>
                </a:lnTo>
                <a:lnTo>
                  <a:pt x="819150" y="1200150"/>
                </a:lnTo>
                <a:lnTo>
                  <a:pt x="809625" y="1200150"/>
                </a:lnTo>
                <a:close/>
                <a:moveTo>
                  <a:pt x="942975" y="1190625"/>
                </a:moveTo>
                <a:lnTo>
                  <a:pt x="952500" y="1190625"/>
                </a:lnTo>
                <a:lnTo>
                  <a:pt x="952500" y="1200150"/>
                </a:lnTo>
                <a:lnTo>
                  <a:pt x="942975" y="1200150"/>
                </a:lnTo>
                <a:close/>
                <a:moveTo>
                  <a:pt x="1162050" y="1190625"/>
                </a:moveTo>
                <a:lnTo>
                  <a:pt x="1171575" y="1190625"/>
                </a:lnTo>
                <a:lnTo>
                  <a:pt x="1171575" y="1200150"/>
                </a:lnTo>
                <a:lnTo>
                  <a:pt x="1162050" y="1200150"/>
                </a:lnTo>
                <a:close/>
                <a:moveTo>
                  <a:pt x="1333500" y="1190625"/>
                </a:moveTo>
                <a:lnTo>
                  <a:pt x="1343025" y="1190625"/>
                </a:lnTo>
                <a:lnTo>
                  <a:pt x="1343025" y="1200150"/>
                </a:lnTo>
                <a:lnTo>
                  <a:pt x="1333500" y="1200150"/>
                </a:lnTo>
                <a:close/>
                <a:moveTo>
                  <a:pt x="1524000" y="1190625"/>
                </a:moveTo>
                <a:lnTo>
                  <a:pt x="1533525" y="1190625"/>
                </a:lnTo>
                <a:lnTo>
                  <a:pt x="1533525" y="1200150"/>
                </a:lnTo>
                <a:lnTo>
                  <a:pt x="1524000" y="1200150"/>
                </a:lnTo>
                <a:close/>
                <a:moveTo>
                  <a:pt x="1562100" y="1190625"/>
                </a:moveTo>
                <a:lnTo>
                  <a:pt x="1571625" y="1190625"/>
                </a:lnTo>
                <a:lnTo>
                  <a:pt x="1571625" y="1200150"/>
                </a:lnTo>
                <a:lnTo>
                  <a:pt x="1562100" y="1200150"/>
                </a:lnTo>
                <a:close/>
                <a:moveTo>
                  <a:pt x="1666875" y="1190625"/>
                </a:moveTo>
                <a:lnTo>
                  <a:pt x="1676400" y="1190625"/>
                </a:lnTo>
                <a:lnTo>
                  <a:pt x="1676400" y="1200150"/>
                </a:lnTo>
                <a:lnTo>
                  <a:pt x="1666875" y="1200150"/>
                </a:lnTo>
                <a:close/>
                <a:moveTo>
                  <a:pt x="1952625" y="1190625"/>
                </a:moveTo>
                <a:lnTo>
                  <a:pt x="1962150" y="1190625"/>
                </a:lnTo>
                <a:lnTo>
                  <a:pt x="1962150" y="1209675"/>
                </a:lnTo>
                <a:lnTo>
                  <a:pt x="1952625" y="1209675"/>
                </a:lnTo>
                <a:close/>
                <a:moveTo>
                  <a:pt x="238125" y="1200150"/>
                </a:moveTo>
                <a:lnTo>
                  <a:pt x="247650" y="1200150"/>
                </a:lnTo>
                <a:lnTo>
                  <a:pt x="247650" y="1209675"/>
                </a:lnTo>
                <a:lnTo>
                  <a:pt x="238125" y="1209675"/>
                </a:lnTo>
                <a:close/>
                <a:moveTo>
                  <a:pt x="533400" y="1200150"/>
                </a:moveTo>
                <a:lnTo>
                  <a:pt x="542925" y="1200150"/>
                </a:lnTo>
                <a:lnTo>
                  <a:pt x="542925" y="1209675"/>
                </a:lnTo>
                <a:lnTo>
                  <a:pt x="533400" y="1209675"/>
                </a:lnTo>
                <a:close/>
                <a:moveTo>
                  <a:pt x="752475" y="1200150"/>
                </a:moveTo>
                <a:lnTo>
                  <a:pt x="762000" y="1200150"/>
                </a:lnTo>
                <a:lnTo>
                  <a:pt x="762000" y="1209675"/>
                </a:lnTo>
                <a:lnTo>
                  <a:pt x="752475" y="1209675"/>
                </a:lnTo>
                <a:close/>
                <a:moveTo>
                  <a:pt x="923925" y="1200150"/>
                </a:moveTo>
                <a:lnTo>
                  <a:pt x="933450" y="1200150"/>
                </a:lnTo>
                <a:lnTo>
                  <a:pt x="933450" y="1209675"/>
                </a:lnTo>
                <a:lnTo>
                  <a:pt x="923925" y="1209675"/>
                </a:lnTo>
                <a:close/>
                <a:moveTo>
                  <a:pt x="1038225" y="1200150"/>
                </a:moveTo>
                <a:lnTo>
                  <a:pt x="1047750" y="1200150"/>
                </a:lnTo>
                <a:lnTo>
                  <a:pt x="1047750" y="1209675"/>
                </a:lnTo>
                <a:lnTo>
                  <a:pt x="1038225" y="1209675"/>
                </a:lnTo>
                <a:close/>
                <a:moveTo>
                  <a:pt x="1314450" y="1200150"/>
                </a:moveTo>
                <a:lnTo>
                  <a:pt x="1323975" y="1200150"/>
                </a:lnTo>
                <a:lnTo>
                  <a:pt x="1323975" y="1209675"/>
                </a:lnTo>
                <a:lnTo>
                  <a:pt x="1314450" y="1209675"/>
                </a:lnTo>
                <a:close/>
                <a:moveTo>
                  <a:pt x="1362075" y="1200150"/>
                </a:moveTo>
                <a:lnTo>
                  <a:pt x="1371600" y="1200150"/>
                </a:lnTo>
                <a:lnTo>
                  <a:pt x="1371600" y="1209675"/>
                </a:lnTo>
                <a:lnTo>
                  <a:pt x="1362075" y="1209675"/>
                </a:lnTo>
                <a:close/>
                <a:moveTo>
                  <a:pt x="1600200" y="1200150"/>
                </a:moveTo>
                <a:lnTo>
                  <a:pt x="1609725" y="1200150"/>
                </a:lnTo>
                <a:lnTo>
                  <a:pt x="1609725" y="1209675"/>
                </a:lnTo>
                <a:lnTo>
                  <a:pt x="1600200" y="1209675"/>
                </a:lnTo>
                <a:close/>
                <a:moveTo>
                  <a:pt x="1819275" y="1200150"/>
                </a:moveTo>
                <a:lnTo>
                  <a:pt x="1838325" y="1200150"/>
                </a:lnTo>
                <a:lnTo>
                  <a:pt x="1838325" y="1209675"/>
                </a:lnTo>
                <a:lnTo>
                  <a:pt x="1847850" y="1209675"/>
                </a:lnTo>
                <a:lnTo>
                  <a:pt x="1847850" y="1228725"/>
                </a:lnTo>
                <a:lnTo>
                  <a:pt x="1857375" y="1228725"/>
                </a:lnTo>
                <a:lnTo>
                  <a:pt x="1857375" y="1266825"/>
                </a:lnTo>
                <a:lnTo>
                  <a:pt x="1866900" y="1266825"/>
                </a:lnTo>
                <a:lnTo>
                  <a:pt x="1866900" y="1304925"/>
                </a:lnTo>
                <a:lnTo>
                  <a:pt x="1857375" y="1304925"/>
                </a:lnTo>
                <a:lnTo>
                  <a:pt x="1857375" y="1352550"/>
                </a:lnTo>
                <a:lnTo>
                  <a:pt x="1847850" y="1352550"/>
                </a:lnTo>
                <a:lnTo>
                  <a:pt x="1847850" y="1371600"/>
                </a:lnTo>
                <a:lnTo>
                  <a:pt x="1838325" y="1371600"/>
                </a:lnTo>
                <a:lnTo>
                  <a:pt x="1838325" y="1390650"/>
                </a:lnTo>
                <a:lnTo>
                  <a:pt x="1828800" y="1390650"/>
                </a:lnTo>
                <a:lnTo>
                  <a:pt x="1828800" y="1400175"/>
                </a:lnTo>
                <a:lnTo>
                  <a:pt x="1809750" y="1400175"/>
                </a:lnTo>
                <a:lnTo>
                  <a:pt x="1809750" y="1381125"/>
                </a:lnTo>
                <a:lnTo>
                  <a:pt x="1800225" y="1381125"/>
                </a:lnTo>
                <a:lnTo>
                  <a:pt x="1800225" y="1371600"/>
                </a:lnTo>
                <a:lnTo>
                  <a:pt x="1790700" y="1371600"/>
                </a:lnTo>
                <a:lnTo>
                  <a:pt x="1790700" y="1362075"/>
                </a:lnTo>
                <a:lnTo>
                  <a:pt x="1781175" y="1362075"/>
                </a:lnTo>
                <a:lnTo>
                  <a:pt x="1781175" y="1343025"/>
                </a:lnTo>
                <a:lnTo>
                  <a:pt x="1790700" y="1343025"/>
                </a:lnTo>
                <a:lnTo>
                  <a:pt x="1790700" y="1323975"/>
                </a:lnTo>
                <a:lnTo>
                  <a:pt x="1800225" y="1323975"/>
                </a:lnTo>
                <a:lnTo>
                  <a:pt x="1800225" y="1304925"/>
                </a:lnTo>
                <a:lnTo>
                  <a:pt x="1781175" y="1304925"/>
                </a:lnTo>
                <a:lnTo>
                  <a:pt x="1781175" y="1314450"/>
                </a:lnTo>
                <a:lnTo>
                  <a:pt x="1771650" y="1314450"/>
                </a:lnTo>
                <a:lnTo>
                  <a:pt x="1771650" y="1276350"/>
                </a:lnTo>
                <a:lnTo>
                  <a:pt x="1781175" y="1276350"/>
                </a:lnTo>
                <a:lnTo>
                  <a:pt x="1781175" y="1285875"/>
                </a:lnTo>
                <a:lnTo>
                  <a:pt x="1800225" y="1285875"/>
                </a:lnTo>
                <a:lnTo>
                  <a:pt x="1800225" y="1247775"/>
                </a:lnTo>
                <a:lnTo>
                  <a:pt x="1809750" y="1247775"/>
                </a:lnTo>
                <a:lnTo>
                  <a:pt x="1809750" y="1228725"/>
                </a:lnTo>
                <a:lnTo>
                  <a:pt x="1800225" y="1228725"/>
                </a:lnTo>
                <a:lnTo>
                  <a:pt x="1800225" y="1209675"/>
                </a:lnTo>
                <a:lnTo>
                  <a:pt x="1819275" y="1209675"/>
                </a:lnTo>
                <a:close/>
                <a:moveTo>
                  <a:pt x="228600" y="1209675"/>
                </a:moveTo>
                <a:lnTo>
                  <a:pt x="238125" y="1209675"/>
                </a:lnTo>
                <a:lnTo>
                  <a:pt x="238125" y="1219200"/>
                </a:lnTo>
                <a:lnTo>
                  <a:pt x="228600" y="1219200"/>
                </a:lnTo>
                <a:close/>
                <a:moveTo>
                  <a:pt x="295275" y="1209675"/>
                </a:moveTo>
                <a:lnTo>
                  <a:pt x="304800" y="1209675"/>
                </a:lnTo>
                <a:lnTo>
                  <a:pt x="304800" y="1219200"/>
                </a:lnTo>
                <a:lnTo>
                  <a:pt x="295275" y="1219200"/>
                </a:lnTo>
                <a:close/>
                <a:moveTo>
                  <a:pt x="647700" y="1209675"/>
                </a:moveTo>
                <a:lnTo>
                  <a:pt x="685800" y="1209675"/>
                </a:lnTo>
                <a:lnTo>
                  <a:pt x="685800" y="1238250"/>
                </a:lnTo>
                <a:lnTo>
                  <a:pt x="666750" y="1238250"/>
                </a:lnTo>
                <a:lnTo>
                  <a:pt x="666750" y="1219200"/>
                </a:lnTo>
                <a:lnTo>
                  <a:pt x="647700" y="1219200"/>
                </a:lnTo>
                <a:close/>
                <a:moveTo>
                  <a:pt x="1009650" y="1209675"/>
                </a:moveTo>
                <a:lnTo>
                  <a:pt x="1019175" y="1209675"/>
                </a:lnTo>
                <a:lnTo>
                  <a:pt x="1019175" y="1219200"/>
                </a:lnTo>
                <a:lnTo>
                  <a:pt x="1038225" y="1219200"/>
                </a:lnTo>
                <a:lnTo>
                  <a:pt x="1038225" y="1228725"/>
                </a:lnTo>
                <a:lnTo>
                  <a:pt x="1009650" y="1228725"/>
                </a:lnTo>
                <a:close/>
                <a:moveTo>
                  <a:pt x="1266825" y="1209675"/>
                </a:moveTo>
                <a:lnTo>
                  <a:pt x="1276350" y="1209675"/>
                </a:lnTo>
                <a:lnTo>
                  <a:pt x="1276350" y="1219200"/>
                </a:lnTo>
                <a:lnTo>
                  <a:pt x="1266825" y="1219200"/>
                </a:lnTo>
                <a:close/>
                <a:moveTo>
                  <a:pt x="1533525" y="1209675"/>
                </a:moveTo>
                <a:lnTo>
                  <a:pt x="1543050" y="1209675"/>
                </a:lnTo>
                <a:lnTo>
                  <a:pt x="1543050" y="1219200"/>
                </a:lnTo>
                <a:lnTo>
                  <a:pt x="1533525" y="1219200"/>
                </a:lnTo>
                <a:close/>
                <a:moveTo>
                  <a:pt x="1571625" y="1209675"/>
                </a:moveTo>
                <a:lnTo>
                  <a:pt x="1581150" y="1209675"/>
                </a:lnTo>
                <a:lnTo>
                  <a:pt x="1581150" y="1238250"/>
                </a:lnTo>
                <a:lnTo>
                  <a:pt x="1590675" y="1238250"/>
                </a:lnTo>
                <a:lnTo>
                  <a:pt x="1590675" y="1266825"/>
                </a:lnTo>
                <a:lnTo>
                  <a:pt x="1600200" y="1266825"/>
                </a:lnTo>
                <a:lnTo>
                  <a:pt x="1600200" y="1285875"/>
                </a:lnTo>
                <a:lnTo>
                  <a:pt x="1609725" y="1285875"/>
                </a:lnTo>
                <a:lnTo>
                  <a:pt x="1609725" y="1314450"/>
                </a:lnTo>
                <a:lnTo>
                  <a:pt x="1600200" y="1314450"/>
                </a:lnTo>
                <a:lnTo>
                  <a:pt x="1600200" y="1304925"/>
                </a:lnTo>
                <a:lnTo>
                  <a:pt x="1590675" y="1304925"/>
                </a:lnTo>
                <a:lnTo>
                  <a:pt x="1590675" y="1285875"/>
                </a:lnTo>
                <a:lnTo>
                  <a:pt x="1581150" y="1285875"/>
                </a:lnTo>
                <a:lnTo>
                  <a:pt x="1581150" y="1257300"/>
                </a:lnTo>
                <a:lnTo>
                  <a:pt x="1571625" y="1257300"/>
                </a:lnTo>
                <a:close/>
                <a:moveTo>
                  <a:pt x="1666875" y="1209675"/>
                </a:moveTo>
                <a:lnTo>
                  <a:pt x="1676400" y="1209675"/>
                </a:lnTo>
                <a:lnTo>
                  <a:pt x="1676400" y="1219200"/>
                </a:lnTo>
                <a:lnTo>
                  <a:pt x="1666875" y="1219200"/>
                </a:lnTo>
                <a:close/>
                <a:moveTo>
                  <a:pt x="571500" y="1219200"/>
                </a:moveTo>
                <a:lnTo>
                  <a:pt x="581025" y="1219200"/>
                </a:lnTo>
                <a:lnTo>
                  <a:pt x="581025" y="1228725"/>
                </a:lnTo>
                <a:lnTo>
                  <a:pt x="571500" y="1228725"/>
                </a:lnTo>
                <a:close/>
                <a:moveTo>
                  <a:pt x="638175" y="1219200"/>
                </a:moveTo>
                <a:lnTo>
                  <a:pt x="647700" y="1219200"/>
                </a:lnTo>
                <a:lnTo>
                  <a:pt x="647700" y="1228725"/>
                </a:lnTo>
                <a:lnTo>
                  <a:pt x="638175" y="1228725"/>
                </a:lnTo>
                <a:close/>
                <a:moveTo>
                  <a:pt x="952500" y="1219200"/>
                </a:moveTo>
                <a:lnTo>
                  <a:pt x="962025" y="1219200"/>
                </a:lnTo>
                <a:lnTo>
                  <a:pt x="962025" y="1228725"/>
                </a:lnTo>
                <a:lnTo>
                  <a:pt x="952500" y="1228725"/>
                </a:lnTo>
                <a:close/>
                <a:moveTo>
                  <a:pt x="1057275" y="1219200"/>
                </a:moveTo>
                <a:lnTo>
                  <a:pt x="1066800" y="1219200"/>
                </a:lnTo>
                <a:lnTo>
                  <a:pt x="1066800" y="1228725"/>
                </a:lnTo>
                <a:lnTo>
                  <a:pt x="1076325" y="1228725"/>
                </a:lnTo>
                <a:lnTo>
                  <a:pt x="1076325" y="1238250"/>
                </a:lnTo>
                <a:lnTo>
                  <a:pt x="1038225" y="1238250"/>
                </a:lnTo>
                <a:lnTo>
                  <a:pt x="1038225" y="1228725"/>
                </a:lnTo>
                <a:lnTo>
                  <a:pt x="1057275" y="1228725"/>
                </a:lnTo>
                <a:close/>
                <a:moveTo>
                  <a:pt x="1866900" y="1219200"/>
                </a:moveTo>
                <a:lnTo>
                  <a:pt x="1876425" y="1219200"/>
                </a:lnTo>
                <a:lnTo>
                  <a:pt x="1876425" y="1228725"/>
                </a:lnTo>
                <a:lnTo>
                  <a:pt x="1866900" y="1228725"/>
                </a:lnTo>
                <a:close/>
                <a:moveTo>
                  <a:pt x="447675" y="1228725"/>
                </a:moveTo>
                <a:lnTo>
                  <a:pt x="457200" y="1228725"/>
                </a:lnTo>
                <a:lnTo>
                  <a:pt x="457200" y="1238250"/>
                </a:lnTo>
                <a:lnTo>
                  <a:pt x="447675" y="1238250"/>
                </a:lnTo>
                <a:close/>
                <a:moveTo>
                  <a:pt x="933450" y="1228725"/>
                </a:moveTo>
                <a:lnTo>
                  <a:pt x="942975" y="1228725"/>
                </a:lnTo>
                <a:lnTo>
                  <a:pt x="942975" y="1238250"/>
                </a:lnTo>
                <a:lnTo>
                  <a:pt x="933450" y="1238250"/>
                </a:lnTo>
                <a:close/>
                <a:moveTo>
                  <a:pt x="1457325" y="1228725"/>
                </a:moveTo>
                <a:lnTo>
                  <a:pt x="1476375" y="1228725"/>
                </a:lnTo>
                <a:lnTo>
                  <a:pt x="1476375" y="1247775"/>
                </a:lnTo>
                <a:lnTo>
                  <a:pt x="1466850" y="1247775"/>
                </a:lnTo>
                <a:lnTo>
                  <a:pt x="1466850" y="1266825"/>
                </a:lnTo>
                <a:lnTo>
                  <a:pt x="1447800" y="1266825"/>
                </a:lnTo>
                <a:lnTo>
                  <a:pt x="1447800" y="1247775"/>
                </a:lnTo>
                <a:lnTo>
                  <a:pt x="1457325" y="1247775"/>
                </a:lnTo>
                <a:close/>
                <a:moveTo>
                  <a:pt x="1952625" y="1228725"/>
                </a:moveTo>
                <a:lnTo>
                  <a:pt x="1962150" y="1228725"/>
                </a:lnTo>
                <a:lnTo>
                  <a:pt x="1962150" y="1238250"/>
                </a:lnTo>
                <a:lnTo>
                  <a:pt x="1952625" y="1238250"/>
                </a:lnTo>
                <a:close/>
                <a:moveTo>
                  <a:pt x="0" y="1238250"/>
                </a:moveTo>
                <a:lnTo>
                  <a:pt x="133350" y="1238250"/>
                </a:lnTo>
                <a:lnTo>
                  <a:pt x="133350" y="1247775"/>
                </a:lnTo>
                <a:lnTo>
                  <a:pt x="0" y="1247775"/>
                </a:lnTo>
                <a:close/>
                <a:moveTo>
                  <a:pt x="428625" y="1238250"/>
                </a:moveTo>
                <a:lnTo>
                  <a:pt x="438150" y="1238250"/>
                </a:lnTo>
                <a:lnTo>
                  <a:pt x="438150" y="1247775"/>
                </a:lnTo>
                <a:lnTo>
                  <a:pt x="428625" y="1247775"/>
                </a:lnTo>
                <a:close/>
                <a:moveTo>
                  <a:pt x="647700" y="1238250"/>
                </a:moveTo>
                <a:lnTo>
                  <a:pt x="657225" y="1238250"/>
                </a:lnTo>
                <a:lnTo>
                  <a:pt x="657225" y="1247775"/>
                </a:lnTo>
                <a:lnTo>
                  <a:pt x="647700" y="1247775"/>
                </a:lnTo>
                <a:close/>
                <a:moveTo>
                  <a:pt x="1304925" y="1238250"/>
                </a:moveTo>
                <a:lnTo>
                  <a:pt x="1314450" y="1238250"/>
                </a:lnTo>
                <a:lnTo>
                  <a:pt x="1314450" y="1247775"/>
                </a:lnTo>
                <a:lnTo>
                  <a:pt x="1304925" y="1247775"/>
                </a:lnTo>
                <a:close/>
                <a:moveTo>
                  <a:pt x="1676400" y="1238250"/>
                </a:moveTo>
                <a:lnTo>
                  <a:pt x="1685925" y="1238250"/>
                </a:lnTo>
                <a:lnTo>
                  <a:pt x="1685925" y="1247775"/>
                </a:lnTo>
                <a:lnTo>
                  <a:pt x="1676400" y="1247775"/>
                </a:lnTo>
                <a:close/>
                <a:moveTo>
                  <a:pt x="1962150" y="1238250"/>
                </a:moveTo>
                <a:lnTo>
                  <a:pt x="2457450" y="1238250"/>
                </a:lnTo>
                <a:lnTo>
                  <a:pt x="2457450" y="1247775"/>
                </a:lnTo>
                <a:lnTo>
                  <a:pt x="1962150" y="1247775"/>
                </a:lnTo>
                <a:close/>
                <a:moveTo>
                  <a:pt x="600075" y="1247775"/>
                </a:moveTo>
                <a:lnTo>
                  <a:pt x="609600" y="1247775"/>
                </a:lnTo>
                <a:lnTo>
                  <a:pt x="609600" y="1257300"/>
                </a:lnTo>
                <a:lnTo>
                  <a:pt x="600075" y="1257300"/>
                </a:lnTo>
                <a:close/>
                <a:moveTo>
                  <a:pt x="962025" y="1247775"/>
                </a:moveTo>
                <a:lnTo>
                  <a:pt x="971550" y="1247775"/>
                </a:lnTo>
                <a:lnTo>
                  <a:pt x="971550" y="1257300"/>
                </a:lnTo>
                <a:lnTo>
                  <a:pt x="962025" y="1257300"/>
                </a:lnTo>
                <a:close/>
                <a:moveTo>
                  <a:pt x="1295400" y="1247775"/>
                </a:moveTo>
                <a:lnTo>
                  <a:pt x="1304925" y="1247775"/>
                </a:lnTo>
                <a:lnTo>
                  <a:pt x="1304925" y="1257300"/>
                </a:lnTo>
                <a:lnTo>
                  <a:pt x="1295400" y="1257300"/>
                </a:lnTo>
                <a:close/>
                <a:moveTo>
                  <a:pt x="1619250" y="1247775"/>
                </a:moveTo>
                <a:lnTo>
                  <a:pt x="1628775" y="1247775"/>
                </a:lnTo>
                <a:lnTo>
                  <a:pt x="1628775" y="1257300"/>
                </a:lnTo>
                <a:lnTo>
                  <a:pt x="1619250" y="1257300"/>
                </a:lnTo>
                <a:close/>
                <a:moveTo>
                  <a:pt x="1876425" y="1247775"/>
                </a:moveTo>
                <a:lnTo>
                  <a:pt x="1885950" y="1247775"/>
                </a:lnTo>
                <a:lnTo>
                  <a:pt x="1885950" y="1257300"/>
                </a:lnTo>
                <a:lnTo>
                  <a:pt x="1876425" y="1257300"/>
                </a:lnTo>
                <a:close/>
                <a:moveTo>
                  <a:pt x="381000" y="1257300"/>
                </a:moveTo>
                <a:lnTo>
                  <a:pt x="400050" y="1257300"/>
                </a:lnTo>
                <a:lnTo>
                  <a:pt x="400050" y="1266825"/>
                </a:lnTo>
                <a:lnTo>
                  <a:pt x="381000" y="1266825"/>
                </a:lnTo>
                <a:close/>
                <a:moveTo>
                  <a:pt x="733425" y="1257300"/>
                </a:moveTo>
                <a:lnTo>
                  <a:pt x="752475" y="1257300"/>
                </a:lnTo>
                <a:lnTo>
                  <a:pt x="752475" y="1266825"/>
                </a:lnTo>
                <a:lnTo>
                  <a:pt x="733425" y="1266825"/>
                </a:lnTo>
                <a:close/>
                <a:moveTo>
                  <a:pt x="781050" y="1257300"/>
                </a:moveTo>
                <a:lnTo>
                  <a:pt x="790575" y="1257300"/>
                </a:lnTo>
                <a:lnTo>
                  <a:pt x="790575" y="1276350"/>
                </a:lnTo>
                <a:lnTo>
                  <a:pt x="781050" y="1276350"/>
                </a:lnTo>
                <a:close/>
                <a:moveTo>
                  <a:pt x="1276350" y="1257300"/>
                </a:moveTo>
                <a:lnTo>
                  <a:pt x="1285875" y="1257300"/>
                </a:lnTo>
                <a:lnTo>
                  <a:pt x="1285875" y="1266825"/>
                </a:lnTo>
                <a:lnTo>
                  <a:pt x="1276350" y="1266825"/>
                </a:lnTo>
                <a:close/>
                <a:moveTo>
                  <a:pt x="1552575" y="1257300"/>
                </a:moveTo>
                <a:lnTo>
                  <a:pt x="1562100" y="1257300"/>
                </a:lnTo>
                <a:lnTo>
                  <a:pt x="1562100" y="1285875"/>
                </a:lnTo>
                <a:lnTo>
                  <a:pt x="1552575" y="1285875"/>
                </a:lnTo>
                <a:close/>
                <a:moveTo>
                  <a:pt x="314325" y="1266825"/>
                </a:moveTo>
                <a:lnTo>
                  <a:pt x="323850" y="1266825"/>
                </a:lnTo>
                <a:lnTo>
                  <a:pt x="323850" y="1276350"/>
                </a:lnTo>
                <a:lnTo>
                  <a:pt x="314325" y="1276350"/>
                </a:lnTo>
                <a:close/>
                <a:moveTo>
                  <a:pt x="476250" y="1266825"/>
                </a:moveTo>
                <a:lnTo>
                  <a:pt x="485775" y="1266825"/>
                </a:lnTo>
                <a:lnTo>
                  <a:pt x="485775" y="1276350"/>
                </a:lnTo>
                <a:lnTo>
                  <a:pt x="476250" y="1276350"/>
                </a:lnTo>
                <a:close/>
                <a:moveTo>
                  <a:pt x="514350" y="1266825"/>
                </a:moveTo>
                <a:lnTo>
                  <a:pt x="523875" y="1266825"/>
                </a:lnTo>
                <a:lnTo>
                  <a:pt x="523875" y="1285875"/>
                </a:lnTo>
                <a:lnTo>
                  <a:pt x="514350" y="1285875"/>
                </a:lnTo>
                <a:close/>
                <a:moveTo>
                  <a:pt x="1228725" y="1266825"/>
                </a:moveTo>
                <a:lnTo>
                  <a:pt x="1238250" y="1266825"/>
                </a:lnTo>
                <a:lnTo>
                  <a:pt x="1238250" y="1276350"/>
                </a:lnTo>
                <a:lnTo>
                  <a:pt x="1247775" y="1276350"/>
                </a:lnTo>
                <a:lnTo>
                  <a:pt x="1247775" y="1285875"/>
                </a:lnTo>
                <a:lnTo>
                  <a:pt x="1238250" y="1285875"/>
                </a:lnTo>
                <a:lnTo>
                  <a:pt x="1238250" y="1295400"/>
                </a:lnTo>
                <a:lnTo>
                  <a:pt x="1228725" y="1295400"/>
                </a:lnTo>
                <a:close/>
                <a:moveTo>
                  <a:pt x="1685925" y="1266825"/>
                </a:moveTo>
                <a:lnTo>
                  <a:pt x="1695450" y="1266825"/>
                </a:lnTo>
                <a:lnTo>
                  <a:pt x="1695450" y="1276350"/>
                </a:lnTo>
                <a:lnTo>
                  <a:pt x="1685925" y="1276350"/>
                </a:lnTo>
                <a:close/>
                <a:moveTo>
                  <a:pt x="447675" y="1276350"/>
                </a:moveTo>
                <a:lnTo>
                  <a:pt x="457200" y="1276350"/>
                </a:lnTo>
                <a:lnTo>
                  <a:pt x="457200" y="1285875"/>
                </a:lnTo>
                <a:lnTo>
                  <a:pt x="447675" y="1285875"/>
                </a:lnTo>
                <a:close/>
                <a:moveTo>
                  <a:pt x="762000" y="1276350"/>
                </a:moveTo>
                <a:lnTo>
                  <a:pt x="771525" y="1276350"/>
                </a:lnTo>
                <a:lnTo>
                  <a:pt x="771525" y="1285875"/>
                </a:lnTo>
                <a:lnTo>
                  <a:pt x="762000" y="1285875"/>
                </a:lnTo>
                <a:close/>
                <a:moveTo>
                  <a:pt x="971550" y="1276350"/>
                </a:moveTo>
                <a:lnTo>
                  <a:pt x="981075" y="1276350"/>
                </a:lnTo>
                <a:lnTo>
                  <a:pt x="981075" y="1285875"/>
                </a:lnTo>
                <a:lnTo>
                  <a:pt x="971550" y="1285875"/>
                </a:lnTo>
                <a:close/>
                <a:moveTo>
                  <a:pt x="1047750" y="1276350"/>
                </a:moveTo>
                <a:lnTo>
                  <a:pt x="1066800" y="1276350"/>
                </a:lnTo>
                <a:lnTo>
                  <a:pt x="1066800" y="1285875"/>
                </a:lnTo>
                <a:lnTo>
                  <a:pt x="1047750" y="1285875"/>
                </a:lnTo>
                <a:close/>
                <a:moveTo>
                  <a:pt x="1438275" y="1276350"/>
                </a:moveTo>
                <a:lnTo>
                  <a:pt x="1447800" y="1276350"/>
                </a:lnTo>
                <a:lnTo>
                  <a:pt x="1447800" y="1304925"/>
                </a:lnTo>
                <a:lnTo>
                  <a:pt x="1438275" y="1304925"/>
                </a:lnTo>
                <a:close/>
                <a:moveTo>
                  <a:pt x="409575" y="1285875"/>
                </a:moveTo>
                <a:lnTo>
                  <a:pt x="419100" y="1285875"/>
                </a:lnTo>
                <a:lnTo>
                  <a:pt x="419100" y="1295400"/>
                </a:lnTo>
                <a:lnTo>
                  <a:pt x="409575" y="1295400"/>
                </a:lnTo>
                <a:close/>
                <a:moveTo>
                  <a:pt x="495300" y="1285875"/>
                </a:moveTo>
                <a:lnTo>
                  <a:pt x="504825" y="1285875"/>
                </a:lnTo>
                <a:lnTo>
                  <a:pt x="504825" y="1295400"/>
                </a:lnTo>
                <a:lnTo>
                  <a:pt x="495300" y="1295400"/>
                </a:lnTo>
                <a:close/>
                <a:moveTo>
                  <a:pt x="752475" y="1285875"/>
                </a:moveTo>
                <a:lnTo>
                  <a:pt x="762000" y="1285875"/>
                </a:lnTo>
                <a:lnTo>
                  <a:pt x="762000" y="1295400"/>
                </a:lnTo>
                <a:lnTo>
                  <a:pt x="752475" y="1295400"/>
                </a:lnTo>
                <a:close/>
                <a:moveTo>
                  <a:pt x="219075" y="1295400"/>
                </a:moveTo>
                <a:lnTo>
                  <a:pt x="228600" y="1295400"/>
                </a:lnTo>
                <a:lnTo>
                  <a:pt x="228600" y="1304925"/>
                </a:lnTo>
                <a:lnTo>
                  <a:pt x="219075" y="1304925"/>
                </a:lnTo>
                <a:close/>
                <a:moveTo>
                  <a:pt x="323850" y="1295400"/>
                </a:moveTo>
                <a:lnTo>
                  <a:pt x="333375" y="1295400"/>
                </a:lnTo>
                <a:lnTo>
                  <a:pt x="333375" y="1304925"/>
                </a:lnTo>
                <a:lnTo>
                  <a:pt x="323850" y="1304925"/>
                </a:lnTo>
                <a:close/>
                <a:moveTo>
                  <a:pt x="695325" y="1295400"/>
                </a:moveTo>
                <a:lnTo>
                  <a:pt x="704850" y="1295400"/>
                </a:lnTo>
                <a:lnTo>
                  <a:pt x="704850" y="1304925"/>
                </a:lnTo>
                <a:lnTo>
                  <a:pt x="695325" y="1304925"/>
                </a:lnTo>
                <a:close/>
                <a:moveTo>
                  <a:pt x="723900" y="1295400"/>
                </a:moveTo>
                <a:lnTo>
                  <a:pt x="742950" y="1295400"/>
                </a:lnTo>
                <a:lnTo>
                  <a:pt x="742950" y="1304925"/>
                </a:lnTo>
                <a:lnTo>
                  <a:pt x="723900" y="1304925"/>
                </a:lnTo>
                <a:close/>
                <a:moveTo>
                  <a:pt x="1219200" y="1295400"/>
                </a:moveTo>
                <a:lnTo>
                  <a:pt x="1228725" y="1295400"/>
                </a:lnTo>
                <a:lnTo>
                  <a:pt x="1228725" y="1304925"/>
                </a:lnTo>
                <a:lnTo>
                  <a:pt x="1219200" y="1304925"/>
                </a:lnTo>
                <a:close/>
                <a:moveTo>
                  <a:pt x="1457325" y="1295400"/>
                </a:moveTo>
                <a:lnTo>
                  <a:pt x="1466850" y="1295400"/>
                </a:lnTo>
                <a:lnTo>
                  <a:pt x="1466850" y="1304925"/>
                </a:lnTo>
                <a:lnTo>
                  <a:pt x="1457325" y="1304925"/>
                </a:lnTo>
                <a:close/>
                <a:moveTo>
                  <a:pt x="1695450" y="1295400"/>
                </a:moveTo>
                <a:lnTo>
                  <a:pt x="1704975" y="1295400"/>
                </a:lnTo>
                <a:lnTo>
                  <a:pt x="1704975" y="1304925"/>
                </a:lnTo>
                <a:lnTo>
                  <a:pt x="1695450" y="1304925"/>
                </a:lnTo>
                <a:close/>
                <a:moveTo>
                  <a:pt x="1952625" y="1295400"/>
                </a:moveTo>
                <a:lnTo>
                  <a:pt x="1962150" y="1295400"/>
                </a:lnTo>
                <a:lnTo>
                  <a:pt x="1962150" y="1323975"/>
                </a:lnTo>
                <a:lnTo>
                  <a:pt x="1952625" y="1323975"/>
                </a:lnTo>
                <a:close/>
                <a:moveTo>
                  <a:pt x="523875" y="1304925"/>
                </a:moveTo>
                <a:lnTo>
                  <a:pt x="542925" y="1304925"/>
                </a:lnTo>
                <a:lnTo>
                  <a:pt x="542925" y="1314450"/>
                </a:lnTo>
                <a:lnTo>
                  <a:pt x="523875" y="1314450"/>
                </a:lnTo>
                <a:close/>
                <a:moveTo>
                  <a:pt x="962025" y="1304925"/>
                </a:moveTo>
                <a:lnTo>
                  <a:pt x="971550" y="1304925"/>
                </a:lnTo>
                <a:lnTo>
                  <a:pt x="971550" y="1314450"/>
                </a:lnTo>
                <a:lnTo>
                  <a:pt x="962025" y="1314450"/>
                </a:lnTo>
                <a:close/>
                <a:moveTo>
                  <a:pt x="1209675" y="1304925"/>
                </a:moveTo>
                <a:lnTo>
                  <a:pt x="1219200" y="1304925"/>
                </a:lnTo>
                <a:lnTo>
                  <a:pt x="1219200" y="1314450"/>
                </a:lnTo>
                <a:lnTo>
                  <a:pt x="1209675" y="1314450"/>
                </a:lnTo>
                <a:close/>
                <a:moveTo>
                  <a:pt x="1428750" y="1304925"/>
                </a:moveTo>
                <a:lnTo>
                  <a:pt x="1438275" y="1304925"/>
                </a:lnTo>
                <a:lnTo>
                  <a:pt x="1438275" y="1314450"/>
                </a:lnTo>
                <a:lnTo>
                  <a:pt x="1428750" y="1314450"/>
                </a:lnTo>
                <a:close/>
                <a:moveTo>
                  <a:pt x="133350" y="1314450"/>
                </a:moveTo>
                <a:lnTo>
                  <a:pt x="142875" y="1314450"/>
                </a:lnTo>
                <a:lnTo>
                  <a:pt x="142875" y="1352550"/>
                </a:lnTo>
                <a:lnTo>
                  <a:pt x="133350" y="1352550"/>
                </a:lnTo>
                <a:close/>
                <a:moveTo>
                  <a:pt x="419100" y="1314450"/>
                </a:moveTo>
                <a:lnTo>
                  <a:pt x="428625" y="1314450"/>
                </a:lnTo>
                <a:lnTo>
                  <a:pt x="428625" y="1323975"/>
                </a:lnTo>
                <a:lnTo>
                  <a:pt x="419100" y="1323975"/>
                </a:lnTo>
                <a:close/>
                <a:moveTo>
                  <a:pt x="514350" y="1314450"/>
                </a:moveTo>
                <a:lnTo>
                  <a:pt x="523875" y="1314450"/>
                </a:lnTo>
                <a:lnTo>
                  <a:pt x="523875" y="1323975"/>
                </a:lnTo>
                <a:lnTo>
                  <a:pt x="514350" y="1323975"/>
                </a:lnTo>
                <a:close/>
                <a:moveTo>
                  <a:pt x="600075" y="1314450"/>
                </a:moveTo>
                <a:lnTo>
                  <a:pt x="609600" y="1314450"/>
                </a:lnTo>
                <a:lnTo>
                  <a:pt x="609600" y="1333500"/>
                </a:lnTo>
                <a:lnTo>
                  <a:pt x="600075" y="1333500"/>
                </a:lnTo>
                <a:close/>
                <a:moveTo>
                  <a:pt x="1143000" y="1314450"/>
                </a:moveTo>
                <a:lnTo>
                  <a:pt x="1152525" y="1314450"/>
                </a:lnTo>
                <a:lnTo>
                  <a:pt x="1152525" y="1323975"/>
                </a:lnTo>
                <a:lnTo>
                  <a:pt x="1143000" y="1323975"/>
                </a:lnTo>
                <a:close/>
                <a:moveTo>
                  <a:pt x="1200150" y="1314450"/>
                </a:moveTo>
                <a:lnTo>
                  <a:pt x="1209675" y="1314450"/>
                </a:lnTo>
                <a:lnTo>
                  <a:pt x="1209675" y="1323975"/>
                </a:lnTo>
                <a:lnTo>
                  <a:pt x="1219200" y="1323975"/>
                </a:lnTo>
                <a:lnTo>
                  <a:pt x="1219200" y="1333500"/>
                </a:lnTo>
                <a:lnTo>
                  <a:pt x="1247775" y="1333500"/>
                </a:lnTo>
                <a:lnTo>
                  <a:pt x="1247775" y="1343025"/>
                </a:lnTo>
                <a:lnTo>
                  <a:pt x="1209675" y="1343025"/>
                </a:lnTo>
                <a:lnTo>
                  <a:pt x="1209675" y="1352550"/>
                </a:lnTo>
                <a:lnTo>
                  <a:pt x="1200150" y="1352550"/>
                </a:lnTo>
                <a:lnTo>
                  <a:pt x="1200150" y="1333500"/>
                </a:lnTo>
                <a:lnTo>
                  <a:pt x="1181100" y="1333500"/>
                </a:lnTo>
                <a:lnTo>
                  <a:pt x="1181100" y="1323975"/>
                </a:lnTo>
                <a:lnTo>
                  <a:pt x="1200150" y="1323975"/>
                </a:lnTo>
                <a:close/>
                <a:moveTo>
                  <a:pt x="1285875" y="1314450"/>
                </a:moveTo>
                <a:lnTo>
                  <a:pt x="1304925" y="1314450"/>
                </a:lnTo>
                <a:lnTo>
                  <a:pt x="1304925" y="1333500"/>
                </a:lnTo>
                <a:lnTo>
                  <a:pt x="1295400" y="1333500"/>
                </a:lnTo>
                <a:lnTo>
                  <a:pt x="1295400" y="1323975"/>
                </a:lnTo>
                <a:lnTo>
                  <a:pt x="1285875" y="1323975"/>
                </a:lnTo>
                <a:close/>
                <a:moveTo>
                  <a:pt x="1362075" y="1314450"/>
                </a:moveTo>
                <a:lnTo>
                  <a:pt x="1371600" y="1314450"/>
                </a:lnTo>
                <a:lnTo>
                  <a:pt x="1371600" y="1323975"/>
                </a:lnTo>
                <a:lnTo>
                  <a:pt x="1419225" y="1323975"/>
                </a:lnTo>
                <a:lnTo>
                  <a:pt x="1419225" y="1314450"/>
                </a:lnTo>
                <a:lnTo>
                  <a:pt x="1428750" y="1314450"/>
                </a:lnTo>
                <a:lnTo>
                  <a:pt x="1428750" y="1333500"/>
                </a:lnTo>
                <a:lnTo>
                  <a:pt x="1438275" y="1333500"/>
                </a:lnTo>
                <a:lnTo>
                  <a:pt x="1438275" y="1343025"/>
                </a:lnTo>
                <a:lnTo>
                  <a:pt x="1381125" y="1343025"/>
                </a:lnTo>
                <a:lnTo>
                  <a:pt x="1381125" y="1352550"/>
                </a:lnTo>
                <a:lnTo>
                  <a:pt x="1371600" y="1352550"/>
                </a:lnTo>
                <a:lnTo>
                  <a:pt x="1371600" y="1362075"/>
                </a:lnTo>
                <a:lnTo>
                  <a:pt x="1362075" y="1362075"/>
                </a:lnTo>
                <a:lnTo>
                  <a:pt x="1362075" y="1371600"/>
                </a:lnTo>
                <a:lnTo>
                  <a:pt x="1333500" y="1371600"/>
                </a:lnTo>
                <a:lnTo>
                  <a:pt x="1333500" y="1333500"/>
                </a:lnTo>
                <a:lnTo>
                  <a:pt x="1343025" y="1333500"/>
                </a:lnTo>
                <a:lnTo>
                  <a:pt x="1343025" y="1323975"/>
                </a:lnTo>
                <a:lnTo>
                  <a:pt x="1362075" y="1323975"/>
                </a:lnTo>
                <a:close/>
                <a:moveTo>
                  <a:pt x="1533525" y="1314450"/>
                </a:moveTo>
                <a:lnTo>
                  <a:pt x="1543050" y="1314450"/>
                </a:lnTo>
                <a:lnTo>
                  <a:pt x="1543050" y="1323975"/>
                </a:lnTo>
                <a:lnTo>
                  <a:pt x="1533525" y="1323975"/>
                </a:lnTo>
                <a:close/>
                <a:moveTo>
                  <a:pt x="1876425" y="1314450"/>
                </a:moveTo>
                <a:lnTo>
                  <a:pt x="1885950" y="1314450"/>
                </a:lnTo>
                <a:lnTo>
                  <a:pt x="1885950" y="1323975"/>
                </a:lnTo>
                <a:lnTo>
                  <a:pt x="1876425" y="1323975"/>
                </a:lnTo>
                <a:close/>
                <a:moveTo>
                  <a:pt x="228600" y="1323975"/>
                </a:moveTo>
                <a:lnTo>
                  <a:pt x="238125" y="1323975"/>
                </a:lnTo>
                <a:lnTo>
                  <a:pt x="238125" y="1333500"/>
                </a:lnTo>
                <a:lnTo>
                  <a:pt x="228600" y="1333500"/>
                </a:lnTo>
                <a:close/>
                <a:moveTo>
                  <a:pt x="333375" y="1323975"/>
                </a:moveTo>
                <a:lnTo>
                  <a:pt x="342900" y="1323975"/>
                </a:lnTo>
                <a:lnTo>
                  <a:pt x="342900" y="1333500"/>
                </a:lnTo>
                <a:lnTo>
                  <a:pt x="333375" y="1333500"/>
                </a:lnTo>
                <a:close/>
                <a:moveTo>
                  <a:pt x="504825" y="1323975"/>
                </a:moveTo>
                <a:lnTo>
                  <a:pt x="514350" y="1323975"/>
                </a:lnTo>
                <a:lnTo>
                  <a:pt x="514350" y="1333500"/>
                </a:lnTo>
                <a:lnTo>
                  <a:pt x="504825" y="1333500"/>
                </a:lnTo>
                <a:close/>
                <a:moveTo>
                  <a:pt x="647700" y="1323975"/>
                </a:moveTo>
                <a:lnTo>
                  <a:pt x="657225" y="1323975"/>
                </a:lnTo>
                <a:lnTo>
                  <a:pt x="657225" y="1343025"/>
                </a:lnTo>
                <a:lnTo>
                  <a:pt x="647700" y="1343025"/>
                </a:lnTo>
                <a:close/>
                <a:moveTo>
                  <a:pt x="1085850" y="1323975"/>
                </a:moveTo>
                <a:lnTo>
                  <a:pt x="1095375" y="1323975"/>
                </a:lnTo>
                <a:lnTo>
                  <a:pt x="1095375" y="1333500"/>
                </a:lnTo>
                <a:lnTo>
                  <a:pt x="1085850" y="1333500"/>
                </a:lnTo>
                <a:close/>
                <a:moveTo>
                  <a:pt x="1104900" y="1323975"/>
                </a:moveTo>
                <a:lnTo>
                  <a:pt x="1114425" y="1323975"/>
                </a:lnTo>
                <a:lnTo>
                  <a:pt x="1114425" y="1333500"/>
                </a:lnTo>
                <a:lnTo>
                  <a:pt x="1104900" y="1333500"/>
                </a:lnTo>
                <a:close/>
                <a:moveTo>
                  <a:pt x="1257300" y="1323975"/>
                </a:moveTo>
                <a:lnTo>
                  <a:pt x="1266825" y="1323975"/>
                </a:lnTo>
                <a:lnTo>
                  <a:pt x="1266825" y="1333500"/>
                </a:lnTo>
                <a:lnTo>
                  <a:pt x="1257300" y="1333500"/>
                </a:lnTo>
                <a:close/>
                <a:moveTo>
                  <a:pt x="1704975" y="1323975"/>
                </a:moveTo>
                <a:lnTo>
                  <a:pt x="1714500" y="1323975"/>
                </a:lnTo>
                <a:lnTo>
                  <a:pt x="1714500" y="1333500"/>
                </a:lnTo>
                <a:lnTo>
                  <a:pt x="1704975" y="1333500"/>
                </a:lnTo>
                <a:close/>
                <a:moveTo>
                  <a:pt x="495300" y="1333500"/>
                </a:moveTo>
                <a:lnTo>
                  <a:pt x="504825" y="1333500"/>
                </a:lnTo>
                <a:lnTo>
                  <a:pt x="504825" y="1343025"/>
                </a:lnTo>
                <a:lnTo>
                  <a:pt x="495300" y="1343025"/>
                </a:lnTo>
                <a:close/>
                <a:moveTo>
                  <a:pt x="571500" y="1333500"/>
                </a:moveTo>
                <a:lnTo>
                  <a:pt x="581025" y="1333500"/>
                </a:lnTo>
                <a:lnTo>
                  <a:pt x="581025" y="1343025"/>
                </a:lnTo>
                <a:lnTo>
                  <a:pt x="571500" y="1343025"/>
                </a:lnTo>
                <a:close/>
                <a:moveTo>
                  <a:pt x="666750" y="1333500"/>
                </a:moveTo>
                <a:lnTo>
                  <a:pt x="676275" y="1333500"/>
                </a:lnTo>
                <a:lnTo>
                  <a:pt x="676275" y="1343025"/>
                </a:lnTo>
                <a:lnTo>
                  <a:pt x="666750" y="1343025"/>
                </a:lnTo>
                <a:close/>
                <a:moveTo>
                  <a:pt x="971550" y="1333500"/>
                </a:moveTo>
                <a:lnTo>
                  <a:pt x="981075" y="1333500"/>
                </a:lnTo>
                <a:lnTo>
                  <a:pt x="981075" y="1343025"/>
                </a:lnTo>
                <a:lnTo>
                  <a:pt x="971550" y="1343025"/>
                </a:lnTo>
                <a:close/>
                <a:moveTo>
                  <a:pt x="1162050" y="1333500"/>
                </a:moveTo>
                <a:lnTo>
                  <a:pt x="1171575" y="1333500"/>
                </a:lnTo>
                <a:lnTo>
                  <a:pt x="1171575" y="1343025"/>
                </a:lnTo>
                <a:lnTo>
                  <a:pt x="1162050" y="1343025"/>
                </a:lnTo>
                <a:close/>
                <a:moveTo>
                  <a:pt x="1285875" y="1333500"/>
                </a:moveTo>
                <a:lnTo>
                  <a:pt x="1295400" y="1333500"/>
                </a:lnTo>
                <a:lnTo>
                  <a:pt x="1295400" y="1343025"/>
                </a:lnTo>
                <a:lnTo>
                  <a:pt x="1285875" y="1343025"/>
                </a:lnTo>
                <a:close/>
                <a:moveTo>
                  <a:pt x="1657350" y="1333500"/>
                </a:moveTo>
                <a:lnTo>
                  <a:pt x="1666875" y="1333500"/>
                </a:lnTo>
                <a:lnTo>
                  <a:pt x="1666875" y="1343025"/>
                </a:lnTo>
                <a:lnTo>
                  <a:pt x="1657350" y="1343025"/>
                </a:lnTo>
                <a:close/>
                <a:moveTo>
                  <a:pt x="466725" y="1343025"/>
                </a:moveTo>
                <a:lnTo>
                  <a:pt x="476250" y="1343025"/>
                </a:lnTo>
                <a:lnTo>
                  <a:pt x="476250" y="1352550"/>
                </a:lnTo>
                <a:lnTo>
                  <a:pt x="466725" y="1352550"/>
                </a:lnTo>
                <a:close/>
                <a:moveTo>
                  <a:pt x="561975" y="1343025"/>
                </a:moveTo>
                <a:lnTo>
                  <a:pt x="571500" y="1343025"/>
                </a:lnTo>
                <a:lnTo>
                  <a:pt x="571500" y="1352550"/>
                </a:lnTo>
                <a:lnTo>
                  <a:pt x="561975" y="1352550"/>
                </a:lnTo>
                <a:close/>
                <a:moveTo>
                  <a:pt x="1609725" y="1343025"/>
                </a:moveTo>
                <a:lnTo>
                  <a:pt x="1619250" y="1343025"/>
                </a:lnTo>
                <a:lnTo>
                  <a:pt x="1619250" y="1362075"/>
                </a:lnTo>
                <a:lnTo>
                  <a:pt x="1609725" y="1362075"/>
                </a:lnTo>
                <a:close/>
                <a:moveTo>
                  <a:pt x="238125" y="1352550"/>
                </a:moveTo>
                <a:lnTo>
                  <a:pt x="247650" y="1352550"/>
                </a:lnTo>
                <a:lnTo>
                  <a:pt x="247650" y="1362075"/>
                </a:lnTo>
                <a:lnTo>
                  <a:pt x="238125" y="1362075"/>
                </a:lnTo>
                <a:close/>
                <a:moveTo>
                  <a:pt x="342900" y="1352550"/>
                </a:moveTo>
                <a:lnTo>
                  <a:pt x="352425" y="1352550"/>
                </a:lnTo>
                <a:lnTo>
                  <a:pt x="352425" y="1362075"/>
                </a:lnTo>
                <a:lnTo>
                  <a:pt x="342900" y="1362075"/>
                </a:lnTo>
                <a:close/>
                <a:moveTo>
                  <a:pt x="523875" y="1352550"/>
                </a:moveTo>
                <a:lnTo>
                  <a:pt x="533400" y="1352550"/>
                </a:lnTo>
                <a:lnTo>
                  <a:pt x="533400" y="1362075"/>
                </a:lnTo>
                <a:lnTo>
                  <a:pt x="523875" y="1362075"/>
                </a:lnTo>
                <a:close/>
                <a:moveTo>
                  <a:pt x="885825" y="1352550"/>
                </a:moveTo>
                <a:lnTo>
                  <a:pt x="895350" y="1352550"/>
                </a:lnTo>
                <a:lnTo>
                  <a:pt x="895350" y="1362075"/>
                </a:lnTo>
                <a:lnTo>
                  <a:pt x="885825" y="1362075"/>
                </a:lnTo>
                <a:close/>
                <a:moveTo>
                  <a:pt x="1000125" y="1352550"/>
                </a:moveTo>
                <a:lnTo>
                  <a:pt x="1009650" y="1352550"/>
                </a:lnTo>
                <a:lnTo>
                  <a:pt x="1009650" y="1362075"/>
                </a:lnTo>
                <a:lnTo>
                  <a:pt x="1000125" y="1362075"/>
                </a:lnTo>
                <a:close/>
                <a:moveTo>
                  <a:pt x="1143000" y="1352550"/>
                </a:moveTo>
                <a:lnTo>
                  <a:pt x="1152525" y="1352550"/>
                </a:lnTo>
                <a:lnTo>
                  <a:pt x="1152525" y="1362075"/>
                </a:lnTo>
                <a:lnTo>
                  <a:pt x="1143000" y="1362075"/>
                </a:lnTo>
                <a:close/>
                <a:moveTo>
                  <a:pt x="1714500" y="1352550"/>
                </a:moveTo>
                <a:lnTo>
                  <a:pt x="1724025" y="1352550"/>
                </a:lnTo>
                <a:lnTo>
                  <a:pt x="1724025" y="1362075"/>
                </a:lnTo>
                <a:lnTo>
                  <a:pt x="1714500" y="1362075"/>
                </a:lnTo>
                <a:close/>
                <a:moveTo>
                  <a:pt x="1866900" y="1352550"/>
                </a:moveTo>
                <a:lnTo>
                  <a:pt x="1876425" y="1352550"/>
                </a:lnTo>
                <a:lnTo>
                  <a:pt x="1876425" y="1362075"/>
                </a:lnTo>
                <a:lnTo>
                  <a:pt x="1866900" y="1362075"/>
                </a:lnTo>
                <a:close/>
                <a:moveTo>
                  <a:pt x="495300" y="1362075"/>
                </a:moveTo>
                <a:lnTo>
                  <a:pt x="504825" y="1362075"/>
                </a:lnTo>
                <a:lnTo>
                  <a:pt x="504825" y="1371600"/>
                </a:lnTo>
                <a:lnTo>
                  <a:pt x="495300" y="1371600"/>
                </a:lnTo>
                <a:close/>
                <a:moveTo>
                  <a:pt x="866775" y="1362075"/>
                </a:moveTo>
                <a:lnTo>
                  <a:pt x="885825" y="1362075"/>
                </a:lnTo>
                <a:lnTo>
                  <a:pt x="885825" y="1371600"/>
                </a:lnTo>
                <a:lnTo>
                  <a:pt x="895350" y="1371600"/>
                </a:lnTo>
                <a:lnTo>
                  <a:pt x="895350" y="1362075"/>
                </a:lnTo>
                <a:lnTo>
                  <a:pt x="904875" y="1362075"/>
                </a:lnTo>
                <a:lnTo>
                  <a:pt x="904875" y="1371600"/>
                </a:lnTo>
                <a:lnTo>
                  <a:pt x="895350" y="1371600"/>
                </a:lnTo>
                <a:lnTo>
                  <a:pt x="895350" y="1381125"/>
                </a:lnTo>
                <a:lnTo>
                  <a:pt x="866775" y="1381125"/>
                </a:lnTo>
                <a:lnTo>
                  <a:pt x="866775" y="1390650"/>
                </a:lnTo>
                <a:lnTo>
                  <a:pt x="857250" y="1390650"/>
                </a:lnTo>
                <a:lnTo>
                  <a:pt x="857250" y="1371600"/>
                </a:lnTo>
                <a:lnTo>
                  <a:pt x="866775" y="1371600"/>
                </a:lnTo>
                <a:close/>
                <a:moveTo>
                  <a:pt x="981075" y="1362075"/>
                </a:moveTo>
                <a:lnTo>
                  <a:pt x="990600" y="1362075"/>
                </a:lnTo>
                <a:lnTo>
                  <a:pt x="990600" y="1371600"/>
                </a:lnTo>
                <a:lnTo>
                  <a:pt x="981075" y="1371600"/>
                </a:lnTo>
                <a:close/>
                <a:moveTo>
                  <a:pt x="1162050" y="1362075"/>
                </a:moveTo>
                <a:lnTo>
                  <a:pt x="1171575" y="1362075"/>
                </a:lnTo>
                <a:lnTo>
                  <a:pt x="1171575" y="1371600"/>
                </a:lnTo>
                <a:lnTo>
                  <a:pt x="1162050" y="1371600"/>
                </a:lnTo>
                <a:close/>
                <a:moveTo>
                  <a:pt x="1190625" y="1362075"/>
                </a:moveTo>
                <a:lnTo>
                  <a:pt x="1200150" y="1362075"/>
                </a:lnTo>
                <a:lnTo>
                  <a:pt x="1200150" y="1371600"/>
                </a:lnTo>
                <a:lnTo>
                  <a:pt x="1190625" y="1371600"/>
                </a:lnTo>
                <a:close/>
                <a:moveTo>
                  <a:pt x="1524000" y="1362075"/>
                </a:moveTo>
                <a:lnTo>
                  <a:pt x="1533525" y="1362075"/>
                </a:lnTo>
                <a:lnTo>
                  <a:pt x="1533525" y="1371600"/>
                </a:lnTo>
                <a:lnTo>
                  <a:pt x="1524000" y="1371600"/>
                </a:lnTo>
                <a:close/>
                <a:moveTo>
                  <a:pt x="1762125" y="1362075"/>
                </a:moveTo>
                <a:lnTo>
                  <a:pt x="1771650" y="1362075"/>
                </a:lnTo>
                <a:lnTo>
                  <a:pt x="1771650" y="1371600"/>
                </a:lnTo>
                <a:lnTo>
                  <a:pt x="1762125" y="1371600"/>
                </a:lnTo>
                <a:close/>
                <a:moveTo>
                  <a:pt x="1962150" y="1362075"/>
                </a:moveTo>
                <a:lnTo>
                  <a:pt x="1971675" y="1362075"/>
                </a:lnTo>
                <a:lnTo>
                  <a:pt x="1971675" y="1400175"/>
                </a:lnTo>
                <a:lnTo>
                  <a:pt x="1962150" y="1400175"/>
                </a:lnTo>
                <a:close/>
                <a:moveTo>
                  <a:pt x="476250" y="1371600"/>
                </a:moveTo>
                <a:lnTo>
                  <a:pt x="485775" y="1371600"/>
                </a:lnTo>
                <a:lnTo>
                  <a:pt x="485775" y="1381125"/>
                </a:lnTo>
                <a:lnTo>
                  <a:pt x="476250" y="1381125"/>
                </a:lnTo>
                <a:close/>
                <a:moveTo>
                  <a:pt x="809625" y="1371600"/>
                </a:moveTo>
                <a:lnTo>
                  <a:pt x="828675" y="1371600"/>
                </a:lnTo>
                <a:lnTo>
                  <a:pt x="828675" y="1381125"/>
                </a:lnTo>
                <a:lnTo>
                  <a:pt x="809625" y="1381125"/>
                </a:lnTo>
                <a:close/>
                <a:moveTo>
                  <a:pt x="1152525" y="1371600"/>
                </a:moveTo>
                <a:lnTo>
                  <a:pt x="1162050" y="1371600"/>
                </a:lnTo>
                <a:lnTo>
                  <a:pt x="1162050" y="1381125"/>
                </a:lnTo>
                <a:lnTo>
                  <a:pt x="1152525" y="1381125"/>
                </a:lnTo>
                <a:close/>
                <a:moveTo>
                  <a:pt x="1409700" y="1371600"/>
                </a:moveTo>
                <a:lnTo>
                  <a:pt x="1419225" y="1371600"/>
                </a:lnTo>
                <a:lnTo>
                  <a:pt x="1419225" y="1381125"/>
                </a:lnTo>
                <a:lnTo>
                  <a:pt x="1409700" y="1381125"/>
                </a:lnTo>
                <a:close/>
                <a:moveTo>
                  <a:pt x="1771650" y="1371600"/>
                </a:moveTo>
                <a:lnTo>
                  <a:pt x="1781175" y="1371600"/>
                </a:lnTo>
                <a:lnTo>
                  <a:pt x="1781175" y="1381125"/>
                </a:lnTo>
                <a:lnTo>
                  <a:pt x="1771650" y="1381125"/>
                </a:lnTo>
                <a:close/>
                <a:moveTo>
                  <a:pt x="1857375" y="1371600"/>
                </a:moveTo>
                <a:lnTo>
                  <a:pt x="1866900" y="1371600"/>
                </a:lnTo>
                <a:lnTo>
                  <a:pt x="1866900" y="1381125"/>
                </a:lnTo>
                <a:lnTo>
                  <a:pt x="1857375" y="1381125"/>
                </a:lnTo>
                <a:close/>
                <a:moveTo>
                  <a:pt x="247650" y="1381125"/>
                </a:moveTo>
                <a:lnTo>
                  <a:pt x="257175" y="1381125"/>
                </a:lnTo>
                <a:lnTo>
                  <a:pt x="257175" y="1390650"/>
                </a:lnTo>
                <a:lnTo>
                  <a:pt x="247650" y="1390650"/>
                </a:lnTo>
                <a:close/>
                <a:moveTo>
                  <a:pt x="352425" y="1381125"/>
                </a:moveTo>
                <a:lnTo>
                  <a:pt x="361950" y="1381125"/>
                </a:lnTo>
                <a:lnTo>
                  <a:pt x="361950" y="1390650"/>
                </a:lnTo>
                <a:lnTo>
                  <a:pt x="352425" y="1390650"/>
                </a:lnTo>
                <a:close/>
                <a:moveTo>
                  <a:pt x="781050" y="1381125"/>
                </a:moveTo>
                <a:lnTo>
                  <a:pt x="800100" y="1381125"/>
                </a:lnTo>
                <a:lnTo>
                  <a:pt x="800100" y="1390650"/>
                </a:lnTo>
                <a:lnTo>
                  <a:pt x="781050" y="1390650"/>
                </a:lnTo>
                <a:close/>
                <a:moveTo>
                  <a:pt x="1009650" y="1381125"/>
                </a:moveTo>
                <a:lnTo>
                  <a:pt x="1019175" y="1381125"/>
                </a:lnTo>
                <a:lnTo>
                  <a:pt x="1019175" y="1390650"/>
                </a:lnTo>
                <a:lnTo>
                  <a:pt x="1009650" y="1390650"/>
                </a:lnTo>
                <a:close/>
                <a:moveTo>
                  <a:pt x="1076325" y="1381125"/>
                </a:moveTo>
                <a:lnTo>
                  <a:pt x="1085850" y="1381125"/>
                </a:lnTo>
                <a:lnTo>
                  <a:pt x="1085850" y="1390650"/>
                </a:lnTo>
                <a:lnTo>
                  <a:pt x="1076325" y="1390650"/>
                </a:lnTo>
                <a:close/>
                <a:moveTo>
                  <a:pt x="1104900" y="1381125"/>
                </a:moveTo>
                <a:lnTo>
                  <a:pt x="1114425" y="1381125"/>
                </a:lnTo>
                <a:lnTo>
                  <a:pt x="1114425" y="1390650"/>
                </a:lnTo>
                <a:lnTo>
                  <a:pt x="1104900" y="1390650"/>
                </a:lnTo>
                <a:close/>
                <a:moveTo>
                  <a:pt x="1143000" y="1381125"/>
                </a:moveTo>
                <a:lnTo>
                  <a:pt x="1152525" y="1381125"/>
                </a:lnTo>
                <a:lnTo>
                  <a:pt x="1152525" y="1390650"/>
                </a:lnTo>
                <a:lnTo>
                  <a:pt x="1143000" y="1390650"/>
                </a:lnTo>
                <a:close/>
                <a:moveTo>
                  <a:pt x="1219200" y="1381125"/>
                </a:moveTo>
                <a:lnTo>
                  <a:pt x="1228725" y="1381125"/>
                </a:lnTo>
                <a:lnTo>
                  <a:pt x="1228725" y="1390650"/>
                </a:lnTo>
                <a:lnTo>
                  <a:pt x="1219200" y="1390650"/>
                </a:lnTo>
                <a:close/>
                <a:moveTo>
                  <a:pt x="1400175" y="1381125"/>
                </a:moveTo>
                <a:lnTo>
                  <a:pt x="1409700" y="1381125"/>
                </a:lnTo>
                <a:lnTo>
                  <a:pt x="1409700" y="1390650"/>
                </a:lnTo>
                <a:lnTo>
                  <a:pt x="1400175" y="1390650"/>
                </a:lnTo>
                <a:close/>
                <a:moveTo>
                  <a:pt x="1676400" y="1381125"/>
                </a:moveTo>
                <a:lnTo>
                  <a:pt x="1685925" y="1381125"/>
                </a:lnTo>
                <a:lnTo>
                  <a:pt x="1685925" y="1390650"/>
                </a:lnTo>
                <a:lnTo>
                  <a:pt x="1676400" y="1390650"/>
                </a:lnTo>
                <a:close/>
                <a:moveTo>
                  <a:pt x="1724025" y="1381125"/>
                </a:moveTo>
                <a:lnTo>
                  <a:pt x="1733550" y="1381125"/>
                </a:lnTo>
                <a:lnTo>
                  <a:pt x="1733550" y="1390650"/>
                </a:lnTo>
                <a:lnTo>
                  <a:pt x="1724025" y="1390650"/>
                </a:lnTo>
                <a:close/>
                <a:moveTo>
                  <a:pt x="742950" y="1390650"/>
                </a:moveTo>
                <a:lnTo>
                  <a:pt x="762000" y="1390650"/>
                </a:lnTo>
                <a:lnTo>
                  <a:pt x="762000" y="1400175"/>
                </a:lnTo>
                <a:lnTo>
                  <a:pt x="742950" y="1400175"/>
                </a:lnTo>
                <a:close/>
                <a:moveTo>
                  <a:pt x="819150" y="1390650"/>
                </a:moveTo>
                <a:lnTo>
                  <a:pt x="828675" y="1390650"/>
                </a:lnTo>
                <a:lnTo>
                  <a:pt x="828675" y="1400175"/>
                </a:lnTo>
                <a:lnTo>
                  <a:pt x="819150" y="1400175"/>
                </a:lnTo>
                <a:close/>
                <a:moveTo>
                  <a:pt x="990600" y="1390650"/>
                </a:moveTo>
                <a:lnTo>
                  <a:pt x="1000125" y="1390650"/>
                </a:lnTo>
                <a:lnTo>
                  <a:pt x="1000125" y="1400175"/>
                </a:lnTo>
                <a:lnTo>
                  <a:pt x="990600" y="1400175"/>
                </a:lnTo>
                <a:close/>
                <a:moveTo>
                  <a:pt x="1085850" y="1390650"/>
                </a:moveTo>
                <a:lnTo>
                  <a:pt x="1104900" y="1390650"/>
                </a:lnTo>
                <a:lnTo>
                  <a:pt x="1104900" y="1400175"/>
                </a:lnTo>
                <a:lnTo>
                  <a:pt x="1085850" y="1400175"/>
                </a:lnTo>
                <a:close/>
                <a:moveTo>
                  <a:pt x="1333500" y="1390650"/>
                </a:moveTo>
                <a:lnTo>
                  <a:pt x="1362075" y="1390650"/>
                </a:lnTo>
                <a:lnTo>
                  <a:pt x="1362075" y="1409700"/>
                </a:lnTo>
                <a:lnTo>
                  <a:pt x="1371600" y="1409700"/>
                </a:lnTo>
                <a:lnTo>
                  <a:pt x="1371600" y="1438275"/>
                </a:lnTo>
                <a:lnTo>
                  <a:pt x="1362075" y="1438275"/>
                </a:lnTo>
                <a:lnTo>
                  <a:pt x="1362075" y="1457325"/>
                </a:lnTo>
                <a:lnTo>
                  <a:pt x="1352550" y="1457325"/>
                </a:lnTo>
                <a:lnTo>
                  <a:pt x="1352550" y="1447800"/>
                </a:lnTo>
                <a:lnTo>
                  <a:pt x="1343025" y="1447800"/>
                </a:lnTo>
                <a:lnTo>
                  <a:pt x="1343025" y="1409700"/>
                </a:lnTo>
                <a:lnTo>
                  <a:pt x="1333500" y="1409700"/>
                </a:lnTo>
                <a:close/>
                <a:moveTo>
                  <a:pt x="1619250" y="1390650"/>
                </a:moveTo>
                <a:lnTo>
                  <a:pt x="1628775" y="1390650"/>
                </a:lnTo>
                <a:lnTo>
                  <a:pt x="1628775" y="1438275"/>
                </a:lnTo>
                <a:lnTo>
                  <a:pt x="1619250" y="1438275"/>
                </a:lnTo>
                <a:lnTo>
                  <a:pt x="1619250" y="1466850"/>
                </a:lnTo>
                <a:lnTo>
                  <a:pt x="1609725" y="1466850"/>
                </a:lnTo>
                <a:lnTo>
                  <a:pt x="1609725" y="1409700"/>
                </a:lnTo>
                <a:lnTo>
                  <a:pt x="1619250" y="1409700"/>
                </a:lnTo>
                <a:close/>
                <a:moveTo>
                  <a:pt x="1847850" y="1390650"/>
                </a:moveTo>
                <a:lnTo>
                  <a:pt x="1857375" y="1390650"/>
                </a:lnTo>
                <a:lnTo>
                  <a:pt x="1857375" y="1400175"/>
                </a:lnTo>
                <a:lnTo>
                  <a:pt x="1847850" y="1400175"/>
                </a:lnTo>
                <a:close/>
                <a:moveTo>
                  <a:pt x="704850" y="1400175"/>
                </a:moveTo>
                <a:lnTo>
                  <a:pt x="723900" y="1400175"/>
                </a:lnTo>
                <a:lnTo>
                  <a:pt x="723900" y="1409700"/>
                </a:lnTo>
                <a:lnTo>
                  <a:pt x="704850" y="1409700"/>
                </a:lnTo>
                <a:close/>
                <a:moveTo>
                  <a:pt x="1133475" y="1400175"/>
                </a:moveTo>
                <a:lnTo>
                  <a:pt x="1143000" y="1400175"/>
                </a:lnTo>
                <a:lnTo>
                  <a:pt x="1143000" y="1409700"/>
                </a:lnTo>
                <a:lnTo>
                  <a:pt x="1133475" y="1409700"/>
                </a:lnTo>
                <a:close/>
                <a:moveTo>
                  <a:pt x="1190625" y="1400175"/>
                </a:moveTo>
                <a:lnTo>
                  <a:pt x="1200150" y="1400175"/>
                </a:lnTo>
                <a:lnTo>
                  <a:pt x="1200150" y="1409700"/>
                </a:lnTo>
                <a:lnTo>
                  <a:pt x="1190625" y="1409700"/>
                </a:lnTo>
                <a:close/>
                <a:moveTo>
                  <a:pt x="1685925" y="1400175"/>
                </a:moveTo>
                <a:lnTo>
                  <a:pt x="1695450" y="1400175"/>
                </a:lnTo>
                <a:lnTo>
                  <a:pt x="1695450" y="1409700"/>
                </a:lnTo>
                <a:lnTo>
                  <a:pt x="1685925" y="1409700"/>
                </a:lnTo>
                <a:close/>
                <a:moveTo>
                  <a:pt x="1790700" y="1400175"/>
                </a:moveTo>
                <a:lnTo>
                  <a:pt x="1800225" y="1400175"/>
                </a:lnTo>
                <a:lnTo>
                  <a:pt x="1800225" y="1409700"/>
                </a:lnTo>
                <a:lnTo>
                  <a:pt x="1790700" y="1409700"/>
                </a:lnTo>
                <a:close/>
                <a:moveTo>
                  <a:pt x="361950" y="1409700"/>
                </a:moveTo>
                <a:lnTo>
                  <a:pt x="371475" y="1409700"/>
                </a:lnTo>
                <a:lnTo>
                  <a:pt x="371475" y="1419225"/>
                </a:lnTo>
                <a:lnTo>
                  <a:pt x="361950" y="1419225"/>
                </a:lnTo>
                <a:close/>
                <a:moveTo>
                  <a:pt x="1019175" y="1409700"/>
                </a:moveTo>
                <a:lnTo>
                  <a:pt x="1028700" y="1409700"/>
                </a:lnTo>
                <a:lnTo>
                  <a:pt x="1028700" y="1419225"/>
                </a:lnTo>
                <a:lnTo>
                  <a:pt x="1019175" y="1419225"/>
                </a:lnTo>
                <a:close/>
                <a:moveTo>
                  <a:pt x="1123950" y="1409700"/>
                </a:moveTo>
                <a:lnTo>
                  <a:pt x="1133475" y="1409700"/>
                </a:lnTo>
                <a:lnTo>
                  <a:pt x="1133475" y="1419225"/>
                </a:lnTo>
                <a:lnTo>
                  <a:pt x="1123950" y="1419225"/>
                </a:lnTo>
                <a:close/>
                <a:moveTo>
                  <a:pt x="1181100" y="1409700"/>
                </a:moveTo>
                <a:lnTo>
                  <a:pt x="1190625" y="1409700"/>
                </a:lnTo>
                <a:lnTo>
                  <a:pt x="1190625" y="1419225"/>
                </a:lnTo>
                <a:lnTo>
                  <a:pt x="1181100" y="1419225"/>
                </a:lnTo>
                <a:close/>
                <a:moveTo>
                  <a:pt x="123825" y="1419225"/>
                </a:moveTo>
                <a:lnTo>
                  <a:pt x="133350" y="1419225"/>
                </a:lnTo>
                <a:lnTo>
                  <a:pt x="133350" y="1438275"/>
                </a:lnTo>
                <a:lnTo>
                  <a:pt x="123825" y="1438275"/>
                </a:lnTo>
                <a:close/>
                <a:moveTo>
                  <a:pt x="733425" y="1419225"/>
                </a:moveTo>
                <a:lnTo>
                  <a:pt x="742950" y="1419225"/>
                </a:lnTo>
                <a:lnTo>
                  <a:pt x="742950" y="1428750"/>
                </a:lnTo>
                <a:lnTo>
                  <a:pt x="733425" y="1428750"/>
                </a:lnTo>
                <a:close/>
                <a:moveTo>
                  <a:pt x="914400" y="1419225"/>
                </a:moveTo>
                <a:lnTo>
                  <a:pt x="923925" y="1419225"/>
                </a:lnTo>
                <a:lnTo>
                  <a:pt x="923925" y="1428750"/>
                </a:lnTo>
                <a:lnTo>
                  <a:pt x="914400" y="1428750"/>
                </a:lnTo>
                <a:close/>
                <a:moveTo>
                  <a:pt x="1409700" y="1419225"/>
                </a:moveTo>
                <a:lnTo>
                  <a:pt x="1419225" y="1419225"/>
                </a:lnTo>
                <a:lnTo>
                  <a:pt x="1419225" y="1428750"/>
                </a:lnTo>
                <a:lnTo>
                  <a:pt x="1409700" y="1428750"/>
                </a:lnTo>
                <a:close/>
                <a:moveTo>
                  <a:pt x="1590675" y="1419225"/>
                </a:moveTo>
                <a:lnTo>
                  <a:pt x="1600200" y="1419225"/>
                </a:lnTo>
                <a:lnTo>
                  <a:pt x="1600200" y="1428750"/>
                </a:lnTo>
                <a:lnTo>
                  <a:pt x="1590675" y="1428750"/>
                </a:lnTo>
                <a:close/>
                <a:moveTo>
                  <a:pt x="695325" y="1428750"/>
                </a:moveTo>
                <a:lnTo>
                  <a:pt x="704850" y="1428750"/>
                </a:lnTo>
                <a:lnTo>
                  <a:pt x="704850" y="1438275"/>
                </a:lnTo>
                <a:lnTo>
                  <a:pt x="695325" y="1438275"/>
                </a:lnTo>
                <a:close/>
                <a:moveTo>
                  <a:pt x="742950" y="1428750"/>
                </a:moveTo>
                <a:lnTo>
                  <a:pt x="752475" y="1428750"/>
                </a:lnTo>
                <a:lnTo>
                  <a:pt x="752475" y="1438275"/>
                </a:lnTo>
                <a:lnTo>
                  <a:pt x="742950" y="1438275"/>
                </a:lnTo>
                <a:close/>
                <a:moveTo>
                  <a:pt x="923925" y="1428750"/>
                </a:moveTo>
                <a:lnTo>
                  <a:pt x="933450" y="1428750"/>
                </a:lnTo>
                <a:lnTo>
                  <a:pt x="933450" y="1438275"/>
                </a:lnTo>
                <a:lnTo>
                  <a:pt x="923925" y="1438275"/>
                </a:lnTo>
                <a:close/>
                <a:moveTo>
                  <a:pt x="1828800" y="1428750"/>
                </a:moveTo>
                <a:lnTo>
                  <a:pt x="1838325" y="1428750"/>
                </a:lnTo>
                <a:lnTo>
                  <a:pt x="1838325" y="1438275"/>
                </a:lnTo>
                <a:lnTo>
                  <a:pt x="1828800" y="1438275"/>
                </a:lnTo>
                <a:close/>
                <a:moveTo>
                  <a:pt x="371475" y="1438275"/>
                </a:moveTo>
                <a:lnTo>
                  <a:pt x="381000" y="1438275"/>
                </a:lnTo>
                <a:lnTo>
                  <a:pt x="381000" y="1447800"/>
                </a:lnTo>
                <a:lnTo>
                  <a:pt x="371475" y="1447800"/>
                </a:lnTo>
                <a:close/>
                <a:moveTo>
                  <a:pt x="628650" y="1438275"/>
                </a:moveTo>
                <a:lnTo>
                  <a:pt x="638175" y="1438275"/>
                </a:lnTo>
                <a:lnTo>
                  <a:pt x="638175" y="1447800"/>
                </a:lnTo>
                <a:lnTo>
                  <a:pt x="628650" y="1447800"/>
                </a:lnTo>
                <a:close/>
                <a:moveTo>
                  <a:pt x="752475" y="1438275"/>
                </a:moveTo>
                <a:lnTo>
                  <a:pt x="762000" y="1438275"/>
                </a:lnTo>
                <a:lnTo>
                  <a:pt x="762000" y="1447800"/>
                </a:lnTo>
                <a:lnTo>
                  <a:pt x="752475" y="1447800"/>
                </a:lnTo>
                <a:close/>
                <a:moveTo>
                  <a:pt x="1028700" y="1438275"/>
                </a:moveTo>
                <a:lnTo>
                  <a:pt x="1038225" y="1438275"/>
                </a:lnTo>
                <a:lnTo>
                  <a:pt x="1038225" y="1447800"/>
                </a:lnTo>
                <a:lnTo>
                  <a:pt x="1028700" y="1447800"/>
                </a:lnTo>
                <a:close/>
                <a:moveTo>
                  <a:pt x="1133475" y="1438275"/>
                </a:moveTo>
                <a:lnTo>
                  <a:pt x="1143000" y="1438275"/>
                </a:lnTo>
                <a:lnTo>
                  <a:pt x="1143000" y="1447800"/>
                </a:lnTo>
                <a:lnTo>
                  <a:pt x="1133475" y="1447800"/>
                </a:lnTo>
                <a:close/>
                <a:moveTo>
                  <a:pt x="1371600" y="1438275"/>
                </a:moveTo>
                <a:lnTo>
                  <a:pt x="1381125" y="1438275"/>
                </a:lnTo>
                <a:lnTo>
                  <a:pt x="1381125" y="1447800"/>
                </a:lnTo>
                <a:lnTo>
                  <a:pt x="1371600" y="1447800"/>
                </a:lnTo>
                <a:close/>
                <a:moveTo>
                  <a:pt x="1743075" y="1438275"/>
                </a:moveTo>
                <a:lnTo>
                  <a:pt x="1752600" y="1438275"/>
                </a:lnTo>
                <a:lnTo>
                  <a:pt x="1752600" y="1447800"/>
                </a:lnTo>
                <a:lnTo>
                  <a:pt x="1743075" y="1447800"/>
                </a:lnTo>
                <a:close/>
                <a:moveTo>
                  <a:pt x="485775" y="1447800"/>
                </a:moveTo>
                <a:lnTo>
                  <a:pt x="495300" y="1447800"/>
                </a:lnTo>
                <a:lnTo>
                  <a:pt x="495300" y="1476375"/>
                </a:lnTo>
                <a:lnTo>
                  <a:pt x="485775" y="1476375"/>
                </a:lnTo>
                <a:close/>
                <a:moveTo>
                  <a:pt x="876300" y="1447800"/>
                </a:moveTo>
                <a:lnTo>
                  <a:pt x="885825" y="1447800"/>
                </a:lnTo>
                <a:lnTo>
                  <a:pt x="885825" y="1457325"/>
                </a:lnTo>
                <a:lnTo>
                  <a:pt x="876300" y="1457325"/>
                </a:lnTo>
                <a:close/>
                <a:moveTo>
                  <a:pt x="1447800" y="1447800"/>
                </a:moveTo>
                <a:lnTo>
                  <a:pt x="1457325" y="1447800"/>
                </a:lnTo>
                <a:lnTo>
                  <a:pt x="1457325" y="1466850"/>
                </a:lnTo>
                <a:lnTo>
                  <a:pt x="1447800" y="1466850"/>
                </a:lnTo>
                <a:close/>
                <a:moveTo>
                  <a:pt x="1800225" y="1447800"/>
                </a:moveTo>
                <a:lnTo>
                  <a:pt x="1809750" y="1447800"/>
                </a:lnTo>
                <a:lnTo>
                  <a:pt x="1809750" y="1457325"/>
                </a:lnTo>
                <a:lnTo>
                  <a:pt x="1800225" y="1457325"/>
                </a:lnTo>
                <a:close/>
                <a:moveTo>
                  <a:pt x="1819275" y="1447800"/>
                </a:moveTo>
                <a:lnTo>
                  <a:pt x="1828800" y="1447800"/>
                </a:lnTo>
                <a:lnTo>
                  <a:pt x="1828800" y="1457325"/>
                </a:lnTo>
                <a:lnTo>
                  <a:pt x="1819275" y="1457325"/>
                </a:lnTo>
                <a:close/>
                <a:moveTo>
                  <a:pt x="457200" y="1457325"/>
                </a:moveTo>
                <a:lnTo>
                  <a:pt x="466725" y="1457325"/>
                </a:lnTo>
                <a:lnTo>
                  <a:pt x="466725" y="1485900"/>
                </a:lnTo>
                <a:lnTo>
                  <a:pt x="457200" y="1485900"/>
                </a:lnTo>
                <a:close/>
                <a:moveTo>
                  <a:pt x="609600" y="1457325"/>
                </a:moveTo>
                <a:lnTo>
                  <a:pt x="619125" y="1457325"/>
                </a:lnTo>
                <a:lnTo>
                  <a:pt x="619125" y="1466850"/>
                </a:lnTo>
                <a:lnTo>
                  <a:pt x="609600" y="1466850"/>
                </a:lnTo>
                <a:close/>
                <a:moveTo>
                  <a:pt x="857250" y="1457325"/>
                </a:moveTo>
                <a:lnTo>
                  <a:pt x="866775" y="1457325"/>
                </a:lnTo>
                <a:lnTo>
                  <a:pt x="866775" y="1466850"/>
                </a:lnTo>
                <a:lnTo>
                  <a:pt x="857250" y="1466850"/>
                </a:lnTo>
                <a:close/>
                <a:moveTo>
                  <a:pt x="1381125" y="1457325"/>
                </a:moveTo>
                <a:lnTo>
                  <a:pt x="1390650" y="1457325"/>
                </a:lnTo>
                <a:lnTo>
                  <a:pt x="1390650" y="1524000"/>
                </a:lnTo>
                <a:lnTo>
                  <a:pt x="1381125" y="1524000"/>
                </a:lnTo>
                <a:lnTo>
                  <a:pt x="1381125" y="1533525"/>
                </a:lnTo>
                <a:lnTo>
                  <a:pt x="1371600" y="1533525"/>
                </a:lnTo>
                <a:lnTo>
                  <a:pt x="1371600" y="1524000"/>
                </a:lnTo>
                <a:lnTo>
                  <a:pt x="1362075" y="1524000"/>
                </a:lnTo>
                <a:lnTo>
                  <a:pt x="1362075" y="1495425"/>
                </a:lnTo>
                <a:lnTo>
                  <a:pt x="1371600" y="1495425"/>
                </a:lnTo>
                <a:lnTo>
                  <a:pt x="1371600" y="1476375"/>
                </a:lnTo>
                <a:lnTo>
                  <a:pt x="1362075" y="1476375"/>
                </a:lnTo>
                <a:lnTo>
                  <a:pt x="1362075" y="1466850"/>
                </a:lnTo>
                <a:lnTo>
                  <a:pt x="1371600" y="1466850"/>
                </a:lnTo>
                <a:lnTo>
                  <a:pt x="1371600" y="1476375"/>
                </a:lnTo>
                <a:lnTo>
                  <a:pt x="1381125" y="1476375"/>
                </a:lnTo>
                <a:close/>
                <a:moveTo>
                  <a:pt x="1971675" y="1457325"/>
                </a:moveTo>
                <a:lnTo>
                  <a:pt x="1981200" y="1457325"/>
                </a:lnTo>
                <a:lnTo>
                  <a:pt x="1981200" y="1476375"/>
                </a:lnTo>
                <a:lnTo>
                  <a:pt x="1971675" y="1476375"/>
                </a:lnTo>
                <a:close/>
                <a:moveTo>
                  <a:pt x="276225" y="1466850"/>
                </a:moveTo>
                <a:lnTo>
                  <a:pt x="285750" y="1466850"/>
                </a:lnTo>
                <a:lnTo>
                  <a:pt x="285750" y="1476375"/>
                </a:lnTo>
                <a:lnTo>
                  <a:pt x="276225" y="1476375"/>
                </a:lnTo>
                <a:close/>
                <a:moveTo>
                  <a:pt x="381000" y="1466850"/>
                </a:moveTo>
                <a:lnTo>
                  <a:pt x="390525" y="1466850"/>
                </a:lnTo>
                <a:lnTo>
                  <a:pt x="390525" y="1476375"/>
                </a:lnTo>
                <a:lnTo>
                  <a:pt x="381000" y="1476375"/>
                </a:lnTo>
                <a:close/>
                <a:moveTo>
                  <a:pt x="714375" y="1466850"/>
                </a:moveTo>
                <a:lnTo>
                  <a:pt x="723900" y="1466850"/>
                </a:lnTo>
                <a:lnTo>
                  <a:pt x="723900" y="1476375"/>
                </a:lnTo>
                <a:lnTo>
                  <a:pt x="714375" y="1476375"/>
                </a:lnTo>
                <a:close/>
                <a:moveTo>
                  <a:pt x="762000" y="1466850"/>
                </a:moveTo>
                <a:lnTo>
                  <a:pt x="781050" y="1466850"/>
                </a:lnTo>
                <a:lnTo>
                  <a:pt x="781050" y="1485900"/>
                </a:lnTo>
                <a:lnTo>
                  <a:pt x="771525" y="1485900"/>
                </a:lnTo>
                <a:lnTo>
                  <a:pt x="771525" y="1476375"/>
                </a:lnTo>
                <a:lnTo>
                  <a:pt x="762000" y="1476375"/>
                </a:lnTo>
                <a:close/>
                <a:moveTo>
                  <a:pt x="1019175" y="1466850"/>
                </a:moveTo>
                <a:lnTo>
                  <a:pt x="1028700" y="1466850"/>
                </a:lnTo>
                <a:lnTo>
                  <a:pt x="1028700" y="1476375"/>
                </a:lnTo>
                <a:lnTo>
                  <a:pt x="1019175" y="1476375"/>
                </a:lnTo>
                <a:close/>
                <a:moveTo>
                  <a:pt x="476250" y="1476375"/>
                </a:moveTo>
                <a:lnTo>
                  <a:pt x="485775" y="1476375"/>
                </a:lnTo>
                <a:lnTo>
                  <a:pt x="485775" y="1485900"/>
                </a:lnTo>
                <a:lnTo>
                  <a:pt x="495300" y="1485900"/>
                </a:lnTo>
                <a:lnTo>
                  <a:pt x="495300" y="1495425"/>
                </a:lnTo>
                <a:lnTo>
                  <a:pt x="476250" y="1495425"/>
                </a:lnTo>
                <a:close/>
                <a:moveTo>
                  <a:pt x="704850" y="1476375"/>
                </a:moveTo>
                <a:lnTo>
                  <a:pt x="714375" y="1476375"/>
                </a:lnTo>
                <a:lnTo>
                  <a:pt x="714375" y="1485900"/>
                </a:lnTo>
                <a:lnTo>
                  <a:pt x="704850" y="1485900"/>
                </a:lnTo>
                <a:close/>
                <a:moveTo>
                  <a:pt x="1524000" y="1476375"/>
                </a:moveTo>
                <a:lnTo>
                  <a:pt x="1543050" y="1476375"/>
                </a:lnTo>
                <a:lnTo>
                  <a:pt x="1543050" y="1495425"/>
                </a:lnTo>
                <a:lnTo>
                  <a:pt x="1533525" y="1495425"/>
                </a:lnTo>
                <a:lnTo>
                  <a:pt x="1533525" y="1504950"/>
                </a:lnTo>
                <a:lnTo>
                  <a:pt x="1524000" y="1504950"/>
                </a:lnTo>
                <a:lnTo>
                  <a:pt x="1524000" y="1514475"/>
                </a:lnTo>
                <a:lnTo>
                  <a:pt x="1552575" y="1514475"/>
                </a:lnTo>
                <a:lnTo>
                  <a:pt x="1552575" y="1504950"/>
                </a:lnTo>
                <a:lnTo>
                  <a:pt x="1562100" y="1504950"/>
                </a:lnTo>
                <a:lnTo>
                  <a:pt x="1562100" y="1495425"/>
                </a:lnTo>
                <a:lnTo>
                  <a:pt x="1590675" y="1495425"/>
                </a:lnTo>
                <a:lnTo>
                  <a:pt x="1590675" y="1485900"/>
                </a:lnTo>
                <a:lnTo>
                  <a:pt x="1600200" y="1485900"/>
                </a:lnTo>
                <a:lnTo>
                  <a:pt x="1600200" y="1476375"/>
                </a:lnTo>
                <a:lnTo>
                  <a:pt x="1609725" y="1476375"/>
                </a:lnTo>
                <a:lnTo>
                  <a:pt x="1609725" y="1495425"/>
                </a:lnTo>
                <a:lnTo>
                  <a:pt x="1600200" y="1495425"/>
                </a:lnTo>
                <a:lnTo>
                  <a:pt x="1600200" y="1514475"/>
                </a:lnTo>
                <a:lnTo>
                  <a:pt x="1590675" y="1514475"/>
                </a:lnTo>
                <a:lnTo>
                  <a:pt x="1590675" y="1533525"/>
                </a:lnTo>
                <a:lnTo>
                  <a:pt x="1581150" y="1533525"/>
                </a:lnTo>
                <a:lnTo>
                  <a:pt x="1581150" y="1543050"/>
                </a:lnTo>
                <a:lnTo>
                  <a:pt x="1571625" y="1543050"/>
                </a:lnTo>
                <a:lnTo>
                  <a:pt x="1571625" y="1562100"/>
                </a:lnTo>
                <a:lnTo>
                  <a:pt x="1562100" y="1562100"/>
                </a:lnTo>
                <a:lnTo>
                  <a:pt x="1562100" y="1571625"/>
                </a:lnTo>
                <a:lnTo>
                  <a:pt x="1552575" y="1571625"/>
                </a:lnTo>
                <a:lnTo>
                  <a:pt x="1552575" y="1543050"/>
                </a:lnTo>
                <a:lnTo>
                  <a:pt x="1524000" y="1543050"/>
                </a:lnTo>
                <a:lnTo>
                  <a:pt x="1524000" y="1533525"/>
                </a:lnTo>
                <a:lnTo>
                  <a:pt x="1504950" y="1533525"/>
                </a:lnTo>
                <a:lnTo>
                  <a:pt x="1504950" y="1504950"/>
                </a:lnTo>
                <a:lnTo>
                  <a:pt x="1514475" y="1504950"/>
                </a:lnTo>
                <a:lnTo>
                  <a:pt x="1514475" y="1485900"/>
                </a:lnTo>
                <a:lnTo>
                  <a:pt x="1524000" y="1485900"/>
                </a:lnTo>
                <a:close/>
                <a:moveTo>
                  <a:pt x="390525" y="1495425"/>
                </a:moveTo>
                <a:lnTo>
                  <a:pt x="400050" y="1495425"/>
                </a:lnTo>
                <a:lnTo>
                  <a:pt x="400050" y="1504950"/>
                </a:lnTo>
                <a:lnTo>
                  <a:pt x="390525" y="1504950"/>
                </a:lnTo>
                <a:close/>
                <a:moveTo>
                  <a:pt x="504825" y="1495425"/>
                </a:moveTo>
                <a:lnTo>
                  <a:pt x="514350" y="1495425"/>
                </a:lnTo>
                <a:lnTo>
                  <a:pt x="514350" y="1504950"/>
                </a:lnTo>
                <a:lnTo>
                  <a:pt x="504825" y="1504950"/>
                </a:lnTo>
                <a:close/>
                <a:moveTo>
                  <a:pt x="647700" y="1495425"/>
                </a:moveTo>
                <a:lnTo>
                  <a:pt x="657225" y="1495425"/>
                </a:lnTo>
                <a:lnTo>
                  <a:pt x="657225" y="1504950"/>
                </a:lnTo>
                <a:lnTo>
                  <a:pt x="647700" y="1504950"/>
                </a:lnTo>
                <a:close/>
                <a:moveTo>
                  <a:pt x="704850" y="1495425"/>
                </a:moveTo>
                <a:lnTo>
                  <a:pt x="714375" y="1495425"/>
                </a:lnTo>
                <a:lnTo>
                  <a:pt x="714375" y="1504950"/>
                </a:lnTo>
                <a:lnTo>
                  <a:pt x="704850" y="1504950"/>
                </a:lnTo>
                <a:close/>
                <a:moveTo>
                  <a:pt x="1028700" y="1495425"/>
                </a:moveTo>
                <a:lnTo>
                  <a:pt x="1038225" y="1495425"/>
                </a:lnTo>
                <a:lnTo>
                  <a:pt x="1038225" y="1504950"/>
                </a:lnTo>
                <a:lnTo>
                  <a:pt x="1028700" y="1504950"/>
                </a:lnTo>
                <a:close/>
                <a:moveTo>
                  <a:pt x="457200" y="1504950"/>
                </a:moveTo>
                <a:lnTo>
                  <a:pt x="476250" y="1504950"/>
                </a:lnTo>
                <a:lnTo>
                  <a:pt x="476250" y="1514475"/>
                </a:lnTo>
                <a:lnTo>
                  <a:pt x="485775" y="1514475"/>
                </a:lnTo>
                <a:lnTo>
                  <a:pt x="485775" y="1504950"/>
                </a:lnTo>
                <a:lnTo>
                  <a:pt x="495300" y="1504950"/>
                </a:lnTo>
                <a:lnTo>
                  <a:pt x="495300" y="1514475"/>
                </a:lnTo>
                <a:lnTo>
                  <a:pt x="485775" y="1514475"/>
                </a:lnTo>
                <a:lnTo>
                  <a:pt x="485775" y="1524000"/>
                </a:lnTo>
                <a:lnTo>
                  <a:pt x="466725" y="1524000"/>
                </a:lnTo>
                <a:lnTo>
                  <a:pt x="466725" y="1514475"/>
                </a:lnTo>
                <a:lnTo>
                  <a:pt x="457200" y="1514475"/>
                </a:lnTo>
                <a:close/>
                <a:moveTo>
                  <a:pt x="561975" y="1504950"/>
                </a:moveTo>
                <a:lnTo>
                  <a:pt x="571500" y="1504950"/>
                </a:lnTo>
                <a:lnTo>
                  <a:pt x="571500" y="1514475"/>
                </a:lnTo>
                <a:lnTo>
                  <a:pt x="561975" y="1514475"/>
                </a:lnTo>
                <a:close/>
                <a:moveTo>
                  <a:pt x="628650" y="1504950"/>
                </a:moveTo>
                <a:lnTo>
                  <a:pt x="638175" y="1504950"/>
                </a:lnTo>
                <a:lnTo>
                  <a:pt x="638175" y="1514475"/>
                </a:lnTo>
                <a:lnTo>
                  <a:pt x="628650" y="1514475"/>
                </a:lnTo>
                <a:close/>
                <a:moveTo>
                  <a:pt x="1409700" y="1504950"/>
                </a:moveTo>
                <a:lnTo>
                  <a:pt x="1419225" y="1504950"/>
                </a:lnTo>
                <a:lnTo>
                  <a:pt x="1419225" y="1524000"/>
                </a:lnTo>
                <a:lnTo>
                  <a:pt x="1409700" y="1524000"/>
                </a:lnTo>
                <a:close/>
                <a:moveTo>
                  <a:pt x="1714500" y="1504950"/>
                </a:moveTo>
                <a:lnTo>
                  <a:pt x="1724025" y="1504950"/>
                </a:lnTo>
                <a:lnTo>
                  <a:pt x="1724025" y="1514475"/>
                </a:lnTo>
                <a:lnTo>
                  <a:pt x="1714500" y="1514475"/>
                </a:lnTo>
                <a:close/>
                <a:moveTo>
                  <a:pt x="114300" y="1514475"/>
                </a:moveTo>
                <a:lnTo>
                  <a:pt x="123825" y="1514475"/>
                </a:lnTo>
                <a:lnTo>
                  <a:pt x="123825" y="1524000"/>
                </a:lnTo>
                <a:lnTo>
                  <a:pt x="114300" y="1524000"/>
                </a:lnTo>
                <a:close/>
                <a:moveTo>
                  <a:pt x="590550" y="1514475"/>
                </a:moveTo>
                <a:lnTo>
                  <a:pt x="619125" y="1514475"/>
                </a:lnTo>
                <a:lnTo>
                  <a:pt x="619125" y="1524000"/>
                </a:lnTo>
                <a:lnTo>
                  <a:pt x="590550" y="1524000"/>
                </a:lnTo>
                <a:close/>
                <a:moveTo>
                  <a:pt x="666750" y="1514475"/>
                </a:moveTo>
                <a:lnTo>
                  <a:pt x="676275" y="1514475"/>
                </a:lnTo>
                <a:lnTo>
                  <a:pt x="676275" y="1524000"/>
                </a:lnTo>
                <a:lnTo>
                  <a:pt x="666750" y="1524000"/>
                </a:lnTo>
                <a:close/>
                <a:moveTo>
                  <a:pt x="1057275" y="1514475"/>
                </a:moveTo>
                <a:lnTo>
                  <a:pt x="1066800" y="1514475"/>
                </a:lnTo>
                <a:lnTo>
                  <a:pt x="1066800" y="1524000"/>
                </a:lnTo>
                <a:lnTo>
                  <a:pt x="1057275" y="1524000"/>
                </a:lnTo>
                <a:close/>
                <a:moveTo>
                  <a:pt x="400050" y="1524000"/>
                </a:moveTo>
                <a:lnTo>
                  <a:pt x="409575" y="1524000"/>
                </a:lnTo>
                <a:lnTo>
                  <a:pt x="409575" y="1533525"/>
                </a:lnTo>
                <a:lnTo>
                  <a:pt x="400050" y="1533525"/>
                </a:lnTo>
                <a:close/>
                <a:moveTo>
                  <a:pt x="638175" y="1524000"/>
                </a:moveTo>
                <a:lnTo>
                  <a:pt x="666750" y="1524000"/>
                </a:lnTo>
                <a:lnTo>
                  <a:pt x="666750" y="1533525"/>
                </a:lnTo>
                <a:lnTo>
                  <a:pt x="638175" y="1533525"/>
                </a:lnTo>
                <a:close/>
                <a:moveTo>
                  <a:pt x="800100" y="1524000"/>
                </a:moveTo>
                <a:lnTo>
                  <a:pt x="809625" y="1524000"/>
                </a:lnTo>
                <a:lnTo>
                  <a:pt x="809625" y="1533525"/>
                </a:lnTo>
                <a:lnTo>
                  <a:pt x="800100" y="1533525"/>
                </a:lnTo>
                <a:close/>
                <a:moveTo>
                  <a:pt x="847725" y="1524000"/>
                </a:moveTo>
                <a:lnTo>
                  <a:pt x="857250" y="1524000"/>
                </a:lnTo>
                <a:lnTo>
                  <a:pt x="857250" y="1543050"/>
                </a:lnTo>
                <a:lnTo>
                  <a:pt x="847725" y="1543050"/>
                </a:lnTo>
                <a:close/>
                <a:moveTo>
                  <a:pt x="1038225" y="1524000"/>
                </a:moveTo>
                <a:lnTo>
                  <a:pt x="1047750" y="1524000"/>
                </a:lnTo>
                <a:lnTo>
                  <a:pt x="1047750" y="1533525"/>
                </a:lnTo>
                <a:lnTo>
                  <a:pt x="1038225" y="1533525"/>
                </a:lnTo>
                <a:close/>
                <a:moveTo>
                  <a:pt x="1724025" y="1524000"/>
                </a:moveTo>
                <a:lnTo>
                  <a:pt x="1733550" y="1524000"/>
                </a:lnTo>
                <a:lnTo>
                  <a:pt x="1733550" y="1533525"/>
                </a:lnTo>
                <a:lnTo>
                  <a:pt x="1724025" y="1533525"/>
                </a:lnTo>
                <a:close/>
                <a:moveTo>
                  <a:pt x="714375" y="1533525"/>
                </a:moveTo>
                <a:lnTo>
                  <a:pt x="723900" y="1533525"/>
                </a:lnTo>
                <a:lnTo>
                  <a:pt x="723900" y="1543050"/>
                </a:lnTo>
                <a:lnTo>
                  <a:pt x="714375" y="1543050"/>
                </a:lnTo>
                <a:close/>
                <a:moveTo>
                  <a:pt x="733425" y="1533525"/>
                </a:moveTo>
                <a:lnTo>
                  <a:pt x="742950" y="1533525"/>
                </a:lnTo>
                <a:lnTo>
                  <a:pt x="742950" y="1543050"/>
                </a:lnTo>
                <a:lnTo>
                  <a:pt x="733425" y="1543050"/>
                </a:lnTo>
                <a:close/>
                <a:moveTo>
                  <a:pt x="762000" y="1533525"/>
                </a:moveTo>
                <a:lnTo>
                  <a:pt x="781050" y="1533525"/>
                </a:lnTo>
                <a:lnTo>
                  <a:pt x="781050" y="1543050"/>
                </a:lnTo>
                <a:lnTo>
                  <a:pt x="762000" y="1543050"/>
                </a:lnTo>
                <a:close/>
                <a:moveTo>
                  <a:pt x="904875" y="1533525"/>
                </a:moveTo>
                <a:lnTo>
                  <a:pt x="914400" y="1533525"/>
                </a:lnTo>
                <a:lnTo>
                  <a:pt x="914400" y="1543050"/>
                </a:lnTo>
                <a:lnTo>
                  <a:pt x="904875" y="1543050"/>
                </a:lnTo>
                <a:close/>
                <a:moveTo>
                  <a:pt x="1543050" y="1533525"/>
                </a:moveTo>
                <a:lnTo>
                  <a:pt x="1552575" y="1533525"/>
                </a:lnTo>
                <a:lnTo>
                  <a:pt x="1552575" y="1524000"/>
                </a:lnTo>
                <a:lnTo>
                  <a:pt x="1543050" y="1524000"/>
                </a:lnTo>
                <a:close/>
                <a:moveTo>
                  <a:pt x="1695450" y="1533525"/>
                </a:moveTo>
                <a:lnTo>
                  <a:pt x="1704975" y="1533525"/>
                </a:lnTo>
                <a:lnTo>
                  <a:pt x="1704975" y="1543050"/>
                </a:lnTo>
                <a:lnTo>
                  <a:pt x="1695450" y="1543050"/>
                </a:lnTo>
                <a:close/>
                <a:moveTo>
                  <a:pt x="1771650" y="1533525"/>
                </a:moveTo>
                <a:lnTo>
                  <a:pt x="1781175" y="1533525"/>
                </a:lnTo>
                <a:lnTo>
                  <a:pt x="1781175" y="1543050"/>
                </a:lnTo>
                <a:lnTo>
                  <a:pt x="1771650" y="1543050"/>
                </a:lnTo>
                <a:close/>
                <a:moveTo>
                  <a:pt x="304800" y="1543050"/>
                </a:moveTo>
                <a:lnTo>
                  <a:pt x="314325" y="1543050"/>
                </a:lnTo>
                <a:lnTo>
                  <a:pt x="314325" y="1552575"/>
                </a:lnTo>
                <a:lnTo>
                  <a:pt x="304800" y="1552575"/>
                </a:lnTo>
                <a:close/>
                <a:moveTo>
                  <a:pt x="495300" y="1543050"/>
                </a:moveTo>
                <a:lnTo>
                  <a:pt x="504825" y="1543050"/>
                </a:lnTo>
                <a:lnTo>
                  <a:pt x="504825" y="1552575"/>
                </a:lnTo>
                <a:lnTo>
                  <a:pt x="495300" y="1552575"/>
                </a:lnTo>
                <a:close/>
                <a:moveTo>
                  <a:pt x="590550" y="1543050"/>
                </a:moveTo>
                <a:lnTo>
                  <a:pt x="600075" y="1543050"/>
                </a:lnTo>
                <a:lnTo>
                  <a:pt x="600075" y="1552575"/>
                </a:lnTo>
                <a:lnTo>
                  <a:pt x="590550" y="1552575"/>
                </a:lnTo>
                <a:close/>
                <a:moveTo>
                  <a:pt x="819150" y="1543050"/>
                </a:moveTo>
                <a:lnTo>
                  <a:pt x="828675" y="1543050"/>
                </a:lnTo>
                <a:lnTo>
                  <a:pt x="828675" y="1552575"/>
                </a:lnTo>
                <a:lnTo>
                  <a:pt x="819150" y="1552575"/>
                </a:lnTo>
                <a:close/>
                <a:moveTo>
                  <a:pt x="895350" y="1543050"/>
                </a:moveTo>
                <a:lnTo>
                  <a:pt x="904875" y="1543050"/>
                </a:lnTo>
                <a:lnTo>
                  <a:pt x="904875" y="1562100"/>
                </a:lnTo>
                <a:lnTo>
                  <a:pt x="914400" y="1562100"/>
                </a:lnTo>
                <a:lnTo>
                  <a:pt x="914400" y="1543050"/>
                </a:lnTo>
                <a:lnTo>
                  <a:pt x="923925" y="1543050"/>
                </a:lnTo>
                <a:lnTo>
                  <a:pt x="923925" y="1562100"/>
                </a:lnTo>
                <a:lnTo>
                  <a:pt x="914400" y="1562100"/>
                </a:lnTo>
                <a:lnTo>
                  <a:pt x="914400" y="1571625"/>
                </a:lnTo>
                <a:lnTo>
                  <a:pt x="923925" y="1571625"/>
                </a:lnTo>
                <a:lnTo>
                  <a:pt x="923925" y="1590675"/>
                </a:lnTo>
                <a:lnTo>
                  <a:pt x="914400" y="1590675"/>
                </a:lnTo>
                <a:lnTo>
                  <a:pt x="914400" y="1581150"/>
                </a:lnTo>
                <a:lnTo>
                  <a:pt x="876300" y="1581150"/>
                </a:lnTo>
                <a:lnTo>
                  <a:pt x="876300" y="1571625"/>
                </a:lnTo>
                <a:lnTo>
                  <a:pt x="885825" y="1571625"/>
                </a:lnTo>
                <a:lnTo>
                  <a:pt x="885825" y="1562100"/>
                </a:lnTo>
                <a:lnTo>
                  <a:pt x="895350" y="1562100"/>
                </a:lnTo>
                <a:close/>
                <a:moveTo>
                  <a:pt x="1438275" y="1543050"/>
                </a:moveTo>
                <a:lnTo>
                  <a:pt x="1447800" y="1543050"/>
                </a:lnTo>
                <a:lnTo>
                  <a:pt x="1447800" y="1562100"/>
                </a:lnTo>
                <a:lnTo>
                  <a:pt x="1438275" y="1562100"/>
                </a:lnTo>
                <a:lnTo>
                  <a:pt x="1438275" y="1581150"/>
                </a:lnTo>
                <a:lnTo>
                  <a:pt x="1428750" y="1581150"/>
                </a:lnTo>
                <a:lnTo>
                  <a:pt x="1428750" y="1552575"/>
                </a:lnTo>
                <a:lnTo>
                  <a:pt x="1438275" y="1552575"/>
                </a:lnTo>
                <a:close/>
                <a:moveTo>
                  <a:pt x="1981200" y="1543050"/>
                </a:moveTo>
                <a:lnTo>
                  <a:pt x="1990725" y="1543050"/>
                </a:lnTo>
                <a:lnTo>
                  <a:pt x="1990725" y="1562100"/>
                </a:lnTo>
                <a:lnTo>
                  <a:pt x="1981200" y="1562100"/>
                </a:lnTo>
                <a:close/>
                <a:moveTo>
                  <a:pt x="485775" y="1552575"/>
                </a:moveTo>
                <a:lnTo>
                  <a:pt x="495300" y="1552575"/>
                </a:lnTo>
                <a:lnTo>
                  <a:pt x="495300" y="1562100"/>
                </a:lnTo>
                <a:lnTo>
                  <a:pt x="485775" y="1562100"/>
                </a:lnTo>
                <a:close/>
                <a:moveTo>
                  <a:pt x="781050" y="1552575"/>
                </a:moveTo>
                <a:lnTo>
                  <a:pt x="800100" y="1552575"/>
                </a:lnTo>
                <a:lnTo>
                  <a:pt x="800100" y="1562100"/>
                </a:lnTo>
                <a:lnTo>
                  <a:pt x="781050" y="1562100"/>
                </a:lnTo>
                <a:close/>
                <a:moveTo>
                  <a:pt x="1400175" y="1552575"/>
                </a:moveTo>
                <a:lnTo>
                  <a:pt x="1409700" y="1552575"/>
                </a:lnTo>
                <a:lnTo>
                  <a:pt x="1409700" y="1562100"/>
                </a:lnTo>
                <a:lnTo>
                  <a:pt x="1400175" y="1562100"/>
                </a:lnTo>
                <a:close/>
                <a:moveTo>
                  <a:pt x="1733550" y="1552575"/>
                </a:moveTo>
                <a:lnTo>
                  <a:pt x="1743075" y="1552575"/>
                </a:lnTo>
                <a:lnTo>
                  <a:pt x="1743075" y="1562100"/>
                </a:lnTo>
                <a:lnTo>
                  <a:pt x="1733550" y="1562100"/>
                </a:lnTo>
                <a:close/>
                <a:moveTo>
                  <a:pt x="542925" y="1562100"/>
                </a:moveTo>
                <a:lnTo>
                  <a:pt x="552450" y="1562100"/>
                </a:lnTo>
                <a:lnTo>
                  <a:pt x="552450" y="1571625"/>
                </a:lnTo>
                <a:lnTo>
                  <a:pt x="542925" y="1571625"/>
                </a:lnTo>
                <a:close/>
                <a:moveTo>
                  <a:pt x="704850" y="1562100"/>
                </a:moveTo>
                <a:lnTo>
                  <a:pt x="714375" y="1562100"/>
                </a:lnTo>
                <a:lnTo>
                  <a:pt x="714375" y="1571625"/>
                </a:lnTo>
                <a:lnTo>
                  <a:pt x="704850" y="1571625"/>
                </a:lnTo>
                <a:close/>
                <a:moveTo>
                  <a:pt x="762000" y="1562100"/>
                </a:moveTo>
                <a:lnTo>
                  <a:pt x="771525" y="1562100"/>
                </a:lnTo>
                <a:lnTo>
                  <a:pt x="771525" y="1571625"/>
                </a:lnTo>
                <a:lnTo>
                  <a:pt x="762000" y="1571625"/>
                </a:lnTo>
                <a:close/>
                <a:moveTo>
                  <a:pt x="314325" y="1571625"/>
                </a:moveTo>
                <a:lnTo>
                  <a:pt x="323850" y="1571625"/>
                </a:lnTo>
                <a:lnTo>
                  <a:pt x="323850" y="1581150"/>
                </a:lnTo>
                <a:lnTo>
                  <a:pt x="314325" y="1581150"/>
                </a:lnTo>
                <a:close/>
                <a:moveTo>
                  <a:pt x="485775" y="1571625"/>
                </a:moveTo>
                <a:lnTo>
                  <a:pt x="495300" y="1571625"/>
                </a:lnTo>
                <a:lnTo>
                  <a:pt x="495300" y="1581150"/>
                </a:lnTo>
                <a:lnTo>
                  <a:pt x="485775" y="1581150"/>
                </a:lnTo>
                <a:close/>
                <a:moveTo>
                  <a:pt x="514350" y="1571625"/>
                </a:moveTo>
                <a:lnTo>
                  <a:pt x="523875" y="1571625"/>
                </a:lnTo>
                <a:lnTo>
                  <a:pt x="523875" y="1581150"/>
                </a:lnTo>
                <a:lnTo>
                  <a:pt x="514350" y="1581150"/>
                </a:lnTo>
                <a:close/>
                <a:moveTo>
                  <a:pt x="714375" y="1571625"/>
                </a:moveTo>
                <a:lnTo>
                  <a:pt x="723900" y="1571625"/>
                </a:lnTo>
                <a:lnTo>
                  <a:pt x="723900" y="1581150"/>
                </a:lnTo>
                <a:lnTo>
                  <a:pt x="714375" y="1581150"/>
                </a:lnTo>
                <a:close/>
                <a:moveTo>
                  <a:pt x="1076325" y="1571625"/>
                </a:moveTo>
                <a:lnTo>
                  <a:pt x="1085850" y="1571625"/>
                </a:lnTo>
                <a:lnTo>
                  <a:pt x="1085850" y="1581150"/>
                </a:lnTo>
                <a:lnTo>
                  <a:pt x="1076325" y="1581150"/>
                </a:lnTo>
                <a:close/>
                <a:moveTo>
                  <a:pt x="1476375" y="1571625"/>
                </a:moveTo>
                <a:lnTo>
                  <a:pt x="1485900" y="1571625"/>
                </a:lnTo>
                <a:lnTo>
                  <a:pt x="1485900" y="1590675"/>
                </a:lnTo>
                <a:lnTo>
                  <a:pt x="1504950" y="1590675"/>
                </a:lnTo>
                <a:lnTo>
                  <a:pt x="1504950" y="1600200"/>
                </a:lnTo>
                <a:lnTo>
                  <a:pt x="1514475" y="1600200"/>
                </a:lnTo>
                <a:lnTo>
                  <a:pt x="1514475" y="1590675"/>
                </a:lnTo>
                <a:lnTo>
                  <a:pt x="1524000" y="1590675"/>
                </a:lnTo>
                <a:lnTo>
                  <a:pt x="1524000" y="1600200"/>
                </a:lnTo>
                <a:lnTo>
                  <a:pt x="1514475" y="1600200"/>
                </a:lnTo>
                <a:lnTo>
                  <a:pt x="1514475" y="1609725"/>
                </a:lnTo>
                <a:lnTo>
                  <a:pt x="1504950" y="1609725"/>
                </a:lnTo>
                <a:lnTo>
                  <a:pt x="1504950" y="1619250"/>
                </a:lnTo>
                <a:lnTo>
                  <a:pt x="1495425" y="1619250"/>
                </a:lnTo>
                <a:lnTo>
                  <a:pt x="1495425" y="1628775"/>
                </a:lnTo>
                <a:lnTo>
                  <a:pt x="1476375" y="1628775"/>
                </a:lnTo>
                <a:lnTo>
                  <a:pt x="1476375" y="1609725"/>
                </a:lnTo>
                <a:lnTo>
                  <a:pt x="1438275" y="1609725"/>
                </a:lnTo>
                <a:lnTo>
                  <a:pt x="1438275" y="1600200"/>
                </a:lnTo>
                <a:lnTo>
                  <a:pt x="1447800" y="1600200"/>
                </a:lnTo>
                <a:lnTo>
                  <a:pt x="1447800" y="1590675"/>
                </a:lnTo>
                <a:lnTo>
                  <a:pt x="1457325" y="1590675"/>
                </a:lnTo>
                <a:lnTo>
                  <a:pt x="1457325" y="1581150"/>
                </a:lnTo>
                <a:lnTo>
                  <a:pt x="1476375" y="1581150"/>
                </a:lnTo>
                <a:close/>
                <a:moveTo>
                  <a:pt x="1533525" y="1571625"/>
                </a:moveTo>
                <a:lnTo>
                  <a:pt x="1552575" y="1571625"/>
                </a:lnTo>
                <a:lnTo>
                  <a:pt x="1552575" y="1581150"/>
                </a:lnTo>
                <a:lnTo>
                  <a:pt x="1543050" y="1581150"/>
                </a:lnTo>
                <a:lnTo>
                  <a:pt x="1543050" y="1590675"/>
                </a:lnTo>
                <a:lnTo>
                  <a:pt x="1533525" y="1590675"/>
                </a:lnTo>
                <a:close/>
                <a:moveTo>
                  <a:pt x="495300" y="1581150"/>
                </a:moveTo>
                <a:lnTo>
                  <a:pt x="504825" y="1581150"/>
                </a:lnTo>
                <a:lnTo>
                  <a:pt x="504825" y="1590675"/>
                </a:lnTo>
                <a:lnTo>
                  <a:pt x="495300" y="1590675"/>
                </a:lnTo>
                <a:close/>
                <a:moveTo>
                  <a:pt x="638175" y="1581150"/>
                </a:moveTo>
                <a:lnTo>
                  <a:pt x="647700" y="1581150"/>
                </a:lnTo>
                <a:lnTo>
                  <a:pt x="647700" y="1590675"/>
                </a:lnTo>
                <a:lnTo>
                  <a:pt x="638175" y="1590675"/>
                </a:lnTo>
                <a:close/>
                <a:moveTo>
                  <a:pt x="857250" y="1581150"/>
                </a:moveTo>
                <a:lnTo>
                  <a:pt x="866775" y="1581150"/>
                </a:lnTo>
                <a:lnTo>
                  <a:pt x="866775" y="1590675"/>
                </a:lnTo>
                <a:lnTo>
                  <a:pt x="857250" y="1590675"/>
                </a:lnTo>
                <a:close/>
                <a:moveTo>
                  <a:pt x="1000125" y="1581150"/>
                </a:moveTo>
                <a:lnTo>
                  <a:pt x="1019175" y="1581150"/>
                </a:lnTo>
                <a:lnTo>
                  <a:pt x="1019175" y="1590675"/>
                </a:lnTo>
                <a:lnTo>
                  <a:pt x="1000125" y="1590675"/>
                </a:lnTo>
                <a:close/>
                <a:moveTo>
                  <a:pt x="1057275" y="1581150"/>
                </a:moveTo>
                <a:lnTo>
                  <a:pt x="1066800" y="1581150"/>
                </a:lnTo>
                <a:lnTo>
                  <a:pt x="1066800" y="1590675"/>
                </a:lnTo>
                <a:lnTo>
                  <a:pt x="1057275" y="1590675"/>
                </a:lnTo>
                <a:close/>
                <a:moveTo>
                  <a:pt x="1657350" y="1581150"/>
                </a:moveTo>
                <a:lnTo>
                  <a:pt x="1666875" y="1581150"/>
                </a:lnTo>
                <a:lnTo>
                  <a:pt x="1666875" y="1600200"/>
                </a:lnTo>
                <a:lnTo>
                  <a:pt x="1676400" y="1600200"/>
                </a:lnTo>
                <a:lnTo>
                  <a:pt x="1676400" y="1590675"/>
                </a:lnTo>
                <a:lnTo>
                  <a:pt x="1685925" y="1590675"/>
                </a:lnTo>
                <a:lnTo>
                  <a:pt x="1685925" y="1600200"/>
                </a:lnTo>
                <a:lnTo>
                  <a:pt x="1676400" y="1600200"/>
                </a:lnTo>
                <a:lnTo>
                  <a:pt x="1676400" y="1609725"/>
                </a:lnTo>
                <a:lnTo>
                  <a:pt x="1704975" y="1609725"/>
                </a:lnTo>
                <a:lnTo>
                  <a:pt x="1704975" y="1619250"/>
                </a:lnTo>
                <a:lnTo>
                  <a:pt x="1638300" y="1619250"/>
                </a:lnTo>
                <a:lnTo>
                  <a:pt x="1638300" y="1609725"/>
                </a:lnTo>
                <a:lnTo>
                  <a:pt x="1647825" y="1609725"/>
                </a:lnTo>
                <a:lnTo>
                  <a:pt x="1647825" y="1600200"/>
                </a:lnTo>
                <a:lnTo>
                  <a:pt x="1657350" y="1600200"/>
                </a:lnTo>
                <a:close/>
                <a:moveTo>
                  <a:pt x="1743075" y="1581150"/>
                </a:moveTo>
                <a:lnTo>
                  <a:pt x="1752600" y="1581150"/>
                </a:lnTo>
                <a:lnTo>
                  <a:pt x="1752600" y="1590675"/>
                </a:lnTo>
                <a:lnTo>
                  <a:pt x="1743075" y="1590675"/>
                </a:lnTo>
                <a:close/>
                <a:moveTo>
                  <a:pt x="104775" y="1590675"/>
                </a:moveTo>
                <a:lnTo>
                  <a:pt x="114300" y="1590675"/>
                </a:lnTo>
                <a:lnTo>
                  <a:pt x="114300" y="1609725"/>
                </a:lnTo>
                <a:lnTo>
                  <a:pt x="104775" y="1609725"/>
                </a:lnTo>
                <a:close/>
                <a:moveTo>
                  <a:pt x="923925" y="1590675"/>
                </a:moveTo>
                <a:lnTo>
                  <a:pt x="933450" y="1590675"/>
                </a:lnTo>
                <a:lnTo>
                  <a:pt x="933450" y="1600200"/>
                </a:lnTo>
                <a:lnTo>
                  <a:pt x="923925" y="1600200"/>
                </a:lnTo>
                <a:close/>
                <a:moveTo>
                  <a:pt x="942975" y="1590675"/>
                </a:moveTo>
                <a:lnTo>
                  <a:pt x="971550" y="1590675"/>
                </a:lnTo>
                <a:lnTo>
                  <a:pt x="971550" y="1600200"/>
                </a:lnTo>
                <a:lnTo>
                  <a:pt x="981075" y="1600200"/>
                </a:lnTo>
                <a:lnTo>
                  <a:pt x="981075" y="1609725"/>
                </a:lnTo>
                <a:lnTo>
                  <a:pt x="990600" y="1609725"/>
                </a:lnTo>
                <a:lnTo>
                  <a:pt x="990600" y="1619250"/>
                </a:lnTo>
                <a:lnTo>
                  <a:pt x="1000125" y="1619250"/>
                </a:lnTo>
                <a:lnTo>
                  <a:pt x="1000125" y="1628775"/>
                </a:lnTo>
                <a:lnTo>
                  <a:pt x="1009650" y="1628775"/>
                </a:lnTo>
                <a:lnTo>
                  <a:pt x="1009650" y="1647825"/>
                </a:lnTo>
                <a:lnTo>
                  <a:pt x="1019175" y="1647825"/>
                </a:lnTo>
                <a:lnTo>
                  <a:pt x="1019175" y="1657350"/>
                </a:lnTo>
                <a:lnTo>
                  <a:pt x="1038225" y="1657350"/>
                </a:lnTo>
                <a:lnTo>
                  <a:pt x="1038225" y="1647825"/>
                </a:lnTo>
                <a:lnTo>
                  <a:pt x="1066800" y="1647825"/>
                </a:lnTo>
                <a:lnTo>
                  <a:pt x="1066800" y="1666875"/>
                </a:lnTo>
                <a:lnTo>
                  <a:pt x="1057275" y="1666875"/>
                </a:lnTo>
                <a:lnTo>
                  <a:pt x="1057275" y="1676400"/>
                </a:lnTo>
                <a:lnTo>
                  <a:pt x="1028700" y="1676400"/>
                </a:lnTo>
                <a:lnTo>
                  <a:pt x="1028700" y="1733550"/>
                </a:lnTo>
                <a:lnTo>
                  <a:pt x="1019175" y="1733550"/>
                </a:lnTo>
                <a:lnTo>
                  <a:pt x="1019175" y="1695450"/>
                </a:lnTo>
                <a:lnTo>
                  <a:pt x="1009650" y="1695450"/>
                </a:lnTo>
                <a:lnTo>
                  <a:pt x="1009650" y="1704975"/>
                </a:lnTo>
                <a:lnTo>
                  <a:pt x="1000125" y="1704975"/>
                </a:lnTo>
                <a:lnTo>
                  <a:pt x="1000125" y="1685925"/>
                </a:lnTo>
                <a:lnTo>
                  <a:pt x="1009650" y="1685925"/>
                </a:lnTo>
                <a:lnTo>
                  <a:pt x="1009650" y="1676400"/>
                </a:lnTo>
                <a:lnTo>
                  <a:pt x="1000125" y="1676400"/>
                </a:lnTo>
                <a:lnTo>
                  <a:pt x="1000125" y="1657350"/>
                </a:lnTo>
                <a:lnTo>
                  <a:pt x="990600" y="1657350"/>
                </a:lnTo>
                <a:lnTo>
                  <a:pt x="990600" y="1638300"/>
                </a:lnTo>
                <a:lnTo>
                  <a:pt x="981075" y="1638300"/>
                </a:lnTo>
                <a:lnTo>
                  <a:pt x="981075" y="1628775"/>
                </a:lnTo>
                <a:lnTo>
                  <a:pt x="971550" y="1628775"/>
                </a:lnTo>
                <a:lnTo>
                  <a:pt x="971550" y="1619250"/>
                </a:lnTo>
                <a:lnTo>
                  <a:pt x="962025" y="1619250"/>
                </a:lnTo>
                <a:lnTo>
                  <a:pt x="962025" y="1609725"/>
                </a:lnTo>
                <a:lnTo>
                  <a:pt x="952500" y="1609725"/>
                </a:lnTo>
                <a:lnTo>
                  <a:pt x="952500" y="1600200"/>
                </a:lnTo>
                <a:lnTo>
                  <a:pt x="942975" y="1600200"/>
                </a:lnTo>
                <a:close/>
                <a:moveTo>
                  <a:pt x="581025" y="1600200"/>
                </a:moveTo>
                <a:lnTo>
                  <a:pt x="590550" y="1600200"/>
                </a:lnTo>
                <a:lnTo>
                  <a:pt x="590550" y="1609725"/>
                </a:lnTo>
                <a:lnTo>
                  <a:pt x="581025" y="1609725"/>
                </a:lnTo>
                <a:close/>
                <a:moveTo>
                  <a:pt x="1085850" y="1600200"/>
                </a:moveTo>
                <a:lnTo>
                  <a:pt x="1095375" y="1600200"/>
                </a:lnTo>
                <a:lnTo>
                  <a:pt x="1095375" y="1609725"/>
                </a:lnTo>
                <a:lnTo>
                  <a:pt x="1085850" y="1609725"/>
                </a:lnTo>
                <a:close/>
                <a:moveTo>
                  <a:pt x="542925" y="1609725"/>
                </a:moveTo>
                <a:lnTo>
                  <a:pt x="552450" y="1609725"/>
                </a:lnTo>
                <a:lnTo>
                  <a:pt x="552450" y="1619250"/>
                </a:lnTo>
                <a:lnTo>
                  <a:pt x="542925" y="1619250"/>
                </a:lnTo>
                <a:close/>
                <a:moveTo>
                  <a:pt x="609600" y="1609725"/>
                </a:moveTo>
                <a:lnTo>
                  <a:pt x="619125" y="1609725"/>
                </a:lnTo>
                <a:lnTo>
                  <a:pt x="619125" y="1619250"/>
                </a:lnTo>
                <a:lnTo>
                  <a:pt x="609600" y="1619250"/>
                </a:lnTo>
                <a:close/>
                <a:moveTo>
                  <a:pt x="1371600" y="1609725"/>
                </a:moveTo>
                <a:lnTo>
                  <a:pt x="1381125" y="1609725"/>
                </a:lnTo>
                <a:lnTo>
                  <a:pt x="1381125" y="1619250"/>
                </a:lnTo>
                <a:lnTo>
                  <a:pt x="1371600" y="1619250"/>
                </a:lnTo>
                <a:close/>
                <a:moveTo>
                  <a:pt x="1800225" y="1609725"/>
                </a:moveTo>
                <a:lnTo>
                  <a:pt x="1809750" y="1609725"/>
                </a:lnTo>
                <a:lnTo>
                  <a:pt x="1809750" y="1619250"/>
                </a:lnTo>
                <a:lnTo>
                  <a:pt x="1800225" y="1619250"/>
                </a:lnTo>
                <a:close/>
                <a:moveTo>
                  <a:pt x="866775" y="1619250"/>
                </a:moveTo>
                <a:lnTo>
                  <a:pt x="876300" y="1619250"/>
                </a:lnTo>
                <a:lnTo>
                  <a:pt x="876300" y="1628775"/>
                </a:lnTo>
                <a:lnTo>
                  <a:pt x="866775" y="1628775"/>
                </a:lnTo>
                <a:close/>
                <a:moveTo>
                  <a:pt x="1200150" y="1619250"/>
                </a:moveTo>
                <a:lnTo>
                  <a:pt x="1209675" y="1619250"/>
                </a:lnTo>
                <a:lnTo>
                  <a:pt x="1209675" y="1638300"/>
                </a:lnTo>
                <a:lnTo>
                  <a:pt x="1219200" y="1638300"/>
                </a:lnTo>
                <a:lnTo>
                  <a:pt x="1219200" y="1647825"/>
                </a:lnTo>
                <a:lnTo>
                  <a:pt x="1228725" y="1647825"/>
                </a:lnTo>
                <a:lnTo>
                  <a:pt x="1228725" y="1657350"/>
                </a:lnTo>
                <a:lnTo>
                  <a:pt x="1238250" y="1657350"/>
                </a:lnTo>
                <a:lnTo>
                  <a:pt x="1238250" y="1676400"/>
                </a:lnTo>
                <a:lnTo>
                  <a:pt x="1228725" y="1676400"/>
                </a:lnTo>
                <a:lnTo>
                  <a:pt x="1228725" y="1685925"/>
                </a:lnTo>
                <a:lnTo>
                  <a:pt x="1219200" y="1685925"/>
                </a:lnTo>
                <a:lnTo>
                  <a:pt x="1219200" y="1676400"/>
                </a:lnTo>
                <a:lnTo>
                  <a:pt x="1209675" y="1676400"/>
                </a:lnTo>
                <a:lnTo>
                  <a:pt x="1209675" y="1666875"/>
                </a:lnTo>
                <a:lnTo>
                  <a:pt x="1200150" y="1666875"/>
                </a:lnTo>
                <a:close/>
                <a:moveTo>
                  <a:pt x="1628775" y="1619250"/>
                </a:moveTo>
                <a:lnTo>
                  <a:pt x="1638300" y="1619250"/>
                </a:lnTo>
                <a:lnTo>
                  <a:pt x="1638300" y="1628775"/>
                </a:lnTo>
                <a:lnTo>
                  <a:pt x="1628775" y="1628775"/>
                </a:lnTo>
                <a:close/>
                <a:moveTo>
                  <a:pt x="752475" y="1628775"/>
                </a:moveTo>
                <a:lnTo>
                  <a:pt x="762000" y="1628775"/>
                </a:lnTo>
                <a:lnTo>
                  <a:pt x="762000" y="1638300"/>
                </a:lnTo>
                <a:lnTo>
                  <a:pt x="752475" y="1638300"/>
                </a:lnTo>
                <a:close/>
                <a:moveTo>
                  <a:pt x="857250" y="1628775"/>
                </a:moveTo>
                <a:lnTo>
                  <a:pt x="866775" y="1628775"/>
                </a:lnTo>
                <a:lnTo>
                  <a:pt x="866775" y="1638300"/>
                </a:lnTo>
                <a:lnTo>
                  <a:pt x="857250" y="1638300"/>
                </a:lnTo>
                <a:close/>
                <a:moveTo>
                  <a:pt x="1076325" y="1628775"/>
                </a:moveTo>
                <a:lnTo>
                  <a:pt x="1085850" y="1628775"/>
                </a:lnTo>
                <a:lnTo>
                  <a:pt x="1085850" y="1638300"/>
                </a:lnTo>
                <a:lnTo>
                  <a:pt x="1076325" y="1638300"/>
                </a:lnTo>
                <a:close/>
                <a:moveTo>
                  <a:pt x="1095375" y="1628775"/>
                </a:moveTo>
                <a:lnTo>
                  <a:pt x="1104900" y="1628775"/>
                </a:lnTo>
                <a:lnTo>
                  <a:pt x="1104900" y="1638300"/>
                </a:lnTo>
                <a:lnTo>
                  <a:pt x="1095375" y="1638300"/>
                </a:lnTo>
                <a:close/>
                <a:moveTo>
                  <a:pt x="1362075" y="1628775"/>
                </a:moveTo>
                <a:lnTo>
                  <a:pt x="1371600" y="1628775"/>
                </a:lnTo>
                <a:lnTo>
                  <a:pt x="1371600" y="1638300"/>
                </a:lnTo>
                <a:lnTo>
                  <a:pt x="1362075" y="1638300"/>
                </a:lnTo>
                <a:close/>
                <a:moveTo>
                  <a:pt x="1466850" y="1628775"/>
                </a:moveTo>
                <a:lnTo>
                  <a:pt x="1476375" y="1628775"/>
                </a:lnTo>
                <a:lnTo>
                  <a:pt x="1476375" y="1638300"/>
                </a:lnTo>
                <a:lnTo>
                  <a:pt x="1466850" y="1638300"/>
                </a:lnTo>
                <a:close/>
                <a:moveTo>
                  <a:pt x="1704975" y="1628775"/>
                </a:moveTo>
                <a:lnTo>
                  <a:pt x="1752600" y="1628775"/>
                </a:lnTo>
                <a:lnTo>
                  <a:pt x="1752600" y="1647825"/>
                </a:lnTo>
                <a:lnTo>
                  <a:pt x="1743075" y="1647825"/>
                </a:lnTo>
                <a:lnTo>
                  <a:pt x="1743075" y="1657350"/>
                </a:lnTo>
                <a:lnTo>
                  <a:pt x="1695450" y="1657350"/>
                </a:lnTo>
                <a:lnTo>
                  <a:pt x="1695450" y="1647825"/>
                </a:lnTo>
                <a:lnTo>
                  <a:pt x="1647825" y="1647825"/>
                </a:lnTo>
                <a:lnTo>
                  <a:pt x="1647825" y="1638300"/>
                </a:lnTo>
                <a:lnTo>
                  <a:pt x="1704975" y="1638300"/>
                </a:lnTo>
                <a:close/>
                <a:moveTo>
                  <a:pt x="1990725" y="1628775"/>
                </a:moveTo>
                <a:lnTo>
                  <a:pt x="2000250" y="1628775"/>
                </a:lnTo>
                <a:lnTo>
                  <a:pt x="2000250" y="1647825"/>
                </a:lnTo>
                <a:lnTo>
                  <a:pt x="1990725" y="1647825"/>
                </a:lnTo>
                <a:close/>
                <a:moveTo>
                  <a:pt x="266700" y="1638300"/>
                </a:moveTo>
                <a:lnTo>
                  <a:pt x="276225" y="1638300"/>
                </a:lnTo>
                <a:lnTo>
                  <a:pt x="276225" y="1647825"/>
                </a:lnTo>
                <a:lnTo>
                  <a:pt x="266700" y="1647825"/>
                </a:lnTo>
                <a:close/>
                <a:moveTo>
                  <a:pt x="733425" y="1638300"/>
                </a:moveTo>
                <a:lnTo>
                  <a:pt x="752475" y="1638300"/>
                </a:lnTo>
                <a:lnTo>
                  <a:pt x="752475" y="1647825"/>
                </a:lnTo>
                <a:lnTo>
                  <a:pt x="762000" y="1647825"/>
                </a:lnTo>
                <a:lnTo>
                  <a:pt x="762000" y="1638300"/>
                </a:lnTo>
                <a:lnTo>
                  <a:pt x="771525" y="1638300"/>
                </a:lnTo>
                <a:lnTo>
                  <a:pt x="771525" y="1647825"/>
                </a:lnTo>
                <a:lnTo>
                  <a:pt x="762000" y="1647825"/>
                </a:lnTo>
                <a:lnTo>
                  <a:pt x="762000" y="1657350"/>
                </a:lnTo>
                <a:lnTo>
                  <a:pt x="742950" y="1657350"/>
                </a:lnTo>
                <a:lnTo>
                  <a:pt x="742950" y="1647825"/>
                </a:lnTo>
                <a:lnTo>
                  <a:pt x="733425" y="1647825"/>
                </a:lnTo>
                <a:close/>
                <a:moveTo>
                  <a:pt x="800100" y="1638300"/>
                </a:moveTo>
                <a:lnTo>
                  <a:pt x="809625" y="1638300"/>
                </a:lnTo>
                <a:lnTo>
                  <a:pt x="809625" y="1647825"/>
                </a:lnTo>
                <a:lnTo>
                  <a:pt x="800100" y="1647825"/>
                </a:lnTo>
                <a:close/>
                <a:moveTo>
                  <a:pt x="847725" y="1638300"/>
                </a:moveTo>
                <a:lnTo>
                  <a:pt x="857250" y="1638300"/>
                </a:lnTo>
                <a:lnTo>
                  <a:pt x="857250" y="1647825"/>
                </a:lnTo>
                <a:lnTo>
                  <a:pt x="847725" y="1647825"/>
                </a:lnTo>
                <a:close/>
                <a:moveTo>
                  <a:pt x="1457325" y="1638300"/>
                </a:moveTo>
                <a:lnTo>
                  <a:pt x="1466850" y="1638300"/>
                </a:lnTo>
                <a:lnTo>
                  <a:pt x="1466850" y="1647825"/>
                </a:lnTo>
                <a:lnTo>
                  <a:pt x="1457325" y="1647825"/>
                </a:lnTo>
                <a:close/>
                <a:moveTo>
                  <a:pt x="1552575" y="1638300"/>
                </a:moveTo>
                <a:lnTo>
                  <a:pt x="1562100" y="1638300"/>
                </a:lnTo>
                <a:lnTo>
                  <a:pt x="1562100" y="1647825"/>
                </a:lnTo>
                <a:lnTo>
                  <a:pt x="1552575" y="1647825"/>
                </a:lnTo>
                <a:close/>
                <a:moveTo>
                  <a:pt x="1809750" y="1638300"/>
                </a:moveTo>
                <a:lnTo>
                  <a:pt x="1819275" y="1638300"/>
                </a:lnTo>
                <a:lnTo>
                  <a:pt x="1819275" y="1647825"/>
                </a:lnTo>
                <a:lnTo>
                  <a:pt x="1809750" y="1647825"/>
                </a:lnTo>
                <a:close/>
                <a:moveTo>
                  <a:pt x="619125" y="1647825"/>
                </a:moveTo>
                <a:lnTo>
                  <a:pt x="628650" y="1647825"/>
                </a:lnTo>
                <a:lnTo>
                  <a:pt x="628650" y="1657350"/>
                </a:lnTo>
                <a:lnTo>
                  <a:pt x="619125" y="1657350"/>
                </a:lnTo>
                <a:close/>
                <a:moveTo>
                  <a:pt x="638175" y="1647825"/>
                </a:moveTo>
                <a:lnTo>
                  <a:pt x="647700" y="1647825"/>
                </a:lnTo>
                <a:lnTo>
                  <a:pt x="647700" y="1657350"/>
                </a:lnTo>
                <a:lnTo>
                  <a:pt x="638175" y="1657350"/>
                </a:lnTo>
                <a:close/>
                <a:moveTo>
                  <a:pt x="695325" y="1647825"/>
                </a:moveTo>
                <a:lnTo>
                  <a:pt x="714375" y="1647825"/>
                </a:lnTo>
                <a:lnTo>
                  <a:pt x="714375" y="1657350"/>
                </a:lnTo>
                <a:lnTo>
                  <a:pt x="695325" y="1657350"/>
                </a:lnTo>
                <a:close/>
                <a:moveTo>
                  <a:pt x="1438275" y="1647825"/>
                </a:moveTo>
                <a:lnTo>
                  <a:pt x="1457325" y="1647825"/>
                </a:lnTo>
                <a:lnTo>
                  <a:pt x="1457325" y="1657350"/>
                </a:lnTo>
                <a:lnTo>
                  <a:pt x="1447800" y="1657350"/>
                </a:lnTo>
                <a:lnTo>
                  <a:pt x="1447800" y="1666875"/>
                </a:lnTo>
                <a:lnTo>
                  <a:pt x="1457325" y="1666875"/>
                </a:lnTo>
                <a:lnTo>
                  <a:pt x="1457325" y="1676400"/>
                </a:lnTo>
                <a:lnTo>
                  <a:pt x="1419225" y="1676400"/>
                </a:lnTo>
                <a:lnTo>
                  <a:pt x="1419225" y="1666875"/>
                </a:lnTo>
                <a:lnTo>
                  <a:pt x="1428750" y="1666875"/>
                </a:lnTo>
                <a:lnTo>
                  <a:pt x="1428750" y="1657350"/>
                </a:lnTo>
                <a:lnTo>
                  <a:pt x="1438275" y="1657350"/>
                </a:lnTo>
                <a:close/>
                <a:moveTo>
                  <a:pt x="1514475" y="1647825"/>
                </a:moveTo>
                <a:lnTo>
                  <a:pt x="1524000" y="1647825"/>
                </a:lnTo>
                <a:lnTo>
                  <a:pt x="1524000" y="1657350"/>
                </a:lnTo>
                <a:lnTo>
                  <a:pt x="1514475" y="1657350"/>
                </a:lnTo>
                <a:close/>
                <a:moveTo>
                  <a:pt x="1609725" y="1647825"/>
                </a:moveTo>
                <a:lnTo>
                  <a:pt x="1619250" y="1647825"/>
                </a:lnTo>
                <a:lnTo>
                  <a:pt x="1619250" y="1657350"/>
                </a:lnTo>
                <a:lnTo>
                  <a:pt x="1609725" y="1657350"/>
                </a:lnTo>
                <a:close/>
                <a:moveTo>
                  <a:pt x="647700" y="1657350"/>
                </a:moveTo>
                <a:lnTo>
                  <a:pt x="657225" y="1657350"/>
                </a:lnTo>
                <a:lnTo>
                  <a:pt x="657225" y="1666875"/>
                </a:lnTo>
                <a:lnTo>
                  <a:pt x="647700" y="1666875"/>
                </a:lnTo>
                <a:close/>
                <a:moveTo>
                  <a:pt x="733425" y="1657350"/>
                </a:moveTo>
                <a:lnTo>
                  <a:pt x="742950" y="1657350"/>
                </a:lnTo>
                <a:lnTo>
                  <a:pt x="742950" y="1666875"/>
                </a:lnTo>
                <a:lnTo>
                  <a:pt x="733425" y="1666875"/>
                </a:lnTo>
                <a:close/>
                <a:moveTo>
                  <a:pt x="790575" y="1657350"/>
                </a:moveTo>
                <a:lnTo>
                  <a:pt x="800100" y="1657350"/>
                </a:lnTo>
                <a:lnTo>
                  <a:pt x="800100" y="1695450"/>
                </a:lnTo>
                <a:lnTo>
                  <a:pt x="790575" y="1695450"/>
                </a:lnTo>
                <a:lnTo>
                  <a:pt x="790575" y="1685925"/>
                </a:lnTo>
                <a:lnTo>
                  <a:pt x="781050" y="1685925"/>
                </a:lnTo>
                <a:lnTo>
                  <a:pt x="781050" y="1666875"/>
                </a:lnTo>
                <a:lnTo>
                  <a:pt x="790575" y="1666875"/>
                </a:lnTo>
                <a:close/>
                <a:moveTo>
                  <a:pt x="838200" y="1657350"/>
                </a:moveTo>
                <a:lnTo>
                  <a:pt x="847725" y="1657350"/>
                </a:lnTo>
                <a:lnTo>
                  <a:pt x="847725" y="1676400"/>
                </a:lnTo>
                <a:lnTo>
                  <a:pt x="838200" y="1676400"/>
                </a:lnTo>
                <a:close/>
                <a:moveTo>
                  <a:pt x="1085850" y="1657350"/>
                </a:moveTo>
                <a:lnTo>
                  <a:pt x="1095375" y="1657350"/>
                </a:lnTo>
                <a:lnTo>
                  <a:pt x="1095375" y="1666875"/>
                </a:lnTo>
                <a:lnTo>
                  <a:pt x="1085850" y="1666875"/>
                </a:lnTo>
                <a:close/>
                <a:moveTo>
                  <a:pt x="1476375" y="1657350"/>
                </a:moveTo>
                <a:lnTo>
                  <a:pt x="1485900" y="1657350"/>
                </a:lnTo>
                <a:lnTo>
                  <a:pt x="1485900" y="1666875"/>
                </a:lnTo>
                <a:lnTo>
                  <a:pt x="1476375" y="1666875"/>
                </a:lnTo>
                <a:close/>
                <a:moveTo>
                  <a:pt x="1581150" y="1657350"/>
                </a:moveTo>
                <a:lnTo>
                  <a:pt x="1590675" y="1657350"/>
                </a:lnTo>
                <a:lnTo>
                  <a:pt x="1590675" y="1666875"/>
                </a:lnTo>
                <a:lnTo>
                  <a:pt x="1581150" y="1666875"/>
                </a:lnTo>
                <a:close/>
                <a:moveTo>
                  <a:pt x="1657350" y="1657350"/>
                </a:moveTo>
                <a:lnTo>
                  <a:pt x="1695450" y="1657350"/>
                </a:lnTo>
                <a:lnTo>
                  <a:pt x="1695450" y="1666875"/>
                </a:lnTo>
                <a:lnTo>
                  <a:pt x="1657350" y="1666875"/>
                </a:lnTo>
                <a:close/>
                <a:moveTo>
                  <a:pt x="257175" y="1666875"/>
                </a:moveTo>
                <a:lnTo>
                  <a:pt x="266700" y="1666875"/>
                </a:lnTo>
                <a:lnTo>
                  <a:pt x="266700" y="1676400"/>
                </a:lnTo>
                <a:lnTo>
                  <a:pt x="257175" y="1676400"/>
                </a:lnTo>
                <a:close/>
                <a:moveTo>
                  <a:pt x="1381125" y="1666875"/>
                </a:moveTo>
                <a:lnTo>
                  <a:pt x="1390650" y="1666875"/>
                </a:lnTo>
                <a:lnTo>
                  <a:pt x="1390650" y="1676400"/>
                </a:lnTo>
                <a:lnTo>
                  <a:pt x="1400175" y="1676400"/>
                </a:lnTo>
                <a:lnTo>
                  <a:pt x="1400175" y="1666875"/>
                </a:lnTo>
                <a:lnTo>
                  <a:pt x="1409700" y="1666875"/>
                </a:lnTo>
                <a:lnTo>
                  <a:pt x="1409700" y="1685925"/>
                </a:lnTo>
                <a:lnTo>
                  <a:pt x="1390650" y="1685925"/>
                </a:lnTo>
                <a:lnTo>
                  <a:pt x="1390650" y="1695450"/>
                </a:lnTo>
                <a:lnTo>
                  <a:pt x="1371600" y="1695450"/>
                </a:lnTo>
                <a:lnTo>
                  <a:pt x="1371600" y="1704975"/>
                </a:lnTo>
                <a:lnTo>
                  <a:pt x="1343025" y="1704975"/>
                </a:lnTo>
                <a:lnTo>
                  <a:pt x="1343025" y="1695450"/>
                </a:lnTo>
                <a:lnTo>
                  <a:pt x="1362075" y="1695450"/>
                </a:lnTo>
                <a:lnTo>
                  <a:pt x="1362075" y="1676400"/>
                </a:lnTo>
                <a:lnTo>
                  <a:pt x="1381125" y="1676400"/>
                </a:lnTo>
                <a:close/>
                <a:moveTo>
                  <a:pt x="1571625" y="1666875"/>
                </a:moveTo>
                <a:lnTo>
                  <a:pt x="1581150" y="1666875"/>
                </a:lnTo>
                <a:lnTo>
                  <a:pt x="1581150" y="1676400"/>
                </a:lnTo>
                <a:lnTo>
                  <a:pt x="1571625" y="1676400"/>
                </a:lnTo>
                <a:close/>
                <a:moveTo>
                  <a:pt x="1638300" y="1666875"/>
                </a:moveTo>
                <a:lnTo>
                  <a:pt x="1647825" y="1666875"/>
                </a:lnTo>
                <a:lnTo>
                  <a:pt x="1647825" y="1676400"/>
                </a:lnTo>
                <a:lnTo>
                  <a:pt x="1638300" y="1676400"/>
                </a:lnTo>
                <a:close/>
                <a:moveTo>
                  <a:pt x="1809750" y="1666875"/>
                </a:moveTo>
                <a:lnTo>
                  <a:pt x="1819275" y="1666875"/>
                </a:lnTo>
                <a:lnTo>
                  <a:pt x="1819275" y="1676400"/>
                </a:lnTo>
                <a:lnTo>
                  <a:pt x="1809750" y="1676400"/>
                </a:lnTo>
                <a:close/>
                <a:moveTo>
                  <a:pt x="1590675" y="1676400"/>
                </a:moveTo>
                <a:lnTo>
                  <a:pt x="1600200" y="1676400"/>
                </a:lnTo>
                <a:lnTo>
                  <a:pt x="1600200" y="1685925"/>
                </a:lnTo>
                <a:lnTo>
                  <a:pt x="1590675" y="1685925"/>
                </a:lnTo>
                <a:close/>
                <a:moveTo>
                  <a:pt x="1800225" y="1676400"/>
                </a:moveTo>
                <a:lnTo>
                  <a:pt x="1809750" y="1676400"/>
                </a:lnTo>
                <a:lnTo>
                  <a:pt x="1809750" y="1685925"/>
                </a:lnTo>
                <a:lnTo>
                  <a:pt x="1800225" y="1685925"/>
                </a:lnTo>
                <a:close/>
                <a:moveTo>
                  <a:pt x="247650" y="1685925"/>
                </a:moveTo>
                <a:lnTo>
                  <a:pt x="257175" y="1685925"/>
                </a:lnTo>
                <a:lnTo>
                  <a:pt x="257175" y="1695450"/>
                </a:lnTo>
                <a:lnTo>
                  <a:pt x="247650" y="1695450"/>
                </a:lnTo>
                <a:close/>
                <a:moveTo>
                  <a:pt x="1771650" y="1685925"/>
                </a:moveTo>
                <a:lnTo>
                  <a:pt x="1781175" y="1685925"/>
                </a:lnTo>
                <a:lnTo>
                  <a:pt x="1781175" y="1695450"/>
                </a:lnTo>
                <a:lnTo>
                  <a:pt x="1771650" y="1695450"/>
                </a:lnTo>
                <a:close/>
                <a:moveTo>
                  <a:pt x="95250" y="1695450"/>
                </a:moveTo>
                <a:lnTo>
                  <a:pt x="104775" y="1695450"/>
                </a:lnTo>
                <a:lnTo>
                  <a:pt x="104775" y="1704975"/>
                </a:lnTo>
                <a:lnTo>
                  <a:pt x="95250" y="1704975"/>
                </a:lnTo>
                <a:close/>
                <a:moveTo>
                  <a:pt x="257175" y="1695450"/>
                </a:moveTo>
                <a:lnTo>
                  <a:pt x="266700" y="1695450"/>
                </a:lnTo>
                <a:lnTo>
                  <a:pt x="266700" y="1704975"/>
                </a:lnTo>
                <a:lnTo>
                  <a:pt x="257175" y="1704975"/>
                </a:lnTo>
                <a:close/>
                <a:moveTo>
                  <a:pt x="1733550" y="1695450"/>
                </a:moveTo>
                <a:lnTo>
                  <a:pt x="1743075" y="1695450"/>
                </a:lnTo>
                <a:lnTo>
                  <a:pt x="1743075" y="1704975"/>
                </a:lnTo>
                <a:lnTo>
                  <a:pt x="1733550" y="1704975"/>
                </a:lnTo>
                <a:close/>
                <a:moveTo>
                  <a:pt x="1866900" y="1695450"/>
                </a:moveTo>
                <a:lnTo>
                  <a:pt x="1876425" y="1695450"/>
                </a:lnTo>
                <a:lnTo>
                  <a:pt x="1876425" y="1704975"/>
                </a:lnTo>
                <a:lnTo>
                  <a:pt x="1866900" y="1704975"/>
                </a:lnTo>
                <a:close/>
                <a:moveTo>
                  <a:pt x="1914525" y="1695450"/>
                </a:moveTo>
                <a:lnTo>
                  <a:pt x="1924050" y="1695450"/>
                </a:lnTo>
                <a:lnTo>
                  <a:pt x="1924050" y="1704975"/>
                </a:lnTo>
                <a:lnTo>
                  <a:pt x="1914525" y="1704975"/>
                </a:lnTo>
                <a:close/>
                <a:moveTo>
                  <a:pt x="295275" y="1704975"/>
                </a:moveTo>
                <a:lnTo>
                  <a:pt x="304800" y="1704975"/>
                </a:lnTo>
                <a:lnTo>
                  <a:pt x="304800" y="1714500"/>
                </a:lnTo>
                <a:lnTo>
                  <a:pt x="295275" y="1714500"/>
                </a:lnTo>
                <a:close/>
                <a:moveTo>
                  <a:pt x="552450" y="1704975"/>
                </a:moveTo>
                <a:lnTo>
                  <a:pt x="561975" y="1704975"/>
                </a:lnTo>
                <a:lnTo>
                  <a:pt x="561975" y="1714500"/>
                </a:lnTo>
                <a:lnTo>
                  <a:pt x="552450" y="1714500"/>
                </a:lnTo>
                <a:close/>
                <a:moveTo>
                  <a:pt x="828675" y="1704975"/>
                </a:moveTo>
                <a:lnTo>
                  <a:pt x="847725" y="1704975"/>
                </a:lnTo>
                <a:lnTo>
                  <a:pt x="847725" y="1733550"/>
                </a:lnTo>
                <a:lnTo>
                  <a:pt x="857250" y="1733550"/>
                </a:lnTo>
                <a:lnTo>
                  <a:pt x="857250" y="1743075"/>
                </a:lnTo>
                <a:lnTo>
                  <a:pt x="866775" y="1743075"/>
                </a:lnTo>
                <a:lnTo>
                  <a:pt x="866775" y="1752600"/>
                </a:lnTo>
                <a:lnTo>
                  <a:pt x="876300" y="1752600"/>
                </a:lnTo>
                <a:lnTo>
                  <a:pt x="876300" y="1762125"/>
                </a:lnTo>
                <a:lnTo>
                  <a:pt x="962025" y="1762125"/>
                </a:lnTo>
                <a:lnTo>
                  <a:pt x="962025" y="1752600"/>
                </a:lnTo>
                <a:lnTo>
                  <a:pt x="971550" y="1752600"/>
                </a:lnTo>
                <a:lnTo>
                  <a:pt x="971550" y="1743075"/>
                </a:lnTo>
                <a:lnTo>
                  <a:pt x="981075" y="1743075"/>
                </a:lnTo>
                <a:lnTo>
                  <a:pt x="981075" y="1752600"/>
                </a:lnTo>
                <a:lnTo>
                  <a:pt x="971550" y="1752600"/>
                </a:lnTo>
                <a:lnTo>
                  <a:pt x="971550" y="1771650"/>
                </a:lnTo>
                <a:lnTo>
                  <a:pt x="990600" y="1771650"/>
                </a:lnTo>
                <a:lnTo>
                  <a:pt x="990600" y="1762125"/>
                </a:lnTo>
                <a:lnTo>
                  <a:pt x="1000125" y="1762125"/>
                </a:lnTo>
                <a:lnTo>
                  <a:pt x="1000125" y="1752600"/>
                </a:lnTo>
                <a:lnTo>
                  <a:pt x="1009650" y="1752600"/>
                </a:lnTo>
                <a:lnTo>
                  <a:pt x="1009650" y="1743075"/>
                </a:lnTo>
                <a:lnTo>
                  <a:pt x="1019175" y="1743075"/>
                </a:lnTo>
                <a:lnTo>
                  <a:pt x="1019175" y="1752600"/>
                </a:lnTo>
                <a:lnTo>
                  <a:pt x="1009650" y="1752600"/>
                </a:lnTo>
                <a:lnTo>
                  <a:pt x="1009650" y="1762125"/>
                </a:lnTo>
                <a:lnTo>
                  <a:pt x="1000125" y="1762125"/>
                </a:lnTo>
                <a:lnTo>
                  <a:pt x="1000125" y="1771650"/>
                </a:lnTo>
                <a:lnTo>
                  <a:pt x="990600" y="1771650"/>
                </a:lnTo>
                <a:lnTo>
                  <a:pt x="990600" y="1781175"/>
                </a:lnTo>
                <a:lnTo>
                  <a:pt x="981075" y="1781175"/>
                </a:lnTo>
                <a:lnTo>
                  <a:pt x="981075" y="1790700"/>
                </a:lnTo>
                <a:lnTo>
                  <a:pt x="962025" y="1790700"/>
                </a:lnTo>
                <a:lnTo>
                  <a:pt x="962025" y="1800225"/>
                </a:lnTo>
                <a:lnTo>
                  <a:pt x="895350" y="1800225"/>
                </a:lnTo>
                <a:lnTo>
                  <a:pt x="895350" y="1790700"/>
                </a:lnTo>
                <a:lnTo>
                  <a:pt x="876300" y="1790700"/>
                </a:lnTo>
                <a:lnTo>
                  <a:pt x="876300" y="1781175"/>
                </a:lnTo>
                <a:lnTo>
                  <a:pt x="857250" y="1781175"/>
                </a:lnTo>
                <a:lnTo>
                  <a:pt x="857250" y="1771650"/>
                </a:lnTo>
                <a:lnTo>
                  <a:pt x="838200" y="1771650"/>
                </a:lnTo>
                <a:lnTo>
                  <a:pt x="838200" y="1762125"/>
                </a:lnTo>
                <a:lnTo>
                  <a:pt x="828675" y="1762125"/>
                </a:lnTo>
                <a:lnTo>
                  <a:pt x="828675" y="1752600"/>
                </a:lnTo>
                <a:lnTo>
                  <a:pt x="819150" y="1752600"/>
                </a:lnTo>
                <a:lnTo>
                  <a:pt x="819150" y="1743075"/>
                </a:lnTo>
                <a:lnTo>
                  <a:pt x="809625" y="1743075"/>
                </a:lnTo>
                <a:lnTo>
                  <a:pt x="809625" y="1714500"/>
                </a:lnTo>
                <a:lnTo>
                  <a:pt x="828675" y="1714500"/>
                </a:lnTo>
                <a:close/>
                <a:moveTo>
                  <a:pt x="990600" y="1704975"/>
                </a:moveTo>
                <a:lnTo>
                  <a:pt x="1000125" y="1704975"/>
                </a:lnTo>
                <a:lnTo>
                  <a:pt x="1000125" y="1724025"/>
                </a:lnTo>
                <a:lnTo>
                  <a:pt x="990600" y="1724025"/>
                </a:lnTo>
                <a:close/>
                <a:moveTo>
                  <a:pt x="1123950" y="1704975"/>
                </a:moveTo>
                <a:lnTo>
                  <a:pt x="1133475" y="1704975"/>
                </a:lnTo>
                <a:lnTo>
                  <a:pt x="1133475" y="1714500"/>
                </a:lnTo>
                <a:lnTo>
                  <a:pt x="1123950" y="1714500"/>
                </a:lnTo>
                <a:close/>
                <a:moveTo>
                  <a:pt x="1704975" y="1704975"/>
                </a:moveTo>
                <a:lnTo>
                  <a:pt x="1714500" y="1704975"/>
                </a:lnTo>
                <a:lnTo>
                  <a:pt x="1714500" y="1714500"/>
                </a:lnTo>
                <a:lnTo>
                  <a:pt x="1704975" y="1714500"/>
                </a:lnTo>
                <a:close/>
                <a:moveTo>
                  <a:pt x="1857375" y="1704975"/>
                </a:moveTo>
                <a:lnTo>
                  <a:pt x="1866900" y="1704975"/>
                </a:lnTo>
                <a:lnTo>
                  <a:pt x="1866900" y="1714500"/>
                </a:lnTo>
                <a:lnTo>
                  <a:pt x="1857375" y="1714500"/>
                </a:lnTo>
                <a:close/>
                <a:moveTo>
                  <a:pt x="333375" y="1714500"/>
                </a:moveTo>
                <a:lnTo>
                  <a:pt x="342900" y="1714500"/>
                </a:lnTo>
                <a:lnTo>
                  <a:pt x="342900" y="1724025"/>
                </a:lnTo>
                <a:lnTo>
                  <a:pt x="333375" y="1724025"/>
                </a:lnTo>
                <a:close/>
                <a:moveTo>
                  <a:pt x="609600" y="1714500"/>
                </a:moveTo>
                <a:lnTo>
                  <a:pt x="619125" y="1714500"/>
                </a:lnTo>
                <a:lnTo>
                  <a:pt x="619125" y="1724025"/>
                </a:lnTo>
                <a:lnTo>
                  <a:pt x="609600" y="1724025"/>
                </a:lnTo>
                <a:close/>
                <a:moveTo>
                  <a:pt x="1276350" y="1714500"/>
                </a:moveTo>
                <a:lnTo>
                  <a:pt x="1285875" y="1714500"/>
                </a:lnTo>
                <a:lnTo>
                  <a:pt x="1285875" y="1724025"/>
                </a:lnTo>
                <a:lnTo>
                  <a:pt x="1276350" y="1724025"/>
                </a:lnTo>
                <a:close/>
                <a:moveTo>
                  <a:pt x="1666875" y="1714500"/>
                </a:moveTo>
                <a:lnTo>
                  <a:pt x="1676400" y="1714500"/>
                </a:lnTo>
                <a:lnTo>
                  <a:pt x="1676400" y="1724025"/>
                </a:lnTo>
                <a:lnTo>
                  <a:pt x="1666875" y="1724025"/>
                </a:lnTo>
                <a:close/>
                <a:moveTo>
                  <a:pt x="2000250" y="1714500"/>
                </a:moveTo>
                <a:lnTo>
                  <a:pt x="2009775" y="1714500"/>
                </a:lnTo>
                <a:lnTo>
                  <a:pt x="2009775" y="1724025"/>
                </a:lnTo>
                <a:lnTo>
                  <a:pt x="2000250" y="1724025"/>
                </a:lnTo>
                <a:close/>
                <a:moveTo>
                  <a:pt x="171450" y="1724025"/>
                </a:moveTo>
                <a:lnTo>
                  <a:pt x="190500" y="1724025"/>
                </a:lnTo>
                <a:lnTo>
                  <a:pt x="190500" y="1733550"/>
                </a:lnTo>
                <a:lnTo>
                  <a:pt x="200025" y="1733550"/>
                </a:lnTo>
                <a:lnTo>
                  <a:pt x="200025" y="1752600"/>
                </a:lnTo>
                <a:lnTo>
                  <a:pt x="190500" y="1752600"/>
                </a:lnTo>
                <a:lnTo>
                  <a:pt x="190500" y="1743075"/>
                </a:lnTo>
                <a:lnTo>
                  <a:pt x="180975" y="1743075"/>
                </a:lnTo>
                <a:lnTo>
                  <a:pt x="180975" y="1733550"/>
                </a:lnTo>
                <a:lnTo>
                  <a:pt x="171450" y="1733550"/>
                </a:lnTo>
                <a:close/>
                <a:moveTo>
                  <a:pt x="561975" y="1724025"/>
                </a:moveTo>
                <a:lnTo>
                  <a:pt x="581025" y="1724025"/>
                </a:lnTo>
                <a:lnTo>
                  <a:pt x="581025" y="1733550"/>
                </a:lnTo>
                <a:lnTo>
                  <a:pt x="561975" y="1733550"/>
                </a:lnTo>
                <a:close/>
                <a:moveTo>
                  <a:pt x="981075" y="1724025"/>
                </a:moveTo>
                <a:lnTo>
                  <a:pt x="990600" y="1724025"/>
                </a:lnTo>
                <a:lnTo>
                  <a:pt x="990600" y="1733550"/>
                </a:lnTo>
                <a:lnTo>
                  <a:pt x="981075" y="1733550"/>
                </a:lnTo>
                <a:close/>
                <a:moveTo>
                  <a:pt x="1638300" y="1724025"/>
                </a:moveTo>
                <a:lnTo>
                  <a:pt x="1647825" y="1724025"/>
                </a:lnTo>
                <a:lnTo>
                  <a:pt x="1647825" y="1733550"/>
                </a:lnTo>
                <a:lnTo>
                  <a:pt x="1638300" y="1733550"/>
                </a:lnTo>
                <a:close/>
                <a:moveTo>
                  <a:pt x="2009775" y="1724025"/>
                </a:moveTo>
                <a:lnTo>
                  <a:pt x="2019300" y="1724025"/>
                </a:lnTo>
                <a:lnTo>
                  <a:pt x="2019300" y="1733550"/>
                </a:lnTo>
                <a:lnTo>
                  <a:pt x="2009775" y="1733550"/>
                </a:lnTo>
                <a:close/>
                <a:moveTo>
                  <a:pt x="1133475" y="1733550"/>
                </a:moveTo>
                <a:lnTo>
                  <a:pt x="1143000" y="1733550"/>
                </a:lnTo>
                <a:lnTo>
                  <a:pt x="1143000" y="1743075"/>
                </a:lnTo>
                <a:lnTo>
                  <a:pt x="1133475" y="1743075"/>
                </a:lnTo>
                <a:close/>
                <a:moveTo>
                  <a:pt x="1238250" y="1743075"/>
                </a:moveTo>
                <a:lnTo>
                  <a:pt x="1247775" y="1743075"/>
                </a:lnTo>
                <a:lnTo>
                  <a:pt x="1247775" y="1752600"/>
                </a:lnTo>
                <a:lnTo>
                  <a:pt x="1238250" y="1752600"/>
                </a:lnTo>
                <a:close/>
                <a:moveTo>
                  <a:pt x="1571625" y="1743075"/>
                </a:moveTo>
                <a:lnTo>
                  <a:pt x="1581150" y="1743075"/>
                </a:lnTo>
                <a:lnTo>
                  <a:pt x="1581150" y="1752600"/>
                </a:lnTo>
                <a:lnTo>
                  <a:pt x="1571625" y="1752600"/>
                </a:lnTo>
                <a:close/>
                <a:moveTo>
                  <a:pt x="1847850" y="1743075"/>
                </a:moveTo>
                <a:lnTo>
                  <a:pt x="1857375" y="1743075"/>
                </a:lnTo>
                <a:lnTo>
                  <a:pt x="1857375" y="1752600"/>
                </a:lnTo>
                <a:lnTo>
                  <a:pt x="1847850" y="1752600"/>
                </a:lnTo>
                <a:close/>
                <a:moveTo>
                  <a:pt x="1028700" y="1752600"/>
                </a:moveTo>
                <a:lnTo>
                  <a:pt x="1057275" y="1752600"/>
                </a:lnTo>
                <a:lnTo>
                  <a:pt x="1057275" y="1771650"/>
                </a:lnTo>
                <a:lnTo>
                  <a:pt x="1047750" y="1771650"/>
                </a:lnTo>
                <a:lnTo>
                  <a:pt x="1047750" y="1781175"/>
                </a:lnTo>
                <a:lnTo>
                  <a:pt x="1038225" y="1781175"/>
                </a:lnTo>
                <a:lnTo>
                  <a:pt x="1038225" y="1771650"/>
                </a:lnTo>
                <a:lnTo>
                  <a:pt x="1028700" y="1771650"/>
                </a:lnTo>
                <a:close/>
                <a:moveTo>
                  <a:pt x="1228725" y="1752600"/>
                </a:moveTo>
                <a:lnTo>
                  <a:pt x="1238250" y="1752600"/>
                </a:lnTo>
                <a:lnTo>
                  <a:pt x="1238250" y="1762125"/>
                </a:lnTo>
                <a:lnTo>
                  <a:pt x="1228725" y="1762125"/>
                </a:lnTo>
                <a:close/>
                <a:moveTo>
                  <a:pt x="1533525" y="1752600"/>
                </a:moveTo>
                <a:lnTo>
                  <a:pt x="1543050" y="1752600"/>
                </a:lnTo>
                <a:lnTo>
                  <a:pt x="1543050" y="1762125"/>
                </a:lnTo>
                <a:lnTo>
                  <a:pt x="1533525" y="1762125"/>
                </a:lnTo>
                <a:close/>
                <a:moveTo>
                  <a:pt x="1838325" y="1752600"/>
                </a:moveTo>
                <a:lnTo>
                  <a:pt x="1847850" y="1752600"/>
                </a:lnTo>
                <a:lnTo>
                  <a:pt x="1847850" y="1762125"/>
                </a:lnTo>
                <a:lnTo>
                  <a:pt x="1838325" y="1762125"/>
                </a:lnTo>
                <a:close/>
                <a:moveTo>
                  <a:pt x="85725" y="1762125"/>
                </a:moveTo>
                <a:lnTo>
                  <a:pt x="95250" y="1762125"/>
                </a:lnTo>
                <a:lnTo>
                  <a:pt x="95250" y="1790700"/>
                </a:lnTo>
                <a:lnTo>
                  <a:pt x="85725" y="1790700"/>
                </a:lnTo>
                <a:close/>
                <a:moveTo>
                  <a:pt x="381000" y="1762125"/>
                </a:moveTo>
                <a:lnTo>
                  <a:pt x="390525" y="1762125"/>
                </a:lnTo>
                <a:lnTo>
                  <a:pt x="390525" y="1771650"/>
                </a:lnTo>
                <a:lnTo>
                  <a:pt x="381000" y="1771650"/>
                </a:lnTo>
                <a:close/>
                <a:moveTo>
                  <a:pt x="1123950" y="1762125"/>
                </a:moveTo>
                <a:lnTo>
                  <a:pt x="1133475" y="1762125"/>
                </a:lnTo>
                <a:lnTo>
                  <a:pt x="1133475" y="1771650"/>
                </a:lnTo>
                <a:lnTo>
                  <a:pt x="1123950" y="1771650"/>
                </a:lnTo>
                <a:close/>
                <a:moveTo>
                  <a:pt x="1771650" y="1762125"/>
                </a:moveTo>
                <a:lnTo>
                  <a:pt x="1781175" y="1762125"/>
                </a:lnTo>
                <a:lnTo>
                  <a:pt x="1781175" y="1771650"/>
                </a:lnTo>
                <a:lnTo>
                  <a:pt x="1771650" y="1771650"/>
                </a:lnTo>
                <a:close/>
                <a:moveTo>
                  <a:pt x="1438275" y="1781175"/>
                </a:moveTo>
                <a:lnTo>
                  <a:pt x="1447800" y="1781175"/>
                </a:lnTo>
                <a:lnTo>
                  <a:pt x="1447800" y="1790700"/>
                </a:lnTo>
                <a:lnTo>
                  <a:pt x="1438275" y="1790700"/>
                </a:lnTo>
                <a:close/>
                <a:moveTo>
                  <a:pt x="152400" y="1790700"/>
                </a:moveTo>
                <a:lnTo>
                  <a:pt x="161925" y="1790700"/>
                </a:lnTo>
                <a:lnTo>
                  <a:pt x="161925" y="1800225"/>
                </a:lnTo>
                <a:lnTo>
                  <a:pt x="152400" y="1800225"/>
                </a:lnTo>
                <a:close/>
                <a:moveTo>
                  <a:pt x="190500" y="1790700"/>
                </a:moveTo>
                <a:lnTo>
                  <a:pt x="200025" y="1790700"/>
                </a:lnTo>
                <a:lnTo>
                  <a:pt x="200025" y="1800225"/>
                </a:lnTo>
                <a:lnTo>
                  <a:pt x="190500" y="1800225"/>
                </a:lnTo>
                <a:close/>
                <a:moveTo>
                  <a:pt x="390525" y="1790700"/>
                </a:moveTo>
                <a:lnTo>
                  <a:pt x="400050" y="1790700"/>
                </a:lnTo>
                <a:lnTo>
                  <a:pt x="400050" y="1800225"/>
                </a:lnTo>
                <a:lnTo>
                  <a:pt x="390525" y="1800225"/>
                </a:lnTo>
                <a:close/>
                <a:moveTo>
                  <a:pt x="914400" y="1790700"/>
                </a:moveTo>
                <a:lnTo>
                  <a:pt x="923925" y="1790700"/>
                </a:lnTo>
                <a:lnTo>
                  <a:pt x="923925" y="1781175"/>
                </a:lnTo>
                <a:lnTo>
                  <a:pt x="914400" y="1781175"/>
                </a:lnTo>
                <a:close/>
                <a:moveTo>
                  <a:pt x="1133475" y="1790700"/>
                </a:moveTo>
                <a:lnTo>
                  <a:pt x="1143000" y="1790700"/>
                </a:lnTo>
                <a:lnTo>
                  <a:pt x="1143000" y="1800225"/>
                </a:lnTo>
                <a:lnTo>
                  <a:pt x="1133475" y="1800225"/>
                </a:lnTo>
                <a:close/>
                <a:moveTo>
                  <a:pt x="1409700" y="1790700"/>
                </a:moveTo>
                <a:lnTo>
                  <a:pt x="1419225" y="1790700"/>
                </a:lnTo>
                <a:lnTo>
                  <a:pt x="1419225" y="1800225"/>
                </a:lnTo>
                <a:lnTo>
                  <a:pt x="1409700" y="1800225"/>
                </a:lnTo>
                <a:close/>
                <a:moveTo>
                  <a:pt x="2047875" y="1790700"/>
                </a:moveTo>
                <a:lnTo>
                  <a:pt x="2057400" y="1790700"/>
                </a:lnTo>
                <a:lnTo>
                  <a:pt x="2057400" y="1809750"/>
                </a:lnTo>
                <a:lnTo>
                  <a:pt x="2047875" y="1809750"/>
                </a:lnTo>
                <a:close/>
                <a:moveTo>
                  <a:pt x="200025" y="1800225"/>
                </a:moveTo>
                <a:lnTo>
                  <a:pt x="209550" y="1800225"/>
                </a:lnTo>
                <a:lnTo>
                  <a:pt x="209550" y="1809750"/>
                </a:lnTo>
                <a:lnTo>
                  <a:pt x="200025" y="1809750"/>
                </a:lnTo>
                <a:close/>
                <a:moveTo>
                  <a:pt x="495300" y="1800225"/>
                </a:moveTo>
                <a:lnTo>
                  <a:pt x="504825" y="1800225"/>
                </a:lnTo>
                <a:lnTo>
                  <a:pt x="504825" y="1809750"/>
                </a:lnTo>
                <a:lnTo>
                  <a:pt x="495300" y="1809750"/>
                </a:lnTo>
                <a:close/>
                <a:moveTo>
                  <a:pt x="1181100" y="1800225"/>
                </a:moveTo>
                <a:lnTo>
                  <a:pt x="1190625" y="1800225"/>
                </a:lnTo>
                <a:lnTo>
                  <a:pt x="1190625" y="1809750"/>
                </a:lnTo>
                <a:lnTo>
                  <a:pt x="1181100" y="1809750"/>
                </a:lnTo>
                <a:close/>
                <a:moveTo>
                  <a:pt x="2171700" y="1800225"/>
                </a:moveTo>
                <a:lnTo>
                  <a:pt x="2181225" y="1800225"/>
                </a:lnTo>
                <a:lnTo>
                  <a:pt x="2181225" y="1809750"/>
                </a:lnTo>
                <a:lnTo>
                  <a:pt x="2171700" y="1809750"/>
                </a:lnTo>
                <a:close/>
                <a:moveTo>
                  <a:pt x="76200" y="1809750"/>
                </a:moveTo>
                <a:lnTo>
                  <a:pt x="85725" y="1809750"/>
                </a:lnTo>
                <a:lnTo>
                  <a:pt x="85725" y="1876425"/>
                </a:lnTo>
                <a:lnTo>
                  <a:pt x="76200" y="1876425"/>
                </a:lnTo>
                <a:close/>
                <a:moveTo>
                  <a:pt x="180975" y="1809750"/>
                </a:moveTo>
                <a:lnTo>
                  <a:pt x="190500" y="1809750"/>
                </a:lnTo>
                <a:lnTo>
                  <a:pt x="190500" y="1819275"/>
                </a:lnTo>
                <a:lnTo>
                  <a:pt x="180975" y="1819275"/>
                </a:lnTo>
                <a:close/>
                <a:moveTo>
                  <a:pt x="504825" y="1809750"/>
                </a:moveTo>
                <a:lnTo>
                  <a:pt x="523875" y="1809750"/>
                </a:lnTo>
                <a:lnTo>
                  <a:pt x="523875" y="1819275"/>
                </a:lnTo>
                <a:lnTo>
                  <a:pt x="504825" y="1819275"/>
                </a:lnTo>
                <a:close/>
                <a:moveTo>
                  <a:pt x="1171575" y="1809750"/>
                </a:moveTo>
                <a:lnTo>
                  <a:pt x="1181100" y="1809750"/>
                </a:lnTo>
                <a:lnTo>
                  <a:pt x="1181100" y="1819275"/>
                </a:lnTo>
                <a:lnTo>
                  <a:pt x="1171575" y="1819275"/>
                </a:lnTo>
                <a:close/>
                <a:moveTo>
                  <a:pt x="2152650" y="1809750"/>
                </a:moveTo>
                <a:lnTo>
                  <a:pt x="2162175" y="1809750"/>
                </a:lnTo>
                <a:lnTo>
                  <a:pt x="2162175" y="1819275"/>
                </a:lnTo>
                <a:lnTo>
                  <a:pt x="2152650" y="1819275"/>
                </a:lnTo>
                <a:close/>
                <a:moveTo>
                  <a:pt x="2200275" y="1809750"/>
                </a:moveTo>
                <a:lnTo>
                  <a:pt x="2209800" y="1809750"/>
                </a:lnTo>
                <a:lnTo>
                  <a:pt x="2209800" y="1819275"/>
                </a:lnTo>
                <a:lnTo>
                  <a:pt x="2200275" y="1819275"/>
                </a:lnTo>
                <a:close/>
                <a:moveTo>
                  <a:pt x="190500" y="1819275"/>
                </a:moveTo>
                <a:lnTo>
                  <a:pt x="200025" y="1819275"/>
                </a:lnTo>
                <a:lnTo>
                  <a:pt x="200025" y="1828800"/>
                </a:lnTo>
                <a:lnTo>
                  <a:pt x="190500" y="1828800"/>
                </a:lnTo>
                <a:close/>
                <a:moveTo>
                  <a:pt x="238125" y="1819275"/>
                </a:moveTo>
                <a:lnTo>
                  <a:pt x="247650" y="1819275"/>
                </a:lnTo>
                <a:lnTo>
                  <a:pt x="247650" y="1828800"/>
                </a:lnTo>
                <a:lnTo>
                  <a:pt x="238125" y="1828800"/>
                </a:lnTo>
                <a:close/>
                <a:moveTo>
                  <a:pt x="400050" y="1819275"/>
                </a:moveTo>
                <a:lnTo>
                  <a:pt x="409575" y="1819275"/>
                </a:lnTo>
                <a:lnTo>
                  <a:pt x="409575" y="1828800"/>
                </a:lnTo>
                <a:lnTo>
                  <a:pt x="400050" y="1828800"/>
                </a:lnTo>
                <a:close/>
                <a:moveTo>
                  <a:pt x="533400" y="1819275"/>
                </a:moveTo>
                <a:lnTo>
                  <a:pt x="542925" y="1819275"/>
                </a:lnTo>
                <a:lnTo>
                  <a:pt x="542925" y="1828800"/>
                </a:lnTo>
                <a:lnTo>
                  <a:pt x="533400" y="1828800"/>
                </a:lnTo>
                <a:close/>
                <a:moveTo>
                  <a:pt x="2133600" y="1819275"/>
                </a:moveTo>
                <a:lnTo>
                  <a:pt x="2143125" y="1819275"/>
                </a:lnTo>
                <a:lnTo>
                  <a:pt x="2143125" y="1828800"/>
                </a:lnTo>
                <a:lnTo>
                  <a:pt x="2133600" y="1828800"/>
                </a:lnTo>
                <a:close/>
                <a:moveTo>
                  <a:pt x="552450" y="1828800"/>
                </a:moveTo>
                <a:lnTo>
                  <a:pt x="561975" y="1828800"/>
                </a:lnTo>
                <a:lnTo>
                  <a:pt x="561975" y="1838325"/>
                </a:lnTo>
                <a:lnTo>
                  <a:pt x="552450" y="1838325"/>
                </a:lnTo>
                <a:close/>
                <a:moveTo>
                  <a:pt x="1009650" y="1828800"/>
                </a:moveTo>
                <a:lnTo>
                  <a:pt x="1028700" y="1828800"/>
                </a:lnTo>
                <a:lnTo>
                  <a:pt x="1028700" y="1838325"/>
                </a:lnTo>
                <a:lnTo>
                  <a:pt x="1009650" y="1838325"/>
                </a:lnTo>
                <a:close/>
                <a:moveTo>
                  <a:pt x="1704975" y="1828800"/>
                </a:moveTo>
                <a:lnTo>
                  <a:pt x="1714500" y="1828800"/>
                </a:lnTo>
                <a:lnTo>
                  <a:pt x="1714500" y="1847850"/>
                </a:lnTo>
                <a:lnTo>
                  <a:pt x="1704975" y="1847850"/>
                </a:lnTo>
                <a:close/>
                <a:moveTo>
                  <a:pt x="276225" y="1838325"/>
                </a:moveTo>
                <a:lnTo>
                  <a:pt x="285750" y="1838325"/>
                </a:lnTo>
                <a:lnTo>
                  <a:pt x="285750" y="1857375"/>
                </a:lnTo>
                <a:lnTo>
                  <a:pt x="276225" y="1857375"/>
                </a:lnTo>
                <a:close/>
                <a:moveTo>
                  <a:pt x="561975" y="1838325"/>
                </a:moveTo>
                <a:lnTo>
                  <a:pt x="571500" y="1838325"/>
                </a:lnTo>
                <a:lnTo>
                  <a:pt x="571500" y="1847850"/>
                </a:lnTo>
                <a:lnTo>
                  <a:pt x="561975" y="1847850"/>
                </a:lnTo>
                <a:close/>
                <a:moveTo>
                  <a:pt x="1381125" y="1838325"/>
                </a:moveTo>
                <a:lnTo>
                  <a:pt x="1390650" y="1838325"/>
                </a:lnTo>
                <a:lnTo>
                  <a:pt x="1390650" y="1847850"/>
                </a:lnTo>
                <a:lnTo>
                  <a:pt x="1381125" y="1847850"/>
                </a:lnTo>
                <a:close/>
                <a:moveTo>
                  <a:pt x="123825" y="1847850"/>
                </a:moveTo>
                <a:lnTo>
                  <a:pt x="133350" y="1847850"/>
                </a:lnTo>
                <a:lnTo>
                  <a:pt x="133350" y="1857375"/>
                </a:lnTo>
                <a:lnTo>
                  <a:pt x="123825" y="1857375"/>
                </a:lnTo>
                <a:close/>
                <a:moveTo>
                  <a:pt x="409575" y="1847850"/>
                </a:moveTo>
                <a:lnTo>
                  <a:pt x="419100" y="1847850"/>
                </a:lnTo>
                <a:lnTo>
                  <a:pt x="419100" y="1857375"/>
                </a:lnTo>
                <a:lnTo>
                  <a:pt x="409575" y="1857375"/>
                </a:lnTo>
                <a:close/>
                <a:moveTo>
                  <a:pt x="1247775" y="1847850"/>
                </a:moveTo>
                <a:lnTo>
                  <a:pt x="1257300" y="1847850"/>
                </a:lnTo>
                <a:lnTo>
                  <a:pt x="1257300" y="1857375"/>
                </a:lnTo>
                <a:lnTo>
                  <a:pt x="1247775" y="1857375"/>
                </a:lnTo>
                <a:close/>
                <a:moveTo>
                  <a:pt x="1285875" y="1847850"/>
                </a:moveTo>
                <a:lnTo>
                  <a:pt x="1295400" y="1847850"/>
                </a:lnTo>
                <a:lnTo>
                  <a:pt x="1295400" y="1857375"/>
                </a:lnTo>
                <a:lnTo>
                  <a:pt x="1285875" y="1857375"/>
                </a:lnTo>
                <a:close/>
                <a:moveTo>
                  <a:pt x="2200275" y="1847850"/>
                </a:moveTo>
                <a:lnTo>
                  <a:pt x="2209800" y="1847850"/>
                </a:lnTo>
                <a:lnTo>
                  <a:pt x="2209800" y="1857375"/>
                </a:lnTo>
                <a:lnTo>
                  <a:pt x="2200275" y="1857375"/>
                </a:lnTo>
                <a:close/>
                <a:moveTo>
                  <a:pt x="523875" y="1857375"/>
                </a:moveTo>
                <a:lnTo>
                  <a:pt x="533400" y="1857375"/>
                </a:lnTo>
                <a:lnTo>
                  <a:pt x="533400" y="1866900"/>
                </a:lnTo>
                <a:lnTo>
                  <a:pt x="542925" y="1866900"/>
                </a:lnTo>
                <a:lnTo>
                  <a:pt x="542925" y="1876425"/>
                </a:lnTo>
                <a:lnTo>
                  <a:pt x="552450" y="1876425"/>
                </a:lnTo>
                <a:lnTo>
                  <a:pt x="552450" y="1885950"/>
                </a:lnTo>
                <a:lnTo>
                  <a:pt x="571500" y="1885950"/>
                </a:lnTo>
                <a:lnTo>
                  <a:pt x="571500" y="1895475"/>
                </a:lnTo>
                <a:lnTo>
                  <a:pt x="581025" y="1895475"/>
                </a:lnTo>
                <a:lnTo>
                  <a:pt x="581025" y="1905000"/>
                </a:lnTo>
                <a:lnTo>
                  <a:pt x="609600" y="1905000"/>
                </a:lnTo>
                <a:lnTo>
                  <a:pt x="609600" y="1914525"/>
                </a:lnTo>
                <a:lnTo>
                  <a:pt x="666750" y="1914525"/>
                </a:lnTo>
                <a:lnTo>
                  <a:pt x="666750" y="1905000"/>
                </a:lnTo>
                <a:lnTo>
                  <a:pt x="657225" y="1905000"/>
                </a:lnTo>
                <a:lnTo>
                  <a:pt x="657225" y="1895475"/>
                </a:lnTo>
                <a:lnTo>
                  <a:pt x="666750" y="1895475"/>
                </a:lnTo>
                <a:lnTo>
                  <a:pt x="666750" y="1905000"/>
                </a:lnTo>
                <a:lnTo>
                  <a:pt x="676275" y="1905000"/>
                </a:lnTo>
                <a:lnTo>
                  <a:pt x="676275" y="1914525"/>
                </a:lnTo>
                <a:lnTo>
                  <a:pt x="685800" y="1914525"/>
                </a:lnTo>
                <a:lnTo>
                  <a:pt x="685800" y="1924050"/>
                </a:lnTo>
                <a:lnTo>
                  <a:pt x="666750" y="1924050"/>
                </a:lnTo>
                <a:lnTo>
                  <a:pt x="666750" y="1933575"/>
                </a:lnTo>
                <a:lnTo>
                  <a:pt x="657225" y="1933575"/>
                </a:lnTo>
                <a:lnTo>
                  <a:pt x="657225" y="1943100"/>
                </a:lnTo>
                <a:lnTo>
                  <a:pt x="638175" y="1943100"/>
                </a:lnTo>
                <a:lnTo>
                  <a:pt x="638175" y="1952625"/>
                </a:lnTo>
                <a:lnTo>
                  <a:pt x="609600" y="1952625"/>
                </a:lnTo>
                <a:lnTo>
                  <a:pt x="609600" y="1962150"/>
                </a:lnTo>
                <a:lnTo>
                  <a:pt x="590550" y="1962150"/>
                </a:lnTo>
                <a:lnTo>
                  <a:pt x="590550" y="1971675"/>
                </a:lnTo>
                <a:lnTo>
                  <a:pt x="552450" y="1971675"/>
                </a:lnTo>
                <a:lnTo>
                  <a:pt x="552450" y="1943100"/>
                </a:lnTo>
                <a:lnTo>
                  <a:pt x="542925" y="1943100"/>
                </a:lnTo>
                <a:lnTo>
                  <a:pt x="542925" y="1924050"/>
                </a:lnTo>
                <a:lnTo>
                  <a:pt x="533400" y="1924050"/>
                </a:lnTo>
                <a:lnTo>
                  <a:pt x="533400" y="1895475"/>
                </a:lnTo>
                <a:lnTo>
                  <a:pt x="523875" y="1895475"/>
                </a:lnTo>
                <a:close/>
                <a:moveTo>
                  <a:pt x="876300" y="1857375"/>
                </a:moveTo>
                <a:lnTo>
                  <a:pt x="885825" y="1857375"/>
                </a:lnTo>
                <a:lnTo>
                  <a:pt x="885825" y="1866900"/>
                </a:lnTo>
                <a:lnTo>
                  <a:pt x="876300" y="1866900"/>
                </a:lnTo>
                <a:close/>
                <a:moveTo>
                  <a:pt x="1238250" y="1857375"/>
                </a:moveTo>
                <a:lnTo>
                  <a:pt x="1247775" y="1857375"/>
                </a:lnTo>
                <a:lnTo>
                  <a:pt x="1247775" y="1866900"/>
                </a:lnTo>
                <a:lnTo>
                  <a:pt x="1238250" y="1866900"/>
                </a:lnTo>
                <a:close/>
                <a:moveTo>
                  <a:pt x="1504950" y="1857375"/>
                </a:moveTo>
                <a:lnTo>
                  <a:pt x="1524000" y="1857375"/>
                </a:lnTo>
                <a:lnTo>
                  <a:pt x="1524000" y="1866900"/>
                </a:lnTo>
                <a:lnTo>
                  <a:pt x="1504950" y="1866900"/>
                </a:lnTo>
                <a:close/>
                <a:moveTo>
                  <a:pt x="1619250" y="1857375"/>
                </a:moveTo>
                <a:lnTo>
                  <a:pt x="1628775" y="1857375"/>
                </a:lnTo>
                <a:lnTo>
                  <a:pt x="1628775" y="1866900"/>
                </a:lnTo>
                <a:lnTo>
                  <a:pt x="1619250" y="1866900"/>
                </a:lnTo>
                <a:close/>
                <a:moveTo>
                  <a:pt x="2219325" y="1857375"/>
                </a:moveTo>
                <a:lnTo>
                  <a:pt x="2228850" y="1857375"/>
                </a:lnTo>
                <a:lnTo>
                  <a:pt x="2228850" y="1866900"/>
                </a:lnTo>
                <a:lnTo>
                  <a:pt x="2219325" y="1866900"/>
                </a:lnTo>
                <a:close/>
                <a:moveTo>
                  <a:pt x="247650" y="1866900"/>
                </a:moveTo>
                <a:lnTo>
                  <a:pt x="257175" y="1866900"/>
                </a:lnTo>
                <a:lnTo>
                  <a:pt x="257175" y="1876425"/>
                </a:lnTo>
                <a:lnTo>
                  <a:pt x="247650" y="1876425"/>
                </a:lnTo>
                <a:close/>
                <a:moveTo>
                  <a:pt x="838200" y="1866900"/>
                </a:moveTo>
                <a:lnTo>
                  <a:pt x="847725" y="1866900"/>
                </a:lnTo>
                <a:lnTo>
                  <a:pt x="847725" y="1876425"/>
                </a:lnTo>
                <a:lnTo>
                  <a:pt x="838200" y="1876425"/>
                </a:lnTo>
                <a:close/>
                <a:moveTo>
                  <a:pt x="1228725" y="1866900"/>
                </a:moveTo>
                <a:lnTo>
                  <a:pt x="1238250" y="1866900"/>
                </a:lnTo>
                <a:lnTo>
                  <a:pt x="1238250" y="1876425"/>
                </a:lnTo>
                <a:lnTo>
                  <a:pt x="1228725" y="1876425"/>
                </a:lnTo>
                <a:close/>
                <a:moveTo>
                  <a:pt x="1362075" y="1866900"/>
                </a:moveTo>
                <a:lnTo>
                  <a:pt x="1371600" y="1866900"/>
                </a:lnTo>
                <a:lnTo>
                  <a:pt x="1371600" y="1876425"/>
                </a:lnTo>
                <a:lnTo>
                  <a:pt x="1362075" y="1876425"/>
                </a:lnTo>
                <a:close/>
                <a:moveTo>
                  <a:pt x="1381125" y="1866900"/>
                </a:moveTo>
                <a:lnTo>
                  <a:pt x="1390650" y="1866900"/>
                </a:lnTo>
                <a:lnTo>
                  <a:pt x="1390650" y="1876425"/>
                </a:lnTo>
                <a:lnTo>
                  <a:pt x="1381125" y="1876425"/>
                </a:lnTo>
                <a:close/>
                <a:moveTo>
                  <a:pt x="1543050" y="1866900"/>
                </a:moveTo>
                <a:lnTo>
                  <a:pt x="1562100" y="1866900"/>
                </a:lnTo>
                <a:lnTo>
                  <a:pt x="1562100" y="1876425"/>
                </a:lnTo>
                <a:lnTo>
                  <a:pt x="1543050" y="1876425"/>
                </a:lnTo>
                <a:close/>
                <a:moveTo>
                  <a:pt x="2124075" y="1866900"/>
                </a:moveTo>
                <a:lnTo>
                  <a:pt x="2133600" y="1866900"/>
                </a:lnTo>
                <a:lnTo>
                  <a:pt x="2133600" y="1876425"/>
                </a:lnTo>
                <a:lnTo>
                  <a:pt x="2124075" y="1876425"/>
                </a:lnTo>
                <a:close/>
                <a:moveTo>
                  <a:pt x="2171700" y="1866900"/>
                </a:moveTo>
                <a:lnTo>
                  <a:pt x="2181225" y="1866900"/>
                </a:lnTo>
                <a:lnTo>
                  <a:pt x="2181225" y="1885950"/>
                </a:lnTo>
                <a:lnTo>
                  <a:pt x="2162175" y="1885950"/>
                </a:lnTo>
                <a:lnTo>
                  <a:pt x="2162175" y="1876425"/>
                </a:lnTo>
                <a:lnTo>
                  <a:pt x="2171700" y="1876425"/>
                </a:lnTo>
                <a:close/>
                <a:moveTo>
                  <a:pt x="2238375" y="1866900"/>
                </a:moveTo>
                <a:lnTo>
                  <a:pt x="2247900" y="1866900"/>
                </a:lnTo>
                <a:lnTo>
                  <a:pt x="2247900" y="1876425"/>
                </a:lnTo>
                <a:lnTo>
                  <a:pt x="2238375" y="1876425"/>
                </a:lnTo>
                <a:close/>
                <a:moveTo>
                  <a:pt x="419100" y="1876425"/>
                </a:moveTo>
                <a:lnTo>
                  <a:pt x="428625" y="1876425"/>
                </a:lnTo>
                <a:lnTo>
                  <a:pt x="428625" y="1885950"/>
                </a:lnTo>
                <a:lnTo>
                  <a:pt x="419100" y="1885950"/>
                </a:lnTo>
                <a:close/>
                <a:moveTo>
                  <a:pt x="1619250" y="1876425"/>
                </a:moveTo>
                <a:lnTo>
                  <a:pt x="1628775" y="1876425"/>
                </a:lnTo>
                <a:lnTo>
                  <a:pt x="1628775" y="1885950"/>
                </a:lnTo>
                <a:lnTo>
                  <a:pt x="1619250" y="1885950"/>
                </a:lnTo>
                <a:close/>
                <a:moveTo>
                  <a:pt x="2057400" y="1876425"/>
                </a:moveTo>
                <a:lnTo>
                  <a:pt x="2066925" y="1876425"/>
                </a:lnTo>
                <a:lnTo>
                  <a:pt x="2066925" y="1885950"/>
                </a:lnTo>
                <a:lnTo>
                  <a:pt x="2057400" y="1885950"/>
                </a:lnTo>
                <a:close/>
                <a:moveTo>
                  <a:pt x="2190750" y="1876425"/>
                </a:moveTo>
                <a:lnTo>
                  <a:pt x="2200275" y="1876425"/>
                </a:lnTo>
                <a:lnTo>
                  <a:pt x="2200275" y="1885950"/>
                </a:lnTo>
                <a:lnTo>
                  <a:pt x="2190750" y="1885950"/>
                </a:lnTo>
                <a:close/>
                <a:moveTo>
                  <a:pt x="2257425" y="1876425"/>
                </a:moveTo>
                <a:lnTo>
                  <a:pt x="2266950" y="1876425"/>
                </a:lnTo>
                <a:lnTo>
                  <a:pt x="2266950" y="1885950"/>
                </a:lnTo>
                <a:lnTo>
                  <a:pt x="2257425" y="1885950"/>
                </a:lnTo>
                <a:close/>
                <a:moveTo>
                  <a:pt x="1200150" y="1885950"/>
                </a:moveTo>
                <a:lnTo>
                  <a:pt x="1209675" y="1885950"/>
                </a:lnTo>
                <a:lnTo>
                  <a:pt x="1209675" y="1895475"/>
                </a:lnTo>
                <a:lnTo>
                  <a:pt x="1200150" y="1895475"/>
                </a:lnTo>
                <a:close/>
                <a:moveTo>
                  <a:pt x="1323975" y="1885950"/>
                </a:moveTo>
                <a:lnTo>
                  <a:pt x="1333500" y="1885950"/>
                </a:lnTo>
                <a:lnTo>
                  <a:pt x="1333500" y="1895475"/>
                </a:lnTo>
                <a:lnTo>
                  <a:pt x="1323975" y="1895475"/>
                </a:lnTo>
                <a:close/>
                <a:moveTo>
                  <a:pt x="1438275" y="1885950"/>
                </a:moveTo>
                <a:lnTo>
                  <a:pt x="1447800" y="1885950"/>
                </a:lnTo>
                <a:lnTo>
                  <a:pt x="1447800" y="1895475"/>
                </a:lnTo>
                <a:lnTo>
                  <a:pt x="1438275" y="1895475"/>
                </a:lnTo>
                <a:close/>
                <a:moveTo>
                  <a:pt x="1562100" y="1885950"/>
                </a:moveTo>
                <a:lnTo>
                  <a:pt x="1581150" y="1885950"/>
                </a:lnTo>
                <a:lnTo>
                  <a:pt x="1581150" y="1895475"/>
                </a:lnTo>
                <a:lnTo>
                  <a:pt x="1562100" y="1895475"/>
                </a:lnTo>
                <a:close/>
                <a:moveTo>
                  <a:pt x="1590675" y="1885950"/>
                </a:moveTo>
                <a:lnTo>
                  <a:pt x="1619250" y="1885950"/>
                </a:lnTo>
                <a:lnTo>
                  <a:pt x="1619250" y="1895475"/>
                </a:lnTo>
                <a:lnTo>
                  <a:pt x="1628775" y="1895475"/>
                </a:lnTo>
                <a:lnTo>
                  <a:pt x="1628775" y="1885950"/>
                </a:lnTo>
                <a:lnTo>
                  <a:pt x="1638300" y="1885950"/>
                </a:lnTo>
                <a:lnTo>
                  <a:pt x="1638300" y="1914525"/>
                </a:lnTo>
                <a:lnTo>
                  <a:pt x="1647825" y="1914525"/>
                </a:lnTo>
                <a:lnTo>
                  <a:pt x="1647825" y="1971675"/>
                </a:lnTo>
                <a:lnTo>
                  <a:pt x="1657350" y="1971675"/>
                </a:lnTo>
                <a:lnTo>
                  <a:pt x="1657350" y="2028825"/>
                </a:lnTo>
                <a:lnTo>
                  <a:pt x="1666875" y="2028825"/>
                </a:lnTo>
                <a:lnTo>
                  <a:pt x="1666875" y="2047875"/>
                </a:lnTo>
                <a:lnTo>
                  <a:pt x="1657350" y="2047875"/>
                </a:lnTo>
                <a:lnTo>
                  <a:pt x="1657350" y="2057400"/>
                </a:lnTo>
                <a:lnTo>
                  <a:pt x="1628775" y="2057400"/>
                </a:lnTo>
                <a:lnTo>
                  <a:pt x="1628775" y="2066925"/>
                </a:lnTo>
                <a:lnTo>
                  <a:pt x="1609725" y="2066925"/>
                </a:lnTo>
                <a:lnTo>
                  <a:pt x="1609725" y="2076450"/>
                </a:lnTo>
                <a:lnTo>
                  <a:pt x="1600200" y="2076450"/>
                </a:lnTo>
                <a:lnTo>
                  <a:pt x="1600200" y="2105025"/>
                </a:lnTo>
                <a:lnTo>
                  <a:pt x="1609725" y="2105025"/>
                </a:lnTo>
                <a:lnTo>
                  <a:pt x="1609725" y="2124075"/>
                </a:lnTo>
                <a:lnTo>
                  <a:pt x="1600200" y="2124075"/>
                </a:lnTo>
                <a:lnTo>
                  <a:pt x="1600200" y="2133600"/>
                </a:lnTo>
                <a:lnTo>
                  <a:pt x="1590675" y="2133600"/>
                </a:lnTo>
                <a:lnTo>
                  <a:pt x="1590675" y="2143125"/>
                </a:lnTo>
                <a:lnTo>
                  <a:pt x="1543050" y="2143125"/>
                </a:lnTo>
                <a:lnTo>
                  <a:pt x="1543050" y="2124075"/>
                </a:lnTo>
                <a:lnTo>
                  <a:pt x="1514475" y="2124075"/>
                </a:lnTo>
                <a:lnTo>
                  <a:pt x="1514475" y="2133600"/>
                </a:lnTo>
                <a:lnTo>
                  <a:pt x="1466850" y="2133600"/>
                </a:lnTo>
                <a:lnTo>
                  <a:pt x="1466850" y="2143125"/>
                </a:lnTo>
                <a:lnTo>
                  <a:pt x="1447800" y="2143125"/>
                </a:lnTo>
                <a:lnTo>
                  <a:pt x="1447800" y="2152650"/>
                </a:lnTo>
                <a:lnTo>
                  <a:pt x="1476375" y="2152650"/>
                </a:lnTo>
                <a:lnTo>
                  <a:pt x="1476375" y="2143125"/>
                </a:lnTo>
                <a:lnTo>
                  <a:pt x="1485900" y="2143125"/>
                </a:lnTo>
                <a:lnTo>
                  <a:pt x="1485900" y="2162175"/>
                </a:lnTo>
                <a:lnTo>
                  <a:pt x="1428750" y="2162175"/>
                </a:lnTo>
                <a:lnTo>
                  <a:pt x="1428750" y="2152650"/>
                </a:lnTo>
                <a:lnTo>
                  <a:pt x="1419225" y="2152650"/>
                </a:lnTo>
                <a:lnTo>
                  <a:pt x="1419225" y="2085975"/>
                </a:lnTo>
                <a:lnTo>
                  <a:pt x="1409700" y="2085975"/>
                </a:lnTo>
                <a:lnTo>
                  <a:pt x="1409700" y="2028825"/>
                </a:lnTo>
                <a:lnTo>
                  <a:pt x="1400175" y="2028825"/>
                </a:lnTo>
                <a:lnTo>
                  <a:pt x="1400175" y="1971675"/>
                </a:lnTo>
                <a:lnTo>
                  <a:pt x="1390650" y="1971675"/>
                </a:lnTo>
                <a:lnTo>
                  <a:pt x="1390650" y="1924050"/>
                </a:lnTo>
                <a:lnTo>
                  <a:pt x="1400175" y="1924050"/>
                </a:lnTo>
                <a:lnTo>
                  <a:pt x="1400175" y="1914525"/>
                </a:lnTo>
                <a:lnTo>
                  <a:pt x="1447800" y="1914525"/>
                </a:lnTo>
                <a:lnTo>
                  <a:pt x="1447800" y="1905000"/>
                </a:lnTo>
                <a:lnTo>
                  <a:pt x="1485900" y="1905000"/>
                </a:lnTo>
                <a:lnTo>
                  <a:pt x="1485900" y="1914525"/>
                </a:lnTo>
                <a:lnTo>
                  <a:pt x="1495425" y="1914525"/>
                </a:lnTo>
                <a:lnTo>
                  <a:pt x="1495425" y="1924050"/>
                </a:lnTo>
                <a:lnTo>
                  <a:pt x="1504950" y="1924050"/>
                </a:lnTo>
                <a:lnTo>
                  <a:pt x="1504950" y="1933575"/>
                </a:lnTo>
                <a:lnTo>
                  <a:pt x="1524000" y="1933575"/>
                </a:lnTo>
                <a:lnTo>
                  <a:pt x="1524000" y="1924050"/>
                </a:lnTo>
                <a:lnTo>
                  <a:pt x="1533525" y="1924050"/>
                </a:lnTo>
                <a:lnTo>
                  <a:pt x="1533525" y="1933575"/>
                </a:lnTo>
                <a:lnTo>
                  <a:pt x="1524000" y="1933575"/>
                </a:lnTo>
                <a:lnTo>
                  <a:pt x="1524000" y="1943100"/>
                </a:lnTo>
                <a:lnTo>
                  <a:pt x="1514475" y="1943100"/>
                </a:lnTo>
                <a:lnTo>
                  <a:pt x="1514475" y="1952625"/>
                </a:lnTo>
                <a:lnTo>
                  <a:pt x="1533525" y="1952625"/>
                </a:lnTo>
                <a:lnTo>
                  <a:pt x="1533525" y="1962150"/>
                </a:lnTo>
                <a:lnTo>
                  <a:pt x="1495425" y="1962150"/>
                </a:lnTo>
                <a:lnTo>
                  <a:pt x="1495425" y="1971675"/>
                </a:lnTo>
                <a:lnTo>
                  <a:pt x="1476375" y="1971675"/>
                </a:lnTo>
                <a:lnTo>
                  <a:pt x="1476375" y="1962150"/>
                </a:lnTo>
                <a:lnTo>
                  <a:pt x="1466850" y="1962150"/>
                </a:lnTo>
                <a:lnTo>
                  <a:pt x="1466850" y="1952625"/>
                </a:lnTo>
                <a:lnTo>
                  <a:pt x="1438275" y="1952625"/>
                </a:lnTo>
                <a:lnTo>
                  <a:pt x="1438275" y="1962150"/>
                </a:lnTo>
                <a:lnTo>
                  <a:pt x="1428750" y="1962150"/>
                </a:lnTo>
                <a:lnTo>
                  <a:pt x="1428750" y="1990725"/>
                </a:lnTo>
                <a:lnTo>
                  <a:pt x="1438275" y="1990725"/>
                </a:lnTo>
                <a:lnTo>
                  <a:pt x="1438275" y="2000250"/>
                </a:lnTo>
                <a:lnTo>
                  <a:pt x="1495425" y="2000250"/>
                </a:lnTo>
                <a:lnTo>
                  <a:pt x="1495425" y="1990725"/>
                </a:lnTo>
                <a:lnTo>
                  <a:pt x="1504950" y="1990725"/>
                </a:lnTo>
                <a:lnTo>
                  <a:pt x="1504950" y="1981200"/>
                </a:lnTo>
                <a:lnTo>
                  <a:pt x="1543050" y="1981200"/>
                </a:lnTo>
                <a:lnTo>
                  <a:pt x="1543050" y="1990725"/>
                </a:lnTo>
                <a:lnTo>
                  <a:pt x="1552575" y="1990725"/>
                </a:lnTo>
                <a:lnTo>
                  <a:pt x="1552575" y="1981200"/>
                </a:lnTo>
                <a:lnTo>
                  <a:pt x="1562100" y="1981200"/>
                </a:lnTo>
                <a:lnTo>
                  <a:pt x="1562100" y="1971675"/>
                </a:lnTo>
                <a:lnTo>
                  <a:pt x="1600200" y="1971675"/>
                </a:lnTo>
                <a:lnTo>
                  <a:pt x="1600200" y="1962150"/>
                </a:lnTo>
                <a:lnTo>
                  <a:pt x="1609725" y="1962150"/>
                </a:lnTo>
                <a:lnTo>
                  <a:pt x="1609725" y="1952625"/>
                </a:lnTo>
                <a:lnTo>
                  <a:pt x="1600200" y="1952625"/>
                </a:lnTo>
                <a:lnTo>
                  <a:pt x="1600200" y="1943100"/>
                </a:lnTo>
                <a:lnTo>
                  <a:pt x="1581150" y="1943100"/>
                </a:lnTo>
                <a:lnTo>
                  <a:pt x="1581150" y="1905000"/>
                </a:lnTo>
                <a:lnTo>
                  <a:pt x="1590675" y="1905000"/>
                </a:lnTo>
                <a:close/>
                <a:moveTo>
                  <a:pt x="2133600" y="1885950"/>
                </a:moveTo>
                <a:lnTo>
                  <a:pt x="2143125" y="1885950"/>
                </a:lnTo>
                <a:lnTo>
                  <a:pt x="2143125" y="1895475"/>
                </a:lnTo>
                <a:lnTo>
                  <a:pt x="2133600" y="1895475"/>
                </a:lnTo>
                <a:close/>
                <a:moveTo>
                  <a:pt x="2219325" y="1885950"/>
                </a:moveTo>
                <a:lnTo>
                  <a:pt x="2228850" y="1885950"/>
                </a:lnTo>
                <a:lnTo>
                  <a:pt x="2228850" y="1895475"/>
                </a:lnTo>
                <a:lnTo>
                  <a:pt x="2219325" y="1895475"/>
                </a:lnTo>
                <a:close/>
                <a:moveTo>
                  <a:pt x="2276475" y="1885950"/>
                </a:moveTo>
                <a:lnTo>
                  <a:pt x="2286000" y="1885950"/>
                </a:lnTo>
                <a:lnTo>
                  <a:pt x="2286000" y="1895475"/>
                </a:lnTo>
                <a:lnTo>
                  <a:pt x="2276475" y="1895475"/>
                </a:lnTo>
                <a:close/>
                <a:moveTo>
                  <a:pt x="752475" y="1895475"/>
                </a:moveTo>
                <a:lnTo>
                  <a:pt x="762000" y="1895475"/>
                </a:lnTo>
                <a:lnTo>
                  <a:pt x="762000" y="1905000"/>
                </a:lnTo>
                <a:lnTo>
                  <a:pt x="752475" y="1905000"/>
                </a:lnTo>
                <a:close/>
                <a:moveTo>
                  <a:pt x="1171575" y="1895475"/>
                </a:moveTo>
                <a:lnTo>
                  <a:pt x="1181100" y="1895475"/>
                </a:lnTo>
                <a:lnTo>
                  <a:pt x="1181100" y="1905000"/>
                </a:lnTo>
                <a:lnTo>
                  <a:pt x="1171575" y="1905000"/>
                </a:lnTo>
                <a:close/>
                <a:moveTo>
                  <a:pt x="1304925" y="1895475"/>
                </a:moveTo>
                <a:lnTo>
                  <a:pt x="1323975" y="1895475"/>
                </a:lnTo>
                <a:lnTo>
                  <a:pt x="1323975" y="1905000"/>
                </a:lnTo>
                <a:lnTo>
                  <a:pt x="1304925" y="1905000"/>
                </a:lnTo>
                <a:close/>
                <a:moveTo>
                  <a:pt x="1390650" y="1895475"/>
                </a:moveTo>
                <a:lnTo>
                  <a:pt x="1400175" y="1895475"/>
                </a:lnTo>
                <a:lnTo>
                  <a:pt x="1400175" y="1905000"/>
                </a:lnTo>
                <a:lnTo>
                  <a:pt x="1390650" y="1905000"/>
                </a:lnTo>
                <a:close/>
                <a:moveTo>
                  <a:pt x="1552575" y="1895475"/>
                </a:moveTo>
                <a:lnTo>
                  <a:pt x="1562100" y="1895475"/>
                </a:lnTo>
                <a:lnTo>
                  <a:pt x="1562100" y="1905000"/>
                </a:lnTo>
                <a:lnTo>
                  <a:pt x="1552575" y="1905000"/>
                </a:lnTo>
                <a:close/>
                <a:moveTo>
                  <a:pt x="2171700" y="1895475"/>
                </a:moveTo>
                <a:lnTo>
                  <a:pt x="2181225" y="1895475"/>
                </a:lnTo>
                <a:lnTo>
                  <a:pt x="2181225" y="1914525"/>
                </a:lnTo>
                <a:lnTo>
                  <a:pt x="2171700" y="1914525"/>
                </a:lnTo>
                <a:close/>
                <a:moveTo>
                  <a:pt x="2238375" y="1895475"/>
                </a:moveTo>
                <a:lnTo>
                  <a:pt x="2247900" y="1895475"/>
                </a:lnTo>
                <a:lnTo>
                  <a:pt x="2247900" y="1905000"/>
                </a:lnTo>
                <a:lnTo>
                  <a:pt x="2238375" y="1905000"/>
                </a:lnTo>
                <a:close/>
                <a:moveTo>
                  <a:pt x="2286000" y="1895475"/>
                </a:moveTo>
                <a:lnTo>
                  <a:pt x="2295525" y="1895475"/>
                </a:lnTo>
                <a:lnTo>
                  <a:pt x="2295525" y="1905000"/>
                </a:lnTo>
                <a:lnTo>
                  <a:pt x="2286000" y="1905000"/>
                </a:lnTo>
                <a:close/>
                <a:moveTo>
                  <a:pt x="238125" y="1905000"/>
                </a:moveTo>
                <a:lnTo>
                  <a:pt x="247650" y="1905000"/>
                </a:lnTo>
                <a:lnTo>
                  <a:pt x="247650" y="1914525"/>
                </a:lnTo>
                <a:lnTo>
                  <a:pt x="238125" y="1914525"/>
                </a:lnTo>
                <a:close/>
                <a:moveTo>
                  <a:pt x="723900" y="1905000"/>
                </a:moveTo>
                <a:lnTo>
                  <a:pt x="733425" y="1905000"/>
                </a:lnTo>
                <a:lnTo>
                  <a:pt x="733425" y="1914525"/>
                </a:lnTo>
                <a:lnTo>
                  <a:pt x="723900" y="1914525"/>
                </a:lnTo>
                <a:close/>
                <a:moveTo>
                  <a:pt x="1371600" y="1905000"/>
                </a:moveTo>
                <a:lnTo>
                  <a:pt x="1381125" y="1905000"/>
                </a:lnTo>
                <a:lnTo>
                  <a:pt x="1381125" y="1914525"/>
                </a:lnTo>
                <a:lnTo>
                  <a:pt x="1371600" y="1914525"/>
                </a:lnTo>
                <a:close/>
                <a:moveTo>
                  <a:pt x="1657350" y="1905000"/>
                </a:moveTo>
                <a:lnTo>
                  <a:pt x="1666875" y="1905000"/>
                </a:lnTo>
                <a:lnTo>
                  <a:pt x="1666875" y="1914525"/>
                </a:lnTo>
                <a:lnTo>
                  <a:pt x="1657350" y="1914525"/>
                </a:lnTo>
                <a:close/>
                <a:moveTo>
                  <a:pt x="1714500" y="1905000"/>
                </a:moveTo>
                <a:lnTo>
                  <a:pt x="1724025" y="1905000"/>
                </a:lnTo>
                <a:lnTo>
                  <a:pt x="1724025" y="1924050"/>
                </a:lnTo>
                <a:lnTo>
                  <a:pt x="1714500" y="1924050"/>
                </a:lnTo>
                <a:close/>
                <a:moveTo>
                  <a:pt x="257175" y="1914525"/>
                </a:moveTo>
                <a:lnTo>
                  <a:pt x="266700" y="1914525"/>
                </a:lnTo>
                <a:lnTo>
                  <a:pt x="266700" y="1924050"/>
                </a:lnTo>
                <a:lnTo>
                  <a:pt x="257175" y="1924050"/>
                </a:lnTo>
                <a:close/>
                <a:moveTo>
                  <a:pt x="2162175" y="1914525"/>
                </a:moveTo>
                <a:lnTo>
                  <a:pt x="2171700" y="1914525"/>
                </a:lnTo>
                <a:lnTo>
                  <a:pt x="2171700" y="1924050"/>
                </a:lnTo>
                <a:lnTo>
                  <a:pt x="2162175" y="1924050"/>
                </a:lnTo>
                <a:close/>
                <a:moveTo>
                  <a:pt x="2266950" y="1914525"/>
                </a:moveTo>
                <a:lnTo>
                  <a:pt x="2276475" y="1914525"/>
                </a:lnTo>
                <a:lnTo>
                  <a:pt x="2276475" y="1924050"/>
                </a:lnTo>
                <a:lnTo>
                  <a:pt x="2266950" y="1924050"/>
                </a:lnTo>
                <a:close/>
                <a:moveTo>
                  <a:pt x="2314575" y="1914525"/>
                </a:moveTo>
                <a:lnTo>
                  <a:pt x="2324100" y="1914525"/>
                </a:lnTo>
                <a:lnTo>
                  <a:pt x="2324100" y="1924050"/>
                </a:lnTo>
                <a:lnTo>
                  <a:pt x="2314575" y="1924050"/>
                </a:lnTo>
                <a:close/>
                <a:moveTo>
                  <a:pt x="2066925" y="1924050"/>
                </a:moveTo>
                <a:lnTo>
                  <a:pt x="2076450" y="1924050"/>
                </a:lnTo>
                <a:lnTo>
                  <a:pt x="2076450" y="1933575"/>
                </a:lnTo>
                <a:lnTo>
                  <a:pt x="2066925" y="1933575"/>
                </a:lnTo>
                <a:close/>
                <a:moveTo>
                  <a:pt x="2324100" y="1924050"/>
                </a:moveTo>
                <a:lnTo>
                  <a:pt x="2333625" y="1924050"/>
                </a:lnTo>
                <a:lnTo>
                  <a:pt x="2333625" y="1933575"/>
                </a:lnTo>
                <a:lnTo>
                  <a:pt x="2324100" y="1933575"/>
                </a:lnTo>
                <a:close/>
                <a:moveTo>
                  <a:pt x="438150" y="1933575"/>
                </a:moveTo>
                <a:lnTo>
                  <a:pt x="447675" y="1933575"/>
                </a:lnTo>
                <a:lnTo>
                  <a:pt x="447675" y="1943100"/>
                </a:lnTo>
                <a:lnTo>
                  <a:pt x="438150" y="1943100"/>
                </a:lnTo>
                <a:close/>
                <a:moveTo>
                  <a:pt x="2295525" y="1933575"/>
                </a:moveTo>
                <a:lnTo>
                  <a:pt x="2305050" y="1933575"/>
                </a:lnTo>
                <a:lnTo>
                  <a:pt x="2305050" y="1943100"/>
                </a:lnTo>
                <a:lnTo>
                  <a:pt x="2295525" y="1943100"/>
                </a:lnTo>
                <a:close/>
                <a:moveTo>
                  <a:pt x="2333625" y="1933575"/>
                </a:moveTo>
                <a:lnTo>
                  <a:pt x="2343150" y="1933575"/>
                </a:lnTo>
                <a:lnTo>
                  <a:pt x="2343150" y="1943100"/>
                </a:lnTo>
                <a:lnTo>
                  <a:pt x="2333625" y="1943100"/>
                </a:lnTo>
                <a:close/>
                <a:moveTo>
                  <a:pt x="66675" y="1943100"/>
                </a:moveTo>
                <a:lnTo>
                  <a:pt x="76200" y="1943100"/>
                </a:lnTo>
                <a:lnTo>
                  <a:pt x="76200" y="1962150"/>
                </a:lnTo>
                <a:lnTo>
                  <a:pt x="66675" y="1962150"/>
                </a:lnTo>
                <a:close/>
                <a:moveTo>
                  <a:pt x="257175" y="1943100"/>
                </a:moveTo>
                <a:lnTo>
                  <a:pt x="266700" y="1943100"/>
                </a:lnTo>
                <a:lnTo>
                  <a:pt x="266700" y="1952625"/>
                </a:lnTo>
                <a:lnTo>
                  <a:pt x="257175" y="1952625"/>
                </a:lnTo>
                <a:close/>
                <a:moveTo>
                  <a:pt x="1562100" y="1943100"/>
                </a:moveTo>
                <a:lnTo>
                  <a:pt x="1571625" y="1943100"/>
                </a:lnTo>
                <a:lnTo>
                  <a:pt x="1571625" y="1952625"/>
                </a:lnTo>
                <a:lnTo>
                  <a:pt x="1562100" y="1952625"/>
                </a:lnTo>
                <a:close/>
                <a:moveTo>
                  <a:pt x="2305050" y="1943100"/>
                </a:moveTo>
                <a:lnTo>
                  <a:pt x="2314575" y="1943100"/>
                </a:lnTo>
                <a:lnTo>
                  <a:pt x="2314575" y="1952625"/>
                </a:lnTo>
                <a:lnTo>
                  <a:pt x="2305050" y="1952625"/>
                </a:lnTo>
                <a:close/>
                <a:moveTo>
                  <a:pt x="2343150" y="1943100"/>
                </a:moveTo>
                <a:lnTo>
                  <a:pt x="2352675" y="1943100"/>
                </a:lnTo>
                <a:lnTo>
                  <a:pt x="2352675" y="1952625"/>
                </a:lnTo>
                <a:lnTo>
                  <a:pt x="2343150" y="1952625"/>
                </a:lnTo>
                <a:close/>
                <a:moveTo>
                  <a:pt x="266700" y="1952625"/>
                </a:moveTo>
                <a:lnTo>
                  <a:pt x="276225" y="1952625"/>
                </a:lnTo>
                <a:lnTo>
                  <a:pt x="276225" y="1962150"/>
                </a:lnTo>
                <a:lnTo>
                  <a:pt x="266700" y="1962150"/>
                </a:lnTo>
                <a:close/>
                <a:moveTo>
                  <a:pt x="933450" y="1952625"/>
                </a:moveTo>
                <a:lnTo>
                  <a:pt x="942975" y="1952625"/>
                </a:lnTo>
                <a:lnTo>
                  <a:pt x="942975" y="1962150"/>
                </a:lnTo>
                <a:lnTo>
                  <a:pt x="933450" y="1962150"/>
                </a:lnTo>
                <a:close/>
                <a:moveTo>
                  <a:pt x="2314575" y="1952625"/>
                </a:moveTo>
                <a:lnTo>
                  <a:pt x="2324100" y="1952625"/>
                </a:lnTo>
                <a:lnTo>
                  <a:pt x="2324100" y="1962150"/>
                </a:lnTo>
                <a:lnTo>
                  <a:pt x="2314575" y="1962150"/>
                </a:lnTo>
                <a:close/>
                <a:moveTo>
                  <a:pt x="2352675" y="1952625"/>
                </a:moveTo>
                <a:lnTo>
                  <a:pt x="2362200" y="1952625"/>
                </a:lnTo>
                <a:lnTo>
                  <a:pt x="2362200" y="1962150"/>
                </a:lnTo>
                <a:lnTo>
                  <a:pt x="2352675" y="1962150"/>
                </a:lnTo>
                <a:close/>
                <a:moveTo>
                  <a:pt x="228600" y="1962150"/>
                </a:moveTo>
                <a:lnTo>
                  <a:pt x="238125" y="1962150"/>
                </a:lnTo>
                <a:lnTo>
                  <a:pt x="238125" y="1981200"/>
                </a:lnTo>
                <a:lnTo>
                  <a:pt x="228600" y="1981200"/>
                </a:lnTo>
                <a:close/>
                <a:moveTo>
                  <a:pt x="295275" y="1962150"/>
                </a:moveTo>
                <a:lnTo>
                  <a:pt x="304800" y="1962150"/>
                </a:lnTo>
                <a:lnTo>
                  <a:pt x="304800" y="1971675"/>
                </a:lnTo>
                <a:lnTo>
                  <a:pt x="295275" y="1971675"/>
                </a:lnTo>
                <a:close/>
                <a:moveTo>
                  <a:pt x="904875" y="1962150"/>
                </a:moveTo>
                <a:lnTo>
                  <a:pt x="914400" y="1962150"/>
                </a:lnTo>
                <a:lnTo>
                  <a:pt x="914400" y="1971675"/>
                </a:lnTo>
                <a:lnTo>
                  <a:pt x="904875" y="1971675"/>
                </a:lnTo>
                <a:close/>
                <a:moveTo>
                  <a:pt x="1019175" y="1962150"/>
                </a:moveTo>
                <a:lnTo>
                  <a:pt x="1028700" y="1962150"/>
                </a:lnTo>
                <a:lnTo>
                  <a:pt x="1028700" y="1971675"/>
                </a:lnTo>
                <a:lnTo>
                  <a:pt x="1019175" y="1971675"/>
                </a:lnTo>
                <a:close/>
                <a:moveTo>
                  <a:pt x="1628775" y="1962150"/>
                </a:moveTo>
                <a:lnTo>
                  <a:pt x="1638300" y="1962150"/>
                </a:lnTo>
                <a:lnTo>
                  <a:pt x="1638300" y="1943100"/>
                </a:lnTo>
                <a:lnTo>
                  <a:pt x="1628775" y="1943100"/>
                </a:lnTo>
                <a:close/>
                <a:moveTo>
                  <a:pt x="1666875" y="1962150"/>
                </a:moveTo>
                <a:lnTo>
                  <a:pt x="1676400" y="1962150"/>
                </a:lnTo>
                <a:lnTo>
                  <a:pt x="1676400" y="1971675"/>
                </a:lnTo>
                <a:lnTo>
                  <a:pt x="1666875" y="1971675"/>
                </a:lnTo>
                <a:close/>
                <a:moveTo>
                  <a:pt x="1724025" y="1962150"/>
                </a:moveTo>
                <a:lnTo>
                  <a:pt x="1733550" y="1962150"/>
                </a:lnTo>
                <a:lnTo>
                  <a:pt x="1733550" y="1981200"/>
                </a:lnTo>
                <a:lnTo>
                  <a:pt x="1724025" y="1981200"/>
                </a:lnTo>
                <a:close/>
                <a:moveTo>
                  <a:pt x="2076450" y="1962150"/>
                </a:moveTo>
                <a:lnTo>
                  <a:pt x="2085975" y="1962150"/>
                </a:lnTo>
                <a:lnTo>
                  <a:pt x="2085975" y="1971675"/>
                </a:lnTo>
                <a:lnTo>
                  <a:pt x="2076450" y="1971675"/>
                </a:lnTo>
                <a:close/>
                <a:moveTo>
                  <a:pt x="2362200" y="1962150"/>
                </a:moveTo>
                <a:lnTo>
                  <a:pt x="2371725" y="1962150"/>
                </a:lnTo>
                <a:lnTo>
                  <a:pt x="2371725" y="1971675"/>
                </a:lnTo>
                <a:lnTo>
                  <a:pt x="2362200" y="1971675"/>
                </a:lnTo>
                <a:close/>
                <a:moveTo>
                  <a:pt x="876300" y="1971675"/>
                </a:moveTo>
                <a:lnTo>
                  <a:pt x="885825" y="1971675"/>
                </a:lnTo>
                <a:lnTo>
                  <a:pt x="885825" y="1981200"/>
                </a:lnTo>
                <a:lnTo>
                  <a:pt x="876300" y="1981200"/>
                </a:lnTo>
                <a:close/>
                <a:moveTo>
                  <a:pt x="1047750" y="1971675"/>
                </a:moveTo>
                <a:lnTo>
                  <a:pt x="1057275" y="1971675"/>
                </a:lnTo>
                <a:lnTo>
                  <a:pt x="1057275" y="1981200"/>
                </a:lnTo>
                <a:lnTo>
                  <a:pt x="1047750" y="1981200"/>
                </a:lnTo>
                <a:close/>
                <a:moveTo>
                  <a:pt x="1371600" y="1971675"/>
                </a:moveTo>
                <a:lnTo>
                  <a:pt x="1381125" y="1971675"/>
                </a:lnTo>
                <a:lnTo>
                  <a:pt x="1381125" y="1981200"/>
                </a:lnTo>
                <a:lnTo>
                  <a:pt x="1371600" y="1981200"/>
                </a:lnTo>
                <a:close/>
                <a:moveTo>
                  <a:pt x="2343150" y="1981200"/>
                </a:moveTo>
                <a:lnTo>
                  <a:pt x="2352675" y="1981200"/>
                </a:lnTo>
                <a:lnTo>
                  <a:pt x="2352675" y="1990725"/>
                </a:lnTo>
                <a:lnTo>
                  <a:pt x="2343150" y="1990725"/>
                </a:lnTo>
                <a:close/>
                <a:moveTo>
                  <a:pt x="981075" y="1990725"/>
                </a:moveTo>
                <a:lnTo>
                  <a:pt x="990600" y="1990725"/>
                </a:lnTo>
                <a:lnTo>
                  <a:pt x="990600" y="2000250"/>
                </a:lnTo>
                <a:lnTo>
                  <a:pt x="981075" y="2000250"/>
                </a:lnTo>
                <a:close/>
                <a:moveTo>
                  <a:pt x="1114425" y="1990725"/>
                </a:moveTo>
                <a:lnTo>
                  <a:pt x="1123950" y="1990725"/>
                </a:lnTo>
                <a:lnTo>
                  <a:pt x="1123950" y="2000250"/>
                </a:lnTo>
                <a:lnTo>
                  <a:pt x="1114425" y="2000250"/>
                </a:lnTo>
                <a:close/>
                <a:moveTo>
                  <a:pt x="1590675" y="1990725"/>
                </a:moveTo>
                <a:lnTo>
                  <a:pt x="1609725" y="1990725"/>
                </a:lnTo>
                <a:lnTo>
                  <a:pt x="1609725" y="1981200"/>
                </a:lnTo>
                <a:lnTo>
                  <a:pt x="1590675" y="1981200"/>
                </a:lnTo>
                <a:close/>
                <a:moveTo>
                  <a:pt x="2085975" y="1990725"/>
                </a:moveTo>
                <a:lnTo>
                  <a:pt x="2095500" y="1990725"/>
                </a:lnTo>
                <a:lnTo>
                  <a:pt x="2095500" y="2009775"/>
                </a:lnTo>
                <a:lnTo>
                  <a:pt x="2085975" y="2009775"/>
                </a:lnTo>
                <a:close/>
                <a:moveTo>
                  <a:pt x="2352675" y="1990725"/>
                </a:moveTo>
                <a:lnTo>
                  <a:pt x="2362200" y="1990725"/>
                </a:lnTo>
                <a:lnTo>
                  <a:pt x="2362200" y="2000250"/>
                </a:lnTo>
                <a:lnTo>
                  <a:pt x="2352675" y="2000250"/>
                </a:lnTo>
                <a:close/>
                <a:moveTo>
                  <a:pt x="314325" y="2000250"/>
                </a:moveTo>
                <a:lnTo>
                  <a:pt x="323850" y="2000250"/>
                </a:lnTo>
                <a:lnTo>
                  <a:pt x="323850" y="2009775"/>
                </a:lnTo>
                <a:lnTo>
                  <a:pt x="314325" y="2009775"/>
                </a:lnTo>
                <a:close/>
                <a:moveTo>
                  <a:pt x="552450" y="2000250"/>
                </a:moveTo>
                <a:lnTo>
                  <a:pt x="561975" y="2000250"/>
                </a:lnTo>
                <a:lnTo>
                  <a:pt x="561975" y="2019300"/>
                </a:lnTo>
                <a:lnTo>
                  <a:pt x="552450" y="2019300"/>
                </a:lnTo>
                <a:close/>
                <a:moveTo>
                  <a:pt x="2390775" y="2000250"/>
                </a:moveTo>
                <a:lnTo>
                  <a:pt x="2400300" y="2000250"/>
                </a:lnTo>
                <a:lnTo>
                  <a:pt x="2400300" y="2009775"/>
                </a:lnTo>
                <a:lnTo>
                  <a:pt x="2390775" y="2009775"/>
                </a:lnTo>
                <a:close/>
                <a:moveTo>
                  <a:pt x="466725" y="2009775"/>
                </a:moveTo>
                <a:lnTo>
                  <a:pt x="476250" y="2009775"/>
                </a:lnTo>
                <a:lnTo>
                  <a:pt x="476250" y="2019300"/>
                </a:lnTo>
                <a:lnTo>
                  <a:pt x="466725" y="2019300"/>
                </a:lnTo>
                <a:close/>
                <a:moveTo>
                  <a:pt x="2095500" y="2009775"/>
                </a:moveTo>
                <a:lnTo>
                  <a:pt x="2105025" y="2009775"/>
                </a:lnTo>
                <a:lnTo>
                  <a:pt x="2105025" y="2038350"/>
                </a:lnTo>
                <a:lnTo>
                  <a:pt x="2095500" y="2038350"/>
                </a:lnTo>
                <a:close/>
                <a:moveTo>
                  <a:pt x="2400300" y="2009775"/>
                </a:moveTo>
                <a:lnTo>
                  <a:pt x="2409825" y="2009775"/>
                </a:lnTo>
                <a:lnTo>
                  <a:pt x="2409825" y="2019300"/>
                </a:lnTo>
                <a:lnTo>
                  <a:pt x="2400300" y="2019300"/>
                </a:lnTo>
                <a:close/>
                <a:moveTo>
                  <a:pt x="790575" y="2019300"/>
                </a:moveTo>
                <a:lnTo>
                  <a:pt x="800100" y="2019300"/>
                </a:lnTo>
                <a:lnTo>
                  <a:pt x="800100" y="2028825"/>
                </a:lnTo>
                <a:lnTo>
                  <a:pt x="790575" y="2028825"/>
                </a:lnTo>
                <a:close/>
                <a:moveTo>
                  <a:pt x="1381125" y="2019300"/>
                </a:moveTo>
                <a:lnTo>
                  <a:pt x="1390650" y="2019300"/>
                </a:lnTo>
                <a:lnTo>
                  <a:pt x="1390650" y="2028825"/>
                </a:lnTo>
                <a:lnTo>
                  <a:pt x="1381125" y="2028825"/>
                </a:lnTo>
                <a:close/>
                <a:moveTo>
                  <a:pt x="1590675" y="2019300"/>
                </a:moveTo>
                <a:lnTo>
                  <a:pt x="1609725" y="2019300"/>
                </a:lnTo>
                <a:lnTo>
                  <a:pt x="1609725" y="2000250"/>
                </a:lnTo>
                <a:lnTo>
                  <a:pt x="1590675" y="2000250"/>
                </a:lnTo>
                <a:lnTo>
                  <a:pt x="1590675" y="2009775"/>
                </a:lnTo>
                <a:lnTo>
                  <a:pt x="1581150" y="2009775"/>
                </a:lnTo>
                <a:lnTo>
                  <a:pt x="1581150" y="1990725"/>
                </a:lnTo>
                <a:lnTo>
                  <a:pt x="1562100" y="1990725"/>
                </a:lnTo>
                <a:lnTo>
                  <a:pt x="1562100" y="2000250"/>
                </a:lnTo>
                <a:lnTo>
                  <a:pt x="1543050" y="2000250"/>
                </a:lnTo>
                <a:lnTo>
                  <a:pt x="1543050" y="2009775"/>
                </a:lnTo>
                <a:lnTo>
                  <a:pt x="1533525" y="2009775"/>
                </a:lnTo>
                <a:lnTo>
                  <a:pt x="1533525" y="2019300"/>
                </a:lnTo>
                <a:lnTo>
                  <a:pt x="1466850" y="2019300"/>
                </a:lnTo>
                <a:lnTo>
                  <a:pt x="1466850" y="2028825"/>
                </a:lnTo>
                <a:lnTo>
                  <a:pt x="1447800" y="2028825"/>
                </a:lnTo>
                <a:lnTo>
                  <a:pt x="1447800" y="2047875"/>
                </a:lnTo>
                <a:lnTo>
                  <a:pt x="1476375" y="2047875"/>
                </a:lnTo>
                <a:lnTo>
                  <a:pt x="1476375" y="2038350"/>
                </a:lnTo>
                <a:lnTo>
                  <a:pt x="1524000" y="2038350"/>
                </a:lnTo>
                <a:lnTo>
                  <a:pt x="1524000" y="2028825"/>
                </a:lnTo>
                <a:lnTo>
                  <a:pt x="1590675" y="2028825"/>
                </a:lnTo>
                <a:close/>
                <a:moveTo>
                  <a:pt x="1676400" y="2019300"/>
                </a:moveTo>
                <a:lnTo>
                  <a:pt x="1685925" y="2019300"/>
                </a:lnTo>
                <a:lnTo>
                  <a:pt x="1685925" y="2028825"/>
                </a:lnTo>
                <a:lnTo>
                  <a:pt x="1676400" y="2028825"/>
                </a:lnTo>
                <a:close/>
                <a:moveTo>
                  <a:pt x="1733550" y="2019300"/>
                </a:moveTo>
                <a:lnTo>
                  <a:pt x="1743075" y="2019300"/>
                </a:lnTo>
                <a:lnTo>
                  <a:pt x="1743075" y="2028825"/>
                </a:lnTo>
                <a:lnTo>
                  <a:pt x="1733550" y="2028825"/>
                </a:lnTo>
                <a:close/>
                <a:moveTo>
                  <a:pt x="2371725" y="2019300"/>
                </a:moveTo>
                <a:lnTo>
                  <a:pt x="2381250" y="2019300"/>
                </a:lnTo>
                <a:lnTo>
                  <a:pt x="2381250" y="2028825"/>
                </a:lnTo>
                <a:lnTo>
                  <a:pt x="2371725" y="2028825"/>
                </a:lnTo>
                <a:close/>
                <a:moveTo>
                  <a:pt x="2409825" y="2028825"/>
                </a:moveTo>
                <a:lnTo>
                  <a:pt x="2419350" y="2028825"/>
                </a:lnTo>
                <a:lnTo>
                  <a:pt x="2419350" y="2038350"/>
                </a:lnTo>
                <a:lnTo>
                  <a:pt x="2409825" y="2038350"/>
                </a:lnTo>
                <a:close/>
                <a:moveTo>
                  <a:pt x="57150" y="2038350"/>
                </a:moveTo>
                <a:lnTo>
                  <a:pt x="66675" y="2038350"/>
                </a:lnTo>
                <a:lnTo>
                  <a:pt x="66675" y="2047875"/>
                </a:lnTo>
                <a:lnTo>
                  <a:pt x="57150" y="2047875"/>
                </a:lnTo>
                <a:close/>
                <a:moveTo>
                  <a:pt x="476250" y="2038350"/>
                </a:moveTo>
                <a:lnTo>
                  <a:pt x="485775" y="2038350"/>
                </a:lnTo>
                <a:lnTo>
                  <a:pt x="485775" y="2047875"/>
                </a:lnTo>
                <a:lnTo>
                  <a:pt x="476250" y="2047875"/>
                </a:lnTo>
                <a:close/>
                <a:moveTo>
                  <a:pt x="781050" y="2038350"/>
                </a:moveTo>
                <a:lnTo>
                  <a:pt x="790575" y="2038350"/>
                </a:lnTo>
                <a:lnTo>
                  <a:pt x="790575" y="2047875"/>
                </a:lnTo>
                <a:lnTo>
                  <a:pt x="781050" y="2047875"/>
                </a:lnTo>
                <a:close/>
                <a:moveTo>
                  <a:pt x="2381250" y="2038350"/>
                </a:moveTo>
                <a:lnTo>
                  <a:pt x="2390775" y="2038350"/>
                </a:lnTo>
                <a:lnTo>
                  <a:pt x="2390775" y="2047875"/>
                </a:lnTo>
                <a:lnTo>
                  <a:pt x="2381250" y="2047875"/>
                </a:lnTo>
                <a:close/>
                <a:moveTo>
                  <a:pt x="304800" y="2047875"/>
                </a:moveTo>
                <a:lnTo>
                  <a:pt x="314325" y="2047875"/>
                </a:lnTo>
                <a:lnTo>
                  <a:pt x="314325" y="2066925"/>
                </a:lnTo>
                <a:lnTo>
                  <a:pt x="295275" y="2066925"/>
                </a:lnTo>
                <a:lnTo>
                  <a:pt x="295275" y="2057400"/>
                </a:lnTo>
                <a:lnTo>
                  <a:pt x="304800" y="2057400"/>
                </a:lnTo>
                <a:close/>
                <a:moveTo>
                  <a:pt x="342900" y="2047875"/>
                </a:moveTo>
                <a:lnTo>
                  <a:pt x="352425" y="2047875"/>
                </a:lnTo>
                <a:lnTo>
                  <a:pt x="352425" y="2057400"/>
                </a:lnTo>
                <a:lnTo>
                  <a:pt x="342900" y="2057400"/>
                </a:lnTo>
                <a:close/>
                <a:moveTo>
                  <a:pt x="771525" y="2047875"/>
                </a:moveTo>
                <a:lnTo>
                  <a:pt x="781050" y="2047875"/>
                </a:lnTo>
                <a:lnTo>
                  <a:pt x="781050" y="2057400"/>
                </a:lnTo>
                <a:lnTo>
                  <a:pt x="771525" y="2057400"/>
                </a:lnTo>
                <a:close/>
                <a:moveTo>
                  <a:pt x="2419350" y="2047875"/>
                </a:moveTo>
                <a:lnTo>
                  <a:pt x="2428875" y="2047875"/>
                </a:lnTo>
                <a:lnTo>
                  <a:pt x="2428875" y="2057400"/>
                </a:lnTo>
                <a:lnTo>
                  <a:pt x="2419350" y="2057400"/>
                </a:lnTo>
                <a:close/>
                <a:moveTo>
                  <a:pt x="352425" y="2057400"/>
                </a:moveTo>
                <a:lnTo>
                  <a:pt x="361950" y="2057400"/>
                </a:lnTo>
                <a:lnTo>
                  <a:pt x="361950" y="2066925"/>
                </a:lnTo>
                <a:lnTo>
                  <a:pt x="352425" y="2066925"/>
                </a:lnTo>
                <a:close/>
                <a:moveTo>
                  <a:pt x="638175" y="2057400"/>
                </a:moveTo>
                <a:lnTo>
                  <a:pt x="647700" y="2057400"/>
                </a:lnTo>
                <a:lnTo>
                  <a:pt x="647700" y="2066925"/>
                </a:lnTo>
                <a:lnTo>
                  <a:pt x="638175" y="2066925"/>
                </a:lnTo>
                <a:close/>
                <a:moveTo>
                  <a:pt x="657225" y="2057400"/>
                </a:moveTo>
                <a:lnTo>
                  <a:pt x="666750" y="2057400"/>
                </a:lnTo>
                <a:lnTo>
                  <a:pt x="666750" y="2066925"/>
                </a:lnTo>
                <a:lnTo>
                  <a:pt x="657225" y="2066925"/>
                </a:lnTo>
                <a:close/>
                <a:moveTo>
                  <a:pt x="752475" y="2057400"/>
                </a:moveTo>
                <a:lnTo>
                  <a:pt x="762000" y="2057400"/>
                </a:lnTo>
                <a:lnTo>
                  <a:pt x="762000" y="2066925"/>
                </a:lnTo>
                <a:lnTo>
                  <a:pt x="752475" y="2066925"/>
                </a:lnTo>
                <a:close/>
                <a:moveTo>
                  <a:pt x="1181100" y="2057400"/>
                </a:moveTo>
                <a:lnTo>
                  <a:pt x="1190625" y="2057400"/>
                </a:lnTo>
                <a:lnTo>
                  <a:pt x="1190625" y="2066925"/>
                </a:lnTo>
                <a:lnTo>
                  <a:pt x="1181100" y="2066925"/>
                </a:lnTo>
                <a:close/>
                <a:moveTo>
                  <a:pt x="1743075" y="2057400"/>
                </a:moveTo>
                <a:lnTo>
                  <a:pt x="1752600" y="2057400"/>
                </a:lnTo>
                <a:lnTo>
                  <a:pt x="1752600" y="2066925"/>
                </a:lnTo>
                <a:lnTo>
                  <a:pt x="1743075" y="2066925"/>
                </a:lnTo>
                <a:close/>
                <a:moveTo>
                  <a:pt x="2095500" y="2057400"/>
                </a:moveTo>
                <a:lnTo>
                  <a:pt x="2105025" y="2057400"/>
                </a:lnTo>
                <a:lnTo>
                  <a:pt x="2105025" y="2066925"/>
                </a:lnTo>
                <a:lnTo>
                  <a:pt x="2095500" y="2066925"/>
                </a:lnTo>
                <a:close/>
                <a:moveTo>
                  <a:pt x="2390775" y="2057400"/>
                </a:moveTo>
                <a:lnTo>
                  <a:pt x="2400300" y="2057400"/>
                </a:lnTo>
                <a:lnTo>
                  <a:pt x="2400300" y="2066925"/>
                </a:lnTo>
                <a:lnTo>
                  <a:pt x="2390775" y="2066925"/>
                </a:lnTo>
                <a:close/>
                <a:moveTo>
                  <a:pt x="247650" y="2066925"/>
                </a:moveTo>
                <a:lnTo>
                  <a:pt x="257175" y="2066925"/>
                </a:lnTo>
                <a:lnTo>
                  <a:pt x="257175" y="2076450"/>
                </a:lnTo>
                <a:lnTo>
                  <a:pt x="247650" y="2076450"/>
                </a:lnTo>
                <a:close/>
                <a:moveTo>
                  <a:pt x="485775" y="2066925"/>
                </a:moveTo>
                <a:lnTo>
                  <a:pt x="495300" y="2066925"/>
                </a:lnTo>
                <a:lnTo>
                  <a:pt x="495300" y="2076450"/>
                </a:lnTo>
                <a:lnTo>
                  <a:pt x="485775" y="2076450"/>
                </a:lnTo>
                <a:close/>
                <a:moveTo>
                  <a:pt x="733425" y="2066925"/>
                </a:moveTo>
                <a:lnTo>
                  <a:pt x="742950" y="2066925"/>
                </a:lnTo>
                <a:lnTo>
                  <a:pt x="742950" y="2076450"/>
                </a:lnTo>
                <a:lnTo>
                  <a:pt x="733425" y="2076450"/>
                </a:lnTo>
                <a:close/>
                <a:moveTo>
                  <a:pt x="2076450" y="2066925"/>
                </a:moveTo>
                <a:lnTo>
                  <a:pt x="2095500" y="2066925"/>
                </a:lnTo>
                <a:lnTo>
                  <a:pt x="2095500" y="2076450"/>
                </a:lnTo>
                <a:lnTo>
                  <a:pt x="2076450" y="2076450"/>
                </a:lnTo>
                <a:close/>
                <a:moveTo>
                  <a:pt x="2428875" y="2066925"/>
                </a:moveTo>
                <a:lnTo>
                  <a:pt x="2438400" y="2066925"/>
                </a:lnTo>
                <a:lnTo>
                  <a:pt x="2438400" y="2085975"/>
                </a:lnTo>
                <a:lnTo>
                  <a:pt x="2428875" y="2085975"/>
                </a:lnTo>
                <a:close/>
                <a:moveTo>
                  <a:pt x="323850" y="2076450"/>
                </a:moveTo>
                <a:lnTo>
                  <a:pt x="333375" y="2076450"/>
                </a:lnTo>
                <a:lnTo>
                  <a:pt x="333375" y="2085975"/>
                </a:lnTo>
                <a:lnTo>
                  <a:pt x="342900" y="2085975"/>
                </a:lnTo>
                <a:lnTo>
                  <a:pt x="342900" y="2095500"/>
                </a:lnTo>
                <a:lnTo>
                  <a:pt x="323850" y="2095500"/>
                </a:lnTo>
                <a:close/>
                <a:moveTo>
                  <a:pt x="590550" y="2076450"/>
                </a:moveTo>
                <a:lnTo>
                  <a:pt x="600075" y="2076450"/>
                </a:lnTo>
                <a:lnTo>
                  <a:pt x="600075" y="2085975"/>
                </a:lnTo>
                <a:lnTo>
                  <a:pt x="590550" y="2085975"/>
                </a:lnTo>
                <a:close/>
                <a:moveTo>
                  <a:pt x="714375" y="2076450"/>
                </a:moveTo>
                <a:lnTo>
                  <a:pt x="723900" y="2076450"/>
                </a:lnTo>
                <a:lnTo>
                  <a:pt x="723900" y="2085975"/>
                </a:lnTo>
                <a:lnTo>
                  <a:pt x="714375" y="2085975"/>
                </a:lnTo>
                <a:close/>
                <a:moveTo>
                  <a:pt x="1390650" y="2076450"/>
                </a:moveTo>
                <a:lnTo>
                  <a:pt x="1400175" y="2076450"/>
                </a:lnTo>
                <a:lnTo>
                  <a:pt x="1400175" y="2095500"/>
                </a:lnTo>
                <a:lnTo>
                  <a:pt x="1390650" y="2095500"/>
                </a:lnTo>
                <a:close/>
                <a:moveTo>
                  <a:pt x="1495425" y="2076450"/>
                </a:moveTo>
                <a:lnTo>
                  <a:pt x="1504950" y="2076450"/>
                </a:lnTo>
                <a:lnTo>
                  <a:pt x="1504950" y="2066925"/>
                </a:lnTo>
                <a:lnTo>
                  <a:pt x="1495425" y="2066925"/>
                </a:lnTo>
                <a:lnTo>
                  <a:pt x="1495425" y="2057400"/>
                </a:lnTo>
                <a:lnTo>
                  <a:pt x="1485900" y="2057400"/>
                </a:lnTo>
                <a:lnTo>
                  <a:pt x="1485900" y="2066925"/>
                </a:lnTo>
                <a:lnTo>
                  <a:pt x="1466850" y="2066925"/>
                </a:lnTo>
                <a:lnTo>
                  <a:pt x="1466850" y="2076450"/>
                </a:lnTo>
                <a:lnTo>
                  <a:pt x="1457325" y="2076450"/>
                </a:lnTo>
                <a:lnTo>
                  <a:pt x="1457325" y="2095500"/>
                </a:lnTo>
                <a:lnTo>
                  <a:pt x="1466850" y="2095500"/>
                </a:lnTo>
                <a:lnTo>
                  <a:pt x="1466850" y="2085975"/>
                </a:lnTo>
                <a:lnTo>
                  <a:pt x="1495425" y="2085975"/>
                </a:lnTo>
                <a:close/>
                <a:moveTo>
                  <a:pt x="1666875" y="2076450"/>
                </a:moveTo>
                <a:lnTo>
                  <a:pt x="1676400" y="2076450"/>
                </a:lnTo>
                <a:lnTo>
                  <a:pt x="1676400" y="2085975"/>
                </a:lnTo>
                <a:lnTo>
                  <a:pt x="1666875" y="2085975"/>
                </a:lnTo>
                <a:close/>
                <a:moveTo>
                  <a:pt x="2057400" y="2076450"/>
                </a:moveTo>
                <a:lnTo>
                  <a:pt x="2066925" y="2076450"/>
                </a:lnTo>
                <a:lnTo>
                  <a:pt x="2066925" y="2085975"/>
                </a:lnTo>
                <a:lnTo>
                  <a:pt x="2057400" y="2085975"/>
                </a:lnTo>
                <a:close/>
                <a:moveTo>
                  <a:pt x="2400300" y="2076450"/>
                </a:moveTo>
                <a:lnTo>
                  <a:pt x="2409825" y="2076450"/>
                </a:lnTo>
                <a:lnTo>
                  <a:pt x="2409825" y="2085975"/>
                </a:lnTo>
                <a:lnTo>
                  <a:pt x="2400300" y="2085975"/>
                </a:lnTo>
                <a:close/>
                <a:moveTo>
                  <a:pt x="276225" y="2085975"/>
                </a:moveTo>
                <a:lnTo>
                  <a:pt x="285750" y="2085975"/>
                </a:lnTo>
                <a:lnTo>
                  <a:pt x="285750" y="2095500"/>
                </a:lnTo>
                <a:lnTo>
                  <a:pt x="276225" y="2095500"/>
                </a:lnTo>
                <a:close/>
                <a:moveTo>
                  <a:pt x="361950" y="2085975"/>
                </a:moveTo>
                <a:lnTo>
                  <a:pt x="371475" y="2085975"/>
                </a:lnTo>
                <a:lnTo>
                  <a:pt x="371475" y="2095500"/>
                </a:lnTo>
                <a:lnTo>
                  <a:pt x="361950" y="2095500"/>
                </a:lnTo>
                <a:close/>
                <a:moveTo>
                  <a:pt x="695325" y="2085975"/>
                </a:moveTo>
                <a:lnTo>
                  <a:pt x="704850" y="2085975"/>
                </a:lnTo>
                <a:lnTo>
                  <a:pt x="704850" y="2095500"/>
                </a:lnTo>
                <a:lnTo>
                  <a:pt x="695325" y="2095500"/>
                </a:lnTo>
                <a:close/>
                <a:moveTo>
                  <a:pt x="1628775" y="2085975"/>
                </a:moveTo>
                <a:lnTo>
                  <a:pt x="1638300" y="2085975"/>
                </a:lnTo>
                <a:lnTo>
                  <a:pt x="1638300" y="2095500"/>
                </a:lnTo>
                <a:lnTo>
                  <a:pt x="1628775" y="2095500"/>
                </a:lnTo>
                <a:close/>
                <a:moveTo>
                  <a:pt x="2047875" y="2085975"/>
                </a:moveTo>
                <a:lnTo>
                  <a:pt x="2057400" y="2085975"/>
                </a:lnTo>
                <a:lnTo>
                  <a:pt x="2057400" y="2095500"/>
                </a:lnTo>
                <a:lnTo>
                  <a:pt x="2047875" y="2095500"/>
                </a:lnTo>
                <a:close/>
                <a:moveTo>
                  <a:pt x="2409825" y="2085975"/>
                </a:moveTo>
                <a:lnTo>
                  <a:pt x="2428875" y="2085975"/>
                </a:lnTo>
                <a:lnTo>
                  <a:pt x="2428875" y="2095500"/>
                </a:lnTo>
                <a:lnTo>
                  <a:pt x="2409825" y="2095500"/>
                </a:lnTo>
                <a:close/>
                <a:moveTo>
                  <a:pt x="371475" y="2095500"/>
                </a:moveTo>
                <a:lnTo>
                  <a:pt x="381000" y="2095500"/>
                </a:lnTo>
                <a:lnTo>
                  <a:pt x="381000" y="2105025"/>
                </a:lnTo>
                <a:lnTo>
                  <a:pt x="371475" y="2105025"/>
                </a:lnTo>
                <a:close/>
                <a:moveTo>
                  <a:pt x="542925" y="2095500"/>
                </a:moveTo>
                <a:lnTo>
                  <a:pt x="552450" y="2095500"/>
                </a:lnTo>
                <a:lnTo>
                  <a:pt x="552450" y="2105025"/>
                </a:lnTo>
                <a:lnTo>
                  <a:pt x="542925" y="2105025"/>
                </a:lnTo>
                <a:close/>
                <a:moveTo>
                  <a:pt x="942975" y="2095500"/>
                </a:moveTo>
                <a:lnTo>
                  <a:pt x="952500" y="2095500"/>
                </a:lnTo>
                <a:lnTo>
                  <a:pt x="952500" y="2105025"/>
                </a:lnTo>
                <a:lnTo>
                  <a:pt x="942975" y="2105025"/>
                </a:lnTo>
                <a:close/>
                <a:moveTo>
                  <a:pt x="1171575" y="2095500"/>
                </a:moveTo>
                <a:lnTo>
                  <a:pt x="1181100" y="2095500"/>
                </a:lnTo>
                <a:lnTo>
                  <a:pt x="1181100" y="2105025"/>
                </a:lnTo>
                <a:lnTo>
                  <a:pt x="1171575" y="2105025"/>
                </a:lnTo>
                <a:close/>
                <a:moveTo>
                  <a:pt x="1428750" y="2095500"/>
                </a:moveTo>
                <a:lnTo>
                  <a:pt x="1438275" y="2095500"/>
                </a:lnTo>
                <a:lnTo>
                  <a:pt x="1438275" y="2076450"/>
                </a:lnTo>
                <a:lnTo>
                  <a:pt x="1428750" y="2076450"/>
                </a:lnTo>
                <a:close/>
                <a:moveTo>
                  <a:pt x="1895475" y="2095500"/>
                </a:moveTo>
                <a:lnTo>
                  <a:pt x="1914525" y="2095500"/>
                </a:lnTo>
                <a:lnTo>
                  <a:pt x="1914525" y="2105025"/>
                </a:lnTo>
                <a:lnTo>
                  <a:pt x="1895475" y="2105025"/>
                </a:lnTo>
                <a:close/>
                <a:moveTo>
                  <a:pt x="381000" y="2105025"/>
                </a:moveTo>
                <a:lnTo>
                  <a:pt x="390525" y="2105025"/>
                </a:lnTo>
                <a:lnTo>
                  <a:pt x="390525" y="2114550"/>
                </a:lnTo>
                <a:lnTo>
                  <a:pt x="381000" y="2114550"/>
                </a:lnTo>
                <a:close/>
                <a:moveTo>
                  <a:pt x="647700" y="2105025"/>
                </a:moveTo>
                <a:lnTo>
                  <a:pt x="657225" y="2105025"/>
                </a:lnTo>
                <a:lnTo>
                  <a:pt x="657225" y="2114550"/>
                </a:lnTo>
                <a:lnTo>
                  <a:pt x="647700" y="2114550"/>
                </a:lnTo>
                <a:close/>
                <a:moveTo>
                  <a:pt x="1647825" y="2105025"/>
                </a:moveTo>
                <a:lnTo>
                  <a:pt x="1657350" y="2105025"/>
                </a:lnTo>
                <a:lnTo>
                  <a:pt x="1657350" y="2114550"/>
                </a:lnTo>
                <a:lnTo>
                  <a:pt x="1647825" y="2114550"/>
                </a:lnTo>
                <a:close/>
                <a:moveTo>
                  <a:pt x="1809750" y="2105025"/>
                </a:moveTo>
                <a:lnTo>
                  <a:pt x="1857375" y="2105025"/>
                </a:lnTo>
                <a:lnTo>
                  <a:pt x="1857375" y="2114550"/>
                </a:lnTo>
                <a:lnTo>
                  <a:pt x="1809750" y="2114550"/>
                </a:lnTo>
                <a:close/>
                <a:moveTo>
                  <a:pt x="47625" y="2114550"/>
                </a:moveTo>
                <a:lnTo>
                  <a:pt x="57150" y="2114550"/>
                </a:lnTo>
                <a:lnTo>
                  <a:pt x="57150" y="2152650"/>
                </a:lnTo>
                <a:lnTo>
                  <a:pt x="47625" y="2152650"/>
                </a:lnTo>
                <a:close/>
                <a:moveTo>
                  <a:pt x="323850" y="2114550"/>
                </a:moveTo>
                <a:lnTo>
                  <a:pt x="333375" y="2114550"/>
                </a:lnTo>
                <a:lnTo>
                  <a:pt x="333375" y="2124075"/>
                </a:lnTo>
                <a:lnTo>
                  <a:pt x="323850" y="2124075"/>
                </a:lnTo>
                <a:close/>
                <a:moveTo>
                  <a:pt x="342900" y="2124075"/>
                </a:moveTo>
                <a:lnTo>
                  <a:pt x="352425" y="2124075"/>
                </a:lnTo>
                <a:lnTo>
                  <a:pt x="352425" y="2133600"/>
                </a:lnTo>
                <a:lnTo>
                  <a:pt x="342900" y="2133600"/>
                </a:lnTo>
                <a:close/>
                <a:moveTo>
                  <a:pt x="1162050" y="2124075"/>
                </a:moveTo>
                <a:lnTo>
                  <a:pt x="1171575" y="2124075"/>
                </a:lnTo>
                <a:lnTo>
                  <a:pt x="1171575" y="2133600"/>
                </a:lnTo>
                <a:lnTo>
                  <a:pt x="1162050" y="2133600"/>
                </a:lnTo>
                <a:close/>
                <a:moveTo>
                  <a:pt x="361950" y="2133600"/>
                </a:moveTo>
                <a:lnTo>
                  <a:pt x="371475" y="2133600"/>
                </a:lnTo>
                <a:lnTo>
                  <a:pt x="371475" y="2143125"/>
                </a:lnTo>
                <a:lnTo>
                  <a:pt x="361950" y="2143125"/>
                </a:lnTo>
                <a:close/>
                <a:moveTo>
                  <a:pt x="419100" y="2133600"/>
                </a:moveTo>
                <a:lnTo>
                  <a:pt x="428625" y="2133600"/>
                </a:lnTo>
                <a:lnTo>
                  <a:pt x="428625" y="2143125"/>
                </a:lnTo>
                <a:lnTo>
                  <a:pt x="419100" y="2143125"/>
                </a:lnTo>
                <a:close/>
                <a:moveTo>
                  <a:pt x="381000" y="2143125"/>
                </a:moveTo>
                <a:lnTo>
                  <a:pt x="390525" y="2143125"/>
                </a:lnTo>
                <a:lnTo>
                  <a:pt x="390525" y="2152650"/>
                </a:lnTo>
                <a:lnTo>
                  <a:pt x="381000" y="2152650"/>
                </a:lnTo>
                <a:close/>
                <a:moveTo>
                  <a:pt x="1495425" y="2143125"/>
                </a:moveTo>
                <a:lnTo>
                  <a:pt x="1514475" y="2143125"/>
                </a:lnTo>
                <a:lnTo>
                  <a:pt x="1514475" y="2152650"/>
                </a:lnTo>
                <a:lnTo>
                  <a:pt x="1495425" y="2152650"/>
                </a:lnTo>
                <a:close/>
                <a:moveTo>
                  <a:pt x="1524000" y="2143125"/>
                </a:moveTo>
                <a:lnTo>
                  <a:pt x="1543050" y="2143125"/>
                </a:lnTo>
                <a:lnTo>
                  <a:pt x="1543050" y="2152650"/>
                </a:lnTo>
                <a:lnTo>
                  <a:pt x="1524000" y="2152650"/>
                </a:lnTo>
                <a:close/>
                <a:moveTo>
                  <a:pt x="476250" y="2152650"/>
                </a:moveTo>
                <a:lnTo>
                  <a:pt x="485775" y="2152650"/>
                </a:lnTo>
                <a:lnTo>
                  <a:pt x="485775" y="2171700"/>
                </a:lnTo>
                <a:lnTo>
                  <a:pt x="476250" y="2171700"/>
                </a:lnTo>
                <a:close/>
                <a:moveTo>
                  <a:pt x="1400175" y="2152650"/>
                </a:moveTo>
                <a:lnTo>
                  <a:pt x="1409700" y="2152650"/>
                </a:lnTo>
                <a:lnTo>
                  <a:pt x="1409700" y="2162175"/>
                </a:lnTo>
                <a:lnTo>
                  <a:pt x="1400175" y="2162175"/>
                </a:lnTo>
                <a:close/>
                <a:moveTo>
                  <a:pt x="1590675" y="2152650"/>
                </a:moveTo>
                <a:lnTo>
                  <a:pt x="1600200" y="2152650"/>
                </a:lnTo>
                <a:lnTo>
                  <a:pt x="1600200" y="2162175"/>
                </a:lnTo>
                <a:lnTo>
                  <a:pt x="1590675" y="2162175"/>
                </a:lnTo>
                <a:close/>
                <a:moveTo>
                  <a:pt x="2124075" y="2152650"/>
                </a:moveTo>
                <a:lnTo>
                  <a:pt x="2133600" y="2152650"/>
                </a:lnTo>
                <a:lnTo>
                  <a:pt x="2133600" y="2162175"/>
                </a:lnTo>
                <a:lnTo>
                  <a:pt x="2124075" y="2162175"/>
                </a:lnTo>
                <a:close/>
                <a:moveTo>
                  <a:pt x="933450" y="2162175"/>
                </a:moveTo>
                <a:lnTo>
                  <a:pt x="942975" y="2162175"/>
                </a:lnTo>
                <a:lnTo>
                  <a:pt x="942975" y="2171700"/>
                </a:lnTo>
                <a:lnTo>
                  <a:pt x="933450" y="2171700"/>
                </a:lnTo>
                <a:close/>
                <a:moveTo>
                  <a:pt x="1533525" y="2162175"/>
                </a:moveTo>
                <a:lnTo>
                  <a:pt x="1543050" y="2162175"/>
                </a:lnTo>
                <a:lnTo>
                  <a:pt x="1543050" y="2171700"/>
                </a:lnTo>
                <a:lnTo>
                  <a:pt x="1533525" y="2171700"/>
                </a:lnTo>
                <a:close/>
                <a:moveTo>
                  <a:pt x="2038350" y="2162175"/>
                </a:moveTo>
                <a:lnTo>
                  <a:pt x="2047875" y="2162175"/>
                </a:lnTo>
                <a:lnTo>
                  <a:pt x="2047875" y="2171700"/>
                </a:lnTo>
                <a:lnTo>
                  <a:pt x="2038350" y="2171700"/>
                </a:lnTo>
                <a:close/>
                <a:moveTo>
                  <a:pt x="952500" y="2171700"/>
                </a:moveTo>
                <a:lnTo>
                  <a:pt x="962025" y="2171700"/>
                </a:lnTo>
                <a:lnTo>
                  <a:pt x="962025" y="2181225"/>
                </a:lnTo>
                <a:lnTo>
                  <a:pt x="952500" y="2181225"/>
                </a:lnTo>
                <a:close/>
                <a:moveTo>
                  <a:pt x="1476375" y="2171700"/>
                </a:moveTo>
                <a:lnTo>
                  <a:pt x="1485900" y="2171700"/>
                </a:lnTo>
                <a:lnTo>
                  <a:pt x="1485900" y="2181225"/>
                </a:lnTo>
                <a:lnTo>
                  <a:pt x="1476375" y="2181225"/>
                </a:lnTo>
                <a:close/>
                <a:moveTo>
                  <a:pt x="2152650" y="2171700"/>
                </a:moveTo>
                <a:lnTo>
                  <a:pt x="2181225" y="2171700"/>
                </a:lnTo>
                <a:lnTo>
                  <a:pt x="2181225" y="2181225"/>
                </a:lnTo>
                <a:lnTo>
                  <a:pt x="2152650" y="2181225"/>
                </a:lnTo>
                <a:close/>
                <a:moveTo>
                  <a:pt x="2209800" y="2171700"/>
                </a:moveTo>
                <a:lnTo>
                  <a:pt x="2219325" y="2171700"/>
                </a:lnTo>
                <a:lnTo>
                  <a:pt x="2219325" y="2181225"/>
                </a:lnTo>
                <a:lnTo>
                  <a:pt x="2247900" y="2181225"/>
                </a:lnTo>
                <a:lnTo>
                  <a:pt x="2247900" y="2190750"/>
                </a:lnTo>
                <a:lnTo>
                  <a:pt x="2209800" y="2190750"/>
                </a:lnTo>
                <a:lnTo>
                  <a:pt x="2209800" y="2219325"/>
                </a:lnTo>
                <a:lnTo>
                  <a:pt x="2190750" y="2219325"/>
                </a:lnTo>
                <a:lnTo>
                  <a:pt x="2190750" y="2190750"/>
                </a:lnTo>
                <a:lnTo>
                  <a:pt x="2181225" y="2190750"/>
                </a:lnTo>
                <a:lnTo>
                  <a:pt x="2181225" y="2181225"/>
                </a:lnTo>
                <a:lnTo>
                  <a:pt x="2209800" y="2181225"/>
                </a:lnTo>
                <a:close/>
                <a:moveTo>
                  <a:pt x="2324100" y="2171700"/>
                </a:moveTo>
                <a:lnTo>
                  <a:pt x="2343150" y="2171700"/>
                </a:lnTo>
                <a:lnTo>
                  <a:pt x="2343150" y="2181225"/>
                </a:lnTo>
                <a:lnTo>
                  <a:pt x="2324100" y="2181225"/>
                </a:lnTo>
                <a:close/>
                <a:moveTo>
                  <a:pt x="57150" y="2181225"/>
                </a:moveTo>
                <a:lnTo>
                  <a:pt x="66675" y="2181225"/>
                </a:lnTo>
                <a:lnTo>
                  <a:pt x="66675" y="2190750"/>
                </a:lnTo>
                <a:lnTo>
                  <a:pt x="57150" y="2190750"/>
                </a:lnTo>
                <a:close/>
                <a:moveTo>
                  <a:pt x="971550" y="2181225"/>
                </a:moveTo>
                <a:lnTo>
                  <a:pt x="981075" y="2181225"/>
                </a:lnTo>
                <a:lnTo>
                  <a:pt x="981075" y="2190750"/>
                </a:lnTo>
                <a:lnTo>
                  <a:pt x="971550" y="2190750"/>
                </a:lnTo>
                <a:close/>
                <a:moveTo>
                  <a:pt x="1133475" y="2181225"/>
                </a:moveTo>
                <a:lnTo>
                  <a:pt x="1143000" y="2181225"/>
                </a:lnTo>
                <a:lnTo>
                  <a:pt x="1143000" y="2190750"/>
                </a:lnTo>
                <a:lnTo>
                  <a:pt x="1133475" y="2190750"/>
                </a:lnTo>
                <a:close/>
                <a:moveTo>
                  <a:pt x="2295525" y="2181225"/>
                </a:moveTo>
                <a:lnTo>
                  <a:pt x="2305050" y="2181225"/>
                </a:lnTo>
                <a:lnTo>
                  <a:pt x="2305050" y="2190750"/>
                </a:lnTo>
                <a:lnTo>
                  <a:pt x="2314575" y="2190750"/>
                </a:lnTo>
                <a:lnTo>
                  <a:pt x="2314575" y="2219325"/>
                </a:lnTo>
                <a:lnTo>
                  <a:pt x="2305050" y="2219325"/>
                </a:lnTo>
                <a:lnTo>
                  <a:pt x="2305050" y="2200275"/>
                </a:lnTo>
                <a:lnTo>
                  <a:pt x="2295525" y="2200275"/>
                </a:lnTo>
                <a:close/>
                <a:moveTo>
                  <a:pt x="2409825" y="2181225"/>
                </a:moveTo>
                <a:lnTo>
                  <a:pt x="2419350" y="2181225"/>
                </a:lnTo>
                <a:lnTo>
                  <a:pt x="2419350" y="2209800"/>
                </a:lnTo>
                <a:lnTo>
                  <a:pt x="2409825" y="2209800"/>
                </a:lnTo>
                <a:close/>
                <a:moveTo>
                  <a:pt x="990600" y="2190750"/>
                </a:moveTo>
                <a:lnTo>
                  <a:pt x="1000125" y="2190750"/>
                </a:lnTo>
                <a:lnTo>
                  <a:pt x="1000125" y="2200275"/>
                </a:lnTo>
                <a:lnTo>
                  <a:pt x="990600" y="2200275"/>
                </a:lnTo>
                <a:close/>
                <a:moveTo>
                  <a:pt x="2028825" y="2190750"/>
                </a:moveTo>
                <a:lnTo>
                  <a:pt x="2038350" y="2190750"/>
                </a:lnTo>
                <a:lnTo>
                  <a:pt x="2038350" y="2200275"/>
                </a:lnTo>
                <a:lnTo>
                  <a:pt x="2028825" y="2200275"/>
                </a:lnTo>
                <a:close/>
                <a:moveTo>
                  <a:pt x="2362200" y="2190750"/>
                </a:moveTo>
                <a:lnTo>
                  <a:pt x="2371725" y="2190750"/>
                </a:lnTo>
                <a:lnTo>
                  <a:pt x="2371725" y="2200275"/>
                </a:lnTo>
                <a:lnTo>
                  <a:pt x="2362200" y="2200275"/>
                </a:lnTo>
                <a:close/>
                <a:moveTo>
                  <a:pt x="771525" y="2200275"/>
                </a:moveTo>
                <a:lnTo>
                  <a:pt x="781050" y="2200275"/>
                </a:lnTo>
                <a:lnTo>
                  <a:pt x="781050" y="2209800"/>
                </a:lnTo>
                <a:lnTo>
                  <a:pt x="771525" y="2209800"/>
                </a:lnTo>
                <a:close/>
                <a:moveTo>
                  <a:pt x="819150" y="2200275"/>
                </a:moveTo>
                <a:lnTo>
                  <a:pt x="828675" y="2200275"/>
                </a:lnTo>
                <a:lnTo>
                  <a:pt x="828675" y="2209800"/>
                </a:lnTo>
                <a:lnTo>
                  <a:pt x="819150" y="2209800"/>
                </a:lnTo>
                <a:close/>
                <a:moveTo>
                  <a:pt x="1028700" y="2200275"/>
                </a:moveTo>
                <a:lnTo>
                  <a:pt x="1038225" y="2200275"/>
                </a:lnTo>
                <a:lnTo>
                  <a:pt x="1038225" y="2209800"/>
                </a:lnTo>
                <a:lnTo>
                  <a:pt x="1028700" y="2209800"/>
                </a:lnTo>
                <a:close/>
                <a:moveTo>
                  <a:pt x="2257425" y="2200275"/>
                </a:moveTo>
                <a:lnTo>
                  <a:pt x="2266950" y="2200275"/>
                </a:lnTo>
                <a:lnTo>
                  <a:pt x="2266950" y="2209800"/>
                </a:lnTo>
                <a:lnTo>
                  <a:pt x="2257425" y="2209800"/>
                </a:lnTo>
                <a:close/>
                <a:moveTo>
                  <a:pt x="66675" y="2209800"/>
                </a:moveTo>
                <a:lnTo>
                  <a:pt x="76200" y="2209800"/>
                </a:lnTo>
                <a:lnTo>
                  <a:pt x="76200" y="2219325"/>
                </a:lnTo>
                <a:lnTo>
                  <a:pt x="66675" y="2219325"/>
                </a:lnTo>
                <a:close/>
                <a:moveTo>
                  <a:pt x="866775" y="2209800"/>
                </a:moveTo>
                <a:lnTo>
                  <a:pt x="876300" y="2209800"/>
                </a:lnTo>
                <a:lnTo>
                  <a:pt x="876300" y="2219325"/>
                </a:lnTo>
                <a:lnTo>
                  <a:pt x="885825" y="2219325"/>
                </a:lnTo>
                <a:lnTo>
                  <a:pt x="885825" y="2247900"/>
                </a:lnTo>
                <a:lnTo>
                  <a:pt x="895350" y="2247900"/>
                </a:lnTo>
                <a:lnTo>
                  <a:pt x="895350" y="2295525"/>
                </a:lnTo>
                <a:lnTo>
                  <a:pt x="904875" y="2295525"/>
                </a:lnTo>
                <a:lnTo>
                  <a:pt x="904875" y="2333625"/>
                </a:lnTo>
                <a:lnTo>
                  <a:pt x="914400" y="2333625"/>
                </a:lnTo>
                <a:lnTo>
                  <a:pt x="914400" y="2381250"/>
                </a:lnTo>
                <a:lnTo>
                  <a:pt x="923925" y="2381250"/>
                </a:lnTo>
                <a:lnTo>
                  <a:pt x="923925" y="2409825"/>
                </a:lnTo>
                <a:lnTo>
                  <a:pt x="914400" y="2409825"/>
                </a:lnTo>
                <a:lnTo>
                  <a:pt x="914400" y="2419350"/>
                </a:lnTo>
                <a:lnTo>
                  <a:pt x="895350" y="2419350"/>
                </a:lnTo>
                <a:lnTo>
                  <a:pt x="895350" y="2428875"/>
                </a:lnTo>
                <a:lnTo>
                  <a:pt x="857250" y="2428875"/>
                </a:lnTo>
                <a:lnTo>
                  <a:pt x="857250" y="2505075"/>
                </a:lnTo>
                <a:lnTo>
                  <a:pt x="847725" y="2505075"/>
                </a:lnTo>
                <a:lnTo>
                  <a:pt x="847725" y="2514600"/>
                </a:lnTo>
                <a:lnTo>
                  <a:pt x="819150" y="2514600"/>
                </a:lnTo>
                <a:lnTo>
                  <a:pt x="819150" y="2524125"/>
                </a:lnTo>
                <a:lnTo>
                  <a:pt x="771525" y="2524125"/>
                </a:lnTo>
                <a:lnTo>
                  <a:pt x="771525" y="2533650"/>
                </a:lnTo>
                <a:lnTo>
                  <a:pt x="723900" y="2533650"/>
                </a:lnTo>
                <a:lnTo>
                  <a:pt x="723900" y="2543175"/>
                </a:lnTo>
                <a:lnTo>
                  <a:pt x="676275" y="2543175"/>
                </a:lnTo>
                <a:lnTo>
                  <a:pt x="676275" y="2552700"/>
                </a:lnTo>
                <a:lnTo>
                  <a:pt x="666750" y="2552700"/>
                </a:lnTo>
                <a:lnTo>
                  <a:pt x="666750" y="2543175"/>
                </a:lnTo>
                <a:lnTo>
                  <a:pt x="657225" y="2543175"/>
                </a:lnTo>
                <a:lnTo>
                  <a:pt x="657225" y="2533650"/>
                </a:lnTo>
                <a:lnTo>
                  <a:pt x="647700" y="2533650"/>
                </a:lnTo>
                <a:lnTo>
                  <a:pt x="647700" y="2486025"/>
                </a:lnTo>
                <a:lnTo>
                  <a:pt x="638175" y="2486025"/>
                </a:lnTo>
                <a:lnTo>
                  <a:pt x="638175" y="2438400"/>
                </a:lnTo>
                <a:lnTo>
                  <a:pt x="628650" y="2438400"/>
                </a:lnTo>
                <a:lnTo>
                  <a:pt x="628650" y="2390775"/>
                </a:lnTo>
                <a:lnTo>
                  <a:pt x="619125" y="2390775"/>
                </a:lnTo>
                <a:lnTo>
                  <a:pt x="619125" y="2333625"/>
                </a:lnTo>
                <a:lnTo>
                  <a:pt x="609600" y="2333625"/>
                </a:lnTo>
                <a:lnTo>
                  <a:pt x="609600" y="2295525"/>
                </a:lnTo>
                <a:lnTo>
                  <a:pt x="600075" y="2295525"/>
                </a:lnTo>
                <a:lnTo>
                  <a:pt x="600075" y="2276475"/>
                </a:lnTo>
                <a:lnTo>
                  <a:pt x="609600" y="2276475"/>
                </a:lnTo>
                <a:lnTo>
                  <a:pt x="609600" y="2266950"/>
                </a:lnTo>
                <a:lnTo>
                  <a:pt x="638175" y="2266950"/>
                </a:lnTo>
                <a:lnTo>
                  <a:pt x="638175" y="2257425"/>
                </a:lnTo>
                <a:lnTo>
                  <a:pt x="685800" y="2257425"/>
                </a:lnTo>
                <a:lnTo>
                  <a:pt x="685800" y="2247900"/>
                </a:lnTo>
                <a:lnTo>
                  <a:pt x="704850" y="2247900"/>
                </a:lnTo>
                <a:lnTo>
                  <a:pt x="704850" y="2257425"/>
                </a:lnTo>
                <a:lnTo>
                  <a:pt x="714375" y="2257425"/>
                </a:lnTo>
                <a:lnTo>
                  <a:pt x="714375" y="2266950"/>
                </a:lnTo>
                <a:lnTo>
                  <a:pt x="723900" y="2266950"/>
                </a:lnTo>
                <a:lnTo>
                  <a:pt x="723900" y="2276475"/>
                </a:lnTo>
                <a:lnTo>
                  <a:pt x="762000" y="2276475"/>
                </a:lnTo>
                <a:lnTo>
                  <a:pt x="762000" y="2266950"/>
                </a:lnTo>
                <a:lnTo>
                  <a:pt x="771525" y="2266950"/>
                </a:lnTo>
                <a:lnTo>
                  <a:pt x="771525" y="2257425"/>
                </a:lnTo>
                <a:lnTo>
                  <a:pt x="781050" y="2257425"/>
                </a:lnTo>
                <a:lnTo>
                  <a:pt x="781050" y="2238375"/>
                </a:lnTo>
                <a:lnTo>
                  <a:pt x="790575" y="2238375"/>
                </a:lnTo>
                <a:lnTo>
                  <a:pt x="790575" y="2228850"/>
                </a:lnTo>
                <a:lnTo>
                  <a:pt x="828675" y="2228850"/>
                </a:lnTo>
                <a:lnTo>
                  <a:pt x="828675" y="2219325"/>
                </a:lnTo>
                <a:lnTo>
                  <a:pt x="866775" y="2219325"/>
                </a:lnTo>
                <a:close/>
                <a:moveTo>
                  <a:pt x="1057275" y="2209800"/>
                </a:moveTo>
                <a:lnTo>
                  <a:pt x="1114425" y="2209800"/>
                </a:lnTo>
                <a:lnTo>
                  <a:pt x="1114425" y="2219325"/>
                </a:lnTo>
                <a:lnTo>
                  <a:pt x="1057275" y="2219325"/>
                </a:lnTo>
                <a:close/>
                <a:moveTo>
                  <a:pt x="2371725" y="2209800"/>
                </a:moveTo>
                <a:lnTo>
                  <a:pt x="2381250" y="2209800"/>
                </a:lnTo>
                <a:lnTo>
                  <a:pt x="2381250" y="2238375"/>
                </a:lnTo>
                <a:lnTo>
                  <a:pt x="2371725" y="2238375"/>
                </a:lnTo>
                <a:close/>
                <a:moveTo>
                  <a:pt x="2257425" y="2219325"/>
                </a:moveTo>
                <a:lnTo>
                  <a:pt x="2266950" y="2219325"/>
                </a:lnTo>
                <a:lnTo>
                  <a:pt x="2266950" y="2228850"/>
                </a:lnTo>
                <a:lnTo>
                  <a:pt x="2257425" y="2228850"/>
                </a:lnTo>
                <a:close/>
                <a:moveTo>
                  <a:pt x="76200" y="2228850"/>
                </a:moveTo>
                <a:lnTo>
                  <a:pt x="85725" y="2228850"/>
                </a:lnTo>
                <a:lnTo>
                  <a:pt x="85725" y="2238375"/>
                </a:lnTo>
                <a:lnTo>
                  <a:pt x="76200" y="2238375"/>
                </a:lnTo>
                <a:close/>
                <a:moveTo>
                  <a:pt x="666750" y="2228850"/>
                </a:moveTo>
                <a:lnTo>
                  <a:pt x="676275" y="2228850"/>
                </a:lnTo>
                <a:lnTo>
                  <a:pt x="676275" y="2238375"/>
                </a:lnTo>
                <a:lnTo>
                  <a:pt x="666750" y="2238375"/>
                </a:lnTo>
                <a:close/>
                <a:moveTo>
                  <a:pt x="2152650" y="2228850"/>
                </a:moveTo>
                <a:lnTo>
                  <a:pt x="2171700" y="2228850"/>
                </a:lnTo>
                <a:lnTo>
                  <a:pt x="2171700" y="2238375"/>
                </a:lnTo>
                <a:lnTo>
                  <a:pt x="2152650" y="2238375"/>
                </a:lnTo>
                <a:close/>
                <a:moveTo>
                  <a:pt x="171450" y="2238375"/>
                </a:moveTo>
                <a:lnTo>
                  <a:pt x="180975" y="2238375"/>
                </a:lnTo>
                <a:lnTo>
                  <a:pt x="180975" y="2247900"/>
                </a:lnTo>
                <a:lnTo>
                  <a:pt x="171450" y="2247900"/>
                </a:lnTo>
                <a:close/>
                <a:moveTo>
                  <a:pt x="619125" y="2238375"/>
                </a:moveTo>
                <a:lnTo>
                  <a:pt x="628650" y="2238375"/>
                </a:lnTo>
                <a:lnTo>
                  <a:pt x="628650" y="2247900"/>
                </a:lnTo>
                <a:lnTo>
                  <a:pt x="619125" y="2247900"/>
                </a:lnTo>
                <a:close/>
                <a:moveTo>
                  <a:pt x="904875" y="2238375"/>
                </a:moveTo>
                <a:lnTo>
                  <a:pt x="914400" y="2238375"/>
                </a:lnTo>
                <a:lnTo>
                  <a:pt x="914400" y="2247900"/>
                </a:lnTo>
                <a:lnTo>
                  <a:pt x="904875" y="2247900"/>
                </a:lnTo>
                <a:close/>
                <a:moveTo>
                  <a:pt x="2171700" y="2238375"/>
                </a:moveTo>
                <a:lnTo>
                  <a:pt x="2181225" y="2238375"/>
                </a:lnTo>
                <a:lnTo>
                  <a:pt x="2181225" y="2247900"/>
                </a:lnTo>
                <a:lnTo>
                  <a:pt x="2171700" y="2247900"/>
                </a:lnTo>
                <a:close/>
                <a:moveTo>
                  <a:pt x="2219325" y="2238375"/>
                </a:moveTo>
                <a:lnTo>
                  <a:pt x="2247900" y="2238375"/>
                </a:lnTo>
                <a:lnTo>
                  <a:pt x="2247900" y="2247900"/>
                </a:lnTo>
                <a:lnTo>
                  <a:pt x="2219325" y="2247900"/>
                </a:lnTo>
                <a:close/>
                <a:moveTo>
                  <a:pt x="2286000" y="2238375"/>
                </a:moveTo>
                <a:lnTo>
                  <a:pt x="2314575" y="2238375"/>
                </a:lnTo>
                <a:lnTo>
                  <a:pt x="2314575" y="2247900"/>
                </a:lnTo>
                <a:lnTo>
                  <a:pt x="2286000" y="2247900"/>
                </a:lnTo>
                <a:close/>
                <a:moveTo>
                  <a:pt x="1914525" y="2247900"/>
                </a:moveTo>
                <a:lnTo>
                  <a:pt x="1924050" y="2247900"/>
                </a:lnTo>
                <a:lnTo>
                  <a:pt x="1924050" y="2257425"/>
                </a:lnTo>
                <a:lnTo>
                  <a:pt x="1914525" y="2257425"/>
                </a:lnTo>
                <a:close/>
                <a:moveTo>
                  <a:pt x="2000250" y="2247900"/>
                </a:moveTo>
                <a:lnTo>
                  <a:pt x="2009775" y="2247900"/>
                </a:lnTo>
                <a:lnTo>
                  <a:pt x="2009775" y="2257425"/>
                </a:lnTo>
                <a:lnTo>
                  <a:pt x="2000250" y="2257425"/>
                </a:lnTo>
                <a:close/>
                <a:moveTo>
                  <a:pt x="95250" y="2257425"/>
                </a:moveTo>
                <a:lnTo>
                  <a:pt x="104775" y="2257425"/>
                </a:lnTo>
                <a:lnTo>
                  <a:pt x="104775" y="2266950"/>
                </a:lnTo>
                <a:lnTo>
                  <a:pt x="95250" y="2266950"/>
                </a:lnTo>
                <a:close/>
                <a:moveTo>
                  <a:pt x="914400" y="2276475"/>
                </a:moveTo>
                <a:lnTo>
                  <a:pt x="923925" y="2276475"/>
                </a:lnTo>
                <a:lnTo>
                  <a:pt x="923925" y="2286000"/>
                </a:lnTo>
                <a:lnTo>
                  <a:pt x="914400" y="2286000"/>
                </a:lnTo>
                <a:close/>
                <a:moveTo>
                  <a:pt x="1905000" y="2276475"/>
                </a:moveTo>
                <a:lnTo>
                  <a:pt x="1914525" y="2276475"/>
                </a:lnTo>
                <a:lnTo>
                  <a:pt x="1914525" y="2286000"/>
                </a:lnTo>
                <a:lnTo>
                  <a:pt x="1905000" y="2286000"/>
                </a:lnTo>
                <a:close/>
                <a:moveTo>
                  <a:pt x="123825" y="2286000"/>
                </a:moveTo>
                <a:lnTo>
                  <a:pt x="133350" y="2286000"/>
                </a:lnTo>
                <a:lnTo>
                  <a:pt x="133350" y="2295525"/>
                </a:lnTo>
                <a:lnTo>
                  <a:pt x="123825" y="2295525"/>
                </a:lnTo>
                <a:close/>
                <a:moveTo>
                  <a:pt x="581025" y="2295525"/>
                </a:moveTo>
                <a:lnTo>
                  <a:pt x="590550" y="2295525"/>
                </a:lnTo>
                <a:lnTo>
                  <a:pt x="590550" y="2305050"/>
                </a:lnTo>
                <a:lnTo>
                  <a:pt x="581025" y="2305050"/>
                </a:lnTo>
                <a:close/>
                <a:moveTo>
                  <a:pt x="1895475" y="2295525"/>
                </a:moveTo>
                <a:lnTo>
                  <a:pt x="1905000" y="2295525"/>
                </a:lnTo>
                <a:lnTo>
                  <a:pt x="1905000" y="2305050"/>
                </a:lnTo>
                <a:lnTo>
                  <a:pt x="1895475" y="2305050"/>
                </a:lnTo>
                <a:close/>
                <a:moveTo>
                  <a:pt x="1952625" y="2295525"/>
                </a:moveTo>
                <a:lnTo>
                  <a:pt x="1962150" y="2295525"/>
                </a:lnTo>
                <a:lnTo>
                  <a:pt x="1962150" y="2305050"/>
                </a:lnTo>
                <a:lnTo>
                  <a:pt x="1952625" y="2305050"/>
                </a:lnTo>
                <a:close/>
                <a:moveTo>
                  <a:pt x="152400" y="2305050"/>
                </a:moveTo>
                <a:lnTo>
                  <a:pt x="161925" y="2305050"/>
                </a:lnTo>
                <a:lnTo>
                  <a:pt x="161925" y="2314575"/>
                </a:lnTo>
                <a:lnTo>
                  <a:pt x="152400" y="2314575"/>
                </a:lnTo>
                <a:close/>
                <a:moveTo>
                  <a:pt x="200025" y="2305050"/>
                </a:moveTo>
                <a:lnTo>
                  <a:pt x="209550" y="2305050"/>
                </a:lnTo>
                <a:lnTo>
                  <a:pt x="209550" y="2314575"/>
                </a:lnTo>
                <a:lnTo>
                  <a:pt x="200025" y="2314575"/>
                </a:lnTo>
                <a:close/>
                <a:moveTo>
                  <a:pt x="847725" y="2305050"/>
                </a:moveTo>
                <a:lnTo>
                  <a:pt x="857250" y="2305050"/>
                </a:lnTo>
                <a:lnTo>
                  <a:pt x="857250" y="2286000"/>
                </a:lnTo>
                <a:lnTo>
                  <a:pt x="838200" y="2286000"/>
                </a:lnTo>
                <a:lnTo>
                  <a:pt x="838200" y="2295525"/>
                </a:lnTo>
                <a:lnTo>
                  <a:pt x="790575" y="2295525"/>
                </a:lnTo>
                <a:lnTo>
                  <a:pt x="790575" y="2324100"/>
                </a:lnTo>
                <a:lnTo>
                  <a:pt x="809625" y="2324100"/>
                </a:lnTo>
                <a:lnTo>
                  <a:pt x="809625" y="2314575"/>
                </a:lnTo>
                <a:lnTo>
                  <a:pt x="847725" y="2314575"/>
                </a:lnTo>
                <a:close/>
                <a:moveTo>
                  <a:pt x="1943100" y="2305050"/>
                </a:moveTo>
                <a:lnTo>
                  <a:pt x="1952625" y="2305050"/>
                </a:lnTo>
                <a:lnTo>
                  <a:pt x="1952625" y="2314575"/>
                </a:lnTo>
                <a:lnTo>
                  <a:pt x="1943100" y="2314575"/>
                </a:lnTo>
                <a:close/>
                <a:moveTo>
                  <a:pt x="2352675" y="2305050"/>
                </a:moveTo>
                <a:lnTo>
                  <a:pt x="2362200" y="2305050"/>
                </a:lnTo>
                <a:lnTo>
                  <a:pt x="2362200" y="2314575"/>
                </a:lnTo>
                <a:lnTo>
                  <a:pt x="2352675" y="2314575"/>
                </a:lnTo>
                <a:close/>
                <a:moveTo>
                  <a:pt x="2276475" y="2314575"/>
                </a:moveTo>
                <a:lnTo>
                  <a:pt x="2286000" y="2314575"/>
                </a:lnTo>
                <a:lnTo>
                  <a:pt x="2286000" y="2324100"/>
                </a:lnTo>
                <a:lnTo>
                  <a:pt x="2276475" y="2324100"/>
                </a:lnTo>
                <a:close/>
                <a:moveTo>
                  <a:pt x="2447925" y="2314575"/>
                </a:moveTo>
                <a:lnTo>
                  <a:pt x="2457450" y="2314575"/>
                </a:lnTo>
                <a:lnTo>
                  <a:pt x="2457450" y="2324100"/>
                </a:lnTo>
                <a:lnTo>
                  <a:pt x="2447925" y="2324100"/>
                </a:lnTo>
                <a:close/>
                <a:moveTo>
                  <a:pt x="180975" y="2324100"/>
                </a:moveTo>
                <a:lnTo>
                  <a:pt x="190500" y="2324100"/>
                </a:lnTo>
                <a:lnTo>
                  <a:pt x="190500" y="2333625"/>
                </a:lnTo>
                <a:lnTo>
                  <a:pt x="180975" y="2333625"/>
                </a:lnTo>
                <a:close/>
                <a:moveTo>
                  <a:pt x="923925" y="2324100"/>
                </a:moveTo>
                <a:lnTo>
                  <a:pt x="933450" y="2324100"/>
                </a:lnTo>
                <a:lnTo>
                  <a:pt x="933450" y="2333625"/>
                </a:lnTo>
                <a:lnTo>
                  <a:pt x="923925" y="2333625"/>
                </a:lnTo>
                <a:close/>
                <a:moveTo>
                  <a:pt x="1905000" y="2324100"/>
                </a:moveTo>
                <a:lnTo>
                  <a:pt x="1914525" y="2324100"/>
                </a:lnTo>
                <a:lnTo>
                  <a:pt x="1914525" y="2333625"/>
                </a:lnTo>
                <a:lnTo>
                  <a:pt x="1905000" y="2333625"/>
                </a:lnTo>
                <a:close/>
                <a:moveTo>
                  <a:pt x="2419350" y="2324100"/>
                </a:moveTo>
                <a:lnTo>
                  <a:pt x="2428875" y="2324100"/>
                </a:lnTo>
                <a:lnTo>
                  <a:pt x="2428875" y="2333625"/>
                </a:lnTo>
                <a:lnTo>
                  <a:pt x="2419350" y="2333625"/>
                </a:lnTo>
                <a:close/>
                <a:moveTo>
                  <a:pt x="2438400" y="2324100"/>
                </a:moveTo>
                <a:lnTo>
                  <a:pt x="2447925" y="2324100"/>
                </a:lnTo>
                <a:lnTo>
                  <a:pt x="2447925" y="2333625"/>
                </a:lnTo>
                <a:lnTo>
                  <a:pt x="2457450" y="2333625"/>
                </a:lnTo>
                <a:lnTo>
                  <a:pt x="2457450" y="2362200"/>
                </a:lnTo>
                <a:lnTo>
                  <a:pt x="2447925" y="2362200"/>
                </a:lnTo>
                <a:lnTo>
                  <a:pt x="2447925" y="2352675"/>
                </a:lnTo>
                <a:lnTo>
                  <a:pt x="2428875" y="2352675"/>
                </a:lnTo>
                <a:lnTo>
                  <a:pt x="2428875" y="2343150"/>
                </a:lnTo>
                <a:lnTo>
                  <a:pt x="2438400" y="2343150"/>
                </a:lnTo>
                <a:close/>
                <a:moveTo>
                  <a:pt x="190500" y="2333625"/>
                </a:moveTo>
                <a:lnTo>
                  <a:pt x="200025" y="2333625"/>
                </a:lnTo>
                <a:lnTo>
                  <a:pt x="200025" y="2343150"/>
                </a:lnTo>
                <a:lnTo>
                  <a:pt x="190500" y="2343150"/>
                </a:lnTo>
                <a:close/>
                <a:moveTo>
                  <a:pt x="733425" y="2333625"/>
                </a:moveTo>
                <a:lnTo>
                  <a:pt x="762000" y="2333625"/>
                </a:lnTo>
                <a:lnTo>
                  <a:pt x="762000" y="2314575"/>
                </a:lnTo>
                <a:lnTo>
                  <a:pt x="714375" y="2314575"/>
                </a:lnTo>
                <a:lnTo>
                  <a:pt x="714375" y="2324100"/>
                </a:lnTo>
                <a:lnTo>
                  <a:pt x="685800" y="2324100"/>
                </a:lnTo>
                <a:lnTo>
                  <a:pt x="685800" y="2314575"/>
                </a:lnTo>
                <a:lnTo>
                  <a:pt x="657225" y="2314575"/>
                </a:lnTo>
                <a:lnTo>
                  <a:pt x="657225" y="2324100"/>
                </a:lnTo>
                <a:lnTo>
                  <a:pt x="647700" y="2324100"/>
                </a:lnTo>
                <a:lnTo>
                  <a:pt x="647700" y="2352675"/>
                </a:lnTo>
                <a:lnTo>
                  <a:pt x="657225" y="2352675"/>
                </a:lnTo>
                <a:lnTo>
                  <a:pt x="657225" y="2362200"/>
                </a:lnTo>
                <a:lnTo>
                  <a:pt x="685800" y="2362200"/>
                </a:lnTo>
                <a:lnTo>
                  <a:pt x="685800" y="2352675"/>
                </a:lnTo>
                <a:lnTo>
                  <a:pt x="695325" y="2352675"/>
                </a:lnTo>
                <a:lnTo>
                  <a:pt x="695325" y="2343150"/>
                </a:lnTo>
                <a:lnTo>
                  <a:pt x="733425" y="2343150"/>
                </a:lnTo>
                <a:close/>
                <a:moveTo>
                  <a:pt x="1866900" y="2333625"/>
                </a:moveTo>
                <a:lnTo>
                  <a:pt x="1876425" y="2333625"/>
                </a:lnTo>
                <a:lnTo>
                  <a:pt x="1876425" y="2343150"/>
                </a:lnTo>
                <a:lnTo>
                  <a:pt x="1866900" y="2343150"/>
                </a:lnTo>
                <a:close/>
                <a:moveTo>
                  <a:pt x="2371725" y="2333625"/>
                </a:moveTo>
                <a:lnTo>
                  <a:pt x="2390775" y="2333625"/>
                </a:lnTo>
                <a:lnTo>
                  <a:pt x="2390775" y="2352675"/>
                </a:lnTo>
                <a:lnTo>
                  <a:pt x="2371725" y="2352675"/>
                </a:lnTo>
                <a:close/>
                <a:moveTo>
                  <a:pt x="590550" y="2343150"/>
                </a:moveTo>
                <a:lnTo>
                  <a:pt x="600075" y="2343150"/>
                </a:lnTo>
                <a:lnTo>
                  <a:pt x="600075" y="2352675"/>
                </a:lnTo>
                <a:lnTo>
                  <a:pt x="590550" y="2352675"/>
                </a:lnTo>
                <a:close/>
                <a:moveTo>
                  <a:pt x="1857375" y="2343150"/>
                </a:moveTo>
                <a:lnTo>
                  <a:pt x="1866900" y="2343150"/>
                </a:lnTo>
                <a:lnTo>
                  <a:pt x="1866900" y="2352675"/>
                </a:lnTo>
                <a:lnTo>
                  <a:pt x="1857375" y="2352675"/>
                </a:lnTo>
                <a:close/>
                <a:moveTo>
                  <a:pt x="2409825" y="2343150"/>
                </a:moveTo>
                <a:lnTo>
                  <a:pt x="2419350" y="2343150"/>
                </a:lnTo>
                <a:lnTo>
                  <a:pt x="2419350" y="2352675"/>
                </a:lnTo>
                <a:lnTo>
                  <a:pt x="2409825" y="2352675"/>
                </a:lnTo>
                <a:close/>
                <a:moveTo>
                  <a:pt x="838200" y="2352675"/>
                </a:moveTo>
                <a:lnTo>
                  <a:pt x="857250" y="2352675"/>
                </a:lnTo>
                <a:lnTo>
                  <a:pt x="857250" y="2333625"/>
                </a:lnTo>
                <a:lnTo>
                  <a:pt x="838200" y="2333625"/>
                </a:lnTo>
                <a:lnTo>
                  <a:pt x="838200" y="2343150"/>
                </a:lnTo>
                <a:lnTo>
                  <a:pt x="809625" y="2343150"/>
                </a:lnTo>
                <a:lnTo>
                  <a:pt x="809625" y="2352675"/>
                </a:lnTo>
                <a:lnTo>
                  <a:pt x="781050" y="2352675"/>
                </a:lnTo>
                <a:lnTo>
                  <a:pt x="781050" y="2362200"/>
                </a:lnTo>
                <a:lnTo>
                  <a:pt x="762000" y="2362200"/>
                </a:lnTo>
                <a:lnTo>
                  <a:pt x="762000" y="2371725"/>
                </a:lnTo>
                <a:lnTo>
                  <a:pt x="752475" y="2371725"/>
                </a:lnTo>
                <a:lnTo>
                  <a:pt x="752475" y="2381250"/>
                </a:lnTo>
                <a:lnTo>
                  <a:pt x="790575" y="2381250"/>
                </a:lnTo>
                <a:lnTo>
                  <a:pt x="790575" y="2371725"/>
                </a:lnTo>
                <a:lnTo>
                  <a:pt x="809625" y="2371725"/>
                </a:lnTo>
                <a:lnTo>
                  <a:pt x="809625" y="2362200"/>
                </a:lnTo>
                <a:lnTo>
                  <a:pt x="838200" y="2362200"/>
                </a:lnTo>
                <a:close/>
                <a:moveTo>
                  <a:pt x="1847850" y="2352675"/>
                </a:moveTo>
                <a:lnTo>
                  <a:pt x="1857375" y="2352675"/>
                </a:lnTo>
                <a:lnTo>
                  <a:pt x="1857375" y="2362200"/>
                </a:lnTo>
                <a:lnTo>
                  <a:pt x="1847850" y="2362200"/>
                </a:lnTo>
                <a:close/>
                <a:moveTo>
                  <a:pt x="2333625" y="2352675"/>
                </a:moveTo>
                <a:lnTo>
                  <a:pt x="2352675" y="2352675"/>
                </a:lnTo>
                <a:lnTo>
                  <a:pt x="2352675" y="2371725"/>
                </a:lnTo>
                <a:lnTo>
                  <a:pt x="2333625" y="2371725"/>
                </a:lnTo>
                <a:close/>
                <a:moveTo>
                  <a:pt x="2057400" y="2362200"/>
                </a:moveTo>
                <a:lnTo>
                  <a:pt x="2085975" y="2362200"/>
                </a:lnTo>
                <a:lnTo>
                  <a:pt x="2085975" y="2371725"/>
                </a:lnTo>
                <a:lnTo>
                  <a:pt x="2057400" y="2371725"/>
                </a:lnTo>
                <a:close/>
                <a:moveTo>
                  <a:pt x="2133600" y="2362200"/>
                </a:moveTo>
                <a:lnTo>
                  <a:pt x="2143125" y="2362200"/>
                </a:lnTo>
                <a:lnTo>
                  <a:pt x="2143125" y="2371725"/>
                </a:lnTo>
                <a:lnTo>
                  <a:pt x="2133600" y="2371725"/>
                </a:lnTo>
                <a:close/>
                <a:moveTo>
                  <a:pt x="2219325" y="2362200"/>
                </a:moveTo>
                <a:lnTo>
                  <a:pt x="2238375" y="2362200"/>
                </a:lnTo>
                <a:lnTo>
                  <a:pt x="2238375" y="2371725"/>
                </a:lnTo>
                <a:lnTo>
                  <a:pt x="2219325" y="2371725"/>
                </a:lnTo>
                <a:close/>
                <a:moveTo>
                  <a:pt x="2257425" y="2362200"/>
                </a:moveTo>
                <a:lnTo>
                  <a:pt x="2295525" y="2362200"/>
                </a:lnTo>
                <a:lnTo>
                  <a:pt x="2295525" y="2371725"/>
                </a:lnTo>
                <a:lnTo>
                  <a:pt x="2257425" y="2371725"/>
                </a:lnTo>
                <a:close/>
                <a:moveTo>
                  <a:pt x="2390775" y="2362200"/>
                </a:moveTo>
                <a:lnTo>
                  <a:pt x="2400300" y="2362200"/>
                </a:lnTo>
                <a:lnTo>
                  <a:pt x="2400300" y="2371725"/>
                </a:lnTo>
                <a:lnTo>
                  <a:pt x="2390775" y="2371725"/>
                </a:lnTo>
                <a:close/>
                <a:moveTo>
                  <a:pt x="2438400" y="2362200"/>
                </a:moveTo>
                <a:lnTo>
                  <a:pt x="2447925" y="2362200"/>
                </a:lnTo>
                <a:lnTo>
                  <a:pt x="2447925" y="2371725"/>
                </a:lnTo>
                <a:lnTo>
                  <a:pt x="2438400" y="2371725"/>
                </a:lnTo>
                <a:close/>
                <a:moveTo>
                  <a:pt x="933450" y="2371725"/>
                </a:moveTo>
                <a:lnTo>
                  <a:pt x="942975" y="2371725"/>
                </a:lnTo>
                <a:lnTo>
                  <a:pt x="942975" y="2381250"/>
                </a:lnTo>
                <a:lnTo>
                  <a:pt x="933450" y="2381250"/>
                </a:lnTo>
                <a:close/>
                <a:moveTo>
                  <a:pt x="2124075" y="2371725"/>
                </a:moveTo>
                <a:lnTo>
                  <a:pt x="2133600" y="2371725"/>
                </a:lnTo>
                <a:lnTo>
                  <a:pt x="2133600" y="2381250"/>
                </a:lnTo>
                <a:lnTo>
                  <a:pt x="2124075" y="2381250"/>
                </a:lnTo>
                <a:close/>
                <a:moveTo>
                  <a:pt x="2295525" y="2371725"/>
                </a:moveTo>
                <a:lnTo>
                  <a:pt x="2305050" y="2371725"/>
                </a:lnTo>
                <a:lnTo>
                  <a:pt x="2305050" y="2381250"/>
                </a:lnTo>
                <a:lnTo>
                  <a:pt x="2295525" y="2381250"/>
                </a:lnTo>
                <a:close/>
                <a:moveTo>
                  <a:pt x="2324100" y="2371725"/>
                </a:moveTo>
                <a:lnTo>
                  <a:pt x="2333625" y="2371725"/>
                </a:lnTo>
                <a:lnTo>
                  <a:pt x="2333625" y="2381250"/>
                </a:lnTo>
                <a:lnTo>
                  <a:pt x="2324100" y="2381250"/>
                </a:lnTo>
                <a:close/>
                <a:moveTo>
                  <a:pt x="2428875" y="2371725"/>
                </a:moveTo>
                <a:lnTo>
                  <a:pt x="2438400" y="2371725"/>
                </a:lnTo>
                <a:lnTo>
                  <a:pt x="2438400" y="2381250"/>
                </a:lnTo>
                <a:lnTo>
                  <a:pt x="2428875" y="2381250"/>
                </a:lnTo>
                <a:close/>
                <a:moveTo>
                  <a:pt x="238125" y="2381250"/>
                </a:moveTo>
                <a:lnTo>
                  <a:pt x="247650" y="2381250"/>
                </a:lnTo>
                <a:lnTo>
                  <a:pt x="247650" y="2390775"/>
                </a:lnTo>
                <a:lnTo>
                  <a:pt x="238125" y="2390775"/>
                </a:lnTo>
                <a:close/>
                <a:moveTo>
                  <a:pt x="723900" y="2381250"/>
                </a:moveTo>
                <a:lnTo>
                  <a:pt x="733425" y="2381250"/>
                </a:lnTo>
                <a:lnTo>
                  <a:pt x="733425" y="2371725"/>
                </a:lnTo>
                <a:lnTo>
                  <a:pt x="695325" y="2371725"/>
                </a:lnTo>
                <a:lnTo>
                  <a:pt x="695325" y="2381250"/>
                </a:lnTo>
                <a:lnTo>
                  <a:pt x="676275" y="2381250"/>
                </a:lnTo>
                <a:lnTo>
                  <a:pt x="676275" y="2400300"/>
                </a:lnTo>
                <a:lnTo>
                  <a:pt x="714375" y="2400300"/>
                </a:lnTo>
                <a:lnTo>
                  <a:pt x="714375" y="2390775"/>
                </a:lnTo>
                <a:lnTo>
                  <a:pt x="723900" y="2390775"/>
                </a:lnTo>
                <a:close/>
                <a:moveTo>
                  <a:pt x="247650" y="2390775"/>
                </a:moveTo>
                <a:lnTo>
                  <a:pt x="257175" y="2390775"/>
                </a:lnTo>
                <a:lnTo>
                  <a:pt x="257175" y="2400300"/>
                </a:lnTo>
                <a:lnTo>
                  <a:pt x="247650" y="2400300"/>
                </a:lnTo>
                <a:close/>
                <a:moveTo>
                  <a:pt x="314325" y="2390775"/>
                </a:moveTo>
                <a:lnTo>
                  <a:pt x="323850" y="2390775"/>
                </a:lnTo>
                <a:lnTo>
                  <a:pt x="323850" y="2400300"/>
                </a:lnTo>
                <a:lnTo>
                  <a:pt x="314325" y="2400300"/>
                </a:lnTo>
                <a:close/>
                <a:moveTo>
                  <a:pt x="590550" y="2390775"/>
                </a:moveTo>
                <a:lnTo>
                  <a:pt x="600075" y="2390775"/>
                </a:lnTo>
                <a:lnTo>
                  <a:pt x="600075" y="2400300"/>
                </a:lnTo>
                <a:lnTo>
                  <a:pt x="590550" y="2400300"/>
                </a:lnTo>
                <a:close/>
                <a:moveTo>
                  <a:pt x="1771650" y="2390775"/>
                </a:moveTo>
                <a:lnTo>
                  <a:pt x="1781175" y="2390775"/>
                </a:lnTo>
                <a:lnTo>
                  <a:pt x="1781175" y="2400300"/>
                </a:lnTo>
                <a:lnTo>
                  <a:pt x="1771650" y="2400300"/>
                </a:lnTo>
                <a:close/>
                <a:moveTo>
                  <a:pt x="1085850" y="2400300"/>
                </a:moveTo>
                <a:lnTo>
                  <a:pt x="1200150" y="2400300"/>
                </a:lnTo>
                <a:lnTo>
                  <a:pt x="1200150" y="2409825"/>
                </a:lnTo>
                <a:lnTo>
                  <a:pt x="1085850" y="2409825"/>
                </a:lnTo>
                <a:close/>
                <a:moveTo>
                  <a:pt x="2190750" y="2409825"/>
                </a:moveTo>
                <a:lnTo>
                  <a:pt x="2228850" y="2409825"/>
                </a:lnTo>
                <a:lnTo>
                  <a:pt x="2228850" y="2419350"/>
                </a:lnTo>
                <a:lnTo>
                  <a:pt x="2190750" y="2419350"/>
                </a:lnTo>
                <a:close/>
                <a:moveTo>
                  <a:pt x="1819275" y="2419350"/>
                </a:moveTo>
                <a:lnTo>
                  <a:pt x="1828800" y="2419350"/>
                </a:lnTo>
                <a:lnTo>
                  <a:pt x="1828800" y="2428875"/>
                </a:lnTo>
                <a:lnTo>
                  <a:pt x="1819275" y="2428875"/>
                </a:lnTo>
                <a:close/>
                <a:moveTo>
                  <a:pt x="2171700" y="2419350"/>
                </a:moveTo>
                <a:lnTo>
                  <a:pt x="2190750" y="2419350"/>
                </a:lnTo>
                <a:lnTo>
                  <a:pt x="2190750" y="2428875"/>
                </a:lnTo>
                <a:lnTo>
                  <a:pt x="2171700" y="2428875"/>
                </a:lnTo>
                <a:close/>
                <a:moveTo>
                  <a:pt x="276225" y="2428875"/>
                </a:moveTo>
                <a:lnTo>
                  <a:pt x="285750" y="2428875"/>
                </a:lnTo>
                <a:lnTo>
                  <a:pt x="285750" y="2438400"/>
                </a:lnTo>
                <a:lnTo>
                  <a:pt x="276225" y="2438400"/>
                </a:lnTo>
                <a:close/>
                <a:moveTo>
                  <a:pt x="781050" y="2428875"/>
                </a:moveTo>
                <a:lnTo>
                  <a:pt x="800100" y="2428875"/>
                </a:lnTo>
                <a:lnTo>
                  <a:pt x="800100" y="2409825"/>
                </a:lnTo>
                <a:lnTo>
                  <a:pt x="771525" y="2409825"/>
                </a:lnTo>
                <a:lnTo>
                  <a:pt x="771525" y="2419350"/>
                </a:lnTo>
                <a:lnTo>
                  <a:pt x="762000" y="2419350"/>
                </a:lnTo>
                <a:lnTo>
                  <a:pt x="762000" y="2409825"/>
                </a:lnTo>
                <a:lnTo>
                  <a:pt x="733425" y="2409825"/>
                </a:lnTo>
                <a:lnTo>
                  <a:pt x="733425" y="2419350"/>
                </a:lnTo>
                <a:lnTo>
                  <a:pt x="723900" y="2419350"/>
                </a:lnTo>
                <a:lnTo>
                  <a:pt x="723900" y="2428875"/>
                </a:lnTo>
                <a:lnTo>
                  <a:pt x="685800" y="2428875"/>
                </a:lnTo>
                <a:lnTo>
                  <a:pt x="685800" y="2438400"/>
                </a:lnTo>
                <a:lnTo>
                  <a:pt x="676275" y="2438400"/>
                </a:lnTo>
                <a:lnTo>
                  <a:pt x="676275" y="2447925"/>
                </a:lnTo>
                <a:lnTo>
                  <a:pt x="685800" y="2447925"/>
                </a:lnTo>
                <a:lnTo>
                  <a:pt x="685800" y="2457450"/>
                </a:lnTo>
                <a:lnTo>
                  <a:pt x="704850" y="2457450"/>
                </a:lnTo>
                <a:lnTo>
                  <a:pt x="704850" y="2447925"/>
                </a:lnTo>
                <a:lnTo>
                  <a:pt x="742950" y="2447925"/>
                </a:lnTo>
                <a:lnTo>
                  <a:pt x="742950" y="2438400"/>
                </a:lnTo>
                <a:lnTo>
                  <a:pt x="781050" y="2438400"/>
                </a:lnTo>
                <a:close/>
                <a:moveTo>
                  <a:pt x="1019175" y="2428875"/>
                </a:moveTo>
                <a:lnTo>
                  <a:pt x="1047750" y="2428875"/>
                </a:lnTo>
                <a:lnTo>
                  <a:pt x="1047750" y="2438400"/>
                </a:lnTo>
                <a:lnTo>
                  <a:pt x="1019175" y="2438400"/>
                </a:lnTo>
                <a:close/>
                <a:moveTo>
                  <a:pt x="1066800" y="2428875"/>
                </a:moveTo>
                <a:lnTo>
                  <a:pt x="1104900" y="2428875"/>
                </a:lnTo>
                <a:lnTo>
                  <a:pt x="1104900" y="2438400"/>
                </a:lnTo>
                <a:lnTo>
                  <a:pt x="1066800" y="2438400"/>
                </a:lnTo>
                <a:close/>
                <a:moveTo>
                  <a:pt x="2162175" y="2428875"/>
                </a:moveTo>
                <a:lnTo>
                  <a:pt x="2171700" y="2428875"/>
                </a:lnTo>
                <a:lnTo>
                  <a:pt x="2171700" y="2438400"/>
                </a:lnTo>
                <a:lnTo>
                  <a:pt x="2162175" y="2438400"/>
                </a:lnTo>
                <a:close/>
                <a:moveTo>
                  <a:pt x="2257425" y="2428875"/>
                </a:moveTo>
                <a:lnTo>
                  <a:pt x="2286000" y="2428875"/>
                </a:lnTo>
                <a:lnTo>
                  <a:pt x="2286000" y="2438400"/>
                </a:lnTo>
                <a:lnTo>
                  <a:pt x="2257425" y="2438400"/>
                </a:lnTo>
                <a:close/>
                <a:moveTo>
                  <a:pt x="2314575" y="2428875"/>
                </a:moveTo>
                <a:lnTo>
                  <a:pt x="2352675" y="2428875"/>
                </a:lnTo>
                <a:lnTo>
                  <a:pt x="2352675" y="2438400"/>
                </a:lnTo>
                <a:lnTo>
                  <a:pt x="2314575" y="2438400"/>
                </a:lnTo>
                <a:close/>
                <a:moveTo>
                  <a:pt x="2390775" y="2428875"/>
                </a:moveTo>
                <a:lnTo>
                  <a:pt x="2419350" y="2428875"/>
                </a:lnTo>
                <a:lnTo>
                  <a:pt x="2419350" y="2438400"/>
                </a:lnTo>
                <a:lnTo>
                  <a:pt x="2390775" y="2438400"/>
                </a:lnTo>
                <a:close/>
                <a:moveTo>
                  <a:pt x="285750" y="2438400"/>
                </a:moveTo>
                <a:lnTo>
                  <a:pt x="295275" y="2438400"/>
                </a:lnTo>
                <a:lnTo>
                  <a:pt x="295275" y="2447925"/>
                </a:lnTo>
                <a:lnTo>
                  <a:pt x="285750" y="2447925"/>
                </a:lnTo>
                <a:close/>
                <a:moveTo>
                  <a:pt x="962025" y="2438400"/>
                </a:moveTo>
                <a:lnTo>
                  <a:pt x="971550" y="2438400"/>
                </a:lnTo>
                <a:lnTo>
                  <a:pt x="971550" y="2447925"/>
                </a:lnTo>
                <a:lnTo>
                  <a:pt x="962025" y="2447925"/>
                </a:lnTo>
                <a:close/>
                <a:moveTo>
                  <a:pt x="1162050" y="2438400"/>
                </a:moveTo>
                <a:lnTo>
                  <a:pt x="1181100" y="2438400"/>
                </a:lnTo>
                <a:lnTo>
                  <a:pt x="1181100" y="2447925"/>
                </a:lnTo>
                <a:lnTo>
                  <a:pt x="1162050" y="2447925"/>
                </a:lnTo>
                <a:close/>
                <a:moveTo>
                  <a:pt x="2238375" y="2438400"/>
                </a:moveTo>
                <a:lnTo>
                  <a:pt x="2257425" y="2438400"/>
                </a:lnTo>
                <a:lnTo>
                  <a:pt x="2257425" y="2447925"/>
                </a:lnTo>
                <a:lnTo>
                  <a:pt x="2238375" y="2447925"/>
                </a:lnTo>
                <a:close/>
                <a:moveTo>
                  <a:pt x="2286000" y="2438400"/>
                </a:moveTo>
                <a:lnTo>
                  <a:pt x="2314575" y="2438400"/>
                </a:lnTo>
                <a:lnTo>
                  <a:pt x="2314575" y="2447925"/>
                </a:lnTo>
                <a:lnTo>
                  <a:pt x="2295525" y="2447925"/>
                </a:lnTo>
                <a:lnTo>
                  <a:pt x="2295525" y="2476500"/>
                </a:lnTo>
                <a:lnTo>
                  <a:pt x="2286000" y="2476500"/>
                </a:lnTo>
                <a:close/>
                <a:moveTo>
                  <a:pt x="2381250" y="2438400"/>
                </a:moveTo>
                <a:lnTo>
                  <a:pt x="2390775" y="2438400"/>
                </a:lnTo>
                <a:lnTo>
                  <a:pt x="2390775" y="2447925"/>
                </a:lnTo>
                <a:lnTo>
                  <a:pt x="2381250" y="2447925"/>
                </a:lnTo>
                <a:close/>
                <a:moveTo>
                  <a:pt x="2447925" y="2438400"/>
                </a:moveTo>
                <a:lnTo>
                  <a:pt x="2457450" y="2438400"/>
                </a:lnTo>
                <a:lnTo>
                  <a:pt x="2457450" y="2447925"/>
                </a:lnTo>
                <a:lnTo>
                  <a:pt x="2447925" y="2447925"/>
                </a:lnTo>
                <a:close/>
                <a:moveTo>
                  <a:pt x="295275" y="2447925"/>
                </a:moveTo>
                <a:lnTo>
                  <a:pt x="304800" y="2447925"/>
                </a:lnTo>
                <a:lnTo>
                  <a:pt x="304800" y="2457450"/>
                </a:lnTo>
                <a:lnTo>
                  <a:pt x="295275" y="2457450"/>
                </a:lnTo>
                <a:close/>
                <a:moveTo>
                  <a:pt x="885825" y="2447925"/>
                </a:moveTo>
                <a:lnTo>
                  <a:pt x="895350" y="2447925"/>
                </a:lnTo>
                <a:lnTo>
                  <a:pt x="895350" y="2466975"/>
                </a:lnTo>
                <a:lnTo>
                  <a:pt x="876300" y="2466975"/>
                </a:lnTo>
                <a:lnTo>
                  <a:pt x="876300" y="2457450"/>
                </a:lnTo>
                <a:lnTo>
                  <a:pt x="885825" y="2457450"/>
                </a:lnTo>
                <a:close/>
                <a:moveTo>
                  <a:pt x="952500" y="2447925"/>
                </a:moveTo>
                <a:lnTo>
                  <a:pt x="962025" y="2447925"/>
                </a:lnTo>
                <a:lnTo>
                  <a:pt x="962025" y="2457450"/>
                </a:lnTo>
                <a:lnTo>
                  <a:pt x="952500" y="2457450"/>
                </a:lnTo>
                <a:close/>
                <a:moveTo>
                  <a:pt x="1238250" y="2447925"/>
                </a:moveTo>
                <a:lnTo>
                  <a:pt x="1257300" y="2447925"/>
                </a:lnTo>
                <a:lnTo>
                  <a:pt x="1257300" y="2457450"/>
                </a:lnTo>
                <a:lnTo>
                  <a:pt x="1238250" y="2457450"/>
                </a:lnTo>
                <a:close/>
                <a:moveTo>
                  <a:pt x="1314450" y="2457450"/>
                </a:moveTo>
                <a:lnTo>
                  <a:pt x="1333500" y="2457450"/>
                </a:lnTo>
                <a:lnTo>
                  <a:pt x="1333500" y="2466975"/>
                </a:lnTo>
                <a:lnTo>
                  <a:pt x="1314450" y="2466975"/>
                </a:lnTo>
                <a:close/>
                <a:moveTo>
                  <a:pt x="1781175" y="2457450"/>
                </a:moveTo>
                <a:lnTo>
                  <a:pt x="1790700" y="2457450"/>
                </a:lnTo>
                <a:lnTo>
                  <a:pt x="1790700" y="2466975"/>
                </a:lnTo>
                <a:lnTo>
                  <a:pt x="1781175" y="2466975"/>
                </a:lnTo>
                <a:close/>
                <a:moveTo>
                  <a:pt x="2162175" y="2457450"/>
                </a:moveTo>
                <a:lnTo>
                  <a:pt x="2181225" y="2457450"/>
                </a:lnTo>
                <a:lnTo>
                  <a:pt x="2181225" y="2466975"/>
                </a:lnTo>
                <a:lnTo>
                  <a:pt x="2162175" y="2466975"/>
                </a:lnTo>
                <a:close/>
                <a:moveTo>
                  <a:pt x="2324100" y="2457450"/>
                </a:moveTo>
                <a:lnTo>
                  <a:pt x="2333625" y="2457450"/>
                </a:lnTo>
                <a:lnTo>
                  <a:pt x="2333625" y="2476500"/>
                </a:lnTo>
                <a:lnTo>
                  <a:pt x="2324100" y="2476500"/>
                </a:lnTo>
                <a:close/>
                <a:moveTo>
                  <a:pt x="2343150" y="2457450"/>
                </a:moveTo>
                <a:lnTo>
                  <a:pt x="2352675" y="2457450"/>
                </a:lnTo>
                <a:lnTo>
                  <a:pt x="2352675" y="2466975"/>
                </a:lnTo>
                <a:lnTo>
                  <a:pt x="2343150" y="2466975"/>
                </a:lnTo>
                <a:close/>
                <a:moveTo>
                  <a:pt x="2390775" y="2457450"/>
                </a:moveTo>
                <a:lnTo>
                  <a:pt x="2400300" y="2457450"/>
                </a:lnTo>
                <a:lnTo>
                  <a:pt x="2400300" y="2476500"/>
                </a:lnTo>
                <a:lnTo>
                  <a:pt x="2390775" y="2476500"/>
                </a:lnTo>
                <a:close/>
                <a:moveTo>
                  <a:pt x="2409825" y="2457450"/>
                </a:moveTo>
                <a:lnTo>
                  <a:pt x="2419350" y="2457450"/>
                </a:lnTo>
                <a:lnTo>
                  <a:pt x="2419350" y="2466975"/>
                </a:lnTo>
                <a:lnTo>
                  <a:pt x="2409825" y="2466975"/>
                </a:lnTo>
                <a:close/>
                <a:moveTo>
                  <a:pt x="942975" y="2466975"/>
                </a:moveTo>
                <a:lnTo>
                  <a:pt x="952500" y="2466975"/>
                </a:lnTo>
                <a:lnTo>
                  <a:pt x="952500" y="2476500"/>
                </a:lnTo>
                <a:lnTo>
                  <a:pt x="942975" y="2476500"/>
                </a:lnTo>
                <a:close/>
                <a:moveTo>
                  <a:pt x="1390650" y="2466975"/>
                </a:moveTo>
                <a:lnTo>
                  <a:pt x="1409700" y="2466975"/>
                </a:lnTo>
                <a:lnTo>
                  <a:pt x="1409700" y="2476500"/>
                </a:lnTo>
                <a:lnTo>
                  <a:pt x="1390650" y="2476500"/>
                </a:lnTo>
                <a:close/>
                <a:moveTo>
                  <a:pt x="333375" y="2476500"/>
                </a:moveTo>
                <a:lnTo>
                  <a:pt x="342900" y="2476500"/>
                </a:lnTo>
                <a:lnTo>
                  <a:pt x="342900" y="2486025"/>
                </a:lnTo>
                <a:lnTo>
                  <a:pt x="333375" y="2486025"/>
                </a:lnTo>
                <a:close/>
                <a:moveTo>
                  <a:pt x="933450" y="2476500"/>
                </a:moveTo>
                <a:lnTo>
                  <a:pt x="942975" y="2476500"/>
                </a:lnTo>
                <a:lnTo>
                  <a:pt x="942975" y="2486025"/>
                </a:lnTo>
                <a:lnTo>
                  <a:pt x="933450" y="2486025"/>
                </a:lnTo>
                <a:close/>
                <a:moveTo>
                  <a:pt x="1466850" y="2476500"/>
                </a:moveTo>
                <a:lnTo>
                  <a:pt x="1485900" y="2476500"/>
                </a:lnTo>
                <a:lnTo>
                  <a:pt x="1485900" y="2486025"/>
                </a:lnTo>
                <a:lnTo>
                  <a:pt x="1466850" y="2486025"/>
                </a:lnTo>
                <a:close/>
                <a:moveTo>
                  <a:pt x="2171700" y="2476500"/>
                </a:moveTo>
                <a:lnTo>
                  <a:pt x="2181225" y="2476500"/>
                </a:lnTo>
                <a:lnTo>
                  <a:pt x="2181225" y="2486025"/>
                </a:lnTo>
                <a:lnTo>
                  <a:pt x="2171700" y="2486025"/>
                </a:lnTo>
                <a:close/>
                <a:moveTo>
                  <a:pt x="2333625" y="2476500"/>
                </a:moveTo>
                <a:lnTo>
                  <a:pt x="2343150" y="2476500"/>
                </a:lnTo>
                <a:lnTo>
                  <a:pt x="2343150" y="2486025"/>
                </a:lnTo>
                <a:lnTo>
                  <a:pt x="2333625" y="2486025"/>
                </a:lnTo>
                <a:close/>
                <a:moveTo>
                  <a:pt x="361950" y="2486025"/>
                </a:moveTo>
                <a:lnTo>
                  <a:pt x="371475" y="2486025"/>
                </a:lnTo>
                <a:lnTo>
                  <a:pt x="371475" y="2495550"/>
                </a:lnTo>
                <a:lnTo>
                  <a:pt x="361950" y="2495550"/>
                </a:lnTo>
                <a:close/>
                <a:moveTo>
                  <a:pt x="542925" y="2486025"/>
                </a:moveTo>
                <a:lnTo>
                  <a:pt x="571500" y="2486025"/>
                </a:lnTo>
                <a:lnTo>
                  <a:pt x="571500" y="2495550"/>
                </a:lnTo>
                <a:lnTo>
                  <a:pt x="542925" y="2495550"/>
                </a:lnTo>
                <a:close/>
                <a:moveTo>
                  <a:pt x="609600" y="2486025"/>
                </a:moveTo>
                <a:lnTo>
                  <a:pt x="619125" y="2486025"/>
                </a:lnTo>
                <a:lnTo>
                  <a:pt x="619125" y="2495550"/>
                </a:lnTo>
                <a:lnTo>
                  <a:pt x="609600" y="2495550"/>
                </a:lnTo>
                <a:close/>
                <a:moveTo>
                  <a:pt x="1552575" y="2486025"/>
                </a:moveTo>
                <a:lnTo>
                  <a:pt x="1562100" y="2486025"/>
                </a:lnTo>
                <a:lnTo>
                  <a:pt x="1562100" y="2495550"/>
                </a:lnTo>
                <a:lnTo>
                  <a:pt x="1552575" y="2495550"/>
                </a:lnTo>
                <a:close/>
                <a:moveTo>
                  <a:pt x="2371725" y="2486025"/>
                </a:moveTo>
                <a:lnTo>
                  <a:pt x="2381250" y="2486025"/>
                </a:lnTo>
                <a:lnTo>
                  <a:pt x="2381250" y="2495550"/>
                </a:lnTo>
                <a:lnTo>
                  <a:pt x="2371725" y="2495550"/>
                </a:lnTo>
                <a:close/>
                <a:moveTo>
                  <a:pt x="390525" y="2495550"/>
                </a:moveTo>
                <a:lnTo>
                  <a:pt x="400050" y="2495550"/>
                </a:lnTo>
                <a:lnTo>
                  <a:pt x="400050" y="2505075"/>
                </a:lnTo>
                <a:lnTo>
                  <a:pt x="390525" y="2505075"/>
                </a:lnTo>
                <a:close/>
                <a:moveTo>
                  <a:pt x="476250" y="2495550"/>
                </a:moveTo>
                <a:lnTo>
                  <a:pt x="495300" y="2495550"/>
                </a:lnTo>
                <a:lnTo>
                  <a:pt x="495300" y="2505075"/>
                </a:lnTo>
                <a:lnTo>
                  <a:pt x="476250" y="2505075"/>
                </a:lnTo>
                <a:close/>
                <a:moveTo>
                  <a:pt x="619125" y="2495550"/>
                </a:moveTo>
                <a:lnTo>
                  <a:pt x="628650" y="2495550"/>
                </a:lnTo>
                <a:lnTo>
                  <a:pt x="628650" y="2505075"/>
                </a:lnTo>
                <a:lnTo>
                  <a:pt x="619125" y="2505075"/>
                </a:lnTo>
                <a:close/>
                <a:moveTo>
                  <a:pt x="1619250" y="2495550"/>
                </a:moveTo>
                <a:lnTo>
                  <a:pt x="1638300" y="2495550"/>
                </a:lnTo>
                <a:lnTo>
                  <a:pt x="1638300" y="2505075"/>
                </a:lnTo>
                <a:lnTo>
                  <a:pt x="1619250" y="2505075"/>
                </a:lnTo>
                <a:close/>
                <a:moveTo>
                  <a:pt x="1695450" y="2495550"/>
                </a:moveTo>
                <a:lnTo>
                  <a:pt x="1704975" y="2495550"/>
                </a:lnTo>
                <a:lnTo>
                  <a:pt x="1704975" y="2505075"/>
                </a:lnTo>
                <a:lnTo>
                  <a:pt x="1695450" y="2505075"/>
                </a:lnTo>
                <a:close/>
                <a:moveTo>
                  <a:pt x="2200275" y="2495550"/>
                </a:moveTo>
                <a:lnTo>
                  <a:pt x="2257425" y="2495550"/>
                </a:lnTo>
                <a:lnTo>
                  <a:pt x="2257425" y="2505075"/>
                </a:lnTo>
                <a:lnTo>
                  <a:pt x="2200275" y="2505075"/>
                </a:lnTo>
                <a:close/>
                <a:moveTo>
                  <a:pt x="2286000" y="2495550"/>
                </a:moveTo>
                <a:lnTo>
                  <a:pt x="2305050" y="2495550"/>
                </a:lnTo>
                <a:lnTo>
                  <a:pt x="2305050" y="2505075"/>
                </a:lnTo>
                <a:lnTo>
                  <a:pt x="2286000" y="2505075"/>
                </a:lnTo>
                <a:close/>
                <a:moveTo>
                  <a:pt x="2352675" y="2495550"/>
                </a:moveTo>
                <a:lnTo>
                  <a:pt x="2362200" y="2495550"/>
                </a:lnTo>
                <a:lnTo>
                  <a:pt x="2362200" y="2505075"/>
                </a:lnTo>
                <a:lnTo>
                  <a:pt x="2352675" y="2505075"/>
                </a:lnTo>
                <a:close/>
                <a:moveTo>
                  <a:pt x="2305050" y="2514600"/>
                </a:moveTo>
                <a:lnTo>
                  <a:pt x="2324100" y="2514600"/>
                </a:lnTo>
                <a:lnTo>
                  <a:pt x="2324100" y="2533650"/>
                </a:lnTo>
                <a:lnTo>
                  <a:pt x="2314575" y="2533650"/>
                </a:lnTo>
                <a:lnTo>
                  <a:pt x="2314575" y="2524125"/>
                </a:lnTo>
                <a:lnTo>
                  <a:pt x="2305050" y="2524125"/>
                </a:lnTo>
                <a:close/>
                <a:moveTo>
                  <a:pt x="866775" y="2533650"/>
                </a:moveTo>
                <a:lnTo>
                  <a:pt x="885825" y="2533650"/>
                </a:lnTo>
                <a:lnTo>
                  <a:pt x="885825" y="2543175"/>
                </a:lnTo>
                <a:lnTo>
                  <a:pt x="866775" y="2543175"/>
                </a:lnTo>
                <a:close/>
                <a:moveTo>
                  <a:pt x="628650" y="2543175"/>
                </a:moveTo>
                <a:lnTo>
                  <a:pt x="638175" y="2543175"/>
                </a:lnTo>
                <a:lnTo>
                  <a:pt x="638175" y="2552700"/>
                </a:lnTo>
                <a:lnTo>
                  <a:pt x="628650" y="2552700"/>
                </a:lnTo>
                <a:close/>
                <a:moveTo>
                  <a:pt x="828675" y="2543175"/>
                </a:moveTo>
                <a:lnTo>
                  <a:pt x="857250" y="2543175"/>
                </a:lnTo>
                <a:lnTo>
                  <a:pt x="857250" y="2552700"/>
                </a:lnTo>
                <a:lnTo>
                  <a:pt x="828675" y="2552700"/>
                </a:lnTo>
                <a:close/>
                <a:moveTo>
                  <a:pt x="790575" y="2552700"/>
                </a:moveTo>
                <a:lnTo>
                  <a:pt x="809625" y="2552700"/>
                </a:lnTo>
                <a:lnTo>
                  <a:pt x="809625" y="2562225"/>
                </a:lnTo>
                <a:lnTo>
                  <a:pt x="790575" y="2562225"/>
                </a:lnTo>
                <a:close/>
                <a:moveTo>
                  <a:pt x="742950" y="2562225"/>
                </a:moveTo>
                <a:lnTo>
                  <a:pt x="771525" y="2562225"/>
                </a:lnTo>
                <a:lnTo>
                  <a:pt x="771525" y="2571750"/>
                </a:lnTo>
                <a:lnTo>
                  <a:pt x="742950" y="2571750"/>
                </a:lnTo>
                <a:close/>
                <a:moveTo>
                  <a:pt x="657225" y="2571750"/>
                </a:moveTo>
                <a:lnTo>
                  <a:pt x="723900" y="2571750"/>
                </a:lnTo>
                <a:lnTo>
                  <a:pt x="723900" y="2581275"/>
                </a:lnTo>
                <a:lnTo>
                  <a:pt x="685800" y="2581275"/>
                </a:lnTo>
                <a:lnTo>
                  <a:pt x="685800" y="2590800"/>
                </a:lnTo>
                <a:lnTo>
                  <a:pt x="676275" y="2590800"/>
                </a:lnTo>
                <a:lnTo>
                  <a:pt x="676275" y="2581275"/>
                </a:lnTo>
                <a:lnTo>
                  <a:pt x="657225" y="2581275"/>
                </a:lnTo>
                <a:close/>
              </a:path>
            </a:pathLst>
          </a:custGeom>
          <a:solidFill xmlns:a="http://schemas.openxmlformats.org/drawingml/2006/main">
            <a:srgbClr val="EEEEE5"/>
          </a:solidFill>
          <a:ln xmlns:a="http://schemas.openxmlformats.org/drawingml/2006/main" w="0">
            <a:noFill/>
          </a:ln>
        </p:spPr>
      </p:sp>
      <p:sp>
        <p:nvSpPr>
          <p:cNvPr id="89" name="papers vector #ecd3a2">
            <a:extLst xmlns:a="http://schemas.openxmlformats.org/drawingml/2006/main">
              <a:ext uri="{FF2B5EF4-FFF2-40B4-BE49-F238E27FC236}">
                <a16:creationId xmlns:a16="http://schemas.microsoft.com/office/drawing/2014/main" id="{8ADE31F5-1748-4A91-8773-A6012971E6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43475" y="1724025"/>
            <a:ext cx="3781425" cy="3990975"/>
          </a:xfrm>
          <a:custGeom xmlns:a="http://schemas.openxmlformats.org/drawingml/2006/main">
            <a:pathLst>
              <a:path w="2457450" h="2590800">
                <a:moveTo>
                  <a:pt x="1628775" y="19050"/>
                </a:moveTo>
                <a:lnTo>
                  <a:pt x="1685925" y="19050"/>
                </a:lnTo>
                <a:lnTo>
                  <a:pt x="1685925" y="28575"/>
                </a:lnTo>
                <a:lnTo>
                  <a:pt x="1628775" y="28575"/>
                </a:lnTo>
                <a:close/>
                <a:moveTo>
                  <a:pt x="1552575" y="28575"/>
                </a:moveTo>
                <a:lnTo>
                  <a:pt x="1581150" y="28575"/>
                </a:lnTo>
                <a:lnTo>
                  <a:pt x="1581150" y="38100"/>
                </a:lnTo>
                <a:lnTo>
                  <a:pt x="1552575" y="38100"/>
                </a:lnTo>
                <a:close/>
                <a:moveTo>
                  <a:pt x="1704975" y="28575"/>
                </a:moveTo>
                <a:lnTo>
                  <a:pt x="1724025" y="28575"/>
                </a:lnTo>
                <a:lnTo>
                  <a:pt x="1724025" y="38100"/>
                </a:lnTo>
                <a:lnTo>
                  <a:pt x="1704975" y="38100"/>
                </a:lnTo>
                <a:close/>
                <a:moveTo>
                  <a:pt x="1476375" y="38100"/>
                </a:moveTo>
                <a:lnTo>
                  <a:pt x="1504950" y="38100"/>
                </a:lnTo>
                <a:lnTo>
                  <a:pt x="1504950" y="47625"/>
                </a:lnTo>
                <a:lnTo>
                  <a:pt x="1476375" y="47625"/>
                </a:lnTo>
                <a:close/>
                <a:moveTo>
                  <a:pt x="1733550" y="38100"/>
                </a:moveTo>
                <a:lnTo>
                  <a:pt x="1743075" y="38100"/>
                </a:lnTo>
                <a:lnTo>
                  <a:pt x="1743075" y="47625"/>
                </a:lnTo>
                <a:lnTo>
                  <a:pt x="1733550" y="47625"/>
                </a:lnTo>
                <a:close/>
                <a:moveTo>
                  <a:pt x="1409700" y="47625"/>
                </a:moveTo>
                <a:lnTo>
                  <a:pt x="1428750" y="47625"/>
                </a:lnTo>
                <a:lnTo>
                  <a:pt x="1428750" y="57150"/>
                </a:lnTo>
                <a:lnTo>
                  <a:pt x="1409700" y="57150"/>
                </a:lnTo>
                <a:close/>
                <a:moveTo>
                  <a:pt x="1752600" y="47625"/>
                </a:moveTo>
                <a:lnTo>
                  <a:pt x="1762125" y="47625"/>
                </a:lnTo>
                <a:lnTo>
                  <a:pt x="1762125" y="57150"/>
                </a:lnTo>
                <a:lnTo>
                  <a:pt x="1752600" y="57150"/>
                </a:lnTo>
                <a:close/>
                <a:moveTo>
                  <a:pt x="1343025" y="57150"/>
                </a:moveTo>
                <a:lnTo>
                  <a:pt x="1352550" y="57150"/>
                </a:lnTo>
                <a:lnTo>
                  <a:pt x="1352550" y="66675"/>
                </a:lnTo>
                <a:lnTo>
                  <a:pt x="1343025" y="66675"/>
                </a:lnTo>
                <a:close/>
                <a:moveTo>
                  <a:pt x="1257300" y="66675"/>
                </a:moveTo>
                <a:lnTo>
                  <a:pt x="1285875" y="66675"/>
                </a:lnTo>
                <a:lnTo>
                  <a:pt x="1285875" y="76200"/>
                </a:lnTo>
                <a:lnTo>
                  <a:pt x="1257300" y="76200"/>
                </a:lnTo>
                <a:close/>
                <a:moveTo>
                  <a:pt x="1781175" y="66675"/>
                </a:moveTo>
                <a:lnTo>
                  <a:pt x="1790700" y="66675"/>
                </a:lnTo>
                <a:lnTo>
                  <a:pt x="1790700" y="76200"/>
                </a:lnTo>
                <a:lnTo>
                  <a:pt x="1781175" y="76200"/>
                </a:lnTo>
                <a:close/>
                <a:moveTo>
                  <a:pt x="1181100" y="76200"/>
                </a:moveTo>
                <a:lnTo>
                  <a:pt x="1209675" y="76200"/>
                </a:lnTo>
                <a:lnTo>
                  <a:pt x="1209675" y="85725"/>
                </a:lnTo>
                <a:lnTo>
                  <a:pt x="1181100" y="85725"/>
                </a:lnTo>
                <a:close/>
                <a:moveTo>
                  <a:pt x="1790700" y="76200"/>
                </a:moveTo>
                <a:lnTo>
                  <a:pt x="1800225" y="76200"/>
                </a:lnTo>
                <a:lnTo>
                  <a:pt x="1800225" y="85725"/>
                </a:lnTo>
                <a:lnTo>
                  <a:pt x="1790700" y="85725"/>
                </a:lnTo>
                <a:close/>
                <a:moveTo>
                  <a:pt x="1800225" y="85725"/>
                </a:moveTo>
                <a:lnTo>
                  <a:pt x="1809750" y="85725"/>
                </a:lnTo>
                <a:lnTo>
                  <a:pt x="1809750" y="95250"/>
                </a:lnTo>
                <a:lnTo>
                  <a:pt x="1800225" y="95250"/>
                </a:lnTo>
                <a:close/>
                <a:moveTo>
                  <a:pt x="200025" y="190500"/>
                </a:moveTo>
                <a:lnTo>
                  <a:pt x="209550" y="190500"/>
                </a:lnTo>
                <a:lnTo>
                  <a:pt x="209550" y="200025"/>
                </a:lnTo>
                <a:lnTo>
                  <a:pt x="200025" y="200025"/>
                </a:lnTo>
                <a:close/>
                <a:moveTo>
                  <a:pt x="142875" y="219075"/>
                </a:moveTo>
                <a:lnTo>
                  <a:pt x="152400" y="219075"/>
                </a:lnTo>
                <a:lnTo>
                  <a:pt x="152400" y="228600"/>
                </a:lnTo>
                <a:lnTo>
                  <a:pt x="142875" y="228600"/>
                </a:lnTo>
                <a:close/>
                <a:moveTo>
                  <a:pt x="133350" y="228600"/>
                </a:moveTo>
                <a:lnTo>
                  <a:pt x="142875" y="228600"/>
                </a:lnTo>
                <a:lnTo>
                  <a:pt x="142875" y="238125"/>
                </a:lnTo>
                <a:lnTo>
                  <a:pt x="133350" y="238125"/>
                </a:lnTo>
                <a:close/>
                <a:moveTo>
                  <a:pt x="123825" y="238125"/>
                </a:moveTo>
                <a:lnTo>
                  <a:pt x="133350" y="238125"/>
                </a:lnTo>
                <a:lnTo>
                  <a:pt x="133350" y="247650"/>
                </a:lnTo>
                <a:lnTo>
                  <a:pt x="123825" y="247650"/>
                </a:lnTo>
                <a:close/>
                <a:moveTo>
                  <a:pt x="114300" y="247650"/>
                </a:moveTo>
                <a:lnTo>
                  <a:pt x="123825" y="247650"/>
                </a:lnTo>
                <a:lnTo>
                  <a:pt x="123825" y="257175"/>
                </a:lnTo>
                <a:lnTo>
                  <a:pt x="114300" y="257175"/>
                </a:lnTo>
                <a:close/>
                <a:moveTo>
                  <a:pt x="104775" y="257175"/>
                </a:moveTo>
                <a:lnTo>
                  <a:pt x="114300" y="257175"/>
                </a:lnTo>
                <a:lnTo>
                  <a:pt x="114300" y="266700"/>
                </a:lnTo>
                <a:lnTo>
                  <a:pt x="104775" y="266700"/>
                </a:lnTo>
                <a:close/>
                <a:moveTo>
                  <a:pt x="85725" y="285750"/>
                </a:moveTo>
                <a:lnTo>
                  <a:pt x="95250" y="285750"/>
                </a:lnTo>
                <a:lnTo>
                  <a:pt x="95250" y="295275"/>
                </a:lnTo>
                <a:lnTo>
                  <a:pt x="85725" y="295275"/>
                </a:lnTo>
                <a:close/>
                <a:moveTo>
                  <a:pt x="66675" y="323850"/>
                </a:moveTo>
                <a:lnTo>
                  <a:pt x="76200" y="323850"/>
                </a:lnTo>
                <a:lnTo>
                  <a:pt x="76200" y="333375"/>
                </a:lnTo>
                <a:lnTo>
                  <a:pt x="66675" y="333375"/>
                </a:lnTo>
                <a:close/>
                <a:moveTo>
                  <a:pt x="2181225" y="371475"/>
                </a:moveTo>
                <a:lnTo>
                  <a:pt x="2200275" y="371475"/>
                </a:lnTo>
                <a:lnTo>
                  <a:pt x="2200275" y="390525"/>
                </a:lnTo>
                <a:lnTo>
                  <a:pt x="2181225" y="390525"/>
                </a:lnTo>
                <a:close/>
                <a:moveTo>
                  <a:pt x="2266950" y="400050"/>
                </a:moveTo>
                <a:lnTo>
                  <a:pt x="2286000" y="400050"/>
                </a:lnTo>
                <a:lnTo>
                  <a:pt x="2286000" y="409575"/>
                </a:lnTo>
                <a:lnTo>
                  <a:pt x="2266950" y="409575"/>
                </a:lnTo>
                <a:close/>
                <a:moveTo>
                  <a:pt x="2305050" y="409575"/>
                </a:moveTo>
                <a:lnTo>
                  <a:pt x="2324100" y="409575"/>
                </a:lnTo>
                <a:lnTo>
                  <a:pt x="2324100" y="419100"/>
                </a:lnTo>
                <a:lnTo>
                  <a:pt x="2305050" y="419100"/>
                </a:lnTo>
                <a:close/>
                <a:moveTo>
                  <a:pt x="2343150" y="419100"/>
                </a:moveTo>
                <a:lnTo>
                  <a:pt x="2352675" y="419100"/>
                </a:lnTo>
                <a:lnTo>
                  <a:pt x="2352675" y="428625"/>
                </a:lnTo>
                <a:lnTo>
                  <a:pt x="2343150" y="428625"/>
                </a:lnTo>
                <a:close/>
                <a:moveTo>
                  <a:pt x="2133600" y="428625"/>
                </a:moveTo>
                <a:lnTo>
                  <a:pt x="2143125" y="428625"/>
                </a:lnTo>
                <a:lnTo>
                  <a:pt x="2143125" y="438150"/>
                </a:lnTo>
                <a:lnTo>
                  <a:pt x="2133600" y="438150"/>
                </a:lnTo>
                <a:close/>
                <a:moveTo>
                  <a:pt x="2381250" y="428625"/>
                </a:moveTo>
                <a:lnTo>
                  <a:pt x="2390775" y="428625"/>
                </a:lnTo>
                <a:lnTo>
                  <a:pt x="2390775" y="438150"/>
                </a:lnTo>
                <a:lnTo>
                  <a:pt x="2381250" y="438150"/>
                </a:lnTo>
                <a:close/>
                <a:moveTo>
                  <a:pt x="2409825" y="438150"/>
                </a:moveTo>
                <a:lnTo>
                  <a:pt x="2419350" y="438150"/>
                </a:lnTo>
                <a:lnTo>
                  <a:pt x="2419350" y="447675"/>
                </a:lnTo>
                <a:lnTo>
                  <a:pt x="2409825" y="447675"/>
                </a:lnTo>
                <a:close/>
                <a:moveTo>
                  <a:pt x="2428875" y="447675"/>
                </a:moveTo>
                <a:lnTo>
                  <a:pt x="2438400" y="447675"/>
                </a:lnTo>
                <a:lnTo>
                  <a:pt x="2438400" y="457200"/>
                </a:lnTo>
                <a:lnTo>
                  <a:pt x="2428875" y="457200"/>
                </a:lnTo>
                <a:close/>
                <a:moveTo>
                  <a:pt x="57150" y="457200"/>
                </a:moveTo>
                <a:lnTo>
                  <a:pt x="66675" y="457200"/>
                </a:lnTo>
                <a:lnTo>
                  <a:pt x="66675" y="466725"/>
                </a:lnTo>
                <a:lnTo>
                  <a:pt x="57150" y="466725"/>
                </a:lnTo>
                <a:close/>
                <a:moveTo>
                  <a:pt x="2124075" y="457200"/>
                </a:moveTo>
                <a:lnTo>
                  <a:pt x="2133600" y="457200"/>
                </a:lnTo>
                <a:lnTo>
                  <a:pt x="2133600" y="476250"/>
                </a:lnTo>
                <a:lnTo>
                  <a:pt x="2124075" y="476250"/>
                </a:lnTo>
                <a:close/>
                <a:moveTo>
                  <a:pt x="2438400" y="457200"/>
                </a:moveTo>
                <a:lnTo>
                  <a:pt x="2447925" y="457200"/>
                </a:lnTo>
                <a:lnTo>
                  <a:pt x="2447925" y="466725"/>
                </a:lnTo>
                <a:lnTo>
                  <a:pt x="2438400" y="466725"/>
                </a:lnTo>
                <a:close/>
                <a:moveTo>
                  <a:pt x="2276475" y="466725"/>
                </a:moveTo>
                <a:lnTo>
                  <a:pt x="2286000" y="466725"/>
                </a:lnTo>
                <a:lnTo>
                  <a:pt x="2286000" y="476250"/>
                </a:lnTo>
                <a:lnTo>
                  <a:pt x="2276475" y="476250"/>
                </a:lnTo>
                <a:close/>
                <a:moveTo>
                  <a:pt x="2295525" y="466725"/>
                </a:moveTo>
                <a:lnTo>
                  <a:pt x="2305050" y="466725"/>
                </a:lnTo>
                <a:lnTo>
                  <a:pt x="2305050" y="476250"/>
                </a:lnTo>
                <a:lnTo>
                  <a:pt x="2295525" y="476250"/>
                </a:lnTo>
                <a:close/>
                <a:moveTo>
                  <a:pt x="2447925" y="466725"/>
                </a:moveTo>
                <a:lnTo>
                  <a:pt x="2457450" y="466725"/>
                </a:lnTo>
                <a:lnTo>
                  <a:pt x="2457450" y="476250"/>
                </a:lnTo>
                <a:lnTo>
                  <a:pt x="2447925" y="476250"/>
                </a:lnTo>
                <a:close/>
                <a:moveTo>
                  <a:pt x="2114550" y="495300"/>
                </a:moveTo>
                <a:lnTo>
                  <a:pt x="2124075" y="495300"/>
                </a:lnTo>
                <a:lnTo>
                  <a:pt x="2124075" y="504825"/>
                </a:lnTo>
                <a:lnTo>
                  <a:pt x="2114550" y="504825"/>
                </a:lnTo>
                <a:close/>
                <a:moveTo>
                  <a:pt x="2295525" y="495300"/>
                </a:moveTo>
                <a:lnTo>
                  <a:pt x="2305050" y="495300"/>
                </a:lnTo>
                <a:lnTo>
                  <a:pt x="2305050" y="504825"/>
                </a:lnTo>
                <a:lnTo>
                  <a:pt x="2295525" y="504825"/>
                </a:lnTo>
                <a:close/>
                <a:moveTo>
                  <a:pt x="2266950" y="504825"/>
                </a:moveTo>
                <a:lnTo>
                  <a:pt x="2276475" y="504825"/>
                </a:lnTo>
                <a:lnTo>
                  <a:pt x="2276475" y="523875"/>
                </a:lnTo>
                <a:lnTo>
                  <a:pt x="2266950" y="523875"/>
                </a:lnTo>
                <a:close/>
                <a:moveTo>
                  <a:pt x="66675" y="514350"/>
                </a:moveTo>
                <a:lnTo>
                  <a:pt x="76200" y="514350"/>
                </a:lnTo>
                <a:lnTo>
                  <a:pt x="76200" y="552450"/>
                </a:lnTo>
                <a:lnTo>
                  <a:pt x="66675" y="552450"/>
                </a:lnTo>
                <a:close/>
                <a:moveTo>
                  <a:pt x="523875" y="514350"/>
                </a:moveTo>
                <a:lnTo>
                  <a:pt x="533400" y="514350"/>
                </a:lnTo>
                <a:lnTo>
                  <a:pt x="533400" y="523875"/>
                </a:lnTo>
                <a:lnTo>
                  <a:pt x="542925" y="523875"/>
                </a:lnTo>
                <a:lnTo>
                  <a:pt x="542925" y="600075"/>
                </a:lnTo>
                <a:lnTo>
                  <a:pt x="533400" y="600075"/>
                </a:lnTo>
                <a:lnTo>
                  <a:pt x="533400" y="609600"/>
                </a:lnTo>
                <a:lnTo>
                  <a:pt x="514350" y="609600"/>
                </a:lnTo>
                <a:lnTo>
                  <a:pt x="514350" y="628650"/>
                </a:lnTo>
                <a:lnTo>
                  <a:pt x="523875" y="628650"/>
                </a:lnTo>
                <a:lnTo>
                  <a:pt x="523875" y="619125"/>
                </a:lnTo>
                <a:lnTo>
                  <a:pt x="542925" y="619125"/>
                </a:lnTo>
                <a:lnTo>
                  <a:pt x="542925" y="628650"/>
                </a:lnTo>
                <a:lnTo>
                  <a:pt x="552450" y="628650"/>
                </a:lnTo>
                <a:lnTo>
                  <a:pt x="552450" y="647700"/>
                </a:lnTo>
                <a:lnTo>
                  <a:pt x="542925" y="647700"/>
                </a:lnTo>
                <a:lnTo>
                  <a:pt x="542925" y="657225"/>
                </a:lnTo>
                <a:lnTo>
                  <a:pt x="514350" y="657225"/>
                </a:lnTo>
                <a:lnTo>
                  <a:pt x="514350" y="666750"/>
                </a:lnTo>
                <a:lnTo>
                  <a:pt x="485775" y="666750"/>
                </a:lnTo>
                <a:lnTo>
                  <a:pt x="485775" y="676275"/>
                </a:lnTo>
                <a:lnTo>
                  <a:pt x="466725" y="676275"/>
                </a:lnTo>
                <a:lnTo>
                  <a:pt x="466725" y="695325"/>
                </a:lnTo>
                <a:lnTo>
                  <a:pt x="476250" y="695325"/>
                </a:lnTo>
                <a:lnTo>
                  <a:pt x="476250" y="685800"/>
                </a:lnTo>
                <a:lnTo>
                  <a:pt x="514350" y="685800"/>
                </a:lnTo>
                <a:lnTo>
                  <a:pt x="514350" y="676275"/>
                </a:lnTo>
                <a:lnTo>
                  <a:pt x="542925" y="676275"/>
                </a:lnTo>
                <a:lnTo>
                  <a:pt x="542925" y="666750"/>
                </a:lnTo>
                <a:lnTo>
                  <a:pt x="581025" y="666750"/>
                </a:lnTo>
                <a:lnTo>
                  <a:pt x="581025" y="657225"/>
                </a:lnTo>
                <a:lnTo>
                  <a:pt x="647700" y="657225"/>
                </a:lnTo>
                <a:lnTo>
                  <a:pt x="647700" y="666750"/>
                </a:lnTo>
                <a:lnTo>
                  <a:pt x="657225" y="666750"/>
                </a:lnTo>
                <a:lnTo>
                  <a:pt x="657225" y="676275"/>
                </a:lnTo>
                <a:lnTo>
                  <a:pt x="666750" y="676275"/>
                </a:lnTo>
                <a:lnTo>
                  <a:pt x="666750" y="695325"/>
                </a:lnTo>
                <a:lnTo>
                  <a:pt x="657225" y="695325"/>
                </a:lnTo>
                <a:lnTo>
                  <a:pt x="657225" y="704850"/>
                </a:lnTo>
                <a:lnTo>
                  <a:pt x="647700" y="704850"/>
                </a:lnTo>
                <a:lnTo>
                  <a:pt x="647700" y="714375"/>
                </a:lnTo>
                <a:lnTo>
                  <a:pt x="619125" y="714375"/>
                </a:lnTo>
                <a:lnTo>
                  <a:pt x="619125" y="723900"/>
                </a:lnTo>
                <a:lnTo>
                  <a:pt x="609600" y="723900"/>
                </a:lnTo>
                <a:lnTo>
                  <a:pt x="609600" y="733425"/>
                </a:lnTo>
                <a:lnTo>
                  <a:pt x="600075" y="733425"/>
                </a:lnTo>
                <a:lnTo>
                  <a:pt x="600075" y="809625"/>
                </a:lnTo>
                <a:lnTo>
                  <a:pt x="590550" y="809625"/>
                </a:lnTo>
                <a:lnTo>
                  <a:pt x="590550" y="819150"/>
                </a:lnTo>
                <a:lnTo>
                  <a:pt x="552450" y="819150"/>
                </a:lnTo>
                <a:lnTo>
                  <a:pt x="552450" y="828675"/>
                </a:lnTo>
                <a:lnTo>
                  <a:pt x="514350" y="828675"/>
                </a:lnTo>
                <a:lnTo>
                  <a:pt x="514350" y="838200"/>
                </a:lnTo>
                <a:lnTo>
                  <a:pt x="476250" y="838200"/>
                </a:lnTo>
                <a:lnTo>
                  <a:pt x="476250" y="847725"/>
                </a:lnTo>
                <a:lnTo>
                  <a:pt x="438150" y="847725"/>
                </a:lnTo>
                <a:lnTo>
                  <a:pt x="438150" y="857250"/>
                </a:lnTo>
                <a:lnTo>
                  <a:pt x="390525" y="857250"/>
                </a:lnTo>
                <a:lnTo>
                  <a:pt x="390525" y="847725"/>
                </a:lnTo>
                <a:lnTo>
                  <a:pt x="381000" y="847725"/>
                </a:lnTo>
                <a:lnTo>
                  <a:pt x="381000" y="809625"/>
                </a:lnTo>
                <a:lnTo>
                  <a:pt x="371475" y="809625"/>
                </a:lnTo>
                <a:lnTo>
                  <a:pt x="371475" y="771525"/>
                </a:lnTo>
                <a:lnTo>
                  <a:pt x="361950" y="771525"/>
                </a:lnTo>
                <a:lnTo>
                  <a:pt x="361950" y="733425"/>
                </a:lnTo>
                <a:lnTo>
                  <a:pt x="352425" y="733425"/>
                </a:lnTo>
                <a:lnTo>
                  <a:pt x="352425" y="695325"/>
                </a:lnTo>
                <a:lnTo>
                  <a:pt x="342900" y="695325"/>
                </a:lnTo>
                <a:lnTo>
                  <a:pt x="342900" y="657225"/>
                </a:lnTo>
                <a:lnTo>
                  <a:pt x="333375" y="657225"/>
                </a:lnTo>
                <a:lnTo>
                  <a:pt x="333375" y="619125"/>
                </a:lnTo>
                <a:lnTo>
                  <a:pt x="323850" y="619125"/>
                </a:lnTo>
                <a:lnTo>
                  <a:pt x="323850" y="571500"/>
                </a:lnTo>
                <a:lnTo>
                  <a:pt x="342900" y="571500"/>
                </a:lnTo>
                <a:lnTo>
                  <a:pt x="342900" y="561975"/>
                </a:lnTo>
                <a:lnTo>
                  <a:pt x="381000" y="561975"/>
                </a:lnTo>
                <a:lnTo>
                  <a:pt x="381000" y="552450"/>
                </a:lnTo>
                <a:lnTo>
                  <a:pt x="419100" y="552450"/>
                </a:lnTo>
                <a:lnTo>
                  <a:pt x="419100" y="542925"/>
                </a:lnTo>
                <a:lnTo>
                  <a:pt x="457200" y="542925"/>
                </a:lnTo>
                <a:lnTo>
                  <a:pt x="457200" y="533400"/>
                </a:lnTo>
                <a:lnTo>
                  <a:pt x="485775" y="533400"/>
                </a:lnTo>
                <a:lnTo>
                  <a:pt x="485775" y="523875"/>
                </a:lnTo>
                <a:lnTo>
                  <a:pt x="523875" y="523875"/>
                </a:lnTo>
                <a:close/>
                <a:moveTo>
                  <a:pt x="2105025" y="523875"/>
                </a:moveTo>
                <a:lnTo>
                  <a:pt x="2114550" y="523875"/>
                </a:lnTo>
                <a:lnTo>
                  <a:pt x="2114550" y="542925"/>
                </a:lnTo>
                <a:lnTo>
                  <a:pt x="2105025" y="542925"/>
                </a:lnTo>
                <a:close/>
                <a:moveTo>
                  <a:pt x="2286000" y="523875"/>
                </a:moveTo>
                <a:lnTo>
                  <a:pt x="2295525" y="523875"/>
                </a:lnTo>
                <a:lnTo>
                  <a:pt x="2295525" y="533400"/>
                </a:lnTo>
                <a:lnTo>
                  <a:pt x="2286000" y="533400"/>
                </a:lnTo>
                <a:close/>
                <a:moveTo>
                  <a:pt x="2447925" y="523875"/>
                </a:moveTo>
                <a:lnTo>
                  <a:pt x="2457450" y="523875"/>
                </a:lnTo>
                <a:lnTo>
                  <a:pt x="2457450" y="533400"/>
                </a:lnTo>
                <a:lnTo>
                  <a:pt x="2447925" y="533400"/>
                </a:lnTo>
                <a:close/>
                <a:moveTo>
                  <a:pt x="981075" y="542925"/>
                </a:moveTo>
                <a:lnTo>
                  <a:pt x="1000125" y="542925"/>
                </a:lnTo>
                <a:lnTo>
                  <a:pt x="1000125" y="552450"/>
                </a:lnTo>
                <a:lnTo>
                  <a:pt x="1038225" y="552450"/>
                </a:lnTo>
                <a:lnTo>
                  <a:pt x="1038225" y="561975"/>
                </a:lnTo>
                <a:lnTo>
                  <a:pt x="1085850" y="561975"/>
                </a:lnTo>
                <a:lnTo>
                  <a:pt x="1085850" y="571500"/>
                </a:lnTo>
                <a:lnTo>
                  <a:pt x="1114425" y="571500"/>
                </a:lnTo>
                <a:lnTo>
                  <a:pt x="1114425" y="561975"/>
                </a:lnTo>
                <a:lnTo>
                  <a:pt x="1133475" y="561975"/>
                </a:lnTo>
                <a:lnTo>
                  <a:pt x="1133475" y="581025"/>
                </a:lnTo>
                <a:lnTo>
                  <a:pt x="1171575" y="581025"/>
                </a:lnTo>
                <a:lnTo>
                  <a:pt x="1171575" y="590550"/>
                </a:lnTo>
                <a:lnTo>
                  <a:pt x="1190625" y="590550"/>
                </a:lnTo>
                <a:lnTo>
                  <a:pt x="1190625" y="600075"/>
                </a:lnTo>
                <a:lnTo>
                  <a:pt x="1200150" y="600075"/>
                </a:lnTo>
                <a:lnTo>
                  <a:pt x="1200150" y="647700"/>
                </a:lnTo>
                <a:lnTo>
                  <a:pt x="1190625" y="647700"/>
                </a:lnTo>
                <a:lnTo>
                  <a:pt x="1190625" y="704850"/>
                </a:lnTo>
                <a:lnTo>
                  <a:pt x="1181100" y="704850"/>
                </a:lnTo>
                <a:lnTo>
                  <a:pt x="1181100" y="752475"/>
                </a:lnTo>
                <a:lnTo>
                  <a:pt x="1171575" y="752475"/>
                </a:lnTo>
                <a:lnTo>
                  <a:pt x="1171575" y="781050"/>
                </a:lnTo>
                <a:lnTo>
                  <a:pt x="1162050" y="781050"/>
                </a:lnTo>
                <a:lnTo>
                  <a:pt x="1162050" y="790575"/>
                </a:lnTo>
                <a:lnTo>
                  <a:pt x="1152525" y="790575"/>
                </a:lnTo>
                <a:lnTo>
                  <a:pt x="1152525" y="800100"/>
                </a:lnTo>
                <a:lnTo>
                  <a:pt x="1143000" y="800100"/>
                </a:lnTo>
                <a:lnTo>
                  <a:pt x="1143000" y="809625"/>
                </a:lnTo>
                <a:lnTo>
                  <a:pt x="1066800" y="809625"/>
                </a:lnTo>
                <a:lnTo>
                  <a:pt x="1066800" y="800100"/>
                </a:lnTo>
                <a:lnTo>
                  <a:pt x="1028700" y="800100"/>
                </a:lnTo>
                <a:lnTo>
                  <a:pt x="1028700" y="790575"/>
                </a:lnTo>
                <a:lnTo>
                  <a:pt x="990600" y="790575"/>
                </a:lnTo>
                <a:lnTo>
                  <a:pt x="990600" y="781050"/>
                </a:lnTo>
                <a:lnTo>
                  <a:pt x="942975" y="781050"/>
                </a:lnTo>
                <a:lnTo>
                  <a:pt x="942975" y="771525"/>
                </a:lnTo>
                <a:lnTo>
                  <a:pt x="923925" y="771525"/>
                </a:lnTo>
                <a:lnTo>
                  <a:pt x="923925" y="762000"/>
                </a:lnTo>
                <a:lnTo>
                  <a:pt x="914400" y="762000"/>
                </a:lnTo>
                <a:lnTo>
                  <a:pt x="914400" y="752475"/>
                </a:lnTo>
                <a:lnTo>
                  <a:pt x="923925" y="752475"/>
                </a:lnTo>
                <a:lnTo>
                  <a:pt x="923925" y="723900"/>
                </a:lnTo>
                <a:lnTo>
                  <a:pt x="933450" y="723900"/>
                </a:lnTo>
                <a:lnTo>
                  <a:pt x="933450" y="695325"/>
                </a:lnTo>
                <a:lnTo>
                  <a:pt x="942975" y="695325"/>
                </a:lnTo>
                <a:lnTo>
                  <a:pt x="942975" y="657225"/>
                </a:lnTo>
                <a:lnTo>
                  <a:pt x="952500" y="657225"/>
                </a:lnTo>
                <a:lnTo>
                  <a:pt x="952500" y="619125"/>
                </a:lnTo>
                <a:lnTo>
                  <a:pt x="962025" y="619125"/>
                </a:lnTo>
                <a:lnTo>
                  <a:pt x="962025" y="571500"/>
                </a:lnTo>
                <a:lnTo>
                  <a:pt x="971550" y="571500"/>
                </a:lnTo>
                <a:lnTo>
                  <a:pt x="971550" y="552450"/>
                </a:lnTo>
                <a:lnTo>
                  <a:pt x="981075" y="552450"/>
                </a:lnTo>
                <a:close/>
                <a:moveTo>
                  <a:pt x="2266950" y="542925"/>
                </a:moveTo>
                <a:lnTo>
                  <a:pt x="2286000" y="542925"/>
                </a:lnTo>
                <a:lnTo>
                  <a:pt x="2286000" y="552450"/>
                </a:lnTo>
                <a:lnTo>
                  <a:pt x="2266950" y="552450"/>
                </a:lnTo>
                <a:close/>
                <a:moveTo>
                  <a:pt x="2438400" y="542925"/>
                </a:moveTo>
                <a:lnTo>
                  <a:pt x="2447925" y="542925"/>
                </a:lnTo>
                <a:lnTo>
                  <a:pt x="2447925" y="561975"/>
                </a:lnTo>
                <a:lnTo>
                  <a:pt x="2438400" y="561975"/>
                </a:lnTo>
                <a:close/>
                <a:moveTo>
                  <a:pt x="2095500" y="561975"/>
                </a:moveTo>
                <a:lnTo>
                  <a:pt x="2105025" y="561975"/>
                </a:lnTo>
                <a:lnTo>
                  <a:pt x="2105025" y="581025"/>
                </a:lnTo>
                <a:lnTo>
                  <a:pt x="2095500" y="581025"/>
                </a:lnTo>
                <a:close/>
                <a:moveTo>
                  <a:pt x="2257425" y="571500"/>
                </a:moveTo>
                <a:lnTo>
                  <a:pt x="2266950" y="571500"/>
                </a:lnTo>
                <a:lnTo>
                  <a:pt x="2266950" y="581025"/>
                </a:lnTo>
                <a:lnTo>
                  <a:pt x="2257425" y="581025"/>
                </a:lnTo>
                <a:close/>
                <a:moveTo>
                  <a:pt x="2247900" y="581025"/>
                </a:moveTo>
                <a:lnTo>
                  <a:pt x="2257425" y="581025"/>
                </a:lnTo>
                <a:lnTo>
                  <a:pt x="2257425" y="590550"/>
                </a:lnTo>
                <a:lnTo>
                  <a:pt x="2247900" y="590550"/>
                </a:lnTo>
                <a:close/>
                <a:moveTo>
                  <a:pt x="2266950" y="581025"/>
                </a:moveTo>
                <a:lnTo>
                  <a:pt x="2276475" y="581025"/>
                </a:lnTo>
                <a:lnTo>
                  <a:pt x="2276475" y="590550"/>
                </a:lnTo>
                <a:lnTo>
                  <a:pt x="2266950" y="590550"/>
                </a:lnTo>
                <a:close/>
                <a:moveTo>
                  <a:pt x="2428875" y="581025"/>
                </a:moveTo>
                <a:lnTo>
                  <a:pt x="2438400" y="581025"/>
                </a:lnTo>
                <a:lnTo>
                  <a:pt x="2438400" y="590550"/>
                </a:lnTo>
                <a:lnTo>
                  <a:pt x="2428875" y="590550"/>
                </a:lnTo>
                <a:close/>
                <a:moveTo>
                  <a:pt x="2105025" y="590550"/>
                </a:moveTo>
                <a:lnTo>
                  <a:pt x="2114550" y="590550"/>
                </a:lnTo>
                <a:lnTo>
                  <a:pt x="2114550" y="600075"/>
                </a:lnTo>
                <a:lnTo>
                  <a:pt x="2105025" y="600075"/>
                </a:lnTo>
                <a:close/>
                <a:moveTo>
                  <a:pt x="2114550" y="600075"/>
                </a:moveTo>
                <a:lnTo>
                  <a:pt x="2124075" y="600075"/>
                </a:lnTo>
                <a:lnTo>
                  <a:pt x="2124075" y="609600"/>
                </a:lnTo>
                <a:lnTo>
                  <a:pt x="2114550" y="609600"/>
                </a:lnTo>
                <a:close/>
                <a:moveTo>
                  <a:pt x="76200" y="609600"/>
                </a:moveTo>
                <a:lnTo>
                  <a:pt x="85725" y="609600"/>
                </a:lnTo>
                <a:lnTo>
                  <a:pt x="85725" y="638175"/>
                </a:lnTo>
                <a:lnTo>
                  <a:pt x="76200" y="638175"/>
                </a:lnTo>
                <a:close/>
                <a:moveTo>
                  <a:pt x="2124075" y="609600"/>
                </a:moveTo>
                <a:lnTo>
                  <a:pt x="2133600" y="609600"/>
                </a:lnTo>
                <a:lnTo>
                  <a:pt x="2133600" y="619125"/>
                </a:lnTo>
                <a:lnTo>
                  <a:pt x="2124075" y="619125"/>
                </a:lnTo>
                <a:close/>
                <a:moveTo>
                  <a:pt x="2143125" y="619125"/>
                </a:moveTo>
                <a:lnTo>
                  <a:pt x="2152650" y="619125"/>
                </a:lnTo>
                <a:lnTo>
                  <a:pt x="2152650" y="628650"/>
                </a:lnTo>
                <a:lnTo>
                  <a:pt x="2143125" y="628650"/>
                </a:lnTo>
                <a:close/>
                <a:moveTo>
                  <a:pt x="2419350" y="619125"/>
                </a:moveTo>
                <a:lnTo>
                  <a:pt x="2428875" y="619125"/>
                </a:lnTo>
                <a:lnTo>
                  <a:pt x="2428875" y="628650"/>
                </a:lnTo>
                <a:lnTo>
                  <a:pt x="2419350" y="628650"/>
                </a:lnTo>
                <a:close/>
                <a:moveTo>
                  <a:pt x="1028700" y="628650"/>
                </a:moveTo>
                <a:lnTo>
                  <a:pt x="1104900" y="628650"/>
                </a:lnTo>
                <a:lnTo>
                  <a:pt x="1104900" y="638175"/>
                </a:lnTo>
                <a:lnTo>
                  <a:pt x="1114425" y="638175"/>
                </a:lnTo>
                <a:lnTo>
                  <a:pt x="1114425" y="647700"/>
                </a:lnTo>
                <a:lnTo>
                  <a:pt x="1123950" y="647700"/>
                </a:lnTo>
                <a:lnTo>
                  <a:pt x="1123950" y="676275"/>
                </a:lnTo>
                <a:lnTo>
                  <a:pt x="1143000" y="676275"/>
                </a:lnTo>
                <a:lnTo>
                  <a:pt x="1143000" y="647700"/>
                </a:lnTo>
                <a:lnTo>
                  <a:pt x="1133475" y="647700"/>
                </a:lnTo>
                <a:lnTo>
                  <a:pt x="1133475" y="638175"/>
                </a:lnTo>
                <a:lnTo>
                  <a:pt x="1123950" y="638175"/>
                </a:lnTo>
                <a:lnTo>
                  <a:pt x="1123950" y="628650"/>
                </a:lnTo>
                <a:lnTo>
                  <a:pt x="1114425" y="628650"/>
                </a:lnTo>
                <a:lnTo>
                  <a:pt x="1114425" y="619125"/>
                </a:lnTo>
                <a:lnTo>
                  <a:pt x="1104900" y="619125"/>
                </a:lnTo>
                <a:lnTo>
                  <a:pt x="1104900" y="609600"/>
                </a:lnTo>
                <a:lnTo>
                  <a:pt x="1038225" y="609600"/>
                </a:lnTo>
                <a:lnTo>
                  <a:pt x="1038225" y="619125"/>
                </a:lnTo>
                <a:lnTo>
                  <a:pt x="1028700" y="619125"/>
                </a:lnTo>
                <a:close/>
                <a:moveTo>
                  <a:pt x="2171700" y="628650"/>
                </a:moveTo>
                <a:lnTo>
                  <a:pt x="2190750" y="628650"/>
                </a:lnTo>
                <a:lnTo>
                  <a:pt x="2190750" y="638175"/>
                </a:lnTo>
                <a:lnTo>
                  <a:pt x="2171700" y="638175"/>
                </a:lnTo>
                <a:close/>
                <a:moveTo>
                  <a:pt x="457200" y="638175"/>
                </a:moveTo>
                <a:lnTo>
                  <a:pt x="466725" y="638175"/>
                </a:lnTo>
                <a:lnTo>
                  <a:pt x="466725" y="628650"/>
                </a:lnTo>
                <a:lnTo>
                  <a:pt x="381000" y="628650"/>
                </a:lnTo>
                <a:lnTo>
                  <a:pt x="381000" y="657225"/>
                </a:lnTo>
                <a:lnTo>
                  <a:pt x="390525" y="657225"/>
                </a:lnTo>
                <a:lnTo>
                  <a:pt x="390525" y="666750"/>
                </a:lnTo>
                <a:lnTo>
                  <a:pt x="400050" y="666750"/>
                </a:lnTo>
                <a:lnTo>
                  <a:pt x="400050" y="657225"/>
                </a:lnTo>
                <a:lnTo>
                  <a:pt x="419100" y="657225"/>
                </a:lnTo>
                <a:lnTo>
                  <a:pt x="419100" y="647700"/>
                </a:lnTo>
                <a:lnTo>
                  <a:pt x="457200" y="647700"/>
                </a:lnTo>
                <a:close/>
                <a:moveTo>
                  <a:pt x="2209800" y="638175"/>
                </a:moveTo>
                <a:lnTo>
                  <a:pt x="2228850" y="638175"/>
                </a:lnTo>
                <a:lnTo>
                  <a:pt x="2228850" y="647700"/>
                </a:lnTo>
                <a:lnTo>
                  <a:pt x="2209800" y="647700"/>
                </a:lnTo>
                <a:close/>
                <a:moveTo>
                  <a:pt x="1847850" y="647700"/>
                </a:moveTo>
                <a:lnTo>
                  <a:pt x="1857375" y="647700"/>
                </a:lnTo>
                <a:lnTo>
                  <a:pt x="1857375" y="657225"/>
                </a:lnTo>
                <a:lnTo>
                  <a:pt x="1847850" y="657225"/>
                </a:lnTo>
                <a:close/>
                <a:moveTo>
                  <a:pt x="1876425" y="647700"/>
                </a:moveTo>
                <a:lnTo>
                  <a:pt x="1895475" y="647700"/>
                </a:lnTo>
                <a:lnTo>
                  <a:pt x="1895475" y="657225"/>
                </a:lnTo>
                <a:lnTo>
                  <a:pt x="1876425" y="657225"/>
                </a:lnTo>
                <a:close/>
                <a:moveTo>
                  <a:pt x="2409825" y="647700"/>
                </a:moveTo>
                <a:lnTo>
                  <a:pt x="2419350" y="647700"/>
                </a:lnTo>
                <a:lnTo>
                  <a:pt x="2419350" y="657225"/>
                </a:lnTo>
                <a:lnTo>
                  <a:pt x="2409825" y="657225"/>
                </a:lnTo>
                <a:close/>
                <a:moveTo>
                  <a:pt x="1828800" y="657225"/>
                </a:moveTo>
                <a:lnTo>
                  <a:pt x="1838325" y="657225"/>
                </a:lnTo>
                <a:lnTo>
                  <a:pt x="1838325" y="666750"/>
                </a:lnTo>
                <a:lnTo>
                  <a:pt x="1828800" y="666750"/>
                </a:lnTo>
                <a:close/>
                <a:moveTo>
                  <a:pt x="1924050" y="657225"/>
                </a:moveTo>
                <a:lnTo>
                  <a:pt x="1933575" y="657225"/>
                </a:lnTo>
                <a:lnTo>
                  <a:pt x="1933575" y="666750"/>
                </a:lnTo>
                <a:lnTo>
                  <a:pt x="1924050" y="666750"/>
                </a:lnTo>
                <a:close/>
                <a:moveTo>
                  <a:pt x="1962150" y="657225"/>
                </a:moveTo>
                <a:lnTo>
                  <a:pt x="1971675" y="657225"/>
                </a:lnTo>
                <a:lnTo>
                  <a:pt x="1971675" y="676275"/>
                </a:lnTo>
                <a:lnTo>
                  <a:pt x="1962150" y="676275"/>
                </a:lnTo>
                <a:close/>
                <a:moveTo>
                  <a:pt x="2400300" y="657225"/>
                </a:moveTo>
                <a:lnTo>
                  <a:pt x="2409825" y="657225"/>
                </a:lnTo>
                <a:lnTo>
                  <a:pt x="2409825" y="666750"/>
                </a:lnTo>
                <a:lnTo>
                  <a:pt x="2400300" y="666750"/>
                </a:lnTo>
                <a:close/>
                <a:moveTo>
                  <a:pt x="1819275" y="666750"/>
                </a:moveTo>
                <a:lnTo>
                  <a:pt x="1828800" y="666750"/>
                </a:lnTo>
                <a:lnTo>
                  <a:pt x="1828800" y="676275"/>
                </a:lnTo>
                <a:lnTo>
                  <a:pt x="1819275" y="676275"/>
                </a:lnTo>
                <a:close/>
                <a:moveTo>
                  <a:pt x="2266950" y="666750"/>
                </a:moveTo>
                <a:lnTo>
                  <a:pt x="2276475" y="666750"/>
                </a:lnTo>
                <a:lnTo>
                  <a:pt x="2276475" y="676275"/>
                </a:lnTo>
                <a:lnTo>
                  <a:pt x="2266950" y="676275"/>
                </a:lnTo>
                <a:close/>
                <a:moveTo>
                  <a:pt x="2390775" y="666750"/>
                </a:moveTo>
                <a:lnTo>
                  <a:pt x="2400300" y="666750"/>
                </a:lnTo>
                <a:lnTo>
                  <a:pt x="2400300" y="676275"/>
                </a:lnTo>
                <a:lnTo>
                  <a:pt x="2390775" y="676275"/>
                </a:lnTo>
                <a:close/>
                <a:moveTo>
                  <a:pt x="1809750" y="676275"/>
                </a:moveTo>
                <a:lnTo>
                  <a:pt x="1819275" y="676275"/>
                </a:lnTo>
                <a:lnTo>
                  <a:pt x="1819275" y="685800"/>
                </a:lnTo>
                <a:lnTo>
                  <a:pt x="1809750" y="685800"/>
                </a:lnTo>
                <a:close/>
                <a:moveTo>
                  <a:pt x="2000250" y="676275"/>
                </a:moveTo>
                <a:lnTo>
                  <a:pt x="2009775" y="676275"/>
                </a:lnTo>
                <a:lnTo>
                  <a:pt x="2009775" y="685800"/>
                </a:lnTo>
                <a:lnTo>
                  <a:pt x="2000250" y="685800"/>
                </a:lnTo>
                <a:close/>
                <a:moveTo>
                  <a:pt x="2276475" y="676275"/>
                </a:moveTo>
                <a:lnTo>
                  <a:pt x="2286000" y="676275"/>
                </a:lnTo>
                <a:lnTo>
                  <a:pt x="2286000" y="685800"/>
                </a:lnTo>
                <a:lnTo>
                  <a:pt x="2276475" y="685800"/>
                </a:lnTo>
                <a:close/>
                <a:moveTo>
                  <a:pt x="2038350" y="685800"/>
                </a:moveTo>
                <a:lnTo>
                  <a:pt x="2047875" y="685800"/>
                </a:lnTo>
                <a:lnTo>
                  <a:pt x="2047875" y="695325"/>
                </a:lnTo>
                <a:lnTo>
                  <a:pt x="2038350" y="695325"/>
                </a:lnTo>
                <a:close/>
                <a:moveTo>
                  <a:pt x="85725" y="695325"/>
                </a:moveTo>
                <a:lnTo>
                  <a:pt x="95250" y="695325"/>
                </a:lnTo>
                <a:lnTo>
                  <a:pt x="95250" y="723900"/>
                </a:lnTo>
                <a:lnTo>
                  <a:pt x="85725" y="723900"/>
                </a:lnTo>
                <a:close/>
                <a:moveTo>
                  <a:pt x="990600" y="695325"/>
                </a:moveTo>
                <a:lnTo>
                  <a:pt x="1000125" y="695325"/>
                </a:lnTo>
                <a:lnTo>
                  <a:pt x="1000125" y="723900"/>
                </a:lnTo>
                <a:lnTo>
                  <a:pt x="1009650" y="723900"/>
                </a:lnTo>
                <a:lnTo>
                  <a:pt x="1009650" y="733425"/>
                </a:lnTo>
                <a:lnTo>
                  <a:pt x="1028700" y="733425"/>
                </a:lnTo>
                <a:lnTo>
                  <a:pt x="1028700" y="723900"/>
                </a:lnTo>
                <a:lnTo>
                  <a:pt x="1019175" y="723900"/>
                </a:lnTo>
                <a:lnTo>
                  <a:pt x="1019175" y="704850"/>
                </a:lnTo>
                <a:lnTo>
                  <a:pt x="1009650" y="704850"/>
                </a:lnTo>
                <a:lnTo>
                  <a:pt x="1009650" y="666750"/>
                </a:lnTo>
                <a:lnTo>
                  <a:pt x="990600" y="666750"/>
                </a:lnTo>
                <a:close/>
                <a:moveTo>
                  <a:pt x="1800225" y="695325"/>
                </a:moveTo>
                <a:lnTo>
                  <a:pt x="1809750" y="695325"/>
                </a:lnTo>
                <a:lnTo>
                  <a:pt x="1809750" y="714375"/>
                </a:lnTo>
                <a:lnTo>
                  <a:pt x="1800225" y="714375"/>
                </a:lnTo>
                <a:close/>
                <a:moveTo>
                  <a:pt x="2076450" y="695325"/>
                </a:moveTo>
                <a:lnTo>
                  <a:pt x="2085975" y="695325"/>
                </a:lnTo>
                <a:lnTo>
                  <a:pt x="2085975" y="704850"/>
                </a:lnTo>
                <a:lnTo>
                  <a:pt x="2076450" y="704850"/>
                </a:lnTo>
                <a:close/>
                <a:moveTo>
                  <a:pt x="409575" y="704850"/>
                </a:moveTo>
                <a:lnTo>
                  <a:pt x="428625" y="704850"/>
                </a:lnTo>
                <a:lnTo>
                  <a:pt x="428625" y="685800"/>
                </a:lnTo>
                <a:lnTo>
                  <a:pt x="409575" y="685800"/>
                </a:lnTo>
                <a:close/>
                <a:moveTo>
                  <a:pt x="2105025" y="704850"/>
                </a:moveTo>
                <a:lnTo>
                  <a:pt x="2124075" y="704850"/>
                </a:lnTo>
                <a:lnTo>
                  <a:pt x="2124075" y="714375"/>
                </a:lnTo>
                <a:lnTo>
                  <a:pt x="2105025" y="714375"/>
                </a:lnTo>
                <a:close/>
                <a:moveTo>
                  <a:pt x="2295525" y="704850"/>
                </a:moveTo>
                <a:lnTo>
                  <a:pt x="2305050" y="704850"/>
                </a:lnTo>
                <a:lnTo>
                  <a:pt x="2305050" y="714375"/>
                </a:lnTo>
                <a:lnTo>
                  <a:pt x="2295525" y="714375"/>
                </a:lnTo>
                <a:close/>
                <a:moveTo>
                  <a:pt x="2324100" y="704850"/>
                </a:moveTo>
                <a:lnTo>
                  <a:pt x="2333625" y="704850"/>
                </a:lnTo>
                <a:lnTo>
                  <a:pt x="2333625" y="714375"/>
                </a:lnTo>
                <a:lnTo>
                  <a:pt x="2324100" y="714375"/>
                </a:lnTo>
                <a:close/>
                <a:moveTo>
                  <a:pt x="2143125" y="714375"/>
                </a:moveTo>
                <a:lnTo>
                  <a:pt x="2152650" y="714375"/>
                </a:lnTo>
                <a:lnTo>
                  <a:pt x="2152650" y="723900"/>
                </a:lnTo>
                <a:lnTo>
                  <a:pt x="2143125" y="723900"/>
                </a:lnTo>
                <a:close/>
                <a:moveTo>
                  <a:pt x="2305050" y="714375"/>
                </a:moveTo>
                <a:lnTo>
                  <a:pt x="2324100" y="714375"/>
                </a:lnTo>
                <a:lnTo>
                  <a:pt x="2324100" y="723900"/>
                </a:lnTo>
                <a:lnTo>
                  <a:pt x="2305050" y="723900"/>
                </a:lnTo>
                <a:close/>
                <a:moveTo>
                  <a:pt x="1066800" y="723900"/>
                </a:moveTo>
                <a:lnTo>
                  <a:pt x="1085850" y="723900"/>
                </a:lnTo>
                <a:lnTo>
                  <a:pt x="1085850" y="733425"/>
                </a:lnTo>
                <a:lnTo>
                  <a:pt x="1095375" y="733425"/>
                </a:lnTo>
                <a:lnTo>
                  <a:pt x="1095375" y="742950"/>
                </a:lnTo>
                <a:lnTo>
                  <a:pt x="1114425" y="742950"/>
                </a:lnTo>
                <a:lnTo>
                  <a:pt x="1114425" y="733425"/>
                </a:lnTo>
                <a:lnTo>
                  <a:pt x="1104900" y="733425"/>
                </a:lnTo>
                <a:lnTo>
                  <a:pt x="1104900" y="685800"/>
                </a:lnTo>
                <a:lnTo>
                  <a:pt x="1085850" y="685800"/>
                </a:lnTo>
                <a:lnTo>
                  <a:pt x="1085850" y="695325"/>
                </a:lnTo>
                <a:lnTo>
                  <a:pt x="1076325" y="695325"/>
                </a:lnTo>
                <a:lnTo>
                  <a:pt x="1076325" y="704850"/>
                </a:lnTo>
                <a:lnTo>
                  <a:pt x="1047750" y="704850"/>
                </a:lnTo>
                <a:lnTo>
                  <a:pt x="1047750" y="733425"/>
                </a:lnTo>
                <a:lnTo>
                  <a:pt x="1066800" y="733425"/>
                </a:lnTo>
                <a:close/>
                <a:moveTo>
                  <a:pt x="514350" y="733425"/>
                </a:moveTo>
                <a:lnTo>
                  <a:pt x="542925" y="733425"/>
                </a:lnTo>
                <a:lnTo>
                  <a:pt x="542925" y="714375"/>
                </a:lnTo>
                <a:lnTo>
                  <a:pt x="523875" y="714375"/>
                </a:lnTo>
                <a:lnTo>
                  <a:pt x="523875" y="723900"/>
                </a:lnTo>
                <a:lnTo>
                  <a:pt x="495300" y="723900"/>
                </a:lnTo>
                <a:lnTo>
                  <a:pt x="495300" y="733425"/>
                </a:lnTo>
                <a:lnTo>
                  <a:pt x="428625" y="733425"/>
                </a:lnTo>
                <a:lnTo>
                  <a:pt x="428625" y="752475"/>
                </a:lnTo>
                <a:lnTo>
                  <a:pt x="419100" y="752475"/>
                </a:lnTo>
                <a:lnTo>
                  <a:pt x="419100" y="762000"/>
                </a:lnTo>
                <a:lnTo>
                  <a:pt x="428625" y="762000"/>
                </a:lnTo>
                <a:lnTo>
                  <a:pt x="428625" y="771525"/>
                </a:lnTo>
                <a:lnTo>
                  <a:pt x="457200" y="771525"/>
                </a:lnTo>
                <a:lnTo>
                  <a:pt x="457200" y="762000"/>
                </a:lnTo>
                <a:lnTo>
                  <a:pt x="466725" y="762000"/>
                </a:lnTo>
                <a:lnTo>
                  <a:pt x="466725" y="752475"/>
                </a:lnTo>
                <a:lnTo>
                  <a:pt x="495300" y="752475"/>
                </a:lnTo>
                <a:lnTo>
                  <a:pt x="495300" y="742950"/>
                </a:lnTo>
                <a:lnTo>
                  <a:pt x="514350" y="742950"/>
                </a:lnTo>
                <a:close/>
                <a:moveTo>
                  <a:pt x="619125" y="733425"/>
                </a:moveTo>
                <a:lnTo>
                  <a:pt x="647700" y="733425"/>
                </a:lnTo>
                <a:lnTo>
                  <a:pt x="647700" y="762000"/>
                </a:lnTo>
                <a:lnTo>
                  <a:pt x="638175" y="762000"/>
                </a:lnTo>
                <a:lnTo>
                  <a:pt x="638175" y="771525"/>
                </a:lnTo>
                <a:lnTo>
                  <a:pt x="619125" y="771525"/>
                </a:lnTo>
                <a:close/>
                <a:moveTo>
                  <a:pt x="1790700" y="733425"/>
                </a:moveTo>
                <a:lnTo>
                  <a:pt x="1800225" y="733425"/>
                </a:lnTo>
                <a:lnTo>
                  <a:pt x="1800225" y="742950"/>
                </a:lnTo>
                <a:lnTo>
                  <a:pt x="1790700" y="742950"/>
                </a:lnTo>
                <a:close/>
                <a:moveTo>
                  <a:pt x="1057275" y="752475"/>
                </a:moveTo>
                <a:lnTo>
                  <a:pt x="1076325" y="752475"/>
                </a:lnTo>
                <a:lnTo>
                  <a:pt x="1076325" y="742950"/>
                </a:lnTo>
                <a:lnTo>
                  <a:pt x="1057275" y="742950"/>
                </a:lnTo>
                <a:close/>
                <a:moveTo>
                  <a:pt x="1781175" y="771525"/>
                </a:moveTo>
                <a:lnTo>
                  <a:pt x="1790700" y="771525"/>
                </a:lnTo>
                <a:lnTo>
                  <a:pt x="1790700" y="781050"/>
                </a:lnTo>
                <a:lnTo>
                  <a:pt x="1781175" y="781050"/>
                </a:lnTo>
                <a:close/>
                <a:moveTo>
                  <a:pt x="1895475" y="771525"/>
                </a:moveTo>
                <a:lnTo>
                  <a:pt x="1914525" y="771525"/>
                </a:lnTo>
                <a:lnTo>
                  <a:pt x="1914525" y="781050"/>
                </a:lnTo>
                <a:lnTo>
                  <a:pt x="1895475" y="781050"/>
                </a:lnTo>
                <a:close/>
                <a:moveTo>
                  <a:pt x="1914525" y="781050"/>
                </a:moveTo>
                <a:lnTo>
                  <a:pt x="1924050" y="781050"/>
                </a:lnTo>
                <a:lnTo>
                  <a:pt x="1924050" y="800100"/>
                </a:lnTo>
                <a:lnTo>
                  <a:pt x="1914525" y="800100"/>
                </a:lnTo>
                <a:close/>
                <a:moveTo>
                  <a:pt x="1971675" y="790575"/>
                </a:moveTo>
                <a:lnTo>
                  <a:pt x="1981200" y="790575"/>
                </a:lnTo>
                <a:lnTo>
                  <a:pt x="1981200" y="800100"/>
                </a:lnTo>
                <a:lnTo>
                  <a:pt x="1971675" y="800100"/>
                </a:lnTo>
                <a:close/>
                <a:moveTo>
                  <a:pt x="1771650" y="800100"/>
                </a:moveTo>
                <a:lnTo>
                  <a:pt x="1781175" y="800100"/>
                </a:lnTo>
                <a:lnTo>
                  <a:pt x="1781175" y="819150"/>
                </a:lnTo>
                <a:lnTo>
                  <a:pt x="1771650" y="819150"/>
                </a:lnTo>
                <a:close/>
                <a:moveTo>
                  <a:pt x="1895475" y="800100"/>
                </a:moveTo>
                <a:lnTo>
                  <a:pt x="1914525" y="800100"/>
                </a:lnTo>
                <a:lnTo>
                  <a:pt x="1914525" y="809625"/>
                </a:lnTo>
                <a:lnTo>
                  <a:pt x="1895475" y="809625"/>
                </a:lnTo>
                <a:close/>
                <a:moveTo>
                  <a:pt x="2171700" y="800100"/>
                </a:moveTo>
                <a:lnTo>
                  <a:pt x="2181225" y="800100"/>
                </a:lnTo>
                <a:lnTo>
                  <a:pt x="2181225" y="809625"/>
                </a:lnTo>
                <a:lnTo>
                  <a:pt x="2171700" y="809625"/>
                </a:lnTo>
                <a:close/>
                <a:moveTo>
                  <a:pt x="2038350" y="809625"/>
                </a:moveTo>
                <a:lnTo>
                  <a:pt x="2057400" y="809625"/>
                </a:lnTo>
                <a:lnTo>
                  <a:pt x="2057400" y="819150"/>
                </a:lnTo>
                <a:lnTo>
                  <a:pt x="2038350" y="819150"/>
                </a:lnTo>
                <a:close/>
                <a:moveTo>
                  <a:pt x="1971675" y="819150"/>
                </a:moveTo>
                <a:lnTo>
                  <a:pt x="1990725" y="819150"/>
                </a:lnTo>
                <a:lnTo>
                  <a:pt x="1990725" y="828675"/>
                </a:lnTo>
                <a:lnTo>
                  <a:pt x="1971675" y="828675"/>
                </a:lnTo>
                <a:close/>
                <a:moveTo>
                  <a:pt x="2047875" y="838200"/>
                </a:moveTo>
                <a:lnTo>
                  <a:pt x="2057400" y="838200"/>
                </a:lnTo>
                <a:lnTo>
                  <a:pt x="2057400" y="847725"/>
                </a:lnTo>
                <a:lnTo>
                  <a:pt x="2047875" y="847725"/>
                </a:lnTo>
                <a:close/>
                <a:moveTo>
                  <a:pt x="2162175" y="838200"/>
                </a:moveTo>
                <a:lnTo>
                  <a:pt x="2171700" y="838200"/>
                </a:lnTo>
                <a:lnTo>
                  <a:pt x="2171700" y="847725"/>
                </a:lnTo>
                <a:lnTo>
                  <a:pt x="2162175" y="847725"/>
                </a:lnTo>
                <a:close/>
                <a:moveTo>
                  <a:pt x="1771650" y="847725"/>
                </a:moveTo>
                <a:lnTo>
                  <a:pt x="1781175" y="847725"/>
                </a:lnTo>
                <a:lnTo>
                  <a:pt x="1781175" y="857250"/>
                </a:lnTo>
                <a:lnTo>
                  <a:pt x="1771650" y="857250"/>
                </a:lnTo>
                <a:close/>
                <a:moveTo>
                  <a:pt x="2152650" y="866775"/>
                </a:moveTo>
                <a:lnTo>
                  <a:pt x="2162175" y="866775"/>
                </a:lnTo>
                <a:lnTo>
                  <a:pt x="2162175" y="885825"/>
                </a:lnTo>
                <a:lnTo>
                  <a:pt x="2152650" y="885825"/>
                </a:lnTo>
                <a:close/>
                <a:moveTo>
                  <a:pt x="1800225" y="895350"/>
                </a:moveTo>
                <a:lnTo>
                  <a:pt x="1809750" y="895350"/>
                </a:lnTo>
                <a:lnTo>
                  <a:pt x="1809750" y="914400"/>
                </a:lnTo>
                <a:lnTo>
                  <a:pt x="1800225" y="914400"/>
                </a:lnTo>
                <a:close/>
                <a:moveTo>
                  <a:pt x="2143125" y="904875"/>
                </a:moveTo>
                <a:lnTo>
                  <a:pt x="2152650" y="904875"/>
                </a:lnTo>
                <a:lnTo>
                  <a:pt x="2152650" y="923925"/>
                </a:lnTo>
                <a:lnTo>
                  <a:pt x="2143125" y="923925"/>
                </a:lnTo>
                <a:close/>
                <a:moveTo>
                  <a:pt x="1885950" y="923925"/>
                </a:moveTo>
                <a:lnTo>
                  <a:pt x="1895475" y="923925"/>
                </a:lnTo>
                <a:lnTo>
                  <a:pt x="1895475" y="933450"/>
                </a:lnTo>
                <a:lnTo>
                  <a:pt x="1885950" y="933450"/>
                </a:lnTo>
                <a:close/>
                <a:moveTo>
                  <a:pt x="1933575" y="923925"/>
                </a:moveTo>
                <a:lnTo>
                  <a:pt x="1943100" y="923925"/>
                </a:lnTo>
                <a:lnTo>
                  <a:pt x="1943100" y="933450"/>
                </a:lnTo>
                <a:lnTo>
                  <a:pt x="1933575" y="933450"/>
                </a:lnTo>
                <a:close/>
                <a:moveTo>
                  <a:pt x="1790700" y="933450"/>
                </a:moveTo>
                <a:lnTo>
                  <a:pt x="1800225" y="933450"/>
                </a:lnTo>
                <a:lnTo>
                  <a:pt x="1800225" y="942975"/>
                </a:lnTo>
                <a:lnTo>
                  <a:pt x="1790700" y="942975"/>
                </a:lnTo>
                <a:close/>
                <a:moveTo>
                  <a:pt x="1866900" y="933450"/>
                </a:moveTo>
                <a:lnTo>
                  <a:pt x="1876425" y="933450"/>
                </a:lnTo>
                <a:lnTo>
                  <a:pt x="1876425" y="942975"/>
                </a:lnTo>
                <a:lnTo>
                  <a:pt x="1866900" y="942975"/>
                </a:lnTo>
                <a:close/>
                <a:moveTo>
                  <a:pt x="1943100" y="933450"/>
                </a:moveTo>
                <a:lnTo>
                  <a:pt x="1952625" y="933450"/>
                </a:lnTo>
                <a:lnTo>
                  <a:pt x="1952625" y="942975"/>
                </a:lnTo>
                <a:lnTo>
                  <a:pt x="1943100" y="942975"/>
                </a:lnTo>
                <a:close/>
                <a:moveTo>
                  <a:pt x="1971675" y="933450"/>
                </a:moveTo>
                <a:lnTo>
                  <a:pt x="1981200" y="933450"/>
                </a:lnTo>
                <a:lnTo>
                  <a:pt x="1981200" y="952500"/>
                </a:lnTo>
                <a:lnTo>
                  <a:pt x="1971675" y="952500"/>
                </a:lnTo>
                <a:close/>
                <a:moveTo>
                  <a:pt x="1838325" y="942975"/>
                </a:moveTo>
                <a:lnTo>
                  <a:pt x="1847850" y="942975"/>
                </a:lnTo>
                <a:lnTo>
                  <a:pt x="1847850" y="952500"/>
                </a:lnTo>
                <a:lnTo>
                  <a:pt x="1838325" y="952500"/>
                </a:lnTo>
                <a:close/>
                <a:moveTo>
                  <a:pt x="2000250" y="942975"/>
                </a:moveTo>
                <a:lnTo>
                  <a:pt x="2019300" y="942975"/>
                </a:lnTo>
                <a:lnTo>
                  <a:pt x="2019300" y="952500"/>
                </a:lnTo>
                <a:lnTo>
                  <a:pt x="2000250" y="952500"/>
                </a:lnTo>
                <a:close/>
                <a:moveTo>
                  <a:pt x="1819275" y="952500"/>
                </a:moveTo>
                <a:lnTo>
                  <a:pt x="1828800" y="952500"/>
                </a:lnTo>
                <a:lnTo>
                  <a:pt x="1828800" y="962025"/>
                </a:lnTo>
                <a:lnTo>
                  <a:pt x="1819275" y="962025"/>
                </a:lnTo>
                <a:close/>
                <a:moveTo>
                  <a:pt x="2038350" y="952500"/>
                </a:moveTo>
                <a:lnTo>
                  <a:pt x="2047875" y="952500"/>
                </a:lnTo>
                <a:lnTo>
                  <a:pt x="2047875" y="962025"/>
                </a:lnTo>
                <a:lnTo>
                  <a:pt x="2038350" y="962025"/>
                </a:lnTo>
                <a:close/>
                <a:moveTo>
                  <a:pt x="2105025" y="952500"/>
                </a:moveTo>
                <a:lnTo>
                  <a:pt x="2114550" y="952500"/>
                </a:lnTo>
                <a:lnTo>
                  <a:pt x="2114550" y="962025"/>
                </a:lnTo>
                <a:lnTo>
                  <a:pt x="2105025" y="962025"/>
                </a:lnTo>
                <a:close/>
                <a:moveTo>
                  <a:pt x="733425" y="1028700"/>
                </a:moveTo>
                <a:lnTo>
                  <a:pt x="752475" y="1028700"/>
                </a:lnTo>
                <a:lnTo>
                  <a:pt x="752475" y="1038225"/>
                </a:lnTo>
                <a:lnTo>
                  <a:pt x="733425" y="1038225"/>
                </a:lnTo>
                <a:close/>
                <a:moveTo>
                  <a:pt x="781050" y="1028700"/>
                </a:moveTo>
                <a:lnTo>
                  <a:pt x="800100" y="1028700"/>
                </a:lnTo>
                <a:lnTo>
                  <a:pt x="800100" y="1038225"/>
                </a:lnTo>
                <a:lnTo>
                  <a:pt x="809625" y="1038225"/>
                </a:lnTo>
                <a:lnTo>
                  <a:pt x="809625" y="1028700"/>
                </a:lnTo>
                <a:lnTo>
                  <a:pt x="828675" y="1028700"/>
                </a:lnTo>
                <a:lnTo>
                  <a:pt x="828675" y="1038225"/>
                </a:lnTo>
                <a:lnTo>
                  <a:pt x="819150" y="1038225"/>
                </a:lnTo>
                <a:lnTo>
                  <a:pt x="819150" y="1047750"/>
                </a:lnTo>
                <a:lnTo>
                  <a:pt x="752475" y="1047750"/>
                </a:lnTo>
                <a:lnTo>
                  <a:pt x="752475" y="1038225"/>
                </a:lnTo>
                <a:lnTo>
                  <a:pt x="781050" y="1038225"/>
                </a:lnTo>
                <a:close/>
                <a:moveTo>
                  <a:pt x="123825" y="1076325"/>
                </a:moveTo>
                <a:lnTo>
                  <a:pt x="133350" y="1076325"/>
                </a:lnTo>
                <a:lnTo>
                  <a:pt x="133350" y="1104900"/>
                </a:lnTo>
                <a:lnTo>
                  <a:pt x="123825" y="1104900"/>
                </a:lnTo>
                <a:close/>
                <a:moveTo>
                  <a:pt x="1962150" y="1400175"/>
                </a:moveTo>
                <a:lnTo>
                  <a:pt x="1971675" y="1400175"/>
                </a:lnTo>
                <a:lnTo>
                  <a:pt x="1971675" y="1409700"/>
                </a:lnTo>
                <a:lnTo>
                  <a:pt x="1962150" y="1409700"/>
                </a:lnTo>
                <a:close/>
                <a:moveTo>
                  <a:pt x="1971675" y="1485900"/>
                </a:moveTo>
                <a:lnTo>
                  <a:pt x="1981200" y="1485900"/>
                </a:lnTo>
                <a:lnTo>
                  <a:pt x="1981200" y="1514475"/>
                </a:lnTo>
                <a:lnTo>
                  <a:pt x="1971675" y="1514475"/>
                </a:lnTo>
                <a:close/>
                <a:moveTo>
                  <a:pt x="1981200" y="1562100"/>
                </a:moveTo>
                <a:lnTo>
                  <a:pt x="1990725" y="1562100"/>
                </a:lnTo>
                <a:lnTo>
                  <a:pt x="1990725" y="1590675"/>
                </a:lnTo>
                <a:lnTo>
                  <a:pt x="1981200" y="1590675"/>
                </a:lnTo>
                <a:close/>
                <a:moveTo>
                  <a:pt x="885825" y="1581150"/>
                </a:moveTo>
                <a:lnTo>
                  <a:pt x="904875" y="1581150"/>
                </a:lnTo>
                <a:lnTo>
                  <a:pt x="904875" y="1590675"/>
                </a:lnTo>
                <a:lnTo>
                  <a:pt x="885825" y="1590675"/>
                </a:lnTo>
                <a:close/>
                <a:moveTo>
                  <a:pt x="857250" y="1600200"/>
                </a:moveTo>
                <a:lnTo>
                  <a:pt x="866775" y="1600200"/>
                </a:lnTo>
                <a:lnTo>
                  <a:pt x="866775" y="1609725"/>
                </a:lnTo>
                <a:lnTo>
                  <a:pt x="857250" y="1609725"/>
                </a:lnTo>
                <a:close/>
                <a:moveTo>
                  <a:pt x="857250" y="1619250"/>
                </a:moveTo>
                <a:lnTo>
                  <a:pt x="866775" y="1619250"/>
                </a:lnTo>
                <a:lnTo>
                  <a:pt x="866775" y="1628775"/>
                </a:lnTo>
                <a:lnTo>
                  <a:pt x="857250" y="1628775"/>
                </a:lnTo>
                <a:close/>
                <a:moveTo>
                  <a:pt x="819150" y="1628775"/>
                </a:moveTo>
                <a:lnTo>
                  <a:pt x="828675" y="1628775"/>
                </a:lnTo>
                <a:lnTo>
                  <a:pt x="828675" y="1638300"/>
                </a:lnTo>
                <a:lnTo>
                  <a:pt x="838200" y="1638300"/>
                </a:lnTo>
                <a:lnTo>
                  <a:pt x="838200" y="1628775"/>
                </a:lnTo>
                <a:lnTo>
                  <a:pt x="847725" y="1628775"/>
                </a:lnTo>
                <a:lnTo>
                  <a:pt x="847725" y="1638300"/>
                </a:lnTo>
                <a:lnTo>
                  <a:pt x="838200" y="1638300"/>
                </a:lnTo>
                <a:lnTo>
                  <a:pt x="838200" y="1685925"/>
                </a:lnTo>
                <a:lnTo>
                  <a:pt x="828675" y="1685925"/>
                </a:lnTo>
                <a:lnTo>
                  <a:pt x="828675" y="1695450"/>
                </a:lnTo>
                <a:lnTo>
                  <a:pt x="819150" y="1695450"/>
                </a:lnTo>
                <a:lnTo>
                  <a:pt x="819150" y="1704975"/>
                </a:lnTo>
                <a:lnTo>
                  <a:pt x="809625" y="1704975"/>
                </a:lnTo>
                <a:lnTo>
                  <a:pt x="809625" y="1695450"/>
                </a:lnTo>
                <a:lnTo>
                  <a:pt x="800100" y="1695450"/>
                </a:lnTo>
                <a:lnTo>
                  <a:pt x="800100" y="1657350"/>
                </a:lnTo>
                <a:lnTo>
                  <a:pt x="809625" y="1657350"/>
                </a:lnTo>
                <a:lnTo>
                  <a:pt x="809625" y="1638300"/>
                </a:lnTo>
                <a:lnTo>
                  <a:pt x="819150" y="1638300"/>
                </a:lnTo>
                <a:close/>
                <a:moveTo>
                  <a:pt x="819150" y="1657350"/>
                </a:moveTo>
                <a:lnTo>
                  <a:pt x="828675" y="1657350"/>
                </a:lnTo>
                <a:lnTo>
                  <a:pt x="828675" y="1647825"/>
                </a:lnTo>
                <a:lnTo>
                  <a:pt x="819150" y="1647825"/>
                </a:lnTo>
                <a:close/>
                <a:moveTo>
                  <a:pt x="1990725" y="1657350"/>
                </a:moveTo>
                <a:lnTo>
                  <a:pt x="2000250" y="1657350"/>
                </a:lnTo>
                <a:lnTo>
                  <a:pt x="2000250" y="1676400"/>
                </a:lnTo>
                <a:lnTo>
                  <a:pt x="1990725" y="1676400"/>
                </a:lnTo>
                <a:close/>
                <a:moveTo>
                  <a:pt x="1981200" y="1752600"/>
                </a:moveTo>
                <a:lnTo>
                  <a:pt x="2019300" y="1752600"/>
                </a:lnTo>
                <a:lnTo>
                  <a:pt x="2019300" y="1762125"/>
                </a:lnTo>
                <a:lnTo>
                  <a:pt x="2028825" y="1762125"/>
                </a:lnTo>
                <a:lnTo>
                  <a:pt x="2028825" y="1819275"/>
                </a:lnTo>
                <a:lnTo>
                  <a:pt x="2038350" y="1819275"/>
                </a:lnTo>
                <a:lnTo>
                  <a:pt x="2038350" y="1876425"/>
                </a:lnTo>
                <a:lnTo>
                  <a:pt x="2047875" y="1876425"/>
                </a:lnTo>
                <a:lnTo>
                  <a:pt x="2047875" y="1933575"/>
                </a:lnTo>
                <a:lnTo>
                  <a:pt x="2057400" y="1933575"/>
                </a:lnTo>
                <a:lnTo>
                  <a:pt x="2057400" y="1981200"/>
                </a:lnTo>
                <a:lnTo>
                  <a:pt x="2066925" y="1981200"/>
                </a:lnTo>
                <a:lnTo>
                  <a:pt x="2066925" y="2009775"/>
                </a:lnTo>
                <a:lnTo>
                  <a:pt x="2076450" y="2009775"/>
                </a:lnTo>
                <a:lnTo>
                  <a:pt x="2076450" y="2038350"/>
                </a:lnTo>
                <a:lnTo>
                  <a:pt x="2066925" y="2038350"/>
                </a:lnTo>
                <a:lnTo>
                  <a:pt x="2066925" y="2047875"/>
                </a:lnTo>
                <a:lnTo>
                  <a:pt x="2047875" y="2047875"/>
                </a:lnTo>
                <a:lnTo>
                  <a:pt x="2047875" y="2057400"/>
                </a:lnTo>
                <a:lnTo>
                  <a:pt x="2000250" y="2057400"/>
                </a:lnTo>
                <a:lnTo>
                  <a:pt x="2000250" y="2066925"/>
                </a:lnTo>
                <a:lnTo>
                  <a:pt x="1943100" y="2066925"/>
                </a:lnTo>
                <a:lnTo>
                  <a:pt x="1943100" y="2076450"/>
                </a:lnTo>
                <a:lnTo>
                  <a:pt x="1885950" y="2076450"/>
                </a:lnTo>
                <a:lnTo>
                  <a:pt x="1885950" y="2085975"/>
                </a:lnTo>
                <a:lnTo>
                  <a:pt x="1809750" y="2085975"/>
                </a:lnTo>
                <a:lnTo>
                  <a:pt x="1809750" y="2105025"/>
                </a:lnTo>
                <a:lnTo>
                  <a:pt x="1781175" y="2105025"/>
                </a:lnTo>
                <a:lnTo>
                  <a:pt x="1781175" y="2085975"/>
                </a:lnTo>
                <a:lnTo>
                  <a:pt x="1771650" y="2085975"/>
                </a:lnTo>
                <a:lnTo>
                  <a:pt x="1771650" y="2066925"/>
                </a:lnTo>
                <a:lnTo>
                  <a:pt x="1752600" y="2066925"/>
                </a:lnTo>
                <a:lnTo>
                  <a:pt x="1752600" y="2047875"/>
                </a:lnTo>
                <a:lnTo>
                  <a:pt x="1762125" y="2047875"/>
                </a:lnTo>
                <a:lnTo>
                  <a:pt x="1762125" y="2019300"/>
                </a:lnTo>
                <a:lnTo>
                  <a:pt x="1752600" y="2019300"/>
                </a:lnTo>
                <a:lnTo>
                  <a:pt x="1752600" y="1971675"/>
                </a:lnTo>
                <a:lnTo>
                  <a:pt x="1743075" y="1971675"/>
                </a:lnTo>
                <a:lnTo>
                  <a:pt x="1743075" y="1914525"/>
                </a:lnTo>
                <a:lnTo>
                  <a:pt x="1733550" y="1914525"/>
                </a:lnTo>
                <a:lnTo>
                  <a:pt x="1733550" y="1905000"/>
                </a:lnTo>
                <a:lnTo>
                  <a:pt x="1724025" y="1905000"/>
                </a:lnTo>
                <a:lnTo>
                  <a:pt x="1724025" y="1895475"/>
                </a:lnTo>
                <a:lnTo>
                  <a:pt x="1733550" y="1895475"/>
                </a:lnTo>
                <a:lnTo>
                  <a:pt x="1733550" y="1828800"/>
                </a:lnTo>
                <a:lnTo>
                  <a:pt x="1724025" y="1828800"/>
                </a:lnTo>
                <a:lnTo>
                  <a:pt x="1724025" y="1800225"/>
                </a:lnTo>
                <a:lnTo>
                  <a:pt x="1733550" y="1800225"/>
                </a:lnTo>
                <a:lnTo>
                  <a:pt x="1733550" y="1790700"/>
                </a:lnTo>
                <a:lnTo>
                  <a:pt x="1781175" y="1790700"/>
                </a:lnTo>
                <a:lnTo>
                  <a:pt x="1781175" y="1781175"/>
                </a:lnTo>
                <a:lnTo>
                  <a:pt x="1857375" y="1781175"/>
                </a:lnTo>
                <a:lnTo>
                  <a:pt x="1857375" y="1790700"/>
                </a:lnTo>
                <a:lnTo>
                  <a:pt x="1866900" y="1790700"/>
                </a:lnTo>
                <a:lnTo>
                  <a:pt x="1866900" y="1809750"/>
                </a:lnTo>
                <a:lnTo>
                  <a:pt x="1885950" y="1809750"/>
                </a:lnTo>
                <a:lnTo>
                  <a:pt x="1885950" y="1800225"/>
                </a:lnTo>
                <a:lnTo>
                  <a:pt x="1895475" y="1800225"/>
                </a:lnTo>
                <a:lnTo>
                  <a:pt x="1895475" y="1790700"/>
                </a:lnTo>
                <a:lnTo>
                  <a:pt x="1905000" y="1790700"/>
                </a:lnTo>
                <a:lnTo>
                  <a:pt x="1905000" y="1781175"/>
                </a:lnTo>
                <a:lnTo>
                  <a:pt x="1914525" y="1781175"/>
                </a:lnTo>
                <a:lnTo>
                  <a:pt x="1914525" y="1771650"/>
                </a:lnTo>
                <a:lnTo>
                  <a:pt x="1924050" y="1771650"/>
                </a:lnTo>
                <a:lnTo>
                  <a:pt x="1924050" y="1762125"/>
                </a:lnTo>
                <a:lnTo>
                  <a:pt x="1981200" y="1762125"/>
                </a:lnTo>
                <a:close/>
                <a:moveTo>
                  <a:pt x="2181225" y="1800225"/>
                </a:moveTo>
                <a:lnTo>
                  <a:pt x="2190750" y="1800225"/>
                </a:lnTo>
                <a:lnTo>
                  <a:pt x="2190750" y="1809750"/>
                </a:lnTo>
                <a:lnTo>
                  <a:pt x="2181225" y="1809750"/>
                </a:lnTo>
                <a:close/>
                <a:moveTo>
                  <a:pt x="2162175" y="1809750"/>
                </a:moveTo>
                <a:lnTo>
                  <a:pt x="2171700" y="1809750"/>
                </a:lnTo>
                <a:lnTo>
                  <a:pt x="2171700" y="1819275"/>
                </a:lnTo>
                <a:lnTo>
                  <a:pt x="2162175" y="1819275"/>
                </a:lnTo>
                <a:close/>
                <a:moveTo>
                  <a:pt x="2143125" y="1819275"/>
                </a:moveTo>
                <a:lnTo>
                  <a:pt x="2162175" y="1819275"/>
                </a:lnTo>
                <a:lnTo>
                  <a:pt x="2162175" y="1828800"/>
                </a:lnTo>
                <a:lnTo>
                  <a:pt x="2143125" y="1828800"/>
                </a:lnTo>
                <a:close/>
                <a:moveTo>
                  <a:pt x="2190750" y="1819275"/>
                </a:moveTo>
                <a:lnTo>
                  <a:pt x="2200275" y="1819275"/>
                </a:lnTo>
                <a:lnTo>
                  <a:pt x="2200275" y="1828800"/>
                </a:lnTo>
                <a:lnTo>
                  <a:pt x="2190750" y="1828800"/>
                </a:lnTo>
                <a:close/>
                <a:moveTo>
                  <a:pt x="2162175" y="1828800"/>
                </a:moveTo>
                <a:lnTo>
                  <a:pt x="2181225" y="1828800"/>
                </a:lnTo>
                <a:lnTo>
                  <a:pt x="2181225" y="1847850"/>
                </a:lnTo>
                <a:lnTo>
                  <a:pt x="2162175" y="1847850"/>
                </a:lnTo>
                <a:close/>
                <a:moveTo>
                  <a:pt x="2114550" y="1838325"/>
                </a:moveTo>
                <a:lnTo>
                  <a:pt x="2124075" y="1838325"/>
                </a:lnTo>
                <a:lnTo>
                  <a:pt x="2124075" y="1857375"/>
                </a:lnTo>
                <a:lnTo>
                  <a:pt x="2114550" y="1857375"/>
                </a:lnTo>
                <a:close/>
                <a:moveTo>
                  <a:pt x="552450" y="1847850"/>
                </a:moveTo>
                <a:lnTo>
                  <a:pt x="561975" y="1847850"/>
                </a:lnTo>
                <a:lnTo>
                  <a:pt x="561975" y="1866900"/>
                </a:lnTo>
                <a:lnTo>
                  <a:pt x="542925" y="1866900"/>
                </a:lnTo>
                <a:lnTo>
                  <a:pt x="542925" y="1857375"/>
                </a:lnTo>
                <a:lnTo>
                  <a:pt x="552450" y="1857375"/>
                </a:lnTo>
                <a:close/>
                <a:moveTo>
                  <a:pt x="2190750" y="1847850"/>
                </a:moveTo>
                <a:lnTo>
                  <a:pt x="2200275" y="1847850"/>
                </a:lnTo>
                <a:lnTo>
                  <a:pt x="2200275" y="1857375"/>
                </a:lnTo>
                <a:lnTo>
                  <a:pt x="2190750" y="1857375"/>
                </a:lnTo>
                <a:close/>
                <a:moveTo>
                  <a:pt x="1952625" y="1857375"/>
                </a:moveTo>
                <a:lnTo>
                  <a:pt x="1990725" y="1857375"/>
                </a:lnTo>
                <a:lnTo>
                  <a:pt x="1990725" y="1838325"/>
                </a:lnTo>
                <a:lnTo>
                  <a:pt x="1952625" y="1838325"/>
                </a:lnTo>
                <a:lnTo>
                  <a:pt x="1952625" y="1847850"/>
                </a:lnTo>
                <a:lnTo>
                  <a:pt x="1933575" y="1847850"/>
                </a:lnTo>
                <a:lnTo>
                  <a:pt x="1933575" y="1838325"/>
                </a:lnTo>
                <a:lnTo>
                  <a:pt x="1914525" y="1838325"/>
                </a:lnTo>
                <a:lnTo>
                  <a:pt x="1914525" y="1847850"/>
                </a:lnTo>
                <a:lnTo>
                  <a:pt x="1905000" y="1847850"/>
                </a:lnTo>
                <a:lnTo>
                  <a:pt x="1905000" y="1866900"/>
                </a:lnTo>
                <a:lnTo>
                  <a:pt x="1952625" y="1866900"/>
                </a:lnTo>
                <a:close/>
                <a:moveTo>
                  <a:pt x="2124075" y="1857375"/>
                </a:moveTo>
                <a:lnTo>
                  <a:pt x="2133600" y="1857375"/>
                </a:lnTo>
                <a:lnTo>
                  <a:pt x="2133600" y="1866900"/>
                </a:lnTo>
                <a:lnTo>
                  <a:pt x="2124075" y="1866900"/>
                </a:lnTo>
                <a:close/>
                <a:moveTo>
                  <a:pt x="2209800" y="1857375"/>
                </a:moveTo>
                <a:lnTo>
                  <a:pt x="2219325" y="1857375"/>
                </a:lnTo>
                <a:lnTo>
                  <a:pt x="2219325" y="1866900"/>
                </a:lnTo>
                <a:lnTo>
                  <a:pt x="2209800" y="1866900"/>
                </a:lnTo>
                <a:close/>
                <a:moveTo>
                  <a:pt x="2162175" y="1866900"/>
                </a:moveTo>
                <a:lnTo>
                  <a:pt x="2171700" y="1866900"/>
                </a:lnTo>
                <a:lnTo>
                  <a:pt x="2171700" y="1876425"/>
                </a:lnTo>
                <a:lnTo>
                  <a:pt x="2162175" y="1876425"/>
                </a:lnTo>
                <a:close/>
                <a:moveTo>
                  <a:pt x="2181225" y="1866900"/>
                </a:moveTo>
                <a:lnTo>
                  <a:pt x="2190750" y="1866900"/>
                </a:lnTo>
                <a:lnTo>
                  <a:pt x="2190750" y="1876425"/>
                </a:lnTo>
                <a:lnTo>
                  <a:pt x="2181225" y="1876425"/>
                </a:lnTo>
                <a:close/>
                <a:moveTo>
                  <a:pt x="1866900" y="1876425"/>
                </a:moveTo>
                <a:lnTo>
                  <a:pt x="1885950" y="1876425"/>
                </a:lnTo>
                <a:lnTo>
                  <a:pt x="1885950" y="1866900"/>
                </a:lnTo>
                <a:lnTo>
                  <a:pt x="1876425" y="1866900"/>
                </a:lnTo>
                <a:lnTo>
                  <a:pt x="1876425" y="1857375"/>
                </a:lnTo>
                <a:lnTo>
                  <a:pt x="1809750" y="1857375"/>
                </a:lnTo>
                <a:lnTo>
                  <a:pt x="1809750" y="1847850"/>
                </a:lnTo>
                <a:lnTo>
                  <a:pt x="1781175" y="1847850"/>
                </a:lnTo>
                <a:lnTo>
                  <a:pt x="1781175" y="1857375"/>
                </a:lnTo>
                <a:lnTo>
                  <a:pt x="1771650" y="1857375"/>
                </a:lnTo>
                <a:lnTo>
                  <a:pt x="1771650" y="1895475"/>
                </a:lnTo>
                <a:lnTo>
                  <a:pt x="1781175" y="1895475"/>
                </a:lnTo>
                <a:lnTo>
                  <a:pt x="1781175" y="1905000"/>
                </a:lnTo>
                <a:lnTo>
                  <a:pt x="1800225" y="1905000"/>
                </a:lnTo>
                <a:lnTo>
                  <a:pt x="1800225" y="1895475"/>
                </a:lnTo>
                <a:lnTo>
                  <a:pt x="1809750" y="1895475"/>
                </a:lnTo>
                <a:lnTo>
                  <a:pt x="1809750" y="1885950"/>
                </a:lnTo>
                <a:lnTo>
                  <a:pt x="1866900" y="1885950"/>
                </a:lnTo>
                <a:close/>
                <a:moveTo>
                  <a:pt x="2133600" y="1876425"/>
                </a:moveTo>
                <a:lnTo>
                  <a:pt x="2143125" y="1876425"/>
                </a:lnTo>
                <a:lnTo>
                  <a:pt x="2143125" y="1885950"/>
                </a:lnTo>
                <a:lnTo>
                  <a:pt x="2133600" y="1885950"/>
                </a:lnTo>
                <a:close/>
                <a:moveTo>
                  <a:pt x="2200275" y="1876425"/>
                </a:moveTo>
                <a:lnTo>
                  <a:pt x="2209800" y="1876425"/>
                </a:lnTo>
                <a:lnTo>
                  <a:pt x="2209800" y="1885950"/>
                </a:lnTo>
                <a:lnTo>
                  <a:pt x="2200275" y="1885950"/>
                </a:lnTo>
                <a:close/>
                <a:moveTo>
                  <a:pt x="2228850" y="1885950"/>
                </a:moveTo>
                <a:lnTo>
                  <a:pt x="2238375" y="1885950"/>
                </a:lnTo>
                <a:lnTo>
                  <a:pt x="2238375" y="1895475"/>
                </a:lnTo>
                <a:lnTo>
                  <a:pt x="2228850" y="1895475"/>
                </a:lnTo>
                <a:close/>
                <a:moveTo>
                  <a:pt x="2266950" y="1885950"/>
                </a:moveTo>
                <a:lnTo>
                  <a:pt x="2276475" y="1885950"/>
                </a:lnTo>
                <a:lnTo>
                  <a:pt x="2276475" y="1895475"/>
                </a:lnTo>
                <a:lnTo>
                  <a:pt x="2266950" y="1895475"/>
                </a:lnTo>
                <a:close/>
                <a:moveTo>
                  <a:pt x="2143125" y="1895475"/>
                </a:moveTo>
                <a:lnTo>
                  <a:pt x="2152650" y="1895475"/>
                </a:lnTo>
                <a:lnTo>
                  <a:pt x="2152650" y="1905000"/>
                </a:lnTo>
                <a:lnTo>
                  <a:pt x="2143125" y="1905000"/>
                </a:lnTo>
                <a:close/>
                <a:moveTo>
                  <a:pt x="1971675" y="1905000"/>
                </a:moveTo>
                <a:lnTo>
                  <a:pt x="1990725" y="1905000"/>
                </a:lnTo>
                <a:lnTo>
                  <a:pt x="1990725" y="1885950"/>
                </a:lnTo>
                <a:lnTo>
                  <a:pt x="1971675" y="1885950"/>
                </a:lnTo>
                <a:close/>
                <a:moveTo>
                  <a:pt x="2152650" y="1905000"/>
                </a:moveTo>
                <a:lnTo>
                  <a:pt x="2162175" y="1905000"/>
                </a:lnTo>
                <a:lnTo>
                  <a:pt x="2162175" y="1914525"/>
                </a:lnTo>
                <a:lnTo>
                  <a:pt x="2152650" y="1914525"/>
                </a:lnTo>
                <a:close/>
                <a:moveTo>
                  <a:pt x="2257425" y="1905000"/>
                </a:moveTo>
                <a:lnTo>
                  <a:pt x="2266950" y="1905000"/>
                </a:lnTo>
                <a:lnTo>
                  <a:pt x="2266950" y="1914525"/>
                </a:lnTo>
                <a:lnTo>
                  <a:pt x="2257425" y="1914525"/>
                </a:lnTo>
                <a:close/>
                <a:moveTo>
                  <a:pt x="2295525" y="1905000"/>
                </a:moveTo>
                <a:lnTo>
                  <a:pt x="2305050" y="1905000"/>
                </a:lnTo>
                <a:lnTo>
                  <a:pt x="2305050" y="1914525"/>
                </a:lnTo>
                <a:lnTo>
                  <a:pt x="2295525" y="1914525"/>
                </a:lnTo>
                <a:close/>
                <a:moveTo>
                  <a:pt x="2276475" y="1914525"/>
                </a:moveTo>
                <a:lnTo>
                  <a:pt x="2286000" y="1914525"/>
                </a:lnTo>
                <a:lnTo>
                  <a:pt x="2286000" y="1924050"/>
                </a:lnTo>
                <a:lnTo>
                  <a:pt x="2276475" y="1924050"/>
                </a:lnTo>
                <a:close/>
                <a:moveTo>
                  <a:pt x="1876425" y="1924050"/>
                </a:moveTo>
                <a:lnTo>
                  <a:pt x="1914525" y="1924050"/>
                </a:lnTo>
                <a:lnTo>
                  <a:pt x="1914525" y="1905000"/>
                </a:lnTo>
                <a:lnTo>
                  <a:pt x="1876425" y="1905000"/>
                </a:lnTo>
                <a:close/>
                <a:moveTo>
                  <a:pt x="2286000" y="1924050"/>
                </a:moveTo>
                <a:lnTo>
                  <a:pt x="2295525" y="1924050"/>
                </a:lnTo>
                <a:lnTo>
                  <a:pt x="2295525" y="1933575"/>
                </a:lnTo>
                <a:lnTo>
                  <a:pt x="2286000" y="1933575"/>
                </a:lnTo>
                <a:close/>
                <a:moveTo>
                  <a:pt x="1828800" y="1933575"/>
                </a:moveTo>
                <a:lnTo>
                  <a:pt x="1857375" y="1933575"/>
                </a:lnTo>
                <a:lnTo>
                  <a:pt x="1857375" y="1914525"/>
                </a:lnTo>
                <a:lnTo>
                  <a:pt x="1828800" y="1914525"/>
                </a:lnTo>
                <a:close/>
                <a:moveTo>
                  <a:pt x="1800225" y="1943100"/>
                </a:moveTo>
                <a:lnTo>
                  <a:pt x="1809750" y="1943100"/>
                </a:lnTo>
                <a:lnTo>
                  <a:pt x="1809750" y="1924050"/>
                </a:lnTo>
                <a:lnTo>
                  <a:pt x="1800225" y="1924050"/>
                </a:lnTo>
                <a:close/>
                <a:moveTo>
                  <a:pt x="1943100" y="1952625"/>
                </a:moveTo>
                <a:lnTo>
                  <a:pt x="1971675" y="1952625"/>
                </a:lnTo>
                <a:lnTo>
                  <a:pt x="1971675" y="1933575"/>
                </a:lnTo>
                <a:lnTo>
                  <a:pt x="1943100" y="1933575"/>
                </a:lnTo>
                <a:lnTo>
                  <a:pt x="1943100" y="1943100"/>
                </a:lnTo>
                <a:lnTo>
                  <a:pt x="1914525" y="1943100"/>
                </a:lnTo>
                <a:lnTo>
                  <a:pt x="1914525" y="1952625"/>
                </a:lnTo>
                <a:lnTo>
                  <a:pt x="1905000" y="1952625"/>
                </a:lnTo>
                <a:lnTo>
                  <a:pt x="1905000" y="1962150"/>
                </a:lnTo>
                <a:lnTo>
                  <a:pt x="1943100" y="1962150"/>
                </a:lnTo>
                <a:close/>
                <a:moveTo>
                  <a:pt x="1838325" y="1971675"/>
                </a:moveTo>
                <a:lnTo>
                  <a:pt x="1857375" y="1971675"/>
                </a:lnTo>
                <a:lnTo>
                  <a:pt x="1857375" y="1952625"/>
                </a:lnTo>
                <a:lnTo>
                  <a:pt x="1838325" y="1952625"/>
                </a:lnTo>
                <a:close/>
                <a:moveTo>
                  <a:pt x="2371725" y="1981200"/>
                </a:moveTo>
                <a:lnTo>
                  <a:pt x="2381250" y="1981200"/>
                </a:lnTo>
                <a:lnTo>
                  <a:pt x="2381250" y="1990725"/>
                </a:lnTo>
                <a:lnTo>
                  <a:pt x="2371725" y="1990725"/>
                </a:lnTo>
                <a:close/>
                <a:moveTo>
                  <a:pt x="1009650" y="1990725"/>
                </a:moveTo>
                <a:lnTo>
                  <a:pt x="1047750" y="1990725"/>
                </a:lnTo>
                <a:lnTo>
                  <a:pt x="1047750" y="2000250"/>
                </a:lnTo>
                <a:lnTo>
                  <a:pt x="1076325" y="2000250"/>
                </a:lnTo>
                <a:lnTo>
                  <a:pt x="1076325" y="2009775"/>
                </a:lnTo>
                <a:lnTo>
                  <a:pt x="1104900" y="2009775"/>
                </a:lnTo>
                <a:lnTo>
                  <a:pt x="1104900" y="2000250"/>
                </a:lnTo>
                <a:lnTo>
                  <a:pt x="1114425" y="2000250"/>
                </a:lnTo>
                <a:lnTo>
                  <a:pt x="1114425" y="2019300"/>
                </a:lnTo>
                <a:lnTo>
                  <a:pt x="1152525" y="2019300"/>
                </a:lnTo>
                <a:lnTo>
                  <a:pt x="1152525" y="2009775"/>
                </a:lnTo>
                <a:lnTo>
                  <a:pt x="1171575" y="2009775"/>
                </a:lnTo>
                <a:lnTo>
                  <a:pt x="1171575" y="2019300"/>
                </a:lnTo>
                <a:lnTo>
                  <a:pt x="1162050" y="2019300"/>
                </a:lnTo>
                <a:lnTo>
                  <a:pt x="1162050" y="2028825"/>
                </a:lnTo>
                <a:lnTo>
                  <a:pt x="1171575" y="2028825"/>
                </a:lnTo>
                <a:lnTo>
                  <a:pt x="1171575" y="2047875"/>
                </a:lnTo>
                <a:lnTo>
                  <a:pt x="1181100" y="2047875"/>
                </a:lnTo>
                <a:lnTo>
                  <a:pt x="1181100" y="2066925"/>
                </a:lnTo>
                <a:lnTo>
                  <a:pt x="1162050" y="2066925"/>
                </a:lnTo>
                <a:lnTo>
                  <a:pt x="1162050" y="2085975"/>
                </a:lnTo>
                <a:lnTo>
                  <a:pt x="1171575" y="2085975"/>
                </a:lnTo>
                <a:lnTo>
                  <a:pt x="1171575" y="2105025"/>
                </a:lnTo>
                <a:lnTo>
                  <a:pt x="1152525" y="2105025"/>
                </a:lnTo>
                <a:lnTo>
                  <a:pt x="1152525" y="2133600"/>
                </a:lnTo>
                <a:lnTo>
                  <a:pt x="1162050" y="2133600"/>
                </a:lnTo>
                <a:lnTo>
                  <a:pt x="1162050" y="2143125"/>
                </a:lnTo>
                <a:lnTo>
                  <a:pt x="1143000" y="2143125"/>
                </a:lnTo>
                <a:lnTo>
                  <a:pt x="1143000" y="2152650"/>
                </a:lnTo>
                <a:lnTo>
                  <a:pt x="1133475" y="2152650"/>
                </a:lnTo>
                <a:lnTo>
                  <a:pt x="1133475" y="2171700"/>
                </a:lnTo>
                <a:lnTo>
                  <a:pt x="1123950" y="2171700"/>
                </a:lnTo>
                <a:lnTo>
                  <a:pt x="1123950" y="2181225"/>
                </a:lnTo>
                <a:lnTo>
                  <a:pt x="1104900" y="2181225"/>
                </a:lnTo>
                <a:lnTo>
                  <a:pt x="1104900" y="2190750"/>
                </a:lnTo>
                <a:lnTo>
                  <a:pt x="1038225" y="2190750"/>
                </a:lnTo>
                <a:lnTo>
                  <a:pt x="1038225" y="2181225"/>
                </a:lnTo>
                <a:lnTo>
                  <a:pt x="1009650" y="2181225"/>
                </a:lnTo>
                <a:lnTo>
                  <a:pt x="1009650" y="2171700"/>
                </a:lnTo>
                <a:lnTo>
                  <a:pt x="981075" y="2171700"/>
                </a:lnTo>
                <a:lnTo>
                  <a:pt x="981075" y="2162175"/>
                </a:lnTo>
                <a:lnTo>
                  <a:pt x="962025" y="2162175"/>
                </a:lnTo>
                <a:lnTo>
                  <a:pt x="962025" y="2152650"/>
                </a:lnTo>
                <a:lnTo>
                  <a:pt x="952500" y="2152650"/>
                </a:lnTo>
                <a:lnTo>
                  <a:pt x="952500" y="2143125"/>
                </a:lnTo>
                <a:lnTo>
                  <a:pt x="942975" y="2143125"/>
                </a:lnTo>
                <a:lnTo>
                  <a:pt x="942975" y="2133600"/>
                </a:lnTo>
                <a:lnTo>
                  <a:pt x="952500" y="2133600"/>
                </a:lnTo>
                <a:lnTo>
                  <a:pt x="952500" y="2114550"/>
                </a:lnTo>
                <a:lnTo>
                  <a:pt x="962025" y="2114550"/>
                </a:lnTo>
                <a:lnTo>
                  <a:pt x="962025" y="2105025"/>
                </a:lnTo>
                <a:lnTo>
                  <a:pt x="971550" y="2105025"/>
                </a:lnTo>
                <a:lnTo>
                  <a:pt x="971550" y="2085975"/>
                </a:lnTo>
                <a:lnTo>
                  <a:pt x="981075" y="2085975"/>
                </a:lnTo>
                <a:lnTo>
                  <a:pt x="981075" y="2066925"/>
                </a:lnTo>
                <a:lnTo>
                  <a:pt x="990600" y="2066925"/>
                </a:lnTo>
                <a:lnTo>
                  <a:pt x="990600" y="2038350"/>
                </a:lnTo>
                <a:lnTo>
                  <a:pt x="1000125" y="2038350"/>
                </a:lnTo>
                <a:lnTo>
                  <a:pt x="1000125" y="2000250"/>
                </a:lnTo>
                <a:lnTo>
                  <a:pt x="1009650" y="2000250"/>
                </a:lnTo>
                <a:close/>
                <a:moveTo>
                  <a:pt x="2381250" y="1990725"/>
                </a:moveTo>
                <a:lnTo>
                  <a:pt x="2390775" y="1990725"/>
                </a:lnTo>
                <a:lnTo>
                  <a:pt x="2390775" y="2000250"/>
                </a:lnTo>
                <a:lnTo>
                  <a:pt x="2381250" y="2000250"/>
                </a:lnTo>
                <a:close/>
                <a:moveTo>
                  <a:pt x="2362200" y="2000250"/>
                </a:moveTo>
                <a:lnTo>
                  <a:pt x="2371725" y="2000250"/>
                </a:lnTo>
                <a:lnTo>
                  <a:pt x="2371725" y="2009775"/>
                </a:lnTo>
                <a:lnTo>
                  <a:pt x="2362200" y="2009775"/>
                </a:lnTo>
                <a:close/>
                <a:moveTo>
                  <a:pt x="1819275" y="2019300"/>
                </a:moveTo>
                <a:lnTo>
                  <a:pt x="1866900" y="2019300"/>
                </a:lnTo>
                <a:lnTo>
                  <a:pt x="1866900" y="2000250"/>
                </a:lnTo>
                <a:lnTo>
                  <a:pt x="1819275" y="2000250"/>
                </a:lnTo>
                <a:lnTo>
                  <a:pt x="1819275" y="2009775"/>
                </a:lnTo>
                <a:lnTo>
                  <a:pt x="1809750" y="2009775"/>
                </a:lnTo>
                <a:lnTo>
                  <a:pt x="1809750" y="2028825"/>
                </a:lnTo>
                <a:lnTo>
                  <a:pt x="1819275" y="2028825"/>
                </a:lnTo>
                <a:close/>
                <a:moveTo>
                  <a:pt x="1933575" y="2019300"/>
                </a:moveTo>
                <a:lnTo>
                  <a:pt x="1943100" y="2019300"/>
                </a:lnTo>
                <a:lnTo>
                  <a:pt x="1943100" y="2028825"/>
                </a:lnTo>
                <a:lnTo>
                  <a:pt x="1962150" y="2028825"/>
                </a:lnTo>
                <a:lnTo>
                  <a:pt x="1962150" y="2019300"/>
                </a:lnTo>
                <a:lnTo>
                  <a:pt x="2009775" y="2019300"/>
                </a:lnTo>
                <a:lnTo>
                  <a:pt x="2009775" y="1981200"/>
                </a:lnTo>
                <a:lnTo>
                  <a:pt x="2000250" y="1981200"/>
                </a:lnTo>
                <a:lnTo>
                  <a:pt x="2000250" y="1971675"/>
                </a:lnTo>
                <a:lnTo>
                  <a:pt x="1971675" y="1971675"/>
                </a:lnTo>
                <a:lnTo>
                  <a:pt x="1971675" y="1981200"/>
                </a:lnTo>
                <a:lnTo>
                  <a:pt x="1943100" y="1981200"/>
                </a:lnTo>
                <a:lnTo>
                  <a:pt x="1943100" y="1990725"/>
                </a:lnTo>
                <a:lnTo>
                  <a:pt x="1933575" y="1990725"/>
                </a:lnTo>
                <a:close/>
                <a:moveTo>
                  <a:pt x="2400300" y="2019300"/>
                </a:moveTo>
                <a:lnTo>
                  <a:pt x="2409825" y="2019300"/>
                </a:lnTo>
                <a:lnTo>
                  <a:pt x="2409825" y="2028825"/>
                </a:lnTo>
                <a:lnTo>
                  <a:pt x="2400300" y="2028825"/>
                </a:lnTo>
                <a:close/>
                <a:moveTo>
                  <a:pt x="2381250" y="2028825"/>
                </a:moveTo>
                <a:lnTo>
                  <a:pt x="2390775" y="2028825"/>
                </a:lnTo>
                <a:lnTo>
                  <a:pt x="2390775" y="2038350"/>
                </a:lnTo>
                <a:lnTo>
                  <a:pt x="2381250" y="2038350"/>
                </a:lnTo>
                <a:close/>
                <a:moveTo>
                  <a:pt x="2409825" y="2038350"/>
                </a:moveTo>
                <a:lnTo>
                  <a:pt x="2419350" y="2038350"/>
                </a:lnTo>
                <a:lnTo>
                  <a:pt x="2419350" y="2047875"/>
                </a:lnTo>
                <a:lnTo>
                  <a:pt x="2409825" y="2047875"/>
                </a:lnTo>
                <a:close/>
                <a:moveTo>
                  <a:pt x="1028700" y="2047875"/>
                </a:moveTo>
                <a:lnTo>
                  <a:pt x="1057275" y="2047875"/>
                </a:lnTo>
                <a:lnTo>
                  <a:pt x="1057275" y="2057400"/>
                </a:lnTo>
                <a:lnTo>
                  <a:pt x="1095375" y="2057400"/>
                </a:lnTo>
                <a:lnTo>
                  <a:pt x="1095375" y="2066925"/>
                </a:lnTo>
                <a:lnTo>
                  <a:pt x="1123950" y="2066925"/>
                </a:lnTo>
                <a:lnTo>
                  <a:pt x="1123950" y="2057400"/>
                </a:lnTo>
                <a:lnTo>
                  <a:pt x="1114425" y="2057400"/>
                </a:lnTo>
                <a:lnTo>
                  <a:pt x="1114425" y="2047875"/>
                </a:lnTo>
                <a:lnTo>
                  <a:pt x="1085850" y="2047875"/>
                </a:lnTo>
                <a:lnTo>
                  <a:pt x="1085850" y="2038350"/>
                </a:lnTo>
                <a:lnTo>
                  <a:pt x="1047750" y="2038350"/>
                </a:lnTo>
                <a:lnTo>
                  <a:pt x="1047750" y="2028825"/>
                </a:lnTo>
                <a:lnTo>
                  <a:pt x="1028700" y="2028825"/>
                </a:lnTo>
                <a:close/>
                <a:moveTo>
                  <a:pt x="2390775" y="2047875"/>
                </a:moveTo>
                <a:lnTo>
                  <a:pt x="2400300" y="2047875"/>
                </a:lnTo>
                <a:lnTo>
                  <a:pt x="2400300" y="2057400"/>
                </a:lnTo>
                <a:lnTo>
                  <a:pt x="2390775" y="2057400"/>
                </a:lnTo>
                <a:close/>
                <a:moveTo>
                  <a:pt x="2419350" y="2057400"/>
                </a:moveTo>
                <a:lnTo>
                  <a:pt x="2428875" y="2057400"/>
                </a:lnTo>
                <a:lnTo>
                  <a:pt x="2428875" y="2066925"/>
                </a:lnTo>
                <a:lnTo>
                  <a:pt x="2419350" y="2066925"/>
                </a:lnTo>
                <a:close/>
                <a:moveTo>
                  <a:pt x="2400300" y="2066925"/>
                </a:moveTo>
                <a:lnTo>
                  <a:pt x="2409825" y="2066925"/>
                </a:lnTo>
                <a:lnTo>
                  <a:pt x="2409825" y="2076450"/>
                </a:lnTo>
                <a:lnTo>
                  <a:pt x="2400300" y="2076450"/>
                </a:lnTo>
                <a:close/>
                <a:moveTo>
                  <a:pt x="1019175" y="2076450"/>
                </a:moveTo>
                <a:lnTo>
                  <a:pt x="1028700" y="2076450"/>
                </a:lnTo>
                <a:lnTo>
                  <a:pt x="1028700" y="2085975"/>
                </a:lnTo>
                <a:lnTo>
                  <a:pt x="1066800" y="2085975"/>
                </a:lnTo>
                <a:lnTo>
                  <a:pt x="1066800" y="2095500"/>
                </a:lnTo>
                <a:lnTo>
                  <a:pt x="1095375" y="2095500"/>
                </a:lnTo>
                <a:lnTo>
                  <a:pt x="1095375" y="2105025"/>
                </a:lnTo>
                <a:lnTo>
                  <a:pt x="1114425" y="2105025"/>
                </a:lnTo>
                <a:lnTo>
                  <a:pt x="1114425" y="2085975"/>
                </a:lnTo>
                <a:lnTo>
                  <a:pt x="1085850" y="2085975"/>
                </a:lnTo>
                <a:lnTo>
                  <a:pt x="1085850" y="2076450"/>
                </a:lnTo>
                <a:lnTo>
                  <a:pt x="1057275" y="2076450"/>
                </a:lnTo>
                <a:lnTo>
                  <a:pt x="1057275" y="2066925"/>
                </a:lnTo>
                <a:lnTo>
                  <a:pt x="1028700" y="2066925"/>
                </a:lnTo>
                <a:lnTo>
                  <a:pt x="1028700" y="2057400"/>
                </a:lnTo>
                <a:lnTo>
                  <a:pt x="1019175" y="2057400"/>
                </a:lnTo>
                <a:close/>
                <a:moveTo>
                  <a:pt x="2038350" y="2105025"/>
                </a:moveTo>
                <a:lnTo>
                  <a:pt x="2047875" y="2105025"/>
                </a:lnTo>
                <a:lnTo>
                  <a:pt x="2047875" y="2143125"/>
                </a:lnTo>
                <a:lnTo>
                  <a:pt x="2038350" y="2143125"/>
                </a:lnTo>
                <a:close/>
                <a:moveTo>
                  <a:pt x="1009650" y="2114550"/>
                </a:moveTo>
                <a:lnTo>
                  <a:pt x="1028700" y="2114550"/>
                </a:lnTo>
                <a:lnTo>
                  <a:pt x="1028700" y="2124075"/>
                </a:lnTo>
                <a:lnTo>
                  <a:pt x="1066800" y="2124075"/>
                </a:lnTo>
                <a:lnTo>
                  <a:pt x="1066800" y="2114550"/>
                </a:lnTo>
                <a:lnTo>
                  <a:pt x="1057275" y="2114550"/>
                </a:lnTo>
                <a:lnTo>
                  <a:pt x="1057275" y="2105025"/>
                </a:lnTo>
                <a:lnTo>
                  <a:pt x="1028700" y="2105025"/>
                </a:lnTo>
                <a:lnTo>
                  <a:pt x="1028700" y="2095500"/>
                </a:lnTo>
                <a:lnTo>
                  <a:pt x="1009650" y="2095500"/>
                </a:lnTo>
                <a:close/>
                <a:moveTo>
                  <a:pt x="2038350" y="2152650"/>
                </a:moveTo>
                <a:lnTo>
                  <a:pt x="2047875" y="2152650"/>
                </a:lnTo>
                <a:lnTo>
                  <a:pt x="2047875" y="2162175"/>
                </a:lnTo>
                <a:lnTo>
                  <a:pt x="2038350" y="2162175"/>
                </a:lnTo>
                <a:close/>
                <a:moveTo>
                  <a:pt x="2028825" y="2181225"/>
                </a:moveTo>
                <a:lnTo>
                  <a:pt x="2038350" y="2181225"/>
                </a:lnTo>
                <a:lnTo>
                  <a:pt x="2038350" y="2190750"/>
                </a:lnTo>
                <a:lnTo>
                  <a:pt x="2028825" y="2190750"/>
                </a:lnTo>
                <a:close/>
                <a:moveTo>
                  <a:pt x="2019300" y="2209800"/>
                </a:moveTo>
                <a:lnTo>
                  <a:pt x="2028825" y="2209800"/>
                </a:lnTo>
                <a:lnTo>
                  <a:pt x="2028825" y="2219325"/>
                </a:lnTo>
                <a:lnTo>
                  <a:pt x="2019300" y="2219325"/>
                </a:lnTo>
                <a:close/>
                <a:moveTo>
                  <a:pt x="1990725" y="2257425"/>
                </a:moveTo>
                <a:lnTo>
                  <a:pt x="2000250" y="2257425"/>
                </a:lnTo>
                <a:lnTo>
                  <a:pt x="2000250" y="2266950"/>
                </a:lnTo>
                <a:lnTo>
                  <a:pt x="1990725" y="2266950"/>
                </a:lnTo>
                <a:close/>
                <a:moveTo>
                  <a:pt x="1981200" y="2266950"/>
                </a:moveTo>
                <a:lnTo>
                  <a:pt x="1990725" y="2266950"/>
                </a:lnTo>
                <a:lnTo>
                  <a:pt x="1990725" y="2276475"/>
                </a:lnTo>
                <a:lnTo>
                  <a:pt x="1981200" y="2276475"/>
                </a:lnTo>
                <a:close/>
                <a:moveTo>
                  <a:pt x="1971675" y="2276475"/>
                </a:moveTo>
                <a:lnTo>
                  <a:pt x="1981200" y="2276475"/>
                </a:lnTo>
                <a:lnTo>
                  <a:pt x="1981200" y="2286000"/>
                </a:lnTo>
                <a:lnTo>
                  <a:pt x="1971675" y="2286000"/>
                </a:lnTo>
                <a:close/>
                <a:moveTo>
                  <a:pt x="1962150" y="2286000"/>
                </a:moveTo>
                <a:lnTo>
                  <a:pt x="1971675" y="2286000"/>
                </a:lnTo>
                <a:lnTo>
                  <a:pt x="1971675" y="2295525"/>
                </a:lnTo>
                <a:lnTo>
                  <a:pt x="1962150" y="2295525"/>
                </a:lnTo>
                <a:close/>
                <a:moveTo>
                  <a:pt x="1933575" y="2305050"/>
                </a:moveTo>
                <a:lnTo>
                  <a:pt x="1943100" y="2305050"/>
                </a:lnTo>
                <a:lnTo>
                  <a:pt x="1943100" y="2314575"/>
                </a:lnTo>
                <a:lnTo>
                  <a:pt x="1933575" y="2314575"/>
                </a:lnTo>
                <a:close/>
                <a:moveTo>
                  <a:pt x="266700" y="2409825"/>
                </a:moveTo>
                <a:lnTo>
                  <a:pt x="276225" y="2409825"/>
                </a:lnTo>
                <a:lnTo>
                  <a:pt x="276225" y="2419350"/>
                </a:lnTo>
                <a:lnTo>
                  <a:pt x="266700" y="2419350"/>
                </a:lnTo>
                <a:close/>
                <a:moveTo>
                  <a:pt x="933450" y="2438400"/>
                </a:moveTo>
                <a:lnTo>
                  <a:pt x="942975" y="2438400"/>
                </a:lnTo>
                <a:lnTo>
                  <a:pt x="942975" y="2447925"/>
                </a:lnTo>
                <a:lnTo>
                  <a:pt x="933450" y="2447925"/>
                </a:lnTo>
                <a:close/>
                <a:moveTo>
                  <a:pt x="342900" y="2476500"/>
                </a:moveTo>
                <a:lnTo>
                  <a:pt x="352425" y="2476500"/>
                </a:lnTo>
                <a:lnTo>
                  <a:pt x="352425" y="2486025"/>
                </a:lnTo>
                <a:lnTo>
                  <a:pt x="342900" y="2486025"/>
                </a:lnTo>
                <a:close/>
                <a:moveTo>
                  <a:pt x="600075" y="2476500"/>
                </a:moveTo>
                <a:lnTo>
                  <a:pt x="609600" y="2476500"/>
                </a:lnTo>
                <a:lnTo>
                  <a:pt x="609600" y="2486025"/>
                </a:lnTo>
                <a:lnTo>
                  <a:pt x="600075" y="2486025"/>
                </a:lnTo>
                <a:close/>
                <a:moveTo>
                  <a:pt x="371475" y="2486025"/>
                </a:moveTo>
                <a:lnTo>
                  <a:pt x="381000" y="2486025"/>
                </a:lnTo>
                <a:lnTo>
                  <a:pt x="381000" y="2495550"/>
                </a:lnTo>
                <a:lnTo>
                  <a:pt x="371475" y="2495550"/>
                </a:lnTo>
                <a:close/>
                <a:moveTo>
                  <a:pt x="523875" y="2486025"/>
                </a:moveTo>
                <a:lnTo>
                  <a:pt x="542925" y="2486025"/>
                </a:lnTo>
                <a:lnTo>
                  <a:pt x="542925" y="2495550"/>
                </a:lnTo>
                <a:lnTo>
                  <a:pt x="523875" y="2495550"/>
                </a:lnTo>
                <a:close/>
                <a:moveTo>
                  <a:pt x="400050" y="2495550"/>
                </a:moveTo>
                <a:lnTo>
                  <a:pt x="476250" y="2495550"/>
                </a:lnTo>
                <a:lnTo>
                  <a:pt x="476250" y="2505075"/>
                </a:lnTo>
                <a:lnTo>
                  <a:pt x="400050" y="2505075"/>
                </a:lnTo>
                <a:close/>
              </a:path>
            </a:pathLst>
          </a:custGeom>
          <a:solidFill xmlns:a="http://schemas.openxmlformats.org/drawingml/2006/main">
            <a:srgbClr val="ECD3A2"/>
          </a:solidFill>
          <a:ln xmlns:a="http://schemas.openxmlformats.org/drawingml/2006/main" w="0">
            <a:noFill/>
          </a:ln>
        </p:spPr>
      </p:sp>
      <p:sp>
        <p:nvSpPr>
          <p:cNvPr id="90" name="papers vector #c7cdc0">
            <a:extLst xmlns:a="http://schemas.openxmlformats.org/drawingml/2006/main">
              <a:ext uri="{FF2B5EF4-FFF2-40B4-BE49-F238E27FC236}">
                <a16:creationId xmlns:a16="http://schemas.microsoft.com/office/drawing/2014/main" id="{48966458-0BBE-46B6-9E23-AF61002A98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43475" y="1724025"/>
            <a:ext cx="3781425" cy="3990975"/>
          </a:xfrm>
          <a:custGeom xmlns:a="http://schemas.openxmlformats.org/drawingml/2006/main">
            <a:pathLst>
              <a:path w="2457450" h="2590800">
                <a:moveTo>
                  <a:pt x="2009775" y="9525"/>
                </a:moveTo>
                <a:lnTo>
                  <a:pt x="2019300" y="9525"/>
                </a:lnTo>
                <a:lnTo>
                  <a:pt x="2019300" y="19050"/>
                </a:lnTo>
                <a:lnTo>
                  <a:pt x="2009775" y="19050"/>
                </a:lnTo>
                <a:close/>
                <a:moveTo>
                  <a:pt x="409575" y="19050"/>
                </a:moveTo>
                <a:lnTo>
                  <a:pt x="419100" y="19050"/>
                </a:lnTo>
                <a:lnTo>
                  <a:pt x="419100" y="28575"/>
                </a:lnTo>
                <a:lnTo>
                  <a:pt x="409575" y="28575"/>
                </a:lnTo>
                <a:close/>
                <a:moveTo>
                  <a:pt x="476250" y="19050"/>
                </a:moveTo>
                <a:lnTo>
                  <a:pt x="495300" y="19050"/>
                </a:lnTo>
                <a:lnTo>
                  <a:pt x="495300" y="28575"/>
                </a:lnTo>
                <a:lnTo>
                  <a:pt x="476250" y="28575"/>
                </a:lnTo>
                <a:close/>
                <a:moveTo>
                  <a:pt x="2047875" y="19050"/>
                </a:moveTo>
                <a:lnTo>
                  <a:pt x="2057400" y="19050"/>
                </a:lnTo>
                <a:lnTo>
                  <a:pt x="2057400" y="28575"/>
                </a:lnTo>
                <a:lnTo>
                  <a:pt x="2047875" y="28575"/>
                </a:lnTo>
                <a:close/>
                <a:moveTo>
                  <a:pt x="371475" y="28575"/>
                </a:moveTo>
                <a:lnTo>
                  <a:pt x="381000" y="28575"/>
                </a:lnTo>
                <a:lnTo>
                  <a:pt x="381000" y="38100"/>
                </a:lnTo>
                <a:lnTo>
                  <a:pt x="371475" y="38100"/>
                </a:lnTo>
                <a:close/>
                <a:moveTo>
                  <a:pt x="542925" y="28575"/>
                </a:moveTo>
                <a:lnTo>
                  <a:pt x="561975" y="28575"/>
                </a:lnTo>
                <a:lnTo>
                  <a:pt x="561975" y="38100"/>
                </a:lnTo>
                <a:lnTo>
                  <a:pt x="542925" y="38100"/>
                </a:lnTo>
                <a:close/>
                <a:moveTo>
                  <a:pt x="2085975" y="28575"/>
                </a:moveTo>
                <a:lnTo>
                  <a:pt x="2095500" y="28575"/>
                </a:lnTo>
                <a:lnTo>
                  <a:pt x="2095500" y="38100"/>
                </a:lnTo>
                <a:lnTo>
                  <a:pt x="2085975" y="38100"/>
                </a:lnTo>
                <a:close/>
                <a:moveTo>
                  <a:pt x="352425" y="38100"/>
                </a:moveTo>
                <a:lnTo>
                  <a:pt x="361950" y="38100"/>
                </a:lnTo>
                <a:lnTo>
                  <a:pt x="361950" y="47625"/>
                </a:lnTo>
                <a:lnTo>
                  <a:pt x="352425" y="47625"/>
                </a:lnTo>
                <a:close/>
                <a:moveTo>
                  <a:pt x="619125" y="38100"/>
                </a:moveTo>
                <a:lnTo>
                  <a:pt x="638175" y="38100"/>
                </a:lnTo>
                <a:lnTo>
                  <a:pt x="638175" y="47625"/>
                </a:lnTo>
                <a:lnTo>
                  <a:pt x="619125" y="47625"/>
                </a:lnTo>
                <a:close/>
                <a:moveTo>
                  <a:pt x="2124075" y="38100"/>
                </a:moveTo>
                <a:lnTo>
                  <a:pt x="2133600" y="38100"/>
                </a:lnTo>
                <a:lnTo>
                  <a:pt x="2133600" y="47625"/>
                </a:lnTo>
                <a:lnTo>
                  <a:pt x="2124075" y="47625"/>
                </a:lnTo>
                <a:close/>
                <a:moveTo>
                  <a:pt x="333375" y="47625"/>
                </a:moveTo>
                <a:lnTo>
                  <a:pt x="342900" y="47625"/>
                </a:lnTo>
                <a:lnTo>
                  <a:pt x="342900" y="57150"/>
                </a:lnTo>
                <a:lnTo>
                  <a:pt x="333375" y="57150"/>
                </a:lnTo>
                <a:close/>
                <a:moveTo>
                  <a:pt x="685800" y="47625"/>
                </a:moveTo>
                <a:lnTo>
                  <a:pt x="704850" y="47625"/>
                </a:lnTo>
                <a:lnTo>
                  <a:pt x="704850" y="57150"/>
                </a:lnTo>
                <a:lnTo>
                  <a:pt x="685800" y="57150"/>
                </a:lnTo>
                <a:close/>
                <a:moveTo>
                  <a:pt x="762000" y="57150"/>
                </a:moveTo>
                <a:lnTo>
                  <a:pt x="781050" y="57150"/>
                </a:lnTo>
                <a:lnTo>
                  <a:pt x="781050" y="66675"/>
                </a:lnTo>
                <a:lnTo>
                  <a:pt x="762000" y="66675"/>
                </a:lnTo>
                <a:close/>
                <a:moveTo>
                  <a:pt x="1333500" y="57150"/>
                </a:moveTo>
                <a:lnTo>
                  <a:pt x="1343025" y="57150"/>
                </a:lnTo>
                <a:lnTo>
                  <a:pt x="1343025" y="66675"/>
                </a:lnTo>
                <a:lnTo>
                  <a:pt x="1333500" y="66675"/>
                </a:lnTo>
                <a:close/>
                <a:moveTo>
                  <a:pt x="2190750" y="57150"/>
                </a:moveTo>
                <a:lnTo>
                  <a:pt x="2200275" y="57150"/>
                </a:lnTo>
                <a:lnTo>
                  <a:pt x="2200275" y="66675"/>
                </a:lnTo>
                <a:lnTo>
                  <a:pt x="2190750" y="66675"/>
                </a:lnTo>
                <a:close/>
                <a:moveTo>
                  <a:pt x="838200" y="66675"/>
                </a:moveTo>
                <a:lnTo>
                  <a:pt x="857250" y="66675"/>
                </a:lnTo>
                <a:lnTo>
                  <a:pt x="857250" y="76200"/>
                </a:lnTo>
                <a:lnTo>
                  <a:pt x="838200" y="76200"/>
                </a:lnTo>
                <a:close/>
                <a:moveTo>
                  <a:pt x="1905000" y="66675"/>
                </a:moveTo>
                <a:lnTo>
                  <a:pt x="1914525" y="66675"/>
                </a:lnTo>
                <a:lnTo>
                  <a:pt x="1914525" y="76200"/>
                </a:lnTo>
                <a:lnTo>
                  <a:pt x="1905000" y="76200"/>
                </a:lnTo>
                <a:close/>
                <a:moveTo>
                  <a:pt x="2228850" y="66675"/>
                </a:moveTo>
                <a:lnTo>
                  <a:pt x="2238375" y="66675"/>
                </a:lnTo>
                <a:lnTo>
                  <a:pt x="2238375" y="76200"/>
                </a:lnTo>
                <a:lnTo>
                  <a:pt x="2228850" y="76200"/>
                </a:lnTo>
                <a:close/>
                <a:moveTo>
                  <a:pt x="914400" y="76200"/>
                </a:moveTo>
                <a:lnTo>
                  <a:pt x="923925" y="76200"/>
                </a:lnTo>
                <a:lnTo>
                  <a:pt x="923925" y="85725"/>
                </a:lnTo>
                <a:lnTo>
                  <a:pt x="914400" y="85725"/>
                </a:lnTo>
                <a:close/>
                <a:moveTo>
                  <a:pt x="2266950" y="76200"/>
                </a:moveTo>
                <a:lnTo>
                  <a:pt x="2276475" y="76200"/>
                </a:lnTo>
                <a:lnTo>
                  <a:pt x="2276475" y="85725"/>
                </a:lnTo>
                <a:lnTo>
                  <a:pt x="2266950" y="85725"/>
                </a:lnTo>
                <a:close/>
                <a:moveTo>
                  <a:pt x="981075" y="85725"/>
                </a:moveTo>
                <a:lnTo>
                  <a:pt x="1009650" y="85725"/>
                </a:lnTo>
                <a:lnTo>
                  <a:pt x="1009650" y="95250"/>
                </a:lnTo>
                <a:lnTo>
                  <a:pt x="981075" y="95250"/>
                </a:lnTo>
                <a:close/>
                <a:moveTo>
                  <a:pt x="1114425" y="85725"/>
                </a:moveTo>
                <a:lnTo>
                  <a:pt x="1143000" y="85725"/>
                </a:lnTo>
                <a:lnTo>
                  <a:pt x="1143000" y="95250"/>
                </a:lnTo>
                <a:lnTo>
                  <a:pt x="1114425" y="95250"/>
                </a:lnTo>
                <a:close/>
                <a:moveTo>
                  <a:pt x="2314575" y="95250"/>
                </a:moveTo>
                <a:lnTo>
                  <a:pt x="2324100" y="95250"/>
                </a:lnTo>
                <a:lnTo>
                  <a:pt x="2324100" y="104775"/>
                </a:lnTo>
                <a:lnTo>
                  <a:pt x="2314575" y="104775"/>
                </a:lnTo>
                <a:close/>
                <a:moveTo>
                  <a:pt x="1895475" y="104775"/>
                </a:moveTo>
                <a:lnTo>
                  <a:pt x="1905000" y="104775"/>
                </a:lnTo>
                <a:lnTo>
                  <a:pt x="1905000" y="114300"/>
                </a:lnTo>
                <a:lnTo>
                  <a:pt x="1895475" y="114300"/>
                </a:lnTo>
                <a:close/>
                <a:moveTo>
                  <a:pt x="2324100" y="104775"/>
                </a:moveTo>
                <a:lnTo>
                  <a:pt x="2333625" y="104775"/>
                </a:lnTo>
                <a:lnTo>
                  <a:pt x="2333625" y="114300"/>
                </a:lnTo>
                <a:lnTo>
                  <a:pt x="2324100" y="114300"/>
                </a:lnTo>
                <a:close/>
                <a:moveTo>
                  <a:pt x="266700" y="114300"/>
                </a:moveTo>
                <a:lnTo>
                  <a:pt x="276225" y="114300"/>
                </a:lnTo>
                <a:lnTo>
                  <a:pt x="276225" y="123825"/>
                </a:lnTo>
                <a:lnTo>
                  <a:pt x="266700" y="123825"/>
                </a:lnTo>
                <a:close/>
                <a:moveTo>
                  <a:pt x="352425" y="114300"/>
                </a:moveTo>
                <a:lnTo>
                  <a:pt x="1752600" y="114300"/>
                </a:lnTo>
                <a:lnTo>
                  <a:pt x="1752600" y="123825"/>
                </a:lnTo>
                <a:lnTo>
                  <a:pt x="352425" y="123825"/>
                </a:lnTo>
                <a:close/>
                <a:moveTo>
                  <a:pt x="1828800" y="114300"/>
                </a:moveTo>
                <a:lnTo>
                  <a:pt x="1838325" y="114300"/>
                </a:lnTo>
                <a:lnTo>
                  <a:pt x="1838325" y="123825"/>
                </a:lnTo>
                <a:lnTo>
                  <a:pt x="1828800" y="123825"/>
                </a:lnTo>
                <a:close/>
                <a:moveTo>
                  <a:pt x="2333625" y="114300"/>
                </a:moveTo>
                <a:lnTo>
                  <a:pt x="2343150" y="114300"/>
                </a:lnTo>
                <a:lnTo>
                  <a:pt x="2343150" y="123825"/>
                </a:lnTo>
                <a:lnTo>
                  <a:pt x="2333625" y="123825"/>
                </a:lnTo>
                <a:close/>
                <a:moveTo>
                  <a:pt x="1819275" y="133350"/>
                </a:moveTo>
                <a:lnTo>
                  <a:pt x="1828800" y="133350"/>
                </a:lnTo>
                <a:lnTo>
                  <a:pt x="1828800" y="142875"/>
                </a:lnTo>
                <a:lnTo>
                  <a:pt x="1819275" y="142875"/>
                </a:lnTo>
                <a:close/>
                <a:moveTo>
                  <a:pt x="1857375" y="133350"/>
                </a:moveTo>
                <a:lnTo>
                  <a:pt x="1866900" y="133350"/>
                </a:lnTo>
                <a:lnTo>
                  <a:pt x="1866900" y="142875"/>
                </a:lnTo>
                <a:lnTo>
                  <a:pt x="1857375" y="142875"/>
                </a:lnTo>
                <a:close/>
                <a:moveTo>
                  <a:pt x="1885950" y="133350"/>
                </a:moveTo>
                <a:lnTo>
                  <a:pt x="1895475" y="133350"/>
                </a:lnTo>
                <a:lnTo>
                  <a:pt x="1895475" y="142875"/>
                </a:lnTo>
                <a:lnTo>
                  <a:pt x="1885950" y="142875"/>
                </a:lnTo>
                <a:close/>
                <a:moveTo>
                  <a:pt x="2133600" y="133350"/>
                </a:moveTo>
                <a:lnTo>
                  <a:pt x="2143125" y="133350"/>
                </a:lnTo>
                <a:lnTo>
                  <a:pt x="2143125" y="142875"/>
                </a:lnTo>
                <a:lnTo>
                  <a:pt x="2133600" y="142875"/>
                </a:lnTo>
                <a:close/>
                <a:moveTo>
                  <a:pt x="257175" y="142875"/>
                </a:moveTo>
                <a:lnTo>
                  <a:pt x="266700" y="142875"/>
                </a:lnTo>
                <a:lnTo>
                  <a:pt x="266700" y="152400"/>
                </a:lnTo>
                <a:lnTo>
                  <a:pt x="257175" y="152400"/>
                </a:lnTo>
                <a:close/>
                <a:moveTo>
                  <a:pt x="1838325" y="142875"/>
                </a:moveTo>
                <a:lnTo>
                  <a:pt x="1847850" y="142875"/>
                </a:lnTo>
                <a:lnTo>
                  <a:pt x="1847850" y="152400"/>
                </a:lnTo>
                <a:lnTo>
                  <a:pt x="1838325" y="152400"/>
                </a:lnTo>
                <a:close/>
                <a:moveTo>
                  <a:pt x="1866900" y="142875"/>
                </a:moveTo>
                <a:lnTo>
                  <a:pt x="1885950" y="142875"/>
                </a:lnTo>
                <a:lnTo>
                  <a:pt x="1885950" y="152400"/>
                </a:lnTo>
                <a:lnTo>
                  <a:pt x="1866900" y="152400"/>
                </a:lnTo>
                <a:close/>
                <a:moveTo>
                  <a:pt x="2095500" y="142875"/>
                </a:moveTo>
                <a:lnTo>
                  <a:pt x="2105025" y="142875"/>
                </a:lnTo>
                <a:lnTo>
                  <a:pt x="2105025" y="152400"/>
                </a:lnTo>
                <a:lnTo>
                  <a:pt x="2095500" y="152400"/>
                </a:lnTo>
                <a:close/>
                <a:moveTo>
                  <a:pt x="295275" y="152400"/>
                </a:moveTo>
                <a:lnTo>
                  <a:pt x="314325" y="152400"/>
                </a:lnTo>
                <a:lnTo>
                  <a:pt x="314325" y="238125"/>
                </a:lnTo>
                <a:lnTo>
                  <a:pt x="304800" y="238125"/>
                </a:lnTo>
                <a:lnTo>
                  <a:pt x="304800" y="247650"/>
                </a:lnTo>
                <a:lnTo>
                  <a:pt x="295275" y="247650"/>
                </a:lnTo>
                <a:lnTo>
                  <a:pt x="295275" y="257175"/>
                </a:lnTo>
                <a:lnTo>
                  <a:pt x="285750" y="257175"/>
                </a:lnTo>
                <a:lnTo>
                  <a:pt x="285750" y="266700"/>
                </a:lnTo>
                <a:lnTo>
                  <a:pt x="200025" y="266700"/>
                </a:lnTo>
                <a:lnTo>
                  <a:pt x="200025" y="247650"/>
                </a:lnTo>
                <a:lnTo>
                  <a:pt x="209550" y="247650"/>
                </a:lnTo>
                <a:lnTo>
                  <a:pt x="209550" y="238125"/>
                </a:lnTo>
                <a:lnTo>
                  <a:pt x="219075" y="238125"/>
                </a:lnTo>
                <a:lnTo>
                  <a:pt x="219075" y="228600"/>
                </a:lnTo>
                <a:lnTo>
                  <a:pt x="228600" y="228600"/>
                </a:lnTo>
                <a:lnTo>
                  <a:pt x="228600" y="219075"/>
                </a:lnTo>
                <a:lnTo>
                  <a:pt x="238125" y="219075"/>
                </a:lnTo>
                <a:lnTo>
                  <a:pt x="238125" y="209550"/>
                </a:lnTo>
                <a:lnTo>
                  <a:pt x="247650" y="209550"/>
                </a:lnTo>
                <a:lnTo>
                  <a:pt x="247650" y="200025"/>
                </a:lnTo>
                <a:lnTo>
                  <a:pt x="257175" y="200025"/>
                </a:lnTo>
                <a:lnTo>
                  <a:pt x="257175" y="190500"/>
                </a:lnTo>
                <a:lnTo>
                  <a:pt x="266700" y="190500"/>
                </a:lnTo>
                <a:lnTo>
                  <a:pt x="266700" y="180975"/>
                </a:lnTo>
                <a:lnTo>
                  <a:pt x="276225" y="180975"/>
                </a:lnTo>
                <a:lnTo>
                  <a:pt x="276225" y="171450"/>
                </a:lnTo>
                <a:lnTo>
                  <a:pt x="285750" y="171450"/>
                </a:lnTo>
                <a:lnTo>
                  <a:pt x="285750" y="161925"/>
                </a:lnTo>
                <a:lnTo>
                  <a:pt x="295275" y="161925"/>
                </a:lnTo>
                <a:close/>
                <a:moveTo>
                  <a:pt x="1876425" y="161925"/>
                </a:moveTo>
                <a:lnTo>
                  <a:pt x="1885950" y="161925"/>
                </a:lnTo>
                <a:lnTo>
                  <a:pt x="1885950" y="180975"/>
                </a:lnTo>
                <a:lnTo>
                  <a:pt x="1876425" y="180975"/>
                </a:lnTo>
                <a:close/>
                <a:moveTo>
                  <a:pt x="2085975" y="190500"/>
                </a:moveTo>
                <a:lnTo>
                  <a:pt x="2095500" y="190500"/>
                </a:lnTo>
                <a:lnTo>
                  <a:pt x="2095500" y="200025"/>
                </a:lnTo>
                <a:lnTo>
                  <a:pt x="2085975" y="200025"/>
                </a:lnTo>
                <a:close/>
                <a:moveTo>
                  <a:pt x="2333625" y="190500"/>
                </a:moveTo>
                <a:lnTo>
                  <a:pt x="2343150" y="190500"/>
                </a:lnTo>
                <a:lnTo>
                  <a:pt x="2343150" y="200025"/>
                </a:lnTo>
                <a:lnTo>
                  <a:pt x="2333625" y="200025"/>
                </a:lnTo>
                <a:close/>
                <a:moveTo>
                  <a:pt x="2114550" y="200025"/>
                </a:moveTo>
                <a:lnTo>
                  <a:pt x="2124075" y="200025"/>
                </a:lnTo>
                <a:lnTo>
                  <a:pt x="2124075" y="209550"/>
                </a:lnTo>
                <a:lnTo>
                  <a:pt x="2114550" y="209550"/>
                </a:lnTo>
                <a:close/>
                <a:moveTo>
                  <a:pt x="1571625" y="209550"/>
                </a:moveTo>
                <a:lnTo>
                  <a:pt x="1581150" y="209550"/>
                </a:lnTo>
                <a:lnTo>
                  <a:pt x="1581150" y="219075"/>
                </a:lnTo>
                <a:lnTo>
                  <a:pt x="1571625" y="219075"/>
                </a:lnTo>
                <a:close/>
                <a:moveTo>
                  <a:pt x="1638300" y="209550"/>
                </a:moveTo>
                <a:lnTo>
                  <a:pt x="1647825" y="209550"/>
                </a:lnTo>
                <a:lnTo>
                  <a:pt x="1647825" y="219075"/>
                </a:lnTo>
                <a:lnTo>
                  <a:pt x="1638300" y="219075"/>
                </a:lnTo>
                <a:close/>
                <a:moveTo>
                  <a:pt x="1866900" y="209550"/>
                </a:moveTo>
                <a:lnTo>
                  <a:pt x="1876425" y="209550"/>
                </a:lnTo>
                <a:lnTo>
                  <a:pt x="1876425" y="219075"/>
                </a:lnTo>
                <a:lnTo>
                  <a:pt x="1866900" y="219075"/>
                </a:lnTo>
                <a:close/>
                <a:moveTo>
                  <a:pt x="2324100" y="219075"/>
                </a:moveTo>
                <a:lnTo>
                  <a:pt x="2333625" y="219075"/>
                </a:lnTo>
                <a:lnTo>
                  <a:pt x="2333625" y="228600"/>
                </a:lnTo>
                <a:lnTo>
                  <a:pt x="2324100" y="228600"/>
                </a:lnTo>
                <a:close/>
                <a:moveTo>
                  <a:pt x="1704975" y="228600"/>
                </a:moveTo>
                <a:lnTo>
                  <a:pt x="1714500" y="228600"/>
                </a:lnTo>
                <a:lnTo>
                  <a:pt x="1714500" y="238125"/>
                </a:lnTo>
                <a:lnTo>
                  <a:pt x="1704975" y="238125"/>
                </a:lnTo>
                <a:close/>
                <a:moveTo>
                  <a:pt x="2076450" y="228600"/>
                </a:moveTo>
                <a:lnTo>
                  <a:pt x="2085975" y="228600"/>
                </a:lnTo>
                <a:lnTo>
                  <a:pt x="2085975" y="238125"/>
                </a:lnTo>
                <a:lnTo>
                  <a:pt x="2076450" y="238125"/>
                </a:lnTo>
                <a:close/>
                <a:moveTo>
                  <a:pt x="2105025" y="228600"/>
                </a:moveTo>
                <a:lnTo>
                  <a:pt x="2114550" y="228600"/>
                </a:lnTo>
                <a:lnTo>
                  <a:pt x="2114550" y="238125"/>
                </a:lnTo>
                <a:lnTo>
                  <a:pt x="2105025" y="238125"/>
                </a:lnTo>
                <a:close/>
                <a:moveTo>
                  <a:pt x="1743075" y="238125"/>
                </a:moveTo>
                <a:lnTo>
                  <a:pt x="1752600" y="238125"/>
                </a:lnTo>
                <a:lnTo>
                  <a:pt x="1752600" y="247650"/>
                </a:lnTo>
                <a:lnTo>
                  <a:pt x="1743075" y="247650"/>
                </a:lnTo>
                <a:close/>
                <a:moveTo>
                  <a:pt x="1857375" y="238125"/>
                </a:moveTo>
                <a:lnTo>
                  <a:pt x="1866900" y="238125"/>
                </a:lnTo>
                <a:lnTo>
                  <a:pt x="1866900" y="257175"/>
                </a:lnTo>
                <a:lnTo>
                  <a:pt x="1857375" y="257175"/>
                </a:lnTo>
                <a:close/>
                <a:moveTo>
                  <a:pt x="2085975" y="238125"/>
                </a:moveTo>
                <a:lnTo>
                  <a:pt x="2105025" y="238125"/>
                </a:lnTo>
                <a:lnTo>
                  <a:pt x="2105025" y="247650"/>
                </a:lnTo>
                <a:lnTo>
                  <a:pt x="2085975" y="247650"/>
                </a:lnTo>
                <a:close/>
                <a:moveTo>
                  <a:pt x="1533525" y="247650"/>
                </a:moveTo>
                <a:lnTo>
                  <a:pt x="1543050" y="247650"/>
                </a:lnTo>
                <a:lnTo>
                  <a:pt x="1543050" y="257175"/>
                </a:lnTo>
                <a:lnTo>
                  <a:pt x="1533525" y="257175"/>
                </a:lnTo>
                <a:close/>
                <a:moveTo>
                  <a:pt x="1781175" y="247650"/>
                </a:moveTo>
                <a:lnTo>
                  <a:pt x="1790700" y="247650"/>
                </a:lnTo>
                <a:lnTo>
                  <a:pt x="1790700" y="257175"/>
                </a:lnTo>
                <a:lnTo>
                  <a:pt x="1781175" y="257175"/>
                </a:lnTo>
                <a:close/>
                <a:moveTo>
                  <a:pt x="314325" y="257175"/>
                </a:moveTo>
                <a:lnTo>
                  <a:pt x="323850" y="257175"/>
                </a:lnTo>
                <a:lnTo>
                  <a:pt x="323850" y="266700"/>
                </a:lnTo>
                <a:lnTo>
                  <a:pt x="314325" y="266700"/>
                </a:lnTo>
                <a:close/>
                <a:moveTo>
                  <a:pt x="1866900" y="257175"/>
                </a:moveTo>
                <a:lnTo>
                  <a:pt x="1876425" y="257175"/>
                </a:lnTo>
                <a:lnTo>
                  <a:pt x="1876425" y="266700"/>
                </a:lnTo>
                <a:lnTo>
                  <a:pt x="1914525" y="266700"/>
                </a:lnTo>
                <a:lnTo>
                  <a:pt x="1914525" y="276225"/>
                </a:lnTo>
                <a:lnTo>
                  <a:pt x="1943100" y="276225"/>
                </a:lnTo>
                <a:lnTo>
                  <a:pt x="1943100" y="285750"/>
                </a:lnTo>
                <a:lnTo>
                  <a:pt x="1952625" y="285750"/>
                </a:lnTo>
                <a:lnTo>
                  <a:pt x="1952625" y="295275"/>
                </a:lnTo>
                <a:lnTo>
                  <a:pt x="1924050" y="295275"/>
                </a:lnTo>
                <a:lnTo>
                  <a:pt x="1924050" y="285750"/>
                </a:lnTo>
                <a:lnTo>
                  <a:pt x="1885950" y="285750"/>
                </a:lnTo>
                <a:lnTo>
                  <a:pt x="1885950" y="276225"/>
                </a:lnTo>
                <a:lnTo>
                  <a:pt x="1857375" y="276225"/>
                </a:lnTo>
                <a:lnTo>
                  <a:pt x="1857375" y="266700"/>
                </a:lnTo>
                <a:lnTo>
                  <a:pt x="1866900" y="266700"/>
                </a:lnTo>
                <a:close/>
                <a:moveTo>
                  <a:pt x="2314575" y="257175"/>
                </a:moveTo>
                <a:lnTo>
                  <a:pt x="2324100" y="257175"/>
                </a:lnTo>
                <a:lnTo>
                  <a:pt x="2324100" y="266700"/>
                </a:lnTo>
                <a:lnTo>
                  <a:pt x="2314575" y="266700"/>
                </a:lnTo>
                <a:close/>
                <a:moveTo>
                  <a:pt x="304800" y="266700"/>
                </a:moveTo>
                <a:lnTo>
                  <a:pt x="314325" y="266700"/>
                </a:lnTo>
                <a:lnTo>
                  <a:pt x="314325" y="276225"/>
                </a:lnTo>
                <a:lnTo>
                  <a:pt x="304800" y="276225"/>
                </a:lnTo>
                <a:close/>
                <a:moveTo>
                  <a:pt x="723900" y="276225"/>
                </a:moveTo>
                <a:lnTo>
                  <a:pt x="733425" y="276225"/>
                </a:lnTo>
                <a:lnTo>
                  <a:pt x="733425" y="285750"/>
                </a:lnTo>
                <a:lnTo>
                  <a:pt x="723900" y="285750"/>
                </a:lnTo>
                <a:close/>
                <a:moveTo>
                  <a:pt x="1524000" y="276225"/>
                </a:moveTo>
                <a:lnTo>
                  <a:pt x="1533525" y="276225"/>
                </a:lnTo>
                <a:lnTo>
                  <a:pt x="1533525" y="285750"/>
                </a:lnTo>
                <a:lnTo>
                  <a:pt x="1524000" y="285750"/>
                </a:lnTo>
                <a:close/>
                <a:moveTo>
                  <a:pt x="2066925" y="276225"/>
                </a:moveTo>
                <a:lnTo>
                  <a:pt x="2076450" y="276225"/>
                </a:lnTo>
                <a:lnTo>
                  <a:pt x="2076450" y="285750"/>
                </a:lnTo>
                <a:lnTo>
                  <a:pt x="2066925" y="285750"/>
                </a:lnTo>
                <a:close/>
                <a:moveTo>
                  <a:pt x="2085975" y="276225"/>
                </a:moveTo>
                <a:lnTo>
                  <a:pt x="2095500" y="276225"/>
                </a:lnTo>
                <a:lnTo>
                  <a:pt x="2095500" y="285750"/>
                </a:lnTo>
                <a:lnTo>
                  <a:pt x="2085975" y="285750"/>
                </a:lnTo>
                <a:close/>
                <a:moveTo>
                  <a:pt x="733425" y="285750"/>
                </a:moveTo>
                <a:lnTo>
                  <a:pt x="742950" y="285750"/>
                </a:lnTo>
                <a:lnTo>
                  <a:pt x="742950" y="295275"/>
                </a:lnTo>
                <a:lnTo>
                  <a:pt x="733425" y="295275"/>
                </a:lnTo>
                <a:close/>
                <a:moveTo>
                  <a:pt x="1181100" y="285750"/>
                </a:moveTo>
                <a:lnTo>
                  <a:pt x="1190625" y="285750"/>
                </a:lnTo>
                <a:lnTo>
                  <a:pt x="1190625" y="295275"/>
                </a:lnTo>
                <a:lnTo>
                  <a:pt x="1181100" y="295275"/>
                </a:lnTo>
                <a:close/>
                <a:moveTo>
                  <a:pt x="742950" y="295275"/>
                </a:moveTo>
                <a:lnTo>
                  <a:pt x="752475" y="295275"/>
                </a:lnTo>
                <a:lnTo>
                  <a:pt x="752475" y="304800"/>
                </a:lnTo>
                <a:lnTo>
                  <a:pt x="742950" y="304800"/>
                </a:lnTo>
                <a:close/>
                <a:moveTo>
                  <a:pt x="790575" y="295275"/>
                </a:moveTo>
                <a:lnTo>
                  <a:pt x="809625" y="295275"/>
                </a:lnTo>
                <a:lnTo>
                  <a:pt x="809625" y="314325"/>
                </a:lnTo>
                <a:lnTo>
                  <a:pt x="790575" y="314325"/>
                </a:lnTo>
                <a:lnTo>
                  <a:pt x="790575" y="323850"/>
                </a:lnTo>
                <a:lnTo>
                  <a:pt x="771525" y="323850"/>
                </a:lnTo>
                <a:lnTo>
                  <a:pt x="771525" y="304800"/>
                </a:lnTo>
                <a:lnTo>
                  <a:pt x="790575" y="304800"/>
                </a:lnTo>
                <a:close/>
                <a:moveTo>
                  <a:pt x="1190625" y="295275"/>
                </a:moveTo>
                <a:lnTo>
                  <a:pt x="1200150" y="295275"/>
                </a:lnTo>
                <a:lnTo>
                  <a:pt x="1200150" y="304800"/>
                </a:lnTo>
                <a:lnTo>
                  <a:pt x="1190625" y="304800"/>
                </a:lnTo>
                <a:close/>
                <a:moveTo>
                  <a:pt x="2066925" y="295275"/>
                </a:moveTo>
                <a:lnTo>
                  <a:pt x="2076450" y="295275"/>
                </a:lnTo>
                <a:lnTo>
                  <a:pt x="2076450" y="304800"/>
                </a:lnTo>
                <a:lnTo>
                  <a:pt x="2066925" y="304800"/>
                </a:lnTo>
                <a:close/>
                <a:moveTo>
                  <a:pt x="2085975" y="295275"/>
                </a:moveTo>
                <a:lnTo>
                  <a:pt x="2095500" y="295275"/>
                </a:lnTo>
                <a:lnTo>
                  <a:pt x="2095500" y="304800"/>
                </a:lnTo>
                <a:lnTo>
                  <a:pt x="2085975" y="304800"/>
                </a:lnTo>
                <a:close/>
                <a:moveTo>
                  <a:pt x="2305050" y="295275"/>
                </a:moveTo>
                <a:lnTo>
                  <a:pt x="2314575" y="295275"/>
                </a:lnTo>
                <a:lnTo>
                  <a:pt x="2314575" y="304800"/>
                </a:lnTo>
                <a:lnTo>
                  <a:pt x="2305050" y="304800"/>
                </a:lnTo>
                <a:close/>
                <a:moveTo>
                  <a:pt x="838200" y="304800"/>
                </a:moveTo>
                <a:lnTo>
                  <a:pt x="847725" y="304800"/>
                </a:lnTo>
                <a:lnTo>
                  <a:pt x="847725" y="342900"/>
                </a:lnTo>
                <a:lnTo>
                  <a:pt x="857250" y="342900"/>
                </a:lnTo>
                <a:lnTo>
                  <a:pt x="857250" y="361950"/>
                </a:lnTo>
                <a:lnTo>
                  <a:pt x="838200" y="361950"/>
                </a:lnTo>
                <a:lnTo>
                  <a:pt x="838200" y="342900"/>
                </a:lnTo>
                <a:lnTo>
                  <a:pt x="828675" y="342900"/>
                </a:lnTo>
                <a:lnTo>
                  <a:pt x="828675" y="323850"/>
                </a:lnTo>
                <a:lnTo>
                  <a:pt x="819150" y="323850"/>
                </a:lnTo>
                <a:lnTo>
                  <a:pt x="819150" y="314325"/>
                </a:lnTo>
                <a:lnTo>
                  <a:pt x="828675" y="314325"/>
                </a:lnTo>
                <a:lnTo>
                  <a:pt x="828675" y="323850"/>
                </a:lnTo>
                <a:lnTo>
                  <a:pt x="838200" y="323850"/>
                </a:lnTo>
                <a:close/>
                <a:moveTo>
                  <a:pt x="1162050" y="304800"/>
                </a:moveTo>
                <a:lnTo>
                  <a:pt x="1171575" y="304800"/>
                </a:lnTo>
                <a:lnTo>
                  <a:pt x="1171575" y="314325"/>
                </a:lnTo>
                <a:lnTo>
                  <a:pt x="1162050" y="314325"/>
                </a:lnTo>
                <a:close/>
                <a:moveTo>
                  <a:pt x="1200150" y="304800"/>
                </a:moveTo>
                <a:lnTo>
                  <a:pt x="1209675" y="304800"/>
                </a:lnTo>
                <a:lnTo>
                  <a:pt x="1209675" y="314325"/>
                </a:lnTo>
                <a:lnTo>
                  <a:pt x="1200150" y="314325"/>
                </a:lnTo>
                <a:close/>
                <a:moveTo>
                  <a:pt x="1257300" y="304800"/>
                </a:moveTo>
                <a:lnTo>
                  <a:pt x="1266825" y="304800"/>
                </a:lnTo>
                <a:lnTo>
                  <a:pt x="1266825" y="333375"/>
                </a:lnTo>
                <a:lnTo>
                  <a:pt x="1247775" y="333375"/>
                </a:lnTo>
                <a:lnTo>
                  <a:pt x="1247775" y="314325"/>
                </a:lnTo>
                <a:lnTo>
                  <a:pt x="1257300" y="314325"/>
                </a:lnTo>
                <a:close/>
                <a:moveTo>
                  <a:pt x="1295400" y="304800"/>
                </a:moveTo>
                <a:lnTo>
                  <a:pt x="1314450" y="304800"/>
                </a:lnTo>
                <a:lnTo>
                  <a:pt x="1314450" y="314325"/>
                </a:lnTo>
                <a:lnTo>
                  <a:pt x="1304925" y="314325"/>
                </a:lnTo>
                <a:lnTo>
                  <a:pt x="1304925" y="323850"/>
                </a:lnTo>
                <a:lnTo>
                  <a:pt x="1314450" y="323850"/>
                </a:lnTo>
                <a:lnTo>
                  <a:pt x="1314450" y="314325"/>
                </a:lnTo>
                <a:lnTo>
                  <a:pt x="1323975" y="314325"/>
                </a:lnTo>
                <a:lnTo>
                  <a:pt x="1323975" y="352425"/>
                </a:lnTo>
                <a:lnTo>
                  <a:pt x="1333500" y="352425"/>
                </a:lnTo>
                <a:lnTo>
                  <a:pt x="1333500" y="390525"/>
                </a:lnTo>
                <a:lnTo>
                  <a:pt x="1314450" y="390525"/>
                </a:lnTo>
                <a:lnTo>
                  <a:pt x="1314450" y="400050"/>
                </a:lnTo>
                <a:lnTo>
                  <a:pt x="1304925" y="400050"/>
                </a:lnTo>
                <a:lnTo>
                  <a:pt x="1304925" y="381000"/>
                </a:lnTo>
                <a:lnTo>
                  <a:pt x="1314450" y="381000"/>
                </a:lnTo>
                <a:lnTo>
                  <a:pt x="1314450" y="361950"/>
                </a:lnTo>
                <a:lnTo>
                  <a:pt x="1304925" y="361950"/>
                </a:lnTo>
                <a:lnTo>
                  <a:pt x="1304925" y="333375"/>
                </a:lnTo>
                <a:lnTo>
                  <a:pt x="1295400" y="333375"/>
                </a:lnTo>
                <a:close/>
                <a:moveTo>
                  <a:pt x="1962150" y="304800"/>
                </a:moveTo>
                <a:lnTo>
                  <a:pt x="1971675" y="304800"/>
                </a:lnTo>
                <a:lnTo>
                  <a:pt x="1971675" y="314325"/>
                </a:lnTo>
                <a:lnTo>
                  <a:pt x="1981200" y="314325"/>
                </a:lnTo>
                <a:lnTo>
                  <a:pt x="1981200" y="333375"/>
                </a:lnTo>
                <a:lnTo>
                  <a:pt x="1962150" y="333375"/>
                </a:lnTo>
                <a:close/>
                <a:moveTo>
                  <a:pt x="628650" y="314325"/>
                </a:moveTo>
                <a:lnTo>
                  <a:pt x="647700" y="314325"/>
                </a:lnTo>
                <a:lnTo>
                  <a:pt x="647700" y="333375"/>
                </a:lnTo>
                <a:lnTo>
                  <a:pt x="628650" y="333375"/>
                </a:lnTo>
                <a:lnTo>
                  <a:pt x="628650" y="342900"/>
                </a:lnTo>
                <a:lnTo>
                  <a:pt x="609600" y="342900"/>
                </a:lnTo>
                <a:lnTo>
                  <a:pt x="609600" y="323850"/>
                </a:lnTo>
                <a:lnTo>
                  <a:pt x="628650" y="323850"/>
                </a:lnTo>
                <a:close/>
                <a:moveTo>
                  <a:pt x="1514475" y="314325"/>
                </a:moveTo>
                <a:lnTo>
                  <a:pt x="1524000" y="314325"/>
                </a:lnTo>
                <a:lnTo>
                  <a:pt x="1524000" y="323850"/>
                </a:lnTo>
                <a:lnTo>
                  <a:pt x="1514475" y="323850"/>
                </a:lnTo>
                <a:close/>
                <a:moveTo>
                  <a:pt x="561975" y="323850"/>
                </a:moveTo>
                <a:lnTo>
                  <a:pt x="581025" y="323850"/>
                </a:lnTo>
                <a:lnTo>
                  <a:pt x="581025" y="342900"/>
                </a:lnTo>
                <a:lnTo>
                  <a:pt x="552450" y="342900"/>
                </a:lnTo>
                <a:lnTo>
                  <a:pt x="552450" y="352425"/>
                </a:lnTo>
                <a:lnTo>
                  <a:pt x="542925" y="352425"/>
                </a:lnTo>
                <a:lnTo>
                  <a:pt x="542925" y="333375"/>
                </a:lnTo>
                <a:lnTo>
                  <a:pt x="561975" y="333375"/>
                </a:lnTo>
                <a:close/>
                <a:moveTo>
                  <a:pt x="1143000" y="323850"/>
                </a:moveTo>
                <a:lnTo>
                  <a:pt x="1152525" y="323850"/>
                </a:lnTo>
                <a:lnTo>
                  <a:pt x="1152525" y="352425"/>
                </a:lnTo>
                <a:lnTo>
                  <a:pt x="1133475" y="352425"/>
                </a:lnTo>
                <a:lnTo>
                  <a:pt x="1133475" y="333375"/>
                </a:lnTo>
                <a:lnTo>
                  <a:pt x="1143000" y="333375"/>
                </a:lnTo>
                <a:close/>
                <a:moveTo>
                  <a:pt x="1752600" y="323850"/>
                </a:moveTo>
                <a:lnTo>
                  <a:pt x="1762125" y="323850"/>
                </a:lnTo>
                <a:lnTo>
                  <a:pt x="1762125" y="333375"/>
                </a:lnTo>
                <a:lnTo>
                  <a:pt x="1752600" y="333375"/>
                </a:lnTo>
                <a:close/>
                <a:moveTo>
                  <a:pt x="523875" y="333375"/>
                </a:moveTo>
                <a:lnTo>
                  <a:pt x="533400" y="333375"/>
                </a:lnTo>
                <a:lnTo>
                  <a:pt x="533400" y="342900"/>
                </a:lnTo>
                <a:lnTo>
                  <a:pt x="523875" y="342900"/>
                </a:lnTo>
                <a:close/>
                <a:moveTo>
                  <a:pt x="1771650" y="333375"/>
                </a:moveTo>
                <a:lnTo>
                  <a:pt x="1781175" y="333375"/>
                </a:lnTo>
                <a:lnTo>
                  <a:pt x="1781175" y="342900"/>
                </a:lnTo>
                <a:lnTo>
                  <a:pt x="1771650" y="342900"/>
                </a:lnTo>
                <a:close/>
                <a:moveTo>
                  <a:pt x="2295525" y="333375"/>
                </a:moveTo>
                <a:lnTo>
                  <a:pt x="2305050" y="333375"/>
                </a:lnTo>
                <a:lnTo>
                  <a:pt x="2305050" y="342900"/>
                </a:lnTo>
                <a:lnTo>
                  <a:pt x="2295525" y="342900"/>
                </a:lnTo>
                <a:close/>
                <a:moveTo>
                  <a:pt x="733425" y="342900"/>
                </a:moveTo>
                <a:lnTo>
                  <a:pt x="742950" y="342900"/>
                </a:lnTo>
                <a:lnTo>
                  <a:pt x="742950" y="352425"/>
                </a:lnTo>
                <a:lnTo>
                  <a:pt x="733425" y="352425"/>
                </a:lnTo>
                <a:close/>
                <a:moveTo>
                  <a:pt x="1190625" y="342900"/>
                </a:moveTo>
                <a:lnTo>
                  <a:pt x="1200150" y="342900"/>
                </a:lnTo>
                <a:lnTo>
                  <a:pt x="1200150" y="352425"/>
                </a:lnTo>
                <a:lnTo>
                  <a:pt x="1190625" y="352425"/>
                </a:lnTo>
                <a:close/>
                <a:moveTo>
                  <a:pt x="1209675" y="342900"/>
                </a:moveTo>
                <a:lnTo>
                  <a:pt x="1219200" y="342900"/>
                </a:lnTo>
                <a:lnTo>
                  <a:pt x="1219200" y="352425"/>
                </a:lnTo>
                <a:lnTo>
                  <a:pt x="1209675" y="352425"/>
                </a:lnTo>
                <a:close/>
                <a:moveTo>
                  <a:pt x="1724025" y="342900"/>
                </a:moveTo>
                <a:lnTo>
                  <a:pt x="1743075" y="342900"/>
                </a:lnTo>
                <a:lnTo>
                  <a:pt x="1743075" y="352425"/>
                </a:lnTo>
                <a:lnTo>
                  <a:pt x="1724025" y="352425"/>
                </a:lnTo>
                <a:close/>
                <a:moveTo>
                  <a:pt x="1781175" y="342900"/>
                </a:moveTo>
                <a:lnTo>
                  <a:pt x="1790700" y="342900"/>
                </a:lnTo>
                <a:lnTo>
                  <a:pt x="1790700" y="352425"/>
                </a:lnTo>
                <a:lnTo>
                  <a:pt x="1781175" y="352425"/>
                </a:lnTo>
                <a:close/>
                <a:moveTo>
                  <a:pt x="57150" y="352425"/>
                </a:moveTo>
                <a:lnTo>
                  <a:pt x="66675" y="352425"/>
                </a:lnTo>
                <a:lnTo>
                  <a:pt x="66675" y="361950"/>
                </a:lnTo>
                <a:lnTo>
                  <a:pt x="57150" y="361950"/>
                </a:lnTo>
                <a:close/>
                <a:moveTo>
                  <a:pt x="523875" y="352425"/>
                </a:moveTo>
                <a:lnTo>
                  <a:pt x="542925" y="352425"/>
                </a:lnTo>
                <a:lnTo>
                  <a:pt x="542925" y="371475"/>
                </a:lnTo>
                <a:lnTo>
                  <a:pt x="523875" y="371475"/>
                </a:lnTo>
                <a:close/>
                <a:moveTo>
                  <a:pt x="666750" y="352425"/>
                </a:moveTo>
                <a:lnTo>
                  <a:pt x="676275" y="352425"/>
                </a:lnTo>
                <a:lnTo>
                  <a:pt x="676275" y="361950"/>
                </a:lnTo>
                <a:lnTo>
                  <a:pt x="666750" y="361950"/>
                </a:lnTo>
                <a:close/>
                <a:moveTo>
                  <a:pt x="723900" y="352425"/>
                </a:moveTo>
                <a:lnTo>
                  <a:pt x="733425" y="352425"/>
                </a:lnTo>
                <a:lnTo>
                  <a:pt x="733425" y="361950"/>
                </a:lnTo>
                <a:lnTo>
                  <a:pt x="723900" y="361950"/>
                </a:lnTo>
                <a:close/>
                <a:moveTo>
                  <a:pt x="1114425" y="352425"/>
                </a:moveTo>
                <a:lnTo>
                  <a:pt x="1133475" y="352425"/>
                </a:lnTo>
                <a:lnTo>
                  <a:pt x="1133475" y="390525"/>
                </a:lnTo>
                <a:lnTo>
                  <a:pt x="1114425" y="390525"/>
                </a:lnTo>
                <a:close/>
                <a:moveTo>
                  <a:pt x="1504950" y="352425"/>
                </a:moveTo>
                <a:lnTo>
                  <a:pt x="1514475" y="352425"/>
                </a:lnTo>
                <a:lnTo>
                  <a:pt x="1514475" y="361950"/>
                </a:lnTo>
                <a:lnTo>
                  <a:pt x="1504950" y="361950"/>
                </a:lnTo>
                <a:close/>
                <a:moveTo>
                  <a:pt x="1685925" y="352425"/>
                </a:moveTo>
                <a:lnTo>
                  <a:pt x="1695450" y="352425"/>
                </a:lnTo>
                <a:lnTo>
                  <a:pt x="1695450" y="361950"/>
                </a:lnTo>
                <a:lnTo>
                  <a:pt x="1685925" y="361950"/>
                </a:lnTo>
                <a:close/>
                <a:moveTo>
                  <a:pt x="704850" y="361950"/>
                </a:moveTo>
                <a:lnTo>
                  <a:pt x="723900" y="361950"/>
                </a:lnTo>
                <a:lnTo>
                  <a:pt x="723900" y="371475"/>
                </a:lnTo>
                <a:lnTo>
                  <a:pt x="704850" y="371475"/>
                </a:lnTo>
                <a:close/>
                <a:moveTo>
                  <a:pt x="2286000" y="361950"/>
                </a:moveTo>
                <a:lnTo>
                  <a:pt x="2295525" y="361950"/>
                </a:lnTo>
                <a:lnTo>
                  <a:pt x="2295525" y="371475"/>
                </a:lnTo>
                <a:lnTo>
                  <a:pt x="2286000" y="371475"/>
                </a:lnTo>
                <a:close/>
                <a:moveTo>
                  <a:pt x="1200150" y="371475"/>
                </a:moveTo>
                <a:lnTo>
                  <a:pt x="1209675" y="371475"/>
                </a:lnTo>
                <a:lnTo>
                  <a:pt x="1209675" y="381000"/>
                </a:lnTo>
                <a:lnTo>
                  <a:pt x="1200150" y="381000"/>
                </a:lnTo>
                <a:close/>
                <a:moveTo>
                  <a:pt x="1219200" y="371475"/>
                </a:moveTo>
                <a:lnTo>
                  <a:pt x="1247775" y="371475"/>
                </a:lnTo>
                <a:lnTo>
                  <a:pt x="1247775" y="390525"/>
                </a:lnTo>
                <a:lnTo>
                  <a:pt x="1238250" y="390525"/>
                </a:lnTo>
                <a:lnTo>
                  <a:pt x="1238250" y="428625"/>
                </a:lnTo>
                <a:lnTo>
                  <a:pt x="1228725" y="428625"/>
                </a:lnTo>
                <a:lnTo>
                  <a:pt x="1228725" y="438150"/>
                </a:lnTo>
                <a:lnTo>
                  <a:pt x="1219200" y="438150"/>
                </a:lnTo>
                <a:lnTo>
                  <a:pt x="1219200" y="400050"/>
                </a:lnTo>
                <a:lnTo>
                  <a:pt x="1228725" y="400050"/>
                </a:lnTo>
                <a:lnTo>
                  <a:pt x="1228725" y="381000"/>
                </a:lnTo>
                <a:lnTo>
                  <a:pt x="1219200" y="381000"/>
                </a:lnTo>
                <a:close/>
                <a:moveTo>
                  <a:pt x="1276350" y="371475"/>
                </a:moveTo>
                <a:lnTo>
                  <a:pt x="1295400" y="371475"/>
                </a:lnTo>
                <a:lnTo>
                  <a:pt x="1295400" y="390525"/>
                </a:lnTo>
                <a:lnTo>
                  <a:pt x="1285875" y="390525"/>
                </a:lnTo>
                <a:lnTo>
                  <a:pt x="1285875" y="400050"/>
                </a:lnTo>
                <a:lnTo>
                  <a:pt x="1295400" y="400050"/>
                </a:lnTo>
                <a:lnTo>
                  <a:pt x="1295400" y="409575"/>
                </a:lnTo>
                <a:lnTo>
                  <a:pt x="1285875" y="409575"/>
                </a:lnTo>
                <a:lnTo>
                  <a:pt x="1285875" y="419100"/>
                </a:lnTo>
                <a:lnTo>
                  <a:pt x="1266825" y="419100"/>
                </a:lnTo>
                <a:lnTo>
                  <a:pt x="1266825" y="428625"/>
                </a:lnTo>
                <a:lnTo>
                  <a:pt x="1257300" y="428625"/>
                </a:lnTo>
                <a:lnTo>
                  <a:pt x="1257300" y="409575"/>
                </a:lnTo>
                <a:lnTo>
                  <a:pt x="1266825" y="409575"/>
                </a:lnTo>
                <a:lnTo>
                  <a:pt x="1266825" y="390525"/>
                </a:lnTo>
                <a:lnTo>
                  <a:pt x="1276350" y="390525"/>
                </a:lnTo>
                <a:close/>
                <a:moveTo>
                  <a:pt x="2162175" y="371475"/>
                </a:moveTo>
                <a:lnTo>
                  <a:pt x="2181225" y="371475"/>
                </a:lnTo>
                <a:lnTo>
                  <a:pt x="2181225" y="390525"/>
                </a:lnTo>
                <a:lnTo>
                  <a:pt x="2171700" y="390525"/>
                </a:lnTo>
                <a:lnTo>
                  <a:pt x="2171700" y="381000"/>
                </a:lnTo>
                <a:lnTo>
                  <a:pt x="2162175" y="381000"/>
                </a:lnTo>
                <a:close/>
                <a:moveTo>
                  <a:pt x="2200275" y="371475"/>
                </a:moveTo>
                <a:lnTo>
                  <a:pt x="2228850" y="371475"/>
                </a:lnTo>
                <a:lnTo>
                  <a:pt x="2228850" y="381000"/>
                </a:lnTo>
                <a:lnTo>
                  <a:pt x="2257425" y="381000"/>
                </a:lnTo>
                <a:lnTo>
                  <a:pt x="2257425" y="390525"/>
                </a:lnTo>
                <a:lnTo>
                  <a:pt x="2276475" y="390525"/>
                </a:lnTo>
                <a:lnTo>
                  <a:pt x="2276475" y="400050"/>
                </a:lnTo>
                <a:lnTo>
                  <a:pt x="2238375" y="400050"/>
                </a:lnTo>
                <a:lnTo>
                  <a:pt x="2238375" y="390525"/>
                </a:lnTo>
                <a:lnTo>
                  <a:pt x="2200275" y="390525"/>
                </a:lnTo>
                <a:close/>
                <a:moveTo>
                  <a:pt x="1190625" y="381000"/>
                </a:moveTo>
                <a:lnTo>
                  <a:pt x="1200150" y="381000"/>
                </a:lnTo>
                <a:lnTo>
                  <a:pt x="1200150" y="390525"/>
                </a:lnTo>
                <a:lnTo>
                  <a:pt x="1190625" y="390525"/>
                </a:lnTo>
                <a:close/>
                <a:moveTo>
                  <a:pt x="1962150" y="381000"/>
                </a:moveTo>
                <a:lnTo>
                  <a:pt x="1981200" y="381000"/>
                </a:lnTo>
                <a:lnTo>
                  <a:pt x="1981200" y="409575"/>
                </a:lnTo>
                <a:lnTo>
                  <a:pt x="1971675" y="409575"/>
                </a:lnTo>
                <a:lnTo>
                  <a:pt x="1971675" y="428625"/>
                </a:lnTo>
                <a:lnTo>
                  <a:pt x="1952625" y="428625"/>
                </a:lnTo>
                <a:lnTo>
                  <a:pt x="1952625" y="419100"/>
                </a:lnTo>
                <a:lnTo>
                  <a:pt x="1962150" y="419100"/>
                </a:lnTo>
                <a:close/>
                <a:moveTo>
                  <a:pt x="2143125" y="381000"/>
                </a:moveTo>
                <a:lnTo>
                  <a:pt x="2162175" y="381000"/>
                </a:lnTo>
                <a:lnTo>
                  <a:pt x="2162175" y="390525"/>
                </a:lnTo>
                <a:lnTo>
                  <a:pt x="2143125" y="390525"/>
                </a:lnTo>
                <a:close/>
                <a:moveTo>
                  <a:pt x="1133475" y="390525"/>
                </a:moveTo>
                <a:lnTo>
                  <a:pt x="1143000" y="390525"/>
                </a:lnTo>
                <a:lnTo>
                  <a:pt x="1143000" y="428625"/>
                </a:lnTo>
                <a:lnTo>
                  <a:pt x="1133475" y="428625"/>
                </a:lnTo>
                <a:close/>
                <a:moveTo>
                  <a:pt x="2133600" y="390525"/>
                </a:moveTo>
                <a:lnTo>
                  <a:pt x="2143125" y="390525"/>
                </a:lnTo>
                <a:lnTo>
                  <a:pt x="2143125" y="400050"/>
                </a:lnTo>
                <a:lnTo>
                  <a:pt x="2133600" y="400050"/>
                </a:lnTo>
                <a:close/>
                <a:moveTo>
                  <a:pt x="838200" y="400050"/>
                </a:moveTo>
                <a:lnTo>
                  <a:pt x="857250" y="400050"/>
                </a:lnTo>
                <a:lnTo>
                  <a:pt x="857250" y="419100"/>
                </a:lnTo>
                <a:lnTo>
                  <a:pt x="866775" y="419100"/>
                </a:lnTo>
                <a:lnTo>
                  <a:pt x="866775" y="428625"/>
                </a:lnTo>
                <a:lnTo>
                  <a:pt x="847725" y="428625"/>
                </a:lnTo>
                <a:lnTo>
                  <a:pt x="847725" y="419100"/>
                </a:lnTo>
                <a:lnTo>
                  <a:pt x="838200" y="419100"/>
                </a:lnTo>
                <a:close/>
                <a:moveTo>
                  <a:pt x="1152525" y="400050"/>
                </a:moveTo>
                <a:lnTo>
                  <a:pt x="1171575" y="400050"/>
                </a:lnTo>
                <a:lnTo>
                  <a:pt x="1171575" y="409575"/>
                </a:lnTo>
                <a:lnTo>
                  <a:pt x="1162050" y="409575"/>
                </a:lnTo>
                <a:lnTo>
                  <a:pt x="1162050" y="419100"/>
                </a:lnTo>
                <a:lnTo>
                  <a:pt x="1152525" y="419100"/>
                </a:lnTo>
                <a:close/>
                <a:moveTo>
                  <a:pt x="1190625" y="400050"/>
                </a:moveTo>
                <a:lnTo>
                  <a:pt x="1200150" y="400050"/>
                </a:lnTo>
                <a:lnTo>
                  <a:pt x="1200150" y="438150"/>
                </a:lnTo>
                <a:lnTo>
                  <a:pt x="1190625" y="438150"/>
                </a:lnTo>
                <a:lnTo>
                  <a:pt x="1190625" y="447675"/>
                </a:lnTo>
                <a:lnTo>
                  <a:pt x="1171575" y="447675"/>
                </a:lnTo>
                <a:lnTo>
                  <a:pt x="1171575" y="428625"/>
                </a:lnTo>
                <a:lnTo>
                  <a:pt x="1181100" y="428625"/>
                </a:lnTo>
                <a:lnTo>
                  <a:pt x="1181100" y="409575"/>
                </a:lnTo>
                <a:lnTo>
                  <a:pt x="1190625" y="409575"/>
                </a:lnTo>
                <a:close/>
                <a:moveTo>
                  <a:pt x="1781175" y="400050"/>
                </a:moveTo>
                <a:lnTo>
                  <a:pt x="1790700" y="400050"/>
                </a:lnTo>
                <a:lnTo>
                  <a:pt x="1790700" y="409575"/>
                </a:lnTo>
                <a:lnTo>
                  <a:pt x="1781175" y="409575"/>
                </a:lnTo>
                <a:close/>
                <a:moveTo>
                  <a:pt x="2105025" y="400050"/>
                </a:moveTo>
                <a:lnTo>
                  <a:pt x="2133600" y="400050"/>
                </a:lnTo>
                <a:lnTo>
                  <a:pt x="2133600" y="409575"/>
                </a:lnTo>
                <a:lnTo>
                  <a:pt x="2105025" y="409575"/>
                </a:lnTo>
                <a:close/>
                <a:moveTo>
                  <a:pt x="1771650" y="409575"/>
                </a:moveTo>
                <a:lnTo>
                  <a:pt x="1781175" y="409575"/>
                </a:lnTo>
                <a:lnTo>
                  <a:pt x="1781175" y="419100"/>
                </a:lnTo>
                <a:lnTo>
                  <a:pt x="1771650" y="419100"/>
                </a:lnTo>
                <a:close/>
                <a:moveTo>
                  <a:pt x="2028825" y="409575"/>
                </a:moveTo>
                <a:lnTo>
                  <a:pt x="2038350" y="409575"/>
                </a:lnTo>
                <a:lnTo>
                  <a:pt x="2038350" y="419100"/>
                </a:lnTo>
                <a:lnTo>
                  <a:pt x="2028825" y="419100"/>
                </a:lnTo>
                <a:close/>
                <a:moveTo>
                  <a:pt x="523875" y="419100"/>
                </a:moveTo>
                <a:lnTo>
                  <a:pt x="542925" y="419100"/>
                </a:lnTo>
                <a:lnTo>
                  <a:pt x="542925" y="428625"/>
                </a:lnTo>
                <a:lnTo>
                  <a:pt x="552450" y="428625"/>
                </a:lnTo>
                <a:lnTo>
                  <a:pt x="552450" y="447675"/>
                </a:lnTo>
                <a:lnTo>
                  <a:pt x="533400" y="447675"/>
                </a:lnTo>
                <a:lnTo>
                  <a:pt x="533400" y="428625"/>
                </a:lnTo>
                <a:lnTo>
                  <a:pt x="523875" y="428625"/>
                </a:lnTo>
                <a:close/>
                <a:moveTo>
                  <a:pt x="609600" y="419100"/>
                </a:moveTo>
                <a:lnTo>
                  <a:pt x="619125" y="419100"/>
                </a:lnTo>
                <a:lnTo>
                  <a:pt x="619125" y="428625"/>
                </a:lnTo>
                <a:lnTo>
                  <a:pt x="609600" y="428625"/>
                </a:lnTo>
                <a:close/>
                <a:moveTo>
                  <a:pt x="1314450" y="419100"/>
                </a:moveTo>
                <a:lnTo>
                  <a:pt x="1333500" y="419100"/>
                </a:lnTo>
                <a:lnTo>
                  <a:pt x="1333500" y="428625"/>
                </a:lnTo>
                <a:lnTo>
                  <a:pt x="1343025" y="428625"/>
                </a:lnTo>
                <a:lnTo>
                  <a:pt x="1343025" y="466725"/>
                </a:lnTo>
                <a:lnTo>
                  <a:pt x="1352550" y="466725"/>
                </a:lnTo>
                <a:lnTo>
                  <a:pt x="1352550" y="485775"/>
                </a:lnTo>
                <a:lnTo>
                  <a:pt x="1343025" y="485775"/>
                </a:lnTo>
                <a:lnTo>
                  <a:pt x="1343025" y="495300"/>
                </a:lnTo>
                <a:lnTo>
                  <a:pt x="1333500" y="495300"/>
                </a:lnTo>
                <a:lnTo>
                  <a:pt x="1333500" y="466725"/>
                </a:lnTo>
                <a:lnTo>
                  <a:pt x="1323975" y="466725"/>
                </a:lnTo>
                <a:lnTo>
                  <a:pt x="1323975" y="428625"/>
                </a:lnTo>
                <a:lnTo>
                  <a:pt x="1314450" y="428625"/>
                </a:lnTo>
                <a:close/>
                <a:moveTo>
                  <a:pt x="1485900" y="419100"/>
                </a:moveTo>
                <a:lnTo>
                  <a:pt x="1495425" y="419100"/>
                </a:lnTo>
                <a:lnTo>
                  <a:pt x="1495425" y="428625"/>
                </a:lnTo>
                <a:lnTo>
                  <a:pt x="1485900" y="428625"/>
                </a:lnTo>
                <a:close/>
                <a:moveTo>
                  <a:pt x="2019300" y="419100"/>
                </a:moveTo>
                <a:lnTo>
                  <a:pt x="2028825" y="419100"/>
                </a:lnTo>
                <a:lnTo>
                  <a:pt x="2028825" y="428625"/>
                </a:lnTo>
                <a:lnTo>
                  <a:pt x="2019300" y="428625"/>
                </a:lnTo>
                <a:close/>
                <a:moveTo>
                  <a:pt x="600075" y="428625"/>
                </a:moveTo>
                <a:lnTo>
                  <a:pt x="609600" y="428625"/>
                </a:lnTo>
                <a:lnTo>
                  <a:pt x="609600" y="438150"/>
                </a:lnTo>
                <a:lnTo>
                  <a:pt x="600075" y="438150"/>
                </a:lnTo>
                <a:close/>
                <a:moveTo>
                  <a:pt x="619125" y="428625"/>
                </a:moveTo>
                <a:lnTo>
                  <a:pt x="666750" y="428625"/>
                </a:lnTo>
                <a:lnTo>
                  <a:pt x="666750" y="438150"/>
                </a:lnTo>
                <a:lnTo>
                  <a:pt x="619125" y="438150"/>
                </a:lnTo>
                <a:close/>
                <a:moveTo>
                  <a:pt x="1981200" y="428625"/>
                </a:moveTo>
                <a:lnTo>
                  <a:pt x="1990725" y="428625"/>
                </a:lnTo>
                <a:lnTo>
                  <a:pt x="1990725" y="447675"/>
                </a:lnTo>
                <a:lnTo>
                  <a:pt x="1971675" y="447675"/>
                </a:lnTo>
                <a:lnTo>
                  <a:pt x="1971675" y="438150"/>
                </a:lnTo>
                <a:lnTo>
                  <a:pt x="1981200" y="438150"/>
                </a:lnTo>
                <a:close/>
                <a:moveTo>
                  <a:pt x="2000250" y="428625"/>
                </a:moveTo>
                <a:lnTo>
                  <a:pt x="2009775" y="428625"/>
                </a:lnTo>
                <a:lnTo>
                  <a:pt x="2009775" y="438150"/>
                </a:lnTo>
                <a:lnTo>
                  <a:pt x="2000250" y="438150"/>
                </a:lnTo>
                <a:close/>
                <a:moveTo>
                  <a:pt x="590550" y="438150"/>
                </a:moveTo>
                <a:lnTo>
                  <a:pt x="600075" y="438150"/>
                </a:lnTo>
                <a:lnTo>
                  <a:pt x="600075" y="457200"/>
                </a:lnTo>
                <a:lnTo>
                  <a:pt x="590550" y="457200"/>
                </a:lnTo>
                <a:close/>
                <a:moveTo>
                  <a:pt x="666750" y="438150"/>
                </a:moveTo>
                <a:lnTo>
                  <a:pt x="695325" y="438150"/>
                </a:lnTo>
                <a:lnTo>
                  <a:pt x="695325" y="447675"/>
                </a:lnTo>
                <a:lnTo>
                  <a:pt x="666750" y="447675"/>
                </a:lnTo>
                <a:close/>
                <a:moveTo>
                  <a:pt x="752475" y="438150"/>
                </a:moveTo>
                <a:lnTo>
                  <a:pt x="771525" y="438150"/>
                </a:lnTo>
                <a:lnTo>
                  <a:pt x="771525" y="457200"/>
                </a:lnTo>
                <a:lnTo>
                  <a:pt x="752475" y="457200"/>
                </a:lnTo>
                <a:close/>
                <a:moveTo>
                  <a:pt x="1114425" y="438150"/>
                </a:moveTo>
                <a:lnTo>
                  <a:pt x="1133475" y="438150"/>
                </a:lnTo>
                <a:lnTo>
                  <a:pt x="1133475" y="457200"/>
                </a:lnTo>
                <a:lnTo>
                  <a:pt x="1143000" y="457200"/>
                </a:lnTo>
                <a:lnTo>
                  <a:pt x="1143000" y="466725"/>
                </a:lnTo>
                <a:lnTo>
                  <a:pt x="1123950" y="466725"/>
                </a:lnTo>
                <a:lnTo>
                  <a:pt x="1123950" y="457200"/>
                </a:lnTo>
                <a:lnTo>
                  <a:pt x="1114425" y="457200"/>
                </a:lnTo>
                <a:close/>
                <a:moveTo>
                  <a:pt x="1266825" y="438150"/>
                </a:moveTo>
                <a:lnTo>
                  <a:pt x="1276350" y="438150"/>
                </a:lnTo>
                <a:lnTo>
                  <a:pt x="1276350" y="457200"/>
                </a:lnTo>
                <a:lnTo>
                  <a:pt x="1266825" y="457200"/>
                </a:lnTo>
                <a:lnTo>
                  <a:pt x="1266825" y="466725"/>
                </a:lnTo>
                <a:lnTo>
                  <a:pt x="1257300" y="466725"/>
                </a:lnTo>
                <a:lnTo>
                  <a:pt x="1257300" y="447675"/>
                </a:lnTo>
                <a:lnTo>
                  <a:pt x="1266825" y="447675"/>
                </a:lnTo>
                <a:close/>
                <a:moveTo>
                  <a:pt x="1704975" y="438150"/>
                </a:moveTo>
                <a:lnTo>
                  <a:pt x="1714500" y="438150"/>
                </a:lnTo>
                <a:lnTo>
                  <a:pt x="1714500" y="447675"/>
                </a:lnTo>
                <a:lnTo>
                  <a:pt x="1724025" y="447675"/>
                </a:lnTo>
                <a:lnTo>
                  <a:pt x="1724025" y="438150"/>
                </a:lnTo>
                <a:lnTo>
                  <a:pt x="1733550" y="438150"/>
                </a:lnTo>
                <a:lnTo>
                  <a:pt x="1733550" y="447675"/>
                </a:lnTo>
                <a:lnTo>
                  <a:pt x="1724025" y="447675"/>
                </a:lnTo>
                <a:lnTo>
                  <a:pt x="1724025" y="457200"/>
                </a:lnTo>
                <a:lnTo>
                  <a:pt x="1704975" y="457200"/>
                </a:lnTo>
                <a:close/>
                <a:moveTo>
                  <a:pt x="57150" y="447675"/>
                </a:moveTo>
                <a:lnTo>
                  <a:pt x="66675" y="447675"/>
                </a:lnTo>
                <a:lnTo>
                  <a:pt x="66675" y="457200"/>
                </a:lnTo>
                <a:lnTo>
                  <a:pt x="57150" y="457200"/>
                </a:lnTo>
                <a:close/>
                <a:moveTo>
                  <a:pt x="619125" y="447675"/>
                </a:moveTo>
                <a:lnTo>
                  <a:pt x="628650" y="447675"/>
                </a:lnTo>
                <a:lnTo>
                  <a:pt x="628650" y="457200"/>
                </a:lnTo>
                <a:lnTo>
                  <a:pt x="619125" y="457200"/>
                </a:lnTo>
                <a:close/>
                <a:moveTo>
                  <a:pt x="790575" y="447675"/>
                </a:moveTo>
                <a:lnTo>
                  <a:pt x="800100" y="447675"/>
                </a:lnTo>
                <a:lnTo>
                  <a:pt x="800100" y="457200"/>
                </a:lnTo>
                <a:lnTo>
                  <a:pt x="790575" y="457200"/>
                </a:lnTo>
                <a:close/>
                <a:moveTo>
                  <a:pt x="1228725" y="447675"/>
                </a:moveTo>
                <a:lnTo>
                  <a:pt x="1238250" y="447675"/>
                </a:lnTo>
                <a:lnTo>
                  <a:pt x="1238250" y="466725"/>
                </a:lnTo>
                <a:lnTo>
                  <a:pt x="1228725" y="466725"/>
                </a:lnTo>
                <a:lnTo>
                  <a:pt x="1228725" y="476250"/>
                </a:lnTo>
                <a:lnTo>
                  <a:pt x="1219200" y="476250"/>
                </a:lnTo>
                <a:lnTo>
                  <a:pt x="1219200" y="457200"/>
                </a:lnTo>
                <a:lnTo>
                  <a:pt x="1228725" y="457200"/>
                </a:lnTo>
                <a:close/>
                <a:moveTo>
                  <a:pt x="704850" y="457200"/>
                </a:moveTo>
                <a:lnTo>
                  <a:pt x="733425" y="457200"/>
                </a:lnTo>
                <a:lnTo>
                  <a:pt x="733425" y="466725"/>
                </a:lnTo>
                <a:lnTo>
                  <a:pt x="704850" y="466725"/>
                </a:lnTo>
                <a:close/>
                <a:moveTo>
                  <a:pt x="1181100" y="457200"/>
                </a:moveTo>
                <a:lnTo>
                  <a:pt x="1190625" y="457200"/>
                </a:lnTo>
                <a:lnTo>
                  <a:pt x="1190625" y="476250"/>
                </a:lnTo>
                <a:lnTo>
                  <a:pt x="1181100" y="476250"/>
                </a:lnTo>
                <a:close/>
                <a:moveTo>
                  <a:pt x="1476375" y="457200"/>
                </a:moveTo>
                <a:lnTo>
                  <a:pt x="1485900" y="457200"/>
                </a:lnTo>
                <a:lnTo>
                  <a:pt x="1485900" y="466725"/>
                </a:lnTo>
                <a:lnTo>
                  <a:pt x="1476375" y="466725"/>
                </a:lnTo>
                <a:close/>
                <a:moveTo>
                  <a:pt x="1943100" y="457200"/>
                </a:moveTo>
                <a:lnTo>
                  <a:pt x="1962150" y="457200"/>
                </a:lnTo>
                <a:lnTo>
                  <a:pt x="1962150" y="476250"/>
                </a:lnTo>
                <a:lnTo>
                  <a:pt x="1952625" y="476250"/>
                </a:lnTo>
                <a:lnTo>
                  <a:pt x="1952625" y="514350"/>
                </a:lnTo>
                <a:lnTo>
                  <a:pt x="1943100" y="514350"/>
                </a:lnTo>
                <a:lnTo>
                  <a:pt x="1943100" y="542925"/>
                </a:lnTo>
                <a:lnTo>
                  <a:pt x="1924050" y="542925"/>
                </a:lnTo>
                <a:lnTo>
                  <a:pt x="1924050" y="523875"/>
                </a:lnTo>
                <a:lnTo>
                  <a:pt x="1933575" y="523875"/>
                </a:lnTo>
                <a:lnTo>
                  <a:pt x="1933575" y="485775"/>
                </a:lnTo>
                <a:lnTo>
                  <a:pt x="1943100" y="485775"/>
                </a:lnTo>
                <a:close/>
                <a:moveTo>
                  <a:pt x="2028825" y="457200"/>
                </a:moveTo>
                <a:lnTo>
                  <a:pt x="2038350" y="457200"/>
                </a:lnTo>
                <a:lnTo>
                  <a:pt x="2038350" y="476250"/>
                </a:lnTo>
                <a:lnTo>
                  <a:pt x="2028825" y="476250"/>
                </a:lnTo>
                <a:close/>
                <a:moveTo>
                  <a:pt x="847725" y="466725"/>
                </a:moveTo>
                <a:lnTo>
                  <a:pt x="866775" y="466725"/>
                </a:lnTo>
                <a:lnTo>
                  <a:pt x="866775" y="485775"/>
                </a:lnTo>
                <a:lnTo>
                  <a:pt x="876300" y="485775"/>
                </a:lnTo>
                <a:lnTo>
                  <a:pt x="876300" y="504825"/>
                </a:lnTo>
                <a:lnTo>
                  <a:pt x="857250" y="504825"/>
                </a:lnTo>
                <a:lnTo>
                  <a:pt x="857250" y="485775"/>
                </a:lnTo>
                <a:lnTo>
                  <a:pt x="847725" y="485775"/>
                </a:lnTo>
                <a:close/>
                <a:moveTo>
                  <a:pt x="628650" y="476250"/>
                </a:moveTo>
                <a:lnTo>
                  <a:pt x="638175" y="476250"/>
                </a:lnTo>
                <a:lnTo>
                  <a:pt x="638175" y="485775"/>
                </a:lnTo>
                <a:lnTo>
                  <a:pt x="628650" y="485775"/>
                </a:lnTo>
                <a:close/>
                <a:moveTo>
                  <a:pt x="1704975" y="476250"/>
                </a:moveTo>
                <a:lnTo>
                  <a:pt x="1714500" y="476250"/>
                </a:lnTo>
                <a:lnTo>
                  <a:pt x="1714500" y="485775"/>
                </a:lnTo>
                <a:lnTo>
                  <a:pt x="1704975" y="485775"/>
                </a:lnTo>
                <a:close/>
                <a:moveTo>
                  <a:pt x="1143000" y="485775"/>
                </a:moveTo>
                <a:lnTo>
                  <a:pt x="1152525" y="485775"/>
                </a:lnTo>
                <a:lnTo>
                  <a:pt x="1152525" y="504825"/>
                </a:lnTo>
                <a:lnTo>
                  <a:pt x="1162050" y="504825"/>
                </a:lnTo>
                <a:lnTo>
                  <a:pt x="1162050" y="514350"/>
                </a:lnTo>
                <a:lnTo>
                  <a:pt x="1181100" y="514350"/>
                </a:lnTo>
                <a:lnTo>
                  <a:pt x="1181100" y="523875"/>
                </a:lnTo>
                <a:lnTo>
                  <a:pt x="1200150" y="523875"/>
                </a:lnTo>
                <a:lnTo>
                  <a:pt x="1200150" y="542925"/>
                </a:lnTo>
                <a:lnTo>
                  <a:pt x="1181100" y="542925"/>
                </a:lnTo>
                <a:lnTo>
                  <a:pt x="1181100" y="533400"/>
                </a:lnTo>
                <a:lnTo>
                  <a:pt x="1162050" y="533400"/>
                </a:lnTo>
                <a:lnTo>
                  <a:pt x="1162050" y="523875"/>
                </a:lnTo>
                <a:lnTo>
                  <a:pt x="1152525" y="523875"/>
                </a:lnTo>
                <a:lnTo>
                  <a:pt x="1152525" y="514350"/>
                </a:lnTo>
                <a:lnTo>
                  <a:pt x="1143000" y="514350"/>
                </a:lnTo>
                <a:lnTo>
                  <a:pt x="1143000" y="504825"/>
                </a:lnTo>
                <a:lnTo>
                  <a:pt x="1133475" y="504825"/>
                </a:lnTo>
                <a:lnTo>
                  <a:pt x="1133475" y="495300"/>
                </a:lnTo>
                <a:lnTo>
                  <a:pt x="1143000" y="495300"/>
                </a:lnTo>
                <a:close/>
                <a:moveTo>
                  <a:pt x="1714500" y="485775"/>
                </a:moveTo>
                <a:lnTo>
                  <a:pt x="1724025" y="485775"/>
                </a:lnTo>
                <a:lnTo>
                  <a:pt x="1724025" y="504825"/>
                </a:lnTo>
                <a:lnTo>
                  <a:pt x="1714500" y="504825"/>
                </a:lnTo>
                <a:close/>
                <a:moveTo>
                  <a:pt x="1476375" y="495300"/>
                </a:moveTo>
                <a:lnTo>
                  <a:pt x="1485900" y="495300"/>
                </a:lnTo>
                <a:lnTo>
                  <a:pt x="1485900" y="504825"/>
                </a:lnTo>
                <a:lnTo>
                  <a:pt x="1476375" y="504825"/>
                </a:lnTo>
                <a:close/>
                <a:moveTo>
                  <a:pt x="495300" y="504825"/>
                </a:moveTo>
                <a:lnTo>
                  <a:pt x="504825" y="504825"/>
                </a:lnTo>
                <a:lnTo>
                  <a:pt x="504825" y="514350"/>
                </a:lnTo>
                <a:lnTo>
                  <a:pt x="495300" y="514350"/>
                </a:lnTo>
                <a:close/>
                <a:moveTo>
                  <a:pt x="723900" y="504825"/>
                </a:moveTo>
                <a:lnTo>
                  <a:pt x="733425" y="504825"/>
                </a:lnTo>
                <a:lnTo>
                  <a:pt x="733425" y="514350"/>
                </a:lnTo>
                <a:lnTo>
                  <a:pt x="723900" y="514350"/>
                </a:lnTo>
                <a:close/>
                <a:moveTo>
                  <a:pt x="1295400" y="504825"/>
                </a:moveTo>
                <a:lnTo>
                  <a:pt x="1343025" y="504825"/>
                </a:lnTo>
                <a:lnTo>
                  <a:pt x="1343025" y="514350"/>
                </a:lnTo>
                <a:lnTo>
                  <a:pt x="1333500" y="514350"/>
                </a:lnTo>
                <a:lnTo>
                  <a:pt x="1333500" y="523875"/>
                </a:lnTo>
                <a:lnTo>
                  <a:pt x="1304925" y="523875"/>
                </a:lnTo>
                <a:lnTo>
                  <a:pt x="1304925" y="533400"/>
                </a:lnTo>
                <a:lnTo>
                  <a:pt x="1285875" y="533400"/>
                </a:lnTo>
                <a:lnTo>
                  <a:pt x="1285875" y="514350"/>
                </a:lnTo>
                <a:lnTo>
                  <a:pt x="1295400" y="514350"/>
                </a:lnTo>
                <a:close/>
                <a:moveTo>
                  <a:pt x="1695450" y="504825"/>
                </a:moveTo>
                <a:lnTo>
                  <a:pt x="1714500" y="504825"/>
                </a:lnTo>
                <a:lnTo>
                  <a:pt x="1714500" y="514350"/>
                </a:lnTo>
                <a:lnTo>
                  <a:pt x="1695450" y="514350"/>
                </a:lnTo>
                <a:close/>
                <a:moveTo>
                  <a:pt x="457200" y="514350"/>
                </a:moveTo>
                <a:lnTo>
                  <a:pt x="466725" y="514350"/>
                </a:lnTo>
                <a:lnTo>
                  <a:pt x="466725" y="523875"/>
                </a:lnTo>
                <a:lnTo>
                  <a:pt x="457200" y="523875"/>
                </a:lnTo>
                <a:close/>
                <a:moveTo>
                  <a:pt x="542925" y="514350"/>
                </a:moveTo>
                <a:lnTo>
                  <a:pt x="561975" y="514350"/>
                </a:lnTo>
                <a:lnTo>
                  <a:pt x="561975" y="533400"/>
                </a:lnTo>
                <a:lnTo>
                  <a:pt x="552450" y="533400"/>
                </a:lnTo>
                <a:lnTo>
                  <a:pt x="552450" y="523875"/>
                </a:lnTo>
                <a:lnTo>
                  <a:pt x="542925" y="523875"/>
                </a:lnTo>
                <a:close/>
                <a:moveTo>
                  <a:pt x="647700" y="514350"/>
                </a:moveTo>
                <a:lnTo>
                  <a:pt x="666750" y="514350"/>
                </a:lnTo>
                <a:lnTo>
                  <a:pt x="666750" y="523875"/>
                </a:lnTo>
                <a:lnTo>
                  <a:pt x="676275" y="523875"/>
                </a:lnTo>
                <a:lnTo>
                  <a:pt x="676275" y="542925"/>
                </a:lnTo>
                <a:lnTo>
                  <a:pt x="666750" y="542925"/>
                </a:lnTo>
                <a:lnTo>
                  <a:pt x="666750" y="533400"/>
                </a:lnTo>
                <a:lnTo>
                  <a:pt x="657225" y="533400"/>
                </a:lnTo>
                <a:lnTo>
                  <a:pt x="657225" y="542925"/>
                </a:lnTo>
                <a:lnTo>
                  <a:pt x="666750" y="542925"/>
                </a:lnTo>
                <a:lnTo>
                  <a:pt x="666750" y="552450"/>
                </a:lnTo>
                <a:lnTo>
                  <a:pt x="647700" y="552450"/>
                </a:lnTo>
                <a:lnTo>
                  <a:pt x="647700" y="571500"/>
                </a:lnTo>
                <a:lnTo>
                  <a:pt x="638175" y="571500"/>
                </a:lnTo>
                <a:lnTo>
                  <a:pt x="638175" y="561975"/>
                </a:lnTo>
                <a:lnTo>
                  <a:pt x="628650" y="561975"/>
                </a:lnTo>
                <a:lnTo>
                  <a:pt x="628650" y="542925"/>
                </a:lnTo>
                <a:lnTo>
                  <a:pt x="638175" y="542925"/>
                </a:lnTo>
                <a:lnTo>
                  <a:pt x="638175" y="523875"/>
                </a:lnTo>
                <a:lnTo>
                  <a:pt x="647700" y="523875"/>
                </a:lnTo>
                <a:close/>
                <a:moveTo>
                  <a:pt x="695325" y="514350"/>
                </a:moveTo>
                <a:lnTo>
                  <a:pt x="723900" y="514350"/>
                </a:lnTo>
                <a:lnTo>
                  <a:pt x="723900" y="523875"/>
                </a:lnTo>
                <a:lnTo>
                  <a:pt x="714375" y="523875"/>
                </a:lnTo>
                <a:lnTo>
                  <a:pt x="714375" y="552450"/>
                </a:lnTo>
                <a:lnTo>
                  <a:pt x="704850" y="552450"/>
                </a:lnTo>
                <a:lnTo>
                  <a:pt x="704850" y="533400"/>
                </a:lnTo>
                <a:lnTo>
                  <a:pt x="695325" y="533400"/>
                </a:lnTo>
                <a:close/>
                <a:moveTo>
                  <a:pt x="733425" y="514350"/>
                </a:moveTo>
                <a:lnTo>
                  <a:pt x="781050" y="514350"/>
                </a:lnTo>
                <a:lnTo>
                  <a:pt x="781050" y="533400"/>
                </a:lnTo>
                <a:lnTo>
                  <a:pt x="762000" y="533400"/>
                </a:lnTo>
                <a:lnTo>
                  <a:pt x="762000" y="542925"/>
                </a:lnTo>
                <a:lnTo>
                  <a:pt x="752475" y="542925"/>
                </a:lnTo>
                <a:lnTo>
                  <a:pt x="752475" y="523875"/>
                </a:lnTo>
                <a:lnTo>
                  <a:pt x="733425" y="523875"/>
                </a:lnTo>
                <a:close/>
                <a:moveTo>
                  <a:pt x="1257300" y="514350"/>
                </a:moveTo>
                <a:lnTo>
                  <a:pt x="1266825" y="514350"/>
                </a:lnTo>
                <a:lnTo>
                  <a:pt x="1266825" y="533400"/>
                </a:lnTo>
                <a:lnTo>
                  <a:pt x="1257300" y="533400"/>
                </a:lnTo>
                <a:lnTo>
                  <a:pt x="1257300" y="542925"/>
                </a:lnTo>
                <a:lnTo>
                  <a:pt x="1238250" y="542925"/>
                </a:lnTo>
                <a:lnTo>
                  <a:pt x="1238250" y="523875"/>
                </a:lnTo>
                <a:lnTo>
                  <a:pt x="1257300" y="523875"/>
                </a:lnTo>
                <a:close/>
                <a:moveTo>
                  <a:pt x="419100" y="523875"/>
                </a:moveTo>
                <a:lnTo>
                  <a:pt x="428625" y="523875"/>
                </a:lnTo>
                <a:lnTo>
                  <a:pt x="428625" y="533400"/>
                </a:lnTo>
                <a:lnTo>
                  <a:pt x="419100" y="533400"/>
                </a:lnTo>
                <a:close/>
                <a:moveTo>
                  <a:pt x="981075" y="523875"/>
                </a:moveTo>
                <a:lnTo>
                  <a:pt x="990600" y="523875"/>
                </a:lnTo>
                <a:lnTo>
                  <a:pt x="990600" y="533400"/>
                </a:lnTo>
                <a:lnTo>
                  <a:pt x="981075" y="533400"/>
                </a:lnTo>
                <a:close/>
                <a:moveTo>
                  <a:pt x="381000" y="533400"/>
                </a:moveTo>
                <a:lnTo>
                  <a:pt x="390525" y="533400"/>
                </a:lnTo>
                <a:lnTo>
                  <a:pt x="390525" y="542925"/>
                </a:lnTo>
                <a:lnTo>
                  <a:pt x="381000" y="542925"/>
                </a:lnTo>
                <a:close/>
                <a:moveTo>
                  <a:pt x="857250" y="533400"/>
                </a:moveTo>
                <a:lnTo>
                  <a:pt x="876300" y="533400"/>
                </a:lnTo>
                <a:lnTo>
                  <a:pt x="876300" y="542925"/>
                </a:lnTo>
                <a:lnTo>
                  <a:pt x="885825" y="542925"/>
                </a:lnTo>
                <a:lnTo>
                  <a:pt x="885825" y="552450"/>
                </a:lnTo>
                <a:lnTo>
                  <a:pt x="866775" y="552450"/>
                </a:lnTo>
                <a:lnTo>
                  <a:pt x="866775" y="542925"/>
                </a:lnTo>
                <a:lnTo>
                  <a:pt x="857250" y="542925"/>
                </a:lnTo>
                <a:close/>
                <a:moveTo>
                  <a:pt x="1028700" y="533400"/>
                </a:moveTo>
                <a:lnTo>
                  <a:pt x="1038225" y="533400"/>
                </a:lnTo>
                <a:lnTo>
                  <a:pt x="1038225" y="542925"/>
                </a:lnTo>
                <a:lnTo>
                  <a:pt x="1028700" y="542925"/>
                </a:lnTo>
                <a:close/>
                <a:moveTo>
                  <a:pt x="2019300" y="533400"/>
                </a:moveTo>
                <a:lnTo>
                  <a:pt x="2028825" y="533400"/>
                </a:lnTo>
                <a:lnTo>
                  <a:pt x="2028825" y="552450"/>
                </a:lnTo>
                <a:lnTo>
                  <a:pt x="2019300" y="552450"/>
                </a:lnTo>
                <a:close/>
                <a:moveTo>
                  <a:pt x="342900" y="542925"/>
                </a:moveTo>
                <a:lnTo>
                  <a:pt x="352425" y="542925"/>
                </a:lnTo>
                <a:lnTo>
                  <a:pt x="352425" y="552450"/>
                </a:lnTo>
                <a:lnTo>
                  <a:pt x="342900" y="552450"/>
                </a:lnTo>
                <a:close/>
                <a:moveTo>
                  <a:pt x="1066800" y="542925"/>
                </a:moveTo>
                <a:lnTo>
                  <a:pt x="1076325" y="542925"/>
                </a:lnTo>
                <a:lnTo>
                  <a:pt x="1076325" y="552450"/>
                </a:lnTo>
                <a:lnTo>
                  <a:pt x="1066800" y="552450"/>
                </a:lnTo>
                <a:close/>
                <a:moveTo>
                  <a:pt x="1524000" y="542925"/>
                </a:moveTo>
                <a:lnTo>
                  <a:pt x="1533525" y="542925"/>
                </a:lnTo>
                <a:lnTo>
                  <a:pt x="1533525" y="552450"/>
                </a:lnTo>
                <a:lnTo>
                  <a:pt x="1524000" y="552450"/>
                </a:lnTo>
                <a:close/>
                <a:moveTo>
                  <a:pt x="304800" y="552450"/>
                </a:moveTo>
                <a:lnTo>
                  <a:pt x="314325" y="552450"/>
                </a:lnTo>
                <a:lnTo>
                  <a:pt x="314325" y="561975"/>
                </a:lnTo>
                <a:lnTo>
                  <a:pt x="304800" y="561975"/>
                </a:lnTo>
                <a:close/>
                <a:moveTo>
                  <a:pt x="685800" y="552450"/>
                </a:moveTo>
                <a:lnTo>
                  <a:pt x="695325" y="552450"/>
                </a:lnTo>
                <a:lnTo>
                  <a:pt x="695325" y="561975"/>
                </a:lnTo>
                <a:lnTo>
                  <a:pt x="685800" y="561975"/>
                </a:lnTo>
                <a:close/>
                <a:moveTo>
                  <a:pt x="1114425" y="552450"/>
                </a:moveTo>
                <a:lnTo>
                  <a:pt x="1123950" y="552450"/>
                </a:lnTo>
                <a:lnTo>
                  <a:pt x="1123950" y="561975"/>
                </a:lnTo>
                <a:lnTo>
                  <a:pt x="1114425" y="561975"/>
                </a:lnTo>
                <a:close/>
                <a:moveTo>
                  <a:pt x="295275" y="561975"/>
                </a:moveTo>
                <a:lnTo>
                  <a:pt x="304800" y="561975"/>
                </a:lnTo>
                <a:lnTo>
                  <a:pt x="304800" y="581025"/>
                </a:lnTo>
                <a:lnTo>
                  <a:pt x="295275" y="581025"/>
                </a:lnTo>
                <a:close/>
                <a:moveTo>
                  <a:pt x="657225" y="561975"/>
                </a:moveTo>
                <a:lnTo>
                  <a:pt x="666750" y="561975"/>
                </a:lnTo>
                <a:lnTo>
                  <a:pt x="666750" y="571500"/>
                </a:lnTo>
                <a:lnTo>
                  <a:pt x="657225" y="571500"/>
                </a:lnTo>
                <a:close/>
                <a:moveTo>
                  <a:pt x="1152525" y="561975"/>
                </a:moveTo>
                <a:lnTo>
                  <a:pt x="1171575" y="561975"/>
                </a:lnTo>
                <a:lnTo>
                  <a:pt x="1171575" y="571500"/>
                </a:lnTo>
                <a:lnTo>
                  <a:pt x="1152525" y="571500"/>
                </a:lnTo>
                <a:close/>
                <a:moveTo>
                  <a:pt x="1914525" y="561975"/>
                </a:moveTo>
                <a:lnTo>
                  <a:pt x="1933575" y="561975"/>
                </a:lnTo>
                <a:lnTo>
                  <a:pt x="1933575" y="638175"/>
                </a:lnTo>
                <a:lnTo>
                  <a:pt x="1924050" y="638175"/>
                </a:lnTo>
                <a:lnTo>
                  <a:pt x="1924050" y="581025"/>
                </a:lnTo>
                <a:lnTo>
                  <a:pt x="1914525" y="581025"/>
                </a:lnTo>
                <a:close/>
                <a:moveTo>
                  <a:pt x="942975" y="571500"/>
                </a:moveTo>
                <a:lnTo>
                  <a:pt x="952500" y="571500"/>
                </a:lnTo>
                <a:lnTo>
                  <a:pt x="952500" y="581025"/>
                </a:lnTo>
                <a:lnTo>
                  <a:pt x="942975" y="581025"/>
                </a:lnTo>
                <a:close/>
                <a:moveTo>
                  <a:pt x="1200150" y="571500"/>
                </a:moveTo>
                <a:lnTo>
                  <a:pt x="1209675" y="571500"/>
                </a:lnTo>
                <a:lnTo>
                  <a:pt x="1209675" y="581025"/>
                </a:lnTo>
                <a:lnTo>
                  <a:pt x="1200150" y="581025"/>
                </a:lnTo>
                <a:close/>
                <a:moveTo>
                  <a:pt x="1209675" y="581025"/>
                </a:moveTo>
                <a:lnTo>
                  <a:pt x="1219200" y="581025"/>
                </a:lnTo>
                <a:lnTo>
                  <a:pt x="1219200" y="590550"/>
                </a:lnTo>
                <a:lnTo>
                  <a:pt x="1209675" y="590550"/>
                </a:lnTo>
                <a:close/>
                <a:moveTo>
                  <a:pt x="561975" y="590550"/>
                </a:moveTo>
                <a:lnTo>
                  <a:pt x="571500" y="590550"/>
                </a:lnTo>
                <a:lnTo>
                  <a:pt x="571500" y="609600"/>
                </a:lnTo>
                <a:lnTo>
                  <a:pt x="561975" y="609600"/>
                </a:lnTo>
                <a:close/>
                <a:moveTo>
                  <a:pt x="866775" y="590550"/>
                </a:moveTo>
                <a:lnTo>
                  <a:pt x="876300" y="590550"/>
                </a:lnTo>
                <a:lnTo>
                  <a:pt x="876300" y="600075"/>
                </a:lnTo>
                <a:lnTo>
                  <a:pt x="866775" y="600075"/>
                </a:lnTo>
                <a:close/>
                <a:moveTo>
                  <a:pt x="885825" y="590550"/>
                </a:moveTo>
                <a:lnTo>
                  <a:pt x="895350" y="590550"/>
                </a:lnTo>
                <a:lnTo>
                  <a:pt x="895350" y="600075"/>
                </a:lnTo>
                <a:lnTo>
                  <a:pt x="885825" y="600075"/>
                </a:lnTo>
                <a:close/>
                <a:moveTo>
                  <a:pt x="1543050" y="590550"/>
                </a:moveTo>
                <a:lnTo>
                  <a:pt x="1552575" y="590550"/>
                </a:lnTo>
                <a:lnTo>
                  <a:pt x="1552575" y="600075"/>
                </a:lnTo>
                <a:lnTo>
                  <a:pt x="1543050" y="600075"/>
                </a:lnTo>
                <a:close/>
                <a:moveTo>
                  <a:pt x="1647825" y="590550"/>
                </a:moveTo>
                <a:lnTo>
                  <a:pt x="1657350" y="590550"/>
                </a:lnTo>
                <a:lnTo>
                  <a:pt x="1657350" y="600075"/>
                </a:lnTo>
                <a:lnTo>
                  <a:pt x="1647825" y="600075"/>
                </a:lnTo>
                <a:close/>
                <a:moveTo>
                  <a:pt x="1695450" y="590550"/>
                </a:moveTo>
                <a:lnTo>
                  <a:pt x="1704975" y="590550"/>
                </a:lnTo>
                <a:lnTo>
                  <a:pt x="1704975" y="600075"/>
                </a:lnTo>
                <a:lnTo>
                  <a:pt x="1695450" y="600075"/>
                </a:lnTo>
                <a:close/>
                <a:moveTo>
                  <a:pt x="1733550" y="600075"/>
                </a:moveTo>
                <a:lnTo>
                  <a:pt x="1743075" y="600075"/>
                </a:lnTo>
                <a:lnTo>
                  <a:pt x="1743075" y="609600"/>
                </a:lnTo>
                <a:lnTo>
                  <a:pt x="1733550" y="609600"/>
                </a:lnTo>
                <a:close/>
                <a:moveTo>
                  <a:pt x="1895475" y="600075"/>
                </a:moveTo>
                <a:lnTo>
                  <a:pt x="1905000" y="600075"/>
                </a:lnTo>
                <a:lnTo>
                  <a:pt x="1905000" y="609600"/>
                </a:lnTo>
                <a:lnTo>
                  <a:pt x="1895475" y="609600"/>
                </a:lnTo>
                <a:close/>
                <a:moveTo>
                  <a:pt x="304800" y="609600"/>
                </a:moveTo>
                <a:lnTo>
                  <a:pt x="314325" y="609600"/>
                </a:lnTo>
                <a:lnTo>
                  <a:pt x="314325" y="619125"/>
                </a:lnTo>
                <a:lnTo>
                  <a:pt x="304800" y="619125"/>
                </a:lnTo>
                <a:close/>
                <a:moveTo>
                  <a:pt x="819150" y="609600"/>
                </a:moveTo>
                <a:lnTo>
                  <a:pt x="828675" y="609600"/>
                </a:lnTo>
                <a:lnTo>
                  <a:pt x="828675" y="638175"/>
                </a:lnTo>
                <a:lnTo>
                  <a:pt x="800100" y="638175"/>
                </a:lnTo>
                <a:lnTo>
                  <a:pt x="800100" y="619125"/>
                </a:lnTo>
                <a:lnTo>
                  <a:pt x="819150" y="619125"/>
                </a:lnTo>
                <a:close/>
                <a:moveTo>
                  <a:pt x="885825" y="609600"/>
                </a:moveTo>
                <a:lnTo>
                  <a:pt x="895350" y="609600"/>
                </a:lnTo>
                <a:lnTo>
                  <a:pt x="895350" y="628650"/>
                </a:lnTo>
                <a:lnTo>
                  <a:pt x="876300" y="628650"/>
                </a:lnTo>
                <a:lnTo>
                  <a:pt x="876300" y="619125"/>
                </a:lnTo>
                <a:lnTo>
                  <a:pt x="885825" y="619125"/>
                </a:lnTo>
                <a:close/>
                <a:moveTo>
                  <a:pt x="1771650" y="609600"/>
                </a:moveTo>
                <a:lnTo>
                  <a:pt x="1781175" y="609600"/>
                </a:lnTo>
                <a:lnTo>
                  <a:pt x="1781175" y="619125"/>
                </a:lnTo>
                <a:lnTo>
                  <a:pt x="1771650" y="619125"/>
                </a:lnTo>
                <a:close/>
                <a:moveTo>
                  <a:pt x="1885950" y="609600"/>
                </a:moveTo>
                <a:lnTo>
                  <a:pt x="1895475" y="609600"/>
                </a:lnTo>
                <a:lnTo>
                  <a:pt x="1895475" y="619125"/>
                </a:lnTo>
                <a:lnTo>
                  <a:pt x="1885950" y="619125"/>
                </a:lnTo>
                <a:close/>
                <a:moveTo>
                  <a:pt x="2009775" y="609600"/>
                </a:moveTo>
                <a:lnTo>
                  <a:pt x="2019300" y="609600"/>
                </a:lnTo>
                <a:lnTo>
                  <a:pt x="2019300" y="638175"/>
                </a:lnTo>
                <a:lnTo>
                  <a:pt x="2009775" y="638175"/>
                </a:lnTo>
                <a:close/>
                <a:moveTo>
                  <a:pt x="742950" y="619125"/>
                </a:moveTo>
                <a:lnTo>
                  <a:pt x="762000" y="619125"/>
                </a:lnTo>
                <a:lnTo>
                  <a:pt x="762000" y="638175"/>
                </a:lnTo>
                <a:lnTo>
                  <a:pt x="742950" y="638175"/>
                </a:lnTo>
                <a:lnTo>
                  <a:pt x="742950" y="647700"/>
                </a:lnTo>
                <a:lnTo>
                  <a:pt x="723900" y="647700"/>
                </a:lnTo>
                <a:lnTo>
                  <a:pt x="723900" y="628650"/>
                </a:lnTo>
                <a:lnTo>
                  <a:pt x="742950" y="628650"/>
                </a:lnTo>
                <a:close/>
                <a:moveTo>
                  <a:pt x="933450" y="619125"/>
                </a:moveTo>
                <a:lnTo>
                  <a:pt x="942975" y="619125"/>
                </a:lnTo>
                <a:lnTo>
                  <a:pt x="942975" y="628650"/>
                </a:lnTo>
                <a:lnTo>
                  <a:pt x="933450" y="628650"/>
                </a:lnTo>
                <a:close/>
                <a:moveTo>
                  <a:pt x="1533525" y="619125"/>
                </a:moveTo>
                <a:lnTo>
                  <a:pt x="1543050" y="619125"/>
                </a:lnTo>
                <a:lnTo>
                  <a:pt x="1543050" y="628650"/>
                </a:lnTo>
                <a:lnTo>
                  <a:pt x="1533525" y="628650"/>
                </a:lnTo>
                <a:close/>
                <a:moveTo>
                  <a:pt x="1809750" y="619125"/>
                </a:moveTo>
                <a:lnTo>
                  <a:pt x="1819275" y="619125"/>
                </a:lnTo>
                <a:lnTo>
                  <a:pt x="1819275" y="628650"/>
                </a:lnTo>
                <a:lnTo>
                  <a:pt x="1809750" y="628650"/>
                </a:lnTo>
                <a:close/>
                <a:moveTo>
                  <a:pt x="676275" y="628650"/>
                </a:moveTo>
                <a:lnTo>
                  <a:pt x="685800" y="628650"/>
                </a:lnTo>
                <a:lnTo>
                  <a:pt x="685800" y="638175"/>
                </a:lnTo>
                <a:lnTo>
                  <a:pt x="676275" y="638175"/>
                </a:lnTo>
                <a:close/>
                <a:moveTo>
                  <a:pt x="1562100" y="628650"/>
                </a:moveTo>
                <a:lnTo>
                  <a:pt x="1571625" y="628650"/>
                </a:lnTo>
                <a:lnTo>
                  <a:pt x="1571625" y="638175"/>
                </a:lnTo>
                <a:lnTo>
                  <a:pt x="1562100" y="638175"/>
                </a:lnTo>
                <a:close/>
                <a:moveTo>
                  <a:pt x="581025" y="638175"/>
                </a:moveTo>
                <a:lnTo>
                  <a:pt x="600075" y="638175"/>
                </a:lnTo>
                <a:lnTo>
                  <a:pt x="600075" y="647700"/>
                </a:lnTo>
                <a:lnTo>
                  <a:pt x="581025" y="647700"/>
                </a:lnTo>
                <a:close/>
                <a:moveTo>
                  <a:pt x="1209675" y="638175"/>
                </a:moveTo>
                <a:lnTo>
                  <a:pt x="1219200" y="638175"/>
                </a:lnTo>
                <a:lnTo>
                  <a:pt x="1219200" y="666750"/>
                </a:lnTo>
                <a:lnTo>
                  <a:pt x="1209675" y="666750"/>
                </a:lnTo>
                <a:close/>
                <a:moveTo>
                  <a:pt x="1295400" y="638175"/>
                </a:moveTo>
                <a:lnTo>
                  <a:pt x="1304925" y="638175"/>
                </a:lnTo>
                <a:lnTo>
                  <a:pt x="1304925" y="647700"/>
                </a:lnTo>
                <a:lnTo>
                  <a:pt x="1295400" y="647700"/>
                </a:lnTo>
                <a:close/>
                <a:moveTo>
                  <a:pt x="1933575" y="638175"/>
                </a:moveTo>
                <a:lnTo>
                  <a:pt x="1943100" y="638175"/>
                </a:lnTo>
                <a:lnTo>
                  <a:pt x="1943100" y="647700"/>
                </a:lnTo>
                <a:lnTo>
                  <a:pt x="1952625" y="647700"/>
                </a:lnTo>
                <a:lnTo>
                  <a:pt x="1952625" y="657225"/>
                </a:lnTo>
                <a:lnTo>
                  <a:pt x="1962150" y="657225"/>
                </a:lnTo>
                <a:lnTo>
                  <a:pt x="1962150" y="666750"/>
                </a:lnTo>
                <a:lnTo>
                  <a:pt x="1933575" y="666750"/>
                </a:lnTo>
                <a:lnTo>
                  <a:pt x="1933575" y="657225"/>
                </a:lnTo>
                <a:lnTo>
                  <a:pt x="1924050" y="657225"/>
                </a:lnTo>
                <a:lnTo>
                  <a:pt x="1924050" y="647700"/>
                </a:lnTo>
                <a:lnTo>
                  <a:pt x="1933575" y="647700"/>
                </a:lnTo>
                <a:close/>
                <a:moveTo>
                  <a:pt x="314325" y="647700"/>
                </a:moveTo>
                <a:lnTo>
                  <a:pt x="323850" y="647700"/>
                </a:lnTo>
                <a:lnTo>
                  <a:pt x="323850" y="657225"/>
                </a:lnTo>
                <a:lnTo>
                  <a:pt x="314325" y="657225"/>
                </a:lnTo>
                <a:close/>
                <a:moveTo>
                  <a:pt x="923925" y="657225"/>
                </a:moveTo>
                <a:lnTo>
                  <a:pt x="933450" y="657225"/>
                </a:lnTo>
                <a:lnTo>
                  <a:pt x="933450" y="666750"/>
                </a:lnTo>
                <a:lnTo>
                  <a:pt x="923925" y="666750"/>
                </a:lnTo>
                <a:close/>
                <a:moveTo>
                  <a:pt x="1276350" y="657225"/>
                </a:moveTo>
                <a:lnTo>
                  <a:pt x="1285875" y="657225"/>
                </a:lnTo>
                <a:lnTo>
                  <a:pt x="1285875" y="666750"/>
                </a:lnTo>
                <a:lnTo>
                  <a:pt x="1276350" y="666750"/>
                </a:lnTo>
                <a:close/>
                <a:moveTo>
                  <a:pt x="1971675" y="657225"/>
                </a:moveTo>
                <a:lnTo>
                  <a:pt x="1990725" y="657225"/>
                </a:lnTo>
                <a:lnTo>
                  <a:pt x="1990725" y="666750"/>
                </a:lnTo>
                <a:lnTo>
                  <a:pt x="2000250" y="666750"/>
                </a:lnTo>
                <a:lnTo>
                  <a:pt x="2000250" y="676275"/>
                </a:lnTo>
                <a:lnTo>
                  <a:pt x="1971675" y="676275"/>
                </a:lnTo>
                <a:close/>
                <a:moveTo>
                  <a:pt x="1276350" y="676275"/>
                </a:moveTo>
                <a:lnTo>
                  <a:pt x="1285875" y="676275"/>
                </a:lnTo>
                <a:lnTo>
                  <a:pt x="1285875" y="685800"/>
                </a:lnTo>
                <a:lnTo>
                  <a:pt x="1276350" y="685800"/>
                </a:lnTo>
                <a:close/>
                <a:moveTo>
                  <a:pt x="323850" y="685800"/>
                </a:moveTo>
                <a:lnTo>
                  <a:pt x="333375" y="685800"/>
                </a:lnTo>
                <a:lnTo>
                  <a:pt x="333375" y="695325"/>
                </a:lnTo>
                <a:lnTo>
                  <a:pt x="323850" y="695325"/>
                </a:lnTo>
                <a:close/>
                <a:moveTo>
                  <a:pt x="1200150" y="695325"/>
                </a:moveTo>
                <a:lnTo>
                  <a:pt x="1209675" y="695325"/>
                </a:lnTo>
                <a:lnTo>
                  <a:pt x="1209675" y="714375"/>
                </a:lnTo>
                <a:lnTo>
                  <a:pt x="1200150" y="714375"/>
                </a:lnTo>
                <a:close/>
                <a:moveTo>
                  <a:pt x="1247775" y="695325"/>
                </a:moveTo>
                <a:lnTo>
                  <a:pt x="1257300" y="695325"/>
                </a:lnTo>
                <a:lnTo>
                  <a:pt x="1257300" y="704850"/>
                </a:lnTo>
                <a:lnTo>
                  <a:pt x="1247775" y="704850"/>
                </a:lnTo>
                <a:close/>
                <a:moveTo>
                  <a:pt x="1266825" y="695325"/>
                </a:moveTo>
                <a:lnTo>
                  <a:pt x="1276350" y="695325"/>
                </a:lnTo>
                <a:lnTo>
                  <a:pt x="1276350" y="704850"/>
                </a:lnTo>
                <a:lnTo>
                  <a:pt x="1266825" y="704850"/>
                </a:lnTo>
                <a:close/>
                <a:moveTo>
                  <a:pt x="1238250" y="704850"/>
                </a:moveTo>
                <a:lnTo>
                  <a:pt x="1247775" y="704850"/>
                </a:lnTo>
                <a:lnTo>
                  <a:pt x="1247775" y="714375"/>
                </a:lnTo>
                <a:lnTo>
                  <a:pt x="1238250" y="714375"/>
                </a:lnTo>
                <a:close/>
                <a:moveTo>
                  <a:pt x="1257300" y="704850"/>
                </a:moveTo>
                <a:lnTo>
                  <a:pt x="1266825" y="704850"/>
                </a:lnTo>
                <a:lnTo>
                  <a:pt x="1266825" y="714375"/>
                </a:lnTo>
                <a:lnTo>
                  <a:pt x="1257300" y="714375"/>
                </a:lnTo>
                <a:close/>
                <a:moveTo>
                  <a:pt x="1314450" y="704850"/>
                </a:moveTo>
                <a:lnTo>
                  <a:pt x="1323975" y="704850"/>
                </a:lnTo>
                <a:lnTo>
                  <a:pt x="1323975" y="714375"/>
                </a:lnTo>
                <a:lnTo>
                  <a:pt x="1314450" y="714375"/>
                </a:lnTo>
                <a:close/>
                <a:moveTo>
                  <a:pt x="1333500" y="704850"/>
                </a:moveTo>
                <a:lnTo>
                  <a:pt x="1343025" y="704850"/>
                </a:lnTo>
                <a:lnTo>
                  <a:pt x="1343025" y="723900"/>
                </a:lnTo>
                <a:lnTo>
                  <a:pt x="1333500" y="723900"/>
                </a:lnTo>
                <a:lnTo>
                  <a:pt x="1333500" y="733425"/>
                </a:lnTo>
                <a:lnTo>
                  <a:pt x="1323975" y="733425"/>
                </a:lnTo>
                <a:lnTo>
                  <a:pt x="1323975" y="714375"/>
                </a:lnTo>
                <a:lnTo>
                  <a:pt x="1333500" y="714375"/>
                </a:lnTo>
                <a:close/>
                <a:moveTo>
                  <a:pt x="1247775" y="714375"/>
                </a:moveTo>
                <a:lnTo>
                  <a:pt x="1257300" y="714375"/>
                </a:lnTo>
                <a:lnTo>
                  <a:pt x="1257300" y="723900"/>
                </a:lnTo>
                <a:lnTo>
                  <a:pt x="1247775" y="723900"/>
                </a:lnTo>
                <a:close/>
                <a:moveTo>
                  <a:pt x="2324100" y="714375"/>
                </a:moveTo>
                <a:lnTo>
                  <a:pt x="2333625" y="714375"/>
                </a:lnTo>
                <a:lnTo>
                  <a:pt x="2333625" y="723900"/>
                </a:lnTo>
                <a:lnTo>
                  <a:pt x="2324100" y="723900"/>
                </a:lnTo>
                <a:close/>
                <a:moveTo>
                  <a:pt x="171450" y="723900"/>
                </a:moveTo>
                <a:lnTo>
                  <a:pt x="190500" y="723900"/>
                </a:lnTo>
                <a:lnTo>
                  <a:pt x="190500" y="733425"/>
                </a:lnTo>
                <a:lnTo>
                  <a:pt x="171450" y="733425"/>
                </a:lnTo>
                <a:close/>
                <a:moveTo>
                  <a:pt x="333375" y="723900"/>
                </a:moveTo>
                <a:lnTo>
                  <a:pt x="342900" y="723900"/>
                </a:lnTo>
                <a:lnTo>
                  <a:pt x="342900" y="733425"/>
                </a:lnTo>
                <a:lnTo>
                  <a:pt x="333375" y="733425"/>
                </a:lnTo>
                <a:close/>
                <a:moveTo>
                  <a:pt x="676275" y="723900"/>
                </a:moveTo>
                <a:lnTo>
                  <a:pt x="685800" y="723900"/>
                </a:lnTo>
                <a:lnTo>
                  <a:pt x="685800" y="733425"/>
                </a:lnTo>
                <a:lnTo>
                  <a:pt x="676275" y="733425"/>
                </a:lnTo>
                <a:close/>
                <a:moveTo>
                  <a:pt x="904875" y="723900"/>
                </a:moveTo>
                <a:lnTo>
                  <a:pt x="914400" y="723900"/>
                </a:lnTo>
                <a:lnTo>
                  <a:pt x="914400" y="733425"/>
                </a:lnTo>
                <a:lnTo>
                  <a:pt x="904875" y="733425"/>
                </a:lnTo>
                <a:close/>
                <a:moveTo>
                  <a:pt x="1343025" y="723900"/>
                </a:moveTo>
                <a:lnTo>
                  <a:pt x="1352550" y="723900"/>
                </a:lnTo>
                <a:lnTo>
                  <a:pt x="1352550" y="733425"/>
                </a:lnTo>
                <a:lnTo>
                  <a:pt x="1343025" y="733425"/>
                </a:lnTo>
                <a:close/>
                <a:moveTo>
                  <a:pt x="76200" y="742950"/>
                </a:moveTo>
                <a:lnTo>
                  <a:pt x="85725" y="742950"/>
                </a:lnTo>
                <a:lnTo>
                  <a:pt x="85725" y="752475"/>
                </a:lnTo>
                <a:lnTo>
                  <a:pt x="76200" y="752475"/>
                </a:lnTo>
                <a:close/>
                <a:moveTo>
                  <a:pt x="666750" y="742950"/>
                </a:moveTo>
                <a:lnTo>
                  <a:pt x="676275" y="742950"/>
                </a:lnTo>
                <a:lnTo>
                  <a:pt x="676275" y="752475"/>
                </a:lnTo>
                <a:lnTo>
                  <a:pt x="666750" y="752475"/>
                </a:lnTo>
                <a:close/>
                <a:moveTo>
                  <a:pt x="1200150" y="742950"/>
                </a:moveTo>
                <a:lnTo>
                  <a:pt x="1209675" y="742950"/>
                </a:lnTo>
                <a:lnTo>
                  <a:pt x="1209675" y="752475"/>
                </a:lnTo>
                <a:lnTo>
                  <a:pt x="1200150" y="752475"/>
                </a:lnTo>
                <a:close/>
                <a:moveTo>
                  <a:pt x="1409700" y="742950"/>
                </a:moveTo>
                <a:lnTo>
                  <a:pt x="1419225" y="742950"/>
                </a:lnTo>
                <a:lnTo>
                  <a:pt x="1419225" y="752475"/>
                </a:lnTo>
                <a:lnTo>
                  <a:pt x="1409700" y="752475"/>
                </a:lnTo>
                <a:close/>
                <a:moveTo>
                  <a:pt x="1333500" y="752475"/>
                </a:moveTo>
                <a:lnTo>
                  <a:pt x="1343025" y="752475"/>
                </a:lnTo>
                <a:lnTo>
                  <a:pt x="1343025" y="762000"/>
                </a:lnTo>
                <a:lnTo>
                  <a:pt x="1333500" y="762000"/>
                </a:lnTo>
                <a:close/>
                <a:moveTo>
                  <a:pt x="1381125" y="752475"/>
                </a:moveTo>
                <a:lnTo>
                  <a:pt x="1390650" y="752475"/>
                </a:lnTo>
                <a:lnTo>
                  <a:pt x="1390650" y="771525"/>
                </a:lnTo>
                <a:lnTo>
                  <a:pt x="1400175" y="771525"/>
                </a:lnTo>
                <a:lnTo>
                  <a:pt x="1400175" y="781050"/>
                </a:lnTo>
                <a:lnTo>
                  <a:pt x="1390650" y="781050"/>
                </a:lnTo>
                <a:lnTo>
                  <a:pt x="1390650" y="819150"/>
                </a:lnTo>
                <a:lnTo>
                  <a:pt x="1381125" y="819150"/>
                </a:lnTo>
                <a:lnTo>
                  <a:pt x="1381125" y="800100"/>
                </a:lnTo>
                <a:lnTo>
                  <a:pt x="1371600" y="800100"/>
                </a:lnTo>
                <a:lnTo>
                  <a:pt x="1371600" y="781050"/>
                </a:lnTo>
                <a:lnTo>
                  <a:pt x="1381125" y="781050"/>
                </a:lnTo>
                <a:lnTo>
                  <a:pt x="1381125" y="771525"/>
                </a:lnTo>
                <a:lnTo>
                  <a:pt x="1371600" y="771525"/>
                </a:lnTo>
                <a:lnTo>
                  <a:pt x="1371600" y="762000"/>
                </a:lnTo>
                <a:lnTo>
                  <a:pt x="1381125" y="762000"/>
                </a:lnTo>
                <a:close/>
                <a:moveTo>
                  <a:pt x="1447800" y="752475"/>
                </a:moveTo>
                <a:lnTo>
                  <a:pt x="1457325" y="752475"/>
                </a:lnTo>
                <a:lnTo>
                  <a:pt x="1457325" y="762000"/>
                </a:lnTo>
                <a:lnTo>
                  <a:pt x="1447800" y="762000"/>
                </a:lnTo>
                <a:close/>
                <a:moveTo>
                  <a:pt x="66675" y="762000"/>
                </a:moveTo>
                <a:lnTo>
                  <a:pt x="76200" y="762000"/>
                </a:lnTo>
                <a:lnTo>
                  <a:pt x="76200" y="771525"/>
                </a:lnTo>
                <a:lnTo>
                  <a:pt x="66675" y="771525"/>
                </a:lnTo>
                <a:close/>
                <a:moveTo>
                  <a:pt x="342900" y="762000"/>
                </a:moveTo>
                <a:lnTo>
                  <a:pt x="352425" y="762000"/>
                </a:lnTo>
                <a:lnTo>
                  <a:pt x="352425" y="771525"/>
                </a:lnTo>
                <a:lnTo>
                  <a:pt x="342900" y="771525"/>
                </a:lnTo>
                <a:close/>
                <a:moveTo>
                  <a:pt x="152400" y="771525"/>
                </a:moveTo>
                <a:lnTo>
                  <a:pt x="180975" y="771525"/>
                </a:lnTo>
                <a:lnTo>
                  <a:pt x="180975" y="781050"/>
                </a:lnTo>
                <a:lnTo>
                  <a:pt x="152400" y="781050"/>
                </a:lnTo>
                <a:close/>
                <a:moveTo>
                  <a:pt x="647700" y="771525"/>
                </a:moveTo>
                <a:lnTo>
                  <a:pt x="657225" y="771525"/>
                </a:lnTo>
                <a:lnTo>
                  <a:pt x="657225" y="781050"/>
                </a:lnTo>
                <a:lnTo>
                  <a:pt x="647700" y="781050"/>
                </a:lnTo>
                <a:close/>
                <a:moveTo>
                  <a:pt x="1343025" y="771525"/>
                </a:moveTo>
                <a:lnTo>
                  <a:pt x="1352550" y="771525"/>
                </a:lnTo>
                <a:lnTo>
                  <a:pt x="1352550" y="781050"/>
                </a:lnTo>
                <a:lnTo>
                  <a:pt x="1343025" y="781050"/>
                </a:lnTo>
                <a:close/>
                <a:moveTo>
                  <a:pt x="228600" y="781050"/>
                </a:moveTo>
                <a:lnTo>
                  <a:pt x="238125" y="781050"/>
                </a:lnTo>
                <a:lnTo>
                  <a:pt x="238125" y="800100"/>
                </a:lnTo>
                <a:lnTo>
                  <a:pt x="228600" y="800100"/>
                </a:lnTo>
                <a:close/>
                <a:moveTo>
                  <a:pt x="257175" y="781050"/>
                </a:moveTo>
                <a:lnTo>
                  <a:pt x="266700" y="781050"/>
                </a:lnTo>
                <a:lnTo>
                  <a:pt x="266700" y="790575"/>
                </a:lnTo>
                <a:lnTo>
                  <a:pt x="276225" y="790575"/>
                </a:lnTo>
                <a:lnTo>
                  <a:pt x="276225" y="809625"/>
                </a:lnTo>
                <a:lnTo>
                  <a:pt x="266700" y="809625"/>
                </a:lnTo>
                <a:lnTo>
                  <a:pt x="266700" y="800100"/>
                </a:lnTo>
                <a:lnTo>
                  <a:pt x="257175" y="800100"/>
                </a:lnTo>
                <a:close/>
                <a:moveTo>
                  <a:pt x="1476375" y="781050"/>
                </a:moveTo>
                <a:lnTo>
                  <a:pt x="1485900" y="781050"/>
                </a:lnTo>
                <a:lnTo>
                  <a:pt x="1485900" y="790575"/>
                </a:lnTo>
                <a:lnTo>
                  <a:pt x="1476375" y="790575"/>
                </a:lnTo>
                <a:close/>
                <a:moveTo>
                  <a:pt x="295275" y="790575"/>
                </a:moveTo>
                <a:lnTo>
                  <a:pt x="304800" y="790575"/>
                </a:lnTo>
                <a:lnTo>
                  <a:pt x="304800" y="800100"/>
                </a:lnTo>
                <a:lnTo>
                  <a:pt x="314325" y="800100"/>
                </a:lnTo>
                <a:lnTo>
                  <a:pt x="314325" y="819150"/>
                </a:lnTo>
                <a:lnTo>
                  <a:pt x="304800" y="819150"/>
                </a:lnTo>
                <a:lnTo>
                  <a:pt x="304800" y="809625"/>
                </a:lnTo>
                <a:lnTo>
                  <a:pt x="295275" y="809625"/>
                </a:lnTo>
                <a:close/>
                <a:moveTo>
                  <a:pt x="933450" y="790575"/>
                </a:moveTo>
                <a:lnTo>
                  <a:pt x="952500" y="790575"/>
                </a:lnTo>
                <a:lnTo>
                  <a:pt x="952500" y="800100"/>
                </a:lnTo>
                <a:lnTo>
                  <a:pt x="933450" y="800100"/>
                </a:lnTo>
                <a:close/>
                <a:moveTo>
                  <a:pt x="1447800" y="790575"/>
                </a:moveTo>
                <a:lnTo>
                  <a:pt x="1457325" y="790575"/>
                </a:lnTo>
                <a:lnTo>
                  <a:pt x="1457325" y="800100"/>
                </a:lnTo>
                <a:lnTo>
                  <a:pt x="1447800" y="800100"/>
                </a:lnTo>
                <a:close/>
                <a:moveTo>
                  <a:pt x="1495425" y="790575"/>
                </a:moveTo>
                <a:lnTo>
                  <a:pt x="1504950" y="790575"/>
                </a:lnTo>
                <a:lnTo>
                  <a:pt x="1504950" y="800100"/>
                </a:lnTo>
                <a:lnTo>
                  <a:pt x="1495425" y="800100"/>
                </a:lnTo>
                <a:close/>
                <a:moveTo>
                  <a:pt x="66675" y="800100"/>
                </a:moveTo>
                <a:lnTo>
                  <a:pt x="85725" y="800100"/>
                </a:lnTo>
                <a:lnTo>
                  <a:pt x="85725" y="809625"/>
                </a:lnTo>
                <a:lnTo>
                  <a:pt x="76200" y="809625"/>
                </a:lnTo>
                <a:lnTo>
                  <a:pt x="76200" y="819150"/>
                </a:lnTo>
                <a:lnTo>
                  <a:pt x="57150" y="819150"/>
                </a:lnTo>
                <a:lnTo>
                  <a:pt x="57150" y="809625"/>
                </a:lnTo>
                <a:lnTo>
                  <a:pt x="66675" y="809625"/>
                </a:lnTo>
                <a:close/>
                <a:moveTo>
                  <a:pt x="219075" y="800100"/>
                </a:moveTo>
                <a:lnTo>
                  <a:pt x="228600" y="800100"/>
                </a:lnTo>
                <a:lnTo>
                  <a:pt x="228600" y="819150"/>
                </a:lnTo>
                <a:lnTo>
                  <a:pt x="219075" y="819150"/>
                </a:lnTo>
                <a:close/>
                <a:moveTo>
                  <a:pt x="352425" y="800100"/>
                </a:moveTo>
                <a:lnTo>
                  <a:pt x="361950" y="800100"/>
                </a:lnTo>
                <a:lnTo>
                  <a:pt x="361950" y="809625"/>
                </a:lnTo>
                <a:lnTo>
                  <a:pt x="352425" y="809625"/>
                </a:lnTo>
                <a:close/>
                <a:moveTo>
                  <a:pt x="628650" y="800100"/>
                </a:moveTo>
                <a:lnTo>
                  <a:pt x="638175" y="800100"/>
                </a:lnTo>
                <a:lnTo>
                  <a:pt x="638175" y="809625"/>
                </a:lnTo>
                <a:lnTo>
                  <a:pt x="628650" y="809625"/>
                </a:lnTo>
                <a:close/>
                <a:moveTo>
                  <a:pt x="971550" y="800100"/>
                </a:moveTo>
                <a:lnTo>
                  <a:pt x="990600" y="800100"/>
                </a:lnTo>
                <a:lnTo>
                  <a:pt x="990600" y="809625"/>
                </a:lnTo>
                <a:lnTo>
                  <a:pt x="971550" y="809625"/>
                </a:lnTo>
                <a:close/>
                <a:moveTo>
                  <a:pt x="619125" y="809625"/>
                </a:moveTo>
                <a:lnTo>
                  <a:pt x="628650" y="809625"/>
                </a:lnTo>
                <a:lnTo>
                  <a:pt x="628650" y="819150"/>
                </a:lnTo>
                <a:lnTo>
                  <a:pt x="619125" y="819150"/>
                </a:lnTo>
                <a:close/>
                <a:moveTo>
                  <a:pt x="1019175" y="809625"/>
                </a:moveTo>
                <a:lnTo>
                  <a:pt x="1038225" y="809625"/>
                </a:lnTo>
                <a:lnTo>
                  <a:pt x="1038225" y="819150"/>
                </a:lnTo>
                <a:lnTo>
                  <a:pt x="1019175" y="819150"/>
                </a:lnTo>
                <a:close/>
                <a:moveTo>
                  <a:pt x="1152525" y="809625"/>
                </a:moveTo>
                <a:lnTo>
                  <a:pt x="1162050" y="809625"/>
                </a:lnTo>
                <a:lnTo>
                  <a:pt x="1162050" y="819150"/>
                </a:lnTo>
                <a:lnTo>
                  <a:pt x="1152525" y="819150"/>
                </a:lnTo>
                <a:close/>
                <a:moveTo>
                  <a:pt x="209550" y="819150"/>
                </a:moveTo>
                <a:lnTo>
                  <a:pt x="219075" y="819150"/>
                </a:lnTo>
                <a:lnTo>
                  <a:pt x="219075" y="828675"/>
                </a:lnTo>
                <a:lnTo>
                  <a:pt x="209550" y="828675"/>
                </a:lnTo>
                <a:close/>
                <a:moveTo>
                  <a:pt x="609600" y="819150"/>
                </a:moveTo>
                <a:lnTo>
                  <a:pt x="619125" y="819150"/>
                </a:lnTo>
                <a:lnTo>
                  <a:pt x="619125" y="828675"/>
                </a:lnTo>
                <a:lnTo>
                  <a:pt x="609600" y="828675"/>
                </a:lnTo>
                <a:close/>
                <a:moveTo>
                  <a:pt x="1066800" y="819150"/>
                </a:moveTo>
                <a:lnTo>
                  <a:pt x="1085850" y="819150"/>
                </a:lnTo>
                <a:lnTo>
                  <a:pt x="1085850" y="828675"/>
                </a:lnTo>
                <a:lnTo>
                  <a:pt x="1066800" y="828675"/>
                </a:lnTo>
                <a:close/>
                <a:moveTo>
                  <a:pt x="1295400" y="819150"/>
                </a:moveTo>
                <a:lnTo>
                  <a:pt x="1304925" y="819150"/>
                </a:lnTo>
                <a:lnTo>
                  <a:pt x="1304925" y="828675"/>
                </a:lnTo>
                <a:lnTo>
                  <a:pt x="1314450" y="828675"/>
                </a:lnTo>
                <a:lnTo>
                  <a:pt x="1314450" y="838200"/>
                </a:lnTo>
                <a:lnTo>
                  <a:pt x="1304925" y="838200"/>
                </a:lnTo>
                <a:lnTo>
                  <a:pt x="1304925" y="847725"/>
                </a:lnTo>
                <a:lnTo>
                  <a:pt x="1295400" y="847725"/>
                </a:lnTo>
                <a:lnTo>
                  <a:pt x="1295400" y="857250"/>
                </a:lnTo>
                <a:lnTo>
                  <a:pt x="1285875" y="857250"/>
                </a:lnTo>
                <a:lnTo>
                  <a:pt x="1285875" y="866775"/>
                </a:lnTo>
                <a:lnTo>
                  <a:pt x="1276350" y="866775"/>
                </a:lnTo>
                <a:lnTo>
                  <a:pt x="1276350" y="847725"/>
                </a:lnTo>
                <a:lnTo>
                  <a:pt x="1285875" y="847725"/>
                </a:lnTo>
                <a:lnTo>
                  <a:pt x="1285875" y="828675"/>
                </a:lnTo>
                <a:lnTo>
                  <a:pt x="1295400" y="828675"/>
                </a:lnTo>
                <a:close/>
                <a:moveTo>
                  <a:pt x="1533525" y="819150"/>
                </a:moveTo>
                <a:lnTo>
                  <a:pt x="1543050" y="819150"/>
                </a:lnTo>
                <a:lnTo>
                  <a:pt x="1543050" y="828675"/>
                </a:lnTo>
                <a:lnTo>
                  <a:pt x="1533525" y="828675"/>
                </a:lnTo>
                <a:close/>
                <a:moveTo>
                  <a:pt x="581025" y="828675"/>
                </a:moveTo>
                <a:lnTo>
                  <a:pt x="590550" y="828675"/>
                </a:lnTo>
                <a:lnTo>
                  <a:pt x="590550" y="838200"/>
                </a:lnTo>
                <a:lnTo>
                  <a:pt x="581025" y="838200"/>
                </a:lnTo>
                <a:close/>
                <a:moveTo>
                  <a:pt x="1085850" y="828675"/>
                </a:moveTo>
                <a:lnTo>
                  <a:pt x="1095375" y="828675"/>
                </a:lnTo>
                <a:lnTo>
                  <a:pt x="1095375" y="847725"/>
                </a:lnTo>
                <a:lnTo>
                  <a:pt x="1085850" y="847725"/>
                </a:lnTo>
                <a:close/>
                <a:moveTo>
                  <a:pt x="1123950" y="828675"/>
                </a:moveTo>
                <a:lnTo>
                  <a:pt x="1133475" y="828675"/>
                </a:lnTo>
                <a:lnTo>
                  <a:pt x="1133475" y="838200"/>
                </a:lnTo>
                <a:lnTo>
                  <a:pt x="1123950" y="838200"/>
                </a:lnTo>
                <a:close/>
                <a:moveTo>
                  <a:pt x="57150" y="838200"/>
                </a:moveTo>
                <a:lnTo>
                  <a:pt x="76200" y="838200"/>
                </a:lnTo>
                <a:lnTo>
                  <a:pt x="76200" y="847725"/>
                </a:lnTo>
                <a:lnTo>
                  <a:pt x="66675" y="847725"/>
                </a:lnTo>
                <a:lnTo>
                  <a:pt x="66675" y="857250"/>
                </a:lnTo>
                <a:lnTo>
                  <a:pt x="47625" y="857250"/>
                </a:lnTo>
                <a:lnTo>
                  <a:pt x="47625" y="847725"/>
                </a:lnTo>
                <a:lnTo>
                  <a:pt x="57150" y="847725"/>
                </a:lnTo>
                <a:close/>
                <a:moveTo>
                  <a:pt x="142875" y="838200"/>
                </a:moveTo>
                <a:lnTo>
                  <a:pt x="152400" y="838200"/>
                </a:lnTo>
                <a:lnTo>
                  <a:pt x="152400" y="847725"/>
                </a:lnTo>
                <a:lnTo>
                  <a:pt x="142875" y="847725"/>
                </a:lnTo>
                <a:close/>
                <a:moveTo>
                  <a:pt x="361950" y="838200"/>
                </a:moveTo>
                <a:lnTo>
                  <a:pt x="371475" y="838200"/>
                </a:lnTo>
                <a:lnTo>
                  <a:pt x="371475" y="847725"/>
                </a:lnTo>
                <a:lnTo>
                  <a:pt x="361950" y="847725"/>
                </a:lnTo>
                <a:close/>
                <a:moveTo>
                  <a:pt x="552450" y="838200"/>
                </a:moveTo>
                <a:lnTo>
                  <a:pt x="561975" y="838200"/>
                </a:lnTo>
                <a:lnTo>
                  <a:pt x="561975" y="847725"/>
                </a:lnTo>
                <a:lnTo>
                  <a:pt x="552450" y="847725"/>
                </a:lnTo>
                <a:close/>
                <a:moveTo>
                  <a:pt x="1104900" y="838200"/>
                </a:moveTo>
                <a:lnTo>
                  <a:pt x="1114425" y="838200"/>
                </a:lnTo>
                <a:lnTo>
                  <a:pt x="1114425" y="847725"/>
                </a:lnTo>
                <a:lnTo>
                  <a:pt x="1104900" y="847725"/>
                </a:lnTo>
                <a:close/>
                <a:moveTo>
                  <a:pt x="1371600" y="838200"/>
                </a:moveTo>
                <a:lnTo>
                  <a:pt x="1381125" y="838200"/>
                </a:lnTo>
                <a:lnTo>
                  <a:pt x="1381125" y="847725"/>
                </a:lnTo>
                <a:lnTo>
                  <a:pt x="1371600" y="847725"/>
                </a:lnTo>
                <a:close/>
                <a:moveTo>
                  <a:pt x="1390650" y="838200"/>
                </a:moveTo>
                <a:lnTo>
                  <a:pt x="1400175" y="838200"/>
                </a:lnTo>
                <a:lnTo>
                  <a:pt x="1400175" y="857250"/>
                </a:lnTo>
                <a:lnTo>
                  <a:pt x="1390650" y="857250"/>
                </a:lnTo>
                <a:lnTo>
                  <a:pt x="1390650" y="866775"/>
                </a:lnTo>
                <a:lnTo>
                  <a:pt x="1381125" y="866775"/>
                </a:lnTo>
                <a:lnTo>
                  <a:pt x="1381125" y="847725"/>
                </a:lnTo>
                <a:lnTo>
                  <a:pt x="1390650" y="847725"/>
                </a:lnTo>
                <a:close/>
                <a:moveTo>
                  <a:pt x="152400" y="847725"/>
                </a:moveTo>
                <a:lnTo>
                  <a:pt x="161925" y="847725"/>
                </a:lnTo>
                <a:lnTo>
                  <a:pt x="161925" y="857250"/>
                </a:lnTo>
                <a:lnTo>
                  <a:pt x="152400" y="857250"/>
                </a:lnTo>
                <a:close/>
                <a:moveTo>
                  <a:pt x="314325" y="847725"/>
                </a:moveTo>
                <a:lnTo>
                  <a:pt x="333375" y="847725"/>
                </a:lnTo>
                <a:lnTo>
                  <a:pt x="333375" y="857250"/>
                </a:lnTo>
                <a:lnTo>
                  <a:pt x="323850" y="857250"/>
                </a:lnTo>
                <a:lnTo>
                  <a:pt x="323850" y="876300"/>
                </a:lnTo>
                <a:lnTo>
                  <a:pt x="304800" y="876300"/>
                </a:lnTo>
                <a:lnTo>
                  <a:pt x="304800" y="866775"/>
                </a:lnTo>
                <a:lnTo>
                  <a:pt x="314325" y="866775"/>
                </a:lnTo>
                <a:close/>
                <a:moveTo>
                  <a:pt x="514350" y="847725"/>
                </a:moveTo>
                <a:lnTo>
                  <a:pt x="523875" y="847725"/>
                </a:lnTo>
                <a:lnTo>
                  <a:pt x="523875" y="857250"/>
                </a:lnTo>
                <a:lnTo>
                  <a:pt x="514350" y="857250"/>
                </a:lnTo>
                <a:close/>
                <a:moveTo>
                  <a:pt x="1095375" y="847725"/>
                </a:moveTo>
                <a:lnTo>
                  <a:pt x="1104900" y="847725"/>
                </a:lnTo>
                <a:lnTo>
                  <a:pt x="1104900" y="857250"/>
                </a:lnTo>
                <a:lnTo>
                  <a:pt x="1095375" y="857250"/>
                </a:lnTo>
                <a:close/>
                <a:moveTo>
                  <a:pt x="1466850" y="847725"/>
                </a:moveTo>
                <a:lnTo>
                  <a:pt x="1476375" y="847725"/>
                </a:lnTo>
                <a:lnTo>
                  <a:pt x="1476375" y="857250"/>
                </a:lnTo>
                <a:lnTo>
                  <a:pt x="1466850" y="857250"/>
                </a:lnTo>
                <a:close/>
                <a:moveTo>
                  <a:pt x="1543050" y="847725"/>
                </a:moveTo>
                <a:lnTo>
                  <a:pt x="1552575" y="847725"/>
                </a:lnTo>
                <a:lnTo>
                  <a:pt x="1552575" y="857250"/>
                </a:lnTo>
                <a:lnTo>
                  <a:pt x="1543050" y="857250"/>
                </a:lnTo>
                <a:close/>
                <a:moveTo>
                  <a:pt x="180975" y="857250"/>
                </a:moveTo>
                <a:lnTo>
                  <a:pt x="190500" y="857250"/>
                </a:lnTo>
                <a:lnTo>
                  <a:pt x="190500" y="866775"/>
                </a:lnTo>
                <a:lnTo>
                  <a:pt x="180975" y="866775"/>
                </a:lnTo>
                <a:close/>
                <a:moveTo>
                  <a:pt x="476250" y="857250"/>
                </a:moveTo>
                <a:lnTo>
                  <a:pt x="495300" y="857250"/>
                </a:lnTo>
                <a:lnTo>
                  <a:pt x="495300" y="866775"/>
                </a:lnTo>
                <a:lnTo>
                  <a:pt x="476250" y="866775"/>
                </a:lnTo>
                <a:close/>
                <a:moveTo>
                  <a:pt x="1047750" y="857250"/>
                </a:moveTo>
                <a:lnTo>
                  <a:pt x="1057275" y="857250"/>
                </a:lnTo>
                <a:lnTo>
                  <a:pt x="1057275" y="866775"/>
                </a:lnTo>
                <a:lnTo>
                  <a:pt x="1047750" y="866775"/>
                </a:lnTo>
                <a:close/>
                <a:moveTo>
                  <a:pt x="1400175" y="857250"/>
                </a:moveTo>
                <a:lnTo>
                  <a:pt x="1409700" y="857250"/>
                </a:lnTo>
                <a:lnTo>
                  <a:pt x="1409700" y="866775"/>
                </a:lnTo>
                <a:lnTo>
                  <a:pt x="1400175" y="866775"/>
                </a:lnTo>
                <a:close/>
                <a:moveTo>
                  <a:pt x="190500" y="866775"/>
                </a:moveTo>
                <a:lnTo>
                  <a:pt x="209550" y="866775"/>
                </a:lnTo>
                <a:lnTo>
                  <a:pt x="209550" y="885825"/>
                </a:lnTo>
                <a:lnTo>
                  <a:pt x="190500" y="885825"/>
                </a:lnTo>
                <a:close/>
                <a:moveTo>
                  <a:pt x="371475" y="866775"/>
                </a:moveTo>
                <a:lnTo>
                  <a:pt x="381000" y="866775"/>
                </a:lnTo>
                <a:lnTo>
                  <a:pt x="381000" y="876300"/>
                </a:lnTo>
                <a:lnTo>
                  <a:pt x="371475" y="876300"/>
                </a:lnTo>
                <a:close/>
                <a:moveTo>
                  <a:pt x="428625" y="866775"/>
                </a:moveTo>
                <a:lnTo>
                  <a:pt x="447675" y="866775"/>
                </a:lnTo>
                <a:lnTo>
                  <a:pt x="447675" y="876300"/>
                </a:lnTo>
                <a:lnTo>
                  <a:pt x="428625" y="876300"/>
                </a:lnTo>
                <a:close/>
                <a:moveTo>
                  <a:pt x="1066800" y="866775"/>
                </a:moveTo>
                <a:lnTo>
                  <a:pt x="1076325" y="866775"/>
                </a:lnTo>
                <a:lnTo>
                  <a:pt x="1076325" y="876300"/>
                </a:lnTo>
                <a:lnTo>
                  <a:pt x="1066800" y="876300"/>
                </a:lnTo>
                <a:close/>
                <a:moveTo>
                  <a:pt x="1247775" y="866775"/>
                </a:moveTo>
                <a:lnTo>
                  <a:pt x="1257300" y="866775"/>
                </a:lnTo>
                <a:lnTo>
                  <a:pt x="1257300" y="876300"/>
                </a:lnTo>
                <a:lnTo>
                  <a:pt x="1266825" y="876300"/>
                </a:lnTo>
                <a:lnTo>
                  <a:pt x="1266825" y="885825"/>
                </a:lnTo>
                <a:lnTo>
                  <a:pt x="1257300" y="885825"/>
                </a:lnTo>
                <a:lnTo>
                  <a:pt x="1257300" y="895350"/>
                </a:lnTo>
                <a:lnTo>
                  <a:pt x="1247775" y="895350"/>
                </a:lnTo>
                <a:lnTo>
                  <a:pt x="1247775" y="885825"/>
                </a:lnTo>
                <a:lnTo>
                  <a:pt x="1238250" y="885825"/>
                </a:lnTo>
                <a:lnTo>
                  <a:pt x="1238250" y="876300"/>
                </a:lnTo>
                <a:lnTo>
                  <a:pt x="1247775" y="876300"/>
                </a:lnTo>
                <a:close/>
                <a:moveTo>
                  <a:pt x="38100" y="876300"/>
                </a:moveTo>
                <a:lnTo>
                  <a:pt x="47625" y="876300"/>
                </a:lnTo>
                <a:lnTo>
                  <a:pt x="47625" y="885825"/>
                </a:lnTo>
                <a:lnTo>
                  <a:pt x="38100" y="885825"/>
                </a:lnTo>
                <a:close/>
                <a:moveTo>
                  <a:pt x="390525" y="876300"/>
                </a:moveTo>
                <a:lnTo>
                  <a:pt x="419100" y="876300"/>
                </a:lnTo>
                <a:lnTo>
                  <a:pt x="419100" y="885825"/>
                </a:lnTo>
                <a:lnTo>
                  <a:pt x="390525" y="885825"/>
                </a:lnTo>
                <a:close/>
                <a:moveTo>
                  <a:pt x="1219200" y="876300"/>
                </a:moveTo>
                <a:lnTo>
                  <a:pt x="1228725" y="876300"/>
                </a:lnTo>
                <a:lnTo>
                  <a:pt x="1228725" y="885825"/>
                </a:lnTo>
                <a:lnTo>
                  <a:pt x="1219200" y="885825"/>
                </a:lnTo>
                <a:close/>
                <a:moveTo>
                  <a:pt x="1409700" y="876300"/>
                </a:moveTo>
                <a:lnTo>
                  <a:pt x="1419225" y="876300"/>
                </a:lnTo>
                <a:lnTo>
                  <a:pt x="1419225" y="885825"/>
                </a:lnTo>
                <a:lnTo>
                  <a:pt x="1409700" y="885825"/>
                </a:lnTo>
                <a:close/>
                <a:moveTo>
                  <a:pt x="228600" y="885825"/>
                </a:moveTo>
                <a:lnTo>
                  <a:pt x="238125" y="885825"/>
                </a:lnTo>
                <a:lnTo>
                  <a:pt x="238125" y="895350"/>
                </a:lnTo>
                <a:lnTo>
                  <a:pt x="228600" y="895350"/>
                </a:lnTo>
                <a:close/>
                <a:moveTo>
                  <a:pt x="257175" y="885825"/>
                </a:moveTo>
                <a:lnTo>
                  <a:pt x="266700" y="885825"/>
                </a:lnTo>
                <a:lnTo>
                  <a:pt x="266700" y="904875"/>
                </a:lnTo>
                <a:lnTo>
                  <a:pt x="257175" y="904875"/>
                </a:lnTo>
                <a:close/>
                <a:moveTo>
                  <a:pt x="1000125" y="885825"/>
                </a:moveTo>
                <a:lnTo>
                  <a:pt x="1009650" y="885825"/>
                </a:lnTo>
                <a:lnTo>
                  <a:pt x="1009650" y="895350"/>
                </a:lnTo>
                <a:lnTo>
                  <a:pt x="1000125" y="895350"/>
                </a:lnTo>
                <a:close/>
                <a:moveTo>
                  <a:pt x="1209675" y="885825"/>
                </a:moveTo>
                <a:lnTo>
                  <a:pt x="1219200" y="885825"/>
                </a:lnTo>
                <a:lnTo>
                  <a:pt x="1219200" y="904875"/>
                </a:lnTo>
                <a:lnTo>
                  <a:pt x="1228725" y="904875"/>
                </a:lnTo>
                <a:lnTo>
                  <a:pt x="1228725" y="914400"/>
                </a:lnTo>
                <a:lnTo>
                  <a:pt x="1209675" y="914400"/>
                </a:lnTo>
                <a:close/>
                <a:moveTo>
                  <a:pt x="304800" y="895350"/>
                </a:moveTo>
                <a:lnTo>
                  <a:pt x="323850" y="895350"/>
                </a:lnTo>
                <a:lnTo>
                  <a:pt x="323850" y="914400"/>
                </a:lnTo>
                <a:lnTo>
                  <a:pt x="314325" y="914400"/>
                </a:lnTo>
                <a:lnTo>
                  <a:pt x="314325" y="923925"/>
                </a:lnTo>
                <a:lnTo>
                  <a:pt x="295275" y="923925"/>
                </a:lnTo>
                <a:lnTo>
                  <a:pt x="295275" y="904875"/>
                </a:lnTo>
                <a:lnTo>
                  <a:pt x="304800" y="904875"/>
                </a:lnTo>
                <a:close/>
                <a:moveTo>
                  <a:pt x="990600" y="895350"/>
                </a:moveTo>
                <a:lnTo>
                  <a:pt x="1000125" y="895350"/>
                </a:lnTo>
                <a:lnTo>
                  <a:pt x="1000125" y="904875"/>
                </a:lnTo>
                <a:lnTo>
                  <a:pt x="990600" y="904875"/>
                </a:lnTo>
                <a:close/>
                <a:moveTo>
                  <a:pt x="1009650" y="895350"/>
                </a:moveTo>
                <a:lnTo>
                  <a:pt x="1028700" y="895350"/>
                </a:lnTo>
                <a:lnTo>
                  <a:pt x="1028700" y="904875"/>
                </a:lnTo>
                <a:lnTo>
                  <a:pt x="1009650" y="904875"/>
                </a:lnTo>
                <a:close/>
                <a:moveTo>
                  <a:pt x="28575" y="904875"/>
                </a:moveTo>
                <a:lnTo>
                  <a:pt x="38100" y="904875"/>
                </a:lnTo>
                <a:lnTo>
                  <a:pt x="38100" y="914400"/>
                </a:lnTo>
                <a:lnTo>
                  <a:pt x="28575" y="914400"/>
                </a:lnTo>
                <a:close/>
                <a:moveTo>
                  <a:pt x="161925" y="904875"/>
                </a:moveTo>
                <a:lnTo>
                  <a:pt x="171450" y="904875"/>
                </a:lnTo>
                <a:lnTo>
                  <a:pt x="171450" y="914400"/>
                </a:lnTo>
                <a:lnTo>
                  <a:pt x="200025" y="914400"/>
                </a:lnTo>
                <a:lnTo>
                  <a:pt x="200025" y="933450"/>
                </a:lnTo>
                <a:lnTo>
                  <a:pt x="180975" y="933450"/>
                </a:lnTo>
                <a:lnTo>
                  <a:pt x="180975" y="923925"/>
                </a:lnTo>
                <a:lnTo>
                  <a:pt x="161925" y="923925"/>
                </a:lnTo>
                <a:close/>
                <a:moveTo>
                  <a:pt x="1000125" y="904875"/>
                </a:moveTo>
                <a:lnTo>
                  <a:pt x="1009650" y="904875"/>
                </a:lnTo>
                <a:lnTo>
                  <a:pt x="1009650" y="914400"/>
                </a:lnTo>
                <a:lnTo>
                  <a:pt x="1000125" y="914400"/>
                </a:lnTo>
                <a:close/>
                <a:moveTo>
                  <a:pt x="1400175" y="904875"/>
                </a:moveTo>
                <a:lnTo>
                  <a:pt x="1409700" y="904875"/>
                </a:lnTo>
                <a:lnTo>
                  <a:pt x="1409700" y="914400"/>
                </a:lnTo>
                <a:lnTo>
                  <a:pt x="1400175" y="914400"/>
                </a:lnTo>
                <a:close/>
                <a:moveTo>
                  <a:pt x="1562100" y="904875"/>
                </a:moveTo>
                <a:lnTo>
                  <a:pt x="1571625" y="904875"/>
                </a:lnTo>
                <a:lnTo>
                  <a:pt x="1571625" y="914400"/>
                </a:lnTo>
                <a:lnTo>
                  <a:pt x="1562100" y="914400"/>
                </a:lnTo>
                <a:close/>
                <a:moveTo>
                  <a:pt x="123825" y="914400"/>
                </a:moveTo>
                <a:lnTo>
                  <a:pt x="133350" y="914400"/>
                </a:lnTo>
                <a:lnTo>
                  <a:pt x="133350" y="923925"/>
                </a:lnTo>
                <a:lnTo>
                  <a:pt x="123825" y="923925"/>
                </a:lnTo>
                <a:close/>
                <a:moveTo>
                  <a:pt x="1295400" y="914400"/>
                </a:moveTo>
                <a:lnTo>
                  <a:pt x="1314450" y="914400"/>
                </a:lnTo>
                <a:lnTo>
                  <a:pt x="1314450" y="923925"/>
                </a:lnTo>
                <a:lnTo>
                  <a:pt x="1295400" y="923925"/>
                </a:lnTo>
                <a:close/>
                <a:moveTo>
                  <a:pt x="942975" y="923925"/>
                </a:moveTo>
                <a:lnTo>
                  <a:pt x="952500" y="923925"/>
                </a:lnTo>
                <a:lnTo>
                  <a:pt x="952500" y="933450"/>
                </a:lnTo>
                <a:lnTo>
                  <a:pt x="942975" y="933450"/>
                </a:lnTo>
                <a:close/>
                <a:moveTo>
                  <a:pt x="971550" y="923925"/>
                </a:moveTo>
                <a:lnTo>
                  <a:pt x="981075" y="923925"/>
                </a:lnTo>
                <a:lnTo>
                  <a:pt x="981075" y="933450"/>
                </a:lnTo>
                <a:lnTo>
                  <a:pt x="971550" y="933450"/>
                </a:lnTo>
                <a:close/>
                <a:moveTo>
                  <a:pt x="1162050" y="923925"/>
                </a:moveTo>
                <a:lnTo>
                  <a:pt x="1171575" y="923925"/>
                </a:lnTo>
                <a:lnTo>
                  <a:pt x="1171575" y="933450"/>
                </a:lnTo>
                <a:lnTo>
                  <a:pt x="1162050" y="933450"/>
                </a:lnTo>
                <a:close/>
                <a:moveTo>
                  <a:pt x="1409700" y="923925"/>
                </a:moveTo>
                <a:lnTo>
                  <a:pt x="1419225" y="923925"/>
                </a:lnTo>
                <a:lnTo>
                  <a:pt x="1419225" y="933450"/>
                </a:lnTo>
                <a:lnTo>
                  <a:pt x="1409700" y="933450"/>
                </a:lnTo>
                <a:close/>
                <a:moveTo>
                  <a:pt x="1428750" y="923925"/>
                </a:moveTo>
                <a:lnTo>
                  <a:pt x="1438275" y="923925"/>
                </a:lnTo>
                <a:lnTo>
                  <a:pt x="1438275" y="933450"/>
                </a:lnTo>
                <a:lnTo>
                  <a:pt x="1428750" y="933450"/>
                </a:lnTo>
                <a:close/>
                <a:moveTo>
                  <a:pt x="19050" y="933450"/>
                </a:moveTo>
                <a:lnTo>
                  <a:pt x="28575" y="933450"/>
                </a:lnTo>
                <a:lnTo>
                  <a:pt x="28575" y="942975"/>
                </a:lnTo>
                <a:lnTo>
                  <a:pt x="38100" y="942975"/>
                </a:lnTo>
                <a:lnTo>
                  <a:pt x="38100" y="962025"/>
                </a:lnTo>
                <a:lnTo>
                  <a:pt x="28575" y="962025"/>
                </a:lnTo>
                <a:lnTo>
                  <a:pt x="28575" y="952500"/>
                </a:lnTo>
                <a:lnTo>
                  <a:pt x="19050" y="952500"/>
                </a:lnTo>
                <a:close/>
                <a:moveTo>
                  <a:pt x="1171575" y="933450"/>
                </a:moveTo>
                <a:lnTo>
                  <a:pt x="1181100" y="933450"/>
                </a:lnTo>
                <a:lnTo>
                  <a:pt x="1181100" y="942975"/>
                </a:lnTo>
                <a:lnTo>
                  <a:pt x="1171575" y="942975"/>
                </a:lnTo>
                <a:close/>
                <a:moveTo>
                  <a:pt x="1571625" y="933450"/>
                </a:moveTo>
                <a:lnTo>
                  <a:pt x="1581150" y="933450"/>
                </a:lnTo>
                <a:lnTo>
                  <a:pt x="1581150" y="942975"/>
                </a:lnTo>
                <a:lnTo>
                  <a:pt x="1571625" y="942975"/>
                </a:lnTo>
                <a:close/>
                <a:moveTo>
                  <a:pt x="1933575" y="933450"/>
                </a:moveTo>
                <a:lnTo>
                  <a:pt x="1943100" y="933450"/>
                </a:lnTo>
                <a:lnTo>
                  <a:pt x="1943100" y="952500"/>
                </a:lnTo>
                <a:lnTo>
                  <a:pt x="1933575" y="952500"/>
                </a:lnTo>
                <a:close/>
                <a:moveTo>
                  <a:pt x="1952625" y="933450"/>
                </a:moveTo>
                <a:lnTo>
                  <a:pt x="1971675" y="933450"/>
                </a:lnTo>
                <a:lnTo>
                  <a:pt x="1971675" y="952500"/>
                </a:lnTo>
                <a:lnTo>
                  <a:pt x="1952625" y="952500"/>
                </a:lnTo>
                <a:close/>
                <a:moveTo>
                  <a:pt x="295275" y="942975"/>
                </a:moveTo>
                <a:lnTo>
                  <a:pt x="314325" y="942975"/>
                </a:lnTo>
                <a:lnTo>
                  <a:pt x="314325" y="952500"/>
                </a:lnTo>
                <a:lnTo>
                  <a:pt x="304800" y="952500"/>
                </a:lnTo>
                <a:lnTo>
                  <a:pt x="304800" y="962025"/>
                </a:lnTo>
                <a:lnTo>
                  <a:pt x="285750" y="962025"/>
                </a:lnTo>
                <a:lnTo>
                  <a:pt x="285750" y="952500"/>
                </a:lnTo>
                <a:lnTo>
                  <a:pt x="295275" y="952500"/>
                </a:lnTo>
                <a:close/>
                <a:moveTo>
                  <a:pt x="1143000" y="942975"/>
                </a:moveTo>
                <a:lnTo>
                  <a:pt x="1152525" y="942975"/>
                </a:lnTo>
                <a:lnTo>
                  <a:pt x="1152525" y="952500"/>
                </a:lnTo>
                <a:lnTo>
                  <a:pt x="1143000" y="952500"/>
                </a:lnTo>
                <a:close/>
                <a:moveTo>
                  <a:pt x="1438275" y="942975"/>
                </a:moveTo>
                <a:lnTo>
                  <a:pt x="1447800" y="942975"/>
                </a:lnTo>
                <a:lnTo>
                  <a:pt x="1447800" y="952500"/>
                </a:lnTo>
                <a:lnTo>
                  <a:pt x="1438275" y="952500"/>
                </a:lnTo>
                <a:close/>
                <a:moveTo>
                  <a:pt x="161925" y="952500"/>
                </a:moveTo>
                <a:lnTo>
                  <a:pt x="171450" y="952500"/>
                </a:lnTo>
                <a:lnTo>
                  <a:pt x="171450" y="962025"/>
                </a:lnTo>
                <a:lnTo>
                  <a:pt x="161925" y="962025"/>
                </a:lnTo>
                <a:close/>
                <a:moveTo>
                  <a:pt x="180975" y="952500"/>
                </a:moveTo>
                <a:lnTo>
                  <a:pt x="190500" y="952500"/>
                </a:lnTo>
                <a:lnTo>
                  <a:pt x="190500" y="962025"/>
                </a:lnTo>
                <a:lnTo>
                  <a:pt x="180975" y="962025"/>
                </a:lnTo>
                <a:close/>
                <a:moveTo>
                  <a:pt x="590550" y="952500"/>
                </a:moveTo>
                <a:lnTo>
                  <a:pt x="609600" y="952500"/>
                </a:lnTo>
                <a:lnTo>
                  <a:pt x="609600" y="962025"/>
                </a:lnTo>
                <a:lnTo>
                  <a:pt x="600075" y="962025"/>
                </a:lnTo>
                <a:lnTo>
                  <a:pt x="600075" y="971550"/>
                </a:lnTo>
                <a:lnTo>
                  <a:pt x="590550" y="971550"/>
                </a:lnTo>
                <a:close/>
                <a:moveTo>
                  <a:pt x="628650" y="952500"/>
                </a:moveTo>
                <a:lnTo>
                  <a:pt x="638175" y="952500"/>
                </a:lnTo>
                <a:lnTo>
                  <a:pt x="638175" y="962025"/>
                </a:lnTo>
                <a:lnTo>
                  <a:pt x="628650" y="962025"/>
                </a:lnTo>
                <a:close/>
                <a:moveTo>
                  <a:pt x="676275" y="952500"/>
                </a:moveTo>
                <a:lnTo>
                  <a:pt x="685800" y="952500"/>
                </a:lnTo>
                <a:lnTo>
                  <a:pt x="685800" y="962025"/>
                </a:lnTo>
                <a:lnTo>
                  <a:pt x="676275" y="962025"/>
                </a:lnTo>
                <a:close/>
                <a:moveTo>
                  <a:pt x="933450" y="952500"/>
                </a:moveTo>
                <a:lnTo>
                  <a:pt x="942975" y="952500"/>
                </a:lnTo>
                <a:lnTo>
                  <a:pt x="942975" y="962025"/>
                </a:lnTo>
                <a:lnTo>
                  <a:pt x="933450" y="962025"/>
                </a:lnTo>
                <a:close/>
                <a:moveTo>
                  <a:pt x="1257300" y="952500"/>
                </a:moveTo>
                <a:lnTo>
                  <a:pt x="1266825" y="952500"/>
                </a:lnTo>
                <a:lnTo>
                  <a:pt x="1266825" y="962025"/>
                </a:lnTo>
                <a:lnTo>
                  <a:pt x="1257300" y="962025"/>
                </a:lnTo>
                <a:close/>
                <a:moveTo>
                  <a:pt x="1790700" y="952500"/>
                </a:moveTo>
                <a:lnTo>
                  <a:pt x="1800225" y="952500"/>
                </a:lnTo>
                <a:lnTo>
                  <a:pt x="1800225" y="962025"/>
                </a:lnTo>
                <a:lnTo>
                  <a:pt x="1790700" y="962025"/>
                </a:lnTo>
                <a:close/>
                <a:moveTo>
                  <a:pt x="1924050" y="952500"/>
                </a:moveTo>
                <a:lnTo>
                  <a:pt x="1933575" y="952500"/>
                </a:lnTo>
                <a:lnTo>
                  <a:pt x="1933575" y="1714500"/>
                </a:lnTo>
                <a:lnTo>
                  <a:pt x="1914525" y="1714500"/>
                </a:lnTo>
                <a:lnTo>
                  <a:pt x="1914525" y="1704975"/>
                </a:lnTo>
                <a:lnTo>
                  <a:pt x="1924050" y="1704975"/>
                </a:lnTo>
                <a:close/>
                <a:moveTo>
                  <a:pt x="152400" y="962025"/>
                </a:moveTo>
                <a:lnTo>
                  <a:pt x="161925" y="962025"/>
                </a:lnTo>
                <a:lnTo>
                  <a:pt x="161925" y="971550"/>
                </a:lnTo>
                <a:lnTo>
                  <a:pt x="152400" y="971550"/>
                </a:lnTo>
                <a:close/>
                <a:moveTo>
                  <a:pt x="200025" y="962025"/>
                </a:moveTo>
                <a:lnTo>
                  <a:pt x="209550" y="962025"/>
                </a:lnTo>
                <a:lnTo>
                  <a:pt x="209550" y="971550"/>
                </a:lnTo>
                <a:lnTo>
                  <a:pt x="200025" y="971550"/>
                </a:lnTo>
                <a:close/>
                <a:moveTo>
                  <a:pt x="923925" y="962025"/>
                </a:moveTo>
                <a:lnTo>
                  <a:pt x="933450" y="962025"/>
                </a:lnTo>
                <a:lnTo>
                  <a:pt x="933450" y="971550"/>
                </a:lnTo>
                <a:lnTo>
                  <a:pt x="923925" y="971550"/>
                </a:lnTo>
                <a:close/>
                <a:moveTo>
                  <a:pt x="1095375" y="962025"/>
                </a:moveTo>
                <a:lnTo>
                  <a:pt x="1104900" y="962025"/>
                </a:lnTo>
                <a:lnTo>
                  <a:pt x="1104900" y="981075"/>
                </a:lnTo>
                <a:lnTo>
                  <a:pt x="1085850" y="981075"/>
                </a:lnTo>
                <a:lnTo>
                  <a:pt x="1085850" y="971550"/>
                </a:lnTo>
                <a:lnTo>
                  <a:pt x="1095375" y="971550"/>
                </a:lnTo>
                <a:close/>
                <a:moveTo>
                  <a:pt x="1228725" y="962025"/>
                </a:moveTo>
                <a:lnTo>
                  <a:pt x="1247775" y="962025"/>
                </a:lnTo>
                <a:lnTo>
                  <a:pt x="1247775" y="1009650"/>
                </a:lnTo>
                <a:lnTo>
                  <a:pt x="1228725" y="1009650"/>
                </a:lnTo>
                <a:lnTo>
                  <a:pt x="1228725" y="1000125"/>
                </a:lnTo>
                <a:lnTo>
                  <a:pt x="1219200" y="1000125"/>
                </a:lnTo>
                <a:lnTo>
                  <a:pt x="1219200" y="990600"/>
                </a:lnTo>
                <a:lnTo>
                  <a:pt x="1238250" y="990600"/>
                </a:lnTo>
                <a:lnTo>
                  <a:pt x="1238250" y="971550"/>
                </a:lnTo>
                <a:lnTo>
                  <a:pt x="1228725" y="971550"/>
                </a:lnTo>
                <a:close/>
                <a:moveTo>
                  <a:pt x="1447800" y="962025"/>
                </a:moveTo>
                <a:lnTo>
                  <a:pt x="1457325" y="962025"/>
                </a:lnTo>
                <a:lnTo>
                  <a:pt x="1457325" y="981075"/>
                </a:lnTo>
                <a:lnTo>
                  <a:pt x="1447800" y="981075"/>
                </a:lnTo>
                <a:close/>
                <a:moveTo>
                  <a:pt x="1581150" y="962025"/>
                </a:moveTo>
                <a:lnTo>
                  <a:pt x="1590675" y="962025"/>
                </a:lnTo>
                <a:lnTo>
                  <a:pt x="1590675" y="971550"/>
                </a:lnTo>
                <a:lnTo>
                  <a:pt x="1581150" y="971550"/>
                </a:lnTo>
                <a:close/>
                <a:moveTo>
                  <a:pt x="0" y="971550"/>
                </a:moveTo>
                <a:lnTo>
                  <a:pt x="9525" y="971550"/>
                </a:lnTo>
                <a:lnTo>
                  <a:pt x="9525" y="990600"/>
                </a:lnTo>
                <a:lnTo>
                  <a:pt x="0" y="990600"/>
                </a:lnTo>
                <a:close/>
                <a:moveTo>
                  <a:pt x="238125" y="971550"/>
                </a:moveTo>
                <a:lnTo>
                  <a:pt x="257175" y="971550"/>
                </a:lnTo>
                <a:lnTo>
                  <a:pt x="257175" y="990600"/>
                </a:lnTo>
                <a:lnTo>
                  <a:pt x="228600" y="990600"/>
                </a:lnTo>
                <a:lnTo>
                  <a:pt x="228600" y="981075"/>
                </a:lnTo>
                <a:lnTo>
                  <a:pt x="238125" y="981075"/>
                </a:lnTo>
                <a:close/>
                <a:moveTo>
                  <a:pt x="685800" y="971550"/>
                </a:moveTo>
                <a:lnTo>
                  <a:pt x="695325" y="971550"/>
                </a:lnTo>
                <a:lnTo>
                  <a:pt x="695325" y="981075"/>
                </a:lnTo>
                <a:lnTo>
                  <a:pt x="685800" y="981075"/>
                </a:lnTo>
                <a:close/>
                <a:moveTo>
                  <a:pt x="914400" y="971550"/>
                </a:moveTo>
                <a:lnTo>
                  <a:pt x="923925" y="971550"/>
                </a:lnTo>
                <a:lnTo>
                  <a:pt x="923925" y="981075"/>
                </a:lnTo>
                <a:lnTo>
                  <a:pt x="914400" y="981075"/>
                </a:lnTo>
                <a:close/>
                <a:moveTo>
                  <a:pt x="1219200" y="971550"/>
                </a:moveTo>
                <a:lnTo>
                  <a:pt x="1228725" y="971550"/>
                </a:lnTo>
                <a:lnTo>
                  <a:pt x="1228725" y="981075"/>
                </a:lnTo>
                <a:lnTo>
                  <a:pt x="1219200" y="981075"/>
                </a:lnTo>
                <a:close/>
                <a:moveTo>
                  <a:pt x="1428750" y="971550"/>
                </a:moveTo>
                <a:lnTo>
                  <a:pt x="1438275" y="971550"/>
                </a:lnTo>
                <a:lnTo>
                  <a:pt x="1438275" y="981075"/>
                </a:lnTo>
                <a:lnTo>
                  <a:pt x="1428750" y="981075"/>
                </a:lnTo>
                <a:close/>
                <a:moveTo>
                  <a:pt x="285750" y="981075"/>
                </a:moveTo>
                <a:lnTo>
                  <a:pt x="304800" y="981075"/>
                </a:lnTo>
                <a:lnTo>
                  <a:pt x="304800" y="990600"/>
                </a:lnTo>
                <a:lnTo>
                  <a:pt x="295275" y="990600"/>
                </a:lnTo>
                <a:lnTo>
                  <a:pt x="295275" y="1000125"/>
                </a:lnTo>
                <a:lnTo>
                  <a:pt x="276225" y="1000125"/>
                </a:lnTo>
                <a:lnTo>
                  <a:pt x="276225" y="990600"/>
                </a:lnTo>
                <a:lnTo>
                  <a:pt x="285750" y="990600"/>
                </a:lnTo>
                <a:close/>
                <a:moveTo>
                  <a:pt x="590550" y="981075"/>
                </a:moveTo>
                <a:lnTo>
                  <a:pt x="600075" y="981075"/>
                </a:lnTo>
                <a:lnTo>
                  <a:pt x="600075" y="990600"/>
                </a:lnTo>
                <a:lnTo>
                  <a:pt x="590550" y="990600"/>
                </a:lnTo>
                <a:close/>
                <a:moveTo>
                  <a:pt x="1057275" y="981075"/>
                </a:moveTo>
                <a:lnTo>
                  <a:pt x="1076325" y="981075"/>
                </a:lnTo>
                <a:lnTo>
                  <a:pt x="1076325" y="990600"/>
                </a:lnTo>
                <a:lnTo>
                  <a:pt x="1057275" y="990600"/>
                </a:lnTo>
                <a:close/>
                <a:moveTo>
                  <a:pt x="1285875" y="981075"/>
                </a:moveTo>
                <a:lnTo>
                  <a:pt x="1323975" y="981075"/>
                </a:lnTo>
                <a:lnTo>
                  <a:pt x="1323975" y="990600"/>
                </a:lnTo>
                <a:lnTo>
                  <a:pt x="1295400" y="990600"/>
                </a:lnTo>
                <a:lnTo>
                  <a:pt x="1295400" y="1000125"/>
                </a:lnTo>
                <a:lnTo>
                  <a:pt x="1285875" y="1000125"/>
                </a:lnTo>
                <a:close/>
                <a:moveTo>
                  <a:pt x="1457325" y="981075"/>
                </a:moveTo>
                <a:lnTo>
                  <a:pt x="1466850" y="981075"/>
                </a:lnTo>
                <a:lnTo>
                  <a:pt x="1466850" y="990600"/>
                </a:lnTo>
                <a:lnTo>
                  <a:pt x="1476375" y="990600"/>
                </a:lnTo>
                <a:lnTo>
                  <a:pt x="1476375" y="1009650"/>
                </a:lnTo>
                <a:lnTo>
                  <a:pt x="1485900" y="1009650"/>
                </a:lnTo>
                <a:lnTo>
                  <a:pt x="1485900" y="1038225"/>
                </a:lnTo>
                <a:lnTo>
                  <a:pt x="1476375" y="1038225"/>
                </a:lnTo>
                <a:lnTo>
                  <a:pt x="1476375" y="1019175"/>
                </a:lnTo>
                <a:lnTo>
                  <a:pt x="1466850" y="1019175"/>
                </a:lnTo>
                <a:lnTo>
                  <a:pt x="1466850" y="1000125"/>
                </a:lnTo>
                <a:lnTo>
                  <a:pt x="1457325" y="1000125"/>
                </a:lnTo>
                <a:close/>
                <a:moveTo>
                  <a:pt x="1514475" y="981075"/>
                </a:moveTo>
                <a:lnTo>
                  <a:pt x="1524000" y="981075"/>
                </a:lnTo>
                <a:lnTo>
                  <a:pt x="1524000" y="990600"/>
                </a:lnTo>
                <a:lnTo>
                  <a:pt x="1514475" y="990600"/>
                </a:lnTo>
                <a:close/>
                <a:moveTo>
                  <a:pt x="9525" y="990600"/>
                </a:moveTo>
                <a:lnTo>
                  <a:pt x="19050" y="990600"/>
                </a:lnTo>
                <a:lnTo>
                  <a:pt x="19050" y="1000125"/>
                </a:lnTo>
                <a:lnTo>
                  <a:pt x="9525" y="1000125"/>
                </a:lnTo>
                <a:close/>
                <a:moveTo>
                  <a:pt x="57150" y="990600"/>
                </a:moveTo>
                <a:lnTo>
                  <a:pt x="66675" y="990600"/>
                </a:lnTo>
                <a:lnTo>
                  <a:pt x="66675" y="1000125"/>
                </a:lnTo>
                <a:lnTo>
                  <a:pt x="95250" y="1000125"/>
                </a:lnTo>
                <a:lnTo>
                  <a:pt x="95250" y="1009650"/>
                </a:lnTo>
                <a:lnTo>
                  <a:pt x="104775" y="1009650"/>
                </a:lnTo>
                <a:lnTo>
                  <a:pt x="104775" y="1028700"/>
                </a:lnTo>
                <a:lnTo>
                  <a:pt x="95250" y="1028700"/>
                </a:lnTo>
                <a:lnTo>
                  <a:pt x="95250" y="1019175"/>
                </a:lnTo>
                <a:lnTo>
                  <a:pt x="66675" y="1019175"/>
                </a:lnTo>
                <a:lnTo>
                  <a:pt x="66675" y="1009650"/>
                </a:lnTo>
                <a:lnTo>
                  <a:pt x="57150" y="1009650"/>
                </a:lnTo>
                <a:close/>
                <a:moveTo>
                  <a:pt x="152400" y="990600"/>
                </a:moveTo>
                <a:lnTo>
                  <a:pt x="171450" y="990600"/>
                </a:lnTo>
                <a:lnTo>
                  <a:pt x="171450" y="1000125"/>
                </a:lnTo>
                <a:lnTo>
                  <a:pt x="152400" y="1000125"/>
                </a:lnTo>
                <a:close/>
                <a:moveTo>
                  <a:pt x="219075" y="990600"/>
                </a:moveTo>
                <a:lnTo>
                  <a:pt x="228600" y="990600"/>
                </a:lnTo>
                <a:lnTo>
                  <a:pt x="228600" y="1000125"/>
                </a:lnTo>
                <a:lnTo>
                  <a:pt x="219075" y="1000125"/>
                </a:lnTo>
                <a:close/>
                <a:moveTo>
                  <a:pt x="876300" y="990600"/>
                </a:moveTo>
                <a:lnTo>
                  <a:pt x="885825" y="990600"/>
                </a:lnTo>
                <a:lnTo>
                  <a:pt x="885825" y="1000125"/>
                </a:lnTo>
                <a:lnTo>
                  <a:pt x="876300" y="1000125"/>
                </a:lnTo>
                <a:close/>
                <a:moveTo>
                  <a:pt x="1047750" y="990600"/>
                </a:moveTo>
                <a:lnTo>
                  <a:pt x="1057275" y="990600"/>
                </a:lnTo>
                <a:lnTo>
                  <a:pt x="1057275" y="1000125"/>
                </a:lnTo>
                <a:lnTo>
                  <a:pt x="1047750" y="1000125"/>
                </a:lnTo>
                <a:close/>
                <a:moveTo>
                  <a:pt x="1590675" y="990600"/>
                </a:moveTo>
                <a:lnTo>
                  <a:pt x="1600200" y="990600"/>
                </a:lnTo>
                <a:lnTo>
                  <a:pt x="1600200" y="1000125"/>
                </a:lnTo>
                <a:lnTo>
                  <a:pt x="1590675" y="1000125"/>
                </a:lnTo>
                <a:close/>
                <a:moveTo>
                  <a:pt x="1647825" y="990600"/>
                </a:moveTo>
                <a:lnTo>
                  <a:pt x="1666875" y="990600"/>
                </a:lnTo>
                <a:lnTo>
                  <a:pt x="1666875" y="1009650"/>
                </a:lnTo>
                <a:lnTo>
                  <a:pt x="1657350" y="1009650"/>
                </a:lnTo>
                <a:lnTo>
                  <a:pt x="1657350" y="1000125"/>
                </a:lnTo>
                <a:lnTo>
                  <a:pt x="1647825" y="1000125"/>
                </a:lnTo>
                <a:close/>
                <a:moveTo>
                  <a:pt x="28575" y="1000125"/>
                </a:moveTo>
                <a:lnTo>
                  <a:pt x="38100" y="1000125"/>
                </a:lnTo>
                <a:lnTo>
                  <a:pt x="38100" y="1009650"/>
                </a:lnTo>
                <a:lnTo>
                  <a:pt x="28575" y="1009650"/>
                </a:lnTo>
                <a:close/>
                <a:moveTo>
                  <a:pt x="190500" y="1000125"/>
                </a:moveTo>
                <a:lnTo>
                  <a:pt x="200025" y="1000125"/>
                </a:lnTo>
                <a:lnTo>
                  <a:pt x="200025" y="1009650"/>
                </a:lnTo>
                <a:lnTo>
                  <a:pt x="190500" y="1009650"/>
                </a:lnTo>
                <a:close/>
                <a:moveTo>
                  <a:pt x="209550" y="1000125"/>
                </a:moveTo>
                <a:lnTo>
                  <a:pt x="219075" y="1000125"/>
                </a:lnTo>
                <a:lnTo>
                  <a:pt x="219075" y="1009650"/>
                </a:lnTo>
                <a:lnTo>
                  <a:pt x="209550" y="1009650"/>
                </a:lnTo>
                <a:close/>
                <a:moveTo>
                  <a:pt x="714375" y="1000125"/>
                </a:moveTo>
                <a:lnTo>
                  <a:pt x="742950" y="1000125"/>
                </a:lnTo>
                <a:lnTo>
                  <a:pt x="742950" y="1009650"/>
                </a:lnTo>
                <a:lnTo>
                  <a:pt x="714375" y="1009650"/>
                </a:lnTo>
                <a:close/>
                <a:moveTo>
                  <a:pt x="847725" y="1000125"/>
                </a:moveTo>
                <a:lnTo>
                  <a:pt x="876300" y="1000125"/>
                </a:lnTo>
                <a:lnTo>
                  <a:pt x="876300" y="1009650"/>
                </a:lnTo>
                <a:lnTo>
                  <a:pt x="847725" y="1009650"/>
                </a:lnTo>
                <a:close/>
                <a:moveTo>
                  <a:pt x="1162050" y="1000125"/>
                </a:moveTo>
                <a:lnTo>
                  <a:pt x="1171575" y="1000125"/>
                </a:lnTo>
                <a:lnTo>
                  <a:pt x="1171575" y="1009650"/>
                </a:lnTo>
                <a:lnTo>
                  <a:pt x="1162050" y="1009650"/>
                </a:lnTo>
                <a:close/>
                <a:moveTo>
                  <a:pt x="1314450" y="1000125"/>
                </a:moveTo>
                <a:lnTo>
                  <a:pt x="1323975" y="1000125"/>
                </a:lnTo>
                <a:lnTo>
                  <a:pt x="1323975" y="1009650"/>
                </a:lnTo>
                <a:lnTo>
                  <a:pt x="1314450" y="1009650"/>
                </a:lnTo>
                <a:close/>
                <a:moveTo>
                  <a:pt x="1600200" y="1000125"/>
                </a:moveTo>
                <a:lnTo>
                  <a:pt x="1609725" y="1000125"/>
                </a:lnTo>
                <a:lnTo>
                  <a:pt x="1609725" y="1009650"/>
                </a:lnTo>
                <a:lnTo>
                  <a:pt x="1600200" y="1009650"/>
                </a:lnTo>
                <a:close/>
                <a:moveTo>
                  <a:pt x="1971675" y="1000125"/>
                </a:moveTo>
                <a:lnTo>
                  <a:pt x="1981200" y="1000125"/>
                </a:lnTo>
                <a:lnTo>
                  <a:pt x="1981200" y="1028700"/>
                </a:lnTo>
                <a:lnTo>
                  <a:pt x="1971675" y="1028700"/>
                </a:lnTo>
                <a:close/>
                <a:moveTo>
                  <a:pt x="609600" y="1009650"/>
                </a:moveTo>
                <a:lnTo>
                  <a:pt x="619125" y="1009650"/>
                </a:lnTo>
                <a:lnTo>
                  <a:pt x="619125" y="1019175"/>
                </a:lnTo>
                <a:lnTo>
                  <a:pt x="609600" y="1019175"/>
                </a:lnTo>
                <a:close/>
                <a:moveTo>
                  <a:pt x="1028700" y="1009650"/>
                </a:moveTo>
                <a:lnTo>
                  <a:pt x="1038225" y="1009650"/>
                </a:lnTo>
                <a:lnTo>
                  <a:pt x="1038225" y="1019175"/>
                </a:lnTo>
                <a:lnTo>
                  <a:pt x="1028700" y="1019175"/>
                </a:lnTo>
                <a:close/>
                <a:moveTo>
                  <a:pt x="1047750" y="1009650"/>
                </a:moveTo>
                <a:lnTo>
                  <a:pt x="1057275" y="1009650"/>
                </a:lnTo>
                <a:lnTo>
                  <a:pt x="1057275" y="1019175"/>
                </a:lnTo>
                <a:lnTo>
                  <a:pt x="1047750" y="1019175"/>
                </a:lnTo>
                <a:close/>
                <a:moveTo>
                  <a:pt x="1171575" y="1009650"/>
                </a:moveTo>
                <a:lnTo>
                  <a:pt x="1181100" y="1009650"/>
                </a:lnTo>
                <a:lnTo>
                  <a:pt x="1181100" y="1028700"/>
                </a:lnTo>
                <a:lnTo>
                  <a:pt x="1171575" y="1028700"/>
                </a:lnTo>
                <a:close/>
                <a:moveTo>
                  <a:pt x="1285875" y="1009650"/>
                </a:moveTo>
                <a:lnTo>
                  <a:pt x="1295400" y="1009650"/>
                </a:lnTo>
                <a:lnTo>
                  <a:pt x="1295400" y="1019175"/>
                </a:lnTo>
                <a:lnTo>
                  <a:pt x="1285875" y="1019175"/>
                </a:lnTo>
                <a:close/>
                <a:moveTo>
                  <a:pt x="1304925" y="1009650"/>
                </a:moveTo>
                <a:lnTo>
                  <a:pt x="1314450" y="1009650"/>
                </a:lnTo>
                <a:lnTo>
                  <a:pt x="1314450" y="1019175"/>
                </a:lnTo>
                <a:lnTo>
                  <a:pt x="1304925" y="1019175"/>
                </a:lnTo>
                <a:close/>
                <a:moveTo>
                  <a:pt x="152400" y="1019175"/>
                </a:moveTo>
                <a:lnTo>
                  <a:pt x="161925" y="1019175"/>
                </a:lnTo>
                <a:lnTo>
                  <a:pt x="161925" y="1028700"/>
                </a:lnTo>
                <a:lnTo>
                  <a:pt x="152400" y="1028700"/>
                </a:lnTo>
                <a:close/>
                <a:moveTo>
                  <a:pt x="266700" y="1019175"/>
                </a:moveTo>
                <a:lnTo>
                  <a:pt x="276225" y="1019175"/>
                </a:lnTo>
                <a:lnTo>
                  <a:pt x="276225" y="1028700"/>
                </a:lnTo>
                <a:lnTo>
                  <a:pt x="266700" y="1028700"/>
                </a:lnTo>
                <a:close/>
                <a:moveTo>
                  <a:pt x="285750" y="1019175"/>
                </a:moveTo>
                <a:lnTo>
                  <a:pt x="295275" y="1019175"/>
                </a:lnTo>
                <a:lnTo>
                  <a:pt x="295275" y="1028700"/>
                </a:lnTo>
                <a:lnTo>
                  <a:pt x="285750" y="1028700"/>
                </a:lnTo>
                <a:close/>
                <a:moveTo>
                  <a:pt x="600075" y="1019175"/>
                </a:moveTo>
                <a:lnTo>
                  <a:pt x="609600" y="1019175"/>
                </a:lnTo>
                <a:lnTo>
                  <a:pt x="609600" y="1028700"/>
                </a:lnTo>
                <a:lnTo>
                  <a:pt x="619125" y="1028700"/>
                </a:lnTo>
                <a:lnTo>
                  <a:pt x="619125" y="1038225"/>
                </a:lnTo>
                <a:lnTo>
                  <a:pt x="609600" y="1038225"/>
                </a:lnTo>
                <a:lnTo>
                  <a:pt x="609600" y="1047750"/>
                </a:lnTo>
                <a:lnTo>
                  <a:pt x="600075" y="1047750"/>
                </a:lnTo>
                <a:close/>
                <a:moveTo>
                  <a:pt x="733425" y="1019175"/>
                </a:moveTo>
                <a:lnTo>
                  <a:pt x="857250" y="1019175"/>
                </a:lnTo>
                <a:lnTo>
                  <a:pt x="857250" y="1028700"/>
                </a:lnTo>
                <a:lnTo>
                  <a:pt x="866775" y="1028700"/>
                </a:lnTo>
                <a:lnTo>
                  <a:pt x="866775" y="1038225"/>
                </a:lnTo>
                <a:lnTo>
                  <a:pt x="876300" y="1038225"/>
                </a:lnTo>
                <a:lnTo>
                  <a:pt x="876300" y="1057275"/>
                </a:lnTo>
                <a:lnTo>
                  <a:pt x="885825" y="1057275"/>
                </a:lnTo>
                <a:lnTo>
                  <a:pt x="885825" y="1085850"/>
                </a:lnTo>
                <a:lnTo>
                  <a:pt x="895350" y="1085850"/>
                </a:lnTo>
                <a:lnTo>
                  <a:pt x="895350" y="1114425"/>
                </a:lnTo>
                <a:lnTo>
                  <a:pt x="904875" y="1114425"/>
                </a:lnTo>
                <a:lnTo>
                  <a:pt x="904875" y="1143000"/>
                </a:lnTo>
                <a:lnTo>
                  <a:pt x="895350" y="1143000"/>
                </a:lnTo>
                <a:lnTo>
                  <a:pt x="895350" y="1133475"/>
                </a:lnTo>
                <a:lnTo>
                  <a:pt x="876300" y="1133475"/>
                </a:lnTo>
                <a:lnTo>
                  <a:pt x="876300" y="1123950"/>
                </a:lnTo>
                <a:lnTo>
                  <a:pt x="866775" y="1123950"/>
                </a:lnTo>
                <a:lnTo>
                  <a:pt x="866775" y="1114425"/>
                </a:lnTo>
                <a:lnTo>
                  <a:pt x="857250" y="1114425"/>
                </a:lnTo>
                <a:lnTo>
                  <a:pt x="857250" y="1104900"/>
                </a:lnTo>
                <a:lnTo>
                  <a:pt x="838200" y="1104900"/>
                </a:lnTo>
                <a:lnTo>
                  <a:pt x="838200" y="1095375"/>
                </a:lnTo>
                <a:lnTo>
                  <a:pt x="828675" y="1095375"/>
                </a:lnTo>
                <a:lnTo>
                  <a:pt x="828675" y="1085850"/>
                </a:lnTo>
                <a:lnTo>
                  <a:pt x="819150" y="1085850"/>
                </a:lnTo>
                <a:lnTo>
                  <a:pt x="819150" y="1076325"/>
                </a:lnTo>
                <a:lnTo>
                  <a:pt x="800100" y="1076325"/>
                </a:lnTo>
                <a:lnTo>
                  <a:pt x="800100" y="1066800"/>
                </a:lnTo>
                <a:lnTo>
                  <a:pt x="790575" y="1066800"/>
                </a:lnTo>
                <a:lnTo>
                  <a:pt x="790575" y="1057275"/>
                </a:lnTo>
                <a:lnTo>
                  <a:pt x="771525" y="1057275"/>
                </a:lnTo>
                <a:lnTo>
                  <a:pt x="771525" y="1047750"/>
                </a:lnTo>
                <a:lnTo>
                  <a:pt x="819150" y="1047750"/>
                </a:lnTo>
                <a:lnTo>
                  <a:pt x="819150" y="1038225"/>
                </a:lnTo>
                <a:lnTo>
                  <a:pt x="828675" y="1038225"/>
                </a:lnTo>
                <a:lnTo>
                  <a:pt x="828675" y="1028700"/>
                </a:lnTo>
                <a:lnTo>
                  <a:pt x="809625" y="1028700"/>
                </a:lnTo>
                <a:lnTo>
                  <a:pt x="809625" y="1038225"/>
                </a:lnTo>
                <a:lnTo>
                  <a:pt x="800100" y="1038225"/>
                </a:lnTo>
                <a:lnTo>
                  <a:pt x="800100" y="1028700"/>
                </a:lnTo>
                <a:lnTo>
                  <a:pt x="781050" y="1028700"/>
                </a:lnTo>
                <a:lnTo>
                  <a:pt x="781050" y="1038225"/>
                </a:lnTo>
                <a:lnTo>
                  <a:pt x="752475" y="1038225"/>
                </a:lnTo>
                <a:lnTo>
                  <a:pt x="752475" y="1028700"/>
                </a:lnTo>
                <a:lnTo>
                  <a:pt x="733425" y="1028700"/>
                </a:lnTo>
                <a:close/>
                <a:moveTo>
                  <a:pt x="1038225" y="1019175"/>
                </a:moveTo>
                <a:lnTo>
                  <a:pt x="1047750" y="1019175"/>
                </a:lnTo>
                <a:lnTo>
                  <a:pt x="1047750" y="1028700"/>
                </a:lnTo>
                <a:lnTo>
                  <a:pt x="1038225" y="1028700"/>
                </a:lnTo>
                <a:close/>
                <a:moveTo>
                  <a:pt x="1295400" y="1019175"/>
                </a:moveTo>
                <a:lnTo>
                  <a:pt x="1304925" y="1019175"/>
                </a:lnTo>
                <a:lnTo>
                  <a:pt x="1304925" y="1028700"/>
                </a:lnTo>
                <a:lnTo>
                  <a:pt x="1295400" y="1028700"/>
                </a:lnTo>
                <a:close/>
                <a:moveTo>
                  <a:pt x="1533525" y="1019175"/>
                </a:moveTo>
                <a:lnTo>
                  <a:pt x="1543050" y="1019175"/>
                </a:lnTo>
                <a:lnTo>
                  <a:pt x="1543050" y="1038225"/>
                </a:lnTo>
                <a:lnTo>
                  <a:pt x="1533525" y="1038225"/>
                </a:lnTo>
                <a:close/>
                <a:moveTo>
                  <a:pt x="1657350" y="1019175"/>
                </a:moveTo>
                <a:lnTo>
                  <a:pt x="1666875" y="1019175"/>
                </a:lnTo>
                <a:lnTo>
                  <a:pt x="1666875" y="1028700"/>
                </a:lnTo>
                <a:lnTo>
                  <a:pt x="1657350" y="1028700"/>
                </a:lnTo>
                <a:close/>
                <a:moveTo>
                  <a:pt x="180975" y="1028700"/>
                </a:moveTo>
                <a:lnTo>
                  <a:pt x="190500" y="1028700"/>
                </a:lnTo>
                <a:lnTo>
                  <a:pt x="190500" y="1038225"/>
                </a:lnTo>
                <a:lnTo>
                  <a:pt x="228600" y="1038225"/>
                </a:lnTo>
                <a:lnTo>
                  <a:pt x="228600" y="1047750"/>
                </a:lnTo>
                <a:lnTo>
                  <a:pt x="238125" y="1047750"/>
                </a:lnTo>
                <a:lnTo>
                  <a:pt x="238125" y="1066800"/>
                </a:lnTo>
                <a:lnTo>
                  <a:pt x="228600" y="1066800"/>
                </a:lnTo>
                <a:lnTo>
                  <a:pt x="228600" y="1057275"/>
                </a:lnTo>
                <a:lnTo>
                  <a:pt x="200025" y="1057275"/>
                </a:lnTo>
                <a:lnTo>
                  <a:pt x="200025" y="1047750"/>
                </a:lnTo>
                <a:lnTo>
                  <a:pt x="180975" y="1047750"/>
                </a:lnTo>
                <a:close/>
                <a:moveTo>
                  <a:pt x="571500" y="1028700"/>
                </a:moveTo>
                <a:lnTo>
                  <a:pt x="581025" y="1028700"/>
                </a:lnTo>
                <a:lnTo>
                  <a:pt x="581025" y="1047750"/>
                </a:lnTo>
                <a:lnTo>
                  <a:pt x="571500" y="1047750"/>
                </a:lnTo>
                <a:lnTo>
                  <a:pt x="571500" y="1057275"/>
                </a:lnTo>
                <a:lnTo>
                  <a:pt x="561975" y="1057275"/>
                </a:lnTo>
                <a:lnTo>
                  <a:pt x="561975" y="1038225"/>
                </a:lnTo>
                <a:lnTo>
                  <a:pt x="571500" y="1038225"/>
                </a:lnTo>
                <a:close/>
                <a:moveTo>
                  <a:pt x="647700" y="1028700"/>
                </a:moveTo>
                <a:lnTo>
                  <a:pt x="657225" y="1028700"/>
                </a:lnTo>
                <a:lnTo>
                  <a:pt x="657225" y="1038225"/>
                </a:lnTo>
                <a:lnTo>
                  <a:pt x="647700" y="1038225"/>
                </a:lnTo>
                <a:close/>
                <a:moveTo>
                  <a:pt x="704850" y="1028700"/>
                </a:moveTo>
                <a:lnTo>
                  <a:pt x="733425" y="1028700"/>
                </a:lnTo>
                <a:lnTo>
                  <a:pt x="733425" y="1038225"/>
                </a:lnTo>
                <a:lnTo>
                  <a:pt x="704850" y="1038225"/>
                </a:lnTo>
                <a:close/>
                <a:moveTo>
                  <a:pt x="1028700" y="1028700"/>
                </a:moveTo>
                <a:lnTo>
                  <a:pt x="1038225" y="1028700"/>
                </a:lnTo>
                <a:lnTo>
                  <a:pt x="1038225" y="1038225"/>
                </a:lnTo>
                <a:lnTo>
                  <a:pt x="1028700" y="1038225"/>
                </a:lnTo>
                <a:close/>
                <a:moveTo>
                  <a:pt x="1123950" y="1028700"/>
                </a:moveTo>
                <a:lnTo>
                  <a:pt x="1133475" y="1028700"/>
                </a:lnTo>
                <a:lnTo>
                  <a:pt x="1133475" y="1038225"/>
                </a:lnTo>
                <a:lnTo>
                  <a:pt x="1123950" y="1038225"/>
                </a:lnTo>
                <a:close/>
                <a:moveTo>
                  <a:pt x="1152525" y="1028700"/>
                </a:moveTo>
                <a:lnTo>
                  <a:pt x="1171575" y="1028700"/>
                </a:lnTo>
                <a:lnTo>
                  <a:pt x="1171575" y="1038225"/>
                </a:lnTo>
                <a:lnTo>
                  <a:pt x="1152525" y="1038225"/>
                </a:lnTo>
                <a:close/>
                <a:moveTo>
                  <a:pt x="257175" y="1038225"/>
                </a:moveTo>
                <a:lnTo>
                  <a:pt x="266700" y="1038225"/>
                </a:lnTo>
                <a:lnTo>
                  <a:pt x="266700" y="1047750"/>
                </a:lnTo>
                <a:lnTo>
                  <a:pt x="257175" y="1047750"/>
                </a:lnTo>
                <a:close/>
                <a:moveTo>
                  <a:pt x="533400" y="1038225"/>
                </a:moveTo>
                <a:lnTo>
                  <a:pt x="542925" y="1038225"/>
                </a:lnTo>
                <a:lnTo>
                  <a:pt x="542925" y="1047750"/>
                </a:lnTo>
                <a:lnTo>
                  <a:pt x="533400" y="1047750"/>
                </a:lnTo>
                <a:close/>
                <a:moveTo>
                  <a:pt x="742950" y="1038225"/>
                </a:moveTo>
                <a:lnTo>
                  <a:pt x="752475" y="1038225"/>
                </a:lnTo>
                <a:lnTo>
                  <a:pt x="752475" y="1047750"/>
                </a:lnTo>
                <a:lnTo>
                  <a:pt x="742950" y="1047750"/>
                </a:lnTo>
                <a:close/>
                <a:moveTo>
                  <a:pt x="952500" y="1038225"/>
                </a:moveTo>
                <a:lnTo>
                  <a:pt x="971550" y="1038225"/>
                </a:lnTo>
                <a:lnTo>
                  <a:pt x="971550" y="1047750"/>
                </a:lnTo>
                <a:lnTo>
                  <a:pt x="1009650" y="1047750"/>
                </a:lnTo>
                <a:lnTo>
                  <a:pt x="1009650" y="1038225"/>
                </a:lnTo>
                <a:lnTo>
                  <a:pt x="1019175" y="1038225"/>
                </a:lnTo>
                <a:lnTo>
                  <a:pt x="1019175" y="1047750"/>
                </a:lnTo>
                <a:lnTo>
                  <a:pt x="1009650" y="1047750"/>
                </a:lnTo>
                <a:lnTo>
                  <a:pt x="1009650" y="1057275"/>
                </a:lnTo>
                <a:lnTo>
                  <a:pt x="1000125" y="1057275"/>
                </a:lnTo>
                <a:lnTo>
                  <a:pt x="1000125" y="1066800"/>
                </a:lnTo>
                <a:lnTo>
                  <a:pt x="990600" y="1066800"/>
                </a:lnTo>
                <a:lnTo>
                  <a:pt x="990600" y="1076325"/>
                </a:lnTo>
                <a:lnTo>
                  <a:pt x="962025" y="1076325"/>
                </a:lnTo>
                <a:lnTo>
                  <a:pt x="962025" y="1066800"/>
                </a:lnTo>
                <a:lnTo>
                  <a:pt x="952500" y="1066800"/>
                </a:lnTo>
                <a:close/>
                <a:moveTo>
                  <a:pt x="1143000" y="1038225"/>
                </a:moveTo>
                <a:lnTo>
                  <a:pt x="1152525" y="1038225"/>
                </a:lnTo>
                <a:lnTo>
                  <a:pt x="1152525" y="1047750"/>
                </a:lnTo>
                <a:lnTo>
                  <a:pt x="1143000" y="1047750"/>
                </a:lnTo>
                <a:close/>
                <a:moveTo>
                  <a:pt x="276225" y="1047750"/>
                </a:moveTo>
                <a:lnTo>
                  <a:pt x="285750" y="1047750"/>
                </a:lnTo>
                <a:lnTo>
                  <a:pt x="285750" y="1066800"/>
                </a:lnTo>
                <a:lnTo>
                  <a:pt x="276225" y="1066800"/>
                </a:lnTo>
                <a:lnTo>
                  <a:pt x="276225" y="1076325"/>
                </a:lnTo>
                <a:lnTo>
                  <a:pt x="266700" y="1076325"/>
                </a:lnTo>
                <a:lnTo>
                  <a:pt x="266700" y="1057275"/>
                </a:lnTo>
                <a:lnTo>
                  <a:pt x="276225" y="1057275"/>
                </a:lnTo>
                <a:close/>
                <a:moveTo>
                  <a:pt x="895350" y="1047750"/>
                </a:moveTo>
                <a:lnTo>
                  <a:pt x="904875" y="1047750"/>
                </a:lnTo>
                <a:lnTo>
                  <a:pt x="904875" y="1066800"/>
                </a:lnTo>
                <a:lnTo>
                  <a:pt x="895350" y="1066800"/>
                </a:lnTo>
                <a:close/>
                <a:moveTo>
                  <a:pt x="1133475" y="1047750"/>
                </a:moveTo>
                <a:lnTo>
                  <a:pt x="1143000" y="1047750"/>
                </a:lnTo>
                <a:lnTo>
                  <a:pt x="1143000" y="1057275"/>
                </a:lnTo>
                <a:lnTo>
                  <a:pt x="1133475" y="1057275"/>
                </a:lnTo>
                <a:close/>
                <a:moveTo>
                  <a:pt x="1657350" y="1047750"/>
                </a:moveTo>
                <a:lnTo>
                  <a:pt x="1666875" y="1047750"/>
                </a:lnTo>
                <a:lnTo>
                  <a:pt x="1666875" y="1066800"/>
                </a:lnTo>
                <a:lnTo>
                  <a:pt x="1657350" y="1066800"/>
                </a:lnTo>
                <a:close/>
                <a:moveTo>
                  <a:pt x="1743075" y="1047750"/>
                </a:moveTo>
                <a:lnTo>
                  <a:pt x="1771650" y="1047750"/>
                </a:lnTo>
                <a:lnTo>
                  <a:pt x="1771650" y="1057275"/>
                </a:lnTo>
                <a:lnTo>
                  <a:pt x="1752600" y="1057275"/>
                </a:lnTo>
                <a:lnTo>
                  <a:pt x="1752600" y="1066800"/>
                </a:lnTo>
                <a:lnTo>
                  <a:pt x="1743075" y="1066800"/>
                </a:lnTo>
                <a:close/>
                <a:moveTo>
                  <a:pt x="1485900" y="1057275"/>
                </a:moveTo>
                <a:lnTo>
                  <a:pt x="1495425" y="1057275"/>
                </a:lnTo>
                <a:lnTo>
                  <a:pt x="1495425" y="1076325"/>
                </a:lnTo>
                <a:lnTo>
                  <a:pt x="1485900" y="1076325"/>
                </a:lnTo>
                <a:lnTo>
                  <a:pt x="1485900" y="1085850"/>
                </a:lnTo>
                <a:lnTo>
                  <a:pt x="1476375" y="1085850"/>
                </a:lnTo>
                <a:lnTo>
                  <a:pt x="1476375" y="1066800"/>
                </a:lnTo>
                <a:lnTo>
                  <a:pt x="1485900" y="1066800"/>
                </a:lnTo>
                <a:close/>
                <a:moveTo>
                  <a:pt x="1543050" y="1057275"/>
                </a:moveTo>
                <a:lnTo>
                  <a:pt x="1552575" y="1057275"/>
                </a:lnTo>
                <a:lnTo>
                  <a:pt x="1552575" y="1066800"/>
                </a:lnTo>
                <a:lnTo>
                  <a:pt x="1543050" y="1066800"/>
                </a:lnTo>
                <a:close/>
                <a:moveTo>
                  <a:pt x="1771650" y="1057275"/>
                </a:moveTo>
                <a:lnTo>
                  <a:pt x="1781175" y="1057275"/>
                </a:lnTo>
                <a:lnTo>
                  <a:pt x="1781175" y="1066800"/>
                </a:lnTo>
                <a:lnTo>
                  <a:pt x="1771650" y="1066800"/>
                </a:lnTo>
                <a:close/>
                <a:moveTo>
                  <a:pt x="495300" y="1066800"/>
                </a:moveTo>
                <a:lnTo>
                  <a:pt x="504825" y="1066800"/>
                </a:lnTo>
                <a:lnTo>
                  <a:pt x="504825" y="1076325"/>
                </a:lnTo>
                <a:lnTo>
                  <a:pt x="495300" y="1076325"/>
                </a:lnTo>
                <a:close/>
                <a:moveTo>
                  <a:pt x="971550" y="1066800"/>
                </a:moveTo>
                <a:lnTo>
                  <a:pt x="981075" y="1066800"/>
                </a:lnTo>
                <a:lnTo>
                  <a:pt x="981075" y="1057275"/>
                </a:lnTo>
                <a:lnTo>
                  <a:pt x="971550" y="1057275"/>
                </a:lnTo>
                <a:close/>
                <a:moveTo>
                  <a:pt x="1047750" y="1066800"/>
                </a:moveTo>
                <a:lnTo>
                  <a:pt x="1066800" y="1066800"/>
                </a:lnTo>
                <a:lnTo>
                  <a:pt x="1066800" y="1076325"/>
                </a:lnTo>
                <a:lnTo>
                  <a:pt x="1076325" y="1076325"/>
                </a:lnTo>
                <a:lnTo>
                  <a:pt x="1076325" y="1095375"/>
                </a:lnTo>
                <a:lnTo>
                  <a:pt x="1066800" y="1095375"/>
                </a:lnTo>
                <a:lnTo>
                  <a:pt x="1066800" y="1104900"/>
                </a:lnTo>
                <a:lnTo>
                  <a:pt x="1057275" y="1104900"/>
                </a:lnTo>
                <a:lnTo>
                  <a:pt x="1057275" y="1085850"/>
                </a:lnTo>
                <a:lnTo>
                  <a:pt x="1047750" y="1085850"/>
                </a:lnTo>
                <a:close/>
                <a:moveTo>
                  <a:pt x="1190625" y="1066800"/>
                </a:moveTo>
                <a:lnTo>
                  <a:pt x="1209675" y="1066800"/>
                </a:lnTo>
                <a:lnTo>
                  <a:pt x="1209675" y="1085850"/>
                </a:lnTo>
                <a:lnTo>
                  <a:pt x="1200150" y="1085850"/>
                </a:lnTo>
                <a:lnTo>
                  <a:pt x="1200150" y="1076325"/>
                </a:lnTo>
                <a:lnTo>
                  <a:pt x="1190625" y="1076325"/>
                </a:lnTo>
                <a:close/>
                <a:moveTo>
                  <a:pt x="1219200" y="1066800"/>
                </a:moveTo>
                <a:lnTo>
                  <a:pt x="1228725" y="1066800"/>
                </a:lnTo>
                <a:lnTo>
                  <a:pt x="1228725" y="1076325"/>
                </a:lnTo>
                <a:lnTo>
                  <a:pt x="1219200" y="1076325"/>
                </a:lnTo>
                <a:close/>
                <a:moveTo>
                  <a:pt x="466725" y="1076325"/>
                </a:moveTo>
                <a:lnTo>
                  <a:pt x="476250" y="1076325"/>
                </a:lnTo>
                <a:lnTo>
                  <a:pt x="476250" y="1085850"/>
                </a:lnTo>
                <a:lnTo>
                  <a:pt x="466725" y="1085850"/>
                </a:lnTo>
                <a:close/>
                <a:moveTo>
                  <a:pt x="1171575" y="1076325"/>
                </a:moveTo>
                <a:lnTo>
                  <a:pt x="1181100" y="1076325"/>
                </a:lnTo>
                <a:lnTo>
                  <a:pt x="1181100" y="1095375"/>
                </a:lnTo>
                <a:lnTo>
                  <a:pt x="1171575" y="1095375"/>
                </a:lnTo>
                <a:close/>
                <a:moveTo>
                  <a:pt x="1495425" y="1076325"/>
                </a:moveTo>
                <a:lnTo>
                  <a:pt x="1504950" y="1076325"/>
                </a:lnTo>
                <a:lnTo>
                  <a:pt x="1504950" y="1085850"/>
                </a:lnTo>
                <a:lnTo>
                  <a:pt x="1514475" y="1085850"/>
                </a:lnTo>
                <a:lnTo>
                  <a:pt x="1514475" y="1104900"/>
                </a:lnTo>
                <a:lnTo>
                  <a:pt x="1504950" y="1104900"/>
                </a:lnTo>
                <a:lnTo>
                  <a:pt x="1504950" y="1095375"/>
                </a:lnTo>
                <a:lnTo>
                  <a:pt x="1495425" y="1095375"/>
                </a:lnTo>
                <a:lnTo>
                  <a:pt x="1495425" y="1104900"/>
                </a:lnTo>
                <a:lnTo>
                  <a:pt x="1485900" y="1104900"/>
                </a:lnTo>
                <a:lnTo>
                  <a:pt x="1485900" y="1085850"/>
                </a:lnTo>
                <a:lnTo>
                  <a:pt x="1495425" y="1085850"/>
                </a:lnTo>
                <a:close/>
                <a:moveTo>
                  <a:pt x="1752600" y="1076325"/>
                </a:moveTo>
                <a:lnTo>
                  <a:pt x="1762125" y="1076325"/>
                </a:lnTo>
                <a:lnTo>
                  <a:pt x="1762125" y="1085850"/>
                </a:lnTo>
                <a:lnTo>
                  <a:pt x="1781175" y="1085850"/>
                </a:lnTo>
                <a:lnTo>
                  <a:pt x="1781175" y="1076325"/>
                </a:lnTo>
                <a:lnTo>
                  <a:pt x="1790700" y="1076325"/>
                </a:lnTo>
                <a:lnTo>
                  <a:pt x="1790700" y="1104900"/>
                </a:lnTo>
                <a:lnTo>
                  <a:pt x="1800225" y="1104900"/>
                </a:lnTo>
                <a:lnTo>
                  <a:pt x="1800225" y="1123950"/>
                </a:lnTo>
                <a:lnTo>
                  <a:pt x="1790700" y="1123950"/>
                </a:lnTo>
                <a:lnTo>
                  <a:pt x="1790700" y="1133475"/>
                </a:lnTo>
                <a:lnTo>
                  <a:pt x="1771650" y="1133475"/>
                </a:lnTo>
                <a:lnTo>
                  <a:pt x="1771650" y="1104900"/>
                </a:lnTo>
                <a:lnTo>
                  <a:pt x="1762125" y="1104900"/>
                </a:lnTo>
                <a:lnTo>
                  <a:pt x="1762125" y="1133475"/>
                </a:lnTo>
                <a:lnTo>
                  <a:pt x="1743075" y="1133475"/>
                </a:lnTo>
                <a:lnTo>
                  <a:pt x="1743075" y="1123950"/>
                </a:lnTo>
                <a:lnTo>
                  <a:pt x="1752600" y="1123950"/>
                </a:lnTo>
                <a:lnTo>
                  <a:pt x="1752600" y="1095375"/>
                </a:lnTo>
                <a:lnTo>
                  <a:pt x="1743075" y="1095375"/>
                </a:lnTo>
                <a:lnTo>
                  <a:pt x="1743075" y="1085850"/>
                </a:lnTo>
                <a:lnTo>
                  <a:pt x="1752600" y="1085850"/>
                </a:lnTo>
                <a:close/>
                <a:moveTo>
                  <a:pt x="390525" y="1085850"/>
                </a:moveTo>
                <a:lnTo>
                  <a:pt x="400050" y="1085850"/>
                </a:lnTo>
                <a:lnTo>
                  <a:pt x="400050" y="1095375"/>
                </a:lnTo>
                <a:lnTo>
                  <a:pt x="390525" y="1095375"/>
                </a:lnTo>
                <a:close/>
                <a:moveTo>
                  <a:pt x="438150" y="1085850"/>
                </a:moveTo>
                <a:lnTo>
                  <a:pt x="447675" y="1085850"/>
                </a:lnTo>
                <a:lnTo>
                  <a:pt x="447675" y="1095375"/>
                </a:lnTo>
                <a:lnTo>
                  <a:pt x="438150" y="1095375"/>
                </a:lnTo>
                <a:close/>
                <a:moveTo>
                  <a:pt x="904875" y="1085850"/>
                </a:moveTo>
                <a:lnTo>
                  <a:pt x="914400" y="1085850"/>
                </a:lnTo>
                <a:lnTo>
                  <a:pt x="914400" y="1095375"/>
                </a:lnTo>
                <a:lnTo>
                  <a:pt x="904875" y="1095375"/>
                </a:lnTo>
                <a:close/>
                <a:moveTo>
                  <a:pt x="1038225" y="1085850"/>
                </a:moveTo>
                <a:lnTo>
                  <a:pt x="1047750" y="1085850"/>
                </a:lnTo>
                <a:lnTo>
                  <a:pt x="1047750" y="1095375"/>
                </a:lnTo>
                <a:lnTo>
                  <a:pt x="1038225" y="1095375"/>
                </a:lnTo>
                <a:close/>
                <a:moveTo>
                  <a:pt x="1190625" y="1085850"/>
                </a:moveTo>
                <a:lnTo>
                  <a:pt x="1200150" y="1085850"/>
                </a:lnTo>
                <a:lnTo>
                  <a:pt x="1200150" y="1095375"/>
                </a:lnTo>
                <a:lnTo>
                  <a:pt x="1190625" y="1095375"/>
                </a:lnTo>
                <a:close/>
                <a:moveTo>
                  <a:pt x="1238250" y="1085850"/>
                </a:moveTo>
                <a:lnTo>
                  <a:pt x="1257300" y="1085850"/>
                </a:lnTo>
                <a:lnTo>
                  <a:pt x="1257300" y="1095375"/>
                </a:lnTo>
                <a:lnTo>
                  <a:pt x="1238250" y="1095375"/>
                </a:lnTo>
                <a:close/>
                <a:moveTo>
                  <a:pt x="1676400" y="1085850"/>
                </a:moveTo>
                <a:lnTo>
                  <a:pt x="1685925" y="1085850"/>
                </a:lnTo>
                <a:lnTo>
                  <a:pt x="1685925" y="1114425"/>
                </a:lnTo>
                <a:lnTo>
                  <a:pt x="1676400" y="1114425"/>
                </a:lnTo>
                <a:close/>
                <a:moveTo>
                  <a:pt x="1962150" y="1085850"/>
                </a:moveTo>
                <a:lnTo>
                  <a:pt x="1971675" y="1085850"/>
                </a:lnTo>
                <a:lnTo>
                  <a:pt x="1971675" y="1104900"/>
                </a:lnTo>
                <a:lnTo>
                  <a:pt x="1962150" y="1104900"/>
                </a:lnTo>
                <a:close/>
                <a:moveTo>
                  <a:pt x="1009650" y="1095375"/>
                </a:moveTo>
                <a:lnTo>
                  <a:pt x="1038225" y="1095375"/>
                </a:lnTo>
                <a:lnTo>
                  <a:pt x="1038225" y="1104900"/>
                </a:lnTo>
                <a:lnTo>
                  <a:pt x="1009650" y="1104900"/>
                </a:lnTo>
                <a:close/>
                <a:moveTo>
                  <a:pt x="1181100" y="1095375"/>
                </a:moveTo>
                <a:lnTo>
                  <a:pt x="1190625" y="1095375"/>
                </a:lnTo>
                <a:lnTo>
                  <a:pt x="1190625" y="1104900"/>
                </a:lnTo>
                <a:lnTo>
                  <a:pt x="1181100" y="1104900"/>
                </a:lnTo>
                <a:close/>
                <a:moveTo>
                  <a:pt x="342900" y="1104900"/>
                </a:moveTo>
                <a:lnTo>
                  <a:pt x="352425" y="1104900"/>
                </a:lnTo>
                <a:lnTo>
                  <a:pt x="352425" y="1114425"/>
                </a:lnTo>
                <a:lnTo>
                  <a:pt x="342900" y="1114425"/>
                </a:lnTo>
                <a:close/>
                <a:moveTo>
                  <a:pt x="390525" y="1104900"/>
                </a:moveTo>
                <a:lnTo>
                  <a:pt x="400050" y="1104900"/>
                </a:lnTo>
                <a:lnTo>
                  <a:pt x="400050" y="1114425"/>
                </a:lnTo>
                <a:lnTo>
                  <a:pt x="390525" y="1114425"/>
                </a:lnTo>
                <a:close/>
                <a:moveTo>
                  <a:pt x="828675" y="1104900"/>
                </a:moveTo>
                <a:lnTo>
                  <a:pt x="838200" y="1104900"/>
                </a:lnTo>
                <a:lnTo>
                  <a:pt x="838200" y="1114425"/>
                </a:lnTo>
                <a:lnTo>
                  <a:pt x="828675" y="1114425"/>
                </a:lnTo>
                <a:close/>
                <a:moveTo>
                  <a:pt x="990600" y="1104900"/>
                </a:moveTo>
                <a:lnTo>
                  <a:pt x="1000125" y="1104900"/>
                </a:lnTo>
                <a:lnTo>
                  <a:pt x="1000125" y="1114425"/>
                </a:lnTo>
                <a:lnTo>
                  <a:pt x="990600" y="1114425"/>
                </a:lnTo>
                <a:close/>
                <a:moveTo>
                  <a:pt x="1514475" y="1104900"/>
                </a:moveTo>
                <a:lnTo>
                  <a:pt x="1524000" y="1104900"/>
                </a:lnTo>
                <a:lnTo>
                  <a:pt x="1524000" y="1123950"/>
                </a:lnTo>
                <a:lnTo>
                  <a:pt x="1514475" y="1123950"/>
                </a:lnTo>
                <a:close/>
                <a:moveTo>
                  <a:pt x="1562100" y="1104900"/>
                </a:moveTo>
                <a:lnTo>
                  <a:pt x="1571625" y="1104900"/>
                </a:lnTo>
                <a:lnTo>
                  <a:pt x="1571625" y="1114425"/>
                </a:lnTo>
                <a:lnTo>
                  <a:pt x="1562100" y="1114425"/>
                </a:lnTo>
                <a:close/>
                <a:moveTo>
                  <a:pt x="323850" y="1114425"/>
                </a:moveTo>
                <a:lnTo>
                  <a:pt x="342900" y="1114425"/>
                </a:lnTo>
                <a:lnTo>
                  <a:pt x="342900" y="1123950"/>
                </a:lnTo>
                <a:lnTo>
                  <a:pt x="352425" y="1123950"/>
                </a:lnTo>
                <a:lnTo>
                  <a:pt x="352425" y="1133475"/>
                </a:lnTo>
                <a:lnTo>
                  <a:pt x="333375" y="1133475"/>
                </a:lnTo>
                <a:lnTo>
                  <a:pt x="333375" y="1123950"/>
                </a:lnTo>
                <a:lnTo>
                  <a:pt x="323850" y="1123950"/>
                </a:lnTo>
                <a:close/>
                <a:moveTo>
                  <a:pt x="752475" y="1114425"/>
                </a:moveTo>
                <a:lnTo>
                  <a:pt x="771525" y="1114425"/>
                </a:lnTo>
                <a:lnTo>
                  <a:pt x="771525" y="1123950"/>
                </a:lnTo>
                <a:lnTo>
                  <a:pt x="752475" y="1123950"/>
                </a:lnTo>
                <a:close/>
                <a:moveTo>
                  <a:pt x="800100" y="1114425"/>
                </a:moveTo>
                <a:lnTo>
                  <a:pt x="809625" y="1114425"/>
                </a:lnTo>
                <a:lnTo>
                  <a:pt x="809625" y="1133475"/>
                </a:lnTo>
                <a:lnTo>
                  <a:pt x="800100" y="1133475"/>
                </a:lnTo>
                <a:close/>
                <a:moveTo>
                  <a:pt x="914400" y="1114425"/>
                </a:moveTo>
                <a:lnTo>
                  <a:pt x="923925" y="1114425"/>
                </a:lnTo>
                <a:lnTo>
                  <a:pt x="923925" y="1123950"/>
                </a:lnTo>
                <a:lnTo>
                  <a:pt x="914400" y="1123950"/>
                </a:lnTo>
                <a:close/>
                <a:moveTo>
                  <a:pt x="1123950" y="1114425"/>
                </a:moveTo>
                <a:lnTo>
                  <a:pt x="1133475" y="1114425"/>
                </a:lnTo>
                <a:lnTo>
                  <a:pt x="1133475" y="1133475"/>
                </a:lnTo>
                <a:lnTo>
                  <a:pt x="1123950" y="1133475"/>
                </a:lnTo>
                <a:close/>
                <a:moveTo>
                  <a:pt x="1724025" y="1114425"/>
                </a:moveTo>
                <a:lnTo>
                  <a:pt x="1733550" y="1114425"/>
                </a:lnTo>
                <a:lnTo>
                  <a:pt x="1733550" y="1123950"/>
                </a:lnTo>
                <a:lnTo>
                  <a:pt x="1724025" y="1123950"/>
                </a:lnTo>
                <a:close/>
                <a:moveTo>
                  <a:pt x="733425" y="1123950"/>
                </a:moveTo>
                <a:lnTo>
                  <a:pt x="752475" y="1123950"/>
                </a:lnTo>
                <a:lnTo>
                  <a:pt x="752475" y="1143000"/>
                </a:lnTo>
                <a:lnTo>
                  <a:pt x="742950" y="1143000"/>
                </a:lnTo>
                <a:lnTo>
                  <a:pt x="742950" y="1133475"/>
                </a:lnTo>
                <a:lnTo>
                  <a:pt x="733425" y="1133475"/>
                </a:lnTo>
                <a:close/>
                <a:moveTo>
                  <a:pt x="1009650" y="1123950"/>
                </a:moveTo>
                <a:lnTo>
                  <a:pt x="1028700" y="1123950"/>
                </a:lnTo>
                <a:lnTo>
                  <a:pt x="1028700" y="1133475"/>
                </a:lnTo>
                <a:lnTo>
                  <a:pt x="1009650" y="1133475"/>
                </a:lnTo>
                <a:close/>
                <a:moveTo>
                  <a:pt x="1104900" y="1123950"/>
                </a:moveTo>
                <a:lnTo>
                  <a:pt x="1114425" y="1123950"/>
                </a:lnTo>
                <a:lnTo>
                  <a:pt x="1114425" y="1133475"/>
                </a:lnTo>
                <a:lnTo>
                  <a:pt x="1123950" y="1133475"/>
                </a:lnTo>
                <a:lnTo>
                  <a:pt x="1123950" y="1143000"/>
                </a:lnTo>
                <a:lnTo>
                  <a:pt x="1104900" y="1143000"/>
                </a:lnTo>
                <a:lnTo>
                  <a:pt x="1104900" y="1152525"/>
                </a:lnTo>
                <a:lnTo>
                  <a:pt x="1095375" y="1152525"/>
                </a:lnTo>
                <a:lnTo>
                  <a:pt x="1095375" y="1143000"/>
                </a:lnTo>
                <a:lnTo>
                  <a:pt x="1085850" y="1143000"/>
                </a:lnTo>
                <a:lnTo>
                  <a:pt x="1085850" y="1133475"/>
                </a:lnTo>
                <a:lnTo>
                  <a:pt x="1104900" y="1133475"/>
                </a:lnTo>
                <a:close/>
                <a:moveTo>
                  <a:pt x="1800225" y="1123950"/>
                </a:moveTo>
                <a:lnTo>
                  <a:pt x="1809750" y="1123950"/>
                </a:lnTo>
                <a:lnTo>
                  <a:pt x="1809750" y="1133475"/>
                </a:lnTo>
                <a:lnTo>
                  <a:pt x="1800225" y="1133475"/>
                </a:lnTo>
                <a:close/>
                <a:moveTo>
                  <a:pt x="685800" y="1133475"/>
                </a:moveTo>
                <a:lnTo>
                  <a:pt x="695325" y="1133475"/>
                </a:lnTo>
                <a:lnTo>
                  <a:pt x="695325" y="1143000"/>
                </a:lnTo>
                <a:lnTo>
                  <a:pt x="704850" y="1143000"/>
                </a:lnTo>
                <a:lnTo>
                  <a:pt x="704850" y="1152525"/>
                </a:lnTo>
                <a:lnTo>
                  <a:pt x="695325" y="1152525"/>
                </a:lnTo>
                <a:lnTo>
                  <a:pt x="695325" y="1162050"/>
                </a:lnTo>
                <a:lnTo>
                  <a:pt x="685800" y="1162050"/>
                </a:lnTo>
                <a:close/>
                <a:moveTo>
                  <a:pt x="762000" y="1133475"/>
                </a:moveTo>
                <a:lnTo>
                  <a:pt x="771525" y="1133475"/>
                </a:lnTo>
                <a:lnTo>
                  <a:pt x="771525" y="1143000"/>
                </a:lnTo>
                <a:lnTo>
                  <a:pt x="762000" y="1143000"/>
                </a:lnTo>
                <a:close/>
                <a:moveTo>
                  <a:pt x="981075" y="1133475"/>
                </a:moveTo>
                <a:lnTo>
                  <a:pt x="1009650" y="1133475"/>
                </a:lnTo>
                <a:lnTo>
                  <a:pt x="1009650" y="1143000"/>
                </a:lnTo>
                <a:lnTo>
                  <a:pt x="1000125" y="1143000"/>
                </a:lnTo>
                <a:lnTo>
                  <a:pt x="1000125" y="1152525"/>
                </a:lnTo>
                <a:lnTo>
                  <a:pt x="990600" y="1152525"/>
                </a:lnTo>
                <a:lnTo>
                  <a:pt x="990600" y="1143000"/>
                </a:lnTo>
                <a:lnTo>
                  <a:pt x="981075" y="1143000"/>
                </a:lnTo>
                <a:close/>
                <a:moveTo>
                  <a:pt x="1733550" y="1133475"/>
                </a:moveTo>
                <a:lnTo>
                  <a:pt x="1743075" y="1133475"/>
                </a:lnTo>
                <a:lnTo>
                  <a:pt x="1743075" y="1143000"/>
                </a:lnTo>
                <a:lnTo>
                  <a:pt x="1733550" y="1143000"/>
                </a:lnTo>
                <a:close/>
                <a:moveTo>
                  <a:pt x="1790700" y="1133475"/>
                </a:moveTo>
                <a:lnTo>
                  <a:pt x="1800225" y="1133475"/>
                </a:lnTo>
                <a:lnTo>
                  <a:pt x="1800225" y="1152525"/>
                </a:lnTo>
                <a:lnTo>
                  <a:pt x="1809750" y="1152525"/>
                </a:lnTo>
                <a:lnTo>
                  <a:pt x="1809750" y="1143000"/>
                </a:lnTo>
                <a:lnTo>
                  <a:pt x="1819275" y="1143000"/>
                </a:lnTo>
                <a:lnTo>
                  <a:pt x="1819275" y="1152525"/>
                </a:lnTo>
                <a:lnTo>
                  <a:pt x="1809750" y="1152525"/>
                </a:lnTo>
                <a:lnTo>
                  <a:pt x="1809750" y="1162050"/>
                </a:lnTo>
                <a:lnTo>
                  <a:pt x="1819275" y="1162050"/>
                </a:lnTo>
                <a:lnTo>
                  <a:pt x="1819275" y="1152525"/>
                </a:lnTo>
                <a:lnTo>
                  <a:pt x="1828800" y="1152525"/>
                </a:lnTo>
                <a:lnTo>
                  <a:pt x="1828800" y="1162050"/>
                </a:lnTo>
                <a:lnTo>
                  <a:pt x="1819275" y="1162050"/>
                </a:lnTo>
                <a:lnTo>
                  <a:pt x="1819275" y="1181100"/>
                </a:lnTo>
                <a:lnTo>
                  <a:pt x="1828800" y="1181100"/>
                </a:lnTo>
                <a:lnTo>
                  <a:pt x="1828800" y="1200150"/>
                </a:lnTo>
                <a:lnTo>
                  <a:pt x="1819275" y="1200150"/>
                </a:lnTo>
                <a:lnTo>
                  <a:pt x="1819275" y="1209675"/>
                </a:lnTo>
                <a:lnTo>
                  <a:pt x="1781175" y="1209675"/>
                </a:lnTo>
                <a:lnTo>
                  <a:pt x="1781175" y="1200150"/>
                </a:lnTo>
                <a:lnTo>
                  <a:pt x="1771650" y="1200150"/>
                </a:lnTo>
                <a:lnTo>
                  <a:pt x="1771650" y="1190625"/>
                </a:lnTo>
                <a:lnTo>
                  <a:pt x="1762125" y="1190625"/>
                </a:lnTo>
                <a:lnTo>
                  <a:pt x="1762125" y="1181100"/>
                </a:lnTo>
                <a:lnTo>
                  <a:pt x="1743075" y="1181100"/>
                </a:lnTo>
                <a:lnTo>
                  <a:pt x="1743075" y="1171575"/>
                </a:lnTo>
                <a:lnTo>
                  <a:pt x="1762125" y="1171575"/>
                </a:lnTo>
                <a:lnTo>
                  <a:pt x="1762125" y="1181100"/>
                </a:lnTo>
                <a:lnTo>
                  <a:pt x="1771650" y="1181100"/>
                </a:lnTo>
                <a:lnTo>
                  <a:pt x="1771650" y="1162050"/>
                </a:lnTo>
                <a:lnTo>
                  <a:pt x="1790700" y="1162050"/>
                </a:lnTo>
                <a:close/>
                <a:moveTo>
                  <a:pt x="266700" y="1143000"/>
                </a:moveTo>
                <a:lnTo>
                  <a:pt x="276225" y="1143000"/>
                </a:lnTo>
                <a:lnTo>
                  <a:pt x="276225" y="1152525"/>
                </a:lnTo>
                <a:lnTo>
                  <a:pt x="266700" y="1152525"/>
                </a:lnTo>
                <a:close/>
                <a:moveTo>
                  <a:pt x="904875" y="1143000"/>
                </a:moveTo>
                <a:lnTo>
                  <a:pt x="914400" y="1143000"/>
                </a:lnTo>
                <a:lnTo>
                  <a:pt x="914400" y="1152525"/>
                </a:lnTo>
                <a:lnTo>
                  <a:pt x="904875" y="1152525"/>
                </a:lnTo>
                <a:close/>
                <a:moveTo>
                  <a:pt x="923925" y="1143000"/>
                </a:moveTo>
                <a:lnTo>
                  <a:pt x="933450" y="1143000"/>
                </a:lnTo>
                <a:lnTo>
                  <a:pt x="933450" y="1152525"/>
                </a:lnTo>
                <a:lnTo>
                  <a:pt x="923925" y="1152525"/>
                </a:lnTo>
                <a:close/>
                <a:moveTo>
                  <a:pt x="1504950" y="1143000"/>
                </a:moveTo>
                <a:lnTo>
                  <a:pt x="1514475" y="1143000"/>
                </a:lnTo>
                <a:lnTo>
                  <a:pt x="1514475" y="1152525"/>
                </a:lnTo>
                <a:lnTo>
                  <a:pt x="1504950" y="1152525"/>
                </a:lnTo>
                <a:close/>
                <a:moveTo>
                  <a:pt x="285750" y="1152525"/>
                </a:moveTo>
                <a:lnTo>
                  <a:pt x="295275" y="1152525"/>
                </a:lnTo>
                <a:lnTo>
                  <a:pt x="295275" y="1162050"/>
                </a:lnTo>
                <a:lnTo>
                  <a:pt x="285750" y="1162050"/>
                </a:lnTo>
                <a:close/>
                <a:moveTo>
                  <a:pt x="1057275" y="1152525"/>
                </a:moveTo>
                <a:lnTo>
                  <a:pt x="1066800" y="1152525"/>
                </a:lnTo>
                <a:lnTo>
                  <a:pt x="1066800" y="1162050"/>
                </a:lnTo>
                <a:lnTo>
                  <a:pt x="1057275" y="1162050"/>
                </a:lnTo>
                <a:close/>
                <a:moveTo>
                  <a:pt x="1581150" y="1152525"/>
                </a:moveTo>
                <a:lnTo>
                  <a:pt x="1590675" y="1152525"/>
                </a:lnTo>
                <a:lnTo>
                  <a:pt x="1590675" y="1162050"/>
                </a:lnTo>
                <a:lnTo>
                  <a:pt x="1581150" y="1162050"/>
                </a:lnTo>
                <a:close/>
                <a:moveTo>
                  <a:pt x="133350" y="1162050"/>
                </a:moveTo>
                <a:lnTo>
                  <a:pt x="142875" y="1162050"/>
                </a:lnTo>
                <a:lnTo>
                  <a:pt x="142875" y="1190625"/>
                </a:lnTo>
                <a:lnTo>
                  <a:pt x="133350" y="1190625"/>
                </a:lnTo>
                <a:close/>
                <a:moveTo>
                  <a:pt x="628650" y="1162050"/>
                </a:moveTo>
                <a:lnTo>
                  <a:pt x="638175" y="1162050"/>
                </a:lnTo>
                <a:lnTo>
                  <a:pt x="638175" y="1171575"/>
                </a:lnTo>
                <a:lnTo>
                  <a:pt x="628650" y="1171575"/>
                </a:lnTo>
                <a:close/>
                <a:moveTo>
                  <a:pt x="647700" y="1162050"/>
                </a:moveTo>
                <a:lnTo>
                  <a:pt x="666750" y="1162050"/>
                </a:lnTo>
                <a:lnTo>
                  <a:pt x="666750" y="1171575"/>
                </a:lnTo>
                <a:lnTo>
                  <a:pt x="647700" y="1171575"/>
                </a:lnTo>
                <a:close/>
                <a:moveTo>
                  <a:pt x="1047750" y="1162050"/>
                </a:moveTo>
                <a:lnTo>
                  <a:pt x="1057275" y="1162050"/>
                </a:lnTo>
                <a:lnTo>
                  <a:pt x="1057275" y="1171575"/>
                </a:lnTo>
                <a:lnTo>
                  <a:pt x="1047750" y="1171575"/>
                </a:lnTo>
                <a:close/>
                <a:moveTo>
                  <a:pt x="1076325" y="1162050"/>
                </a:moveTo>
                <a:lnTo>
                  <a:pt x="1085850" y="1162050"/>
                </a:lnTo>
                <a:lnTo>
                  <a:pt x="1085850" y="1171575"/>
                </a:lnTo>
                <a:lnTo>
                  <a:pt x="1076325" y="1171575"/>
                </a:lnTo>
                <a:close/>
                <a:moveTo>
                  <a:pt x="1352550" y="1162050"/>
                </a:moveTo>
                <a:lnTo>
                  <a:pt x="1381125" y="1162050"/>
                </a:lnTo>
                <a:lnTo>
                  <a:pt x="1381125" y="1171575"/>
                </a:lnTo>
                <a:lnTo>
                  <a:pt x="1362075" y="1171575"/>
                </a:lnTo>
                <a:lnTo>
                  <a:pt x="1362075" y="1181100"/>
                </a:lnTo>
                <a:lnTo>
                  <a:pt x="1352550" y="1181100"/>
                </a:lnTo>
                <a:close/>
                <a:moveTo>
                  <a:pt x="1400175" y="1162050"/>
                </a:moveTo>
                <a:lnTo>
                  <a:pt x="1409700" y="1162050"/>
                </a:lnTo>
                <a:lnTo>
                  <a:pt x="1409700" y="1171575"/>
                </a:lnTo>
                <a:lnTo>
                  <a:pt x="1400175" y="1171575"/>
                </a:lnTo>
                <a:close/>
                <a:moveTo>
                  <a:pt x="1514475" y="1162050"/>
                </a:moveTo>
                <a:lnTo>
                  <a:pt x="1524000" y="1162050"/>
                </a:lnTo>
                <a:lnTo>
                  <a:pt x="1524000" y="1171575"/>
                </a:lnTo>
                <a:lnTo>
                  <a:pt x="1514475" y="1171575"/>
                </a:lnTo>
                <a:close/>
                <a:moveTo>
                  <a:pt x="1533525" y="1162050"/>
                </a:moveTo>
                <a:lnTo>
                  <a:pt x="1543050" y="1162050"/>
                </a:lnTo>
                <a:lnTo>
                  <a:pt x="1543050" y="1171575"/>
                </a:lnTo>
                <a:lnTo>
                  <a:pt x="1533525" y="1171575"/>
                </a:lnTo>
                <a:close/>
                <a:moveTo>
                  <a:pt x="533400" y="1171575"/>
                </a:moveTo>
                <a:lnTo>
                  <a:pt x="542925" y="1171575"/>
                </a:lnTo>
                <a:lnTo>
                  <a:pt x="542925" y="1181100"/>
                </a:lnTo>
                <a:lnTo>
                  <a:pt x="533400" y="1181100"/>
                </a:lnTo>
                <a:close/>
                <a:moveTo>
                  <a:pt x="800100" y="1171575"/>
                </a:moveTo>
                <a:lnTo>
                  <a:pt x="809625" y="1171575"/>
                </a:lnTo>
                <a:lnTo>
                  <a:pt x="809625" y="1181100"/>
                </a:lnTo>
                <a:lnTo>
                  <a:pt x="800100" y="1181100"/>
                </a:lnTo>
                <a:close/>
                <a:moveTo>
                  <a:pt x="838200" y="1171575"/>
                </a:moveTo>
                <a:lnTo>
                  <a:pt x="847725" y="1171575"/>
                </a:lnTo>
                <a:lnTo>
                  <a:pt x="847725" y="1190625"/>
                </a:lnTo>
                <a:lnTo>
                  <a:pt x="838200" y="1190625"/>
                </a:lnTo>
                <a:close/>
                <a:moveTo>
                  <a:pt x="933450" y="1171575"/>
                </a:moveTo>
                <a:lnTo>
                  <a:pt x="942975" y="1171575"/>
                </a:lnTo>
                <a:lnTo>
                  <a:pt x="942975" y="1181100"/>
                </a:lnTo>
                <a:lnTo>
                  <a:pt x="933450" y="1181100"/>
                </a:lnTo>
                <a:close/>
                <a:moveTo>
                  <a:pt x="1028700" y="1171575"/>
                </a:moveTo>
                <a:lnTo>
                  <a:pt x="1047750" y="1171575"/>
                </a:lnTo>
                <a:lnTo>
                  <a:pt x="1047750" y="1181100"/>
                </a:lnTo>
                <a:lnTo>
                  <a:pt x="1028700" y="1181100"/>
                </a:lnTo>
                <a:close/>
                <a:moveTo>
                  <a:pt x="1162050" y="1171575"/>
                </a:moveTo>
                <a:lnTo>
                  <a:pt x="1181100" y="1171575"/>
                </a:lnTo>
                <a:lnTo>
                  <a:pt x="1181100" y="1190625"/>
                </a:lnTo>
                <a:lnTo>
                  <a:pt x="1171575" y="1190625"/>
                </a:lnTo>
                <a:lnTo>
                  <a:pt x="1171575" y="1181100"/>
                </a:lnTo>
                <a:lnTo>
                  <a:pt x="1162050" y="1181100"/>
                </a:lnTo>
                <a:close/>
                <a:moveTo>
                  <a:pt x="1543050" y="1171575"/>
                </a:moveTo>
                <a:lnTo>
                  <a:pt x="1552575" y="1171575"/>
                </a:lnTo>
                <a:lnTo>
                  <a:pt x="1552575" y="1190625"/>
                </a:lnTo>
                <a:lnTo>
                  <a:pt x="1543050" y="1190625"/>
                </a:lnTo>
                <a:close/>
                <a:moveTo>
                  <a:pt x="1952625" y="1171575"/>
                </a:moveTo>
                <a:lnTo>
                  <a:pt x="1962150" y="1171575"/>
                </a:lnTo>
                <a:lnTo>
                  <a:pt x="1962150" y="1190625"/>
                </a:lnTo>
                <a:lnTo>
                  <a:pt x="1952625" y="1190625"/>
                </a:lnTo>
                <a:close/>
                <a:moveTo>
                  <a:pt x="762000" y="1181100"/>
                </a:moveTo>
                <a:lnTo>
                  <a:pt x="771525" y="1181100"/>
                </a:lnTo>
                <a:lnTo>
                  <a:pt x="771525" y="1190625"/>
                </a:lnTo>
                <a:lnTo>
                  <a:pt x="762000" y="1190625"/>
                </a:lnTo>
                <a:close/>
                <a:moveTo>
                  <a:pt x="1047750" y="1181100"/>
                </a:moveTo>
                <a:lnTo>
                  <a:pt x="1057275" y="1181100"/>
                </a:lnTo>
                <a:lnTo>
                  <a:pt x="1057275" y="1190625"/>
                </a:lnTo>
                <a:lnTo>
                  <a:pt x="1047750" y="1190625"/>
                </a:lnTo>
                <a:close/>
                <a:moveTo>
                  <a:pt x="1143000" y="1181100"/>
                </a:moveTo>
                <a:lnTo>
                  <a:pt x="1162050" y="1181100"/>
                </a:lnTo>
                <a:lnTo>
                  <a:pt x="1162050" y="1190625"/>
                </a:lnTo>
                <a:lnTo>
                  <a:pt x="1143000" y="1190625"/>
                </a:lnTo>
                <a:close/>
                <a:moveTo>
                  <a:pt x="1381125" y="1181100"/>
                </a:moveTo>
                <a:lnTo>
                  <a:pt x="1390650" y="1181100"/>
                </a:lnTo>
                <a:lnTo>
                  <a:pt x="1390650" y="1190625"/>
                </a:lnTo>
                <a:lnTo>
                  <a:pt x="1381125" y="1190625"/>
                </a:lnTo>
                <a:close/>
                <a:moveTo>
                  <a:pt x="1724025" y="1181100"/>
                </a:moveTo>
                <a:lnTo>
                  <a:pt x="1733550" y="1181100"/>
                </a:lnTo>
                <a:lnTo>
                  <a:pt x="1733550" y="1190625"/>
                </a:lnTo>
                <a:lnTo>
                  <a:pt x="1724025" y="1190625"/>
                </a:lnTo>
                <a:close/>
                <a:moveTo>
                  <a:pt x="247650" y="1190625"/>
                </a:moveTo>
                <a:lnTo>
                  <a:pt x="257175" y="1190625"/>
                </a:lnTo>
                <a:lnTo>
                  <a:pt x="257175" y="1200150"/>
                </a:lnTo>
                <a:lnTo>
                  <a:pt x="247650" y="1200150"/>
                </a:lnTo>
                <a:close/>
                <a:moveTo>
                  <a:pt x="285750" y="1190625"/>
                </a:moveTo>
                <a:lnTo>
                  <a:pt x="295275" y="1190625"/>
                </a:lnTo>
                <a:lnTo>
                  <a:pt x="295275" y="1200150"/>
                </a:lnTo>
                <a:lnTo>
                  <a:pt x="285750" y="1200150"/>
                </a:lnTo>
                <a:close/>
                <a:moveTo>
                  <a:pt x="371475" y="1190625"/>
                </a:moveTo>
                <a:lnTo>
                  <a:pt x="400050" y="1190625"/>
                </a:lnTo>
                <a:lnTo>
                  <a:pt x="400050" y="1200150"/>
                </a:lnTo>
                <a:lnTo>
                  <a:pt x="381000" y="1200150"/>
                </a:lnTo>
                <a:lnTo>
                  <a:pt x="381000" y="1219200"/>
                </a:lnTo>
                <a:lnTo>
                  <a:pt x="400050" y="1219200"/>
                </a:lnTo>
                <a:lnTo>
                  <a:pt x="400050" y="1238250"/>
                </a:lnTo>
                <a:lnTo>
                  <a:pt x="428625" y="1238250"/>
                </a:lnTo>
                <a:lnTo>
                  <a:pt x="428625" y="1247775"/>
                </a:lnTo>
                <a:lnTo>
                  <a:pt x="409575" y="1247775"/>
                </a:lnTo>
                <a:lnTo>
                  <a:pt x="409575" y="1257300"/>
                </a:lnTo>
                <a:lnTo>
                  <a:pt x="371475" y="1257300"/>
                </a:lnTo>
                <a:close/>
                <a:moveTo>
                  <a:pt x="419100" y="1190625"/>
                </a:moveTo>
                <a:lnTo>
                  <a:pt x="438150" y="1190625"/>
                </a:lnTo>
                <a:lnTo>
                  <a:pt x="438150" y="1200150"/>
                </a:lnTo>
                <a:lnTo>
                  <a:pt x="419100" y="1200150"/>
                </a:lnTo>
                <a:close/>
                <a:moveTo>
                  <a:pt x="485775" y="1190625"/>
                </a:moveTo>
                <a:lnTo>
                  <a:pt x="504825" y="1190625"/>
                </a:lnTo>
                <a:lnTo>
                  <a:pt x="504825" y="1200150"/>
                </a:lnTo>
                <a:lnTo>
                  <a:pt x="485775" y="1200150"/>
                </a:lnTo>
                <a:close/>
                <a:moveTo>
                  <a:pt x="552450" y="1190625"/>
                </a:moveTo>
                <a:lnTo>
                  <a:pt x="561975" y="1190625"/>
                </a:lnTo>
                <a:lnTo>
                  <a:pt x="561975" y="1200150"/>
                </a:lnTo>
                <a:lnTo>
                  <a:pt x="552450" y="1200150"/>
                </a:lnTo>
                <a:close/>
                <a:moveTo>
                  <a:pt x="752475" y="1190625"/>
                </a:moveTo>
                <a:lnTo>
                  <a:pt x="762000" y="1190625"/>
                </a:lnTo>
                <a:lnTo>
                  <a:pt x="762000" y="1200150"/>
                </a:lnTo>
                <a:lnTo>
                  <a:pt x="752475" y="1200150"/>
                </a:lnTo>
                <a:close/>
                <a:moveTo>
                  <a:pt x="1104900" y="1190625"/>
                </a:moveTo>
                <a:lnTo>
                  <a:pt x="1123950" y="1190625"/>
                </a:lnTo>
                <a:lnTo>
                  <a:pt x="1123950" y="1200150"/>
                </a:lnTo>
                <a:lnTo>
                  <a:pt x="1104900" y="1200150"/>
                </a:lnTo>
                <a:close/>
                <a:moveTo>
                  <a:pt x="1133475" y="1190625"/>
                </a:moveTo>
                <a:lnTo>
                  <a:pt x="1143000" y="1190625"/>
                </a:lnTo>
                <a:lnTo>
                  <a:pt x="1143000" y="1200150"/>
                </a:lnTo>
                <a:lnTo>
                  <a:pt x="1133475" y="1200150"/>
                </a:lnTo>
                <a:close/>
                <a:moveTo>
                  <a:pt x="1371600" y="1190625"/>
                </a:moveTo>
                <a:lnTo>
                  <a:pt x="1381125" y="1190625"/>
                </a:lnTo>
                <a:lnTo>
                  <a:pt x="1381125" y="1200150"/>
                </a:lnTo>
                <a:lnTo>
                  <a:pt x="1371600" y="1200150"/>
                </a:lnTo>
                <a:close/>
                <a:moveTo>
                  <a:pt x="1552575" y="1190625"/>
                </a:moveTo>
                <a:lnTo>
                  <a:pt x="1562100" y="1190625"/>
                </a:lnTo>
                <a:lnTo>
                  <a:pt x="1562100" y="1200150"/>
                </a:lnTo>
                <a:lnTo>
                  <a:pt x="1571625" y="1200150"/>
                </a:lnTo>
                <a:lnTo>
                  <a:pt x="1571625" y="1238250"/>
                </a:lnTo>
                <a:lnTo>
                  <a:pt x="1562100" y="1238250"/>
                </a:lnTo>
                <a:lnTo>
                  <a:pt x="1562100" y="1209675"/>
                </a:lnTo>
                <a:lnTo>
                  <a:pt x="1552575" y="1209675"/>
                </a:lnTo>
                <a:close/>
                <a:moveTo>
                  <a:pt x="1847850" y="1190625"/>
                </a:moveTo>
                <a:lnTo>
                  <a:pt x="1857375" y="1190625"/>
                </a:lnTo>
                <a:lnTo>
                  <a:pt x="1857375" y="1200150"/>
                </a:lnTo>
                <a:lnTo>
                  <a:pt x="1847850" y="1200150"/>
                </a:lnTo>
                <a:close/>
                <a:moveTo>
                  <a:pt x="409575" y="1200150"/>
                </a:moveTo>
                <a:lnTo>
                  <a:pt x="419100" y="1200150"/>
                </a:lnTo>
                <a:lnTo>
                  <a:pt x="419100" y="1209675"/>
                </a:lnTo>
                <a:lnTo>
                  <a:pt x="409575" y="1209675"/>
                </a:lnTo>
                <a:close/>
                <a:moveTo>
                  <a:pt x="523875" y="1200150"/>
                </a:moveTo>
                <a:lnTo>
                  <a:pt x="533400" y="1200150"/>
                </a:lnTo>
                <a:lnTo>
                  <a:pt x="533400" y="1209675"/>
                </a:lnTo>
                <a:lnTo>
                  <a:pt x="523875" y="1209675"/>
                </a:lnTo>
                <a:close/>
                <a:moveTo>
                  <a:pt x="762000" y="1200150"/>
                </a:moveTo>
                <a:lnTo>
                  <a:pt x="790575" y="1200150"/>
                </a:lnTo>
                <a:lnTo>
                  <a:pt x="790575" y="1209675"/>
                </a:lnTo>
                <a:lnTo>
                  <a:pt x="762000" y="1209675"/>
                </a:lnTo>
                <a:close/>
                <a:moveTo>
                  <a:pt x="942975" y="1200150"/>
                </a:moveTo>
                <a:lnTo>
                  <a:pt x="952500" y="1200150"/>
                </a:lnTo>
                <a:lnTo>
                  <a:pt x="952500" y="1228725"/>
                </a:lnTo>
                <a:lnTo>
                  <a:pt x="962025" y="1228725"/>
                </a:lnTo>
                <a:lnTo>
                  <a:pt x="962025" y="1247775"/>
                </a:lnTo>
                <a:lnTo>
                  <a:pt x="952500" y="1247775"/>
                </a:lnTo>
                <a:lnTo>
                  <a:pt x="952500" y="1257300"/>
                </a:lnTo>
                <a:lnTo>
                  <a:pt x="942975" y="1257300"/>
                </a:lnTo>
                <a:lnTo>
                  <a:pt x="942975" y="1228725"/>
                </a:lnTo>
                <a:lnTo>
                  <a:pt x="933450" y="1228725"/>
                </a:lnTo>
                <a:lnTo>
                  <a:pt x="933450" y="1209675"/>
                </a:lnTo>
                <a:lnTo>
                  <a:pt x="942975" y="1209675"/>
                </a:lnTo>
                <a:close/>
                <a:moveTo>
                  <a:pt x="1352550" y="1200150"/>
                </a:moveTo>
                <a:lnTo>
                  <a:pt x="1362075" y="1200150"/>
                </a:lnTo>
                <a:lnTo>
                  <a:pt x="1362075" y="1209675"/>
                </a:lnTo>
                <a:lnTo>
                  <a:pt x="1352550" y="1209675"/>
                </a:lnTo>
                <a:close/>
                <a:moveTo>
                  <a:pt x="1762125" y="1200150"/>
                </a:moveTo>
                <a:lnTo>
                  <a:pt x="1771650" y="1200150"/>
                </a:lnTo>
                <a:lnTo>
                  <a:pt x="1771650" y="1209675"/>
                </a:lnTo>
                <a:lnTo>
                  <a:pt x="1762125" y="1209675"/>
                </a:lnTo>
                <a:close/>
                <a:moveTo>
                  <a:pt x="685800" y="1209675"/>
                </a:moveTo>
                <a:lnTo>
                  <a:pt x="714375" y="1209675"/>
                </a:lnTo>
                <a:lnTo>
                  <a:pt x="714375" y="1228725"/>
                </a:lnTo>
                <a:lnTo>
                  <a:pt x="685800" y="1228725"/>
                </a:lnTo>
                <a:close/>
                <a:moveTo>
                  <a:pt x="1019175" y="1209675"/>
                </a:moveTo>
                <a:lnTo>
                  <a:pt x="1038225" y="1209675"/>
                </a:lnTo>
                <a:lnTo>
                  <a:pt x="1038225" y="1219200"/>
                </a:lnTo>
                <a:lnTo>
                  <a:pt x="1019175" y="1219200"/>
                </a:lnTo>
                <a:close/>
                <a:moveTo>
                  <a:pt x="1095375" y="1209675"/>
                </a:moveTo>
                <a:lnTo>
                  <a:pt x="1104900" y="1209675"/>
                </a:lnTo>
                <a:lnTo>
                  <a:pt x="1104900" y="1219200"/>
                </a:lnTo>
                <a:lnTo>
                  <a:pt x="1095375" y="1219200"/>
                </a:lnTo>
                <a:close/>
                <a:moveTo>
                  <a:pt x="1133475" y="1209675"/>
                </a:moveTo>
                <a:lnTo>
                  <a:pt x="1143000" y="1209675"/>
                </a:lnTo>
                <a:lnTo>
                  <a:pt x="1143000" y="1219200"/>
                </a:lnTo>
                <a:lnTo>
                  <a:pt x="1133475" y="1219200"/>
                </a:lnTo>
                <a:close/>
                <a:moveTo>
                  <a:pt x="1276350" y="1209675"/>
                </a:moveTo>
                <a:lnTo>
                  <a:pt x="1285875" y="1209675"/>
                </a:lnTo>
                <a:lnTo>
                  <a:pt x="1285875" y="1219200"/>
                </a:lnTo>
                <a:lnTo>
                  <a:pt x="1276350" y="1219200"/>
                </a:lnTo>
                <a:close/>
                <a:moveTo>
                  <a:pt x="1304925" y="1209675"/>
                </a:moveTo>
                <a:lnTo>
                  <a:pt x="1314450" y="1209675"/>
                </a:lnTo>
                <a:lnTo>
                  <a:pt x="1314450" y="1219200"/>
                </a:lnTo>
                <a:lnTo>
                  <a:pt x="1304925" y="1219200"/>
                </a:lnTo>
                <a:close/>
                <a:moveTo>
                  <a:pt x="1343025" y="1209675"/>
                </a:moveTo>
                <a:lnTo>
                  <a:pt x="1352550" y="1209675"/>
                </a:lnTo>
                <a:lnTo>
                  <a:pt x="1352550" y="1219200"/>
                </a:lnTo>
                <a:lnTo>
                  <a:pt x="1343025" y="1219200"/>
                </a:lnTo>
                <a:close/>
                <a:moveTo>
                  <a:pt x="295275" y="1219200"/>
                </a:moveTo>
                <a:lnTo>
                  <a:pt x="304800" y="1219200"/>
                </a:lnTo>
                <a:lnTo>
                  <a:pt x="304800" y="1228725"/>
                </a:lnTo>
                <a:lnTo>
                  <a:pt x="295275" y="1228725"/>
                </a:lnTo>
                <a:close/>
                <a:moveTo>
                  <a:pt x="466725" y="1219200"/>
                </a:moveTo>
                <a:lnTo>
                  <a:pt x="476250" y="1219200"/>
                </a:lnTo>
                <a:lnTo>
                  <a:pt x="476250" y="1228725"/>
                </a:lnTo>
                <a:lnTo>
                  <a:pt x="466725" y="1228725"/>
                </a:lnTo>
                <a:close/>
                <a:moveTo>
                  <a:pt x="1085850" y="1219200"/>
                </a:moveTo>
                <a:lnTo>
                  <a:pt x="1095375" y="1219200"/>
                </a:lnTo>
                <a:lnTo>
                  <a:pt x="1095375" y="1228725"/>
                </a:lnTo>
                <a:lnTo>
                  <a:pt x="1085850" y="1228725"/>
                </a:lnTo>
                <a:close/>
                <a:moveTo>
                  <a:pt x="1123950" y="1219200"/>
                </a:moveTo>
                <a:lnTo>
                  <a:pt x="1133475" y="1219200"/>
                </a:lnTo>
                <a:lnTo>
                  <a:pt x="1133475" y="1228725"/>
                </a:lnTo>
                <a:lnTo>
                  <a:pt x="1123950" y="1228725"/>
                </a:lnTo>
                <a:close/>
                <a:moveTo>
                  <a:pt x="1295400" y="1219200"/>
                </a:moveTo>
                <a:lnTo>
                  <a:pt x="1304925" y="1219200"/>
                </a:lnTo>
                <a:lnTo>
                  <a:pt x="1304925" y="1228725"/>
                </a:lnTo>
                <a:lnTo>
                  <a:pt x="1295400" y="1228725"/>
                </a:lnTo>
                <a:close/>
                <a:moveTo>
                  <a:pt x="1323975" y="1219200"/>
                </a:moveTo>
                <a:lnTo>
                  <a:pt x="1333500" y="1219200"/>
                </a:lnTo>
                <a:lnTo>
                  <a:pt x="1333500" y="1228725"/>
                </a:lnTo>
                <a:lnTo>
                  <a:pt x="1323975" y="1228725"/>
                </a:lnTo>
                <a:close/>
                <a:moveTo>
                  <a:pt x="1609725" y="1219200"/>
                </a:moveTo>
                <a:lnTo>
                  <a:pt x="1619250" y="1219200"/>
                </a:lnTo>
                <a:lnTo>
                  <a:pt x="1619250" y="1228725"/>
                </a:lnTo>
                <a:lnTo>
                  <a:pt x="1609725" y="1228725"/>
                </a:lnTo>
                <a:close/>
                <a:moveTo>
                  <a:pt x="1666875" y="1219200"/>
                </a:moveTo>
                <a:lnTo>
                  <a:pt x="1676400" y="1219200"/>
                </a:lnTo>
                <a:lnTo>
                  <a:pt x="1676400" y="1228725"/>
                </a:lnTo>
                <a:lnTo>
                  <a:pt x="1666875" y="1228725"/>
                </a:lnTo>
                <a:close/>
                <a:moveTo>
                  <a:pt x="438150" y="1228725"/>
                </a:moveTo>
                <a:lnTo>
                  <a:pt x="447675" y="1228725"/>
                </a:lnTo>
                <a:lnTo>
                  <a:pt x="447675" y="1238250"/>
                </a:lnTo>
                <a:lnTo>
                  <a:pt x="438150" y="1238250"/>
                </a:lnTo>
                <a:close/>
                <a:moveTo>
                  <a:pt x="561975" y="1228725"/>
                </a:moveTo>
                <a:lnTo>
                  <a:pt x="571500" y="1228725"/>
                </a:lnTo>
                <a:lnTo>
                  <a:pt x="571500" y="1238250"/>
                </a:lnTo>
                <a:lnTo>
                  <a:pt x="561975" y="1238250"/>
                </a:lnTo>
                <a:close/>
                <a:moveTo>
                  <a:pt x="590550" y="1228725"/>
                </a:moveTo>
                <a:lnTo>
                  <a:pt x="600075" y="1228725"/>
                </a:lnTo>
                <a:lnTo>
                  <a:pt x="600075" y="1238250"/>
                </a:lnTo>
                <a:lnTo>
                  <a:pt x="590550" y="1238250"/>
                </a:lnTo>
                <a:close/>
                <a:moveTo>
                  <a:pt x="638175" y="1228725"/>
                </a:moveTo>
                <a:lnTo>
                  <a:pt x="647700" y="1228725"/>
                </a:lnTo>
                <a:lnTo>
                  <a:pt x="647700" y="1238250"/>
                </a:lnTo>
                <a:lnTo>
                  <a:pt x="638175" y="1238250"/>
                </a:lnTo>
                <a:close/>
                <a:moveTo>
                  <a:pt x="1076325" y="1228725"/>
                </a:moveTo>
                <a:lnTo>
                  <a:pt x="1085850" y="1228725"/>
                </a:lnTo>
                <a:lnTo>
                  <a:pt x="1085850" y="1238250"/>
                </a:lnTo>
                <a:lnTo>
                  <a:pt x="1076325" y="1238250"/>
                </a:lnTo>
                <a:close/>
                <a:moveTo>
                  <a:pt x="1104900" y="1228725"/>
                </a:moveTo>
                <a:lnTo>
                  <a:pt x="1114425" y="1228725"/>
                </a:lnTo>
                <a:lnTo>
                  <a:pt x="1114425" y="1238250"/>
                </a:lnTo>
                <a:lnTo>
                  <a:pt x="1104900" y="1238250"/>
                </a:lnTo>
                <a:close/>
                <a:moveTo>
                  <a:pt x="1266825" y="1228725"/>
                </a:moveTo>
                <a:lnTo>
                  <a:pt x="1276350" y="1228725"/>
                </a:lnTo>
                <a:lnTo>
                  <a:pt x="1276350" y="1257300"/>
                </a:lnTo>
                <a:lnTo>
                  <a:pt x="1266825" y="1257300"/>
                </a:lnTo>
                <a:close/>
                <a:moveTo>
                  <a:pt x="1314450" y="1228725"/>
                </a:moveTo>
                <a:lnTo>
                  <a:pt x="1323975" y="1228725"/>
                </a:lnTo>
                <a:lnTo>
                  <a:pt x="1323975" y="1238250"/>
                </a:lnTo>
                <a:lnTo>
                  <a:pt x="1314450" y="1238250"/>
                </a:lnTo>
                <a:close/>
                <a:moveTo>
                  <a:pt x="1543050" y="1228725"/>
                </a:moveTo>
                <a:lnTo>
                  <a:pt x="1552575" y="1228725"/>
                </a:lnTo>
                <a:lnTo>
                  <a:pt x="1552575" y="1238250"/>
                </a:lnTo>
                <a:lnTo>
                  <a:pt x="1543050" y="1238250"/>
                </a:lnTo>
                <a:close/>
                <a:moveTo>
                  <a:pt x="1781175" y="1228725"/>
                </a:moveTo>
                <a:lnTo>
                  <a:pt x="1809750" y="1228725"/>
                </a:lnTo>
                <a:lnTo>
                  <a:pt x="1809750" y="1247775"/>
                </a:lnTo>
                <a:lnTo>
                  <a:pt x="1800225" y="1247775"/>
                </a:lnTo>
                <a:lnTo>
                  <a:pt x="1800225" y="1257300"/>
                </a:lnTo>
                <a:lnTo>
                  <a:pt x="1781175" y="1257300"/>
                </a:lnTo>
                <a:close/>
                <a:moveTo>
                  <a:pt x="600075" y="1238250"/>
                </a:moveTo>
                <a:lnTo>
                  <a:pt x="609600" y="1238250"/>
                </a:lnTo>
                <a:lnTo>
                  <a:pt x="609600" y="1247775"/>
                </a:lnTo>
                <a:lnTo>
                  <a:pt x="600075" y="1247775"/>
                </a:lnTo>
                <a:close/>
                <a:moveTo>
                  <a:pt x="1047750" y="1238250"/>
                </a:moveTo>
                <a:lnTo>
                  <a:pt x="1057275" y="1238250"/>
                </a:lnTo>
                <a:lnTo>
                  <a:pt x="1057275" y="1247775"/>
                </a:lnTo>
                <a:lnTo>
                  <a:pt x="1047750" y="1247775"/>
                </a:lnTo>
                <a:close/>
                <a:moveTo>
                  <a:pt x="1095375" y="1238250"/>
                </a:moveTo>
                <a:lnTo>
                  <a:pt x="1104900" y="1238250"/>
                </a:lnTo>
                <a:lnTo>
                  <a:pt x="1104900" y="1247775"/>
                </a:lnTo>
                <a:lnTo>
                  <a:pt x="1095375" y="1247775"/>
                </a:lnTo>
                <a:close/>
                <a:moveTo>
                  <a:pt x="304800" y="1247775"/>
                </a:moveTo>
                <a:lnTo>
                  <a:pt x="314325" y="1247775"/>
                </a:lnTo>
                <a:lnTo>
                  <a:pt x="314325" y="1257300"/>
                </a:lnTo>
                <a:lnTo>
                  <a:pt x="304800" y="1257300"/>
                </a:lnTo>
                <a:close/>
                <a:moveTo>
                  <a:pt x="552450" y="1247775"/>
                </a:moveTo>
                <a:lnTo>
                  <a:pt x="561975" y="1247775"/>
                </a:lnTo>
                <a:lnTo>
                  <a:pt x="561975" y="1257300"/>
                </a:lnTo>
                <a:lnTo>
                  <a:pt x="552450" y="1257300"/>
                </a:lnTo>
                <a:close/>
                <a:moveTo>
                  <a:pt x="1676400" y="1247775"/>
                </a:moveTo>
                <a:lnTo>
                  <a:pt x="1685925" y="1247775"/>
                </a:lnTo>
                <a:lnTo>
                  <a:pt x="1685925" y="1257300"/>
                </a:lnTo>
                <a:lnTo>
                  <a:pt x="1676400" y="1257300"/>
                </a:lnTo>
                <a:close/>
                <a:moveTo>
                  <a:pt x="1857375" y="1247775"/>
                </a:moveTo>
                <a:lnTo>
                  <a:pt x="1876425" y="1247775"/>
                </a:lnTo>
                <a:lnTo>
                  <a:pt x="1876425" y="1257300"/>
                </a:lnTo>
                <a:lnTo>
                  <a:pt x="1885950" y="1257300"/>
                </a:lnTo>
                <a:lnTo>
                  <a:pt x="1885950" y="1276350"/>
                </a:lnTo>
                <a:lnTo>
                  <a:pt x="1866900" y="1276350"/>
                </a:lnTo>
                <a:lnTo>
                  <a:pt x="1866900" y="1266825"/>
                </a:lnTo>
                <a:lnTo>
                  <a:pt x="1857375" y="1266825"/>
                </a:lnTo>
                <a:close/>
                <a:moveTo>
                  <a:pt x="561975" y="1257300"/>
                </a:moveTo>
                <a:lnTo>
                  <a:pt x="581025" y="1257300"/>
                </a:lnTo>
                <a:lnTo>
                  <a:pt x="581025" y="1266825"/>
                </a:lnTo>
                <a:lnTo>
                  <a:pt x="561975" y="1266825"/>
                </a:lnTo>
                <a:close/>
                <a:moveTo>
                  <a:pt x="752475" y="1257300"/>
                </a:moveTo>
                <a:lnTo>
                  <a:pt x="781050" y="1257300"/>
                </a:lnTo>
                <a:lnTo>
                  <a:pt x="781050" y="1276350"/>
                </a:lnTo>
                <a:lnTo>
                  <a:pt x="771525" y="1276350"/>
                </a:lnTo>
                <a:lnTo>
                  <a:pt x="771525" y="1266825"/>
                </a:lnTo>
                <a:lnTo>
                  <a:pt x="752475" y="1266825"/>
                </a:lnTo>
                <a:close/>
                <a:moveTo>
                  <a:pt x="1066800" y="1257300"/>
                </a:moveTo>
                <a:lnTo>
                  <a:pt x="1076325" y="1257300"/>
                </a:lnTo>
                <a:lnTo>
                  <a:pt x="1076325" y="1266825"/>
                </a:lnTo>
                <a:lnTo>
                  <a:pt x="1066800" y="1266825"/>
                </a:lnTo>
                <a:close/>
                <a:moveTo>
                  <a:pt x="1571625" y="1257300"/>
                </a:moveTo>
                <a:lnTo>
                  <a:pt x="1581150" y="1257300"/>
                </a:lnTo>
                <a:lnTo>
                  <a:pt x="1581150" y="1266825"/>
                </a:lnTo>
                <a:lnTo>
                  <a:pt x="1571625" y="1266825"/>
                </a:lnTo>
                <a:close/>
                <a:moveTo>
                  <a:pt x="133350" y="1266825"/>
                </a:moveTo>
                <a:lnTo>
                  <a:pt x="142875" y="1266825"/>
                </a:lnTo>
                <a:lnTo>
                  <a:pt x="142875" y="1276350"/>
                </a:lnTo>
                <a:lnTo>
                  <a:pt x="133350" y="1276350"/>
                </a:lnTo>
                <a:close/>
                <a:moveTo>
                  <a:pt x="209550" y="1266825"/>
                </a:moveTo>
                <a:lnTo>
                  <a:pt x="219075" y="1266825"/>
                </a:lnTo>
                <a:lnTo>
                  <a:pt x="219075" y="1276350"/>
                </a:lnTo>
                <a:lnTo>
                  <a:pt x="209550" y="1276350"/>
                </a:lnTo>
                <a:close/>
                <a:moveTo>
                  <a:pt x="714375" y="1266825"/>
                </a:moveTo>
                <a:lnTo>
                  <a:pt x="733425" y="1266825"/>
                </a:lnTo>
                <a:lnTo>
                  <a:pt x="733425" y="1276350"/>
                </a:lnTo>
                <a:lnTo>
                  <a:pt x="714375" y="1276350"/>
                </a:lnTo>
                <a:close/>
                <a:moveTo>
                  <a:pt x="1047750" y="1266825"/>
                </a:moveTo>
                <a:lnTo>
                  <a:pt x="1066800" y="1266825"/>
                </a:lnTo>
                <a:lnTo>
                  <a:pt x="1066800" y="1276350"/>
                </a:lnTo>
                <a:lnTo>
                  <a:pt x="1047750" y="1276350"/>
                </a:lnTo>
                <a:close/>
                <a:moveTo>
                  <a:pt x="1447800" y="1266825"/>
                </a:moveTo>
                <a:lnTo>
                  <a:pt x="1466850" y="1266825"/>
                </a:lnTo>
                <a:lnTo>
                  <a:pt x="1466850" y="1295400"/>
                </a:lnTo>
                <a:lnTo>
                  <a:pt x="1457325" y="1295400"/>
                </a:lnTo>
                <a:lnTo>
                  <a:pt x="1457325" y="1323975"/>
                </a:lnTo>
                <a:lnTo>
                  <a:pt x="1447800" y="1323975"/>
                </a:lnTo>
                <a:lnTo>
                  <a:pt x="1447800" y="1333500"/>
                </a:lnTo>
                <a:lnTo>
                  <a:pt x="1428750" y="1333500"/>
                </a:lnTo>
                <a:lnTo>
                  <a:pt x="1428750" y="1314450"/>
                </a:lnTo>
                <a:lnTo>
                  <a:pt x="1438275" y="1314450"/>
                </a:lnTo>
                <a:lnTo>
                  <a:pt x="1438275" y="1304925"/>
                </a:lnTo>
                <a:lnTo>
                  <a:pt x="1447800" y="1304925"/>
                </a:lnTo>
                <a:close/>
                <a:moveTo>
                  <a:pt x="1628775" y="1266825"/>
                </a:moveTo>
                <a:lnTo>
                  <a:pt x="1638300" y="1266825"/>
                </a:lnTo>
                <a:lnTo>
                  <a:pt x="1638300" y="1276350"/>
                </a:lnTo>
                <a:lnTo>
                  <a:pt x="1628775" y="1276350"/>
                </a:lnTo>
                <a:close/>
                <a:moveTo>
                  <a:pt x="314325" y="1276350"/>
                </a:moveTo>
                <a:lnTo>
                  <a:pt x="323850" y="1276350"/>
                </a:lnTo>
                <a:lnTo>
                  <a:pt x="323850" y="1285875"/>
                </a:lnTo>
                <a:lnTo>
                  <a:pt x="314325" y="1285875"/>
                </a:lnTo>
                <a:close/>
                <a:moveTo>
                  <a:pt x="695325" y="1276350"/>
                </a:moveTo>
                <a:lnTo>
                  <a:pt x="704850" y="1276350"/>
                </a:lnTo>
                <a:lnTo>
                  <a:pt x="704850" y="1285875"/>
                </a:lnTo>
                <a:lnTo>
                  <a:pt x="695325" y="1285875"/>
                </a:lnTo>
                <a:close/>
                <a:moveTo>
                  <a:pt x="952500" y="1276350"/>
                </a:moveTo>
                <a:lnTo>
                  <a:pt x="962025" y="1276350"/>
                </a:lnTo>
                <a:lnTo>
                  <a:pt x="962025" y="1285875"/>
                </a:lnTo>
                <a:lnTo>
                  <a:pt x="952500" y="1285875"/>
                </a:lnTo>
                <a:close/>
                <a:moveTo>
                  <a:pt x="1209675" y="1276350"/>
                </a:moveTo>
                <a:lnTo>
                  <a:pt x="1228725" y="1276350"/>
                </a:lnTo>
                <a:lnTo>
                  <a:pt x="1228725" y="1295400"/>
                </a:lnTo>
                <a:lnTo>
                  <a:pt x="1219200" y="1295400"/>
                </a:lnTo>
                <a:lnTo>
                  <a:pt x="1219200" y="1304925"/>
                </a:lnTo>
                <a:lnTo>
                  <a:pt x="1209675" y="1304925"/>
                </a:lnTo>
                <a:lnTo>
                  <a:pt x="1209675" y="1314450"/>
                </a:lnTo>
                <a:lnTo>
                  <a:pt x="1200150" y="1314450"/>
                </a:lnTo>
                <a:lnTo>
                  <a:pt x="1200150" y="1304925"/>
                </a:lnTo>
                <a:lnTo>
                  <a:pt x="1190625" y="1304925"/>
                </a:lnTo>
                <a:lnTo>
                  <a:pt x="1190625" y="1314450"/>
                </a:lnTo>
                <a:lnTo>
                  <a:pt x="1171575" y="1314450"/>
                </a:lnTo>
                <a:lnTo>
                  <a:pt x="1171575" y="1323975"/>
                </a:lnTo>
                <a:lnTo>
                  <a:pt x="1162050" y="1323975"/>
                </a:lnTo>
                <a:lnTo>
                  <a:pt x="1162050" y="1343025"/>
                </a:lnTo>
                <a:lnTo>
                  <a:pt x="1152525" y="1343025"/>
                </a:lnTo>
                <a:lnTo>
                  <a:pt x="1152525" y="1333500"/>
                </a:lnTo>
                <a:lnTo>
                  <a:pt x="1114425" y="1333500"/>
                </a:lnTo>
                <a:lnTo>
                  <a:pt x="1114425" y="1323975"/>
                </a:lnTo>
                <a:lnTo>
                  <a:pt x="1152525" y="1323975"/>
                </a:lnTo>
                <a:lnTo>
                  <a:pt x="1152525" y="1314450"/>
                </a:lnTo>
                <a:lnTo>
                  <a:pt x="1162050" y="1314450"/>
                </a:lnTo>
                <a:lnTo>
                  <a:pt x="1162050" y="1304925"/>
                </a:lnTo>
                <a:lnTo>
                  <a:pt x="1181100" y="1304925"/>
                </a:lnTo>
                <a:lnTo>
                  <a:pt x="1181100" y="1295400"/>
                </a:lnTo>
                <a:lnTo>
                  <a:pt x="1200150" y="1295400"/>
                </a:lnTo>
                <a:lnTo>
                  <a:pt x="1200150" y="1285875"/>
                </a:lnTo>
                <a:lnTo>
                  <a:pt x="1209675" y="1285875"/>
                </a:lnTo>
                <a:close/>
                <a:moveTo>
                  <a:pt x="1685925" y="1276350"/>
                </a:moveTo>
                <a:lnTo>
                  <a:pt x="1695450" y="1276350"/>
                </a:lnTo>
                <a:lnTo>
                  <a:pt x="1695450" y="1285875"/>
                </a:lnTo>
                <a:lnTo>
                  <a:pt x="1685925" y="1285875"/>
                </a:lnTo>
                <a:close/>
                <a:moveTo>
                  <a:pt x="1781175" y="1276350"/>
                </a:moveTo>
                <a:lnTo>
                  <a:pt x="1800225" y="1276350"/>
                </a:lnTo>
                <a:lnTo>
                  <a:pt x="1800225" y="1285875"/>
                </a:lnTo>
                <a:lnTo>
                  <a:pt x="1781175" y="1285875"/>
                </a:lnTo>
                <a:close/>
                <a:moveTo>
                  <a:pt x="419100" y="1285875"/>
                </a:moveTo>
                <a:lnTo>
                  <a:pt x="447675" y="1285875"/>
                </a:lnTo>
                <a:lnTo>
                  <a:pt x="447675" y="1295400"/>
                </a:lnTo>
                <a:lnTo>
                  <a:pt x="419100" y="1295400"/>
                </a:lnTo>
                <a:close/>
                <a:moveTo>
                  <a:pt x="1581150" y="1285875"/>
                </a:moveTo>
                <a:lnTo>
                  <a:pt x="1590675" y="1285875"/>
                </a:lnTo>
                <a:lnTo>
                  <a:pt x="1590675" y="1304925"/>
                </a:lnTo>
                <a:lnTo>
                  <a:pt x="1600200" y="1304925"/>
                </a:lnTo>
                <a:lnTo>
                  <a:pt x="1600200" y="1314450"/>
                </a:lnTo>
                <a:lnTo>
                  <a:pt x="1609725" y="1314450"/>
                </a:lnTo>
                <a:lnTo>
                  <a:pt x="1609725" y="1362075"/>
                </a:lnTo>
                <a:lnTo>
                  <a:pt x="1619250" y="1362075"/>
                </a:lnTo>
                <a:lnTo>
                  <a:pt x="1619250" y="1409700"/>
                </a:lnTo>
                <a:lnTo>
                  <a:pt x="1609725" y="1409700"/>
                </a:lnTo>
                <a:lnTo>
                  <a:pt x="1609725" y="1476375"/>
                </a:lnTo>
                <a:lnTo>
                  <a:pt x="1600200" y="1476375"/>
                </a:lnTo>
                <a:lnTo>
                  <a:pt x="1600200" y="1485900"/>
                </a:lnTo>
                <a:lnTo>
                  <a:pt x="1590675" y="1485900"/>
                </a:lnTo>
                <a:lnTo>
                  <a:pt x="1590675" y="1495425"/>
                </a:lnTo>
                <a:lnTo>
                  <a:pt x="1562100" y="1495425"/>
                </a:lnTo>
                <a:lnTo>
                  <a:pt x="1562100" y="1504950"/>
                </a:lnTo>
                <a:lnTo>
                  <a:pt x="1552575" y="1504950"/>
                </a:lnTo>
                <a:lnTo>
                  <a:pt x="1552575" y="1514475"/>
                </a:lnTo>
                <a:lnTo>
                  <a:pt x="1524000" y="1514475"/>
                </a:lnTo>
                <a:lnTo>
                  <a:pt x="1524000" y="1504950"/>
                </a:lnTo>
                <a:lnTo>
                  <a:pt x="1533525" y="1504950"/>
                </a:lnTo>
                <a:lnTo>
                  <a:pt x="1533525" y="1495425"/>
                </a:lnTo>
                <a:lnTo>
                  <a:pt x="1543050" y="1495425"/>
                </a:lnTo>
                <a:lnTo>
                  <a:pt x="1543050" y="1476375"/>
                </a:lnTo>
                <a:lnTo>
                  <a:pt x="1524000" y="1476375"/>
                </a:lnTo>
                <a:lnTo>
                  <a:pt x="1524000" y="1466850"/>
                </a:lnTo>
                <a:lnTo>
                  <a:pt x="1533525" y="1466850"/>
                </a:lnTo>
                <a:lnTo>
                  <a:pt x="1533525" y="1438275"/>
                </a:lnTo>
                <a:lnTo>
                  <a:pt x="1543050" y="1438275"/>
                </a:lnTo>
                <a:lnTo>
                  <a:pt x="1543050" y="1419225"/>
                </a:lnTo>
                <a:lnTo>
                  <a:pt x="1552575" y="1419225"/>
                </a:lnTo>
                <a:lnTo>
                  <a:pt x="1552575" y="1390650"/>
                </a:lnTo>
                <a:lnTo>
                  <a:pt x="1562100" y="1390650"/>
                </a:lnTo>
                <a:lnTo>
                  <a:pt x="1562100" y="1362075"/>
                </a:lnTo>
                <a:lnTo>
                  <a:pt x="1571625" y="1362075"/>
                </a:lnTo>
                <a:lnTo>
                  <a:pt x="1571625" y="1314450"/>
                </a:lnTo>
                <a:lnTo>
                  <a:pt x="1581150" y="1314450"/>
                </a:lnTo>
                <a:close/>
                <a:moveTo>
                  <a:pt x="1638300" y="1285875"/>
                </a:moveTo>
                <a:lnTo>
                  <a:pt x="1647825" y="1285875"/>
                </a:lnTo>
                <a:lnTo>
                  <a:pt x="1647825" y="1295400"/>
                </a:lnTo>
                <a:lnTo>
                  <a:pt x="1638300" y="1295400"/>
                </a:lnTo>
                <a:close/>
                <a:moveTo>
                  <a:pt x="400050" y="1295400"/>
                </a:moveTo>
                <a:lnTo>
                  <a:pt x="409575" y="1295400"/>
                </a:lnTo>
                <a:lnTo>
                  <a:pt x="409575" y="1304925"/>
                </a:lnTo>
                <a:lnTo>
                  <a:pt x="400050" y="1304925"/>
                </a:lnTo>
                <a:close/>
                <a:moveTo>
                  <a:pt x="647700" y="1295400"/>
                </a:moveTo>
                <a:lnTo>
                  <a:pt x="657225" y="1295400"/>
                </a:lnTo>
                <a:lnTo>
                  <a:pt x="657225" y="1323975"/>
                </a:lnTo>
                <a:lnTo>
                  <a:pt x="647700" y="1323975"/>
                </a:lnTo>
                <a:close/>
                <a:moveTo>
                  <a:pt x="323850" y="1304925"/>
                </a:moveTo>
                <a:lnTo>
                  <a:pt x="333375" y="1304925"/>
                </a:lnTo>
                <a:lnTo>
                  <a:pt x="333375" y="1314450"/>
                </a:lnTo>
                <a:lnTo>
                  <a:pt x="323850" y="1314450"/>
                </a:lnTo>
                <a:close/>
                <a:moveTo>
                  <a:pt x="390525" y="1304925"/>
                </a:moveTo>
                <a:lnTo>
                  <a:pt x="400050" y="1304925"/>
                </a:lnTo>
                <a:lnTo>
                  <a:pt x="400050" y="1314450"/>
                </a:lnTo>
                <a:lnTo>
                  <a:pt x="390525" y="1314450"/>
                </a:lnTo>
                <a:close/>
                <a:moveTo>
                  <a:pt x="457200" y="1304925"/>
                </a:moveTo>
                <a:lnTo>
                  <a:pt x="466725" y="1304925"/>
                </a:lnTo>
                <a:lnTo>
                  <a:pt x="466725" y="1314450"/>
                </a:lnTo>
                <a:lnTo>
                  <a:pt x="457200" y="1314450"/>
                </a:lnTo>
                <a:close/>
                <a:moveTo>
                  <a:pt x="981075" y="1304925"/>
                </a:moveTo>
                <a:lnTo>
                  <a:pt x="990600" y="1304925"/>
                </a:lnTo>
                <a:lnTo>
                  <a:pt x="990600" y="1314450"/>
                </a:lnTo>
                <a:lnTo>
                  <a:pt x="981075" y="1314450"/>
                </a:lnTo>
                <a:close/>
                <a:moveTo>
                  <a:pt x="1543050" y="1304925"/>
                </a:moveTo>
                <a:lnTo>
                  <a:pt x="1552575" y="1304925"/>
                </a:lnTo>
                <a:lnTo>
                  <a:pt x="1552575" y="1314450"/>
                </a:lnTo>
                <a:lnTo>
                  <a:pt x="1543050" y="1314450"/>
                </a:lnTo>
                <a:close/>
                <a:moveTo>
                  <a:pt x="1647825" y="1304925"/>
                </a:moveTo>
                <a:lnTo>
                  <a:pt x="1657350" y="1304925"/>
                </a:lnTo>
                <a:lnTo>
                  <a:pt x="1657350" y="1314450"/>
                </a:lnTo>
                <a:lnTo>
                  <a:pt x="1647825" y="1314450"/>
                </a:lnTo>
                <a:close/>
                <a:moveTo>
                  <a:pt x="1695450" y="1304925"/>
                </a:moveTo>
                <a:lnTo>
                  <a:pt x="1704975" y="1304925"/>
                </a:lnTo>
                <a:lnTo>
                  <a:pt x="1704975" y="1314450"/>
                </a:lnTo>
                <a:lnTo>
                  <a:pt x="1695450" y="1314450"/>
                </a:lnTo>
                <a:close/>
                <a:moveTo>
                  <a:pt x="1781175" y="1304925"/>
                </a:moveTo>
                <a:lnTo>
                  <a:pt x="1800225" y="1304925"/>
                </a:lnTo>
                <a:lnTo>
                  <a:pt x="1800225" y="1323975"/>
                </a:lnTo>
                <a:lnTo>
                  <a:pt x="1790700" y="1323975"/>
                </a:lnTo>
                <a:lnTo>
                  <a:pt x="1790700" y="1343025"/>
                </a:lnTo>
                <a:lnTo>
                  <a:pt x="1781175" y="1343025"/>
                </a:lnTo>
                <a:lnTo>
                  <a:pt x="1781175" y="1333500"/>
                </a:lnTo>
                <a:lnTo>
                  <a:pt x="1771650" y="1333500"/>
                </a:lnTo>
                <a:lnTo>
                  <a:pt x="1771650" y="1314450"/>
                </a:lnTo>
                <a:lnTo>
                  <a:pt x="1781175" y="1314450"/>
                </a:lnTo>
                <a:close/>
                <a:moveTo>
                  <a:pt x="1857375" y="1304925"/>
                </a:moveTo>
                <a:lnTo>
                  <a:pt x="1885950" y="1304925"/>
                </a:lnTo>
                <a:lnTo>
                  <a:pt x="1885950" y="1314450"/>
                </a:lnTo>
                <a:lnTo>
                  <a:pt x="1876425" y="1314450"/>
                </a:lnTo>
                <a:lnTo>
                  <a:pt x="1876425" y="1323975"/>
                </a:lnTo>
                <a:lnTo>
                  <a:pt x="1857375" y="1323975"/>
                </a:lnTo>
                <a:close/>
                <a:moveTo>
                  <a:pt x="400050" y="1314450"/>
                </a:moveTo>
                <a:lnTo>
                  <a:pt x="419100" y="1314450"/>
                </a:lnTo>
                <a:lnTo>
                  <a:pt x="419100" y="1323975"/>
                </a:lnTo>
                <a:lnTo>
                  <a:pt x="400050" y="1323975"/>
                </a:lnTo>
                <a:close/>
                <a:moveTo>
                  <a:pt x="428625" y="1314450"/>
                </a:moveTo>
                <a:lnTo>
                  <a:pt x="457200" y="1314450"/>
                </a:lnTo>
                <a:lnTo>
                  <a:pt x="457200" y="1323975"/>
                </a:lnTo>
                <a:lnTo>
                  <a:pt x="428625" y="1323975"/>
                </a:lnTo>
                <a:close/>
                <a:moveTo>
                  <a:pt x="542925" y="1314450"/>
                </a:moveTo>
                <a:lnTo>
                  <a:pt x="590550" y="1314450"/>
                </a:lnTo>
                <a:lnTo>
                  <a:pt x="590550" y="1333500"/>
                </a:lnTo>
                <a:lnTo>
                  <a:pt x="581025" y="1333500"/>
                </a:lnTo>
                <a:lnTo>
                  <a:pt x="581025" y="1323975"/>
                </a:lnTo>
                <a:lnTo>
                  <a:pt x="542925" y="1323975"/>
                </a:lnTo>
                <a:close/>
                <a:moveTo>
                  <a:pt x="1190625" y="1314450"/>
                </a:moveTo>
                <a:lnTo>
                  <a:pt x="1200150" y="1314450"/>
                </a:lnTo>
                <a:lnTo>
                  <a:pt x="1200150" y="1323975"/>
                </a:lnTo>
                <a:lnTo>
                  <a:pt x="1190625" y="1323975"/>
                </a:lnTo>
                <a:close/>
                <a:moveTo>
                  <a:pt x="657225" y="1323975"/>
                </a:moveTo>
                <a:lnTo>
                  <a:pt x="676275" y="1323975"/>
                </a:lnTo>
                <a:lnTo>
                  <a:pt x="676275" y="1333500"/>
                </a:lnTo>
                <a:lnTo>
                  <a:pt x="666750" y="1333500"/>
                </a:lnTo>
                <a:lnTo>
                  <a:pt x="666750" y="1343025"/>
                </a:lnTo>
                <a:lnTo>
                  <a:pt x="657225" y="1343025"/>
                </a:lnTo>
                <a:close/>
                <a:moveTo>
                  <a:pt x="1095375" y="1323975"/>
                </a:moveTo>
                <a:lnTo>
                  <a:pt x="1104900" y="1323975"/>
                </a:lnTo>
                <a:lnTo>
                  <a:pt x="1104900" y="1333500"/>
                </a:lnTo>
                <a:lnTo>
                  <a:pt x="1114425" y="1333500"/>
                </a:lnTo>
                <a:lnTo>
                  <a:pt x="1114425" y="1343025"/>
                </a:lnTo>
                <a:lnTo>
                  <a:pt x="1076325" y="1343025"/>
                </a:lnTo>
                <a:lnTo>
                  <a:pt x="1076325" y="1333500"/>
                </a:lnTo>
                <a:lnTo>
                  <a:pt x="1095375" y="1333500"/>
                </a:lnTo>
                <a:close/>
                <a:moveTo>
                  <a:pt x="1266825" y="1323975"/>
                </a:moveTo>
                <a:lnTo>
                  <a:pt x="1295400" y="1323975"/>
                </a:lnTo>
                <a:lnTo>
                  <a:pt x="1295400" y="1333500"/>
                </a:lnTo>
                <a:lnTo>
                  <a:pt x="1285875" y="1333500"/>
                </a:lnTo>
                <a:lnTo>
                  <a:pt x="1285875" y="1343025"/>
                </a:lnTo>
                <a:lnTo>
                  <a:pt x="1276350" y="1343025"/>
                </a:lnTo>
                <a:lnTo>
                  <a:pt x="1276350" y="1333500"/>
                </a:lnTo>
                <a:lnTo>
                  <a:pt x="1266825" y="1333500"/>
                </a:lnTo>
                <a:close/>
                <a:moveTo>
                  <a:pt x="1657350" y="1323975"/>
                </a:moveTo>
                <a:lnTo>
                  <a:pt x="1666875" y="1323975"/>
                </a:lnTo>
                <a:lnTo>
                  <a:pt x="1666875" y="1333500"/>
                </a:lnTo>
                <a:lnTo>
                  <a:pt x="1657350" y="1333500"/>
                </a:lnTo>
                <a:close/>
                <a:moveTo>
                  <a:pt x="1952625" y="1323975"/>
                </a:moveTo>
                <a:lnTo>
                  <a:pt x="1962150" y="1323975"/>
                </a:lnTo>
                <a:lnTo>
                  <a:pt x="1962150" y="1343025"/>
                </a:lnTo>
                <a:lnTo>
                  <a:pt x="1952625" y="1343025"/>
                </a:lnTo>
                <a:close/>
                <a:moveTo>
                  <a:pt x="990600" y="1333500"/>
                </a:moveTo>
                <a:lnTo>
                  <a:pt x="1000125" y="1333500"/>
                </a:lnTo>
                <a:lnTo>
                  <a:pt x="1000125" y="1362075"/>
                </a:lnTo>
                <a:lnTo>
                  <a:pt x="1009650" y="1362075"/>
                </a:lnTo>
                <a:lnTo>
                  <a:pt x="1009650" y="1381125"/>
                </a:lnTo>
                <a:lnTo>
                  <a:pt x="1000125" y="1381125"/>
                </a:lnTo>
                <a:lnTo>
                  <a:pt x="1000125" y="1390650"/>
                </a:lnTo>
                <a:lnTo>
                  <a:pt x="990600" y="1390650"/>
                </a:lnTo>
                <a:lnTo>
                  <a:pt x="990600" y="1362075"/>
                </a:lnTo>
                <a:lnTo>
                  <a:pt x="981075" y="1362075"/>
                </a:lnTo>
                <a:lnTo>
                  <a:pt x="981075" y="1343025"/>
                </a:lnTo>
                <a:lnTo>
                  <a:pt x="990600" y="1343025"/>
                </a:lnTo>
                <a:close/>
                <a:moveTo>
                  <a:pt x="1247775" y="1333500"/>
                </a:moveTo>
                <a:lnTo>
                  <a:pt x="1266825" y="1333500"/>
                </a:lnTo>
                <a:lnTo>
                  <a:pt x="1266825" y="1343025"/>
                </a:lnTo>
                <a:lnTo>
                  <a:pt x="1276350" y="1343025"/>
                </a:lnTo>
                <a:lnTo>
                  <a:pt x="1276350" y="1352550"/>
                </a:lnTo>
                <a:lnTo>
                  <a:pt x="1266825" y="1352550"/>
                </a:lnTo>
                <a:lnTo>
                  <a:pt x="1266825" y="1362075"/>
                </a:lnTo>
                <a:lnTo>
                  <a:pt x="1257300" y="1362075"/>
                </a:lnTo>
                <a:lnTo>
                  <a:pt x="1257300" y="1352550"/>
                </a:lnTo>
                <a:lnTo>
                  <a:pt x="1228725" y="1352550"/>
                </a:lnTo>
                <a:lnTo>
                  <a:pt x="1228725" y="1343025"/>
                </a:lnTo>
                <a:lnTo>
                  <a:pt x="1247775" y="1343025"/>
                </a:lnTo>
                <a:close/>
                <a:moveTo>
                  <a:pt x="1704975" y="1333500"/>
                </a:moveTo>
                <a:lnTo>
                  <a:pt x="1714500" y="1333500"/>
                </a:lnTo>
                <a:lnTo>
                  <a:pt x="1714500" y="1343025"/>
                </a:lnTo>
                <a:lnTo>
                  <a:pt x="1704975" y="1343025"/>
                </a:lnTo>
                <a:close/>
                <a:moveTo>
                  <a:pt x="1762125" y="1333500"/>
                </a:moveTo>
                <a:lnTo>
                  <a:pt x="1771650" y="1333500"/>
                </a:lnTo>
                <a:lnTo>
                  <a:pt x="1771650" y="1343025"/>
                </a:lnTo>
                <a:lnTo>
                  <a:pt x="1762125" y="1343025"/>
                </a:lnTo>
                <a:close/>
                <a:moveTo>
                  <a:pt x="304800" y="1343025"/>
                </a:moveTo>
                <a:lnTo>
                  <a:pt x="323850" y="1343025"/>
                </a:lnTo>
                <a:lnTo>
                  <a:pt x="323850" y="1352550"/>
                </a:lnTo>
                <a:lnTo>
                  <a:pt x="304800" y="1352550"/>
                </a:lnTo>
                <a:close/>
                <a:moveTo>
                  <a:pt x="552450" y="1343025"/>
                </a:moveTo>
                <a:lnTo>
                  <a:pt x="561975" y="1343025"/>
                </a:lnTo>
                <a:lnTo>
                  <a:pt x="561975" y="1352550"/>
                </a:lnTo>
                <a:lnTo>
                  <a:pt x="552450" y="1352550"/>
                </a:lnTo>
                <a:close/>
                <a:moveTo>
                  <a:pt x="1209675" y="1343025"/>
                </a:moveTo>
                <a:lnTo>
                  <a:pt x="1219200" y="1343025"/>
                </a:lnTo>
                <a:lnTo>
                  <a:pt x="1219200" y="1352550"/>
                </a:lnTo>
                <a:lnTo>
                  <a:pt x="1209675" y="1352550"/>
                </a:lnTo>
                <a:close/>
                <a:moveTo>
                  <a:pt x="1533525" y="1343025"/>
                </a:moveTo>
                <a:lnTo>
                  <a:pt x="1543050" y="1343025"/>
                </a:lnTo>
                <a:lnTo>
                  <a:pt x="1543050" y="1390650"/>
                </a:lnTo>
                <a:lnTo>
                  <a:pt x="1533525" y="1390650"/>
                </a:lnTo>
                <a:lnTo>
                  <a:pt x="1533525" y="1419225"/>
                </a:lnTo>
                <a:lnTo>
                  <a:pt x="1524000" y="1419225"/>
                </a:lnTo>
                <a:lnTo>
                  <a:pt x="1524000" y="1438275"/>
                </a:lnTo>
                <a:lnTo>
                  <a:pt x="1514475" y="1438275"/>
                </a:lnTo>
                <a:lnTo>
                  <a:pt x="1514475" y="1466850"/>
                </a:lnTo>
                <a:lnTo>
                  <a:pt x="1504950" y="1466850"/>
                </a:lnTo>
                <a:lnTo>
                  <a:pt x="1504950" y="1495425"/>
                </a:lnTo>
                <a:lnTo>
                  <a:pt x="1495425" y="1495425"/>
                </a:lnTo>
                <a:lnTo>
                  <a:pt x="1495425" y="1504950"/>
                </a:lnTo>
                <a:lnTo>
                  <a:pt x="1485900" y="1504950"/>
                </a:lnTo>
                <a:lnTo>
                  <a:pt x="1485900" y="1514475"/>
                </a:lnTo>
                <a:lnTo>
                  <a:pt x="1476375" y="1514475"/>
                </a:lnTo>
                <a:lnTo>
                  <a:pt x="1476375" y="1533525"/>
                </a:lnTo>
                <a:lnTo>
                  <a:pt x="1466850" y="1533525"/>
                </a:lnTo>
                <a:lnTo>
                  <a:pt x="1466850" y="1543050"/>
                </a:lnTo>
                <a:lnTo>
                  <a:pt x="1457325" y="1543050"/>
                </a:lnTo>
                <a:lnTo>
                  <a:pt x="1457325" y="1562100"/>
                </a:lnTo>
                <a:lnTo>
                  <a:pt x="1447800" y="1562100"/>
                </a:lnTo>
                <a:lnTo>
                  <a:pt x="1447800" y="1543050"/>
                </a:lnTo>
                <a:lnTo>
                  <a:pt x="1438275" y="1543050"/>
                </a:lnTo>
                <a:lnTo>
                  <a:pt x="1438275" y="1552575"/>
                </a:lnTo>
                <a:lnTo>
                  <a:pt x="1428750" y="1552575"/>
                </a:lnTo>
                <a:lnTo>
                  <a:pt x="1428750" y="1533525"/>
                </a:lnTo>
                <a:lnTo>
                  <a:pt x="1409700" y="1533525"/>
                </a:lnTo>
                <a:lnTo>
                  <a:pt x="1409700" y="1524000"/>
                </a:lnTo>
                <a:lnTo>
                  <a:pt x="1419225" y="1524000"/>
                </a:lnTo>
                <a:lnTo>
                  <a:pt x="1419225" y="1514475"/>
                </a:lnTo>
                <a:lnTo>
                  <a:pt x="1438275" y="1514475"/>
                </a:lnTo>
                <a:lnTo>
                  <a:pt x="1438275" y="1428750"/>
                </a:lnTo>
                <a:lnTo>
                  <a:pt x="1419225" y="1428750"/>
                </a:lnTo>
                <a:lnTo>
                  <a:pt x="1419225" y="1419225"/>
                </a:lnTo>
                <a:lnTo>
                  <a:pt x="1409700" y="1419225"/>
                </a:lnTo>
                <a:lnTo>
                  <a:pt x="1409700" y="1409700"/>
                </a:lnTo>
                <a:lnTo>
                  <a:pt x="1428750" y="1409700"/>
                </a:lnTo>
                <a:lnTo>
                  <a:pt x="1428750" y="1400175"/>
                </a:lnTo>
                <a:lnTo>
                  <a:pt x="1438275" y="1400175"/>
                </a:lnTo>
                <a:lnTo>
                  <a:pt x="1438275" y="1390650"/>
                </a:lnTo>
                <a:lnTo>
                  <a:pt x="1466850" y="1390650"/>
                </a:lnTo>
                <a:lnTo>
                  <a:pt x="1466850" y="1381125"/>
                </a:lnTo>
                <a:lnTo>
                  <a:pt x="1495425" y="1381125"/>
                </a:lnTo>
                <a:lnTo>
                  <a:pt x="1495425" y="1371600"/>
                </a:lnTo>
                <a:lnTo>
                  <a:pt x="1504950" y="1371600"/>
                </a:lnTo>
                <a:lnTo>
                  <a:pt x="1504950" y="1362075"/>
                </a:lnTo>
                <a:lnTo>
                  <a:pt x="1495425" y="1362075"/>
                </a:lnTo>
                <a:lnTo>
                  <a:pt x="1495425" y="1352550"/>
                </a:lnTo>
                <a:lnTo>
                  <a:pt x="1504950" y="1352550"/>
                </a:lnTo>
                <a:lnTo>
                  <a:pt x="1504950" y="1362075"/>
                </a:lnTo>
                <a:lnTo>
                  <a:pt x="1524000" y="1362075"/>
                </a:lnTo>
                <a:lnTo>
                  <a:pt x="1524000" y="1352550"/>
                </a:lnTo>
                <a:lnTo>
                  <a:pt x="1533525" y="1352550"/>
                </a:lnTo>
                <a:close/>
                <a:moveTo>
                  <a:pt x="1857375" y="1343025"/>
                </a:moveTo>
                <a:lnTo>
                  <a:pt x="1876425" y="1343025"/>
                </a:lnTo>
                <a:lnTo>
                  <a:pt x="1876425" y="1352550"/>
                </a:lnTo>
                <a:lnTo>
                  <a:pt x="1866900" y="1352550"/>
                </a:lnTo>
                <a:lnTo>
                  <a:pt x="1866900" y="1371600"/>
                </a:lnTo>
                <a:lnTo>
                  <a:pt x="1847850" y="1371600"/>
                </a:lnTo>
                <a:lnTo>
                  <a:pt x="1847850" y="1352550"/>
                </a:lnTo>
                <a:lnTo>
                  <a:pt x="1857375" y="1352550"/>
                </a:lnTo>
                <a:close/>
                <a:moveTo>
                  <a:pt x="133350" y="1352550"/>
                </a:moveTo>
                <a:lnTo>
                  <a:pt x="142875" y="1352550"/>
                </a:lnTo>
                <a:lnTo>
                  <a:pt x="142875" y="1371600"/>
                </a:lnTo>
                <a:lnTo>
                  <a:pt x="133350" y="1371600"/>
                </a:lnTo>
                <a:close/>
                <a:moveTo>
                  <a:pt x="1076325" y="1352550"/>
                </a:moveTo>
                <a:lnTo>
                  <a:pt x="1085850" y="1352550"/>
                </a:lnTo>
                <a:lnTo>
                  <a:pt x="1085850" y="1371600"/>
                </a:lnTo>
                <a:lnTo>
                  <a:pt x="1095375" y="1371600"/>
                </a:lnTo>
                <a:lnTo>
                  <a:pt x="1095375" y="1381125"/>
                </a:lnTo>
                <a:lnTo>
                  <a:pt x="1104900" y="1381125"/>
                </a:lnTo>
                <a:lnTo>
                  <a:pt x="1104900" y="1371600"/>
                </a:lnTo>
                <a:lnTo>
                  <a:pt x="1123950" y="1371600"/>
                </a:lnTo>
                <a:lnTo>
                  <a:pt x="1123950" y="1362075"/>
                </a:lnTo>
                <a:lnTo>
                  <a:pt x="1133475" y="1362075"/>
                </a:lnTo>
                <a:lnTo>
                  <a:pt x="1133475" y="1371600"/>
                </a:lnTo>
                <a:lnTo>
                  <a:pt x="1123950" y="1371600"/>
                </a:lnTo>
                <a:lnTo>
                  <a:pt x="1123950" y="1381125"/>
                </a:lnTo>
                <a:lnTo>
                  <a:pt x="1104900" y="1381125"/>
                </a:lnTo>
                <a:lnTo>
                  <a:pt x="1104900" y="1390650"/>
                </a:lnTo>
                <a:lnTo>
                  <a:pt x="1085850" y="1390650"/>
                </a:lnTo>
                <a:lnTo>
                  <a:pt x="1085850" y="1381125"/>
                </a:lnTo>
                <a:lnTo>
                  <a:pt x="1076325" y="1381125"/>
                </a:lnTo>
                <a:close/>
                <a:moveTo>
                  <a:pt x="1200150" y="1352550"/>
                </a:moveTo>
                <a:lnTo>
                  <a:pt x="1209675" y="1352550"/>
                </a:lnTo>
                <a:lnTo>
                  <a:pt x="1209675" y="1362075"/>
                </a:lnTo>
                <a:lnTo>
                  <a:pt x="1200150" y="1362075"/>
                </a:lnTo>
                <a:close/>
                <a:moveTo>
                  <a:pt x="1666875" y="1352550"/>
                </a:moveTo>
                <a:lnTo>
                  <a:pt x="1676400" y="1352550"/>
                </a:lnTo>
                <a:lnTo>
                  <a:pt x="1676400" y="1362075"/>
                </a:lnTo>
                <a:lnTo>
                  <a:pt x="1666875" y="1362075"/>
                </a:lnTo>
                <a:close/>
                <a:moveTo>
                  <a:pt x="885825" y="1362075"/>
                </a:moveTo>
                <a:lnTo>
                  <a:pt x="895350" y="1362075"/>
                </a:lnTo>
                <a:lnTo>
                  <a:pt x="895350" y="1371600"/>
                </a:lnTo>
                <a:lnTo>
                  <a:pt x="885825" y="1371600"/>
                </a:lnTo>
                <a:close/>
                <a:moveTo>
                  <a:pt x="1247775" y="1362075"/>
                </a:moveTo>
                <a:lnTo>
                  <a:pt x="1257300" y="1362075"/>
                </a:lnTo>
                <a:lnTo>
                  <a:pt x="1257300" y="1371600"/>
                </a:lnTo>
                <a:lnTo>
                  <a:pt x="1247775" y="1371600"/>
                </a:lnTo>
                <a:close/>
                <a:moveTo>
                  <a:pt x="1466850" y="1362075"/>
                </a:moveTo>
                <a:lnTo>
                  <a:pt x="1476375" y="1362075"/>
                </a:lnTo>
                <a:lnTo>
                  <a:pt x="1476375" y="1371600"/>
                </a:lnTo>
                <a:lnTo>
                  <a:pt x="1466850" y="1371600"/>
                </a:lnTo>
                <a:close/>
                <a:moveTo>
                  <a:pt x="1714500" y="1362075"/>
                </a:moveTo>
                <a:lnTo>
                  <a:pt x="1724025" y="1362075"/>
                </a:lnTo>
                <a:lnTo>
                  <a:pt x="1724025" y="1371600"/>
                </a:lnTo>
                <a:lnTo>
                  <a:pt x="1714500" y="1371600"/>
                </a:lnTo>
                <a:close/>
                <a:moveTo>
                  <a:pt x="247650" y="1371600"/>
                </a:moveTo>
                <a:lnTo>
                  <a:pt x="257175" y="1371600"/>
                </a:lnTo>
                <a:lnTo>
                  <a:pt x="257175" y="1381125"/>
                </a:lnTo>
                <a:lnTo>
                  <a:pt x="247650" y="1381125"/>
                </a:lnTo>
                <a:close/>
                <a:moveTo>
                  <a:pt x="419100" y="1371600"/>
                </a:moveTo>
                <a:lnTo>
                  <a:pt x="428625" y="1371600"/>
                </a:lnTo>
                <a:lnTo>
                  <a:pt x="428625" y="1381125"/>
                </a:lnTo>
                <a:lnTo>
                  <a:pt x="419100" y="1381125"/>
                </a:lnTo>
                <a:close/>
                <a:moveTo>
                  <a:pt x="466725" y="1371600"/>
                </a:moveTo>
                <a:lnTo>
                  <a:pt x="476250" y="1371600"/>
                </a:lnTo>
                <a:lnTo>
                  <a:pt x="476250" y="1381125"/>
                </a:lnTo>
                <a:lnTo>
                  <a:pt x="466725" y="1381125"/>
                </a:lnTo>
                <a:close/>
                <a:moveTo>
                  <a:pt x="828675" y="1371600"/>
                </a:moveTo>
                <a:lnTo>
                  <a:pt x="857250" y="1371600"/>
                </a:lnTo>
                <a:lnTo>
                  <a:pt x="857250" y="1390650"/>
                </a:lnTo>
                <a:lnTo>
                  <a:pt x="819150" y="1390650"/>
                </a:lnTo>
                <a:lnTo>
                  <a:pt x="819150" y="1400175"/>
                </a:lnTo>
                <a:lnTo>
                  <a:pt x="800100" y="1400175"/>
                </a:lnTo>
                <a:lnTo>
                  <a:pt x="800100" y="1409700"/>
                </a:lnTo>
                <a:lnTo>
                  <a:pt x="781050" y="1409700"/>
                </a:lnTo>
                <a:lnTo>
                  <a:pt x="781050" y="1400175"/>
                </a:lnTo>
                <a:lnTo>
                  <a:pt x="762000" y="1400175"/>
                </a:lnTo>
                <a:lnTo>
                  <a:pt x="762000" y="1390650"/>
                </a:lnTo>
                <a:lnTo>
                  <a:pt x="800100" y="1390650"/>
                </a:lnTo>
                <a:lnTo>
                  <a:pt x="800100" y="1381125"/>
                </a:lnTo>
                <a:lnTo>
                  <a:pt x="828675" y="1381125"/>
                </a:lnTo>
                <a:close/>
                <a:moveTo>
                  <a:pt x="1162050" y="1371600"/>
                </a:moveTo>
                <a:lnTo>
                  <a:pt x="1200150" y="1371600"/>
                </a:lnTo>
                <a:lnTo>
                  <a:pt x="1200150" y="1381125"/>
                </a:lnTo>
                <a:lnTo>
                  <a:pt x="1190625" y="1381125"/>
                </a:lnTo>
                <a:lnTo>
                  <a:pt x="1190625" y="1390650"/>
                </a:lnTo>
                <a:lnTo>
                  <a:pt x="1171575" y="1390650"/>
                </a:lnTo>
                <a:lnTo>
                  <a:pt x="1171575" y="1381125"/>
                </a:lnTo>
                <a:lnTo>
                  <a:pt x="1162050" y="1381125"/>
                </a:lnTo>
                <a:close/>
                <a:moveTo>
                  <a:pt x="1228725" y="1371600"/>
                </a:moveTo>
                <a:lnTo>
                  <a:pt x="1238250" y="1371600"/>
                </a:lnTo>
                <a:lnTo>
                  <a:pt x="1238250" y="1381125"/>
                </a:lnTo>
                <a:lnTo>
                  <a:pt x="1228725" y="1381125"/>
                </a:lnTo>
                <a:close/>
                <a:moveTo>
                  <a:pt x="1333500" y="1371600"/>
                </a:moveTo>
                <a:lnTo>
                  <a:pt x="1352550" y="1371600"/>
                </a:lnTo>
                <a:lnTo>
                  <a:pt x="1352550" y="1390650"/>
                </a:lnTo>
                <a:lnTo>
                  <a:pt x="1333500" y="1390650"/>
                </a:lnTo>
                <a:close/>
                <a:moveTo>
                  <a:pt x="1524000" y="1371600"/>
                </a:moveTo>
                <a:lnTo>
                  <a:pt x="1533525" y="1371600"/>
                </a:lnTo>
                <a:lnTo>
                  <a:pt x="1533525" y="1362075"/>
                </a:lnTo>
                <a:lnTo>
                  <a:pt x="1524000" y="1362075"/>
                </a:lnTo>
                <a:close/>
                <a:moveTo>
                  <a:pt x="1676400" y="1371600"/>
                </a:moveTo>
                <a:lnTo>
                  <a:pt x="1685925" y="1371600"/>
                </a:lnTo>
                <a:lnTo>
                  <a:pt x="1685925" y="1381125"/>
                </a:lnTo>
                <a:lnTo>
                  <a:pt x="1676400" y="1381125"/>
                </a:lnTo>
                <a:close/>
                <a:moveTo>
                  <a:pt x="1790700" y="1371600"/>
                </a:moveTo>
                <a:lnTo>
                  <a:pt x="1800225" y="1371600"/>
                </a:lnTo>
                <a:lnTo>
                  <a:pt x="1800225" y="1381125"/>
                </a:lnTo>
                <a:lnTo>
                  <a:pt x="1790700" y="1381125"/>
                </a:lnTo>
                <a:close/>
                <a:moveTo>
                  <a:pt x="1838325" y="1371600"/>
                </a:moveTo>
                <a:lnTo>
                  <a:pt x="1847850" y="1371600"/>
                </a:lnTo>
                <a:lnTo>
                  <a:pt x="1847850" y="1381125"/>
                </a:lnTo>
                <a:lnTo>
                  <a:pt x="1857375" y="1381125"/>
                </a:lnTo>
                <a:lnTo>
                  <a:pt x="1857375" y="1390650"/>
                </a:lnTo>
                <a:lnTo>
                  <a:pt x="1838325" y="1390650"/>
                </a:lnTo>
                <a:close/>
                <a:moveTo>
                  <a:pt x="428625" y="1381125"/>
                </a:moveTo>
                <a:lnTo>
                  <a:pt x="447675" y="1381125"/>
                </a:lnTo>
                <a:lnTo>
                  <a:pt x="447675" y="1390650"/>
                </a:lnTo>
                <a:lnTo>
                  <a:pt x="428625" y="1390650"/>
                </a:lnTo>
                <a:close/>
                <a:moveTo>
                  <a:pt x="1209675" y="1381125"/>
                </a:moveTo>
                <a:lnTo>
                  <a:pt x="1219200" y="1381125"/>
                </a:lnTo>
                <a:lnTo>
                  <a:pt x="1219200" y="1390650"/>
                </a:lnTo>
                <a:lnTo>
                  <a:pt x="1209675" y="1390650"/>
                </a:lnTo>
                <a:close/>
                <a:moveTo>
                  <a:pt x="1781175" y="1381125"/>
                </a:moveTo>
                <a:lnTo>
                  <a:pt x="1790700" y="1381125"/>
                </a:lnTo>
                <a:lnTo>
                  <a:pt x="1790700" y="1390650"/>
                </a:lnTo>
                <a:lnTo>
                  <a:pt x="1781175" y="1390650"/>
                </a:lnTo>
                <a:close/>
                <a:moveTo>
                  <a:pt x="1800225" y="1381125"/>
                </a:moveTo>
                <a:lnTo>
                  <a:pt x="1809750" y="1381125"/>
                </a:lnTo>
                <a:lnTo>
                  <a:pt x="1809750" y="1400175"/>
                </a:lnTo>
                <a:lnTo>
                  <a:pt x="1790700" y="1400175"/>
                </a:lnTo>
                <a:lnTo>
                  <a:pt x="1790700" y="1390650"/>
                </a:lnTo>
                <a:lnTo>
                  <a:pt x="1800225" y="1390650"/>
                </a:lnTo>
                <a:close/>
                <a:moveTo>
                  <a:pt x="1143000" y="1390650"/>
                </a:moveTo>
                <a:lnTo>
                  <a:pt x="1152525" y="1390650"/>
                </a:lnTo>
                <a:lnTo>
                  <a:pt x="1152525" y="1419225"/>
                </a:lnTo>
                <a:lnTo>
                  <a:pt x="1162050" y="1419225"/>
                </a:lnTo>
                <a:lnTo>
                  <a:pt x="1162050" y="1409700"/>
                </a:lnTo>
                <a:lnTo>
                  <a:pt x="1181100" y="1409700"/>
                </a:lnTo>
                <a:lnTo>
                  <a:pt x="1181100" y="1400175"/>
                </a:lnTo>
                <a:lnTo>
                  <a:pt x="1190625" y="1400175"/>
                </a:lnTo>
                <a:lnTo>
                  <a:pt x="1190625" y="1390650"/>
                </a:lnTo>
                <a:lnTo>
                  <a:pt x="1209675" y="1390650"/>
                </a:lnTo>
                <a:lnTo>
                  <a:pt x="1209675" y="1400175"/>
                </a:lnTo>
                <a:lnTo>
                  <a:pt x="1190625" y="1400175"/>
                </a:lnTo>
                <a:lnTo>
                  <a:pt x="1190625" y="1409700"/>
                </a:lnTo>
                <a:lnTo>
                  <a:pt x="1181100" y="1409700"/>
                </a:lnTo>
                <a:lnTo>
                  <a:pt x="1181100" y="1419225"/>
                </a:lnTo>
                <a:lnTo>
                  <a:pt x="1162050" y="1419225"/>
                </a:lnTo>
                <a:lnTo>
                  <a:pt x="1162050" y="1428750"/>
                </a:lnTo>
                <a:lnTo>
                  <a:pt x="1152525" y="1428750"/>
                </a:lnTo>
                <a:lnTo>
                  <a:pt x="1152525" y="1438275"/>
                </a:lnTo>
                <a:lnTo>
                  <a:pt x="1133475" y="1438275"/>
                </a:lnTo>
                <a:lnTo>
                  <a:pt x="1133475" y="1447800"/>
                </a:lnTo>
                <a:lnTo>
                  <a:pt x="1123950" y="1447800"/>
                </a:lnTo>
                <a:lnTo>
                  <a:pt x="1123950" y="1438275"/>
                </a:lnTo>
                <a:lnTo>
                  <a:pt x="1114425" y="1438275"/>
                </a:lnTo>
                <a:lnTo>
                  <a:pt x="1114425" y="1428750"/>
                </a:lnTo>
                <a:lnTo>
                  <a:pt x="1123950" y="1428750"/>
                </a:lnTo>
                <a:lnTo>
                  <a:pt x="1123950" y="1419225"/>
                </a:lnTo>
                <a:lnTo>
                  <a:pt x="1133475" y="1419225"/>
                </a:lnTo>
                <a:lnTo>
                  <a:pt x="1133475" y="1409700"/>
                </a:lnTo>
                <a:lnTo>
                  <a:pt x="1143000" y="1409700"/>
                </a:lnTo>
                <a:close/>
                <a:moveTo>
                  <a:pt x="1724025" y="1390650"/>
                </a:moveTo>
                <a:lnTo>
                  <a:pt x="1733550" y="1390650"/>
                </a:lnTo>
                <a:lnTo>
                  <a:pt x="1733550" y="1400175"/>
                </a:lnTo>
                <a:lnTo>
                  <a:pt x="1724025" y="1400175"/>
                </a:lnTo>
                <a:close/>
                <a:moveTo>
                  <a:pt x="1828800" y="1390650"/>
                </a:moveTo>
                <a:lnTo>
                  <a:pt x="1838325" y="1390650"/>
                </a:lnTo>
                <a:lnTo>
                  <a:pt x="1838325" y="1400175"/>
                </a:lnTo>
                <a:lnTo>
                  <a:pt x="1847850" y="1400175"/>
                </a:lnTo>
                <a:lnTo>
                  <a:pt x="1847850" y="1419225"/>
                </a:lnTo>
                <a:lnTo>
                  <a:pt x="1838325" y="1419225"/>
                </a:lnTo>
                <a:lnTo>
                  <a:pt x="1838325" y="1409700"/>
                </a:lnTo>
                <a:lnTo>
                  <a:pt x="1809750" y="1409700"/>
                </a:lnTo>
                <a:lnTo>
                  <a:pt x="1809750" y="1400175"/>
                </a:lnTo>
                <a:lnTo>
                  <a:pt x="1828800" y="1400175"/>
                </a:lnTo>
                <a:close/>
                <a:moveTo>
                  <a:pt x="257175" y="1400175"/>
                </a:moveTo>
                <a:lnTo>
                  <a:pt x="266700" y="1400175"/>
                </a:lnTo>
                <a:lnTo>
                  <a:pt x="266700" y="1409700"/>
                </a:lnTo>
                <a:lnTo>
                  <a:pt x="257175" y="1409700"/>
                </a:lnTo>
                <a:close/>
                <a:moveTo>
                  <a:pt x="723900" y="1400175"/>
                </a:moveTo>
                <a:lnTo>
                  <a:pt x="733425" y="1400175"/>
                </a:lnTo>
                <a:lnTo>
                  <a:pt x="733425" y="1428750"/>
                </a:lnTo>
                <a:lnTo>
                  <a:pt x="714375" y="1428750"/>
                </a:lnTo>
                <a:lnTo>
                  <a:pt x="714375" y="1409700"/>
                </a:lnTo>
                <a:lnTo>
                  <a:pt x="723900" y="1409700"/>
                </a:lnTo>
                <a:close/>
                <a:moveTo>
                  <a:pt x="676275" y="1409700"/>
                </a:moveTo>
                <a:lnTo>
                  <a:pt x="685800" y="1409700"/>
                </a:lnTo>
                <a:lnTo>
                  <a:pt x="685800" y="1428750"/>
                </a:lnTo>
                <a:lnTo>
                  <a:pt x="695325" y="1428750"/>
                </a:lnTo>
                <a:lnTo>
                  <a:pt x="695325" y="1438275"/>
                </a:lnTo>
                <a:lnTo>
                  <a:pt x="666750" y="1438275"/>
                </a:lnTo>
                <a:lnTo>
                  <a:pt x="666750" y="1419225"/>
                </a:lnTo>
                <a:lnTo>
                  <a:pt x="676275" y="1419225"/>
                </a:lnTo>
                <a:close/>
                <a:moveTo>
                  <a:pt x="771525" y="1409700"/>
                </a:moveTo>
                <a:lnTo>
                  <a:pt x="781050" y="1409700"/>
                </a:lnTo>
                <a:lnTo>
                  <a:pt x="781050" y="1419225"/>
                </a:lnTo>
                <a:lnTo>
                  <a:pt x="771525" y="1419225"/>
                </a:lnTo>
                <a:close/>
                <a:moveTo>
                  <a:pt x="1000125" y="1409700"/>
                </a:moveTo>
                <a:lnTo>
                  <a:pt x="1009650" y="1409700"/>
                </a:lnTo>
                <a:lnTo>
                  <a:pt x="1009650" y="1419225"/>
                </a:lnTo>
                <a:lnTo>
                  <a:pt x="1000125" y="1419225"/>
                </a:lnTo>
                <a:close/>
                <a:moveTo>
                  <a:pt x="1800225" y="1409700"/>
                </a:moveTo>
                <a:lnTo>
                  <a:pt x="1809750" y="1409700"/>
                </a:lnTo>
                <a:lnTo>
                  <a:pt x="1809750" y="1447800"/>
                </a:lnTo>
                <a:lnTo>
                  <a:pt x="1800225" y="1447800"/>
                </a:lnTo>
                <a:close/>
                <a:moveTo>
                  <a:pt x="1962150" y="1409700"/>
                </a:moveTo>
                <a:lnTo>
                  <a:pt x="1971675" y="1409700"/>
                </a:lnTo>
                <a:lnTo>
                  <a:pt x="1971675" y="1419225"/>
                </a:lnTo>
                <a:lnTo>
                  <a:pt x="1962150" y="1419225"/>
                </a:lnTo>
                <a:close/>
                <a:moveTo>
                  <a:pt x="1695450" y="1419225"/>
                </a:moveTo>
                <a:lnTo>
                  <a:pt x="1704975" y="1419225"/>
                </a:lnTo>
                <a:lnTo>
                  <a:pt x="1704975" y="1428750"/>
                </a:lnTo>
                <a:lnTo>
                  <a:pt x="1695450" y="1428750"/>
                </a:lnTo>
                <a:close/>
                <a:moveTo>
                  <a:pt x="1733550" y="1419225"/>
                </a:moveTo>
                <a:lnTo>
                  <a:pt x="1743075" y="1419225"/>
                </a:lnTo>
                <a:lnTo>
                  <a:pt x="1743075" y="1428750"/>
                </a:lnTo>
                <a:lnTo>
                  <a:pt x="1733550" y="1428750"/>
                </a:lnTo>
                <a:close/>
                <a:moveTo>
                  <a:pt x="1828800" y="1419225"/>
                </a:moveTo>
                <a:lnTo>
                  <a:pt x="1838325" y="1419225"/>
                </a:lnTo>
                <a:lnTo>
                  <a:pt x="1838325" y="1428750"/>
                </a:lnTo>
                <a:lnTo>
                  <a:pt x="1828800" y="1428750"/>
                </a:lnTo>
                <a:close/>
                <a:moveTo>
                  <a:pt x="266700" y="1428750"/>
                </a:moveTo>
                <a:lnTo>
                  <a:pt x="276225" y="1428750"/>
                </a:lnTo>
                <a:lnTo>
                  <a:pt x="276225" y="1438275"/>
                </a:lnTo>
                <a:lnTo>
                  <a:pt x="266700" y="1438275"/>
                </a:lnTo>
                <a:close/>
                <a:moveTo>
                  <a:pt x="876300" y="1428750"/>
                </a:moveTo>
                <a:lnTo>
                  <a:pt x="885825" y="1428750"/>
                </a:lnTo>
                <a:lnTo>
                  <a:pt x="885825" y="1438275"/>
                </a:lnTo>
                <a:lnTo>
                  <a:pt x="876300" y="1438275"/>
                </a:lnTo>
                <a:close/>
                <a:moveTo>
                  <a:pt x="914400" y="1428750"/>
                </a:moveTo>
                <a:lnTo>
                  <a:pt x="923925" y="1428750"/>
                </a:lnTo>
                <a:lnTo>
                  <a:pt x="923925" y="1447800"/>
                </a:lnTo>
                <a:lnTo>
                  <a:pt x="914400" y="1447800"/>
                </a:lnTo>
                <a:close/>
                <a:moveTo>
                  <a:pt x="1590675" y="1428750"/>
                </a:moveTo>
                <a:lnTo>
                  <a:pt x="1600200" y="1428750"/>
                </a:lnTo>
                <a:lnTo>
                  <a:pt x="1600200" y="1419225"/>
                </a:lnTo>
                <a:lnTo>
                  <a:pt x="1590675" y="1419225"/>
                </a:lnTo>
                <a:close/>
                <a:moveTo>
                  <a:pt x="123825" y="1438275"/>
                </a:moveTo>
                <a:lnTo>
                  <a:pt x="133350" y="1438275"/>
                </a:lnTo>
                <a:lnTo>
                  <a:pt x="133350" y="1457325"/>
                </a:lnTo>
                <a:lnTo>
                  <a:pt x="123825" y="1457325"/>
                </a:lnTo>
                <a:close/>
                <a:moveTo>
                  <a:pt x="600075" y="1438275"/>
                </a:moveTo>
                <a:lnTo>
                  <a:pt x="628650" y="1438275"/>
                </a:lnTo>
                <a:lnTo>
                  <a:pt x="628650" y="1457325"/>
                </a:lnTo>
                <a:lnTo>
                  <a:pt x="609600" y="1457325"/>
                </a:lnTo>
                <a:lnTo>
                  <a:pt x="609600" y="1447800"/>
                </a:lnTo>
                <a:lnTo>
                  <a:pt x="600075" y="1447800"/>
                </a:lnTo>
                <a:close/>
                <a:moveTo>
                  <a:pt x="828675" y="1438275"/>
                </a:moveTo>
                <a:lnTo>
                  <a:pt x="847725" y="1438275"/>
                </a:lnTo>
                <a:lnTo>
                  <a:pt x="847725" y="1447800"/>
                </a:lnTo>
                <a:lnTo>
                  <a:pt x="828675" y="1447800"/>
                </a:lnTo>
                <a:close/>
                <a:moveTo>
                  <a:pt x="1009650" y="1438275"/>
                </a:moveTo>
                <a:lnTo>
                  <a:pt x="1019175" y="1438275"/>
                </a:lnTo>
                <a:lnTo>
                  <a:pt x="1019175" y="1447800"/>
                </a:lnTo>
                <a:lnTo>
                  <a:pt x="1009650" y="1447800"/>
                </a:lnTo>
                <a:close/>
                <a:moveTo>
                  <a:pt x="1362075" y="1438275"/>
                </a:moveTo>
                <a:lnTo>
                  <a:pt x="1371600" y="1438275"/>
                </a:lnTo>
                <a:lnTo>
                  <a:pt x="1371600" y="1447800"/>
                </a:lnTo>
                <a:lnTo>
                  <a:pt x="1381125" y="1447800"/>
                </a:lnTo>
                <a:lnTo>
                  <a:pt x="1381125" y="1476375"/>
                </a:lnTo>
                <a:lnTo>
                  <a:pt x="1371600" y="1476375"/>
                </a:lnTo>
                <a:lnTo>
                  <a:pt x="1371600" y="1466850"/>
                </a:lnTo>
                <a:lnTo>
                  <a:pt x="1362075" y="1466850"/>
                </a:lnTo>
                <a:close/>
                <a:moveTo>
                  <a:pt x="466725" y="1447800"/>
                </a:moveTo>
                <a:lnTo>
                  <a:pt x="485775" y="1447800"/>
                </a:lnTo>
                <a:lnTo>
                  <a:pt x="485775" y="1457325"/>
                </a:lnTo>
                <a:lnTo>
                  <a:pt x="466725" y="1457325"/>
                </a:lnTo>
                <a:close/>
                <a:moveTo>
                  <a:pt x="819150" y="1447800"/>
                </a:moveTo>
                <a:lnTo>
                  <a:pt x="828675" y="1447800"/>
                </a:lnTo>
                <a:lnTo>
                  <a:pt x="828675" y="1466850"/>
                </a:lnTo>
                <a:lnTo>
                  <a:pt x="819150" y="1466850"/>
                </a:lnTo>
                <a:close/>
                <a:moveTo>
                  <a:pt x="1704975" y="1447800"/>
                </a:moveTo>
                <a:lnTo>
                  <a:pt x="1714500" y="1447800"/>
                </a:lnTo>
                <a:lnTo>
                  <a:pt x="1714500" y="1466850"/>
                </a:lnTo>
                <a:lnTo>
                  <a:pt x="1704975" y="1466850"/>
                </a:lnTo>
                <a:close/>
                <a:moveTo>
                  <a:pt x="1743075" y="1447800"/>
                </a:moveTo>
                <a:lnTo>
                  <a:pt x="1752600" y="1447800"/>
                </a:lnTo>
                <a:lnTo>
                  <a:pt x="1752600" y="1457325"/>
                </a:lnTo>
                <a:lnTo>
                  <a:pt x="1743075" y="1457325"/>
                </a:lnTo>
                <a:close/>
                <a:moveTo>
                  <a:pt x="1809750" y="1447800"/>
                </a:moveTo>
                <a:lnTo>
                  <a:pt x="1819275" y="1447800"/>
                </a:lnTo>
                <a:lnTo>
                  <a:pt x="1819275" y="1457325"/>
                </a:lnTo>
                <a:lnTo>
                  <a:pt x="1809750" y="1457325"/>
                </a:lnTo>
                <a:close/>
                <a:moveTo>
                  <a:pt x="276225" y="1457325"/>
                </a:moveTo>
                <a:lnTo>
                  <a:pt x="285750" y="1457325"/>
                </a:lnTo>
                <a:lnTo>
                  <a:pt x="285750" y="1466850"/>
                </a:lnTo>
                <a:lnTo>
                  <a:pt x="276225" y="1466850"/>
                </a:lnTo>
                <a:close/>
                <a:moveTo>
                  <a:pt x="561975" y="1457325"/>
                </a:moveTo>
                <a:lnTo>
                  <a:pt x="571500" y="1457325"/>
                </a:lnTo>
                <a:lnTo>
                  <a:pt x="571500" y="1466850"/>
                </a:lnTo>
                <a:lnTo>
                  <a:pt x="561975" y="1466850"/>
                </a:lnTo>
                <a:close/>
                <a:moveTo>
                  <a:pt x="600075" y="1457325"/>
                </a:moveTo>
                <a:lnTo>
                  <a:pt x="609600" y="1457325"/>
                </a:lnTo>
                <a:lnTo>
                  <a:pt x="609600" y="1466850"/>
                </a:lnTo>
                <a:lnTo>
                  <a:pt x="600075" y="1466850"/>
                </a:lnTo>
                <a:close/>
                <a:moveTo>
                  <a:pt x="847725" y="1457325"/>
                </a:moveTo>
                <a:lnTo>
                  <a:pt x="857250" y="1457325"/>
                </a:lnTo>
                <a:lnTo>
                  <a:pt x="857250" y="1466850"/>
                </a:lnTo>
                <a:lnTo>
                  <a:pt x="847725" y="1466850"/>
                </a:lnTo>
                <a:close/>
                <a:moveTo>
                  <a:pt x="466725" y="1466850"/>
                </a:moveTo>
                <a:lnTo>
                  <a:pt x="485775" y="1466850"/>
                </a:lnTo>
                <a:lnTo>
                  <a:pt x="485775" y="1476375"/>
                </a:lnTo>
                <a:lnTo>
                  <a:pt x="476250" y="1476375"/>
                </a:lnTo>
                <a:lnTo>
                  <a:pt x="476250" y="1504950"/>
                </a:lnTo>
                <a:lnTo>
                  <a:pt x="457200" y="1504950"/>
                </a:lnTo>
                <a:lnTo>
                  <a:pt x="457200" y="1485900"/>
                </a:lnTo>
                <a:lnTo>
                  <a:pt x="466725" y="1485900"/>
                </a:lnTo>
                <a:close/>
                <a:moveTo>
                  <a:pt x="504825" y="1466850"/>
                </a:moveTo>
                <a:lnTo>
                  <a:pt x="523875" y="1466850"/>
                </a:lnTo>
                <a:lnTo>
                  <a:pt x="523875" y="1476375"/>
                </a:lnTo>
                <a:lnTo>
                  <a:pt x="504825" y="1476375"/>
                </a:lnTo>
                <a:close/>
                <a:moveTo>
                  <a:pt x="571500" y="1466850"/>
                </a:moveTo>
                <a:lnTo>
                  <a:pt x="581025" y="1466850"/>
                </a:lnTo>
                <a:lnTo>
                  <a:pt x="581025" y="1476375"/>
                </a:lnTo>
                <a:lnTo>
                  <a:pt x="571500" y="1476375"/>
                </a:lnTo>
                <a:close/>
                <a:moveTo>
                  <a:pt x="1038225" y="1466850"/>
                </a:moveTo>
                <a:lnTo>
                  <a:pt x="1047750" y="1466850"/>
                </a:lnTo>
                <a:lnTo>
                  <a:pt x="1047750" y="1476375"/>
                </a:lnTo>
                <a:lnTo>
                  <a:pt x="1038225" y="1476375"/>
                </a:lnTo>
                <a:close/>
                <a:moveTo>
                  <a:pt x="1447800" y="1466850"/>
                </a:moveTo>
                <a:lnTo>
                  <a:pt x="1457325" y="1466850"/>
                </a:lnTo>
                <a:lnTo>
                  <a:pt x="1457325" y="1447800"/>
                </a:lnTo>
                <a:lnTo>
                  <a:pt x="1447800" y="1447800"/>
                </a:lnTo>
                <a:close/>
                <a:moveTo>
                  <a:pt x="495300" y="1476375"/>
                </a:moveTo>
                <a:lnTo>
                  <a:pt x="504825" y="1476375"/>
                </a:lnTo>
                <a:lnTo>
                  <a:pt x="504825" y="1485900"/>
                </a:lnTo>
                <a:lnTo>
                  <a:pt x="495300" y="1485900"/>
                </a:lnTo>
                <a:close/>
                <a:moveTo>
                  <a:pt x="523875" y="1476375"/>
                </a:moveTo>
                <a:lnTo>
                  <a:pt x="533400" y="1476375"/>
                </a:lnTo>
                <a:lnTo>
                  <a:pt x="533400" y="1485900"/>
                </a:lnTo>
                <a:lnTo>
                  <a:pt x="523875" y="1485900"/>
                </a:lnTo>
                <a:close/>
                <a:moveTo>
                  <a:pt x="752475" y="1476375"/>
                </a:moveTo>
                <a:lnTo>
                  <a:pt x="771525" y="1476375"/>
                </a:lnTo>
                <a:lnTo>
                  <a:pt x="771525" y="1485900"/>
                </a:lnTo>
                <a:lnTo>
                  <a:pt x="762000" y="1485900"/>
                </a:lnTo>
                <a:lnTo>
                  <a:pt x="762000" y="1495425"/>
                </a:lnTo>
                <a:lnTo>
                  <a:pt x="752475" y="1495425"/>
                </a:lnTo>
                <a:close/>
                <a:moveTo>
                  <a:pt x="1695450" y="1476375"/>
                </a:moveTo>
                <a:lnTo>
                  <a:pt x="1704975" y="1476375"/>
                </a:lnTo>
                <a:lnTo>
                  <a:pt x="1704975" y="1485900"/>
                </a:lnTo>
                <a:lnTo>
                  <a:pt x="1714500" y="1485900"/>
                </a:lnTo>
                <a:lnTo>
                  <a:pt x="1714500" y="1495425"/>
                </a:lnTo>
                <a:lnTo>
                  <a:pt x="1685925" y="1495425"/>
                </a:lnTo>
                <a:lnTo>
                  <a:pt x="1685925" y="1485900"/>
                </a:lnTo>
                <a:lnTo>
                  <a:pt x="1695450" y="1485900"/>
                </a:lnTo>
                <a:close/>
                <a:moveTo>
                  <a:pt x="1752600" y="1476375"/>
                </a:moveTo>
                <a:lnTo>
                  <a:pt x="1762125" y="1476375"/>
                </a:lnTo>
                <a:lnTo>
                  <a:pt x="1762125" y="1485900"/>
                </a:lnTo>
                <a:lnTo>
                  <a:pt x="1752600" y="1485900"/>
                </a:lnTo>
                <a:close/>
                <a:moveTo>
                  <a:pt x="1971675" y="1476375"/>
                </a:moveTo>
                <a:lnTo>
                  <a:pt x="1981200" y="1476375"/>
                </a:lnTo>
                <a:lnTo>
                  <a:pt x="1981200" y="1485900"/>
                </a:lnTo>
                <a:lnTo>
                  <a:pt x="1971675" y="1485900"/>
                </a:lnTo>
                <a:close/>
                <a:moveTo>
                  <a:pt x="285750" y="1485900"/>
                </a:moveTo>
                <a:lnTo>
                  <a:pt x="295275" y="1485900"/>
                </a:lnTo>
                <a:lnTo>
                  <a:pt x="295275" y="1495425"/>
                </a:lnTo>
                <a:lnTo>
                  <a:pt x="285750" y="1495425"/>
                </a:lnTo>
                <a:close/>
                <a:moveTo>
                  <a:pt x="514350" y="1485900"/>
                </a:moveTo>
                <a:lnTo>
                  <a:pt x="523875" y="1485900"/>
                </a:lnTo>
                <a:lnTo>
                  <a:pt x="523875" y="1495425"/>
                </a:lnTo>
                <a:lnTo>
                  <a:pt x="514350" y="1495425"/>
                </a:lnTo>
                <a:close/>
                <a:moveTo>
                  <a:pt x="723900" y="1495425"/>
                </a:moveTo>
                <a:lnTo>
                  <a:pt x="733425" y="1495425"/>
                </a:lnTo>
                <a:lnTo>
                  <a:pt x="733425" y="1504950"/>
                </a:lnTo>
                <a:lnTo>
                  <a:pt x="723900" y="1504950"/>
                </a:lnTo>
                <a:close/>
                <a:moveTo>
                  <a:pt x="1047750" y="1495425"/>
                </a:moveTo>
                <a:lnTo>
                  <a:pt x="1057275" y="1495425"/>
                </a:lnTo>
                <a:lnTo>
                  <a:pt x="1057275" y="1524000"/>
                </a:lnTo>
                <a:lnTo>
                  <a:pt x="1066800" y="1524000"/>
                </a:lnTo>
                <a:lnTo>
                  <a:pt x="1066800" y="1552575"/>
                </a:lnTo>
                <a:lnTo>
                  <a:pt x="1076325" y="1552575"/>
                </a:lnTo>
                <a:lnTo>
                  <a:pt x="1076325" y="1571625"/>
                </a:lnTo>
                <a:lnTo>
                  <a:pt x="1066800" y="1571625"/>
                </a:lnTo>
                <a:lnTo>
                  <a:pt x="1066800" y="1581150"/>
                </a:lnTo>
                <a:lnTo>
                  <a:pt x="1057275" y="1581150"/>
                </a:lnTo>
                <a:lnTo>
                  <a:pt x="1057275" y="1552575"/>
                </a:lnTo>
                <a:lnTo>
                  <a:pt x="1047750" y="1552575"/>
                </a:lnTo>
                <a:lnTo>
                  <a:pt x="1047750" y="1524000"/>
                </a:lnTo>
                <a:lnTo>
                  <a:pt x="1038225" y="1524000"/>
                </a:lnTo>
                <a:lnTo>
                  <a:pt x="1038225" y="1504950"/>
                </a:lnTo>
                <a:lnTo>
                  <a:pt x="1047750" y="1504950"/>
                </a:lnTo>
                <a:close/>
                <a:moveTo>
                  <a:pt x="1504950" y="1495425"/>
                </a:moveTo>
                <a:lnTo>
                  <a:pt x="1514475" y="1495425"/>
                </a:lnTo>
                <a:lnTo>
                  <a:pt x="1514475" y="1504950"/>
                </a:lnTo>
                <a:lnTo>
                  <a:pt x="1504950" y="1504950"/>
                </a:lnTo>
                <a:close/>
                <a:moveTo>
                  <a:pt x="571500" y="1504950"/>
                </a:moveTo>
                <a:lnTo>
                  <a:pt x="590550" y="1504950"/>
                </a:lnTo>
                <a:lnTo>
                  <a:pt x="590550" y="1524000"/>
                </a:lnTo>
                <a:lnTo>
                  <a:pt x="571500" y="1524000"/>
                </a:lnTo>
                <a:lnTo>
                  <a:pt x="571500" y="1533525"/>
                </a:lnTo>
                <a:lnTo>
                  <a:pt x="552450" y="1533525"/>
                </a:lnTo>
                <a:lnTo>
                  <a:pt x="552450" y="1524000"/>
                </a:lnTo>
                <a:lnTo>
                  <a:pt x="561975" y="1524000"/>
                </a:lnTo>
                <a:lnTo>
                  <a:pt x="561975" y="1514475"/>
                </a:lnTo>
                <a:lnTo>
                  <a:pt x="571500" y="1514475"/>
                </a:lnTo>
                <a:close/>
                <a:moveTo>
                  <a:pt x="657225" y="1504950"/>
                </a:moveTo>
                <a:lnTo>
                  <a:pt x="666750" y="1504950"/>
                </a:lnTo>
                <a:lnTo>
                  <a:pt x="666750" y="1524000"/>
                </a:lnTo>
                <a:lnTo>
                  <a:pt x="657225" y="1524000"/>
                </a:lnTo>
                <a:close/>
                <a:moveTo>
                  <a:pt x="1495425" y="1504950"/>
                </a:moveTo>
                <a:lnTo>
                  <a:pt x="1504950" y="1504950"/>
                </a:lnTo>
                <a:lnTo>
                  <a:pt x="1504950" y="1533525"/>
                </a:lnTo>
                <a:lnTo>
                  <a:pt x="1524000" y="1533525"/>
                </a:lnTo>
                <a:lnTo>
                  <a:pt x="1524000" y="1543050"/>
                </a:lnTo>
                <a:lnTo>
                  <a:pt x="1552575" y="1543050"/>
                </a:lnTo>
                <a:lnTo>
                  <a:pt x="1552575" y="1571625"/>
                </a:lnTo>
                <a:lnTo>
                  <a:pt x="1533525" y="1571625"/>
                </a:lnTo>
                <a:lnTo>
                  <a:pt x="1533525" y="1590675"/>
                </a:lnTo>
                <a:lnTo>
                  <a:pt x="1514475" y="1590675"/>
                </a:lnTo>
                <a:lnTo>
                  <a:pt x="1514475" y="1600200"/>
                </a:lnTo>
                <a:lnTo>
                  <a:pt x="1504950" y="1600200"/>
                </a:lnTo>
                <a:lnTo>
                  <a:pt x="1504950" y="1590675"/>
                </a:lnTo>
                <a:lnTo>
                  <a:pt x="1485900" y="1590675"/>
                </a:lnTo>
                <a:lnTo>
                  <a:pt x="1485900" y="1571625"/>
                </a:lnTo>
                <a:lnTo>
                  <a:pt x="1476375" y="1571625"/>
                </a:lnTo>
                <a:lnTo>
                  <a:pt x="1476375" y="1581150"/>
                </a:lnTo>
                <a:lnTo>
                  <a:pt x="1457325" y="1581150"/>
                </a:lnTo>
                <a:lnTo>
                  <a:pt x="1457325" y="1571625"/>
                </a:lnTo>
                <a:lnTo>
                  <a:pt x="1466850" y="1571625"/>
                </a:lnTo>
                <a:lnTo>
                  <a:pt x="1466850" y="1562100"/>
                </a:lnTo>
                <a:lnTo>
                  <a:pt x="1476375" y="1562100"/>
                </a:lnTo>
                <a:lnTo>
                  <a:pt x="1476375" y="1543050"/>
                </a:lnTo>
                <a:lnTo>
                  <a:pt x="1485900" y="1543050"/>
                </a:lnTo>
                <a:lnTo>
                  <a:pt x="1485900" y="1533525"/>
                </a:lnTo>
                <a:lnTo>
                  <a:pt x="1495425" y="1533525"/>
                </a:lnTo>
                <a:close/>
                <a:moveTo>
                  <a:pt x="1666875" y="1504950"/>
                </a:moveTo>
                <a:lnTo>
                  <a:pt x="1676400" y="1504950"/>
                </a:lnTo>
                <a:lnTo>
                  <a:pt x="1676400" y="1533525"/>
                </a:lnTo>
                <a:lnTo>
                  <a:pt x="1666875" y="1533525"/>
                </a:lnTo>
                <a:close/>
                <a:moveTo>
                  <a:pt x="1762125" y="1504950"/>
                </a:moveTo>
                <a:lnTo>
                  <a:pt x="1771650" y="1504950"/>
                </a:lnTo>
                <a:lnTo>
                  <a:pt x="1771650" y="1514475"/>
                </a:lnTo>
                <a:lnTo>
                  <a:pt x="1762125" y="1514475"/>
                </a:lnTo>
                <a:close/>
                <a:moveTo>
                  <a:pt x="295275" y="1514475"/>
                </a:moveTo>
                <a:lnTo>
                  <a:pt x="304800" y="1514475"/>
                </a:lnTo>
                <a:lnTo>
                  <a:pt x="304800" y="1524000"/>
                </a:lnTo>
                <a:lnTo>
                  <a:pt x="295275" y="1524000"/>
                </a:lnTo>
                <a:close/>
                <a:moveTo>
                  <a:pt x="114300" y="1524000"/>
                </a:moveTo>
                <a:lnTo>
                  <a:pt x="123825" y="1524000"/>
                </a:lnTo>
                <a:lnTo>
                  <a:pt x="123825" y="1543050"/>
                </a:lnTo>
                <a:lnTo>
                  <a:pt x="114300" y="1543050"/>
                </a:lnTo>
                <a:close/>
                <a:moveTo>
                  <a:pt x="809625" y="1524000"/>
                </a:moveTo>
                <a:lnTo>
                  <a:pt x="847725" y="1524000"/>
                </a:lnTo>
                <a:lnTo>
                  <a:pt x="847725" y="1543050"/>
                </a:lnTo>
                <a:lnTo>
                  <a:pt x="819150" y="1543050"/>
                </a:lnTo>
                <a:lnTo>
                  <a:pt x="819150" y="1533525"/>
                </a:lnTo>
                <a:lnTo>
                  <a:pt x="809625" y="1533525"/>
                </a:lnTo>
                <a:close/>
                <a:moveTo>
                  <a:pt x="1543050" y="1524000"/>
                </a:moveTo>
                <a:lnTo>
                  <a:pt x="1552575" y="1524000"/>
                </a:lnTo>
                <a:lnTo>
                  <a:pt x="1552575" y="1533525"/>
                </a:lnTo>
                <a:lnTo>
                  <a:pt x="1543050" y="1533525"/>
                </a:lnTo>
                <a:close/>
                <a:moveTo>
                  <a:pt x="533400" y="1533525"/>
                </a:moveTo>
                <a:lnTo>
                  <a:pt x="552450" y="1533525"/>
                </a:lnTo>
                <a:lnTo>
                  <a:pt x="552450" y="1543050"/>
                </a:lnTo>
                <a:lnTo>
                  <a:pt x="533400" y="1543050"/>
                </a:lnTo>
                <a:close/>
                <a:moveTo>
                  <a:pt x="609600" y="1533525"/>
                </a:moveTo>
                <a:lnTo>
                  <a:pt x="619125" y="1533525"/>
                </a:lnTo>
                <a:lnTo>
                  <a:pt x="619125" y="1543050"/>
                </a:lnTo>
                <a:lnTo>
                  <a:pt x="609600" y="1543050"/>
                </a:lnTo>
                <a:close/>
                <a:moveTo>
                  <a:pt x="504825" y="1543050"/>
                </a:moveTo>
                <a:lnTo>
                  <a:pt x="514350" y="1543050"/>
                </a:lnTo>
                <a:lnTo>
                  <a:pt x="514350" y="1552575"/>
                </a:lnTo>
                <a:lnTo>
                  <a:pt x="504825" y="1552575"/>
                </a:lnTo>
                <a:close/>
                <a:moveTo>
                  <a:pt x="742950" y="1543050"/>
                </a:moveTo>
                <a:lnTo>
                  <a:pt x="762000" y="1543050"/>
                </a:lnTo>
                <a:lnTo>
                  <a:pt x="762000" y="1552575"/>
                </a:lnTo>
                <a:lnTo>
                  <a:pt x="742950" y="1552575"/>
                </a:lnTo>
                <a:close/>
                <a:moveTo>
                  <a:pt x="809625" y="1543050"/>
                </a:moveTo>
                <a:lnTo>
                  <a:pt x="819150" y="1543050"/>
                </a:lnTo>
                <a:lnTo>
                  <a:pt x="819150" y="1552575"/>
                </a:lnTo>
                <a:lnTo>
                  <a:pt x="809625" y="1552575"/>
                </a:lnTo>
                <a:close/>
                <a:moveTo>
                  <a:pt x="904875" y="1543050"/>
                </a:moveTo>
                <a:lnTo>
                  <a:pt x="914400" y="1543050"/>
                </a:lnTo>
                <a:lnTo>
                  <a:pt x="914400" y="1562100"/>
                </a:lnTo>
                <a:lnTo>
                  <a:pt x="904875" y="1562100"/>
                </a:lnTo>
                <a:close/>
                <a:moveTo>
                  <a:pt x="1695450" y="1543050"/>
                </a:moveTo>
                <a:lnTo>
                  <a:pt x="1704975" y="1543050"/>
                </a:lnTo>
                <a:lnTo>
                  <a:pt x="1704975" y="1552575"/>
                </a:lnTo>
                <a:lnTo>
                  <a:pt x="1695450" y="1552575"/>
                </a:lnTo>
                <a:close/>
                <a:moveTo>
                  <a:pt x="1733550" y="1543050"/>
                </a:moveTo>
                <a:lnTo>
                  <a:pt x="1743075" y="1543050"/>
                </a:lnTo>
                <a:lnTo>
                  <a:pt x="1743075" y="1552575"/>
                </a:lnTo>
                <a:lnTo>
                  <a:pt x="1733550" y="1552575"/>
                </a:lnTo>
                <a:close/>
                <a:moveTo>
                  <a:pt x="409575" y="1552575"/>
                </a:moveTo>
                <a:lnTo>
                  <a:pt x="419100" y="1552575"/>
                </a:lnTo>
                <a:lnTo>
                  <a:pt x="419100" y="1562100"/>
                </a:lnTo>
                <a:lnTo>
                  <a:pt x="409575" y="1562100"/>
                </a:lnTo>
                <a:close/>
                <a:moveTo>
                  <a:pt x="561975" y="1552575"/>
                </a:moveTo>
                <a:lnTo>
                  <a:pt x="571500" y="1552575"/>
                </a:lnTo>
                <a:lnTo>
                  <a:pt x="571500" y="1562100"/>
                </a:lnTo>
                <a:lnTo>
                  <a:pt x="561975" y="1562100"/>
                </a:lnTo>
                <a:close/>
                <a:moveTo>
                  <a:pt x="1419225" y="1552575"/>
                </a:moveTo>
                <a:lnTo>
                  <a:pt x="1428750" y="1552575"/>
                </a:lnTo>
                <a:lnTo>
                  <a:pt x="1428750" y="1600200"/>
                </a:lnTo>
                <a:lnTo>
                  <a:pt x="1419225" y="1600200"/>
                </a:lnTo>
                <a:lnTo>
                  <a:pt x="1419225" y="1609725"/>
                </a:lnTo>
                <a:lnTo>
                  <a:pt x="1409700" y="1609725"/>
                </a:lnTo>
                <a:lnTo>
                  <a:pt x="1409700" y="1600200"/>
                </a:lnTo>
                <a:lnTo>
                  <a:pt x="1400175" y="1600200"/>
                </a:lnTo>
                <a:lnTo>
                  <a:pt x="1400175" y="1590675"/>
                </a:lnTo>
                <a:lnTo>
                  <a:pt x="1390650" y="1590675"/>
                </a:lnTo>
                <a:lnTo>
                  <a:pt x="1390650" y="1581150"/>
                </a:lnTo>
                <a:lnTo>
                  <a:pt x="1400175" y="1581150"/>
                </a:lnTo>
                <a:lnTo>
                  <a:pt x="1400175" y="1590675"/>
                </a:lnTo>
                <a:lnTo>
                  <a:pt x="1409700" y="1590675"/>
                </a:lnTo>
                <a:lnTo>
                  <a:pt x="1409700" y="1581150"/>
                </a:lnTo>
                <a:lnTo>
                  <a:pt x="1419225" y="1581150"/>
                </a:lnTo>
                <a:close/>
                <a:moveTo>
                  <a:pt x="485775" y="1562100"/>
                </a:moveTo>
                <a:lnTo>
                  <a:pt x="495300" y="1562100"/>
                </a:lnTo>
                <a:lnTo>
                  <a:pt x="495300" y="1571625"/>
                </a:lnTo>
                <a:lnTo>
                  <a:pt x="485775" y="1571625"/>
                </a:lnTo>
                <a:close/>
                <a:moveTo>
                  <a:pt x="523875" y="1562100"/>
                </a:moveTo>
                <a:lnTo>
                  <a:pt x="542925" y="1562100"/>
                </a:lnTo>
                <a:lnTo>
                  <a:pt x="542925" y="1571625"/>
                </a:lnTo>
                <a:lnTo>
                  <a:pt x="523875" y="1571625"/>
                </a:lnTo>
                <a:close/>
                <a:moveTo>
                  <a:pt x="1438275" y="1562100"/>
                </a:moveTo>
                <a:lnTo>
                  <a:pt x="1447800" y="1562100"/>
                </a:lnTo>
                <a:lnTo>
                  <a:pt x="1447800" y="1571625"/>
                </a:lnTo>
                <a:lnTo>
                  <a:pt x="1438275" y="1571625"/>
                </a:lnTo>
                <a:close/>
                <a:moveTo>
                  <a:pt x="1666875" y="1562100"/>
                </a:moveTo>
                <a:lnTo>
                  <a:pt x="1676400" y="1562100"/>
                </a:lnTo>
                <a:lnTo>
                  <a:pt x="1676400" y="1571625"/>
                </a:lnTo>
                <a:lnTo>
                  <a:pt x="1695450" y="1571625"/>
                </a:lnTo>
                <a:lnTo>
                  <a:pt x="1695450" y="1562100"/>
                </a:lnTo>
                <a:lnTo>
                  <a:pt x="1704975" y="1562100"/>
                </a:lnTo>
                <a:lnTo>
                  <a:pt x="1704975" y="1571625"/>
                </a:lnTo>
                <a:lnTo>
                  <a:pt x="1695450" y="1571625"/>
                </a:lnTo>
                <a:lnTo>
                  <a:pt x="1695450" y="1581150"/>
                </a:lnTo>
                <a:lnTo>
                  <a:pt x="1685925" y="1581150"/>
                </a:lnTo>
                <a:lnTo>
                  <a:pt x="1685925" y="1590675"/>
                </a:lnTo>
                <a:lnTo>
                  <a:pt x="1676400" y="1590675"/>
                </a:lnTo>
                <a:lnTo>
                  <a:pt x="1676400" y="1600200"/>
                </a:lnTo>
                <a:lnTo>
                  <a:pt x="1666875" y="1600200"/>
                </a:lnTo>
                <a:close/>
                <a:moveTo>
                  <a:pt x="1781175" y="1562100"/>
                </a:moveTo>
                <a:lnTo>
                  <a:pt x="1790700" y="1562100"/>
                </a:lnTo>
                <a:lnTo>
                  <a:pt x="1790700" y="1571625"/>
                </a:lnTo>
                <a:lnTo>
                  <a:pt x="1781175" y="1571625"/>
                </a:lnTo>
                <a:close/>
                <a:moveTo>
                  <a:pt x="495300" y="1571625"/>
                </a:moveTo>
                <a:lnTo>
                  <a:pt x="514350" y="1571625"/>
                </a:lnTo>
                <a:lnTo>
                  <a:pt x="514350" y="1581150"/>
                </a:lnTo>
                <a:lnTo>
                  <a:pt x="495300" y="1581150"/>
                </a:lnTo>
                <a:close/>
                <a:moveTo>
                  <a:pt x="723900" y="1571625"/>
                </a:moveTo>
                <a:lnTo>
                  <a:pt x="742950" y="1571625"/>
                </a:lnTo>
                <a:lnTo>
                  <a:pt x="742950" y="1581150"/>
                </a:lnTo>
                <a:lnTo>
                  <a:pt x="723900" y="1581150"/>
                </a:lnTo>
                <a:close/>
                <a:moveTo>
                  <a:pt x="1743075" y="1571625"/>
                </a:moveTo>
                <a:lnTo>
                  <a:pt x="1752600" y="1571625"/>
                </a:lnTo>
                <a:lnTo>
                  <a:pt x="1752600" y="1581150"/>
                </a:lnTo>
                <a:lnTo>
                  <a:pt x="1743075" y="1581150"/>
                </a:lnTo>
                <a:close/>
                <a:moveTo>
                  <a:pt x="419100" y="1581150"/>
                </a:moveTo>
                <a:lnTo>
                  <a:pt x="428625" y="1581150"/>
                </a:lnTo>
                <a:lnTo>
                  <a:pt x="428625" y="1590675"/>
                </a:lnTo>
                <a:lnTo>
                  <a:pt x="419100" y="1590675"/>
                </a:lnTo>
                <a:close/>
                <a:moveTo>
                  <a:pt x="647700" y="1581150"/>
                </a:moveTo>
                <a:lnTo>
                  <a:pt x="657225" y="1581150"/>
                </a:lnTo>
                <a:lnTo>
                  <a:pt x="657225" y="1600200"/>
                </a:lnTo>
                <a:lnTo>
                  <a:pt x="647700" y="1600200"/>
                </a:lnTo>
                <a:lnTo>
                  <a:pt x="647700" y="1609725"/>
                </a:lnTo>
                <a:lnTo>
                  <a:pt x="638175" y="1609725"/>
                </a:lnTo>
                <a:lnTo>
                  <a:pt x="638175" y="1590675"/>
                </a:lnTo>
                <a:lnTo>
                  <a:pt x="647700" y="1590675"/>
                </a:lnTo>
                <a:close/>
                <a:moveTo>
                  <a:pt x="866775" y="1581150"/>
                </a:moveTo>
                <a:lnTo>
                  <a:pt x="885825" y="1581150"/>
                </a:lnTo>
                <a:lnTo>
                  <a:pt x="885825" y="1590675"/>
                </a:lnTo>
                <a:lnTo>
                  <a:pt x="904875" y="1590675"/>
                </a:lnTo>
                <a:lnTo>
                  <a:pt x="904875" y="1581150"/>
                </a:lnTo>
                <a:lnTo>
                  <a:pt x="914400" y="1581150"/>
                </a:lnTo>
                <a:lnTo>
                  <a:pt x="914400" y="1590675"/>
                </a:lnTo>
                <a:lnTo>
                  <a:pt x="923925" y="1590675"/>
                </a:lnTo>
                <a:lnTo>
                  <a:pt x="923925" y="1609725"/>
                </a:lnTo>
                <a:lnTo>
                  <a:pt x="914400" y="1609725"/>
                </a:lnTo>
                <a:lnTo>
                  <a:pt x="914400" y="1619250"/>
                </a:lnTo>
                <a:lnTo>
                  <a:pt x="857250" y="1619250"/>
                </a:lnTo>
                <a:lnTo>
                  <a:pt x="857250" y="1638300"/>
                </a:lnTo>
                <a:lnTo>
                  <a:pt x="847725" y="1638300"/>
                </a:lnTo>
                <a:lnTo>
                  <a:pt x="847725" y="1628775"/>
                </a:lnTo>
                <a:lnTo>
                  <a:pt x="838200" y="1628775"/>
                </a:lnTo>
                <a:lnTo>
                  <a:pt x="838200" y="1638300"/>
                </a:lnTo>
                <a:lnTo>
                  <a:pt x="828675" y="1638300"/>
                </a:lnTo>
                <a:lnTo>
                  <a:pt x="828675" y="1628775"/>
                </a:lnTo>
                <a:lnTo>
                  <a:pt x="819150" y="1628775"/>
                </a:lnTo>
                <a:lnTo>
                  <a:pt x="819150" y="1619250"/>
                </a:lnTo>
                <a:lnTo>
                  <a:pt x="828675" y="1619250"/>
                </a:lnTo>
                <a:lnTo>
                  <a:pt x="828675" y="1609725"/>
                </a:lnTo>
                <a:lnTo>
                  <a:pt x="838200" y="1609725"/>
                </a:lnTo>
                <a:lnTo>
                  <a:pt x="838200" y="1600200"/>
                </a:lnTo>
                <a:lnTo>
                  <a:pt x="847725" y="1600200"/>
                </a:lnTo>
                <a:lnTo>
                  <a:pt x="847725" y="1590675"/>
                </a:lnTo>
                <a:lnTo>
                  <a:pt x="866775" y="1590675"/>
                </a:lnTo>
                <a:close/>
                <a:moveTo>
                  <a:pt x="1447800" y="1581150"/>
                </a:moveTo>
                <a:lnTo>
                  <a:pt x="1457325" y="1581150"/>
                </a:lnTo>
                <a:lnTo>
                  <a:pt x="1457325" y="1590675"/>
                </a:lnTo>
                <a:lnTo>
                  <a:pt x="1447800" y="1590675"/>
                </a:lnTo>
                <a:close/>
                <a:moveTo>
                  <a:pt x="609600" y="1590675"/>
                </a:moveTo>
                <a:lnTo>
                  <a:pt x="619125" y="1590675"/>
                </a:lnTo>
                <a:lnTo>
                  <a:pt x="619125" y="1600200"/>
                </a:lnTo>
                <a:lnTo>
                  <a:pt x="609600" y="1600200"/>
                </a:lnTo>
                <a:close/>
                <a:moveTo>
                  <a:pt x="1790700" y="1590675"/>
                </a:moveTo>
                <a:lnTo>
                  <a:pt x="1800225" y="1590675"/>
                </a:lnTo>
                <a:lnTo>
                  <a:pt x="1800225" y="1600200"/>
                </a:lnTo>
                <a:lnTo>
                  <a:pt x="1790700" y="1600200"/>
                </a:lnTo>
                <a:close/>
                <a:moveTo>
                  <a:pt x="1066800" y="1600200"/>
                </a:moveTo>
                <a:lnTo>
                  <a:pt x="1076325" y="1600200"/>
                </a:lnTo>
                <a:lnTo>
                  <a:pt x="1076325" y="1609725"/>
                </a:lnTo>
                <a:lnTo>
                  <a:pt x="1066800" y="1609725"/>
                </a:lnTo>
                <a:close/>
                <a:moveTo>
                  <a:pt x="1743075" y="1600200"/>
                </a:moveTo>
                <a:lnTo>
                  <a:pt x="1752600" y="1600200"/>
                </a:lnTo>
                <a:lnTo>
                  <a:pt x="1752600" y="1609725"/>
                </a:lnTo>
                <a:lnTo>
                  <a:pt x="1743075" y="1609725"/>
                </a:lnTo>
                <a:close/>
                <a:moveTo>
                  <a:pt x="104775" y="1609725"/>
                </a:moveTo>
                <a:lnTo>
                  <a:pt x="114300" y="1609725"/>
                </a:lnTo>
                <a:lnTo>
                  <a:pt x="114300" y="1638300"/>
                </a:lnTo>
                <a:lnTo>
                  <a:pt x="104775" y="1638300"/>
                </a:lnTo>
                <a:close/>
                <a:moveTo>
                  <a:pt x="428625" y="1609725"/>
                </a:moveTo>
                <a:lnTo>
                  <a:pt x="438150" y="1609725"/>
                </a:lnTo>
                <a:lnTo>
                  <a:pt x="438150" y="1619250"/>
                </a:lnTo>
                <a:lnTo>
                  <a:pt x="428625" y="1619250"/>
                </a:lnTo>
                <a:close/>
                <a:moveTo>
                  <a:pt x="552450" y="1609725"/>
                </a:moveTo>
                <a:lnTo>
                  <a:pt x="561975" y="1609725"/>
                </a:lnTo>
                <a:lnTo>
                  <a:pt x="561975" y="1619250"/>
                </a:lnTo>
                <a:lnTo>
                  <a:pt x="552450" y="1619250"/>
                </a:lnTo>
                <a:close/>
                <a:moveTo>
                  <a:pt x="857250" y="1609725"/>
                </a:moveTo>
                <a:lnTo>
                  <a:pt x="866775" y="1609725"/>
                </a:lnTo>
                <a:lnTo>
                  <a:pt x="866775" y="1600200"/>
                </a:lnTo>
                <a:lnTo>
                  <a:pt x="857250" y="1600200"/>
                </a:lnTo>
                <a:close/>
                <a:moveTo>
                  <a:pt x="1428750" y="1609725"/>
                </a:moveTo>
                <a:lnTo>
                  <a:pt x="1476375" y="1609725"/>
                </a:lnTo>
                <a:lnTo>
                  <a:pt x="1476375" y="1628775"/>
                </a:lnTo>
                <a:lnTo>
                  <a:pt x="1466850" y="1628775"/>
                </a:lnTo>
                <a:lnTo>
                  <a:pt x="1466850" y="1638300"/>
                </a:lnTo>
                <a:lnTo>
                  <a:pt x="1457325" y="1638300"/>
                </a:lnTo>
                <a:lnTo>
                  <a:pt x="1457325" y="1647825"/>
                </a:lnTo>
                <a:lnTo>
                  <a:pt x="1438275" y="1647825"/>
                </a:lnTo>
                <a:lnTo>
                  <a:pt x="1438275" y="1657350"/>
                </a:lnTo>
                <a:lnTo>
                  <a:pt x="1428750" y="1657350"/>
                </a:lnTo>
                <a:lnTo>
                  <a:pt x="1428750" y="1666875"/>
                </a:lnTo>
                <a:lnTo>
                  <a:pt x="1419225" y="1666875"/>
                </a:lnTo>
                <a:lnTo>
                  <a:pt x="1419225" y="1676400"/>
                </a:lnTo>
                <a:lnTo>
                  <a:pt x="1428750" y="1676400"/>
                </a:lnTo>
                <a:lnTo>
                  <a:pt x="1428750" y="1685925"/>
                </a:lnTo>
                <a:lnTo>
                  <a:pt x="1419225" y="1685925"/>
                </a:lnTo>
                <a:lnTo>
                  <a:pt x="1419225" y="1695450"/>
                </a:lnTo>
                <a:lnTo>
                  <a:pt x="1390650" y="1695450"/>
                </a:lnTo>
                <a:lnTo>
                  <a:pt x="1390650" y="1685925"/>
                </a:lnTo>
                <a:lnTo>
                  <a:pt x="1409700" y="1685925"/>
                </a:lnTo>
                <a:lnTo>
                  <a:pt x="1409700" y="1666875"/>
                </a:lnTo>
                <a:lnTo>
                  <a:pt x="1400175" y="1666875"/>
                </a:lnTo>
                <a:lnTo>
                  <a:pt x="1400175" y="1676400"/>
                </a:lnTo>
                <a:lnTo>
                  <a:pt x="1390650" y="1676400"/>
                </a:lnTo>
                <a:lnTo>
                  <a:pt x="1390650" y="1666875"/>
                </a:lnTo>
                <a:lnTo>
                  <a:pt x="1381125" y="1666875"/>
                </a:lnTo>
                <a:lnTo>
                  <a:pt x="1381125" y="1657350"/>
                </a:lnTo>
                <a:lnTo>
                  <a:pt x="1390650" y="1657350"/>
                </a:lnTo>
                <a:lnTo>
                  <a:pt x="1390650" y="1647825"/>
                </a:lnTo>
                <a:lnTo>
                  <a:pt x="1400175" y="1647825"/>
                </a:lnTo>
                <a:lnTo>
                  <a:pt x="1400175" y="1638300"/>
                </a:lnTo>
                <a:lnTo>
                  <a:pt x="1409700" y="1638300"/>
                </a:lnTo>
                <a:lnTo>
                  <a:pt x="1409700" y="1628775"/>
                </a:lnTo>
                <a:lnTo>
                  <a:pt x="1419225" y="1628775"/>
                </a:lnTo>
                <a:lnTo>
                  <a:pt x="1419225" y="1619250"/>
                </a:lnTo>
                <a:lnTo>
                  <a:pt x="1428750" y="1619250"/>
                </a:lnTo>
                <a:close/>
                <a:moveTo>
                  <a:pt x="1704975" y="1609725"/>
                </a:moveTo>
                <a:lnTo>
                  <a:pt x="1714500" y="1609725"/>
                </a:lnTo>
                <a:lnTo>
                  <a:pt x="1714500" y="1628775"/>
                </a:lnTo>
                <a:lnTo>
                  <a:pt x="1704975" y="1628775"/>
                </a:lnTo>
                <a:lnTo>
                  <a:pt x="1704975" y="1638300"/>
                </a:lnTo>
                <a:lnTo>
                  <a:pt x="1685925" y="1638300"/>
                </a:lnTo>
                <a:lnTo>
                  <a:pt x="1685925" y="1619250"/>
                </a:lnTo>
                <a:lnTo>
                  <a:pt x="1704975" y="1619250"/>
                </a:lnTo>
                <a:close/>
                <a:moveTo>
                  <a:pt x="523875" y="1619250"/>
                </a:moveTo>
                <a:lnTo>
                  <a:pt x="552450" y="1619250"/>
                </a:lnTo>
                <a:lnTo>
                  <a:pt x="552450" y="1628775"/>
                </a:lnTo>
                <a:lnTo>
                  <a:pt x="571500" y="1628775"/>
                </a:lnTo>
                <a:lnTo>
                  <a:pt x="571500" y="1638300"/>
                </a:lnTo>
                <a:lnTo>
                  <a:pt x="542925" y="1638300"/>
                </a:lnTo>
                <a:lnTo>
                  <a:pt x="542925" y="1628775"/>
                </a:lnTo>
                <a:lnTo>
                  <a:pt x="523875" y="1628775"/>
                </a:lnTo>
                <a:close/>
                <a:moveTo>
                  <a:pt x="581025" y="1619250"/>
                </a:moveTo>
                <a:lnTo>
                  <a:pt x="590550" y="1619250"/>
                </a:lnTo>
                <a:lnTo>
                  <a:pt x="590550" y="1628775"/>
                </a:lnTo>
                <a:lnTo>
                  <a:pt x="581025" y="1628775"/>
                </a:lnTo>
                <a:close/>
                <a:moveTo>
                  <a:pt x="1638300" y="1619250"/>
                </a:moveTo>
                <a:lnTo>
                  <a:pt x="1647825" y="1619250"/>
                </a:lnTo>
                <a:lnTo>
                  <a:pt x="1647825" y="1628775"/>
                </a:lnTo>
                <a:lnTo>
                  <a:pt x="1638300" y="1628775"/>
                </a:lnTo>
                <a:close/>
                <a:moveTo>
                  <a:pt x="1800225" y="1619250"/>
                </a:moveTo>
                <a:lnTo>
                  <a:pt x="1809750" y="1619250"/>
                </a:lnTo>
                <a:lnTo>
                  <a:pt x="1809750" y="1628775"/>
                </a:lnTo>
                <a:lnTo>
                  <a:pt x="1800225" y="1628775"/>
                </a:lnTo>
                <a:close/>
                <a:moveTo>
                  <a:pt x="514350" y="1628775"/>
                </a:moveTo>
                <a:lnTo>
                  <a:pt x="523875" y="1628775"/>
                </a:lnTo>
                <a:lnTo>
                  <a:pt x="523875" y="1638300"/>
                </a:lnTo>
                <a:lnTo>
                  <a:pt x="514350" y="1638300"/>
                </a:lnTo>
                <a:close/>
                <a:moveTo>
                  <a:pt x="809625" y="1628775"/>
                </a:moveTo>
                <a:lnTo>
                  <a:pt x="819150" y="1628775"/>
                </a:lnTo>
                <a:lnTo>
                  <a:pt x="819150" y="1638300"/>
                </a:lnTo>
                <a:lnTo>
                  <a:pt x="809625" y="1638300"/>
                </a:lnTo>
                <a:close/>
                <a:moveTo>
                  <a:pt x="1600200" y="1628775"/>
                </a:moveTo>
                <a:lnTo>
                  <a:pt x="1609725" y="1628775"/>
                </a:lnTo>
                <a:lnTo>
                  <a:pt x="1609725" y="1638300"/>
                </a:lnTo>
                <a:lnTo>
                  <a:pt x="1600200" y="1638300"/>
                </a:lnTo>
                <a:close/>
                <a:moveTo>
                  <a:pt x="438150" y="1638300"/>
                </a:moveTo>
                <a:lnTo>
                  <a:pt x="447675" y="1638300"/>
                </a:lnTo>
                <a:lnTo>
                  <a:pt x="447675" y="1647825"/>
                </a:lnTo>
                <a:lnTo>
                  <a:pt x="438150" y="1647825"/>
                </a:lnTo>
                <a:close/>
                <a:moveTo>
                  <a:pt x="523875" y="1638300"/>
                </a:moveTo>
                <a:lnTo>
                  <a:pt x="542925" y="1638300"/>
                </a:lnTo>
                <a:lnTo>
                  <a:pt x="542925" y="1647825"/>
                </a:lnTo>
                <a:lnTo>
                  <a:pt x="523875" y="1647825"/>
                </a:lnTo>
                <a:close/>
                <a:moveTo>
                  <a:pt x="752475" y="1638300"/>
                </a:moveTo>
                <a:lnTo>
                  <a:pt x="762000" y="1638300"/>
                </a:lnTo>
                <a:lnTo>
                  <a:pt x="762000" y="1647825"/>
                </a:lnTo>
                <a:lnTo>
                  <a:pt x="752475" y="1647825"/>
                </a:lnTo>
                <a:close/>
                <a:moveTo>
                  <a:pt x="838200" y="1638300"/>
                </a:moveTo>
                <a:lnTo>
                  <a:pt x="847725" y="1638300"/>
                </a:lnTo>
                <a:lnTo>
                  <a:pt x="847725" y="1657350"/>
                </a:lnTo>
                <a:lnTo>
                  <a:pt x="838200" y="1657350"/>
                </a:lnTo>
                <a:close/>
                <a:moveTo>
                  <a:pt x="1562100" y="1638300"/>
                </a:moveTo>
                <a:lnTo>
                  <a:pt x="1571625" y="1638300"/>
                </a:lnTo>
                <a:lnTo>
                  <a:pt x="1571625" y="1657350"/>
                </a:lnTo>
                <a:lnTo>
                  <a:pt x="1552575" y="1657350"/>
                </a:lnTo>
                <a:lnTo>
                  <a:pt x="1552575" y="1647825"/>
                </a:lnTo>
                <a:lnTo>
                  <a:pt x="1562100" y="1647825"/>
                </a:lnTo>
                <a:close/>
                <a:moveTo>
                  <a:pt x="1638300" y="1638300"/>
                </a:moveTo>
                <a:lnTo>
                  <a:pt x="1647825" y="1638300"/>
                </a:lnTo>
                <a:lnTo>
                  <a:pt x="1647825" y="1647825"/>
                </a:lnTo>
                <a:lnTo>
                  <a:pt x="1638300" y="1647825"/>
                </a:lnTo>
                <a:close/>
                <a:moveTo>
                  <a:pt x="1752600" y="1638300"/>
                </a:moveTo>
                <a:lnTo>
                  <a:pt x="1762125" y="1638300"/>
                </a:lnTo>
                <a:lnTo>
                  <a:pt x="1762125" y="1647825"/>
                </a:lnTo>
                <a:lnTo>
                  <a:pt x="1752600" y="1647825"/>
                </a:lnTo>
                <a:close/>
                <a:moveTo>
                  <a:pt x="409575" y="1647825"/>
                </a:moveTo>
                <a:lnTo>
                  <a:pt x="419100" y="1647825"/>
                </a:lnTo>
                <a:lnTo>
                  <a:pt x="419100" y="1676400"/>
                </a:lnTo>
                <a:lnTo>
                  <a:pt x="409575" y="1676400"/>
                </a:lnTo>
                <a:close/>
                <a:moveTo>
                  <a:pt x="628650" y="1647825"/>
                </a:moveTo>
                <a:lnTo>
                  <a:pt x="638175" y="1647825"/>
                </a:lnTo>
                <a:lnTo>
                  <a:pt x="638175" y="1657350"/>
                </a:lnTo>
                <a:lnTo>
                  <a:pt x="628650" y="1657350"/>
                </a:lnTo>
                <a:close/>
                <a:moveTo>
                  <a:pt x="676275" y="1647825"/>
                </a:moveTo>
                <a:lnTo>
                  <a:pt x="695325" y="1647825"/>
                </a:lnTo>
                <a:lnTo>
                  <a:pt x="695325" y="1657350"/>
                </a:lnTo>
                <a:lnTo>
                  <a:pt x="676275" y="1657350"/>
                </a:lnTo>
                <a:close/>
                <a:moveTo>
                  <a:pt x="714375" y="1647825"/>
                </a:moveTo>
                <a:lnTo>
                  <a:pt x="733425" y="1647825"/>
                </a:lnTo>
                <a:lnTo>
                  <a:pt x="733425" y="1666875"/>
                </a:lnTo>
                <a:lnTo>
                  <a:pt x="714375" y="1666875"/>
                </a:lnTo>
                <a:lnTo>
                  <a:pt x="714375" y="1676400"/>
                </a:lnTo>
                <a:lnTo>
                  <a:pt x="704850" y="1676400"/>
                </a:lnTo>
                <a:lnTo>
                  <a:pt x="704850" y="1657350"/>
                </a:lnTo>
                <a:lnTo>
                  <a:pt x="714375" y="1657350"/>
                </a:lnTo>
                <a:close/>
                <a:moveTo>
                  <a:pt x="800100" y="1647825"/>
                </a:moveTo>
                <a:lnTo>
                  <a:pt x="809625" y="1647825"/>
                </a:lnTo>
                <a:lnTo>
                  <a:pt x="809625" y="1657350"/>
                </a:lnTo>
                <a:lnTo>
                  <a:pt x="800100" y="1657350"/>
                </a:lnTo>
                <a:close/>
                <a:moveTo>
                  <a:pt x="819150" y="1647825"/>
                </a:moveTo>
                <a:lnTo>
                  <a:pt x="828675" y="1647825"/>
                </a:lnTo>
                <a:lnTo>
                  <a:pt x="828675" y="1657350"/>
                </a:lnTo>
                <a:lnTo>
                  <a:pt x="819150" y="1657350"/>
                </a:lnTo>
                <a:close/>
                <a:moveTo>
                  <a:pt x="1600200" y="1647825"/>
                </a:moveTo>
                <a:lnTo>
                  <a:pt x="1609725" y="1647825"/>
                </a:lnTo>
                <a:lnTo>
                  <a:pt x="1609725" y="1657350"/>
                </a:lnTo>
                <a:lnTo>
                  <a:pt x="1600200" y="1657350"/>
                </a:lnTo>
                <a:close/>
                <a:moveTo>
                  <a:pt x="1743075" y="1647825"/>
                </a:moveTo>
                <a:lnTo>
                  <a:pt x="1752600" y="1647825"/>
                </a:lnTo>
                <a:lnTo>
                  <a:pt x="1752600" y="1657350"/>
                </a:lnTo>
                <a:lnTo>
                  <a:pt x="1743075" y="1657350"/>
                </a:lnTo>
                <a:close/>
                <a:moveTo>
                  <a:pt x="1809750" y="1647825"/>
                </a:moveTo>
                <a:lnTo>
                  <a:pt x="1819275" y="1647825"/>
                </a:lnTo>
                <a:lnTo>
                  <a:pt x="1819275" y="1666875"/>
                </a:lnTo>
                <a:lnTo>
                  <a:pt x="1809750" y="1666875"/>
                </a:lnTo>
                <a:close/>
                <a:moveTo>
                  <a:pt x="1990725" y="1647825"/>
                </a:moveTo>
                <a:lnTo>
                  <a:pt x="2000250" y="1647825"/>
                </a:lnTo>
                <a:lnTo>
                  <a:pt x="2000250" y="1657350"/>
                </a:lnTo>
                <a:lnTo>
                  <a:pt x="1990725" y="1657350"/>
                </a:lnTo>
                <a:close/>
                <a:moveTo>
                  <a:pt x="609600" y="1657350"/>
                </a:moveTo>
                <a:lnTo>
                  <a:pt x="628650" y="1657350"/>
                </a:lnTo>
                <a:lnTo>
                  <a:pt x="628650" y="1666875"/>
                </a:lnTo>
                <a:lnTo>
                  <a:pt x="609600" y="1666875"/>
                </a:lnTo>
                <a:close/>
                <a:moveTo>
                  <a:pt x="638175" y="1657350"/>
                </a:moveTo>
                <a:lnTo>
                  <a:pt x="647700" y="1657350"/>
                </a:lnTo>
                <a:lnTo>
                  <a:pt x="647700" y="1666875"/>
                </a:lnTo>
                <a:lnTo>
                  <a:pt x="638175" y="1666875"/>
                </a:lnTo>
                <a:close/>
                <a:moveTo>
                  <a:pt x="666750" y="1657350"/>
                </a:moveTo>
                <a:lnTo>
                  <a:pt x="676275" y="1657350"/>
                </a:lnTo>
                <a:lnTo>
                  <a:pt x="676275" y="1666875"/>
                </a:lnTo>
                <a:lnTo>
                  <a:pt x="666750" y="1666875"/>
                </a:lnTo>
                <a:close/>
                <a:moveTo>
                  <a:pt x="1104900" y="1657350"/>
                </a:moveTo>
                <a:lnTo>
                  <a:pt x="1114425" y="1657350"/>
                </a:lnTo>
                <a:lnTo>
                  <a:pt x="1114425" y="1685925"/>
                </a:lnTo>
                <a:lnTo>
                  <a:pt x="1123950" y="1685925"/>
                </a:lnTo>
                <a:lnTo>
                  <a:pt x="1123950" y="1704975"/>
                </a:lnTo>
                <a:lnTo>
                  <a:pt x="1114425" y="1704975"/>
                </a:lnTo>
                <a:lnTo>
                  <a:pt x="1114425" y="1714500"/>
                </a:lnTo>
                <a:lnTo>
                  <a:pt x="1104900" y="1714500"/>
                </a:lnTo>
                <a:lnTo>
                  <a:pt x="1104900" y="1685925"/>
                </a:lnTo>
                <a:lnTo>
                  <a:pt x="1095375" y="1685925"/>
                </a:lnTo>
                <a:lnTo>
                  <a:pt x="1095375" y="1666875"/>
                </a:lnTo>
                <a:lnTo>
                  <a:pt x="1104900" y="1666875"/>
                </a:lnTo>
                <a:close/>
                <a:moveTo>
                  <a:pt x="1343025" y="1657350"/>
                </a:moveTo>
                <a:lnTo>
                  <a:pt x="1352550" y="1657350"/>
                </a:lnTo>
                <a:lnTo>
                  <a:pt x="1352550" y="1666875"/>
                </a:lnTo>
                <a:lnTo>
                  <a:pt x="1343025" y="1666875"/>
                </a:lnTo>
                <a:close/>
                <a:moveTo>
                  <a:pt x="1485900" y="1657350"/>
                </a:moveTo>
                <a:lnTo>
                  <a:pt x="1495425" y="1657350"/>
                </a:lnTo>
                <a:lnTo>
                  <a:pt x="1495425" y="1676400"/>
                </a:lnTo>
                <a:lnTo>
                  <a:pt x="1476375" y="1676400"/>
                </a:lnTo>
                <a:lnTo>
                  <a:pt x="1476375" y="1666875"/>
                </a:lnTo>
                <a:lnTo>
                  <a:pt x="1485900" y="1666875"/>
                </a:lnTo>
                <a:close/>
                <a:moveTo>
                  <a:pt x="1695450" y="1657350"/>
                </a:moveTo>
                <a:lnTo>
                  <a:pt x="1704975" y="1657350"/>
                </a:lnTo>
                <a:lnTo>
                  <a:pt x="1704975" y="1666875"/>
                </a:lnTo>
                <a:lnTo>
                  <a:pt x="1695450" y="1666875"/>
                </a:lnTo>
                <a:close/>
                <a:moveTo>
                  <a:pt x="447675" y="1666875"/>
                </a:moveTo>
                <a:lnTo>
                  <a:pt x="457200" y="1666875"/>
                </a:lnTo>
                <a:lnTo>
                  <a:pt x="457200" y="1676400"/>
                </a:lnTo>
                <a:lnTo>
                  <a:pt x="447675" y="1676400"/>
                </a:lnTo>
                <a:close/>
                <a:moveTo>
                  <a:pt x="1333500" y="1666875"/>
                </a:moveTo>
                <a:lnTo>
                  <a:pt x="1343025" y="1666875"/>
                </a:lnTo>
                <a:lnTo>
                  <a:pt x="1343025" y="1676400"/>
                </a:lnTo>
                <a:lnTo>
                  <a:pt x="1333500" y="1676400"/>
                </a:lnTo>
                <a:close/>
                <a:moveTo>
                  <a:pt x="1371600" y="1666875"/>
                </a:moveTo>
                <a:lnTo>
                  <a:pt x="1381125" y="1666875"/>
                </a:lnTo>
                <a:lnTo>
                  <a:pt x="1381125" y="1676400"/>
                </a:lnTo>
                <a:lnTo>
                  <a:pt x="1371600" y="1676400"/>
                </a:lnTo>
                <a:close/>
                <a:moveTo>
                  <a:pt x="1647825" y="1666875"/>
                </a:moveTo>
                <a:lnTo>
                  <a:pt x="1657350" y="1666875"/>
                </a:lnTo>
                <a:lnTo>
                  <a:pt x="1657350" y="1676400"/>
                </a:lnTo>
                <a:lnTo>
                  <a:pt x="1647825" y="1676400"/>
                </a:lnTo>
                <a:close/>
                <a:moveTo>
                  <a:pt x="257175" y="1676400"/>
                </a:moveTo>
                <a:lnTo>
                  <a:pt x="266700" y="1676400"/>
                </a:lnTo>
                <a:lnTo>
                  <a:pt x="266700" y="1685925"/>
                </a:lnTo>
                <a:lnTo>
                  <a:pt x="257175" y="1685925"/>
                </a:lnTo>
                <a:close/>
                <a:moveTo>
                  <a:pt x="571500" y="1676400"/>
                </a:moveTo>
                <a:lnTo>
                  <a:pt x="609600" y="1676400"/>
                </a:lnTo>
                <a:lnTo>
                  <a:pt x="609600" y="1685925"/>
                </a:lnTo>
                <a:lnTo>
                  <a:pt x="571500" y="1685925"/>
                </a:lnTo>
                <a:close/>
                <a:moveTo>
                  <a:pt x="1323975" y="1676400"/>
                </a:moveTo>
                <a:lnTo>
                  <a:pt x="1333500" y="1676400"/>
                </a:lnTo>
                <a:lnTo>
                  <a:pt x="1333500" y="1685925"/>
                </a:lnTo>
                <a:lnTo>
                  <a:pt x="1323975" y="1685925"/>
                </a:lnTo>
                <a:close/>
                <a:moveTo>
                  <a:pt x="1543050" y="1676400"/>
                </a:moveTo>
                <a:lnTo>
                  <a:pt x="1552575" y="1676400"/>
                </a:lnTo>
                <a:lnTo>
                  <a:pt x="1552575" y="1685925"/>
                </a:lnTo>
                <a:lnTo>
                  <a:pt x="1543050" y="1685925"/>
                </a:lnTo>
                <a:close/>
                <a:moveTo>
                  <a:pt x="1600200" y="1676400"/>
                </a:moveTo>
                <a:lnTo>
                  <a:pt x="1609725" y="1676400"/>
                </a:lnTo>
                <a:lnTo>
                  <a:pt x="1609725" y="1685925"/>
                </a:lnTo>
                <a:lnTo>
                  <a:pt x="1600200" y="1685925"/>
                </a:lnTo>
                <a:close/>
                <a:moveTo>
                  <a:pt x="561975" y="1685925"/>
                </a:moveTo>
                <a:lnTo>
                  <a:pt x="571500" y="1685925"/>
                </a:lnTo>
                <a:lnTo>
                  <a:pt x="571500" y="1704975"/>
                </a:lnTo>
                <a:lnTo>
                  <a:pt x="561975" y="1704975"/>
                </a:lnTo>
                <a:close/>
                <a:moveTo>
                  <a:pt x="828675" y="1685925"/>
                </a:moveTo>
                <a:lnTo>
                  <a:pt x="838200" y="1685925"/>
                </a:lnTo>
                <a:lnTo>
                  <a:pt x="838200" y="1704975"/>
                </a:lnTo>
                <a:lnTo>
                  <a:pt x="828675" y="1704975"/>
                </a:lnTo>
                <a:lnTo>
                  <a:pt x="828675" y="1714500"/>
                </a:lnTo>
                <a:lnTo>
                  <a:pt x="809625" y="1714500"/>
                </a:lnTo>
                <a:lnTo>
                  <a:pt x="809625" y="1704975"/>
                </a:lnTo>
                <a:lnTo>
                  <a:pt x="800100" y="1704975"/>
                </a:lnTo>
                <a:lnTo>
                  <a:pt x="800100" y="1695450"/>
                </a:lnTo>
                <a:lnTo>
                  <a:pt x="809625" y="1695450"/>
                </a:lnTo>
                <a:lnTo>
                  <a:pt x="809625" y="1704975"/>
                </a:lnTo>
                <a:lnTo>
                  <a:pt x="819150" y="1704975"/>
                </a:lnTo>
                <a:lnTo>
                  <a:pt x="819150" y="1695450"/>
                </a:lnTo>
                <a:lnTo>
                  <a:pt x="828675" y="1695450"/>
                </a:lnTo>
                <a:close/>
                <a:moveTo>
                  <a:pt x="1314450" y="1685925"/>
                </a:moveTo>
                <a:lnTo>
                  <a:pt x="1323975" y="1685925"/>
                </a:lnTo>
                <a:lnTo>
                  <a:pt x="1323975" y="1695450"/>
                </a:lnTo>
                <a:lnTo>
                  <a:pt x="1314450" y="1695450"/>
                </a:lnTo>
                <a:close/>
                <a:moveTo>
                  <a:pt x="1352550" y="1685925"/>
                </a:moveTo>
                <a:lnTo>
                  <a:pt x="1362075" y="1685925"/>
                </a:lnTo>
                <a:lnTo>
                  <a:pt x="1362075" y="1695450"/>
                </a:lnTo>
                <a:lnTo>
                  <a:pt x="1352550" y="1695450"/>
                </a:lnTo>
                <a:close/>
                <a:moveTo>
                  <a:pt x="1762125" y="1685925"/>
                </a:moveTo>
                <a:lnTo>
                  <a:pt x="1771650" y="1685925"/>
                </a:lnTo>
                <a:lnTo>
                  <a:pt x="1771650" y="1695450"/>
                </a:lnTo>
                <a:lnTo>
                  <a:pt x="1762125" y="1695450"/>
                </a:lnTo>
                <a:close/>
                <a:moveTo>
                  <a:pt x="457200" y="1695450"/>
                </a:moveTo>
                <a:lnTo>
                  <a:pt x="466725" y="1695450"/>
                </a:lnTo>
                <a:lnTo>
                  <a:pt x="466725" y="1704975"/>
                </a:lnTo>
                <a:lnTo>
                  <a:pt x="457200" y="1704975"/>
                </a:lnTo>
                <a:close/>
                <a:moveTo>
                  <a:pt x="619125" y="1695450"/>
                </a:moveTo>
                <a:lnTo>
                  <a:pt x="628650" y="1695450"/>
                </a:lnTo>
                <a:lnTo>
                  <a:pt x="628650" y="1714500"/>
                </a:lnTo>
                <a:lnTo>
                  <a:pt x="590550" y="1714500"/>
                </a:lnTo>
                <a:lnTo>
                  <a:pt x="590550" y="1704975"/>
                </a:lnTo>
                <a:lnTo>
                  <a:pt x="619125" y="1704975"/>
                </a:lnTo>
                <a:close/>
                <a:moveTo>
                  <a:pt x="638175" y="1695450"/>
                </a:moveTo>
                <a:lnTo>
                  <a:pt x="647700" y="1695450"/>
                </a:lnTo>
                <a:lnTo>
                  <a:pt x="647700" y="1704975"/>
                </a:lnTo>
                <a:lnTo>
                  <a:pt x="638175" y="1704975"/>
                </a:lnTo>
                <a:close/>
                <a:moveTo>
                  <a:pt x="1009650" y="1695450"/>
                </a:moveTo>
                <a:lnTo>
                  <a:pt x="1019175" y="1695450"/>
                </a:lnTo>
                <a:lnTo>
                  <a:pt x="1019175" y="1743075"/>
                </a:lnTo>
                <a:lnTo>
                  <a:pt x="1009650" y="1743075"/>
                </a:lnTo>
                <a:lnTo>
                  <a:pt x="1009650" y="1752600"/>
                </a:lnTo>
                <a:lnTo>
                  <a:pt x="1000125" y="1752600"/>
                </a:lnTo>
                <a:lnTo>
                  <a:pt x="1000125" y="1762125"/>
                </a:lnTo>
                <a:lnTo>
                  <a:pt x="990600" y="1762125"/>
                </a:lnTo>
                <a:lnTo>
                  <a:pt x="990600" y="1771650"/>
                </a:lnTo>
                <a:lnTo>
                  <a:pt x="971550" y="1771650"/>
                </a:lnTo>
                <a:lnTo>
                  <a:pt x="971550" y="1752600"/>
                </a:lnTo>
                <a:lnTo>
                  <a:pt x="981075" y="1752600"/>
                </a:lnTo>
                <a:lnTo>
                  <a:pt x="981075" y="1733550"/>
                </a:lnTo>
                <a:lnTo>
                  <a:pt x="990600" y="1733550"/>
                </a:lnTo>
                <a:lnTo>
                  <a:pt x="990600" y="1724025"/>
                </a:lnTo>
                <a:lnTo>
                  <a:pt x="1000125" y="1724025"/>
                </a:lnTo>
                <a:lnTo>
                  <a:pt x="1000125" y="1704975"/>
                </a:lnTo>
                <a:lnTo>
                  <a:pt x="1009650" y="1704975"/>
                </a:lnTo>
                <a:close/>
                <a:moveTo>
                  <a:pt x="1371600" y="1695450"/>
                </a:moveTo>
                <a:lnTo>
                  <a:pt x="1381125" y="1695450"/>
                </a:lnTo>
                <a:lnTo>
                  <a:pt x="1381125" y="1704975"/>
                </a:lnTo>
                <a:lnTo>
                  <a:pt x="1371600" y="1704975"/>
                </a:lnTo>
                <a:close/>
                <a:moveTo>
                  <a:pt x="1895475" y="1695450"/>
                </a:moveTo>
                <a:lnTo>
                  <a:pt x="1905000" y="1695450"/>
                </a:lnTo>
                <a:lnTo>
                  <a:pt x="1905000" y="1704975"/>
                </a:lnTo>
                <a:lnTo>
                  <a:pt x="1895475" y="1704975"/>
                </a:lnTo>
                <a:close/>
                <a:moveTo>
                  <a:pt x="95250" y="1704975"/>
                </a:moveTo>
                <a:lnTo>
                  <a:pt x="104775" y="1704975"/>
                </a:lnTo>
                <a:lnTo>
                  <a:pt x="104775" y="1724025"/>
                </a:lnTo>
                <a:lnTo>
                  <a:pt x="95250" y="1724025"/>
                </a:lnTo>
                <a:close/>
                <a:moveTo>
                  <a:pt x="304800" y="1704975"/>
                </a:moveTo>
                <a:lnTo>
                  <a:pt x="314325" y="1704975"/>
                </a:lnTo>
                <a:lnTo>
                  <a:pt x="314325" y="1714500"/>
                </a:lnTo>
                <a:lnTo>
                  <a:pt x="304800" y="1714500"/>
                </a:lnTo>
                <a:close/>
                <a:moveTo>
                  <a:pt x="428625" y="1704975"/>
                </a:moveTo>
                <a:lnTo>
                  <a:pt x="438150" y="1704975"/>
                </a:lnTo>
                <a:lnTo>
                  <a:pt x="438150" y="1733550"/>
                </a:lnTo>
                <a:lnTo>
                  <a:pt x="428625" y="1733550"/>
                </a:lnTo>
                <a:close/>
                <a:moveTo>
                  <a:pt x="1323975" y="1704975"/>
                </a:moveTo>
                <a:lnTo>
                  <a:pt x="1362075" y="1704975"/>
                </a:lnTo>
                <a:lnTo>
                  <a:pt x="1362075" y="1714500"/>
                </a:lnTo>
                <a:lnTo>
                  <a:pt x="1343025" y="1714500"/>
                </a:lnTo>
                <a:lnTo>
                  <a:pt x="1343025" y="1724025"/>
                </a:lnTo>
                <a:lnTo>
                  <a:pt x="1314450" y="1724025"/>
                </a:lnTo>
                <a:lnTo>
                  <a:pt x="1314450" y="1714500"/>
                </a:lnTo>
                <a:lnTo>
                  <a:pt x="1323975" y="1714500"/>
                </a:lnTo>
                <a:close/>
                <a:moveTo>
                  <a:pt x="1695450" y="1704975"/>
                </a:moveTo>
                <a:lnTo>
                  <a:pt x="1704975" y="1704975"/>
                </a:lnTo>
                <a:lnTo>
                  <a:pt x="1704975" y="1714500"/>
                </a:lnTo>
                <a:lnTo>
                  <a:pt x="1695450" y="1714500"/>
                </a:lnTo>
                <a:close/>
                <a:moveTo>
                  <a:pt x="581025" y="1714500"/>
                </a:moveTo>
                <a:lnTo>
                  <a:pt x="590550" y="1714500"/>
                </a:lnTo>
                <a:lnTo>
                  <a:pt x="590550" y="1724025"/>
                </a:lnTo>
                <a:lnTo>
                  <a:pt x="581025" y="1724025"/>
                </a:lnTo>
                <a:close/>
                <a:moveTo>
                  <a:pt x="1857375" y="1714500"/>
                </a:moveTo>
                <a:lnTo>
                  <a:pt x="1866900" y="1714500"/>
                </a:lnTo>
                <a:lnTo>
                  <a:pt x="1866900" y="1743075"/>
                </a:lnTo>
                <a:lnTo>
                  <a:pt x="1857375" y="1743075"/>
                </a:lnTo>
                <a:close/>
                <a:moveTo>
                  <a:pt x="361950" y="1724025"/>
                </a:moveTo>
                <a:lnTo>
                  <a:pt x="371475" y="1724025"/>
                </a:lnTo>
                <a:lnTo>
                  <a:pt x="371475" y="1733550"/>
                </a:lnTo>
                <a:lnTo>
                  <a:pt x="361950" y="1733550"/>
                </a:lnTo>
                <a:close/>
                <a:moveTo>
                  <a:pt x="466725" y="1724025"/>
                </a:moveTo>
                <a:lnTo>
                  <a:pt x="476250" y="1724025"/>
                </a:lnTo>
                <a:lnTo>
                  <a:pt x="476250" y="1733550"/>
                </a:lnTo>
                <a:lnTo>
                  <a:pt x="466725" y="1733550"/>
                </a:lnTo>
                <a:close/>
                <a:moveTo>
                  <a:pt x="1266825" y="1724025"/>
                </a:moveTo>
                <a:lnTo>
                  <a:pt x="1276350" y="1724025"/>
                </a:lnTo>
                <a:lnTo>
                  <a:pt x="1276350" y="1733550"/>
                </a:lnTo>
                <a:lnTo>
                  <a:pt x="1266825" y="1733550"/>
                </a:lnTo>
                <a:close/>
                <a:moveTo>
                  <a:pt x="1304925" y="1724025"/>
                </a:moveTo>
                <a:lnTo>
                  <a:pt x="1314450" y="1724025"/>
                </a:lnTo>
                <a:lnTo>
                  <a:pt x="1314450" y="1733550"/>
                </a:lnTo>
                <a:lnTo>
                  <a:pt x="1304925" y="1733550"/>
                </a:lnTo>
                <a:close/>
                <a:moveTo>
                  <a:pt x="1628775" y="1724025"/>
                </a:moveTo>
                <a:lnTo>
                  <a:pt x="1638300" y="1724025"/>
                </a:lnTo>
                <a:lnTo>
                  <a:pt x="1638300" y="1733550"/>
                </a:lnTo>
                <a:lnTo>
                  <a:pt x="1628775" y="1733550"/>
                </a:lnTo>
                <a:close/>
                <a:moveTo>
                  <a:pt x="371475" y="1733550"/>
                </a:moveTo>
                <a:lnTo>
                  <a:pt x="381000" y="1733550"/>
                </a:lnTo>
                <a:lnTo>
                  <a:pt x="381000" y="1743075"/>
                </a:lnTo>
                <a:lnTo>
                  <a:pt x="371475" y="1743075"/>
                </a:lnTo>
                <a:close/>
                <a:moveTo>
                  <a:pt x="438150" y="1733550"/>
                </a:moveTo>
                <a:lnTo>
                  <a:pt x="447675" y="1733550"/>
                </a:lnTo>
                <a:lnTo>
                  <a:pt x="447675" y="1762125"/>
                </a:lnTo>
                <a:lnTo>
                  <a:pt x="438150" y="1762125"/>
                </a:lnTo>
                <a:close/>
                <a:moveTo>
                  <a:pt x="1114425" y="1733550"/>
                </a:moveTo>
                <a:lnTo>
                  <a:pt x="1123950" y="1733550"/>
                </a:lnTo>
                <a:lnTo>
                  <a:pt x="1123950" y="1743075"/>
                </a:lnTo>
                <a:lnTo>
                  <a:pt x="1114425" y="1743075"/>
                </a:lnTo>
                <a:close/>
                <a:moveTo>
                  <a:pt x="1257300" y="1733550"/>
                </a:moveTo>
                <a:lnTo>
                  <a:pt x="1266825" y="1733550"/>
                </a:lnTo>
                <a:lnTo>
                  <a:pt x="1266825" y="1743075"/>
                </a:lnTo>
                <a:lnTo>
                  <a:pt x="1257300" y="1743075"/>
                </a:lnTo>
                <a:close/>
                <a:moveTo>
                  <a:pt x="1276350" y="1733550"/>
                </a:moveTo>
                <a:lnTo>
                  <a:pt x="1304925" y="1733550"/>
                </a:lnTo>
                <a:lnTo>
                  <a:pt x="1304925" y="1743075"/>
                </a:lnTo>
                <a:lnTo>
                  <a:pt x="1285875" y="1743075"/>
                </a:lnTo>
                <a:lnTo>
                  <a:pt x="1285875" y="1752600"/>
                </a:lnTo>
                <a:lnTo>
                  <a:pt x="1276350" y="1752600"/>
                </a:lnTo>
                <a:close/>
                <a:moveTo>
                  <a:pt x="1600200" y="1733550"/>
                </a:moveTo>
                <a:lnTo>
                  <a:pt x="1609725" y="1733550"/>
                </a:lnTo>
                <a:lnTo>
                  <a:pt x="1609725" y="1743075"/>
                </a:lnTo>
                <a:lnTo>
                  <a:pt x="1600200" y="1743075"/>
                </a:lnTo>
                <a:close/>
                <a:moveTo>
                  <a:pt x="1914525" y="1733550"/>
                </a:moveTo>
                <a:lnTo>
                  <a:pt x="1924050" y="1733550"/>
                </a:lnTo>
                <a:lnTo>
                  <a:pt x="1924050" y="1743075"/>
                </a:lnTo>
                <a:lnTo>
                  <a:pt x="1914525" y="1743075"/>
                </a:lnTo>
                <a:close/>
                <a:moveTo>
                  <a:pt x="2028825" y="1733550"/>
                </a:moveTo>
                <a:lnTo>
                  <a:pt x="2038350" y="1733550"/>
                </a:lnTo>
                <a:lnTo>
                  <a:pt x="2038350" y="1743075"/>
                </a:lnTo>
                <a:lnTo>
                  <a:pt x="2028825" y="1743075"/>
                </a:lnTo>
                <a:close/>
                <a:moveTo>
                  <a:pt x="1562100" y="1743075"/>
                </a:moveTo>
                <a:lnTo>
                  <a:pt x="1571625" y="1743075"/>
                </a:lnTo>
                <a:lnTo>
                  <a:pt x="1571625" y="1752600"/>
                </a:lnTo>
                <a:lnTo>
                  <a:pt x="1562100" y="1752600"/>
                </a:lnTo>
                <a:close/>
                <a:moveTo>
                  <a:pt x="2038350" y="1743075"/>
                </a:moveTo>
                <a:lnTo>
                  <a:pt x="2047875" y="1743075"/>
                </a:lnTo>
                <a:lnTo>
                  <a:pt x="2047875" y="1762125"/>
                </a:lnTo>
                <a:lnTo>
                  <a:pt x="2038350" y="1762125"/>
                </a:lnTo>
                <a:close/>
                <a:moveTo>
                  <a:pt x="476250" y="1752600"/>
                </a:moveTo>
                <a:lnTo>
                  <a:pt x="485775" y="1752600"/>
                </a:lnTo>
                <a:lnTo>
                  <a:pt x="485775" y="1762125"/>
                </a:lnTo>
                <a:lnTo>
                  <a:pt x="476250" y="1762125"/>
                </a:lnTo>
                <a:close/>
                <a:moveTo>
                  <a:pt x="1524000" y="1752600"/>
                </a:moveTo>
                <a:lnTo>
                  <a:pt x="1533525" y="1752600"/>
                </a:lnTo>
                <a:lnTo>
                  <a:pt x="1533525" y="1762125"/>
                </a:lnTo>
                <a:lnTo>
                  <a:pt x="1524000" y="1762125"/>
                </a:lnTo>
                <a:close/>
                <a:moveTo>
                  <a:pt x="447675" y="1762125"/>
                </a:moveTo>
                <a:lnTo>
                  <a:pt x="457200" y="1762125"/>
                </a:lnTo>
                <a:lnTo>
                  <a:pt x="457200" y="1771650"/>
                </a:lnTo>
                <a:lnTo>
                  <a:pt x="447675" y="1771650"/>
                </a:lnTo>
                <a:close/>
                <a:moveTo>
                  <a:pt x="1143000" y="1762125"/>
                </a:moveTo>
                <a:lnTo>
                  <a:pt x="1152525" y="1762125"/>
                </a:lnTo>
                <a:lnTo>
                  <a:pt x="1152525" y="1771650"/>
                </a:lnTo>
                <a:lnTo>
                  <a:pt x="1143000" y="1771650"/>
                </a:lnTo>
                <a:close/>
                <a:moveTo>
                  <a:pt x="1219200" y="1762125"/>
                </a:moveTo>
                <a:lnTo>
                  <a:pt x="1228725" y="1762125"/>
                </a:lnTo>
                <a:lnTo>
                  <a:pt x="1228725" y="1771650"/>
                </a:lnTo>
                <a:lnTo>
                  <a:pt x="1219200" y="1771650"/>
                </a:lnTo>
                <a:close/>
                <a:moveTo>
                  <a:pt x="1495425" y="1762125"/>
                </a:moveTo>
                <a:lnTo>
                  <a:pt x="1504950" y="1762125"/>
                </a:lnTo>
                <a:lnTo>
                  <a:pt x="1504950" y="1771650"/>
                </a:lnTo>
                <a:lnTo>
                  <a:pt x="1495425" y="1771650"/>
                </a:lnTo>
                <a:close/>
                <a:moveTo>
                  <a:pt x="1781175" y="1762125"/>
                </a:moveTo>
                <a:lnTo>
                  <a:pt x="1800225" y="1762125"/>
                </a:lnTo>
                <a:lnTo>
                  <a:pt x="1800225" y="1771650"/>
                </a:lnTo>
                <a:lnTo>
                  <a:pt x="1781175" y="1771650"/>
                </a:lnTo>
                <a:close/>
                <a:moveTo>
                  <a:pt x="1209675" y="1771650"/>
                </a:moveTo>
                <a:lnTo>
                  <a:pt x="1219200" y="1771650"/>
                </a:lnTo>
                <a:lnTo>
                  <a:pt x="1219200" y="1781175"/>
                </a:lnTo>
                <a:lnTo>
                  <a:pt x="1209675" y="1781175"/>
                </a:lnTo>
                <a:close/>
                <a:moveTo>
                  <a:pt x="1466850" y="1771650"/>
                </a:moveTo>
                <a:lnTo>
                  <a:pt x="1476375" y="1771650"/>
                </a:lnTo>
                <a:lnTo>
                  <a:pt x="1476375" y="1781175"/>
                </a:lnTo>
                <a:lnTo>
                  <a:pt x="1466850" y="1781175"/>
                </a:lnTo>
                <a:close/>
                <a:moveTo>
                  <a:pt x="1714500" y="1771650"/>
                </a:moveTo>
                <a:lnTo>
                  <a:pt x="1733550" y="1771650"/>
                </a:lnTo>
                <a:lnTo>
                  <a:pt x="1733550" y="1781175"/>
                </a:lnTo>
                <a:lnTo>
                  <a:pt x="1714500" y="1781175"/>
                </a:lnTo>
                <a:close/>
                <a:moveTo>
                  <a:pt x="161925" y="1781175"/>
                </a:moveTo>
                <a:lnTo>
                  <a:pt x="171450" y="1781175"/>
                </a:lnTo>
                <a:lnTo>
                  <a:pt x="171450" y="1790700"/>
                </a:lnTo>
                <a:lnTo>
                  <a:pt x="161925" y="1790700"/>
                </a:lnTo>
                <a:close/>
                <a:moveTo>
                  <a:pt x="485775" y="1781175"/>
                </a:moveTo>
                <a:lnTo>
                  <a:pt x="495300" y="1781175"/>
                </a:lnTo>
                <a:lnTo>
                  <a:pt x="495300" y="1790700"/>
                </a:lnTo>
                <a:lnTo>
                  <a:pt x="485775" y="1790700"/>
                </a:lnTo>
                <a:close/>
                <a:moveTo>
                  <a:pt x="914400" y="1781175"/>
                </a:moveTo>
                <a:lnTo>
                  <a:pt x="923925" y="1781175"/>
                </a:lnTo>
                <a:lnTo>
                  <a:pt x="923925" y="1790700"/>
                </a:lnTo>
                <a:lnTo>
                  <a:pt x="914400" y="1790700"/>
                </a:lnTo>
                <a:close/>
                <a:moveTo>
                  <a:pt x="1200150" y="1781175"/>
                </a:moveTo>
                <a:lnTo>
                  <a:pt x="1209675" y="1781175"/>
                </a:lnTo>
                <a:lnTo>
                  <a:pt x="1209675" y="1790700"/>
                </a:lnTo>
                <a:lnTo>
                  <a:pt x="1200150" y="1790700"/>
                </a:lnTo>
                <a:close/>
                <a:moveTo>
                  <a:pt x="1704975" y="1781175"/>
                </a:moveTo>
                <a:lnTo>
                  <a:pt x="1714500" y="1781175"/>
                </a:lnTo>
                <a:lnTo>
                  <a:pt x="1714500" y="1790700"/>
                </a:lnTo>
                <a:lnTo>
                  <a:pt x="1704975" y="1790700"/>
                </a:lnTo>
                <a:close/>
                <a:moveTo>
                  <a:pt x="85725" y="1790700"/>
                </a:moveTo>
                <a:lnTo>
                  <a:pt x="95250" y="1790700"/>
                </a:lnTo>
                <a:lnTo>
                  <a:pt x="95250" y="1809750"/>
                </a:lnTo>
                <a:lnTo>
                  <a:pt x="85725" y="1809750"/>
                </a:lnTo>
                <a:close/>
                <a:moveTo>
                  <a:pt x="171450" y="1790700"/>
                </a:moveTo>
                <a:lnTo>
                  <a:pt x="180975" y="1790700"/>
                </a:lnTo>
                <a:lnTo>
                  <a:pt x="180975" y="1800225"/>
                </a:lnTo>
                <a:lnTo>
                  <a:pt x="171450" y="1800225"/>
                </a:lnTo>
                <a:close/>
                <a:moveTo>
                  <a:pt x="1152525" y="1790700"/>
                </a:moveTo>
                <a:lnTo>
                  <a:pt x="1162050" y="1790700"/>
                </a:lnTo>
                <a:lnTo>
                  <a:pt x="1162050" y="1809750"/>
                </a:lnTo>
                <a:lnTo>
                  <a:pt x="1171575" y="1809750"/>
                </a:lnTo>
                <a:lnTo>
                  <a:pt x="1171575" y="1819275"/>
                </a:lnTo>
                <a:lnTo>
                  <a:pt x="1162050" y="1819275"/>
                </a:lnTo>
                <a:lnTo>
                  <a:pt x="1162050" y="1828800"/>
                </a:lnTo>
                <a:lnTo>
                  <a:pt x="1143000" y="1828800"/>
                </a:lnTo>
                <a:lnTo>
                  <a:pt x="1143000" y="1800225"/>
                </a:lnTo>
                <a:lnTo>
                  <a:pt x="1152525" y="1800225"/>
                </a:lnTo>
                <a:close/>
                <a:moveTo>
                  <a:pt x="1190625" y="1790700"/>
                </a:moveTo>
                <a:lnTo>
                  <a:pt x="1200150" y="1790700"/>
                </a:lnTo>
                <a:lnTo>
                  <a:pt x="1200150" y="1800225"/>
                </a:lnTo>
                <a:lnTo>
                  <a:pt x="1190625" y="1800225"/>
                </a:lnTo>
                <a:close/>
                <a:moveTo>
                  <a:pt x="1400175" y="1790700"/>
                </a:moveTo>
                <a:lnTo>
                  <a:pt x="1409700" y="1790700"/>
                </a:lnTo>
                <a:lnTo>
                  <a:pt x="1409700" y="1800225"/>
                </a:lnTo>
                <a:lnTo>
                  <a:pt x="1400175" y="1800225"/>
                </a:lnTo>
                <a:close/>
                <a:moveTo>
                  <a:pt x="142875" y="1800225"/>
                </a:moveTo>
                <a:lnTo>
                  <a:pt x="152400" y="1800225"/>
                </a:lnTo>
                <a:lnTo>
                  <a:pt x="152400" y="1809750"/>
                </a:lnTo>
                <a:lnTo>
                  <a:pt x="142875" y="1809750"/>
                </a:lnTo>
                <a:close/>
                <a:moveTo>
                  <a:pt x="180975" y="1800225"/>
                </a:moveTo>
                <a:lnTo>
                  <a:pt x="190500" y="1800225"/>
                </a:lnTo>
                <a:lnTo>
                  <a:pt x="190500" y="1809750"/>
                </a:lnTo>
                <a:lnTo>
                  <a:pt x="180975" y="1809750"/>
                </a:lnTo>
                <a:close/>
                <a:moveTo>
                  <a:pt x="1381125" y="1800225"/>
                </a:moveTo>
                <a:lnTo>
                  <a:pt x="1390650" y="1800225"/>
                </a:lnTo>
                <a:lnTo>
                  <a:pt x="1390650" y="1809750"/>
                </a:lnTo>
                <a:lnTo>
                  <a:pt x="1381125" y="1809750"/>
                </a:lnTo>
                <a:close/>
                <a:moveTo>
                  <a:pt x="2190750" y="1800225"/>
                </a:moveTo>
                <a:lnTo>
                  <a:pt x="2200275" y="1800225"/>
                </a:lnTo>
                <a:lnTo>
                  <a:pt x="2200275" y="1819275"/>
                </a:lnTo>
                <a:lnTo>
                  <a:pt x="2190750" y="1819275"/>
                </a:lnTo>
                <a:close/>
                <a:moveTo>
                  <a:pt x="209550" y="1809750"/>
                </a:moveTo>
                <a:lnTo>
                  <a:pt x="219075" y="1809750"/>
                </a:lnTo>
                <a:lnTo>
                  <a:pt x="219075" y="1819275"/>
                </a:lnTo>
                <a:lnTo>
                  <a:pt x="209550" y="1819275"/>
                </a:lnTo>
                <a:close/>
                <a:moveTo>
                  <a:pt x="400050" y="1809750"/>
                </a:moveTo>
                <a:lnTo>
                  <a:pt x="409575" y="1809750"/>
                </a:lnTo>
                <a:lnTo>
                  <a:pt x="409575" y="1819275"/>
                </a:lnTo>
                <a:lnTo>
                  <a:pt x="400050" y="1819275"/>
                </a:lnTo>
                <a:close/>
                <a:moveTo>
                  <a:pt x="495300" y="1809750"/>
                </a:moveTo>
                <a:lnTo>
                  <a:pt x="504825" y="1809750"/>
                </a:lnTo>
                <a:lnTo>
                  <a:pt x="504825" y="1819275"/>
                </a:lnTo>
                <a:lnTo>
                  <a:pt x="495300" y="1819275"/>
                </a:lnTo>
                <a:close/>
                <a:moveTo>
                  <a:pt x="1371600" y="1809750"/>
                </a:moveTo>
                <a:lnTo>
                  <a:pt x="1381125" y="1809750"/>
                </a:lnTo>
                <a:lnTo>
                  <a:pt x="1381125" y="1819275"/>
                </a:lnTo>
                <a:lnTo>
                  <a:pt x="1371600" y="1819275"/>
                </a:lnTo>
                <a:close/>
                <a:moveTo>
                  <a:pt x="1704975" y="1809750"/>
                </a:moveTo>
                <a:lnTo>
                  <a:pt x="1714500" y="1809750"/>
                </a:lnTo>
                <a:lnTo>
                  <a:pt x="1714500" y="1828800"/>
                </a:lnTo>
                <a:lnTo>
                  <a:pt x="1704975" y="1828800"/>
                </a:lnTo>
                <a:close/>
                <a:moveTo>
                  <a:pt x="2047875" y="1809750"/>
                </a:moveTo>
                <a:lnTo>
                  <a:pt x="2057400" y="1809750"/>
                </a:lnTo>
                <a:lnTo>
                  <a:pt x="2057400" y="1828800"/>
                </a:lnTo>
                <a:lnTo>
                  <a:pt x="2047875" y="1828800"/>
                </a:lnTo>
                <a:close/>
                <a:moveTo>
                  <a:pt x="133350" y="1819275"/>
                </a:moveTo>
                <a:lnTo>
                  <a:pt x="142875" y="1819275"/>
                </a:lnTo>
                <a:lnTo>
                  <a:pt x="142875" y="1828800"/>
                </a:lnTo>
                <a:lnTo>
                  <a:pt x="133350" y="1828800"/>
                </a:lnTo>
                <a:close/>
                <a:moveTo>
                  <a:pt x="200025" y="1819275"/>
                </a:moveTo>
                <a:lnTo>
                  <a:pt x="209550" y="1819275"/>
                </a:lnTo>
                <a:lnTo>
                  <a:pt x="209550" y="1828800"/>
                </a:lnTo>
                <a:lnTo>
                  <a:pt x="200025" y="1828800"/>
                </a:lnTo>
                <a:close/>
                <a:moveTo>
                  <a:pt x="219075" y="1819275"/>
                </a:moveTo>
                <a:lnTo>
                  <a:pt x="238125" y="1819275"/>
                </a:lnTo>
                <a:lnTo>
                  <a:pt x="238125" y="1828800"/>
                </a:lnTo>
                <a:lnTo>
                  <a:pt x="257175" y="1828800"/>
                </a:lnTo>
                <a:lnTo>
                  <a:pt x="257175" y="1857375"/>
                </a:lnTo>
                <a:lnTo>
                  <a:pt x="247650" y="1857375"/>
                </a:lnTo>
                <a:lnTo>
                  <a:pt x="247650" y="1847850"/>
                </a:lnTo>
                <a:lnTo>
                  <a:pt x="238125" y="1847850"/>
                </a:lnTo>
                <a:lnTo>
                  <a:pt x="238125" y="1838325"/>
                </a:lnTo>
                <a:lnTo>
                  <a:pt x="209550" y="1838325"/>
                </a:lnTo>
                <a:lnTo>
                  <a:pt x="209550" y="1828800"/>
                </a:lnTo>
                <a:lnTo>
                  <a:pt x="219075" y="1828800"/>
                </a:lnTo>
                <a:close/>
                <a:moveTo>
                  <a:pt x="504825" y="1819275"/>
                </a:moveTo>
                <a:lnTo>
                  <a:pt x="533400" y="1819275"/>
                </a:lnTo>
                <a:lnTo>
                  <a:pt x="533400" y="1828800"/>
                </a:lnTo>
                <a:lnTo>
                  <a:pt x="552450" y="1828800"/>
                </a:lnTo>
                <a:lnTo>
                  <a:pt x="552450" y="1838325"/>
                </a:lnTo>
                <a:lnTo>
                  <a:pt x="561975" y="1838325"/>
                </a:lnTo>
                <a:lnTo>
                  <a:pt x="561975" y="1847850"/>
                </a:lnTo>
                <a:lnTo>
                  <a:pt x="552450" y="1847850"/>
                </a:lnTo>
                <a:lnTo>
                  <a:pt x="552450" y="1857375"/>
                </a:lnTo>
                <a:lnTo>
                  <a:pt x="542925" y="1857375"/>
                </a:lnTo>
                <a:lnTo>
                  <a:pt x="542925" y="1866900"/>
                </a:lnTo>
                <a:lnTo>
                  <a:pt x="533400" y="1866900"/>
                </a:lnTo>
                <a:lnTo>
                  <a:pt x="533400" y="1857375"/>
                </a:lnTo>
                <a:lnTo>
                  <a:pt x="523875" y="1857375"/>
                </a:lnTo>
                <a:lnTo>
                  <a:pt x="523875" y="1866900"/>
                </a:lnTo>
                <a:lnTo>
                  <a:pt x="514350" y="1866900"/>
                </a:lnTo>
                <a:lnTo>
                  <a:pt x="514350" y="1838325"/>
                </a:lnTo>
                <a:lnTo>
                  <a:pt x="504825" y="1838325"/>
                </a:lnTo>
                <a:close/>
                <a:moveTo>
                  <a:pt x="266700" y="1828800"/>
                </a:moveTo>
                <a:lnTo>
                  <a:pt x="276225" y="1828800"/>
                </a:lnTo>
                <a:lnTo>
                  <a:pt x="276225" y="1838325"/>
                </a:lnTo>
                <a:lnTo>
                  <a:pt x="266700" y="1838325"/>
                </a:lnTo>
                <a:close/>
                <a:moveTo>
                  <a:pt x="1028700" y="1828800"/>
                </a:moveTo>
                <a:lnTo>
                  <a:pt x="1057275" y="1828800"/>
                </a:lnTo>
                <a:lnTo>
                  <a:pt x="1057275" y="1838325"/>
                </a:lnTo>
                <a:lnTo>
                  <a:pt x="1028700" y="1838325"/>
                </a:lnTo>
                <a:close/>
                <a:moveTo>
                  <a:pt x="2124075" y="1828800"/>
                </a:moveTo>
                <a:lnTo>
                  <a:pt x="2133600" y="1828800"/>
                </a:lnTo>
                <a:lnTo>
                  <a:pt x="2133600" y="1838325"/>
                </a:lnTo>
                <a:lnTo>
                  <a:pt x="2124075" y="1838325"/>
                </a:lnTo>
                <a:close/>
                <a:moveTo>
                  <a:pt x="409575" y="1838325"/>
                </a:moveTo>
                <a:lnTo>
                  <a:pt x="419100" y="1838325"/>
                </a:lnTo>
                <a:lnTo>
                  <a:pt x="419100" y="1847850"/>
                </a:lnTo>
                <a:lnTo>
                  <a:pt x="409575" y="1847850"/>
                </a:lnTo>
                <a:close/>
                <a:moveTo>
                  <a:pt x="962025" y="1838325"/>
                </a:moveTo>
                <a:lnTo>
                  <a:pt x="981075" y="1838325"/>
                </a:lnTo>
                <a:lnTo>
                  <a:pt x="981075" y="1847850"/>
                </a:lnTo>
                <a:lnTo>
                  <a:pt x="971550" y="1847850"/>
                </a:lnTo>
                <a:lnTo>
                  <a:pt x="971550" y="1857375"/>
                </a:lnTo>
                <a:lnTo>
                  <a:pt x="952500" y="1857375"/>
                </a:lnTo>
                <a:lnTo>
                  <a:pt x="952500" y="1847850"/>
                </a:lnTo>
                <a:lnTo>
                  <a:pt x="962025" y="1847850"/>
                </a:lnTo>
                <a:close/>
                <a:moveTo>
                  <a:pt x="1266825" y="1838325"/>
                </a:moveTo>
                <a:lnTo>
                  <a:pt x="1285875" y="1838325"/>
                </a:lnTo>
                <a:lnTo>
                  <a:pt x="1285875" y="1847850"/>
                </a:lnTo>
                <a:lnTo>
                  <a:pt x="1266825" y="1847850"/>
                </a:lnTo>
                <a:close/>
                <a:moveTo>
                  <a:pt x="561975" y="1847850"/>
                </a:moveTo>
                <a:lnTo>
                  <a:pt x="571500" y="1847850"/>
                </a:lnTo>
                <a:lnTo>
                  <a:pt x="571500" y="1866900"/>
                </a:lnTo>
                <a:lnTo>
                  <a:pt x="581025" y="1866900"/>
                </a:lnTo>
                <a:lnTo>
                  <a:pt x="581025" y="1876425"/>
                </a:lnTo>
                <a:lnTo>
                  <a:pt x="590550" y="1876425"/>
                </a:lnTo>
                <a:lnTo>
                  <a:pt x="590550" y="1885950"/>
                </a:lnTo>
                <a:lnTo>
                  <a:pt x="609600" y="1885950"/>
                </a:lnTo>
                <a:lnTo>
                  <a:pt x="609600" y="1895475"/>
                </a:lnTo>
                <a:lnTo>
                  <a:pt x="657225" y="1895475"/>
                </a:lnTo>
                <a:lnTo>
                  <a:pt x="657225" y="1905000"/>
                </a:lnTo>
                <a:lnTo>
                  <a:pt x="666750" y="1905000"/>
                </a:lnTo>
                <a:lnTo>
                  <a:pt x="666750" y="1914525"/>
                </a:lnTo>
                <a:lnTo>
                  <a:pt x="609600" y="1914525"/>
                </a:lnTo>
                <a:lnTo>
                  <a:pt x="609600" y="1905000"/>
                </a:lnTo>
                <a:lnTo>
                  <a:pt x="581025" y="1905000"/>
                </a:lnTo>
                <a:lnTo>
                  <a:pt x="581025" y="1895475"/>
                </a:lnTo>
                <a:lnTo>
                  <a:pt x="571500" y="1895475"/>
                </a:lnTo>
                <a:lnTo>
                  <a:pt x="571500" y="1885950"/>
                </a:lnTo>
                <a:lnTo>
                  <a:pt x="552450" y="1885950"/>
                </a:lnTo>
                <a:lnTo>
                  <a:pt x="552450" y="1876425"/>
                </a:lnTo>
                <a:lnTo>
                  <a:pt x="542925" y="1876425"/>
                </a:lnTo>
                <a:lnTo>
                  <a:pt x="542925" y="1866900"/>
                </a:lnTo>
                <a:lnTo>
                  <a:pt x="561975" y="1866900"/>
                </a:lnTo>
                <a:close/>
                <a:moveTo>
                  <a:pt x="914400" y="1847850"/>
                </a:moveTo>
                <a:lnTo>
                  <a:pt x="933450" y="1847850"/>
                </a:lnTo>
                <a:lnTo>
                  <a:pt x="933450" y="1866900"/>
                </a:lnTo>
                <a:lnTo>
                  <a:pt x="914400" y="1866900"/>
                </a:lnTo>
                <a:close/>
                <a:moveTo>
                  <a:pt x="257175" y="1857375"/>
                </a:moveTo>
                <a:lnTo>
                  <a:pt x="276225" y="1857375"/>
                </a:lnTo>
                <a:lnTo>
                  <a:pt x="276225" y="1876425"/>
                </a:lnTo>
                <a:lnTo>
                  <a:pt x="266700" y="1876425"/>
                </a:lnTo>
                <a:lnTo>
                  <a:pt x="266700" y="1885950"/>
                </a:lnTo>
                <a:lnTo>
                  <a:pt x="247650" y="1885950"/>
                </a:lnTo>
                <a:lnTo>
                  <a:pt x="247650" y="1876425"/>
                </a:lnTo>
                <a:lnTo>
                  <a:pt x="257175" y="1876425"/>
                </a:lnTo>
                <a:close/>
                <a:moveTo>
                  <a:pt x="1628775" y="1857375"/>
                </a:moveTo>
                <a:lnTo>
                  <a:pt x="1647825" y="1857375"/>
                </a:lnTo>
                <a:lnTo>
                  <a:pt x="1647825" y="1866900"/>
                </a:lnTo>
                <a:lnTo>
                  <a:pt x="1657350" y="1866900"/>
                </a:lnTo>
                <a:lnTo>
                  <a:pt x="1657350" y="1876425"/>
                </a:lnTo>
                <a:lnTo>
                  <a:pt x="1619250" y="1876425"/>
                </a:lnTo>
                <a:lnTo>
                  <a:pt x="1619250" y="1885950"/>
                </a:lnTo>
                <a:lnTo>
                  <a:pt x="1609725" y="1885950"/>
                </a:lnTo>
                <a:lnTo>
                  <a:pt x="1609725" y="1866900"/>
                </a:lnTo>
                <a:lnTo>
                  <a:pt x="1628775" y="1866900"/>
                </a:lnTo>
                <a:close/>
                <a:moveTo>
                  <a:pt x="419100" y="1866900"/>
                </a:moveTo>
                <a:lnTo>
                  <a:pt x="428625" y="1866900"/>
                </a:lnTo>
                <a:lnTo>
                  <a:pt x="428625" y="1876425"/>
                </a:lnTo>
                <a:lnTo>
                  <a:pt x="419100" y="1876425"/>
                </a:lnTo>
                <a:close/>
                <a:moveTo>
                  <a:pt x="962025" y="1866900"/>
                </a:moveTo>
                <a:lnTo>
                  <a:pt x="981075" y="1866900"/>
                </a:lnTo>
                <a:lnTo>
                  <a:pt x="981075" y="1876425"/>
                </a:lnTo>
                <a:lnTo>
                  <a:pt x="962025" y="1876425"/>
                </a:lnTo>
                <a:close/>
                <a:moveTo>
                  <a:pt x="1333500" y="1866900"/>
                </a:moveTo>
                <a:lnTo>
                  <a:pt x="1343025" y="1866900"/>
                </a:lnTo>
                <a:lnTo>
                  <a:pt x="1343025" y="1876425"/>
                </a:lnTo>
                <a:lnTo>
                  <a:pt x="1333500" y="1876425"/>
                </a:lnTo>
                <a:close/>
                <a:moveTo>
                  <a:pt x="1495425" y="1866900"/>
                </a:moveTo>
                <a:lnTo>
                  <a:pt x="1504950" y="1866900"/>
                </a:lnTo>
                <a:lnTo>
                  <a:pt x="1504950" y="1876425"/>
                </a:lnTo>
                <a:lnTo>
                  <a:pt x="1495425" y="1876425"/>
                </a:lnTo>
                <a:close/>
                <a:moveTo>
                  <a:pt x="1533525" y="1866900"/>
                </a:moveTo>
                <a:lnTo>
                  <a:pt x="1543050" y="1866900"/>
                </a:lnTo>
                <a:lnTo>
                  <a:pt x="1543050" y="1876425"/>
                </a:lnTo>
                <a:lnTo>
                  <a:pt x="1533525" y="1876425"/>
                </a:lnTo>
                <a:close/>
                <a:moveTo>
                  <a:pt x="1562100" y="1866900"/>
                </a:moveTo>
                <a:lnTo>
                  <a:pt x="1581150" y="1866900"/>
                </a:lnTo>
                <a:lnTo>
                  <a:pt x="1581150" y="1885950"/>
                </a:lnTo>
                <a:lnTo>
                  <a:pt x="1552575" y="1885950"/>
                </a:lnTo>
                <a:lnTo>
                  <a:pt x="1552575" y="1876425"/>
                </a:lnTo>
                <a:lnTo>
                  <a:pt x="1562100" y="1876425"/>
                </a:lnTo>
                <a:close/>
                <a:moveTo>
                  <a:pt x="76200" y="1876425"/>
                </a:moveTo>
                <a:lnTo>
                  <a:pt x="85725" y="1876425"/>
                </a:lnTo>
                <a:lnTo>
                  <a:pt x="85725" y="1895475"/>
                </a:lnTo>
                <a:lnTo>
                  <a:pt x="76200" y="1895475"/>
                </a:lnTo>
                <a:close/>
                <a:moveTo>
                  <a:pt x="809625" y="1876425"/>
                </a:moveTo>
                <a:lnTo>
                  <a:pt x="819150" y="1876425"/>
                </a:lnTo>
                <a:lnTo>
                  <a:pt x="819150" y="1885950"/>
                </a:lnTo>
                <a:lnTo>
                  <a:pt x="809625" y="1885950"/>
                </a:lnTo>
                <a:close/>
                <a:moveTo>
                  <a:pt x="923925" y="1876425"/>
                </a:moveTo>
                <a:lnTo>
                  <a:pt x="942975" y="1876425"/>
                </a:lnTo>
                <a:lnTo>
                  <a:pt x="942975" y="1885950"/>
                </a:lnTo>
                <a:lnTo>
                  <a:pt x="923925" y="1885950"/>
                </a:lnTo>
                <a:close/>
                <a:moveTo>
                  <a:pt x="1295400" y="1876425"/>
                </a:moveTo>
                <a:lnTo>
                  <a:pt x="1304925" y="1876425"/>
                </a:lnTo>
                <a:lnTo>
                  <a:pt x="1304925" y="1885950"/>
                </a:lnTo>
                <a:lnTo>
                  <a:pt x="1295400" y="1885950"/>
                </a:lnTo>
                <a:close/>
                <a:moveTo>
                  <a:pt x="1485900" y="1876425"/>
                </a:moveTo>
                <a:lnTo>
                  <a:pt x="1495425" y="1876425"/>
                </a:lnTo>
                <a:lnTo>
                  <a:pt x="1495425" y="1885950"/>
                </a:lnTo>
                <a:lnTo>
                  <a:pt x="1485900" y="1885950"/>
                </a:lnTo>
                <a:close/>
                <a:moveTo>
                  <a:pt x="781050" y="1885950"/>
                </a:moveTo>
                <a:lnTo>
                  <a:pt x="790575" y="1885950"/>
                </a:lnTo>
                <a:lnTo>
                  <a:pt x="790575" y="1895475"/>
                </a:lnTo>
                <a:lnTo>
                  <a:pt x="781050" y="1895475"/>
                </a:lnTo>
                <a:close/>
                <a:moveTo>
                  <a:pt x="1447800" y="1885950"/>
                </a:moveTo>
                <a:lnTo>
                  <a:pt x="1466850" y="1885950"/>
                </a:lnTo>
                <a:lnTo>
                  <a:pt x="1466850" y="1905000"/>
                </a:lnTo>
                <a:lnTo>
                  <a:pt x="1447800" y="1905000"/>
                </a:lnTo>
                <a:lnTo>
                  <a:pt x="1447800" y="1914525"/>
                </a:lnTo>
                <a:lnTo>
                  <a:pt x="1438275" y="1914525"/>
                </a:lnTo>
                <a:lnTo>
                  <a:pt x="1438275" y="1895475"/>
                </a:lnTo>
                <a:lnTo>
                  <a:pt x="1447800" y="1895475"/>
                </a:lnTo>
                <a:close/>
                <a:moveTo>
                  <a:pt x="2057400" y="1885950"/>
                </a:moveTo>
                <a:lnTo>
                  <a:pt x="2066925" y="1885950"/>
                </a:lnTo>
                <a:lnTo>
                  <a:pt x="2066925" y="1895475"/>
                </a:lnTo>
                <a:lnTo>
                  <a:pt x="2057400" y="1895475"/>
                </a:lnTo>
                <a:close/>
                <a:moveTo>
                  <a:pt x="428625" y="1895475"/>
                </a:moveTo>
                <a:lnTo>
                  <a:pt x="438150" y="1895475"/>
                </a:lnTo>
                <a:lnTo>
                  <a:pt x="438150" y="1905000"/>
                </a:lnTo>
                <a:lnTo>
                  <a:pt x="428625" y="1905000"/>
                </a:lnTo>
                <a:close/>
                <a:moveTo>
                  <a:pt x="1162050" y="1895475"/>
                </a:moveTo>
                <a:lnTo>
                  <a:pt x="1171575" y="1895475"/>
                </a:lnTo>
                <a:lnTo>
                  <a:pt x="1171575" y="1905000"/>
                </a:lnTo>
                <a:lnTo>
                  <a:pt x="1162050" y="1905000"/>
                </a:lnTo>
                <a:close/>
                <a:moveTo>
                  <a:pt x="1400175" y="1895475"/>
                </a:moveTo>
                <a:lnTo>
                  <a:pt x="1409700" y="1895475"/>
                </a:lnTo>
                <a:lnTo>
                  <a:pt x="1409700" y="1914525"/>
                </a:lnTo>
                <a:lnTo>
                  <a:pt x="1400175" y="1914525"/>
                </a:lnTo>
                <a:lnTo>
                  <a:pt x="1400175" y="1924050"/>
                </a:lnTo>
                <a:lnTo>
                  <a:pt x="1390650" y="1924050"/>
                </a:lnTo>
                <a:lnTo>
                  <a:pt x="1390650" y="1905000"/>
                </a:lnTo>
                <a:lnTo>
                  <a:pt x="1400175" y="1905000"/>
                </a:lnTo>
                <a:close/>
                <a:moveTo>
                  <a:pt x="1638300" y="1895475"/>
                </a:moveTo>
                <a:lnTo>
                  <a:pt x="1657350" y="1895475"/>
                </a:lnTo>
                <a:lnTo>
                  <a:pt x="1657350" y="1914525"/>
                </a:lnTo>
                <a:lnTo>
                  <a:pt x="1666875" y="1914525"/>
                </a:lnTo>
                <a:lnTo>
                  <a:pt x="1666875" y="1924050"/>
                </a:lnTo>
                <a:lnTo>
                  <a:pt x="1647825" y="1924050"/>
                </a:lnTo>
                <a:lnTo>
                  <a:pt x="1647825" y="1914525"/>
                </a:lnTo>
                <a:lnTo>
                  <a:pt x="1638300" y="1914525"/>
                </a:lnTo>
                <a:close/>
                <a:moveTo>
                  <a:pt x="1714500" y="1895475"/>
                </a:moveTo>
                <a:lnTo>
                  <a:pt x="1724025" y="1895475"/>
                </a:lnTo>
                <a:lnTo>
                  <a:pt x="1724025" y="1905000"/>
                </a:lnTo>
                <a:lnTo>
                  <a:pt x="1714500" y="1905000"/>
                </a:lnTo>
                <a:close/>
                <a:moveTo>
                  <a:pt x="123825" y="1905000"/>
                </a:moveTo>
                <a:lnTo>
                  <a:pt x="133350" y="1905000"/>
                </a:lnTo>
                <a:lnTo>
                  <a:pt x="133350" y="1914525"/>
                </a:lnTo>
                <a:lnTo>
                  <a:pt x="123825" y="1914525"/>
                </a:lnTo>
                <a:close/>
                <a:moveTo>
                  <a:pt x="247650" y="1905000"/>
                </a:moveTo>
                <a:lnTo>
                  <a:pt x="266700" y="1905000"/>
                </a:lnTo>
                <a:lnTo>
                  <a:pt x="266700" y="1914525"/>
                </a:lnTo>
                <a:lnTo>
                  <a:pt x="257175" y="1914525"/>
                </a:lnTo>
                <a:lnTo>
                  <a:pt x="257175" y="1924050"/>
                </a:lnTo>
                <a:lnTo>
                  <a:pt x="238125" y="1924050"/>
                </a:lnTo>
                <a:lnTo>
                  <a:pt x="238125" y="1914525"/>
                </a:lnTo>
                <a:lnTo>
                  <a:pt x="247650" y="1914525"/>
                </a:lnTo>
                <a:close/>
                <a:moveTo>
                  <a:pt x="1066800" y="1905000"/>
                </a:moveTo>
                <a:lnTo>
                  <a:pt x="1076325" y="1905000"/>
                </a:lnTo>
                <a:lnTo>
                  <a:pt x="1076325" y="1914525"/>
                </a:lnTo>
                <a:lnTo>
                  <a:pt x="1066800" y="1914525"/>
                </a:lnTo>
                <a:close/>
                <a:moveTo>
                  <a:pt x="1543050" y="1905000"/>
                </a:moveTo>
                <a:lnTo>
                  <a:pt x="1552575" y="1905000"/>
                </a:lnTo>
                <a:lnTo>
                  <a:pt x="1552575" y="1914525"/>
                </a:lnTo>
                <a:lnTo>
                  <a:pt x="1543050" y="1914525"/>
                </a:lnTo>
                <a:close/>
                <a:moveTo>
                  <a:pt x="2162175" y="1905000"/>
                </a:moveTo>
                <a:lnTo>
                  <a:pt x="2171700" y="1905000"/>
                </a:lnTo>
                <a:lnTo>
                  <a:pt x="2171700" y="1914525"/>
                </a:lnTo>
                <a:lnTo>
                  <a:pt x="2162175" y="1914525"/>
                </a:lnTo>
                <a:close/>
                <a:moveTo>
                  <a:pt x="704850" y="1914525"/>
                </a:moveTo>
                <a:lnTo>
                  <a:pt x="714375" y="1914525"/>
                </a:lnTo>
                <a:lnTo>
                  <a:pt x="714375" y="1924050"/>
                </a:lnTo>
                <a:lnTo>
                  <a:pt x="704850" y="1924050"/>
                </a:lnTo>
                <a:close/>
                <a:moveTo>
                  <a:pt x="1038225" y="1914525"/>
                </a:moveTo>
                <a:lnTo>
                  <a:pt x="1047750" y="1914525"/>
                </a:lnTo>
                <a:lnTo>
                  <a:pt x="1047750" y="1924050"/>
                </a:lnTo>
                <a:lnTo>
                  <a:pt x="1038225" y="1924050"/>
                </a:lnTo>
                <a:close/>
                <a:moveTo>
                  <a:pt x="1533525" y="1914525"/>
                </a:moveTo>
                <a:lnTo>
                  <a:pt x="1543050" y="1914525"/>
                </a:lnTo>
                <a:lnTo>
                  <a:pt x="1543050" y="1924050"/>
                </a:lnTo>
                <a:lnTo>
                  <a:pt x="1533525" y="1924050"/>
                </a:lnTo>
                <a:close/>
                <a:moveTo>
                  <a:pt x="133350" y="1924050"/>
                </a:moveTo>
                <a:lnTo>
                  <a:pt x="142875" y="1924050"/>
                </a:lnTo>
                <a:lnTo>
                  <a:pt x="142875" y="1933575"/>
                </a:lnTo>
                <a:lnTo>
                  <a:pt x="133350" y="1933575"/>
                </a:lnTo>
                <a:close/>
                <a:moveTo>
                  <a:pt x="438150" y="1924050"/>
                </a:moveTo>
                <a:lnTo>
                  <a:pt x="447675" y="1924050"/>
                </a:lnTo>
                <a:lnTo>
                  <a:pt x="447675" y="1933575"/>
                </a:lnTo>
                <a:lnTo>
                  <a:pt x="438150" y="1933575"/>
                </a:lnTo>
                <a:close/>
                <a:moveTo>
                  <a:pt x="495300" y="1924050"/>
                </a:moveTo>
                <a:lnTo>
                  <a:pt x="514350" y="1924050"/>
                </a:lnTo>
                <a:lnTo>
                  <a:pt x="514350" y="1952625"/>
                </a:lnTo>
                <a:lnTo>
                  <a:pt x="523875" y="1952625"/>
                </a:lnTo>
                <a:lnTo>
                  <a:pt x="523875" y="1962150"/>
                </a:lnTo>
                <a:lnTo>
                  <a:pt x="504825" y="1962150"/>
                </a:lnTo>
                <a:lnTo>
                  <a:pt x="504825" y="1933575"/>
                </a:lnTo>
                <a:lnTo>
                  <a:pt x="495300" y="1933575"/>
                </a:lnTo>
                <a:close/>
                <a:moveTo>
                  <a:pt x="666750" y="1924050"/>
                </a:moveTo>
                <a:lnTo>
                  <a:pt x="685800" y="1924050"/>
                </a:lnTo>
                <a:lnTo>
                  <a:pt x="685800" y="1933575"/>
                </a:lnTo>
                <a:lnTo>
                  <a:pt x="676275" y="1933575"/>
                </a:lnTo>
                <a:lnTo>
                  <a:pt x="676275" y="1943100"/>
                </a:lnTo>
                <a:lnTo>
                  <a:pt x="704850" y="1943100"/>
                </a:lnTo>
                <a:lnTo>
                  <a:pt x="704850" y="1952625"/>
                </a:lnTo>
                <a:lnTo>
                  <a:pt x="695325" y="1952625"/>
                </a:lnTo>
                <a:lnTo>
                  <a:pt x="695325" y="1962150"/>
                </a:lnTo>
                <a:lnTo>
                  <a:pt x="666750" y="1962150"/>
                </a:lnTo>
                <a:lnTo>
                  <a:pt x="666750" y="1943100"/>
                </a:lnTo>
                <a:lnTo>
                  <a:pt x="657225" y="1943100"/>
                </a:lnTo>
                <a:lnTo>
                  <a:pt x="657225" y="1933575"/>
                </a:lnTo>
                <a:lnTo>
                  <a:pt x="666750" y="1933575"/>
                </a:lnTo>
                <a:close/>
                <a:moveTo>
                  <a:pt x="1009650" y="1924050"/>
                </a:moveTo>
                <a:lnTo>
                  <a:pt x="1019175" y="1924050"/>
                </a:lnTo>
                <a:lnTo>
                  <a:pt x="1019175" y="1933575"/>
                </a:lnTo>
                <a:lnTo>
                  <a:pt x="1009650" y="1933575"/>
                </a:lnTo>
                <a:close/>
                <a:moveTo>
                  <a:pt x="1504950" y="1924050"/>
                </a:moveTo>
                <a:lnTo>
                  <a:pt x="1524000" y="1924050"/>
                </a:lnTo>
                <a:lnTo>
                  <a:pt x="1524000" y="1933575"/>
                </a:lnTo>
                <a:lnTo>
                  <a:pt x="1504950" y="1933575"/>
                </a:lnTo>
                <a:close/>
                <a:moveTo>
                  <a:pt x="981075" y="1933575"/>
                </a:moveTo>
                <a:lnTo>
                  <a:pt x="990600" y="1933575"/>
                </a:lnTo>
                <a:lnTo>
                  <a:pt x="990600" y="1943100"/>
                </a:lnTo>
                <a:lnTo>
                  <a:pt x="981075" y="1943100"/>
                </a:lnTo>
                <a:close/>
                <a:moveTo>
                  <a:pt x="2066925" y="1933575"/>
                </a:moveTo>
                <a:lnTo>
                  <a:pt x="2076450" y="1933575"/>
                </a:lnTo>
                <a:lnTo>
                  <a:pt x="2076450" y="1943100"/>
                </a:lnTo>
                <a:lnTo>
                  <a:pt x="2066925" y="1943100"/>
                </a:lnTo>
                <a:close/>
                <a:moveTo>
                  <a:pt x="542925" y="1943100"/>
                </a:moveTo>
                <a:lnTo>
                  <a:pt x="552450" y="1943100"/>
                </a:lnTo>
                <a:lnTo>
                  <a:pt x="552450" y="1952625"/>
                </a:lnTo>
                <a:lnTo>
                  <a:pt x="542925" y="1952625"/>
                </a:lnTo>
                <a:close/>
                <a:moveTo>
                  <a:pt x="952500" y="1943100"/>
                </a:moveTo>
                <a:lnTo>
                  <a:pt x="962025" y="1943100"/>
                </a:lnTo>
                <a:lnTo>
                  <a:pt x="962025" y="1952625"/>
                </a:lnTo>
                <a:lnTo>
                  <a:pt x="952500" y="1952625"/>
                </a:lnTo>
                <a:close/>
                <a:moveTo>
                  <a:pt x="1571625" y="1943100"/>
                </a:moveTo>
                <a:lnTo>
                  <a:pt x="1600200" y="1943100"/>
                </a:lnTo>
                <a:lnTo>
                  <a:pt x="1600200" y="1952625"/>
                </a:lnTo>
                <a:lnTo>
                  <a:pt x="1571625" y="1952625"/>
                </a:lnTo>
                <a:close/>
                <a:moveTo>
                  <a:pt x="447675" y="1952625"/>
                </a:moveTo>
                <a:lnTo>
                  <a:pt x="457200" y="1952625"/>
                </a:lnTo>
                <a:lnTo>
                  <a:pt x="457200" y="1962150"/>
                </a:lnTo>
                <a:lnTo>
                  <a:pt x="447675" y="1962150"/>
                </a:lnTo>
                <a:close/>
                <a:moveTo>
                  <a:pt x="609600" y="1952625"/>
                </a:moveTo>
                <a:lnTo>
                  <a:pt x="619125" y="1952625"/>
                </a:lnTo>
                <a:lnTo>
                  <a:pt x="619125" y="1962150"/>
                </a:lnTo>
                <a:lnTo>
                  <a:pt x="609600" y="1962150"/>
                </a:lnTo>
                <a:close/>
                <a:moveTo>
                  <a:pt x="923925" y="1952625"/>
                </a:moveTo>
                <a:lnTo>
                  <a:pt x="933450" y="1952625"/>
                </a:lnTo>
                <a:lnTo>
                  <a:pt x="933450" y="1962150"/>
                </a:lnTo>
                <a:lnTo>
                  <a:pt x="923925" y="1962150"/>
                </a:lnTo>
                <a:close/>
                <a:moveTo>
                  <a:pt x="1438275" y="1952625"/>
                </a:moveTo>
                <a:lnTo>
                  <a:pt x="1466850" y="1952625"/>
                </a:lnTo>
                <a:lnTo>
                  <a:pt x="1466850" y="1962150"/>
                </a:lnTo>
                <a:lnTo>
                  <a:pt x="1476375" y="1962150"/>
                </a:lnTo>
                <a:lnTo>
                  <a:pt x="1476375" y="1971675"/>
                </a:lnTo>
                <a:lnTo>
                  <a:pt x="1457325" y="1971675"/>
                </a:lnTo>
                <a:lnTo>
                  <a:pt x="1457325" y="1962150"/>
                </a:lnTo>
                <a:lnTo>
                  <a:pt x="1447800" y="1962150"/>
                </a:lnTo>
                <a:lnTo>
                  <a:pt x="1447800" y="1971675"/>
                </a:lnTo>
                <a:lnTo>
                  <a:pt x="1438275" y="1971675"/>
                </a:lnTo>
                <a:lnTo>
                  <a:pt x="1438275" y="1981200"/>
                </a:lnTo>
                <a:lnTo>
                  <a:pt x="1428750" y="1981200"/>
                </a:lnTo>
                <a:lnTo>
                  <a:pt x="1428750" y="1962150"/>
                </a:lnTo>
                <a:lnTo>
                  <a:pt x="1438275" y="1962150"/>
                </a:lnTo>
                <a:close/>
                <a:moveTo>
                  <a:pt x="1533525" y="1952625"/>
                </a:moveTo>
                <a:lnTo>
                  <a:pt x="1562100" y="1952625"/>
                </a:lnTo>
                <a:lnTo>
                  <a:pt x="1562100" y="1962150"/>
                </a:lnTo>
                <a:lnTo>
                  <a:pt x="1552575" y="1962150"/>
                </a:lnTo>
                <a:lnTo>
                  <a:pt x="1552575" y="1971675"/>
                </a:lnTo>
                <a:lnTo>
                  <a:pt x="1562100" y="1971675"/>
                </a:lnTo>
                <a:lnTo>
                  <a:pt x="1562100" y="1981200"/>
                </a:lnTo>
                <a:lnTo>
                  <a:pt x="1552575" y="1981200"/>
                </a:lnTo>
                <a:lnTo>
                  <a:pt x="1552575" y="1990725"/>
                </a:lnTo>
                <a:lnTo>
                  <a:pt x="1543050" y="1990725"/>
                </a:lnTo>
                <a:lnTo>
                  <a:pt x="1543050" y="1962150"/>
                </a:lnTo>
                <a:lnTo>
                  <a:pt x="1533525" y="1962150"/>
                </a:lnTo>
                <a:close/>
                <a:moveTo>
                  <a:pt x="1600200" y="1952625"/>
                </a:moveTo>
                <a:lnTo>
                  <a:pt x="1609725" y="1952625"/>
                </a:lnTo>
                <a:lnTo>
                  <a:pt x="1609725" y="1962150"/>
                </a:lnTo>
                <a:lnTo>
                  <a:pt x="1600200" y="1962150"/>
                </a:lnTo>
                <a:close/>
                <a:moveTo>
                  <a:pt x="1647825" y="1952625"/>
                </a:moveTo>
                <a:lnTo>
                  <a:pt x="1666875" y="1952625"/>
                </a:lnTo>
                <a:lnTo>
                  <a:pt x="1666875" y="1971675"/>
                </a:lnTo>
                <a:lnTo>
                  <a:pt x="1676400" y="1971675"/>
                </a:lnTo>
                <a:lnTo>
                  <a:pt x="1676400" y="1981200"/>
                </a:lnTo>
                <a:lnTo>
                  <a:pt x="1657350" y="1981200"/>
                </a:lnTo>
                <a:lnTo>
                  <a:pt x="1657350" y="1971675"/>
                </a:lnTo>
                <a:lnTo>
                  <a:pt x="1647825" y="1971675"/>
                </a:lnTo>
                <a:close/>
                <a:moveTo>
                  <a:pt x="1724025" y="1952625"/>
                </a:moveTo>
                <a:lnTo>
                  <a:pt x="1733550" y="1952625"/>
                </a:lnTo>
                <a:lnTo>
                  <a:pt x="1733550" y="1962150"/>
                </a:lnTo>
                <a:lnTo>
                  <a:pt x="1724025" y="1962150"/>
                </a:lnTo>
                <a:close/>
                <a:moveTo>
                  <a:pt x="66675" y="1962150"/>
                </a:moveTo>
                <a:lnTo>
                  <a:pt x="76200" y="1962150"/>
                </a:lnTo>
                <a:lnTo>
                  <a:pt x="76200" y="1990725"/>
                </a:lnTo>
                <a:lnTo>
                  <a:pt x="66675" y="1990725"/>
                </a:lnTo>
                <a:close/>
                <a:moveTo>
                  <a:pt x="161925" y="1962150"/>
                </a:moveTo>
                <a:lnTo>
                  <a:pt x="171450" y="1962150"/>
                </a:lnTo>
                <a:lnTo>
                  <a:pt x="171450" y="1971675"/>
                </a:lnTo>
                <a:lnTo>
                  <a:pt x="161925" y="1971675"/>
                </a:lnTo>
                <a:close/>
                <a:moveTo>
                  <a:pt x="285750" y="1962150"/>
                </a:moveTo>
                <a:lnTo>
                  <a:pt x="295275" y="1962150"/>
                </a:lnTo>
                <a:lnTo>
                  <a:pt x="295275" y="1971675"/>
                </a:lnTo>
                <a:lnTo>
                  <a:pt x="285750" y="1971675"/>
                </a:lnTo>
                <a:close/>
                <a:moveTo>
                  <a:pt x="590550" y="1962150"/>
                </a:moveTo>
                <a:lnTo>
                  <a:pt x="600075" y="1962150"/>
                </a:lnTo>
                <a:lnTo>
                  <a:pt x="600075" y="1971675"/>
                </a:lnTo>
                <a:lnTo>
                  <a:pt x="590550" y="1971675"/>
                </a:lnTo>
                <a:close/>
                <a:moveTo>
                  <a:pt x="647700" y="1962150"/>
                </a:moveTo>
                <a:lnTo>
                  <a:pt x="657225" y="1962150"/>
                </a:lnTo>
                <a:lnTo>
                  <a:pt x="657225" y="1971675"/>
                </a:lnTo>
                <a:lnTo>
                  <a:pt x="647700" y="1971675"/>
                </a:lnTo>
                <a:close/>
                <a:moveTo>
                  <a:pt x="1371600" y="1962150"/>
                </a:moveTo>
                <a:lnTo>
                  <a:pt x="1390650" y="1962150"/>
                </a:lnTo>
                <a:lnTo>
                  <a:pt x="1390650" y="1971675"/>
                </a:lnTo>
                <a:lnTo>
                  <a:pt x="1400175" y="1971675"/>
                </a:lnTo>
                <a:lnTo>
                  <a:pt x="1400175" y="1990725"/>
                </a:lnTo>
                <a:lnTo>
                  <a:pt x="1381125" y="1990725"/>
                </a:lnTo>
                <a:lnTo>
                  <a:pt x="1381125" y="1971675"/>
                </a:lnTo>
                <a:lnTo>
                  <a:pt x="1371600" y="1971675"/>
                </a:lnTo>
                <a:close/>
                <a:moveTo>
                  <a:pt x="1495425" y="1962150"/>
                </a:moveTo>
                <a:lnTo>
                  <a:pt x="1504950" y="1962150"/>
                </a:lnTo>
                <a:lnTo>
                  <a:pt x="1504950" y="1971675"/>
                </a:lnTo>
                <a:lnTo>
                  <a:pt x="1495425" y="1971675"/>
                </a:lnTo>
                <a:close/>
                <a:moveTo>
                  <a:pt x="1590675" y="1962150"/>
                </a:moveTo>
                <a:lnTo>
                  <a:pt x="1600200" y="1962150"/>
                </a:lnTo>
                <a:lnTo>
                  <a:pt x="1600200" y="1971675"/>
                </a:lnTo>
                <a:lnTo>
                  <a:pt x="1590675" y="1971675"/>
                </a:lnTo>
                <a:close/>
                <a:moveTo>
                  <a:pt x="171450" y="1971675"/>
                </a:moveTo>
                <a:lnTo>
                  <a:pt x="180975" y="1971675"/>
                </a:lnTo>
                <a:lnTo>
                  <a:pt x="180975" y="1981200"/>
                </a:lnTo>
                <a:lnTo>
                  <a:pt x="171450" y="1981200"/>
                </a:lnTo>
                <a:close/>
                <a:moveTo>
                  <a:pt x="238125" y="1971675"/>
                </a:moveTo>
                <a:lnTo>
                  <a:pt x="247650" y="1971675"/>
                </a:lnTo>
                <a:lnTo>
                  <a:pt x="247650" y="1981200"/>
                </a:lnTo>
                <a:lnTo>
                  <a:pt x="257175" y="1981200"/>
                </a:lnTo>
                <a:lnTo>
                  <a:pt x="257175" y="1971675"/>
                </a:lnTo>
                <a:lnTo>
                  <a:pt x="266700" y="1971675"/>
                </a:lnTo>
                <a:lnTo>
                  <a:pt x="266700" y="1981200"/>
                </a:lnTo>
                <a:lnTo>
                  <a:pt x="295275" y="1981200"/>
                </a:lnTo>
                <a:lnTo>
                  <a:pt x="295275" y="1990725"/>
                </a:lnTo>
                <a:lnTo>
                  <a:pt x="314325" y="1990725"/>
                </a:lnTo>
                <a:lnTo>
                  <a:pt x="314325" y="1981200"/>
                </a:lnTo>
                <a:lnTo>
                  <a:pt x="304800" y="1981200"/>
                </a:lnTo>
                <a:lnTo>
                  <a:pt x="304800" y="1971675"/>
                </a:lnTo>
                <a:lnTo>
                  <a:pt x="314325" y="1971675"/>
                </a:lnTo>
                <a:lnTo>
                  <a:pt x="314325" y="1981200"/>
                </a:lnTo>
                <a:lnTo>
                  <a:pt x="323850" y="1981200"/>
                </a:lnTo>
                <a:lnTo>
                  <a:pt x="323850" y="2000250"/>
                </a:lnTo>
                <a:lnTo>
                  <a:pt x="314325" y="2000250"/>
                </a:lnTo>
                <a:lnTo>
                  <a:pt x="314325" y="2009775"/>
                </a:lnTo>
                <a:lnTo>
                  <a:pt x="295275" y="2009775"/>
                </a:lnTo>
                <a:lnTo>
                  <a:pt x="295275" y="2038350"/>
                </a:lnTo>
                <a:lnTo>
                  <a:pt x="304800" y="2038350"/>
                </a:lnTo>
                <a:lnTo>
                  <a:pt x="304800" y="2057400"/>
                </a:lnTo>
                <a:lnTo>
                  <a:pt x="295275" y="2057400"/>
                </a:lnTo>
                <a:lnTo>
                  <a:pt x="295275" y="2066925"/>
                </a:lnTo>
                <a:lnTo>
                  <a:pt x="314325" y="2066925"/>
                </a:lnTo>
                <a:lnTo>
                  <a:pt x="314325" y="2057400"/>
                </a:lnTo>
                <a:lnTo>
                  <a:pt x="333375" y="2057400"/>
                </a:lnTo>
                <a:lnTo>
                  <a:pt x="333375" y="2066925"/>
                </a:lnTo>
                <a:lnTo>
                  <a:pt x="342900" y="2066925"/>
                </a:lnTo>
                <a:lnTo>
                  <a:pt x="342900" y="2057400"/>
                </a:lnTo>
                <a:lnTo>
                  <a:pt x="352425" y="2057400"/>
                </a:lnTo>
                <a:lnTo>
                  <a:pt x="352425" y="2066925"/>
                </a:lnTo>
                <a:lnTo>
                  <a:pt x="342900" y="2066925"/>
                </a:lnTo>
                <a:lnTo>
                  <a:pt x="342900" y="2085975"/>
                </a:lnTo>
                <a:lnTo>
                  <a:pt x="333375" y="2085975"/>
                </a:lnTo>
                <a:lnTo>
                  <a:pt x="333375" y="2076450"/>
                </a:lnTo>
                <a:lnTo>
                  <a:pt x="323850" y="2076450"/>
                </a:lnTo>
                <a:lnTo>
                  <a:pt x="323850" y="2095500"/>
                </a:lnTo>
                <a:lnTo>
                  <a:pt x="304800" y="2095500"/>
                </a:lnTo>
                <a:lnTo>
                  <a:pt x="304800" y="2085975"/>
                </a:lnTo>
                <a:lnTo>
                  <a:pt x="295275" y="2085975"/>
                </a:lnTo>
                <a:lnTo>
                  <a:pt x="295275" y="2076450"/>
                </a:lnTo>
                <a:lnTo>
                  <a:pt x="285750" y="2076450"/>
                </a:lnTo>
                <a:lnTo>
                  <a:pt x="285750" y="2066925"/>
                </a:lnTo>
                <a:lnTo>
                  <a:pt x="276225" y="2066925"/>
                </a:lnTo>
                <a:lnTo>
                  <a:pt x="276225" y="2057400"/>
                </a:lnTo>
                <a:lnTo>
                  <a:pt x="266700" y="2057400"/>
                </a:lnTo>
                <a:lnTo>
                  <a:pt x="266700" y="2047875"/>
                </a:lnTo>
                <a:lnTo>
                  <a:pt x="257175" y="2047875"/>
                </a:lnTo>
                <a:lnTo>
                  <a:pt x="257175" y="2028825"/>
                </a:lnTo>
                <a:lnTo>
                  <a:pt x="247650" y="2028825"/>
                </a:lnTo>
                <a:lnTo>
                  <a:pt x="247650" y="2019300"/>
                </a:lnTo>
                <a:lnTo>
                  <a:pt x="219075" y="2019300"/>
                </a:lnTo>
                <a:lnTo>
                  <a:pt x="219075" y="2009775"/>
                </a:lnTo>
                <a:lnTo>
                  <a:pt x="228600" y="2009775"/>
                </a:lnTo>
                <a:lnTo>
                  <a:pt x="228600" y="1981200"/>
                </a:lnTo>
                <a:lnTo>
                  <a:pt x="238125" y="1981200"/>
                </a:lnTo>
                <a:close/>
                <a:moveTo>
                  <a:pt x="561975" y="1971675"/>
                </a:moveTo>
                <a:lnTo>
                  <a:pt x="590550" y="1971675"/>
                </a:lnTo>
                <a:lnTo>
                  <a:pt x="590550" y="1981200"/>
                </a:lnTo>
                <a:lnTo>
                  <a:pt x="619125" y="1981200"/>
                </a:lnTo>
                <a:lnTo>
                  <a:pt x="619125" y="1990725"/>
                </a:lnTo>
                <a:lnTo>
                  <a:pt x="609600" y="1990725"/>
                </a:lnTo>
                <a:lnTo>
                  <a:pt x="609600" y="2000250"/>
                </a:lnTo>
                <a:lnTo>
                  <a:pt x="600075" y="2000250"/>
                </a:lnTo>
                <a:lnTo>
                  <a:pt x="600075" y="2019300"/>
                </a:lnTo>
                <a:lnTo>
                  <a:pt x="590550" y="2019300"/>
                </a:lnTo>
                <a:lnTo>
                  <a:pt x="590550" y="2009775"/>
                </a:lnTo>
                <a:lnTo>
                  <a:pt x="581025" y="2009775"/>
                </a:lnTo>
                <a:lnTo>
                  <a:pt x="581025" y="2019300"/>
                </a:lnTo>
                <a:lnTo>
                  <a:pt x="561975" y="2019300"/>
                </a:lnTo>
                <a:lnTo>
                  <a:pt x="561975" y="2000250"/>
                </a:lnTo>
                <a:lnTo>
                  <a:pt x="571500" y="2000250"/>
                </a:lnTo>
                <a:lnTo>
                  <a:pt x="571500" y="1990725"/>
                </a:lnTo>
                <a:lnTo>
                  <a:pt x="581025" y="1990725"/>
                </a:lnTo>
                <a:lnTo>
                  <a:pt x="581025" y="1981200"/>
                </a:lnTo>
                <a:lnTo>
                  <a:pt x="561975" y="1981200"/>
                </a:lnTo>
                <a:close/>
                <a:moveTo>
                  <a:pt x="628650" y="1971675"/>
                </a:moveTo>
                <a:lnTo>
                  <a:pt x="638175" y="1971675"/>
                </a:lnTo>
                <a:lnTo>
                  <a:pt x="638175" y="1981200"/>
                </a:lnTo>
                <a:lnTo>
                  <a:pt x="628650" y="1981200"/>
                </a:lnTo>
                <a:close/>
                <a:moveTo>
                  <a:pt x="1038225" y="1971675"/>
                </a:moveTo>
                <a:lnTo>
                  <a:pt x="1047750" y="1971675"/>
                </a:lnTo>
                <a:lnTo>
                  <a:pt x="1047750" y="1981200"/>
                </a:lnTo>
                <a:lnTo>
                  <a:pt x="1038225" y="1981200"/>
                </a:lnTo>
                <a:close/>
                <a:moveTo>
                  <a:pt x="2076450" y="1971675"/>
                </a:moveTo>
                <a:lnTo>
                  <a:pt x="2085975" y="1971675"/>
                </a:lnTo>
                <a:lnTo>
                  <a:pt x="2085975" y="1981200"/>
                </a:lnTo>
                <a:lnTo>
                  <a:pt x="2076450" y="1981200"/>
                </a:lnTo>
                <a:close/>
                <a:moveTo>
                  <a:pt x="180975" y="1981200"/>
                </a:moveTo>
                <a:lnTo>
                  <a:pt x="190500" y="1981200"/>
                </a:lnTo>
                <a:lnTo>
                  <a:pt x="190500" y="1990725"/>
                </a:lnTo>
                <a:lnTo>
                  <a:pt x="180975" y="1990725"/>
                </a:lnTo>
                <a:close/>
                <a:moveTo>
                  <a:pt x="457200" y="1981200"/>
                </a:moveTo>
                <a:lnTo>
                  <a:pt x="466725" y="1981200"/>
                </a:lnTo>
                <a:lnTo>
                  <a:pt x="466725" y="1990725"/>
                </a:lnTo>
                <a:lnTo>
                  <a:pt x="457200" y="1990725"/>
                </a:lnTo>
                <a:close/>
                <a:moveTo>
                  <a:pt x="847725" y="1981200"/>
                </a:moveTo>
                <a:lnTo>
                  <a:pt x="857250" y="1981200"/>
                </a:lnTo>
                <a:lnTo>
                  <a:pt x="857250" y="1990725"/>
                </a:lnTo>
                <a:lnTo>
                  <a:pt x="847725" y="1990725"/>
                </a:lnTo>
                <a:close/>
                <a:moveTo>
                  <a:pt x="1066800" y="1981200"/>
                </a:moveTo>
                <a:lnTo>
                  <a:pt x="1076325" y="1981200"/>
                </a:lnTo>
                <a:lnTo>
                  <a:pt x="1076325" y="1990725"/>
                </a:lnTo>
                <a:lnTo>
                  <a:pt x="1066800" y="1990725"/>
                </a:lnTo>
                <a:close/>
                <a:moveTo>
                  <a:pt x="190500" y="1990725"/>
                </a:moveTo>
                <a:lnTo>
                  <a:pt x="200025" y="1990725"/>
                </a:lnTo>
                <a:lnTo>
                  <a:pt x="200025" y="2000250"/>
                </a:lnTo>
                <a:lnTo>
                  <a:pt x="190500" y="2000250"/>
                </a:lnTo>
                <a:close/>
                <a:moveTo>
                  <a:pt x="771525" y="1990725"/>
                </a:moveTo>
                <a:lnTo>
                  <a:pt x="781050" y="1990725"/>
                </a:lnTo>
                <a:lnTo>
                  <a:pt x="781050" y="2000250"/>
                </a:lnTo>
                <a:lnTo>
                  <a:pt x="809625" y="2000250"/>
                </a:lnTo>
                <a:lnTo>
                  <a:pt x="809625" y="2009775"/>
                </a:lnTo>
                <a:lnTo>
                  <a:pt x="800100" y="2009775"/>
                </a:lnTo>
                <a:lnTo>
                  <a:pt x="800100" y="2019300"/>
                </a:lnTo>
                <a:lnTo>
                  <a:pt x="790575" y="2019300"/>
                </a:lnTo>
                <a:lnTo>
                  <a:pt x="790575" y="2038350"/>
                </a:lnTo>
                <a:lnTo>
                  <a:pt x="781050" y="2038350"/>
                </a:lnTo>
                <a:lnTo>
                  <a:pt x="781050" y="2047875"/>
                </a:lnTo>
                <a:lnTo>
                  <a:pt x="771525" y="2047875"/>
                </a:lnTo>
                <a:lnTo>
                  <a:pt x="771525" y="2057400"/>
                </a:lnTo>
                <a:lnTo>
                  <a:pt x="762000" y="2057400"/>
                </a:lnTo>
                <a:lnTo>
                  <a:pt x="762000" y="2047875"/>
                </a:lnTo>
                <a:lnTo>
                  <a:pt x="733425" y="2047875"/>
                </a:lnTo>
                <a:lnTo>
                  <a:pt x="733425" y="2057400"/>
                </a:lnTo>
                <a:lnTo>
                  <a:pt x="723900" y="2057400"/>
                </a:lnTo>
                <a:lnTo>
                  <a:pt x="723900" y="2066925"/>
                </a:lnTo>
                <a:lnTo>
                  <a:pt x="714375" y="2066925"/>
                </a:lnTo>
                <a:lnTo>
                  <a:pt x="714375" y="2085975"/>
                </a:lnTo>
                <a:lnTo>
                  <a:pt x="704850" y="2085975"/>
                </a:lnTo>
                <a:lnTo>
                  <a:pt x="704850" y="2076450"/>
                </a:lnTo>
                <a:lnTo>
                  <a:pt x="685800" y="2076450"/>
                </a:lnTo>
                <a:lnTo>
                  <a:pt x="685800" y="2066925"/>
                </a:lnTo>
                <a:lnTo>
                  <a:pt x="666750" y="2066925"/>
                </a:lnTo>
                <a:lnTo>
                  <a:pt x="666750" y="2057400"/>
                </a:lnTo>
                <a:lnTo>
                  <a:pt x="695325" y="2057400"/>
                </a:lnTo>
                <a:lnTo>
                  <a:pt x="695325" y="2047875"/>
                </a:lnTo>
                <a:lnTo>
                  <a:pt x="704850" y="2047875"/>
                </a:lnTo>
                <a:lnTo>
                  <a:pt x="704850" y="2038350"/>
                </a:lnTo>
                <a:lnTo>
                  <a:pt x="714375" y="2038350"/>
                </a:lnTo>
                <a:lnTo>
                  <a:pt x="714375" y="2028825"/>
                </a:lnTo>
                <a:lnTo>
                  <a:pt x="723900" y="2028825"/>
                </a:lnTo>
                <a:lnTo>
                  <a:pt x="723900" y="2019300"/>
                </a:lnTo>
                <a:lnTo>
                  <a:pt x="733425" y="2019300"/>
                </a:lnTo>
                <a:lnTo>
                  <a:pt x="733425" y="2009775"/>
                </a:lnTo>
                <a:lnTo>
                  <a:pt x="752475" y="2009775"/>
                </a:lnTo>
                <a:lnTo>
                  <a:pt x="752475" y="2000250"/>
                </a:lnTo>
                <a:lnTo>
                  <a:pt x="771525" y="2000250"/>
                </a:lnTo>
                <a:close/>
                <a:moveTo>
                  <a:pt x="819150" y="1990725"/>
                </a:moveTo>
                <a:lnTo>
                  <a:pt x="828675" y="1990725"/>
                </a:lnTo>
                <a:lnTo>
                  <a:pt x="828675" y="2000250"/>
                </a:lnTo>
                <a:lnTo>
                  <a:pt x="819150" y="2000250"/>
                </a:lnTo>
                <a:close/>
                <a:moveTo>
                  <a:pt x="1104900" y="1990725"/>
                </a:moveTo>
                <a:lnTo>
                  <a:pt x="1114425" y="1990725"/>
                </a:lnTo>
                <a:lnTo>
                  <a:pt x="1114425" y="2000250"/>
                </a:lnTo>
                <a:lnTo>
                  <a:pt x="1104900" y="2000250"/>
                </a:lnTo>
                <a:close/>
                <a:moveTo>
                  <a:pt x="1438275" y="1990725"/>
                </a:moveTo>
                <a:lnTo>
                  <a:pt x="1466850" y="1990725"/>
                </a:lnTo>
                <a:lnTo>
                  <a:pt x="1466850" y="2000250"/>
                </a:lnTo>
                <a:lnTo>
                  <a:pt x="1438275" y="2000250"/>
                </a:lnTo>
                <a:close/>
                <a:moveTo>
                  <a:pt x="200025" y="2000250"/>
                </a:moveTo>
                <a:lnTo>
                  <a:pt x="209550" y="2000250"/>
                </a:lnTo>
                <a:lnTo>
                  <a:pt x="209550" y="2009775"/>
                </a:lnTo>
                <a:lnTo>
                  <a:pt x="200025" y="2009775"/>
                </a:lnTo>
                <a:close/>
                <a:moveTo>
                  <a:pt x="542925" y="2000250"/>
                </a:moveTo>
                <a:lnTo>
                  <a:pt x="552450" y="2000250"/>
                </a:lnTo>
                <a:lnTo>
                  <a:pt x="552450" y="2009775"/>
                </a:lnTo>
                <a:lnTo>
                  <a:pt x="542925" y="2009775"/>
                </a:lnTo>
                <a:close/>
                <a:moveTo>
                  <a:pt x="981075" y="2000250"/>
                </a:moveTo>
                <a:lnTo>
                  <a:pt x="990600" y="2000250"/>
                </a:lnTo>
                <a:lnTo>
                  <a:pt x="990600" y="2009775"/>
                </a:lnTo>
                <a:lnTo>
                  <a:pt x="981075" y="2009775"/>
                </a:lnTo>
                <a:close/>
                <a:moveTo>
                  <a:pt x="1152525" y="2000250"/>
                </a:moveTo>
                <a:lnTo>
                  <a:pt x="1162050" y="2000250"/>
                </a:lnTo>
                <a:lnTo>
                  <a:pt x="1162050" y="2009775"/>
                </a:lnTo>
                <a:lnTo>
                  <a:pt x="1152525" y="2009775"/>
                </a:lnTo>
                <a:close/>
                <a:moveTo>
                  <a:pt x="1543050" y="2000250"/>
                </a:moveTo>
                <a:lnTo>
                  <a:pt x="1571625" y="2000250"/>
                </a:lnTo>
                <a:lnTo>
                  <a:pt x="1571625" y="2009775"/>
                </a:lnTo>
                <a:lnTo>
                  <a:pt x="1543050" y="2009775"/>
                </a:lnTo>
                <a:close/>
                <a:moveTo>
                  <a:pt x="1590675" y="2000250"/>
                </a:moveTo>
                <a:lnTo>
                  <a:pt x="1609725" y="2000250"/>
                </a:lnTo>
                <a:lnTo>
                  <a:pt x="1609725" y="2019300"/>
                </a:lnTo>
                <a:lnTo>
                  <a:pt x="1590675" y="2019300"/>
                </a:lnTo>
                <a:lnTo>
                  <a:pt x="1590675" y="2028825"/>
                </a:lnTo>
                <a:lnTo>
                  <a:pt x="1581150" y="2028825"/>
                </a:lnTo>
                <a:lnTo>
                  <a:pt x="1581150" y="2009775"/>
                </a:lnTo>
                <a:lnTo>
                  <a:pt x="1590675" y="2009775"/>
                </a:lnTo>
                <a:close/>
                <a:moveTo>
                  <a:pt x="1381125" y="2009775"/>
                </a:moveTo>
                <a:lnTo>
                  <a:pt x="1400175" y="2009775"/>
                </a:lnTo>
                <a:lnTo>
                  <a:pt x="1400175" y="2028825"/>
                </a:lnTo>
                <a:lnTo>
                  <a:pt x="1409700" y="2028825"/>
                </a:lnTo>
                <a:lnTo>
                  <a:pt x="1409700" y="2038350"/>
                </a:lnTo>
                <a:lnTo>
                  <a:pt x="1390650" y="2038350"/>
                </a:lnTo>
                <a:lnTo>
                  <a:pt x="1390650" y="2019300"/>
                </a:lnTo>
                <a:lnTo>
                  <a:pt x="1381125" y="2019300"/>
                </a:lnTo>
                <a:close/>
                <a:moveTo>
                  <a:pt x="1657350" y="2009775"/>
                </a:moveTo>
                <a:lnTo>
                  <a:pt x="1676400" y="2009775"/>
                </a:lnTo>
                <a:lnTo>
                  <a:pt x="1676400" y="2028825"/>
                </a:lnTo>
                <a:lnTo>
                  <a:pt x="1685925" y="2028825"/>
                </a:lnTo>
                <a:lnTo>
                  <a:pt x="1685925" y="2066925"/>
                </a:lnTo>
                <a:lnTo>
                  <a:pt x="1676400" y="2066925"/>
                </a:lnTo>
                <a:lnTo>
                  <a:pt x="1676400" y="2047875"/>
                </a:lnTo>
                <a:lnTo>
                  <a:pt x="1666875" y="2047875"/>
                </a:lnTo>
                <a:lnTo>
                  <a:pt x="1666875" y="2028825"/>
                </a:lnTo>
                <a:lnTo>
                  <a:pt x="1657350" y="2028825"/>
                </a:lnTo>
                <a:close/>
                <a:moveTo>
                  <a:pt x="1733550" y="2009775"/>
                </a:moveTo>
                <a:lnTo>
                  <a:pt x="1743075" y="2009775"/>
                </a:lnTo>
                <a:lnTo>
                  <a:pt x="1743075" y="2019300"/>
                </a:lnTo>
                <a:lnTo>
                  <a:pt x="1733550" y="2019300"/>
                </a:lnTo>
                <a:close/>
                <a:moveTo>
                  <a:pt x="2085975" y="2009775"/>
                </a:moveTo>
                <a:lnTo>
                  <a:pt x="2095500" y="2009775"/>
                </a:lnTo>
                <a:lnTo>
                  <a:pt x="2095500" y="2019300"/>
                </a:lnTo>
                <a:lnTo>
                  <a:pt x="2085975" y="2019300"/>
                </a:lnTo>
                <a:close/>
                <a:moveTo>
                  <a:pt x="1466850" y="2019300"/>
                </a:moveTo>
                <a:lnTo>
                  <a:pt x="1476375" y="2019300"/>
                </a:lnTo>
                <a:lnTo>
                  <a:pt x="1476375" y="2028825"/>
                </a:lnTo>
                <a:lnTo>
                  <a:pt x="1466850" y="2028825"/>
                </a:lnTo>
                <a:close/>
                <a:moveTo>
                  <a:pt x="1514475" y="2019300"/>
                </a:moveTo>
                <a:lnTo>
                  <a:pt x="1543050" y="2019300"/>
                </a:lnTo>
                <a:lnTo>
                  <a:pt x="1543050" y="2028825"/>
                </a:lnTo>
                <a:lnTo>
                  <a:pt x="1524000" y="2028825"/>
                </a:lnTo>
                <a:lnTo>
                  <a:pt x="1524000" y="2038350"/>
                </a:lnTo>
                <a:lnTo>
                  <a:pt x="1514475" y="2038350"/>
                </a:lnTo>
                <a:close/>
                <a:moveTo>
                  <a:pt x="533400" y="2028825"/>
                </a:moveTo>
                <a:lnTo>
                  <a:pt x="542925" y="2028825"/>
                </a:lnTo>
                <a:lnTo>
                  <a:pt x="542925" y="2047875"/>
                </a:lnTo>
                <a:lnTo>
                  <a:pt x="533400" y="2047875"/>
                </a:lnTo>
                <a:close/>
                <a:moveTo>
                  <a:pt x="1447800" y="2028825"/>
                </a:moveTo>
                <a:lnTo>
                  <a:pt x="1457325" y="2028825"/>
                </a:lnTo>
                <a:lnTo>
                  <a:pt x="1457325" y="2047875"/>
                </a:lnTo>
                <a:lnTo>
                  <a:pt x="1447800" y="2047875"/>
                </a:lnTo>
                <a:close/>
                <a:moveTo>
                  <a:pt x="971550" y="2038350"/>
                </a:moveTo>
                <a:lnTo>
                  <a:pt x="981075" y="2038350"/>
                </a:lnTo>
                <a:lnTo>
                  <a:pt x="981075" y="2047875"/>
                </a:lnTo>
                <a:lnTo>
                  <a:pt x="971550" y="2047875"/>
                </a:lnTo>
                <a:close/>
                <a:moveTo>
                  <a:pt x="1171575" y="2038350"/>
                </a:moveTo>
                <a:lnTo>
                  <a:pt x="1190625" y="2038350"/>
                </a:lnTo>
                <a:lnTo>
                  <a:pt x="1190625" y="2057400"/>
                </a:lnTo>
                <a:lnTo>
                  <a:pt x="1181100" y="2057400"/>
                </a:lnTo>
                <a:lnTo>
                  <a:pt x="1181100" y="2047875"/>
                </a:lnTo>
                <a:lnTo>
                  <a:pt x="1171575" y="2047875"/>
                </a:lnTo>
                <a:close/>
                <a:moveTo>
                  <a:pt x="1466850" y="2038350"/>
                </a:moveTo>
                <a:lnTo>
                  <a:pt x="1476375" y="2038350"/>
                </a:lnTo>
                <a:lnTo>
                  <a:pt x="1476375" y="2047875"/>
                </a:lnTo>
                <a:lnTo>
                  <a:pt x="1466850" y="2047875"/>
                </a:lnTo>
                <a:close/>
                <a:moveTo>
                  <a:pt x="2095500" y="2038350"/>
                </a:moveTo>
                <a:lnTo>
                  <a:pt x="2105025" y="2038350"/>
                </a:lnTo>
                <a:lnTo>
                  <a:pt x="2105025" y="2057400"/>
                </a:lnTo>
                <a:lnTo>
                  <a:pt x="2095500" y="2057400"/>
                </a:lnTo>
                <a:lnTo>
                  <a:pt x="2095500" y="2066925"/>
                </a:lnTo>
                <a:lnTo>
                  <a:pt x="2076450" y="2066925"/>
                </a:lnTo>
                <a:lnTo>
                  <a:pt x="2076450" y="2057400"/>
                </a:lnTo>
                <a:lnTo>
                  <a:pt x="2085975" y="2057400"/>
                </a:lnTo>
                <a:lnTo>
                  <a:pt x="2085975" y="2047875"/>
                </a:lnTo>
                <a:lnTo>
                  <a:pt x="2095500" y="2047875"/>
                </a:lnTo>
                <a:close/>
                <a:moveTo>
                  <a:pt x="57150" y="2047875"/>
                </a:moveTo>
                <a:lnTo>
                  <a:pt x="66675" y="2047875"/>
                </a:lnTo>
                <a:lnTo>
                  <a:pt x="66675" y="2066925"/>
                </a:lnTo>
                <a:lnTo>
                  <a:pt x="57150" y="2066925"/>
                </a:lnTo>
                <a:close/>
                <a:moveTo>
                  <a:pt x="228600" y="2047875"/>
                </a:moveTo>
                <a:lnTo>
                  <a:pt x="238125" y="2047875"/>
                </a:lnTo>
                <a:lnTo>
                  <a:pt x="238125" y="2057400"/>
                </a:lnTo>
                <a:lnTo>
                  <a:pt x="228600" y="2057400"/>
                </a:lnTo>
                <a:close/>
                <a:moveTo>
                  <a:pt x="1743075" y="2047875"/>
                </a:moveTo>
                <a:lnTo>
                  <a:pt x="1752600" y="2047875"/>
                </a:lnTo>
                <a:lnTo>
                  <a:pt x="1752600" y="2057400"/>
                </a:lnTo>
                <a:lnTo>
                  <a:pt x="1743075" y="2057400"/>
                </a:lnTo>
                <a:close/>
                <a:moveTo>
                  <a:pt x="238125" y="2057400"/>
                </a:moveTo>
                <a:lnTo>
                  <a:pt x="247650" y="2057400"/>
                </a:lnTo>
                <a:lnTo>
                  <a:pt x="247650" y="2066925"/>
                </a:lnTo>
                <a:lnTo>
                  <a:pt x="238125" y="2066925"/>
                </a:lnTo>
                <a:close/>
                <a:moveTo>
                  <a:pt x="485775" y="2057400"/>
                </a:moveTo>
                <a:lnTo>
                  <a:pt x="495300" y="2057400"/>
                </a:lnTo>
                <a:lnTo>
                  <a:pt x="495300" y="2066925"/>
                </a:lnTo>
                <a:lnTo>
                  <a:pt x="485775" y="2066925"/>
                </a:lnTo>
                <a:close/>
                <a:moveTo>
                  <a:pt x="1485900" y="2057400"/>
                </a:moveTo>
                <a:lnTo>
                  <a:pt x="1495425" y="2057400"/>
                </a:lnTo>
                <a:lnTo>
                  <a:pt x="1495425" y="2066925"/>
                </a:lnTo>
                <a:lnTo>
                  <a:pt x="1485900" y="2066925"/>
                </a:lnTo>
                <a:close/>
                <a:moveTo>
                  <a:pt x="1628775" y="2057400"/>
                </a:moveTo>
                <a:lnTo>
                  <a:pt x="1647825" y="2057400"/>
                </a:lnTo>
                <a:lnTo>
                  <a:pt x="1647825" y="2105025"/>
                </a:lnTo>
                <a:lnTo>
                  <a:pt x="1619250" y="2105025"/>
                </a:lnTo>
                <a:lnTo>
                  <a:pt x="1619250" y="2114550"/>
                </a:lnTo>
                <a:lnTo>
                  <a:pt x="1609725" y="2114550"/>
                </a:lnTo>
                <a:lnTo>
                  <a:pt x="1609725" y="2105025"/>
                </a:lnTo>
                <a:lnTo>
                  <a:pt x="1600200" y="2105025"/>
                </a:lnTo>
                <a:lnTo>
                  <a:pt x="1600200" y="2076450"/>
                </a:lnTo>
                <a:lnTo>
                  <a:pt x="1609725" y="2076450"/>
                </a:lnTo>
                <a:lnTo>
                  <a:pt x="1609725" y="2066925"/>
                </a:lnTo>
                <a:lnTo>
                  <a:pt x="1628775" y="2066925"/>
                </a:lnTo>
                <a:close/>
                <a:moveTo>
                  <a:pt x="352425" y="2066925"/>
                </a:moveTo>
                <a:lnTo>
                  <a:pt x="361950" y="2066925"/>
                </a:lnTo>
                <a:lnTo>
                  <a:pt x="361950" y="2076450"/>
                </a:lnTo>
                <a:lnTo>
                  <a:pt x="352425" y="2076450"/>
                </a:lnTo>
                <a:close/>
                <a:moveTo>
                  <a:pt x="609600" y="2066925"/>
                </a:moveTo>
                <a:lnTo>
                  <a:pt x="619125" y="2066925"/>
                </a:lnTo>
                <a:lnTo>
                  <a:pt x="619125" y="2076450"/>
                </a:lnTo>
                <a:lnTo>
                  <a:pt x="609600" y="2076450"/>
                </a:lnTo>
                <a:close/>
                <a:moveTo>
                  <a:pt x="723900" y="2066925"/>
                </a:moveTo>
                <a:lnTo>
                  <a:pt x="733425" y="2066925"/>
                </a:lnTo>
                <a:lnTo>
                  <a:pt x="733425" y="2076450"/>
                </a:lnTo>
                <a:lnTo>
                  <a:pt x="723900" y="2076450"/>
                </a:lnTo>
                <a:close/>
                <a:moveTo>
                  <a:pt x="1390650" y="2066925"/>
                </a:moveTo>
                <a:lnTo>
                  <a:pt x="1409700" y="2066925"/>
                </a:lnTo>
                <a:lnTo>
                  <a:pt x="1409700" y="2085975"/>
                </a:lnTo>
                <a:lnTo>
                  <a:pt x="1419225" y="2085975"/>
                </a:lnTo>
                <a:lnTo>
                  <a:pt x="1419225" y="2105025"/>
                </a:lnTo>
                <a:lnTo>
                  <a:pt x="1400175" y="2105025"/>
                </a:lnTo>
                <a:lnTo>
                  <a:pt x="1400175" y="2076450"/>
                </a:lnTo>
                <a:lnTo>
                  <a:pt x="1390650" y="2076450"/>
                </a:lnTo>
                <a:close/>
                <a:moveTo>
                  <a:pt x="1466850" y="2066925"/>
                </a:moveTo>
                <a:lnTo>
                  <a:pt x="1476375" y="2066925"/>
                </a:lnTo>
                <a:lnTo>
                  <a:pt x="1476375" y="2076450"/>
                </a:lnTo>
                <a:lnTo>
                  <a:pt x="1495425" y="2076450"/>
                </a:lnTo>
                <a:lnTo>
                  <a:pt x="1495425" y="2066925"/>
                </a:lnTo>
                <a:lnTo>
                  <a:pt x="1504950" y="2066925"/>
                </a:lnTo>
                <a:lnTo>
                  <a:pt x="1504950" y="2076450"/>
                </a:lnTo>
                <a:lnTo>
                  <a:pt x="1495425" y="2076450"/>
                </a:lnTo>
                <a:lnTo>
                  <a:pt x="1495425" y="2085975"/>
                </a:lnTo>
                <a:lnTo>
                  <a:pt x="1466850" y="2085975"/>
                </a:lnTo>
                <a:lnTo>
                  <a:pt x="1466850" y="2095500"/>
                </a:lnTo>
                <a:lnTo>
                  <a:pt x="1457325" y="2095500"/>
                </a:lnTo>
                <a:lnTo>
                  <a:pt x="1457325" y="2076450"/>
                </a:lnTo>
                <a:lnTo>
                  <a:pt x="1466850" y="2076450"/>
                </a:lnTo>
                <a:close/>
                <a:moveTo>
                  <a:pt x="2047875" y="2066925"/>
                </a:moveTo>
                <a:lnTo>
                  <a:pt x="2076450" y="2066925"/>
                </a:lnTo>
                <a:lnTo>
                  <a:pt x="2076450" y="2076450"/>
                </a:lnTo>
                <a:lnTo>
                  <a:pt x="2057400" y="2076450"/>
                </a:lnTo>
                <a:lnTo>
                  <a:pt x="2057400" y="2085975"/>
                </a:lnTo>
                <a:lnTo>
                  <a:pt x="2047875" y="2085975"/>
                </a:lnTo>
                <a:lnTo>
                  <a:pt x="2047875" y="2105025"/>
                </a:lnTo>
                <a:lnTo>
                  <a:pt x="2038350" y="2105025"/>
                </a:lnTo>
                <a:lnTo>
                  <a:pt x="2038350" y="2076450"/>
                </a:lnTo>
                <a:lnTo>
                  <a:pt x="2047875" y="2076450"/>
                </a:lnTo>
                <a:close/>
                <a:moveTo>
                  <a:pt x="581025" y="2076450"/>
                </a:moveTo>
                <a:lnTo>
                  <a:pt x="590550" y="2076450"/>
                </a:lnTo>
                <a:lnTo>
                  <a:pt x="590550" y="2085975"/>
                </a:lnTo>
                <a:lnTo>
                  <a:pt x="581025" y="2085975"/>
                </a:lnTo>
                <a:close/>
                <a:moveTo>
                  <a:pt x="2409825" y="2076450"/>
                </a:moveTo>
                <a:lnTo>
                  <a:pt x="2428875" y="2076450"/>
                </a:lnTo>
                <a:lnTo>
                  <a:pt x="2428875" y="2085975"/>
                </a:lnTo>
                <a:lnTo>
                  <a:pt x="2409825" y="2085975"/>
                </a:lnTo>
                <a:close/>
                <a:moveTo>
                  <a:pt x="285750" y="2085975"/>
                </a:moveTo>
                <a:lnTo>
                  <a:pt x="295275" y="2085975"/>
                </a:lnTo>
                <a:lnTo>
                  <a:pt x="295275" y="2095500"/>
                </a:lnTo>
                <a:lnTo>
                  <a:pt x="285750" y="2095500"/>
                </a:lnTo>
                <a:close/>
                <a:moveTo>
                  <a:pt x="495300" y="2085975"/>
                </a:moveTo>
                <a:lnTo>
                  <a:pt x="504825" y="2085975"/>
                </a:lnTo>
                <a:lnTo>
                  <a:pt x="504825" y="2095500"/>
                </a:lnTo>
                <a:lnTo>
                  <a:pt x="495300" y="2095500"/>
                </a:lnTo>
                <a:close/>
                <a:moveTo>
                  <a:pt x="561975" y="2085975"/>
                </a:moveTo>
                <a:lnTo>
                  <a:pt x="571500" y="2085975"/>
                </a:lnTo>
                <a:lnTo>
                  <a:pt x="571500" y="2095500"/>
                </a:lnTo>
                <a:lnTo>
                  <a:pt x="561975" y="2095500"/>
                </a:lnTo>
                <a:close/>
                <a:moveTo>
                  <a:pt x="647700" y="2085975"/>
                </a:moveTo>
                <a:lnTo>
                  <a:pt x="657225" y="2085975"/>
                </a:lnTo>
                <a:lnTo>
                  <a:pt x="657225" y="2095500"/>
                </a:lnTo>
                <a:lnTo>
                  <a:pt x="676275" y="2095500"/>
                </a:lnTo>
                <a:lnTo>
                  <a:pt x="676275" y="2105025"/>
                </a:lnTo>
                <a:lnTo>
                  <a:pt x="647700" y="2105025"/>
                </a:lnTo>
                <a:close/>
                <a:moveTo>
                  <a:pt x="1171575" y="2085975"/>
                </a:moveTo>
                <a:lnTo>
                  <a:pt x="1181100" y="2085975"/>
                </a:lnTo>
                <a:lnTo>
                  <a:pt x="1181100" y="2095500"/>
                </a:lnTo>
                <a:lnTo>
                  <a:pt x="1171575" y="2095500"/>
                </a:lnTo>
                <a:close/>
                <a:moveTo>
                  <a:pt x="1609725" y="2085975"/>
                </a:moveTo>
                <a:lnTo>
                  <a:pt x="1628775" y="2085975"/>
                </a:lnTo>
                <a:lnTo>
                  <a:pt x="1628775" y="2076450"/>
                </a:lnTo>
                <a:lnTo>
                  <a:pt x="1609725" y="2076450"/>
                </a:lnTo>
                <a:close/>
                <a:moveTo>
                  <a:pt x="1657350" y="2085975"/>
                </a:moveTo>
                <a:lnTo>
                  <a:pt x="1666875" y="2085975"/>
                </a:lnTo>
                <a:lnTo>
                  <a:pt x="1666875" y="2095500"/>
                </a:lnTo>
                <a:lnTo>
                  <a:pt x="1657350" y="2095500"/>
                </a:lnTo>
                <a:close/>
                <a:moveTo>
                  <a:pt x="1752600" y="2085975"/>
                </a:moveTo>
                <a:lnTo>
                  <a:pt x="1762125" y="2085975"/>
                </a:lnTo>
                <a:lnTo>
                  <a:pt x="1762125" y="2095500"/>
                </a:lnTo>
                <a:lnTo>
                  <a:pt x="1752600" y="2095500"/>
                </a:lnTo>
                <a:close/>
                <a:moveTo>
                  <a:pt x="295275" y="2095500"/>
                </a:moveTo>
                <a:lnTo>
                  <a:pt x="304800" y="2095500"/>
                </a:lnTo>
                <a:lnTo>
                  <a:pt x="304800" y="2105025"/>
                </a:lnTo>
                <a:lnTo>
                  <a:pt x="295275" y="2105025"/>
                </a:lnTo>
                <a:close/>
                <a:moveTo>
                  <a:pt x="333375" y="2095500"/>
                </a:moveTo>
                <a:lnTo>
                  <a:pt x="352425" y="2095500"/>
                </a:lnTo>
                <a:lnTo>
                  <a:pt x="352425" y="2105025"/>
                </a:lnTo>
                <a:lnTo>
                  <a:pt x="333375" y="2105025"/>
                </a:lnTo>
                <a:close/>
                <a:moveTo>
                  <a:pt x="504825" y="2095500"/>
                </a:moveTo>
                <a:lnTo>
                  <a:pt x="514350" y="2095500"/>
                </a:lnTo>
                <a:lnTo>
                  <a:pt x="514350" y="2105025"/>
                </a:lnTo>
                <a:lnTo>
                  <a:pt x="504825" y="2105025"/>
                </a:lnTo>
                <a:close/>
                <a:moveTo>
                  <a:pt x="533400" y="2095500"/>
                </a:moveTo>
                <a:lnTo>
                  <a:pt x="542925" y="2095500"/>
                </a:lnTo>
                <a:lnTo>
                  <a:pt x="542925" y="2105025"/>
                </a:lnTo>
                <a:lnTo>
                  <a:pt x="533400" y="2105025"/>
                </a:lnTo>
                <a:close/>
                <a:moveTo>
                  <a:pt x="1628775" y="2095500"/>
                </a:moveTo>
                <a:lnTo>
                  <a:pt x="1638300" y="2095500"/>
                </a:lnTo>
                <a:lnTo>
                  <a:pt x="1638300" y="2085975"/>
                </a:lnTo>
                <a:lnTo>
                  <a:pt x="1628775" y="2085975"/>
                </a:lnTo>
                <a:close/>
                <a:moveTo>
                  <a:pt x="1762125" y="2095500"/>
                </a:moveTo>
                <a:lnTo>
                  <a:pt x="1771650" y="2095500"/>
                </a:lnTo>
                <a:lnTo>
                  <a:pt x="1771650" y="2105025"/>
                </a:lnTo>
                <a:lnTo>
                  <a:pt x="1762125" y="2105025"/>
                </a:lnTo>
                <a:close/>
                <a:moveTo>
                  <a:pt x="1876425" y="2095500"/>
                </a:moveTo>
                <a:lnTo>
                  <a:pt x="1895475" y="2095500"/>
                </a:lnTo>
                <a:lnTo>
                  <a:pt x="1895475" y="2105025"/>
                </a:lnTo>
                <a:lnTo>
                  <a:pt x="1876425" y="2105025"/>
                </a:lnTo>
                <a:close/>
                <a:moveTo>
                  <a:pt x="1914525" y="2095500"/>
                </a:moveTo>
                <a:lnTo>
                  <a:pt x="1924050" y="2095500"/>
                </a:lnTo>
                <a:lnTo>
                  <a:pt x="1924050" y="2105025"/>
                </a:lnTo>
                <a:lnTo>
                  <a:pt x="1914525" y="2105025"/>
                </a:lnTo>
                <a:close/>
                <a:moveTo>
                  <a:pt x="1771650" y="2105025"/>
                </a:moveTo>
                <a:lnTo>
                  <a:pt x="1809750" y="2105025"/>
                </a:lnTo>
                <a:lnTo>
                  <a:pt x="1809750" y="2114550"/>
                </a:lnTo>
                <a:lnTo>
                  <a:pt x="1771650" y="2114550"/>
                </a:lnTo>
                <a:close/>
                <a:moveTo>
                  <a:pt x="1924050" y="2105025"/>
                </a:moveTo>
                <a:lnTo>
                  <a:pt x="1933575" y="2105025"/>
                </a:lnTo>
                <a:lnTo>
                  <a:pt x="1933575" y="2219325"/>
                </a:lnTo>
                <a:lnTo>
                  <a:pt x="1924050" y="2219325"/>
                </a:lnTo>
                <a:close/>
                <a:moveTo>
                  <a:pt x="333375" y="2114550"/>
                </a:moveTo>
                <a:lnTo>
                  <a:pt x="342900" y="2114550"/>
                </a:lnTo>
                <a:lnTo>
                  <a:pt x="342900" y="2124075"/>
                </a:lnTo>
                <a:lnTo>
                  <a:pt x="333375" y="2124075"/>
                </a:lnTo>
                <a:close/>
                <a:moveTo>
                  <a:pt x="390525" y="2114550"/>
                </a:moveTo>
                <a:lnTo>
                  <a:pt x="400050" y="2114550"/>
                </a:lnTo>
                <a:lnTo>
                  <a:pt x="400050" y="2124075"/>
                </a:lnTo>
                <a:lnTo>
                  <a:pt x="390525" y="2124075"/>
                </a:lnTo>
                <a:close/>
                <a:moveTo>
                  <a:pt x="1162050" y="2114550"/>
                </a:moveTo>
                <a:lnTo>
                  <a:pt x="1171575" y="2114550"/>
                </a:lnTo>
                <a:lnTo>
                  <a:pt x="1171575" y="2124075"/>
                </a:lnTo>
                <a:lnTo>
                  <a:pt x="1162050" y="2124075"/>
                </a:lnTo>
                <a:close/>
                <a:moveTo>
                  <a:pt x="1638300" y="2114550"/>
                </a:moveTo>
                <a:lnTo>
                  <a:pt x="1647825" y="2114550"/>
                </a:lnTo>
                <a:lnTo>
                  <a:pt x="1647825" y="2124075"/>
                </a:lnTo>
                <a:lnTo>
                  <a:pt x="1638300" y="2124075"/>
                </a:lnTo>
                <a:close/>
                <a:moveTo>
                  <a:pt x="400050" y="2124075"/>
                </a:moveTo>
                <a:lnTo>
                  <a:pt x="409575" y="2124075"/>
                </a:lnTo>
                <a:lnTo>
                  <a:pt x="409575" y="2133600"/>
                </a:lnTo>
                <a:lnTo>
                  <a:pt x="400050" y="2133600"/>
                </a:lnTo>
                <a:close/>
                <a:moveTo>
                  <a:pt x="1600200" y="2124075"/>
                </a:moveTo>
                <a:lnTo>
                  <a:pt x="1609725" y="2124075"/>
                </a:lnTo>
                <a:lnTo>
                  <a:pt x="1609725" y="2133600"/>
                </a:lnTo>
                <a:lnTo>
                  <a:pt x="1600200" y="2133600"/>
                </a:lnTo>
                <a:close/>
                <a:moveTo>
                  <a:pt x="1400175" y="2133600"/>
                </a:moveTo>
                <a:lnTo>
                  <a:pt x="1419225" y="2133600"/>
                </a:lnTo>
                <a:lnTo>
                  <a:pt x="1419225" y="2162175"/>
                </a:lnTo>
                <a:lnTo>
                  <a:pt x="1409700" y="2162175"/>
                </a:lnTo>
                <a:lnTo>
                  <a:pt x="1409700" y="2152650"/>
                </a:lnTo>
                <a:lnTo>
                  <a:pt x="1400175" y="2152650"/>
                </a:lnTo>
                <a:close/>
                <a:moveTo>
                  <a:pt x="1590675" y="2133600"/>
                </a:moveTo>
                <a:lnTo>
                  <a:pt x="1600200" y="2133600"/>
                </a:lnTo>
                <a:lnTo>
                  <a:pt x="1600200" y="2152650"/>
                </a:lnTo>
                <a:lnTo>
                  <a:pt x="1590675" y="2152650"/>
                </a:lnTo>
                <a:lnTo>
                  <a:pt x="1590675" y="2162175"/>
                </a:lnTo>
                <a:lnTo>
                  <a:pt x="1581150" y="2162175"/>
                </a:lnTo>
                <a:lnTo>
                  <a:pt x="1581150" y="2143125"/>
                </a:lnTo>
                <a:lnTo>
                  <a:pt x="1590675" y="2143125"/>
                </a:lnTo>
                <a:close/>
                <a:moveTo>
                  <a:pt x="438150" y="2143125"/>
                </a:moveTo>
                <a:lnTo>
                  <a:pt x="447675" y="2143125"/>
                </a:lnTo>
                <a:lnTo>
                  <a:pt x="447675" y="2152650"/>
                </a:lnTo>
                <a:lnTo>
                  <a:pt x="438150" y="2152650"/>
                </a:lnTo>
                <a:close/>
                <a:moveTo>
                  <a:pt x="914400" y="2143125"/>
                </a:moveTo>
                <a:lnTo>
                  <a:pt x="923925" y="2143125"/>
                </a:lnTo>
                <a:lnTo>
                  <a:pt x="923925" y="2152650"/>
                </a:lnTo>
                <a:lnTo>
                  <a:pt x="914400" y="2152650"/>
                </a:lnTo>
                <a:close/>
                <a:moveTo>
                  <a:pt x="1152525" y="2143125"/>
                </a:moveTo>
                <a:lnTo>
                  <a:pt x="1162050" y="2143125"/>
                </a:lnTo>
                <a:lnTo>
                  <a:pt x="1162050" y="2152650"/>
                </a:lnTo>
                <a:lnTo>
                  <a:pt x="1152525" y="2152650"/>
                </a:lnTo>
                <a:close/>
                <a:moveTo>
                  <a:pt x="1543050" y="2143125"/>
                </a:moveTo>
                <a:lnTo>
                  <a:pt x="1552575" y="2143125"/>
                </a:lnTo>
                <a:lnTo>
                  <a:pt x="1552575" y="2162175"/>
                </a:lnTo>
                <a:lnTo>
                  <a:pt x="1533525" y="2162175"/>
                </a:lnTo>
                <a:lnTo>
                  <a:pt x="1533525" y="2171700"/>
                </a:lnTo>
                <a:lnTo>
                  <a:pt x="1524000" y="2171700"/>
                </a:lnTo>
                <a:lnTo>
                  <a:pt x="1524000" y="2152650"/>
                </a:lnTo>
                <a:lnTo>
                  <a:pt x="1543050" y="2152650"/>
                </a:lnTo>
                <a:close/>
                <a:moveTo>
                  <a:pt x="2038350" y="2143125"/>
                </a:moveTo>
                <a:lnTo>
                  <a:pt x="2047875" y="2143125"/>
                </a:lnTo>
                <a:lnTo>
                  <a:pt x="2047875" y="2152650"/>
                </a:lnTo>
                <a:lnTo>
                  <a:pt x="2038350" y="2152650"/>
                </a:lnTo>
                <a:close/>
                <a:moveTo>
                  <a:pt x="409575" y="2152650"/>
                </a:moveTo>
                <a:lnTo>
                  <a:pt x="419100" y="2152650"/>
                </a:lnTo>
                <a:lnTo>
                  <a:pt x="419100" y="2162175"/>
                </a:lnTo>
                <a:lnTo>
                  <a:pt x="409575" y="2162175"/>
                </a:lnTo>
                <a:close/>
                <a:moveTo>
                  <a:pt x="466725" y="2152650"/>
                </a:moveTo>
                <a:lnTo>
                  <a:pt x="476250" y="2152650"/>
                </a:lnTo>
                <a:lnTo>
                  <a:pt x="476250" y="2171700"/>
                </a:lnTo>
                <a:lnTo>
                  <a:pt x="466725" y="2171700"/>
                </a:lnTo>
                <a:close/>
                <a:moveTo>
                  <a:pt x="923925" y="2152650"/>
                </a:moveTo>
                <a:lnTo>
                  <a:pt x="933450" y="2152650"/>
                </a:lnTo>
                <a:lnTo>
                  <a:pt x="933450" y="2162175"/>
                </a:lnTo>
                <a:lnTo>
                  <a:pt x="923925" y="2162175"/>
                </a:lnTo>
                <a:close/>
                <a:moveTo>
                  <a:pt x="1143000" y="2152650"/>
                </a:moveTo>
                <a:lnTo>
                  <a:pt x="1152525" y="2152650"/>
                </a:lnTo>
                <a:lnTo>
                  <a:pt x="1152525" y="2171700"/>
                </a:lnTo>
                <a:lnTo>
                  <a:pt x="1143000" y="2171700"/>
                </a:lnTo>
                <a:close/>
                <a:moveTo>
                  <a:pt x="1485900" y="2152650"/>
                </a:moveTo>
                <a:lnTo>
                  <a:pt x="1495425" y="2152650"/>
                </a:lnTo>
                <a:lnTo>
                  <a:pt x="1495425" y="2171700"/>
                </a:lnTo>
                <a:lnTo>
                  <a:pt x="1476375" y="2171700"/>
                </a:lnTo>
                <a:lnTo>
                  <a:pt x="1476375" y="2181225"/>
                </a:lnTo>
                <a:lnTo>
                  <a:pt x="1466850" y="2181225"/>
                </a:lnTo>
                <a:lnTo>
                  <a:pt x="1466850" y="2162175"/>
                </a:lnTo>
                <a:lnTo>
                  <a:pt x="1485900" y="2162175"/>
                </a:lnTo>
                <a:close/>
                <a:moveTo>
                  <a:pt x="2095500" y="2152650"/>
                </a:moveTo>
                <a:lnTo>
                  <a:pt x="2124075" y="2152650"/>
                </a:lnTo>
                <a:lnTo>
                  <a:pt x="2124075" y="2181225"/>
                </a:lnTo>
                <a:lnTo>
                  <a:pt x="2114550" y="2181225"/>
                </a:lnTo>
                <a:lnTo>
                  <a:pt x="2114550" y="2171700"/>
                </a:lnTo>
                <a:lnTo>
                  <a:pt x="2105025" y="2171700"/>
                </a:lnTo>
                <a:lnTo>
                  <a:pt x="2105025" y="2162175"/>
                </a:lnTo>
                <a:lnTo>
                  <a:pt x="2095500" y="2162175"/>
                </a:lnTo>
                <a:close/>
                <a:moveTo>
                  <a:pt x="438150" y="2162175"/>
                </a:moveTo>
                <a:lnTo>
                  <a:pt x="447675" y="2162175"/>
                </a:lnTo>
                <a:lnTo>
                  <a:pt x="447675" y="2171700"/>
                </a:lnTo>
                <a:lnTo>
                  <a:pt x="438150" y="2171700"/>
                </a:lnTo>
                <a:close/>
                <a:moveTo>
                  <a:pt x="2085975" y="2162175"/>
                </a:moveTo>
                <a:lnTo>
                  <a:pt x="2095500" y="2162175"/>
                </a:lnTo>
                <a:lnTo>
                  <a:pt x="2095500" y="2171700"/>
                </a:lnTo>
                <a:lnTo>
                  <a:pt x="2085975" y="2171700"/>
                </a:lnTo>
                <a:close/>
                <a:moveTo>
                  <a:pt x="2276475" y="2162175"/>
                </a:moveTo>
                <a:lnTo>
                  <a:pt x="2295525" y="2162175"/>
                </a:lnTo>
                <a:lnTo>
                  <a:pt x="2295525" y="2171700"/>
                </a:lnTo>
                <a:lnTo>
                  <a:pt x="2276475" y="2171700"/>
                </a:lnTo>
                <a:close/>
                <a:moveTo>
                  <a:pt x="57150" y="2171700"/>
                </a:moveTo>
                <a:lnTo>
                  <a:pt x="66675" y="2171700"/>
                </a:lnTo>
                <a:lnTo>
                  <a:pt x="66675" y="2181225"/>
                </a:lnTo>
                <a:lnTo>
                  <a:pt x="57150" y="2181225"/>
                </a:lnTo>
                <a:close/>
                <a:moveTo>
                  <a:pt x="1133475" y="2171700"/>
                </a:moveTo>
                <a:lnTo>
                  <a:pt x="1143000" y="2171700"/>
                </a:lnTo>
                <a:lnTo>
                  <a:pt x="1143000" y="2181225"/>
                </a:lnTo>
                <a:lnTo>
                  <a:pt x="1133475" y="2181225"/>
                </a:lnTo>
                <a:close/>
                <a:moveTo>
                  <a:pt x="2105025" y="2181225"/>
                </a:moveTo>
                <a:lnTo>
                  <a:pt x="2114550" y="2181225"/>
                </a:lnTo>
                <a:lnTo>
                  <a:pt x="2114550" y="2190750"/>
                </a:lnTo>
                <a:lnTo>
                  <a:pt x="2105025" y="2190750"/>
                </a:lnTo>
                <a:close/>
                <a:moveTo>
                  <a:pt x="2124075" y="2181225"/>
                </a:moveTo>
                <a:lnTo>
                  <a:pt x="2133600" y="2181225"/>
                </a:lnTo>
                <a:lnTo>
                  <a:pt x="2133600" y="2190750"/>
                </a:lnTo>
                <a:lnTo>
                  <a:pt x="2124075" y="2190750"/>
                </a:lnTo>
                <a:close/>
                <a:moveTo>
                  <a:pt x="2152650" y="2181225"/>
                </a:moveTo>
                <a:lnTo>
                  <a:pt x="2181225" y="2181225"/>
                </a:lnTo>
                <a:lnTo>
                  <a:pt x="2181225" y="2190750"/>
                </a:lnTo>
                <a:lnTo>
                  <a:pt x="2190750" y="2190750"/>
                </a:lnTo>
                <a:lnTo>
                  <a:pt x="2190750" y="2219325"/>
                </a:lnTo>
                <a:lnTo>
                  <a:pt x="2181225" y="2219325"/>
                </a:lnTo>
                <a:lnTo>
                  <a:pt x="2181225" y="2228850"/>
                </a:lnTo>
                <a:lnTo>
                  <a:pt x="2152650" y="2228850"/>
                </a:lnTo>
                <a:lnTo>
                  <a:pt x="2152650" y="2238375"/>
                </a:lnTo>
                <a:lnTo>
                  <a:pt x="2143125" y="2238375"/>
                </a:lnTo>
                <a:lnTo>
                  <a:pt x="2143125" y="2219325"/>
                </a:lnTo>
                <a:lnTo>
                  <a:pt x="2133600" y="2219325"/>
                </a:lnTo>
                <a:lnTo>
                  <a:pt x="2133600" y="2190750"/>
                </a:lnTo>
                <a:lnTo>
                  <a:pt x="2152650" y="2190750"/>
                </a:lnTo>
                <a:close/>
                <a:moveTo>
                  <a:pt x="2247900" y="2181225"/>
                </a:moveTo>
                <a:lnTo>
                  <a:pt x="2257425" y="2181225"/>
                </a:lnTo>
                <a:lnTo>
                  <a:pt x="2257425" y="2190750"/>
                </a:lnTo>
                <a:lnTo>
                  <a:pt x="2247900" y="2190750"/>
                </a:lnTo>
                <a:close/>
                <a:moveTo>
                  <a:pt x="2314575" y="2181225"/>
                </a:moveTo>
                <a:lnTo>
                  <a:pt x="2352675" y="2181225"/>
                </a:lnTo>
                <a:lnTo>
                  <a:pt x="2352675" y="2190750"/>
                </a:lnTo>
                <a:lnTo>
                  <a:pt x="2333625" y="2190750"/>
                </a:lnTo>
                <a:lnTo>
                  <a:pt x="2333625" y="2219325"/>
                </a:lnTo>
                <a:lnTo>
                  <a:pt x="2314575" y="2219325"/>
                </a:lnTo>
                <a:close/>
                <a:moveTo>
                  <a:pt x="2381250" y="2181225"/>
                </a:moveTo>
                <a:lnTo>
                  <a:pt x="2390775" y="2181225"/>
                </a:lnTo>
                <a:lnTo>
                  <a:pt x="2390775" y="2190750"/>
                </a:lnTo>
                <a:lnTo>
                  <a:pt x="2381250" y="2190750"/>
                </a:lnTo>
                <a:close/>
                <a:moveTo>
                  <a:pt x="723900" y="2190750"/>
                </a:moveTo>
                <a:lnTo>
                  <a:pt x="733425" y="2190750"/>
                </a:lnTo>
                <a:lnTo>
                  <a:pt x="733425" y="2200275"/>
                </a:lnTo>
                <a:lnTo>
                  <a:pt x="723900" y="2200275"/>
                </a:lnTo>
                <a:close/>
                <a:moveTo>
                  <a:pt x="866775" y="2190750"/>
                </a:moveTo>
                <a:lnTo>
                  <a:pt x="876300" y="2190750"/>
                </a:lnTo>
                <a:lnTo>
                  <a:pt x="876300" y="2209800"/>
                </a:lnTo>
                <a:lnTo>
                  <a:pt x="866775" y="2209800"/>
                </a:lnTo>
                <a:lnTo>
                  <a:pt x="866775" y="2219325"/>
                </a:lnTo>
                <a:lnTo>
                  <a:pt x="857250" y="2219325"/>
                </a:lnTo>
                <a:lnTo>
                  <a:pt x="857250" y="2200275"/>
                </a:lnTo>
                <a:lnTo>
                  <a:pt x="866775" y="2200275"/>
                </a:lnTo>
                <a:close/>
                <a:moveTo>
                  <a:pt x="885825" y="2190750"/>
                </a:moveTo>
                <a:lnTo>
                  <a:pt x="895350" y="2190750"/>
                </a:lnTo>
                <a:lnTo>
                  <a:pt x="895350" y="2200275"/>
                </a:lnTo>
                <a:lnTo>
                  <a:pt x="885825" y="2200275"/>
                </a:lnTo>
                <a:close/>
                <a:moveTo>
                  <a:pt x="1000125" y="2190750"/>
                </a:moveTo>
                <a:lnTo>
                  <a:pt x="1009650" y="2190750"/>
                </a:lnTo>
                <a:lnTo>
                  <a:pt x="1009650" y="2200275"/>
                </a:lnTo>
                <a:lnTo>
                  <a:pt x="1000125" y="2200275"/>
                </a:lnTo>
                <a:close/>
                <a:moveTo>
                  <a:pt x="1123950" y="2190750"/>
                </a:moveTo>
                <a:lnTo>
                  <a:pt x="1133475" y="2190750"/>
                </a:lnTo>
                <a:lnTo>
                  <a:pt x="1133475" y="2200275"/>
                </a:lnTo>
                <a:lnTo>
                  <a:pt x="1123950" y="2200275"/>
                </a:lnTo>
                <a:close/>
                <a:moveTo>
                  <a:pt x="2209800" y="2190750"/>
                </a:moveTo>
                <a:lnTo>
                  <a:pt x="2247900" y="2190750"/>
                </a:lnTo>
                <a:lnTo>
                  <a:pt x="2247900" y="2200275"/>
                </a:lnTo>
                <a:lnTo>
                  <a:pt x="2219325" y="2200275"/>
                </a:lnTo>
                <a:lnTo>
                  <a:pt x="2219325" y="2209800"/>
                </a:lnTo>
                <a:lnTo>
                  <a:pt x="2247900" y="2209800"/>
                </a:lnTo>
                <a:lnTo>
                  <a:pt x="2247900" y="2200275"/>
                </a:lnTo>
                <a:lnTo>
                  <a:pt x="2257425" y="2200275"/>
                </a:lnTo>
                <a:lnTo>
                  <a:pt x="2257425" y="2228850"/>
                </a:lnTo>
                <a:lnTo>
                  <a:pt x="2247900" y="2228850"/>
                </a:lnTo>
                <a:lnTo>
                  <a:pt x="2247900" y="2219325"/>
                </a:lnTo>
                <a:lnTo>
                  <a:pt x="2238375" y="2219325"/>
                </a:lnTo>
                <a:lnTo>
                  <a:pt x="2238375" y="2228850"/>
                </a:lnTo>
                <a:lnTo>
                  <a:pt x="2247900" y="2228850"/>
                </a:lnTo>
                <a:lnTo>
                  <a:pt x="2247900" y="2238375"/>
                </a:lnTo>
                <a:lnTo>
                  <a:pt x="2219325" y="2238375"/>
                </a:lnTo>
                <a:lnTo>
                  <a:pt x="2219325" y="2219325"/>
                </a:lnTo>
                <a:lnTo>
                  <a:pt x="2209800" y="2219325"/>
                </a:lnTo>
                <a:close/>
                <a:moveTo>
                  <a:pt x="714375" y="2200275"/>
                </a:moveTo>
                <a:lnTo>
                  <a:pt x="723900" y="2200275"/>
                </a:lnTo>
                <a:lnTo>
                  <a:pt x="723900" y="2209800"/>
                </a:lnTo>
                <a:lnTo>
                  <a:pt x="714375" y="2209800"/>
                </a:lnTo>
                <a:close/>
                <a:moveTo>
                  <a:pt x="828675" y="2200275"/>
                </a:moveTo>
                <a:lnTo>
                  <a:pt x="838200" y="2200275"/>
                </a:lnTo>
                <a:lnTo>
                  <a:pt x="838200" y="2219325"/>
                </a:lnTo>
                <a:lnTo>
                  <a:pt x="828675" y="2219325"/>
                </a:lnTo>
                <a:lnTo>
                  <a:pt x="828675" y="2228850"/>
                </a:lnTo>
                <a:lnTo>
                  <a:pt x="809625" y="2228850"/>
                </a:lnTo>
                <a:lnTo>
                  <a:pt x="809625" y="2209800"/>
                </a:lnTo>
                <a:lnTo>
                  <a:pt x="828675" y="2209800"/>
                </a:lnTo>
                <a:close/>
                <a:moveTo>
                  <a:pt x="895350" y="2200275"/>
                </a:moveTo>
                <a:lnTo>
                  <a:pt x="904875" y="2200275"/>
                </a:lnTo>
                <a:lnTo>
                  <a:pt x="904875" y="2209800"/>
                </a:lnTo>
                <a:lnTo>
                  <a:pt x="895350" y="2209800"/>
                </a:lnTo>
                <a:close/>
                <a:moveTo>
                  <a:pt x="1038225" y="2200275"/>
                </a:moveTo>
                <a:lnTo>
                  <a:pt x="1047750" y="2200275"/>
                </a:lnTo>
                <a:lnTo>
                  <a:pt x="1047750" y="2209800"/>
                </a:lnTo>
                <a:lnTo>
                  <a:pt x="1038225" y="2209800"/>
                </a:lnTo>
                <a:close/>
                <a:moveTo>
                  <a:pt x="1104900" y="2200275"/>
                </a:moveTo>
                <a:lnTo>
                  <a:pt x="1123950" y="2200275"/>
                </a:lnTo>
                <a:lnTo>
                  <a:pt x="1123950" y="2209800"/>
                </a:lnTo>
                <a:lnTo>
                  <a:pt x="1104900" y="2209800"/>
                </a:lnTo>
                <a:close/>
                <a:moveTo>
                  <a:pt x="2266950" y="2200275"/>
                </a:moveTo>
                <a:lnTo>
                  <a:pt x="2276475" y="2200275"/>
                </a:lnTo>
                <a:lnTo>
                  <a:pt x="2276475" y="2209800"/>
                </a:lnTo>
                <a:lnTo>
                  <a:pt x="2266950" y="2209800"/>
                </a:lnTo>
                <a:close/>
                <a:moveTo>
                  <a:pt x="2295525" y="2200275"/>
                </a:moveTo>
                <a:lnTo>
                  <a:pt x="2305050" y="2200275"/>
                </a:lnTo>
                <a:lnTo>
                  <a:pt x="2305050" y="2219325"/>
                </a:lnTo>
                <a:lnTo>
                  <a:pt x="2295525" y="2219325"/>
                </a:lnTo>
                <a:close/>
                <a:moveTo>
                  <a:pt x="704850" y="2209800"/>
                </a:moveTo>
                <a:lnTo>
                  <a:pt x="714375" y="2209800"/>
                </a:lnTo>
                <a:lnTo>
                  <a:pt x="714375" y="2219325"/>
                </a:lnTo>
                <a:lnTo>
                  <a:pt x="704850" y="2219325"/>
                </a:lnTo>
                <a:close/>
                <a:moveTo>
                  <a:pt x="2362200" y="2209800"/>
                </a:moveTo>
                <a:lnTo>
                  <a:pt x="2371725" y="2209800"/>
                </a:lnTo>
                <a:lnTo>
                  <a:pt x="2371725" y="2238375"/>
                </a:lnTo>
                <a:lnTo>
                  <a:pt x="2362200" y="2238375"/>
                </a:lnTo>
                <a:close/>
                <a:moveTo>
                  <a:pt x="2381250" y="2209800"/>
                </a:moveTo>
                <a:lnTo>
                  <a:pt x="2419350" y="2209800"/>
                </a:lnTo>
                <a:lnTo>
                  <a:pt x="2419350" y="2219325"/>
                </a:lnTo>
                <a:lnTo>
                  <a:pt x="2390775" y="2219325"/>
                </a:lnTo>
                <a:lnTo>
                  <a:pt x="2390775" y="2247900"/>
                </a:lnTo>
                <a:lnTo>
                  <a:pt x="2381250" y="2247900"/>
                </a:lnTo>
                <a:close/>
                <a:moveTo>
                  <a:pt x="695325" y="2219325"/>
                </a:moveTo>
                <a:lnTo>
                  <a:pt x="704850" y="2219325"/>
                </a:lnTo>
                <a:lnTo>
                  <a:pt x="704850" y="2228850"/>
                </a:lnTo>
                <a:lnTo>
                  <a:pt x="695325" y="2228850"/>
                </a:lnTo>
                <a:close/>
                <a:moveTo>
                  <a:pt x="2124075" y="2219325"/>
                </a:moveTo>
                <a:lnTo>
                  <a:pt x="2133600" y="2219325"/>
                </a:lnTo>
                <a:lnTo>
                  <a:pt x="2133600" y="2228850"/>
                </a:lnTo>
                <a:lnTo>
                  <a:pt x="2124075" y="2228850"/>
                </a:lnTo>
                <a:close/>
                <a:moveTo>
                  <a:pt x="2190750" y="2219325"/>
                </a:moveTo>
                <a:lnTo>
                  <a:pt x="2200275" y="2219325"/>
                </a:lnTo>
                <a:lnTo>
                  <a:pt x="2200275" y="2228850"/>
                </a:lnTo>
                <a:lnTo>
                  <a:pt x="2190750" y="2228850"/>
                </a:lnTo>
                <a:close/>
                <a:moveTo>
                  <a:pt x="2266950" y="2219325"/>
                </a:moveTo>
                <a:lnTo>
                  <a:pt x="2276475" y="2219325"/>
                </a:lnTo>
                <a:lnTo>
                  <a:pt x="2276475" y="2228850"/>
                </a:lnTo>
                <a:lnTo>
                  <a:pt x="2266950" y="2228850"/>
                </a:lnTo>
                <a:close/>
                <a:moveTo>
                  <a:pt x="2419350" y="2219325"/>
                </a:moveTo>
                <a:lnTo>
                  <a:pt x="2428875" y="2219325"/>
                </a:lnTo>
                <a:lnTo>
                  <a:pt x="2428875" y="2238375"/>
                </a:lnTo>
                <a:lnTo>
                  <a:pt x="2419350" y="2238375"/>
                </a:lnTo>
                <a:close/>
                <a:moveTo>
                  <a:pt x="676275" y="2228850"/>
                </a:moveTo>
                <a:lnTo>
                  <a:pt x="685800" y="2228850"/>
                </a:lnTo>
                <a:lnTo>
                  <a:pt x="685800" y="2257425"/>
                </a:lnTo>
                <a:lnTo>
                  <a:pt x="666750" y="2257425"/>
                </a:lnTo>
                <a:lnTo>
                  <a:pt x="666750" y="2238375"/>
                </a:lnTo>
                <a:lnTo>
                  <a:pt x="676275" y="2238375"/>
                </a:lnTo>
                <a:close/>
                <a:moveTo>
                  <a:pt x="2009775" y="2228850"/>
                </a:moveTo>
                <a:lnTo>
                  <a:pt x="2019300" y="2228850"/>
                </a:lnTo>
                <a:lnTo>
                  <a:pt x="2019300" y="2238375"/>
                </a:lnTo>
                <a:lnTo>
                  <a:pt x="2009775" y="2238375"/>
                </a:lnTo>
                <a:close/>
                <a:moveTo>
                  <a:pt x="628650" y="2238375"/>
                </a:moveTo>
                <a:lnTo>
                  <a:pt x="638175" y="2238375"/>
                </a:lnTo>
                <a:lnTo>
                  <a:pt x="638175" y="2266950"/>
                </a:lnTo>
                <a:lnTo>
                  <a:pt x="619125" y="2266950"/>
                </a:lnTo>
                <a:lnTo>
                  <a:pt x="619125" y="2247900"/>
                </a:lnTo>
                <a:lnTo>
                  <a:pt x="628650" y="2247900"/>
                </a:lnTo>
                <a:close/>
                <a:moveTo>
                  <a:pt x="885825" y="2238375"/>
                </a:moveTo>
                <a:lnTo>
                  <a:pt x="904875" y="2238375"/>
                </a:lnTo>
                <a:lnTo>
                  <a:pt x="904875" y="2247900"/>
                </a:lnTo>
                <a:lnTo>
                  <a:pt x="914400" y="2247900"/>
                </a:lnTo>
                <a:lnTo>
                  <a:pt x="914400" y="2257425"/>
                </a:lnTo>
                <a:lnTo>
                  <a:pt x="895350" y="2257425"/>
                </a:lnTo>
                <a:lnTo>
                  <a:pt x="895350" y="2247900"/>
                </a:lnTo>
                <a:lnTo>
                  <a:pt x="885825" y="2247900"/>
                </a:lnTo>
                <a:close/>
                <a:moveTo>
                  <a:pt x="2133600" y="2238375"/>
                </a:moveTo>
                <a:lnTo>
                  <a:pt x="2143125" y="2238375"/>
                </a:lnTo>
                <a:lnTo>
                  <a:pt x="2143125" y="2247900"/>
                </a:lnTo>
                <a:lnTo>
                  <a:pt x="2133600" y="2247900"/>
                </a:lnTo>
                <a:close/>
                <a:moveTo>
                  <a:pt x="2247900" y="2238375"/>
                </a:moveTo>
                <a:lnTo>
                  <a:pt x="2257425" y="2238375"/>
                </a:lnTo>
                <a:lnTo>
                  <a:pt x="2257425" y="2247900"/>
                </a:lnTo>
                <a:lnTo>
                  <a:pt x="2247900" y="2247900"/>
                </a:lnTo>
                <a:close/>
                <a:moveTo>
                  <a:pt x="2314575" y="2238375"/>
                </a:moveTo>
                <a:lnTo>
                  <a:pt x="2324100" y="2238375"/>
                </a:lnTo>
                <a:lnTo>
                  <a:pt x="2324100" y="2247900"/>
                </a:lnTo>
                <a:lnTo>
                  <a:pt x="2314575" y="2247900"/>
                </a:lnTo>
                <a:close/>
                <a:moveTo>
                  <a:pt x="2409825" y="2238375"/>
                </a:moveTo>
                <a:lnTo>
                  <a:pt x="2419350" y="2238375"/>
                </a:lnTo>
                <a:lnTo>
                  <a:pt x="2419350" y="2247900"/>
                </a:lnTo>
                <a:lnTo>
                  <a:pt x="2409825" y="2247900"/>
                </a:lnTo>
                <a:close/>
                <a:moveTo>
                  <a:pt x="171450" y="2247900"/>
                </a:moveTo>
                <a:lnTo>
                  <a:pt x="180975" y="2247900"/>
                </a:lnTo>
                <a:lnTo>
                  <a:pt x="180975" y="2257425"/>
                </a:lnTo>
                <a:lnTo>
                  <a:pt x="171450" y="2257425"/>
                </a:lnTo>
                <a:close/>
                <a:moveTo>
                  <a:pt x="1914525" y="2257425"/>
                </a:moveTo>
                <a:lnTo>
                  <a:pt x="1924050" y="2257425"/>
                </a:lnTo>
                <a:lnTo>
                  <a:pt x="1924050" y="2266950"/>
                </a:lnTo>
                <a:lnTo>
                  <a:pt x="1914525" y="2266950"/>
                </a:lnTo>
                <a:close/>
                <a:moveTo>
                  <a:pt x="104775" y="2266950"/>
                </a:moveTo>
                <a:lnTo>
                  <a:pt x="114300" y="2266950"/>
                </a:lnTo>
                <a:lnTo>
                  <a:pt x="114300" y="2276475"/>
                </a:lnTo>
                <a:lnTo>
                  <a:pt x="104775" y="2276475"/>
                </a:lnTo>
                <a:close/>
                <a:moveTo>
                  <a:pt x="723900" y="2266950"/>
                </a:moveTo>
                <a:lnTo>
                  <a:pt x="762000" y="2266950"/>
                </a:lnTo>
                <a:lnTo>
                  <a:pt x="762000" y="2276475"/>
                </a:lnTo>
                <a:lnTo>
                  <a:pt x="723900" y="2276475"/>
                </a:lnTo>
                <a:close/>
                <a:moveTo>
                  <a:pt x="114300" y="2276475"/>
                </a:moveTo>
                <a:lnTo>
                  <a:pt x="123825" y="2276475"/>
                </a:lnTo>
                <a:lnTo>
                  <a:pt x="123825" y="2286000"/>
                </a:lnTo>
                <a:lnTo>
                  <a:pt x="114300" y="2286000"/>
                </a:lnTo>
                <a:close/>
                <a:moveTo>
                  <a:pt x="180975" y="2276475"/>
                </a:moveTo>
                <a:lnTo>
                  <a:pt x="190500" y="2276475"/>
                </a:lnTo>
                <a:lnTo>
                  <a:pt x="190500" y="2286000"/>
                </a:lnTo>
                <a:lnTo>
                  <a:pt x="180975" y="2286000"/>
                </a:lnTo>
                <a:close/>
                <a:moveTo>
                  <a:pt x="895350" y="2276475"/>
                </a:moveTo>
                <a:lnTo>
                  <a:pt x="914400" y="2276475"/>
                </a:lnTo>
                <a:lnTo>
                  <a:pt x="914400" y="2286000"/>
                </a:lnTo>
                <a:lnTo>
                  <a:pt x="923925" y="2286000"/>
                </a:lnTo>
                <a:lnTo>
                  <a:pt x="923925" y="2295525"/>
                </a:lnTo>
                <a:lnTo>
                  <a:pt x="895350" y="2295525"/>
                </a:lnTo>
                <a:close/>
                <a:moveTo>
                  <a:pt x="581025" y="2286000"/>
                </a:moveTo>
                <a:lnTo>
                  <a:pt x="600075" y="2286000"/>
                </a:lnTo>
                <a:lnTo>
                  <a:pt x="600075" y="2295525"/>
                </a:lnTo>
                <a:lnTo>
                  <a:pt x="609600" y="2295525"/>
                </a:lnTo>
                <a:lnTo>
                  <a:pt x="609600" y="2305050"/>
                </a:lnTo>
                <a:lnTo>
                  <a:pt x="590550" y="2305050"/>
                </a:lnTo>
                <a:lnTo>
                  <a:pt x="590550" y="2295525"/>
                </a:lnTo>
                <a:lnTo>
                  <a:pt x="581025" y="2295525"/>
                </a:lnTo>
                <a:close/>
                <a:moveTo>
                  <a:pt x="838200" y="2286000"/>
                </a:moveTo>
                <a:lnTo>
                  <a:pt x="857250" y="2286000"/>
                </a:lnTo>
                <a:lnTo>
                  <a:pt x="857250" y="2305050"/>
                </a:lnTo>
                <a:lnTo>
                  <a:pt x="847725" y="2305050"/>
                </a:lnTo>
                <a:lnTo>
                  <a:pt x="847725" y="2295525"/>
                </a:lnTo>
                <a:lnTo>
                  <a:pt x="838200" y="2295525"/>
                </a:lnTo>
                <a:close/>
                <a:moveTo>
                  <a:pt x="190500" y="2295525"/>
                </a:moveTo>
                <a:lnTo>
                  <a:pt x="200025" y="2295525"/>
                </a:lnTo>
                <a:lnTo>
                  <a:pt x="200025" y="2305050"/>
                </a:lnTo>
                <a:lnTo>
                  <a:pt x="190500" y="2305050"/>
                </a:lnTo>
                <a:close/>
                <a:moveTo>
                  <a:pt x="790575" y="2295525"/>
                </a:moveTo>
                <a:lnTo>
                  <a:pt x="819150" y="2295525"/>
                </a:lnTo>
                <a:lnTo>
                  <a:pt x="819150" y="2314575"/>
                </a:lnTo>
                <a:lnTo>
                  <a:pt x="809625" y="2314575"/>
                </a:lnTo>
                <a:lnTo>
                  <a:pt x="809625" y="2305050"/>
                </a:lnTo>
                <a:lnTo>
                  <a:pt x="800100" y="2305050"/>
                </a:lnTo>
                <a:lnTo>
                  <a:pt x="800100" y="2314575"/>
                </a:lnTo>
                <a:lnTo>
                  <a:pt x="809625" y="2314575"/>
                </a:lnTo>
                <a:lnTo>
                  <a:pt x="809625" y="2324100"/>
                </a:lnTo>
                <a:lnTo>
                  <a:pt x="790575" y="2324100"/>
                </a:lnTo>
                <a:close/>
                <a:moveTo>
                  <a:pt x="828675" y="2295525"/>
                </a:moveTo>
                <a:lnTo>
                  <a:pt x="838200" y="2295525"/>
                </a:lnTo>
                <a:lnTo>
                  <a:pt x="838200" y="2305050"/>
                </a:lnTo>
                <a:lnTo>
                  <a:pt x="847725" y="2305050"/>
                </a:lnTo>
                <a:lnTo>
                  <a:pt x="847725" y="2314575"/>
                </a:lnTo>
                <a:lnTo>
                  <a:pt x="828675" y="2314575"/>
                </a:lnTo>
                <a:close/>
                <a:moveTo>
                  <a:pt x="2095500" y="2305050"/>
                </a:moveTo>
                <a:lnTo>
                  <a:pt x="2105025" y="2305050"/>
                </a:lnTo>
                <a:lnTo>
                  <a:pt x="2105025" y="2333625"/>
                </a:lnTo>
                <a:lnTo>
                  <a:pt x="2095500" y="2333625"/>
                </a:lnTo>
                <a:lnTo>
                  <a:pt x="2095500" y="2343150"/>
                </a:lnTo>
                <a:lnTo>
                  <a:pt x="2076450" y="2343150"/>
                </a:lnTo>
                <a:lnTo>
                  <a:pt x="2076450" y="2314575"/>
                </a:lnTo>
                <a:lnTo>
                  <a:pt x="2095500" y="2314575"/>
                </a:lnTo>
                <a:close/>
                <a:moveTo>
                  <a:pt x="2124075" y="2305050"/>
                </a:moveTo>
                <a:lnTo>
                  <a:pt x="2133600" y="2305050"/>
                </a:lnTo>
                <a:lnTo>
                  <a:pt x="2133600" y="2314575"/>
                </a:lnTo>
                <a:lnTo>
                  <a:pt x="2124075" y="2314575"/>
                </a:lnTo>
                <a:close/>
                <a:moveTo>
                  <a:pt x="2219325" y="2305050"/>
                </a:moveTo>
                <a:lnTo>
                  <a:pt x="2238375" y="2305050"/>
                </a:lnTo>
                <a:lnTo>
                  <a:pt x="2238375" y="2314575"/>
                </a:lnTo>
                <a:lnTo>
                  <a:pt x="2219325" y="2314575"/>
                </a:lnTo>
                <a:close/>
                <a:moveTo>
                  <a:pt x="2257425" y="2305050"/>
                </a:moveTo>
                <a:lnTo>
                  <a:pt x="2266950" y="2305050"/>
                </a:lnTo>
                <a:lnTo>
                  <a:pt x="2266950" y="2314575"/>
                </a:lnTo>
                <a:lnTo>
                  <a:pt x="2257425" y="2314575"/>
                </a:lnTo>
                <a:close/>
                <a:moveTo>
                  <a:pt x="2295525" y="2305050"/>
                </a:moveTo>
                <a:lnTo>
                  <a:pt x="2305050" y="2305050"/>
                </a:lnTo>
                <a:lnTo>
                  <a:pt x="2305050" y="2314575"/>
                </a:lnTo>
                <a:lnTo>
                  <a:pt x="2295525" y="2314575"/>
                </a:lnTo>
                <a:close/>
                <a:moveTo>
                  <a:pt x="2324100" y="2305050"/>
                </a:moveTo>
                <a:lnTo>
                  <a:pt x="2333625" y="2305050"/>
                </a:lnTo>
                <a:lnTo>
                  <a:pt x="2333625" y="2314575"/>
                </a:lnTo>
                <a:lnTo>
                  <a:pt x="2324100" y="2314575"/>
                </a:lnTo>
                <a:close/>
                <a:moveTo>
                  <a:pt x="2381250" y="2305050"/>
                </a:moveTo>
                <a:lnTo>
                  <a:pt x="2409825" y="2305050"/>
                </a:lnTo>
                <a:lnTo>
                  <a:pt x="2409825" y="2314575"/>
                </a:lnTo>
                <a:lnTo>
                  <a:pt x="2381250" y="2314575"/>
                </a:lnTo>
                <a:close/>
                <a:moveTo>
                  <a:pt x="171450" y="2314575"/>
                </a:moveTo>
                <a:lnTo>
                  <a:pt x="180975" y="2314575"/>
                </a:lnTo>
                <a:lnTo>
                  <a:pt x="180975" y="2324100"/>
                </a:lnTo>
                <a:lnTo>
                  <a:pt x="171450" y="2324100"/>
                </a:lnTo>
                <a:close/>
                <a:moveTo>
                  <a:pt x="657225" y="2314575"/>
                </a:moveTo>
                <a:lnTo>
                  <a:pt x="685800" y="2314575"/>
                </a:lnTo>
                <a:lnTo>
                  <a:pt x="685800" y="2324100"/>
                </a:lnTo>
                <a:lnTo>
                  <a:pt x="657225" y="2324100"/>
                </a:lnTo>
                <a:close/>
                <a:moveTo>
                  <a:pt x="714375" y="2314575"/>
                </a:moveTo>
                <a:lnTo>
                  <a:pt x="733425" y="2314575"/>
                </a:lnTo>
                <a:lnTo>
                  <a:pt x="733425" y="2324100"/>
                </a:lnTo>
                <a:lnTo>
                  <a:pt x="714375" y="2324100"/>
                </a:lnTo>
                <a:close/>
                <a:moveTo>
                  <a:pt x="1914525" y="2314575"/>
                </a:moveTo>
                <a:lnTo>
                  <a:pt x="1924050" y="2314575"/>
                </a:lnTo>
                <a:lnTo>
                  <a:pt x="1924050" y="2324100"/>
                </a:lnTo>
                <a:lnTo>
                  <a:pt x="1914525" y="2324100"/>
                </a:lnTo>
                <a:close/>
                <a:moveTo>
                  <a:pt x="2133600" y="2314575"/>
                </a:moveTo>
                <a:lnTo>
                  <a:pt x="2143125" y="2314575"/>
                </a:lnTo>
                <a:lnTo>
                  <a:pt x="2143125" y="2324100"/>
                </a:lnTo>
                <a:lnTo>
                  <a:pt x="2133600" y="2324100"/>
                </a:lnTo>
                <a:close/>
                <a:moveTo>
                  <a:pt x="2266950" y="2314575"/>
                </a:moveTo>
                <a:lnTo>
                  <a:pt x="2276475" y="2314575"/>
                </a:lnTo>
                <a:lnTo>
                  <a:pt x="2276475" y="2324100"/>
                </a:lnTo>
                <a:lnTo>
                  <a:pt x="2266950" y="2324100"/>
                </a:lnTo>
                <a:close/>
                <a:moveTo>
                  <a:pt x="2286000" y="2314575"/>
                </a:moveTo>
                <a:lnTo>
                  <a:pt x="2295525" y="2314575"/>
                </a:lnTo>
                <a:lnTo>
                  <a:pt x="2295525" y="2324100"/>
                </a:lnTo>
                <a:lnTo>
                  <a:pt x="2286000" y="2324100"/>
                </a:lnTo>
                <a:close/>
                <a:moveTo>
                  <a:pt x="2333625" y="2314575"/>
                </a:moveTo>
                <a:lnTo>
                  <a:pt x="2352675" y="2314575"/>
                </a:lnTo>
                <a:lnTo>
                  <a:pt x="2352675" y="2324100"/>
                </a:lnTo>
                <a:lnTo>
                  <a:pt x="2333625" y="2324100"/>
                </a:lnTo>
                <a:close/>
                <a:moveTo>
                  <a:pt x="2438400" y="2314575"/>
                </a:moveTo>
                <a:lnTo>
                  <a:pt x="2447925" y="2314575"/>
                </a:lnTo>
                <a:lnTo>
                  <a:pt x="2447925" y="2324100"/>
                </a:lnTo>
                <a:lnTo>
                  <a:pt x="2438400" y="2324100"/>
                </a:lnTo>
                <a:close/>
                <a:moveTo>
                  <a:pt x="647700" y="2324100"/>
                </a:moveTo>
                <a:lnTo>
                  <a:pt x="657225" y="2324100"/>
                </a:lnTo>
                <a:lnTo>
                  <a:pt x="657225" y="2352675"/>
                </a:lnTo>
                <a:lnTo>
                  <a:pt x="647700" y="2352675"/>
                </a:lnTo>
                <a:close/>
                <a:moveTo>
                  <a:pt x="685800" y="2324100"/>
                </a:moveTo>
                <a:lnTo>
                  <a:pt x="695325" y="2324100"/>
                </a:lnTo>
                <a:lnTo>
                  <a:pt x="695325" y="2333625"/>
                </a:lnTo>
                <a:lnTo>
                  <a:pt x="685800" y="2333625"/>
                </a:lnTo>
                <a:close/>
                <a:moveTo>
                  <a:pt x="904875" y="2324100"/>
                </a:moveTo>
                <a:lnTo>
                  <a:pt x="923925" y="2324100"/>
                </a:lnTo>
                <a:lnTo>
                  <a:pt x="923925" y="2333625"/>
                </a:lnTo>
                <a:lnTo>
                  <a:pt x="933450" y="2333625"/>
                </a:lnTo>
                <a:lnTo>
                  <a:pt x="933450" y="2343150"/>
                </a:lnTo>
                <a:lnTo>
                  <a:pt x="914400" y="2343150"/>
                </a:lnTo>
                <a:lnTo>
                  <a:pt x="914400" y="2333625"/>
                </a:lnTo>
                <a:lnTo>
                  <a:pt x="904875" y="2333625"/>
                </a:lnTo>
                <a:close/>
                <a:moveTo>
                  <a:pt x="1876425" y="2324100"/>
                </a:moveTo>
                <a:lnTo>
                  <a:pt x="1885950" y="2324100"/>
                </a:lnTo>
                <a:lnTo>
                  <a:pt x="1885950" y="2333625"/>
                </a:lnTo>
                <a:lnTo>
                  <a:pt x="1876425" y="2333625"/>
                </a:lnTo>
                <a:close/>
                <a:moveTo>
                  <a:pt x="2381250" y="2324100"/>
                </a:moveTo>
                <a:lnTo>
                  <a:pt x="2390775" y="2324100"/>
                </a:lnTo>
                <a:lnTo>
                  <a:pt x="2390775" y="2333625"/>
                </a:lnTo>
                <a:lnTo>
                  <a:pt x="2381250" y="2333625"/>
                </a:lnTo>
                <a:close/>
                <a:moveTo>
                  <a:pt x="2428875" y="2324100"/>
                </a:moveTo>
                <a:lnTo>
                  <a:pt x="2438400" y="2324100"/>
                </a:lnTo>
                <a:lnTo>
                  <a:pt x="2438400" y="2333625"/>
                </a:lnTo>
                <a:lnTo>
                  <a:pt x="2428875" y="2333625"/>
                </a:lnTo>
                <a:close/>
                <a:moveTo>
                  <a:pt x="219075" y="2333625"/>
                </a:moveTo>
                <a:lnTo>
                  <a:pt x="228600" y="2333625"/>
                </a:lnTo>
                <a:lnTo>
                  <a:pt x="228600" y="2343150"/>
                </a:lnTo>
                <a:lnTo>
                  <a:pt x="219075" y="2343150"/>
                </a:lnTo>
                <a:close/>
                <a:moveTo>
                  <a:pt x="590550" y="2333625"/>
                </a:moveTo>
                <a:lnTo>
                  <a:pt x="619125" y="2333625"/>
                </a:lnTo>
                <a:lnTo>
                  <a:pt x="619125" y="2352675"/>
                </a:lnTo>
                <a:lnTo>
                  <a:pt x="600075" y="2352675"/>
                </a:lnTo>
                <a:lnTo>
                  <a:pt x="600075" y="2343150"/>
                </a:lnTo>
                <a:lnTo>
                  <a:pt x="590550" y="2343150"/>
                </a:lnTo>
                <a:close/>
                <a:moveTo>
                  <a:pt x="723900" y="2333625"/>
                </a:moveTo>
                <a:lnTo>
                  <a:pt x="733425" y="2333625"/>
                </a:lnTo>
                <a:lnTo>
                  <a:pt x="733425" y="2343150"/>
                </a:lnTo>
                <a:lnTo>
                  <a:pt x="723900" y="2343150"/>
                </a:lnTo>
                <a:close/>
                <a:moveTo>
                  <a:pt x="838200" y="2333625"/>
                </a:moveTo>
                <a:lnTo>
                  <a:pt x="857250" y="2333625"/>
                </a:lnTo>
                <a:lnTo>
                  <a:pt x="857250" y="2352675"/>
                </a:lnTo>
                <a:lnTo>
                  <a:pt x="838200" y="2352675"/>
                </a:lnTo>
                <a:lnTo>
                  <a:pt x="838200" y="2362200"/>
                </a:lnTo>
                <a:lnTo>
                  <a:pt x="819150" y="2362200"/>
                </a:lnTo>
                <a:lnTo>
                  <a:pt x="819150" y="2352675"/>
                </a:lnTo>
                <a:lnTo>
                  <a:pt x="809625" y="2352675"/>
                </a:lnTo>
                <a:lnTo>
                  <a:pt x="809625" y="2343150"/>
                </a:lnTo>
                <a:lnTo>
                  <a:pt x="838200" y="2343150"/>
                </a:lnTo>
                <a:close/>
                <a:moveTo>
                  <a:pt x="1895475" y="2333625"/>
                </a:moveTo>
                <a:lnTo>
                  <a:pt x="1905000" y="2333625"/>
                </a:lnTo>
                <a:lnTo>
                  <a:pt x="1905000" y="2343150"/>
                </a:lnTo>
                <a:lnTo>
                  <a:pt x="1895475" y="2343150"/>
                </a:lnTo>
                <a:close/>
                <a:moveTo>
                  <a:pt x="2314575" y="2333625"/>
                </a:moveTo>
                <a:lnTo>
                  <a:pt x="2324100" y="2333625"/>
                </a:lnTo>
                <a:lnTo>
                  <a:pt x="2324100" y="2352675"/>
                </a:lnTo>
                <a:lnTo>
                  <a:pt x="2333625" y="2352675"/>
                </a:lnTo>
                <a:lnTo>
                  <a:pt x="2333625" y="2333625"/>
                </a:lnTo>
                <a:lnTo>
                  <a:pt x="2343150" y="2333625"/>
                </a:lnTo>
                <a:lnTo>
                  <a:pt x="2343150" y="2352675"/>
                </a:lnTo>
                <a:lnTo>
                  <a:pt x="2333625" y="2352675"/>
                </a:lnTo>
                <a:lnTo>
                  <a:pt x="2333625" y="2371725"/>
                </a:lnTo>
                <a:lnTo>
                  <a:pt x="2324100" y="2371725"/>
                </a:lnTo>
                <a:lnTo>
                  <a:pt x="2324100" y="2381250"/>
                </a:lnTo>
                <a:lnTo>
                  <a:pt x="2305050" y="2381250"/>
                </a:lnTo>
                <a:lnTo>
                  <a:pt x="2305050" y="2371725"/>
                </a:lnTo>
                <a:lnTo>
                  <a:pt x="2295525" y="2371725"/>
                </a:lnTo>
                <a:lnTo>
                  <a:pt x="2295525" y="2362200"/>
                </a:lnTo>
                <a:lnTo>
                  <a:pt x="2314575" y="2362200"/>
                </a:lnTo>
                <a:close/>
                <a:moveTo>
                  <a:pt x="200025" y="2343150"/>
                </a:moveTo>
                <a:lnTo>
                  <a:pt x="209550" y="2343150"/>
                </a:lnTo>
                <a:lnTo>
                  <a:pt x="209550" y="2352675"/>
                </a:lnTo>
                <a:lnTo>
                  <a:pt x="200025" y="2352675"/>
                </a:lnTo>
                <a:close/>
                <a:moveTo>
                  <a:pt x="228600" y="2343150"/>
                </a:moveTo>
                <a:lnTo>
                  <a:pt x="238125" y="2343150"/>
                </a:lnTo>
                <a:lnTo>
                  <a:pt x="238125" y="2352675"/>
                </a:lnTo>
                <a:lnTo>
                  <a:pt x="228600" y="2352675"/>
                </a:lnTo>
                <a:close/>
                <a:moveTo>
                  <a:pt x="685800" y="2343150"/>
                </a:moveTo>
                <a:lnTo>
                  <a:pt x="695325" y="2343150"/>
                </a:lnTo>
                <a:lnTo>
                  <a:pt x="695325" y="2352675"/>
                </a:lnTo>
                <a:lnTo>
                  <a:pt x="685800" y="2352675"/>
                </a:lnTo>
                <a:close/>
                <a:moveTo>
                  <a:pt x="1885950" y="2343150"/>
                </a:moveTo>
                <a:lnTo>
                  <a:pt x="1895475" y="2343150"/>
                </a:lnTo>
                <a:lnTo>
                  <a:pt x="1895475" y="2352675"/>
                </a:lnTo>
                <a:lnTo>
                  <a:pt x="1885950" y="2352675"/>
                </a:lnTo>
                <a:close/>
                <a:moveTo>
                  <a:pt x="209550" y="2352675"/>
                </a:moveTo>
                <a:lnTo>
                  <a:pt x="219075" y="2352675"/>
                </a:lnTo>
                <a:lnTo>
                  <a:pt x="219075" y="2362200"/>
                </a:lnTo>
                <a:lnTo>
                  <a:pt x="209550" y="2362200"/>
                </a:lnTo>
                <a:close/>
                <a:moveTo>
                  <a:pt x="657225" y="2352675"/>
                </a:moveTo>
                <a:lnTo>
                  <a:pt x="685800" y="2352675"/>
                </a:lnTo>
                <a:lnTo>
                  <a:pt x="685800" y="2362200"/>
                </a:lnTo>
                <a:lnTo>
                  <a:pt x="657225" y="2362200"/>
                </a:lnTo>
                <a:close/>
                <a:moveTo>
                  <a:pt x="781050" y="2352675"/>
                </a:moveTo>
                <a:lnTo>
                  <a:pt x="790575" y="2352675"/>
                </a:lnTo>
                <a:lnTo>
                  <a:pt x="790575" y="2362200"/>
                </a:lnTo>
                <a:lnTo>
                  <a:pt x="781050" y="2362200"/>
                </a:lnTo>
                <a:close/>
                <a:moveTo>
                  <a:pt x="1876425" y="2352675"/>
                </a:moveTo>
                <a:lnTo>
                  <a:pt x="1885950" y="2352675"/>
                </a:lnTo>
                <a:lnTo>
                  <a:pt x="1885950" y="2362200"/>
                </a:lnTo>
                <a:lnTo>
                  <a:pt x="1876425" y="2362200"/>
                </a:lnTo>
                <a:close/>
                <a:moveTo>
                  <a:pt x="2419350" y="2352675"/>
                </a:moveTo>
                <a:lnTo>
                  <a:pt x="2447925" y="2352675"/>
                </a:lnTo>
                <a:lnTo>
                  <a:pt x="2447925" y="2362200"/>
                </a:lnTo>
                <a:lnTo>
                  <a:pt x="2438400" y="2362200"/>
                </a:lnTo>
                <a:lnTo>
                  <a:pt x="2438400" y="2371725"/>
                </a:lnTo>
                <a:lnTo>
                  <a:pt x="2428875" y="2371725"/>
                </a:lnTo>
                <a:lnTo>
                  <a:pt x="2428875" y="2381250"/>
                </a:lnTo>
                <a:lnTo>
                  <a:pt x="2409825" y="2381250"/>
                </a:lnTo>
                <a:lnTo>
                  <a:pt x="2409825" y="2371725"/>
                </a:lnTo>
                <a:lnTo>
                  <a:pt x="2400300" y="2371725"/>
                </a:lnTo>
                <a:lnTo>
                  <a:pt x="2400300" y="2362200"/>
                </a:lnTo>
                <a:lnTo>
                  <a:pt x="2419350" y="2362200"/>
                </a:lnTo>
                <a:close/>
                <a:moveTo>
                  <a:pt x="219075" y="2362200"/>
                </a:moveTo>
                <a:lnTo>
                  <a:pt x="228600" y="2362200"/>
                </a:lnTo>
                <a:lnTo>
                  <a:pt x="228600" y="2371725"/>
                </a:lnTo>
                <a:lnTo>
                  <a:pt x="219075" y="2371725"/>
                </a:lnTo>
                <a:close/>
                <a:moveTo>
                  <a:pt x="1866900" y="2362200"/>
                </a:moveTo>
                <a:lnTo>
                  <a:pt x="1876425" y="2362200"/>
                </a:lnTo>
                <a:lnTo>
                  <a:pt x="1876425" y="2371725"/>
                </a:lnTo>
                <a:lnTo>
                  <a:pt x="1866900" y="2371725"/>
                </a:lnTo>
                <a:close/>
                <a:moveTo>
                  <a:pt x="2085975" y="2362200"/>
                </a:moveTo>
                <a:lnTo>
                  <a:pt x="2095500" y="2362200"/>
                </a:lnTo>
                <a:lnTo>
                  <a:pt x="2095500" y="2371725"/>
                </a:lnTo>
                <a:lnTo>
                  <a:pt x="2085975" y="2371725"/>
                </a:lnTo>
                <a:close/>
                <a:moveTo>
                  <a:pt x="2181225" y="2362200"/>
                </a:moveTo>
                <a:lnTo>
                  <a:pt x="2200275" y="2362200"/>
                </a:lnTo>
                <a:lnTo>
                  <a:pt x="2200275" y="2371725"/>
                </a:lnTo>
                <a:lnTo>
                  <a:pt x="2181225" y="2371725"/>
                </a:lnTo>
                <a:close/>
                <a:moveTo>
                  <a:pt x="2352675" y="2362200"/>
                </a:moveTo>
                <a:lnTo>
                  <a:pt x="2371725" y="2362200"/>
                </a:lnTo>
                <a:lnTo>
                  <a:pt x="2371725" y="2371725"/>
                </a:lnTo>
                <a:lnTo>
                  <a:pt x="2352675" y="2371725"/>
                </a:lnTo>
                <a:close/>
                <a:moveTo>
                  <a:pt x="228600" y="2371725"/>
                </a:moveTo>
                <a:lnTo>
                  <a:pt x="238125" y="2371725"/>
                </a:lnTo>
                <a:lnTo>
                  <a:pt x="238125" y="2381250"/>
                </a:lnTo>
                <a:lnTo>
                  <a:pt x="228600" y="2381250"/>
                </a:lnTo>
                <a:close/>
                <a:moveTo>
                  <a:pt x="266700" y="2371725"/>
                </a:moveTo>
                <a:lnTo>
                  <a:pt x="276225" y="2371725"/>
                </a:lnTo>
                <a:lnTo>
                  <a:pt x="276225" y="2381250"/>
                </a:lnTo>
                <a:lnTo>
                  <a:pt x="266700" y="2381250"/>
                </a:lnTo>
                <a:close/>
                <a:moveTo>
                  <a:pt x="695325" y="2371725"/>
                </a:moveTo>
                <a:lnTo>
                  <a:pt x="714375" y="2371725"/>
                </a:lnTo>
                <a:lnTo>
                  <a:pt x="714375" y="2400300"/>
                </a:lnTo>
                <a:lnTo>
                  <a:pt x="695325" y="2400300"/>
                </a:lnTo>
                <a:close/>
                <a:moveTo>
                  <a:pt x="723900" y="2371725"/>
                </a:moveTo>
                <a:lnTo>
                  <a:pt x="733425" y="2371725"/>
                </a:lnTo>
                <a:lnTo>
                  <a:pt x="733425" y="2381250"/>
                </a:lnTo>
                <a:lnTo>
                  <a:pt x="723900" y="2381250"/>
                </a:lnTo>
                <a:close/>
                <a:moveTo>
                  <a:pt x="752475" y="2371725"/>
                </a:moveTo>
                <a:lnTo>
                  <a:pt x="762000" y="2371725"/>
                </a:lnTo>
                <a:lnTo>
                  <a:pt x="762000" y="2381250"/>
                </a:lnTo>
                <a:lnTo>
                  <a:pt x="752475" y="2381250"/>
                </a:lnTo>
                <a:close/>
                <a:moveTo>
                  <a:pt x="781050" y="2371725"/>
                </a:moveTo>
                <a:lnTo>
                  <a:pt x="790575" y="2371725"/>
                </a:lnTo>
                <a:lnTo>
                  <a:pt x="790575" y="2381250"/>
                </a:lnTo>
                <a:lnTo>
                  <a:pt x="781050" y="2381250"/>
                </a:lnTo>
                <a:close/>
                <a:moveTo>
                  <a:pt x="914400" y="2371725"/>
                </a:moveTo>
                <a:lnTo>
                  <a:pt x="933450" y="2371725"/>
                </a:lnTo>
                <a:lnTo>
                  <a:pt x="933450" y="2381250"/>
                </a:lnTo>
                <a:lnTo>
                  <a:pt x="942975" y="2381250"/>
                </a:lnTo>
                <a:lnTo>
                  <a:pt x="942975" y="2390775"/>
                </a:lnTo>
                <a:lnTo>
                  <a:pt x="923925" y="2390775"/>
                </a:lnTo>
                <a:lnTo>
                  <a:pt x="923925" y="2381250"/>
                </a:lnTo>
                <a:lnTo>
                  <a:pt x="914400" y="2381250"/>
                </a:lnTo>
                <a:close/>
                <a:moveTo>
                  <a:pt x="1819275" y="2371725"/>
                </a:moveTo>
                <a:lnTo>
                  <a:pt x="1828800" y="2371725"/>
                </a:lnTo>
                <a:lnTo>
                  <a:pt x="1828800" y="2381250"/>
                </a:lnTo>
                <a:lnTo>
                  <a:pt x="1819275" y="2381250"/>
                </a:lnTo>
                <a:close/>
                <a:moveTo>
                  <a:pt x="1857375" y="2371725"/>
                </a:moveTo>
                <a:lnTo>
                  <a:pt x="1866900" y="2371725"/>
                </a:lnTo>
                <a:lnTo>
                  <a:pt x="1866900" y="2381250"/>
                </a:lnTo>
                <a:lnTo>
                  <a:pt x="1857375" y="2381250"/>
                </a:lnTo>
                <a:close/>
                <a:moveTo>
                  <a:pt x="2095500" y="2371725"/>
                </a:moveTo>
                <a:lnTo>
                  <a:pt x="2124075" y="2371725"/>
                </a:lnTo>
                <a:lnTo>
                  <a:pt x="2124075" y="2381250"/>
                </a:lnTo>
                <a:lnTo>
                  <a:pt x="2095500" y="2381250"/>
                </a:lnTo>
                <a:close/>
                <a:moveTo>
                  <a:pt x="285750" y="2381250"/>
                </a:moveTo>
                <a:lnTo>
                  <a:pt x="295275" y="2381250"/>
                </a:lnTo>
                <a:lnTo>
                  <a:pt x="295275" y="2390775"/>
                </a:lnTo>
                <a:lnTo>
                  <a:pt x="285750" y="2390775"/>
                </a:lnTo>
                <a:close/>
                <a:moveTo>
                  <a:pt x="600075" y="2381250"/>
                </a:moveTo>
                <a:lnTo>
                  <a:pt x="619125" y="2381250"/>
                </a:lnTo>
                <a:lnTo>
                  <a:pt x="619125" y="2390775"/>
                </a:lnTo>
                <a:lnTo>
                  <a:pt x="628650" y="2390775"/>
                </a:lnTo>
                <a:lnTo>
                  <a:pt x="628650" y="2409825"/>
                </a:lnTo>
                <a:lnTo>
                  <a:pt x="619125" y="2409825"/>
                </a:lnTo>
                <a:lnTo>
                  <a:pt x="619125" y="2400300"/>
                </a:lnTo>
                <a:lnTo>
                  <a:pt x="600075" y="2400300"/>
                </a:lnTo>
                <a:close/>
                <a:moveTo>
                  <a:pt x="1800225" y="2381250"/>
                </a:moveTo>
                <a:lnTo>
                  <a:pt x="1809750" y="2381250"/>
                </a:lnTo>
                <a:lnTo>
                  <a:pt x="1809750" y="2390775"/>
                </a:lnTo>
                <a:lnTo>
                  <a:pt x="1800225" y="2390775"/>
                </a:lnTo>
                <a:close/>
                <a:moveTo>
                  <a:pt x="1847850" y="2381250"/>
                </a:moveTo>
                <a:lnTo>
                  <a:pt x="1857375" y="2381250"/>
                </a:lnTo>
                <a:lnTo>
                  <a:pt x="1857375" y="2390775"/>
                </a:lnTo>
                <a:lnTo>
                  <a:pt x="1847850" y="2390775"/>
                </a:lnTo>
                <a:close/>
                <a:moveTo>
                  <a:pt x="942975" y="2390775"/>
                </a:moveTo>
                <a:lnTo>
                  <a:pt x="952500" y="2390775"/>
                </a:lnTo>
                <a:lnTo>
                  <a:pt x="952500" y="2400300"/>
                </a:lnTo>
                <a:lnTo>
                  <a:pt x="942975" y="2400300"/>
                </a:lnTo>
                <a:close/>
                <a:moveTo>
                  <a:pt x="1781175" y="2390775"/>
                </a:moveTo>
                <a:lnTo>
                  <a:pt x="1790700" y="2390775"/>
                </a:lnTo>
                <a:lnTo>
                  <a:pt x="1790700" y="2400300"/>
                </a:lnTo>
                <a:lnTo>
                  <a:pt x="1781175" y="2400300"/>
                </a:lnTo>
                <a:close/>
                <a:moveTo>
                  <a:pt x="1838325" y="2390775"/>
                </a:moveTo>
                <a:lnTo>
                  <a:pt x="1847850" y="2390775"/>
                </a:lnTo>
                <a:lnTo>
                  <a:pt x="1847850" y="2400300"/>
                </a:lnTo>
                <a:lnTo>
                  <a:pt x="1838325" y="2400300"/>
                </a:lnTo>
                <a:close/>
                <a:moveTo>
                  <a:pt x="257175" y="2400300"/>
                </a:moveTo>
                <a:lnTo>
                  <a:pt x="266700" y="2400300"/>
                </a:lnTo>
                <a:lnTo>
                  <a:pt x="266700" y="2409825"/>
                </a:lnTo>
                <a:lnTo>
                  <a:pt x="257175" y="2409825"/>
                </a:lnTo>
                <a:close/>
                <a:moveTo>
                  <a:pt x="342900" y="2400300"/>
                </a:moveTo>
                <a:lnTo>
                  <a:pt x="600075" y="2400300"/>
                </a:lnTo>
                <a:lnTo>
                  <a:pt x="600075" y="2409825"/>
                </a:lnTo>
                <a:lnTo>
                  <a:pt x="342900" y="2409825"/>
                </a:lnTo>
                <a:close/>
                <a:moveTo>
                  <a:pt x="952500" y="2400300"/>
                </a:moveTo>
                <a:lnTo>
                  <a:pt x="1085850" y="2400300"/>
                </a:lnTo>
                <a:lnTo>
                  <a:pt x="1085850" y="2409825"/>
                </a:lnTo>
                <a:lnTo>
                  <a:pt x="952500" y="2409825"/>
                </a:lnTo>
                <a:close/>
                <a:moveTo>
                  <a:pt x="1200150" y="2400300"/>
                </a:moveTo>
                <a:lnTo>
                  <a:pt x="1743075" y="2400300"/>
                </a:lnTo>
                <a:lnTo>
                  <a:pt x="1743075" y="2409825"/>
                </a:lnTo>
                <a:lnTo>
                  <a:pt x="1200150" y="2409825"/>
                </a:lnTo>
                <a:close/>
                <a:moveTo>
                  <a:pt x="733425" y="2409825"/>
                </a:moveTo>
                <a:lnTo>
                  <a:pt x="762000" y="2409825"/>
                </a:lnTo>
                <a:lnTo>
                  <a:pt x="762000" y="2419350"/>
                </a:lnTo>
                <a:lnTo>
                  <a:pt x="733425" y="2419350"/>
                </a:lnTo>
                <a:close/>
                <a:moveTo>
                  <a:pt x="771525" y="2409825"/>
                </a:moveTo>
                <a:lnTo>
                  <a:pt x="800100" y="2409825"/>
                </a:lnTo>
                <a:lnTo>
                  <a:pt x="800100" y="2428875"/>
                </a:lnTo>
                <a:lnTo>
                  <a:pt x="781050" y="2428875"/>
                </a:lnTo>
                <a:lnTo>
                  <a:pt x="781050" y="2419350"/>
                </a:lnTo>
                <a:lnTo>
                  <a:pt x="771525" y="2419350"/>
                </a:lnTo>
                <a:close/>
                <a:moveTo>
                  <a:pt x="895350" y="2419350"/>
                </a:moveTo>
                <a:lnTo>
                  <a:pt x="904875" y="2419350"/>
                </a:lnTo>
                <a:lnTo>
                  <a:pt x="904875" y="2457450"/>
                </a:lnTo>
                <a:lnTo>
                  <a:pt x="895350" y="2457450"/>
                </a:lnTo>
                <a:lnTo>
                  <a:pt x="895350" y="2447925"/>
                </a:lnTo>
                <a:lnTo>
                  <a:pt x="885825" y="2447925"/>
                </a:lnTo>
                <a:lnTo>
                  <a:pt x="885825" y="2428875"/>
                </a:lnTo>
                <a:lnTo>
                  <a:pt x="895350" y="2428875"/>
                </a:lnTo>
                <a:close/>
                <a:moveTo>
                  <a:pt x="2190750" y="2419350"/>
                </a:moveTo>
                <a:lnTo>
                  <a:pt x="2238375" y="2419350"/>
                </a:lnTo>
                <a:lnTo>
                  <a:pt x="2238375" y="2447925"/>
                </a:lnTo>
                <a:lnTo>
                  <a:pt x="2219325" y="2447925"/>
                </a:lnTo>
                <a:lnTo>
                  <a:pt x="2219325" y="2495550"/>
                </a:lnTo>
                <a:lnTo>
                  <a:pt x="2200275" y="2495550"/>
                </a:lnTo>
                <a:lnTo>
                  <a:pt x="2200275" y="2505075"/>
                </a:lnTo>
                <a:lnTo>
                  <a:pt x="2190750" y="2505075"/>
                </a:lnTo>
                <a:lnTo>
                  <a:pt x="2190750" y="2476500"/>
                </a:lnTo>
                <a:lnTo>
                  <a:pt x="2181225" y="2476500"/>
                </a:lnTo>
                <a:lnTo>
                  <a:pt x="2181225" y="2457450"/>
                </a:lnTo>
                <a:lnTo>
                  <a:pt x="2171700" y="2457450"/>
                </a:lnTo>
                <a:lnTo>
                  <a:pt x="2171700" y="2447925"/>
                </a:lnTo>
                <a:lnTo>
                  <a:pt x="2152650" y="2447925"/>
                </a:lnTo>
                <a:lnTo>
                  <a:pt x="2152650" y="2438400"/>
                </a:lnTo>
                <a:lnTo>
                  <a:pt x="2171700" y="2438400"/>
                </a:lnTo>
                <a:lnTo>
                  <a:pt x="2171700" y="2428875"/>
                </a:lnTo>
                <a:lnTo>
                  <a:pt x="2181225" y="2428875"/>
                </a:lnTo>
                <a:lnTo>
                  <a:pt x="2181225" y="2457450"/>
                </a:lnTo>
                <a:lnTo>
                  <a:pt x="2200275" y="2457450"/>
                </a:lnTo>
                <a:lnTo>
                  <a:pt x="2200275" y="2438400"/>
                </a:lnTo>
                <a:lnTo>
                  <a:pt x="2190750" y="2438400"/>
                </a:lnTo>
                <a:close/>
                <a:moveTo>
                  <a:pt x="714375" y="2428875"/>
                </a:moveTo>
                <a:lnTo>
                  <a:pt x="723900" y="2428875"/>
                </a:lnTo>
                <a:lnTo>
                  <a:pt x="723900" y="2438400"/>
                </a:lnTo>
                <a:lnTo>
                  <a:pt x="742950" y="2438400"/>
                </a:lnTo>
                <a:lnTo>
                  <a:pt x="742950" y="2447925"/>
                </a:lnTo>
                <a:lnTo>
                  <a:pt x="714375" y="2447925"/>
                </a:lnTo>
                <a:close/>
                <a:moveTo>
                  <a:pt x="771525" y="2428875"/>
                </a:moveTo>
                <a:lnTo>
                  <a:pt x="781050" y="2428875"/>
                </a:lnTo>
                <a:lnTo>
                  <a:pt x="781050" y="2438400"/>
                </a:lnTo>
                <a:lnTo>
                  <a:pt x="771525" y="2438400"/>
                </a:lnTo>
                <a:close/>
                <a:moveTo>
                  <a:pt x="857250" y="2428875"/>
                </a:moveTo>
                <a:lnTo>
                  <a:pt x="866775" y="2428875"/>
                </a:lnTo>
                <a:lnTo>
                  <a:pt x="866775" y="2438400"/>
                </a:lnTo>
                <a:lnTo>
                  <a:pt x="857250" y="2438400"/>
                </a:lnTo>
                <a:close/>
                <a:moveTo>
                  <a:pt x="1000125" y="2428875"/>
                </a:moveTo>
                <a:lnTo>
                  <a:pt x="1019175" y="2428875"/>
                </a:lnTo>
                <a:lnTo>
                  <a:pt x="1019175" y="2438400"/>
                </a:lnTo>
                <a:lnTo>
                  <a:pt x="1000125" y="2438400"/>
                </a:lnTo>
                <a:close/>
                <a:moveTo>
                  <a:pt x="1104900" y="2428875"/>
                </a:moveTo>
                <a:lnTo>
                  <a:pt x="1123950" y="2428875"/>
                </a:lnTo>
                <a:lnTo>
                  <a:pt x="1123950" y="2438400"/>
                </a:lnTo>
                <a:lnTo>
                  <a:pt x="1104900" y="2438400"/>
                </a:lnTo>
                <a:close/>
                <a:moveTo>
                  <a:pt x="1809750" y="2428875"/>
                </a:moveTo>
                <a:lnTo>
                  <a:pt x="1819275" y="2428875"/>
                </a:lnTo>
                <a:lnTo>
                  <a:pt x="1819275" y="2438400"/>
                </a:lnTo>
                <a:lnTo>
                  <a:pt x="1809750" y="2438400"/>
                </a:lnTo>
                <a:close/>
                <a:moveTo>
                  <a:pt x="628650" y="2438400"/>
                </a:moveTo>
                <a:lnTo>
                  <a:pt x="638175" y="2438400"/>
                </a:lnTo>
                <a:lnTo>
                  <a:pt x="638175" y="2457450"/>
                </a:lnTo>
                <a:lnTo>
                  <a:pt x="628650" y="2457450"/>
                </a:lnTo>
                <a:close/>
                <a:moveTo>
                  <a:pt x="676275" y="2438400"/>
                </a:moveTo>
                <a:lnTo>
                  <a:pt x="685800" y="2438400"/>
                </a:lnTo>
                <a:lnTo>
                  <a:pt x="685800" y="2447925"/>
                </a:lnTo>
                <a:lnTo>
                  <a:pt x="676275" y="2447925"/>
                </a:lnTo>
                <a:close/>
                <a:moveTo>
                  <a:pt x="942975" y="2438400"/>
                </a:moveTo>
                <a:lnTo>
                  <a:pt x="962025" y="2438400"/>
                </a:lnTo>
                <a:lnTo>
                  <a:pt x="962025" y="2447925"/>
                </a:lnTo>
                <a:lnTo>
                  <a:pt x="952500" y="2447925"/>
                </a:lnTo>
                <a:lnTo>
                  <a:pt x="952500" y="2466975"/>
                </a:lnTo>
                <a:lnTo>
                  <a:pt x="942975" y="2466975"/>
                </a:lnTo>
                <a:lnTo>
                  <a:pt x="942975" y="2476500"/>
                </a:lnTo>
                <a:lnTo>
                  <a:pt x="933450" y="2476500"/>
                </a:lnTo>
                <a:lnTo>
                  <a:pt x="933450" y="2495550"/>
                </a:lnTo>
                <a:lnTo>
                  <a:pt x="923925" y="2495550"/>
                </a:lnTo>
                <a:lnTo>
                  <a:pt x="923925" y="2505075"/>
                </a:lnTo>
                <a:lnTo>
                  <a:pt x="914400" y="2505075"/>
                </a:lnTo>
                <a:lnTo>
                  <a:pt x="914400" y="2514600"/>
                </a:lnTo>
                <a:lnTo>
                  <a:pt x="904875" y="2514600"/>
                </a:lnTo>
                <a:lnTo>
                  <a:pt x="904875" y="2524125"/>
                </a:lnTo>
                <a:lnTo>
                  <a:pt x="895350" y="2524125"/>
                </a:lnTo>
                <a:lnTo>
                  <a:pt x="895350" y="2533650"/>
                </a:lnTo>
                <a:lnTo>
                  <a:pt x="866775" y="2533650"/>
                </a:lnTo>
                <a:lnTo>
                  <a:pt x="866775" y="2543175"/>
                </a:lnTo>
                <a:lnTo>
                  <a:pt x="828675" y="2543175"/>
                </a:lnTo>
                <a:lnTo>
                  <a:pt x="828675" y="2552700"/>
                </a:lnTo>
                <a:lnTo>
                  <a:pt x="790575" y="2552700"/>
                </a:lnTo>
                <a:lnTo>
                  <a:pt x="790575" y="2562225"/>
                </a:lnTo>
                <a:lnTo>
                  <a:pt x="742950" y="2562225"/>
                </a:lnTo>
                <a:lnTo>
                  <a:pt x="742950" y="2571750"/>
                </a:lnTo>
                <a:lnTo>
                  <a:pt x="676275" y="2571750"/>
                </a:lnTo>
                <a:lnTo>
                  <a:pt x="676275" y="2562225"/>
                </a:lnTo>
                <a:lnTo>
                  <a:pt x="723900" y="2562225"/>
                </a:lnTo>
                <a:lnTo>
                  <a:pt x="723900" y="2533650"/>
                </a:lnTo>
                <a:lnTo>
                  <a:pt x="742950" y="2533650"/>
                </a:lnTo>
                <a:lnTo>
                  <a:pt x="742950" y="2552700"/>
                </a:lnTo>
                <a:lnTo>
                  <a:pt x="771525" y="2552700"/>
                </a:lnTo>
                <a:lnTo>
                  <a:pt x="771525" y="2543175"/>
                </a:lnTo>
                <a:lnTo>
                  <a:pt x="809625" y="2543175"/>
                </a:lnTo>
                <a:lnTo>
                  <a:pt x="809625" y="2524125"/>
                </a:lnTo>
                <a:lnTo>
                  <a:pt x="819150" y="2524125"/>
                </a:lnTo>
                <a:lnTo>
                  <a:pt x="819150" y="2514600"/>
                </a:lnTo>
                <a:lnTo>
                  <a:pt x="828675" y="2514600"/>
                </a:lnTo>
                <a:lnTo>
                  <a:pt x="828675" y="2533650"/>
                </a:lnTo>
                <a:lnTo>
                  <a:pt x="857250" y="2533650"/>
                </a:lnTo>
                <a:lnTo>
                  <a:pt x="857250" y="2524125"/>
                </a:lnTo>
                <a:lnTo>
                  <a:pt x="876300" y="2524125"/>
                </a:lnTo>
                <a:lnTo>
                  <a:pt x="876300" y="2514600"/>
                </a:lnTo>
                <a:lnTo>
                  <a:pt x="885825" y="2514600"/>
                </a:lnTo>
                <a:lnTo>
                  <a:pt x="885825" y="2505075"/>
                </a:lnTo>
                <a:lnTo>
                  <a:pt x="895350" y="2505075"/>
                </a:lnTo>
                <a:lnTo>
                  <a:pt x="895350" y="2486025"/>
                </a:lnTo>
                <a:lnTo>
                  <a:pt x="904875" y="2486025"/>
                </a:lnTo>
                <a:lnTo>
                  <a:pt x="904875" y="2476500"/>
                </a:lnTo>
                <a:lnTo>
                  <a:pt x="914400" y="2476500"/>
                </a:lnTo>
                <a:lnTo>
                  <a:pt x="914400" y="2457450"/>
                </a:lnTo>
                <a:lnTo>
                  <a:pt x="923925" y="2457450"/>
                </a:lnTo>
                <a:lnTo>
                  <a:pt x="923925" y="2447925"/>
                </a:lnTo>
                <a:lnTo>
                  <a:pt x="942975" y="2447925"/>
                </a:lnTo>
                <a:close/>
                <a:moveTo>
                  <a:pt x="1181100" y="2438400"/>
                </a:moveTo>
                <a:lnTo>
                  <a:pt x="1200150" y="2438400"/>
                </a:lnTo>
                <a:lnTo>
                  <a:pt x="1200150" y="2447925"/>
                </a:lnTo>
                <a:lnTo>
                  <a:pt x="1181100" y="2447925"/>
                </a:lnTo>
                <a:close/>
                <a:moveTo>
                  <a:pt x="1800225" y="2438400"/>
                </a:moveTo>
                <a:lnTo>
                  <a:pt x="1809750" y="2438400"/>
                </a:lnTo>
                <a:lnTo>
                  <a:pt x="1809750" y="2447925"/>
                </a:lnTo>
                <a:lnTo>
                  <a:pt x="1800225" y="2447925"/>
                </a:lnTo>
                <a:close/>
                <a:moveTo>
                  <a:pt x="2352675" y="2438400"/>
                </a:moveTo>
                <a:lnTo>
                  <a:pt x="2362200" y="2438400"/>
                </a:lnTo>
                <a:lnTo>
                  <a:pt x="2362200" y="2447925"/>
                </a:lnTo>
                <a:lnTo>
                  <a:pt x="2352675" y="2447925"/>
                </a:lnTo>
                <a:close/>
                <a:moveTo>
                  <a:pt x="2390775" y="2438400"/>
                </a:moveTo>
                <a:lnTo>
                  <a:pt x="2428875" y="2438400"/>
                </a:lnTo>
                <a:lnTo>
                  <a:pt x="2428875" y="2447925"/>
                </a:lnTo>
                <a:lnTo>
                  <a:pt x="2409825" y="2447925"/>
                </a:lnTo>
                <a:lnTo>
                  <a:pt x="2409825" y="2457450"/>
                </a:lnTo>
                <a:lnTo>
                  <a:pt x="2400300" y="2457450"/>
                </a:lnTo>
                <a:lnTo>
                  <a:pt x="2400300" y="2447925"/>
                </a:lnTo>
                <a:lnTo>
                  <a:pt x="2390775" y="2447925"/>
                </a:lnTo>
                <a:close/>
                <a:moveTo>
                  <a:pt x="685800" y="2447925"/>
                </a:moveTo>
                <a:lnTo>
                  <a:pt x="704850" y="2447925"/>
                </a:lnTo>
                <a:lnTo>
                  <a:pt x="704850" y="2457450"/>
                </a:lnTo>
                <a:lnTo>
                  <a:pt x="685800" y="2457450"/>
                </a:lnTo>
                <a:close/>
                <a:moveTo>
                  <a:pt x="876300" y="2447925"/>
                </a:moveTo>
                <a:lnTo>
                  <a:pt x="885825" y="2447925"/>
                </a:lnTo>
                <a:lnTo>
                  <a:pt x="885825" y="2457450"/>
                </a:lnTo>
                <a:lnTo>
                  <a:pt x="876300" y="2457450"/>
                </a:lnTo>
                <a:close/>
                <a:moveTo>
                  <a:pt x="1257300" y="2447925"/>
                </a:moveTo>
                <a:lnTo>
                  <a:pt x="1276350" y="2447925"/>
                </a:lnTo>
                <a:lnTo>
                  <a:pt x="1276350" y="2457450"/>
                </a:lnTo>
                <a:lnTo>
                  <a:pt x="1257300" y="2457450"/>
                </a:lnTo>
                <a:close/>
                <a:moveTo>
                  <a:pt x="1790700" y="2447925"/>
                </a:moveTo>
                <a:lnTo>
                  <a:pt x="1800225" y="2447925"/>
                </a:lnTo>
                <a:lnTo>
                  <a:pt x="1800225" y="2457450"/>
                </a:lnTo>
                <a:lnTo>
                  <a:pt x="1790700" y="2457450"/>
                </a:lnTo>
                <a:close/>
                <a:moveTo>
                  <a:pt x="2362200" y="2447925"/>
                </a:moveTo>
                <a:lnTo>
                  <a:pt x="2390775" y="2447925"/>
                </a:lnTo>
                <a:lnTo>
                  <a:pt x="2390775" y="2457450"/>
                </a:lnTo>
                <a:lnTo>
                  <a:pt x="2362200" y="2457450"/>
                </a:lnTo>
                <a:close/>
                <a:moveTo>
                  <a:pt x="1333500" y="2457450"/>
                </a:moveTo>
                <a:lnTo>
                  <a:pt x="1352550" y="2457450"/>
                </a:lnTo>
                <a:lnTo>
                  <a:pt x="1352550" y="2466975"/>
                </a:lnTo>
                <a:lnTo>
                  <a:pt x="1333500" y="2466975"/>
                </a:lnTo>
                <a:close/>
                <a:moveTo>
                  <a:pt x="323850" y="2466975"/>
                </a:moveTo>
                <a:lnTo>
                  <a:pt x="333375" y="2466975"/>
                </a:lnTo>
                <a:lnTo>
                  <a:pt x="333375" y="2476500"/>
                </a:lnTo>
                <a:lnTo>
                  <a:pt x="323850" y="2476500"/>
                </a:lnTo>
                <a:close/>
                <a:moveTo>
                  <a:pt x="876300" y="2466975"/>
                </a:moveTo>
                <a:lnTo>
                  <a:pt x="895350" y="2466975"/>
                </a:lnTo>
                <a:lnTo>
                  <a:pt x="895350" y="2476500"/>
                </a:lnTo>
                <a:lnTo>
                  <a:pt x="876300" y="2476500"/>
                </a:lnTo>
                <a:close/>
                <a:moveTo>
                  <a:pt x="1409700" y="2466975"/>
                </a:moveTo>
                <a:lnTo>
                  <a:pt x="1428750" y="2466975"/>
                </a:lnTo>
                <a:lnTo>
                  <a:pt x="1428750" y="2476500"/>
                </a:lnTo>
                <a:lnTo>
                  <a:pt x="1409700" y="2476500"/>
                </a:lnTo>
                <a:close/>
                <a:moveTo>
                  <a:pt x="1762125" y="2466975"/>
                </a:moveTo>
                <a:lnTo>
                  <a:pt x="1771650" y="2466975"/>
                </a:lnTo>
                <a:lnTo>
                  <a:pt x="1771650" y="2476500"/>
                </a:lnTo>
                <a:lnTo>
                  <a:pt x="1762125" y="2476500"/>
                </a:lnTo>
                <a:close/>
                <a:moveTo>
                  <a:pt x="2247900" y="2466975"/>
                </a:moveTo>
                <a:lnTo>
                  <a:pt x="2257425" y="2466975"/>
                </a:lnTo>
                <a:lnTo>
                  <a:pt x="2257425" y="2495550"/>
                </a:lnTo>
                <a:lnTo>
                  <a:pt x="2238375" y="2495550"/>
                </a:lnTo>
                <a:lnTo>
                  <a:pt x="2238375" y="2486025"/>
                </a:lnTo>
                <a:lnTo>
                  <a:pt x="2247900" y="2486025"/>
                </a:lnTo>
                <a:close/>
                <a:moveTo>
                  <a:pt x="2381250" y="2466975"/>
                </a:moveTo>
                <a:lnTo>
                  <a:pt x="2390775" y="2466975"/>
                </a:lnTo>
                <a:lnTo>
                  <a:pt x="2390775" y="2476500"/>
                </a:lnTo>
                <a:lnTo>
                  <a:pt x="2381250" y="2476500"/>
                </a:lnTo>
                <a:close/>
                <a:moveTo>
                  <a:pt x="609600" y="2476500"/>
                </a:moveTo>
                <a:lnTo>
                  <a:pt x="619125" y="2476500"/>
                </a:lnTo>
                <a:lnTo>
                  <a:pt x="619125" y="2486025"/>
                </a:lnTo>
                <a:lnTo>
                  <a:pt x="609600" y="2486025"/>
                </a:lnTo>
                <a:close/>
                <a:moveTo>
                  <a:pt x="1485900" y="2476500"/>
                </a:moveTo>
                <a:lnTo>
                  <a:pt x="1504950" y="2476500"/>
                </a:lnTo>
                <a:lnTo>
                  <a:pt x="1504950" y="2486025"/>
                </a:lnTo>
                <a:lnTo>
                  <a:pt x="1485900" y="2486025"/>
                </a:lnTo>
                <a:close/>
                <a:moveTo>
                  <a:pt x="1743075" y="2476500"/>
                </a:moveTo>
                <a:lnTo>
                  <a:pt x="1752600" y="2476500"/>
                </a:lnTo>
                <a:lnTo>
                  <a:pt x="1752600" y="2486025"/>
                </a:lnTo>
                <a:lnTo>
                  <a:pt x="1743075" y="2486025"/>
                </a:lnTo>
                <a:close/>
                <a:moveTo>
                  <a:pt x="619125" y="2486025"/>
                </a:moveTo>
                <a:lnTo>
                  <a:pt x="647700" y="2486025"/>
                </a:lnTo>
                <a:lnTo>
                  <a:pt x="647700" y="2505075"/>
                </a:lnTo>
                <a:lnTo>
                  <a:pt x="628650" y="2505075"/>
                </a:lnTo>
                <a:lnTo>
                  <a:pt x="628650" y="2495550"/>
                </a:lnTo>
                <a:lnTo>
                  <a:pt x="619125" y="2495550"/>
                </a:lnTo>
                <a:close/>
                <a:moveTo>
                  <a:pt x="1562100" y="2486025"/>
                </a:moveTo>
                <a:lnTo>
                  <a:pt x="1581150" y="2486025"/>
                </a:lnTo>
                <a:lnTo>
                  <a:pt x="1581150" y="2495550"/>
                </a:lnTo>
                <a:lnTo>
                  <a:pt x="1562100" y="2495550"/>
                </a:lnTo>
                <a:close/>
                <a:moveTo>
                  <a:pt x="1724025" y="2486025"/>
                </a:moveTo>
                <a:lnTo>
                  <a:pt x="1733550" y="2486025"/>
                </a:lnTo>
                <a:lnTo>
                  <a:pt x="1733550" y="2495550"/>
                </a:lnTo>
                <a:lnTo>
                  <a:pt x="1724025" y="2495550"/>
                </a:lnTo>
                <a:close/>
                <a:moveTo>
                  <a:pt x="2362200" y="2486025"/>
                </a:moveTo>
                <a:lnTo>
                  <a:pt x="2371725" y="2486025"/>
                </a:lnTo>
                <a:lnTo>
                  <a:pt x="2371725" y="2495550"/>
                </a:lnTo>
                <a:lnTo>
                  <a:pt x="2362200" y="2495550"/>
                </a:lnTo>
                <a:close/>
                <a:moveTo>
                  <a:pt x="2381250" y="2486025"/>
                </a:moveTo>
                <a:lnTo>
                  <a:pt x="2390775" y="2486025"/>
                </a:lnTo>
                <a:lnTo>
                  <a:pt x="2390775" y="2495550"/>
                </a:lnTo>
                <a:lnTo>
                  <a:pt x="2381250" y="2495550"/>
                </a:lnTo>
                <a:close/>
                <a:moveTo>
                  <a:pt x="2428875" y="2486025"/>
                </a:moveTo>
                <a:lnTo>
                  <a:pt x="2447925" y="2486025"/>
                </a:lnTo>
                <a:lnTo>
                  <a:pt x="2447925" y="2495550"/>
                </a:lnTo>
                <a:lnTo>
                  <a:pt x="2428875" y="2495550"/>
                </a:lnTo>
                <a:close/>
                <a:moveTo>
                  <a:pt x="1638300" y="2495550"/>
                </a:moveTo>
                <a:lnTo>
                  <a:pt x="1695450" y="2495550"/>
                </a:lnTo>
                <a:lnTo>
                  <a:pt x="1695450" y="2505075"/>
                </a:lnTo>
                <a:lnTo>
                  <a:pt x="1638300" y="2505075"/>
                </a:lnTo>
                <a:close/>
                <a:moveTo>
                  <a:pt x="2257425" y="2495550"/>
                </a:moveTo>
                <a:lnTo>
                  <a:pt x="2266950" y="2495550"/>
                </a:lnTo>
                <a:lnTo>
                  <a:pt x="2266950" y="2505075"/>
                </a:lnTo>
                <a:lnTo>
                  <a:pt x="2257425" y="2505075"/>
                </a:lnTo>
                <a:close/>
                <a:moveTo>
                  <a:pt x="2276475" y="2495550"/>
                </a:moveTo>
                <a:lnTo>
                  <a:pt x="2286000" y="2495550"/>
                </a:lnTo>
                <a:lnTo>
                  <a:pt x="2286000" y="2505075"/>
                </a:lnTo>
                <a:lnTo>
                  <a:pt x="2276475" y="2505075"/>
                </a:lnTo>
                <a:close/>
                <a:moveTo>
                  <a:pt x="2419350" y="2495550"/>
                </a:moveTo>
                <a:lnTo>
                  <a:pt x="2428875" y="2495550"/>
                </a:lnTo>
                <a:lnTo>
                  <a:pt x="2428875" y="2505075"/>
                </a:lnTo>
                <a:lnTo>
                  <a:pt x="2419350" y="2505075"/>
                </a:lnTo>
                <a:close/>
                <a:moveTo>
                  <a:pt x="847725" y="2505075"/>
                </a:moveTo>
                <a:lnTo>
                  <a:pt x="857250" y="2505075"/>
                </a:lnTo>
                <a:lnTo>
                  <a:pt x="857250" y="2514600"/>
                </a:lnTo>
                <a:lnTo>
                  <a:pt x="847725" y="2514600"/>
                </a:lnTo>
                <a:close/>
                <a:moveTo>
                  <a:pt x="771525" y="2524125"/>
                </a:moveTo>
                <a:lnTo>
                  <a:pt x="781050" y="2524125"/>
                </a:lnTo>
                <a:lnTo>
                  <a:pt x="781050" y="2533650"/>
                </a:lnTo>
                <a:lnTo>
                  <a:pt x="771525" y="2533650"/>
                </a:lnTo>
                <a:close/>
                <a:moveTo>
                  <a:pt x="628650" y="2533650"/>
                </a:moveTo>
                <a:lnTo>
                  <a:pt x="657225" y="2533650"/>
                </a:lnTo>
                <a:lnTo>
                  <a:pt x="657225" y="2543175"/>
                </a:lnTo>
                <a:lnTo>
                  <a:pt x="647700" y="2543175"/>
                </a:lnTo>
                <a:lnTo>
                  <a:pt x="647700" y="2562225"/>
                </a:lnTo>
                <a:lnTo>
                  <a:pt x="638175" y="2562225"/>
                </a:lnTo>
                <a:lnTo>
                  <a:pt x="638175" y="2543175"/>
                </a:lnTo>
                <a:lnTo>
                  <a:pt x="628650" y="2543175"/>
                </a:lnTo>
                <a:close/>
                <a:moveTo>
                  <a:pt x="657225" y="2543175"/>
                </a:moveTo>
                <a:lnTo>
                  <a:pt x="666750" y="2543175"/>
                </a:lnTo>
                <a:lnTo>
                  <a:pt x="666750" y="2552700"/>
                </a:lnTo>
                <a:lnTo>
                  <a:pt x="657225" y="2552700"/>
                </a:lnTo>
                <a:close/>
                <a:moveTo>
                  <a:pt x="676275" y="2543175"/>
                </a:moveTo>
                <a:lnTo>
                  <a:pt x="685800" y="2543175"/>
                </a:lnTo>
                <a:lnTo>
                  <a:pt x="685800" y="2552700"/>
                </a:lnTo>
                <a:lnTo>
                  <a:pt x="676275" y="2552700"/>
                </a:lnTo>
                <a:close/>
              </a:path>
            </a:pathLst>
          </a:custGeom>
          <a:solidFill xmlns:a="http://schemas.openxmlformats.org/drawingml/2006/main">
            <a:srgbClr val="C7CDC0"/>
          </a:solidFill>
          <a:ln xmlns:a="http://schemas.openxmlformats.org/drawingml/2006/main" w="0">
            <a:noFill/>
          </a:ln>
        </p:spPr>
      </p:sp>
      <p:sp>
        <p:nvSpPr>
          <p:cNvPr id="91" name="papers vector #a1a796">
            <a:extLst xmlns:a="http://schemas.openxmlformats.org/drawingml/2006/main">
              <a:ext uri="{FF2B5EF4-FFF2-40B4-BE49-F238E27FC236}">
                <a16:creationId xmlns:a16="http://schemas.microsoft.com/office/drawing/2014/main" id="{54484184-AC2B-468A-B7C6-FBCFBA253E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43475" y="1724025"/>
            <a:ext cx="3781425" cy="3990975"/>
          </a:xfrm>
          <a:custGeom xmlns:a="http://schemas.openxmlformats.org/drawingml/2006/main">
            <a:pathLst>
              <a:path w="2457450" h="2590800">
                <a:moveTo>
                  <a:pt x="1952625" y="9525"/>
                </a:moveTo>
                <a:lnTo>
                  <a:pt x="1962150" y="9525"/>
                </a:lnTo>
                <a:lnTo>
                  <a:pt x="1962150" y="19050"/>
                </a:lnTo>
                <a:lnTo>
                  <a:pt x="1952625" y="19050"/>
                </a:lnTo>
                <a:close/>
                <a:moveTo>
                  <a:pt x="2000250" y="9525"/>
                </a:moveTo>
                <a:lnTo>
                  <a:pt x="2009775" y="9525"/>
                </a:lnTo>
                <a:lnTo>
                  <a:pt x="2009775" y="19050"/>
                </a:lnTo>
                <a:lnTo>
                  <a:pt x="2000250" y="19050"/>
                </a:lnTo>
                <a:close/>
                <a:moveTo>
                  <a:pt x="419100" y="19050"/>
                </a:moveTo>
                <a:lnTo>
                  <a:pt x="476250" y="19050"/>
                </a:lnTo>
                <a:lnTo>
                  <a:pt x="476250" y="28575"/>
                </a:lnTo>
                <a:lnTo>
                  <a:pt x="419100" y="28575"/>
                </a:lnTo>
                <a:close/>
                <a:moveTo>
                  <a:pt x="1933575" y="19050"/>
                </a:moveTo>
                <a:lnTo>
                  <a:pt x="1943100" y="19050"/>
                </a:lnTo>
                <a:lnTo>
                  <a:pt x="1943100" y="28575"/>
                </a:lnTo>
                <a:lnTo>
                  <a:pt x="1933575" y="28575"/>
                </a:lnTo>
                <a:close/>
                <a:moveTo>
                  <a:pt x="2038350" y="19050"/>
                </a:moveTo>
                <a:lnTo>
                  <a:pt x="2047875" y="19050"/>
                </a:lnTo>
                <a:lnTo>
                  <a:pt x="2047875" y="28575"/>
                </a:lnTo>
                <a:lnTo>
                  <a:pt x="2038350" y="28575"/>
                </a:lnTo>
                <a:close/>
                <a:moveTo>
                  <a:pt x="381000" y="28575"/>
                </a:moveTo>
                <a:lnTo>
                  <a:pt x="390525" y="28575"/>
                </a:lnTo>
                <a:lnTo>
                  <a:pt x="390525" y="38100"/>
                </a:lnTo>
                <a:lnTo>
                  <a:pt x="381000" y="38100"/>
                </a:lnTo>
                <a:close/>
                <a:moveTo>
                  <a:pt x="523875" y="28575"/>
                </a:moveTo>
                <a:lnTo>
                  <a:pt x="542925" y="28575"/>
                </a:lnTo>
                <a:lnTo>
                  <a:pt x="542925" y="38100"/>
                </a:lnTo>
                <a:lnTo>
                  <a:pt x="523875" y="38100"/>
                </a:lnTo>
                <a:close/>
                <a:moveTo>
                  <a:pt x="1581150" y="28575"/>
                </a:moveTo>
                <a:lnTo>
                  <a:pt x="1590675" y="28575"/>
                </a:lnTo>
                <a:lnTo>
                  <a:pt x="1590675" y="38100"/>
                </a:lnTo>
                <a:lnTo>
                  <a:pt x="1581150" y="38100"/>
                </a:lnTo>
                <a:close/>
                <a:moveTo>
                  <a:pt x="1924050" y="28575"/>
                </a:moveTo>
                <a:lnTo>
                  <a:pt x="1933575" y="28575"/>
                </a:lnTo>
                <a:lnTo>
                  <a:pt x="1933575" y="38100"/>
                </a:lnTo>
                <a:lnTo>
                  <a:pt x="1924050" y="38100"/>
                </a:lnTo>
                <a:close/>
                <a:moveTo>
                  <a:pt x="2076450" y="28575"/>
                </a:moveTo>
                <a:lnTo>
                  <a:pt x="2085975" y="28575"/>
                </a:lnTo>
                <a:lnTo>
                  <a:pt x="2085975" y="38100"/>
                </a:lnTo>
                <a:lnTo>
                  <a:pt x="2076450" y="38100"/>
                </a:lnTo>
                <a:close/>
                <a:moveTo>
                  <a:pt x="600075" y="38100"/>
                </a:moveTo>
                <a:lnTo>
                  <a:pt x="619125" y="38100"/>
                </a:lnTo>
                <a:lnTo>
                  <a:pt x="619125" y="47625"/>
                </a:lnTo>
                <a:lnTo>
                  <a:pt x="600075" y="47625"/>
                </a:lnTo>
                <a:close/>
                <a:moveTo>
                  <a:pt x="1504950" y="38100"/>
                </a:moveTo>
                <a:lnTo>
                  <a:pt x="1524000" y="38100"/>
                </a:lnTo>
                <a:lnTo>
                  <a:pt x="1524000" y="47625"/>
                </a:lnTo>
                <a:lnTo>
                  <a:pt x="1504950" y="47625"/>
                </a:lnTo>
                <a:close/>
                <a:moveTo>
                  <a:pt x="2114550" y="38100"/>
                </a:moveTo>
                <a:lnTo>
                  <a:pt x="2124075" y="38100"/>
                </a:lnTo>
                <a:lnTo>
                  <a:pt x="2124075" y="47625"/>
                </a:lnTo>
                <a:lnTo>
                  <a:pt x="2114550" y="47625"/>
                </a:lnTo>
                <a:close/>
                <a:moveTo>
                  <a:pt x="676275" y="47625"/>
                </a:moveTo>
                <a:lnTo>
                  <a:pt x="685800" y="47625"/>
                </a:lnTo>
                <a:lnTo>
                  <a:pt x="685800" y="57150"/>
                </a:lnTo>
                <a:lnTo>
                  <a:pt x="676275" y="57150"/>
                </a:lnTo>
                <a:close/>
                <a:moveTo>
                  <a:pt x="1428750" y="47625"/>
                </a:moveTo>
                <a:lnTo>
                  <a:pt x="1447800" y="47625"/>
                </a:lnTo>
                <a:lnTo>
                  <a:pt x="1447800" y="57150"/>
                </a:lnTo>
                <a:lnTo>
                  <a:pt x="1428750" y="57150"/>
                </a:lnTo>
                <a:close/>
                <a:moveTo>
                  <a:pt x="1914525" y="47625"/>
                </a:moveTo>
                <a:lnTo>
                  <a:pt x="1924050" y="47625"/>
                </a:lnTo>
                <a:lnTo>
                  <a:pt x="1924050" y="57150"/>
                </a:lnTo>
                <a:lnTo>
                  <a:pt x="1914525" y="57150"/>
                </a:lnTo>
                <a:close/>
                <a:moveTo>
                  <a:pt x="2152650" y="47625"/>
                </a:moveTo>
                <a:lnTo>
                  <a:pt x="2162175" y="47625"/>
                </a:lnTo>
                <a:lnTo>
                  <a:pt x="2162175" y="57150"/>
                </a:lnTo>
                <a:lnTo>
                  <a:pt x="2152650" y="57150"/>
                </a:lnTo>
                <a:close/>
                <a:moveTo>
                  <a:pt x="323850" y="57150"/>
                </a:moveTo>
                <a:lnTo>
                  <a:pt x="333375" y="57150"/>
                </a:lnTo>
                <a:lnTo>
                  <a:pt x="333375" y="66675"/>
                </a:lnTo>
                <a:lnTo>
                  <a:pt x="323850" y="66675"/>
                </a:lnTo>
                <a:close/>
                <a:moveTo>
                  <a:pt x="742950" y="57150"/>
                </a:moveTo>
                <a:lnTo>
                  <a:pt x="762000" y="57150"/>
                </a:lnTo>
                <a:lnTo>
                  <a:pt x="762000" y="66675"/>
                </a:lnTo>
                <a:lnTo>
                  <a:pt x="742950" y="66675"/>
                </a:lnTo>
                <a:close/>
                <a:moveTo>
                  <a:pt x="1352550" y="57150"/>
                </a:moveTo>
                <a:lnTo>
                  <a:pt x="1371600" y="57150"/>
                </a:lnTo>
                <a:lnTo>
                  <a:pt x="1371600" y="66675"/>
                </a:lnTo>
                <a:lnTo>
                  <a:pt x="1352550" y="66675"/>
                </a:lnTo>
                <a:close/>
                <a:moveTo>
                  <a:pt x="1762125" y="57150"/>
                </a:moveTo>
                <a:lnTo>
                  <a:pt x="1771650" y="57150"/>
                </a:lnTo>
                <a:lnTo>
                  <a:pt x="1771650" y="66675"/>
                </a:lnTo>
                <a:lnTo>
                  <a:pt x="1762125" y="66675"/>
                </a:lnTo>
                <a:close/>
                <a:moveTo>
                  <a:pt x="2181225" y="57150"/>
                </a:moveTo>
                <a:lnTo>
                  <a:pt x="2190750" y="57150"/>
                </a:lnTo>
                <a:lnTo>
                  <a:pt x="2190750" y="66675"/>
                </a:lnTo>
                <a:lnTo>
                  <a:pt x="2181225" y="66675"/>
                </a:lnTo>
                <a:close/>
                <a:moveTo>
                  <a:pt x="819150" y="66675"/>
                </a:moveTo>
                <a:lnTo>
                  <a:pt x="838200" y="66675"/>
                </a:lnTo>
                <a:lnTo>
                  <a:pt x="838200" y="76200"/>
                </a:lnTo>
                <a:lnTo>
                  <a:pt x="819150" y="76200"/>
                </a:lnTo>
                <a:close/>
                <a:moveTo>
                  <a:pt x="1285875" y="66675"/>
                </a:moveTo>
                <a:lnTo>
                  <a:pt x="1295400" y="66675"/>
                </a:lnTo>
                <a:lnTo>
                  <a:pt x="1295400" y="76200"/>
                </a:lnTo>
                <a:lnTo>
                  <a:pt x="1285875" y="76200"/>
                </a:lnTo>
                <a:close/>
                <a:moveTo>
                  <a:pt x="2219325" y="66675"/>
                </a:moveTo>
                <a:lnTo>
                  <a:pt x="2228850" y="66675"/>
                </a:lnTo>
                <a:lnTo>
                  <a:pt x="2228850" y="76200"/>
                </a:lnTo>
                <a:lnTo>
                  <a:pt x="2219325" y="76200"/>
                </a:lnTo>
                <a:close/>
                <a:moveTo>
                  <a:pt x="885825" y="76200"/>
                </a:moveTo>
                <a:lnTo>
                  <a:pt x="914400" y="76200"/>
                </a:lnTo>
                <a:lnTo>
                  <a:pt x="914400" y="85725"/>
                </a:lnTo>
                <a:lnTo>
                  <a:pt x="885825" y="85725"/>
                </a:lnTo>
                <a:close/>
                <a:moveTo>
                  <a:pt x="1209675" y="76200"/>
                </a:moveTo>
                <a:lnTo>
                  <a:pt x="1228725" y="76200"/>
                </a:lnTo>
                <a:lnTo>
                  <a:pt x="1228725" y="85725"/>
                </a:lnTo>
                <a:lnTo>
                  <a:pt x="1209675" y="85725"/>
                </a:lnTo>
                <a:close/>
                <a:moveTo>
                  <a:pt x="1905000" y="76200"/>
                </a:moveTo>
                <a:lnTo>
                  <a:pt x="1914525" y="76200"/>
                </a:lnTo>
                <a:lnTo>
                  <a:pt x="1914525" y="85725"/>
                </a:lnTo>
                <a:lnTo>
                  <a:pt x="1905000" y="85725"/>
                </a:lnTo>
                <a:close/>
                <a:moveTo>
                  <a:pt x="2257425" y="76200"/>
                </a:moveTo>
                <a:lnTo>
                  <a:pt x="2266950" y="76200"/>
                </a:lnTo>
                <a:lnTo>
                  <a:pt x="2266950" y="85725"/>
                </a:lnTo>
                <a:lnTo>
                  <a:pt x="2257425" y="85725"/>
                </a:lnTo>
                <a:close/>
                <a:moveTo>
                  <a:pt x="962025" y="85725"/>
                </a:moveTo>
                <a:lnTo>
                  <a:pt x="981075" y="85725"/>
                </a:lnTo>
                <a:lnTo>
                  <a:pt x="981075" y="95250"/>
                </a:lnTo>
                <a:lnTo>
                  <a:pt x="962025" y="95250"/>
                </a:lnTo>
                <a:close/>
                <a:moveTo>
                  <a:pt x="1143000" y="85725"/>
                </a:moveTo>
                <a:lnTo>
                  <a:pt x="1152525" y="85725"/>
                </a:lnTo>
                <a:lnTo>
                  <a:pt x="1152525" y="95250"/>
                </a:lnTo>
                <a:lnTo>
                  <a:pt x="1143000" y="95250"/>
                </a:lnTo>
                <a:close/>
                <a:moveTo>
                  <a:pt x="2295525" y="85725"/>
                </a:moveTo>
                <a:lnTo>
                  <a:pt x="2305050" y="85725"/>
                </a:lnTo>
                <a:lnTo>
                  <a:pt x="2305050" y="95250"/>
                </a:lnTo>
                <a:lnTo>
                  <a:pt x="2295525" y="95250"/>
                </a:lnTo>
                <a:close/>
                <a:moveTo>
                  <a:pt x="1047750" y="95250"/>
                </a:moveTo>
                <a:lnTo>
                  <a:pt x="1066800" y="95250"/>
                </a:lnTo>
                <a:lnTo>
                  <a:pt x="1066800" y="114300"/>
                </a:lnTo>
                <a:lnTo>
                  <a:pt x="1047750" y="114300"/>
                </a:lnTo>
                <a:close/>
                <a:moveTo>
                  <a:pt x="276225" y="104775"/>
                </a:moveTo>
                <a:lnTo>
                  <a:pt x="285750" y="104775"/>
                </a:lnTo>
                <a:lnTo>
                  <a:pt x="285750" y="114300"/>
                </a:lnTo>
                <a:lnTo>
                  <a:pt x="276225" y="114300"/>
                </a:lnTo>
                <a:close/>
                <a:moveTo>
                  <a:pt x="342900" y="114300"/>
                </a:moveTo>
                <a:lnTo>
                  <a:pt x="352425" y="114300"/>
                </a:lnTo>
                <a:lnTo>
                  <a:pt x="352425" y="123825"/>
                </a:lnTo>
                <a:lnTo>
                  <a:pt x="342900" y="123825"/>
                </a:lnTo>
                <a:close/>
                <a:moveTo>
                  <a:pt x="1752600" y="114300"/>
                </a:moveTo>
                <a:lnTo>
                  <a:pt x="1771650" y="114300"/>
                </a:lnTo>
                <a:lnTo>
                  <a:pt x="1771650" y="123825"/>
                </a:lnTo>
                <a:lnTo>
                  <a:pt x="1752600" y="123825"/>
                </a:lnTo>
                <a:close/>
                <a:moveTo>
                  <a:pt x="1895475" y="114300"/>
                </a:moveTo>
                <a:lnTo>
                  <a:pt x="1905000" y="114300"/>
                </a:lnTo>
                <a:lnTo>
                  <a:pt x="1905000" y="123825"/>
                </a:lnTo>
                <a:lnTo>
                  <a:pt x="1895475" y="123825"/>
                </a:lnTo>
                <a:close/>
                <a:moveTo>
                  <a:pt x="2114550" y="114300"/>
                </a:moveTo>
                <a:lnTo>
                  <a:pt x="2124075" y="114300"/>
                </a:lnTo>
                <a:lnTo>
                  <a:pt x="2124075" y="123825"/>
                </a:lnTo>
                <a:lnTo>
                  <a:pt x="2114550" y="123825"/>
                </a:lnTo>
                <a:close/>
                <a:moveTo>
                  <a:pt x="333375" y="123825"/>
                </a:moveTo>
                <a:lnTo>
                  <a:pt x="342900" y="123825"/>
                </a:lnTo>
                <a:lnTo>
                  <a:pt x="342900" y="133350"/>
                </a:lnTo>
                <a:lnTo>
                  <a:pt x="333375" y="133350"/>
                </a:lnTo>
                <a:close/>
                <a:moveTo>
                  <a:pt x="1800225" y="123825"/>
                </a:moveTo>
                <a:lnTo>
                  <a:pt x="1809750" y="123825"/>
                </a:lnTo>
                <a:lnTo>
                  <a:pt x="1809750" y="133350"/>
                </a:lnTo>
                <a:lnTo>
                  <a:pt x="1800225" y="133350"/>
                </a:lnTo>
                <a:close/>
                <a:moveTo>
                  <a:pt x="1838325" y="123825"/>
                </a:moveTo>
                <a:lnTo>
                  <a:pt x="1847850" y="123825"/>
                </a:lnTo>
                <a:lnTo>
                  <a:pt x="1847850" y="133350"/>
                </a:lnTo>
                <a:lnTo>
                  <a:pt x="1838325" y="133350"/>
                </a:lnTo>
                <a:close/>
                <a:moveTo>
                  <a:pt x="2105025" y="123825"/>
                </a:moveTo>
                <a:lnTo>
                  <a:pt x="2114550" y="123825"/>
                </a:lnTo>
                <a:lnTo>
                  <a:pt x="2114550" y="133350"/>
                </a:lnTo>
                <a:lnTo>
                  <a:pt x="2105025" y="133350"/>
                </a:lnTo>
                <a:close/>
                <a:moveTo>
                  <a:pt x="2333625" y="123825"/>
                </a:moveTo>
                <a:lnTo>
                  <a:pt x="2343150" y="123825"/>
                </a:lnTo>
                <a:lnTo>
                  <a:pt x="2343150" y="133350"/>
                </a:lnTo>
                <a:lnTo>
                  <a:pt x="2333625" y="133350"/>
                </a:lnTo>
                <a:close/>
                <a:moveTo>
                  <a:pt x="1828800" y="133350"/>
                </a:moveTo>
                <a:lnTo>
                  <a:pt x="1838325" y="133350"/>
                </a:lnTo>
                <a:lnTo>
                  <a:pt x="1838325" y="142875"/>
                </a:lnTo>
                <a:lnTo>
                  <a:pt x="1828800" y="142875"/>
                </a:lnTo>
                <a:close/>
                <a:moveTo>
                  <a:pt x="1847850" y="133350"/>
                </a:moveTo>
                <a:lnTo>
                  <a:pt x="1857375" y="133350"/>
                </a:lnTo>
                <a:lnTo>
                  <a:pt x="1857375" y="142875"/>
                </a:lnTo>
                <a:lnTo>
                  <a:pt x="1847850" y="142875"/>
                </a:lnTo>
                <a:close/>
                <a:moveTo>
                  <a:pt x="2095500" y="133350"/>
                </a:moveTo>
                <a:lnTo>
                  <a:pt x="2105025" y="133350"/>
                </a:lnTo>
                <a:lnTo>
                  <a:pt x="2105025" y="142875"/>
                </a:lnTo>
                <a:lnTo>
                  <a:pt x="2095500" y="142875"/>
                </a:lnTo>
                <a:close/>
                <a:moveTo>
                  <a:pt x="295275" y="142875"/>
                </a:moveTo>
                <a:lnTo>
                  <a:pt x="314325" y="142875"/>
                </a:lnTo>
                <a:lnTo>
                  <a:pt x="314325" y="152400"/>
                </a:lnTo>
                <a:lnTo>
                  <a:pt x="295275" y="152400"/>
                </a:lnTo>
                <a:close/>
                <a:moveTo>
                  <a:pt x="1857375" y="142875"/>
                </a:moveTo>
                <a:lnTo>
                  <a:pt x="1866900" y="142875"/>
                </a:lnTo>
                <a:lnTo>
                  <a:pt x="1866900" y="161925"/>
                </a:lnTo>
                <a:lnTo>
                  <a:pt x="1857375" y="161925"/>
                </a:lnTo>
                <a:close/>
                <a:moveTo>
                  <a:pt x="1885950" y="142875"/>
                </a:moveTo>
                <a:lnTo>
                  <a:pt x="1895475" y="142875"/>
                </a:lnTo>
                <a:lnTo>
                  <a:pt x="1895475" y="152400"/>
                </a:lnTo>
                <a:lnTo>
                  <a:pt x="1885950" y="152400"/>
                </a:lnTo>
                <a:close/>
                <a:moveTo>
                  <a:pt x="2133600" y="142875"/>
                </a:moveTo>
                <a:lnTo>
                  <a:pt x="2143125" y="142875"/>
                </a:lnTo>
                <a:lnTo>
                  <a:pt x="2143125" y="152400"/>
                </a:lnTo>
                <a:lnTo>
                  <a:pt x="2133600" y="152400"/>
                </a:lnTo>
                <a:close/>
                <a:moveTo>
                  <a:pt x="285750" y="152400"/>
                </a:moveTo>
                <a:lnTo>
                  <a:pt x="295275" y="152400"/>
                </a:lnTo>
                <a:lnTo>
                  <a:pt x="295275" y="161925"/>
                </a:lnTo>
                <a:lnTo>
                  <a:pt x="285750" y="161925"/>
                </a:lnTo>
                <a:close/>
                <a:moveTo>
                  <a:pt x="1876425" y="152400"/>
                </a:moveTo>
                <a:lnTo>
                  <a:pt x="1885950" y="152400"/>
                </a:lnTo>
                <a:lnTo>
                  <a:pt x="1885950" y="161925"/>
                </a:lnTo>
                <a:lnTo>
                  <a:pt x="1876425" y="161925"/>
                </a:lnTo>
                <a:close/>
                <a:moveTo>
                  <a:pt x="247650" y="161925"/>
                </a:moveTo>
                <a:lnTo>
                  <a:pt x="257175" y="161925"/>
                </a:lnTo>
                <a:lnTo>
                  <a:pt x="257175" y="171450"/>
                </a:lnTo>
                <a:lnTo>
                  <a:pt x="247650" y="171450"/>
                </a:lnTo>
                <a:close/>
                <a:moveTo>
                  <a:pt x="276225" y="161925"/>
                </a:moveTo>
                <a:lnTo>
                  <a:pt x="285750" y="161925"/>
                </a:lnTo>
                <a:lnTo>
                  <a:pt x="285750" y="171450"/>
                </a:lnTo>
                <a:lnTo>
                  <a:pt x="276225" y="171450"/>
                </a:lnTo>
                <a:close/>
                <a:moveTo>
                  <a:pt x="238125" y="171450"/>
                </a:moveTo>
                <a:lnTo>
                  <a:pt x="247650" y="171450"/>
                </a:lnTo>
                <a:lnTo>
                  <a:pt x="247650" y="180975"/>
                </a:lnTo>
                <a:lnTo>
                  <a:pt x="238125" y="180975"/>
                </a:lnTo>
                <a:close/>
                <a:moveTo>
                  <a:pt x="266700" y="171450"/>
                </a:moveTo>
                <a:lnTo>
                  <a:pt x="276225" y="171450"/>
                </a:lnTo>
                <a:lnTo>
                  <a:pt x="276225" y="180975"/>
                </a:lnTo>
                <a:lnTo>
                  <a:pt x="266700" y="180975"/>
                </a:lnTo>
                <a:close/>
                <a:moveTo>
                  <a:pt x="2124075" y="171450"/>
                </a:moveTo>
                <a:lnTo>
                  <a:pt x="2133600" y="171450"/>
                </a:lnTo>
                <a:lnTo>
                  <a:pt x="2133600" y="180975"/>
                </a:lnTo>
                <a:lnTo>
                  <a:pt x="2124075" y="180975"/>
                </a:lnTo>
                <a:close/>
                <a:moveTo>
                  <a:pt x="228600" y="180975"/>
                </a:moveTo>
                <a:lnTo>
                  <a:pt x="238125" y="180975"/>
                </a:lnTo>
                <a:lnTo>
                  <a:pt x="238125" y="190500"/>
                </a:lnTo>
                <a:lnTo>
                  <a:pt x="228600" y="190500"/>
                </a:lnTo>
                <a:close/>
                <a:moveTo>
                  <a:pt x="257175" y="180975"/>
                </a:moveTo>
                <a:lnTo>
                  <a:pt x="266700" y="180975"/>
                </a:lnTo>
                <a:lnTo>
                  <a:pt x="266700" y="190500"/>
                </a:lnTo>
                <a:lnTo>
                  <a:pt x="257175" y="190500"/>
                </a:lnTo>
                <a:close/>
                <a:moveTo>
                  <a:pt x="1876425" y="180975"/>
                </a:moveTo>
                <a:lnTo>
                  <a:pt x="1885950" y="180975"/>
                </a:lnTo>
                <a:lnTo>
                  <a:pt x="1885950" y="190500"/>
                </a:lnTo>
                <a:lnTo>
                  <a:pt x="1876425" y="190500"/>
                </a:lnTo>
                <a:close/>
                <a:moveTo>
                  <a:pt x="2085975" y="180975"/>
                </a:moveTo>
                <a:lnTo>
                  <a:pt x="2095500" y="180975"/>
                </a:lnTo>
                <a:lnTo>
                  <a:pt x="2095500" y="190500"/>
                </a:lnTo>
                <a:lnTo>
                  <a:pt x="2085975" y="190500"/>
                </a:lnTo>
                <a:close/>
                <a:moveTo>
                  <a:pt x="2333625" y="180975"/>
                </a:moveTo>
                <a:lnTo>
                  <a:pt x="2343150" y="180975"/>
                </a:lnTo>
                <a:lnTo>
                  <a:pt x="2343150" y="190500"/>
                </a:lnTo>
                <a:lnTo>
                  <a:pt x="2333625" y="190500"/>
                </a:lnTo>
                <a:close/>
                <a:moveTo>
                  <a:pt x="209550" y="190500"/>
                </a:moveTo>
                <a:lnTo>
                  <a:pt x="219075" y="190500"/>
                </a:lnTo>
                <a:lnTo>
                  <a:pt x="219075" y="200025"/>
                </a:lnTo>
                <a:lnTo>
                  <a:pt x="209550" y="200025"/>
                </a:lnTo>
                <a:close/>
                <a:moveTo>
                  <a:pt x="247650" y="190500"/>
                </a:moveTo>
                <a:lnTo>
                  <a:pt x="257175" y="190500"/>
                </a:lnTo>
                <a:lnTo>
                  <a:pt x="257175" y="200025"/>
                </a:lnTo>
                <a:lnTo>
                  <a:pt x="247650" y="200025"/>
                </a:lnTo>
                <a:close/>
                <a:moveTo>
                  <a:pt x="180975" y="200025"/>
                </a:moveTo>
                <a:lnTo>
                  <a:pt x="190500" y="200025"/>
                </a:lnTo>
                <a:lnTo>
                  <a:pt x="190500" y="209550"/>
                </a:lnTo>
                <a:lnTo>
                  <a:pt x="180975" y="209550"/>
                </a:lnTo>
                <a:close/>
                <a:moveTo>
                  <a:pt x="238125" y="200025"/>
                </a:moveTo>
                <a:lnTo>
                  <a:pt x="247650" y="200025"/>
                </a:lnTo>
                <a:lnTo>
                  <a:pt x="247650" y="209550"/>
                </a:lnTo>
                <a:lnTo>
                  <a:pt x="238125" y="209550"/>
                </a:lnTo>
                <a:close/>
                <a:moveTo>
                  <a:pt x="161925" y="209550"/>
                </a:moveTo>
                <a:lnTo>
                  <a:pt x="171450" y="209550"/>
                </a:lnTo>
                <a:lnTo>
                  <a:pt x="171450" y="219075"/>
                </a:lnTo>
                <a:lnTo>
                  <a:pt x="161925" y="219075"/>
                </a:lnTo>
                <a:close/>
                <a:moveTo>
                  <a:pt x="228600" y="209550"/>
                </a:moveTo>
                <a:lnTo>
                  <a:pt x="238125" y="209550"/>
                </a:lnTo>
                <a:lnTo>
                  <a:pt x="238125" y="219075"/>
                </a:lnTo>
                <a:lnTo>
                  <a:pt x="228600" y="219075"/>
                </a:lnTo>
                <a:close/>
                <a:moveTo>
                  <a:pt x="1619250" y="209550"/>
                </a:moveTo>
                <a:lnTo>
                  <a:pt x="1638300" y="209550"/>
                </a:lnTo>
                <a:lnTo>
                  <a:pt x="1638300" y="219075"/>
                </a:lnTo>
                <a:lnTo>
                  <a:pt x="1619250" y="219075"/>
                </a:lnTo>
                <a:close/>
                <a:moveTo>
                  <a:pt x="2324100" y="209550"/>
                </a:moveTo>
                <a:lnTo>
                  <a:pt x="2333625" y="209550"/>
                </a:lnTo>
                <a:lnTo>
                  <a:pt x="2333625" y="219075"/>
                </a:lnTo>
                <a:lnTo>
                  <a:pt x="2324100" y="219075"/>
                </a:lnTo>
                <a:close/>
                <a:moveTo>
                  <a:pt x="219075" y="219075"/>
                </a:moveTo>
                <a:lnTo>
                  <a:pt x="228600" y="219075"/>
                </a:lnTo>
                <a:lnTo>
                  <a:pt x="228600" y="228600"/>
                </a:lnTo>
                <a:lnTo>
                  <a:pt x="219075" y="228600"/>
                </a:lnTo>
                <a:close/>
                <a:moveTo>
                  <a:pt x="1666875" y="219075"/>
                </a:moveTo>
                <a:lnTo>
                  <a:pt x="1676400" y="219075"/>
                </a:lnTo>
                <a:lnTo>
                  <a:pt x="1676400" y="228600"/>
                </a:lnTo>
                <a:lnTo>
                  <a:pt x="1666875" y="228600"/>
                </a:lnTo>
                <a:close/>
                <a:moveTo>
                  <a:pt x="2076450" y="219075"/>
                </a:moveTo>
                <a:lnTo>
                  <a:pt x="2085975" y="219075"/>
                </a:lnTo>
                <a:lnTo>
                  <a:pt x="2085975" y="228600"/>
                </a:lnTo>
                <a:lnTo>
                  <a:pt x="2076450" y="228600"/>
                </a:lnTo>
                <a:close/>
                <a:moveTo>
                  <a:pt x="209550" y="228600"/>
                </a:moveTo>
                <a:lnTo>
                  <a:pt x="219075" y="228600"/>
                </a:lnTo>
                <a:lnTo>
                  <a:pt x="219075" y="238125"/>
                </a:lnTo>
                <a:lnTo>
                  <a:pt x="209550" y="238125"/>
                </a:lnTo>
                <a:close/>
                <a:moveTo>
                  <a:pt x="1695450" y="228600"/>
                </a:moveTo>
                <a:lnTo>
                  <a:pt x="1704975" y="228600"/>
                </a:lnTo>
                <a:lnTo>
                  <a:pt x="1704975" y="238125"/>
                </a:lnTo>
                <a:lnTo>
                  <a:pt x="1695450" y="238125"/>
                </a:lnTo>
                <a:close/>
                <a:moveTo>
                  <a:pt x="200025" y="238125"/>
                </a:moveTo>
                <a:lnTo>
                  <a:pt x="209550" y="238125"/>
                </a:lnTo>
                <a:lnTo>
                  <a:pt x="209550" y="247650"/>
                </a:lnTo>
                <a:lnTo>
                  <a:pt x="200025" y="247650"/>
                </a:lnTo>
                <a:close/>
                <a:moveTo>
                  <a:pt x="304800" y="238125"/>
                </a:moveTo>
                <a:lnTo>
                  <a:pt x="314325" y="238125"/>
                </a:lnTo>
                <a:lnTo>
                  <a:pt x="314325" y="247650"/>
                </a:lnTo>
                <a:lnTo>
                  <a:pt x="304800" y="247650"/>
                </a:lnTo>
                <a:close/>
                <a:moveTo>
                  <a:pt x="323850" y="238125"/>
                </a:moveTo>
                <a:lnTo>
                  <a:pt x="333375" y="238125"/>
                </a:lnTo>
                <a:lnTo>
                  <a:pt x="333375" y="247650"/>
                </a:lnTo>
                <a:lnTo>
                  <a:pt x="323850" y="247650"/>
                </a:lnTo>
                <a:close/>
                <a:moveTo>
                  <a:pt x="1733550" y="238125"/>
                </a:moveTo>
                <a:lnTo>
                  <a:pt x="1743075" y="238125"/>
                </a:lnTo>
                <a:lnTo>
                  <a:pt x="1743075" y="247650"/>
                </a:lnTo>
                <a:lnTo>
                  <a:pt x="1733550" y="247650"/>
                </a:lnTo>
                <a:close/>
                <a:moveTo>
                  <a:pt x="190500" y="247650"/>
                </a:moveTo>
                <a:lnTo>
                  <a:pt x="200025" y="247650"/>
                </a:lnTo>
                <a:lnTo>
                  <a:pt x="200025" y="266700"/>
                </a:lnTo>
                <a:lnTo>
                  <a:pt x="190500" y="266700"/>
                </a:lnTo>
                <a:close/>
                <a:moveTo>
                  <a:pt x="295275" y="247650"/>
                </a:moveTo>
                <a:lnTo>
                  <a:pt x="304800" y="247650"/>
                </a:lnTo>
                <a:lnTo>
                  <a:pt x="304800" y="257175"/>
                </a:lnTo>
                <a:lnTo>
                  <a:pt x="295275" y="257175"/>
                </a:lnTo>
                <a:close/>
                <a:moveTo>
                  <a:pt x="314325" y="247650"/>
                </a:moveTo>
                <a:lnTo>
                  <a:pt x="323850" y="247650"/>
                </a:lnTo>
                <a:lnTo>
                  <a:pt x="323850" y="257175"/>
                </a:lnTo>
                <a:lnTo>
                  <a:pt x="314325" y="257175"/>
                </a:lnTo>
                <a:close/>
                <a:moveTo>
                  <a:pt x="1771650" y="247650"/>
                </a:moveTo>
                <a:lnTo>
                  <a:pt x="1781175" y="247650"/>
                </a:lnTo>
                <a:lnTo>
                  <a:pt x="1781175" y="257175"/>
                </a:lnTo>
                <a:lnTo>
                  <a:pt x="1771650" y="257175"/>
                </a:lnTo>
                <a:close/>
                <a:moveTo>
                  <a:pt x="1866900" y="247650"/>
                </a:moveTo>
                <a:lnTo>
                  <a:pt x="1876425" y="247650"/>
                </a:lnTo>
                <a:lnTo>
                  <a:pt x="1876425" y="257175"/>
                </a:lnTo>
                <a:lnTo>
                  <a:pt x="1866900" y="257175"/>
                </a:lnTo>
                <a:close/>
                <a:moveTo>
                  <a:pt x="2314575" y="247650"/>
                </a:moveTo>
                <a:lnTo>
                  <a:pt x="2324100" y="247650"/>
                </a:lnTo>
                <a:lnTo>
                  <a:pt x="2324100" y="257175"/>
                </a:lnTo>
                <a:lnTo>
                  <a:pt x="2314575" y="257175"/>
                </a:lnTo>
                <a:close/>
                <a:moveTo>
                  <a:pt x="285750" y="257175"/>
                </a:moveTo>
                <a:lnTo>
                  <a:pt x="295275" y="257175"/>
                </a:lnTo>
                <a:lnTo>
                  <a:pt x="295275" y="266700"/>
                </a:lnTo>
                <a:lnTo>
                  <a:pt x="285750" y="266700"/>
                </a:lnTo>
                <a:close/>
                <a:moveTo>
                  <a:pt x="1809750" y="257175"/>
                </a:moveTo>
                <a:lnTo>
                  <a:pt x="1819275" y="257175"/>
                </a:lnTo>
                <a:lnTo>
                  <a:pt x="1819275" y="266700"/>
                </a:lnTo>
                <a:lnTo>
                  <a:pt x="1809750" y="266700"/>
                </a:lnTo>
                <a:close/>
                <a:moveTo>
                  <a:pt x="1876425" y="257175"/>
                </a:moveTo>
                <a:lnTo>
                  <a:pt x="1885950" y="257175"/>
                </a:lnTo>
                <a:lnTo>
                  <a:pt x="1885950" y="266700"/>
                </a:lnTo>
                <a:lnTo>
                  <a:pt x="1876425" y="266700"/>
                </a:lnTo>
                <a:close/>
                <a:moveTo>
                  <a:pt x="295275" y="266700"/>
                </a:moveTo>
                <a:lnTo>
                  <a:pt x="304800" y="266700"/>
                </a:lnTo>
                <a:lnTo>
                  <a:pt x="304800" y="276225"/>
                </a:lnTo>
                <a:lnTo>
                  <a:pt x="295275" y="276225"/>
                </a:lnTo>
                <a:close/>
                <a:moveTo>
                  <a:pt x="1838325" y="266700"/>
                </a:moveTo>
                <a:lnTo>
                  <a:pt x="1857375" y="266700"/>
                </a:lnTo>
                <a:lnTo>
                  <a:pt x="1857375" y="276225"/>
                </a:lnTo>
                <a:lnTo>
                  <a:pt x="1838325" y="276225"/>
                </a:lnTo>
                <a:close/>
                <a:moveTo>
                  <a:pt x="1914525" y="266700"/>
                </a:moveTo>
                <a:lnTo>
                  <a:pt x="1924050" y="266700"/>
                </a:lnTo>
                <a:lnTo>
                  <a:pt x="1924050" y="276225"/>
                </a:lnTo>
                <a:lnTo>
                  <a:pt x="1914525" y="276225"/>
                </a:lnTo>
                <a:close/>
                <a:moveTo>
                  <a:pt x="2066925" y="266700"/>
                </a:moveTo>
                <a:lnTo>
                  <a:pt x="2085975" y="266700"/>
                </a:lnTo>
                <a:lnTo>
                  <a:pt x="2085975" y="276225"/>
                </a:lnTo>
                <a:lnTo>
                  <a:pt x="2066925" y="276225"/>
                </a:lnTo>
                <a:close/>
                <a:moveTo>
                  <a:pt x="285750" y="276225"/>
                </a:moveTo>
                <a:lnTo>
                  <a:pt x="295275" y="276225"/>
                </a:lnTo>
                <a:lnTo>
                  <a:pt x="295275" y="285750"/>
                </a:lnTo>
                <a:lnTo>
                  <a:pt x="285750" y="285750"/>
                </a:lnTo>
                <a:close/>
                <a:moveTo>
                  <a:pt x="1162050" y="276225"/>
                </a:moveTo>
                <a:lnTo>
                  <a:pt x="1181100" y="276225"/>
                </a:lnTo>
                <a:lnTo>
                  <a:pt x="1181100" y="295275"/>
                </a:lnTo>
                <a:lnTo>
                  <a:pt x="1190625" y="295275"/>
                </a:lnTo>
                <a:lnTo>
                  <a:pt x="1190625" y="304800"/>
                </a:lnTo>
                <a:lnTo>
                  <a:pt x="1200150" y="304800"/>
                </a:lnTo>
                <a:lnTo>
                  <a:pt x="1200150" y="314325"/>
                </a:lnTo>
                <a:lnTo>
                  <a:pt x="1181100" y="314325"/>
                </a:lnTo>
                <a:lnTo>
                  <a:pt x="1181100" y="333375"/>
                </a:lnTo>
                <a:lnTo>
                  <a:pt x="1190625" y="333375"/>
                </a:lnTo>
                <a:lnTo>
                  <a:pt x="1190625" y="342900"/>
                </a:lnTo>
                <a:lnTo>
                  <a:pt x="1152525" y="342900"/>
                </a:lnTo>
                <a:lnTo>
                  <a:pt x="1152525" y="323850"/>
                </a:lnTo>
                <a:lnTo>
                  <a:pt x="1162050" y="323850"/>
                </a:lnTo>
                <a:lnTo>
                  <a:pt x="1162050" y="314325"/>
                </a:lnTo>
                <a:lnTo>
                  <a:pt x="1171575" y="314325"/>
                </a:lnTo>
                <a:lnTo>
                  <a:pt x="1171575" y="304800"/>
                </a:lnTo>
                <a:lnTo>
                  <a:pt x="1152525" y="304800"/>
                </a:lnTo>
                <a:lnTo>
                  <a:pt x="1152525" y="285750"/>
                </a:lnTo>
                <a:lnTo>
                  <a:pt x="1162050" y="285750"/>
                </a:lnTo>
                <a:close/>
                <a:moveTo>
                  <a:pt x="1876425" y="276225"/>
                </a:moveTo>
                <a:lnTo>
                  <a:pt x="1885950" y="276225"/>
                </a:lnTo>
                <a:lnTo>
                  <a:pt x="1885950" y="285750"/>
                </a:lnTo>
                <a:lnTo>
                  <a:pt x="1876425" y="285750"/>
                </a:lnTo>
                <a:close/>
                <a:moveTo>
                  <a:pt x="2057400" y="276225"/>
                </a:moveTo>
                <a:lnTo>
                  <a:pt x="2066925" y="276225"/>
                </a:lnTo>
                <a:lnTo>
                  <a:pt x="2066925" y="304800"/>
                </a:lnTo>
                <a:lnTo>
                  <a:pt x="2057400" y="304800"/>
                </a:lnTo>
                <a:close/>
                <a:moveTo>
                  <a:pt x="171450" y="285750"/>
                </a:moveTo>
                <a:lnTo>
                  <a:pt x="180975" y="285750"/>
                </a:lnTo>
                <a:lnTo>
                  <a:pt x="180975" y="295275"/>
                </a:lnTo>
                <a:lnTo>
                  <a:pt x="171450" y="295275"/>
                </a:lnTo>
                <a:close/>
                <a:moveTo>
                  <a:pt x="1524000" y="285750"/>
                </a:moveTo>
                <a:lnTo>
                  <a:pt x="1533525" y="285750"/>
                </a:lnTo>
                <a:lnTo>
                  <a:pt x="1533525" y="295275"/>
                </a:lnTo>
                <a:lnTo>
                  <a:pt x="1524000" y="295275"/>
                </a:lnTo>
                <a:close/>
                <a:moveTo>
                  <a:pt x="1914525" y="285750"/>
                </a:moveTo>
                <a:lnTo>
                  <a:pt x="1924050" y="285750"/>
                </a:lnTo>
                <a:lnTo>
                  <a:pt x="1924050" y="295275"/>
                </a:lnTo>
                <a:lnTo>
                  <a:pt x="1914525" y="295275"/>
                </a:lnTo>
                <a:close/>
                <a:moveTo>
                  <a:pt x="1952625" y="285750"/>
                </a:moveTo>
                <a:lnTo>
                  <a:pt x="1962150" y="285750"/>
                </a:lnTo>
                <a:lnTo>
                  <a:pt x="1962150" y="295275"/>
                </a:lnTo>
                <a:lnTo>
                  <a:pt x="1952625" y="295275"/>
                </a:lnTo>
                <a:close/>
                <a:moveTo>
                  <a:pt x="2095500" y="285750"/>
                </a:moveTo>
                <a:lnTo>
                  <a:pt x="2105025" y="285750"/>
                </a:lnTo>
                <a:lnTo>
                  <a:pt x="2105025" y="304800"/>
                </a:lnTo>
                <a:lnTo>
                  <a:pt x="2095500" y="304800"/>
                </a:lnTo>
                <a:close/>
                <a:moveTo>
                  <a:pt x="2305050" y="285750"/>
                </a:moveTo>
                <a:lnTo>
                  <a:pt x="2314575" y="285750"/>
                </a:lnTo>
                <a:lnTo>
                  <a:pt x="2314575" y="295275"/>
                </a:lnTo>
                <a:lnTo>
                  <a:pt x="2305050" y="295275"/>
                </a:lnTo>
                <a:close/>
                <a:moveTo>
                  <a:pt x="161925" y="295275"/>
                </a:moveTo>
                <a:lnTo>
                  <a:pt x="171450" y="295275"/>
                </a:lnTo>
                <a:lnTo>
                  <a:pt x="171450" y="733425"/>
                </a:lnTo>
                <a:lnTo>
                  <a:pt x="190500" y="733425"/>
                </a:lnTo>
                <a:lnTo>
                  <a:pt x="190500" y="723900"/>
                </a:lnTo>
                <a:lnTo>
                  <a:pt x="209550" y="723900"/>
                </a:lnTo>
                <a:lnTo>
                  <a:pt x="209550" y="733425"/>
                </a:lnTo>
                <a:lnTo>
                  <a:pt x="190500" y="733425"/>
                </a:lnTo>
                <a:lnTo>
                  <a:pt x="190500" y="752475"/>
                </a:lnTo>
                <a:lnTo>
                  <a:pt x="219075" y="752475"/>
                </a:lnTo>
                <a:lnTo>
                  <a:pt x="219075" y="771525"/>
                </a:lnTo>
                <a:lnTo>
                  <a:pt x="209550" y="771525"/>
                </a:lnTo>
                <a:lnTo>
                  <a:pt x="209550" y="762000"/>
                </a:lnTo>
                <a:lnTo>
                  <a:pt x="180975" y="762000"/>
                </a:lnTo>
                <a:lnTo>
                  <a:pt x="180975" y="771525"/>
                </a:lnTo>
                <a:lnTo>
                  <a:pt x="161925" y="771525"/>
                </a:lnTo>
                <a:close/>
                <a:moveTo>
                  <a:pt x="676275" y="295275"/>
                </a:moveTo>
                <a:lnTo>
                  <a:pt x="685800" y="295275"/>
                </a:lnTo>
                <a:lnTo>
                  <a:pt x="685800" y="304800"/>
                </a:lnTo>
                <a:lnTo>
                  <a:pt x="676275" y="304800"/>
                </a:lnTo>
                <a:close/>
                <a:moveTo>
                  <a:pt x="733425" y="295275"/>
                </a:moveTo>
                <a:lnTo>
                  <a:pt x="742950" y="295275"/>
                </a:lnTo>
                <a:lnTo>
                  <a:pt x="742950" y="304800"/>
                </a:lnTo>
                <a:lnTo>
                  <a:pt x="733425" y="304800"/>
                </a:lnTo>
                <a:close/>
                <a:moveTo>
                  <a:pt x="809625" y="295275"/>
                </a:moveTo>
                <a:lnTo>
                  <a:pt x="838200" y="295275"/>
                </a:lnTo>
                <a:lnTo>
                  <a:pt x="838200" y="304800"/>
                </a:lnTo>
                <a:lnTo>
                  <a:pt x="828675" y="304800"/>
                </a:lnTo>
                <a:lnTo>
                  <a:pt x="828675" y="314325"/>
                </a:lnTo>
                <a:lnTo>
                  <a:pt x="809625" y="314325"/>
                </a:lnTo>
                <a:close/>
                <a:moveTo>
                  <a:pt x="1962150" y="295275"/>
                </a:moveTo>
                <a:lnTo>
                  <a:pt x="1971675" y="295275"/>
                </a:lnTo>
                <a:lnTo>
                  <a:pt x="1971675" y="304800"/>
                </a:lnTo>
                <a:lnTo>
                  <a:pt x="1962150" y="304800"/>
                </a:lnTo>
                <a:close/>
                <a:moveTo>
                  <a:pt x="76200" y="304800"/>
                </a:moveTo>
                <a:lnTo>
                  <a:pt x="85725" y="304800"/>
                </a:lnTo>
                <a:lnTo>
                  <a:pt x="85725" y="314325"/>
                </a:lnTo>
                <a:lnTo>
                  <a:pt x="76200" y="314325"/>
                </a:lnTo>
                <a:close/>
                <a:moveTo>
                  <a:pt x="666750" y="304800"/>
                </a:moveTo>
                <a:lnTo>
                  <a:pt x="676275" y="304800"/>
                </a:lnTo>
                <a:lnTo>
                  <a:pt x="676275" y="314325"/>
                </a:lnTo>
                <a:lnTo>
                  <a:pt x="666750" y="314325"/>
                </a:lnTo>
                <a:close/>
                <a:moveTo>
                  <a:pt x="742950" y="304800"/>
                </a:moveTo>
                <a:lnTo>
                  <a:pt x="771525" y="304800"/>
                </a:lnTo>
                <a:lnTo>
                  <a:pt x="771525" y="323850"/>
                </a:lnTo>
                <a:lnTo>
                  <a:pt x="752475" y="323850"/>
                </a:lnTo>
                <a:lnTo>
                  <a:pt x="752475" y="333375"/>
                </a:lnTo>
                <a:lnTo>
                  <a:pt x="742950" y="333375"/>
                </a:lnTo>
                <a:close/>
                <a:moveTo>
                  <a:pt x="1266825" y="304800"/>
                </a:moveTo>
                <a:lnTo>
                  <a:pt x="1295400" y="304800"/>
                </a:lnTo>
                <a:lnTo>
                  <a:pt x="1295400" y="323850"/>
                </a:lnTo>
                <a:lnTo>
                  <a:pt x="1266825" y="323850"/>
                </a:lnTo>
                <a:close/>
                <a:moveTo>
                  <a:pt x="2066925" y="304800"/>
                </a:moveTo>
                <a:lnTo>
                  <a:pt x="2095500" y="304800"/>
                </a:lnTo>
                <a:lnTo>
                  <a:pt x="2095500" y="314325"/>
                </a:lnTo>
                <a:lnTo>
                  <a:pt x="2066925" y="314325"/>
                </a:lnTo>
                <a:close/>
                <a:moveTo>
                  <a:pt x="647700" y="314325"/>
                </a:moveTo>
                <a:lnTo>
                  <a:pt x="666750" y="314325"/>
                </a:lnTo>
                <a:lnTo>
                  <a:pt x="666750" y="323850"/>
                </a:lnTo>
                <a:lnTo>
                  <a:pt x="657225" y="323850"/>
                </a:lnTo>
                <a:lnTo>
                  <a:pt x="657225" y="333375"/>
                </a:lnTo>
                <a:lnTo>
                  <a:pt x="647700" y="333375"/>
                </a:lnTo>
                <a:close/>
                <a:moveTo>
                  <a:pt x="1209675" y="314325"/>
                </a:moveTo>
                <a:lnTo>
                  <a:pt x="1247775" y="314325"/>
                </a:lnTo>
                <a:lnTo>
                  <a:pt x="1247775" y="333375"/>
                </a:lnTo>
                <a:lnTo>
                  <a:pt x="1209675" y="333375"/>
                </a:lnTo>
                <a:close/>
                <a:moveTo>
                  <a:pt x="581025" y="323850"/>
                </a:moveTo>
                <a:lnTo>
                  <a:pt x="609600" y="323850"/>
                </a:lnTo>
                <a:lnTo>
                  <a:pt x="609600" y="342900"/>
                </a:lnTo>
                <a:lnTo>
                  <a:pt x="581025" y="342900"/>
                </a:lnTo>
                <a:close/>
                <a:moveTo>
                  <a:pt x="1514475" y="323850"/>
                </a:moveTo>
                <a:lnTo>
                  <a:pt x="1524000" y="323850"/>
                </a:lnTo>
                <a:lnTo>
                  <a:pt x="1524000" y="333375"/>
                </a:lnTo>
                <a:lnTo>
                  <a:pt x="1514475" y="333375"/>
                </a:lnTo>
                <a:close/>
                <a:moveTo>
                  <a:pt x="1695450" y="323850"/>
                </a:moveTo>
                <a:lnTo>
                  <a:pt x="1704975" y="323850"/>
                </a:lnTo>
                <a:lnTo>
                  <a:pt x="1704975" y="333375"/>
                </a:lnTo>
                <a:lnTo>
                  <a:pt x="1695450" y="333375"/>
                </a:lnTo>
                <a:close/>
                <a:moveTo>
                  <a:pt x="1762125" y="323850"/>
                </a:moveTo>
                <a:lnTo>
                  <a:pt x="1771650" y="323850"/>
                </a:lnTo>
                <a:lnTo>
                  <a:pt x="1771650" y="333375"/>
                </a:lnTo>
                <a:lnTo>
                  <a:pt x="1762125" y="333375"/>
                </a:lnTo>
                <a:close/>
                <a:moveTo>
                  <a:pt x="2295525" y="323850"/>
                </a:moveTo>
                <a:lnTo>
                  <a:pt x="2305050" y="323850"/>
                </a:lnTo>
                <a:lnTo>
                  <a:pt x="2305050" y="333375"/>
                </a:lnTo>
                <a:lnTo>
                  <a:pt x="2295525" y="333375"/>
                </a:lnTo>
                <a:close/>
                <a:moveTo>
                  <a:pt x="533400" y="333375"/>
                </a:moveTo>
                <a:lnTo>
                  <a:pt x="542925" y="333375"/>
                </a:lnTo>
                <a:lnTo>
                  <a:pt x="542925" y="342900"/>
                </a:lnTo>
                <a:lnTo>
                  <a:pt x="533400" y="342900"/>
                </a:lnTo>
                <a:close/>
                <a:moveTo>
                  <a:pt x="733425" y="333375"/>
                </a:moveTo>
                <a:lnTo>
                  <a:pt x="742950" y="333375"/>
                </a:lnTo>
                <a:lnTo>
                  <a:pt x="742950" y="342900"/>
                </a:lnTo>
                <a:lnTo>
                  <a:pt x="733425" y="342900"/>
                </a:lnTo>
                <a:close/>
                <a:moveTo>
                  <a:pt x="1123950" y="333375"/>
                </a:moveTo>
                <a:lnTo>
                  <a:pt x="1133475" y="333375"/>
                </a:lnTo>
                <a:lnTo>
                  <a:pt x="1133475" y="352425"/>
                </a:lnTo>
                <a:lnTo>
                  <a:pt x="1114425" y="352425"/>
                </a:lnTo>
                <a:lnTo>
                  <a:pt x="1114425" y="342900"/>
                </a:lnTo>
                <a:lnTo>
                  <a:pt x="1123950" y="342900"/>
                </a:lnTo>
                <a:close/>
                <a:moveTo>
                  <a:pt x="1685925" y="333375"/>
                </a:moveTo>
                <a:lnTo>
                  <a:pt x="1695450" y="333375"/>
                </a:lnTo>
                <a:lnTo>
                  <a:pt x="1695450" y="342900"/>
                </a:lnTo>
                <a:lnTo>
                  <a:pt x="1685925" y="342900"/>
                </a:lnTo>
                <a:close/>
                <a:moveTo>
                  <a:pt x="1962150" y="333375"/>
                </a:moveTo>
                <a:lnTo>
                  <a:pt x="1990725" y="333375"/>
                </a:lnTo>
                <a:lnTo>
                  <a:pt x="1990725" y="381000"/>
                </a:lnTo>
                <a:lnTo>
                  <a:pt x="1962150" y="381000"/>
                </a:lnTo>
                <a:lnTo>
                  <a:pt x="1962150" y="371475"/>
                </a:lnTo>
                <a:lnTo>
                  <a:pt x="1971675" y="371475"/>
                </a:lnTo>
                <a:lnTo>
                  <a:pt x="1971675" y="342900"/>
                </a:lnTo>
                <a:lnTo>
                  <a:pt x="1962150" y="342900"/>
                </a:lnTo>
                <a:close/>
                <a:moveTo>
                  <a:pt x="523875" y="342900"/>
                </a:moveTo>
                <a:lnTo>
                  <a:pt x="533400" y="342900"/>
                </a:lnTo>
                <a:lnTo>
                  <a:pt x="533400" y="352425"/>
                </a:lnTo>
                <a:lnTo>
                  <a:pt x="523875" y="352425"/>
                </a:lnTo>
                <a:close/>
                <a:moveTo>
                  <a:pt x="1200150" y="342900"/>
                </a:moveTo>
                <a:lnTo>
                  <a:pt x="1209675" y="342900"/>
                </a:lnTo>
                <a:lnTo>
                  <a:pt x="1209675" y="352425"/>
                </a:lnTo>
                <a:lnTo>
                  <a:pt x="1219200" y="352425"/>
                </a:lnTo>
                <a:lnTo>
                  <a:pt x="1219200" y="361950"/>
                </a:lnTo>
                <a:lnTo>
                  <a:pt x="1200150" y="361950"/>
                </a:lnTo>
                <a:close/>
                <a:moveTo>
                  <a:pt x="1676400" y="342900"/>
                </a:moveTo>
                <a:lnTo>
                  <a:pt x="1685925" y="342900"/>
                </a:lnTo>
                <a:lnTo>
                  <a:pt x="1685925" y="361950"/>
                </a:lnTo>
                <a:lnTo>
                  <a:pt x="1676400" y="361950"/>
                </a:lnTo>
                <a:close/>
                <a:moveTo>
                  <a:pt x="1790700" y="352425"/>
                </a:moveTo>
                <a:lnTo>
                  <a:pt x="1800225" y="352425"/>
                </a:lnTo>
                <a:lnTo>
                  <a:pt x="1800225" y="361950"/>
                </a:lnTo>
                <a:lnTo>
                  <a:pt x="1790700" y="361950"/>
                </a:lnTo>
                <a:close/>
                <a:moveTo>
                  <a:pt x="2286000" y="352425"/>
                </a:moveTo>
                <a:lnTo>
                  <a:pt x="2295525" y="352425"/>
                </a:lnTo>
                <a:lnTo>
                  <a:pt x="2295525" y="361950"/>
                </a:lnTo>
                <a:lnTo>
                  <a:pt x="2286000" y="361950"/>
                </a:lnTo>
                <a:close/>
                <a:moveTo>
                  <a:pt x="57150" y="361950"/>
                </a:moveTo>
                <a:lnTo>
                  <a:pt x="66675" y="361950"/>
                </a:lnTo>
                <a:lnTo>
                  <a:pt x="66675" y="371475"/>
                </a:lnTo>
                <a:lnTo>
                  <a:pt x="57150" y="371475"/>
                </a:lnTo>
                <a:close/>
                <a:moveTo>
                  <a:pt x="695325" y="361950"/>
                </a:moveTo>
                <a:lnTo>
                  <a:pt x="704850" y="361950"/>
                </a:lnTo>
                <a:lnTo>
                  <a:pt x="704850" y="371475"/>
                </a:lnTo>
                <a:lnTo>
                  <a:pt x="695325" y="371475"/>
                </a:lnTo>
                <a:close/>
                <a:moveTo>
                  <a:pt x="838200" y="361950"/>
                </a:moveTo>
                <a:lnTo>
                  <a:pt x="857250" y="361950"/>
                </a:lnTo>
                <a:lnTo>
                  <a:pt x="857250" y="400050"/>
                </a:lnTo>
                <a:lnTo>
                  <a:pt x="838200" y="400050"/>
                </a:lnTo>
                <a:close/>
                <a:moveTo>
                  <a:pt x="1504950" y="361950"/>
                </a:moveTo>
                <a:lnTo>
                  <a:pt x="1514475" y="361950"/>
                </a:lnTo>
                <a:lnTo>
                  <a:pt x="1514475" y="371475"/>
                </a:lnTo>
                <a:lnTo>
                  <a:pt x="1504950" y="371475"/>
                </a:lnTo>
                <a:close/>
                <a:moveTo>
                  <a:pt x="1685925" y="361950"/>
                </a:moveTo>
                <a:lnTo>
                  <a:pt x="1704975" y="361950"/>
                </a:lnTo>
                <a:lnTo>
                  <a:pt x="1704975" y="371475"/>
                </a:lnTo>
                <a:lnTo>
                  <a:pt x="1685925" y="371475"/>
                </a:lnTo>
                <a:close/>
                <a:moveTo>
                  <a:pt x="523875" y="371475"/>
                </a:moveTo>
                <a:lnTo>
                  <a:pt x="542925" y="371475"/>
                </a:lnTo>
                <a:lnTo>
                  <a:pt x="542925" y="419100"/>
                </a:lnTo>
                <a:lnTo>
                  <a:pt x="523875" y="419100"/>
                </a:lnTo>
                <a:close/>
                <a:moveTo>
                  <a:pt x="676275" y="371475"/>
                </a:moveTo>
                <a:lnTo>
                  <a:pt x="695325" y="371475"/>
                </a:lnTo>
                <a:lnTo>
                  <a:pt x="695325" y="381000"/>
                </a:lnTo>
                <a:lnTo>
                  <a:pt x="676275" y="381000"/>
                </a:lnTo>
                <a:close/>
                <a:moveTo>
                  <a:pt x="1209675" y="371475"/>
                </a:moveTo>
                <a:lnTo>
                  <a:pt x="1219200" y="371475"/>
                </a:lnTo>
                <a:lnTo>
                  <a:pt x="1219200" y="381000"/>
                </a:lnTo>
                <a:lnTo>
                  <a:pt x="1228725" y="381000"/>
                </a:lnTo>
                <a:lnTo>
                  <a:pt x="1228725" y="400050"/>
                </a:lnTo>
                <a:lnTo>
                  <a:pt x="1190625" y="400050"/>
                </a:lnTo>
                <a:lnTo>
                  <a:pt x="1190625" y="409575"/>
                </a:lnTo>
                <a:lnTo>
                  <a:pt x="1171575" y="409575"/>
                </a:lnTo>
                <a:lnTo>
                  <a:pt x="1171575" y="390525"/>
                </a:lnTo>
                <a:lnTo>
                  <a:pt x="1200150" y="390525"/>
                </a:lnTo>
                <a:lnTo>
                  <a:pt x="1200150" y="381000"/>
                </a:lnTo>
                <a:lnTo>
                  <a:pt x="1209675" y="381000"/>
                </a:lnTo>
                <a:close/>
                <a:moveTo>
                  <a:pt x="1247775" y="371475"/>
                </a:moveTo>
                <a:lnTo>
                  <a:pt x="1276350" y="371475"/>
                </a:lnTo>
                <a:lnTo>
                  <a:pt x="1276350" y="390525"/>
                </a:lnTo>
                <a:lnTo>
                  <a:pt x="1247775" y="390525"/>
                </a:lnTo>
                <a:close/>
                <a:moveTo>
                  <a:pt x="2152650" y="371475"/>
                </a:moveTo>
                <a:lnTo>
                  <a:pt x="2162175" y="371475"/>
                </a:lnTo>
                <a:lnTo>
                  <a:pt x="2162175" y="381000"/>
                </a:lnTo>
                <a:lnTo>
                  <a:pt x="2152650" y="381000"/>
                </a:lnTo>
                <a:close/>
                <a:moveTo>
                  <a:pt x="1752600" y="381000"/>
                </a:moveTo>
                <a:lnTo>
                  <a:pt x="1762125" y="381000"/>
                </a:lnTo>
                <a:lnTo>
                  <a:pt x="1762125" y="390525"/>
                </a:lnTo>
                <a:lnTo>
                  <a:pt x="1752600" y="390525"/>
                </a:lnTo>
                <a:close/>
                <a:moveTo>
                  <a:pt x="2257425" y="381000"/>
                </a:moveTo>
                <a:lnTo>
                  <a:pt x="2276475" y="381000"/>
                </a:lnTo>
                <a:lnTo>
                  <a:pt x="2276475" y="390525"/>
                </a:lnTo>
                <a:lnTo>
                  <a:pt x="2257425" y="390525"/>
                </a:lnTo>
                <a:close/>
                <a:moveTo>
                  <a:pt x="1114425" y="390525"/>
                </a:moveTo>
                <a:lnTo>
                  <a:pt x="1133475" y="390525"/>
                </a:lnTo>
                <a:lnTo>
                  <a:pt x="1133475" y="438150"/>
                </a:lnTo>
                <a:lnTo>
                  <a:pt x="1114425" y="438150"/>
                </a:lnTo>
                <a:close/>
                <a:moveTo>
                  <a:pt x="1314450" y="390525"/>
                </a:moveTo>
                <a:lnTo>
                  <a:pt x="1333500" y="390525"/>
                </a:lnTo>
                <a:lnTo>
                  <a:pt x="1333500" y="419100"/>
                </a:lnTo>
                <a:lnTo>
                  <a:pt x="1314450" y="419100"/>
                </a:lnTo>
                <a:close/>
                <a:moveTo>
                  <a:pt x="1495425" y="390525"/>
                </a:moveTo>
                <a:lnTo>
                  <a:pt x="1504950" y="390525"/>
                </a:lnTo>
                <a:lnTo>
                  <a:pt x="1504950" y="400050"/>
                </a:lnTo>
                <a:lnTo>
                  <a:pt x="1495425" y="400050"/>
                </a:lnTo>
                <a:close/>
                <a:moveTo>
                  <a:pt x="1743075" y="390525"/>
                </a:moveTo>
                <a:lnTo>
                  <a:pt x="1752600" y="390525"/>
                </a:lnTo>
                <a:lnTo>
                  <a:pt x="1752600" y="400050"/>
                </a:lnTo>
                <a:lnTo>
                  <a:pt x="1743075" y="400050"/>
                </a:lnTo>
                <a:close/>
                <a:moveTo>
                  <a:pt x="1790700" y="390525"/>
                </a:moveTo>
                <a:lnTo>
                  <a:pt x="1800225" y="390525"/>
                </a:lnTo>
                <a:lnTo>
                  <a:pt x="1800225" y="400050"/>
                </a:lnTo>
                <a:lnTo>
                  <a:pt x="1790700" y="400050"/>
                </a:lnTo>
                <a:close/>
                <a:moveTo>
                  <a:pt x="2066925" y="390525"/>
                </a:moveTo>
                <a:lnTo>
                  <a:pt x="2095500" y="390525"/>
                </a:lnTo>
                <a:lnTo>
                  <a:pt x="2095500" y="400050"/>
                </a:lnTo>
                <a:lnTo>
                  <a:pt x="2066925" y="400050"/>
                </a:lnTo>
                <a:close/>
                <a:moveTo>
                  <a:pt x="2162175" y="390525"/>
                </a:moveTo>
                <a:lnTo>
                  <a:pt x="2171700" y="390525"/>
                </a:lnTo>
                <a:lnTo>
                  <a:pt x="2171700" y="400050"/>
                </a:lnTo>
                <a:lnTo>
                  <a:pt x="2162175" y="400050"/>
                </a:lnTo>
                <a:close/>
                <a:moveTo>
                  <a:pt x="2228850" y="390525"/>
                </a:moveTo>
                <a:lnTo>
                  <a:pt x="2238375" y="390525"/>
                </a:lnTo>
                <a:lnTo>
                  <a:pt x="2238375" y="400050"/>
                </a:lnTo>
                <a:lnTo>
                  <a:pt x="2228850" y="400050"/>
                </a:lnTo>
                <a:close/>
                <a:moveTo>
                  <a:pt x="1724025" y="400050"/>
                </a:moveTo>
                <a:lnTo>
                  <a:pt x="1733550" y="400050"/>
                </a:lnTo>
                <a:lnTo>
                  <a:pt x="1733550" y="409575"/>
                </a:lnTo>
                <a:lnTo>
                  <a:pt x="1724025" y="409575"/>
                </a:lnTo>
                <a:close/>
                <a:moveTo>
                  <a:pt x="2047875" y="400050"/>
                </a:moveTo>
                <a:lnTo>
                  <a:pt x="2057400" y="400050"/>
                </a:lnTo>
                <a:lnTo>
                  <a:pt x="2057400" y="409575"/>
                </a:lnTo>
                <a:lnTo>
                  <a:pt x="2047875" y="409575"/>
                </a:lnTo>
                <a:close/>
                <a:moveTo>
                  <a:pt x="2152650" y="400050"/>
                </a:moveTo>
                <a:lnTo>
                  <a:pt x="2162175" y="400050"/>
                </a:lnTo>
                <a:lnTo>
                  <a:pt x="2162175" y="409575"/>
                </a:lnTo>
                <a:lnTo>
                  <a:pt x="2152650" y="409575"/>
                </a:lnTo>
                <a:close/>
                <a:moveTo>
                  <a:pt x="1238250" y="409575"/>
                </a:moveTo>
                <a:lnTo>
                  <a:pt x="1257300" y="409575"/>
                </a:lnTo>
                <a:lnTo>
                  <a:pt x="1257300" y="428625"/>
                </a:lnTo>
                <a:lnTo>
                  <a:pt x="1238250" y="428625"/>
                </a:lnTo>
                <a:close/>
                <a:moveTo>
                  <a:pt x="1952625" y="409575"/>
                </a:moveTo>
                <a:lnTo>
                  <a:pt x="1962150" y="409575"/>
                </a:lnTo>
                <a:lnTo>
                  <a:pt x="1962150" y="419100"/>
                </a:lnTo>
                <a:lnTo>
                  <a:pt x="1952625" y="419100"/>
                </a:lnTo>
                <a:close/>
                <a:moveTo>
                  <a:pt x="1971675" y="409575"/>
                </a:moveTo>
                <a:lnTo>
                  <a:pt x="1981200" y="409575"/>
                </a:lnTo>
                <a:lnTo>
                  <a:pt x="1981200" y="428625"/>
                </a:lnTo>
                <a:lnTo>
                  <a:pt x="1971675" y="428625"/>
                </a:lnTo>
                <a:close/>
                <a:moveTo>
                  <a:pt x="2143125" y="409575"/>
                </a:moveTo>
                <a:lnTo>
                  <a:pt x="2152650" y="409575"/>
                </a:lnTo>
                <a:lnTo>
                  <a:pt x="2152650" y="419100"/>
                </a:lnTo>
                <a:lnTo>
                  <a:pt x="2143125" y="419100"/>
                </a:lnTo>
                <a:close/>
                <a:moveTo>
                  <a:pt x="2295525" y="409575"/>
                </a:moveTo>
                <a:lnTo>
                  <a:pt x="2305050" y="409575"/>
                </a:lnTo>
                <a:lnTo>
                  <a:pt x="2305050" y="419100"/>
                </a:lnTo>
                <a:lnTo>
                  <a:pt x="2295525" y="419100"/>
                </a:lnTo>
                <a:close/>
                <a:moveTo>
                  <a:pt x="1200150" y="419100"/>
                </a:moveTo>
                <a:lnTo>
                  <a:pt x="1219200" y="419100"/>
                </a:lnTo>
                <a:lnTo>
                  <a:pt x="1219200" y="438150"/>
                </a:lnTo>
                <a:lnTo>
                  <a:pt x="1200150" y="438150"/>
                </a:lnTo>
                <a:close/>
                <a:moveTo>
                  <a:pt x="1752600" y="419100"/>
                </a:moveTo>
                <a:lnTo>
                  <a:pt x="1762125" y="419100"/>
                </a:lnTo>
                <a:lnTo>
                  <a:pt x="1762125" y="428625"/>
                </a:lnTo>
                <a:lnTo>
                  <a:pt x="1752600" y="428625"/>
                </a:lnTo>
                <a:close/>
                <a:moveTo>
                  <a:pt x="2009775" y="419100"/>
                </a:moveTo>
                <a:lnTo>
                  <a:pt x="2019300" y="419100"/>
                </a:lnTo>
                <a:lnTo>
                  <a:pt x="2019300" y="428625"/>
                </a:lnTo>
                <a:lnTo>
                  <a:pt x="2028825" y="428625"/>
                </a:lnTo>
                <a:lnTo>
                  <a:pt x="2028825" y="438150"/>
                </a:lnTo>
                <a:lnTo>
                  <a:pt x="2038350" y="438150"/>
                </a:lnTo>
                <a:lnTo>
                  <a:pt x="2038350" y="457200"/>
                </a:lnTo>
                <a:lnTo>
                  <a:pt x="2028825" y="457200"/>
                </a:lnTo>
                <a:lnTo>
                  <a:pt x="2028825" y="447675"/>
                </a:lnTo>
                <a:lnTo>
                  <a:pt x="2019300" y="447675"/>
                </a:lnTo>
                <a:lnTo>
                  <a:pt x="2019300" y="438150"/>
                </a:lnTo>
                <a:lnTo>
                  <a:pt x="2009775" y="438150"/>
                </a:lnTo>
                <a:close/>
                <a:moveTo>
                  <a:pt x="2333625" y="419100"/>
                </a:moveTo>
                <a:lnTo>
                  <a:pt x="2343150" y="419100"/>
                </a:lnTo>
                <a:lnTo>
                  <a:pt x="2343150" y="428625"/>
                </a:lnTo>
                <a:lnTo>
                  <a:pt x="2333625" y="428625"/>
                </a:lnTo>
                <a:close/>
                <a:moveTo>
                  <a:pt x="57150" y="428625"/>
                </a:moveTo>
                <a:lnTo>
                  <a:pt x="66675" y="428625"/>
                </a:lnTo>
                <a:lnTo>
                  <a:pt x="66675" y="447675"/>
                </a:lnTo>
                <a:lnTo>
                  <a:pt x="57150" y="447675"/>
                </a:lnTo>
                <a:close/>
                <a:moveTo>
                  <a:pt x="609600" y="428625"/>
                </a:moveTo>
                <a:lnTo>
                  <a:pt x="619125" y="428625"/>
                </a:lnTo>
                <a:lnTo>
                  <a:pt x="619125" y="438150"/>
                </a:lnTo>
                <a:lnTo>
                  <a:pt x="666750" y="438150"/>
                </a:lnTo>
                <a:lnTo>
                  <a:pt x="666750" y="447675"/>
                </a:lnTo>
                <a:lnTo>
                  <a:pt x="647700" y="447675"/>
                </a:lnTo>
                <a:lnTo>
                  <a:pt x="647700" y="466725"/>
                </a:lnTo>
                <a:lnTo>
                  <a:pt x="676275" y="466725"/>
                </a:lnTo>
                <a:lnTo>
                  <a:pt x="676275" y="476250"/>
                </a:lnTo>
                <a:lnTo>
                  <a:pt x="628650" y="476250"/>
                </a:lnTo>
                <a:lnTo>
                  <a:pt x="628650" y="485775"/>
                </a:lnTo>
                <a:lnTo>
                  <a:pt x="619125" y="485775"/>
                </a:lnTo>
                <a:lnTo>
                  <a:pt x="619125" y="495300"/>
                </a:lnTo>
                <a:lnTo>
                  <a:pt x="600075" y="495300"/>
                </a:lnTo>
                <a:lnTo>
                  <a:pt x="600075" y="485775"/>
                </a:lnTo>
                <a:lnTo>
                  <a:pt x="590550" y="485775"/>
                </a:lnTo>
                <a:lnTo>
                  <a:pt x="590550" y="457200"/>
                </a:lnTo>
                <a:lnTo>
                  <a:pt x="600075" y="457200"/>
                </a:lnTo>
                <a:lnTo>
                  <a:pt x="600075" y="438150"/>
                </a:lnTo>
                <a:lnTo>
                  <a:pt x="609600" y="438150"/>
                </a:lnTo>
                <a:close/>
                <a:moveTo>
                  <a:pt x="847725" y="428625"/>
                </a:moveTo>
                <a:lnTo>
                  <a:pt x="866775" y="428625"/>
                </a:lnTo>
                <a:lnTo>
                  <a:pt x="866775" y="466725"/>
                </a:lnTo>
                <a:lnTo>
                  <a:pt x="847725" y="466725"/>
                </a:lnTo>
                <a:close/>
                <a:moveTo>
                  <a:pt x="1485900" y="428625"/>
                </a:moveTo>
                <a:lnTo>
                  <a:pt x="1495425" y="428625"/>
                </a:lnTo>
                <a:lnTo>
                  <a:pt x="1495425" y="438150"/>
                </a:lnTo>
                <a:lnTo>
                  <a:pt x="1485900" y="438150"/>
                </a:lnTo>
                <a:close/>
                <a:moveTo>
                  <a:pt x="1695450" y="428625"/>
                </a:moveTo>
                <a:lnTo>
                  <a:pt x="1704975" y="428625"/>
                </a:lnTo>
                <a:lnTo>
                  <a:pt x="1704975" y="447675"/>
                </a:lnTo>
                <a:lnTo>
                  <a:pt x="1695450" y="447675"/>
                </a:lnTo>
                <a:close/>
                <a:moveTo>
                  <a:pt x="1990725" y="428625"/>
                </a:moveTo>
                <a:lnTo>
                  <a:pt x="2000250" y="428625"/>
                </a:lnTo>
                <a:lnTo>
                  <a:pt x="2000250" y="438150"/>
                </a:lnTo>
                <a:lnTo>
                  <a:pt x="2009775" y="438150"/>
                </a:lnTo>
                <a:lnTo>
                  <a:pt x="2009775" y="447675"/>
                </a:lnTo>
                <a:lnTo>
                  <a:pt x="1990725" y="447675"/>
                </a:lnTo>
                <a:close/>
                <a:moveTo>
                  <a:pt x="2371725" y="428625"/>
                </a:moveTo>
                <a:lnTo>
                  <a:pt x="2381250" y="428625"/>
                </a:lnTo>
                <a:lnTo>
                  <a:pt x="2381250" y="438150"/>
                </a:lnTo>
                <a:lnTo>
                  <a:pt x="2371725" y="438150"/>
                </a:lnTo>
                <a:close/>
                <a:moveTo>
                  <a:pt x="695325" y="438150"/>
                </a:moveTo>
                <a:lnTo>
                  <a:pt x="752475" y="438150"/>
                </a:lnTo>
                <a:lnTo>
                  <a:pt x="752475" y="457200"/>
                </a:lnTo>
                <a:lnTo>
                  <a:pt x="704850" y="457200"/>
                </a:lnTo>
                <a:lnTo>
                  <a:pt x="704850" y="466725"/>
                </a:lnTo>
                <a:lnTo>
                  <a:pt x="695325" y="466725"/>
                </a:lnTo>
                <a:close/>
                <a:moveTo>
                  <a:pt x="771525" y="438150"/>
                </a:moveTo>
                <a:lnTo>
                  <a:pt x="800100" y="438150"/>
                </a:lnTo>
                <a:lnTo>
                  <a:pt x="800100" y="447675"/>
                </a:lnTo>
                <a:lnTo>
                  <a:pt x="790575" y="447675"/>
                </a:lnTo>
                <a:lnTo>
                  <a:pt x="790575" y="457200"/>
                </a:lnTo>
                <a:lnTo>
                  <a:pt x="771525" y="457200"/>
                </a:lnTo>
                <a:close/>
                <a:moveTo>
                  <a:pt x="2133600" y="438150"/>
                </a:moveTo>
                <a:lnTo>
                  <a:pt x="2143125" y="438150"/>
                </a:lnTo>
                <a:lnTo>
                  <a:pt x="2143125" y="447675"/>
                </a:lnTo>
                <a:lnTo>
                  <a:pt x="2133600" y="447675"/>
                </a:lnTo>
                <a:close/>
                <a:moveTo>
                  <a:pt x="533400" y="447675"/>
                </a:moveTo>
                <a:lnTo>
                  <a:pt x="552450" y="447675"/>
                </a:lnTo>
                <a:lnTo>
                  <a:pt x="552450" y="495300"/>
                </a:lnTo>
                <a:lnTo>
                  <a:pt x="533400" y="495300"/>
                </a:lnTo>
                <a:close/>
                <a:moveTo>
                  <a:pt x="1238250" y="447675"/>
                </a:moveTo>
                <a:lnTo>
                  <a:pt x="1257300" y="447675"/>
                </a:lnTo>
                <a:lnTo>
                  <a:pt x="1257300" y="466725"/>
                </a:lnTo>
                <a:lnTo>
                  <a:pt x="1238250" y="466725"/>
                </a:lnTo>
                <a:close/>
                <a:moveTo>
                  <a:pt x="1943100" y="447675"/>
                </a:moveTo>
                <a:lnTo>
                  <a:pt x="1952625" y="447675"/>
                </a:lnTo>
                <a:lnTo>
                  <a:pt x="1952625" y="457200"/>
                </a:lnTo>
                <a:lnTo>
                  <a:pt x="1943100" y="457200"/>
                </a:lnTo>
                <a:close/>
                <a:moveTo>
                  <a:pt x="1971675" y="447675"/>
                </a:moveTo>
                <a:lnTo>
                  <a:pt x="1981200" y="447675"/>
                </a:lnTo>
                <a:lnTo>
                  <a:pt x="1981200" y="457200"/>
                </a:lnTo>
                <a:lnTo>
                  <a:pt x="1971675" y="457200"/>
                </a:lnTo>
                <a:close/>
                <a:moveTo>
                  <a:pt x="619125" y="457200"/>
                </a:moveTo>
                <a:lnTo>
                  <a:pt x="628650" y="457200"/>
                </a:lnTo>
                <a:lnTo>
                  <a:pt x="628650" y="447675"/>
                </a:lnTo>
                <a:lnTo>
                  <a:pt x="619125" y="447675"/>
                </a:lnTo>
                <a:close/>
                <a:moveTo>
                  <a:pt x="1190625" y="457200"/>
                </a:moveTo>
                <a:lnTo>
                  <a:pt x="1219200" y="457200"/>
                </a:lnTo>
                <a:lnTo>
                  <a:pt x="1219200" y="476250"/>
                </a:lnTo>
                <a:lnTo>
                  <a:pt x="1190625" y="476250"/>
                </a:lnTo>
                <a:close/>
                <a:moveTo>
                  <a:pt x="1962150" y="457200"/>
                </a:moveTo>
                <a:lnTo>
                  <a:pt x="1971675" y="457200"/>
                </a:lnTo>
                <a:lnTo>
                  <a:pt x="1971675" y="466725"/>
                </a:lnTo>
                <a:lnTo>
                  <a:pt x="1962150" y="466725"/>
                </a:lnTo>
                <a:close/>
                <a:moveTo>
                  <a:pt x="2286000" y="457200"/>
                </a:moveTo>
                <a:lnTo>
                  <a:pt x="2305050" y="457200"/>
                </a:lnTo>
                <a:lnTo>
                  <a:pt x="2305050" y="466725"/>
                </a:lnTo>
                <a:lnTo>
                  <a:pt x="2286000" y="466725"/>
                </a:lnTo>
                <a:close/>
                <a:moveTo>
                  <a:pt x="1123950" y="466725"/>
                </a:moveTo>
                <a:lnTo>
                  <a:pt x="1143000" y="466725"/>
                </a:lnTo>
                <a:lnTo>
                  <a:pt x="1143000" y="495300"/>
                </a:lnTo>
                <a:lnTo>
                  <a:pt x="1133475" y="495300"/>
                </a:lnTo>
                <a:lnTo>
                  <a:pt x="1133475" y="485775"/>
                </a:lnTo>
                <a:lnTo>
                  <a:pt x="1123950" y="485775"/>
                </a:lnTo>
                <a:close/>
                <a:moveTo>
                  <a:pt x="1476375" y="466725"/>
                </a:moveTo>
                <a:lnTo>
                  <a:pt x="1485900" y="466725"/>
                </a:lnTo>
                <a:lnTo>
                  <a:pt x="1485900" y="495300"/>
                </a:lnTo>
                <a:lnTo>
                  <a:pt x="1476375" y="495300"/>
                </a:lnTo>
                <a:close/>
                <a:moveTo>
                  <a:pt x="2305050" y="466725"/>
                </a:moveTo>
                <a:lnTo>
                  <a:pt x="2314575" y="466725"/>
                </a:lnTo>
                <a:lnTo>
                  <a:pt x="2314575" y="485775"/>
                </a:lnTo>
                <a:lnTo>
                  <a:pt x="2305050" y="485775"/>
                </a:lnTo>
                <a:close/>
                <a:moveTo>
                  <a:pt x="1685925" y="476250"/>
                </a:moveTo>
                <a:lnTo>
                  <a:pt x="1695450" y="476250"/>
                </a:lnTo>
                <a:lnTo>
                  <a:pt x="1695450" y="485775"/>
                </a:lnTo>
                <a:lnTo>
                  <a:pt x="1685925" y="485775"/>
                </a:lnTo>
                <a:close/>
                <a:moveTo>
                  <a:pt x="1933575" y="476250"/>
                </a:moveTo>
                <a:lnTo>
                  <a:pt x="1943100" y="476250"/>
                </a:lnTo>
                <a:lnTo>
                  <a:pt x="1943100" y="485775"/>
                </a:lnTo>
                <a:lnTo>
                  <a:pt x="1933575" y="485775"/>
                </a:lnTo>
                <a:close/>
                <a:moveTo>
                  <a:pt x="1952625" y="476250"/>
                </a:moveTo>
                <a:lnTo>
                  <a:pt x="1962150" y="476250"/>
                </a:lnTo>
                <a:lnTo>
                  <a:pt x="1962150" y="485775"/>
                </a:lnTo>
                <a:lnTo>
                  <a:pt x="1952625" y="485775"/>
                </a:lnTo>
                <a:close/>
                <a:moveTo>
                  <a:pt x="1343025" y="485775"/>
                </a:moveTo>
                <a:lnTo>
                  <a:pt x="1352550" y="485775"/>
                </a:lnTo>
                <a:lnTo>
                  <a:pt x="1352550" y="495300"/>
                </a:lnTo>
                <a:lnTo>
                  <a:pt x="1343025" y="495300"/>
                </a:lnTo>
                <a:close/>
                <a:moveTo>
                  <a:pt x="1676400" y="485775"/>
                </a:moveTo>
                <a:lnTo>
                  <a:pt x="1685925" y="485775"/>
                </a:lnTo>
                <a:lnTo>
                  <a:pt x="1685925" y="504825"/>
                </a:lnTo>
                <a:lnTo>
                  <a:pt x="1676400" y="504825"/>
                </a:lnTo>
                <a:close/>
                <a:moveTo>
                  <a:pt x="523875" y="495300"/>
                </a:moveTo>
                <a:lnTo>
                  <a:pt x="533400" y="495300"/>
                </a:lnTo>
                <a:lnTo>
                  <a:pt x="533400" y="504825"/>
                </a:lnTo>
                <a:lnTo>
                  <a:pt x="523875" y="504825"/>
                </a:lnTo>
                <a:close/>
                <a:moveTo>
                  <a:pt x="1352550" y="495300"/>
                </a:moveTo>
                <a:lnTo>
                  <a:pt x="1362075" y="495300"/>
                </a:lnTo>
                <a:lnTo>
                  <a:pt x="1362075" y="504825"/>
                </a:lnTo>
                <a:lnTo>
                  <a:pt x="1352550" y="504825"/>
                </a:lnTo>
                <a:close/>
                <a:moveTo>
                  <a:pt x="2266950" y="495300"/>
                </a:moveTo>
                <a:lnTo>
                  <a:pt x="2276475" y="495300"/>
                </a:lnTo>
                <a:lnTo>
                  <a:pt x="2276475" y="504825"/>
                </a:lnTo>
                <a:lnTo>
                  <a:pt x="2266950" y="504825"/>
                </a:lnTo>
                <a:close/>
                <a:moveTo>
                  <a:pt x="66675" y="504825"/>
                </a:moveTo>
                <a:lnTo>
                  <a:pt x="76200" y="504825"/>
                </a:lnTo>
                <a:lnTo>
                  <a:pt x="76200" y="514350"/>
                </a:lnTo>
                <a:lnTo>
                  <a:pt x="66675" y="514350"/>
                </a:lnTo>
                <a:close/>
                <a:moveTo>
                  <a:pt x="857250" y="504825"/>
                </a:moveTo>
                <a:lnTo>
                  <a:pt x="876300" y="504825"/>
                </a:lnTo>
                <a:lnTo>
                  <a:pt x="876300" y="533400"/>
                </a:lnTo>
                <a:lnTo>
                  <a:pt x="857250" y="533400"/>
                </a:lnTo>
                <a:close/>
                <a:moveTo>
                  <a:pt x="1343025" y="504825"/>
                </a:moveTo>
                <a:lnTo>
                  <a:pt x="1352550" y="504825"/>
                </a:lnTo>
                <a:lnTo>
                  <a:pt x="1352550" y="514350"/>
                </a:lnTo>
                <a:lnTo>
                  <a:pt x="1343025" y="514350"/>
                </a:lnTo>
                <a:close/>
                <a:moveTo>
                  <a:pt x="1685925" y="504825"/>
                </a:moveTo>
                <a:lnTo>
                  <a:pt x="1695450" y="504825"/>
                </a:lnTo>
                <a:lnTo>
                  <a:pt x="1695450" y="514350"/>
                </a:lnTo>
                <a:lnTo>
                  <a:pt x="1685925" y="514350"/>
                </a:lnTo>
                <a:close/>
                <a:moveTo>
                  <a:pt x="2114550" y="504825"/>
                </a:moveTo>
                <a:lnTo>
                  <a:pt x="2124075" y="504825"/>
                </a:lnTo>
                <a:lnTo>
                  <a:pt x="2124075" y="514350"/>
                </a:lnTo>
                <a:lnTo>
                  <a:pt x="2114550" y="514350"/>
                </a:lnTo>
                <a:close/>
                <a:moveTo>
                  <a:pt x="2295525" y="504825"/>
                </a:moveTo>
                <a:lnTo>
                  <a:pt x="2305050" y="504825"/>
                </a:lnTo>
                <a:lnTo>
                  <a:pt x="2305050" y="514350"/>
                </a:lnTo>
                <a:lnTo>
                  <a:pt x="2295525" y="514350"/>
                </a:lnTo>
                <a:close/>
                <a:moveTo>
                  <a:pt x="466725" y="514350"/>
                </a:moveTo>
                <a:lnTo>
                  <a:pt x="504825" y="514350"/>
                </a:lnTo>
                <a:lnTo>
                  <a:pt x="504825" y="523875"/>
                </a:lnTo>
                <a:lnTo>
                  <a:pt x="485775" y="523875"/>
                </a:lnTo>
                <a:lnTo>
                  <a:pt x="485775" y="533400"/>
                </a:lnTo>
                <a:lnTo>
                  <a:pt x="457200" y="533400"/>
                </a:lnTo>
                <a:lnTo>
                  <a:pt x="457200" y="542925"/>
                </a:lnTo>
                <a:lnTo>
                  <a:pt x="447675" y="542925"/>
                </a:lnTo>
                <a:lnTo>
                  <a:pt x="447675" y="523875"/>
                </a:lnTo>
                <a:lnTo>
                  <a:pt x="466725" y="523875"/>
                </a:lnTo>
                <a:close/>
                <a:moveTo>
                  <a:pt x="676275" y="514350"/>
                </a:moveTo>
                <a:lnTo>
                  <a:pt x="695325" y="514350"/>
                </a:lnTo>
                <a:lnTo>
                  <a:pt x="695325" y="533400"/>
                </a:lnTo>
                <a:lnTo>
                  <a:pt x="676275" y="533400"/>
                </a:lnTo>
                <a:close/>
                <a:moveTo>
                  <a:pt x="723900" y="514350"/>
                </a:moveTo>
                <a:lnTo>
                  <a:pt x="733425" y="514350"/>
                </a:lnTo>
                <a:lnTo>
                  <a:pt x="733425" y="523875"/>
                </a:lnTo>
                <a:lnTo>
                  <a:pt x="723900" y="523875"/>
                </a:lnTo>
                <a:close/>
                <a:moveTo>
                  <a:pt x="1266825" y="514350"/>
                </a:moveTo>
                <a:lnTo>
                  <a:pt x="1285875" y="514350"/>
                </a:lnTo>
                <a:lnTo>
                  <a:pt x="1285875" y="533400"/>
                </a:lnTo>
                <a:lnTo>
                  <a:pt x="1266825" y="533400"/>
                </a:lnTo>
                <a:close/>
                <a:moveTo>
                  <a:pt x="1485900" y="514350"/>
                </a:moveTo>
                <a:lnTo>
                  <a:pt x="1495425" y="514350"/>
                </a:lnTo>
                <a:lnTo>
                  <a:pt x="1495425" y="523875"/>
                </a:lnTo>
                <a:lnTo>
                  <a:pt x="1485900" y="523875"/>
                </a:lnTo>
                <a:close/>
                <a:moveTo>
                  <a:pt x="1924050" y="514350"/>
                </a:moveTo>
                <a:lnTo>
                  <a:pt x="1933575" y="514350"/>
                </a:lnTo>
                <a:lnTo>
                  <a:pt x="1933575" y="523875"/>
                </a:lnTo>
                <a:lnTo>
                  <a:pt x="1924050" y="523875"/>
                </a:lnTo>
                <a:close/>
                <a:moveTo>
                  <a:pt x="1943100" y="514350"/>
                </a:moveTo>
                <a:lnTo>
                  <a:pt x="1952625" y="514350"/>
                </a:lnTo>
                <a:lnTo>
                  <a:pt x="1952625" y="523875"/>
                </a:lnTo>
                <a:lnTo>
                  <a:pt x="1943100" y="523875"/>
                </a:lnTo>
                <a:close/>
                <a:moveTo>
                  <a:pt x="2019300" y="514350"/>
                </a:moveTo>
                <a:lnTo>
                  <a:pt x="2028825" y="514350"/>
                </a:lnTo>
                <a:lnTo>
                  <a:pt x="2028825" y="533400"/>
                </a:lnTo>
                <a:lnTo>
                  <a:pt x="2019300" y="533400"/>
                </a:lnTo>
                <a:close/>
                <a:moveTo>
                  <a:pt x="2447925" y="514350"/>
                </a:moveTo>
                <a:lnTo>
                  <a:pt x="2457450" y="514350"/>
                </a:lnTo>
                <a:lnTo>
                  <a:pt x="2457450" y="523875"/>
                </a:lnTo>
                <a:lnTo>
                  <a:pt x="2447925" y="523875"/>
                </a:lnTo>
                <a:close/>
                <a:moveTo>
                  <a:pt x="542925" y="523875"/>
                </a:moveTo>
                <a:lnTo>
                  <a:pt x="552450" y="523875"/>
                </a:lnTo>
                <a:lnTo>
                  <a:pt x="552450" y="533400"/>
                </a:lnTo>
                <a:lnTo>
                  <a:pt x="561975" y="533400"/>
                </a:lnTo>
                <a:lnTo>
                  <a:pt x="561975" y="552450"/>
                </a:lnTo>
                <a:lnTo>
                  <a:pt x="542925" y="552450"/>
                </a:lnTo>
                <a:close/>
                <a:moveTo>
                  <a:pt x="733425" y="523875"/>
                </a:moveTo>
                <a:lnTo>
                  <a:pt x="752475" y="523875"/>
                </a:lnTo>
                <a:lnTo>
                  <a:pt x="752475" y="542925"/>
                </a:lnTo>
                <a:lnTo>
                  <a:pt x="714375" y="542925"/>
                </a:lnTo>
                <a:lnTo>
                  <a:pt x="714375" y="533400"/>
                </a:lnTo>
                <a:lnTo>
                  <a:pt x="733425" y="533400"/>
                </a:lnTo>
                <a:close/>
                <a:moveTo>
                  <a:pt x="962025" y="523875"/>
                </a:moveTo>
                <a:lnTo>
                  <a:pt x="981075" y="523875"/>
                </a:lnTo>
                <a:lnTo>
                  <a:pt x="981075" y="533400"/>
                </a:lnTo>
                <a:lnTo>
                  <a:pt x="962025" y="533400"/>
                </a:lnTo>
                <a:close/>
                <a:moveTo>
                  <a:pt x="1200150" y="523875"/>
                </a:moveTo>
                <a:lnTo>
                  <a:pt x="1238250" y="523875"/>
                </a:lnTo>
                <a:lnTo>
                  <a:pt x="1238250" y="542925"/>
                </a:lnTo>
                <a:lnTo>
                  <a:pt x="1200150" y="542925"/>
                </a:lnTo>
                <a:close/>
                <a:moveTo>
                  <a:pt x="1495425" y="523875"/>
                </a:moveTo>
                <a:lnTo>
                  <a:pt x="1504950" y="523875"/>
                </a:lnTo>
                <a:lnTo>
                  <a:pt x="1504950" y="533400"/>
                </a:lnTo>
                <a:lnTo>
                  <a:pt x="1495425" y="533400"/>
                </a:lnTo>
                <a:close/>
                <a:moveTo>
                  <a:pt x="390525" y="533400"/>
                </a:moveTo>
                <a:lnTo>
                  <a:pt x="428625" y="533400"/>
                </a:lnTo>
                <a:lnTo>
                  <a:pt x="428625" y="542925"/>
                </a:lnTo>
                <a:lnTo>
                  <a:pt x="419100" y="542925"/>
                </a:lnTo>
                <a:lnTo>
                  <a:pt x="419100" y="552450"/>
                </a:lnTo>
                <a:lnTo>
                  <a:pt x="381000" y="552450"/>
                </a:lnTo>
                <a:lnTo>
                  <a:pt x="381000" y="561975"/>
                </a:lnTo>
                <a:lnTo>
                  <a:pt x="371475" y="561975"/>
                </a:lnTo>
                <a:lnTo>
                  <a:pt x="371475" y="542925"/>
                </a:lnTo>
                <a:lnTo>
                  <a:pt x="390525" y="542925"/>
                </a:lnTo>
                <a:close/>
                <a:moveTo>
                  <a:pt x="695325" y="533400"/>
                </a:moveTo>
                <a:lnTo>
                  <a:pt x="704850" y="533400"/>
                </a:lnTo>
                <a:lnTo>
                  <a:pt x="704850" y="552450"/>
                </a:lnTo>
                <a:lnTo>
                  <a:pt x="685800" y="552450"/>
                </a:lnTo>
                <a:lnTo>
                  <a:pt x="685800" y="561975"/>
                </a:lnTo>
                <a:lnTo>
                  <a:pt x="657225" y="561975"/>
                </a:lnTo>
                <a:lnTo>
                  <a:pt x="657225" y="571500"/>
                </a:lnTo>
                <a:lnTo>
                  <a:pt x="647700" y="571500"/>
                </a:lnTo>
                <a:lnTo>
                  <a:pt x="647700" y="552450"/>
                </a:lnTo>
                <a:lnTo>
                  <a:pt x="666750" y="552450"/>
                </a:lnTo>
                <a:lnTo>
                  <a:pt x="666750" y="542925"/>
                </a:lnTo>
                <a:lnTo>
                  <a:pt x="695325" y="542925"/>
                </a:lnTo>
                <a:close/>
                <a:moveTo>
                  <a:pt x="952500" y="533400"/>
                </a:moveTo>
                <a:lnTo>
                  <a:pt x="962025" y="533400"/>
                </a:lnTo>
                <a:lnTo>
                  <a:pt x="962025" y="542925"/>
                </a:lnTo>
                <a:lnTo>
                  <a:pt x="952500" y="542925"/>
                </a:lnTo>
                <a:close/>
                <a:moveTo>
                  <a:pt x="981075" y="533400"/>
                </a:moveTo>
                <a:lnTo>
                  <a:pt x="1028700" y="533400"/>
                </a:lnTo>
                <a:lnTo>
                  <a:pt x="1028700" y="542925"/>
                </a:lnTo>
                <a:lnTo>
                  <a:pt x="1066800" y="542925"/>
                </a:lnTo>
                <a:lnTo>
                  <a:pt x="1066800" y="552450"/>
                </a:lnTo>
                <a:lnTo>
                  <a:pt x="1114425" y="552450"/>
                </a:lnTo>
                <a:lnTo>
                  <a:pt x="1114425" y="571500"/>
                </a:lnTo>
                <a:lnTo>
                  <a:pt x="1085850" y="571500"/>
                </a:lnTo>
                <a:lnTo>
                  <a:pt x="1085850" y="561975"/>
                </a:lnTo>
                <a:lnTo>
                  <a:pt x="1038225" y="561975"/>
                </a:lnTo>
                <a:lnTo>
                  <a:pt x="1038225" y="552450"/>
                </a:lnTo>
                <a:lnTo>
                  <a:pt x="1000125" y="552450"/>
                </a:lnTo>
                <a:lnTo>
                  <a:pt x="1000125" y="542925"/>
                </a:lnTo>
                <a:lnTo>
                  <a:pt x="981075" y="542925"/>
                </a:lnTo>
                <a:close/>
                <a:moveTo>
                  <a:pt x="1504950" y="533400"/>
                </a:moveTo>
                <a:lnTo>
                  <a:pt x="1514475" y="533400"/>
                </a:lnTo>
                <a:lnTo>
                  <a:pt x="1514475" y="542925"/>
                </a:lnTo>
                <a:lnTo>
                  <a:pt x="1504950" y="542925"/>
                </a:lnTo>
                <a:close/>
                <a:moveTo>
                  <a:pt x="2286000" y="533400"/>
                </a:moveTo>
                <a:lnTo>
                  <a:pt x="2295525" y="533400"/>
                </a:lnTo>
                <a:lnTo>
                  <a:pt x="2295525" y="542925"/>
                </a:lnTo>
                <a:lnTo>
                  <a:pt x="2286000" y="542925"/>
                </a:lnTo>
                <a:close/>
                <a:moveTo>
                  <a:pt x="352425" y="542925"/>
                </a:moveTo>
                <a:lnTo>
                  <a:pt x="361950" y="542925"/>
                </a:lnTo>
                <a:lnTo>
                  <a:pt x="361950" y="561975"/>
                </a:lnTo>
                <a:lnTo>
                  <a:pt x="342900" y="561975"/>
                </a:lnTo>
                <a:lnTo>
                  <a:pt x="342900" y="571500"/>
                </a:lnTo>
                <a:lnTo>
                  <a:pt x="323850" y="571500"/>
                </a:lnTo>
                <a:lnTo>
                  <a:pt x="323850" y="561975"/>
                </a:lnTo>
                <a:lnTo>
                  <a:pt x="314325" y="561975"/>
                </a:lnTo>
                <a:lnTo>
                  <a:pt x="314325" y="552450"/>
                </a:lnTo>
                <a:lnTo>
                  <a:pt x="352425" y="552450"/>
                </a:lnTo>
                <a:close/>
                <a:moveTo>
                  <a:pt x="971550" y="542925"/>
                </a:moveTo>
                <a:lnTo>
                  <a:pt x="981075" y="542925"/>
                </a:lnTo>
                <a:lnTo>
                  <a:pt x="981075" y="552450"/>
                </a:lnTo>
                <a:lnTo>
                  <a:pt x="971550" y="552450"/>
                </a:lnTo>
                <a:close/>
                <a:moveTo>
                  <a:pt x="1924050" y="542925"/>
                </a:moveTo>
                <a:lnTo>
                  <a:pt x="1943100" y="542925"/>
                </a:lnTo>
                <a:lnTo>
                  <a:pt x="1943100" y="552450"/>
                </a:lnTo>
                <a:lnTo>
                  <a:pt x="1933575" y="552450"/>
                </a:lnTo>
                <a:lnTo>
                  <a:pt x="1933575" y="561975"/>
                </a:lnTo>
                <a:lnTo>
                  <a:pt x="1914525" y="561975"/>
                </a:lnTo>
                <a:lnTo>
                  <a:pt x="1914525" y="552450"/>
                </a:lnTo>
                <a:lnTo>
                  <a:pt x="1924050" y="552450"/>
                </a:lnTo>
                <a:close/>
                <a:moveTo>
                  <a:pt x="2105025" y="542925"/>
                </a:moveTo>
                <a:lnTo>
                  <a:pt x="2114550" y="542925"/>
                </a:lnTo>
                <a:lnTo>
                  <a:pt x="2114550" y="552450"/>
                </a:lnTo>
                <a:lnTo>
                  <a:pt x="2105025" y="552450"/>
                </a:lnTo>
                <a:close/>
                <a:moveTo>
                  <a:pt x="866775" y="552450"/>
                </a:moveTo>
                <a:lnTo>
                  <a:pt x="885825" y="552450"/>
                </a:lnTo>
                <a:lnTo>
                  <a:pt x="885825" y="600075"/>
                </a:lnTo>
                <a:lnTo>
                  <a:pt x="895350" y="600075"/>
                </a:lnTo>
                <a:lnTo>
                  <a:pt x="895350" y="609600"/>
                </a:lnTo>
                <a:lnTo>
                  <a:pt x="885825" y="609600"/>
                </a:lnTo>
                <a:lnTo>
                  <a:pt x="885825" y="619125"/>
                </a:lnTo>
                <a:lnTo>
                  <a:pt x="876300" y="619125"/>
                </a:lnTo>
                <a:lnTo>
                  <a:pt x="876300" y="628650"/>
                </a:lnTo>
                <a:lnTo>
                  <a:pt x="828675" y="628650"/>
                </a:lnTo>
                <a:lnTo>
                  <a:pt x="828675" y="609600"/>
                </a:lnTo>
                <a:lnTo>
                  <a:pt x="876300" y="609600"/>
                </a:lnTo>
                <a:lnTo>
                  <a:pt x="876300" y="590550"/>
                </a:lnTo>
                <a:lnTo>
                  <a:pt x="866775" y="590550"/>
                </a:lnTo>
                <a:close/>
                <a:moveTo>
                  <a:pt x="952500" y="552450"/>
                </a:moveTo>
                <a:lnTo>
                  <a:pt x="971550" y="552450"/>
                </a:lnTo>
                <a:lnTo>
                  <a:pt x="971550" y="571500"/>
                </a:lnTo>
                <a:lnTo>
                  <a:pt x="962025" y="571500"/>
                </a:lnTo>
                <a:lnTo>
                  <a:pt x="962025" y="619125"/>
                </a:lnTo>
                <a:lnTo>
                  <a:pt x="952500" y="619125"/>
                </a:lnTo>
                <a:lnTo>
                  <a:pt x="952500" y="657225"/>
                </a:lnTo>
                <a:lnTo>
                  <a:pt x="942975" y="657225"/>
                </a:lnTo>
                <a:lnTo>
                  <a:pt x="942975" y="695325"/>
                </a:lnTo>
                <a:lnTo>
                  <a:pt x="933450" y="695325"/>
                </a:lnTo>
                <a:lnTo>
                  <a:pt x="933450" y="723900"/>
                </a:lnTo>
                <a:lnTo>
                  <a:pt x="923925" y="723900"/>
                </a:lnTo>
                <a:lnTo>
                  <a:pt x="923925" y="752475"/>
                </a:lnTo>
                <a:lnTo>
                  <a:pt x="914400" y="752475"/>
                </a:lnTo>
                <a:lnTo>
                  <a:pt x="914400" y="762000"/>
                </a:lnTo>
                <a:lnTo>
                  <a:pt x="904875" y="762000"/>
                </a:lnTo>
                <a:lnTo>
                  <a:pt x="904875" y="781050"/>
                </a:lnTo>
                <a:lnTo>
                  <a:pt x="895350" y="781050"/>
                </a:lnTo>
                <a:lnTo>
                  <a:pt x="895350" y="752475"/>
                </a:lnTo>
                <a:lnTo>
                  <a:pt x="904875" y="752475"/>
                </a:lnTo>
                <a:lnTo>
                  <a:pt x="904875" y="733425"/>
                </a:lnTo>
                <a:lnTo>
                  <a:pt x="914400" y="733425"/>
                </a:lnTo>
                <a:lnTo>
                  <a:pt x="914400" y="695325"/>
                </a:lnTo>
                <a:lnTo>
                  <a:pt x="923925" y="695325"/>
                </a:lnTo>
                <a:lnTo>
                  <a:pt x="923925" y="666750"/>
                </a:lnTo>
                <a:lnTo>
                  <a:pt x="933450" y="666750"/>
                </a:lnTo>
                <a:lnTo>
                  <a:pt x="933450" y="628650"/>
                </a:lnTo>
                <a:lnTo>
                  <a:pt x="942975" y="628650"/>
                </a:lnTo>
                <a:lnTo>
                  <a:pt x="942975" y="581025"/>
                </a:lnTo>
                <a:lnTo>
                  <a:pt x="952500" y="581025"/>
                </a:lnTo>
                <a:close/>
                <a:moveTo>
                  <a:pt x="1543050" y="552450"/>
                </a:moveTo>
                <a:lnTo>
                  <a:pt x="1552575" y="552450"/>
                </a:lnTo>
                <a:lnTo>
                  <a:pt x="1552575" y="561975"/>
                </a:lnTo>
                <a:lnTo>
                  <a:pt x="1543050" y="561975"/>
                </a:lnTo>
                <a:close/>
                <a:moveTo>
                  <a:pt x="2266950" y="552450"/>
                </a:moveTo>
                <a:lnTo>
                  <a:pt x="2276475" y="552450"/>
                </a:lnTo>
                <a:lnTo>
                  <a:pt x="2276475" y="561975"/>
                </a:lnTo>
                <a:lnTo>
                  <a:pt x="2266950" y="561975"/>
                </a:lnTo>
                <a:close/>
                <a:moveTo>
                  <a:pt x="304800" y="561975"/>
                </a:moveTo>
                <a:lnTo>
                  <a:pt x="314325" y="561975"/>
                </a:lnTo>
                <a:lnTo>
                  <a:pt x="314325" y="581025"/>
                </a:lnTo>
                <a:lnTo>
                  <a:pt x="323850" y="581025"/>
                </a:lnTo>
                <a:lnTo>
                  <a:pt x="323850" y="619125"/>
                </a:lnTo>
                <a:lnTo>
                  <a:pt x="333375" y="619125"/>
                </a:lnTo>
                <a:lnTo>
                  <a:pt x="333375" y="657225"/>
                </a:lnTo>
                <a:lnTo>
                  <a:pt x="323850" y="657225"/>
                </a:lnTo>
                <a:lnTo>
                  <a:pt x="323850" y="647700"/>
                </a:lnTo>
                <a:lnTo>
                  <a:pt x="314325" y="647700"/>
                </a:lnTo>
                <a:lnTo>
                  <a:pt x="314325" y="609600"/>
                </a:lnTo>
                <a:lnTo>
                  <a:pt x="304800" y="609600"/>
                </a:lnTo>
                <a:close/>
                <a:moveTo>
                  <a:pt x="1133475" y="561975"/>
                </a:moveTo>
                <a:lnTo>
                  <a:pt x="1152525" y="561975"/>
                </a:lnTo>
                <a:lnTo>
                  <a:pt x="1152525" y="571500"/>
                </a:lnTo>
                <a:lnTo>
                  <a:pt x="1200150" y="571500"/>
                </a:lnTo>
                <a:lnTo>
                  <a:pt x="1200150" y="581025"/>
                </a:lnTo>
                <a:lnTo>
                  <a:pt x="1209675" y="581025"/>
                </a:lnTo>
                <a:lnTo>
                  <a:pt x="1209675" y="590550"/>
                </a:lnTo>
                <a:lnTo>
                  <a:pt x="1200150" y="590550"/>
                </a:lnTo>
                <a:lnTo>
                  <a:pt x="1200150" y="600075"/>
                </a:lnTo>
                <a:lnTo>
                  <a:pt x="1190625" y="600075"/>
                </a:lnTo>
                <a:lnTo>
                  <a:pt x="1190625" y="590550"/>
                </a:lnTo>
                <a:lnTo>
                  <a:pt x="1171575" y="590550"/>
                </a:lnTo>
                <a:lnTo>
                  <a:pt x="1171575" y="581025"/>
                </a:lnTo>
                <a:lnTo>
                  <a:pt x="1133475" y="581025"/>
                </a:lnTo>
                <a:close/>
                <a:moveTo>
                  <a:pt x="1552575" y="561975"/>
                </a:moveTo>
                <a:lnTo>
                  <a:pt x="1562100" y="561975"/>
                </a:lnTo>
                <a:lnTo>
                  <a:pt x="1562100" y="571500"/>
                </a:lnTo>
                <a:lnTo>
                  <a:pt x="1552575" y="571500"/>
                </a:lnTo>
                <a:close/>
                <a:moveTo>
                  <a:pt x="542925" y="571500"/>
                </a:moveTo>
                <a:lnTo>
                  <a:pt x="561975" y="571500"/>
                </a:lnTo>
                <a:lnTo>
                  <a:pt x="561975" y="600075"/>
                </a:lnTo>
                <a:lnTo>
                  <a:pt x="542925" y="600075"/>
                </a:lnTo>
                <a:close/>
                <a:moveTo>
                  <a:pt x="2266950" y="571500"/>
                </a:moveTo>
                <a:lnTo>
                  <a:pt x="2276475" y="571500"/>
                </a:lnTo>
                <a:lnTo>
                  <a:pt x="2276475" y="581025"/>
                </a:lnTo>
                <a:lnTo>
                  <a:pt x="2266950" y="581025"/>
                </a:lnTo>
                <a:close/>
                <a:moveTo>
                  <a:pt x="2428875" y="571500"/>
                </a:moveTo>
                <a:lnTo>
                  <a:pt x="2438400" y="571500"/>
                </a:lnTo>
                <a:lnTo>
                  <a:pt x="2438400" y="581025"/>
                </a:lnTo>
                <a:lnTo>
                  <a:pt x="2428875" y="581025"/>
                </a:lnTo>
                <a:close/>
                <a:moveTo>
                  <a:pt x="1905000" y="581025"/>
                </a:moveTo>
                <a:lnTo>
                  <a:pt x="1914525" y="581025"/>
                </a:lnTo>
                <a:lnTo>
                  <a:pt x="1914525" y="590550"/>
                </a:lnTo>
                <a:lnTo>
                  <a:pt x="1905000" y="590550"/>
                </a:lnTo>
                <a:close/>
                <a:moveTo>
                  <a:pt x="76200" y="590550"/>
                </a:moveTo>
                <a:lnTo>
                  <a:pt x="85725" y="590550"/>
                </a:lnTo>
                <a:lnTo>
                  <a:pt x="85725" y="609600"/>
                </a:lnTo>
                <a:lnTo>
                  <a:pt x="76200" y="609600"/>
                </a:lnTo>
                <a:close/>
                <a:moveTo>
                  <a:pt x="1209675" y="590550"/>
                </a:moveTo>
                <a:lnTo>
                  <a:pt x="1219200" y="590550"/>
                </a:lnTo>
                <a:lnTo>
                  <a:pt x="1219200" y="609600"/>
                </a:lnTo>
                <a:lnTo>
                  <a:pt x="1200150" y="609600"/>
                </a:lnTo>
                <a:lnTo>
                  <a:pt x="1200150" y="600075"/>
                </a:lnTo>
                <a:lnTo>
                  <a:pt x="1209675" y="600075"/>
                </a:lnTo>
                <a:close/>
                <a:moveTo>
                  <a:pt x="1638300" y="590550"/>
                </a:moveTo>
                <a:lnTo>
                  <a:pt x="1647825" y="590550"/>
                </a:lnTo>
                <a:lnTo>
                  <a:pt x="1647825" y="600075"/>
                </a:lnTo>
                <a:lnTo>
                  <a:pt x="1638300" y="600075"/>
                </a:lnTo>
                <a:close/>
                <a:moveTo>
                  <a:pt x="1704975" y="590550"/>
                </a:moveTo>
                <a:lnTo>
                  <a:pt x="1714500" y="590550"/>
                </a:lnTo>
                <a:lnTo>
                  <a:pt x="1714500" y="600075"/>
                </a:lnTo>
                <a:lnTo>
                  <a:pt x="1704975" y="600075"/>
                </a:lnTo>
                <a:close/>
                <a:moveTo>
                  <a:pt x="2009775" y="590550"/>
                </a:moveTo>
                <a:lnTo>
                  <a:pt x="2019300" y="590550"/>
                </a:lnTo>
                <a:lnTo>
                  <a:pt x="2019300" y="609600"/>
                </a:lnTo>
                <a:lnTo>
                  <a:pt x="2009775" y="609600"/>
                </a:lnTo>
                <a:close/>
                <a:moveTo>
                  <a:pt x="2247900" y="590550"/>
                </a:moveTo>
                <a:lnTo>
                  <a:pt x="2257425" y="590550"/>
                </a:lnTo>
                <a:lnTo>
                  <a:pt x="2257425" y="600075"/>
                </a:lnTo>
                <a:lnTo>
                  <a:pt x="2247900" y="600075"/>
                </a:lnTo>
                <a:close/>
                <a:moveTo>
                  <a:pt x="2266950" y="590550"/>
                </a:moveTo>
                <a:lnTo>
                  <a:pt x="2276475" y="590550"/>
                </a:lnTo>
                <a:lnTo>
                  <a:pt x="2276475" y="600075"/>
                </a:lnTo>
                <a:lnTo>
                  <a:pt x="2266950" y="600075"/>
                </a:lnTo>
                <a:close/>
                <a:moveTo>
                  <a:pt x="533400" y="600075"/>
                </a:moveTo>
                <a:lnTo>
                  <a:pt x="542925" y="600075"/>
                </a:lnTo>
                <a:lnTo>
                  <a:pt x="542925" y="619125"/>
                </a:lnTo>
                <a:lnTo>
                  <a:pt x="523875" y="619125"/>
                </a:lnTo>
                <a:lnTo>
                  <a:pt x="523875" y="609600"/>
                </a:lnTo>
                <a:lnTo>
                  <a:pt x="533400" y="609600"/>
                </a:lnTo>
                <a:close/>
                <a:moveTo>
                  <a:pt x="1543050" y="600075"/>
                </a:moveTo>
                <a:lnTo>
                  <a:pt x="1552575" y="600075"/>
                </a:lnTo>
                <a:lnTo>
                  <a:pt x="1552575" y="609600"/>
                </a:lnTo>
                <a:lnTo>
                  <a:pt x="1543050" y="609600"/>
                </a:lnTo>
                <a:close/>
                <a:moveTo>
                  <a:pt x="1619250" y="600075"/>
                </a:moveTo>
                <a:lnTo>
                  <a:pt x="1628775" y="600075"/>
                </a:lnTo>
                <a:lnTo>
                  <a:pt x="1628775" y="609600"/>
                </a:lnTo>
                <a:lnTo>
                  <a:pt x="1619250" y="609600"/>
                </a:lnTo>
                <a:close/>
                <a:moveTo>
                  <a:pt x="1743075" y="600075"/>
                </a:moveTo>
                <a:lnTo>
                  <a:pt x="1752600" y="600075"/>
                </a:lnTo>
                <a:lnTo>
                  <a:pt x="1752600" y="609600"/>
                </a:lnTo>
                <a:lnTo>
                  <a:pt x="1743075" y="609600"/>
                </a:lnTo>
                <a:close/>
                <a:moveTo>
                  <a:pt x="561975" y="609600"/>
                </a:moveTo>
                <a:lnTo>
                  <a:pt x="571500" y="609600"/>
                </a:lnTo>
                <a:lnTo>
                  <a:pt x="571500" y="619125"/>
                </a:lnTo>
                <a:lnTo>
                  <a:pt x="561975" y="619125"/>
                </a:lnTo>
                <a:close/>
                <a:moveTo>
                  <a:pt x="1038225" y="609600"/>
                </a:moveTo>
                <a:lnTo>
                  <a:pt x="1104900" y="609600"/>
                </a:lnTo>
                <a:lnTo>
                  <a:pt x="1104900" y="619125"/>
                </a:lnTo>
                <a:lnTo>
                  <a:pt x="1095375" y="619125"/>
                </a:lnTo>
                <a:lnTo>
                  <a:pt x="1095375" y="628650"/>
                </a:lnTo>
                <a:lnTo>
                  <a:pt x="1028700" y="628650"/>
                </a:lnTo>
                <a:lnTo>
                  <a:pt x="1028700" y="619125"/>
                </a:lnTo>
                <a:lnTo>
                  <a:pt x="1038225" y="619125"/>
                </a:lnTo>
                <a:close/>
                <a:moveTo>
                  <a:pt x="1600200" y="609600"/>
                </a:moveTo>
                <a:lnTo>
                  <a:pt x="1609725" y="609600"/>
                </a:lnTo>
                <a:lnTo>
                  <a:pt x="1609725" y="619125"/>
                </a:lnTo>
                <a:lnTo>
                  <a:pt x="1600200" y="619125"/>
                </a:lnTo>
                <a:close/>
                <a:moveTo>
                  <a:pt x="1781175" y="609600"/>
                </a:moveTo>
                <a:lnTo>
                  <a:pt x="1790700" y="609600"/>
                </a:lnTo>
                <a:lnTo>
                  <a:pt x="1790700" y="619125"/>
                </a:lnTo>
                <a:lnTo>
                  <a:pt x="1781175" y="619125"/>
                </a:lnTo>
                <a:close/>
                <a:moveTo>
                  <a:pt x="2419350" y="609600"/>
                </a:moveTo>
                <a:lnTo>
                  <a:pt x="2428875" y="609600"/>
                </a:lnTo>
                <a:lnTo>
                  <a:pt x="2428875" y="619125"/>
                </a:lnTo>
                <a:lnTo>
                  <a:pt x="2419350" y="619125"/>
                </a:lnTo>
                <a:close/>
                <a:moveTo>
                  <a:pt x="762000" y="619125"/>
                </a:moveTo>
                <a:lnTo>
                  <a:pt x="800100" y="619125"/>
                </a:lnTo>
                <a:lnTo>
                  <a:pt x="800100" y="638175"/>
                </a:lnTo>
                <a:lnTo>
                  <a:pt x="762000" y="638175"/>
                </a:lnTo>
                <a:close/>
                <a:moveTo>
                  <a:pt x="1104900" y="619125"/>
                </a:moveTo>
                <a:lnTo>
                  <a:pt x="1114425" y="619125"/>
                </a:lnTo>
                <a:lnTo>
                  <a:pt x="1114425" y="628650"/>
                </a:lnTo>
                <a:lnTo>
                  <a:pt x="1104900" y="628650"/>
                </a:lnTo>
                <a:close/>
                <a:moveTo>
                  <a:pt x="1200150" y="619125"/>
                </a:moveTo>
                <a:lnTo>
                  <a:pt x="1219200" y="619125"/>
                </a:lnTo>
                <a:lnTo>
                  <a:pt x="1219200" y="638175"/>
                </a:lnTo>
                <a:lnTo>
                  <a:pt x="1209675" y="638175"/>
                </a:lnTo>
                <a:lnTo>
                  <a:pt x="1209675" y="666750"/>
                </a:lnTo>
                <a:lnTo>
                  <a:pt x="1190625" y="666750"/>
                </a:lnTo>
                <a:lnTo>
                  <a:pt x="1190625" y="647700"/>
                </a:lnTo>
                <a:lnTo>
                  <a:pt x="1200150" y="647700"/>
                </a:lnTo>
                <a:close/>
                <a:moveTo>
                  <a:pt x="1581150" y="619125"/>
                </a:moveTo>
                <a:lnTo>
                  <a:pt x="1590675" y="619125"/>
                </a:lnTo>
                <a:lnTo>
                  <a:pt x="1590675" y="628650"/>
                </a:lnTo>
                <a:lnTo>
                  <a:pt x="1581150" y="628650"/>
                </a:lnTo>
                <a:close/>
                <a:moveTo>
                  <a:pt x="1819275" y="619125"/>
                </a:moveTo>
                <a:lnTo>
                  <a:pt x="1828800" y="619125"/>
                </a:lnTo>
                <a:lnTo>
                  <a:pt x="1828800" y="628650"/>
                </a:lnTo>
                <a:lnTo>
                  <a:pt x="1819275" y="628650"/>
                </a:lnTo>
                <a:close/>
                <a:moveTo>
                  <a:pt x="1866900" y="619125"/>
                </a:moveTo>
                <a:lnTo>
                  <a:pt x="1876425" y="619125"/>
                </a:lnTo>
                <a:lnTo>
                  <a:pt x="1876425" y="628650"/>
                </a:lnTo>
                <a:lnTo>
                  <a:pt x="1866900" y="628650"/>
                </a:lnTo>
                <a:close/>
                <a:moveTo>
                  <a:pt x="2152650" y="619125"/>
                </a:moveTo>
                <a:lnTo>
                  <a:pt x="2162175" y="619125"/>
                </a:lnTo>
                <a:lnTo>
                  <a:pt x="2162175" y="628650"/>
                </a:lnTo>
                <a:lnTo>
                  <a:pt x="2152650" y="628650"/>
                </a:lnTo>
                <a:close/>
                <a:moveTo>
                  <a:pt x="381000" y="628650"/>
                </a:moveTo>
                <a:lnTo>
                  <a:pt x="466725" y="628650"/>
                </a:lnTo>
                <a:lnTo>
                  <a:pt x="466725" y="638175"/>
                </a:lnTo>
                <a:lnTo>
                  <a:pt x="457200" y="638175"/>
                </a:lnTo>
                <a:lnTo>
                  <a:pt x="457200" y="647700"/>
                </a:lnTo>
                <a:lnTo>
                  <a:pt x="419100" y="647700"/>
                </a:lnTo>
                <a:lnTo>
                  <a:pt x="419100" y="657225"/>
                </a:lnTo>
                <a:lnTo>
                  <a:pt x="409575" y="657225"/>
                </a:lnTo>
                <a:lnTo>
                  <a:pt x="409575" y="638175"/>
                </a:lnTo>
                <a:lnTo>
                  <a:pt x="381000" y="638175"/>
                </a:lnTo>
                <a:close/>
                <a:moveTo>
                  <a:pt x="685800" y="628650"/>
                </a:moveTo>
                <a:lnTo>
                  <a:pt x="723900" y="628650"/>
                </a:lnTo>
                <a:lnTo>
                  <a:pt x="723900" y="647700"/>
                </a:lnTo>
                <a:lnTo>
                  <a:pt x="685800" y="647700"/>
                </a:lnTo>
                <a:lnTo>
                  <a:pt x="685800" y="657225"/>
                </a:lnTo>
                <a:lnTo>
                  <a:pt x="676275" y="657225"/>
                </a:lnTo>
                <a:lnTo>
                  <a:pt x="676275" y="647700"/>
                </a:lnTo>
                <a:lnTo>
                  <a:pt x="657225" y="647700"/>
                </a:lnTo>
                <a:lnTo>
                  <a:pt x="657225" y="638175"/>
                </a:lnTo>
                <a:lnTo>
                  <a:pt x="685800" y="638175"/>
                </a:lnTo>
                <a:close/>
                <a:moveTo>
                  <a:pt x="1543050" y="628650"/>
                </a:moveTo>
                <a:lnTo>
                  <a:pt x="1552575" y="628650"/>
                </a:lnTo>
                <a:lnTo>
                  <a:pt x="1552575" y="638175"/>
                </a:lnTo>
                <a:lnTo>
                  <a:pt x="1543050" y="638175"/>
                </a:lnTo>
                <a:close/>
                <a:moveTo>
                  <a:pt x="2190750" y="628650"/>
                </a:moveTo>
                <a:lnTo>
                  <a:pt x="2200275" y="628650"/>
                </a:lnTo>
                <a:lnTo>
                  <a:pt x="2200275" y="638175"/>
                </a:lnTo>
                <a:lnTo>
                  <a:pt x="2190750" y="638175"/>
                </a:lnTo>
                <a:close/>
                <a:moveTo>
                  <a:pt x="552450" y="638175"/>
                </a:moveTo>
                <a:lnTo>
                  <a:pt x="561975" y="638175"/>
                </a:lnTo>
                <a:lnTo>
                  <a:pt x="561975" y="647700"/>
                </a:lnTo>
                <a:lnTo>
                  <a:pt x="552450" y="647700"/>
                </a:lnTo>
                <a:close/>
                <a:moveTo>
                  <a:pt x="600075" y="638175"/>
                </a:moveTo>
                <a:lnTo>
                  <a:pt x="619125" y="638175"/>
                </a:lnTo>
                <a:lnTo>
                  <a:pt x="619125" y="657225"/>
                </a:lnTo>
                <a:lnTo>
                  <a:pt x="581025" y="657225"/>
                </a:lnTo>
                <a:lnTo>
                  <a:pt x="581025" y="647700"/>
                </a:lnTo>
                <a:lnTo>
                  <a:pt x="600075" y="647700"/>
                </a:lnTo>
                <a:close/>
                <a:moveTo>
                  <a:pt x="1123950" y="638175"/>
                </a:moveTo>
                <a:lnTo>
                  <a:pt x="1133475" y="638175"/>
                </a:lnTo>
                <a:lnTo>
                  <a:pt x="1133475" y="647700"/>
                </a:lnTo>
                <a:lnTo>
                  <a:pt x="1123950" y="647700"/>
                </a:lnTo>
                <a:close/>
                <a:moveTo>
                  <a:pt x="2228850" y="638175"/>
                </a:moveTo>
                <a:lnTo>
                  <a:pt x="2238375" y="638175"/>
                </a:lnTo>
                <a:lnTo>
                  <a:pt x="2238375" y="647700"/>
                </a:lnTo>
                <a:lnTo>
                  <a:pt x="2228850" y="647700"/>
                </a:lnTo>
                <a:close/>
                <a:moveTo>
                  <a:pt x="2409825" y="638175"/>
                </a:moveTo>
                <a:lnTo>
                  <a:pt x="2419350" y="638175"/>
                </a:lnTo>
                <a:lnTo>
                  <a:pt x="2419350" y="647700"/>
                </a:lnTo>
                <a:lnTo>
                  <a:pt x="2409825" y="647700"/>
                </a:lnTo>
                <a:close/>
                <a:moveTo>
                  <a:pt x="542925" y="647700"/>
                </a:moveTo>
                <a:lnTo>
                  <a:pt x="552450" y="647700"/>
                </a:lnTo>
                <a:lnTo>
                  <a:pt x="552450" y="657225"/>
                </a:lnTo>
                <a:lnTo>
                  <a:pt x="581025" y="657225"/>
                </a:lnTo>
                <a:lnTo>
                  <a:pt x="581025" y="666750"/>
                </a:lnTo>
                <a:lnTo>
                  <a:pt x="542925" y="666750"/>
                </a:lnTo>
                <a:lnTo>
                  <a:pt x="542925" y="676275"/>
                </a:lnTo>
                <a:lnTo>
                  <a:pt x="514350" y="676275"/>
                </a:lnTo>
                <a:lnTo>
                  <a:pt x="514350" y="685800"/>
                </a:lnTo>
                <a:lnTo>
                  <a:pt x="504825" y="685800"/>
                </a:lnTo>
                <a:lnTo>
                  <a:pt x="504825" y="666750"/>
                </a:lnTo>
                <a:lnTo>
                  <a:pt x="514350" y="666750"/>
                </a:lnTo>
                <a:lnTo>
                  <a:pt x="514350" y="657225"/>
                </a:lnTo>
                <a:lnTo>
                  <a:pt x="542925" y="657225"/>
                </a:lnTo>
                <a:close/>
                <a:moveTo>
                  <a:pt x="1133475" y="647700"/>
                </a:moveTo>
                <a:lnTo>
                  <a:pt x="1143000" y="647700"/>
                </a:lnTo>
                <a:lnTo>
                  <a:pt x="1143000" y="657225"/>
                </a:lnTo>
                <a:lnTo>
                  <a:pt x="1133475" y="657225"/>
                </a:lnTo>
                <a:close/>
                <a:moveTo>
                  <a:pt x="1285875" y="647700"/>
                </a:moveTo>
                <a:lnTo>
                  <a:pt x="1295400" y="647700"/>
                </a:lnTo>
                <a:lnTo>
                  <a:pt x="1295400" y="666750"/>
                </a:lnTo>
                <a:lnTo>
                  <a:pt x="1304925" y="666750"/>
                </a:lnTo>
                <a:lnTo>
                  <a:pt x="1304925" y="647700"/>
                </a:lnTo>
                <a:lnTo>
                  <a:pt x="1314450" y="647700"/>
                </a:lnTo>
                <a:lnTo>
                  <a:pt x="1314450" y="666750"/>
                </a:lnTo>
                <a:lnTo>
                  <a:pt x="1323975" y="666750"/>
                </a:lnTo>
                <a:lnTo>
                  <a:pt x="1323975" y="685800"/>
                </a:lnTo>
                <a:lnTo>
                  <a:pt x="1333500" y="685800"/>
                </a:lnTo>
                <a:lnTo>
                  <a:pt x="1333500" y="704850"/>
                </a:lnTo>
                <a:lnTo>
                  <a:pt x="1314450" y="704850"/>
                </a:lnTo>
                <a:lnTo>
                  <a:pt x="1314450" y="685800"/>
                </a:lnTo>
                <a:lnTo>
                  <a:pt x="1304925" y="685800"/>
                </a:lnTo>
                <a:lnTo>
                  <a:pt x="1304925" y="676275"/>
                </a:lnTo>
                <a:lnTo>
                  <a:pt x="1276350" y="676275"/>
                </a:lnTo>
                <a:lnTo>
                  <a:pt x="1276350" y="666750"/>
                </a:lnTo>
                <a:lnTo>
                  <a:pt x="1285875" y="666750"/>
                </a:lnTo>
                <a:close/>
                <a:moveTo>
                  <a:pt x="1857375" y="647700"/>
                </a:moveTo>
                <a:lnTo>
                  <a:pt x="1876425" y="647700"/>
                </a:lnTo>
                <a:lnTo>
                  <a:pt x="1876425" y="657225"/>
                </a:lnTo>
                <a:lnTo>
                  <a:pt x="1857375" y="657225"/>
                </a:lnTo>
                <a:close/>
                <a:moveTo>
                  <a:pt x="1952625" y="647700"/>
                </a:moveTo>
                <a:lnTo>
                  <a:pt x="1962150" y="647700"/>
                </a:lnTo>
                <a:lnTo>
                  <a:pt x="1962150" y="657225"/>
                </a:lnTo>
                <a:lnTo>
                  <a:pt x="1952625" y="657225"/>
                </a:lnTo>
                <a:close/>
                <a:moveTo>
                  <a:pt x="647700" y="657225"/>
                </a:moveTo>
                <a:lnTo>
                  <a:pt x="657225" y="657225"/>
                </a:lnTo>
                <a:lnTo>
                  <a:pt x="657225" y="666750"/>
                </a:lnTo>
                <a:lnTo>
                  <a:pt x="647700" y="666750"/>
                </a:lnTo>
                <a:close/>
                <a:moveTo>
                  <a:pt x="1914525" y="657225"/>
                </a:moveTo>
                <a:lnTo>
                  <a:pt x="1924050" y="657225"/>
                </a:lnTo>
                <a:lnTo>
                  <a:pt x="1924050" y="666750"/>
                </a:lnTo>
                <a:lnTo>
                  <a:pt x="1914525" y="666750"/>
                </a:lnTo>
                <a:close/>
                <a:moveTo>
                  <a:pt x="657225" y="666750"/>
                </a:moveTo>
                <a:lnTo>
                  <a:pt x="676275" y="666750"/>
                </a:lnTo>
                <a:lnTo>
                  <a:pt x="676275" y="676275"/>
                </a:lnTo>
                <a:lnTo>
                  <a:pt x="685800" y="676275"/>
                </a:lnTo>
                <a:lnTo>
                  <a:pt x="685800" y="685800"/>
                </a:lnTo>
                <a:lnTo>
                  <a:pt x="666750" y="685800"/>
                </a:lnTo>
                <a:lnTo>
                  <a:pt x="666750" y="676275"/>
                </a:lnTo>
                <a:lnTo>
                  <a:pt x="657225" y="676275"/>
                </a:lnTo>
                <a:close/>
                <a:moveTo>
                  <a:pt x="990600" y="666750"/>
                </a:moveTo>
                <a:lnTo>
                  <a:pt x="1009650" y="666750"/>
                </a:lnTo>
                <a:lnTo>
                  <a:pt x="1009650" y="704850"/>
                </a:lnTo>
                <a:lnTo>
                  <a:pt x="1019175" y="704850"/>
                </a:lnTo>
                <a:lnTo>
                  <a:pt x="1019175" y="714375"/>
                </a:lnTo>
                <a:lnTo>
                  <a:pt x="1009650" y="714375"/>
                </a:lnTo>
                <a:lnTo>
                  <a:pt x="1009650" y="723900"/>
                </a:lnTo>
                <a:lnTo>
                  <a:pt x="1000125" y="723900"/>
                </a:lnTo>
                <a:lnTo>
                  <a:pt x="1000125" y="695325"/>
                </a:lnTo>
                <a:lnTo>
                  <a:pt x="990600" y="695325"/>
                </a:lnTo>
                <a:close/>
                <a:moveTo>
                  <a:pt x="1952625" y="666750"/>
                </a:moveTo>
                <a:lnTo>
                  <a:pt x="1962150" y="666750"/>
                </a:lnTo>
                <a:lnTo>
                  <a:pt x="1962150" y="676275"/>
                </a:lnTo>
                <a:lnTo>
                  <a:pt x="1952625" y="676275"/>
                </a:lnTo>
                <a:close/>
                <a:moveTo>
                  <a:pt x="323850" y="676275"/>
                </a:moveTo>
                <a:lnTo>
                  <a:pt x="342900" y="676275"/>
                </a:lnTo>
                <a:lnTo>
                  <a:pt x="342900" y="695325"/>
                </a:lnTo>
                <a:lnTo>
                  <a:pt x="352425" y="695325"/>
                </a:lnTo>
                <a:lnTo>
                  <a:pt x="352425" y="733425"/>
                </a:lnTo>
                <a:lnTo>
                  <a:pt x="361950" y="733425"/>
                </a:lnTo>
                <a:lnTo>
                  <a:pt x="361950" y="771525"/>
                </a:lnTo>
                <a:lnTo>
                  <a:pt x="371475" y="771525"/>
                </a:lnTo>
                <a:lnTo>
                  <a:pt x="371475" y="809625"/>
                </a:lnTo>
                <a:lnTo>
                  <a:pt x="381000" y="809625"/>
                </a:lnTo>
                <a:lnTo>
                  <a:pt x="381000" y="847725"/>
                </a:lnTo>
                <a:lnTo>
                  <a:pt x="390525" y="847725"/>
                </a:lnTo>
                <a:lnTo>
                  <a:pt x="390525" y="857250"/>
                </a:lnTo>
                <a:lnTo>
                  <a:pt x="381000" y="857250"/>
                </a:lnTo>
                <a:lnTo>
                  <a:pt x="381000" y="866775"/>
                </a:lnTo>
                <a:lnTo>
                  <a:pt x="371475" y="866775"/>
                </a:lnTo>
                <a:lnTo>
                  <a:pt x="371475" y="838200"/>
                </a:lnTo>
                <a:lnTo>
                  <a:pt x="361950" y="838200"/>
                </a:lnTo>
                <a:lnTo>
                  <a:pt x="361950" y="800100"/>
                </a:lnTo>
                <a:lnTo>
                  <a:pt x="352425" y="800100"/>
                </a:lnTo>
                <a:lnTo>
                  <a:pt x="352425" y="762000"/>
                </a:lnTo>
                <a:lnTo>
                  <a:pt x="342900" y="762000"/>
                </a:lnTo>
                <a:lnTo>
                  <a:pt x="342900" y="723900"/>
                </a:lnTo>
                <a:lnTo>
                  <a:pt x="333375" y="723900"/>
                </a:lnTo>
                <a:lnTo>
                  <a:pt x="333375" y="685800"/>
                </a:lnTo>
                <a:lnTo>
                  <a:pt x="323850" y="685800"/>
                </a:lnTo>
                <a:close/>
                <a:moveTo>
                  <a:pt x="466725" y="676275"/>
                </a:moveTo>
                <a:lnTo>
                  <a:pt x="485775" y="676275"/>
                </a:lnTo>
                <a:lnTo>
                  <a:pt x="485775" y="685800"/>
                </a:lnTo>
                <a:lnTo>
                  <a:pt x="476250" y="685800"/>
                </a:lnTo>
                <a:lnTo>
                  <a:pt x="476250" y="695325"/>
                </a:lnTo>
                <a:lnTo>
                  <a:pt x="466725" y="695325"/>
                </a:lnTo>
                <a:close/>
                <a:moveTo>
                  <a:pt x="1190625" y="676275"/>
                </a:moveTo>
                <a:lnTo>
                  <a:pt x="1209675" y="676275"/>
                </a:lnTo>
                <a:lnTo>
                  <a:pt x="1209675" y="695325"/>
                </a:lnTo>
                <a:lnTo>
                  <a:pt x="1200150" y="695325"/>
                </a:lnTo>
                <a:lnTo>
                  <a:pt x="1200150" y="752475"/>
                </a:lnTo>
                <a:lnTo>
                  <a:pt x="1190625" y="752475"/>
                </a:lnTo>
                <a:lnTo>
                  <a:pt x="1190625" y="762000"/>
                </a:lnTo>
                <a:lnTo>
                  <a:pt x="1181100" y="762000"/>
                </a:lnTo>
                <a:lnTo>
                  <a:pt x="1181100" y="771525"/>
                </a:lnTo>
                <a:lnTo>
                  <a:pt x="1171575" y="771525"/>
                </a:lnTo>
                <a:lnTo>
                  <a:pt x="1171575" y="752475"/>
                </a:lnTo>
                <a:lnTo>
                  <a:pt x="1181100" y="752475"/>
                </a:lnTo>
                <a:lnTo>
                  <a:pt x="1181100" y="704850"/>
                </a:lnTo>
                <a:lnTo>
                  <a:pt x="1190625" y="704850"/>
                </a:lnTo>
                <a:close/>
                <a:moveTo>
                  <a:pt x="1266825" y="676275"/>
                </a:moveTo>
                <a:lnTo>
                  <a:pt x="1276350" y="676275"/>
                </a:lnTo>
                <a:lnTo>
                  <a:pt x="1276350" y="695325"/>
                </a:lnTo>
                <a:lnTo>
                  <a:pt x="1266825" y="695325"/>
                </a:lnTo>
                <a:lnTo>
                  <a:pt x="1266825" y="704850"/>
                </a:lnTo>
                <a:lnTo>
                  <a:pt x="1257300" y="704850"/>
                </a:lnTo>
                <a:lnTo>
                  <a:pt x="1257300" y="685800"/>
                </a:lnTo>
                <a:lnTo>
                  <a:pt x="1266825" y="685800"/>
                </a:lnTo>
                <a:close/>
                <a:moveTo>
                  <a:pt x="1990725" y="676275"/>
                </a:moveTo>
                <a:lnTo>
                  <a:pt x="2000250" y="676275"/>
                </a:lnTo>
                <a:lnTo>
                  <a:pt x="2000250" y="685800"/>
                </a:lnTo>
                <a:lnTo>
                  <a:pt x="1990725" y="685800"/>
                </a:lnTo>
                <a:close/>
                <a:moveTo>
                  <a:pt x="85725" y="685800"/>
                </a:moveTo>
                <a:lnTo>
                  <a:pt x="95250" y="685800"/>
                </a:lnTo>
                <a:lnTo>
                  <a:pt x="95250" y="695325"/>
                </a:lnTo>
                <a:lnTo>
                  <a:pt x="85725" y="695325"/>
                </a:lnTo>
                <a:close/>
                <a:moveTo>
                  <a:pt x="2028825" y="685800"/>
                </a:moveTo>
                <a:lnTo>
                  <a:pt x="2038350" y="685800"/>
                </a:lnTo>
                <a:lnTo>
                  <a:pt x="2038350" y="695325"/>
                </a:lnTo>
                <a:lnTo>
                  <a:pt x="2028825" y="695325"/>
                </a:lnTo>
                <a:close/>
                <a:moveTo>
                  <a:pt x="2286000" y="685800"/>
                </a:moveTo>
                <a:lnTo>
                  <a:pt x="2295525" y="685800"/>
                </a:lnTo>
                <a:lnTo>
                  <a:pt x="2295525" y="695325"/>
                </a:lnTo>
                <a:lnTo>
                  <a:pt x="2286000" y="695325"/>
                </a:lnTo>
                <a:close/>
                <a:moveTo>
                  <a:pt x="657225" y="695325"/>
                </a:moveTo>
                <a:lnTo>
                  <a:pt x="666750" y="695325"/>
                </a:lnTo>
                <a:lnTo>
                  <a:pt x="666750" y="704850"/>
                </a:lnTo>
                <a:lnTo>
                  <a:pt x="657225" y="704850"/>
                </a:lnTo>
                <a:close/>
                <a:moveTo>
                  <a:pt x="1095375" y="695325"/>
                </a:moveTo>
                <a:lnTo>
                  <a:pt x="1104900" y="695325"/>
                </a:lnTo>
                <a:lnTo>
                  <a:pt x="1104900" y="723900"/>
                </a:lnTo>
                <a:lnTo>
                  <a:pt x="1095375" y="723900"/>
                </a:lnTo>
                <a:close/>
                <a:moveTo>
                  <a:pt x="2066925" y="695325"/>
                </a:moveTo>
                <a:lnTo>
                  <a:pt x="2076450" y="695325"/>
                </a:lnTo>
                <a:lnTo>
                  <a:pt x="2076450" y="704850"/>
                </a:lnTo>
                <a:lnTo>
                  <a:pt x="2066925" y="704850"/>
                </a:lnTo>
                <a:close/>
                <a:moveTo>
                  <a:pt x="2324100" y="695325"/>
                </a:moveTo>
                <a:lnTo>
                  <a:pt x="2333625" y="695325"/>
                </a:lnTo>
                <a:lnTo>
                  <a:pt x="2333625" y="704850"/>
                </a:lnTo>
                <a:lnTo>
                  <a:pt x="2324100" y="704850"/>
                </a:lnTo>
                <a:close/>
                <a:moveTo>
                  <a:pt x="647700" y="704850"/>
                </a:moveTo>
                <a:lnTo>
                  <a:pt x="657225" y="704850"/>
                </a:lnTo>
                <a:lnTo>
                  <a:pt x="657225" y="714375"/>
                </a:lnTo>
                <a:lnTo>
                  <a:pt x="647700" y="714375"/>
                </a:lnTo>
                <a:close/>
                <a:moveTo>
                  <a:pt x="1247775" y="704850"/>
                </a:moveTo>
                <a:lnTo>
                  <a:pt x="1257300" y="704850"/>
                </a:lnTo>
                <a:lnTo>
                  <a:pt x="1257300" y="714375"/>
                </a:lnTo>
                <a:lnTo>
                  <a:pt x="1247775" y="714375"/>
                </a:lnTo>
                <a:close/>
                <a:moveTo>
                  <a:pt x="523875" y="714375"/>
                </a:moveTo>
                <a:lnTo>
                  <a:pt x="542925" y="714375"/>
                </a:lnTo>
                <a:lnTo>
                  <a:pt x="542925" y="733425"/>
                </a:lnTo>
                <a:lnTo>
                  <a:pt x="514350" y="733425"/>
                </a:lnTo>
                <a:lnTo>
                  <a:pt x="514350" y="742950"/>
                </a:lnTo>
                <a:lnTo>
                  <a:pt x="504825" y="742950"/>
                </a:lnTo>
                <a:lnTo>
                  <a:pt x="504825" y="733425"/>
                </a:lnTo>
                <a:lnTo>
                  <a:pt x="495300" y="733425"/>
                </a:lnTo>
                <a:lnTo>
                  <a:pt x="495300" y="723900"/>
                </a:lnTo>
                <a:lnTo>
                  <a:pt x="523875" y="723900"/>
                </a:lnTo>
                <a:close/>
                <a:moveTo>
                  <a:pt x="619125" y="714375"/>
                </a:moveTo>
                <a:lnTo>
                  <a:pt x="628650" y="714375"/>
                </a:lnTo>
                <a:lnTo>
                  <a:pt x="628650" y="733425"/>
                </a:lnTo>
                <a:lnTo>
                  <a:pt x="609600" y="733425"/>
                </a:lnTo>
                <a:lnTo>
                  <a:pt x="609600" y="723900"/>
                </a:lnTo>
                <a:lnTo>
                  <a:pt x="619125" y="723900"/>
                </a:lnTo>
                <a:close/>
                <a:moveTo>
                  <a:pt x="1047750" y="714375"/>
                </a:moveTo>
                <a:lnTo>
                  <a:pt x="1057275" y="714375"/>
                </a:lnTo>
                <a:lnTo>
                  <a:pt x="1057275" y="723900"/>
                </a:lnTo>
                <a:lnTo>
                  <a:pt x="1066800" y="723900"/>
                </a:lnTo>
                <a:lnTo>
                  <a:pt x="1066800" y="733425"/>
                </a:lnTo>
                <a:lnTo>
                  <a:pt x="1047750" y="733425"/>
                </a:lnTo>
                <a:close/>
                <a:moveTo>
                  <a:pt x="1238250" y="714375"/>
                </a:moveTo>
                <a:lnTo>
                  <a:pt x="1247775" y="714375"/>
                </a:lnTo>
                <a:lnTo>
                  <a:pt x="1247775" y="733425"/>
                </a:lnTo>
                <a:lnTo>
                  <a:pt x="1238250" y="733425"/>
                </a:lnTo>
                <a:close/>
                <a:moveTo>
                  <a:pt x="2133600" y="714375"/>
                </a:moveTo>
                <a:lnTo>
                  <a:pt x="2143125" y="714375"/>
                </a:lnTo>
                <a:lnTo>
                  <a:pt x="2143125" y="723900"/>
                </a:lnTo>
                <a:lnTo>
                  <a:pt x="2133600" y="723900"/>
                </a:lnTo>
                <a:close/>
                <a:moveTo>
                  <a:pt x="2152650" y="723900"/>
                </a:moveTo>
                <a:lnTo>
                  <a:pt x="2162175" y="723900"/>
                </a:lnTo>
                <a:lnTo>
                  <a:pt x="2162175" y="733425"/>
                </a:lnTo>
                <a:lnTo>
                  <a:pt x="2152650" y="733425"/>
                </a:lnTo>
                <a:close/>
                <a:moveTo>
                  <a:pt x="209550" y="733425"/>
                </a:moveTo>
                <a:lnTo>
                  <a:pt x="219075" y="733425"/>
                </a:lnTo>
                <a:lnTo>
                  <a:pt x="219075" y="742950"/>
                </a:lnTo>
                <a:lnTo>
                  <a:pt x="209550" y="742950"/>
                </a:lnTo>
                <a:close/>
                <a:moveTo>
                  <a:pt x="447675" y="733425"/>
                </a:moveTo>
                <a:lnTo>
                  <a:pt x="466725" y="733425"/>
                </a:lnTo>
                <a:lnTo>
                  <a:pt x="466725" y="762000"/>
                </a:lnTo>
                <a:lnTo>
                  <a:pt x="457200" y="762000"/>
                </a:lnTo>
                <a:lnTo>
                  <a:pt x="457200" y="742950"/>
                </a:lnTo>
                <a:lnTo>
                  <a:pt x="447675" y="742950"/>
                </a:lnTo>
                <a:close/>
                <a:moveTo>
                  <a:pt x="600075" y="733425"/>
                </a:moveTo>
                <a:lnTo>
                  <a:pt x="609600" y="733425"/>
                </a:lnTo>
                <a:lnTo>
                  <a:pt x="609600" y="742950"/>
                </a:lnTo>
                <a:lnTo>
                  <a:pt x="619125" y="742950"/>
                </a:lnTo>
                <a:lnTo>
                  <a:pt x="619125" y="762000"/>
                </a:lnTo>
                <a:lnTo>
                  <a:pt x="600075" y="762000"/>
                </a:lnTo>
                <a:close/>
                <a:moveTo>
                  <a:pt x="647700" y="733425"/>
                </a:moveTo>
                <a:lnTo>
                  <a:pt x="657225" y="733425"/>
                </a:lnTo>
                <a:lnTo>
                  <a:pt x="657225" y="752475"/>
                </a:lnTo>
                <a:lnTo>
                  <a:pt x="647700" y="752475"/>
                </a:lnTo>
                <a:close/>
                <a:moveTo>
                  <a:pt x="666750" y="733425"/>
                </a:moveTo>
                <a:lnTo>
                  <a:pt x="676275" y="733425"/>
                </a:lnTo>
                <a:lnTo>
                  <a:pt x="676275" y="742950"/>
                </a:lnTo>
                <a:lnTo>
                  <a:pt x="666750" y="742950"/>
                </a:lnTo>
                <a:close/>
                <a:moveTo>
                  <a:pt x="1104900" y="733425"/>
                </a:moveTo>
                <a:lnTo>
                  <a:pt x="1114425" y="733425"/>
                </a:lnTo>
                <a:lnTo>
                  <a:pt x="1114425" y="742950"/>
                </a:lnTo>
                <a:lnTo>
                  <a:pt x="1104900" y="742950"/>
                </a:lnTo>
                <a:close/>
                <a:moveTo>
                  <a:pt x="1333500" y="733425"/>
                </a:moveTo>
                <a:lnTo>
                  <a:pt x="1352550" y="733425"/>
                </a:lnTo>
                <a:lnTo>
                  <a:pt x="1352550" y="752475"/>
                </a:lnTo>
                <a:lnTo>
                  <a:pt x="1362075" y="752475"/>
                </a:lnTo>
                <a:lnTo>
                  <a:pt x="1362075" y="762000"/>
                </a:lnTo>
                <a:lnTo>
                  <a:pt x="1352550" y="762000"/>
                </a:lnTo>
                <a:lnTo>
                  <a:pt x="1352550" y="771525"/>
                </a:lnTo>
                <a:lnTo>
                  <a:pt x="1343025" y="771525"/>
                </a:lnTo>
                <a:lnTo>
                  <a:pt x="1343025" y="752475"/>
                </a:lnTo>
                <a:lnTo>
                  <a:pt x="1333500" y="752475"/>
                </a:lnTo>
                <a:close/>
                <a:moveTo>
                  <a:pt x="2162175" y="733425"/>
                </a:moveTo>
                <a:lnTo>
                  <a:pt x="2171700" y="733425"/>
                </a:lnTo>
                <a:lnTo>
                  <a:pt x="2171700" y="742950"/>
                </a:lnTo>
                <a:lnTo>
                  <a:pt x="2162175" y="742950"/>
                </a:lnTo>
                <a:close/>
                <a:moveTo>
                  <a:pt x="1057275" y="742950"/>
                </a:moveTo>
                <a:lnTo>
                  <a:pt x="1076325" y="742950"/>
                </a:lnTo>
                <a:lnTo>
                  <a:pt x="1076325" y="752475"/>
                </a:lnTo>
                <a:lnTo>
                  <a:pt x="1057275" y="752475"/>
                </a:lnTo>
                <a:close/>
                <a:moveTo>
                  <a:pt x="1419225" y="742950"/>
                </a:moveTo>
                <a:lnTo>
                  <a:pt x="1428750" y="742950"/>
                </a:lnTo>
                <a:lnTo>
                  <a:pt x="1428750" y="762000"/>
                </a:lnTo>
                <a:lnTo>
                  <a:pt x="1409700" y="762000"/>
                </a:lnTo>
                <a:lnTo>
                  <a:pt x="1409700" y="771525"/>
                </a:lnTo>
                <a:lnTo>
                  <a:pt x="1390650" y="771525"/>
                </a:lnTo>
                <a:lnTo>
                  <a:pt x="1390650" y="752475"/>
                </a:lnTo>
                <a:lnTo>
                  <a:pt x="1419225" y="752475"/>
                </a:lnTo>
                <a:close/>
                <a:moveTo>
                  <a:pt x="1438275" y="742950"/>
                </a:moveTo>
                <a:lnTo>
                  <a:pt x="1447800" y="742950"/>
                </a:lnTo>
                <a:lnTo>
                  <a:pt x="1447800" y="752475"/>
                </a:lnTo>
                <a:lnTo>
                  <a:pt x="1438275" y="752475"/>
                </a:lnTo>
                <a:close/>
                <a:moveTo>
                  <a:pt x="1790700" y="742950"/>
                </a:moveTo>
                <a:lnTo>
                  <a:pt x="1800225" y="742950"/>
                </a:lnTo>
                <a:lnTo>
                  <a:pt x="1800225" y="752475"/>
                </a:lnTo>
                <a:lnTo>
                  <a:pt x="1790700" y="752475"/>
                </a:lnTo>
                <a:close/>
                <a:moveTo>
                  <a:pt x="76200" y="752475"/>
                </a:moveTo>
                <a:lnTo>
                  <a:pt x="85725" y="752475"/>
                </a:lnTo>
                <a:lnTo>
                  <a:pt x="85725" y="762000"/>
                </a:lnTo>
                <a:lnTo>
                  <a:pt x="95250" y="762000"/>
                </a:lnTo>
                <a:lnTo>
                  <a:pt x="95250" y="752475"/>
                </a:lnTo>
                <a:lnTo>
                  <a:pt x="104775" y="752475"/>
                </a:lnTo>
                <a:lnTo>
                  <a:pt x="104775" y="762000"/>
                </a:lnTo>
                <a:lnTo>
                  <a:pt x="95250" y="762000"/>
                </a:lnTo>
                <a:lnTo>
                  <a:pt x="95250" y="771525"/>
                </a:lnTo>
                <a:lnTo>
                  <a:pt x="85725" y="771525"/>
                </a:lnTo>
                <a:lnTo>
                  <a:pt x="85725" y="800100"/>
                </a:lnTo>
                <a:lnTo>
                  <a:pt x="66675" y="800100"/>
                </a:lnTo>
                <a:lnTo>
                  <a:pt x="66675" y="771525"/>
                </a:lnTo>
                <a:lnTo>
                  <a:pt x="76200" y="771525"/>
                </a:lnTo>
                <a:close/>
                <a:moveTo>
                  <a:pt x="419100" y="752475"/>
                </a:moveTo>
                <a:lnTo>
                  <a:pt x="428625" y="752475"/>
                </a:lnTo>
                <a:lnTo>
                  <a:pt x="428625" y="762000"/>
                </a:lnTo>
                <a:lnTo>
                  <a:pt x="419100" y="762000"/>
                </a:lnTo>
                <a:close/>
                <a:moveTo>
                  <a:pt x="657225" y="752475"/>
                </a:moveTo>
                <a:lnTo>
                  <a:pt x="666750" y="752475"/>
                </a:lnTo>
                <a:lnTo>
                  <a:pt x="666750" y="762000"/>
                </a:lnTo>
                <a:lnTo>
                  <a:pt x="657225" y="762000"/>
                </a:lnTo>
                <a:close/>
                <a:moveTo>
                  <a:pt x="2171700" y="752475"/>
                </a:moveTo>
                <a:lnTo>
                  <a:pt x="2181225" y="752475"/>
                </a:lnTo>
                <a:lnTo>
                  <a:pt x="2181225" y="771525"/>
                </a:lnTo>
                <a:lnTo>
                  <a:pt x="2171700" y="771525"/>
                </a:lnTo>
                <a:close/>
                <a:moveTo>
                  <a:pt x="123825" y="762000"/>
                </a:moveTo>
                <a:lnTo>
                  <a:pt x="133350" y="762000"/>
                </a:lnTo>
                <a:lnTo>
                  <a:pt x="133350" y="771525"/>
                </a:lnTo>
                <a:lnTo>
                  <a:pt x="123825" y="771525"/>
                </a:lnTo>
                <a:close/>
                <a:moveTo>
                  <a:pt x="447675" y="762000"/>
                </a:moveTo>
                <a:lnTo>
                  <a:pt x="457200" y="762000"/>
                </a:lnTo>
                <a:lnTo>
                  <a:pt x="457200" y="771525"/>
                </a:lnTo>
                <a:lnTo>
                  <a:pt x="447675" y="771525"/>
                </a:lnTo>
                <a:close/>
                <a:moveTo>
                  <a:pt x="638175" y="762000"/>
                </a:moveTo>
                <a:lnTo>
                  <a:pt x="657225" y="762000"/>
                </a:lnTo>
                <a:lnTo>
                  <a:pt x="657225" y="771525"/>
                </a:lnTo>
                <a:lnTo>
                  <a:pt x="647700" y="771525"/>
                </a:lnTo>
                <a:lnTo>
                  <a:pt x="647700" y="790575"/>
                </a:lnTo>
                <a:lnTo>
                  <a:pt x="638175" y="790575"/>
                </a:lnTo>
                <a:lnTo>
                  <a:pt x="638175" y="800100"/>
                </a:lnTo>
                <a:lnTo>
                  <a:pt x="628650" y="800100"/>
                </a:lnTo>
                <a:lnTo>
                  <a:pt x="628650" y="781050"/>
                </a:lnTo>
                <a:lnTo>
                  <a:pt x="619125" y="781050"/>
                </a:lnTo>
                <a:lnTo>
                  <a:pt x="619125" y="771525"/>
                </a:lnTo>
                <a:lnTo>
                  <a:pt x="638175" y="771525"/>
                </a:lnTo>
                <a:close/>
                <a:moveTo>
                  <a:pt x="914400" y="762000"/>
                </a:moveTo>
                <a:lnTo>
                  <a:pt x="923925" y="762000"/>
                </a:lnTo>
                <a:lnTo>
                  <a:pt x="923925" y="771525"/>
                </a:lnTo>
                <a:lnTo>
                  <a:pt x="942975" y="771525"/>
                </a:lnTo>
                <a:lnTo>
                  <a:pt x="942975" y="781050"/>
                </a:lnTo>
                <a:lnTo>
                  <a:pt x="962025" y="781050"/>
                </a:lnTo>
                <a:lnTo>
                  <a:pt x="962025" y="800100"/>
                </a:lnTo>
                <a:lnTo>
                  <a:pt x="952500" y="800100"/>
                </a:lnTo>
                <a:lnTo>
                  <a:pt x="952500" y="790575"/>
                </a:lnTo>
                <a:lnTo>
                  <a:pt x="904875" y="790575"/>
                </a:lnTo>
                <a:lnTo>
                  <a:pt x="904875" y="781050"/>
                </a:lnTo>
                <a:lnTo>
                  <a:pt x="914400" y="781050"/>
                </a:lnTo>
                <a:close/>
                <a:moveTo>
                  <a:pt x="1362075" y="762000"/>
                </a:moveTo>
                <a:lnTo>
                  <a:pt x="1371600" y="762000"/>
                </a:lnTo>
                <a:lnTo>
                  <a:pt x="1371600" y="771525"/>
                </a:lnTo>
                <a:lnTo>
                  <a:pt x="1362075" y="771525"/>
                </a:lnTo>
                <a:close/>
                <a:moveTo>
                  <a:pt x="1438275" y="762000"/>
                </a:moveTo>
                <a:lnTo>
                  <a:pt x="1457325" y="762000"/>
                </a:lnTo>
                <a:lnTo>
                  <a:pt x="1457325" y="771525"/>
                </a:lnTo>
                <a:lnTo>
                  <a:pt x="1466850" y="771525"/>
                </a:lnTo>
                <a:lnTo>
                  <a:pt x="1466850" y="781050"/>
                </a:lnTo>
                <a:lnTo>
                  <a:pt x="1476375" y="781050"/>
                </a:lnTo>
                <a:lnTo>
                  <a:pt x="1476375" y="790575"/>
                </a:lnTo>
                <a:lnTo>
                  <a:pt x="1466850" y="790575"/>
                </a:lnTo>
                <a:lnTo>
                  <a:pt x="1466850" y="809625"/>
                </a:lnTo>
                <a:lnTo>
                  <a:pt x="1495425" y="809625"/>
                </a:lnTo>
                <a:lnTo>
                  <a:pt x="1495425" y="847725"/>
                </a:lnTo>
                <a:lnTo>
                  <a:pt x="1504950" y="847725"/>
                </a:lnTo>
                <a:lnTo>
                  <a:pt x="1504950" y="866775"/>
                </a:lnTo>
                <a:lnTo>
                  <a:pt x="1514475" y="866775"/>
                </a:lnTo>
                <a:lnTo>
                  <a:pt x="1514475" y="895350"/>
                </a:lnTo>
                <a:lnTo>
                  <a:pt x="1524000" y="895350"/>
                </a:lnTo>
                <a:lnTo>
                  <a:pt x="1524000" y="923925"/>
                </a:lnTo>
                <a:lnTo>
                  <a:pt x="1533525" y="923925"/>
                </a:lnTo>
                <a:lnTo>
                  <a:pt x="1533525" y="952500"/>
                </a:lnTo>
                <a:lnTo>
                  <a:pt x="1543050" y="952500"/>
                </a:lnTo>
                <a:lnTo>
                  <a:pt x="1543050" y="981075"/>
                </a:lnTo>
                <a:lnTo>
                  <a:pt x="1552575" y="981075"/>
                </a:lnTo>
                <a:lnTo>
                  <a:pt x="1552575" y="1009650"/>
                </a:lnTo>
                <a:lnTo>
                  <a:pt x="1543050" y="1009650"/>
                </a:lnTo>
                <a:lnTo>
                  <a:pt x="1543050" y="1019175"/>
                </a:lnTo>
                <a:lnTo>
                  <a:pt x="1533525" y="1019175"/>
                </a:lnTo>
                <a:lnTo>
                  <a:pt x="1533525" y="1009650"/>
                </a:lnTo>
                <a:lnTo>
                  <a:pt x="1524000" y="1009650"/>
                </a:lnTo>
                <a:lnTo>
                  <a:pt x="1524000" y="981075"/>
                </a:lnTo>
                <a:lnTo>
                  <a:pt x="1514475" y="981075"/>
                </a:lnTo>
                <a:lnTo>
                  <a:pt x="1514475" y="962025"/>
                </a:lnTo>
                <a:lnTo>
                  <a:pt x="1504950" y="962025"/>
                </a:lnTo>
                <a:lnTo>
                  <a:pt x="1504950" y="933450"/>
                </a:lnTo>
                <a:lnTo>
                  <a:pt x="1495425" y="933450"/>
                </a:lnTo>
                <a:lnTo>
                  <a:pt x="1495425" y="904875"/>
                </a:lnTo>
                <a:lnTo>
                  <a:pt x="1485900" y="904875"/>
                </a:lnTo>
                <a:lnTo>
                  <a:pt x="1485900" y="876300"/>
                </a:lnTo>
                <a:lnTo>
                  <a:pt x="1476375" y="876300"/>
                </a:lnTo>
                <a:lnTo>
                  <a:pt x="1476375" y="847725"/>
                </a:lnTo>
                <a:lnTo>
                  <a:pt x="1466850" y="847725"/>
                </a:lnTo>
                <a:lnTo>
                  <a:pt x="1466850" y="819150"/>
                </a:lnTo>
                <a:lnTo>
                  <a:pt x="1457325" y="819150"/>
                </a:lnTo>
                <a:lnTo>
                  <a:pt x="1457325" y="790575"/>
                </a:lnTo>
                <a:lnTo>
                  <a:pt x="1447800" y="790575"/>
                </a:lnTo>
                <a:lnTo>
                  <a:pt x="1447800" y="771525"/>
                </a:lnTo>
                <a:lnTo>
                  <a:pt x="1438275" y="771525"/>
                </a:lnTo>
                <a:close/>
                <a:moveTo>
                  <a:pt x="180975" y="771525"/>
                </a:moveTo>
                <a:lnTo>
                  <a:pt x="200025" y="771525"/>
                </a:lnTo>
                <a:lnTo>
                  <a:pt x="200025" y="790575"/>
                </a:lnTo>
                <a:lnTo>
                  <a:pt x="190500" y="790575"/>
                </a:lnTo>
                <a:lnTo>
                  <a:pt x="190500" y="781050"/>
                </a:lnTo>
                <a:lnTo>
                  <a:pt x="180975" y="781050"/>
                </a:lnTo>
                <a:close/>
                <a:moveTo>
                  <a:pt x="219075" y="771525"/>
                </a:moveTo>
                <a:lnTo>
                  <a:pt x="228600" y="771525"/>
                </a:lnTo>
                <a:lnTo>
                  <a:pt x="228600" y="781050"/>
                </a:lnTo>
                <a:lnTo>
                  <a:pt x="219075" y="781050"/>
                </a:lnTo>
                <a:close/>
                <a:moveTo>
                  <a:pt x="1371600" y="771525"/>
                </a:moveTo>
                <a:lnTo>
                  <a:pt x="1381125" y="771525"/>
                </a:lnTo>
                <a:lnTo>
                  <a:pt x="1381125" y="781050"/>
                </a:lnTo>
                <a:lnTo>
                  <a:pt x="1371600" y="781050"/>
                </a:lnTo>
                <a:close/>
                <a:moveTo>
                  <a:pt x="238125" y="781050"/>
                </a:moveTo>
                <a:lnTo>
                  <a:pt x="257175" y="781050"/>
                </a:lnTo>
                <a:lnTo>
                  <a:pt x="257175" y="800100"/>
                </a:lnTo>
                <a:lnTo>
                  <a:pt x="238125" y="800100"/>
                </a:lnTo>
                <a:close/>
                <a:moveTo>
                  <a:pt x="600075" y="781050"/>
                </a:moveTo>
                <a:lnTo>
                  <a:pt x="609600" y="781050"/>
                </a:lnTo>
                <a:lnTo>
                  <a:pt x="609600" y="800100"/>
                </a:lnTo>
                <a:lnTo>
                  <a:pt x="600075" y="800100"/>
                </a:lnTo>
                <a:close/>
                <a:moveTo>
                  <a:pt x="981075" y="781050"/>
                </a:moveTo>
                <a:lnTo>
                  <a:pt x="990600" y="781050"/>
                </a:lnTo>
                <a:lnTo>
                  <a:pt x="990600" y="790575"/>
                </a:lnTo>
                <a:lnTo>
                  <a:pt x="1028700" y="790575"/>
                </a:lnTo>
                <a:lnTo>
                  <a:pt x="1028700" y="800100"/>
                </a:lnTo>
                <a:lnTo>
                  <a:pt x="1066800" y="800100"/>
                </a:lnTo>
                <a:lnTo>
                  <a:pt x="1066800" y="809625"/>
                </a:lnTo>
                <a:lnTo>
                  <a:pt x="1152525" y="809625"/>
                </a:lnTo>
                <a:lnTo>
                  <a:pt x="1152525" y="819150"/>
                </a:lnTo>
                <a:lnTo>
                  <a:pt x="1143000" y="819150"/>
                </a:lnTo>
                <a:lnTo>
                  <a:pt x="1143000" y="828675"/>
                </a:lnTo>
                <a:lnTo>
                  <a:pt x="1123950" y="828675"/>
                </a:lnTo>
                <a:lnTo>
                  <a:pt x="1123950" y="819150"/>
                </a:lnTo>
                <a:lnTo>
                  <a:pt x="1095375" y="819150"/>
                </a:lnTo>
                <a:lnTo>
                  <a:pt x="1095375" y="828675"/>
                </a:lnTo>
                <a:lnTo>
                  <a:pt x="1085850" y="828675"/>
                </a:lnTo>
                <a:lnTo>
                  <a:pt x="1085850" y="819150"/>
                </a:lnTo>
                <a:lnTo>
                  <a:pt x="1038225" y="819150"/>
                </a:lnTo>
                <a:lnTo>
                  <a:pt x="1038225" y="809625"/>
                </a:lnTo>
                <a:lnTo>
                  <a:pt x="990600" y="809625"/>
                </a:lnTo>
                <a:lnTo>
                  <a:pt x="990600" y="800100"/>
                </a:lnTo>
                <a:lnTo>
                  <a:pt x="981075" y="800100"/>
                </a:lnTo>
                <a:close/>
                <a:moveTo>
                  <a:pt x="1162050" y="781050"/>
                </a:moveTo>
                <a:lnTo>
                  <a:pt x="1171575" y="781050"/>
                </a:lnTo>
                <a:lnTo>
                  <a:pt x="1171575" y="790575"/>
                </a:lnTo>
                <a:lnTo>
                  <a:pt x="1181100" y="790575"/>
                </a:lnTo>
                <a:lnTo>
                  <a:pt x="1181100" y="800100"/>
                </a:lnTo>
                <a:lnTo>
                  <a:pt x="1171575" y="800100"/>
                </a:lnTo>
                <a:lnTo>
                  <a:pt x="1171575" y="809625"/>
                </a:lnTo>
                <a:lnTo>
                  <a:pt x="1162050" y="809625"/>
                </a:lnTo>
                <a:lnTo>
                  <a:pt x="1162050" y="800100"/>
                </a:lnTo>
                <a:lnTo>
                  <a:pt x="1152525" y="800100"/>
                </a:lnTo>
                <a:lnTo>
                  <a:pt x="1152525" y="790575"/>
                </a:lnTo>
                <a:lnTo>
                  <a:pt x="1162050" y="790575"/>
                </a:lnTo>
                <a:close/>
                <a:moveTo>
                  <a:pt x="1781175" y="781050"/>
                </a:moveTo>
                <a:lnTo>
                  <a:pt x="1790700" y="781050"/>
                </a:lnTo>
                <a:lnTo>
                  <a:pt x="1790700" y="790575"/>
                </a:lnTo>
                <a:lnTo>
                  <a:pt x="1781175" y="790575"/>
                </a:lnTo>
                <a:close/>
                <a:moveTo>
                  <a:pt x="200025" y="790575"/>
                </a:moveTo>
                <a:lnTo>
                  <a:pt x="209550" y="790575"/>
                </a:lnTo>
                <a:lnTo>
                  <a:pt x="209550" y="800100"/>
                </a:lnTo>
                <a:lnTo>
                  <a:pt x="219075" y="800100"/>
                </a:lnTo>
                <a:lnTo>
                  <a:pt x="219075" y="819150"/>
                </a:lnTo>
                <a:lnTo>
                  <a:pt x="200025" y="819150"/>
                </a:lnTo>
                <a:close/>
                <a:moveTo>
                  <a:pt x="276225" y="790575"/>
                </a:moveTo>
                <a:lnTo>
                  <a:pt x="295275" y="790575"/>
                </a:lnTo>
                <a:lnTo>
                  <a:pt x="295275" y="809625"/>
                </a:lnTo>
                <a:lnTo>
                  <a:pt x="276225" y="809625"/>
                </a:lnTo>
                <a:close/>
                <a:moveTo>
                  <a:pt x="1352550" y="790575"/>
                </a:moveTo>
                <a:lnTo>
                  <a:pt x="1362075" y="790575"/>
                </a:lnTo>
                <a:lnTo>
                  <a:pt x="1362075" y="800100"/>
                </a:lnTo>
                <a:lnTo>
                  <a:pt x="1352550" y="800100"/>
                </a:lnTo>
                <a:close/>
                <a:moveTo>
                  <a:pt x="1476375" y="790575"/>
                </a:moveTo>
                <a:lnTo>
                  <a:pt x="1495425" y="790575"/>
                </a:lnTo>
                <a:lnTo>
                  <a:pt x="1495425" y="800100"/>
                </a:lnTo>
                <a:lnTo>
                  <a:pt x="1476375" y="800100"/>
                </a:lnTo>
                <a:close/>
                <a:moveTo>
                  <a:pt x="1981200" y="790575"/>
                </a:moveTo>
                <a:lnTo>
                  <a:pt x="1990725" y="790575"/>
                </a:lnTo>
                <a:lnTo>
                  <a:pt x="1990725" y="800100"/>
                </a:lnTo>
                <a:lnTo>
                  <a:pt x="1981200" y="800100"/>
                </a:lnTo>
                <a:close/>
                <a:moveTo>
                  <a:pt x="2171700" y="790575"/>
                </a:moveTo>
                <a:lnTo>
                  <a:pt x="2181225" y="790575"/>
                </a:lnTo>
                <a:lnTo>
                  <a:pt x="2181225" y="800100"/>
                </a:lnTo>
                <a:lnTo>
                  <a:pt x="2171700" y="800100"/>
                </a:lnTo>
                <a:close/>
                <a:moveTo>
                  <a:pt x="314325" y="800100"/>
                </a:moveTo>
                <a:lnTo>
                  <a:pt x="323850" y="800100"/>
                </a:lnTo>
                <a:lnTo>
                  <a:pt x="323850" y="809625"/>
                </a:lnTo>
                <a:lnTo>
                  <a:pt x="314325" y="809625"/>
                </a:lnTo>
                <a:close/>
                <a:moveTo>
                  <a:pt x="1362075" y="800100"/>
                </a:moveTo>
                <a:lnTo>
                  <a:pt x="1381125" y="800100"/>
                </a:lnTo>
                <a:lnTo>
                  <a:pt x="1381125" y="819150"/>
                </a:lnTo>
                <a:lnTo>
                  <a:pt x="1390650" y="819150"/>
                </a:lnTo>
                <a:lnTo>
                  <a:pt x="1390650" y="838200"/>
                </a:lnTo>
                <a:lnTo>
                  <a:pt x="1371600" y="838200"/>
                </a:lnTo>
                <a:lnTo>
                  <a:pt x="1371600" y="819150"/>
                </a:lnTo>
                <a:lnTo>
                  <a:pt x="1362075" y="819150"/>
                </a:lnTo>
                <a:close/>
                <a:moveTo>
                  <a:pt x="1990725" y="800100"/>
                </a:moveTo>
                <a:lnTo>
                  <a:pt x="2000250" y="800100"/>
                </a:lnTo>
                <a:lnTo>
                  <a:pt x="2000250" y="819150"/>
                </a:lnTo>
                <a:lnTo>
                  <a:pt x="1990725" y="819150"/>
                </a:lnTo>
                <a:close/>
                <a:moveTo>
                  <a:pt x="323850" y="809625"/>
                </a:moveTo>
                <a:lnTo>
                  <a:pt x="333375" y="809625"/>
                </a:lnTo>
                <a:lnTo>
                  <a:pt x="333375" y="847725"/>
                </a:lnTo>
                <a:lnTo>
                  <a:pt x="314325" y="847725"/>
                </a:lnTo>
                <a:lnTo>
                  <a:pt x="314325" y="819150"/>
                </a:lnTo>
                <a:lnTo>
                  <a:pt x="323850" y="819150"/>
                </a:lnTo>
                <a:close/>
                <a:moveTo>
                  <a:pt x="590550" y="809625"/>
                </a:moveTo>
                <a:lnTo>
                  <a:pt x="600075" y="809625"/>
                </a:lnTo>
                <a:lnTo>
                  <a:pt x="600075" y="819150"/>
                </a:lnTo>
                <a:lnTo>
                  <a:pt x="609600" y="819150"/>
                </a:lnTo>
                <a:lnTo>
                  <a:pt x="609600" y="828675"/>
                </a:lnTo>
                <a:lnTo>
                  <a:pt x="581025" y="828675"/>
                </a:lnTo>
                <a:lnTo>
                  <a:pt x="581025" y="838200"/>
                </a:lnTo>
                <a:lnTo>
                  <a:pt x="552450" y="838200"/>
                </a:lnTo>
                <a:lnTo>
                  <a:pt x="552450" y="847725"/>
                </a:lnTo>
                <a:lnTo>
                  <a:pt x="542925" y="847725"/>
                </a:lnTo>
                <a:lnTo>
                  <a:pt x="542925" y="828675"/>
                </a:lnTo>
                <a:lnTo>
                  <a:pt x="552450" y="828675"/>
                </a:lnTo>
                <a:lnTo>
                  <a:pt x="552450" y="819150"/>
                </a:lnTo>
                <a:lnTo>
                  <a:pt x="590550" y="819150"/>
                </a:lnTo>
                <a:close/>
                <a:moveTo>
                  <a:pt x="2057400" y="809625"/>
                </a:moveTo>
                <a:lnTo>
                  <a:pt x="2066925" y="809625"/>
                </a:lnTo>
                <a:lnTo>
                  <a:pt x="2066925" y="819150"/>
                </a:lnTo>
                <a:lnTo>
                  <a:pt x="2057400" y="819150"/>
                </a:lnTo>
                <a:close/>
                <a:moveTo>
                  <a:pt x="57150" y="819150"/>
                </a:moveTo>
                <a:lnTo>
                  <a:pt x="76200" y="819150"/>
                </a:lnTo>
                <a:lnTo>
                  <a:pt x="76200" y="838200"/>
                </a:lnTo>
                <a:lnTo>
                  <a:pt x="57150" y="838200"/>
                </a:lnTo>
                <a:close/>
                <a:moveTo>
                  <a:pt x="1771650" y="819150"/>
                </a:moveTo>
                <a:lnTo>
                  <a:pt x="1781175" y="819150"/>
                </a:lnTo>
                <a:lnTo>
                  <a:pt x="1781175" y="847725"/>
                </a:lnTo>
                <a:lnTo>
                  <a:pt x="1771650" y="847725"/>
                </a:lnTo>
                <a:close/>
                <a:moveTo>
                  <a:pt x="2028825" y="819150"/>
                </a:moveTo>
                <a:lnTo>
                  <a:pt x="2038350" y="819150"/>
                </a:lnTo>
                <a:lnTo>
                  <a:pt x="2038350" y="838200"/>
                </a:lnTo>
                <a:lnTo>
                  <a:pt x="2028825" y="838200"/>
                </a:lnTo>
                <a:close/>
                <a:moveTo>
                  <a:pt x="114300" y="828675"/>
                </a:moveTo>
                <a:lnTo>
                  <a:pt x="133350" y="828675"/>
                </a:lnTo>
                <a:lnTo>
                  <a:pt x="133350" y="838200"/>
                </a:lnTo>
                <a:lnTo>
                  <a:pt x="142875" y="838200"/>
                </a:lnTo>
                <a:lnTo>
                  <a:pt x="142875" y="847725"/>
                </a:lnTo>
                <a:lnTo>
                  <a:pt x="152400" y="847725"/>
                </a:lnTo>
                <a:lnTo>
                  <a:pt x="152400" y="857250"/>
                </a:lnTo>
                <a:lnTo>
                  <a:pt x="180975" y="857250"/>
                </a:lnTo>
                <a:lnTo>
                  <a:pt x="180975" y="866775"/>
                </a:lnTo>
                <a:lnTo>
                  <a:pt x="190500" y="866775"/>
                </a:lnTo>
                <a:lnTo>
                  <a:pt x="190500" y="885825"/>
                </a:lnTo>
                <a:lnTo>
                  <a:pt x="171450" y="885825"/>
                </a:lnTo>
                <a:lnTo>
                  <a:pt x="171450" y="876300"/>
                </a:lnTo>
                <a:lnTo>
                  <a:pt x="152400" y="876300"/>
                </a:lnTo>
                <a:lnTo>
                  <a:pt x="152400" y="866775"/>
                </a:lnTo>
                <a:lnTo>
                  <a:pt x="123825" y="866775"/>
                </a:lnTo>
                <a:lnTo>
                  <a:pt x="123825" y="857250"/>
                </a:lnTo>
                <a:lnTo>
                  <a:pt x="133350" y="857250"/>
                </a:lnTo>
                <a:lnTo>
                  <a:pt x="133350" y="847725"/>
                </a:lnTo>
                <a:lnTo>
                  <a:pt x="114300" y="847725"/>
                </a:lnTo>
                <a:lnTo>
                  <a:pt x="114300" y="866775"/>
                </a:lnTo>
                <a:lnTo>
                  <a:pt x="104775" y="866775"/>
                </a:lnTo>
                <a:lnTo>
                  <a:pt x="104775" y="857250"/>
                </a:lnTo>
                <a:lnTo>
                  <a:pt x="95250" y="857250"/>
                </a:lnTo>
                <a:lnTo>
                  <a:pt x="95250" y="847725"/>
                </a:lnTo>
                <a:lnTo>
                  <a:pt x="104775" y="847725"/>
                </a:lnTo>
                <a:lnTo>
                  <a:pt x="104775" y="838200"/>
                </a:lnTo>
                <a:lnTo>
                  <a:pt x="114300" y="838200"/>
                </a:lnTo>
                <a:close/>
                <a:moveTo>
                  <a:pt x="514350" y="828675"/>
                </a:moveTo>
                <a:lnTo>
                  <a:pt x="523875" y="828675"/>
                </a:lnTo>
                <a:lnTo>
                  <a:pt x="523875" y="847725"/>
                </a:lnTo>
                <a:lnTo>
                  <a:pt x="514350" y="847725"/>
                </a:lnTo>
                <a:lnTo>
                  <a:pt x="514350" y="857250"/>
                </a:lnTo>
                <a:lnTo>
                  <a:pt x="504825" y="857250"/>
                </a:lnTo>
                <a:lnTo>
                  <a:pt x="504825" y="838200"/>
                </a:lnTo>
                <a:lnTo>
                  <a:pt x="514350" y="838200"/>
                </a:lnTo>
                <a:close/>
                <a:moveTo>
                  <a:pt x="1533525" y="828675"/>
                </a:moveTo>
                <a:lnTo>
                  <a:pt x="1543050" y="828675"/>
                </a:lnTo>
                <a:lnTo>
                  <a:pt x="1543050" y="838200"/>
                </a:lnTo>
                <a:lnTo>
                  <a:pt x="1533525" y="838200"/>
                </a:lnTo>
                <a:close/>
                <a:moveTo>
                  <a:pt x="2162175" y="828675"/>
                </a:moveTo>
                <a:lnTo>
                  <a:pt x="2171700" y="828675"/>
                </a:lnTo>
                <a:lnTo>
                  <a:pt x="2171700" y="838200"/>
                </a:lnTo>
                <a:lnTo>
                  <a:pt x="2162175" y="838200"/>
                </a:lnTo>
                <a:close/>
                <a:moveTo>
                  <a:pt x="476250" y="838200"/>
                </a:moveTo>
                <a:lnTo>
                  <a:pt x="485775" y="838200"/>
                </a:lnTo>
                <a:lnTo>
                  <a:pt x="485775" y="857250"/>
                </a:lnTo>
                <a:lnTo>
                  <a:pt x="476250" y="857250"/>
                </a:lnTo>
                <a:lnTo>
                  <a:pt x="476250" y="866775"/>
                </a:lnTo>
                <a:lnTo>
                  <a:pt x="466725" y="866775"/>
                </a:lnTo>
                <a:lnTo>
                  <a:pt x="466725" y="847725"/>
                </a:lnTo>
                <a:lnTo>
                  <a:pt x="476250" y="847725"/>
                </a:lnTo>
                <a:close/>
                <a:moveTo>
                  <a:pt x="2038350" y="838200"/>
                </a:moveTo>
                <a:lnTo>
                  <a:pt x="2047875" y="838200"/>
                </a:lnTo>
                <a:lnTo>
                  <a:pt x="2047875" y="847725"/>
                </a:lnTo>
                <a:lnTo>
                  <a:pt x="2038350" y="847725"/>
                </a:lnTo>
                <a:close/>
                <a:moveTo>
                  <a:pt x="1066800" y="847725"/>
                </a:moveTo>
                <a:lnTo>
                  <a:pt x="1095375" y="847725"/>
                </a:lnTo>
                <a:lnTo>
                  <a:pt x="1095375" y="857250"/>
                </a:lnTo>
                <a:lnTo>
                  <a:pt x="1085850" y="857250"/>
                </a:lnTo>
                <a:lnTo>
                  <a:pt x="1085850" y="866775"/>
                </a:lnTo>
                <a:lnTo>
                  <a:pt x="1066800" y="866775"/>
                </a:lnTo>
                <a:lnTo>
                  <a:pt x="1066800" y="876300"/>
                </a:lnTo>
                <a:lnTo>
                  <a:pt x="1057275" y="876300"/>
                </a:lnTo>
                <a:lnTo>
                  <a:pt x="1057275" y="885825"/>
                </a:lnTo>
                <a:lnTo>
                  <a:pt x="1038225" y="885825"/>
                </a:lnTo>
                <a:lnTo>
                  <a:pt x="1038225" y="895350"/>
                </a:lnTo>
                <a:lnTo>
                  <a:pt x="1009650" y="895350"/>
                </a:lnTo>
                <a:lnTo>
                  <a:pt x="1009650" y="885825"/>
                </a:lnTo>
                <a:lnTo>
                  <a:pt x="1019175" y="885825"/>
                </a:lnTo>
                <a:lnTo>
                  <a:pt x="1019175" y="876300"/>
                </a:lnTo>
                <a:lnTo>
                  <a:pt x="1038225" y="876300"/>
                </a:lnTo>
                <a:lnTo>
                  <a:pt x="1038225" y="866775"/>
                </a:lnTo>
                <a:lnTo>
                  <a:pt x="1057275" y="866775"/>
                </a:lnTo>
                <a:lnTo>
                  <a:pt x="1057275" y="857250"/>
                </a:lnTo>
                <a:lnTo>
                  <a:pt x="1066800" y="857250"/>
                </a:lnTo>
                <a:close/>
                <a:moveTo>
                  <a:pt x="1266825" y="847725"/>
                </a:moveTo>
                <a:lnTo>
                  <a:pt x="1276350" y="847725"/>
                </a:lnTo>
                <a:lnTo>
                  <a:pt x="1276350" y="876300"/>
                </a:lnTo>
                <a:lnTo>
                  <a:pt x="1257300" y="876300"/>
                </a:lnTo>
                <a:lnTo>
                  <a:pt x="1257300" y="857250"/>
                </a:lnTo>
                <a:lnTo>
                  <a:pt x="1266825" y="857250"/>
                </a:lnTo>
                <a:close/>
                <a:moveTo>
                  <a:pt x="47625" y="857250"/>
                </a:moveTo>
                <a:lnTo>
                  <a:pt x="66675" y="857250"/>
                </a:lnTo>
                <a:lnTo>
                  <a:pt x="66675" y="876300"/>
                </a:lnTo>
                <a:lnTo>
                  <a:pt x="57150" y="876300"/>
                </a:lnTo>
                <a:lnTo>
                  <a:pt x="57150" y="904875"/>
                </a:lnTo>
                <a:lnTo>
                  <a:pt x="47625" y="904875"/>
                </a:lnTo>
                <a:lnTo>
                  <a:pt x="47625" y="933450"/>
                </a:lnTo>
                <a:lnTo>
                  <a:pt x="38100" y="933450"/>
                </a:lnTo>
                <a:lnTo>
                  <a:pt x="38100" y="942975"/>
                </a:lnTo>
                <a:lnTo>
                  <a:pt x="28575" y="942975"/>
                </a:lnTo>
                <a:lnTo>
                  <a:pt x="28575" y="914400"/>
                </a:lnTo>
                <a:lnTo>
                  <a:pt x="38100" y="914400"/>
                </a:lnTo>
                <a:lnTo>
                  <a:pt x="38100" y="885825"/>
                </a:lnTo>
                <a:lnTo>
                  <a:pt x="47625" y="885825"/>
                </a:lnTo>
                <a:close/>
                <a:moveTo>
                  <a:pt x="419100" y="857250"/>
                </a:moveTo>
                <a:lnTo>
                  <a:pt x="438150" y="857250"/>
                </a:lnTo>
                <a:lnTo>
                  <a:pt x="438150" y="866775"/>
                </a:lnTo>
                <a:lnTo>
                  <a:pt x="428625" y="866775"/>
                </a:lnTo>
                <a:lnTo>
                  <a:pt x="428625" y="876300"/>
                </a:lnTo>
                <a:lnTo>
                  <a:pt x="419100" y="876300"/>
                </a:lnTo>
                <a:close/>
                <a:moveTo>
                  <a:pt x="1543050" y="857250"/>
                </a:moveTo>
                <a:lnTo>
                  <a:pt x="1552575" y="857250"/>
                </a:lnTo>
                <a:lnTo>
                  <a:pt x="1552575" y="866775"/>
                </a:lnTo>
                <a:lnTo>
                  <a:pt x="1543050" y="866775"/>
                </a:lnTo>
                <a:close/>
                <a:moveTo>
                  <a:pt x="209550" y="866775"/>
                </a:moveTo>
                <a:lnTo>
                  <a:pt x="228600" y="866775"/>
                </a:lnTo>
                <a:lnTo>
                  <a:pt x="228600" y="876300"/>
                </a:lnTo>
                <a:lnTo>
                  <a:pt x="257175" y="876300"/>
                </a:lnTo>
                <a:lnTo>
                  <a:pt x="257175" y="895350"/>
                </a:lnTo>
                <a:lnTo>
                  <a:pt x="238125" y="895350"/>
                </a:lnTo>
                <a:lnTo>
                  <a:pt x="238125" y="885825"/>
                </a:lnTo>
                <a:lnTo>
                  <a:pt x="209550" y="885825"/>
                </a:lnTo>
                <a:close/>
                <a:moveTo>
                  <a:pt x="381000" y="866775"/>
                </a:moveTo>
                <a:lnTo>
                  <a:pt x="390525" y="866775"/>
                </a:lnTo>
                <a:lnTo>
                  <a:pt x="390525" y="876300"/>
                </a:lnTo>
                <a:lnTo>
                  <a:pt x="381000" y="876300"/>
                </a:lnTo>
                <a:close/>
                <a:moveTo>
                  <a:pt x="1390650" y="866775"/>
                </a:moveTo>
                <a:lnTo>
                  <a:pt x="1409700" y="866775"/>
                </a:lnTo>
                <a:lnTo>
                  <a:pt x="1409700" y="885825"/>
                </a:lnTo>
                <a:lnTo>
                  <a:pt x="1419225" y="885825"/>
                </a:lnTo>
                <a:lnTo>
                  <a:pt x="1419225" y="904875"/>
                </a:lnTo>
                <a:lnTo>
                  <a:pt x="1400175" y="904875"/>
                </a:lnTo>
                <a:lnTo>
                  <a:pt x="1400175" y="885825"/>
                </a:lnTo>
                <a:lnTo>
                  <a:pt x="1390650" y="885825"/>
                </a:lnTo>
                <a:close/>
                <a:moveTo>
                  <a:pt x="1781175" y="866775"/>
                </a:moveTo>
                <a:lnTo>
                  <a:pt x="1790700" y="866775"/>
                </a:lnTo>
                <a:lnTo>
                  <a:pt x="1790700" y="876300"/>
                </a:lnTo>
                <a:lnTo>
                  <a:pt x="1781175" y="876300"/>
                </a:lnTo>
                <a:close/>
                <a:moveTo>
                  <a:pt x="304800" y="876300"/>
                </a:moveTo>
                <a:lnTo>
                  <a:pt x="323850" y="876300"/>
                </a:lnTo>
                <a:lnTo>
                  <a:pt x="323850" y="895350"/>
                </a:lnTo>
                <a:lnTo>
                  <a:pt x="304800" y="895350"/>
                </a:lnTo>
                <a:close/>
                <a:moveTo>
                  <a:pt x="1228725" y="876300"/>
                </a:moveTo>
                <a:lnTo>
                  <a:pt x="1238250" y="876300"/>
                </a:lnTo>
                <a:lnTo>
                  <a:pt x="1238250" y="885825"/>
                </a:lnTo>
                <a:lnTo>
                  <a:pt x="1247775" y="885825"/>
                </a:lnTo>
                <a:lnTo>
                  <a:pt x="1247775" y="895350"/>
                </a:lnTo>
                <a:lnTo>
                  <a:pt x="1238250" y="895350"/>
                </a:lnTo>
                <a:lnTo>
                  <a:pt x="1238250" y="904875"/>
                </a:lnTo>
                <a:lnTo>
                  <a:pt x="1219200" y="904875"/>
                </a:lnTo>
                <a:lnTo>
                  <a:pt x="1219200" y="885825"/>
                </a:lnTo>
                <a:lnTo>
                  <a:pt x="1228725" y="885825"/>
                </a:lnTo>
                <a:close/>
                <a:moveTo>
                  <a:pt x="1790700" y="876300"/>
                </a:moveTo>
                <a:lnTo>
                  <a:pt x="1800225" y="876300"/>
                </a:lnTo>
                <a:lnTo>
                  <a:pt x="1800225" y="885825"/>
                </a:lnTo>
                <a:lnTo>
                  <a:pt x="1790700" y="885825"/>
                </a:lnTo>
                <a:close/>
                <a:moveTo>
                  <a:pt x="1552575" y="885825"/>
                </a:moveTo>
                <a:lnTo>
                  <a:pt x="1562100" y="885825"/>
                </a:lnTo>
                <a:lnTo>
                  <a:pt x="1562100" y="895350"/>
                </a:lnTo>
                <a:lnTo>
                  <a:pt x="1552575" y="895350"/>
                </a:lnTo>
                <a:close/>
                <a:moveTo>
                  <a:pt x="1800225" y="885825"/>
                </a:moveTo>
                <a:lnTo>
                  <a:pt x="1809750" y="885825"/>
                </a:lnTo>
                <a:lnTo>
                  <a:pt x="1809750" y="895350"/>
                </a:lnTo>
                <a:lnTo>
                  <a:pt x="1800225" y="895350"/>
                </a:lnTo>
                <a:close/>
                <a:moveTo>
                  <a:pt x="95250" y="895350"/>
                </a:moveTo>
                <a:lnTo>
                  <a:pt x="133350" y="895350"/>
                </a:lnTo>
                <a:lnTo>
                  <a:pt x="133350" y="904875"/>
                </a:lnTo>
                <a:lnTo>
                  <a:pt x="123825" y="904875"/>
                </a:lnTo>
                <a:lnTo>
                  <a:pt x="123825" y="914400"/>
                </a:lnTo>
                <a:lnTo>
                  <a:pt x="95250" y="914400"/>
                </a:lnTo>
                <a:close/>
                <a:moveTo>
                  <a:pt x="2143125" y="895350"/>
                </a:moveTo>
                <a:lnTo>
                  <a:pt x="2152650" y="895350"/>
                </a:lnTo>
                <a:lnTo>
                  <a:pt x="2152650" y="904875"/>
                </a:lnTo>
                <a:lnTo>
                  <a:pt x="2143125" y="904875"/>
                </a:lnTo>
                <a:close/>
                <a:moveTo>
                  <a:pt x="142875" y="904875"/>
                </a:moveTo>
                <a:lnTo>
                  <a:pt x="161925" y="904875"/>
                </a:lnTo>
                <a:lnTo>
                  <a:pt x="161925" y="923925"/>
                </a:lnTo>
                <a:lnTo>
                  <a:pt x="133350" y="923925"/>
                </a:lnTo>
                <a:lnTo>
                  <a:pt x="133350" y="914400"/>
                </a:lnTo>
                <a:lnTo>
                  <a:pt x="142875" y="914400"/>
                </a:lnTo>
                <a:close/>
                <a:moveTo>
                  <a:pt x="971550" y="904875"/>
                </a:moveTo>
                <a:lnTo>
                  <a:pt x="1000125" y="904875"/>
                </a:lnTo>
                <a:lnTo>
                  <a:pt x="1000125" y="914400"/>
                </a:lnTo>
                <a:lnTo>
                  <a:pt x="990600" y="914400"/>
                </a:lnTo>
                <a:lnTo>
                  <a:pt x="990600" y="923925"/>
                </a:lnTo>
                <a:lnTo>
                  <a:pt x="962025" y="923925"/>
                </a:lnTo>
                <a:lnTo>
                  <a:pt x="962025" y="914400"/>
                </a:lnTo>
                <a:lnTo>
                  <a:pt x="971550" y="914400"/>
                </a:lnTo>
                <a:close/>
                <a:moveTo>
                  <a:pt x="1419225" y="904875"/>
                </a:moveTo>
                <a:lnTo>
                  <a:pt x="1428750" y="904875"/>
                </a:lnTo>
                <a:lnTo>
                  <a:pt x="1428750" y="933450"/>
                </a:lnTo>
                <a:lnTo>
                  <a:pt x="1438275" y="933450"/>
                </a:lnTo>
                <a:lnTo>
                  <a:pt x="1438275" y="952500"/>
                </a:lnTo>
                <a:lnTo>
                  <a:pt x="1447800" y="952500"/>
                </a:lnTo>
                <a:lnTo>
                  <a:pt x="1447800" y="971550"/>
                </a:lnTo>
                <a:lnTo>
                  <a:pt x="1428750" y="971550"/>
                </a:lnTo>
                <a:lnTo>
                  <a:pt x="1428750" y="952500"/>
                </a:lnTo>
                <a:lnTo>
                  <a:pt x="1419225" y="952500"/>
                </a:lnTo>
                <a:lnTo>
                  <a:pt x="1419225" y="923925"/>
                </a:lnTo>
                <a:lnTo>
                  <a:pt x="1409700" y="923925"/>
                </a:lnTo>
                <a:lnTo>
                  <a:pt x="1409700" y="914400"/>
                </a:lnTo>
                <a:lnTo>
                  <a:pt x="1419225" y="914400"/>
                </a:lnTo>
                <a:close/>
                <a:moveTo>
                  <a:pt x="1562100" y="914400"/>
                </a:moveTo>
                <a:lnTo>
                  <a:pt x="1571625" y="914400"/>
                </a:lnTo>
                <a:lnTo>
                  <a:pt x="1571625" y="923925"/>
                </a:lnTo>
                <a:lnTo>
                  <a:pt x="1562100" y="923925"/>
                </a:lnTo>
                <a:close/>
                <a:moveTo>
                  <a:pt x="1800225" y="914400"/>
                </a:moveTo>
                <a:lnTo>
                  <a:pt x="1809750" y="914400"/>
                </a:lnTo>
                <a:lnTo>
                  <a:pt x="1809750" y="923925"/>
                </a:lnTo>
                <a:lnTo>
                  <a:pt x="1800225" y="923925"/>
                </a:lnTo>
                <a:close/>
                <a:moveTo>
                  <a:pt x="295275" y="923925"/>
                </a:moveTo>
                <a:lnTo>
                  <a:pt x="314325" y="923925"/>
                </a:lnTo>
                <a:lnTo>
                  <a:pt x="314325" y="942975"/>
                </a:lnTo>
                <a:lnTo>
                  <a:pt x="295275" y="942975"/>
                </a:lnTo>
                <a:close/>
                <a:moveTo>
                  <a:pt x="1285875" y="923925"/>
                </a:moveTo>
                <a:lnTo>
                  <a:pt x="1304925" y="923925"/>
                </a:lnTo>
                <a:lnTo>
                  <a:pt x="1304925" y="933450"/>
                </a:lnTo>
                <a:lnTo>
                  <a:pt x="1295400" y="933450"/>
                </a:lnTo>
                <a:lnTo>
                  <a:pt x="1295400" y="942975"/>
                </a:lnTo>
                <a:lnTo>
                  <a:pt x="1285875" y="942975"/>
                </a:lnTo>
                <a:lnTo>
                  <a:pt x="1285875" y="952500"/>
                </a:lnTo>
                <a:lnTo>
                  <a:pt x="1276350" y="952500"/>
                </a:lnTo>
                <a:lnTo>
                  <a:pt x="1276350" y="962025"/>
                </a:lnTo>
                <a:lnTo>
                  <a:pt x="1266825" y="962025"/>
                </a:lnTo>
                <a:lnTo>
                  <a:pt x="1266825" y="952500"/>
                </a:lnTo>
                <a:lnTo>
                  <a:pt x="1257300" y="952500"/>
                </a:lnTo>
                <a:lnTo>
                  <a:pt x="1257300" y="942975"/>
                </a:lnTo>
                <a:lnTo>
                  <a:pt x="1266825" y="942975"/>
                </a:lnTo>
                <a:lnTo>
                  <a:pt x="1266825" y="933450"/>
                </a:lnTo>
                <a:lnTo>
                  <a:pt x="1285875" y="933450"/>
                </a:lnTo>
                <a:close/>
                <a:moveTo>
                  <a:pt x="1943100" y="923925"/>
                </a:moveTo>
                <a:lnTo>
                  <a:pt x="1952625" y="923925"/>
                </a:lnTo>
                <a:lnTo>
                  <a:pt x="1952625" y="933450"/>
                </a:lnTo>
                <a:lnTo>
                  <a:pt x="1943100" y="933450"/>
                </a:lnTo>
                <a:close/>
                <a:moveTo>
                  <a:pt x="657225" y="933450"/>
                </a:moveTo>
                <a:lnTo>
                  <a:pt x="666750" y="933450"/>
                </a:lnTo>
                <a:lnTo>
                  <a:pt x="666750" y="942975"/>
                </a:lnTo>
                <a:lnTo>
                  <a:pt x="657225" y="942975"/>
                </a:lnTo>
                <a:close/>
                <a:moveTo>
                  <a:pt x="933450" y="933450"/>
                </a:moveTo>
                <a:lnTo>
                  <a:pt x="962025" y="933450"/>
                </a:lnTo>
                <a:lnTo>
                  <a:pt x="962025" y="942975"/>
                </a:lnTo>
                <a:lnTo>
                  <a:pt x="952500" y="942975"/>
                </a:lnTo>
                <a:lnTo>
                  <a:pt x="952500" y="952500"/>
                </a:lnTo>
                <a:lnTo>
                  <a:pt x="923925" y="952500"/>
                </a:lnTo>
                <a:lnTo>
                  <a:pt x="923925" y="942975"/>
                </a:lnTo>
                <a:lnTo>
                  <a:pt x="933450" y="942975"/>
                </a:lnTo>
                <a:close/>
                <a:moveTo>
                  <a:pt x="1143000" y="933450"/>
                </a:moveTo>
                <a:lnTo>
                  <a:pt x="1171575" y="933450"/>
                </a:lnTo>
                <a:lnTo>
                  <a:pt x="1171575" y="952500"/>
                </a:lnTo>
                <a:lnTo>
                  <a:pt x="1152525" y="952500"/>
                </a:lnTo>
                <a:lnTo>
                  <a:pt x="1152525" y="942975"/>
                </a:lnTo>
                <a:lnTo>
                  <a:pt x="1143000" y="942975"/>
                </a:lnTo>
                <a:close/>
                <a:moveTo>
                  <a:pt x="1857375" y="933450"/>
                </a:moveTo>
                <a:lnTo>
                  <a:pt x="1866900" y="933450"/>
                </a:lnTo>
                <a:lnTo>
                  <a:pt x="1866900" y="942975"/>
                </a:lnTo>
                <a:lnTo>
                  <a:pt x="1857375" y="942975"/>
                </a:lnTo>
                <a:close/>
                <a:moveTo>
                  <a:pt x="1981200" y="933450"/>
                </a:moveTo>
                <a:lnTo>
                  <a:pt x="1990725" y="933450"/>
                </a:lnTo>
                <a:lnTo>
                  <a:pt x="1990725" y="942975"/>
                </a:lnTo>
                <a:lnTo>
                  <a:pt x="1981200" y="942975"/>
                </a:lnTo>
                <a:close/>
                <a:moveTo>
                  <a:pt x="647700" y="942975"/>
                </a:moveTo>
                <a:lnTo>
                  <a:pt x="657225" y="942975"/>
                </a:lnTo>
                <a:lnTo>
                  <a:pt x="657225" y="952500"/>
                </a:lnTo>
                <a:lnTo>
                  <a:pt x="647700" y="952500"/>
                </a:lnTo>
                <a:close/>
                <a:moveTo>
                  <a:pt x="666750" y="942975"/>
                </a:moveTo>
                <a:lnTo>
                  <a:pt x="676275" y="942975"/>
                </a:lnTo>
                <a:lnTo>
                  <a:pt x="676275" y="952500"/>
                </a:lnTo>
                <a:lnTo>
                  <a:pt x="666750" y="952500"/>
                </a:lnTo>
                <a:close/>
                <a:moveTo>
                  <a:pt x="1571625" y="942975"/>
                </a:moveTo>
                <a:lnTo>
                  <a:pt x="1581150" y="942975"/>
                </a:lnTo>
                <a:lnTo>
                  <a:pt x="1581150" y="952500"/>
                </a:lnTo>
                <a:lnTo>
                  <a:pt x="1571625" y="952500"/>
                </a:lnTo>
                <a:close/>
                <a:moveTo>
                  <a:pt x="1790700" y="942975"/>
                </a:moveTo>
                <a:lnTo>
                  <a:pt x="1800225" y="942975"/>
                </a:lnTo>
                <a:lnTo>
                  <a:pt x="1800225" y="952500"/>
                </a:lnTo>
                <a:lnTo>
                  <a:pt x="1790700" y="952500"/>
                </a:lnTo>
                <a:close/>
                <a:moveTo>
                  <a:pt x="1943100" y="942975"/>
                </a:moveTo>
                <a:lnTo>
                  <a:pt x="1952625" y="942975"/>
                </a:lnTo>
                <a:lnTo>
                  <a:pt x="1952625" y="952500"/>
                </a:lnTo>
                <a:lnTo>
                  <a:pt x="1943100" y="952500"/>
                </a:lnTo>
                <a:close/>
                <a:moveTo>
                  <a:pt x="19050" y="952500"/>
                </a:moveTo>
                <a:lnTo>
                  <a:pt x="28575" y="952500"/>
                </a:lnTo>
                <a:lnTo>
                  <a:pt x="28575" y="981075"/>
                </a:lnTo>
                <a:lnTo>
                  <a:pt x="38100" y="981075"/>
                </a:lnTo>
                <a:lnTo>
                  <a:pt x="38100" y="990600"/>
                </a:lnTo>
                <a:lnTo>
                  <a:pt x="57150" y="990600"/>
                </a:lnTo>
                <a:lnTo>
                  <a:pt x="57150" y="1009650"/>
                </a:lnTo>
                <a:lnTo>
                  <a:pt x="38100" y="1009650"/>
                </a:lnTo>
                <a:lnTo>
                  <a:pt x="38100" y="1000125"/>
                </a:lnTo>
                <a:lnTo>
                  <a:pt x="19050" y="1000125"/>
                </a:lnTo>
                <a:lnTo>
                  <a:pt x="19050" y="990600"/>
                </a:lnTo>
                <a:lnTo>
                  <a:pt x="9525" y="990600"/>
                </a:lnTo>
                <a:lnTo>
                  <a:pt x="9525" y="962025"/>
                </a:lnTo>
                <a:lnTo>
                  <a:pt x="19050" y="962025"/>
                </a:lnTo>
                <a:close/>
                <a:moveTo>
                  <a:pt x="171450" y="952500"/>
                </a:moveTo>
                <a:lnTo>
                  <a:pt x="180975" y="952500"/>
                </a:lnTo>
                <a:lnTo>
                  <a:pt x="180975" y="962025"/>
                </a:lnTo>
                <a:lnTo>
                  <a:pt x="171450" y="962025"/>
                </a:lnTo>
                <a:close/>
                <a:moveTo>
                  <a:pt x="1800225" y="952500"/>
                </a:moveTo>
                <a:lnTo>
                  <a:pt x="1809750" y="952500"/>
                </a:lnTo>
                <a:lnTo>
                  <a:pt x="1809750" y="962025"/>
                </a:lnTo>
                <a:lnTo>
                  <a:pt x="1800225" y="962025"/>
                </a:lnTo>
                <a:close/>
                <a:moveTo>
                  <a:pt x="2047875" y="952500"/>
                </a:moveTo>
                <a:lnTo>
                  <a:pt x="2057400" y="952500"/>
                </a:lnTo>
                <a:lnTo>
                  <a:pt x="2057400" y="962025"/>
                </a:lnTo>
                <a:lnTo>
                  <a:pt x="2047875" y="962025"/>
                </a:lnTo>
                <a:close/>
                <a:moveTo>
                  <a:pt x="161925" y="962025"/>
                </a:moveTo>
                <a:lnTo>
                  <a:pt x="171450" y="962025"/>
                </a:lnTo>
                <a:lnTo>
                  <a:pt x="171450" y="971550"/>
                </a:lnTo>
                <a:lnTo>
                  <a:pt x="190500" y="971550"/>
                </a:lnTo>
                <a:lnTo>
                  <a:pt x="190500" y="962025"/>
                </a:lnTo>
                <a:lnTo>
                  <a:pt x="200025" y="962025"/>
                </a:lnTo>
                <a:lnTo>
                  <a:pt x="200025" y="981075"/>
                </a:lnTo>
                <a:lnTo>
                  <a:pt x="171450" y="981075"/>
                </a:lnTo>
                <a:lnTo>
                  <a:pt x="171450" y="990600"/>
                </a:lnTo>
                <a:lnTo>
                  <a:pt x="152400" y="990600"/>
                </a:lnTo>
                <a:lnTo>
                  <a:pt x="152400" y="971550"/>
                </a:lnTo>
                <a:lnTo>
                  <a:pt x="161925" y="971550"/>
                </a:lnTo>
                <a:close/>
                <a:moveTo>
                  <a:pt x="209550" y="962025"/>
                </a:moveTo>
                <a:lnTo>
                  <a:pt x="228600" y="962025"/>
                </a:lnTo>
                <a:lnTo>
                  <a:pt x="228600" y="971550"/>
                </a:lnTo>
                <a:lnTo>
                  <a:pt x="209550" y="971550"/>
                </a:lnTo>
                <a:close/>
                <a:moveTo>
                  <a:pt x="285750" y="962025"/>
                </a:moveTo>
                <a:lnTo>
                  <a:pt x="304800" y="962025"/>
                </a:lnTo>
                <a:lnTo>
                  <a:pt x="304800" y="981075"/>
                </a:lnTo>
                <a:lnTo>
                  <a:pt x="285750" y="981075"/>
                </a:lnTo>
                <a:close/>
                <a:moveTo>
                  <a:pt x="228600" y="971550"/>
                </a:moveTo>
                <a:lnTo>
                  <a:pt x="238125" y="971550"/>
                </a:lnTo>
                <a:lnTo>
                  <a:pt x="238125" y="981075"/>
                </a:lnTo>
                <a:lnTo>
                  <a:pt x="228600" y="981075"/>
                </a:lnTo>
                <a:close/>
                <a:moveTo>
                  <a:pt x="895350" y="971550"/>
                </a:moveTo>
                <a:lnTo>
                  <a:pt x="904875" y="971550"/>
                </a:lnTo>
                <a:lnTo>
                  <a:pt x="904875" y="981075"/>
                </a:lnTo>
                <a:lnTo>
                  <a:pt x="914400" y="981075"/>
                </a:lnTo>
                <a:lnTo>
                  <a:pt x="914400" y="990600"/>
                </a:lnTo>
                <a:lnTo>
                  <a:pt x="904875" y="990600"/>
                </a:lnTo>
                <a:lnTo>
                  <a:pt x="904875" y="1000125"/>
                </a:lnTo>
                <a:lnTo>
                  <a:pt x="895350" y="1000125"/>
                </a:lnTo>
                <a:lnTo>
                  <a:pt x="895350" y="1009650"/>
                </a:lnTo>
                <a:lnTo>
                  <a:pt x="885825" y="1009650"/>
                </a:lnTo>
                <a:lnTo>
                  <a:pt x="885825" y="981075"/>
                </a:lnTo>
                <a:lnTo>
                  <a:pt x="895350" y="981075"/>
                </a:lnTo>
                <a:close/>
                <a:moveTo>
                  <a:pt x="1228725" y="971550"/>
                </a:moveTo>
                <a:lnTo>
                  <a:pt x="1238250" y="971550"/>
                </a:lnTo>
                <a:lnTo>
                  <a:pt x="1238250" y="990600"/>
                </a:lnTo>
                <a:lnTo>
                  <a:pt x="1219200" y="990600"/>
                </a:lnTo>
                <a:lnTo>
                  <a:pt x="1219200" y="981075"/>
                </a:lnTo>
                <a:lnTo>
                  <a:pt x="1228725" y="981075"/>
                </a:lnTo>
                <a:close/>
                <a:moveTo>
                  <a:pt x="1581150" y="971550"/>
                </a:moveTo>
                <a:lnTo>
                  <a:pt x="1590675" y="971550"/>
                </a:lnTo>
                <a:lnTo>
                  <a:pt x="1590675" y="981075"/>
                </a:lnTo>
                <a:lnTo>
                  <a:pt x="1581150" y="981075"/>
                </a:lnTo>
                <a:close/>
                <a:moveTo>
                  <a:pt x="209550" y="981075"/>
                </a:moveTo>
                <a:lnTo>
                  <a:pt x="228600" y="981075"/>
                </a:lnTo>
                <a:lnTo>
                  <a:pt x="228600" y="990600"/>
                </a:lnTo>
                <a:lnTo>
                  <a:pt x="219075" y="990600"/>
                </a:lnTo>
                <a:lnTo>
                  <a:pt x="219075" y="1000125"/>
                </a:lnTo>
                <a:lnTo>
                  <a:pt x="209550" y="1000125"/>
                </a:lnTo>
                <a:lnTo>
                  <a:pt x="209550" y="1009650"/>
                </a:lnTo>
                <a:lnTo>
                  <a:pt x="200025" y="1009650"/>
                </a:lnTo>
                <a:lnTo>
                  <a:pt x="200025" y="1000125"/>
                </a:lnTo>
                <a:lnTo>
                  <a:pt x="171450" y="1000125"/>
                </a:lnTo>
                <a:lnTo>
                  <a:pt x="171450" y="990600"/>
                </a:lnTo>
                <a:lnTo>
                  <a:pt x="209550" y="990600"/>
                </a:lnTo>
                <a:close/>
                <a:moveTo>
                  <a:pt x="1076325" y="981075"/>
                </a:moveTo>
                <a:lnTo>
                  <a:pt x="1095375" y="981075"/>
                </a:lnTo>
                <a:lnTo>
                  <a:pt x="1095375" y="990600"/>
                </a:lnTo>
                <a:lnTo>
                  <a:pt x="1085850" y="990600"/>
                </a:lnTo>
                <a:lnTo>
                  <a:pt x="1085850" y="1000125"/>
                </a:lnTo>
                <a:lnTo>
                  <a:pt x="1076325" y="1000125"/>
                </a:lnTo>
                <a:close/>
                <a:moveTo>
                  <a:pt x="1323975" y="981075"/>
                </a:moveTo>
                <a:lnTo>
                  <a:pt x="1333500" y="981075"/>
                </a:lnTo>
                <a:lnTo>
                  <a:pt x="1333500" y="1000125"/>
                </a:lnTo>
                <a:lnTo>
                  <a:pt x="1314450" y="1000125"/>
                </a:lnTo>
                <a:lnTo>
                  <a:pt x="1314450" y="1009650"/>
                </a:lnTo>
                <a:lnTo>
                  <a:pt x="1304925" y="1009650"/>
                </a:lnTo>
                <a:lnTo>
                  <a:pt x="1304925" y="1019175"/>
                </a:lnTo>
                <a:lnTo>
                  <a:pt x="1295400" y="1019175"/>
                </a:lnTo>
                <a:lnTo>
                  <a:pt x="1295400" y="1009650"/>
                </a:lnTo>
                <a:lnTo>
                  <a:pt x="1285875" y="1009650"/>
                </a:lnTo>
                <a:lnTo>
                  <a:pt x="1285875" y="1000125"/>
                </a:lnTo>
                <a:lnTo>
                  <a:pt x="1295400" y="1000125"/>
                </a:lnTo>
                <a:lnTo>
                  <a:pt x="1295400" y="990600"/>
                </a:lnTo>
                <a:lnTo>
                  <a:pt x="1323975" y="990600"/>
                </a:lnTo>
                <a:close/>
                <a:moveTo>
                  <a:pt x="1438275" y="981075"/>
                </a:moveTo>
                <a:lnTo>
                  <a:pt x="1457325" y="981075"/>
                </a:lnTo>
                <a:lnTo>
                  <a:pt x="1457325" y="990600"/>
                </a:lnTo>
                <a:lnTo>
                  <a:pt x="1447800" y="990600"/>
                </a:lnTo>
                <a:lnTo>
                  <a:pt x="1447800" y="1000125"/>
                </a:lnTo>
                <a:lnTo>
                  <a:pt x="1438275" y="1000125"/>
                </a:lnTo>
                <a:close/>
                <a:moveTo>
                  <a:pt x="1971675" y="981075"/>
                </a:moveTo>
                <a:lnTo>
                  <a:pt x="1981200" y="981075"/>
                </a:lnTo>
                <a:lnTo>
                  <a:pt x="1981200" y="1000125"/>
                </a:lnTo>
                <a:lnTo>
                  <a:pt x="1971675" y="1000125"/>
                </a:lnTo>
                <a:close/>
                <a:moveTo>
                  <a:pt x="600075" y="990600"/>
                </a:moveTo>
                <a:lnTo>
                  <a:pt x="609600" y="990600"/>
                </a:lnTo>
                <a:lnTo>
                  <a:pt x="609600" y="1000125"/>
                </a:lnTo>
                <a:lnTo>
                  <a:pt x="600075" y="1000125"/>
                </a:lnTo>
                <a:close/>
                <a:moveTo>
                  <a:pt x="695325" y="990600"/>
                </a:moveTo>
                <a:lnTo>
                  <a:pt x="704850" y="990600"/>
                </a:lnTo>
                <a:lnTo>
                  <a:pt x="704850" y="1000125"/>
                </a:lnTo>
                <a:lnTo>
                  <a:pt x="695325" y="1000125"/>
                </a:lnTo>
                <a:close/>
                <a:moveTo>
                  <a:pt x="1057275" y="990600"/>
                </a:moveTo>
                <a:lnTo>
                  <a:pt x="1066800" y="990600"/>
                </a:lnTo>
                <a:lnTo>
                  <a:pt x="1066800" y="1000125"/>
                </a:lnTo>
                <a:lnTo>
                  <a:pt x="1076325" y="1000125"/>
                </a:lnTo>
                <a:lnTo>
                  <a:pt x="1076325" y="1009650"/>
                </a:lnTo>
                <a:lnTo>
                  <a:pt x="1047750" y="1009650"/>
                </a:lnTo>
                <a:lnTo>
                  <a:pt x="1047750" y="1019175"/>
                </a:lnTo>
                <a:lnTo>
                  <a:pt x="1038225" y="1019175"/>
                </a:lnTo>
                <a:lnTo>
                  <a:pt x="1038225" y="1000125"/>
                </a:lnTo>
                <a:lnTo>
                  <a:pt x="1057275" y="1000125"/>
                </a:lnTo>
                <a:close/>
                <a:moveTo>
                  <a:pt x="276225" y="1000125"/>
                </a:moveTo>
                <a:lnTo>
                  <a:pt x="295275" y="1000125"/>
                </a:lnTo>
                <a:lnTo>
                  <a:pt x="295275" y="1019175"/>
                </a:lnTo>
                <a:lnTo>
                  <a:pt x="285750" y="1019175"/>
                </a:lnTo>
                <a:lnTo>
                  <a:pt x="285750" y="1047750"/>
                </a:lnTo>
                <a:lnTo>
                  <a:pt x="276225" y="1047750"/>
                </a:lnTo>
                <a:lnTo>
                  <a:pt x="276225" y="1057275"/>
                </a:lnTo>
                <a:lnTo>
                  <a:pt x="266700" y="1057275"/>
                </a:lnTo>
                <a:lnTo>
                  <a:pt x="266700" y="1066800"/>
                </a:lnTo>
                <a:lnTo>
                  <a:pt x="238125" y="1066800"/>
                </a:lnTo>
                <a:lnTo>
                  <a:pt x="238125" y="1047750"/>
                </a:lnTo>
                <a:lnTo>
                  <a:pt x="266700" y="1047750"/>
                </a:lnTo>
                <a:lnTo>
                  <a:pt x="266700" y="1028700"/>
                </a:lnTo>
                <a:lnTo>
                  <a:pt x="276225" y="1028700"/>
                </a:lnTo>
                <a:close/>
                <a:moveTo>
                  <a:pt x="704850" y="1000125"/>
                </a:moveTo>
                <a:lnTo>
                  <a:pt x="714375" y="1000125"/>
                </a:lnTo>
                <a:lnTo>
                  <a:pt x="714375" y="1009650"/>
                </a:lnTo>
                <a:lnTo>
                  <a:pt x="704850" y="1009650"/>
                </a:lnTo>
                <a:close/>
                <a:moveTo>
                  <a:pt x="742950" y="1000125"/>
                </a:moveTo>
                <a:lnTo>
                  <a:pt x="781050" y="1000125"/>
                </a:lnTo>
                <a:lnTo>
                  <a:pt x="781050" y="1019175"/>
                </a:lnTo>
                <a:lnTo>
                  <a:pt x="733425" y="1019175"/>
                </a:lnTo>
                <a:lnTo>
                  <a:pt x="733425" y="1028700"/>
                </a:lnTo>
                <a:lnTo>
                  <a:pt x="714375" y="1028700"/>
                </a:lnTo>
                <a:lnTo>
                  <a:pt x="714375" y="1009650"/>
                </a:lnTo>
                <a:lnTo>
                  <a:pt x="742950" y="1009650"/>
                </a:lnTo>
                <a:close/>
                <a:moveTo>
                  <a:pt x="809625" y="1000125"/>
                </a:moveTo>
                <a:lnTo>
                  <a:pt x="847725" y="1000125"/>
                </a:lnTo>
                <a:lnTo>
                  <a:pt x="847725" y="1009650"/>
                </a:lnTo>
                <a:lnTo>
                  <a:pt x="866775" y="1009650"/>
                </a:lnTo>
                <a:lnTo>
                  <a:pt x="866775" y="1019175"/>
                </a:lnTo>
                <a:lnTo>
                  <a:pt x="885825" y="1019175"/>
                </a:lnTo>
                <a:lnTo>
                  <a:pt x="885825" y="1038225"/>
                </a:lnTo>
                <a:lnTo>
                  <a:pt x="895350" y="1038225"/>
                </a:lnTo>
                <a:lnTo>
                  <a:pt x="895350" y="1066800"/>
                </a:lnTo>
                <a:lnTo>
                  <a:pt x="904875" y="1066800"/>
                </a:lnTo>
                <a:lnTo>
                  <a:pt x="904875" y="1095375"/>
                </a:lnTo>
                <a:lnTo>
                  <a:pt x="914400" y="1095375"/>
                </a:lnTo>
                <a:lnTo>
                  <a:pt x="914400" y="1123950"/>
                </a:lnTo>
                <a:lnTo>
                  <a:pt x="923925" y="1123950"/>
                </a:lnTo>
                <a:lnTo>
                  <a:pt x="923925" y="1152525"/>
                </a:lnTo>
                <a:lnTo>
                  <a:pt x="933450" y="1152525"/>
                </a:lnTo>
                <a:lnTo>
                  <a:pt x="933450" y="1181100"/>
                </a:lnTo>
                <a:lnTo>
                  <a:pt x="942975" y="1181100"/>
                </a:lnTo>
                <a:lnTo>
                  <a:pt x="942975" y="1209675"/>
                </a:lnTo>
                <a:lnTo>
                  <a:pt x="933450" y="1209675"/>
                </a:lnTo>
                <a:lnTo>
                  <a:pt x="933450" y="1200150"/>
                </a:lnTo>
                <a:lnTo>
                  <a:pt x="923925" y="1200150"/>
                </a:lnTo>
                <a:lnTo>
                  <a:pt x="923925" y="1171575"/>
                </a:lnTo>
                <a:lnTo>
                  <a:pt x="914400" y="1171575"/>
                </a:lnTo>
                <a:lnTo>
                  <a:pt x="914400" y="1143000"/>
                </a:lnTo>
                <a:lnTo>
                  <a:pt x="904875" y="1143000"/>
                </a:lnTo>
                <a:lnTo>
                  <a:pt x="904875" y="1114425"/>
                </a:lnTo>
                <a:lnTo>
                  <a:pt x="895350" y="1114425"/>
                </a:lnTo>
                <a:lnTo>
                  <a:pt x="895350" y="1085850"/>
                </a:lnTo>
                <a:lnTo>
                  <a:pt x="885825" y="1085850"/>
                </a:lnTo>
                <a:lnTo>
                  <a:pt x="885825" y="1057275"/>
                </a:lnTo>
                <a:lnTo>
                  <a:pt x="876300" y="1057275"/>
                </a:lnTo>
                <a:lnTo>
                  <a:pt x="876300" y="1038225"/>
                </a:lnTo>
                <a:lnTo>
                  <a:pt x="866775" y="1038225"/>
                </a:lnTo>
                <a:lnTo>
                  <a:pt x="866775" y="1028700"/>
                </a:lnTo>
                <a:lnTo>
                  <a:pt x="857250" y="1028700"/>
                </a:lnTo>
                <a:lnTo>
                  <a:pt x="857250" y="1019175"/>
                </a:lnTo>
                <a:lnTo>
                  <a:pt x="809625" y="1019175"/>
                </a:lnTo>
                <a:close/>
                <a:moveTo>
                  <a:pt x="1447800" y="1000125"/>
                </a:moveTo>
                <a:lnTo>
                  <a:pt x="1466850" y="1000125"/>
                </a:lnTo>
                <a:lnTo>
                  <a:pt x="1466850" y="1019175"/>
                </a:lnTo>
                <a:lnTo>
                  <a:pt x="1476375" y="1019175"/>
                </a:lnTo>
                <a:lnTo>
                  <a:pt x="1476375" y="1038225"/>
                </a:lnTo>
                <a:lnTo>
                  <a:pt x="1485900" y="1038225"/>
                </a:lnTo>
                <a:lnTo>
                  <a:pt x="1485900" y="1066800"/>
                </a:lnTo>
                <a:lnTo>
                  <a:pt x="1476375" y="1066800"/>
                </a:lnTo>
                <a:lnTo>
                  <a:pt x="1476375" y="1057275"/>
                </a:lnTo>
                <a:lnTo>
                  <a:pt x="1466850" y="1057275"/>
                </a:lnTo>
                <a:lnTo>
                  <a:pt x="1466850" y="1038225"/>
                </a:lnTo>
                <a:lnTo>
                  <a:pt x="1457325" y="1038225"/>
                </a:lnTo>
                <a:lnTo>
                  <a:pt x="1457325" y="1019175"/>
                </a:lnTo>
                <a:lnTo>
                  <a:pt x="1447800" y="1019175"/>
                </a:lnTo>
                <a:close/>
                <a:moveTo>
                  <a:pt x="1590675" y="1000125"/>
                </a:moveTo>
                <a:lnTo>
                  <a:pt x="1600200" y="1000125"/>
                </a:lnTo>
                <a:lnTo>
                  <a:pt x="1600200" y="1009650"/>
                </a:lnTo>
                <a:lnTo>
                  <a:pt x="1590675" y="1009650"/>
                </a:lnTo>
                <a:close/>
                <a:moveTo>
                  <a:pt x="1628775" y="1000125"/>
                </a:moveTo>
                <a:lnTo>
                  <a:pt x="1638300" y="1000125"/>
                </a:lnTo>
                <a:lnTo>
                  <a:pt x="1638300" y="1009650"/>
                </a:lnTo>
                <a:lnTo>
                  <a:pt x="1628775" y="1009650"/>
                </a:lnTo>
                <a:close/>
                <a:moveTo>
                  <a:pt x="104775" y="1009650"/>
                </a:moveTo>
                <a:lnTo>
                  <a:pt x="123825" y="1009650"/>
                </a:lnTo>
                <a:lnTo>
                  <a:pt x="123825" y="1038225"/>
                </a:lnTo>
                <a:lnTo>
                  <a:pt x="114300" y="1038225"/>
                </a:lnTo>
                <a:lnTo>
                  <a:pt x="114300" y="1028700"/>
                </a:lnTo>
                <a:lnTo>
                  <a:pt x="104775" y="1028700"/>
                </a:lnTo>
                <a:close/>
                <a:moveTo>
                  <a:pt x="1152525" y="1009650"/>
                </a:moveTo>
                <a:lnTo>
                  <a:pt x="1171575" y="1009650"/>
                </a:lnTo>
                <a:lnTo>
                  <a:pt x="1171575" y="1028700"/>
                </a:lnTo>
                <a:lnTo>
                  <a:pt x="1152525" y="1028700"/>
                </a:lnTo>
                <a:lnTo>
                  <a:pt x="1152525" y="1038225"/>
                </a:lnTo>
                <a:lnTo>
                  <a:pt x="1143000" y="1038225"/>
                </a:lnTo>
                <a:lnTo>
                  <a:pt x="1143000" y="1047750"/>
                </a:lnTo>
                <a:lnTo>
                  <a:pt x="1133475" y="1047750"/>
                </a:lnTo>
                <a:lnTo>
                  <a:pt x="1133475" y="1057275"/>
                </a:lnTo>
                <a:lnTo>
                  <a:pt x="1114425" y="1057275"/>
                </a:lnTo>
                <a:lnTo>
                  <a:pt x="1114425" y="1038225"/>
                </a:lnTo>
                <a:lnTo>
                  <a:pt x="1133475" y="1038225"/>
                </a:lnTo>
                <a:lnTo>
                  <a:pt x="1133475" y="1028700"/>
                </a:lnTo>
                <a:lnTo>
                  <a:pt x="1143000" y="1028700"/>
                </a:lnTo>
                <a:lnTo>
                  <a:pt x="1143000" y="1019175"/>
                </a:lnTo>
                <a:lnTo>
                  <a:pt x="1152525" y="1019175"/>
                </a:lnTo>
                <a:close/>
                <a:moveTo>
                  <a:pt x="1600200" y="1009650"/>
                </a:moveTo>
                <a:lnTo>
                  <a:pt x="1619250" y="1009650"/>
                </a:lnTo>
                <a:lnTo>
                  <a:pt x="1619250" y="1019175"/>
                </a:lnTo>
                <a:lnTo>
                  <a:pt x="1600200" y="1019175"/>
                </a:lnTo>
                <a:close/>
                <a:moveTo>
                  <a:pt x="142875" y="1019175"/>
                </a:moveTo>
                <a:lnTo>
                  <a:pt x="152400" y="1019175"/>
                </a:lnTo>
                <a:lnTo>
                  <a:pt x="152400" y="1028700"/>
                </a:lnTo>
                <a:lnTo>
                  <a:pt x="142875" y="1028700"/>
                </a:lnTo>
                <a:close/>
                <a:moveTo>
                  <a:pt x="1000125" y="1019175"/>
                </a:moveTo>
                <a:lnTo>
                  <a:pt x="1038225" y="1019175"/>
                </a:lnTo>
                <a:lnTo>
                  <a:pt x="1038225" y="1028700"/>
                </a:lnTo>
                <a:lnTo>
                  <a:pt x="1028700" y="1028700"/>
                </a:lnTo>
                <a:lnTo>
                  <a:pt x="1028700" y="1038225"/>
                </a:lnTo>
                <a:lnTo>
                  <a:pt x="1009650" y="1038225"/>
                </a:lnTo>
                <a:lnTo>
                  <a:pt x="1009650" y="1047750"/>
                </a:lnTo>
                <a:lnTo>
                  <a:pt x="990600" y="1047750"/>
                </a:lnTo>
                <a:lnTo>
                  <a:pt x="990600" y="1028700"/>
                </a:lnTo>
                <a:lnTo>
                  <a:pt x="1000125" y="1028700"/>
                </a:lnTo>
                <a:close/>
                <a:moveTo>
                  <a:pt x="1543050" y="1019175"/>
                </a:moveTo>
                <a:lnTo>
                  <a:pt x="1552575" y="1019175"/>
                </a:lnTo>
                <a:lnTo>
                  <a:pt x="1552575" y="1057275"/>
                </a:lnTo>
                <a:lnTo>
                  <a:pt x="1543050" y="1057275"/>
                </a:lnTo>
                <a:close/>
                <a:moveTo>
                  <a:pt x="161925" y="1028700"/>
                </a:moveTo>
                <a:lnTo>
                  <a:pt x="180975" y="1028700"/>
                </a:lnTo>
                <a:lnTo>
                  <a:pt x="180975" y="1057275"/>
                </a:lnTo>
                <a:lnTo>
                  <a:pt x="171450" y="1057275"/>
                </a:lnTo>
                <a:lnTo>
                  <a:pt x="171450" y="1733550"/>
                </a:lnTo>
                <a:lnTo>
                  <a:pt x="180975" y="1733550"/>
                </a:lnTo>
                <a:lnTo>
                  <a:pt x="180975" y="1743075"/>
                </a:lnTo>
                <a:lnTo>
                  <a:pt x="161925" y="1743075"/>
                </a:lnTo>
                <a:lnTo>
                  <a:pt x="161925" y="1304925"/>
                </a:lnTo>
                <a:lnTo>
                  <a:pt x="142875" y="1304925"/>
                </a:lnTo>
                <a:lnTo>
                  <a:pt x="142875" y="1266825"/>
                </a:lnTo>
                <a:lnTo>
                  <a:pt x="0" y="1266825"/>
                </a:lnTo>
                <a:lnTo>
                  <a:pt x="0" y="1247775"/>
                </a:lnTo>
                <a:lnTo>
                  <a:pt x="133350" y="1247775"/>
                </a:lnTo>
                <a:lnTo>
                  <a:pt x="133350" y="1238250"/>
                </a:lnTo>
                <a:lnTo>
                  <a:pt x="142875" y="1238250"/>
                </a:lnTo>
                <a:lnTo>
                  <a:pt x="142875" y="1228725"/>
                </a:lnTo>
                <a:lnTo>
                  <a:pt x="161925" y="1228725"/>
                </a:lnTo>
                <a:close/>
                <a:moveTo>
                  <a:pt x="581025" y="1028700"/>
                </a:moveTo>
                <a:lnTo>
                  <a:pt x="600075" y="1028700"/>
                </a:lnTo>
                <a:lnTo>
                  <a:pt x="600075" y="1047750"/>
                </a:lnTo>
                <a:lnTo>
                  <a:pt x="581025" y="1047750"/>
                </a:lnTo>
                <a:close/>
                <a:moveTo>
                  <a:pt x="619125" y="1028700"/>
                </a:moveTo>
                <a:lnTo>
                  <a:pt x="647700" y="1028700"/>
                </a:lnTo>
                <a:lnTo>
                  <a:pt x="647700" y="1038225"/>
                </a:lnTo>
                <a:lnTo>
                  <a:pt x="619125" y="1038225"/>
                </a:lnTo>
                <a:close/>
                <a:moveTo>
                  <a:pt x="542925" y="1038225"/>
                </a:moveTo>
                <a:lnTo>
                  <a:pt x="561975" y="1038225"/>
                </a:lnTo>
                <a:lnTo>
                  <a:pt x="561975" y="1057275"/>
                </a:lnTo>
                <a:lnTo>
                  <a:pt x="533400" y="1057275"/>
                </a:lnTo>
                <a:lnTo>
                  <a:pt x="533400" y="1066800"/>
                </a:lnTo>
                <a:lnTo>
                  <a:pt x="495300" y="1066800"/>
                </a:lnTo>
                <a:lnTo>
                  <a:pt x="495300" y="1076325"/>
                </a:lnTo>
                <a:lnTo>
                  <a:pt x="466725" y="1076325"/>
                </a:lnTo>
                <a:lnTo>
                  <a:pt x="466725" y="1085850"/>
                </a:lnTo>
                <a:lnTo>
                  <a:pt x="438150" y="1085850"/>
                </a:lnTo>
                <a:lnTo>
                  <a:pt x="438150" y="1095375"/>
                </a:lnTo>
                <a:lnTo>
                  <a:pt x="419100" y="1095375"/>
                </a:lnTo>
                <a:lnTo>
                  <a:pt x="419100" y="1104900"/>
                </a:lnTo>
                <a:lnTo>
                  <a:pt x="390525" y="1104900"/>
                </a:lnTo>
                <a:lnTo>
                  <a:pt x="390525" y="1114425"/>
                </a:lnTo>
                <a:lnTo>
                  <a:pt x="371475" y="1114425"/>
                </a:lnTo>
                <a:lnTo>
                  <a:pt x="371475" y="1123950"/>
                </a:lnTo>
                <a:lnTo>
                  <a:pt x="352425" y="1123950"/>
                </a:lnTo>
                <a:lnTo>
                  <a:pt x="352425" y="1104900"/>
                </a:lnTo>
                <a:lnTo>
                  <a:pt x="371475" y="1104900"/>
                </a:lnTo>
                <a:lnTo>
                  <a:pt x="371475" y="1095375"/>
                </a:lnTo>
                <a:lnTo>
                  <a:pt x="400050" y="1095375"/>
                </a:lnTo>
                <a:lnTo>
                  <a:pt x="400050" y="1085850"/>
                </a:lnTo>
                <a:lnTo>
                  <a:pt x="419100" y="1085850"/>
                </a:lnTo>
                <a:lnTo>
                  <a:pt x="419100" y="1076325"/>
                </a:lnTo>
                <a:lnTo>
                  <a:pt x="447675" y="1076325"/>
                </a:lnTo>
                <a:lnTo>
                  <a:pt x="447675" y="1066800"/>
                </a:lnTo>
                <a:lnTo>
                  <a:pt x="476250" y="1066800"/>
                </a:lnTo>
                <a:lnTo>
                  <a:pt x="476250" y="1057275"/>
                </a:lnTo>
                <a:lnTo>
                  <a:pt x="504825" y="1057275"/>
                </a:lnTo>
                <a:lnTo>
                  <a:pt x="504825" y="1047750"/>
                </a:lnTo>
                <a:lnTo>
                  <a:pt x="542925" y="1047750"/>
                </a:lnTo>
                <a:close/>
                <a:moveTo>
                  <a:pt x="1228725" y="1038225"/>
                </a:moveTo>
                <a:lnTo>
                  <a:pt x="1247775" y="1038225"/>
                </a:lnTo>
                <a:lnTo>
                  <a:pt x="1247775" y="1047750"/>
                </a:lnTo>
                <a:lnTo>
                  <a:pt x="1257300" y="1047750"/>
                </a:lnTo>
                <a:lnTo>
                  <a:pt x="1257300" y="1085850"/>
                </a:lnTo>
                <a:lnTo>
                  <a:pt x="1238250" y="1085850"/>
                </a:lnTo>
                <a:lnTo>
                  <a:pt x="1238250" y="1076325"/>
                </a:lnTo>
                <a:lnTo>
                  <a:pt x="1228725" y="1076325"/>
                </a:lnTo>
                <a:lnTo>
                  <a:pt x="1228725" y="1066800"/>
                </a:lnTo>
                <a:lnTo>
                  <a:pt x="1219200" y="1066800"/>
                </a:lnTo>
                <a:lnTo>
                  <a:pt x="1219200" y="1076325"/>
                </a:lnTo>
                <a:lnTo>
                  <a:pt x="1209675" y="1076325"/>
                </a:lnTo>
                <a:lnTo>
                  <a:pt x="1209675" y="1057275"/>
                </a:lnTo>
                <a:lnTo>
                  <a:pt x="1219200" y="1057275"/>
                </a:lnTo>
                <a:lnTo>
                  <a:pt x="1219200" y="1047750"/>
                </a:lnTo>
                <a:lnTo>
                  <a:pt x="1228725" y="1047750"/>
                </a:lnTo>
                <a:close/>
                <a:moveTo>
                  <a:pt x="971550" y="1057275"/>
                </a:moveTo>
                <a:lnTo>
                  <a:pt x="981075" y="1057275"/>
                </a:lnTo>
                <a:lnTo>
                  <a:pt x="981075" y="1066800"/>
                </a:lnTo>
                <a:lnTo>
                  <a:pt x="971550" y="1066800"/>
                </a:lnTo>
                <a:close/>
                <a:moveTo>
                  <a:pt x="1752600" y="1057275"/>
                </a:moveTo>
                <a:lnTo>
                  <a:pt x="1762125" y="1057275"/>
                </a:lnTo>
                <a:lnTo>
                  <a:pt x="1762125" y="1076325"/>
                </a:lnTo>
                <a:lnTo>
                  <a:pt x="1752600" y="1076325"/>
                </a:lnTo>
                <a:close/>
                <a:moveTo>
                  <a:pt x="123825" y="1066800"/>
                </a:moveTo>
                <a:lnTo>
                  <a:pt x="133350" y="1066800"/>
                </a:lnTo>
                <a:lnTo>
                  <a:pt x="133350" y="1076325"/>
                </a:lnTo>
                <a:lnTo>
                  <a:pt x="123825" y="1076325"/>
                </a:lnTo>
                <a:close/>
                <a:moveTo>
                  <a:pt x="1181100" y="1066800"/>
                </a:moveTo>
                <a:lnTo>
                  <a:pt x="1190625" y="1066800"/>
                </a:lnTo>
                <a:lnTo>
                  <a:pt x="1190625" y="1076325"/>
                </a:lnTo>
                <a:lnTo>
                  <a:pt x="1200150" y="1076325"/>
                </a:lnTo>
                <a:lnTo>
                  <a:pt x="1200150" y="1085850"/>
                </a:lnTo>
                <a:lnTo>
                  <a:pt x="1190625" y="1085850"/>
                </a:lnTo>
                <a:lnTo>
                  <a:pt x="1190625" y="1095375"/>
                </a:lnTo>
                <a:lnTo>
                  <a:pt x="1181100" y="1095375"/>
                </a:lnTo>
                <a:close/>
                <a:moveTo>
                  <a:pt x="1771650" y="1066800"/>
                </a:moveTo>
                <a:lnTo>
                  <a:pt x="1781175" y="1066800"/>
                </a:lnTo>
                <a:lnTo>
                  <a:pt x="1781175" y="1085850"/>
                </a:lnTo>
                <a:lnTo>
                  <a:pt x="1771650" y="1085850"/>
                </a:lnTo>
                <a:close/>
                <a:moveTo>
                  <a:pt x="1962150" y="1066800"/>
                </a:moveTo>
                <a:lnTo>
                  <a:pt x="1971675" y="1066800"/>
                </a:lnTo>
                <a:lnTo>
                  <a:pt x="1971675" y="1085850"/>
                </a:lnTo>
                <a:lnTo>
                  <a:pt x="1962150" y="1085850"/>
                </a:lnTo>
                <a:close/>
                <a:moveTo>
                  <a:pt x="1552575" y="1076325"/>
                </a:moveTo>
                <a:lnTo>
                  <a:pt x="1562100" y="1076325"/>
                </a:lnTo>
                <a:lnTo>
                  <a:pt x="1562100" y="1085850"/>
                </a:lnTo>
                <a:lnTo>
                  <a:pt x="1552575" y="1085850"/>
                </a:lnTo>
                <a:close/>
                <a:moveTo>
                  <a:pt x="1047750" y="1085850"/>
                </a:moveTo>
                <a:lnTo>
                  <a:pt x="1057275" y="1085850"/>
                </a:lnTo>
                <a:lnTo>
                  <a:pt x="1057275" y="1104900"/>
                </a:lnTo>
                <a:lnTo>
                  <a:pt x="1047750" y="1104900"/>
                </a:lnTo>
                <a:lnTo>
                  <a:pt x="1047750" y="1114425"/>
                </a:lnTo>
                <a:lnTo>
                  <a:pt x="1038225" y="1114425"/>
                </a:lnTo>
                <a:lnTo>
                  <a:pt x="1038225" y="1123950"/>
                </a:lnTo>
                <a:lnTo>
                  <a:pt x="1009650" y="1123950"/>
                </a:lnTo>
                <a:lnTo>
                  <a:pt x="1009650" y="1133475"/>
                </a:lnTo>
                <a:lnTo>
                  <a:pt x="990600" y="1133475"/>
                </a:lnTo>
                <a:lnTo>
                  <a:pt x="990600" y="1114425"/>
                </a:lnTo>
                <a:lnTo>
                  <a:pt x="1000125" y="1114425"/>
                </a:lnTo>
                <a:lnTo>
                  <a:pt x="1000125" y="1104900"/>
                </a:lnTo>
                <a:lnTo>
                  <a:pt x="1038225" y="1104900"/>
                </a:lnTo>
                <a:lnTo>
                  <a:pt x="1038225" y="1095375"/>
                </a:lnTo>
                <a:lnTo>
                  <a:pt x="1047750" y="1095375"/>
                </a:lnTo>
                <a:close/>
                <a:moveTo>
                  <a:pt x="1495425" y="1095375"/>
                </a:moveTo>
                <a:lnTo>
                  <a:pt x="1504950" y="1095375"/>
                </a:lnTo>
                <a:lnTo>
                  <a:pt x="1504950" y="1104900"/>
                </a:lnTo>
                <a:lnTo>
                  <a:pt x="1514475" y="1104900"/>
                </a:lnTo>
                <a:lnTo>
                  <a:pt x="1514475" y="1123950"/>
                </a:lnTo>
                <a:lnTo>
                  <a:pt x="1524000" y="1123950"/>
                </a:lnTo>
                <a:lnTo>
                  <a:pt x="1524000" y="1143000"/>
                </a:lnTo>
                <a:lnTo>
                  <a:pt x="1533525" y="1143000"/>
                </a:lnTo>
                <a:lnTo>
                  <a:pt x="1533525" y="1162050"/>
                </a:lnTo>
                <a:lnTo>
                  <a:pt x="1514475" y="1162050"/>
                </a:lnTo>
                <a:lnTo>
                  <a:pt x="1514475" y="1143000"/>
                </a:lnTo>
                <a:lnTo>
                  <a:pt x="1504950" y="1143000"/>
                </a:lnTo>
                <a:lnTo>
                  <a:pt x="1504950" y="1123950"/>
                </a:lnTo>
                <a:lnTo>
                  <a:pt x="1495425" y="1123950"/>
                </a:lnTo>
                <a:close/>
                <a:moveTo>
                  <a:pt x="1743075" y="1095375"/>
                </a:moveTo>
                <a:lnTo>
                  <a:pt x="1752600" y="1095375"/>
                </a:lnTo>
                <a:lnTo>
                  <a:pt x="1752600" y="1123950"/>
                </a:lnTo>
                <a:lnTo>
                  <a:pt x="1743075" y="1123950"/>
                </a:lnTo>
                <a:lnTo>
                  <a:pt x="1743075" y="1133475"/>
                </a:lnTo>
                <a:lnTo>
                  <a:pt x="1733550" y="1133475"/>
                </a:lnTo>
                <a:lnTo>
                  <a:pt x="1733550" y="1171575"/>
                </a:lnTo>
                <a:lnTo>
                  <a:pt x="1743075" y="1171575"/>
                </a:lnTo>
                <a:lnTo>
                  <a:pt x="1743075" y="1181100"/>
                </a:lnTo>
                <a:lnTo>
                  <a:pt x="1762125" y="1181100"/>
                </a:lnTo>
                <a:lnTo>
                  <a:pt x="1762125" y="1190625"/>
                </a:lnTo>
                <a:lnTo>
                  <a:pt x="1771650" y="1190625"/>
                </a:lnTo>
                <a:lnTo>
                  <a:pt x="1771650" y="1200150"/>
                </a:lnTo>
                <a:lnTo>
                  <a:pt x="1743075" y="1200150"/>
                </a:lnTo>
                <a:lnTo>
                  <a:pt x="1743075" y="1190625"/>
                </a:lnTo>
                <a:lnTo>
                  <a:pt x="1733550" y="1190625"/>
                </a:lnTo>
                <a:lnTo>
                  <a:pt x="1733550" y="1181100"/>
                </a:lnTo>
                <a:lnTo>
                  <a:pt x="1714500" y="1181100"/>
                </a:lnTo>
                <a:lnTo>
                  <a:pt x="1714500" y="1171575"/>
                </a:lnTo>
                <a:lnTo>
                  <a:pt x="1704975" y="1171575"/>
                </a:lnTo>
                <a:lnTo>
                  <a:pt x="1704975" y="1143000"/>
                </a:lnTo>
                <a:lnTo>
                  <a:pt x="1714500" y="1143000"/>
                </a:lnTo>
                <a:lnTo>
                  <a:pt x="1714500" y="1133475"/>
                </a:lnTo>
                <a:lnTo>
                  <a:pt x="1724025" y="1133475"/>
                </a:lnTo>
                <a:lnTo>
                  <a:pt x="1724025" y="1123950"/>
                </a:lnTo>
                <a:lnTo>
                  <a:pt x="1733550" y="1123950"/>
                </a:lnTo>
                <a:lnTo>
                  <a:pt x="1733550" y="1104900"/>
                </a:lnTo>
                <a:lnTo>
                  <a:pt x="1743075" y="1104900"/>
                </a:lnTo>
                <a:close/>
                <a:moveTo>
                  <a:pt x="771525" y="1114425"/>
                </a:moveTo>
                <a:lnTo>
                  <a:pt x="800100" y="1114425"/>
                </a:lnTo>
                <a:lnTo>
                  <a:pt x="800100" y="1133475"/>
                </a:lnTo>
                <a:lnTo>
                  <a:pt x="762000" y="1133475"/>
                </a:lnTo>
                <a:lnTo>
                  <a:pt x="762000" y="1143000"/>
                </a:lnTo>
                <a:lnTo>
                  <a:pt x="752475" y="1143000"/>
                </a:lnTo>
                <a:lnTo>
                  <a:pt x="752475" y="1123950"/>
                </a:lnTo>
                <a:lnTo>
                  <a:pt x="771525" y="1123950"/>
                </a:lnTo>
                <a:close/>
                <a:moveTo>
                  <a:pt x="1676400" y="1114425"/>
                </a:moveTo>
                <a:lnTo>
                  <a:pt x="1685925" y="1114425"/>
                </a:lnTo>
                <a:lnTo>
                  <a:pt x="1685925" y="1123950"/>
                </a:lnTo>
                <a:lnTo>
                  <a:pt x="1676400" y="1123950"/>
                </a:lnTo>
                <a:close/>
                <a:moveTo>
                  <a:pt x="304800" y="1123950"/>
                </a:moveTo>
                <a:lnTo>
                  <a:pt x="333375" y="1123950"/>
                </a:lnTo>
                <a:lnTo>
                  <a:pt x="333375" y="1133475"/>
                </a:lnTo>
                <a:lnTo>
                  <a:pt x="323850" y="1133475"/>
                </a:lnTo>
                <a:lnTo>
                  <a:pt x="323850" y="1143000"/>
                </a:lnTo>
                <a:lnTo>
                  <a:pt x="304800" y="1143000"/>
                </a:lnTo>
                <a:lnTo>
                  <a:pt x="304800" y="1152525"/>
                </a:lnTo>
                <a:lnTo>
                  <a:pt x="285750" y="1152525"/>
                </a:lnTo>
                <a:lnTo>
                  <a:pt x="285750" y="1133475"/>
                </a:lnTo>
                <a:lnTo>
                  <a:pt x="304800" y="1133475"/>
                </a:lnTo>
                <a:close/>
                <a:moveTo>
                  <a:pt x="1114425" y="1123950"/>
                </a:moveTo>
                <a:lnTo>
                  <a:pt x="1123950" y="1123950"/>
                </a:lnTo>
                <a:lnTo>
                  <a:pt x="1123950" y="1133475"/>
                </a:lnTo>
                <a:lnTo>
                  <a:pt x="1114425" y="1133475"/>
                </a:lnTo>
                <a:close/>
                <a:moveTo>
                  <a:pt x="1571625" y="1123950"/>
                </a:moveTo>
                <a:lnTo>
                  <a:pt x="1581150" y="1123950"/>
                </a:lnTo>
                <a:lnTo>
                  <a:pt x="1581150" y="1133475"/>
                </a:lnTo>
                <a:lnTo>
                  <a:pt x="1571625" y="1133475"/>
                </a:lnTo>
                <a:close/>
                <a:moveTo>
                  <a:pt x="1790700" y="1123950"/>
                </a:moveTo>
                <a:lnTo>
                  <a:pt x="1800225" y="1123950"/>
                </a:lnTo>
                <a:lnTo>
                  <a:pt x="1800225" y="1133475"/>
                </a:lnTo>
                <a:lnTo>
                  <a:pt x="1790700" y="1133475"/>
                </a:lnTo>
                <a:close/>
                <a:moveTo>
                  <a:pt x="1800225" y="1133475"/>
                </a:moveTo>
                <a:lnTo>
                  <a:pt x="1809750" y="1133475"/>
                </a:lnTo>
                <a:lnTo>
                  <a:pt x="1809750" y="1152525"/>
                </a:lnTo>
                <a:lnTo>
                  <a:pt x="1800225" y="1152525"/>
                </a:lnTo>
                <a:close/>
                <a:moveTo>
                  <a:pt x="133350" y="1143000"/>
                </a:moveTo>
                <a:lnTo>
                  <a:pt x="142875" y="1143000"/>
                </a:lnTo>
                <a:lnTo>
                  <a:pt x="142875" y="1162050"/>
                </a:lnTo>
                <a:lnTo>
                  <a:pt x="133350" y="1162050"/>
                </a:lnTo>
                <a:close/>
                <a:moveTo>
                  <a:pt x="638175" y="1143000"/>
                </a:moveTo>
                <a:lnTo>
                  <a:pt x="647700" y="1143000"/>
                </a:lnTo>
                <a:lnTo>
                  <a:pt x="647700" y="1152525"/>
                </a:lnTo>
                <a:lnTo>
                  <a:pt x="657225" y="1152525"/>
                </a:lnTo>
                <a:lnTo>
                  <a:pt x="657225" y="1143000"/>
                </a:lnTo>
                <a:lnTo>
                  <a:pt x="685800" y="1143000"/>
                </a:lnTo>
                <a:lnTo>
                  <a:pt x="685800" y="1162050"/>
                </a:lnTo>
                <a:lnTo>
                  <a:pt x="647700" y="1162050"/>
                </a:lnTo>
                <a:lnTo>
                  <a:pt x="647700" y="1171575"/>
                </a:lnTo>
                <a:lnTo>
                  <a:pt x="638175" y="1171575"/>
                </a:lnTo>
                <a:lnTo>
                  <a:pt x="638175" y="1162050"/>
                </a:lnTo>
                <a:lnTo>
                  <a:pt x="628650" y="1162050"/>
                </a:lnTo>
                <a:lnTo>
                  <a:pt x="628650" y="1152525"/>
                </a:lnTo>
                <a:lnTo>
                  <a:pt x="638175" y="1152525"/>
                </a:lnTo>
                <a:close/>
                <a:moveTo>
                  <a:pt x="1076325" y="1143000"/>
                </a:moveTo>
                <a:lnTo>
                  <a:pt x="1095375" y="1143000"/>
                </a:lnTo>
                <a:lnTo>
                  <a:pt x="1095375" y="1162050"/>
                </a:lnTo>
                <a:lnTo>
                  <a:pt x="1076325" y="1162050"/>
                </a:lnTo>
                <a:lnTo>
                  <a:pt x="1076325" y="1171575"/>
                </a:lnTo>
                <a:lnTo>
                  <a:pt x="1066800" y="1171575"/>
                </a:lnTo>
                <a:lnTo>
                  <a:pt x="1066800" y="1181100"/>
                </a:lnTo>
                <a:lnTo>
                  <a:pt x="1047750" y="1181100"/>
                </a:lnTo>
                <a:lnTo>
                  <a:pt x="1047750" y="1171575"/>
                </a:lnTo>
                <a:lnTo>
                  <a:pt x="1057275" y="1171575"/>
                </a:lnTo>
                <a:lnTo>
                  <a:pt x="1057275" y="1162050"/>
                </a:lnTo>
                <a:lnTo>
                  <a:pt x="1066800" y="1162050"/>
                </a:lnTo>
                <a:lnTo>
                  <a:pt x="1066800" y="1152525"/>
                </a:lnTo>
                <a:lnTo>
                  <a:pt x="1076325" y="1152525"/>
                </a:lnTo>
                <a:close/>
                <a:moveTo>
                  <a:pt x="1952625" y="1143000"/>
                </a:moveTo>
                <a:lnTo>
                  <a:pt x="1962150" y="1143000"/>
                </a:lnTo>
                <a:lnTo>
                  <a:pt x="1962150" y="1171575"/>
                </a:lnTo>
                <a:lnTo>
                  <a:pt x="1952625" y="1171575"/>
                </a:lnTo>
                <a:close/>
                <a:moveTo>
                  <a:pt x="266700" y="1152525"/>
                </a:moveTo>
                <a:lnTo>
                  <a:pt x="276225" y="1152525"/>
                </a:lnTo>
                <a:lnTo>
                  <a:pt x="276225" y="1162050"/>
                </a:lnTo>
                <a:lnTo>
                  <a:pt x="285750" y="1162050"/>
                </a:lnTo>
                <a:lnTo>
                  <a:pt x="285750" y="1171575"/>
                </a:lnTo>
                <a:lnTo>
                  <a:pt x="266700" y="1171575"/>
                </a:lnTo>
                <a:close/>
                <a:moveTo>
                  <a:pt x="1809750" y="1152525"/>
                </a:moveTo>
                <a:lnTo>
                  <a:pt x="1819275" y="1152525"/>
                </a:lnTo>
                <a:lnTo>
                  <a:pt x="1819275" y="1162050"/>
                </a:lnTo>
                <a:lnTo>
                  <a:pt x="1809750" y="1162050"/>
                </a:lnTo>
                <a:close/>
                <a:moveTo>
                  <a:pt x="1381125" y="1162050"/>
                </a:moveTo>
                <a:lnTo>
                  <a:pt x="1400175" y="1162050"/>
                </a:lnTo>
                <a:lnTo>
                  <a:pt x="1400175" y="1181100"/>
                </a:lnTo>
                <a:lnTo>
                  <a:pt x="1381125" y="1181100"/>
                </a:lnTo>
                <a:lnTo>
                  <a:pt x="1381125" y="1190625"/>
                </a:lnTo>
                <a:lnTo>
                  <a:pt x="1371600" y="1190625"/>
                </a:lnTo>
                <a:lnTo>
                  <a:pt x="1371600" y="1181100"/>
                </a:lnTo>
                <a:lnTo>
                  <a:pt x="1362075" y="1181100"/>
                </a:lnTo>
                <a:lnTo>
                  <a:pt x="1362075" y="1171575"/>
                </a:lnTo>
                <a:lnTo>
                  <a:pt x="1381125" y="1171575"/>
                </a:lnTo>
                <a:close/>
                <a:moveTo>
                  <a:pt x="542925" y="1171575"/>
                </a:moveTo>
                <a:lnTo>
                  <a:pt x="581025" y="1171575"/>
                </a:lnTo>
                <a:lnTo>
                  <a:pt x="581025" y="1190625"/>
                </a:lnTo>
                <a:lnTo>
                  <a:pt x="552450" y="1190625"/>
                </a:lnTo>
                <a:lnTo>
                  <a:pt x="552450" y="1200150"/>
                </a:lnTo>
                <a:lnTo>
                  <a:pt x="523875" y="1200150"/>
                </a:lnTo>
                <a:lnTo>
                  <a:pt x="523875" y="1209675"/>
                </a:lnTo>
                <a:lnTo>
                  <a:pt x="495300" y="1209675"/>
                </a:lnTo>
                <a:lnTo>
                  <a:pt x="495300" y="1219200"/>
                </a:lnTo>
                <a:lnTo>
                  <a:pt x="466725" y="1219200"/>
                </a:lnTo>
                <a:lnTo>
                  <a:pt x="466725" y="1209675"/>
                </a:lnTo>
                <a:lnTo>
                  <a:pt x="438150" y="1209675"/>
                </a:lnTo>
                <a:lnTo>
                  <a:pt x="438150" y="1238250"/>
                </a:lnTo>
                <a:lnTo>
                  <a:pt x="400050" y="1238250"/>
                </a:lnTo>
                <a:lnTo>
                  <a:pt x="400050" y="1219200"/>
                </a:lnTo>
                <a:lnTo>
                  <a:pt x="381000" y="1219200"/>
                </a:lnTo>
                <a:lnTo>
                  <a:pt x="381000" y="1200150"/>
                </a:lnTo>
                <a:lnTo>
                  <a:pt x="409575" y="1200150"/>
                </a:lnTo>
                <a:lnTo>
                  <a:pt x="409575" y="1209675"/>
                </a:lnTo>
                <a:lnTo>
                  <a:pt x="419100" y="1209675"/>
                </a:lnTo>
                <a:lnTo>
                  <a:pt x="419100" y="1200150"/>
                </a:lnTo>
                <a:lnTo>
                  <a:pt x="504825" y="1200150"/>
                </a:lnTo>
                <a:lnTo>
                  <a:pt x="504825" y="1190625"/>
                </a:lnTo>
                <a:lnTo>
                  <a:pt x="523875" y="1190625"/>
                </a:lnTo>
                <a:lnTo>
                  <a:pt x="523875" y="1181100"/>
                </a:lnTo>
                <a:lnTo>
                  <a:pt x="542925" y="1181100"/>
                </a:lnTo>
                <a:close/>
                <a:moveTo>
                  <a:pt x="809625" y="1171575"/>
                </a:moveTo>
                <a:lnTo>
                  <a:pt x="838200" y="1171575"/>
                </a:lnTo>
                <a:lnTo>
                  <a:pt x="838200" y="1190625"/>
                </a:lnTo>
                <a:lnTo>
                  <a:pt x="809625" y="1190625"/>
                </a:lnTo>
                <a:lnTo>
                  <a:pt x="809625" y="1200150"/>
                </a:lnTo>
                <a:lnTo>
                  <a:pt x="762000" y="1200150"/>
                </a:lnTo>
                <a:lnTo>
                  <a:pt x="762000" y="1190625"/>
                </a:lnTo>
                <a:lnTo>
                  <a:pt x="771525" y="1190625"/>
                </a:lnTo>
                <a:lnTo>
                  <a:pt x="771525" y="1181100"/>
                </a:lnTo>
                <a:lnTo>
                  <a:pt x="809625" y="1181100"/>
                </a:lnTo>
                <a:close/>
                <a:moveTo>
                  <a:pt x="1524000" y="1171575"/>
                </a:moveTo>
                <a:lnTo>
                  <a:pt x="1543050" y="1171575"/>
                </a:lnTo>
                <a:lnTo>
                  <a:pt x="1543050" y="1181100"/>
                </a:lnTo>
                <a:lnTo>
                  <a:pt x="1533525" y="1181100"/>
                </a:lnTo>
                <a:lnTo>
                  <a:pt x="1533525" y="1190625"/>
                </a:lnTo>
                <a:lnTo>
                  <a:pt x="1524000" y="1190625"/>
                </a:lnTo>
                <a:close/>
                <a:moveTo>
                  <a:pt x="1590675" y="1171575"/>
                </a:moveTo>
                <a:lnTo>
                  <a:pt x="1600200" y="1171575"/>
                </a:lnTo>
                <a:lnTo>
                  <a:pt x="1600200" y="1181100"/>
                </a:lnTo>
                <a:lnTo>
                  <a:pt x="1590675" y="1181100"/>
                </a:lnTo>
                <a:close/>
                <a:moveTo>
                  <a:pt x="1828800" y="1171575"/>
                </a:moveTo>
                <a:lnTo>
                  <a:pt x="1838325" y="1171575"/>
                </a:lnTo>
                <a:lnTo>
                  <a:pt x="1838325" y="1181100"/>
                </a:lnTo>
                <a:lnTo>
                  <a:pt x="1847850" y="1181100"/>
                </a:lnTo>
                <a:lnTo>
                  <a:pt x="1847850" y="1200150"/>
                </a:lnTo>
                <a:lnTo>
                  <a:pt x="1857375" y="1200150"/>
                </a:lnTo>
                <a:lnTo>
                  <a:pt x="1857375" y="1209675"/>
                </a:lnTo>
                <a:lnTo>
                  <a:pt x="1866900" y="1209675"/>
                </a:lnTo>
                <a:lnTo>
                  <a:pt x="1866900" y="1228725"/>
                </a:lnTo>
                <a:lnTo>
                  <a:pt x="1876425" y="1228725"/>
                </a:lnTo>
                <a:lnTo>
                  <a:pt x="1876425" y="1247775"/>
                </a:lnTo>
                <a:lnTo>
                  <a:pt x="1857375" y="1247775"/>
                </a:lnTo>
                <a:lnTo>
                  <a:pt x="1857375" y="1228725"/>
                </a:lnTo>
                <a:lnTo>
                  <a:pt x="1847850" y="1228725"/>
                </a:lnTo>
                <a:lnTo>
                  <a:pt x="1847850" y="1209675"/>
                </a:lnTo>
                <a:lnTo>
                  <a:pt x="1838325" y="1209675"/>
                </a:lnTo>
                <a:lnTo>
                  <a:pt x="1838325" y="1200150"/>
                </a:lnTo>
                <a:lnTo>
                  <a:pt x="1828800" y="1200150"/>
                </a:lnTo>
                <a:close/>
                <a:moveTo>
                  <a:pt x="1019175" y="1181100"/>
                </a:moveTo>
                <a:lnTo>
                  <a:pt x="1047750" y="1181100"/>
                </a:lnTo>
                <a:lnTo>
                  <a:pt x="1047750" y="1200150"/>
                </a:lnTo>
                <a:lnTo>
                  <a:pt x="1038225" y="1200150"/>
                </a:lnTo>
                <a:lnTo>
                  <a:pt x="1038225" y="1209675"/>
                </a:lnTo>
                <a:lnTo>
                  <a:pt x="1019175" y="1209675"/>
                </a:lnTo>
                <a:close/>
                <a:moveTo>
                  <a:pt x="1162050" y="1181100"/>
                </a:moveTo>
                <a:lnTo>
                  <a:pt x="1171575" y="1181100"/>
                </a:lnTo>
                <a:lnTo>
                  <a:pt x="1171575" y="1190625"/>
                </a:lnTo>
                <a:lnTo>
                  <a:pt x="1162050" y="1190625"/>
                </a:lnTo>
                <a:close/>
                <a:moveTo>
                  <a:pt x="1352550" y="1181100"/>
                </a:moveTo>
                <a:lnTo>
                  <a:pt x="1362075" y="1181100"/>
                </a:lnTo>
                <a:lnTo>
                  <a:pt x="1362075" y="1190625"/>
                </a:lnTo>
                <a:lnTo>
                  <a:pt x="1352550" y="1190625"/>
                </a:lnTo>
                <a:close/>
                <a:moveTo>
                  <a:pt x="1123950" y="1190625"/>
                </a:moveTo>
                <a:lnTo>
                  <a:pt x="1133475" y="1190625"/>
                </a:lnTo>
                <a:lnTo>
                  <a:pt x="1133475" y="1200150"/>
                </a:lnTo>
                <a:lnTo>
                  <a:pt x="1143000" y="1200150"/>
                </a:lnTo>
                <a:lnTo>
                  <a:pt x="1143000" y="1190625"/>
                </a:lnTo>
                <a:lnTo>
                  <a:pt x="1162050" y="1190625"/>
                </a:lnTo>
                <a:lnTo>
                  <a:pt x="1162050" y="1200150"/>
                </a:lnTo>
                <a:lnTo>
                  <a:pt x="1152525" y="1200150"/>
                </a:lnTo>
                <a:lnTo>
                  <a:pt x="1152525" y="1209675"/>
                </a:lnTo>
                <a:lnTo>
                  <a:pt x="1133475" y="1209675"/>
                </a:lnTo>
                <a:lnTo>
                  <a:pt x="1133475" y="1219200"/>
                </a:lnTo>
                <a:lnTo>
                  <a:pt x="1123950" y="1219200"/>
                </a:lnTo>
                <a:lnTo>
                  <a:pt x="1123950" y="1228725"/>
                </a:lnTo>
                <a:lnTo>
                  <a:pt x="1104900" y="1228725"/>
                </a:lnTo>
                <a:lnTo>
                  <a:pt x="1104900" y="1238250"/>
                </a:lnTo>
                <a:lnTo>
                  <a:pt x="1095375" y="1238250"/>
                </a:lnTo>
                <a:lnTo>
                  <a:pt x="1095375" y="1247775"/>
                </a:lnTo>
                <a:lnTo>
                  <a:pt x="1085850" y="1247775"/>
                </a:lnTo>
                <a:lnTo>
                  <a:pt x="1085850" y="1257300"/>
                </a:lnTo>
                <a:lnTo>
                  <a:pt x="1066800" y="1257300"/>
                </a:lnTo>
                <a:lnTo>
                  <a:pt x="1066800" y="1266825"/>
                </a:lnTo>
                <a:lnTo>
                  <a:pt x="1047750" y="1266825"/>
                </a:lnTo>
                <a:lnTo>
                  <a:pt x="1047750" y="1247775"/>
                </a:lnTo>
                <a:lnTo>
                  <a:pt x="1057275" y="1247775"/>
                </a:lnTo>
                <a:lnTo>
                  <a:pt x="1057275" y="1238250"/>
                </a:lnTo>
                <a:lnTo>
                  <a:pt x="1085850" y="1238250"/>
                </a:lnTo>
                <a:lnTo>
                  <a:pt x="1085850" y="1228725"/>
                </a:lnTo>
                <a:lnTo>
                  <a:pt x="1095375" y="1228725"/>
                </a:lnTo>
                <a:lnTo>
                  <a:pt x="1095375" y="1219200"/>
                </a:lnTo>
                <a:lnTo>
                  <a:pt x="1104900" y="1219200"/>
                </a:lnTo>
                <a:lnTo>
                  <a:pt x="1104900" y="1200150"/>
                </a:lnTo>
                <a:lnTo>
                  <a:pt x="1123950" y="1200150"/>
                </a:lnTo>
                <a:close/>
                <a:moveTo>
                  <a:pt x="1343025" y="1190625"/>
                </a:moveTo>
                <a:lnTo>
                  <a:pt x="1352550" y="1190625"/>
                </a:lnTo>
                <a:lnTo>
                  <a:pt x="1352550" y="1209675"/>
                </a:lnTo>
                <a:lnTo>
                  <a:pt x="1343025" y="1209675"/>
                </a:lnTo>
                <a:lnTo>
                  <a:pt x="1343025" y="1219200"/>
                </a:lnTo>
                <a:lnTo>
                  <a:pt x="1323975" y="1219200"/>
                </a:lnTo>
                <a:lnTo>
                  <a:pt x="1323975" y="1228725"/>
                </a:lnTo>
                <a:lnTo>
                  <a:pt x="1304925" y="1228725"/>
                </a:lnTo>
                <a:lnTo>
                  <a:pt x="1304925" y="1219200"/>
                </a:lnTo>
                <a:lnTo>
                  <a:pt x="1314450" y="1219200"/>
                </a:lnTo>
                <a:lnTo>
                  <a:pt x="1314450" y="1209675"/>
                </a:lnTo>
                <a:lnTo>
                  <a:pt x="1323975" y="1209675"/>
                </a:lnTo>
                <a:lnTo>
                  <a:pt x="1323975" y="1200150"/>
                </a:lnTo>
                <a:lnTo>
                  <a:pt x="1343025" y="1200150"/>
                </a:lnTo>
                <a:close/>
                <a:moveTo>
                  <a:pt x="1533525" y="1190625"/>
                </a:moveTo>
                <a:lnTo>
                  <a:pt x="1552575" y="1190625"/>
                </a:lnTo>
                <a:lnTo>
                  <a:pt x="1552575" y="1209675"/>
                </a:lnTo>
                <a:lnTo>
                  <a:pt x="1562100" y="1209675"/>
                </a:lnTo>
                <a:lnTo>
                  <a:pt x="1562100" y="1238250"/>
                </a:lnTo>
                <a:lnTo>
                  <a:pt x="1571625" y="1238250"/>
                </a:lnTo>
                <a:lnTo>
                  <a:pt x="1571625" y="1266825"/>
                </a:lnTo>
                <a:lnTo>
                  <a:pt x="1581150" y="1266825"/>
                </a:lnTo>
                <a:lnTo>
                  <a:pt x="1581150" y="1314450"/>
                </a:lnTo>
                <a:lnTo>
                  <a:pt x="1571625" y="1314450"/>
                </a:lnTo>
                <a:lnTo>
                  <a:pt x="1571625" y="1285875"/>
                </a:lnTo>
                <a:lnTo>
                  <a:pt x="1562100" y="1285875"/>
                </a:lnTo>
                <a:lnTo>
                  <a:pt x="1562100" y="1257300"/>
                </a:lnTo>
                <a:lnTo>
                  <a:pt x="1552575" y="1257300"/>
                </a:lnTo>
                <a:lnTo>
                  <a:pt x="1552575" y="1228725"/>
                </a:lnTo>
                <a:lnTo>
                  <a:pt x="1543050" y="1228725"/>
                </a:lnTo>
                <a:lnTo>
                  <a:pt x="1543050" y="1209675"/>
                </a:lnTo>
                <a:lnTo>
                  <a:pt x="1533525" y="1209675"/>
                </a:lnTo>
                <a:close/>
                <a:moveTo>
                  <a:pt x="1600200" y="1190625"/>
                </a:moveTo>
                <a:lnTo>
                  <a:pt x="1609725" y="1190625"/>
                </a:lnTo>
                <a:lnTo>
                  <a:pt x="1609725" y="1200150"/>
                </a:lnTo>
                <a:lnTo>
                  <a:pt x="1600200" y="1200150"/>
                </a:lnTo>
                <a:close/>
                <a:moveTo>
                  <a:pt x="285750" y="1200150"/>
                </a:moveTo>
                <a:lnTo>
                  <a:pt x="295275" y="1200150"/>
                </a:lnTo>
                <a:lnTo>
                  <a:pt x="295275" y="1228725"/>
                </a:lnTo>
                <a:lnTo>
                  <a:pt x="304800" y="1228725"/>
                </a:lnTo>
                <a:lnTo>
                  <a:pt x="304800" y="1257300"/>
                </a:lnTo>
                <a:lnTo>
                  <a:pt x="314325" y="1257300"/>
                </a:lnTo>
                <a:lnTo>
                  <a:pt x="314325" y="1285875"/>
                </a:lnTo>
                <a:lnTo>
                  <a:pt x="323850" y="1285875"/>
                </a:lnTo>
                <a:lnTo>
                  <a:pt x="323850" y="1314450"/>
                </a:lnTo>
                <a:lnTo>
                  <a:pt x="333375" y="1314450"/>
                </a:lnTo>
                <a:lnTo>
                  <a:pt x="333375" y="1333500"/>
                </a:lnTo>
                <a:lnTo>
                  <a:pt x="342900" y="1333500"/>
                </a:lnTo>
                <a:lnTo>
                  <a:pt x="342900" y="1362075"/>
                </a:lnTo>
                <a:lnTo>
                  <a:pt x="352425" y="1362075"/>
                </a:lnTo>
                <a:lnTo>
                  <a:pt x="352425" y="1390650"/>
                </a:lnTo>
                <a:lnTo>
                  <a:pt x="361950" y="1390650"/>
                </a:lnTo>
                <a:lnTo>
                  <a:pt x="361950" y="1419225"/>
                </a:lnTo>
                <a:lnTo>
                  <a:pt x="371475" y="1419225"/>
                </a:lnTo>
                <a:lnTo>
                  <a:pt x="371475" y="1447800"/>
                </a:lnTo>
                <a:lnTo>
                  <a:pt x="381000" y="1447800"/>
                </a:lnTo>
                <a:lnTo>
                  <a:pt x="381000" y="1476375"/>
                </a:lnTo>
                <a:lnTo>
                  <a:pt x="390525" y="1476375"/>
                </a:lnTo>
                <a:lnTo>
                  <a:pt x="390525" y="1504950"/>
                </a:lnTo>
                <a:lnTo>
                  <a:pt x="400050" y="1504950"/>
                </a:lnTo>
                <a:lnTo>
                  <a:pt x="400050" y="1533525"/>
                </a:lnTo>
                <a:lnTo>
                  <a:pt x="409575" y="1533525"/>
                </a:lnTo>
                <a:lnTo>
                  <a:pt x="409575" y="1562100"/>
                </a:lnTo>
                <a:lnTo>
                  <a:pt x="419100" y="1562100"/>
                </a:lnTo>
                <a:lnTo>
                  <a:pt x="419100" y="1590675"/>
                </a:lnTo>
                <a:lnTo>
                  <a:pt x="428625" y="1590675"/>
                </a:lnTo>
                <a:lnTo>
                  <a:pt x="428625" y="1619250"/>
                </a:lnTo>
                <a:lnTo>
                  <a:pt x="438150" y="1619250"/>
                </a:lnTo>
                <a:lnTo>
                  <a:pt x="438150" y="1647825"/>
                </a:lnTo>
                <a:lnTo>
                  <a:pt x="447675" y="1647825"/>
                </a:lnTo>
                <a:lnTo>
                  <a:pt x="447675" y="1676400"/>
                </a:lnTo>
                <a:lnTo>
                  <a:pt x="457200" y="1676400"/>
                </a:lnTo>
                <a:lnTo>
                  <a:pt x="457200" y="1704975"/>
                </a:lnTo>
                <a:lnTo>
                  <a:pt x="466725" y="1704975"/>
                </a:lnTo>
                <a:lnTo>
                  <a:pt x="466725" y="1733550"/>
                </a:lnTo>
                <a:lnTo>
                  <a:pt x="476250" y="1733550"/>
                </a:lnTo>
                <a:lnTo>
                  <a:pt x="476250" y="1762125"/>
                </a:lnTo>
                <a:lnTo>
                  <a:pt x="485775" y="1762125"/>
                </a:lnTo>
                <a:lnTo>
                  <a:pt x="485775" y="1790700"/>
                </a:lnTo>
                <a:lnTo>
                  <a:pt x="495300" y="1790700"/>
                </a:lnTo>
                <a:lnTo>
                  <a:pt x="495300" y="1819275"/>
                </a:lnTo>
                <a:lnTo>
                  <a:pt x="504825" y="1819275"/>
                </a:lnTo>
                <a:lnTo>
                  <a:pt x="504825" y="1838325"/>
                </a:lnTo>
                <a:lnTo>
                  <a:pt x="514350" y="1838325"/>
                </a:lnTo>
                <a:lnTo>
                  <a:pt x="514350" y="1866900"/>
                </a:lnTo>
                <a:lnTo>
                  <a:pt x="523875" y="1866900"/>
                </a:lnTo>
                <a:lnTo>
                  <a:pt x="523875" y="1895475"/>
                </a:lnTo>
                <a:lnTo>
                  <a:pt x="533400" y="1895475"/>
                </a:lnTo>
                <a:lnTo>
                  <a:pt x="533400" y="1924050"/>
                </a:lnTo>
                <a:lnTo>
                  <a:pt x="542925" y="1924050"/>
                </a:lnTo>
                <a:lnTo>
                  <a:pt x="542925" y="1952625"/>
                </a:lnTo>
                <a:lnTo>
                  <a:pt x="552450" y="1952625"/>
                </a:lnTo>
                <a:lnTo>
                  <a:pt x="552450" y="1971675"/>
                </a:lnTo>
                <a:lnTo>
                  <a:pt x="533400" y="1971675"/>
                </a:lnTo>
                <a:lnTo>
                  <a:pt x="533400" y="1952625"/>
                </a:lnTo>
                <a:lnTo>
                  <a:pt x="514350" y="1952625"/>
                </a:lnTo>
                <a:lnTo>
                  <a:pt x="514350" y="1924050"/>
                </a:lnTo>
                <a:lnTo>
                  <a:pt x="523875" y="1924050"/>
                </a:lnTo>
                <a:lnTo>
                  <a:pt x="523875" y="1914525"/>
                </a:lnTo>
                <a:lnTo>
                  <a:pt x="514350" y="1914525"/>
                </a:lnTo>
                <a:lnTo>
                  <a:pt x="514350" y="1885950"/>
                </a:lnTo>
                <a:lnTo>
                  <a:pt x="495300" y="1885950"/>
                </a:lnTo>
                <a:lnTo>
                  <a:pt x="495300" y="1895475"/>
                </a:lnTo>
                <a:lnTo>
                  <a:pt x="504825" y="1895475"/>
                </a:lnTo>
                <a:lnTo>
                  <a:pt x="504825" y="1924050"/>
                </a:lnTo>
                <a:lnTo>
                  <a:pt x="495300" y="1924050"/>
                </a:lnTo>
                <a:lnTo>
                  <a:pt x="495300" y="1905000"/>
                </a:lnTo>
                <a:lnTo>
                  <a:pt x="485775" y="1905000"/>
                </a:lnTo>
                <a:lnTo>
                  <a:pt x="485775" y="1885950"/>
                </a:lnTo>
                <a:lnTo>
                  <a:pt x="476250" y="1885950"/>
                </a:lnTo>
                <a:lnTo>
                  <a:pt x="476250" y="1857375"/>
                </a:lnTo>
                <a:lnTo>
                  <a:pt x="466725" y="1857375"/>
                </a:lnTo>
                <a:lnTo>
                  <a:pt x="466725" y="1828800"/>
                </a:lnTo>
                <a:lnTo>
                  <a:pt x="457200" y="1828800"/>
                </a:lnTo>
                <a:lnTo>
                  <a:pt x="457200" y="1800225"/>
                </a:lnTo>
                <a:lnTo>
                  <a:pt x="447675" y="1800225"/>
                </a:lnTo>
                <a:lnTo>
                  <a:pt x="447675" y="1790700"/>
                </a:lnTo>
                <a:lnTo>
                  <a:pt x="438150" y="1790700"/>
                </a:lnTo>
                <a:lnTo>
                  <a:pt x="438150" y="1781175"/>
                </a:lnTo>
                <a:lnTo>
                  <a:pt x="428625" y="1781175"/>
                </a:lnTo>
                <a:lnTo>
                  <a:pt x="428625" y="1733550"/>
                </a:lnTo>
                <a:lnTo>
                  <a:pt x="438150" y="1733550"/>
                </a:lnTo>
                <a:lnTo>
                  <a:pt x="438150" y="1704975"/>
                </a:lnTo>
                <a:lnTo>
                  <a:pt x="428625" y="1704975"/>
                </a:lnTo>
                <a:lnTo>
                  <a:pt x="428625" y="1724025"/>
                </a:lnTo>
                <a:lnTo>
                  <a:pt x="419100" y="1724025"/>
                </a:lnTo>
                <a:lnTo>
                  <a:pt x="419100" y="1685925"/>
                </a:lnTo>
                <a:lnTo>
                  <a:pt x="409575" y="1685925"/>
                </a:lnTo>
                <a:lnTo>
                  <a:pt x="409575" y="1676400"/>
                </a:lnTo>
                <a:lnTo>
                  <a:pt x="419100" y="1676400"/>
                </a:lnTo>
                <a:lnTo>
                  <a:pt x="419100" y="1647825"/>
                </a:lnTo>
                <a:lnTo>
                  <a:pt x="409575" y="1647825"/>
                </a:lnTo>
                <a:lnTo>
                  <a:pt x="409575" y="1657350"/>
                </a:lnTo>
                <a:lnTo>
                  <a:pt x="400050" y="1657350"/>
                </a:lnTo>
                <a:lnTo>
                  <a:pt x="400050" y="1638300"/>
                </a:lnTo>
                <a:lnTo>
                  <a:pt x="390525" y="1638300"/>
                </a:lnTo>
                <a:lnTo>
                  <a:pt x="390525" y="1609725"/>
                </a:lnTo>
                <a:lnTo>
                  <a:pt x="381000" y="1609725"/>
                </a:lnTo>
                <a:lnTo>
                  <a:pt x="381000" y="1581150"/>
                </a:lnTo>
                <a:lnTo>
                  <a:pt x="371475" y="1581150"/>
                </a:lnTo>
                <a:lnTo>
                  <a:pt x="371475" y="1552575"/>
                </a:lnTo>
                <a:lnTo>
                  <a:pt x="361950" y="1552575"/>
                </a:lnTo>
                <a:lnTo>
                  <a:pt x="361950" y="1524000"/>
                </a:lnTo>
                <a:lnTo>
                  <a:pt x="352425" y="1524000"/>
                </a:lnTo>
                <a:lnTo>
                  <a:pt x="352425" y="1495425"/>
                </a:lnTo>
                <a:lnTo>
                  <a:pt x="342900" y="1495425"/>
                </a:lnTo>
                <a:lnTo>
                  <a:pt x="342900" y="1485900"/>
                </a:lnTo>
                <a:lnTo>
                  <a:pt x="333375" y="1485900"/>
                </a:lnTo>
                <a:lnTo>
                  <a:pt x="333375" y="1476375"/>
                </a:lnTo>
                <a:lnTo>
                  <a:pt x="342900" y="1476375"/>
                </a:lnTo>
                <a:lnTo>
                  <a:pt x="342900" y="1466850"/>
                </a:lnTo>
                <a:lnTo>
                  <a:pt x="333375" y="1466850"/>
                </a:lnTo>
                <a:lnTo>
                  <a:pt x="333375" y="1438275"/>
                </a:lnTo>
                <a:lnTo>
                  <a:pt x="323850" y="1438275"/>
                </a:lnTo>
                <a:lnTo>
                  <a:pt x="323850" y="1409700"/>
                </a:lnTo>
                <a:lnTo>
                  <a:pt x="314325" y="1409700"/>
                </a:lnTo>
                <a:lnTo>
                  <a:pt x="314325" y="1381125"/>
                </a:lnTo>
                <a:lnTo>
                  <a:pt x="304800" y="1381125"/>
                </a:lnTo>
                <a:lnTo>
                  <a:pt x="304800" y="1352550"/>
                </a:lnTo>
                <a:lnTo>
                  <a:pt x="295275" y="1352550"/>
                </a:lnTo>
                <a:lnTo>
                  <a:pt x="295275" y="1323975"/>
                </a:lnTo>
                <a:lnTo>
                  <a:pt x="285750" y="1323975"/>
                </a:lnTo>
                <a:lnTo>
                  <a:pt x="285750" y="1304925"/>
                </a:lnTo>
                <a:lnTo>
                  <a:pt x="276225" y="1304925"/>
                </a:lnTo>
                <a:lnTo>
                  <a:pt x="276225" y="1276350"/>
                </a:lnTo>
                <a:lnTo>
                  <a:pt x="266700" y="1276350"/>
                </a:lnTo>
                <a:lnTo>
                  <a:pt x="266700" y="1247775"/>
                </a:lnTo>
                <a:lnTo>
                  <a:pt x="257175" y="1247775"/>
                </a:lnTo>
                <a:lnTo>
                  <a:pt x="257175" y="1228725"/>
                </a:lnTo>
                <a:lnTo>
                  <a:pt x="266700" y="1228725"/>
                </a:lnTo>
                <a:lnTo>
                  <a:pt x="266700" y="1209675"/>
                </a:lnTo>
                <a:lnTo>
                  <a:pt x="285750" y="1209675"/>
                </a:lnTo>
                <a:close/>
                <a:moveTo>
                  <a:pt x="1771650" y="1200150"/>
                </a:moveTo>
                <a:lnTo>
                  <a:pt x="1781175" y="1200150"/>
                </a:lnTo>
                <a:lnTo>
                  <a:pt x="1781175" y="1209675"/>
                </a:lnTo>
                <a:lnTo>
                  <a:pt x="1800225" y="1209675"/>
                </a:lnTo>
                <a:lnTo>
                  <a:pt x="1800225" y="1228725"/>
                </a:lnTo>
                <a:lnTo>
                  <a:pt x="1781175" y="1228725"/>
                </a:lnTo>
                <a:lnTo>
                  <a:pt x="1781175" y="1219200"/>
                </a:lnTo>
                <a:lnTo>
                  <a:pt x="1771650" y="1219200"/>
                </a:lnTo>
                <a:close/>
                <a:moveTo>
                  <a:pt x="219075" y="1219200"/>
                </a:moveTo>
                <a:lnTo>
                  <a:pt x="228600" y="1219200"/>
                </a:lnTo>
                <a:lnTo>
                  <a:pt x="228600" y="1228725"/>
                </a:lnTo>
                <a:lnTo>
                  <a:pt x="219075" y="1228725"/>
                </a:lnTo>
                <a:close/>
                <a:moveTo>
                  <a:pt x="647700" y="1219200"/>
                </a:moveTo>
                <a:lnTo>
                  <a:pt x="666750" y="1219200"/>
                </a:lnTo>
                <a:lnTo>
                  <a:pt x="666750" y="1238250"/>
                </a:lnTo>
                <a:lnTo>
                  <a:pt x="647700" y="1238250"/>
                </a:lnTo>
                <a:close/>
                <a:moveTo>
                  <a:pt x="1266825" y="1219200"/>
                </a:moveTo>
                <a:lnTo>
                  <a:pt x="1295400" y="1219200"/>
                </a:lnTo>
                <a:lnTo>
                  <a:pt x="1295400" y="1238250"/>
                </a:lnTo>
                <a:lnTo>
                  <a:pt x="1285875" y="1238250"/>
                </a:lnTo>
                <a:lnTo>
                  <a:pt x="1285875" y="1247775"/>
                </a:lnTo>
                <a:lnTo>
                  <a:pt x="1295400" y="1247775"/>
                </a:lnTo>
                <a:lnTo>
                  <a:pt x="1295400" y="1238250"/>
                </a:lnTo>
                <a:lnTo>
                  <a:pt x="1304925" y="1238250"/>
                </a:lnTo>
                <a:lnTo>
                  <a:pt x="1304925" y="1247775"/>
                </a:lnTo>
                <a:lnTo>
                  <a:pt x="1295400" y="1247775"/>
                </a:lnTo>
                <a:lnTo>
                  <a:pt x="1295400" y="1257300"/>
                </a:lnTo>
                <a:lnTo>
                  <a:pt x="1276350" y="1257300"/>
                </a:lnTo>
                <a:lnTo>
                  <a:pt x="1276350" y="1228725"/>
                </a:lnTo>
                <a:lnTo>
                  <a:pt x="1266825" y="1228725"/>
                </a:lnTo>
                <a:close/>
                <a:moveTo>
                  <a:pt x="209550" y="1228725"/>
                </a:moveTo>
                <a:lnTo>
                  <a:pt x="219075" y="1228725"/>
                </a:lnTo>
                <a:lnTo>
                  <a:pt x="219075" y="1238250"/>
                </a:lnTo>
                <a:lnTo>
                  <a:pt x="209550" y="1238250"/>
                </a:lnTo>
                <a:close/>
                <a:moveTo>
                  <a:pt x="571500" y="1228725"/>
                </a:moveTo>
                <a:lnTo>
                  <a:pt x="590550" y="1228725"/>
                </a:lnTo>
                <a:lnTo>
                  <a:pt x="590550" y="1238250"/>
                </a:lnTo>
                <a:lnTo>
                  <a:pt x="600075" y="1238250"/>
                </a:lnTo>
                <a:lnTo>
                  <a:pt x="600075" y="1257300"/>
                </a:lnTo>
                <a:lnTo>
                  <a:pt x="561975" y="1257300"/>
                </a:lnTo>
                <a:lnTo>
                  <a:pt x="561975" y="1238250"/>
                </a:lnTo>
                <a:lnTo>
                  <a:pt x="571500" y="1238250"/>
                </a:lnTo>
                <a:close/>
                <a:moveTo>
                  <a:pt x="1619250" y="1238250"/>
                </a:moveTo>
                <a:lnTo>
                  <a:pt x="1628775" y="1238250"/>
                </a:lnTo>
                <a:lnTo>
                  <a:pt x="1628775" y="1247775"/>
                </a:lnTo>
                <a:lnTo>
                  <a:pt x="1619250" y="1247775"/>
                </a:lnTo>
                <a:close/>
                <a:moveTo>
                  <a:pt x="1952625" y="1238250"/>
                </a:moveTo>
                <a:lnTo>
                  <a:pt x="1962150" y="1238250"/>
                </a:lnTo>
                <a:lnTo>
                  <a:pt x="1962150" y="1247775"/>
                </a:lnTo>
                <a:lnTo>
                  <a:pt x="1952625" y="1247775"/>
                </a:lnTo>
                <a:close/>
                <a:moveTo>
                  <a:pt x="952500" y="1247775"/>
                </a:moveTo>
                <a:lnTo>
                  <a:pt x="962025" y="1247775"/>
                </a:lnTo>
                <a:lnTo>
                  <a:pt x="962025" y="1257300"/>
                </a:lnTo>
                <a:lnTo>
                  <a:pt x="971550" y="1257300"/>
                </a:lnTo>
                <a:lnTo>
                  <a:pt x="971550" y="1285875"/>
                </a:lnTo>
                <a:lnTo>
                  <a:pt x="981075" y="1285875"/>
                </a:lnTo>
                <a:lnTo>
                  <a:pt x="981075" y="1314450"/>
                </a:lnTo>
                <a:lnTo>
                  <a:pt x="990600" y="1314450"/>
                </a:lnTo>
                <a:lnTo>
                  <a:pt x="990600" y="1343025"/>
                </a:lnTo>
                <a:lnTo>
                  <a:pt x="981075" y="1343025"/>
                </a:lnTo>
                <a:lnTo>
                  <a:pt x="981075" y="1333500"/>
                </a:lnTo>
                <a:lnTo>
                  <a:pt x="971550" y="1333500"/>
                </a:lnTo>
                <a:lnTo>
                  <a:pt x="971550" y="1304925"/>
                </a:lnTo>
                <a:lnTo>
                  <a:pt x="962025" y="1304925"/>
                </a:lnTo>
                <a:lnTo>
                  <a:pt x="962025" y="1276350"/>
                </a:lnTo>
                <a:lnTo>
                  <a:pt x="952500" y="1276350"/>
                </a:lnTo>
                <a:close/>
                <a:moveTo>
                  <a:pt x="2009775" y="1247775"/>
                </a:moveTo>
                <a:lnTo>
                  <a:pt x="2057400" y="1247775"/>
                </a:lnTo>
                <a:lnTo>
                  <a:pt x="2057400" y="1266825"/>
                </a:lnTo>
                <a:lnTo>
                  <a:pt x="2009775" y="1266825"/>
                </a:lnTo>
                <a:close/>
                <a:moveTo>
                  <a:pt x="2076450" y="1247775"/>
                </a:moveTo>
                <a:lnTo>
                  <a:pt x="2324100" y="1247775"/>
                </a:lnTo>
                <a:lnTo>
                  <a:pt x="2324100" y="1266825"/>
                </a:lnTo>
                <a:lnTo>
                  <a:pt x="2076450" y="1266825"/>
                </a:lnTo>
                <a:close/>
                <a:moveTo>
                  <a:pt x="2343150" y="1247775"/>
                </a:moveTo>
                <a:lnTo>
                  <a:pt x="2362200" y="1247775"/>
                </a:lnTo>
                <a:lnTo>
                  <a:pt x="2362200" y="1266825"/>
                </a:lnTo>
                <a:lnTo>
                  <a:pt x="2343150" y="1266825"/>
                </a:lnTo>
                <a:close/>
                <a:moveTo>
                  <a:pt x="2390775" y="1247775"/>
                </a:moveTo>
                <a:lnTo>
                  <a:pt x="2457450" y="1247775"/>
                </a:lnTo>
                <a:lnTo>
                  <a:pt x="2457450" y="1266825"/>
                </a:lnTo>
                <a:lnTo>
                  <a:pt x="2390775" y="1266825"/>
                </a:lnTo>
                <a:close/>
                <a:moveTo>
                  <a:pt x="209550" y="1257300"/>
                </a:moveTo>
                <a:lnTo>
                  <a:pt x="219075" y="1257300"/>
                </a:lnTo>
                <a:lnTo>
                  <a:pt x="219075" y="1266825"/>
                </a:lnTo>
                <a:lnTo>
                  <a:pt x="209550" y="1266825"/>
                </a:lnTo>
                <a:close/>
                <a:moveTo>
                  <a:pt x="1781175" y="1257300"/>
                </a:moveTo>
                <a:lnTo>
                  <a:pt x="1800225" y="1257300"/>
                </a:lnTo>
                <a:lnTo>
                  <a:pt x="1800225" y="1276350"/>
                </a:lnTo>
                <a:lnTo>
                  <a:pt x="1781175" y="1276350"/>
                </a:lnTo>
                <a:close/>
                <a:moveTo>
                  <a:pt x="142875" y="1266825"/>
                </a:moveTo>
                <a:lnTo>
                  <a:pt x="161925" y="1266825"/>
                </a:lnTo>
                <a:lnTo>
                  <a:pt x="161925" y="1247775"/>
                </a:lnTo>
                <a:lnTo>
                  <a:pt x="152400" y="1247775"/>
                </a:lnTo>
                <a:lnTo>
                  <a:pt x="152400" y="1238250"/>
                </a:lnTo>
                <a:lnTo>
                  <a:pt x="142875" y="1238250"/>
                </a:lnTo>
                <a:close/>
                <a:moveTo>
                  <a:pt x="485775" y="1266825"/>
                </a:moveTo>
                <a:lnTo>
                  <a:pt x="514350" y="1266825"/>
                </a:lnTo>
                <a:lnTo>
                  <a:pt x="514350" y="1285875"/>
                </a:lnTo>
                <a:lnTo>
                  <a:pt x="495300" y="1285875"/>
                </a:lnTo>
                <a:lnTo>
                  <a:pt x="495300" y="1295400"/>
                </a:lnTo>
                <a:lnTo>
                  <a:pt x="476250" y="1295400"/>
                </a:lnTo>
                <a:lnTo>
                  <a:pt x="476250" y="1304925"/>
                </a:lnTo>
                <a:lnTo>
                  <a:pt x="457200" y="1304925"/>
                </a:lnTo>
                <a:lnTo>
                  <a:pt x="457200" y="1314450"/>
                </a:lnTo>
                <a:lnTo>
                  <a:pt x="428625" y="1314450"/>
                </a:lnTo>
                <a:lnTo>
                  <a:pt x="428625" y="1295400"/>
                </a:lnTo>
                <a:lnTo>
                  <a:pt x="447675" y="1295400"/>
                </a:lnTo>
                <a:lnTo>
                  <a:pt x="447675" y="1285875"/>
                </a:lnTo>
                <a:lnTo>
                  <a:pt x="457200" y="1285875"/>
                </a:lnTo>
                <a:lnTo>
                  <a:pt x="457200" y="1276350"/>
                </a:lnTo>
                <a:lnTo>
                  <a:pt x="485775" y="1276350"/>
                </a:lnTo>
                <a:close/>
                <a:moveTo>
                  <a:pt x="733425" y="1266825"/>
                </a:moveTo>
                <a:lnTo>
                  <a:pt x="771525" y="1266825"/>
                </a:lnTo>
                <a:lnTo>
                  <a:pt x="771525" y="1276350"/>
                </a:lnTo>
                <a:lnTo>
                  <a:pt x="762000" y="1276350"/>
                </a:lnTo>
                <a:lnTo>
                  <a:pt x="762000" y="1285875"/>
                </a:lnTo>
                <a:lnTo>
                  <a:pt x="752475" y="1285875"/>
                </a:lnTo>
                <a:lnTo>
                  <a:pt x="752475" y="1276350"/>
                </a:lnTo>
                <a:lnTo>
                  <a:pt x="733425" y="1276350"/>
                </a:lnTo>
                <a:close/>
                <a:moveTo>
                  <a:pt x="1933575" y="1266825"/>
                </a:moveTo>
                <a:lnTo>
                  <a:pt x="1962150" y="1266825"/>
                </a:lnTo>
                <a:lnTo>
                  <a:pt x="1962150" y="1276350"/>
                </a:lnTo>
                <a:lnTo>
                  <a:pt x="1952625" y="1276350"/>
                </a:lnTo>
                <a:lnTo>
                  <a:pt x="1952625" y="1285875"/>
                </a:lnTo>
                <a:lnTo>
                  <a:pt x="1933575" y="1285875"/>
                </a:lnTo>
                <a:close/>
                <a:moveTo>
                  <a:pt x="704850" y="1276350"/>
                </a:moveTo>
                <a:lnTo>
                  <a:pt x="723900" y="1276350"/>
                </a:lnTo>
                <a:lnTo>
                  <a:pt x="723900" y="1295400"/>
                </a:lnTo>
                <a:lnTo>
                  <a:pt x="695325" y="1295400"/>
                </a:lnTo>
                <a:lnTo>
                  <a:pt x="695325" y="1304925"/>
                </a:lnTo>
                <a:lnTo>
                  <a:pt x="685800" y="1304925"/>
                </a:lnTo>
                <a:lnTo>
                  <a:pt x="685800" y="1314450"/>
                </a:lnTo>
                <a:lnTo>
                  <a:pt x="676275" y="1314450"/>
                </a:lnTo>
                <a:lnTo>
                  <a:pt x="676275" y="1295400"/>
                </a:lnTo>
                <a:lnTo>
                  <a:pt x="666750" y="1295400"/>
                </a:lnTo>
                <a:lnTo>
                  <a:pt x="666750" y="1314450"/>
                </a:lnTo>
                <a:lnTo>
                  <a:pt x="676275" y="1314450"/>
                </a:lnTo>
                <a:lnTo>
                  <a:pt x="676275" y="1323975"/>
                </a:lnTo>
                <a:lnTo>
                  <a:pt x="657225" y="1323975"/>
                </a:lnTo>
                <a:lnTo>
                  <a:pt x="657225" y="1285875"/>
                </a:lnTo>
                <a:lnTo>
                  <a:pt x="704850" y="1285875"/>
                </a:lnTo>
                <a:close/>
                <a:moveTo>
                  <a:pt x="1866900" y="1276350"/>
                </a:moveTo>
                <a:lnTo>
                  <a:pt x="1885950" y="1276350"/>
                </a:lnTo>
                <a:lnTo>
                  <a:pt x="1885950" y="1304925"/>
                </a:lnTo>
                <a:lnTo>
                  <a:pt x="1866900" y="1304925"/>
                </a:lnTo>
                <a:close/>
                <a:moveTo>
                  <a:pt x="219075" y="1285875"/>
                </a:moveTo>
                <a:lnTo>
                  <a:pt x="228600" y="1285875"/>
                </a:lnTo>
                <a:lnTo>
                  <a:pt x="228600" y="1295400"/>
                </a:lnTo>
                <a:lnTo>
                  <a:pt x="219075" y="1295400"/>
                </a:lnTo>
                <a:close/>
                <a:moveTo>
                  <a:pt x="1552575" y="1285875"/>
                </a:moveTo>
                <a:lnTo>
                  <a:pt x="1562100" y="1285875"/>
                </a:lnTo>
                <a:lnTo>
                  <a:pt x="1562100" y="1295400"/>
                </a:lnTo>
                <a:lnTo>
                  <a:pt x="1552575" y="1295400"/>
                </a:lnTo>
                <a:close/>
                <a:moveTo>
                  <a:pt x="400050" y="1304925"/>
                </a:moveTo>
                <a:lnTo>
                  <a:pt x="409575" y="1304925"/>
                </a:lnTo>
                <a:lnTo>
                  <a:pt x="409575" y="1314450"/>
                </a:lnTo>
                <a:lnTo>
                  <a:pt x="400050" y="1314450"/>
                </a:lnTo>
                <a:close/>
                <a:moveTo>
                  <a:pt x="1190625" y="1304925"/>
                </a:moveTo>
                <a:lnTo>
                  <a:pt x="1200150" y="1304925"/>
                </a:lnTo>
                <a:lnTo>
                  <a:pt x="1200150" y="1314450"/>
                </a:lnTo>
                <a:lnTo>
                  <a:pt x="1190625" y="1314450"/>
                </a:lnTo>
                <a:close/>
                <a:moveTo>
                  <a:pt x="228600" y="1314450"/>
                </a:moveTo>
                <a:lnTo>
                  <a:pt x="238125" y="1314450"/>
                </a:lnTo>
                <a:lnTo>
                  <a:pt x="238125" y="1323975"/>
                </a:lnTo>
                <a:lnTo>
                  <a:pt x="228600" y="1323975"/>
                </a:lnTo>
                <a:close/>
                <a:moveTo>
                  <a:pt x="523875" y="1314450"/>
                </a:moveTo>
                <a:lnTo>
                  <a:pt x="542925" y="1314450"/>
                </a:lnTo>
                <a:lnTo>
                  <a:pt x="542925" y="1323975"/>
                </a:lnTo>
                <a:lnTo>
                  <a:pt x="523875" y="1323975"/>
                </a:lnTo>
                <a:close/>
                <a:moveTo>
                  <a:pt x="590550" y="1314450"/>
                </a:moveTo>
                <a:lnTo>
                  <a:pt x="600075" y="1314450"/>
                </a:lnTo>
                <a:lnTo>
                  <a:pt x="600075" y="1333500"/>
                </a:lnTo>
                <a:lnTo>
                  <a:pt x="590550" y="1333500"/>
                </a:lnTo>
                <a:close/>
                <a:moveTo>
                  <a:pt x="1171575" y="1314450"/>
                </a:moveTo>
                <a:lnTo>
                  <a:pt x="1190625" y="1314450"/>
                </a:lnTo>
                <a:lnTo>
                  <a:pt x="1190625" y="1323975"/>
                </a:lnTo>
                <a:lnTo>
                  <a:pt x="1181100" y="1323975"/>
                </a:lnTo>
                <a:lnTo>
                  <a:pt x="1181100" y="1333500"/>
                </a:lnTo>
                <a:lnTo>
                  <a:pt x="1162050" y="1333500"/>
                </a:lnTo>
                <a:lnTo>
                  <a:pt x="1162050" y="1323975"/>
                </a:lnTo>
                <a:lnTo>
                  <a:pt x="1171575" y="1323975"/>
                </a:lnTo>
                <a:close/>
                <a:moveTo>
                  <a:pt x="514350" y="1323975"/>
                </a:moveTo>
                <a:lnTo>
                  <a:pt x="523875" y="1323975"/>
                </a:lnTo>
                <a:lnTo>
                  <a:pt x="523875" y="1343025"/>
                </a:lnTo>
                <a:lnTo>
                  <a:pt x="552450" y="1343025"/>
                </a:lnTo>
                <a:lnTo>
                  <a:pt x="552450" y="1323975"/>
                </a:lnTo>
                <a:lnTo>
                  <a:pt x="561975" y="1323975"/>
                </a:lnTo>
                <a:lnTo>
                  <a:pt x="561975" y="1343025"/>
                </a:lnTo>
                <a:lnTo>
                  <a:pt x="552450" y="1343025"/>
                </a:lnTo>
                <a:lnTo>
                  <a:pt x="552450" y="1352550"/>
                </a:lnTo>
                <a:lnTo>
                  <a:pt x="523875" y="1352550"/>
                </a:lnTo>
                <a:lnTo>
                  <a:pt x="523875" y="1362075"/>
                </a:lnTo>
                <a:lnTo>
                  <a:pt x="495300" y="1362075"/>
                </a:lnTo>
                <a:lnTo>
                  <a:pt x="495300" y="1352550"/>
                </a:lnTo>
                <a:lnTo>
                  <a:pt x="476250" y="1352550"/>
                </a:lnTo>
                <a:lnTo>
                  <a:pt x="476250" y="1343025"/>
                </a:lnTo>
                <a:lnTo>
                  <a:pt x="504825" y="1343025"/>
                </a:lnTo>
                <a:lnTo>
                  <a:pt x="504825" y="1333500"/>
                </a:lnTo>
                <a:lnTo>
                  <a:pt x="514350" y="1333500"/>
                </a:lnTo>
                <a:close/>
                <a:moveTo>
                  <a:pt x="571500" y="1323975"/>
                </a:moveTo>
                <a:lnTo>
                  <a:pt x="581025" y="1323975"/>
                </a:lnTo>
                <a:lnTo>
                  <a:pt x="581025" y="1333500"/>
                </a:lnTo>
                <a:lnTo>
                  <a:pt x="571500" y="1333500"/>
                </a:lnTo>
                <a:close/>
                <a:moveTo>
                  <a:pt x="1533525" y="1323975"/>
                </a:moveTo>
                <a:lnTo>
                  <a:pt x="1543050" y="1323975"/>
                </a:lnTo>
                <a:lnTo>
                  <a:pt x="1543050" y="1333500"/>
                </a:lnTo>
                <a:lnTo>
                  <a:pt x="1552575" y="1333500"/>
                </a:lnTo>
                <a:lnTo>
                  <a:pt x="1552575" y="1343025"/>
                </a:lnTo>
                <a:lnTo>
                  <a:pt x="1562100" y="1343025"/>
                </a:lnTo>
                <a:lnTo>
                  <a:pt x="1562100" y="1323975"/>
                </a:lnTo>
                <a:lnTo>
                  <a:pt x="1571625" y="1323975"/>
                </a:lnTo>
                <a:lnTo>
                  <a:pt x="1571625" y="1362075"/>
                </a:lnTo>
                <a:lnTo>
                  <a:pt x="1562100" y="1362075"/>
                </a:lnTo>
                <a:lnTo>
                  <a:pt x="1562100" y="1390650"/>
                </a:lnTo>
                <a:lnTo>
                  <a:pt x="1552575" y="1390650"/>
                </a:lnTo>
                <a:lnTo>
                  <a:pt x="1552575" y="1419225"/>
                </a:lnTo>
                <a:lnTo>
                  <a:pt x="1543050" y="1419225"/>
                </a:lnTo>
                <a:lnTo>
                  <a:pt x="1543050" y="1438275"/>
                </a:lnTo>
                <a:lnTo>
                  <a:pt x="1524000" y="1438275"/>
                </a:lnTo>
                <a:lnTo>
                  <a:pt x="1524000" y="1419225"/>
                </a:lnTo>
                <a:lnTo>
                  <a:pt x="1533525" y="1419225"/>
                </a:lnTo>
                <a:lnTo>
                  <a:pt x="1533525" y="1390650"/>
                </a:lnTo>
                <a:lnTo>
                  <a:pt x="1543050" y="1390650"/>
                </a:lnTo>
                <a:lnTo>
                  <a:pt x="1543050" y="1343025"/>
                </a:lnTo>
                <a:lnTo>
                  <a:pt x="1533525" y="1343025"/>
                </a:lnTo>
                <a:lnTo>
                  <a:pt x="1533525" y="1352550"/>
                </a:lnTo>
                <a:lnTo>
                  <a:pt x="1524000" y="1352550"/>
                </a:lnTo>
                <a:lnTo>
                  <a:pt x="1524000" y="1362075"/>
                </a:lnTo>
                <a:lnTo>
                  <a:pt x="1504950" y="1362075"/>
                </a:lnTo>
                <a:lnTo>
                  <a:pt x="1504950" y="1352550"/>
                </a:lnTo>
                <a:lnTo>
                  <a:pt x="1514475" y="1352550"/>
                </a:lnTo>
                <a:lnTo>
                  <a:pt x="1514475" y="1343025"/>
                </a:lnTo>
                <a:lnTo>
                  <a:pt x="1524000" y="1343025"/>
                </a:lnTo>
                <a:lnTo>
                  <a:pt x="1524000" y="1333500"/>
                </a:lnTo>
                <a:lnTo>
                  <a:pt x="1533525" y="1333500"/>
                </a:lnTo>
                <a:close/>
                <a:moveTo>
                  <a:pt x="1857375" y="1323975"/>
                </a:moveTo>
                <a:lnTo>
                  <a:pt x="1876425" y="1323975"/>
                </a:lnTo>
                <a:lnTo>
                  <a:pt x="1876425" y="1343025"/>
                </a:lnTo>
                <a:lnTo>
                  <a:pt x="1857375" y="1343025"/>
                </a:lnTo>
                <a:close/>
                <a:moveTo>
                  <a:pt x="1114425" y="1333500"/>
                </a:moveTo>
                <a:lnTo>
                  <a:pt x="1152525" y="1333500"/>
                </a:lnTo>
                <a:lnTo>
                  <a:pt x="1152525" y="1352550"/>
                </a:lnTo>
                <a:lnTo>
                  <a:pt x="1143000" y="1352550"/>
                </a:lnTo>
                <a:lnTo>
                  <a:pt x="1143000" y="1362075"/>
                </a:lnTo>
                <a:lnTo>
                  <a:pt x="1123950" y="1362075"/>
                </a:lnTo>
                <a:lnTo>
                  <a:pt x="1123950" y="1371600"/>
                </a:lnTo>
                <a:lnTo>
                  <a:pt x="1104900" y="1371600"/>
                </a:lnTo>
                <a:lnTo>
                  <a:pt x="1104900" y="1381125"/>
                </a:lnTo>
                <a:lnTo>
                  <a:pt x="1095375" y="1381125"/>
                </a:lnTo>
                <a:lnTo>
                  <a:pt x="1095375" y="1371600"/>
                </a:lnTo>
                <a:lnTo>
                  <a:pt x="1085850" y="1371600"/>
                </a:lnTo>
                <a:lnTo>
                  <a:pt x="1085850" y="1352550"/>
                </a:lnTo>
                <a:lnTo>
                  <a:pt x="1076325" y="1352550"/>
                </a:lnTo>
                <a:lnTo>
                  <a:pt x="1076325" y="1343025"/>
                </a:lnTo>
                <a:lnTo>
                  <a:pt x="1114425" y="1343025"/>
                </a:lnTo>
                <a:close/>
                <a:moveTo>
                  <a:pt x="1266825" y="1333500"/>
                </a:moveTo>
                <a:lnTo>
                  <a:pt x="1276350" y="1333500"/>
                </a:lnTo>
                <a:lnTo>
                  <a:pt x="1276350" y="1343025"/>
                </a:lnTo>
                <a:lnTo>
                  <a:pt x="1266825" y="1343025"/>
                </a:lnTo>
                <a:close/>
                <a:moveTo>
                  <a:pt x="1771650" y="1333500"/>
                </a:moveTo>
                <a:lnTo>
                  <a:pt x="1781175" y="1333500"/>
                </a:lnTo>
                <a:lnTo>
                  <a:pt x="1781175" y="1352550"/>
                </a:lnTo>
                <a:lnTo>
                  <a:pt x="1771650" y="1352550"/>
                </a:lnTo>
                <a:lnTo>
                  <a:pt x="1771650" y="1362075"/>
                </a:lnTo>
                <a:lnTo>
                  <a:pt x="1762125" y="1362075"/>
                </a:lnTo>
                <a:lnTo>
                  <a:pt x="1762125" y="1343025"/>
                </a:lnTo>
                <a:lnTo>
                  <a:pt x="1771650" y="1343025"/>
                </a:lnTo>
                <a:close/>
                <a:moveTo>
                  <a:pt x="238125" y="1343025"/>
                </a:moveTo>
                <a:lnTo>
                  <a:pt x="247650" y="1343025"/>
                </a:lnTo>
                <a:lnTo>
                  <a:pt x="247650" y="1352550"/>
                </a:lnTo>
                <a:lnTo>
                  <a:pt x="238125" y="1352550"/>
                </a:lnTo>
                <a:close/>
                <a:moveTo>
                  <a:pt x="1219200" y="1343025"/>
                </a:moveTo>
                <a:lnTo>
                  <a:pt x="1228725" y="1343025"/>
                </a:lnTo>
                <a:lnTo>
                  <a:pt x="1228725" y="1352550"/>
                </a:lnTo>
                <a:lnTo>
                  <a:pt x="1257300" y="1352550"/>
                </a:lnTo>
                <a:lnTo>
                  <a:pt x="1257300" y="1362075"/>
                </a:lnTo>
                <a:lnTo>
                  <a:pt x="1247775" y="1362075"/>
                </a:lnTo>
                <a:lnTo>
                  <a:pt x="1247775" y="1371600"/>
                </a:lnTo>
                <a:lnTo>
                  <a:pt x="1228725" y="1371600"/>
                </a:lnTo>
                <a:lnTo>
                  <a:pt x="1228725" y="1381125"/>
                </a:lnTo>
                <a:lnTo>
                  <a:pt x="1209675" y="1381125"/>
                </a:lnTo>
                <a:lnTo>
                  <a:pt x="1209675" y="1390650"/>
                </a:lnTo>
                <a:lnTo>
                  <a:pt x="1190625" y="1390650"/>
                </a:lnTo>
                <a:lnTo>
                  <a:pt x="1190625" y="1381125"/>
                </a:lnTo>
                <a:lnTo>
                  <a:pt x="1200150" y="1381125"/>
                </a:lnTo>
                <a:lnTo>
                  <a:pt x="1200150" y="1362075"/>
                </a:lnTo>
                <a:lnTo>
                  <a:pt x="1209675" y="1362075"/>
                </a:lnTo>
                <a:lnTo>
                  <a:pt x="1209675" y="1352550"/>
                </a:lnTo>
                <a:lnTo>
                  <a:pt x="1219200" y="1352550"/>
                </a:lnTo>
                <a:close/>
                <a:moveTo>
                  <a:pt x="1666875" y="1343025"/>
                </a:moveTo>
                <a:lnTo>
                  <a:pt x="1676400" y="1343025"/>
                </a:lnTo>
                <a:lnTo>
                  <a:pt x="1676400" y="1352550"/>
                </a:lnTo>
                <a:lnTo>
                  <a:pt x="1666875" y="1352550"/>
                </a:lnTo>
                <a:close/>
                <a:moveTo>
                  <a:pt x="1704975" y="1343025"/>
                </a:moveTo>
                <a:lnTo>
                  <a:pt x="1714500" y="1343025"/>
                </a:lnTo>
                <a:lnTo>
                  <a:pt x="1714500" y="1352550"/>
                </a:lnTo>
                <a:lnTo>
                  <a:pt x="1704975" y="1352550"/>
                </a:lnTo>
                <a:close/>
                <a:moveTo>
                  <a:pt x="1952625" y="1343025"/>
                </a:moveTo>
                <a:lnTo>
                  <a:pt x="1962150" y="1343025"/>
                </a:lnTo>
                <a:lnTo>
                  <a:pt x="1962150" y="1362075"/>
                </a:lnTo>
                <a:lnTo>
                  <a:pt x="1952625" y="1362075"/>
                </a:lnTo>
                <a:close/>
                <a:moveTo>
                  <a:pt x="304800" y="1352550"/>
                </a:moveTo>
                <a:lnTo>
                  <a:pt x="323850" y="1352550"/>
                </a:lnTo>
                <a:lnTo>
                  <a:pt x="323850" y="1343025"/>
                </a:lnTo>
                <a:lnTo>
                  <a:pt x="304800" y="1343025"/>
                </a:lnTo>
                <a:close/>
                <a:moveTo>
                  <a:pt x="438150" y="1352550"/>
                </a:moveTo>
                <a:lnTo>
                  <a:pt x="466725" y="1352550"/>
                </a:lnTo>
                <a:lnTo>
                  <a:pt x="466725" y="1362075"/>
                </a:lnTo>
                <a:lnTo>
                  <a:pt x="457200" y="1362075"/>
                </a:lnTo>
                <a:lnTo>
                  <a:pt x="457200" y="1371600"/>
                </a:lnTo>
                <a:lnTo>
                  <a:pt x="466725" y="1371600"/>
                </a:lnTo>
                <a:lnTo>
                  <a:pt x="466725" y="1362075"/>
                </a:lnTo>
                <a:lnTo>
                  <a:pt x="495300" y="1362075"/>
                </a:lnTo>
                <a:lnTo>
                  <a:pt x="495300" y="1371600"/>
                </a:lnTo>
                <a:lnTo>
                  <a:pt x="466725" y="1371600"/>
                </a:lnTo>
                <a:lnTo>
                  <a:pt x="466725" y="1381125"/>
                </a:lnTo>
                <a:lnTo>
                  <a:pt x="428625" y="1381125"/>
                </a:lnTo>
                <a:lnTo>
                  <a:pt x="428625" y="1362075"/>
                </a:lnTo>
                <a:lnTo>
                  <a:pt x="438150" y="1362075"/>
                </a:lnTo>
                <a:close/>
                <a:moveTo>
                  <a:pt x="1476375" y="1362075"/>
                </a:moveTo>
                <a:lnTo>
                  <a:pt x="1504950" y="1362075"/>
                </a:lnTo>
                <a:lnTo>
                  <a:pt x="1504950" y="1371600"/>
                </a:lnTo>
                <a:lnTo>
                  <a:pt x="1495425" y="1371600"/>
                </a:lnTo>
                <a:lnTo>
                  <a:pt x="1495425" y="1381125"/>
                </a:lnTo>
                <a:lnTo>
                  <a:pt x="1466850" y="1381125"/>
                </a:lnTo>
                <a:lnTo>
                  <a:pt x="1466850" y="1390650"/>
                </a:lnTo>
                <a:lnTo>
                  <a:pt x="1438275" y="1390650"/>
                </a:lnTo>
                <a:lnTo>
                  <a:pt x="1438275" y="1381125"/>
                </a:lnTo>
                <a:lnTo>
                  <a:pt x="1419225" y="1381125"/>
                </a:lnTo>
                <a:lnTo>
                  <a:pt x="1419225" y="1371600"/>
                </a:lnTo>
                <a:lnTo>
                  <a:pt x="1476375" y="1371600"/>
                </a:lnTo>
                <a:close/>
                <a:moveTo>
                  <a:pt x="133350" y="1371600"/>
                </a:moveTo>
                <a:lnTo>
                  <a:pt x="142875" y="1371600"/>
                </a:lnTo>
                <a:lnTo>
                  <a:pt x="142875" y="1390650"/>
                </a:lnTo>
                <a:lnTo>
                  <a:pt x="133350" y="1390650"/>
                </a:lnTo>
                <a:close/>
                <a:moveTo>
                  <a:pt x="1847850" y="1371600"/>
                </a:moveTo>
                <a:lnTo>
                  <a:pt x="1857375" y="1371600"/>
                </a:lnTo>
                <a:lnTo>
                  <a:pt x="1857375" y="1381125"/>
                </a:lnTo>
                <a:lnTo>
                  <a:pt x="1847850" y="1381125"/>
                </a:lnTo>
                <a:close/>
                <a:moveTo>
                  <a:pt x="1000125" y="1381125"/>
                </a:moveTo>
                <a:lnTo>
                  <a:pt x="1009650" y="1381125"/>
                </a:lnTo>
                <a:lnTo>
                  <a:pt x="1009650" y="1390650"/>
                </a:lnTo>
                <a:lnTo>
                  <a:pt x="1019175" y="1390650"/>
                </a:lnTo>
                <a:lnTo>
                  <a:pt x="1019175" y="1419225"/>
                </a:lnTo>
                <a:lnTo>
                  <a:pt x="1028700" y="1419225"/>
                </a:lnTo>
                <a:lnTo>
                  <a:pt x="1028700" y="1447800"/>
                </a:lnTo>
                <a:lnTo>
                  <a:pt x="1038225" y="1447800"/>
                </a:lnTo>
                <a:lnTo>
                  <a:pt x="1038225" y="1476375"/>
                </a:lnTo>
                <a:lnTo>
                  <a:pt x="1047750" y="1476375"/>
                </a:lnTo>
                <a:lnTo>
                  <a:pt x="1047750" y="1504950"/>
                </a:lnTo>
                <a:lnTo>
                  <a:pt x="1038225" y="1504950"/>
                </a:lnTo>
                <a:lnTo>
                  <a:pt x="1038225" y="1495425"/>
                </a:lnTo>
                <a:lnTo>
                  <a:pt x="1028700" y="1495425"/>
                </a:lnTo>
                <a:lnTo>
                  <a:pt x="1028700" y="1466850"/>
                </a:lnTo>
                <a:lnTo>
                  <a:pt x="1019175" y="1466850"/>
                </a:lnTo>
                <a:lnTo>
                  <a:pt x="1019175" y="1438275"/>
                </a:lnTo>
                <a:lnTo>
                  <a:pt x="1009650" y="1438275"/>
                </a:lnTo>
                <a:lnTo>
                  <a:pt x="1009650" y="1409700"/>
                </a:lnTo>
                <a:lnTo>
                  <a:pt x="1000125" y="1409700"/>
                </a:lnTo>
                <a:close/>
                <a:moveTo>
                  <a:pt x="1790700" y="1381125"/>
                </a:moveTo>
                <a:lnTo>
                  <a:pt x="1800225" y="1381125"/>
                </a:lnTo>
                <a:lnTo>
                  <a:pt x="1800225" y="1390650"/>
                </a:lnTo>
                <a:lnTo>
                  <a:pt x="1790700" y="1390650"/>
                </a:lnTo>
                <a:close/>
                <a:moveTo>
                  <a:pt x="257175" y="1390650"/>
                </a:moveTo>
                <a:lnTo>
                  <a:pt x="266700" y="1390650"/>
                </a:lnTo>
                <a:lnTo>
                  <a:pt x="266700" y="1400175"/>
                </a:lnTo>
                <a:lnTo>
                  <a:pt x="257175" y="1400175"/>
                </a:lnTo>
                <a:close/>
                <a:moveTo>
                  <a:pt x="1171575" y="1390650"/>
                </a:moveTo>
                <a:lnTo>
                  <a:pt x="1190625" y="1390650"/>
                </a:lnTo>
                <a:lnTo>
                  <a:pt x="1190625" y="1400175"/>
                </a:lnTo>
                <a:lnTo>
                  <a:pt x="1181100" y="1400175"/>
                </a:lnTo>
                <a:lnTo>
                  <a:pt x="1181100" y="1409700"/>
                </a:lnTo>
                <a:lnTo>
                  <a:pt x="1162050" y="1409700"/>
                </a:lnTo>
                <a:lnTo>
                  <a:pt x="1162050" y="1419225"/>
                </a:lnTo>
                <a:lnTo>
                  <a:pt x="1152525" y="1419225"/>
                </a:lnTo>
                <a:lnTo>
                  <a:pt x="1152525" y="1400175"/>
                </a:lnTo>
                <a:lnTo>
                  <a:pt x="1171575" y="1400175"/>
                </a:lnTo>
                <a:close/>
                <a:moveTo>
                  <a:pt x="1428750" y="1390650"/>
                </a:moveTo>
                <a:lnTo>
                  <a:pt x="1438275" y="1390650"/>
                </a:lnTo>
                <a:lnTo>
                  <a:pt x="1438275" y="1400175"/>
                </a:lnTo>
                <a:lnTo>
                  <a:pt x="1428750" y="1400175"/>
                </a:lnTo>
                <a:close/>
                <a:moveTo>
                  <a:pt x="1685925" y="1390650"/>
                </a:moveTo>
                <a:lnTo>
                  <a:pt x="1695450" y="1390650"/>
                </a:lnTo>
                <a:lnTo>
                  <a:pt x="1695450" y="1400175"/>
                </a:lnTo>
                <a:lnTo>
                  <a:pt x="1685925" y="1400175"/>
                </a:lnTo>
                <a:close/>
                <a:moveTo>
                  <a:pt x="733425" y="1400175"/>
                </a:moveTo>
                <a:lnTo>
                  <a:pt x="752475" y="1400175"/>
                </a:lnTo>
                <a:lnTo>
                  <a:pt x="752475" y="1409700"/>
                </a:lnTo>
                <a:lnTo>
                  <a:pt x="742950" y="1409700"/>
                </a:lnTo>
                <a:lnTo>
                  <a:pt x="742950" y="1419225"/>
                </a:lnTo>
                <a:lnTo>
                  <a:pt x="733425" y="1419225"/>
                </a:lnTo>
                <a:close/>
                <a:moveTo>
                  <a:pt x="771525" y="1400175"/>
                </a:moveTo>
                <a:lnTo>
                  <a:pt x="781050" y="1400175"/>
                </a:lnTo>
                <a:lnTo>
                  <a:pt x="781050" y="1409700"/>
                </a:lnTo>
                <a:lnTo>
                  <a:pt x="771525" y="1409700"/>
                </a:lnTo>
                <a:close/>
                <a:moveTo>
                  <a:pt x="1409700" y="1400175"/>
                </a:moveTo>
                <a:lnTo>
                  <a:pt x="1428750" y="1400175"/>
                </a:lnTo>
                <a:lnTo>
                  <a:pt x="1428750" y="1409700"/>
                </a:lnTo>
                <a:lnTo>
                  <a:pt x="1409700" y="1409700"/>
                </a:lnTo>
                <a:close/>
                <a:moveTo>
                  <a:pt x="1724025" y="1400175"/>
                </a:moveTo>
                <a:lnTo>
                  <a:pt x="1733550" y="1400175"/>
                </a:lnTo>
                <a:lnTo>
                  <a:pt x="1733550" y="1409700"/>
                </a:lnTo>
                <a:lnTo>
                  <a:pt x="1724025" y="1409700"/>
                </a:lnTo>
                <a:close/>
                <a:moveTo>
                  <a:pt x="1800225" y="1400175"/>
                </a:moveTo>
                <a:lnTo>
                  <a:pt x="1809750" y="1400175"/>
                </a:lnTo>
                <a:lnTo>
                  <a:pt x="1809750" y="1409700"/>
                </a:lnTo>
                <a:lnTo>
                  <a:pt x="1800225" y="1409700"/>
                </a:lnTo>
                <a:close/>
                <a:moveTo>
                  <a:pt x="685800" y="1409700"/>
                </a:moveTo>
                <a:lnTo>
                  <a:pt x="714375" y="1409700"/>
                </a:lnTo>
                <a:lnTo>
                  <a:pt x="714375" y="1428750"/>
                </a:lnTo>
                <a:lnTo>
                  <a:pt x="685800" y="1428750"/>
                </a:lnTo>
                <a:close/>
                <a:moveTo>
                  <a:pt x="266700" y="1419225"/>
                </a:moveTo>
                <a:lnTo>
                  <a:pt x="276225" y="1419225"/>
                </a:lnTo>
                <a:lnTo>
                  <a:pt x="276225" y="1428750"/>
                </a:lnTo>
                <a:lnTo>
                  <a:pt x="266700" y="1428750"/>
                </a:lnTo>
                <a:close/>
                <a:moveTo>
                  <a:pt x="742950" y="1419225"/>
                </a:moveTo>
                <a:lnTo>
                  <a:pt x="771525" y="1419225"/>
                </a:lnTo>
                <a:lnTo>
                  <a:pt x="771525" y="1438275"/>
                </a:lnTo>
                <a:lnTo>
                  <a:pt x="752475" y="1438275"/>
                </a:lnTo>
                <a:lnTo>
                  <a:pt x="752475" y="1428750"/>
                </a:lnTo>
                <a:lnTo>
                  <a:pt x="742950" y="1428750"/>
                </a:lnTo>
                <a:close/>
                <a:moveTo>
                  <a:pt x="1962150" y="1419225"/>
                </a:moveTo>
                <a:lnTo>
                  <a:pt x="1971675" y="1419225"/>
                </a:lnTo>
                <a:lnTo>
                  <a:pt x="1971675" y="1438275"/>
                </a:lnTo>
                <a:lnTo>
                  <a:pt x="1962150" y="1438275"/>
                </a:lnTo>
                <a:close/>
                <a:moveTo>
                  <a:pt x="885825" y="1428750"/>
                </a:moveTo>
                <a:lnTo>
                  <a:pt x="914400" y="1428750"/>
                </a:lnTo>
                <a:lnTo>
                  <a:pt x="914400" y="1447800"/>
                </a:lnTo>
                <a:lnTo>
                  <a:pt x="876300" y="1447800"/>
                </a:lnTo>
                <a:lnTo>
                  <a:pt x="876300" y="1457325"/>
                </a:lnTo>
                <a:lnTo>
                  <a:pt x="847725" y="1457325"/>
                </a:lnTo>
                <a:lnTo>
                  <a:pt x="847725" y="1438275"/>
                </a:lnTo>
                <a:lnTo>
                  <a:pt x="885825" y="1438275"/>
                </a:lnTo>
                <a:close/>
                <a:moveTo>
                  <a:pt x="1419225" y="1428750"/>
                </a:moveTo>
                <a:lnTo>
                  <a:pt x="1438275" y="1428750"/>
                </a:lnTo>
                <a:lnTo>
                  <a:pt x="1438275" y="1457325"/>
                </a:lnTo>
                <a:lnTo>
                  <a:pt x="1419225" y="1457325"/>
                </a:lnTo>
                <a:close/>
                <a:moveTo>
                  <a:pt x="1733550" y="1428750"/>
                </a:moveTo>
                <a:lnTo>
                  <a:pt x="1743075" y="1428750"/>
                </a:lnTo>
                <a:lnTo>
                  <a:pt x="1743075" y="1438275"/>
                </a:lnTo>
                <a:lnTo>
                  <a:pt x="1733550" y="1438275"/>
                </a:lnTo>
                <a:close/>
                <a:moveTo>
                  <a:pt x="1514475" y="1438275"/>
                </a:moveTo>
                <a:lnTo>
                  <a:pt x="1524000" y="1438275"/>
                </a:lnTo>
                <a:lnTo>
                  <a:pt x="1524000" y="1447800"/>
                </a:lnTo>
                <a:lnTo>
                  <a:pt x="1533525" y="1447800"/>
                </a:lnTo>
                <a:lnTo>
                  <a:pt x="1533525" y="1466850"/>
                </a:lnTo>
                <a:lnTo>
                  <a:pt x="1524000" y="1466850"/>
                </a:lnTo>
                <a:lnTo>
                  <a:pt x="1524000" y="1457325"/>
                </a:lnTo>
                <a:lnTo>
                  <a:pt x="1514475" y="1457325"/>
                </a:lnTo>
                <a:close/>
                <a:moveTo>
                  <a:pt x="1704975" y="1438275"/>
                </a:moveTo>
                <a:lnTo>
                  <a:pt x="1714500" y="1438275"/>
                </a:lnTo>
                <a:lnTo>
                  <a:pt x="1714500" y="1447800"/>
                </a:lnTo>
                <a:lnTo>
                  <a:pt x="1704975" y="1447800"/>
                </a:lnTo>
                <a:close/>
                <a:moveTo>
                  <a:pt x="1809750" y="1438275"/>
                </a:moveTo>
                <a:lnTo>
                  <a:pt x="1828800" y="1438275"/>
                </a:lnTo>
                <a:lnTo>
                  <a:pt x="1828800" y="1447800"/>
                </a:lnTo>
                <a:lnTo>
                  <a:pt x="1809750" y="1447800"/>
                </a:lnTo>
                <a:close/>
                <a:moveTo>
                  <a:pt x="276225" y="1447800"/>
                </a:moveTo>
                <a:lnTo>
                  <a:pt x="285750" y="1447800"/>
                </a:lnTo>
                <a:lnTo>
                  <a:pt x="285750" y="1457325"/>
                </a:lnTo>
                <a:lnTo>
                  <a:pt x="276225" y="1457325"/>
                </a:lnTo>
                <a:close/>
                <a:moveTo>
                  <a:pt x="571500" y="1447800"/>
                </a:moveTo>
                <a:lnTo>
                  <a:pt x="600075" y="1447800"/>
                </a:lnTo>
                <a:lnTo>
                  <a:pt x="600075" y="1466850"/>
                </a:lnTo>
                <a:lnTo>
                  <a:pt x="571500" y="1466850"/>
                </a:lnTo>
                <a:close/>
                <a:moveTo>
                  <a:pt x="123825" y="1457325"/>
                </a:moveTo>
                <a:lnTo>
                  <a:pt x="133350" y="1457325"/>
                </a:lnTo>
                <a:lnTo>
                  <a:pt x="133350" y="1485900"/>
                </a:lnTo>
                <a:lnTo>
                  <a:pt x="123825" y="1485900"/>
                </a:lnTo>
                <a:close/>
                <a:moveTo>
                  <a:pt x="466725" y="1457325"/>
                </a:moveTo>
                <a:lnTo>
                  <a:pt x="485775" y="1457325"/>
                </a:lnTo>
                <a:lnTo>
                  <a:pt x="485775" y="1466850"/>
                </a:lnTo>
                <a:lnTo>
                  <a:pt x="466725" y="1466850"/>
                </a:lnTo>
                <a:close/>
                <a:moveTo>
                  <a:pt x="828675" y="1457325"/>
                </a:moveTo>
                <a:lnTo>
                  <a:pt x="847725" y="1457325"/>
                </a:lnTo>
                <a:lnTo>
                  <a:pt x="847725" y="1466850"/>
                </a:lnTo>
                <a:lnTo>
                  <a:pt x="828675" y="1466850"/>
                </a:lnTo>
                <a:close/>
                <a:moveTo>
                  <a:pt x="1743075" y="1457325"/>
                </a:moveTo>
                <a:lnTo>
                  <a:pt x="1752600" y="1457325"/>
                </a:lnTo>
                <a:lnTo>
                  <a:pt x="1752600" y="1466850"/>
                </a:lnTo>
                <a:lnTo>
                  <a:pt x="1743075" y="1466850"/>
                </a:lnTo>
                <a:close/>
                <a:moveTo>
                  <a:pt x="723900" y="1466850"/>
                </a:moveTo>
                <a:lnTo>
                  <a:pt x="733425" y="1466850"/>
                </a:lnTo>
                <a:lnTo>
                  <a:pt x="733425" y="1476375"/>
                </a:lnTo>
                <a:lnTo>
                  <a:pt x="723900" y="1476375"/>
                </a:lnTo>
                <a:close/>
                <a:moveTo>
                  <a:pt x="1504950" y="1466850"/>
                </a:moveTo>
                <a:lnTo>
                  <a:pt x="1524000" y="1466850"/>
                </a:lnTo>
                <a:lnTo>
                  <a:pt x="1524000" y="1485900"/>
                </a:lnTo>
                <a:lnTo>
                  <a:pt x="1514475" y="1485900"/>
                </a:lnTo>
                <a:lnTo>
                  <a:pt x="1514475" y="1476375"/>
                </a:lnTo>
                <a:lnTo>
                  <a:pt x="1504950" y="1476375"/>
                </a:lnTo>
                <a:close/>
                <a:moveTo>
                  <a:pt x="1704975" y="1466850"/>
                </a:moveTo>
                <a:lnTo>
                  <a:pt x="1714500" y="1466850"/>
                </a:lnTo>
                <a:lnTo>
                  <a:pt x="1714500" y="1485900"/>
                </a:lnTo>
                <a:lnTo>
                  <a:pt x="1704975" y="1485900"/>
                </a:lnTo>
                <a:close/>
                <a:moveTo>
                  <a:pt x="285750" y="1476375"/>
                </a:moveTo>
                <a:lnTo>
                  <a:pt x="295275" y="1476375"/>
                </a:lnTo>
                <a:lnTo>
                  <a:pt x="295275" y="1485900"/>
                </a:lnTo>
                <a:lnTo>
                  <a:pt x="285750" y="1485900"/>
                </a:lnTo>
                <a:close/>
                <a:moveTo>
                  <a:pt x="504825" y="1476375"/>
                </a:moveTo>
                <a:lnTo>
                  <a:pt x="523875" y="1476375"/>
                </a:lnTo>
                <a:lnTo>
                  <a:pt x="523875" y="1485900"/>
                </a:lnTo>
                <a:lnTo>
                  <a:pt x="514350" y="1485900"/>
                </a:lnTo>
                <a:lnTo>
                  <a:pt x="514350" y="1495425"/>
                </a:lnTo>
                <a:lnTo>
                  <a:pt x="504825" y="1495425"/>
                </a:lnTo>
                <a:lnTo>
                  <a:pt x="504825" y="1504950"/>
                </a:lnTo>
                <a:lnTo>
                  <a:pt x="485775" y="1504950"/>
                </a:lnTo>
                <a:lnTo>
                  <a:pt x="485775" y="1514475"/>
                </a:lnTo>
                <a:lnTo>
                  <a:pt x="476250" y="1514475"/>
                </a:lnTo>
                <a:lnTo>
                  <a:pt x="476250" y="1495425"/>
                </a:lnTo>
                <a:lnTo>
                  <a:pt x="495300" y="1495425"/>
                </a:lnTo>
                <a:lnTo>
                  <a:pt x="495300" y="1485900"/>
                </a:lnTo>
                <a:lnTo>
                  <a:pt x="504825" y="1485900"/>
                </a:lnTo>
                <a:close/>
                <a:moveTo>
                  <a:pt x="714375" y="1476375"/>
                </a:moveTo>
                <a:lnTo>
                  <a:pt x="723900" y="1476375"/>
                </a:lnTo>
                <a:lnTo>
                  <a:pt x="723900" y="1485900"/>
                </a:lnTo>
                <a:lnTo>
                  <a:pt x="714375" y="1485900"/>
                </a:lnTo>
                <a:close/>
                <a:moveTo>
                  <a:pt x="733425" y="1476375"/>
                </a:moveTo>
                <a:lnTo>
                  <a:pt x="752475" y="1476375"/>
                </a:lnTo>
                <a:lnTo>
                  <a:pt x="752475" y="1495425"/>
                </a:lnTo>
                <a:lnTo>
                  <a:pt x="733425" y="1495425"/>
                </a:lnTo>
                <a:close/>
                <a:moveTo>
                  <a:pt x="704850" y="1485900"/>
                </a:moveTo>
                <a:lnTo>
                  <a:pt x="714375" y="1485900"/>
                </a:lnTo>
                <a:lnTo>
                  <a:pt x="714375" y="1495425"/>
                </a:lnTo>
                <a:lnTo>
                  <a:pt x="704850" y="1495425"/>
                </a:lnTo>
                <a:close/>
                <a:moveTo>
                  <a:pt x="1504950" y="1485900"/>
                </a:moveTo>
                <a:lnTo>
                  <a:pt x="1514475" y="1485900"/>
                </a:lnTo>
                <a:lnTo>
                  <a:pt x="1514475" y="1495425"/>
                </a:lnTo>
                <a:lnTo>
                  <a:pt x="1504950" y="1495425"/>
                </a:lnTo>
                <a:close/>
                <a:moveTo>
                  <a:pt x="1752600" y="1485900"/>
                </a:moveTo>
                <a:lnTo>
                  <a:pt x="1762125" y="1485900"/>
                </a:lnTo>
                <a:lnTo>
                  <a:pt x="1762125" y="1495425"/>
                </a:lnTo>
                <a:lnTo>
                  <a:pt x="1752600" y="1495425"/>
                </a:lnTo>
                <a:close/>
                <a:moveTo>
                  <a:pt x="571500" y="1495425"/>
                </a:moveTo>
                <a:lnTo>
                  <a:pt x="590550" y="1495425"/>
                </a:lnTo>
                <a:lnTo>
                  <a:pt x="590550" y="1504950"/>
                </a:lnTo>
                <a:lnTo>
                  <a:pt x="571500" y="1504950"/>
                </a:lnTo>
                <a:close/>
                <a:moveTo>
                  <a:pt x="714375" y="1495425"/>
                </a:moveTo>
                <a:lnTo>
                  <a:pt x="723900" y="1495425"/>
                </a:lnTo>
                <a:lnTo>
                  <a:pt x="723900" y="1504950"/>
                </a:lnTo>
                <a:lnTo>
                  <a:pt x="714375" y="1504950"/>
                </a:lnTo>
                <a:close/>
                <a:moveTo>
                  <a:pt x="1419225" y="1495425"/>
                </a:moveTo>
                <a:lnTo>
                  <a:pt x="1438275" y="1495425"/>
                </a:lnTo>
                <a:lnTo>
                  <a:pt x="1438275" y="1514475"/>
                </a:lnTo>
                <a:lnTo>
                  <a:pt x="1419225" y="1514475"/>
                </a:lnTo>
                <a:close/>
                <a:moveTo>
                  <a:pt x="1676400" y="1495425"/>
                </a:moveTo>
                <a:lnTo>
                  <a:pt x="1695450" y="1495425"/>
                </a:lnTo>
                <a:lnTo>
                  <a:pt x="1695450" y="1514475"/>
                </a:lnTo>
                <a:lnTo>
                  <a:pt x="1676400" y="1514475"/>
                </a:lnTo>
                <a:close/>
                <a:moveTo>
                  <a:pt x="1714500" y="1495425"/>
                </a:moveTo>
                <a:lnTo>
                  <a:pt x="1724025" y="1495425"/>
                </a:lnTo>
                <a:lnTo>
                  <a:pt x="1724025" y="1504950"/>
                </a:lnTo>
                <a:lnTo>
                  <a:pt x="1714500" y="1504950"/>
                </a:lnTo>
                <a:close/>
                <a:moveTo>
                  <a:pt x="295275" y="1504950"/>
                </a:moveTo>
                <a:lnTo>
                  <a:pt x="304800" y="1504950"/>
                </a:lnTo>
                <a:lnTo>
                  <a:pt x="304800" y="1514475"/>
                </a:lnTo>
                <a:lnTo>
                  <a:pt x="295275" y="1514475"/>
                </a:lnTo>
                <a:close/>
                <a:moveTo>
                  <a:pt x="638175" y="1504950"/>
                </a:moveTo>
                <a:lnTo>
                  <a:pt x="657225" y="1504950"/>
                </a:lnTo>
                <a:lnTo>
                  <a:pt x="657225" y="1524000"/>
                </a:lnTo>
                <a:lnTo>
                  <a:pt x="638175" y="1524000"/>
                </a:lnTo>
                <a:lnTo>
                  <a:pt x="638175" y="1533525"/>
                </a:lnTo>
                <a:lnTo>
                  <a:pt x="609600" y="1533525"/>
                </a:lnTo>
                <a:lnTo>
                  <a:pt x="609600" y="1543050"/>
                </a:lnTo>
                <a:lnTo>
                  <a:pt x="590550" y="1543050"/>
                </a:lnTo>
                <a:lnTo>
                  <a:pt x="590550" y="1552575"/>
                </a:lnTo>
                <a:lnTo>
                  <a:pt x="561975" y="1552575"/>
                </a:lnTo>
                <a:lnTo>
                  <a:pt x="561975" y="1562100"/>
                </a:lnTo>
                <a:lnTo>
                  <a:pt x="523875" y="1562100"/>
                </a:lnTo>
                <a:lnTo>
                  <a:pt x="523875" y="1571625"/>
                </a:lnTo>
                <a:lnTo>
                  <a:pt x="514350" y="1571625"/>
                </a:lnTo>
                <a:lnTo>
                  <a:pt x="514350" y="1562100"/>
                </a:lnTo>
                <a:lnTo>
                  <a:pt x="504825" y="1562100"/>
                </a:lnTo>
                <a:lnTo>
                  <a:pt x="504825" y="1571625"/>
                </a:lnTo>
                <a:lnTo>
                  <a:pt x="495300" y="1571625"/>
                </a:lnTo>
                <a:lnTo>
                  <a:pt x="495300" y="1552575"/>
                </a:lnTo>
                <a:lnTo>
                  <a:pt x="514350" y="1552575"/>
                </a:lnTo>
                <a:lnTo>
                  <a:pt x="514350" y="1543050"/>
                </a:lnTo>
                <a:lnTo>
                  <a:pt x="552450" y="1543050"/>
                </a:lnTo>
                <a:lnTo>
                  <a:pt x="552450" y="1533525"/>
                </a:lnTo>
                <a:lnTo>
                  <a:pt x="571500" y="1533525"/>
                </a:lnTo>
                <a:lnTo>
                  <a:pt x="571500" y="1524000"/>
                </a:lnTo>
                <a:lnTo>
                  <a:pt x="619125" y="1524000"/>
                </a:lnTo>
                <a:lnTo>
                  <a:pt x="619125" y="1514475"/>
                </a:lnTo>
                <a:lnTo>
                  <a:pt x="638175" y="1514475"/>
                </a:lnTo>
                <a:close/>
                <a:moveTo>
                  <a:pt x="1485900" y="1504950"/>
                </a:moveTo>
                <a:lnTo>
                  <a:pt x="1495425" y="1504950"/>
                </a:lnTo>
                <a:lnTo>
                  <a:pt x="1495425" y="1533525"/>
                </a:lnTo>
                <a:lnTo>
                  <a:pt x="1485900" y="1533525"/>
                </a:lnTo>
                <a:lnTo>
                  <a:pt x="1485900" y="1543050"/>
                </a:lnTo>
                <a:lnTo>
                  <a:pt x="1476375" y="1543050"/>
                </a:lnTo>
                <a:lnTo>
                  <a:pt x="1476375" y="1562100"/>
                </a:lnTo>
                <a:lnTo>
                  <a:pt x="1466850" y="1562100"/>
                </a:lnTo>
                <a:lnTo>
                  <a:pt x="1466850" y="1571625"/>
                </a:lnTo>
                <a:lnTo>
                  <a:pt x="1457325" y="1571625"/>
                </a:lnTo>
                <a:lnTo>
                  <a:pt x="1457325" y="1581150"/>
                </a:lnTo>
                <a:lnTo>
                  <a:pt x="1447800" y="1581150"/>
                </a:lnTo>
                <a:lnTo>
                  <a:pt x="1447800" y="1600200"/>
                </a:lnTo>
                <a:lnTo>
                  <a:pt x="1438275" y="1600200"/>
                </a:lnTo>
                <a:lnTo>
                  <a:pt x="1438275" y="1609725"/>
                </a:lnTo>
                <a:lnTo>
                  <a:pt x="1428750" y="1609725"/>
                </a:lnTo>
                <a:lnTo>
                  <a:pt x="1428750" y="1581150"/>
                </a:lnTo>
                <a:lnTo>
                  <a:pt x="1438275" y="1581150"/>
                </a:lnTo>
                <a:lnTo>
                  <a:pt x="1438275" y="1571625"/>
                </a:lnTo>
                <a:lnTo>
                  <a:pt x="1447800" y="1571625"/>
                </a:lnTo>
                <a:lnTo>
                  <a:pt x="1447800" y="1562100"/>
                </a:lnTo>
                <a:lnTo>
                  <a:pt x="1457325" y="1562100"/>
                </a:lnTo>
                <a:lnTo>
                  <a:pt x="1457325" y="1543050"/>
                </a:lnTo>
                <a:lnTo>
                  <a:pt x="1466850" y="1543050"/>
                </a:lnTo>
                <a:lnTo>
                  <a:pt x="1466850" y="1533525"/>
                </a:lnTo>
                <a:lnTo>
                  <a:pt x="1476375" y="1533525"/>
                </a:lnTo>
                <a:lnTo>
                  <a:pt x="1476375" y="1514475"/>
                </a:lnTo>
                <a:lnTo>
                  <a:pt x="1485900" y="1514475"/>
                </a:lnTo>
                <a:close/>
                <a:moveTo>
                  <a:pt x="1724025" y="1514475"/>
                </a:moveTo>
                <a:lnTo>
                  <a:pt x="1733550" y="1514475"/>
                </a:lnTo>
                <a:lnTo>
                  <a:pt x="1733550" y="1524000"/>
                </a:lnTo>
                <a:lnTo>
                  <a:pt x="1724025" y="1524000"/>
                </a:lnTo>
                <a:close/>
                <a:moveTo>
                  <a:pt x="1762125" y="1514475"/>
                </a:moveTo>
                <a:lnTo>
                  <a:pt x="1771650" y="1514475"/>
                </a:lnTo>
                <a:lnTo>
                  <a:pt x="1771650" y="1524000"/>
                </a:lnTo>
                <a:lnTo>
                  <a:pt x="1762125" y="1524000"/>
                </a:lnTo>
                <a:close/>
                <a:moveTo>
                  <a:pt x="1971675" y="1514475"/>
                </a:moveTo>
                <a:lnTo>
                  <a:pt x="1981200" y="1514475"/>
                </a:lnTo>
                <a:lnTo>
                  <a:pt x="1981200" y="1524000"/>
                </a:lnTo>
                <a:lnTo>
                  <a:pt x="1971675" y="1524000"/>
                </a:lnTo>
                <a:close/>
                <a:moveTo>
                  <a:pt x="304800" y="1533525"/>
                </a:moveTo>
                <a:lnTo>
                  <a:pt x="314325" y="1533525"/>
                </a:lnTo>
                <a:lnTo>
                  <a:pt x="314325" y="1543050"/>
                </a:lnTo>
                <a:lnTo>
                  <a:pt x="304800" y="1543050"/>
                </a:lnTo>
                <a:close/>
                <a:moveTo>
                  <a:pt x="723900" y="1533525"/>
                </a:moveTo>
                <a:lnTo>
                  <a:pt x="733425" y="1533525"/>
                </a:lnTo>
                <a:lnTo>
                  <a:pt x="733425" y="1543050"/>
                </a:lnTo>
                <a:lnTo>
                  <a:pt x="742950" y="1543050"/>
                </a:lnTo>
                <a:lnTo>
                  <a:pt x="742950" y="1552575"/>
                </a:lnTo>
                <a:lnTo>
                  <a:pt x="762000" y="1552575"/>
                </a:lnTo>
                <a:lnTo>
                  <a:pt x="762000" y="1543050"/>
                </a:lnTo>
                <a:lnTo>
                  <a:pt x="781050" y="1543050"/>
                </a:lnTo>
                <a:lnTo>
                  <a:pt x="781050" y="1533525"/>
                </a:lnTo>
                <a:lnTo>
                  <a:pt x="819150" y="1533525"/>
                </a:lnTo>
                <a:lnTo>
                  <a:pt x="819150" y="1543050"/>
                </a:lnTo>
                <a:lnTo>
                  <a:pt x="809625" y="1543050"/>
                </a:lnTo>
                <a:lnTo>
                  <a:pt x="809625" y="1552575"/>
                </a:lnTo>
                <a:lnTo>
                  <a:pt x="781050" y="1552575"/>
                </a:lnTo>
                <a:lnTo>
                  <a:pt x="781050" y="1562100"/>
                </a:lnTo>
                <a:lnTo>
                  <a:pt x="762000" y="1562100"/>
                </a:lnTo>
                <a:lnTo>
                  <a:pt x="762000" y="1571625"/>
                </a:lnTo>
                <a:lnTo>
                  <a:pt x="742950" y="1571625"/>
                </a:lnTo>
                <a:lnTo>
                  <a:pt x="742950" y="1562100"/>
                </a:lnTo>
                <a:lnTo>
                  <a:pt x="733425" y="1562100"/>
                </a:lnTo>
                <a:lnTo>
                  <a:pt x="733425" y="1552575"/>
                </a:lnTo>
                <a:lnTo>
                  <a:pt x="723900" y="1552575"/>
                </a:lnTo>
                <a:lnTo>
                  <a:pt x="723900" y="1562100"/>
                </a:lnTo>
                <a:lnTo>
                  <a:pt x="714375" y="1562100"/>
                </a:lnTo>
                <a:lnTo>
                  <a:pt x="714375" y="1543050"/>
                </a:lnTo>
                <a:lnTo>
                  <a:pt x="723900" y="1543050"/>
                </a:lnTo>
                <a:close/>
                <a:moveTo>
                  <a:pt x="1409700" y="1533525"/>
                </a:moveTo>
                <a:lnTo>
                  <a:pt x="1428750" y="1533525"/>
                </a:lnTo>
                <a:lnTo>
                  <a:pt x="1428750" y="1552575"/>
                </a:lnTo>
                <a:lnTo>
                  <a:pt x="1419225" y="1552575"/>
                </a:lnTo>
                <a:lnTo>
                  <a:pt x="1419225" y="1581150"/>
                </a:lnTo>
                <a:lnTo>
                  <a:pt x="1409700" y="1581150"/>
                </a:lnTo>
                <a:lnTo>
                  <a:pt x="1409700" y="1590675"/>
                </a:lnTo>
                <a:lnTo>
                  <a:pt x="1400175" y="1590675"/>
                </a:lnTo>
                <a:lnTo>
                  <a:pt x="1400175" y="1562100"/>
                </a:lnTo>
                <a:lnTo>
                  <a:pt x="1409700" y="1562100"/>
                </a:lnTo>
                <a:close/>
                <a:moveTo>
                  <a:pt x="1666875" y="1533525"/>
                </a:moveTo>
                <a:lnTo>
                  <a:pt x="1676400" y="1533525"/>
                </a:lnTo>
                <a:lnTo>
                  <a:pt x="1676400" y="1562100"/>
                </a:lnTo>
                <a:lnTo>
                  <a:pt x="1666875" y="1562100"/>
                </a:lnTo>
                <a:close/>
                <a:moveTo>
                  <a:pt x="1685925" y="1533525"/>
                </a:moveTo>
                <a:lnTo>
                  <a:pt x="1695450" y="1533525"/>
                </a:lnTo>
                <a:lnTo>
                  <a:pt x="1695450" y="1552575"/>
                </a:lnTo>
                <a:lnTo>
                  <a:pt x="1685925" y="1552575"/>
                </a:lnTo>
                <a:close/>
                <a:moveTo>
                  <a:pt x="114300" y="1543050"/>
                </a:moveTo>
                <a:lnTo>
                  <a:pt x="123825" y="1543050"/>
                </a:lnTo>
                <a:lnTo>
                  <a:pt x="123825" y="1571625"/>
                </a:lnTo>
                <a:lnTo>
                  <a:pt x="114300" y="1571625"/>
                </a:lnTo>
                <a:close/>
                <a:moveTo>
                  <a:pt x="1771650" y="1543050"/>
                </a:moveTo>
                <a:lnTo>
                  <a:pt x="1781175" y="1543050"/>
                </a:lnTo>
                <a:lnTo>
                  <a:pt x="1781175" y="1552575"/>
                </a:lnTo>
                <a:lnTo>
                  <a:pt x="1771650" y="1552575"/>
                </a:lnTo>
                <a:close/>
                <a:moveTo>
                  <a:pt x="1695450" y="1552575"/>
                </a:moveTo>
                <a:lnTo>
                  <a:pt x="1704975" y="1552575"/>
                </a:lnTo>
                <a:lnTo>
                  <a:pt x="1704975" y="1562100"/>
                </a:lnTo>
                <a:lnTo>
                  <a:pt x="1695450" y="1562100"/>
                </a:lnTo>
                <a:close/>
                <a:moveTo>
                  <a:pt x="314325" y="1562100"/>
                </a:moveTo>
                <a:lnTo>
                  <a:pt x="323850" y="1562100"/>
                </a:lnTo>
                <a:lnTo>
                  <a:pt x="323850" y="1571625"/>
                </a:lnTo>
                <a:lnTo>
                  <a:pt x="314325" y="1571625"/>
                </a:lnTo>
                <a:close/>
                <a:moveTo>
                  <a:pt x="1685925" y="1562100"/>
                </a:moveTo>
                <a:lnTo>
                  <a:pt x="1695450" y="1562100"/>
                </a:lnTo>
                <a:lnTo>
                  <a:pt x="1695450" y="1571625"/>
                </a:lnTo>
                <a:lnTo>
                  <a:pt x="1685925" y="1571625"/>
                </a:lnTo>
                <a:close/>
                <a:moveTo>
                  <a:pt x="1066800" y="1571625"/>
                </a:moveTo>
                <a:lnTo>
                  <a:pt x="1076325" y="1571625"/>
                </a:lnTo>
                <a:lnTo>
                  <a:pt x="1076325" y="1581150"/>
                </a:lnTo>
                <a:lnTo>
                  <a:pt x="1085850" y="1581150"/>
                </a:lnTo>
                <a:lnTo>
                  <a:pt x="1085850" y="1609725"/>
                </a:lnTo>
                <a:lnTo>
                  <a:pt x="1095375" y="1609725"/>
                </a:lnTo>
                <a:lnTo>
                  <a:pt x="1095375" y="1638300"/>
                </a:lnTo>
                <a:lnTo>
                  <a:pt x="1104900" y="1638300"/>
                </a:lnTo>
                <a:lnTo>
                  <a:pt x="1104900" y="1666875"/>
                </a:lnTo>
                <a:lnTo>
                  <a:pt x="1095375" y="1666875"/>
                </a:lnTo>
                <a:lnTo>
                  <a:pt x="1095375" y="1657350"/>
                </a:lnTo>
                <a:lnTo>
                  <a:pt x="1085850" y="1657350"/>
                </a:lnTo>
                <a:lnTo>
                  <a:pt x="1085850" y="1628775"/>
                </a:lnTo>
                <a:lnTo>
                  <a:pt x="1076325" y="1628775"/>
                </a:lnTo>
                <a:lnTo>
                  <a:pt x="1076325" y="1600200"/>
                </a:lnTo>
                <a:lnTo>
                  <a:pt x="1066800" y="1600200"/>
                </a:lnTo>
                <a:close/>
                <a:moveTo>
                  <a:pt x="1781175" y="1571625"/>
                </a:moveTo>
                <a:lnTo>
                  <a:pt x="1790700" y="1571625"/>
                </a:lnTo>
                <a:lnTo>
                  <a:pt x="1790700" y="1581150"/>
                </a:lnTo>
                <a:lnTo>
                  <a:pt x="1781175" y="1581150"/>
                </a:lnTo>
                <a:close/>
                <a:moveTo>
                  <a:pt x="314325" y="1581150"/>
                </a:moveTo>
                <a:lnTo>
                  <a:pt x="323850" y="1581150"/>
                </a:lnTo>
                <a:lnTo>
                  <a:pt x="323850" y="1590675"/>
                </a:lnTo>
                <a:lnTo>
                  <a:pt x="314325" y="1590675"/>
                </a:lnTo>
                <a:close/>
                <a:moveTo>
                  <a:pt x="619125" y="1590675"/>
                </a:moveTo>
                <a:lnTo>
                  <a:pt x="638175" y="1590675"/>
                </a:lnTo>
                <a:lnTo>
                  <a:pt x="638175" y="1609725"/>
                </a:lnTo>
                <a:lnTo>
                  <a:pt x="609600" y="1609725"/>
                </a:lnTo>
                <a:lnTo>
                  <a:pt x="609600" y="1619250"/>
                </a:lnTo>
                <a:lnTo>
                  <a:pt x="581025" y="1619250"/>
                </a:lnTo>
                <a:lnTo>
                  <a:pt x="581025" y="1628775"/>
                </a:lnTo>
                <a:lnTo>
                  <a:pt x="552450" y="1628775"/>
                </a:lnTo>
                <a:lnTo>
                  <a:pt x="552450" y="1619250"/>
                </a:lnTo>
                <a:lnTo>
                  <a:pt x="561975" y="1619250"/>
                </a:lnTo>
                <a:lnTo>
                  <a:pt x="561975" y="1609725"/>
                </a:lnTo>
                <a:lnTo>
                  <a:pt x="590550" y="1609725"/>
                </a:lnTo>
                <a:lnTo>
                  <a:pt x="590550" y="1600200"/>
                </a:lnTo>
                <a:lnTo>
                  <a:pt x="619125" y="1600200"/>
                </a:lnTo>
                <a:close/>
                <a:moveTo>
                  <a:pt x="1390650" y="1590675"/>
                </a:moveTo>
                <a:lnTo>
                  <a:pt x="1400175" y="1590675"/>
                </a:lnTo>
                <a:lnTo>
                  <a:pt x="1400175" y="1600200"/>
                </a:lnTo>
                <a:lnTo>
                  <a:pt x="1409700" y="1600200"/>
                </a:lnTo>
                <a:lnTo>
                  <a:pt x="1409700" y="1619250"/>
                </a:lnTo>
                <a:lnTo>
                  <a:pt x="1390650" y="1619250"/>
                </a:lnTo>
                <a:lnTo>
                  <a:pt x="1390650" y="1628775"/>
                </a:lnTo>
                <a:lnTo>
                  <a:pt x="1371600" y="1628775"/>
                </a:lnTo>
                <a:lnTo>
                  <a:pt x="1371600" y="1619250"/>
                </a:lnTo>
                <a:lnTo>
                  <a:pt x="1381125" y="1619250"/>
                </a:lnTo>
                <a:lnTo>
                  <a:pt x="1381125" y="1600200"/>
                </a:lnTo>
                <a:lnTo>
                  <a:pt x="1390650" y="1600200"/>
                </a:lnTo>
                <a:close/>
                <a:moveTo>
                  <a:pt x="1981200" y="1590675"/>
                </a:moveTo>
                <a:lnTo>
                  <a:pt x="1990725" y="1590675"/>
                </a:lnTo>
                <a:lnTo>
                  <a:pt x="1990725" y="1609725"/>
                </a:lnTo>
                <a:lnTo>
                  <a:pt x="1981200" y="1609725"/>
                </a:lnTo>
                <a:close/>
                <a:moveTo>
                  <a:pt x="1790700" y="1600200"/>
                </a:moveTo>
                <a:lnTo>
                  <a:pt x="1800225" y="1600200"/>
                </a:lnTo>
                <a:lnTo>
                  <a:pt x="1800225" y="1609725"/>
                </a:lnTo>
                <a:lnTo>
                  <a:pt x="1790700" y="1609725"/>
                </a:lnTo>
                <a:close/>
                <a:moveTo>
                  <a:pt x="1714500" y="1609725"/>
                </a:moveTo>
                <a:lnTo>
                  <a:pt x="1752600" y="1609725"/>
                </a:lnTo>
                <a:lnTo>
                  <a:pt x="1752600" y="1628775"/>
                </a:lnTo>
                <a:lnTo>
                  <a:pt x="1714500" y="1628775"/>
                </a:lnTo>
                <a:close/>
                <a:moveTo>
                  <a:pt x="1647825" y="1619250"/>
                </a:moveTo>
                <a:lnTo>
                  <a:pt x="1685925" y="1619250"/>
                </a:lnTo>
                <a:lnTo>
                  <a:pt x="1685925" y="1638300"/>
                </a:lnTo>
                <a:lnTo>
                  <a:pt x="1638300" y="1638300"/>
                </a:lnTo>
                <a:lnTo>
                  <a:pt x="1638300" y="1647825"/>
                </a:lnTo>
                <a:lnTo>
                  <a:pt x="1600200" y="1647825"/>
                </a:lnTo>
                <a:lnTo>
                  <a:pt x="1600200" y="1657350"/>
                </a:lnTo>
                <a:lnTo>
                  <a:pt x="1581150" y="1657350"/>
                </a:lnTo>
                <a:lnTo>
                  <a:pt x="1581150" y="1666875"/>
                </a:lnTo>
                <a:lnTo>
                  <a:pt x="1571625" y="1666875"/>
                </a:lnTo>
                <a:lnTo>
                  <a:pt x="1571625" y="1676400"/>
                </a:lnTo>
                <a:lnTo>
                  <a:pt x="1590675" y="1676400"/>
                </a:lnTo>
                <a:lnTo>
                  <a:pt x="1590675" y="1685925"/>
                </a:lnTo>
                <a:lnTo>
                  <a:pt x="1552575" y="1685925"/>
                </a:lnTo>
                <a:lnTo>
                  <a:pt x="1552575" y="1676400"/>
                </a:lnTo>
                <a:lnTo>
                  <a:pt x="1543050" y="1676400"/>
                </a:lnTo>
                <a:lnTo>
                  <a:pt x="1543050" y="1666875"/>
                </a:lnTo>
                <a:lnTo>
                  <a:pt x="1524000" y="1666875"/>
                </a:lnTo>
                <a:lnTo>
                  <a:pt x="1524000" y="1676400"/>
                </a:lnTo>
                <a:lnTo>
                  <a:pt x="1543050" y="1676400"/>
                </a:lnTo>
                <a:lnTo>
                  <a:pt x="1543050" y="1685925"/>
                </a:lnTo>
                <a:lnTo>
                  <a:pt x="1524000" y="1685925"/>
                </a:lnTo>
                <a:lnTo>
                  <a:pt x="1524000" y="1695450"/>
                </a:lnTo>
                <a:lnTo>
                  <a:pt x="1495425" y="1695450"/>
                </a:lnTo>
                <a:lnTo>
                  <a:pt x="1495425" y="1704975"/>
                </a:lnTo>
                <a:lnTo>
                  <a:pt x="1466850" y="1704975"/>
                </a:lnTo>
                <a:lnTo>
                  <a:pt x="1466850" y="1714500"/>
                </a:lnTo>
                <a:lnTo>
                  <a:pt x="1438275" y="1714500"/>
                </a:lnTo>
                <a:lnTo>
                  <a:pt x="1438275" y="1724025"/>
                </a:lnTo>
                <a:lnTo>
                  <a:pt x="1400175" y="1724025"/>
                </a:lnTo>
                <a:lnTo>
                  <a:pt x="1400175" y="1714500"/>
                </a:lnTo>
                <a:lnTo>
                  <a:pt x="1390650" y="1714500"/>
                </a:lnTo>
                <a:lnTo>
                  <a:pt x="1390650" y="1724025"/>
                </a:lnTo>
                <a:lnTo>
                  <a:pt x="1400175" y="1724025"/>
                </a:lnTo>
                <a:lnTo>
                  <a:pt x="1400175" y="1733550"/>
                </a:lnTo>
                <a:lnTo>
                  <a:pt x="1381125" y="1733550"/>
                </a:lnTo>
                <a:lnTo>
                  <a:pt x="1381125" y="1743075"/>
                </a:lnTo>
                <a:lnTo>
                  <a:pt x="1362075" y="1743075"/>
                </a:lnTo>
                <a:lnTo>
                  <a:pt x="1362075" y="1733550"/>
                </a:lnTo>
                <a:lnTo>
                  <a:pt x="1371600" y="1733550"/>
                </a:lnTo>
                <a:lnTo>
                  <a:pt x="1371600" y="1724025"/>
                </a:lnTo>
                <a:lnTo>
                  <a:pt x="1352550" y="1724025"/>
                </a:lnTo>
                <a:lnTo>
                  <a:pt x="1352550" y="1733550"/>
                </a:lnTo>
                <a:lnTo>
                  <a:pt x="1323975" y="1733550"/>
                </a:lnTo>
                <a:lnTo>
                  <a:pt x="1323975" y="1743075"/>
                </a:lnTo>
                <a:lnTo>
                  <a:pt x="1314450" y="1743075"/>
                </a:lnTo>
                <a:lnTo>
                  <a:pt x="1314450" y="1752600"/>
                </a:lnTo>
                <a:lnTo>
                  <a:pt x="1285875" y="1752600"/>
                </a:lnTo>
                <a:lnTo>
                  <a:pt x="1285875" y="1743075"/>
                </a:lnTo>
                <a:lnTo>
                  <a:pt x="1304925" y="1743075"/>
                </a:lnTo>
                <a:lnTo>
                  <a:pt x="1304925" y="1733550"/>
                </a:lnTo>
                <a:lnTo>
                  <a:pt x="1276350" y="1733550"/>
                </a:lnTo>
                <a:lnTo>
                  <a:pt x="1276350" y="1724025"/>
                </a:lnTo>
                <a:lnTo>
                  <a:pt x="1285875" y="1724025"/>
                </a:lnTo>
                <a:lnTo>
                  <a:pt x="1285875" y="1714500"/>
                </a:lnTo>
                <a:lnTo>
                  <a:pt x="1295400" y="1714500"/>
                </a:lnTo>
                <a:lnTo>
                  <a:pt x="1295400" y="1704975"/>
                </a:lnTo>
                <a:lnTo>
                  <a:pt x="1304925" y="1704975"/>
                </a:lnTo>
                <a:lnTo>
                  <a:pt x="1304925" y="1695450"/>
                </a:lnTo>
                <a:lnTo>
                  <a:pt x="1314450" y="1695450"/>
                </a:lnTo>
                <a:lnTo>
                  <a:pt x="1314450" y="1704975"/>
                </a:lnTo>
                <a:lnTo>
                  <a:pt x="1323975" y="1704975"/>
                </a:lnTo>
                <a:lnTo>
                  <a:pt x="1323975" y="1714500"/>
                </a:lnTo>
                <a:lnTo>
                  <a:pt x="1314450" y="1714500"/>
                </a:lnTo>
                <a:lnTo>
                  <a:pt x="1314450" y="1724025"/>
                </a:lnTo>
                <a:lnTo>
                  <a:pt x="1304925" y="1724025"/>
                </a:lnTo>
                <a:lnTo>
                  <a:pt x="1304925" y="1733550"/>
                </a:lnTo>
                <a:lnTo>
                  <a:pt x="1314450" y="1733550"/>
                </a:lnTo>
                <a:lnTo>
                  <a:pt x="1314450" y="1724025"/>
                </a:lnTo>
                <a:lnTo>
                  <a:pt x="1343025" y="1724025"/>
                </a:lnTo>
                <a:lnTo>
                  <a:pt x="1343025" y="1714500"/>
                </a:lnTo>
                <a:lnTo>
                  <a:pt x="1362075" y="1714500"/>
                </a:lnTo>
                <a:lnTo>
                  <a:pt x="1362075" y="1704975"/>
                </a:lnTo>
                <a:lnTo>
                  <a:pt x="1381125" y="1704975"/>
                </a:lnTo>
                <a:lnTo>
                  <a:pt x="1381125" y="1695450"/>
                </a:lnTo>
                <a:lnTo>
                  <a:pt x="1419225" y="1695450"/>
                </a:lnTo>
                <a:lnTo>
                  <a:pt x="1419225" y="1685925"/>
                </a:lnTo>
                <a:lnTo>
                  <a:pt x="1428750" y="1685925"/>
                </a:lnTo>
                <a:lnTo>
                  <a:pt x="1428750" y="1676400"/>
                </a:lnTo>
                <a:lnTo>
                  <a:pt x="1457325" y="1676400"/>
                </a:lnTo>
                <a:lnTo>
                  <a:pt x="1457325" y="1666875"/>
                </a:lnTo>
                <a:lnTo>
                  <a:pt x="1476375" y="1666875"/>
                </a:lnTo>
                <a:lnTo>
                  <a:pt x="1476375" y="1685925"/>
                </a:lnTo>
                <a:lnTo>
                  <a:pt x="1457325" y="1685925"/>
                </a:lnTo>
                <a:lnTo>
                  <a:pt x="1457325" y="1695450"/>
                </a:lnTo>
                <a:lnTo>
                  <a:pt x="1485900" y="1695450"/>
                </a:lnTo>
                <a:lnTo>
                  <a:pt x="1485900" y="1685925"/>
                </a:lnTo>
                <a:lnTo>
                  <a:pt x="1504950" y="1685925"/>
                </a:lnTo>
                <a:lnTo>
                  <a:pt x="1504950" y="1676400"/>
                </a:lnTo>
                <a:lnTo>
                  <a:pt x="1495425" y="1676400"/>
                </a:lnTo>
                <a:lnTo>
                  <a:pt x="1495425" y="1657350"/>
                </a:lnTo>
                <a:lnTo>
                  <a:pt x="1524000" y="1657350"/>
                </a:lnTo>
                <a:lnTo>
                  <a:pt x="1524000" y="1647825"/>
                </a:lnTo>
                <a:lnTo>
                  <a:pt x="1552575" y="1647825"/>
                </a:lnTo>
                <a:lnTo>
                  <a:pt x="1552575" y="1657350"/>
                </a:lnTo>
                <a:lnTo>
                  <a:pt x="1571625" y="1657350"/>
                </a:lnTo>
                <a:lnTo>
                  <a:pt x="1571625" y="1638300"/>
                </a:lnTo>
                <a:lnTo>
                  <a:pt x="1609725" y="1638300"/>
                </a:lnTo>
                <a:lnTo>
                  <a:pt x="1609725" y="1628775"/>
                </a:lnTo>
                <a:lnTo>
                  <a:pt x="1647825" y="1628775"/>
                </a:lnTo>
                <a:close/>
                <a:moveTo>
                  <a:pt x="523875" y="1628775"/>
                </a:moveTo>
                <a:lnTo>
                  <a:pt x="542925" y="1628775"/>
                </a:lnTo>
                <a:lnTo>
                  <a:pt x="542925" y="1638300"/>
                </a:lnTo>
                <a:lnTo>
                  <a:pt x="523875" y="1638300"/>
                </a:lnTo>
                <a:close/>
                <a:moveTo>
                  <a:pt x="1752600" y="1628775"/>
                </a:moveTo>
                <a:lnTo>
                  <a:pt x="1762125" y="1628775"/>
                </a:lnTo>
                <a:lnTo>
                  <a:pt x="1762125" y="1638300"/>
                </a:lnTo>
                <a:lnTo>
                  <a:pt x="1752600" y="1638300"/>
                </a:lnTo>
                <a:close/>
                <a:moveTo>
                  <a:pt x="104775" y="1638300"/>
                </a:moveTo>
                <a:lnTo>
                  <a:pt x="114300" y="1638300"/>
                </a:lnTo>
                <a:lnTo>
                  <a:pt x="114300" y="1666875"/>
                </a:lnTo>
                <a:lnTo>
                  <a:pt x="104775" y="1666875"/>
                </a:lnTo>
                <a:close/>
                <a:moveTo>
                  <a:pt x="266700" y="1647825"/>
                </a:moveTo>
                <a:lnTo>
                  <a:pt x="276225" y="1647825"/>
                </a:lnTo>
                <a:lnTo>
                  <a:pt x="276225" y="1657350"/>
                </a:lnTo>
                <a:lnTo>
                  <a:pt x="266700" y="1657350"/>
                </a:lnTo>
                <a:close/>
                <a:moveTo>
                  <a:pt x="733425" y="1647825"/>
                </a:moveTo>
                <a:lnTo>
                  <a:pt x="742950" y="1647825"/>
                </a:lnTo>
                <a:lnTo>
                  <a:pt x="742950" y="1657350"/>
                </a:lnTo>
                <a:lnTo>
                  <a:pt x="733425" y="1657350"/>
                </a:lnTo>
                <a:close/>
                <a:moveTo>
                  <a:pt x="1352550" y="1647825"/>
                </a:moveTo>
                <a:lnTo>
                  <a:pt x="1362075" y="1647825"/>
                </a:lnTo>
                <a:lnTo>
                  <a:pt x="1362075" y="1657350"/>
                </a:lnTo>
                <a:lnTo>
                  <a:pt x="1352550" y="1657350"/>
                </a:lnTo>
                <a:close/>
                <a:moveTo>
                  <a:pt x="628650" y="1657350"/>
                </a:moveTo>
                <a:lnTo>
                  <a:pt x="638175" y="1657350"/>
                </a:lnTo>
                <a:lnTo>
                  <a:pt x="638175" y="1666875"/>
                </a:lnTo>
                <a:lnTo>
                  <a:pt x="628650" y="1666875"/>
                </a:lnTo>
                <a:close/>
                <a:moveTo>
                  <a:pt x="676275" y="1657350"/>
                </a:moveTo>
                <a:lnTo>
                  <a:pt x="704850" y="1657350"/>
                </a:lnTo>
                <a:lnTo>
                  <a:pt x="704850" y="1676400"/>
                </a:lnTo>
                <a:lnTo>
                  <a:pt x="676275" y="1676400"/>
                </a:lnTo>
                <a:lnTo>
                  <a:pt x="676275" y="1685925"/>
                </a:lnTo>
                <a:lnTo>
                  <a:pt x="666750" y="1685925"/>
                </a:lnTo>
                <a:lnTo>
                  <a:pt x="666750" y="1695450"/>
                </a:lnTo>
                <a:lnTo>
                  <a:pt x="657225" y="1695450"/>
                </a:lnTo>
                <a:lnTo>
                  <a:pt x="657225" y="1704975"/>
                </a:lnTo>
                <a:lnTo>
                  <a:pt x="647700" y="1704975"/>
                </a:lnTo>
                <a:lnTo>
                  <a:pt x="647700" y="1695450"/>
                </a:lnTo>
                <a:lnTo>
                  <a:pt x="638175" y="1695450"/>
                </a:lnTo>
                <a:lnTo>
                  <a:pt x="638175" y="1704975"/>
                </a:lnTo>
                <a:lnTo>
                  <a:pt x="628650" y="1704975"/>
                </a:lnTo>
                <a:lnTo>
                  <a:pt x="628650" y="1695450"/>
                </a:lnTo>
                <a:lnTo>
                  <a:pt x="619125" y="1695450"/>
                </a:lnTo>
                <a:lnTo>
                  <a:pt x="619125" y="1704975"/>
                </a:lnTo>
                <a:lnTo>
                  <a:pt x="590550" y="1704975"/>
                </a:lnTo>
                <a:lnTo>
                  <a:pt x="590550" y="1695450"/>
                </a:lnTo>
                <a:lnTo>
                  <a:pt x="581025" y="1695450"/>
                </a:lnTo>
                <a:lnTo>
                  <a:pt x="581025" y="1704975"/>
                </a:lnTo>
                <a:lnTo>
                  <a:pt x="590550" y="1704975"/>
                </a:lnTo>
                <a:lnTo>
                  <a:pt x="590550" y="1714500"/>
                </a:lnTo>
                <a:lnTo>
                  <a:pt x="581025" y="1714500"/>
                </a:lnTo>
                <a:lnTo>
                  <a:pt x="581025" y="1724025"/>
                </a:lnTo>
                <a:lnTo>
                  <a:pt x="561975" y="1724025"/>
                </a:lnTo>
                <a:lnTo>
                  <a:pt x="561975" y="1704975"/>
                </a:lnTo>
                <a:lnTo>
                  <a:pt x="571500" y="1704975"/>
                </a:lnTo>
                <a:lnTo>
                  <a:pt x="571500" y="1685925"/>
                </a:lnTo>
                <a:lnTo>
                  <a:pt x="609600" y="1685925"/>
                </a:lnTo>
                <a:lnTo>
                  <a:pt x="609600" y="1666875"/>
                </a:lnTo>
                <a:lnTo>
                  <a:pt x="619125" y="1666875"/>
                </a:lnTo>
                <a:lnTo>
                  <a:pt x="619125" y="1676400"/>
                </a:lnTo>
                <a:lnTo>
                  <a:pt x="638175" y="1676400"/>
                </a:lnTo>
                <a:lnTo>
                  <a:pt x="638175" y="1666875"/>
                </a:lnTo>
                <a:lnTo>
                  <a:pt x="676275" y="1666875"/>
                </a:lnTo>
                <a:close/>
                <a:moveTo>
                  <a:pt x="1704975" y="1657350"/>
                </a:moveTo>
                <a:lnTo>
                  <a:pt x="1714500" y="1657350"/>
                </a:lnTo>
                <a:lnTo>
                  <a:pt x="1714500" y="1666875"/>
                </a:lnTo>
                <a:lnTo>
                  <a:pt x="1704975" y="1666875"/>
                </a:lnTo>
                <a:close/>
                <a:moveTo>
                  <a:pt x="1657350" y="1666875"/>
                </a:moveTo>
                <a:lnTo>
                  <a:pt x="1666875" y="1666875"/>
                </a:lnTo>
                <a:lnTo>
                  <a:pt x="1666875" y="1676400"/>
                </a:lnTo>
                <a:lnTo>
                  <a:pt x="1657350" y="1676400"/>
                </a:lnTo>
                <a:close/>
                <a:moveTo>
                  <a:pt x="1800225" y="1666875"/>
                </a:moveTo>
                <a:lnTo>
                  <a:pt x="1809750" y="1666875"/>
                </a:lnTo>
                <a:lnTo>
                  <a:pt x="1809750" y="1676400"/>
                </a:lnTo>
                <a:lnTo>
                  <a:pt x="1800225" y="1676400"/>
                </a:lnTo>
                <a:close/>
                <a:moveTo>
                  <a:pt x="1609725" y="1676400"/>
                </a:moveTo>
                <a:lnTo>
                  <a:pt x="1628775" y="1676400"/>
                </a:lnTo>
                <a:lnTo>
                  <a:pt x="1628775" y="1685925"/>
                </a:lnTo>
                <a:lnTo>
                  <a:pt x="1609725" y="1685925"/>
                </a:lnTo>
                <a:close/>
                <a:moveTo>
                  <a:pt x="1790700" y="1676400"/>
                </a:moveTo>
                <a:lnTo>
                  <a:pt x="1800225" y="1676400"/>
                </a:lnTo>
                <a:lnTo>
                  <a:pt x="1800225" y="1685925"/>
                </a:lnTo>
                <a:lnTo>
                  <a:pt x="1790700" y="1685925"/>
                </a:lnTo>
                <a:close/>
                <a:moveTo>
                  <a:pt x="1990725" y="1676400"/>
                </a:moveTo>
                <a:lnTo>
                  <a:pt x="2000250" y="1676400"/>
                </a:lnTo>
                <a:lnTo>
                  <a:pt x="2000250" y="1695450"/>
                </a:lnTo>
                <a:lnTo>
                  <a:pt x="1990725" y="1695450"/>
                </a:lnTo>
                <a:close/>
                <a:moveTo>
                  <a:pt x="257175" y="1685925"/>
                </a:moveTo>
                <a:lnTo>
                  <a:pt x="266700" y="1685925"/>
                </a:lnTo>
                <a:lnTo>
                  <a:pt x="266700" y="1695450"/>
                </a:lnTo>
                <a:lnTo>
                  <a:pt x="257175" y="1695450"/>
                </a:lnTo>
                <a:close/>
                <a:moveTo>
                  <a:pt x="1343025" y="1685925"/>
                </a:moveTo>
                <a:lnTo>
                  <a:pt x="1352550" y="1685925"/>
                </a:lnTo>
                <a:lnTo>
                  <a:pt x="1352550" y="1695450"/>
                </a:lnTo>
                <a:lnTo>
                  <a:pt x="1343025" y="1695450"/>
                </a:lnTo>
                <a:close/>
                <a:moveTo>
                  <a:pt x="1752600" y="1685925"/>
                </a:moveTo>
                <a:lnTo>
                  <a:pt x="1762125" y="1685925"/>
                </a:lnTo>
                <a:lnTo>
                  <a:pt x="1762125" y="1695450"/>
                </a:lnTo>
                <a:lnTo>
                  <a:pt x="1752600" y="1695450"/>
                </a:lnTo>
                <a:close/>
                <a:moveTo>
                  <a:pt x="1333500" y="1695450"/>
                </a:moveTo>
                <a:lnTo>
                  <a:pt x="1343025" y="1695450"/>
                </a:lnTo>
                <a:lnTo>
                  <a:pt x="1343025" y="1704975"/>
                </a:lnTo>
                <a:lnTo>
                  <a:pt x="1333500" y="1704975"/>
                </a:lnTo>
                <a:close/>
                <a:moveTo>
                  <a:pt x="1724025" y="1695450"/>
                </a:moveTo>
                <a:lnTo>
                  <a:pt x="1733550" y="1695450"/>
                </a:lnTo>
                <a:lnTo>
                  <a:pt x="1733550" y="1704975"/>
                </a:lnTo>
                <a:lnTo>
                  <a:pt x="1724025" y="1704975"/>
                </a:lnTo>
                <a:close/>
                <a:moveTo>
                  <a:pt x="1876425" y="1695450"/>
                </a:moveTo>
                <a:lnTo>
                  <a:pt x="1895475" y="1695450"/>
                </a:lnTo>
                <a:lnTo>
                  <a:pt x="1895475" y="1704975"/>
                </a:lnTo>
                <a:lnTo>
                  <a:pt x="1876425" y="1704975"/>
                </a:lnTo>
                <a:close/>
                <a:moveTo>
                  <a:pt x="314325" y="1704975"/>
                </a:moveTo>
                <a:lnTo>
                  <a:pt x="323850" y="1704975"/>
                </a:lnTo>
                <a:lnTo>
                  <a:pt x="323850" y="1714500"/>
                </a:lnTo>
                <a:lnTo>
                  <a:pt x="314325" y="1714500"/>
                </a:lnTo>
                <a:close/>
                <a:moveTo>
                  <a:pt x="1114425" y="1704975"/>
                </a:moveTo>
                <a:lnTo>
                  <a:pt x="1123950" y="1704975"/>
                </a:lnTo>
                <a:lnTo>
                  <a:pt x="1123950" y="1714500"/>
                </a:lnTo>
                <a:lnTo>
                  <a:pt x="1133475" y="1714500"/>
                </a:lnTo>
                <a:lnTo>
                  <a:pt x="1133475" y="1743075"/>
                </a:lnTo>
                <a:lnTo>
                  <a:pt x="1143000" y="1743075"/>
                </a:lnTo>
                <a:lnTo>
                  <a:pt x="1143000" y="1771650"/>
                </a:lnTo>
                <a:lnTo>
                  <a:pt x="1152525" y="1771650"/>
                </a:lnTo>
                <a:lnTo>
                  <a:pt x="1152525" y="1800225"/>
                </a:lnTo>
                <a:lnTo>
                  <a:pt x="1143000" y="1800225"/>
                </a:lnTo>
                <a:lnTo>
                  <a:pt x="1143000" y="1790700"/>
                </a:lnTo>
                <a:lnTo>
                  <a:pt x="1133475" y="1790700"/>
                </a:lnTo>
                <a:lnTo>
                  <a:pt x="1133475" y="1762125"/>
                </a:lnTo>
                <a:lnTo>
                  <a:pt x="1123950" y="1762125"/>
                </a:lnTo>
                <a:lnTo>
                  <a:pt x="1123950" y="1733550"/>
                </a:lnTo>
                <a:lnTo>
                  <a:pt x="1114425" y="1733550"/>
                </a:lnTo>
                <a:close/>
                <a:moveTo>
                  <a:pt x="1685925" y="1704975"/>
                </a:moveTo>
                <a:lnTo>
                  <a:pt x="1695450" y="1704975"/>
                </a:lnTo>
                <a:lnTo>
                  <a:pt x="1695450" y="1714500"/>
                </a:lnTo>
                <a:lnTo>
                  <a:pt x="1685925" y="1714500"/>
                </a:lnTo>
                <a:close/>
                <a:moveTo>
                  <a:pt x="1866900" y="1704975"/>
                </a:moveTo>
                <a:lnTo>
                  <a:pt x="1876425" y="1704975"/>
                </a:lnTo>
                <a:lnTo>
                  <a:pt x="1876425" y="1714500"/>
                </a:lnTo>
                <a:lnTo>
                  <a:pt x="1866900" y="1714500"/>
                </a:lnTo>
                <a:close/>
                <a:moveTo>
                  <a:pt x="1905000" y="1704975"/>
                </a:moveTo>
                <a:lnTo>
                  <a:pt x="1914525" y="1704975"/>
                </a:lnTo>
                <a:lnTo>
                  <a:pt x="1914525" y="1714500"/>
                </a:lnTo>
                <a:lnTo>
                  <a:pt x="1905000" y="1714500"/>
                </a:lnTo>
                <a:close/>
                <a:moveTo>
                  <a:pt x="342900" y="1714500"/>
                </a:moveTo>
                <a:lnTo>
                  <a:pt x="352425" y="1714500"/>
                </a:lnTo>
                <a:lnTo>
                  <a:pt x="352425" y="1724025"/>
                </a:lnTo>
                <a:lnTo>
                  <a:pt x="342900" y="1724025"/>
                </a:lnTo>
                <a:close/>
                <a:moveTo>
                  <a:pt x="1657350" y="1714500"/>
                </a:moveTo>
                <a:lnTo>
                  <a:pt x="1666875" y="1714500"/>
                </a:lnTo>
                <a:lnTo>
                  <a:pt x="1666875" y="1724025"/>
                </a:lnTo>
                <a:lnTo>
                  <a:pt x="1657350" y="1724025"/>
                </a:lnTo>
                <a:close/>
                <a:moveTo>
                  <a:pt x="1914525" y="1714500"/>
                </a:moveTo>
                <a:lnTo>
                  <a:pt x="1933575" y="1714500"/>
                </a:lnTo>
                <a:lnTo>
                  <a:pt x="1933575" y="1743075"/>
                </a:lnTo>
                <a:lnTo>
                  <a:pt x="1924050" y="1743075"/>
                </a:lnTo>
                <a:lnTo>
                  <a:pt x="1924050" y="1733550"/>
                </a:lnTo>
                <a:lnTo>
                  <a:pt x="1914525" y="1733550"/>
                </a:lnTo>
                <a:close/>
                <a:moveTo>
                  <a:pt x="95250" y="1724025"/>
                </a:moveTo>
                <a:lnTo>
                  <a:pt x="104775" y="1724025"/>
                </a:lnTo>
                <a:lnTo>
                  <a:pt x="104775" y="1743075"/>
                </a:lnTo>
                <a:lnTo>
                  <a:pt x="95250" y="1743075"/>
                </a:lnTo>
                <a:close/>
                <a:moveTo>
                  <a:pt x="1619250" y="1724025"/>
                </a:moveTo>
                <a:lnTo>
                  <a:pt x="1628775" y="1724025"/>
                </a:lnTo>
                <a:lnTo>
                  <a:pt x="1628775" y="1733550"/>
                </a:lnTo>
                <a:lnTo>
                  <a:pt x="1619250" y="1733550"/>
                </a:lnTo>
                <a:close/>
                <a:moveTo>
                  <a:pt x="1266825" y="1733550"/>
                </a:moveTo>
                <a:lnTo>
                  <a:pt x="1276350" y="1733550"/>
                </a:lnTo>
                <a:lnTo>
                  <a:pt x="1276350" y="1752600"/>
                </a:lnTo>
                <a:lnTo>
                  <a:pt x="1285875" y="1752600"/>
                </a:lnTo>
                <a:lnTo>
                  <a:pt x="1285875" y="1762125"/>
                </a:lnTo>
                <a:lnTo>
                  <a:pt x="1257300" y="1762125"/>
                </a:lnTo>
                <a:lnTo>
                  <a:pt x="1257300" y="1752600"/>
                </a:lnTo>
                <a:lnTo>
                  <a:pt x="1247775" y="1752600"/>
                </a:lnTo>
                <a:lnTo>
                  <a:pt x="1247775" y="1743075"/>
                </a:lnTo>
                <a:lnTo>
                  <a:pt x="1266825" y="1743075"/>
                </a:lnTo>
                <a:close/>
                <a:moveTo>
                  <a:pt x="1590675" y="1733550"/>
                </a:moveTo>
                <a:lnTo>
                  <a:pt x="1600200" y="1733550"/>
                </a:lnTo>
                <a:lnTo>
                  <a:pt x="1600200" y="1743075"/>
                </a:lnTo>
                <a:lnTo>
                  <a:pt x="1590675" y="1743075"/>
                </a:lnTo>
                <a:close/>
                <a:moveTo>
                  <a:pt x="1552575" y="1743075"/>
                </a:moveTo>
                <a:lnTo>
                  <a:pt x="1562100" y="1743075"/>
                </a:lnTo>
                <a:lnTo>
                  <a:pt x="1562100" y="1752600"/>
                </a:lnTo>
                <a:lnTo>
                  <a:pt x="1552575" y="1752600"/>
                </a:lnTo>
                <a:close/>
                <a:moveTo>
                  <a:pt x="1914525" y="1743075"/>
                </a:moveTo>
                <a:lnTo>
                  <a:pt x="1924050" y="1743075"/>
                </a:lnTo>
                <a:lnTo>
                  <a:pt x="1924050" y="1752600"/>
                </a:lnTo>
                <a:lnTo>
                  <a:pt x="1933575" y="1752600"/>
                </a:lnTo>
                <a:lnTo>
                  <a:pt x="1933575" y="1762125"/>
                </a:lnTo>
                <a:lnTo>
                  <a:pt x="1914525" y="1762125"/>
                </a:lnTo>
                <a:close/>
                <a:moveTo>
                  <a:pt x="381000" y="1752600"/>
                </a:moveTo>
                <a:lnTo>
                  <a:pt x="390525" y="1752600"/>
                </a:lnTo>
                <a:lnTo>
                  <a:pt x="390525" y="1762125"/>
                </a:lnTo>
                <a:lnTo>
                  <a:pt x="381000" y="1762125"/>
                </a:lnTo>
                <a:close/>
                <a:moveTo>
                  <a:pt x="1514475" y="1752600"/>
                </a:moveTo>
                <a:lnTo>
                  <a:pt x="1524000" y="1752600"/>
                </a:lnTo>
                <a:lnTo>
                  <a:pt x="1524000" y="1762125"/>
                </a:lnTo>
                <a:lnTo>
                  <a:pt x="1514475" y="1762125"/>
                </a:lnTo>
                <a:close/>
                <a:moveTo>
                  <a:pt x="1971675" y="1752600"/>
                </a:moveTo>
                <a:lnTo>
                  <a:pt x="1981200" y="1752600"/>
                </a:lnTo>
                <a:lnTo>
                  <a:pt x="1981200" y="1762125"/>
                </a:lnTo>
                <a:lnTo>
                  <a:pt x="1971675" y="1762125"/>
                </a:lnTo>
                <a:close/>
                <a:moveTo>
                  <a:pt x="2028825" y="1752600"/>
                </a:moveTo>
                <a:lnTo>
                  <a:pt x="2038350" y="1752600"/>
                </a:lnTo>
                <a:lnTo>
                  <a:pt x="2038350" y="1762125"/>
                </a:lnTo>
                <a:lnTo>
                  <a:pt x="2047875" y="1762125"/>
                </a:lnTo>
                <a:lnTo>
                  <a:pt x="2047875" y="1771650"/>
                </a:lnTo>
                <a:lnTo>
                  <a:pt x="2028825" y="1771650"/>
                </a:lnTo>
                <a:close/>
                <a:moveTo>
                  <a:pt x="180975" y="1762125"/>
                </a:moveTo>
                <a:lnTo>
                  <a:pt x="190500" y="1762125"/>
                </a:lnTo>
                <a:lnTo>
                  <a:pt x="190500" y="1790700"/>
                </a:lnTo>
                <a:lnTo>
                  <a:pt x="171450" y="1790700"/>
                </a:lnTo>
                <a:lnTo>
                  <a:pt x="171450" y="1781175"/>
                </a:lnTo>
                <a:lnTo>
                  <a:pt x="180975" y="1781175"/>
                </a:lnTo>
                <a:close/>
                <a:moveTo>
                  <a:pt x="438150" y="1762125"/>
                </a:moveTo>
                <a:lnTo>
                  <a:pt x="447675" y="1762125"/>
                </a:lnTo>
                <a:lnTo>
                  <a:pt x="447675" y="1733550"/>
                </a:lnTo>
                <a:lnTo>
                  <a:pt x="438150" y="1733550"/>
                </a:lnTo>
                <a:close/>
                <a:moveTo>
                  <a:pt x="1485900" y="1762125"/>
                </a:moveTo>
                <a:lnTo>
                  <a:pt x="1495425" y="1762125"/>
                </a:lnTo>
                <a:lnTo>
                  <a:pt x="1495425" y="1771650"/>
                </a:lnTo>
                <a:lnTo>
                  <a:pt x="1485900" y="1771650"/>
                </a:lnTo>
                <a:close/>
                <a:moveTo>
                  <a:pt x="1800225" y="1762125"/>
                </a:moveTo>
                <a:lnTo>
                  <a:pt x="1809750" y="1762125"/>
                </a:lnTo>
                <a:lnTo>
                  <a:pt x="1809750" y="1781175"/>
                </a:lnTo>
                <a:lnTo>
                  <a:pt x="1781175" y="1781175"/>
                </a:lnTo>
                <a:lnTo>
                  <a:pt x="1781175" y="1790700"/>
                </a:lnTo>
                <a:lnTo>
                  <a:pt x="1771650" y="1790700"/>
                </a:lnTo>
                <a:lnTo>
                  <a:pt x="1771650" y="1771650"/>
                </a:lnTo>
                <a:lnTo>
                  <a:pt x="1800225" y="1771650"/>
                </a:lnTo>
                <a:close/>
                <a:moveTo>
                  <a:pt x="447675" y="1771650"/>
                </a:moveTo>
                <a:lnTo>
                  <a:pt x="457200" y="1771650"/>
                </a:lnTo>
                <a:lnTo>
                  <a:pt x="457200" y="1762125"/>
                </a:lnTo>
                <a:lnTo>
                  <a:pt x="447675" y="1762125"/>
                </a:lnTo>
                <a:close/>
                <a:moveTo>
                  <a:pt x="1457325" y="1771650"/>
                </a:moveTo>
                <a:lnTo>
                  <a:pt x="1466850" y="1771650"/>
                </a:lnTo>
                <a:lnTo>
                  <a:pt x="1466850" y="1781175"/>
                </a:lnTo>
                <a:lnTo>
                  <a:pt x="1457325" y="1781175"/>
                </a:lnTo>
                <a:close/>
                <a:moveTo>
                  <a:pt x="1733550" y="1771650"/>
                </a:moveTo>
                <a:lnTo>
                  <a:pt x="1752600" y="1771650"/>
                </a:lnTo>
                <a:lnTo>
                  <a:pt x="1752600" y="1790700"/>
                </a:lnTo>
                <a:lnTo>
                  <a:pt x="1724025" y="1790700"/>
                </a:lnTo>
                <a:lnTo>
                  <a:pt x="1724025" y="1828800"/>
                </a:lnTo>
                <a:lnTo>
                  <a:pt x="1733550" y="1828800"/>
                </a:lnTo>
                <a:lnTo>
                  <a:pt x="1733550" y="1847850"/>
                </a:lnTo>
                <a:lnTo>
                  <a:pt x="1714500" y="1847850"/>
                </a:lnTo>
                <a:lnTo>
                  <a:pt x="1714500" y="1809750"/>
                </a:lnTo>
                <a:lnTo>
                  <a:pt x="1704975" y="1809750"/>
                </a:lnTo>
                <a:lnTo>
                  <a:pt x="1704975" y="1790700"/>
                </a:lnTo>
                <a:lnTo>
                  <a:pt x="1714500" y="1790700"/>
                </a:lnTo>
                <a:lnTo>
                  <a:pt x="1714500" y="1781175"/>
                </a:lnTo>
                <a:lnTo>
                  <a:pt x="1733550" y="1781175"/>
                </a:lnTo>
                <a:close/>
                <a:moveTo>
                  <a:pt x="152400" y="1781175"/>
                </a:moveTo>
                <a:lnTo>
                  <a:pt x="161925" y="1781175"/>
                </a:lnTo>
                <a:lnTo>
                  <a:pt x="161925" y="1790700"/>
                </a:lnTo>
                <a:lnTo>
                  <a:pt x="152400" y="1790700"/>
                </a:lnTo>
                <a:close/>
                <a:moveTo>
                  <a:pt x="390525" y="1781175"/>
                </a:moveTo>
                <a:lnTo>
                  <a:pt x="400050" y="1781175"/>
                </a:lnTo>
                <a:lnTo>
                  <a:pt x="400050" y="1790700"/>
                </a:lnTo>
                <a:lnTo>
                  <a:pt x="390525" y="1790700"/>
                </a:lnTo>
                <a:close/>
                <a:moveTo>
                  <a:pt x="1428750" y="1781175"/>
                </a:moveTo>
                <a:lnTo>
                  <a:pt x="1438275" y="1781175"/>
                </a:lnTo>
                <a:lnTo>
                  <a:pt x="1438275" y="1790700"/>
                </a:lnTo>
                <a:lnTo>
                  <a:pt x="1428750" y="1790700"/>
                </a:lnTo>
                <a:close/>
                <a:moveTo>
                  <a:pt x="1390650" y="1790700"/>
                </a:moveTo>
                <a:lnTo>
                  <a:pt x="1400175" y="1790700"/>
                </a:lnTo>
                <a:lnTo>
                  <a:pt x="1400175" y="1800225"/>
                </a:lnTo>
                <a:lnTo>
                  <a:pt x="1390650" y="1800225"/>
                </a:lnTo>
                <a:close/>
                <a:moveTo>
                  <a:pt x="1885950" y="1790700"/>
                </a:moveTo>
                <a:lnTo>
                  <a:pt x="1895475" y="1790700"/>
                </a:lnTo>
                <a:lnTo>
                  <a:pt x="1895475" y="1800225"/>
                </a:lnTo>
                <a:lnTo>
                  <a:pt x="1885950" y="1800225"/>
                </a:lnTo>
                <a:close/>
                <a:moveTo>
                  <a:pt x="1866900" y="1800225"/>
                </a:moveTo>
                <a:lnTo>
                  <a:pt x="1885950" y="1800225"/>
                </a:lnTo>
                <a:lnTo>
                  <a:pt x="1885950" y="1809750"/>
                </a:lnTo>
                <a:lnTo>
                  <a:pt x="1866900" y="1809750"/>
                </a:lnTo>
                <a:close/>
                <a:moveTo>
                  <a:pt x="2028825" y="1800225"/>
                </a:moveTo>
                <a:lnTo>
                  <a:pt x="2047875" y="1800225"/>
                </a:lnTo>
                <a:lnTo>
                  <a:pt x="2047875" y="1828800"/>
                </a:lnTo>
                <a:lnTo>
                  <a:pt x="2057400" y="1828800"/>
                </a:lnTo>
                <a:lnTo>
                  <a:pt x="2057400" y="1847850"/>
                </a:lnTo>
                <a:lnTo>
                  <a:pt x="2038350" y="1847850"/>
                </a:lnTo>
                <a:lnTo>
                  <a:pt x="2038350" y="1819275"/>
                </a:lnTo>
                <a:lnTo>
                  <a:pt x="2028825" y="1819275"/>
                </a:lnTo>
                <a:close/>
                <a:moveTo>
                  <a:pt x="85725" y="1809750"/>
                </a:moveTo>
                <a:lnTo>
                  <a:pt x="95250" y="1809750"/>
                </a:lnTo>
                <a:lnTo>
                  <a:pt x="95250" y="1828800"/>
                </a:lnTo>
                <a:lnTo>
                  <a:pt x="85725" y="1828800"/>
                </a:lnTo>
                <a:close/>
                <a:moveTo>
                  <a:pt x="2171700" y="1809750"/>
                </a:moveTo>
                <a:lnTo>
                  <a:pt x="2190750" y="1809750"/>
                </a:lnTo>
                <a:lnTo>
                  <a:pt x="2190750" y="1828800"/>
                </a:lnTo>
                <a:lnTo>
                  <a:pt x="2171700" y="1828800"/>
                </a:lnTo>
                <a:close/>
                <a:moveTo>
                  <a:pt x="1162050" y="1819275"/>
                </a:moveTo>
                <a:lnTo>
                  <a:pt x="1171575" y="1819275"/>
                </a:lnTo>
                <a:lnTo>
                  <a:pt x="1171575" y="1828800"/>
                </a:lnTo>
                <a:lnTo>
                  <a:pt x="1162050" y="1828800"/>
                </a:lnTo>
                <a:close/>
                <a:moveTo>
                  <a:pt x="1371600" y="1819275"/>
                </a:moveTo>
                <a:lnTo>
                  <a:pt x="1381125" y="1819275"/>
                </a:lnTo>
                <a:lnTo>
                  <a:pt x="1381125" y="1828800"/>
                </a:lnTo>
                <a:lnTo>
                  <a:pt x="1371600" y="1828800"/>
                </a:lnTo>
                <a:close/>
                <a:moveTo>
                  <a:pt x="257175" y="1828800"/>
                </a:moveTo>
                <a:lnTo>
                  <a:pt x="266700" y="1828800"/>
                </a:lnTo>
                <a:lnTo>
                  <a:pt x="266700" y="1838325"/>
                </a:lnTo>
                <a:lnTo>
                  <a:pt x="257175" y="1838325"/>
                </a:lnTo>
                <a:close/>
                <a:moveTo>
                  <a:pt x="1057275" y="1828800"/>
                </a:moveTo>
                <a:lnTo>
                  <a:pt x="1152525" y="1828800"/>
                </a:lnTo>
                <a:lnTo>
                  <a:pt x="1152525" y="1838325"/>
                </a:lnTo>
                <a:lnTo>
                  <a:pt x="1057275" y="1838325"/>
                </a:lnTo>
                <a:close/>
                <a:moveTo>
                  <a:pt x="123825" y="1838325"/>
                </a:moveTo>
                <a:lnTo>
                  <a:pt x="133350" y="1838325"/>
                </a:lnTo>
                <a:lnTo>
                  <a:pt x="133350" y="1847850"/>
                </a:lnTo>
                <a:lnTo>
                  <a:pt x="123825" y="1847850"/>
                </a:lnTo>
                <a:close/>
                <a:moveTo>
                  <a:pt x="266700" y="1838325"/>
                </a:moveTo>
                <a:lnTo>
                  <a:pt x="276225" y="1838325"/>
                </a:lnTo>
                <a:lnTo>
                  <a:pt x="276225" y="1857375"/>
                </a:lnTo>
                <a:lnTo>
                  <a:pt x="257175" y="1857375"/>
                </a:lnTo>
                <a:lnTo>
                  <a:pt x="257175" y="1847850"/>
                </a:lnTo>
                <a:lnTo>
                  <a:pt x="266700" y="1847850"/>
                </a:lnTo>
                <a:close/>
                <a:moveTo>
                  <a:pt x="981075" y="1838325"/>
                </a:moveTo>
                <a:lnTo>
                  <a:pt x="1047750" y="1838325"/>
                </a:lnTo>
                <a:lnTo>
                  <a:pt x="1047750" y="1847850"/>
                </a:lnTo>
                <a:lnTo>
                  <a:pt x="981075" y="1847850"/>
                </a:lnTo>
                <a:close/>
                <a:moveTo>
                  <a:pt x="1257300" y="1838325"/>
                </a:moveTo>
                <a:lnTo>
                  <a:pt x="1266825" y="1838325"/>
                </a:lnTo>
                <a:lnTo>
                  <a:pt x="1266825" y="1847850"/>
                </a:lnTo>
                <a:lnTo>
                  <a:pt x="1257300" y="1847850"/>
                </a:lnTo>
                <a:close/>
                <a:moveTo>
                  <a:pt x="1914525" y="1838325"/>
                </a:moveTo>
                <a:lnTo>
                  <a:pt x="1933575" y="1838325"/>
                </a:lnTo>
                <a:lnTo>
                  <a:pt x="1933575" y="1847850"/>
                </a:lnTo>
                <a:lnTo>
                  <a:pt x="1924050" y="1847850"/>
                </a:lnTo>
                <a:lnTo>
                  <a:pt x="1924050" y="1866900"/>
                </a:lnTo>
                <a:lnTo>
                  <a:pt x="1905000" y="1866900"/>
                </a:lnTo>
                <a:lnTo>
                  <a:pt x="1905000" y="1847850"/>
                </a:lnTo>
                <a:lnTo>
                  <a:pt x="1914525" y="1847850"/>
                </a:lnTo>
                <a:close/>
                <a:moveTo>
                  <a:pt x="933450" y="1847850"/>
                </a:moveTo>
                <a:lnTo>
                  <a:pt x="952500" y="1847850"/>
                </a:lnTo>
                <a:lnTo>
                  <a:pt x="952500" y="1866900"/>
                </a:lnTo>
                <a:lnTo>
                  <a:pt x="962025" y="1866900"/>
                </a:lnTo>
                <a:lnTo>
                  <a:pt x="962025" y="1885950"/>
                </a:lnTo>
                <a:lnTo>
                  <a:pt x="942975" y="1885950"/>
                </a:lnTo>
                <a:lnTo>
                  <a:pt x="942975" y="1866900"/>
                </a:lnTo>
                <a:lnTo>
                  <a:pt x="933450" y="1866900"/>
                </a:lnTo>
                <a:close/>
                <a:moveTo>
                  <a:pt x="971550" y="1847850"/>
                </a:moveTo>
                <a:lnTo>
                  <a:pt x="981075" y="1847850"/>
                </a:lnTo>
                <a:lnTo>
                  <a:pt x="981075" y="1857375"/>
                </a:lnTo>
                <a:lnTo>
                  <a:pt x="971550" y="1857375"/>
                </a:lnTo>
                <a:close/>
                <a:moveTo>
                  <a:pt x="1381125" y="1847850"/>
                </a:moveTo>
                <a:lnTo>
                  <a:pt x="1390650" y="1847850"/>
                </a:lnTo>
                <a:lnTo>
                  <a:pt x="1390650" y="1857375"/>
                </a:lnTo>
                <a:lnTo>
                  <a:pt x="1381125" y="1857375"/>
                </a:lnTo>
                <a:close/>
                <a:moveTo>
                  <a:pt x="1781175" y="1847850"/>
                </a:moveTo>
                <a:lnTo>
                  <a:pt x="1790700" y="1847850"/>
                </a:lnTo>
                <a:lnTo>
                  <a:pt x="1790700" y="1857375"/>
                </a:lnTo>
                <a:lnTo>
                  <a:pt x="1781175" y="1857375"/>
                </a:lnTo>
                <a:close/>
                <a:moveTo>
                  <a:pt x="1800225" y="1847850"/>
                </a:moveTo>
                <a:lnTo>
                  <a:pt x="1809750" y="1847850"/>
                </a:lnTo>
                <a:lnTo>
                  <a:pt x="1809750" y="1857375"/>
                </a:lnTo>
                <a:lnTo>
                  <a:pt x="1800225" y="1857375"/>
                </a:lnTo>
                <a:close/>
                <a:moveTo>
                  <a:pt x="2181225" y="1847850"/>
                </a:moveTo>
                <a:lnTo>
                  <a:pt x="2190750" y="1847850"/>
                </a:lnTo>
                <a:lnTo>
                  <a:pt x="2190750" y="1857375"/>
                </a:lnTo>
                <a:lnTo>
                  <a:pt x="2181225" y="1857375"/>
                </a:lnTo>
                <a:close/>
                <a:moveTo>
                  <a:pt x="885825" y="1857375"/>
                </a:moveTo>
                <a:lnTo>
                  <a:pt x="914400" y="1857375"/>
                </a:lnTo>
                <a:lnTo>
                  <a:pt x="914400" y="1866900"/>
                </a:lnTo>
                <a:lnTo>
                  <a:pt x="904875" y="1866900"/>
                </a:lnTo>
                <a:lnTo>
                  <a:pt x="904875" y="1876425"/>
                </a:lnTo>
                <a:lnTo>
                  <a:pt x="866775" y="1876425"/>
                </a:lnTo>
                <a:lnTo>
                  <a:pt x="866775" y="1885950"/>
                </a:lnTo>
                <a:lnTo>
                  <a:pt x="847725" y="1885950"/>
                </a:lnTo>
                <a:lnTo>
                  <a:pt x="847725" y="1895475"/>
                </a:lnTo>
                <a:lnTo>
                  <a:pt x="876300" y="1895475"/>
                </a:lnTo>
                <a:lnTo>
                  <a:pt x="876300" y="1885950"/>
                </a:lnTo>
                <a:lnTo>
                  <a:pt x="904875" y="1885950"/>
                </a:lnTo>
                <a:lnTo>
                  <a:pt x="904875" y="1876425"/>
                </a:lnTo>
                <a:lnTo>
                  <a:pt x="923925" y="1876425"/>
                </a:lnTo>
                <a:lnTo>
                  <a:pt x="923925" y="1895475"/>
                </a:lnTo>
                <a:lnTo>
                  <a:pt x="885825" y="1895475"/>
                </a:lnTo>
                <a:lnTo>
                  <a:pt x="885825" y="1905000"/>
                </a:lnTo>
                <a:lnTo>
                  <a:pt x="857250" y="1905000"/>
                </a:lnTo>
                <a:lnTo>
                  <a:pt x="857250" y="1914525"/>
                </a:lnTo>
                <a:lnTo>
                  <a:pt x="828675" y="1914525"/>
                </a:lnTo>
                <a:lnTo>
                  <a:pt x="828675" y="1924050"/>
                </a:lnTo>
                <a:lnTo>
                  <a:pt x="800100" y="1924050"/>
                </a:lnTo>
                <a:lnTo>
                  <a:pt x="800100" y="1943100"/>
                </a:lnTo>
                <a:lnTo>
                  <a:pt x="790575" y="1943100"/>
                </a:lnTo>
                <a:lnTo>
                  <a:pt x="790575" y="1952625"/>
                </a:lnTo>
                <a:lnTo>
                  <a:pt x="762000" y="1952625"/>
                </a:lnTo>
                <a:lnTo>
                  <a:pt x="762000" y="1914525"/>
                </a:lnTo>
                <a:lnTo>
                  <a:pt x="752475" y="1914525"/>
                </a:lnTo>
                <a:lnTo>
                  <a:pt x="752475" y="1962150"/>
                </a:lnTo>
                <a:lnTo>
                  <a:pt x="742950" y="1962150"/>
                </a:lnTo>
                <a:lnTo>
                  <a:pt x="742950" y="1971675"/>
                </a:lnTo>
                <a:lnTo>
                  <a:pt x="714375" y="1971675"/>
                </a:lnTo>
                <a:lnTo>
                  <a:pt x="714375" y="1952625"/>
                </a:lnTo>
                <a:lnTo>
                  <a:pt x="704850" y="1952625"/>
                </a:lnTo>
                <a:lnTo>
                  <a:pt x="704850" y="1943100"/>
                </a:lnTo>
                <a:lnTo>
                  <a:pt x="676275" y="1943100"/>
                </a:lnTo>
                <a:lnTo>
                  <a:pt x="676275" y="1933575"/>
                </a:lnTo>
                <a:lnTo>
                  <a:pt x="685800" y="1933575"/>
                </a:lnTo>
                <a:lnTo>
                  <a:pt x="685800" y="1924050"/>
                </a:lnTo>
                <a:lnTo>
                  <a:pt x="714375" y="1924050"/>
                </a:lnTo>
                <a:lnTo>
                  <a:pt x="714375" y="1914525"/>
                </a:lnTo>
                <a:lnTo>
                  <a:pt x="733425" y="1914525"/>
                </a:lnTo>
                <a:lnTo>
                  <a:pt x="733425" y="1905000"/>
                </a:lnTo>
                <a:lnTo>
                  <a:pt x="762000" y="1905000"/>
                </a:lnTo>
                <a:lnTo>
                  <a:pt x="762000" y="1895475"/>
                </a:lnTo>
                <a:lnTo>
                  <a:pt x="790575" y="1895475"/>
                </a:lnTo>
                <a:lnTo>
                  <a:pt x="790575" y="1885950"/>
                </a:lnTo>
                <a:lnTo>
                  <a:pt x="819150" y="1885950"/>
                </a:lnTo>
                <a:lnTo>
                  <a:pt x="819150" y="1876425"/>
                </a:lnTo>
                <a:lnTo>
                  <a:pt x="847725" y="1876425"/>
                </a:lnTo>
                <a:lnTo>
                  <a:pt x="847725" y="1866900"/>
                </a:lnTo>
                <a:lnTo>
                  <a:pt x="885825" y="1866900"/>
                </a:lnTo>
                <a:close/>
                <a:moveTo>
                  <a:pt x="1009650" y="1857375"/>
                </a:moveTo>
                <a:lnTo>
                  <a:pt x="1057275" y="1857375"/>
                </a:lnTo>
                <a:lnTo>
                  <a:pt x="1057275" y="1866900"/>
                </a:lnTo>
                <a:lnTo>
                  <a:pt x="1009650" y="1866900"/>
                </a:lnTo>
                <a:close/>
                <a:moveTo>
                  <a:pt x="1343025" y="1857375"/>
                </a:moveTo>
                <a:lnTo>
                  <a:pt x="1362075" y="1857375"/>
                </a:lnTo>
                <a:lnTo>
                  <a:pt x="1362075" y="1866900"/>
                </a:lnTo>
                <a:lnTo>
                  <a:pt x="1343025" y="1866900"/>
                </a:lnTo>
                <a:close/>
                <a:moveTo>
                  <a:pt x="1771650" y="1857375"/>
                </a:moveTo>
                <a:lnTo>
                  <a:pt x="1781175" y="1857375"/>
                </a:lnTo>
                <a:lnTo>
                  <a:pt x="1781175" y="1885950"/>
                </a:lnTo>
                <a:lnTo>
                  <a:pt x="1771650" y="1885950"/>
                </a:lnTo>
                <a:close/>
                <a:moveTo>
                  <a:pt x="1819275" y="1857375"/>
                </a:moveTo>
                <a:lnTo>
                  <a:pt x="1828800" y="1857375"/>
                </a:lnTo>
                <a:lnTo>
                  <a:pt x="1828800" y="1866900"/>
                </a:lnTo>
                <a:lnTo>
                  <a:pt x="1819275" y="1866900"/>
                </a:lnTo>
                <a:close/>
                <a:moveTo>
                  <a:pt x="1838325" y="1857375"/>
                </a:moveTo>
                <a:lnTo>
                  <a:pt x="1847850" y="1857375"/>
                </a:lnTo>
                <a:lnTo>
                  <a:pt x="1847850" y="1866900"/>
                </a:lnTo>
                <a:lnTo>
                  <a:pt x="1838325" y="1866900"/>
                </a:lnTo>
                <a:close/>
                <a:moveTo>
                  <a:pt x="1857375" y="1857375"/>
                </a:moveTo>
                <a:lnTo>
                  <a:pt x="1866900" y="1857375"/>
                </a:lnTo>
                <a:lnTo>
                  <a:pt x="1866900" y="1866900"/>
                </a:lnTo>
                <a:lnTo>
                  <a:pt x="1857375" y="1866900"/>
                </a:lnTo>
                <a:close/>
                <a:moveTo>
                  <a:pt x="114300" y="1866900"/>
                </a:moveTo>
                <a:lnTo>
                  <a:pt x="123825" y="1866900"/>
                </a:lnTo>
                <a:lnTo>
                  <a:pt x="123825" y="1895475"/>
                </a:lnTo>
                <a:lnTo>
                  <a:pt x="114300" y="1895475"/>
                </a:lnTo>
                <a:close/>
                <a:moveTo>
                  <a:pt x="981075" y="1866900"/>
                </a:moveTo>
                <a:lnTo>
                  <a:pt x="1000125" y="1866900"/>
                </a:lnTo>
                <a:lnTo>
                  <a:pt x="1000125" y="1876425"/>
                </a:lnTo>
                <a:lnTo>
                  <a:pt x="981075" y="1876425"/>
                </a:lnTo>
                <a:close/>
                <a:moveTo>
                  <a:pt x="1295400" y="1866900"/>
                </a:moveTo>
                <a:lnTo>
                  <a:pt x="1304925" y="1866900"/>
                </a:lnTo>
                <a:lnTo>
                  <a:pt x="1304925" y="1876425"/>
                </a:lnTo>
                <a:lnTo>
                  <a:pt x="1295400" y="1876425"/>
                </a:lnTo>
                <a:close/>
                <a:moveTo>
                  <a:pt x="1581150" y="1866900"/>
                </a:moveTo>
                <a:lnTo>
                  <a:pt x="1609725" y="1866900"/>
                </a:lnTo>
                <a:lnTo>
                  <a:pt x="1609725" y="1885950"/>
                </a:lnTo>
                <a:lnTo>
                  <a:pt x="1581150" y="1885950"/>
                </a:lnTo>
                <a:close/>
                <a:moveTo>
                  <a:pt x="1876425" y="1866900"/>
                </a:moveTo>
                <a:lnTo>
                  <a:pt x="1885950" y="1866900"/>
                </a:lnTo>
                <a:lnTo>
                  <a:pt x="1885950" y="1876425"/>
                </a:lnTo>
                <a:lnTo>
                  <a:pt x="1876425" y="1876425"/>
                </a:lnTo>
                <a:close/>
                <a:moveTo>
                  <a:pt x="2038350" y="1866900"/>
                </a:moveTo>
                <a:lnTo>
                  <a:pt x="2057400" y="1866900"/>
                </a:lnTo>
                <a:lnTo>
                  <a:pt x="2057400" y="1895475"/>
                </a:lnTo>
                <a:lnTo>
                  <a:pt x="2066925" y="1895475"/>
                </a:lnTo>
                <a:lnTo>
                  <a:pt x="2066925" y="1905000"/>
                </a:lnTo>
                <a:lnTo>
                  <a:pt x="2047875" y="1905000"/>
                </a:lnTo>
                <a:lnTo>
                  <a:pt x="2047875" y="1876425"/>
                </a:lnTo>
                <a:lnTo>
                  <a:pt x="2038350" y="1876425"/>
                </a:lnTo>
                <a:close/>
                <a:moveTo>
                  <a:pt x="2219325" y="1866900"/>
                </a:moveTo>
                <a:lnTo>
                  <a:pt x="2238375" y="1866900"/>
                </a:lnTo>
                <a:lnTo>
                  <a:pt x="2238375" y="1876425"/>
                </a:lnTo>
                <a:lnTo>
                  <a:pt x="2228850" y="1876425"/>
                </a:lnTo>
                <a:lnTo>
                  <a:pt x="2228850" y="1885950"/>
                </a:lnTo>
                <a:lnTo>
                  <a:pt x="2209800" y="1885950"/>
                </a:lnTo>
                <a:lnTo>
                  <a:pt x="2209800" y="1876425"/>
                </a:lnTo>
                <a:lnTo>
                  <a:pt x="2219325" y="1876425"/>
                </a:lnTo>
                <a:close/>
                <a:moveTo>
                  <a:pt x="1209675" y="1876425"/>
                </a:moveTo>
                <a:lnTo>
                  <a:pt x="1219200" y="1876425"/>
                </a:lnTo>
                <a:lnTo>
                  <a:pt x="1219200" y="1885950"/>
                </a:lnTo>
                <a:lnTo>
                  <a:pt x="1209675" y="1885950"/>
                </a:lnTo>
                <a:close/>
                <a:moveTo>
                  <a:pt x="1323975" y="1876425"/>
                </a:moveTo>
                <a:lnTo>
                  <a:pt x="1333500" y="1876425"/>
                </a:lnTo>
                <a:lnTo>
                  <a:pt x="1333500" y="1885950"/>
                </a:lnTo>
                <a:lnTo>
                  <a:pt x="1323975" y="1885950"/>
                </a:lnTo>
                <a:close/>
                <a:moveTo>
                  <a:pt x="1628775" y="1876425"/>
                </a:moveTo>
                <a:lnTo>
                  <a:pt x="1657350" y="1876425"/>
                </a:lnTo>
                <a:lnTo>
                  <a:pt x="1657350" y="1895475"/>
                </a:lnTo>
                <a:lnTo>
                  <a:pt x="1638300" y="1895475"/>
                </a:lnTo>
                <a:lnTo>
                  <a:pt x="1638300" y="1885950"/>
                </a:lnTo>
                <a:lnTo>
                  <a:pt x="1628775" y="1885950"/>
                </a:lnTo>
                <a:close/>
                <a:moveTo>
                  <a:pt x="1714500" y="1876425"/>
                </a:moveTo>
                <a:lnTo>
                  <a:pt x="1733550" y="1876425"/>
                </a:lnTo>
                <a:lnTo>
                  <a:pt x="1733550" y="1895475"/>
                </a:lnTo>
                <a:lnTo>
                  <a:pt x="1714500" y="1895475"/>
                </a:lnTo>
                <a:close/>
                <a:moveTo>
                  <a:pt x="1857375" y="1876425"/>
                </a:moveTo>
                <a:lnTo>
                  <a:pt x="1866900" y="1876425"/>
                </a:lnTo>
                <a:lnTo>
                  <a:pt x="1866900" y="1885950"/>
                </a:lnTo>
                <a:lnTo>
                  <a:pt x="1857375" y="1885950"/>
                </a:lnTo>
                <a:close/>
                <a:moveTo>
                  <a:pt x="2152650" y="1876425"/>
                </a:moveTo>
                <a:lnTo>
                  <a:pt x="2162175" y="1876425"/>
                </a:lnTo>
                <a:lnTo>
                  <a:pt x="2162175" y="1885950"/>
                </a:lnTo>
                <a:lnTo>
                  <a:pt x="2152650" y="1885950"/>
                </a:lnTo>
                <a:close/>
                <a:moveTo>
                  <a:pt x="2238375" y="1876425"/>
                </a:moveTo>
                <a:lnTo>
                  <a:pt x="2257425" y="1876425"/>
                </a:lnTo>
                <a:lnTo>
                  <a:pt x="2257425" y="1885950"/>
                </a:lnTo>
                <a:lnTo>
                  <a:pt x="2247900" y="1885950"/>
                </a:lnTo>
                <a:lnTo>
                  <a:pt x="2247900" y="1895475"/>
                </a:lnTo>
                <a:lnTo>
                  <a:pt x="2238375" y="1895475"/>
                </a:lnTo>
                <a:close/>
                <a:moveTo>
                  <a:pt x="247650" y="1885950"/>
                </a:moveTo>
                <a:lnTo>
                  <a:pt x="266700" y="1885950"/>
                </a:lnTo>
                <a:lnTo>
                  <a:pt x="266700" y="1905000"/>
                </a:lnTo>
                <a:lnTo>
                  <a:pt x="247650" y="1905000"/>
                </a:lnTo>
                <a:close/>
                <a:moveTo>
                  <a:pt x="1190625" y="1885950"/>
                </a:moveTo>
                <a:lnTo>
                  <a:pt x="1200150" y="1885950"/>
                </a:lnTo>
                <a:lnTo>
                  <a:pt x="1200150" y="1895475"/>
                </a:lnTo>
                <a:lnTo>
                  <a:pt x="1190625" y="1895475"/>
                </a:lnTo>
                <a:close/>
                <a:moveTo>
                  <a:pt x="1466850" y="1885950"/>
                </a:moveTo>
                <a:lnTo>
                  <a:pt x="1485900" y="1885950"/>
                </a:lnTo>
                <a:lnTo>
                  <a:pt x="1485900" y="1905000"/>
                </a:lnTo>
                <a:lnTo>
                  <a:pt x="1466850" y="1905000"/>
                </a:lnTo>
                <a:close/>
                <a:moveTo>
                  <a:pt x="1552575" y="1885950"/>
                </a:moveTo>
                <a:lnTo>
                  <a:pt x="1562100" y="1885950"/>
                </a:lnTo>
                <a:lnTo>
                  <a:pt x="1562100" y="1895475"/>
                </a:lnTo>
                <a:lnTo>
                  <a:pt x="1552575" y="1895475"/>
                </a:lnTo>
                <a:close/>
                <a:moveTo>
                  <a:pt x="1971675" y="1885950"/>
                </a:moveTo>
                <a:lnTo>
                  <a:pt x="1981200" y="1885950"/>
                </a:lnTo>
                <a:lnTo>
                  <a:pt x="1981200" y="1905000"/>
                </a:lnTo>
                <a:lnTo>
                  <a:pt x="1971675" y="1905000"/>
                </a:lnTo>
                <a:close/>
                <a:moveTo>
                  <a:pt x="2143125" y="1885950"/>
                </a:moveTo>
                <a:lnTo>
                  <a:pt x="2152650" y="1885950"/>
                </a:lnTo>
                <a:lnTo>
                  <a:pt x="2152650" y="1895475"/>
                </a:lnTo>
                <a:lnTo>
                  <a:pt x="2143125" y="1895475"/>
                </a:lnTo>
                <a:close/>
                <a:moveTo>
                  <a:pt x="2162175" y="1885950"/>
                </a:moveTo>
                <a:lnTo>
                  <a:pt x="2171700" y="1885950"/>
                </a:lnTo>
                <a:lnTo>
                  <a:pt x="2171700" y="1905000"/>
                </a:lnTo>
                <a:lnTo>
                  <a:pt x="2152650" y="1905000"/>
                </a:lnTo>
                <a:lnTo>
                  <a:pt x="2152650" y="1895475"/>
                </a:lnTo>
                <a:lnTo>
                  <a:pt x="2162175" y="1895475"/>
                </a:lnTo>
                <a:close/>
                <a:moveTo>
                  <a:pt x="2257425" y="1885950"/>
                </a:moveTo>
                <a:lnTo>
                  <a:pt x="2266950" y="1885950"/>
                </a:lnTo>
                <a:lnTo>
                  <a:pt x="2266950" y="1895475"/>
                </a:lnTo>
                <a:lnTo>
                  <a:pt x="2257425" y="1895475"/>
                </a:lnTo>
                <a:close/>
                <a:moveTo>
                  <a:pt x="76200" y="1895475"/>
                </a:moveTo>
                <a:lnTo>
                  <a:pt x="85725" y="1895475"/>
                </a:lnTo>
                <a:lnTo>
                  <a:pt x="85725" y="1924050"/>
                </a:lnTo>
                <a:lnTo>
                  <a:pt x="76200" y="1924050"/>
                </a:lnTo>
                <a:close/>
                <a:moveTo>
                  <a:pt x="1085850" y="1895475"/>
                </a:moveTo>
                <a:lnTo>
                  <a:pt x="1114425" y="1895475"/>
                </a:lnTo>
                <a:lnTo>
                  <a:pt x="1114425" y="1905000"/>
                </a:lnTo>
                <a:lnTo>
                  <a:pt x="1085850" y="1905000"/>
                </a:lnTo>
                <a:close/>
                <a:moveTo>
                  <a:pt x="1152525" y="1895475"/>
                </a:moveTo>
                <a:lnTo>
                  <a:pt x="1162050" y="1895475"/>
                </a:lnTo>
                <a:lnTo>
                  <a:pt x="1162050" y="1905000"/>
                </a:lnTo>
                <a:lnTo>
                  <a:pt x="1152525" y="1905000"/>
                </a:lnTo>
                <a:close/>
                <a:moveTo>
                  <a:pt x="1409700" y="1895475"/>
                </a:moveTo>
                <a:lnTo>
                  <a:pt x="1438275" y="1895475"/>
                </a:lnTo>
                <a:lnTo>
                  <a:pt x="1438275" y="1914525"/>
                </a:lnTo>
                <a:lnTo>
                  <a:pt x="1409700" y="1914525"/>
                </a:lnTo>
                <a:close/>
                <a:moveTo>
                  <a:pt x="1543050" y="1895475"/>
                </a:moveTo>
                <a:lnTo>
                  <a:pt x="1552575" y="1895475"/>
                </a:lnTo>
                <a:lnTo>
                  <a:pt x="1552575" y="1905000"/>
                </a:lnTo>
                <a:lnTo>
                  <a:pt x="1543050" y="1905000"/>
                </a:lnTo>
                <a:close/>
                <a:moveTo>
                  <a:pt x="1790700" y="1895475"/>
                </a:moveTo>
                <a:lnTo>
                  <a:pt x="1800225" y="1895475"/>
                </a:lnTo>
                <a:lnTo>
                  <a:pt x="1800225" y="1905000"/>
                </a:lnTo>
                <a:lnTo>
                  <a:pt x="1790700" y="1905000"/>
                </a:lnTo>
                <a:close/>
                <a:moveTo>
                  <a:pt x="2247900" y="1895475"/>
                </a:moveTo>
                <a:lnTo>
                  <a:pt x="2257425" y="1895475"/>
                </a:lnTo>
                <a:lnTo>
                  <a:pt x="2257425" y="1905000"/>
                </a:lnTo>
                <a:lnTo>
                  <a:pt x="2247900" y="1905000"/>
                </a:lnTo>
                <a:close/>
                <a:moveTo>
                  <a:pt x="1057275" y="1905000"/>
                </a:moveTo>
                <a:lnTo>
                  <a:pt x="1066800" y="1905000"/>
                </a:lnTo>
                <a:lnTo>
                  <a:pt x="1066800" y="1914525"/>
                </a:lnTo>
                <a:lnTo>
                  <a:pt x="1057275" y="1914525"/>
                </a:lnTo>
                <a:close/>
                <a:moveTo>
                  <a:pt x="1381125" y="1905000"/>
                </a:moveTo>
                <a:lnTo>
                  <a:pt x="1390650" y="1905000"/>
                </a:lnTo>
                <a:lnTo>
                  <a:pt x="1390650" y="1962150"/>
                </a:lnTo>
                <a:lnTo>
                  <a:pt x="1371600" y="1962150"/>
                </a:lnTo>
                <a:lnTo>
                  <a:pt x="1371600" y="1914525"/>
                </a:lnTo>
                <a:lnTo>
                  <a:pt x="1381125" y="1914525"/>
                </a:lnTo>
                <a:close/>
                <a:moveTo>
                  <a:pt x="1485900" y="1905000"/>
                </a:moveTo>
                <a:lnTo>
                  <a:pt x="1495425" y="1905000"/>
                </a:lnTo>
                <a:lnTo>
                  <a:pt x="1495425" y="1914525"/>
                </a:lnTo>
                <a:lnTo>
                  <a:pt x="1485900" y="1914525"/>
                </a:lnTo>
                <a:close/>
                <a:moveTo>
                  <a:pt x="1724025" y="1905000"/>
                </a:moveTo>
                <a:lnTo>
                  <a:pt x="1733550" y="1905000"/>
                </a:lnTo>
                <a:lnTo>
                  <a:pt x="1733550" y="1914525"/>
                </a:lnTo>
                <a:lnTo>
                  <a:pt x="1743075" y="1914525"/>
                </a:lnTo>
                <a:lnTo>
                  <a:pt x="1743075" y="1924050"/>
                </a:lnTo>
                <a:lnTo>
                  <a:pt x="1724025" y="1924050"/>
                </a:lnTo>
                <a:close/>
                <a:moveTo>
                  <a:pt x="1876425" y="1905000"/>
                </a:moveTo>
                <a:lnTo>
                  <a:pt x="1885950" y="1905000"/>
                </a:lnTo>
                <a:lnTo>
                  <a:pt x="1885950" y="1924050"/>
                </a:lnTo>
                <a:lnTo>
                  <a:pt x="1876425" y="1924050"/>
                </a:lnTo>
                <a:close/>
                <a:moveTo>
                  <a:pt x="1905000" y="1905000"/>
                </a:moveTo>
                <a:lnTo>
                  <a:pt x="1914525" y="1905000"/>
                </a:lnTo>
                <a:lnTo>
                  <a:pt x="1914525" y="1924050"/>
                </a:lnTo>
                <a:lnTo>
                  <a:pt x="1905000" y="1924050"/>
                </a:lnTo>
                <a:close/>
                <a:moveTo>
                  <a:pt x="438150" y="1914525"/>
                </a:moveTo>
                <a:lnTo>
                  <a:pt x="447675" y="1914525"/>
                </a:lnTo>
                <a:lnTo>
                  <a:pt x="447675" y="1924050"/>
                </a:lnTo>
                <a:lnTo>
                  <a:pt x="438150" y="1924050"/>
                </a:lnTo>
                <a:close/>
                <a:moveTo>
                  <a:pt x="1028700" y="1914525"/>
                </a:moveTo>
                <a:lnTo>
                  <a:pt x="1038225" y="1914525"/>
                </a:lnTo>
                <a:lnTo>
                  <a:pt x="1038225" y="1924050"/>
                </a:lnTo>
                <a:lnTo>
                  <a:pt x="1028700" y="1924050"/>
                </a:lnTo>
                <a:close/>
                <a:moveTo>
                  <a:pt x="1495425" y="1914525"/>
                </a:moveTo>
                <a:lnTo>
                  <a:pt x="1504950" y="1914525"/>
                </a:lnTo>
                <a:lnTo>
                  <a:pt x="1504950" y="1924050"/>
                </a:lnTo>
                <a:lnTo>
                  <a:pt x="1495425" y="1924050"/>
                </a:lnTo>
                <a:close/>
                <a:moveTo>
                  <a:pt x="1828800" y="1914525"/>
                </a:moveTo>
                <a:lnTo>
                  <a:pt x="1838325" y="1914525"/>
                </a:lnTo>
                <a:lnTo>
                  <a:pt x="1838325" y="1933575"/>
                </a:lnTo>
                <a:lnTo>
                  <a:pt x="1828800" y="1933575"/>
                </a:lnTo>
                <a:close/>
                <a:moveTo>
                  <a:pt x="2305050" y="1914525"/>
                </a:moveTo>
                <a:lnTo>
                  <a:pt x="2314575" y="1914525"/>
                </a:lnTo>
                <a:lnTo>
                  <a:pt x="2314575" y="1924050"/>
                </a:lnTo>
                <a:lnTo>
                  <a:pt x="2324100" y="1924050"/>
                </a:lnTo>
                <a:lnTo>
                  <a:pt x="2324100" y="1933575"/>
                </a:lnTo>
                <a:lnTo>
                  <a:pt x="2333625" y="1933575"/>
                </a:lnTo>
                <a:lnTo>
                  <a:pt x="2333625" y="1943100"/>
                </a:lnTo>
                <a:lnTo>
                  <a:pt x="2324100" y="1943100"/>
                </a:lnTo>
                <a:lnTo>
                  <a:pt x="2324100" y="1952625"/>
                </a:lnTo>
                <a:lnTo>
                  <a:pt x="2314575" y="1952625"/>
                </a:lnTo>
                <a:lnTo>
                  <a:pt x="2314575" y="1943100"/>
                </a:lnTo>
                <a:lnTo>
                  <a:pt x="2305050" y="1943100"/>
                </a:lnTo>
                <a:lnTo>
                  <a:pt x="2305050" y="1933575"/>
                </a:lnTo>
                <a:lnTo>
                  <a:pt x="2295525" y="1933575"/>
                </a:lnTo>
                <a:lnTo>
                  <a:pt x="2295525" y="1924050"/>
                </a:lnTo>
                <a:lnTo>
                  <a:pt x="2305050" y="1924050"/>
                </a:lnTo>
                <a:close/>
                <a:moveTo>
                  <a:pt x="238125" y="1924050"/>
                </a:moveTo>
                <a:lnTo>
                  <a:pt x="257175" y="1924050"/>
                </a:lnTo>
                <a:lnTo>
                  <a:pt x="257175" y="1933575"/>
                </a:lnTo>
                <a:lnTo>
                  <a:pt x="238125" y="1933575"/>
                </a:lnTo>
                <a:close/>
                <a:moveTo>
                  <a:pt x="1000125" y="1924050"/>
                </a:moveTo>
                <a:lnTo>
                  <a:pt x="1009650" y="1924050"/>
                </a:lnTo>
                <a:lnTo>
                  <a:pt x="1009650" y="1933575"/>
                </a:lnTo>
                <a:lnTo>
                  <a:pt x="1000125" y="1933575"/>
                </a:lnTo>
                <a:close/>
                <a:moveTo>
                  <a:pt x="1647825" y="1924050"/>
                </a:moveTo>
                <a:lnTo>
                  <a:pt x="1666875" y="1924050"/>
                </a:lnTo>
                <a:lnTo>
                  <a:pt x="1666875" y="1952625"/>
                </a:lnTo>
                <a:lnTo>
                  <a:pt x="1647825" y="1952625"/>
                </a:lnTo>
                <a:close/>
                <a:moveTo>
                  <a:pt x="1800225" y="1924050"/>
                </a:moveTo>
                <a:lnTo>
                  <a:pt x="1809750" y="1924050"/>
                </a:lnTo>
                <a:lnTo>
                  <a:pt x="1809750" y="1943100"/>
                </a:lnTo>
                <a:lnTo>
                  <a:pt x="1800225" y="1943100"/>
                </a:lnTo>
                <a:close/>
                <a:moveTo>
                  <a:pt x="2047875" y="1924050"/>
                </a:moveTo>
                <a:lnTo>
                  <a:pt x="2066925" y="1924050"/>
                </a:lnTo>
                <a:lnTo>
                  <a:pt x="2066925" y="1943100"/>
                </a:lnTo>
                <a:lnTo>
                  <a:pt x="2076450" y="1943100"/>
                </a:lnTo>
                <a:lnTo>
                  <a:pt x="2076450" y="1952625"/>
                </a:lnTo>
                <a:lnTo>
                  <a:pt x="2057400" y="1952625"/>
                </a:lnTo>
                <a:lnTo>
                  <a:pt x="2057400" y="1933575"/>
                </a:lnTo>
                <a:lnTo>
                  <a:pt x="2047875" y="1933575"/>
                </a:lnTo>
                <a:close/>
                <a:moveTo>
                  <a:pt x="971550" y="1933575"/>
                </a:moveTo>
                <a:lnTo>
                  <a:pt x="981075" y="1933575"/>
                </a:lnTo>
                <a:lnTo>
                  <a:pt x="981075" y="1943100"/>
                </a:lnTo>
                <a:lnTo>
                  <a:pt x="971550" y="1943100"/>
                </a:lnTo>
                <a:close/>
                <a:moveTo>
                  <a:pt x="1943100" y="1933575"/>
                </a:moveTo>
                <a:lnTo>
                  <a:pt x="1952625" y="1933575"/>
                </a:lnTo>
                <a:lnTo>
                  <a:pt x="1952625" y="1952625"/>
                </a:lnTo>
                <a:lnTo>
                  <a:pt x="1943100" y="1952625"/>
                </a:lnTo>
                <a:lnTo>
                  <a:pt x="1943100" y="1962150"/>
                </a:lnTo>
                <a:lnTo>
                  <a:pt x="1933575" y="1962150"/>
                </a:lnTo>
                <a:lnTo>
                  <a:pt x="1933575" y="1943100"/>
                </a:lnTo>
                <a:lnTo>
                  <a:pt x="1943100" y="1943100"/>
                </a:lnTo>
                <a:close/>
                <a:moveTo>
                  <a:pt x="142875" y="1943100"/>
                </a:moveTo>
                <a:lnTo>
                  <a:pt x="152400" y="1943100"/>
                </a:lnTo>
                <a:lnTo>
                  <a:pt x="152400" y="1952625"/>
                </a:lnTo>
                <a:lnTo>
                  <a:pt x="142875" y="1952625"/>
                </a:lnTo>
                <a:close/>
                <a:moveTo>
                  <a:pt x="447675" y="1943100"/>
                </a:moveTo>
                <a:lnTo>
                  <a:pt x="457200" y="1943100"/>
                </a:lnTo>
                <a:lnTo>
                  <a:pt x="457200" y="1952625"/>
                </a:lnTo>
                <a:lnTo>
                  <a:pt x="447675" y="1952625"/>
                </a:lnTo>
                <a:close/>
                <a:moveTo>
                  <a:pt x="638175" y="1943100"/>
                </a:moveTo>
                <a:lnTo>
                  <a:pt x="657225" y="1943100"/>
                </a:lnTo>
                <a:lnTo>
                  <a:pt x="657225" y="1952625"/>
                </a:lnTo>
                <a:lnTo>
                  <a:pt x="666750" y="1952625"/>
                </a:lnTo>
                <a:lnTo>
                  <a:pt x="666750" y="1962150"/>
                </a:lnTo>
                <a:lnTo>
                  <a:pt x="685800" y="1962150"/>
                </a:lnTo>
                <a:lnTo>
                  <a:pt x="685800" y="1990725"/>
                </a:lnTo>
                <a:lnTo>
                  <a:pt x="676275" y="1990725"/>
                </a:lnTo>
                <a:lnTo>
                  <a:pt x="676275" y="1971675"/>
                </a:lnTo>
                <a:lnTo>
                  <a:pt x="666750" y="1971675"/>
                </a:lnTo>
                <a:lnTo>
                  <a:pt x="666750" y="2000250"/>
                </a:lnTo>
                <a:lnTo>
                  <a:pt x="657225" y="2000250"/>
                </a:lnTo>
                <a:lnTo>
                  <a:pt x="657225" y="2009775"/>
                </a:lnTo>
                <a:lnTo>
                  <a:pt x="638175" y="2009775"/>
                </a:lnTo>
                <a:lnTo>
                  <a:pt x="638175" y="2019300"/>
                </a:lnTo>
                <a:lnTo>
                  <a:pt x="609600" y="2019300"/>
                </a:lnTo>
                <a:lnTo>
                  <a:pt x="609600" y="1990725"/>
                </a:lnTo>
                <a:lnTo>
                  <a:pt x="619125" y="1990725"/>
                </a:lnTo>
                <a:lnTo>
                  <a:pt x="619125" y="1981200"/>
                </a:lnTo>
                <a:lnTo>
                  <a:pt x="600075" y="1981200"/>
                </a:lnTo>
                <a:lnTo>
                  <a:pt x="600075" y="1962150"/>
                </a:lnTo>
                <a:lnTo>
                  <a:pt x="609600" y="1962150"/>
                </a:lnTo>
                <a:lnTo>
                  <a:pt x="609600" y="1971675"/>
                </a:lnTo>
                <a:lnTo>
                  <a:pt x="619125" y="1971675"/>
                </a:lnTo>
                <a:lnTo>
                  <a:pt x="619125" y="1952625"/>
                </a:lnTo>
                <a:lnTo>
                  <a:pt x="638175" y="1952625"/>
                </a:lnTo>
                <a:close/>
                <a:moveTo>
                  <a:pt x="1724025" y="1943100"/>
                </a:moveTo>
                <a:lnTo>
                  <a:pt x="1743075" y="1943100"/>
                </a:lnTo>
                <a:lnTo>
                  <a:pt x="1743075" y="1971675"/>
                </a:lnTo>
                <a:lnTo>
                  <a:pt x="1752600" y="1971675"/>
                </a:lnTo>
                <a:lnTo>
                  <a:pt x="1752600" y="2019300"/>
                </a:lnTo>
                <a:lnTo>
                  <a:pt x="1762125" y="2019300"/>
                </a:lnTo>
                <a:lnTo>
                  <a:pt x="1762125" y="2047875"/>
                </a:lnTo>
                <a:lnTo>
                  <a:pt x="1743075" y="2047875"/>
                </a:lnTo>
                <a:lnTo>
                  <a:pt x="1743075" y="2009775"/>
                </a:lnTo>
                <a:lnTo>
                  <a:pt x="1733550" y="2009775"/>
                </a:lnTo>
                <a:lnTo>
                  <a:pt x="1733550" y="1952625"/>
                </a:lnTo>
                <a:lnTo>
                  <a:pt x="1724025" y="1952625"/>
                </a:lnTo>
                <a:close/>
                <a:moveTo>
                  <a:pt x="152400" y="1952625"/>
                </a:moveTo>
                <a:lnTo>
                  <a:pt x="161925" y="1952625"/>
                </a:lnTo>
                <a:lnTo>
                  <a:pt x="161925" y="1962150"/>
                </a:lnTo>
                <a:lnTo>
                  <a:pt x="152400" y="1962150"/>
                </a:lnTo>
                <a:close/>
                <a:moveTo>
                  <a:pt x="257175" y="1952625"/>
                </a:moveTo>
                <a:lnTo>
                  <a:pt x="266700" y="1952625"/>
                </a:lnTo>
                <a:lnTo>
                  <a:pt x="266700" y="1962150"/>
                </a:lnTo>
                <a:lnTo>
                  <a:pt x="285750" y="1962150"/>
                </a:lnTo>
                <a:lnTo>
                  <a:pt x="285750" y="1971675"/>
                </a:lnTo>
                <a:lnTo>
                  <a:pt x="304800" y="1971675"/>
                </a:lnTo>
                <a:lnTo>
                  <a:pt x="304800" y="1981200"/>
                </a:lnTo>
                <a:lnTo>
                  <a:pt x="266700" y="1981200"/>
                </a:lnTo>
                <a:lnTo>
                  <a:pt x="266700" y="1971675"/>
                </a:lnTo>
                <a:lnTo>
                  <a:pt x="257175" y="1971675"/>
                </a:lnTo>
                <a:close/>
                <a:moveTo>
                  <a:pt x="695325" y="1952625"/>
                </a:moveTo>
                <a:lnTo>
                  <a:pt x="704850" y="1952625"/>
                </a:lnTo>
                <a:lnTo>
                  <a:pt x="704850" y="1981200"/>
                </a:lnTo>
                <a:lnTo>
                  <a:pt x="695325" y="1981200"/>
                </a:lnTo>
                <a:close/>
                <a:moveTo>
                  <a:pt x="1562100" y="1952625"/>
                </a:moveTo>
                <a:lnTo>
                  <a:pt x="1600200" y="1952625"/>
                </a:lnTo>
                <a:lnTo>
                  <a:pt x="1600200" y="1962150"/>
                </a:lnTo>
                <a:lnTo>
                  <a:pt x="1590675" y="1962150"/>
                </a:lnTo>
                <a:lnTo>
                  <a:pt x="1590675" y="1971675"/>
                </a:lnTo>
                <a:lnTo>
                  <a:pt x="1552575" y="1971675"/>
                </a:lnTo>
                <a:lnTo>
                  <a:pt x="1552575" y="1962150"/>
                </a:lnTo>
                <a:lnTo>
                  <a:pt x="1562100" y="1962150"/>
                </a:lnTo>
                <a:close/>
                <a:moveTo>
                  <a:pt x="1838325" y="1952625"/>
                </a:moveTo>
                <a:lnTo>
                  <a:pt x="1857375" y="1952625"/>
                </a:lnTo>
                <a:lnTo>
                  <a:pt x="1857375" y="1971675"/>
                </a:lnTo>
                <a:lnTo>
                  <a:pt x="1838325" y="1971675"/>
                </a:lnTo>
                <a:close/>
                <a:moveTo>
                  <a:pt x="2324100" y="1952625"/>
                </a:moveTo>
                <a:lnTo>
                  <a:pt x="2333625" y="1952625"/>
                </a:lnTo>
                <a:lnTo>
                  <a:pt x="2333625" y="1962150"/>
                </a:lnTo>
                <a:lnTo>
                  <a:pt x="2324100" y="1962150"/>
                </a:lnTo>
                <a:close/>
                <a:moveTo>
                  <a:pt x="238125" y="1962150"/>
                </a:moveTo>
                <a:lnTo>
                  <a:pt x="247650" y="1962150"/>
                </a:lnTo>
                <a:lnTo>
                  <a:pt x="247650" y="1971675"/>
                </a:lnTo>
                <a:lnTo>
                  <a:pt x="238125" y="1971675"/>
                </a:lnTo>
                <a:close/>
                <a:moveTo>
                  <a:pt x="514350" y="1962150"/>
                </a:moveTo>
                <a:lnTo>
                  <a:pt x="523875" y="1962150"/>
                </a:lnTo>
                <a:lnTo>
                  <a:pt x="523875" y="1981200"/>
                </a:lnTo>
                <a:lnTo>
                  <a:pt x="552450" y="1981200"/>
                </a:lnTo>
                <a:lnTo>
                  <a:pt x="552450" y="1990725"/>
                </a:lnTo>
                <a:lnTo>
                  <a:pt x="561975" y="1990725"/>
                </a:lnTo>
                <a:lnTo>
                  <a:pt x="561975" y="1981200"/>
                </a:lnTo>
                <a:lnTo>
                  <a:pt x="581025" y="1981200"/>
                </a:lnTo>
                <a:lnTo>
                  <a:pt x="581025" y="1990725"/>
                </a:lnTo>
                <a:lnTo>
                  <a:pt x="571500" y="1990725"/>
                </a:lnTo>
                <a:lnTo>
                  <a:pt x="571500" y="2000250"/>
                </a:lnTo>
                <a:lnTo>
                  <a:pt x="542925" y="2000250"/>
                </a:lnTo>
                <a:lnTo>
                  <a:pt x="542925" y="2009775"/>
                </a:lnTo>
                <a:lnTo>
                  <a:pt x="552450" y="2009775"/>
                </a:lnTo>
                <a:lnTo>
                  <a:pt x="552450" y="2019300"/>
                </a:lnTo>
                <a:lnTo>
                  <a:pt x="542925" y="2019300"/>
                </a:lnTo>
                <a:lnTo>
                  <a:pt x="542925" y="2028825"/>
                </a:lnTo>
                <a:lnTo>
                  <a:pt x="533400" y="2028825"/>
                </a:lnTo>
                <a:lnTo>
                  <a:pt x="533400" y="2038350"/>
                </a:lnTo>
                <a:lnTo>
                  <a:pt x="523875" y="2038350"/>
                </a:lnTo>
                <a:lnTo>
                  <a:pt x="523875" y="2028825"/>
                </a:lnTo>
                <a:lnTo>
                  <a:pt x="514350" y="2028825"/>
                </a:lnTo>
                <a:lnTo>
                  <a:pt x="514350" y="2000250"/>
                </a:lnTo>
                <a:lnTo>
                  <a:pt x="523875" y="2000250"/>
                </a:lnTo>
                <a:lnTo>
                  <a:pt x="523875" y="1990725"/>
                </a:lnTo>
                <a:lnTo>
                  <a:pt x="514350" y="1990725"/>
                </a:lnTo>
                <a:close/>
                <a:moveTo>
                  <a:pt x="895350" y="1962150"/>
                </a:moveTo>
                <a:lnTo>
                  <a:pt x="904875" y="1962150"/>
                </a:lnTo>
                <a:lnTo>
                  <a:pt x="904875" y="1971675"/>
                </a:lnTo>
                <a:lnTo>
                  <a:pt x="895350" y="1971675"/>
                </a:lnTo>
                <a:close/>
                <a:moveTo>
                  <a:pt x="1000125" y="1962150"/>
                </a:moveTo>
                <a:lnTo>
                  <a:pt x="1019175" y="1962150"/>
                </a:lnTo>
                <a:lnTo>
                  <a:pt x="1019175" y="1971675"/>
                </a:lnTo>
                <a:lnTo>
                  <a:pt x="1038225" y="1971675"/>
                </a:lnTo>
                <a:lnTo>
                  <a:pt x="1038225" y="1981200"/>
                </a:lnTo>
                <a:lnTo>
                  <a:pt x="1066800" y="1981200"/>
                </a:lnTo>
                <a:lnTo>
                  <a:pt x="1066800" y="1990725"/>
                </a:lnTo>
                <a:lnTo>
                  <a:pt x="1104900" y="1990725"/>
                </a:lnTo>
                <a:lnTo>
                  <a:pt x="1104900" y="2009775"/>
                </a:lnTo>
                <a:lnTo>
                  <a:pt x="1076325" y="2009775"/>
                </a:lnTo>
                <a:lnTo>
                  <a:pt x="1076325" y="2000250"/>
                </a:lnTo>
                <a:lnTo>
                  <a:pt x="1047750" y="2000250"/>
                </a:lnTo>
                <a:lnTo>
                  <a:pt x="1047750" y="1990725"/>
                </a:lnTo>
                <a:lnTo>
                  <a:pt x="1009650" y="1990725"/>
                </a:lnTo>
                <a:lnTo>
                  <a:pt x="1009650" y="1971675"/>
                </a:lnTo>
                <a:lnTo>
                  <a:pt x="1000125" y="1971675"/>
                </a:lnTo>
                <a:close/>
                <a:moveTo>
                  <a:pt x="1447800" y="1962150"/>
                </a:moveTo>
                <a:lnTo>
                  <a:pt x="1457325" y="1962150"/>
                </a:lnTo>
                <a:lnTo>
                  <a:pt x="1457325" y="1971675"/>
                </a:lnTo>
                <a:lnTo>
                  <a:pt x="1447800" y="1971675"/>
                </a:lnTo>
                <a:close/>
                <a:moveTo>
                  <a:pt x="1504950" y="1962150"/>
                </a:moveTo>
                <a:lnTo>
                  <a:pt x="1543050" y="1962150"/>
                </a:lnTo>
                <a:lnTo>
                  <a:pt x="1543050" y="1981200"/>
                </a:lnTo>
                <a:lnTo>
                  <a:pt x="1504950" y="1981200"/>
                </a:lnTo>
                <a:close/>
                <a:moveTo>
                  <a:pt x="2333625" y="1962150"/>
                </a:moveTo>
                <a:lnTo>
                  <a:pt x="2343150" y="1962150"/>
                </a:lnTo>
                <a:lnTo>
                  <a:pt x="2343150" y="1971675"/>
                </a:lnTo>
                <a:lnTo>
                  <a:pt x="2333625" y="1971675"/>
                </a:lnTo>
                <a:close/>
                <a:moveTo>
                  <a:pt x="2352675" y="1962150"/>
                </a:moveTo>
                <a:lnTo>
                  <a:pt x="2362200" y="1962150"/>
                </a:lnTo>
                <a:lnTo>
                  <a:pt x="2362200" y="1971675"/>
                </a:lnTo>
                <a:lnTo>
                  <a:pt x="2352675" y="1971675"/>
                </a:lnTo>
                <a:close/>
                <a:moveTo>
                  <a:pt x="247650" y="1971675"/>
                </a:moveTo>
                <a:lnTo>
                  <a:pt x="257175" y="1971675"/>
                </a:lnTo>
                <a:lnTo>
                  <a:pt x="257175" y="1981200"/>
                </a:lnTo>
                <a:lnTo>
                  <a:pt x="247650" y="1981200"/>
                </a:lnTo>
                <a:close/>
                <a:moveTo>
                  <a:pt x="457200" y="1971675"/>
                </a:moveTo>
                <a:lnTo>
                  <a:pt x="466725" y="1971675"/>
                </a:lnTo>
                <a:lnTo>
                  <a:pt x="466725" y="1981200"/>
                </a:lnTo>
                <a:lnTo>
                  <a:pt x="457200" y="1981200"/>
                </a:lnTo>
                <a:close/>
                <a:moveTo>
                  <a:pt x="647700" y="1971675"/>
                </a:moveTo>
                <a:lnTo>
                  <a:pt x="657225" y="1971675"/>
                </a:lnTo>
                <a:lnTo>
                  <a:pt x="657225" y="1962150"/>
                </a:lnTo>
                <a:lnTo>
                  <a:pt x="647700" y="1962150"/>
                </a:lnTo>
                <a:close/>
                <a:moveTo>
                  <a:pt x="866775" y="1971675"/>
                </a:moveTo>
                <a:lnTo>
                  <a:pt x="876300" y="1971675"/>
                </a:lnTo>
                <a:lnTo>
                  <a:pt x="876300" y="1981200"/>
                </a:lnTo>
                <a:lnTo>
                  <a:pt x="866775" y="1981200"/>
                </a:lnTo>
                <a:close/>
                <a:moveTo>
                  <a:pt x="990600" y="1971675"/>
                </a:moveTo>
                <a:lnTo>
                  <a:pt x="1000125" y="1971675"/>
                </a:lnTo>
                <a:lnTo>
                  <a:pt x="1000125" y="1990725"/>
                </a:lnTo>
                <a:lnTo>
                  <a:pt x="1009650" y="1990725"/>
                </a:lnTo>
                <a:lnTo>
                  <a:pt x="1009650" y="2000250"/>
                </a:lnTo>
                <a:lnTo>
                  <a:pt x="1000125" y="2000250"/>
                </a:lnTo>
                <a:lnTo>
                  <a:pt x="1000125" y="2038350"/>
                </a:lnTo>
                <a:lnTo>
                  <a:pt x="990600" y="2038350"/>
                </a:lnTo>
                <a:lnTo>
                  <a:pt x="990600" y="2066925"/>
                </a:lnTo>
                <a:lnTo>
                  <a:pt x="981075" y="2066925"/>
                </a:lnTo>
                <a:lnTo>
                  <a:pt x="981075" y="2085975"/>
                </a:lnTo>
                <a:lnTo>
                  <a:pt x="971550" y="2085975"/>
                </a:lnTo>
                <a:lnTo>
                  <a:pt x="971550" y="2105025"/>
                </a:lnTo>
                <a:lnTo>
                  <a:pt x="962025" y="2105025"/>
                </a:lnTo>
                <a:lnTo>
                  <a:pt x="962025" y="2114550"/>
                </a:lnTo>
                <a:lnTo>
                  <a:pt x="952500" y="2114550"/>
                </a:lnTo>
                <a:lnTo>
                  <a:pt x="952500" y="2133600"/>
                </a:lnTo>
                <a:lnTo>
                  <a:pt x="942975" y="2133600"/>
                </a:lnTo>
                <a:lnTo>
                  <a:pt x="942975" y="2143125"/>
                </a:lnTo>
                <a:lnTo>
                  <a:pt x="933450" y="2143125"/>
                </a:lnTo>
                <a:lnTo>
                  <a:pt x="933450" y="2133600"/>
                </a:lnTo>
                <a:lnTo>
                  <a:pt x="923925" y="2133600"/>
                </a:lnTo>
                <a:lnTo>
                  <a:pt x="923925" y="2124075"/>
                </a:lnTo>
                <a:lnTo>
                  <a:pt x="933450" y="2124075"/>
                </a:lnTo>
                <a:lnTo>
                  <a:pt x="933450" y="2114550"/>
                </a:lnTo>
                <a:lnTo>
                  <a:pt x="942975" y="2114550"/>
                </a:lnTo>
                <a:lnTo>
                  <a:pt x="942975" y="2105025"/>
                </a:lnTo>
                <a:lnTo>
                  <a:pt x="952500" y="2105025"/>
                </a:lnTo>
                <a:lnTo>
                  <a:pt x="952500" y="2085975"/>
                </a:lnTo>
                <a:lnTo>
                  <a:pt x="962025" y="2085975"/>
                </a:lnTo>
                <a:lnTo>
                  <a:pt x="962025" y="2066925"/>
                </a:lnTo>
                <a:lnTo>
                  <a:pt x="971550" y="2066925"/>
                </a:lnTo>
                <a:lnTo>
                  <a:pt x="971550" y="2047875"/>
                </a:lnTo>
                <a:lnTo>
                  <a:pt x="981075" y="2047875"/>
                </a:lnTo>
                <a:lnTo>
                  <a:pt x="981075" y="2009775"/>
                </a:lnTo>
                <a:lnTo>
                  <a:pt x="990600" y="2009775"/>
                </a:lnTo>
                <a:close/>
                <a:moveTo>
                  <a:pt x="1438275" y="1971675"/>
                </a:moveTo>
                <a:lnTo>
                  <a:pt x="1447800" y="1971675"/>
                </a:lnTo>
                <a:lnTo>
                  <a:pt x="1447800" y="1981200"/>
                </a:lnTo>
                <a:lnTo>
                  <a:pt x="1466850" y="1981200"/>
                </a:lnTo>
                <a:lnTo>
                  <a:pt x="1466850" y="1971675"/>
                </a:lnTo>
                <a:lnTo>
                  <a:pt x="1495425" y="1971675"/>
                </a:lnTo>
                <a:lnTo>
                  <a:pt x="1495425" y="1981200"/>
                </a:lnTo>
                <a:lnTo>
                  <a:pt x="1504950" y="1981200"/>
                </a:lnTo>
                <a:lnTo>
                  <a:pt x="1504950" y="1990725"/>
                </a:lnTo>
                <a:lnTo>
                  <a:pt x="1495425" y="1990725"/>
                </a:lnTo>
                <a:lnTo>
                  <a:pt x="1495425" y="2000250"/>
                </a:lnTo>
                <a:lnTo>
                  <a:pt x="1466850" y="2000250"/>
                </a:lnTo>
                <a:lnTo>
                  <a:pt x="1466850" y="1990725"/>
                </a:lnTo>
                <a:lnTo>
                  <a:pt x="1428750" y="1990725"/>
                </a:lnTo>
                <a:lnTo>
                  <a:pt x="1428750" y="1981200"/>
                </a:lnTo>
                <a:lnTo>
                  <a:pt x="1438275" y="1981200"/>
                </a:lnTo>
                <a:close/>
                <a:moveTo>
                  <a:pt x="1971675" y="1971675"/>
                </a:moveTo>
                <a:lnTo>
                  <a:pt x="1981200" y="1971675"/>
                </a:lnTo>
                <a:lnTo>
                  <a:pt x="1981200" y="1981200"/>
                </a:lnTo>
                <a:lnTo>
                  <a:pt x="1971675" y="1981200"/>
                </a:lnTo>
                <a:close/>
                <a:moveTo>
                  <a:pt x="1990725" y="1971675"/>
                </a:moveTo>
                <a:lnTo>
                  <a:pt x="2000250" y="1971675"/>
                </a:lnTo>
                <a:lnTo>
                  <a:pt x="2000250" y="1981200"/>
                </a:lnTo>
                <a:lnTo>
                  <a:pt x="1990725" y="1981200"/>
                </a:lnTo>
                <a:close/>
                <a:moveTo>
                  <a:pt x="2057400" y="1971675"/>
                </a:moveTo>
                <a:lnTo>
                  <a:pt x="2076450" y="1971675"/>
                </a:lnTo>
                <a:lnTo>
                  <a:pt x="2076450" y="1981200"/>
                </a:lnTo>
                <a:lnTo>
                  <a:pt x="2085975" y="1981200"/>
                </a:lnTo>
                <a:lnTo>
                  <a:pt x="2085975" y="1990725"/>
                </a:lnTo>
                <a:lnTo>
                  <a:pt x="2066925" y="1990725"/>
                </a:lnTo>
                <a:lnTo>
                  <a:pt x="2066925" y="1981200"/>
                </a:lnTo>
                <a:lnTo>
                  <a:pt x="2057400" y="1981200"/>
                </a:lnTo>
                <a:close/>
                <a:moveTo>
                  <a:pt x="2343150" y="1971675"/>
                </a:moveTo>
                <a:lnTo>
                  <a:pt x="2352675" y="1971675"/>
                </a:lnTo>
                <a:lnTo>
                  <a:pt x="2352675" y="1981200"/>
                </a:lnTo>
                <a:lnTo>
                  <a:pt x="2343150" y="1981200"/>
                </a:lnTo>
                <a:close/>
                <a:moveTo>
                  <a:pt x="2362200" y="1971675"/>
                </a:moveTo>
                <a:lnTo>
                  <a:pt x="2371725" y="1971675"/>
                </a:lnTo>
                <a:lnTo>
                  <a:pt x="2371725" y="1981200"/>
                </a:lnTo>
                <a:lnTo>
                  <a:pt x="2362200" y="1981200"/>
                </a:lnTo>
                <a:close/>
                <a:moveTo>
                  <a:pt x="304800" y="1981200"/>
                </a:moveTo>
                <a:lnTo>
                  <a:pt x="314325" y="1981200"/>
                </a:lnTo>
                <a:lnTo>
                  <a:pt x="314325" y="1990725"/>
                </a:lnTo>
                <a:lnTo>
                  <a:pt x="304800" y="1990725"/>
                </a:lnTo>
                <a:close/>
                <a:moveTo>
                  <a:pt x="628650" y="1981200"/>
                </a:moveTo>
                <a:lnTo>
                  <a:pt x="638175" y="1981200"/>
                </a:lnTo>
                <a:lnTo>
                  <a:pt x="638175" y="1971675"/>
                </a:lnTo>
                <a:lnTo>
                  <a:pt x="628650" y="1971675"/>
                </a:lnTo>
                <a:close/>
                <a:moveTo>
                  <a:pt x="771525" y="1981200"/>
                </a:moveTo>
                <a:lnTo>
                  <a:pt x="790575" y="1981200"/>
                </a:lnTo>
                <a:lnTo>
                  <a:pt x="790575" y="2000250"/>
                </a:lnTo>
                <a:lnTo>
                  <a:pt x="781050" y="2000250"/>
                </a:lnTo>
                <a:lnTo>
                  <a:pt x="781050" y="1990725"/>
                </a:lnTo>
                <a:lnTo>
                  <a:pt x="771525" y="1990725"/>
                </a:lnTo>
                <a:close/>
                <a:moveTo>
                  <a:pt x="838200" y="1981200"/>
                </a:moveTo>
                <a:lnTo>
                  <a:pt x="847725" y="1981200"/>
                </a:lnTo>
                <a:lnTo>
                  <a:pt x="847725" y="1990725"/>
                </a:lnTo>
                <a:lnTo>
                  <a:pt x="838200" y="1990725"/>
                </a:lnTo>
                <a:close/>
                <a:moveTo>
                  <a:pt x="1657350" y="1981200"/>
                </a:moveTo>
                <a:lnTo>
                  <a:pt x="1676400" y="1981200"/>
                </a:lnTo>
                <a:lnTo>
                  <a:pt x="1676400" y="2009775"/>
                </a:lnTo>
                <a:lnTo>
                  <a:pt x="1657350" y="2009775"/>
                </a:lnTo>
                <a:close/>
                <a:moveTo>
                  <a:pt x="2352675" y="1981200"/>
                </a:moveTo>
                <a:lnTo>
                  <a:pt x="2362200" y="1981200"/>
                </a:lnTo>
                <a:lnTo>
                  <a:pt x="2362200" y="1990725"/>
                </a:lnTo>
                <a:lnTo>
                  <a:pt x="2352675" y="1990725"/>
                </a:lnTo>
                <a:close/>
                <a:moveTo>
                  <a:pt x="66675" y="1990725"/>
                </a:moveTo>
                <a:lnTo>
                  <a:pt x="76200" y="1990725"/>
                </a:lnTo>
                <a:lnTo>
                  <a:pt x="76200" y="2009775"/>
                </a:lnTo>
                <a:lnTo>
                  <a:pt x="66675" y="2009775"/>
                </a:lnTo>
                <a:close/>
                <a:moveTo>
                  <a:pt x="752475" y="1990725"/>
                </a:moveTo>
                <a:lnTo>
                  <a:pt x="771525" y="1990725"/>
                </a:lnTo>
                <a:lnTo>
                  <a:pt x="771525" y="2000250"/>
                </a:lnTo>
                <a:lnTo>
                  <a:pt x="752475" y="2000250"/>
                </a:lnTo>
                <a:close/>
                <a:moveTo>
                  <a:pt x="1381125" y="1990725"/>
                </a:moveTo>
                <a:lnTo>
                  <a:pt x="1400175" y="1990725"/>
                </a:lnTo>
                <a:lnTo>
                  <a:pt x="1400175" y="2009775"/>
                </a:lnTo>
                <a:lnTo>
                  <a:pt x="1381125" y="2009775"/>
                </a:lnTo>
                <a:close/>
                <a:moveTo>
                  <a:pt x="1933575" y="1990725"/>
                </a:moveTo>
                <a:lnTo>
                  <a:pt x="1943100" y="1990725"/>
                </a:lnTo>
                <a:lnTo>
                  <a:pt x="1943100" y="2019300"/>
                </a:lnTo>
                <a:lnTo>
                  <a:pt x="1933575" y="2019300"/>
                </a:lnTo>
                <a:close/>
                <a:moveTo>
                  <a:pt x="161925" y="2000250"/>
                </a:moveTo>
                <a:lnTo>
                  <a:pt x="180975" y="2000250"/>
                </a:lnTo>
                <a:lnTo>
                  <a:pt x="180975" y="2009775"/>
                </a:lnTo>
                <a:lnTo>
                  <a:pt x="171450" y="2009775"/>
                </a:lnTo>
                <a:lnTo>
                  <a:pt x="171450" y="2219325"/>
                </a:lnTo>
                <a:lnTo>
                  <a:pt x="161925" y="2219325"/>
                </a:lnTo>
                <a:close/>
                <a:moveTo>
                  <a:pt x="466725" y="2000250"/>
                </a:moveTo>
                <a:lnTo>
                  <a:pt x="476250" y="2000250"/>
                </a:lnTo>
                <a:lnTo>
                  <a:pt x="476250" y="2009775"/>
                </a:lnTo>
                <a:lnTo>
                  <a:pt x="466725" y="2009775"/>
                </a:lnTo>
                <a:close/>
                <a:moveTo>
                  <a:pt x="723900" y="2000250"/>
                </a:moveTo>
                <a:lnTo>
                  <a:pt x="752475" y="2000250"/>
                </a:lnTo>
                <a:lnTo>
                  <a:pt x="752475" y="2009775"/>
                </a:lnTo>
                <a:lnTo>
                  <a:pt x="733425" y="2009775"/>
                </a:lnTo>
                <a:lnTo>
                  <a:pt x="733425" y="2019300"/>
                </a:lnTo>
                <a:lnTo>
                  <a:pt x="723900" y="2019300"/>
                </a:lnTo>
                <a:close/>
                <a:moveTo>
                  <a:pt x="1114425" y="2000250"/>
                </a:moveTo>
                <a:lnTo>
                  <a:pt x="1152525" y="2000250"/>
                </a:lnTo>
                <a:lnTo>
                  <a:pt x="1152525" y="2019300"/>
                </a:lnTo>
                <a:lnTo>
                  <a:pt x="1114425" y="2019300"/>
                </a:lnTo>
                <a:close/>
                <a:moveTo>
                  <a:pt x="1819275" y="2000250"/>
                </a:moveTo>
                <a:lnTo>
                  <a:pt x="1828800" y="2000250"/>
                </a:lnTo>
                <a:lnTo>
                  <a:pt x="1828800" y="2009775"/>
                </a:lnTo>
                <a:lnTo>
                  <a:pt x="1819275" y="2009775"/>
                </a:lnTo>
                <a:close/>
                <a:moveTo>
                  <a:pt x="1857375" y="2000250"/>
                </a:moveTo>
                <a:lnTo>
                  <a:pt x="1866900" y="2000250"/>
                </a:lnTo>
                <a:lnTo>
                  <a:pt x="1866900" y="2019300"/>
                </a:lnTo>
                <a:lnTo>
                  <a:pt x="1857375" y="2019300"/>
                </a:lnTo>
                <a:close/>
                <a:moveTo>
                  <a:pt x="2381250" y="2000250"/>
                </a:moveTo>
                <a:lnTo>
                  <a:pt x="2390775" y="2000250"/>
                </a:lnTo>
                <a:lnTo>
                  <a:pt x="2390775" y="2009775"/>
                </a:lnTo>
                <a:lnTo>
                  <a:pt x="2381250" y="2009775"/>
                </a:lnTo>
                <a:close/>
                <a:moveTo>
                  <a:pt x="209550" y="2009775"/>
                </a:moveTo>
                <a:lnTo>
                  <a:pt x="219075" y="2009775"/>
                </a:lnTo>
                <a:lnTo>
                  <a:pt x="219075" y="2019300"/>
                </a:lnTo>
                <a:lnTo>
                  <a:pt x="228600" y="2019300"/>
                </a:lnTo>
                <a:lnTo>
                  <a:pt x="228600" y="2047875"/>
                </a:lnTo>
                <a:lnTo>
                  <a:pt x="219075" y="2047875"/>
                </a:lnTo>
                <a:lnTo>
                  <a:pt x="219075" y="2038350"/>
                </a:lnTo>
                <a:lnTo>
                  <a:pt x="209550" y="2038350"/>
                </a:lnTo>
                <a:lnTo>
                  <a:pt x="209550" y="2028825"/>
                </a:lnTo>
                <a:lnTo>
                  <a:pt x="200025" y="2028825"/>
                </a:lnTo>
                <a:lnTo>
                  <a:pt x="200025" y="2019300"/>
                </a:lnTo>
                <a:lnTo>
                  <a:pt x="209550" y="2019300"/>
                </a:lnTo>
                <a:close/>
                <a:moveTo>
                  <a:pt x="295275" y="2009775"/>
                </a:moveTo>
                <a:lnTo>
                  <a:pt x="314325" y="2009775"/>
                </a:lnTo>
                <a:lnTo>
                  <a:pt x="314325" y="2028825"/>
                </a:lnTo>
                <a:lnTo>
                  <a:pt x="323850" y="2028825"/>
                </a:lnTo>
                <a:lnTo>
                  <a:pt x="323850" y="2038350"/>
                </a:lnTo>
                <a:lnTo>
                  <a:pt x="314325" y="2038350"/>
                </a:lnTo>
                <a:lnTo>
                  <a:pt x="314325" y="2047875"/>
                </a:lnTo>
                <a:lnTo>
                  <a:pt x="304800" y="2047875"/>
                </a:lnTo>
                <a:lnTo>
                  <a:pt x="304800" y="2038350"/>
                </a:lnTo>
                <a:lnTo>
                  <a:pt x="295275" y="2038350"/>
                </a:lnTo>
                <a:close/>
                <a:moveTo>
                  <a:pt x="1171575" y="2009775"/>
                </a:moveTo>
                <a:lnTo>
                  <a:pt x="1181100" y="2009775"/>
                </a:lnTo>
                <a:lnTo>
                  <a:pt x="1181100" y="2019300"/>
                </a:lnTo>
                <a:lnTo>
                  <a:pt x="1190625" y="2019300"/>
                </a:lnTo>
                <a:lnTo>
                  <a:pt x="1190625" y="2038350"/>
                </a:lnTo>
                <a:lnTo>
                  <a:pt x="1171575" y="2038350"/>
                </a:lnTo>
                <a:lnTo>
                  <a:pt x="1171575" y="2028825"/>
                </a:lnTo>
                <a:lnTo>
                  <a:pt x="1162050" y="2028825"/>
                </a:lnTo>
                <a:lnTo>
                  <a:pt x="1162050" y="2019300"/>
                </a:lnTo>
                <a:lnTo>
                  <a:pt x="1171575" y="2019300"/>
                </a:lnTo>
                <a:close/>
                <a:moveTo>
                  <a:pt x="1533525" y="2009775"/>
                </a:moveTo>
                <a:lnTo>
                  <a:pt x="1581150" y="2009775"/>
                </a:lnTo>
                <a:lnTo>
                  <a:pt x="1581150" y="2028825"/>
                </a:lnTo>
                <a:lnTo>
                  <a:pt x="1543050" y="2028825"/>
                </a:lnTo>
                <a:lnTo>
                  <a:pt x="1543050" y="2019300"/>
                </a:lnTo>
                <a:lnTo>
                  <a:pt x="1533525" y="2019300"/>
                </a:lnTo>
                <a:close/>
                <a:moveTo>
                  <a:pt x="1809750" y="2009775"/>
                </a:moveTo>
                <a:lnTo>
                  <a:pt x="1819275" y="2009775"/>
                </a:lnTo>
                <a:lnTo>
                  <a:pt x="1819275" y="2028825"/>
                </a:lnTo>
                <a:lnTo>
                  <a:pt x="1809750" y="2028825"/>
                </a:lnTo>
                <a:close/>
                <a:moveTo>
                  <a:pt x="1971675" y="2009775"/>
                </a:moveTo>
                <a:lnTo>
                  <a:pt x="1990725" y="2009775"/>
                </a:lnTo>
                <a:lnTo>
                  <a:pt x="1990725" y="2019300"/>
                </a:lnTo>
                <a:lnTo>
                  <a:pt x="1971675" y="2019300"/>
                </a:lnTo>
                <a:close/>
                <a:moveTo>
                  <a:pt x="2076450" y="2009775"/>
                </a:moveTo>
                <a:lnTo>
                  <a:pt x="2085975" y="2009775"/>
                </a:lnTo>
                <a:lnTo>
                  <a:pt x="2085975" y="2019300"/>
                </a:lnTo>
                <a:lnTo>
                  <a:pt x="2095500" y="2019300"/>
                </a:lnTo>
                <a:lnTo>
                  <a:pt x="2095500" y="2038350"/>
                </a:lnTo>
                <a:lnTo>
                  <a:pt x="2076450" y="2038350"/>
                </a:lnTo>
                <a:close/>
                <a:moveTo>
                  <a:pt x="2371725" y="2009775"/>
                </a:moveTo>
                <a:lnTo>
                  <a:pt x="2381250" y="2009775"/>
                </a:lnTo>
                <a:lnTo>
                  <a:pt x="2381250" y="2019300"/>
                </a:lnTo>
                <a:lnTo>
                  <a:pt x="2371725" y="2019300"/>
                </a:lnTo>
                <a:close/>
                <a:moveTo>
                  <a:pt x="2390775" y="2009775"/>
                </a:moveTo>
                <a:lnTo>
                  <a:pt x="2400300" y="2009775"/>
                </a:lnTo>
                <a:lnTo>
                  <a:pt x="2400300" y="2019300"/>
                </a:lnTo>
                <a:lnTo>
                  <a:pt x="2390775" y="2019300"/>
                </a:lnTo>
                <a:close/>
                <a:moveTo>
                  <a:pt x="238125" y="2019300"/>
                </a:moveTo>
                <a:lnTo>
                  <a:pt x="247650" y="2019300"/>
                </a:lnTo>
                <a:lnTo>
                  <a:pt x="247650" y="2028825"/>
                </a:lnTo>
                <a:lnTo>
                  <a:pt x="238125" y="2028825"/>
                </a:lnTo>
                <a:close/>
                <a:moveTo>
                  <a:pt x="552450" y="2019300"/>
                </a:moveTo>
                <a:lnTo>
                  <a:pt x="581025" y="2019300"/>
                </a:lnTo>
                <a:lnTo>
                  <a:pt x="581025" y="2038350"/>
                </a:lnTo>
                <a:lnTo>
                  <a:pt x="571500" y="2038350"/>
                </a:lnTo>
                <a:lnTo>
                  <a:pt x="571500" y="2047875"/>
                </a:lnTo>
                <a:lnTo>
                  <a:pt x="552450" y="2047875"/>
                </a:lnTo>
                <a:lnTo>
                  <a:pt x="552450" y="2057400"/>
                </a:lnTo>
                <a:lnTo>
                  <a:pt x="533400" y="2057400"/>
                </a:lnTo>
                <a:lnTo>
                  <a:pt x="533400" y="2047875"/>
                </a:lnTo>
                <a:lnTo>
                  <a:pt x="542925" y="2047875"/>
                </a:lnTo>
                <a:lnTo>
                  <a:pt x="542925" y="2028825"/>
                </a:lnTo>
                <a:lnTo>
                  <a:pt x="552450" y="2028825"/>
                </a:lnTo>
                <a:close/>
                <a:moveTo>
                  <a:pt x="590550" y="2019300"/>
                </a:moveTo>
                <a:lnTo>
                  <a:pt x="600075" y="2019300"/>
                </a:lnTo>
                <a:lnTo>
                  <a:pt x="600075" y="2028825"/>
                </a:lnTo>
                <a:lnTo>
                  <a:pt x="590550" y="2028825"/>
                </a:lnTo>
                <a:close/>
                <a:moveTo>
                  <a:pt x="714375" y="2019300"/>
                </a:moveTo>
                <a:lnTo>
                  <a:pt x="723900" y="2019300"/>
                </a:lnTo>
                <a:lnTo>
                  <a:pt x="723900" y="2028825"/>
                </a:lnTo>
                <a:lnTo>
                  <a:pt x="714375" y="2028825"/>
                </a:lnTo>
                <a:close/>
                <a:moveTo>
                  <a:pt x="1476375" y="2019300"/>
                </a:moveTo>
                <a:lnTo>
                  <a:pt x="1514475" y="2019300"/>
                </a:lnTo>
                <a:lnTo>
                  <a:pt x="1514475" y="2038350"/>
                </a:lnTo>
                <a:lnTo>
                  <a:pt x="1466850" y="2038350"/>
                </a:lnTo>
                <a:lnTo>
                  <a:pt x="1466850" y="2047875"/>
                </a:lnTo>
                <a:lnTo>
                  <a:pt x="1457325" y="2047875"/>
                </a:lnTo>
                <a:lnTo>
                  <a:pt x="1457325" y="2028825"/>
                </a:lnTo>
                <a:lnTo>
                  <a:pt x="1476375" y="2028825"/>
                </a:lnTo>
                <a:close/>
                <a:moveTo>
                  <a:pt x="1943100" y="2019300"/>
                </a:moveTo>
                <a:lnTo>
                  <a:pt x="1952625" y="2019300"/>
                </a:lnTo>
                <a:lnTo>
                  <a:pt x="1952625" y="2028825"/>
                </a:lnTo>
                <a:lnTo>
                  <a:pt x="1943100" y="2028825"/>
                </a:lnTo>
                <a:close/>
                <a:moveTo>
                  <a:pt x="2381250" y="2019300"/>
                </a:moveTo>
                <a:lnTo>
                  <a:pt x="2390775" y="2019300"/>
                </a:lnTo>
                <a:lnTo>
                  <a:pt x="2390775" y="2028825"/>
                </a:lnTo>
                <a:lnTo>
                  <a:pt x="2381250" y="2028825"/>
                </a:lnTo>
                <a:close/>
                <a:moveTo>
                  <a:pt x="247650" y="2028825"/>
                </a:moveTo>
                <a:lnTo>
                  <a:pt x="257175" y="2028825"/>
                </a:lnTo>
                <a:lnTo>
                  <a:pt x="257175" y="2038350"/>
                </a:lnTo>
                <a:lnTo>
                  <a:pt x="247650" y="2038350"/>
                </a:lnTo>
                <a:close/>
                <a:moveTo>
                  <a:pt x="476250" y="2028825"/>
                </a:moveTo>
                <a:lnTo>
                  <a:pt x="485775" y="2028825"/>
                </a:lnTo>
                <a:lnTo>
                  <a:pt x="485775" y="2038350"/>
                </a:lnTo>
                <a:lnTo>
                  <a:pt x="476250" y="2038350"/>
                </a:lnTo>
                <a:close/>
                <a:moveTo>
                  <a:pt x="704850" y="2028825"/>
                </a:moveTo>
                <a:lnTo>
                  <a:pt x="714375" y="2028825"/>
                </a:lnTo>
                <a:lnTo>
                  <a:pt x="714375" y="2038350"/>
                </a:lnTo>
                <a:lnTo>
                  <a:pt x="704850" y="2038350"/>
                </a:lnTo>
                <a:close/>
                <a:moveTo>
                  <a:pt x="2400300" y="2028825"/>
                </a:moveTo>
                <a:lnTo>
                  <a:pt x="2409825" y="2028825"/>
                </a:lnTo>
                <a:lnTo>
                  <a:pt x="2409825" y="2038350"/>
                </a:lnTo>
                <a:lnTo>
                  <a:pt x="2400300" y="2038350"/>
                </a:lnTo>
                <a:close/>
                <a:moveTo>
                  <a:pt x="323850" y="2038350"/>
                </a:moveTo>
                <a:lnTo>
                  <a:pt x="333375" y="2038350"/>
                </a:lnTo>
                <a:lnTo>
                  <a:pt x="333375" y="2047875"/>
                </a:lnTo>
                <a:lnTo>
                  <a:pt x="342900" y="2047875"/>
                </a:lnTo>
                <a:lnTo>
                  <a:pt x="342900" y="2066925"/>
                </a:lnTo>
                <a:lnTo>
                  <a:pt x="333375" y="2066925"/>
                </a:lnTo>
                <a:lnTo>
                  <a:pt x="333375" y="2057400"/>
                </a:lnTo>
                <a:lnTo>
                  <a:pt x="314325" y="2057400"/>
                </a:lnTo>
                <a:lnTo>
                  <a:pt x="314325" y="2047875"/>
                </a:lnTo>
                <a:lnTo>
                  <a:pt x="323850" y="2047875"/>
                </a:lnTo>
                <a:close/>
                <a:moveTo>
                  <a:pt x="685800" y="2038350"/>
                </a:moveTo>
                <a:lnTo>
                  <a:pt x="704850" y="2038350"/>
                </a:lnTo>
                <a:lnTo>
                  <a:pt x="704850" y="2047875"/>
                </a:lnTo>
                <a:lnTo>
                  <a:pt x="695325" y="2047875"/>
                </a:lnTo>
                <a:lnTo>
                  <a:pt x="695325" y="2057400"/>
                </a:lnTo>
                <a:lnTo>
                  <a:pt x="657225" y="2057400"/>
                </a:lnTo>
                <a:lnTo>
                  <a:pt x="657225" y="2047875"/>
                </a:lnTo>
                <a:lnTo>
                  <a:pt x="685800" y="2047875"/>
                </a:lnTo>
                <a:close/>
                <a:moveTo>
                  <a:pt x="1076325" y="2038350"/>
                </a:moveTo>
                <a:lnTo>
                  <a:pt x="1085850" y="2038350"/>
                </a:lnTo>
                <a:lnTo>
                  <a:pt x="1085850" y="2047875"/>
                </a:lnTo>
                <a:lnTo>
                  <a:pt x="1095375" y="2047875"/>
                </a:lnTo>
                <a:lnTo>
                  <a:pt x="1095375" y="2057400"/>
                </a:lnTo>
                <a:lnTo>
                  <a:pt x="1076325" y="2057400"/>
                </a:lnTo>
                <a:close/>
                <a:moveTo>
                  <a:pt x="1390650" y="2038350"/>
                </a:moveTo>
                <a:lnTo>
                  <a:pt x="1409700" y="2038350"/>
                </a:lnTo>
                <a:lnTo>
                  <a:pt x="1409700" y="2066925"/>
                </a:lnTo>
                <a:lnTo>
                  <a:pt x="1390650" y="2066925"/>
                </a:lnTo>
                <a:close/>
                <a:moveTo>
                  <a:pt x="2066925" y="2038350"/>
                </a:moveTo>
                <a:lnTo>
                  <a:pt x="2076450" y="2038350"/>
                </a:lnTo>
                <a:lnTo>
                  <a:pt x="2076450" y="2047875"/>
                </a:lnTo>
                <a:lnTo>
                  <a:pt x="2085975" y="2047875"/>
                </a:lnTo>
                <a:lnTo>
                  <a:pt x="2085975" y="2057400"/>
                </a:lnTo>
                <a:lnTo>
                  <a:pt x="2076450" y="2057400"/>
                </a:lnTo>
                <a:lnTo>
                  <a:pt x="2076450" y="2066925"/>
                </a:lnTo>
                <a:lnTo>
                  <a:pt x="2038350" y="2066925"/>
                </a:lnTo>
                <a:lnTo>
                  <a:pt x="2038350" y="2057400"/>
                </a:lnTo>
                <a:lnTo>
                  <a:pt x="2047875" y="2057400"/>
                </a:lnTo>
                <a:lnTo>
                  <a:pt x="2047875" y="2047875"/>
                </a:lnTo>
                <a:lnTo>
                  <a:pt x="2066925" y="2047875"/>
                </a:lnTo>
                <a:close/>
                <a:moveTo>
                  <a:pt x="2390775" y="2038350"/>
                </a:moveTo>
                <a:lnTo>
                  <a:pt x="2400300" y="2038350"/>
                </a:lnTo>
                <a:lnTo>
                  <a:pt x="2400300" y="2047875"/>
                </a:lnTo>
                <a:lnTo>
                  <a:pt x="2390775" y="2047875"/>
                </a:lnTo>
                <a:close/>
                <a:moveTo>
                  <a:pt x="257175" y="2047875"/>
                </a:moveTo>
                <a:lnTo>
                  <a:pt x="266700" y="2047875"/>
                </a:lnTo>
                <a:lnTo>
                  <a:pt x="266700" y="2057400"/>
                </a:lnTo>
                <a:lnTo>
                  <a:pt x="257175" y="2057400"/>
                </a:lnTo>
                <a:close/>
                <a:moveTo>
                  <a:pt x="733425" y="2047875"/>
                </a:moveTo>
                <a:lnTo>
                  <a:pt x="762000" y="2047875"/>
                </a:lnTo>
                <a:lnTo>
                  <a:pt x="762000" y="2057400"/>
                </a:lnTo>
                <a:lnTo>
                  <a:pt x="752475" y="2057400"/>
                </a:lnTo>
                <a:lnTo>
                  <a:pt x="752475" y="2066925"/>
                </a:lnTo>
                <a:lnTo>
                  <a:pt x="723900" y="2066925"/>
                </a:lnTo>
                <a:lnTo>
                  <a:pt x="723900" y="2057400"/>
                </a:lnTo>
                <a:lnTo>
                  <a:pt x="733425" y="2057400"/>
                </a:lnTo>
                <a:close/>
                <a:moveTo>
                  <a:pt x="1657350" y="2047875"/>
                </a:moveTo>
                <a:lnTo>
                  <a:pt x="1676400" y="2047875"/>
                </a:lnTo>
                <a:lnTo>
                  <a:pt x="1676400" y="2057400"/>
                </a:lnTo>
                <a:lnTo>
                  <a:pt x="1657350" y="2057400"/>
                </a:lnTo>
                <a:close/>
                <a:moveTo>
                  <a:pt x="2400300" y="2047875"/>
                </a:moveTo>
                <a:lnTo>
                  <a:pt x="2419350" y="2047875"/>
                </a:lnTo>
                <a:lnTo>
                  <a:pt x="2419350" y="2057400"/>
                </a:lnTo>
                <a:lnTo>
                  <a:pt x="2409825" y="2057400"/>
                </a:lnTo>
                <a:lnTo>
                  <a:pt x="2409825" y="2066925"/>
                </a:lnTo>
                <a:lnTo>
                  <a:pt x="2400300" y="2066925"/>
                </a:lnTo>
                <a:close/>
                <a:moveTo>
                  <a:pt x="266700" y="2057400"/>
                </a:moveTo>
                <a:lnTo>
                  <a:pt x="276225" y="2057400"/>
                </a:lnTo>
                <a:lnTo>
                  <a:pt x="276225" y="2066925"/>
                </a:lnTo>
                <a:lnTo>
                  <a:pt x="266700" y="2066925"/>
                </a:lnTo>
                <a:close/>
                <a:moveTo>
                  <a:pt x="628650" y="2057400"/>
                </a:moveTo>
                <a:lnTo>
                  <a:pt x="638175" y="2057400"/>
                </a:lnTo>
                <a:lnTo>
                  <a:pt x="638175" y="2066925"/>
                </a:lnTo>
                <a:lnTo>
                  <a:pt x="628650" y="2066925"/>
                </a:lnTo>
                <a:close/>
                <a:moveTo>
                  <a:pt x="1019175" y="2057400"/>
                </a:moveTo>
                <a:lnTo>
                  <a:pt x="1028700" y="2057400"/>
                </a:lnTo>
                <a:lnTo>
                  <a:pt x="1028700" y="2066925"/>
                </a:lnTo>
                <a:lnTo>
                  <a:pt x="1057275" y="2066925"/>
                </a:lnTo>
                <a:lnTo>
                  <a:pt x="1057275" y="2076450"/>
                </a:lnTo>
                <a:lnTo>
                  <a:pt x="1066800" y="2076450"/>
                </a:lnTo>
                <a:lnTo>
                  <a:pt x="1066800" y="2085975"/>
                </a:lnTo>
                <a:lnTo>
                  <a:pt x="1028700" y="2085975"/>
                </a:lnTo>
                <a:lnTo>
                  <a:pt x="1028700" y="2076450"/>
                </a:lnTo>
                <a:lnTo>
                  <a:pt x="1019175" y="2076450"/>
                </a:lnTo>
                <a:close/>
                <a:moveTo>
                  <a:pt x="1114425" y="2057400"/>
                </a:moveTo>
                <a:lnTo>
                  <a:pt x="1123950" y="2057400"/>
                </a:lnTo>
                <a:lnTo>
                  <a:pt x="1123950" y="2066925"/>
                </a:lnTo>
                <a:lnTo>
                  <a:pt x="1114425" y="2066925"/>
                </a:lnTo>
                <a:close/>
                <a:moveTo>
                  <a:pt x="1647825" y="2057400"/>
                </a:moveTo>
                <a:lnTo>
                  <a:pt x="1657350" y="2057400"/>
                </a:lnTo>
                <a:lnTo>
                  <a:pt x="1657350" y="2076450"/>
                </a:lnTo>
                <a:lnTo>
                  <a:pt x="1666875" y="2076450"/>
                </a:lnTo>
                <a:lnTo>
                  <a:pt x="1666875" y="2085975"/>
                </a:lnTo>
                <a:lnTo>
                  <a:pt x="1657350" y="2085975"/>
                </a:lnTo>
                <a:lnTo>
                  <a:pt x="1657350" y="2105025"/>
                </a:lnTo>
                <a:lnTo>
                  <a:pt x="1647825" y="2105025"/>
                </a:lnTo>
                <a:close/>
                <a:moveTo>
                  <a:pt x="2000250" y="2057400"/>
                </a:moveTo>
                <a:lnTo>
                  <a:pt x="2009775" y="2057400"/>
                </a:lnTo>
                <a:lnTo>
                  <a:pt x="2009775" y="2066925"/>
                </a:lnTo>
                <a:lnTo>
                  <a:pt x="2000250" y="2066925"/>
                </a:lnTo>
                <a:close/>
                <a:moveTo>
                  <a:pt x="57150" y="2066925"/>
                </a:moveTo>
                <a:lnTo>
                  <a:pt x="66675" y="2066925"/>
                </a:lnTo>
                <a:lnTo>
                  <a:pt x="66675" y="2085975"/>
                </a:lnTo>
                <a:lnTo>
                  <a:pt x="57150" y="2085975"/>
                </a:lnTo>
                <a:close/>
                <a:moveTo>
                  <a:pt x="257175" y="2066925"/>
                </a:moveTo>
                <a:lnTo>
                  <a:pt x="266700" y="2066925"/>
                </a:lnTo>
                <a:lnTo>
                  <a:pt x="266700" y="2076450"/>
                </a:lnTo>
                <a:lnTo>
                  <a:pt x="257175" y="2076450"/>
                </a:lnTo>
                <a:close/>
                <a:moveTo>
                  <a:pt x="276225" y="2066925"/>
                </a:moveTo>
                <a:lnTo>
                  <a:pt x="285750" y="2066925"/>
                </a:lnTo>
                <a:lnTo>
                  <a:pt x="285750" y="2076450"/>
                </a:lnTo>
                <a:lnTo>
                  <a:pt x="276225" y="2076450"/>
                </a:lnTo>
                <a:close/>
                <a:moveTo>
                  <a:pt x="342900" y="2066925"/>
                </a:moveTo>
                <a:lnTo>
                  <a:pt x="352425" y="2066925"/>
                </a:lnTo>
                <a:lnTo>
                  <a:pt x="352425" y="2076450"/>
                </a:lnTo>
                <a:lnTo>
                  <a:pt x="361950" y="2076450"/>
                </a:lnTo>
                <a:lnTo>
                  <a:pt x="361950" y="2105025"/>
                </a:lnTo>
                <a:lnTo>
                  <a:pt x="352425" y="2105025"/>
                </a:lnTo>
                <a:lnTo>
                  <a:pt x="352425" y="2095500"/>
                </a:lnTo>
                <a:lnTo>
                  <a:pt x="342900" y="2095500"/>
                </a:lnTo>
                <a:close/>
                <a:moveTo>
                  <a:pt x="600075" y="2066925"/>
                </a:moveTo>
                <a:lnTo>
                  <a:pt x="609600" y="2066925"/>
                </a:lnTo>
                <a:lnTo>
                  <a:pt x="609600" y="2076450"/>
                </a:lnTo>
                <a:lnTo>
                  <a:pt x="600075" y="2076450"/>
                </a:lnTo>
                <a:close/>
                <a:moveTo>
                  <a:pt x="666750" y="2066925"/>
                </a:moveTo>
                <a:lnTo>
                  <a:pt x="685800" y="2066925"/>
                </a:lnTo>
                <a:lnTo>
                  <a:pt x="685800" y="2076450"/>
                </a:lnTo>
                <a:lnTo>
                  <a:pt x="666750" y="2076450"/>
                </a:lnTo>
                <a:close/>
                <a:moveTo>
                  <a:pt x="714375" y="2066925"/>
                </a:moveTo>
                <a:lnTo>
                  <a:pt x="723900" y="2066925"/>
                </a:lnTo>
                <a:lnTo>
                  <a:pt x="723900" y="2076450"/>
                </a:lnTo>
                <a:lnTo>
                  <a:pt x="714375" y="2076450"/>
                </a:lnTo>
                <a:close/>
                <a:moveTo>
                  <a:pt x="1162050" y="2066925"/>
                </a:moveTo>
                <a:lnTo>
                  <a:pt x="1181100" y="2066925"/>
                </a:lnTo>
                <a:lnTo>
                  <a:pt x="1181100" y="2085975"/>
                </a:lnTo>
                <a:lnTo>
                  <a:pt x="1162050" y="2085975"/>
                </a:lnTo>
                <a:close/>
                <a:moveTo>
                  <a:pt x="1476375" y="2066925"/>
                </a:moveTo>
                <a:lnTo>
                  <a:pt x="1495425" y="2066925"/>
                </a:lnTo>
                <a:lnTo>
                  <a:pt x="1495425" y="2076450"/>
                </a:lnTo>
                <a:lnTo>
                  <a:pt x="1476375" y="2076450"/>
                </a:lnTo>
                <a:close/>
                <a:moveTo>
                  <a:pt x="1752600" y="2066925"/>
                </a:moveTo>
                <a:lnTo>
                  <a:pt x="1771650" y="2066925"/>
                </a:lnTo>
                <a:lnTo>
                  <a:pt x="1771650" y="2095500"/>
                </a:lnTo>
                <a:lnTo>
                  <a:pt x="1762125" y="2095500"/>
                </a:lnTo>
                <a:lnTo>
                  <a:pt x="1762125" y="2085975"/>
                </a:lnTo>
                <a:lnTo>
                  <a:pt x="1752600" y="2085975"/>
                </a:lnTo>
                <a:close/>
                <a:moveTo>
                  <a:pt x="1943100" y="2066925"/>
                </a:moveTo>
                <a:lnTo>
                  <a:pt x="1962150" y="2066925"/>
                </a:lnTo>
                <a:lnTo>
                  <a:pt x="1962150" y="2076450"/>
                </a:lnTo>
                <a:lnTo>
                  <a:pt x="1943100" y="2076450"/>
                </a:lnTo>
                <a:close/>
                <a:moveTo>
                  <a:pt x="266700" y="2076450"/>
                </a:moveTo>
                <a:lnTo>
                  <a:pt x="276225" y="2076450"/>
                </a:lnTo>
                <a:lnTo>
                  <a:pt x="276225" y="2085975"/>
                </a:lnTo>
                <a:lnTo>
                  <a:pt x="266700" y="2085975"/>
                </a:lnTo>
                <a:close/>
                <a:moveTo>
                  <a:pt x="657225" y="2076450"/>
                </a:moveTo>
                <a:lnTo>
                  <a:pt x="666750" y="2076450"/>
                </a:lnTo>
                <a:lnTo>
                  <a:pt x="666750" y="2085975"/>
                </a:lnTo>
                <a:lnTo>
                  <a:pt x="657225" y="2085975"/>
                </a:lnTo>
                <a:close/>
                <a:moveTo>
                  <a:pt x="685800" y="2076450"/>
                </a:moveTo>
                <a:lnTo>
                  <a:pt x="704850" y="2076450"/>
                </a:lnTo>
                <a:lnTo>
                  <a:pt x="704850" y="2085975"/>
                </a:lnTo>
                <a:lnTo>
                  <a:pt x="695325" y="2085975"/>
                </a:lnTo>
                <a:lnTo>
                  <a:pt x="695325" y="2095500"/>
                </a:lnTo>
                <a:lnTo>
                  <a:pt x="676275" y="2095500"/>
                </a:lnTo>
                <a:lnTo>
                  <a:pt x="676275" y="2085975"/>
                </a:lnTo>
                <a:lnTo>
                  <a:pt x="685800" y="2085975"/>
                </a:lnTo>
                <a:close/>
                <a:moveTo>
                  <a:pt x="1609725" y="2076450"/>
                </a:moveTo>
                <a:lnTo>
                  <a:pt x="1619250" y="2076450"/>
                </a:lnTo>
                <a:lnTo>
                  <a:pt x="1619250" y="2085975"/>
                </a:lnTo>
                <a:lnTo>
                  <a:pt x="1609725" y="2085975"/>
                </a:lnTo>
                <a:close/>
                <a:moveTo>
                  <a:pt x="1885950" y="2076450"/>
                </a:moveTo>
                <a:lnTo>
                  <a:pt x="1895475" y="2076450"/>
                </a:lnTo>
                <a:lnTo>
                  <a:pt x="1895475" y="2095500"/>
                </a:lnTo>
                <a:lnTo>
                  <a:pt x="1876425" y="2095500"/>
                </a:lnTo>
                <a:lnTo>
                  <a:pt x="1876425" y="2105025"/>
                </a:lnTo>
                <a:lnTo>
                  <a:pt x="1857375" y="2105025"/>
                </a:lnTo>
                <a:lnTo>
                  <a:pt x="1857375" y="2085975"/>
                </a:lnTo>
                <a:lnTo>
                  <a:pt x="1885950" y="2085975"/>
                </a:lnTo>
                <a:close/>
                <a:moveTo>
                  <a:pt x="552450" y="2085975"/>
                </a:moveTo>
                <a:lnTo>
                  <a:pt x="561975" y="2085975"/>
                </a:lnTo>
                <a:lnTo>
                  <a:pt x="561975" y="2095500"/>
                </a:lnTo>
                <a:lnTo>
                  <a:pt x="552450" y="2095500"/>
                </a:lnTo>
                <a:close/>
                <a:moveTo>
                  <a:pt x="1085850" y="2085975"/>
                </a:moveTo>
                <a:lnTo>
                  <a:pt x="1104900" y="2085975"/>
                </a:lnTo>
                <a:lnTo>
                  <a:pt x="1104900" y="2105025"/>
                </a:lnTo>
                <a:lnTo>
                  <a:pt x="1095375" y="2105025"/>
                </a:lnTo>
                <a:lnTo>
                  <a:pt x="1095375" y="2095500"/>
                </a:lnTo>
                <a:lnTo>
                  <a:pt x="1085850" y="2095500"/>
                </a:lnTo>
                <a:close/>
                <a:moveTo>
                  <a:pt x="1809750" y="2085975"/>
                </a:moveTo>
                <a:lnTo>
                  <a:pt x="1828800" y="2085975"/>
                </a:lnTo>
                <a:lnTo>
                  <a:pt x="1828800" y="2105025"/>
                </a:lnTo>
                <a:lnTo>
                  <a:pt x="1809750" y="2105025"/>
                </a:lnTo>
                <a:close/>
                <a:moveTo>
                  <a:pt x="304800" y="2095500"/>
                </a:moveTo>
                <a:lnTo>
                  <a:pt x="333375" y="2095500"/>
                </a:lnTo>
                <a:lnTo>
                  <a:pt x="333375" y="2105025"/>
                </a:lnTo>
                <a:lnTo>
                  <a:pt x="352425" y="2105025"/>
                </a:lnTo>
                <a:lnTo>
                  <a:pt x="352425" y="2114550"/>
                </a:lnTo>
                <a:lnTo>
                  <a:pt x="361950" y="2114550"/>
                </a:lnTo>
                <a:lnTo>
                  <a:pt x="361950" y="2124075"/>
                </a:lnTo>
                <a:lnTo>
                  <a:pt x="371475" y="2124075"/>
                </a:lnTo>
                <a:lnTo>
                  <a:pt x="371475" y="2133600"/>
                </a:lnTo>
                <a:lnTo>
                  <a:pt x="352425" y="2133600"/>
                </a:lnTo>
                <a:lnTo>
                  <a:pt x="352425" y="2124075"/>
                </a:lnTo>
                <a:lnTo>
                  <a:pt x="342900" y="2124075"/>
                </a:lnTo>
                <a:lnTo>
                  <a:pt x="342900" y="2114550"/>
                </a:lnTo>
                <a:lnTo>
                  <a:pt x="314325" y="2114550"/>
                </a:lnTo>
                <a:lnTo>
                  <a:pt x="314325" y="2105025"/>
                </a:lnTo>
                <a:lnTo>
                  <a:pt x="304800" y="2105025"/>
                </a:lnTo>
                <a:close/>
                <a:moveTo>
                  <a:pt x="1009650" y="2095500"/>
                </a:moveTo>
                <a:lnTo>
                  <a:pt x="1028700" y="2095500"/>
                </a:lnTo>
                <a:lnTo>
                  <a:pt x="1028700" y="2105025"/>
                </a:lnTo>
                <a:lnTo>
                  <a:pt x="1057275" y="2105025"/>
                </a:lnTo>
                <a:lnTo>
                  <a:pt x="1057275" y="2114550"/>
                </a:lnTo>
                <a:lnTo>
                  <a:pt x="1066800" y="2114550"/>
                </a:lnTo>
                <a:lnTo>
                  <a:pt x="1066800" y="2124075"/>
                </a:lnTo>
                <a:lnTo>
                  <a:pt x="1028700" y="2124075"/>
                </a:lnTo>
                <a:lnTo>
                  <a:pt x="1028700" y="2114550"/>
                </a:lnTo>
                <a:lnTo>
                  <a:pt x="1009650" y="2114550"/>
                </a:lnTo>
                <a:close/>
                <a:moveTo>
                  <a:pt x="1771650" y="2095500"/>
                </a:moveTo>
                <a:lnTo>
                  <a:pt x="1781175" y="2095500"/>
                </a:lnTo>
                <a:lnTo>
                  <a:pt x="1781175" y="2105025"/>
                </a:lnTo>
                <a:lnTo>
                  <a:pt x="1771650" y="2105025"/>
                </a:lnTo>
                <a:close/>
                <a:moveTo>
                  <a:pt x="1152525" y="2105025"/>
                </a:moveTo>
                <a:lnTo>
                  <a:pt x="1171575" y="2105025"/>
                </a:lnTo>
                <a:lnTo>
                  <a:pt x="1171575" y="2114550"/>
                </a:lnTo>
                <a:lnTo>
                  <a:pt x="1162050" y="2114550"/>
                </a:lnTo>
                <a:lnTo>
                  <a:pt x="1162050" y="2133600"/>
                </a:lnTo>
                <a:lnTo>
                  <a:pt x="1152525" y="2133600"/>
                </a:lnTo>
                <a:close/>
                <a:moveTo>
                  <a:pt x="1400175" y="2105025"/>
                </a:moveTo>
                <a:lnTo>
                  <a:pt x="1419225" y="2105025"/>
                </a:lnTo>
                <a:lnTo>
                  <a:pt x="1419225" y="2133600"/>
                </a:lnTo>
                <a:lnTo>
                  <a:pt x="1400175" y="2133600"/>
                </a:lnTo>
                <a:close/>
                <a:moveTo>
                  <a:pt x="1619250" y="2105025"/>
                </a:moveTo>
                <a:lnTo>
                  <a:pt x="1647825" y="2105025"/>
                </a:lnTo>
                <a:lnTo>
                  <a:pt x="1647825" y="2114550"/>
                </a:lnTo>
                <a:lnTo>
                  <a:pt x="1638300" y="2114550"/>
                </a:lnTo>
                <a:lnTo>
                  <a:pt x="1638300" y="2133600"/>
                </a:lnTo>
                <a:lnTo>
                  <a:pt x="1628775" y="2133600"/>
                </a:lnTo>
                <a:lnTo>
                  <a:pt x="1628775" y="2114550"/>
                </a:lnTo>
                <a:lnTo>
                  <a:pt x="1619250" y="2114550"/>
                </a:lnTo>
                <a:close/>
                <a:moveTo>
                  <a:pt x="1609725" y="2114550"/>
                </a:moveTo>
                <a:lnTo>
                  <a:pt x="1619250" y="2114550"/>
                </a:lnTo>
                <a:lnTo>
                  <a:pt x="1619250" y="2124075"/>
                </a:lnTo>
                <a:lnTo>
                  <a:pt x="1609725" y="2124075"/>
                </a:lnTo>
                <a:close/>
                <a:moveTo>
                  <a:pt x="0" y="2133600"/>
                </a:moveTo>
                <a:lnTo>
                  <a:pt x="9525" y="2133600"/>
                </a:lnTo>
                <a:lnTo>
                  <a:pt x="9525" y="2152650"/>
                </a:lnTo>
                <a:lnTo>
                  <a:pt x="0" y="2152650"/>
                </a:lnTo>
                <a:close/>
                <a:moveTo>
                  <a:pt x="371475" y="2133600"/>
                </a:moveTo>
                <a:lnTo>
                  <a:pt x="381000" y="2133600"/>
                </a:lnTo>
                <a:lnTo>
                  <a:pt x="381000" y="2143125"/>
                </a:lnTo>
                <a:lnTo>
                  <a:pt x="371475" y="2143125"/>
                </a:lnTo>
                <a:close/>
                <a:moveTo>
                  <a:pt x="409575" y="2133600"/>
                </a:moveTo>
                <a:lnTo>
                  <a:pt x="419100" y="2133600"/>
                </a:lnTo>
                <a:lnTo>
                  <a:pt x="419100" y="2143125"/>
                </a:lnTo>
                <a:lnTo>
                  <a:pt x="438150" y="2143125"/>
                </a:lnTo>
                <a:lnTo>
                  <a:pt x="438150" y="2152650"/>
                </a:lnTo>
                <a:lnTo>
                  <a:pt x="466725" y="2152650"/>
                </a:lnTo>
                <a:lnTo>
                  <a:pt x="466725" y="2171700"/>
                </a:lnTo>
                <a:lnTo>
                  <a:pt x="447675" y="2171700"/>
                </a:lnTo>
                <a:lnTo>
                  <a:pt x="447675" y="2162175"/>
                </a:lnTo>
                <a:lnTo>
                  <a:pt x="419100" y="2162175"/>
                </a:lnTo>
                <a:lnTo>
                  <a:pt x="419100" y="2152650"/>
                </a:lnTo>
                <a:lnTo>
                  <a:pt x="390525" y="2152650"/>
                </a:lnTo>
                <a:lnTo>
                  <a:pt x="390525" y="2143125"/>
                </a:lnTo>
                <a:lnTo>
                  <a:pt x="409575" y="2143125"/>
                </a:lnTo>
                <a:close/>
                <a:moveTo>
                  <a:pt x="914400" y="2133600"/>
                </a:moveTo>
                <a:lnTo>
                  <a:pt x="923925" y="2133600"/>
                </a:lnTo>
                <a:lnTo>
                  <a:pt x="923925" y="2143125"/>
                </a:lnTo>
                <a:lnTo>
                  <a:pt x="914400" y="2143125"/>
                </a:lnTo>
                <a:close/>
                <a:moveTo>
                  <a:pt x="1600200" y="2133600"/>
                </a:moveTo>
                <a:lnTo>
                  <a:pt x="1609725" y="2133600"/>
                </a:lnTo>
                <a:lnTo>
                  <a:pt x="1609725" y="2143125"/>
                </a:lnTo>
                <a:lnTo>
                  <a:pt x="1619250" y="2143125"/>
                </a:lnTo>
                <a:lnTo>
                  <a:pt x="1619250" y="2133600"/>
                </a:lnTo>
                <a:lnTo>
                  <a:pt x="1628775" y="2133600"/>
                </a:lnTo>
                <a:lnTo>
                  <a:pt x="1628775" y="2143125"/>
                </a:lnTo>
                <a:lnTo>
                  <a:pt x="1619250" y="2143125"/>
                </a:lnTo>
                <a:lnTo>
                  <a:pt x="1619250" y="2152650"/>
                </a:lnTo>
                <a:lnTo>
                  <a:pt x="1600200" y="2152650"/>
                </a:lnTo>
                <a:close/>
                <a:moveTo>
                  <a:pt x="942975" y="2143125"/>
                </a:moveTo>
                <a:lnTo>
                  <a:pt x="952500" y="2143125"/>
                </a:lnTo>
                <a:lnTo>
                  <a:pt x="952500" y="2152650"/>
                </a:lnTo>
                <a:lnTo>
                  <a:pt x="942975" y="2152650"/>
                </a:lnTo>
                <a:close/>
                <a:moveTo>
                  <a:pt x="1143000" y="2143125"/>
                </a:moveTo>
                <a:lnTo>
                  <a:pt x="1152525" y="2143125"/>
                </a:lnTo>
                <a:lnTo>
                  <a:pt x="1152525" y="2152650"/>
                </a:lnTo>
                <a:lnTo>
                  <a:pt x="1143000" y="2152650"/>
                </a:lnTo>
                <a:close/>
                <a:moveTo>
                  <a:pt x="1552575" y="2143125"/>
                </a:moveTo>
                <a:lnTo>
                  <a:pt x="1581150" y="2143125"/>
                </a:lnTo>
                <a:lnTo>
                  <a:pt x="1581150" y="2162175"/>
                </a:lnTo>
                <a:lnTo>
                  <a:pt x="1552575" y="2162175"/>
                </a:lnTo>
                <a:close/>
                <a:moveTo>
                  <a:pt x="933450" y="2152650"/>
                </a:moveTo>
                <a:lnTo>
                  <a:pt x="942975" y="2152650"/>
                </a:lnTo>
                <a:lnTo>
                  <a:pt x="942975" y="2162175"/>
                </a:lnTo>
                <a:lnTo>
                  <a:pt x="933450" y="2162175"/>
                </a:lnTo>
                <a:close/>
                <a:moveTo>
                  <a:pt x="952500" y="2152650"/>
                </a:moveTo>
                <a:lnTo>
                  <a:pt x="962025" y="2152650"/>
                </a:lnTo>
                <a:lnTo>
                  <a:pt x="962025" y="2171700"/>
                </a:lnTo>
                <a:lnTo>
                  <a:pt x="942975" y="2171700"/>
                </a:lnTo>
                <a:lnTo>
                  <a:pt x="942975" y="2162175"/>
                </a:lnTo>
                <a:lnTo>
                  <a:pt x="952500" y="2162175"/>
                </a:lnTo>
                <a:close/>
                <a:moveTo>
                  <a:pt x="1133475" y="2152650"/>
                </a:moveTo>
                <a:lnTo>
                  <a:pt x="1143000" y="2152650"/>
                </a:lnTo>
                <a:lnTo>
                  <a:pt x="1143000" y="2162175"/>
                </a:lnTo>
                <a:lnTo>
                  <a:pt x="1133475" y="2162175"/>
                </a:lnTo>
                <a:close/>
                <a:moveTo>
                  <a:pt x="1419225" y="2152650"/>
                </a:moveTo>
                <a:lnTo>
                  <a:pt x="1428750" y="2152650"/>
                </a:lnTo>
                <a:lnTo>
                  <a:pt x="1428750" y="2162175"/>
                </a:lnTo>
                <a:lnTo>
                  <a:pt x="1466850" y="2162175"/>
                </a:lnTo>
                <a:lnTo>
                  <a:pt x="1466850" y="2181225"/>
                </a:lnTo>
                <a:lnTo>
                  <a:pt x="1419225" y="2181225"/>
                </a:lnTo>
                <a:lnTo>
                  <a:pt x="1419225" y="2171700"/>
                </a:lnTo>
                <a:lnTo>
                  <a:pt x="1409700" y="2171700"/>
                </a:lnTo>
                <a:lnTo>
                  <a:pt x="1409700" y="2162175"/>
                </a:lnTo>
                <a:lnTo>
                  <a:pt x="1419225" y="2162175"/>
                </a:lnTo>
                <a:close/>
                <a:moveTo>
                  <a:pt x="1495425" y="2152650"/>
                </a:moveTo>
                <a:lnTo>
                  <a:pt x="1524000" y="2152650"/>
                </a:lnTo>
                <a:lnTo>
                  <a:pt x="1524000" y="2171700"/>
                </a:lnTo>
                <a:lnTo>
                  <a:pt x="1495425" y="2171700"/>
                </a:lnTo>
                <a:close/>
                <a:moveTo>
                  <a:pt x="57150" y="2162175"/>
                </a:moveTo>
                <a:lnTo>
                  <a:pt x="66675" y="2162175"/>
                </a:lnTo>
                <a:lnTo>
                  <a:pt x="66675" y="2171700"/>
                </a:lnTo>
                <a:lnTo>
                  <a:pt x="57150" y="2171700"/>
                </a:lnTo>
                <a:close/>
                <a:moveTo>
                  <a:pt x="971550" y="2162175"/>
                </a:moveTo>
                <a:lnTo>
                  <a:pt x="981075" y="2162175"/>
                </a:lnTo>
                <a:lnTo>
                  <a:pt x="981075" y="2181225"/>
                </a:lnTo>
                <a:lnTo>
                  <a:pt x="962025" y="2181225"/>
                </a:lnTo>
                <a:lnTo>
                  <a:pt x="962025" y="2171700"/>
                </a:lnTo>
                <a:lnTo>
                  <a:pt x="971550" y="2171700"/>
                </a:lnTo>
                <a:close/>
                <a:moveTo>
                  <a:pt x="2124075" y="2162175"/>
                </a:moveTo>
                <a:lnTo>
                  <a:pt x="2143125" y="2162175"/>
                </a:lnTo>
                <a:lnTo>
                  <a:pt x="2143125" y="2171700"/>
                </a:lnTo>
                <a:lnTo>
                  <a:pt x="2152650" y="2171700"/>
                </a:lnTo>
                <a:lnTo>
                  <a:pt x="2152650" y="2190750"/>
                </a:lnTo>
                <a:lnTo>
                  <a:pt x="2133600" y="2190750"/>
                </a:lnTo>
                <a:lnTo>
                  <a:pt x="2133600" y="2181225"/>
                </a:lnTo>
                <a:lnTo>
                  <a:pt x="2124075" y="2181225"/>
                </a:lnTo>
                <a:close/>
                <a:moveTo>
                  <a:pt x="990600" y="2171700"/>
                </a:moveTo>
                <a:lnTo>
                  <a:pt x="1009650" y="2171700"/>
                </a:lnTo>
                <a:lnTo>
                  <a:pt x="1009650" y="2181225"/>
                </a:lnTo>
                <a:lnTo>
                  <a:pt x="1038225" y="2181225"/>
                </a:lnTo>
                <a:lnTo>
                  <a:pt x="1038225" y="2190750"/>
                </a:lnTo>
                <a:lnTo>
                  <a:pt x="1066800" y="2190750"/>
                </a:lnTo>
                <a:lnTo>
                  <a:pt x="1066800" y="2209800"/>
                </a:lnTo>
                <a:lnTo>
                  <a:pt x="1047750" y="2209800"/>
                </a:lnTo>
                <a:lnTo>
                  <a:pt x="1047750" y="2200275"/>
                </a:lnTo>
                <a:lnTo>
                  <a:pt x="1009650" y="2200275"/>
                </a:lnTo>
                <a:lnTo>
                  <a:pt x="1009650" y="2190750"/>
                </a:lnTo>
                <a:lnTo>
                  <a:pt x="981075" y="2190750"/>
                </a:lnTo>
                <a:lnTo>
                  <a:pt x="981075" y="2181225"/>
                </a:lnTo>
                <a:lnTo>
                  <a:pt x="990600" y="2181225"/>
                </a:lnTo>
                <a:close/>
                <a:moveTo>
                  <a:pt x="1104900" y="2181225"/>
                </a:moveTo>
                <a:lnTo>
                  <a:pt x="1133475" y="2181225"/>
                </a:lnTo>
                <a:lnTo>
                  <a:pt x="1133475" y="2190750"/>
                </a:lnTo>
                <a:lnTo>
                  <a:pt x="1123950" y="2190750"/>
                </a:lnTo>
                <a:lnTo>
                  <a:pt x="1123950" y="2200275"/>
                </a:lnTo>
                <a:lnTo>
                  <a:pt x="1104900" y="2200275"/>
                </a:lnTo>
                <a:lnTo>
                  <a:pt x="1104900" y="2209800"/>
                </a:lnTo>
                <a:lnTo>
                  <a:pt x="1085850" y="2209800"/>
                </a:lnTo>
                <a:lnTo>
                  <a:pt x="1085850" y="2190750"/>
                </a:lnTo>
                <a:lnTo>
                  <a:pt x="1104900" y="2190750"/>
                </a:lnTo>
                <a:close/>
                <a:moveTo>
                  <a:pt x="2257425" y="2181225"/>
                </a:moveTo>
                <a:lnTo>
                  <a:pt x="2266950" y="2181225"/>
                </a:lnTo>
                <a:lnTo>
                  <a:pt x="2266950" y="2200275"/>
                </a:lnTo>
                <a:lnTo>
                  <a:pt x="2257425" y="2200275"/>
                </a:lnTo>
                <a:close/>
                <a:moveTo>
                  <a:pt x="2390775" y="2181225"/>
                </a:moveTo>
                <a:lnTo>
                  <a:pt x="2409825" y="2181225"/>
                </a:lnTo>
                <a:lnTo>
                  <a:pt x="2409825" y="2209800"/>
                </a:lnTo>
                <a:lnTo>
                  <a:pt x="2390775" y="2209800"/>
                </a:lnTo>
                <a:lnTo>
                  <a:pt x="2390775" y="2200275"/>
                </a:lnTo>
                <a:lnTo>
                  <a:pt x="2400300" y="2200275"/>
                </a:lnTo>
                <a:lnTo>
                  <a:pt x="2400300" y="2190750"/>
                </a:lnTo>
                <a:lnTo>
                  <a:pt x="2390775" y="2190750"/>
                </a:lnTo>
                <a:close/>
                <a:moveTo>
                  <a:pt x="733425" y="2190750"/>
                </a:moveTo>
                <a:lnTo>
                  <a:pt x="762000" y="2190750"/>
                </a:lnTo>
                <a:lnTo>
                  <a:pt x="762000" y="2200275"/>
                </a:lnTo>
                <a:lnTo>
                  <a:pt x="733425" y="2200275"/>
                </a:lnTo>
                <a:close/>
                <a:moveTo>
                  <a:pt x="876300" y="2190750"/>
                </a:moveTo>
                <a:lnTo>
                  <a:pt x="885825" y="2190750"/>
                </a:lnTo>
                <a:lnTo>
                  <a:pt x="885825" y="2200275"/>
                </a:lnTo>
                <a:lnTo>
                  <a:pt x="895350" y="2200275"/>
                </a:lnTo>
                <a:lnTo>
                  <a:pt x="895350" y="2209800"/>
                </a:lnTo>
                <a:lnTo>
                  <a:pt x="904875" y="2209800"/>
                </a:lnTo>
                <a:lnTo>
                  <a:pt x="904875" y="2238375"/>
                </a:lnTo>
                <a:lnTo>
                  <a:pt x="885825" y="2238375"/>
                </a:lnTo>
                <a:lnTo>
                  <a:pt x="885825" y="2219325"/>
                </a:lnTo>
                <a:lnTo>
                  <a:pt x="876300" y="2219325"/>
                </a:lnTo>
                <a:close/>
                <a:moveTo>
                  <a:pt x="2352675" y="2190750"/>
                </a:moveTo>
                <a:lnTo>
                  <a:pt x="2362200" y="2190750"/>
                </a:lnTo>
                <a:lnTo>
                  <a:pt x="2362200" y="2200275"/>
                </a:lnTo>
                <a:lnTo>
                  <a:pt x="2352675" y="2200275"/>
                </a:lnTo>
                <a:close/>
                <a:moveTo>
                  <a:pt x="66675" y="2200275"/>
                </a:moveTo>
                <a:lnTo>
                  <a:pt x="76200" y="2200275"/>
                </a:lnTo>
                <a:lnTo>
                  <a:pt x="76200" y="2209800"/>
                </a:lnTo>
                <a:lnTo>
                  <a:pt x="66675" y="2209800"/>
                </a:lnTo>
                <a:close/>
                <a:moveTo>
                  <a:pt x="838200" y="2200275"/>
                </a:moveTo>
                <a:lnTo>
                  <a:pt x="857250" y="2200275"/>
                </a:lnTo>
                <a:lnTo>
                  <a:pt x="857250" y="2219325"/>
                </a:lnTo>
                <a:lnTo>
                  <a:pt x="838200" y="2219325"/>
                </a:lnTo>
                <a:close/>
                <a:moveTo>
                  <a:pt x="2019300" y="2200275"/>
                </a:moveTo>
                <a:lnTo>
                  <a:pt x="2028825" y="2200275"/>
                </a:lnTo>
                <a:lnTo>
                  <a:pt x="2028825" y="2209800"/>
                </a:lnTo>
                <a:lnTo>
                  <a:pt x="2019300" y="2209800"/>
                </a:lnTo>
                <a:close/>
                <a:moveTo>
                  <a:pt x="2219325" y="2200275"/>
                </a:moveTo>
                <a:lnTo>
                  <a:pt x="2247900" y="2200275"/>
                </a:lnTo>
                <a:lnTo>
                  <a:pt x="2247900" y="2209800"/>
                </a:lnTo>
                <a:lnTo>
                  <a:pt x="2219325" y="2209800"/>
                </a:lnTo>
                <a:close/>
                <a:moveTo>
                  <a:pt x="2362200" y="2200275"/>
                </a:moveTo>
                <a:lnTo>
                  <a:pt x="2381250" y="2200275"/>
                </a:lnTo>
                <a:lnTo>
                  <a:pt x="2381250" y="2209800"/>
                </a:lnTo>
                <a:lnTo>
                  <a:pt x="2362200" y="2209800"/>
                </a:lnTo>
                <a:close/>
                <a:moveTo>
                  <a:pt x="781050" y="2209800"/>
                </a:moveTo>
                <a:lnTo>
                  <a:pt x="809625" y="2209800"/>
                </a:lnTo>
                <a:lnTo>
                  <a:pt x="809625" y="2228850"/>
                </a:lnTo>
                <a:lnTo>
                  <a:pt x="790575" y="2228850"/>
                </a:lnTo>
                <a:lnTo>
                  <a:pt x="790575" y="2219325"/>
                </a:lnTo>
                <a:lnTo>
                  <a:pt x="781050" y="2219325"/>
                </a:lnTo>
                <a:close/>
                <a:moveTo>
                  <a:pt x="76200" y="2219325"/>
                </a:moveTo>
                <a:lnTo>
                  <a:pt x="85725" y="2219325"/>
                </a:lnTo>
                <a:lnTo>
                  <a:pt x="85725" y="2228850"/>
                </a:lnTo>
                <a:lnTo>
                  <a:pt x="76200" y="2228850"/>
                </a:lnTo>
                <a:close/>
                <a:moveTo>
                  <a:pt x="1924050" y="2219325"/>
                </a:moveTo>
                <a:lnTo>
                  <a:pt x="1933575" y="2219325"/>
                </a:lnTo>
                <a:lnTo>
                  <a:pt x="1933575" y="2238375"/>
                </a:lnTo>
                <a:lnTo>
                  <a:pt x="1924050" y="2238375"/>
                </a:lnTo>
                <a:close/>
                <a:moveTo>
                  <a:pt x="2105025" y="2219325"/>
                </a:moveTo>
                <a:lnTo>
                  <a:pt x="2114550" y="2219325"/>
                </a:lnTo>
                <a:lnTo>
                  <a:pt x="2114550" y="2228850"/>
                </a:lnTo>
                <a:lnTo>
                  <a:pt x="2105025" y="2228850"/>
                </a:lnTo>
                <a:close/>
                <a:moveTo>
                  <a:pt x="2181225" y="2219325"/>
                </a:moveTo>
                <a:lnTo>
                  <a:pt x="2190750" y="2219325"/>
                </a:lnTo>
                <a:lnTo>
                  <a:pt x="2190750" y="2228850"/>
                </a:lnTo>
                <a:lnTo>
                  <a:pt x="2181225" y="2228850"/>
                </a:lnTo>
                <a:close/>
                <a:moveTo>
                  <a:pt x="2200275" y="2219325"/>
                </a:moveTo>
                <a:lnTo>
                  <a:pt x="2219325" y="2219325"/>
                </a:lnTo>
                <a:lnTo>
                  <a:pt x="2219325" y="2247900"/>
                </a:lnTo>
                <a:lnTo>
                  <a:pt x="2181225" y="2247900"/>
                </a:lnTo>
                <a:lnTo>
                  <a:pt x="2181225" y="2238375"/>
                </a:lnTo>
                <a:lnTo>
                  <a:pt x="2171700" y="2238375"/>
                </a:lnTo>
                <a:lnTo>
                  <a:pt x="2171700" y="2228850"/>
                </a:lnTo>
                <a:lnTo>
                  <a:pt x="2181225" y="2228850"/>
                </a:lnTo>
                <a:lnTo>
                  <a:pt x="2181225" y="2238375"/>
                </a:lnTo>
                <a:lnTo>
                  <a:pt x="2190750" y="2238375"/>
                </a:lnTo>
                <a:lnTo>
                  <a:pt x="2190750" y="2228850"/>
                </a:lnTo>
                <a:lnTo>
                  <a:pt x="2200275" y="2228850"/>
                </a:lnTo>
                <a:close/>
                <a:moveTo>
                  <a:pt x="2238375" y="2219325"/>
                </a:moveTo>
                <a:lnTo>
                  <a:pt x="2247900" y="2219325"/>
                </a:lnTo>
                <a:lnTo>
                  <a:pt x="2247900" y="2228850"/>
                </a:lnTo>
                <a:lnTo>
                  <a:pt x="2238375" y="2228850"/>
                </a:lnTo>
                <a:close/>
                <a:moveTo>
                  <a:pt x="2390775" y="2219325"/>
                </a:moveTo>
                <a:lnTo>
                  <a:pt x="2400300" y="2219325"/>
                </a:lnTo>
                <a:lnTo>
                  <a:pt x="2400300" y="2228850"/>
                </a:lnTo>
                <a:lnTo>
                  <a:pt x="2409825" y="2228850"/>
                </a:lnTo>
                <a:lnTo>
                  <a:pt x="2409825" y="2219325"/>
                </a:lnTo>
                <a:lnTo>
                  <a:pt x="2419350" y="2219325"/>
                </a:lnTo>
                <a:lnTo>
                  <a:pt x="2419350" y="2238375"/>
                </a:lnTo>
                <a:lnTo>
                  <a:pt x="2409825" y="2238375"/>
                </a:lnTo>
                <a:lnTo>
                  <a:pt x="2409825" y="2247900"/>
                </a:lnTo>
                <a:lnTo>
                  <a:pt x="2390775" y="2247900"/>
                </a:lnTo>
                <a:close/>
                <a:moveTo>
                  <a:pt x="685800" y="2228850"/>
                </a:moveTo>
                <a:lnTo>
                  <a:pt x="695325" y="2228850"/>
                </a:lnTo>
                <a:lnTo>
                  <a:pt x="695325" y="2238375"/>
                </a:lnTo>
                <a:lnTo>
                  <a:pt x="704850" y="2238375"/>
                </a:lnTo>
                <a:lnTo>
                  <a:pt x="704850" y="2247900"/>
                </a:lnTo>
                <a:lnTo>
                  <a:pt x="685800" y="2247900"/>
                </a:lnTo>
                <a:close/>
                <a:moveTo>
                  <a:pt x="2114550" y="2228850"/>
                </a:moveTo>
                <a:lnTo>
                  <a:pt x="2124075" y="2228850"/>
                </a:lnTo>
                <a:lnTo>
                  <a:pt x="2124075" y="2238375"/>
                </a:lnTo>
                <a:lnTo>
                  <a:pt x="2133600" y="2238375"/>
                </a:lnTo>
                <a:lnTo>
                  <a:pt x="2133600" y="2247900"/>
                </a:lnTo>
                <a:lnTo>
                  <a:pt x="2095500" y="2247900"/>
                </a:lnTo>
                <a:lnTo>
                  <a:pt x="2095500" y="2238375"/>
                </a:lnTo>
                <a:lnTo>
                  <a:pt x="2114550" y="2238375"/>
                </a:lnTo>
                <a:close/>
                <a:moveTo>
                  <a:pt x="2257425" y="2228850"/>
                </a:moveTo>
                <a:lnTo>
                  <a:pt x="2276475" y="2228850"/>
                </a:lnTo>
                <a:lnTo>
                  <a:pt x="2276475" y="2238375"/>
                </a:lnTo>
                <a:lnTo>
                  <a:pt x="2286000" y="2238375"/>
                </a:lnTo>
                <a:lnTo>
                  <a:pt x="2286000" y="2247900"/>
                </a:lnTo>
                <a:lnTo>
                  <a:pt x="2257425" y="2247900"/>
                </a:lnTo>
                <a:close/>
                <a:moveTo>
                  <a:pt x="2324100" y="2228850"/>
                </a:moveTo>
                <a:lnTo>
                  <a:pt x="2362200" y="2228850"/>
                </a:lnTo>
                <a:lnTo>
                  <a:pt x="2362200" y="2238375"/>
                </a:lnTo>
                <a:lnTo>
                  <a:pt x="2352675" y="2238375"/>
                </a:lnTo>
                <a:lnTo>
                  <a:pt x="2352675" y="2247900"/>
                </a:lnTo>
                <a:lnTo>
                  <a:pt x="2324100" y="2247900"/>
                </a:lnTo>
                <a:close/>
                <a:moveTo>
                  <a:pt x="85725" y="2238375"/>
                </a:moveTo>
                <a:lnTo>
                  <a:pt x="95250" y="2238375"/>
                </a:lnTo>
                <a:lnTo>
                  <a:pt x="95250" y="2247900"/>
                </a:lnTo>
                <a:lnTo>
                  <a:pt x="85725" y="2247900"/>
                </a:lnTo>
                <a:close/>
                <a:moveTo>
                  <a:pt x="638175" y="2238375"/>
                </a:moveTo>
                <a:lnTo>
                  <a:pt x="666750" y="2238375"/>
                </a:lnTo>
                <a:lnTo>
                  <a:pt x="666750" y="2257425"/>
                </a:lnTo>
                <a:lnTo>
                  <a:pt x="638175" y="2257425"/>
                </a:lnTo>
                <a:close/>
                <a:moveTo>
                  <a:pt x="2000250" y="2238375"/>
                </a:moveTo>
                <a:lnTo>
                  <a:pt x="2009775" y="2238375"/>
                </a:lnTo>
                <a:lnTo>
                  <a:pt x="2009775" y="2247900"/>
                </a:lnTo>
                <a:lnTo>
                  <a:pt x="2000250" y="2247900"/>
                </a:lnTo>
                <a:close/>
                <a:moveTo>
                  <a:pt x="2200275" y="2238375"/>
                </a:moveTo>
                <a:lnTo>
                  <a:pt x="2209800" y="2238375"/>
                </a:lnTo>
                <a:lnTo>
                  <a:pt x="2209800" y="2228850"/>
                </a:lnTo>
                <a:lnTo>
                  <a:pt x="2200275" y="2228850"/>
                </a:lnTo>
                <a:close/>
                <a:moveTo>
                  <a:pt x="590550" y="2247900"/>
                </a:moveTo>
                <a:lnTo>
                  <a:pt x="619125" y="2247900"/>
                </a:lnTo>
                <a:lnTo>
                  <a:pt x="619125" y="2266950"/>
                </a:lnTo>
                <a:lnTo>
                  <a:pt x="609600" y="2266950"/>
                </a:lnTo>
                <a:lnTo>
                  <a:pt x="609600" y="2276475"/>
                </a:lnTo>
                <a:lnTo>
                  <a:pt x="600075" y="2276475"/>
                </a:lnTo>
                <a:lnTo>
                  <a:pt x="600075" y="2257425"/>
                </a:lnTo>
                <a:lnTo>
                  <a:pt x="590550" y="2257425"/>
                </a:lnTo>
                <a:close/>
                <a:moveTo>
                  <a:pt x="704850" y="2247900"/>
                </a:moveTo>
                <a:lnTo>
                  <a:pt x="714375" y="2247900"/>
                </a:lnTo>
                <a:lnTo>
                  <a:pt x="714375" y="2257425"/>
                </a:lnTo>
                <a:lnTo>
                  <a:pt x="704850" y="2257425"/>
                </a:lnTo>
                <a:close/>
                <a:moveTo>
                  <a:pt x="771525" y="2247900"/>
                </a:moveTo>
                <a:lnTo>
                  <a:pt x="781050" y="2247900"/>
                </a:lnTo>
                <a:lnTo>
                  <a:pt x="781050" y="2257425"/>
                </a:lnTo>
                <a:lnTo>
                  <a:pt x="771525" y="2257425"/>
                </a:lnTo>
                <a:close/>
                <a:moveTo>
                  <a:pt x="171450" y="2257425"/>
                </a:moveTo>
                <a:lnTo>
                  <a:pt x="180975" y="2257425"/>
                </a:lnTo>
                <a:lnTo>
                  <a:pt x="180975" y="2266950"/>
                </a:lnTo>
                <a:lnTo>
                  <a:pt x="171450" y="2266950"/>
                </a:lnTo>
                <a:close/>
                <a:moveTo>
                  <a:pt x="581025" y="2257425"/>
                </a:moveTo>
                <a:lnTo>
                  <a:pt x="590550" y="2257425"/>
                </a:lnTo>
                <a:lnTo>
                  <a:pt x="590550" y="2276475"/>
                </a:lnTo>
                <a:lnTo>
                  <a:pt x="600075" y="2276475"/>
                </a:lnTo>
                <a:lnTo>
                  <a:pt x="600075" y="2286000"/>
                </a:lnTo>
                <a:lnTo>
                  <a:pt x="581025" y="2286000"/>
                </a:lnTo>
                <a:close/>
                <a:moveTo>
                  <a:pt x="714375" y="2257425"/>
                </a:moveTo>
                <a:lnTo>
                  <a:pt x="723900" y="2257425"/>
                </a:lnTo>
                <a:lnTo>
                  <a:pt x="723900" y="2266950"/>
                </a:lnTo>
                <a:lnTo>
                  <a:pt x="714375" y="2266950"/>
                </a:lnTo>
                <a:close/>
                <a:moveTo>
                  <a:pt x="762000" y="2257425"/>
                </a:moveTo>
                <a:lnTo>
                  <a:pt x="771525" y="2257425"/>
                </a:lnTo>
                <a:lnTo>
                  <a:pt x="771525" y="2266950"/>
                </a:lnTo>
                <a:lnTo>
                  <a:pt x="762000" y="2266950"/>
                </a:lnTo>
                <a:close/>
                <a:moveTo>
                  <a:pt x="895350" y="2257425"/>
                </a:moveTo>
                <a:lnTo>
                  <a:pt x="914400" y="2257425"/>
                </a:lnTo>
                <a:lnTo>
                  <a:pt x="914400" y="2276475"/>
                </a:lnTo>
                <a:lnTo>
                  <a:pt x="895350" y="2276475"/>
                </a:lnTo>
                <a:close/>
                <a:moveTo>
                  <a:pt x="1905000" y="2286000"/>
                </a:moveTo>
                <a:lnTo>
                  <a:pt x="1914525" y="2286000"/>
                </a:lnTo>
                <a:lnTo>
                  <a:pt x="1914525" y="2295525"/>
                </a:lnTo>
                <a:lnTo>
                  <a:pt x="1905000" y="2295525"/>
                </a:lnTo>
                <a:close/>
                <a:moveTo>
                  <a:pt x="142875" y="2295525"/>
                </a:moveTo>
                <a:lnTo>
                  <a:pt x="152400" y="2295525"/>
                </a:lnTo>
                <a:lnTo>
                  <a:pt x="152400" y="2305050"/>
                </a:lnTo>
                <a:lnTo>
                  <a:pt x="142875" y="2305050"/>
                </a:lnTo>
                <a:close/>
                <a:moveTo>
                  <a:pt x="819150" y="2295525"/>
                </a:moveTo>
                <a:lnTo>
                  <a:pt x="828675" y="2295525"/>
                </a:lnTo>
                <a:lnTo>
                  <a:pt x="828675" y="2314575"/>
                </a:lnTo>
                <a:lnTo>
                  <a:pt x="819150" y="2314575"/>
                </a:lnTo>
                <a:close/>
                <a:moveTo>
                  <a:pt x="838200" y="2295525"/>
                </a:moveTo>
                <a:lnTo>
                  <a:pt x="847725" y="2295525"/>
                </a:lnTo>
                <a:lnTo>
                  <a:pt x="847725" y="2305050"/>
                </a:lnTo>
                <a:lnTo>
                  <a:pt x="838200" y="2305050"/>
                </a:lnTo>
                <a:close/>
                <a:moveTo>
                  <a:pt x="904875" y="2295525"/>
                </a:moveTo>
                <a:lnTo>
                  <a:pt x="923925" y="2295525"/>
                </a:lnTo>
                <a:lnTo>
                  <a:pt x="923925" y="2324100"/>
                </a:lnTo>
                <a:lnTo>
                  <a:pt x="904875" y="2324100"/>
                </a:lnTo>
                <a:close/>
                <a:moveTo>
                  <a:pt x="2057400" y="2295525"/>
                </a:moveTo>
                <a:lnTo>
                  <a:pt x="2076450" y="2295525"/>
                </a:lnTo>
                <a:lnTo>
                  <a:pt x="2076450" y="2352675"/>
                </a:lnTo>
                <a:lnTo>
                  <a:pt x="2057400" y="2352675"/>
                </a:lnTo>
                <a:close/>
                <a:moveTo>
                  <a:pt x="590550" y="2305050"/>
                </a:moveTo>
                <a:lnTo>
                  <a:pt x="609600" y="2305050"/>
                </a:lnTo>
                <a:lnTo>
                  <a:pt x="609600" y="2333625"/>
                </a:lnTo>
                <a:lnTo>
                  <a:pt x="590550" y="2333625"/>
                </a:lnTo>
                <a:close/>
                <a:moveTo>
                  <a:pt x="800100" y="2305050"/>
                </a:moveTo>
                <a:lnTo>
                  <a:pt x="809625" y="2305050"/>
                </a:lnTo>
                <a:lnTo>
                  <a:pt x="809625" y="2314575"/>
                </a:lnTo>
                <a:lnTo>
                  <a:pt x="800100" y="2314575"/>
                </a:lnTo>
                <a:close/>
                <a:moveTo>
                  <a:pt x="2105025" y="2305050"/>
                </a:moveTo>
                <a:lnTo>
                  <a:pt x="2124075" y="2305050"/>
                </a:lnTo>
                <a:lnTo>
                  <a:pt x="2124075" y="2314575"/>
                </a:lnTo>
                <a:lnTo>
                  <a:pt x="2114550" y="2314575"/>
                </a:lnTo>
                <a:lnTo>
                  <a:pt x="2114550" y="2324100"/>
                </a:lnTo>
                <a:lnTo>
                  <a:pt x="2105025" y="2324100"/>
                </a:lnTo>
                <a:close/>
                <a:moveTo>
                  <a:pt x="2190750" y="2305050"/>
                </a:moveTo>
                <a:lnTo>
                  <a:pt x="2219325" y="2305050"/>
                </a:lnTo>
                <a:lnTo>
                  <a:pt x="2219325" y="2314575"/>
                </a:lnTo>
                <a:lnTo>
                  <a:pt x="2200275" y="2314575"/>
                </a:lnTo>
                <a:lnTo>
                  <a:pt x="2200275" y="2362200"/>
                </a:lnTo>
                <a:lnTo>
                  <a:pt x="2181225" y="2362200"/>
                </a:lnTo>
                <a:lnTo>
                  <a:pt x="2181225" y="2314575"/>
                </a:lnTo>
                <a:lnTo>
                  <a:pt x="2190750" y="2314575"/>
                </a:lnTo>
                <a:close/>
                <a:moveTo>
                  <a:pt x="2238375" y="2305050"/>
                </a:moveTo>
                <a:lnTo>
                  <a:pt x="2257425" y="2305050"/>
                </a:lnTo>
                <a:lnTo>
                  <a:pt x="2257425" y="2314575"/>
                </a:lnTo>
                <a:lnTo>
                  <a:pt x="2238375" y="2314575"/>
                </a:lnTo>
                <a:close/>
                <a:moveTo>
                  <a:pt x="2305050" y="2305050"/>
                </a:moveTo>
                <a:lnTo>
                  <a:pt x="2324100" y="2305050"/>
                </a:lnTo>
                <a:lnTo>
                  <a:pt x="2324100" y="2314575"/>
                </a:lnTo>
                <a:lnTo>
                  <a:pt x="2314575" y="2314575"/>
                </a:lnTo>
                <a:lnTo>
                  <a:pt x="2314575" y="2324100"/>
                </a:lnTo>
                <a:lnTo>
                  <a:pt x="2295525" y="2324100"/>
                </a:lnTo>
                <a:lnTo>
                  <a:pt x="2295525" y="2314575"/>
                </a:lnTo>
                <a:lnTo>
                  <a:pt x="2305050" y="2314575"/>
                </a:lnTo>
                <a:close/>
                <a:moveTo>
                  <a:pt x="2362200" y="2305050"/>
                </a:moveTo>
                <a:lnTo>
                  <a:pt x="2381250" y="2305050"/>
                </a:lnTo>
                <a:lnTo>
                  <a:pt x="2381250" y="2314575"/>
                </a:lnTo>
                <a:lnTo>
                  <a:pt x="2409825" y="2314575"/>
                </a:lnTo>
                <a:lnTo>
                  <a:pt x="2409825" y="2305050"/>
                </a:lnTo>
                <a:lnTo>
                  <a:pt x="2438400" y="2305050"/>
                </a:lnTo>
                <a:lnTo>
                  <a:pt x="2438400" y="2314575"/>
                </a:lnTo>
                <a:lnTo>
                  <a:pt x="2428875" y="2314575"/>
                </a:lnTo>
                <a:lnTo>
                  <a:pt x="2428875" y="2324100"/>
                </a:lnTo>
                <a:lnTo>
                  <a:pt x="2419350" y="2324100"/>
                </a:lnTo>
                <a:lnTo>
                  <a:pt x="2419350" y="2314575"/>
                </a:lnTo>
                <a:lnTo>
                  <a:pt x="2409825" y="2314575"/>
                </a:lnTo>
                <a:lnTo>
                  <a:pt x="2409825" y="2324100"/>
                </a:lnTo>
                <a:lnTo>
                  <a:pt x="2381250" y="2324100"/>
                </a:lnTo>
                <a:lnTo>
                  <a:pt x="2381250" y="2333625"/>
                </a:lnTo>
                <a:lnTo>
                  <a:pt x="2371725" y="2333625"/>
                </a:lnTo>
                <a:lnTo>
                  <a:pt x="2371725" y="2314575"/>
                </a:lnTo>
                <a:lnTo>
                  <a:pt x="2362200" y="2314575"/>
                </a:lnTo>
                <a:close/>
                <a:moveTo>
                  <a:pt x="733425" y="2314575"/>
                </a:moveTo>
                <a:lnTo>
                  <a:pt x="762000" y="2314575"/>
                </a:lnTo>
                <a:lnTo>
                  <a:pt x="762000" y="2333625"/>
                </a:lnTo>
                <a:lnTo>
                  <a:pt x="723900" y="2333625"/>
                </a:lnTo>
                <a:lnTo>
                  <a:pt x="723900" y="2343150"/>
                </a:lnTo>
                <a:lnTo>
                  <a:pt x="685800" y="2343150"/>
                </a:lnTo>
                <a:lnTo>
                  <a:pt x="685800" y="2352675"/>
                </a:lnTo>
                <a:lnTo>
                  <a:pt x="666750" y="2352675"/>
                </a:lnTo>
                <a:lnTo>
                  <a:pt x="666750" y="2343150"/>
                </a:lnTo>
                <a:lnTo>
                  <a:pt x="676275" y="2343150"/>
                </a:lnTo>
                <a:lnTo>
                  <a:pt x="676275" y="2333625"/>
                </a:lnTo>
                <a:lnTo>
                  <a:pt x="666750" y="2333625"/>
                </a:lnTo>
                <a:lnTo>
                  <a:pt x="666750" y="2324100"/>
                </a:lnTo>
                <a:lnTo>
                  <a:pt x="685800" y="2324100"/>
                </a:lnTo>
                <a:lnTo>
                  <a:pt x="685800" y="2333625"/>
                </a:lnTo>
                <a:lnTo>
                  <a:pt x="695325" y="2333625"/>
                </a:lnTo>
                <a:lnTo>
                  <a:pt x="695325" y="2324100"/>
                </a:lnTo>
                <a:lnTo>
                  <a:pt x="733425" y="2324100"/>
                </a:lnTo>
                <a:close/>
                <a:moveTo>
                  <a:pt x="1885950" y="2314575"/>
                </a:moveTo>
                <a:lnTo>
                  <a:pt x="1895475" y="2314575"/>
                </a:lnTo>
                <a:lnTo>
                  <a:pt x="1895475" y="2324100"/>
                </a:lnTo>
                <a:lnTo>
                  <a:pt x="1885950" y="2324100"/>
                </a:lnTo>
                <a:close/>
                <a:moveTo>
                  <a:pt x="2257425" y="2314575"/>
                </a:moveTo>
                <a:lnTo>
                  <a:pt x="2266950" y="2314575"/>
                </a:lnTo>
                <a:lnTo>
                  <a:pt x="2266950" y="2324100"/>
                </a:lnTo>
                <a:lnTo>
                  <a:pt x="2295525" y="2324100"/>
                </a:lnTo>
                <a:lnTo>
                  <a:pt x="2295525" y="2343150"/>
                </a:lnTo>
                <a:lnTo>
                  <a:pt x="2286000" y="2343150"/>
                </a:lnTo>
                <a:lnTo>
                  <a:pt x="2286000" y="2352675"/>
                </a:lnTo>
                <a:lnTo>
                  <a:pt x="2295525" y="2352675"/>
                </a:lnTo>
                <a:lnTo>
                  <a:pt x="2295525" y="2362200"/>
                </a:lnTo>
                <a:lnTo>
                  <a:pt x="2257425" y="2362200"/>
                </a:lnTo>
                <a:close/>
                <a:moveTo>
                  <a:pt x="2324100" y="2314575"/>
                </a:moveTo>
                <a:lnTo>
                  <a:pt x="2333625" y="2314575"/>
                </a:lnTo>
                <a:lnTo>
                  <a:pt x="2333625" y="2324100"/>
                </a:lnTo>
                <a:lnTo>
                  <a:pt x="2324100" y="2324100"/>
                </a:lnTo>
                <a:close/>
                <a:moveTo>
                  <a:pt x="2352675" y="2314575"/>
                </a:moveTo>
                <a:lnTo>
                  <a:pt x="2362200" y="2314575"/>
                </a:lnTo>
                <a:lnTo>
                  <a:pt x="2362200" y="2324100"/>
                </a:lnTo>
                <a:lnTo>
                  <a:pt x="2352675" y="2324100"/>
                </a:lnTo>
                <a:close/>
                <a:moveTo>
                  <a:pt x="209550" y="2324100"/>
                </a:moveTo>
                <a:lnTo>
                  <a:pt x="219075" y="2324100"/>
                </a:lnTo>
                <a:lnTo>
                  <a:pt x="219075" y="2333625"/>
                </a:lnTo>
                <a:lnTo>
                  <a:pt x="209550" y="2333625"/>
                </a:lnTo>
                <a:close/>
                <a:moveTo>
                  <a:pt x="2095500" y="2333625"/>
                </a:moveTo>
                <a:lnTo>
                  <a:pt x="2114550" y="2333625"/>
                </a:lnTo>
                <a:lnTo>
                  <a:pt x="2114550" y="2352675"/>
                </a:lnTo>
                <a:lnTo>
                  <a:pt x="2105025" y="2352675"/>
                </a:lnTo>
                <a:lnTo>
                  <a:pt x="2105025" y="2343150"/>
                </a:lnTo>
                <a:lnTo>
                  <a:pt x="2095500" y="2343150"/>
                </a:lnTo>
                <a:close/>
                <a:moveTo>
                  <a:pt x="2305050" y="2333625"/>
                </a:moveTo>
                <a:lnTo>
                  <a:pt x="2314575" y="2333625"/>
                </a:lnTo>
                <a:lnTo>
                  <a:pt x="2314575" y="2362200"/>
                </a:lnTo>
                <a:lnTo>
                  <a:pt x="2305050" y="2362200"/>
                </a:lnTo>
                <a:close/>
                <a:moveTo>
                  <a:pt x="2352675" y="2333625"/>
                </a:moveTo>
                <a:lnTo>
                  <a:pt x="2371725" y="2333625"/>
                </a:lnTo>
                <a:lnTo>
                  <a:pt x="2371725" y="2362200"/>
                </a:lnTo>
                <a:lnTo>
                  <a:pt x="2352675" y="2362200"/>
                </a:lnTo>
                <a:lnTo>
                  <a:pt x="2352675" y="2352675"/>
                </a:lnTo>
                <a:lnTo>
                  <a:pt x="2343150" y="2352675"/>
                </a:lnTo>
                <a:lnTo>
                  <a:pt x="2343150" y="2343150"/>
                </a:lnTo>
                <a:lnTo>
                  <a:pt x="2352675" y="2343150"/>
                </a:lnTo>
                <a:close/>
                <a:moveTo>
                  <a:pt x="914400" y="2343150"/>
                </a:moveTo>
                <a:lnTo>
                  <a:pt x="933450" y="2343150"/>
                </a:lnTo>
                <a:lnTo>
                  <a:pt x="933450" y="2371725"/>
                </a:lnTo>
                <a:lnTo>
                  <a:pt x="914400" y="2371725"/>
                </a:lnTo>
                <a:close/>
                <a:moveTo>
                  <a:pt x="2085975" y="2343150"/>
                </a:moveTo>
                <a:lnTo>
                  <a:pt x="2095500" y="2343150"/>
                </a:lnTo>
                <a:lnTo>
                  <a:pt x="2095500" y="2352675"/>
                </a:lnTo>
                <a:lnTo>
                  <a:pt x="2085975" y="2352675"/>
                </a:lnTo>
                <a:close/>
                <a:moveTo>
                  <a:pt x="2324100" y="2343150"/>
                </a:moveTo>
                <a:lnTo>
                  <a:pt x="2333625" y="2343150"/>
                </a:lnTo>
                <a:lnTo>
                  <a:pt x="2333625" y="2352675"/>
                </a:lnTo>
                <a:lnTo>
                  <a:pt x="2324100" y="2352675"/>
                </a:lnTo>
                <a:close/>
                <a:moveTo>
                  <a:pt x="238125" y="2352675"/>
                </a:moveTo>
                <a:lnTo>
                  <a:pt x="247650" y="2352675"/>
                </a:lnTo>
                <a:lnTo>
                  <a:pt x="247650" y="2362200"/>
                </a:lnTo>
                <a:lnTo>
                  <a:pt x="238125" y="2362200"/>
                </a:lnTo>
                <a:close/>
                <a:moveTo>
                  <a:pt x="600075" y="2352675"/>
                </a:moveTo>
                <a:lnTo>
                  <a:pt x="619125" y="2352675"/>
                </a:lnTo>
                <a:lnTo>
                  <a:pt x="619125" y="2381250"/>
                </a:lnTo>
                <a:lnTo>
                  <a:pt x="600075" y="2381250"/>
                </a:lnTo>
                <a:close/>
                <a:moveTo>
                  <a:pt x="790575" y="2352675"/>
                </a:moveTo>
                <a:lnTo>
                  <a:pt x="819150" y="2352675"/>
                </a:lnTo>
                <a:lnTo>
                  <a:pt x="819150" y="2362200"/>
                </a:lnTo>
                <a:lnTo>
                  <a:pt x="809625" y="2362200"/>
                </a:lnTo>
                <a:lnTo>
                  <a:pt x="809625" y="2371725"/>
                </a:lnTo>
                <a:lnTo>
                  <a:pt x="781050" y="2371725"/>
                </a:lnTo>
                <a:lnTo>
                  <a:pt x="781050" y="2381250"/>
                </a:lnTo>
                <a:lnTo>
                  <a:pt x="762000" y="2381250"/>
                </a:lnTo>
                <a:lnTo>
                  <a:pt x="762000" y="2362200"/>
                </a:lnTo>
                <a:lnTo>
                  <a:pt x="790575" y="2362200"/>
                </a:lnTo>
                <a:close/>
                <a:moveTo>
                  <a:pt x="2390775" y="2352675"/>
                </a:moveTo>
                <a:lnTo>
                  <a:pt x="2400300" y="2352675"/>
                </a:lnTo>
                <a:lnTo>
                  <a:pt x="2400300" y="2362200"/>
                </a:lnTo>
                <a:lnTo>
                  <a:pt x="2390775" y="2362200"/>
                </a:lnTo>
                <a:close/>
                <a:moveTo>
                  <a:pt x="247650" y="2362200"/>
                </a:moveTo>
                <a:lnTo>
                  <a:pt x="257175" y="2362200"/>
                </a:lnTo>
                <a:lnTo>
                  <a:pt x="257175" y="2371725"/>
                </a:lnTo>
                <a:lnTo>
                  <a:pt x="247650" y="2371725"/>
                </a:lnTo>
                <a:close/>
                <a:moveTo>
                  <a:pt x="1838325" y="2362200"/>
                </a:moveTo>
                <a:lnTo>
                  <a:pt x="1847850" y="2362200"/>
                </a:lnTo>
                <a:lnTo>
                  <a:pt x="1847850" y="2371725"/>
                </a:lnTo>
                <a:lnTo>
                  <a:pt x="1838325" y="2371725"/>
                </a:lnTo>
                <a:close/>
                <a:moveTo>
                  <a:pt x="2095500" y="2362200"/>
                </a:moveTo>
                <a:lnTo>
                  <a:pt x="2124075" y="2362200"/>
                </a:lnTo>
                <a:lnTo>
                  <a:pt x="2124075" y="2371725"/>
                </a:lnTo>
                <a:lnTo>
                  <a:pt x="2095500" y="2371725"/>
                </a:lnTo>
                <a:close/>
                <a:moveTo>
                  <a:pt x="714375" y="2371725"/>
                </a:moveTo>
                <a:lnTo>
                  <a:pt x="723900" y="2371725"/>
                </a:lnTo>
                <a:lnTo>
                  <a:pt x="723900" y="2390775"/>
                </a:lnTo>
                <a:lnTo>
                  <a:pt x="714375" y="2390775"/>
                </a:lnTo>
                <a:close/>
                <a:moveTo>
                  <a:pt x="676275" y="2381250"/>
                </a:moveTo>
                <a:lnTo>
                  <a:pt x="695325" y="2381250"/>
                </a:lnTo>
                <a:lnTo>
                  <a:pt x="695325" y="2400300"/>
                </a:lnTo>
                <a:lnTo>
                  <a:pt x="676275" y="2400300"/>
                </a:lnTo>
                <a:close/>
                <a:moveTo>
                  <a:pt x="1809750" y="2381250"/>
                </a:moveTo>
                <a:lnTo>
                  <a:pt x="1819275" y="2381250"/>
                </a:lnTo>
                <a:lnTo>
                  <a:pt x="1819275" y="2390775"/>
                </a:lnTo>
                <a:lnTo>
                  <a:pt x="1809750" y="2390775"/>
                </a:lnTo>
                <a:close/>
                <a:moveTo>
                  <a:pt x="304800" y="2390775"/>
                </a:moveTo>
                <a:lnTo>
                  <a:pt x="314325" y="2390775"/>
                </a:lnTo>
                <a:lnTo>
                  <a:pt x="314325" y="2400300"/>
                </a:lnTo>
                <a:lnTo>
                  <a:pt x="304800" y="2400300"/>
                </a:lnTo>
                <a:close/>
                <a:moveTo>
                  <a:pt x="923925" y="2390775"/>
                </a:moveTo>
                <a:lnTo>
                  <a:pt x="942975" y="2390775"/>
                </a:lnTo>
                <a:lnTo>
                  <a:pt x="942975" y="2400300"/>
                </a:lnTo>
                <a:lnTo>
                  <a:pt x="952500" y="2400300"/>
                </a:lnTo>
                <a:lnTo>
                  <a:pt x="952500" y="2409825"/>
                </a:lnTo>
                <a:lnTo>
                  <a:pt x="923925" y="2409825"/>
                </a:lnTo>
                <a:close/>
                <a:moveTo>
                  <a:pt x="333375" y="2400300"/>
                </a:moveTo>
                <a:lnTo>
                  <a:pt x="342900" y="2400300"/>
                </a:lnTo>
                <a:lnTo>
                  <a:pt x="342900" y="2409825"/>
                </a:lnTo>
                <a:lnTo>
                  <a:pt x="333375" y="2409825"/>
                </a:lnTo>
                <a:close/>
                <a:moveTo>
                  <a:pt x="609600" y="2400300"/>
                </a:moveTo>
                <a:lnTo>
                  <a:pt x="619125" y="2400300"/>
                </a:lnTo>
                <a:lnTo>
                  <a:pt x="619125" y="2409825"/>
                </a:lnTo>
                <a:lnTo>
                  <a:pt x="609600" y="2409825"/>
                </a:lnTo>
                <a:close/>
                <a:moveTo>
                  <a:pt x="1743075" y="2400300"/>
                </a:moveTo>
                <a:lnTo>
                  <a:pt x="1762125" y="2400300"/>
                </a:lnTo>
                <a:lnTo>
                  <a:pt x="1762125" y="2409825"/>
                </a:lnTo>
                <a:lnTo>
                  <a:pt x="1743075" y="2409825"/>
                </a:lnTo>
                <a:close/>
                <a:moveTo>
                  <a:pt x="1828800" y="2400300"/>
                </a:moveTo>
                <a:lnTo>
                  <a:pt x="1838325" y="2400300"/>
                </a:lnTo>
                <a:lnTo>
                  <a:pt x="1838325" y="2409825"/>
                </a:lnTo>
                <a:lnTo>
                  <a:pt x="1828800" y="2409825"/>
                </a:lnTo>
                <a:close/>
                <a:moveTo>
                  <a:pt x="619125" y="2409825"/>
                </a:moveTo>
                <a:lnTo>
                  <a:pt x="628650" y="2409825"/>
                </a:lnTo>
                <a:lnTo>
                  <a:pt x="628650" y="2419350"/>
                </a:lnTo>
                <a:lnTo>
                  <a:pt x="619125" y="2419350"/>
                </a:lnTo>
                <a:close/>
                <a:moveTo>
                  <a:pt x="914400" y="2409825"/>
                </a:moveTo>
                <a:lnTo>
                  <a:pt x="923925" y="2409825"/>
                </a:lnTo>
                <a:lnTo>
                  <a:pt x="923925" y="2419350"/>
                </a:lnTo>
                <a:lnTo>
                  <a:pt x="914400" y="2419350"/>
                </a:lnTo>
                <a:close/>
                <a:moveTo>
                  <a:pt x="276225" y="2419350"/>
                </a:moveTo>
                <a:lnTo>
                  <a:pt x="285750" y="2419350"/>
                </a:lnTo>
                <a:lnTo>
                  <a:pt x="285750" y="2428875"/>
                </a:lnTo>
                <a:lnTo>
                  <a:pt x="276225" y="2428875"/>
                </a:lnTo>
                <a:close/>
                <a:moveTo>
                  <a:pt x="723900" y="2419350"/>
                </a:moveTo>
                <a:lnTo>
                  <a:pt x="781050" y="2419350"/>
                </a:lnTo>
                <a:lnTo>
                  <a:pt x="781050" y="2428875"/>
                </a:lnTo>
                <a:lnTo>
                  <a:pt x="771525" y="2428875"/>
                </a:lnTo>
                <a:lnTo>
                  <a:pt x="771525" y="2438400"/>
                </a:lnTo>
                <a:lnTo>
                  <a:pt x="723900" y="2438400"/>
                </a:lnTo>
                <a:close/>
                <a:moveTo>
                  <a:pt x="904875" y="2419350"/>
                </a:moveTo>
                <a:lnTo>
                  <a:pt x="914400" y="2419350"/>
                </a:lnTo>
                <a:lnTo>
                  <a:pt x="914400" y="2428875"/>
                </a:lnTo>
                <a:lnTo>
                  <a:pt x="904875" y="2428875"/>
                </a:lnTo>
                <a:close/>
                <a:moveTo>
                  <a:pt x="685800" y="2428875"/>
                </a:moveTo>
                <a:lnTo>
                  <a:pt x="714375" y="2428875"/>
                </a:lnTo>
                <a:lnTo>
                  <a:pt x="714375" y="2447925"/>
                </a:lnTo>
                <a:lnTo>
                  <a:pt x="685800" y="2447925"/>
                </a:lnTo>
                <a:close/>
                <a:moveTo>
                  <a:pt x="876300" y="2428875"/>
                </a:moveTo>
                <a:lnTo>
                  <a:pt x="885825" y="2428875"/>
                </a:lnTo>
                <a:lnTo>
                  <a:pt x="885825" y="2447925"/>
                </a:lnTo>
                <a:lnTo>
                  <a:pt x="876300" y="2447925"/>
                </a:lnTo>
                <a:close/>
                <a:moveTo>
                  <a:pt x="981075" y="2428875"/>
                </a:moveTo>
                <a:lnTo>
                  <a:pt x="1000125" y="2428875"/>
                </a:lnTo>
                <a:lnTo>
                  <a:pt x="1000125" y="2438400"/>
                </a:lnTo>
                <a:lnTo>
                  <a:pt x="981075" y="2438400"/>
                </a:lnTo>
                <a:close/>
                <a:moveTo>
                  <a:pt x="1123950" y="2428875"/>
                </a:moveTo>
                <a:lnTo>
                  <a:pt x="1143000" y="2428875"/>
                </a:lnTo>
                <a:lnTo>
                  <a:pt x="1143000" y="2438400"/>
                </a:lnTo>
                <a:lnTo>
                  <a:pt x="1123950" y="2438400"/>
                </a:lnTo>
                <a:close/>
                <a:moveTo>
                  <a:pt x="1200150" y="2438400"/>
                </a:moveTo>
                <a:lnTo>
                  <a:pt x="1219200" y="2438400"/>
                </a:lnTo>
                <a:lnTo>
                  <a:pt x="1219200" y="2447925"/>
                </a:lnTo>
                <a:lnTo>
                  <a:pt x="1200150" y="2447925"/>
                </a:lnTo>
                <a:close/>
                <a:moveTo>
                  <a:pt x="2257425" y="2438400"/>
                </a:moveTo>
                <a:lnTo>
                  <a:pt x="2286000" y="2438400"/>
                </a:lnTo>
                <a:lnTo>
                  <a:pt x="2286000" y="2476500"/>
                </a:lnTo>
                <a:lnTo>
                  <a:pt x="2266950" y="2476500"/>
                </a:lnTo>
                <a:lnTo>
                  <a:pt x="2266950" y="2495550"/>
                </a:lnTo>
                <a:lnTo>
                  <a:pt x="2257425" y="2495550"/>
                </a:lnTo>
                <a:lnTo>
                  <a:pt x="2257425" y="2466975"/>
                </a:lnTo>
                <a:lnTo>
                  <a:pt x="2247900" y="2466975"/>
                </a:lnTo>
                <a:lnTo>
                  <a:pt x="2247900" y="2486025"/>
                </a:lnTo>
                <a:lnTo>
                  <a:pt x="2238375" y="2486025"/>
                </a:lnTo>
                <a:lnTo>
                  <a:pt x="2238375" y="2495550"/>
                </a:lnTo>
                <a:lnTo>
                  <a:pt x="2219325" y="2495550"/>
                </a:lnTo>
                <a:lnTo>
                  <a:pt x="2219325" y="2447925"/>
                </a:lnTo>
                <a:lnTo>
                  <a:pt x="2257425" y="2447925"/>
                </a:lnTo>
                <a:close/>
                <a:moveTo>
                  <a:pt x="2314575" y="2438400"/>
                </a:moveTo>
                <a:lnTo>
                  <a:pt x="2352675" y="2438400"/>
                </a:lnTo>
                <a:lnTo>
                  <a:pt x="2352675" y="2447925"/>
                </a:lnTo>
                <a:lnTo>
                  <a:pt x="2362200" y="2447925"/>
                </a:lnTo>
                <a:lnTo>
                  <a:pt x="2362200" y="2457450"/>
                </a:lnTo>
                <a:lnTo>
                  <a:pt x="2390775" y="2457450"/>
                </a:lnTo>
                <a:lnTo>
                  <a:pt x="2390775" y="2466975"/>
                </a:lnTo>
                <a:lnTo>
                  <a:pt x="2381250" y="2466975"/>
                </a:lnTo>
                <a:lnTo>
                  <a:pt x="2381250" y="2476500"/>
                </a:lnTo>
                <a:lnTo>
                  <a:pt x="2400300" y="2476500"/>
                </a:lnTo>
                <a:lnTo>
                  <a:pt x="2400300" y="2486025"/>
                </a:lnTo>
                <a:lnTo>
                  <a:pt x="2409825" y="2486025"/>
                </a:lnTo>
                <a:lnTo>
                  <a:pt x="2409825" y="2476500"/>
                </a:lnTo>
                <a:lnTo>
                  <a:pt x="2419350" y="2476500"/>
                </a:lnTo>
                <a:lnTo>
                  <a:pt x="2419350" y="2486025"/>
                </a:lnTo>
                <a:lnTo>
                  <a:pt x="2409825" y="2486025"/>
                </a:lnTo>
                <a:lnTo>
                  <a:pt x="2409825" y="2495550"/>
                </a:lnTo>
                <a:lnTo>
                  <a:pt x="2419350" y="2495550"/>
                </a:lnTo>
                <a:lnTo>
                  <a:pt x="2419350" y="2505075"/>
                </a:lnTo>
                <a:lnTo>
                  <a:pt x="2390775" y="2505075"/>
                </a:lnTo>
                <a:lnTo>
                  <a:pt x="2390775" y="2486025"/>
                </a:lnTo>
                <a:lnTo>
                  <a:pt x="2362200" y="2486025"/>
                </a:lnTo>
                <a:lnTo>
                  <a:pt x="2362200" y="2495550"/>
                </a:lnTo>
                <a:lnTo>
                  <a:pt x="2352675" y="2495550"/>
                </a:lnTo>
                <a:lnTo>
                  <a:pt x="2352675" y="2486025"/>
                </a:lnTo>
                <a:lnTo>
                  <a:pt x="2343150" y="2486025"/>
                </a:lnTo>
                <a:lnTo>
                  <a:pt x="2343150" y="2476500"/>
                </a:lnTo>
                <a:lnTo>
                  <a:pt x="2352675" y="2476500"/>
                </a:lnTo>
                <a:lnTo>
                  <a:pt x="2352675" y="2457450"/>
                </a:lnTo>
                <a:lnTo>
                  <a:pt x="2333625" y="2457450"/>
                </a:lnTo>
                <a:lnTo>
                  <a:pt x="2333625" y="2447925"/>
                </a:lnTo>
                <a:lnTo>
                  <a:pt x="2324100" y="2447925"/>
                </a:lnTo>
                <a:lnTo>
                  <a:pt x="2324100" y="2476500"/>
                </a:lnTo>
                <a:lnTo>
                  <a:pt x="2333625" y="2476500"/>
                </a:lnTo>
                <a:lnTo>
                  <a:pt x="2333625" y="2486025"/>
                </a:lnTo>
                <a:lnTo>
                  <a:pt x="2324100" y="2486025"/>
                </a:lnTo>
                <a:lnTo>
                  <a:pt x="2324100" y="2495550"/>
                </a:lnTo>
                <a:lnTo>
                  <a:pt x="2314575" y="2495550"/>
                </a:lnTo>
                <a:lnTo>
                  <a:pt x="2314575" y="2505075"/>
                </a:lnTo>
                <a:lnTo>
                  <a:pt x="2333625" y="2505075"/>
                </a:lnTo>
                <a:lnTo>
                  <a:pt x="2333625" y="2486025"/>
                </a:lnTo>
                <a:lnTo>
                  <a:pt x="2343150" y="2486025"/>
                </a:lnTo>
                <a:lnTo>
                  <a:pt x="2343150" y="2495550"/>
                </a:lnTo>
                <a:lnTo>
                  <a:pt x="2352675" y="2495550"/>
                </a:lnTo>
                <a:lnTo>
                  <a:pt x="2352675" y="2505075"/>
                </a:lnTo>
                <a:lnTo>
                  <a:pt x="2333625" y="2505075"/>
                </a:lnTo>
                <a:lnTo>
                  <a:pt x="2333625" y="2514600"/>
                </a:lnTo>
                <a:lnTo>
                  <a:pt x="2305050" y="2514600"/>
                </a:lnTo>
                <a:lnTo>
                  <a:pt x="2305050" y="2495550"/>
                </a:lnTo>
                <a:lnTo>
                  <a:pt x="2286000" y="2495550"/>
                </a:lnTo>
                <a:lnTo>
                  <a:pt x="2286000" y="2476500"/>
                </a:lnTo>
                <a:lnTo>
                  <a:pt x="2295525" y="2476500"/>
                </a:lnTo>
                <a:lnTo>
                  <a:pt x="2295525" y="2447925"/>
                </a:lnTo>
                <a:lnTo>
                  <a:pt x="2314575" y="2447925"/>
                </a:lnTo>
                <a:close/>
                <a:moveTo>
                  <a:pt x="857250" y="2447925"/>
                </a:moveTo>
                <a:lnTo>
                  <a:pt x="876300" y="2447925"/>
                </a:lnTo>
                <a:lnTo>
                  <a:pt x="876300" y="2505075"/>
                </a:lnTo>
                <a:lnTo>
                  <a:pt x="885825" y="2505075"/>
                </a:lnTo>
                <a:lnTo>
                  <a:pt x="885825" y="2476500"/>
                </a:lnTo>
                <a:lnTo>
                  <a:pt x="895350" y="2476500"/>
                </a:lnTo>
                <a:lnTo>
                  <a:pt x="895350" y="2457450"/>
                </a:lnTo>
                <a:lnTo>
                  <a:pt x="904875" y="2457450"/>
                </a:lnTo>
                <a:lnTo>
                  <a:pt x="904875" y="2447925"/>
                </a:lnTo>
                <a:lnTo>
                  <a:pt x="914400" y="2447925"/>
                </a:lnTo>
                <a:lnTo>
                  <a:pt x="914400" y="2476500"/>
                </a:lnTo>
                <a:lnTo>
                  <a:pt x="904875" y="2476500"/>
                </a:lnTo>
                <a:lnTo>
                  <a:pt x="904875" y="2486025"/>
                </a:lnTo>
                <a:lnTo>
                  <a:pt x="895350" y="2486025"/>
                </a:lnTo>
                <a:lnTo>
                  <a:pt x="895350" y="2505075"/>
                </a:lnTo>
                <a:lnTo>
                  <a:pt x="885825" y="2505075"/>
                </a:lnTo>
                <a:lnTo>
                  <a:pt x="885825" y="2514600"/>
                </a:lnTo>
                <a:lnTo>
                  <a:pt x="876300" y="2514600"/>
                </a:lnTo>
                <a:lnTo>
                  <a:pt x="876300" y="2524125"/>
                </a:lnTo>
                <a:lnTo>
                  <a:pt x="857250" y="2524125"/>
                </a:lnTo>
                <a:lnTo>
                  <a:pt x="857250" y="2533650"/>
                </a:lnTo>
                <a:lnTo>
                  <a:pt x="828675" y="2533650"/>
                </a:lnTo>
                <a:lnTo>
                  <a:pt x="828675" y="2514600"/>
                </a:lnTo>
                <a:lnTo>
                  <a:pt x="857250" y="2514600"/>
                </a:lnTo>
                <a:close/>
                <a:moveTo>
                  <a:pt x="1276350" y="2447925"/>
                </a:moveTo>
                <a:lnTo>
                  <a:pt x="1295400" y="2447925"/>
                </a:lnTo>
                <a:lnTo>
                  <a:pt x="1295400" y="2457450"/>
                </a:lnTo>
                <a:lnTo>
                  <a:pt x="1276350" y="2457450"/>
                </a:lnTo>
                <a:close/>
                <a:moveTo>
                  <a:pt x="2143125" y="2447925"/>
                </a:moveTo>
                <a:lnTo>
                  <a:pt x="2171700" y="2447925"/>
                </a:lnTo>
                <a:lnTo>
                  <a:pt x="2171700" y="2457450"/>
                </a:lnTo>
                <a:lnTo>
                  <a:pt x="2162175" y="2457450"/>
                </a:lnTo>
                <a:lnTo>
                  <a:pt x="2162175" y="2476500"/>
                </a:lnTo>
                <a:lnTo>
                  <a:pt x="2152650" y="2476500"/>
                </a:lnTo>
                <a:lnTo>
                  <a:pt x="2152650" y="2495550"/>
                </a:lnTo>
                <a:lnTo>
                  <a:pt x="2143125" y="2495550"/>
                </a:lnTo>
                <a:close/>
                <a:moveTo>
                  <a:pt x="2409825" y="2447925"/>
                </a:moveTo>
                <a:lnTo>
                  <a:pt x="2447925" y="2447925"/>
                </a:lnTo>
                <a:lnTo>
                  <a:pt x="2447925" y="2457450"/>
                </a:lnTo>
                <a:lnTo>
                  <a:pt x="2438400" y="2457450"/>
                </a:lnTo>
                <a:lnTo>
                  <a:pt x="2438400" y="2466975"/>
                </a:lnTo>
                <a:lnTo>
                  <a:pt x="2419350" y="2466975"/>
                </a:lnTo>
                <a:lnTo>
                  <a:pt x="2419350" y="2457450"/>
                </a:lnTo>
                <a:lnTo>
                  <a:pt x="2409825" y="2457450"/>
                </a:lnTo>
                <a:close/>
                <a:moveTo>
                  <a:pt x="314325" y="2457450"/>
                </a:moveTo>
                <a:lnTo>
                  <a:pt x="323850" y="2457450"/>
                </a:lnTo>
                <a:lnTo>
                  <a:pt x="323850" y="2466975"/>
                </a:lnTo>
                <a:lnTo>
                  <a:pt x="314325" y="2466975"/>
                </a:lnTo>
                <a:close/>
                <a:moveTo>
                  <a:pt x="628650" y="2457450"/>
                </a:moveTo>
                <a:lnTo>
                  <a:pt x="638175" y="2457450"/>
                </a:lnTo>
                <a:lnTo>
                  <a:pt x="638175" y="2486025"/>
                </a:lnTo>
                <a:lnTo>
                  <a:pt x="628650" y="2486025"/>
                </a:lnTo>
                <a:close/>
                <a:moveTo>
                  <a:pt x="1352550" y="2457450"/>
                </a:moveTo>
                <a:lnTo>
                  <a:pt x="1371600" y="2457450"/>
                </a:lnTo>
                <a:lnTo>
                  <a:pt x="1371600" y="2466975"/>
                </a:lnTo>
                <a:lnTo>
                  <a:pt x="1352550" y="2466975"/>
                </a:lnTo>
                <a:close/>
                <a:moveTo>
                  <a:pt x="1428750" y="2466975"/>
                </a:moveTo>
                <a:lnTo>
                  <a:pt x="1447800" y="2466975"/>
                </a:lnTo>
                <a:lnTo>
                  <a:pt x="1447800" y="2476500"/>
                </a:lnTo>
                <a:lnTo>
                  <a:pt x="1428750" y="2476500"/>
                </a:lnTo>
                <a:close/>
                <a:moveTo>
                  <a:pt x="2257425" y="2466975"/>
                </a:moveTo>
                <a:lnTo>
                  <a:pt x="2266950" y="2466975"/>
                </a:lnTo>
                <a:lnTo>
                  <a:pt x="2266950" y="2447925"/>
                </a:lnTo>
                <a:lnTo>
                  <a:pt x="2257425" y="2447925"/>
                </a:lnTo>
                <a:close/>
                <a:moveTo>
                  <a:pt x="590550" y="2476500"/>
                </a:moveTo>
                <a:lnTo>
                  <a:pt x="600075" y="2476500"/>
                </a:lnTo>
                <a:lnTo>
                  <a:pt x="600075" y="2486025"/>
                </a:lnTo>
                <a:lnTo>
                  <a:pt x="590550" y="2486025"/>
                </a:lnTo>
                <a:close/>
                <a:moveTo>
                  <a:pt x="1504950" y="2476500"/>
                </a:moveTo>
                <a:lnTo>
                  <a:pt x="1524000" y="2476500"/>
                </a:lnTo>
                <a:lnTo>
                  <a:pt x="1524000" y="2486025"/>
                </a:lnTo>
                <a:lnTo>
                  <a:pt x="1504950" y="2486025"/>
                </a:lnTo>
                <a:close/>
                <a:moveTo>
                  <a:pt x="2162175" y="2476500"/>
                </a:moveTo>
                <a:lnTo>
                  <a:pt x="2171700" y="2476500"/>
                </a:lnTo>
                <a:lnTo>
                  <a:pt x="2171700" y="2486025"/>
                </a:lnTo>
                <a:lnTo>
                  <a:pt x="2162175" y="2486025"/>
                </a:lnTo>
                <a:close/>
                <a:moveTo>
                  <a:pt x="2181225" y="2476500"/>
                </a:moveTo>
                <a:lnTo>
                  <a:pt x="2190750" y="2476500"/>
                </a:lnTo>
                <a:lnTo>
                  <a:pt x="2190750" y="2505075"/>
                </a:lnTo>
                <a:lnTo>
                  <a:pt x="2152650" y="2505075"/>
                </a:lnTo>
                <a:lnTo>
                  <a:pt x="2152650" y="2495550"/>
                </a:lnTo>
                <a:lnTo>
                  <a:pt x="2171700" y="2495550"/>
                </a:lnTo>
                <a:lnTo>
                  <a:pt x="2171700" y="2486025"/>
                </a:lnTo>
                <a:lnTo>
                  <a:pt x="2181225" y="2486025"/>
                </a:lnTo>
                <a:close/>
                <a:moveTo>
                  <a:pt x="2428875" y="2476500"/>
                </a:moveTo>
                <a:lnTo>
                  <a:pt x="2438400" y="2476500"/>
                </a:lnTo>
                <a:lnTo>
                  <a:pt x="2438400" y="2486025"/>
                </a:lnTo>
                <a:lnTo>
                  <a:pt x="2428875" y="2486025"/>
                </a:lnTo>
                <a:close/>
                <a:moveTo>
                  <a:pt x="504825" y="2486025"/>
                </a:moveTo>
                <a:lnTo>
                  <a:pt x="523875" y="2486025"/>
                </a:lnTo>
                <a:lnTo>
                  <a:pt x="523875" y="2495550"/>
                </a:lnTo>
                <a:lnTo>
                  <a:pt x="504825" y="2495550"/>
                </a:lnTo>
                <a:close/>
                <a:moveTo>
                  <a:pt x="1581150" y="2486025"/>
                </a:moveTo>
                <a:lnTo>
                  <a:pt x="1600200" y="2486025"/>
                </a:lnTo>
                <a:lnTo>
                  <a:pt x="1600200" y="2495550"/>
                </a:lnTo>
                <a:lnTo>
                  <a:pt x="1581150" y="2495550"/>
                </a:lnTo>
                <a:close/>
                <a:moveTo>
                  <a:pt x="1714500" y="2486025"/>
                </a:moveTo>
                <a:lnTo>
                  <a:pt x="1724025" y="2486025"/>
                </a:lnTo>
                <a:lnTo>
                  <a:pt x="1724025" y="2495550"/>
                </a:lnTo>
                <a:lnTo>
                  <a:pt x="1714500" y="2495550"/>
                </a:lnTo>
                <a:close/>
                <a:moveTo>
                  <a:pt x="2447925" y="2486025"/>
                </a:moveTo>
                <a:lnTo>
                  <a:pt x="2457450" y="2486025"/>
                </a:lnTo>
                <a:lnTo>
                  <a:pt x="2457450" y="2495550"/>
                </a:lnTo>
                <a:lnTo>
                  <a:pt x="2447925" y="2495550"/>
                </a:lnTo>
                <a:close/>
                <a:moveTo>
                  <a:pt x="628650" y="2505075"/>
                </a:moveTo>
                <a:lnTo>
                  <a:pt x="647700" y="2505075"/>
                </a:lnTo>
                <a:lnTo>
                  <a:pt x="647700" y="2533650"/>
                </a:lnTo>
                <a:lnTo>
                  <a:pt x="628650" y="2533650"/>
                </a:lnTo>
                <a:close/>
                <a:moveTo>
                  <a:pt x="781050" y="2524125"/>
                </a:moveTo>
                <a:lnTo>
                  <a:pt x="809625" y="2524125"/>
                </a:lnTo>
                <a:lnTo>
                  <a:pt x="809625" y="2543175"/>
                </a:lnTo>
                <a:lnTo>
                  <a:pt x="771525" y="2543175"/>
                </a:lnTo>
                <a:lnTo>
                  <a:pt x="771525" y="2552700"/>
                </a:lnTo>
                <a:lnTo>
                  <a:pt x="742950" y="2552700"/>
                </a:lnTo>
                <a:lnTo>
                  <a:pt x="742950" y="2533650"/>
                </a:lnTo>
                <a:lnTo>
                  <a:pt x="781050" y="2533650"/>
                </a:lnTo>
                <a:close/>
                <a:moveTo>
                  <a:pt x="685800" y="2543175"/>
                </a:moveTo>
                <a:lnTo>
                  <a:pt x="723900" y="2543175"/>
                </a:lnTo>
                <a:lnTo>
                  <a:pt x="723900" y="2562225"/>
                </a:lnTo>
                <a:lnTo>
                  <a:pt x="676275" y="2562225"/>
                </a:lnTo>
                <a:lnTo>
                  <a:pt x="676275" y="2571750"/>
                </a:lnTo>
                <a:lnTo>
                  <a:pt x="647700" y="2571750"/>
                </a:lnTo>
                <a:lnTo>
                  <a:pt x="647700" y="2552700"/>
                </a:lnTo>
                <a:lnTo>
                  <a:pt x="685800" y="2552700"/>
                </a:lnTo>
                <a:close/>
              </a:path>
            </a:pathLst>
          </a:custGeom>
          <a:solidFill xmlns:a="http://schemas.openxmlformats.org/drawingml/2006/main">
            <a:srgbClr val="A1A796"/>
          </a:solidFill>
          <a:ln xmlns:a="http://schemas.openxmlformats.org/drawingml/2006/main" w="0">
            <a:noFill/>
          </a:ln>
        </p:spPr>
      </p:sp>
      <p:sp>
        <p:nvSpPr>
          <p:cNvPr id="92" name="papers vector #9f7b62">
            <a:extLst xmlns:a="http://schemas.openxmlformats.org/drawingml/2006/main">
              <a:ext uri="{FF2B5EF4-FFF2-40B4-BE49-F238E27FC236}">
                <a16:creationId xmlns:a16="http://schemas.microsoft.com/office/drawing/2014/main" id="{21D232DE-E2D4-49C3-A406-8A1384CA439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43475" y="1724025"/>
            <a:ext cx="3781425" cy="3990975"/>
          </a:xfrm>
          <a:custGeom xmlns:a="http://schemas.openxmlformats.org/drawingml/2006/main">
            <a:pathLst>
              <a:path w="2457450" h="2590800">
                <a:moveTo>
                  <a:pt x="514350" y="28575"/>
                </a:moveTo>
                <a:lnTo>
                  <a:pt x="523875" y="28575"/>
                </a:lnTo>
                <a:lnTo>
                  <a:pt x="523875" y="38100"/>
                </a:lnTo>
                <a:lnTo>
                  <a:pt x="514350" y="38100"/>
                </a:lnTo>
                <a:close/>
                <a:moveTo>
                  <a:pt x="1590675" y="28575"/>
                </a:moveTo>
                <a:lnTo>
                  <a:pt x="1704975" y="28575"/>
                </a:lnTo>
                <a:lnTo>
                  <a:pt x="1704975" y="38100"/>
                </a:lnTo>
                <a:lnTo>
                  <a:pt x="1733550" y="38100"/>
                </a:lnTo>
                <a:lnTo>
                  <a:pt x="1733550" y="47625"/>
                </a:lnTo>
                <a:lnTo>
                  <a:pt x="1752600" y="47625"/>
                </a:lnTo>
                <a:lnTo>
                  <a:pt x="1752600" y="57150"/>
                </a:lnTo>
                <a:lnTo>
                  <a:pt x="1762125" y="57150"/>
                </a:lnTo>
                <a:lnTo>
                  <a:pt x="1762125" y="66675"/>
                </a:lnTo>
                <a:lnTo>
                  <a:pt x="1781175" y="66675"/>
                </a:lnTo>
                <a:lnTo>
                  <a:pt x="1781175" y="76200"/>
                </a:lnTo>
                <a:lnTo>
                  <a:pt x="1790700" y="76200"/>
                </a:lnTo>
                <a:lnTo>
                  <a:pt x="1790700" y="85725"/>
                </a:lnTo>
                <a:lnTo>
                  <a:pt x="1800225" y="85725"/>
                </a:lnTo>
                <a:lnTo>
                  <a:pt x="1800225" y="95250"/>
                </a:lnTo>
                <a:lnTo>
                  <a:pt x="1809750" y="95250"/>
                </a:lnTo>
                <a:lnTo>
                  <a:pt x="1809750" y="104775"/>
                </a:lnTo>
                <a:lnTo>
                  <a:pt x="1781175" y="104775"/>
                </a:lnTo>
                <a:lnTo>
                  <a:pt x="1781175" y="123825"/>
                </a:lnTo>
                <a:lnTo>
                  <a:pt x="1771650" y="123825"/>
                </a:lnTo>
                <a:lnTo>
                  <a:pt x="1771650" y="114300"/>
                </a:lnTo>
                <a:lnTo>
                  <a:pt x="1504950" y="114300"/>
                </a:lnTo>
                <a:lnTo>
                  <a:pt x="1504950" y="95250"/>
                </a:lnTo>
                <a:lnTo>
                  <a:pt x="1152525" y="95250"/>
                </a:lnTo>
                <a:lnTo>
                  <a:pt x="1152525" y="85725"/>
                </a:lnTo>
                <a:lnTo>
                  <a:pt x="1228725" y="85725"/>
                </a:lnTo>
                <a:lnTo>
                  <a:pt x="1228725" y="76200"/>
                </a:lnTo>
                <a:lnTo>
                  <a:pt x="1295400" y="76200"/>
                </a:lnTo>
                <a:lnTo>
                  <a:pt x="1295400" y="66675"/>
                </a:lnTo>
                <a:lnTo>
                  <a:pt x="1371600" y="66675"/>
                </a:lnTo>
                <a:lnTo>
                  <a:pt x="1371600" y="57150"/>
                </a:lnTo>
                <a:lnTo>
                  <a:pt x="1447800" y="57150"/>
                </a:lnTo>
                <a:lnTo>
                  <a:pt x="1447800" y="47625"/>
                </a:lnTo>
                <a:lnTo>
                  <a:pt x="1524000" y="47625"/>
                </a:lnTo>
                <a:lnTo>
                  <a:pt x="1524000" y="38100"/>
                </a:lnTo>
                <a:lnTo>
                  <a:pt x="1590675" y="38100"/>
                </a:lnTo>
                <a:close/>
                <a:moveTo>
                  <a:pt x="590550" y="38100"/>
                </a:moveTo>
                <a:lnTo>
                  <a:pt x="600075" y="38100"/>
                </a:lnTo>
                <a:lnTo>
                  <a:pt x="600075" y="47625"/>
                </a:lnTo>
                <a:lnTo>
                  <a:pt x="590550" y="47625"/>
                </a:lnTo>
                <a:close/>
                <a:moveTo>
                  <a:pt x="2105025" y="38100"/>
                </a:moveTo>
                <a:lnTo>
                  <a:pt x="2114550" y="38100"/>
                </a:lnTo>
                <a:lnTo>
                  <a:pt x="2114550" y="47625"/>
                </a:lnTo>
                <a:lnTo>
                  <a:pt x="2105025" y="47625"/>
                </a:lnTo>
                <a:close/>
                <a:moveTo>
                  <a:pt x="666750" y="47625"/>
                </a:moveTo>
                <a:lnTo>
                  <a:pt x="676275" y="47625"/>
                </a:lnTo>
                <a:lnTo>
                  <a:pt x="676275" y="57150"/>
                </a:lnTo>
                <a:lnTo>
                  <a:pt x="666750" y="57150"/>
                </a:lnTo>
                <a:close/>
                <a:moveTo>
                  <a:pt x="2143125" y="47625"/>
                </a:moveTo>
                <a:lnTo>
                  <a:pt x="2152650" y="47625"/>
                </a:lnTo>
                <a:lnTo>
                  <a:pt x="2152650" y="57150"/>
                </a:lnTo>
                <a:lnTo>
                  <a:pt x="2143125" y="57150"/>
                </a:lnTo>
                <a:close/>
                <a:moveTo>
                  <a:pt x="809625" y="66675"/>
                </a:moveTo>
                <a:lnTo>
                  <a:pt x="819150" y="66675"/>
                </a:lnTo>
                <a:lnTo>
                  <a:pt x="819150" y="76200"/>
                </a:lnTo>
                <a:lnTo>
                  <a:pt x="809625" y="76200"/>
                </a:lnTo>
                <a:close/>
                <a:moveTo>
                  <a:pt x="876300" y="76200"/>
                </a:moveTo>
                <a:lnTo>
                  <a:pt x="885825" y="76200"/>
                </a:lnTo>
                <a:lnTo>
                  <a:pt x="885825" y="85725"/>
                </a:lnTo>
                <a:lnTo>
                  <a:pt x="876300" y="85725"/>
                </a:lnTo>
                <a:close/>
                <a:moveTo>
                  <a:pt x="2247900" y="76200"/>
                </a:moveTo>
                <a:lnTo>
                  <a:pt x="2257425" y="76200"/>
                </a:lnTo>
                <a:lnTo>
                  <a:pt x="2257425" y="85725"/>
                </a:lnTo>
                <a:lnTo>
                  <a:pt x="2247900" y="85725"/>
                </a:lnTo>
                <a:close/>
                <a:moveTo>
                  <a:pt x="2286000" y="85725"/>
                </a:moveTo>
                <a:lnTo>
                  <a:pt x="2295525" y="85725"/>
                </a:lnTo>
                <a:lnTo>
                  <a:pt x="2295525" y="95250"/>
                </a:lnTo>
                <a:lnTo>
                  <a:pt x="2286000" y="95250"/>
                </a:lnTo>
                <a:close/>
                <a:moveTo>
                  <a:pt x="1038225" y="95250"/>
                </a:moveTo>
                <a:lnTo>
                  <a:pt x="1047750" y="95250"/>
                </a:lnTo>
                <a:lnTo>
                  <a:pt x="1047750" y="114300"/>
                </a:lnTo>
                <a:lnTo>
                  <a:pt x="1038225" y="114300"/>
                </a:lnTo>
                <a:close/>
                <a:moveTo>
                  <a:pt x="1066800" y="95250"/>
                </a:moveTo>
                <a:lnTo>
                  <a:pt x="1085850" y="95250"/>
                </a:lnTo>
                <a:lnTo>
                  <a:pt x="1085850" y="114300"/>
                </a:lnTo>
                <a:lnTo>
                  <a:pt x="1066800" y="114300"/>
                </a:lnTo>
                <a:close/>
                <a:moveTo>
                  <a:pt x="1809750" y="104775"/>
                </a:moveTo>
                <a:lnTo>
                  <a:pt x="1819275" y="104775"/>
                </a:lnTo>
                <a:lnTo>
                  <a:pt x="1819275" y="114300"/>
                </a:lnTo>
                <a:lnTo>
                  <a:pt x="1809750" y="114300"/>
                </a:lnTo>
                <a:close/>
                <a:moveTo>
                  <a:pt x="1819275" y="114300"/>
                </a:moveTo>
                <a:lnTo>
                  <a:pt x="1828800" y="114300"/>
                </a:lnTo>
                <a:lnTo>
                  <a:pt x="1828800" y="123825"/>
                </a:lnTo>
                <a:lnTo>
                  <a:pt x="1819275" y="123825"/>
                </a:lnTo>
                <a:close/>
                <a:moveTo>
                  <a:pt x="266700" y="123825"/>
                </a:moveTo>
                <a:lnTo>
                  <a:pt x="276225" y="123825"/>
                </a:lnTo>
                <a:lnTo>
                  <a:pt x="276225" y="133350"/>
                </a:lnTo>
                <a:lnTo>
                  <a:pt x="266700" y="133350"/>
                </a:lnTo>
                <a:close/>
                <a:moveTo>
                  <a:pt x="1809750" y="123825"/>
                </a:moveTo>
                <a:lnTo>
                  <a:pt x="1819275" y="123825"/>
                </a:lnTo>
                <a:lnTo>
                  <a:pt x="1819275" y="133350"/>
                </a:lnTo>
                <a:lnTo>
                  <a:pt x="1809750" y="133350"/>
                </a:lnTo>
                <a:close/>
                <a:moveTo>
                  <a:pt x="1828800" y="123825"/>
                </a:moveTo>
                <a:lnTo>
                  <a:pt x="1838325" y="123825"/>
                </a:lnTo>
                <a:lnTo>
                  <a:pt x="1838325" y="133350"/>
                </a:lnTo>
                <a:lnTo>
                  <a:pt x="1828800" y="133350"/>
                </a:lnTo>
                <a:close/>
                <a:moveTo>
                  <a:pt x="1885950" y="152400"/>
                </a:moveTo>
                <a:lnTo>
                  <a:pt x="1895475" y="152400"/>
                </a:lnTo>
                <a:lnTo>
                  <a:pt x="1895475" y="161925"/>
                </a:lnTo>
                <a:lnTo>
                  <a:pt x="1885950" y="161925"/>
                </a:lnTo>
                <a:close/>
                <a:moveTo>
                  <a:pt x="2085975" y="171450"/>
                </a:moveTo>
                <a:lnTo>
                  <a:pt x="2095500" y="171450"/>
                </a:lnTo>
                <a:lnTo>
                  <a:pt x="2095500" y="180975"/>
                </a:lnTo>
                <a:lnTo>
                  <a:pt x="2085975" y="180975"/>
                </a:lnTo>
                <a:close/>
                <a:moveTo>
                  <a:pt x="2333625" y="171450"/>
                </a:moveTo>
                <a:lnTo>
                  <a:pt x="2343150" y="171450"/>
                </a:lnTo>
                <a:lnTo>
                  <a:pt x="2343150" y="180975"/>
                </a:lnTo>
                <a:lnTo>
                  <a:pt x="2333625" y="180975"/>
                </a:lnTo>
                <a:close/>
                <a:moveTo>
                  <a:pt x="2124075" y="180975"/>
                </a:moveTo>
                <a:lnTo>
                  <a:pt x="2133600" y="180975"/>
                </a:lnTo>
                <a:lnTo>
                  <a:pt x="2133600" y="190500"/>
                </a:lnTo>
                <a:lnTo>
                  <a:pt x="2124075" y="190500"/>
                </a:lnTo>
                <a:close/>
                <a:moveTo>
                  <a:pt x="190500" y="200025"/>
                </a:moveTo>
                <a:lnTo>
                  <a:pt x="209550" y="200025"/>
                </a:lnTo>
                <a:lnTo>
                  <a:pt x="209550" y="209550"/>
                </a:lnTo>
                <a:lnTo>
                  <a:pt x="200025" y="209550"/>
                </a:lnTo>
                <a:lnTo>
                  <a:pt x="200025" y="228600"/>
                </a:lnTo>
                <a:lnTo>
                  <a:pt x="190500" y="228600"/>
                </a:lnTo>
                <a:lnTo>
                  <a:pt x="190500" y="238125"/>
                </a:lnTo>
                <a:lnTo>
                  <a:pt x="180975" y="238125"/>
                </a:lnTo>
                <a:lnTo>
                  <a:pt x="180975" y="247650"/>
                </a:lnTo>
                <a:lnTo>
                  <a:pt x="171450" y="247650"/>
                </a:lnTo>
                <a:lnTo>
                  <a:pt x="171450" y="257175"/>
                </a:lnTo>
                <a:lnTo>
                  <a:pt x="161925" y="257175"/>
                </a:lnTo>
                <a:lnTo>
                  <a:pt x="161925" y="266700"/>
                </a:lnTo>
                <a:lnTo>
                  <a:pt x="152400" y="266700"/>
                </a:lnTo>
                <a:lnTo>
                  <a:pt x="152400" y="285750"/>
                </a:lnTo>
                <a:lnTo>
                  <a:pt x="161925" y="285750"/>
                </a:lnTo>
                <a:lnTo>
                  <a:pt x="161925" y="752475"/>
                </a:lnTo>
                <a:lnTo>
                  <a:pt x="152400" y="752475"/>
                </a:lnTo>
                <a:lnTo>
                  <a:pt x="152400" y="742950"/>
                </a:lnTo>
                <a:lnTo>
                  <a:pt x="142875" y="742950"/>
                </a:lnTo>
                <a:lnTo>
                  <a:pt x="142875" y="771525"/>
                </a:lnTo>
                <a:lnTo>
                  <a:pt x="133350" y="771525"/>
                </a:lnTo>
                <a:lnTo>
                  <a:pt x="133350" y="762000"/>
                </a:lnTo>
                <a:lnTo>
                  <a:pt x="104775" y="762000"/>
                </a:lnTo>
                <a:lnTo>
                  <a:pt x="104775" y="752475"/>
                </a:lnTo>
                <a:lnTo>
                  <a:pt x="85725" y="752475"/>
                </a:lnTo>
                <a:lnTo>
                  <a:pt x="85725" y="733425"/>
                </a:lnTo>
                <a:lnTo>
                  <a:pt x="95250" y="733425"/>
                </a:lnTo>
                <a:lnTo>
                  <a:pt x="95250" y="685800"/>
                </a:lnTo>
                <a:lnTo>
                  <a:pt x="85725" y="685800"/>
                </a:lnTo>
                <a:lnTo>
                  <a:pt x="85725" y="590550"/>
                </a:lnTo>
                <a:lnTo>
                  <a:pt x="76200" y="590550"/>
                </a:lnTo>
                <a:lnTo>
                  <a:pt x="76200" y="504825"/>
                </a:lnTo>
                <a:lnTo>
                  <a:pt x="66675" y="504825"/>
                </a:lnTo>
                <a:lnTo>
                  <a:pt x="66675" y="428625"/>
                </a:lnTo>
                <a:lnTo>
                  <a:pt x="57150" y="428625"/>
                </a:lnTo>
                <a:lnTo>
                  <a:pt x="57150" y="371475"/>
                </a:lnTo>
                <a:lnTo>
                  <a:pt x="66675" y="371475"/>
                </a:lnTo>
                <a:lnTo>
                  <a:pt x="66675" y="333375"/>
                </a:lnTo>
                <a:lnTo>
                  <a:pt x="76200" y="333375"/>
                </a:lnTo>
                <a:lnTo>
                  <a:pt x="76200" y="314325"/>
                </a:lnTo>
                <a:lnTo>
                  <a:pt x="85725" y="314325"/>
                </a:lnTo>
                <a:lnTo>
                  <a:pt x="85725" y="295275"/>
                </a:lnTo>
                <a:lnTo>
                  <a:pt x="95250" y="295275"/>
                </a:lnTo>
                <a:lnTo>
                  <a:pt x="95250" y="276225"/>
                </a:lnTo>
                <a:lnTo>
                  <a:pt x="104775" y="276225"/>
                </a:lnTo>
                <a:lnTo>
                  <a:pt x="104775" y="266700"/>
                </a:lnTo>
                <a:lnTo>
                  <a:pt x="114300" y="266700"/>
                </a:lnTo>
                <a:lnTo>
                  <a:pt x="114300" y="257175"/>
                </a:lnTo>
                <a:lnTo>
                  <a:pt x="123825" y="257175"/>
                </a:lnTo>
                <a:lnTo>
                  <a:pt x="123825" y="247650"/>
                </a:lnTo>
                <a:lnTo>
                  <a:pt x="133350" y="247650"/>
                </a:lnTo>
                <a:lnTo>
                  <a:pt x="133350" y="238125"/>
                </a:lnTo>
                <a:lnTo>
                  <a:pt x="142875" y="238125"/>
                </a:lnTo>
                <a:lnTo>
                  <a:pt x="142875" y="228600"/>
                </a:lnTo>
                <a:lnTo>
                  <a:pt x="152400" y="228600"/>
                </a:lnTo>
                <a:lnTo>
                  <a:pt x="152400" y="219075"/>
                </a:lnTo>
                <a:lnTo>
                  <a:pt x="171450" y="219075"/>
                </a:lnTo>
                <a:lnTo>
                  <a:pt x="171450" y="209550"/>
                </a:lnTo>
                <a:lnTo>
                  <a:pt x="190500" y="209550"/>
                </a:lnTo>
                <a:close/>
                <a:moveTo>
                  <a:pt x="1581150" y="209550"/>
                </a:moveTo>
                <a:lnTo>
                  <a:pt x="1590675" y="209550"/>
                </a:lnTo>
                <a:lnTo>
                  <a:pt x="1590675" y="219075"/>
                </a:lnTo>
                <a:lnTo>
                  <a:pt x="1581150" y="219075"/>
                </a:lnTo>
                <a:close/>
                <a:moveTo>
                  <a:pt x="2114550" y="209550"/>
                </a:moveTo>
                <a:lnTo>
                  <a:pt x="2124075" y="209550"/>
                </a:lnTo>
                <a:lnTo>
                  <a:pt x="2124075" y="219075"/>
                </a:lnTo>
                <a:lnTo>
                  <a:pt x="2114550" y="219075"/>
                </a:lnTo>
                <a:close/>
                <a:moveTo>
                  <a:pt x="1657350" y="219075"/>
                </a:moveTo>
                <a:lnTo>
                  <a:pt x="1666875" y="219075"/>
                </a:lnTo>
                <a:lnTo>
                  <a:pt x="1666875" y="228600"/>
                </a:lnTo>
                <a:lnTo>
                  <a:pt x="1657350" y="228600"/>
                </a:lnTo>
                <a:close/>
                <a:moveTo>
                  <a:pt x="1866900" y="219075"/>
                </a:moveTo>
                <a:lnTo>
                  <a:pt x="1876425" y="219075"/>
                </a:lnTo>
                <a:lnTo>
                  <a:pt x="1876425" y="228600"/>
                </a:lnTo>
                <a:lnTo>
                  <a:pt x="1866900" y="228600"/>
                </a:lnTo>
                <a:close/>
                <a:moveTo>
                  <a:pt x="1543050" y="238125"/>
                </a:moveTo>
                <a:lnTo>
                  <a:pt x="1552575" y="238125"/>
                </a:lnTo>
                <a:lnTo>
                  <a:pt x="1552575" y="247650"/>
                </a:lnTo>
                <a:lnTo>
                  <a:pt x="1543050" y="247650"/>
                </a:lnTo>
                <a:close/>
                <a:moveTo>
                  <a:pt x="1724025" y="238125"/>
                </a:moveTo>
                <a:lnTo>
                  <a:pt x="1733550" y="238125"/>
                </a:lnTo>
                <a:lnTo>
                  <a:pt x="1733550" y="247650"/>
                </a:lnTo>
                <a:lnTo>
                  <a:pt x="1724025" y="247650"/>
                </a:lnTo>
                <a:close/>
                <a:moveTo>
                  <a:pt x="2105025" y="238125"/>
                </a:moveTo>
                <a:lnTo>
                  <a:pt x="2114550" y="238125"/>
                </a:lnTo>
                <a:lnTo>
                  <a:pt x="2114550" y="247650"/>
                </a:lnTo>
                <a:lnTo>
                  <a:pt x="2105025" y="247650"/>
                </a:lnTo>
                <a:close/>
                <a:moveTo>
                  <a:pt x="1762125" y="247650"/>
                </a:moveTo>
                <a:lnTo>
                  <a:pt x="1771650" y="247650"/>
                </a:lnTo>
                <a:lnTo>
                  <a:pt x="1771650" y="257175"/>
                </a:lnTo>
                <a:lnTo>
                  <a:pt x="1762125" y="257175"/>
                </a:lnTo>
                <a:close/>
                <a:moveTo>
                  <a:pt x="1800225" y="257175"/>
                </a:moveTo>
                <a:lnTo>
                  <a:pt x="1809750" y="257175"/>
                </a:lnTo>
                <a:lnTo>
                  <a:pt x="1809750" y="266700"/>
                </a:lnTo>
                <a:lnTo>
                  <a:pt x="1800225" y="266700"/>
                </a:lnTo>
                <a:close/>
                <a:moveTo>
                  <a:pt x="2085975" y="266700"/>
                </a:moveTo>
                <a:lnTo>
                  <a:pt x="2095500" y="266700"/>
                </a:lnTo>
                <a:lnTo>
                  <a:pt x="2095500" y="276225"/>
                </a:lnTo>
                <a:lnTo>
                  <a:pt x="2085975" y="276225"/>
                </a:lnTo>
                <a:close/>
                <a:moveTo>
                  <a:pt x="695325" y="276225"/>
                </a:moveTo>
                <a:lnTo>
                  <a:pt x="723900" y="276225"/>
                </a:lnTo>
                <a:lnTo>
                  <a:pt x="723900" y="285750"/>
                </a:lnTo>
                <a:lnTo>
                  <a:pt x="695325" y="285750"/>
                </a:lnTo>
                <a:close/>
                <a:moveTo>
                  <a:pt x="2095500" y="276225"/>
                </a:moveTo>
                <a:lnTo>
                  <a:pt x="2105025" y="276225"/>
                </a:lnTo>
                <a:lnTo>
                  <a:pt x="2105025" y="285750"/>
                </a:lnTo>
                <a:lnTo>
                  <a:pt x="2095500" y="285750"/>
                </a:lnTo>
                <a:close/>
                <a:moveTo>
                  <a:pt x="685800" y="285750"/>
                </a:moveTo>
                <a:lnTo>
                  <a:pt x="695325" y="285750"/>
                </a:lnTo>
                <a:lnTo>
                  <a:pt x="695325" y="295275"/>
                </a:lnTo>
                <a:lnTo>
                  <a:pt x="685800" y="295275"/>
                </a:lnTo>
                <a:close/>
                <a:moveTo>
                  <a:pt x="723900" y="285750"/>
                </a:moveTo>
                <a:lnTo>
                  <a:pt x="733425" y="285750"/>
                </a:lnTo>
                <a:lnTo>
                  <a:pt x="733425" y="295275"/>
                </a:lnTo>
                <a:lnTo>
                  <a:pt x="723900" y="295275"/>
                </a:lnTo>
                <a:close/>
                <a:moveTo>
                  <a:pt x="828675" y="304800"/>
                </a:moveTo>
                <a:lnTo>
                  <a:pt x="838200" y="304800"/>
                </a:lnTo>
                <a:lnTo>
                  <a:pt x="838200" y="323850"/>
                </a:lnTo>
                <a:lnTo>
                  <a:pt x="828675" y="323850"/>
                </a:lnTo>
                <a:close/>
                <a:moveTo>
                  <a:pt x="1181100" y="314325"/>
                </a:moveTo>
                <a:lnTo>
                  <a:pt x="1209675" y="314325"/>
                </a:lnTo>
                <a:lnTo>
                  <a:pt x="1209675" y="323850"/>
                </a:lnTo>
                <a:lnTo>
                  <a:pt x="1190625" y="323850"/>
                </a:lnTo>
                <a:lnTo>
                  <a:pt x="1190625" y="333375"/>
                </a:lnTo>
                <a:lnTo>
                  <a:pt x="1181100" y="333375"/>
                </a:lnTo>
                <a:close/>
                <a:moveTo>
                  <a:pt x="2295525" y="314325"/>
                </a:moveTo>
                <a:lnTo>
                  <a:pt x="2305050" y="314325"/>
                </a:lnTo>
                <a:lnTo>
                  <a:pt x="2305050" y="323850"/>
                </a:lnTo>
                <a:lnTo>
                  <a:pt x="2295525" y="323850"/>
                </a:lnTo>
                <a:close/>
                <a:moveTo>
                  <a:pt x="657225" y="323850"/>
                </a:moveTo>
                <a:lnTo>
                  <a:pt x="666750" y="323850"/>
                </a:lnTo>
                <a:lnTo>
                  <a:pt x="666750" y="342900"/>
                </a:lnTo>
                <a:lnTo>
                  <a:pt x="657225" y="342900"/>
                </a:lnTo>
                <a:close/>
                <a:moveTo>
                  <a:pt x="533400" y="342900"/>
                </a:moveTo>
                <a:lnTo>
                  <a:pt x="542925" y="342900"/>
                </a:lnTo>
                <a:lnTo>
                  <a:pt x="542925" y="352425"/>
                </a:lnTo>
                <a:lnTo>
                  <a:pt x="533400" y="352425"/>
                </a:lnTo>
                <a:close/>
                <a:moveTo>
                  <a:pt x="666750" y="342900"/>
                </a:moveTo>
                <a:lnTo>
                  <a:pt x="676275" y="342900"/>
                </a:lnTo>
                <a:lnTo>
                  <a:pt x="676275" y="352425"/>
                </a:lnTo>
                <a:lnTo>
                  <a:pt x="666750" y="352425"/>
                </a:lnTo>
                <a:close/>
                <a:moveTo>
                  <a:pt x="676275" y="352425"/>
                </a:moveTo>
                <a:lnTo>
                  <a:pt x="685800" y="352425"/>
                </a:lnTo>
                <a:lnTo>
                  <a:pt x="685800" y="361950"/>
                </a:lnTo>
                <a:lnTo>
                  <a:pt x="695325" y="361950"/>
                </a:lnTo>
                <a:lnTo>
                  <a:pt x="695325" y="371475"/>
                </a:lnTo>
                <a:lnTo>
                  <a:pt x="676275" y="371475"/>
                </a:lnTo>
                <a:close/>
                <a:moveTo>
                  <a:pt x="1714500" y="352425"/>
                </a:moveTo>
                <a:lnTo>
                  <a:pt x="1724025" y="352425"/>
                </a:lnTo>
                <a:lnTo>
                  <a:pt x="1724025" y="361950"/>
                </a:lnTo>
                <a:lnTo>
                  <a:pt x="1714500" y="361950"/>
                </a:lnTo>
                <a:close/>
                <a:moveTo>
                  <a:pt x="1962150" y="361950"/>
                </a:moveTo>
                <a:lnTo>
                  <a:pt x="1971675" y="361950"/>
                </a:lnTo>
                <a:lnTo>
                  <a:pt x="1971675" y="371475"/>
                </a:lnTo>
                <a:lnTo>
                  <a:pt x="1962150" y="371475"/>
                </a:lnTo>
                <a:close/>
                <a:moveTo>
                  <a:pt x="2228850" y="371475"/>
                </a:moveTo>
                <a:lnTo>
                  <a:pt x="2238375" y="371475"/>
                </a:lnTo>
                <a:lnTo>
                  <a:pt x="2238375" y="381000"/>
                </a:lnTo>
                <a:lnTo>
                  <a:pt x="2228850" y="381000"/>
                </a:lnTo>
                <a:close/>
                <a:moveTo>
                  <a:pt x="2276475" y="371475"/>
                </a:moveTo>
                <a:lnTo>
                  <a:pt x="2286000" y="371475"/>
                </a:lnTo>
                <a:lnTo>
                  <a:pt x="2286000" y="381000"/>
                </a:lnTo>
                <a:lnTo>
                  <a:pt x="2276475" y="381000"/>
                </a:lnTo>
                <a:close/>
                <a:moveTo>
                  <a:pt x="2171700" y="390525"/>
                </a:moveTo>
                <a:lnTo>
                  <a:pt x="2228850" y="390525"/>
                </a:lnTo>
                <a:lnTo>
                  <a:pt x="2228850" y="400050"/>
                </a:lnTo>
                <a:lnTo>
                  <a:pt x="2266950" y="400050"/>
                </a:lnTo>
                <a:lnTo>
                  <a:pt x="2266950" y="409575"/>
                </a:lnTo>
                <a:lnTo>
                  <a:pt x="2295525" y="409575"/>
                </a:lnTo>
                <a:lnTo>
                  <a:pt x="2295525" y="419100"/>
                </a:lnTo>
                <a:lnTo>
                  <a:pt x="2333625" y="419100"/>
                </a:lnTo>
                <a:lnTo>
                  <a:pt x="2333625" y="428625"/>
                </a:lnTo>
                <a:lnTo>
                  <a:pt x="2371725" y="428625"/>
                </a:lnTo>
                <a:lnTo>
                  <a:pt x="2371725" y="438150"/>
                </a:lnTo>
                <a:lnTo>
                  <a:pt x="2409825" y="438150"/>
                </a:lnTo>
                <a:lnTo>
                  <a:pt x="2409825" y="447675"/>
                </a:lnTo>
                <a:lnTo>
                  <a:pt x="2428875" y="447675"/>
                </a:lnTo>
                <a:lnTo>
                  <a:pt x="2428875" y="457200"/>
                </a:lnTo>
                <a:lnTo>
                  <a:pt x="2438400" y="457200"/>
                </a:lnTo>
                <a:lnTo>
                  <a:pt x="2438400" y="466725"/>
                </a:lnTo>
                <a:lnTo>
                  <a:pt x="2447925" y="466725"/>
                </a:lnTo>
                <a:lnTo>
                  <a:pt x="2447925" y="476250"/>
                </a:lnTo>
                <a:lnTo>
                  <a:pt x="2457450" y="476250"/>
                </a:lnTo>
                <a:lnTo>
                  <a:pt x="2457450" y="514350"/>
                </a:lnTo>
                <a:lnTo>
                  <a:pt x="2447925" y="514350"/>
                </a:lnTo>
                <a:lnTo>
                  <a:pt x="2447925" y="542925"/>
                </a:lnTo>
                <a:lnTo>
                  <a:pt x="2438400" y="542925"/>
                </a:lnTo>
                <a:lnTo>
                  <a:pt x="2438400" y="571500"/>
                </a:lnTo>
                <a:lnTo>
                  <a:pt x="2428875" y="571500"/>
                </a:lnTo>
                <a:lnTo>
                  <a:pt x="2428875" y="609600"/>
                </a:lnTo>
                <a:lnTo>
                  <a:pt x="2419350" y="609600"/>
                </a:lnTo>
                <a:lnTo>
                  <a:pt x="2419350" y="638175"/>
                </a:lnTo>
                <a:lnTo>
                  <a:pt x="2409825" y="638175"/>
                </a:lnTo>
                <a:lnTo>
                  <a:pt x="2409825" y="657225"/>
                </a:lnTo>
                <a:lnTo>
                  <a:pt x="2400300" y="657225"/>
                </a:lnTo>
                <a:lnTo>
                  <a:pt x="2400300" y="666750"/>
                </a:lnTo>
                <a:lnTo>
                  <a:pt x="2390775" y="666750"/>
                </a:lnTo>
                <a:lnTo>
                  <a:pt x="2390775" y="676275"/>
                </a:lnTo>
                <a:lnTo>
                  <a:pt x="2343150" y="676275"/>
                </a:lnTo>
                <a:lnTo>
                  <a:pt x="2343150" y="685800"/>
                </a:lnTo>
                <a:lnTo>
                  <a:pt x="2333625" y="685800"/>
                </a:lnTo>
                <a:lnTo>
                  <a:pt x="2333625" y="695325"/>
                </a:lnTo>
                <a:lnTo>
                  <a:pt x="2324100" y="695325"/>
                </a:lnTo>
                <a:lnTo>
                  <a:pt x="2324100" y="714375"/>
                </a:lnTo>
                <a:lnTo>
                  <a:pt x="2305050" y="714375"/>
                </a:lnTo>
                <a:lnTo>
                  <a:pt x="2305050" y="704850"/>
                </a:lnTo>
                <a:lnTo>
                  <a:pt x="2295525" y="704850"/>
                </a:lnTo>
                <a:lnTo>
                  <a:pt x="2295525" y="685800"/>
                </a:lnTo>
                <a:lnTo>
                  <a:pt x="2286000" y="685800"/>
                </a:lnTo>
                <a:lnTo>
                  <a:pt x="2286000" y="676275"/>
                </a:lnTo>
                <a:lnTo>
                  <a:pt x="2276475" y="676275"/>
                </a:lnTo>
                <a:lnTo>
                  <a:pt x="2276475" y="666750"/>
                </a:lnTo>
                <a:lnTo>
                  <a:pt x="2266950" y="666750"/>
                </a:lnTo>
                <a:lnTo>
                  <a:pt x="2266950" y="657225"/>
                </a:lnTo>
                <a:lnTo>
                  <a:pt x="2257425" y="657225"/>
                </a:lnTo>
                <a:lnTo>
                  <a:pt x="2257425" y="647700"/>
                </a:lnTo>
                <a:lnTo>
                  <a:pt x="2238375" y="647700"/>
                </a:lnTo>
                <a:lnTo>
                  <a:pt x="2238375" y="638175"/>
                </a:lnTo>
                <a:lnTo>
                  <a:pt x="2200275" y="638175"/>
                </a:lnTo>
                <a:lnTo>
                  <a:pt x="2200275" y="628650"/>
                </a:lnTo>
                <a:lnTo>
                  <a:pt x="2162175" y="628650"/>
                </a:lnTo>
                <a:lnTo>
                  <a:pt x="2162175" y="619125"/>
                </a:lnTo>
                <a:lnTo>
                  <a:pt x="2133600" y="619125"/>
                </a:lnTo>
                <a:lnTo>
                  <a:pt x="2133600" y="609600"/>
                </a:lnTo>
                <a:lnTo>
                  <a:pt x="2124075" y="609600"/>
                </a:lnTo>
                <a:lnTo>
                  <a:pt x="2124075" y="600075"/>
                </a:lnTo>
                <a:lnTo>
                  <a:pt x="2114550" y="600075"/>
                </a:lnTo>
                <a:lnTo>
                  <a:pt x="2114550" y="590550"/>
                </a:lnTo>
                <a:lnTo>
                  <a:pt x="2105025" y="590550"/>
                </a:lnTo>
                <a:lnTo>
                  <a:pt x="2105025" y="552450"/>
                </a:lnTo>
                <a:lnTo>
                  <a:pt x="2114550" y="552450"/>
                </a:lnTo>
                <a:lnTo>
                  <a:pt x="2114550" y="514350"/>
                </a:lnTo>
                <a:lnTo>
                  <a:pt x="2124075" y="514350"/>
                </a:lnTo>
                <a:lnTo>
                  <a:pt x="2124075" y="476250"/>
                </a:lnTo>
                <a:lnTo>
                  <a:pt x="2133600" y="476250"/>
                </a:lnTo>
                <a:lnTo>
                  <a:pt x="2133600" y="447675"/>
                </a:lnTo>
                <a:lnTo>
                  <a:pt x="2143125" y="447675"/>
                </a:lnTo>
                <a:lnTo>
                  <a:pt x="2143125" y="419100"/>
                </a:lnTo>
                <a:lnTo>
                  <a:pt x="2152650" y="419100"/>
                </a:lnTo>
                <a:lnTo>
                  <a:pt x="2152650" y="409575"/>
                </a:lnTo>
                <a:lnTo>
                  <a:pt x="2162175" y="409575"/>
                </a:lnTo>
                <a:lnTo>
                  <a:pt x="2162175" y="400050"/>
                </a:lnTo>
                <a:lnTo>
                  <a:pt x="2171700" y="400050"/>
                </a:lnTo>
                <a:close/>
                <a:moveTo>
                  <a:pt x="1981200" y="419100"/>
                </a:moveTo>
                <a:lnTo>
                  <a:pt x="1990725" y="419100"/>
                </a:lnTo>
                <a:lnTo>
                  <a:pt x="1990725" y="428625"/>
                </a:lnTo>
                <a:lnTo>
                  <a:pt x="1981200" y="428625"/>
                </a:lnTo>
                <a:close/>
                <a:moveTo>
                  <a:pt x="2000250" y="419100"/>
                </a:moveTo>
                <a:lnTo>
                  <a:pt x="2009775" y="419100"/>
                </a:lnTo>
                <a:lnTo>
                  <a:pt x="2009775" y="428625"/>
                </a:lnTo>
                <a:lnTo>
                  <a:pt x="2000250" y="428625"/>
                </a:lnTo>
                <a:close/>
                <a:moveTo>
                  <a:pt x="1943100" y="438150"/>
                </a:moveTo>
                <a:lnTo>
                  <a:pt x="1952625" y="438150"/>
                </a:lnTo>
                <a:lnTo>
                  <a:pt x="1952625" y="447675"/>
                </a:lnTo>
                <a:lnTo>
                  <a:pt x="1943100" y="447675"/>
                </a:lnTo>
                <a:close/>
                <a:moveTo>
                  <a:pt x="647700" y="447675"/>
                </a:moveTo>
                <a:lnTo>
                  <a:pt x="695325" y="447675"/>
                </a:lnTo>
                <a:lnTo>
                  <a:pt x="695325" y="466725"/>
                </a:lnTo>
                <a:lnTo>
                  <a:pt x="647700" y="466725"/>
                </a:lnTo>
                <a:close/>
                <a:moveTo>
                  <a:pt x="1981200" y="447675"/>
                </a:moveTo>
                <a:lnTo>
                  <a:pt x="1990725" y="447675"/>
                </a:lnTo>
                <a:lnTo>
                  <a:pt x="1990725" y="457200"/>
                </a:lnTo>
                <a:lnTo>
                  <a:pt x="1981200" y="457200"/>
                </a:lnTo>
                <a:close/>
                <a:moveTo>
                  <a:pt x="2305050" y="485775"/>
                </a:moveTo>
                <a:lnTo>
                  <a:pt x="2314575" y="485775"/>
                </a:lnTo>
                <a:lnTo>
                  <a:pt x="2314575" y="466725"/>
                </a:lnTo>
                <a:lnTo>
                  <a:pt x="2305050" y="466725"/>
                </a:lnTo>
                <a:lnTo>
                  <a:pt x="2305050" y="457200"/>
                </a:lnTo>
                <a:lnTo>
                  <a:pt x="2286000" y="457200"/>
                </a:lnTo>
                <a:lnTo>
                  <a:pt x="2286000" y="466725"/>
                </a:lnTo>
                <a:lnTo>
                  <a:pt x="2276475" y="466725"/>
                </a:lnTo>
                <a:lnTo>
                  <a:pt x="2276475" y="495300"/>
                </a:lnTo>
                <a:lnTo>
                  <a:pt x="2266950" y="495300"/>
                </a:lnTo>
                <a:lnTo>
                  <a:pt x="2266950" y="561975"/>
                </a:lnTo>
                <a:lnTo>
                  <a:pt x="2276475" y="561975"/>
                </a:lnTo>
                <a:lnTo>
                  <a:pt x="2276475" y="552450"/>
                </a:lnTo>
                <a:lnTo>
                  <a:pt x="2286000" y="552450"/>
                </a:lnTo>
                <a:lnTo>
                  <a:pt x="2286000" y="542925"/>
                </a:lnTo>
                <a:lnTo>
                  <a:pt x="2295525" y="542925"/>
                </a:lnTo>
                <a:lnTo>
                  <a:pt x="2295525" y="514350"/>
                </a:lnTo>
                <a:lnTo>
                  <a:pt x="2305050" y="514350"/>
                </a:lnTo>
                <a:close/>
                <a:moveTo>
                  <a:pt x="542925" y="495300"/>
                </a:moveTo>
                <a:lnTo>
                  <a:pt x="552450" y="495300"/>
                </a:lnTo>
                <a:lnTo>
                  <a:pt x="552450" y="514350"/>
                </a:lnTo>
                <a:lnTo>
                  <a:pt x="542925" y="514350"/>
                </a:lnTo>
                <a:close/>
                <a:moveTo>
                  <a:pt x="1333500" y="495300"/>
                </a:moveTo>
                <a:lnTo>
                  <a:pt x="1352550" y="495300"/>
                </a:lnTo>
                <a:lnTo>
                  <a:pt x="1352550" y="504825"/>
                </a:lnTo>
                <a:lnTo>
                  <a:pt x="1333500" y="504825"/>
                </a:lnTo>
                <a:close/>
                <a:moveTo>
                  <a:pt x="504825" y="504825"/>
                </a:moveTo>
                <a:lnTo>
                  <a:pt x="533400" y="504825"/>
                </a:lnTo>
                <a:lnTo>
                  <a:pt x="533400" y="514350"/>
                </a:lnTo>
                <a:lnTo>
                  <a:pt x="523875" y="514350"/>
                </a:lnTo>
                <a:lnTo>
                  <a:pt x="523875" y="523875"/>
                </a:lnTo>
                <a:lnTo>
                  <a:pt x="504825" y="523875"/>
                </a:lnTo>
                <a:close/>
                <a:moveTo>
                  <a:pt x="2019300" y="504825"/>
                </a:moveTo>
                <a:lnTo>
                  <a:pt x="2028825" y="504825"/>
                </a:lnTo>
                <a:lnTo>
                  <a:pt x="2028825" y="514350"/>
                </a:lnTo>
                <a:lnTo>
                  <a:pt x="2019300" y="514350"/>
                </a:lnTo>
                <a:close/>
                <a:moveTo>
                  <a:pt x="428625" y="523875"/>
                </a:moveTo>
                <a:lnTo>
                  <a:pt x="447675" y="523875"/>
                </a:lnTo>
                <a:lnTo>
                  <a:pt x="447675" y="542925"/>
                </a:lnTo>
                <a:lnTo>
                  <a:pt x="428625" y="542925"/>
                </a:lnTo>
                <a:close/>
                <a:moveTo>
                  <a:pt x="714375" y="523875"/>
                </a:moveTo>
                <a:lnTo>
                  <a:pt x="733425" y="523875"/>
                </a:lnTo>
                <a:lnTo>
                  <a:pt x="733425" y="533400"/>
                </a:lnTo>
                <a:lnTo>
                  <a:pt x="714375" y="533400"/>
                </a:lnTo>
                <a:close/>
                <a:moveTo>
                  <a:pt x="676275" y="533400"/>
                </a:moveTo>
                <a:lnTo>
                  <a:pt x="695325" y="533400"/>
                </a:lnTo>
                <a:lnTo>
                  <a:pt x="695325" y="542925"/>
                </a:lnTo>
                <a:lnTo>
                  <a:pt x="676275" y="542925"/>
                </a:lnTo>
                <a:close/>
                <a:moveTo>
                  <a:pt x="962025" y="533400"/>
                </a:moveTo>
                <a:lnTo>
                  <a:pt x="981075" y="533400"/>
                </a:lnTo>
                <a:lnTo>
                  <a:pt x="981075" y="542925"/>
                </a:lnTo>
                <a:lnTo>
                  <a:pt x="971550" y="542925"/>
                </a:lnTo>
                <a:lnTo>
                  <a:pt x="971550" y="552450"/>
                </a:lnTo>
                <a:lnTo>
                  <a:pt x="952500" y="552450"/>
                </a:lnTo>
                <a:lnTo>
                  <a:pt x="952500" y="542925"/>
                </a:lnTo>
                <a:lnTo>
                  <a:pt x="962025" y="542925"/>
                </a:lnTo>
                <a:close/>
                <a:moveTo>
                  <a:pt x="361950" y="542925"/>
                </a:moveTo>
                <a:lnTo>
                  <a:pt x="371475" y="542925"/>
                </a:lnTo>
                <a:lnTo>
                  <a:pt x="371475" y="561975"/>
                </a:lnTo>
                <a:lnTo>
                  <a:pt x="361950" y="561975"/>
                </a:lnTo>
                <a:close/>
                <a:moveTo>
                  <a:pt x="1533525" y="542925"/>
                </a:moveTo>
                <a:lnTo>
                  <a:pt x="1543050" y="542925"/>
                </a:lnTo>
                <a:lnTo>
                  <a:pt x="1543050" y="552450"/>
                </a:lnTo>
                <a:lnTo>
                  <a:pt x="1533525" y="552450"/>
                </a:lnTo>
                <a:close/>
                <a:moveTo>
                  <a:pt x="1914525" y="542925"/>
                </a:moveTo>
                <a:lnTo>
                  <a:pt x="1924050" y="542925"/>
                </a:lnTo>
                <a:lnTo>
                  <a:pt x="1924050" y="552450"/>
                </a:lnTo>
                <a:lnTo>
                  <a:pt x="1914525" y="552450"/>
                </a:lnTo>
                <a:close/>
                <a:moveTo>
                  <a:pt x="542925" y="552450"/>
                </a:moveTo>
                <a:lnTo>
                  <a:pt x="561975" y="552450"/>
                </a:lnTo>
                <a:lnTo>
                  <a:pt x="561975" y="571500"/>
                </a:lnTo>
                <a:lnTo>
                  <a:pt x="542925" y="571500"/>
                </a:lnTo>
                <a:close/>
                <a:moveTo>
                  <a:pt x="1933575" y="552450"/>
                </a:moveTo>
                <a:lnTo>
                  <a:pt x="1943100" y="552450"/>
                </a:lnTo>
                <a:lnTo>
                  <a:pt x="1943100" y="561975"/>
                </a:lnTo>
                <a:lnTo>
                  <a:pt x="1933575" y="561975"/>
                </a:lnTo>
                <a:close/>
                <a:moveTo>
                  <a:pt x="314325" y="561975"/>
                </a:moveTo>
                <a:lnTo>
                  <a:pt x="323850" y="561975"/>
                </a:lnTo>
                <a:lnTo>
                  <a:pt x="323850" y="581025"/>
                </a:lnTo>
                <a:lnTo>
                  <a:pt x="314325" y="581025"/>
                </a:lnTo>
                <a:close/>
                <a:moveTo>
                  <a:pt x="1666875" y="581025"/>
                </a:moveTo>
                <a:lnTo>
                  <a:pt x="1685925" y="581025"/>
                </a:lnTo>
                <a:lnTo>
                  <a:pt x="1685925" y="590550"/>
                </a:lnTo>
                <a:lnTo>
                  <a:pt x="1666875" y="590550"/>
                </a:lnTo>
                <a:close/>
                <a:moveTo>
                  <a:pt x="1200150" y="590550"/>
                </a:moveTo>
                <a:lnTo>
                  <a:pt x="1209675" y="590550"/>
                </a:lnTo>
                <a:lnTo>
                  <a:pt x="1209675" y="600075"/>
                </a:lnTo>
                <a:lnTo>
                  <a:pt x="1200150" y="600075"/>
                </a:lnTo>
                <a:close/>
                <a:moveTo>
                  <a:pt x="542925" y="600075"/>
                </a:moveTo>
                <a:lnTo>
                  <a:pt x="561975" y="600075"/>
                </a:lnTo>
                <a:lnTo>
                  <a:pt x="561975" y="619125"/>
                </a:lnTo>
                <a:lnTo>
                  <a:pt x="571500" y="619125"/>
                </a:lnTo>
                <a:lnTo>
                  <a:pt x="571500" y="647700"/>
                </a:lnTo>
                <a:lnTo>
                  <a:pt x="581025" y="647700"/>
                </a:lnTo>
                <a:lnTo>
                  <a:pt x="581025" y="657225"/>
                </a:lnTo>
                <a:lnTo>
                  <a:pt x="552450" y="657225"/>
                </a:lnTo>
                <a:lnTo>
                  <a:pt x="552450" y="647700"/>
                </a:lnTo>
                <a:lnTo>
                  <a:pt x="561975" y="647700"/>
                </a:lnTo>
                <a:lnTo>
                  <a:pt x="561975" y="638175"/>
                </a:lnTo>
                <a:lnTo>
                  <a:pt x="552450" y="638175"/>
                </a:lnTo>
                <a:lnTo>
                  <a:pt x="552450" y="628650"/>
                </a:lnTo>
                <a:lnTo>
                  <a:pt x="542925" y="628650"/>
                </a:lnTo>
                <a:close/>
                <a:moveTo>
                  <a:pt x="1752600" y="600075"/>
                </a:moveTo>
                <a:lnTo>
                  <a:pt x="1762125" y="600075"/>
                </a:lnTo>
                <a:lnTo>
                  <a:pt x="1762125" y="609600"/>
                </a:lnTo>
                <a:lnTo>
                  <a:pt x="1752600" y="609600"/>
                </a:lnTo>
                <a:close/>
                <a:moveTo>
                  <a:pt x="2247900" y="600075"/>
                </a:moveTo>
                <a:lnTo>
                  <a:pt x="2276475" y="600075"/>
                </a:lnTo>
                <a:lnTo>
                  <a:pt x="2276475" y="571500"/>
                </a:lnTo>
                <a:lnTo>
                  <a:pt x="2257425" y="571500"/>
                </a:lnTo>
                <a:lnTo>
                  <a:pt x="2257425" y="581025"/>
                </a:lnTo>
                <a:lnTo>
                  <a:pt x="2247900" y="581025"/>
                </a:lnTo>
                <a:close/>
                <a:moveTo>
                  <a:pt x="514350" y="609600"/>
                </a:moveTo>
                <a:lnTo>
                  <a:pt x="523875" y="609600"/>
                </a:lnTo>
                <a:lnTo>
                  <a:pt x="523875" y="628650"/>
                </a:lnTo>
                <a:lnTo>
                  <a:pt x="514350" y="628650"/>
                </a:lnTo>
                <a:close/>
                <a:moveTo>
                  <a:pt x="1200150" y="609600"/>
                </a:moveTo>
                <a:lnTo>
                  <a:pt x="1219200" y="609600"/>
                </a:lnTo>
                <a:lnTo>
                  <a:pt x="1219200" y="619125"/>
                </a:lnTo>
                <a:lnTo>
                  <a:pt x="1200150" y="619125"/>
                </a:lnTo>
                <a:close/>
                <a:moveTo>
                  <a:pt x="1095375" y="619125"/>
                </a:moveTo>
                <a:lnTo>
                  <a:pt x="1104900" y="619125"/>
                </a:lnTo>
                <a:lnTo>
                  <a:pt x="1104900" y="628650"/>
                </a:lnTo>
                <a:lnTo>
                  <a:pt x="1095375" y="628650"/>
                </a:lnTo>
                <a:close/>
                <a:moveTo>
                  <a:pt x="1828800" y="619125"/>
                </a:moveTo>
                <a:lnTo>
                  <a:pt x="1838325" y="619125"/>
                </a:lnTo>
                <a:lnTo>
                  <a:pt x="1838325" y="628650"/>
                </a:lnTo>
                <a:lnTo>
                  <a:pt x="1828800" y="628650"/>
                </a:lnTo>
                <a:close/>
                <a:moveTo>
                  <a:pt x="1104900" y="628650"/>
                </a:moveTo>
                <a:lnTo>
                  <a:pt x="1123950" y="628650"/>
                </a:lnTo>
                <a:lnTo>
                  <a:pt x="1123950" y="647700"/>
                </a:lnTo>
                <a:lnTo>
                  <a:pt x="1114425" y="647700"/>
                </a:lnTo>
                <a:lnTo>
                  <a:pt x="1114425" y="638175"/>
                </a:lnTo>
                <a:lnTo>
                  <a:pt x="1104900" y="638175"/>
                </a:lnTo>
                <a:close/>
                <a:moveTo>
                  <a:pt x="381000" y="638175"/>
                </a:moveTo>
                <a:lnTo>
                  <a:pt x="409575" y="638175"/>
                </a:lnTo>
                <a:lnTo>
                  <a:pt x="409575" y="657225"/>
                </a:lnTo>
                <a:lnTo>
                  <a:pt x="400050" y="657225"/>
                </a:lnTo>
                <a:lnTo>
                  <a:pt x="400050" y="666750"/>
                </a:lnTo>
                <a:lnTo>
                  <a:pt x="390525" y="666750"/>
                </a:lnTo>
                <a:lnTo>
                  <a:pt x="390525" y="657225"/>
                </a:lnTo>
                <a:lnTo>
                  <a:pt x="381000" y="657225"/>
                </a:lnTo>
                <a:close/>
                <a:moveTo>
                  <a:pt x="619125" y="638175"/>
                </a:moveTo>
                <a:lnTo>
                  <a:pt x="657225" y="638175"/>
                </a:lnTo>
                <a:lnTo>
                  <a:pt x="657225" y="657225"/>
                </a:lnTo>
                <a:lnTo>
                  <a:pt x="619125" y="657225"/>
                </a:lnTo>
                <a:close/>
                <a:moveTo>
                  <a:pt x="1123950" y="647700"/>
                </a:moveTo>
                <a:lnTo>
                  <a:pt x="1133475" y="647700"/>
                </a:lnTo>
                <a:lnTo>
                  <a:pt x="1133475" y="657225"/>
                </a:lnTo>
                <a:lnTo>
                  <a:pt x="1143000" y="657225"/>
                </a:lnTo>
                <a:lnTo>
                  <a:pt x="1143000" y="676275"/>
                </a:lnTo>
                <a:lnTo>
                  <a:pt x="1123950" y="676275"/>
                </a:lnTo>
                <a:close/>
                <a:moveTo>
                  <a:pt x="2000250" y="647700"/>
                </a:moveTo>
                <a:lnTo>
                  <a:pt x="2009775" y="647700"/>
                </a:lnTo>
                <a:lnTo>
                  <a:pt x="2009775" y="657225"/>
                </a:lnTo>
                <a:lnTo>
                  <a:pt x="2000250" y="657225"/>
                </a:lnTo>
                <a:close/>
                <a:moveTo>
                  <a:pt x="323850" y="657225"/>
                </a:moveTo>
                <a:lnTo>
                  <a:pt x="342900" y="657225"/>
                </a:lnTo>
                <a:lnTo>
                  <a:pt x="342900" y="676275"/>
                </a:lnTo>
                <a:lnTo>
                  <a:pt x="323850" y="676275"/>
                </a:lnTo>
                <a:close/>
                <a:moveTo>
                  <a:pt x="657225" y="657225"/>
                </a:moveTo>
                <a:lnTo>
                  <a:pt x="676275" y="657225"/>
                </a:lnTo>
                <a:lnTo>
                  <a:pt x="676275" y="666750"/>
                </a:lnTo>
                <a:lnTo>
                  <a:pt x="657225" y="666750"/>
                </a:lnTo>
                <a:close/>
                <a:moveTo>
                  <a:pt x="1838325" y="657225"/>
                </a:moveTo>
                <a:lnTo>
                  <a:pt x="1914525" y="657225"/>
                </a:lnTo>
                <a:lnTo>
                  <a:pt x="1914525" y="666750"/>
                </a:lnTo>
                <a:lnTo>
                  <a:pt x="1952625" y="666750"/>
                </a:lnTo>
                <a:lnTo>
                  <a:pt x="1952625" y="676275"/>
                </a:lnTo>
                <a:lnTo>
                  <a:pt x="1990725" y="676275"/>
                </a:lnTo>
                <a:lnTo>
                  <a:pt x="1990725" y="685800"/>
                </a:lnTo>
                <a:lnTo>
                  <a:pt x="2028825" y="685800"/>
                </a:lnTo>
                <a:lnTo>
                  <a:pt x="2028825" y="695325"/>
                </a:lnTo>
                <a:lnTo>
                  <a:pt x="2066925" y="695325"/>
                </a:lnTo>
                <a:lnTo>
                  <a:pt x="2066925" y="704850"/>
                </a:lnTo>
                <a:lnTo>
                  <a:pt x="2105025" y="704850"/>
                </a:lnTo>
                <a:lnTo>
                  <a:pt x="2105025" y="714375"/>
                </a:lnTo>
                <a:lnTo>
                  <a:pt x="2133600" y="714375"/>
                </a:lnTo>
                <a:lnTo>
                  <a:pt x="2133600" y="723900"/>
                </a:lnTo>
                <a:lnTo>
                  <a:pt x="2152650" y="723900"/>
                </a:lnTo>
                <a:lnTo>
                  <a:pt x="2152650" y="733425"/>
                </a:lnTo>
                <a:lnTo>
                  <a:pt x="2162175" y="733425"/>
                </a:lnTo>
                <a:lnTo>
                  <a:pt x="2162175" y="742950"/>
                </a:lnTo>
                <a:lnTo>
                  <a:pt x="2171700" y="742950"/>
                </a:lnTo>
                <a:lnTo>
                  <a:pt x="2171700" y="771525"/>
                </a:lnTo>
                <a:lnTo>
                  <a:pt x="2181225" y="771525"/>
                </a:lnTo>
                <a:lnTo>
                  <a:pt x="2181225" y="790575"/>
                </a:lnTo>
                <a:lnTo>
                  <a:pt x="2171700" y="790575"/>
                </a:lnTo>
                <a:lnTo>
                  <a:pt x="2171700" y="828675"/>
                </a:lnTo>
                <a:lnTo>
                  <a:pt x="2162175" y="828675"/>
                </a:lnTo>
                <a:lnTo>
                  <a:pt x="2162175" y="866775"/>
                </a:lnTo>
                <a:lnTo>
                  <a:pt x="2152650" y="866775"/>
                </a:lnTo>
                <a:lnTo>
                  <a:pt x="2152650" y="895350"/>
                </a:lnTo>
                <a:lnTo>
                  <a:pt x="2143125" y="895350"/>
                </a:lnTo>
                <a:lnTo>
                  <a:pt x="2143125" y="933450"/>
                </a:lnTo>
                <a:lnTo>
                  <a:pt x="2133600" y="933450"/>
                </a:lnTo>
                <a:lnTo>
                  <a:pt x="2133600" y="942975"/>
                </a:lnTo>
                <a:lnTo>
                  <a:pt x="2124075" y="942975"/>
                </a:lnTo>
                <a:lnTo>
                  <a:pt x="2124075" y="952500"/>
                </a:lnTo>
                <a:lnTo>
                  <a:pt x="2105025" y="952500"/>
                </a:lnTo>
                <a:lnTo>
                  <a:pt x="2105025" y="962025"/>
                </a:lnTo>
                <a:lnTo>
                  <a:pt x="2057400" y="962025"/>
                </a:lnTo>
                <a:lnTo>
                  <a:pt x="2057400" y="952500"/>
                </a:lnTo>
                <a:lnTo>
                  <a:pt x="2019300" y="952500"/>
                </a:lnTo>
                <a:lnTo>
                  <a:pt x="2019300" y="942975"/>
                </a:lnTo>
                <a:lnTo>
                  <a:pt x="1990725" y="942975"/>
                </a:lnTo>
                <a:lnTo>
                  <a:pt x="1990725" y="933450"/>
                </a:lnTo>
                <a:lnTo>
                  <a:pt x="1952625" y="933450"/>
                </a:lnTo>
                <a:lnTo>
                  <a:pt x="1952625" y="923925"/>
                </a:lnTo>
                <a:lnTo>
                  <a:pt x="1885950" y="923925"/>
                </a:lnTo>
                <a:lnTo>
                  <a:pt x="1885950" y="933450"/>
                </a:lnTo>
                <a:lnTo>
                  <a:pt x="1857375" y="933450"/>
                </a:lnTo>
                <a:lnTo>
                  <a:pt x="1857375" y="942975"/>
                </a:lnTo>
                <a:lnTo>
                  <a:pt x="1838325" y="942975"/>
                </a:lnTo>
                <a:lnTo>
                  <a:pt x="1838325" y="952500"/>
                </a:lnTo>
                <a:lnTo>
                  <a:pt x="1819275" y="952500"/>
                </a:lnTo>
                <a:lnTo>
                  <a:pt x="1819275" y="962025"/>
                </a:lnTo>
                <a:lnTo>
                  <a:pt x="1809750" y="962025"/>
                </a:lnTo>
                <a:lnTo>
                  <a:pt x="1809750" y="952500"/>
                </a:lnTo>
                <a:lnTo>
                  <a:pt x="1800225" y="952500"/>
                </a:lnTo>
                <a:lnTo>
                  <a:pt x="1800225" y="923925"/>
                </a:lnTo>
                <a:lnTo>
                  <a:pt x="1809750" y="923925"/>
                </a:lnTo>
                <a:lnTo>
                  <a:pt x="1809750" y="885825"/>
                </a:lnTo>
                <a:lnTo>
                  <a:pt x="1800225" y="885825"/>
                </a:lnTo>
                <a:lnTo>
                  <a:pt x="1800225" y="876300"/>
                </a:lnTo>
                <a:lnTo>
                  <a:pt x="1790700" y="876300"/>
                </a:lnTo>
                <a:lnTo>
                  <a:pt x="1790700" y="866775"/>
                </a:lnTo>
                <a:lnTo>
                  <a:pt x="1781175" y="866775"/>
                </a:lnTo>
                <a:lnTo>
                  <a:pt x="1781175" y="790575"/>
                </a:lnTo>
                <a:lnTo>
                  <a:pt x="1790700" y="790575"/>
                </a:lnTo>
                <a:lnTo>
                  <a:pt x="1790700" y="752475"/>
                </a:lnTo>
                <a:lnTo>
                  <a:pt x="1800225" y="752475"/>
                </a:lnTo>
                <a:lnTo>
                  <a:pt x="1800225" y="714375"/>
                </a:lnTo>
                <a:lnTo>
                  <a:pt x="1809750" y="714375"/>
                </a:lnTo>
                <a:lnTo>
                  <a:pt x="1809750" y="685800"/>
                </a:lnTo>
                <a:lnTo>
                  <a:pt x="1819275" y="685800"/>
                </a:lnTo>
                <a:lnTo>
                  <a:pt x="1819275" y="676275"/>
                </a:lnTo>
                <a:lnTo>
                  <a:pt x="1828800" y="676275"/>
                </a:lnTo>
                <a:lnTo>
                  <a:pt x="1828800" y="666750"/>
                </a:lnTo>
                <a:lnTo>
                  <a:pt x="1838325" y="666750"/>
                </a:lnTo>
                <a:close/>
                <a:moveTo>
                  <a:pt x="1990725" y="657225"/>
                </a:moveTo>
                <a:lnTo>
                  <a:pt x="2000250" y="657225"/>
                </a:lnTo>
                <a:lnTo>
                  <a:pt x="2000250" y="666750"/>
                </a:lnTo>
                <a:lnTo>
                  <a:pt x="1990725" y="666750"/>
                </a:lnTo>
                <a:close/>
                <a:moveTo>
                  <a:pt x="485775" y="666750"/>
                </a:moveTo>
                <a:lnTo>
                  <a:pt x="504825" y="666750"/>
                </a:lnTo>
                <a:lnTo>
                  <a:pt x="504825" y="685800"/>
                </a:lnTo>
                <a:lnTo>
                  <a:pt x="485775" y="685800"/>
                </a:lnTo>
                <a:close/>
                <a:moveTo>
                  <a:pt x="1190625" y="666750"/>
                </a:moveTo>
                <a:lnTo>
                  <a:pt x="1209675" y="666750"/>
                </a:lnTo>
                <a:lnTo>
                  <a:pt x="1209675" y="676275"/>
                </a:lnTo>
                <a:lnTo>
                  <a:pt x="1190625" y="676275"/>
                </a:lnTo>
                <a:close/>
                <a:moveTo>
                  <a:pt x="409575" y="685800"/>
                </a:moveTo>
                <a:lnTo>
                  <a:pt x="428625" y="685800"/>
                </a:lnTo>
                <a:lnTo>
                  <a:pt x="428625" y="704850"/>
                </a:lnTo>
                <a:lnTo>
                  <a:pt x="409575" y="704850"/>
                </a:lnTo>
                <a:close/>
                <a:moveTo>
                  <a:pt x="666750" y="685800"/>
                </a:moveTo>
                <a:lnTo>
                  <a:pt x="685800" y="685800"/>
                </a:lnTo>
                <a:lnTo>
                  <a:pt x="685800" y="704850"/>
                </a:lnTo>
                <a:lnTo>
                  <a:pt x="666750" y="704850"/>
                </a:lnTo>
                <a:close/>
                <a:moveTo>
                  <a:pt x="1085850" y="685800"/>
                </a:moveTo>
                <a:lnTo>
                  <a:pt x="1104900" y="685800"/>
                </a:lnTo>
                <a:lnTo>
                  <a:pt x="1104900" y="695325"/>
                </a:lnTo>
                <a:lnTo>
                  <a:pt x="1095375" y="695325"/>
                </a:lnTo>
                <a:lnTo>
                  <a:pt x="1095375" y="723900"/>
                </a:lnTo>
                <a:lnTo>
                  <a:pt x="1104900" y="723900"/>
                </a:lnTo>
                <a:lnTo>
                  <a:pt x="1104900" y="742950"/>
                </a:lnTo>
                <a:lnTo>
                  <a:pt x="1095375" y="742950"/>
                </a:lnTo>
                <a:lnTo>
                  <a:pt x="1095375" y="733425"/>
                </a:lnTo>
                <a:lnTo>
                  <a:pt x="1085850" y="733425"/>
                </a:lnTo>
                <a:lnTo>
                  <a:pt x="1085850" y="723900"/>
                </a:lnTo>
                <a:lnTo>
                  <a:pt x="1057275" y="723900"/>
                </a:lnTo>
                <a:lnTo>
                  <a:pt x="1057275" y="714375"/>
                </a:lnTo>
                <a:lnTo>
                  <a:pt x="1047750" y="714375"/>
                </a:lnTo>
                <a:lnTo>
                  <a:pt x="1047750" y="704850"/>
                </a:lnTo>
                <a:lnTo>
                  <a:pt x="1076325" y="704850"/>
                </a:lnTo>
                <a:lnTo>
                  <a:pt x="1076325" y="695325"/>
                </a:lnTo>
                <a:lnTo>
                  <a:pt x="1085850" y="695325"/>
                </a:lnTo>
                <a:close/>
                <a:moveTo>
                  <a:pt x="657225" y="704850"/>
                </a:moveTo>
                <a:lnTo>
                  <a:pt x="666750" y="704850"/>
                </a:lnTo>
                <a:lnTo>
                  <a:pt x="666750" y="714375"/>
                </a:lnTo>
                <a:lnTo>
                  <a:pt x="657225" y="714375"/>
                </a:lnTo>
                <a:close/>
                <a:moveTo>
                  <a:pt x="1323975" y="704850"/>
                </a:moveTo>
                <a:lnTo>
                  <a:pt x="1333500" y="704850"/>
                </a:lnTo>
                <a:lnTo>
                  <a:pt x="1333500" y="714375"/>
                </a:lnTo>
                <a:lnTo>
                  <a:pt x="1323975" y="714375"/>
                </a:lnTo>
                <a:close/>
                <a:moveTo>
                  <a:pt x="628650" y="714375"/>
                </a:moveTo>
                <a:lnTo>
                  <a:pt x="657225" y="714375"/>
                </a:lnTo>
                <a:lnTo>
                  <a:pt x="657225" y="733425"/>
                </a:lnTo>
                <a:lnTo>
                  <a:pt x="628650" y="733425"/>
                </a:lnTo>
                <a:close/>
                <a:moveTo>
                  <a:pt x="676275" y="714375"/>
                </a:moveTo>
                <a:lnTo>
                  <a:pt x="685800" y="714375"/>
                </a:lnTo>
                <a:lnTo>
                  <a:pt x="685800" y="723900"/>
                </a:lnTo>
                <a:lnTo>
                  <a:pt x="676275" y="723900"/>
                </a:lnTo>
                <a:close/>
                <a:moveTo>
                  <a:pt x="1009650" y="714375"/>
                </a:moveTo>
                <a:lnTo>
                  <a:pt x="1019175" y="714375"/>
                </a:lnTo>
                <a:lnTo>
                  <a:pt x="1019175" y="723900"/>
                </a:lnTo>
                <a:lnTo>
                  <a:pt x="1028700" y="723900"/>
                </a:lnTo>
                <a:lnTo>
                  <a:pt x="1028700" y="733425"/>
                </a:lnTo>
                <a:lnTo>
                  <a:pt x="1009650" y="733425"/>
                </a:lnTo>
                <a:close/>
                <a:moveTo>
                  <a:pt x="666750" y="723900"/>
                </a:moveTo>
                <a:lnTo>
                  <a:pt x="676275" y="723900"/>
                </a:lnTo>
                <a:lnTo>
                  <a:pt x="676275" y="733425"/>
                </a:lnTo>
                <a:lnTo>
                  <a:pt x="666750" y="733425"/>
                </a:lnTo>
                <a:close/>
                <a:moveTo>
                  <a:pt x="1228725" y="723900"/>
                </a:moveTo>
                <a:lnTo>
                  <a:pt x="1238250" y="723900"/>
                </a:lnTo>
                <a:lnTo>
                  <a:pt x="1238250" y="742950"/>
                </a:lnTo>
                <a:lnTo>
                  <a:pt x="1228725" y="742950"/>
                </a:lnTo>
                <a:close/>
                <a:moveTo>
                  <a:pt x="190500" y="733425"/>
                </a:moveTo>
                <a:lnTo>
                  <a:pt x="209550" y="733425"/>
                </a:lnTo>
                <a:lnTo>
                  <a:pt x="209550" y="742950"/>
                </a:lnTo>
                <a:lnTo>
                  <a:pt x="219075" y="742950"/>
                </a:lnTo>
                <a:lnTo>
                  <a:pt x="219075" y="752475"/>
                </a:lnTo>
                <a:lnTo>
                  <a:pt x="190500" y="752475"/>
                </a:lnTo>
                <a:close/>
                <a:moveTo>
                  <a:pt x="428625" y="733425"/>
                </a:moveTo>
                <a:lnTo>
                  <a:pt x="447675" y="733425"/>
                </a:lnTo>
                <a:lnTo>
                  <a:pt x="447675" y="742950"/>
                </a:lnTo>
                <a:lnTo>
                  <a:pt x="438150" y="742950"/>
                </a:lnTo>
                <a:lnTo>
                  <a:pt x="438150" y="752475"/>
                </a:lnTo>
                <a:lnTo>
                  <a:pt x="447675" y="752475"/>
                </a:lnTo>
                <a:lnTo>
                  <a:pt x="447675" y="742950"/>
                </a:lnTo>
                <a:lnTo>
                  <a:pt x="457200" y="742950"/>
                </a:lnTo>
                <a:lnTo>
                  <a:pt x="457200" y="762000"/>
                </a:lnTo>
                <a:lnTo>
                  <a:pt x="447675" y="762000"/>
                </a:lnTo>
                <a:lnTo>
                  <a:pt x="447675" y="771525"/>
                </a:lnTo>
                <a:lnTo>
                  <a:pt x="428625" y="771525"/>
                </a:lnTo>
                <a:close/>
                <a:moveTo>
                  <a:pt x="466725" y="733425"/>
                </a:moveTo>
                <a:lnTo>
                  <a:pt x="476250" y="733425"/>
                </a:lnTo>
                <a:lnTo>
                  <a:pt x="476250" y="752475"/>
                </a:lnTo>
                <a:lnTo>
                  <a:pt x="466725" y="752475"/>
                </a:lnTo>
                <a:close/>
                <a:moveTo>
                  <a:pt x="485775" y="733425"/>
                </a:moveTo>
                <a:lnTo>
                  <a:pt x="504825" y="733425"/>
                </a:lnTo>
                <a:lnTo>
                  <a:pt x="504825" y="742950"/>
                </a:lnTo>
                <a:lnTo>
                  <a:pt x="495300" y="742950"/>
                </a:lnTo>
                <a:lnTo>
                  <a:pt x="495300" y="752475"/>
                </a:lnTo>
                <a:lnTo>
                  <a:pt x="485775" y="752475"/>
                </a:lnTo>
                <a:close/>
                <a:moveTo>
                  <a:pt x="657225" y="733425"/>
                </a:moveTo>
                <a:lnTo>
                  <a:pt x="666750" y="733425"/>
                </a:lnTo>
                <a:lnTo>
                  <a:pt x="666750" y="752475"/>
                </a:lnTo>
                <a:lnTo>
                  <a:pt x="657225" y="752475"/>
                </a:lnTo>
                <a:close/>
                <a:moveTo>
                  <a:pt x="1428750" y="742950"/>
                </a:moveTo>
                <a:lnTo>
                  <a:pt x="1438275" y="742950"/>
                </a:lnTo>
                <a:lnTo>
                  <a:pt x="1438275" y="762000"/>
                </a:lnTo>
                <a:lnTo>
                  <a:pt x="1428750" y="762000"/>
                </a:lnTo>
                <a:close/>
                <a:moveTo>
                  <a:pt x="647700" y="752475"/>
                </a:moveTo>
                <a:lnTo>
                  <a:pt x="657225" y="752475"/>
                </a:lnTo>
                <a:lnTo>
                  <a:pt x="657225" y="762000"/>
                </a:lnTo>
                <a:lnTo>
                  <a:pt x="647700" y="762000"/>
                </a:lnTo>
                <a:close/>
                <a:moveTo>
                  <a:pt x="180975" y="762000"/>
                </a:moveTo>
                <a:lnTo>
                  <a:pt x="209550" y="762000"/>
                </a:lnTo>
                <a:lnTo>
                  <a:pt x="209550" y="771525"/>
                </a:lnTo>
                <a:lnTo>
                  <a:pt x="219075" y="771525"/>
                </a:lnTo>
                <a:lnTo>
                  <a:pt x="219075" y="800100"/>
                </a:lnTo>
                <a:lnTo>
                  <a:pt x="209550" y="800100"/>
                </a:lnTo>
                <a:lnTo>
                  <a:pt x="209550" y="790575"/>
                </a:lnTo>
                <a:lnTo>
                  <a:pt x="200025" y="790575"/>
                </a:lnTo>
                <a:lnTo>
                  <a:pt x="200025" y="771525"/>
                </a:lnTo>
                <a:lnTo>
                  <a:pt x="180975" y="771525"/>
                </a:lnTo>
                <a:close/>
                <a:moveTo>
                  <a:pt x="600075" y="762000"/>
                </a:moveTo>
                <a:lnTo>
                  <a:pt x="619125" y="762000"/>
                </a:lnTo>
                <a:lnTo>
                  <a:pt x="619125" y="790575"/>
                </a:lnTo>
                <a:lnTo>
                  <a:pt x="609600" y="790575"/>
                </a:lnTo>
                <a:lnTo>
                  <a:pt x="609600" y="781050"/>
                </a:lnTo>
                <a:lnTo>
                  <a:pt x="600075" y="781050"/>
                </a:lnTo>
                <a:close/>
                <a:moveTo>
                  <a:pt x="904875" y="762000"/>
                </a:moveTo>
                <a:lnTo>
                  <a:pt x="914400" y="762000"/>
                </a:lnTo>
                <a:lnTo>
                  <a:pt x="914400" y="781050"/>
                </a:lnTo>
                <a:lnTo>
                  <a:pt x="904875" y="781050"/>
                </a:lnTo>
                <a:close/>
                <a:moveTo>
                  <a:pt x="1352550" y="762000"/>
                </a:moveTo>
                <a:lnTo>
                  <a:pt x="1362075" y="762000"/>
                </a:lnTo>
                <a:lnTo>
                  <a:pt x="1362075" y="771525"/>
                </a:lnTo>
                <a:lnTo>
                  <a:pt x="1352550" y="771525"/>
                </a:lnTo>
                <a:close/>
                <a:moveTo>
                  <a:pt x="1171575" y="771525"/>
                </a:moveTo>
                <a:lnTo>
                  <a:pt x="1181100" y="771525"/>
                </a:lnTo>
                <a:lnTo>
                  <a:pt x="1181100" y="781050"/>
                </a:lnTo>
                <a:lnTo>
                  <a:pt x="1190625" y="781050"/>
                </a:lnTo>
                <a:lnTo>
                  <a:pt x="1190625" y="790575"/>
                </a:lnTo>
                <a:lnTo>
                  <a:pt x="1171575" y="790575"/>
                </a:lnTo>
                <a:close/>
                <a:moveTo>
                  <a:pt x="962025" y="781050"/>
                </a:moveTo>
                <a:lnTo>
                  <a:pt x="981075" y="781050"/>
                </a:lnTo>
                <a:lnTo>
                  <a:pt x="981075" y="800100"/>
                </a:lnTo>
                <a:lnTo>
                  <a:pt x="962025" y="800100"/>
                </a:lnTo>
                <a:close/>
                <a:moveTo>
                  <a:pt x="1362075" y="790575"/>
                </a:moveTo>
                <a:lnTo>
                  <a:pt x="1371600" y="790575"/>
                </a:lnTo>
                <a:lnTo>
                  <a:pt x="1371600" y="800100"/>
                </a:lnTo>
                <a:lnTo>
                  <a:pt x="1362075" y="800100"/>
                </a:lnTo>
                <a:close/>
                <a:moveTo>
                  <a:pt x="600075" y="800100"/>
                </a:moveTo>
                <a:lnTo>
                  <a:pt x="609600" y="800100"/>
                </a:lnTo>
                <a:lnTo>
                  <a:pt x="609600" y="809625"/>
                </a:lnTo>
                <a:lnTo>
                  <a:pt x="619125" y="809625"/>
                </a:lnTo>
                <a:lnTo>
                  <a:pt x="619125" y="819150"/>
                </a:lnTo>
                <a:lnTo>
                  <a:pt x="600075" y="819150"/>
                </a:lnTo>
                <a:close/>
                <a:moveTo>
                  <a:pt x="1143000" y="800100"/>
                </a:moveTo>
                <a:lnTo>
                  <a:pt x="1162050" y="800100"/>
                </a:lnTo>
                <a:lnTo>
                  <a:pt x="1162050" y="809625"/>
                </a:lnTo>
                <a:lnTo>
                  <a:pt x="1143000" y="809625"/>
                </a:lnTo>
                <a:close/>
                <a:moveTo>
                  <a:pt x="1885950" y="800100"/>
                </a:moveTo>
                <a:lnTo>
                  <a:pt x="1895475" y="800100"/>
                </a:lnTo>
                <a:lnTo>
                  <a:pt x="1895475" y="809625"/>
                </a:lnTo>
                <a:lnTo>
                  <a:pt x="1914525" y="809625"/>
                </a:lnTo>
                <a:lnTo>
                  <a:pt x="1914525" y="800100"/>
                </a:lnTo>
                <a:lnTo>
                  <a:pt x="1924050" y="800100"/>
                </a:lnTo>
                <a:lnTo>
                  <a:pt x="1924050" y="781050"/>
                </a:lnTo>
                <a:lnTo>
                  <a:pt x="1914525" y="781050"/>
                </a:lnTo>
                <a:lnTo>
                  <a:pt x="1914525" y="771525"/>
                </a:lnTo>
                <a:lnTo>
                  <a:pt x="1895475" y="771525"/>
                </a:lnTo>
                <a:lnTo>
                  <a:pt x="1895475" y="781050"/>
                </a:lnTo>
                <a:lnTo>
                  <a:pt x="1885950" y="781050"/>
                </a:lnTo>
                <a:close/>
                <a:moveTo>
                  <a:pt x="314325" y="809625"/>
                </a:moveTo>
                <a:lnTo>
                  <a:pt x="323850" y="809625"/>
                </a:lnTo>
                <a:lnTo>
                  <a:pt x="323850" y="819150"/>
                </a:lnTo>
                <a:lnTo>
                  <a:pt x="314325" y="819150"/>
                </a:lnTo>
                <a:close/>
                <a:moveTo>
                  <a:pt x="1095375" y="819150"/>
                </a:moveTo>
                <a:lnTo>
                  <a:pt x="1114425" y="819150"/>
                </a:lnTo>
                <a:lnTo>
                  <a:pt x="1114425" y="828675"/>
                </a:lnTo>
                <a:lnTo>
                  <a:pt x="1104900" y="828675"/>
                </a:lnTo>
                <a:lnTo>
                  <a:pt x="1104900" y="847725"/>
                </a:lnTo>
                <a:lnTo>
                  <a:pt x="1095375" y="847725"/>
                </a:lnTo>
                <a:close/>
                <a:moveTo>
                  <a:pt x="1962150" y="819150"/>
                </a:moveTo>
                <a:lnTo>
                  <a:pt x="1971675" y="819150"/>
                </a:lnTo>
                <a:lnTo>
                  <a:pt x="1971675" y="828675"/>
                </a:lnTo>
                <a:lnTo>
                  <a:pt x="1990725" y="828675"/>
                </a:lnTo>
                <a:lnTo>
                  <a:pt x="1990725" y="819150"/>
                </a:lnTo>
                <a:lnTo>
                  <a:pt x="2000250" y="819150"/>
                </a:lnTo>
                <a:lnTo>
                  <a:pt x="2000250" y="800100"/>
                </a:lnTo>
                <a:lnTo>
                  <a:pt x="1990725" y="800100"/>
                </a:lnTo>
                <a:lnTo>
                  <a:pt x="1990725" y="790575"/>
                </a:lnTo>
                <a:lnTo>
                  <a:pt x="1971675" y="790575"/>
                </a:lnTo>
                <a:lnTo>
                  <a:pt x="1971675" y="800100"/>
                </a:lnTo>
                <a:lnTo>
                  <a:pt x="1962150" y="800100"/>
                </a:lnTo>
                <a:close/>
                <a:moveTo>
                  <a:pt x="523875" y="828675"/>
                </a:moveTo>
                <a:lnTo>
                  <a:pt x="542925" y="828675"/>
                </a:lnTo>
                <a:lnTo>
                  <a:pt x="542925" y="847725"/>
                </a:lnTo>
                <a:lnTo>
                  <a:pt x="523875" y="847725"/>
                </a:lnTo>
                <a:close/>
                <a:moveTo>
                  <a:pt x="485775" y="838200"/>
                </a:moveTo>
                <a:lnTo>
                  <a:pt x="504825" y="838200"/>
                </a:lnTo>
                <a:lnTo>
                  <a:pt x="504825" y="857250"/>
                </a:lnTo>
                <a:lnTo>
                  <a:pt x="485775" y="857250"/>
                </a:lnTo>
                <a:close/>
                <a:moveTo>
                  <a:pt x="1381125" y="838200"/>
                </a:moveTo>
                <a:lnTo>
                  <a:pt x="1390650" y="838200"/>
                </a:lnTo>
                <a:lnTo>
                  <a:pt x="1390650" y="847725"/>
                </a:lnTo>
                <a:lnTo>
                  <a:pt x="1381125" y="847725"/>
                </a:lnTo>
                <a:close/>
                <a:moveTo>
                  <a:pt x="1495425" y="838200"/>
                </a:moveTo>
                <a:lnTo>
                  <a:pt x="1504950" y="838200"/>
                </a:lnTo>
                <a:lnTo>
                  <a:pt x="1504950" y="847725"/>
                </a:lnTo>
                <a:lnTo>
                  <a:pt x="1495425" y="847725"/>
                </a:lnTo>
                <a:close/>
                <a:moveTo>
                  <a:pt x="2028825" y="838200"/>
                </a:moveTo>
                <a:lnTo>
                  <a:pt x="2038350" y="838200"/>
                </a:lnTo>
                <a:lnTo>
                  <a:pt x="2038350" y="847725"/>
                </a:lnTo>
                <a:lnTo>
                  <a:pt x="2057400" y="847725"/>
                </a:lnTo>
                <a:lnTo>
                  <a:pt x="2057400" y="838200"/>
                </a:lnTo>
                <a:lnTo>
                  <a:pt x="2066925" y="838200"/>
                </a:lnTo>
                <a:lnTo>
                  <a:pt x="2066925" y="809625"/>
                </a:lnTo>
                <a:lnTo>
                  <a:pt x="2038350" y="809625"/>
                </a:lnTo>
                <a:lnTo>
                  <a:pt x="2038350" y="819150"/>
                </a:lnTo>
                <a:lnTo>
                  <a:pt x="2028825" y="819150"/>
                </a:lnTo>
                <a:close/>
                <a:moveTo>
                  <a:pt x="114300" y="847725"/>
                </a:moveTo>
                <a:lnTo>
                  <a:pt x="133350" y="847725"/>
                </a:lnTo>
                <a:lnTo>
                  <a:pt x="133350" y="857250"/>
                </a:lnTo>
                <a:lnTo>
                  <a:pt x="123825" y="857250"/>
                </a:lnTo>
                <a:lnTo>
                  <a:pt x="123825" y="866775"/>
                </a:lnTo>
                <a:lnTo>
                  <a:pt x="114300" y="866775"/>
                </a:lnTo>
                <a:close/>
                <a:moveTo>
                  <a:pt x="438150" y="847725"/>
                </a:moveTo>
                <a:lnTo>
                  <a:pt x="466725" y="847725"/>
                </a:lnTo>
                <a:lnTo>
                  <a:pt x="466725" y="866775"/>
                </a:lnTo>
                <a:lnTo>
                  <a:pt x="438150" y="866775"/>
                </a:lnTo>
                <a:close/>
                <a:moveTo>
                  <a:pt x="381000" y="857250"/>
                </a:moveTo>
                <a:lnTo>
                  <a:pt x="419100" y="857250"/>
                </a:lnTo>
                <a:lnTo>
                  <a:pt x="419100" y="876300"/>
                </a:lnTo>
                <a:lnTo>
                  <a:pt x="390525" y="876300"/>
                </a:lnTo>
                <a:lnTo>
                  <a:pt x="390525" y="866775"/>
                </a:lnTo>
                <a:lnTo>
                  <a:pt x="381000" y="866775"/>
                </a:lnTo>
                <a:close/>
                <a:moveTo>
                  <a:pt x="1390650" y="857250"/>
                </a:moveTo>
                <a:lnTo>
                  <a:pt x="1400175" y="857250"/>
                </a:lnTo>
                <a:lnTo>
                  <a:pt x="1400175" y="866775"/>
                </a:lnTo>
                <a:lnTo>
                  <a:pt x="1390650" y="866775"/>
                </a:lnTo>
                <a:close/>
                <a:moveTo>
                  <a:pt x="1000125" y="895350"/>
                </a:moveTo>
                <a:lnTo>
                  <a:pt x="1009650" y="895350"/>
                </a:lnTo>
                <a:lnTo>
                  <a:pt x="1009650" y="904875"/>
                </a:lnTo>
                <a:lnTo>
                  <a:pt x="1000125" y="904875"/>
                </a:lnTo>
                <a:close/>
                <a:moveTo>
                  <a:pt x="123825" y="904875"/>
                </a:moveTo>
                <a:lnTo>
                  <a:pt x="142875" y="904875"/>
                </a:lnTo>
                <a:lnTo>
                  <a:pt x="142875" y="914400"/>
                </a:lnTo>
                <a:lnTo>
                  <a:pt x="123825" y="914400"/>
                </a:lnTo>
                <a:close/>
                <a:moveTo>
                  <a:pt x="1409700" y="904875"/>
                </a:moveTo>
                <a:lnTo>
                  <a:pt x="1419225" y="904875"/>
                </a:lnTo>
                <a:lnTo>
                  <a:pt x="1419225" y="914400"/>
                </a:lnTo>
                <a:lnTo>
                  <a:pt x="1409700" y="914400"/>
                </a:lnTo>
                <a:close/>
                <a:moveTo>
                  <a:pt x="952500" y="923925"/>
                </a:moveTo>
                <a:lnTo>
                  <a:pt x="971550" y="923925"/>
                </a:lnTo>
                <a:lnTo>
                  <a:pt x="971550" y="933450"/>
                </a:lnTo>
                <a:lnTo>
                  <a:pt x="952500" y="933450"/>
                </a:lnTo>
                <a:close/>
                <a:moveTo>
                  <a:pt x="657225" y="942975"/>
                </a:moveTo>
                <a:lnTo>
                  <a:pt x="666750" y="942975"/>
                </a:lnTo>
                <a:lnTo>
                  <a:pt x="666750" y="952500"/>
                </a:lnTo>
                <a:lnTo>
                  <a:pt x="657225" y="952500"/>
                </a:lnTo>
                <a:close/>
                <a:moveTo>
                  <a:pt x="638175" y="952500"/>
                </a:moveTo>
                <a:lnTo>
                  <a:pt x="657225" y="952500"/>
                </a:lnTo>
                <a:lnTo>
                  <a:pt x="657225" y="962025"/>
                </a:lnTo>
                <a:lnTo>
                  <a:pt x="685800" y="962025"/>
                </a:lnTo>
                <a:lnTo>
                  <a:pt x="685800" y="971550"/>
                </a:lnTo>
                <a:lnTo>
                  <a:pt x="676275" y="971550"/>
                </a:lnTo>
                <a:lnTo>
                  <a:pt x="676275" y="981075"/>
                </a:lnTo>
                <a:lnTo>
                  <a:pt x="695325" y="981075"/>
                </a:lnTo>
                <a:lnTo>
                  <a:pt x="695325" y="1000125"/>
                </a:lnTo>
                <a:lnTo>
                  <a:pt x="676275" y="1000125"/>
                </a:lnTo>
                <a:lnTo>
                  <a:pt x="676275" y="1009650"/>
                </a:lnTo>
                <a:lnTo>
                  <a:pt x="666750" y="1009650"/>
                </a:lnTo>
                <a:lnTo>
                  <a:pt x="666750" y="1028700"/>
                </a:lnTo>
                <a:lnTo>
                  <a:pt x="638175" y="1028700"/>
                </a:lnTo>
                <a:lnTo>
                  <a:pt x="638175" y="1009650"/>
                </a:lnTo>
                <a:lnTo>
                  <a:pt x="628650" y="1009650"/>
                </a:lnTo>
                <a:lnTo>
                  <a:pt x="628650" y="1000125"/>
                </a:lnTo>
                <a:lnTo>
                  <a:pt x="619125" y="1000125"/>
                </a:lnTo>
                <a:lnTo>
                  <a:pt x="619125" y="981075"/>
                </a:lnTo>
                <a:lnTo>
                  <a:pt x="628650" y="981075"/>
                </a:lnTo>
                <a:lnTo>
                  <a:pt x="628650" y="971550"/>
                </a:lnTo>
                <a:lnTo>
                  <a:pt x="619125" y="971550"/>
                </a:lnTo>
                <a:lnTo>
                  <a:pt x="619125" y="962025"/>
                </a:lnTo>
                <a:lnTo>
                  <a:pt x="638175" y="962025"/>
                </a:lnTo>
                <a:close/>
                <a:moveTo>
                  <a:pt x="914400" y="952500"/>
                </a:moveTo>
                <a:lnTo>
                  <a:pt x="933450" y="952500"/>
                </a:lnTo>
                <a:lnTo>
                  <a:pt x="933450" y="962025"/>
                </a:lnTo>
                <a:lnTo>
                  <a:pt x="914400" y="962025"/>
                </a:lnTo>
                <a:close/>
                <a:moveTo>
                  <a:pt x="1933575" y="952500"/>
                </a:moveTo>
                <a:lnTo>
                  <a:pt x="1943100" y="952500"/>
                </a:lnTo>
                <a:lnTo>
                  <a:pt x="1943100" y="962025"/>
                </a:lnTo>
                <a:lnTo>
                  <a:pt x="1933575" y="962025"/>
                </a:lnTo>
                <a:close/>
                <a:moveTo>
                  <a:pt x="171450" y="962025"/>
                </a:moveTo>
                <a:lnTo>
                  <a:pt x="190500" y="962025"/>
                </a:lnTo>
                <a:lnTo>
                  <a:pt x="190500" y="971550"/>
                </a:lnTo>
                <a:lnTo>
                  <a:pt x="171450" y="971550"/>
                </a:lnTo>
                <a:close/>
                <a:moveTo>
                  <a:pt x="904875" y="962025"/>
                </a:moveTo>
                <a:lnTo>
                  <a:pt x="914400" y="962025"/>
                </a:lnTo>
                <a:lnTo>
                  <a:pt x="914400" y="981075"/>
                </a:lnTo>
                <a:lnTo>
                  <a:pt x="904875" y="981075"/>
                </a:lnTo>
                <a:close/>
                <a:moveTo>
                  <a:pt x="1971675" y="962025"/>
                </a:moveTo>
                <a:lnTo>
                  <a:pt x="1981200" y="962025"/>
                </a:lnTo>
                <a:lnTo>
                  <a:pt x="1981200" y="981075"/>
                </a:lnTo>
                <a:lnTo>
                  <a:pt x="1971675" y="981075"/>
                </a:lnTo>
                <a:close/>
                <a:moveTo>
                  <a:pt x="200025" y="971550"/>
                </a:moveTo>
                <a:lnTo>
                  <a:pt x="228600" y="971550"/>
                </a:lnTo>
                <a:lnTo>
                  <a:pt x="228600" y="981075"/>
                </a:lnTo>
                <a:lnTo>
                  <a:pt x="209550" y="981075"/>
                </a:lnTo>
                <a:lnTo>
                  <a:pt x="209550" y="990600"/>
                </a:lnTo>
                <a:lnTo>
                  <a:pt x="171450" y="990600"/>
                </a:lnTo>
                <a:lnTo>
                  <a:pt x="171450" y="981075"/>
                </a:lnTo>
                <a:lnTo>
                  <a:pt x="200025" y="981075"/>
                </a:lnTo>
                <a:close/>
                <a:moveTo>
                  <a:pt x="1438275" y="971550"/>
                </a:moveTo>
                <a:lnTo>
                  <a:pt x="1447800" y="971550"/>
                </a:lnTo>
                <a:lnTo>
                  <a:pt x="1447800" y="981075"/>
                </a:lnTo>
                <a:lnTo>
                  <a:pt x="1438275" y="981075"/>
                </a:lnTo>
                <a:close/>
                <a:moveTo>
                  <a:pt x="1066800" y="990600"/>
                </a:moveTo>
                <a:lnTo>
                  <a:pt x="1076325" y="990600"/>
                </a:lnTo>
                <a:lnTo>
                  <a:pt x="1076325" y="1000125"/>
                </a:lnTo>
                <a:lnTo>
                  <a:pt x="1066800" y="1000125"/>
                </a:lnTo>
                <a:close/>
                <a:moveTo>
                  <a:pt x="1447800" y="990600"/>
                </a:moveTo>
                <a:lnTo>
                  <a:pt x="1457325" y="990600"/>
                </a:lnTo>
                <a:lnTo>
                  <a:pt x="1457325" y="1000125"/>
                </a:lnTo>
                <a:lnTo>
                  <a:pt x="1447800" y="1000125"/>
                </a:lnTo>
                <a:close/>
                <a:moveTo>
                  <a:pt x="609600" y="1000125"/>
                </a:moveTo>
                <a:lnTo>
                  <a:pt x="619125" y="1000125"/>
                </a:lnTo>
                <a:lnTo>
                  <a:pt x="619125" y="1009650"/>
                </a:lnTo>
                <a:lnTo>
                  <a:pt x="609600" y="1009650"/>
                </a:lnTo>
                <a:close/>
                <a:moveTo>
                  <a:pt x="781050" y="1000125"/>
                </a:moveTo>
                <a:lnTo>
                  <a:pt x="809625" y="1000125"/>
                </a:lnTo>
                <a:lnTo>
                  <a:pt x="809625" y="1019175"/>
                </a:lnTo>
                <a:lnTo>
                  <a:pt x="781050" y="1019175"/>
                </a:lnTo>
                <a:close/>
                <a:moveTo>
                  <a:pt x="876300" y="1000125"/>
                </a:moveTo>
                <a:lnTo>
                  <a:pt x="885825" y="1000125"/>
                </a:lnTo>
                <a:lnTo>
                  <a:pt x="885825" y="1019175"/>
                </a:lnTo>
                <a:lnTo>
                  <a:pt x="866775" y="1019175"/>
                </a:lnTo>
                <a:lnTo>
                  <a:pt x="866775" y="1009650"/>
                </a:lnTo>
                <a:lnTo>
                  <a:pt x="876300" y="1009650"/>
                </a:lnTo>
                <a:close/>
                <a:moveTo>
                  <a:pt x="1638300" y="1000125"/>
                </a:moveTo>
                <a:lnTo>
                  <a:pt x="1647825" y="1000125"/>
                </a:lnTo>
                <a:lnTo>
                  <a:pt x="1647825" y="1009650"/>
                </a:lnTo>
                <a:lnTo>
                  <a:pt x="1638300" y="1009650"/>
                </a:lnTo>
                <a:close/>
                <a:moveTo>
                  <a:pt x="695325" y="1009650"/>
                </a:moveTo>
                <a:lnTo>
                  <a:pt x="714375" y="1009650"/>
                </a:lnTo>
                <a:lnTo>
                  <a:pt x="714375" y="1028700"/>
                </a:lnTo>
                <a:lnTo>
                  <a:pt x="685800" y="1028700"/>
                </a:lnTo>
                <a:lnTo>
                  <a:pt x="685800" y="1019175"/>
                </a:lnTo>
                <a:lnTo>
                  <a:pt x="695325" y="1019175"/>
                </a:lnTo>
                <a:close/>
                <a:moveTo>
                  <a:pt x="1543050" y="1009650"/>
                </a:moveTo>
                <a:lnTo>
                  <a:pt x="1562100" y="1009650"/>
                </a:lnTo>
                <a:lnTo>
                  <a:pt x="1562100" y="1028700"/>
                </a:lnTo>
                <a:lnTo>
                  <a:pt x="1552575" y="1028700"/>
                </a:lnTo>
                <a:lnTo>
                  <a:pt x="1552575" y="1019175"/>
                </a:lnTo>
                <a:lnTo>
                  <a:pt x="1543050" y="1019175"/>
                </a:lnTo>
                <a:close/>
                <a:moveTo>
                  <a:pt x="1619250" y="1009650"/>
                </a:moveTo>
                <a:lnTo>
                  <a:pt x="1638300" y="1009650"/>
                </a:lnTo>
                <a:lnTo>
                  <a:pt x="1638300" y="1019175"/>
                </a:lnTo>
                <a:lnTo>
                  <a:pt x="1657350" y="1019175"/>
                </a:lnTo>
                <a:lnTo>
                  <a:pt x="1657350" y="1066800"/>
                </a:lnTo>
                <a:lnTo>
                  <a:pt x="1666875" y="1066800"/>
                </a:lnTo>
                <a:lnTo>
                  <a:pt x="1666875" y="1076325"/>
                </a:lnTo>
                <a:lnTo>
                  <a:pt x="1676400" y="1076325"/>
                </a:lnTo>
                <a:lnTo>
                  <a:pt x="1676400" y="1123950"/>
                </a:lnTo>
                <a:lnTo>
                  <a:pt x="1685925" y="1123950"/>
                </a:lnTo>
                <a:lnTo>
                  <a:pt x="1685925" y="1181100"/>
                </a:lnTo>
                <a:lnTo>
                  <a:pt x="1676400" y="1181100"/>
                </a:lnTo>
                <a:lnTo>
                  <a:pt x="1676400" y="1190625"/>
                </a:lnTo>
                <a:lnTo>
                  <a:pt x="1666875" y="1190625"/>
                </a:lnTo>
                <a:lnTo>
                  <a:pt x="1666875" y="1200150"/>
                </a:lnTo>
                <a:lnTo>
                  <a:pt x="1657350" y="1200150"/>
                </a:lnTo>
                <a:lnTo>
                  <a:pt x="1657350" y="1190625"/>
                </a:lnTo>
                <a:lnTo>
                  <a:pt x="1647825" y="1190625"/>
                </a:lnTo>
                <a:lnTo>
                  <a:pt x="1647825" y="1200150"/>
                </a:lnTo>
                <a:lnTo>
                  <a:pt x="1619250" y="1200150"/>
                </a:lnTo>
                <a:lnTo>
                  <a:pt x="1619250" y="1190625"/>
                </a:lnTo>
                <a:lnTo>
                  <a:pt x="1600200" y="1190625"/>
                </a:lnTo>
                <a:lnTo>
                  <a:pt x="1600200" y="1181100"/>
                </a:lnTo>
                <a:lnTo>
                  <a:pt x="1609725" y="1181100"/>
                </a:lnTo>
                <a:lnTo>
                  <a:pt x="1609725" y="1171575"/>
                </a:lnTo>
                <a:lnTo>
                  <a:pt x="1590675" y="1171575"/>
                </a:lnTo>
                <a:lnTo>
                  <a:pt x="1590675" y="1162050"/>
                </a:lnTo>
                <a:lnTo>
                  <a:pt x="1600200" y="1162050"/>
                </a:lnTo>
                <a:lnTo>
                  <a:pt x="1600200" y="1152525"/>
                </a:lnTo>
                <a:lnTo>
                  <a:pt x="1581150" y="1152525"/>
                </a:lnTo>
                <a:lnTo>
                  <a:pt x="1581150" y="1123950"/>
                </a:lnTo>
                <a:lnTo>
                  <a:pt x="1571625" y="1123950"/>
                </a:lnTo>
                <a:lnTo>
                  <a:pt x="1571625" y="1104900"/>
                </a:lnTo>
                <a:lnTo>
                  <a:pt x="1562100" y="1104900"/>
                </a:lnTo>
                <a:lnTo>
                  <a:pt x="1562100" y="1076325"/>
                </a:lnTo>
                <a:lnTo>
                  <a:pt x="1552575" y="1076325"/>
                </a:lnTo>
                <a:lnTo>
                  <a:pt x="1552575" y="1066800"/>
                </a:lnTo>
                <a:lnTo>
                  <a:pt x="1571625" y="1066800"/>
                </a:lnTo>
                <a:lnTo>
                  <a:pt x="1571625" y="1047750"/>
                </a:lnTo>
                <a:lnTo>
                  <a:pt x="1581150" y="1047750"/>
                </a:lnTo>
                <a:lnTo>
                  <a:pt x="1581150" y="1038225"/>
                </a:lnTo>
                <a:lnTo>
                  <a:pt x="1600200" y="1038225"/>
                </a:lnTo>
                <a:lnTo>
                  <a:pt x="1600200" y="1028700"/>
                </a:lnTo>
                <a:lnTo>
                  <a:pt x="1609725" y="1028700"/>
                </a:lnTo>
                <a:lnTo>
                  <a:pt x="1609725" y="1019175"/>
                </a:lnTo>
                <a:lnTo>
                  <a:pt x="1619250" y="1019175"/>
                </a:lnTo>
                <a:close/>
                <a:moveTo>
                  <a:pt x="123825" y="1019175"/>
                </a:moveTo>
                <a:lnTo>
                  <a:pt x="142875" y="1019175"/>
                </a:lnTo>
                <a:lnTo>
                  <a:pt x="142875" y="1104900"/>
                </a:lnTo>
                <a:lnTo>
                  <a:pt x="152400" y="1104900"/>
                </a:lnTo>
                <a:lnTo>
                  <a:pt x="152400" y="1095375"/>
                </a:lnTo>
                <a:lnTo>
                  <a:pt x="161925" y="1095375"/>
                </a:lnTo>
                <a:lnTo>
                  <a:pt x="161925" y="1133475"/>
                </a:lnTo>
                <a:lnTo>
                  <a:pt x="142875" y="1133475"/>
                </a:lnTo>
                <a:lnTo>
                  <a:pt x="142875" y="1143000"/>
                </a:lnTo>
                <a:lnTo>
                  <a:pt x="133350" y="1143000"/>
                </a:lnTo>
                <a:lnTo>
                  <a:pt x="133350" y="1066800"/>
                </a:lnTo>
                <a:lnTo>
                  <a:pt x="123825" y="1066800"/>
                </a:lnTo>
                <a:close/>
                <a:moveTo>
                  <a:pt x="152400" y="1028700"/>
                </a:moveTo>
                <a:lnTo>
                  <a:pt x="161925" y="1028700"/>
                </a:lnTo>
                <a:lnTo>
                  <a:pt x="161925" y="1038225"/>
                </a:lnTo>
                <a:lnTo>
                  <a:pt x="152400" y="1038225"/>
                </a:lnTo>
                <a:close/>
                <a:moveTo>
                  <a:pt x="1962150" y="1057275"/>
                </a:moveTo>
                <a:lnTo>
                  <a:pt x="1971675" y="1057275"/>
                </a:lnTo>
                <a:lnTo>
                  <a:pt x="1971675" y="1066800"/>
                </a:lnTo>
                <a:lnTo>
                  <a:pt x="1962150" y="1066800"/>
                </a:lnTo>
                <a:close/>
                <a:moveTo>
                  <a:pt x="1485900" y="1076325"/>
                </a:moveTo>
                <a:lnTo>
                  <a:pt x="1495425" y="1076325"/>
                </a:lnTo>
                <a:lnTo>
                  <a:pt x="1495425" y="1085850"/>
                </a:lnTo>
                <a:lnTo>
                  <a:pt x="1485900" y="1085850"/>
                </a:lnTo>
                <a:close/>
                <a:moveTo>
                  <a:pt x="1762125" y="1076325"/>
                </a:moveTo>
                <a:lnTo>
                  <a:pt x="1771650" y="1076325"/>
                </a:lnTo>
                <a:lnTo>
                  <a:pt x="1771650" y="1085850"/>
                </a:lnTo>
                <a:lnTo>
                  <a:pt x="1762125" y="1085850"/>
                </a:lnTo>
                <a:close/>
                <a:moveTo>
                  <a:pt x="342900" y="1114425"/>
                </a:moveTo>
                <a:lnTo>
                  <a:pt x="352425" y="1114425"/>
                </a:lnTo>
                <a:lnTo>
                  <a:pt x="352425" y="1123950"/>
                </a:lnTo>
                <a:lnTo>
                  <a:pt x="342900" y="1123950"/>
                </a:lnTo>
                <a:close/>
                <a:moveTo>
                  <a:pt x="1952625" y="1133475"/>
                </a:moveTo>
                <a:lnTo>
                  <a:pt x="1962150" y="1133475"/>
                </a:lnTo>
                <a:lnTo>
                  <a:pt x="1962150" y="1143000"/>
                </a:lnTo>
                <a:lnTo>
                  <a:pt x="1952625" y="1143000"/>
                </a:lnTo>
                <a:close/>
                <a:moveTo>
                  <a:pt x="276225" y="1143000"/>
                </a:moveTo>
                <a:lnTo>
                  <a:pt x="285750" y="1143000"/>
                </a:lnTo>
                <a:lnTo>
                  <a:pt x="285750" y="1162050"/>
                </a:lnTo>
                <a:lnTo>
                  <a:pt x="276225" y="1162050"/>
                </a:lnTo>
                <a:close/>
                <a:moveTo>
                  <a:pt x="1819275" y="1162050"/>
                </a:moveTo>
                <a:lnTo>
                  <a:pt x="1828800" y="1162050"/>
                </a:lnTo>
                <a:lnTo>
                  <a:pt x="1828800" y="1181100"/>
                </a:lnTo>
                <a:lnTo>
                  <a:pt x="1819275" y="1181100"/>
                </a:lnTo>
                <a:close/>
                <a:moveTo>
                  <a:pt x="266700" y="1171575"/>
                </a:moveTo>
                <a:lnTo>
                  <a:pt x="285750" y="1171575"/>
                </a:lnTo>
                <a:lnTo>
                  <a:pt x="285750" y="1181100"/>
                </a:lnTo>
                <a:lnTo>
                  <a:pt x="266700" y="1181100"/>
                </a:lnTo>
                <a:close/>
                <a:moveTo>
                  <a:pt x="1362075" y="1181100"/>
                </a:moveTo>
                <a:lnTo>
                  <a:pt x="1371600" y="1181100"/>
                </a:lnTo>
                <a:lnTo>
                  <a:pt x="1371600" y="1200150"/>
                </a:lnTo>
                <a:lnTo>
                  <a:pt x="1352550" y="1200150"/>
                </a:lnTo>
                <a:lnTo>
                  <a:pt x="1352550" y="1190625"/>
                </a:lnTo>
                <a:lnTo>
                  <a:pt x="1362075" y="1190625"/>
                </a:lnTo>
                <a:close/>
                <a:moveTo>
                  <a:pt x="1533525" y="1181100"/>
                </a:moveTo>
                <a:lnTo>
                  <a:pt x="1543050" y="1181100"/>
                </a:lnTo>
                <a:lnTo>
                  <a:pt x="1543050" y="1190625"/>
                </a:lnTo>
                <a:lnTo>
                  <a:pt x="1533525" y="1190625"/>
                </a:lnTo>
                <a:close/>
                <a:moveTo>
                  <a:pt x="276225" y="1200150"/>
                </a:moveTo>
                <a:lnTo>
                  <a:pt x="285750" y="1200150"/>
                </a:lnTo>
                <a:lnTo>
                  <a:pt x="285750" y="1209675"/>
                </a:lnTo>
                <a:lnTo>
                  <a:pt x="276225" y="1209675"/>
                </a:lnTo>
                <a:close/>
                <a:moveTo>
                  <a:pt x="1609725" y="1200150"/>
                </a:moveTo>
                <a:lnTo>
                  <a:pt x="1619250" y="1200150"/>
                </a:lnTo>
                <a:lnTo>
                  <a:pt x="1619250" y="1219200"/>
                </a:lnTo>
                <a:lnTo>
                  <a:pt x="1609725" y="1219200"/>
                </a:lnTo>
                <a:close/>
                <a:moveTo>
                  <a:pt x="142875" y="1209675"/>
                </a:moveTo>
                <a:lnTo>
                  <a:pt x="161925" y="1209675"/>
                </a:lnTo>
                <a:lnTo>
                  <a:pt x="161925" y="1228725"/>
                </a:lnTo>
                <a:lnTo>
                  <a:pt x="142875" y="1228725"/>
                </a:lnTo>
                <a:close/>
                <a:moveTo>
                  <a:pt x="438150" y="1209675"/>
                </a:moveTo>
                <a:lnTo>
                  <a:pt x="447675" y="1209675"/>
                </a:lnTo>
                <a:lnTo>
                  <a:pt x="447675" y="1228725"/>
                </a:lnTo>
                <a:lnTo>
                  <a:pt x="438150" y="1228725"/>
                </a:lnTo>
                <a:close/>
                <a:moveTo>
                  <a:pt x="1295400" y="1228725"/>
                </a:moveTo>
                <a:lnTo>
                  <a:pt x="1314450" y="1228725"/>
                </a:lnTo>
                <a:lnTo>
                  <a:pt x="1314450" y="1238250"/>
                </a:lnTo>
                <a:lnTo>
                  <a:pt x="1295400" y="1238250"/>
                </a:lnTo>
                <a:close/>
                <a:moveTo>
                  <a:pt x="1666875" y="1228725"/>
                </a:moveTo>
                <a:lnTo>
                  <a:pt x="1676400" y="1228725"/>
                </a:lnTo>
                <a:lnTo>
                  <a:pt x="1676400" y="1238250"/>
                </a:lnTo>
                <a:lnTo>
                  <a:pt x="1666875" y="1238250"/>
                </a:lnTo>
                <a:close/>
                <a:moveTo>
                  <a:pt x="1933575" y="1228725"/>
                </a:moveTo>
                <a:lnTo>
                  <a:pt x="1952625" y="1228725"/>
                </a:lnTo>
                <a:lnTo>
                  <a:pt x="1952625" y="1238250"/>
                </a:lnTo>
                <a:lnTo>
                  <a:pt x="1943100" y="1238250"/>
                </a:lnTo>
                <a:lnTo>
                  <a:pt x="1943100" y="1247775"/>
                </a:lnTo>
                <a:lnTo>
                  <a:pt x="1933575" y="1247775"/>
                </a:lnTo>
                <a:close/>
                <a:moveTo>
                  <a:pt x="1285875" y="1238250"/>
                </a:moveTo>
                <a:lnTo>
                  <a:pt x="1295400" y="1238250"/>
                </a:lnTo>
                <a:lnTo>
                  <a:pt x="1295400" y="1247775"/>
                </a:lnTo>
                <a:lnTo>
                  <a:pt x="1285875" y="1247775"/>
                </a:lnTo>
                <a:close/>
                <a:moveTo>
                  <a:pt x="152400" y="1247775"/>
                </a:moveTo>
                <a:lnTo>
                  <a:pt x="161925" y="1247775"/>
                </a:lnTo>
                <a:lnTo>
                  <a:pt x="161925" y="1266825"/>
                </a:lnTo>
                <a:lnTo>
                  <a:pt x="152400" y="1266825"/>
                </a:lnTo>
                <a:close/>
                <a:moveTo>
                  <a:pt x="1952625" y="1247775"/>
                </a:moveTo>
                <a:lnTo>
                  <a:pt x="2009775" y="1247775"/>
                </a:lnTo>
                <a:lnTo>
                  <a:pt x="2009775" y="1266825"/>
                </a:lnTo>
                <a:lnTo>
                  <a:pt x="1952625" y="1266825"/>
                </a:lnTo>
                <a:close/>
                <a:moveTo>
                  <a:pt x="2057400" y="1247775"/>
                </a:moveTo>
                <a:lnTo>
                  <a:pt x="2076450" y="1247775"/>
                </a:lnTo>
                <a:lnTo>
                  <a:pt x="2076450" y="1266825"/>
                </a:lnTo>
                <a:lnTo>
                  <a:pt x="2057400" y="1266825"/>
                </a:lnTo>
                <a:close/>
                <a:moveTo>
                  <a:pt x="2324100" y="1247775"/>
                </a:moveTo>
                <a:lnTo>
                  <a:pt x="2343150" y="1247775"/>
                </a:lnTo>
                <a:lnTo>
                  <a:pt x="2343150" y="1266825"/>
                </a:lnTo>
                <a:lnTo>
                  <a:pt x="2324100" y="1266825"/>
                </a:lnTo>
                <a:close/>
                <a:moveTo>
                  <a:pt x="2362200" y="1247775"/>
                </a:moveTo>
                <a:lnTo>
                  <a:pt x="2390775" y="1247775"/>
                </a:lnTo>
                <a:lnTo>
                  <a:pt x="2390775" y="1266825"/>
                </a:lnTo>
                <a:lnTo>
                  <a:pt x="2362200" y="1266825"/>
                </a:lnTo>
                <a:close/>
                <a:moveTo>
                  <a:pt x="1628775" y="1257300"/>
                </a:moveTo>
                <a:lnTo>
                  <a:pt x="1638300" y="1257300"/>
                </a:lnTo>
                <a:lnTo>
                  <a:pt x="1638300" y="1266825"/>
                </a:lnTo>
                <a:lnTo>
                  <a:pt x="1628775" y="1266825"/>
                </a:lnTo>
                <a:close/>
                <a:moveTo>
                  <a:pt x="1676400" y="1257300"/>
                </a:moveTo>
                <a:lnTo>
                  <a:pt x="1685925" y="1257300"/>
                </a:lnTo>
                <a:lnTo>
                  <a:pt x="1685925" y="1266825"/>
                </a:lnTo>
                <a:lnTo>
                  <a:pt x="1676400" y="1266825"/>
                </a:lnTo>
                <a:close/>
                <a:moveTo>
                  <a:pt x="742950" y="1276350"/>
                </a:moveTo>
                <a:lnTo>
                  <a:pt x="752475" y="1276350"/>
                </a:lnTo>
                <a:lnTo>
                  <a:pt x="752475" y="1295400"/>
                </a:lnTo>
                <a:lnTo>
                  <a:pt x="723900" y="1295400"/>
                </a:lnTo>
                <a:lnTo>
                  <a:pt x="723900" y="1285875"/>
                </a:lnTo>
                <a:lnTo>
                  <a:pt x="742950" y="1285875"/>
                </a:lnTo>
                <a:close/>
                <a:moveTo>
                  <a:pt x="1562100" y="1285875"/>
                </a:moveTo>
                <a:lnTo>
                  <a:pt x="1571625" y="1285875"/>
                </a:lnTo>
                <a:lnTo>
                  <a:pt x="1571625" y="1295400"/>
                </a:lnTo>
                <a:lnTo>
                  <a:pt x="1562100" y="1295400"/>
                </a:lnTo>
                <a:close/>
                <a:moveTo>
                  <a:pt x="1685925" y="1285875"/>
                </a:moveTo>
                <a:lnTo>
                  <a:pt x="1695450" y="1285875"/>
                </a:lnTo>
                <a:lnTo>
                  <a:pt x="1695450" y="1295400"/>
                </a:lnTo>
                <a:lnTo>
                  <a:pt x="1685925" y="1295400"/>
                </a:lnTo>
                <a:close/>
                <a:moveTo>
                  <a:pt x="1933575" y="1285875"/>
                </a:moveTo>
                <a:lnTo>
                  <a:pt x="1952625" y="1285875"/>
                </a:lnTo>
                <a:lnTo>
                  <a:pt x="1952625" y="1314450"/>
                </a:lnTo>
                <a:lnTo>
                  <a:pt x="1933575" y="1314450"/>
                </a:lnTo>
                <a:close/>
                <a:moveTo>
                  <a:pt x="409575" y="1295400"/>
                </a:moveTo>
                <a:lnTo>
                  <a:pt x="428625" y="1295400"/>
                </a:lnTo>
                <a:lnTo>
                  <a:pt x="428625" y="1314450"/>
                </a:lnTo>
                <a:lnTo>
                  <a:pt x="409575" y="1314450"/>
                </a:lnTo>
                <a:close/>
                <a:moveTo>
                  <a:pt x="666750" y="1295400"/>
                </a:moveTo>
                <a:lnTo>
                  <a:pt x="676275" y="1295400"/>
                </a:lnTo>
                <a:lnTo>
                  <a:pt x="676275" y="1314450"/>
                </a:lnTo>
                <a:lnTo>
                  <a:pt x="666750" y="1314450"/>
                </a:lnTo>
                <a:close/>
                <a:moveTo>
                  <a:pt x="1543050" y="1314450"/>
                </a:moveTo>
                <a:lnTo>
                  <a:pt x="1552575" y="1314450"/>
                </a:lnTo>
                <a:lnTo>
                  <a:pt x="1552575" y="1333500"/>
                </a:lnTo>
                <a:lnTo>
                  <a:pt x="1543050" y="1333500"/>
                </a:lnTo>
                <a:close/>
                <a:moveTo>
                  <a:pt x="1562100" y="1314450"/>
                </a:moveTo>
                <a:lnTo>
                  <a:pt x="1571625" y="1314450"/>
                </a:lnTo>
                <a:lnTo>
                  <a:pt x="1571625" y="1323975"/>
                </a:lnTo>
                <a:lnTo>
                  <a:pt x="1562100" y="1323975"/>
                </a:lnTo>
                <a:close/>
                <a:moveTo>
                  <a:pt x="1695450" y="1314450"/>
                </a:moveTo>
                <a:lnTo>
                  <a:pt x="1704975" y="1314450"/>
                </a:lnTo>
                <a:lnTo>
                  <a:pt x="1704975" y="1323975"/>
                </a:lnTo>
                <a:lnTo>
                  <a:pt x="1695450" y="1323975"/>
                </a:lnTo>
                <a:close/>
                <a:moveTo>
                  <a:pt x="285750" y="1323975"/>
                </a:moveTo>
                <a:lnTo>
                  <a:pt x="295275" y="1323975"/>
                </a:lnTo>
                <a:lnTo>
                  <a:pt x="295275" y="1333500"/>
                </a:lnTo>
                <a:lnTo>
                  <a:pt x="285750" y="1333500"/>
                </a:lnTo>
                <a:close/>
                <a:moveTo>
                  <a:pt x="523875" y="1323975"/>
                </a:moveTo>
                <a:lnTo>
                  <a:pt x="552450" y="1323975"/>
                </a:lnTo>
                <a:lnTo>
                  <a:pt x="552450" y="1343025"/>
                </a:lnTo>
                <a:lnTo>
                  <a:pt x="523875" y="1343025"/>
                </a:lnTo>
                <a:close/>
                <a:moveTo>
                  <a:pt x="561975" y="1323975"/>
                </a:moveTo>
                <a:lnTo>
                  <a:pt x="571500" y="1323975"/>
                </a:lnTo>
                <a:lnTo>
                  <a:pt x="571500" y="1343025"/>
                </a:lnTo>
                <a:lnTo>
                  <a:pt x="561975" y="1343025"/>
                </a:lnTo>
                <a:close/>
                <a:moveTo>
                  <a:pt x="1552575" y="1333500"/>
                </a:moveTo>
                <a:lnTo>
                  <a:pt x="1562100" y="1333500"/>
                </a:lnTo>
                <a:lnTo>
                  <a:pt x="1562100" y="1343025"/>
                </a:lnTo>
                <a:lnTo>
                  <a:pt x="1552575" y="1343025"/>
                </a:lnTo>
                <a:close/>
                <a:moveTo>
                  <a:pt x="466725" y="1352550"/>
                </a:moveTo>
                <a:lnTo>
                  <a:pt x="476250" y="1352550"/>
                </a:lnTo>
                <a:lnTo>
                  <a:pt x="476250" y="1362075"/>
                </a:lnTo>
                <a:lnTo>
                  <a:pt x="466725" y="1362075"/>
                </a:lnTo>
                <a:close/>
                <a:moveTo>
                  <a:pt x="247650" y="1362075"/>
                </a:moveTo>
                <a:lnTo>
                  <a:pt x="257175" y="1362075"/>
                </a:lnTo>
                <a:lnTo>
                  <a:pt x="257175" y="1371600"/>
                </a:lnTo>
                <a:lnTo>
                  <a:pt x="247650" y="1371600"/>
                </a:lnTo>
                <a:close/>
                <a:moveTo>
                  <a:pt x="295275" y="1362075"/>
                </a:moveTo>
                <a:lnTo>
                  <a:pt x="304800" y="1362075"/>
                </a:lnTo>
                <a:lnTo>
                  <a:pt x="304800" y="1381125"/>
                </a:lnTo>
                <a:lnTo>
                  <a:pt x="314325" y="1381125"/>
                </a:lnTo>
                <a:lnTo>
                  <a:pt x="314325" y="1409700"/>
                </a:lnTo>
                <a:lnTo>
                  <a:pt x="323850" y="1409700"/>
                </a:lnTo>
                <a:lnTo>
                  <a:pt x="323850" y="1438275"/>
                </a:lnTo>
                <a:lnTo>
                  <a:pt x="333375" y="1438275"/>
                </a:lnTo>
                <a:lnTo>
                  <a:pt x="333375" y="1466850"/>
                </a:lnTo>
                <a:lnTo>
                  <a:pt x="342900" y="1466850"/>
                </a:lnTo>
                <a:lnTo>
                  <a:pt x="342900" y="1476375"/>
                </a:lnTo>
                <a:lnTo>
                  <a:pt x="323850" y="1476375"/>
                </a:lnTo>
                <a:lnTo>
                  <a:pt x="323850" y="1447800"/>
                </a:lnTo>
                <a:lnTo>
                  <a:pt x="314325" y="1447800"/>
                </a:lnTo>
                <a:lnTo>
                  <a:pt x="314325" y="1419225"/>
                </a:lnTo>
                <a:lnTo>
                  <a:pt x="304800" y="1419225"/>
                </a:lnTo>
                <a:lnTo>
                  <a:pt x="304800" y="1390650"/>
                </a:lnTo>
                <a:lnTo>
                  <a:pt x="295275" y="1390650"/>
                </a:lnTo>
                <a:close/>
                <a:moveTo>
                  <a:pt x="1781175" y="1362075"/>
                </a:moveTo>
                <a:lnTo>
                  <a:pt x="1790700" y="1362075"/>
                </a:lnTo>
                <a:lnTo>
                  <a:pt x="1790700" y="1381125"/>
                </a:lnTo>
                <a:lnTo>
                  <a:pt x="1781175" y="1381125"/>
                </a:lnTo>
                <a:close/>
                <a:moveTo>
                  <a:pt x="1952625" y="1362075"/>
                </a:moveTo>
                <a:lnTo>
                  <a:pt x="1962150" y="1362075"/>
                </a:lnTo>
                <a:lnTo>
                  <a:pt x="1962150" y="1438275"/>
                </a:lnTo>
                <a:lnTo>
                  <a:pt x="1971675" y="1438275"/>
                </a:lnTo>
                <a:lnTo>
                  <a:pt x="1971675" y="1524000"/>
                </a:lnTo>
                <a:lnTo>
                  <a:pt x="1981200" y="1524000"/>
                </a:lnTo>
                <a:lnTo>
                  <a:pt x="1981200" y="1609725"/>
                </a:lnTo>
                <a:lnTo>
                  <a:pt x="1990725" y="1609725"/>
                </a:lnTo>
                <a:lnTo>
                  <a:pt x="1990725" y="1695450"/>
                </a:lnTo>
                <a:lnTo>
                  <a:pt x="2000250" y="1695450"/>
                </a:lnTo>
                <a:lnTo>
                  <a:pt x="2000250" y="1724025"/>
                </a:lnTo>
                <a:lnTo>
                  <a:pt x="2009775" y="1724025"/>
                </a:lnTo>
                <a:lnTo>
                  <a:pt x="2009775" y="1733550"/>
                </a:lnTo>
                <a:lnTo>
                  <a:pt x="2028825" y="1733550"/>
                </a:lnTo>
                <a:lnTo>
                  <a:pt x="2028825" y="1743075"/>
                </a:lnTo>
                <a:lnTo>
                  <a:pt x="2038350" y="1743075"/>
                </a:lnTo>
                <a:lnTo>
                  <a:pt x="2038350" y="1752600"/>
                </a:lnTo>
                <a:lnTo>
                  <a:pt x="2028825" y="1752600"/>
                </a:lnTo>
                <a:lnTo>
                  <a:pt x="2028825" y="1762125"/>
                </a:lnTo>
                <a:lnTo>
                  <a:pt x="2019300" y="1762125"/>
                </a:lnTo>
                <a:lnTo>
                  <a:pt x="2019300" y="1752600"/>
                </a:lnTo>
                <a:lnTo>
                  <a:pt x="2000250" y="1752600"/>
                </a:lnTo>
                <a:lnTo>
                  <a:pt x="2000250" y="1733550"/>
                </a:lnTo>
                <a:lnTo>
                  <a:pt x="1981200" y="1733550"/>
                </a:lnTo>
                <a:lnTo>
                  <a:pt x="1981200" y="1752600"/>
                </a:lnTo>
                <a:lnTo>
                  <a:pt x="1971675" y="1752600"/>
                </a:lnTo>
                <a:lnTo>
                  <a:pt x="1971675" y="1762125"/>
                </a:lnTo>
                <a:lnTo>
                  <a:pt x="1952625" y="1762125"/>
                </a:lnTo>
                <a:lnTo>
                  <a:pt x="1952625" y="1752600"/>
                </a:lnTo>
                <a:lnTo>
                  <a:pt x="1962150" y="1752600"/>
                </a:lnTo>
                <a:lnTo>
                  <a:pt x="1962150" y="1733550"/>
                </a:lnTo>
                <a:lnTo>
                  <a:pt x="1952625" y="1733550"/>
                </a:lnTo>
                <a:close/>
                <a:moveTo>
                  <a:pt x="1714500" y="1371600"/>
                </a:moveTo>
                <a:lnTo>
                  <a:pt x="1724025" y="1371600"/>
                </a:lnTo>
                <a:lnTo>
                  <a:pt x="1724025" y="1381125"/>
                </a:lnTo>
                <a:lnTo>
                  <a:pt x="1714500" y="1381125"/>
                </a:lnTo>
                <a:close/>
                <a:moveTo>
                  <a:pt x="1152525" y="1381125"/>
                </a:moveTo>
                <a:lnTo>
                  <a:pt x="1171575" y="1381125"/>
                </a:lnTo>
                <a:lnTo>
                  <a:pt x="1171575" y="1400175"/>
                </a:lnTo>
                <a:lnTo>
                  <a:pt x="1152525" y="1400175"/>
                </a:lnTo>
                <a:close/>
                <a:moveTo>
                  <a:pt x="1409700" y="1381125"/>
                </a:moveTo>
                <a:lnTo>
                  <a:pt x="1438275" y="1381125"/>
                </a:lnTo>
                <a:lnTo>
                  <a:pt x="1438275" y="1390650"/>
                </a:lnTo>
                <a:lnTo>
                  <a:pt x="1428750" y="1390650"/>
                </a:lnTo>
                <a:lnTo>
                  <a:pt x="1428750" y="1400175"/>
                </a:lnTo>
                <a:lnTo>
                  <a:pt x="1409700" y="1400175"/>
                </a:lnTo>
                <a:close/>
                <a:moveTo>
                  <a:pt x="133350" y="1390650"/>
                </a:moveTo>
                <a:lnTo>
                  <a:pt x="142875" y="1390650"/>
                </a:lnTo>
                <a:lnTo>
                  <a:pt x="142875" y="1400175"/>
                </a:lnTo>
                <a:lnTo>
                  <a:pt x="133350" y="1400175"/>
                </a:lnTo>
                <a:close/>
                <a:moveTo>
                  <a:pt x="1838325" y="1390650"/>
                </a:moveTo>
                <a:lnTo>
                  <a:pt x="1847850" y="1390650"/>
                </a:lnTo>
                <a:lnTo>
                  <a:pt x="1847850" y="1400175"/>
                </a:lnTo>
                <a:lnTo>
                  <a:pt x="1838325" y="1400175"/>
                </a:lnTo>
                <a:close/>
                <a:moveTo>
                  <a:pt x="752475" y="1400175"/>
                </a:moveTo>
                <a:lnTo>
                  <a:pt x="771525" y="1400175"/>
                </a:lnTo>
                <a:lnTo>
                  <a:pt x="771525" y="1419225"/>
                </a:lnTo>
                <a:lnTo>
                  <a:pt x="742950" y="1419225"/>
                </a:lnTo>
                <a:lnTo>
                  <a:pt x="742950" y="1409700"/>
                </a:lnTo>
                <a:lnTo>
                  <a:pt x="752475" y="1409700"/>
                </a:lnTo>
                <a:close/>
                <a:moveTo>
                  <a:pt x="1695450" y="1409700"/>
                </a:moveTo>
                <a:lnTo>
                  <a:pt x="1704975" y="1409700"/>
                </a:lnTo>
                <a:lnTo>
                  <a:pt x="1704975" y="1419225"/>
                </a:lnTo>
                <a:lnTo>
                  <a:pt x="1695450" y="1419225"/>
                </a:lnTo>
                <a:close/>
                <a:moveTo>
                  <a:pt x="1809750" y="1409700"/>
                </a:moveTo>
                <a:lnTo>
                  <a:pt x="1838325" y="1409700"/>
                </a:lnTo>
                <a:lnTo>
                  <a:pt x="1838325" y="1419225"/>
                </a:lnTo>
                <a:lnTo>
                  <a:pt x="1819275" y="1419225"/>
                </a:lnTo>
                <a:lnTo>
                  <a:pt x="1819275" y="1428750"/>
                </a:lnTo>
                <a:lnTo>
                  <a:pt x="1809750" y="1428750"/>
                </a:lnTo>
                <a:close/>
                <a:moveTo>
                  <a:pt x="1524000" y="1438275"/>
                </a:moveTo>
                <a:lnTo>
                  <a:pt x="1533525" y="1438275"/>
                </a:lnTo>
                <a:lnTo>
                  <a:pt x="1533525" y="1447800"/>
                </a:lnTo>
                <a:lnTo>
                  <a:pt x="1524000" y="1447800"/>
                </a:lnTo>
                <a:close/>
                <a:moveTo>
                  <a:pt x="600075" y="1447800"/>
                </a:moveTo>
                <a:lnTo>
                  <a:pt x="609600" y="1447800"/>
                </a:lnTo>
                <a:lnTo>
                  <a:pt x="609600" y="1457325"/>
                </a:lnTo>
                <a:lnTo>
                  <a:pt x="600075" y="1457325"/>
                </a:lnTo>
                <a:close/>
                <a:moveTo>
                  <a:pt x="828675" y="1447800"/>
                </a:moveTo>
                <a:lnTo>
                  <a:pt x="847725" y="1447800"/>
                </a:lnTo>
                <a:lnTo>
                  <a:pt x="847725" y="1457325"/>
                </a:lnTo>
                <a:lnTo>
                  <a:pt x="828675" y="1457325"/>
                </a:lnTo>
                <a:close/>
                <a:moveTo>
                  <a:pt x="1419225" y="1457325"/>
                </a:moveTo>
                <a:lnTo>
                  <a:pt x="1438275" y="1457325"/>
                </a:lnTo>
                <a:lnTo>
                  <a:pt x="1438275" y="1495425"/>
                </a:lnTo>
                <a:lnTo>
                  <a:pt x="1419225" y="1495425"/>
                </a:lnTo>
                <a:close/>
                <a:moveTo>
                  <a:pt x="1514475" y="1457325"/>
                </a:moveTo>
                <a:lnTo>
                  <a:pt x="1524000" y="1457325"/>
                </a:lnTo>
                <a:lnTo>
                  <a:pt x="1524000" y="1466850"/>
                </a:lnTo>
                <a:lnTo>
                  <a:pt x="1514475" y="1466850"/>
                </a:lnTo>
                <a:close/>
                <a:moveTo>
                  <a:pt x="723900" y="1476375"/>
                </a:moveTo>
                <a:lnTo>
                  <a:pt x="733425" y="1476375"/>
                </a:lnTo>
                <a:lnTo>
                  <a:pt x="733425" y="1495425"/>
                </a:lnTo>
                <a:lnTo>
                  <a:pt x="714375" y="1495425"/>
                </a:lnTo>
                <a:lnTo>
                  <a:pt x="714375" y="1485900"/>
                </a:lnTo>
                <a:lnTo>
                  <a:pt x="723900" y="1485900"/>
                </a:lnTo>
                <a:close/>
                <a:moveTo>
                  <a:pt x="1504950" y="1476375"/>
                </a:moveTo>
                <a:lnTo>
                  <a:pt x="1514475" y="1476375"/>
                </a:lnTo>
                <a:lnTo>
                  <a:pt x="1514475" y="1485900"/>
                </a:lnTo>
                <a:lnTo>
                  <a:pt x="1504950" y="1485900"/>
                </a:lnTo>
                <a:close/>
                <a:moveTo>
                  <a:pt x="123825" y="1485900"/>
                </a:moveTo>
                <a:lnTo>
                  <a:pt x="133350" y="1485900"/>
                </a:lnTo>
                <a:lnTo>
                  <a:pt x="133350" y="1495425"/>
                </a:lnTo>
                <a:lnTo>
                  <a:pt x="123825" y="1495425"/>
                </a:lnTo>
                <a:close/>
                <a:moveTo>
                  <a:pt x="333375" y="1485900"/>
                </a:moveTo>
                <a:lnTo>
                  <a:pt x="342900" y="1485900"/>
                </a:lnTo>
                <a:lnTo>
                  <a:pt x="342900" y="1495425"/>
                </a:lnTo>
                <a:lnTo>
                  <a:pt x="352425" y="1495425"/>
                </a:lnTo>
                <a:lnTo>
                  <a:pt x="352425" y="1524000"/>
                </a:lnTo>
                <a:lnTo>
                  <a:pt x="361950" y="1524000"/>
                </a:lnTo>
                <a:lnTo>
                  <a:pt x="361950" y="1543050"/>
                </a:lnTo>
                <a:lnTo>
                  <a:pt x="352425" y="1543050"/>
                </a:lnTo>
                <a:lnTo>
                  <a:pt x="352425" y="1533525"/>
                </a:lnTo>
                <a:lnTo>
                  <a:pt x="342900" y="1533525"/>
                </a:lnTo>
                <a:lnTo>
                  <a:pt x="342900" y="1504950"/>
                </a:lnTo>
                <a:lnTo>
                  <a:pt x="333375" y="1504950"/>
                </a:lnTo>
                <a:close/>
                <a:moveTo>
                  <a:pt x="1495425" y="1495425"/>
                </a:moveTo>
                <a:lnTo>
                  <a:pt x="1504950" y="1495425"/>
                </a:lnTo>
                <a:lnTo>
                  <a:pt x="1504950" y="1504950"/>
                </a:lnTo>
                <a:lnTo>
                  <a:pt x="1495425" y="1504950"/>
                </a:lnTo>
                <a:close/>
                <a:moveTo>
                  <a:pt x="1676400" y="1514475"/>
                </a:moveTo>
                <a:lnTo>
                  <a:pt x="1695450" y="1514475"/>
                </a:lnTo>
                <a:lnTo>
                  <a:pt x="1695450" y="1533525"/>
                </a:lnTo>
                <a:lnTo>
                  <a:pt x="1685925" y="1533525"/>
                </a:lnTo>
                <a:lnTo>
                  <a:pt x="1685925" y="1543050"/>
                </a:lnTo>
                <a:lnTo>
                  <a:pt x="1676400" y="1543050"/>
                </a:lnTo>
                <a:close/>
                <a:moveTo>
                  <a:pt x="1733550" y="1533525"/>
                </a:moveTo>
                <a:lnTo>
                  <a:pt x="1743075" y="1533525"/>
                </a:lnTo>
                <a:lnTo>
                  <a:pt x="1743075" y="1543050"/>
                </a:lnTo>
                <a:lnTo>
                  <a:pt x="1733550" y="1543050"/>
                </a:lnTo>
                <a:close/>
                <a:moveTo>
                  <a:pt x="723900" y="1552575"/>
                </a:moveTo>
                <a:lnTo>
                  <a:pt x="733425" y="1552575"/>
                </a:lnTo>
                <a:lnTo>
                  <a:pt x="733425" y="1562100"/>
                </a:lnTo>
                <a:lnTo>
                  <a:pt x="742950" y="1562100"/>
                </a:lnTo>
                <a:lnTo>
                  <a:pt x="742950" y="1571625"/>
                </a:lnTo>
                <a:lnTo>
                  <a:pt x="714375" y="1571625"/>
                </a:lnTo>
                <a:lnTo>
                  <a:pt x="714375" y="1562100"/>
                </a:lnTo>
                <a:lnTo>
                  <a:pt x="723900" y="1562100"/>
                </a:lnTo>
                <a:close/>
                <a:moveTo>
                  <a:pt x="1685925" y="1552575"/>
                </a:moveTo>
                <a:lnTo>
                  <a:pt x="1695450" y="1552575"/>
                </a:lnTo>
                <a:lnTo>
                  <a:pt x="1695450" y="1562100"/>
                </a:lnTo>
                <a:lnTo>
                  <a:pt x="1685925" y="1562100"/>
                </a:lnTo>
                <a:close/>
                <a:moveTo>
                  <a:pt x="504825" y="1562100"/>
                </a:moveTo>
                <a:lnTo>
                  <a:pt x="514350" y="1562100"/>
                </a:lnTo>
                <a:lnTo>
                  <a:pt x="514350" y="1571625"/>
                </a:lnTo>
                <a:lnTo>
                  <a:pt x="504825" y="1571625"/>
                </a:lnTo>
                <a:close/>
                <a:moveTo>
                  <a:pt x="1676400" y="1562100"/>
                </a:moveTo>
                <a:lnTo>
                  <a:pt x="1685925" y="1562100"/>
                </a:lnTo>
                <a:lnTo>
                  <a:pt x="1685925" y="1571625"/>
                </a:lnTo>
                <a:lnTo>
                  <a:pt x="1676400" y="1571625"/>
                </a:lnTo>
                <a:close/>
                <a:moveTo>
                  <a:pt x="1743075" y="1562100"/>
                </a:moveTo>
                <a:lnTo>
                  <a:pt x="1752600" y="1562100"/>
                </a:lnTo>
                <a:lnTo>
                  <a:pt x="1752600" y="1571625"/>
                </a:lnTo>
                <a:lnTo>
                  <a:pt x="1743075" y="1571625"/>
                </a:lnTo>
                <a:close/>
                <a:moveTo>
                  <a:pt x="114300" y="1571625"/>
                </a:moveTo>
                <a:lnTo>
                  <a:pt x="123825" y="1571625"/>
                </a:lnTo>
                <a:lnTo>
                  <a:pt x="123825" y="1581150"/>
                </a:lnTo>
                <a:lnTo>
                  <a:pt x="114300" y="1581150"/>
                </a:lnTo>
                <a:close/>
                <a:moveTo>
                  <a:pt x="285750" y="1590675"/>
                </a:moveTo>
                <a:lnTo>
                  <a:pt x="323850" y="1590675"/>
                </a:lnTo>
                <a:lnTo>
                  <a:pt x="323850" y="1609725"/>
                </a:lnTo>
                <a:lnTo>
                  <a:pt x="333375" y="1609725"/>
                </a:lnTo>
                <a:lnTo>
                  <a:pt x="333375" y="1619250"/>
                </a:lnTo>
                <a:lnTo>
                  <a:pt x="342900" y="1619250"/>
                </a:lnTo>
                <a:lnTo>
                  <a:pt x="342900" y="1647825"/>
                </a:lnTo>
                <a:lnTo>
                  <a:pt x="352425" y="1647825"/>
                </a:lnTo>
                <a:lnTo>
                  <a:pt x="352425" y="1666875"/>
                </a:lnTo>
                <a:lnTo>
                  <a:pt x="361950" y="1666875"/>
                </a:lnTo>
                <a:lnTo>
                  <a:pt x="361950" y="1724025"/>
                </a:lnTo>
                <a:lnTo>
                  <a:pt x="352425" y="1724025"/>
                </a:lnTo>
                <a:lnTo>
                  <a:pt x="352425" y="1714500"/>
                </a:lnTo>
                <a:lnTo>
                  <a:pt x="323850" y="1714500"/>
                </a:lnTo>
                <a:lnTo>
                  <a:pt x="323850" y="1704975"/>
                </a:lnTo>
                <a:lnTo>
                  <a:pt x="295275" y="1704975"/>
                </a:lnTo>
                <a:lnTo>
                  <a:pt x="295275" y="1685925"/>
                </a:lnTo>
                <a:lnTo>
                  <a:pt x="285750" y="1685925"/>
                </a:lnTo>
                <a:lnTo>
                  <a:pt x="285750" y="1676400"/>
                </a:lnTo>
                <a:lnTo>
                  <a:pt x="266700" y="1676400"/>
                </a:lnTo>
                <a:lnTo>
                  <a:pt x="266700" y="1657350"/>
                </a:lnTo>
                <a:lnTo>
                  <a:pt x="276225" y="1657350"/>
                </a:lnTo>
                <a:lnTo>
                  <a:pt x="276225" y="1619250"/>
                </a:lnTo>
                <a:lnTo>
                  <a:pt x="295275" y="1619250"/>
                </a:lnTo>
                <a:lnTo>
                  <a:pt x="295275" y="1609725"/>
                </a:lnTo>
                <a:lnTo>
                  <a:pt x="304800" y="1609725"/>
                </a:lnTo>
                <a:lnTo>
                  <a:pt x="304800" y="1600200"/>
                </a:lnTo>
                <a:lnTo>
                  <a:pt x="285750" y="1600200"/>
                </a:lnTo>
                <a:close/>
                <a:moveTo>
                  <a:pt x="1752600" y="1590675"/>
                </a:moveTo>
                <a:lnTo>
                  <a:pt x="1762125" y="1590675"/>
                </a:lnTo>
                <a:lnTo>
                  <a:pt x="1762125" y="1600200"/>
                </a:lnTo>
                <a:lnTo>
                  <a:pt x="1752600" y="1600200"/>
                </a:lnTo>
                <a:close/>
                <a:moveTo>
                  <a:pt x="1419225" y="1600200"/>
                </a:moveTo>
                <a:lnTo>
                  <a:pt x="1428750" y="1600200"/>
                </a:lnTo>
                <a:lnTo>
                  <a:pt x="1428750" y="1619250"/>
                </a:lnTo>
                <a:lnTo>
                  <a:pt x="1419225" y="1619250"/>
                </a:lnTo>
                <a:close/>
                <a:moveTo>
                  <a:pt x="381000" y="1609725"/>
                </a:moveTo>
                <a:lnTo>
                  <a:pt x="390525" y="1609725"/>
                </a:lnTo>
                <a:lnTo>
                  <a:pt x="390525" y="1638300"/>
                </a:lnTo>
                <a:lnTo>
                  <a:pt x="381000" y="1638300"/>
                </a:lnTo>
                <a:close/>
                <a:moveTo>
                  <a:pt x="1933575" y="1609725"/>
                </a:moveTo>
                <a:lnTo>
                  <a:pt x="1943100" y="1609725"/>
                </a:lnTo>
                <a:lnTo>
                  <a:pt x="1943100" y="1638300"/>
                </a:lnTo>
                <a:lnTo>
                  <a:pt x="1933575" y="1638300"/>
                </a:lnTo>
                <a:close/>
                <a:moveTo>
                  <a:pt x="1371600" y="1628775"/>
                </a:moveTo>
                <a:lnTo>
                  <a:pt x="1381125" y="1628775"/>
                </a:lnTo>
                <a:lnTo>
                  <a:pt x="1381125" y="1638300"/>
                </a:lnTo>
                <a:lnTo>
                  <a:pt x="1371600" y="1638300"/>
                </a:lnTo>
                <a:close/>
                <a:moveTo>
                  <a:pt x="1800225" y="1628775"/>
                </a:moveTo>
                <a:lnTo>
                  <a:pt x="1809750" y="1628775"/>
                </a:lnTo>
                <a:lnTo>
                  <a:pt x="1809750" y="1638300"/>
                </a:lnTo>
                <a:lnTo>
                  <a:pt x="1800225" y="1638300"/>
                </a:lnTo>
                <a:close/>
                <a:moveTo>
                  <a:pt x="1390650" y="1638300"/>
                </a:moveTo>
                <a:lnTo>
                  <a:pt x="1400175" y="1638300"/>
                </a:lnTo>
                <a:lnTo>
                  <a:pt x="1400175" y="1647825"/>
                </a:lnTo>
                <a:lnTo>
                  <a:pt x="1390650" y="1647825"/>
                </a:lnTo>
                <a:close/>
                <a:moveTo>
                  <a:pt x="400050" y="1657350"/>
                </a:moveTo>
                <a:lnTo>
                  <a:pt x="409575" y="1657350"/>
                </a:lnTo>
                <a:lnTo>
                  <a:pt x="409575" y="1666875"/>
                </a:lnTo>
                <a:lnTo>
                  <a:pt x="400050" y="1666875"/>
                </a:lnTo>
                <a:close/>
                <a:moveTo>
                  <a:pt x="1714500" y="1657350"/>
                </a:moveTo>
                <a:lnTo>
                  <a:pt x="1724025" y="1657350"/>
                </a:lnTo>
                <a:lnTo>
                  <a:pt x="1724025" y="1666875"/>
                </a:lnTo>
                <a:lnTo>
                  <a:pt x="1714500" y="1666875"/>
                </a:lnTo>
                <a:close/>
                <a:moveTo>
                  <a:pt x="619125" y="1666875"/>
                </a:moveTo>
                <a:lnTo>
                  <a:pt x="638175" y="1666875"/>
                </a:lnTo>
                <a:lnTo>
                  <a:pt x="638175" y="1676400"/>
                </a:lnTo>
                <a:lnTo>
                  <a:pt x="619125" y="1676400"/>
                </a:lnTo>
                <a:close/>
                <a:moveTo>
                  <a:pt x="1524000" y="1666875"/>
                </a:moveTo>
                <a:lnTo>
                  <a:pt x="1543050" y="1666875"/>
                </a:lnTo>
                <a:lnTo>
                  <a:pt x="1543050" y="1676400"/>
                </a:lnTo>
                <a:lnTo>
                  <a:pt x="1524000" y="1676400"/>
                </a:lnTo>
                <a:close/>
                <a:moveTo>
                  <a:pt x="1666875" y="1666875"/>
                </a:moveTo>
                <a:lnTo>
                  <a:pt x="1676400" y="1666875"/>
                </a:lnTo>
                <a:lnTo>
                  <a:pt x="1676400" y="1676400"/>
                </a:lnTo>
                <a:lnTo>
                  <a:pt x="1666875" y="1676400"/>
                </a:lnTo>
                <a:close/>
                <a:moveTo>
                  <a:pt x="1352550" y="1676400"/>
                </a:moveTo>
                <a:lnTo>
                  <a:pt x="1362075" y="1676400"/>
                </a:lnTo>
                <a:lnTo>
                  <a:pt x="1362075" y="1685925"/>
                </a:lnTo>
                <a:lnTo>
                  <a:pt x="1352550" y="1685925"/>
                </a:lnTo>
                <a:close/>
                <a:moveTo>
                  <a:pt x="1476375" y="1676400"/>
                </a:moveTo>
                <a:lnTo>
                  <a:pt x="1485900" y="1676400"/>
                </a:lnTo>
                <a:lnTo>
                  <a:pt x="1485900" y="1695450"/>
                </a:lnTo>
                <a:lnTo>
                  <a:pt x="1457325" y="1695450"/>
                </a:lnTo>
                <a:lnTo>
                  <a:pt x="1457325" y="1685925"/>
                </a:lnTo>
                <a:lnTo>
                  <a:pt x="1476375" y="1685925"/>
                </a:lnTo>
                <a:close/>
                <a:moveTo>
                  <a:pt x="409575" y="1685925"/>
                </a:moveTo>
                <a:lnTo>
                  <a:pt x="419100" y="1685925"/>
                </a:lnTo>
                <a:lnTo>
                  <a:pt x="419100" y="1724025"/>
                </a:lnTo>
                <a:lnTo>
                  <a:pt x="409575" y="1724025"/>
                </a:lnTo>
                <a:close/>
                <a:moveTo>
                  <a:pt x="1524000" y="1685925"/>
                </a:moveTo>
                <a:lnTo>
                  <a:pt x="1543050" y="1685925"/>
                </a:lnTo>
                <a:lnTo>
                  <a:pt x="1543050" y="1704975"/>
                </a:lnTo>
                <a:lnTo>
                  <a:pt x="1524000" y="1704975"/>
                </a:lnTo>
                <a:close/>
                <a:moveTo>
                  <a:pt x="266700" y="1695450"/>
                </a:moveTo>
                <a:lnTo>
                  <a:pt x="285750" y="1695450"/>
                </a:lnTo>
                <a:lnTo>
                  <a:pt x="285750" y="1704975"/>
                </a:lnTo>
                <a:lnTo>
                  <a:pt x="266700" y="1704975"/>
                </a:lnTo>
                <a:close/>
                <a:moveTo>
                  <a:pt x="581025" y="1695450"/>
                </a:moveTo>
                <a:lnTo>
                  <a:pt x="590550" y="1695450"/>
                </a:lnTo>
                <a:lnTo>
                  <a:pt x="590550" y="1704975"/>
                </a:lnTo>
                <a:lnTo>
                  <a:pt x="581025" y="1704975"/>
                </a:lnTo>
                <a:close/>
                <a:moveTo>
                  <a:pt x="1495425" y="1695450"/>
                </a:moveTo>
                <a:lnTo>
                  <a:pt x="1504950" y="1695450"/>
                </a:lnTo>
                <a:lnTo>
                  <a:pt x="1504950" y="1714500"/>
                </a:lnTo>
                <a:lnTo>
                  <a:pt x="1476375" y="1714500"/>
                </a:lnTo>
                <a:lnTo>
                  <a:pt x="1476375" y="1724025"/>
                </a:lnTo>
                <a:lnTo>
                  <a:pt x="1457325" y="1724025"/>
                </a:lnTo>
                <a:lnTo>
                  <a:pt x="1457325" y="1714500"/>
                </a:lnTo>
                <a:lnTo>
                  <a:pt x="1466850" y="1714500"/>
                </a:lnTo>
                <a:lnTo>
                  <a:pt x="1466850" y="1704975"/>
                </a:lnTo>
                <a:lnTo>
                  <a:pt x="1495425" y="1704975"/>
                </a:lnTo>
                <a:close/>
                <a:moveTo>
                  <a:pt x="1714500" y="1695450"/>
                </a:moveTo>
                <a:lnTo>
                  <a:pt x="1724025" y="1695450"/>
                </a:lnTo>
                <a:lnTo>
                  <a:pt x="1724025" y="1704975"/>
                </a:lnTo>
                <a:lnTo>
                  <a:pt x="1714500" y="1704975"/>
                </a:lnTo>
                <a:close/>
                <a:moveTo>
                  <a:pt x="1876425" y="1704975"/>
                </a:moveTo>
                <a:lnTo>
                  <a:pt x="1905000" y="1704975"/>
                </a:lnTo>
                <a:lnTo>
                  <a:pt x="1905000" y="1714500"/>
                </a:lnTo>
                <a:lnTo>
                  <a:pt x="1876425" y="1714500"/>
                </a:lnTo>
                <a:close/>
                <a:moveTo>
                  <a:pt x="1390650" y="1714500"/>
                </a:moveTo>
                <a:lnTo>
                  <a:pt x="1400175" y="1714500"/>
                </a:lnTo>
                <a:lnTo>
                  <a:pt x="1400175" y="1724025"/>
                </a:lnTo>
                <a:lnTo>
                  <a:pt x="1390650" y="1724025"/>
                </a:lnTo>
                <a:close/>
                <a:moveTo>
                  <a:pt x="1647825" y="1714500"/>
                </a:moveTo>
                <a:lnTo>
                  <a:pt x="1657350" y="1714500"/>
                </a:lnTo>
                <a:lnTo>
                  <a:pt x="1657350" y="1724025"/>
                </a:lnTo>
                <a:lnTo>
                  <a:pt x="1647825" y="1724025"/>
                </a:lnTo>
                <a:close/>
                <a:moveTo>
                  <a:pt x="1866900" y="1714500"/>
                </a:moveTo>
                <a:lnTo>
                  <a:pt x="1876425" y="1714500"/>
                </a:lnTo>
                <a:lnTo>
                  <a:pt x="1876425" y="1733550"/>
                </a:lnTo>
                <a:lnTo>
                  <a:pt x="1866900" y="1733550"/>
                </a:lnTo>
                <a:close/>
                <a:moveTo>
                  <a:pt x="419100" y="1724025"/>
                </a:moveTo>
                <a:lnTo>
                  <a:pt x="428625" y="1724025"/>
                </a:lnTo>
                <a:lnTo>
                  <a:pt x="428625" y="1752600"/>
                </a:lnTo>
                <a:lnTo>
                  <a:pt x="419100" y="1752600"/>
                </a:lnTo>
                <a:close/>
                <a:moveTo>
                  <a:pt x="1352550" y="1724025"/>
                </a:moveTo>
                <a:lnTo>
                  <a:pt x="1371600" y="1724025"/>
                </a:lnTo>
                <a:lnTo>
                  <a:pt x="1371600" y="1733550"/>
                </a:lnTo>
                <a:lnTo>
                  <a:pt x="1362075" y="1733550"/>
                </a:lnTo>
                <a:lnTo>
                  <a:pt x="1362075" y="1743075"/>
                </a:lnTo>
                <a:lnTo>
                  <a:pt x="1352550" y="1743075"/>
                </a:lnTo>
                <a:close/>
                <a:moveTo>
                  <a:pt x="1400175" y="1724025"/>
                </a:moveTo>
                <a:lnTo>
                  <a:pt x="1428750" y="1724025"/>
                </a:lnTo>
                <a:lnTo>
                  <a:pt x="1428750" y="1733550"/>
                </a:lnTo>
                <a:lnTo>
                  <a:pt x="1419225" y="1733550"/>
                </a:lnTo>
                <a:lnTo>
                  <a:pt x="1419225" y="1743075"/>
                </a:lnTo>
                <a:lnTo>
                  <a:pt x="1381125" y="1743075"/>
                </a:lnTo>
                <a:lnTo>
                  <a:pt x="1381125" y="1733550"/>
                </a:lnTo>
                <a:lnTo>
                  <a:pt x="1400175" y="1733550"/>
                </a:lnTo>
                <a:close/>
                <a:moveTo>
                  <a:pt x="1323975" y="1733550"/>
                </a:moveTo>
                <a:lnTo>
                  <a:pt x="1333500" y="1733550"/>
                </a:lnTo>
                <a:lnTo>
                  <a:pt x="1333500" y="1743075"/>
                </a:lnTo>
                <a:lnTo>
                  <a:pt x="1323975" y="1743075"/>
                </a:lnTo>
                <a:close/>
                <a:moveTo>
                  <a:pt x="1581150" y="1733550"/>
                </a:moveTo>
                <a:lnTo>
                  <a:pt x="1590675" y="1733550"/>
                </a:lnTo>
                <a:lnTo>
                  <a:pt x="1590675" y="1743075"/>
                </a:lnTo>
                <a:lnTo>
                  <a:pt x="1581150" y="1743075"/>
                </a:lnTo>
                <a:close/>
                <a:moveTo>
                  <a:pt x="95250" y="1743075"/>
                </a:moveTo>
                <a:lnTo>
                  <a:pt x="104775" y="1743075"/>
                </a:lnTo>
                <a:lnTo>
                  <a:pt x="104775" y="1752600"/>
                </a:lnTo>
                <a:lnTo>
                  <a:pt x="95250" y="1752600"/>
                </a:lnTo>
                <a:close/>
                <a:moveTo>
                  <a:pt x="1857375" y="1743075"/>
                </a:moveTo>
                <a:lnTo>
                  <a:pt x="1866900" y="1743075"/>
                </a:lnTo>
                <a:lnTo>
                  <a:pt x="1866900" y="1762125"/>
                </a:lnTo>
                <a:lnTo>
                  <a:pt x="1895475" y="1762125"/>
                </a:lnTo>
                <a:lnTo>
                  <a:pt x="1895475" y="1771650"/>
                </a:lnTo>
                <a:lnTo>
                  <a:pt x="1914525" y="1771650"/>
                </a:lnTo>
                <a:lnTo>
                  <a:pt x="1914525" y="1781175"/>
                </a:lnTo>
                <a:lnTo>
                  <a:pt x="1905000" y="1781175"/>
                </a:lnTo>
                <a:lnTo>
                  <a:pt x="1905000" y="1790700"/>
                </a:lnTo>
                <a:lnTo>
                  <a:pt x="1876425" y="1790700"/>
                </a:lnTo>
                <a:lnTo>
                  <a:pt x="1876425" y="1771650"/>
                </a:lnTo>
                <a:lnTo>
                  <a:pt x="1857375" y="1771650"/>
                </a:lnTo>
                <a:lnTo>
                  <a:pt x="1857375" y="1781175"/>
                </a:lnTo>
                <a:lnTo>
                  <a:pt x="1809750" y="1781175"/>
                </a:lnTo>
                <a:lnTo>
                  <a:pt x="1809750" y="1762125"/>
                </a:lnTo>
                <a:lnTo>
                  <a:pt x="1847850" y="1762125"/>
                </a:lnTo>
                <a:lnTo>
                  <a:pt x="1847850" y="1752600"/>
                </a:lnTo>
                <a:lnTo>
                  <a:pt x="1857375" y="1752600"/>
                </a:lnTo>
                <a:close/>
                <a:moveTo>
                  <a:pt x="1285875" y="1752600"/>
                </a:moveTo>
                <a:lnTo>
                  <a:pt x="1295400" y="1752600"/>
                </a:lnTo>
                <a:lnTo>
                  <a:pt x="1295400" y="1762125"/>
                </a:lnTo>
                <a:lnTo>
                  <a:pt x="1285875" y="1762125"/>
                </a:lnTo>
                <a:close/>
                <a:moveTo>
                  <a:pt x="1323975" y="1752600"/>
                </a:moveTo>
                <a:lnTo>
                  <a:pt x="1333500" y="1752600"/>
                </a:lnTo>
                <a:lnTo>
                  <a:pt x="1333500" y="1762125"/>
                </a:lnTo>
                <a:lnTo>
                  <a:pt x="1343025" y="1762125"/>
                </a:lnTo>
                <a:lnTo>
                  <a:pt x="1343025" y="1771650"/>
                </a:lnTo>
                <a:lnTo>
                  <a:pt x="1352550" y="1771650"/>
                </a:lnTo>
                <a:lnTo>
                  <a:pt x="1352550" y="1800225"/>
                </a:lnTo>
                <a:lnTo>
                  <a:pt x="1362075" y="1800225"/>
                </a:lnTo>
                <a:lnTo>
                  <a:pt x="1362075" y="1809750"/>
                </a:lnTo>
                <a:lnTo>
                  <a:pt x="1371600" y="1809750"/>
                </a:lnTo>
                <a:lnTo>
                  <a:pt x="1371600" y="1828800"/>
                </a:lnTo>
                <a:lnTo>
                  <a:pt x="1381125" y="1828800"/>
                </a:lnTo>
                <a:lnTo>
                  <a:pt x="1381125" y="1847850"/>
                </a:lnTo>
                <a:lnTo>
                  <a:pt x="1362075" y="1847850"/>
                </a:lnTo>
                <a:lnTo>
                  <a:pt x="1362075" y="1857375"/>
                </a:lnTo>
                <a:lnTo>
                  <a:pt x="1333500" y="1857375"/>
                </a:lnTo>
                <a:lnTo>
                  <a:pt x="1333500" y="1876425"/>
                </a:lnTo>
                <a:lnTo>
                  <a:pt x="1323975" y="1876425"/>
                </a:lnTo>
                <a:lnTo>
                  <a:pt x="1323975" y="1866900"/>
                </a:lnTo>
                <a:lnTo>
                  <a:pt x="1314450" y="1866900"/>
                </a:lnTo>
                <a:lnTo>
                  <a:pt x="1314450" y="1876425"/>
                </a:lnTo>
                <a:lnTo>
                  <a:pt x="1304925" y="1876425"/>
                </a:lnTo>
                <a:lnTo>
                  <a:pt x="1304925" y="1866900"/>
                </a:lnTo>
                <a:lnTo>
                  <a:pt x="1295400" y="1866900"/>
                </a:lnTo>
                <a:lnTo>
                  <a:pt x="1295400" y="1800225"/>
                </a:lnTo>
                <a:lnTo>
                  <a:pt x="1285875" y="1800225"/>
                </a:lnTo>
                <a:lnTo>
                  <a:pt x="1285875" y="1790700"/>
                </a:lnTo>
                <a:lnTo>
                  <a:pt x="1295400" y="1790700"/>
                </a:lnTo>
                <a:lnTo>
                  <a:pt x="1295400" y="1771650"/>
                </a:lnTo>
                <a:lnTo>
                  <a:pt x="1304925" y="1771650"/>
                </a:lnTo>
                <a:lnTo>
                  <a:pt x="1304925" y="1762125"/>
                </a:lnTo>
                <a:lnTo>
                  <a:pt x="1323975" y="1762125"/>
                </a:lnTo>
                <a:close/>
                <a:moveTo>
                  <a:pt x="1228725" y="1762125"/>
                </a:moveTo>
                <a:lnTo>
                  <a:pt x="1238250" y="1762125"/>
                </a:lnTo>
                <a:lnTo>
                  <a:pt x="1238250" y="1781175"/>
                </a:lnTo>
                <a:lnTo>
                  <a:pt x="1219200" y="1781175"/>
                </a:lnTo>
                <a:lnTo>
                  <a:pt x="1219200" y="1771650"/>
                </a:lnTo>
                <a:lnTo>
                  <a:pt x="1228725" y="1771650"/>
                </a:lnTo>
                <a:close/>
                <a:moveTo>
                  <a:pt x="1257300" y="1762125"/>
                </a:moveTo>
                <a:lnTo>
                  <a:pt x="1276350" y="1762125"/>
                </a:lnTo>
                <a:lnTo>
                  <a:pt x="1276350" y="1771650"/>
                </a:lnTo>
                <a:lnTo>
                  <a:pt x="1257300" y="1771650"/>
                </a:lnTo>
                <a:close/>
                <a:moveTo>
                  <a:pt x="171450" y="1771650"/>
                </a:moveTo>
                <a:lnTo>
                  <a:pt x="180975" y="1771650"/>
                </a:lnTo>
                <a:lnTo>
                  <a:pt x="180975" y="1781175"/>
                </a:lnTo>
                <a:lnTo>
                  <a:pt x="171450" y="1781175"/>
                </a:lnTo>
                <a:close/>
                <a:moveTo>
                  <a:pt x="1752600" y="1771650"/>
                </a:moveTo>
                <a:lnTo>
                  <a:pt x="1771650" y="1771650"/>
                </a:lnTo>
                <a:lnTo>
                  <a:pt x="1771650" y="1790700"/>
                </a:lnTo>
                <a:lnTo>
                  <a:pt x="1752600" y="1790700"/>
                </a:lnTo>
                <a:close/>
                <a:moveTo>
                  <a:pt x="2028825" y="1771650"/>
                </a:moveTo>
                <a:lnTo>
                  <a:pt x="2047875" y="1771650"/>
                </a:lnTo>
                <a:lnTo>
                  <a:pt x="2047875" y="1800225"/>
                </a:lnTo>
                <a:lnTo>
                  <a:pt x="2028825" y="1800225"/>
                </a:lnTo>
                <a:close/>
                <a:moveTo>
                  <a:pt x="1419225" y="1781175"/>
                </a:moveTo>
                <a:lnTo>
                  <a:pt x="1428750" y="1781175"/>
                </a:lnTo>
                <a:lnTo>
                  <a:pt x="1428750" y="1790700"/>
                </a:lnTo>
                <a:lnTo>
                  <a:pt x="1419225" y="1790700"/>
                </a:lnTo>
                <a:close/>
                <a:moveTo>
                  <a:pt x="1857375" y="1781175"/>
                </a:moveTo>
                <a:lnTo>
                  <a:pt x="1866900" y="1781175"/>
                </a:lnTo>
                <a:lnTo>
                  <a:pt x="1866900" y="1790700"/>
                </a:lnTo>
                <a:lnTo>
                  <a:pt x="1857375" y="1790700"/>
                </a:lnTo>
                <a:close/>
                <a:moveTo>
                  <a:pt x="180975" y="1790700"/>
                </a:moveTo>
                <a:lnTo>
                  <a:pt x="190500" y="1790700"/>
                </a:lnTo>
                <a:lnTo>
                  <a:pt x="190500" y="1800225"/>
                </a:lnTo>
                <a:lnTo>
                  <a:pt x="180975" y="1800225"/>
                </a:lnTo>
                <a:close/>
                <a:moveTo>
                  <a:pt x="438150" y="1790700"/>
                </a:moveTo>
                <a:lnTo>
                  <a:pt x="447675" y="1790700"/>
                </a:lnTo>
                <a:lnTo>
                  <a:pt x="447675" y="1800225"/>
                </a:lnTo>
                <a:lnTo>
                  <a:pt x="457200" y="1800225"/>
                </a:lnTo>
                <a:lnTo>
                  <a:pt x="457200" y="1819275"/>
                </a:lnTo>
                <a:lnTo>
                  <a:pt x="447675" y="1819275"/>
                </a:lnTo>
                <a:lnTo>
                  <a:pt x="447675" y="1809750"/>
                </a:lnTo>
                <a:lnTo>
                  <a:pt x="438150" y="1809750"/>
                </a:lnTo>
                <a:close/>
                <a:moveTo>
                  <a:pt x="1238250" y="1790700"/>
                </a:moveTo>
                <a:lnTo>
                  <a:pt x="1247775" y="1790700"/>
                </a:lnTo>
                <a:lnTo>
                  <a:pt x="1247775" y="1800225"/>
                </a:lnTo>
                <a:lnTo>
                  <a:pt x="1238250" y="1800225"/>
                </a:lnTo>
                <a:close/>
                <a:moveTo>
                  <a:pt x="209550" y="1819275"/>
                </a:moveTo>
                <a:lnTo>
                  <a:pt x="219075" y="1819275"/>
                </a:lnTo>
                <a:lnTo>
                  <a:pt x="219075" y="1828800"/>
                </a:lnTo>
                <a:lnTo>
                  <a:pt x="209550" y="1828800"/>
                </a:lnTo>
                <a:close/>
                <a:moveTo>
                  <a:pt x="2162175" y="1819275"/>
                </a:moveTo>
                <a:lnTo>
                  <a:pt x="2171700" y="1819275"/>
                </a:lnTo>
                <a:lnTo>
                  <a:pt x="2171700" y="1828800"/>
                </a:lnTo>
                <a:lnTo>
                  <a:pt x="2162175" y="1828800"/>
                </a:lnTo>
                <a:close/>
                <a:moveTo>
                  <a:pt x="85725" y="1828800"/>
                </a:moveTo>
                <a:lnTo>
                  <a:pt x="95250" y="1828800"/>
                </a:lnTo>
                <a:lnTo>
                  <a:pt x="95250" y="1838325"/>
                </a:lnTo>
                <a:lnTo>
                  <a:pt x="85725" y="1838325"/>
                </a:lnTo>
                <a:close/>
                <a:moveTo>
                  <a:pt x="409575" y="1828800"/>
                </a:moveTo>
                <a:lnTo>
                  <a:pt x="419100" y="1828800"/>
                </a:lnTo>
                <a:lnTo>
                  <a:pt x="419100" y="1838325"/>
                </a:lnTo>
                <a:lnTo>
                  <a:pt x="409575" y="1838325"/>
                </a:lnTo>
                <a:close/>
                <a:moveTo>
                  <a:pt x="2133600" y="1828800"/>
                </a:moveTo>
                <a:lnTo>
                  <a:pt x="2162175" y="1828800"/>
                </a:lnTo>
                <a:lnTo>
                  <a:pt x="2162175" y="1847850"/>
                </a:lnTo>
                <a:lnTo>
                  <a:pt x="2181225" y="1847850"/>
                </a:lnTo>
                <a:lnTo>
                  <a:pt x="2181225" y="1857375"/>
                </a:lnTo>
                <a:lnTo>
                  <a:pt x="2209800" y="1857375"/>
                </a:lnTo>
                <a:lnTo>
                  <a:pt x="2209800" y="1866900"/>
                </a:lnTo>
                <a:lnTo>
                  <a:pt x="2219325" y="1866900"/>
                </a:lnTo>
                <a:lnTo>
                  <a:pt x="2219325" y="1876425"/>
                </a:lnTo>
                <a:lnTo>
                  <a:pt x="2190750" y="1876425"/>
                </a:lnTo>
                <a:lnTo>
                  <a:pt x="2190750" y="1866900"/>
                </a:lnTo>
                <a:lnTo>
                  <a:pt x="2162175" y="1866900"/>
                </a:lnTo>
                <a:lnTo>
                  <a:pt x="2162175" y="1876425"/>
                </a:lnTo>
                <a:lnTo>
                  <a:pt x="2152650" y="1876425"/>
                </a:lnTo>
                <a:lnTo>
                  <a:pt x="2152650" y="1885950"/>
                </a:lnTo>
                <a:lnTo>
                  <a:pt x="2143125" y="1885950"/>
                </a:lnTo>
                <a:lnTo>
                  <a:pt x="2143125" y="1876425"/>
                </a:lnTo>
                <a:lnTo>
                  <a:pt x="2133600" y="1876425"/>
                </a:lnTo>
                <a:lnTo>
                  <a:pt x="2133600" y="1857375"/>
                </a:lnTo>
                <a:lnTo>
                  <a:pt x="2124075" y="1857375"/>
                </a:lnTo>
                <a:lnTo>
                  <a:pt x="2124075" y="1838325"/>
                </a:lnTo>
                <a:lnTo>
                  <a:pt x="2133600" y="1838325"/>
                </a:lnTo>
                <a:close/>
                <a:moveTo>
                  <a:pt x="257175" y="1838325"/>
                </a:moveTo>
                <a:lnTo>
                  <a:pt x="266700" y="1838325"/>
                </a:lnTo>
                <a:lnTo>
                  <a:pt x="266700" y="1847850"/>
                </a:lnTo>
                <a:lnTo>
                  <a:pt x="257175" y="1847850"/>
                </a:lnTo>
                <a:close/>
                <a:moveTo>
                  <a:pt x="1047750" y="1838325"/>
                </a:moveTo>
                <a:lnTo>
                  <a:pt x="1057275" y="1838325"/>
                </a:lnTo>
                <a:lnTo>
                  <a:pt x="1057275" y="1857375"/>
                </a:lnTo>
                <a:lnTo>
                  <a:pt x="1038225" y="1857375"/>
                </a:lnTo>
                <a:lnTo>
                  <a:pt x="1038225" y="1847850"/>
                </a:lnTo>
                <a:lnTo>
                  <a:pt x="1047750" y="1847850"/>
                </a:lnTo>
                <a:close/>
                <a:moveTo>
                  <a:pt x="1952625" y="1838325"/>
                </a:moveTo>
                <a:lnTo>
                  <a:pt x="1990725" y="1838325"/>
                </a:lnTo>
                <a:lnTo>
                  <a:pt x="1990725" y="1857375"/>
                </a:lnTo>
                <a:lnTo>
                  <a:pt x="1952625" y="1857375"/>
                </a:lnTo>
                <a:lnTo>
                  <a:pt x="1952625" y="1866900"/>
                </a:lnTo>
                <a:lnTo>
                  <a:pt x="1933575" y="1866900"/>
                </a:lnTo>
                <a:lnTo>
                  <a:pt x="1933575" y="1847850"/>
                </a:lnTo>
                <a:lnTo>
                  <a:pt x="1952625" y="1847850"/>
                </a:lnTo>
                <a:close/>
                <a:moveTo>
                  <a:pt x="981075" y="1847850"/>
                </a:moveTo>
                <a:lnTo>
                  <a:pt x="1009650" y="1847850"/>
                </a:lnTo>
                <a:lnTo>
                  <a:pt x="1009650" y="1885950"/>
                </a:lnTo>
                <a:lnTo>
                  <a:pt x="990600" y="1885950"/>
                </a:lnTo>
                <a:lnTo>
                  <a:pt x="990600" y="1876425"/>
                </a:lnTo>
                <a:lnTo>
                  <a:pt x="1000125" y="1876425"/>
                </a:lnTo>
                <a:lnTo>
                  <a:pt x="1000125" y="1866900"/>
                </a:lnTo>
                <a:lnTo>
                  <a:pt x="981075" y="1866900"/>
                </a:lnTo>
                <a:close/>
                <a:moveTo>
                  <a:pt x="1714500" y="1847850"/>
                </a:moveTo>
                <a:lnTo>
                  <a:pt x="1733550" y="1847850"/>
                </a:lnTo>
                <a:lnTo>
                  <a:pt x="1733550" y="1876425"/>
                </a:lnTo>
                <a:lnTo>
                  <a:pt x="1714500" y="1876425"/>
                </a:lnTo>
                <a:close/>
                <a:moveTo>
                  <a:pt x="1790700" y="1847850"/>
                </a:moveTo>
                <a:lnTo>
                  <a:pt x="1800225" y="1847850"/>
                </a:lnTo>
                <a:lnTo>
                  <a:pt x="1800225" y="1857375"/>
                </a:lnTo>
                <a:lnTo>
                  <a:pt x="1819275" y="1857375"/>
                </a:lnTo>
                <a:lnTo>
                  <a:pt x="1819275" y="1866900"/>
                </a:lnTo>
                <a:lnTo>
                  <a:pt x="1809750" y="1866900"/>
                </a:lnTo>
                <a:lnTo>
                  <a:pt x="1809750" y="1876425"/>
                </a:lnTo>
                <a:lnTo>
                  <a:pt x="1819275" y="1876425"/>
                </a:lnTo>
                <a:lnTo>
                  <a:pt x="1819275" y="1866900"/>
                </a:lnTo>
                <a:lnTo>
                  <a:pt x="1828800" y="1866900"/>
                </a:lnTo>
                <a:lnTo>
                  <a:pt x="1828800" y="1857375"/>
                </a:lnTo>
                <a:lnTo>
                  <a:pt x="1838325" y="1857375"/>
                </a:lnTo>
                <a:lnTo>
                  <a:pt x="1838325" y="1866900"/>
                </a:lnTo>
                <a:lnTo>
                  <a:pt x="1847850" y="1866900"/>
                </a:lnTo>
                <a:lnTo>
                  <a:pt x="1847850" y="1857375"/>
                </a:lnTo>
                <a:lnTo>
                  <a:pt x="1857375" y="1857375"/>
                </a:lnTo>
                <a:lnTo>
                  <a:pt x="1857375" y="1866900"/>
                </a:lnTo>
                <a:lnTo>
                  <a:pt x="1866900" y="1866900"/>
                </a:lnTo>
                <a:lnTo>
                  <a:pt x="1866900" y="1857375"/>
                </a:lnTo>
                <a:lnTo>
                  <a:pt x="1876425" y="1857375"/>
                </a:lnTo>
                <a:lnTo>
                  <a:pt x="1876425" y="1876425"/>
                </a:lnTo>
                <a:lnTo>
                  <a:pt x="1857375" y="1876425"/>
                </a:lnTo>
                <a:lnTo>
                  <a:pt x="1857375" y="1885950"/>
                </a:lnTo>
                <a:lnTo>
                  <a:pt x="1809750" y="1885950"/>
                </a:lnTo>
                <a:lnTo>
                  <a:pt x="1809750" y="1895475"/>
                </a:lnTo>
                <a:lnTo>
                  <a:pt x="1790700" y="1895475"/>
                </a:lnTo>
                <a:lnTo>
                  <a:pt x="1790700" y="1905000"/>
                </a:lnTo>
                <a:lnTo>
                  <a:pt x="1781175" y="1905000"/>
                </a:lnTo>
                <a:lnTo>
                  <a:pt x="1781175" y="1895475"/>
                </a:lnTo>
                <a:lnTo>
                  <a:pt x="1771650" y="1895475"/>
                </a:lnTo>
                <a:lnTo>
                  <a:pt x="1771650" y="1885950"/>
                </a:lnTo>
                <a:lnTo>
                  <a:pt x="1781175" y="1885950"/>
                </a:lnTo>
                <a:lnTo>
                  <a:pt x="1781175" y="1857375"/>
                </a:lnTo>
                <a:lnTo>
                  <a:pt x="1790700" y="1857375"/>
                </a:lnTo>
                <a:close/>
                <a:moveTo>
                  <a:pt x="2038350" y="1847850"/>
                </a:moveTo>
                <a:lnTo>
                  <a:pt x="2057400" y="1847850"/>
                </a:lnTo>
                <a:lnTo>
                  <a:pt x="2057400" y="1866900"/>
                </a:lnTo>
                <a:lnTo>
                  <a:pt x="2038350" y="1866900"/>
                </a:lnTo>
                <a:close/>
                <a:moveTo>
                  <a:pt x="114300" y="1857375"/>
                </a:moveTo>
                <a:lnTo>
                  <a:pt x="123825" y="1857375"/>
                </a:lnTo>
                <a:lnTo>
                  <a:pt x="123825" y="1866900"/>
                </a:lnTo>
                <a:lnTo>
                  <a:pt x="114300" y="1866900"/>
                </a:lnTo>
                <a:close/>
                <a:moveTo>
                  <a:pt x="419100" y="1857375"/>
                </a:moveTo>
                <a:lnTo>
                  <a:pt x="428625" y="1857375"/>
                </a:lnTo>
                <a:lnTo>
                  <a:pt x="428625" y="1866900"/>
                </a:lnTo>
                <a:lnTo>
                  <a:pt x="419100" y="1866900"/>
                </a:lnTo>
                <a:close/>
                <a:moveTo>
                  <a:pt x="1057275" y="1857375"/>
                </a:moveTo>
                <a:lnTo>
                  <a:pt x="1066800" y="1857375"/>
                </a:lnTo>
                <a:lnTo>
                  <a:pt x="1066800" y="1866900"/>
                </a:lnTo>
                <a:lnTo>
                  <a:pt x="1057275" y="1866900"/>
                </a:lnTo>
                <a:close/>
                <a:moveTo>
                  <a:pt x="1362075" y="1857375"/>
                </a:moveTo>
                <a:lnTo>
                  <a:pt x="1371600" y="1857375"/>
                </a:lnTo>
                <a:lnTo>
                  <a:pt x="1371600" y="1866900"/>
                </a:lnTo>
                <a:lnTo>
                  <a:pt x="1362075" y="1866900"/>
                </a:lnTo>
                <a:close/>
                <a:moveTo>
                  <a:pt x="1381125" y="1857375"/>
                </a:moveTo>
                <a:lnTo>
                  <a:pt x="1390650" y="1857375"/>
                </a:lnTo>
                <a:lnTo>
                  <a:pt x="1390650" y="1866900"/>
                </a:lnTo>
                <a:lnTo>
                  <a:pt x="1381125" y="1866900"/>
                </a:lnTo>
                <a:close/>
                <a:moveTo>
                  <a:pt x="904875" y="1866900"/>
                </a:moveTo>
                <a:lnTo>
                  <a:pt x="914400" y="1866900"/>
                </a:lnTo>
                <a:lnTo>
                  <a:pt x="914400" y="1876425"/>
                </a:lnTo>
                <a:lnTo>
                  <a:pt x="904875" y="1876425"/>
                </a:lnTo>
                <a:close/>
                <a:moveTo>
                  <a:pt x="1038225" y="1866900"/>
                </a:moveTo>
                <a:lnTo>
                  <a:pt x="1057275" y="1866900"/>
                </a:lnTo>
                <a:lnTo>
                  <a:pt x="1057275" y="1876425"/>
                </a:lnTo>
                <a:lnTo>
                  <a:pt x="1038225" y="1876425"/>
                </a:lnTo>
                <a:close/>
                <a:moveTo>
                  <a:pt x="1371600" y="1866900"/>
                </a:moveTo>
                <a:lnTo>
                  <a:pt x="1381125" y="1866900"/>
                </a:lnTo>
                <a:lnTo>
                  <a:pt x="1381125" y="1876425"/>
                </a:lnTo>
                <a:lnTo>
                  <a:pt x="1371600" y="1876425"/>
                </a:lnTo>
                <a:close/>
                <a:moveTo>
                  <a:pt x="1504950" y="1866900"/>
                </a:moveTo>
                <a:lnTo>
                  <a:pt x="1514475" y="1866900"/>
                </a:lnTo>
                <a:lnTo>
                  <a:pt x="1514475" y="1876425"/>
                </a:lnTo>
                <a:lnTo>
                  <a:pt x="1504950" y="1876425"/>
                </a:lnTo>
                <a:close/>
                <a:moveTo>
                  <a:pt x="1524000" y="1866900"/>
                </a:moveTo>
                <a:lnTo>
                  <a:pt x="1533525" y="1866900"/>
                </a:lnTo>
                <a:lnTo>
                  <a:pt x="1533525" y="1876425"/>
                </a:lnTo>
                <a:lnTo>
                  <a:pt x="1524000" y="1876425"/>
                </a:lnTo>
                <a:close/>
                <a:moveTo>
                  <a:pt x="866775" y="1876425"/>
                </a:moveTo>
                <a:lnTo>
                  <a:pt x="904875" y="1876425"/>
                </a:lnTo>
                <a:lnTo>
                  <a:pt x="904875" y="1885950"/>
                </a:lnTo>
                <a:lnTo>
                  <a:pt x="876300" y="1885950"/>
                </a:lnTo>
                <a:lnTo>
                  <a:pt x="876300" y="1895475"/>
                </a:lnTo>
                <a:lnTo>
                  <a:pt x="847725" y="1895475"/>
                </a:lnTo>
                <a:lnTo>
                  <a:pt x="847725" y="1885950"/>
                </a:lnTo>
                <a:lnTo>
                  <a:pt x="866775" y="1885950"/>
                </a:lnTo>
                <a:close/>
                <a:moveTo>
                  <a:pt x="962025" y="1876425"/>
                </a:moveTo>
                <a:lnTo>
                  <a:pt x="971550" y="1876425"/>
                </a:lnTo>
                <a:lnTo>
                  <a:pt x="971550" y="1895475"/>
                </a:lnTo>
                <a:lnTo>
                  <a:pt x="952500" y="1895475"/>
                </a:lnTo>
                <a:lnTo>
                  <a:pt x="952500" y="1885950"/>
                </a:lnTo>
                <a:lnTo>
                  <a:pt x="962025" y="1885950"/>
                </a:lnTo>
                <a:close/>
                <a:moveTo>
                  <a:pt x="2228850" y="1876425"/>
                </a:moveTo>
                <a:lnTo>
                  <a:pt x="2238375" y="1876425"/>
                </a:lnTo>
                <a:lnTo>
                  <a:pt x="2238375" y="1885950"/>
                </a:lnTo>
                <a:lnTo>
                  <a:pt x="2228850" y="1885950"/>
                </a:lnTo>
                <a:close/>
                <a:moveTo>
                  <a:pt x="428625" y="1885950"/>
                </a:moveTo>
                <a:lnTo>
                  <a:pt x="438150" y="1885950"/>
                </a:lnTo>
                <a:lnTo>
                  <a:pt x="438150" y="1895475"/>
                </a:lnTo>
                <a:lnTo>
                  <a:pt x="428625" y="1895475"/>
                </a:lnTo>
                <a:close/>
                <a:moveTo>
                  <a:pt x="495300" y="1885950"/>
                </a:moveTo>
                <a:lnTo>
                  <a:pt x="514350" y="1885950"/>
                </a:lnTo>
                <a:lnTo>
                  <a:pt x="514350" y="1914525"/>
                </a:lnTo>
                <a:lnTo>
                  <a:pt x="523875" y="1914525"/>
                </a:lnTo>
                <a:lnTo>
                  <a:pt x="523875" y="1924050"/>
                </a:lnTo>
                <a:lnTo>
                  <a:pt x="504825" y="1924050"/>
                </a:lnTo>
                <a:lnTo>
                  <a:pt x="504825" y="1895475"/>
                </a:lnTo>
                <a:lnTo>
                  <a:pt x="495300" y="1895475"/>
                </a:lnTo>
                <a:close/>
                <a:moveTo>
                  <a:pt x="923925" y="1885950"/>
                </a:moveTo>
                <a:lnTo>
                  <a:pt x="933450" y="1885950"/>
                </a:lnTo>
                <a:lnTo>
                  <a:pt x="933450" y="1905000"/>
                </a:lnTo>
                <a:lnTo>
                  <a:pt x="914400" y="1905000"/>
                </a:lnTo>
                <a:lnTo>
                  <a:pt x="914400" y="1895475"/>
                </a:lnTo>
                <a:lnTo>
                  <a:pt x="923925" y="1895475"/>
                </a:lnTo>
                <a:close/>
                <a:moveTo>
                  <a:pt x="1514475" y="1885950"/>
                </a:moveTo>
                <a:lnTo>
                  <a:pt x="1524000" y="1885950"/>
                </a:lnTo>
                <a:lnTo>
                  <a:pt x="1524000" y="1905000"/>
                </a:lnTo>
                <a:lnTo>
                  <a:pt x="1514475" y="1905000"/>
                </a:lnTo>
                <a:close/>
                <a:moveTo>
                  <a:pt x="1981200" y="1885950"/>
                </a:moveTo>
                <a:lnTo>
                  <a:pt x="1990725" y="1885950"/>
                </a:lnTo>
                <a:lnTo>
                  <a:pt x="1990725" y="1905000"/>
                </a:lnTo>
                <a:lnTo>
                  <a:pt x="1981200" y="1905000"/>
                </a:lnTo>
                <a:close/>
                <a:moveTo>
                  <a:pt x="2152650" y="1885950"/>
                </a:moveTo>
                <a:lnTo>
                  <a:pt x="2162175" y="1885950"/>
                </a:lnTo>
                <a:lnTo>
                  <a:pt x="2162175" y="1895475"/>
                </a:lnTo>
                <a:lnTo>
                  <a:pt x="2152650" y="1895475"/>
                </a:lnTo>
                <a:close/>
                <a:moveTo>
                  <a:pt x="2247900" y="1885950"/>
                </a:moveTo>
                <a:lnTo>
                  <a:pt x="2257425" y="1885950"/>
                </a:lnTo>
                <a:lnTo>
                  <a:pt x="2257425" y="1895475"/>
                </a:lnTo>
                <a:lnTo>
                  <a:pt x="2247900" y="1895475"/>
                </a:lnTo>
                <a:close/>
                <a:moveTo>
                  <a:pt x="885825" y="1895475"/>
                </a:moveTo>
                <a:lnTo>
                  <a:pt x="895350" y="1895475"/>
                </a:lnTo>
                <a:lnTo>
                  <a:pt x="895350" y="1905000"/>
                </a:lnTo>
                <a:lnTo>
                  <a:pt x="885825" y="1905000"/>
                </a:lnTo>
                <a:close/>
                <a:moveTo>
                  <a:pt x="1114425" y="1895475"/>
                </a:moveTo>
                <a:lnTo>
                  <a:pt x="1152525" y="1895475"/>
                </a:lnTo>
                <a:lnTo>
                  <a:pt x="1152525" y="1905000"/>
                </a:lnTo>
                <a:lnTo>
                  <a:pt x="1114425" y="1905000"/>
                </a:lnTo>
                <a:close/>
                <a:moveTo>
                  <a:pt x="2257425" y="1895475"/>
                </a:moveTo>
                <a:lnTo>
                  <a:pt x="2286000" y="1895475"/>
                </a:lnTo>
                <a:lnTo>
                  <a:pt x="2286000" y="1905000"/>
                </a:lnTo>
                <a:lnTo>
                  <a:pt x="2295525" y="1905000"/>
                </a:lnTo>
                <a:lnTo>
                  <a:pt x="2295525" y="1914525"/>
                </a:lnTo>
                <a:lnTo>
                  <a:pt x="2305050" y="1914525"/>
                </a:lnTo>
                <a:lnTo>
                  <a:pt x="2305050" y="1924050"/>
                </a:lnTo>
                <a:lnTo>
                  <a:pt x="2286000" y="1924050"/>
                </a:lnTo>
                <a:lnTo>
                  <a:pt x="2286000" y="1914525"/>
                </a:lnTo>
                <a:lnTo>
                  <a:pt x="2266950" y="1914525"/>
                </a:lnTo>
                <a:lnTo>
                  <a:pt x="2266950" y="1905000"/>
                </a:lnTo>
                <a:lnTo>
                  <a:pt x="2257425" y="1905000"/>
                </a:lnTo>
                <a:close/>
                <a:moveTo>
                  <a:pt x="485775" y="1905000"/>
                </a:moveTo>
                <a:lnTo>
                  <a:pt x="495300" y="1905000"/>
                </a:lnTo>
                <a:lnTo>
                  <a:pt x="495300" y="1933575"/>
                </a:lnTo>
                <a:lnTo>
                  <a:pt x="504825" y="1933575"/>
                </a:lnTo>
                <a:lnTo>
                  <a:pt x="504825" y="1962150"/>
                </a:lnTo>
                <a:lnTo>
                  <a:pt x="514350" y="1962150"/>
                </a:lnTo>
                <a:lnTo>
                  <a:pt x="514350" y="1990725"/>
                </a:lnTo>
                <a:lnTo>
                  <a:pt x="523875" y="1990725"/>
                </a:lnTo>
                <a:lnTo>
                  <a:pt x="523875" y="2000250"/>
                </a:lnTo>
                <a:lnTo>
                  <a:pt x="504825" y="2000250"/>
                </a:lnTo>
                <a:lnTo>
                  <a:pt x="504825" y="1981200"/>
                </a:lnTo>
                <a:lnTo>
                  <a:pt x="495300" y="1981200"/>
                </a:lnTo>
                <a:lnTo>
                  <a:pt x="495300" y="1952625"/>
                </a:lnTo>
                <a:lnTo>
                  <a:pt x="485775" y="1952625"/>
                </a:lnTo>
                <a:close/>
                <a:moveTo>
                  <a:pt x="1533525" y="1905000"/>
                </a:moveTo>
                <a:lnTo>
                  <a:pt x="1543050" y="1905000"/>
                </a:lnTo>
                <a:lnTo>
                  <a:pt x="1543050" y="1914525"/>
                </a:lnTo>
                <a:lnTo>
                  <a:pt x="1533525" y="1914525"/>
                </a:lnTo>
                <a:close/>
                <a:moveTo>
                  <a:pt x="1885950" y="1905000"/>
                </a:moveTo>
                <a:lnTo>
                  <a:pt x="1905000" y="1905000"/>
                </a:lnTo>
                <a:lnTo>
                  <a:pt x="1905000" y="1924050"/>
                </a:lnTo>
                <a:lnTo>
                  <a:pt x="1885950" y="1924050"/>
                </a:lnTo>
                <a:close/>
                <a:moveTo>
                  <a:pt x="2047875" y="1905000"/>
                </a:moveTo>
                <a:lnTo>
                  <a:pt x="2066925" y="1905000"/>
                </a:lnTo>
                <a:lnTo>
                  <a:pt x="2066925" y="1924050"/>
                </a:lnTo>
                <a:lnTo>
                  <a:pt x="2047875" y="1924050"/>
                </a:lnTo>
                <a:close/>
                <a:moveTo>
                  <a:pt x="123825" y="1914525"/>
                </a:moveTo>
                <a:lnTo>
                  <a:pt x="133350" y="1914525"/>
                </a:lnTo>
                <a:lnTo>
                  <a:pt x="133350" y="1924050"/>
                </a:lnTo>
                <a:lnTo>
                  <a:pt x="123825" y="1924050"/>
                </a:lnTo>
                <a:close/>
                <a:moveTo>
                  <a:pt x="752475" y="1914525"/>
                </a:moveTo>
                <a:lnTo>
                  <a:pt x="762000" y="1914525"/>
                </a:lnTo>
                <a:lnTo>
                  <a:pt x="762000" y="1962150"/>
                </a:lnTo>
                <a:lnTo>
                  <a:pt x="752475" y="1962150"/>
                </a:lnTo>
                <a:close/>
                <a:moveTo>
                  <a:pt x="1838325" y="1914525"/>
                </a:moveTo>
                <a:lnTo>
                  <a:pt x="1857375" y="1914525"/>
                </a:lnTo>
                <a:lnTo>
                  <a:pt x="1857375" y="1933575"/>
                </a:lnTo>
                <a:lnTo>
                  <a:pt x="1838325" y="1933575"/>
                </a:lnTo>
                <a:close/>
                <a:moveTo>
                  <a:pt x="76200" y="1924050"/>
                </a:moveTo>
                <a:lnTo>
                  <a:pt x="85725" y="1924050"/>
                </a:lnTo>
                <a:lnTo>
                  <a:pt x="85725" y="1933575"/>
                </a:lnTo>
                <a:lnTo>
                  <a:pt x="76200" y="1933575"/>
                </a:lnTo>
                <a:close/>
                <a:moveTo>
                  <a:pt x="1724025" y="1924050"/>
                </a:moveTo>
                <a:lnTo>
                  <a:pt x="1743075" y="1924050"/>
                </a:lnTo>
                <a:lnTo>
                  <a:pt x="1743075" y="1943100"/>
                </a:lnTo>
                <a:lnTo>
                  <a:pt x="1724025" y="1943100"/>
                </a:lnTo>
                <a:close/>
                <a:moveTo>
                  <a:pt x="238125" y="1933575"/>
                </a:moveTo>
                <a:lnTo>
                  <a:pt x="257175" y="1933575"/>
                </a:lnTo>
                <a:lnTo>
                  <a:pt x="257175" y="1952625"/>
                </a:lnTo>
                <a:lnTo>
                  <a:pt x="247650" y="1952625"/>
                </a:lnTo>
                <a:lnTo>
                  <a:pt x="247650" y="1962150"/>
                </a:lnTo>
                <a:lnTo>
                  <a:pt x="238125" y="1962150"/>
                </a:lnTo>
                <a:close/>
                <a:moveTo>
                  <a:pt x="1952625" y="1933575"/>
                </a:moveTo>
                <a:lnTo>
                  <a:pt x="1971675" y="1933575"/>
                </a:lnTo>
                <a:lnTo>
                  <a:pt x="1971675" y="1952625"/>
                </a:lnTo>
                <a:lnTo>
                  <a:pt x="1952625" y="1952625"/>
                </a:lnTo>
                <a:close/>
                <a:moveTo>
                  <a:pt x="657225" y="1943100"/>
                </a:moveTo>
                <a:lnTo>
                  <a:pt x="666750" y="1943100"/>
                </a:lnTo>
                <a:lnTo>
                  <a:pt x="666750" y="1952625"/>
                </a:lnTo>
                <a:lnTo>
                  <a:pt x="657225" y="1952625"/>
                </a:lnTo>
                <a:close/>
                <a:moveTo>
                  <a:pt x="942975" y="1943100"/>
                </a:moveTo>
                <a:lnTo>
                  <a:pt x="952500" y="1943100"/>
                </a:lnTo>
                <a:lnTo>
                  <a:pt x="952500" y="1952625"/>
                </a:lnTo>
                <a:lnTo>
                  <a:pt x="942975" y="1952625"/>
                </a:lnTo>
                <a:close/>
                <a:moveTo>
                  <a:pt x="1914525" y="1943100"/>
                </a:moveTo>
                <a:lnTo>
                  <a:pt x="1933575" y="1943100"/>
                </a:lnTo>
                <a:lnTo>
                  <a:pt x="1933575" y="1962150"/>
                </a:lnTo>
                <a:lnTo>
                  <a:pt x="1905000" y="1962150"/>
                </a:lnTo>
                <a:lnTo>
                  <a:pt x="1905000" y="1952625"/>
                </a:lnTo>
                <a:lnTo>
                  <a:pt x="1914525" y="1952625"/>
                </a:lnTo>
                <a:close/>
                <a:moveTo>
                  <a:pt x="2324100" y="1943100"/>
                </a:moveTo>
                <a:lnTo>
                  <a:pt x="2343150" y="1943100"/>
                </a:lnTo>
                <a:lnTo>
                  <a:pt x="2343150" y="1952625"/>
                </a:lnTo>
                <a:lnTo>
                  <a:pt x="2352675" y="1952625"/>
                </a:lnTo>
                <a:lnTo>
                  <a:pt x="2352675" y="1971675"/>
                </a:lnTo>
                <a:lnTo>
                  <a:pt x="2343150" y="1971675"/>
                </a:lnTo>
                <a:lnTo>
                  <a:pt x="2343150" y="1962150"/>
                </a:lnTo>
                <a:lnTo>
                  <a:pt x="2333625" y="1962150"/>
                </a:lnTo>
                <a:lnTo>
                  <a:pt x="2333625" y="1952625"/>
                </a:lnTo>
                <a:lnTo>
                  <a:pt x="2324100" y="1952625"/>
                </a:lnTo>
                <a:close/>
                <a:moveTo>
                  <a:pt x="523875" y="1952625"/>
                </a:moveTo>
                <a:lnTo>
                  <a:pt x="533400" y="1952625"/>
                </a:lnTo>
                <a:lnTo>
                  <a:pt x="533400" y="1971675"/>
                </a:lnTo>
                <a:lnTo>
                  <a:pt x="552450" y="1971675"/>
                </a:lnTo>
                <a:lnTo>
                  <a:pt x="552450" y="1981200"/>
                </a:lnTo>
                <a:lnTo>
                  <a:pt x="523875" y="1981200"/>
                </a:lnTo>
                <a:close/>
                <a:moveTo>
                  <a:pt x="704850" y="1952625"/>
                </a:moveTo>
                <a:lnTo>
                  <a:pt x="714375" y="1952625"/>
                </a:lnTo>
                <a:lnTo>
                  <a:pt x="714375" y="1971675"/>
                </a:lnTo>
                <a:lnTo>
                  <a:pt x="723900" y="1971675"/>
                </a:lnTo>
                <a:lnTo>
                  <a:pt x="723900" y="1981200"/>
                </a:lnTo>
                <a:lnTo>
                  <a:pt x="704850" y="1981200"/>
                </a:lnTo>
                <a:close/>
                <a:moveTo>
                  <a:pt x="914400" y="1952625"/>
                </a:moveTo>
                <a:lnTo>
                  <a:pt x="923925" y="1952625"/>
                </a:lnTo>
                <a:lnTo>
                  <a:pt x="923925" y="1962150"/>
                </a:lnTo>
                <a:lnTo>
                  <a:pt x="914400" y="1962150"/>
                </a:lnTo>
                <a:close/>
                <a:moveTo>
                  <a:pt x="2057400" y="1952625"/>
                </a:moveTo>
                <a:lnTo>
                  <a:pt x="2076450" y="1952625"/>
                </a:lnTo>
                <a:lnTo>
                  <a:pt x="2076450" y="1971675"/>
                </a:lnTo>
                <a:lnTo>
                  <a:pt x="2057400" y="1971675"/>
                </a:lnTo>
                <a:close/>
                <a:moveTo>
                  <a:pt x="609600" y="1962150"/>
                </a:moveTo>
                <a:lnTo>
                  <a:pt x="619125" y="1962150"/>
                </a:lnTo>
                <a:lnTo>
                  <a:pt x="619125" y="1971675"/>
                </a:lnTo>
                <a:lnTo>
                  <a:pt x="609600" y="1971675"/>
                </a:lnTo>
                <a:close/>
                <a:moveTo>
                  <a:pt x="666750" y="1971675"/>
                </a:moveTo>
                <a:lnTo>
                  <a:pt x="676275" y="1971675"/>
                </a:lnTo>
                <a:lnTo>
                  <a:pt x="676275" y="2000250"/>
                </a:lnTo>
                <a:lnTo>
                  <a:pt x="666750" y="2000250"/>
                </a:lnTo>
                <a:close/>
                <a:moveTo>
                  <a:pt x="771525" y="1971675"/>
                </a:moveTo>
                <a:lnTo>
                  <a:pt x="790575" y="1971675"/>
                </a:lnTo>
                <a:lnTo>
                  <a:pt x="790575" y="1981200"/>
                </a:lnTo>
                <a:lnTo>
                  <a:pt x="771525" y="1981200"/>
                </a:lnTo>
                <a:close/>
                <a:moveTo>
                  <a:pt x="1000125" y="1971675"/>
                </a:moveTo>
                <a:lnTo>
                  <a:pt x="1009650" y="1971675"/>
                </a:lnTo>
                <a:lnTo>
                  <a:pt x="1009650" y="1990725"/>
                </a:lnTo>
                <a:lnTo>
                  <a:pt x="1000125" y="1990725"/>
                </a:lnTo>
                <a:close/>
                <a:moveTo>
                  <a:pt x="1447800" y="1971675"/>
                </a:moveTo>
                <a:lnTo>
                  <a:pt x="1466850" y="1971675"/>
                </a:lnTo>
                <a:lnTo>
                  <a:pt x="1466850" y="1981200"/>
                </a:lnTo>
                <a:lnTo>
                  <a:pt x="1447800" y="1981200"/>
                </a:lnTo>
                <a:close/>
                <a:moveTo>
                  <a:pt x="1495425" y="1971675"/>
                </a:moveTo>
                <a:lnTo>
                  <a:pt x="1504950" y="1971675"/>
                </a:lnTo>
                <a:lnTo>
                  <a:pt x="1504950" y="1981200"/>
                </a:lnTo>
                <a:lnTo>
                  <a:pt x="1495425" y="1981200"/>
                </a:lnTo>
                <a:close/>
                <a:moveTo>
                  <a:pt x="1981200" y="1971675"/>
                </a:moveTo>
                <a:lnTo>
                  <a:pt x="1990725" y="1971675"/>
                </a:lnTo>
                <a:lnTo>
                  <a:pt x="1990725" y="1981200"/>
                </a:lnTo>
                <a:lnTo>
                  <a:pt x="2009775" y="1981200"/>
                </a:lnTo>
                <a:lnTo>
                  <a:pt x="2009775" y="2019300"/>
                </a:lnTo>
                <a:lnTo>
                  <a:pt x="1990725" y="2019300"/>
                </a:lnTo>
                <a:lnTo>
                  <a:pt x="1990725" y="2009775"/>
                </a:lnTo>
                <a:lnTo>
                  <a:pt x="1971675" y="2009775"/>
                </a:lnTo>
                <a:lnTo>
                  <a:pt x="1971675" y="2019300"/>
                </a:lnTo>
                <a:lnTo>
                  <a:pt x="1962150" y="2019300"/>
                </a:lnTo>
                <a:lnTo>
                  <a:pt x="1962150" y="2028825"/>
                </a:lnTo>
                <a:lnTo>
                  <a:pt x="1952625" y="2028825"/>
                </a:lnTo>
                <a:lnTo>
                  <a:pt x="1952625" y="2019300"/>
                </a:lnTo>
                <a:lnTo>
                  <a:pt x="1943100" y="2019300"/>
                </a:lnTo>
                <a:lnTo>
                  <a:pt x="1943100" y="1981200"/>
                </a:lnTo>
                <a:lnTo>
                  <a:pt x="1981200" y="1981200"/>
                </a:lnTo>
                <a:close/>
                <a:moveTo>
                  <a:pt x="2352675" y="1971675"/>
                </a:moveTo>
                <a:lnTo>
                  <a:pt x="2362200" y="1971675"/>
                </a:lnTo>
                <a:lnTo>
                  <a:pt x="2362200" y="1981200"/>
                </a:lnTo>
                <a:lnTo>
                  <a:pt x="2352675" y="1981200"/>
                </a:lnTo>
                <a:close/>
                <a:moveTo>
                  <a:pt x="752475" y="1981200"/>
                </a:moveTo>
                <a:lnTo>
                  <a:pt x="771525" y="1981200"/>
                </a:lnTo>
                <a:lnTo>
                  <a:pt x="771525" y="1990725"/>
                </a:lnTo>
                <a:lnTo>
                  <a:pt x="752475" y="1990725"/>
                </a:lnTo>
                <a:close/>
                <a:moveTo>
                  <a:pt x="790575" y="1981200"/>
                </a:moveTo>
                <a:lnTo>
                  <a:pt x="800100" y="1981200"/>
                </a:lnTo>
                <a:lnTo>
                  <a:pt x="800100" y="2000250"/>
                </a:lnTo>
                <a:lnTo>
                  <a:pt x="790575" y="2000250"/>
                </a:lnTo>
                <a:close/>
                <a:moveTo>
                  <a:pt x="2362200" y="1981200"/>
                </a:moveTo>
                <a:lnTo>
                  <a:pt x="2371725" y="1981200"/>
                </a:lnTo>
                <a:lnTo>
                  <a:pt x="2371725" y="1990725"/>
                </a:lnTo>
                <a:lnTo>
                  <a:pt x="2381250" y="1990725"/>
                </a:lnTo>
                <a:lnTo>
                  <a:pt x="2381250" y="2009775"/>
                </a:lnTo>
                <a:lnTo>
                  <a:pt x="2371725" y="2009775"/>
                </a:lnTo>
                <a:lnTo>
                  <a:pt x="2371725" y="2000250"/>
                </a:lnTo>
                <a:lnTo>
                  <a:pt x="2362200" y="2000250"/>
                </a:lnTo>
                <a:close/>
                <a:moveTo>
                  <a:pt x="723900" y="1990725"/>
                </a:moveTo>
                <a:lnTo>
                  <a:pt x="752475" y="1990725"/>
                </a:lnTo>
                <a:lnTo>
                  <a:pt x="752475" y="2000250"/>
                </a:lnTo>
                <a:lnTo>
                  <a:pt x="723900" y="2000250"/>
                </a:lnTo>
                <a:close/>
                <a:moveTo>
                  <a:pt x="809625" y="1990725"/>
                </a:moveTo>
                <a:lnTo>
                  <a:pt x="819150" y="1990725"/>
                </a:lnTo>
                <a:lnTo>
                  <a:pt x="819150" y="2000250"/>
                </a:lnTo>
                <a:lnTo>
                  <a:pt x="809625" y="2000250"/>
                </a:lnTo>
                <a:close/>
                <a:moveTo>
                  <a:pt x="2066925" y="1990725"/>
                </a:moveTo>
                <a:lnTo>
                  <a:pt x="2085975" y="1990725"/>
                </a:lnTo>
                <a:lnTo>
                  <a:pt x="2085975" y="2009775"/>
                </a:lnTo>
                <a:lnTo>
                  <a:pt x="2066925" y="2009775"/>
                </a:lnTo>
                <a:close/>
                <a:moveTo>
                  <a:pt x="600075" y="2000250"/>
                </a:moveTo>
                <a:lnTo>
                  <a:pt x="609600" y="2000250"/>
                </a:lnTo>
                <a:lnTo>
                  <a:pt x="609600" y="2009775"/>
                </a:lnTo>
                <a:lnTo>
                  <a:pt x="600075" y="2009775"/>
                </a:lnTo>
                <a:close/>
                <a:moveTo>
                  <a:pt x="1828800" y="2000250"/>
                </a:moveTo>
                <a:lnTo>
                  <a:pt x="1857375" y="2000250"/>
                </a:lnTo>
                <a:lnTo>
                  <a:pt x="1857375" y="2019300"/>
                </a:lnTo>
                <a:lnTo>
                  <a:pt x="1819275" y="2019300"/>
                </a:lnTo>
                <a:lnTo>
                  <a:pt x="1819275" y="2009775"/>
                </a:lnTo>
                <a:lnTo>
                  <a:pt x="1828800" y="2009775"/>
                </a:lnTo>
                <a:close/>
                <a:moveTo>
                  <a:pt x="1990725" y="2000250"/>
                </a:moveTo>
                <a:lnTo>
                  <a:pt x="2000250" y="2000250"/>
                </a:lnTo>
                <a:lnTo>
                  <a:pt x="2000250" y="1990725"/>
                </a:lnTo>
                <a:lnTo>
                  <a:pt x="1990725" y="1990725"/>
                </a:lnTo>
                <a:close/>
                <a:moveTo>
                  <a:pt x="66675" y="2009775"/>
                </a:moveTo>
                <a:lnTo>
                  <a:pt x="76200" y="2009775"/>
                </a:lnTo>
                <a:lnTo>
                  <a:pt x="76200" y="2019300"/>
                </a:lnTo>
                <a:lnTo>
                  <a:pt x="66675" y="2019300"/>
                </a:lnTo>
                <a:close/>
                <a:moveTo>
                  <a:pt x="190500" y="2009775"/>
                </a:moveTo>
                <a:lnTo>
                  <a:pt x="209550" y="2009775"/>
                </a:lnTo>
                <a:lnTo>
                  <a:pt x="209550" y="2019300"/>
                </a:lnTo>
                <a:lnTo>
                  <a:pt x="190500" y="2019300"/>
                </a:lnTo>
                <a:close/>
                <a:moveTo>
                  <a:pt x="581025" y="2009775"/>
                </a:moveTo>
                <a:lnTo>
                  <a:pt x="590550" y="2009775"/>
                </a:lnTo>
                <a:lnTo>
                  <a:pt x="590550" y="2038350"/>
                </a:lnTo>
                <a:lnTo>
                  <a:pt x="581025" y="2038350"/>
                </a:lnTo>
                <a:close/>
                <a:moveTo>
                  <a:pt x="1952625" y="2009775"/>
                </a:moveTo>
                <a:lnTo>
                  <a:pt x="1962150" y="2009775"/>
                </a:lnTo>
                <a:lnTo>
                  <a:pt x="1962150" y="2000250"/>
                </a:lnTo>
                <a:lnTo>
                  <a:pt x="1952625" y="2000250"/>
                </a:lnTo>
                <a:close/>
                <a:moveTo>
                  <a:pt x="2381250" y="2009775"/>
                </a:moveTo>
                <a:lnTo>
                  <a:pt x="2390775" y="2009775"/>
                </a:lnTo>
                <a:lnTo>
                  <a:pt x="2390775" y="2019300"/>
                </a:lnTo>
                <a:lnTo>
                  <a:pt x="2381250" y="2019300"/>
                </a:lnTo>
                <a:close/>
                <a:moveTo>
                  <a:pt x="228600" y="2019300"/>
                </a:moveTo>
                <a:lnTo>
                  <a:pt x="238125" y="2019300"/>
                </a:lnTo>
                <a:lnTo>
                  <a:pt x="238125" y="2028825"/>
                </a:lnTo>
                <a:lnTo>
                  <a:pt x="228600" y="2028825"/>
                </a:lnTo>
                <a:close/>
                <a:moveTo>
                  <a:pt x="542925" y="2019300"/>
                </a:moveTo>
                <a:lnTo>
                  <a:pt x="552450" y="2019300"/>
                </a:lnTo>
                <a:lnTo>
                  <a:pt x="552450" y="2028825"/>
                </a:lnTo>
                <a:lnTo>
                  <a:pt x="542925" y="2028825"/>
                </a:lnTo>
                <a:close/>
                <a:moveTo>
                  <a:pt x="2390775" y="2019300"/>
                </a:moveTo>
                <a:lnTo>
                  <a:pt x="2400300" y="2019300"/>
                </a:lnTo>
                <a:lnTo>
                  <a:pt x="2400300" y="2038350"/>
                </a:lnTo>
                <a:lnTo>
                  <a:pt x="2390775" y="2038350"/>
                </a:lnTo>
                <a:close/>
                <a:moveTo>
                  <a:pt x="238125" y="2028825"/>
                </a:moveTo>
                <a:lnTo>
                  <a:pt x="247650" y="2028825"/>
                </a:lnTo>
                <a:lnTo>
                  <a:pt x="247650" y="2038350"/>
                </a:lnTo>
                <a:lnTo>
                  <a:pt x="238125" y="2038350"/>
                </a:lnTo>
                <a:close/>
                <a:moveTo>
                  <a:pt x="1028700" y="2028825"/>
                </a:moveTo>
                <a:lnTo>
                  <a:pt x="1047750" y="2028825"/>
                </a:lnTo>
                <a:lnTo>
                  <a:pt x="1047750" y="2038350"/>
                </a:lnTo>
                <a:lnTo>
                  <a:pt x="1076325" y="2038350"/>
                </a:lnTo>
                <a:lnTo>
                  <a:pt x="1076325" y="2057400"/>
                </a:lnTo>
                <a:lnTo>
                  <a:pt x="1057275" y="2057400"/>
                </a:lnTo>
                <a:lnTo>
                  <a:pt x="1057275" y="2047875"/>
                </a:lnTo>
                <a:lnTo>
                  <a:pt x="1028700" y="2047875"/>
                </a:lnTo>
                <a:close/>
                <a:moveTo>
                  <a:pt x="247650" y="2038350"/>
                </a:moveTo>
                <a:lnTo>
                  <a:pt x="257175" y="2038350"/>
                </a:lnTo>
                <a:lnTo>
                  <a:pt x="257175" y="2047875"/>
                </a:lnTo>
                <a:lnTo>
                  <a:pt x="247650" y="2047875"/>
                </a:lnTo>
                <a:close/>
                <a:moveTo>
                  <a:pt x="314325" y="2038350"/>
                </a:moveTo>
                <a:lnTo>
                  <a:pt x="323850" y="2038350"/>
                </a:lnTo>
                <a:lnTo>
                  <a:pt x="323850" y="2047875"/>
                </a:lnTo>
                <a:lnTo>
                  <a:pt x="314325" y="2047875"/>
                </a:lnTo>
                <a:close/>
                <a:moveTo>
                  <a:pt x="523875" y="2038350"/>
                </a:moveTo>
                <a:lnTo>
                  <a:pt x="533400" y="2038350"/>
                </a:lnTo>
                <a:lnTo>
                  <a:pt x="533400" y="2047875"/>
                </a:lnTo>
                <a:lnTo>
                  <a:pt x="523875" y="2047875"/>
                </a:lnTo>
                <a:close/>
                <a:moveTo>
                  <a:pt x="2085975" y="2038350"/>
                </a:moveTo>
                <a:lnTo>
                  <a:pt x="2095500" y="2038350"/>
                </a:lnTo>
                <a:lnTo>
                  <a:pt x="2095500" y="2047875"/>
                </a:lnTo>
                <a:lnTo>
                  <a:pt x="2085975" y="2047875"/>
                </a:lnTo>
                <a:close/>
                <a:moveTo>
                  <a:pt x="2400300" y="2038350"/>
                </a:moveTo>
                <a:lnTo>
                  <a:pt x="2409825" y="2038350"/>
                </a:lnTo>
                <a:lnTo>
                  <a:pt x="2409825" y="2047875"/>
                </a:lnTo>
                <a:lnTo>
                  <a:pt x="2400300" y="2047875"/>
                </a:lnTo>
                <a:close/>
                <a:moveTo>
                  <a:pt x="1095375" y="2047875"/>
                </a:moveTo>
                <a:lnTo>
                  <a:pt x="1114425" y="2047875"/>
                </a:lnTo>
                <a:lnTo>
                  <a:pt x="1114425" y="2066925"/>
                </a:lnTo>
                <a:lnTo>
                  <a:pt x="1095375" y="2066925"/>
                </a:lnTo>
                <a:close/>
                <a:moveTo>
                  <a:pt x="247650" y="2057400"/>
                </a:moveTo>
                <a:lnTo>
                  <a:pt x="266700" y="2057400"/>
                </a:lnTo>
                <a:lnTo>
                  <a:pt x="266700" y="2066925"/>
                </a:lnTo>
                <a:lnTo>
                  <a:pt x="247650" y="2066925"/>
                </a:lnTo>
                <a:close/>
                <a:moveTo>
                  <a:pt x="1657350" y="2057400"/>
                </a:moveTo>
                <a:lnTo>
                  <a:pt x="1676400" y="2057400"/>
                </a:lnTo>
                <a:lnTo>
                  <a:pt x="1676400" y="2076450"/>
                </a:lnTo>
                <a:lnTo>
                  <a:pt x="1657350" y="2076450"/>
                </a:lnTo>
                <a:close/>
                <a:moveTo>
                  <a:pt x="2009775" y="2057400"/>
                </a:moveTo>
                <a:lnTo>
                  <a:pt x="2019300" y="2057400"/>
                </a:lnTo>
                <a:lnTo>
                  <a:pt x="2019300" y="2076450"/>
                </a:lnTo>
                <a:lnTo>
                  <a:pt x="2038350" y="2076450"/>
                </a:lnTo>
                <a:lnTo>
                  <a:pt x="2038350" y="2066925"/>
                </a:lnTo>
                <a:lnTo>
                  <a:pt x="2047875" y="2066925"/>
                </a:lnTo>
                <a:lnTo>
                  <a:pt x="2047875" y="2076450"/>
                </a:lnTo>
                <a:lnTo>
                  <a:pt x="2038350" y="2076450"/>
                </a:lnTo>
                <a:lnTo>
                  <a:pt x="2038350" y="2181225"/>
                </a:lnTo>
                <a:lnTo>
                  <a:pt x="2028825" y="2181225"/>
                </a:lnTo>
                <a:lnTo>
                  <a:pt x="2028825" y="2200275"/>
                </a:lnTo>
                <a:lnTo>
                  <a:pt x="2019300" y="2200275"/>
                </a:lnTo>
                <a:lnTo>
                  <a:pt x="2019300" y="2228850"/>
                </a:lnTo>
                <a:lnTo>
                  <a:pt x="2009775" y="2228850"/>
                </a:lnTo>
                <a:lnTo>
                  <a:pt x="2009775" y="2238375"/>
                </a:lnTo>
                <a:lnTo>
                  <a:pt x="2000250" y="2238375"/>
                </a:lnTo>
                <a:lnTo>
                  <a:pt x="2000250" y="2257425"/>
                </a:lnTo>
                <a:lnTo>
                  <a:pt x="1990725" y="2257425"/>
                </a:lnTo>
                <a:lnTo>
                  <a:pt x="1990725" y="2266950"/>
                </a:lnTo>
                <a:lnTo>
                  <a:pt x="1981200" y="2266950"/>
                </a:lnTo>
                <a:lnTo>
                  <a:pt x="1981200" y="2276475"/>
                </a:lnTo>
                <a:lnTo>
                  <a:pt x="1971675" y="2276475"/>
                </a:lnTo>
                <a:lnTo>
                  <a:pt x="1971675" y="2286000"/>
                </a:lnTo>
                <a:lnTo>
                  <a:pt x="1962150" y="2286000"/>
                </a:lnTo>
                <a:lnTo>
                  <a:pt x="1962150" y="2295525"/>
                </a:lnTo>
                <a:lnTo>
                  <a:pt x="1952625" y="2295525"/>
                </a:lnTo>
                <a:lnTo>
                  <a:pt x="1952625" y="2305050"/>
                </a:lnTo>
                <a:lnTo>
                  <a:pt x="1933575" y="2305050"/>
                </a:lnTo>
                <a:lnTo>
                  <a:pt x="1933575" y="2314575"/>
                </a:lnTo>
                <a:lnTo>
                  <a:pt x="1924050" y="2314575"/>
                </a:lnTo>
                <a:lnTo>
                  <a:pt x="1924050" y="2295525"/>
                </a:lnTo>
                <a:lnTo>
                  <a:pt x="1933575" y="2295525"/>
                </a:lnTo>
                <a:lnTo>
                  <a:pt x="1933575" y="2276475"/>
                </a:lnTo>
                <a:lnTo>
                  <a:pt x="1943100" y="2276475"/>
                </a:lnTo>
                <a:lnTo>
                  <a:pt x="1943100" y="2228850"/>
                </a:lnTo>
                <a:lnTo>
                  <a:pt x="1952625" y="2228850"/>
                </a:lnTo>
                <a:lnTo>
                  <a:pt x="1952625" y="2095500"/>
                </a:lnTo>
                <a:lnTo>
                  <a:pt x="1962150" y="2095500"/>
                </a:lnTo>
                <a:lnTo>
                  <a:pt x="1962150" y="2085975"/>
                </a:lnTo>
                <a:lnTo>
                  <a:pt x="1952625" y="2085975"/>
                </a:lnTo>
                <a:lnTo>
                  <a:pt x="1952625" y="2076450"/>
                </a:lnTo>
                <a:lnTo>
                  <a:pt x="1962150" y="2076450"/>
                </a:lnTo>
                <a:lnTo>
                  <a:pt x="1962150" y="2066925"/>
                </a:lnTo>
                <a:lnTo>
                  <a:pt x="1971675" y="2066925"/>
                </a:lnTo>
                <a:lnTo>
                  <a:pt x="1971675" y="2085975"/>
                </a:lnTo>
                <a:lnTo>
                  <a:pt x="2009775" y="2085975"/>
                </a:lnTo>
                <a:lnTo>
                  <a:pt x="2009775" y="2076450"/>
                </a:lnTo>
                <a:lnTo>
                  <a:pt x="2000250" y="2076450"/>
                </a:lnTo>
                <a:lnTo>
                  <a:pt x="2000250" y="2066925"/>
                </a:lnTo>
                <a:lnTo>
                  <a:pt x="2009775" y="2066925"/>
                </a:lnTo>
                <a:close/>
                <a:moveTo>
                  <a:pt x="2409825" y="2057400"/>
                </a:moveTo>
                <a:lnTo>
                  <a:pt x="2419350" y="2057400"/>
                </a:lnTo>
                <a:lnTo>
                  <a:pt x="2419350" y="2066925"/>
                </a:lnTo>
                <a:lnTo>
                  <a:pt x="2428875" y="2066925"/>
                </a:lnTo>
                <a:lnTo>
                  <a:pt x="2428875" y="2076450"/>
                </a:lnTo>
                <a:lnTo>
                  <a:pt x="2409825" y="2076450"/>
                </a:lnTo>
                <a:close/>
                <a:moveTo>
                  <a:pt x="266700" y="2066925"/>
                </a:moveTo>
                <a:lnTo>
                  <a:pt x="276225" y="2066925"/>
                </a:lnTo>
                <a:lnTo>
                  <a:pt x="276225" y="2076450"/>
                </a:lnTo>
                <a:lnTo>
                  <a:pt x="266700" y="2076450"/>
                </a:lnTo>
                <a:close/>
                <a:moveTo>
                  <a:pt x="276225" y="2076450"/>
                </a:moveTo>
                <a:lnTo>
                  <a:pt x="295275" y="2076450"/>
                </a:lnTo>
                <a:lnTo>
                  <a:pt x="295275" y="2085975"/>
                </a:lnTo>
                <a:lnTo>
                  <a:pt x="276225" y="2085975"/>
                </a:lnTo>
                <a:close/>
                <a:moveTo>
                  <a:pt x="495300" y="2076450"/>
                </a:moveTo>
                <a:lnTo>
                  <a:pt x="504825" y="2076450"/>
                </a:lnTo>
                <a:lnTo>
                  <a:pt x="504825" y="2085975"/>
                </a:lnTo>
                <a:lnTo>
                  <a:pt x="495300" y="2085975"/>
                </a:lnTo>
                <a:close/>
                <a:moveTo>
                  <a:pt x="666750" y="2076450"/>
                </a:moveTo>
                <a:lnTo>
                  <a:pt x="685800" y="2076450"/>
                </a:lnTo>
                <a:lnTo>
                  <a:pt x="685800" y="2085975"/>
                </a:lnTo>
                <a:lnTo>
                  <a:pt x="676275" y="2085975"/>
                </a:lnTo>
                <a:lnTo>
                  <a:pt x="676275" y="2095500"/>
                </a:lnTo>
                <a:lnTo>
                  <a:pt x="657225" y="2095500"/>
                </a:lnTo>
                <a:lnTo>
                  <a:pt x="657225" y="2085975"/>
                </a:lnTo>
                <a:lnTo>
                  <a:pt x="666750" y="2085975"/>
                </a:lnTo>
                <a:close/>
                <a:moveTo>
                  <a:pt x="1066800" y="2076450"/>
                </a:moveTo>
                <a:lnTo>
                  <a:pt x="1085850" y="2076450"/>
                </a:lnTo>
                <a:lnTo>
                  <a:pt x="1085850" y="2095500"/>
                </a:lnTo>
                <a:lnTo>
                  <a:pt x="1066800" y="2095500"/>
                </a:lnTo>
                <a:close/>
                <a:moveTo>
                  <a:pt x="1895475" y="2076450"/>
                </a:moveTo>
                <a:lnTo>
                  <a:pt x="1933575" y="2076450"/>
                </a:lnTo>
                <a:lnTo>
                  <a:pt x="1933575" y="2085975"/>
                </a:lnTo>
                <a:lnTo>
                  <a:pt x="1924050" y="2085975"/>
                </a:lnTo>
                <a:lnTo>
                  <a:pt x="1924050" y="2095500"/>
                </a:lnTo>
                <a:lnTo>
                  <a:pt x="1895475" y="2095500"/>
                </a:lnTo>
                <a:close/>
                <a:moveTo>
                  <a:pt x="57150" y="2085975"/>
                </a:moveTo>
                <a:lnTo>
                  <a:pt x="66675" y="2085975"/>
                </a:lnTo>
                <a:lnTo>
                  <a:pt x="66675" y="2095500"/>
                </a:lnTo>
                <a:lnTo>
                  <a:pt x="57150" y="2095500"/>
                </a:lnTo>
                <a:close/>
                <a:moveTo>
                  <a:pt x="295275" y="2085975"/>
                </a:moveTo>
                <a:lnTo>
                  <a:pt x="304800" y="2085975"/>
                </a:lnTo>
                <a:lnTo>
                  <a:pt x="304800" y="2095500"/>
                </a:lnTo>
                <a:lnTo>
                  <a:pt x="295275" y="2095500"/>
                </a:lnTo>
                <a:close/>
                <a:moveTo>
                  <a:pt x="1104900" y="2085975"/>
                </a:moveTo>
                <a:lnTo>
                  <a:pt x="1114425" y="2085975"/>
                </a:lnTo>
                <a:lnTo>
                  <a:pt x="1114425" y="2105025"/>
                </a:lnTo>
                <a:lnTo>
                  <a:pt x="1104900" y="2105025"/>
                </a:lnTo>
                <a:close/>
                <a:moveTo>
                  <a:pt x="1828800" y="2085975"/>
                </a:moveTo>
                <a:lnTo>
                  <a:pt x="1857375" y="2085975"/>
                </a:lnTo>
                <a:lnTo>
                  <a:pt x="1857375" y="2105025"/>
                </a:lnTo>
                <a:lnTo>
                  <a:pt x="1828800" y="2105025"/>
                </a:lnTo>
                <a:close/>
                <a:moveTo>
                  <a:pt x="1924050" y="2095500"/>
                </a:moveTo>
                <a:lnTo>
                  <a:pt x="1933575" y="2095500"/>
                </a:lnTo>
                <a:lnTo>
                  <a:pt x="1933575" y="2105025"/>
                </a:lnTo>
                <a:lnTo>
                  <a:pt x="1924050" y="2105025"/>
                </a:lnTo>
                <a:close/>
                <a:moveTo>
                  <a:pt x="371475" y="2105025"/>
                </a:moveTo>
                <a:lnTo>
                  <a:pt x="381000" y="2105025"/>
                </a:lnTo>
                <a:lnTo>
                  <a:pt x="381000" y="2114550"/>
                </a:lnTo>
                <a:lnTo>
                  <a:pt x="371475" y="2114550"/>
                </a:lnTo>
                <a:close/>
                <a:moveTo>
                  <a:pt x="923925" y="2133600"/>
                </a:moveTo>
                <a:lnTo>
                  <a:pt x="933450" y="2133600"/>
                </a:lnTo>
                <a:lnTo>
                  <a:pt x="933450" y="2143125"/>
                </a:lnTo>
                <a:lnTo>
                  <a:pt x="942975" y="2143125"/>
                </a:lnTo>
                <a:lnTo>
                  <a:pt x="942975" y="2152650"/>
                </a:lnTo>
                <a:lnTo>
                  <a:pt x="923925" y="2152650"/>
                </a:lnTo>
                <a:close/>
                <a:moveTo>
                  <a:pt x="57150" y="2152650"/>
                </a:moveTo>
                <a:lnTo>
                  <a:pt x="66675" y="2152650"/>
                </a:lnTo>
                <a:lnTo>
                  <a:pt x="66675" y="2162175"/>
                </a:lnTo>
                <a:lnTo>
                  <a:pt x="57150" y="2162175"/>
                </a:lnTo>
                <a:close/>
                <a:moveTo>
                  <a:pt x="942975" y="2152650"/>
                </a:moveTo>
                <a:lnTo>
                  <a:pt x="952500" y="2152650"/>
                </a:lnTo>
                <a:lnTo>
                  <a:pt x="952500" y="2162175"/>
                </a:lnTo>
                <a:lnTo>
                  <a:pt x="942975" y="2162175"/>
                </a:lnTo>
                <a:close/>
                <a:moveTo>
                  <a:pt x="962025" y="2162175"/>
                </a:moveTo>
                <a:lnTo>
                  <a:pt x="971550" y="2162175"/>
                </a:lnTo>
                <a:lnTo>
                  <a:pt x="971550" y="2171700"/>
                </a:lnTo>
                <a:lnTo>
                  <a:pt x="962025" y="2171700"/>
                </a:lnTo>
                <a:close/>
                <a:moveTo>
                  <a:pt x="1133475" y="2162175"/>
                </a:moveTo>
                <a:lnTo>
                  <a:pt x="1143000" y="2162175"/>
                </a:lnTo>
                <a:lnTo>
                  <a:pt x="1143000" y="2171700"/>
                </a:lnTo>
                <a:lnTo>
                  <a:pt x="1133475" y="2171700"/>
                </a:lnTo>
                <a:close/>
                <a:moveTo>
                  <a:pt x="981075" y="2171700"/>
                </a:moveTo>
                <a:lnTo>
                  <a:pt x="990600" y="2171700"/>
                </a:lnTo>
                <a:lnTo>
                  <a:pt x="990600" y="2181225"/>
                </a:lnTo>
                <a:lnTo>
                  <a:pt x="981075" y="2181225"/>
                </a:lnTo>
                <a:close/>
                <a:moveTo>
                  <a:pt x="1123950" y="2171700"/>
                </a:moveTo>
                <a:lnTo>
                  <a:pt x="1133475" y="2171700"/>
                </a:lnTo>
                <a:lnTo>
                  <a:pt x="1133475" y="2181225"/>
                </a:lnTo>
                <a:lnTo>
                  <a:pt x="1123950" y="2181225"/>
                </a:lnTo>
                <a:close/>
                <a:moveTo>
                  <a:pt x="2105025" y="2171700"/>
                </a:moveTo>
                <a:lnTo>
                  <a:pt x="2114550" y="2171700"/>
                </a:lnTo>
                <a:lnTo>
                  <a:pt x="2114550" y="2181225"/>
                </a:lnTo>
                <a:lnTo>
                  <a:pt x="2105025" y="2181225"/>
                </a:lnTo>
                <a:close/>
                <a:moveTo>
                  <a:pt x="2266950" y="2171700"/>
                </a:moveTo>
                <a:lnTo>
                  <a:pt x="2295525" y="2171700"/>
                </a:lnTo>
                <a:lnTo>
                  <a:pt x="2295525" y="2181225"/>
                </a:lnTo>
                <a:lnTo>
                  <a:pt x="2276475" y="2181225"/>
                </a:lnTo>
                <a:lnTo>
                  <a:pt x="2276475" y="2200275"/>
                </a:lnTo>
                <a:lnTo>
                  <a:pt x="2266950" y="2200275"/>
                </a:lnTo>
                <a:close/>
                <a:moveTo>
                  <a:pt x="2085975" y="2181225"/>
                </a:moveTo>
                <a:lnTo>
                  <a:pt x="2105025" y="2181225"/>
                </a:lnTo>
                <a:lnTo>
                  <a:pt x="2105025" y="2228850"/>
                </a:lnTo>
                <a:lnTo>
                  <a:pt x="2095500" y="2228850"/>
                </a:lnTo>
                <a:lnTo>
                  <a:pt x="2095500" y="2238375"/>
                </a:lnTo>
                <a:lnTo>
                  <a:pt x="2085975" y="2238375"/>
                </a:lnTo>
                <a:close/>
                <a:moveTo>
                  <a:pt x="1066800" y="2190750"/>
                </a:moveTo>
                <a:lnTo>
                  <a:pt x="1085850" y="2190750"/>
                </a:lnTo>
                <a:lnTo>
                  <a:pt x="1085850" y="2209800"/>
                </a:lnTo>
                <a:lnTo>
                  <a:pt x="1066800" y="2209800"/>
                </a:lnTo>
                <a:close/>
                <a:moveTo>
                  <a:pt x="2333625" y="2190750"/>
                </a:moveTo>
                <a:lnTo>
                  <a:pt x="2352675" y="2190750"/>
                </a:lnTo>
                <a:lnTo>
                  <a:pt x="2352675" y="2200275"/>
                </a:lnTo>
                <a:lnTo>
                  <a:pt x="2333625" y="2200275"/>
                </a:lnTo>
                <a:close/>
                <a:moveTo>
                  <a:pt x="2371725" y="2190750"/>
                </a:moveTo>
                <a:lnTo>
                  <a:pt x="2381250" y="2190750"/>
                </a:lnTo>
                <a:lnTo>
                  <a:pt x="2381250" y="2200275"/>
                </a:lnTo>
                <a:lnTo>
                  <a:pt x="2371725" y="2200275"/>
                </a:lnTo>
                <a:close/>
                <a:moveTo>
                  <a:pt x="723900" y="2200275"/>
                </a:moveTo>
                <a:lnTo>
                  <a:pt x="771525" y="2200275"/>
                </a:lnTo>
                <a:lnTo>
                  <a:pt x="771525" y="2209800"/>
                </a:lnTo>
                <a:lnTo>
                  <a:pt x="781050" y="2209800"/>
                </a:lnTo>
                <a:lnTo>
                  <a:pt x="781050" y="2219325"/>
                </a:lnTo>
                <a:lnTo>
                  <a:pt x="790575" y="2219325"/>
                </a:lnTo>
                <a:lnTo>
                  <a:pt x="790575" y="2238375"/>
                </a:lnTo>
                <a:lnTo>
                  <a:pt x="781050" y="2238375"/>
                </a:lnTo>
                <a:lnTo>
                  <a:pt x="781050" y="2247900"/>
                </a:lnTo>
                <a:lnTo>
                  <a:pt x="771525" y="2247900"/>
                </a:lnTo>
                <a:lnTo>
                  <a:pt x="771525" y="2257425"/>
                </a:lnTo>
                <a:lnTo>
                  <a:pt x="762000" y="2257425"/>
                </a:lnTo>
                <a:lnTo>
                  <a:pt x="762000" y="2266950"/>
                </a:lnTo>
                <a:lnTo>
                  <a:pt x="723900" y="2266950"/>
                </a:lnTo>
                <a:lnTo>
                  <a:pt x="723900" y="2257425"/>
                </a:lnTo>
                <a:lnTo>
                  <a:pt x="714375" y="2257425"/>
                </a:lnTo>
                <a:lnTo>
                  <a:pt x="714375" y="2247900"/>
                </a:lnTo>
                <a:lnTo>
                  <a:pt x="704850" y="2247900"/>
                </a:lnTo>
                <a:lnTo>
                  <a:pt x="704850" y="2238375"/>
                </a:lnTo>
                <a:lnTo>
                  <a:pt x="695325" y="2238375"/>
                </a:lnTo>
                <a:lnTo>
                  <a:pt x="695325" y="2228850"/>
                </a:lnTo>
                <a:lnTo>
                  <a:pt x="704850" y="2228850"/>
                </a:lnTo>
                <a:lnTo>
                  <a:pt x="704850" y="2219325"/>
                </a:lnTo>
                <a:lnTo>
                  <a:pt x="714375" y="2219325"/>
                </a:lnTo>
                <a:lnTo>
                  <a:pt x="714375" y="2209800"/>
                </a:lnTo>
                <a:lnTo>
                  <a:pt x="723900" y="2209800"/>
                </a:lnTo>
                <a:close/>
                <a:moveTo>
                  <a:pt x="2381250" y="2200275"/>
                </a:moveTo>
                <a:lnTo>
                  <a:pt x="2390775" y="2200275"/>
                </a:lnTo>
                <a:lnTo>
                  <a:pt x="2390775" y="2209800"/>
                </a:lnTo>
                <a:lnTo>
                  <a:pt x="2381250" y="2209800"/>
                </a:lnTo>
                <a:close/>
                <a:moveTo>
                  <a:pt x="161925" y="2219325"/>
                </a:moveTo>
                <a:lnTo>
                  <a:pt x="171450" y="2219325"/>
                </a:lnTo>
                <a:lnTo>
                  <a:pt x="171450" y="2228850"/>
                </a:lnTo>
                <a:lnTo>
                  <a:pt x="161925" y="2228850"/>
                </a:lnTo>
                <a:close/>
                <a:moveTo>
                  <a:pt x="2400300" y="2219325"/>
                </a:moveTo>
                <a:lnTo>
                  <a:pt x="2409825" y="2219325"/>
                </a:lnTo>
                <a:lnTo>
                  <a:pt x="2409825" y="2228850"/>
                </a:lnTo>
                <a:lnTo>
                  <a:pt x="2400300" y="2228850"/>
                </a:lnTo>
                <a:close/>
                <a:moveTo>
                  <a:pt x="2105025" y="2228850"/>
                </a:moveTo>
                <a:lnTo>
                  <a:pt x="2114550" y="2228850"/>
                </a:lnTo>
                <a:lnTo>
                  <a:pt x="2114550" y="2238375"/>
                </a:lnTo>
                <a:lnTo>
                  <a:pt x="2105025" y="2238375"/>
                </a:lnTo>
                <a:close/>
                <a:moveTo>
                  <a:pt x="2124075" y="2228850"/>
                </a:moveTo>
                <a:lnTo>
                  <a:pt x="2143125" y="2228850"/>
                </a:lnTo>
                <a:lnTo>
                  <a:pt x="2143125" y="2238375"/>
                </a:lnTo>
                <a:lnTo>
                  <a:pt x="2124075" y="2238375"/>
                </a:lnTo>
                <a:close/>
                <a:moveTo>
                  <a:pt x="2200275" y="2228850"/>
                </a:moveTo>
                <a:lnTo>
                  <a:pt x="2209800" y="2228850"/>
                </a:lnTo>
                <a:lnTo>
                  <a:pt x="2209800" y="2238375"/>
                </a:lnTo>
                <a:lnTo>
                  <a:pt x="2200275" y="2238375"/>
                </a:lnTo>
                <a:close/>
                <a:moveTo>
                  <a:pt x="2276475" y="2228850"/>
                </a:moveTo>
                <a:lnTo>
                  <a:pt x="2305050" y="2228850"/>
                </a:lnTo>
                <a:lnTo>
                  <a:pt x="2305050" y="2238375"/>
                </a:lnTo>
                <a:lnTo>
                  <a:pt x="2276475" y="2238375"/>
                </a:lnTo>
                <a:close/>
                <a:moveTo>
                  <a:pt x="704850" y="2238375"/>
                </a:moveTo>
                <a:lnTo>
                  <a:pt x="723900" y="2238375"/>
                </a:lnTo>
                <a:lnTo>
                  <a:pt x="723900" y="2228850"/>
                </a:lnTo>
                <a:lnTo>
                  <a:pt x="704850" y="2228850"/>
                </a:lnTo>
                <a:close/>
                <a:moveTo>
                  <a:pt x="95250" y="2247900"/>
                </a:moveTo>
                <a:lnTo>
                  <a:pt x="104775" y="2247900"/>
                </a:lnTo>
                <a:lnTo>
                  <a:pt x="104775" y="2257425"/>
                </a:lnTo>
                <a:lnTo>
                  <a:pt x="95250" y="2257425"/>
                </a:lnTo>
                <a:close/>
                <a:moveTo>
                  <a:pt x="590550" y="2257425"/>
                </a:moveTo>
                <a:lnTo>
                  <a:pt x="600075" y="2257425"/>
                </a:lnTo>
                <a:lnTo>
                  <a:pt x="600075" y="2266950"/>
                </a:lnTo>
                <a:lnTo>
                  <a:pt x="590550" y="2266950"/>
                </a:lnTo>
                <a:close/>
                <a:moveTo>
                  <a:pt x="1914525" y="2266950"/>
                </a:moveTo>
                <a:lnTo>
                  <a:pt x="1924050" y="2266950"/>
                </a:lnTo>
                <a:lnTo>
                  <a:pt x="1924050" y="2276475"/>
                </a:lnTo>
                <a:lnTo>
                  <a:pt x="1914525" y="2276475"/>
                </a:lnTo>
                <a:close/>
                <a:moveTo>
                  <a:pt x="161925" y="2305050"/>
                </a:moveTo>
                <a:lnTo>
                  <a:pt x="171450" y="2305050"/>
                </a:lnTo>
                <a:lnTo>
                  <a:pt x="171450" y="2314575"/>
                </a:lnTo>
                <a:lnTo>
                  <a:pt x="161925" y="2314575"/>
                </a:lnTo>
                <a:close/>
                <a:moveTo>
                  <a:pt x="190500" y="2305050"/>
                </a:moveTo>
                <a:lnTo>
                  <a:pt x="200025" y="2305050"/>
                </a:lnTo>
                <a:lnTo>
                  <a:pt x="200025" y="2314575"/>
                </a:lnTo>
                <a:lnTo>
                  <a:pt x="209550" y="2314575"/>
                </a:lnTo>
                <a:lnTo>
                  <a:pt x="209550" y="2343150"/>
                </a:lnTo>
                <a:lnTo>
                  <a:pt x="200025" y="2343150"/>
                </a:lnTo>
                <a:lnTo>
                  <a:pt x="200025" y="2333625"/>
                </a:lnTo>
                <a:lnTo>
                  <a:pt x="190500" y="2333625"/>
                </a:lnTo>
                <a:lnTo>
                  <a:pt x="190500" y="2324100"/>
                </a:lnTo>
                <a:lnTo>
                  <a:pt x="180975" y="2324100"/>
                </a:lnTo>
                <a:lnTo>
                  <a:pt x="180975" y="2314575"/>
                </a:lnTo>
                <a:lnTo>
                  <a:pt x="190500" y="2314575"/>
                </a:lnTo>
                <a:close/>
                <a:moveTo>
                  <a:pt x="1895475" y="2305050"/>
                </a:moveTo>
                <a:lnTo>
                  <a:pt x="1905000" y="2305050"/>
                </a:lnTo>
                <a:lnTo>
                  <a:pt x="1905000" y="2314575"/>
                </a:lnTo>
                <a:lnTo>
                  <a:pt x="1895475" y="2314575"/>
                </a:lnTo>
                <a:close/>
                <a:moveTo>
                  <a:pt x="1905000" y="2314575"/>
                </a:moveTo>
                <a:lnTo>
                  <a:pt x="1914525" y="2314575"/>
                </a:lnTo>
                <a:lnTo>
                  <a:pt x="1914525" y="2324100"/>
                </a:lnTo>
                <a:lnTo>
                  <a:pt x="1905000" y="2324100"/>
                </a:lnTo>
                <a:close/>
                <a:moveTo>
                  <a:pt x="2114550" y="2314575"/>
                </a:moveTo>
                <a:lnTo>
                  <a:pt x="2133600" y="2314575"/>
                </a:lnTo>
                <a:lnTo>
                  <a:pt x="2133600" y="2324100"/>
                </a:lnTo>
                <a:lnTo>
                  <a:pt x="2114550" y="2324100"/>
                </a:lnTo>
                <a:close/>
                <a:moveTo>
                  <a:pt x="2200275" y="2314575"/>
                </a:moveTo>
                <a:lnTo>
                  <a:pt x="2219325" y="2314575"/>
                </a:lnTo>
                <a:lnTo>
                  <a:pt x="2219325" y="2324100"/>
                </a:lnTo>
                <a:lnTo>
                  <a:pt x="2200275" y="2324100"/>
                </a:lnTo>
                <a:close/>
                <a:moveTo>
                  <a:pt x="2238375" y="2314575"/>
                </a:moveTo>
                <a:lnTo>
                  <a:pt x="2257425" y="2314575"/>
                </a:lnTo>
                <a:lnTo>
                  <a:pt x="2257425" y="2324100"/>
                </a:lnTo>
                <a:lnTo>
                  <a:pt x="2238375" y="2324100"/>
                </a:lnTo>
                <a:close/>
                <a:moveTo>
                  <a:pt x="2314575" y="2314575"/>
                </a:moveTo>
                <a:lnTo>
                  <a:pt x="2324100" y="2314575"/>
                </a:lnTo>
                <a:lnTo>
                  <a:pt x="2324100" y="2324100"/>
                </a:lnTo>
                <a:lnTo>
                  <a:pt x="2314575" y="2324100"/>
                </a:lnTo>
                <a:close/>
                <a:moveTo>
                  <a:pt x="2409825" y="2314575"/>
                </a:moveTo>
                <a:lnTo>
                  <a:pt x="2419350" y="2314575"/>
                </a:lnTo>
                <a:lnTo>
                  <a:pt x="2419350" y="2333625"/>
                </a:lnTo>
                <a:lnTo>
                  <a:pt x="2409825" y="2333625"/>
                </a:lnTo>
                <a:lnTo>
                  <a:pt x="2409825" y="2352675"/>
                </a:lnTo>
                <a:lnTo>
                  <a:pt x="2419350" y="2352675"/>
                </a:lnTo>
                <a:lnTo>
                  <a:pt x="2419350" y="2362200"/>
                </a:lnTo>
                <a:lnTo>
                  <a:pt x="2400300" y="2362200"/>
                </a:lnTo>
                <a:lnTo>
                  <a:pt x="2400300" y="2352675"/>
                </a:lnTo>
                <a:lnTo>
                  <a:pt x="2390775" y="2352675"/>
                </a:lnTo>
                <a:lnTo>
                  <a:pt x="2390775" y="2324100"/>
                </a:lnTo>
                <a:lnTo>
                  <a:pt x="2409825" y="2324100"/>
                </a:lnTo>
                <a:close/>
                <a:moveTo>
                  <a:pt x="2428875" y="2314575"/>
                </a:moveTo>
                <a:lnTo>
                  <a:pt x="2438400" y="2314575"/>
                </a:lnTo>
                <a:lnTo>
                  <a:pt x="2438400" y="2324100"/>
                </a:lnTo>
                <a:lnTo>
                  <a:pt x="2428875" y="2324100"/>
                </a:lnTo>
                <a:close/>
                <a:moveTo>
                  <a:pt x="657225" y="2324100"/>
                </a:moveTo>
                <a:lnTo>
                  <a:pt x="666750" y="2324100"/>
                </a:lnTo>
                <a:lnTo>
                  <a:pt x="666750" y="2333625"/>
                </a:lnTo>
                <a:lnTo>
                  <a:pt x="676275" y="2333625"/>
                </a:lnTo>
                <a:lnTo>
                  <a:pt x="676275" y="2343150"/>
                </a:lnTo>
                <a:lnTo>
                  <a:pt x="666750" y="2343150"/>
                </a:lnTo>
                <a:lnTo>
                  <a:pt x="666750" y="2352675"/>
                </a:lnTo>
                <a:lnTo>
                  <a:pt x="657225" y="2352675"/>
                </a:lnTo>
                <a:close/>
                <a:moveTo>
                  <a:pt x="1895475" y="2324100"/>
                </a:moveTo>
                <a:lnTo>
                  <a:pt x="1905000" y="2324100"/>
                </a:lnTo>
                <a:lnTo>
                  <a:pt x="1905000" y="2333625"/>
                </a:lnTo>
                <a:lnTo>
                  <a:pt x="1895475" y="2333625"/>
                </a:lnTo>
                <a:close/>
                <a:moveTo>
                  <a:pt x="2105025" y="2324100"/>
                </a:moveTo>
                <a:lnTo>
                  <a:pt x="2114550" y="2324100"/>
                </a:lnTo>
                <a:lnTo>
                  <a:pt x="2114550" y="2333625"/>
                </a:lnTo>
                <a:lnTo>
                  <a:pt x="2105025" y="2333625"/>
                </a:lnTo>
                <a:close/>
                <a:moveTo>
                  <a:pt x="2133600" y="2324100"/>
                </a:moveTo>
                <a:lnTo>
                  <a:pt x="2143125" y="2324100"/>
                </a:lnTo>
                <a:lnTo>
                  <a:pt x="2143125" y="2333625"/>
                </a:lnTo>
                <a:lnTo>
                  <a:pt x="2133600" y="2333625"/>
                </a:lnTo>
                <a:close/>
                <a:moveTo>
                  <a:pt x="2076450" y="2343150"/>
                </a:moveTo>
                <a:lnTo>
                  <a:pt x="2085975" y="2343150"/>
                </a:lnTo>
                <a:lnTo>
                  <a:pt x="2085975" y="2352675"/>
                </a:lnTo>
                <a:lnTo>
                  <a:pt x="2095500" y="2352675"/>
                </a:lnTo>
                <a:lnTo>
                  <a:pt x="2095500" y="2343150"/>
                </a:lnTo>
                <a:lnTo>
                  <a:pt x="2105025" y="2343150"/>
                </a:lnTo>
                <a:lnTo>
                  <a:pt x="2105025" y="2352675"/>
                </a:lnTo>
                <a:lnTo>
                  <a:pt x="2095500" y="2352675"/>
                </a:lnTo>
                <a:lnTo>
                  <a:pt x="2095500" y="2362200"/>
                </a:lnTo>
                <a:lnTo>
                  <a:pt x="2057400" y="2362200"/>
                </a:lnTo>
                <a:lnTo>
                  <a:pt x="2057400" y="2352675"/>
                </a:lnTo>
                <a:lnTo>
                  <a:pt x="2076450" y="2352675"/>
                </a:lnTo>
                <a:close/>
                <a:moveTo>
                  <a:pt x="2286000" y="2343150"/>
                </a:moveTo>
                <a:lnTo>
                  <a:pt x="2295525" y="2343150"/>
                </a:lnTo>
                <a:lnTo>
                  <a:pt x="2295525" y="2352675"/>
                </a:lnTo>
                <a:lnTo>
                  <a:pt x="2286000" y="2352675"/>
                </a:lnTo>
                <a:close/>
                <a:moveTo>
                  <a:pt x="2295525" y="2352675"/>
                </a:moveTo>
                <a:lnTo>
                  <a:pt x="2305050" y="2352675"/>
                </a:lnTo>
                <a:lnTo>
                  <a:pt x="2305050" y="2362200"/>
                </a:lnTo>
                <a:lnTo>
                  <a:pt x="2295525" y="2362200"/>
                </a:lnTo>
                <a:close/>
                <a:moveTo>
                  <a:pt x="238125" y="2371725"/>
                </a:moveTo>
                <a:lnTo>
                  <a:pt x="247650" y="2371725"/>
                </a:lnTo>
                <a:lnTo>
                  <a:pt x="247650" y="2381250"/>
                </a:lnTo>
                <a:lnTo>
                  <a:pt x="238125" y="2381250"/>
                </a:lnTo>
                <a:close/>
                <a:moveTo>
                  <a:pt x="257175" y="2371725"/>
                </a:moveTo>
                <a:lnTo>
                  <a:pt x="266700" y="2371725"/>
                </a:lnTo>
                <a:lnTo>
                  <a:pt x="266700" y="2381250"/>
                </a:lnTo>
                <a:lnTo>
                  <a:pt x="257175" y="2381250"/>
                </a:lnTo>
                <a:close/>
                <a:moveTo>
                  <a:pt x="247650" y="2381250"/>
                </a:moveTo>
                <a:lnTo>
                  <a:pt x="257175" y="2381250"/>
                </a:lnTo>
                <a:lnTo>
                  <a:pt x="257175" y="2390775"/>
                </a:lnTo>
                <a:lnTo>
                  <a:pt x="247650" y="2390775"/>
                </a:lnTo>
                <a:close/>
                <a:moveTo>
                  <a:pt x="276225" y="2381250"/>
                </a:moveTo>
                <a:lnTo>
                  <a:pt x="285750" y="2381250"/>
                </a:lnTo>
                <a:lnTo>
                  <a:pt x="285750" y="2390775"/>
                </a:lnTo>
                <a:lnTo>
                  <a:pt x="276225" y="2390775"/>
                </a:lnTo>
                <a:close/>
                <a:moveTo>
                  <a:pt x="257175" y="2390775"/>
                </a:moveTo>
                <a:lnTo>
                  <a:pt x="266700" y="2390775"/>
                </a:lnTo>
                <a:lnTo>
                  <a:pt x="266700" y="2400300"/>
                </a:lnTo>
                <a:lnTo>
                  <a:pt x="257175" y="2400300"/>
                </a:lnTo>
                <a:close/>
                <a:moveTo>
                  <a:pt x="1790700" y="2390775"/>
                </a:moveTo>
                <a:lnTo>
                  <a:pt x="1800225" y="2390775"/>
                </a:lnTo>
                <a:lnTo>
                  <a:pt x="1800225" y="2400300"/>
                </a:lnTo>
                <a:lnTo>
                  <a:pt x="1790700" y="2400300"/>
                </a:lnTo>
                <a:close/>
                <a:moveTo>
                  <a:pt x="266700" y="2400300"/>
                </a:moveTo>
                <a:lnTo>
                  <a:pt x="276225" y="2400300"/>
                </a:lnTo>
                <a:lnTo>
                  <a:pt x="276225" y="2409825"/>
                </a:lnTo>
                <a:lnTo>
                  <a:pt x="266700" y="2409825"/>
                </a:lnTo>
                <a:close/>
                <a:moveTo>
                  <a:pt x="276225" y="2409825"/>
                </a:moveTo>
                <a:lnTo>
                  <a:pt x="295275" y="2409825"/>
                </a:lnTo>
                <a:lnTo>
                  <a:pt x="295275" y="2419350"/>
                </a:lnTo>
                <a:lnTo>
                  <a:pt x="342900" y="2419350"/>
                </a:lnTo>
                <a:lnTo>
                  <a:pt x="342900" y="2428875"/>
                </a:lnTo>
                <a:lnTo>
                  <a:pt x="609600" y="2428875"/>
                </a:lnTo>
                <a:lnTo>
                  <a:pt x="609600" y="2438400"/>
                </a:lnTo>
                <a:lnTo>
                  <a:pt x="628650" y="2438400"/>
                </a:lnTo>
                <a:lnTo>
                  <a:pt x="628650" y="2486025"/>
                </a:lnTo>
                <a:lnTo>
                  <a:pt x="619125" y="2486025"/>
                </a:lnTo>
                <a:lnTo>
                  <a:pt x="619125" y="2476500"/>
                </a:lnTo>
                <a:lnTo>
                  <a:pt x="590550" y="2476500"/>
                </a:lnTo>
                <a:lnTo>
                  <a:pt x="590550" y="2486025"/>
                </a:lnTo>
                <a:lnTo>
                  <a:pt x="504825" y="2486025"/>
                </a:lnTo>
                <a:lnTo>
                  <a:pt x="504825" y="2495550"/>
                </a:lnTo>
                <a:lnTo>
                  <a:pt x="381000" y="2495550"/>
                </a:lnTo>
                <a:lnTo>
                  <a:pt x="381000" y="2486025"/>
                </a:lnTo>
                <a:lnTo>
                  <a:pt x="352425" y="2486025"/>
                </a:lnTo>
                <a:lnTo>
                  <a:pt x="352425" y="2476500"/>
                </a:lnTo>
                <a:lnTo>
                  <a:pt x="333375" y="2476500"/>
                </a:lnTo>
                <a:lnTo>
                  <a:pt x="333375" y="2466975"/>
                </a:lnTo>
                <a:lnTo>
                  <a:pt x="323850" y="2466975"/>
                </a:lnTo>
                <a:lnTo>
                  <a:pt x="323850" y="2457450"/>
                </a:lnTo>
                <a:lnTo>
                  <a:pt x="304800" y="2457450"/>
                </a:lnTo>
                <a:lnTo>
                  <a:pt x="304800" y="2447925"/>
                </a:lnTo>
                <a:lnTo>
                  <a:pt x="295275" y="2447925"/>
                </a:lnTo>
                <a:lnTo>
                  <a:pt x="295275" y="2438400"/>
                </a:lnTo>
                <a:lnTo>
                  <a:pt x="285750" y="2438400"/>
                </a:lnTo>
                <a:lnTo>
                  <a:pt x="285750" y="2419350"/>
                </a:lnTo>
                <a:lnTo>
                  <a:pt x="276225" y="2419350"/>
                </a:lnTo>
                <a:close/>
                <a:moveTo>
                  <a:pt x="619125" y="2419350"/>
                </a:moveTo>
                <a:lnTo>
                  <a:pt x="628650" y="2419350"/>
                </a:lnTo>
                <a:lnTo>
                  <a:pt x="628650" y="2428875"/>
                </a:lnTo>
                <a:lnTo>
                  <a:pt x="619125" y="2428875"/>
                </a:lnTo>
                <a:close/>
                <a:moveTo>
                  <a:pt x="866775" y="2428875"/>
                </a:moveTo>
                <a:lnTo>
                  <a:pt x="876300" y="2428875"/>
                </a:lnTo>
                <a:lnTo>
                  <a:pt x="876300" y="2438400"/>
                </a:lnTo>
                <a:lnTo>
                  <a:pt x="866775" y="2438400"/>
                </a:lnTo>
                <a:close/>
                <a:moveTo>
                  <a:pt x="933450" y="2428875"/>
                </a:moveTo>
                <a:lnTo>
                  <a:pt x="981075" y="2428875"/>
                </a:lnTo>
                <a:lnTo>
                  <a:pt x="981075" y="2438400"/>
                </a:lnTo>
                <a:lnTo>
                  <a:pt x="933450" y="2438400"/>
                </a:lnTo>
                <a:close/>
                <a:moveTo>
                  <a:pt x="1143000" y="2428875"/>
                </a:moveTo>
                <a:lnTo>
                  <a:pt x="1152525" y="2428875"/>
                </a:lnTo>
                <a:lnTo>
                  <a:pt x="1152525" y="2438400"/>
                </a:lnTo>
                <a:lnTo>
                  <a:pt x="1143000" y="2438400"/>
                </a:lnTo>
                <a:close/>
                <a:moveTo>
                  <a:pt x="857250" y="2438400"/>
                </a:moveTo>
                <a:lnTo>
                  <a:pt x="866775" y="2438400"/>
                </a:lnTo>
                <a:lnTo>
                  <a:pt x="866775" y="2447925"/>
                </a:lnTo>
                <a:lnTo>
                  <a:pt x="857250" y="2447925"/>
                </a:lnTo>
                <a:close/>
                <a:moveTo>
                  <a:pt x="923925" y="2438400"/>
                </a:moveTo>
                <a:lnTo>
                  <a:pt x="933450" y="2438400"/>
                </a:lnTo>
                <a:lnTo>
                  <a:pt x="933450" y="2447925"/>
                </a:lnTo>
                <a:lnTo>
                  <a:pt x="923925" y="2447925"/>
                </a:lnTo>
                <a:close/>
                <a:moveTo>
                  <a:pt x="914400" y="2447925"/>
                </a:moveTo>
                <a:lnTo>
                  <a:pt x="923925" y="2447925"/>
                </a:lnTo>
                <a:lnTo>
                  <a:pt x="923925" y="2457450"/>
                </a:lnTo>
                <a:lnTo>
                  <a:pt x="914400" y="2457450"/>
                </a:lnTo>
                <a:close/>
                <a:moveTo>
                  <a:pt x="2390775" y="2447925"/>
                </a:moveTo>
                <a:lnTo>
                  <a:pt x="2400300" y="2447925"/>
                </a:lnTo>
                <a:lnTo>
                  <a:pt x="2400300" y="2457450"/>
                </a:lnTo>
                <a:lnTo>
                  <a:pt x="2390775" y="2457450"/>
                </a:lnTo>
                <a:close/>
                <a:moveTo>
                  <a:pt x="1371600" y="2457450"/>
                </a:moveTo>
                <a:lnTo>
                  <a:pt x="1381125" y="2457450"/>
                </a:lnTo>
                <a:lnTo>
                  <a:pt x="1381125" y="2466975"/>
                </a:lnTo>
                <a:lnTo>
                  <a:pt x="1371600" y="2466975"/>
                </a:lnTo>
                <a:close/>
                <a:moveTo>
                  <a:pt x="1771650" y="2457450"/>
                </a:moveTo>
                <a:lnTo>
                  <a:pt x="1781175" y="2457450"/>
                </a:lnTo>
                <a:lnTo>
                  <a:pt x="1781175" y="2466975"/>
                </a:lnTo>
                <a:lnTo>
                  <a:pt x="1771650" y="2466975"/>
                </a:lnTo>
                <a:close/>
                <a:moveTo>
                  <a:pt x="1447800" y="2466975"/>
                </a:moveTo>
                <a:lnTo>
                  <a:pt x="1457325" y="2466975"/>
                </a:lnTo>
                <a:lnTo>
                  <a:pt x="1457325" y="2476500"/>
                </a:lnTo>
                <a:lnTo>
                  <a:pt x="1447800" y="2476500"/>
                </a:lnTo>
                <a:close/>
                <a:moveTo>
                  <a:pt x="2419350" y="2466975"/>
                </a:moveTo>
                <a:lnTo>
                  <a:pt x="2438400" y="2466975"/>
                </a:lnTo>
                <a:lnTo>
                  <a:pt x="2438400" y="2476500"/>
                </a:lnTo>
                <a:lnTo>
                  <a:pt x="2428875" y="2476500"/>
                </a:lnTo>
                <a:lnTo>
                  <a:pt x="2428875" y="2495550"/>
                </a:lnTo>
                <a:lnTo>
                  <a:pt x="2409825" y="2495550"/>
                </a:lnTo>
                <a:lnTo>
                  <a:pt x="2409825" y="2486025"/>
                </a:lnTo>
                <a:lnTo>
                  <a:pt x="2419350" y="2486025"/>
                </a:lnTo>
                <a:close/>
                <a:moveTo>
                  <a:pt x="876300" y="2476500"/>
                </a:moveTo>
                <a:lnTo>
                  <a:pt x="885825" y="2476500"/>
                </a:lnTo>
                <a:lnTo>
                  <a:pt x="885825" y="2486025"/>
                </a:lnTo>
                <a:lnTo>
                  <a:pt x="876300" y="2486025"/>
                </a:lnTo>
                <a:close/>
                <a:moveTo>
                  <a:pt x="1524000" y="2476500"/>
                </a:moveTo>
                <a:lnTo>
                  <a:pt x="1533525" y="2476500"/>
                </a:lnTo>
                <a:lnTo>
                  <a:pt x="1533525" y="2486025"/>
                </a:lnTo>
                <a:lnTo>
                  <a:pt x="1524000" y="2486025"/>
                </a:lnTo>
                <a:close/>
                <a:moveTo>
                  <a:pt x="2152650" y="2476500"/>
                </a:moveTo>
                <a:lnTo>
                  <a:pt x="2162175" y="2476500"/>
                </a:lnTo>
                <a:lnTo>
                  <a:pt x="2162175" y="2486025"/>
                </a:lnTo>
                <a:lnTo>
                  <a:pt x="2171700" y="2486025"/>
                </a:lnTo>
                <a:lnTo>
                  <a:pt x="2171700" y="2495550"/>
                </a:lnTo>
                <a:lnTo>
                  <a:pt x="2152650" y="2495550"/>
                </a:lnTo>
                <a:close/>
                <a:moveTo>
                  <a:pt x="2266950" y="2476500"/>
                </a:moveTo>
                <a:lnTo>
                  <a:pt x="2276475" y="2476500"/>
                </a:lnTo>
                <a:lnTo>
                  <a:pt x="2276475" y="2486025"/>
                </a:lnTo>
                <a:lnTo>
                  <a:pt x="2286000" y="2486025"/>
                </a:lnTo>
                <a:lnTo>
                  <a:pt x="2286000" y="2495550"/>
                </a:lnTo>
                <a:lnTo>
                  <a:pt x="2276475" y="2495550"/>
                </a:lnTo>
                <a:lnTo>
                  <a:pt x="2276475" y="2505075"/>
                </a:lnTo>
                <a:lnTo>
                  <a:pt x="2266950" y="2505075"/>
                </a:lnTo>
                <a:close/>
                <a:moveTo>
                  <a:pt x="2438400" y="2476500"/>
                </a:moveTo>
                <a:lnTo>
                  <a:pt x="2447925" y="2476500"/>
                </a:lnTo>
                <a:lnTo>
                  <a:pt x="2447925" y="2486025"/>
                </a:lnTo>
                <a:lnTo>
                  <a:pt x="2438400" y="2486025"/>
                </a:lnTo>
                <a:close/>
                <a:moveTo>
                  <a:pt x="1600200" y="2486025"/>
                </a:moveTo>
                <a:lnTo>
                  <a:pt x="1609725" y="2486025"/>
                </a:lnTo>
                <a:lnTo>
                  <a:pt x="1609725" y="2495550"/>
                </a:lnTo>
                <a:lnTo>
                  <a:pt x="1600200" y="2495550"/>
                </a:lnTo>
                <a:close/>
                <a:moveTo>
                  <a:pt x="2314575" y="2495550"/>
                </a:moveTo>
                <a:lnTo>
                  <a:pt x="2324100" y="2495550"/>
                </a:lnTo>
                <a:lnTo>
                  <a:pt x="2324100" y="2505075"/>
                </a:lnTo>
                <a:lnTo>
                  <a:pt x="2314575" y="2505075"/>
                </a:lnTo>
                <a:close/>
              </a:path>
            </a:pathLst>
          </a:custGeom>
          <a:solidFill xmlns:a="http://schemas.openxmlformats.org/drawingml/2006/main">
            <a:srgbClr val="9F7B62"/>
          </a:solidFill>
          <a:ln xmlns:a="http://schemas.openxmlformats.org/drawingml/2006/main" w="0">
            <a:noFill/>
          </a:ln>
        </p:spPr>
      </p:sp>
      <p:sp>
        <p:nvSpPr>
          <p:cNvPr id="93" name="papers vector #645b44">
            <a:extLst xmlns:a="http://schemas.openxmlformats.org/drawingml/2006/main">
              <a:ext uri="{FF2B5EF4-FFF2-40B4-BE49-F238E27FC236}">
                <a16:creationId xmlns:a16="http://schemas.microsoft.com/office/drawing/2014/main" id="{6620B1BF-5034-43D9-9047-26D980D8C3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43475" y="1724025"/>
            <a:ext cx="3781425" cy="3990975"/>
          </a:xfrm>
          <a:custGeom xmlns:a="http://schemas.openxmlformats.org/drawingml/2006/main">
            <a:pathLst>
              <a:path w="2457450" h="2590800">
                <a:moveTo>
                  <a:pt x="1962150" y="9525"/>
                </a:moveTo>
                <a:lnTo>
                  <a:pt x="1971675" y="9525"/>
                </a:lnTo>
                <a:lnTo>
                  <a:pt x="1971675" y="19050"/>
                </a:lnTo>
                <a:lnTo>
                  <a:pt x="1962150" y="19050"/>
                </a:lnTo>
                <a:close/>
                <a:moveTo>
                  <a:pt x="1990725" y="9525"/>
                </a:moveTo>
                <a:lnTo>
                  <a:pt x="2000250" y="9525"/>
                </a:lnTo>
                <a:lnTo>
                  <a:pt x="2000250" y="19050"/>
                </a:lnTo>
                <a:lnTo>
                  <a:pt x="1990725" y="19050"/>
                </a:lnTo>
                <a:close/>
                <a:moveTo>
                  <a:pt x="2028825" y="19050"/>
                </a:moveTo>
                <a:lnTo>
                  <a:pt x="2038350" y="19050"/>
                </a:lnTo>
                <a:lnTo>
                  <a:pt x="2038350" y="28575"/>
                </a:lnTo>
                <a:lnTo>
                  <a:pt x="2028825" y="28575"/>
                </a:lnTo>
                <a:close/>
                <a:moveTo>
                  <a:pt x="390525" y="28575"/>
                </a:moveTo>
                <a:lnTo>
                  <a:pt x="400050" y="28575"/>
                </a:lnTo>
                <a:lnTo>
                  <a:pt x="400050" y="38100"/>
                </a:lnTo>
                <a:lnTo>
                  <a:pt x="390525" y="38100"/>
                </a:lnTo>
                <a:close/>
                <a:moveTo>
                  <a:pt x="495300" y="28575"/>
                </a:moveTo>
                <a:lnTo>
                  <a:pt x="514350" y="28575"/>
                </a:lnTo>
                <a:lnTo>
                  <a:pt x="514350" y="38100"/>
                </a:lnTo>
                <a:lnTo>
                  <a:pt x="495300" y="38100"/>
                </a:lnTo>
                <a:close/>
                <a:moveTo>
                  <a:pt x="2066925" y="28575"/>
                </a:moveTo>
                <a:lnTo>
                  <a:pt x="2076450" y="28575"/>
                </a:lnTo>
                <a:lnTo>
                  <a:pt x="2076450" y="38100"/>
                </a:lnTo>
                <a:lnTo>
                  <a:pt x="2066925" y="38100"/>
                </a:lnTo>
                <a:close/>
                <a:moveTo>
                  <a:pt x="361950" y="38100"/>
                </a:moveTo>
                <a:lnTo>
                  <a:pt x="371475" y="38100"/>
                </a:lnTo>
                <a:lnTo>
                  <a:pt x="371475" y="47625"/>
                </a:lnTo>
                <a:lnTo>
                  <a:pt x="361950" y="47625"/>
                </a:lnTo>
                <a:close/>
                <a:moveTo>
                  <a:pt x="571500" y="38100"/>
                </a:moveTo>
                <a:lnTo>
                  <a:pt x="590550" y="38100"/>
                </a:lnTo>
                <a:lnTo>
                  <a:pt x="590550" y="47625"/>
                </a:lnTo>
                <a:lnTo>
                  <a:pt x="571500" y="47625"/>
                </a:lnTo>
                <a:close/>
                <a:moveTo>
                  <a:pt x="342900" y="47625"/>
                </a:moveTo>
                <a:lnTo>
                  <a:pt x="352425" y="47625"/>
                </a:lnTo>
                <a:lnTo>
                  <a:pt x="352425" y="57150"/>
                </a:lnTo>
                <a:lnTo>
                  <a:pt x="342900" y="57150"/>
                </a:lnTo>
                <a:close/>
                <a:moveTo>
                  <a:pt x="647700" y="47625"/>
                </a:moveTo>
                <a:lnTo>
                  <a:pt x="666750" y="47625"/>
                </a:lnTo>
                <a:lnTo>
                  <a:pt x="666750" y="57150"/>
                </a:lnTo>
                <a:lnTo>
                  <a:pt x="647700" y="57150"/>
                </a:lnTo>
                <a:close/>
                <a:moveTo>
                  <a:pt x="2133600" y="47625"/>
                </a:moveTo>
                <a:lnTo>
                  <a:pt x="2143125" y="47625"/>
                </a:lnTo>
                <a:lnTo>
                  <a:pt x="2143125" y="57150"/>
                </a:lnTo>
                <a:lnTo>
                  <a:pt x="2133600" y="57150"/>
                </a:lnTo>
                <a:close/>
                <a:moveTo>
                  <a:pt x="723900" y="57150"/>
                </a:moveTo>
                <a:lnTo>
                  <a:pt x="742950" y="57150"/>
                </a:lnTo>
                <a:lnTo>
                  <a:pt x="742950" y="66675"/>
                </a:lnTo>
                <a:lnTo>
                  <a:pt x="723900" y="66675"/>
                </a:lnTo>
                <a:close/>
                <a:moveTo>
                  <a:pt x="1914525" y="57150"/>
                </a:moveTo>
                <a:lnTo>
                  <a:pt x="1924050" y="57150"/>
                </a:lnTo>
                <a:lnTo>
                  <a:pt x="1924050" y="66675"/>
                </a:lnTo>
                <a:lnTo>
                  <a:pt x="1914525" y="66675"/>
                </a:lnTo>
                <a:close/>
                <a:moveTo>
                  <a:pt x="2171700" y="57150"/>
                </a:moveTo>
                <a:lnTo>
                  <a:pt x="2181225" y="57150"/>
                </a:lnTo>
                <a:lnTo>
                  <a:pt x="2181225" y="66675"/>
                </a:lnTo>
                <a:lnTo>
                  <a:pt x="2171700" y="66675"/>
                </a:lnTo>
                <a:close/>
                <a:moveTo>
                  <a:pt x="314325" y="66675"/>
                </a:moveTo>
                <a:lnTo>
                  <a:pt x="323850" y="66675"/>
                </a:lnTo>
                <a:lnTo>
                  <a:pt x="323850" y="76200"/>
                </a:lnTo>
                <a:lnTo>
                  <a:pt x="314325" y="76200"/>
                </a:lnTo>
                <a:close/>
                <a:moveTo>
                  <a:pt x="790575" y="66675"/>
                </a:moveTo>
                <a:lnTo>
                  <a:pt x="809625" y="66675"/>
                </a:lnTo>
                <a:lnTo>
                  <a:pt x="809625" y="76200"/>
                </a:lnTo>
                <a:lnTo>
                  <a:pt x="790575" y="76200"/>
                </a:lnTo>
                <a:close/>
                <a:moveTo>
                  <a:pt x="2209800" y="66675"/>
                </a:moveTo>
                <a:lnTo>
                  <a:pt x="2219325" y="66675"/>
                </a:lnTo>
                <a:lnTo>
                  <a:pt x="2219325" y="76200"/>
                </a:lnTo>
                <a:lnTo>
                  <a:pt x="2209800" y="76200"/>
                </a:lnTo>
                <a:close/>
                <a:moveTo>
                  <a:pt x="304800" y="76200"/>
                </a:moveTo>
                <a:lnTo>
                  <a:pt x="314325" y="76200"/>
                </a:lnTo>
                <a:lnTo>
                  <a:pt x="314325" y="85725"/>
                </a:lnTo>
                <a:lnTo>
                  <a:pt x="304800" y="85725"/>
                </a:lnTo>
                <a:close/>
                <a:moveTo>
                  <a:pt x="866775" y="76200"/>
                </a:moveTo>
                <a:lnTo>
                  <a:pt x="876300" y="76200"/>
                </a:lnTo>
                <a:lnTo>
                  <a:pt x="876300" y="85725"/>
                </a:lnTo>
                <a:lnTo>
                  <a:pt x="866775" y="85725"/>
                </a:lnTo>
                <a:close/>
                <a:moveTo>
                  <a:pt x="2238375" y="76200"/>
                </a:moveTo>
                <a:lnTo>
                  <a:pt x="2247900" y="76200"/>
                </a:lnTo>
                <a:lnTo>
                  <a:pt x="2247900" y="85725"/>
                </a:lnTo>
                <a:lnTo>
                  <a:pt x="2238375" y="85725"/>
                </a:lnTo>
                <a:close/>
                <a:moveTo>
                  <a:pt x="295275" y="85725"/>
                </a:moveTo>
                <a:lnTo>
                  <a:pt x="304800" y="85725"/>
                </a:lnTo>
                <a:lnTo>
                  <a:pt x="304800" y="95250"/>
                </a:lnTo>
                <a:lnTo>
                  <a:pt x="295275" y="95250"/>
                </a:lnTo>
                <a:close/>
                <a:moveTo>
                  <a:pt x="942975" y="85725"/>
                </a:moveTo>
                <a:lnTo>
                  <a:pt x="962025" y="85725"/>
                </a:lnTo>
                <a:lnTo>
                  <a:pt x="962025" y="95250"/>
                </a:lnTo>
                <a:lnTo>
                  <a:pt x="942975" y="95250"/>
                </a:lnTo>
                <a:close/>
                <a:moveTo>
                  <a:pt x="1905000" y="85725"/>
                </a:moveTo>
                <a:lnTo>
                  <a:pt x="1914525" y="85725"/>
                </a:lnTo>
                <a:lnTo>
                  <a:pt x="1914525" y="95250"/>
                </a:lnTo>
                <a:lnTo>
                  <a:pt x="1905000" y="95250"/>
                </a:lnTo>
                <a:close/>
                <a:moveTo>
                  <a:pt x="285750" y="95250"/>
                </a:moveTo>
                <a:lnTo>
                  <a:pt x="295275" y="95250"/>
                </a:lnTo>
                <a:lnTo>
                  <a:pt x="295275" y="104775"/>
                </a:lnTo>
                <a:lnTo>
                  <a:pt x="285750" y="104775"/>
                </a:lnTo>
                <a:close/>
                <a:moveTo>
                  <a:pt x="1019175" y="95250"/>
                </a:moveTo>
                <a:lnTo>
                  <a:pt x="1038225" y="95250"/>
                </a:lnTo>
                <a:lnTo>
                  <a:pt x="1038225" y="114300"/>
                </a:lnTo>
                <a:lnTo>
                  <a:pt x="1019175" y="114300"/>
                </a:lnTo>
                <a:close/>
                <a:moveTo>
                  <a:pt x="1085850" y="95250"/>
                </a:moveTo>
                <a:lnTo>
                  <a:pt x="1504950" y="95250"/>
                </a:lnTo>
                <a:lnTo>
                  <a:pt x="1504950" y="114300"/>
                </a:lnTo>
                <a:lnTo>
                  <a:pt x="1085850" y="114300"/>
                </a:lnTo>
                <a:close/>
                <a:moveTo>
                  <a:pt x="2305050" y="95250"/>
                </a:moveTo>
                <a:lnTo>
                  <a:pt x="2314575" y="95250"/>
                </a:lnTo>
                <a:lnTo>
                  <a:pt x="2314575" y="104775"/>
                </a:lnTo>
                <a:lnTo>
                  <a:pt x="2305050" y="104775"/>
                </a:lnTo>
                <a:close/>
                <a:moveTo>
                  <a:pt x="1781175" y="104775"/>
                </a:moveTo>
                <a:lnTo>
                  <a:pt x="1809750" y="104775"/>
                </a:lnTo>
                <a:lnTo>
                  <a:pt x="1809750" y="114300"/>
                </a:lnTo>
                <a:lnTo>
                  <a:pt x="1819275" y="114300"/>
                </a:lnTo>
                <a:lnTo>
                  <a:pt x="1819275" y="123825"/>
                </a:lnTo>
                <a:lnTo>
                  <a:pt x="1781175" y="123825"/>
                </a:lnTo>
                <a:close/>
                <a:moveTo>
                  <a:pt x="2105025" y="114300"/>
                </a:moveTo>
                <a:lnTo>
                  <a:pt x="2114550" y="114300"/>
                </a:lnTo>
                <a:lnTo>
                  <a:pt x="2114550" y="123825"/>
                </a:lnTo>
                <a:lnTo>
                  <a:pt x="2105025" y="123825"/>
                </a:lnTo>
                <a:close/>
                <a:moveTo>
                  <a:pt x="2124075" y="114300"/>
                </a:moveTo>
                <a:lnTo>
                  <a:pt x="2133600" y="114300"/>
                </a:lnTo>
                <a:lnTo>
                  <a:pt x="2133600" y="123825"/>
                </a:lnTo>
                <a:lnTo>
                  <a:pt x="2124075" y="123825"/>
                </a:lnTo>
                <a:close/>
                <a:moveTo>
                  <a:pt x="1819275" y="123825"/>
                </a:moveTo>
                <a:lnTo>
                  <a:pt x="1828800" y="123825"/>
                </a:lnTo>
                <a:lnTo>
                  <a:pt x="1828800" y="133350"/>
                </a:lnTo>
                <a:lnTo>
                  <a:pt x="1819275" y="133350"/>
                </a:lnTo>
                <a:close/>
                <a:moveTo>
                  <a:pt x="1895475" y="123825"/>
                </a:moveTo>
                <a:lnTo>
                  <a:pt x="1905000" y="123825"/>
                </a:lnTo>
                <a:lnTo>
                  <a:pt x="1905000" y="133350"/>
                </a:lnTo>
                <a:lnTo>
                  <a:pt x="1895475" y="133350"/>
                </a:lnTo>
                <a:close/>
                <a:moveTo>
                  <a:pt x="2095500" y="123825"/>
                </a:moveTo>
                <a:lnTo>
                  <a:pt x="2105025" y="123825"/>
                </a:lnTo>
                <a:lnTo>
                  <a:pt x="2105025" y="133350"/>
                </a:lnTo>
                <a:lnTo>
                  <a:pt x="2095500" y="133350"/>
                </a:lnTo>
                <a:close/>
                <a:moveTo>
                  <a:pt x="2133600" y="123825"/>
                </a:moveTo>
                <a:lnTo>
                  <a:pt x="2143125" y="123825"/>
                </a:lnTo>
                <a:lnTo>
                  <a:pt x="2143125" y="133350"/>
                </a:lnTo>
                <a:lnTo>
                  <a:pt x="2133600" y="133350"/>
                </a:lnTo>
                <a:close/>
                <a:moveTo>
                  <a:pt x="304800" y="133350"/>
                </a:moveTo>
                <a:lnTo>
                  <a:pt x="314325" y="133350"/>
                </a:lnTo>
                <a:lnTo>
                  <a:pt x="314325" y="142875"/>
                </a:lnTo>
                <a:lnTo>
                  <a:pt x="304800" y="142875"/>
                </a:lnTo>
                <a:close/>
                <a:moveTo>
                  <a:pt x="323850" y="133350"/>
                </a:moveTo>
                <a:lnTo>
                  <a:pt x="333375" y="133350"/>
                </a:lnTo>
                <a:lnTo>
                  <a:pt x="333375" y="238125"/>
                </a:lnTo>
                <a:lnTo>
                  <a:pt x="323850" y="238125"/>
                </a:lnTo>
                <a:lnTo>
                  <a:pt x="323850" y="247650"/>
                </a:lnTo>
                <a:lnTo>
                  <a:pt x="314325" y="247650"/>
                </a:lnTo>
                <a:lnTo>
                  <a:pt x="314325" y="142875"/>
                </a:lnTo>
                <a:lnTo>
                  <a:pt x="323850" y="142875"/>
                </a:lnTo>
                <a:close/>
                <a:moveTo>
                  <a:pt x="1838325" y="133350"/>
                </a:moveTo>
                <a:lnTo>
                  <a:pt x="1847850" y="133350"/>
                </a:lnTo>
                <a:lnTo>
                  <a:pt x="1847850" y="142875"/>
                </a:lnTo>
                <a:lnTo>
                  <a:pt x="1838325" y="142875"/>
                </a:lnTo>
                <a:close/>
                <a:moveTo>
                  <a:pt x="2333625" y="133350"/>
                </a:moveTo>
                <a:lnTo>
                  <a:pt x="2343150" y="133350"/>
                </a:lnTo>
                <a:lnTo>
                  <a:pt x="2343150" y="171450"/>
                </a:lnTo>
                <a:lnTo>
                  <a:pt x="2333625" y="171450"/>
                </a:lnTo>
                <a:close/>
                <a:moveTo>
                  <a:pt x="1847850" y="142875"/>
                </a:moveTo>
                <a:lnTo>
                  <a:pt x="1857375" y="142875"/>
                </a:lnTo>
                <a:lnTo>
                  <a:pt x="1857375" y="152400"/>
                </a:lnTo>
                <a:lnTo>
                  <a:pt x="1847850" y="152400"/>
                </a:lnTo>
                <a:close/>
                <a:moveTo>
                  <a:pt x="257175" y="152400"/>
                </a:moveTo>
                <a:lnTo>
                  <a:pt x="266700" y="152400"/>
                </a:lnTo>
                <a:lnTo>
                  <a:pt x="266700" y="161925"/>
                </a:lnTo>
                <a:lnTo>
                  <a:pt x="257175" y="161925"/>
                </a:lnTo>
                <a:close/>
                <a:moveTo>
                  <a:pt x="2133600" y="152400"/>
                </a:moveTo>
                <a:lnTo>
                  <a:pt x="2143125" y="152400"/>
                </a:lnTo>
                <a:lnTo>
                  <a:pt x="2143125" y="161925"/>
                </a:lnTo>
                <a:lnTo>
                  <a:pt x="2133600" y="161925"/>
                </a:lnTo>
                <a:close/>
                <a:moveTo>
                  <a:pt x="2085975" y="161925"/>
                </a:moveTo>
                <a:lnTo>
                  <a:pt x="2095500" y="161925"/>
                </a:lnTo>
                <a:lnTo>
                  <a:pt x="2095500" y="171450"/>
                </a:lnTo>
                <a:lnTo>
                  <a:pt x="2085975" y="171450"/>
                </a:lnTo>
                <a:close/>
                <a:moveTo>
                  <a:pt x="219075" y="190500"/>
                </a:moveTo>
                <a:lnTo>
                  <a:pt x="228600" y="190500"/>
                </a:lnTo>
                <a:lnTo>
                  <a:pt x="228600" y="200025"/>
                </a:lnTo>
                <a:lnTo>
                  <a:pt x="219075" y="200025"/>
                </a:lnTo>
                <a:close/>
                <a:moveTo>
                  <a:pt x="1876425" y="190500"/>
                </a:moveTo>
                <a:lnTo>
                  <a:pt x="1885950" y="190500"/>
                </a:lnTo>
                <a:lnTo>
                  <a:pt x="1885950" y="200025"/>
                </a:lnTo>
                <a:lnTo>
                  <a:pt x="1876425" y="200025"/>
                </a:lnTo>
                <a:close/>
                <a:moveTo>
                  <a:pt x="209550" y="200025"/>
                </a:moveTo>
                <a:lnTo>
                  <a:pt x="219075" y="200025"/>
                </a:lnTo>
                <a:lnTo>
                  <a:pt x="219075" y="228600"/>
                </a:lnTo>
                <a:lnTo>
                  <a:pt x="209550" y="228600"/>
                </a:lnTo>
                <a:lnTo>
                  <a:pt x="209550" y="238125"/>
                </a:lnTo>
                <a:lnTo>
                  <a:pt x="200025" y="238125"/>
                </a:lnTo>
                <a:lnTo>
                  <a:pt x="200025" y="247650"/>
                </a:lnTo>
                <a:lnTo>
                  <a:pt x="190500" y="247650"/>
                </a:lnTo>
                <a:lnTo>
                  <a:pt x="190500" y="266700"/>
                </a:lnTo>
                <a:lnTo>
                  <a:pt x="295275" y="266700"/>
                </a:lnTo>
                <a:lnTo>
                  <a:pt x="295275" y="257175"/>
                </a:lnTo>
                <a:lnTo>
                  <a:pt x="304800" y="257175"/>
                </a:lnTo>
                <a:lnTo>
                  <a:pt x="304800" y="247650"/>
                </a:lnTo>
                <a:lnTo>
                  <a:pt x="314325" y="247650"/>
                </a:lnTo>
                <a:lnTo>
                  <a:pt x="314325" y="266700"/>
                </a:lnTo>
                <a:lnTo>
                  <a:pt x="295275" y="266700"/>
                </a:lnTo>
                <a:lnTo>
                  <a:pt x="295275" y="276225"/>
                </a:lnTo>
                <a:lnTo>
                  <a:pt x="285750" y="276225"/>
                </a:lnTo>
                <a:lnTo>
                  <a:pt x="285750" y="285750"/>
                </a:lnTo>
                <a:lnTo>
                  <a:pt x="171450" y="285750"/>
                </a:lnTo>
                <a:lnTo>
                  <a:pt x="171450" y="295275"/>
                </a:lnTo>
                <a:lnTo>
                  <a:pt x="161925" y="295275"/>
                </a:lnTo>
                <a:lnTo>
                  <a:pt x="161925" y="285750"/>
                </a:lnTo>
                <a:lnTo>
                  <a:pt x="152400" y="285750"/>
                </a:lnTo>
                <a:lnTo>
                  <a:pt x="152400" y="266700"/>
                </a:lnTo>
                <a:lnTo>
                  <a:pt x="161925" y="266700"/>
                </a:lnTo>
                <a:lnTo>
                  <a:pt x="161925" y="257175"/>
                </a:lnTo>
                <a:lnTo>
                  <a:pt x="171450" y="257175"/>
                </a:lnTo>
                <a:lnTo>
                  <a:pt x="171450" y="247650"/>
                </a:lnTo>
                <a:lnTo>
                  <a:pt x="180975" y="247650"/>
                </a:lnTo>
                <a:lnTo>
                  <a:pt x="180975" y="238125"/>
                </a:lnTo>
                <a:lnTo>
                  <a:pt x="190500" y="238125"/>
                </a:lnTo>
                <a:lnTo>
                  <a:pt x="190500" y="228600"/>
                </a:lnTo>
                <a:lnTo>
                  <a:pt x="200025" y="228600"/>
                </a:lnTo>
                <a:lnTo>
                  <a:pt x="200025" y="209550"/>
                </a:lnTo>
                <a:lnTo>
                  <a:pt x="209550" y="209550"/>
                </a:lnTo>
                <a:close/>
                <a:moveTo>
                  <a:pt x="2324100" y="200025"/>
                </a:moveTo>
                <a:lnTo>
                  <a:pt x="2333625" y="200025"/>
                </a:lnTo>
                <a:lnTo>
                  <a:pt x="2333625" y="209550"/>
                </a:lnTo>
                <a:lnTo>
                  <a:pt x="2324100" y="209550"/>
                </a:lnTo>
                <a:close/>
                <a:moveTo>
                  <a:pt x="1590675" y="209550"/>
                </a:moveTo>
                <a:lnTo>
                  <a:pt x="1619250" y="209550"/>
                </a:lnTo>
                <a:lnTo>
                  <a:pt x="1619250" y="219075"/>
                </a:lnTo>
                <a:lnTo>
                  <a:pt x="1590675" y="219075"/>
                </a:lnTo>
                <a:close/>
                <a:moveTo>
                  <a:pt x="2076450" y="209550"/>
                </a:moveTo>
                <a:lnTo>
                  <a:pt x="2085975" y="209550"/>
                </a:lnTo>
                <a:lnTo>
                  <a:pt x="2085975" y="219075"/>
                </a:lnTo>
                <a:lnTo>
                  <a:pt x="2076450" y="219075"/>
                </a:lnTo>
                <a:close/>
                <a:moveTo>
                  <a:pt x="1562100" y="219075"/>
                </a:moveTo>
                <a:lnTo>
                  <a:pt x="1571625" y="219075"/>
                </a:lnTo>
                <a:lnTo>
                  <a:pt x="1571625" y="228600"/>
                </a:lnTo>
                <a:lnTo>
                  <a:pt x="1562100" y="228600"/>
                </a:lnTo>
                <a:close/>
                <a:moveTo>
                  <a:pt x="1647825" y="219075"/>
                </a:moveTo>
                <a:lnTo>
                  <a:pt x="1657350" y="219075"/>
                </a:lnTo>
                <a:lnTo>
                  <a:pt x="1657350" y="228600"/>
                </a:lnTo>
                <a:lnTo>
                  <a:pt x="1647825" y="228600"/>
                </a:lnTo>
                <a:close/>
                <a:moveTo>
                  <a:pt x="1552575" y="228600"/>
                </a:moveTo>
                <a:lnTo>
                  <a:pt x="1562100" y="228600"/>
                </a:lnTo>
                <a:lnTo>
                  <a:pt x="1562100" y="238125"/>
                </a:lnTo>
                <a:lnTo>
                  <a:pt x="1552575" y="238125"/>
                </a:lnTo>
                <a:close/>
                <a:moveTo>
                  <a:pt x="1685925" y="228600"/>
                </a:moveTo>
                <a:lnTo>
                  <a:pt x="1695450" y="228600"/>
                </a:lnTo>
                <a:lnTo>
                  <a:pt x="1695450" y="238125"/>
                </a:lnTo>
                <a:lnTo>
                  <a:pt x="1685925" y="238125"/>
                </a:lnTo>
                <a:close/>
                <a:moveTo>
                  <a:pt x="1866900" y="228600"/>
                </a:moveTo>
                <a:lnTo>
                  <a:pt x="1876425" y="228600"/>
                </a:lnTo>
                <a:lnTo>
                  <a:pt x="1876425" y="238125"/>
                </a:lnTo>
                <a:lnTo>
                  <a:pt x="1866900" y="238125"/>
                </a:lnTo>
                <a:close/>
                <a:moveTo>
                  <a:pt x="2076450" y="238125"/>
                </a:moveTo>
                <a:lnTo>
                  <a:pt x="2085975" y="238125"/>
                </a:lnTo>
                <a:lnTo>
                  <a:pt x="2085975" y="247650"/>
                </a:lnTo>
                <a:lnTo>
                  <a:pt x="2076450" y="247650"/>
                </a:lnTo>
                <a:close/>
                <a:moveTo>
                  <a:pt x="2314575" y="238125"/>
                </a:moveTo>
                <a:lnTo>
                  <a:pt x="2324100" y="238125"/>
                </a:lnTo>
                <a:lnTo>
                  <a:pt x="2324100" y="247650"/>
                </a:lnTo>
                <a:lnTo>
                  <a:pt x="2314575" y="247650"/>
                </a:lnTo>
                <a:close/>
                <a:moveTo>
                  <a:pt x="2085975" y="247650"/>
                </a:moveTo>
                <a:lnTo>
                  <a:pt x="2105025" y="247650"/>
                </a:lnTo>
                <a:lnTo>
                  <a:pt x="2105025" y="257175"/>
                </a:lnTo>
                <a:lnTo>
                  <a:pt x="2085975" y="257175"/>
                </a:lnTo>
                <a:close/>
                <a:moveTo>
                  <a:pt x="1533525" y="257175"/>
                </a:moveTo>
                <a:lnTo>
                  <a:pt x="1543050" y="257175"/>
                </a:lnTo>
                <a:lnTo>
                  <a:pt x="1543050" y="266700"/>
                </a:lnTo>
                <a:lnTo>
                  <a:pt x="1533525" y="266700"/>
                </a:lnTo>
                <a:close/>
                <a:moveTo>
                  <a:pt x="1790700" y="257175"/>
                </a:moveTo>
                <a:lnTo>
                  <a:pt x="1800225" y="257175"/>
                </a:lnTo>
                <a:lnTo>
                  <a:pt x="1800225" y="266700"/>
                </a:lnTo>
                <a:lnTo>
                  <a:pt x="1790700" y="266700"/>
                </a:lnTo>
                <a:close/>
                <a:moveTo>
                  <a:pt x="1885950" y="257175"/>
                </a:moveTo>
                <a:lnTo>
                  <a:pt x="1895475" y="257175"/>
                </a:lnTo>
                <a:lnTo>
                  <a:pt x="1895475" y="266700"/>
                </a:lnTo>
                <a:lnTo>
                  <a:pt x="1885950" y="266700"/>
                </a:lnTo>
                <a:close/>
                <a:moveTo>
                  <a:pt x="1828800" y="266700"/>
                </a:moveTo>
                <a:lnTo>
                  <a:pt x="1838325" y="266700"/>
                </a:lnTo>
                <a:lnTo>
                  <a:pt x="1838325" y="276225"/>
                </a:lnTo>
                <a:lnTo>
                  <a:pt x="1828800" y="276225"/>
                </a:lnTo>
                <a:close/>
                <a:moveTo>
                  <a:pt x="1924050" y="266700"/>
                </a:moveTo>
                <a:lnTo>
                  <a:pt x="1933575" y="266700"/>
                </a:lnTo>
                <a:lnTo>
                  <a:pt x="1933575" y="276225"/>
                </a:lnTo>
                <a:lnTo>
                  <a:pt x="1924050" y="276225"/>
                </a:lnTo>
                <a:close/>
                <a:moveTo>
                  <a:pt x="1866900" y="276225"/>
                </a:moveTo>
                <a:lnTo>
                  <a:pt x="1876425" y="276225"/>
                </a:lnTo>
                <a:lnTo>
                  <a:pt x="1876425" y="285750"/>
                </a:lnTo>
                <a:lnTo>
                  <a:pt x="1866900" y="285750"/>
                </a:lnTo>
                <a:close/>
                <a:moveTo>
                  <a:pt x="1943100" y="276225"/>
                </a:moveTo>
                <a:lnTo>
                  <a:pt x="1952625" y="276225"/>
                </a:lnTo>
                <a:lnTo>
                  <a:pt x="1952625" y="285750"/>
                </a:lnTo>
                <a:lnTo>
                  <a:pt x="1943100" y="285750"/>
                </a:lnTo>
                <a:close/>
                <a:moveTo>
                  <a:pt x="2305050" y="276225"/>
                </a:moveTo>
                <a:lnTo>
                  <a:pt x="2314575" y="276225"/>
                </a:lnTo>
                <a:lnTo>
                  <a:pt x="2314575" y="285750"/>
                </a:lnTo>
                <a:lnTo>
                  <a:pt x="2305050" y="285750"/>
                </a:lnTo>
                <a:close/>
                <a:moveTo>
                  <a:pt x="695325" y="285750"/>
                </a:moveTo>
                <a:lnTo>
                  <a:pt x="723900" y="285750"/>
                </a:lnTo>
                <a:lnTo>
                  <a:pt x="723900" y="295275"/>
                </a:lnTo>
                <a:lnTo>
                  <a:pt x="733425" y="295275"/>
                </a:lnTo>
                <a:lnTo>
                  <a:pt x="733425" y="304800"/>
                </a:lnTo>
                <a:lnTo>
                  <a:pt x="742950" y="304800"/>
                </a:lnTo>
                <a:lnTo>
                  <a:pt x="742950" y="333375"/>
                </a:lnTo>
                <a:lnTo>
                  <a:pt x="733425" y="333375"/>
                </a:lnTo>
                <a:lnTo>
                  <a:pt x="733425" y="352425"/>
                </a:lnTo>
                <a:lnTo>
                  <a:pt x="723900" y="352425"/>
                </a:lnTo>
                <a:lnTo>
                  <a:pt x="723900" y="361950"/>
                </a:lnTo>
                <a:lnTo>
                  <a:pt x="685800" y="361950"/>
                </a:lnTo>
                <a:lnTo>
                  <a:pt x="685800" y="352425"/>
                </a:lnTo>
                <a:lnTo>
                  <a:pt x="676275" y="352425"/>
                </a:lnTo>
                <a:lnTo>
                  <a:pt x="676275" y="342900"/>
                </a:lnTo>
                <a:lnTo>
                  <a:pt x="666750" y="342900"/>
                </a:lnTo>
                <a:lnTo>
                  <a:pt x="666750" y="314325"/>
                </a:lnTo>
                <a:lnTo>
                  <a:pt x="676275" y="314325"/>
                </a:lnTo>
                <a:lnTo>
                  <a:pt x="676275" y="333375"/>
                </a:lnTo>
                <a:lnTo>
                  <a:pt x="685800" y="333375"/>
                </a:lnTo>
                <a:lnTo>
                  <a:pt x="685800" y="295275"/>
                </a:lnTo>
                <a:lnTo>
                  <a:pt x="695325" y="295275"/>
                </a:lnTo>
                <a:close/>
                <a:moveTo>
                  <a:pt x="1905000" y="285750"/>
                </a:moveTo>
                <a:lnTo>
                  <a:pt x="1914525" y="285750"/>
                </a:lnTo>
                <a:lnTo>
                  <a:pt x="1914525" y="295275"/>
                </a:lnTo>
                <a:lnTo>
                  <a:pt x="1905000" y="295275"/>
                </a:lnTo>
                <a:close/>
                <a:moveTo>
                  <a:pt x="1524000" y="295275"/>
                </a:moveTo>
                <a:lnTo>
                  <a:pt x="1533525" y="295275"/>
                </a:lnTo>
                <a:lnTo>
                  <a:pt x="1533525" y="304800"/>
                </a:lnTo>
                <a:lnTo>
                  <a:pt x="1524000" y="304800"/>
                </a:lnTo>
                <a:close/>
                <a:moveTo>
                  <a:pt x="1933575" y="295275"/>
                </a:moveTo>
                <a:lnTo>
                  <a:pt x="1943100" y="295275"/>
                </a:lnTo>
                <a:lnTo>
                  <a:pt x="1943100" y="304800"/>
                </a:lnTo>
                <a:lnTo>
                  <a:pt x="1933575" y="304800"/>
                </a:lnTo>
                <a:close/>
                <a:moveTo>
                  <a:pt x="1943100" y="304800"/>
                </a:moveTo>
                <a:lnTo>
                  <a:pt x="1952625" y="304800"/>
                </a:lnTo>
                <a:lnTo>
                  <a:pt x="1952625" y="314325"/>
                </a:lnTo>
                <a:lnTo>
                  <a:pt x="1943100" y="314325"/>
                </a:lnTo>
                <a:close/>
                <a:moveTo>
                  <a:pt x="1971675" y="304800"/>
                </a:moveTo>
                <a:lnTo>
                  <a:pt x="1981200" y="304800"/>
                </a:lnTo>
                <a:lnTo>
                  <a:pt x="1981200" y="314325"/>
                </a:lnTo>
                <a:lnTo>
                  <a:pt x="1971675" y="314325"/>
                </a:lnTo>
                <a:close/>
                <a:moveTo>
                  <a:pt x="2295525" y="304800"/>
                </a:moveTo>
                <a:lnTo>
                  <a:pt x="2305050" y="304800"/>
                </a:lnTo>
                <a:lnTo>
                  <a:pt x="2305050" y="314325"/>
                </a:lnTo>
                <a:lnTo>
                  <a:pt x="2295525" y="314325"/>
                </a:lnTo>
                <a:close/>
                <a:moveTo>
                  <a:pt x="1304925" y="314325"/>
                </a:moveTo>
                <a:lnTo>
                  <a:pt x="1314450" y="314325"/>
                </a:lnTo>
                <a:lnTo>
                  <a:pt x="1314450" y="323850"/>
                </a:lnTo>
                <a:lnTo>
                  <a:pt x="1304925" y="323850"/>
                </a:lnTo>
                <a:close/>
                <a:moveTo>
                  <a:pt x="1714500" y="314325"/>
                </a:moveTo>
                <a:lnTo>
                  <a:pt x="1752600" y="314325"/>
                </a:lnTo>
                <a:lnTo>
                  <a:pt x="1752600" y="323850"/>
                </a:lnTo>
                <a:lnTo>
                  <a:pt x="1714500" y="323850"/>
                </a:lnTo>
                <a:close/>
                <a:moveTo>
                  <a:pt x="1952625" y="314325"/>
                </a:moveTo>
                <a:lnTo>
                  <a:pt x="1962150" y="314325"/>
                </a:lnTo>
                <a:lnTo>
                  <a:pt x="1962150" y="323850"/>
                </a:lnTo>
                <a:lnTo>
                  <a:pt x="1952625" y="323850"/>
                </a:lnTo>
                <a:close/>
                <a:moveTo>
                  <a:pt x="1190625" y="323850"/>
                </a:moveTo>
                <a:lnTo>
                  <a:pt x="1209675" y="323850"/>
                </a:lnTo>
                <a:lnTo>
                  <a:pt x="1209675" y="333375"/>
                </a:lnTo>
                <a:lnTo>
                  <a:pt x="1219200" y="333375"/>
                </a:lnTo>
                <a:lnTo>
                  <a:pt x="1219200" y="342900"/>
                </a:lnTo>
                <a:lnTo>
                  <a:pt x="1190625" y="342900"/>
                </a:lnTo>
                <a:close/>
                <a:moveTo>
                  <a:pt x="1981200" y="323850"/>
                </a:moveTo>
                <a:lnTo>
                  <a:pt x="1990725" y="323850"/>
                </a:lnTo>
                <a:lnTo>
                  <a:pt x="1990725" y="333375"/>
                </a:lnTo>
                <a:lnTo>
                  <a:pt x="1981200" y="333375"/>
                </a:lnTo>
                <a:close/>
                <a:moveTo>
                  <a:pt x="1514475" y="333375"/>
                </a:moveTo>
                <a:lnTo>
                  <a:pt x="1524000" y="333375"/>
                </a:lnTo>
                <a:lnTo>
                  <a:pt x="1524000" y="342900"/>
                </a:lnTo>
                <a:lnTo>
                  <a:pt x="1514475" y="342900"/>
                </a:lnTo>
                <a:close/>
                <a:moveTo>
                  <a:pt x="1781175" y="333375"/>
                </a:moveTo>
                <a:lnTo>
                  <a:pt x="1790700" y="333375"/>
                </a:lnTo>
                <a:lnTo>
                  <a:pt x="1790700" y="342900"/>
                </a:lnTo>
                <a:lnTo>
                  <a:pt x="1781175" y="342900"/>
                </a:lnTo>
                <a:close/>
                <a:moveTo>
                  <a:pt x="1790700" y="342900"/>
                </a:moveTo>
                <a:lnTo>
                  <a:pt x="1800225" y="342900"/>
                </a:lnTo>
                <a:lnTo>
                  <a:pt x="1800225" y="352425"/>
                </a:lnTo>
                <a:lnTo>
                  <a:pt x="1790700" y="352425"/>
                </a:lnTo>
                <a:close/>
                <a:moveTo>
                  <a:pt x="1962150" y="342900"/>
                </a:moveTo>
                <a:lnTo>
                  <a:pt x="1971675" y="342900"/>
                </a:lnTo>
                <a:lnTo>
                  <a:pt x="1971675" y="361950"/>
                </a:lnTo>
                <a:lnTo>
                  <a:pt x="1962150" y="361950"/>
                </a:lnTo>
                <a:close/>
                <a:moveTo>
                  <a:pt x="2286000" y="342900"/>
                </a:moveTo>
                <a:lnTo>
                  <a:pt x="2295525" y="342900"/>
                </a:lnTo>
                <a:lnTo>
                  <a:pt x="2295525" y="352425"/>
                </a:lnTo>
                <a:lnTo>
                  <a:pt x="2286000" y="352425"/>
                </a:lnTo>
                <a:close/>
                <a:moveTo>
                  <a:pt x="1743075" y="352425"/>
                </a:moveTo>
                <a:lnTo>
                  <a:pt x="1752600" y="352425"/>
                </a:lnTo>
                <a:lnTo>
                  <a:pt x="1752600" y="361950"/>
                </a:lnTo>
                <a:lnTo>
                  <a:pt x="1743075" y="361950"/>
                </a:lnTo>
                <a:close/>
                <a:moveTo>
                  <a:pt x="1704975" y="361950"/>
                </a:moveTo>
                <a:lnTo>
                  <a:pt x="1714500" y="361950"/>
                </a:lnTo>
                <a:lnTo>
                  <a:pt x="1714500" y="371475"/>
                </a:lnTo>
                <a:lnTo>
                  <a:pt x="1704975" y="371475"/>
                </a:lnTo>
                <a:close/>
                <a:moveTo>
                  <a:pt x="1752600" y="361950"/>
                </a:moveTo>
                <a:lnTo>
                  <a:pt x="1762125" y="361950"/>
                </a:lnTo>
                <a:lnTo>
                  <a:pt x="1762125" y="381000"/>
                </a:lnTo>
                <a:lnTo>
                  <a:pt x="1752600" y="381000"/>
                </a:lnTo>
                <a:close/>
                <a:moveTo>
                  <a:pt x="2171700" y="361950"/>
                </a:moveTo>
                <a:lnTo>
                  <a:pt x="2209800" y="361950"/>
                </a:lnTo>
                <a:lnTo>
                  <a:pt x="2209800" y="371475"/>
                </a:lnTo>
                <a:lnTo>
                  <a:pt x="2171700" y="371475"/>
                </a:lnTo>
                <a:close/>
                <a:moveTo>
                  <a:pt x="1504950" y="371475"/>
                </a:moveTo>
                <a:lnTo>
                  <a:pt x="1514475" y="371475"/>
                </a:lnTo>
                <a:lnTo>
                  <a:pt x="1514475" y="381000"/>
                </a:lnTo>
                <a:lnTo>
                  <a:pt x="1504950" y="381000"/>
                </a:lnTo>
                <a:close/>
                <a:moveTo>
                  <a:pt x="2238375" y="371475"/>
                </a:moveTo>
                <a:lnTo>
                  <a:pt x="2247900" y="371475"/>
                </a:lnTo>
                <a:lnTo>
                  <a:pt x="2247900" y="381000"/>
                </a:lnTo>
                <a:lnTo>
                  <a:pt x="2238375" y="381000"/>
                </a:lnTo>
                <a:close/>
                <a:moveTo>
                  <a:pt x="1981200" y="381000"/>
                </a:moveTo>
                <a:lnTo>
                  <a:pt x="1990725" y="381000"/>
                </a:lnTo>
                <a:lnTo>
                  <a:pt x="1990725" y="390525"/>
                </a:lnTo>
                <a:lnTo>
                  <a:pt x="1981200" y="390525"/>
                </a:lnTo>
                <a:close/>
                <a:moveTo>
                  <a:pt x="2095500" y="390525"/>
                </a:moveTo>
                <a:lnTo>
                  <a:pt x="2105025" y="390525"/>
                </a:lnTo>
                <a:lnTo>
                  <a:pt x="2105025" y="400050"/>
                </a:lnTo>
                <a:lnTo>
                  <a:pt x="2095500" y="400050"/>
                </a:lnTo>
                <a:close/>
                <a:moveTo>
                  <a:pt x="2124075" y="390525"/>
                </a:moveTo>
                <a:lnTo>
                  <a:pt x="2133600" y="390525"/>
                </a:lnTo>
                <a:lnTo>
                  <a:pt x="2133600" y="400050"/>
                </a:lnTo>
                <a:lnTo>
                  <a:pt x="2124075" y="400050"/>
                </a:lnTo>
                <a:close/>
                <a:moveTo>
                  <a:pt x="1495425" y="400050"/>
                </a:moveTo>
                <a:lnTo>
                  <a:pt x="1504950" y="400050"/>
                </a:lnTo>
                <a:lnTo>
                  <a:pt x="1504950" y="409575"/>
                </a:lnTo>
                <a:lnTo>
                  <a:pt x="1495425" y="409575"/>
                </a:lnTo>
                <a:close/>
                <a:moveTo>
                  <a:pt x="1790700" y="400050"/>
                </a:moveTo>
                <a:lnTo>
                  <a:pt x="1800225" y="400050"/>
                </a:lnTo>
                <a:lnTo>
                  <a:pt x="1800225" y="409575"/>
                </a:lnTo>
                <a:lnTo>
                  <a:pt x="1790700" y="409575"/>
                </a:lnTo>
                <a:close/>
                <a:moveTo>
                  <a:pt x="1952625" y="400050"/>
                </a:moveTo>
                <a:lnTo>
                  <a:pt x="1962150" y="400050"/>
                </a:lnTo>
                <a:lnTo>
                  <a:pt x="1962150" y="409575"/>
                </a:lnTo>
                <a:lnTo>
                  <a:pt x="1952625" y="409575"/>
                </a:lnTo>
                <a:close/>
                <a:moveTo>
                  <a:pt x="2038350" y="400050"/>
                </a:moveTo>
                <a:lnTo>
                  <a:pt x="2047875" y="400050"/>
                </a:lnTo>
                <a:lnTo>
                  <a:pt x="2047875" y="409575"/>
                </a:lnTo>
                <a:lnTo>
                  <a:pt x="2038350" y="409575"/>
                </a:lnTo>
                <a:close/>
                <a:moveTo>
                  <a:pt x="1704975" y="409575"/>
                </a:moveTo>
                <a:lnTo>
                  <a:pt x="1714500" y="409575"/>
                </a:lnTo>
                <a:lnTo>
                  <a:pt x="1714500" y="419100"/>
                </a:lnTo>
                <a:lnTo>
                  <a:pt x="1704975" y="419100"/>
                </a:lnTo>
                <a:close/>
                <a:moveTo>
                  <a:pt x="1781175" y="409575"/>
                </a:moveTo>
                <a:lnTo>
                  <a:pt x="1790700" y="409575"/>
                </a:lnTo>
                <a:lnTo>
                  <a:pt x="1790700" y="419100"/>
                </a:lnTo>
                <a:lnTo>
                  <a:pt x="1781175" y="419100"/>
                </a:lnTo>
                <a:close/>
                <a:moveTo>
                  <a:pt x="2019300" y="409575"/>
                </a:moveTo>
                <a:lnTo>
                  <a:pt x="2028825" y="409575"/>
                </a:lnTo>
                <a:lnTo>
                  <a:pt x="2028825" y="419100"/>
                </a:lnTo>
                <a:lnTo>
                  <a:pt x="2019300" y="419100"/>
                </a:lnTo>
                <a:close/>
                <a:moveTo>
                  <a:pt x="1695450" y="419100"/>
                </a:moveTo>
                <a:lnTo>
                  <a:pt x="1704975" y="419100"/>
                </a:lnTo>
                <a:lnTo>
                  <a:pt x="1704975" y="428625"/>
                </a:lnTo>
                <a:lnTo>
                  <a:pt x="1695450" y="428625"/>
                </a:lnTo>
                <a:close/>
                <a:moveTo>
                  <a:pt x="1762125" y="419100"/>
                </a:moveTo>
                <a:lnTo>
                  <a:pt x="1771650" y="419100"/>
                </a:lnTo>
                <a:lnTo>
                  <a:pt x="1771650" y="428625"/>
                </a:lnTo>
                <a:lnTo>
                  <a:pt x="1762125" y="428625"/>
                </a:lnTo>
                <a:close/>
                <a:moveTo>
                  <a:pt x="1943100" y="428625"/>
                </a:moveTo>
                <a:lnTo>
                  <a:pt x="1952625" y="428625"/>
                </a:lnTo>
                <a:lnTo>
                  <a:pt x="1952625" y="438150"/>
                </a:lnTo>
                <a:lnTo>
                  <a:pt x="1943100" y="438150"/>
                </a:lnTo>
                <a:close/>
                <a:moveTo>
                  <a:pt x="1485900" y="438150"/>
                </a:moveTo>
                <a:lnTo>
                  <a:pt x="1495425" y="438150"/>
                </a:lnTo>
                <a:lnTo>
                  <a:pt x="1495425" y="447675"/>
                </a:lnTo>
                <a:lnTo>
                  <a:pt x="1485900" y="447675"/>
                </a:lnTo>
                <a:close/>
                <a:moveTo>
                  <a:pt x="1695450" y="457200"/>
                </a:moveTo>
                <a:lnTo>
                  <a:pt x="1714500" y="457200"/>
                </a:lnTo>
                <a:lnTo>
                  <a:pt x="1714500" y="476250"/>
                </a:lnTo>
                <a:lnTo>
                  <a:pt x="1685925" y="476250"/>
                </a:lnTo>
                <a:lnTo>
                  <a:pt x="1685925" y="466725"/>
                </a:lnTo>
                <a:lnTo>
                  <a:pt x="1695450" y="466725"/>
                </a:lnTo>
                <a:close/>
                <a:moveTo>
                  <a:pt x="1933575" y="466725"/>
                </a:moveTo>
                <a:lnTo>
                  <a:pt x="1943100" y="466725"/>
                </a:lnTo>
                <a:lnTo>
                  <a:pt x="1943100" y="476250"/>
                </a:lnTo>
                <a:lnTo>
                  <a:pt x="1933575" y="476250"/>
                </a:lnTo>
                <a:close/>
                <a:moveTo>
                  <a:pt x="1676400" y="476250"/>
                </a:moveTo>
                <a:lnTo>
                  <a:pt x="1685925" y="476250"/>
                </a:lnTo>
                <a:lnTo>
                  <a:pt x="1685925" y="485775"/>
                </a:lnTo>
                <a:lnTo>
                  <a:pt x="1676400" y="485775"/>
                </a:lnTo>
                <a:close/>
                <a:moveTo>
                  <a:pt x="1714500" y="476250"/>
                </a:moveTo>
                <a:lnTo>
                  <a:pt x="1724025" y="476250"/>
                </a:lnTo>
                <a:lnTo>
                  <a:pt x="1724025" y="485775"/>
                </a:lnTo>
                <a:lnTo>
                  <a:pt x="1714500" y="485775"/>
                </a:lnTo>
                <a:close/>
                <a:moveTo>
                  <a:pt x="1952625" y="485775"/>
                </a:moveTo>
                <a:lnTo>
                  <a:pt x="1962150" y="485775"/>
                </a:lnTo>
                <a:lnTo>
                  <a:pt x="1962150" y="495300"/>
                </a:lnTo>
                <a:lnTo>
                  <a:pt x="1952625" y="495300"/>
                </a:lnTo>
                <a:close/>
                <a:moveTo>
                  <a:pt x="2019300" y="485775"/>
                </a:moveTo>
                <a:lnTo>
                  <a:pt x="2028825" y="485775"/>
                </a:lnTo>
                <a:lnTo>
                  <a:pt x="2028825" y="504825"/>
                </a:lnTo>
                <a:lnTo>
                  <a:pt x="2019300" y="504825"/>
                </a:lnTo>
                <a:close/>
                <a:moveTo>
                  <a:pt x="533400" y="495300"/>
                </a:moveTo>
                <a:lnTo>
                  <a:pt x="542925" y="495300"/>
                </a:lnTo>
                <a:lnTo>
                  <a:pt x="542925" y="523875"/>
                </a:lnTo>
                <a:lnTo>
                  <a:pt x="533400" y="523875"/>
                </a:lnTo>
                <a:close/>
                <a:moveTo>
                  <a:pt x="1485900" y="504825"/>
                </a:moveTo>
                <a:lnTo>
                  <a:pt x="1495425" y="504825"/>
                </a:lnTo>
                <a:lnTo>
                  <a:pt x="1495425" y="514350"/>
                </a:lnTo>
                <a:lnTo>
                  <a:pt x="1485900" y="514350"/>
                </a:lnTo>
                <a:close/>
                <a:moveTo>
                  <a:pt x="1924050" y="504825"/>
                </a:moveTo>
                <a:lnTo>
                  <a:pt x="1933575" y="504825"/>
                </a:lnTo>
                <a:lnTo>
                  <a:pt x="1933575" y="514350"/>
                </a:lnTo>
                <a:lnTo>
                  <a:pt x="1924050" y="514350"/>
                </a:lnTo>
                <a:close/>
                <a:moveTo>
                  <a:pt x="1943100" y="523875"/>
                </a:moveTo>
                <a:lnTo>
                  <a:pt x="1952625" y="523875"/>
                </a:lnTo>
                <a:lnTo>
                  <a:pt x="1952625" y="533400"/>
                </a:lnTo>
                <a:lnTo>
                  <a:pt x="1943100" y="533400"/>
                </a:lnTo>
                <a:close/>
                <a:moveTo>
                  <a:pt x="1514475" y="533400"/>
                </a:moveTo>
                <a:lnTo>
                  <a:pt x="1524000" y="533400"/>
                </a:lnTo>
                <a:lnTo>
                  <a:pt x="1524000" y="542925"/>
                </a:lnTo>
                <a:lnTo>
                  <a:pt x="1514475" y="542925"/>
                </a:lnTo>
                <a:close/>
                <a:moveTo>
                  <a:pt x="1914525" y="533400"/>
                </a:moveTo>
                <a:lnTo>
                  <a:pt x="1924050" y="533400"/>
                </a:lnTo>
                <a:lnTo>
                  <a:pt x="1924050" y="542925"/>
                </a:lnTo>
                <a:lnTo>
                  <a:pt x="1914525" y="542925"/>
                </a:lnTo>
                <a:close/>
                <a:moveTo>
                  <a:pt x="1543050" y="542925"/>
                </a:moveTo>
                <a:lnTo>
                  <a:pt x="1552575" y="542925"/>
                </a:lnTo>
                <a:lnTo>
                  <a:pt x="1552575" y="552450"/>
                </a:lnTo>
                <a:lnTo>
                  <a:pt x="1543050" y="552450"/>
                </a:lnTo>
                <a:close/>
                <a:moveTo>
                  <a:pt x="1552575" y="552450"/>
                </a:moveTo>
                <a:lnTo>
                  <a:pt x="1562100" y="552450"/>
                </a:lnTo>
                <a:lnTo>
                  <a:pt x="1562100" y="561975"/>
                </a:lnTo>
                <a:lnTo>
                  <a:pt x="1552575" y="561975"/>
                </a:lnTo>
                <a:close/>
                <a:moveTo>
                  <a:pt x="1933575" y="561975"/>
                </a:moveTo>
                <a:lnTo>
                  <a:pt x="1943100" y="561975"/>
                </a:lnTo>
                <a:lnTo>
                  <a:pt x="1943100" y="571500"/>
                </a:lnTo>
                <a:lnTo>
                  <a:pt x="1933575" y="571500"/>
                </a:lnTo>
                <a:close/>
                <a:moveTo>
                  <a:pt x="1552575" y="571500"/>
                </a:moveTo>
                <a:lnTo>
                  <a:pt x="1562100" y="571500"/>
                </a:lnTo>
                <a:lnTo>
                  <a:pt x="1562100" y="581025"/>
                </a:lnTo>
                <a:lnTo>
                  <a:pt x="1552575" y="581025"/>
                </a:lnTo>
                <a:close/>
                <a:moveTo>
                  <a:pt x="1905000" y="571500"/>
                </a:moveTo>
                <a:lnTo>
                  <a:pt x="1914525" y="571500"/>
                </a:lnTo>
                <a:lnTo>
                  <a:pt x="1914525" y="581025"/>
                </a:lnTo>
                <a:lnTo>
                  <a:pt x="1905000" y="581025"/>
                </a:lnTo>
                <a:close/>
                <a:moveTo>
                  <a:pt x="2009775" y="571500"/>
                </a:moveTo>
                <a:lnTo>
                  <a:pt x="2019300" y="571500"/>
                </a:lnTo>
                <a:lnTo>
                  <a:pt x="2019300" y="590550"/>
                </a:lnTo>
                <a:lnTo>
                  <a:pt x="2009775" y="590550"/>
                </a:lnTo>
                <a:close/>
                <a:moveTo>
                  <a:pt x="1657350" y="581025"/>
                </a:moveTo>
                <a:lnTo>
                  <a:pt x="1666875" y="581025"/>
                </a:lnTo>
                <a:lnTo>
                  <a:pt x="1666875" y="590550"/>
                </a:lnTo>
                <a:lnTo>
                  <a:pt x="1657350" y="590550"/>
                </a:lnTo>
                <a:close/>
                <a:moveTo>
                  <a:pt x="1685925" y="581025"/>
                </a:moveTo>
                <a:lnTo>
                  <a:pt x="1695450" y="581025"/>
                </a:lnTo>
                <a:lnTo>
                  <a:pt x="1695450" y="590550"/>
                </a:lnTo>
                <a:lnTo>
                  <a:pt x="1685925" y="590550"/>
                </a:lnTo>
                <a:close/>
                <a:moveTo>
                  <a:pt x="1714500" y="590550"/>
                </a:moveTo>
                <a:lnTo>
                  <a:pt x="1724025" y="590550"/>
                </a:lnTo>
                <a:lnTo>
                  <a:pt x="1724025" y="600075"/>
                </a:lnTo>
                <a:lnTo>
                  <a:pt x="1714500" y="600075"/>
                </a:lnTo>
                <a:close/>
                <a:moveTo>
                  <a:pt x="866775" y="600075"/>
                </a:moveTo>
                <a:lnTo>
                  <a:pt x="876300" y="600075"/>
                </a:lnTo>
                <a:lnTo>
                  <a:pt x="876300" y="609600"/>
                </a:lnTo>
                <a:lnTo>
                  <a:pt x="866775" y="609600"/>
                </a:lnTo>
                <a:close/>
                <a:moveTo>
                  <a:pt x="1609725" y="600075"/>
                </a:moveTo>
                <a:lnTo>
                  <a:pt x="1619250" y="600075"/>
                </a:lnTo>
                <a:lnTo>
                  <a:pt x="1619250" y="609600"/>
                </a:lnTo>
                <a:lnTo>
                  <a:pt x="1609725" y="609600"/>
                </a:lnTo>
                <a:close/>
                <a:moveTo>
                  <a:pt x="1762125" y="600075"/>
                </a:moveTo>
                <a:lnTo>
                  <a:pt x="1771650" y="600075"/>
                </a:lnTo>
                <a:lnTo>
                  <a:pt x="1771650" y="609600"/>
                </a:lnTo>
                <a:lnTo>
                  <a:pt x="1762125" y="609600"/>
                </a:lnTo>
                <a:close/>
                <a:moveTo>
                  <a:pt x="1543050" y="609600"/>
                </a:moveTo>
                <a:lnTo>
                  <a:pt x="1552575" y="609600"/>
                </a:lnTo>
                <a:lnTo>
                  <a:pt x="1552575" y="628650"/>
                </a:lnTo>
                <a:lnTo>
                  <a:pt x="1543050" y="628650"/>
                </a:lnTo>
                <a:close/>
                <a:moveTo>
                  <a:pt x="1590675" y="609600"/>
                </a:moveTo>
                <a:lnTo>
                  <a:pt x="1600200" y="609600"/>
                </a:lnTo>
                <a:lnTo>
                  <a:pt x="1600200" y="619125"/>
                </a:lnTo>
                <a:lnTo>
                  <a:pt x="1590675" y="619125"/>
                </a:lnTo>
                <a:close/>
                <a:moveTo>
                  <a:pt x="1790700" y="609600"/>
                </a:moveTo>
                <a:lnTo>
                  <a:pt x="1800225" y="609600"/>
                </a:lnTo>
                <a:lnTo>
                  <a:pt x="1800225" y="619125"/>
                </a:lnTo>
                <a:lnTo>
                  <a:pt x="1790700" y="619125"/>
                </a:lnTo>
                <a:close/>
                <a:moveTo>
                  <a:pt x="1876425" y="609600"/>
                </a:moveTo>
                <a:lnTo>
                  <a:pt x="1885950" y="609600"/>
                </a:lnTo>
                <a:lnTo>
                  <a:pt x="1885950" y="619125"/>
                </a:lnTo>
                <a:lnTo>
                  <a:pt x="1876425" y="619125"/>
                </a:lnTo>
                <a:close/>
                <a:moveTo>
                  <a:pt x="1571625" y="619125"/>
                </a:moveTo>
                <a:lnTo>
                  <a:pt x="1581150" y="619125"/>
                </a:lnTo>
                <a:lnTo>
                  <a:pt x="1581150" y="628650"/>
                </a:lnTo>
                <a:lnTo>
                  <a:pt x="1571625" y="628650"/>
                </a:lnTo>
                <a:close/>
                <a:moveTo>
                  <a:pt x="1838325" y="619125"/>
                </a:moveTo>
                <a:lnTo>
                  <a:pt x="1866900" y="619125"/>
                </a:lnTo>
                <a:lnTo>
                  <a:pt x="1866900" y="628650"/>
                </a:lnTo>
                <a:lnTo>
                  <a:pt x="1838325" y="628650"/>
                </a:lnTo>
                <a:close/>
                <a:moveTo>
                  <a:pt x="1552575" y="628650"/>
                </a:moveTo>
                <a:lnTo>
                  <a:pt x="1562100" y="628650"/>
                </a:lnTo>
                <a:lnTo>
                  <a:pt x="1562100" y="638175"/>
                </a:lnTo>
                <a:lnTo>
                  <a:pt x="1552575" y="638175"/>
                </a:lnTo>
                <a:close/>
                <a:moveTo>
                  <a:pt x="571500" y="638175"/>
                </a:moveTo>
                <a:lnTo>
                  <a:pt x="581025" y="638175"/>
                </a:lnTo>
                <a:lnTo>
                  <a:pt x="581025" y="647700"/>
                </a:lnTo>
                <a:lnTo>
                  <a:pt x="571500" y="647700"/>
                </a:lnTo>
                <a:close/>
                <a:moveTo>
                  <a:pt x="657225" y="647700"/>
                </a:moveTo>
                <a:lnTo>
                  <a:pt x="676275" y="647700"/>
                </a:lnTo>
                <a:lnTo>
                  <a:pt x="676275" y="657225"/>
                </a:lnTo>
                <a:lnTo>
                  <a:pt x="657225" y="657225"/>
                </a:lnTo>
                <a:close/>
                <a:moveTo>
                  <a:pt x="1295400" y="647700"/>
                </a:moveTo>
                <a:lnTo>
                  <a:pt x="1304925" y="647700"/>
                </a:lnTo>
                <a:lnTo>
                  <a:pt x="1304925" y="666750"/>
                </a:lnTo>
                <a:lnTo>
                  <a:pt x="1295400" y="666750"/>
                </a:lnTo>
                <a:close/>
                <a:moveTo>
                  <a:pt x="1962150" y="647700"/>
                </a:moveTo>
                <a:lnTo>
                  <a:pt x="1971675" y="647700"/>
                </a:lnTo>
                <a:lnTo>
                  <a:pt x="1971675" y="657225"/>
                </a:lnTo>
                <a:lnTo>
                  <a:pt x="1962150" y="657225"/>
                </a:lnTo>
                <a:close/>
                <a:moveTo>
                  <a:pt x="666750" y="704850"/>
                </a:moveTo>
                <a:lnTo>
                  <a:pt x="685800" y="704850"/>
                </a:lnTo>
                <a:lnTo>
                  <a:pt x="685800" y="714375"/>
                </a:lnTo>
                <a:lnTo>
                  <a:pt x="676275" y="714375"/>
                </a:lnTo>
                <a:lnTo>
                  <a:pt x="676275" y="723900"/>
                </a:lnTo>
                <a:lnTo>
                  <a:pt x="666750" y="723900"/>
                </a:lnTo>
                <a:lnTo>
                  <a:pt x="666750" y="733425"/>
                </a:lnTo>
                <a:lnTo>
                  <a:pt x="657225" y="733425"/>
                </a:lnTo>
                <a:lnTo>
                  <a:pt x="657225" y="714375"/>
                </a:lnTo>
                <a:lnTo>
                  <a:pt x="666750" y="714375"/>
                </a:lnTo>
                <a:close/>
                <a:moveTo>
                  <a:pt x="1333500" y="723900"/>
                </a:moveTo>
                <a:lnTo>
                  <a:pt x="1343025" y="723900"/>
                </a:lnTo>
                <a:lnTo>
                  <a:pt x="1343025" y="733425"/>
                </a:lnTo>
                <a:lnTo>
                  <a:pt x="1333500" y="733425"/>
                </a:lnTo>
                <a:close/>
                <a:moveTo>
                  <a:pt x="476250" y="733425"/>
                </a:moveTo>
                <a:lnTo>
                  <a:pt x="485775" y="733425"/>
                </a:lnTo>
                <a:lnTo>
                  <a:pt x="485775" y="752475"/>
                </a:lnTo>
                <a:lnTo>
                  <a:pt x="476250" y="752475"/>
                </a:lnTo>
                <a:close/>
                <a:moveTo>
                  <a:pt x="609600" y="733425"/>
                </a:moveTo>
                <a:lnTo>
                  <a:pt x="619125" y="733425"/>
                </a:lnTo>
                <a:lnTo>
                  <a:pt x="619125" y="742950"/>
                </a:lnTo>
                <a:lnTo>
                  <a:pt x="609600" y="742950"/>
                </a:lnTo>
                <a:close/>
                <a:moveTo>
                  <a:pt x="1219200" y="733425"/>
                </a:moveTo>
                <a:lnTo>
                  <a:pt x="1228725" y="733425"/>
                </a:lnTo>
                <a:lnTo>
                  <a:pt x="1228725" y="752475"/>
                </a:lnTo>
                <a:lnTo>
                  <a:pt x="1219200" y="752475"/>
                </a:lnTo>
                <a:lnTo>
                  <a:pt x="1219200" y="762000"/>
                </a:lnTo>
                <a:lnTo>
                  <a:pt x="1209675" y="762000"/>
                </a:lnTo>
                <a:lnTo>
                  <a:pt x="1209675" y="771525"/>
                </a:lnTo>
                <a:lnTo>
                  <a:pt x="1200150" y="771525"/>
                </a:lnTo>
                <a:lnTo>
                  <a:pt x="1200150" y="781050"/>
                </a:lnTo>
                <a:lnTo>
                  <a:pt x="1181100" y="781050"/>
                </a:lnTo>
                <a:lnTo>
                  <a:pt x="1181100" y="762000"/>
                </a:lnTo>
                <a:lnTo>
                  <a:pt x="1190625" y="762000"/>
                </a:lnTo>
                <a:lnTo>
                  <a:pt x="1190625" y="752475"/>
                </a:lnTo>
                <a:lnTo>
                  <a:pt x="1209675" y="752475"/>
                </a:lnTo>
                <a:lnTo>
                  <a:pt x="1209675" y="742950"/>
                </a:lnTo>
                <a:lnTo>
                  <a:pt x="1219200" y="742950"/>
                </a:lnTo>
                <a:close/>
                <a:moveTo>
                  <a:pt x="142875" y="742950"/>
                </a:moveTo>
                <a:lnTo>
                  <a:pt x="152400" y="742950"/>
                </a:lnTo>
                <a:lnTo>
                  <a:pt x="152400" y="752475"/>
                </a:lnTo>
                <a:lnTo>
                  <a:pt x="161925" y="752475"/>
                </a:lnTo>
                <a:lnTo>
                  <a:pt x="161925" y="771525"/>
                </a:lnTo>
                <a:lnTo>
                  <a:pt x="142875" y="771525"/>
                </a:lnTo>
                <a:close/>
                <a:moveTo>
                  <a:pt x="438150" y="742950"/>
                </a:moveTo>
                <a:lnTo>
                  <a:pt x="447675" y="742950"/>
                </a:lnTo>
                <a:lnTo>
                  <a:pt x="447675" y="752475"/>
                </a:lnTo>
                <a:lnTo>
                  <a:pt x="438150" y="752475"/>
                </a:lnTo>
                <a:close/>
                <a:moveTo>
                  <a:pt x="85725" y="752475"/>
                </a:moveTo>
                <a:lnTo>
                  <a:pt x="95250" y="752475"/>
                </a:lnTo>
                <a:lnTo>
                  <a:pt x="95250" y="762000"/>
                </a:lnTo>
                <a:lnTo>
                  <a:pt x="85725" y="762000"/>
                </a:lnTo>
                <a:close/>
                <a:moveTo>
                  <a:pt x="1438275" y="752475"/>
                </a:moveTo>
                <a:lnTo>
                  <a:pt x="1447800" y="752475"/>
                </a:lnTo>
                <a:lnTo>
                  <a:pt x="1447800" y="762000"/>
                </a:lnTo>
                <a:lnTo>
                  <a:pt x="1438275" y="762000"/>
                </a:lnTo>
                <a:close/>
                <a:moveTo>
                  <a:pt x="1352550" y="771525"/>
                </a:moveTo>
                <a:lnTo>
                  <a:pt x="1371600" y="771525"/>
                </a:lnTo>
                <a:lnTo>
                  <a:pt x="1371600" y="790575"/>
                </a:lnTo>
                <a:lnTo>
                  <a:pt x="1352550" y="790575"/>
                </a:lnTo>
                <a:close/>
                <a:moveTo>
                  <a:pt x="219075" y="781050"/>
                </a:moveTo>
                <a:lnTo>
                  <a:pt x="228600" y="781050"/>
                </a:lnTo>
                <a:lnTo>
                  <a:pt x="228600" y="800100"/>
                </a:lnTo>
                <a:lnTo>
                  <a:pt x="219075" y="800100"/>
                </a:lnTo>
                <a:close/>
                <a:moveTo>
                  <a:pt x="619125" y="781050"/>
                </a:moveTo>
                <a:lnTo>
                  <a:pt x="628650" y="781050"/>
                </a:lnTo>
                <a:lnTo>
                  <a:pt x="628650" y="809625"/>
                </a:lnTo>
                <a:lnTo>
                  <a:pt x="609600" y="809625"/>
                </a:lnTo>
                <a:lnTo>
                  <a:pt x="609600" y="790575"/>
                </a:lnTo>
                <a:lnTo>
                  <a:pt x="619125" y="790575"/>
                </a:lnTo>
                <a:close/>
                <a:moveTo>
                  <a:pt x="1466850" y="790575"/>
                </a:moveTo>
                <a:lnTo>
                  <a:pt x="1476375" y="790575"/>
                </a:lnTo>
                <a:lnTo>
                  <a:pt x="1476375" y="800100"/>
                </a:lnTo>
                <a:lnTo>
                  <a:pt x="1504950" y="800100"/>
                </a:lnTo>
                <a:lnTo>
                  <a:pt x="1504950" y="809625"/>
                </a:lnTo>
                <a:lnTo>
                  <a:pt x="1466850" y="809625"/>
                </a:lnTo>
                <a:close/>
                <a:moveTo>
                  <a:pt x="1514475" y="800100"/>
                </a:moveTo>
                <a:lnTo>
                  <a:pt x="1524000" y="800100"/>
                </a:lnTo>
                <a:lnTo>
                  <a:pt x="1524000" y="809625"/>
                </a:lnTo>
                <a:lnTo>
                  <a:pt x="1514475" y="809625"/>
                </a:lnTo>
                <a:close/>
                <a:moveTo>
                  <a:pt x="1524000" y="809625"/>
                </a:moveTo>
                <a:lnTo>
                  <a:pt x="1533525" y="809625"/>
                </a:lnTo>
                <a:lnTo>
                  <a:pt x="1533525" y="819150"/>
                </a:lnTo>
                <a:lnTo>
                  <a:pt x="1524000" y="819150"/>
                </a:lnTo>
                <a:close/>
                <a:moveTo>
                  <a:pt x="1114425" y="819150"/>
                </a:moveTo>
                <a:lnTo>
                  <a:pt x="1123950" y="819150"/>
                </a:lnTo>
                <a:lnTo>
                  <a:pt x="1123950" y="838200"/>
                </a:lnTo>
                <a:lnTo>
                  <a:pt x="1104900" y="838200"/>
                </a:lnTo>
                <a:lnTo>
                  <a:pt x="1104900" y="828675"/>
                </a:lnTo>
                <a:lnTo>
                  <a:pt x="1114425" y="828675"/>
                </a:lnTo>
                <a:close/>
                <a:moveTo>
                  <a:pt x="1533525" y="838200"/>
                </a:moveTo>
                <a:lnTo>
                  <a:pt x="1543050" y="838200"/>
                </a:lnTo>
                <a:lnTo>
                  <a:pt x="1543050" y="847725"/>
                </a:lnTo>
                <a:lnTo>
                  <a:pt x="1533525" y="847725"/>
                </a:lnTo>
                <a:close/>
                <a:moveTo>
                  <a:pt x="1504950" y="857250"/>
                </a:moveTo>
                <a:lnTo>
                  <a:pt x="1514475" y="857250"/>
                </a:lnTo>
                <a:lnTo>
                  <a:pt x="1514475" y="866775"/>
                </a:lnTo>
                <a:lnTo>
                  <a:pt x="1504950" y="866775"/>
                </a:lnTo>
                <a:close/>
                <a:moveTo>
                  <a:pt x="1543050" y="866775"/>
                </a:moveTo>
                <a:lnTo>
                  <a:pt x="1552575" y="866775"/>
                </a:lnTo>
                <a:lnTo>
                  <a:pt x="1552575" y="876300"/>
                </a:lnTo>
                <a:lnTo>
                  <a:pt x="1543050" y="876300"/>
                </a:lnTo>
                <a:close/>
                <a:moveTo>
                  <a:pt x="1514475" y="885825"/>
                </a:moveTo>
                <a:lnTo>
                  <a:pt x="1524000" y="885825"/>
                </a:lnTo>
                <a:lnTo>
                  <a:pt x="1524000" y="895350"/>
                </a:lnTo>
                <a:lnTo>
                  <a:pt x="1514475" y="895350"/>
                </a:lnTo>
                <a:close/>
                <a:moveTo>
                  <a:pt x="1552575" y="895350"/>
                </a:moveTo>
                <a:lnTo>
                  <a:pt x="1562100" y="895350"/>
                </a:lnTo>
                <a:lnTo>
                  <a:pt x="1562100" y="904875"/>
                </a:lnTo>
                <a:lnTo>
                  <a:pt x="1552575" y="904875"/>
                </a:lnTo>
                <a:close/>
                <a:moveTo>
                  <a:pt x="1524000" y="914400"/>
                </a:moveTo>
                <a:lnTo>
                  <a:pt x="1533525" y="914400"/>
                </a:lnTo>
                <a:lnTo>
                  <a:pt x="1533525" y="923925"/>
                </a:lnTo>
                <a:lnTo>
                  <a:pt x="1524000" y="923925"/>
                </a:lnTo>
                <a:close/>
                <a:moveTo>
                  <a:pt x="1562100" y="923925"/>
                </a:moveTo>
                <a:lnTo>
                  <a:pt x="1571625" y="923925"/>
                </a:lnTo>
                <a:lnTo>
                  <a:pt x="1571625" y="933450"/>
                </a:lnTo>
                <a:lnTo>
                  <a:pt x="1562100" y="933450"/>
                </a:lnTo>
                <a:close/>
                <a:moveTo>
                  <a:pt x="1533525" y="942975"/>
                </a:moveTo>
                <a:lnTo>
                  <a:pt x="1543050" y="942975"/>
                </a:lnTo>
                <a:lnTo>
                  <a:pt x="1543050" y="952500"/>
                </a:lnTo>
                <a:lnTo>
                  <a:pt x="1533525" y="952500"/>
                </a:lnTo>
                <a:close/>
                <a:moveTo>
                  <a:pt x="657225" y="952500"/>
                </a:moveTo>
                <a:lnTo>
                  <a:pt x="676275" y="952500"/>
                </a:lnTo>
                <a:lnTo>
                  <a:pt x="676275" y="962025"/>
                </a:lnTo>
                <a:lnTo>
                  <a:pt x="657225" y="962025"/>
                </a:lnTo>
                <a:close/>
                <a:moveTo>
                  <a:pt x="1571625" y="952500"/>
                </a:moveTo>
                <a:lnTo>
                  <a:pt x="1581150" y="952500"/>
                </a:lnTo>
                <a:lnTo>
                  <a:pt x="1581150" y="962025"/>
                </a:lnTo>
                <a:lnTo>
                  <a:pt x="1571625" y="962025"/>
                </a:lnTo>
                <a:close/>
                <a:moveTo>
                  <a:pt x="1962150" y="952500"/>
                </a:moveTo>
                <a:lnTo>
                  <a:pt x="1971675" y="952500"/>
                </a:lnTo>
                <a:lnTo>
                  <a:pt x="1971675" y="962025"/>
                </a:lnTo>
                <a:lnTo>
                  <a:pt x="1962150" y="962025"/>
                </a:lnTo>
                <a:close/>
                <a:moveTo>
                  <a:pt x="600075" y="962025"/>
                </a:moveTo>
                <a:lnTo>
                  <a:pt x="619125" y="962025"/>
                </a:lnTo>
                <a:lnTo>
                  <a:pt x="619125" y="971550"/>
                </a:lnTo>
                <a:lnTo>
                  <a:pt x="600075" y="971550"/>
                </a:lnTo>
                <a:close/>
                <a:moveTo>
                  <a:pt x="914400" y="962025"/>
                </a:moveTo>
                <a:lnTo>
                  <a:pt x="923925" y="962025"/>
                </a:lnTo>
                <a:lnTo>
                  <a:pt x="923925" y="971550"/>
                </a:lnTo>
                <a:lnTo>
                  <a:pt x="914400" y="971550"/>
                </a:lnTo>
                <a:close/>
                <a:moveTo>
                  <a:pt x="590550" y="971550"/>
                </a:moveTo>
                <a:lnTo>
                  <a:pt x="600075" y="971550"/>
                </a:lnTo>
                <a:lnTo>
                  <a:pt x="600075" y="981075"/>
                </a:lnTo>
                <a:lnTo>
                  <a:pt x="590550" y="981075"/>
                </a:lnTo>
                <a:close/>
                <a:moveTo>
                  <a:pt x="619125" y="971550"/>
                </a:moveTo>
                <a:lnTo>
                  <a:pt x="628650" y="971550"/>
                </a:lnTo>
                <a:lnTo>
                  <a:pt x="628650" y="981075"/>
                </a:lnTo>
                <a:lnTo>
                  <a:pt x="619125" y="981075"/>
                </a:lnTo>
                <a:close/>
                <a:moveTo>
                  <a:pt x="676275" y="971550"/>
                </a:moveTo>
                <a:lnTo>
                  <a:pt x="685800" y="971550"/>
                </a:lnTo>
                <a:lnTo>
                  <a:pt x="685800" y="981075"/>
                </a:lnTo>
                <a:lnTo>
                  <a:pt x="676275" y="981075"/>
                </a:lnTo>
                <a:close/>
                <a:moveTo>
                  <a:pt x="1543050" y="971550"/>
                </a:moveTo>
                <a:lnTo>
                  <a:pt x="1552575" y="971550"/>
                </a:lnTo>
                <a:lnTo>
                  <a:pt x="1552575" y="981075"/>
                </a:lnTo>
                <a:lnTo>
                  <a:pt x="1543050" y="981075"/>
                </a:lnTo>
                <a:close/>
                <a:moveTo>
                  <a:pt x="600075" y="981075"/>
                </a:moveTo>
                <a:lnTo>
                  <a:pt x="619125" y="981075"/>
                </a:lnTo>
                <a:lnTo>
                  <a:pt x="619125" y="1000125"/>
                </a:lnTo>
                <a:lnTo>
                  <a:pt x="609600" y="1000125"/>
                </a:lnTo>
                <a:lnTo>
                  <a:pt x="609600" y="990600"/>
                </a:lnTo>
                <a:lnTo>
                  <a:pt x="600075" y="990600"/>
                </a:lnTo>
                <a:close/>
                <a:moveTo>
                  <a:pt x="1581150" y="981075"/>
                </a:moveTo>
                <a:lnTo>
                  <a:pt x="1590675" y="981075"/>
                </a:lnTo>
                <a:lnTo>
                  <a:pt x="1590675" y="990600"/>
                </a:lnTo>
                <a:lnTo>
                  <a:pt x="1581150" y="990600"/>
                </a:lnTo>
                <a:close/>
                <a:moveTo>
                  <a:pt x="619125" y="1000125"/>
                </a:moveTo>
                <a:lnTo>
                  <a:pt x="628650" y="1000125"/>
                </a:lnTo>
                <a:lnTo>
                  <a:pt x="628650" y="1009650"/>
                </a:lnTo>
                <a:lnTo>
                  <a:pt x="638175" y="1009650"/>
                </a:lnTo>
                <a:lnTo>
                  <a:pt x="638175" y="1028700"/>
                </a:lnTo>
                <a:lnTo>
                  <a:pt x="609600" y="1028700"/>
                </a:lnTo>
                <a:lnTo>
                  <a:pt x="609600" y="1019175"/>
                </a:lnTo>
                <a:lnTo>
                  <a:pt x="619125" y="1019175"/>
                </a:lnTo>
                <a:close/>
                <a:moveTo>
                  <a:pt x="676275" y="1000125"/>
                </a:moveTo>
                <a:lnTo>
                  <a:pt x="704850" y="1000125"/>
                </a:lnTo>
                <a:lnTo>
                  <a:pt x="704850" y="1009650"/>
                </a:lnTo>
                <a:lnTo>
                  <a:pt x="695325" y="1009650"/>
                </a:lnTo>
                <a:lnTo>
                  <a:pt x="695325" y="1019175"/>
                </a:lnTo>
                <a:lnTo>
                  <a:pt x="685800" y="1019175"/>
                </a:lnTo>
                <a:lnTo>
                  <a:pt x="685800" y="1028700"/>
                </a:lnTo>
                <a:lnTo>
                  <a:pt x="666750" y="1028700"/>
                </a:lnTo>
                <a:lnTo>
                  <a:pt x="666750" y="1009650"/>
                </a:lnTo>
                <a:lnTo>
                  <a:pt x="676275" y="1009650"/>
                </a:lnTo>
                <a:close/>
                <a:moveTo>
                  <a:pt x="1552575" y="1000125"/>
                </a:moveTo>
                <a:lnTo>
                  <a:pt x="1562100" y="1000125"/>
                </a:lnTo>
                <a:lnTo>
                  <a:pt x="1562100" y="1009650"/>
                </a:lnTo>
                <a:lnTo>
                  <a:pt x="1552575" y="1009650"/>
                </a:lnTo>
                <a:close/>
                <a:moveTo>
                  <a:pt x="1647825" y="1000125"/>
                </a:moveTo>
                <a:lnTo>
                  <a:pt x="1657350" y="1000125"/>
                </a:lnTo>
                <a:lnTo>
                  <a:pt x="1657350" y="1009650"/>
                </a:lnTo>
                <a:lnTo>
                  <a:pt x="1666875" y="1009650"/>
                </a:lnTo>
                <a:lnTo>
                  <a:pt x="1666875" y="1019175"/>
                </a:lnTo>
                <a:lnTo>
                  <a:pt x="1638300" y="1019175"/>
                </a:lnTo>
                <a:lnTo>
                  <a:pt x="1638300" y="1009650"/>
                </a:lnTo>
                <a:lnTo>
                  <a:pt x="1647825" y="1009650"/>
                </a:lnTo>
                <a:close/>
                <a:moveTo>
                  <a:pt x="1590675" y="1019175"/>
                </a:moveTo>
                <a:lnTo>
                  <a:pt x="1609725" y="1019175"/>
                </a:lnTo>
                <a:lnTo>
                  <a:pt x="1609725" y="1028700"/>
                </a:lnTo>
                <a:lnTo>
                  <a:pt x="1600200" y="1028700"/>
                </a:lnTo>
                <a:lnTo>
                  <a:pt x="1600200" y="1038225"/>
                </a:lnTo>
                <a:lnTo>
                  <a:pt x="1581150" y="1038225"/>
                </a:lnTo>
                <a:lnTo>
                  <a:pt x="1581150" y="1047750"/>
                </a:lnTo>
                <a:lnTo>
                  <a:pt x="1571625" y="1047750"/>
                </a:lnTo>
                <a:lnTo>
                  <a:pt x="1571625" y="1066800"/>
                </a:lnTo>
                <a:lnTo>
                  <a:pt x="1552575" y="1066800"/>
                </a:lnTo>
                <a:lnTo>
                  <a:pt x="1552575" y="1028700"/>
                </a:lnTo>
                <a:lnTo>
                  <a:pt x="1590675" y="1028700"/>
                </a:lnTo>
                <a:close/>
                <a:moveTo>
                  <a:pt x="142875" y="1028700"/>
                </a:moveTo>
                <a:lnTo>
                  <a:pt x="152400" y="1028700"/>
                </a:lnTo>
                <a:lnTo>
                  <a:pt x="152400" y="1038225"/>
                </a:lnTo>
                <a:lnTo>
                  <a:pt x="161925" y="1038225"/>
                </a:lnTo>
                <a:lnTo>
                  <a:pt x="161925" y="1095375"/>
                </a:lnTo>
                <a:lnTo>
                  <a:pt x="152400" y="1095375"/>
                </a:lnTo>
                <a:lnTo>
                  <a:pt x="152400" y="1104900"/>
                </a:lnTo>
                <a:lnTo>
                  <a:pt x="142875" y="1104900"/>
                </a:lnTo>
                <a:close/>
                <a:moveTo>
                  <a:pt x="1962150" y="1038225"/>
                </a:moveTo>
                <a:lnTo>
                  <a:pt x="1971675" y="1038225"/>
                </a:lnTo>
                <a:lnTo>
                  <a:pt x="1971675" y="1057275"/>
                </a:lnTo>
                <a:lnTo>
                  <a:pt x="1962150" y="1057275"/>
                </a:lnTo>
                <a:close/>
                <a:moveTo>
                  <a:pt x="1762125" y="1057275"/>
                </a:moveTo>
                <a:lnTo>
                  <a:pt x="1771650" y="1057275"/>
                </a:lnTo>
                <a:lnTo>
                  <a:pt x="1771650" y="1076325"/>
                </a:lnTo>
                <a:lnTo>
                  <a:pt x="1762125" y="1076325"/>
                </a:lnTo>
                <a:close/>
                <a:moveTo>
                  <a:pt x="1952625" y="1114425"/>
                </a:moveTo>
                <a:lnTo>
                  <a:pt x="1962150" y="1114425"/>
                </a:lnTo>
                <a:lnTo>
                  <a:pt x="1962150" y="1133475"/>
                </a:lnTo>
                <a:lnTo>
                  <a:pt x="1952625" y="1133475"/>
                </a:lnTo>
                <a:close/>
                <a:moveTo>
                  <a:pt x="142875" y="1133475"/>
                </a:moveTo>
                <a:lnTo>
                  <a:pt x="161925" y="1133475"/>
                </a:lnTo>
                <a:lnTo>
                  <a:pt x="161925" y="1209675"/>
                </a:lnTo>
                <a:lnTo>
                  <a:pt x="142875" y="1209675"/>
                </a:lnTo>
                <a:close/>
                <a:moveTo>
                  <a:pt x="1590675" y="1152525"/>
                </a:moveTo>
                <a:lnTo>
                  <a:pt x="1600200" y="1152525"/>
                </a:lnTo>
                <a:lnTo>
                  <a:pt x="1600200" y="1162050"/>
                </a:lnTo>
                <a:lnTo>
                  <a:pt x="1590675" y="1162050"/>
                </a:lnTo>
                <a:close/>
                <a:moveTo>
                  <a:pt x="1524000" y="1162050"/>
                </a:moveTo>
                <a:lnTo>
                  <a:pt x="1533525" y="1162050"/>
                </a:lnTo>
                <a:lnTo>
                  <a:pt x="1533525" y="1171575"/>
                </a:lnTo>
                <a:lnTo>
                  <a:pt x="1524000" y="1171575"/>
                </a:lnTo>
                <a:close/>
                <a:moveTo>
                  <a:pt x="1600200" y="1171575"/>
                </a:moveTo>
                <a:lnTo>
                  <a:pt x="1609725" y="1171575"/>
                </a:lnTo>
                <a:lnTo>
                  <a:pt x="1609725" y="1181100"/>
                </a:lnTo>
                <a:lnTo>
                  <a:pt x="1600200" y="1181100"/>
                </a:lnTo>
                <a:close/>
                <a:moveTo>
                  <a:pt x="257175" y="1181100"/>
                </a:moveTo>
                <a:lnTo>
                  <a:pt x="285750" y="1181100"/>
                </a:lnTo>
                <a:lnTo>
                  <a:pt x="285750" y="1200150"/>
                </a:lnTo>
                <a:lnTo>
                  <a:pt x="276225" y="1200150"/>
                </a:lnTo>
                <a:lnTo>
                  <a:pt x="276225" y="1209675"/>
                </a:lnTo>
                <a:lnTo>
                  <a:pt x="266700" y="1209675"/>
                </a:lnTo>
                <a:lnTo>
                  <a:pt x="266700" y="1228725"/>
                </a:lnTo>
                <a:lnTo>
                  <a:pt x="257175" y="1228725"/>
                </a:lnTo>
                <a:lnTo>
                  <a:pt x="257175" y="1209675"/>
                </a:lnTo>
                <a:lnTo>
                  <a:pt x="247650" y="1209675"/>
                </a:lnTo>
                <a:lnTo>
                  <a:pt x="247650" y="1200150"/>
                </a:lnTo>
                <a:lnTo>
                  <a:pt x="257175" y="1200150"/>
                </a:lnTo>
                <a:close/>
                <a:moveTo>
                  <a:pt x="1609725" y="1190625"/>
                </a:moveTo>
                <a:lnTo>
                  <a:pt x="1619250" y="1190625"/>
                </a:lnTo>
                <a:lnTo>
                  <a:pt x="1619250" y="1200150"/>
                </a:lnTo>
                <a:lnTo>
                  <a:pt x="1609725" y="1200150"/>
                </a:lnTo>
                <a:close/>
                <a:moveTo>
                  <a:pt x="1647825" y="1190625"/>
                </a:moveTo>
                <a:lnTo>
                  <a:pt x="1657350" y="1190625"/>
                </a:lnTo>
                <a:lnTo>
                  <a:pt x="1657350" y="1200150"/>
                </a:lnTo>
                <a:lnTo>
                  <a:pt x="1666875" y="1200150"/>
                </a:lnTo>
                <a:lnTo>
                  <a:pt x="1666875" y="1209675"/>
                </a:lnTo>
                <a:lnTo>
                  <a:pt x="1638300" y="1209675"/>
                </a:lnTo>
                <a:lnTo>
                  <a:pt x="1638300" y="1257300"/>
                </a:lnTo>
                <a:lnTo>
                  <a:pt x="1628775" y="1257300"/>
                </a:lnTo>
                <a:lnTo>
                  <a:pt x="1628775" y="1238250"/>
                </a:lnTo>
                <a:lnTo>
                  <a:pt x="1619250" y="1238250"/>
                </a:lnTo>
                <a:lnTo>
                  <a:pt x="1619250" y="1200150"/>
                </a:lnTo>
                <a:lnTo>
                  <a:pt x="1647825" y="1200150"/>
                </a:lnTo>
                <a:close/>
                <a:moveTo>
                  <a:pt x="1933575" y="1200150"/>
                </a:moveTo>
                <a:lnTo>
                  <a:pt x="1952625" y="1200150"/>
                </a:lnTo>
                <a:lnTo>
                  <a:pt x="1952625" y="1228725"/>
                </a:lnTo>
                <a:lnTo>
                  <a:pt x="1933575" y="1228725"/>
                </a:lnTo>
                <a:close/>
                <a:moveTo>
                  <a:pt x="447675" y="1209675"/>
                </a:moveTo>
                <a:lnTo>
                  <a:pt x="466725" y="1209675"/>
                </a:lnTo>
                <a:lnTo>
                  <a:pt x="466725" y="1228725"/>
                </a:lnTo>
                <a:lnTo>
                  <a:pt x="447675" y="1228725"/>
                </a:lnTo>
                <a:close/>
                <a:moveTo>
                  <a:pt x="209550" y="1238250"/>
                </a:moveTo>
                <a:lnTo>
                  <a:pt x="219075" y="1238250"/>
                </a:lnTo>
                <a:lnTo>
                  <a:pt x="219075" y="1257300"/>
                </a:lnTo>
                <a:lnTo>
                  <a:pt x="209550" y="1257300"/>
                </a:lnTo>
                <a:close/>
                <a:moveTo>
                  <a:pt x="247650" y="1238250"/>
                </a:moveTo>
                <a:lnTo>
                  <a:pt x="257175" y="1238250"/>
                </a:lnTo>
                <a:lnTo>
                  <a:pt x="257175" y="1247775"/>
                </a:lnTo>
                <a:lnTo>
                  <a:pt x="266700" y="1247775"/>
                </a:lnTo>
                <a:lnTo>
                  <a:pt x="266700" y="1276350"/>
                </a:lnTo>
                <a:lnTo>
                  <a:pt x="276225" y="1276350"/>
                </a:lnTo>
                <a:lnTo>
                  <a:pt x="276225" y="1304925"/>
                </a:lnTo>
                <a:lnTo>
                  <a:pt x="285750" y="1304925"/>
                </a:lnTo>
                <a:lnTo>
                  <a:pt x="285750" y="1333500"/>
                </a:lnTo>
                <a:lnTo>
                  <a:pt x="295275" y="1333500"/>
                </a:lnTo>
                <a:lnTo>
                  <a:pt x="295275" y="1352550"/>
                </a:lnTo>
                <a:lnTo>
                  <a:pt x="304800" y="1352550"/>
                </a:lnTo>
                <a:lnTo>
                  <a:pt x="304800" y="1362075"/>
                </a:lnTo>
                <a:lnTo>
                  <a:pt x="295275" y="1362075"/>
                </a:lnTo>
                <a:lnTo>
                  <a:pt x="295275" y="1371600"/>
                </a:lnTo>
                <a:lnTo>
                  <a:pt x="285750" y="1371600"/>
                </a:lnTo>
                <a:lnTo>
                  <a:pt x="285750" y="1343025"/>
                </a:lnTo>
                <a:lnTo>
                  <a:pt x="276225" y="1343025"/>
                </a:lnTo>
                <a:lnTo>
                  <a:pt x="276225" y="1314450"/>
                </a:lnTo>
                <a:lnTo>
                  <a:pt x="266700" y="1314450"/>
                </a:lnTo>
                <a:lnTo>
                  <a:pt x="266700" y="1285875"/>
                </a:lnTo>
                <a:lnTo>
                  <a:pt x="257175" y="1285875"/>
                </a:lnTo>
                <a:lnTo>
                  <a:pt x="257175" y="1257300"/>
                </a:lnTo>
                <a:lnTo>
                  <a:pt x="247650" y="1257300"/>
                </a:lnTo>
                <a:close/>
                <a:moveTo>
                  <a:pt x="1933575" y="1247775"/>
                </a:moveTo>
                <a:lnTo>
                  <a:pt x="1943100" y="1247775"/>
                </a:lnTo>
                <a:lnTo>
                  <a:pt x="1943100" y="1266825"/>
                </a:lnTo>
                <a:lnTo>
                  <a:pt x="1933575" y="1266825"/>
                </a:lnTo>
                <a:close/>
                <a:moveTo>
                  <a:pt x="219075" y="1276350"/>
                </a:moveTo>
                <a:lnTo>
                  <a:pt x="228600" y="1276350"/>
                </a:lnTo>
                <a:lnTo>
                  <a:pt x="228600" y="1285875"/>
                </a:lnTo>
                <a:lnTo>
                  <a:pt x="219075" y="1285875"/>
                </a:lnTo>
                <a:close/>
                <a:moveTo>
                  <a:pt x="723900" y="1276350"/>
                </a:moveTo>
                <a:lnTo>
                  <a:pt x="742950" y="1276350"/>
                </a:lnTo>
                <a:lnTo>
                  <a:pt x="742950" y="1285875"/>
                </a:lnTo>
                <a:lnTo>
                  <a:pt x="723900" y="1285875"/>
                </a:lnTo>
                <a:close/>
                <a:moveTo>
                  <a:pt x="1638300" y="1276350"/>
                </a:moveTo>
                <a:lnTo>
                  <a:pt x="1647825" y="1276350"/>
                </a:lnTo>
                <a:lnTo>
                  <a:pt x="1647825" y="1285875"/>
                </a:lnTo>
                <a:lnTo>
                  <a:pt x="1638300" y="1285875"/>
                </a:lnTo>
                <a:close/>
                <a:moveTo>
                  <a:pt x="1552575" y="1295400"/>
                </a:moveTo>
                <a:lnTo>
                  <a:pt x="1571625" y="1295400"/>
                </a:lnTo>
                <a:lnTo>
                  <a:pt x="1571625" y="1314450"/>
                </a:lnTo>
                <a:lnTo>
                  <a:pt x="1562100" y="1314450"/>
                </a:lnTo>
                <a:lnTo>
                  <a:pt x="1562100" y="1333500"/>
                </a:lnTo>
                <a:lnTo>
                  <a:pt x="1552575" y="1333500"/>
                </a:lnTo>
                <a:close/>
                <a:moveTo>
                  <a:pt x="1647825" y="1295400"/>
                </a:moveTo>
                <a:lnTo>
                  <a:pt x="1657350" y="1295400"/>
                </a:lnTo>
                <a:lnTo>
                  <a:pt x="1657350" y="1304925"/>
                </a:lnTo>
                <a:lnTo>
                  <a:pt x="1647825" y="1304925"/>
                </a:lnTo>
                <a:close/>
                <a:moveTo>
                  <a:pt x="142875" y="1304925"/>
                </a:moveTo>
                <a:lnTo>
                  <a:pt x="161925" y="1304925"/>
                </a:lnTo>
                <a:lnTo>
                  <a:pt x="161925" y="1333500"/>
                </a:lnTo>
                <a:lnTo>
                  <a:pt x="142875" y="1333500"/>
                </a:lnTo>
                <a:close/>
                <a:moveTo>
                  <a:pt x="228600" y="1304925"/>
                </a:moveTo>
                <a:lnTo>
                  <a:pt x="238125" y="1304925"/>
                </a:lnTo>
                <a:lnTo>
                  <a:pt x="238125" y="1314450"/>
                </a:lnTo>
                <a:lnTo>
                  <a:pt x="228600" y="1314450"/>
                </a:lnTo>
                <a:close/>
                <a:moveTo>
                  <a:pt x="1657350" y="1314450"/>
                </a:moveTo>
                <a:lnTo>
                  <a:pt x="1666875" y="1314450"/>
                </a:lnTo>
                <a:lnTo>
                  <a:pt x="1666875" y="1323975"/>
                </a:lnTo>
                <a:lnTo>
                  <a:pt x="1657350" y="1323975"/>
                </a:lnTo>
                <a:close/>
                <a:moveTo>
                  <a:pt x="1933575" y="1314450"/>
                </a:moveTo>
                <a:lnTo>
                  <a:pt x="1952625" y="1314450"/>
                </a:lnTo>
                <a:lnTo>
                  <a:pt x="1952625" y="1733550"/>
                </a:lnTo>
                <a:lnTo>
                  <a:pt x="1962150" y="1733550"/>
                </a:lnTo>
                <a:lnTo>
                  <a:pt x="1962150" y="1752600"/>
                </a:lnTo>
                <a:lnTo>
                  <a:pt x="1952625" y="1752600"/>
                </a:lnTo>
                <a:lnTo>
                  <a:pt x="1952625" y="1762125"/>
                </a:lnTo>
                <a:lnTo>
                  <a:pt x="1933575" y="1762125"/>
                </a:lnTo>
                <a:lnTo>
                  <a:pt x="1933575" y="1752600"/>
                </a:lnTo>
                <a:lnTo>
                  <a:pt x="1924050" y="1752600"/>
                </a:lnTo>
                <a:lnTo>
                  <a:pt x="1924050" y="1743075"/>
                </a:lnTo>
                <a:lnTo>
                  <a:pt x="1933575" y="1743075"/>
                </a:lnTo>
                <a:lnTo>
                  <a:pt x="1933575" y="1638300"/>
                </a:lnTo>
                <a:lnTo>
                  <a:pt x="1943100" y="1638300"/>
                </a:lnTo>
                <a:lnTo>
                  <a:pt x="1943100" y="1609725"/>
                </a:lnTo>
                <a:lnTo>
                  <a:pt x="1933575" y="1609725"/>
                </a:lnTo>
                <a:close/>
                <a:moveTo>
                  <a:pt x="1695450" y="1323975"/>
                </a:moveTo>
                <a:lnTo>
                  <a:pt x="1704975" y="1323975"/>
                </a:lnTo>
                <a:lnTo>
                  <a:pt x="1704975" y="1333500"/>
                </a:lnTo>
                <a:lnTo>
                  <a:pt x="1695450" y="1333500"/>
                </a:lnTo>
                <a:close/>
                <a:moveTo>
                  <a:pt x="238125" y="1333500"/>
                </a:moveTo>
                <a:lnTo>
                  <a:pt x="247650" y="1333500"/>
                </a:lnTo>
                <a:lnTo>
                  <a:pt x="247650" y="1343025"/>
                </a:lnTo>
                <a:lnTo>
                  <a:pt x="238125" y="1343025"/>
                </a:lnTo>
                <a:close/>
                <a:moveTo>
                  <a:pt x="1666875" y="1333500"/>
                </a:moveTo>
                <a:lnTo>
                  <a:pt x="1676400" y="1333500"/>
                </a:lnTo>
                <a:lnTo>
                  <a:pt x="1676400" y="1343025"/>
                </a:lnTo>
                <a:lnTo>
                  <a:pt x="1666875" y="1343025"/>
                </a:lnTo>
                <a:close/>
                <a:moveTo>
                  <a:pt x="476250" y="1352550"/>
                </a:moveTo>
                <a:lnTo>
                  <a:pt x="495300" y="1352550"/>
                </a:lnTo>
                <a:lnTo>
                  <a:pt x="495300" y="1362075"/>
                </a:lnTo>
                <a:lnTo>
                  <a:pt x="476250" y="1362075"/>
                </a:lnTo>
                <a:close/>
                <a:moveTo>
                  <a:pt x="1771650" y="1352550"/>
                </a:moveTo>
                <a:lnTo>
                  <a:pt x="1781175" y="1352550"/>
                </a:lnTo>
                <a:lnTo>
                  <a:pt x="1781175" y="1371600"/>
                </a:lnTo>
                <a:lnTo>
                  <a:pt x="1771650" y="1371600"/>
                </a:lnTo>
                <a:close/>
                <a:moveTo>
                  <a:pt x="457200" y="1362075"/>
                </a:moveTo>
                <a:lnTo>
                  <a:pt x="466725" y="1362075"/>
                </a:lnTo>
                <a:lnTo>
                  <a:pt x="466725" y="1371600"/>
                </a:lnTo>
                <a:lnTo>
                  <a:pt x="457200" y="1371600"/>
                </a:lnTo>
                <a:close/>
                <a:moveTo>
                  <a:pt x="1676400" y="1362075"/>
                </a:moveTo>
                <a:lnTo>
                  <a:pt x="1685925" y="1362075"/>
                </a:lnTo>
                <a:lnTo>
                  <a:pt x="1685925" y="1371600"/>
                </a:lnTo>
                <a:lnTo>
                  <a:pt x="1676400" y="1371600"/>
                </a:lnTo>
                <a:close/>
                <a:moveTo>
                  <a:pt x="257175" y="1381125"/>
                </a:moveTo>
                <a:lnTo>
                  <a:pt x="266700" y="1381125"/>
                </a:lnTo>
                <a:lnTo>
                  <a:pt x="266700" y="1390650"/>
                </a:lnTo>
                <a:lnTo>
                  <a:pt x="257175" y="1390650"/>
                </a:lnTo>
                <a:close/>
                <a:moveTo>
                  <a:pt x="1685925" y="1381125"/>
                </a:moveTo>
                <a:lnTo>
                  <a:pt x="1695450" y="1381125"/>
                </a:lnTo>
                <a:lnTo>
                  <a:pt x="1695450" y="1390650"/>
                </a:lnTo>
                <a:lnTo>
                  <a:pt x="1685925" y="1390650"/>
                </a:lnTo>
                <a:close/>
                <a:moveTo>
                  <a:pt x="1714500" y="1381125"/>
                </a:moveTo>
                <a:lnTo>
                  <a:pt x="1724025" y="1381125"/>
                </a:lnTo>
                <a:lnTo>
                  <a:pt x="1724025" y="1390650"/>
                </a:lnTo>
                <a:lnTo>
                  <a:pt x="1714500" y="1390650"/>
                </a:lnTo>
                <a:close/>
                <a:moveTo>
                  <a:pt x="295275" y="1390650"/>
                </a:moveTo>
                <a:lnTo>
                  <a:pt x="304800" y="1390650"/>
                </a:lnTo>
                <a:lnTo>
                  <a:pt x="304800" y="1400175"/>
                </a:lnTo>
                <a:lnTo>
                  <a:pt x="295275" y="1400175"/>
                </a:lnTo>
                <a:close/>
                <a:moveTo>
                  <a:pt x="133350" y="1400175"/>
                </a:moveTo>
                <a:lnTo>
                  <a:pt x="142875" y="1400175"/>
                </a:lnTo>
                <a:lnTo>
                  <a:pt x="142875" y="1419225"/>
                </a:lnTo>
                <a:lnTo>
                  <a:pt x="133350" y="1419225"/>
                </a:lnTo>
                <a:close/>
                <a:moveTo>
                  <a:pt x="266700" y="1409700"/>
                </a:moveTo>
                <a:lnTo>
                  <a:pt x="276225" y="1409700"/>
                </a:lnTo>
                <a:lnTo>
                  <a:pt x="276225" y="1419225"/>
                </a:lnTo>
                <a:lnTo>
                  <a:pt x="266700" y="1419225"/>
                </a:lnTo>
                <a:close/>
                <a:moveTo>
                  <a:pt x="1724025" y="1409700"/>
                </a:moveTo>
                <a:lnTo>
                  <a:pt x="1733550" y="1409700"/>
                </a:lnTo>
                <a:lnTo>
                  <a:pt x="1733550" y="1419225"/>
                </a:lnTo>
                <a:lnTo>
                  <a:pt x="1724025" y="1419225"/>
                </a:lnTo>
                <a:close/>
                <a:moveTo>
                  <a:pt x="304800" y="1419225"/>
                </a:moveTo>
                <a:lnTo>
                  <a:pt x="314325" y="1419225"/>
                </a:lnTo>
                <a:lnTo>
                  <a:pt x="314325" y="1428750"/>
                </a:lnTo>
                <a:lnTo>
                  <a:pt x="304800" y="1428750"/>
                </a:lnTo>
                <a:close/>
                <a:moveTo>
                  <a:pt x="1819275" y="1419225"/>
                </a:moveTo>
                <a:lnTo>
                  <a:pt x="1828800" y="1419225"/>
                </a:lnTo>
                <a:lnTo>
                  <a:pt x="1828800" y="1438275"/>
                </a:lnTo>
                <a:lnTo>
                  <a:pt x="1809750" y="1438275"/>
                </a:lnTo>
                <a:lnTo>
                  <a:pt x="1809750" y="1428750"/>
                </a:lnTo>
                <a:lnTo>
                  <a:pt x="1819275" y="1428750"/>
                </a:lnTo>
                <a:close/>
                <a:moveTo>
                  <a:pt x="1704975" y="1428750"/>
                </a:moveTo>
                <a:lnTo>
                  <a:pt x="1714500" y="1428750"/>
                </a:lnTo>
                <a:lnTo>
                  <a:pt x="1714500" y="1438275"/>
                </a:lnTo>
                <a:lnTo>
                  <a:pt x="1704975" y="1438275"/>
                </a:lnTo>
                <a:close/>
                <a:moveTo>
                  <a:pt x="276225" y="1438275"/>
                </a:moveTo>
                <a:lnTo>
                  <a:pt x="285750" y="1438275"/>
                </a:lnTo>
                <a:lnTo>
                  <a:pt x="285750" y="1447800"/>
                </a:lnTo>
                <a:lnTo>
                  <a:pt x="276225" y="1447800"/>
                </a:lnTo>
                <a:close/>
                <a:moveTo>
                  <a:pt x="1733550" y="1438275"/>
                </a:moveTo>
                <a:lnTo>
                  <a:pt x="1743075" y="1438275"/>
                </a:lnTo>
                <a:lnTo>
                  <a:pt x="1743075" y="1447800"/>
                </a:lnTo>
                <a:lnTo>
                  <a:pt x="1733550" y="1447800"/>
                </a:lnTo>
                <a:close/>
                <a:moveTo>
                  <a:pt x="314325" y="1447800"/>
                </a:moveTo>
                <a:lnTo>
                  <a:pt x="323850" y="1447800"/>
                </a:lnTo>
                <a:lnTo>
                  <a:pt x="323850" y="1457325"/>
                </a:lnTo>
                <a:lnTo>
                  <a:pt x="314325" y="1457325"/>
                </a:lnTo>
                <a:close/>
                <a:moveTo>
                  <a:pt x="285750" y="1466850"/>
                </a:moveTo>
                <a:lnTo>
                  <a:pt x="295275" y="1466850"/>
                </a:lnTo>
                <a:lnTo>
                  <a:pt x="295275" y="1476375"/>
                </a:lnTo>
                <a:lnTo>
                  <a:pt x="285750" y="1476375"/>
                </a:lnTo>
                <a:close/>
                <a:moveTo>
                  <a:pt x="1743075" y="1466850"/>
                </a:moveTo>
                <a:lnTo>
                  <a:pt x="1752600" y="1466850"/>
                </a:lnTo>
                <a:lnTo>
                  <a:pt x="1752600" y="1476375"/>
                </a:lnTo>
                <a:lnTo>
                  <a:pt x="1743075" y="1476375"/>
                </a:lnTo>
                <a:close/>
                <a:moveTo>
                  <a:pt x="323850" y="1476375"/>
                </a:moveTo>
                <a:lnTo>
                  <a:pt x="333375" y="1476375"/>
                </a:lnTo>
                <a:lnTo>
                  <a:pt x="333375" y="1485900"/>
                </a:lnTo>
                <a:lnTo>
                  <a:pt x="323850" y="1485900"/>
                </a:lnTo>
                <a:close/>
                <a:moveTo>
                  <a:pt x="1714500" y="1485900"/>
                </a:moveTo>
                <a:lnTo>
                  <a:pt x="1724025" y="1485900"/>
                </a:lnTo>
                <a:lnTo>
                  <a:pt x="1724025" y="1495425"/>
                </a:lnTo>
                <a:lnTo>
                  <a:pt x="1714500" y="1495425"/>
                </a:lnTo>
                <a:close/>
                <a:moveTo>
                  <a:pt x="123825" y="1495425"/>
                </a:moveTo>
                <a:lnTo>
                  <a:pt x="133350" y="1495425"/>
                </a:lnTo>
                <a:lnTo>
                  <a:pt x="133350" y="1514475"/>
                </a:lnTo>
                <a:lnTo>
                  <a:pt x="123825" y="1514475"/>
                </a:lnTo>
                <a:close/>
                <a:moveTo>
                  <a:pt x="295275" y="1495425"/>
                </a:moveTo>
                <a:lnTo>
                  <a:pt x="304800" y="1495425"/>
                </a:lnTo>
                <a:lnTo>
                  <a:pt x="304800" y="1504950"/>
                </a:lnTo>
                <a:lnTo>
                  <a:pt x="295275" y="1504950"/>
                </a:lnTo>
                <a:close/>
                <a:moveTo>
                  <a:pt x="1752600" y="1495425"/>
                </a:moveTo>
                <a:lnTo>
                  <a:pt x="1762125" y="1495425"/>
                </a:lnTo>
                <a:lnTo>
                  <a:pt x="1762125" y="1504950"/>
                </a:lnTo>
                <a:lnTo>
                  <a:pt x="1752600" y="1504950"/>
                </a:lnTo>
                <a:close/>
                <a:moveTo>
                  <a:pt x="1724025" y="1504950"/>
                </a:moveTo>
                <a:lnTo>
                  <a:pt x="1733550" y="1504950"/>
                </a:lnTo>
                <a:lnTo>
                  <a:pt x="1733550" y="1514475"/>
                </a:lnTo>
                <a:lnTo>
                  <a:pt x="1724025" y="1514475"/>
                </a:lnTo>
                <a:close/>
                <a:moveTo>
                  <a:pt x="304800" y="1524000"/>
                </a:moveTo>
                <a:lnTo>
                  <a:pt x="314325" y="1524000"/>
                </a:lnTo>
                <a:lnTo>
                  <a:pt x="314325" y="1533525"/>
                </a:lnTo>
                <a:lnTo>
                  <a:pt x="304800" y="1533525"/>
                </a:lnTo>
                <a:close/>
                <a:moveTo>
                  <a:pt x="1762125" y="1524000"/>
                </a:moveTo>
                <a:lnTo>
                  <a:pt x="1771650" y="1524000"/>
                </a:lnTo>
                <a:lnTo>
                  <a:pt x="1771650" y="1533525"/>
                </a:lnTo>
                <a:lnTo>
                  <a:pt x="1762125" y="1533525"/>
                </a:lnTo>
                <a:close/>
                <a:moveTo>
                  <a:pt x="352425" y="1543050"/>
                </a:moveTo>
                <a:lnTo>
                  <a:pt x="361950" y="1543050"/>
                </a:lnTo>
                <a:lnTo>
                  <a:pt x="361950" y="1552575"/>
                </a:lnTo>
                <a:lnTo>
                  <a:pt x="371475" y="1552575"/>
                </a:lnTo>
                <a:lnTo>
                  <a:pt x="371475" y="1581150"/>
                </a:lnTo>
                <a:lnTo>
                  <a:pt x="381000" y="1581150"/>
                </a:lnTo>
                <a:lnTo>
                  <a:pt x="381000" y="1619250"/>
                </a:lnTo>
                <a:lnTo>
                  <a:pt x="371475" y="1619250"/>
                </a:lnTo>
                <a:lnTo>
                  <a:pt x="371475" y="1590675"/>
                </a:lnTo>
                <a:lnTo>
                  <a:pt x="361950" y="1590675"/>
                </a:lnTo>
                <a:lnTo>
                  <a:pt x="361950" y="1562100"/>
                </a:lnTo>
                <a:lnTo>
                  <a:pt x="352425" y="1562100"/>
                </a:lnTo>
                <a:close/>
                <a:moveTo>
                  <a:pt x="1676400" y="1543050"/>
                </a:moveTo>
                <a:lnTo>
                  <a:pt x="1685925" y="1543050"/>
                </a:lnTo>
                <a:lnTo>
                  <a:pt x="1685925" y="1562100"/>
                </a:lnTo>
                <a:lnTo>
                  <a:pt x="1676400" y="1562100"/>
                </a:lnTo>
                <a:close/>
                <a:moveTo>
                  <a:pt x="314325" y="1552575"/>
                </a:moveTo>
                <a:lnTo>
                  <a:pt x="323850" y="1552575"/>
                </a:lnTo>
                <a:lnTo>
                  <a:pt x="323850" y="1562100"/>
                </a:lnTo>
                <a:lnTo>
                  <a:pt x="314325" y="1562100"/>
                </a:lnTo>
                <a:close/>
                <a:moveTo>
                  <a:pt x="1743075" y="1552575"/>
                </a:moveTo>
                <a:lnTo>
                  <a:pt x="1752600" y="1552575"/>
                </a:lnTo>
                <a:lnTo>
                  <a:pt x="1752600" y="1562100"/>
                </a:lnTo>
                <a:lnTo>
                  <a:pt x="1743075" y="1562100"/>
                </a:lnTo>
                <a:close/>
                <a:moveTo>
                  <a:pt x="1771650" y="1552575"/>
                </a:moveTo>
                <a:lnTo>
                  <a:pt x="1781175" y="1552575"/>
                </a:lnTo>
                <a:lnTo>
                  <a:pt x="1781175" y="1562100"/>
                </a:lnTo>
                <a:lnTo>
                  <a:pt x="1771650" y="1562100"/>
                </a:lnTo>
                <a:close/>
                <a:moveTo>
                  <a:pt x="114300" y="1581150"/>
                </a:moveTo>
                <a:lnTo>
                  <a:pt x="123825" y="1581150"/>
                </a:lnTo>
                <a:lnTo>
                  <a:pt x="123825" y="1600200"/>
                </a:lnTo>
                <a:lnTo>
                  <a:pt x="114300" y="1600200"/>
                </a:lnTo>
                <a:close/>
                <a:moveTo>
                  <a:pt x="323850" y="1581150"/>
                </a:moveTo>
                <a:lnTo>
                  <a:pt x="333375" y="1581150"/>
                </a:lnTo>
                <a:lnTo>
                  <a:pt x="333375" y="1600200"/>
                </a:lnTo>
                <a:lnTo>
                  <a:pt x="342900" y="1600200"/>
                </a:lnTo>
                <a:lnTo>
                  <a:pt x="342900" y="1619250"/>
                </a:lnTo>
                <a:lnTo>
                  <a:pt x="333375" y="1619250"/>
                </a:lnTo>
                <a:lnTo>
                  <a:pt x="333375" y="1609725"/>
                </a:lnTo>
                <a:lnTo>
                  <a:pt x="323850" y="1609725"/>
                </a:lnTo>
                <a:close/>
                <a:moveTo>
                  <a:pt x="1781175" y="1581150"/>
                </a:moveTo>
                <a:lnTo>
                  <a:pt x="1790700" y="1581150"/>
                </a:lnTo>
                <a:lnTo>
                  <a:pt x="1790700" y="1590675"/>
                </a:lnTo>
                <a:lnTo>
                  <a:pt x="1781175" y="1590675"/>
                </a:lnTo>
                <a:close/>
                <a:moveTo>
                  <a:pt x="276225" y="1600200"/>
                </a:moveTo>
                <a:lnTo>
                  <a:pt x="304800" y="1600200"/>
                </a:lnTo>
                <a:lnTo>
                  <a:pt x="304800" y="1609725"/>
                </a:lnTo>
                <a:lnTo>
                  <a:pt x="295275" y="1609725"/>
                </a:lnTo>
                <a:lnTo>
                  <a:pt x="295275" y="1619250"/>
                </a:lnTo>
                <a:lnTo>
                  <a:pt x="276225" y="1619250"/>
                </a:lnTo>
                <a:close/>
                <a:moveTo>
                  <a:pt x="1752600" y="1600200"/>
                </a:moveTo>
                <a:lnTo>
                  <a:pt x="1762125" y="1600200"/>
                </a:lnTo>
                <a:lnTo>
                  <a:pt x="1762125" y="1628775"/>
                </a:lnTo>
                <a:lnTo>
                  <a:pt x="1752600" y="1628775"/>
                </a:lnTo>
                <a:close/>
                <a:moveTo>
                  <a:pt x="1409700" y="1609725"/>
                </a:moveTo>
                <a:lnTo>
                  <a:pt x="1419225" y="1609725"/>
                </a:lnTo>
                <a:lnTo>
                  <a:pt x="1419225" y="1628775"/>
                </a:lnTo>
                <a:lnTo>
                  <a:pt x="1409700" y="1628775"/>
                </a:lnTo>
                <a:lnTo>
                  <a:pt x="1409700" y="1638300"/>
                </a:lnTo>
                <a:lnTo>
                  <a:pt x="1390650" y="1638300"/>
                </a:lnTo>
                <a:lnTo>
                  <a:pt x="1390650" y="1657350"/>
                </a:lnTo>
                <a:lnTo>
                  <a:pt x="1381125" y="1657350"/>
                </a:lnTo>
                <a:lnTo>
                  <a:pt x="1381125" y="1666875"/>
                </a:lnTo>
                <a:lnTo>
                  <a:pt x="1371600" y="1666875"/>
                </a:lnTo>
                <a:lnTo>
                  <a:pt x="1371600" y="1676400"/>
                </a:lnTo>
                <a:lnTo>
                  <a:pt x="1343025" y="1676400"/>
                </a:lnTo>
                <a:lnTo>
                  <a:pt x="1343025" y="1666875"/>
                </a:lnTo>
                <a:lnTo>
                  <a:pt x="1352550" y="1666875"/>
                </a:lnTo>
                <a:lnTo>
                  <a:pt x="1352550" y="1657350"/>
                </a:lnTo>
                <a:lnTo>
                  <a:pt x="1362075" y="1657350"/>
                </a:lnTo>
                <a:lnTo>
                  <a:pt x="1362075" y="1638300"/>
                </a:lnTo>
                <a:lnTo>
                  <a:pt x="1381125" y="1638300"/>
                </a:lnTo>
                <a:lnTo>
                  <a:pt x="1381125" y="1628775"/>
                </a:lnTo>
                <a:lnTo>
                  <a:pt x="1390650" y="1628775"/>
                </a:lnTo>
                <a:lnTo>
                  <a:pt x="1390650" y="1619250"/>
                </a:lnTo>
                <a:lnTo>
                  <a:pt x="1409700" y="1619250"/>
                </a:lnTo>
                <a:close/>
                <a:moveTo>
                  <a:pt x="342900" y="1628775"/>
                </a:moveTo>
                <a:lnTo>
                  <a:pt x="352425" y="1628775"/>
                </a:lnTo>
                <a:lnTo>
                  <a:pt x="352425" y="1647825"/>
                </a:lnTo>
                <a:lnTo>
                  <a:pt x="342900" y="1647825"/>
                </a:lnTo>
                <a:close/>
                <a:moveTo>
                  <a:pt x="1762125" y="1628775"/>
                </a:moveTo>
                <a:lnTo>
                  <a:pt x="1771650" y="1628775"/>
                </a:lnTo>
                <a:lnTo>
                  <a:pt x="1771650" y="1647825"/>
                </a:lnTo>
                <a:lnTo>
                  <a:pt x="1762125" y="1647825"/>
                </a:lnTo>
                <a:close/>
                <a:moveTo>
                  <a:pt x="381000" y="1638300"/>
                </a:moveTo>
                <a:lnTo>
                  <a:pt x="400050" y="1638300"/>
                </a:lnTo>
                <a:lnTo>
                  <a:pt x="400050" y="1666875"/>
                </a:lnTo>
                <a:lnTo>
                  <a:pt x="409575" y="1666875"/>
                </a:lnTo>
                <a:lnTo>
                  <a:pt x="409575" y="1704975"/>
                </a:lnTo>
                <a:lnTo>
                  <a:pt x="400050" y="1704975"/>
                </a:lnTo>
                <a:lnTo>
                  <a:pt x="400050" y="1676400"/>
                </a:lnTo>
                <a:lnTo>
                  <a:pt x="390525" y="1676400"/>
                </a:lnTo>
                <a:lnTo>
                  <a:pt x="390525" y="1647825"/>
                </a:lnTo>
                <a:lnTo>
                  <a:pt x="381000" y="1647825"/>
                </a:lnTo>
                <a:close/>
                <a:moveTo>
                  <a:pt x="1752600" y="1647825"/>
                </a:moveTo>
                <a:lnTo>
                  <a:pt x="1762125" y="1647825"/>
                </a:lnTo>
                <a:lnTo>
                  <a:pt x="1762125" y="1657350"/>
                </a:lnTo>
                <a:lnTo>
                  <a:pt x="1752600" y="1657350"/>
                </a:lnTo>
                <a:close/>
                <a:moveTo>
                  <a:pt x="352425" y="1657350"/>
                </a:moveTo>
                <a:lnTo>
                  <a:pt x="361950" y="1657350"/>
                </a:lnTo>
                <a:lnTo>
                  <a:pt x="361950" y="1666875"/>
                </a:lnTo>
                <a:lnTo>
                  <a:pt x="352425" y="1666875"/>
                </a:lnTo>
                <a:close/>
                <a:moveTo>
                  <a:pt x="1724025" y="1657350"/>
                </a:moveTo>
                <a:lnTo>
                  <a:pt x="1733550" y="1657350"/>
                </a:lnTo>
                <a:lnTo>
                  <a:pt x="1733550" y="1666875"/>
                </a:lnTo>
                <a:lnTo>
                  <a:pt x="1724025" y="1666875"/>
                </a:lnTo>
                <a:close/>
                <a:moveTo>
                  <a:pt x="104775" y="1666875"/>
                </a:moveTo>
                <a:lnTo>
                  <a:pt x="114300" y="1666875"/>
                </a:lnTo>
                <a:lnTo>
                  <a:pt x="114300" y="1685925"/>
                </a:lnTo>
                <a:lnTo>
                  <a:pt x="104775" y="1685925"/>
                </a:lnTo>
                <a:close/>
                <a:moveTo>
                  <a:pt x="1676400" y="1666875"/>
                </a:moveTo>
                <a:lnTo>
                  <a:pt x="1685925" y="1666875"/>
                </a:lnTo>
                <a:lnTo>
                  <a:pt x="1685925" y="1676400"/>
                </a:lnTo>
                <a:lnTo>
                  <a:pt x="1676400" y="1676400"/>
                </a:lnTo>
                <a:close/>
                <a:moveTo>
                  <a:pt x="266700" y="1676400"/>
                </a:moveTo>
                <a:lnTo>
                  <a:pt x="285750" y="1676400"/>
                </a:lnTo>
                <a:lnTo>
                  <a:pt x="285750" y="1685925"/>
                </a:lnTo>
                <a:lnTo>
                  <a:pt x="295275" y="1685925"/>
                </a:lnTo>
                <a:lnTo>
                  <a:pt x="295275" y="1704975"/>
                </a:lnTo>
                <a:lnTo>
                  <a:pt x="285750" y="1704975"/>
                </a:lnTo>
                <a:lnTo>
                  <a:pt x="285750" y="1695450"/>
                </a:lnTo>
                <a:lnTo>
                  <a:pt x="266700" y="1695450"/>
                </a:lnTo>
                <a:close/>
                <a:moveTo>
                  <a:pt x="1485900" y="1676400"/>
                </a:moveTo>
                <a:lnTo>
                  <a:pt x="1504950" y="1676400"/>
                </a:lnTo>
                <a:lnTo>
                  <a:pt x="1504950" y="1685925"/>
                </a:lnTo>
                <a:lnTo>
                  <a:pt x="1485900" y="1685925"/>
                </a:lnTo>
                <a:close/>
                <a:moveTo>
                  <a:pt x="1628775" y="1676400"/>
                </a:moveTo>
                <a:lnTo>
                  <a:pt x="1638300" y="1676400"/>
                </a:lnTo>
                <a:lnTo>
                  <a:pt x="1638300" y="1685925"/>
                </a:lnTo>
                <a:lnTo>
                  <a:pt x="1628775" y="1685925"/>
                </a:lnTo>
                <a:close/>
                <a:moveTo>
                  <a:pt x="1781175" y="1676400"/>
                </a:moveTo>
                <a:lnTo>
                  <a:pt x="1790700" y="1676400"/>
                </a:lnTo>
                <a:lnTo>
                  <a:pt x="1790700" y="1685925"/>
                </a:lnTo>
                <a:lnTo>
                  <a:pt x="1781175" y="1685925"/>
                </a:lnTo>
                <a:close/>
                <a:moveTo>
                  <a:pt x="361950" y="1685925"/>
                </a:moveTo>
                <a:lnTo>
                  <a:pt x="371475" y="1685925"/>
                </a:lnTo>
                <a:lnTo>
                  <a:pt x="371475" y="1724025"/>
                </a:lnTo>
                <a:lnTo>
                  <a:pt x="361950" y="1724025"/>
                </a:lnTo>
                <a:close/>
                <a:moveTo>
                  <a:pt x="1543050" y="1685925"/>
                </a:moveTo>
                <a:lnTo>
                  <a:pt x="1590675" y="1685925"/>
                </a:lnTo>
                <a:lnTo>
                  <a:pt x="1590675" y="1695450"/>
                </a:lnTo>
                <a:lnTo>
                  <a:pt x="1552575" y="1695450"/>
                </a:lnTo>
                <a:lnTo>
                  <a:pt x="1552575" y="1704975"/>
                </a:lnTo>
                <a:lnTo>
                  <a:pt x="1543050" y="1704975"/>
                </a:lnTo>
                <a:close/>
                <a:moveTo>
                  <a:pt x="1743075" y="1685925"/>
                </a:moveTo>
                <a:lnTo>
                  <a:pt x="1752600" y="1685925"/>
                </a:lnTo>
                <a:lnTo>
                  <a:pt x="1752600" y="1695450"/>
                </a:lnTo>
                <a:lnTo>
                  <a:pt x="1743075" y="1695450"/>
                </a:lnTo>
                <a:close/>
                <a:moveTo>
                  <a:pt x="1314450" y="1695450"/>
                </a:moveTo>
                <a:lnTo>
                  <a:pt x="1333500" y="1695450"/>
                </a:lnTo>
                <a:lnTo>
                  <a:pt x="1333500" y="1704975"/>
                </a:lnTo>
                <a:lnTo>
                  <a:pt x="1314450" y="1704975"/>
                </a:lnTo>
                <a:close/>
                <a:moveTo>
                  <a:pt x="1504950" y="1695450"/>
                </a:moveTo>
                <a:lnTo>
                  <a:pt x="1524000" y="1695450"/>
                </a:lnTo>
                <a:lnTo>
                  <a:pt x="1524000" y="1704975"/>
                </a:lnTo>
                <a:lnTo>
                  <a:pt x="1514475" y="1704975"/>
                </a:lnTo>
                <a:lnTo>
                  <a:pt x="1514475" y="1714500"/>
                </a:lnTo>
                <a:lnTo>
                  <a:pt x="1504950" y="1714500"/>
                </a:lnTo>
                <a:close/>
                <a:moveTo>
                  <a:pt x="1704975" y="1695450"/>
                </a:moveTo>
                <a:lnTo>
                  <a:pt x="1714500" y="1695450"/>
                </a:lnTo>
                <a:lnTo>
                  <a:pt x="1714500" y="1704975"/>
                </a:lnTo>
                <a:lnTo>
                  <a:pt x="1704975" y="1704975"/>
                </a:lnTo>
                <a:close/>
                <a:moveTo>
                  <a:pt x="1676400" y="1704975"/>
                </a:moveTo>
                <a:lnTo>
                  <a:pt x="1685925" y="1704975"/>
                </a:lnTo>
                <a:lnTo>
                  <a:pt x="1685925" y="1714500"/>
                </a:lnTo>
                <a:lnTo>
                  <a:pt x="1676400" y="1714500"/>
                </a:lnTo>
                <a:close/>
                <a:moveTo>
                  <a:pt x="1438275" y="1714500"/>
                </a:moveTo>
                <a:lnTo>
                  <a:pt x="1457325" y="1714500"/>
                </a:lnTo>
                <a:lnTo>
                  <a:pt x="1457325" y="1724025"/>
                </a:lnTo>
                <a:lnTo>
                  <a:pt x="1447800" y="1724025"/>
                </a:lnTo>
                <a:lnTo>
                  <a:pt x="1447800" y="1733550"/>
                </a:lnTo>
                <a:lnTo>
                  <a:pt x="1428750" y="1733550"/>
                </a:lnTo>
                <a:lnTo>
                  <a:pt x="1428750" y="1724025"/>
                </a:lnTo>
                <a:lnTo>
                  <a:pt x="1438275" y="1724025"/>
                </a:lnTo>
                <a:close/>
                <a:moveTo>
                  <a:pt x="1876425" y="1714500"/>
                </a:moveTo>
                <a:lnTo>
                  <a:pt x="1914525" y="1714500"/>
                </a:lnTo>
                <a:lnTo>
                  <a:pt x="1914525" y="1743075"/>
                </a:lnTo>
                <a:lnTo>
                  <a:pt x="1885950" y="1743075"/>
                </a:lnTo>
                <a:lnTo>
                  <a:pt x="1885950" y="1752600"/>
                </a:lnTo>
                <a:lnTo>
                  <a:pt x="1895475" y="1752600"/>
                </a:lnTo>
                <a:lnTo>
                  <a:pt x="1895475" y="1762125"/>
                </a:lnTo>
                <a:lnTo>
                  <a:pt x="1866900" y="1762125"/>
                </a:lnTo>
                <a:lnTo>
                  <a:pt x="1866900" y="1733550"/>
                </a:lnTo>
                <a:lnTo>
                  <a:pt x="1876425" y="1733550"/>
                </a:lnTo>
                <a:close/>
                <a:moveTo>
                  <a:pt x="409575" y="1724025"/>
                </a:moveTo>
                <a:lnTo>
                  <a:pt x="419100" y="1724025"/>
                </a:lnTo>
                <a:lnTo>
                  <a:pt x="419100" y="1733550"/>
                </a:lnTo>
                <a:lnTo>
                  <a:pt x="409575" y="1733550"/>
                </a:lnTo>
                <a:close/>
                <a:moveTo>
                  <a:pt x="1609725" y="1724025"/>
                </a:moveTo>
                <a:lnTo>
                  <a:pt x="1619250" y="1724025"/>
                </a:lnTo>
                <a:lnTo>
                  <a:pt x="1619250" y="1733550"/>
                </a:lnTo>
                <a:lnTo>
                  <a:pt x="1609725" y="1733550"/>
                </a:lnTo>
                <a:close/>
                <a:moveTo>
                  <a:pt x="1333500" y="1733550"/>
                </a:moveTo>
                <a:lnTo>
                  <a:pt x="1352550" y="1733550"/>
                </a:lnTo>
                <a:lnTo>
                  <a:pt x="1352550" y="1743075"/>
                </a:lnTo>
                <a:lnTo>
                  <a:pt x="1390650" y="1743075"/>
                </a:lnTo>
                <a:lnTo>
                  <a:pt x="1390650" y="1752600"/>
                </a:lnTo>
                <a:lnTo>
                  <a:pt x="1371600" y="1752600"/>
                </a:lnTo>
                <a:lnTo>
                  <a:pt x="1371600" y="1762125"/>
                </a:lnTo>
                <a:lnTo>
                  <a:pt x="1352550" y="1762125"/>
                </a:lnTo>
                <a:lnTo>
                  <a:pt x="1352550" y="1771650"/>
                </a:lnTo>
                <a:lnTo>
                  <a:pt x="1343025" y="1771650"/>
                </a:lnTo>
                <a:lnTo>
                  <a:pt x="1343025" y="1762125"/>
                </a:lnTo>
                <a:lnTo>
                  <a:pt x="1333500" y="1762125"/>
                </a:lnTo>
                <a:lnTo>
                  <a:pt x="1333500" y="1752600"/>
                </a:lnTo>
                <a:lnTo>
                  <a:pt x="1323975" y="1752600"/>
                </a:lnTo>
                <a:lnTo>
                  <a:pt x="1323975" y="1762125"/>
                </a:lnTo>
                <a:lnTo>
                  <a:pt x="1304925" y="1762125"/>
                </a:lnTo>
                <a:lnTo>
                  <a:pt x="1304925" y="1771650"/>
                </a:lnTo>
                <a:lnTo>
                  <a:pt x="1295400" y="1771650"/>
                </a:lnTo>
                <a:lnTo>
                  <a:pt x="1295400" y="1790700"/>
                </a:lnTo>
                <a:lnTo>
                  <a:pt x="1285875" y="1790700"/>
                </a:lnTo>
                <a:lnTo>
                  <a:pt x="1285875" y="1800225"/>
                </a:lnTo>
                <a:lnTo>
                  <a:pt x="1266825" y="1800225"/>
                </a:lnTo>
                <a:lnTo>
                  <a:pt x="1266825" y="1809750"/>
                </a:lnTo>
                <a:lnTo>
                  <a:pt x="1247775" y="1809750"/>
                </a:lnTo>
                <a:lnTo>
                  <a:pt x="1247775" y="1819275"/>
                </a:lnTo>
                <a:lnTo>
                  <a:pt x="1219200" y="1819275"/>
                </a:lnTo>
                <a:lnTo>
                  <a:pt x="1219200" y="1809750"/>
                </a:lnTo>
                <a:lnTo>
                  <a:pt x="1209675" y="1809750"/>
                </a:lnTo>
                <a:lnTo>
                  <a:pt x="1209675" y="1800225"/>
                </a:lnTo>
                <a:lnTo>
                  <a:pt x="1200150" y="1800225"/>
                </a:lnTo>
                <a:lnTo>
                  <a:pt x="1200150" y="1790700"/>
                </a:lnTo>
                <a:lnTo>
                  <a:pt x="1209675" y="1790700"/>
                </a:lnTo>
                <a:lnTo>
                  <a:pt x="1209675" y="1781175"/>
                </a:lnTo>
                <a:lnTo>
                  <a:pt x="1238250" y="1781175"/>
                </a:lnTo>
                <a:lnTo>
                  <a:pt x="1238250" y="1752600"/>
                </a:lnTo>
                <a:lnTo>
                  <a:pt x="1257300" y="1752600"/>
                </a:lnTo>
                <a:lnTo>
                  <a:pt x="1257300" y="1771650"/>
                </a:lnTo>
                <a:lnTo>
                  <a:pt x="1276350" y="1771650"/>
                </a:lnTo>
                <a:lnTo>
                  <a:pt x="1276350" y="1762125"/>
                </a:lnTo>
                <a:lnTo>
                  <a:pt x="1295400" y="1762125"/>
                </a:lnTo>
                <a:lnTo>
                  <a:pt x="1295400" y="1752600"/>
                </a:lnTo>
                <a:lnTo>
                  <a:pt x="1314450" y="1752600"/>
                </a:lnTo>
                <a:lnTo>
                  <a:pt x="1314450" y="1743075"/>
                </a:lnTo>
                <a:lnTo>
                  <a:pt x="1333500" y="1743075"/>
                </a:lnTo>
                <a:close/>
                <a:moveTo>
                  <a:pt x="1981200" y="1733550"/>
                </a:moveTo>
                <a:lnTo>
                  <a:pt x="2000250" y="1733550"/>
                </a:lnTo>
                <a:lnTo>
                  <a:pt x="2000250" y="1752600"/>
                </a:lnTo>
                <a:lnTo>
                  <a:pt x="1981200" y="1752600"/>
                </a:lnTo>
                <a:close/>
                <a:moveTo>
                  <a:pt x="171450" y="1743075"/>
                </a:moveTo>
                <a:lnTo>
                  <a:pt x="190500" y="1743075"/>
                </a:lnTo>
                <a:lnTo>
                  <a:pt x="190500" y="1762125"/>
                </a:lnTo>
                <a:lnTo>
                  <a:pt x="180975" y="1762125"/>
                </a:lnTo>
                <a:lnTo>
                  <a:pt x="180975" y="1771650"/>
                </a:lnTo>
                <a:lnTo>
                  <a:pt x="171450" y="1771650"/>
                </a:lnTo>
                <a:close/>
                <a:moveTo>
                  <a:pt x="381000" y="1743075"/>
                </a:moveTo>
                <a:lnTo>
                  <a:pt x="390525" y="1743075"/>
                </a:lnTo>
                <a:lnTo>
                  <a:pt x="390525" y="1752600"/>
                </a:lnTo>
                <a:lnTo>
                  <a:pt x="381000" y="1752600"/>
                </a:lnTo>
                <a:close/>
                <a:moveTo>
                  <a:pt x="1543050" y="1743075"/>
                </a:moveTo>
                <a:lnTo>
                  <a:pt x="1552575" y="1743075"/>
                </a:lnTo>
                <a:lnTo>
                  <a:pt x="1552575" y="1752600"/>
                </a:lnTo>
                <a:lnTo>
                  <a:pt x="1543050" y="1752600"/>
                </a:lnTo>
                <a:close/>
                <a:moveTo>
                  <a:pt x="95250" y="1752600"/>
                </a:moveTo>
                <a:lnTo>
                  <a:pt x="104775" y="1752600"/>
                </a:lnTo>
                <a:lnTo>
                  <a:pt x="104775" y="1771650"/>
                </a:lnTo>
                <a:lnTo>
                  <a:pt x="95250" y="1771650"/>
                </a:lnTo>
                <a:close/>
                <a:moveTo>
                  <a:pt x="419100" y="1752600"/>
                </a:moveTo>
                <a:lnTo>
                  <a:pt x="428625" y="1752600"/>
                </a:lnTo>
                <a:lnTo>
                  <a:pt x="428625" y="1762125"/>
                </a:lnTo>
                <a:lnTo>
                  <a:pt x="419100" y="1762125"/>
                </a:lnTo>
                <a:close/>
                <a:moveTo>
                  <a:pt x="1504950" y="1752600"/>
                </a:moveTo>
                <a:lnTo>
                  <a:pt x="1514475" y="1752600"/>
                </a:lnTo>
                <a:lnTo>
                  <a:pt x="1514475" y="1762125"/>
                </a:lnTo>
                <a:lnTo>
                  <a:pt x="1504950" y="1762125"/>
                </a:lnTo>
                <a:close/>
                <a:moveTo>
                  <a:pt x="1476375" y="1762125"/>
                </a:moveTo>
                <a:lnTo>
                  <a:pt x="1485900" y="1762125"/>
                </a:lnTo>
                <a:lnTo>
                  <a:pt x="1485900" y="1771650"/>
                </a:lnTo>
                <a:lnTo>
                  <a:pt x="1476375" y="1771650"/>
                </a:lnTo>
                <a:close/>
                <a:moveTo>
                  <a:pt x="1895475" y="1762125"/>
                </a:moveTo>
                <a:lnTo>
                  <a:pt x="1924050" y="1762125"/>
                </a:lnTo>
                <a:lnTo>
                  <a:pt x="1924050" y="1771650"/>
                </a:lnTo>
                <a:lnTo>
                  <a:pt x="1895475" y="1771650"/>
                </a:lnTo>
                <a:close/>
                <a:moveTo>
                  <a:pt x="161925" y="1771650"/>
                </a:moveTo>
                <a:lnTo>
                  <a:pt x="171450" y="1771650"/>
                </a:lnTo>
                <a:lnTo>
                  <a:pt x="171450" y="1781175"/>
                </a:lnTo>
                <a:lnTo>
                  <a:pt x="161925" y="1781175"/>
                </a:lnTo>
                <a:close/>
                <a:moveTo>
                  <a:pt x="390525" y="1771650"/>
                </a:moveTo>
                <a:lnTo>
                  <a:pt x="400050" y="1771650"/>
                </a:lnTo>
                <a:lnTo>
                  <a:pt x="400050" y="1781175"/>
                </a:lnTo>
                <a:lnTo>
                  <a:pt x="390525" y="1781175"/>
                </a:lnTo>
                <a:close/>
                <a:moveTo>
                  <a:pt x="1447800" y="1771650"/>
                </a:moveTo>
                <a:lnTo>
                  <a:pt x="1457325" y="1771650"/>
                </a:lnTo>
                <a:lnTo>
                  <a:pt x="1457325" y="1781175"/>
                </a:lnTo>
                <a:lnTo>
                  <a:pt x="1447800" y="1781175"/>
                </a:lnTo>
                <a:close/>
                <a:moveTo>
                  <a:pt x="1857375" y="1771650"/>
                </a:moveTo>
                <a:lnTo>
                  <a:pt x="1876425" y="1771650"/>
                </a:lnTo>
                <a:lnTo>
                  <a:pt x="1876425" y="1790700"/>
                </a:lnTo>
                <a:lnTo>
                  <a:pt x="1885950" y="1790700"/>
                </a:lnTo>
                <a:lnTo>
                  <a:pt x="1885950" y="1800225"/>
                </a:lnTo>
                <a:lnTo>
                  <a:pt x="1866900" y="1800225"/>
                </a:lnTo>
                <a:lnTo>
                  <a:pt x="1866900" y="1781175"/>
                </a:lnTo>
                <a:lnTo>
                  <a:pt x="1857375" y="1781175"/>
                </a:lnTo>
                <a:close/>
                <a:moveTo>
                  <a:pt x="1352550" y="1781175"/>
                </a:moveTo>
                <a:lnTo>
                  <a:pt x="1362075" y="1781175"/>
                </a:lnTo>
                <a:lnTo>
                  <a:pt x="1362075" y="1790700"/>
                </a:lnTo>
                <a:lnTo>
                  <a:pt x="1371600" y="1790700"/>
                </a:lnTo>
                <a:lnTo>
                  <a:pt x="1371600" y="1800225"/>
                </a:lnTo>
                <a:lnTo>
                  <a:pt x="1381125" y="1800225"/>
                </a:lnTo>
                <a:lnTo>
                  <a:pt x="1381125" y="1790700"/>
                </a:lnTo>
                <a:lnTo>
                  <a:pt x="1390650" y="1790700"/>
                </a:lnTo>
                <a:lnTo>
                  <a:pt x="1390650" y="1800225"/>
                </a:lnTo>
                <a:lnTo>
                  <a:pt x="1381125" y="1800225"/>
                </a:lnTo>
                <a:lnTo>
                  <a:pt x="1381125" y="1809750"/>
                </a:lnTo>
                <a:lnTo>
                  <a:pt x="1362075" y="1809750"/>
                </a:lnTo>
                <a:lnTo>
                  <a:pt x="1362075" y="1800225"/>
                </a:lnTo>
                <a:lnTo>
                  <a:pt x="1352550" y="1800225"/>
                </a:lnTo>
                <a:close/>
                <a:moveTo>
                  <a:pt x="142875" y="1790700"/>
                </a:moveTo>
                <a:lnTo>
                  <a:pt x="152400" y="1790700"/>
                </a:lnTo>
                <a:lnTo>
                  <a:pt x="152400" y="1800225"/>
                </a:lnTo>
                <a:lnTo>
                  <a:pt x="142875" y="1800225"/>
                </a:lnTo>
                <a:close/>
                <a:moveTo>
                  <a:pt x="1724025" y="1790700"/>
                </a:moveTo>
                <a:lnTo>
                  <a:pt x="1733550" y="1790700"/>
                </a:lnTo>
                <a:lnTo>
                  <a:pt x="1733550" y="1800225"/>
                </a:lnTo>
                <a:lnTo>
                  <a:pt x="1724025" y="1800225"/>
                </a:lnTo>
                <a:close/>
                <a:moveTo>
                  <a:pt x="190500" y="1800225"/>
                </a:moveTo>
                <a:lnTo>
                  <a:pt x="200025" y="1800225"/>
                </a:lnTo>
                <a:lnTo>
                  <a:pt x="200025" y="1809750"/>
                </a:lnTo>
                <a:lnTo>
                  <a:pt x="209550" y="1809750"/>
                </a:lnTo>
                <a:lnTo>
                  <a:pt x="209550" y="1819275"/>
                </a:lnTo>
                <a:lnTo>
                  <a:pt x="190500" y="1819275"/>
                </a:lnTo>
                <a:close/>
                <a:moveTo>
                  <a:pt x="400050" y="1800225"/>
                </a:moveTo>
                <a:lnTo>
                  <a:pt x="409575" y="1800225"/>
                </a:lnTo>
                <a:lnTo>
                  <a:pt x="409575" y="1809750"/>
                </a:lnTo>
                <a:lnTo>
                  <a:pt x="400050" y="1809750"/>
                </a:lnTo>
                <a:close/>
                <a:moveTo>
                  <a:pt x="1190625" y="1800225"/>
                </a:moveTo>
                <a:lnTo>
                  <a:pt x="1200150" y="1800225"/>
                </a:lnTo>
                <a:lnTo>
                  <a:pt x="1200150" y="1809750"/>
                </a:lnTo>
                <a:lnTo>
                  <a:pt x="1190625" y="1809750"/>
                </a:lnTo>
                <a:close/>
                <a:moveTo>
                  <a:pt x="1238250" y="1800225"/>
                </a:moveTo>
                <a:lnTo>
                  <a:pt x="1247775" y="1800225"/>
                </a:lnTo>
                <a:lnTo>
                  <a:pt x="1247775" y="1790700"/>
                </a:lnTo>
                <a:lnTo>
                  <a:pt x="1238250" y="1790700"/>
                </a:lnTo>
                <a:close/>
                <a:moveTo>
                  <a:pt x="1285875" y="1800225"/>
                </a:moveTo>
                <a:lnTo>
                  <a:pt x="1295400" y="1800225"/>
                </a:lnTo>
                <a:lnTo>
                  <a:pt x="1295400" y="1809750"/>
                </a:lnTo>
                <a:lnTo>
                  <a:pt x="1285875" y="1809750"/>
                </a:lnTo>
                <a:close/>
                <a:moveTo>
                  <a:pt x="133350" y="1809750"/>
                </a:moveTo>
                <a:lnTo>
                  <a:pt x="142875" y="1809750"/>
                </a:lnTo>
                <a:lnTo>
                  <a:pt x="142875" y="1819275"/>
                </a:lnTo>
                <a:lnTo>
                  <a:pt x="133350" y="1819275"/>
                </a:lnTo>
                <a:close/>
                <a:moveTo>
                  <a:pt x="1181100" y="1809750"/>
                </a:moveTo>
                <a:lnTo>
                  <a:pt x="1190625" y="1809750"/>
                </a:lnTo>
                <a:lnTo>
                  <a:pt x="1190625" y="1819275"/>
                </a:lnTo>
                <a:lnTo>
                  <a:pt x="1181100" y="1819275"/>
                </a:lnTo>
                <a:close/>
                <a:moveTo>
                  <a:pt x="447675" y="1819275"/>
                </a:moveTo>
                <a:lnTo>
                  <a:pt x="457200" y="1819275"/>
                </a:lnTo>
                <a:lnTo>
                  <a:pt x="457200" y="1828800"/>
                </a:lnTo>
                <a:lnTo>
                  <a:pt x="466725" y="1828800"/>
                </a:lnTo>
                <a:lnTo>
                  <a:pt x="466725" y="1857375"/>
                </a:lnTo>
                <a:lnTo>
                  <a:pt x="476250" y="1857375"/>
                </a:lnTo>
                <a:lnTo>
                  <a:pt x="476250" y="1885950"/>
                </a:lnTo>
                <a:lnTo>
                  <a:pt x="485775" y="1885950"/>
                </a:lnTo>
                <a:lnTo>
                  <a:pt x="485775" y="1924050"/>
                </a:lnTo>
                <a:lnTo>
                  <a:pt x="476250" y="1924050"/>
                </a:lnTo>
                <a:lnTo>
                  <a:pt x="476250" y="1895475"/>
                </a:lnTo>
                <a:lnTo>
                  <a:pt x="466725" y="1895475"/>
                </a:lnTo>
                <a:lnTo>
                  <a:pt x="466725" y="1866900"/>
                </a:lnTo>
                <a:lnTo>
                  <a:pt x="457200" y="1866900"/>
                </a:lnTo>
                <a:lnTo>
                  <a:pt x="457200" y="1838325"/>
                </a:lnTo>
                <a:lnTo>
                  <a:pt x="447675" y="1838325"/>
                </a:lnTo>
                <a:close/>
                <a:moveTo>
                  <a:pt x="1171575" y="1819275"/>
                </a:moveTo>
                <a:lnTo>
                  <a:pt x="1181100" y="1819275"/>
                </a:lnTo>
                <a:lnTo>
                  <a:pt x="1181100" y="1828800"/>
                </a:lnTo>
                <a:lnTo>
                  <a:pt x="1171575" y="1828800"/>
                </a:lnTo>
                <a:close/>
                <a:moveTo>
                  <a:pt x="1285875" y="1819275"/>
                </a:moveTo>
                <a:lnTo>
                  <a:pt x="1295400" y="1819275"/>
                </a:lnTo>
                <a:lnTo>
                  <a:pt x="1295400" y="1847850"/>
                </a:lnTo>
                <a:lnTo>
                  <a:pt x="1285875" y="1847850"/>
                </a:lnTo>
                <a:lnTo>
                  <a:pt x="1285875" y="1838325"/>
                </a:lnTo>
                <a:lnTo>
                  <a:pt x="1276350" y="1838325"/>
                </a:lnTo>
                <a:lnTo>
                  <a:pt x="1276350" y="1828800"/>
                </a:lnTo>
                <a:lnTo>
                  <a:pt x="1285875" y="1828800"/>
                </a:lnTo>
                <a:close/>
                <a:moveTo>
                  <a:pt x="123825" y="1828800"/>
                </a:moveTo>
                <a:lnTo>
                  <a:pt x="133350" y="1828800"/>
                </a:lnTo>
                <a:lnTo>
                  <a:pt x="133350" y="1838325"/>
                </a:lnTo>
                <a:lnTo>
                  <a:pt x="123825" y="1838325"/>
                </a:lnTo>
                <a:close/>
                <a:moveTo>
                  <a:pt x="1152525" y="1828800"/>
                </a:moveTo>
                <a:lnTo>
                  <a:pt x="1171575" y="1828800"/>
                </a:lnTo>
                <a:lnTo>
                  <a:pt x="1171575" y="1838325"/>
                </a:lnTo>
                <a:lnTo>
                  <a:pt x="1152525" y="1838325"/>
                </a:lnTo>
                <a:close/>
                <a:moveTo>
                  <a:pt x="85725" y="1838325"/>
                </a:moveTo>
                <a:lnTo>
                  <a:pt x="95250" y="1838325"/>
                </a:lnTo>
                <a:lnTo>
                  <a:pt x="95250" y="1857375"/>
                </a:lnTo>
                <a:lnTo>
                  <a:pt x="85725" y="1857375"/>
                </a:lnTo>
                <a:close/>
                <a:moveTo>
                  <a:pt x="1057275" y="1838325"/>
                </a:moveTo>
                <a:lnTo>
                  <a:pt x="1114425" y="1838325"/>
                </a:lnTo>
                <a:lnTo>
                  <a:pt x="1114425" y="1847850"/>
                </a:lnTo>
                <a:lnTo>
                  <a:pt x="1104900" y="1847850"/>
                </a:lnTo>
                <a:lnTo>
                  <a:pt x="1104900" y="1866900"/>
                </a:lnTo>
                <a:lnTo>
                  <a:pt x="1066800" y="1866900"/>
                </a:lnTo>
                <a:lnTo>
                  <a:pt x="1066800" y="1857375"/>
                </a:lnTo>
                <a:lnTo>
                  <a:pt x="1057275" y="1857375"/>
                </a:lnTo>
                <a:close/>
                <a:moveTo>
                  <a:pt x="1247775" y="1838325"/>
                </a:moveTo>
                <a:lnTo>
                  <a:pt x="1257300" y="1838325"/>
                </a:lnTo>
                <a:lnTo>
                  <a:pt x="1257300" y="1847850"/>
                </a:lnTo>
                <a:lnTo>
                  <a:pt x="1247775" y="1847850"/>
                </a:lnTo>
                <a:close/>
                <a:moveTo>
                  <a:pt x="1009650" y="1847850"/>
                </a:moveTo>
                <a:lnTo>
                  <a:pt x="1038225" y="1847850"/>
                </a:lnTo>
                <a:lnTo>
                  <a:pt x="1038225" y="1857375"/>
                </a:lnTo>
                <a:lnTo>
                  <a:pt x="1009650" y="1857375"/>
                </a:lnTo>
                <a:close/>
                <a:moveTo>
                  <a:pt x="1238250" y="1847850"/>
                </a:moveTo>
                <a:lnTo>
                  <a:pt x="1247775" y="1847850"/>
                </a:lnTo>
                <a:lnTo>
                  <a:pt x="1247775" y="1857375"/>
                </a:lnTo>
                <a:lnTo>
                  <a:pt x="1238250" y="1857375"/>
                </a:lnTo>
                <a:close/>
                <a:moveTo>
                  <a:pt x="1362075" y="1847850"/>
                </a:moveTo>
                <a:lnTo>
                  <a:pt x="1381125" y="1847850"/>
                </a:lnTo>
                <a:lnTo>
                  <a:pt x="1381125" y="1866900"/>
                </a:lnTo>
                <a:lnTo>
                  <a:pt x="1371600" y="1866900"/>
                </a:lnTo>
                <a:lnTo>
                  <a:pt x="1371600" y="1857375"/>
                </a:lnTo>
                <a:lnTo>
                  <a:pt x="1362075" y="1857375"/>
                </a:lnTo>
                <a:close/>
                <a:moveTo>
                  <a:pt x="1924050" y="1847850"/>
                </a:moveTo>
                <a:lnTo>
                  <a:pt x="1933575" y="1847850"/>
                </a:lnTo>
                <a:lnTo>
                  <a:pt x="1933575" y="1866900"/>
                </a:lnTo>
                <a:lnTo>
                  <a:pt x="1924050" y="1866900"/>
                </a:lnTo>
                <a:close/>
                <a:moveTo>
                  <a:pt x="952500" y="1857375"/>
                </a:moveTo>
                <a:lnTo>
                  <a:pt x="981075" y="1857375"/>
                </a:lnTo>
                <a:lnTo>
                  <a:pt x="981075" y="1866900"/>
                </a:lnTo>
                <a:lnTo>
                  <a:pt x="952500" y="1866900"/>
                </a:lnTo>
                <a:close/>
                <a:moveTo>
                  <a:pt x="1228725" y="1857375"/>
                </a:moveTo>
                <a:lnTo>
                  <a:pt x="1238250" y="1857375"/>
                </a:lnTo>
                <a:lnTo>
                  <a:pt x="1238250" y="1866900"/>
                </a:lnTo>
                <a:lnTo>
                  <a:pt x="1228725" y="1866900"/>
                </a:lnTo>
                <a:close/>
                <a:moveTo>
                  <a:pt x="1333500" y="1857375"/>
                </a:moveTo>
                <a:lnTo>
                  <a:pt x="1343025" y="1857375"/>
                </a:lnTo>
                <a:lnTo>
                  <a:pt x="1343025" y="1866900"/>
                </a:lnTo>
                <a:lnTo>
                  <a:pt x="1333500" y="1866900"/>
                </a:lnTo>
                <a:close/>
                <a:moveTo>
                  <a:pt x="914400" y="1866900"/>
                </a:moveTo>
                <a:lnTo>
                  <a:pt x="942975" y="1866900"/>
                </a:lnTo>
                <a:lnTo>
                  <a:pt x="942975" y="1876425"/>
                </a:lnTo>
                <a:lnTo>
                  <a:pt x="914400" y="1876425"/>
                </a:lnTo>
                <a:close/>
                <a:moveTo>
                  <a:pt x="1009650" y="1866900"/>
                </a:moveTo>
                <a:lnTo>
                  <a:pt x="1038225" y="1866900"/>
                </a:lnTo>
                <a:lnTo>
                  <a:pt x="1038225" y="1876425"/>
                </a:lnTo>
                <a:lnTo>
                  <a:pt x="1019175" y="1876425"/>
                </a:lnTo>
                <a:lnTo>
                  <a:pt x="1019175" y="1885950"/>
                </a:lnTo>
                <a:lnTo>
                  <a:pt x="1009650" y="1885950"/>
                </a:lnTo>
                <a:close/>
                <a:moveTo>
                  <a:pt x="1057275" y="1866900"/>
                </a:moveTo>
                <a:lnTo>
                  <a:pt x="1066800" y="1866900"/>
                </a:lnTo>
                <a:lnTo>
                  <a:pt x="1066800" y="1876425"/>
                </a:lnTo>
                <a:lnTo>
                  <a:pt x="1057275" y="1876425"/>
                </a:lnTo>
                <a:close/>
                <a:moveTo>
                  <a:pt x="1219200" y="1866900"/>
                </a:moveTo>
                <a:lnTo>
                  <a:pt x="1228725" y="1866900"/>
                </a:lnTo>
                <a:lnTo>
                  <a:pt x="1228725" y="1876425"/>
                </a:lnTo>
                <a:lnTo>
                  <a:pt x="1219200" y="1876425"/>
                </a:lnTo>
                <a:close/>
                <a:moveTo>
                  <a:pt x="1314450" y="1866900"/>
                </a:moveTo>
                <a:lnTo>
                  <a:pt x="1323975" y="1866900"/>
                </a:lnTo>
                <a:lnTo>
                  <a:pt x="1323975" y="1895475"/>
                </a:lnTo>
                <a:lnTo>
                  <a:pt x="1304925" y="1895475"/>
                </a:lnTo>
                <a:lnTo>
                  <a:pt x="1304925" y="1876425"/>
                </a:lnTo>
                <a:lnTo>
                  <a:pt x="1314450" y="1876425"/>
                </a:lnTo>
                <a:close/>
                <a:moveTo>
                  <a:pt x="1514475" y="1866900"/>
                </a:moveTo>
                <a:lnTo>
                  <a:pt x="1524000" y="1866900"/>
                </a:lnTo>
                <a:lnTo>
                  <a:pt x="1524000" y="1876425"/>
                </a:lnTo>
                <a:lnTo>
                  <a:pt x="1552575" y="1876425"/>
                </a:lnTo>
                <a:lnTo>
                  <a:pt x="1552575" y="1895475"/>
                </a:lnTo>
                <a:lnTo>
                  <a:pt x="1543050" y="1895475"/>
                </a:lnTo>
                <a:lnTo>
                  <a:pt x="1543050" y="1905000"/>
                </a:lnTo>
                <a:lnTo>
                  <a:pt x="1524000" y="1905000"/>
                </a:lnTo>
                <a:lnTo>
                  <a:pt x="1524000" y="1885950"/>
                </a:lnTo>
                <a:lnTo>
                  <a:pt x="1514475" y="1885950"/>
                </a:lnTo>
                <a:lnTo>
                  <a:pt x="1514475" y="1905000"/>
                </a:lnTo>
                <a:lnTo>
                  <a:pt x="1504950" y="1905000"/>
                </a:lnTo>
                <a:lnTo>
                  <a:pt x="1504950" y="1914525"/>
                </a:lnTo>
                <a:lnTo>
                  <a:pt x="1495425" y="1914525"/>
                </a:lnTo>
                <a:lnTo>
                  <a:pt x="1495425" y="1905000"/>
                </a:lnTo>
                <a:lnTo>
                  <a:pt x="1485900" y="1905000"/>
                </a:lnTo>
                <a:lnTo>
                  <a:pt x="1485900" y="1885950"/>
                </a:lnTo>
                <a:lnTo>
                  <a:pt x="1495425" y="1885950"/>
                </a:lnTo>
                <a:lnTo>
                  <a:pt x="1495425" y="1876425"/>
                </a:lnTo>
                <a:lnTo>
                  <a:pt x="1514475" y="1876425"/>
                </a:lnTo>
                <a:close/>
                <a:moveTo>
                  <a:pt x="1809750" y="1866900"/>
                </a:moveTo>
                <a:lnTo>
                  <a:pt x="1819275" y="1866900"/>
                </a:lnTo>
                <a:lnTo>
                  <a:pt x="1819275" y="1876425"/>
                </a:lnTo>
                <a:lnTo>
                  <a:pt x="1809750" y="1876425"/>
                </a:lnTo>
                <a:close/>
                <a:moveTo>
                  <a:pt x="971550" y="1876425"/>
                </a:moveTo>
                <a:lnTo>
                  <a:pt x="990600" y="1876425"/>
                </a:lnTo>
                <a:lnTo>
                  <a:pt x="990600" y="1885950"/>
                </a:lnTo>
                <a:lnTo>
                  <a:pt x="971550" y="1885950"/>
                </a:lnTo>
                <a:close/>
                <a:moveTo>
                  <a:pt x="1200150" y="1876425"/>
                </a:moveTo>
                <a:lnTo>
                  <a:pt x="1209675" y="1876425"/>
                </a:lnTo>
                <a:lnTo>
                  <a:pt x="1209675" y="1885950"/>
                </a:lnTo>
                <a:lnTo>
                  <a:pt x="1200150" y="1885950"/>
                </a:lnTo>
                <a:close/>
                <a:moveTo>
                  <a:pt x="933450" y="1885950"/>
                </a:moveTo>
                <a:lnTo>
                  <a:pt x="952500" y="1885950"/>
                </a:lnTo>
                <a:lnTo>
                  <a:pt x="952500" y="1895475"/>
                </a:lnTo>
                <a:lnTo>
                  <a:pt x="933450" y="1895475"/>
                </a:lnTo>
                <a:close/>
                <a:moveTo>
                  <a:pt x="1181100" y="1885950"/>
                </a:moveTo>
                <a:lnTo>
                  <a:pt x="1190625" y="1885950"/>
                </a:lnTo>
                <a:lnTo>
                  <a:pt x="1190625" y="1895475"/>
                </a:lnTo>
                <a:lnTo>
                  <a:pt x="1181100" y="1895475"/>
                </a:lnTo>
                <a:close/>
                <a:moveTo>
                  <a:pt x="114300" y="1895475"/>
                </a:moveTo>
                <a:lnTo>
                  <a:pt x="123825" y="1895475"/>
                </a:lnTo>
                <a:lnTo>
                  <a:pt x="123825" y="1905000"/>
                </a:lnTo>
                <a:lnTo>
                  <a:pt x="114300" y="1905000"/>
                </a:lnTo>
                <a:close/>
                <a:moveTo>
                  <a:pt x="895350" y="1895475"/>
                </a:moveTo>
                <a:lnTo>
                  <a:pt x="914400" y="1895475"/>
                </a:lnTo>
                <a:lnTo>
                  <a:pt x="914400" y="1905000"/>
                </a:lnTo>
                <a:lnTo>
                  <a:pt x="904875" y="1905000"/>
                </a:lnTo>
                <a:lnTo>
                  <a:pt x="904875" y="1914525"/>
                </a:lnTo>
                <a:lnTo>
                  <a:pt x="876300" y="1914525"/>
                </a:lnTo>
                <a:lnTo>
                  <a:pt x="876300" y="1924050"/>
                </a:lnTo>
                <a:lnTo>
                  <a:pt x="847725" y="1924050"/>
                </a:lnTo>
                <a:lnTo>
                  <a:pt x="847725" y="1933575"/>
                </a:lnTo>
                <a:lnTo>
                  <a:pt x="819150" y="1933575"/>
                </a:lnTo>
                <a:lnTo>
                  <a:pt x="819150" y="1943100"/>
                </a:lnTo>
                <a:lnTo>
                  <a:pt x="800100" y="1943100"/>
                </a:lnTo>
                <a:lnTo>
                  <a:pt x="800100" y="1924050"/>
                </a:lnTo>
                <a:lnTo>
                  <a:pt x="828675" y="1924050"/>
                </a:lnTo>
                <a:lnTo>
                  <a:pt x="828675" y="1914525"/>
                </a:lnTo>
                <a:lnTo>
                  <a:pt x="857250" y="1914525"/>
                </a:lnTo>
                <a:lnTo>
                  <a:pt x="857250" y="1905000"/>
                </a:lnTo>
                <a:lnTo>
                  <a:pt x="895350" y="1905000"/>
                </a:lnTo>
                <a:close/>
                <a:moveTo>
                  <a:pt x="1076325" y="1895475"/>
                </a:moveTo>
                <a:lnTo>
                  <a:pt x="1085850" y="1895475"/>
                </a:lnTo>
                <a:lnTo>
                  <a:pt x="1085850" y="1905000"/>
                </a:lnTo>
                <a:lnTo>
                  <a:pt x="1076325" y="1905000"/>
                </a:lnTo>
                <a:close/>
                <a:moveTo>
                  <a:pt x="438150" y="1905000"/>
                </a:moveTo>
                <a:lnTo>
                  <a:pt x="447675" y="1905000"/>
                </a:lnTo>
                <a:lnTo>
                  <a:pt x="447675" y="1914525"/>
                </a:lnTo>
                <a:lnTo>
                  <a:pt x="438150" y="1914525"/>
                </a:lnTo>
                <a:close/>
                <a:moveTo>
                  <a:pt x="1047750" y="1905000"/>
                </a:moveTo>
                <a:lnTo>
                  <a:pt x="1057275" y="1905000"/>
                </a:lnTo>
                <a:lnTo>
                  <a:pt x="1057275" y="1914525"/>
                </a:lnTo>
                <a:lnTo>
                  <a:pt x="1047750" y="1914525"/>
                </a:lnTo>
                <a:close/>
                <a:moveTo>
                  <a:pt x="1019175" y="1914525"/>
                </a:moveTo>
                <a:lnTo>
                  <a:pt x="1028700" y="1914525"/>
                </a:lnTo>
                <a:lnTo>
                  <a:pt x="1028700" y="1924050"/>
                </a:lnTo>
                <a:lnTo>
                  <a:pt x="1019175" y="1924050"/>
                </a:lnTo>
                <a:close/>
                <a:moveTo>
                  <a:pt x="1504950" y="1914525"/>
                </a:moveTo>
                <a:lnTo>
                  <a:pt x="1514475" y="1914525"/>
                </a:lnTo>
                <a:lnTo>
                  <a:pt x="1514475" y="1924050"/>
                </a:lnTo>
                <a:lnTo>
                  <a:pt x="1504950" y="1924050"/>
                </a:lnTo>
                <a:close/>
                <a:moveTo>
                  <a:pt x="1524000" y="1914525"/>
                </a:moveTo>
                <a:lnTo>
                  <a:pt x="1533525" y="1914525"/>
                </a:lnTo>
                <a:lnTo>
                  <a:pt x="1533525" y="1924050"/>
                </a:lnTo>
                <a:lnTo>
                  <a:pt x="1524000" y="1924050"/>
                </a:lnTo>
                <a:close/>
                <a:moveTo>
                  <a:pt x="990600" y="1924050"/>
                </a:moveTo>
                <a:lnTo>
                  <a:pt x="1000125" y="1924050"/>
                </a:lnTo>
                <a:lnTo>
                  <a:pt x="1000125" y="1933575"/>
                </a:lnTo>
                <a:lnTo>
                  <a:pt x="990600" y="1933575"/>
                </a:lnTo>
                <a:close/>
                <a:moveTo>
                  <a:pt x="76200" y="1933575"/>
                </a:moveTo>
                <a:lnTo>
                  <a:pt x="85725" y="1933575"/>
                </a:lnTo>
                <a:lnTo>
                  <a:pt x="85725" y="1952625"/>
                </a:lnTo>
                <a:lnTo>
                  <a:pt x="76200" y="1952625"/>
                </a:lnTo>
                <a:close/>
                <a:moveTo>
                  <a:pt x="133350" y="1933575"/>
                </a:moveTo>
                <a:lnTo>
                  <a:pt x="142875" y="1933575"/>
                </a:lnTo>
                <a:lnTo>
                  <a:pt x="142875" y="1943100"/>
                </a:lnTo>
                <a:lnTo>
                  <a:pt x="133350" y="1943100"/>
                </a:lnTo>
                <a:close/>
                <a:moveTo>
                  <a:pt x="447675" y="1933575"/>
                </a:moveTo>
                <a:lnTo>
                  <a:pt x="457200" y="1933575"/>
                </a:lnTo>
                <a:lnTo>
                  <a:pt x="457200" y="1943100"/>
                </a:lnTo>
                <a:lnTo>
                  <a:pt x="447675" y="1943100"/>
                </a:lnTo>
                <a:close/>
                <a:moveTo>
                  <a:pt x="962025" y="1933575"/>
                </a:moveTo>
                <a:lnTo>
                  <a:pt x="971550" y="1933575"/>
                </a:lnTo>
                <a:lnTo>
                  <a:pt x="971550" y="1943100"/>
                </a:lnTo>
                <a:lnTo>
                  <a:pt x="962025" y="1943100"/>
                </a:lnTo>
                <a:close/>
                <a:moveTo>
                  <a:pt x="247650" y="1952625"/>
                </a:moveTo>
                <a:lnTo>
                  <a:pt x="257175" y="1952625"/>
                </a:lnTo>
                <a:lnTo>
                  <a:pt x="257175" y="1971675"/>
                </a:lnTo>
                <a:lnTo>
                  <a:pt x="247650" y="1971675"/>
                </a:lnTo>
                <a:close/>
                <a:moveTo>
                  <a:pt x="762000" y="1952625"/>
                </a:moveTo>
                <a:lnTo>
                  <a:pt x="771525" y="1952625"/>
                </a:lnTo>
                <a:lnTo>
                  <a:pt x="771525" y="1962150"/>
                </a:lnTo>
                <a:lnTo>
                  <a:pt x="762000" y="1962150"/>
                </a:lnTo>
                <a:close/>
                <a:moveTo>
                  <a:pt x="457200" y="1962150"/>
                </a:moveTo>
                <a:lnTo>
                  <a:pt x="466725" y="1962150"/>
                </a:lnTo>
                <a:lnTo>
                  <a:pt x="466725" y="1971675"/>
                </a:lnTo>
                <a:lnTo>
                  <a:pt x="457200" y="1971675"/>
                </a:lnTo>
                <a:close/>
                <a:moveTo>
                  <a:pt x="685800" y="1962150"/>
                </a:moveTo>
                <a:lnTo>
                  <a:pt x="695325" y="1962150"/>
                </a:lnTo>
                <a:lnTo>
                  <a:pt x="695325" y="1981200"/>
                </a:lnTo>
                <a:lnTo>
                  <a:pt x="714375" y="1981200"/>
                </a:lnTo>
                <a:lnTo>
                  <a:pt x="714375" y="1990725"/>
                </a:lnTo>
                <a:lnTo>
                  <a:pt x="685800" y="1990725"/>
                </a:lnTo>
                <a:close/>
                <a:moveTo>
                  <a:pt x="742950" y="1962150"/>
                </a:moveTo>
                <a:lnTo>
                  <a:pt x="752475" y="1962150"/>
                </a:lnTo>
                <a:lnTo>
                  <a:pt x="752475" y="1990725"/>
                </a:lnTo>
                <a:lnTo>
                  <a:pt x="723900" y="1990725"/>
                </a:lnTo>
                <a:lnTo>
                  <a:pt x="723900" y="1971675"/>
                </a:lnTo>
                <a:lnTo>
                  <a:pt x="742950" y="1971675"/>
                </a:lnTo>
                <a:close/>
                <a:moveTo>
                  <a:pt x="885825" y="1962150"/>
                </a:moveTo>
                <a:lnTo>
                  <a:pt x="895350" y="1962150"/>
                </a:lnTo>
                <a:lnTo>
                  <a:pt x="895350" y="1971675"/>
                </a:lnTo>
                <a:lnTo>
                  <a:pt x="885825" y="1971675"/>
                </a:lnTo>
                <a:close/>
                <a:moveTo>
                  <a:pt x="552450" y="1971675"/>
                </a:moveTo>
                <a:lnTo>
                  <a:pt x="561975" y="1971675"/>
                </a:lnTo>
                <a:lnTo>
                  <a:pt x="561975" y="1990725"/>
                </a:lnTo>
                <a:lnTo>
                  <a:pt x="552450" y="1990725"/>
                </a:lnTo>
                <a:close/>
                <a:moveTo>
                  <a:pt x="590550" y="1971675"/>
                </a:moveTo>
                <a:lnTo>
                  <a:pt x="600075" y="1971675"/>
                </a:lnTo>
                <a:lnTo>
                  <a:pt x="600075" y="1981200"/>
                </a:lnTo>
                <a:lnTo>
                  <a:pt x="590550" y="1981200"/>
                </a:lnTo>
                <a:close/>
                <a:moveTo>
                  <a:pt x="790575" y="1971675"/>
                </a:moveTo>
                <a:lnTo>
                  <a:pt x="800100" y="1971675"/>
                </a:lnTo>
                <a:lnTo>
                  <a:pt x="800100" y="1981200"/>
                </a:lnTo>
                <a:lnTo>
                  <a:pt x="790575" y="1981200"/>
                </a:lnTo>
                <a:close/>
                <a:moveTo>
                  <a:pt x="857250" y="1971675"/>
                </a:moveTo>
                <a:lnTo>
                  <a:pt x="866775" y="1971675"/>
                </a:lnTo>
                <a:lnTo>
                  <a:pt x="866775" y="1981200"/>
                </a:lnTo>
                <a:lnTo>
                  <a:pt x="857250" y="1981200"/>
                </a:lnTo>
                <a:close/>
                <a:moveTo>
                  <a:pt x="171450" y="1981200"/>
                </a:moveTo>
                <a:lnTo>
                  <a:pt x="180975" y="1981200"/>
                </a:lnTo>
                <a:lnTo>
                  <a:pt x="180975" y="1990725"/>
                </a:lnTo>
                <a:lnTo>
                  <a:pt x="190500" y="1990725"/>
                </a:lnTo>
                <a:lnTo>
                  <a:pt x="190500" y="2000250"/>
                </a:lnTo>
                <a:lnTo>
                  <a:pt x="200025" y="2000250"/>
                </a:lnTo>
                <a:lnTo>
                  <a:pt x="200025" y="2009775"/>
                </a:lnTo>
                <a:lnTo>
                  <a:pt x="180975" y="2009775"/>
                </a:lnTo>
                <a:lnTo>
                  <a:pt x="180975" y="2000250"/>
                </a:lnTo>
                <a:lnTo>
                  <a:pt x="171450" y="2000250"/>
                </a:lnTo>
                <a:close/>
                <a:moveTo>
                  <a:pt x="295275" y="1981200"/>
                </a:moveTo>
                <a:lnTo>
                  <a:pt x="304800" y="1981200"/>
                </a:lnTo>
                <a:lnTo>
                  <a:pt x="304800" y="1990725"/>
                </a:lnTo>
                <a:lnTo>
                  <a:pt x="295275" y="1990725"/>
                </a:lnTo>
                <a:close/>
                <a:moveTo>
                  <a:pt x="828675" y="1981200"/>
                </a:moveTo>
                <a:lnTo>
                  <a:pt x="838200" y="1981200"/>
                </a:lnTo>
                <a:lnTo>
                  <a:pt x="838200" y="1990725"/>
                </a:lnTo>
                <a:lnTo>
                  <a:pt x="828675" y="1990725"/>
                </a:lnTo>
                <a:close/>
                <a:moveTo>
                  <a:pt x="466725" y="1990725"/>
                </a:moveTo>
                <a:lnTo>
                  <a:pt x="476250" y="1990725"/>
                </a:lnTo>
                <a:lnTo>
                  <a:pt x="476250" y="2000250"/>
                </a:lnTo>
                <a:lnTo>
                  <a:pt x="466725" y="2000250"/>
                </a:lnTo>
                <a:close/>
                <a:moveTo>
                  <a:pt x="676275" y="1990725"/>
                </a:moveTo>
                <a:lnTo>
                  <a:pt x="685800" y="1990725"/>
                </a:lnTo>
                <a:lnTo>
                  <a:pt x="685800" y="2000250"/>
                </a:lnTo>
                <a:lnTo>
                  <a:pt x="676275" y="2000250"/>
                </a:lnTo>
                <a:close/>
                <a:moveTo>
                  <a:pt x="800100" y="1990725"/>
                </a:moveTo>
                <a:lnTo>
                  <a:pt x="809625" y="1990725"/>
                </a:lnTo>
                <a:lnTo>
                  <a:pt x="809625" y="2000250"/>
                </a:lnTo>
                <a:lnTo>
                  <a:pt x="800100" y="2000250"/>
                </a:lnTo>
                <a:close/>
                <a:moveTo>
                  <a:pt x="1990725" y="1990725"/>
                </a:moveTo>
                <a:lnTo>
                  <a:pt x="2000250" y="1990725"/>
                </a:lnTo>
                <a:lnTo>
                  <a:pt x="2000250" y="2000250"/>
                </a:lnTo>
                <a:lnTo>
                  <a:pt x="1990725" y="2000250"/>
                </a:lnTo>
                <a:close/>
                <a:moveTo>
                  <a:pt x="504825" y="2000250"/>
                </a:moveTo>
                <a:lnTo>
                  <a:pt x="514350" y="2000250"/>
                </a:lnTo>
                <a:lnTo>
                  <a:pt x="514350" y="2009775"/>
                </a:lnTo>
                <a:lnTo>
                  <a:pt x="504825" y="2009775"/>
                </a:lnTo>
                <a:close/>
                <a:moveTo>
                  <a:pt x="657225" y="2000250"/>
                </a:moveTo>
                <a:lnTo>
                  <a:pt x="666750" y="2000250"/>
                </a:lnTo>
                <a:lnTo>
                  <a:pt x="666750" y="2009775"/>
                </a:lnTo>
                <a:lnTo>
                  <a:pt x="657225" y="2009775"/>
                </a:lnTo>
                <a:close/>
                <a:moveTo>
                  <a:pt x="714375" y="2000250"/>
                </a:moveTo>
                <a:lnTo>
                  <a:pt x="723900" y="2000250"/>
                </a:lnTo>
                <a:lnTo>
                  <a:pt x="723900" y="2019300"/>
                </a:lnTo>
                <a:lnTo>
                  <a:pt x="714375" y="2019300"/>
                </a:lnTo>
                <a:close/>
                <a:moveTo>
                  <a:pt x="1952625" y="2000250"/>
                </a:moveTo>
                <a:lnTo>
                  <a:pt x="1962150" y="2000250"/>
                </a:lnTo>
                <a:lnTo>
                  <a:pt x="1962150" y="2009775"/>
                </a:lnTo>
                <a:lnTo>
                  <a:pt x="1952625" y="2009775"/>
                </a:lnTo>
                <a:close/>
                <a:moveTo>
                  <a:pt x="600075" y="2009775"/>
                </a:moveTo>
                <a:lnTo>
                  <a:pt x="609600" y="2009775"/>
                </a:lnTo>
                <a:lnTo>
                  <a:pt x="609600" y="2019300"/>
                </a:lnTo>
                <a:lnTo>
                  <a:pt x="619125" y="2019300"/>
                </a:lnTo>
                <a:lnTo>
                  <a:pt x="619125" y="2028825"/>
                </a:lnTo>
                <a:lnTo>
                  <a:pt x="600075" y="2028825"/>
                </a:lnTo>
                <a:close/>
                <a:moveTo>
                  <a:pt x="66675" y="2019300"/>
                </a:moveTo>
                <a:lnTo>
                  <a:pt x="76200" y="2019300"/>
                </a:lnTo>
                <a:lnTo>
                  <a:pt x="76200" y="2028825"/>
                </a:lnTo>
                <a:lnTo>
                  <a:pt x="66675" y="2028825"/>
                </a:lnTo>
                <a:close/>
                <a:moveTo>
                  <a:pt x="476250" y="2019300"/>
                </a:moveTo>
                <a:lnTo>
                  <a:pt x="485775" y="2019300"/>
                </a:lnTo>
                <a:lnTo>
                  <a:pt x="485775" y="2028825"/>
                </a:lnTo>
                <a:lnTo>
                  <a:pt x="476250" y="2028825"/>
                </a:lnTo>
                <a:close/>
                <a:moveTo>
                  <a:pt x="228600" y="2028825"/>
                </a:moveTo>
                <a:lnTo>
                  <a:pt x="238125" y="2028825"/>
                </a:lnTo>
                <a:lnTo>
                  <a:pt x="238125" y="2038350"/>
                </a:lnTo>
                <a:lnTo>
                  <a:pt x="247650" y="2038350"/>
                </a:lnTo>
                <a:lnTo>
                  <a:pt x="247650" y="2047875"/>
                </a:lnTo>
                <a:lnTo>
                  <a:pt x="228600" y="2047875"/>
                </a:lnTo>
                <a:close/>
                <a:moveTo>
                  <a:pt x="514350" y="2028825"/>
                </a:moveTo>
                <a:lnTo>
                  <a:pt x="523875" y="2028825"/>
                </a:lnTo>
                <a:lnTo>
                  <a:pt x="523875" y="2038350"/>
                </a:lnTo>
                <a:lnTo>
                  <a:pt x="514350" y="2038350"/>
                </a:lnTo>
                <a:close/>
                <a:moveTo>
                  <a:pt x="590550" y="2028825"/>
                </a:moveTo>
                <a:lnTo>
                  <a:pt x="600075" y="2028825"/>
                </a:lnTo>
                <a:lnTo>
                  <a:pt x="600075" y="2038350"/>
                </a:lnTo>
                <a:lnTo>
                  <a:pt x="590550" y="2038350"/>
                </a:lnTo>
                <a:close/>
                <a:moveTo>
                  <a:pt x="2076450" y="2038350"/>
                </a:moveTo>
                <a:lnTo>
                  <a:pt x="2085975" y="2038350"/>
                </a:lnTo>
                <a:lnTo>
                  <a:pt x="2085975" y="2047875"/>
                </a:lnTo>
                <a:lnTo>
                  <a:pt x="2076450" y="2047875"/>
                </a:lnTo>
                <a:close/>
                <a:moveTo>
                  <a:pt x="485775" y="2047875"/>
                </a:moveTo>
                <a:lnTo>
                  <a:pt x="495300" y="2047875"/>
                </a:lnTo>
                <a:lnTo>
                  <a:pt x="495300" y="2057400"/>
                </a:lnTo>
                <a:lnTo>
                  <a:pt x="485775" y="2057400"/>
                </a:lnTo>
                <a:close/>
                <a:moveTo>
                  <a:pt x="647700" y="2047875"/>
                </a:moveTo>
                <a:lnTo>
                  <a:pt x="657225" y="2047875"/>
                </a:lnTo>
                <a:lnTo>
                  <a:pt x="657225" y="2057400"/>
                </a:lnTo>
                <a:lnTo>
                  <a:pt x="647700" y="2057400"/>
                </a:lnTo>
                <a:close/>
                <a:moveTo>
                  <a:pt x="619125" y="2057400"/>
                </a:moveTo>
                <a:lnTo>
                  <a:pt x="628650" y="2057400"/>
                </a:lnTo>
                <a:lnTo>
                  <a:pt x="628650" y="2066925"/>
                </a:lnTo>
                <a:lnTo>
                  <a:pt x="619125" y="2066925"/>
                </a:lnTo>
                <a:close/>
                <a:moveTo>
                  <a:pt x="2019300" y="2057400"/>
                </a:moveTo>
                <a:lnTo>
                  <a:pt x="2038350" y="2057400"/>
                </a:lnTo>
                <a:lnTo>
                  <a:pt x="2038350" y="2076450"/>
                </a:lnTo>
                <a:lnTo>
                  <a:pt x="2019300" y="2076450"/>
                </a:lnTo>
                <a:close/>
                <a:moveTo>
                  <a:pt x="1971675" y="2066925"/>
                </a:moveTo>
                <a:lnTo>
                  <a:pt x="2000250" y="2066925"/>
                </a:lnTo>
                <a:lnTo>
                  <a:pt x="2000250" y="2076450"/>
                </a:lnTo>
                <a:lnTo>
                  <a:pt x="2009775" y="2076450"/>
                </a:lnTo>
                <a:lnTo>
                  <a:pt x="2009775" y="2085975"/>
                </a:lnTo>
                <a:lnTo>
                  <a:pt x="1971675" y="2085975"/>
                </a:lnTo>
                <a:close/>
                <a:moveTo>
                  <a:pt x="571500" y="2076450"/>
                </a:moveTo>
                <a:lnTo>
                  <a:pt x="581025" y="2076450"/>
                </a:lnTo>
                <a:lnTo>
                  <a:pt x="581025" y="2085975"/>
                </a:lnTo>
                <a:lnTo>
                  <a:pt x="571500" y="2085975"/>
                </a:lnTo>
                <a:close/>
                <a:moveTo>
                  <a:pt x="1619250" y="2076450"/>
                </a:moveTo>
                <a:lnTo>
                  <a:pt x="1628775" y="2076450"/>
                </a:lnTo>
                <a:lnTo>
                  <a:pt x="1628775" y="2085975"/>
                </a:lnTo>
                <a:lnTo>
                  <a:pt x="1619250" y="2085975"/>
                </a:lnTo>
                <a:close/>
                <a:moveTo>
                  <a:pt x="1933575" y="2076450"/>
                </a:moveTo>
                <a:lnTo>
                  <a:pt x="1952625" y="2076450"/>
                </a:lnTo>
                <a:lnTo>
                  <a:pt x="1952625" y="2085975"/>
                </a:lnTo>
                <a:lnTo>
                  <a:pt x="1962150" y="2085975"/>
                </a:lnTo>
                <a:lnTo>
                  <a:pt x="1962150" y="2095500"/>
                </a:lnTo>
                <a:lnTo>
                  <a:pt x="1952625" y="2095500"/>
                </a:lnTo>
                <a:lnTo>
                  <a:pt x="1952625" y="2228850"/>
                </a:lnTo>
                <a:lnTo>
                  <a:pt x="1943100" y="2228850"/>
                </a:lnTo>
                <a:lnTo>
                  <a:pt x="1943100" y="2276475"/>
                </a:lnTo>
                <a:lnTo>
                  <a:pt x="1933575" y="2276475"/>
                </a:lnTo>
                <a:lnTo>
                  <a:pt x="1933575" y="2295525"/>
                </a:lnTo>
                <a:lnTo>
                  <a:pt x="1924050" y="2295525"/>
                </a:lnTo>
                <a:lnTo>
                  <a:pt x="1924050" y="2314575"/>
                </a:lnTo>
                <a:lnTo>
                  <a:pt x="1905000" y="2314575"/>
                </a:lnTo>
                <a:lnTo>
                  <a:pt x="1905000" y="2295525"/>
                </a:lnTo>
                <a:lnTo>
                  <a:pt x="1914525" y="2295525"/>
                </a:lnTo>
                <a:lnTo>
                  <a:pt x="1914525" y="2276475"/>
                </a:lnTo>
                <a:lnTo>
                  <a:pt x="1924050" y="2276475"/>
                </a:lnTo>
                <a:lnTo>
                  <a:pt x="1924050" y="2238375"/>
                </a:lnTo>
                <a:lnTo>
                  <a:pt x="1933575" y="2238375"/>
                </a:lnTo>
                <a:lnTo>
                  <a:pt x="1933575" y="2095500"/>
                </a:lnTo>
                <a:lnTo>
                  <a:pt x="1924050" y="2095500"/>
                </a:lnTo>
                <a:lnTo>
                  <a:pt x="1924050" y="2085975"/>
                </a:lnTo>
                <a:lnTo>
                  <a:pt x="1933575" y="2085975"/>
                </a:lnTo>
                <a:close/>
                <a:moveTo>
                  <a:pt x="504825" y="2085975"/>
                </a:moveTo>
                <a:lnTo>
                  <a:pt x="514350" y="2085975"/>
                </a:lnTo>
                <a:lnTo>
                  <a:pt x="514350" y="2095500"/>
                </a:lnTo>
                <a:lnTo>
                  <a:pt x="504825" y="2095500"/>
                </a:lnTo>
                <a:close/>
                <a:moveTo>
                  <a:pt x="542925" y="2085975"/>
                </a:moveTo>
                <a:lnTo>
                  <a:pt x="552450" y="2085975"/>
                </a:lnTo>
                <a:lnTo>
                  <a:pt x="552450" y="2095500"/>
                </a:lnTo>
                <a:lnTo>
                  <a:pt x="542925" y="2095500"/>
                </a:lnTo>
                <a:close/>
                <a:moveTo>
                  <a:pt x="1771650" y="2085975"/>
                </a:moveTo>
                <a:lnTo>
                  <a:pt x="1781175" y="2085975"/>
                </a:lnTo>
                <a:lnTo>
                  <a:pt x="1781175" y="2095500"/>
                </a:lnTo>
                <a:lnTo>
                  <a:pt x="1771650" y="2095500"/>
                </a:lnTo>
                <a:close/>
                <a:moveTo>
                  <a:pt x="57150" y="2095500"/>
                </a:moveTo>
                <a:lnTo>
                  <a:pt x="66675" y="2095500"/>
                </a:lnTo>
                <a:lnTo>
                  <a:pt x="66675" y="2152650"/>
                </a:lnTo>
                <a:lnTo>
                  <a:pt x="57150" y="2152650"/>
                </a:lnTo>
                <a:close/>
                <a:moveTo>
                  <a:pt x="361950" y="2095500"/>
                </a:moveTo>
                <a:lnTo>
                  <a:pt x="371475" y="2095500"/>
                </a:lnTo>
                <a:lnTo>
                  <a:pt x="371475" y="2114550"/>
                </a:lnTo>
                <a:lnTo>
                  <a:pt x="390525" y="2114550"/>
                </a:lnTo>
                <a:lnTo>
                  <a:pt x="390525" y="2124075"/>
                </a:lnTo>
                <a:lnTo>
                  <a:pt x="400050" y="2124075"/>
                </a:lnTo>
                <a:lnTo>
                  <a:pt x="400050" y="2133600"/>
                </a:lnTo>
                <a:lnTo>
                  <a:pt x="409575" y="2133600"/>
                </a:lnTo>
                <a:lnTo>
                  <a:pt x="409575" y="2143125"/>
                </a:lnTo>
                <a:lnTo>
                  <a:pt x="381000" y="2143125"/>
                </a:lnTo>
                <a:lnTo>
                  <a:pt x="381000" y="2133600"/>
                </a:lnTo>
                <a:lnTo>
                  <a:pt x="371475" y="2133600"/>
                </a:lnTo>
                <a:lnTo>
                  <a:pt x="371475" y="2124075"/>
                </a:lnTo>
                <a:lnTo>
                  <a:pt x="361950" y="2124075"/>
                </a:lnTo>
                <a:lnTo>
                  <a:pt x="361950" y="2114550"/>
                </a:lnTo>
                <a:lnTo>
                  <a:pt x="352425" y="2114550"/>
                </a:lnTo>
                <a:lnTo>
                  <a:pt x="352425" y="2105025"/>
                </a:lnTo>
                <a:lnTo>
                  <a:pt x="361950" y="2105025"/>
                </a:lnTo>
                <a:close/>
                <a:moveTo>
                  <a:pt x="514350" y="2095500"/>
                </a:moveTo>
                <a:lnTo>
                  <a:pt x="533400" y="2095500"/>
                </a:lnTo>
                <a:lnTo>
                  <a:pt x="533400" y="2105025"/>
                </a:lnTo>
                <a:lnTo>
                  <a:pt x="514350" y="2105025"/>
                </a:lnTo>
                <a:close/>
                <a:moveTo>
                  <a:pt x="1619250" y="2114550"/>
                </a:moveTo>
                <a:lnTo>
                  <a:pt x="1628775" y="2114550"/>
                </a:lnTo>
                <a:lnTo>
                  <a:pt x="1628775" y="2133600"/>
                </a:lnTo>
                <a:lnTo>
                  <a:pt x="1619250" y="2133600"/>
                </a:lnTo>
                <a:lnTo>
                  <a:pt x="1619250" y="2143125"/>
                </a:lnTo>
                <a:lnTo>
                  <a:pt x="1609725" y="2143125"/>
                </a:lnTo>
                <a:lnTo>
                  <a:pt x="1609725" y="2124075"/>
                </a:lnTo>
                <a:lnTo>
                  <a:pt x="1619250" y="2124075"/>
                </a:lnTo>
                <a:close/>
                <a:moveTo>
                  <a:pt x="2095500" y="2162175"/>
                </a:moveTo>
                <a:lnTo>
                  <a:pt x="2105025" y="2162175"/>
                </a:lnTo>
                <a:lnTo>
                  <a:pt x="2105025" y="2181225"/>
                </a:lnTo>
                <a:lnTo>
                  <a:pt x="2085975" y="2181225"/>
                </a:lnTo>
                <a:lnTo>
                  <a:pt x="2085975" y="2171700"/>
                </a:lnTo>
                <a:lnTo>
                  <a:pt x="2095500" y="2171700"/>
                </a:lnTo>
                <a:close/>
                <a:moveTo>
                  <a:pt x="2276475" y="2181225"/>
                </a:moveTo>
                <a:lnTo>
                  <a:pt x="2295525" y="2181225"/>
                </a:lnTo>
                <a:lnTo>
                  <a:pt x="2295525" y="2219325"/>
                </a:lnTo>
                <a:lnTo>
                  <a:pt x="2333625" y="2219325"/>
                </a:lnTo>
                <a:lnTo>
                  <a:pt x="2333625" y="2200275"/>
                </a:lnTo>
                <a:lnTo>
                  <a:pt x="2362200" y="2200275"/>
                </a:lnTo>
                <a:lnTo>
                  <a:pt x="2362200" y="2228850"/>
                </a:lnTo>
                <a:lnTo>
                  <a:pt x="2324100" y="2228850"/>
                </a:lnTo>
                <a:lnTo>
                  <a:pt x="2324100" y="2238375"/>
                </a:lnTo>
                <a:lnTo>
                  <a:pt x="2305050" y="2238375"/>
                </a:lnTo>
                <a:lnTo>
                  <a:pt x="2305050" y="2228850"/>
                </a:lnTo>
                <a:lnTo>
                  <a:pt x="2276475" y="2228850"/>
                </a:lnTo>
                <a:close/>
                <a:moveTo>
                  <a:pt x="66675" y="2190750"/>
                </a:moveTo>
                <a:lnTo>
                  <a:pt x="76200" y="2190750"/>
                </a:lnTo>
                <a:lnTo>
                  <a:pt x="76200" y="2200275"/>
                </a:lnTo>
                <a:lnTo>
                  <a:pt x="66675" y="2200275"/>
                </a:lnTo>
                <a:close/>
                <a:moveTo>
                  <a:pt x="2247900" y="2190750"/>
                </a:moveTo>
                <a:lnTo>
                  <a:pt x="2257425" y="2190750"/>
                </a:lnTo>
                <a:lnTo>
                  <a:pt x="2257425" y="2200275"/>
                </a:lnTo>
                <a:lnTo>
                  <a:pt x="2247900" y="2200275"/>
                </a:lnTo>
                <a:close/>
                <a:moveTo>
                  <a:pt x="2381250" y="2190750"/>
                </a:moveTo>
                <a:lnTo>
                  <a:pt x="2400300" y="2190750"/>
                </a:lnTo>
                <a:lnTo>
                  <a:pt x="2400300" y="2200275"/>
                </a:lnTo>
                <a:lnTo>
                  <a:pt x="2381250" y="2200275"/>
                </a:lnTo>
                <a:close/>
                <a:moveTo>
                  <a:pt x="2133600" y="2219325"/>
                </a:moveTo>
                <a:lnTo>
                  <a:pt x="2143125" y="2219325"/>
                </a:lnTo>
                <a:lnTo>
                  <a:pt x="2143125" y="2228850"/>
                </a:lnTo>
                <a:lnTo>
                  <a:pt x="2133600" y="2228850"/>
                </a:lnTo>
                <a:close/>
                <a:moveTo>
                  <a:pt x="161925" y="2228850"/>
                </a:moveTo>
                <a:lnTo>
                  <a:pt x="171450" y="2228850"/>
                </a:lnTo>
                <a:lnTo>
                  <a:pt x="171450" y="2238375"/>
                </a:lnTo>
                <a:lnTo>
                  <a:pt x="161925" y="2238375"/>
                </a:lnTo>
                <a:close/>
                <a:moveTo>
                  <a:pt x="704850" y="2228850"/>
                </a:moveTo>
                <a:lnTo>
                  <a:pt x="723900" y="2228850"/>
                </a:lnTo>
                <a:lnTo>
                  <a:pt x="723900" y="2238375"/>
                </a:lnTo>
                <a:lnTo>
                  <a:pt x="704850" y="2238375"/>
                </a:lnTo>
                <a:close/>
                <a:moveTo>
                  <a:pt x="2095500" y="2228850"/>
                </a:moveTo>
                <a:lnTo>
                  <a:pt x="2105025" y="2228850"/>
                </a:lnTo>
                <a:lnTo>
                  <a:pt x="2105025" y="2238375"/>
                </a:lnTo>
                <a:lnTo>
                  <a:pt x="2095500" y="2238375"/>
                </a:lnTo>
                <a:close/>
                <a:moveTo>
                  <a:pt x="2181225" y="2228850"/>
                </a:moveTo>
                <a:lnTo>
                  <a:pt x="2190750" y="2228850"/>
                </a:lnTo>
                <a:lnTo>
                  <a:pt x="2190750" y="2238375"/>
                </a:lnTo>
                <a:lnTo>
                  <a:pt x="2181225" y="2238375"/>
                </a:lnTo>
                <a:close/>
                <a:moveTo>
                  <a:pt x="2247900" y="2228850"/>
                </a:moveTo>
                <a:lnTo>
                  <a:pt x="2257425" y="2228850"/>
                </a:lnTo>
                <a:lnTo>
                  <a:pt x="2257425" y="2238375"/>
                </a:lnTo>
                <a:lnTo>
                  <a:pt x="2247900" y="2238375"/>
                </a:lnTo>
                <a:close/>
                <a:moveTo>
                  <a:pt x="104775" y="2257425"/>
                </a:moveTo>
                <a:lnTo>
                  <a:pt x="114300" y="2257425"/>
                </a:lnTo>
                <a:lnTo>
                  <a:pt x="114300" y="2266950"/>
                </a:lnTo>
                <a:lnTo>
                  <a:pt x="104775" y="2266950"/>
                </a:lnTo>
                <a:close/>
                <a:moveTo>
                  <a:pt x="114300" y="2266950"/>
                </a:moveTo>
                <a:lnTo>
                  <a:pt x="123825" y="2266950"/>
                </a:lnTo>
                <a:lnTo>
                  <a:pt x="123825" y="2276475"/>
                </a:lnTo>
                <a:lnTo>
                  <a:pt x="114300" y="2276475"/>
                </a:lnTo>
                <a:close/>
                <a:moveTo>
                  <a:pt x="171450" y="2266950"/>
                </a:moveTo>
                <a:lnTo>
                  <a:pt x="180975" y="2266950"/>
                </a:lnTo>
                <a:lnTo>
                  <a:pt x="180975" y="2276475"/>
                </a:lnTo>
                <a:lnTo>
                  <a:pt x="171450" y="2276475"/>
                </a:lnTo>
                <a:close/>
                <a:moveTo>
                  <a:pt x="590550" y="2266950"/>
                </a:moveTo>
                <a:lnTo>
                  <a:pt x="600075" y="2266950"/>
                </a:lnTo>
                <a:lnTo>
                  <a:pt x="600075" y="2276475"/>
                </a:lnTo>
                <a:lnTo>
                  <a:pt x="590550" y="2276475"/>
                </a:lnTo>
                <a:close/>
                <a:moveTo>
                  <a:pt x="123825" y="2276475"/>
                </a:moveTo>
                <a:lnTo>
                  <a:pt x="133350" y="2276475"/>
                </a:lnTo>
                <a:lnTo>
                  <a:pt x="133350" y="2286000"/>
                </a:lnTo>
                <a:lnTo>
                  <a:pt x="123825" y="2286000"/>
                </a:lnTo>
                <a:close/>
                <a:moveTo>
                  <a:pt x="133350" y="2286000"/>
                </a:moveTo>
                <a:lnTo>
                  <a:pt x="142875" y="2286000"/>
                </a:lnTo>
                <a:lnTo>
                  <a:pt x="142875" y="2295525"/>
                </a:lnTo>
                <a:lnTo>
                  <a:pt x="133350" y="2295525"/>
                </a:lnTo>
                <a:close/>
                <a:moveTo>
                  <a:pt x="180975" y="2286000"/>
                </a:moveTo>
                <a:lnTo>
                  <a:pt x="190500" y="2286000"/>
                </a:lnTo>
                <a:lnTo>
                  <a:pt x="190500" y="2295525"/>
                </a:lnTo>
                <a:lnTo>
                  <a:pt x="180975" y="2295525"/>
                </a:lnTo>
                <a:close/>
                <a:moveTo>
                  <a:pt x="1895475" y="2314575"/>
                </a:moveTo>
                <a:lnTo>
                  <a:pt x="1905000" y="2314575"/>
                </a:lnTo>
                <a:lnTo>
                  <a:pt x="1905000" y="2324100"/>
                </a:lnTo>
                <a:lnTo>
                  <a:pt x="1895475" y="2324100"/>
                </a:lnTo>
                <a:close/>
                <a:moveTo>
                  <a:pt x="2219325" y="2314575"/>
                </a:moveTo>
                <a:lnTo>
                  <a:pt x="2238375" y="2314575"/>
                </a:lnTo>
                <a:lnTo>
                  <a:pt x="2238375" y="2324100"/>
                </a:lnTo>
                <a:lnTo>
                  <a:pt x="2257425" y="2324100"/>
                </a:lnTo>
                <a:lnTo>
                  <a:pt x="2257425" y="2333625"/>
                </a:lnTo>
                <a:lnTo>
                  <a:pt x="2238375" y="2333625"/>
                </a:lnTo>
                <a:lnTo>
                  <a:pt x="2238375" y="2362200"/>
                </a:lnTo>
                <a:lnTo>
                  <a:pt x="2219325" y="2362200"/>
                </a:lnTo>
                <a:lnTo>
                  <a:pt x="2219325" y="2333625"/>
                </a:lnTo>
                <a:lnTo>
                  <a:pt x="2200275" y="2333625"/>
                </a:lnTo>
                <a:lnTo>
                  <a:pt x="2200275" y="2324100"/>
                </a:lnTo>
                <a:lnTo>
                  <a:pt x="2219325" y="2324100"/>
                </a:lnTo>
                <a:close/>
                <a:moveTo>
                  <a:pt x="2362200" y="2314575"/>
                </a:moveTo>
                <a:lnTo>
                  <a:pt x="2371725" y="2314575"/>
                </a:lnTo>
                <a:lnTo>
                  <a:pt x="2371725" y="2333625"/>
                </a:lnTo>
                <a:lnTo>
                  <a:pt x="2352675" y="2333625"/>
                </a:lnTo>
                <a:lnTo>
                  <a:pt x="2352675" y="2343150"/>
                </a:lnTo>
                <a:lnTo>
                  <a:pt x="2343150" y="2343150"/>
                </a:lnTo>
                <a:lnTo>
                  <a:pt x="2343150" y="2333625"/>
                </a:lnTo>
                <a:lnTo>
                  <a:pt x="2333625" y="2333625"/>
                </a:lnTo>
                <a:lnTo>
                  <a:pt x="2333625" y="2343150"/>
                </a:lnTo>
                <a:lnTo>
                  <a:pt x="2324100" y="2343150"/>
                </a:lnTo>
                <a:lnTo>
                  <a:pt x="2324100" y="2333625"/>
                </a:lnTo>
                <a:lnTo>
                  <a:pt x="2305050" y="2333625"/>
                </a:lnTo>
                <a:lnTo>
                  <a:pt x="2305050" y="2352675"/>
                </a:lnTo>
                <a:lnTo>
                  <a:pt x="2295525" y="2352675"/>
                </a:lnTo>
                <a:lnTo>
                  <a:pt x="2295525" y="2324100"/>
                </a:lnTo>
                <a:lnTo>
                  <a:pt x="2362200" y="2324100"/>
                </a:lnTo>
                <a:close/>
                <a:moveTo>
                  <a:pt x="1885950" y="2324100"/>
                </a:moveTo>
                <a:lnTo>
                  <a:pt x="1895475" y="2324100"/>
                </a:lnTo>
                <a:lnTo>
                  <a:pt x="1895475" y="2343150"/>
                </a:lnTo>
                <a:lnTo>
                  <a:pt x="1885950" y="2343150"/>
                </a:lnTo>
                <a:lnTo>
                  <a:pt x="1885950" y="2352675"/>
                </a:lnTo>
                <a:lnTo>
                  <a:pt x="1876425" y="2352675"/>
                </a:lnTo>
                <a:lnTo>
                  <a:pt x="1876425" y="2362200"/>
                </a:lnTo>
                <a:lnTo>
                  <a:pt x="1866900" y="2362200"/>
                </a:lnTo>
                <a:lnTo>
                  <a:pt x="1866900" y="2371725"/>
                </a:lnTo>
                <a:lnTo>
                  <a:pt x="1857375" y="2371725"/>
                </a:lnTo>
                <a:lnTo>
                  <a:pt x="1857375" y="2381250"/>
                </a:lnTo>
                <a:lnTo>
                  <a:pt x="1847850" y="2381250"/>
                </a:lnTo>
                <a:lnTo>
                  <a:pt x="1847850" y="2390775"/>
                </a:lnTo>
                <a:lnTo>
                  <a:pt x="1838325" y="2390775"/>
                </a:lnTo>
                <a:lnTo>
                  <a:pt x="1838325" y="2381250"/>
                </a:lnTo>
                <a:lnTo>
                  <a:pt x="1828800" y="2381250"/>
                </a:lnTo>
                <a:lnTo>
                  <a:pt x="1828800" y="2371725"/>
                </a:lnTo>
                <a:lnTo>
                  <a:pt x="1847850" y="2371725"/>
                </a:lnTo>
                <a:lnTo>
                  <a:pt x="1847850" y="2362200"/>
                </a:lnTo>
                <a:lnTo>
                  <a:pt x="1857375" y="2362200"/>
                </a:lnTo>
                <a:lnTo>
                  <a:pt x="1857375" y="2352675"/>
                </a:lnTo>
                <a:lnTo>
                  <a:pt x="1866900" y="2352675"/>
                </a:lnTo>
                <a:lnTo>
                  <a:pt x="1866900" y="2343150"/>
                </a:lnTo>
                <a:lnTo>
                  <a:pt x="1876425" y="2343150"/>
                </a:lnTo>
                <a:lnTo>
                  <a:pt x="1876425" y="2333625"/>
                </a:lnTo>
                <a:lnTo>
                  <a:pt x="1885950" y="2333625"/>
                </a:lnTo>
                <a:close/>
                <a:moveTo>
                  <a:pt x="2114550" y="2324100"/>
                </a:moveTo>
                <a:lnTo>
                  <a:pt x="2133600" y="2324100"/>
                </a:lnTo>
                <a:lnTo>
                  <a:pt x="2133600" y="2333625"/>
                </a:lnTo>
                <a:lnTo>
                  <a:pt x="2143125" y="2333625"/>
                </a:lnTo>
                <a:lnTo>
                  <a:pt x="2143125" y="2362200"/>
                </a:lnTo>
                <a:lnTo>
                  <a:pt x="2133600" y="2362200"/>
                </a:lnTo>
                <a:lnTo>
                  <a:pt x="2133600" y="2371725"/>
                </a:lnTo>
                <a:lnTo>
                  <a:pt x="2124075" y="2371725"/>
                </a:lnTo>
                <a:lnTo>
                  <a:pt x="2124075" y="2362200"/>
                </a:lnTo>
                <a:lnTo>
                  <a:pt x="2095500" y="2362200"/>
                </a:lnTo>
                <a:lnTo>
                  <a:pt x="2095500" y="2352675"/>
                </a:lnTo>
                <a:lnTo>
                  <a:pt x="2114550" y="2352675"/>
                </a:lnTo>
                <a:close/>
                <a:moveTo>
                  <a:pt x="209550" y="2333625"/>
                </a:moveTo>
                <a:lnTo>
                  <a:pt x="219075" y="2333625"/>
                </a:lnTo>
                <a:lnTo>
                  <a:pt x="219075" y="2352675"/>
                </a:lnTo>
                <a:lnTo>
                  <a:pt x="209550" y="2352675"/>
                </a:lnTo>
                <a:close/>
                <a:moveTo>
                  <a:pt x="228600" y="2362200"/>
                </a:moveTo>
                <a:lnTo>
                  <a:pt x="247650" y="2362200"/>
                </a:lnTo>
                <a:lnTo>
                  <a:pt x="247650" y="2371725"/>
                </a:lnTo>
                <a:lnTo>
                  <a:pt x="228600" y="2371725"/>
                </a:lnTo>
                <a:close/>
                <a:moveTo>
                  <a:pt x="247650" y="2371725"/>
                </a:moveTo>
                <a:lnTo>
                  <a:pt x="257175" y="2371725"/>
                </a:lnTo>
                <a:lnTo>
                  <a:pt x="257175" y="2381250"/>
                </a:lnTo>
                <a:lnTo>
                  <a:pt x="247650" y="2381250"/>
                </a:lnTo>
                <a:close/>
                <a:moveTo>
                  <a:pt x="257175" y="2381250"/>
                </a:moveTo>
                <a:lnTo>
                  <a:pt x="276225" y="2381250"/>
                </a:lnTo>
                <a:lnTo>
                  <a:pt x="276225" y="2390775"/>
                </a:lnTo>
                <a:lnTo>
                  <a:pt x="304800" y="2390775"/>
                </a:lnTo>
                <a:lnTo>
                  <a:pt x="304800" y="2400300"/>
                </a:lnTo>
                <a:lnTo>
                  <a:pt x="333375" y="2400300"/>
                </a:lnTo>
                <a:lnTo>
                  <a:pt x="333375" y="2409825"/>
                </a:lnTo>
                <a:lnTo>
                  <a:pt x="600075" y="2409825"/>
                </a:lnTo>
                <a:lnTo>
                  <a:pt x="600075" y="2400300"/>
                </a:lnTo>
                <a:lnTo>
                  <a:pt x="609600" y="2400300"/>
                </a:lnTo>
                <a:lnTo>
                  <a:pt x="609600" y="2409825"/>
                </a:lnTo>
                <a:lnTo>
                  <a:pt x="619125" y="2409825"/>
                </a:lnTo>
                <a:lnTo>
                  <a:pt x="619125" y="2428875"/>
                </a:lnTo>
                <a:lnTo>
                  <a:pt x="628650" y="2428875"/>
                </a:lnTo>
                <a:lnTo>
                  <a:pt x="628650" y="2438400"/>
                </a:lnTo>
                <a:lnTo>
                  <a:pt x="609600" y="2438400"/>
                </a:lnTo>
                <a:lnTo>
                  <a:pt x="609600" y="2428875"/>
                </a:lnTo>
                <a:lnTo>
                  <a:pt x="342900" y="2428875"/>
                </a:lnTo>
                <a:lnTo>
                  <a:pt x="342900" y="2419350"/>
                </a:lnTo>
                <a:lnTo>
                  <a:pt x="295275" y="2419350"/>
                </a:lnTo>
                <a:lnTo>
                  <a:pt x="295275" y="2409825"/>
                </a:lnTo>
                <a:lnTo>
                  <a:pt x="276225" y="2409825"/>
                </a:lnTo>
                <a:lnTo>
                  <a:pt x="276225" y="2400300"/>
                </a:lnTo>
                <a:lnTo>
                  <a:pt x="266700" y="2400300"/>
                </a:lnTo>
                <a:lnTo>
                  <a:pt x="266700" y="2390775"/>
                </a:lnTo>
                <a:lnTo>
                  <a:pt x="257175" y="2390775"/>
                </a:lnTo>
                <a:close/>
                <a:moveTo>
                  <a:pt x="1762125" y="2400300"/>
                </a:moveTo>
                <a:lnTo>
                  <a:pt x="1771650" y="2400300"/>
                </a:lnTo>
                <a:lnTo>
                  <a:pt x="1771650" y="2409825"/>
                </a:lnTo>
                <a:lnTo>
                  <a:pt x="1762125" y="2409825"/>
                </a:lnTo>
                <a:close/>
                <a:moveTo>
                  <a:pt x="923925" y="2409825"/>
                </a:moveTo>
                <a:lnTo>
                  <a:pt x="1085850" y="2409825"/>
                </a:lnTo>
                <a:lnTo>
                  <a:pt x="1085850" y="2428875"/>
                </a:lnTo>
                <a:lnTo>
                  <a:pt x="933450" y="2428875"/>
                </a:lnTo>
                <a:lnTo>
                  <a:pt x="933450" y="2438400"/>
                </a:lnTo>
                <a:lnTo>
                  <a:pt x="923925" y="2438400"/>
                </a:lnTo>
                <a:lnTo>
                  <a:pt x="923925" y="2447925"/>
                </a:lnTo>
                <a:lnTo>
                  <a:pt x="904875" y="2447925"/>
                </a:lnTo>
                <a:lnTo>
                  <a:pt x="904875" y="2428875"/>
                </a:lnTo>
                <a:lnTo>
                  <a:pt x="914400" y="2428875"/>
                </a:lnTo>
                <a:lnTo>
                  <a:pt x="914400" y="2419350"/>
                </a:lnTo>
                <a:lnTo>
                  <a:pt x="923925" y="2419350"/>
                </a:lnTo>
                <a:close/>
                <a:moveTo>
                  <a:pt x="1819275" y="2409825"/>
                </a:moveTo>
                <a:lnTo>
                  <a:pt x="1828800" y="2409825"/>
                </a:lnTo>
                <a:lnTo>
                  <a:pt x="1828800" y="2419350"/>
                </a:lnTo>
                <a:lnTo>
                  <a:pt x="1819275" y="2419350"/>
                </a:lnTo>
                <a:close/>
                <a:moveTo>
                  <a:pt x="1152525" y="2428875"/>
                </a:moveTo>
                <a:lnTo>
                  <a:pt x="1171575" y="2428875"/>
                </a:lnTo>
                <a:lnTo>
                  <a:pt x="1171575" y="2438400"/>
                </a:lnTo>
                <a:lnTo>
                  <a:pt x="1152525" y="2438400"/>
                </a:lnTo>
                <a:close/>
                <a:moveTo>
                  <a:pt x="2181225" y="2428875"/>
                </a:moveTo>
                <a:lnTo>
                  <a:pt x="2190750" y="2428875"/>
                </a:lnTo>
                <a:lnTo>
                  <a:pt x="2190750" y="2438400"/>
                </a:lnTo>
                <a:lnTo>
                  <a:pt x="2200275" y="2438400"/>
                </a:lnTo>
                <a:lnTo>
                  <a:pt x="2200275" y="2457450"/>
                </a:lnTo>
                <a:lnTo>
                  <a:pt x="2181225" y="2457450"/>
                </a:lnTo>
                <a:close/>
                <a:moveTo>
                  <a:pt x="866775" y="2438400"/>
                </a:moveTo>
                <a:lnTo>
                  <a:pt x="876300" y="2438400"/>
                </a:lnTo>
                <a:lnTo>
                  <a:pt x="876300" y="2447925"/>
                </a:lnTo>
                <a:lnTo>
                  <a:pt x="866775" y="2447925"/>
                </a:lnTo>
                <a:close/>
                <a:moveTo>
                  <a:pt x="1219200" y="2438400"/>
                </a:moveTo>
                <a:lnTo>
                  <a:pt x="1247775" y="2438400"/>
                </a:lnTo>
                <a:lnTo>
                  <a:pt x="1247775" y="2447925"/>
                </a:lnTo>
                <a:lnTo>
                  <a:pt x="1219200" y="2447925"/>
                </a:lnTo>
                <a:close/>
                <a:moveTo>
                  <a:pt x="1295400" y="2447925"/>
                </a:moveTo>
                <a:lnTo>
                  <a:pt x="1323975" y="2447925"/>
                </a:lnTo>
                <a:lnTo>
                  <a:pt x="1323975" y="2457450"/>
                </a:lnTo>
                <a:lnTo>
                  <a:pt x="1295400" y="2457450"/>
                </a:lnTo>
                <a:close/>
                <a:moveTo>
                  <a:pt x="1781175" y="2447925"/>
                </a:moveTo>
                <a:lnTo>
                  <a:pt x="1790700" y="2447925"/>
                </a:lnTo>
                <a:lnTo>
                  <a:pt x="1790700" y="2457450"/>
                </a:lnTo>
                <a:lnTo>
                  <a:pt x="1781175" y="2457450"/>
                </a:lnTo>
                <a:close/>
                <a:moveTo>
                  <a:pt x="2257425" y="2447925"/>
                </a:moveTo>
                <a:lnTo>
                  <a:pt x="2266950" y="2447925"/>
                </a:lnTo>
                <a:lnTo>
                  <a:pt x="2266950" y="2466975"/>
                </a:lnTo>
                <a:lnTo>
                  <a:pt x="2257425" y="2466975"/>
                </a:lnTo>
                <a:close/>
                <a:moveTo>
                  <a:pt x="2324100" y="2447925"/>
                </a:moveTo>
                <a:lnTo>
                  <a:pt x="2333625" y="2447925"/>
                </a:lnTo>
                <a:lnTo>
                  <a:pt x="2333625" y="2457450"/>
                </a:lnTo>
                <a:lnTo>
                  <a:pt x="2324100" y="2457450"/>
                </a:lnTo>
                <a:close/>
                <a:moveTo>
                  <a:pt x="2447925" y="2447925"/>
                </a:moveTo>
                <a:lnTo>
                  <a:pt x="2457450" y="2447925"/>
                </a:lnTo>
                <a:lnTo>
                  <a:pt x="2457450" y="2486025"/>
                </a:lnTo>
                <a:lnTo>
                  <a:pt x="2447925" y="2486025"/>
                </a:lnTo>
                <a:lnTo>
                  <a:pt x="2447925" y="2476500"/>
                </a:lnTo>
                <a:lnTo>
                  <a:pt x="2438400" y="2476500"/>
                </a:lnTo>
                <a:lnTo>
                  <a:pt x="2438400" y="2457450"/>
                </a:lnTo>
                <a:lnTo>
                  <a:pt x="2447925" y="2457450"/>
                </a:lnTo>
                <a:close/>
                <a:moveTo>
                  <a:pt x="1381125" y="2457450"/>
                </a:moveTo>
                <a:lnTo>
                  <a:pt x="1390650" y="2457450"/>
                </a:lnTo>
                <a:lnTo>
                  <a:pt x="1390650" y="2466975"/>
                </a:lnTo>
                <a:lnTo>
                  <a:pt x="1381125" y="2466975"/>
                </a:lnTo>
                <a:close/>
                <a:moveTo>
                  <a:pt x="1457325" y="2466975"/>
                </a:moveTo>
                <a:lnTo>
                  <a:pt x="1476375" y="2466975"/>
                </a:lnTo>
                <a:lnTo>
                  <a:pt x="1476375" y="2476500"/>
                </a:lnTo>
                <a:lnTo>
                  <a:pt x="1457325" y="2476500"/>
                </a:lnTo>
                <a:close/>
                <a:moveTo>
                  <a:pt x="1752600" y="2466975"/>
                </a:moveTo>
                <a:lnTo>
                  <a:pt x="1762125" y="2466975"/>
                </a:lnTo>
                <a:lnTo>
                  <a:pt x="1762125" y="2476500"/>
                </a:lnTo>
                <a:lnTo>
                  <a:pt x="1752600" y="2476500"/>
                </a:lnTo>
                <a:close/>
                <a:moveTo>
                  <a:pt x="1533525" y="2476500"/>
                </a:moveTo>
                <a:lnTo>
                  <a:pt x="1552575" y="2476500"/>
                </a:lnTo>
                <a:lnTo>
                  <a:pt x="1552575" y="2486025"/>
                </a:lnTo>
                <a:lnTo>
                  <a:pt x="1533525" y="2486025"/>
                </a:lnTo>
                <a:close/>
                <a:moveTo>
                  <a:pt x="1733550" y="2476500"/>
                </a:moveTo>
                <a:lnTo>
                  <a:pt x="1743075" y="2476500"/>
                </a:lnTo>
                <a:lnTo>
                  <a:pt x="1743075" y="2486025"/>
                </a:lnTo>
                <a:lnTo>
                  <a:pt x="1733550" y="2486025"/>
                </a:lnTo>
                <a:close/>
                <a:moveTo>
                  <a:pt x="2276475" y="2476500"/>
                </a:moveTo>
                <a:lnTo>
                  <a:pt x="2286000" y="2476500"/>
                </a:lnTo>
                <a:lnTo>
                  <a:pt x="2286000" y="2486025"/>
                </a:lnTo>
                <a:lnTo>
                  <a:pt x="2276475" y="2486025"/>
                </a:lnTo>
                <a:close/>
                <a:moveTo>
                  <a:pt x="876300" y="2486025"/>
                </a:moveTo>
                <a:lnTo>
                  <a:pt x="885825" y="2486025"/>
                </a:lnTo>
                <a:lnTo>
                  <a:pt x="885825" y="2505075"/>
                </a:lnTo>
                <a:lnTo>
                  <a:pt x="876300" y="2505075"/>
                </a:lnTo>
                <a:close/>
                <a:moveTo>
                  <a:pt x="1609725" y="2486025"/>
                </a:moveTo>
                <a:lnTo>
                  <a:pt x="1628775" y="2486025"/>
                </a:lnTo>
                <a:lnTo>
                  <a:pt x="1628775" y="2495550"/>
                </a:lnTo>
                <a:lnTo>
                  <a:pt x="1609725" y="2495550"/>
                </a:lnTo>
                <a:close/>
                <a:moveTo>
                  <a:pt x="1695450" y="2486025"/>
                </a:moveTo>
                <a:lnTo>
                  <a:pt x="1714500" y="2486025"/>
                </a:lnTo>
                <a:lnTo>
                  <a:pt x="1714500" y="2495550"/>
                </a:lnTo>
                <a:lnTo>
                  <a:pt x="1695450" y="2495550"/>
                </a:lnTo>
                <a:close/>
                <a:moveTo>
                  <a:pt x="2324100" y="2486025"/>
                </a:moveTo>
                <a:lnTo>
                  <a:pt x="2333625" y="2486025"/>
                </a:lnTo>
                <a:lnTo>
                  <a:pt x="2333625" y="2505075"/>
                </a:lnTo>
                <a:lnTo>
                  <a:pt x="2324100" y="2505075"/>
                </a:lnTo>
                <a:close/>
                <a:moveTo>
                  <a:pt x="2343150" y="2486025"/>
                </a:moveTo>
                <a:lnTo>
                  <a:pt x="2352675" y="2486025"/>
                </a:lnTo>
                <a:lnTo>
                  <a:pt x="2352675" y="2495550"/>
                </a:lnTo>
                <a:lnTo>
                  <a:pt x="2343150" y="2495550"/>
                </a:lnTo>
                <a:close/>
                <a:moveTo>
                  <a:pt x="647700" y="2543175"/>
                </a:moveTo>
                <a:lnTo>
                  <a:pt x="657225" y="2543175"/>
                </a:lnTo>
                <a:lnTo>
                  <a:pt x="657225" y="2552700"/>
                </a:lnTo>
                <a:lnTo>
                  <a:pt x="647700" y="2552700"/>
                </a:lnTo>
                <a:close/>
              </a:path>
            </a:pathLst>
          </a:custGeom>
          <a:solidFill xmlns:a="http://schemas.openxmlformats.org/drawingml/2006/main">
            <a:srgbClr val="645B44"/>
          </a:solidFill>
          <a:ln xmlns:a="http://schemas.openxmlformats.org/drawingml/2006/main" w="0">
            <a:noFill/>
          </a:ln>
        </p:spPr>
      </p:sp>
      <p:sp>
        <p:nvSpPr>
          <p:cNvPr id="94" name="papers vector #244b39">
            <a:extLst xmlns:a="http://schemas.openxmlformats.org/drawingml/2006/main">
              <a:ext uri="{FF2B5EF4-FFF2-40B4-BE49-F238E27FC236}">
                <a16:creationId xmlns:a16="http://schemas.microsoft.com/office/drawing/2014/main" id="{785D99D2-228B-4B21-962D-61090C0051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43475" y="1724025"/>
            <a:ext cx="3781425" cy="3990975"/>
          </a:xfrm>
          <a:custGeom xmlns:a="http://schemas.openxmlformats.org/drawingml/2006/main">
            <a:pathLst>
              <a:path w="2457450" h="2590800">
                <a:moveTo>
                  <a:pt x="1971675" y="9525"/>
                </a:moveTo>
                <a:lnTo>
                  <a:pt x="1990725" y="9525"/>
                </a:lnTo>
                <a:lnTo>
                  <a:pt x="1990725" y="19050"/>
                </a:lnTo>
                <a:lnTo>
                  <a:pt x="2028825" y="19050"/>
                </a:lnTo>
                <a:lnTo>
                  <a:pt x="2028825" y="28575"/>
                </a:lnTo>
                <a:lnTo>
                  <a:pt x="2066925" y="28575"/>
                </a:lnTo>
                <a:lnTo>
                  <a:pt x="2066925" y="38100"/>
                </a:lnTo>
                <a:lnTo>
                  <a:pt x="2105025" y="38100"/>
                </a:lnTo>
                <a:lnTo>
                  <a:pt x="2105025" y="47625"/>
                </a:lnTo>
                <a:lnTo>
                  <a:pt x="2133600" y="47625"/>
                </a:lnTo>
                <a:lnTo>
                  <a:pt x="2133600" y="57150"/>
                </a:lnTo>
                <a:lnTo>
                  <a:pt x="2171700" y="57150"/>
                </a:lnTo>
                <a:lnTo>
                  <a:pt x="2171700" y="66675"/>
                </a:lnTo>
                <a:lnTo>
                  <a:pt x="2209800" y="66675"/>
                </a:lnTo>
                <a:lnTo>
                  <a:pt x="2209800" y="76200"/>
                </a:lnTo>
                <a:lnTo>
                  <a:pt x="2238375" y="76200"/>
                </a:lnTo>
                <a:lnTo>
                  <a:pt x="2238375" y="85725"/>
                </a:lnTo>
                <a:lnTo>
                  <a:pt x="2286000" y="85725"/>
                </a:lnTo>
                <a:lnTo>
                  <a:pt x="2286000" y="95250"/>
                </a:lnTo>
                <a:lnTo>
                  <a:pt x="2305050" y="95250"/>
                </a:lnTo>
                <a:lnTo>
                  <a:pt x="2305050" y="104775"/>
                </a:lnTo>
                <a:lnTo>
                  <a:pt x="2324100" y="104775"/>
                </a:lnTo>
                <a:lnTo>
                  <a:pt x="2324100" y="114300"/>
                </a:lnTo>
                <a:lnTo>
                  <a:pt x="2333625" y="114300"/>
                </a:lnTo>
                <a:lnTo>
                  <a:pt x="2333625" y="200025"/>
                </a:lnTo>
                <a:lnTo>
                  <a:pt x="2324100" y="200025"/>
                </a:lnTo>
                <a:lnTo>
                  <a:pt x="2324100" y="238125"/>
                </a:lnTo>
                <a:lnTo>
                  <a:pt x="2314575" y="238125"/>
                </a:lnTo>
                <a:lnTo>
                  <a:pt x="2314575" y="276225"/>
                </a:lnTo>
                <a:lnTo>
                  <a:pt x="2305050" y="276225"/>
                </a:lnTo>
                <a:lnTo>
                  <a:pt x="2305050" y="304800"/>
                </a:lnTo>
                <a:lnTo>
                  <a:pt x="2295525" y="304800"/>
                </a:lnTo>
                <a:lnTo>
                  <a:pt x="2295525" y="342900"/>
                </a:lnTo>
                <a:lnTo>
                  <a:pt x="2286000" y="342900"/>
                </a:lnTo>
                <a:lnTo>
                  <a:pt x="2286000" y="371475"/>
                </a:lnTo>
                <a:lnTo>
                  <a:pt x="2276475" y="371475"/>
                </a:lnTo>
                <a:lnTo>
                  <a:pt x="2276475" y="381000"/>
                </a:lnTo>
                <a:lnTo>
                  <a:pt x="2247900" y="381000"/>
                </a:lnTo>
                <a:lnTo>
                  <a:pt x="2247900" y="371475"/>
                </a:lnTo>
                <a:lnTo>
                  <a:pt x="2209800" y="371475"/>
                </a:lnTo>
                <a:lnTo>
                  <a:pt x="2209800" y="361950"/>
                </a:lnTo>
                <a:lnTo>
                  <a:pt x="2171700" y="361950"/>
                </a:lnTo>
                <a:lnTo>
                  <a:pt x="2171700" y="371475"/>
                </a:lnTo>
                <a:lnTo>
                  <a:pt x="2152650" y="371475"/>
                </a:lnTo>
                <a:lnTo>
                  <a:pt x="2152650" y="381000"/>
                </a:lnTo>
                <a:lnTo>
                  <a:pt x="2143125" y="381000"/>
                </a:lnTo>
                <a:lnTo>
                  <a:pt x="2143125" y="390525"/>
                </a:lnTo>
                <a:lnTo>
                  <a:pt x="2124075" y="390525"/>
                </a:lnTo>
                <a:lnTo>
                  <a:pt x="2124075" y="400050"/>
                </a:lnTo>
                <a:lnTo>
                  <a:pt x="2105025" y="400050"/>
                </a:lnTo>
                <a:lnTo>
                  <a:pt x="2105025" y="390525"/>
                </a:lnTo>
                <a:lnTo>
                  <a:pt x="2066925" y="390525"/>
                </a:lnTo>
                <a:lnTo>
                  <a:pt x="2066925" y="400050"/>
                </a:lnTo>
                <a:lnTo>
                  <a:pt x="2038350" y="400050"/>
                </a:lnTo>
                <a:lnTo>
                  <a:pt x="2038350" y="409575"/>
                </a:lnTo>
                <a:lnTo>
                  <a:pt x="2019300" y="409575"/>
                </a:lnTo>
                <a:lnTo>
                  <a:pt x="2019300" y="419100"/>
                </a:lnTo>
                <a:lnTo>
                  <a:pt x="2000250" y="419100"/>
                </a:lnTo>
                <a:lnTo>
                  <a:pt x="2000250" y="428625"/>
                </a:lnTo>
                <a:lnTo>
                  <a:pt x="1990725" y="428625"/>
                </a:lnTo>
                <a:lnTo>
                  <a:pt x="1990725" y="419100"/>
                </a:lnTo>
                <a:lnTo>
                  <a:pt x="1981200" y="419100"/>
                </a:lnTo>
                <a:lnTo>
                  <a:pt x="1981200" y="390525"/>
                </a:lnTo>
                <a:lnTo>
                  <a:pt x="1990725" y="390525"/>
                </a:lnTo>
                <a:lnTo>
                  <a:pt x="1990725" y="323850"/>
                </a:lnTo>
                <a:lnTo>
                  <a:pt x="1981200" y="323850"/>
                </a:lnTo>
                <a:lnTo>
                  <a:pt x="1981200" y="304800"/>
                </a:lnTo>
                <a:lnTo>
                  <a:pt x="1971675" y="304800"/>
                </a:lnTo>
                <a:lnTo>
                  <a:pt x="1971675" y="295275"/>
                </a:lnTo>
                <a:lnTo>
                  <a:pt x="1962150" y="295275"/>
                </a:lnTo>
                <a:lnTo>
                  <a:pt x="1962150" y="285750"/>
                </a:lnTo>
                <a:lnTo>
                  <a:pt x="1952625" y="285750"/>
                </a:lnTo>
                <a:lnTo>
                  <a:pt x="1952625" y="276225"/>
                </a:lnTo>
                <a:lnTo>
                  <a:pt x="1933575" y="276225"/>
                </a:lnTo>
                <a:lnTo>
                  <a:pt x="1933575" y="266700"/>
                </a:lnTo>
                <a:lnTo>
                  <a:pt x="1895475" y="266700"/>
                </a:lnTo>
                <a:lnTo>
                  <a:pt x="1895475" y="257175"/>
                </a:lnTo>
                <a:lnTo>
                  <a:pt x="1876425" y="257175"/>
                </a:lnTo>
                <a:lnTo>
                  <a:pt x="1876425" y="247650"/>
                </a:lnTo>
                <a:lnTo>
                  <a:pt x="1866900" y="247650"/>
                </a:lnTo>
                <a:lnTo>
                  <a:pt x="1866900" y="238125"/>
                </a:lnTo>
                <a:lnTo>
                  <a:pt x="1876425" y="238125"/>
                </a:lnTo>
                <a:lnTo>
                  <a:pt x="1876425" y="200025"/>
                </a:lnTo>
                <a:lnTo>
                  <a:pt x="1885950" y="200025"/>
                </a:lnTo>
                <a:lnTo>
                  <a:pt x="1885950" y="161925"/>
                </a:lnTo>
                <a:lnTo>
                  <a:pt x="1895475" y="161925"/>
                </a:lnTo>
                <a:lnTo>
                  <a:pt x="1895475" y="133350"/>
                </a:lnTo>
                <a:lnTo>
                  <a:pt x="1905000" y="133350"/>
                </a:lnTo>
                <a:lnTo>
                  <a:pt x="1905000" y="95250"/>
                </a:lnTo>
                <a:lnTo>
                  <a:pt x="1914525" y="95250"/>
                </a:lnTo>
                <a:lnTo>
                  <a:pt x="1914525" y="66675"/>
                </a:lnTo>
                <a:lnTo>
                  <a:pt x="1924050" y="66675"/>
                </a:lnTo>
                <a:lnTo>
                  <a:pt x="1924050" y="38100"/>
                </a:lnTo>
                <a:lnTo>
                  <a:pt x="1933575" y="38100"/>
                </a:lnTo>
                <a:lnTo>
                  <a:pt x="1933575" y="28575"/>
                </a:lnTo>
                <a:lnTo>
                  <a:pt x="1943100" y="28575"/>
                </a:lnTo>
                <a:lnTo>
                  <a:pt x="1943100" y="19050"/>
                </a:lnTo>
                <a:lnTo>
                  <a:pt x="1971675" y="19050"/>
                </a:lnTo>
                <a:close/>
                <a:moveTo>
                  <a:pt x="400050" y="28575"/>
                </a:moveTo>
                <a:lnTo>
                  <a:pt x="495300" y="28575"/>
                </a:lnTo>
                <a:lnTo>
                  <a:pt x="495300" y="38100"/>
                </a:lnTo>
                <a:lnTo>
                  <a:pt x="571500" y="38100"/>
                </a:lnTo>
                <a:lnTo>
                  <a:pt x="571500" y="47625"/>
                </a:lnTo>
                <a:lnTo>
                  <a:pt x="647700" y="47625"/>
                </a:lnTo>
                <a:lnTo>
                  <a:pt x="647700" y="57150"/>
                </a:lnTo>
                <a:lnTo>
                  <a:pt x="723900" y="57150"/>
                </a:lnTo>
                <a:lnTo>
                  <a:pt x="723900" y="66675"/>
                </a:lnTo>
                <a:lnTo>
                  <a:pt x="790575" y="66675"/>
                </a:lnTo>
                <a:lnTo>
                  <a:pt x="790575" y="76200"/>
                </a:lnTo>
                <a:lnTo>
                  <a:pt x="866775" y="76200"/>
                </a:lnTo>
                <a:lnTo>
                  <a:pt x="866775" y="85725"/>
                </a:lnTo>
                <a:lnTo>
                  <a:pt x="942975" y="85725"/>
                </a:lnTo>
                <a:lnTo>
                  <a:pt x="942975" y="95250"/>
                </a:lnTo>
                <a:lnTo>
                  <a:pt x="1019175" y="95250"/>
                </a:lnTo>
                <a:lnTo>
                  <a:pt x="1019175" y="114300"/>
                </a:lnTo>
                <a:lnTo>
                  <a:pt x="342900" y="114300"/>
                </a:lnTo>
                <a:lnTo>
                  <a:pt x="342900" y="123825"/>
                </a:lnTo>
                <a:lnTo>
                  <a:pt x="333375" y="123825"/>
                </a:lnTo>
                <a:lnTo>
                  <a:pt x="333375" y="133350"/>
                </a:lnTo>
                <a:lnTo>
                  <a:pt x="323850" y="133350"/>
                </a:lnTo>
                <a:lnTo>
                  <a:pt x="323850" y="142875"/>
                </a:lnTo>
                <a:lnTo>
                  <a:pt x="314325" y="142875"/>
                </a:lnTo>
                <a:lnTo>
                  <a:pt x="314325" y="133350"/>
                </a:lnTo>
                <a:lnTo>
                  <a:pt x="304800" y="133350"/>
                </a:lnTo>
                <a:lnTo>
                  <a:pt x="304800" y="142875"/>
                </a:lnTo>
                <a:lnTo>
                  <a:pt x="295275" y="142875"/>
                </a:lnTo>
                <a:lnTo>
                  <a:pt x="295275" y="152400"/>
                </a:lnTo>
                <a:lnTo>
                  <a:pt x="285750" y="152400"/>
                </a:lnTo>
                <a:lnTo>
                  <a:pt x="285750" y="161925"/>
                </a:lnTo>
                <a:lnTo>
                  <a:pt x="276225" y="161925"/>
                </a:lnTo>
                <a:lnTo>
                  <a:pt x="276225" y="171450"/>
                </a:lnTo>
                <a:lnTo>
                  <a:pt x="266700" y="171450"/>
                </a:lnTo>
                <a:lnTo>
                  <a:pt x="266700" y="180975"/>
                </a:lnTo>
                <a:lnTo>
                  <a:pt x="257175" y="180975"/>
                </a:lnTo>
                <a:lnTo>
                  <a:pt x="257175" y="190500"/>
                </a:lnTo>
                <a:lnTo>
                  <a:pt x="247650" y="190500"/>
                </a:lnTo>
                <a:lnTo>
                  <a:pt x="247650" y="200025"/>
                </a:lnTo>
                <a:lnTo>
                  <a:pt x="238125" y="200025"/>
                </a:lnTo>
                <a:lnTo>
                  <a:pt x="238125" y="209550"/>
                </a:lnTo>
                <a:lnTo>
                  <a:pt x="228600" y="209550"/>
                </a:lnTo>
                <a:lnTo>
                  <a:pt x="228600" y="219075"/>
                </a:lnTo>
                <a:lnTo>
                  <a:pt x="219075" y="219075"/>
                </a:lnTo>
                <a:lnTo>
                  <a:pt x="219075" y="200025"/>
                </a:lnTo>
                <a:lnTo>
                  <a:pt x="228600" y="200025"/>
                </a:lnTo>
                <a:lnTo>
                  <a:pt x="228600" y="190500"/>
                </a:lnTo>
                <a:lnTo>
                  <a:pt x="238125" y="190500"/>
                </a:lnTo>
                <a:lnTo>
                  <a:pt x="238125" y="180975"/>
                </a:lnTo>
                <a:lnTo>
                  <a:pt x="247650" y="180975"/>
                </a:lnTo>
                <a:lnTo>
                  <a:pt x="247650" y="171450"/>
                </a:lnTo>
                <a:lnTo>
                  <a:pt x="257175" y="171450"/>
                </a:lnTo>
                <a:lnTo>
                  <a:pt x="257175" y="161925"/>
                </a:lnTo>
                <a:lnTo>
                  <a:pt x="266700" y="161925"/>
                </a:lnTo>
                <a:lnTo>
                  <a:pt x="266700" y="133350"/>
                </a:lnTo>
                <a:lnTo>
                  <a:pt x="276225" y="133350"/>
                </a:lnTo>
                <a:lnTo>
                  <a:pt x="276225" y="114300"/>
                </a:lnTo>
                <a:lnTo>
                  <a:pt x="285750" y="114300"/>
                </a:lnTo>
                <a:lnTo>
                  <a:pt x="285750" y="104775"/>
                </a:lnTo>
                <a:lnTo>
                  <a:pt x="295275" y="104775"/>
                </a:lnTo>
                <a:lnTo>
                  <a:pt x="295275" y="95250"/>
                </a:lnTo>
                <a:lnTo>
                  <a:pt x="304800" y="95250"/>
                </a:lnTo>
                <a:lnTo>
                  <a:pt x="304800" y="85725"/>
                </a:lnTo>
                <a:lnTo>
                  <a:pt x="314325" y="85725"/>
                </a:lnTo>
                <a:lnTo>
                  <a:pt x="314325" y="76200"/>
                </a:lnTo>
                <a:lnTo>
                  <a:pt x="323850" y="76200"/>
                </a:lnTo>
                <a:lnTo>
                  <a:pt x="323850" y="66675"/>
                </a:lnTo>
                <a:lnTo>
                  <a:pt x="333375" y="66675"/>
                </a:lnTo>
                <a:lnTo>
                  <a:pt x="333375" y="57150"/>
                </a:lnTo>
                <a:lnTo>
                  <a:pt x="352425" y="57150"/>
                </a:lnTo>
                <a:lnTo>
                  <a:pt x="352425" y="47625"/>
                </a:lnTo>
                <a:lnTo>
                  <a:pt x="371475" y="47625"/>
                </a:lnTo>
                <a:lnTo>
                  <a:pt x="371475" y="38100"/>
                </a:lnTo>
                <a:lnTo>
                  <a:pt x="400050" y="38100"/>
                </a:lnTo>
                <a:close/>
                <a:moveTo>
                  <a:pt x="2133600" y="161925"/>
                </a:moveTo>
                <a:lnTo>
                  <a:pt x="2143125" y="161925"/>
                </a:lnTo>
                <a:lnTo>
                  <a:pt x="2143125" y="123825"/>
                </a:lnTo>
                <a:lnTo>
                  <a:pt x="2133600" y="123825"/>
                </a:lnTo>
                <a:lnTo>
                  <a:pt x="2133600" y="114300"/>
                </a:lnTo>
                <a:lnTo>
                  <a:pt x="2105025" y="114300"/>
                </a:lnTo>
                <a:lnTo>
                  <a:pt x="2105025" y="123825"/>
                </a:lnTo>
                <a:lnTo>
                  <a:pt x="2095500" y="123825"/>
                </a:lnTo>
                <a:lnTo>
                  <a:pt x="2095500" y="161925"/>
                </a:lnTo>
                <a:lnTo>
                  <a:pt x="2085975" y="161925"/>
                </a:lnTo>
                <a:lnTo>
                  <a:pt x="2085975" y="209550"/>
                </a:lnTo>
                <a:lnTo>
                  <a:pt x="2076450" y="209550"/>
                </a:lnTo>
                <a:lnTo>
                  <a:pt x="2076450" y="247650"/>
                </a:lnTo>
                <a:lnTo>
                  <a:pt x="2085975" y="247650"/>
                </a:lnTo>
                <a:lnTo>
                  <a:pt x="2085975" y="257175"/>
                </a:lnTo>
                <a:lnTo>
                  <a:pt x="2105025" y="257175"/>
                </a:lnTo>
                <a:lnTo>
                  <a:pt x="2105025" y="247650"/>
                </a:lnTo>
                <a:lnTo>
                  <a:pt x="2114550" y="247650"/>
                </a:lnTo>
                <a:lnTo>
                  <a:pt x="2114550" y="219075"/>
                </a:lnTo>
                <a:lnTo>
                  <a:pt x="2124075" y="219075"/>
                </a:lnTo>
                <a:lnTo>
                  <a:pt x="2124075" y="190500"/>
                </a:lnTo>
                <a:lnTo>
                  <a:pt x="2133600" y="190500"/>
                </a:lnTo>
                <a:close/>
                <a:moveTo>
                  <a:pt x="1571625" y="219075"/>
                </a:moveTo>
                <a:lnTo>
                  <a:pt x="1647825" y="219075"/>
                </a:lnTo>
                <a:lnTo>
                  <a:pt x="1647825" y="228600"/>
                </a:lnTo>
                <a:lnTo>
                  <a:pt x="1685925" y="228600"/>
                </a:lnTo>
                <a:lnTo>
                  <a:pt x="1685925" y="238125"/>
                </a:lnTo>
                <a:lnTo>
                  <a:pt x="1724025" y="238125"/>
                </a:lnTo>
                <a:lnTo>
                  <a:pt x="1724025" y="247650"/>
                </a:lnTo>
                <a:lnTo>
                  <a:pt x="1762125" y="247650"/>
                </a:lnTo>
                <a:lnTo>
                  <a:pt x="1762125" y="257175"/>
                </a:lnTo>
                <a:lnTo>
                  <a:pt x="1790700" y="257175"/>
                </a:lnTo>
                <a:lnTo>
                  <a:pt x="1790700" y="266700"/>
                </a:lnTo>
                <a:lnTo>
                  <a:pt x="1828800" y="266700"/>
                </a:lnTo>
                <a:lnTo>
                  <a:pt x="1828800" y="276225"/>
                </a:lnTo>
                <a:lnTo>
                  <a:pt x="1866900" y="276225"/>
                </a:lnTo>
                <a:lnTo>
                  <a:pt x="1866900" y="285750"/>
                </a:lnTo>
                <a:lnTo>
                  <a:pt x="1905000" y="285750"/>
                </a:lnTo>
                <a:lnTo>
                  <a:pt x="1905000" y="295275"/>
                </a:lnTo>
                <a:lnTo>
                  <a:pt x="1933575" y="295275"/>
                </a:lnTo>
                <a:lnTo>
                  <a:pt x="1933575" y="304800"/>
                </a:lnTo>
                <a:lnTo>
                  <a:pt x="1943100" y="304800"/>
                </a:lnTo>
                <a:lnTo>
                  <a:pt x="1943100" y="314325"/>
                </a:lnTo>
                <a:lnTo>
                  <a:pt x="1952625" y="314325"/>
                </a:lnTo>
                <a:lnTo>
                  <a:pt x="1952625" y="323850"/>
                </a:lnTo>
                <a:lnTo>
                  <a:pt x="1962150" y="323850"/>
                </a:lnTo>
                <a:lnTo>
                  <a:pt x="1962150" y="400050"/>
                </a:lnTo>
                <a:lnTo>
                  <a:pt x="1952625" y="400050"/>
                </a:lnTo>
                <a:lnTo>
                  <a:pt x="1952625" y="428625"/>
                </a:lnTo>
                <a:lnTo>
                  <a:pt x="1943100" y="428625"/>
                </a:lnTo>
                <a:lnTo>
                  <a:pt x="1943100" y="466725"/>
                </a:lnTo>
                <a:lnTo>
                  <a:pt x="1933575" y="466725"/>
                </a:lnTo>
                <a:lnTo>
                  <a:pt x="1933575" y="504825"/>
                </a:lnTo>
                <a:lnTo>
                  <a:pt x="1924050" y="504825"/>
                </a:lnTo>
                <a:lnTo>
                  <a:pt x="1924050" y="533400"/>
                </a:lnTo>
                <a:lnTo>
                  <a:pt x="1914525" y="533400"/>
                </a:lnTo>
                <a:lnTo>
                  <a:pt x="1914525" y="571500"/>
                </a:lnTo>
                <a:lnTo>
                  <a:pt x="1905000" y="571500"/>
                </a:lnTo>
                <a:lnTo>
                  <a:pt x="1905000" y="600075"/>
                </a:lnTo>
                <a:lnTo>
                  <a:pt x="1895475" y="600075"/>
                </a:lnTo>
                <a:lnTo>
                  <a:pt x="1895475" y="609600"/>
                </a:lnTo>
                <a:lnTo>
                  <a:pt x="1876425" y="609600"/>
                </a:lnTo>
                <a:lnTo>
                  <a:pt x="1876425" y="619125"/>
                </a:lnTo>
                <a:lnTo>
                  <a:pt x="1800225" y="619125"/>
                </a:lnTo>
                <a:lnTo>
                  <a:pt x="1800225" y="609600"/>
                </a:lnTo>
                <a:lnTo>
                  <a:pt x="1771650" y="609600"/>
                </a:lnTo>
                <a:lnTo>
                  <a:pt x="1771650" y="600075"/>
                </a:lnTo>
                <a:lnTo>
                  <a:pt x="1724025" y="600075"/>
                </a:lnTo>
                <a:lnTo>
                  <a:pt x="1724025" y="590550"/>
                </a:lnTo>
                <a:lnTo>
                  <a:pt x="1695450" y="590550"/>
                </a:lnTo>
                <a:lnTo>
                  <a:pt x="1695450" y="581025"/>
                </a:lnTo>
                <a:lnTo>
                  <a:pt x="1657350" y="581025"/>
                </a:lnTo>
                <a:lnTo>
                  <a:pt x="1657350" y="590550"/>
                </a:lnTo>
                <a:lnTo>
                  <a:pt x="1638300" y="590550"/>
                </a:lnTo>
                <a:lnTo>
                  <a:pt x="1638300" y="600075"/>
                </a:lnTo>
                <a:lnTo>
                  <a:pt x="1609725" y="600075"/>
                </a:lnTo>
                <a:lnTo>
                  <a:pt x="1609725" y="609600"/>
                </a:lnTo>
                <a:lnTo>
                  <a:pt x="1590675" y="609600"/>
                </a:lnTo>
                <a:lnTo>
                  <a:pt x="1590675" y="619125"/>
                </a:lnTo>
                <a:lnTo>
                  <a:pt x="1571625" y="619125"/>
                </a:lnTo>
                <a:lnTo>
                  <a:pt x="1571625" y="628650"/>
                </a:lnTo>
                <a:lnTo>
                  <a:pt x="1552575" y="628650"/>
                </a:lnTo>
                <a:lnTo>
                  <a:pt x="1552575" y="581025"/>
                </a:lnTo>
                <a:lnTo>
                  <a:pt x="1562100" y="581025"/>
                </a:lnTo>
                <a:lnTo>
                  <a:pt x="1562100" y="552450"/>
                </a:lnTo>
                <a:lnTo>
                  <a:pt x="1552575" y="552450"/>
                </a:lnTo>
                <a:lnTo>
                  <a:pt x="1552575" y="542925"/>
                </a:lnTo>
                <a:lnTo>
                  <a:pt x="1524000" y="542925"/>
                </a:lnTo>
                <a:lnTo>
                  <a:pt x="1524000" y="533400"/>
                </a:lnTo>
                <a:lnTo>
                  <a:pt x="1504950" y="533400"/>
                </a:lnTo>
                <a:lnTo>
                  <a:pt x="1504950" y="523875"/>
                </a:lnTo>
                <a:lnTo>
                  <a:pt x="1495425" y="523875"/>
                </a:lnTo>
                <a:lnTo>
                  <a:pt x="1495425" y="504825"/>
                </a:lnTo>
                <a:lnTo>
                  <a:pt x="1485900" y="504825"/>
                </a:lnTo>
                <a:lnTo>
                  <a:pt x="1485900" y="447675"/>
                </a:lnTo>
                <a:lnTo>
                  <a:pt x="1495425" y="447675"/>
                </a:lnTo>
                <a:lnTo>
                  <a:pt x="1495425" y="409575"/>
                </a:lnTo>
                <a:lnTo>
                  <a:pt x="1504950" y="409575"/>
                </a:lnTo>
                <a:lnTo>
                  <a:pt x="1504950" y="381000"/>
                </a:lnTo>
                <a:lnTo>
                  <a:pt x="1514475" y="381000"/>
                </a:lnTo>
                <a:lnTo>
                  <a:pt x="1514475" y="342900"/>
                </a:lnTo>
                <a:lnTo>
                  <a:pt x="1524000" y="342900"/>
                </a:lnTo>
                <a:lnTo>
                  <a:pt x="1524000" y="304800"/>
                </a:lnTo>
                <a:lnTo>
                  <a:pt x="1533525" y="304800"/>
                </a:lnTo>
                <a:lnTo>
                  <a:pt x="1533525" y="266700"/>
                </a:lnTo>
                <a:lnTo>
                  <a:pt x="1543050" y="266700"/>
                </a:lnTo>
                <a:lnTo>
                  <a:pt x="1543050" y="247650"/>
                </a:lnTo>
                <a:lnTo>
                  <a:pt x="1552575" y="247650"/>
                </a:lnTo>
                <a:lnTo>
                  <a:pt x="1552575" y="238125"/>
                </a:lnTo>
                <a:lnTo>
                  <a:pt x="1562100" y="238125"/>
                </a:lnTo>
                <a:lnTo>
                  <a:pt x="1562100" y="228600"/>
                </a:lnTo>
                <a:lnTo>
                  <a:pt x="1571625" y="228600"/>
                </a:lnTo>
                <a:close/>
                <a:moveTo>
                  <a:pt x="676275" y="304800"/>
                </a:moveTo>
                <a:lnTo>
                  <a:pt x="685800" y="304800"/>
                </a:lnTo>
                <a:lnTo>
                  <a:pt x="685800" y="333375"/>
                </a:lnTo>
                <a:lnTo>
                  <a:pt x="676275" y="333375"/>
                </a:lnTo>
                <a:close/>
                <a:moveTo>
                  <a:pt x="2057400" y="304800"/>
                </a:moveTo>
                <a:lnTo>
                  <a:pt x="2066925" y="304800"/>
                </a:lnTo>
                <a:lnTo>
                  <a:pt x="2066925" y="314325"/>
                </a:lnTo>
                <a:lnTo>
                  <a:pt x="2095500" y="314325"/>
                </a:lnTo>
                <a:lnTo>
                  <a:pt x="2095500" y="304800"/>
                </a:lnTo>
                <a:lnTo>
                  <a:pt x="2105025" y="304800"/>
                </a:lnTo>
                <a:lnTo>
                  <a:pt x="2105025" y="276225"/>
                </a:lnTo>
                <a:lnTo>
                  <a:pt x="2095500" y="276225"/>
                </a:lnTo>
                <a:lnTo>
                  <a:pt x="2095500" y="266700"/>
                </a:lnTo>
                <a:lnTo>
                  <a:pt x="2066925" y="266700"/>
                </a:lnTo>
                <a:lnTo>
                  <a:pt x="2066925" y="276225"/>
                </a:lnTo>
                <a:lnTo>
                  <a:pt x="2057400" y="276225"/>
                </a:lnTo>
                <a:close/>
                <a:moveTo>
                  <a:pt x="1724025" y="352425"/>
                </a:moveTo>
                <a:lnTo>
                  <a:pt x="1743075" y="352425"/>
                </a:lnTo>
                <a:lnTo>
                  <a:pt x="1743075" y="361950"/>
                </a:lnTo>
                <a:lnTo>
                  <a:pt x="1752600" y="361950"/>
                </a:lnTo>
                <a:lnTo>
                  <a:pt x="1752600" y="390525"/>
                </a:lnTo>
                <a:lnTo>
                  <a:pt x="1743075" y="390525"/>
                </a:lnTo>
                <a:lnTo>
                  <a:pt x="1743075" y="400050"/>
                </a:lnTo>
                <a:lnTo>
                  <a:pt x="1724025" y="400050"/>
                </a:lnTo>
                <a:lnTo>
                  <a:pt x="1724025" y="409575"/>
                </a:lnTo>
                <a:lnTo>
                  <a:pt x="1704975" y="409575"/>
                </a:lnTo>
                <a:lnTo>
                  <a:pt x="1704975" y="419100"/>
                </a:lnTo>
                <a:lnTo>
                  <a:pt x="1695450" y="419100"/>
                </a:lnTo>
                <a:lnTo>
                  <a:pt x="1695450" y="447675"/>
                </a:lnTo>
                <a:lnTo>
                  <a:pt x="1704975" y="447675"/>
                </a:lnTo>
                <a:lnTo>
                  <a:pt x="1704975" y="457200"/>
                </a:lnTo>
                <a:lnTo>
                  <a:pt x="1695450" y="457200"/>
                </a:lnTo>
                <a:lnTo>
                  <a:pt x="1695450" y="466725"/>
                </a:lnTo>
                <a:lnTo>
                  <a:pt x="1685925" y="466725"/>
                </a:lnTo>
                <a:lnTo>
                  <a:pt x="1685925" y="476250"/>
                </a:lnTo>
                <a:lnTo>
                  <a:pt x="1676400" y="476250"/>
                </a:lnTo>
                <a:lnTo>
                  <a:pt x="1676400" y="504825"/>
                </a:lnTo>
                <a:lnTo>
                  <a:pt x="1685925" y="504825"/>
                </a:lnTo>
                <a:lnTo>
                  <a:pt x="1685925" y="514350"/>
                </a:lnTo>
                <a:lnTo>
                  <a:pt x="1714500" y="514350"/>
                </a:lnTo>
                <a:lnTo>
                  <a:pt x="1714500" y="504825"/>
                </a:lnTo>
                <a:lnTo>
                  <a:pt x="1724025" y="504825"/>
                </a:lnTo>
                <a:lnTo>
                  <a:pt x="1724025" y="476250"/>
                </a:lnTo>
                <a:lnTo>
                  <a:pt x="1714500" y="476250"/>
                </a:lnTo>
                <a:lnTo>
                  <a:pt x="1714500" y="457200"/>
                </a:lnTo>
                <a:lnTo>
                  <a:pt x="1724025" y="457200"/>
                </a:lnTo>
                <a:lnTo>
                  <a:pt x="1724025" y="447675"/>
                </a:lnTo>
                <a:lnTo>
                  <a:pt x="1733550" y="447675"/>
                </a:lnTo>
                <a:lnTo>
                  <a:pt x="1733550" y="438150"/>
                </a:lnTo>
                <a:lnTo>
                  <a:pt x="1743075" y="438150"/>
                </a:lnTo>
                <a:lnTo>
                  <a:pt x="1743075" y="428625"/>
                </a:lnTo>
                <a:lnTo>
                  <a:pt x="1771650" y="428625"/>
                </a:lnTo>
                <a:lnTo>
                  <a:pt x="1771650" y="419100"/>
                </a:lnTo>
                <a:lnTo>
                  <a:pt x="1790700" y="419100"/>
                </a:lnTo>
                <a:lnTo>
                  <a:pt x="1790700" y="409575"/>
                </a:lnTo>
                <a:lnTo>
                  <a:pt x="1800225" y="409575"/>
                </a:lnTo>
                <a:lnTo>
                  <a:pt x="1800225" y="342900"/>
                </a:lnTo>
                <a:lnTo>
                  <a:pt x="1790700" y="342900"/>
                </a:lnTo>
                <a:lnTo>
                  <a:pt x="1790700" y="333375"/>
                </a:lnTo>
                <a:lnTo>
                  <a:pt x="1771650" y="333375"/>
                </a:lnTo>
                <a:lnTo>
                  <a:pt x="1771650" y="323850"/>
                </a:lnTo>
                <a:lnTo>
                  <a:pt x="1752600" y="323850"/>
                </a:lnTo>
                <a:lnTo>
                  <a:pt x="1752600" y="314325"/>
                </a:lnTo>
                <a:lnTo>
                  <a:pt x="1714500" y="314325"/>
                </a:lnTo>
                <a:lnTo>
                  <a:pt x="1714500" y="323850"/>
                </a:lnTo>
                <a:lnTo>
                  <a:pt x="1695450" y="323850"/>
                </a:lnTo>
                <a:lnTo>
                  <a:pt x="1695450" y="333375"/>
                </a:lnTo>
                <a:lnTo>
                  <a:pt x="1685925" y="333375"/>
                </a:lnTo>
                <a:lnTo>
                  <a:pt x="1685925" y="342900"/>
                </a:lnTo>
                <a:lnTo>
                  <a:pt x="1676400" y="342900"/>
                </a:lnTo>
                <a:lnTo>
                  <a:pt x="1676400" y="361950"/>
                </a:lnTo>
                <a:lnTo>
                  <a:pt x="1685925" y="361950"/>
                </a:lnTo>
                <a:lnTo>
                  <a:pt x="1685925" y="371475"/>
                </a:lnTo>
                <a:lnTo>
                  <a:pt x="1714500" y="371475"/>
                </a:lnTo>
                <a:lnTo>
                  <a:pt x="1714500" y="361950"/>
                </a:lnTo>
                <a:lnTo>
                  <a:pt x="1724025" y="361950"/>
                </a:lnTo>
                <a:close/>
                <a:moveTo>
                  <a:pt x="2009775" y="438150"/>
                </a:moveTo>
                <a:lnTo>
                  <a:pt x="2019300" y="438150"/>
                </a:lnTo>
                <a:lnTo>
                  <a:pt x="2019300" y="447675"/>
                </a:lnTo>
                <a:lnTo>
                  <a:pt x="2028825" y="447675"/>
                </a:lnTo>
                <a:lnTo>
                  <a:pt x="2028825" y="485775"/>
                </a:lnTo>
                <a:lnTo>
                  <a:pt x="2019300" y="485775"/>
                </a:lnTo>
                <a:lnTo>
                  <a:pt x="2019300" y="571500"/>
                </a:lnTo>
                <a:lnTo>
                  <a:pt x="2009775" y="571500"/>
                </a:lnTo>
                <a:lnTo>
                  <a:pt x="2009775" y="647700"/>
                </a:lnTo>
                <a:lnTo>
                  <a:pt x="2000250" y="647700"/>
                </a:lnTo>
                <a:lnTo>
                  <a:pt x="2000250" y="657225"/>
                </a:lnTo>
                <a:lnTo>
                  <a:pt x="1971675" y="657225"/>
                </a:lnTo>
                <a:lnTo>
                  <a:pt x="1971675" y="647700"/>
                </a:lnTo>
                <a:lnTo>
                  <a:pt x="1943100" y="647700"/>
                </a:lnTo>
                <a:lnTo>
                  <a:pt x="1943100" y="638175"/>
                </a:lnTo>
                <a:lnTo>
                  <a:pt x="1933575" y="638175"/>
                </a:lnTo>
                <a:lnTo>
                  <a:pt x="1933575" y="571500"/>
                </a:lnTo>
                <a:lnTo>
                  <a:pt x="1943100" y="571500"/>
                </a:lnTo>
                <a:lnTo>
                  <a:pt x="1943100" y="533400"/>
                </a:lnTo>
                <a:lnTo>
                  <a:pt x="1952625" y="533400"/>
                </a:lnTo>
                <a:lnTo>
                  <a:pt x="1952625" y="495300"/>
                </a:lnTo>
                <a:lnTo>
                  <a:pt x="1962150" y="495300"/>
                </a:lnTo>
                <a:lnTo>
                  <a:pt x="1962150" y="466725"/>
                </a:lnTo>
                <a:lnTo>
                  <a:pt x="1971675" y="466725"/>
                </a:lnTo>
                <a:lnTo>
                  <a:pt x="1971675" y="457200"/>
                </a:lnTo>
                <a:lnTo>
                  <a:pt x="1990725" y="457200"/>
                </a:lnTo>
                <a:lnTo>
                  <a:pt x="1990725" y="447675"/>
                </a:lnTo>
                <a:lnTo>
                  <a:pt x="2009775" y="447675"/>
                </a:lnTo>
                <a:close/>
                <a:moveTo>
                  <a:pt x="1504950" y="800100"/>
                </a:moveTo>
                <a:lnTo>
                  <a:pt x="1514475" y="800100"/>
                </a:lnTo>
                <a:lnTo>
                  <a:pt x="1514475" y="809625"/>
                </a:lnTo>
                <a:lnTo>
                  <a:pt x="1524000" y="809625"/>
                </a:lnTo>
                <a:lnTo>
                  <a:pt x="1524000" y="819150"/>
                </a:lnTo>
                <a:lnTo>
                  <a:pt x="1533525" y="819150"/>
                </a:lnTo>
                <a:lnTo>
                  <a:pt x="1533525" y="847725"/>
                </a:lnTo>
                <a:lnTo>
                  <a:pt x="1543050" y="847725"/>
                </a:lnTo>
                <a:lnTo>
                  <a:pt x="1543050" y="876300"/>
                </a:lnTo>
                <a:lnTo>
                  <a:pt x="1552575" y="876300"/>
                </a:lnTo>
                <a:lnTo>
                  <a:pt x="1552575" y="904875"/>
                </a:lnTo>
                <a:lnTo>
                  <a:pt x="1562100" y="904875"/>
                </a:lnTo>
                <a:lnTo>
                  <a:pt x="1562100" y="933450"/>
                </a:lnTo>
                <a:lnTo>
                  <a:pt x="1571625" y="933450"/>
                </a:lnTo>
                <a:lnTo>
                  <a:pt x="1571625" y="962025"/>
                </a:lnTo>
                <a:lnTo>
                  <a:pt x="1581150" y="962025"/>
                </a:lnTo>
                <a:lnTo>
                  <a:pt x="1581150" y="990600"/>
                </a:lnTo>
                <a:lnTo>
                  <a:pt x="1590675" y="990600"/>
                </a:lnTo>
                <a:lnTo>
                  <a:pt x="1590675" y="1009650"/>
                </a:lnTo>
                <a:lnTo>
                  <a:pt x="1600200" y="1009650"/>
                </a:lnTo>
                <a:lnTo>
                  <a:pt x="1600200" y="1019175"/>
                </a:lnTo>
                <a:lnTo>
                  <a:pt x="1590675" y="1019175"/>
                </a:lnTo>
                <a:lnTo>
                  <a:pt x="1590675" y="1028700"/>
                </a:lnTo>
                <a:lnTo>
                  <a:pt x="1562100" y="1028700"/>
                </a:lnTo>
                <a:lnTo>
                  <a:pt x="1562100" y="1000125"/>
                </a:lnTo>
                <a:lnTo>
                  <a:pt x="1552575" y="1000125"/>
                </a:lnTo>
                <a:lnTo>
                  <a:pt x="1552575" y="971550"/>
                </a:lnTo>
                <a:lnTo>
                  <a:pt x="1543050" y="971550"/>
                </a:lnTo>
                <a:lnTo>
                  <a:pt x="1543050" y="942975"/>
                </a:lnTo>
                <a:lnTo>
                  <a:pt x="1533525" y="942975"/>
                </a:lnTo>
                <a:lnTo>
                  <a:pt x="1533525" y="914400"/>
                </a:lnTo>
                <a:lnTo>
                  <a:pt x="1524000" y="914400"/>
                </a:lnTo>
                <a:lnTo>
                  <a:pt x="1524000" y="885825"/>
                </a:lnTo>
                <a:lnTo>
                  <a:pt x="1514475" y="885825"/>
                </a:lnTo>
                <a:lnTo>
                  <a:pt x="1514475" y="857250"/>
                </a:lnTo>
                <a:lnTo>
                  <a:pt x="1504950" y="857250"/>
                </a:lnTo>
                <a:lnTo>
                  <a:pt x="1504950" y="838200"/>
                </a:lnTo>
                <a:lnTo>
                  <a:pt x="1495425" y="838200"/>
                </a:lnTo>
                <a:lnTo>
                  <a:pt x="1495425" y="809625"/>
                </a:lnTo>
                <a:lnTo>
                  <a:pt x="1504950" y="809625"/>
                </a:lnTo>
                <a:close/>
                <a:moveTo>
                  <a:pt x="1943100" y="952500"/>
                </a:moveTo>
                <a:lnTo>
                  <a:pt x="1962150" y="952500"/>
                </a:lnTo>
                <a:lnTo>
                  <a:pt x="1962150" y="962025"/>
                </a:lnTo>
                <a:lnTo>
                  <a:pt x="1971675" y="962025"/>
                </a:lnTo>
                <a:lnTo>
                  <a:pt x="1971675" y="1038225"/>
                </a:lnTo>
                <a:lnTo>
                  <a:pt x="1962150" y="1038225"/>
                </a:lnTo>
                <a:lnTo>
                  <a:pt x="1962150" y="1114425"/>
                </a:lnTo>
                <a:lnTo>
                  <a:pt x="1952625" y="1114425"/>
                </a:lnTo>
                <a:lnTo>
                  <a:pt x="1952625" y="1200150"/>
                </a:lnTo>
                <a:lnTo>
                  <a:pt x="1933575" y="1200150"/>
                </a:lnTo>
                <a:lnTo>
                  <a:pt x="1933575" y="962025"/>
                </a:lnTo>
                <a:lnTo>
                  <a:pt x="1943100" y="962025"/>
                </a:lnTo>
                <a:close/>
                <a:moveTo>
                  <a:pt x="600075" y="971550"/>
                </a:moveTo>
                <a:lnTo>
                  <a:pt x="619125" y="971550"/>
                </a:lnTo>
                <a:lnTo>
                  <a:pt x="619125" y="981075"/>
                </a:lnTo>
                <a:lnTo>
                  <a:pt x="600075" y="981075"/>
                </a:lnTo>
                <a:close/>
                <a:moveTo>
                  <a:pt x="238125" y="1209675"/>
                </a:moveTo>
                <a:lnTo>
                  <a:pt x="257175" y="1209675"/>
                </a:lnTo>
                <a:lnTo>
                  <a:pt x="257175" y="1238250"/>
                </a:lnTo>
                <a:lnTo>
                  <a:pt x="247650" y="1238250"/>
                </a:lnTo>
                <a:lnTo>
                  <a:pt x="247650" y="1257300"/>
                </a:lnTo>
                <a:lnTo>
                  <a:pt x="257175" y="1257300"/>
                </a:lnTo>
                <a:lnTo>
                  <a:pt x="257175" y="1285875"/>
                </a:lnTo>
                <a:lnTo>
                  <a:pt x="266700" y="1285875"/>
                </a:lnTo>
                <a:lnTo>
                  <a:pt x="266700" y="1314450"/>
                </a:lnTo>
                <a:lnTo>
                  <a:pt x="276225" y="1314450"/>
                </a:lnTo>
                <a:lnTo>
                  <a:pt x="276225" y="1343025"/>
                </a:lnTo>
                <a:lnTo>
                  <a:pt x="285750" y="1343025"/>
                </a:lnTo>
                <a:lnTo>
                  <a:pt x="285750" y="1371600"/>
                </a:lnTo>
                <a:lnTo>
                  <a:pt x="295275" y="1371600"/>
                </a:lnTo>
                <a:lnTo>
                  <a:pt x="295275" y="1400175"/>
                </a:lnTo>
                <a:lnTo>
                  <a:pt x="304800" y="1400175"/>
                </a:lnTo>
                <a:lnTo>
                  <a:pt x="304800" y="1428750"/>
                </a:lnTo>
                <a:lnTo>
                  <a:pt x="314325" y="1428750"/>
                </a:lnTo>
                <a:lnTo>
                  <a:pt x="314325" y="1457325"/>
                </a:lnTo>
                <a:lnTo>
                  <a:pt x="323850" y="1457325"/>
                </a:lnTo>
                <a:lnTo>
                  <a:pt x="323850" y="1485900"/>
                </a:lnTo>
                <a:lnTo>
                  <a:pt x="333375" y="1485900"/>
                </a:lnTo>
                <a:lnTo>
                  <a:pt x="333375" y="1504950"/>
                </a:lnTo>
                <a:lnTo>
                  <a:pt x="342900" y="1504950"/>
                </a:lnTo>
                <a:lnTo>
                  <a:pt x="342900" y="1533525"/>
                </a:lnTo>
                <a:lnTo>
                  <a:pt x="352425" y="1533525"/>
                </a:lnTo>
                <a:lnTo>
                  <a:pt x="352425" y="1562100"/>
                </a:lnTo>
                <a:lnTo>
                  <a:pt x="361950" y="1562100"/>
                </a:lnTo>
                <a:lnTo>
                  <a:pt x="361950" y="1590675"/>
                </a:lnTo>
                <a:lnTo>
                  <a:pt x="371475" y="1590675"/>
                </a:lnTo>
                <a:lnTo>
                  <a:pt x="371475" y="1619250"/>
                </a:lnTo>
                <a:lnTo>
                  <a:pt x="381000" y="1619250"/>
                </a:lnTo>
                <a:lnTo>
                  <a:pt x="381000" y="1647825"/>
                </a:lnTo>
                <a:lnTo>
                  <a:pt x="390525" y="1647825"/>
                </a:lnTo>
                <a:lnTo>
                  <a:pt x="390525" y="1676400"/>
                </a:lnTo>
                <a:lnTo>
                  <a:pt x="400050" y="1676400"/>
                </a:lnTo>
                <a:lnTo>
                  <a:pt x="400050" y="1704975"/>
                </a:lnTo>
                <a:lnTo>
                  <a:pt x="409575" y="1704975"/>
                </a:lnTo>
                <a:lnTo>
                  <a:pt x="409575" y="1733550"/>
                </a:lnTo>
                <a:lnTo>
                  <a:pt x="419100" y="1733550"/>
                </a:lnTo>
                <a:lnTo>
                  <a:pt x="419100" y="1762125"/>
                </a:lnTo>
                <a:lnTo>
                  <a:pt x="428625" y="1762125"/>
                </a:lnTo>
                <a:lnTo>
                  <a:pt x="428625" y="1781175"/>
                </a:lnTo>
                <a:lnTo>
                  <a:pt x="438150" y="1781175"/>
                </a:lnTo>
                <a:lnTo>
                  <a:pt x="438150" y="1809750"/>
                </a:lnTo>
                <a:lnTo>
                  <a:pt x="447675" y="1809750"/>
                </a:lnTo>
                <a:lnTo>
                  <a:pt x="447675" y="1838325"/>
                </a:lnTo>
                <a:lnTo>
                  <a:pt x="457200" y="1838325"/>
                </a:lnTo>
                <a:lnTo>
                  <a:pt x="457200" y="1866900"/>
                </a:lnTo>
                <a:lnTo>
                  <a:pt x="466725" y="1866900"/>
                </a:lnTo>
                <a:lnTo>
                  <a:pt x="466725" y="1895475"/>
                </a:lnTo>
                <a:lnTo>
                  <a:pt x="476250" y="1895475"/>
                </a:lnTo>
                <a:lnTo>
                  <a:pt x="476250" y="1924050"/>
                </a:lnTo>
                <a:lnTo>
                  <a:pt x="485775" y="1924050"/>
                </a:lnTo>
                <a:lnTo>
                  <a:pt x="485775" y="1952625"/>
                </a:lnTo>
                <a:lnTo>
                  <a:pt x="495300" y="1952625"/>
                </a:lnTo>
                <a:lnTo>
                  <a:pt x="495300" y="1981200"/>
                </a:lnTo>
                <a:lnTo>
                  <a:pt x="504825" y="1981200"/>
                </a:lnTo>
                <a:lnTo>
                  <a:pt x="504825" y="2009775"/>
                </a:lnTo>
                <a:lnTo>
                  <a:pt x="514350" y="2009775"/>
                </a:lnTo>
                <a:lnTo>
                  <a:pt x="514350" y="2038350"/>
                </a:lnTo>
                <a:lnTo>
                  <a:pt x="523875" y="2038350"/>
                </a:lnTo>
                <a:lnTo>
                  <a:pt x="523875" y="2047875"/>
                </a:lnTo>
                <a:lnTo>
                  <a:pt x="533400" y="2047875"/>
                </a:lnTo>
                <a:lnTo>
                  <a:pt x="533400" y="2057400"/>
                </a:lnTo>
                <a:lnTo>
                  <a:pt x="552450" y="2057400"/>
                </a:lnTo>
                <a:lnTo>
                  <a:pt x="552450" y="2047875"/>
                </a:lnTo>
                <a:lnTo>
                  <a:pt x="571500" y="2047875"/>
                </a:lnTo>
                <a:lnTo>
                  <a:pt x="571500" y="2038350"/>
                </a:lnTo>
                <a:lnTo>
                  <a:pt x="600075" y="2038350"/>
                </a:lnTo>
                <a:lnTo>
                  <a:pt x="600075" y="2028825"/>
                </a:lnTo>
                <a:lnTo>
                  <a:pt x="619125" y="2028825"/>
                </a:lnTo>
                <a:lnTo>
                  <a:pt x="619125" y="2019300"/>
                </a:lnTo>
                <a:lnTo>
                  <a:pt x="638175" y="2019300"/>
                </a:lnTo>
                <a:lnTo>
                  <a:pt x="638175" y="2009775"/>
                </a:lnTo>
                <a:lnTo>
                  <a:pt x="666750" y="2009775"/>
                </a:lnTo>
                <a:lnTo>
                  <a:pt x="666750" y="2000250"/>
                </a:lnTo>
                <a:lnTo>
                  <a:pt x="685800" y="2000250"/>
                </a:lnTo>
                <a:lnTo>
                  <a:pt x="685800" y="1990725"/>
                </a:lnTo>
                <a:lnTo>
                  <a:pt x="714375" y="1990725"/>
                </a:lnTo>
                <a:lnTo>
                  <a:pt x="714375" y="1981200"/>
                </a:lnTo>
                <a:lnTo>
                  <a:pt x="723900" y="1981200"/>
                </a:lnTo>
                <a:lnTo>
                  <a:pt x="723900" y="2000250"/>
                </a:lnTo>
                <a:lnTo>
                  <a:pt x="714375" y="2000250"/>
                </a:lnTo>
                <a:lnTo>
                  <a:pt x="714375" y="2028825"/>
                </a:lnTo>
                <a:lnTo>
                  <a:pt x="704850" y="2028825"/>
                </a:lnTo>
                <a:lnTo>
                  <a:pt x="704850" y="2038350"/>
                </a:lnTo>
                <a:lnTo>
                  <a:pt x="685800" y="2038350"/>
                </a:lnTo>
                <a:lnTo>
                  <a:pt x="685800" y="2047875"/>
                </a:lnTo>
                <a:lnTo>
                  <a:pt x="647700" y="2047875"/>
                </a:lnTo>
                <a:lnTo>
                  <a:pt x="647700" y="2057400"/>
                </a:lnTo>
                <a:lnTo>
                  <a:pt x="619125" y="2057400"/>
                </a:lnTo>
                <a:lnTo>
                  <a:pt x="619125" y="2066925"/>
                </a:lnTo>
                <a:lnTo>
                  <a:pt x="600075" y="2066925"/>
                </a:lnTo>
                <a:lnTo>
                  <a:pt x="600075" y="2076450"/>
                </a:lnTo>
                <a:lnTo>
                  <a:pt x="571500" y="2076450"/>
                </a:lnTo>
                <a:lnTo>
                  <a:pt x="571500" y="2085975"/>
                </a:lnTo>
                <a:lnTo>
                  <a:pt x="542925" y="2085975"/>
                </a:lnTo>
                <a:lnTo>
                  <a:pt x="542925" y="2095500"/>
                </a:lnTo>
                <a:lnTo>
                  <a:pt x="514350" y="2095500"/>
                </a:lnTo>
                <a:lnTo>
                  <a:pt x="514350" y="2085975"/>
                </a:lnTo>
                <a:lnTo>
                  <a:pt x="504825" y="2085975"/>
                </a:lnTo>
                <a:lnTo>
                  <a:pt x="504825" y="2076450"/>
                </a:lnTo>
                <a:lnTo>
                  <a:pt x="495300" y="2076450"/>
                </a:lnTo>
                <a:lnTo>
                  <a:pt x="495300" y="2047875"/>
                </a:lnTo>
                <a:lnTo>
                  <a:pt x="485775" y="2047875"/>
                </a:lnTo>
                <a:lnTo>
                  <a:pt x="485775" y="2019300"/>
                </a:lnTo>
                <a:lnTo>
                  <a:pt x="476250" y="2019300"/>
                </a:lnTo>
                <a:lnTo>
                  <a:pt x="476250" y="1990725"/>
                </a:lnTo>
                <a:lnTo>
                  <a:pt x="466725" y="1990725"/>
                </a:lnTo>
                <a:lnTo>
                  <a:pt x="466725" y="1962150"/>
                </a:lnTo>
                <a:lnTo>
                  <a:pt x="457200" y="1962150"/>
                </a:lnTo>
                <a:lnTo>
                  <a:pt x="457200" y="1933575"/>
                </a:lnTo>
                <a:lnTo>
                  <a:pt x="447675" y="1933575"/>
                </a:lnTo>
                <a:lnTo>
                  <a:pt x="447675" y="1905000"/>
                </a:lnTo>
                <a:lnTo>
                  <a:pt x="438150" y="1905000"/>
                </a:lnTo>
                <a:lnTo>
                  <a:pt x="438150" y="1885950"/>
                </a:lnTo>
                <a:lnTo>
                  <a:pt x="428625" y="1885950"/>
                </a:lnTo>
                <a:lnTo>
                  <a:pt x="428625" y="1857375"/>
                </a:lnTo>
                <a:lnTo>
                  <a:pt x="419100" y="1857375"/>
                </a:lnTo>
                <a:lnTo>
                  <a:pt x="419100" y="1828800"/>
                </a:lnTo>
                <a:lnTo>
                  <a:pt x="409575" y="1828800"/>
                </a:lnTo>
                <a:lnTo>
                  <a:pt x="409575" y="1800225"/>
                </a:lnTo>
                <a:lnTo>
                  <a:pt x="400050" y="1800225"/>
                </a:lnTo>
                <a:lnTo>
                  <a:pt x="400050" y="1771650"/>
                </a:lnTo>
                <a:lnTo>
                  <a:pt x="390525" y="1771650"/>
                </a:lnTo>
                <a:lnTo>
                  <a:pt x="390525" y="1743075"/>
                </a:lnTo>
                <a:lnTo>
                  <a:pt x="381000" y="1743075"/>
                </a:lnTo>
                <a:lnTo>
                  <a:pt x="381000" y="1733550"/>
                </a:lnTo>
                <a:lnTo>
                  <a:pt x="371475" y="1733550"/>
                </a:lnTo>
                <a:lnTo>
                  <a:pt x="371475" y="1685925"/>
                </a:lnTo>
                <a:lnTo>
                  <a:pt x="361950" y="1685925"/>
                </a:lnTo>
                <a:lnTo>
                  <a:pt x="361950" y="1657350"/>
                </a:lnTo>
                <a:lnTo>
                  <a:pt x="352425" y="1657350"/>
                </a:lnTo>
                <a:lnTo>
                  <a:pt x="352425" y="1628775"/>
                </a:lnTo>
                <a:lnTo>
                  <a:pt x="342900" y="1628775"/>
                </a:lnTo>
                <a:lnTo>
                  <a:pt x="342900" y="1600200"/>
                </a:lnTo>
                <a:lnTo>
                  <a:pt x="333375" y="1600200"/>
                </a:lnTo>
                <a:lnTo>
                  <a:pt x="333375" y="1581150"/>
                </a:lnTo>
                <a:lnTo>
                  <a:pt x="323850" y="1581150"/>
                </a:lnTo>
                <a:lnTo>
                  <a:pt x="323850" y="1552575"/>
                </a:lnTo>
                <a:lnTo>
                  <a:pt x="314325" y="1552575"/>
                </a:lnTo>
                <a:lnTo>
                  <a:pt x="314325" y="1524000"/>
                </a:lnTo>
                <a:lnTo>
                  <a:pt x="304800" y="1524000"/>
                </a:lnTo>
                <a:lnTo>
                  <a:pt x="304800" y="1495425"/>
                </a:lnTo>
                <a:lnTo>
                  <a:pt x="295275" y="1495425"/>
                </a:lnTo>
                <a:lnTo>
                  <a:pt x="295275" y="1466850"/>
                </a:lnTo>
                <a:lnTo>
                  <a:pt x="285750" y="1466850"/>
                </a:lnTo>
                <a:lnTo>
                  <a:pt x="285750" y="1438275"/>
                </a:lnTo>
                <a:lnTo>
                  <a:pt x="276225" y="1438275"/>
                </a:lnTo>
                <a:lnTo>
                  <a:pt x="276225" y="1409700"/>
                </a:lnTo>
                <a:lnTo>
                  <a:pt x="266700" y="1409700"/>
                </a:lnTo>
                <a:lnTo>
                  <a:pt x="266700" y="1381125"/>
                </a:lnTo>
                <a:lnTo>
                  <a:pt x="257175" y="1381125"/>
                </a:lnTo>
                <a:lnTo>
                  <a:pt x="257175" y="1362075"/>
                </a:lnTo>
                <a:lnTo>
                  <a:pt x="247650" y="1362075"/>
                </a:lnTo>
                <a:lnTo>
                  <a:pt x="247650" y="1333500"/>
                </a:lnTo>
                <a:lnTo>
                  <a:pt x="238125" y="1333500"/>
                </a:lnTo>
                <a:lnTo>
                  <a:pt x="238125" y="1304925"/>
                </a:lnTo>
                <a:lnTo>
                  <a:pt x="228600" y="1304925"/>
                </a:lnTo>
                <a:lnTo>
                  <a:pt x="228600" y="1276350"/>
                </a:lnTo>
                <a:lnTo>
                  <a:pt x="219075" y="1276350"/>
                </a:lnTo>
                <a:lnTo>
                  <a:pt x="219075" y="1228725"/>
                </a:lnTo>
                <a:lnTo>
                  <a:pt x="228600" y="1228725"/>
                </a:lnTo>
                <a:lnTo>
                  <a:pt x="228600" y="1219200"/>
                </a:lnTo>
                <a:lnTo>
                  <a:pt x="238125" y="1219200"/>
                </a:lnTo>
                <a:close/>
                <a:moveTo>
                  <a:pt x="1638300" y="1209675"/>
                </a:moveTo>
                <a:lnTo>
                  <a:pt x="1666875" y="1209675"/>
                </a:lnTo>
                <a:lnTo>
                  <a:pt x="1666875" y="1238250"/>
                </a:lnTo>
                <a:lnTo>
                  <a:pt x="1676400" y="1238250"/>
                </a:lnTo>
                <a:lnTo>
                  <a:pt x="1676400" y="1266825"/>
                </a:lnTo>
                <a:lnTo>
                  <a:pt x="1685925" y="1266825"/>
                </a:lnTo>
                <a:lnTo>
                  <a:pt x="1685925" y="1295400"/>
                </a:lnTo>
                <a:lnTo>
                  <a:pt x="1695450" y="1295400"/>
                </a:lnTo>
                <a:lnTo>
                  <a:pt x="1695450" y="1333500"/>
                </a:lnTo>
                <a:lnTo>
                  <a:pt x="1704975" y="1333500"/>
                </a:lnTo>
                <a:lnTo>
                  <a:pt x="1704975" y="1352550"/>
                </a:lnTo>
                <a:lnTo>
                  <a:pt x="1714500" y="1352550"/>
                </a:lnTo>
                <a:lnTo>
                  <a:pt x="1714500" y="1390650"/>
                </a:lnTo>
                <a:lnTo>
                  <a:pt x="1724025" y="1390650"/>
                </a:lnTo>
                <a:lnTo>
                  <a:pt x="1724025" y="1419225"/>
                </a:lnTo>
                <a:lnTo>
                  <a:pt x="1733550" y="1419225"/>
                </a:lnTo>
                <a:lnTo>
                  <a:pt x="1733550" y="1447800"/>
                </a:lnTo>
                <a:lnTo>
                  <a:pt x="1743075" y="1447800"/>
                </a:lnTo>
                <a:lnTo>
                  <a:pt x="1743075" y="1476375"/>
                </a:lnTo>
                <a:lnTo>
                  <a:pt x="1752600" y="1476375"/>
                </a:lnTo>
                <a:lnTo>
                  <a:pt x="1752600" y="1504950"/>
                </a:lnTo>
                <a:lnTo>
                  <a:pt x="1762125" y="1504950"/>
                </a:lnTo>
                <a:lnTo>
                  <a:pt x="1762125" y="1533525"/>
                </a:lnTo>
                <a:lnTo>
                  <a:pt x="1771650" y="1533525"/>
                </a:lnTo>
                <a:lnTo>
                  <a:pt x="1771650" y="1562100"/>
                </a:lnTo>
                <a:lnTo>
                  <a:pt x="1781175" y="1562100"/>
                </a:lnTo>
                <a:lnTo>
                  <a:pt x="1781175" y="1590675"/>
                </a:lnTo>
                <a:lnTo>
                  <a:pt x="1790700" y="1590675"/>
                </a:lnTo>
                <a:lnTo>
                  <a:pt x="1790700" y="1609725"/>
                </a:lnTo>
                <a:lnTo>
                  <a:pt x="1800225" y="1609725"/>
                </a:lnTo>
                <a:lnTo>
                  <a:pt x="1800225" y="1638300"/>
                </a:lnTo>
                <a:lnTo>
                  <a:pt x="1809750" y="1638300"/>
                </a:lnTo>
                <a:lnTo>
                  <a:pt x="1809750" y="1666875"/>
                </a:lnTo>
                <a:lnTo>
                  <a:pt x="1800225" y="1666875"/>
                </a:lnTo>
                <a:lnTo>
                  <a:pt x="1800225" y="1676400"/>
                </a:lnTo>
                <a:lnTo>
                  <a:pt x="1781175" y="1676400"/>
                </a:lnTo>
                <a:lnTo>
                  <a:pt x="1781175" y="1685925"/>
                </a:lnTo>
                <a:lnTo>
                  <a:pt x="1743075" y="1685925"/>
                </a:lnTo>
                <a:lnTo>
                  <a:pt x="1743075" y="1695450"/>
                </a:lnTo>
                <a:lnTo>
                  <a:pt x="1704975" y="1695450"/>
                </a:lnTo>
                <a:lnTo>
                  <a:pt x="1704975" y="1704975"/>
                </a:lnTo>
                <a:lnTo>
                  <a:pt x="1676400" y="1704975"/>
                </a:lnTo>
                <a:lnTo>
                  <a:pt x="1676400" y="1714500"/>
                </a:lnTo>
                <a:lnTo>
                  <a:pt x="1647825" y="1714500"/>
                </a:lnTo>
                <a:lnTo>
                  <a:pt x="1647825" y="1724025"/>
                </a:lnTo>
                <a:lnTo>
                  <a:pt x="1609725" y="1724025"/>
                </a:lnTo>
                <a:lnTo>
                  <a:pt x="1609725" y="1733550"/>
                </a:lnTo>
                <a:lnTo>
                  <a:pt x="1581150" y="1733550"/>
                </a:lnTo>
                <a:lnTo>
                  <a:pt x="1581150" y="1743075"/>
                </a:lnTo>
                <a:lnTo>
                  <a:pt x="1543050" y="1743075"/>
                </a:lnTo>
                <a:lnTo>
                  <a:pt x="1543050" y="1752600"/>
                </a:lnTo>
                <a:lnTo>
                  <a:pt x="1504950" y="1752600"/>
                </a:lnTo>
                <a:lnTo>
                  <a:pt x="1504950" y="1762125"/>
                </a:lnTo>
                <a:lnTo>
                  <a:pt x="1476375" y="1762125"/>
                </a:lnTo>
                <a:lnTo>
                  <a:pt x="1476375" y="1771650"/>
                </a:lnTo>
                <a:lnTo>
                  <a:pt x="1447800" y="1771650"/>
                </a:lnTo>
                <a:lnTo>
                  <a:pt x="1447800" y="1781175"/>
                </a:lnTo>
                <a:lnTo>
                  <a:pt x="1419225" y="1781175"/>
                </a:lnTo>
                <a:lnTo>
                  <a:pt x="1419225" y="1790700"/>
                </a:lnTo>
                <a:lnTo>
                  <a:pt x="1381125" y="1790700"/>
                </a:lnTo>
                <a:lnTo>
                  <a:pt x="1381125" y="1800225"/>
                </a:lnTo>
                <a:lnTo>
                  <a:pt x="1371600" y="1800225"/>
                </a:lnTo>
                <a:lnTo>
                  <a:pt x="1371600" y="1790700"/>
                </a:lnTo>
                <a:lnTo>
                  <a:pt x="1362075" y="1790700"/>
                </a:lnTo>
                <a:lnTo>
                  <a:pt x="1362075" y="1781175"/>
                </a:lnTo>
                <a:lnTo>
                  <a:pt x="1352550" y="1781175"/>
                </a:lnTo>
                <a:lnTo>
                  <a:pt x="1352550" y="1762125"/>
                </a:lnTo>
                <a:lnTo>
                  <a:pt x="1371600" y="1762125"/>
                </a:lnTo>
                <a:lnTo>
                  <a:pt x="1371600" y="1752600"/>
                </a:lnTo>
                <a:lnTo>
                  <a:pt x="1390650" y="1752600"/>
                </a:lnTo>
                <a:lnTo>
                  <a:pt x="1390650" y="1743075"/>
                </a:lnTo>
                <a:lnTo>
                  <a:pt x="1419225" y="1743075"/>
                </a:lnTo>
                <a:lnTo>
                  <a:pt x="1419225" y="1733550"/>
                </a:lnTo>
                <a:lnTo>
                  <a:pt x="1447800" y="1733550"/>
                </a:lnTo>
                <a:lnTo>
                  <a:pt x="1447800" y="1724025"/>
                </a:lnTo>
                <a:lnTo>
                  <a:pt x="1476375" y="1724025"/>
                </a:lnTo>
                <a:lnTo>
                  <a:pt x="1476375" y="1714500"/>
                </a:lnTo>
                <a:lnTo>
                  <a:pt x="1514475" y="1714500"/>
                </a:lnTo>
                <a:lnTo>
                  <a:pt x="1514475" y="1704975"/>
                </a:lnTo>
                <a:lnTo>
                  <a:pt x="1552575" y="1704975"/>
                </a:lnTo>
                <a:lnTo>
                  <a:pt x="1552575" y="1695450"/>
                </a:lnTo>
                <a:lnTo>
                  <a:pt x="1590675" y="1695450"/>
                </a:lnTo>
                <a:lnTo>
                  <a:pt x="1590675" y="1685925"/>
                </a:lnTo>
                <a:lnTo>
                  <a:pt x="1638300" y="1685925"/>
                </a:lnTo>
                <a:lnTo>
                  <a:pt x="1638300" y="1676400"/>
                </a:lnTo>
                <a:lnTo>
                  <a:pt x="1685925" y="1676400"/>
                </a:lnTo>
                <a:lnTo>
                  <a:pt x="1685925" y="1666875"/>
                </a:lnTo>
                <a:lnTo>
                  <a:pt x="1733550" y="1666875"/>
                </a:lnTo>
                <a:lnTo>
                  <a:pt x="1733550" y="1657350"/>
                </a:lnTo>
                <a:lnTo>
                  <a:pt x="1762125" y="1657350"/>
                </a:lnTo>
                <a:lnTo>
                  <a:pt x="1762125" y="1647825"/>
                </a:lnTo>
                <a:lnTo>
                  <a:pt x="1771650" y="1647825"/>
                </a:lnTo>
                <a:lnTo>
                  <a:pt x="1771650" y="1628775"/>
                </a:lnTo>
                <a:lnTo>
                  <a:pt x="1762125" y="1628775"/>
                </a:lnTo>
                <a:lnTo>
                  <a:pt x="1762125" y="1590675"/>
                </a:lnTo>
                <a:lnTo>
                  <a:pt x="1752600" y="1590675"/>
                </a:lnTo>
                <a:lnTo>
                  <a:pt x="1752600" y="1552575"/>
                </a:lnTo>
                <a:lnTo>
                  <a:pt x="1743075" y="1552575"/>
                </a:lnTo>
                <a:lnTo>
                  <a:pt x="1743075" y="1533525"/>
                </a:lnTo>
                <a:lnTo>
                  <a:pt x="1733550" y="1533525"/>
                </a:lnTo>
                <a:lnTo>
                  <a:pt x="1733550" y="1504950"/>
                </a:lnTo>
                <a:lnTo>
                  <a:pt x="1724025" y="1504950"/>
                </a:lnTo>
                <a:lnTo>
                  <a:pt x="1724025" y="1485900"/>
                </a:lnTo>
                <a:lnTo>
                  <a:pt x="1714500" y="1485900"/>
                </a:lnTo>
                <a:lnTo>
                  <a:pt x="1714500" y="1428750"/>
                </a:lnTo>
                <a:lnTo>
                  <a:pt x="1704975" y="1428750"/>
                </a:lnTo>
                <a:lnTo>
                  <a:pt x="1704975" y="1409700"/>
                </a:lnTo>
                <a:lnTo>
                  <a:pt x="1695450" y="1409700"/>
                </a:lnTo>
                <a:lnTo>
                  <a:pt x="1695450" y="1381125"/>
                </a:lnTo>
                <a:lnTo>
                  <a:pt x="1685925" y="1381125"/>
                </a:lnTo>
                <a:lnTo>
                  <a:pt x="1685925" y="1362075"/>
                </a:lnTo>
                <a:lnTo>
                  <a:pt x="1676400" y="1362075"/>
                </a:lnTo>
                <a:lnTo>
                  <a:pt x="1676400" y="1333500"/>
                </a:lnTo>
                <a:lnTo>
                  <a:pt x="1666875" y="1333500"/>
                </a:lnTo>
                <a:lnTo>
                  <a:pt x="1666875" y="1314450"/>
                </a:lnTo>
                <a:lnTo>
                  <a:pt x="1657350" y="1314450"/>
                </a:lnTo>
                <a:lnTo>
                  <a:pt x="1657350" y="1295400"/>
                </a:lnTo>
                <a:lnTo>
                  <a:pt x="1647825" y="1295400"/>
                </a:lnTo>
                <a:lnTo>
                  <a:pt x="1647825" y="1276350"/>
                </a:lnTo>
                <a:lnTo>
                  <a:pt x="1638300" y="1276350"/>
                </a:lnTo>
                <a:close/>
                <a:moveTo>
                  <a:pt x="142875" y="1238250"/>
                </a:moveTo>
                <a:lnTo>
                  <a:pt x="152400" y="1238250"/>
                </a:lnTo>
                <a:lnTo>
                  <a:pt x="152400" y="1266825"/>
                </a:lnTo>
                <a:lnTo>
                  <a:pt x="142875" y="1266825"/>
                </a:lnTo>
                <a:close/>
                <a:moveTo>
                  <a:pt x="1943100" y="1238250"/>
                </a:moveTo>
                <a:lnTo>
                  <a:pt x="1952625" y="1238250"/>
                </a:lnTo>
                <a:lnTo>
                  <a:pt x="1952625" y="1266825"/>
                </a:lnTo>
                <a:lnTo>
                  <a:pt x="1943100" y="1266825"/>
                </a:lnTo>
                <a:close/>
                <a:moveTo>
                  <a:pt x="142875" y="1333500"/>
                </a:moveTo>
                <a:lnTo>
                  <a:pt x="161925" y="1333500"/>
                </a:lnTo>
                <a:lnTo>
                  <a:pt x="161925" y="1743075"/>
                </a:lnTo>
                <a:lnTo>
                  <a:pt x="171450" y="1743075"/>
                </a:lnTo>
                <a:lnTo>
                  <a:pt x="171450" y="1771650"/>
                </a:lnTo>
                <a:lnTo>
                  <a:pt x="161925" y="1771650"/>
                </a:lnTo>
                <a:lnTo>
                  <a:pt x="161925" y="1781175"/>
                </a:lnTo>
                <a:lnTo>
                  <a:pt x="152400" y="1781175"/>
                </a:lnTo>
                <a:lnTo>
                  <a:pt x="152400" y="1790700"/>
                </a:lnTo>
                <a:lnTo>
                  <a:pt x="142875" y="1790700"/>
                </a:lnTo>
                <a:lnTo>
                  <a:pt x="142875" y="1809750"/>
                </a:lnTo>
                <a:lnTo>
                  <a:pt x="133350" y="1809750"/>
                </a:lnTo>
                <a:lnTo>
                  <a:pt x="133350" y="1828800"/>
                </a:lnTo>
                <a:lnTo>
                  <a:pt x="123825" y="1828800"/>
                </a:lnTo>
                <a:lnTo>
                  <a:pt x="123825" y="1857375"/>
                </a:lnTo>
                <a:lnTo>
                  <a:pt x="114300" y="1857375"/>
                </a:lnTo>
                <a:lnTo>
                  <a:pt x="114300" y="1905000"/>
                </a:lnTo>
                <a:lnTo>
                  <a:pt x="123825" y="1905000"/>
                </a:lnTo>
                <a:lnTo>
                  <a:pt x="123825" y="1924050"/>
                </a:lnTo>
                <a:lnTo>
                  <a:pt x="133350" y="1924050"/>
                </a:lnTo>
                <a:lnTo>
                  <a:pt x="133350" y="1943100"/>
                </a:lnTo>
                <a:lnTo>
                  <a:pt x="142875" y="1943100"/>
                </a:lnTo>
                <a:lnTo>
                  <a:pt x="142875" y="1952625"/>
                </a:lnTo>
                <a:lnTo>
                  <a:pt x="152400" y="1952625"/>
                </a:lnTo>
                <a:lnTo>
                  <a:pt x="152400" y="1962150"/>
                </a:lnTo>
                <a:lnTo>
                  <a:pt x="161925" y="1962150"/>
                </a:lnTo>
                <a:lnTo>
                  <a:pt x="161925" y="1971675"/>
                </a:lnTo>
                <a:lnTo>
                  <a:pt x="171450" y="1971675"/>
                </a:lnTo>
                <a:lnTo>
                  <a:pt x="171450" y="2000250"/>
                </a:lnTo>
                <a:lnTo>
                  <a:pt x="161925" y="2000250"/>
                </a:lnTo>
                <a:lnTo>
                  <a:pt x="161925" y="2238375"/>
                </a:lnTo>
                <a:lnTo>
                  <a:pt x="171450" y="2238375"/>
                </a:lnTo>
                <a:lnTo>
                  <a:pt x="171450" y="2276475"/>
                </a:lnTo>
                <a:lnTo>
                  <a:pt x="180975" y="2276475"/>
                </a:lnTo>
                <a:lnTo>
                  <a:pt x="180975" y="2295525"/>
                </a:lnTo>
                <a:lnTo>
                  <a:pt x="190500" y="2295525"/>
                </a:lnTo>
                <a:lnTo>
                  <a:pt x="190500" y="2314575"/>
                </a:lnTo>
                <a:lnTo>
                  <a:pt x="171450" y="2314575"/>
                </a:lnTo>
                <a:lnTo>
                  <a:pt x="171450" y="2305050"/>
                </a:lnTo>
                <a:lnTo>
                  <a:pt x="152400" y="2305050"/>
                </a:lnTo>
                <a:lnTo>
                  <a:pt x="152400" y="2295525"/>
                </a:lnTo>
                <a:lnTo>
                  <a:pt x="142875" y="2295525"/>
                </a:lnTo>
                <a:lnTo>
                  <a:pt x="142875" y="2286000"/>
                </a:lnTo>
                <a:lnTo>
                  <a:pt x="133350" y="2286000"/>
                </a:lnTo>
                <a:lnTo>
                  <a:pt x="133350" y="2276475"/>
                </a:lnTo>
                <a:lnTo>
                  <a:pt x="123825" y="2276475"/>
                </a:lnTo>
                <a:lnTo>
                  <a:pt x="123825" y="2266950"/>
                </a:lnTo>
                <a:lnTo>
                  <a:pt x="114300" y="2266950"/>
                </a:lnTo>
                <a:lnTo>
                  <a:pt x="114300" y="2257425"/>
                </a:lnTo>
                <a:lnTo>
                  <a:pt x="104775" y="2257425"/>
                </a:lnTo>
                <a:lnTo>
                  <a:pt x="104775" y="2247900"/>
                </a:lnTo>
                <a:lnTo>
                  <a:pt x="95250" y="2247900"/>
                </a:lnTo>
                <a:lnTo>
                  <a:pt x="95250" y="2238375"/>
                </a:lnTo>
                <a:lnTo>
                  <a:pt x="85725" y="2238375"/>
                </a:lnTo>
                <a:lnTo>
                  <a:pt x="85725" y="2219325"/>
                </a:lnTo>
                <a:lnTo>
                  <a:pt x="76200" y="2219325"/>
                </a:lnTo>
                <a:lnTo>
                  <a:pt x="76200" y="2190750"/>
                </a:lnTo>
                <a:lnTo>
                  <a:pt x="66675" y="2190750"/>
                </a:lnTo>
                <a:lnTo>
                  <a:pt x="66675" y="2028825"/>
                </a:lnTo>
                <a:lnTo>
                  <a:pt x="76200" y="2028825"/>
                </a:lnTo>
                <a:lnTo>
                  <a:pt x="76200" y="1952625"/>
                </a:lnTo>
                <a:lnTo>
                  <a:pt x="85725" y="1952625"/>
                </a:lnTo>
                <a:lnTo>
                  <a:pt x="85725" y="1857375"/>
                </a:lnTo>
                <a:lnTo>
                  <a:pt x="95250" y="1857375"/>
                </a:lnTo>
                <a:lnTo>
                  <a:pt x="95250" y="1771650"/>
                </a:lnTo>
                <a:lnTo>
                  <a:pt x="104775" y="1771650"/>
                </a:lnTo>
                <a:lnTo>
                  <a:pt x="104775" y="1685925"/>
                </a:lnTo>
                <a:lnTo>
                  <a:pt x="114300" y="1685925"/>
                </a:lnTo>
                <a:lnTo>
                  <a:pt x="114300" y="1600200"/>
                </a:lnTo>
                <a:lnTo>
                  <a:pt x="123825" y="1600200"/>
                </a:lnTo>
                <a:lnTo>
                  <a:pt x="123825" y="1514475"/>
                </a:lnTo>
                <a:lnTo>
                  <a:pt x="133350" y="1514475"/>
                </a:lnTo>
                <a:lnTo>
                  <a:pt x="133350" y="1419225"/>
                </a:lnTo>
                <a:lnTo>
                  <a:pt x="142875" y="1419225"/>
                </a:lnTo>
                <a:close/>
                <a:moveTo>
                  <a:pt x="1333500" y="1676400"/>
                </a:moveTo>
                <a:lnTo>
                  <a:pt x="1352550" y="1676400"/>
                </a:lnTo>
                <a:lnTo>
                  <a:pt x="1352550" y="1685925"/>
                </a:lnTo>
                <a:lnTo>
                  <a:pt x="1343025" y="1685925"/>
                </a:lnTo>
                <a:lnTo>
                  <a:pt x="1343025" y="1695450"/>
                </a:lnTo>
                <a:lnTo>
                  <a:pt x="1323975" y="1695450"/>
                </a:lnTo>
                <a:lnTo>
                  <a:pt x="1323975" y="1685925"/>
                </a:lnTo>
                <a:lnTo>
                  <a:pt x="1333500" y="1685925"/>
                </a:lnTo>
                <a:close/>
                <a:moveTo>
                  <a:pt x="1885950" y="1743075"/>
                </a:moveTo>
                <a:lnTo>
                  <a:pt x="1914525" y="1743075"/>
                </a:lnTo>
                <a:lnTo>
                  <a:pt x="1914525" y="1762125"/>
                </a:lnTo>
                <a:lnTo>
                  <a:pt x="1895475" y="1762125"/>
                </a:lnTo>
                <a:lnTo>
                  <a:pt x="1895475" y="1752600"/>
                </a:lnTo>
                <a:lnTo>
                  <a:pt x="1885950" y="1752600"/>
                </a:lnTo>
                <a:close/>
                <a:moveTo>
                  <a:pt x="1200150" y="1800225"/>
                </a:moveTo>
                <a:lnTo>
                  <a:pt x="1209675" y="1800225"/>
                </a:lnTo>
                <a:lnTo>
                  <a:pt x="1209675" y="1809750"/>
                </a:lnTo>
                <a:lnTo>
                  <a:pt x="1219200" y="1809750"/>
                </a:lnTo>
                <a:lnTo>
                  <a:pt x="1219200" y="1819275"/>
                </a:lnTo>
                <a:lnTo>
                  <a:pt x="1247775" y="1819275"/>
                </a:lnTo>
                <a:lnTo>
                  <a:pt x="1247775" y="1809750"/>
                </a:lnTo>
                <a:lnTo>
                  <a:pt x="1266825" y="1809750"/>
                </a:lnTo>
                <a:lnTo>
                  <a:pt x="1266825" y="1800225"/>
                </a:lnTo>
                <a:lnTo>
                  <a:pt x="1285875" y="1800225"/>
                </a:lnTo>
                <a:lnTo>
                  <a:pt x="1285875" y="1809750"/>
                </a:lnTo>
                <a:lnTo>
                  <a:pt x="1295400" y="1809750"/>
                </a:lnTo>
                <a:lnTo>
                  <a:pt x="1295400" y="1819275"/>
                </a:lnTo>
                <a:lnTo>
                  <a:pt x="1285875" y="1819275"/>
                </a:lnTo>
                <a:lnTo>
                  <a:pt x="1285875" y="1828800"/>
                </a:lnTo>
                <a:lnTo>
                  <a:pt x="1276350" y="1828800"/>
                </a:lnTo>
                <a:lnTo>
                  <a:pt x="1276350" y="1838325"/>
                </a:lnTo>
                <a:lnTo>
                  <a:pt x="1247775" y="1838325"/>
                </a:lnTo>
                <a:lnTo>
                  <a:pt x="1247775" y="1847850"/>
                </a:lnTo>
                <a:lnTo>
                  <a:pt x="1238250" y="1847850"/>
                </a:lnTo>
                <a:lnTo>
                  <a:pt x="1238250" y="1857375"/>
                </a:lnTo>
                <a:lnTo>
                  <a:pt x="1228725" y="1857375"/>
                </a:lnTo>
                <a:lnTo>
                  <a:pt x="1228725" y="1866900"/>
                </a:lnTo>
                <a:lnTo>
                  <a:pt x="1219200" y="1866900"/>
                </a:lnTo>
                <a:lnTo>
                  <a:pt x="1219200" y="1876425"/>
                </a:lnTo>
                <a:lnTo>
                  <a:pt x="1200150" y="1876425"/>
                </a:lnTo>
                <a:lnTo>
                  <a:pt x="1200150" y="1885950"/>
                </a:lnTo>
                <a:lnTo>
                  <a:pt x="1181100" y="1885950"/>
                </a:lnTo>
                <a:lnTo>
                  <a:pt x="1181100" y="1895475"/>
                </a:lnTo>
                <a:lnTo>
                  <a:pt x="1076325" y="1895475"/>
                </a:lnTo>
                <a:lnTo>
                  <a:pt x="1076325" y="1905000"/>
                </a:lnTo>
                <a:lnTo>
                  <a:pt x="1047750" y="1905000"/>
                </a:lnTo>
                <a:lnTo>
                  <a:pt x="1047750" y="1914525"/>
                </a:lnTo>
                <a:lnTo>
                  <a:pt x="1019175" y="1914525"/>
                </a:lnTo>
                <a:lnTo>
                  <a:pt x="1019175" y="1924050"/>
                </a:lnTo>
                <a:lnTo>
                  <a:pt x="990600" y="1924050"/>
                </a:lnTo>
                <a:lnTo>
                  <a:pt x="990600" y="1933575"/>
                </a:lnTo>
                <a:lnTo>
                  <a:pt x="962025" y="1933575"/>
                </a:lnTo>
                <a:lnTo>
                  <a:pt x="962025" y="1943100"/>
                </a:lnTo>
                <a:lnTo>
                  <a:pt x="942975" y="1943100"/>
                </a:lnTo>
                <a:lnTo>
                  <a:pt x="942975" y="1952625"/>
                </a:lnTo>
                <a:lnTo>
                  <a:pt x="914400" y="1952625"/>
                </a:lnTo>
                <a:lnTo>
                  <a:pt x="914400" y="1962150"/>
                </a:lnTo>
                <a:lnTo>
                  <a:pt x="885825" y="1962150"/>
                </a:lnTo>
                <a:lnTo>
                  <a:pt x="885825" y="1971675"/>
                </a:lnTo>
                <a:lnTo>
                  <a:pt x="857250" y="1971675"/>
                </a:lnTo>
                <a:lnTo>
                  <a:pt x="857250" y="1981200"/>
                </a:lnTo>
                <a:lnTo>
                  <a:pt x="828675" y="1981200"/>
                </a:lnTo>
                <a:lnTo>
                  <a:pt x="828675" y="1990725"/>
                </a:lnTo>
                <a:lnTo>
                  <a:pt x="800100" y="1990725"/>
                </a:lnTo>
                <a:lnTo>
                  <a:pt x="800100" y="1971675"/>
                </a:lnTo>
                <a:lnTo>
                  <a:pt x="771525" y="1971675"/>
                </a:lnTo>
                <a:lnTo>
                  <a:pt x="771525" y="1981200"/>
                </a:lnTo>
                <a:lnTo>
                  <a:pt x="752475" y="1981200"/>
                </a:lnTo>
                <a:lnTo>
                  <a:pt x="752475" y="1962150"/>
                </a:lnTo>
                <a:lnTo>
                  <a:pt x="771525" y="1962150"/>
                </a:lnTo>
                <a:lnTo>
                  <a:pt x="771525" y="1952625"/>
                </a:lnTo>
                <a:lnTo>
                  <a:pt x="790575" y="1952625"/>
                </a:lnTo>
                <a:lnTo>
                  <a:pt x="790575" y="1943100"/>
                </a:lnTo>
                <a:lnTo>
                  <a:pt x="819150" y="1943100"/>
                </a:lnTo>
                <a:lnTo>
                  <a:pt x="819150" y="1933575"/>
                </a:lnTo>
                <a:lnTo>
                  <a:pt x="847725" y="1933575"/>
                </a:lnTo>
                <a:lnTo>
                  <a:pt x="847725" y="1924050"/>
                </a:lnTo>
                <a:lnTo>
                  <a:pt x="876300" y="1924050"/>
                </a:lnTo>
                <a:lnTo>
                  <a:pt x="876300" y="1914525"/>
                </a:lnTo>
                <a:lnTo>
                  <a:pt x="904875" y="1914525"/>
                </a:lnTo>
                <a:lnTo>
                  <a:pt x="904875" y="1905000"/>
                </a:lnTo>
                <a:lnTo>
                  <a:pt x="933450" y="1905000"/>
                </a:lnTo>
                <a:lnTo>
                  <a:pt x="933450" y="1895475"/>
                </a:lnTo>
                <a:lnTo>
                  <a:pt x="971550" y="1895475"/>
                </a:lnTo>
                <a:lnTo>
                  <a:pt x="971550" y="1885950"/>
                </a:lnTo>
                <a:lnTo>
                  <a:pt x="1019175" y="1885950"/>
                </a:lnTo>
                <a:lnTo>
                  <a:pt x="1019175" y="1876425"/>
                </a:lnTo>
                <a:lnTo>
                  <a:pt x="1066800" y="1876425"/>
                </a:lnTo>
                <a:lnTo>
                  <a:pt x="1066800" y="1866900"/>
                </a:lnTo>
                <a:lnTo>
                  <a:pt x="1104900" y="1866900"/>
                </a:lnTo>
                <a:lnTo>
                  <a:pt x="1104900" y="1847850"/>
                </a:lnTo>
                <a:lnTo>
                  <a:pt x="1114425" y="1847850"/>
                </a:lnTo>
                <a:lnTo>
                  <a:pt x="1114425" y="1838325"/>
                </a:lnTo>
                <a:lnTo>
                  <a:pt x="1171575" y="1838325"/>
                </a:lnTo>
                <a:lnTo>
                  <a:pt x="1171575" y="1828800"/>
                </a:lnTo>
                <a:lnTo>
                  <a:pt x="1181100" y="1828800"/>
                </a:lnTo>
                <a:lnTo>
                  <a:pt x="1181100" y="1819275"/>
                </a:lnTo>
                <a:lnTo>
                  <a:pt x="1190625" y="1819275"/>
                </a:lnTo>
                <a:lnTo>
                  <a:pt x="1190625" y="1809750"/>
                </a:lnTo>
                <a:lnTo>
                  <a:pt x="1200150" y="1809750"/>
                </a:lnTo>
                <a:close/>
                <a:moveTo>
                  <a:pt x="1504950" y="1905000"/>
                </a:moveTo>
                <a:lnTo>
                  <a:pt x="1533525" y="1905000"/>
                </a:lnTo>
                <a:lnTo>
                  <a:pt x="1533525" y="1914525"/>
                </a:lnTo>
                <a:lnTo>
                  <a:pt x="1524000" y="1914525"/>
                </a:lnTo>
                <a:lnTo>
                  <a:pt x="1524000" y="1924050"/>
                </a:lnTo>
                <a:lnTo>
                  <a:pt x="1514475" y="1924050"/>
                </a:lnTo>
                <a:lnTo>
                  <a:pt x="1514475" y="1914525"/>
                </a:lnTo>
                <a:lnTo>
                  <a:pt x="1504950" y="1914525"/>
                </a:lnTo>
                <a:close/>
                <a:moveTo>
                  <a:pt x="238125" y="2047875"/>
                </a:moveTo>
                <a:lnTo>
                  <a:pt x="257175" y="2047875"/>
                </a:lnTo>
                <a:lnTo>
                  <a:pt x="257175" y="2057400"/>
                </a:lnTo>
                <a:lnTo>
                  <a:pt x="238125" y="2057400"/>
                </a:lnTo>
                <a:close/>
                <a:moveTo>
                  <a:pt x="219075" y="2343150"/>
                </a:moveTo>
                <a:lnTo>
                  <a:pt x="228600" y="2343150"/>
                </a:lnTo>
                <a:lnTo>
                  <a:pt x="228600" y="2352675"/>
                </a:lnTo>
                <a:lnTo>
                  <a:pt x="238125" y="2352675"/>
                </a:lnTo>
                <a:lnTo>
                  <a:pt x="238125" y="2362200"/>
                </a:lnTo>
                <a:lnTo>
                  <a:pt x="219075" y="2362200"/>
                </a:lnTo>
                <a:close/>
                <a:moveTo>
                  <a:pt x="1819275" y="2381250"/>
                </a:moveTo>
                <a:lnTo>
                  <a:pt x="1838325" y="2381250"/>
                </a:lnTo>
                <a:lnTo>
                  <a:pt x="1838325" y="2400300"/>
                </a:lnTo>
                <a:lnTo>
                  <a:pt x="1828800" y="2400300"/>
                </a:lnTo>
                <a:lnTo>
                  <a:pt x="1828800" y="2409825"/>
                </a:lnTo>
                <a:lnTo>
                  <a:pt x="1819275" y="2409825"/>
                </a:lnTo>
                <a:lnTo>
                  <a:pt x="1819275" y="2428875"/>
                </a:lnTo>
                <a:lnTo>
                  <a:pt x="1809750" y="2428875"/>
                </a:lnTo>
                <a:lnTo>
                  <a:pt x="1809750" y="2438400"/>
                </a:lnTo>
                <a:lnTo>
                  <a:pt x="1800225" y="2438400"/>
                </a:lnTo>
                <a:lnTo>
                  <a:pt x="1800225" y="2447925"/>
                </a:lnTo>
                <a:lnTo>
                  <a:pt x="1781175" y="2447925"/>
                </a:lnTo>
                <a:lnTo>
                  <a:pt x="1781175" y="2457450"/>
                </a:lnTo>
                <a:lnTo>
                  <a:pt x="1771650" y="2457450"/>
                </a:lnTo>
                <a:lnTo>
                  <a:pt x="1771650" y="2466975"/>
                </a:lnTo>
                <a:lnTo>
                  <a:pt x="1752600" y="2466975"/>
                </a:lnTo>
                <a:lnTo>
                  <a:pt x="1752600" y="2476500"/>
                </a:lnTo>
                <a:lnTo>
                  <a:pt x="1733550" y="2476500"/>
                </a:lnTo>
                <a:lnTo>
                  <a:pt x="1733550" y="2486025"/>
                </a:lnTo>
                <a:lnTo>
                  <a:pt x="1695450" y="2486025"/>
                </a:lnTo>
                <a:lnTo>
                  <a:pt x="1695450" y="2495550"/>
                </a:lnTo>
                <a:lnTo>
                  <a:pt x="1628775" y="2495550"/>
                </a:lnTo>
                <a:lnTo>
                  <a:pt x="1628775" y="2486025"/>
                </a:lnTo>
                <a:lnTo>
                  <a:pt x="1552575" y="2486025"/>
                </a:lnTo>
                <a:lnTo>
                  <a:pt x="1552575" y="2476500"/>
                </a:lnTo>
                <a:lnTo>
                  <a:pt x="1476375" y="2476500"/>
                </a:lnTo>
                <a:lnTo>
                  <a:pt x="1476375" y="2466975"/>
                </a:lnTo>
                <a:lnTo>
                  <a:pt x="1390650" y="2466975"/>
                </a:lnTo>
                <a:lnTo>
                  <a:pt x="1390650" y="2457450"/>
                </a:lnTo>
                <a:lnTo>
                  <a:pt x="1323975" y="2457450"/>
                </a:lnTo>
                <a:lnTo>
                  <a:pt x="1323975" y="2447925"/>
                </a:lnTo>
                <a:lnTo>
                  <a:pt x="1247775" y="2447925"/>
                </a:lnTo>
                <a:lnTo>
                  <a:pt x="1247775" y="2438400"/>
                </a:lnTo>
                <a:lnTo>
                  <a:pt x="1171575" y="2438400"/>
                </a:lnTo>
                <a:lnTo>
                  <a:pt x="1171575" y="2428875"/>
                </a:lnTo>
                <a:lnTo>
                  <a:pt x="1085850" y="2428875"/>
                </a:lnTo>
                <a:lnTo>
                  <a:pt x="1085850" y="2409825"/>
                </a:lnTo>
                <a:lnTo>
                  <a:pt x="1771650" y="2409825"/>
                </a:lnTo>
                <a:lnTo>
                  <a:pt x="1771650" y="2400300"/>
                </a:lnTo>
                <a:lnTo>
                  <a:pt x="1800225" y="2400300"/>
                </a:lnTo>
                <a:lnTo>
                  <a:pt x="1800225" y="2390775"/>
                </a:lnTo>
                <a:lnTo>
                  <a:pt x="1819275" y="2390775"/>
                </a:lnTo>
                <a:close/>
              </a:path>
            </a:pathLst>
          </a:custGeom>
          <a:solidFill xmlns:a="http://schemas.openxmlformats.org/drawingml/2006/main">
            <a:srgbClr val="244B39"/>
          </a:solidFill>
          <a:ln xmlns:a="http://schemas.openxmlformats.org/drawingml/2006/main" w="0">
            <a:noFill/>
          </a:ln>
        </p:spPr>
      </p:sp>
      <p:sp>
        <p:nvSpPr>
          <p:cNvPr id="95" name="">
            <a:extLst xmlns:a="http://schemas.openxmlformats.org/drawingml/2006/main">
              <a:ext uri="{FF2B5EF4-FFF2-40B4-BE49-F238E27FC236}">
                <a16:creationId xmlns:a16="http://schemas.microsoft.com/office/drawing/2014/main" id="{8BE26B77-AD5E-4A3A-AB61-42396675271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086725" y="5038725"/>
            <a:ext cx="647700" cy="676275"/>
          </a:xfrm>
          <a:prstGeom xmlns:a="http://schemas.openxmlformats.org/drawingml/2006/main" prst="rect">
            <a:avLst/>
          </a:prstGeom>
          <a:solidFill xmlns:a="http://schemas.openxmlformats.org/drawingml/2006/main">
            <a:srgbClr val="F9F9F4"/>
          </a:solidFill>
          <a:ln xmlns:a="http://schemas.openxmlformats.org/drawingml/2006/main" w="0">
            <a:noFill/>
          </a:ln>
        </p:spPr>
      </p:sp>
      <p:sp>
        <p:nvSpPr>
          <p:cNvPr id="96" name="">
            <a:extLst xmlns:a="http://schemas.openxmlformats.org/drawingml/2006/main">
              <a:ext uri="{FF2B5EF4-FFF2-40B4-BE49-F238E27FC236}">
                <a16:creationId xmlns:a16="http://schemas.microsoft.com/office/drawing/2014/main" id="{16CEC6F8-65A8-4599-8407-F3A60722A4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867150" y="2114550"/>
            <a:ext cx="1428750" cy="54292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ctr">
              <a:defRPr sz="1575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defPPr>
            <a:lvl1pPr algn="ctr">
              <a:defRPr sz="1575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1pPr>
            <a:lvl2pPr algn="ctr">
              <a:defRPr sz="1575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2pPr>
            <a:lvl3pPr algn="ctr">
              <a:defRPr sz="1575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3pPr>
            <a:lvl4pPr algn="ctr">
              <a:defRPr sz="1575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4pPr>
            <a:lvl5pPr algn="ctr">
              <a:defRPr sz="1575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5pPr>
            <a:lvl6pPr algn="ctr">
              <a:defRPr sz="1575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6pPr>
            <a:lvl7pPr algn="ctr">
              <a:defRPr sz="1575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7pPr>
            <a:lvl8pPr algn="ctr">
              <a:defRPr sz="1575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8pPr>
            <a:lvl9pPr algn="ctr">
              <a:defRPr sz="1575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ctr">
              <a:lnSpc>
                <a:spcPct val="105000"/>
              </a:lnSpc>
              <a:buNone/>
              <a:defRPr sz="1575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pPr>
            <a:r>
              <a:rPr sz="1575" b="0">
                <a:solidFill>
                  <a:srgbClr val="1D4333"/>
                </a:solidFill>
                <a:latin typeface="Arial"/>
                <a:ea typeface="Arial"/>
                <a:cs typeface="Arial"/>
              </a:rPr>
              <a:t>Anotaciones</a:t>
            </a:r>
          </a:p>
          <a:p xmlns:a="http://schemas.openxmlformats.org/drawingml/2006/main">
            <a:pPr algn="ctr">
              <a:lnSpc>
                <a:spcPct val="105000"/>
              </a:lnSpc>
              <a:buNone/>
              <a:defRPr sz="1575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pPr>
            <a:r>
              <a:rPr sz="1575" b="0">
                <a:solidFill>
                  <a:srgbClr val="1D4333"/>
                </a:solidFill>
                <a:latin typeface="Arial"/>
                <a:ea typeface="Arial"/>
                <a:cs typeface="Arial"/>
              </a:rPr>
              <a:t>dispersas</a:t>
            </a:r>
          </a:p>
        </p:txBody>
      </p:sp>
      <p:sp>
        <p:nvSpPr>
          <p:cNvPr id="97" name="">
            <a:extLst xmlns:a="http://schemas.openxmlformats.org/drawingml/2006/main">
              <a:ext uri="{FF2B5EF4-FFF2-40B4-BE49-F238E27FC236}">
                <a16:creationId xmlns:a16="http://schemas.microsoft.com/office/drawing/2014/main" id="{8F09D096-6A1B-4813-9750-8882218264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790950" y="4762500"/>
            <a:ext cx="1428750" cy="55245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ctr"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defPPr>
            <a:lvl1pPr algn="ctr"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1pPr>
            <a:lvl2pPr algn="ctr"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2pPr>
            <a:lvl3pPr algn="ctr"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3pPr>
            <a:lvl4pPr algn="ctr"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4pPr>
            <a:lvl5pPr algn="ctr"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5pPr>
            <a:lvl6pPr algn="ctr"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6pPr>
            <a:lvl7pPr algn="ctr"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7pPr>
            <a:lvl8pPr algn="ctr"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8pPr>
            <a:lvl9pPr algn="ctr"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ctr">
              <a:lnSpc>
                <a:spcPct val="105000"/>
              </a:lnSpc>
              <a:buNone/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pPr>
            <a:r>
              <a:rPr sz="1500" b="0">
                <a:solidFill>
                  <a:srgbClr val="1D4333"/>
                </a:solidFill>
                <a:latin typeface="Arial"/>
                <a:ea typeface="Arial"/>
                <a:cs typeface="Arial"/>
              </a:rPr>
              <a:t>Novedades</a:t>
            </a:r>
          </a:p>
          <a:p xmlns:a="http://schemas.openxmlformats.org/drawingml/2006/main">
            <a:pPr algn="ctr">
              <a:lnSpc>
                <a:spcPct val="105000"/>
              </a:lnSpc>
              <a:buNone/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pPr>
            <a:r>
              <a:rPr sz="1500" b="0">
                <a:solidFill>
                  <a:srgbClr val="1D4333"/>
                </a:solidFill>
                <a:latin typeface="Arial"/>
                <a:ea typeface="Arial"/>
                <a:cs typeface="Arial"/>
              </a:rPr>
              <a:t>sin comunicar</a:t>
            </a:r>
          </a:p>
        </p:txBody>
      </p:sp>
      <p:sp>
        <p:nvSpPr>
          <p:cNvPr id="98" name="">
            <a:extLst xmlns:a="http://schemas.openxmlformats.org/drawingml/2006/main">
              <a:ext uri="{FF2B5EF4-FFF2-40B4-BE49-F238E27FC236}">
                <a16:creationId xmlns:a16="http://schemas.microsoft.com/office/drawing/2014/main" id="{E490258D-B1F8-478E-B006-5772F35F29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067675" y="5038725"/>
            <a:ext cx="1371600" cy="79057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ctr"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defPPr>
            <a:lvl1pPr algn="ctr"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1pPr>
            <a:lvl2pPr algn="ctr"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2pPr>
            <a:lvl3pPr algn="ctr"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3pPr>
            <a:lvl4pPr algn="ctr"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4pPr>
            <a:lvl5pPr algn="ctr"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5pPr>
            <a:lvl6pPr algn="ctr"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6pPr>
            <a:lvl7pPr algn="ctr"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7pPr>
            <a:lvl8pPr algn="ctr"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8pPr>
            <a:lvl9pPr algn="ctr"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ctr">
              <a:lnSpc>
                <a:spcPct val="105000"/>
              </a:lnSpc>
              <a:buNone/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pPr>
            <a:r>
              <a:rPr sz="1500" b="0">
                <a:solidFill>
                  <a:srgbClr val="1D4333"/>
                </a:solidFill>
                <a:latin typeface="Arial"/>
                <a:ea typeface="Arial"/>
                <a:cs typeface="Arial"/>
              </a:rPr>
              <a:t>Dudas sobre</a:t>
            </a:r>
          </a:p>
          <a:p xmlns:a="http://schemas.openxmlformats.org/drawingml/2006/main">
            <a:pPr algn="ctr">
              <a:lnSpc>
                <a:spcPct val="105000"/>
              </a:lnSpc>
              <a:buNone/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pPr>
            <a:r>
              <a:rPr sz="1500" b="0">
                <a:solidFill>
                  <a:srgbClr val="1D4333"/>
                </a:solidFill>
                <a:latin typeface="Arial"/>
                <a:ea typeface="Arial"/>
                <a:cs typeface="Arial"/>
              </a:rPr>
              <a:t>la mercadería</a:t>
            </a:r>
          </a:p>
          <a:p xmlns:a="http://schemas.openxmlformats.org/drawingml/2006/main">
            <a:pPr algn="ctr">
              <a:lnSpc>
                <a:spcPct val="105000"/>
              </a:lnSpc>
              <a:buNone/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pPr>
            <a:r>
              <a:rPr sz="1500" b="0">
                <a:solidFill>
                  <a:srgbClr val="1D4333"/>
                </a:solidFill>
                <a:latin typeface="Arial"/>
                <a:ea typeface="Arial"/>
                <a:cs typeface="Arial"/>
              </a:rPr>
              <a:t>disponible</a:t>
            </a:r>
          </a:p>
        </p:txBody>
      </p:sp>
      <p:sp>
        <p:nvSpPr>
          <p:cNvPr id="99" name="">
            <a:extLst xmlns:a="http://schemas.openxmlformats.org/drawingml/2006/main">
              <a:ext uri="{FF2B5EF4-FFF2-40B4-BE49-F238E27FC236}">
                <a16:creationId xmlns:a16="http://schemas.microsoft.com/office/drawing/2014/main" id="{6A576C61-93A2-4541-B85B-A132ECB8A2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429125" y="2552700"/>
            <a:ext cx="514350" cy="447675"/>
          </a:xfrm>
          <a:prstGeom xmlns:a="http://schemas.openxmlformats.org/drawingml/2006/main" prst="curvedRightArrow">
            <a:avLst/>
          </a:prstGeom>
          <a:solidFill xmlns:a="http://schemas.openxmlformats.org/drawingml/2006/main">
            <a:srgbClr val="AE6544"/>
          </a:solidFill>
          <a:ln xmlns:a="http://schemas.openxmlformats.org/drawingml/2006/main" w="0">
            <a:noFill/>
          </a:ln>
        </p:spPr>
      </p:sp>
      <p:sp>
        <p:nvSpPr>
          <p:cNvPr id="100" name="">
            <a:extLst xmlns:a="http://schemas.openxmlformats.org/drawingml/2006/main">
              <a:ext uri="{FF2B5EF4-FFF2-40B4-BE49-F238E27FC236}">
                <a16:creationId xmlns:a16="http://schemas.microsoft.com/office/drawing/2014/main" id="{BF56B014-AB20-419E-BA47-55AA8F8ECB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429125" y="4219575"/>
            <a:ext cx="514350" cy="447675"/>
          </a:xfrm>
          <a:prstGeom xmlns:a="http://schemas.openxmlformats.org/drawingml/2006/main" prst="curvedRightArrow">
            <a:avLst/>
          </a:prstGeom>
          <a:solidFill xmlns:a="http://schemas.openxmlformats.org/drawingml/2006/main">
            <a:srgbClr val="AE6544"/>
          </a:solidFill>
          <a:ln xmlns:a="http://schemas.openxmlformats.org/drawingml/2006/main" w="0">
            <a:noFill/>
          </a:ln>
        </p:spPr>
      </p:sp>
      <p:sp>
        <p:nvSpPr>
          <p:cNvPr id="101" name="">
            <a:extLst xmlns:a="http://schemas.openxmlformats.org/drawingml/2006/main">
              <a:ext uri="{FF2B5EF4-FFF2-40B4-BE49-F238E27FC236}">
                <a16:creationId xmlns:a16="http://schemas.microsoft.com/office/drawing/2014/main" id="{E20263D6-08F5-4FD0-A0ED-6746B747B6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286875" y="3009900"/>
            <a:ext cx="1219200" cy="609600"/>
          </a:xfrm>
          <a:prstGeom xmlns:a="http://schemas.openxmlformats.org/drawingml/2006/main" prst="roundRect">
            <a:avLst>
              <a:gd name="adj" fmla="val 34375"/>
            </a:avLst>
          </a:prstGeom>
          <a:solidFill xmlns:a="http://schemas.openxmlformats.org/drawingml/2006/main">
            <a:srgbClr val="1D4333"/>
          </a:solidFill>
          <a:ln xmlns:a="http://schemas.openxmlformats.org/drawingml/2006/main" w="0">
            <a:noFill/>
          </a:ln>
        </p:spPr>
      </p:sp>
      <p:sp>
        <p:nvSpPr>
          <p:cNvPr id="102" name="">
            <a:extLst xmlns:a="http://schemas.openxmlformats.org/drawingml/2006/main">
              <a:ext uri="{FF2B5EF4-FFF2-40B4-BE49-F238E27FC236}">
                <a16:creationId xmlns:a16="http://schemas.microsoft.com/office/drawing/2014/main" id="{B05D9192-1B64-4C48-824D-3C99EE6879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382125" y="3086100"/>
            <a:ext cx="1028700" cy="55245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ctr">
              <a:defRPr sz="1575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defPPr>
            <a:lvl1pPr algn="ctr">
              <a:defRPr sz="1575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lvl1pPr>
            <a:lvl2pPr algn="ctr">
              <a:defRPr sz="1575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lvl2pPr>
            <a:lvl3pPr algn="ctr">
              <a:defRPr sz="1575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lvl3pPr>
            <a:lvl4pPr algn="ctr">
              <a:defRPr sz="1575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lvl4pPr>
            <a:lvl5pPr algn="ctr">
              <a:defRPr sz="1575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lvl5pPr>
            <a:lvl6pPr algn="ctr">
              <a:defRPr sz="1575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lvl6pPr>
            <a:lvl7pPr algn="ctr">
              <a:defRPr sz="1575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lvl7pPr>
            <a:lvl8pPr algn="ctr">
              <a:defRPr sz="1575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lvl8pPr>
            <a:lvl9pPr algn="ctr">
              <a:defRPr sz="1575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ctr">
              <a:lnSpc>
                <a:spcPct val="105000"/>
              </a:lnSpc>
              <a:buNone/>
              <a:defRPr sz="1575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pPr>
            <a:r>
              <a:rPr sz="1575" b="0">
                <a:solidFill>
                  <a:srgbClr val="FFFFFF"/>
                </a:solidFill>
                <a:latin typeface="Arial"/>
                <a:ea typeface="Arial"/>
                <a:cs typeface="Arial"/>
              </a:rPr>
              <a:t>¿Qué se</a:t>
            </a:r>
          </a:p>
          <a:p xmlns:a="http://schemas.openxmlformats.org/drawingml/2006/main">
            <a:pPr algn="ctr">
              <a:lnSpc>
                <a:spcPct val="105000"/>
              </a:lnSpc>
              <a:buNone/>
              <a:defRPr sz="1575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pPr>
            <a:r>
              <a:rPr sz="1575" b="0">
                <a:solidFill>
                  <a:srgbClr val="FFFFFF"/>
                </a:solidFill>
                <a:latin typeface="Arial"/>
                <a:ea typeface="Arial"/>
                <a:cs typeface="Arial"/>
              </a:rPr>
              <a:t>vendió?</a:t>
            </a:r>
          </a:p>
        </p:txBody>
      </p:sp>
      <p:sp>
        <p:nvSpPr>
          <p:cNvPr id="103" name="">
            <a:extLst xmlns:a="http://schemas.openxmlformats.org/drawingml/2006/main">
              <a:ext uri="{FF2B5EF4-FFF2-40B4-BE49-F238E27FC236}">
                <a16:creationId xmlns:a16="http://schemas.microsoft.com/office/drawing/2014/main" id="{DA311596-2042-4CC4-BFEE-1C2DC55FCA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306175" y="3905250"/>
            <a:ext cx="1219200" cy="609600"/>
          </a:xfrm>
          <a:prstGeom xmlns:a="http://schemas.openxmlformats.org/drawingml/2006/main" prst="roundRect">
            <a:avLst>
              <a:gd name="adj" fmla="val 34375"/>
            </a:avLst>
          </a:prstGeom>
          <a:solidFill xmlns:a="http://schemas.openxmlformats.org/drawingml/2006/main">
            <a:srgbClr val="1D4333"/>
          </a:solidFill>
          <a:ln xmlns:a="http://schemas.openxmlformats.org/drawingml/2006/main" w="0">
            <a:noFill/>
          </a:ln>
        </p:spPr>
      </p:sp>
      <p:sp>
        <p:nvSpPr>
          <p:cNvPr id="104" name="">
            <a:extLst xmlns:a="http://schemas.openxmlformats.org/drawingml/2006/main">
              <a:ext uri="{FF2B5EF4-FFF2-40B4-BE49-F238E27FC236}">
                <a16:creationId xmlns:a16="http://schemas.microsoft.com/office/drawing/2014/main" id="{60243850-E889-4237-9977-E9337C8FFD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1401425" y="3981450"/>
            <a:ext cx="1028700" cy="55245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ctr">
              <a:defRPr sz="1575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defPPr>
            <a:lvl1pPr algn="ctr">
              <a:defRPr sz="1575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lvl1pPr>
            <a:lvl2pPr algn="ctr">
              <a:defRPr sz="1575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lvl2pPr>
            <a:lvl3pPr algn="ctr">
              <a:defRPr sz="1575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lvl3pPr>
            <a:lvl4pPr algn="ctr">
              <a:defRPr sz="1575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lvl4pPr>
            <a:lvl5pPr algn="ctr">
              <a:defRPr sz="1575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lvl5pPr>
            <a:lvl6pPr algn="ctr">
              <a:defRPr sz="1575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lvl6pPr>
            <a:lvl7pPr algn="ctr">
              <a:defRPr sz="1575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lvl7pPr>
            <a:lvl8pPr algn="ctr">
              <a:defRPr sz="1575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lvl8pPr>
            <a:lvl9pPr algn="ctr">
              <a:defRPr sz="1575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ctr">
              <a:lnSpc>
                <a:spcPct val="105000"/>
              </a:lnSpc>
              <a:buNone/>
              <a:defRPr sz="1575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pPr>
            <a:r>
              <a:rPr sz="1575" b="0">
                <a:solidFill>
                  <a:srgbClr val="FFFFFF"/>
                </a:solidFill>
                <a:latin typeface="Arial"/>
                <a:ea typeface="Arial"/>
                <a:cs typeface="Arial"/>
              </a:rPr>
              <a:t>¿Cuánto</a:t>
            </a:r>
          </a:p>
          <a:p xmlns:a="http://schemas.openxmlformats.org/drawingml/2006/main">
            <a:pPr algn="ctr">
              <a:lnSpc>
                <a:spcPct val="105000"/>
              </a:lnSpc>
              <a:buNone/>
              <a:defRPr sz="1575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pPr>
            <a:r>
              <a:rPr sz="1575" b="0">
                <a:solidFill>
                  <a:srgbClr val="FFFFFF"/>
                </a:solidFill>
                <a:latin typeface="Arial"/>
                <a:ea typeface="Arial"/>
                <a:cs typeface="Arial"/>
              </a:rPr>
              <a:t>queda?</a:t>
            </a:r>
          </a:p>
        </p:txBody>
      </p:sp>
      <p:sp>
        <p:nvSpPr>
          <p:cNvPr id="105" name="">
            <a:extLst xmlns:a="http://schemas.openxmlformats.org/drawingml/2006/main">
              <a:ext uri="{FF2B5EF4-FFF2-40B4-BE49-F238E27FC236}">
                <a16:creationId xmlns:a16="http://schemas.microsoft.com/office/drawing/2014/main" id="{9B20947A-91CF-46DB-9913-48513EE025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23900" y="6229350"/>
            <a:ext cx="11668125" cy="733425"/>
          </a:xfrm>
          <a:prstGeom xmlns:a="http://schemas.openxmlformats.org/drawingml/2006/main" prst="roundRect">
            <a:avLst>
              <a:gd name="adj" fmla="val 28571"/>
            </a:avLst>
          </a:prstGeom>
          <a:solidFill xmlns:a="http://schemas.openxmlformats.org/drawingml/2006/main">
            <a:srgbClr val="BF6F49"/>
          </a:solidFill>
          <a:ln xmlns:a="http://schemas.openxmlformats.org/drawingml/2006/main" w="23813">
            <a:solidFill>
              <a:srgbClr val="955133"/>
            </a:solidFill>
          </a:ln>
        </p:spPr>
      </p:sp>
      <p:sp>
        <p:nvSpPr>
          <p:cNvPr id="106" name="">
            <a:extLst xmlns:a="http://schemas.openxmlformats.org/drawingml/2006/main">
              <a:ext uri="{FF2B5EF4-FFF2-40B4-BE49-F238E27FC236}">
                <a16:creationId xmlns:a16="http://schemas.microsoft.com/office/drawing/2014/main" id="{9AA7BFAB-5E69-4050-BCFC-945A4D9330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343650" y="6038850"/>
            <a:ext cx="409575" cy="257175"/>
          </a:xfrm>
          <a:prstGeom xmlns:a="http://schemas.openxmlformats.org/drawingml/2006/main" prst="triangle">
            <a:avLst/>
          </a:prstGeom>
          <a:solidFill xmlns:a="http://schemas.openxmlformats.org/drawingml/2006/main">
            <a:srgbClr val="BF6F49"/>
          </a:solidFill>
          <a:ln xmlns:a="http://schemas.openxmlformats.org/drawingml/2006/main" w="9525">
            <a:solidFill>
              <a:srgbClr val="955133"/>
            </a:solidFill>
          </a:ln>
        </p:spPr>
      </p:sp>
      <p:sp>
        <p:nvSpPr>
          <p:cNvPr id="107" name="">
            <a:extLst xmlns:a="http://schemas.openxmlformats.org/drawingml/2006/main">
              <a:ext uri="{FF2B5EF4-FFF2-40B4-BE49-F238E27FC236}">
                <a16:creationId xmlns:a16="http://schemas.microsoft.com/office/drawing/2014/main" id="{5E6ACD0A-157F-44A2-A40A-1A0D92D4B0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38225" y="6457950"/>
            <a:ext cx="11049000" cy="40005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ctr">
              <a:defRPr sz="2025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defPPr>
            <a:lvl1pPr algn="ctr">
              <a:defRPr sz="2025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lvl1pPr>
            <a:lvl2pPr algn="ctr">
              <a:defRPr sz="2025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lvl2pPr>
            <a:lvl3pPr algn="ctr">
              <a:defRPr sz="2025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lvl3pPr>
            <a:lvl4pPr algn="ctr">
              <a:defRPr sz="2025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lvl4pPr>
            <a:lvl5pPr algn="ctr">
              <a:defRPr sz="2025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lvl5pPr>
            <a:lvl6pPr algn="ctr">
              <a:defRPr sz="2025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lvl6pPr>
            <a:lvl7pPr algn="ctr">
              <a:defRPr sz="2025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lvl7pPr>
            <a:lvl8pPr algn="ctr">
              <a:defRPr sz="2025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lvl8pPr>
            <a:lvl9pPr algn="ctr">
              <a:defRPr sz="2025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ctr">
              <a:lnSpc>
                <a:spcPct val="105000"/>
              </a:lnSpc>
              <a:buNone/>
              <a:defRPr sz="2025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pPr>
            <a:r>
              <a:rPr sz="2025" b="0">
                <a:solidFill>
                  <a:srgbClr val="FFFFFF"/>
                </a:solidFill>
                <a:latin typeface="Arial"/>
                <a:ea typeface="Arial"/>
                <a:cs typeface="Arial"/>
              </a:rPr>
              <a:t>Volver a contar productos · Detectar faltantes tarde · Dedicar tiempo a reconstruir lo ocurrido</a:t>
            </a:r>
          </a:p>
        </p:txBody>
      </p:sp>
    </p:spTree>
    <p:extLst>
      <p:ext uri="{BB962C8B-B14F-4D97-AF65-F5344CB8AC3E}">
        <p14:creationId xmlns:p14="http://schemas.microsoft.com/office/powerpoint/2010/main" val="1533280003"/>
      </p:ext>
    </p:extLst>
  </p:cSld>
</p:sld>
</file>

<file path=ppt/slides/slide3.xml><?xml version="1.0" encoding="utf-8"?>
<p:sld xmlns:p="http://schemas.openxmlformats.org/presentationml/2006/main">
  <p:cSld>
    <p:bg>
      <p:bgPr>
        <a:solidFill xmlns:a="http://schemas.openxmlformats.org/drawingml/2006/main">
          <a:srgbClr val="F9F9F4"/>
        </a:solidFill>
      </p:bgPr>
    </p:bg>
    <p:spTree>
      <p:nvGrpSpPr>
        <p:cNvPr id="1" name=""/>
        <p:cNvGrpSpPr/>
        <p:nvPr/>
      </p:nvGrpSpPr>
      <p:grpSpPr>
        <a:xfrm xmlns:a="http://schemas.openxmlformats.org/drawingml/2006/main"/>
      </p:grpSpPr>
      <p:sp>
        <p:nvSpPr>
          <p:cNvPr id="263" name="">
            <a:extLst xmlns:a="http://schemas.openxmlformats.org/drawingml/2006/main">
              <a:ext uri="{FF2B5EF4-FFF2-40B4-BE49-F238E27FC236}">
                <a16:creationId xmlns:a16="http://schemas.microsoft.com/office/drawing/2014/main" id="{965967DC-70A6-4081-970F-715425DD7D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077700" y="7153275"/>
            <a:ext cx="990600" cy="17145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l">
              <a:defRPr sz="750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defPPr>
            <a:lvl1pPr algn="l">
              <a:defRPr sz="750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1pPr>
            <a:lvl2pPr algn="l">
              <a:defRPr sz="750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2pPr>
            <a:lvl3pPr algn="l">
              <a:defRPr sz="750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3pPr>
            <a:lvl4pPr algn="l">
              <a:defRPr sz="750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4pPr>
            <a:lvl5pPr algn="l">
              <a:defRPr sz="750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5pPr>
            <a:lvl6pPr algn="l">
              <a:defRPr sz="750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6pPr>
            <a:lvl7pPr algn="l">
              <a:defRPr sz="750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7pPr>
            <a:lvl8pPr algn="l">
              <a:defRPr sz="750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8pPr>
            <a:lvl9pPr algn="l">
              <a:defRPr sz="750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l">
              <a:lnSpc>
                <a:spcPct val="105000"/>
              </a:lnSpc>
              <a:buNone/>
              <a:defRPr sz="750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pPr>
            <a:r>
              <a:rPr sz="750" b="1">
                <a:solidFill>
                  <a:srgbClr val="111111"/>
                </a:solidFill>
                <a:latin typeface="Arial"/>
                <a:ea typeface="Arial"/>
                <a:cs typeface="Arial"/>
              </a:rPr>
              <a:t>Gemini Notebook</a:t>
            </a:r>
          </a:p>
        </p:txBody>
      </p:sp>
      <p:sp>
        <p:nvSpPr>
          <p:cNvPr id="2" name="">
            <a:extLst xmlns:a="http://schemas.openxmlformats.org/drawingml/2006/main">
              <a:ext uri="{FF2B5EF4-FFF2-40B4-BE49-F238E27FC236}">
                <a16:creationId xmlns:a16="http://schemas.microsoft.com/office/drawing/2014/main" id="{EA6BA49E-8C97-4D16-9437-B3BE23AE42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429000" y="419100"/>
            <a:ext cx="6286500" cy="107632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ctr">
              <a:defRPr sz="3675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defPPr>
            <a:lvl1pPr algn="ctr">
              <a:defRPr sz="3675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1pPr>
            <a:lvl2pPr algn="ctr">
              <a:defRPr sz="3675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2pPr>
            <a:lvl3pPr algn="ctr">
              <a:defRPr sz="3675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3pPr>
            <a:lvl4pPr algn="ctr">
              <a:defRPr sz="3675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4pPr>
            <a:lvl5pPr algn="ctr">
              <a:defRPr sz="3675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5pPr>
            <a:lvl6pPr algn="ctr">
              <a:defRPr sz="3675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6pPr>
            <a:lvl7pPr algn="ctr">
              <a:defRPr sz="3675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7pPr>
            <a:lvl8pPr algn="ctr">
              <a:defRPr sz="3675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8pPr>
            <a:lvl9pPr algn="ctr">
              <a:defRPr sz="3675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ctr">
              <a:lnSpc>
                <a:spcPct val="105000"/>
              </a:lnSpc>
              <a:buNone/>
              <a:defRPr sz="3675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pPr>
            <a:r>
              <a:rPr sz="3675" b="0">
                <a:solidFill>
                  <a:srgbClr val="1D4333"/>
                </a:solidFill>
                <a:latin typeface="Arial"/>
                <a:ea typeface="Arial"/>
                <a:cs typeface="Arial"/>
              </a:rPr>
              <a:t>De la información dispersa</a:t>
            </a:r>
          </a:p>
          <a:p xmlns:a="http://schemas.openxmlformats.org/drawingml/2006/main">
            <a:pPr algn="ctr">
              <a:lnSpc>
                <a:spcPct val="105000"/>
              </a:lnSpc>
              <a:buNone/>
              <a:defRPr sz="3675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pPr>
            <a:r>
              <a:rPr sz="3675" b="0">
                <a:solidFill>
                  <a:srgbClr val="1D4333"/>
                </a:solidFill>
                <a:latin typeface="Arial"/>
                <a:ea typeface="Arial"/>
                <a:cs typeface="Arial"/>
              </a:rPr>
              <a:t>a una gestión compartida</a:t>
            </a:r>
          </a:p>
        </p:txBody>
      </p:sp>
      <p:sp>
        <p:nvSpPr>
          <p:cNvPr id="3" name="">
            <a:extLst xmlns:a="http://schemas.openxmlformats.org/drawingml/2006/main">
              <a:ext uri="{FF2B5EF4-FFF2-40B4-BE49-F238E27FC236}">
                <a16:creationId xmlns:a16="http://schemas.microsoft.com/office/drawing/2014/main" id="{3D7FF79F-260B-4C4C-B7AD-15EB454C1C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23900" y="1733550"/>
            <a:ext cx="3343275" cy="428625"/>
          </a:xfrm>
          <a:prstGeom xmlns:a="http://schemas.openxmlformats.org/drawingml/2006/main" prst="roundRect">
            <a:avLst>
              <a:gd name="adj" fmla="val 48889"/>
            </a:avLst>
          </a:prstGeom>
          <a:solidFill xmlns:a="http://schemas.openxmlformats.org/drawingml/2006/main">
            <a:srgbClr val="1D4333"/>
          </a:solidFill>
          <a:ln xmlns:a="http://schemas.openxmlformats.org/drawingml/2006/main" w="0">
            <a:noFill/>
          </a:ln>
        </p:spPr>
      </p:sp>
      <p:sp>
        <p:nvSpPr>
          <p:cNvPr id="4" name="">
            <a:extLst xmlns:a="http://schemas.openxmlformats.org/drawingml/2006/main">
              <a:ext uri="{FF2B5EF4-FFF2-40B4-BE49-F238E27FC236}">
                <a16:creationId xmlns:a16="http://schemas.microsoft.com/office/drawing/2014/main" id="{54ACEC9B-70A5-41DD-834C-F2FD3647F0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19150" y="1809750"/>
            <a:ext cx="3152775" cy="37147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ctr">
              <a:defRPr sz="1950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defPPr>
            <a:lvl1pPr algn="ctr">
              <a:defRPr sz="1950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lvl1pPr>
            <a:lvl2pPr algn="ctr">
              <a:defRPr sz="1950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lvl2pPr>
            <a:lvl3pPr algn="ctr">
              <a:defRPr sz="1950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lvl3pPr>
            <a:lvl4pPr algn="ctr">
              <a:defRPr sz="1950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lvl4pPr>
            <a:lvl5pPr algn="ctr">
              <a:defRPr sz="1950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lvl5pPr>
            <a:lvl6pPr algn="ctr">
              <a:defRPr sz="1950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lvl6pPr>
            <a:lvl7pPr algn="ctr">
              <a:defRPr sz="1950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lvl7pPr>
            <a:lvl8pPr algn="ctr">
              <a:defRPr sz="1950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lvl8pPr>
            <a:lvl9pPr algn="ctr">
              <a:defRPr sz="1950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ctr">
              <a:lnSpc>
                <a:spcPct val="105000"/>
              </a:lnSpc>
              <a:buNone/>
              <a:defRPr sz="1950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pPr>
            <a:r>
              <a:rPr sz="1950" b="0">
                <a:solidFill>
                  <a:srgbClr val="FFFFFF"/>
                </a:solidFill>
                <a:latin typeface="Arial"/>
                <a:ea typeface="Arial"/>
                <a:cs typeface="Arial"/>
              </a:rPr>
              <a:t>Dificultad</a:t>
            </a:r>
          </a:p>
        </p:txBody>
      </p:sp>
      <p:sp>
        <p:nvSpPr>
          <p:cNvPr id="5" name="">
            <a:extLst xmlns:a="http://schemas.openxmlformats.org/drawingml/2006/main">
              <a:ext uri="{FF2B5EF4-FFF2-40B4-BE49-F238E27FC236}">
                <a16:creationId xmlns:a16="http://schemas.microsoft.com/office/drawing/2014/main" id="{0789D3E7-8FFB-4FDB-B3F1-62ADDE4B61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876800" y="1733550"/>
            <a:ext cx="3343275" cy="428625"/>
          </a:xfrm>
          <a:prstGeom xmlns:a="http://schemas.openxmlformats.org/drawingml/2006/main" prst="roundRect">
            <a:avLst>
              <a:gd name="adj" fmla="val 48889"/>
            </a:avLst>
          </a:prstGeom>
          <a:solidFill xmlns:a="http://schemas.openxmlformats.org/drawingml/2006/main">
            <a:srgbClr val="AD6849"/>
          </a:solidFill>
          <a:ln xmlns:a="http://schemas.openxmlformats.org/drawingml/2006/main" w="0">
            <a:noFill/>
          </a:ln>
        </p:spPr>
      </p:sp>
      <p:sp>
        <p:nvSpPr>
          <p:cNvPr id="6" name="">
            <a:extLst xmlns:a="http://schemas.openxmlformats.org/drawingml/2006/main">
              <a:ext uri="{FF2B5EF4-FFF2-40B4-BE49-F238E27FC236}">
                <a16:creationId xmlns:a16="http://schemas.microsoft.com/office/drawing/2014/main" id="{7774F487-7258-4E42-B7CD-1F76929945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972050" y="1809750"/>
            <a:ext cx="3152775" cy="37147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ctr">
              <a:defRPr sz="1950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defPPr>
            <a:lvl1pPr algn="ctr">
              <a:defRPr sz="1950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lvl1pPr>
            <a:lvl2pPr algn="ctr">
              <a:defRPr sz="1950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lvl2pPr>
            <a:lvl3pPr algn="ctr">
              <a:defRPr sz="1950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lvl3pPr>
            <a:lvl4pPr algn="ctr">
              <a:defRPr sz="1950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lvl4pPr>
            <a:lvl5pPr algn="ctr">
              <a:defRPr sz="1950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lvl5pPr>
            <a:lvl6pPr algn="ctr">
              <a:defRPr sz="1950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lvl6pPr>
            <a:lvl7pPr algn="ctr">
              <a:defRPr sz="1950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lvl7pPr>
            <a:lvl8pPr algn="ctr">
              <a:defRPr sz="1950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lvl8pPr>
            <a:lvl9pPr algn="ctr">
              <a:defRPr sz="1950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ctr">
              <a:lnSpc>
                <a:spcPct val="105000"/>
              </a:lnSpc>
              <a:buNone/>
              <a:defRPr sz="1950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pPr>
            <a:r>
              <a:rPr sz="1950" b="0">
                <a:solidFill>
                  <a:srgbClr val="FFFFFF"/>
                </a:solidFill>
                <a:latin typeface="Arial"/>
                <a:ea typeface="Arial"/>
                <a:cs typeface="Arial"/>
              </a:rPr>
              <a:t>Respuesta de la aplicación</a:t>
            </a:r>
          </a:p>
        </p:txBody>
      </p:sp>
      <p:sp>
        <p:nvSpPr>
          <p:cNvPr id="7" name="">
            <a:extLst xmlns:a="http://schemas.openxmlformats.org/drawingml/2006/main">
              <a:ext uri="{FF2B5EF4-FFF2-40B4-BE49-F238E27FC236}">
                <a16:creationId xmlns:a16="http://schemas.microsoft.com/office/drawing/2014/main" id="{D24C2199-C889-42CE-B96B-C9848F20A5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039225" y="1733550"/>
            <a:ext cx="3343275" cy="428625"/>
          </a:xfrm>
          <a:prstGeom xmlns:a="http://schemas.openxmlformats.org/drawingml/2006/main" prst="roundRect">
            <a:avLst>
              <a:gd name="adj" fmla="val 48889"/>
            </a:avLst>
          </a:prstGeom>
          <a:solidFill xmlns:a="http://schemas.openxmlformats.org/drawingml/2006/main">
            <a:srgbClr val="1D4333"/>
          </a:solidFill>
          <a:ln xmlns:a="http://schemas.openxmlformats.org/drawingml/2006/main" w="0">
            <a:noFill/>
          </a:ln>
        </p:spPr>
      </p:sp>
      <p:sp>
        <p:nvSpPr>
          <p:cNvPr id="8" name="">
            <a:extLst xmlns:a="http://schemas.openxmlformats.org/drawingml/2006/main">
              <a:ext uri="{FF2B5EF4-FFF2-40B4-BE49-F238E27FC236}">
                <a16:creationId xmlns:a16="http://schemas.microsoft.com/office/drawing/2014/main" id="{6E2B0C2C-671F-4E56-9A3D-396F08A5E2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134475" y="1809750"/>
            <a:ext cx="3152775" cy="37147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ctr">
              <a:defRPr sz="1950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defPPr>
            <a:lvl1pPr algn="ctr">
              <a:defRPr sz="1950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lvl1pPr>
            <a:lvl2pPr algn="ctr">
              <a:defRPr sz="1950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lvl2pPr>
            <a:lvl3pPr algn="ctr">
              <a:defRPr sz="1950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lvl3pPr>
            <a:lvl4pPr algn="ctr">
              <a:defRPr sz="1950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lvl4pPr>
            <a:lvl5pPr algn="ctr">
              <a:defRPr sz="1950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lvl5pPr>
            <a:lvl6pPr algn="ctr">
              <a:defRPr sz="1950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lvl6pPr>
            <a:lvl7pPr algn="ctr">
              <a:defRPr sz="1950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lvl7pPr>
            <a:lvl8pPr algn="ctr">
              <a:defRPr sz="1950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lvl8pPr>
            <a:lvl9pPr algn="ctr">
              <a:defRPr sz="1950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ctr">
              <a:lnSpc>
                <a:spcPct val="105000"/>
              </a:lnSpc>
              <a:buNone/>
              <a:defRPr sz="1950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pPr>
            <a:r>
              <a:rPr sz="1950" b="0">
                <a:solidFill>
                  <a:srgbClr val="FFFFFF"/>
                </a:solidFill>
                <a:latin typeface="Arial"/>
                <a:ea typeface="Arial"/>
                <a:cs typeface="Arial"/>
              </a:rPr>
              <a:t>Utilidad para el comercio</a:t>
            </a:r>
          </a:p>
        </p:txBody>
      </p:sp>
      <p:sp>
        <p:nvSpPr>
          <p:cNvPr id="9" name="">
            <a:extLst xmlns:a="http://schemas.openxmlformats.org/drawingml/2006/main">
              <a:ext uri="{FF2B5EF4-FFF2-40B4-BE49-F238E27FC236}">
                <a16:creationId xmlns:a16="http://schemas.microsoft.com/office/drawing/2014/main" id="{AA1698CA-0FAF-42CA-85E5-2683A9967B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23900" y="2247900"/>
            <a:ext cx="3343275" cy="1143000"/>
          </a:xfrm>
          <a:prstGeom xmlns:a="http://schemas.openxmlformats.org/drawingml/2006/main" prst="roundRect">
            <a:avLst>
              <a:gd name="adj" fmla="val 18333"/>
            </a:avLst>
          </a:prstGeom>
          <a:solidFill xmlns:a="http://schemas.openxmlformats.org/drawingml/2006/main">
            <a:srgbClr val="FAFAF6"/>
          </a:solidFill>
          <a:ln xmlns:a="http://schemas.openxmlformats.org/drawingml/2006/main" w="23813">
            <a:solidFill>
              <a:srgbClr val="1D4333"/>
            </a:solidFill>
          </a:ln>
        </p:spPr>
      </p:sp>
      <p:sp>
        <p:nvSpPr>
          <p:cNvPr id="10" name="">
            <a:extLst xmlns:a="http://schemas.openxmlformats.org/drawingml/2006/main">
              <a:ext uri="{FF2B5EF4-FFF2-40B4-BE49-F238E27FC236}">
                <a16:creationId xmlns:a16="http://schemas.microsoft.com/office/drawing/2014/main" id="{D3E79BF2-4FC0-414C-8274-A8A856580A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95350" y="2362200"/>
            <a:ext cx="1428750" cy="962025"/>
          </a:xfrm>
          <a:prstGeom xmlns:a="http://schemas.openxmlformats.org/drawingml/2006/main" prst="rect">
            <a:avLst/>
          </a:prstGeom>
          <a:solidFill xmlns:a="http://schemas.openxmlformats.org/drawingml/2006/main">
            <a:srgbClr val="F5F2E8"/>
          </a:solidFill>
          <a:ln xmlns:a="http://schemas.openxmlformats.org/drawingml/2006/main" w="0">
            <a:noFill/>
          </a:ln>
        </p:spPr>
      </p:sp>
      <p:sp>
        <p:nvSpPr>
          <p:cNvPr id="11" name="v00 vector #fafbf6">
            <a:extLst xmlns:a="http://schemas.openxmlformats.org/drawingml/2006/main">
              <a:ext uri="{FF2B5EF4-FFF2-40B4-BE49-F238E27FC236}">
                <a16:creationId xmlns:a16="http://schemas.microsoft.com/office/drawing/2014/main" id="{B79069C4-F0CD-4A01-898F-D5C2B6FD45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5350" y="2362200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809625" y="0"/>
                </a:moveTo>
                <a:lnTo>
                  <a:pt x="838200" y="0"/>
                </a:lnTo>
                <a:lnTo>
                  <a:pt x="838200" y="9525"/>
                </a:lnTo>
                <a:lnTo>
                  <a:pt x="809625" y="9525"/>
                </a:lnTo>
                <a:close/>
                <a:moveTo>
                  <a:pt x="504825" y="85725"/>
                </a:moveTo>
                <a:lnTo>
                  <a:pt x="514350" y="85725"/>
                </a:lnTo>
                <a:lnTo>
                  <a:pt x="514350" y="95250"/>
                </a:lnTo>
                <a:lnTo>
                  <a:pt x="523875" y="95250"/>
                </a:lnTo>
                <a:lnTo>
                  <a:pt x="523875" y="114300"/>
                </a:lnTo>
                <a:lnTo>
                  <a:pt x="504825" y="114300"/>
                </a:lnTo>
                <a:close/>
                <a:moveTo>
                  <a:pt x="600075" y="114300"/>
                </a:moveTo>
                <a:lnTo>
                  <a:pt x="609600" y="114300"/>
                </a:lnTo>
                <a:lnTo>
                  <a:pt x="609600" y="123825"/>
                </a:lnTo>
                <a:lnTo>
                  <a:pt x="600075" y="123825"/>
                </a:lnTo>
                <a:close/>
                <a:moveTo>
                  <a:pt x="752475" y="133350"/>
                </a:moveTo>
                <a:lnTo>
                  <a:pt x="762000" y="133350"/>
                </a:lnTo>
                <a:lnTo>
                  <a:pt x="762000" y="142875"/>
                </a:lnTo>
                <a:lnTo>
                  <a:pt x="752475" y="142875"/>
                </a:lnTo>
                <a:close/>
                <a:moveTo>
                  <a:pt x="495300" y="142875"/>
                </a:moveTo>
                <a:lnTo>
                  <a:pt x="504825" y="142875"/>
                </a:lnTo>
                <a:lnTo>
                  <a:pt x="504825" y="161925"/>
                </a:lnTo>
                <a:lnTo>
                  <a:pt x="495300" y="161925"/>
                </a:lnTo>
                <a:close/>
                <a:moveTo>
                  <a:pt x="1114425" y="161925"/>
                </a:moveTo>
                <a:lnTo>
                  <a:pt x="1123950" y="161925"/>
                </a:lnTo>
                <a:lnTo>
                  <a:pt x="1123950" y="180975"/>
                </a:lnTo>
                <a:lnTo>
                  <a:pt x="1104900" y="180975"/>
                </a:lnTo>
                <a:lnTo>
                  <a:pt x="1104900" y="171450"/>
                </a:lnTo>
                <a:lnTo>
                  <a:pt x="1114425" y="171450"/>
                </a:lnTo>
                <a:close/>
                <a:moveTo>
                  <a:pt x="695325" y="180975"/>
                </a:moveTo>
                <a:lnTo>
                  <a:pt x="704850" y="180975"/>
                </a:lnTo>
                <a:lnTo>
                  <a:pt x="704850" y="190500"/>
                </a:lnTo>
                <a:lnTo>
                  <a:pt x="695325" y="190500"/>
                </a:lnTo>
                <a:close/>
                <a:moveTo>
                  <a:pt x="1066800" y="200025"/>
                </a:moveTo>
                <a:lnTo>
                  <a:pt x="1085850" y="200025"/>
                </a:lnTo>
                <a:lnTo>
                  <a:pt x="1085850" y="219075"/>
                </a:lnTo>
                <a:lnTo>
                  <a:pt x="1066800" y="219075"/>
                </a:lnTo>
                <a:close/>
                <a:moveTo>
                  <a:pt x="190500" y="228600"/>
                </a:moveTo>
                <a:lnTo>
                  <a:pt x="200025" y="228600"/>
                </a:lnTo>
                <a:lnTo>
                  <a:pt x="200025" y="238125"/>
                </a:lnTo>
                <a:lnTo>
                  <a:pt x="190500" y="238125"/>
                </a:lnTo>
                <a:close/>
                <a:moveTo>
                  <a:pt x="1066800" y="238125"/>
                </a:moveTo>
                <a:lnTo>
                  <a:pt x="1076325" y="238125"/>
                </a:lnTo>
                <a:lnTo>
                  <a:pt x="1076325" y="257175"/>
                </a:lnTo>
                <a:lnTo>
                  <a:pt x="1066800" y="257175"/>
                </a:lnTo>
                <a:close/>
                <a:moveTo>
                  <a:pt x="190500" y="247650"/>
                </a:moveTo>
                <a:lnTo>
                  <a:pt x="200025" y="247650"/>
                </a:lnTo>
                <a:lnTo>
                  <a:pt x="200025" y="257175"/>
                </a:lnTo>
                <a:lnTo>
                  <a:pt x="190500" y="257175"/>
                </a:lnTo>
                <a:close/>
                <a:moveTo>
                  <a:pt x="200025" y="257175"/>
                </a:moveTo>
                <a:lnTo>
                  <a:pt x="209550" y="257175"/>
                </a:lnTo>
                <a:lnTo>
                  <a:pt x="209550" y="266700"/>
                </a:lnTo>
                <a:lnTo>
                  <a:pt x="219075" y="266700"/>
                </a:lnTo>
                <a:lnTo>
                  <a:pt x="219075" y="285750"/>
                </a:lnTo>
                <a:lnTo>
                  <a:pt x="200025" y="285750"/>
                </a:lnTo>
                <a:lnTo>
                  <a:pt x="200025" y="276225"/>
                </a:lnTo>
                <a:lnTo>
                  <a:pt x="190500" y="276225"/>
                </a:lnTo>
                <a:lnTo>
                  <a:pt x="190500" y="266700"/>
                </a:lnTo>
                <a:lnTo>
                  <a:pt x="200025" y="266700"/>
                </a:lnTo>
                <a:close/>
                <a:moveTo>
                  <a:pt x="800100" y="266700"/>
                </a:moveTo>
                <a:lnTo>
                  <a:pt x="819150" y="266700"/>
                </a:lnTo>
                <a:lnTo>
                  <a:pt x="819150" y="285750"/>
                </a:lnTo>
                <a:lnTo>
                  <a:pt x="800100" y="285750"/>
                </a:lnTo>
                <a:close/>
                <a:moveTo>
                  <a:pt x="1133475" y="276225"/>
                </a:moveTo>
                <a:lnTo>
                  <a:pt x="1152525" y="276225"/>
                </a:lnTo>
                <a:lnTo>
                  <a:pt x="1152525" y="295275"/>
                </a:lnTo>
                <a:lnTo>
                  <a:pt x="1133475" y="295275"/>
                </a:lnTo>
                <a:close/>
                <a:moveTo>
                  <a:pt x="209550" y="304800"/>
                </a:moveTo>
                <a:lnTo>
                  <a:pt x="228600" y="304800"/>
                </a:lnTo>
                <a:lnTo>
                  <a:pt x="228600" y="323850"/>
                </a:lnTo>
                <a:lnTo>
                  <a:pt x="209550" y="323850"/>
                </a:lnTo>
                <a:close/>
                <a:moveTo>
                  <a:pt x="190500" y="342900"/>
                </a:moveTo>
                <a:lnTo>
                  <a:pt x="209550" y="342900"/>
                </a:lnTo>
                <a:lnTo>
                  <a:pt x="209550" y="352425"/>
                </a:lnTo>
                <a:lnTo>
                  <a:pt x="200025" y="352425"/>
                </a:lnTo>
                <a:lnTo>
                  <a:pt x="200025" y="361950"/>
                </a:lnTo>
                <a:lnTo>
                  <a:pt x="180975" y="361950"/>
                </a:lnTo>
                <a:lnTo>
                  <a:pt x="180975" y="352425"/>
                </a:lnTo>
                <a:lnTo>
                  <a:pt x="190500" y="352425"/>
                </a:lnTo>
                <a:close/>
                <a:moveTo>
                  <a:pt x="866775" y="352425"/>
                </a:moveTo>
                <a:lnTo>
                  <a:pt x="904875" y="352425"/>
                </a:lnTo>
                <a:lnTo>
                  <a:pt x="904875" y="361950"/>
                </a:lnTo>
                <a:lnTo>
                  <a:pt x="933450" y="361950"/>
                </a:lnTo>
                <a:lnTo>
                  <a:pt x="933450" y="400050"/>
                </a:lnTo>
                <a:lnTo>
                  <a:pt x="876300" y="400050"/>
                </a:lnTo>
                <a:lnTo>
                  <a:pt x="876300" y="409575"/>
                </a:lnTo>
                <a:lnTo>
                  <a:pt x="857250" y="409575"/>
                </a:lnTo>
                <a:lnTo>
                  <a:pt x="857250" y="361950"/>
                </a:lnTo>
                <a:lnTo>
                  <a:pt x="866775" y="361950"/>
                </a:lnTo>
                <a:close/>
                <a:moveTo>
                  <a:pt x="1038225" y="352425"/>
                </a:moveTo>
                <a:lnTo>
                  <a:pt x="1047750" y="352425"/>
                </a:lnTo>
                <a:lnTo>
                  <a:pt x="1047750" y="371475"/>
                </a:lnTo>
                <a:lnTo>
                  <a:pt x="1057275" y="371475"/>
                </a:lnTo>
                <a:lnTo>
                  <a:pt x="1057275" y="381000"/>
                </a:lnTo>
                <a:lnTo>
                  <a:pt x="1028700" y="381000"/>
                </a:lnTo>
                <a:lnTo>
                  <a:pt x="1028700" y="361950"/>
                </a:lnTo>
                <a:lnTo>
                  <a:pt x="1038225" y="361950"/>
                </a:lnTo>
                <a:close/>
                <a:moveTo>
                  <a:pt x="838200" y="361950"/>
                </a:moveTo>
                <a:lnTo>
                  <a:pt x="847725" y="361950"/>
                </a:lnTo>
                <a:lnTo>
                  <a:pt x="847725" y="371475"/>
                </a:lnTo>
                <a:lnTo>
                  <a:pt x="838200" y="371475"/>
                </a:lnTo>
                <a:close/>
                <a:moveTo>
                  <a:pt x="942975" y="409575"/>
                </a:moveTo>
                <a:lnTo>
                  <a:pt x="962025" y="409575"/>
                </a:lnTo>
                <a:lnTo>
                  <a:pt x="962025" y="419100"/>
                </a:lnTo>
                <a:lnTo>
                  <a:pt x="981075" y="419100"/>
                </a:lnTo>
                <a:lnTo>
                  <a:pt x="981075" y="438150"/>
                </a:lnTo>
                <a:lnTo>
                  <a:pt x="971550" y="438150"/>
                </a:lnTo>
                <a:lnTo>
                  <a:pt x="971550" y="428625"/>
                </a:lnTo>
                <a:lnTo>
                  <a:pt x="952500" y="428625"/>
                </a:lnTo>
                <a:lnTo>
                  <a:pt x="952500" y="419100"/>
                </a:lnTo>
                <a:lnTo>
                  <a:pt x="942975" y="419100"/>
                </a:lnTo>
                <a:close/>
                <a:moveTo>
                  <a:pt x="495300" y="533400"/>
                </a:moveTo>
                <a:lnTo>
                  <a:pt x="523875" y="533400"/>
                </a:lnTo>
                <a:lnTo>
                  <a:pt x="523875" y="542925"/>
                </a:lnTo>
                <a:lnTo>
                  <a:pt x="542925" y="542925"/>
                </a:lnTo>
                <a:lnTo>
                  <a:pt x="542925" y="552450"/>
                </a:lnTo>
                <a:lnTo>
                  <a:pt x="495300" y="552450"/>
                </a:lnTo>
                <a:close/>
                <a:moveTo>
                  <a:pt x="657225" y="561975"/>
                </a:moveTo>
                <a:lnTo>
                  <a:pt x="723900" y="561975"/>
                </a:lnTo>
                <a:lnTo>
                  <a:pt x="723900" y="590550"/>
                </a:lnTo>
                <a:lnTo>
                  <a:pt x="695325" y="590550"/>
                </a:lnTo>
                <a:lnTo>
                  <a:pt x="695325" y="581025"/>
                </a:lnTo>
                <a:lnTo>
                  <a:pt x="676275" y="581025"/>
                </a:lnTo>
                <a:lnTo>
                  <a:pt x="676275" y="590550"/>
                </a:lnTo>
                <a:lnTo>
                  <a:pt x="657225" y="590550"/>
                </a:lnTo>
                <a:lnTo>
                  <a:pt x="657225" y="581025"/>
                </a:lnTo>
                <a:lnTo>
                  <a:pt x="638175" y="581025"/>
                </a:lnTo>
                <a:lnTo>
                  <a:pt x="638175" y="571500"/>
                </a:lnTo>
                <a:lnTo>
                  <a:pt x="657225" y="571500"/>
                </a:lnTo>
                <a:close/>
                <a:moveTo>
                  <a:pt x="1028700" y="590550"/>
                </a:moveTo>
                <a:lnTo>
                  <a:pt x="1047750" y="590550"/>
                </a:lnTo>
                <a:lnTo>
                  <a:pt x="1047750" y="628650"/>
                </a:lnTo>
                <a:lnTo>
                  <a:pt x="1038225" y="628650"/>
                </a:lnTo>
                <a:lnTo>
                  <a:pt x="1038225" y="619125"/>
                </a:lnTo>
                <a:lnTo>
                  <a:pt x="1028700" y="619125"/>
                </a:lnTo>
                <a:close/>
                <a:moveTo>
                  <a:pt x="695325" y="609600"/>
                </a:moveTo>
                <a:lnTo>
                  <a:pt x="714375" y="609600"/>
                </a:lnTo>
                <a:lnTo>
                  <a:pt x="714375" y="628650"/>
                </a:lnTo>
                <a:lnTo>
                  <a:pt x="695325" y="628650"/>
                </a:lnTo>
                <a:close/>
                <a:moveTo>
                  <a:pt x="152400" y="619125"/>
                </a:moveTo>
                <a:lnTo>
                  <a:pt x="171450" y="619125"/>
                </a:lnTo>
                <a:lnTo>
                  <a:pt x="171450" y="647700"/>
                </a:lnTo>
                <a:lnTo>
                  <a:pt x="161925" y="647700"/>
                </a:lnTo>
                <a:lnTo>
                  <a:pt x="161925" y="638175"/>
                </a:lnTo>
                <a:lnTo>
                  <a:pt x="152400" y="638175"/>
                </a:lnTo>
                <a:close/>
              </a:path>
            </a:pathLst>
          </a:custGeom>
          <a:solidFill xmlns:a="http://schemas.openxmlformats.org/drawingml/2006/main">
            <a:srgbClr val="FAFBF6"/>
          </a:solidFill>
          <a:ln xmlns:a="http://schemas.openxmlformats.org/drawingml/2006/main" w="0">
            <a:noFill/>
          </a:ln>
        </p:spPr>
      </p:sp>
      <p:sp>
        <p:nvSpPr>
          <p:cNvPr id="12" name="v00 vector #faf9f5">
            <a:extLst xmlns:a="http://schemas.openxmlformats.org/drawingml/2006/main">
              <a:ext uri="{FF2B5EF4-FFF2-40B4-BE49-F238E27FC236}">
                <a16:creationId xmlns:a16="http://schemas.microsoft.com/office/drawing/2014/main" id="{2FE5FBFB-4630-4745-B47B-03AE80C4E1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5350" y="2362200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1152525" y="66675"/>
                </a:moveTo>
                <a:lnTo>
                  <a:pt x="1162050" y="66675"/>
                </a:lnTo>
                <a:lnTo>
                  <a:pt x="1162050" y="76200"/>
                </a:lnTo>
                <a:lnTo>
                  <a:pt x="1152525" y="76200"/>
                </a:lnTo>
                <a:close/>
                <a:moveTo>
                  <a:pt x="1190625" y="66675"/>
                </a:moveTo>
                <a:lnTo>
                  <a:pt x="1200150" y="66675"/>
                </a:lnTo>
                <a:lnTo>
                  <a:pt x="1200150" y="76200"/>
                </a:lnTo>
                <a:lnTo>
                  <a:pt x="1190625" y="76200"/>
                </a:lnTo>
                <a:close/>
                <a:moveTo>
                  <a:pt x="1104900" y="76200"/>
                </a:moveTo>
                <a:lnTo>
                  <a:pt x="1114425" y="76200"/>
                </a:lnTo>
                <a:lnTo>
                  <a:pt x="1114425" y="114300"/>
                </a:lnTo>
                <a:lnTo>
                  <a:pt x="1104900" y="114300"/>
                </a:lnTo>
                <a:lnTo>
                  <a:pt x="1104900" y="104775"/>
                </a:lnTo>
                <a:lnTo>
                  <a:pt x="1095375" y="104775"/>
                </a:lnTo>
                <a:lnTo>
                  <a:pt x="1095375" y="85725"/>
                </a:lnTo>
                <a:lnTo>
                  <a:pt x="1104900" y="85725"/>
                </a:lnTo>
                <a:close/>
                <a:moveTo>
                  <a:pt x="1123950" y="76200"/>
                </a:moveTo>
                <a:lnTo>
                  <a:pt x="1133475" y="76200"/>
                </a:lnTo>
                <a:lnTo>
                  <a:pt x="1133475" y="95250"/>
                </a:lnTo>
                <a:lnTo>
                  <a:pt x="1123950" y="95250"/>
                </a:lnTo>
                <a:close/>
                <a:moveTo>
                  <a:pt x="0" y="85725"/>
                </a:moveTo>
                <a:lnTo>
                  <a:pt x="9525" y="85725"/>
                </a:lnTo>
                <a:lnTo>
                  <a:pt x="9525" y="95250"/>
                </a:lnTo>
                <a:lnTo>
                  <a:pt x="0" y="95250"/>
                </a:lnTo>
                <a:close/>
                <a:moveTo>
                  <a:pt x="1171575" y="85725"/>
                </a:moveTo>
                <a:lnTo>
                  <a:pt x="1200150" y="85725"/>
                </a:lnTo>
                <a:lnTo>
                  <a:pt x="1200150" y="95250"/>
                </a:lnTo>
                <a:lnTo>
                  <a:pt x="1181100" y="95250"/>
                </a:lnTo>
                <a:lnTo>
                  <a:pt x="1181100" y="104775"/>
                </a:lnTo>
                <a:lnTo>
                  <a:pt x="1162050" y="104775"/>
                </a:lnTo>
                <a:lnTo>
                  <a:pt x="1162050" y="114300"/>
                </a:lnTo>
                <a:lnTo>
                  <a:pt x="1171575" y="114300"/>
                </a:lnTo>
                <a:lnTo>
                  <a:pt x="1171575" y="123825"/>
                </a:lnTo>
                <a:lnTo>
                  <a:pt x="1143000" y="123825"/>
                </a:lnTo>
                <a:lnTo>
                  <a:pt x="1143000" y="133350"/>
                </a:lnTo>
                <a:lnTo>
                  <a:pt x="1171575" y="133350"/>
                </a:lnTo>
                <a:lnTo>
                  <a:pt x="1171575" y="123825"/>
                </a:lnTo>
                <a:lnTo>
                  <a:pt x="1181100" y="123825"/>
                </a:lnTo>
                <a:lnTo>
                  <a:pt x="1181100" y="133350"/>
                </a:lnTo>
                <a:lnTo>
                  <a:pt x="1190625" y="133350"/>
                </a:lnTo>
                <a:lnTo>
                  <a:pt x="1190625" y="152400"/>
                </a:lnTo>
                <a:lnTo>
                  <a:pt x="1171575" y="152400"/>
                </a:lnTo>
                <a:lnTo>
                  <a:pt x="1171575" y="161925"/>
                </a:lnTo>
                <a:lnTo>
                  <a:pt x="1152525" y="161925"/>
                </a:lnTo>
                <a:lnTo>
                  <a:pt x="1152525" y="180975"/>
                </a:lnTo>
                <a:lnTo>
                  <a:pt x="1143000" y="180975"/>
                </a:lnTo>
                <a:lnTo>
                  <a:pt x="1143000" y="209550"/>
                </a:lnTo>
                <a:lnTo>
                  <a:pt x="1171575" y="209550"/>
                </a:lnTo>
                <a:lnTo>
                  <a:pt x="1171575" y="180975"/>
                </a:lnTo>
                <a:lnTo>
                  <a:pt x="1190625" y="180975"/>
                </a:lnTo>
                <a:lnTo>
                  <a:pt x="1190625" y="190500"/>
                </a:lnTo>
                <a:lnTo>
                  <a:pt x="1209675" y="190500"/>
                </a:lnTo>
                <a:lnTo>
                  <a:pt x="1209675" y="219075"/>
                </a:lnTo>
                <a:lnTo>
                  <a:pt x="1190625" y="219075"/>
                </a:lnTo>
                <a:lnTo>
                  <a:pt x="1190625" y="228600"/>
                </a:lnTo>
                <a:lnTo>
                  <a:pt x="1181100" y="228600"/>
                </a:lnTo>
                <a:lnTo>
                  <a:pt x="1181100" y="238125"/>
                </a:lnTo>
                <a:lnTo>
                  <a:pt x="1171575" y="238125"/>
                </a:lnTo>
                <a:lnTo>
                  <a:pt x="1171575" y="247650"/>
                </a:lnTo>
                <a:lnTo>
                  <a:pt x="1162050" y="247650"/>
                </a:lnTo>
                <a:lnTo>
                  <a:pt x="1162050" y="257175"/>
                </a:lnTo>
                <a:lnTo>
                  <a:pt x="1143000" y="257175"/>
                </a:lnTo>
                <a:lnTo>
                  <a:pt x="1143000" y="266700"/>
                </a:lnTo>
                <a:lnTo>
                  <a:pt x="1133475" y="266700"/>
                </a:lnTo>
                <a:lnTo>
                  <a:pt x="1133475" y="304800"/>
                </a:lnTo>
                <a:lnTo>
                  <a:pt x="1143000" y="304800"/>
                </a:lnTo>
                <a:lnTo>
                  <a:pt x="1143000" y="314325"/>
                </a:lnTo>
                <a:lnTo>
                  <a:pt x="1114425" y="314325"/>
                </a:lnTo>
                <a:lnTo>
                  <a:pt x="1114425" y="333375"/>
                </a:lnTo>
                <a:lnTo>
                  <a:pt x="1104900" y="333375"/>
                </a:lnTo>
                <a:lnTo>
                  <a:pt x="1104900" y="342900"/>
                </a:lnTo>
                <a:lnTo>
                  <a:pt x="1095375" y="342900"/>
                </a:lnTo>
                <a:lnTo>
                  <a:pt x="1095375" y="333375"/>
                </a:lnTo>
                <a:lnTo>
                  <a:pt x="1085850" y="333375"/>
                </a:lnTo>
                <a:lnTo>
                  <a:pt x="1085850" y="342900"/>
                </a:lnTo>
                <a:lnTo>
                  <a:pt x="1076325" y="342900"/>
                </a:lnTo>
                <a:lnTo>
                  <a:pt x="1076325" y="361950"/>
                </a:lnTo>
                <a:lnTo>
                  <a:pt x="1085850" y="361950"/>
                </a:lnTo>
                <a:lnTo>
                  <a:pt x="1085850" y="352425"/>
                </a:lnTo>
                <a:lnTo>
                  <a:pt x="1095375" y="352425"/>
                </a:lnTo>
                <a:lnTo>
                  <a:pt x="1095375" y="381000"/>
                </a:lnTo>
                <a:lnTo>
                  <a:pt x="1076325" y="381000"/>
                </a:lnTo>
                <a:lnTo>
                  <a:pt x="1076325" y="390525"/>
                </a:lnTo>
                <a:lnTo>
                  <a:pt x="1066800" y="390525"/>
                </a:lnTo>
                <a:lnTo>
                  <a:pt x="1066800" y="400050"/>
                </a:lnTo>
                <a:lnTo>
                  <a:pt x="1038225" y="400050"/>
                </a:lnTo>
                <a:lnTo>
                  <a:pt x="1038225" y="381000"/>
                </a:lnTo>
                <a:lnTo>
                  <a:pt x="1057275" y="381000"/>
                </a:lnTo>
                <a:lnTo>
                  <a:pt x="1057275" y="371475"/>
                </a:lnTo>
                <a:lnTo>
                  <a:pt x="1047750" y="371475"/>
                </a:lnTo>
                <a:lnTo>
                  <a:pt x="1047750" y="352425"/>
                </a:lnTo>
                <a:lnTo>
                  <a:pt x="1057275" y="352425"/>
                </a:lnTo>
                <a:lnTo>
                  <a:pt x="1057275" y="361950"/>
                </a:lnTo>
                <a:lnTo>
                  <a:pt x="1066800" y="361950"/>
                </a:lnTo>
                <a:lnTo>
                  <a:pt x="1066800" y="323850"/>
                </a:lnTo>
                <a:lnTo>
                  <a:pt x="1057275" y="323850"/>
                </a:lnTo>
                <a:lnTo>
                  <a:pt x="1057275" y="314325"/>
                </a:lnTo>
                <a:lnTo>
                  <a:pt x="1066800" y="314325"/>
                </a:lnTo>
                <a:lnTo>
                  <a:pt x="1066800" y="304800"/>
                </a:lnTo>
                <a:lnTo>
                  <a:pt x="1076325" y="304800"/>
                </a:lnTo>
                <a:lnTo>
                  <a:pt x="1076325" y="295275"/>
                </a:lnTo>
                <a:lnTo>
                  <a:pt x="1085850" y="295275"/>
                </a:lnTo>
                <a:lnTo>
                  <a:pt x="1085850" y="285750"/>
                </a:lnTo>
                <a:lnTo>
                  <a:pt x="1095375" y="285750"/>
                </a:lnTo>
                <a:lnTo>
                  <a:pt x="1095375" y="266700"/>
                </a:lnTo>
                <a:lnTo>
                  <a:pt x="1085850" y="266700"/>
                </a:lnTo>
                <a:lnTo>
                  <a:pt x="1085850" y="247650"/>
                </a:lnTo>
                <a:lnTo>
                  <a:pt x="1114425" y="247650"/>
                </a:lnTo>
                <a:lnTo>
                  <a:pt x="1114425" y="238125"/>
                </a:lnTo>
                <a:lnTo>
                  <a:pt x="1095375" y="238125"/>
                </a:lnTo>
                <a:lnTo>
                  <a:pt x="1095375" y="228600"/>
                </a:lnTo>
                <a:lnTo>
                  <a:pt x="1104900" y="228600"/>
                </a:lnTo>
                <a:lnTo>
                  <a:pt x="1104900" y="219075"/>
                </a:lnTo>
                <a:lnTo>
                  <a:pt x="1085850" y="219075"/>
                </a:lnTo>
                <a:lnTo>
                  <a:pt x="1085850" y="209550"/>
                </a:lnTo>
                <a:lnTo>
                  <a:pt x="1114425" y="209550"/>
                </a:lnTo>
                <a:lnTo>
                  <a:pt x="1114425" y="180975"/>
                </a:lnTo>
                <a:lnTo>
                  <a:pt x="1123950" y="180975"/>
                </a:lnTo>
                <a:lnTo>
                  <a:pt x="1123950" y="142875"/>
                </a:lnTo>
                <a:lnTo>
                  <a:pt x="1095375" y="142875"/>
                </a:lnTo>
                <a:lnTo>
                  <a:pt x="1095375" y="114300"/>
                </a:lnTo>
                <a:lnTo>
                  <a:pt x="1104900" y="114300"/>
                </a:lnTo>
                <a:lnTo>
                  <a:pt x="1104900" y="133350"/>
                </a:lnTo>
                <a:lnTo>
                  <a:pt x="1114425" y="133350"/>
                </a:lnTo>
                <a:lnTo>
                  <a:pt x="1114425" y="123825"/>
                </a:lnTo>
                <a:lnTo>
                  <a:pt x="1133475" y="123825"/>
                </a:lnTo>
                <a:lnTo>
                  <a:pt x="1133475" y="114300"/>
                </a:lnTo>
                <a:lnTo>
                  <a:pt x="1123950" y="114300"/>
                </a:lnTo>
                <a:lnTo>
                  <a:pt x="1123950" y="104775"/>
                </a:lnTo>
                <a:lnTo>
                  <a:pt x="1133475" y="104775"/>
                </a:lnTo>
                <a:lnTo>
                  <a:pt x="1133475" y="95250"/>
                </a:lnTo>
                <a:lnTo>
                  <a:pt x="1171575" y="95250"/>
                </a:lnTo>
                <a:close/>
                <a:moveTo>
                  <a:pt x="1200150" y="104775"/>
                </a:moveTo>
                <a:lnTo>
                  <a:pt x="1209675" y="104775"/>
                </a:lnTo>
                <a:lnTo>
                  <a:pt x="1209675" y="114300"/>
                </a:lnTo>
                <a:lnTo>
                  <a:pt x="1200150" y="114300"/>
                </a:lnTo>
                <a:close/>
                <a:moveTo>
                  <a:pt x="1076325" y="190500"/>
                </a:moveTo>
                <a:lnTo>
                  <a:pt x="1085850" y="190500"/>
                </a:lnTo>
                <a:lnTo>
                  <a:pt x="1085850" y="200025"/>
                </a:lnTo>
                <a:lnTo>
                  <a:pt x="1076325" y="200025"/>
                </a:lnTo>
                <a:close/>
                <a:moveTo>
                  <a:pt x="0" y="209550"/>
                </a:moveTo>
                <a:lnTo>
                  <a:pt x="9525" y="209550"/>
                </a:lnTo>
                <a:lnTo>
                  <a:pt x="9525" y="219075"/>
                </a:lnTo>
                <a:lnTo>
                  <a:pt x="0" y="219075"/>
                </a:lnTo>
                <a:close/>
                <a:moveTo>
                  <a:pt x="1076325" y="228600"/>
                </a:moveTo>
                <a:lnTo>
                  <a:pt x="1085850" y="228600"/>
                </a:lnTo>
                <a:lnTo>
                  <a:pt x="1085850" y="238125"/>
                </a:lnTo>
                <a:lnTo>
                  <a:pt x="1076325" y="238125"/>
                </a:lnTo>
                <a:close/>
                <a:moveTo>
                  <a:pt x="1152525" y="285750"/>
                </a:moveTo>
                <a:lnTo>
                  <a:pt x="1171575" y="285750"/>
                </a:lnTo>
                <a:lnTo>
                  <a:pt x="1171575" y="304800"/>
                </a:lnTo>
                <a:lnTo>
                  <a:pt x="1181100" y="304800"/>
                </a:lnTo>
                <a:lnTo>
                  <a:pt x="1181100" y="314325"/>
                </a:lnTo>
                <a:lnTo>
                  <a:pt x="1190625" y="314325"/>
                </a:lnTo>
                <a:lnTo>
                  <a:pt x="1190625" y="342900"/>
                </a:lnTo>
                <a:lnTo>
                  <a:pt x="1181100" y="342900"/>
                </a:lnTo>
                <a:lnTo>
                  <a:pt x="1181100" y="333375"/>
                </a:lnTo>
                <a:lnTo>
                  <a:pt x="1171575" y="333375"/>
                </a:lnTo>
                <a:lnTo>
                  <a:pt x="1171575" y="314325"/>
                </a:lnTo>
                <a:lnTo>
                  <a:pt x="1162050" y="314325"/>
                </a:lnTo>
                <a:lnTo>
                  <a:pt x="1162050" y="323850"/>
                </a:lnTo>
                <a:lnTo>
                  <a:pt x="1152525" y="323850"/>
                </a:lnTo>
                <a:close/>
                <a:moveTo>
                  <a:pt x="1047750" y="323850"/>
                </a:moveTo>
                <a:lnTo>
                  <a:pt x="1057275" y="323850"/>
                </a:lnTo>
                <a:lnTo>
                  <a:pt x="1057275" y="333375"/>
                </a:lnTo>
                <a:lnTo>
                  <a:pt x="1047750" y="333375"/>
                </a:lnTo>
                <a:close/>
                <a:moveTo>
                  <a:pt x="1104900" y="342900"/>
                </a:moveTo>
                <a:lnTo>
                  <a:pt x="1114425" y="342900"/>
                </a:lnTo>
                <a:lnTo>
                  <a:pt x="1114425" y="371475"/>
                </a:lnTo>
                <a:lnTo>
                  <a:pt x="1104900" y="371475"/>
                </a:lnTo>
                <a:close/>
                <a:moveTo>
                  <a:pt x="857250" y="352425"/>
                </a:moveTo>
                <a:lnTo>
                  <a:pt x="866775" y="352425"/>
                </a:lnTo>
                <a:lnTo>
                  <a:pt x="866775" y="361950"/>
                </a:lnTo>
                <a:lnTo>
                  <a:pt x="857250" y="361950"/>
                </a:lnTo>
                <a:close/>
                <a:moveTo>
                  <a:pt x="847725" y="361950"/>
                </a:moveTo>
                <a:lnTo>
                  <a:pt x="857250" y="361950"/>
                </a:lnTo>
                <a:lnTo>
                  <a:pt x="857250" y="381000"/>
                </a:lnTo>
                <a:lnTo>
                  <a:pt x="847725" y="381000"/>
                </a:lnTo>
                <a:close/>
                <a:moveTo>
                  <a:pt x="933450" y="371475"/>
                </a:moveTo>
                <a:lnTo>
                  <a:pt x="942975" y="371475"/>
                </a:lnTo>
                <a:lnTo>
                  <a:pt x="942975" y="381000"/>
                </a:lnTo>
                <a:lnTo>
                  <a:pt x="952500" y="381000"/>
                </a:lnTo>
                <a:lnTo>
                  <a:pt x="952500" y="390525"/>
                </a:lnTo>
                <a:lnTo>
                  <a:pt x="962025" y="390525"/>
                </a:lnTo>
                <a:lnTo>
                  <a:pt x="962025" y="400050"/>
                </a:lnTo>
                <a:lnTo>
                  <a:pt x="990600" y="400050"/>
                </a:lnTo>
                <a:lnTo>
                  <a:pt x="990600" y="419100"/>
                </a:lnTo>
                <a:lnTo>
                  <a:pt x="1000125" y="419100"/>
                </a:lnTo>
                <a:lnTo>
                  <a:pt x="1000125" y="428625"/>
                </a:lnTo>
                <a:lnTo>
                  <a:pt x="981075" y="428625"/>
                </a:lnTo>
                <a:lnTo>
                  <a:pt x="981075" y="419100"/>
                </a:lnTo>
                <a:lnTo>
                  <a:pt x="962025" y="419100"/>
                </a:lnTo>
                <a:lnTo>
                  <a:pt x="962025" y="409575"/>
                </a:lnTo>
                <a:lnTo>
                  <a:pt x="933450" y="409575"/>
                </a:lnTo>
                <a:close/>
                <a:moveTo>
                  <a:pt x="38100" y="381000"/>
                </a:moveTo>
                <a:lnTo>
                  <a:pt x="47625" y="381000"/>
                </a:lnTo>
                <a:lnTo>
                  <a:pt x="47625" y="390525"/>
                </a:lnTo>
                <a:lnTo>
                  <a:pt x="38100" y="390525"/>
                </a:lnTo>
                <a:close/>
                <a:moveTo>
                  <a:pt x="57150" y="381000"/>
                </a:moveTo>
                <a:lnTo>
                  <a:pt x="66675" y="381000"/>
                </a:lnTo>
                <a:lnTo>
                  <a:pt x="66675" y="390525"/>
                </a:lnTo>
                <a:lnTo>
                  <a:pt x="57150" y="390525"/>
                </a:lnTo>
                <a:close/>
                <a:moveTo>
                  <a:pt x="1114425" y="390525"/>
                </a:moveTo>
                <a:lnTo>
                  <a:pt x="1123950" y="390525"/>
                </a:lnTo>
                <a:lnTo>
                  <a:pt x="1123950" y="409575"/>
                </a:lnTo>
                <a:lnTo>
                  <a:pt x="1114425" y="409575"/>
                </a:lnTo>
                <a:close/>
                <a:moveTo>
                  <a:pt x="1095375" y="409575"/>
                </a:moveTo>
                <a:lnTo>
                  <a:pt x="1104900" y="409575"/>
                </a:lnTo>
                <a:lnTo>
                  <a:pt x="1104900" y="419100"/>
                </a:lnTo>
                <a:lnTo>
                  <a:pt x="1095375" y="419100"/>
                </a:lnTo>
                <a:close/>
                <a:moveTo>
                  <a:pt x="1066800" y="457200"/>
                </a:moveTo>
                <a:lnTo>
                  <a:pt x="1076325" y="457200"/>
                </a:lnTo>
                <a:lnTo>
                  <a:pt x="1076325" y="476250"/>
                </a:lnTo>
                <a:lnTo>
                  <a:pt x="1066800" y="476250"/>
                </a:lnTo>
                <a:close/>
                <a:moveTo>
                  <a:pt x="1123950" y="457200"/>
                </a:moveTo>
                <a:lnTo>
                  <a:pt x="1133475" y="457200"/>
                </a:lnTo>
                <a:lnTo>
                  <a:pt x="1133475" y="466725"/>
                </a:lnTo>
                <a:lnTo>
                  <a:pt x="1123950" y="466725"/>
                </a:lnTo>
                <a:close/>
                <a:moveTo>
                  <a:pt x="76200" y="466725"/>
                </a:moveTo>
                <a:lnTo>
                  <a:pt x="85725" y="466725"/>
                </a:lnTo>
                <a:lnTo>
                  <a:pt x="85725" y="485775"/>
                </a:lnTo>
                <a:lnTo>
                  <a:pt x="76200" y="485775"/>
                </a:lnTo>
                <a:close/>
                <a:moveTo>
                  <a:pt x="1190625" y="466725"/>
                </a:moveTo>
                <a:lnTo>
                  <a:pt x="1200150" y="466725"/>
                </a:lnTo>
                <a:lnTo>
                  <a:pt x="1200150" y="476250"/>
                </a:lnTo>
                <a:lnTo>
                  <a:pt x="1190625" y="476250"/>
                </a:lnTo>
                <a:close/>
                <a:moveTo>
                  <a:pt x="1152525" y="476250"/>
                </a:moveTo>
                <a:lnTo>
                  <a:pt x="1171575" y="476250"/>
                </a:lnTo>
                <a:lnTo>
                  <a:pt x="1171575" y="495300"/>
                </a:lnTo>
                <a:lnTo>
                  <a:pt x="1181100" y="495300"/>
                </a:lnTo>
                <a:lnTo>
                  <a:pt x="1181100" y="514350"/>
                </a:lnTo>
                <a:lnTo>
                  <a:pt x="1162050" y="514350"/>
                </a:lnTo>
                <a:lnTo>
                  <a:pt x="1162050" y="504825"/>
                </a:lnTo>
                <a:lnTo>
                  <a:pt x="1152525" y="504825"/>
                </a:lnTo>
                <a:close/>
                <a:moveTo>
                  <a:pt x="57150" y="495300"/>
                </a:moveTo>
                <a:lnTo>
                  <a:pt x="66675" y="495300"/>
                </a:lnTo>
                <a:lnTo>
                  <a:pt x="66675" y="504825"/>
                </a:lnTo>
                <a:lnTo>
                  <a:pt x="57150" y="504825"/>
                </a:lnTo>
                <a:close/>
                <a:moveTo>
                  <a:pt x="1181100" y="514350"/>
                </a:moveTo>
                <a:lnTo>
                  <a:pt x="1209675" y="514350"/>
                </a:lnTo>
                <a:lnTo>
                  <a:pt x="1209675" y="523875"/>
                </a:lnTo>
                <a:lnTo>
                  <a:pt x="1181100" y="523875"/>
                </a:lnTo>
                <a:close/>
                <a:moveTo>
                  <a:pt x="1104900" y="523875"/>
                </a:moveTo>
                <a:lnTo>
                  <a:pt x="1123950" y="523875"/>
                </a:lnTo>
                <a:lnTo>
                  <a:pt x="1123950" y="542925"/>
                </a:lnTo>
                <a:lnTo>
                  <a:pt x="1104900" y="542925"/>
                </a:lnTo>
                <a:close/>
                <a:moveTo>
                  <a:pt x="552450" y="542925"/>
                </a:moveTo>
                <a:lnTo>
                  <a:pt x="581025" y="542925"/>
                </a:lnTo>
                <a:lnTo>
                  <a:pt x="581025" y="571500"/>
                </a:lnTo>
                <a:lnTo>
                  <a:pt x="571500" y="571500"/>
                </a:lnTo>
                <a:lnTo>
                  <a:pt x="571500" y="561975"/>
                </a:lnTo>
                <a:lnTo>
                  <a:pt x="552450" y="561975"/>
                </a:lnTo>
                <a:close/>
                <a:moveTo>
                  <a:pt x="495300" y="552450"/>
                </a:moveTo>
                <a:lnTo>
                  <a:pt x="542925" y="552450"/>
                </a:lnTo>
                <a:lnTo>
                  <a:pt x="542925" y="561975"/>
                </a:lnTo>
                <a:lnTo>
                  <a:pt x="523875" y="561975"/>
                </a:lnTo>
                <a:lnTo>
                  <a:pt x="523875" y="571500"/>
                </a:lnTo>
                <a:lnTo>
                  <a:pt x="495300" y="571500"/>
                </a:lnTo>
                <a:close/>
                <a:moveTo>
                  <a:pt x="1076325" y="552450"/>
                </a:moveTo>
                <a:lnTo>
                  <a:pt x="1085850" y="552450"/>
                </a:lnTo>
                <a:lnTo>
                  <a:pt x="1085850" y="561975"/>
                </a:lnTo>
                <a:lnTo>
                  <a:pt x="1076325" y="561975"/>
                </a:lnTo>
                <a:close/>
                <a:moveTo>
                  <a:pt x="1152525" y="552450"/>
                </a:moveTo>
                <a:lnTo>
                  <a:pt x="1162050" y="552450"/>
                </a:lnTo>
                <a:lnTo>
                  <a:pt x="1162050" y="561975"/>
                </a:lnTo>
                <a:lnTo>
                  <a:pt x="1152525" y="561975"/>
                </a:lnTo>
                <a:close/>
                <a:moveTo>
                  <a:pt x="133350" y="581025"/>
                </a:moveTo>
                <a:lnTo>
                  <a:pt x="152400" y="581025"/>
                </a:lnTo>
                <a:lnTo>
                  <a:pt x="152400" y="609600"/>
                </a:lnTo>
                <a:lnTo>
                  <a:pt x="142875" y="609600"/>
                </a:lnTo>
                <a:lnTo>
                  <a:pt x="142875" y="600075"/>
                </a:lnTo>
                <a:lnTo>
                  <a:pt x="133350" y="600075"/>
                </a:lnTo>
                <a:close/>
                <a:moveTo>
                  <a:pt x="676275" y="581025"/>
                </a:moveTo>
                <a:lnTo>
                  <a:pt x="695325" y="581025"/>
                </a:lnTo>
                <a:lnTo>
                  <a:pt x="695325" y="590550"/>
                </a:lnTo>
                <a:lnTo>
                  <a:pt x="676275" y="590550"/>
                </a:lnTo>
                <a:close/>
                <a:moveTo>
                  <a:pt x="695325" y="590550"/>
                </a:moveTo>
                <a:lnTo>
                  <a:pt x="714375" y="590550"/>
                </a:lnTo>
                <a:lnTo>
                  <a:pt x="714375" y="609600"/>
                </a:lnTo>
                <a:lnTo>
                  <a:pt x="695325" y="609600"/>
                </a:lnTo>
                <a:close/>
                <a:moveTo>
                  <a:pt x="1095375" y="600075"/>
                </a:moveTo>
                <a:lnTo>
                  <a:pt x="1104900" y="600075"/>
                </a:lnTo>
                <a:lnTo>
                  <a:pt x="1104900" y="609600"/>
                </a:lnTo>
                <a:lnTo>
                  <a:pt x="1095375" y="609600"/>
                </a:lnTo>
                <a:close/>
                <a:moveTo>
                  <a:pt x="1162050" y="600075"/>
                </a:moveTo>
                <a:lnTo>
                  <a:pt x="1181100" y="600075"/>
                </a:lnTo>
                <a:lnTo>
                  <a:pt x="1181100" y="609600"/>
                </a:lnTo>
                <a:lnTo>
                  <a:pt x="1171575" y="609600"/>
                </a:lnTo>
                <a:lnTo>
                  <a:pt x="1171575" y="619125"/>
                </a:lnTo>
                <a:lnTo>
                  <a:pt x="1152525" y="619125"/>
                </a:lnTo>
                <a:lnTo>
                  <a:pt x="1152525" y="609600"/>
                </a:lnTo>
                <a:lnTo>
                  <a:pt x="1162050" y="609600"/>
                </a:lnTo>
                <a:close/>
                <a:moveTo>
                  <a:pt x="1190625" y="638175"/>
                </a:moveTo>
                <a:lnTo>
                  <a:pt x="1209675" y="638175"/>
                </a:lnTo>
                <a:lnTo>
                  <a:pt x="1209675" y="666750"/>
                </a:lnTo>
                <a:lnTo>
                  <a:pt x="1200150" y="666750"/>
                </a:lnTo>
                <a:lnTo>
                  <a:pt x="1200150" y="685800"/>
                </a:lnTo>
                <a:lnTo>
                  <a:pt x="1190625" y="685800"/>
                </a:lnTo>
                <a:lnTo>
                  <a:pt x="1190625" y="666750"/>
                </a:lnTo>
                <a:lnTo>
                  <a:pt x="1181100" y="666750"/>
                </a:lnTo>
                <a:lnTo>
                  <a:pt x="1181100" y="657225"/>
                </a:lnTo>
                <a:lnTo>
                  <a:pt x="1171575" y="657225"/>
                </a:lnTo>
                <a:lnTo>
                  <a:pt x="1171575" y="647700"/>
                </a:lnTo>
                <a:lnTo>
                  <a:pt x="1190625" y="647700"/>
                </a:lnTo>
                <a:close/>
                <a:moveTo>
                  <a:pt x="1104900" y="647700"/>
                </a:moveTo>
                <a:lnTo>
                  <a:pt x="1123950" y="647700"/>
                </a:lnTo>
                <a:lnTo>
                  <a:pt x="1123950" y="657225"/>
                </a:lnTo>
                <a:lnTo>
                  <a:pt x="1104900" y="657225"/>
                </a:lnTo>
                <a:close/>
                <a:moveTo>
                  <a:pt x="1152525" y="666750"/>
                </a:moveTo>
                <a:lnTo>
                  <a:pt x="1162050" y="666750"/>
                </a:lnTo>
                <a:lnTo>
                  <a:pt x="1162050" y="676275"/>
                </a:lnTo>
                <a:lnTo>
                  <a:pt x="1152525" y="676275"/>
                </a:lnTo>
                <a:close/>
                <a:moveTo>
                  <a:pt x="438150" y="685800"/>
                </a:moveTo>
                <a:lnTo>
                  <a:pt x="457200" y="685800"/>
                </a:lnTo>
                <a:lnTo>
                  <a:pt x="457200" y="704850"/>
                </a:lnTo>
                <a:lnTo>
                  <a:pt x="438150" y="704850"/>
                </a:lnTo>
                <a:close/>
                <a:moveTo>
                  <a:pt x="552450" y="685800"/>
                </a:moveTo>
                <a:lnTo>
                  <a:pt x="561975" y="685800"/>
                </a:lnTo>
                <a:lnTo>
                  <a:pt x="561975" y="695325"/>
                </a:lnTo>
                <a:lnTo>
                  <a:pt x="552450" y="695325"/>
                </a:lnTo>
                <a:close/>
                <a:moveTo>
                  <a:pt x="1019175" y="695325"/>
                </a:moveTo>
                <a:lnTo>
                  <a:pt x="1047750" y="695325"/>
                </a:lnTo>
                <a:lnTo>
                  <a:pt x="1047750" y="704850"/>
                </a:lnTo>
                <a:lnTo>
                  <a:pt x="1019175" y="704850"/>
                </a:lnTo>
                <a:close/>
                <a:moveTo>
                  <a:pt x="1171575" y="695325"/>
                </a:moveTo>
                <a:lnTo>
                  <a:pt x="1181100" y="695325"/>
                </a:lnTo>
                <a:lnTo>
                  <a:pt x="1181100" y="704850"/>
                </a:lnTo>
                <a:lnTo>
                  <a:pt x="1171575" y="704850"/>
                </a:lnTo>
                <a:close/>
                <a:moveTo>
                  <a:pt x="390525" y="704850"/>
                </a:moveTo>
                <a:lnTo>
                  <a:pt x="419100" y="704850"/>
                </a:lnTo>
                <a:lnTo>
                  <a:pt x="419100" y="714375"/>
                </a:lnTo>
                <a:lnTo>
                  <a:pt x="390525" y="714375"/>
                </a:lnTo>
                <a:close/>
                <a:moveTo>
                  <a:pt x="1000125" y="704850"/>
                </a:moveTo>
                <a:lnTo>
                  <a:pt x="1019175" y="704850"/>
                </a:lnTo>
                <a:lnTo>
                  <a:pt x="1019175" y="723900"/>
                </a:lnTo>
                <a:lnTo>
                  <a:pt x="1009650" y="723900"/>
                </a:lnTo>
                <a:lnTo>
                  <a:pt x="1009650" y="733425"/>
                </a:lnTo>
                <a:lnTo>
                  <a:pt x="990600" y="733425"/>
                </a:lnTo>
                <a:lnTo>
                  <a:pt x="990600" y="742950"/>
                </a:lnTo>
                <a:lnTo>
                  <a:pt x="971550" y="742950"/>
                </a:lnTo>
                <a:lnTo>
                  <a:pt x="971550" y="752475"/>
                </a:lnTo>
                <a:lnTo>
                  <a:pt x="962025" y="752475"/>
                </a:lnTo>
                <a:lnTo>
                  <a:pt x="962025" y="733425"/>
                </a:lnTo>
                <a:lnTo>
                  <a:pt x="971550" y="733425"/>
                </a:lnTo>
                <a:lnTo>
                  <a:pt x="971550" y="723900"/>
                </a:lnTo>
                <a:lnTo>
                  <a:pt x="981075" y="723900"/>
                </a:lnTo>
                <a:lnTo>
                  <a:pt x="981075" y="714375"/>
                </a:lnTo>
                <a:lnTo>
                  <a:pt x="1000125" y="714375"/>
                </a:lnTo>
                <a:close/>
                <a:moveTo>
                  <a:pt x="1181100" y="704850"/>
                </a:moveTo>
                <a:lnTo>
                  <a:pt x="1190625" y="704850"/>
                </a:lnTo>
                <a:lnTo>
                  <a:pt x="1190625" y="714375"/>
                </a:lnTo>
                <a:lnTo>
                  <a:pt x="1181100" y="714375"/>
                </a:lnTo>
                <a:close/>
                <a:moveTo>
                  <a:pt x="352425" y="714375"/>
                </a:moveTo>
                <a:lnTo>
                  <a:pt x="361950" y="714375"/>
                </a:lnTo>
                <a:lnTo>
                  <a:pt x="361950" y="723900"/>
                </a:lnTo>
                <a:lnTo>
                  <a:pt x="352425" y="723900"/>
                </a:lnTo>
                <a:close/>
                <a:moveTo>
                  <a:pt x="361950" y="723900"/>
                </a:moveTo>
                <a:lnTo>
                  <a:pt x="371475" y="723900"/>
                </a:lnTo>
                <a:lnTo>
                  <a:pt x="371475" y="733425"/>
                </a:lnTo>
                <a:lnTo>
                  <a:pt x="361950" y="733425"/>
                </a:lnTo>
                <a:close/>
                <a:moveTo>
                  <a:pt x="1019175" y="733425"/>
                </a:moveTo>
                <a:lnTo>
                  <a:pt x="1038225" y="733425"/>
                </a:lnTo>
                <a:lnTo>
                  <a:pt x="1038225" y="762000"/>
                </a:lnTo>
                <a:lnTo>
                  <a:pt x="1028700" y="762000"/>
                </a:lnTo>
                <a:lnTo>
                  <a:pt x="1028700" y="771525"/>
                </a:lnTo>
                <a:lnTo>
                  <a:pt x="1019175" y="771525"/>
                </a:lnTo>
                <a:close/>
                <a:moveTo>
                  <a:pt x="1162050" y="733425"/>
                </a:moveTo>
                <a:lnTo>
                  <a:pt x="1171575" y="733425"/>
                </a:lnTo>
                <a:lnTo>
                  <a:pt x="1171575" y="742950"/>
                </a:lnTo>
                <a:lnTo>
                  <a:pt x="1162050" y="742950"/>
                </a:lnTo>
                <a:close/>
                <a:moveTo>
                  <a:pt x="1076325" y="742950"/>
                </a:moveTo>
                <a:lnTo>
                  <a:pt x="1095375" y="742950"/>
                </a:lnTo>
                <a:lnTo>
                  <a:pt x="1095375" y="752475"/>
                </a:lnTo>
                <a:lnTo>
                  <a:pt x="1076325" y="752475"/>
                </a:lnTo>
                <a:close/>
              </a:path>
            </a:pathLst>
          </a:custGeom>
          <a:solidFill xmlns:a="http://schemas.openxmlformats.org/drawingml/2006/main">
            <a:srgbClr val="FAF9F5"/>
          </a:solidFill>
          <a:ln xmlns:a="http://schemas.openxmlformats.org/drawingml/2006/main" w="0">
            <a:noFill/>
          </a:ln>
        </p:spPr>
      </p:sp>
      <p:sp>
        <p:nvSpPr>
          <p:cNvPr id="13" name="v00 vector #f9f9f5">
            <a:extLst xmlns:a="http://schemas.openxmlformats.org/drawingml/2006/main">
              <a:ext uri="{FF2B5EF4-FFF2-40B4-BE49-F238E27FC236}">
                <a16:creationId xmlns:a16="http://schemas.microsoft.com/office/drawing/2014/main" id="{960A442E-E598-4683-9BB9-CAE6241B89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5350" y="2362200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800100" y="0"/>
                </a:moveTo>
                <a:lnTo>
                  <a:pt x="809625" y="0"/>
                </a:lnTo>
                <a:lnTo>
                  <a:pt x="809625" y="19050"/>
                </a:lnTo>
                <a:lnTo>
                  <a:pt x="800100" y="19050"/>
                </a:lnTo>
                <a:close/>
                <a:moveTo>
                  <a:pt x="771525" y="66675"/>
                </a:moveTo>
                <a:lnTo>
                  <a:pt x="781050" y="66675"/>
                </a:lnTo>
                <a:lnTo>
                  <a:pt x="781050" y="76200"/>
                </a:lnTo>
                <a:lnTo>
                  <a:pt x="771525" y="76200"/>
                </a:lnTo>
                <a:close/>
                <a:moveTo>
                  <a:pt x="1076325" y="66675"/>
                </a:moveTo>
                <a:lnTo>
                  <a:pt x="1085850" y="66675"/>
                </a:lnTo>
                <a:lnTo>
                  <a:pt x="1085850" y="85725"/>
                </a:lnTo>
                <a:lnTo>
                  <a:pt x="1076325" y="85725"/>
                </a:lnTo>
                <a:close/>
                <a:moveTo>
                  <a:pt x="1104900" y="66675"/>
                </a:moveTo>
                <a:lnTo>
                  <a:pt x="1114425" y="66675"/>
                </a:lnTo>
                <a:lnTo>
                  <a:pt x="1114425" y="76200"/>
                </a:lnTo>
                <a:lnTo>
                  <a:pt x="1104900" y="76200"/>
                </a:lnTo>
                <a:close/>
                <a:moveTo>
                  <a:pt x="9525" y="76200"/>
                </a:moveTo>
                <a:lnTo>
                  <a:pt x="28575" y="76200"/>
                </a:lnTo>
                <a:lnTo>
                  <a:pt x="28575" y="85725"/>
                </a:lnTo>
                <a:lnTo>
                  <a:pt x="9525" y="85725"/>
                </a:lnTo>
                <a:close/>
                <a:moveTo>
                  <a:pt x="1095375" y="76200"/>
                </a:moveTo>
                <a:lnTo>
                  <a:pt x="1104900" y="76200"/>
                </a:lnTo>
                <a:lnTo>
                  <a:pt x="1104900" y="85725"/>
                </a:lnTo>
                <a:lnTo>
                  <a:pt x="1095375" y="85725"/>
                </a:lnTo>
                <a:close/>
                <a:moveTo>
                  <a:pt x="523875" y="95250"/>
                </a:moveTo>
                <a:lnTo>
                  <a:pt x="533400" y="95250"/>
                </a:lnTo>
                <a:lnTo>
                  <a:pt x="533400" y="104775"/>
                </a:lnTo>
                <a:lnTo>
                  <a:pt x="542925" y="104775"/>
                </a:lnTo>
                <a:lnTo>
                  <a:pt x="542925" y="114300"/>
                </a:lnTo>
                <a:lnTo>
                  <a:pt x="523875" y="114300"/>
                </a:lnTo>
                <a:close/>
                <a:moveTo>
                  <a:pt x="1181100" y="95250"/>
                </a:moveTo>
                <a:lnTo>
                  <a:pt x="1190625" y="95250"/>
                </a:lnTo>
                <a:lnTo>
                  <a:pt x="1190625" y="104775"/>
                </a:lnTo>
                <a:lnTo>
                  <a:pt x="1181100" y="104775"/>
                </a:lnTo>
                <a:close/>
                <a:moveTo>
                  <a:pt x="1085850" y="133350"/>
                </a:moveTo>
                <a:lnTo>
                  <a:pt x="1095375" y="133350"/>
                </a:lnTo>
                <a:lnTo>
                  <a:pt x="1095375" y="142875"/>
                </a:lnTo>
                <a:lnTo>
                  <a:pt x="1085850" y="142875"/>
                </a:lnTo>
                <a:close/>
                <a:moveTo>
                  <a:pt x="1095375" y="142875"/>
                </a:moveTo>
                <a:lnTo>
                  <a:pt x="1123950" y="142875"/>
                </a:lnTo>
                <a:lnTo>
                  <a:pt x="1123950" y="161925"/>
                </a:lnTo>
                <a:lnTo>
                  <a:pt x="1114425" y="161925"/>
                </a:lnTo>
                <a:lnTo>
                  <a:pt x="1114425" y="171450"/>
                </a:lnTo>
                <a:lnTo>
                  <a:pt x="1104900" y="171450"/>
                </a:lnTo>
                <a:lnTo>
                  <a:pt x="1104900" y="161925"/>
                </a:lnTo>
                <a:lnTo>
                  <a:pt x="1085850" y="161925"/>
                </a:lnTo>
                <a:lnTo>
                  <a:pt x="1085850" y="152400"/>
                </a:lnTo>
                <a:lnTo>
                  <a:pt x="1095375" y="152400"/>
                </a:lnTo>
                <a:close/>
                <a:moveTo>
                  <a:pt x="1152525" y="161925"/>
                </a:moveTo>
                <a:lnTo>
                  <a:pt x="1162050" y="161925"/>
                </a:lnTo>
                <a:lnTo>
                  <a:pt x="1162050" y="200025"/>
                </a:lnTo>
                <a:lnTo>
                  <a:pt x="1143000" y="200025"/>
                </a:lnTo>
                <a:lnTo>
                  <a:pt x="1143000" y="180975"/>
                </a:lnTo>
                <a:lnTo>
                  <a:pt x="1152525" y="180975"/>
                </a:lnTo>
                <a:close/>
                <a:moveTo>
                  <a:pt x="1085850" y="171450"/>
                </a:moveTo>
                <a:lnTo>
                  <a:pt x="1095375" y="171450"/>
                </a:lnTo>
                <a:lnTo>
                  <a:pt x="1095375" y="180975"/>
                </a:lnTo>
                <a:lnTo>
                  <a:pt x="1085850" y="180975"/>
                </a:lnTo>
                <a:close/>
                <a:moveTo>
                  <a:pt x="180975" y="190500"/>
                </a:moveTo>
                <a:lnTo>
                  <a:pt x="190500" y="190500"/>
                </a:lnTo>
                <a:lnTo>
                  <a:pt x="190500" y="219075"/>
                </a:lnTo>
                <a:lnTo>
                  <a:pt x="180975" y="219075"/>
                </a:lnTo>
                <a:close/>
                <a:moveTo>
                  <a:pt x="142875" y="209550"/>
                </a:moveTo>
                <a:lnTo>
                  <a:pt x="152400" y="209550"/>
                </a:lnTo>
                <a:lnTo>
                  <a:pt x="152400" y="228600"/>
                </a:lnTo>
                <a:lnTo>
                  <a:pt x="133350" y="228600"/>
                </a:lnTo>
                <a:lnTo>
                  <a:pt x="133350" y="219075"/>
                </a:lnTo>
                <a:lnTo>
                  <a:pt x="142875" y="219075"/>
                </a:lnTo>
                <a:close/>
                <a:moveTo>
                  <a:pt x="1066800" y="219075"/>
                </a:moveTo>
                <a:lnTo>
                  <a:pt x="1085850" y="219075"/>
                </a:lnTo>
                <a:lnTo>
                  <a:pt x="1085850" y="228600"/>
                </a:lnTo>
                <a:lnTo>
                  <a:pt x="1066800" y="228600"/>
                </a:lnTo>
                <a:close/>
                <a:moveTo>
                  <a:pt x="190500" y="238125"/>
                </a:moveTo>
                <a:lnTo>
                  <a:pt x="200025" y="238125"/>
                </a:lnTo>
                <a:lnTo>
                  <a:pt x="200025" y="247650"/>
                </a:lnTo>
                <a:lnTo>
                  <a:pt x="190500" y="247650"/>
                </a:lnTo>
                <a:close/>
                <a:moveTo>
                  <a:pt x="1076325" y="238125"/>
                </a:moveTo>
                <a:lnTo>
                  <a:pt x="1114425" y="238125"/>
                </a:lnTo>
                <a:lnTo>
                  <a:pt x="1114425" y="247650"/>
                </a:lnTo>
                <a:lnTo>
                  <a:pt x="1076325" y="247650"/>
                </a:lnTo>
                <a:close/>
                <a:moveTo>
                  <a:pt x="1171575" y="238125"/>
                </a:moveTo>
                <a:lnTo>
                  <a:pt x="1181100" y="238125"/>
                </a:lnTo>
                <a:lnTo>
                  <a:pt x="1181100" y="266700"/>
                </a:lnTo>
                <a:lnTo>
                  <a:pt x="1171575" y="266700"/>
                </a:lnTo>
                <a:lnTo>
                  <a:pt x="1171575" y="257175"/>
                </a:lnTo>
                <a:lnTo>
                  <a:pt x="1162050" y="257175"/>
                </a:lnTo>
                <a:lnTo>
                  <a:pt x="1162050" y="247650"/>
                </a:lnTo>
                <a:lnTo>
                  <a:pt x="1171575" y="247650"/>
                </a:lnTo>
                <a:close/>
                <a:moveTo>
                  <a:pt x="180975" y="257175"/>
                </a:moveTo>
                <a:lnTo>
                  <a:pt x="200025" y="257175"/>
                </a:lnTo>
                <a:lnTo>
                  <a:pt x="200025" y="266700"/>
                </a:lnTo>
                <a:lnTo>
                  <a:pt x="190500" y="266700"/>
                </a:lnTo>
                <a:lnTo>
                  <a:pt x="190500" y="276225"/>
                </a:lnTo>
                <a:lnTo>
                  <a:pt x="200025" y="276225"/>
                </a:lnTo>
                <a:lnTo>
                  <a:pt x="200025" y="285750"/>
                </a:lnTo>
                <a:lnTo>
                  <a:pt x="219075" y="285750"/>
                </a:lnTo>
                <a:lnTo>
                  <a:pt x="219075" y="304800"/>
                </a:lnTo>
                <a:lnTo>
                  <a:pt x="209550" y="304800"/>
                </a:lnTo>
                <a:lnTo>
                  <a:pt x="209550" y="314325"/>
                </a:lnTo>
                <a:lnTo>
                  <a:pt x="200025" y="314325"/>
                </a:lnTo>
                <a:lnTo>
                  <a:pt x="200025" y="295275"/>
                </a:lnTo>
                <a:lnTo>
                  <a:pt x="180975" y="295275"/>
                </a:lnTo>
                <a:lnTo>
                  <a:pt x="180975" y="285750"/>
                </a:lnTo>
                <a:lnTo>
                  <a:pt x="171450" y="285750"/>
                </a:lnTo>
                <a:lnTo>
                  <a:pt x="171450" y="276225"/>
                </a:lnTo>
                <a:lnTo>
                  <a:pt x="180975" y="276225"/>
                </a:lnTo>
                <a:close/>
                <a:moveTo>
                  <a:pt x="1143000" y="257175"/>
                </a:moveTo>
                <a:lnTo>
                  <a:pt x="1162050" y="257175"/>
                </a:lnTo>
                <a:lnTo>
                  <a:pt x="1162050" y="285750"/>
                </a:lnTo>
                <a:lnTo>
                  <a:pt x="1152525" y="285750"/>
                </a:lnTo>
                <a:lnTo>
                  <a:pt x="1152525" y="276225"/>
                </a:lnTo>
                <a:lnTo>
                  <a:pt x="1133475" y="276225"/>
                </a:lnTo>
                <a:lnTo>
                  <a:pt x="1133475" y="266700"/>
                </a:lnTo>
                <a:lnTo>
                  <a:pt x="1143000" y="266700"/>
                </a:lnTo>
                <a:close/>
                <a:moveTo>
                  <a:pt x="1133475" y="295275"/>
                </a:moveTo>
                <a:lnTo>
                  <a:pt x="1152525" y="295275"/>
                </a:lnTo>
                <a:lnTo>
                  <a:pt x="1152525" y="323850"/>
                </a:lnTo>
                <a:lnTo>
                  <a:pt x="1133475" y="323850"/>
                </a:lnTo>
                <a:lnTo>
                  <a:pt x="1133475" y="314325"/>
                </a:lnTo>
                <a:lnTo>
                  <a:pt x="1143000" y="314325"/>
                </a:lnTo>
                <a:lnTo>
                  <a:pt x="1143000" y="304800"/>
                </a:lnTo>
                <a:lnTo>
                  <a:pt x="1133475" y="304800"/>
                </a:lnTo>
                <a:close/>
                <a:moveTo>
                  <a:pt x="1104900" y="333375"/>
                </a:moveTo>
                <a:lnTo>
                  <a:pt x="1123950" y="333375"/>
                </a:lnTo>
                <a:lnTo>
                  <a:pt x="1123950" y="342900"/>
                </a:lnTo>
                <a:lnTo>
                  <a:pt x="1104900" y="342900"/>
                </a:lnTo>
                <a:close/>
                <a:moveTo>
                  <a:pt x="171450" y="342900"/>
                </a:moveTo>
                <a:lnTo>
                  <a:pt x="190500" y="342900"/>
                </a:lnTo>
                <a:lnTo>
                  <a:pt x="190500" y="352425"/>
                </a:lnTo>
                <a:lnTo>
                  <a:pt x="180975" y="352425"/>
                </a:lnTo>
                <a:lnTo>
                  <a:pt x="180975" y="361950"/>
                </a:lnTo>
                <a:lnTo>
                  <a:pt x="152400" y="361950"/>
                </a:lnTo>
                <a:lnTo>
                  <a:pt x="152400" y="352425"/>
                </a:lnTo>
                <a:lnTo>
                  <a:pt x="171450" y="352425"/>
                </a:lnTo>
                <a:close/>
                <a:moveTo>
                  <a:pt x="1133475" y="342900"/>
                </a:moveTo>
                <a:lnTo>
                  <a:pt x="1152525" y="342900"/>
                </a:lnTo>
                <a:lnTo>
                  <a:pt x="1152525" y="352425"/>
                </a:lnTo>
                <a:lnTo>
                  <a:pt x="1162050" y="352425"/>
                </a:lnTo>
                <a:lnTo>
                  <a:pt x="1162050" y="361950"/>
                </a:lnTo>
                <a:lnTo>
                  <a:pt x="1123950" y="361950"/>
                </a:lnTo>
                <a:lnTo>
                  <a:pt x="1123950" y="352425"/>
                </a:lnTo>
                <a:lnTo>
                  <a:pt x="1133475" y="352425"/>
                </a:lnTo>
                <a:close/>
                <a:moveTo>
                  <a:pt x="1028700" y="352425"/>
                </a:moveTo>
                <a:lnTo>
                  <a:pt x="1038225" y="352425"/>
                </a:lnTo>
                <a:lnTo>
                  <a:pt x="1038225" y="361950"/>
                </a:lnTo>
                <a:lnTo>
                  <a:pt x="1028700" y="361950"/>
                </a:lnTo>
                <a:close/>
                <a:moveTo>
                  <a:pt x="1200150" y="352425"/>
                </a:moveTo>
                <a:lnTo>
                  <a:pt x="1209675" y="352425"/>
                </a:lnTo>
                <a:lnTo>
                  <a:pt x="1209675" y="371475"/>
                </a:lnTo>
                <a:lnTo>
                  <a:pt x="1200150" y="371475"/>
                </a:lnTo>
                <a:close/>
                <a:moveTo>
                  <a:pt x="38100" y="371475"/>
                </a:moveTo>
                <a:lnTo>
                  <a:pt x="47625" y="371475"/>
                </a:lnTo>
                <a:lnTo>
                  <a:pt x="47625" y="381000"/>
                </a:lnTo>
                <a:lnTo>
                  <a:pt x="38100" y="381000"/>
                </a:lnTo>
                <a:close/>
                <a:moveTo>
                  <a:pt x="838200" y="371475"/>
                </a:moveTo>
                <a:lnTo>
                  <a:pt x="847725" y="371475"/>
                </a:lnTo>
                <a:lnTo>
                  <a:pt x="847725" y="381000"/>
                </a:lnTo>
                <a:lnTo>
                  <a:pt x="838200" y="381000"/>
                </a:lnTo>
                <a:close/>
                <a:moveTo>
                  <a:pt x="19050" y="381000"/>
                </a:moveTo>
                <a:lnTo>
                  <a:pt x="38100" y="381000"/>
                </a:lnTo>
                <a:lnTo>
                  <a:pt x="38100" y="390525"/>
                </a:lnTo>
                <a:lnTo>
                  <a:pt x="28575" y="390525"/>
                </a:lnTo>
                <a:lnTo>
                  <a:pt x="28575" y="400050"/>
                </a:lnTo>
                <a:lnTo>
                  <a:pt x="0" y="400050"/>
                </a:lnTo>
                <a:lnTo>
                  <a:pt x="0" y="390525"/>
                </a:lnTo>
                <a:lnTo>
                  <a:pt x="19050" y="390525"/>
                </a:lnTo>
                <a:close/>
                <a:moveTo>
                  <a:pt x="628650" y="390525"/>
                </a:moveTo>
                <a:lnTo>
                  <a:pt x="638175" y="390525"/>
                </a:lnTo>
                <a:lnTo>
                  <a:pt x="638175" y="409575"/>
                </a:lnTo>
                <a:lnTo>
                  <a:pt x="628650" y="409575"/>
                </a:lnTo>
                <a:close/>
                <a:moveTo>
                  <a:pt x="1171575" y="390525"/>
                </a:moveTo>
                <a:lnTo>
                  <a:pt x="1181100" y="390525"/>
                </a:lnTo>
                <a:lnTo>
                  <a:pt x="1181100" y="400050"/>
                </a:lnTo>
                <a:lnTo>
                  <a:pt x="1171575" y="400050"/>
                </a:lnTo>
                <a:close/>
                <a:moveTo>
                  <a:pt x="990600" y="409575"/>
                </a:moveTo>
                <a:lnTo>
                  <a:pt x="1000125" y="409575"/>
                </a:lnTo>
                <a:lnTo>
                  <a:pt x="1000125" y="419100"/>
                </a:lnTo>
                <a:lnTo>
                  <a:pt x="990600" y="419100"/>
                </a:lnTo>
                <a:close/>
                <a:moveTo>
                  <a:pt x="1104900" y="409575"/>
                </a:moveTo>
                <a:lnTo>
                  <a:pt x="1114425" y="409575"/>
                </a:lnTo>
                <a:lnTo>
                  <a:pt x="1114425" y="419100"/>
                </a:lnTo>
                <a:lnTo>
                  <a:pt x="1104900" y="419100"/>
                </a:lnTo>
                <a:close/>
                <a:moveTo>
                  <a:pt x="1000125" y="419100"/>
                </a:moveTo>
                <a:lnTo>
                  <a:pt x="1019175" y="419100"/>
                </a:lnTo>
                <a:lnTo>
                  <a:pt x="1019175" y="428625"/>
                </a:lnTo>
                <a:lnTo>
                  <a:pt x="1047750" y="428625"/>
                </a:lnTo>
                <a:lnTo>
                  <a:pt x="1047750" y="438150"/>
                </a:lnTo>
                <a:lnTo>
                  <a:pt x="1009650" y="438150"/>
                </a:lnTo>
                <a:lnTo>
                  <a:pt x="1009650" y="428625"/>
                </a:lnTo>
                <a:lnTo>
                  <a:pt x="1000125" y="428625"/>
                </a:lnTo>
                <a:close/>
                <a:moveTo>
                  <a:pt x="57150" y="438150"/>
                </a:moveTo>
                <a:lnTo>
                  <a:pt x="66675" y="438150"/>
                </a:lnTo>
                <a:lnTo>
                  <a:pt x="66675" y="447675"/>
                </a:lnTo>
                <a:lnTo>
                  <a:pt x="57150" y="447675"/>
                </a:lnTo>
                <a:close/>
                <a:moveTo>
                  <a:pt x="1200150" y="447675"/>
                </a:moveTo>
                <a:lnTo>
                  <a:pt x="1209675" y="447675"/>
                </a:lnTo>
                <a:lnTo>
                  <a:pt x="1209675" y="476250"/>
                </a:lnTo>
                <a:lnTo>
                  <a:pt x="1200150" y="476250"/>
                </a:lnTo>
                <a:lnTo>
                  <a:pt x="1200150" y="466725"/>
                </a:lnTo>
                <a:lnTo>
                  <a:pt x="1190625" y="466725"/>
                </a:lnTo>
                <a:lnTo>
                  <a:pt x="1190625" y="457200"/>
                </a:lnTo>
                <a:lnTo>
                  <a:pt x="1200150" y="457200"/>
                </a:lnTo>
                <a:close/>
                <a:moveTo>
                  <a:pt x="95250" y="457200"/>
                </a:moveTo>
                <a:lnTo>
                  <a:pt x="104775" y="457200"/>
                </a:lnTo>
                <a:lnTo>
                  <a:pt x="104775" y="476250"/>
                </a:lnTo>
                <a:lnTo>
                  <a:pt x="114300" y="476250"/>
                </a:lnTo>
                <a:lnTo>
                  <a:pt x="114300" y="485775"/>
                </a:lnTo>
                <a:lnTo>
                  <a:pt x="85725" y="485775"/>
                </a:lnTo>
                <a:lnTo>
                  <a:pt x="85725" y="476250"/>
                </a:lnTo>
                <a:lnTo>
                  <a:pt x="95250" y="476250"/>
                </a:lnTo>
                <a:close/>
                <a:moveTo>
                  <a:pt x="1057275" y="457200"/>
                </a:moveTo>
                <a:lnTo>
                  <a:pt x="1066800" y="457200"/>
                </a:lnTo>
                <a:lnTo>
                  <a:pt x="1066800" y="466725"/>
                </a:lnTo>
                <a:lnTo>
                  <a:pt x="1057275" y="466725"/>
                </a:lnTo>
                <a:close/>
                <a:moveTo>
                  <a:pt x="1114425" y="457200"/>
                </a:moveTo>
                <a:lnTo>
                  <a:pt x="1123950" y="457200"/>
                </a:lnTo>
                <a:lnTo>
                  <a:pt x="1123950" y="466725"/>
                </a:lnTo>
                <a:lnTo>
                  <a:pt x="1152525" y="466725"/>
                </a:lnTo>
                <a:lnTo>
                  <a:pt x="1152525" y="495300"/>
                </a:lnTo>
                <a:lnTo>
                  <a:pt x="1143000" y="495300"/>
                </a:lnTo>
                <a:lnTo>
                  <a:pt x="1143000" y="476250"/>
                </a:lnTo>
                <a:lnTo>
                  <a:pt x="1114425" y="476250"/>
                </a:lnTo>
                <a:close/>
                <a:moveTo>
                  <a:pt x="57150" y="476250"/>
                </a:moveTo>
                <a:lnTo>
                  <a:pt x="76200" y="476250"/>
                </a:lnTo>
                <a:lnTo>
                  <a:pt x="76200" y="485775"/>
                </a:lnTo>
                <a:lnTo>
                  <a:pt x="57150" y="485775"/>
                </a:lnTo>
                <a:close/>
                <a:moveTo>
                  <a:pt x="76200" y="485775"/>
                </a:moveTo>
                <a:lnTo>
                  <a:pt x="85725" y="485775"/>
                </a:lnTo>
                <a:lnTo>
                  <a:pt x="85725" y="504825"/>
                </a:lnTo>
                <a:lnTo>
                  <a:pt x="76200" y="504825"/>
                </a:lnTo>
                <a:close/>
                <a:moveTo>
                  <a:pt x="114300" y="495300"/>
                </a:moveTo>
                <a:lnTo>
                  <a:pt x="123825" y="495300"/>
                </a:lnTo>
                <a:lnTo>
                  <a:pt x="123825" y="523875"/>
                </a:lnTo>
                <a:lnTo>
                  <a:pt x="114300" y="523875"/>
                </a:lnTo>
                <a:close/>
                <a:moveTo>
                  <a:pt x="1057275" y="495300"/>
                </a:moveTo>
                <a:lnTo>
                  <a:pt x="1066800" y="495300"/>
                </a:lnTo>
                <a:lnTo>
                  <a:pt x="1066800" y="514350"/>
                </a:lnTo>
                <a:lnTo>
                  <a:pt x="1057275" y="514350"/>
                </a:lnTo>
                <a:close/>
                <a:moveTo>
                  <a:pt x="76200" y="514350"/>
                </a:moveTo>
                <a:lnTo>
                  <a:pt x="85725" y="514350"/>
                </a:lnTo>
                <a:lnTo>
                  <a:pt x="85725" y="523875"/>
                </a:lnTo>
                <a:lnTo>
                  <a:pt x="76200" y="523875"/>
                </a:lnTo>
                <a:close/>
                <a:moveTo>
                  <a:pt x="1104900" y="514350"/>
                </a:moveTo>
                <a:lnTo>
                  <a:pt x="1133475" y="514350"/>
                </a:lnTo>
                <a:lnTo>
                  <a:pt x="1133475" y="523875"/>
                </a:lnTo>
                <a:lnTo>
                  <a:pt x="1104900" y="523875"/>
                </a:lnTo>
                <a:close/>
                <a:moveTo>
                  <a:pt x="123825" y="542925"/>
                </a:moveTo>
                <a:lnTo>
                  <a:pt x="133350" y="542925"/>
                </a:lnTo>
                <a:lnTo>
                  <a:pt x="133350" y="552450"/>
                </a:lnTo>
                <a:lnTo>
                  <a:pt x="123825" y="552450"/>
                </a:lnTo>
                <a:close/>
                <a:moveTo>
                  <a:pt x="542925" y="542925"/>
                </a:moveTo>
                <a:lnTo>
                  <a:pt x="552450" y="542925"/>
                </a:lnTo>
                <a:lnTo>
                  <a:pt x="552450" y="561975"/>
                </a:lnTo>
                <a:lnTo>
                  <a:pt x="542925" y="561975"/>
                </a:lnTo>
                <a:close/>
                <a:moveTo>
                  <a:pt x="1104900" y="542925"/>
                </a:moveTo>
                <a:lnTo>
                  <a:pt x="1123950" y="542925"/>
                </a:lnTo>
                <a:lnTo>
                  <a:pt x="1123950" y="571500"/>
                </a:lnTo>
                <a:lnTo>
                  <a:pt x="1114425" y="571500"/>
                </a:lnTo>
                <a:lnTo>
                  <a:pt x="1114425" y="561975"/>
                </a:lnTo>
                <a:lnTo>
                  <a:pt x="1104900" y="561975"/>
                </a:lnTo>
                <a:close/>
                <a:moveTo>
                  <a:pt x="95250" y="552450"/>
                </a:moveTo>
                <a:lnTo>
                  <a:pt x="123825" y="552450"/>
                </a:lnTo>
                <a:lnTo>
                  <a:pt x="123825" y="561975"/>
                </a:lnTo>
                <a:lnTo>
                  <a:pt x="114300" y="561975"/>
                </a:lnTo>
                <a:lnTo>
                  <a:pt x="114300" y="571500"/>
                </a:lnTo>
                <a:lnTo>
                  <a:pt x="104775" y="571500"/>
                </a:lnTo>
                <a:lnTo>
                  <a:pt x="104775" y="561975"/>
                </a:lnTo>
                <a:lnTo>
                  <a:pt x="95250" y="561975"/>
                </a:lnTo>
                <a:close/>
                <a:moveTo>
                  <a:pt x="581025" y="552450"/>
                </a:moveTo>
                <a:lnTo>
                  <a:pt x="590550" y="552450"/>
                </a:lnTo>
                <a:lnTo>
                  <a:pt x="590550" y="561975"/>
                </a:lnTo>
                <a:lnTo>
                  <a:pt x="647700" y="561975"/>
                </a:lnTo>
                <a:lnTo>
                  <a:pt x="647700" y="571500"/>
                </a:lnTo>
                <a:lnTo>
                  <a:pt x="638175" y="571500"/>
                </a:lnTo>
                <a:lnTo>
                  <a:pt x="638175" y="581025"/>
                </a:lnTo>
                <a:lnTo>
                  <a:pt x="657225" y="581025"/>
                </a:lnTo>
                <a:lnTo>
                  <a:pt x="657225" y="590550"/>
                </a:lnTo>
                <a:lnTo>
                  <a:pt x="695325" y="590550"/>
                </a:lnTo>
                <a:lnTo>
                  <a:pt x="695325" y="600075"/>
                </a:lnTo>
                <a:lnTo>
                  <a:pt x="638175" y="600075"/>
                </a:lnTo>
                <a:lnTo>
                  <a:pt x="638175" y="619125"/>
                </a:lnTo>
                <a:lnTo>
                  <a:pt x="628650" y="619125"/>
                </a:lnTo>
                <a:lnTo>
                  <a:pt x="628650" y="609600"/>
                </a:lnTo>
                <a:lnTo>
                  <a:pt x="609600" y="609600"/>
                </a:lnTo>
                <a:lnTo>
                  <a:pt x="609600" y="600075"/>
                </a:lnTo>
                <a:lnTo>
                  <a:pt x="619125" y="600075"/>
                </a:lnTo>
                <a:lnTo>
                  <a:pt x="619125" y="581025"/>
                </a:lnTo>
                <a:lnTo>
                  <a:pt x="628650" y="581025"/>
                </a:lnTo>
                <a:lnTo>
                  <a:pt x="628650" y="571500"/>
                </a:lnTo>
                <a:lnTo>
                  <a:pt x="581025" y="571500"/>
                </a:lnTo>
                <a:close/>
                <a:moveTo>
                  <a:pt x="57150" y="571500"/>
                </a:moveTo>
                <a:lnTo>
                  <a:pt x="66675" y="571500"/>
                </a:lnTo>
                <a:lnTo>
                  <a:pt x="66675" y="581025"/>
                </a:lnTo>
                <a:lnTo>
                  <a:pt x="57150" y="581025"/>
                </a:lnTo>
                <a:close/>
                <a:moveTo>
                  <a:pt x="1133475" y="571500"/>
                </a:moveTo>
                <a:lnTo>
                  <a:pt x="1152525" y="571500"/>
                </a:lnTo>
                <a:lnTo>
                  <a:pt x="1152525" y="581025"/>
                </a:lnTo>
                <a:lnTo>
                  <a:pt x="1133475" y="581025"/>
                </a:lnTo>
                <a:close/>
                <a:moveTo>
                  <a:pt x="1047750" y="581025"/>
                </a:moveTo>
                <a:lnTo>
                  <a:pt x="1057275" y="581025"/>
                </a:lnTo>
                <a:lnTo>
                  <a:pt x="1057275" y="590550"/>
                </a:lnTo>
                <a:lnTo>
                  <a:pt x="1047750" y="590550"/>
                </a:lnTo>
                <a:close/>
                <a:moveTo>
                  <a:pt x="1190625" y="581025"/>
                </a:moveTo>
                <a:lnTo>
                  <a:pt x="1200150" y="581025"/>
                </a:lnTo>
                <a:lnTo>
                  <a:pt x="1200150" y="590550"/>
                </a:lnTo>
                <a:lnTo>
                  <a:pt x="1209675" y="590550"/>
                </a:lnTo>
                <a:lnTo>
                  <a:pt x="1209675" y="600075"/>
                </a:lnTo>
                <a:lnTo>
                  <a:pt x="1181100" y="600075"/>
                </a:lnTo>
                <a:lnTo>
                  <a:pt x="1181100" y="590550"/>
                </a:lnTo>
                <a:lnTo>
                  <a:pt x="1190625" y="590550"/>
                </a:lnTo>
                <a:close/>
                <a:moveTo>
                  <a:pt x="57150" y="590550"/>
                </a:moveTo>
                <a:lnTo>
                  <a:pt x="85725" y="590550"/>
                </a:lnTo>
                <a:lnTo>
                  <a:pt x="85725" y="600075"/>
                </a:lnTo>
                <a:lnTo>
                  <a:pt x="57150" y="600075"/>
                </a:lnTo>
                <a:close/>
                <a:moveTo>
                  <a:pt x="152400" y="590550"/>
                </a:moveTo>
                <a:lnTo>
                  <a:pt x="161925" y="590550"/>
                </a:lnTo>
                <a:lnTo>
                  <a:pt x="161925" y="619125"/>
                </a:lnTo>
                <a:lnTo>
                  <a:pt x="152400" y="619125"/>
                </a:lnTo>
                <a:lnTo>
                  <a:pt x="152400" y="638175"/>
                </a:lnTo>
                <a:lnTo>
                  <a:pt x="142875" y="638175"/>
                </a:lnTo>
                <a:lnTo>
                  <a:pt x="142875" y="619125"/>
                </a:lnTo>
                <a:lnTo>
                  <a:pt x="123825" y="619125"/>
                </a:lnTo>
                <a:lnTo>
                  <a:pt x="123825" y="628650"/>
                </a:lnTo>
                <a:lnTo>
                  <a:pt x="114300" y="628650"/>
                </a:lnTo>
                <a:lnTo>
                  <a:pt x="114300" y="638175"/>
                </a:lnTo>
                <a:lnTo>
                  <a:pt x="104775" y="638175"/>
                </a:lnTo>
                <a:lnTo>
                  <a:pt x="104775" y="609600"/>
                </a:lnTo>
                <a:lnTo>
                  <a:pt x="133350" y="609600"/>
                </a:lnTo>
                <a:lnTo>
                  <a:pt x="133350" y="600075"/>
                </a:lnTo>
                <a:lnTo>
                  <a:pt x="142875" y="600075"/>
                </a:lnTo>
                <a:lnTo>
                  <a:pt x="142875" y="609600"/>
                </a:lnTo>
                <a:lnTo>
                  <a:pt x="152400" y="609600"/>
                </a:lnTo>
                <a:close/>
                <a:moveTo>
                  <a:pt x="1047750" y="600075"/>
                </a:moveTo>
                <a:lnTo>
                  <a:pt x="1057275" y="600075"/>
                </a:lnTo>
                <a:lnTo>
                  <a:pt x="1057275" y="628650"/>
                </a:lnTo>
                <a:lnTo>
                  <a:pt x="1047750" y="628650"/>
                </a:lnTo>
                <a:close/>
                <a:moveTo>
                  <a:pt x="685800" y="609600"/>
                </a:moveTo>
                <a:lnTo>
                  <a:pt x="695325" y="609600"/>
                </a:lnTo>
                <a:lnTo>
                  <a:pt x="695325" y="628650"/>
                </a:lnTo>
                <a:lnTo>
                  <a:pt x="704850" y="628650"/>
                </a:lnTo>
                <a:lnTo>
                  <a:pt x="704850" y="638175"/>
                </a:lnTo>
                <a:lnTo>
                  <a:pt x="685800" y="638175"/>
                </a:lnTo>
                <a:close/>
                <a:moveTo>
                  <a:pt x="1028700" y="619125"/>
                </a:moveTo>
                <a:lnTo>
                  <a:pt x="1038225" y="619125"/>
                </a:lnTo>
                <a:lnTo>
                  <a:pt x="1038225" y="628650"/>
                </a:lnTo>
                <a:lnTo>
                  <a:pt x="1028700" y="628650"/>
                </a:lnTo>
                <a:close/>
                <a:moveTo>
                  <a:pt x="1085850" y="619125"/>
                </a:moveTo>
                <a:lnTo>
                  <a:pt x="1095375" y="619125"/>
                </a:lnTo>
                <a:lnTo>
                  <a:pt x="1095375" y="628650"/>
                </a:lnTo>
                <a:lnTo>
                  <a:pt x="1085850" y="628650"/>
                </a:lnTo>
                <a:close/>
                <a:moveTo>
                  <a:pt x="1038225" y="628650"/>
                </a:moveTo>
                <a:lnTo>
                  <a:pt x="1047750" y="628650"/>
                </a:lnTo>
                <a:lnTo>
                  <a:pt x="1047750" y="638175"/>
                </a:lnTo>
                <a:lnTo>
                  <a:pt x="1038225" y="638175"/>
                </a:lnTo>
                <a:close/>
                <a:moveTo>
                  <a:pt x="161925" y="647700"/>
                </a:moveTo>
                <a:lnTo>
                  <a:pt x="171450" y="647700"/>
                </a:lnTo>
                <a:lnTo>
                  <a:pt x="171450" y="657225"/>
                </a:lnTo>
                <a:lnTo>
                  <a:pt x="161925" y="657225"/>
                </a:lnTo>
                <a:close/>
                <a:moveTo>
                  <a:pt x="419100" y="657225"/>
                </a:moveTo>
                <a:lnTo>
                  <a:pt x="428625" y="657225"/>
                </a:lnTo>
                <a:lnTo>
                  <a:pt x="428625" y="676275"/>
                </a:lnTo>
                <a:lnTo>
                  <a:pt x="409575" y="676275"/>
                </a:lnTo>
                <a:lnTo>
                  <a:pt x="409575" y="666750"/>
                </a:lnTo>
                <a:lnTo>
                  <a:pt x="419100" y="666750"/>
                </a:lnTo>
                <a:close/>
                <a:moveTo>
                  <a:pt x="1066800" y="657225"/>
                </a:moveTo>
                <a:lnTo>
                  <a:pt x="1085850" y="657225"/>
                </a:lnTo>
                <a:lnTo>
                  <a:pt x="1085850" y="685800"/>
                </a:lnTo>
                <a:lnTo>
                  <a:pt x="1066800" y="685800"/>
                </a:lnTo>
                <a:close/>
                <a:moveTo>
                  <a:pt x="1114425" y="657225"/>
                </a:moveTo>
                <a:lnTo>
                  <a:pt x="1123950" y="657225"/>
                </a:lnTo>
                <a:lnTo>
                  <a:pt x="1123950" y="666750"/>
                </a:lnTo>
                <a:lnTo>
                  <a:pt x="1114425" y="666750"/>
                </a:lnTo>
                <a:close/>
                <a:moveTo>
                  <a:pt x="1200150" y="666750"/>
                </a:moveTo>
                <a:lnTo>
                  <a:pt x="1209675" y="666750"/>
                </a:lnTo>
                <a:lnTo>
                  <a:pt x="1209675" y="676275"/>
                </a:lnTo>
                <a:lnTo>
                  <a:pt x="1200150" y="676275"/>
                </a:lnTo>
                <a:close/>
                <a:moveTo>
                  <a:pt x="0" y="685800"/>
                </a:moveTo>
                <a:lnTo>
                  <a:pt x="9525" y="685800"/>
                </a:lnTo>
                <a:lnTo>
                  <a:pt x="9525" y="695325"/>
                </a:lnTo>
                <a:lnTo>
                  <a:pt x="0" y="695325"/>
                </a:lnTo>
                <a:close/>
                <a:moveTo>
                  <a:pt x="361950" y="685800"/>
                </a:moveTo>
                <a:lnTo>
                  <a:pt x="371475" y="685800"/>
                </a:lnTo>
                <a:lnTo>
                  <a:pt x="371475" y="695325"/>
                </a:lnTo>
                <a:lnTo>
                  <a:pt x="361950" y="695325"/>
                </a:lnTo>
                <a:close/>
                <a:moveTo>
                  <a:pt x="495300" y="685800"/>
                </a:moveTo>
                <a:lnTo>
                  <a:pt x="514350" y="685800"/>
                </a:lnTo>
                <a:lnTo>
                  <a:pt x="514350" y="695325"/>
                </a:lnTo>
                <a:lnTo>
                  <a:pt x="504825" y="695325"/>
                </a:lnTo>
                <a:lnTo>
                  <a:pt x="504825" y="704850"/>
                </a:lnTo>
                <a:lnTo>
                  <a:pt x="495300" y="704850"/>
                </a:lnTo>
                <a:close/>
                <a:moveTo>
                  <a:pt x="152400" y="695325"/>
                </a:moveTo>
                <a:lnTo>
                  <a:pt x="161925" y="695325"/>
                </a:lnTo>
                <a:lnTo>
                  <a:pt x="161925" y="704850"/>
                </a:lnTo>
                <a:lnTo>
                  <a:pt x="152400" y="704850"/>
                </a:lnTo>
                <a:close/>
                <a:moveTo>
                  <a:pt x="0" y="704850"/>
                </a:moveTo>
                <a:lnTo>
                  <a:pt x="19050" y="704850"/>
                </a:lnTo>
                <a:lnTo>
                  <a:pt x="19050" y="714375"/>
                </a:lnTo>
                <a:lnTo>
                  <a:pt x="0" y="714375"/>
                </a:lnTo>
                <a:close/>
                <a:moveTo>
                  <a:pt x="1171575" y="714375"/>
                </a:moveTo>
                <a:lnTo>
                  <a:pt x="1190625" y="714375"/>
                </a:lnTo>
                <a:lnTo>
                  <a:pt x="1190625" y="723900"/>
                </a:lnTo>
                <a:lnTo>
                  <a:pt x="1171575" y="723900"/>
                </a:lnTo>
                <a:close/>
                <a:moveTo>
                  <a:pt x="352425" y="723900"/>
                </a:moveTo>
                <a:lnTo>
                  <a:pt x="361950" y="723900"/>
                </a:lnTo>
                <a:lnTo>
                  <a:pt x="361950" y="733425"/>
                </a:lnTo>
                <a:lnTo>
                  <a:pt x="352425" y="733425"/>
                </a:lnTo>
                <a:close/>
                <a:moveTo>
                  <a:pt x="361950" y="733425"/>
                </a:moveTo>
                <a:lnTo>
                  <a:pt x="371475" y="733425"/>
                </a:lnTo>
                <a:lnTo>
                  <a:pt x="371475" y="752475"/>
                </a:lnTo>
                <a:lnTo>
                  <a:pt x="361950" y="752475"/>
                </a:lnTo>
                <a:close/>
                <a:moveTo>
                  <a:pt x="933450" y="752475"/>
                </a:moveTo>
                <a:lnTo>
                  <a:pt x="942975" y="752475"/>
                </a:lnTo>
                <a:lnTo>
                  <a:pt x="942975" y="762000"/>
                </a:lnTo>
                <a:lnTo>
                  <a:pt x="933450" y="762000"/>
                </a:lnTo>
                <a:close/>
                <a:moveTo>
                  <a:pt x="1076325" y="752475"/>
                </a:moveTo>
                <a:lnTo>
                  <a:pt x="1085850" y="752475"/>
                </a:lnTo>
                <a:lnTo>
                  <a:pt x="1085850" y="762000"/>
                </a:lnTo>
                <a:lnTo>
                  <a:pt x="1076325" y="762000"/>
                </a:lnTo>
                <a:close/>
                <a:moveTo>
                  <a:pt x="1000125" y="762000"/>
                </a:moveTo>
                <a:lnTo>
                  <a:pt x="1009650" y="762000"/>
                </a:lnTo>
                <a:lnTo>
                  <a:pt x="1009650" y="771525"/>
                </a:lnTo>
                <a:lnTo>
                  <a:pt x="1000125" y="771525"/>
                </a:lnTo>
                <a:close/>
                <a:moveTo>
                  <a:pt x="19050" y="771525"/>
                </a:moveTo>
                <a:lnTo>
                  <a:pt x="38100" y="771525"/>
                </a:lnTo>
                <a:lnTo>
                  <a:pt x="38100" y="790575"/>
                </a:lnTo>
                <a:lnTo>
                  <a:pt x="9525" y="790575"/>
                </a:lnTo>
                <a:lnTo>
                  <a:pt x="9525" y="781050"/>
                </a:lnTo>
                <a:lnTo>
                  <a:pt x="19050" y="781050"/>
                </a:lnTo>
                <a:close/>
                <a:moveTo>
                  <a:pt x="438150" y="790575"/>
                </a:moveTo>
                <a:lnTo>
                  <a:pt x="447675" y="790575"/>
                </a:lnTo>
                <a:lnTo>
                  <a:pt x="447675" y="809625"/>
                </a:lnTo>
                <a:lnTo>
                  <a:pt x="428625" y="809625"/>
                </a:lnTo>
                <a:lnTo>
                  <a:pt x="428625" y="800100"/>
                </a:lnTo>
                <a:lnTo>
                  <a:pt x="438150" y="800100"/>
                </a:lnTo>
                <a:close/>
                <a:moveTo>
                  <a:pt x="0" y="800100"/>
                </a:moveTo>
                <a:lnTo>
                  <a:pt x="9525" y="800100"/>
                </a:lnTo>
                <a:lnTo>
                  <a:pt x="9525" y="809625"/>
                </a:lnTo>
                <a:lnTo>
                  <a:pt x="0" y="809625"/>
                </a:lnTo>
                <a:close/>
                <a:moveTo>
                  <a:pt x="371475" y="800100"/>
                </a:moveTo>
                <a:lnTo>
                  <a:pt x="381000" y="800100"/>
                </a:lnTo>
                <a:lnTo>
                  <a:pt x="381000" y="809625"/>
                </a:lnTo>
                <a:lnTo>
                  <a:pt x="371475" y="809625"/>
                </a:lnTo>
                <a:close/>
              </a:path>
            </a:pathLst>
          </a:custGeom>
          <a:solidFill xmlns:a="http://schemas.openxmlformats.org/drawingml/2006/main">
            <a:srgbClr val="F9F9F5"/>
          </a:solidFill>
          <a:ln xmlns:a="http://schemas.openxmlformats.org/drawingml/2006/main" w="0">
            <a:noFill/>
          </a:ln>
        </p:spPr>
      </p:sp>
      <p:sp>
        <p:nvSpPr>
          <p:cNvPr id="14" name="v00 vector #f9f9f4">
            <a:extLst xmlns:a="http://schemas.openxmlformats.org/drawingml/2006/main">
              <a:ext uri="{FF2B5EF4-FFF2-40B4-BE49-F238E27FC236}">
                <a16:creationId xmlns:a16="http://schemas.microsoft.com/office/drawing/2014/main" id="{DB939240-70E9-4397-886B-67B0EE4220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5350" y="2362200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19050" y="0"/>
                </a:moveTo>
                <a:lnTo>
                  <a:pt x="28575" y="0"/>
                </a:lnTo>
                <a:lnTo>
                  <a:pt x="28575" y="9525"/>
                </a:lnTo>
                <a:lnTo>
                  <a:pt x="19050" y="9525"/>
                </a:lnTo>
                <a:close/>
                <a:moveTo>
                  <a:pt x="85725" y="0"/>
                </a:moveTo>
                <a:lnTo>
                  <a:pt x="95250" y="0"/>
                </a:lnTo>
                <a:lnTo>
                  <a:pt x="95250" y="19050"/>
                </a:lnTo>
                <a:lnTo>
                  <a:pt x="85725" y="19050"/>
                </a:lnTo>
                <a:close/>
                <a:moveTo>
                  <a:pt x="771525" y="0"/>
                </a:moveTo>
                <a:lnTo>
                  <a:pt x="800100" y="0"/>
                </a:lnTo>
                <a:lnTo>
                  <a:pt x="800100" y="9525"/>
                </a:lnTo>
                <a:lnTo>
                  <a:pt x="790575" y="9525"/>
                </a:lnTo>
                <a:lnTo>
                  <a:pt x="790575" y="28575"/>
                </a:lnTo>
                <a:lnTo>
                  <a:pt x="781050" y="28575"/>
                </a:lnTo>
                <a:lnTo>
                  <a:pt x="781050" y="9525"/>
                </a:lnTo>
                <a:lnTo>
                  <a:pt x="771525" y="9525"/>
                </a:lnTo>
                <a:close/>
                <a:moveTo>
                  <a:pt x="847725" y="0"/>
                </a:moveTo>
                <a:lnTo>
                  <a:pt x="857250" y="0"/>
                </a:lnTo>
                <a:lnTo>
                  <a:pt x="857250" y="9525"/>
                </a:lnTo>
                <a:lnTo>
                  <a:pt x="876300" y="9525"/>
                </a:lnTo>
                <a:lnTo>
                  <a:pt x="876300" y="28575"/>
                </a:lnTo>
                <a:lnTo>
                  <a:pt x="857250" y="28575"/>
                </a:lnTo>
                <a:lnTo>
                  <a:pt x="857250" y="19050"/>
                </a:lnTo>
                <a:lnTo>
                  <a:pt x="847725" y="19050"/>
                </a:lnTo>
                <a:close/>
                <a:moveTo>
                  <a:pt x="1171575" y="0"/>
                </a:moveTo>
                <a:lnTo>
                  <a:pt x="1181100" y="0"/>
                </a:lnTo>
                <a:lnTo>
                  <a:pt x="1181100" y="9525"/>
                </a:lnTo>
                <a:lnTo>
                  <a:pt x="1190625" y="9525"/>
                </a:lnTo>
                <a:lnTo>
                  <a:pt x="1190625" y="19050"/>
                </a:lnTo>
                <a:lnTo>
                  <a:pt x="1171575" y="19050"/>
                </a:lnTo>
                <a:close/>
                <a:moveTo>
                  <a:pt x="419100" y="9525"/>
                </a:moveTo>
                <a:lnTo>
                  <a:pt x="428625" y="9525"/>
                </a:lnTo>
                <a:lnTo>
                  <a:pt x="428625" y="28575"/>
                </a:lnTo>
                <a:lnTo>
                  <a:pt x="409575" y="28575"/>
                </a:lnTo>
                <a:lnTo>
                  <a:pt x="409575" y="19050"/>
                </a:lnTo>
                <a:lnTo>
                  <a:pt x="419100" y="19050"/>
                </a:lnTo>
                <a:close/>
                <a:moveTo>
                  <a:pt x="1143000" y="28575"/>
                </a:moveTo>
                <a:lnTo>
                  <a:pt x="1152525" y="28575"/>
                </a:lnTo>
                <a:lnTo>
                  <a:pt x="1152525" y="47625"/>
                </a:lnTo>
                <a:lnTo>
                  <a:pt x="1143000" y="47625"/>
                </a:lnTo>
                <a:close/>
                <a:moveTo>
                  <a:pt x="114300" y="38100"/>
                </a:moveTo>
                <a:lnTo>
                  <a:pt x="123825" y="38100"/>
                </a:lnTo>
                <a:lnTo>
                  <a:pt x="123825" y="47625"/>
                </a:lnTo>
                <a:lnTo>
                  <a:pt x="114300" y="47625"/>
                </a:lnTo>
                <a:close/>
                <a:moveTo>
                  <a:pt x="57150" y="47625"/>
                </a:moveTo>
                <a:lnTo>
                  <a:pt x="66675" y="47625"/>
                </a:lnTo>
                <a:lnTo>
                  <a:pt x="66675" y="57150"/>
                </a:lnTo>
                <a:lnTo>
                  <a:pt x="76200" y="57150"/>
                </a:lnTo>
                <a:lnTo>
                  <a:pt x="76200" y="47625"/>
                </a:lnTo>
                <a:lnTo>
                  <a:pt x="85725" y="47625"/>
                </a:lnTo>
                <a:lnTo>
                  <a:pt x="85725" y="57150"/>
                </a:lnTo>
                <a:lnTo>
                  <a:pt x="95250" y="57150"/>
                </a:lnTo>
                <a:lnTo>
                  <a:pt x="95250" y="66675"/>
                </a:lnTo>
                <a:lnTo>
                  <a:pt x="85725" y="66675"/>
                </a:lnTo>
                <a:lnTo>
                  <a:pt x="85725" y="76200"/>
                </a:lnTo>
                <a:lnTo>
                  <a:pt x="76200" y="76200"/>
                </a:lnTo>
                <a:lnTo>
                  <a:pt x="76200" y="66675"/>
                </a:lnTo>
                <a:lnTo>
                  <a:pt x="57150" y="66675"/>
                </a:lnTo>
                <a:close/>
                <a:moveTo>
                  <a:pt x="771525" y="57150"/>
                </a:moveTo>
                <a:lnTo>
                  <a:pt x="781050" y="57150"/>
                </a:lnTo>
                <a:lnTo>
                  <a:pt x="781050" y="66675"/>
                </a:lnTo>
                <a:lnTo>
                  <a:pt x="771525" y="66675"/>
                </a:lnTo>
                <a:close/>
                <a:moveTo>
                  <a:pt x="1066800" y="57150"/>
                </a:moveTo>
                <a:lnTo>
                  <a:pt x="1085850" y="57150"/>
                </a:lnTo>
                <a:lnTo>
                  <a:pt x="1085850" y="66675"/>
                </a:lnTo>
                <a:lnTo>
                  <a:pt x="1066800" y="66675"/>
                </a:lnTo>
                <a:close/>
                <a:moveTo>
                  <a:pt x="9525" y="66675"/>
                </a:moveTo>
                <a:lnTo>
                  <a:pt x="28575" y="66675"/>
                </a:lnTo>
                <a:lnTo>
                  <a:pt x="28575" y="76200"/>
                </a:lnTo>
                <a:lnTo>
                  <a:pt x="9525" y="76200"/>
                </a:lnTo>
                <a:close/>
                <a:moveTo>
                  <a:pt x="647700" y="66675"/>
                </a:moveTo>
                <a:lnTo>
                  <a:pt x="676275" y="66675"/>
                </a:lnTo>
                <a:lnTo>
                  <a:pt x="676275" y="76200"/>
                </a:lnTo>
                <a:lnTo>
                  <a:pt x="647700" y="76200"/>
                </a:lnTo>
                <a:close/>
                <a:moveTo>
                  <a:pt x="1085850" y="66675"/>
                </a:moveTo>
                <a:lnTo>
                  <a:pt x="1104900" y="66675"/>
                </a:lnTo>
                <a:lnTo>
                  <a:pt x="1104900" y="76200"/>
                </a:lnTo>
                <a:lnTo>
                  <a:pt x="1095375" y="76200"/>
                </a:lnTo>
                <a:lnTo>
                  <a:pt x="1095375" y="85725"/>
                </a:lnTo>
                <a:lnTo>
                  <a:pt x="1085850" y="85725"/>
                </a:lnTo>
                <a:close/>
                <a:moveTo>
                  <a:pt x="1143000" y="66675"/>
                </a:moveTo>
                <a:lnTo>
                  <a:pt x="1152525" y="66675"/>
                </a:lnTo>
                <a:lnTo>
                  <a:pt x="1152525" y="85725"/>
                </a:lnTo>
                <a:lnTo>
                  <a:pt x="1143000" y="85725"/>
                </a:lnTo>
                <a:close/>
                <a:moveTo>
                  <a:pt x="504825" y="76200"/>
                </a:moveTo>
                <a:lnTo>
                  <a:pt x="514350" y="76200"/>
                </a:lnTo>
                <a:lnTo>
                  <a:pt x="514350" y="85725"/>
                </a:lnTo>
                <a:lnTo>
                  <a:pt x="504825" y="85725"/>
                </a:lnTo>
                <a:close/>
                <a:moveTo>
                  <a:pt x="762000" y="76200"/>
                </a:moveTo>
                <a:lnTo>
                  <a:pt x="771525" y="76200"/>
                </a:lnTo>
                <a:lnTo>
                  <a:pt x="771525" y="85725"/>
                </a:lnTo>
                <a:lnTo>
                  <a:pt x="762000" y="85725"/>
                </a:lnTo>
                <a:close/>
                <a:moveTo>
                  <a:pt x="514350" y="85725"/>
                </a:moveTo>
                <a:lnTo>
                  <a:pt x="533400" y="85725"/>
                </a:lnTo>
                <a:lnTo>
                  <a:pt x="533400" y="95250"/>
                </a:lnTo>
                <a:lnTo>
                  <a:pt x="514350" y="95250"/>
                </a:lnTo>
                <a:close/>
                <a:moveTo>
                  <a:pt x="685800" y="85725"/>
                </a:moveTo>
                <a:lnTo>
                  <a:pt x="695325" y="85725"/>
                </a:lnTo>
                <a:lnTo>
                  <a:pt x="695325" y="104775"/>
                </a:lnTo>
                <a:lnTo>
                  <a:pt x="685800" y="104775"/>
                </a:lnTo>
                <a:close/>
                <a:moveTo>
                  <a:pt x="1200150" y="85725"/>
                </a:moveTo>
                <a:lnTo>
                  <a:pt x="1209675" y="85725"/>
                </a:lnTo>
                <a:lnTo>
                  <a:pt x="1209675" y="104775"/>
                </a:lnTo>
                <a:lnTo>
                  <a:pt x="1200150" y="104775"/>
                </a:lnTo>
                <a:lnTo>
                  <a:pt x="1200150" y="114300"/>
                </a:lnTo>
                <a:lnTo>
                  <a:pt x="1190625" y="114300"/>
                </a:lnTo>
                <a:lnTo>
                  <a:pt x="1190625" y="123825"/>
                </a:lnTo>
                <a:lnTo>
                  <a:pt x="1171575" y="123825"/>
                </a:lnTo>
                <a:lnTo>
                  <a:pt x="1171575" y="114300"/>
                </a:lnTo>
                <a:lnTo>
                  <a:pt x="1162050" y="114300"/>
                </a:lnTo>
                <a:lnTo>
                  <a:pt x="1162050" y="104775"/>
                </a:lnTo>
                <a:lnTo>
                  <a:pt x="1190625" y="104775"/>
                </a:lnTo>
                <a:lnTo>
                  <a:pt x="1190625" y="95250"/>
                </a:lnTo>
                <a:lnTo>
                  <a:pt x="1200150" y="95250"/>
                </a:lnTo>
                <a:close/>
                <a:moveTo>
                  <a:pt x="533400" y="95250"/>
                </a:moveTo>
                <a:lnTo>
                  <a:pt x="542925" y="95250"/>
                </a:lnTo>
                <a:lnTo>
                  <a:pt x="542925" y="104775"/>
                </a:lnTo>
                <a:lnTo>
                  <a:pt x="533400" y="104775"/>
                </a:lnTo>
                <a:close/>
                <a:moveTo>
                  <a:pt x="1114425" y="95250"/>
                </a:moveTo>
                <a:lnTo>
                  <a:pt x="1123950" y="95250"/>
                </a:lnTo>
                <a:lnTo>
                  <a:pt x="1123950" y="114300"/>
                </a:lnTo>
                <a:lnTo>
                  <a:pt x="1133475" y="114300"/>
                </a:lnTo>
                <a:lnTo>
                  <a:pt x="1133475" y="123825"/>
                </a:lnTo>
                <a:lnTo>
                  <a:pt x="1114425" y="123825"/>
                </a:lnTo>
                <a:lnTo>
                  <a:pt x="1114425" y="133350"/>
                </a:lnTo>
                <a:lnTo>
                  <a:pt x="1104900" y="133350"/>
                </a:lnTo>
                <a:lnTo>
                  <a:pt x="1104900" y="114300"/>
                </a:lnTo>
                <a:lnTo>
                  <a:pt x="1095375" y="114300"/>
                </a:lnTo>
                <a:lnTo>
                  <a:pt x="1095375" y="104775"/>
                </a:lnTo>
                <a:lnTo>
                  <a:pt x="1104900" y="104775"/>
                </a:lnTo>
                <a:lnTo>
                  <a:pt x="1104900" y="114300"/>
                </a:lnTo>
                <a:lnTo>
                  <a:pt x="1114425" y="114300"/>
                </a:lnTo>
                <a:close/>
                <a:moveTo>
                  <a:pt x="104775" y="104775"/>
                </a:moveTo>
                <a:lnTo>
                  <a:pt x="123825" y="104775"/>
                </a:lnTo>
                <a:lnTo>
                  <a:pt x="123825" y="114300"/>
                </a:lnTo>
                <a:lnTo>
                  <a:pt x="114300" y="114300"/>
                </a:lnTo>
                <a:lnTo>
                  <a:pt x="114300" y="123825"/>
                </a:lnTo>
                <a:lnTo>
                  <a:pt x="104775" y="123825"/>
                </a:lnTo>
                <a:close/>
                <a:moveTo>
                  <a:pt x="552450" y="104775"/>
                </a:moveTo>
                <a:lnTo>
                  <a:pt x="561975" y="104775"/>
                </a:lnTo>
                <a:lnTo>
                  <a:pt x="561975" y="114300"/>
                </a:lnTo>
                <a:lnTo>
                  <a:pt x="552450" y="114300"/>
                </a:lnTo>
                <a:close/>
                <a:moveTo>
                  <a:pt x="28575" y="123825"/>
                </a:moveTo>
                <a:lnTo>
                  <a:pt x="47625" y="123825"/>
                </a:lnTo>
                <a:lnTo>
                  <a:pt x="47625" y="142875"/>
                </a:lnTo>
                <a:lnTo>
                  <a:pt x="38100" y="142875"/>
                </a:lnTo>
                <a:lnTo>
                  <a:pt x="38100" y="152400"/>
                </a:lnTo>
                <a:lnTo>
                  <a:pt x="28575" y="152400"/>
                </a:lnTo>
                <a:close/>
                <a:moveTo>
                  <a:pt x="85725" y="123825"/>
                </a:moveTo>
                <a:lnTo>
                  <a:pt x="95250" y="123825"/>
                </a:lnTo>
                <a:lnTo>
                  <a:pt x="95250" y="142875"/>
                </a:lnTo>
                <a:lnTo>
                  <a:pt x="76200" y="142875"/>
                </a:lnTo>
                <a:lnTo>
                  <a:pt x="76200" y="133350"/>
                </a:lnTo>
                <a:lnTo>
                  <a:pt x="85725" y="133350"/>
                </a:lnTo>
                <a:close/>
                <a:moveTo>
                  <a:pt x="1085850" y="123825"/>
                </a:moveTo>
                <a:lnTo>
                  <a:pt x="1095375" y="123825"/>
                </a:lnTo>
                <a:lnTo>
                  <a:pt x="1095375" y="133350"/>
                </a:lnTo>
                <a:lnTo>
                  <a:pt x="1085850" y="133350"/>
                </a:lnTo>
                <a:close/>
                <a:moveTo>
                  <a:pt x="1143000" y="123825"/>
                </a:moveTo>
                <a:lnTo>
                  <a:pt x="1162050" y="123825"/>
                </a:lnTo>
                <a:lnTo>
                  <a:pt x="1162050" y="133350"/>
                </a:lnTo>
                <a:lnTo>
                  <a:pt x="1143000" y="133350"/>
                </a:lnTo>
                <a:close/>
                <a:moveTo>
                  <a:pt x="142875" y="133350"/>
                </a:moveTo>
                <a:lnTo>
                  <a:pt x="152400" y="133350"/>
                </a:lnTo>
                <a:lnTo>
                  <a:pt x="152400" y="142875"/>
                </a:lnTo>
                <a:lnTo>
                  <a:pt x="142875" y="142875"/>
                </a:lnTo>
                <a:close/>
                <a:moveTo>
                  <a:pt x="704850" y="133350"/>
                </a:moveTo>
                <a:lnTo>
                  <a:pt x="714375" y="133350"/>
                </a:lnTo>
                <a:lnTo>
                  <a:pt x="714375" y="142875"/>
                </a:lnTo>
                <a:lnTo>
                  <a:pt x="704850" y="142875"/>
                </a:lnTo>
                <a:close/>
                <a:moveTo>
                  <a:pt x="1085850" y="142875"/>
                </a:moveTo>
                <a:lnTo>
                  <a:pt x="1095375" y="142875"/>
                </a:lnTo>
                <a:lnTo>
                  <a:pt x="1095375" y="152400"/>
                </a:lnTo>
                <a:lnTo>
                  <a:pt x="1085850" y="152400"/>
                </a:lnTo>
                <a:close/>
                <a:moveTo>
                  <a:pt x="1190625" y="142875"/>
                </a:moveTo>
                <a:lnTo>
                  <a:pt x="1209675" y="142875"/>
                </a:lnTo>
                <a:lnTo>
                  <a:pt x="1209675" y="152400"/>
                </a:lnTo>
                <a:lnTo>
                  <a:pt x="1190625" y="152400"/>
                </a:lnTo>
                <a:close/>
                <a:moveTo>
                  <a:pt x="1171575" y="152400"/>
                </a:moveTo>
                <a:lnTo>
                  <a:pt x="1181100" y="152400"/>
                </a:lnTo>
                <a:lnTo>
                  <a:pt x="1181100" y="161925"/>
                </a:lnTo>
                <a:lnTo>
                  <a:pt x="1171575" y="161925"/>
                </a:lnTo>
                <a:close/>
                <a:moveTo>
                  <a:pt x="171450" y="161925"/>
                </a:moveTo>
                <a:lnTo>
                  <a:pt x="180975" y="161925"/>
                </a:lnTo>
                <a:lnTo>
                  <a:pt x="180975" y="171450"/>
                </a:lnTo>
                <a:lnTo>
                  <a:pt x="190500" y="171450"/>
                </a:lnTo>
                <a:lnTo>
                  <a:pt x="190500" y="190500"/>
                </a:lnTo>
                <a:lnTo>
                  <a:pt x="171450" y="190500"/>
                </a:lnTo>
                <a:close/>
                <a:moveTo>
                  <a:pt x="1162050" y="161925"/>
                </a:moveTo>
                <a:lnTo>
                  <a:pt x="1171575" y="161925"/>
                </a:lnTo>
                <a:lnTo>
                  <a:pt x="1171575" y="171450"/>
                </a:lnTo>
                <a:lnTo>
                  <a:pt x="1181100" y="171450"/>
                </a:lnTo>
                <a:lnTo>
                  <a:pt x="1181100" y="180975"/>
                </a:lnTo>
                <a:lnTo>
                  <a:pt x="1171575" y="180975"/>
                </a:lnTo>
                <a:lnTo>
                  <a:pt x="1171575" y="190500"/>
                </a:lnTo>
                <a:lnTo>
                  <a:pt x="1162050" y="190500"/>
                </a:lnTo>
                <a:close/>
                <a:moveTo>
                  <a:pt x="1200150" y="161925"/>
                </a:moveTo>
                <a:lnTo>
                  <a:pt x="1209675" y="161925"/>
                </a:lnTo>
                <a:lnTo>
                  <a:pt x="1209675" y="171450"/>
                </a:lnTo>
                <a:lnTo>
                  <a:pt x="1200150" y="171450"/>
                </a:lnTo>
                <a:close/>
                <a:moveTo>
                  <a:pt x="38100" y="171450"/>
                </a:moveTo>
                <a:lnTo>
                  <a:pt x="47625" y="171450"/>
                </a:lnTo>
                <a:lnTo>
                  <a:pt x="47625" y="180975"/>
                </a:lnTo>
                <a:lnTo>
                  <a:pt x="38100" y="180975"/>
                </a:lnTo>
                <a:close/>
                <a:moveTo>
                  <a:pt x="57150" y="171450"/>
                </a:moveTo>
                <a:lnTo>
                  <a:pt x="66675" y="171450"/>
                </a:lnTo>
                <a:lnTo>
                  <a:pt x="66675" y="180975"/>
                </a:lnTo>
                <a:lnTo>
                  <a:pt x="57150" y="180975"/>
                </a:lnTo>
                <a:close/>
                <a:moveTo>
                  <a:pt x="114300" y="171450"/>
                </a:moveTo>
                <a:lnTo>
                  <a:pt x="133350" y="171450"/>
                </a:lnTo>
                <a:lnTo>
                  <a:pt x="133350" y="180975"/>
                </a:lnTo>
                <a:lnTo>
                  <a:pt x="123825" y="180975"/>
                </a:lnTo>
                <a:lnTo>
                  <a:pt x="123825" y="200025"/>
                </a:lnTo>
                <a:lnTo>
                  <a:pt x="104775" y="200025"/>
                </a:lnTo>
                <a:lnTo>
                  <a:pt x="104775" y="209550"/>
                </a:lnTo>
                <a:lnTo>
                  <a:pt x="114300" y="209550"/>
                </a:lnTo>
                <a:lnTo>
                  <a:pt x="114300" y="228600"/>
                </a:lnTo>
                <a:lnTo>
                  <a:pt x="123825" y="228600"/>
                </a:lnTo>
                <a:lnTo>
                  <a:pt x="123825" y="219075"/>
                </a:lnTo>
                <a:lnTo>
                  <a:pt x="133350" y="219075"/>
                </a:lnTo>
                <a:lnTo>
                  <a:pt x="133350" y="209550"/>
                </a:lnTo>
                <a:lnTo>
                  <a:pt x="142875" y="209550"/>
                </a:lnTo>
                <a:lnTo>
                  <a:pt x="142875" y="200025"/>
                </a:lnTo>
                <a:lnTo>
                  <a:pt x="161925" y="200025"/>
                </a:lnTo>
                <a:lnTo>
                  <a:pt x="161925" y="219075"/>
                </a:lnTo>
                <a:lnTo>
                  <a:pt x="152400" y="219075"/>
                </a:lnTo>
                <a:lnTo>
                  <a:pt x="152400" y="209550"/>
                </a:lnTo>
                <a:lnTo>
                  <a:pt x="142875" y="209550"/>
                </a:lnTo>
                <a:lnTo>
                  <a:pt x="142875" y="219075"/>
                </a:lnTo>
                <a:lnTo>
                  <a:pt x="133350" y="219075"/>
                </a:lnTo>
                <a:lnTo>
                  <a:pt x="133350" y="247650"/>
                </a:lnTo>
                <a:lnTo>
                  <a:pt x="95250" y="247650"/>
                </a:lnTo>
                <a:lnTo>
                  <a:pt x="95250" y="209550"/>
                </a:lnTo>
                <a:lnTo>
                  <a:pt x="85725" y="209550"/>
                </a:lnTo>
                <a:lnTo>
                  <a:pt x="85725" y="190500"/>
                </a:lnTo>
                <a:lnTo>
                  <a:pt x="104775" y="190500"/>
                </a:lnTo>
                <a:lnTo>
                  <a:pt x="104775" y="180975"/>
                </a:lnTo>
                <a:lnTo>
                  <a:pt x="114300" y="180975"/>
                </a:lnTo>
                <a:close/>
                <a:moveTo>
                  <a:pt x="1085850" y="180975"/>
                </a:moveTo>
                <a:lnTo>
                  <a:pt x="1095375" y="180975"/>
                </a:lnTo>
                <a:lnTo>
                  <a:pt x="1095375" y="209550"/>
                </a:lnTo>
                <a:lnTo>
                  <a:pt x="1085850" y="209550"/>
                </a:lnTo>
                <a:close/>
                <a:moveTo>
                  <a:pt x="1104900" y="180975"/>
                </a:moveTo>
                <a:lnTo>
                  <a:pt x="1114425" y="180975"/>
                </a:lnTo>
                <a:lnTo>
                  <a:pt x="1114425" y="190500"/>
                </a:lnTo>
                <a:lnTo>
                  <a:pt x="1104900" y="190500"/>
                </a:lnTo>
                <a:close/>
                <a:moveTo>
                  <a:pt x="9525" y="190500"/>
                </a:moveTo>
                <a:lnTo>
                  <a:pt x="19050" y="190500"/>
                </a:lnTo>
                <a:lnTo>
                  <a:pt x="19050" y="219075"/>
                </a:lnTo>
                <a:lnTo>
                  <a:pt x="9525" y="219075"/>
                </a:lnTo>
                <a:lnTo>
                  <a:pt x="9525" y="209550"/>
                </a:lnTo>
                <a:lnTo>
                  <a:pt x="0" y="209550"/>
                </a:lnTo>
                <a:lnTo>
                  <a:pt x="0" y="200025"/>
                </a:lnTo>
                <a:lnTo>
                  <a:pt x="9525" y="200025"/>
                </a:lnTo>
                <a:close/>
                <a:moveTo>
                  <a:pt x="66675" y="209550"/>
                </a:moveTo>
                <a:lnTo>
                  <a:pt x="76200" y="209550"/>
                </a:lnTo>
                <a:lnTo>
                  <a:pt x="76200" y="219075"/>
                </a:lnTo>
                <a:lnTo>
                  <a:pt x="66675" y="219075"/>
                </a:lnTo>
                <a:close/>
                <a:moveTo>
                  <a:pt x="1085850" y="219075"/>
                </a:moveTo>
                <a:lnTo>
                  <a:pt x="1104900" y="219075"/>
                </a:lnTo>
                <a:lnTo>
                  <a:pt x="1104900" y="228600"/>
                </a:lnTo>
                <a:lnTo>
                  <a:pt x="1095375" y="228600"/>
                </a:lnTo>
                <a:lnTo>
                  <a:pt x="1095375" y="238125"/>
                </a:lnTo>
                <a:lnTo>
                  <a:pt x="1085850" y="238125"/>
                </a:lnTo>
                <a:close/>
                <a:moveTo>
                  <a:pt x="47625" y="228600"/>
                </a:moveTo>
                <a:lnTo>
                  <a:pt x="57150" y="228600"/>
                </a:lnTo>
                <a:lnTo>
                  <a:pt x="57150" y="247650"/>
                </a:lnTo>
                <a:lnTo>
                  <a:pt x="47625" y="247650"/>
                </a:lnTo>
                <a:lnTo>
                  <a:pt x="47625" y="257175"/>
                </a:lnTo>
                <a:lnTo>
                  <a:pt x="38100" y="257175"/>
                </a:lnTo>
                <a:lnTo>
                  <a:pt x="38100" y="238125"/>
                </a:lnTo>
                <a:lnTo>
                  <a:pt x="47625" y="238125"/>
                </a:lnTo>
                <a:close/>
                <a:moveTo>
                  <a:pt x="171450" y="228600"/>
                </a:moveTo>
                <a:lnTo>
                  <a:pt x="180975" y="228600"/>
                </a:lnTo>
                <a:lnTo>
                  <a:pt x="180975" y="238125"/>
                </a:lnTo>
                <a:lnTo>
                  <a:pt x="190500" y="238125"/>
                </a:lnTo>
                <a:lnTo>
                  <a:pt x="190500" y="257175"/>
                </a:lnTo>
                <a:lnTo>
                  <a:pt x="180975" y="257175"/>
                </a:lnTo>
                <a:lnTo>
                  <a:pt x="180975" y="247650"/>
                </a:lnTo>
                <a:lnTo>
                  <a:pt x="171450" y="247650"/>
                </a:lnTo>
                <a:close/>
                <a:moveTo>
                  <a:pt x="1066800" y="228600"/>
                </a:moveTo>
                <a:lnTo>
                  <a:pt x="1076325" y="228600"/>
                </a:lnTo>
                <a:lnTo>
                  <a:pt x="1076325" y="238125"/>
                </a:lnTo>
                <a:lnTo>
                  <a:pt x="1066800" y="238125"/>
                </a:lnTo>
                <a:close/>
                <a:moveTo>
                  <a:pt x="57150" y="247650"/>
                </a:moveTo>
                <a:lnTo>
                  <a:pt x="66675" y="247650"/>
                </a:lnTo>
                <a:lnTo>
                  <a:pt x="66675" y="257175"/>
                </a:lnTo>
                <a:lnTo>
                  <a:pt x="57150" y="257175"/>
                </a:lnTo>
                <a:close/>
                <a:moveTo>
                  <a:pt x="1076325" y="247650"/>
                </a:moveTo>
                <a:lnTo>
                  <a:pt x="1085850" y="247650"/>
                </a:lnTo>
                <a:lnTo>
                  <a:pt x="1085850" y="266700"/>
                </a:lnTo>
                <a:lnTo>
                  <a:pt x="1066800" y="266700"/>
                </a:lnTo>
                <a:lnTo>
                  <a:pt x="1066800" y="257175"/>
                </a:lnTo>
                <a:lnTo>
                  <a:pt x="1076325" y="257175"/>
                </a:lnTo>
                <a:close/>
                <a:moveTo>
                  <a:pt x="1181100" y="247650"/>
                </a:moveTo>
                <a:lnTo>
                  <a:pt x="1190625" y="247650"/>
                </a:lnTo>
                <a:lnTo>
                  <a:pt x="1190625" y="257175"/>
                </a:lnTo>
                <a:lnTo>
                  <a:pt x="1200150" y="257175"/>
                </a:lnTo>
                <a:lnTo>
                  <a:pt x="1200150" y="266700"/>
                </a:lnTo>
                <a:lnTo>
                  <a:pt x="1190625" y="266700"/>
                </a:lnTo>
                <a:lnTo>
                  <a:pt x="1190625" y="285750"/>
                </a:lnTo>
                <a:lnTo>
                  <a:pt x="1181100" y="285750"/>
                </a:lnTo>
                <a:lnTo>
                  <a:pt x="1181100" y="295275"/>
                </a:lnTo>
                <a:lnTo>
                  <a:pt x="1209675" y="295275"/>
                </a:lnTo>
                <a:lnTo>
                  <a:pt x="1209675" y="323850"/>
                </a:lnTo>
                <a:lnTo>
                  <a:pt x="1200150" y="323850"/>
                </a:lnTo>
                <a:lnTo>
                  <a:pt x="1200150" y="333375"/>
                </a:lnTo>
                <a:lnTo>
                  <a:pt x="1190625" y="333375"/>
                </a:lnTo>
                <a:lnTo>
                  <a:pt x="1190625" y="314325"/>
                </a:lnTo>
                <a:lnTo>
                  <a:pt x="1181100" y="314325"/>
                </a:lnTo>
                <a:lnTo>
                  <a:pt x="1181100" y="304800"/>
                </a:lnTo>
                <a:lnTo>
                  <a:pt x="1171575" y="304800"/>
                </a:lnTo>
                <a:lnTo>
                  <a:pt x="1171575" y="285750"/>
                </a:lnTo>
                <a:lnTo>
                  <a:pt x="1162050" y="285750"/>
                </a:lnTo>
                <a:lnTo>
                  <a:pt x="1162050" y="257175"/>
                </a:lnTo>
                <a:lnTo>
                  <a:pt x="1171575" y="257175"/>
                </a:lnTo>
                <a:lnTo>
                  <a:pt x="1171575" y="266700"/>
                </a:lnTo>
                <a:lnTo>
                  <a:pt x="1181100" y="266700"/>
                </a:lnTo>
                <a:close/>
                <a:moveTo>
                  <a:pt x="171450" y="257175"/>
                </a:moveTo>
                <a:lnTo>
                  <a:pt x="180975" y="257175"/>
                </a:lnTo>
                <a:lnTo>
                  <a:pt x="180975" y="266700"/>
                </a:lnTo>
                <a:lnTo>
                  <a:pt x="171450" y="266700"/>
                </a:lnTo>
                <a:close/>
                <a:moveTo>
                  <a:pt x="1085850" y="266700"/>
                </a:moveTo>
                <a:lnTo>
                  <a:pt x="1095375" y="266700"/>
                </a:lnTo>
                <a:lnTo>
                  <a:pt x="1095375" y="285750"/>
                </a:lnTo>
                <a:lnTo>
                  <a:pt x="1085850" y="285750"/>
                </a:lnTo>
                <a:lnTo>
                  <a:pt x="1085850" y="295275"/>
                </a:lnTo>
                <a:lnTo>
                  <a:pt x="1076325" y="295275"/>
                </a:lnTo>
                <a:lnTo>
                  <a:pt x="1076325" y="304800"/>
                </a:lnTo>
                <a:lnTo>
                  <a:pt x="1066800" y="304800"/>
                </a:lnTo>
                <a:lnTo>
                  <a:pt x="1066800" y="314325"/>
                </a:lnTo>
                <a:lnTo>
                  <a:pt x="1057275" y="314325"/>
                </a:lnTo>
                <a:lnTo>
                  <a:pt x="1057275" y="285750"/>
                </a:lnTo>
                <a:lnTo>
                  <a:pt x="1066800" y="285750"/>
                </a:lnTo>
                <a:lnTo>
                  <a:pt x="1066800" y="276225"/>
                </a:lnTo>
                <a:lnTo>
                  <a:pt x="1085850" y="276225"/>
                </a:lnTo>
                <a:close/>
                <a:moveTo>
                  <a:pt x="19050" y="276225"/>
                </a:moveTo>
                <a:lnTo>
                  <a:pt x="38100" y="276225"/>
                </a:lnTo>
                <a:lnTo>
                  <a:pt x="38100" y="285750"/>
                </a:lnTo>
                <a:lnTo>
                  <a:pt x="19050" y="285750"/>
                </a:lnTo>
                <a:close/>
                <a:moveTo>
                  <a:pt x="47625" y="276225"/>
                </a:moveTo>
                <a:lnTo>
                  <a:pt x="95250" y="276225"/>
                </a:lnTo>
                <a:lnTo>
                  <a:pt x="95250" y="285750"/>
                </a:lnTo>
                <a:lnTo>
                  <a:pt x="76200" y="285750"/>
                </a:lnTo>
                <a:lnTo>
                  <a:pt x="76200" y="304800"/>
                </a:lnTo>
                <a:lnTo>
                  <a:pt x="38100" y="304800"/>
                </a:lnTo>
                <a:lnTo>
                  <a:pt x="38100" y="285750"/>
                </a:lnTo>
                <a:lnTo>
                  <a:pt x="47625" y="285750"/>
                </a:lnTo>
                <a:close/>
                <a:moveTo>
                  <a:pt x="133350" y="285750"/>
                </a:moveTo>
                <a:lnTo>
                  <a:pt x="142875" y="285750"/>
                </a:lnTo>
                <a:lnTo>
                  <a:pt x="142875" y="295275"/>
                </a:lnTo>
                <a:lnTo>
                  <a:pt x="133350" y="295275"/>
                </a:lnTo>
                <a:close/>
                <a:moveTo>
                  <a:pt x="47625" y="295275"/>
                </a:moveTo>
                <a:lnTo>
                  <a:pt x="57150" y="295275"/>
                </a:lnTo>
                <a:lnTo>
                  <a:pt x="57150" y="285750"/>
                </a:lnTo>
                <a:lnTo>
                  <a:pt x="47625" y="285750"/>
                </a:lnTo>
                <a:close/>
                <a:moveTo>
                  <a:pt x="123825" y="295275"/>
                </a:moveTo>
                <a:lnTo>
                  <a:pt x="133350" y="295275"/>
                </a:lnTo>
                <a:lnTo>
                  <a:pt x="133350" y="304800"/>
                </a:lnTo>
                <a:lnTo>
                  <a:pt x="142875" y="304800"/>
                </a:lnTo>
                <a:lnTo>
                  <a:pt x="142875" y="323850"/>
                </a:lnTo>
                <a:lnTo>
                  <a:pt x="133350" y="323850"/>
                </a:lnTo>
                <a:lnTo>
                  <a:pt x="133350" y="314325"/>
                </a:lnTo>
                <a:lnTo>
                  <a:pt x="123825" y="314325"/>
                </a:lnTo>
                <a:lnTo>
                  <a:pt x="123825" y="323850"/>
                </a:lnTo>
                <a:lnTo>
                  <a:pt x="114300" y="323850"/>
                </a:lnTo>
                <a:lnTo>
                  <a:pt x="114300" y="314325"/>
                </a:lnTo>
                <a:lnTo>
                  <a:pt x="104775" y="314325"/>
                </a:lnTo>
                <a:lnTo>
                  <a:pt x="104775" y="304800"/>
                </a:lnTo>
                <a:lnTo>
                  <a:pt x="123825" y="304800"/>
                </a:lnTo>
                <a:close/>
                <a:moveTo>
                  <a:pt x="0" y="304800"/>
                </a:moveTo>
                <a:lnTo>
                  <a:pt x="9525" y="304800"/>
                </a:lnTo>
                <a:lnTo>
                  <a:pt x="9525" y="314325"/>
                </a:lnTo>
                <a:lnTo>
                  <a:pt x="38100" y="314325"/>
                </a:lnTo>
                <a:lnTo>
                  <a:pt x="38100" y="323850"/>
                </a:lnTo>
                <a:lnTo>
                  <a:pt x="28575" y="323850"/>
                </a:lnTo>
                <a:lnTo>
                  <a:pt x="28575" y="333375"/>
                </a:lnTo>
                <a:lnTo>
                  <a:pt x="19050" y="333375"/>
                </a:lnTo>
                <a:lnTo>
                  <a:pt x="19050" y="361950"/>
                </a:lnTo>
                <a:lnTo>
                  <a:pt x="66675" y="361950"/>
                </a:lnTo>
                <a:lnTo>
                  <a:pt x="66675" y="371475"/>
                </a:lnTo>
                <a:lnTo>
                  <a:pt x="76200" y="371475"/>
                </a:lnTo>
                <a:lnTo>
                  <a:pt x="76200" y="381000"/>
                </a:lnTo>
                <a:lnTo>
                  <a:pt x="85725" y="381000"/>
                </a:lnTo>
                <a:lnTo>
                  <a:pt x="85725" y="409575"/>
                </a:lnTo>
                <a:lnTo>
                  <a:pt x="76200" y="409575"/>
                </a:lnTo>
                <a:lnTo>
                  <a:pt x="76200" y="390525"/>
                </a:lnTo>
                <a:lnTo>
                  <a:pt x="66675" y="390525"/>
                </a:lnTo>
                <a:lnTo>
                  <a:pt x="66675" y="381000"/>
                </a:lnTo>
                <a:lnTo>
                  <a:pt x="47625" y="381000"/>
                </a:lnTo>
                <a:lnTo>
                  <a:pt x="47625" y="371475"/>
                </a:lnTo>
                <a:lnTo>
                  <a:pt x="38100" y="371475"/>
                </a:lnTo>
                <a:lnTo>
                  <a:pt x="38100" y="381000"/>
                </a:lnTo>
                <a:lnTo>
                  <a:pt x="19050" y="381000"/>
                </a:lnTo>
                <a:lnTo>
                  <a:pt x="19050" y="390525"/>
                </a:lnTo>
                <a:lnTo>
                  <a:pt x="9525" y="390525"/>
                </a:lnTo>
                <a:lnTo>
                  <a:pt x="9525" y="371475"/>
                </a:lnTo>
                <a:lnTo>
                  <a:pt x="0" y="371475"/>
                </a:lnTo>
                <a:close/>
                <a:moveTo>
                  <a:pt x="57150" y="314325"/>
                </a:moveTo>
                <a:lnTo>
                  <a:pt x="66675" y="314325"/>
                </a:lnTo>
                <a:lnTo>
                  <a:pt x="66675" y="323850"/>
                </a:lnTo>
                <a:lnTo>
                  <a:pt x="57150" y="323850"/>
                </a:lnTo>
                <a:close/>
                <a:moveTo>
                  <a:pt x="95250" y="314325"/>
                </a:moveTo>
                <a:lnTo>
                  <a:pt x="104775" y="314325"/>
                </a:lnTo>
                <a:lnTo>
                  <a:pt x="104775" y="333375"/>
                </a:lnTo>
                <a:lnTo>
                  <a:pt x="95250" y="333375"/>
                </a:lnTo>
                <a:lnTo>
                  <a:pt x="95250" y="342900"/>
                </a:lnTo>
                <a:lnTo>
                  <a:pt x="85725" y="342900"/>
                </a:lnTo>
                <a:lnTo>
                  <a:pt x="85725" y="333375"/>
                </a:lnTo>
                <a:lnTo>
                  <a:pt x="76200" y="333375"/>
                </a:lnTo>
                <a:lnTo>
                  <a:pt x="76200" y="342900"/>
                </a:lnTo>
                <a:lnTo>
                  <a:pt x="66675" y="342900"/>
                </a:lnTo>
                <a:lnTo>
                  <a:pt x="66675" y="323850"/>
                </a:lnTo>
                <a:lnTo>
                  <a:pt x="95250" y="323850"/>
                </a:lnTo>
                <a:close/>
                <a:moveTo>
                  <a:pt x="171450" y="314325"/>
                </a:moveTo>
                <a:lnTo>
                  <a:pt x="180975" y="314325"/>
                </a:lnTo>
                <a:lnTo>
                  <a:pt x="180975" y="323850"/>
                </a:lnTo>
                <a:lnTo>
                  <a:pt x="200025" y="323850"/>
                </a:lnTo>
                <a:lnTo>
                  <a:pt x="200025" y="314325"/>
                </a:lnTo>
                <a:lnTo>
                  <a:pt x="209550" y="314325"/>
                </a:lnTo>
                <a:lnTo>
                  <a:pt x="209550" y="323850"/>
                </a:lnTo>
                <a:lnTo>
                  <a:pt x="219075" y="323850"/>
                </a:lnTo>
                <a:lnTo>
                  <a:pt x="219075" y="333375"/>
                </a:lnTo>
                <a:lnTo>
                  <a:pt x="209550" y="333375"/>
                </a:lnTo>
                <a:lnTo>
                  <a:pt x="209550" y="342900"/>
                </a:lnTo>
                <a:lnTo>
                  <a:pt x="171450" y="342900"/>
                </a:lnTo>
                <a:lnTo>
                  <a:pt x="171450" y="333375"/>
                </a:lnTo>
                <a:lnTo>
                  <a:pt x="161925" y="333375"/>
                </a:lnTo>
                <a:lnTo>
                  <a:pt x="161925" y="323850"/>
                </a:lnTo>
                <a:lnTo>
                  <a:pt x="171450" y="323850"/>
                </a:lnTo>
                <a:close/>
                <a:moveTo>
                  <a:pt x="1114425" y="314325"/>
                </a:moveTo>
                <a:lnTo>
                  <a:pt x="1133475" y="314325"/>
                </a:lnTo>
                <a:lnTo>
                  <a:pt x="1133475" y="323850"/>
                </a:lnTo>
                <a:lnTo>
                  <a:pt x="1143000" y="323850"/>
                </a:lnTo>
                <a:lnTo>
                  <a:pt x="1143000" y="333375"/>
                </a:lnTo>
                <a:lnTo>
                  <a:pt x="1114425" y="333375"/>
                </a:lnTo>
                <a:close/>
                <a:moveTo>
                  <a:pt x="152400" y="333375"/>
                </a:moveTo>
                <a:lnTo>
                  <a:pt x="161925" y="333375"/>
                </a:lnTo>
                <a:lnTo>
                  <a:pt x="161925" y="342900"/>
                </a:lnTo>
                <a:lnTo>
                  <a:pt x="171450" y="342900"/>
                </a:lnTo>
                <a:lnTo>
                  <a:pt x="171450" y="352425"/>
                </a:lnTo>
                <a:lnTo>
                  <a:pt x="152400" y="352425"/>
                </a:lnTo>
                <a:close/>
                <a:moveTo>
                  <a:pt x="1143000" y="333375"/>
                </a:moveTo>
                <a:lnTo>
                  <a:pt x="1152525" y="333375"/>
                </a:lnTo>
                <a:lnTo>
                  <a:pt x="1152525" y="342900"/>
                </a:lnTo>
                <a:lnTo>
                  <a:pt x="1143000" y="342900"/>
                </a:lnTo>
                <a:close/>
                <a:moveTo>
                  <a:pt x="1152525" y="342900"/>
                </a:moveTo>
                <a:lnTo>
                  <a:pt x="1190625" y="342900"/>
                </a:lnTo>
                <a:lnTo>
                  <a:pt x="1190625" y="352425"/>
                </a:lnTo>
                <a:lnTo>
                  <a:pt x="1181100" y="352425"/>
                </a:lnTo>
                <a:lnTo>
                  <a:pt x="1181100" y="381000"/>
                </a:lnTo>
                <a:lnTo>
                  <a:pt x="1190625" y="381000"/>
                </a:lnTo>
                <a:lnTo>
                  <a:pt x="1190625" y="400050"/>
                </a:lnTo>
                <a:lnTo>
                  <a:pt x="1181100" y="400050"/>
                </a:lnTo>
                <a:lnTo>
                  <a:pt x="1181100" y="390525"/>
                </a:lnTo>
                <a:lnTo>
                  <a:pt x="1162050" y="390525"/>
                </a:lnTo>
                <a:lnTo>
                  <a:pt x="1162050" y="381000"/>
                </a:lnTo>
                <a:lnTo>
                  <a:pt x="1152525" y="381000"/>
                </a:lnTo>
                <a:lnTo>
                  <a:pt x="1152525" y="371475"/>
                </a:lnTo>
                <a:lnTo>
                  <a:pt x="1143000" y="371475"/>
                </a:lnTo>
                <a:lnTo>
                  <a:pt x="1143000" y="409575"/>
                </a:lnTo>
                <a:lnTo>
                  <a:pt x="1123950" y="409575"/>
                </a:lnTo>
                <a:lnTo>
                  <a:pt x="1123950" y="381000"/>
                </a:lnTo>
                <a:lnTo>
                  <a:pt x="1133475" y="381000"/>
                </a:lnTo>
                <a:lnTo>
                  <a:pt x="1133475" y="371475"/>
                </a:lnTo>
                <a:lnTo>
                  <a:pt x="1123950" y="371475"/>
                </a:lnTo>
                <a:lnTo>
                  <a:pt x="1123950" y="361950"/>
                </a:lnTo>
                <a:lnTo>
                  <a:pt x="1162050" y="361950"/>
                </a:lnTo>
                <a:lnTo>
                  <a:pt x="1162050" y="352425"/>
                </a:lnTo>
                <a:lnTo>
                  <a:pt x="1152525" y="352425"/>
                </a:lnTo>
                <a:close/>
                <a:moveTo>
                  <a:pt x="838200" y="352425"/>
                </a:moveTo>
                <a:lnTo>
                  <a:pt x="857250" y="352425"/>
                </a:lnTo>
                <a:lnTo>
                  <a:pt x="857250" y="361950"/>
                </a:lnTo>
                <a:lnTo>
                  <a:pt x="838200" y="361950"/>
                </a:lnTo>
                <a:close/>
                <a:moveTo>
                  <a:pt x="942975" y="371475"/>
                </a:moveTo>
                <a:lnTo>
                  <a:pt x="952500" y="371475"/>
                </a:lnTo>
                <a:lnTo>
                  <a:pt x="952500" y="381000"/>
                </a:lnTo>
                <a:lnTo>
                  <a:pt x="942975" y="381000"/>
                </a:lnTo>
                <a:close/>
                <a:moveTo>
                  <a:pt x="847725" y="381000"/>
                </a:moveTo>
                <a:lnTo>
                  <a:pt x="857250" y="381000"/>
                </a:lnTo>
                <a:lnTo>
                  <a:pt x="857250" y="400050"/>
                </a:lnTo>
                <a:lnTo>
                  <a:pt x="847725" y="400050"/>
                </a:lnTo>
                <a:close/>
                <a:moveTo>
                  <a:pt x="952500" y="381000"/>
                </a:moveTo>
                <a:lnTo>
                  <a:pt x="962025" y="381000"/>
                </a:lnTo>
                <a:lnTo>
                  <a:pt x="962025" y="390525"/>
                </a:lnTo>
                <a:lnTo>
                  <a:pt x="952500" y="390525"/>
                </a:lnTo>
                <a:close/>
                <a:moveTo>
                  <a:pt x="638175" y="390525"/>
                </a:moveTo>
                <a:lnTo>
                  <a:pt x="647700" y="390525"/>
                </a:lnTo>
                <a:lnTo>
                  <a:pt x="647700" y="409575"/>
                </a:lnTo>
                <a:lnTo>
                  <a:pt x="638175" y="409575"/>
                </a:lnTo>
                <a:close/>
                <a:moveTo>
                  <a:pt x="962025" y="390525"/>
                </a:moveTo>
                <a:lnTo>
                  <a:pt x="981075" y="390525"/>
                </a:lnTo>
                <a:lnTo>
                  <a:pt x="981075" y="400050"/>
                </a:lnTo>
                <a:lnTo>
                  <a:pt x="962025" y="400050"/>
                </a:lnTo>
                <a:close/>
                <a:moveTo>
                  <a:pt x="0" y="400050"/>
                </a:moveTo>
                <a:lnTo>
                  <a:pt x="9525" y="400050"/>
                </a:lnTo>
                <a:lnTo>
                  <a:pt x="9525" y="409575"/>
                </a:lnTo>
                <a:lnTo>
                  <a:pt x="0" y="409575"/>
                </a:lnTo>
                <a:close/>
                <a:moveTo>
                  <a:pt x="1000125" y="409575"/>
                </a:moveTo>
                <a:lnTo>
                  <a:pt x="1009650" y="409575"/>
                </a:lnTo>
                <a:lnTo>
                  <a:pt x="1009650" y="419100"/>
                </a:lnTo>
                <a:lnTo>
                  <a:pt x="1000125" y="419100"/>
                </a:lnTo>
                <a:close/>
                <a:moveTo>
                  <a:pt x="1114425" y="409575"/>
                </a:moveTo>
                <a:lnTo>
                  <a:pt x="1123950" y="409575"/>
                </a:lnTo>
                <a:lnTo>
                  <a:pt x="1123950" y="419100"/>
                </a:lnTo>
                <a:lnTo>
                  <a:pt x="1114425" y="419100"/>
                </a:lnTo>
                <a:close/>
                <a:moveTo>
                  <a:pt x="1095375" y="419100"/>
                </a:moveTo>
                <a:lnTo>
                  <a:pt x="1114425" y="419100"/>
                </a:lnTo>
                <a:lnTo>
                  <a:pt x="1114425" y="428625"/>
                </a:lnTo>
                <a:lnTo>
                  <a:pt x="1104900" y="428625"/>
                </a:lnTo>
                <a:lnTo>
                  <a:pt x="1104900" y="438150"/>
                </a:lnTo>
                <a:lnTo>
                  <a:pt x="1095375" y="438150"/>
                </a:lnTo>
                <a:close/>
                <a:moveTo>
                  <a:pt x="1143000" y="419100"/>
                </a:moveTo>
                <a:lnTo>
                  <a:pt x="1152525" y="419100"/>
                </a:lnTo>
                <a:lnTo>
                  <a:pt x="1152525" y="428625"/>
                </a:lnTo>
                <a:lnTo>
                  <a:pt x="1143000" y="428625"/>
                </a:lnTo>
                <a:close/>
                <a:moveTo>
                  <a:pt x="47625" y="428625"/>
                </a:moveTo>
                <a:lnTo>
                  <a:pt x="66675" y="428625"/>
                </a:lnTo>
                <a:lnTo>
                  <a:pt x="66675" y="438150"/>
                </a:lnTo>
                <a:lnTo>
                  <a:pt x="57150" y="438150"/>
                </a:lnTo>
                <a:lnTo>
                  <a:pt x="57150" y="447675"/>
                </a:lnTo>
                <a:lnTo>
                  <a:pt x="47625" y="447675"/>
                </a:lnTo>
                <a:close/>
                <a:moveTo>
                  <a:pt x="1047750" y="428625"/>
                </a:moveTo>
                <a:lnTo>
                  <a:pt x="1076325" y="428625"/>
                </a:lnTo>
                <a:lnTo>
                  <a:pt x="1076325" y="438150"/>
                </a:lnTo>
                <a:lnTo>
                  <a:pt x="1047750" y="438150"/>
                </a:lnTo>
                <a:close/>
                <a:moveTo>
                  <a:pt x="1104900" y="438150"/>
                </a:moveTo>
                <a:lnTo>
                  <a:pt x="1114425" y="438150"/>
                </a:lnTo>
                <a:lnTo>
                  <a:pt x="1114425" y="447675"/>
                </a:lnTo>
                <a:lnTo>
                  <a:pt x="1133475" y="447675"/>
                </a:lnTo>
                <a:lnTo>
                  <a:pt x="1133475" y="457200"/>
                </a:lnTo>
                <a:lnTo>
                  <a:pt x="1114425" y="457200"/>
                </a:lnTo>
                <a:lnTo>
                  <a:pt x="1114425" y="466725"/>
                </a:lnTo>
                <a:lnTo>
                  <a:pt x="1104900" y="466725"/>
                </a:lnTo>
                <a:close/>
                <a:moveTo>
                  <a:pt x="1066800" y="447675"/>
                </a:moveTo>
                <a:lnTo>
                  <a:pt x="1076325" y="447675"/>
                </a:lnTo>
                <a:lnTo>
                  <a:pt x="1076325" y="457200"/>
                </a:lnTo>
                <a:lnTo>
                  <a:pt x="1066800" y="457200"/>
                </a:lnTo>
                <a:close/>
                <a:moveTo>
                  <a:pt x="1181100" y="447675"/>
                </a:moveTo>
                <a:lnTo>
                  <a:pt x="1200150" y="447675"/>
                </a:lnTo>
                <a:lnTo>
                  <a:pt x="1200150" y="457200"/>
                </a:lnTo>
                <a:lnTo>
                  <a:pt x="1181100" y="457200"/>
                </a:lnTo>
                <a:close/>
                <a:moveTo>
                  <a:pt x="1133475" y="457200"/>
                </a:moveTo>
                <a:lnTo>
                  <a:pt x="1143000" y="457200"/>
                </a:lnTo>
                <a:lnTo>
                  <a:pt x="1143000" y="466725"/>
                </a:lnTo>
                <a:lnTo>
                  <a:pt x="1133475" y="466725"/>
                </a:lnTo>
                <a:close/>
                <a:moveTo>
                  <a:pt x="1066800" y="476250"/>
                </a:moveTo>
                <a:lnTo>
                  <a:pt x="1076325" y="476250"/>
                </a:lnTo>
                <a:lnTo>
                  <a:pt x="1076325" y="504825"/>
                </a:lnTo>
                <a:lnTo>
                  <a:pt x="1066800" y="504825"/>
                </a:lnTo>
                <a:close/>
                <a:moveTo>
                  <a:pt x="1104900" y="476250"/>
                </a:moveTo>
                <a:lnTo>
                  <a:pt x="1114425" y="476250"/>
                </a:lnTo>
                <a:lnTo>
                  <a:pt x="1114425" y="514350"/>
                </a:lnTo>
                <a:lnTo>
                  <a:pt x="1104900" y="514350"/>
                </a:lnTo>
                <a:close/>
                <a:moveTo>
                  <a:pt x="1123950" y="476250"/>
                </a:moveTo>
                <a:lnTo>
                  <a:pt x="1143000" y="476250"/>
                </a:lnTo>
                <a:lnTo>
                  <a:pt x="1143000" y="485775"/>
                </a:lnTo>
                <a:lnTo>
                  <a:pt x="1123950" y="485775"/>
                </a:lnTo>
                <a:close/>
                <a:moveTo>
                  <a:pt x="1152525" y="504825"/>
                </a:moveTo>
                <a:lnTo>
                  <a:pt x="1162050" y="504825"/>
                </a:lnTo>
                <a:lnTo>
                  <a:pt x="1162050" y="514350"/>
                </a:lnTo>
                <a:lnTo>
                  <a:pt x="1152525" y="514350"/>
                </a:lnTo>
                <a:close/>
                <a:moveTo>
                  <a:pt x="1162050" y="514350"/>
                </a:moveTo>
                <a:lnTo>
                  <a:pt x="1181100" y="514350"/>
                </a:lnTo>
                <a:lnTo>
                  <a:pt x="1181100" y="523875"/>
                </a:lnTo>
                <a:lnTo>
                  <a:pt x="1190625" y="523875"/>
                </a:lnTo>
                <a:lnTo>
                  <a:pt x="1190625" y="533400"/>
                </a:lnTo>
                <a:lnTo>
                  <a:pt x="1162050" y="533400"/>
                </a:lnTo>
                <a:close/>
                <a:moveTo>
                  <a:pt x="76200" y="523875"/>
                </a:moveTo>
                <a:lnTo>
                  <a:pt x="85725" y="523875"/>
                </a:lnTo>
                <a:lnTo>
                  <a:pt x="85725" y="533400"/>
                </a:lnTo>
                <a:lnTo>
                  <a:pt x="76200" y="533400"/>
                </a:lnTo>
                <a:close/>
                <a:moveTo>
                  <a:pt x="95250" y="523875"/>
                </a:moveTo>
                <a:lnTo>
                  <a:pt x="104775" y="523875"/>
                </a:lnTo>
                <a:lnTo>
                  <a:pt x="104775" y="533400"/>
                </a:lnTo>
                <a:lnTo>
                  <a:pt x="95250" y="533400"/>
                </a:lnTo>
                <a:close/>
                <a:moveTo>
                  <a:pt x="114300" y="523875"/>
                </a:moveTo>
                <a:lnTo>
                  <a:pt x="123825" y="523875"/>
                </a:lnTo>
                <a:lnTo>
                  <a:pt x="123825" y="533400"/>
                </a:lnTo>
                <a:lnTo>
                  <a:pt x="114300" y="533400"/>
                </a:lnTo>
                <a:close/>
                <a:moveTo>
                  <a:pt x="1123950" y="523875"/>
                </a:moveTo>
                <a:lnTo>
                  <a:pt x="1143000" y="523875"/>
                </a:lnTo>
                <a:lnTo>
                  <a:pt x="1143000" y="533400"/>
                </a:lnTo>
                <a:lnTo>
                  <a:pt x="1123950" y="533400"/>
                </a:lnTo>
                <a:close/>
                <a:moveTo>
                  <a:pt x="1057275" y="533400"/>
                </a:moveTo>
                <a:lnTo>
                  <a:pt x="1066800" y="533400"/>
                </a:lnTo>
                <a:lnTo>
                  <a:pt x="1066800" y="552450"/>
                </a:lnTo>
                <a:lnTo>
                  <a:pt x="1057275" y="552450"/>
                </a:lnTo>
                <a:close/>
                <a:moveTo>
                  <a:pt x="133350" y="542925"/>
                </a:moveTo>
                <a:lnTo>
                  <a:pt x="142875" y="542925"/>
                </a:lnTo>
                <a:lnTo>
                  <a:pt x="142875" y="561975"/>
                </a:lnTo>
                <a:lnTo>
                  <a:pt x="152400" y="561975"/>
                </a:lnTo>
                <a:lnTo>
                  <a:pt x="152400" y="571500"/>
                </a:lnTo>
                <a:lnTo>
                  <a:pt x="142875" y="571500"/>
                </a:lnTo>
                <a:lnTo>
                  <a:pt x="142875" y="581025"/>
                </a:lnTo>
                <a:lnTo>
                  <a:pt x="133350" y="581025"/>
                </a:lnTo>
                <a:lnTo>
                  <a:pt x="133350" y="571500"/>
                </a:lnTo>
                <a:lnTo>
                  <a:pt x="123825" y="571500"/>
                </a:lnTo>
                <a:lnTo>
                  <a:pt x="123825" y="581025"/>
                </a:lnTo>
                <a:lnTo>
                  <a:pt x="114300" y="581025"/>
                </a:lnTo>
                <a:lnTo>
                  <a:pt x="114300" y="561975"/>
                </a:lnTo>
                <a:lnTo>
                  <a:pt x="123825" y="561975"/>
                </a:lnTo>
                <a:lnTo>
                  <a:pt x="123825" y="552450"/>
                </a:lnTo>
                <a:lnTo>
                  <a:pt x="133350" y="552450"/>
                </a:lnTo>
                <a:close/>
                <a:moveTo>
                  <a:pt x="619125" y="552450"/>
                </a:moveTo>
                <a:lnTo>
                  <a:pt x="628650" y="552450"/>
                </a:lnTo>
                <a:lnTo>
                  <a:pt x="628650" y="561975"/>
                </a:lnTo>
                <a:lnTo>
                  <a:pt x="619125" y="561975"/>
                </a:lnTo>
                <a:close/>
                <a:moveTo>
                  <a:pt x="1143000" y="552450"/>
                </a:moveTo>
                <a:lnTo>
                  <a:pt x="1152525" y="552450"/>
                </a:lnTo>
                <a:lnTo>
                  <a:pt x="1152525" y="561975"/>
                </a:lnTo>
                <a:lnTo>
                  <a:pt x="1162050" y="561975"/>
                </a:lnTo>
                <a:lnTo>
                  <a:pt x="1162050" y="581025"/>
                </a:lnTo>
                <a:lnTo>
                  <a:pt x="1152525" y="581025"/>
                </a:lnTo>
                <a:lnTo>
                  <a:pt x="1152525" y="571500"/>
                </a:lnTo>
                <a:lnTo>
                  <a:pt x="1143000" y="571500"/>
                </a:lnTo>
                <a:close/>
                <a:moveTo>
                  <a:pt x="95250" y="561975"/>
                </a:moveTo>
                <a:lnTo>
                  <a:pt x="104775" y="561975"/>
                </a:lnTo>
                <a:lnTo>
                  <a:pt x="104775" y="571500"/>
                </a:lnTo>
                <a:lnTo>
                  <a:pt x="95250" y="571500"/>
                </a:lnTo>
                <a:close/>
                <a:moveTo>
                  <a:pt x="552450" y="561975"/>
                </a:moveTo>
                <a:lnTo>
                  <a:pt x="571500" y="561975"/>
                </a:lnTo>
                <a:lnTo>
                  <a:pt x="571500" y="571500"/>
                </a:lnTo>
                <a:lnTo>
                  <a:pt x="552450" y="571500"/>
                </a:lnTo>
                <a:close/>
                <a:moveTo>
                  <a:pt x="1076325" y="561975"/>
                </a:moveTo>
                <a:lnTo>
                  <a:pt x="1085850" y="561975"/>
                </a:lnTo>
                <a:lnTo>
                  <a:pt x="1085850" y="571500"/>
                </a:lnTo>
                <a:lnTo>
                  <a:pt x="1076325" y="571500"/>
                </a:lnTo>
                <a:close/>
                <a:moveTo>
                  <a:pt x="9525" y="571500"/>
                </a:moveTo>
                <a:lnTo>
                  <a:pt x="19050" y="571500"/>
                </a:lnTo>
                <a:lnTo>
                  <a:pt x="19050" y="581025"/>
                </a:lnTo>
                <a:lnTo>
                  <a:pt x="28575" y="581025"/>
                </a:lnTo>
                <a:lnTo>
                  <a:pt x="28575" y="590550"/>
                </a:lnTo>
                <a:lnTo>
                  <a:pt x="0" y="590550"/>
                </a:lnTo>
                <a:lnTo>
                  <a:pt x="0" y="581025"/>
                </a:lnTo>
                <a:lnTo>
                  <a:pt x="9525" y="581025"/>
                </a:lnTo>
                <a:close/>
                <a:moveTo>
                  <a:pt x="619125" y="571500"/>
                </a:moveTo>
                <a:lnTo>
                  <a:pt x="628650" y="571500"/>
                </a:lnTo>
                <a:lnTo>
                  <a:pt x="628650" y="581025"/>
                </a:lnTo>
                <a:lnTo>
                  <a:pt x="619125" y="581025"/>
                </a:lnTo>
                <a:close/>
                <a:moveTo>
                  <a:pt x="1171575" y="571500"/>
                </a:moveTo>
                <a:lnTo>
                  <a:pt x="1181100" y="571500"/>
                </a:lnTo>
                <a:lnTo>
                  <a:pt x="1181100" y="581025"/>
                </a:lnTo>
                <a:lnTo>
                  <a:pt x="1190625" y="581025"/>
                </a:lnTo>
                <a:lnTo>
                  <a:pt x="1190625" y="590550"/>
                </a:lnTo>
                <a:lnTo>
                  <a:pt x="1181100" y="590550"/>
                </a:lnTo>
                <a:lnTo>
                  <a:pt x="1181100" y="600075"/>
                </a:lnTo>
                <a:lnTo>
                  <a:pt x="1162050" y="600075"/>
                </a:lnTo>
                <a:lnTo>
                  <a:pt x="1162050" y="590550"/>
                </a:lnTo>
                <a:lnTo>
                  <a:pt x="1171575" y="590550"/>
                </a:lnTo>
                <a:close/>
                <a:moveTo>
                  <a:pt x="123825" y="581025"/>
                </a:moveTo>
                <a:lnTo>
                  <a:pt x="133350" y="581025"/>
                </a:lnTo>
                <a:lnTo>
                  <a:pt x="133350" y="609600"/>
                </a:lnTo>
                <a:lnTo>
                  <a:pt x="104775" y="609600"/>
                </a:lnTo>
                <a:lnTo>
                  <a:pt x="104775" y="600075"/>
                </a:lnTo>
                <a:lnTo>
                  <a:pt x="114300" y="600075"/>
                </a:lnTo>
                <a:lnTo>
                  <a:pt x="114300" y="590550"/>
                </a:lnTo>
                <a:lnTo>
                  <a:pt x="123825" y="590550"/>
                </a:lnTo>
                <a:close/>
                <a:moveTo>
                  <a:pt x="609600" y="581025"/>
                </a:moveTo>
                <a:lnTo>
                  <a:pt x="619125" y="581025"/>
                </a:lnTo>
                <a:lnTo>
                  <a:pt x="619125" y="590550"/>
                </a:lnTo>
                <a:lnTo>
                  <a:pt x="609600" y="590550"/>
                </a:lnTo>
                <a:close/>
                <a:moveTo>
                  <a:pt x="1047750" y="590550"/>
                </a:moveTo>
                <a:lnTo>
                  <a:pt x="1057275" y="590550"/>
                </a:lnTo>
                <a:lnTo>
                  <a:pt x="1057275" y="600075"/>
                </a:lnTo>
                <a:lnTo>
                  <a:pt x="1047750" y="600075"/>
                </a:lnTo>
                <a:close/>
                <a:moveTo>
                  <a:pt x="57150" y="600075"/>
                </a:moveTo>
                <a:lnTo>
                  <a:pt x="85725" y="600075"/>
                </a:lnTo>
                <a:lnTo>
                  <a:pt x="85725" y="609600"/>
                </a:lnTo>
                <a:lnTo>
                  <a:pt x="104775" y="609600"/>
                </a:lnTo>
                <a:lnTo>
                  <a:pt x="104775" y="619125"/>
                </a:lnTo>
                <a:lnTo>
                  <a:pt x="85725" y="619125"/>
                </a:lnTo>
                <a:lnTo>
                  <a:pt x="85725" y="628650"/>
                </a:lnTo>
                <a:lnTo>
                  <a:pt x="104775" y="628650"/>
                </a:lnTo>
                <a:lnTo>
                  <a:pt x="104775" y="638175"/>
                </a:lnTo>
                <a:lnTo>
                  <a:pt x="114300" y="638175"/>
                </a:lnTo>
                <a:lnTo>
                  <a:pt x="114300" y="628650"/>
                </a:lnTo>
                <a:lnTo>
                  <a:pt x="123825" y="628650"/>
                </a:lnTo>
                <a:lnTo>
                  <a:pt x="123825" y="638175"/>
                </a:lnTo>
                <a:lnTo>
                  <a:pt x="114300" y="638175"/>
                </a:lnTo>
                <a:lnTo>
                  <a:pt x="114300" y="666750"/>
                </a:lnTo>
                <a:lnTo>
                  <a:pt x="95250" y="666750"/>
                </a:lnTo>
                <a:lnTo>
                  <a:pt x="95250" y="657225"/>
                </a:lnTo>
                <a:lnTo>
                  <a:pt x="76200" y="657225"/>
                </a:lnTo>
                <a:lnTo>
                  <a:pt x="76200" y="647700"/>
                </a:lnTo>
                <a:lnTo>
                  <a:pt x="66675" y="647700"/>
                </a:lnTo>
                <a:lnTo>
                  <a:pt x="66675" y="628650"/>
                </a:lnTo>
                <a:lnTo>
                  <a:pt x="57150" y="628650"/>
                </a:lnTo>
                <a:close/>
                <a:moveTo>
                  <a:pt x="638175" y="600075"/>
                </a:moveTo>
                <a:lnTo>
                  <a:pt x="657225" y="600075"/>
                </a:lnTo>
                <a:lnTo>
                  <a:pt x="657225" y="619125"/>
                </a:lnTo>
                <a:lnTo>
                  <a:pt x="676275" y="619125"/>
                </a:lnTo>
                <a:lnTo>
                  <a:pt x="676275" y="628650"/>
                </a:lnTo>
                <a:lnTo>
                  <a:pt x="657225" y="628650"/>
                </a:lnTo>
                <a:lnTo>
                  <a:pt x="657225" y="638175"/>
                </a:lnTo>
                <a:lnTo>
                  <a:pt x="647700" y="638175"/>
                </a:lnTo>
                <a:lnTo>
                  <a:pt x="647700" y="619125"/>
                </a:lnTo>
                <a:lnTo>
                  <a:pt x="638175" y="619125"/>
                </a:lnTo>
                <a:close/>
                <a:moveTo>
                  <a:pt x="1057275" y="600075"/>
                </a:moveTo>
                <a:lnTo>
                  <a:pt x="1066800" y="600075"/>
                </a:lnTo>
                <a:lnTo>
                  <a:pt x="1066800" y="619125"/>
                </a:lnTo>
                <a:lnTo>
                  <a:pt x="1057275" y="619125"/>
                </a:lnTo>
                <a:close/>
                <a:moveTo>
                  <a:pt x="1181100" y="600075"/>
                </a:moveTo>
                <a:lnTo>
                  <a:pt x="1190625" y="600075"/>
                </a:lnTo>
                <a:lnTo>
                  <a:pt x="1190625" y="619125"/>
                </a:lnTo>
                <a:lnTo>
                  <a:pt x="1181100" y="619125"/>
                </a:lnTo>
                <a:lnTo>
                  <a:pt x="1181100" y="638175"/>
                </a:lnTo>
                <a:lnTo>
                  <a:pt x="1190625" y="638175"/>
                </a:lnTo>
                <a:lnTo>
                  <a:pt x="1190625" y="647700"/>
                </a:lnTo>
                <a:lnTo>
                  <a:pt x="1171575" y="647700"/>
                </a:lnTo>
                <a:lnTo>
                  <a:pt x="1171575" y="657225"/>
                </a:lnTo>
                <a:lnTo>
                  <a:pt x="1181100" y="657225"/>
                </a:lnTo>
                <a:lnTo>
                  <a:pt x="1181100" y="666750"/>
                </a:lnTo>
                <a:lnTo>
                  <a:pt x="1190625" y="666750"/>
                </a:lnTo>
                <a:lnTo>
                  <a:pt x="1190625" y="685800"/>
                </a:lnTo>
                <a:lnTo>
                  <a:pt x="1181100" y="685800"/>
                </a:lnTo>
                <a:lnTo>
                  <a:pt x="1181100" y="695325"/>
                </a:lnTo>
                <a:lnTo>
                  <a:pt x="1171575" y="695325"/>
                </a:lnTo>
                <a:lnTo>
                  <a:pt x="1171575" y="685800"/>
                </a:lnTo>
                <a:lnTo>
                  <a:pt x="1152525" y="685800"/>
                </a:lnTo>
                <a:lnTo>
                  <a:pt x="1152525" y="723900"/>
                </a:lnTo>
                <a:lnTo>
                  <a:pt x="1143000" y="723900"/>
                </a:lnTo>
                <a:lnTo>
                  <a:pt x="1143000" y="733425"/>
                </a:lnTo>
                <a:lnTo>
                  <a:pt x="1133475" y="733425"/>
                </a:lnTo>
                <a:lnTo>
                  <a:pt x="1133475" y="723900"/>
                </a:lnTo>
                <a:lnTo>
                  <a:pt x="1114425" y="723900"/>
                </a:lnTo>
                <a:lnTo>
                  <a:pt x="1114425" y="714375"/>
                </a:lnTo>
                <a:lnTo>
                  <a:pt x="1104900" y="714375"/>
                </a:lnTo>
                <a:lnTo>
                  <a:pt x="1104900" y="704850"/>
                </a:lnTo>
                <a:lnTo>
                  <a:pt x="1114425" y="704850"/>
                </a:lnTo>
                <a:lnTo>
                  <a:pt x="1114425" y="676275"/>
                </a:lnTo>
                <a:lnTo>
                  <a:pt x="1095375" y="676275"/>
                </a:lnTo>
                <a:lnTo>
                  <a:pt x="1095375" y="685800"/>
                </a:lnTo>
                <a:lnTo>
                  <a:pt x="1085850" y="685800"/>
                </a:lnTo>
                <a:lnTo>
                  <a:pt x="1085850" y="657225"/>
                </a:lnTo>
                <a:lnTo>
                  <a:pt x="1066800" y="657225"/>
                </a:lnTo>
                <a:lnTo>
                  <a:pt x="1066800" y="685800"/>
                </a:lnTo>
                <a:lnTo>
                  <a:pt x="1057275" y="685800"/>
                </a:lnTo>
                <a:lnTo>
                  <a:pt x="1057275" y="647700"/>
                </a:lnTo>
                <a:lnTo>
                  <a:pt x="1066800" y="647700"/>
                </a:lnTo>
                <a:lnTo>
                  <a:pt x="1066800" y="638175"/>
                </a:lnTo>
                <a:lnTo>
                  <a:pt x="1076325" y="638175"/>
                </a:lnTo>
                <a:lnTo>
                  <a:pt x="1076325" y="647700"/>
                </a:lnTo>
                <a:lnTo>
                  <a:pt x="1085850" y="647700"/>
                </a:lnTo>
                <a:lnTo>
                  <a:pt x="1085850" y="628650"/>
                </a:lnTo>
                <a:lnTo>
                  <a:pt x="1095375" y="628650"/>
                </a:lnTo>
                <a:lnTo>
                  <a:pt x="1095375" y="609600"/>
                </a:lnTo>
                <a:lnTo>
                  <a:pt x="1114425" y="609600"/>
                </a:lnTo>
                <a:lnTo>
                  <a:pt x="1114425" y="628650"/>
                </a:lnTo>
                <a:lnTo>
                  <a:pt x="1095375" y="628650"/>
                </a:lnTo>
                <a:lnTo>
                  <a:pt x="1095375" y="647700"/>
                </a:lnTo>
                <a:lnTo>
                  <a:pt x="1104900" y="647700"/>
                </a:lnTo>
                <a:lnTo>
                  <a:pt x="1104900" y="638175"/>
                </a:lnTo>
                <a:lnTo>
                  <a:pt x="1114425" y="638175"/>
                </a:lnTo>
                <a:lnTo>
                  <a:pt x="1114425" y="647700"/>
                </a:lnTo>
                <a:lnTo>
                  <a:pt x="1104900" y="647700"/>
                </a:lnTo>
                <a:lnTo>
                  <a:pt x="1104900" y="657225"/>
                </a:lnTo>
                <a:lnTo>
                  <a:pt x="1114425" y="657225"/>
                </a:lnTo>
                <a:lnTo>
                  <a:pt x="1114425" y="666750"/>
                </a:lnTo>
                <a:lnTo>
                  <a:pt x="1123950" y="666750"/>
                </a:lnTo>
                <a:lnTo>
                  <a:pt x="1123950" y="638175"/>
                </a:lnTo>
                <a:lnTo>
                  <a:pt x="1133475" y="638175"/>
                </a:lnTo>
                <a:lnTo>
                  <a:pt x="1133475" y="628650"/>
                </a:lnTo>
                <a:lnTo>
                  <a:pt x="1143000" y="628650"/>
                </a:lnTo>
                <a:lnTo>
                  <a:pt x="1143000" y="619125"/>
                </a:lnTo>
                <a:lnTo>
                  <a:pt x="1162050" y="619125"/>
                </a:lnTo>
                <a:lnTo>
                  <a:pt x="1162050" y="628650"/>
                </a:lnTo>
                <a:lnTo>
                  <a:pt x="1171575" y="628650"/>
                </a:lnTo>
                <a:lnTo>
                  <a:pt x="1171575" y="609600"/>
                </a:lnTo>
                <a:lnTo>
                  <a:pt x="1181100" y="609600"/>
                </a:lnTo>
                <a:close/>
                <a:moveTo>
                  <a:pt x="0" y="609600"/>
                </a:moveTo>
                <a:lnTo>
                  <a:pt x="9525" y="609600"/>
                </a:lnTo>
                <a:lnTo>
                  <a:pt x="9525" y="619125"/>
                </a:lnTo>
                <a:lnTo>
                  <a:pt x="0" y="619125"/>
                </a:lnTo>
                <a:close/>
                <a:moveTo>
                  <a:pt x="1200150" y="628650"/>
                </a:moveTo>
                <a:lnTo>
                  <a:pt x="1209675" y="628650"/>
                </a:lnTo>
                <a:lnTo>
                  <a:pt x="1209675" y="638175"/>
                </a:lnTo>
                <a:lnTo>
                  <a:pt x="1200150" y="638175"/>
                </a:lnTo>
                <a:close/>
                <a:moveTo>
                  <a:pt x="9525" y="638175"/>
                </a:moveTo>
                <a:lnTo>
                  <a:pt x="19050" y="638175"/>
                </a:lnTo>
                <a:lnTo>
                  <a:pt x="19050" y="647700"/>
                </a:lnTo>
                <a:lnTo>
                  <a:pt x="47625" y="647700"/>
                </a:lnTo>
                <a:lnTo>
                  <a:pt x="47625" y="657225"/>
                </a:lnTo>
                <a:lnTo>
                  <a:pt x="57150" y="657225"/>
                </a:lnTo>
                <a:lnTo>
                  <a:pt x="57150" y="666750"/>
                </a:lnTo>
                <a:lnTo>
                  <a:pt x="47625" y="666750"/>
                </a:lnTo>
                <a:lnTo>
                  <a:pt x="47625" y="676275"/>
                </a:lnTo>
                <a:lnTo>
                  <a:pt x="38100" y="676275"/>
                </a:lnTo>
                <a:lnTo>
                  <a:pt x="38100" y="666750"/>
                </a:lnTo>
                <a:lnTo>
                  <a:pt x="9525" y="666750"/>
                </a:lnTo>
                <a:lnTo>
                  <a:pt x="9525" y="657225"/>
                </a:lnTo>
                <a:lnTo>
                  <a:pt x="0" y="657225"/>
                </a:lnTo>
                <a:lnTo>
                  <a:pt x="0" y="647700"/>
                </a:lnTo>
                <a:lnTo>
                  <a:pt x="9525" y="647700"/>
                </a:lnTo>
                <a:close/>
                <a:moveTo>
                  <a:pt x="142875" y="638175"/>
                </a:moveTo>
                <a:lnTo>
                  <a:pt x="161925" y="638175"/>
                </a:lnTo>
                <a:lnTo>
                  <a:pt x="161925" y="657225"/>
                </a:lnTo>
                <a:lnTo>
                  <a:pt x="152400" y="657225"/>
                </a:lnTo>
                <a:lnTo>
                  <a:pt x="152400" y="666750"/>
                </a:lnTo>
                <a:lnTo>
                  <a:pt x="161925" y="666750"/>
                </a:lnTo>
                <a:lnTo>
                  <a:pt x="161925" y="657225"/>
                </a:lnTo>
                <a:lnTo>
                  <a:pt x="171450" y="657225"/>
                </a:lnTo>
                <a:lnTo>
                  <a:pt x="171450" y="666750"/>
                </a:lnTo>
                <a:lnTo>
                  <a:pt x="180975" y="666750"/>
                </a:lnTo>
                <a:lnTo>
                  <a:pt x="180975" y="676275"/>
                </a:lnTo>
                <a:lnTo>
                  <a:pt x="190500" y="676275"/>
                </a:lnTo>
                <a:lnTo>
                  <a:pt x="190500" y="685800"/>
                </a:lnTo>
                <a:lnTo>
                  <a:pt x="152400" y="685800"/>
                </a:lnTo>
                <a:lnTo>
                  <a:pt x="152400" y="676275"/>
                </a:lnTo>
                <a:lnTo>
                  <a:pt x="142875" y="676275"/>
                </a:lnTo>
                <a:lnTo>
                  <a:pt x="142875" y="666750"/>
                </a:lnTo>
                <a:lnTo>
                  <a:pt x="133350" y="666750"/>
                </a:lnTo>
                <a:lnTo>
                  <a:pt x="133350" y="647700"/>
                </a:lnTo>
                <a:lnTo>
                  <a:pt x="142875" y="647700"/>
                </a:lnTo>
                <a:close/>
                <a:moveTo>
                  <a:pt x="590550" y="647700"/>
                </a:moveTo>
                <a:lnTo>
                  <a:pt x="619125" y="647700"/>
                </a:lnTo>
                <a:lnTo>
                  <a:pt x="619125" y="657225"/>
                </a:lnTo>
                <a:lnTo>
                  <a:pt x="609600" y="657225"/>
                </a:lnTo>
                <a:lnTo>
                  <a:pt x="609600" y="695325"/>
                </a:lnTo>
                <a:lnTo>
                  <a:pt x="590550" y="695325"/>
                </a:lnTo>
                <a:close/>
                <a:moveTo>
                  <a:pt x="1152525" y="647700"/>
                </a:moveTo>
                <a:lnTo>
                  <a:pt x="1162050" y="647700"/>
                </a:lnTo>
                <a:lnTo>
                  <a:pt x="1162050" y="638175"/>
                </a:lnTo>
                <a:lnTo>
                  <a:pt x="1152525" y="638175"/>
                </a:lnTo>
                <a:lnTo>
                  <a:pt x="1152525" y="628650"/>
                </a:lnTo>
                <a:lnTo>
                  <a:pt x="1143000" y="628650"/>
                </a:lnTo>
                <a:lnTo>
                  <a:pt x="1143000" y="666750"/>
                </a:lnTo>
                <a:lnTo>
                  <a:pt x="1133475" y="666750"/>
                </a:lnTo>
                <a:lnTo>
                  <a:pt x="1133475" y="676275"/>
                </a:lnTo>
                <a:lnTo>
                  <a:pt x="1162050" y="676275"/>
                </a:lnTo>
                <a:lnTo>
                  <a:pt x="1162050" y="666750"/>
                </a:lnTo>
                <a:lnTo>
                  <a:pt x="1152525" y="666750"/>
                </a:lnTo>
                <a:close/>
                <a:moveTo>
                  <a:pt x="409575" y="657225"/>
                </a:moveTo>
                <a:lnTo>
                  <a:pt x="419100" y="657225"/>
                </a:lnTo>
                <a:lnTo>
                  <a:pt x="419100" y="666750"/>
                </a:lnTo>
                <a:lnTo>
                  <a:pt x="409575" y="666750"/>
                </a:lnTo>
                <a:close/>
                <a:moveTo>
                  <a:pt x="485775" y="657225"/>
                </a:moveTo>
                <a:lnTo>
                  <a:pt x="495300" y="657225"/>
                </a:lnTo>
                <a:lnTo>
                  <a:pt x="495300" y="666750"/>
                </a:lnTo>
                <a:lnTo>
                  <a:pt x="485775" y="666750"/>
                </a:lnTo>
                <a:close/>
                <a:moveTo>
                  <a:pt x="66675" y="666750"/>
                </a:moveTo>
                <a:lnTo>
                  <a:pt x="76200" y="666750"/>
                </a:lnTo>
                <a:lnTo>
                  <a:pt x="76200" y="685800"/>
                </a:lnTo>
                <a:lnTo>
                  <a:pt x="66675" y="685800"/>
                </a:lnTo>
                <a:lnTo>
                  <a:pt x="66675" y="704850"/>
                </a:lnTo>
                <a:lnTo>
                  <a:pt x="57150" y="704850"/>
                </a:lnTo>
                <a:lnTo>
                  <a:pt x="57150" y="714375"/>
                </a:lnTo>
                <a:lnTo>
                  <a:pt x="28575" y="714375"/>
                </a:lnTo>
                <a:lnTo>
                  <a:pt x="28575" y="723900"/>
                </a:lnTo>
                <a:lnTo>
                  <a:pt x="19050" y="723900"/>
                </a:lnTo>
                <a:lnTo>
                  <a:pt x="19050" y="742950"/>
                </a:lnTo>
                <a:lnTo>
                  <a:pt x="0" y="742950"/>
                </a:lnTo>
                <a:lnTo>
                  <a:pt x="0" y="714375"/>
                </a:lnTo>
                <a:lnTo>
                  <a:pt x="19050" y="714375"/>
                </a:lnTo>
                <a:lnTo>
                  <a:pt x="19050" y="704850"/>
                </a:lnTo>
                <a:lnTo>
                  <a:pt x="0" y="704850"/>
                </a:lnTo>
                <a:lnTo>
                  <a:pt x="0" y="695325"/>
                </a:lnTo>
                <a:lnTo>
                  <a:pt x="9525" y="695325"/>
                </a:lnTo>
                <a:lnTo>
                  <a:pt x="9525" y="685800"/>
                </a:lnTo>
                <a:lnTo>
                  <a:pt x="19050" y="685800"/>
                </a:lnTo>
                <a:lnTo>
                  <a:pt x="19050" y="704850"/>
                </a:lnTo>
                <a:lnTo>
                  <a:pt x="38100" y="704850"/>
                </a:lnTo>
                <a:lnTo>
                  <a:pt x="38100" y="695325"/>
                </a:lnTo>
                <a:lnTo>
                  <a:pt x="57150" y="695325"/>
                </a:lnTo>
                <a:lnTo>
                  <a:pt x="57150" y="685800"/>
                </a:lnTo>
                <a:lnTo>
                  <a:pt x="47625" y="685800"/>
                </a:lnTo>
                <a:lnTo>
                  <a:pt x="47625" y="676275"/>
                </a:lnTo>
                <a:lnTo>
                  <a:pt x="66675" y="676275"/>
                </a:lnTo>
                <a:close/>
                <a:moveTo>
                  <a:pt x="400050" y="666750"/>
                </a:moveTo>
                <a:lnTo>
                  <a:pt x="409575" y="666750"/>
                </a:lnTo>
                <a:lnTo>
                  <a:pt x="409575" y="676275"/>
                </a:lnTo>
                <a:lnTo>
                  <a:pt x="400050" y="676275"/>
                </a:lnTo>
                <a:close/>
                <a:moveTo>
                  <a:pt x="104775" y="676275"/>
                </a:moveTo>
                <a:lnTo>
                  <a:pt x="114300" y="676275"/>
                </a:lnTo>
                <a:lnTo>
                  <a:pt x="114300" y="685800"/>
                </a:lnTo>
                <a:lnTo>
                  <a:pt x="104775" y="685800"/>
                </a:lnTo>
                <a:close/>
                <a:moveTo>
                  <a:pt x="352425" y="676275"/>
                </a:moveTo>
                <a:lnTo>
                  <a:pt x="390525" y="676275"/>
                </a:lnTo>
                <a:lnTo>
                  <a:pt x="390525" y="695325"/>
                </a:lnTo>
                <a:lnTo>
                  <a:pt x="371475" y="695325"/>
                </a:lnTo>
                <a:lnTo>
                  <a:pt x="371475" y="685800"/>
                </a:lnTo>
                <a:lnTo>
                  <a:pt x="361950" y="685800"/>
                </a:lnTo>
                <a:lnTo>
                  <a:pt x="361950" y="695325"/>
                </a:lnTo>
                <a:lnTo>
                  <a:pt x="371475" y="695325"/>
                </a:lnTo>
                <a:lnTo>
                  <a:pt x="371475" y="714375"/>
                </a:lnTo>
                <a:lnTo>
                  <a:pt x="352425" y="714375"/>
                </a:lnTo>
                <a:lnTo>
                  <a:pt x="352425" y="704850"/>
                </a:lnTo>
                <a:lnTo>
                  <a:pt x="323850" y="704850"/>
                </a:lnTo>
                <a:lnTo>
                  <a:pt x="323850" y="695325"/>
                </a:lnTo>
                <a:lnTo>
                  <a:pt x="352425" y="695325"/>
                </a:lnTo>
                <a:close/>
                <a:moveTo>
                  <a:pt x="495300" y="676275"/>
                </a:moveTo>
                <a:lnTo>
                  <a:pt x="514350" y="676275"/>
                </a:lnTo>
                <a:lnTo>
                  <a:pt x="514350" y="685800"/>
                </a:lnTo>
                <a:lnTo>
                  <a:pt x="495300" y="685800"/>
                </a:lnTo>
                <a:close/>
                <a:moveTo>
                  <a:pt x="552450" y="676275"/>
                </a:moveTo>
                <a:lnTo>
                  <a:pt x="571500" y="676275"/>
                </a:lnTo>
                <a:lnTo>
                  <a:pt x="571500" y="704850"/>
                </a:lnTo>
                <a:lnTo>
                  <a:pt x="523875" y="704850"/>
                </a:lnTo>
                <a:lnTo>
                  <a:pt x="523875" y="685800"/>
                </a:lnTo>
                <a:lnTo>
                  <a:pt x="533400" y="685800"/>
                </a:lnTo>
                <a:lnTo>
                  <a:pt x="533400" y="695325"/>
                </a:lnTo>
                <a:lnTo>
                  <a:pt x="542925" y="695325"/>
                </a:lnTo>
                <a:lnTo>
                  <a:pt x="542925" y="685800"/>
                </a:lnTo>
                <a:lnTo>
                  <a:pt x="552450" y="685800"/>
                </a:lnTo>
                <a:close/>
                <a:moveTo>
                  <a:pt x="628650" y="676275"/>
                </a:moveTo>
                <a:lnTo>
                  <a:pt x="647700" y="676275"/>
                </a:lnTo>
                <a:lnTo>
                  <a:pt x="647700" y="695325"/>
                </a:lnTo>
                <a:lnTo>
                  <a:pt x="628650" y="695325"/>
                </a:lnTo>
                <a:close/>
                <a:moveTo>
                  <a:pt x="1200150" y="676275"/>
                </a:moveTo>
                <a:lnTo>
                  <a:pt x="1209675" y="676275"/>
                </a:lnTo>
                <a:lnTo>
                  <a:pt x="1209675" y="685800"/>
                </a:lnTo>
                <a:lnTo>
                  <a:pt x="1200150" y="685800"/>
                </a:lnTo>
                <a:close/>
                <a:moveTo>
                  <a:pt x="457200" y="685800"/>
                </a:moveTo>
                <a:lnTo>
                  <a:pt x="466725" y="685800"/>
                </a:lnTo>
                <a:lnTo>
                  <a:pt x="466725" y="714375"/>
                </a:lnTo>
                <a:lnTo>
                  <a:pt x="476250" y="714375"/>
                </a:lnTo>
                <a:lnTo>
                  <a:pt x="476250" y="723900"/>
                </a:lnTo>
                <a:lnTo>
                  <a:pt x="457200" y="723900"/>
                </a:lnTo>
                <a:lnTo>
                  <a:pt x="457200" y="714375"/>
                </a:lnTo>
                <a:lnTo>
                  <a:pt x="447675" y="714375"/>
                </a:lnTo>
                <a:lnTo>
                  <a:pt x="447675" y="704850"/>
                </a:lnTo>
                <a:lnTo>
                  <a:pt x="457200" y="704850"/>
                </a:lnTo>
                <a:close/>
                <a:moveTo>
                  <a:pt x="1066800" y="685800"/>
                </a:moveTo>
                <a:lnTo>
                  <a:pt x="1085850" y="685800"/>
                </a:lnTo>
                <a:lnTo>
                  <a:pt x="1085850" y="695325"/>
                </a:lnTo>
                <a:lnTo>
                  <a:pt x="1066800" y="695325"/>
                </a:lnTo>
                <a:close/>
                <a:moveTo>
                  <a:pt x="85725" y="695325"/>
                </a:moveTo>
                <a:lnTo>
                  <a:pt x="104775" y="695325"/>
                </a:lnTo>
                <a:lnTo>
                  <a:pt x="104775" y="704850"/>
                </a:lnTo>
                <a:lnTo>
                  <a:pt x="85725" y="704850"/>
                </a:lnTo>
                <a:close/>
                <a:moveTo>
                  <a:pt x="133350" y="695325"/>
                </a:moveTo>
                <a:lnTo>
                  <a:pt x="142875" y="695325"/>
                </a:lnTo>
                <a:lnTo>
                  <a:pt x="142875" y="704850"/>
                </a:lnTo>
                <a:lnTo>
                  <a:pt x="133350" y="704850"/>
                </a:lnTo>
                <a:close/>
                <a:moveTo>
                  <a:pt x="552450" y="695325"/>
                </a:moveTo>
                <a:lnTo>
                  <a:pt x="561975" y="695325"/>
                </a:lnTo>
                <a:lnTo>
                  <a:pt x="561975" y="685800"/>
                </a:lnTo>
                <a:lnTo>
                  <a:pt x="552450" y="685800"/>
                </a:lnTo>
                <a:close/>
                <a:moveTo>
                  <a:pt x="1009650" y="695325"/>
                </a:moveTo>
                <a:lnTo>
                  <a:pt x="1019175" y="695325"/>
                </a:lnTo>
                <a:lnTo>
                  <a:pt x="1019175" y="704850"/>
                </a:lnTo>
                <a:lnTo>
                  <a:pt x="1009650" y="704850"/>
                </a:lnTo>
                <a:close/>
                <a:moveTo>
                  <a:pt x="76200" y="704850"/>
                </a:moveTo>
                <a:lnTo>
                  <a:pt x="85725" y="704850"/>
                </a:lnTo>
                <a:lnTo>
                  <a:pt x="85725" y="714375"/>
                </a:lnTo>
                <a:lnTo>
                  <a:pt x="76200" y="714375"/>
                </a:lnTo>
                <a:close/>
                <a:moveTo>
                  <a:pt x="142875" y="704850"/>
                </a:moveTo>
                <a:lnTo>
                  <a:pt x="152400" y="704850"/>
                </a:lnTo>
                <a:lnTo>
                  <a:pt x="152400" y="723900"/>
                </a:lnTo>
                <a:lnTo>
                  <a:pt x="142875" y="723900"/>
                </a:lnTo>
                <a:close/>
                <a:moveTo>
                  <a:pt x="304800" y="704850"/>
                </a:moveTo>
                <a:lnTo>
                  <a:pt x="314325" y="704850"/>
                </a:lnTo>
                <a:lnTo>
                  <a:pt x="314325" y="714375"/>
                </a:lnTo>
                <a:lnTo>
                  <a:pt x="304800" y="714375"/>
                </a:lnTo>
                <a:close/>
                <a:moveTo>
                  <a:pt x="590550" y="704850"/>
                </a:moveTo>
                <a:lnTo>
                  <a:pt x="600075" y="704850"/>
                </a:lnTo>
                <a:lnTo>
                  <a:pt x="600075" y="714375"/>
                </a:lnTo>
                <a:lnTo>
                  <a:pt x="590550" y="714375"/>
                </a:lnTo>
                <a:close/>
                <a:moveTo>
                  <a:pt x="619125" y="704850"/>
                </a:moveTo>
                <a:lnTo>
                  <a:pt x="628650" y="704850"/>
                </a:lnTo>
                <a:lnTo>
                  <a:pt x="628650" y="714375"/>
                </a:lnTo>
                <a:lnTo>
                  <a:pt x="619125" y="714375"/>
                </a:lnTo>
                <a:close/>
                <a:moveTo>
                  <a:pt x="1019175" y="704850"/>
                </a:moveTo>
                <a:lnTo>
                  <a:pt x="1047750" y="704850"/>
                </a:lnTo>
                <a:lnTo>
                  <a:pt x="1047750" y="752475"/>
                </a:lnTo>
                <a:lnTo>
                  <a:pt x="1038225" y="752475"/>
                </a:lnTo>
                <a:lnTo>
                  <a:pt x="1038225" y="733425"/>
                </a:lnTo>
                <a:lnTo>
                  <a:pt x="1019175" y="733425"/>
                </a:lnTo>
                <a:lnTo>
                  <a:pt x="1019175" y="771525"/>
                </a:lnTo>
                <a:lnTo>
                  <a:pt x="1028700" y="771525"/>
                </a:lnTo>
                <a:lnTo>
                  <a:pt x="1028700" y="762000"/>
                </a:lnTo>
                <a:lnTo>
                  <a:pt x="1047750" y="762000"/>
                </a:lnTo>
                <a:lnTo>
                  <a:pt x="1047750" y="771525"/>
                </a:lnTo>
                <a:lnTo>
                  <a:pt x="1057275" y="771525"/>
                </a:lnTo>
                <a:lnTo>
                  <a:pt x="1057275" y="752475"/>
                </a:lnTo>
                <a:lnTo>
                  <a:pt x="1076325" y="752475"/>
                </a:lnTo>
                <a:lnTo>
                  <a:pt x="1076325" y="762000"/>
                </a:lnTo>
                <a:lnTo>
                  <a:pt x="1085850" y="762000"/>
                </a:lnTo>
                <a:lnTo>
                  <a:pt x="1085850" y="752475"/>
                </a:lnTo>
                <a:lnTo>
                  <a:pt x="1095375" y="752475"/>
                </a:lnTo>
                <a:lnTo>
                  <a:pt x="1095375" y="762000"/>
                </a:lnTo>
                <a:lnTo>
                  <a:pt x="1085850" y="762000"/>
                </a:lnTo>
                <a:lnTo>
                  <a:pt x="1085850" y="771525"/>
                </a:lnTo>
                <a:lnTo>
                  <a:pt x="1076325" y="771525"/>
                </a:lnTo>
                <a:lnTo>
                  <a:pt x="1076325" y="790575"/>
                </a:lnTo>
                <a:lnTo>
                  <a:pt x="1066800" y="790575"/>
                </a:lnTo>
                <a:lnTo>
                  <a:pt x="1066800" y="781050"/>
                </a:lnTo>
                <a:lnTo>
                  <a:pt x="990600" y="781050"/>
                </a:lnTo>
                <a:lnTo>
                  <a:pt x="990600" y="752475"/>
                </a:lnTo>
                <a:lnTo>
                  <a:pt x="971550" y="752475"/>
                </a:lnTo>
                <a:lnTo>
                  <a:pt x="971550" y="742950"/>
                </a:lnTo>
                <a:lnTo>
                  <a:pt x="990600" y="742950"/>
                </a:lnTo>
                <a:lnTo>
                  <a:pt x="990600" y="752475"/>
                </a:lnTo>
                <a:lnTo>
                  <a:pt x="1000125" y="752475"/>
                </a:lnTo>
                <a:lnTo>
                  <a:pt x="1000125" y="733425"/>
                </a:lnTo>
                <a:lnTo>
                  <a:pt x="1009650" y="733425"/>
                </a:lnTo>
                <a:lnTo>
                  <a:pt x="1009650" y="723900"/>
                </a:lnTo>
                <a:lnTo>
                  <a:pt x="1019175" y="723900"/>
                </a:lnTo>
                <a:close/>
                <a:moveTo>
                  <a:pt x="1123950" y="704850"/>
                </a:moveTo>
                <a:lnTo>
                  <a:pt x="1143000" y="704850"/>
                </a:lnTo>
                <a:lnTo>
                  <a:pt x="1143000" y="695325"/>
                </a:lnTo>
                <a:lnTo>
                  <a:pt x="1123950" y="695325"/>
                </a:lnTo>
                <a:close/>
                <a:moveTo>
                  <a:pt x="1171575" y="704850"/>
                </a:moveTo>
                <a:lnTo>
                  <a:pt x="1181100" y="704850"/>
                </a:lnTo>
                <a:lnTo>
                  <a:pt x="1181100" y="714375"/>
                </a:lnTo>
                <a:lnTo>
                  <a:pt x="1171575" y="714375"/>
                </a:lnTo>
                <a:close/>
                <a:moveTo>
                  <a:pt x="85725" y="714375"/>
                </a:moveTo>
                <a:lnTo>
                  <a:pt x="114300" y="714375"/>
                </a:lnTo>
                <a:lnTo>
                  <a:pt x="114300" y="723900"/>
                </a:lnTo>
                <a:lnTo>
                  <a:pt x="142875" y="723900"/>
                </a:lnTo>
                <a:lnTo>
                  <a:pt x="142875" y="733425"/>
                </a:lnTo>
                <a:lnTo>
                  <a:pt x="123825" y="733425"/>
                </a:lnTo>
                <a:lnTo>
                  <a:pt x="123825" y="752475"/>
                </a:lnTo>
                <a:lnTo>
                  <a:pt x="133350" y="752475"/>
                </a:lnTo>
                <a:lnTo>
                  <a:pt x="133350" y="781050"/>
                </a:lnTo>
                <a:lnTo>
                  <a:pt x="104775" y="781050"/>
                </a:lnTo>
                <a:lnTo>
                  <a:pt x="104775" y="771525"/>
                </a:lnTo>
                <a:lnTo>
                  <a:pt x="95250" y="771525"/>
                </a:lnTo>
                <a:lnTo>
                  <a:pt x="95250" y="752475"/>
                </a:lnTo>
                <a:lnTo>
                  <a:pt x="104775" y="752475"/>
                </a:lnTo>
                <a:lnTo>
                  <a:pt x="104775" y="742950"/>
                </a:lnTo>
                <a:lnTo>
                  <a:pt x="95250" y="742950"/>
                </a:lnTo>
                <a:lnTo>
                  <a:pt x="95250" y="723900"/>
                </a:lnTo>
                <a:lnTo>
                  <a:pt x="85725" y="723900"/>
                </a:lnTo>
                <a:close/>
                <a:moveTo>
                  <a:pt x="257175" y="714375"/>
                </a:moveTo>
                <a:lnTo>
                  <a:pt x="276225" y="714375"/>
                </a:lnTo>
                <a:lnTo>
                  <a:pt x="276225" y="723900"/>
                </a:lnTo>
                <a:lnTo>
                  <a:pt x="266700" y="723900"/>
                </a:lnTo>
                <a:lnTo>
                  <a:pt x="266700" y="733425"/>
                </a:lnTo>
                <a:lnTo>
                  <a:pt x="247650" y="733425"/>
                </a:lnTo>
                <a:lnTo>
                  <a:pt x="247650" y="723900"/>
                </a:lnTo>
                <a:lnTo>
                  <a:pt x="257175" y="723900"/>
                </a:lnTo>
                <a:close/>
                <a:moveTo>
                  <a:pt x="333375" y="714375"/>
                </a:moveTo>
                <a:lnTo>
                  <a:pt x="352425" y="714375"/>
                </a:lnTo>
                <a:lnTo>
                  <a:pt x="352425" y="733425"/>
                </a:lnTo>
                <a:lnTo>
                  <a:pt x="361950" y="733425"/>
                </a:lnTo>
                <a:lnTo>
                  <a:pt x="361950" y="752475"/>
                </a:lnTo>
                <a:lnTo>
                  <a:pt x="371475" y="752475"/>
                </a:lnTo>
                <a:lnTo>
                  <a:pt x="371475" y="742950"/>
                </a:lnTo>
                <a:lnTo>
                  <a:pt x="381000" y="742950"/>
                </a:lnTo>
                <a:lnTo>
                  <a:pt x="381000" y="752475"/>
                </a:lnTo>
                <a:lnTo>
                  <a:pt x="371475" y="752475"/>
                </a:lnTo>
                <a:lnTo>
                  <a:pt x="371475" y="762000"/>
                </a:lnTo>
                <a:lnTo>
                  <a:pt x="342900" y="762000"/>
                </a:lnTo>
                <a:lnTo>
                  <a:pt x="342900" y="723900"/>
                </a:lnTo>
                <a:lnTo>
                  <a:pt x="333375" y="723900"/>
                </a:lnTo>
                <a:close/>
                <a:moveTo>
                  <a:pt x="400050" y="714375"/>
                </a:moveTo>
                <a:lnTo>
                  <a:pt x="428625" y="714375"/>
                </a:lnTo>
                <a:lnTo>
                  <a:pt x="428625" y="723900"/>
                </a:lnTo>
                <a:lnTo>
                  <a:pt x="438150" y="723900"/>
                </a:lnTo>
                <a:lnTo>
                  <a:pt x="438150" y="742950"/>
                </a:lnTo>
                <a:lnTo>
                  <a:pt x="447675" y="742950"/>
                </a:lnTo>
                <a:lnTo>
                  <a:pt x="447675" y="733425"/>
                </a:lnTo>
                <a:lnTo>
                  <a:pt x="476250" y="733425"/>
                </a:lnTo>
                <a:lnTo>
                  <a:pt x="476250" y="762000"/>
                </a:lnTo>
                <a:lnTo>
                  <a:pt x="495300" y="762000"/>
                </a:lnTo>
                <a:lnTo>
                  <a:pt x="495300" y="742950"/>
                </a:lnTo>
                <a:lnTo>
                  <a:pt x="504825" y="742950"/>
                </a:lnTo>
                <a:lnTo>
                  <a:pt x="504825" y="723900"/>
                </a:lnTo>
                <a:lnTo>
                  <a:pt x="523875" y="723900"/>
                </a:lnTo>
                <a:lnTo>
                  <a:pt x="523875" y="752475"/>
                </a:lnTo>
                <a:lnTo>
                  <a:pt x="514350" y="752475"/>
                </a:lnTo>
                <a:lnTo>
                  <a:pt x="514350" y="762000"/>
                </a:lnTo>
                <a:lnTo>
                  <a:pt x="495300" y="762000"/>
                </a:lnTo>
                <a:lnTo>
                  <a:pt x="495300" y="771525"/>
                </a:lnTo>
                <a:lnTo>
                  <a:pt x="476250" y="771525"/>
                </a:lnTo>
                <a:lnTo>
                  <a:pt x="476250" y="781050"/>
                </a:lnTo>
                <a:lnTo>
                  <a:pt x="466725" y="781050"/>
                </a:lnTo>
                <a:lnTo>
                  <a:pt x="466725" y="771525"/>
                </a:lnTo>
                <a:lnTo>
                  <a:pt x="457200" y="771525"/>
                </a:lnTo>
                <a:lnTo>
                  <a:pt x="457200" y="762000"/>
                </a:lnTo>
                <a:lnTo>
                  <a:pt x="419100" y="762000"/>
                </a:lnTo>
                <a:lnTo>
                  <a:pt x="419100" y="752475"/>
                </a:lnTo>
                <a:lnTo>
                  <a:pt x="428625" y="752475"/>
                </a:lnTo>
                <a:lnTo>
                  <a:pt x="428625" y="733425"/>
                </a:lnTo>
                <a:lnTo>
                  <a:pt x="409575" y="733425"/>
                </a:lnTo>
                <a:lnTo>
                  <a:pt x="409575" y="723900"/>
                </a:lnTo>
                <a:lnTo>
                  <a:pt x="400050" y="723900"/>
                </a:lnTo>
                <a:close/>
                <a:moveTo>
                  <a:pt x="1057275" y="714375"/>
                </a:moveTo>
                <a:lnTo>
                  <a:pt x="1095375" y="714375"/>
                </a:lnTo>
                <a:lnTo>
                  <a:pt x="1095375" y="742950"/>
                </a:lnTo>
                <a:lnTo>
                  <a:pt x="1076325" y="742950"/>
                </a:lnTo>
                <a:lnTo>
                  <a:pt x="1076325" y="723900"/>
                </a:lnTo>
                <a:lnTo>
                  <a:pt x="1057275" y="723900"/>
                </a:lnTo>
                <a:close/>
                <a:moveTo>
                  <a:pt x="1162050" y="714375"/>
                </a:moveTo>
                <a:lnTo>
                  <a:pt x="1171575" y="714375"/>
                </a:lnTo>
                <a:lnTo>
                  <a:pt x="1171575" y="723900"/>
                </a:lnTo>
                <a:lnTo>
                  <a:pt x="1190625" y="723900"/>
                </a:lnTo>
                <a:lnTo>
                  <a:pt x="1190625" y="714375"/>
                </a:lnTo>
                <a:lnTo>
                  <a:pt x="1200150" y="714375"/>
                </a:lnTo>
                <a:lnTo>
                  <a:pt x="1200150" y="723900"/>
                </a:lnTo>
                <a:lnTo>
                  <a:pt x="1209675" y="723900"/>
                </a:lnTo>
                <a:lnTo>
                  <a:pt x="1209675" y="742950"/>
                </a:lnTo>
                <a:lnTo>
                  <a:pt x="1200150" y="742950"/>
                </a:lnTo>
                <a:lnTo>
                  <a:pt x="1200150" y="733425"/>
                </a:lnTo>
                <a:lnTo>
                  <a:pt x="1162050" y="733425"/>
                </a:lnTo>
                <a:close/>
                <a:moveTo>
                  <a:pt x="314325" y="733425"/>
                </a:moveTo>
                <a:lnTo>
                  <a:pt x="323850" y="733425"/>
                </a:lnTo>
                <a:lnTo>
                  <a:pt x="323850" y="752475"/>
                </a:lnTo>
                <a:lnTo>
                  <a:pt x="304800" y="752475"/>
                </a:lnTo>
                <a:lnTo>
                  <a:pt x="304800" y="762000"/>
                </a:lnTo>
                <a:lnTo>
                  <a:pt x="295275" y="762000"/>
                </a:lnTo>
                <a:lnTo>
                  <a:pt x="295275" y="742950"/>
                </a:lnTo>
                <a:lnTo>
                  <a:pt x="314325" y="742950"/>
                </a:lnTo>
                <a:close/>
                <a:moveTo>
                  <a:pt x="685800" y="733425"/>
                </a:moveTo>
                <a:lnTo>
                  <a:pt x="695325" y="733425"/>
                </a:lnTo>
                <a:lnTo>
                  <a:pt x="695325" y="752475"/>
                </a:lnTo>
                <a:lnTo>
                  <a:pt x="714375" y="752475"/>
                </a:lnTo>
                <a:lnTo>
                  <a:pt x="714375" y="771525"/>
                </a:lnTo>
                <a:lnTo>
                  <a:pt x="695325" y="771525"/>
                </a:lnTo>
                <a:lnTo>
                  <a:pt x="695325" y="781050"/>
                </a:lnTo>
                <a:lnTo>
                  <a:pt x="676275" y="781050"/>
                </a:lnTo>
                <a:lnTo>
                  <a:pt x="676275" y="790575"/>
                </a:lnTo>
                <a:lnTo>
                  <a:pt x="666750" y="790575"/>
                </a:lnTo>
                <a:lnTo>
                  <a:pt x="666750" y="781050"/>
                </a:lnTo>
                <a:lnTo>
                  <a:pt x="657225" y="781050"/>
                </a:lnTo>
                <a:lnTo>
                  <a:pt x="657225" y="771525"/>
                </a:lnTo>
                <a:lnTo>
                  <a:pt x="666750" y="771525"/>
                </a:lnTo>
                <a:lnTo>
                  <a:pt x="666750" y="762000"/>
                </a:lnTo>
                <a:lnTo>
                  <a:pt x="676275" y="762000"/>
                </a:lnTo>
                <a:lnTo>
                  <a:pt x="676275" y="771525"/>
                </a:lnTo>
                <a:lnTo>
                  <a:pt x="685800" y="771525"/>
                </a:lnTo>
                <a:close/>
                <a:moveTo>
                  <a:pt x="1152525" y="733425"/>
                </a:moveTo>
                <a:lnTo>
                  <a:pt x="1162050" y="733425"/>
                </a:lnTo>
                <a:lnTo>
                  <a:pt x="1162050" y="762000"/>
                </a:lnTo>
                <a:lnTo>
                  <a:pt x="1152525" y="762000"/>
                </a:lnTo>
                <a:close/>
                <a:moveTo>
                  <a:pt x="180975" y="742950"/>
                </a:moveTo>
                <a:lnTo>
                  <a:pt x="190500" y="742950"/>
                </a:lnTo>
                <a:lnTo>
                  <a:pt x="190500" y="752475"/>
                </a:lnTo>
                <a:lnTo>
                  <a:pt x="180975" y="752475"/>
                </a:lnTo>
                <a:close/>
                <a:moveTo>
                  <a:pt x="552450" y="742950"/>
                </a:moveTo>
                <a:lnTo>
                  <a:pt x="581025" y="742950"/>
                </a:lnTo>
                <a:lnTo>
                  <a:pt x="581025" y="752475"/>
                </a:lnTo>
                <a:lnTo>
                  <a:pt x="552450" y="752475"/>
                </a:lnTo>
                <a:close/>
                <a:moveTo>
                  <a:pt x="895350" y="742950"/>
                </a:moveTo>
                <a:lnTo>
                  <a:pt x="904875" y="742950"/>
                </a:lnTo>
                <a:lnTo>
                  <a:pt x="904875" y="752475"/>
                </a:lnTo>
                <a:lnTo>
                  <a:pt x="895350" y="752475"/>
                </a:lnTo>
                <a:close/>
                <a:moveTo>
                  <a:pt x="142875" y="752475"/>
                </a:moveTo>
                <a:lnTo>
                  <a:pt x="152400" y="752475"/>
                </a:lnTo>
                <a:lnTo>
                  <a:pt x="152400" y="762000"/>
                </a:lnTo>
                <a:lnTo>
                  <a:pt x="142875" y="762000"/>
                </a:lnTo>
                <a:close/>
                <a:moveTo>
                  <a:pt x="619125" y="752475"/>
                </a:moveTo>
                <a:lnTo>
                  <a:pt x="628650" y="752475"/>
                </a:lnTo>
                <a:lnTo>
                  <a:pt x="628650" y="762000"/>
                </a:lnTo>
                <a:lnTo>
                  <a:pt x="619125" y="762000"/>
                </a:lnTo>
                <a:close/>
                <a:moveTo>
                  <a:pt x="914400" y="752475"/>
                </a:moveTo>
                <a:lnTo>
                  <a:pt x="933450" y="752475"/>
                </a:lnTo>
                <a:lnTo>
                  <a:pt x="933450" y="762000"/>
                </a:lnTo>
                <a:lnTo>
                  <a:pt x="923925" y="762000"/>
                </a:lnTo>
                <a:lnTo>
                  <a:pt x="923925" y="771525"/>
                </a:lnTo>
                <a:lnTo>
                  <a:pt x="914400" y="771525"/>
                </a:lnTo>
                <a:close/>
                <a:moveTo>
                  <a:pt x="180975" y="762000"/>
                </a:moveTo>
                <a:lnTo>
                  <a:pt x="190500" y="762000"/>
                </a:lnTo>
                <a:lnTo>
                  <a:pt x="190500" y="771525"/>
                </a:lnTo>
                <a:lnTo>
                  <a:pt x="180975" y="771525"/>
                </a:lnTo>
                <a:close/>
                <a:moveTo>
                  <a:pt x="971550" y="762000"/>
                </a:moveTo>
                <a:lnTo>
                  <a:pt x="981075" y="762000"/>
                </a:lnTo>
                <a:lnTo>
                  <a:pt x="981075" y="771525"/>
                </a:lnTo>
                <a:lnTo>
                  <a:pt x="971550" y="771525"/>
                </a:lnTo>
                <a:close/>
                <a:moveTo>
                  <a:pt x="9525" y="771525"/>
                </a:moveTo>
                <a:lnTo>
                  <a:pt x="19050" y="771525"/>
                </a:lnTo>
                <a:lnTo>
                  <a:pt x="19050" y="781050"/>
                </a:lnTo>
                <a:lnTo>
                  <a:pt x="9525" y="781050"/>
                </a:lnTo>
                <a:close/>
                <a:moveTo>
                  <a:pt x="38100" y="771525"/>
                </a:moveTo>
                <a:lnTo>
                  <a:pt x="47625" y="771525"/>
                </a:lnTo>
                <a:lnTo>
                  <a:pt x="47625" y="781050"/>
                </a:lnTo>
                <a:lnTo>
                  <a:pt x="57150" y="781050"/>
                </a:lnTo>
                <a:lnTo>
                  <a:pt x="57150" y="790575"/>
                </a:lnTo>
                <a:lnTo>
                  <a:pt x="38100" y="790575"/>
                </a:lnTo>
                <a:close/>
                <a:moveTo>
                  <a:pt x="76200" y="771525"/>
                </a:moveTo>
                <a:lnTo>
                  <a:pt x="85725" y="771525"/>
                </a:lnTo>
                <a:lnTo>
                  <a:pt x="85725" y="781050"/>
                </a:lnTo>
                <a:lnTo>
                  <a:pt x="95250" y="781050"/>
                </a:lnTo>
                <a:lnTo>
                  <a:pt x="95250" y="800100"/>
                </a:lnTo>
                <a:lnTo>
                  <a:pt x="76200" y="800100"/>
                </a:lnTo>
                <a:close/>
                <a:moveTo>
                  <a:pt x="161925" y="771525"/>
                </a:moveTo>
                <a:lnTo>
                  <a:pt x="171450" y="771525"/>
                </a:lnTo>
                <a:lnTo>
                  <a:pt x="171450" y="781050"/>
                </a:lnTo>
                <a:lnTo>
                  <a:pt x="161925" y="781050"/>
                </a:lnTo>
                <a:close/>
                <a:moveTo>
                  <a:pt x="590550" y="771525"/>
                </a:moveTo>
                <a:lnTo>
                  <a:pt x="600075" y="771525"/>
                </a:lnTo>
                <a:lnTo>
                  <a:pt x="600075" y="781050"/>
                </a:lnTo>
                <a:lnTo>
                  <a:pt x="609600" y="781050"/>
                </a:lnTo>
                <a:lnTo>
                  <a:pt x="609600" y="790575"/>
                </a:lnTo>
                <a:lnTo>
                  <a:pt x="619125" y="790575"/>
                </a:lnTo>
                <a:lnTo>
                  <a:pt x="619125" y="809625"/>
                </a:lnTo>
                <a:lnTo>
                  <a:pt x="609600" y="809625"/>
                </a:lnTo>
                <a:lnTo>
                  <a:pt x="609600" y="800100"/>
                </a:lnTo>
                <a:lnTo>
                  <a:pt x="590550" y="800100"/>
                </a:lnTo>
                <a:close/>
                <a:moveTo>
                  <a:pt x="723900" y="771525"/>
                </a:moveTo>
                <a:lnTo>
                  <a:pt x="752475" y="771525"/>
                </a:lnTo>
                <a:lnTo>
                  <a:pt x="752475" y="790575"/>
                </a:lnTo>
                <a:lnTo>
                  <a:pt x="742950" y="790575"/>
                </a:lnTo>
                <a:lnTo>
                  <a:pt x="742950" y="800100"/>
                </a:lnTo>
                <a:lnTo>
                  <a:pt x="733425" y="800100"/>
                </a:lnTo>
                <a:lnTo>
                  <a:pt x="733425" y="781050"/>
                </a:lnTo>
                <a:lnTo>
                  <a:pt x="723900" y="781050"/>
                </a:lnTo>
                <a:close/>
                <a:moveTo>
                  <a:pt x="866775" y="771525"/>
                </a:moveTo>
                <a:lnTo>
                  <a:pt x="885825" y="771525"/>
                </a:lnTo>
                <a:lnTo>
                  <a:pt x="885825" y="781050"/>
                </a:lnTo>
                <a:lnTo>
                  <a:pt x="866775" y="781050"/>
                </a:lnTo>
                <a:close/>
                <a:moveTo>
                  <a:pt x="942975" y="771525"/>
                </a:moveTo>
                <a:lnTo>
                  <a:pt x="962025" y="771525"/>
                </a:lnTo>
                <a:lnTo>
                  <a:pt x="962025" y="781050"/>
                </a:lnTo>
                <a:lnTo>
                  <a:pt x="942975" y="781050"/>
                </a:lnTo>
                <a:close/>
                <a:moveTo>
                  <a:pt x="1000125" y="771525"/>
                </a:moveTo>
                <a:lnTo>
                  <a:pt x="1009650" y="771525"/>
                </a:lnTo>
                <a:lnTo>
                  <a:pt x="1009650" y="762000"/>
                </a:lnTo>
                <a:lnTo>
                  <a:pt x="1000125" y="762000"/>
                </a:lnTo>
                <a:close/>
                <a:moveTo>
                  <a:pt x="0" y="781050"/>
                </a:moveTo>
                <a:lnTo>
                  <a:pt x="9525" y="781050"/>
                </a:lnTo>
                <a:lnTo>
                  <a:pt x="9525" y="790575"/>
                </a:lnTo>
                <a:lnTo>
                  <a:pt x="38100" y="790575"/>
                </a:lnTo>
                <a:lnTo>
                  <a:pt x="38100" y="800100"/>
                </a:lnTo>
                <a:lnTo>
                  <a:pt x="28575" y="800100"/>
                </a:lnTo>
                <a:lnTo>
                  <a:pt x="28575" y="809625"/>
                </a:lnTo>
                <a:lnTo>
                  <a:pt x="9525" y="809625"/>
                </a:lnTo>
                <a:lnTo>
                  <a:pt x="9525" y="800100"/>
                </a:lnTo>
                <a:lnTo>
                  <a:pt x="0" y="800100"/>
                </a:lnTo>
                <a:close/>
                <a:moveTo>
                  <a:pt x="171450" y="781050"/>
                </a:moveTo>
                <a:lnTo>
                  <a:pt x="190500" y="781050"/>
                </a:lnTo>
                <a:lnTo>
                  <a:pt x="190500" y="790575"/>
                </a:lnTo>
                <a:lnTo>
                  <a:pt x="171450" y="790575"/>
                </a:lnTo>
                <a:close/>
                <a:moveTo>
                  <a:pt x="962025" y="781050"/>
                </a:moveTo>
                <a:lnTo>
                  <a:pt x="981075" y="781050"/>
                </a:lnTo>
                <a:lnTo>
                  <a:pt x="981075" y="790575"/>
                </a:lnTo>
                <a:lnTo>
                  <a:pt x="962025" y="790575"/>
                </a:lnTo>
                <a:close/>
                <a:moveTo>
                  <a:pt x="352425" y="790575"/>
                </a:moveTo>
                <a:lnTo>
                  <a:pt x="381000" y="790575"/>
                </a:lnTo>
                <a:lnTo>
                  <a:pt x="381000" y="800100"/>
                </a:lnTo>
                <a:lnTo>
                  <a:pt x="371475" y="800100"/>
                </a:lnTo>
                <a:lnTo>
                  <a:pt x="371475" y="809625"/>
                </a:lnTo>
                <a:lnTo>
                  <a:pt x="352425" y="809625"/>
                </a:lnTo>
                <a:close/>
                <a:moveTo>
                  <a:pt x="66675" y="800100"/>
                </a:moveTo>
                <a:lnTo>
                  <a:pt x="76200" y="800100"/>
                </a:lnTo>
                <a:lnTo>
                  <a:pt x="76200" y="809625"/>
                </a:lnTo>
                <a:lnTo>
                  <a:pt x="66675" y="809625"/>
                </a:lnTo>
                <a:close/>
                <a:moveTo>
                  <a:pt x="123825" y="800100"/>
                </a:moveTo>
                <a:lnTo>
                  <a:pt x="133350" y="800100"/>
                </a:lnTo>
                <a:lnTo>
                  <a:pt x="133350" y="809625"/>
                </a:lnTo>
                <a:lnTo>
                  <a:pt x="123825" y="809625"/>
                </a:lnTo>
                <a:close/>
                <a:moveTo>
                  <a:pt x="504825" y="800100"/>
                </a:moveTo>
                <a:lnTo>
                  <a:pt x="514350" y="800100"/>
                </a:lnTo>
                <a:lnTo>
                  <a:pt x="514350" y="809625"/>
                </a:lnTo>
                <a:lnTo>
                  <a:pt x="504825" y="809625"/>
                </a:lnTo>
                <a:close/>
                <a:moveTo>
                  <a:pt x="1171575" y="800100"/>
                </a:moveTo>
                <a:lnTo>
                  <a:pt x="1181100" y="800100"/>
                </a:lnTo>
                <a:lnTo>
                  <a:pt x="1181100" y="809625"/>
                </a:lnTo>
                <a:lnTo>
                  <a:pt x="1171575" y="809625"/>
                </a:lnTo>
                <a:close/>
              </a:path>
            </a:pathLst>
          </a:custGeom>
          <a:solidFill xmlns:a="http://schemas.openxmlformats.org/drawingml/2006/main">
            <a:srgbClr val="F9F9F4"/>
          </a:solidFill>
          <a:ln xmlns:a="http://schemas.openxmlformats.org/drawingml/2006/main" w="0">
            <a:noFill/>
          </a:ln>
        </p:spPr>
      </p:sp>
      <p:sp>
        <p:nvSpPr>
          <p:cNvPr id="15" name="v00 vector #f9f9f3">
            <a:extLst xmlns:a="http://schemas.openxmlformats.org/drawingml/2006/main">
              <a:ext uri="{FF2B5EF4-FFF2-40B4-BE49-F238E27FC236}">
                <a16:creationId xmlns:a16="http://schemas.microsoft.com/office/drawing/2014/main" id="{26E456CF-5DCA-4EAE-A3F4-A2E8E7884F4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5350" y="2362200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638175" y="66675"/>
                </a:moveTo>
                <a:lnTo>
                  <a:pt x="647700" y="66675"/>
                </a:lnTo>
                <a:lnTo>
                  <a:pt x="647700" y="76200"/>
                </a:lnTo>
                <a:lnTo>
                  <a:pt x="638175" y="76200"/>
                </a:lnTo>
                <a:close/>
                <a:moveTo>
                  <a:pt x="1181100" y="123825"/>
                </a:moveTo>
                <a:lnTo>
                  <a:pt x="1190625" y="123825"/>
                </a:lnTo>
                <a:lnTo>
                  <a:pt x="1190625" y="133350"/>
                </a:lnTo>
                <a:lnTo>
                  <a:pt x="1181100" y="133350"/>
                </a:lnTo>
                <a:close/>
                <a:moveTo>
                  <a:pt x="1095375" y="190500"/>
                </a:moveTo>
                <a:lnTo>
                  <a:pt x="1104900" y="190500"/>
                </a:lnTo>
                <a:lnTo>
                  <a:pt x="1104900" y="200025"/>
                </a:lnTo>
                <a:lnTo>
                  <a:pt x="1095375" y="200025"/>
                </a:lnTo>
                <a:close/>
                <a:moveTo>
                  <a:pt x="76200" y="200025"/>
                </a:moveTo>
                <a:lnTo>
                  <a:pt x="85725" y="200025"/>
                </a:lnTo>
                <a:lnTo>
                  <a:pt x="85725" y="209550"/>
                </a:lnTo>
                <a:lnTo>
                  <a:pt x="95250" y="209550"/>
                </a:lnTo>
                <a:lnTo>
                  <a:pt x="95250" y="219075"/>
                </a:lnTo>
                <a:lnTo>
                  <a:pt x="76200" y="219075"/>
                </a:lnTo>
                <a:close/>
                <a:moveTo>
                  <a:pt x="628650" y="219075"/>
                </a:moveTo>
                <a:lnTo>
                  <a:pt x="638175" y="219075"/>
                </a:lnTo>
                <a:lnTo>
                  <a:pt x="638175" y="228600"/>
                </a:lnTo>
                <a:lnTo>
                  <a:pt x="628650" y="228600"/>
                </a:lnTo>
                <a:close/>
                <a:moveTo>
                  <a:pt x="104775" y="247650"/>
                </a:moveTo>
                <a:lnTo>
                  <a:pt x="114300" y="247650"/>
                </a:lnTo>
                <a:lnTo>
                  <a:pt x="114300" y="257175"/>
                </a:lnTo>
                <a:lnTo>
                  <a:pt x="104775" y="257175"/>
                </a:lnTo>
                <a:close/>
                <a:moveTo>
                  <a:pt x="1190625" y="247650"/>
                </a:moveTo>
                <a:lnTo>
                  <a:pt x="1209675" y="247650"/>
                </a:lnTo>
                <a:lnTo>
                  <a:pt x="1209675" y="266700"/>
                </a:lnTo>
                <a:lnTo>
                  <a:pt x="1200150" y="266700"/>
                </a:lnTo>
                <a:lnTo>
                  <a:pt x="1200150" y="257175"/>
                </a:lnTo>
                <a:lnTo>
                  <a:pt x="1190625" y="257175"/>
                </a:lnTo>
                <a:close/>
                <a:moveTo>
                  <a:pt x="9525" y="257175"/>
                </a:moveTo>
                <a:lnTo>
                  <a:pt x="38100" y="257175"/>
                </a:lnTo>
                <a:lnTo>
                  <a:pt x="38100" y="266700"/>
                </a:lnTo>
                <a:lnTo>
                  <a:pt x="28575" y="266700"/>
                </a:lnTo>
                <a:lnTo>
                  <a:pt x="28575" y="276225"/>
                </a:lnTo>
                <a:lnTo>
                  <a:pt x="19050" y="276225"/>
                </a:lnTo>
                <a:lnTo>
                  <a:pt x="19050" y="266700"/>
                </a:lnTo>
                <a:lnTo>
                  <a:pt x="9525" y="266700"/>
                </a:lnTo>
                <a:close/>
                <a:moveTo>
                  <a:pt x="1076325" y="266700"/>
                </a:moveTo>
                <a:lnTo>
                  <a:pt x="1085850" y="266700"/>
                </a:lnTo>
                <a:lnTo>
                  <a:pt x="1085850" y="276225"/>
                </a:lnTo>
                <a:lnTo>
                  <a:pt x="1076325" y="276225"/>
                </a:lnTo>
                <a:close/>
                <a:moveTo>
                  <a:pt x="1181100" y="285750"/>
                </a:moveTo>
                <a:lnTo>
                  <a:pt x="1190625" y="285750"/>
                </a:lnTo>
                <a:lnTo>
                  <a:pt x="1190625" y="295275"/>
                </a:lnTo>
                <a:lnTo>
                  <a:pt x="1181100" y="295275"/>
                </a:lnTo>
                <a:close/>
                <a:moveTo>
                  <a:pt x="76200" y="333375"/>
                </a:moveTo>
                <a:lnTo>
                  <a:pt x="85725" y="333375"/>
                </a:lnTo>
                <a:lnTo>
                  <a:pt x="85725" y="342900"/>
                </a:lnTo>
                <a:lnTo>
                  <a:pt x="76200" y="342900"/>
                </a:lnTo>
                <a:close/>
                <a:moveTo>
                  <a:pt x="0" y="371475"/>
                </a:moveTo>
                <a:lnTo>
                  <a:pt x="9525" y="371475"/>
                </a:lnTo>
                <a:lnTo>
                  <a:pt x="9525" y="390525"/>
                </a:lnTo>
                <a:lnTo>
                  <a:pt x="0" y="390525"/>
                </a:lnTo>
                <a:close/>
                <a:moveTo>
                  <a:pt x="1133475" y="419100"/>
                </a:moveTo>
                <a:lnTo>
                  <a:pt x="1143000" y="419100"/>
                </a:lnTo>
                <a:lnTo>
                  <a:pt x="1143000" y="428625"/>
                </a:lnTo>
                <a:lnTo>
                  <a:pt x="1133475" y="428625"/>
                </a:lnTo>
                <a:close/>
                <a:moveTo>
                  <a:pt x="1152525" y="514350"/>
                </a:moveTo>
                <a:lnTo>
                  <a:pt x="1162050" y="514350"/>
                </a:lnTo>
                <a:lnTo>
                  <a:pt x="1162050" y="523875"/>
                </a:lnTo>
                <a:lnTo>
                  <a:pt x="1152525" y="523875"/>
                </a:lnTo>
                <a:close/>
                <a:moveTo>
                  <a:pt x="485775" y="561975"/>
                </a:moveTo>
                <a:lnTo>
                  <a:pt x="495300" y="561975"/>
                </a:lnTo>
                <a:lnTo>
                  <a:pt x="495300" y="571500"/>
                </a:lnTo>
                <a:lnTo>
                  <a:pt x="485775" y="571500"/>
                </a:lnTo>
                <a:close/>
                <a:moveTo>
                  <a:pt x="495300" y="571500"/>
                </a:moveTo>
                <a:lnTo>
                  <a:pt x="504825" y="571500"/>
                </a:lnTo>
                <a:lnTo>
                  <a:pt x="504825" y="581025"/>
                </a:lnTo>
                <a:lnTo>
                  <a:pt x="495300" y="581025"/>
                </a:lnTo>
                <a:close/>
                <a:moveTo>
                  <a:pt x="1076325" y="571500"/>
                </a:moveTo>
                <a:lnTo>
                  <a:pt x="1085850" y="571500"/>
                </a:lnTo>
                <a:lnTo>
                  <a:pt x="1085850" y="581025"/>
                </a:lnTo>
                <a:lnTo>
                  <a:pt x="1076325" y="581025"/>
                </a:lnTo>
                <a:close/>
                <a:moveTo>
                  <a:pt x="1162050" y="619125"/>
                </a:moveTo>
                <a:lnTo>
                  <a:pt x="1171575" y="619125"/>
                </a:lnTo>
                <a:lnTo>
                  <a:pt x="1171575" y="628650"/>
                </a:lnTo>
                <a:lnTo>
                  <a:pt x="1162050" y="628650"/>
                </a:lnTo>
                <a:close/>
                <a:moveTo>
                  <a:pt x="1200150" y="619125"/>
                </a:moveTo>
                <a:lnTo>
                  <a:pt x="1209675" y="619125"/>
                </a:lnTo>
                <a:lnTo>
                  <a:pt x="1209675" y="628650"/>
                </a:lnTo>
                <a:lnTo>
                  <a:pt x="1200150" y="628650"/>
                </a:lnTo>
                <a:close/>
                <a:moveTo>
                  <a:pt x="1104900" y="676275"/>
                </a:moveTo>
                <a:lnTo>
                  <a:pt x="1114425" y="676275"/>
                </a:lnTo>
                <a:lnTo>
                  <a:pt x="1114425" y="704850"/>
                </a:lnTo>
                <a:lnTo>
                  <a:pt x="1104900" y="704850"/>
                </a:lnTo>
                <a:close/>
                <a:moveTo>
                  <a:pt x="257175" y="704850"/>
                </a:moveTo>
                <a:lnTo>
                  <a:pt x="266700" y="704850"/>
                </a:lnTo>
                <a:lnTo>
                  <a:pt x="266700" y="714375"/>
                </a:lnTo>
                <a:lnTo>
                  <a:pt x="257175" y="714375"/>
                </a:lnTo>
                <a:close/>
                <a:moveTo>
                  <a:pt x="285750" y="704850"/>
                </a:moveTo>
                <a:lnTo>
                  <a:pt x="304800" y="704850"/>
                </a:lnTo>
                <a:lnTo>
                  <a:pt x="304800" y="714375"/>
                </a:lnTo>
                <a:lnTo>
                  <a:pt x="285750" y="714375"/>
                </a:lnTo>
                <a:close/>
                <a:moveTo>
                  <a:pt x="1047750" y="704850"/>
                </a:moveTo>
                <a:lnTo>
                  <a:pt x="1057275" y="704850"/>
                </a:lnTo>
                <a:lnTo>
                  <a:pt x="1057275" y="723900"/>
                </a:lnTo>
                <a:lnTo>
                  <a:pt x="1066800" y="723900"/>
                </a:lnTo>
                <a:lnTo>
                  <a:pt x="1066800" y="733425"/>
                </a:lnTo>
                <a:lnTo>
                  <a:pt x="1047750" y="733425"/>
                </a:lnTo>
                <a:close/>
                <a:moveTo>
                  <a:pt x="285750" y="733425"/>
                </a:moveTo>
                <a:lnTo>
                  <a:pt x="314325" y="733425"/>
                </a:lnTo>
                <a:lnTo>
                  <a:pt x="314325" y="742950"/>
                </a:lnTo>
                <a:lnTo>
                  <a:pt x="285750" y="742950"/>
                </a:lnTo>
                <a:close/>
                <a:moveTo>
                  <a:pt x="323850" y="742950"/>
                </a:moveTo>
                <a:lnTo>
                  <a:pt x="342900" y="742950"/>
                </a:lnTo>
                <a:lnTo>
                  <a:pt x="342900" y="752475"/>
                </a:lnTo>
                <a:lnTo>
                  <a:pt x="333375" y="752475"/>
                </a:lnTo>
                <a:lnTo>
                  <a:pt x="333375" y="762000"/>
                </a:lnTo>
                <a:lnTo>
                  <a:pt x="314325" y="762000"/>
                </a:lnTo>
                <a:lnTo>
                  <a:pt x="314325" y="752475"/>
                </a:lnTo>
                <a:lnTo>
                  <a:pt x="323850" y="752475"/>
                </a:lnTo>
                <a:close/>
                <a:moveTo>
                  <a:pt x="695325" y="742950"/>
                </a:moveTo>
                <a:lnTo>
                  <a:pt x="704850" y="742950"/>
                </a:lnTo>
                <a:lnTo>
                  <a:pt x="704850" y="752475"/>
                </a:lnTo>
                <a:lnTo>
                  <a:pt x="695325" y="752475"/>
                </a:lnTo>
                <a:close/>
                <a:moveTo>
                  <a:pt x="1143000" y="742950"/>
                </a:moveTo>
                <a:lnTo>
                  <a:pt x="1152525" y="742950"/>
                </a:lnTo>
                <a:lnTo>
                  <a:pt x="1152525" y="752475"/>
                </a:lnTo>
                <a:lnTo>
                  <a:pt x="1143000" y="752475"/>
                </a:lnTo>
                <a:close/>
                <a:moveTo>
                  <a:pt x="476250" y="752475"/>
                </a:moveTo>
                <a:lnTo>
                  <a:pt x="495300" y="752475"/>
                </a:lnTo>
                <a:lnTo>
                  <a:pt x="495300" y="762000"/>
                </a:lnTo>
                <a:lnTo>
                  <a:pt x="476250" y="762000"/>
                </a:lnTo>
                <a:close/>
                <a:moveTo>
                  <a:pt x="714375" y="752475"/>
                </a:moveTo>
                <a:lnTo>
                  <a:pt x="723900" y="752475"/>
                </a:lnTo>
                <a:lnTo>
                  <a:pt x="723900" y="762000"/>
                </a:lnTo>
                <a:lnTo>
                  <a:pt x="714375" y="762000"/>
                </a:lnTo>
                <a:close/>
                <a:moveTo>
                  <a:pt x="1038225" y="752475"/>
                </a:moveTo>
                <a:lnTo>
                  <a:pt x="1047750" y="752475"/>
                </a:lnTo>
                <a:lnTo>
                  <a:pt x="1047750" y="762000"/>
                </a:lnTo>
                <a:lnTo>
                  <a:pt x="1038225" y="762000"/>
                </a:lnTo>
                <a:close/>
                <a:moveTo>
                  <a:pt x="723900" y="762000"/>
                </a:moveTo>
                <a:lnTo>
                  <a:pt x="742950" y="762000"/>
                </a:lnTo>
                <a:lnTo>
                  <a:pt x="742950" y="771525"/>
                </a:lnTo>
                <a:lnTo>
                  <a:pt x="723900" y="771525"/>
                </a:lnTo>
                <a:close/>
                <a:moveTo>
                  <a:pt x="285750" y="771525"/>
                </a:moveTo>
                <a:lnTo>
                  <a:pt x="295275" y="771525"/>
                </a:lnTo>
                <a:lnTo>
                  <a:pt x="295275" y="781050"/>
                </a:lnTo>
                <a:lnTo>
                  <a:pt x="285750" y="781050"/>
                </a:lnTo>
                <a:close/>
                <a:moveTo>
                  <a:pt x="533400" y="771525"/>
                </a:moveTo>
                <a:lnTo>
                  <a:pt x="542925" y="771525"/>
                </a:lnTo>
                <a:lnTo>
                  <a:pt x="542925" y="781050"/>
                </a:lnTo>
                <a:lnTo>
                  <a:pt x="533400" y="781050"/>
                </a:lnTo>
                <a:close/>
                <a:moveTo>
                  <a:pt x="714375" y="771525"/>
                </a:moveTo>
                <a:lnTo>
                  <a:pt x="723900" y="771525"/>
                </a:lnTo>
                <a:lnTo>
                  <a:pt x="723900" y="781050"/>
                </a:lnTo>
                <a:lnTo>
                  <a:pt x="714375" y="781050"/>
                </a:lnTo>
                <a:close/>
                <a:moveTo>
                  <a:pt x="1133475" y="781050"/>
                </a:moveTo>
                <a:lnTo>
                  <a:pt x="1143000" y="781050"/>
                </a:lnTo>
                <a:lnTo>
                  <a:pt x="1143000" y="809625"/>
                </a:lnTo>
                <a:lnTo>
                  <a:pt x="1133475" y="809625"/>
                </a:lnTo>
                <a:close/>
                <a:moveTo>
                  <a:pt x="38100" y="790575"/>
                </a:moveTo>
                <a:lnTo>
                  <a:pt x="47625" y="790575"/>
                </a:lnTo>
                <a:lnTo>
                  <a:pt x="47625" y="800100"/>
                </a:lnTo>
                <a:lnTo>
                  <a:pt x="38100" y="800100"/>
                </a:lnTo>
                <a:close/>
                <a:moveTo>
                  <a:pt x="876300" y="790575"/>
                </a:moveTo>
                <a:lnTo>
                  <a:pt x="885825" y="790575"/>
                </a:lnTo>
                <a:lnTo>
                  <a:pt x="885825" y="809625"/>
                </a:lnTo>
                <a:lnTo>
                  <a:pt x="876300" y="809625"/>
                </a:lnTo>
                <a:close/>
                <a:moveTo>
                  <a:pt x="1171575" y="790575"/>
                </a:moveTo>
                <a:lnTo>
                  <a:pt x="1181100" y="790575"/>
                </a:lnTo>
                <a:lnTo>
                  <a:pt x="1181100" y="800100"/>
                </a:lnTo>
                <a:lnTo>
                  <a:pt x="1171575" y="800100"/>
                </a:lnTo>
                <a:close/>
                <a:moveTo>
                  <a:pt x="1181100" y="800100"/>
                </a:moveTo>
                <a:lnTo>
                  <a:pt x="1190625" y="800100"/>
                </a:lnTo>
                <a:lnTo>
                  <a:pt x="1190625" y="809625"/>
                </a:lnTo>
                <a:lnTo>
                  <a:pt x="1181100" y="809625"/>
                </a:lnTo>
                <a:close/>
              </a:path>
            </a:pathLst>
          </a:custGeom>
          <a:solidFill xmlns:a="http://schemas.openxmlformats.org/drawingml/2006/main">
            <a:srgbClr val="F9F9F3"/>
          </a:solidFill>
          <a:ln xmlns:a="http://schemas.openxmlformats.org/drawingml/2006/main" w="0">
            <a:noFill/>
          </a:ln>
        </p:spPr>
      </p:sp>
      <p:sp>
        <p:nvSpPr>
          <p:cNvPr id="16" name="v00 vector #faf8f4">
            <a:extLst xmlns:a="http://schemas.openxmlformats.org/drawingml/2006/main">
              <a:ext uri="{FF2B5EF4-FFF2-40B4-BE49-F238E27FC236}">
                <a16:creationId xmlns:a16="http://schemas.microsoft.com/office/drawing/2014/main" id="{2B3FA5AA-8D77-4CE0-8F9F-3DC499F0BD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5350" y="2362200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1152525" y="47625"/>
                </a:moveTo>
                <a:lnTo>
                  <a:pt x="1181100" y="47625"/>
                </a:lnTo>
                <a:lnTo>
                  <a:pt x="1181100" y="57150"/>
                </a:lnTo>
                <a:lnTo>
                  <a:pt x="1190625" y="57150"/>
                </a:lnTo>
                <a:lnTo>
                  <a:pt x="1190625" y="85725"/>
                </a:lnTo>
                <a:lnTo>
                  <a:pt x="1162050" y="85725"/>
                </a:lnTo>
                <a:lnTo>
                  <a:pt x="1162050" y="66675"/>
                </a:lnTo>
                <a:lnTo>
                  <a:pt x="1152525" y="66675"/>
                </a:lnTo>
                <a:close/>
                <a:moveTo>
                  <a:pt x="1114425" y="76200"/>
                </a:moveTo>
                <a:lnTo>
                  <a:pt x="1123950" y="76200"/>
                </a:lnTo>
                <a:lnTo>
                  <a:pt x="1123950" y="85725"/>
                </a:lnTo>
                <a:lnTo>
                  <a:pt x="1114425" y="85725"/>
                </a:lnTo>
                <a:close/>
                <a:moveTo>
                  <a:pt x="0" y="95250"/>
                </a:moveTo>
                <a:lnTo>
                  <a:pt x="9525" y="95250"/>
                </a:lnTo>
                <a:lnTo>
                  <a:pt x="9525" y="104775"/>
                </a:lnTo>
                <a:lnTo>
                  <a:pt x="0" y="104775"/>
                </a:lnTo>
                <a:close/>
                <a:moveTo>
                  <a:pt x="1190625" y="123825"/>
                </a:moveTo>
                <a:lnTo>
                  <a:pt x="1209675" y="123825"/>
                </a:lnTo>
                <a:lnTo>
                  <a:pt x="1209675" y="142875"/>
                </a:lnTo>
                <a:lnTo>
                  <a:pt x="1200150" y="142875"/>
                </a:lnTo>
                <a:lnTo>
                  <a:pt x="1200150" y="133350"/>
                </a:lnTo>
                <a:lnTo>
                  <a:pt x="1190625" y="133350"/>
                </a:lnTo>
                <a:close/>
                <a:moveTo>
                  <a:pt x="95250" y="133350"/>
                </a:moveTo>
                <a:lnTo>
                  <a:pt x="104775" y="133350"/>
                </a:lnTo>
                <a:lnTo>
                  <a:pt x="104775" y="142875"/>
                </a:lnTo>
                <a:lnTo>
                  <a:pt x="95250" y="142875"/>
                </a:lnTo>
                <a:close/>
                <a:moveTo>
                  <a:pt x="1200150" y="171450"/>
                </a:moveTo>
                <a:lnTo>
                  <a:pt x="1209675" y="171450"/>
                </a:lnTo>
                <a:lnTo>
                  <a:pt x="1209675" y="180975"/>
                </a:lnTo>
                <a:lnTo>
                  <a:pt x="1200150" y="180975"/>
                </a:lnTo>
                <a:close/>
                <a:moveTo>
                  <a:pt x="1190625" y="180975"/>
                </a:moveTo>
                <a:lnTo>
                  <a:pt x="1200150" y="180975"/>
                </a:lnTo>
                <a:lnTo>
                  <a:pt x="1200150" y="190500"/>
                </a:lnTo>
                <a:lnTo>
                  <a:pt x="1190625" y="190500"/>
                </a:lnTo>
                <a:close/>
                <a:moveTo>
                  <a:pt x="0" y="219075"/>
                </a:moveTo>
                <a:lnTo>
                  <a:pt x="19050" y="219075"/>
                </a:lnTo>
                <a:lnTo>
                  <a:pt x="19050" y="228600"/>
                </a:lnTo>
                <a:lnTo>
                  <a:pt x="0" y="228600"/>
                </a:lnTo>
                <a:close/>
                <a:moveTo>
                  <a:pt x="1190625" y="219075"/>
                </a:moveTo>
                <a:lnTo>
                  <a:pt x="1209675" y="219075"/>
                </a:lnTo>
                <a:lnTo>
                  <a:pt x="1209675" y="228600"/>
                </a:lnTo>
                <a:lnTo>
                  <a:pt x="1200150" y="228600"/>
                </a:lnTo>
                <a:lnTo>
                  <a:pt x="1200150" y="238125"/>
                </a:lnTo>
                <a:lnTo>
                  <a:pt x="1181100" y="238125"/>
                </a:lnTo>
                <a:lnTo>
                  <a:pt x="1181100" y="228600"/>
                </a:lnTo>
                <a:lnTo>
                  <a:pt x="1190625" y="228600"/>
                </a:lnTo>
                <a:close/>
                <a:moveTo>
                  <a:pt x="133350" y="323850"/>
                </a:moveTo>
                <a:lnTo>
                  <a:pt x="142875" y="323850"/>
                </a:lnTo>
                <a:lnTo>
                  <a:pt x="142875" y="333375"/>
                </a:lnTo>
                <a:lnTo>
                  <a:pt x="133350" y="333375"/>
                </a:lnTo>
                <a:close/>
                <a:moveTo>
                  <a:pt x="1057275" y="323850"/>
                </a:moveTo>
                <a:lnTo>
                  <a:pt x="1066800" y="323850"/>
                </a:lnTo>
                <a:lnTo>
                  <a:pt x="1066800" y="342900"/>
                </a:lnTo>
                <a:lnTo>
                  <a:pt x="1047750" y="342900"/>
                </a:lnTo>
                <a:lnTo>
                  <a:pt x="1047750" y="333375"/>
                </a:lnTo>
                <a:lnTo>
                  <a:pt x="1057275" y="333375"/>
                </a:lnTo>
                <a:close/>
                <a:moveTo>
                  <a:pt x="1095375" y="361950"/>
                </a:moveTo>
                <a:lnTo>
                  <a:pt x="1104900" y="361950"/>
                </a:lnTo>
                <a:lnTo>
                  <a:pt x="1104900" y="371475"/>
                </a:lnTo>
                <a:lnTo>
                  <a:pt x="1095375" y="371475"/>
                </a:lnTo>
                <a:close/>
                <a:moveTo>
                  <a:pt x="1076325" y="381000"/>
                </a:moveTo>
                <a:lnTo>
                  <a:pt x="1085850" y="381000"/>
                </a:lnTo>
                <a:lnTo>
                  <a:pt x="1085850" y="390525"/>
                </a:lnTo>
                <a:lnTo>
                  <a:pt x="1076325" y="390525"/>
                </a:lnTo>
                <a:close/>
                <a:moveTo>
                  <a:pt x="1066800" y="390525"/>
                </a:moveTo>
                <a:lnTo>
                  <a:pt x="1076325" y="390525"/>
                </a:lnTo>
                <a:lnTo>
                  <a:pt x="1076325" y="400050"/>
                </a:lnTo>
                <a:lnTo>
                  <a:pt x="1066800" y="400050"/>
                </a:lnTo>
                <a:close/>
                <a:moveTo>
                  <a:pt x="1104900" y="390525"/>
                </a:moveTo>
                <a:lnTo>
                  <a:pt x="1114425" y="390525"/>
                </a:lnTo>
                <a:lnTo>
                  <a:pt x="1114425" y="409575"/>
                </a:lnTo>
                <a:lnTo>
                  <a:pt x="1095375" y="409575"/>
                </a:lnTo>
                <a:lnTo>
                  <a:pt x="1095375" y="400050"/>
                </a:lnTo>
                <a:lnTo>
                  <a:pt x="1104900" y="400050"/>
                </a:lnTo>
                <a:close/>
                <a:moveTo>
                  <a:pt x="1057275" y="400050"/>
                </a:moveTo>
                <a:lnTo>
                  <a:pt x="1066800" y="400050"/>
                </a:lnTo>
                <a:lnTo>
                  <a:pt x="1066800" y="419100"/>
                </a:lnTo>
                <a:lnTo>
                  <a:pt x="1057275" y="419100"/>
                </a:lnTo>
                <a:close/>
                <a:moveTo>
                  <a:pt x="1200150" y="409575"/>
                </a:moveTo>
                <a:lnTo>
                  <a:pt x="1209675" y="409575"/>
                </a:lnTo>
                <a:lnTo>
                  <a:pt x="1209675" y="447675"/>
                </a:lnTo>
                <a:lnTo>
                  <a:pt x="1200150" y="447675"/>
                </a:lnTo>
                <a:lnTo>
                  <a:pt x="1200150" y="438150"/>
                </a:lnTo>
                <a:lnTo>
                  <a:pt x="1190625" y="438150"/>
                </a:lnTo>
                <a:lnTo>
                  <a:pt x="1190625" y="419100"/>
                </a:lnTo>
                <a:lnTo>
                  <a:pt x="1200150" y="419100"/>
                </a:lnTo>
                <a:close/>
                <a:moveTo>
                  <a:pt x="66675" y="457200"/>
                </a:moveTo>
                <a:lnTo>
                  <a:pt x="85725" y="457200"/>
                </a:lnTo>
                <a:lnTo>
                  <a:pt x="85725" y="466725"/>
                </a:lnTo>
                <a:lnTo>
                  <a:pt x="66675" y="466725"/>
                </a:lnTo>
                <a:close/>
                <a:moveTo>
                  <a:pt x="1181100" y="466725"/>
                </a:moveTo>
                <a:lnTo>
                  <a:pt x="1190625" y="466725"/>
                </a:lnTo>
                <a:lnTo>
                  <a:pt x="1190625" y="476250"/>
                </a:lnTo>
                <a:lnTo>
                  <a:pt x="1209675" y="476250"/>
                </a:lnTo>
                <a:lnTo>
                  <a:pt x="1209675" y="514350"/>
                </a:lnTo>
                <a:lnTo>
                  <a:pt x="1181100" y="514350"/>
                </a:lnTo>
                <a:lnTo>
                  <a:pt x="1181100" y="495300"/>
                </a:lnTo>
                <a:lnTo>
                  <a:pt x="1171575" y="495300"/>
                </a:lnTo>
                <a:lnTo>
                  <a:pt x="1171575" y="476250"/>
                </a:lnTo>
                <a:lnTo>
                  <a:pt x="1181100" y="476250"/>
                </a:lnTo>
                <a:close/>
                <a:moveTo>
                  <a:pt x="66675" y="495300"/>
                </a:moveTo>
                <a:lnTo>
                  <a:pt x="76200" y="495300"/>
                </a:lnTo>
                <a:lnTo>
                  <a:pt x="76200" y="504825"/>
                </a:lnTo>
                <a:lnTo>
                  <a:pt x="66675" y="504825"/>
                </a:lnTo>
                <a:close/>
                <a:moveTo>
                  <a:pt x="28575" y="514350"/>
                </a:moveTo>
                <a:lnTo>
                  <a:pt x="38100" y="514350"/>
                </a:lnTo>
                <a:lnTo>
                  <a:pt x="38100" y="533400"/>
                </a:lnTo>
                <a:lnTo>
                  <a:pt x="28575" y="533400"/>
                </a:lnTo>
                <a:close/>
                <a:moveTo>
                  <a:pt x="485775" y="571500"/>
                </a:moveTo>
                <a:lnTo>
                  <a:pt x="495300" y="571500"/>
                </a:lnTo>
                <a:lnTo>
                  <a:pt x="495300" y="581025"/>
                </a:lnTo>
                <a:lnTo>
                  <a:pt x="485775" y="581025"/>
                </a:lnTo>
                <a:close/>
                <a:moveTo>
                  <a:pt x="504825" y="571500"/>
                </a:moveTo>
                <a:lnTo>
                  <a:pt x="514350" y="571500"/>
                </a:lnTo>
                <a:lnTo>
                  <a:pt x="514350" y="581025"/>
                </a:lnTo>
                <a:lnTo>
                  <a:pt x="504825" y="581025"/>
                </a:lnTo>
                <a:close/>
                <a:moveTo>
                  <a:pt x="1123950" y="581025"/>
                </a:moveTo>
                <a:lnTo>
                  <a:pt x="1143000" y="581025"/>
                </a:lnTo>
                <a:lnTo>
                  <a:pt x="1143000" y="590550"/>
                </a:lnTo>
                <a:lnTo>
                  <a:pt x="1152525" y="590550"/>
                </a:lnTo>
                <a:lnTo>
                  <a:pt x="1152525" y="600075"/>
                </a:lnTo>
                <a:lnTo>
                  <a:pt x="1162050" y="600075"/>
                </a:lnTo>
                <a:lnTo>
                  <a:pt x="1162050" y="609600"/>
                </a:lnTo>
                <a:lnTo>
                  <a:pt x="1152525" y="609600"/>
                </a:lnTo>
                <a:lnTo>
                  <a:pt x="1152525" y="619125"/>
                </a:lnTo>
                <a:lnTo>
                  <a:pt x="1143000" y="619125"/>
                </a:lnTo>
                <a:lnTo>
                  <a:pt x="1143000" y="609600"/>
                </a:lnTo>
                <a:lnTo>
                  <a:pt x="1123950" y="609600"/>
                </a:lnTo>
                <a:lnTo>
                  <a:pt x="1123950" y="600075"/>
                </a:lnTo>
                <a:lnTo>
                  <a:pt x="1114425" y="600075"/>
                </a:lnTo>
                <a:lnTo>
                  <a:pt x="1114425" y="590550"/>
                </a:lnTo>
                <a:lnTo>
                  <a:pt x="1123950" y="590550"/>
                </a:lnTo>
                <a:close/>
                <a:moveTo>
                  <a:pt x="485775" y="590550"/>
                </a:moveTo>
                <a:lnTo>
                  <a:pt x="495300" y="590550"/>
                </a:lnTo>
                <a:lnTo>
                  <a:pt x="495300" y="600075"/>
                </a:lnTo>
                <a:lnTo>
                  <a:pt x="485775" y="600075"/>
                </a:lnTo>
                <a:close/>
                <a:moveTo>
                  <a:pt x="1085850" y="600075"/>
                </a:moveTo>
                <a:lnTo>
                  <a:pt x="1095375" y="600075"/>
                </a:lnTo>
                <a:lnTo>
                  <a:pt x="1095375" y="609600"/>
                </a:lnTo>
                <a:lnTo>
                  <a:pt x="1085850" y="609600"/>
                </a:lnTo>
                <a:close/>
                <a:moveTo>
                  <a:pt x="647700" y="676275"/>
                </a:moveTo>
                <a:lnTo>
                  <a:pt x="657225" y="676275"/>
                </a:lnTo>
                <a:lnTo>
                  <a:pt x="657225" y="685800"/>
                </a:lnTo>
                <a:lnTo>
                  <a:pt x="666750" y="685800"/>
                </a:lnTo>
                <a:lnTo>
                  <a:pt x="666750" y="695325"/>
                </a:lnTo>
                <a:lnTo>
                  <a:pt x="647700" y="695325"/>
                </a:lnTo>
                <a:close/>
                <a:moveTo>
                  <a:pt x="1190625" y="685800"/>
                </a:moveTo>
                <a:lnTo>
                  <a:pt x="1200150" y="685800"/>
                </a:lnTo>
                <a:lnTo>
                  <a:pt x="1200150" y="704850"/>
                </a:lnTo>
                <a:lnTo>
                  <a:pt x="1181100" y="704850"/>
                </a:lnTo>
                <a:lnTo>
                  <a:pt x="1181100" y="695325"/>
                </a:lnTo>
                <a:lnTo>
                  <a:pt x="1190625" y="695325"/>
                </a:lnTo>
                <a:close/>
                <a:moveTo>
                  <a:pt x="428625" y="695325"/>
                </a:moveTo>
                <a:lnTo>
                  <a:pt x="438150" y="695325"/>
                </a:lnTo>
                <a:lnTo>
                  <a:pt x="438150" y="704850"/>
                </a:lnTo>
                <a:lnTo>
                  <a:pt x="428625" y="704850"/>
                </a:lnTo>
                <a:close/>
                <a:moveTo>
                  <a:pt x="361950" y="714375"/>
                </a:moveTo>
                <a:lnTo>
                  <a:pt x="381000" y="714375"/>
                </a:lnTo>
                <a:lnTo>
                  <a:pt x="381000" y="723900"/>
                </a:lnTo>
                <a:lnTo>
                  <a:pt x="361950" y="723900"/>
                </a:lnTo>
                <a:close/>
                <a:moveTo>
                  <a:pt x="1171575" y="733425"/>
                </a:moveTo>
                <a:lnTo>
                  <a:pt x="1181100" y="733425"/>
                </a:lnTo>
                <a:lnTo>
                  <a:pt x="1181100" y="742950"/>
                </a:lnTo>
                <a:lnTo>
                  <a:pt x="1200150" y="742950"/>
                </a:lnTo>
                <a:lnTo>
                  <a:pt x="1200150" y="762000"/>
                </a:lnTo>
                <a:lnTo>
                  <a:pt x="1190625" y="762000"/>
                </a:lnTo>
                <a:lnTo>
                  <a:pt x="1190625" y="771525"/>
                </a:lnTo>
                <a:lnTo>
                  <a:pt x="1209675" y="771525"/>
                </a:lnTo>
                <a:lnTo>
                  <a:pt x="1209675" y="781050"/>
                </a:lnTo>
                <a:lnTo>
                  <a:pt x="1181100" y="781050"/>
                </a:lnTo>
                <a:lnTo>
                  <a:pt x="1181100" y="771525"/>
                </a:lnTo>
                <a:lnTo>
                  <a:pt x="1171575" y="771525"/>
                </a:lnTo>
                <a:lnTo>
                  <a:pt x="1171575" y="752475"/>
                </a:lnTo>
                <a:lnTo>
                  <a:pt x="1162050" y="752475"/>
                </a:lnTo>
                <a:lnTo>
                  <a:pt x="1162050" y="742950"/>
                </a:lnTo>
                <a:lnTo>
                  <a:pt x="1171575" y="742950"/>
                </a:lnTo>
                <a:close/>
                <a:moveTo>
                  <a:pt x="476250" y="781050"/>
                </a:moveTo>
                <a:lnTo>
                  <a:pt x="485775" y="781050"/>
                </a:lnTo>
                <a:lnTo>
                  <a:pt x="485775" y="790575"/>
                </a:lnTo>
                <a:lnTo>
                  <a:pt x="476250" y="790575"/>
                </a:lnTo>
                <a:close/>
              </a:path>
            </a:pathLst>
          </a:custGeom>
          <a:solidFill xmlns:a="http://schemas.openxmlformats.org/drawingml/2006/main">
            <a:srgbClr val="FAF8F4"/>
          </a:solidFill>
          <a:ln xmlns:a="http://schemas.openxmlformats.org/drawingml/2006/main" w="0">
            <a:noFill/>
          </a:ln>
        </p:spPr>
      </p:sp>
      <p:sp>
        <p:nvSpPr>
          <p:cNvPr id="17" name="v00 vector #f9f8f5">
            <a:extLst xmlns:a="http://schemas.openxmlformats.org/drawingml/2006/main">
              <a:ext uri="{FF2B5EF4-FFF2-40B4-BE49-F238E27FC236}">
                <a16:creationId xmlns:a16="http://schemas.microsoft.com/office/drawing/2014/main" id="{7A28083B-7E02-4A0D-83DE-C0E83E508A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5350" y="2362200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1152525" y="28575"/>
                </a:moveTo>
                <a:lnTo>
                  <a:pt x="1162050" y="28575"/>
                </a:lnTo>
                <a:lnTo>
                  <a:pt x="1162050" y="38100"/>
                </a:lnTo>
                <a:lnTo>
                  <a:pt x="1152525" y="38100"/>
                </a:lnTo>
                <a:close/>
                <a:moveTo>
                  <a:pt x="1114425" y="66675"/>
                </a:moveTo>
                <a:lnTo>
                  <a:pt x="1123950" y="66675"/>
                </a:lnTo>
                <a:lnTo>
                  <a:pt x="1123950" y="76200"/>
                </a:lnTo>
                <a:lnTo>
                  <a:pt x="1114425" y="76200"/>
                </a:lnTo>
                <a:close/>
                <a:moveTo>
                  <a:pt x="1114425" y="85725"/>
                </a:moveTo>
                <a:lnTo>
                  <a:pt x="1123950" y="85725"/>
                </a:lnTo>
                <a:lnTo>
                  <a:pt x="1123950" y="95250"/>
                </a:lnTo>
                <a:lnTo>
                  <a:pt x="1114425" y="95250"/>
                </a:lnTo>
                <a:close/>
                <a:moveTo>
                  <a:pt x="161925" y="104775"/>
                </a:moveTo>
                <a:lnTo>
                  <a:pt x="171450" y="104775"/>
                </a:lnTo>
                <a:lnTo>
                  <a:pt x="171450" y="114300"/>
                </a:lnTo>
                <a:lnTo>
                  <a:pt x="161925" y="114300"/>
                </a:lnTo>
                <a:close/>
                <a:moveTo>
                  <a:pt x="609600" y="114300"/>
                </a:moveTo>
                <a:lnTo>
                  <a:pt x="619125" y="114300"/>
                </a:lnTo>
                <a:lnTo>
                  <a:pt x="619125" y="123825"/>
                </a:lnTo>
                <a:lnTo>
                  <a:pt x="609600" y="123825"/>
                </a:lnTo>
                <a:close/>
                <a:moveTo>
                  <a:pt x="171450" y="285750"/>
                </a:moveTo>
                <a:lnTo>
                  <a:pt x="180975" y="285750"/>
                </a:lnTo>
                <a:lnTo>
                  <a:pt x="180975" y="295275"/>
                </a:lnTo>
                <a:lnTo>
                  <a:pt x="171450" y="295275"/>
                </a:lnTo>
                <a:close/>
                <a:moveTo>
                  <a:pt x="1162050" y="314325"/>
                </a:moveTo>
                <a:lnTo>
                  <a:pt x="1171575" y="314325"/>
                </a:lnTo>
                <a:lnTo>
                  <a:pt x="1171575" y="323850"/>
                </a:lnTo>
                <a:lnTo>
                  <a:pt x="1162050" y="323850"/>
                </a:lnTo>
                <a:close/>
                <a:moveTo>
                  <a:pt x="1123950" y="333375"/>
                </a:moveTo>
                <a:lnTo>
                  <a:pt x="1143000" y="333375"/>
                </a:lnTo>
                <a:lnTo>
                  <a:pt x="1143000" y="342900"/>
                </a:lnTo>
                <a:lnTo>
                  <a:pt x="1133475" y="342900"/>
                </a:lnTo>
                <a:lnTo>
                  <a:pt x="1133475" y="352425"/>
                </a:lnTo>
                <a:lnTo>
                  <a:pt x="1114425" y="352425"/>
                </a:lnTo>
                <a:lnTo>
                  <a:pt x="1114425" y="342900"/>
                </a:lnTo>
                <a:lnTo>
                  <a:pt x="1123950" y="342900"/>
                </a:lnTo>
                <a:close/>
                <a:moveTo>
                  <a:pt x="1171575" y="333375"/>
                </a:moveTo>
                <a:lnTo>
                  <a:pt x="1181100" y="333375"/>
                </a:lnTo>
                <a:lnTo>
                  <a:pt x="1181100" y="342900"/>
                </a:lnTo>
                <a:lnTo>
                  <a:pt x="1171575" y="342900"/>
                </a:lnTo>
                <a:close/>
                <a:moveTo>
                  <a:pt x="1047750" y="342900"/>
                </a:moveTo>
                <a:lnTo>
                  <a:pt x="1057275" y="342900"/>
                </a:lnTo>
                <a:lnTo>
                  <a:pt x="1057275" y="352425"/>
                </a:lnTo>
                <a:lnTo>
                  <a:pt x="1047750" y="352425"/>
                </a:lnTo>
                <a:close/>
                <a:moveTo>
                  <a:pt x="47625" y="381000"/>
                </a:moveTo>
                <a:lnTo>
                  <a:pt x="57150" y="381000"/>
                </a:lnTo>
                <a:lnTo>
                  <a:pt x="57150" y="390525"/>
                </a:lnTo>
                <a:lnTo>
                  <a:pt x="47625" y="390525"/>
                </a:lnTo>
                <a:close/>
                <a:moveTo>
                  <a:pt x="1019175" y="381000"/>
                </a:moveTo>
                <a:lnTo>
                  <a:pt x="1038225" y="381000"/>
                </a:lnTo>
                <a:lnTo>
                  <a:pt x="1038225" y="390525"/>
                </a:lnTo>
                <a:lnTo>
                  <a:pt x="1028700" y="390525"/>
                </a:lnTo>
                <a:lnTo>
                  <a:pt x="1028700" y="400050"/>
                </a:lnTo>
                <a:lnTo>
                  <a:pt x="1009650" y="400050"/>
                </a:lnTo>
                <a:lnTo>
                  <a:pt x="1009650" y="390525"/>
                </a:lnTo>
                <a:lnTo>
                  <a:pt x="1019175" y="390525"/>
                </a:lnTo>
                <a:close/>
                <a:moveTo>
                  <a:pt x="28575" y="390525"/>
                </a:moveTo>
                <a:lnTo>
                  <a:pt x="47625" y="390525"/>
                </a:lnTo>
                <a:lnTo>
                  <a:pt x="47625" y="409575"/>
                </a:lnTo>
                <a:lnTo>
                  <a:pt x="38100" y="409575"/>
                </a:lnTo>
                <a:lnTo>
                  <a:pt x="38100" y="400050"/>
                </a:lnTo>
                <a:lnTo>
                  <a:pt x="28575" y="400050"/>
                </a:lnTo>
                <a:close/>
                <a:moveTo>
                  <a:pt x="1162050" y="409575"/>
                </a:moveTo>
                <a:lnTo>
                  <a:pt x="1171575" y="409575"/>
                </a:lnTo>
                <a:lnTo>
                  <a:pt x="1171575" y="419100"/>
                </a:lnTo>
                <a:lnTo>
                  <a:pt x="1162050" y="419100"/>
                </a:lnTo>
                <a:close/>
                <a:moveTo>
                  <a:pt x="85725" y="457200"/>
                </a:moveTo>
                <a:lnTo>
                  <a:pt x="95250" y="457200"/>
                </a:lnTo>
                <a:lnTo>
                  <a:pt x="95250" y="476250"/>
                </a:lnTo>
                <a:lnTo>
                  <a:pt x="85725" y="476250"/>
                </a:lnTo>
                <a:close/>
                <a:moveTo>
                  <a:pt x="104775" y="466725"/>
                </a:moveTo>
                <a:lnTo>
                  <a:pt x="114300" y="466725"/>
                </a:lnTo>
                <a:lnTo>
                  <a:pt x="114300" y="476250"/>
                </a:lnTo>
                <a:lnTo>
                  <a:pt x="104775" y="476250"/>
                </a:lnTo>
                <a:close/>
                <a:moveTo>
                  <a:pt x="47625" y="485775"/>
                </a:moveTo>
                <a:lnTo>
                  <a:pt x="66675" y="485775"/>
                </a:lnTo>
                <a:lnTo>
                  <a:pt x="66675" y="495300"/>
                </a:lnTo>
                <a:lnTo>
                  <a:pt x="57150" y="495300"/>
                </a:lnTo>
                <a:lnTo>
                  <a:pt x="57150" y="504825"/>
                </a:lnTo>
                <a:lnTo>
                  <a:pt x="47625" y="504825"/>
                </a:lnTo>
                <a:close/>
                <a:moveTo>
                  <a:pt x="85725" y="485775"/>
                </a:moveTo>
                <a:lnTo>
                  <a:pt x="95250" y="485775"/>
                </a:lnTo>
                <a:lnTo>
                  <a:pt x="95250" y="504825"/>
                </a:lnTo>
                <a:lnTo>
                  <a:pt x="85725" y="504825"/>
                </a:lnTo>
                <a:close/>
                <a:moveTo>
                  <a:pt x="104775" y="542925"/>
                </a:moveTo>
                <a:lnTo>
                  <a:pt x="114300" y="542925"/>
                </a:lnTo>
                <a:lnTo>
                  <a:pt x="114300" y="552450"/>
                </a:lnTo>
                <a:lnTo>
                  <a:pt x="104775" y="552450"/>
                </a:lnTo>
                <a:close/>
                <a:moveTo>
                  <a:pt x="590550" y="552450"/>
                </a:moveTo>
                <a:lnTo>
                  <a:pt x="609600" y="552450"/>
                </a:lnTo>
                <a:lnTo>
                  <a:pt x="609600" y="561975"/>
                </a:lnTo>
                <a:lnTo>
                  <a:pt x="590550" y="561975"/>
                </a:lnTo>
                <a:close/>
                <a:moveTo>
                  <a:pt x="523875" y="561975"/>
                </a:moveTo>
                <a:lnTo>
                  <a:pt x="533400" y="561975"/>
                </a:lnTo>
                <a:lnTo>
                  <a:pt x="533400" y="571500"/>
                </a:lnTo>
                <a:lnTo>
                  <a:pt x="523875" y="571500"/>
                </a:lnTo>
                <a:close/>
                <a:moveTo>
                  <a:pt x="1104900" y="561975"/>
                </a:moveTo>
                <a:lnTo>
                  <a:pt x="1114425" y="561975"/>
                </a:lnTo>
                <a:lnTo>
                  <a:pt x="1114425" y="571500"/>
                </a:lnTo>
                <a:lnTo>
                  <a:pt x="1104900" y="571500"/>
                </a:lnTo>
                <a:close/>
                <a:moveTo>
                  <a:pt x="66675" y="571500"/>
                </a:moveTo>
                <a:lnTo>
                  <a:pt x="76200" y="571500"/>
                </a:lnTo>
                <a:lnTo>
                  <a:pt x="76200" y="581025"/>
                </a:lnTo>
                <a:lnTo>
                  <a:pt x="66675" y="581025"/>
                </a:lnTo>
                <a:close/>
                <a:moveTo>
                  <a:pt x="590550" y="571500"/>
                </a:moveTo>
                <a:lnTo>
                  <a:pt x="600075" y="571500"/>
                </a:lnTo>
                <a:lnTo>
                  <a:pt x="600075" y="581025"/>
                </a:lnTo>
                <a:lnTo>
                  <a:pt x="590550" y="581025"/>
                </a:lnTo>
                <a:close/>
                <a:moveTo>
                  <a:pt x="1123950" y="571500"/>
                </a:moveTo>
                <a:lnTo>
                  <a:pt x="1133475" y="571500"/>
                </a:lnTo>
                <a:lnTo>
                  <a:pt x="1133475" y="581025"/>
                </a:lnTo>
                <a:lnTo>
                  <a:pt x="1123950" y="581025"/>
                </a:lnTo>
                <a:close/>
                <a:moveTo>
                  <a:pt x="76200" y="581025"/>
                </a:moveTo>
                <a:lnTo>
                  <a:pt x="85725" y="581025"/>
                </a:lnTo>
                <a:lnTo>
                  <a:pt x="85725" y="590550"/>
                </a:lnTo>
                <a:lnTo>
                  <a:pt x="76200" y="590550"/>
                </a:lnTo>
                <a:close/>
                <a:moveTo>
                  <a:pt x="85725" y="590550"/>
                </a:moveTo>
                <a:lnTo>
                  <a:pt x="95250" y="590550"/>
                </a:lnTo>
                <a:lnTo>
                  <a:pt x="95250" y="600075"/>
                </a:lnTo>
                <a:lnTo>
                  <a:pt x="85725" y="600075"/>
                </a:lnTo>
                <a:close/>
                <a:moveTo>
                  <a:pt x="609600" y="590550"/>
                </a:moveTo>
                <a:lnTo>
                  <a:pt x="619125" y="590550"/>
                </a:lnTo>
                <a:lnTo>
                  <a:pt x="619125" y="600075"/>
                </a:lnTo>
                <a:lnTo>
                  <a:pt x="609600" y="600075"/>
                </a:lnTo>
                <a:close/>
                <a:moveTo>
                  <a:pt x="123825" y="619125"/>
                </a:moveTo>
                <a:lnTo>
                  <a:pt x="133350" y="619125"/>
                </a:lnTo>
                <a:lnTo>
                  <a:pt x="133350" y="628650"/>
                </a:lnTo>
                <a:lnTo>
                  <a:pt x="123825" y="628650"/>
                </a:lnTo>
                <a:close/>
                <a:moveTo>
                  <a:pt x="619125" y="619125"/>
                </a:moveTo>
                <a:lnTo>
                  <a:pt x="638175" y="619125"/>
                </a:lnTo>
                <a:lnTo>
                  <a:pt x="638175" y="628650"/>
                </a:lnTo>
                <a:lnTo>
                  <a:pt x="619125" y="628650"/>
                </a:lnTo>
                <a:close/>
                <a:moveTo>
                  <a:pt x="142875" y="685800"/>
                </a:moveTo>
                <a:lnTo>
                  <a:pt x="161925" y="685800"/>
                </a:lnTo>
                <a:lnTo>
                  <a:pt x="161925" y="695325"/>
                </a:lnTo>
                <a:lnTo>
                  <a:pt x="152400" y="695325"/>
                </a:lnTo>
                <a:lnTo>
                  <a:pt x="152400" y="704850"/>
                </a:lnTo>
                <a:lnTo>
                  <a:pt x="142875" y="704850"/>
                </a:lnTo>
                <a:close/>
                <a:moveTo>
                  <a:pt x="590550" y="723900"/>
                </a:moveTo>
                <a:lnTo>
                  <a:pt x="600075" y="723900"/>
                </a:lnTo>
                <a:lnTo>
                  <a:pt x="600075" y="742950"/>
                </a:lnTo>
                <a:lnTo>
                  <a:pt x="590550" y="742950"/>
                </a:lnTo>
                <a:close/>
                <a:moveTo>
                  <a:pt x="133350" y="733425"/>
                </a:moveTo>
                <a:lnTo>
                  <a:pt x="142875" y="733425"/>
                </a:lnTo>
                <a:lnTo>
                  <a:pt x="142875" y="752475"/>
                </a:lnTo>
                <a:lnTo>
                  <a:pt x="123825" y="752475"/>
                </a:lnTo>
                <a:lnTo>
                  <a:pt x="123825" y="742950"/>
                </a:lnTo>
                <a:lnTo>
                  <a:pt x="133350" y="742950"/>
                </a:lnTo>
                <a:close/>
              </a:path>
            </a:pathLst>
          </a:custGeom>
          <a:solidFill xmlns:a="http://schemas.openxmlformats.org/drawingml/2006/main">
            <a:srgbClr val="F9F8F5"/>
          </a:solidFill>
          <a:ln xmlns:a="http://schemas.openxmlformats.org/drawingml/2006/main" w="0">
            <a:noFill/>
          </a:ln>
        </p:spPr>
      </p:sp>
      <p:sp>
        <p:nvSpPr>
          <p:cNvPr id="18" name="v00 vector #f9f8f4">
            <a:extLst xmlns:a="http://schemas.openxmlformats.org/drawingml/2006/main">
              <a:ext uri="{FF2B5EF4-FFF2-40B4-BE49-F238E27FC236}">
                <a16:creationId xmlns:a16="http://schemas.microsoft.com/office/drawing/2014/main" id="{11197E28-9F75-43B1-AE3E-80B6F5FE40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5350" y="2362200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28575" y="0"/>
                </a:moveTo>
                <a:lnTo>
                  <a:pt x="57150" y="0"/>
                </a:lnTo>
                <a:lnTo>
                  <a:pt x="57150" y="9525"/>
                </a:lnTo>
                <a:lnTo>
                  <a:pt x="66675" y="9525"/>
                </a:lnTo>
                <a:lnTo>
                  <a:pt x="66675" y="19050"/>
                </a:lnTo>
                <a:lnTo>
                  <a:pt x="95250" y="19050"/>
                </a:lnTo>
                <a:lnTo>
                  <a:pt x="95250" y="0"/>
                </a:lnTo>
                <a:lnTo>
                  <a:pt x="104775" y="0"/>
                </a:lnTo>
                <a:lnTo>
                  <a:pt x="104775" y="28575"/>
                </a:lnTo>
                <a:lnTo>
                  <a:pt x="95250" y="28575"/>
                </a:lnTo>
                <a:lnTo>
                  <a:pt x="95250" y="38100"/>
                </a:lnTo>
                <a:lnTo>
                  <a:pt x="85725" y="38100"/>
                </a:lnTo>
                <a:lnTo>
                  <a:pt x="85725" y="47625"/>
                </a:lnTo>
                <a:lnTo>
                  <a:pt x="76200" y="47625"/>
                </a:lnTo>
                <a:lnTo>
                  <a:pt x="76200" y="57150"/>
                </a:lnTo>
                <a:lnTo>
                  <a:pt x="66675" y="57150"/>
                </a:lnTo>
                <a:lnTo>
                  <a:pt x="66675" y="47625"/>
                </a:lnTo>
                <a:lnTo>
                  <a:pt x="57150" y="47625"/>
                </a:lnTo>
                <a:lnTo>
                  <a:pt x="57150" y="38100"/>
                </a:lnTo>
                <a:lnTo>
                  <a:pt x="38100" y="38100"/>
                </a:lnTo>
                <a:lnTo>
                  <a:pt x="38100" y="19050"/>
                </a:lnTo>
                <a:lnTo>
                  <a:pt x="19050" y="19050"/>
                </a:lnTo>
                <a:lnTo>
                  <a:pt x="19050" y="9525"/>
                </a:lnTo>
                <a:lnTo>
                  <a:pt x="28575" y="9525"/>
                </a:lnTo>
                <a:close/>
                <a:moveTo>
                  <a:pt x="600075" y="0"/>
                </a:moveTo>
                <a:lnTo>
                  <a:pt x="628650" y="0"/>
                </a:lnTo>
                <a:lnTo>
                  <a:pt x="628650" y="19050"/>
                </a:lnTo>
                <a:lnTo>
                  <a:pt x="600075" y="19050"/>
                </a:lnTo>
                <a:close/>
                <a:moveTo>
                  <a:pt x="714375" y="0"/>
                </a:moveTo>
                <a:lnTo>
                  <a:pt x="723900" y="0"/>
                </a:lnTo>
                <a:lnTo>
                  <a:pt x="723900" y="9525"/>
                </a:lnTo>
                <a:lnTo>
                  <a:pt x="714375" y="9525"/>
                </a:lnTo>
                <a:close/>
                <a:moveTo>
                  <a:pt x="733425" y="0"/>
                </a:moveTo>
                <a:lnTo>
                  <a:pt x="742950" y="0"/>
                </a:lnTo>
                <a:lnTo>
                  <a:pt x="742950" y="9525"/>
                </a:lnTo>
                <a:lnTo>
                  <a:pt x="733425" y="9525"/>
                </a:lnTo>
                <a:close/>
                <a:moveTo>
                  <a:pt x="762000" y="0"/>
                </a:moveTo>
                <a:lnTo>
                  <a:pt x="771525" y="0"/>
                </a:lnTo>
                <a:lnTo>
                  <a:pt x="771525" y="9525"/>
                </a:lnTo>
                <a:lnTo>
                  <a:pt x="762000" y="9525"/>
                </a:lnTo>
                <a:close/>
                <a:moveTo>
                  <a:pt x="857250" y="0"/>
                </a:moveTo>
                <a:lnTo>
                  <a:pt x="885825" y="0"/>
                </a:lnTo>
                <a:lnTo>
                  <a:pt x="885825" y="19050"/>
                </a:lnTo>
                <a:lnTo>
                  <a:pt x="876300" y="19050"/>
                </a:lnTo>
                <a:lnTo>
                  <a:pt x="876300" y="9525"/>
                </a:lnTo>
                <a:lnTo>
                  <a:pt x="857250" y="9525"/>
                </a:lnTo>
                <a:close/>
                <a:moveTo>
                  <a:pt x="1181100" y="0"/>
                </a:moveTo>
                <a:lnTo>
                  <a:pt x="1190625" y="0"/>
                </a:lnTo>
                <a:lnTo>
                  <a:pt x="1190625" y="9525"/>
                </a:lnTo>
                <a:lnTo>
                  <a:pt x="1181100" y="9525"/>
                </a:lnTo>
                <a:close/>
                <a:moveTo>
                  <a:pt x="409575" y="9525"/>
                </a:moveTo>
                <a:lnTo>
                  <a:pt x="419100" y="9525"/>
                </a:lnTo>
                <a:lnTo>
                  <a:pt x="419100" y="19050"/>
                </a:lnTo>
                <a:lnTo>
                  <a:pt x="409575" y="19050"/>
                </a:lnTo>
                <a:close/>
                <a:moveTo>
                  <a:pt x="695325" y="9525"/>
                </a:moveTo>
                <a:lnTo>
                  <a:pt x="704850" y="9525"/>
                </a:lnTo>
                <a:lnTo>
                  <a:pt x="704850" y="19050"/>
                </a:lnTo>
                <a:lnTo>
                  <a:pt x="714375" y="19050"/>
                </a:lnTo>
                <a:lnTo>
                  <a:pt x="714375" y="28575"/>
                </a:lnTo>
                <a:lnTo>
                  <a:pt x="723900" y="28575"/>
                </a:lnTo>
                <a:lnTo>
                  <a:pt x="723900" y="38100"/>
                </a:lnTo>
                <a:lnTo>
                  <a:pt x="695325" y="38100"/>
                </a:lnTo>
                <a:close/>
                <a:moveTo>
                  <a:pt x="1162050" y="9525"/>
                </a:moveTo>
                <a:lnTo>
                  <a:pt x="1171575" y="9525"/>
                </a:lnTo>
                <a:lnTo>
                  <a:pt x="1171575" y="19050"/>
                </a:lnTo>
                <a:lnTo>
                  <a:pt x="1190625" y="19050"/>
                </a:lnTo>
                <a:lnTo>
                  <a:pt x="1190625" y="28575"/>
                </a:lnTo>
                <a:lnTo>
                  <a:pt x="1171575" y="28575"/>
                </a:lnTo>
                <a:lnTo>
                  <a:pt x="1171575" y="47625"/>
                </a:lnTo>
                <a:lnTo>
                  <a:pt x="1152525" y="47625"/>
                </a:lnTo>
                <a:lnTo>
                  <a:pt x="1152525" y="38100"/>
                </a:lnTo>
                <a:lnTo>
                  <a:pt x="1162050" y="38100"/>
                </a:lnTo>
                <a:lnTo>
                  <a:pt x="1162050" y="28575"/>
                </a:lnTo>
                <a:lnTo>
                  <a:pt x="1152525" y="28575"/>
                </a:lnTo>
                <a:lnTo>
                  <a:pt x="1152525" y="19050"/>
                </a:lnTo>
                <a:lnTo>
                  <a:pt x="1162050" y="19050"/>
                </a:lnTo>
                <a:close/>
                <a:moveTo>
                  <a:pt x="571500" y="19050"/>
                </a:moveTo>
                <a:lnTo>
                  <a:pt x="590550" y="19050"/>
                </a:lnTo>
                <a:lnTo>
                  <a:pt x="590550" y="28575"/>
                </a:lnTo>
                <a:lnTo>
                  <a:pt x="600075" y="28575"/>
                </a:lnTo>
                <a:lnTo>
                  <a:pt x="600075" y="38100"/>
                </a:lnTo>
                <a:lnTo>
                  <a:pt x="590550" y="38100"/>
                </a:lnTo>
                <a:lnTo>
                  <a:pt x="590550" y="47625"/>
                </a:lnTo>
                <a:lnTo>
                  <a:pt x="571500" y="47625"/>
                </a:lnTo>
                <a:close/>
                <a:moveTo>
                  <a:pt x="742950" y="28575"/>
                </a:moveTo>
                <a:lnTo>
                  <a:pt x="762000" y="28575"/>
                </a:lnTo>
                <a:lnTo>
                  <a:pt x="762000" y="47625"/>
                </a:lnTo>
                <a:lnTo>
                  <a:pt x="742950" y="47625"/>
                </a:lnTo>
                <a:close/>
                <a:moveTo>
                  <a:pt x="781050" y="28575"/>
                </a:moveTo>
                <a:lnTo>
                  <a:pt x="790575" y="28575"/>
                </a:lnTo>
                <a:lnTo>
                  <a:pt x="790575" y="38100"/>
                </a:lnTo>
                <a:lnTo>
                  <a:pt x="781050" y="38100"/>
                </a:lnTo>
                <a:close/>
                <a:moveTo>
                  <a:pt x="104775" y="38100"/>
                </a:moveTo>
                <a:lnTo>
                  <a:pt x="114300" y="38100"/>
                </a:lnTo>
                <a:lnTo>
                  <a:pt x="114300" y="47625"/>
                </a:lnTo>
                <a:lnTo>
                  <a:pt x="123825" y="47625"/>
                </a:lnTo>
                <a:lnTo>
                  <a:pt x="123825" y="38100"/>
                </a:lnTo>
                <a:lnTo>
                  <a:pt x="142875" y="38100"/>
                </a:lnTo>
                <a:lnTo>
                  <a:pt x="142875" y="47625"/>
                </a:lnTo>
                <a:lnTo>
                  <a:pt x="152400" y="47625"/>
                </a:lnTo>
                <a:lnTo>
                  <a:pt x="152400" y="57150"/>
                </a:lnTo>
                <a:lnTo>
                  <a:pt x="142875" y="57150"/>
                </a:lnTo>
                <a:lnTo>
                  <a:pt x="142875" y="85725"/>
                </a:lnTo>
                <a:lnTo>
                  <a:pt x="152400" y="85725"/>
                </a:lnTo>
                <a:lnTo>
                  <a:pt x="152400" y="95250"/>
                </a:lnTo>
                <a:lnTo>
                  <a:pt x="142875" y="95250"/>
                </a:lnTo>
                <a:lnTo>
                  <a:pt x="142875" y="104775"/>
                </a:lnTo>
                <a:lnTo>
                  <a:pt x="152400" y="104775"/>
                </a:lnTo>
                <a:lnTo>
                  <a:pt x="152400" y="114300"/>
                </a:lnTo>
                <a:lnTo>
                  <a:pt x="171450" y="114300"/>
                </a:lnTo>
                <a:lnTo>
                  <a:pt x="171450" y="133350"/>
                </a:lnTo>
                <a:lnTo>
                  <a:pt x="161925" y="133350"/>
                </a:lnTo>
                <a:lnTo>
                  <a:pt x="161925" y="171450"/>
                </a:lnTo>
                <a:lnTo>
                  <a:pt x="152400" y="171450"/>
                </a:lnTo>
                <a:lnTo>
                  <a:pt x="152400" y="161925"/>
                </a:lnTo>
                <a:lnTo>
                  <a:pt x="142875" y="161925"/>
                </a:lnTo>
                <a:lnTo>
                  <a:pt x="142875" y="190500"/>
                </a:lnTo>
                <a:lnTo>
                  <a:pt x="123825" y="190500"/>
                </a:lnTo>
                <a:lnTo>
                  <a:pt x="123825" y="180975"/>
                </a:lnTo>
                <a:lnTo>
                  <a:pt x="133350" y="180975"/>
                </a:lnTo>
                <a:lnTo>
                  <a:pt x="133350" y="171450"/>
                </a:lnTo>
                <a:lnTo>
                  <a:pt x="114300" y="171450"/>
                </a:lnTo>
                <a:lnTo>
                  <a:pt x="114300" y="180975"/>
                </a:lnTo>
                <a:lnTo>
                  <a:pt x="104775" y="180975"/>
                </a:lnTo>
                <a:lnTo>
                  <a:pt x="104775" y="190500"/>
                </a:lnTo>
                <a:lnTo>
                  <a:pt x="85725" y="190500"/>
                </a:lnTo>
                <a:lnTo>
                  <a:pt x="85725" y="200025"/>
                </a:lnTo>
                <a:lnTo>
                  <a:pt x="76200" y="200025"/>
                </a:lnTo>
                <a:lnTo>
                  <a:pt x="76200" y="190500"/>
                </a:lnTo>
                <a:lnTo>
                  <a:pt x="38100" y="190500"/>
                </a:lnTo>
                <a:lnTo>
                  <a:pt x="38100" y="219075"/>
                </a:lnTo>
                <a:lnTo>
                  <a:pt x="85725" y="219075"/>
                </a:lnTo>
                <a:lnTo>
                  <a:pt x="85725" y="228600"/>
                </a:lnTo>
                <a:lnTo>
                  <a:pt x="95250" y="228600"/>
                </a:lnTo>
                <a:lnTo>
                  <a:pt x="95250" y="247650"/>
                </a:lnTo>
                <a:lnTo>
                  <a:pt x="57150" y="247650"/>
                </a:lnTo>
                <a:lnTo>
                  <a:pt x="57150" y="228600"/>
                </a:lnTo>
                <a:lnTo>
                  <a:pt x="47625" y="228600"/>
                </a:lnTo>
                <a:lnTo>
                  <a:pt x="47625" y="238125"/>
                </a:lnTo>
                <a:lnTo>
                  <a:pt x="38100" y="238125"/>
                </a:lnTo>
                <a:lnTo>
                  <a:pt x="38100" y="247650"/>
                </a:lnTo>
                <a:lnTo>
                  <a:pt x="19050" y="247650"/>
                </a:lnTo>
                <a:lnTo>
                  <a:pt x="19050" y="238125"/>
                </a:lnTo>
                <a:lnTo>
                  <a:pt x="0" y="238125"/>
                </a:lnTo>
                <a:lnTo>
                  <a:pt x="0" y="228600"/>
                </a:lnTo>
                <a:lnTo>
                  <a:pt x="19050" y="228600"/>
                </a:lnTo>
                <a:lnTo>
                  <a:pt x="19050" y="180975"/>
                </a:lnTo>
                <a:lnTo>
                  <a:pt x="9525" y="180975"/>
                </a:lnTo>
                <a:lnTo>
                  <a:pt x="9525" y="171450"/>
                </a:lnTo>
                <a:lnTo>
                  <a:pt x="0" y="171450"/>
                </a:lnTo>
                <a:lnTo>
                  <a:pt x="0" y="142875"/>
                </a:lnTo>
                <a:lnTo>
                  <a:pt x="19050" y="142875"/>
                </a:lnTo>
                <a:lnTo>
                  <a:pt x="19050" y="133350"/>
                </a:lnTo>
                <a:lnTo>
                  <a:pt x="28575" y="133350"/>
                </a:lnTo>
                <a:lnTo>
                  <a:pt x="28575" y="152400"/>
                </a:lnTo>
                <a:lnTo>
                  <a:pt x="19050" y="152400"/>
                </a:lnTo>
                <a:lnTo>
                  <a:pt x="19050" y="161925"/>
                </a:lnTo>
                <a:lnTo>
                  <a:pt x="28575" y="161925"/>
                </a:lnTo>
                <a:lnTo>
                  <a:pt x="28575" y="152400"/>
                </a:lnTo>
                <a:lnTo>
                  <a:pt x="38100" y="152400"/>
                </a:lnTo>
                <a:lnTo>
                  <a:pt x="38100" y="180975"/>
                </a:lnTo>
                <a:lnTo>
                  <a:pt x="66675" y="180975"/>
                </a:lnTo>
                <a:lnTo>
                  <a:pt x="66675" y="171450"/>
                </a:lnTo>
                <a:lnTo>
                  <a:pt x="47625" y="171450"/>
                </a:lnTo>
                <a:lnTo>
                  <a:pt x="47625" y="161925"/>
                </a:lnTo>
                <a:lnTo>
                  <a:pt x="66675" y="161925"/>
                </a:lnTo>
                <a:lnTo>
                  <a:pt x="66675" y="152400"/>
                </a:lnTo>
                <a:lnTo>
                  <a:pt x="85725" y="152400"/>
                </a:lnTo>
                <a:lnTo>
                  <a:pt x="85725" y="142875"/>
                </a:lnTo>
                <a:lnTo>
                  <a:pt x="104775" y="142875"/>
                </a:lnTo>
                <a:lnTo>
                  <a:pt x="104775" y="133350"/>
                </a:lnTo>
                <a:lnTo>
                  <a:pt x="95250" y="133350"/>
                </a:lnTo>
                <a:lnTo>
                  <a:pt x="95250" y="123825"/>
                </a:lnTo>
                <a:lnTo>
                  <a:pt x="85725" y="123825"/>
                </a:lnTo>
                <a:lnTo>
                  <a:pt x="85725" y="95250"/>
                </a:lnTo>
                <a:lnTo>
                  <a:pt x="76200" y="95250"/>
                </a:lnTo>
                <a:lnTo>
                  <a:pt x="76200" y="85725"/>
                </a:lnTo>
                <a:lnTo>
                  <a:pt x="66675" y="85725"/>
                </a:lnTo>
                <a:lnTo>
                  <a:pt x="66675" y="76200"/>
                </a:lnTo>
                <a:lnTo>
                  <a:pt x="57150" y="76200"/>
                </a:lnTo>
                <a:lnTo>
                  <a:pt x="57150" y="66675"/>
                </a:lnTo>
                <a:lnTo>
                  <a:pt x="76200" y="66675"/>
                </a:lnTo>
                <a:lnTo>
                  <a:pt x="76200" y="76200"/>
                </a:lnTo>
                <a:lnTo>
                  <a:pt x="85725" y="76200"/>
                </a:lnTo>
                <a:lnTo>
                  <a:pt x="85725" y="66675"/>
                </a:lnTo>
                <a:lnTo>
                  <a:pt x="95250" y="66675"/>
                </a:lnTo>
                <a:lnTo>
                  <a:pt x="95250" y="57150"/>
                </a:lnTo>
                <a:lnTo>
                  <a:pt x="85725" y="57150"/>
                </a:lnTo>
                <a:lnTo>
                  <a:pt x="85725" y="47625"/>
                </a:lnTo>
                <a:lnTo>
                  <a:pt x="104775" y="47625"/>
                </a:lnTo>
                <a:close/>
                <a:moveTo>
                  <a:pt x="200025" y="38100"/>
                </a:moveTo>
                <a:lnTo>
                  <a:pt x="209550" y="38100"/>
                </a:lnTo>
                <a:lnTo>
                  <a:pt x="209550" y="47625"/>
                </a:lnTo>
                <a:lnTo>
                  <a:pt x="200025" y="47625"/>
                </a:lnTo>
                <a:close/>
                <a:moveTo>
                  <a:pt x="771525" y="38100"/>
                </a:moveTo>
                <a:lnTo>
                  <a:pt x="781050" y="38100"/>
                </a:lnTo>
                <a:lnTo>
                  <a:pt x="781050" y="57150"/>
                </a:lnTo>
                <a:lnTo>
                  <a:pt x="771525" y="57150"/>
                </a:lnTo>
                <a:close/>
                <a:moveTo>
                  <a:pt x="0" y="47625"/>
                </a:moveTo>
                <a:lnTo>
                  <a:pt x="9525" y="47625"/>
                </a:lnTo>
                <a:lnTo>
                  <a:pt x="9525" y="57150"/>
                </a:lnTo>
                <a:lnTo>
                  <a:pt x="28575" y="57150"/>
                </a:lnTo>
                <a:lnTo>
                  <a:pt x="28575" y="66675"/>
                </a:lnTo>
                <a:lnTo>
                  <a:pt x="9525" y="66675"/>
                </a:lnTo>
                <a:lnTo>
                  <a:pt x="9525" y="85725"/>
                </a:lnTo>
                <a:lnTo>
                  <a:pt x="0" y="85725"/>
                </a:lnTo>
                <a:close/>
                <a:moveTo>
                  <a:pt x="523875" y="47625"/>
                </a:moveTo>
                <a:lnTo>
                  <a:pt x="542925" y="47625"/>
                </a:lnTo>
                <a:lnTo>
                  <a:pt x="542925" y="76200"/>
                </a:lnTo>
                <a:lnTo>
                  <a:pt x="523875" y="76200"/>
                </a:lnTo>
                <a:lnTo>
                  <a:pt x="523875" y="66675"/>
                </a:lnTo>
                <a:lnTo>
                  <a:pt x="533400" y="66675"/>
                </a:lnTo>
                <a:lnTo>
                  <a:pt x="533400" y="57150"/>
                </a:lnTo>
                <a:lnTo>
                  <a:pt x="523875" y="57150"/>
                </a:lnTo>
                <a:close/>
                <a:moveTo>
                  <a:pt x="600075" y="47625"/>
                </a:moveTo>
                <a:lnTo>
                  <a:pt x="609600" y="47625"/>
                </a:lnTo>
                <a:lnTo>
                  <a:pt x="609600" y="57150"/>
                </a:lnTo>
                <a:lnTo>
                  <a:pt x="600075" y="57150"/>
                </a:lnTo>
                <a:close/>
                <a:moveTo>
                  <a:pt x="666750" y="47625"/>
                </a:moveTo>
                <a:lnTo>
                  <a:pt x="676275" y="47625"/>
                </a:lnTo>
                <a:lnTo>
                  <a:pt x="676275" y="57150"/>
                </a:lnTo>
                <a:lnTo>
                  <a:pt x="666750" y="57150"/>
                </a:lnTo>
                <a:close/>
                <a:moveTo>
                  <a:pt x="1133475" y="47625"/>
                </a:moveTo>
                <a:lnTo>
                  <a:pt x="1152525" y="47625"/>
                </a:lnTo>
                <a:lnTo>
                  <a:pt x="1152525" y="66675"/>
                </a:lnTo>
                <a:lnTo>
                  <a:pt x="1143000" y="66675"/>
                </a:lnTo>
                <a:lnTo>
                  <a:pt x="1143000" y="85725"/>
                </a:lnTo>
                <a:lnTo>
                  <a:pt x="1152525" y="85725"/>
                </a:lnTo>
                <a:lnTo>
                  <a:pt x="1152525" y="76200"/>
                </a:lnTo>
                <a:lnTo>
                  <a:pt x="1162050" y="76200"/>
                </a:lnTo>
                <a:lnTo>
                  <a:pt x="1162050" y="85725"/>
                </a:lnTo>
                <a:lnTo>
                  <a:pt x="1171575" y="85725"/>
                </a:lnTo>
                <a:lnTo>
                  <a:pt x="1171575" y="95250"/>
                </a:lnTo>
                <a:lnTo>
                  <a:pt x="1133475" y="95250"/>
                </a:lnTo>
                <a:lnTo>
                  <a:pt x="1133475" y="76200"/>
                </a:lnTo>
                <a:lnTo>
                  <a:pt x="1123950" y="76200"/>
                </a:lnTo>
                <a:lnTo>
                  <a:pt x="1123950" y="66675"/>
                </a:lnTo>
                <a:lnTo>
                  <a:pt x="1114425" y="66675"/>
                </a:lnTo>
                <a:lnTo>
                  <a:pt x="1114425" y="57150"/>
                </a:lnTo>
                <a:lnTo>
                  <a:pt x="1133475" y="57150"/>
                </a:lnTo>
                <a:close/>
                <a:moveTo>
                  <a:pt x="1181100" y="47625"/>
                </a:moveTo>
                <a:lnTo>
                  <a:pt x="1200150" y="47625"/>
                </a:lnTo>
                <a:lnTo>
                  <a:pt x="1200150" y="66675"/>
                </a:lnTo>
                <a:lnTo>
                  <a:pt x="1190625" y="66675"/>
                </a:lnTo>
                <a:lnTo>
                  <a:pt x="1190625" y="57150"/>
                </a:lnTo>
                <a:lnTo>
                  <a:pt x="1181100" y="57150"/>
                </a:lnTo>
                <a:close/>
                <a:moveTo>
                  <a:pt x="752475" y="57150"/>
                </a:moveTo>
                <a:lnTo>
                  <a:pt x="762000" y="57150"/>
                </a:lnTo>
                <a:lnTo>
                  <a:pt x="762000" y="66675"/>
                </a:lnTo>
                <a:lnTo>
                  <a:pt x="771525" y="66675"/>
                </a:lnTo>
                <a:lnTo>
                  <a:pt x="771525" y="76200"/>
                </a:lnTo>
                <a:lnTo>
                  <a:pt x="752475" y="76200"/>
                </a:lnTo>
                <a:close/>
                <a:moveTo>
                  <a:pt x="1047750" y="57150"/>
                </a:moveTo>
                <a:lnTo>
                  <a:pt x="1066800" y="57150"/>
                </a:lnTo>
                <a:lnTo>
                  <a:pt x="1066800" y="66675"/>
                </a:lnTo>
                <a:lnTo>
                  <a:pt x="1047750" y="66675"/>
                </a:lnTo>
                <a:close/>
                <a:moveTo>
                  <a:pt x="28575" y="76200"/>
                </a:moveTo>
                <a:lnTo>
                  <a:pt x="38100" y="76200"/>
                </a:lnTo>
                <a:lnTo>
                  <a:pt x="38100" y="95250"/>
                </a:lnTo>
                <a:lnTo>
                  <a:pt x="9525" y="95250"/>
                </a:lnTo>
                <a:lnTo>
                  <a:pt x="9525" y="85725"/>
                </a:lnTo>
                <a:lnTo>
                  <a:pt x="28575" y="85725"/>
                </a:lnTo>
                <a:close/>
                <a:moveTo>
                  <a:pt x="695325" y="76200"/>
                </a:moveTo>
                <a:lnTo>
                  <a:pt x="723900" y="76200"/>
                </a:lnTo>
                <a:lnTo>
                  <a:pt x="723900" y="85725"/>
                </a:lnTo>
                <a:lnTo>
                  <a:pt x="695325" y="85725"/>
                </a:lnTo>
                <a:close/>
                <a:moveTo>
                  <a:pt x="1190625" y="76200"/>
                </a:moveTo>
                <a:lnTo>
                  <a:pt x="1200150" y="76200"/>
                </a:lnTo>
                <a:lnTo>
                  <a:pt x="1200150" y="85725"/>
                </a:lnTo>
                <a:lnTo>
                  <a:pt x="1190625" y="85725"/>
                </a:lnTo>
                <a:close/>
                <a:moveTo>
                  <a:pt x="533400" y="85725"/>
                </a:moveTo>
                <a:lnTo>
                  <a:pt x="542925" y="85725"/>
                </a:lnTo>
                <a:lnTo>
                  <a:pt x="542925" y="95250"/>
                </a:lnTo>
                <a:lnTo>
                  <a:pt x="533400" y="95250"/>
                </a:lnTo>
                <a:close/>
                <a:moveTo>
                  <a:pt x="552450" y="85725"/>
                </a:moveTo>
                <a:lnTo>
                  <a:pt x="561975" y="85725"/>
                </a:lnTo>
                <a:lnTo>
                  <a:pt x="561975" y="95250"/>
                </a:lnTo>
                <a:lnTo>
                  <a:pt x="552450" y="95250"/>
                </a:lnTo>
                <a:close/>
                <a:moveTo>
                  <a:pt x="571500" y="85725"/>
                </a:moveTo>
                <a:lnTo>
                  <a:pt x="581025" y="85725"/>
                </a:lnTo>
                <a:lnTo>
                  <a:pt x="581025" y="95250"/>
                </a:lnTo>
                <a:lnTo>
                  <a:pt x="571500" y="95250"/>
                </a:lnTo>
                <a:close/>
                <a:moveTo>
                  <a:pt x="609600" y="85725"/>
                </a:moveTo>
                <a:lnTo>
                  <a:pt x="628650" y="85725"/>
                </a:lnTo>
                <a:lnTo>
                  <a:pt x="628650" y="104775"/>
                </a:lnTo>
                <a:lnTo>
                  <a:pt x="619125" y="104775"/>
                </a:lnTo>
                <a:lnTo>
                  <a:pt x="619125" y="114300"/>
                </a:lnTo>
                <a:lnTo>
                  <a:pt x="600075" y="114300"/>
                </a:lnTo>
                <a:lnTo>
                  <a:pt x="600075" y="104775"/>
                </a:lnTo>
                <a:lnTo>
                  <a:pt x="609600" y="104775"/>
                </a:lnTo>
                <a:close/>
                <a:moveTo>
                  <a:pt x="762000" y="85725"/>
                </a:moveTo>
                <a:lnTo>
                  <a:pt x="771525" y="85725"/>
                </a:lnTo>
                <a:lnTo>
                  <a:pt x="771525" y="104775"/>
                </a:lnTo>
                <a:lnTo>
                  <a:pt x="762000" y="104775"/>
                </a:lnTo>
                <a:close/>
                <a:moveTo>
                  <a:pt x="695325" y="95250"/>
                </a:moveTo>
                <a:lnTo>
                  <a:pt x="714375" y="95250"/>
                </a:lnTo>
                <a:lnTo>
                  <a:pt x="714375" y="133350"/>
                </a:lnTo>
                <a:lnTo>
                  <a:pt x="695325" y="133350"/>
                </a:lnTo>
                <a:close/>
                <a:moveTo>
                  <a:pt x="1123950" y="95250"/>
                </a:moveTo>
                <a:lnTo>
                  <a:pt x="1133475" y="95250"/>
                </a:lnTo>
                <a:lnTo>
                  <a:pt x="1133475" y="104775"/>
                </a:lnTo>
                <a:lnTo>
                  <a:pt x="1123950" y="104775"/>
                </a:lnTo>
                <a:close/>
                <a:moveTo>
                  <a:pt x="57150" y="104775"/>
                </a:moveTo>
                <a:lnTo>
                  <a:pt x="66675" y="104775"/>
                </a:lnTo>
                <a:lnTo>
                  <a:pt x="66675" y="114300"/>
                </a:lnTo>
                <a:lnTo>
                  <a:pt x="57150" y="114300"/>
                </a:lnTo>
                <a:close/>
                <a:moveTo>
                  <a:pt x="571500" y="104775"/>
                </a:moveTo>
                <a:lnTo>
                  <a:pt x="581025" y="104775"/>
                </a:lnTo>
                <a:lnTo>
                  <a:pt x="581025" y="114300"/>
                </a:lnTo>
                <a:lnTo>
                  <a:pt x="571500" y="114300"/>
                </a:lnTo>
                <a:close/>
                <a:moveTo>
                  <a:pt x="95250" y="114300"/>
                </a:moveTo>
                <a:lnTo>
                  <a:pt x="104775" y="114300"/>
                </a:lnTo>
                <a:lnTo>
                  <a:pt x="104775" y="123825"/>
                </a:lnTo>
                <a:lnTo>
                  <a:pt x="123825" y="123825"/>
                </a:lnTo>
                <a:lnTo>
                  <a:pt x="123825" y="104775"/>
                </a:lnTo>
                <a:lnTo>
                  <a:pt x="104775" y="104775"/>
                </a:lnTo>
                <a:lnTo>
                  <a:pt x="104775" y="95250"/>
                </a:lnTo>
                <a:lnTo>
                  <a:pt x="95250" y="95250"/>
                </a:lnTo>
                <a:close/>
                <a:moveTo>
                  <a:pt x="1190625" y="114300"/>
                </a:moveTo>
                <a:lnTo>
                  <a:pt x="1209675" y="114300"/>
                </a:lnTo>
                <a:lnTo>
                  <a:pt x="1209675" y="123825"/>
                </a:lnTo>
                <a:lnTo>
                  <a:pt x="1190625" y="123825"/>
                </a:lnTo>
                <a:close/>
                <a:moveTo>
                  <a:pt x="47625" y="123825"/>
                </a:moveTo>
                <a:lnTo>
                  <a:pt x="85725" y="123825"/>
                </a:lnTo>
                <a:lnTo>
                  <a:pt x="85725" y="133350"/>
                </a:lnTo>
                <a:lnTo>
                  <a:pt x="47625" y="133350"/>
                </a:lnTo>
                <a:close/>
                <a:moveTo>
                  <a:pt x="1162050" y="123825"/>
                </a:moveTo>
                <a:lnTo>
                  <a:pt x="1171575" y="123825"/>
                </a:lnTo>
                <a:lnTo>
                  <a:pt x="1171575" y="133350"/>
                </a:lnTo>
                <a:lnTo>
                  <a:pt x="1162050" y="133350"/>
                </a:lnTo>
                <a:close/>
                <a:moveTo>
                  <a:pt x="142875" y="142875"/>
                </a:moveTo>
                <a:lnTo>
                  <a:pt x="152400" y="142875"/>
                </a:lnTo>
                <a:lnTo>
                  <a:pt x="152400" y="133350"/>
                </a:lnTo>
                <a:lnTo>
                  <a:pt x="142875" y="133350"/>
                </a:lnTo>
                <a:close/>
                <a:moveTo>
                  <a:pt x="171450" y="152400"/>
                </a:moveTo>
                <a:lnTo>
                  <a:pt x="180975" y="152400"/>
                </a:lnTo>
                <a:lnTo>
                  <a:pt x="180975" y="161925"/>
                </a:lnTo>
                <a:lnTo>
                  <a:pt x="171450" y="161925"/>
                </a:lnTo>
                <a:close/>
                <a:moveTo>
                  <a:pt x="1171575" y="161925"/>
                </a:moveTo>
                <a:lnTo>
                  <a:pt x="1181100" y="161925"/>
                </a:lnTo>
                <a:lnTo>
                  <a:pt x="1181100" y="171450"/>
                </a:lnTo>
                <a:lnTo>
                  <a:pt x="1171575" y="171450"/>
                </a:lnTo>
                <a:close/>
                <a:moveTo>
                  <a:pt x="1181100" y="171450"/>
                </a:moveTo>
                <a:lnTo>
                  <a:pt x="1200150" y="171450"/>
                </a:lnTo>
                <a:lnTo>
                  <a:pt x="1200150" y="180975"/>
                </a:lnTo>
                <a:lnTo>
                  <a:pt x="1181100" y="180975"/>
                </a:lnTo>
                <a:close/>
                <a:moveTo>
                  <a:pt x="1200150" y="180975"/>
                </a:moveTo>
                <a:lnTo>
                  <a:pt x="1209675" y="180975"/>
                </a:lnTo>
                <a:lnTo>
                  <a:pt x="1209675" y="190500"/>
                </a:lnTo>
                <a:lnTo>
                  <a:pt x="1200150" y="190500"/>
                </a:lnTo>
                <a:close/>
                <a:moveTo>
                  <a:pt x="161925" y="190500"/>
                </a:moveTo>
                <a:lnTo>
                  <a:pt x="180975" y="190500"/>
                </a:lnTo>
                <a:lnTo>
                  <a:pt x="180975" y="209550"/>
                </a:lnTo>
                <a:lnTo>
                  <a:pt x="161925" y="209550"/>
                </a:lnTo>
                <a:close/>
                <a:moveTo>
                  <a:pt x="190500" y="190500"/>
                </a:moveTo>
                <a:lnTo>
                  <a:pt x="200025" y="190500"/>
                </a:lnTo>
                <a:lnTo>
                  <a:pt x="200025" y="200025"/>
                </a:lnTo>
                <a:lnTo>
                  <a:pt x="190500" y="200025"/>
                </a:lnTo>
                <a:close/>
                <a:moveTo>
                  <a:pt x="1104900" y="190500"/>
                </a:moveTo>
                <a:lnTo>
                  <a:pt x="1114425" y="190500"/>
                </a:lnTo>
                <a:lnTo>
                  <a:pt x="1114425" y="209550"/>
                </a:lnTo>
                <a:lnTo>
                  <a:pt x="1104900" y="209550"/>
                </a:lnTo>
                <a:close/>
                <a:moveTo>
                  <a:pt x="1162050" y="190500"/>
                </a:moveTo>
                <a:lnTo>
                  <a:pt x="1171575" y="190500"/>
                </a:lnTo>
                <a:lnTo>
                  <a:pt x="1171575" y="209550"/>
                </a:lnTo>
                <a:lnTo>
                  <a:pt x="1143000" y="209550"/>
                </a:lnTo>
                <a:lnTo>
                  <a:pt x="1143000" y="200025"/>
                </a:lnTo>
                <a:lnTo>
                  <a:pt x="1162050" y="200025"/>
                </a:lnTo>
                <a:close/>
                <a:moveTo>
                  <a:pt x="133350" y="228600"/>
                </a:moveTo>
                <a:lnTo>
                  <a:pt x="142875" y="228600"/>
                </a:lnTo>
                <a:lnTo>
                  <a:pt x="142875" y="238125"/>
                </a:lnTo>
                <a:lnTo>
                  <a:pt x="133350" y="238125"/>
                </a:lnTo>
                <a:close/>
                <a:moveTo>
                  <a:pt x="1200150" y="228600"/>
                </a:moveTo>
                <a:lnTo>
                  <a:pt x="1209675" y="228600"/>
                </a:lnTo>
                <a:lnTo>
                  <a:pt x="1209675" y="247650"/>
                </a:lnTo>
                <a:lnTo>
                  <a:pt x="1181100" y="247650"/>
                </a:lnTo>
                <a:lnTo>
                  <a:pt x="1181100" y="238125"/>
                </a:lnTo>
                <a:lnTo>
                  <a:pt x="1200150" y="238125"/>
                </a:lnTo>
                <a:close/>
                <a:moveTo>
                  <a:pt x="161925" y="238125"/>
                </a:moveTo>
                <a:lnTo>
                  <a:pt x="171450" y="238125"/>
                </a:lnTo>
                <a:lnTo>
                  <a:pt x="171450" y="247650"/>
                </a:lnTo>
                <a:lnTo>
                  <a:pt x="180975" y="247650"/>
                </a:lnTo>
                <a:lnTo>
                  <a:pt x="180975" y="257175"/>
                </a:lnTo>
                <a:lnTo>
                  <a:pt x="171450" y="257175"/>
                </a:lnTo>
                <a:lnTo>
                  <a:pt x="171450" y="266700"/>
                </a:lnTo>
                <a:lnTo>
                  <a:pt x="180975" y="266700"/>
                </a:lnTo>
                <a:lnTo>
                  <a:pt x="180975" y="276225"/>
                </a:lnTo>
                <a:lnTo>
                  <a:pt x="171450" y="276225"/>
                </a:lnTo>
                <a:lnTo>
                  <a:pt x="171450" y="285750"/>
                </a:lnTo>
                <a:lnTo>
                  <a:pt x="161925" y="285750"/>
                </a:lnTo>
                <a:lnTo>
                  <a:pt x="161925" y="276225"/>
                </a:lnTo>
                <a:lnTo>
                  <a:pt x="152400" y="276225"/>
                </a:lnTo>
                <a:lnTo>
                  <a:pt x="152400" y="257175"/>
                </a:lnTo>
                <a:lnTo>
                  <a:pt x="161925" y="257175"/>
                </a:lnTo>
                <a:close/>
                <a:moveTo>
                  <a:pt x="1190625" y="266700"/>
                </a:moveTo>
                <a:lnTo>
                  <a:pt x="1200150" y="266700"/>
                </a:lnTo>
                <a:lnTo>
                  <a:pt x="1200150" y="276225"/>
                </a:lnTo>
                <a:lnTo>
                  <a:pt x="1209675" y="276225"/>
                </a:lnTo>
                <a:lnTo>
                  <a:pt x="1209675" y="285750"/>
                </a:lnTo>
                <a:lnTo>
                  <a:pt x="1190625" y="285750"/>
                </a:lnTo>
                <a:close/>
                <a:moveTo>
                  <a:pt x="0" y="276225"/>
                </a:moveTo>
                <a:lnTo>
                  <a:pt x="19050" y="276225"/>
                </a:lnTo>
                <a:lnTo>
                  <a:pt x="19050" y="285750"/>
                </a:lnTo>
                <a:lnTo>
                  <a:pt x="28575" y="285750"/>
                </a:lnTo>
                <a:lnTo>
                  <a:pt x="28575" y="295275"/>
                </a:lnTo>
                <a:lnTo>
                  <a:pt x="38100" y="295275"/>
                </a:lnTo>
                <a:lnTo>
                  <a:pt x="38100" y="314325"/>
                </a:lnTo>
                <a:lnTo>
                  <a:pt x="9525" y="314325"/>
                </a:lnTo>
                <a:lnTo>
                  <a:pt x="9525" y="304800"/>
                </a:lnTo>
                <a:lnTo>
                  <a:pt x="0" y="304800"/>
                </a:lnTo>
                <a:close/>
                <a:moveTo>
                  <a:pt x="47625" y="285750"/>
                </a:moveTo>
                <a:lnTo>
                  <a:pt x="57150" y="285750"/>
                </a:lnTo>
                <a:lnTo>
                  <a:pt x="57150" y="295275"/>
                </a:lnTo>
                <a:lnTo>
                  <a:pt x="47625" y="295275"/>
                </a:lnTo>
                <a:close/>
                <a:moveTo>
                  <a:pt x="76200" y="295275"/>
                </a:moveTo>
                <a:lnTo>
                  <a:pt x="85725" y="295275"/>
                </a:lnTo>
                <a:lnTo>
                  <a:pt x="85725" y="314325"/>
                </a:lnTo>
                <a:lnTo>
                  <a:pt x="95250" y="314325"/>
                </a:lnTo>
                <a:lnTo>
                  <a:pt x="95250" y="323850"/>
                </a:lnTo>
                <a:lnTo>
                  <a:pt x="66675" y="323850"/>
                </a:lnTo>
                <a:lnTo>
                  <a:pt x="66675" y="314325"/>
                </a:lnTo>
                <a:lnTo>
                  <a:pt x="57150" y="314325"/>
                </a:lnTo>
                <a:lnTo>
                  <a:pt x="57150" y="304800"/>
                </a:lnTo>
                <a:lnTo>
                  <a:pt x="76200" y="304800"/>
                </a:lnTo>
                <a:close/>
                <a:moveTo>
                  <a:pt x="171450" y="295275"/>
                </a:moveTo>
                <a:lnTo>
                  <a:pt x="180975" y="295275"/>
                </a:lnTo>
                <a:lnTo>
                  <a:pt x="180975" y="304800"/>
                </a:lnTo>
                <a:lnTo>
                  <a:pt x="171450" y="304800"/>
                </a:lnTo>
                <a:close/>
                <a:moveTo>
                  <a:pt x="142875" y="304800"/>
                </a:moveTo>
                <a:lnTo>
                  <a:pt x="171450" y="304800"/>
                </a:lnTo>
                <a:lnTo>
                  <a:pt x="171450" y="323850"/>
                </a:lnTo>
                <a:lnTo>
                  <a:pt x="161925" y="323850"/>
                </a:lnTo>
                <a:lnTo>
                  <a:pt x="161925" y="333375"/>
                </a:lnTo>
                <a:lnTo>
                  <a:pt x="142875" y="333375"/>
                </a:lnTo>
                <a:close/>
                <a:moveTo>
                  <a:pt x="123825" y="314325"/>
                </a:moveTo>
                <a:lnTo>
                  <a:pt x="133350" y="314325"/>
                </a:lnTo>
                <a:lnTo>
                  <a:pt x="133350" y="323850"/>
                </a:lnTo>
                <a:lnTo>
                  <a:pt x="123825" y="323850"/>
                </a:lnTo>
                <a:close/>
                <a:moveTo>
                  <a:pt x="1143000" y="323850"/>
                </a:moveTo>
                <a:lnTo>
                  <a:pt x="1171575" y="323850"/>
                </a:lnTo>
                <a:lnTo>
                  <a:pt x="1171575" y="342900"/>
                </a:lnTo>
                <a:lnTo>
                  <a:pt x="1152525" y="342900"/>
                </a:lnTo>
                <a:lnTo>
                  <a:pt x="1152525" y="333375"/>
                </a:lnTo>
                <a:lnTo>
                  <a:pt x="1143000" y="333375"/>
                </a:lnTo>
                <a:close/>
                <a:moveTo>
                  <a:pt x="1200150" y="323850"/>
                </a:moveTo>
                <a:lnTo>
                  <a:pt x="1209675" y="323850"/>
                </a:lnTo>
                <a:lnTo>
                  <a:pt x="1209675" y="352425"/>
                </a:lnTo>
                <a:lnTo>
                  <a:pt x="1200150" y="352425"/>
                </a:lnTo>
                <a:lnTo>
                  <a:pt x="1200150" y="390525"/>
                </a:lnTo>
                <a:lnTo>
                  <a:pt x="1209675" y="390525"/>
                </a:lnTo>
                <a:lnTo>
                  <a:pt x="1209675" y="409575"/>
                </a:lnTo>
                <a:lnTo>
                  <a:pt x="1200150" y="409575"/>
                </a:lnTo>
                <a:lnTo>
                  <a:pt x="1200150" y="419100"/>
                </a:lnTo>
                <a:lnTo>
                  <a:pt x="1181100" y="419100"/>
                </a:lnTo>
                <a:lnTo>
                  <a:pt x="1181100" y="438150"/>
                </a:lnTo>
                <a:lnTo>
                  <a:pt x="1200150" y="438150"/>
                </a:lnTo>
                <a:lnTo>
                  <a:pt x="1200150" y="447675"/>
                </a:lnTo>
                <a:lnTo>
                  <a:pt x="1181100" y="447675"/>
                </a:lnTo>
                <a:lnTo>
                  <a:pt x="1181100" y="457200"/>
                </a:lnTo>
                <a:lnTo>
                  <a:pt x="1190625" y="457200"/>
                </a:lnTo>
                <a:lnTo>
                  <a:pt x="1190625" y="466725"/>
                </a:lnTo>
                <a:lnTo>
                  <a:pt x="1181100" y="466725"/>
                </a:lnTo>
                <a:lnTo>
                  <a:pt x="1181100" y="476250"/>
                </a:lnTo>
                <a:lnTo>
                  <a:pt x="1152525" y="476250"/>
                </a:lnTo>
                <a:lnTo>
                  <a:pt x="1152525" y="466725"/>
                </a:lnTo>
                <a:lnTo>
                  <a:pt x="1143000" y="466725"/>
                </a:lnTo>
                <a:lnTo>
                  <a:pt x="1143000" y="457200"/>
                </a:lnTo>
                <a:lnTo>
                  <a:pt x="1152525" y="457200"/>
                </a:lnTo>
                <a:lnTo>
                  <a:pt x="1152525" y="419100"/>
                </a:lnTo>
                <a:lnTo>
                  <a:pt x="1123950" y="419100"/>
                </a:lnTo>
                <a:lnTo>
                  <a:pt x="1123950" y="409575"/>
                </a:lnTo>
                <a:lnTo>
                  <a:pt x="1143000" y="409575"/>
                </a:lnTo>
                <a:lnTo>
                  <a:pt x="1143000" y="400050"/>
                </a:lnTo>
                <a:lnTo>
                  <a:pt x="1152525" y="400050"/>
                </a:lnTo>
                <a:lnTo>
                  <a:pt x="1152525" y="409575"/>
                </a:lnTo>
                <a:lnTo>
                  <a:pt x="1162050" y="409575"/>
                </a:lnTo>
                <a:lnTo>
                  <a:pt x="1162050" y="419100"/>
                </a:lnTo>
                <a:lnTo>
                  <a:pt x="1171575" y="419100"/>
                </a:lnTo>
                <a:lnTo>
                  <a:pt x="1171575" y="409575"/>
                </a:lnTo>
                <a:lnTo>
                  <a:pt x="1181100" y="409575"/>
                </a:lnTo>
                <a:lnTo>
                  <a:pt x="1181100" y="400050"/>
                </a:lnTo>
                <a:lnTo>
                  <a:pt x="1190625" y="400050"/>
                </a:lnTo>
                <a:lnTo>
                  <a:pt x="1190625" y="381000"/>
                </a:lnTo>
                <a:lnTo>
                  <a:pt x="1181100" y="381000"/>
                </a:lnTo>
                <a:lnTo>
                  <a:pt x="1181100" y="352425"/>
                </a:lnTo>
                <a:lnTo>
                  <a:pt x="1190625" y="352425"/>
                </a:lnTo>
                <a:lnTo>
                  <a:pt x="1190625" y="333375"/>
                </a:lnTo>
                <a:lnTo>
                  <a:pt x="1200150" y="333375"/>
                </a:lnTo>
                <a:close/>
                <a:moveTo>
                  <a:pt x="1085850" y="333375"/>
                </a:moveTo>
                <a:lnTo>
                  <a:pt x="1095375" y="333375"/>
                </a:lnTo>
                <a:lnTo>
                  <a:pt x="1095375" y="342900"/>
                </a:lnTo>
                <a:lnTo>
                  <a:pt x="1085850" y="342900"/>
                </a:lnTo>
                <a:close/>
                <a:moveTo>
                  <a:pt x="85725" y="342900"/>
                </a:moveTo>
                <a:lnTo>
                  <a:pt x="133350" y="342900"/>
                </a:lnTo>
                <a:lnTo>
                  <a:pt x="133350" y="352425"/>
                </a:lnTo>
                <a:lnTo>
                  <a:pt x="123825" y="352425"/>
                </a:lnTo>
                <a:lnTo>
                  <a:pt x="123825" y="361950"/>
                </a:lnTo>
                <a:lnTo>
                  <a:pt x="104775" y="361950"/>
                </a:lnTo>
                <a:lnTo>
                  <a:pt x="104775" y="371475"/>
                </a:lnTo>
                <a:lnTo>
                  <a:pt x="95250" y="371475"/>
                </a:lnTo>
                <a:lnTo>
                  <a:pt x="95250" y="361950"/>
                </a:lnTo>
                <a:lnTo>
                  <a:pt x="85725" y="361950"/>
                </a:lnTo>
                <a:close/>
                <a:moveTo>
                  <a:pt x="1057275" y="342900"/>
                </a:moveTo>
                <a:lnTo>
                  <a:pt x="1066800" y="342900"/>
                </a:lnTo>
                <a:lnTo>
                  <a:pt x="1066800" y="361950"/>
                </a:lnTo>
                <a:lnTo>
                  <a:pt x="1057275" y="361950"/>
                </a:lnTo>
                <a:close/>
                <a:moveTo>
                  <a:pt x="1076325" y="342900"/>
                </a:moveTo>
                <a:lnTo>
                  <a:pt x="1085850" y="342900"/>
                </a:lnTo>
                <a:lnTo>
                  <a:pt x="1085850" y="361950"/>
                </a:lnTo>
                <a:lnTo>
                  <a:pt x="1076325" y="361950"/>
                </a:lnTo>
                <a:close/>
                <a:moveTo>
                  <a:pt x="1095375" y="352425"/>
                </a:moveTo>
                <a:lnTo>
                  <a:pt x="1104900" y="352425"/>
                </a:lnTo>
                <a:lnTo>
                  <a:pt x="1104900" y="361950"/>
                </a:lnTo>
                <a:lnTo>
                  <a:pt x="1095375" y="361950"/>
                </a:lnTo>
                <a:close/>
                <a:moveTo>
                  <a:pt x="1114425" y="352425"/>
                </a:moveTo>
                <a:lnTo>
                  <a:pt x="1123950" y="352425"/>
                </a:lnTo>
                <a:lnTo>
                  <a:pt x="1123950" y="371475"/>
                </a:lnTo>
                <a:lnTo>
                  <a:pt x="1133475" y="371475"/>
                </a:lnTo>
                <a:lnTo>
                  <a:pt x="1133475" y="381000"/>
                </a:lnTo>
                <a:lnTo>
                  <a:pt x="1123950" y="381000"/>
                </a:lnTo>
                <a:lnTo>
                  <a:pt x="1123950" y="390525"/>
                </a:lnTo>
                <a:lnTo>
                  <a:pt x="1104900" y="390525"/>
                </a:lnTo>
                <a:lnTo>
                  <a:pt x="1104900" y="400050"/>
                </a:lnTo>
                <a:lnTo>
                  <a:pt x="1095375" y="400050"/>
                </a:lnTo>
                <a:lnTo>
                  <a:pt x="1095375" y="371475"/>
                </a:lnTo>
                <a:lnTo>
                  <a:pt x="1114425" y="371475"/>
                </a:lnTo>
                <a:close/>
                <a:moveTo>
                  <a:pt x="962025" y="381000"/>
                </a:moveTo>
                <a:lnTo>
                  <a:pt x="1000125" y="381000"/>
                </a:lnTo>
                <a:lnTo>
                  <a:pt x="1000125" y="390525"/>
                </a:lnTo>
                <a:lnTo>
                  <a:pt x="1009650" y="390525"/>
                </a:lnTo>
                <a:lnTo>
                  <a:pt x="1009650" y="409575"/>
                </a:lnTo>
                <a:lnTo>
                  <a:pt x="990600" y="409575"/>
                </a:lnTo>
                <a:lnTo>
                  <a:pt x="990600" y="400050"/>
                </a:lnTo>
                <a:lnTo>
                  <a:pt x="981075" y="400050"/>
                </a:lnTo>
                <a:lnTo>
                  <a:pt x="981075" y="390525"/>
                </a:lnTo>
                <a:lnTo>
                  <a:pt x="962025" y="390525"/>
                </a:lnTo>
                <a:close/>
                <a:moveTo>
                  <a:pt x="47625" y="390525"/>
                </a:moveTo>
                <a:lnTo>
                  <a:pt x="66675" y="390525"/>
                </a:lnTo>
                <a:lnTo>
                  <a:pt x="66675" y="419100"/>
                </a:lnTo>
                <a:lnTo>
                  <a:pt x="76200" y="419100"/>
                </a:lnTo>
                <a:lnTo>
                  <a:pt x="76200" y="447675"/>
                </a:lnTo>
                <a:lnTo>
                  <a:pt x="85725" y="447675"/>
                </a:lnTo>
                <a:lnTo>
                  <a:pt x="85725" y="457200"/>
                </a:lnTo>
                <a:lnTo>
                  <a:pt x="66675" y="457200"/>
                </a:lnTo>
                <a:lnTo>
                  <a:pt x="66675" y="466725"/>
                </a:lnTo>
                <a:lnTo>
                  <a:pt x="76200" y="466725"/>
                </a:lnTo>
                <a:lnTo>
                  <a:pt x="76200" y="476250"/>
                </a:lnTo>
                <a:lnTo>
                  <a:pt x="57150" y="476250"/>
                </a:lnTo>
                <a:lnTo>
                  <a:pt x="57150" y="485775"/>
                </a:lnTo>
                <a:lnTo>
                  <a:pt x="47625" y="485775"/>
                </a:lnTo>
                <a:lnTo>
                  <a:pt x="47625" y="476250"/>
                </a:lnTo>
                <a:lnTo>
                  <a:pt x="38100" y="476250"/>
                </a:lnTo>
                <a:lnTo>
                  <a:pt x="38100" y="466725"/>
                </a:lnTo>
                <a:lnTo>
                  <a:pt x="28575" y="466725"/>
                </a:lnTo>
                <a:lnTo>
                  <a:pt x="28575" y="457200"/>
                </a:lnTo>
                <a:lnTo>
                  <a:pt x="38100" y="457200"/>
                </a:lnTo>
                <a:lnTo>
                  <a:pt x="38100" y="438150"/>
                </a:lnTo>
                <a:lnTo>
                  <a:pt x="47625" y="438150"/>
                </a:lnTo>
                <a:lnTo>
                  <a:pt x="47625" y="447675"/>
                </a:lnTo>
                <a:lnTo>
                  <a:pt x="66675" y="447675"/>
                </a:lnTo>
                <a:lnTo>
                  <a:pt x="66675" y="428625"/>
                </a:lnTo>
                <a:lnTo>
                  <a:pt x="38100" y="428625"/>
                </a:lnTo>
                <a:lnTo>
                  <a:pt x="38100" y="409575"/>
                </a:lnTo>
                <a:lnTo>
                  <a:pt x="47625" y="409575"/>
                </a:lnTo>
                <a:close/>
                <a:moveTo>
                  <a:pt x="1028700" y="390525"/>
                </a:moveTo>
                <a:lnTo>
                  <a:pt x="1038225" y="390525"/>
                </a:lnTo>
                <a:lnTo>
                  <a:pt x="1038225" y="400050"/>
                </a:lnTo>
                <a:lnTo>
                  <a:pt x="1057275" y="400050"/>
                </a:lnTo>
                <a:lnTo>
                  <a:pt x="1057275" y="419100"/>
                </a:lnTo>
                <a:lnTo>
                  <a:pt x="1066800" y="419100"/>
                </a:lnTo>
                <a:lnTo>
                  <a:pt x="1066800" y="400050"/>
                </a:lnTo>
                <a:lnTo>
                  <a:pt x="1076325" y="400050"/>
                </a:lnTo>
                <a:lnTo>
                  <a:pt x="1076325" y="409575"/>
                </a:lnTo>
                <a:lnTo>
                  <a:pt x="1085850" y="409575"/>
                </a:lnTo>
                <a:lnTo>
                  <a:pt x="1085850" y="400050"/>
                </a:lnTo>
                <a:lnTo>
                  <a:pt x="1095375" y="400050"/>
                </a:lnTo>
                <a:lnTo>
                  <a:pt x="1095375" y="438150"/>
                </a:lnTo>
                <a:lnTo>
                  <a:pt x="1104900" y="438150"/>
                </a:lnTo>
                <a:lnTo>
                  <a:pt x="1104900" y="466725"/>
                </a:lnTo>
                <a:lnTo>
                  <a:pt x="1114425" y="466725"/>
                </a:lnTo>
                <a:lnTo>
                  <a:pt x="1114425" y="476250"/>
                </a:lnTo>
                <a:lnTo>
                  <a:pt x="1104900" y="476250"/>
                </a:lnTo>
                <a:lnTo>
                  <a:pt x="1104900" y="504825"/>
                </a:lnTo>
                <a:lnTo>
                  <a:pt x="1095375" y="504825"/>
                </a:lnTo>
                <a:lnTo>
                  <a:pt x="1095375" y="523875"/>
                </a:lnTo>
                <a:lnTo>
                  <a:pt x="1085850" y="523875"/>
                </a:lnTo>
                <a:lnTo>
                  <a:pt x="1085850" y="533400"/>
                </a:lnTo>
                <a:lnTo>
                  <a:pt x="1095375" y="533400"/>
                </a:lnTo>
                <a:lnTo>
                  <a:pt x="1095375" y="523875"/>
                </a:lnTo>
                <a:lnTo>
                  <a:pt x="1104900" y="523875"/>
                </a:lnTo>
                <a:lnTo>
                  <a:pt x="1104900" y="571500"/>
                </a:lnTo>
                <a:lnTo>
                  <a:pt x="1123950" y="571500"/>
                </a:lnTo>
                <a:lnTo>
                  <a:pt x="1123950" y="590550"/>
                </a:lnTo>
                <a:lnTo>
                  <a:pt x="1114425" y="590550"/>
                </a:lnTo>
                <a:lnTo>
                  <a:pt x="1114425" y="600075"/>
                </a:lnTo>
                <a:lnTo>
                  <a:pt x="1123950" y="600075"/>
                </a:lnTo>
                <a:lnTo>
                  <a:pt x="1123950" y="609600"/>
                </a:lnTo>
                <a:lnTo>
                  <a:pt x="1143000" y="609600"/>
                </a:lnTo>
                <a:lnTo>
                  <a:pt x="1143000" y="628650"/>
                </a:lnTo>
                <a:lnTo>
                  <a:pt x="1133475" y="628650"/>
                </a:lnTo>
                <a:lnTo>
                  <a:pt x="1133475" y="638175"/>
                </a:lnTo>
                <a:lnTo>
                  <a:pt x="1123950" y="638175"/>
                </a:lnTo>
                <a:lnTo>
                  <a:pt x="1123950" y="647700"/>
                </a:lnTo>
                <a:lnTo>
                  <a:pt x="1114425" y="647700"/>
                </a:lnTo>
                <a:lnTo>
                  <a:pt x="1114425" y="638175"/>
                </a:lnTo>
                <a:lnTo>
                  <a:pt x="1104900" y="638175"/>
                </a:lnTo>
                <a:lnTo>
                  <a:pt x="1104900" y="647700"/>
                </a:lnTo>
                <a:lnTo>
                  <a:pt x="1095375" y="647700"/>
                </a:lnTo>
                <a:lnTo>
                  <a:pt x="1095375" y="628650"/>
                </a:lnTo>
                <a:lnTo>
                  <a:pt x="1114425" y="628650"/>
                </a:lnTo>
                <a:lnTo>
                  <a:pt x="1114425" y="609600"/>
                </a:lnTo>
                <a:lnTo>
                  <a:pt x="1104900" y="609600"/>
                </a:lnTo>
                <a:lnTo>
                  <a:pt x="1104900" y="581025"/>
                </a:lnTo>
                <a:lnTo>
                  <a:pt x="1085850" y="581025"/>
                </a:lnTo>
                <a:lnTo>
                  <a:pt x="1085850" y="552450"/>
                </a:lnTo>
                <a:lnTo>
                  <a:pt x="1076325" y="552450"/>
                </a:lnTo>
                <a:lnTo>
                  <a:pt x="1076325" y="581025"/>
                </a:lnTo>
                <a:lnTo>
                  <a:pt x="1066800" y="581025"/>
                </a:lnTo>
                <a:lnTo>
                  <a:pt x="1066800" y="571500"/>
                </a:lnTo>
                <a:lnTo>
                  <a:pt x="1057275" y="571500"/>
                </a:lnTo>
                <a:lnTo>
                  <a:pt x="1057275" y="581025"/>
                </a:lnTo>
                <a:lnTo>
                  <a:pt x="1047750" y="581025"/>
                </a:lnTo>
                <a:lnTo>
                  <a:pt x="1047750" y="542925"/>
                </a:lnTo>
                <a:lnTo>
                  <a:pt x="1057275" y="542925"/>
                </a:lnTo>
                <a:lnTo>
                  <a:pt x="1057275" y="552450"/>
                </a:lnTo>
                <a:lnTo>
                  <a:pt x="1066800" y="552450"/>
                </a:lnTo>
                <a:lnTo>
                  <a:pt x="1066800" y="533400"/>
                </a:lnTo>
                <a:lnTo>
                  <a:pt x="1057275" y="533400"/>
                </a:lnTo>
                <a:lnTo>
                  <a:pt x="1057275" y="514350"/>
                </a:lnTo>
                <a:lnTo>
                  <a:pt x="1066800" y="514350"/>
                </a:lnTo>
                <a:lnTo>
                  <a:pt x="1066800" y="504825"/>
                </a:lnTo>
                <a:lnTo>
                  <a:pt x="1076325" y="504825"/>
                </a:lnTo>
                <a:lnTo>
                  <a:pt x="1076325" y="447675"/>
                </a:lnTo>
                <a:lnTo>
                  <a:pt x="1066800" y="447675"/>
                </a:lnTo>
                <a:lnTo>
                  <a:pt x="1066800" y="438150"/>
                </a:lnTo>
                <a:lnTo>
                  <a:pt x="1076325" y="438150"/>
                </a:lnTo>
                <a:lnTo>
                  <a:pt x="1076325" y="428625"/>
                </a:lnTo>
                <a:lnTo>
                  <a:pt x="1038225" y="428625"/>
                </a:lnTo>
                <a:lnTo>
                  <a:pt x="1038225" y="419100"/>
                </a:lnTo>
                <a:lnTo>
                  <a:pt x="1009650" y="419100"/>
                </a:lnTo>
                <a:lnTo>
                  <a:pt x="1009650" y="409575"/>
                </a:lnTo>
                <a:lnTo>
                  <a:pt x="1019175" y="409575"/>
                </a:lnTo>
                <a:lnTo>
                  <a:pt x="1019175" y="400050"/>
                </a:lnTo>
                <a:lnTo>
                  <a:pt x="1028700" y="400050"/>
                </a:lnTo>
                <a:close/>
                <a:moveTo>
                  <a:pt x="0" y="409575"/>
                </a:moveTo>
                <a:lnTo>
                  <a:pt x="9525" y="409575"/>
                </a:lnTo>
                <a:lnTo>
                  <a:pt x="9525" y="419100"/>
                </a:lnTo>
                <a:lnTo>
                  <a:pt x="0" y="419100"/>
                </a:lnTo>
                <a:close/>
                <a:moveTo>
                  <a:pt x="1114425" y="419100"/>
                </a:moveTo>
                <a:lnTo>
                  <a:pt x="1123950" y="419100"/>
                </a:lnTo>
                <a:lnTo>
                  <a:pt x="1123950" y="428625"/>
                </a:lnTo>
                <a:lnTo>
                  <a:pt x="1114425" y="428625"/>
                </a:lnTo>
                <a:close/>
                <a:moveTo>
                  <a:pt x="0" y="466725"/>
                </a:moveTo>
                <a:lnTo>
                  <a:pt x="9525" y="466725"/>
                </a:lnTo>
                <a:lnTo>
                  <a:pt x="9525" y="476250"/>
                </a:lnTo>
                <a:lnTo>
                  <a:pt x="19050" y="476250"/>
                </a:lnTo>
                <a:lnTo>
                  <a:pt x="19050" y="485775"/>
                </a:lnTo>
                <a:lnTo>
                  <a:pt x="9525" y="485775"/>
                </a:lnTo>
                <a:lnTo>
                  <a:pt x="9525" y="504825"/>
                </a:lnTo>
                <a:lnTo>
                  <a:pt x="0" y="504825"/>
                </a:lnTo>
                <a:close/>
                <a:moveTo>
                  <a:pt x="66675" y="485775"/>
                </a:moveTo>
                <a:lnTo>
                  <a:pt x="76200" y="485775"/>
                </a:lnTo>
                <a:lnTo>
                  <a:pt x="76200" y="495300"/>
                </a:lnTo>
                <a:lnTo>
                  <a:pt x="66675" y="495300"/>
                </a:lnTo>
                <a:close/>
                <a:moveTo>
                  <a:pt x="57150" y="504825"/>
                </a:moveTo>
                <a:lnTo>
                  <a:pt x="85725" y="504825"/>
                </a:lnTo>
                <a:lnTo>
                  <a:pt x="85725" y="514350"/>
                </a:lnTo>
                <a:lnTo>
                  <a:pt x="76200" y="514350"/>
                </a:lnTo>
                <a:lnTo>
                  <a:pt x="76200" y="552450"/>
                </a:lnTo>
                <a:lnTo>
                  <a:pt x="85725" y="552450"/>
                </a:lnTo>
                <a:lnTo>
                  <a:pt x="85725" y="542925"/>
                </a:lnTo>
                <a:lnTo>
                  <a:pt x="95250" y="542925"/>
                </a:lnTo>
                <a:lnTo>
                  <a:pt x="95250" y="533400"/>
                </a:lnTo>
                <a:lnTo>
                  <a:pt x="123825" y="533400"/>
                </a:lnTo>
                <a:lnTo>
                  <a:pt x="123825" y="552450"/>
                </a:lnTo>
                <a:lnTo>
                  <a:pt x="114300" y="552450"/>
                </a:lnTo>
                <a:lnTo>
                  <a:pt x="114300" y="542925"/>
                </a:lnTo>
                <a:lnTo>
                  <a:pt x="104775" y="542925"/>
                </a:lnTo>
                <a:lnTo>
                  <a:pt x="104775" y="552450"/>
                </a:lnTo>
                <a:lnTo>
                  <a:pt x="95250" y="552450"/>
                </a:lnTo>
                <a:lnTo>
                  <a:pt x="95250" y="571500"/>
                </a:lnTo>
                <a:lnTo>
                  <a:pt x="114300" y="571500"/>
                </a:lnTo>
                <a:lnTo>
                  <a:pt x="114300" y="581025"/>
                </a:lnTo>
                <a:lnTo>
                  <a:pt x="123825" y="581025"/>
                </a:lnTo>
                <a:lnTo>
                  <a:pt x="123825" y="571500"/>
                </a:lnTo>
                <a:lnTo>
                  <a:pt x="133350" y="571500"/>
                </a:lnTo>
                <a:lnTo>
                  <a:pt x="133350" y="581025"/>
                </a:lnTo>
                <a:lnTo>
                  <a:pt x="123825" y="581025"/>
                </a:lnTo>
                <a:lnTo>
                  <a:pt x="123825" y="590550"/>
                </a:lnTo>
                <a:lnTo>
                  <a:pt x="114300" y="590550"/>
                </a:lnTo>
                <a:lnTo>
                  <a:pt x="114300" y="600075"/>
                </a:lnTo>
                <a:lnTo>
                  <a:pt x="104775" y="600075"/>
                </a:lnTo>
                <a:lnTo>
                  <a:pt x="104775" y="609600"/>
                </a:lnTo>
                <a:lnTo>
                  <a:pt x="85725" y="609600"/>
                </a:lnTo>
                <a:lnTo>
                  <a:pt x="85725" y="600075"/>
                </a:lnTo>
                <a:lnTo>
                  <a:pt x="95250" y="600075"/>
                </a:lnTo>
                <a:lnTo>
                  <a:pt x="95250" y="590550"/>
                </a:lnTo>
                <a:lnTo>
                  <a:pt x="85725" y="590550"/>
                </a:lnTo>
                <a:lnTo>
                  <a:pt x="85725" y="581025"/>
                </a:lnTo>
                <a:lnTo>
                  <a:pt x="76200" y="581025"/>
                </a:lnTo>
                <a:lnTo>
                  <a:pt x="76200" y="571500"/>
                </a:lnTo>
                <a:lnTo>
                  <a:pt x="57150" y="571500"/>
                </a:lnTo>
                <a:lnTo>
                  <a:pt x="57150" y="552450"/>
                </a:lnTo>
                <a:lnTo>
                  <a:pt x="47625" y="552450"/>
                </a:lnTo>
                <a:lnTo>
                  <a:pt x="47625" y="542925"/>
                </a:lnTo>
                <a:lnTo>
                  <a:pt x="0" y="542925"/>
                </a:lnTo>
                <a:lnTo>
                  <a:pt x="0" y="533400"/>
                </a:lnTo>
                <a:lnTo>
                  <a:pt x="9525" y="533400"/>
                </a:lnTo>
                <a:lnTo>
                  <a:pt x="9525" y="523875"/>
                </a:lnTo>
                <a:lnTo>
                  <a:pt x="0" y="523875"/>
                </a:lnTo>
                <a:lnTo>
                  <a:pt x="0" y="514350"/>
                </a:lnTo>
                <a:lnTo>
                  <a:pt x="28575" y="514350"/>
                </a:lnTo>
                <a:lnTo>
                  <a:pt x="28575" y="533400"/>
                </a:lnTo>
                <a:lnTo>
                  <a:pt x="38100" y="533400"/>
                </a:lnTo>
                <a:lnTo>
                  <a:pt x="38100" y="523875"/>
                </a:lnTo>
                <a:lnTo>
                  <a:pt x="57150" y="523875"/>
                </a:lnTo>
                <a:close/>
                <a:moveTo>
                  <a:pt x="1190625" y="523875"/>
                </a:moveTo>
                <a:lnTo>
                  <a:pt x="1209675" y="523875"/>
                </a:lnTo>
                <a:lnTo>
                  <a:pt x="1209675" y="542925"/>
                </a:lnTo>
                <a:lnTo>
                  <a:pt x="1190625" y="542925"/>
                </a:lnTo>
                <a:lnTo>
                  <a:pt x="1190625" y="552450"/>
                </a:lnTo>
                <a:lnTo>
                  <a:pt x="1181100" y="552450"/>
                </a:lnTo>
                <a:lnTo>
                  <a:pt x="1181100" y="571500"/>
                </a:lnTo>
                <a:lnTo>
                  <a:pt x="1171575" y="571500"/>
                </a:lnTo>
                <a:lnTo>
                  <a:pt x="1171575" y="590550"/>
                </a:lnTo>
                <a:lnTo>
                  <a:pt x="1162050" y="590550"/>
                </a:lnTo>
                <a:lnTo>
                  <a:pt x="1162050" y="600075"/>
                </a:lnTo>
                <a:lnTo>
                  <a:pt x="1152525" y="600075"/>
                </a:lnTo>
                <a:lnTo>
                  <a:pt x="1152525" y="590550"/>
                </a:lnTo>
                <a:lnTo>
                  <a:pt x="1143000" y="590550"/>
                </a:lnTo>
                <a:lnTo>
                  <a:pt x="1143000" y="581025"/>
                </a:lnTo>
                <a:lnTo>
                  <a:pt x="1162050" y="581025"/>
                </a:lnTo>
                <a:lnTo>
                  <a:pt x="1162050" y="552450"/>
                </a:lnTo>
                <a:lnTo>
                  <a:pt x="1123950" y="552450"/>
                </a:lnTo>
                <a:lnTo>
                  <a:pt x="1123950" y="533400"/>
                </a:lnTo>
                <a:lnTo>
                  <a:pt x="1190625" y="533400"/>
                </a:lnTo>
                <a:close/>
                <a:moveTo>
                  <a:pt x="0" y="552450"/>
                </a:moveTo>
                <a:lnTo>
                  <a:pt x="9525" y="552450"/>
                </a:lnTo>
                <a:lnTo>
                  <a:pt x="9525" y="561975"/>
                </a:lnTo>
                <a:lnTo>
                  <a:pt x="0" y="561975"/>
                </a:lnTo>
                <a:close/>
                <a:moveTo>
                  <a:pt x="609600" y="552450"/>
                </a:moveTo>
                <a:lnTo>
                  <a:pt x="619125" y="552450"/>
                </a:lnTo>
                <a:lnTo>
                  <a:pt x="619125" y="561975"/>
                </a:lnTo>
                <a:lnTo>
                  <a:pt x="609600" y="561975"/>
                </a:lnTo>
                <a:close/>
                <a:moveTo>
                  <a:pt x="533400" y="561975"/>
                </a:moveTo>
                <a:lnTo>
                  <a:pt x="552450" y="561975"/>
                </a:lnTo>
                <a:lnTo>
                  <a:pt x="552450" y="571500"/>
                </a:lnTo>
                <a:lnTo>
                  <a:pt x="590550" y="571500"/>
                </a:lnTo>
                <a:lnTo>
                  <a:pt x="590550" y="581025"/>
                </a:lnTo>
                <a:lnTo>
                  <a:pt x="600075" y="581025"/>
                </a:lnTo>
                <a:lnTo>
                  <a:pt x="600075" y="571500"/>
                </a:lnTo>
                <a:lnTo>
                  <a:pt x="619125" y="571500"/>
                </a:lnTo>
                <a:lnTo>
                  <a:pt x="619125" y="581025"/>
                </a:lnTo>
                <a:lnTo>
                  <a:pt x="609600" y="581025"/>
                </a:lnTo>
                <a:lnTo>
                  <a:pt x="609600" y="609600"/>
                </a:lnTo>
                <a:lnTo>
                  <a:pt x="590550" y="609600"/>
                </a:lnTo>
                <a:lnTo>
                  <a:pt x="590550" y="619125"/>
                </a:lnTo>
                <a:lnTo>
                  <a:pt x="581025" y="619125"/>
                </a:lnTo>
                <a:lnTo>
                  <a:pt x="581025" y="628650"/>
                </a:lnTo>
                <a:lnTo>
                  <a:pt x="561975" y="628650"/>
                </a:lnTo>
                <a:lnTo>
                  <a:pt x="561975" y="647700"/>
                </a:lnTo>
                <a:lnTo>
                  <a:pt x="552450" y="647700"/>
                </a:lnTo>
                <a:lnTo>
                  <a:pt x="552450" y="638175"/>
                </a:lnTo>
                <a:lnTo>
                  <a:pt x="542925" y="638175"/>
                </a:lnTo>
                <a:lnTo>
                  <a:pt x="542925" y="619125"/>
                </a:lnTo>
                <a:lnTo>
                  <a:pt x="552450" y="619125"/>
                </a:lnTo>
                <a:lnTo>
                  <a:pt x="552450" y="609600"/>
                </a:lnTo>
                <a:lnTo>
                  <a:pt x="561975" y="609600"/>
                </a:lnTo>
                <a:lnTo>
                  <a:pt x="561975" y="600075"/>
                </a:lnTo>
                <a:lnTo>
                  <a:pt x="581025" y="600075"/>
                </a:lnTo>
                <a:lnTo>
                  <a:pt x="581025" y="590550"/>
                </a:lnTo>
                <a:lnTo>
                  <a:pt x="571500" y="590550"/>
                </a:lnTo>
                <a:lnTo>
                  <a:pt x="571500" y="581025"/>
                </a:lnTo>
                <a:lnTo>
                  <a:pt x="561975" y="581025"/>
                </a:lnTo>
                <a:lnTo>
                  <a:pt x="561975" y="590550"/>
                </a:lnTo>
                <a:lnTo>
                  <a:pt x="542925" y="590550"/>
                </a:lnTo>
                <a:lnTo>
                  <a:pt x="542925" y="581025"/>
                </a:lnTo>
                <a:lnTo>
                  <a:pt x="523875" y="581025"/>
                </a:lnTo>
                <a:lnTo>
                  <a:pt x="523875" y="571500"/>
                </a:lnTo>
                <a:lnTo>
                  <a:pt x="533400" y="571500"/>
                </a:lnTo>
                <a:close/>
                <a:moveTo>
                  <a:pt x="0" y="571500"/>
                </a:moveTo>
                <a:lnTo>
                  <a:pt x="9525" y="571500"/>
                </a:lnTo>
                <a:lnTo>
                  <a:pt x="9525" y="581025"/>
                </a:lnTo>
                <a:lnTo>
                  <a:pt x="0" y="581025"/>
                </a:lnTo>
                <a:close/>
                <a:moveTo>
                  <a:pt x="28575" y="581025"/>
                </a:moveTo>
                <a:lnTo>
                  <a:pt x="66675" y="581025"/>
                </a:lnTo>
                <a:lnTo>
                  <a:pt x="66675" y="590550"/>
                </a:lnTo>
                <a:lnTo>
                  <a:pt x="57150" y="590550"/>
                </a:lnTo>
                <a:lnTo>
                  <a:pt x="57150" y="628650"/>
                </a:lnTo>
                <a:lnTo>
                  <a:pt x="66675" y="628650"/>
                </a:lnTo>
                <a:lnTo>
                  <a:pt x="66675" y="647700"/>
                </a:lnTo>
                <a:lnTo>
                  <a:pt x="19050" y="647700"/>
                </a:lnTo>
                <a:lnTo>
                  <a:pt x="19050" y="638175"/>
                </a:lnTo>
                <a:lnTo>
                  <a:pt x="9525" y="638175"/>
                </a:lnTo>
                <a:lnTo>
                  <a:pt x="9525" y="647700"/>
                </a:lnTo>
                <a:lnTo>
                  <a:pt x="0" y="647700"/>
                </a:lnTo>
                <a:lnTo>
                  <a:pt x="0" y="619125"/>
                </a:lnTo>
                <a:lnTo>
                  <a:pt x="9525" y="619125"/>
                </a:lnTo>
                <a:lnTo>
                  <a:pt x="9525" y="609600"/>
                </a:lnTo>
                <a:lnTo>
                  <a:pt x="19050" y="609600"/>
                </a:lnTo>
                <a:lnTo>
                  <a:pt x="19050" y="590550"/>
                </a:lnTo>
                <a:lnTo>
                  <a:pt x="28575" y="590550"/>
                </a:lnTo>
                <a:close/>
                <a:moveTo>
                  <a:pt x="1057275" y="590550"/>
                </a:moveTo>
                <a:lnTo>
                  <a:pt x="1076325" y="590550"/>
                </a:lnTo>
                <a:lnTo>
                  <a:pt x="1076325" y="600075"/>
                </a:lnTo>
                <a:lnTo>
                  <a:pt x="1085850" y="600075"/>
                </a:lnTo>
                <a:lnTo>
                  <a:pt x="1085850" y="609600"/>
                </a:lnTo>
                <a:lnTo>
                  <a:pt x="1095375" y="609600"/>
                </a:lnTo>
                <a:lnTo>
                  <a:pt x="1095375" y="619125"/>
                </a:lnTo>
                <a:lnTo>
                  <a:pt x="1085850" y="619125"/>
                </a:lnTo>
                <a:lnTo>
                  <a:pt x="1085850" y="628650"/>
                </a:lnTo>
                <a:lnTo>
                  <a:pt x="1076325" y="628650"/>
                </a:lnTo>
                <a:lnTo>
                  <a:pt x="1076325" y="638175"/>
                </a:lnTo>
                <a:lnTo>
                  <a:pt x="1047750" y="638175"/>
                </a:lnTo>
                <a:lnTo>
                  <a:pt x="1047750" y="628650"/>
                </a:lnTo>
                <a:lnTo>
                  <a:pt x="1057275" y="628650"/>
                </a:lnTo>
                <a:lnTo>
                  <a:pt x="1057275" y="619125"/>
                </a:lnTo>
                <a:lnTo>
                  <a:pt x="1066800" y="619125"/>
                </a:lnTo>
                <a:lnTo>
                  <a:pt x="1066800" y="600075"/>
                </a:lnTo>
                <a:lnTo>
                  <a:pt x="1057275" y="600075"/>
                </a:lnTo>
                <a:close/>
                <a:moveTo>
                  <a:pt x="1190625" y="600075"/>
                </a:moveTo>
                <a:lnTo>
                  <a:pt x="1209675" y="600075"/>
                </a:lnTo>
                <a:lnTo>
                  <a:pt x="1209675" y="609600"/>
                </a:lnTo>
                <a:lnTo>
                  <a:pt x="1200150" y="609600"/>
                </a:lnTo>
                <a:lnTo>
                  <a:pt x="1200150" y="638175"/>
                </a:lnTo>
                <a:lnTo>
                  <a:pt x="1181100" y="638175"/>
                </a:lnTo>
                <a:lnTo>
                  <a:pt x="1181100" y="628650"/>
                </a:lnTo>
                <a:lnTo>
                  <a:pt x="1190625" y="628650"/>
                </a:lnTo>
                <a:close/>
                <a:moveTo>
                  <a:pt x="19050" y="619125"/>
                </a:moveTo>
                <a:lnTo>
                  <a:pt x="28575" y="619125"/>
                </a:lnTo>
                <a:lnTo>
                  <a:pt x="28575" y="609600"/>
                </a:lnTo>
                <a:lnTo>
                  <a:pt x="19050" y="609600"/>
                </a:lnTo>
                <a:close/>
                <a:moveTo>
                  <a:pt x="85725" y="619125"/>
                </a:moveTo>
                <a:lnTo>
                  <a:pt x="104775" y="619125"/>
                </a:lnTo>
                <a:lnTo>
                  <a:pt x="104775" y="628650"/>
                </a:lnTo>
                <a:lnTo>
                  <a:pt x="85725" y="628650"/>
                </a:lnTo>
                <a:close/>
                <a:moveTo>
                  <a:pt x="133350" y="619125"/>
                </a:moveTo>
                <a:lnTo>
                  <a:pt x="142875" y="619125"/>
                </a:lnTo>
                <a:lnTo>
                  <a:pt x="142875" y="647700"/>
                </a:lnTo>
                <a:lnTo>
                  <a:pt x="133350" y="647700"/>
                </a:lnTo>
                <a:lnTo>
                  <a:pt x="133350" y="666750"/>
                </a:lnTo>
                <a:lnTo>
                  <a:pt x="114300" y="666750"/>
                </a:lnTo>
                <a:lnTo>
                  <a:pt x="114300" y="638175"/>
                </a:lnTo>
                <a:lnTo>
                  <a:pt x="123825" y="638175"/>
                </a:lnTo>
                <a:lnTo>
                  <a:pt x="123825" y="628650"/>
                </a:lnTo>
                <a:lnTo>
                  <a:pt x="133350" y="628650"/>
                </a:lnTo>
                <a:close/>
                <a:moveTo>
                  <a:pt x="638175" y="619125"/>
                </a:moveTo>
                <a:lnTo>
                  <a:pt x="647700" y="619125"/>
                </a:lnTo>
                <a:lnTo>
                  <a:pt x="647700" y="628650"/>
                </a:lnTo>
                <a:lnTo>
                  <a:pt x="638175" y="628650"/>
                </a:lnTo>
                <a:close/>
                <a:moveTo>
                  <a:pt x="657225" y="628650"/>
                </a:moveTo>
                <a:lnTo>
                  <a:pt x="685800" y="628650"/>
                </a:lnTo>
                <a:lnTo>
                  <a:pt x="685800" y="638175"/>
                </a:lnTo>
                <a:lnTo>
                  <a:pt x="657225" y="638175"/>
                </a:lnTo>
                <a:close/>
                <a:moveTo>
                  <a:pt x="1143000" y="647700"/>
                </a:moveTo>
                <a:lnTo>
                  <a:pt x="1152525" y="647700"/>
                </a:lnTo>
                <a:lnTo>
                  <a:pt x="1152525" y="676275"/>
                </a:lnTo>
                <a:lnTo>
                  <a:pt x="1133475" y="676275"/>
                </a:lnTo>
                <a:lnTo>
                  <a:pt x="1133475" y="666750"/>
                </a:lnTo>
                <a:lnTo>
                  <a:pt x="1143000" y="666750"/>
                </a:lnTo>
                <a:close/>
                <a:moveTo>
                  <a:pt x="428625" y="657225"/>
                </a:moveTo>
                <a:lnTo>
                  <a:pt x="438150" y="657225"/>
                </a:lnTo>
                <a:lnTo>
                  <a:pt x="438150" y="666750"/>
                </a:lnTo>
                <a:lnTo>
                  <a:pt x="457200" y="666750"/>
                </a:lnTo>
                <a:lnTo>
                  <a:pt x="457200" y="676275"/>
                </a:lnTo>
                <a:lnTo>
                  <a:pt x="466725" y="676275"/>
                </a:lnTo>
                <a:lnTo>
                  <a:pt x="466725" y="685800"/>
                </a:lnTo>
                <a:lnTo>
                  <a:pt x="438150" y="685800"/>
                </a:lnTo>
                <a:lnTo>
                  <a:pt x="438150" y="695325"/>
                </a:lnTo>
                <a:lnTo>
                  <a:pt x="428625" y="695325"/>
                </a:lnTo>
                <a:lnTo>
                  <a:pt x="428625" y="704850"/>
                </a:lnTo>
                <a:lnTo>
                  <a:pt x="447675" y="704850"/>
                </a:lnTo>
                <a:lnTo>
                  <a:pt x="447675" y="714375"/>
                </a:lnTo>
                <a:lnTo>
                  <a:pt x="438150" y="714375"/>
                </a:lnTo>
                <a:lnTo>
                  <a:pt x="438150" y="723900"/>
                </a:lnTo>
                <a:lnTo>
                  <a:pt x="428625" y="723900"/>
                </a:lnTo>
                <a:lnTo>
                  <a:pt x="428625" y="714375"/>
                </a:lnTo>
                <a:lnTo>
                  <a:pt x="419100" y="714375"/>
                </a:lnTo>
                <a:lnTo>
                  <a:pt x="419100" y="704850"/>
                </a:lnTo>
                <a:lnTo>
                  <a:pt x="390525" y="704850"/>
                </a:lnTo>
                <a:lnTo>
                  <a:pt x="390525" y="714375"/>
                </a:lnTo>
                <a:lnTo>
                  <a:pt x="400050" y="714375"/>
                </a:lnTo>
                <a:lnTo>
                  <a:pt x="400050" y="723900"/>
                </a:lnTo>
                <a:lnTo>
                  <a:pt x="390525" y="723900"/>
                </a:lnTo>
                <a:lnTo>
                  <a:pt x="390525" y="733425"/>
                </a:lnTo>
                <a:lnTo>
                  <a:pt x="381000" y="733425"/>
                </a:lnTo>
                <a:lnTo>
                  <a:pt x="381000" y="742950"/>
                </a:lnTo>
                <a:lnTo>
                  <a:pt x="371475" y="742950"/>
                </a:lnTo>
                <a:lnTo>
                  <a:pt x="371475" y="723900"/>
                </a:lnTo>
                <a:lnTo>
                  <a:pt x="381000" y="723900"/>
                </a:lnTo>
                <a:lnTo>
                  <a:pt x="381000" y="714375"/>
                </a:lnTo>
                <a:lnTo>
                  <a:pt x="371475" y="714375"/>
                </a:lnTo>
                <a:lnTo>
                  <a:pt x="371475" y="695325"/>
                </a:lnTo>
                <a:lnTo>
                  <a:pt x="390525" y="695325"/>
                </a:lnTo>
                <a:lnTo>
                  <a:pt x="390525" y="676275"/>
                </a:lnTo>
                <a:lnTo>
                  <a:pt x="428625" y="676275"/>
                </a:lnTo>
                <a:close/>
                <a:moveTo>
                  <a:pt x="476250" y="657225"/>
                </a:moveTo>
                <a:lnTo>
                  <a:pt x="485775" y="657225"/>
                </a:lnTo>
                <a:lnTo>
                  <a:pt x="485775" y="666750"/>
                </a:lnTo>
                <a:lnTo>
                  <a:pt x="476250" y="666750"/>
                </a:lnTo>
                <a:close/>
                <a:moveTo>
                  <a:pt x="28575" y="666750"/>
                </a:moveTo>
                <a:lnTo>
                  <a:pt x="38100" y="666750"/>
                </a:lnTo>
                <a:lnTo>
                  <a:pt x="38100" y="676275"/>
                </a:lnTo>
                <a:lnTo>
                  <a:pt x="28575" y="676275"/>
                </a:lnTo>
                <a:close/>
                <a:moveTo>
                  <a:pt x="133350" y="666750"/>
                </a:moveTo>
                <a:lnTo>
                  <a:pt x="142875" y="666750"/>
                </a:lnTo>
                <a:lnTo>
                  <a:pt x="142875" y="676275"/>
                </a:lnTo>
                <a:lnTo>
                  <a:pt x="152400" y="676275"/>
                </a:lnTo>
                <a:lnTo>
                  <a:pt x="152400" y="685800"/>
                </a:lnTo>
                <a:lnTo>
                  <a:pt x="142875" y="685800"/>
                </a:lnTo>
                <a:lnTo>
                  <a:pt x="142875" y="695325"/>
                </a:lnTo>
                <a:lnTo>
                  <a:pt x="133350" y="695325"/>
                </a:lnTo>
                <a:close/>
                <a:moveTo>
                  <a:pt x="571500" y="666750"/>
                </a:moveTo>
                <a:lnTo>
                  <a:pt x="581025" y="666750"/>
                </a:lnTo>
                <a:lnTo>
                  <a:pt x="581025" y="676275"/>
                </a:lnTo>
                <a:lnTo>
                  <a:pt x="590550" y="676275"/>
                </a:lnTo>
                <a:lnTo>
                  <a:pt x="590550" y="704850"/>
                </a:lnTo>
                <a:lnTo>
                  <a:pt x="571500" y="704850"/>
                </a:lnTo>
                <a:close/>
                <a:moveTo>
                  <a:pt x="638175" y="666750"/>
                </a:moveTo>
                <a:lnTo>
                  <a:pt x="666750" y="666750"/>
                </a:lnTo>
                <a:lnTo>
                  <a:pt x="666750" y="676275"/>
                </a:lnTo>
                <a:lnTo>
                  <a:pt x="676275" y="676275"/>
                </a:lnTo>
                <a:lnTo>
                  <a:pt x="676275" y="685800"/>
                </a:lnTo>
                <a:lnTo>
                  <a:pt x="657225" y="685800"/>
                </a:lnTo>
                <a:lnTo>
                  <a:pt x="657225" y="676275"/>
                </a:lnTo>
                <a:lnTo>
                  <a:pt x="638175" y="676275"/>
                </a:lnTo>
                <a:close/>
                <a:moveTo>
                  <a:pt x="161925" y="685800"/>
                </a:moveTo>
                <a:lnTo>
                  <a:pt x="171450" y="685800"/>
                </a:lnTo>
                <a:lnTo>
                  <a:pt x="171450" y="695325"/>
                </a:lnTo>
                <a:lnTo>
                  <a:pt x="161925" y="695325"/>
                </a:lnTo>
                <a:close/>
                <a:moveTo>
                  <a:pt x="485775" y="685800"/>
                </a:moveTo>
                <a:lnTo>
                  <a:pt x="495300" y="685800"/>
                </a:lnTo>
                <a:lnTo>
                  <a:pt x="495300" y="723900"/>
                </a:lnTo>
                <a:lnTo>
                  <a:pt x="504825" y="723900"/>
                </a:lnTo>
                <a:lnTo>
                  <a:pt x="504825" y="733425"/>
                </a:lnTo>
                <a:lnTo>
                  <a:pt x="466725" y="733425"/>
                </a:lnTo>
                <a:lnTo>
                  <a:pt x="466725" y="723900"/>
                </a:lnTo>
                <a:lnTo>
                  <a:pt x="476250" y="723900"/>
                </a:lnTo>
                <a:lnTo>
                  <a:pt x="476250" y="714375"/>
                </a:lnTo>
                <a:lnTo>
                  <a:pt x="466725" y="714375"/>
                </a:lnTo>
                <a:lnTo>
                  <a:pt x="466725" y="695325"/>
                </a:lnTo>
                <a:lnTo>
                  <a:pt x="485775" y="695325"/>
                </a:lnTo>
                <a:close/>
                <a:moveTo>
                  <a:pt x="1028700" y="685800"/>
                </a:moveTo>
                <a:lnTo>
                  <a:pt x="1057275" y="685800"/>
                </a:lnTo>
                <a:lnTo>
                  <a:pt x="1057275" y="695325"/>
                </a:lnTo>
                <a:lnTo>
                  <a:pt x="1028700" y="695325"/>
                </a:lnTo>
                <a:close/>
                <a:moveTo>
                  <a:pt x="1152525" y="685800"/>
                </a:moveTo>
                <a:lnTo>
                  <a:pt x="1171575" y="685800"/>
                </a:lnTo>
                <a:lnTo>
                  <a:pt x="1171575" y="714375"/>
                </a:lnTo>
                <a:lnTo>
                  <a:pt x="1162050" y="714375"/>
                </a:lnTo>
                <a:lnTo>
                  <a:pt x="1162050" y="733425"/>
                </a:lnTo>
                <a:lnTo>
                  <a:pt x="1152525" y="733425"/>
                </a:lnTo>
                <a:lnTo>
                  <a:pt x="1152525" y="742950"/>
                </a:lnTo>
                <a:lnTo>
                  <a:pt x="1133475" y="742950"/>
                </a:lnTo>
                <a:lnTo>
                  <a:pt x="1133475" y="733425"/>
                </a:lnTo>
                <a:lnTo>
                  <a:pt x="1143000" y="733425"/>
                </a:lnTo>
                <a:lnTo>
                  <a:pt x="1143000" y="723900"/>
                </a:lnTo>
                <a:lnTo>
                  <a:pt x="1152525" y="723900"/>
                </a:lnTo>
                <a:close/>
                <a:moveTo>
                  <a:pt x="1181100" y="685800"/>
                </a:moveTo>
                <a:lnTo>
                  <a:pt x="1190625" y="685800"/>
                </a:lnTo>
                <a:lnTo>
                  <a:pt x="1190625" y="695325"/>
                </a:lnTo>
                <a:lnTo>
                  <a:pt x="1181100" y="695325"/>
                </a:lnTo>
                <a:close/>
                <a:moveTo>
                  <a:pt x="1200150" y="685800"/>
                </a:moveTo>
                <a:lnTo>
                  <a:pt x="1209675" y="685800"/>
                </a:lnTo>
                <a:lnTo>
                  <a:pt x="1209675" y="723900"/>
                </a:lnTo>
                <a:lnTo>
                  <a:pt x="1200150" y="723900"/>
                </a:lnTo>
                <a:lnTo>
                  <a:pt x="1200150" y="714375"/>
                </a:lnTo>
                <a:lnTo>
                  <a:pt x="1190625" y="714375"/>
                </a:lnTo>
                <a:lnTo>
                  <a:pt x="1190625" y="704850"/>
                </a:lnTo>
                <a:lnTo>
                  <a:pt x="1200150" y="704850"/>
                </a:lnTo>
                <a:close/>
                <a:moveTo>
                  <a:pt x="19050" y="695325"/>
                </a:moveTo>
                <a:lnTo>
                  <a:pt x="38100" y="695325"/>
                </a:lnTo>
                <a:lnTo>
                  <a:pt x="38100" y="704850"/>
                </a:lnTo>
                <a:lnTo>
                  <a:pt x="19050" y="704850"/>
                </a:lnTo>
                <a:close/>
                <a:moveTo>
                  <a:pt x="314325" y="695325"/>
                </a:moveTo>
                <a:lnTo>
                  <a:pt x="323850" y="695325"/>
                </a:lnTo>
                <a:lnTo>
                  <a:pt x="323850" y="704850"/>
                </a:lnTo>
                <a:lnTo>
                  <a:pt x="333375" y="704850"/>
                </a:lnTo>
                <a:lnTo>
                  <a:pt x="333375" y="723900"/>
                </a:lnTo>
                <a:lnTo>
                  <a:pt x="323850" y="723900"/>
                </a:lnTo>
                <a:lnTo>
                  <a:pt x="323850" y="733425"/>
                </a:lnTo>
                <a:lnTo>
                  <a:pt x="304800" y="733425"/>
                </a:lnTo>
                <a:lnTo>
                  <a:pt x="304800" y="714375"/>
                </a:lnTo>
                <a:lnTo>
                  <a:pt x="314325" y="714375"/>
                </a:lnTo>
                <a:close/>
                <a:moveTo>
                  <a:pt x="647700" y="695325"/>
                </a:moveTo>
                <a:lnTo>
                  <a:pt x="676275" y="695325"/>
                </a:lnTo>
                <a:lnTo>
                  <a:pt x="676275" y="704850"/>
                </a:lnTo>
                <a:lnTo>
                  <a:pt x="666750" y="704850"/>
                </a:lnTo>
                <a:lnTo>
                  <a:pt x="666750" y="714375"/>
                </a:lnTo>
                <a:lnTo>
                  <a:pt x="647700" y="714375"/>
                </a:lnTo>
                <a:close/>
                <a:moveTo>
                  <a:pt x="57150" y="704850"/>
                </a:moveTo>
                <a:lnTo>
                  <a:pt x="66675" y="704850"/>
                </a:lnTo>
                <a:lnTo>
                  <a:pt x="66675" y="714375"/>
                </a:lnTo>
                <a:lnTo>
                  <a:pt x="85725" y="714375"/>
                </a:lnTo>
                <a:lnTo>
                  <a:pt x="85725" y="723900"/>
                </a:lnTo>
                <a:lnTo>
                  <a:pt x="76200" y="723900"/>
                </a:lnTo>
                <a:lnTo>
                  <a:pt x="76200" y="742950"/>
                </a:lnTo>
                <a:lnTo>
                  <a:pt x="57150" y="742950"/>
                </a:lnTo>
                <a:lnTo>
                  <a:pt x="57150" y="733425"/>
                </a:lnTo>
                <a:lnTo>
                  <a:pt x="19050" y="733425"/>
                </a:lnTo>
                <a:lnTo>
                  <a:pt x="19050" y="723900"/>
                </a:lnTo>
                <a:lnTo>
                  <a:pt x="28575" y="723900"/>
                </a:lnTo>
                <a:lnTo>
                  <a:pt x="28575" y="714375"/>
                </a:lnTo>
                <a:lnTo>
                  <a:pt x="57150" y="714375"/>
                </a:lnTo>
                <a:close/>
                <a:moveTo>
                  <a:pt x="600075" y="704850"/>
                </a:moveTo>
                <a:lnTo>
                  <a:pt x="619125" y="704850"/>
                </a:lnTo>
                <a:lnTo>
                  <a:pt x="619125" y="714375"/>
                </a:lnTo>
                <a:lnTo>
                  <a:pt x="600075" y="714375"/>
                </a:lnTo>
                <a:close/>
                <a:moveTo>
                  <a:pt x="447675" y="714375"/>
                </a:moveTo>
                <a:lnTo>
                  <a:pt x="457200" y="714375"/>
                </a:lnTo>
                <a:lnTo>
                  <a:pt x="457200" y="723900"/>
                </a:lnTo>
                <a:lnTo>
                  <a:pt x="447675" y="723900"/>
                </a:lnTo>
                <a:close/>
                <a:moveTo>
                  <a:pt x="619125" y="714375"/>
                </a:moveTo>
                <a:lnTo>
                  <a:pt x="628650" y="714375"/>
                </a:lnTo>
                <a:lnTo>
                  <a:pt x="628650" y="723900"/>
                </a:lnTo>
                <a:lnTo>
                  <a:pt x="619125" y="723900"/>
                </a:lnTo>
                <a:close/>
                <a:moveTo>
                  <a:pt x="1095375" y="714375"/>
                </a:moveTo>
                <a:lnTo>
                  <a:pt x="1114425" y="714375"/>
                </a:lnTo>
                <a:lnTo>
                  <a:pt x="1114425" y="733425"/>
                </a:lnTo>
                <a:lnTo>
                  <a:pt x="1104900" y="733425"/>
                </a:lnTo>
                <a:lnTo>
                  <a:pt x="1104900" y="762000"/>
                </a:lnTo>
                <a:lnTo>
                  <a:pt x="1095375" y="762000"/>
                </a:lnTo>
                <a:close/>
                <a:moveTo>
                  <a:pt x="142875" y="723900"/>
                </a:moveTo>
                <a:lnTo>
                  <a:pt x="171450" y="723900"/>
                </a:lnTo>
                <a:lnTo>
                  <a:pt x="171450" y="742950"/>
                </a:lnTo>
                <a:lnTo>
                  <a:pt x="161925" y="742950"/>
                </a:lnTo>
                <a:lnTo>
                  <a:pt x="161925" y="752475"/>
                </a:lnTo>
                <a:lnTo>
                  <a:pt x="142875" y="752475"/>
                </a:lnTo>
                <a:close/>
                <a:moveTo>
                  <a:pt x="266700" y="723900"/>
                </a:moveTo>
                <a:lnTo>
                  <a:pt x="276225" y="723900"/>
                </a:lnTo>
                <a:lnTo>
                  <a:pt x="276225" y="733425"/>
                </a:lnTo>
                <a:lnTo>
                  <a:pt x="266700" y="733425"/>
                </a:lnTo>
                <a:close/>
                <a:moveTo>
                  <a:pt x="571500" y="723900"/>
                </a:moveTo>
                <a:lnTo>
                  <a:pt x="590550" y="723900"/>
                </a:lnTo>
                <a:lnTo>
                  <a:pt x="590550" y="742950"/>
                </a:lnTo>
                <a:lnTo>
                  <a:pt x="600075" y="742950"/>
                </a:lnTo>
                <a:lnTo>
                  <a:pt x="600075" y="733425"/>
                </a:lnTo>
                <a:lnTo>
                  <a:pt x="619125" y="733425"/>
                </a:lnTo>
                <a:lnTo>
                  <a:pt x="619125" y="762000"/>
                </a:lnTo>
                <a:lnTo>
                  <a:pt x="628650" y="762000"/>
                </a:lnTo>
                <a:lnTo>
                  <a:pt x="628650" y="771525"/>
                </a:lnTo>
                <a:lnTo>
                  <a:pt x="619125" y="771525"/>
                </a:lnTo>
                <a:lnTo>
                  <a:pt x="619125" y="790575"/>
                </a:lnTo>
                <a:lnTo>
                  <a:pt x="609600" y="790575"/>
                </a:lnTo>
                <a:lnTo>
                  <a:pt x="609600" y="781050"/>
                </a:lnTo>
                <a:lnTo>
                  <a:pt x="600075" y="781050"/>
                </a:lnTo>
                <a:lnTo>
                  <a:pt x="600075" y="771525"/>
                </a:lnTo>
                <a:lnTo>
                  <a:pt x="590550" y="771525"/>
                </a:lnTo>
                <a:lnTo>
                  <a:pt x="590550" y="762000"/>
                </a:lnTo>
                <a:lnTo>
                  <a:pt x="581025" y="762000"/>
                </a:lnTo>
                <a:lnTo>
                  <a:pt x="581025" y="742950"/>
                </a:lnTo>
                <a:lnTo>
                  <a:pt x="571500" y="742950"/>
                </a:lnTo>
                <a:close/>
                <a:moveTo>
                  <a:pt x="123825" y="733425"/>
                </a:moveTo>
                <a:lnTo>
                  <a:pt x="133350" y="733425"/>
                </a:lnTo>
                <a:lnTo>
                  <a:pt x="133350" y="742950"/>
                </a:lnTo>
                <a:lnTo>
                  <a:pt x="123825" y="742950"/>
                </a:lnTo>
                <a:close/>
                <a:moveTo>
                  <a:pt x="190500" y="733425"/>
                </a:moveTo>
                <a:lnTo>
                  <a:pt x="200025" y="733425"/>
                </a:lnTo>
                <a:lnTo>
                  <a:pt x="200025" y="742950"/>
                </a:lnTo>
                <a:lnTo>
                  <a:pt x="219075" y="742950"/>
                </a:lnTo>
                <a:lnTo>
                  <a:pt x="219075" y="733425"/>
                </a:lnTo>
                <a:lnTo>
                  <a:pt x="228600" y="733425"/>
                </a:lnTo>
                <a:lnTo>
                  <a:pt x="228600" y="752475"/>
                </a:lnTo>
                <a:lnTo>
                  <a:pt x="247650" y="752475"/>
                </a:lnTo>
                <a:lnTo>
                  <a:pt x="247650" y="733425"/>
                </a:lnTo>
                <a:lnTo>
                  <a:pt x="266700" y="733425"/>
                </a:lnTo>
                <a:lnTo>
                  <a:pt x="266700" y="752475"/>
                </a:lnTo>
                <a:lnTo>
                  <a:pt x="257175" y="752475"/>
                </a:lnTo>
                <a:lnTo>
                  <a:pt x="257175" y="771525"/>
                </a:lnTo>
                <a:lnTo>
                  <a:pt x="247650" y="771525"/>
                </a:lnTo>
                <a:lnTo>
                  <a:pt x="247650" y="781050"/>
                </a:lnTo>
                <a:lnTo>
                  <a:pt x="209550" y="781050"/>
                </a:lnTo>
                <a:lnTo>
                  <a:pt x="209550" y="771525"/>
                </a:lnTo>
                <a:lnTo>
                  <a:pt x="190500" y="771525"/>
                </a:lnTo>
                <a:lnTo>
                  <a:pt x="190500" y="762000"/>
                </a:lnTo>
                <a:lnTo>
                  <a:pt x="180975" y="762000"/>
                </a:lnTo>
                <a:lnTo>
                  <a:pt x="180975" y="752475"/>
                </a:lnTo>
                <a:lnTo>
                  <a:pt x="190500" y="752475"/>
                </a:lnTo>
                <a:close/>
                <a:moveTo>
                  <a:pt x="952500" y="733425"/>
                </a:moveTo>
                <a:lnTo>
                  <a:pt x="962025" y="733425"/>
                </a:lnTo>
                <a:lnTo>
                  <a:pt x="962025" y="752475"/>
                </a:lnTo>
                <a:lnTo>
                  <a:pt x="981075" y="752475"/>
                </a:lnTo>
                <a:lnTo>
                  <a:pt x="981075" y="762000"/>
                </a:lnTo>
                <a:lnTo>
                  <a:pt x="962025" y="762000"/>
                </a:lnTo>
                <a:lnTo>
                  <a:pt x="962025" y="771525"/>
                </a:lnTo>
                <a:lnTo>
                  <a:pt x="952500" y="771525"/>
                </a:lnTo>
                <a:lnTo>
                  <a:pt x="952500" y="762000"/>
                </a:lnTo>
                <a:lnTo>
                  <a:pt x="942975" y="762000"/>
                </a:lnTo>
                <a:lnTo>
                  <a:pt x="942975" y="742950"/>
                </a:lnTo>
                <a:lnTo>
                  <a:pt x="952500" y="742950"/>
                </a:lnTo>
                <a:close/>
                <a:moveTo>
                  <a:pt x="990600" y="733425"/>
                </a:moveTo>
                <a:lnTo>
                  <a:pt x="1000125" y="733425"/>
                </a:lnTo>
                <a:lnTo>
                  <a:pt x="1000125" y="752475"/>
                </a:lnTo>
                <a:lnTo>
                  <a:pt x="990600" y="752475"/>
                </a:lnTo>
                <a:close/>
                <a:moveTo>
                  <a:pt x="1181100" y="733425"/>
                </a:moveTo>
                <a:lnTo>
                  <a:pt x="1200150" y="733425"/>
                </a:lnTo>
                <a:lnTo>
                  <a:pt x="1200150" y="742950"/>
                </a:lnTo>
                <a:lnTo>
                  <a:pt x="1181100" y="742950"/>
                </a:lnTo>
                <a:close/>
                <a:moveTo>
                  <a:pt x="0" y="742950"/>
                </a:moveTo>
                <a:lnTo>
                  <a:pt x="9525" y="742950"/>
                </a:lnTo>
                <a:lnTo>
                  <a:pt x="9525" y="752475"/>
                </a:lnTo>
                <a:lnTo>
                  <a:pt x="19050" y="752475"/>
                </a:lnTo>
                <a:lnTo>
                  <a:pt x="19050" y="762000"/>
                </a:lnTo>
                <a:lnTo>
                  <a:pt x="28575" y="762000"/>
                </a:lnTo>
                <a:lnTo>
                  <a:pt x="28575" y="771525"/>
                </a:lnTo>
                <a:lnTo>
                  <a:pt x="9525" y="771525"/>
                </a:lnTo>
                <a:lnTo>
                  <a:pt x="9525" y="781050"/>
                </a:lnTo>
                <a:lnTo>
                  <a:pt x="0" y="781050"/>
                </a:lnTo>
                <a:close/>
                <a:moveTo>
                  <a:pt x="542925" y="742950"/>
                </a:moveTo>
                <a:lnTo>
                  <a:pt x="552450" y="742950"/>
                </a:lnTo>
                <a:lnTo>
                  <a:pt x="552450" y="752475"/>
                </a:lnTo>
                <a:lnTo>
                  <a:pt x="542925" y="752475"/>
                </a:lnTo>
                <a:close/>
                <a:moveTo>
                  <a:pt x="38100" y="752475"/>
                </a:moveTo>
                <a:lnTo>
                  <a:pt x="66675" y="752475"/>
                </a:lnTo>
                <a:lnTo>
                  <a:pt x="66675" y="781050"/>
                </a:lnTo>
                <a:lnTo>
                  <a:pt x="76200" y="781050"/>
                </a:lnTo>
                <a:lnTo>
                  <a:pt x="76200" y="800100"/>
                </a:lnTo>
                <a:lnTo>
                  <a:pt x="66675" y="800100"/>
                </a:lnTo>
                <a:lnTo>
                  <a:pt x="66675" y="809625"/>
                </a:lnTo>
                <a:lnTo>
                  <a:pt x="57150" y="809625"/>
                </a:lnTo>
                <a:lnTo>
                  <a:pt x="57150" y="762000"/>
                </a:lnTo>
                <a:lnTo>
                  <a:pt x="38100" y="762000"/>
                </a:lnTo>
                <a:close/>
                <a:moveTo>
                  <a:pt x="133350" y="752475"/>
                </a:moveTo>
                <a:lnTo>
                  <a:pt x="142875" y="752475"/>
                </a:lnTo>
                <a:lnTo>
                  <a:pt x="142875" y="762000"/>
                </a:lnTo>
                <a:lnTo>
                  <a:pt x="133350" y="762000"/>
                </a:lnTo>
                <a:close/>
                <a:moveTo>
                  <a:pt x="838200" y="752475"/>
                </a:moveTo>
                <a:lnTo>
                  <a:pt x="847725" y="752475"/>
                </a:lnTo>
                <a:lnTo>
                  <a:pt x="847725" y="762000"/>
                </a:lnTo>
                <a:lnTo>
                  <a:pt x="857250" y="762000"/>
                </a:lnTo>
                <a:lnTo>
                  <a:pt x="857250" y="771525"/>
                </a:lnTo>
                <a:lnTo>
                  <a:pt x="828675" y="771525"/>
                </a:lnTo>
                <a:lnTo>
                  <a:pt x="828675" y="762000"/>
                </a:lnTo>
                <a:lnTo>
                  <a:pt x="838200" y="762000"/>
                </a:lnTo>
                <a:close/>
                <a:moveTo>
                  <a:pt x="1162050" y="752475"/>
                </a:moveTo>
                <a:lnTo>
                  <a:pt x="1171575" y="752475"/>
                </a:lnTo>
                <a:lnTo>
                  <a:pt x="1171575" y="771525"/>
                </a:lnTo>
                <a:lnTo>
                  <a:pt x="1162050" y="771525"/>
                </a:lnTo>
                <a:close/>
                <a:moveTo>
                  <a:pt x="85725" y="762000"/>
                </a:moveTo>
                <a:lnTo>
                  <a:pt x="95250" y="762000"/>
                </a:lnTo>
                <a:lnTo>
                  <a:pt x="95250" y="771525"/>
                </a:lnTo>
                <a:lnTo>
                  <a:pt x="104775" y="771525"/>
                </a:lnTo>
                <a:lnTo>
                  <a:pt x="104775" y="781050"/>
                </a:lnTo>
                <a:lnTo>
                  <a:pt x="114300" y="781050"/>
                </a:lnTo>
                <a:lnTo>
                  <a:pt x="114300" y="790575"/>
                </a:lnTo>
                <a:lnTo>
                  <a:pt x="95250" y="790575"/>
                </a:lnTo>
                <a:lnTo>
                  <a:pt x="95250" y="781050"/>
                </a:lnTo>
                <a:lnTo>
                  <a:pt x="85725" y="781050"/>
                </a:lnTo>
                <a:close/>
                <a:moveTo>
                  <a:pt x="409575" y="762000"/>
                </a:moveTo>
                <a:lnTo>
                  <a:pt x="428625" y="762000"/>
                </a:lnTo>
                <a:lnTo>
                  <a:pt x="428625" y="790575"/>
                </a:lnTo>
                <a:lnTo>
                  <a:pt x="438150" y="790575"/>
                </a:lnTo>
                <a:lnTo>
                  <a:pt x="438150" y="800100"/>
                </a:lnTo>
                <a:lnTo>
                  <a:pt x="419100" y="800100"/>
                </a:lnTo>
                <a:lnTo>
                  <a:pt x="419100" y="790575"/>
                </a:lnTo>
                <a:lnTo>
                  <a:pt x="409575" y="790575"/>
                </a:lnTo>
                <a:close/>
                <a:moveTo>
                  <a:pt x="752475" y="762000"/>
                </a:moveTo>
                <a:lnTo>
                  <a:pt x="781050" y="762000"/>
                </a:lnTo>
                <a:lnTo>
                  <a:pt x="781050" y="771525"/>
                </a:lnTo>
                <a:lnTo>
                  <a:pt x="771525" y="771525"/>
                </a:lnTo>
                <a:lnTo>
                  <a:pt x="771525" y="790575"/>
                </a:lnTo>
                <a:lnTo>
                  <a:pt x="752475" y="790575"/>
                </a:lnTo>
                <a:close/>
                <a:moveTo>
                  <a:pt x="895350" y="762000"/>
                </a:moveTo>
                <a:lnTo>
                  <a:pt x="904875" y="762000"/>
                </a:lnTo>
                <a:lnTo>
                  <a:pt x="904875" y="771525"/>
                </a:lnTo>
                <a:lnTo>
                  <a:pt x="895350" y="771525"/>
                </a:lnTo>
                <a:close/>
                <a:moveTo>
                  <a:pt x="1047750" y="762000"/>
                </a:moveTo>
                <a:lnTo>
                  <a:pt x="1057275" y="762000"/>
                </a:lnTo>
                <a:lnTo>
                  <a:pt x="1057275" y="771525"/>
                </a:lnTo>
                <a:lnTo>
                  <a:pt x="1047750" y="771525"/>
                </a:lnTo>
                <a:close/>
                <a:moveTo>
                  <a:pt x="1085850" y="762000"/>
                </a:moveTo>
                <a:lnTo>
                  <a:pt x="1095375" y="762000"/>
                </a:lnTo>
                <a:lnTo>
                  <a:pt x="1095375" y="771525"/>
                </a:lnTo>
                <a:lnTo>
                  <a:pt x="1085850" y="771525"/>
                </a:lnTo>
                <a:close/>
                <a:moveTo>
                  <a:pt x="180975" y="771525"/>
                </a:moveTo>
                <a:lnTo>
                  <a:pt x="190500" y="771525"/>
                </a:lnTo>
                <a:lnTo>
                  <a:pt x="190500" y="781050"/>
                </a:lnTo>
                <a:lnTo>
                  <a:pt x="180975" y="781050"/>
                </a:lnTo>
                <a:close/>
                <a:moveTo>
                  <a:pt x="457200" y="771525"/>
                </a:moveTo>
                <a:lnTo>
                  <a:pt x="466725" y="771525"/>
                </a:lnTo>
                <a:lnTo>
                  <a:pt x="466725" y="781050"/>
                </a:lnTo>
                <a:lnTo>
                  <a:pt x="476250" y="781050"/>
                </a:lnTo>
                <a:lnTo>
                  <a:pt x="476250" y="771525"/>
                </a:lnTo>
                <a:lnTo>
                  <a:pt x="495300" y="771525"/>
                </a:lnTo>
                <a:lnTo>
                  <a:pt x="495300" y="781050"/>
                </a:lnTo>
                <a:lnTo>
                  <a:pt x="504825" y="781050"/>
                </a:lnTo>
                <a:lnTo>
                  <a:pt x="504825" y="790575"/>
                </a:lnTo>
                <a:lnTo>
                  <a:pt x="514350" y="790575"/>
                </a:lnTo>
                <a:lnTo>
                  <a:pt x="514350" y="800100"/>
                </a:lnTo>
                <a:lnTo>
                  <a:pt x="504825" y="800100"/>
                </a:lnTo>
                <a:lnTo>
                  <a:pt x="504825" y="809625"/>
                </a:lnTo>
                <a:lnTo>
                  <a:pt x="495300" y="809625"/>
                </a:lnTo>
                <a:lnTo>
                  <a:pt x="495300" y="800100"/>
                </a:lnTo>
                <a:lnTo>
                  <a:pt x="476250" y="800100"/>
                </a:lnTo>
                <a:lnTo>
                  <a:pt x="476250" y="790575"/>
                </a:lnTo>
                <a:lnTo>
                  <a:pt x="466725" y="790575"/>
                </a:lnTo>
                <a:lnTo>
                  <a:pt x="466725" y="800100"/>
                </a:lnTo>
                <a:lnTo>
                  <a:pt x="457200" y="800100"/>
                </a:lnTo>
                <a:lnTo>
                  <a:pt x="457200" y="809625"/>
                </a:lnTo>
                <a:lnTo>
                  <a:pt x="447675" y="809625"/>
                </a:lnTo>
                <a:lnTo>
                  <a:pt x="447675" y="790575"/>
                </a:lnTo>
                <a:lnTo>
                  <a:pt x="457200" y="790575"/>
                </a:lnTo>
                <a:close/>
                <a:moveTo>
                  <a:pt x="704850" y="771525"/>
                </a:moveTo>
                <a:lnTo>
                  <a:pt x="714375" y="771525"/>
                </a:lnTo>
                <a:lnTo>
                  <a:pt x="714375" y="781050"/>
                </a:lnTo>
                <a:lnTo>
                  <a:pt x="704850" y="781050"/>
                </a:lnTo>
                <a:close/>
                <a:moveTo>
                  <a:pt x="962025" y="771525"/>
                </a:moveTo>
                <a:lnTo>
                  <a:pt x="981075" y="771525"/>
                </a:lnTo>
                <a:lnTo>
                  <a:pt x="981075" y="781050"/>
                </a:lnTo>
                <a:lnTo>
                  <a:pt x="962025" y="781050"/>
                </a:lnTo>
                <a:close/>
                <a:moveTo>
                  <a:pt x="1171575" y="771525"/>
                </a:moveTo>
                <a:lnTo>
                  <a:pt x="1181100" y="771525"/>
                </a:lnTo>
                <a:lnTo>
                  <a:pt x="1181100" y="781050"/>
                </a:lnTo>
                <a:lnTo>
                  <a:pt x="1171575" y="781050"/>
                </a:lnTo>
                <a:close/>
                <a:moveTo>
                  <a:pt x="676275" y="781050"/>
                </a:moveTo>
                <a:lnTo>
                  <a:pt x="695325" y="781050"/>
                </a:lnTo>
                <a:lnTo>
                  <a:pt x="695325" y="809625"/>
                </a:lnTo>
                <a:lnTo>
                  <a:pt x="685800" y="809625"/>
                </a:lnTo>
                <a:lnTo>
                  <a:pt x="685800" y="800100"/>
                </a:lnTo>
                <a:lnTo>
                  <a:pt x="676275" y="800100"/>
                </a:lnTo>
                <a:close/>
                <a:moveTo>
                  <a:pt x="866775" y="781050"/>
                </a:moveTo>
                <a:lnTo>
                  <a:pt x="885825" y="781050"/>
                </a:lnTo>
                <a:lnTo>
                  <a:pt x="885825" y="790575"/>
                </a:lnTo>
                <a:lnTo>
                  <a:pt x="866775" y="790575"/>
                </a:lnTo>
                <a:close/>
                <a:moveTo>
                  <a:pt x="990600" y="781050"/>
                </a:moveTo>
                <a:lnTo>
                  <a:pt x="1019175" y="781050"/>
                </a:lnTo>
                <a:lnTo>
                  <a:pt x="1019175" y="790575"/>
                </a:lnTo>
                <a:lnTo>
                  <a:pt x="990600" y="790575"/>
                </a:lnTo>
                <a:close/>
                <a:moveTo>
                  <a:pt x="1057275" y="781050"/>
                </a:moveTo>
                <a:lnTo>
                  <a:pt x="1066800" y="781050"/>
                </a:lnTo>
                <a:lnTo>
                  <a:pt x="1066800" y="790575"/>
                </a:lnTo>
                <a:lnTo>
                  <a:pt x="1057275" y="790575"/>
                </a:lnTo>
                <a:close/>
                <a:moveTo>
                  <a:pt x="1076325" y="781050"/>
                </a:moveTo>
                <a:lnTo>
                  <a:pt x="1104900" y="781050"/>
                </a:lnTo>
                <a:lnTo>
                  <a:pt x="1104900" y="790575"/>
                </a:lnTo>
                <a:lnTo>
                  <a:pt x="1095375" y="790575"/>
                </a:lnTo>
                <a:lnTo>
                  <a:pt x="1095375" y="809625"/>
                </a:lnTo>
                <a:lnTo>
                  <a:pt x="1076325" y="809625"/>
                </a:lnTo>
                <a:close/>
                <a:moveTo>
                  <a:pt x="476250" y="790575"/>
                </a:moveTo>
                <a:lnTo>
                  <a:pt x="485775" y="790575"/>
                </a:lnTo>
                <a:lnTo>
                  <a:pt x="485775" y="781050"/>
                </a:lnTo>
                <a:lnTo>
                  <a:pt x="476250" y="781050"/>
                </a:lnTo>
                <a:close/>
                <a:moveTo>
                  <a:pt x="704850" y="790575"/>
                </a:moveTo>
                <a:lnTo>
                  <a:pt x="714375" y="790575"/>
                </a:lnTo>
                <a:lnTo>
                  <a:pt x="714375" y="809625"/>
                </a:lnTo>
                <a:lnTo>
                  <a:pt x="704850" y="809625"/>
                </a:lnTo>
                <a:close/>
                <a:moveTo>
                  <a:pt x="742950" y="790575"/>
                </a:moveTo>
                <a:lnTo>
                  <a:pt x="752475" y="790575"/>
                </a:lnTo>
                <a:lnTo>
                  <a:pt x="752475" y="800100"/>
                </a:lnTo>
                <a:lnTo>
                  <a:pt x="742950" y="800100"/>
                </a:lnTo>
                <a:close/>
                <a:moveTo>
                  <a:pt x="923925" y="790575"/>
                </a:moveTo>
                <a:lnTo>
                  <a:pt x="942975" y="790575"/>
                </a:lnTo>
                <a:lnTo>
                  <a:pt x="942975" y="809625"/>
                </a:lnTo>
                <a:lnTo>
                  <a:pt x="923925" y="809625"/>
                </a:lnTo>
                <a:close/>
                <a:moveTo>
                  <a:pt x="1190625" y="790575"/>
                </a:moveTo>
                <a:lnTo>
                  <a:pt x="1209675" y="790575"/>
                </a:lnTo>
                <a:lnTo>
                  <a:pt x="1209675" y="800100"/>
                </a:lnTo>
                <a:lnTo>
                  <a:pt x="1190625" y="800100"/>
                </a:lnTo>
                <a:close/>
                <a:moveTo>
                  <a:pt x="381000" y="800100"/>
                </a:moveTo>
                <a:lnTo>
                  <a:pt x="390525" y="800100"/>
                </a:lnTo>
                <a:lnTo>
                  <a:pt x="390525" y="809625"/>
                </a:lnTo>
                <a:lnTo>
                  <a:pt x="381000" y="809625"/>
                </a:lnTo>
                <a:close/>
              </a:path>
            </a:pathLst>
          </a:custGeom>
          <a:solidFill xmlns:a="http://schemas.openxmlformats.org/drawingml/2006/main">
            <a:srgbClr val="F9F8F4"/>
          </a:solidFill>
          <a:ln xmlns:a="http://schemas.openxmlformats.org/drawingml/2006/main" w="0">
            <a:noFill/>
          </a:ln>
        </p:spPr>
      </p:sp>
      <p:sp>
        <p:nvSpPr>
          <p:cNvPr id="19" name="v00 vector #f9f8f3">
            <a:extLst xmlns:a="http://schemas.openxmlformats.org/drawingml/2006/main">
              <a:ext uri="{FF2B5EF4-FFF2-40B4-BE49-F238E27FC236}">
                <a16:creationId xmlns:a16="http://schemas.microsoft.com/office/drawing/2014/main" id="{CAB7D038-CC7B-42CA-9BF3-61937E7FA8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5350" y="2362200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123825" y="0"/>
                </a:moveTo>
                <a:lnTo>
                  <a:pt x="161925" y="0"/>
                </a:lnTo>
                <a:lnTo>
                  <a:pt x="161925" y="9525"/>
                </a:lnTo>
                <a:lnTo>
                  <a:pt x="142875" y="9525"/>
                </a:lnTo>
                <a:lnTo>
                  <a:pt x="142875" y="19050"/>
                </a:lnTo>
                <a:lnTo>
                  <a:pt x="133350" y="19050"/>
                </a:lnTo>
                <a:lnTo>
                  <a:pt x="133350" y="9525"/>
                </a:lnTo>
                <a:lnTo>
                  <a:pt x="123825" y="9525"/>
                </a:lnTo>
                <a:close/>
                <a:moveTo>
                  <a:pt x="171450" y="0"/>
                </a:moveTo>
                <a:lnTo>
                  <a:pt x="180975" y="0"/>
                </a:lnTo>
                <a:lnTo>
                  <a:pt x="180975" y="9525"/>
                </a:lnTo>
                <a:lnTo>
                  <a:pt x="171450" y="9525"/>
                </a:lnTo>
                <a:close/>
                <a:moveTo>
                  <a:pt x="561975" y="0"/>
                </a:moveTo>
                <a:lnTo>
                  <a:pt x="571500" y="0"/>
                </a:lnTo>
                <a:lnTo>
                  <a:pt x="571500" y="9525"/>
                </a:lnTo>
                <a:lnTo>
                  <a:pt x="561975" y="9525"/>
                </a:lnTo>
                <a:close/>
                <a:moveTo>
                  <a:pt x="666750" y="0"/>
                </a:moveTo>
                <a:lnTo>
                  <a:pt x="676275" y="0"/>
                </a:lnTo>
                <a:lnTo>
                  <a:pt x="676275" y="9525"/>
                </a:lnTo>
                <a:lnTo>
                  <a:pt x="666750" y="9525"/>
                </a:lnTo>
                <a:close/>
                <a:moveTo>
                  <a:pt x="685800" y="0"/>
                </a:moveTo>
                <a:lnTo>
                  <a:pt x="714375" y="0"/>
                </a:lnTo>
                <a:lnTo>
                  <a:pt x="714375" y="9525"/>
                </a:lnTo>
                <a:lnTo>
                  <a:pt x="695325" y="9525"/>
                </a:lnTo>
                <a:lnTo>
                  <a:pt x="695325" y="38100"/>
                </a:lnTo>
                <a:lnTo>
                  <a:pt x="723900" y="38100"/>
                </a:lnTo>
                <a:lnTo>
                  <a:pt x="723900" y="57150"/>
                </a:lnTo>
                <a:lnTo>
                  <a:pt x="704850" y="57150"/>
                </a:lnTo>
                <a:lnTo>
                  <a:pt x="704850" y="66675"/>
                </a:lnTo>
                <a:lnTo>
                  <a:pt x="695325" y="66675"/>
                </a:lnTo>
                <a:lnTo>
                  <a:pt x="695325" y="57150"/>
                </a:lnTo>
                <a:lnTo>
                  <a:pt x="685800" y="57150"/>
                </a:lnTo>
                <a:close/>
                <a:moveTo>
                  <a:pt x="885825" y="0"/>
                </a:moveTo>
                <a:lnTo>
                  <a:pt x="895350" y="0"/>
                </a:lnTo>
                <a:lnTo>
                  <a:pt x="895350" y="9525"/>
                </a:lnTo>
                <a:lnTo>
                  <a:pt x="885825" y="9525"/>
                </a:lnTo>
                <a:close/>
                <a:moveTo>
                  <a:pt x="1114425" y="0"/>
                </a:moveTo>
                <a:lnTo>
                  <a:pt x="1133475" y="0"/>
                </a:lnTo>
                <a:lnTo>
                  <a:pt x="1133475" y="9525"/>
                </a:lnTo>
                <a:lnTo>
                  <a:pt x="1114425" y="9525"/>
                </a:lnTo>
                <a:close/>
                <a:moveTo>
                  <a:pt x="561975" y="19050"/>
                </a:moveTo>
                <a:lnTo>
                  <a:pt x="571500" y="19050"/>
                </a:lnTo>
                <a:lnTo>
                  <a:pt x="571500" y="28575"/>
                </a:lnTo>
                <a:lnTo>
                  <a:pt x="561975" y="28575"/>
                </a:lnTo>
                <a:close/>
                <a:moveTo>
                  <a:pt x="1143000" y="19050"/>
                </a:moveTo>
                <a:lnTo>
                  <a:pt x="1152525" y="19050"/>
                </a:lnTo>
                <a:lnTo>
                  <a:pt x="1152525" y="28575"/>
                </a:lnTo>
                <a:lnTo>
                  <a:pt x="1143000" y="28575"/>
                </a:lnTo>
                <a:close/>
                <a:moveTo>
                  <a:pt x="1028700" y="28575"/>
                </a:moveTo>
                <a:lnTo>
                  <a:pt x="1047750" y="28575"/>
                </a:lnTo>
                <a:lnTo>
                  <a:pt x="1047750" y="57150"/>
                </a:lnTo>
                <a:lnTo>
                  <a:pt x="1028700" y="57150"/>
                </a:lnTo>
                <a:lnTo>
                  <a:pt x="1028700" y="47625"/>
                </a:lnTo>
                <a:lnTo>
                  <a:pt x="1038225" y="47625"/>
                </a:lnTo>
                <a:lnTo>
                  <a:pt x="1038225" y="38100"/>
                </a:lnTo>
                <a:lnTo>
                  <a:pt x="1028700" y="38100"/>
                </a:lnTo>
                <a:close/>
                <a:moveTo>
                  <a:pt x="85725" y="38100"/>
                </a:moveTo>
                <a:lnTo>
                  <a:pt x="95250" y="38100"/>
                </a:lnTo>
                <a:lnTo>
                  <a:pt x="95250" y="47625"/>
                </a:lnTo>
                <a:lnTo>
                  <a:pt x="85725" y="47625"/>
                </a:lnTo>
                <a:close/>
                <a:moveTo>
                  <a:pt x="552450" y="38100"/>
                </a:moveTo>
                <a:lnTo>
                  <a:pt x="571500" y="38100"/>
                </a:lnTo>
                <a:lnTo>
                  <a:pt x="571500" y="47625"/>
                </a:lnTo>
                <a:lnTo>
                  <a:pt x="590550" y="47625"/>
                </a:lnTo>
                <a:lnTo>
                  <a:pt x="590550" y="38100"/>
                </a:lnTo>
                <a:lnTo>
                  <a:pt x="600075" y="38100"/>
                </a:lnTo>
                <a:lnTo>
                  <a:pt x="600075" y="57150"/>
                </a:lnTo>
                <a:lnTo>
                  <a:pt x="581025" y="57150"/>
                </a:lnTo>
                <a:lnTo>
                  <a:pt x="581025" y="85725"/>
                </a:lnTo>
                <a:lnTo>
                  <a:pt x="571500" y="85725"/>
                </a:lnTo>
                <a:lnTo>
                  <a:pt x="571500" y="95250"/>
                </a:lnTo>
                <a:lnTo>
                  <a:pt x="561975" y="95250"/>
                </a:lnTo>
                <a:lnTo>
                  <a:pt x="561975" y="85725"/>
                </a:lnTo>
                <a:lnTo>
                  <a:pt x="552450" y="85725"/>
                </a:lnTo>
                <a:lnTo>
                  <a:pt x="552450" y="95250"/>
                </a:lnTo>
                <a:lnTo>
                  <a:pt x="561975" y="95250"/>
                </a:lnTo>
                <a:lnTo>
                  <a:pt x="561975" y="104775"/>
                </a:lnTo>
                <a:lnTo>
                  <a:pt x="542925" y="104775"/>
                </a:lnTo>
                <a:lnTo>
                  <a:pt x="542925" y="85725"/>
                </a:lnTo>
                <a:lnTo>
                  <a:pt x="523875" y="85725"/>
                </a:lnTo>
                <a:lnTo>
                  <a:pt x="523875" y="76200"/>
                </a:lnTo>
                <a:lnTo>
                  <a:pt x="542925" y="76200"/>
                </a:lnTo>
                <a:lnTo>
                  <a:pt x="542925" y="47625"/>
                </a:lnTo>
                <a:lnTo>
                  <a:pt x="552450" y="47625"/>
                </a:lnTo>
                <a:close/>
                <a:moveTo>
                  <a:pt x="638175" y="38100"/>
                </a:moveTo>
                <a:lnTo>
                  <a:pt x="657225" y="38100"/>
                </a:lnTo>
                <a:lnTo>
                  <a:pt x="657225" y="47625"/>
                </a:lnTo>
                <a:lnTo>
                  <a:pt x="666750" y="47625"/>
                </a:lnTo>
                <a:lnTo>
                  <a:pt x="666750" y="57150"/>
                </a:lnTo>
                <a:lnTo>
                  <a:pt x="657225" y="57150"/>
                </a:lnTo>
                <a:lnTo>
                  <a:pt x="657225" y="66675"/>
                </a:lnTo>
                <a:lnTo>
                  <a:pt x="638175" y="66675"/>
                </a:lnTo>
                <a:lnTo>
                  <a:pt x="638175" y="76200"/>
                </a:lnTo>
                <a:lnTo>
                  <a:pt x="628650" y="76200"/>
                </a:lnTo>
                <a:lnTo>
                  <a:pt x="628650" y="66675"/>
                </a:lnTo>
                <a:lnTo>
                  <a:pt x="619125" y="66675"/>
                </a:lnTo>
                <a:lnTo>
                  <a:pt x="619125" y="57150"/>
                </a:lnTo>
                <a:lnTo>
                  <a:pt x="609600" y="57150"/>
                </a:lnTo>
                <a:lnTo>
                  <a:pt x="609600" y="47625"/>
                </a:lnTo>
                <a:lnTo>
                  <a:pt x="638175" y="47625"/>
                </a:lnTo>
                <a:close/>
                <a:moveTo>
                  <a:pt x="733425" y="38100"/>
                </a:moveTo>
                <a:lnTo>
                  <a:pt x="742950" y="38100"/>
                </a:lnTo>
                <a:lnTo>
                  <a:pt x="742950" y="57150"/>
                </a:lnTo>
                <a:lnTo>
                  <a:pt x="733425" y="57150"/>
                </a:lnTo>
                <a:close/>
                <a:moveTo>
                  <a:pt x="1057275" y="38100"/>
                </a:moveTo>
                <a:lnTo>
                  <a:pt x="1066800" y="38100"/>
                </a:lnTo>
                <a:lnTo>
                  <a:pt x="1066800" y="47625"/>
                </a:lnTo>
                <a:lnTo>
                  <a:pt x="1057275" y="47625"/>
                </a:lnTo>
                <a:close/>
                <a:moveTo>
                  <a:pt x="9525" y="47625"/>
                </a:moveTo>
                <a:lnTo>
                  <a:pt x="28575" y="47625"/>
                </a:lnTo>
                <a:lnTo>
                  <a:pt x="28575" y="57150"/>
                </a:lnTo>
                <a:lnTo>
                  <a:pt x="9525" y="57150"/>
                </a:lnTo>
                <a:close/>
                <a:moveTo>
                  <a:pt x="28575" y="57150"/>
                </a:moveTo>
                <a:lnTo>
                  <a:pt x="38100" y="57150"/>
                </a:lnTo>
                <a:lnTo>
                  <a:pt x="38100" y="76200"/>
                </a:lnTo>
                <a:lnTo>
                  <a:pt x="28575" y="76200"/>
                </a:lnTo>
                <a:close/>
                <a:moveTo>
                  <a:pt x="38100" y="76200"/>
                </a:moveTo>
                <a:lnTo>
                  <a:pt x="66675" y="76200"/>
                </a:lnTo>
                <a:lnTo>
                  <a:pt x="66675" y="95250"/>
                </a:lnTo>
                <a:lnTo>
                  <a:pt x="38100" y="95250"/>
                </a:lnTo>
                <a:close/>
                <a:moveTo>
                  <a:pt x="685800" y="76200"/>
                </a:moveTo>
                <a:lnTo>
                  <a:pt x="695325" y="76200"/>
                </a:lnTo>
                <a:lnTo>
                  <a:pt x="695325" y="85725"/>
                </a:lnTo>
                <a:lnTo>
                  <a:pt x="685800" y="85725"/>
                </a:lnTo>
                <a:close/>
                <a:moveTo>
                  <a:pt x="742950" y="76200"/>
                </a:moveTo>
                <a:lnTo>
                  <a:pt x="762000" y="76200"/>
                </a:lnTo>
                <a:lnTo>
                  <a:pt x="762000" y="95250"/>
                </a:lnTo>
                <a:lnTo>
                  <a:pt x="752475" y="95250"/>
                </a:lnTo>
                <a:lnTo>
                  <a:pt x="752475" y="85725"/>
                </a:lnTo>
                <a:lnTo>
                  <a:pt x="742950" y="85725"/>
                </a:lnTo>
                <a:close/>
                <a:moveTo>
                  <a:pt x="714375" y="85725"/>
                </a:moveTo>
                <a:lnTo>
                  <a:pt x="723900" y="85725"/>
                </a:lnTo>
                <a:lnTo>
                  <a:pt x="723900" y="104775"/>
                </a:lnTo>
                <a:lnTo>
                  <a:pt x="714375" y="104775"/>
                </a:lnTo>
                <a:close/>
                <a:moveTo>
                  <a:pt x="600075" y="95250"/>
                </a:moveTo>
                <a:lnTo>
                  <a:pt x="609600" y="95250"/>
                </a:lnTo>
                <a:lnTo>
                  <a:pt x="609600" y="104775"/>
                </a:lnTo>
                <a:lnTo>
                  <a:pt x="600075" y="104775"/>
                </a:lnTo>
                <a:close/>
                <a:moveTo>
                  <a:pt x="0" y="133350"/>
                </a:moveTo>
                <a:lnTo>
                  <a:pt x="19050" y="133350"/>
                </a:lnTo>
                <a:lnTo>
                  <a:pt x="19050" y="142875"/>
                </a:lnTo>
                <a:lnTo>
                  <a:pt x="0" y="142875"/>
                </a:lnTo>
                <a:close/>
                <a:moveTo>
                  <a:pt x="1190625" y="133350"/>
                </a:moveTo>
                <a:lnTo>
                  <a:pt x="1200150" y="133350"/>
                </a:lnTo>
                <a:lnTo>
                  <a:pt x="1200150" y="142875"/>
                </a:lnTo>
                <a:lnTo>
                  <a:pt x="1190625" y="142875"/>
                </a:lnTo>
                <a:close/>
                <a:moveTo>
                  <a:pt x="19050" y="152400"/>
                </a:moveTo>
                <a:lnTo>
                  <a:pt x="28575" y="152400"/>
                </a:lnTo>
                <a:lnTo>
                  <a:pt x="28575" y="161925"/>
                </a:lnTo>
                <a:lnTo>
                  <a:pt x="19050" y="161925"/>
                </a:lnTo>
                <a:close/>
                <a:moveTo>
                  <a:pt x="142875" y="161925"/>
                </a:moveTo>
                <a:lnTo>
                  <a:pt x="152400" y="161925"/>
                </a:lnTo>
                <a:lnTo>
                  <a:pt x="152400" y="171450"/>
                </a:lnTo>
                <a:lnTo>
                  <a:pt x="142875" y="171450"/>
                </a:lnTo>
                <a:close/>
                <a:moveTo>
                  <a:pt x="161925" y="161925"/>
                </a:moveTo>
                <a:lnTo>
                  <a:pt x="171450" y="161925"/>
                </a:lnTo>
                <a:lnTo>
                  <a:pt x="171450" y="171450"/>
                </a:lnTo>
                <a:lnTo>
                  <a:pt x="161925" y="171450"/>
                </a:lnTo>
                <a:close/>
                <a:moveTo>
                  <a:pt x="1181100" y="161925"/>
                </a:moveTo>
                <a:lnTo>
                  <a:pt x="1190625" y="161925"/>
                </a:lnTo>
                <a:lnTo>
                  <a:pt x="1190625" y="171450"/>
                </a:lnTo>
                <a:lnTo>
                  <a:pt x="1181100" y="171450"/>
                </a:lnTo>
                <a:close/>
                <a:moveTo>
                  <a:pt x="38100" y="190500"/>
                </a:moveTo>
                <a:lnTo>
                  <a:pt x="57150" y="190500"/>
                </a:lnTo>
                <a:lnTo>
                  <a:pt x="57150" y="209550"/>
                </a:lnTo>
                <a:lnTo>
                  <a:pt x="66675" y="209550"/>
                </a:lnTo>
                <a:lnTo>
                  <a:pt x="66675" y="219075"/>
                </a:lnTo>
                <a:lnTo>
                  <a:pt x="38100" y="219075"/>
                </a:lnTo>
                <a:close/>
                <a:moveTo>
                  <a:pt x="1095375" y="200025"/>
                </a:moveTo>
                <a:lnTo>
                  <a:pt x="1104900" y="200025"/>
                </a:lnTo>
                <a:lnTo>
                  <a:pt x="1104900" y="209550"/>
                </a:lnTo>
                <a:lnTo>
                  <a:pt x="1095375" y="209550"/>
                </a:lnTo>
                <a:close/>
                <a:moveTo>
                  <a:pt x="85725" y="219075"/>
                </a:moveTo>
                <a:lnTo>
                  <a:pt x="95250" y="219075"/>
                </a:lnTo>
                <a:lnTo>
                  <a:pt x="95250" y="228600"/>
                </a:lnTo>
                <a:lnTo>
                  <a:pt x="85725" y="228600"/>
                </a:lnTo>
                <a:close/>
                <a:moveTo>
                  <a:pt x="28575" y="247650"/>
                </a:moveTo>
                <a:lnTo>
                  <a:pt x="38100" y="247650"/>
                </a:lnTo>
                <a:lnTo>
                  <a:pt x="38100" y="257175"/>
                </a:lnTo>
                <a:lnTo>
                  <a:pt x="28575" y="257175"/>
                </a:lnTo>
                <a:close/>
                <a:moveTo>
                  <a:pt x="66675" y="247650"/>
                </a:moveTo>
                <a:lnTo>
                  <a:pt x="95250" y="247650"/>
                </a:lnTo>
                <a:lnTo>
                  <a:pt x="95250" y="276225"/>
                </a:lnTo>
                <a:lnTo>
                  <a:pt x="66675" y="276225"/>
                </a:lnTo>
                <a:close/>
                <a:moveTo>
                  <a:pt x="0" y="266700"/>
                </a:moveTo>
                <a:lnTo>
                  <a:pt x="19050" y="266700"/>
                </a:lnTo>
                <a:lnTo>
                  <a:pt x="19050" y="276225"/>
                </a:lnTo>
                <a:lnTo>
                  <a:pt x="0" y="276225"/>
                </a:lnTo>
                <a:close/>
                <a:moveTo>
                  <a:pt x="1200150" y="266700"/>
                </a:moveTo>
                <a:lnTo>
                  <a:pt x="1209675" y="266700"/>
                </a:lnTo>
                <a:lnTo>
                  <a:pt x="1209675" y="276225"/>
                </a:lnTo>
                <a:lnTo>
                  <a:pt x="1200150" y="276225"/>
                </a:lnTo>
                <a:close/>
                <a:moveTo>
                  <a:pt x="1190625" y="285750"/>
                </a:moveTo>
                <a:lnTo>
                  <a:pt x="1209675" y="285750"/>
                </a:lnTo>
                <a:lnTo>
                  <a:pt x="1209675" y="295275"/>
                </a:lnTo>
                <a:lnTo>
                  <a:pt x="1190625" y="295275"/>
                </a:lnTo>
                <a:close/>
                <a:moveTo>
                  <a:pt x="123825" y="323850"/>
                </a:moveTo>
                <a:lnTo>
                  <a:pt x="133350" y="323850"/>
                </a:lnTo>
                <a:lnTo>
                  <a:pt x="133350" y="333375"/>
                </a:lnTo>
                <a:lnTo>
                  <a:pt x="152400" y="333375"/>
                </a:lnTo>
                <a:lnTo>
                  <a:pt x="152400" y="342900"/>
                </a:lnTo>
                <a:lnTo>
                  <a:pt x="142875" y="342900"/>
                </a:lnTo>
                <a:lnTo>
                  <a:pt x="142875" y="352425"/>
                </a:lnTo>
                <a:lnTo>
                  <a:pt x="133350" y="352425"/>
                </a:lnTo>
                <a:lnTo>
                  <a:pt x="133350" y="342900"/>
                </a:lnTo>
                <a:lnTo>
                  <a:pt x="123825" y="342900"/>
                </a:lnTo>
                <a:close/>
                <a:moveTo>
                  <a:pt x="95250" y="333375"/>
                </a:moveTo>
                <a:lnTo>
                  <a:pt x="104775" y="333375"/>
                </a:lnTo>
                <a:lnTo>
                  <a:pt x="104775" y="342900"/>
                </a:lnTo>
                <a:lnTo>
                  <a:pt x="95250" y="342900"/>
                </a:lnTo>
                <a:close/>
                <a:moveTo>
                  <a:pt x="1085850" y="342900"/>
                </a:moveTo>
                <a:lnTo>
                  <a:pt x="1104900" y="342900"/>
                </a:lnTo>
                <a:lnTo>
                  <a:pt x="1104900" y="352425"/>
                </a:lnTo>
                <a:lnTo>
                  <a:pt x="1085850" y="352425"/>
                </a:lnTo>
                <a:close/>
                <a:moveTo>
                  <a:pt x="1085850" y="381000"/>
                </a:moveTo>
                <a:lnTo>
                  <a:pt x="1095375" y="381000"/>
                </a:lnTo>
                <a:lnTo>
                  <a:pt x="1095375" y="400050"/>
                </a:lnTo>
                <a:lnTo>
                  <a:pt x="1085850" y="400050"/>
                </a:lnTo>
                <a:lnTo>
                  <a:pt x="1085850" y="409575"/>
                </a:lnTo>
                <a:lnTo>
                  <a:pt x="1076325" y="409575"/>
                </a:lnTo>
                <a:lnTo>
                  <a:pt x="1076325" y="390525"/>
                </a:lnTo>
                <a:lnTo>
                  <a:pt x="1085850" y="390525"/>
                </a:lnTo>
                <a:close/>
                <a:moveTo>
                  <a:pt x="1123950" y="419100"/>
                </a:moveTo>
                <a:lnTo>
                  <a:pt x="1133475" y="419100"/>
                </a:lnTo>
                <a:lnTo>
                  <a:pt x="1133475" y="428625"/>
                </a:lnTo>
                <a:lnTo>
                  <a:pt x="1123950" y="428625"/>
                </a:lnTo>
                <a:close/>
                <a:moveTo>
                  <a:pt x="1143000" y="523875"/>
                </a:moveTo>
                <a:lnTo>
                  <a:pt x="1162050" y="523875"/>
                </a:lnTo>
                <a:lnTo>
                  <a:pt x="1162050" y="533400"/>
                </a:lnTo>
                <a:lnTo>
                  <a:pt x="1143000" y="533400"/>
                </a:lnTo>
                <a:close/>
                <a:moveTo>
                  <a:pt x="1190625" y="542925"/>
                </a:moveTo>
                <a:lnTo>
                  <a:pt x="1209675" y="542925"/>
                </a:lnTo>
                <a:lnTo>
                  <a:pt x="1209675" y="561975"/>
                </a:lnTo>
                <a:lnTo>
                  <a:pt x="1200150" y="561975"/>
                </a:lnTo>
                <a:lnTo>
                  <a:pt x="1200150" y="571500"/>
                </a:lnTo>
                <a:lnTo>
                  <a:pt x="1181100" y="571500"/>
                </a:lnTo>
                <a:lnTo>
                  <a:pt x="1181100" y="552450"/>
                </a:lnTo>
                <a:lnTo>
                  <a:pt x="1190625" y="552450"/>
                </a:lnTo>
                <a:close/>
                <a:moveTo>
                  <a:pt x="485775" y="581025"/>
                </a:moveTo>
                <a:lnTo>
                  <a:pt x="514350" y="581025"/>
                </a:lnTo>
                <a:lnTo>
                  <a:pt x="514350" y="590550"/>
                </a:lnTo>
                <a:lnTo>
                  <a:pt x="504825" y="590550"/>
                </a:lnTo>
                <a:lnTo>
                  <a:pt x="504825" y="600075"/>
                </a:lnTo>
                <a:lnTo>
                  <a:pt x="514350" y="600075"/>
                </a:lnTo>
                <a:lnTo>
                  <a:pt x="514350" y="609600"/>
                </a:lnTo>
                <a:lnTo>
                  <a:pt x="485775" y="609600"/>
                </a:lnTo>
                <a:lnTo>
                  <a:pt x="485775" y="600075"/>
                </a:lnTo>
                <a:lnTo>
                  <a:pt x="495300" y="600075"/>
                </a:lnTo>
                <a:lnTo>
                  <a:pt x="495300" y="590550"/>
                </a:lnTo>
                <a:lnTo>
                  <a:pt x="485775" y="590550"/>
                </a:lnTo>
                <a:close/>
                <a:moveTo>
                  <a:pt x="533400" y="581025"/>
                </a:moveTo>
                <a:lnTo>
                  <a:pt x="542925" y="581025"/>
                </a:lnTo>
                <a:lnTo>
                  <a:pt x="542925" y="590550"/>
                </a:lnTo>
                <a:lnTo>
                  <a:pt x="533400" y="590550"/>
                </a:lnTo>
                <a:close/>
                <a:moveTo>
                  <a:pt x="561975" y="581025"/>
                </a:moveTo>
                <a:lnTo>
                  <a:pt x="571500" y="581025"/>
                </a:lnTo>
                <a:lnTo>
                  <a:pt x="571500" y="590550"/>
                </a:lnTo>
                <a:lnTo>
                  <a:pt x="581025" y="590550"/>
                </a:lnTo>
                <a:lnTo>
                  <a:pt x="581025" y="600075"/>
                </a:lnTo>
                <a:lnTo>
                  <a:pt x="561975" y="600075"/>
                </a:lnTo>
                <a:lnTo>
                  <a:pt x="561975" y="609600"/>
                </a:lnTo>
                <a:lnTo>
                  <a:pt x="533400" y="609600"/>
                </a:lnTo>
                <a:lnTo>
                  <a:pt x="533400" y="600075"/>
                </a:lnTo>
                <a:lnTo>
                  <a:pt x="542925" y="600075"/>
                </a:lnTo>
                <a:lnTo>
                  <a:pt x="542925" y="590550"/>
                </a:lnTo>
                <a:lnTo>
                  <a:pt x="561975" y="590550"/>
                </a:lnTo>
                <a:close/>
                <a:moveTo>
                  <a:pt x="1057275" y="581025"/>
                </a:moveTo>
                <a:lnTo>
                  <a:pt x="1076325" y="581025"/>
                </a:lnTo>
                <a:lnTo>
                  <a:pt x="1076325" y="590550"/>
                </a:lnTo>
                <a:lnTo>
                  <a:pt x="1057275" y="590550"/>
                </a:lnTo>
                <a:close/>
                <a:moveTo>
                  <a:pt x="1095375" y="581025"/>
                </a:moveTo>
                <a:lnTo>
                  <a:pt x="1104900" y="581025"/>
                </a:lnTo>
                <a:lnTo>
                  <a:pt x="1104900" y="600075"/>
                </a:lnTo>
                <a:lnTo>
                  <a:pt x="1095375" y="600075"/>
                </a:lnTo>
                <a:close/>
                <a:moveTo>
                  <a:pt x="1200150" y="609600"/>
                </a:moveTo>
                <a:lnTo>
                  <a:pt x="1209675" y="609600"/>
                </a:lnTo>
                <a:lnTo>
                  <a:pt x="1209675" y="619125"/>
                </a:lnTo>
                <a:lnTo>
                  <a:pt x="1200150" y="619125"/>
                </a:lnTo>
                <a:close/>
                <a:moveTo>
                  <a:pt x="1181100" y="619125"/>
                </a:moveTo>
                <a:lnTo>
                  <a:pt x="1190625" y="619125"/>
                </a:lnTo>
                <a:lnTo>
                  <a:pt x="1190625" y="628650"/>
                </a:lnTo>
                <a:lnTo>
                  <a:pt x="1181100" y="628650"/>
                </a:lnTo>
                <a:close/>
                <a:moveTo>
                  <a:pt x="495300" y="638175"/>
                </a:moveTo>
                <a:lnTo>
                  <a:pt x="504825" y="638175"/>
                </a:lnTo>
                <a:lnTo>
                  <a:pt x="504825" y="647700"/>
                </a:lnTo>
                <a:lnTo>
                  <a:pt x="495300" y="647700"/>
                </a:lnTo>
                <a:close/>
                <a:moveTo>
                  <a:pt x="685800" y="638175"/>
                </a:moveTo>
                <a:lnTo>
                  <a:pt x="695325" y="638175"/>
                </a:lnTo>
                <a:lnTo>
                  <a:pt x="695325" y="647700"/>
                </a:lnTo>
                <a:lnTo>
                  <a:pt x="685800" y="647700"/>
                </a:lnTo>
                <a:close/>
                <a:moveTo>
                  <a:pt x="1057275" y="638175"/>
                </a:moveTo>
                <a:lnTo>
                  <a:pt x="1066800" y="638175"/>
                </a:lnTo>
                <a:lnTo>
                  <a:pt x="1066800" y="647700"/>
                </a:lnTo>
                <a:lnTo>
                  <a:pt x="1057275" y="647700"/>
                </a:lnTo>
                <a:close/>
                <a:moveTo>
                  <a:pt x="485775" y="647700"/>
                </a:moveTo>
                <a:lnTo>
                  <a:pt x="495300" y="647700"/>
                </a:lnTo>
                <a:lnTo>
                  <a:pt x="495300" y="657225"/>
                </a:lnTo>
                <a:lnTo>
                  <a:pt x="485775" y="657225"/>
                </a:lnTo>
                <a:close/>
                <a:moveTo>
                  <a:pt x="438150" y="657225"/>
                </a:moveTo>
                <a:lnTo>
                  <a:pt x="476250" y="657225"/>
                </a:lnTo>
                <a:lnTo>
                  <a:pt x="476250" y="676275"/>
                </a:lnTo>
                <a:lnTo>
                  <a:pt x="457200" y="676275"/>
                </a:lnTo>
                <a:lnTo>
                  <a:pt x="457200" y="666750"/>
                </a:lnTo>
                <a:lnTo>
                  <a:pt x="438150" y="666750"/>
                </a:lnTo>
                <a:close/>
                <a:moveTo>
                  <a:pt x="609600" y="657225"/>
                </a:moveTo>
                <a:lnTo>
                  <a:pt x="619125" y="657225"/>
                </a:lnTo>
                <a:lnTo>
                  <a:pt x="619125" y="666750"/>
                </a:lnTo>
                <a:lnTo>
                  <a:pt x="638175" y="666750"/>
                </a:lnTo>
                <a:lnTo>
                  <a:pt x="638175" y="676275"/>
                </a:lnTo>
                <a:lnTo>
                  <a:pt x="609600" y="676275"/>
                </a:lnTo>
                <a:close/>
                <a:moveTo>
                  <a:pt x="390525" y="666750"/>
                </a:moveTo>
                <a:lnTo>
                  <a:pt x="400050" y="666750"/>
                </a:lnTo>
                <a:lnTo>
                  <a:pt x="400050" y="676275"/>
                </a:lnTo>
                <a:lnTo>
                  <a:pt x="390525" y="676275"/>
                </a:lnTo>
                <a:close/>
                <a:moveTo>
                  <a:pt x="504825" y="666750"/>
                </a:moveTo>
                <a:lnTo>
                  <a:pt x="514350" y="666750"/>
                </a:lnTo>
                <a:lnTo>
                  <a:pt x="514350" y="676275"/>
                </a:lnTo>
                <a:lnTo>
                  <a:pt x="504825" y="676275"/>
                </a:lnTo>
                <a:close/>
                <a:moveTo>
                  <a:pt x="1038225" y="666750"/>
                </a:moveTo>
                <a:lnTo>
                  <a:pt x="1057275" y="666750"/>
                </a:lnTo>
                <a:lnTo>
                  <a:pt x="1057275" y="685800"/>
                </a:lnTo>
                <a:lnTo>
                  <a:pt x="1028700" y="685800"/>
                </a:lnTo>
                <a:lnTo>
                  <a:pt x="1028700" y="676275"/>
                </a:lnTo>
                <a:lnTo>
                  <a:pt x="1038225" y="676275"/>
                </a:lnTo>
                <a:close/>
                <a:moveTo>
                  <a:pt x="1019175" y="685800"/>
                </a:moveTo>
                <a:lnTo>
                  <a:pt x="1028700" y="685800"/>
                </a:lnTo>
                <a:lnTo>
                  <a:pt x="1028700" y="695325"/>
                </a:lnTo>
                <a:lnTo>
                  <a:pt x="1019175" y="695325"/>
                </a:lnTo>
                <a:close/>
                <a:moveTo>
                  <a:pt x="304800" y="695325"/>
                </a:moveTo>
                <a:lnTo>
                  <a:pt x="314325" y="695325"/>
                </a:lnTo>
                <a:lnTo>
                  <a:pt x="314325" y="704850"/>
                </a:lnTo>
                <a:lnTo>
                  <a:pt x="304800" y="704850"/>
                </a:lnTo>
                <a:close/>
                <a:moveTo>
                  <a:pt x="590550" y="695325"/>
                </a:moveTo>
                <a:lnTo>
                  <a:pt x="609600" y="695325"/>
                </a:lnTo>
                <a:lnTo>
                  <a:pt x="609600" y="704850"/>
                </a:lnTo>
                <a:lnTo>
                  <a:pt x="590550" y="704850"/>
                </a:lnTo>
                <a:close/>
                <a:moveTo>
                  <a:pt x="276225" y="704850"/>
                </a:moveTo>
                <a:lnTo>
                  <a:pt x="285750" y="704850"/>
                </a:lnTo>
                <a:lnTo>
                  <a:pt x="285750" y="714375"/>
                </a:lnTo>
                <a:lnTo>
                  <a:pt x="304800" y="714375"/>
                </a:lnTo>
                <a:lnTo>
                  <a:pt x="304800" y="733425"/>
                </a:lnTo>
                <a:lnTo>
                  <a:pt x="285750" y="733425"/>
                </a:lnTo>
                <a:lnTo>
                  <a:pt x="285750" y="723900"/>
                </a:lnTo>
                <a:lnTo>
                  <a:pt x="276225" y="723900"/>
                </a:lnTo>
                <a:close/>
                <a:moveTo>
                  <a:pt x="666750" y="704850"/>
                </a:moveTo>
                <a:lnTo>
                  <a:pt x="676275" y="704850"/>
                </a:lnTo>
                <a:lnTo>
                  <a:pt x="676275" y="714375"/>
                </a:lnTo>
                <a:lnTo>
                  <a:pt x="666750" y="714375"/>
                </a:lnTo>
                <a:close/>
                <a:moveTo>
                  <a:pt x="552450" y="723900"/>
                </a:moveTo>
                <a:lnTo>
                  <a:pt x="571500" y="723900"/>
                </a:lnTo>
                <a:lnTo>
                  <a:pt x="571500" y="742950"/>
                </a:lnTo>
                <a:lnTo>
                  <a:pt x="542925" y="742950"/>
                </a:lnTo>
                <a:lnTo>
                  <a:pt x="542925" y="733425"/>
                </a:lnTo>
                <a:lnTo>
                  <a:pt x="552450" y="733425"/>
                </a:lnTo>
                <a:close/>
                <a:moveTo>
                  <a:pt x="962025" y="723900"/>
                </a:moveTo>
                <a:lnTo>
                  <a:pt x="971550" y="723900"/>
                </a:lnTo>
                <a:lnTo>
                  <a:pt x="971550" y="733425"/>
                </a:lnTo>
                <a:lnTo>
                  <a:pt x="962025" y="733425"/>
                </a:lnTo>
                <a:close/>
                <a:moveTo>
                  <a:pt x="19050" y="733425"/>
                </a:moveTo>
                <a:lnTo>
                  <a:pt x="57150" y="733425"/>
                </a:lnTo>
                <a:lnTo>
                  <a:pt x="57150" y="742950"/>
                </a:lnTo>
                <a:lnTo>
                  <a:pt x="76200" y="742950"/>
                </a:lnTo>
                <a:lnTo>
                  <a:pt x="76200" y="762000"/>
                </a:lnTo>
                <a:lnTo>
                  <a:pt x="85725" y="762000"/>
                </a:lnTo>
                <a:lnTo>
                  <a:pt x="85725" y="771525"/>
                </a:lnTo>
                <a:lnTo>
                  <a:pt x="66675" y="771525"/>
                </a:lnTo>
                <a:lnTo>
                  <a:pt x="66675" y="752475"/>
                </a:lnTo>
                <a:lnTo>
                  <a:pt x="38100" y="752475"/>
                </a:lnTo>
                <a:lnTo>
                  <a:pt x="38100" y="742950"/>
                </a:lnTo>
                <a:lnTo>
                  <a:pt x="19050" y="742950"/>
                </a:lnTo>
                <a:close/>
                <a:moveTo>
                  <a:pt x="381000" y="733425"/>
                </a:moveTo>
                <a:lnTo>
                  <a:pt x="390525" y="733425"/>
                </a:lnTo>
                <a:lnTo>
                  <a:pt x="390525" y="752475"/>
                </a:lnTo>
                <a:lnTo>
                  <a:pt x="409575" y="752475"/>
                </a:lnTo>
                <a:lnTo>
                  <a:pt x="409575" y="790575"/>
                </a:lnTo>
                <a:lnTo>
                  <a:pt x="419100" y="790575"/>
                </a:lnTo>
                <a:lnTo>
                  <a:pt x="419100" y="809625"/>
                </a:lnTo>
                <a:lnTo>
                  <a:pt x="390525" y="809625"/>
                </a:lnTo>
                <a:lnTo>
                  <a:pt x="390525" y="800100"/>
                </a:lnTo>
                <a:lnTo>
                  <a:pt x="381000" y="800100"/>
                </a:lnTo>
                <a:lnTo>
                  <a:pt x="381000" y="790575"/>
                </a:lnTo>
                <a:lnTo>
                  <a:pt x="390525" y="790575"/>
                </a:lnTo>
                <a:lnTo>
                  <a:pt x="390525" y="762000"/>
                </a:lnTo>
                <a:lnTo>
                  <a:pt x="381000" y="762000"/>
                </a:lnTo>
                <a:close/>
                <a:moveTo>
                  <a:pt x="476250" y="733425"/>
                </a:moveTo>
                <a:lnTo>
                  <a:pt x="504825" y="733425"/>
                </a:lnTo>
                <a:lnTo>
                  <a:pt x="504825" y="742950"/>
                </a:lnTo>
                <a:lnTo>
                  <a:pt x="495300" y="742950"/>
                </a:lnTo>
                <a:lnTo>
                  <a:pt x="495300" y="752475"/>
                </a:lnTo>
                <a:lnTo>
                  <a:pt x="476250" y="752475"/>
                </a:lnTo>
                <a:close/>
                <a:moveTo>
                  <a:pt x="1104900" y="742950"/>
                </a:moveTo>
                <a:lnTo>
                  <a:pt x="1114425" y="742950"/>
                </a:lnTo>
                <a:lnTo>
                  <a:pt x="1114425" y="752475"/>
                </a:lnTo>
                <a:lnTo>
                  <a:pt x="1123950" y="752475"/>
                </a:lnTo>
                <a:lnTo>
                  <a:pt x="1123950" y="771525"/>
                </a:lnTo>
                <a:lnTo>
                  <a:pt x="1095375" y="771525"/>
                </a:lnTo>
                <a:lnTo>
                  <a:pt x="1095375" y="762000"/>
                </a:lnTo>
                <a:lnTo>
                  <a:pt x="1104900" y="762000"/>
                </a:lnTo>
                <a:close/>
                <a:moveTo>
                  <a:pt x="19050" y="752475"/>
                </a:moveTo>
                <a:lnTo>
                  <a:pt x="28575" y="752475"/>
                </a:lnTo>
                <a:lnTo>
                  <a:pt x="28575" y="762000"/>
                </a:lnTo>
                <a:lnTo>
                  <a:pt x="19050" y="762000"/>
                </a:lnTo>
                <a:close/>
                <a:moveTo>
                  <a:pt x="333375" y="752475"/>
                </a:moveTo>
                <a:lnTo>
                  <a:pt x="342900" y="752475"/>
                </a:lnTo>
                <a:lnTo>
                  <a:pt x="342900" y="762000"/>
                </a:lnTo>
                <a:lnTo>
                  <a:pt x="361950" y="762000"/>
                </a:lnTo>
                <a:lnTo>
                  <a:pt x="361950" y="781050"/>
                </a:lnTo>
                <a:lnTo>
                  <a:pt x="352425" y="781050"/>
                </a:lnTo>
                <a:lnTo>
                  <a:pt x="352425" y="771525"/>
                </a:lnTo>
                <a:lnTo>
                  <a:pt x="333375" y="771525"/>
                </a:lnTo>
                <a:close/>
                <a:moveTo>
                  <a:pt x="819150" y="752475"/>
                </a:moveTo>
                <a:lnTo>
                  <a:pt x="838200" y="752475"/>
                </a:lnTo>
                <a:lnTo>
                  <a:pt x="838200" y="762000"/>
                </a:lnTo>
                <a:lnTo>
                  <a:pt x="828675" y="762000"/>
                </a:lnTo>
                <a:lnTo>
                  <a:pt x="828675" y="771525"/>
                </a:lnTo>
                <a:lnTo>
                  <a:pt x="809625" y="771525"/>
                </a:lnTo>
                <a:lnTo>
                  <a:pt x="809625" y="762000"/>
                </a:lnTo>
                <a:lnTo>
                  <a:pt x="819150" y="762000"/>
                </a:lnTo>
                <a:close/>
                <a:moveTo>
                  <a:pt x="1047750" y="752475"/>
                </a:moveTo>
                <a:lnTo>
                  <a:pt x="1057275" y="752475"/>
                </a:lnTo>
                <a:lnTo>
                  <a:pt x="1057275" y="762000"/>
                </a:lnTo>
                <a:lnTo>
                  <a:pt x="1047750" y="762000"/>
                </a:lnTo>
                <a:close/>
                <a:moveTo>
                  <a:pt x="533400" y="762000"/>
                </a:moveTo>
                <a:lnTo>
                  <a:pt x="552450" y="762000"/>
                </a:lnTo>
                <a:lnTo>
                  <a:pt x="552450" y="771525"/>
                </a:lnTo>
                <a:lnTo>
                  <a:pt x="533400" y="771525"/>
                </a:lnTo>
                <a:close/>
                <a:moveTo>
                  <a:pt x="714375" y="762000"/>
                </a:moveTo>
                <a:lnTo>
                  <a:pt x="723900" y="762000"/>
                </a:lnTo>
                <a:lnTo>
                  <a:pt x="723900" y="771525"/>
                </a:lnTo>
                <a:lnTo>
                  <a:pt x="714375" y="771525"/>
                </a:lnTo>
                <a:close/>
                <a:moveTo>
                  <a:pt x="742950" y="762000"/>
                </a:moveTo>
                <a:lnTo>
                  <a:pt x="752475" y="762000"/>
                </a:lnTo>
                <a:lnTo>
                  <a:pt x="752475" y="771525"/>
                </a:lnTo>
                <a:lnTo>
                  <a:pt x="742950" y="771525"/>
                </a:lnTo>
                <a:close/>
                <a:moveTo>
                  <a:pt x="962025" y="762000"/>
                </a:moveTo>
                <a:lnTo>
                  <a:pt x="971550" y="762000"/>
                </a:lnTo>
                <a:lnTo>
                  <a:pt x="971550" y="771525"/>
                </a:lnTo>
                <a:lnTo>
                  <a:pt x="962025" y="771525"/>
                </a:lnTo>
                <a:close/>
                <a:moveTo>
                  <a:pt x="1152525" y="762000"/>
                </a:moveTo>
                <a:lnTo>
                  <a:pt x="1162050" y="762000"/>
                </a:lnTo>
                <a:lnTo>
                  <a:pt x="1162050" y="771525"/>
                </a:lnTo>
                <a:lnTo>
                  <a:pt x="1152525" y="771525"/>
                </a:lnTo>
                <a:close/>
                <a:moveTo>
                  <a:pt x="828675" y="771525"/>
                </a:moveTo>
                <a:lnTo>
                  <a:pt x="838200" y="771525"/>
                </a:lnTo>
                <a:lnTo>
                  <a:pt x="838200" y="790575"/>
                </a:lnTo>
                <a:lnTo>
                  <a:pt x="828675" y="790575"/>
                </a:lnTo>
                <a:close/>
                <a:moveTo>
                  <a:pt x="238125" y="781050"/>
                </a:moveTo>
                <a:lnTo>
                  <a:pt x="257175" y="781050"/>
                </a:lnTo>
                <a:lnTo>
                  <a:pt x="257175" y="790575"/>
                </a:lnTo>
                <a:lnTo>
                  <a:pt x="238125" y="790575"/>
                </a:lnTo>
                <a:close/>
                <a:moveTo>
                  <a:pt x="695325" y="781050"/>
                </a:moveTo>
                <a:lnTo>
                  <a:pt x="704850" y="781050"/>
                </a:lnTo>
                <a:lnTo>
                  <a:pt x="704850" y="809625"/>
                </a:lnTo>
                <a:lnTo>
                  <a:pt x="695325" y="809625"/>
                </a:lnTo>
                <a:close/>
                <a:moveTo>
                  <a:pt x="771525" y="781050"/>
                </a:moveTo>
                <a:lnTo>
                  <a:pt x="781050" y="781050"/>
                </a:lnTo>
                <a:lnTo>
                  <a:pt x="781050" y="790575"/>
                </a:lnTo>
                <a:lnTo>
                  <a:pt x="771525" y="790575"/>
                </a:lnTo>
                <a:close/>
                <a:moveTo>
                  <a:pt x="885825" y="781050"/>
                </a:moveTo>
                <a:lnTo>
                  <a:pt x="895350" y="781050"/>
                </a:lnTo>
                <a:lnTo>
                  <a:pt x="895350" y="809625"/>
                </a:lnTo>
                <a:lnTo>
                  <a:pt x="885825" y="809625"/>
                </a:lnTo>
                <a:close/>
                <a:moveTo>
                  <a:pt x="981075" y="781050"/>
                </a:moveTo>
                <a:lnTo>
                  <a:pt x="990600" y="781050"/>
                </a:lnTo>
                <a:lnTo>
                  <a:pt x="990600" y="790575"/>
                </a:lnTo>
                <a:lnTo>
                  <a:pt x="981075" y="790575"/>
                </a:lnTo>
                <a:close/>
                <a:moveTo>
                  <a:pt x="1019175" y="781050"/>
                </a:moveTo>
                <a:lnTo>
                  <a:pt x="1028700" y="781050"/>
                </a:lnTo>
                <a:lnTo>
                  <a:pt x="1028700" y="790575"/>
                </a:lnTo>
                <a:lnTo>
                  <a:pt x="1019175" y="790575"/>
                </a:lnTo>
                <a:close/>
                <a:moveTo>
                  <a:pt x="1171575" y="781050"/>
                </a:moveTo>
                <a:lnTo>
                  <a:pt x="1209675" y="781050"/>
                </a:lnTo>
                <a:lnTo>
                  <a:pt x="1209675" y="790575"/>
                </a:lnTo>
                <a:lnTo>
                  <a:pt x="1190625" y="790575"/>
                </a:lnTo>
                <a:lnTo>
                  <a:pt x="1190625" y="800100"/>
                </a:lnTo>
                <a:lnTo>
                  <a:pt x="1181100" y="800100"/>
                </a:lnTo>
                <a:lnTo>
                  <a:pt x="1181100" y="790575"/>
                </a:lnTo>
                <a:lnTo>
                  <a:pt x="1171575" y="790575"/>
                </a:lnTo>
                <a:close/>
                <a:moveTo>
                  <a:pt x="47625" y="790575"/>
                </a:moveTo>
                <a:lnTo>
                  <a:pt x="57150" y="790575"/>
                </a:lnTo>
                <a:lnTo>
                  <a:pt x="57150" y="809625"/>
                </a:lnTo>
                <a:lnTo>
                  <a:pt x="28575" y="809625"/>
                </a:lnTo>
                <a:lnTo>
                  <a:pt x="28575" y="800100"/>
                </a:lnTo>
                <a:lnTo>
                  <a:pt x="47625" y="800100"/>
                </a:lnTo>
                <a:close/>
                <a:moveTo>
                  <a:pt x="466725" y="790575"/>
                </a:moveTo>
                <a:lnTo>
                  <a:pt x="476250" y="790575"/>
                </a:lnTo>
                <a:lnTo>
                  <a:pt x="476250" y="800100"/>
                </a:lnTo>
                <a:lnTo>
                  <a:pt x="495300" y="800100"/>
                </a:lnTo>
                <a:lnTo>
                  <a:pt x="495300" y="809625"/>
                </a:lnTo>
                <a:lnTo>
                  <a:pt x="457200" y="809625"/>
                </a:lnTo>
                <a:lnTo>
                  <a:pt x="457200" y="800100"/>
                </a:lnTo>
                <a:lnTo>
                  <a:pt x="466725" y="800100"/>
                </a:lnTo>
                <a:close/>
                <a:moveTo>
                  <a:pt x="752475" y="790575"/>
                </a:moveTo>
                <a:lnTo>
                  <a:pt x="771525" y="790575"/>
                </a:lnTo>
                <a:lnTo>
                  <a:pt x="771525" y="809625"/>
                </a:lnTo>
                <a:lnTo>
                  <a:pt x="762000" y="809625"/>
                </a:lnTo>
                <a:lnTo>
                  <a:pt x="762000" y="800100"/>
                </a:lnTo>
                <a:lnTo>
                  <a:pt x="752475" y="800100"/>
                </a:lnTo>
                <a:close/>
                <a:moveTo>
                  <a:pt x="1095375" y="790575"/>
                </a:moveTo>
                <a:lnTo>
                  <a:pt x="1114425" y="790575"/>
                </a:lnTo>
                <a:lnTo>
                  <a:pt x="1114425" y="809625"/>
                </a:lnTo>
                <a:lnTo>
                  <a:pt x="1095375" y="809625"/>
                </a:lnTo>
                <a:close/>
                <a:moveTo>
                  <a:pt x="342900" y="800100"/>
                </a:moveTo>
                <a:lnTo>
                  <a:pt x="352425" y="800100"/>
                </a:lnTo>
                <a:lnTo>
                  <a:pt x="352425" y="809625"/>
                </a:lnTo>
                <a:lnTo>
                  <a:pt x="342900" y="809625"/>
                </a:lnTo>
                <a:close/>
                <a:moveTo>
                  <a:pt x="514350" y="800100"/>
                </a:moveTo>
                <a:lnTo>
                  <a:pt x="523875" y="800100"/>
                </a:lnTo>
                <a:lnTo>
                  <a:pt x="523875" y="809625"/>
                </a:lnTo>
                <a:lnTo>
                  <a:pt x="514350" y="809625"/>
                </a:lnTo>
                <a:close/>
                <a:moveTo>
                  <a:pt x="1152525" y="800100"/>
                </a:moveTo>
                <a:lnTo>
                  <a:pt x="1162050" y="800100"/>
                </a:lnTo>
                <a:lnTo>
                  <a:pt x="1162050" y="809625"/>
                </a:lnTo>
                <a:lnTo>
                  <a:pt x="1152525" y="809625"/>
                </a:lnTo>
                <a:close/>
                <a:moveTo>
                  <a:pt x="1190625" y="800100"/>
                </a:moveTo>
                <a:lnTo>
                  <a:pt x="1209675" y="800100"/>
                </a:lnTo>
                <a:lnTo>
                  <a:pt x="1209675" y="809625"/>
                </a:lnTo>
                <a:lnTo>
                  <a:pt x="1190625" y="809625"/>
                </a:lnTo>
                <a:close/>
              </a:path>
            </a:pathLst>
          </a:custGeom>
          <a:solidFill xmlns:a="http://schemas.openxmlformats.org/drawingml/2006/main">
            <a:srgbClr val="F9F8F3"/>
          </a:solidFill>
          <a:ln xmlns:a="http://schemas.openxmlformats.org/drawingml/2006/main" w="0">
            <a:noFill/>
          </a:ln>
        </p:spPr>
      </p:sp>
      <p:sp>
        <p:nvSpPr>
          <p:cNvPr id="20" name="v00 vector #f9f7f3">
            <a:extLst xmlns:a="http://schemas.openxmlformats.org/drawingml/2006/main">
              <a:ext uri="{FF2B5EF4-FFF2-40B4-BE49-F238E27FC236}">
                <a16:creationId xmlns:a16="http://schemas.microsoft.com/office/drawing/2014/main" id="{EE9FFE78-2581-482D-9110-A3D14B3F216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5350" y="2362200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1085850" y="0"/>
                </a:moveTo>
                <a:lnTo>
                  <a:pt x="1114425" y="0"/>
                </a:lnTo>
                <a:lnTo>
                  <a:pt x="1114425" y="9525"/>
                </a:lnTo>
                <a:lnTo>
                  <a:pt x="1085850" y="9525"/>
                </a:lnTo>
                <a:close/>
                <a:moveTo>
                  <a:pt x="962025" y="9525"/>
                </a:moveTo>
                <a:lnTo>
                  <a:pt x="971550" y="9525"/>
                </a:lnTo>
                <a:lnTo>
                  <a:pt x="971550" y="19050"/>
                </a:lnTo>
                <a:lnTo>
                  <a:pt x="981075" y="19050"/>
                </a:lnTo>
                <a:lnTo>
                  <a:pt x="981075" y="28575"/>
                </a:lnTo>
                <a:lnTo>
                  <a:pt x="971550" y="28575"/>
                </a:lnTo>
                <a:lnTo>
                  <a:pt x="971550" y="38100"/>
                </a:lnTo>
                <a:lnTo>
                  <a:pt x="952500" y="38100"/>
                </a:lnTo>
                <a:lnTo>
                  <a:pt x="952500" y="19050"/>
                </a:lnTo>
                <a:lnTo>
                  <a:pt x="962025" y="19050"/>
                </a:lnTo>
                <a:close/>
                <a:moveTo>
                  <a:pt x="1019175" y="28575"/>
                </a:moveTo>
                <a:lnTo>
                  <a:pt x="1028700" y="28575"/>
                </a:lnTo>
                <a:lnTo>
                  <a:pt x="1028700" y="38100"/>
                </a:lnTo>
                <a:lnTo>
                  <a:pt x="1019175" y="38100"/>
                </a:lnTo>
                <a:close/>
                <a:moveTo>
                  <a:pt x="1171575" y="28575"/>
                </a:moveTo>
                <a:lnTo>
                  <a:pt x="1190625" y="28575"/>
                </a:lnTo>
                <a:lnTo>
                  <a:pt x="1190625" y="47625"/>
                </a:lnTo>
                <a:lnTo>
                  <a:pt x="1171575" y="47625"/>
                </a:lnTo>
                <a:close/>
                <a:moveTo>
                  <a:pt x="523875" y="38100"/>
                </a:moveTo>
                <a:lnTo>
                  <a:pt x="533400" y="38100"/>
                </a:lnTo>
                <a:lnTo>
                  <a:pt x="533400" y="47625"/>
                </a:lnTo>
                <a:lnTo>
                  <a:pt x="523875" y="47625"/>
                </a:lnTo>
                <a:close/>
                <a:moveTo>
                  <a:pt x="990600" y="38100"/>
                </a:moveTo>
                <a:lnTo>
                  <a:pt x="1000125" y="38100"/>
                </a:lnTo>
                <a:lnTo>
                  <a:pt x="1000125" y="47625"/>
                </a:lnTo>
                <a:lnTo>
                  <a:pt x="990600" y="47625"/>
                </a:lnTo>
                <a:close/>
                <a:moveTo>
                  <a:pt x="723900" y="47625"/>
                </a:moveTo>
                <a:lnTo>
                  <a:pt x="733425" y="47625"/>
                </a:lnTo>
                <a:lnTo>
                  <a:pt x="733425" y="57150"/>
                </a:lnTo>
                <a:lnTo>
                  <a:pt x="752475" y="57150"/>
                </a:lnTo>
                <a:lnTo>
                  <a:pt x="752475" y="47625"/>
                </a:lnTo>
                <a:lnTo>
                  <a:pt x="762000" y="47625"/>
                </a:lnTo>
                <a:lnTo>
                  <a:pt x="762000" y="57150"/>
                </a:lnTo>
                <a:lnTo>
                  <a:pt x="752475" y="57150"/>
                </a:lnTo>
                <a:lnTo>
                  <a:pt x="752475" y="76200"/>
                </a:lnTo>
                <a:lnTo>
                  <a:pt x="742950" y="76200"/>
                </a:lnTo>
                <a:lnTo>
                  <a:pt x="742950" y="85725"/>
                </a:lnTo>
                <a:lnTo>
                  <a:pt x="752475" y="85725"/>
                </a:lnTo>
                <a:lnTo>
                  <a:pt x="752475" y="95250"/>
                </a:lnTo>
                <a:lnTo>
                  <a:pt x="762000" y="95250"/>
                </a:lnTo>
                <a:lnTo>
                  <a:pt x="762000" y="104775"/>
                </a:lnTo>
                <a:lnTo>
                  <a:pt x="752475" y="104775"/>
                </a:lnTo>
                <a:lnTo>
                  <a:pt x="752475" y="114300"/>
                </a:lnTo>
                <a:lnTo>
                  <a:pt x="733425" y="114300"/>
                </a:lnTo>
                <a:lnTo>
                  <a:pt x="733425" y="104775"/>
                </a:lnTo>
                <a:lnTo>
                  <a:pt x="723900" y="104775"/>
                </a:lnTo>
                <a:lnTo>
                  <a:pt x="723900" y="76200"/>
                </a:lnTo>
                <a:lnTo>
                  <a:pt x="695325" y="76200"/>
                </a:lnTo>
                <a:lnTo>
                  <a:pt x="695325" y="66675"/>
                </a:lnTo>
                <a:lnTo>
                  <a:pt x="704850" y="66675"/>
                </a:lnTo>
                <a:lnTo>
                  <a:pt x="704850" y="57150"/>
                </a:lnTo>
                <a:lnTo>
                  <a:pt x="723900" y="57150"/>
                </a:lnTo>
                <a:close/>
                <a:moveTo>
                  <a:pt x="581025" y="57150"/>
                </a:moveTo>
                <a:lnTo>
                  <a:pt x="590550" y="57150"/>
                </a:lnTo>
                <a:lnTo>
                  <a:pt x="590550" y="66675"/>
                </a:lnTo>
                <a:lnTo>
                  <a:pt x="581025" y="66675"/>
                </a:lnTo>
                <a:close/>
                <a:moveTo>
                  <a:pt x="695325" y="85725"/>
                </a:moveTo>
                <a:lnTo>
                  <a:pt x="714375" y="85725"/>
                </a:lnTo>
                <a:lnTo>
                  <a:pt x="714375" y="95250"/>
                </a:lnTo>
                <a:lnTo>
                  <a:pt x="695325" y="95250"/>
                </a:lnTo>
                <a:close/>
                <a:moveTo>
                  <a:pt x="9525" y="95250"/>
                </a:moveTo>
                <a:lnTo>
                  <a:pt x="19050" y="95250"/>
                </a:lnTo>
                <a:lnTo>
                  <a:pt x="19050" y="104775"/>
                </a:lnTo>
                <a:lnTo>
                  <a:pt x="9525" y="104775"/>
                </a:lnTo>
                <a:close/>
                <a:moveTo>
                  <a:pt x="66675" y="104775"/>
                </a:moveTo>
                <a:lnTo>
                  <a:pt x="85725" y="104775"/>
                </a:lnTo>
                <a:lnTo>
                  <a:pt x="85725" y="123825"/>
                </a:lnTo>
                <a:lnTo>
                  <a:pt x="66675" y="123825"/>
                </a:lnTo>
                <a:close/>
                <a:moveTo>
                  <a:pt x="1181100" y="419100"/>
                </a:moveTo>
                <a:lnTo>
                  <a:pt x="1190625" y="419100"/>
                </a:lnTo>
                <a:lnTo>
                  <a:pt x="1190625" y="438150"/>
                </a:lnTo>
                <a:lnTo>
                  <a:pt x="1181100" y="438150"/>
                </a:lnTo>
                <a:close/>
                <a:moveTo>
                  <a:pt x="47625" y="504825"/>
                </a:moveTo>
                <a:lnTo>
                  <a:pt x="57150" y="504825"/>
                </a:lnTo>
                <a:lnTo>
                  <a:pt x="57150" y="523875"/>
                </a:lnTo>
                <a:lnTo>
                  <a:pt x="38100" y="523875"/>
                </a:lnTo>
                <a:lnTo>
                  <a:pt x="38100" y="514350"/>
                </a:lnTo>
                <a:lnTo>
                  <a:pt x="47625" y="514350"/>
                </a:lnTo>
                <a:close/>
                <a:moveTo>
                  <a:pt x="0" y="561975"/>
                </a:moveTo>
                <a:lnTo>
                  <a:pt x="9525" y="561975"/>
                </a:lnTo>
                <a:lnTo>
                  <a:pt x="9525" y="571500"/>
                </a:lnTo>
                <a:lnTo>
                  <a:pt x="0" y="571500"/>
                </a:lnTo>
                <a:close/>
                <a:moveTo>
                  <a:pt x="19050" y="609600"/>
                </a:moveTo>
                <a:lnTo>
                  <a:pt x="28575" y="609600"/>
                </a:lnTo>
                <a:lnTo>
                  <a:pt x="28575" y="619125"/>
                </a:lnTo>
                <a:lnTo>
                  <a:pt x="19050" y="619125"/>
                </a:lnTo>
                <a:close/>
                <a:moveTo>
                  <a:pt x="485775" y="609600"/>
                </a:moveTo>
                <a:lnTo>
                  <a:pt x="495300" y="609600"/>
                </a:lnTo>
                <a:lnTo>
                  <a:pt x="495300" y="647700"/>
                </a:lnTo>
                <a:lnTo>
                  <a:pt x="485775" y="647700"/>
                </a:lnTo>
                <a:lnTo>
                  <a:pt x="485775" y="657225"/>
                </a:lnTo>
                <a:lnTo>
                  <a:pt x="466725" y="657225"/>
                </a:lnTo>
                <a:lnTo>
                  <a:pt x="466725" y="647700"/>
                </a:lnTo>
                <a:lnTo>
                  <a:pt x="476250" y="647700"/>
                </a:lnTo>
                <a:lnTo>
                  <a:pt x="476250" y="638175"/>
                </a:lnTo>
                <a:lnTo>
                  <a:pt x="466725" y="638175"/>
                </a:lnTo>
                <a:lnTo>
                  <a:pt x="466725" y="619125"/>
                </a:lnTo>
                <a:lnTo>
                  <a:pt x="485775" y="619125"/>
                </a:lnTo>
                <a:close/>
                <a:moveTo>
                  <a:pt x="666750" y="685800"/>
                </a:moveTo>
                <a:lnTo>
                  <a:pt x="685800" y="685800"/>
                </a:lnTo>
                <a:lnTo>
                  <a:pt x="685800" y="695325"/>
                </a:lnTo>
                <a:lnTo>
                  <a:pt x="666750" y="695325"/>
                </a:lnTo>
                <a:close/>
                <a:moveTo>
                  <a:pt x="200025" y="733425"/>
                </a:moveTo>
                <a:lnTo>
                  <a:pt x="219075" y="733425"/>
                </a:lnTo>
                <a:lnTo>
                  <a:pt x="219075" y="742950"/>
                </a:lnTo>
                <a:lnTo>
                  <a:pt x="200025" y="742950"/>
                </a:lnTo>
                <a:close/>
                <a:moveTo>
                  <a:pt x="752475" y="742950"/>
                </a:moveTo>
                <a:lnTo>
                  <a:pt x="762000" y="742950"/>
                </a:lnTo>
                <a:lnTo>
                  <a:pt x="762000" y="752475"/>
                </a:lnTo>
                <a:lnTo>
                  <a:pt x="752475" y="752475"/>
                </a:lnTo>
                <a:close/>
                <a:moveTo>
                  <a:pt x="1200150" y="742950"/>
                </a:moveTo>
                <a:lnTo>
                  <a:pt x="1209675" y="742950"/>
                </a:lnTo>
                <a:lnTo>
                  <a:pt x="1209675" y="771525"/>
                </a:lnTo>
                <a:lnTo>
                  <a:pt x="1190625" y="771525"/>
                </a:lnTo>
                <a:lnTo>
                  <a:pt x="1190625" y="762000"/>
                </a:lnTo>
                <a:lnTo>
                  <a:pt x="1200150" y="762000"/>
                </a:lnTo>
                <a:close/>
                <a:moveTo>
                  <a:pt x="228600" y="781050"/>
                </a:moveTo>
                <a:lnTo>
                  <a:pt x="238125" y="781050"/>
                </a:lnTo>
                <a:lnTo>
                  <a:pt x="238125" y="790575"/>
                </a:lnTo>
                <a:lnTo>
                  <a:pt x="228600" y="790575"/>
                </a:lnTo>
                <a:close/>
              </a:path>
            </a:pathLst>
          </a:custGeom>
          <a:solidFill xmlns:a="http://schemas.openxmlformats.org/drawingml/2006/main">
            <a:srgbClr val="F9F7F3"/>
          </a:solidFill>
          <a:ln xmlns:a="http://schemas.openxmlformats.org/drawingml/2006/main" w="0">
            <a:noFill/>
          </a:ln>
        </p:spPr>
      </p:sp>
      <p:sp>
        <p:nvSpPr>
          <p:cNvPr id="21" name="v00 vector #f8f9f4">
            <a:extLst xmlns:a="http://schemas.openxmlformats.org/drawingml/2006/main">
              <a:ext uri="{FF2B5EF4-FFF2-40B4-BE49-F238E27FC236}">
                <a16:creationId xmlns:a16="http://schemas.microsoft.com/office/drawing/2014/main" id="{4865E092-D7DE-46DF-94FF-B5ADC64CF8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5350" y="2362200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9525" y="0"/>
                </a:moveTo>
                <a:lnTo>
                  <a:pt x="19050" y="0"/>
                </a:lnTo>
                <a:lnTo>
                  <a:pt x="19050" y="9525"/>
                </a:lnTo>
                <a:lnTo>
                  <a:pt x="9525" y="9525"/>
                </a:lnTo>
                <a:close/>
                <a:moveTo>
                  <a:pt x="447675" y="0"/>
                </a:moveTo>
                <a:lnTo>
                  <a:pt x="476250" y="0"/>
                </a:lnTo>
                <a:lnTo>
                  <a:pt x="476250" y="19050"/>
                </a:lnTo>
                <a:lnTo>
                  <a:pt x="457200" y="19050"/>
                </a:lnTo>
                <a:lnTo>
                  <a:pt x="457200" y="9525"/>
                </a:lnTo>
                <a:lnTo>
                  <a:pt x="447675" y="9525"/>
                </a:lnTo>
                <a:close/>
                <a:moveTo>
                  <a:pt x="838200" y="0"/>
                </a:moveTo>
                <a:lnTo>
                  <a:pt x="847725" y="0"/>
                </a:lnTo>
                <a:lnTo>
                  <a:pt x="847725" y="19050"/>
                </a:lnTo>
                <a:lnTo>
                  <a:pt x="819150" y="19050"/>
                </a:lnTo>
                <a:lnTo>
                  <a:pt x="819150" y="9525"/>
                </a:lnTo>
                <a:lnTo>
                  <a:pt x="838200" y="9525"/>
                </a:lnTo>
                <a:close/>
                <a:moveTo>
                  <a:pt x="1200150" y="0"/>
                </a:moveTo>
                <a:lnTo>
                  <a:pt x="1209675" y="0"/>
                </a:lnTo>
                <a:lnTo>
                  <a:pt x="1209675" y="38100"/>
                </a:lnTo>
                <a:lnTo>
                  <a:pt x="1200150" y="38100"/>
                </a:lnTo>
                <a:lnTo>
                  <a:pt x="1200150" y="28575"/>
                </a:lnTo>
                <a:lnTo>
                  <a:pt x="1190625" y="28575"/>
                </a:lnTo>
                <a:lnTo>
                  <a:pt x="1190625" y="9525"/>
                </a:lnTo>
                <a:lnTo>
                  <a:pt x="1200150" y="9525"/>
                </a:lnTo>
                <a:close/>
                <a:moveTo>
                  <a:pt x="76200" y="9525"/>
                </a:moveTo>
                <a:lnTo>
                  <a:pt x="85725" y="9525"/>
                </a:lnTo>
                <a:lnTo>
                  <a:pt x="85725" y="19050"/>
                </a:lnTo>
                <a:lnTo>
                  <a:pt x="76200" y="19050"/>
                </a:lnTo>
                <a:close/>
                <a:moveTo>
                  <a:pt x="428625" y="9525"/>
                </a:moveTo>
                <a:lnTo>
                  <a:pt x="438150" y="9525"/>
                </a:lnTo>
                <a:lnTo>
                  <a:pt x="438150" y="28575"/>
                </a:lnTo>
                <a:lnTo>
                  <a:pt x="428625" y="28575"/>
                </a:lnTo>
                <a:close/>
                <a:moveTo>
                  <a:pt x="790575" y="9525"/>
                </a:moveTo>
                <a:lnTo>
                  <a:pt x="800100" y="9525"/>
                </a:lnTo>
                <a:lnTo>
                  <a:pt x="800100" y="28575"/>
                </a:lnTo>
                <a:lnTo>
                  <a:pt x="790575" y="28575"/>
                </a:lnTo>
                <a:close/>
                <a:moveTo>
                  <a:pt x="371475" y="19050"/>
                </a:moveTo>
                <a:lnTo>
                  <a:pt x="409575" y="19050"/>
                </a:lnTo>
                <a:lnTo>
                  <a:pt x="409575" y="28575"/>
                </a:lnTo>
                <a:lnTo>
                  <a:pt x="400050" y="28575"/>
                </a:lnTo>
                <a:lnTo>
                  <a:pt x="400050" y="38100"/>
                </a:lnTo>
                <a:lnTo>
                  <a:pt x="381000" y="38100"/>
                </a:lnTo>
                <a:lnTo>
                  <a:pt x="381000" y="28575"/>
                </a:lnTo>
                <a:lnTo>
                  <a:pt x="371475" y="28575"/>
                </a:lnTo>
                <a:close/>
                <a:moveTo>
                  <a:pt x="628650" y="19050"/>
                </a:moveTo>
                <a:lnTo>
                  <a:pt x="638175" y="19050"/>
                </a:lnTo>
                <a:lnTo>
                  <a:pt x="638175" y="38100"/>
                </a:lnTo>
                <a:lnTo>
                  <a:pt x="628650" y="38100"/>
                </a:lnTo>
                <a:close/>
                <a:moveTo>
                  <a:pt x="876300" y="19050"/>
                </a:moveTo>
                <a:lnTo>
                  <a:pt x="885825" y="19050"/>
                </a:lnTo>
                <a:lnTo>
                  <a:pt x="885825" y="28575"/>
                </a:lnTo>
                <a:lnTo>
                  <a:pt x="876300" y="28575"/>
                </a:lnTo>
                <a:close/>
                <a:moveTo>
                  <a:pt x="1114425" y="19050"/>
                </a:moveTo>
                <a:lnTo>
                  <a:pt x="1133475" y="19050"/>
                </a:lnTo>
                <a:lnTo>
                  <a:pt x="1133475" y="28575"/>
                </a:lnTo>
                <a:lnTo>
                  <a:pt x="1143000" y="28575"/>
                </a:lnTo>
                <a:lnTo>
                  <a:pt x="1143000" y="47625"/>
                </a:lnTo>
                <a:lnTo>
                  <a:pt x="1104900" y="47625"/>
                </a:lnTo>
                <a:lnTo>
                  <a:pt x="1104900" y="38100"/>
                </a:lnTo>
                <a:lnTo>
                  <a:pt x="1095375" y="38100"/>
                </a:lnTo>
                <a:lnTo>
                  <a:pt x="1095375" y="28575"/>
                </a:lnTo>
                <a:lnTo>
                  <a:pt x="1114425" y="28575"/>
                </a:lnTo>
                <a:close/>
                <a:moveTo>
                  <a:pt x="104775" y="28575"/>
                </a:moveTo>
                <a:lnTo>
                  <a:pt x="123825" y="28575"/>
                </a:lnTo>
                <a:lnTo>
                  <a:pt x="123825" y="38100"/>
                </a:lnTo>
                <a:lnTo>
                  <a:pt x="104775" y="38100"/>
                </a:lnTo>
                <a:close/>
                <a:moveTo>
                  <a:pt x="485775" y="38100"/>
                </a:moveTo>
                <a:lnTo>
                  <a:pt x="504825" y="38100"/>
                </a:lnTo>
                <a:lnTo>
                  <a:pt x="504825" y="104775"/>
                </a:lnTo>
                <a:lnTo>
                  <a:pt x="495300" y="104775"/>
                </a:lnTo>
                <a:lnTo>
                  <a:pt x="495300" y="66675"/>
                </a:lnTo>
                <a:lnTo>
                  <a:pt x="485775" y="66675"/>
                </a:lnTo>
                <a:close/>
                <a:moveTo>
                  <a:pt x="38100" y="47625"/>
                </a:moveTo>
                <a:lnTo>
                  <a:pt x="57150" y="47625"/>
                </a:lnTo>
                <a:lnTo>
                  <a:pt x="57150" y="66675"/>
                </a:lnTo>
                <a:lnTo>
                  <a:pt x="38100" y="66675"/>
                </a:lnTo>
                <a:close/>
                <a:moveTo>
                  <a:pt x="1200150" y="57150"/>
                </a:moveTo>
                <a:lnTo>
                  <a:pt x="1209675" y="57150"/>
                </a:lnTo>
                <a:lnTo>
                  <a:pt x="1209675" y="66675"/>
                </a:lnTo>
                <a:lnTo>
                  <a:pt x="1200150" y="66675"/>
                </a:lnTo>
                <a:close/>
                <a:moveTo>
                  <a:pt x="142875" y="66675"/>
                </a:moveTo>
                <a:lnTo>
                  <a:pt x="152400" y="66675"/>
                </a:lnTo>
                <a:lnTo>
                  <a:pt x="152400" y="76200"/>
                </a:lnTo>
                <a:lnTo>
                  <a:pt x="142875" y="76200"/>
                </a:lnTo>
                <a:close/>
                <a:moveTo>
                  <a:pt x="781050" y="66675"/>
                </a:moveTo>
                <a:lnTo>
                  <a:pt x="790575" y="66675"/>
                </a:lnTo>
                <a:lnTo>
                  <a:pt x="790575" y="85725"/>
                </a:lnTo>
                <a:lnTo>
                  <a:pt x="781050" y="85725"/>
                </a:lnTo>
                <a:lnTo>
                  <a:pt x="781050" y="95250"/>
                </a:lnTo>
                <a:lnTo>
                  <a:pt x="771525" y="95250"/>
                </a:lnTo>
                <a:lnTo>
                  <a:pt x="771525" y="76200"/>
                </a:lnTo>
                <a:lnTo>
                  <a:pt x="781050" y="76200"/>
                </a:lnTo>
                <a:close/>
                <a:moveTo>
                  <a:pt x="1066800" y="66675"/>
                </a:moveTo>
                <a:lnTo>
                  <a:pt x="1076325" y="66675"/>
                </a:lnTo>
                <a:lnTo>
                  <a:pt x="1076325" y="85725"/>
                </a:lnTo>
                <a:lnTo>
                  <a:pt x="1066800" y="85725"/>
                </a:lnTo>
                <a:close/>
                <a:moveTo>
                  <a:pt x="647700" y="76200"/>
                </a:moveTo>
                <a:lnTo>
                  <a:pt x="657225" y="76200"/>
                </a:lnTo>
                <a:lnTo>
                  <a:pt x="657225" y="85725"/>
                </a:lnTo>
                <a:lnTo>
                  <a:pt x="647700" y="85725"/>
                </a:lnTo>
                <a:close/>
                <a:moveTo>
                  <a:pt x="666750" y="76200"/>
                </a:moveTo>
                <a:lnTo>
                  <a:pt x="676275" y="76200"/>
                </a:lnTo>
                <a:lnTo>
                  <a:pt x="676275" y="85725"/>
                </a:lnTo>
                <a:lnTo>
                  <a:pt x="666750" y="85725"/>
                </a:lnTo>
                <a:close/>
                <a:moveTo>
                  <a:pt x="1085850" y="85725"/>
                </a:moveTo>
                <a:lnTo>
                  <a:pt x="1095375" y="85725"/>
                </a:lnTo>
                <a:lnTo>
                  <a:pt x="1095375" y="95250"/>
                </a:lnTo>
                <a:lnTo>
                  <a:pt x="1085850" y="95250"/>
                </a:lnTo>
                <a:close/>
                <a:moveTo>
                  <a:pt x="542925" y="104775"/>
                </a:moveTo>
                <a:lnTo>
                  <a:pt x="552450" y="104775"/>
                </a:lnTo>
                <a:lnTo>
                  <a:pt x="552450" y="114300"/>
                </a:lnTo>
                <a:lnTo>
                  <a:pt x="542925" y="114300"/>
                </a:lnTo>
                <a:close/>
                <a:moveTo>
                  <a:pt x="600075" y="123825"/>
                </a:moveTo>
                <a:lnTo>
                  <a:pt x="609600" y="123825"/>
                </a:lnTo>
                <a:lnTo>
                  <a:pt x="609600" y="133350"/>
                </a:lnTo>
                <a:lnTo>
                  <a:pt x="600075" y="133350"/>
                </a:lnTo>
                <a:close/>
                <a:moveTo>
                  <a:pt x="47625" y="133350"/>
                </a:moveTo>
                <a:lnTo>
                  <a:pt x="57150" y="133350"/>
                </a:lnTo>
                <a:lnTo>
                  <a:pt x="57150" y="142875"/>
                </a:lnTo>
                <a:lnTo>
                  <a:pt x="47625" y="142875"/>
                </a:lnTo>
                <a:close/>
                <a:moveTo>
                  <a:pt x="38100" y="142875"/>
                </a:moveTo>
                <a:lnTo>
                  <a:pt x="47625" y="142875"/>
                </a:lnTo>
                <a:lnTo>
                  <a:pt x="47625" y="152400"/>
                </a:lnTo>
                <a:lnTo>
                  <a:pt x="38100" y="152400"/>
                </a:lnTo>
                <a:close/>
                <a:moveTo>
                  <a:pt x="171450" y="142875"/>
                </a:moveTo>
                <a:lnTo>
                  <a:pt x="180975" y="142875"/>
                </a:lnTo>
                <a:lnTo>
                  <a:pt x="180975" y="152400"/>
                </a:lnTo>
                <a:lnTo>
                  <a:pt x="171450" y="152400"/>
                </a:lnTo>
                <a:close/>
                <a:moveTo>
                  <a:pt x="704850" y="142875"/>
                </a:moveTo>
                <a:lnTo>
                  <a:pt x="714375" y="142875"/>
                </a:lnTo>
                <a:lnTo>
                  <a:pt x="714375" y="152400"/>
                </a:lnTo>
                <a:lnTo>
                  <a:pt x="704850" y="152400"/>
                </a:lnTo>
                <a:close/>
                <a:moveTo>
                  <a:pt x="752475" y="142875"/>
                </a:moveTo>
                <a:lnTo>
                  <a:pt x="762000" y="142875"/>
                </a:lnTo>
                <a:lnTo>
                  <a:pt x="762000" y="152400"/>
                </a:lnTo>
                <a:lnTo>
                  <a:pt x="752475" y="152400"/>
                </a:lnTo>
                <a:close/>
                <a:moveTo>
                  <a:pt x="1076325" y="152400"/>
                </a:moveTo>
                <a:lnTo>
                  <a:pt x="1085850" y="152400"/>
                </a:lnTo>
                <a:lnTo>
                  <a:pt x="1085850" y="161925"/>
                </a:lnTo>
                <a:lnTo>
                  <a:pt x="1104900" y="161925"/>
                </a:lnTo>
                <a:lnTo>
                  <a:pt x="1104900" y="190500"/>
                </a:lnTo>
                <a:lnTo>
                  <a:pt x="1095375" y="190500"/>
                </a:lnTo>
                <a:lnTo>
                  <a:pt x="1095375" y="171450"/>
                </a:lnTo>
                <a:lnTo>
                  <a:pt x="1085850" y="171450"/>
                </a:lnTo>
                <a:lnTo>
                  <a:pt x="1085850" y="190500"/>
                </a:lnTo>
                <a:lnTo>
                  <a:pt x="1076325" y="190500"/>
                </a:lnTo>
                <a:close/>
                <a:moveTo>
                  <a:pt x="1181100" y="152400"/>
                </a:moveTo>
                <a:lnTo>
                  <a:pt x="1209675" y="152400"/>
                </a:lnTo>
                <a:lnTo>
                  <a:pt x="1209675" y="161925"/>
                </a:lnTo>
                <a:lnTo>
                  <a:pt x="1181100" y="161925"/>
                </a:lnTo>
                <a:close/>
                <a:moveTo>
                  <a:pt x="180975" y="161925"/>
                </a:moveTo>
                <a:lnTo>
                  <a:pt x="190500" y="161925"/>
                </a:lnTo>
                <a:lnTo>
                  <a:pt x="190500" y="171450"/>
                </a:lnTo>
                <a:lnTo>
                  <a:pt x="180975" y="171450"/>
                </a:lnTo>
                <a:close/>
                <a:moveTo>
                  <a:pt x="600075" y="161925"/>
                </a:moveTo>
                <a:lnTo>
                  <a:pt x="609600" y="161925"/>
                </a:lnTo>
                <a:lnTo>
                  <a:pt x="609600" y="171450"/>
                </a:lnTo>
                <a:lnTo>
                  <a:pt x="600075" y="171450"/>
                </a:lnTo>
                <a:close/>
                <a:moveTo>
                  <a:pt x="47625" y="171450"/>
                </a:moveTo>
                <a:lnTo>
                  <a:pt x="57150" y="171450"/>
                </a:lnTo>
                <a:lnTo>
                  <a:pt x="57150" y="180975"/>
                </a:lnTo>
                <a:lnTo>
                  <a:pt x="47625" y="180975"/>
                </a:lnTo>
                <a:close/>
                <a:moveTo>
                  <a:pt x="190500" y="171450"/>
                </a:moveTo>
                <a:lnTo>
                  <a:pt x="200025" y="171450"/>
                </a:lnTo>
                <a:lnTo>
                  <a:pt x="200025" y="190500"/>
                </a:lnTo>
                <a:lnTo>
                  <a:pt x="190500" y="190500"/>
                </a:lnTo>
                <a:close/>
                <a:moveTo>
                  <a:pt x="152400" y="180975"/>
                </a:moveTo>
                <a:lnTo>
                  <a:pt x="161925" y="180975"/>
                </a:lnTo>
                <a:lnTo>
                  <a:pt x="161925" y="200025"/>
                </a:lnTo>
                <a:lnTo>
                  <a:pt x="142875" y="200025"/>
                </a:lnTo>
                <a:lnTo>
                  <a:pt x="142875" y="190500"/>
                </a:lnTo>
                <a:lnTo>
                  <a:pt x="152400" y="190500"/>
                </a:lnTo>
                <a:close/>
                <a:moveTo>
                  <a:pt x="0" y="190500"/>
                </a:moveTo>
                <a:lnTo>
                  <a:pt x="9525" y="190500"/>
                </a:lnTo>
                <a:lnTo>
                  <a:pt x="9525" y="200025"/>
                </a:lnTo>
                <a:lnTo>
                  <a:pt x="0" y="200025"/>
                </a:lnTo>
                <a:close/>
                <a:moveTo>
                  <a:pt x="104775" y="200025"/>
                </a:moveTo>
                <a:lnTo>
                  <a:pt x="123825" y="200025"/>
                </a:lnTo>
                <a:lnTo>
                  <a:pt x="123825" y="209550"/>
                </a:lnTo>
                <a:lnTo>
                  <a:pt x="133350" y="209550"/>
                </a:lnTo>
                <a:lnTo>
                  <a:pt x="133350" y="200025"/>
                </a:lnTo>
                <a:lnTo>
                  <a:pt x="142875" y="200025"/>
                </a:lnTo>
                <a:lnTo>
                  <a:pt x="142875" y="209550"/>
                </a:lnTo>
                <a:lnTo>
                  <a:pt x="133350" y="209550"/>
                </a:lnTo>
                <a:lnTo>
                  <a:pt x="133350" y="219075"/>
                </a:lnTo>
                <a:lnTo>
                  <a:pt x="123825" y="219075"/>
                </a:lnTo>
                <a:lnTo>
                  <a:pt x="123825" y="228600"/>
                </a:lnTo>
                <a:lnTo>
                  <a:pt x="114300" y="228600"/>
                </a:lnTo>
                <a:lnTo>
                  <a:pt x="114300" y="209550"/>
                </a:lnTo>
                <a:lnTo>
                  <a:pt x="104775" y="209550"/>
                </a:lnTo>
                <a:close/>
                <a:moveTo>
                  <a:pt x="190500" y="200025"/>
                </a:moveTo>
                <a:lnTo>
                  <a:pt x="200025" y="200025"/>
                </a:lnTo>
                <a:lnTo>
                  <a:pt x="200025" y="219075"/>
                </a:lnTo>
                <a:lnTo>
                  <a:pt x="209550" y="219075"/>
                </a:lnTo>
                <a:lnTo>
                  <a:pt x="209550" y="257175"/>
                </a:lnTo>
                <a:lnTo>
                  <a:pt x="200025" y="257175"/>
                </a:lnTo>
                <a:lnTo>
                  <a:pt x="200025" y="228600"/>
                </a:lnTo>
                <a:lnTo>
                  <a:pt x="190500" y="228600"/>
                </a:lnTo>
                <a:lnTo>
                  <a:pt x="190500" y="238125"/>
                </a:lnTo>
                <a:lnTo>
                  <a:pt x="180975" y="238125"/>
                </a:lnTo>
                <a:lnTo>
                  <a:pt x="180975" y="228600"/>
                </a:lnTo>
                <a:lnTo>
                  <a:pt x="171450" y="228600"/>
                </a:lnTo>
                <a:lnTo>
                  <a:pt x="171450" y="209550"/>
                </a:lnTo>
                <a:lnTo>
                  <a:pt x="180975" y="209550"/>
                </a:lnTo>
                <a:lnTo>
                  <a:pt x="180975" y="219075"/>
                </a:lnTo>
                <a:lnTo>
                  <a:pt x="190500" y="219075"/>
                </a:lnTo>
                <a:close/>
                <a:moveTo>
                  <a:pt x="809625" y="200025"/>
                </a:moveTo>
                <a:lnTo>
                  <a:pt x="819150" y="200025"/>
                </a:lnTo>
                <a:lnTo>
                  <a:pt x="819150" y="209550"/>
                </a:lnTo>
                <a:lnTo>
                  <a:pt x="828675" y="209550"/>
                </a:lnTo>
                <a:lnTo>
                  <a:pt x="828675" y="228600"/>
                </a:lnTo>
                <a:lnTo>
                  <a:pt x="819150" y="228600"/>
                </a:lnTo>
                <a:lnTo>
                  <a:pt x="819150" y="247650"/>
                </a:lnTo>
                <a:lnTo>
                  <a:pt x="800100" y="247650"/>
                </a:lnTo>
                <a:lnTo>
                  <a:pt x="800100" y="238125"/>
                </a:lnTo>
                <a:lnTo>
                  <a:pt x="809625" y="238125"/>
                </a:lnTo>
                <a:close/>
                <a:moveTo>
                  <a:pt x="152400" y="219075"/>
                </a:moveTo>
                <a:lnTo>
                  <a:pt x="161925" y="219075"/>
                </a:lnTo>
                <a:lnTo>
                  <a:pt x="161925" y="228600"/>
                </a:lnTo>
                <a:lnTo>
                  <a:pt x="152400" y="228600"/>
                </a:lnTo>
                <a:close/>
                <a:moveTo>
                  <a:pt x="0" y="238125"/>
                </a:moveTo>
                <a:lnTo>
                  <a:pt x="9525" y="238125"/>
                </a:lnTo>
                <a:lnTo>
                  <a:pt x="9525" y="247650"/>
                </a:lnTo>
                <a:lnTo>
                  <a:pt x="19050" y="247650"/>
                </a:lnTo>
                <a:lnTo>
                  <a:pt x="19050" y="257175"/>
                </a:lnTo>
                <a:lnTo>
                  <a:pt x="0" y="257175"/>
                </a:lnTo>
                <a:close/>
                <a:moveTo>
                  <a:pt x="1057275" y="238125"/>
                </a:moveTo>
                <a:lnTo>
                  <a:pt x="1066800" y="238125"/>
                </a:lnTo>
                <a:lnTo>
                  <a:pt x="1066800" y="266700"/>
                </a:lnTo>
                <a:lnTo>
                  <a:pt x="1057275" y="266700"/>
                </a:lnTo>
                <a:close/>
                <a:moveTo>
                  <a:pt x="47625" y="247650"/>
                </a:moveTo>
                <a:lnTo>
                  <a:pt x="57150" y="247650"/>
                </a:lnTo>
                <a:lnTo>
                  <a:pt x="57150" y="257175"/>
                </a:lnTo>
                <a:lnTo>
                  <a:pt x="66675" y="257175"/>
                </a:lnTo>
                <a:lnTo>
                  <a:pt x="66675" y="276225"/>
                </a:lnTo>
                <a:lnTo>
                  <a:pt x="47625" y="276225"/>
                </a:lnTo>
                <a:lnTo>
                  <a:pt x="47625" y="285750"/>
                </a:lnTo>
                <a:lnTo>
                  <a:pt x="38100" y="285750"/>
                </a:lnTo>
                <a:lnTo>
                  <a:pt x="38100" y="276225"/>
                </a:lnTo>
                <a:lnTo>
                  <a:pt x="28575" y="276225"/>
                </a:lnTo>
                <a:lnTo>
                  <a:pt x="28575" y="266700"/>
                </a:lnTo>
                <a:lnTo>
                  <a:pt x="38100" y="266700"/>
                </a:lnTo>
                <a:lnTo>
                  <a:pt x="38100" y="257175"/>
                </a:lnTo>
                <a:lnTo>
                  <a:pt x="47625" y="257175"/>
                </a:lnTo>
                <a:close/>
                <a:moveTo>
                  <a:pt x="142875" y="257175"/>
                </a:moveTo>
                <a:lnTo>
                  <a:pt x="152400" y="257175"/>
                </a:lnTo>
                <a:lnTo>
                  <a:pt x="152400" y="276225"/>
                </a:lnTo>
                <a:lnTo>
                  <a:pt x="142875" y="276225"/>
                </a:lnTo>
                <a:lnTo>
                  <a:pt x="142875" y="285750"/>
                </a:lnTo>
                <a:lnTo>
                  <a:pt x="133350" y="285750"/>
                </a:lnTo>
                <a:lnTo>
                  <a:pt x="133350" y="295275"/>
                </a:lnTo>
                <a:lnTo>
                  <a:pt x="123825" y="295275"/>
                </a:lnTo>
                <a:lnTo>
                  <a:pt x="123825" y="304800"/>
                </a:lnTo>
                <a:lnTo>
                  <a:pt x="104775" y="304800"/>
                </a:lnTo>
                <a:lnTo>
                  <a:pt x="104775" y="314325"/>
                </a:lnTo>
                <a:lnTo>
                  <a:pt x="95250" y="314325"/>
                </a:lnTo>
                <a:lnTo>
                  <a:pt x="95250" y="295275"/>
                </a:lnTo>
                <a:lnTo>
                  <a:pt x="76200" y="295275"/>
                </a:lnTo>
                <a:lnTo>
                  <a:pt x="76200" y="285750"/>
                </a:lnTo>
                <a:lnTo>
                  <a:pt x="95250" y="285750"/>
                </a:lnTo>
                <a:lnTo>
                  <a:pt x="95250" y="276225"/>
                </a:lnTo>
                <a:lnTo>
                  <a:pt x="133350" y="276225"/>
                </a:lnTo>
                <a:lnTo>
                  <a:pt x="133350" y="266700"/>
                </a:lnTo>
                <a:lnTo>
                  <a:pt x="142875" y="266700"/>
                </a:lnTo>
                <a:close/>
                <a:moveTo>
                  <a:pt x="800100" y="257175"/>
                </a:moveTo>
                <a:lnTo>
                  <a:pt x="819150" y="257175"/>
                </a:lnTo>
                <a:lnTo>
                  <a:pt x="819150" y="266700"/>
                </a:lnTo>
                <a:lnTo>
                  <a:pt x="800100" y="266700"/>
                </a:lnTo>
                <a:close/>
                <a:moveTo>
                  <a:pt x="1066800" y="266700"/>
                </a:moveTo>
                <a:lnTo>
                  <a:pt x="1076325" y="266700"/>
                </a:lnTo>
                <a:lnTo>
                  <a:pt x="1076325" y="276225"/>
                </a:lnTo>
                <a:lnTo>
                  <a:pt x="1066800" y="276225"/>
                </a:lnTo>
                <a:close/>
                <a:moveTo>
                  <a:pt x="1057275" y="276225"/>
                </a:moveTo>
                <a:lnTo>
                  <a:pt x="1066800" y="276225"/>
                </a:lnTo>
                <a:lnTo>
                  <a:pt x="1066800" y="285750"/>
                </a:lnTo>
                <a:lnTo>
                  <a:pt x="1057275" y="285750"/>
                </a:lnTo>
                <a:close/>
                <a:moveTo>
                  <a:pt x="1047750" y="285750"/>
                </a:moveTo>
                <a:lnTo>
                  <a:pt x="1057275" y="285750"/>
                </a:lnTo>
                <a:lnTo>
                  <a:pt x="1057275" y="323850"/>
                </a:lnTo>
                <a:lnTo>
                  <a:pt x="1047750" y="323850"/>
                </a:lnTo>
                <a:close/>
                <a:moveTo>
                  <a:pt x="133350" y="295275"/>
                </a:moveTo>
                <a:lnTo>
                  <a:pt x="142875" y="295275"/>
                </a:lnTo>
                <a:lnTo>
                  <a:pt x="142875" y="304800"/>
                </a:lnTo>
                <a:lnTo>
                  <a:pt x="133350" y="304800"/>
                </a:lnTo>
                <a:close/>
                <a:moveTo>
                  <a:pt x="180975" y="295275"/>
                </a:moveTo>
                <a:lnTo>
                  <a:pt x="200025" y="295275"/>
                </a:lnTo>
                <a:lnTo>
                  <a:pt x="200025" y="323850"/>
                </a:lnTo>
                <a:lnTo>
                  <a:pt x="180975" y="323850"/>
                </a:lnTo>
                <a:close/>
                <a:moveTo>
                  <a:pt x="47625" y="304800"/>
                </a:moveTo>
                <a:lnTo>
                  <a:pt x="57150" y="304800"/>
                </a:lnTo>
                <a:lnTo>
                  <a:pt x="57150" y="323850"/>
                </a:lnTo>
                <a:lnTo>
                  <a:pt x="66675" y="323850"/>
                </a:lnTo>
                <a:lnTo>
                  <a:pt x="66675" y="342900"/>
                </a:lnTo>
                <a:lnTo>
                  <a:pt x="47625" y="342900"/>
                </a:lnTo>
                <a:lnTo>
                  <a:pt x="47625" y="352425"/>
                </a:lnTo>
                <a:lnTo>
                  <a:pt x="38100" y="352425"/>
                </a:lnTo>
                <a:lnTo>
                  <a:pt x="38100" y="342900"/>
                </a:lnTo>
                <a:lnTo>
                  <a:pt x="28575" y="342900"/>
                </a:lnTo>
                <a:lnTo>
                  <a:pt x="28575" y="361950"/>
                </a:lnTo>
                <a:lnTo>
                  <a:pt x="19050" y="361950"/>
                </a:lnTo>
                <a:lnTo>
                  <a:pt x="19050" y="333375"/>
                </a:lnTo>
                <a:lnTo>
                  <a:pt x="28575" y="333375"/>
                </a:lnTo>
                <a:lnTo>
                  <a:pt x="28575" y="323850"/>
                </a:lnTo>
                <a:lnTo>
                  <a:pt x="38100" y="323850"/>
                </a:lnTo>
                <a:lnTo>
                  <a:pt x="38100" y="314325"/>
                </a:lnTo>
                <a:lnTo>
                  <a:pt x="47625" y="314325"/>
                </a:lnTo>
                <a:close/>
                <a:moveTo>
                  <a:pt x="104775" y="314325"/>
                </a:moveTo>
                <a:lnTo>
                  <a:pt x="114300" y="314325"/>
                </a:lnTo>
                <a:lnTo>
                  <a:pt x="114300" y="323850"/>
                </a:lnTo>
                <a:lnTo>
                  <a:pt x="104775" y="323850"/>
                </a:lnTo>
                <a:close/>
                <a:moveTo>
                  <a:pt x="161925" y="333375"/>
                </a:moveTo>
                <a:lnTo>
                  <a:pt x="171450" y="333375"/>
                </a:lnTo>
                <a:lnTo>
                  <a:pt x="171450" y="342900"/>
                </a:lnTo>
                <a:lnTo>
                  <a:pt x="161925" y="342900"/>
                </a:lnTo>
                <a:close/>
                <a:moveTo>
                  <a:pt x="76200" y="342900"/>
                </a:moveTo>
                <a:lnTo>
                  <a:pt x="85725" y="342900"/>
                </a:lnTo>
                <a:lnTo>
                  <a:pt x="85725" y="381000"/>
                </a:lnTo>
                <a:lnTo>
                  <a:pt x="76200" y="381000"/>
                </a:lnTo>
                <a:lnTo>
                  <a:pt x="76200" y="371475"/>
                </a:lnTo>
                <a:lnTo>
                  <a:pt x="66675" y="371475"/>
                </a:lnTo>
                <a:lnTo>
                  <a:pt x="66675" y="361950"/>
                </a:lnTo>
                <a:lnTo>
                  <a:pt x="47625" y="361950"/>
                </a:lnTo>
                <a:lnTo>
                  <a:pt x="47625" y="352425"/>
                </a:lnTo>
                <a:lnTo>
                  <a:pt x="66675" y="352425"/>
                </a:lnTo>
                <a:lnTo>
                  <a:pt x="66675" y="361950"/>
                </a:lnTo>
                <a:lnTo>
                  <a:pt x="76200" y="361950"/>
                </a:lnTo>
                <a:close/>
                <a:moveTo>
                  <a:pt x="838200" y="342900"/>
                </a:moveTo>
                <a:lnTo>
                  <a:pt x="866775" y="342900"/>
                </a:lnTo>
                <a:lnTo>
                  <a:pt x="866775" y="352425"/>
                </a:lnTo>
                <a:lnTo>
                  <a:pt x="838200" y="352425"/>
                </a:lnTo>
                <a:close/>
                <a:moveTo>
                  <a:pt x="142875" y="352425"/>
                </a:moveTo>
                <a:lnTo>
                  <a:pt x="152400" y="352425"/>
                </a:lnTo>
                <a:lnTo>
                  <a:pt x="152400" y="361950"/>
                </a:lnTo>
                <a:lnTo>
                  <a:pt x="180975" y="361950"/>
                </a:lnTo>
                <a:lnTo>
                  <a:pt x="180975" y="371475"/>
                </a:lnTo>
                <a:lnTo>
                  <a:pt x="152400" y="371475"/>
                </a:lnTo>
                <a:lnTo>
                  <a:pt x="152400" y="381000"/>
                </a:lnTo>
                <a:lnTo>
                  <a:pt x="123825" y="381000"/>
                </a:lnTo>
                <a:lnTo>
                  <a:pt x="123825" y="361950"/>
                </a:lnTo>
                <a:lnTo>
                  <a:pt x="142875" y="361950"/>
                </a:lnTo>
                <a:close/>
                <a:moveTo>
                  <a:pt x="828675" y="352425"/>
                </a:moveTo>
                <a:lnTo>
                  <a:pt x="838200" y="352425"/>
                </a:lnTo>
                <a:lnTo>
                  <a:pt x="838200" y="381000"/>
                </a:lnTo>
                <a:lnTo>
                  <a:pt x="847725" y="381000"/>
                </a:lnTo>
                <a:lnTo>
                  <a:pt x="847725" y="400050"/>
                </a:lnTo>
                <a:lnTo>
                  <a:pt x="838200" y="400050"/>
                </a:lnTo>
                <a:lnTo>
                  <a:pt x="838200" y="390525"/>
                </a:lnTo>
                <a:lnTo>
                  <a:pt x="828675" y="390525"/>
                </a:lnTo>
                <a:close/>
                <a:moveTo>
                  <a:pt x="104775" y="371475"/>
                </a:moveTo>
                <a:lnTo>
                  <a:pt x="114300" y="371475"/>
                </a:lnTo>
                <a:lnTo>
                  <a:pt x="114300" y="390525"/>
                </a:lnTo>
                <a:lnTo>
                  <a:pt x="104775" y="390525"/>
                </a:lnTo>
                <a:close/>
                <a:moveTo>
                  <a:pt x="1143000" y="371475"/>
                </a:moveTo>
                <a:lnTo>
                  <a:pt x="1152525" y="371475"/>
                </a:lnTo>
                <a:lnTo>
                  <a:pt x="1152525" y="381000"/>
                </a:lnTo>
                <a:lnTo>
                  <a:pt x="1162050" y="381000"/>
                </a:lnTo>
                <a:lnTo>
                  <a:pt x="1162050" y="390525"/>
                </a:lnTo>
                <a:lnTo>
                  <a:pt x="1143000" y="390525"/>
                </a:lnTo>
                <a:close/>
                <a:moveTo>
                  <a:pt x="85725" y="381000"/>
                </a:moveTo>
                <a:lnTo>
                  <a:pt x="95250" y="381000"/>
                </a:lnTo>
                <a:lnTo>
                  <a:pt x="95250" y="390525"/>
                </a:lnTo>
                <a:lnTo>
                  <a:pt x="85725" y="390525"/>
                </a:lnTo>
                <a:close/>
                <a:moveTo>
                  <a:pt x="628650" y="381000"/>
                </a:moveTo>
                <a:lnTo>
                  <a:pt x="647700" y="381000"/>
                </a:lnTo>
                <a:lnTo>
                  <a:pt x="647700" y="390525"/>
                </a:lnTo>
                <a:lnTo>
                  <a:pt x="628650" y="390525"/>
                </a:lnTo>
                <a:close/>
                <a:moveTo>
                  <a:pt x="1162050" y="390525"/>
                </a:moveTo>
                <a:lnTo>
                  <a:pt x="1171575" y="390525"/>
                </a:lnTo>
                <a:lnTo>
                  <a:pt x="1171575" y="400050"/>
                </a:lnTo>
                <a:lnTo>
                  <a:pt x="1162050" y="400050"/>
                </a:lnTo>
                <a:close/>
                <a:moveTo>
                  <a:pt x="847725" y="400050"/>
                </a:moveTo>
                <a:lnTo>
                  <a:pt x="857250" y="400050"/>
                </a:lnTo>
                <a:lnTo>
                  <a:pt x="857250" y="409575"/>
                </a:lnTo>
                <a:lnTo>
                  <a:pt x="847725" y="409575"/>
                </a:lnTo>
                <a:close/>
                <a:moveTo>
                  <a:pt x="1171575" y="400050"/>
                </a:moveTo>
                <a:lnTo>
                  <a:pt x="1181100" y="400050"/>
                </a:lnTo>
                <a:lnTo>
                  <a:pt x="1181100" y="409575"/>
                </a:lnTo>
                <a:lnTo>
                  <a:pt x="1171575" y="409575"/>
                </a:lnTo>
                <a:close/>
                <a:moveTo>
                  <a:pt x="628650" y="409575"/>
                </a:moveTo>
                <a:lnTo>
                  <a:pt x="647700" y="409575"/>
                </a:lnTo>
                <a:lnTo>
                  <a:pt x="647700" y="428625"/>
                </a:lnTo>
                <a:lnTo>
                  <a:pt x="628650" y="428625"/>
                </a:lnTo>
                <a:close/>
                <a:moveTo>
                  <a:pt x="85725" y="419100"/>
                </a:moveTo>
                <a:lnTo>
                  <a:pt x="95250" y="419100"/>
                </a:lnTo>
                <a:lnTo>
                  <a:pt x="95250" y="428625"/>
                </a:lnTo>
                <a:lnTo>
                  <a:pt x="104775" y="428625"/>
                </a:lnTo>
                <a:lnTo>
                  <a:pt x="104775" y="457200"/>
                </a:lnTo>
                <a:lnTo>
                  <a:pt x="95250" y="457200"/>
                </a:lnTo>
                <a:lnTo>
                  <a:pt x="95250" y="447675"/>
                </a:lnTo>
                <a:lnTo>
                  <a:pt x="85725" y="447675"/>
                </a:lnTo>
                <a:lnTo>
                  <a:pt x="85725" y="438150"/>
                </a:lnTo>
                <a:lnTo>
                  <a:pt x="76200" y="438150"/>
                </a:lnTo>
                <a:lnTo>
                  <a:pt x="76200" y="428625"/>
                </a:lnTo>
                <a:lnTo>
                  <a:pt x="85725" y="428625"/>
                </a:lnTo>
                <a:close/>
                <a:moveTo>
                  <a:pt x="1019175" y="419100"/>
                </a:moveTo>
                <a:lnTo>
                  <a:pt x="1028700" y="419100"/>
                </a:lnTo>
                <a:lnTo>
                  <a:pt x="1028700" y="428625"/>
                </a:lnTo>
                <a:lnTo>
                  <a:pt x="1019175" y="428625"/>
                </a:lnTo>
                <a:close/>
                <a:moveTo>
                  <a:pt x="0" y="428625"/>
                </a:moveTo>
                <a:lnTo>
                  <a:pt x="9525" y="428625"/>
                </a:lnTo>
                <a:lnTo>
                  <a:pt x="9525" y="438150"/>
                </a:lnTo>
                <a:lnTo>
                  <a:pt x="19050" y="438150"/>
                </a:lnTo>
                <a:lnTo>
                  <a:pt x="19050" y="457200"/>
                </a:lnTo>
                <a:lnTo>
                  <a:pt x="0" y="457200"/>
                </a:lnTo>
                <a:close/>
                <a:moveTo>
                  <a:pt x="38100" y="428625"/>
                </a:moveTo>
                <a:lnTo>
                  <a:pt x="47625" y="428625"/>
                </a:lnTo>
                <a:lnTo>
                  <a:pt x="47625" y="438150"/>
                </a:lnTo>
                <a:lnTo>
                  <a:pt x="38100" y="438150"/>
                </a:lnTo>
                <a:close/>
                <a:moveTo>
                  <a:pt x="771525" y="428625"/>
                </a:moveTo>
                <a:lnTo>
                  <a:pt x="781050" y="428625"/>
                </a:lnTo>
                <a:lnTo>
                  <a:pt x="781050" y="438150"/>
                </a:lnTo>
                <a:lnTo>
                  <a:pt x="771525" y="438150"/>
                </a:lnTo>
                <a:close/>
                <a:moveTo>
                  <a:pt x="962025" y="428625"/>
                </a:moveTo>
                <a:lnTo>
                  <a:pt x="971550" y="428625"/>
                </a:lnTo>
                <a:lnTo>
                  <a:pt x="971550" y="438150"/>
                </a:lnTo>
                <a:lnTo>
                  <a:pt x="962025" y="438150"/>
                </a:lnTo>
                <a:close/>
                <a:moveTo>
                  <a:pt x="981075" y="428625"/>
                </a:moveTo>
                <a:lnTo>
                  <a:pt x="1009650" y="428625"/>
                </a:lnTo>
                <a:lnTo>
                  <a:pt x="1009650" y="438150"/>
                </a:lnTo>
                <a:lnTo>
                  <a:pt x="981075" y="438150"/>
                </a:lnTo>
                <a:close/>
                <a:moveTo>
                  <a:pt x="1104900" y="428625"/>
                </a:moveTo>
                <a:lnTo>
                  <a:pt x="1123950" y="428625"/>
                </a:lnTo>
                <a:lnTo>
                  <a:pt x="1123950" y="447675"/>
                </a:lnTo>
                <a:lnTo>
                  <a:pt x="1114425" y="447675"/>
                </a:lnTo>
                <a:lnTo>
                  <a:pt x="1114425" y="438150"/>
                </a:lnTo>
                <a:lnTo>
                  <a:pt x="1104900" y="438150"/>
                </a:lnTo>
                <a:close/>
                <a:moveTo>
                  <a:pt x="428625" y="438150"/>
                </a:moveTo>
                <a:lnTo>
                  <a:pt x="447675" y="438150"/>
                </a:lnTo>
                <a:lnTo>
                  <a:pt x="447675" y="476250"/>
                </a:lnTo>
                <a:lnTo>
                  <a:pt x="438150" y="476250"/>
                </a:lnTo>
                <a:lnTo>
                  <a:pt x="438150" y="466725"/>
                </a:lnTo>
                <a:lnTo>
                  <a:pt x="428625" y="466725"/>
                </a:lnTo>
                <a:close/>
                <a:moveTo>
                  <a:pt x="1009650" y="438150"/>
                </a:moveTo>
                <a:lnTo>
                  <a:pt x="1028700" y="438150"/>
                </a:lnTo>
                <a:lnTo>
                  <a:pt x="1028700" y="447675"/>
                </a:lnTo>
                <a:lnTo>
                  <a:pt x="1009650" y="447675"/>
                </a:lnTo>
                <a:close/>
                <a:moveTo>
                  <a:pt x="1038225" y="438150"/>
                </a:moveTo>
                <a:lnTo>
                  <a:pt x="1066800" y="438150"/>
                </a:lnTo>
                <a:lnTo>
                  <a:pt x="1066800" y="457200"/>
                </a:lnTo>
                <a:lnTo>
                  <a:pt x="1047750" y="457200"/>
                </a:lnTo>
                <a:lnTo>
                  <a:pt x="1047750" y="447675"/>
                </a:lnTo>
                <a:lnTo>
                  <a:pt x="1038225" y="447675"/>
                </a:lnTo>
                <a:close/>
                <a:moveTo>
                  <a:pt x="1133475" y="447675"/>
                </a:moveTo>
                <a:lnTo>
                  <a:pt x="1143000" y="447675"/>
                </a:lnTo>
                <a:lnTo>
                  <a:pt x="1143000" y="457200"/>
                </a:lnTo>
                <a:lnTo>
                  <a:pt x="1133475" y="457200"/>
                </a:lnTo>
                <a:close/>
                <a:moveTo>
                  <a:pt x="1057275" y="466725"/>
                </a:moveTo>
                <a:lnTo>
                  <a:pt x="1066800" y="466725"/>
                </a:lnTo>
                <a:lnTo>
                  <a:pt x="1066800" y="476250"/>
                </a:lnTo>
                <a:lnTo>
                  <a:pt x="1057275" y="476250"/>
                </a:lnTo>
                <a:close/>
                <a:moveTo>
                  <a:pt x="114300" y="476250"/>
                </a:moveTo>
                <a:lnTo>
                  <a:pt x="123825" y="476250"/>
                </a:lnTo>
                <a:lnTo>
                  <a:pt x="123825" y="495300"/>
                </a:lnTo>
                <a:lnTo>
                  <a:pt x="114300" y="495300"/>
                </a:lnTo>
                <a:lnTo>
                  <a:pt x="114300" y="533400"/>
                </a:lnTo>
                <a:lnTo>
                  <a:pt x="104775" y="533400"/>
                </a:lnTo>
                <a:lnTo>
                  <a:pt x="104775" y="523875"/>
                </a:lnTo>
                <a:lnTo>
                  <a:pt x="95250" y="523875"/>
                </a:lnTo>
                <a:lnTo>
                  <a:pt x="95250" y="542925"/>
                </a:lnTo>
                <a:lnTo>
                  <a:pt x="76200" y="542925"/>
                </a:lnTo>
                <a:lnTo>
                  <a:pt x="76200" y="533400"/>
                </a:lnTo>
                <a:lnTo>
                  <a:pt x="85725" y="533400"/>
                </a:lnTo>
                <a:lnTo>
                  <a:pt x="85725" y="514350"/>
                </a:lnTo>
                <a:lnTo>
                  <a:pt x="104775" y="514350"/>
                </a:lnTo>
                <a:lnTo>
                  <a:pt x="104775" y="495300"/>
                </a:lnTo>
                <a:lnTo>
                  <a:pt x="95250" y="495300"/>
                </a:lnTo>
                <a:lnTo>
                  <a:pt x="95250" y="485775"/>
                </a:lnTo>
                <a:lnTo>
                  <a:pt x="114300" y="485775"/>
                </a:lnTo>
                <a:close/>
                <a:moveTo>
                  <a:pt x="1057275" y="485775"/>
                </a:moveTo>
                <a:lnTo>
                  <a:pt x="1066800" y="485775"/>
                </a:lnTo>
                <a:lnTo>
                  <a:pt x="1066800" y="495300"/>
                </a:lnTo>
                <a:lnTo>
                  <a:pt x="1057275" y="495300"/>
                </a:lnTo>
                <a:close/>
                <a:moveTo>
                  <a:pt x="1114425" y="485775"/>
                </a:moveTo>
                <a:lnTo>
                  <a:pt x="1143000" y="485775"/>
                </a:lnTo>
                <a:lnTo>
                  <a:pt x="1143000" y="495300"/>
                </a:lnTo>
                <a:lnTo>
                  <a:pt x="1152525" y="495300"/>
                </a:lnTo>
                <a:lnTo>
                  <a:pt x="1152525" y="523875"/>
                </a:lnTo>
                <a:lnTo>
                  <a:pt x="1133475" y="523875"/>
                </a:lnTo>
                <a:lnTo>
                  <a:pt x="1133475" y="514350"/>
                </a:lnTo>
                <a:lnTo>
                  <a:pt x="1114425" y="514350"/>
                </a:lnTo>
                <a:close/>
                <a:moveTo>
                  <a:pt x="1047750" y="495300"/>
                </a:moveTo>
                <a:lnTo>
                  <a:pt x="1057275" y="495300"/>
                </a:lnTo>
                <a:lnTo>
                  <a:pt x="1057275" y="514350"/>
                </a:lnTo>
                <a:lnTo>
                  <a:pt x="1047750" y="514350"/>
                </a:lnTo>
                <a:close/>
                <a:moveTo>
                  <a:pt x="123825" y="504825"/>
                </a:moveTo>
                <a:lnTo>
                  <a:pt x="133350" y="504825"/>
                </a:lnTo>
                <a:lnTo>
                  <a:pt x="133350" y="533400"/>
                </a:lnTo>
                <a:lnTo>
                  <a:pt x="142875" y="533400"/>
                </a:lnTo>
                <a:lnTo>
                  <a:pt x="142875" y="542925"/>
                </a:lnTo>
                <a:lnTo>
                  <a:pt x="123825" y="542925"/>
                </a:lnTo>
                <a:close/>
                <a:moveTo>
                  <a:pt x="657225" y="504825"/>
                </a:moveTo>
                <a:lnTo>
                  <a:pt x="666750" y="504825"/>
                </a:lnTo>
                <a:lnTo>
                  <a:pt x="666750" y="523875"/>
                </a:lnTo>
                <a:lnTo>
                  <a:pt x="657225" y="523875"/>
                </a:lnTo>
                <a:close/>
                <a:moveTo>
                  <a:pt x="762000" y="504825"/>
                </a:moveTo>
                <a:lnTo>
                  <a:pt x="781050" y="504825"/>
                </a:lnTo>
                <a:lnTo>
                  <a:pt x="781050" y="514350"/>
                </a:lnTo>
                <a:lnTo>
                  <a:pt x="762000" y="514350"/>
                </a:lnTo>
                <a:close/>
                <a:moveTo>
                  <a:pt x="523875" y="533400"/>
                </a:moveTo>
                <a:lnTo>
                  <a:pt x="533400" y="533400"/>
                </a:lnTo>
                <a:lnTo>
                  <a:pt x="533400" y="542925"/>
                </a:lnTo>
                <a:lnTo>
                  <a:pt x="523875" y="542925"/>
                </a:lnTo>
                <a:close/>
                <a:moveTo>
                  <a:pt x="628650" y="552450"/>
                </a:moveTo>
                <a:lnTo>
                  <a:pt x="647700" y="552450"/>
                </a:lnTo>
                <a:lnTo>
                  <a:pt x="647700" y="561975"/>
                </a:lnTo>
                <a:lnTo>
                  <a:pt x="628650" y="561975"/>
                </a:lnTo>
                <a:close/>
                <a:moveTo>
                  <a:pt x="1123950" y="552450"/>
                </a:moveTo>
                <a:lnTo>
                  <a:pt x="1143000" y="552450"/>
                </a:lnTo>
                <a:lnTo>
                  <a:pt x="1143000" y="571500"/>
                </a:lnTo>
                <a:lnTo>
                  <a:pt x="1123950" y="571500"/>
                </a:lnTo>
                <a:close/>
                <a:moveTo>
                  <a:pt x="647700" y="561975"/>
                </a:moveTo>
                <a:lnTo>
                  <a:pt x="657225" y="561975"/>
                </a:lnTo>
                <a:lnTo>
                  <a:pt x="657225" y="571500"/>
                </a:lnTo>
                <a:lnTo>
                  <a:pt x="647700" y="571500"/>
                </a:lnTo>
                <a:close/>
                <a:moveTo>
                  <a:pt x="1200150" y="561975"/>
                </a:moveTo>
                <a:lnTo>
                  <a:pt x="1209675" y="561975"/>
                </a:lnTo>
                <a:lnTo>
                  <a:pt x="1209675" y="590550"/>
                </a:lnTo>
                <a:lnTo>
                  <a:pt x="1200150" y="590550"/>
                </a:lnTo>
                <a:lnTo>
                  <a:pt x="1200150" y="581025"/>
                </a:lnTo>
                <a:lnTo>
                  <a:pt x="1190625" y="581025"/>
                </a:lnTo>
                <a:lnTo>
                  <a:pt x="1190625" y="571500"/>
                </a:lnTo>
                <a:lnTo>
                  <a:pt x="1200150" y="571500"/>
                </a:lnTo>
                <a:close/>
                <a:moveTo>
                  <a:pt x="19050" y="571500"/>
                </a:moveTo>
                <a:lnTo>
                  <a:pt x="28575" y="571500"/>
                </a:lnTo>
                <a:lnTo>
                  <a:pt x="28575" y="581025"/>
                </a:lnTo>
                <a:lnTo>
                  <a:pt x="19050" y="581025"/>
                </a:lnTo>
                <a:close/>
                <a:moveTo>
                  <a:pt x="47625" y="571500"/>
                </a:moveTo>
                <a:lnTo>
                  <a:pt x="57150" y="571500"/>
                </a:lnTo>
                <a:lnTo>
                  <a:pt x="57150" y="581025"/>
                </a:lnTo>
                <a:lnTo>
                  <a:pt x="47625" y="581025"/>
                </a:lnTo>
                <a:close/>
                <a:moveTo>
                  <a:pt x="142875" y="571500"/>
                </a:moveTo>
                <a:lnTo>
                  <a:pt x="152400" y="571500"/>
                </a:lnTo>
                <a:lnTo>
                  <a:pt x="152400" y="581025"/>
                </a:lnTo>
                <a:lnTo>
                  <a:pt x="142875" y="581025"/>
                </a:lnTo>
                <a:close/>
                <a:moveTo>
                  <a:pt x="1038225" y="581025"/>
                </a:moveTo>
                <a:lnTo>
                  <a:pt x="1047750" y="581025"/>
                </a:lnTo>
                <a:lnTo>
                  <a:pt x="1047750" y="590550"/>
                </a:lnTo>
                <a:lnTo>
                  <a:pt x="1038225" y="590550"/>
                </a:lnTo>
                <a:close/>
                <a:moveTo>
                  <a:pt x="0" y="590550"/>
                </a:moveTo>
                <a:lnTo>
                  <a:pt x="19050" y="590550"/>
                </a:lnTo>
                <a:lnTo>
                  <a:pt x="19050" y="600075"/>
                </a:lnTo>
                <a:lnTo>
                  <a:pt x="9525" y="600075"/>
                </a:lnTo>
                <a:lnTo>
                  <a:pt x="9525" y="609600"/>
                </a:lnTo>
                <a:lnTo>
                  <a:pt x="0" y="609600"/>
                </a:lnTo>
                <a:close/>
                <a:moveTo>
                  <a:pt x="657225" y="600075"/>
                </a:moveTo>
                <a:lnTo>
                  <a:pt x="695325" y="600075"/>
                </a:lnTo>
                <a:lnTo>
                  <a:pt x="695325" y="609600"/>
                </a:lnTo>
                <a:lnTo>
                  <a:pt x="685800" y="609600"/>
                </a:lnTo>
                <a:lnTo>
                  <a:pt x="685800" y="619125"/>
                </a:lnTo>
                <a:lnTo>
                  <a:pt x="657225" y="619125"/>
                </a:lnTo>
                <a:close/>
                <a:moveTo>
                  <a:pt x="619125" y="609600"/>
                </a:moveTo>
                <a:lnTo>
                  <a:pt x="628650" y="609600"/>
                </a:lnTo>
                <a:lnTo>
                  <a:pt x="628650" y="619125"/>
                </a:lnTo>
                <a:lnTo>
                  <a:pt x="619125" y="619125"/>
                </a:lnTo>
                <a:close/>
                <a:moveTo>
                  <a:pt x="600075" y="628650"/>
                </a:moveTo>
                <a:lnTo>
                  <a:pt x="609600" y="628650"/>
                </a:lnTo>
                <a:lnTo>
                  <a:pt x="609600" y="638175"/>
                </a:lnTo>
                <a:lnTo>
                  <a:pt x="619125" y="638175"/>
                </a:lnTo>
                <a:lnTo>
                  <a:pt x="619125" y="647700"/>
                </a:lnTo>
                <a:lnTo>
                  <a:pt x="590550" y="647700"/>
                </a:lnTo>
                <a:lnTo>
                  <a:pt x="590550" y="638175"/>
                </a:lnTo>
                <a:lnTo>
                  <a:pt x="600075" y="638175"/>
                </a:lnTo>
                <a:close/>
                <a:moveTo>
                  <a:pt x="1076325" y="628650"/>
                </a:moveTo>
                <a:lnTo>
                  <a:pt x="1085850" y="628650"/>
                </a:lnTo>
                <a:lnTo>
                  <a:pt x="1085850" y="647700"/>
                </a:lnTo>
                <a:lnTo>
                  <a:pt x="1076325" y="647700"/>
                </a:lnTo>
                <a:close/>
                <a:moveTo>
                  <a:pt x="1143000" y="628650"/>
                </a:moveTo>
                <a:lnTo>
                  <a:pt x="1152525" y="628650"/>
                </a:lnTo>
                <a:lnTo>
                  <a:pt x="1152525" y="638175"/>
                </a:lnTo>
                <a:lnTo>
                  <a:pt x="1162050" y="638175"/>
                </a:lnTo>
                <a:lnTo>
                  <a:pt x="1162050" y="647700"/>
                </a:lnTo>
                <a:lnTo>
                  <a:pt x="1143000" y="647700"/>
                </a:lnTo>
                <a:close/>
                <a:moveTo>
                  <a:pt x="171450" y="638175"/>
                </a:moveTo>
                <a:lnTo>
                  <a:pt x="180975" y="638175"/>
                </a:lnTo>
                <a:lnTo>
                  <a:pt x="180975" y="666750"/>
                </a:lnTo>
                <a:lnTo>
                  <a:pt x="171450" y="666750"/>
                </a:lnTo>
                <a:close/>
                <a:moveTo>
                  <a:pt x="1038225" y="638175"/>
                </a:moveTo>
                <a:lnTo>
                  <a:pt x="1047750" y="638175"/>
                </a:lnTo>
                <a:lnTo>
                  <a:pt x="1047750" y="657225"/>
                </a:lnTo>
                <a:lnTo>
                  <a:pt x="1057275" y="657225"/>
                </a:lnTo>
                <a:lnTo>
                  <a:pt x="1057275" y="666750"/>
                </a:lnTo>
                <a:lnTo>
                  <a:pt x="1028700" y="666750"/>
                </a:lnTo>
                <a:lnTo>
                  <a:pt x="1028700" y="647700"/>
                </a:lnTo>
                <a:lnTo>
                  <a:pt x="1038225" y="647700"/>
                </a:lnTo>
                <a:close/>
                <a:moveTo>
                  <a:pt x="57150" y="647700"/>
                </a:moveTo>
                <a:lnTo>
                  <a:pt x="76200" y="647700"/>
                </a:lnTo>
                <a:lnTo>
                  <a:pt x="76200" y="657225"/>
                </a:lnTo>
                <a:lnTo>
                  <a:pt x="95250" y="657225"/>
                </a:lnTo>
                <a:lnTo>
                  <a:pt x="95250" y="666750"/>
                </a:lnTo>
                <a:lnTo>
                  <a:pt x="123825" y="666750"/>
                </a:lnTo>
                <a:lnTo>
                  <a:pt x="123825" y="676275"/>
                </a:lnTo>
                <a:lnTo>
                  <a:pt x="133350" y="676275"/>
                </a:lnTo>
                <a:lnTo>
                  <a:pt x="133350" y="704850"/>
                </a:lnTo>
                <a:lnTo>
                  <a:pt x="142875" y="704850"/>
                </a:lnTo>
                <a:lnTo>
                  <a:pt x="142875" y="723900"/>
                </a:lnTo>
                <a:lnTo>
                  <a:pt x="114300" y="723900"/>
                </a:lnTo>
                <a:lnTo>
                  <a:pt x="114300" y="714375"/>
                </a:lnTo>
                <a:lnTo>
                  <a:pt x="85725" y="714375"/>
                </a:lnTo>
                <a:lnTo>
                  <a:pt x="85725" y="704850"/>
                </a:lnTo>
                <a:lnTo>
                  <a:pt x="66675" y="704850"/>
                </a:lnTo>
                <a:lnTo>
                  <a:pt x="66675" y="685800"/>
                </a:lnTo>
                <a:lnTo>
                  <a:pt x="76200" y="685800"/>
                </a:lnTo>
                <a:lnTo>
                  <a:pt x="76200" y="666750"/>
                </a:lnTo>
                <a:lnTo>
                  <a:pt x="66675" y="666750"/>
                </a:lnTo>
                <a:lnTo>
                  <a:pt x="66675" y="676275"/>
                </a:lnTo>
                <a:lnTo>
                  <a:pt x="47625" y="676275"/>
                </a:lnTo>
                <a:lnTo>
                  <a:pt x="47625" y="666750"/>
                </a:lnTo>
                <a:lnTo>
                  <a:pt x="57150" y="666750"/>
                </a:lnTo>
                <a:close/>
                <a:moveTo>
                  <a:pt x="495300" y="647700"/>
                </a:moveTo>
                <a:lnTo>
                  <a:pt x="504825" y="647700"/>
                </a:lnTo>
                <a:lnTo>
                  <a:pt x="504825" y="676275"/>
                </a:lnTo>
                <a:lnTo>
                  <a:pt x="495300" y="676275"/>
                </a:lnTo>
                <a:lnTo>
                  <a:pt x="495300" y="685800"/>
                </a:lnTo>
                <a:lnTo>
                  <a:pt x="485775" y="685800"/>
                </a:lnTo>
                <a:lnTo>
                  <a:pt x="485775" y="666750"/>
                </a:lnTo>
                <a:lnTo>
                  <a:pt x="495300" y="666750"/>
                </a:lnTo>
                <a:close/>
                <a:moveTo>
                  <a:pt x="0" y="657225"/>
                </a:moveTo>
                <a:lnTo>
                  <a:pt x="9525" y="657225"/>
                </a:lnTo>
                <a:lnTo>
                  <a:pt x="9525" y="666750"/>
                </a:lnTo>
                <a:lnTo>
                  <a:pt x="28575" y="666750"/>
                </a:lnTo>
                <a:lnTo>
                  <a:pt x="28575" y="676275"/>
                </a:lnTo>
                <a:lnTo>
                  <a:pt x="19050" y="676275"/>
                </a:lnTo>
                <a:lnTo>
                  <a:pt x="19050" y="685800"/>
                </a:lnTo>
                <a:lnTo>
                  <a:pt x="0" y="685800"/>
                </a:lnTo>
                <a:close/>
                <a:moveTo>
                  <a:pt x="152400" y="657225"/>
                </a:moveTo>
                <a:lnTo>
                  <a:pt x="161925" y="657225"/>
                </a:lnTo>
                <a:lnTo>
                  <a:pt x="161925" y="666750"/>
                </a:lnTo>
                <a:lnTo>
                  <a:pt x="152400" y="666750"/>
                </a:lnTo>
                <a:close/>
                <a:moveTo>
                  <a:pt x="552450" y="657225"/>
                </a:moveTo>
                <a:lnTo>
                  <a:pt x="571500" y="657225"/>
                </a:lnTo>
                <a:lnTo>
                  <a:pt x="571500" y="676275"/>
                </a:lnTo>
                <a:lnTo>
                  <a:pt x="552450" y="676275"/>
                </a:lnTo>
                <a:lnTo>
                  <a:pt x="552450" y="685800"/>
                </a:lnTo>
                <a:lnTo>
                  <a:pt x="542925" y="685800"/>
                </a:lnTo>
                <a:lnTo>
                  <a:pt x="542925" y="695325"/>
                </a:lnTo>
                <a:lnTo>
                  <a:pt x="533400" y="695325"/>
                </a:lnTo>
                <a:lnTo>
                  <a:pt x="533400" y="685800"/>
                </a:lnTo>
                <a:lnTo>
                  <a:pt x="523875" y="685800"/>
                </a:lnTo>
                <a:lnTo>
                  <a:pt x="523875" y="676275"/>
                </a:lnTo>
                <a:lnTo>
                  <a:pt x="542925" y="676275"/>
                </a:lnTo>
                <a:lnTo>
                  <a:pt x="542925" y="666750"/>
                </a:lnTo>
                <a:lnTo>
                  <a:pt x="552450" y="666750"/>
                </a:lnTo>
                <a:close/>
                <a:moveTo>
                  <a:pt x="619125" y="676275"/>
                </a:moveTo>
                <a:lnTo>
                  <a:pt x="628650" y="676275"/>
                </a:lnTo>
                <a:lnTo>
                  <a:pt x="628650" y="695325"/>
                </a:lnTo>
                <a:lnTo>
                  <a:pt x="647700" y="695325"/>
                </a:lnTo>
                <a:lnTo>
                  <a:pt x="647700" y="714375"/>
                </a:lnTo>
                <a:lnTo>
                  <a:pt x="628650" y="714375"/>
                </a:lnTo>
                <a:lnTo>
                  <a:pt x="628650" y="704850"/>
                </a:lnTo>
                <a:lnTo>
                  <a:pt x="619125" y="704850"/>
                </a:lnTo>
                <a:lnTo>
                  <a:pt x="619125" y="695325"/>
                </a:lnTo>
                <a:lnTo>
                  <a:pt x="609600" y="695325"/>
                </a:lnTo>
                <a:lnTo>
                  <a:pt x="609600" y="685800"/>
                </a:lnTo>
                <a:lnTo>
                  <a:pt x="619125" y="685800"/>
                </a:lnTo>
                <a:close/>
                <a:moveTo>
                  <a:pt x="1095375" y="676275"/>
                </a:moveTo>
                <a:lnTo>
                  <a:pt x="1104900" y="676275"/>
                </a:lnTo>
                <a:lnTo>
                  <a:pt x="1104900" y="714375"/>
                </a:lnTo>
                <a:lnTo>
                  <a:pt x="1057275" y="714375"/>
                </a:lnTo>
                <a:lnTo>
                  <a:pt x="1057275" y="704850"/>
                </a:lnTo>
                <a:lnTo>
                  <a:pt x="1047750" y="704850"/>
                </a:lnTo>
                <a:lnTo>
                  <a:pt x="1047750" y="695325"/>
                </a:lnTo>
                <a:lnTo>
                  <a:pt x="1085850" y="695325"/>
                </a:lnTo>
                <a:lnTo>
                  <a:pt x="1085850" y="685800"/>
                </a:lnTo>
                <a:lnTo>
                  <a:pt x="1095375" y="685800"/>
                </a:lnTo>
                <a:close/>
                <a:moveTo>
                  <a:pt x="47625" y="685800"/>
                </a:moveTo>
                <a:lnTo>
                  <a:pt x="57150" y="685800"/>
                </a:lnTo>
                <a:lnTo>
                  <a:pt x="57150" y="695325"/>
                </a:lnTo>
                <a:lnTo>
                  <a:pt x="47625" y="695325"/>
                </a:lnTo>
                <a:close/>
                <a:moveTo>
                  <a:pt x="104775" y="685800"/>
                </a:moveTo>
                <a:lnTo>
                  <a:pt x="114300" y="685800"/>
                </a:lnTo>
                <a:lnTo>
                  <a:pt x="114300" y="676275"/>
                </a:lnTo>
                <a:lnTo>
                  <a:pt x="104775" y="676275"/>
                </a:lnTo>
                <a:close/>
                <a:moveTo>
                  <a:pt x="323850" y="685800"/>
                </a:moveTo>
                <a:lnTo>
                  <a:pt x="352425" y="685800"/>
                </a:lnTo>
                <a:lnTo>
                  <a:pt x="352425" y="695325"/>
                </a:lnTo>
                <a:lnTo>
                  <a:pt x="323850" y="695325"/>
                </a:lnTo>
                <a:close/>
                <a:moveTo>
                  <a:pt x="514350" y="685800"/>
                </a:moveTo>
                <a:lnTo>
                  <a:pt x="523875" y="685800"/>
                </a:lnTo>
                <a:lnTo>
                  <a:pt x="523875" y="704850"/>
                </a:lnTo>
                <a:lnTo>
                  <a:pt x="571500" y="704850"/>
                </a:lnTo>
                <a:lnTo>
                  <a:pt x="571500" y="714375"/>
                </a:lnTo>
                <a:lnTo>
                  <a:pt x="523875" y="714375"/>
                </a:lnTo>
                <a:lnTo>
                  <a:pt x="523875" y="723900"/>
                </a:lnTo>
                <a:lnTo>
                  <a:pt x="514350" y="723900"/>
                </a:lnTo>
                <a:lnTo>
                  <a:pt x="514350" y="714375"/>
                </a:lnTo>
                <a:lnTo>
                  <a:pt x="495300" y="714375"/>
                </a:lnTo>
                <a:lnTo>
                  <a:pt x="495300" y="704850"/>
                </a:lnTo>
                <a:lnTo>
                  <a:pt x="504825" y="704850"/>
                </a:lnTo>
                <a:lnTo>
                  <a:pt x="504825" y="695325"/>
                </a:lnTo>
                <a:lnTo>
                  <a:pt x="514350" y="695325"/>
                </a:lnTo>
                <a:close/>
                <a:moveTo>
                  <a:pt x="695325" y="685800"/>
                </a:moveTo>
                <a:lnTo>
                  <a:pt x="704850" y="685800"/>
                </a:lnTo>
                <a:lnTo>
                  <a:pt x="704850" y="695325"/>
                </a:lnTo>
                <a:lnTo>
                  <a:pt x="695325" y="695325"/>
                </a:lnTo>
                <a:close/>
                <a:moveTo>
                  <a:pt x="190500" y="695325"/>
                </a:moveTo>
                <a:lnTo>
                  <a:pt x="200025" y="695325"/>
                </a:lnTo>
                <a:lnTo>
                  <a:pt x="200025" y="704850"/>
                </a:lnTo>
                <a:lnTo>
                  <a:pt x="190500" y="704850"/>
                </a:lnTo>
                <a:close/>
                <a:moveTo>
                  <a:pt x="704850" y="695325"/>
                </a:moveTo>
                <a:lnTo>
                  <a:pt x="714375" y="695325"/>
                </a:lnTo>
                <a:lnTo>
                  <a:pt x="714375" y="704850"/>
                </a:lnTo>
                <a:lnTo>
                  <a:pt x="704850" y="704850"/>
                </a:lnTo>
                <a:close/>
                <a:moveTo>
                  <a:pt x="1123950" y="695325"/>
                </a:moveTo>
                <a:lnTo>
                  <a:pt x="1143000" y="695325"/>
                </a:lnTo>
                <a:lnTo>
                  <a:pt x="1143000" y="704850"/>
                </a:lnTo>
                <a:lnTo>
                  <a:pt x="1123950" y="704850"/>
                </a:lnTo>
                <a:close/>
                <a:moveTo>
                  <a:pt x="85725" y="704850"/>
                </a:moveTo>
                <a:lnTo>
                  <a:pt x="104775" y="704850"/>
                </a:lnTo>
                <a:lnTo>
                  <a:pt x="104775" y="695325"/>
                </a:lnTo>
                <a:lnTo>
                  <a:pt x="85725" y="695325"/>
                </a:lnTo>
                <a:close/>
                <a:moveTo>
                  <a:pt x="152400" y="704850"/>
                </a:moveTo>
                <a:lnTo>
                  <a:pt x="161925" y="704850"/>
                </a:lnTo>
                <a:lnTo>
                  <a:pt x="161925" y="723900"/>
                </a:lnTo>
                <a:lnTo>
                  <a:pt x="152400" y="723900"/>
                </a:lnTo>
                <a:close/>
                <a:moveTo>
                  <a:pt x="266700" y="704850"/>
                </a:moveTo>
                <a:lnTo>
                  <a:pt x="276225" y="704850"/>
                </a:lnTo>
                <a:lnTo>
                  <a:pt x="276225" y="714375"/>
                </a:lnTo>
                <a:lnTo>
                  <a:pt x="266700" y="714375"/>
                </a:lnTo>
                <a:close/>
                <a:moveTo>
                  <a:pt x="333375" y="704850"/>
                </a:moveTo>
                <a:lnTo>
                  <a:pt x="352425" y="704850"/>
                </a:lnTo>
                <a:lnTo>
                  <a:pt x="352425" y="714375"/>
                </a:lnTo>
                <a:lnTo>
                  <a:pt x="333375" y="714375"/>
                </a:lnTo>
                <a:close/>
                <a:moveTo>
                  <a:pt x="228600" y="714375"/>
                </a:moveTo>
                <a:lnTo>
                  <a:pt x="257175" y="714375"/>
                </a:lnTo>
                <a:lnTo>
                  <a:pt x="257175" y="723900"/>
                </a:lnTo>
                <a:lnTo>
                  <a:pt x="247650" y="723900"/>
                </a:lnTo>
                <a:lnTo>
                  <a:pt x="247650" y="733425"/>
                </a:lnTo>
                <a:lnTo>
                  <a:pt x="238125" y="733425"/>
                </a:lnTo>
                <a:lnTo>
                  <a:pt x="238125" y="723900"/>
                </a:lnTo>
                <a:lnTo>
                  <a:pt x="228600" y="723900"/>
                </a:lnTo>
                <a:close/>
                <a:moveTo>
                  <a:pt x="781050" y="714375"/>
                </a:moveTo>
                <a:lnTo>
                  <a:pt x="809625" y="714375"/>
                </a:lnTo>
                <a:lnTo>
                  <a:pt x="809625" y="733425"/>
                </a:lnTo>
                <a:lnTo>
                  <a:pt x="771525" y="733425"/>
                </a:lnTo>
                <a:lnTo>
                  <a:pt x="771525" y="723900"/>
                </a:lnTo>
                <a:lnTo>
                  <a:pt x="781050" y="723900"/>
                </a:lnTo>
                <a:close/>
                <a:moveTo>
                  <a:pt x="85725" y="723900"/>
                </a:moveTo>
                <a:lnTo>
                  <a:pt x="95250" y="723900"/>
                </a:lnTo>
                <a:lnTo>
                  <a:pt x="95250" y="742950"/>
                </a:lnTo>
                <a:lnTo>
                  <a:pt x="104775" y="742950"/>
                </a:lnTo>
                <a:lnTo>
                  <a:pt x="104775" y="752475"/>
                </a:lnTo>
                <a:lnTo>
                  <a:pt x="95250" y="752475"/>
                </a:lnTo>
                <a:lnTo>
                  <a:pt x="95250" y="762000"/>
                </a:lnTo>
                <a:lnTo>
                  <a:pt x="76200" y="762000"/>
                </a:lnTo>
                <a:lnTo>
                  <a:pt x="76200" y="733425"/>
                </a:lnTo>
                <a:lnTo>
                  <a:pt x="85725" y="733425"/>
                </a:lnTo>
                <a:close/>
                <a:moveTo>
                  <a:pt x="171450" y="723900"/>
                </a:moveTo>
                <a:lnTo>
                  <a:pt x="190500" y="723900"/>
                </a:lnTo>
                <a:lnTo>
                  <a:pt x="190500" y="742950"/>
                </a:lnTo>
                <a:lnTo>
                  <a:pt x="180975" y="742950"/>
                </a:lnTo>
                <a:lnTo>
                  <a:pt x="180975" y="752475"/>
                </a:lnTo>
                <a:lnTo>
                  <a:pt x="171450" y="752475"/>
                </a:lnTo>
                <a:close/>
                <a:moveTo>
                  <a:pt x="333375" y="723900"/>
                </a:moveTo>
                <a:lnTo>
                  <a:pt x="342900" y="723900"/>
                </a:lnTo>
                <a:lnTo>
                  <a:pt x="342900" y="742950"/>
                </a:lnTo>
                <a:lnTo>
                  <a:pt x="323850" y="742950"/>
                </a:lnTo>
                <a:lnTo>
                  <a:pt x="323850" y="733425"/>
                </a:lnTo>
                <a:lnTo>
                  <a:pt x="333375" y="733425"/>
                </a:lnTo>
                <a:close/>
                <a:moveTo>
                  <a:pt x="400050" y="723900"/>
                </a:moveTo>
                <a:lnTo>
                  <a:pt x="409575" y="723900"/>
                </a:lnTo>
                <a:lnTo>
                  <a:pt x="409575" y="733425"/>
                </a:lnTo>
                <a:lnTo>
                  <a:pt x="400050" y="733425"/>
                </a:lnTo>
                <a:close/>
                <a:moveTo>
                  <a:pt x="619125" y="723900"/>
                </a:moveTo>
                <a:lnTo>
                  <a:pt x="638175" y="723900"/>
                </a:lnTo>
                <a:lnTo>
                  <a:pt x="638175" y="742950"/>
                </a:lnTo>
                <a:lnTo>
                  <a:pt x="647700" y="742950"/>
                </a:lnTo>
                <a:lnTo>
                  <a:pt x="647700" y="752475"/>
                </a:lnTo>
                <a:lnTo>
                  <a:pt x="685800" y="752475"/>
                </a:lnTo>
                <a:lnTo>
                  <a:pt x="685800" y="771525"/>
                </a:lnTo>
                <a:lnTo>
                  <a:pt x="676275" y="771525"/>
                </a:lnTo>
                <a:lnTo>
                  <a:pt x="676275" y="762000"/>
                </a:lnTo>
                <a:lnTo>
                  <a:pt x="666750" y="762000"/>
                </a:lnTo>
                <a:lnTo>
                  <a:pt x="666750" y="771525"/>
                </a:lnTo>
                <a:lnTo>
                  <a:pt x="657225" y="771525"/>
                </a:lnTo>
                <a:lnTo>
                  <a:pt x="657225" y="781050"/>
                </a:lnTo>
                <a:lnTo>
                  <a:pt x="666750" y="781050"/>
                </a:lnTo>
                <a:lnTo>
                  <a:pt x="666750" y="809625"/>
                </a:lnTo>
                <a:lnTo>
                  <a:pt x="619125" y="809625"/>
                </a:lnTo>
                <a:lnTo>
                  <a:pt x="619125" y="800100"/>
                </a:lnTo>
                <a:lnTo>
                  <a:pt x="638175" y="800100"/>
                </a:lnTo>
                <a:lnTo>
                  <a:pt x="638175" y="790575"/>
                </a:lnTo>
                <a:lnTo>
                  <a:pt x="647700" y="790575"/>
                </a:lnTo>
                <a:lnTo>
                  <a:pt x="647700" y="762000"/>
                </a:lnTo>
                <a:lnTo>
                  <a:pt x="638175" y="762000"/>
                </a:lnTo>
                <a:lnTo>
                  <a:pt x="638175" y="771525"/>
                </a:lnTo>
                <a:lnTo>
                  <a:pt x="628650" y="771525"/>
                </a:lnTo>
                <a:lnTo>
                  <a:pt x="628650" y="752475"/>
                </a:lnTo>
                <a:lnTo>
                  <a:pt x="619125" y="752475"/>
                </a:lnTo>
                <a:lnTo>
                  <a:pt x="619125" y="742950"/>
                </a:lnTo>
                <a:lnTo>
                  <a:pt x="628650" y="742950"/>
                </a:lnTo>
                <a:lnTo>
                  <a:pt x="628650" y="733425"/>
                </a:lnTo>
                <a:lnTo>
                  <a:pt x="619125" y="733425"/>
                </a:lnTo>
                <a:close/>
                <a:moveTo>
                  <a:pt x="1066800" y="723900"/>
                </a:moveTo>
                <a:lnTo>
                  <a:pt x="1076325" y="723900"/>
                </a:lnTo>
                <a:lnTo>
                  <a:pt x="1076325" y="752475"/>
                </a:lnTo>
                <a:lnTo>
                  <a:pt x="1066800" y="752475"/>
                </a:lnTo>
                <a:lnTo>
                  <a:pt x="1066800" y="742950"/>
                </a:lnTo>
                <a:lnTo>
                  <a:pt x="1047750" y="742950"/>
                </a:lnTo>
                <a:lnTo>
                  <a:pt x="1047750" y="733425"/>
                </a:lnTo>
                <a:lnTo>
                  <a:pt x="1066800" y="733425"/>
                </a:lnTo>
                <a:close/>
                <a:moveTo>
                  <a:pt x="1123950" y="723900"/>
                </a:moveTo>
                <a:lnTo>
                  <a:pt x="1133475" y="723900"/>
                </a:lnTo>
                <a:lnTo>
                  <a:pt x="1133475" y="733425"/>
                </a:lnTo>
                <a:lnTo>
                  <a:pt x="1123950" y="733425"/>
                </a:lnTo>
                <a:close/>
                <a:moveTo>
                  <a:pt x="276225" y="733425"/>
                </a:moveTo>
                <a:lnTo>
                  <a:pt x="285750" y="733425"/>
                </a:lnTo>
                <a:lnTo>
                  <a:pt x="285750" y="742950"/>
                </a:lnTo>
                <a:lnTo>
                  <a:pt x="295275" y="742950"/>
                </a:lnTo>
                <a:lnTo>
                  <a:pt x="295275" y="762000"/>
                </a:lnTo>
                <a:lnTo>
                  <a:pt x="304800" y="762000"/>
                </a:lnTo>
                <a:lnTo>
                  <a:pt x="304800" y="752475"/>
                </a:lnTo>
                <a:lnTo>
                  <a:pt x="314325" y="752475"/>
                </a:lnTo>
                <a:lnTo>
                  <a:pt x="314325" y="790575"/>
                </a:lnTo>
                <a:lnTo>
                  <a:pt x="323850" y="790575"/>
                </a:lnTo>
                <a:lnTo>
                  <a:pt x="323850" y="809625"/>
                </a:lnTo>
                <a:lnTo>
                  <a:pt x="314325" y="809625"/>
                </a:lnTo>
                <a:lnTo>
                  <a:pt x="314325" y="800100"/>
                </a:lnTo>
                <a:lnTo>
                  <a:pt x="295275" y="800100"/>
                </a:lnTo>
                <a:lnTo>
                  <a:pt x="295275" y="771525"/>
                </a:lnTo>
                <a:lnTo>
                  <a:pt x="285750" y="771525"/>
                </a:lnTo>
                <a:lnTo>
                  <a:pt x="285750" y="752475"/>
                </a:lnTo>
                <a:lnTo>
                  <a:pt x="276225" y="752475"/>
                </a:lnTo>
                <a:close/>
                <a:moveTo>
                  <a:pt x="409575" y="733425"/>
                </a:moveTo>
                <a:lnTo>
                  <a:pt x="428625" y="733425"/>
                </a:lnTo>
                <a:lnTo>
                  <a:pt x="428625" y="752475"/>
                </a:lnTo>
                <a:lnTo>
                  <a:pt x="419100" y="752475"/>
                </a:lnTo>
                <a:lnTo>
                  <a:pt x="419100" y="742950"/>
                </a:lnTo>
                <a:lnTo>
                  <a:pt x="409575" y="742950"/>
                </a:lnTo>
                <a:close/>
                <a:moveTo>
                  <a:pt x="438150" y="733425"/>
                </a:moveTo>
                <a:lnTo>
                  <a:pt x="447675" y="733425"/>
                </a:lnTo>
                <a:lnTo>
                  <a:pt x="447675" y="742950"/>
                </a:lnTo>
                <a:lnTo>
                  <a:pt x="438150" y="742950"/>
                </a:lnTo>
                <a:close/>
                <a:moveTo>
                  <a:pt x="523875" y="733425"/>
                </a:moveTo>
                <a:lnTo>
                  <a:pt x="533400" y="733425"/>
                </a:lnTo>
                <a:lnTo>
                  <a:pt x="533400" y="762000"/>
                </a:lnTo>
                <a:lnTo>
                  <a:pt x="523875" y="762000"/>
                </a:lnTo>
                <a:close/>
                <a:moveTo>
                  <a:pt x="828675" y="733425"/>
                </a:moveTo>
                <a:lnTo>
                  <a:pt x="876300" y="733425"/>
                </a:lnTo>
                <a:lnTo>
                  <a:pt x="876300" y="742950"/>
                </a:lnTo>
                <a:lnTo>
                  <a:pt x="828675" y="742950"/>
                </a:lnTo>
                <a:close/>
                <a:moveTo>
                  <a:pt x="704850" y="742950"/>
                </a:moveTo>
                <a:lnTo>
                  <a:pt x="714375" y="742950"/>
                </a:lnTo>
                <a:lnTo>
                  <a:pt x="714375" y="752475"/>
                </a:lnTo>
                <a:lnTo>
                  <a:pt x="704850" y="752475"/>
                </a:lnTo>
                <a:close/>
                <a:moveTo>
                  <a:pt x="771525" y="742950"/>
                </a:moveTo>
                <a:lnTo>
                  <a:pt x="781050" y="742950"/>
                </a:lnTo>
                <a:lnTo>
                  <a:pt x="781050" y="752475"/>
                </a:lnTo>
                <a:lnTo>
                  <a:pt x="771525" y="752475"/>
                </a:lnTo>
                <a:close/>
                <a:moveTo>
                  <a:pt x="904875" y="742950"/>
                </a:moveTo>
                <a:lnTo>
                  <a:pt x="914400" y="742950"/>
                </a:lnTo>
                <a:lnTo>
                  <a:pt x="914400" y="752475"/>
                </a:lnTo>
                <a:lnTo>
                  <a:pt x="904875" y="752475"/>
                </a:lnTo>
                <a:close/>
                <a:moveTo>
                  <a:pt x="561975" y="752475"/>
                </a:moveTo>
                <a:lnTo>
                  <a:pt x="581025" y="752475"/>
                </a:lnTo>
                <a:lnTo>
                  <a:pt x="581025" y="800100"/>
                </a:lnTo>
                <a:lnTo>
                  <a:pt x="571500" y="800100"/>
                </a:lnTo>
                <a:lnTo>
                  <a:pt x="571500" y="771525"/>
                </a:lnTo>
                <a:lnTo>
                  <a:pt x="561975" y="771525"/>
                </a:lnTo>
                <a:close/>
                <a:moveTo>
                  <a:pt x="723900" y="752475"/>
                </a:moveTo>
                <a:lnTo>
                  <a:pt x="733425" y="752475"/>
                </a:lnTo>
                <a:lnTo>
                  <a:pt x="733425" y="762000"/>
                </a:lnTo>
                <a:lnTo>
                  <a:pt x="723900" y="762000"/>
                </a:lnTo>
                <a:close/>
                <a:moveTo>
                  <a:pt x="981075" y="752475"/>
                </a:moveTo>
                <a:lnTo>
                  <a:pt x="990600" y="752475"/>
                </a:lnTo>
                <a:lnTo>
                  <a:pt x="990600" y="781050"/>
                </a:lnTo>
                <a:lnTo>
                  <a:pt x="981075" y="781050"/>
                </a:lnTo>
                <a:close/>
                <a:moveTo>
                  <a:pt x="1143000" y="752475"/>
                </a:moveTo>
                <a:lnTo>
                  <a:pt x="1152525" y="752475"/>
                </a:lnTo>
                <a:lnTo>
                  <a:pt x="1152525" y="771525"/>
                </a:lnTo>
                <a:lnTo>
                  <a:pt x="1143000" y="771525"/>
                </a:lnTo>
                <a:lnTo>
                  <a:pt x="1143000" y="781050"/>
                </a:lnTo>
                <a:lnTo>
                  <a:pt x="1133475" y="781050"/>
                </a:lnTo>
                <a:lnTo>
                  <a:pt x="1133475" y="762000"/>
                </a:lnTo>
                <a:lnTo>
                  <a:pt x="1143000" y="762000"/>
                </a:lnTo>
                <a:close/>
                <a:moveTo>
                  <a:pt x="28575" y="762000"/>
                </a:moveTo>
                <a:lnTo>
                  <a:pt x="57150" y="762000"/>
                </a:lnTo>
                <a:lnTo>
                  <a:pt x="57150" y="781050"/>
                </a:lnTo>
                <a:lnTo>
                  <a:pt x="47625" y="781050"/>
                </a:lnTo>
                <a:lnTo>
                  <a:pt x="47625" y="771525"/>
                </a:lnTo>
                <a:lnTo>
                  <a:pt x="28575" y="771525"/>
                </a:lnTo>
                <a:close/>
                <a:moveTo>
                  <a:pt x="133350" y="762000"/>
                </a:moveTo>
                <a:lnTo>
                  <a:pt x="180975" y="762000"/>
                </a:lnTo>
                <a:lnTo>
                  <a:pt x="180975" y="781050"/>
                </a:lnTo>
                <a:lnTo>
                  <a:pt x="171450" y="781050"/>
                </a:lnTo>
                <a:lnTo>
                  <a:pt x="171450" y="771525"/>
                </a:lnTo>
                <a:lnTo>
                  <a:pt x="161925" y="771525"/>
                </a:lnTo>
                <a:lnTo>
                  <a:pt x="161925" y="781050"/>
                </a:lnTo>
                <a:lnTo>
                  <a:pt x="152400" y="781050"/>
                </a:lnTo>
                <a:lnTo>
                  <a:pt x="152400" y="800100"/>
                </a:lnTo>
                <a:lnTo>
                  <a:pt x="142875" y="800100"/>
                </a:lnTo>
                <a:lnTo>
                  <a:pt x="142875" y="809625"/>
                </a:lnTo>
                <a:lnTo>
                  <a:pt x="133350" y="809625"/>
                </a:lnTo>
                <a:lnTo>
                  <a:pt x="133350" y="800100"/>
                </a:lnTo>
                <a:lnTo>
                  <a:pt x="123825" y="800100"/>
                </a:lnTo>
                <a:lnTo>
                  <a:pt x="123825" y="790575"/>
                </a:lnTo>
                <a:lnTo>
                  <a:pt x="142875" y="790575"/>
                </a:lnTo>
                <a:lnTo>
                  <a:pt x="142875" y="771525"/>
                </a:lnTo>
                <a:lnTo>
                  <a:pt x="133350" y="771525"/>
                </a:lnTo>
                <a:close/>
                <a:moveTo>
                  <a:pt x="790575" y="762000"/>
                </a:moveTo>
                <a:lnTo>
                  <a:pt x="809625" y="762000"/>
                </a:lnTo>
                <a:lnTo>
                  <a:pt x="809625" y="790575"/>
                </a:lnTo>
                <a:lnTo>
                  <a:pt x="781050" y="790575"/>
                </a:lnTo>
                <a:lnTo>
                  <a:pt x="781050" y="781050"/>
                </a:lnTo>
                <a:lnTo>
                  <a:pt x="790575" y="781050"/>
                </a:lnTo>
                <a:close/>
                <a:moveTo>
                  <a:pt x="923925" y="762000"/>
                </a:moveTo>
                <a:lnTo>
                  <a:pt x="942975" y="762000"/>
                </a:lnTo>
                <a:lnTo>
                  <a:pt x="942975" y="781050"/>
                </a:lnTo>
                <a:lnTo>
                  <a:pt x="962025" y="781050"/>
                </a:lnTo>
                <a:lnTo>
                  <a:pt x="962025" y="790575"/>
                </a:lnTo>
                <a:lnTo>
                  <a:pt x="981075" y="790575"/>
                </a:lnTo>
                <a:lnTo>
                  <a:pt x="981075" y="809625"/>
                </a:lnTo>
                <a:lnTo>
                  <a:pt x="962025" y="809625"/>
                </a:lnTo>
                <a:lnTo>
                  <a:pt x="962025" y="800100"/>
                </a:lnTo>
                <a:lnTo>
                  <a:pt x="952500" y="800100"/>
                </a:lnTo>
                <a:lnTo>
                  <a:pt x="952500" y="790575"/>
                </a:lnTo>
                <a:lnTo>
                  <a:pt x="923925" y="790575"/>
                </a:lnTo>
                <a:lnTo>
                  <a:pt x="923925" y="781050"/>
                </a:lnTo>
                <a:lnTo>
                  <a:pt x="914400" y="781050"/>
                </a:lnTo>
                <a:lnTo>
                  <a:pt x="914400" y="771525"/>
                </a:lnTo>
                <a:lnTo>
                  <a:pt x="923925" y="771525"/>
                </a:lnTo>
                <a:close/>
                <a:moveTo>
                  <a:pt x="523875" y="771525"/>
                </a:moveTo>
                <a:lnTo>
                  <a:pt x="533400" y="771525"/>
                </a:lnTo>
                <a:lnTo>
                  <a:pt x="533400" y="781050"/>
                </a:lnTo>
                <a:lnTo>
                  <a:pt x="542925" y="781050"/>
                </a:lnTo>
                <a:lnTo>
                  <a:pt x="542925" y="790575"/>
                </a:lnTo>
                <a:lnTo>
                  <a:pt x="533400" y="790575"/>
                </a:lnTo>
                <a:lnTo>
                  <a:pt x="533400" y="800100"/>
                </a:lnTo>
                <a:lnTo>
                  <a:pt x="514350" y="800100"/>
                </a:lnTo>
                <a:lnTo>
                  <a:pt x="514350" y="790575"/>
                </a:lnTo>
                <a:lnTo>
                  <a:pt x="523875" y="790575"/>
                </a:lnTo>
                <a:close/>
                <a:moveTo>
                  <a:pt x="695325" y="771525"/>
                </a:moveTo>
                <a:lnTo>
                  <a:pt x="704850" y="771525"/>
                </a:lnTo>
                <a:lnTo>
                  <a:pt x="704850" y="781050"/>
                </a:lnTo>
                <a:lnTo>
                  <a:pt x="695325" y="781050"/>
                </a:lnTo>
                <a:close/>
                <a:moveTo>
                  <a:pt x="1076325" y="771525"/>
                </a:moveTo>
                <a:lnTo>
                  <a:pt x="1085850" y="771525"/>
                </a:lnTo>
                <a:lnTo>
                  <a:pt x="1085850" y="781050"/>
                </a:lnTo>
                <a:lnTo>
                  <a:pt x="1076325" y="781050"/>
                </a:lnTo>
                <a:close/>
                <a:moveTo>
                  <a:pt x="161925" y="781050"/>
                </a:moveTo>
                <a:lnTo>
                  <a:pt x="171450" y="781050"/>
                </a:lnTo>
                <a:lnTo>
                  <a:pt x="171450" y="790575"/>
                </a:lnTo>
                <a:lnTo>
                  <a:pt x="161925" y="790575"/>
                </a:lnTo>
                <a:close/>
                <a:moveTo>
                  <a:pt x="361950" y="781050"/>
                </a:moveTo>
                <a:lnTo>
                  <a:pt x="381000" y="781050"/>
                </a:lnTo>
                <a:lnTo>
                  <a:pt x="381000" y="790575"/>
                </a:lnTo>
                <a:lnTo>
                  <a:pt x="361950" y="790575"/>
                </a:lnTo>
                <a:close/>
                <a:moveTo>
                  <a:pt x="723900" y="781050"/>
                </a:moveTo>
                <a:lnTo>
                  <a:pt x="733425" y="781050"/>
                </a:lnTo>
                <a:lnTo>
                  <a:pt x="733425" y="790575"/>
                </a:lnTo>
                <a:lnTo>
                  <a:pt x="723900" y="790575"/>
                </a:lnTo>
                <a:close/>
                <a:moveTo>
                  <a:pt x="1028700" y="781050"/>
                </a:moveTo>
                <a:lnTo>
                  <a:pt x="1057275" y="781050"/>
                </a:lnTo>
                <a:lnTo>
                  <a:pt x="1057275" y="790575"/>
                </a:lnTo>
                <a:lnTo>
                  <a:pt x="1028700" y="790575"/>
                </a:lnTo>
                <a:close/>
                <a:moveTo>
                  <a:pt x="1123950" y="781050"/>
                </a:moveTo>
                <a:lnTo>
                  <a:pt x="1133475" y="781050"/>
                </a:lnTo>
                <a:lnTo>
                  <a:pt x="1133475" y="809625"/>
                </a:lnTo>
                <a:lnTo>
                  <a:pt x="1123950" y="809625"/>
                </a:lnTo>
                <a:close/>
                <a:moveTo>
                  <a:pt x="866775" y="790575"/>
                </a:moveTo>
                <a:lnTo>
                  <a:pt x="876300" y="790575"/>
                </a:lnTo>
                <a:lnTo>
                  <a:pt x="876300" y="800100"/>
                </a:lnTo>
                <a:lnTo>
                  <a:pt x="866775" y="800100"/>
                </a:lnTo>
                <a:close/>
                <a:moveTo>
                  <a:pt x="76200" y="800100"/>
                </a:moveTo>
                <a:lnTo>
                  <a:pt x="85725" y="800100"/>
                </a:lnTo>
                <a:lnTo>
                  <a:pt x="85725" y="809625"/>
                </a:lnTo>
                <a:lnTo>
                  <a:pt x="76200" y="809625"/>
                </a:lnTo>
                <a:close/>
                <a:moveTo>
                  <a:pt x="333375" y="800100"/>
                </a:moveTo>
                <a:lnTo>
                  <a:pt x="342900" y="800100"/>
                </a:lnTo>
                <a:lnTo>
                  <a:pt x="342900" y="809625"/>
                </a:lnTo>
                <a:lnTo>
                  <a:pt x="333375" y="809625"/>
                </a:lnTo>
                <a:close/>
                <a:moveTo>
                  <a:pt x="590550" y="800100"/>
                </a:moveTo>
                <a:lnTo>
                  <a:pt x="609600" y="800100"/>
                </a:lnTo>
                <a:lnTo>
                  <a:pt x="609600" y="809625"/>
                </a:lnTo>
                <a:lnTo>
                  <a:pt x="590550" y="809625"/>
                </a:lnTo>
                <a:close/>
                <a:moveTo>
                  <a:pt x="828675" y="800100"/>
                </a:moveTo>
                <a:lnTo>
                  <a:pt x="838200" y="800100"/>
                </a:lnTo>
                <a:lnTo>
                  <a:pt x="838200" y="809625"/>
                </a:lnTo>
                <a:lnTo>
                  <a:pt x="828675" y="809625"/>
                </a:lnTo>
                <a:close/>
                <a:moveTo>
                  <a:pt x="1143000" y="800100"/>
                </a:moveTo>
                <a:lnTo>
                  <a:pt x="1152525" y="800100"/>
                </a:lnTo>
                <a:lnTo>
                  <a:pt x="1152525" y="809625"/>
                </a:lnTo>
                <a:lnTo>
                  <a:pt x="1143000" y="809625"/>
                </a:lnTo>
                <a:close/>
                <a:moveTo>
                  <a:pt x="1162050" y="800100"/>
                </a:moveTo>
                <a:lnTo>
                  <a:pt x="1171575" y="800100"/>
                </a:lnTo>
                <a:lnTo>
                  <a:pt x="1171575" y="809625"/>
                </a:lnTo>
                <a:lnTo>
                  <a:pt x="1162050" y="809625"/>
                </a:lnTo>
                <a:close/>
              </a:path>
            </a:pathLst>
          </a:custGeom>
          <a:solidFill xmlns:a="http://schemas.openxmlformats.org/drawingml/2006/main">
            <a:srgbClr val="F8F9F4"/>
          </a:solidFill>
          <a:ln xmlns:a="http://schemas.openxmlformats.org/drawingml/2006/main" w="0">
            <a:noFill/>
          </a:ln>
        </p:spPr>
      </p:sp>
      <p:sp>
        <p:nvSpPr>
          <p:cNvPr id="22" name="v00 vector #f8f8f4">
            <a:extLst xmlns:a="http://schemas.openxmlformats.org/drawingml/2006/main">
              <a:ext uri="{FF2B5EF4-FFF2-40B4-BE49-F238E27FC236}">
                <a16:creationId xmlns:a16="http://schemas.microsoft.com/office/drawing/2014/main" id="{BD784810-7A05-458F-BAC0-1BAE15F68E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5350" y="2362200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57150" y="0"/>
                </a:moveTo>
                <a:lnTo>
                  <a:pt x="85725" y="0"/>
                </a:lnTo>
                <a:lnTo>
                  <a:pt x="85725" y="9525"/>
                </a:lnTo>
                <a:lnTo>
                  <a:pt x="76200" y="9525"/>
                </a:lnTo>
                <a:lnTo>
                  <a:pt x="76200" y="19050"/>
                </a:lnTo>
                <a:lnTo>
                  <a:pt x="66675" y="19050"/>
                </a:lnTo>
                <a:lnTo>
                  <a:pt x="66675" y="9525"/>
                </a:lnTo>
                <a:lnTo>
                  <a:pt x="57150" y="9525"/>
                </a:lnTo>
                <a:close/>
                <a:moveTo>
                  <a:pt x="0" y="9525"/>
                </a:moveTo>
                <a:lnTo>
                  <a:pt x="19050" y="9525"/>
                </a:lnTo>
                <a:lnTo>
                  <a:pt x="19050" y="19050"/>
                </a:lnTo>
                <a:lnTo>
                  <a:pt x="9525" y="19050"/>
                </a:lnTo>
                <a:lnTo>
                  <a:pt x="9525" y="38100"/>
                </a:lnTo>
                <a:lnTo>
                  <a:pt x="0" y="38100"/>
                </a:lnTo>
                <a:close/>
                <a:moveTo>
                  <a:pt x="809625" y="9525"/>
                </a:moveTo>
                <a:lnTo>
                  <a:pt x="819150" y="9525"/>
                </a:lnTo>
                <a:lnTo>
                  <a:pt x="819150" y="19050"/>
                </a:lnTo>
                <a:lnTo>
                  <a:pt x="809625" y="19050"/>
                </a:lnTo>
                <a:close/>
                <a:moveTo>
                  <a:pt x="28575" y="19050"/>
                </a:moveTo>
                <a:lnTo>
                  <a:pt x="38100" y="19050"/>
                </a:lnTo>
                <a:lnTo>
                  <a:pt x="38100" y="28575"/>
                </a:lnTo>
                <a:lnTo>
                  <a:pt x="28575" y="28575"/>
                </a:lnTo>
                <a:close/>
                <a:moveTo>
                  <a:pt x="1066800" y="38100"/>
                </a:moveTo>
                <a:lnTo>
                  <a:pt x="1095375" y="38100"/>
                </a:lnTo>
                <a:lnTo>
                  <a:pt x="1095375" y="47625"/>
                </a:lnTo>
                <a:lnTo>
                  <a:pt x="1066800" y="47625"/>
                </a:lnTo>
                <a:close/>
                <a:moveTo>
                  <a:pt x="1200150" y="38100"/>
                </a:moveTo>
                <a:lnTo>
                  <a:pt x="1209675" y="38100"/>
                </a:lnTo>
                <a:lnTo>
                  <a:pt x="1209675" y="57150"/>
                </a:lnTo>
                <a:lnTo>
                  <a:pt x="1200150" y="57150"/>
                </a:lnTo>
                <a:close/>
                <a:moveTo>
                  <a:pt x="257175" y="47625"/>
                </a:moveTo>
                <a:lnTo>
                  <a:pt x="276225" y="47625"/>
                </a:lnTo>
                <a:lnTo>
                  <a:pt x="276225" y="57150"/>
                </a:lnTo>
                <a:lnTo>
                  <a:pt x="257175" y="57150"/>
                </a:lnTo>
                <a:close/>
                <a:moveTo>
                  <a:pt x="504825" y="47625"/>
                </a:moveTo>
                <a:lnTo>
                  <a:pt x="523875" y="47625"/>
                </a:lnTo>
                <a:lnTo>
                  <a:pt x="523875" y="57150"/>
                </a:lnTo>
                <a:lnTo>
                  <a:pt x="514350" y="57150"/>
                </a:lnTo>
                <a:lnTo>
                  <a:pt x="514350" y="76200"/>
                </a:lnTo>
                <a:lnTo>
                  <a:pt x="504825" y="76200"/>
                </a:lnTo>
                <a:close/>
                <a:moveTo>
                  <a:pt x="1000125" y="47625"/>
                </a:moveTo>
                <a:lnTo>
                  <a:pt x="1019175" y="47625"/>
                </a:lnTo>
                <a:lnTo>
                  <a:pt x="1019175" y="57150"/>
                </a:lnTo>
                <a:lnTo>
                  <a:pt x="1000125" y="57150"/>
                </a:lnTo>
                <a:close/>
                <a:moveTo>
                  <a:pt x="1123950" y="47625"/>
                </a:moveTo>
                <a:lnTo>
                  <a:pt x="1133475" y="47625"/>
                </a:lnTo>
                <a:lnTo>
                  <a:pt x="1133475" y="57150"/>
                </a:lnTo>
                <a:lnTo>
                  <a:pt x="1123950" y="57150"/>
                </a:lnTo>
                <a:close/>
                <a:moveTo>
                  <a:pt x="219075" y="57150"/>
                </a:moveTo>
                <a:lnTo>
                  <a:pt x="228600" y="57150"/>
                </a:lnTo>
                <a:lnTo>
                  <a:pt x="228600" y="66675"/>
                </a:lnTo>
                <a:lnTo>
                  <a:pt x="219075" y="66675"/>
                </a:lnTo>
                <a:close/>
                <a:moveTo>
                  <a:pt x="762000" y="57150"/>
                </a:moveTo>
                <a:lnTo>
                  <a:pt x="771525" y="57150"/>
                </a:lnTo>
                <a:lnTo>
                  <a:pt x="771525" y="66675"/>
                </a:lnTo>
                <a:lnTo>
                  <a:pt x="762000" y="66675"/>
                </a:lnTo>
                <a:close/>
                <a:moveTo>
                  <a:pt x="781050" y="57150"/>
                </a:moveTo>
                <a:lnTo>
                  <a:pt x="790575" y="57150"/>
                </a:lnTo>
                <a:lnTo>
                  <a:pt x="790575" y="66675"/>
                </a:lnTo>
                <a:lnTo>
                  <a:pt x="781050" y="66675"/>
                </a:lnTo>
                <a:close/>
                <a:moveTo>
                  <a:pt x="1200150" y="66675"/>
                </a:moveTo>
                <a:lnTo>
                  <a:pt x="1209675" y="66675"/>
                </a:lnTo>
                <a:lnTo>
                  <a:pt x="1209675" y="76200"/>
                </a:lnTo>
                <a:lnTo>
                  <a:pt x="1200150" y="76200"/>
                </a:lnTo>
                <a:close/>
                <a:moveTo>
                  <a:pt x="142875" y="76200"/>
                </a:moveTo>
                <a:lnTo>
                  <a:pt x="152400" y="76200"/>
                </a:lnTo>
                <a:lnTo>
                  <a:pt x="152400" y="85725"/>
                </a:lnTo>
                <a:lnTo>
                  <a:pt x="142875" y="85725"/>
                </a:lnTo>
                <a:close/>
                <a:moveTo>
                  <a:pt x="152400" y="85725"/>
                </a:moveTo>
                <a:lnTo>
                  <a:pt x="180975" y="85725"/>
                </a:lnTo>
                <a:lnTo>
                  <a:pt x="180975" y="114300"/>
                </a:lnTo>
                <a:lnTo>
                  <a:pt x="171450" y="114300"/>
                </a:lnTo>
                <a:lnTo>
                  <a:pt x="171450" y="104775"/>
                </a:lnTo>
                <a:lnTo>
                  <a:pt x="161925" y="104775"/>
                </a:lnTo>
                <a:lnTo>
                  <a:pt x="161925" y="114300"/>
                </a:lnTo>
                <a:lnTo>
                  <a:pt x="152400" y="114300"/>
                </a:lnTo>
                <a:lnTo>
                  <a:pt x="152400" y="104775"/>
                </a:lnTo>
                <a:lnTo>
                  <a:pt x="142875" y="104775"/>
                </a:lnTo>
                <a:lnTo>
                  <a:pt x="142875" y="95250"/>
                </a:lnTo>
                <a:lnTo>
                  <a:pt x="152400" y="95250"/>
                </a:lnTo>
                <a:close/>
                <a:moveTo>
                  <a:pt x="581025" y="104775"/>
                </a:moveTo>
                <a:lnTo>
                  <a:pt x="600075" y="104775"/>
                </a:lnTo>
                <a:lnTo>
                  <a:pt x="600075" y="133350"/>
                </a:lnTo>
                <a:lnTo>
                  <a:pt x="590550" y="133350"/>
                </a:lnTo>
                <a:lnTo>
                  <a:pt x="590550" y="123825"/>
                </a:lnTo>
                <a:lnTo>
                  <a:pt x="581025" y="123825"/>
                </a:lnTo>
                <a:close/>
                <a:moveTo>
                  <a:pt x="762000" y="104775"/>
                </a:moveTo>
                <a:lnTo>
                  <a:pt x="771525" y="104775"/>
                </a:lnTo>
                <a:lnTo>
                  <a:pt x="771525" y="114300"/>
                </a:lnTo>
                <a:lnTo>
                  <a:pt x="762000" y="114300"/>
                </a:lnTo>
                <a:close/>
                <a:moveTo>
                  <a:pt x="171450" y="123825"/>
                </a:moveTo>
                <a:lnTo>
                  <a:pt x="180975" y="123825"/>
                </a:lnTo>
                <a:lnTo>
                  <a:pt x="180975" y="133350"/>
                </a:lnTo>
                <a:lnTo>
                  <a:pt x="171450" y="133350"/>
                </a:lnTo>
                <a:close/>
                <a:moveTo>
                  <a:pt x="161925" y="133350"/>
                </a:moveTo>
                <a:lnTo>
                  <a:pt x="171450" y="133350"/>
                </a:lnTo>
                <a:lnTo>
                  <a:pt x="171450" y="142875"/>
                </a:lnTo>
                <a:lnTo>
                  <a:pt x="161925" y="142875"/>
                </a:lnTo>
                <a:close/>
                <a:moveTo>
                  <a:pt x="47625" y="142875"/>
                </a:moveTo>
                <a:lnTo>
                  <a:pt x="57150" y="142875"/>
                </a:lnTo>
                <a:lnTo>
                  <a:pt x="57150" y="161925"/>
                </a:lnTo>
                <a:lnTo>
                  <a:pt x="47625" y="161925"/>
                </a:lnTo>
                <a:lnTo>
                  <a:pt x="47625" y="171450"/>
                </a:lnTo>
                <a:lnTo>
                  <a:pt x="38100" y="171450"/>
                </a:lnTo>
                <a:lnTo>
                  <a:pt x="38100" y="152400"/>
                </a:lnTo>
                <a:lnTo>
                  <a:pt x="47625" y="152400"/>
                </a:lnTo>
                <a:close/>
                <a:moveTo>
                  <a:pt x="0" y="171450"/>
                </a:moveTo>
                <a:lnTo>
                  <a:pt x="9525" y="171450"/>
                </a:lnTo>
                <a:lnTo>
                  <a:pt x="9525" y="180975"/>
                </a:lnTo>
                <a:lnTo>
                  <a:pt x="0" y="180975"/>
                </a:lnTo>
                <a:close/>
                <a:moveTo>
                  <a:pt x="142875" y="171450"/>
                </a:moveTo>
                <a:lnTo>
                  <a:pt x="171450" y="171450"/>
                </a:lnTo>
                <a:lnTo>
                  <a:pt x="171450" y="190500"/>
                </a:lnTo>
                <a:lnTo>
                  <a:pt x="161925" y="190500"/>
                </a:lnTo>
                <a:lnTo>
                  <a:pt x="161925" y="180975"/>
                </a:lnTo>
                <a:lnTo>
                  <a:pt x="142875" y="180975"/>
                </a:lnTo>
                <a:close/>
                <a:moveTo>
                  <a:pt x="9525" y="180975"/>
                </a:moveTo>
                <a:lnTo>
                  <a:pt x="19050" y="180975"/>
                </a:lnTo>
                <a:lnTo>
                  <a:pt x="19050" y="190500"/>
                </a:lnTo>
                <a:lnTo>
                  <a:pt x="9525" y="190500"/>
                </a:lnTo>
                <a:close/>
                <a:moveTo>
                  <a:pt x="123825" y="190500"/>
                </a:moveTo>
                <a:lnTo>
                  <a:pt x="133350" y="190500"/>
                </a:lnTo>
                <a:lnTo>
                  <a:pt x="133350" y="200025"/>
                </a:lnTo>
                <a:lnTo>
                  <a:pt x="123825" y="200025"/>
                </a:lnTo>
                <a:close/>
                <a:moveTo>
                  <a:pt x="161925" y="209550"/>
                </a:moveTo>
                <a:lnTo>
                  <a:pt x="171450" y="209550"/>
                </a:lnTo>
                <a:lnTo>
                  <a:pt x="171450" y="238125"/>
                </a:lnTo>
                <a:lnTo>
                  <a:pt x="161925" y="238125"/>
                </a:lnTo>
                <a:close/>
                <a:moveTo>
                  <a:pt x="676275" y="209550"/>
                </a:moveTo>
                <a:lnTo>
                  <a:pt x="685800" y="209550"/>
                </a:lnTo>
                <a:lnTo>
                  <a:pt x="685800" y="219075"/>
                </a:lnTo>
                <a:lnTo>
                  <a:pt x="676275" y="219075"/>
                </a:lnTo>
                <a:close/>
                <a:moveTo>
                  <a:pt x="142875" y="228600"/>
                </a:moveTo>
                <a:lnTo>
                  <a:pt x="152400" y="228600"/>
                </a:lnTo>
                <a:lnTo>
                  <a:pt x="152400" y="247650"/>
                </a:lnTo>
                <a:lnTo>
                  <a:pt x="161925" y="247650"/>
                </a:lnTo>
                <a:lnTo>
                  <a:pt x="161925" y="257175"/>
                </a:lnTo>
                <a:lnTo>
                  <a:pt x="123825" y="257175"/>
                </a:lnTo>
                <a:lnTo>
                  <a:pt x="123825" y="247650"/>
                </a:lnTo>
                <a:lnTo>
                  <a:pt x="133350" y="247650"/>
                </a:lnTo>
                <a:lnTo>
                  <a:pt x="133350" y="238125"/>
                </a:lnTo>
                <a:lnTo>
                  <a:pt x="142875" y="238125"/>
                </a:lnTo>
                <a:close/>
                <a:moveTo>
                  <a:pt x="9525" y="238125"/>
                </a:moveTo>
                <a:lnTo>
                  <a:pt x="19050" y="238125"/>
                </a:lnTo>
                <a:lnTo>
                  <a:pt x="19050" y="247650"/>
                </a:lnTo>
                <a:lnTo>
                  <a:pt x="9525" y="247650"/>
                </a:lnTo>
                <a:close/>
                <a:moveTo>
                  <a:pt x="800100" y="247650"/>
                </a:moveTo>
                <a:lnTo>
                  <a:pt x="819150" y="247650"/>
                </a:lnTo>
                <a:lnTo>
                  <a:pt x="819150" y="257175"/>
                </a:lnTo>
                <a:lnTo>
                  <a:pt x="800100" y="257175"/>
                </a:lnTo>
                <a:close/>
                <a:moveTo>
                  <a:pt x="95250" y="266700"/>
                </a:moveTo>
                <a:lnTo>
                  <a:pt x="104775" y="266700"/>
                </a:lnTo>
                <a:lnTo>
                  <a:pt x="104775" y="276225"/>
                </a:lnTo>
                <a:lnTo>
                  <a:pt x="95250" y="276225"/>
                </a:lnTo>
                <a:close/>
                <a:moveTo>
                  <a:pt x="28575" y="285750"/>
                </a:moveTo>
                <a:lnTo>
                  <a:pt x="38100" y="285750"/>
                </a:lnTo>
                <a:lnTo>
                  <a:pt x="38100" y="295275"/>
                </a:lnTo>
                <a:lnTo>
                  <a:pt x="28575" y="295275"/>
                </a:lnTo>
                <a:close/>
                <a:moveTo>
                  <a:pt x="85725" y="295275"/>
                </a:moveTo>
                <a:lnTo>
                  <a:pt x="95250" y="295275"/>
                </a:lnTo>
                <a:lnTo>
                  <a:pt x="95250" y="314325"/>
                </a:lnTo>
                <a:lnTo>
                  <a:pt x="85725" y="314325"/>
                </a:lnTo>
                <a:close/>
                <a:moveTo>
                  <a:pt x="38100" y="304800"/>
                </a:moveTo>
                <a:lnTo>
                  <a:pt x="47625" y="304800"/>
                </a:lnTo>
                <a:lnTo>
                  <a:pt x="47625" y="314325"/>
                </a:lnTo>
                <a:lnTo>
                  <a:pt x="38100" y="314325"/>
                </a:lnTo>
                <a:close/>
                <a:moveTo>
                  <a:pt x="171450" y="304800"/>
                </a:moveTo>
                <a:lnTo>
                  <a:pt x="180975" y="304800"/>
                </a:lnTo>
                <a:lnTo>
                  <a:pt x="180975" y="314325"/>
                </a:lnTo>
                <a:lnTo>
                  <a:pt x="171450" y="314325"/>
                </a:lnTo>
                <a:close/>
                <a:moveTo>
                  <a:pt x="104775" y="323850"/>
                </a:moveTo>
                <a:lnTo>
                  <a:pt x="114300" y="323850"/>
                </a:lnTo>
                <a:lnTo>
                  <a:pt x="114300" y="333375"/>
                </a:lnTo>
                <a:lnTo>
                  <a:pt x="104775" y="333375"/>
                </a:lnTo>
                <a:close/>
                <a:moveTo>
                  <a:pt x="28575" y="342900"/>
                </a:moveTo>
                <a:lnTo>
                  <a:pt x="38100" y="342900"/>
                </a:lnTo>
                <a:lnTo>
                  <a:pt x="38100" y="352425"/>
                </a:lnTo>
                <a:lnTo>
                  <a:pt x="47625" y="352425"/>
                </a:lnTo>
                <a:lnTo>
                  <a:pt x="47625" y="342900"/>
                </a:lnTo>
                <a:lnTo>
                  <a:pt x="57150" y="342900"/>
                </a:lnTo>
                <a:lnTo>
                  <a:pt x="57150" y="352425"/>
                </a:lnTo>
                <a:lnTo>
                  <a:pt x="47625" y="352425"/>
                </a:lnTo>
                <a:lnTo>
                  <a:pt x="47625" y="361950"/>
                </a:lnTo>
                <a:lnTo>
                  <a:pt x="28575" y="361950"/>
                </a:lnTo>
                <a:close/>
                <a:moveTo>
                  <a:pt x="123825" y="352425"/>
                </a:moveTo>
                <a:lnTo>
                  <a:pt x="142875" y="352425"/>
                </a:lnTo>
                <a:lnTo>
                  <a:pt x="142875" y="361950"/>
                </a:lnTo>
                <a:lnTo>
                  <a:pt x="123825" y="361950"/>
                </a:lnTo>
                <a:close/>
                <a:moveTo>
                  <a:pt x="85725" y="361950"/>
                </a:moveTo>
                <a:lnTo>
                  <a:pt x="95250" y="361950"/>
                </a:lnTo>
                <a:lnTo>
                  <a:pt x="95250" y="371475"/>
                </a:lnTo>
                <a:lnTo>
                  <a:pt x="104775" y="371475"/>
                </a:lnTo>
                <a:lnTo>
                  <a:pt x="104775" y="361950"/>
                </a:lnTo>
                <a:lnTo>
                  <a:pt x="123825" y="361950"/>
                </a:lnTo>
                <a:lnTo>
                  <a:pt x="123825" y="381000"/>
                </a:lnTo>
                <a:lnTo>
                  <a:pt x="114300" y="381000"/>
                </a:lnTo>
                <a:lnTo>
                  <a:pt x="114300" y="371475"/>
                </a:lnTo>
                <a:lnTo>
                  <a:pt x="104775" y="371475"/>
                </a:lnTo>
                <a:lnTo>
                  <a:pt x="104775" y="390525"/>
                </a:lnTo>
                <a:lnTo>
                  <a:pt x="95250" y="390525"/>
                </a:lnTo>
                <a:lnTo>
                  <a:pt x="95250" y="381000"/>
                </a:lnTo>
                <a:lnTo>
                  <a:pt x="85725" y="381000"/>
                </a:lnTo>
                <a:close/>
                <a:moveTo>
                  <a:pt x="1200150" y="371475"/>
                </a:moveTo>
                <a:lnTo>
                  <a:pt x="1209675" y="371475"/>
                </a:lnTo>
                <a:lnTo>
                  <a:pt x="1209675" y="390525"/>
                </a:lnTo>
                <a:lnTo>
                  <a:pt x="1200150" y="390525"/>
                </a:lnTo>
                <a:close/>
                <a:moveTo>
                  <a:pt x="1000125" y="381000"/>
                </a:moveTo>
                <a:lnTo>
                  <a:pt x="1019175" y="381000"/>
                </a:lnTo>
                <a:lnTo>
                  <a:pt x="1019175" y="390525"/>
                </a:lnTo>
                <a:lnTo>
                  <a:pt x="1000125" y="390525"/>
                </a:lnTo>
                <a:close/>
                <a:moveTo>
                  <a:pt x="1143000" y="390525"/>
                </a:moveTo>
                <a:lnTo>
                  <a:pt x="1162050" y="390525"/>
                </a:lnTo>
                <a:lnTo>
                  <a:pt x="1162050" y="400050"/>
                </a:lnTo>
                <a:lnTo>
                  <a:pt x="1171575" y="400050"/>
                </a:lnTo>
                <a:lnTo>
                  <a:pt x="1171575" y="409575"/>
                </a:lnTo>
                <a:lnTo>
                  <a:pt x="1152525" y="409575"/>
                </a:lnTo>
                <a:lnTo>
                  <a:pt x="1152525" y="400050"/>
                </a:lnTo>
                <a:lnTo>
                  <a:pt x="1143000" y="400050"/>
                </a:lnTo>
                <a:close/>
                <a:moveTo>
                  <a:pt x="9525" y="400050"/>
                </a:moveTo>
                <a:lnTo>
                  <a:pt x="38100" y="400050"/>
                </a:lnTo>
                <a:lnTo>
                  <a:pt x="38100" y="409575"/>
                </a:lnTo>
                <a:lnTo>
                  <a:pt x="9525" y="409575"/>
                </a:lnTo>
                <a:close/>
                <a:moveTo>
                  <a:pt x="85725" y="400050"/>
                </a:moveTo>
                <a:lnTo>
                  <a:pt x="95250" y="400050"/>
                </a:lnTo>
                <a:lnTo>
                  <a:pt x="95250" y="419100"/>
                </a:lnTo>
                <a:lnTo>
                  <a:pt x="85725" y="419100"/>
                </a:lnTo>
                <a:lnTo>
                  <a:pt x="85725" y="428625"/>
                </a:lnTo>
                <a:lnTo>
                  <a:pt x="76200" y="428625"/>
                </a:lnTo>
                <a:lnTo>
                  <a:pt x="76200" y="419100"/>
                </a:lnTo>
                <a:lnTo>
                  <a:pt x="66675" y="419100"/>
                </a:lnTo>
                <a:lnTo>
                  <a:pt x="66675" y="409575"/>
                </a:lnTo>
                <a:lnTo>
                  <a:pt x="85725" y="409575"/>
                </a:lnTo>
                <a:close/>
                <a:moveTo>
                  <a:pt x="0" y="419100"/>
                </a:moveTo>
                <a:lnTo>
                  <a:pt x="9525" y="419100"/>
                </a:lnTo>
                <a:lnTo>
                  <a:pt x="9525" y="428625"/>
                </a:lnTo>
                <a:lnTo>
                  <a:pt x="0" y="428625"/>
                </a:lnTo>
                <a:close/>
                <a:moveTo>
                  <a:pt x="28575" y="419100"/>
                </a:moveTo>
                <a:lnTo>
                  <a:pt x="38100" y="419100"/>
                </a:lnTo>
                <a:lnTo>
                  <a:pt x="38100" y="428625"/>
                </a:lnTo>
                <a:lnTo>
                  <a:pt x="28575" y="428625"/>
                </a:lnTo>
                <a:close/>
                <a:moveTo>
                  <a:pt x="1028700" y="419100"/>
                </a:moveTo>
                <a:lnTo>
                  <a:pt x="1038225" y="419100"/>
                </a:lnTo>
                <a:lnTo>
                  <a:pt x="1038225" y="428625"/>
                </a:lnTo>
                <a:lnTo>
                  <a:pt x="1028700" y="428625"/>
                </a:lnTo>
                <a:close/>
                <a:moveTo>
                  <a:pt x="76200" y="438150"/>
                </a:moveTo>
                <a:lnTo>
                  <a:pt x="85725" y="438150"/>
                </a:lnTo>
                <a:lnTo>
                  <a:pt x="85725" y="447675"/>
                </a:lnTo>
                <a:lnTo>
                  <a:pt x="76200" y="447675"/>
                </a:lnTo>
                <a:close/>
                <a:moveTo>
                  <a:pt x="1028700" y="438150"/>
                </a:moveTo>
                <a:lnTo>
                  <a:pt x="1038225" y="438150"/>
                </a:lnTo>
                <a:lnTo>
                  <a:pt x="1038225" y="447675"/>
                </a:lnTo>
                <a:lnTo>
                  <a:pt x="1028700" y="447675"/>
                </a:lnTo>
                <a:close/>
                <a:moveTo>
                  <a:pt x="1123950" y="438150"/>
                </a:moveTo>
                <a:lnTo>
                  <a:pt x="1133475" y="438150"/>
                </a:lnTo>
                <a:lnTo>
                  <a:pt x="1133475" y="447675"/>
                </a:lnTo>
                <a:lnTo>
                  <a:pt x="1123950" y="447675"/>
                </a:lnTo>
                <a:close/>
                <a:moveTo>
                  <a:pt x="85725" y="447675"/>
                </a:moveTo>
                <a:lnTo>
                  <a:pt x="95250" y="447675"/>
                </a:lnTo>
                <a:lnTo>
                  <a:pt x="95250" y="457200"/>
                </a:lnTo>
                <a:lnTo>
                  <a:pt x="85725" y="457200"/>
                </a:lnTo>
                <a:close/>
                <a:moveTo>
                  <a:pt x="104775" y="447675"/>
                </a:moveTo>
                <a:lnTo>
                  <a:pt x="114300" y="447675"/>
                </a:lnTo>
                <a:lnTo>
                  <a:pt x="114300" y="466725"/>
                </a:lnTo>
                <a:lnTo>
                  <a:pt x="104775" y="466725"/>
                </a:lnTo>
                <a:close/>
                <a:moveTo>
                  <a:pt x="1143000" y="447675"/>
                </a:moveTo>
                <a:lnTo>
                  <a:pt x="1152525" y="447675"/>
                </a:lnTo>
                <a:lnTo>
                  <a:pt x="1152525" y="457200"/>
                </a:lnTo>
                <a:lnTo>
                  <a:pt x="1143000" y="457200"/>
                </a:lnTo>
                <a:close/>
                <a:moveTo>
                  <a:pt x="28575" y="466725"/>
                </a:moveTo>
                <a:lnTo>
                  <a:pt x="38100" y="466725"/>
                </a:lnTo>
                <a:lnTo>
                  <a:pt x="38100" y="476250"/>
                </a:lnTo>
                <a:lnTo>
                  <a:pt x="47625" y="476250"/>
                </a:lnTo>
                <a:lnTo>
                  <a:pt x="47625" y="504825"/>
                </a:lnTo>
                <a:lnTo>
                  <a:pt x="38100" y="504825"/>
                </a:lnTo>
                <a:lnTo>
                  <a:pt x="38100" y="495300"/>
                </a:lnTo>
                <a:lnTo>
                  <a:pt x="28575" y="495300"/>
                </a:lnTo>
                <a:close/>
                <a:moveTo>
                  <a:pt x="1114425" y="476250"/>
                </a:moveTo>
                <a:lnTo>
                  <a:pt x="1123950" y="476250"/>
                </a:lnTo>
                <a:lnTo>
                  <a:pt x="1123950" y="485775"/>
                </a:lnTo>
                <a:lnTo>
                  <a:pt x="1114425" y="485775"/>
                </a:lnTo>
                <a:close/>
                <a:moveTo>
                  <a:pt x="9525" y="495300"/>
                </a:moveTo>
                <a:lnTo>
                  <a:pt x="19050" y="495300"/>
                </a:lnTo>
                <a:lnTo>
                  <a:pt x="19050" y="514350"/>
                </a:lnTo>
                <a:lnTo>
                  <a:pt x="9525" y="514350"/>
                </a:lnTo>
                <a:close/>
                <a:moveTo>
                  <a:pt x="95250" y="495300"/>
                </a:moveTo>
                <a:lnTo>
                  <a:pt x="104775" y="495300"/>
                </a:lnTo>
                <a:lnTo>
                  <a:pt x="104775" y="514350"/>
                </a:lnTo>
                <a:lnTo>
                  <a:pt x="85725" y="514350"/>
                </a:lnTo>
                <a:lnTo>
                  <a:pt x="85725" y="504825"/>
                </a:lnTo>
                <a:lnTo>
                  <a:pt x="95250" y="504825"/>
                </a:lnTo>
                <a:close/>
                <a:moveTo>
                  <a:pt x="1095375" y="504825"/>
                </a:moveTo>
                <a:lnTo>
                  <a:pt x="1104900" y="504825"/>
                </a:lnTo>
                <a:lnTo>
                  <a:pt x="1104900" y="523875"/>
                </a:lnTo>
                <a:lnTo>
                  <a:pt x="1095375" y="523875"/>
                </a:lnTo>
                <a:close/>
                <a:moveTo>
                  <a:pt x="76200" y="542925"/>
                </a:moveTo>
                <a:lnTo>
                  <a:pt x="85725" y="542925"/>
                </a:lnTo>
                <a:lnTo>
                  <a:pt x="85725" y="552450"/>
                </a:lnTo>
                <a:lnTo>
                  <a:pt x="76200" y="552450"/>
                </a:lnTo>
                <a:close/>
                <a:moveTo>
                  <a:pt x="142875" y="552450"/>
                </a:moveTo>
                <a:lnTo>
                  <a:pt x="152400" y="552450"/>
                </a:lnTo>
                <a:lnTo>
                  <a:pt x="152400" y="561975"/>
                </a:lnTo>
                <a:lnTo>
                  <a:pt x="142875" y="561975"/>
                </a:lnTo>
                <a:close/>
                <a:moveTo>
                  <a:pt x="1038225" y="552450"/>
                </a:moveTo>
                <a:lnTo>
                  <a:pt x="1047750" y="552450"/>
                </a:lnTo>
                <a:lnTo>
                  <a:pt x="1047750" y="561975"/>
                </a:lnTo>
                <a:lnTo>
                  <a:pt x="1038225" y="561975"/>
                </a:lnTo>
                <a:close/>
                <a:moveTo>
                  <a:pt x="66675" y="581025"/>
                </a:moveTo>
                <a:lnTo>
                  <a:pt x="76200" y="581025"/>
                </a:lnTo>
                <a:lnTo>
                  <a:pt x="76200" y="590550"/>
                </a:lnTo>
                <a:lnTo>
                  <a:pt x="66675" y="590550"/>
                </a:lnTo>
                <a:close/>
                <a:moveTo>
                  <a:pt x="9525" y="600075"/>
                </a:moveTo>
                <a:lnTo>
                  <a:pt x="19050" y="600075"/>
                </a:lnTo>
                <a:lnTo>
                  <a:pt x="19050" y="609600"/>
                </a:lnTo>
                <a:lnTo>
                  <a:pt x="9525" y="609600"/>
                </a:lnTo>
                <a:close/>
                <a:moveTo>
                  <a:pt x="542925" y="609600"/>
                </a:moveTo>
                <a:lnTo>
                  <a:pt x="552450" y="609600"/>
                </a:lnTo>
                <a:lnTo>
                  <a:pt x="552450" y="619125"/>
                </a:lnTo>
                <a:lnTo>
                  <a:pt x="542925" y="619125"/>
                </a:lnTo>
                <a:close/>
                <a:moveTo>
                  <a:pt x="590550" y="609600"/>
                </a:moveTo>
                <a:lnTo>
                  <a:pt x="619125" y="609600"/>
                </a:lnTo>
                <a:lnTo>
                  <a:pt x="619125" y="628650"/>
                </a:lnTo>
                <a:lnTo>
                  <a:pt x="647700" y="628650"/>
                </a:lnTo>
                <a:lnTo>
                  <a:pt x="647700" y="638175"/>
                </a:lnTo>
                <a:lnTo>
                  <a:pt x="628650" y="638175"/>
                </a:lnTo>
                <a:lnTo>
                  <a:pt x="628650" y="647700"/>
                </a:lnTo>
                <a:lnTo>
                  <a:pt x="619125" y="647700"/>
                </a:lnTo>
                <a:lnTo>
                  <a:pt x="619125" y="638175"/>
                </a:lnTo>
                <a:lnTo>
                  <a:pt x="609600" y="638175"/>
                </a:lnTo>
                <a:lnTo>
                  <a:pt x="609600" y="628650"/>
                </a:lnTo>
                <a:lnTo>
                  <a:pt x="600075" y="628650"/>
                </a:lnTo>
                <a:lnTo>
                  <a:pt x="600075" y="638175"/>
                </a:lnTo>
                <a:lnTo>
                  <a:pt x="590550" y="638175"/>
                </a:lnTo>
                <a:lnTo>
                  <a:pt x="590550" y="628650"/>
                </a:lnTo>
                <a:lnTo>
                  <a:pt x="581025" y="628650"/>
                </a:lnTo>
                <a:lnTo>
                  <a:pt x="581025" y="619125"/>
                </a:lnTo>
                <a:lnTo>
                  <a:pt x="590550" y="619125"/>
                </a:lnTo>
                <a:close/>
                <a:moveTo>
                  <a:pt x="676275" y="619125"/>
                </a:moveTo>
                <a:lnTo>
                  <a:pt x="685800" y="619125"/>
                </a:lnTo>
                <a:lnTo>
                  <a:pt x="685800" y="628650"/>
                </a:lnTo>
                <a:lnTo>
                  <a:pt x="676275" y="628650"/>
                </a:lnTo>
                <a:close/>
                <a:moveTo>
                  <a:pt x="657225" y="638175"/>
                </a:moveTo>
                <a:lnTo>
                  <a:pt x="666750" y="638175"/>
                </a:lnTo>
                <a:lnTo>
                  <a:pt x="666750" y="666750"/>
                </a:lnTo>
                <a:lnTo>
                  <a:pt x="657225" y="666750"/>
                </a:lnTo>
                <a:close/>
                <a:moveTo>
                  <a:pt x="571500" y="657225"/>
                </a:moveTo>
                <a:lnTo>
                  <a:pt x="590550" y="657225"/>
                </a:lnTo>
                <a:lnTo>
                  <a:pt x="590550" y="676275"/>
                </a:lnTo>
                <a:lnTo>
                  <a:pt x="581025" y="676275"/>
                </a:lnTo>
                <a:lnTo>
                  <a:pt x="581025" y="666750"/>
                </a:lnTo>
                <a:lnTo>
                  <a:pt x="571500" y="666750"/>
                </a:lnTo>
                <a:close/>
                <a:moveTo>
                  <a:pt x="123825" y="666750"/>
                </a:moveTo>
                <a:lnTo>
                  <a:pt x="133350" y="666750"/>
                </a:lnTo>
                <a:lnTo>
                  <a:pt x="133350" y="676275"/>
                </a:lnTo>
                <a:lnTo>
                  <a:pt x="123825" y="676275"/>
                </a:lnTo>
                <a:close/>
                <a:moveTo>
                  <a:pt x="476250" y="666750"/>
                </a:moveTo>
                <a:lnTo>
                  <a:pt x="485775" y="666750"/>
                </a:lnTo>
                <a:lnTo>
                  <a:pt x="485775" y="676275"/>
                </a:lnTo>
                <a:lnTo>
                  <a:pt x="476250" y="676275"/>
                </a:lnTo>
                <a:close/>
                <a:moveTo>
                  <a:pt x="523875" y="666750"/>
                </a:moveTo>
                <a:lnTo>
                  <a:pt x="542925" y="666750"/>
                </a:lnTo>
                <a:lnTo>
                  <a:pt x="542925" y="676275"/>
                </a:lnTo>
                <a:lnTo>
                  <a:pt x="523875" y="676275"/>
                </a:lnTo>
                <a:close/>
                <a:moveTo>
                  <a:pt x="666750" y="666750"/>
                </a:moveTo>
                <a:lnTo>
                  <a:pt x="685800" y="666750"/>
                </a:lnTo>
                <a:lnTo>
                  <a:pt x="685800" y="685800"/>
                </a:lnTo>
                <a:lnTo>
                  <a:pt x="676275" y="685800"/>
                </a:lnTo>
                <a:lnTo>
                  <a:pt x="676275" y="676275"/>
                </a:lnTo>
                <a:lnTo>
                  <a:pt x="666750" y="676275"/>
                </a:lnTo>
                <a:close/>
                <a:moveTo>
                  <a:pt x="514350" y="676275"/>
                </a:moveTo>
                <a:lnTo>
                  <a:pt x="523875" y="676275"/>
                </a:lnTo>
                <a:lnTo>
                  <a:pt x="523875" y="685800"/>
                </a:lnTo>
                <a:lnTo>
                  <a:pt x="514350" y="685800"/>
                </a:lnTo>
                <a:close/>
                <a:moveTo>
                  <a:pt x="466725" y="685800"/>
                </a:moveTo>
                <a:lnTo>
                  <a:pt x="485775" y="685800"/>
                </a:lnTo>
                <a:lnTo>
                  <a:pt x="485775" y="695325"/>
                </a:lnTo>
                <a:lnTo>
                  <a:pt x="466725" y="695325"/>
                </a:lnTo>
                <a:close/>
                <a:moveTo>
                  <a:pt x="1057275" y="685800"/>
                </a:moveTo>
                <a:lnTo>
                  <a:pt x="1066800" y="685800"/>
                </a:lnTo>
                <a:lnTo>
                  <a:pt x="1066800" y="695325"/>
                </a:lnTo>
                <a:lnTo>
                  <a:pt x="1057275" y="695325"/>
                </a:lnTo>
                <a:close/>
                <a:moveTo>
                  <a:pt x="66675" y="704850"/>
                </a:moveTo>
                <a:lnTo>
                  <a:pt x="76200" y="704850"/>
                </a:lnTo>
                <a:lnTo>
                  <a:pt x="76200" y="714375"/>
                </a:lnTo>
                <a:lnTo>
                  <a:pt x="66675" y="714375"/>
                </a:lnTo>
                <a:close/>
                <a:moveTo>
                  <a:pt x="571500" y="704850"/>
                </a:moveTo>
                <a:lnTo>
                  <a:pt x="590550" y="704850"/>
                </a:lnTo>
                <a:lnTo>
                  <a:pt x="590550" y="714375"/>
                </a:lnTo>
                <a:lnTo>
                  <a:pt x="619125" y="714375"/>
                </a:lnTo>
                <a:lnTo>
                  <a:pt x="619125" y="733425"/>
                </a:lnTo>
                <a:lnTo>
                  <a:pt x="600075" y="733425"/>
                </a:lnTo>
                <a:lnTo>
                  <a:pt x="600075" y="723900"/>
                </a:lnTo>
                <a:lnTo>
                  <a:pt x="581025" y="723900"/>
                </a:lnTo>
                <a:lnTo>
                  <a:pt x="581025" y="714375"/>
                </a:lnTo>
                <a:lnTo>
                  <a:pt x="571500" y="714375"/>
                </a:lnTo>
                <a:close/>
                <a:moveTo>
                  <a:pt x="161925" y="714375"/>
                </a:moveTo>
                <a:lnTo>
                  <a:pt x="171450" y="714375"/>
                </a:lnTo>
                <a:lnTo>
                  <a:pt x="171450" y="723900"/>
                </a:lnTo>
                <a:lnTo>
                  <a:pt x="161925" y="723900"/>
                </a:lnTo>
                <a:close/>
                <a:moveTo>
                  <a:pt x="438150" y="714375"/>
                </a:moveTo>
                <a:lnTo>
                  <a:pt x="447675" y="714375"/>
                </a:lnTo>
                <a:lnTo>
                  <a:pt x="447675" y="723900"/>
                </a:lnTo>
                <a:lnTo>
                  <a:pt x="466725" y="723900"/>
                </a:lnTo>
                <a:lnTo>
                  <a:pt x="466725" y="733425"/>
                </a:lnTo>
                <a:lnTo>
                  <a:pt x="438150" y="733425"/>
                </a:lnTo>
                <a:close/>
                <a:moveTo>
                  <a:pt x="495300" y="714375"/>
                </a:moveTo>
                <a:lnTo>
                  <a:pt x="514350" y="714375"/>
                </a:lnTo>
                <a:lnTo>
                  <a:pt x="514350" y="723900"/>
                </a:lnTo>
                <a:lnTo>
                  <a:pt x="495300" y="723900"/>
                </a:lnTo>
                <a:close/>
                <a:moveTo>
                  <a:pt x="76200" y="723900"/>
                </a:moveTo>
                <a:lnTo>
                  <a:pt x="85725" y="723900"/>
                </a:lnTo>
                <a:lnTo>
                  <a:pt x="85725" y="733425"/>
                </a:lnTo>
                <a:lnTo>
                  <a:pt x="76200" y="733425"/>
                </a:lnTo>
                <a:close/>
                <a:moveTo>
                  <a:pt x="190500" y="723900"/>
                </a:moveTo>
                <a:lnTo>
                  <a:pt x="200025" y="723900"/>
                </a:lnTo>
                <a:lnTo>
                  <a:pt x="200025" y="733425"/>
                </a:lnTo>
                <a:lnTo>
                  <a:pt x="190500" y="733425"/>
                </a:lnTo>
                <a:close/>
                <a:moveTo>
                  <a:pt x="209550" y="723900"/>
                </a:moveTo>
                <a:lnTo>
                  <a:pt x="219075" y="723900"/>
                </a:lnTo>
                <a:lnTo>
                  <a:pt x="219075" y="733425"/>
                </a:lnTo>
                <a:lnTo>
                  <a:pt x="209550" y="733425"/>
                </a:lnTo>
                <a:close/>
                <a:moveTo>
                  <a:pt x="323850" y="723900"/>
                </a:moveTo>
                <a:lnTo>
                  <a:pt x="333375" y="723900"/>
                </a:lnTo>
                <a:lnTo>
                  <a:pt x="333375" y="733425"/>
                </a:lnTo>
                <a:lnTo>
                  <a:pt x="323850" y="733425"/>
                </a:lnTo>
                <a:close/>
                <a:moveTo>
                  <a:pt x="638175" y="723900"/>
                </a:moveTo>
                <a:lnTo>
                  <a:pt x="647700" y="723900"/>
                </a:lnTo>
                <a:lnTo>
                  <a:pt x="647700" y="742950"/>
                </a:lnTo>
                <a:lnTo>
                  <a:pt x="638175" y="742950"/>
                </a:lnTo>
                <a:close/>
                <a:moveTo>
                  <a:pt x="1114425" y="723900"/>
                </a:moveTo>
                <a:lnTo>
                  <a:pt x="1123950" y="723900"/>
                </a:lnTo>
                <a:lnTo>
                  <a:pt x="1123950" y="733425"/>
                </a:lnTo>
                <a:lnTo>
                  <a:pt x="1114425" y="733425"/>
                </a:lnTo>
                <a:close/>
                <a:moveTo>
                  <a:pt x="228600" y="733425"/>
                </a:moveTo>
                <a:lnTo>
                  <a:pt x="247650" y="733425"/>
                </a:lnTo>
                <a:lnTo>
                  <a:pt x="247650" y="752475"/>
                </a:lnTo>
                <a:lnTo>
                  <a:pt x="228600" y="752475"/>
                </a:lnTo>
                <a:close/>
                <a:moveTo>
                  <a:pt x="619125" y="733425"/>
                </a:moveTo>
                <a:lnTo>
                  <a:pt x="628650" y="733425"/>
                </a:lnTo>
                <a:lnTo>
                  <a:pt x="628650" y="742950"/>
                </a:lnTo>
                <a:lnTo>
                  <a:pt x="619125" y="742950"/>
                </a:lnTo>
                <a:close/>
                <a:moveTo>
                  <a:pt x="1104900" y="733425"/>
                </a:moveTo>
                <a:lnTo>
                  <a:pt x="1114425" y="733425"/>
                </a:lnTo>
                <a:lnTo>
                  <a:pt x="1114425" y="742950"/>
                </a:lnTo>
                <a:lnTo>
                  <a:pt x="1104900" y="742950"/>
                </a:lnTo>
                <a:close/>
                <a:moveTo>
                  <a:pt x="838200" y="742950"/>
                </a:moveTo>
                <a:lnTo>
                  <a:pt x="847725" y="742950"/>
                </a:lnTo>
                <a:lnTo>
                  <a:pt x="847725" y="752475"/>
                </a:lnTo>
                <a:lnTo>
                  <a:pt x="838200" y="752475"/>
                </a:lnTo>
                <a:close/>
                <a:moveTo>
                  <a:pt x="885825" y="742950"/>
                </a:moveTo>
                <a:lnTo>
                  <a:pt x="895350" y="742950"/>
                </a:lnTo>
                <a:lnTo>
                  <a:pt x="895350" y="752475"/>
                </a:lnTo>
                <a:lnTo>
                  <a:pt x="885825" y="752475"/>
                </a:lnTo>
                <a:close/>
                <a:moveTo>
                  <a:pt x="152400" y="752475"/>
                </a:moveTo>
                <a:lnTo>
                  <a:pt x="161925" y="752475"/>
                </a:lnTo>
                <a:lnTo>
                  <a:pt x="161925" y="762000"/>
                </a:lnTo>
                <a:lnTo>
                  <a:pt x="152400" y="762000"/>
                </a:lnTo>
                <a:close/>
                <a:moveTo>
                  <a:pt x="552450" y="752475"/>
                </a:moveTo>
                <a:lnTo>
                  <a:pt x="561975" y="752475"/>
                </a:lnTo>
                <a:lnTo>
                  <a:pt x="561975" y="771525"/>
                </a:lnTo>
                <a:lnTo>
                  <a:pt x="552450" y="771525"/>
                </a:lnTo>
                <a:close/>
                <a:moveTo>
                  <a:pt x="847725" y="752475"/>
                </a:moveTo>
                <a:lnTo>
                  <a:pt x="857250" y="752475"/>
                </a:lnTo>
                <a:lnTo>
                  <a:pt x="857250" y="762000"/>
                </a:lnTo>
                <a:lnTo>
                  <a:pt x="847725" y="762000"/>
                </a:lnTo>
                <a:close/>
                <a:moveTo>
                  <a:pt x="895350" y="752475"/>
                </a:moveTo>
                <a:lnTo>
                  <a:pt x="914400" y="752475"/>
                </a:lnTo>
                <a:lnTo>
                  <a:pt x="914400" y="762000"/>
                </a:lnTo>
                <a:lnTo>
                  <a:pt x="895350" y="762000"/>
                </a:lnTo>
                <a:close/>
                <a:moveTo>
                  <a:pt x="438150" y="762000"/>
                </a:moveTo>
                <a:lnTo>
                  <a:pt x="457200" y="762000"/>
                </a:lnTo>
                <a:lnTo>
                  <a:pt x="457200" y="781050"/>
                </a:lnTo>
                <a:lnTo>
                  <a:pt x="447675" y="781050"/>
                </a:lnTo>
                <a:lnTo>
                  <a:pt x="447675" y="790575"/>
                </a:lnTo>
                <a:lnTo>
                  <a:pt x="428625" y="790575"/>
                </a:lnTo>
                <a:lnTo>
                  <a:pt x="428625" y="781050"/>
                </a:lnTo>
                <a:lnTo>
                  <a:pt x="438150" y="781050"/>
                </a:lnTo>
                <a:close/>
                <a:moveTo>
                  <a:pt x="495300" y="762000"/>
                </a:moveTo>
                <a:lnTo>
                  <a:pt x="504825" y="762000"/>
                </a:lnTo>
                <a:lnTo>
                  <a:pt x="504825" y="781050"/>
                </a:lnTo>
                <a:lnTo>
                  <a:pt x="495300" y="781050"/>
                </a:lnTo>
                <a:close/>
                <a:moveTo>
                  <a:pt x="581025" y="762000"/>
                </a:moveTo>
                <a:lnTo>
                  <a:pt x="590550" y="762000"/>
                </a:lnTo>
                <a:lnTo>
                  <a:pt x="590550" y="790575"/>
                </a:lnTo>
                <a:lnTo>
                  <a:pt x="581025" y="790575"/>
                </a:lnTo>
                <a:close/>
                <a:moveTo>
                  <a:pt x="781050" y="762000"/>
                </a:moveTo>
                <a:lnTo>
                  <a:pt x="790575" y="762000"/>
                </a:lnTo>
                <a:lnTo>
                  <a:pt x="790575" y="781050"/>
                </a:lnTo>
                <a:lnTo>
                  <a:pt x="781050" y="781050"/>
                </a:lnTo>
                <a:close/>
                <a:moveTo>
                  <a:pt x="876300" y="762000"/>
                </a:moveTo>
                <a:lnTo>
                  <a:pt x="885825" y="762000"/>
                </a:lnTo>
                <a:lnTo>
                  <a:pt x="885825" y="771525"/>
                </a:lnTo>
                <a:lnTo>
                  <a:pt x="876300" y="771525"/>
                </a:lnTo>
                <a:close/>
                <a:moveTo>
                  <a:pt x="1085850" y="771525"/>
                </a:moveTo>
                <a:lnTo>
                  <a:pt x="1095375" y="771525"/>
                </a:lnTo>
                <a:lnTo>
                  <a:pt x="1095375" y="781050"/>
                </a:lnTo>
                <a:lnTo>
                  <a:pt x="1085850" y="781050"/>
                </a:lnTo>
                <a:close/>
                <a:moveTo>
                  <a:pt x="123825" y="781050"/>
                </a:moveTo>
                <a:lnTo>
                  <a:pt x="133350" y="781050"/>
                </a:lnTo>
                <a:lnTo>
                  <a:pt x="133350" y="790575"/>
                </a:lnTo>
                <a:lnTo>
                  <a:pt x="123825" y="790575"/>
                </a:lnTo>
                <a:close/>
                <a:moveTo>
                  <a:pt x="504825" y="781050"/>
                </a:moveTo>
                <a:lnTo>
                  <a:pt x="514350" y="781050"/>
                </a:lnTo>
                <a:lnTo>
                  <a:pt x="514350" y="790575"/>
                </a:lnTo>
                <a:lnTo>
                  <a:pt x="504825" y="790575"/>
                </a:lnTo>
                <a:close/>
                <a:moveTo>
                  <a:pt x="838200" y="781050"/>
                </a:moveTo>
                <a:lnTo>
                  <a:pt x="847725" y="781050"/>
                </a:lnTo>
                <a:lnTo>
                  <a:pt x="847725" y="790575"/>
                </a:lnTo>
                <a:lnTo>
                  <a:pt x="838200" y="790575"/>
                </a:lnTo>
                <a:close/>
                <a:moveTo>
                  <a:pt x="857250" y="781050"/>
                </a:moveTo>
                <a:lnTo>
                  <a:pt x="866775" y="781050"/>
                </a:lnTo>
                <a:lnTo>
                  <a:pt x="866775" y="790575"/>
                </a:lnTo>
                <a:lnTo>
                  <a:pt x="857250" y="790575"/>
                </a:lnTo>
                <a:close/>
                <a:moveTo>
                  <a:pt x="161925" y="790575"/>
                </a:moveTo>
                <a:lnTo>
                  <a:pt x="190500" y="790575"/>
                </a:lnTo>
                <a:lnTo>
                  <a:pt x="190500" y="809625"/>
                </a:lnTo>
                <a:lnTo>
                  <a:pt x="180975" y="809625"/>
                </a:lnTo>
                <a:lnTo>
                  <a:pt x="180975" y="800100"/>
                </a:lnTo>
                <a:lnTo>
                  <a:pt x="161925" y="800100"/>
                </a:lnTo>
                <a:close/>
                <a:moveTo>
                  <a:pt x="619125" y="790575"/>
                </a:moveTo>
                <a:lnTo>
                  <a:pt x="628650" y="790575"/>
                </a:lnTo>
                <a:lnTo>
                  <a:pt x="628650" y="800100"/>
                </a:lnTo>
                <a:lnTo>
                  <a:pt x="619125" y="800100"/>
                </a:lnTo>
                <a:close/>
                <a:moveTo>
                  <a:pt x="666750" y="790575"/>
                </a:moveTo>
                <a:lnTo>
                  <a:pt x="676275" y="790575"/>
                </a:lnTo>
                <a:lnTo>
                  <a:pt x="676275" y="800100"/>
                </a:lnTo>
                <a:lnTo>
                  <a:pt x="685800" y="800100"/>
                </a:lnTo>
                <a:lnTo>
                  <a:pt x="685800" y="809625"/>
                </a:lnTo>
                <a:lnTo>
                  <a:pt x="666750" y="809625"/>
                </a:lnTo>
                <a:close/>
                <a:moveTo>
                  <a:pt x="714375" y="790575"/>
                </a:moveTo>
                <a:lnTo>
                  <a:pt x="733425" y="790575"/>
                </a:lnTo>
                <a:lnTo>
                  <a:pt x="733425" y="800100"/>
                </a:lnTo>
                <a:lnTo>
                  <a:pt x="742950" y="800100"/>
                </a:lnTo>
                <a:lnTo>
                  <a:pt x="742950" y="809625"/>
                </a:lnTo>
                <a:lnTo>
                  <a:pt x="714375" y="809625"/>
                </a:lnTo>
                <a:close/>
                <a:moveTo>
                  <a:pt x="942975" y="790575"/>
                </a:moveTo>
                <a:lnTo>
                  <a:pt x="952500" y="790575"/>
                </a:lnTo>
                <a:lnTo>
                  <a:pt x="952500" y="800100"/>
                </a:lnTo>
                <a:lnTo>
                  <a:pt x="942975" y="800100"/>
                </a:lnTo>
                <a:close/>
                <a:moveTo>
                  <a:pt x="1009650" y="790575"/>
                </a:moveTo>
                <a:lnTo>
                  <a:pt x="1019175" y="790575"/>
                </a:lnTo>
                <a:lnTo>
                  <a:pt x="1019175" y="800100"/>
                </a:lnTo>
                <a:lnTo>
                  <a:pt x="1038225" y="800100"/>
                </a:lnTo>
                <a:lnTo>
                  <a:pt x="1038225" y="809625"/>
                </a:lnTo>
                <a:lnTo>
                  <a:pt x="1009650" y="809625"/>
                </a:lnTo>
                <a:close/>
                <a:moveTo>
                  <a:pt x="1066800" y="790575"/>
                </a:moveTo>
                <a:lnTo>
                  <a:pt x="1076325" y="790575"/>
                </a:lnTo>
                <a:lnTo>
                  <a:pt x="1076325" y="809625"/>
                </a:lnTo>
                <a:lnTo>
                  <a:pt x="1066800" y="809625"/>
                </a:lnTo>
                <a:close/>
                <a:moveTo>
                  <a:pt x="114300" y="800100"/>
                </a:moveTo>
                <a:lnTo>
                  <a:pt x="123825" y="800100"/>
                </a:lnTo>
                <a:lnTo>
                  <a:pt x="123825" y="809625"/>
                </a:lnTo>
                <a:lnTo>
                  <a:pt x="114300" y="809625"/>
                </a:lnTo>
                <a:close/>
                <a:moveTo>
                  <a:pt x="285750" y="800100"/>
                </a:moveTo>
                <a:lnTo>
                  <a:pt x="314325" y="800100"/>
                </a:lnTo>
                <a:lnTo>
                  <a:pt x="314325" y="809625"/>
                </a:lnTo>
                <a:lnTo>
                  <a:pt x="285750" y="809625"/>
                </a:lnTo>
                <a:close/>
                <a:moveTo>
                  <a:pt x="419100" y="800100"/>
                </a:moveTo>
                <a:lnTo>
                  <a:pt x="428625" y="800100"/>
                </a:lnTo>
                <a:lnTo>
                  <a:pt x="428625" y="809625"/>
                </a:lnTo>
                <a:lnTo>
                  <a:pt x="419100" y="809625"/>
                </a:lnTo>
                <a:close/>
                <a:moveTo>
                  <a:pt x="571500" y="800100"/>
                </a:moveTo>
                <a:lnTo>
                  <a:pt x="581025" y="800100"/>
                </a:lnTo>
                <a:lnTo>
                  <a:pt x="581025" y="809625"/>
                </a:lnTo>
                <a:lnTo>
                  <a:pt x="571500" y="809625"/>
                </a:lnTo>
                <a:close/>
                <a:moveTo>
                  <a:pt x="895350" y="800100"/>
                </a:moveTo>
                <a:lnTo>
                  <a:pt x="904875" y="800100"/>
                </a:lnTo>
                <a:lnTo>
                  <a:pt x="904875" y="809625"/>
                </a:lnTo>
                <a:lnTo>
                  <a:pt x="895350" y="809625"/>
                </a:lnTo>
                <a:close/>
              </a:path>
            </a:pathLst>
          </a:custGeom>
          <a:solidFill xmlns:a="http://schemas.openxmlformats.org/drawingml/2006/main">
            <a:srgbClr val="F8F8F4"/>
          </a:solidFill>
          <a:ln xmlns:a="http://schemas.openxmlformats.org/drawingml/2006/main" w="0">
            <a:noFill/>
          </a:ln>
        </p:spPr>
      </p:sp>
      <p:sp>
        <p:nvSpPr>
          <p:cNvPr id="23" name="v00 vector #f8f8f3">
            <a:extLst xmlns:a="http://schemas.openxmlformats.org/drawingml/2006/main">
              <a:ext uri="{FF2B5EF4-FFF2-40B4-BE49-F238E27FC236}">
                <a16:creationId xmlns:a16="http://schemas.microsoft.com/office/drawing/2014/main" id="{43FBB809-17E7-491C-B4C2-48ABB87091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5350" y="2362200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0" y="0"/>
                </a:moveTo>
                <a:lnTo>
                  <a:pt x="9525" y="0"/>
                </a:lnTo>
                <a:lnTo>
                  <a:pt x="9525" y="9525"/>
                </a:lnTo>
                <a:lnTo>
                  <a:pt x="0" y="9525"/>
                </a:lnTo>
                <a:close/>
                <a:moveTo>
                  <a:pt x="190500" y="0"/>
                </a:moveTo>
                <a:lnTo>
                  <a:pt x="219075" y="0"/>
                </a:lnTo>
                <a:lnTo>
                  <a:pt x="219075" y="9525"/>
                </a:lnTo>
                <a:lnTo>
                  <a:pt x="228600" y="9525"/>
                </a:lnTo>
                <a:lnTo>
                  <a:pt x="228600" y="19050"/>
                </a:lnTo>
                <a:lnTo>
                  <a:pt x="238125" y="19050"/>
                </a:lnTo>
                <a:lnTo>
                  <a:pt x="238125" y="38100"/>
                </a:lnTo>
                <a:lnTo>
                  <a:pt x="219075" y="38100"/>
                </a:lnTo>
                <a:lnTo>
                  <a:pt x="219075" y="19050"/>
                </a:lnTo>
                <a:lnTo>
                  <a:pt x="209550" y="19050"/>
                </a:lnTo>
                <a:lnTo>
                  <a:pt x="209550" y="9525"/>
                </a:lnTo>
                <a:lnTo>
                  <a:pt x="190500" y="9525"/>
                </a:lnTo>
                <a:close/>
                <a:moveTo>
                  <a:pt x="409575" y="0"/>
                </a:moveTo>
                <a:lnTo>
                  <a:pt x="447675" y="0"/>
                </a:lnTo>
                <a:lnTo>
                  <a:pt x="447675" y="9525"/>
                </a:lnTo>
                <a:lnTo>
                  <a:pt x="457200" y="9525"/>
                </a:lnTo>
                <a:lnTo>
                  <a:pt x="457200" y="19050"/>
                </a:lnTo>
                <a:lnTo>
                  <a:pt x="438150" y="19050"/>
                </a:lnTo>
                <a:lnTo>
                  <a:pt x="438150" y="9525"/>
                </a:lnTo>
                <a:lnTo>
                  <a:pt x="409575" y="9525"/>
                </a:lnTo>
                <a:close/>
                <a:moveTo>
                  <a:pt x="895350" y="0"/>
                </a:moveTo>
                <a:lnTo>
                  <a:pt x="904875" y="0"/>
                </a:lnTo>
                <a:lnTo>
                  <a:pt x="904875" y="28575"/>
                </a:lnTo>
                <a:lnTo>
                  <a:pt x="885825" y="28575"/>
                </a:lnTo>
                <a:lnTo>
                  <a:pt x="885825" y="9525"/>
                </a:lnTo>
                <a:lnTo>
                  <a:pt x="895350" y="9525"/>
                </a:lnTo>
                <a:close/>
                <a:moveTo>
                  <a:pt x="1133475" y="0"/>
                </a:moveTo>
                <a:lnTo>
                  <a:pt x="1143000" y="0"/>
                </a:lnTo>
                <a:lnTo>
                  <a:pt x="1143000" y="28575"/>
                </a:lnTo>
                <a:lnTo>
                  <a:pt x="1133475" y="28575"/>
                </a:lnTo>
                <a:lnTo>
                  <a:pt x="1133475" y="19050"/>
                </a:lnTo>
                <a:lnTo>
                  <a:pt x="1114425" y="19050"/>
                </a:lnTo>
                <a:lnTo>
                  <a:pt x="1114425" y="9525"/>
                </a:lnTo>
                <a:lnTo>
                  <a:pt x="1133475" y="9525"/>
                </a:lnTo>
                <a:close/>
                <a:moveTo>
                  <a:pt x="1190625" y="0"/>
                </a:moveTo>
                <a:lnTo>
                  <a:pt x="1200150" y="0"/>
                </a:lnTo>
                <a:lnTo>
                  <a:pt x="1200150" y="9525"/>
                </a:lnTo>
                <a:lnTo>
                  <a:pt x="1190625" y="9525"/>
                </a:lnTo>
                <a:close/>
                <a:moveTo>
                  <a:pt x="104775" y="9525"/>
                </a:moveTo>
                <a:lnTo>
                  <a:pt x="133350" y="9525"/>
                </a:lnTo>
                <a:lnTo>
                  <a:pt x="133350" y="19050"/>
                </a:lnTo>
                <a:lnTo>
                  <a:pt x="123825" y="19050"/>
                </a:lnTo>
                <a:lnTo>
                  <a:pt x="123825" y="28575"/>
                </a:lnTo>
                <a:lnTo>
                  <a:pt x="104775" y="28575"/>
                </a:lnTo>
                <a:close/>
                <a:moveTo>
                  <a:pt x="142875" y="9525"/>
                </a:moveTo>
                <a:lnTo>
                  <a:pt x="161925" y="9525"/>
                </a:lnTo>
                <a:lnTo>
                  <a:pt x="161925" y="19050"/>
                </a:lnTo>
                <a:lnTo>
                  <a:pt x="142875" y="19050"/>
                </a:lnTo>
                <a:close/>
                <a:moveTo>
                  <a:pt x="371475" y="9525"/>
                </a:moveTo>
                <a:lnTo>
                  <a:pt x="381000" y="9525"/>
                </a:lnTo>
                <a:lnTo>
                  <a:pt x="381000" y="19050"/>
                </a:lnTo>
                <a:lnTo>
                  <a:pt x="371475" y="19050"/>
                </a:lnTo>
                <a:close/>
                <a:moveTo>
                  <a:pt x="390525" y="9525"/>
                </a:moveTo>
                <a:lnTo>
                  <a:pt x="409575" y="9525"/>
                </a:lnTo>
                <a:lnTo>
                  <a:pt x="409575" y="19050"/>
                </a:lnTo>
                <a:lnTo>
                  <a:pt x="390525" y="19050"/>
                </a:lnTo>
                <a:close/>
                <a:moveTo>
                  <a:pt x="581025" y="9525"/>
                </a:moveTo>
                <a:lnTo>
                  <a:pt x="600075" y="9525"/>
                </a:lnTo>
                <a:lnTo>
                  <a:pt x="600075" y="19050"/>
                </a:lnTo>
                <a:lnTo>
                  <a:pt x="628650" y="19050"/>
                </a:lnTo>
                <a:lnTo>
                  <a:pt x="628650" y="38100"/>
                </a:lnTo>
                <a:lnTo>
                  <a:pt x="638175" y="38100"/>
                </a:lnTo>
                <a:lnTo>
                  <a:pt x="638175" y="9525"/>
                </a:lnTo>
                <a:lnTo>
                  <a:pt x="647700" y="9525"/>
                </a:lnTo>
                <a:lnTo>
                  <a:pt x="647700" y="28575"/>
                </a:lnTo>
                <a:lnTo>
                  <a:pt x="657225" y="28575"/>
                </a:lnTo>
                <a:lnTo>
                  <a:pt x="657225" y="38100"/>
                </a:lnTo>
                <a:lnTo>
                  <a:pt x="638175" y="38100"/>
                </a:lnTo>
                <a:lnTo>
                  <a:pt x="638175" y="47625"/>
                </a:lnTo>
                <a:lnTo>
                  <a:pt x="600075" y="47625"/>
                </a:lnTo>
                <a:lnTo>
                  <a:pt x="600075" y="28575"/>
                </a:lnTo>
                <a:lnTo>
                  <a:pt x="590550" y="28575"/>
                </a:lnTo>
                <a:lnTo>
                  <a:pt x="590550" y="19050"/>
                </a:lnTo>
                <a:lnTo>
                  <a:pt x="581025" y="19050"/>
                </a:lnTo>
                <a:close/>
                <a:moveTo>
                  <a:pt x="771525" y="9525"/>
                </a:moveTo>
                <a:lnTo>
                  <a:pt x="781050" y="9525"/>
                </a:lnTo>
                <a:lnTo>
                  <a:pt x="781050" y="28575"/>
                </a:lnTo>
                <a:lnTo>
                  <a:pt x="771525" y="28575"/>
                </a:lnTo>
                <a:close/>
                <a:moveTo>
                  <a:pt x="1152525" y="9525"/>
                </a:moveTo>
                <a:lnTo>
                  <a:pt x="1162050" y="9525"/>
                </a:lnTo>
                <a:lnTo>
                  <a:pt x="1162050" y="19050"/>
                </a:lnTo>
                <a:lnTo>
                  <a:pt x="1152525" y="19050"/>
                </a:lnTo>
                <a:close/>
                <a:moveTo>
                  <a:pt x="9525" y="19050"/>
                </a:moveTo>
                <a:lnTo>
                  <a:pt x="28575" y="19050"/>
                </a:lnTo>
                <a:lnTo>
                  <a:pt x="28575" y="28575"/>
                </a:lnTo>
                <a:lnTo>
                  <a:pt x="38100" y="28575"/>
                </a:lnTo>
                <a:lnTo>
                  <a:pt x="38100" y="38100"/>
                </a:lnTo>
                <a:lnTo>
                  <a:pt x="57150" y="38100"/>
                </a:lnTo>
                <a:lnTo>
                  <a:pt x="57150" y="47625"/>
                </a:lnTo>
                <a:lnTo>
                  <a:pt x="38100" y="47625"/>
                </a:lnTo>
                <a:lnTo>
                  <a:pt x="38100" y="57150"/>
                </a:lnTo>
                <a:lnTo>
                  <a:pt x="28575" y="57150"/>
                </a:lnTo>
                <a:lnTo>
                  <a:pt x="28575" y="47625"/>
                </a:lnTo>
                <a:lnTo>
                  <a:pt x="0" y="47625"/>
                </a:lnTo>
                <a:lnTo>
                  <a:pt x="0" y="38100"/>
                </a:lnTo>
                <a:lnTo>
                  <a:pt x="9525" y="38100"/>
                </a:lnTo>
                <a:close/>
                <a:moveTo>
                  <a:pt x="133350" y="19050"/>
                </a:moveTo>
                <a:lnTo>
                  <a:pt x="142875" y="19050"/>
                </a:lnTo>
                <a:lnTo>
                  <a:pt x="142875" y="38100"/>
                </a:lnTo>
                <a:lnTo>
                  <a:pt x="123825" y="38100"/>
                </a:lnTo>
                <a:lnTo>
                  <a:pt x="123825" y="28575"/>
                </a:lnTo>
                <a:lnTo>
                  <a:pt x="133350" y="28575"/>
                </a:lnTo>
                <a:close/>
                <a:moveTo>
                  <a:pt x="361950" y="19050"/>
                </a:moveTo>
                <a:lnTo>
                  <a:pt x="371475" y="19050"/>
                </a:lnTo>
                <a:lnTo>
                  <a:pt x="371475" y="28575"/>
                </a:lnTo>
                <a:lnTo>
                  <a:pt x="381000" y="28575"/>
                </a:lnTo>
                <a:lnTo>
                  <a:pt x="381000" y="38100"/>
                </a:lnTo>
                <a:lnTo>
                  <a:pt x="361950" y="38100"/>
                </a:lnTo>
                <a:close/>
                <a:moveTo>
                  <a:pt x="1038225" y="19050"/>
                </a:moveTo>
                <a:lnTo>
                  <a:pt x="1057275" y="19050"/>
                </a:lnTo>
                <a:lnTo>
                  <a:pt x="1057275" y="28575"/>
                </a:lnTo>
                <a:lnTo>
                  <a:pt x="1095375" y="28575"/>
                </a:lnTo>
                <a:lnTo>
                  <a:pt x="1095375" y="38100"/>
                </a:lnTo>
                <a:lnTo>
                  <a:pt x="1057275" y="38100"/>
                </a:lnTo>
                <a:lnTo>
                  <a:pt x="1057275" y="47625"/>
                </a:lnTo>
                <a:lnTo>
                  <a:pt x="1095375" y="47625"/>
                </a:lnTo>
                <a:lnTo>
                  <a:pt x="1095375" y="38100"/>
                </a:lnTo>
                <a:lnTo>
                  <a:pt x="1104900" y="38100"/>
                </a:lnTo>
                <a:lnTo>
                  <a:pt x="1104900" y="47625"/>
                </a:lnTo>
                <a:lnTo>
                  <a:pt x="1123950" y="47625"/>
                </a:lnTo>
                <a:lnTo>
                  <a:pt x="1123950" y="57150"/>
                </a:lnTo>
                <a:lnTo>
                  <a:pt x="1104900" y="57150"/>
                </a:lnTo>
                <a:lnTo>
                  <a:pt x="1104900" y="66675"/>
                </a:lnTo>
                <a:lnTo>
                  <a:pt x="1085850" y="66675"/>
                </a:lnTo>
                <a:lnTo>
                  <a:pt x="1085850" y="57150"/>
                </a:lnTo>
                <a:lnTo>
                  <a:pt x="1047750" y="57150"/>
                </a:lnTo>
                <a:lnTo>
                  <a:pt x="1047750" y="28575"/>
                </a:lnTo>
                <a:lnTo>
                  <a:pt x="1038225" y="28575"/>
                </a:lnTo>
                <a:close/>
                <a:moveTo>
                  <a:pt x="1104900" y="19050"/>
                </a:moveTo>
                <a:lnTo>
                  <a:pt x="1114425" y="19050"/>
                </a:lnTo>
                <a:lnTo>
                  <a:pt x="1114425" y="28575"/>
                </a:lnTo>
                <a:lnTo>
                  <a:pt x="1104900" y="28575"/>
                </a:lnTo>
                <a:close/>
                <a:moveTo>
                  <a:pt x="95250" y="28575"/>
                </a:moveTo>
                <a:lnTo>
                  <a:pt x="104775" y="28575"/>
                </a:lnTo>
                <a:lnTo>
                  <a:pt x="104775" y="47625"/>
                </a:lnTo>
                <a:lnTo>
                  <a:pt x="95250" y="47625"/>
                </a:lnTo>
                <a:close/>
                <a:moveTo>
                  <a:pt x="180975" y="28575"/>
                </a:moveTo>
                <a:lnTo>
                  <a:pt x="190500" y="28575"/>
                </a:lnTo>
                <a:lnTo>
                  <a:pt x="190500" y="47625"/>
                </a:lnTo>
                <a:lnTo>
                  <a:pt x="171450" y="47625"/>
                </a:lnTo>
                <a:lnTo>
                  <a:pt x="171450" y="38100"/>
                </a:lnTo>
                <a:lnTo>
                  <a:pt x="180975" y="38100"/>
                </a:lnTo>
                <a:close/>
                <a:moveTo>
                  <a:pt x="552450" y="28575"/>
                </a:moveTo>
                <a:lnTo>
                  <a:pt x="571500" y="28575"/>
                </a:lnTo>
                <a:lnTo>
                  <a:pt x="571500" y="38100"/>
                </a:lnTo>
                <a:lnTo>
                  <a:pt x="552450" y="38100"/>
                </a:lnTo>
                <a:close/>
                <a:moveTo>
                  <a:pt x="790575" y="28575"/>
                </a:moveTo>
                <a:lnTo>
                  <a:pt x="800100" y="28575"/>
                </a:lnTo>
                <a:lnTo>
                  <a:pt x="800100" y="38100"/>
                </a:lnTo>
                <a:lnTo>
                  <a:pt x="790575" y="38100"/>
                </a:lnTo>
                <a:close/>
                <a:moveTo>
                  <a:pt x="542925" y="38100"/>
                </a:moveTo>
                <a:lnTo>
                  <a:pt x="552450" y="38100"/>
                </a:lnTo>
                <a:lnTo>
                  <a:pt x="552450" y="47625"/>
                </a:lnTo>
                <a:lnTo>
                  <a:pt x="542925" y="47625"/>
                </a:lnTo>
                <a:close/>
                <a:moveTo>
                  <a:pt x="152400" y="47625"/>
                </a:moveTo>
                <a:lnTo>
                  <a:pt x="161925" y="47625"/>
                </a:lnTo>
                <a:lnTo>
                  <a:pt x="161925" y="66675"/>
                </a:lnTo>
                <a:lnTo>
                  <a:pt x="171450" y="66675"/>
                </a:lnTo>
                <a:lnTo>
                  <a:pt x="171450" y="76200"/>
                </a:lnTo>
                <a:lnTo>
                  <a:pt x="190500" y="76200"/>
                </a:lnTo>
                <a:lnTo>
                  <a:pt x="190500" y="85725"/>
                </a:lnTo>
                <a:lnTo>
                  <a:pt x="152400" y="85725"/>
                </a:lnTo>
                <a:lnTo>
                  <a:pt x="152400" y="66675"/>
                </a:lnTo>
                <a:lnTo>
                  <a:pt x="142875" y="66675"/>
                </a:lnTo>
                <a:lnTo>
                  <a:pt x="142875" y="57150"/>
                </a:lnTo>
                <a:lnTo>
                  <a:pt x="152400" y="57150"/>
                </a:lnTo>
                <a:close/>
                <a:moveTo>
                  <a:pt x="247650" y="47625"/>
                </a:moveTo>
                <a:lnTo>
                  <a:pt x="257175" y="47625"/>
                </a:lnTo>
                <a:lnTo>
                  <a:pt x="257175" y="57150"/>
                </a:lnTo>
                <a:lnTo>
                  <a:pt x="247650" y="57150"/>
                </a:lnTo>
                <a:close/>
                <a:moveTo>
                  <a:pt x="1019175" y="47625"/>
                </a:moveTo>
                <a:lnTo>
                  <a:pt x="1028700" y="47625"/>
                </a:lnTo>
                <a:lnTo>
                  <a:pt x="1028700" y="57150"/>
                </a:lnTo>
                <a:lnTo>
                  <a:pt x="1019175" y="57150"/>
                </a:lnTo>
                <a:close/>
                <a:moveTo>
                  <a:pt x="514350" y="57150"/>
                </a:moveTo>
                <a:lnTo>
                  <a:pt x="533400" y="57150"/>
                </a:lnTo>
                <a:lnTo>
                  <a:pt x="533400" y="66675"/>
                </a:lnTo>
                <a:lnTo>
                  <a:pt x="514350" y="66675"/>
                </a:lnTo>
                <a:close/>
                <a:moveTo>
                  <a:pt x="590550" y="57150"/>
                </a:moveTo>
                <a:lnTo>
                  <a:pt x="619125" y="57150"/>
                </a:lnTo>
                <a:lnTo>
                  <a:pt x="619125" y="66675"/>
                </a:lnTo>
                <a:lnTo>
                  <a:pt x="628650" y="66675"/>
                </a:lnTo>
                <a:lnTo>
                  <a:pt x="628650" y="76200"/>
                </a:lnTo>
                <a:lnTo>
                  <a:pt x="638175" y="76200"/>
                </a:lnTo>
                <a:lnTo>
                  <a:pt x="638175" y="95250"/>
                </a:lnTo>
                <a:lnTo>
                  <a:pt x="628650" y="95250"/>
                </a:lnTo>
                <a:lnTo>
                  <a:pt x="628650" y="85725"/>
                </a:lnTo>
                <a:lnTo>
                  <a:pt x="609600" y="85725"/>
                </a:lnTo>
                <a:lnTo>
                  <a:pt x="609600" y="95250"/>
                </a:lnTo>
                <a:lnTo>
                  <a:pt x="600075" y="95250"/>
                </a:lnTo>
                <a:lnTo>
                  <a:pt x="600075" y="85725"/>
                </a:lnTo>
                <a:lnTo>
                  <a:pt x="590550" y="85725"/>
                </a:lnTo>
                <a:close/>
                <a:moveTo>
                  <a:pt x="657225" y="57150"/>
                </a:moveTo>
                <a:lnTo>
                  <a:pt x="676275" y="57150"/>
                </a:lnTo>
                <a:lnTo>
                  <a:pt x="676275" y="66675"/>
                </a:lnTo>
                <a:lnTo>
                  <a:pt x="657225" y="66675"/>
                </a:lnTo>
                <a:close/>
                <a:moveTo>
                  <a:pt x="1038225" y="57150"/>
                </a:moveTo>
                <a:lnTo>
                  <a:pt x="1047750" y="57150"/>
                </a:lnTo>
                <a:lnTo>
                  <a:pt x="1047750" y="66675"/>
                </a:lnTo>
                <a:lnTo>
                  <a:pt x="1066800" y="66675"/>
                </a:lnTo>
                <a:lnTo>
                  <a:pt x="1066800" y="76200"/>
                </a:lnTo>
                <a:lnTo>
                  <a:pt x="1038225" y="76200"/>
                </a:lnTo>
                <a:close/>
                <a:moveTo>
                  <a:pt x="38100" y="66675"/>
                </a:moveTo>
                <a:lnTo>
                  <a:pt x="57150" y="66675"/>
                </a:lnTo>
                <a:lnTo>
                  <a:pt x="57150" y="76200"/>
                </a:lnTo>
                <a:lnTo>
                  <a:pt x="38100" y="76200"/>
                </a:lnTo>
                <a:close/>
                <a:moveTo>
                  <a:pt x="514350" y="76200"/>
                </a:moveTo>
                <a:lnTo>
                  <a:pt x="523875" y="76200"/>
                </a:lnTo>
                <a:lnTo>
                  <a:pt x="523875" y="85725"/>
                </a:lnTo>
                <a:lnTo>
                  <a:pt x="514350" y="85725"/>
                </a:lnTo>
                <a:close/>
                <a:moveTo>
                  <a:pt x="657225" y="76200"/>
                </a:moveTo>
                <a:lnTo>
                  <a:pt x="666750" y="76200"/>
                </a:lnTo>
                <a:lnTo>
                  <a:pt x="666750" y="85725"/>
                </a:lnTo>
                <a:lnTo>
                  <a:pt x="657225" y="85725"/>
                </a:lnTo>
                <a:close/>
                <a:moveTo>
                  <a:pt x="1200150" y="76200"/>
                </a:moveTo>
                <a:lnTo>
                  <a:pt x="1209675" y="76200"/>
                </a:lnTo>
                <a:lnTo>
                  <a:pt x="1209675" y="85725"/>
                </a:lnTo>
                <a:lnTo>
                  <a:pt x="1200150" y="85725"/>
                </a:lnTo>
                <a:close/>
                <a:moveTo>
                  <a:pt x="66675" y="85725"/>
                </a:moveTo>
                <a:lnTo>
                  <a:pt x="76200" y="85725"/>
                </a:lnTo>
                <a:lnTo>
                  <a:pt x="76200" y="95250"/>
                </a:lnTo>
                <a:lnTo>
                  <a:pt x="66675" y="95250"/>
                </a:lnTo>
                <a:close/>
                <a:moveTo>
                  <a:pt x="28575" y="95250"/>
                </a:moveTo>
                <a:lnTo>
                  <a:pt x="66675" y="95250"/>
                </a:lnTo>
                <a:lnTo>
                  <a:pt x="66675" y="104775"/>
                </a:lnTo>
                <a:lnTo>
                  <a:pt x="57150" y="104775"/>
                </a:lnTo>
                <a:lnTo>
                  <a:pt x="57150" y="114300"/>
                </a:lnTo>
                <a:lnTo>
                  <a:pt x="66675" y="114300"/>
                </a:lnTo>
                <a:lnTo>
                  <a:pt x="66675" y="123825"/>
                </a:lnTo>
                <a:lnTo>
                  <a:pt x="38100" y="123825"/>
                </a:lnTo>
                <a:lnTo>
                  <a:pt x="38100" y="114300"/>
                </a:lnTo>
                <a:lnTo>
                  <a:pt x="47625" y="114300"/>
                </a:lnTo>
                <a:lnTo>
                  <a:pt x="47625" y="104775"/>
                </a:lnTo>
                <a:lnTo>
                  <a:pt x="28575" y="104775"/>
                </a:lnTo>
                <a:close/>
                <a:moveTo>
                  <a:pt x="95250" y="95250"/>
                </a:moveTo>
                <a:lnTo>
                  <a:pt x="104775" y="95250"/>
                </a:lnTo>
                <a:lnTo>
                  <a:pt x="104775" y="114300"/>
                </a:lnTo>
                <a:lnTo>
                  <a:pt x="95250" y="114300"/>
                </a:lnTo>
                <a:close/>
                <a:moveTo>
                  <a:pt x="561975" y="95250"/>
                </a:moveTo>
                <a:lnTo>
                  <a:pt x="581025" y="95250"/>
                </a:lnTo>
                <a:lnTo>
                  <a:pt x="581025" y="104775"/>
                </a:lnTo>
                <a:lnTo>
                  <a:pt x="571500" y="104775"/>
                </a:lnTo>
                <a:lnTo>
                  <a:pt x="571500" y="114300"/>
                </a:lnTo>
                <a:lnTo>
                  <a:pt x="561975" y="114300"/>
                </a:lnTo>
                <a:close/>
                <a:moveTo>
                  <a:pt x="114300" y="114300"/>
                </a:moveTo>
                <a:lnTo>
                  <a:pt x="123825" y="114300"/>
                </a:lnTo>
                <a:lnTo>
                  <a:pt x="123825" y="123825"/>
                </a:lnTo>
                <a:lnTo>
                  <a:pt x="114300" y="123825"/>
                </a:lnTo>
                <a:close/>
                <a:moveTo>
                  <a:pt x="542925" y="114300"/>
                </a:moveTo>
                <a:lnTo>
                  <a:pt x="561975" y="114300"/>
                </a:lnTo>
                <a:lnTo>
                  <a:pt x="561975" y="123825"/>
                </a:lnTo>
                <a:lnTo>
                  <a:pt x="542925" y="123825"/>
                </a:lnTo>
                <a:close/>
                <a:moveTo>
                  <a:pt x="762000" y="114300"/>
                </a:moveTo>
                <a:lnTo>
                  <a:pt x="771525" y="114300"/>
                </a:lnTo>
                <a:lnTo>
                  <a:pt x="771525" y="123825"/>
                </a:lnTo>
                <a:lnTo>
                  <a:pt x="762000" y="123825"/>
                </a:lnTo>
                <a:close/>
                <a:moveTo>
                  <a:pt x="9525" y="123825"/>
                </a:moveTo>
                <a:lnTo>
                  <a:pt x="28575" y="123825"/>
                </a:lnTo>
                <a:lnTo>
                  <a:pt x="28575" y="133350"/>
                </a:lnTo>
                <a:lnTo>
                  <a:pt x="9525" y="133350"/>
                </a:lnTo>
                <a:close/>
                <a:moveTo>
                  <a:pt x="714375" y="123825"/>
                </a:moveTo>
                <a:lnTo>
                  <a:pt x="723900" y="123825"/>
                </a:lnTo>
                <a:lnTo>
                  <a:pt x="723900" y="133350"/>
                </a:lnTo>
                <a:lnTo>
                  <a:pt x="733425" y="133350"/>
                </a:lnTo>
                <a:lnTo>
                  <a:pt x="733425" y="142875"/>
                </a:lnTo>
                <a:lnTo>
                  <a:pt x="723900" y="142875"/>
                </a:lnTo>
                <a:lnTo>
                  <a:pt x="723900" y="152400"/>
                </a:lnTo>
                <a:lnTo>
                  <a:pt x="714375" y="152400"/>
                </a:lnTo>
                <a:close/>
                <a:moveTo>
                  <a:pt x="57150" y="133350"/>
                </a:moveTo>
                <a:lnTo>
                  <a:pt x="76200" y="133350"/>
                </a:lnTo>
                <a:lnTo>
                  <a:pt x="76200" y="142875"/>
                </a:lnTo>
                <a:lnTo>
                  <a:pt x="85725" y="142875"/>
                </a:lnTo>
                <a:lnTo>
                  <a:pt x="85725" y="152400"/>
                </a:lnTo>
                <a:lnTo>
                  <a:pt x="66675" y="152400"/>
                </a:lnTo>
                <a:lnTo>
                  <a:pt x="66675" y="161925"/>
                </a:lnTo>
                <a:lnTo>
                  <a:pt x="57150" y="161925"/>
                </a:lnTo>
                <a:close/>
                <a:moveTo>
                  <a:pt x="171450" y="133350"/>
                </a:moveTo>
                <a:lnTo>
                  <a:pt x="180975" y="133350"/>
                </a:lnTo>
                <a:lnTo>
                  <a:pt x="180975" y="142875"/>
                </a:lnTo>
                <a:lnTo>
                  <a:pt x="171450" y="142875"/>
                </a:lnTo>
                <a:close/>
                <a:moveTo>
                  <a:pt x="695325" y="133350"/>
                </a:moveTo>
                <a:lnTo>
                  <a:pt x="704850" y="133350"/>
                </a:lnTo>
                <a:lnTo>
                  <a:pt x="704850" y="142875"/>
                </a:lnTo>
                <a:lnTo>
                  <a:pt x="695325" y="142875"/>
                </a:lnTo>
                <a:close/>
                <a:moveTo>
                  <a:pt x="161925" y="142875"/>
                </a:moveTo>
                <a:lnTo>
                  <a:pt x="171450" y="142875"/>
                </a:lnTo>
                <a:lnTo>
                  <a:pt x="171450" y="161925"/>
                </a:lnTo>
                <a:lnTo>
                  <a:pt x="161925" y="161925"/>
                </a:lnTo>
                <a:close/>
                <a:moveTo>
                  <a:pt x="180975" y="142875"/>
                </a:moveTo>
                <a:lnTo>
                  <a:pt x="190500" y="142875"/>
                </a:lnTo>
                <a:lnTo>
                  <a:pt x="190500" y="161925"/>
                </a:lnTo>
                <a:lnTo>
                  <a:pt x="180975" y="161925"/>
                </a:lnTo>
                <a:close/>
                <a:moveTo>
                  <a:pt x="1190625" y="161925"/>
                </a:moveTo>
                <a:lnTo>
                  <a:pt x="1200150" y="161925"/>
                </a:lnTo>
                <a:lnTo>
                  <a:pt x="1200150" y="171450"/>
                </a:lnTo>
                <a:lnTo>
                  <a:pt x="1190625" y="171450"/>
                </a:lnTo>
                <a:close/>
                <a:moveTo>
                  <a:pt x="0" y="180975"/>
                </a:moveTo>
                <a:lnTo>
                  <a:pt x="9525" y="180975"/>
                </a:lnTo>
                <a:lnTo>
                  <a:pt x="9525" y="190500"/>
                </a:lnTo>
                <a:lnTo>
                  <a:pt x="0" y="190500"/>
                </a:lnTo>
                <a:close/>
                <a:moveTo>
                  <a:pt x="142875" y="180975"/>
                </a:moveTo>
                <a:lnTo>
                  <a:pt x="152400" y="180975"/>
                </a:lnTo>
                <a:lnTo>
                  <a:pt x="152400" y="190500"/>
                </a:lnTo>
                <a:lnTo>
                  <a:pt x="142875" y="190500"/>
                </a:lnTo>
                <a:close/>
                <a:moveTo>
                  <a:pt x="57150" y="190500"/>
                </a:moveTo>
                <a:lnTo>
                  <a:pt x="76200" y="190500"/>
                </a:lnTo>
                <a:lnTo>
                  <a:pt x="76200" y="209550"/>
                </a:lnTo>
                <a:lnTo>
                  <a:pt x="57150" y="209550"/>
                </a:lnTo>
                <a:close/>
                <a:moveTo>
                  <a:pt x="133350" y="190500"/>
                </a:moveTo>
                <a:lnTo>
                  <a:pt x="142875" y="190500"/>
                </a:lnTo>
                <a:lnTo>
                  <a:pt x="142875" y="200025"/>
                </a:lnTo>
                <a:lnTo>
                  <a:pt x="133350" y="200025"/>
                </a:lnTo>
                <a:close/>
                <a:moveTo>
                  <a:pt x="123825" y="200025"/>
                </a:moveTo>
                <a:lnTo>
                  <a:pt x="133350" y="200025"/>
                </a:lnTo>
                <a:lnTo>
                  <a:pt x="133350" y="209550"/>
                </a:lnTo>
                <a:lnTo>
                  <a:pt x="123825" y="209550"/>
                </a:lnTo>
                <a:close/>
                <a:moveTo>
                  <a:pt x="152400" y="228600"/>
                </a:moveTo>
                <a:lnTo>
                  <a:pt x="161925" y="228600"/>
                </a:lnTo>
                <a:lnTo>
                  <a:pt x="161925" y="247650"/>
                </a:lnTo>
                <a:lnTo>
                  <a:pt x="152400" y="247650"/>
                </a:lnTo>
                <a:close/>
                <a:moveTo>
                  <a:pt x="800100" y="228600"/>
                </a:moveTo>
                <a:lnTo>
                  <a:pt x="809625" y="228600"/>
                </a:lnTo>
                <a:lnTo>
                  <a:pt x="809625" y="238125"/>
                </a:lnTo>
                <a:lnTo>
                  <a:pt x="800100" y="238125"/>
                </a:lnTo>
                <a:close/>
                <a:moveTo>
                  <a:pt x="790575" y="238125"/>
                </a:moveTo>
                <a:lnTo>
                  <a:pt x="800100" y="238125"/>
                </a:lnTo>
                <a:lnTo>
                  <a:pt x="800100" y="285750"/>
                </a:lnTo>
                <a:lnTo>
                  <a:pt x="781050" y="285750"/>
                </a:lnTo>
                <a:lnTo>
                  <a:pt x="781050" y="276225"/>
                </a:lnTo>
                <a:lnTo>
                  <a:pt x="771525" y="276225"/>
                </a:lnTo>
                <a:lnTo>
                  <a:pt x="771525" y="257175"/>
                </a:lnTo>
                <a:lnTo>
                  <a:pt x="790575" y="257175"/>
                </a:lnTo>
                <a:close/>
                <a:moveTo>
                  <a:pt x="19050" y="247650"/>
                </a:moveTo>
                <a:lnTo>
                  <a:pt x="28575" y="247650"/>
                </a:lnTo>
                <a:lnTo>
                  <a:pt x="28575" y="257175"/>
                </a:lnTo>
                <a:lnTo>
                  <a:pt x="19050" y="257175"/>
                </a:lnTo>
                <a:close/>
                <a:moveTo>
                  <a:pt x="95250" y="247650"/>
                </a:moveTo>
                <a:lnTo>
                  <a:pt x="104775" y="247650"/>
                </a:lnTo>
                <a:lnTo>
                  <a:pt x="104775" y="257175"/>
                </a:lnTo>
                <a:lnTo>
                  <a:pt x="114300" y="257175"/>
                </a:lnTo>
                <a:lnTo>
                  <a:pt x="114300" y="247650"/>
                </a:lnTo>
                <a:lnTo>
                  <a:pt x="123825" y="247650"/>
                </a:lnTo>
                <a:lnTo>
                  <a:pt x="123825" y="257175"/>
                </a:lnTo>
                <a:lnTo>
                  <a:pt x="114300" y="257175"/>
                </a:lnTo>
                <a:lnTo>
                  <a:pt x="114300" y="266700"/>
                </a:lnTo>
                <a:lnTo>
                  <a:pt x="123825" y="266700"/>
                </a:lnTo>
                <a:lnTo>
                  <a:pt x="123825" y="257175"/>
                </a:lnTo>
                <a:lnTo>
                  <a:pt x="142875" y="257175"/>
                </a:lnTo>
                <a:lnTo>
                  <a:pt x="142875" y="266700"/>
                </a:lnTo>
                <a:lnTo>
                  <a:pt x="133350" y="266700"/>
                </a:lnTo>
                <a:lnTo>
                  <a:pt x="133350" y="276225"/>
                </a:lnTo>
                <a:lnTo>
                  <a:pt x="104775" y="276225"/>
                </a:lnTo>
                <a:lnTo>
                  <a:pt x="104775" y="266700"/>
                </a:lnTo>
                <a:lnTo>
                  <a:pt x="95250" y="266700"/>
                </a:lnTo>
                <a:close/>
                <a:moveTo>
                  <a:pt x="0" y="257175"/>
                </a:moveTo>
                <a:lnTo>
                  <a:pt x="9525" y="257175"/>
                </a:lnTo>
                <a:lnTo>
                  <a:pt x="9525" y="266700"/>
                </a:lnTo>
                <a:lnTo>
                  <a:pt x="0" y="266700"/>
                </a:lnTo>
                <a:close/>
                <a:moveTo>
                  <a:pt x="1057275" y="266700"/>
                </a:moveTo>
                <a:lnTo>
                  <a:pt x="1066800" y="266700"/>
                </a:lnTo>
                <a:lnTo>
                  <a:pt x="1066800" y="276225"/>
                </a:lnTo>
                <a:lnTo>
                  <a:pt x="1057275" y="276225"/>
                </a:lnTo>
                <a:close/>
                <a:moveTo>
                  <a:pt x="142875" y="276225"/>
                </a:moveTo>
                <a:lnTo>
                  <a:pt x="161925" y="276225"/>
                </a:lnTo>
                <a:lnTo>
                  <a:pt x="161925" y="285750"/>
                </a:lnTo>
                <a:lnTo>
                  <a:pt x="152400" y="285750"/>
                </a:lnTo>
                <a:lnTo>
                  <a:pt x="152400" y="295275"/>
                </a:lnTo>
                <a:lnTo>
                  <a:pt x="161925" y="295275"/>
                </a:lnTo>
                <a:lnTo>
                  <a:pt x="161925" y="304800"/>
                </a:lnTo>
                <a:lnTo>
                  <a:pt x="142875" y="304800"/>
                </a:lnTo>
                <a:close/>
                <a:moveTo>
                  <a:pt x="114300" y="323850"/>
                </a:moveTo>
                <a:lnTo>
                  <a:pt x="123825" y="323850"/>
                </a:lnTo>
                <a:lnTo>
                  <a:pt x="123825" y="342900"/>
                </a:lnTo>
                <a:lnTo>
                  <a:pt x="104775" y="342900"/>
                </a:lnTo>
                <a:lnTo>
                  <a:pt x="104775" y="333375"/>
                </a:lnTo>
                <a:lnTo>
                  <a:pt x="114300" y="333375"/>
                </a:lnTo>
                <a:close/>
                <a:moveTo>
                  <a:pt x="57150" y="342900"/>
                </a:moveTo>
                <a:lnTo>
                  <a:pt x="76200" y="342900"/>
                </a:lnTo>
                <a:lnTo>
                  <a:pt x="76200" y="361950"/>
                </a:lnTo>
                <a:lnTo>
                  <a:pt x="66675" y="361950"/>
                </a:lnTo>
                <a:lnTo>
                  <a:pt x="66675" y="352425"/>
                </a:lnTo>
                <a:lnTo>
                  <a:pt x="57150" y="352425"/>
                </a:lnTo>
                <a:close/>
                <a:moveTo>
                  <a:pt x="142875" y="342900"/>
                </a:moveTo>
                <a:lnTo>
                  <a:pt x="152400" y="342900"/>
                </a:lnTo>
                <a:lnTo>
                  <a:pt x="152400" y="352425"/>
                </a:lnTo>
                <a:lnTo>
                  <a:pt x="142875" y="352425"/>
                </a:lnTo>
                <a:close/>
                <a:moveTo>
                  <a:pt x="904875" y="352425"/>
                </a:moveTo>
                <a:lnTo>
                  <a:pt x="914400" y="352425"/>
                </a:lnTo>
                <a:lnTo>
                  <a:pt x="914400" y="361950"/>
                </a:lnTo>
                <a:lnTo>
                  <a:pt x="904875" y="361950"/>
                </a:lnTo>
                <a:close/>
                <a:moveTo>
                  <a:pt x="952500" y="371475"/>
                </a:moveTo>
                <a:lnTo>
                  <a:pt x="971550" y="371475"/>
                </a:lnTo>
                <a:lnTo>
                  <a:pt x="971550" y="381000"/>
                </a:lnTo>
                <a:lnTo>
                  <a:pt x="952500" y="381000"/>
                </a:lnTo>
                <a:close/>
                <a:moveTo>
                  <a:pt x="66675" y="390525"/>
                </a:moveTo>
                <a:lnTo>
                  <a:pt x="76200" y="390525"/>
                </a:lnTo>
                <a:lnTo>
                  <a:pt x="76200" y="409575"/>
                </a:lnTo>
                <a:lnTo>
                  <a:pt x="66675" y="409575"/>
                </a:lnTo>
                <a:close/>
                <a:moveTo>
                  <a:pt x="85725" y="390525"/>
                </a:moveTo>
                <a:lnTo>
                  <a:pt x="104775" y="390525"/>
                </a:lnTo>
                <a:lnTo>
                  <a:pt x="104775" y="400050"/>
                </a:lnTo>
                <a:lnTo>
                  <a:pt x="85725" y="400050"/>
                </a:lnTo>
                <a:close/>
                <a:moveTo>
                  <a:pt x="647700" y="390525"/>
                </a:moveTo>
                <a:lnTo>
                  <a:pt x="657225" y="390525"/>
                </a:lnTo>
                <a:lnTo>
                  <a:pt x="657225" y="419100"/>
                </a:lnTo>
                <a:lnTo>
                  <a:pt x="647700" y="419100"/>
                </a:lnTo>
                <a:close/>
                <a:moveTo>
                  <a:pt x="95250" y="419100"/>
                </a:moveTo>
                <a:lnTo>
                  <a:pt x="104775" y="419100"/>
                </a:lnTo>
                <a:lnTo>
                  <a:pt x="104775" y="428625"/>
                </a:lnTo>
                <a:lnTo>
                  <a:pt x="95250" y="428625"/>
                </a:lnTo>
                <a:close/>
                <a:moveTo>
                  <a:pt x="9525" y="428625"/>
                </a:moveTo>
                <a:lnTo>
                  <a:pt x="38100" y="428625"/>
                </a:lnTo>
                <a:lnTo>
                  <a:pt x="38100" y="457200"/>
                </a:lnTo>
                <a:lnTo>
                  <a:pt x="19050" y="457200"/>
                </a:lnTo>
                <a:lnTo>
                  <a:pt x="19050" y="438150"/>
                </a:lnTo>
                <a:lnTo>
                  <a:pt x="9525" y="438150"/>
                </a:lnTo>
                <a:close/>
                <a:moveTo>
                  <a:pt x="438150" y="428625"/>
                </a:moveTo>
                <a:lnTo>
                  <a:pt x="447675" y="428625"/>
                </a:lnTo>
                <a:lnTo>
                  <a:pt x="447675" y="438150"/>
                </a:lnTo>
                <a:lnTo>
                  <a:pt x="438150" y="438150"/>
                </a:lnTo>
                <a:close/>
                <a:moveTo>
                  <a:pt x="1123950" y="428625"/>
                </a:moveTo>
                <a:lnTo>
                  <a:pt x="1152525" y="428625"/>
                </a:lnTo>
                <a:lnTo>
                  <a:pt x="1152525" y="447675"/>
                </a:lnTo>
                <a:lnTo>
                  <a:pt x="1133475" y="447675"/>
                </a:lnTo>
                <a:lnTo>
                  <a:pt x="1133475" y="438150"/>
                </a:lnTo>
                <a:lnTo>
                  <a:pt x="1123950" y="438150"/>
                </a:lnTo>
                <a:close/>
                <a:moveTo>
                  <a:pt x="0" y="457200"/>
                </a:moveTo>
                <a:lnTo>
                  <a:pt x="9525" y="457200"/>
                </a:lnTo>
                <a:lnTo>
                  <a:pt x="9525" y="466725"/>
                </a:lnTo>
                <a:lnTo>
                  <a:pt x="0" y="466725"/>
                </a:lnTo>
                <a:close/>
                <a:moveTo>
                  <a:pt x="447675" y="466725"/>
                </a:moveTo>
                <a:lnTo>
                  <a:pt x="457200" y="466725"/>
                </a:lnTo>
                <a:lnTo>
                  <a:pt x="457200" y="476250"/>
                </a:lnTo>
                <a:lnTo>
                  <a:pt x="447675" y="476250"/>
                </a:lnTo>
                <a:close/>
                <a:moveTo>
                  <a:pt x="19050" y="476250"/>
                </a:moveTo>
                <a:lnTo>
                  <a:pt x="28575" y="476250"/>
                </a:lnTo>
                <a:lnTo>
                  <a:pt x="28575" y="485775"/>
                </a:lnTo>
                <a:lnTo>
                  <a:pt x="19050" y="485775"/>
                </a:lnTo>
                <a:close/>
                <a:moveTo>
                  <a:pt x="1057275" y="476250"/>
                </a:moveTo>
                <a:lnTo>
                  <a:pt x="1066800" y="476250"/>
                </a:lnTo>
                <a:lnTo>
                  <a:pt x="1066800" y="485775"/>
                </a:lnTo>
                <a:lnTo>
                  <a:pt x="1057275" y="485775"/>
                </a:lnTo>
                <a:close/>
                <a:moveTo>
                  <a:pt x="0" y="523875"/>
                </a:moveTo>
                <a:lnTo>
                  <a:pt x="9525" y="523875"/>
                </a:lnTo>
                <a:lnTo>
                  <a:pt x="9525" y="533400"/>
                </a:lnTo>
                <a:lnTo>
                  <a:pt x="0" y="533400"/>
                </a:lnTo>
                <a:close/>
                <a:moveTo>
                  <a:pt x="1085850" y="523875"/>
                </a:moveTo>
                <a:lnTo>
                  <a:pt x="1095375" y="523875"/>
                </a:lnTo>
                <a:lnTo>
                  <a:pt x="1095375" y="533400"/>
                </a:lnTo>
                <a:lnTo>
                  <a:pt x="1085850" y="533400"/>
                </a:lnTo>
                <a:close/>
                <a:moveTo>
                  <a:pt x="0" y="542925"/>
                </a:moveTo>
                <a:lnTo>
                  <a:pt x="19050" y="542925"/>
                </a:lnTo>
                <a:lnTo>
                  <a:pt x="19050" y="552450"/>
                </a:lnTo>
                <a:lnTo>
                  <a:pt x="0" y="552450"/>
                </a:lnTo>
                <a:close/>
                <a:moveTo>
                  <a:pt x="47625" y="552450"/>
                </a:moveTo>
                <a:lnTo>
                  <a:pt x="57150" y="552450"/>
                </a:lnTo>
                <a:lnTo>
                  <a:pt x="57150" y="571500"/>
                </a:lnTo>
                <a:lnTo>
                  <a:pt x="47625" y="571500"/>
                </a:lnTo>
                <a:close/>
                <a:moveTo>
                  <a:pt x="1038225" y="561975"/>
                </a:moveTo>
                <a:lnTo>
                  <a:pt x="1047750" y="561975"/>
                </a:lnTo>
                <a:lnTo>
                  <a:pt x="1047750" y="581025"/>
                </a:lnTo>
                <a:lnTo>
                  <a:pt x="1038225" y="581025"/>
                </a:lnTo>
                <a:close/>
                <a:moveTo>
                  <a:pt x="28575" y="571500"/>
                </a:moveTo>
                <a:lnTo>
                  <a:pt x="47625" y="571500"/>
                </a:lnTo>
                <a:lnTo>
                  <a:pt x="47625" y="581025"/>
                </a:lnTo>
                <a:lnTo>
                  <a:pt x="28575" y="581025"/>
                </a:lnTo>
                <a:close/>
                <a:moveTo>
                  <a:pt x="1057275" y="571500"/>
                </a:moveTo>
                <a:lnTo>
                  <a:pt x="1066800" y="571500"/>
                </a:lnTo>
                <a:lnTo>
                  <a:pt x="1066800" y="581025"/>
                </a:lnTo>
                <a:lnTo>
                  <a:pt x="1057275" y="581025"/>
                </a:lnTo>
                <a:close/>
                <a:moveTo>
                  <a:pt x="1181100" y="571500"/>
                </a:moveTo>
                <a:lnTo>
                  <a:pt x="1190625" y="571500"/>
                </a:lnTo>
                <a:lnTo>
                  <a:pt x="1190625" y="581025"/>
                </a:lnTo>
                <a:lnTo>
                  <a:pt x="1181100" y="581025"/>
                </a:lnTo>
                <a:close/>
                <a:moveTo>
                  <a:pt x="1076325" y="581025"/>
                </a:moveTo>
                <a:lnTo>
                  <a:pt x="1095375" y="581025"/>
                </a:lnTo>
                <a:lnTo>
                  <a:pt x="1095375" y="600075"/>
                </a:lnTo>
                <a:lnTo>
                  <a:pt x="1076325" y="600075"/>
                </a:lnTo>
                <a:close/>
                <a:moveTo>
                  <a:pt x="523875" y="590550"/>
                </a:moveTo>
                <a:lnTo>
                  <a:pt x="533400" y="590550"/>
                </a:lnTo>
                <a:lnTo>
                  <a:pt x="533400" y="609600"/>
                </a:lnTo>
                <a:lnTo>
                  <a:pt x="542925" y="609600"/>
                </a:lnTo>
                <a:lnTo>
                  <a:pt x="542925" y="638175"/>
                </a:lnTo>
                <a:lnTo>
                  <a:pt x="552450" y="638175"/>
                </a:lnTo>
                <a:lnTo>
                  <a:pt x="552450" y="647700"/>
                </a:lnTo>
                <a:lnTo>
                  <a:pt x="561975" y="647700"/>
                </a:lnTo>
                <a:lnTo>
                  <a:pt x="561975" y="628650"/>
                </a:lnTo>
                <a:lnTo>
                  <a:pt x="590550" y="628650"/>
                </a:lnTo>
                <a:lnTo>
                  <a:pt x="590550" y="657225"/>
                </a:lnTo>
                <a:lnTo>
                  <a:pt x="552450" y="657225"/>
                </a:lnTo>
                <a:lnTo>
                  <a:pt x="552450" y="666750"/>
                </a:lnTo>
                <a:lnTo>
                  <a:pt x="523875" y="666750"/>
                </a:lnTo>
                <a:lnTo>
                  <a:pt x="523875" y="676275"/>
                </a:lnTo>
                <a:lnTo>
                  <a:pt x="514350" y="676275"/>
                </a:lnTo>
                <a:lnTo>
                  <a:pt x="514350" y="666750"/>
                </a:lnTo>
                <a:lnTo>
                  <a:pt x="504825" y="666750"/>
                </a:lnTo>
                <a:lnTo>
                  <a:pt x="504825" y="647700"/>
                </a:lnTo>
                <a:lnTo>
                  <a:pt x="523875" y="647700"/>
                </a:lnTo>
                <a:lnTo>
                  <a:pt x="523875" y="638175"/>
                </a:lnTo>
                <a:lnTo>
                  <a:pt x="504825" y="638175"/>
                </a:lnTo>
                <a:lnTo>
                  <a:pt x="504825" y="619125"/>
                </a:lnTo>
                <a:lnTo>
                  <a:pt x="495300" y="619125"/>
                </a:lnTo>
                <a:lnTo>
                  <a:pt x="495300" y="609600"/>
                </a:lnTo>
                <a:lnTo>
                  <a:pt x="514350" y="609600"/>
                </a:lnTo>
                <a:lnTo>
                  <a:pt x="514350" y="600075"/>
                </a:lnTo>
                <a:lnTo>
                  <a:pt x="523875" y="600075"/>
                </a:lnTo>
                <a:close/>
                <a:moveTo>
                  <a:pt x="1028700" y="628650"/>
                </a:moveTo>
                <a:lnTo>
                  <a:pt x="1038225" y="628650"/>
                </a:lnTo>
                <a:lnTo>
                  <a:pt x="1038225" y="647700"/>
                </a:lnTo>
                <a:lnTo>
                  <a:pt x="1028700" y="647700"/>
                </a:lnTo>
                <a:close/>
                <a:moveTo>
                  <a:pt x="628650" y="638175"/>
                </a:moveTo>
                <a:lnTo>
                  <a:pt x="647700" y="638175"/>
                </a:lnTo>
                <a:lnTo>
                  <a:pt x="647700" y="647700"/>
                </a:lnTo>
                <a:lnTo>
                  <a:pt x="638175" y="647700"/>
                </a:lnTo>
                <a:lnTo>
                  <a:pt x="638175" y="657225"/>
                </a:lnTo>
                <a:lnTo>
                  <a:pt x="647700" y="657225"/>
                </a:lnTo>
                <a:lnTo>
                  <a:pt x="647700" y="647700"/>
                </a:lnTo>
                <a:lnTo>
                  <a:pt x="657225" y="647700"/>
                </a:lnTo>
                <a:lnTo>
                  <a:pt x="657225" y="666750"/>
                </a:lnTo>
                <a:lnTo>
                  <a:pt x="619125" y="666750"/>
                </a:lnTo>
                <a:lnTo>
                  <a:pt x="619125" y="647700"/>
                </a:lnTo>
                <a:lnTo>
                  <a:pt x="628650" y="647700"/>
                </a:lnTo>
                <a:close/>
                <a:moveTo>
                  <a:pt x="666750" y="638175"/>
                </a:moveTo>
                <a:lnTo>
                  <a:pt x="685800" y="638175"/>
                </a:lnTo>
                <a:lnTo>
                  <a:pt x="685800" y="647700"/>
                </a:lnTo>
                <a:lnTo>
                  <a:pt x="676275" y="647700"/>
                </a:lnTo>
                <a:lnTo>
                  <a:pt x="676275" y="657225"/>
                </a:lnTo>
                <a:lnTo>
                  <a:pt x="685800" y="657225"/>
                </a:lnTo>
                <a:lnTo>
                  <a:pt x="685800" y="666750"/>
                </a:lnTo>
                <a:lnTo>
                  <a:pt x="666750" y="666750"/>
                </a:lnTo>
                <a:close/>
                <a:moveTo>
                  <a:pt x="695325" y="638175"/>
                </a:moveTo>
                <a:lnTo>
                  <a:pt x="704850" y="638175"/>
                </a:lnTo>
                <a:lnTo>
                  <a:pt x="704850" y="647700"/>
                </a:lnTo>
                <a:lnTo>
                  <a:pt x="695325" y="647700"/>
                </a:lnTo>
                <a:close/>
                <a:moveTo>
                  <a:pt x="1047750" y="638175"/>
                </a:moveTo>
                <a:lnTo>
                  <a:pt x="1057275" y="638175"/>
                </a:lnTo>
                <a:lnTo>
                  <a:pt x="1057275" y="657225"/>
                </a:lnTo>
                <a:lnTo>
                  <a:pt x="1047750" y="657225"/>
                </a:lnTo>
                <a:close/>
                <a:moveTo>
                  <a:pt x="47625" y="647700"/>
                </a:moveTo>
                <a:lnTo>
                  <a:pt x="57150" y="647700"/>
                </a:lnTo>
                <a:lnTo>
                  <a:pt x="57150" y="657225"/>
                </a:lnTo>
                <a:lnTo>
                  <a:pt x="47625" y="657225"/>
                </a:lnTo>
                <a:close/>
                <a:moveTo>
                  <a:pt x="1019175" y="647700"/>
                </a:moveTo>
                <a:lnTo>
                  <a:pt x="1028700" y="647700"/>
                </a:lnTo>
                <a:lnTo>
                  <a:pt x="1028700" y="666750"/>
                </a:lnTo>
                <a:lnTo>
                  <a:pt x="1019175" y="666750"/>
                </a:lnTo>
                <a:close/>
                <a:moveTo>
                  <a:pt x="381000" y="666750"/>
                </a:moveTo>
                <a:lnTo>
                  <a:pt x="390525" y="666750"/>
                </a:lnTo>
                <a:lnTo>
                  <a:pt x="390525" y="676275"/>
                </a:lnTo>
                <a:lnTo>
                  <a:pt x="381000" y="676275"/>
                </a:lnTo>
                <a:close/>
                <a:moveTo>
                  <a:pt x="1028700" y="666750"/>
                </a:moveTo>
                <a:lnTo>
                  <a:pt x="1038225" y="666750"/>
                </a:lnTo>
                <a:lnTo>
                  <a:pt x="1038225" y="676275"/>
                </a:lnTo>
                <a:lnTo>
                  <a:pt x="1028700" y="676275"/>
                </a:lnTo>
                <a:close/>
                <a:moveTo>
                  <a:pt x="19050" y="676275"/>
                </a:moveTo>
                <a:lnTo>
                  <a:pt x="47625" y="676275"/>
                </a:lnTo>
                <a:lnTo>
                  <a:pt x="47625" y="695325"/>
                </a:lnTo>
                <a:lnTo>
                  <a:pt x="19050" y="695325"/>
                </a:lnTo>
                <a:close/>
                <a:moveTo>
                  <a:pt x="466725" y="676275"/>
                </a:moveTo>
                <a:lnTo>
                  <a:pt x="485775" y="676275"/>
                </a:lnTo>
                <a:lnTo>
                  <a:pt x="485775" y="685800"/>
                </a:lnTo>
                <a:lnTo>
                  <a:pt x="466725" y="685800"/>
                </a:lnTo>
                <a:close/>
                <a:moveTo>
                  <a:pt x="609600" y="676275"/>
                </a:moveTo>
                <a:lnTo>
                  <a:pt x="619125" y="676275"/>
                </a:lnTo>
                <a:lnTo>
                  <a:pt x="619125" y="685800"/>
                </a:lnTo>
                <a:lnTo>
                  <a:pt x="609600" y="685800"/>
                </a:lnTo>
                <a:close/>
                <a:moveTo>
                  <a:pt x="685800" y="676275"/>
                </a:moveTo>
                <a:lnTo>
                  <a:pt x="695325" y="676275"/>
                </a:lnTo>
                <a:lnTo>
                  <a:pt x="695325" y="685800"/>
                </a:lnTo>
                <a:lnTo>
                  <a:pt x="685800" y="685800"/>
                </a:lnTo>
                <a:close/>
                <a:moveTo>
                  <a:pt x="171450" y="685800"/>
                </a:moveTo>
                <a:lnTo>
                  <a:pt x="200025" y="685800"/>
                </a:lnTo>
                <a:lnTo>
                  <a:pt x="200025" y="695325"/>
                </a:lnTo>
                <a:lnTo>
                  <a:pt x="190500" y="695325"/>
                </a:lnTo>
                <a:lnTo>
                  <a:pt x="190500" y="704850"/>
                </a:lnTo>
                <a:lnTo>
                  <a:pt x="238125" y="704850"/>
                </a:lnTo>
                <a:lnTo>
                  <a:pt x="238125" y="714375"/>
                </a:lnTo>
                <a:lnTo>
                  <a:pt x="228600" y="714375"/>
                </a:lnTo>
                <a:lnTo>
                  <a:pt x="228600" y="723900"/>
                </a:lnTo>
                <a:lnTo>
                  <a:pt x="238125" y="723900"/>
                </a:lnTo>
                <a:lnTo>
                  <a:pt x="238125" y="733425"/>
                </a:lnTo>
                <a:lnTo>
                  <a:pt x="219075" y="733425"/>
                </a:lnTo>
                <a:lnTo>
                  <a:pt x="219075" y="723900"/>
                </a:lnTo>
                <a:lnTo>
                  <a:pt x="171450" y="723900"/>
                </a:lnTo>
                <a:lnTo>
                  <a:pt x="171450" y="714375"/>
                </a:lnTo>
                <a:lnTo>
                  <a:pt x="161925" y="714375"/>
                </a:lnTo>
                <a:lnTo>
                  <a:pt x="161925" y="695325"/>
                </a:lnTo>
                <a:lnTo>
                  <a:pt x="171450" y="695325"/>
                </a:lnTo>
                <a:close/>
                <a:moveTo>
                  <a:pt x="295275" y="695325"/>
                </a:moveTo>
                <a:lnTo>
                  <a:pt x="304800" y="695325"/>
                </a:lnTo>
                <a:lnTo>
                  <a:pt x="304800" y="704850"/>
                </a:lnTo>
                <a:lnTo>
                  <a:pt x="295275" y="704850"/>
                </a:lnTo>
                <a:close/>
                <a:moveTo>
                  <a:pt x="609600" y="695325"/>
                </a:moveTo>
                <a:lnTo>
                  <a:pt x="619125" y="695325"/>
                </a:lnTo>
                <a:lnTo>
                  <a:pt x="619125" y="704850"/>
                </a:lnTo>
                <a:lnTo>
                  <a:pt x="609600" y="704850"/>
                </a:lnTo>
                <a:close/>
                <a:moveTo>
                  <a:pt x="685800" y="695325"/>
                </a:moveTo>
                <a:lnTo>
                  <a:pt x="695325" y="695325"/>
                </a:lnTo>
                <a:lnTo>
                  <a:pt x="695325" y="704850"/>
                </a:lnTo>
                <a:lnTo>
                  <a:pt x="685800" y="704850"/>
                </a:lnTo>
                <a:close/>
                <a:moveTo>
                  <a:pt x="523875" y="714375"/>
                </a:moveTo>
                <a:lnTo>
                  <a:pt x="581025" y="714375"/>
                </a:lnTo>
                <a:lnTo>
                  <a:pt x="581025" y="723900"/>
                </a:lnTo>
                <a:lnTo>
                  <a:pt x="552450" y="723900"/>
                </a:lnTo>
                <a:lnTo>
                  <a:pt x="552450" y="733425"/>
                </a:lnTo>
                <a:lnTo>
                  <a:pt x="542925" y="733425"/>
                </a:lnTo>
                <a:lnTo>
                  <a:pt x="542925" y="752475"/>
                </a:lnTo>
                <a:lnTo>
                  <a:pt x="552450" y="752475"/>
                </a:lnTo>
                <a:lnTo>
                  <a:pt x="552450" y="762000"/>
                </a:lnTo>
                <a:lnTo>
                  <a:pt x="533400" y="762000"/>
                </a:lnTo>
                <a:lnTo>
                  <a:pt x="533400" y="733425"/>
                </a:lnTo>
                <a:lnTo>
                  <a:pt x="523875" y="733425"/>
                </a:lnTo>
                <a:close/>
                <a:moveTo>
                  <a:pt x="628650" y="714375"/>
                </a:moveTo>
                <a:lnTo>
                  <a:pt x="685800" y="714375"/>
                </a:lnTo>
                <a:lnTo>
                  <a:pt x="685800" y="752475"/>
                </a:lnTo>
                <a:lnTo>
                  <a:pt x="676275" y="752475"/>
                </a:lnTo>
                <a:lnTo>
                  <a:pt x="676275" y="742950"/>
                </a:lnTo>
                <a:lnTo>
                  <a:pt x="666750" y="742950"/>
                </a:lnTo>
                <a:lnTo>
                  <a:pt x="666750" y="733425"/>
                </a:lnTo>
                <a:lnTo>
                  <a:pt x="657225" y="733425"/>
                </a:lnTo>
                <a:lnTo>
                  <a:pt x="657225" y="752475"/>
                </a:lnTo>
                <a:lnTo>
                  <a:pt x="647700" y="752475"/>
                </a:lnTo>
                <a:lnTo>
                  <a:pt x="647700" y="723900"/>
                </a:lnTo>
                <a:lnTo>
                  <a:pt x="628650" y="723900"/>
                </a:lnTo>
                <a:close/>
                <a:moveTo>
                  <a:pt x="723900" y="714375"/>
                </a:moveTo>
                <a:lnTo>
                  <a:pt x="781050" y="714375"/>
                </a:lnTo>
                <a:lnTo>
                  <a:pt x="781050" y="723900"/>
                </a:lnTo>
                <a:lnTo>
                  <a:pt x="771525" y="723900"/>
                </a:lnTo>
                <a:lnTo>
                  <a:pt x="771525" y="733425"/>
                </a:lnTo>
                <a:lnTo>
                  <a:pt x="762000" y="733425"/>
                </a:lnTo>
                <a:lnTo>
                  <a:pt x="762000" y="742950"/>
                </a:lnTo>
                <a:lnTo>
                  <a:pt x="752475" y="742950"/>
                </a:lnTo>
                <a:lnTo>
                  <a:pt x="752475" y="723900"/>
                </a:lnTo>
                <a:lnTo>
                  <a:pt x="742950" y="723900"/>
                </a:lnTo>
                <a:lnTo>
                  <a:pt x="742950" y="762000"/>
                </a:lnTo>
                <a:lnTo>
                  <a:pt x="733425" y="762000"/>
                </a:lnTo>
                <a:lnTo>
                  <a:pt x="733425" y="752475"/>
                </a:lnTo>
                <a:lnTo>
                  <a:pt x="714375" y="752475"/>
                </a:lnTo>
                <a:lnTo>
                  <a:pt x="714375" y="742950"/>
                </a:lnTo>
                <a:lnTo>
                  <a:pt x="704850" y="742950"/>
                </a:lnTo>
                <a:lnTo>
                  <a:pt x="704850" y="733425"/>
                </a:lnTo>
                <a:lnTo>
                  <a:pt x="733425" y="733425"/>
                </a:lnTo>
                <a:lnTo>
                  <a:pt x="733425" y="723900"/>
                </a:lnTo>
                <a:lnTo>
                  <a:pt x="723900" y="723900"/>
                </a:lnTo>
                <a:close/>
                <a:moveTo>
                  <a:pt x="809625" y="714375"/>
                </a:moveTo>
                <a:lnTo>
                  <a:pt x="819150" y="714375"/>
                </a:lnTo>
                <a:lnTo>
                  <a:pt x="819150" y="723900"/>
                </a:lnTo>
                <a:lnTo>
                  <a:pt x="857250" y="723900"/>
                </a:lnTo>
                <a:lnTo>
                  <a:pt x="857250" y="733425"/>
                </a:lnTo>
                <a:lnTo>
                  <a:pt x="828675" y="733425"/>
                </a:lnTo>
                <a:lnTo>
                  <a:pt x="828675" y="742950"/>
                </a:lnTo>
                <a:lnTo>
                  <a:pt x="838200" y="742950"/>
                </a:lnTo>
                <a:lnTo>
                  <a:pt x="838200" y="752475"/>
                </a:lnTo>
                <a:lnTo>
                  <a:pt x="819150" y="752475"/>
                </a:lnTo>
                <a:lnTo>
                  <a:pt x="819150" y="762000"/>
                </a:lnTo>
                <a:lnTo>
                  <a:pt x="762000" y="762000"/>
                </a:lnTo>
                <a:lnTo>
                  <a:pt x="762000" y="752475"/>
                </a:lnTo>
                <a:lnTo>
                  <a:pt x="781050" y="752475"/>
                </a:lnTo>
                <a:lnTo>
                  <a:pt x="781050" y="742950"/>
                </a:lnTo>
                <a:lnTo>
                  <a:pt x="771525" y="742950"/>
                </a:lnTo>
                <a:lnTo>
                  <a:pt x="771525" y="733425"/>
                </a:lnTo>
                <a:lnTo>
                  <a:pt x="781050" y="733425"/>
                </a:lnTo>
                <a:lnTo>
                  <a:pt x="781050" y="742950"/>
                </a:lnTo>
                <a:lnTo>
                  <a:pt x="790575" y="742950"/>
                </a:lnTo>
                <a:lnTo>
                  <a:pt x="790575" y="752475"/>
                </a:lnTo>
                <a:lnTo>
                  <a:pt x="809625" y="752475"/>
                </a:lnTo>
                <a:close/>
                <a:moveTo>
                  <a:pt x="276225" y="723900"/>
                </a:moveTo>
                <a:lnTo>
                  <a:pt x="285750" y="723900"/>
                </a:lnTo>
                <a:lnTo>
                  <a:pt x="285750" y="733425"/>
                </a:lnTo>
                <a:lnTo>
                  <a:pt x="276225" y="733425"/>
                </a:lnTo>
                <a:close/>
                <a:moveTo>
                  <a:pt x="390525" y="723900"/>
                </a:moveTo>
                <a:lnTo>
                  <a:pt x="400050" y="723900"/>
                </a:lnTo>
                <a:lnTo>
                  <a:pt x="400050" y="733425"/>
                </a:lnTo>
                <a:lnTo>
                  <a:pt x="409575" y="733425"/>
                </a:lnTo>
                <a:lnTo>
                  <a:pt x="409575" y="742950"/>
                </a:lnTo>
                <a:lnTo>
                  <a:pt x="400050" y="742950"/>
                </a:lnTo>
                <a:lnTo>
                  <a:pt x="400050" y="752475"/>
                </a:lnTo>
                <a:lnTo>
                  <a:pt x="390525" y="752475"/>
                </a:lnTo>
                <a:close/>
                <a:moveTo>
                  <a:pt x="266700" y="733425"/>
                </a:moveTo>
                <a:lnTo>
                  <a:pt x="276225" y="733425"/>
                </a:lnTo>
                <a:lnTo>
                  <a:pt x="276225" y="752475"/>
                </a:lnTo>
                <a:lnTo>
                  <a:pt x="285750" y="752475"/>
                </a:lnTo>
                <a:lnTo>
                  <a:pt x="285750" y="781050"/>
                </a:lnTo>
                <a:lnTo>
                  <a:pt x="295275" y="781050"/>
                </a:lnTo>
                <a:lnTo>
                  <a:pt x="295275" y="800100"/>
                </a:lnTo>
                <a:lnTo>
                  <a:pt x="285750" y="800100"/>
                </a:lnTo>
                <a:lnTo>
                  <a:pt x="285750" y="790575"/>
                </a:lnTo>
                <a:lnTo>
                  <a:pt x="257175" y="790575"/>
                </a:lnTo>
                <a:lnTo>
                  <a:pt x="257175" y="781050"/>
                </a:lnTo>
                <a:lnTo>
                  <a:pt x="266700" y="781050"/>
                </a:lnTo>
                <a:lnTo>
                  <a:pt x="266700" y="771525"/>
                </a:lnTo>
                <a:lnTo>
                  <a:pt x="257175" y="771525"/>
                </a:lnTo>
                <a:lnTo>
                  <a:pt x="257175" y="752475"/>
                </a:lnTo>
                <a:lnTo>
                  <a:pt x="266700" y="752475"/>
                </a:lnTo>
                <a:close/>
                <a:moveTo>
                  <a:pt x="876300" y="733425"/>
                </a:moveTo>
                <a:lnTo>
                  <a:pt x="914400" y="733425"/>
                </a:lnTo>
                <a:lnTo>
                  <a:pt x="914400" y="742950"/>
                </a:lnTo>
                <a:lnTo>
                  <a:pt x="885825" y="742950"/>
                </a:lnTo>
                <a:lnTo>
                  <a:pt x="885825" y="752475"/>
                </a:lnTo>
                <a:lnTo>
                  <a:pt x="895350" y="752475"/>
                </a:lnTo>
                <a:lnTo>
                  <a:pt x="895350" y="771525"/>
                </a:lnTo>
                <a:lnTo>
                  <a:pt x="904875" y="771525"/>
                </a:lnTo>
                <a:lnTo>
                  <a:pt x="904875" y="762000"/>
                </a:lnTo>
                <a:lnTo>
                  <a:pt x="914400" y="762000"/>
                </a:lnTo>
                <a:lnTo>
                  <a:pt x="914400" y="781050"/>
                </a:lnTo>
                <a:lnTo>
                  <a:pt x="923925" y="781050"/>
                </a:lnTo>
                <a:lnTo>
                  <a:pt x="923925" y="809625"/>
                </a:lnTo>
                <a:lnTo>
                  <a:pt x="904875" y="809625"/>
                </a:lnTo>
                <a:lnTo>
                  <a:pt x="904875" y="800100"/>
                </a:lnTo>
                <a:lnTo>
                  <a:pt x="895350" y="800100"/>
                </a:lnTo>
                <a:lnTo>
                  <a:pt x="895350" y="781050"/>
                </a:lnTo>
                <a:lnTo>
                  <a:pt x="885825" y="781050"/>
                </a:lnTo>
                <a:lnTo>
                  <a:pt x="885825" y="762000"/>
                </a:lnTo>
                <a:lnTo>
                  <a:pt x="876300" y="762000"/>
                </a:lnTo>
                <a:lnTo>
                  <a:pt x="876300" y="771525"/>
                </a:lnTo>
                <a:lnTo>
                  <a:pt x="857250" y="771525"/>
                </a:lnTo>
                <a:lnTo>
                  <a:pt x="857250" y="752475"/>
                </a:lnTo>
                <a:lnTo>
                  <a:pt x="847725" y="752475"/>
                </a:lnTo>
                <a:lnTo>
                  <a:pt x="847725" y="742950"/>
                </a:lnTo>
                <a:lnTo>
                  <a:pt x="876300" y="742950"/>
                </a:lnTo>
                <a:close/>
                <a:moveTo>
                  <a:pt x="1114425" y="733425"/>
                </a:moveTo>
                <a:lnTo>
                  <a:pt x="1133475" y="733425"/>
                </a:lnTo>
                <a:lnTo>
                  <a:pt x="1133475" y="742950"/>
                </a:lnTo>
                <a:lnTo>
                  <a:pt x="1143000" y="742950"/>
                </a:lnTo>
                <a:lnTo>
                  <a:pt x="1143000" y="762000"/>
                </a:lnTo>
                <a:lnTo>
                  <a:pt x="1133475" y="762000"/>
                </a:lnTo>
                <a:lnTo>
                  <a:pt x="1133475" y="781050"/>
                </a:lnTo>
                <a:lnTo>
                  <a:pt x="1123950" y="781050"/>
                </a:lnTo>
                <a:lnTo>
                  <a:pt x="1123950" y="809625"/>
                </a:lnTo>
                <a:lnTo>
                  <a:pt x="1114425" y="809625"/>
                </a:lnTo>
                <a:lnTo>
                  <a:pt x="1114425" y="790575"/>
                </a:lnTo>
                <a:lnTo>
                  <a:pt x="1104900" y="790575"/>
                </a:lnTo>
                <a:lnTo>
                  <a:pt x="1104900" y="781050"/>
                </a:lnTo>
                <a:lnTo>
                  <a:pt x="1095375" y="781050"/>
                </a:lnTo>
                <a:lnTo>
                  <a:pt x="1095375" y="771525"/>
                </a:lnTo>
                <a:lnTo>
                  <a:pt x="1123950" y="771525"/>
                </a:lnTo>
                <a:lnTo>
                  <a:pt x="1123950" y="752475"/>
                </a:lnTo>
                <a:lnTo>
                  <a:pt x="1114425" y="752475"/>
                </a:lnTo>
                <a:close/>
                <a:moveTo>
                  <a:pt x="9525" y="742950"/>
                </a:moveTo>
                <a:lnTo>
                  <a:pt x="38100" y="742950"/>
                </a:lnTo>
                <a:lnTo>
                  <a:pt x="38100" y="762000"/>
                </a:lnTo>
                <a:lnTo>
                  <a:pt x="28575" y="762000"/>
                </a:lnTo>
                <a:lnTo>
                  <a:pt x="28575" y="752475"/>
                </a:lnTo>
                <a:lnTo>
                  <a:pt x="9525" y="752475"/>
                </a:lnTo>
                <a:close/>
                <a:moveTo>
                  <a:pt x="161925" y="742950"/>
                </a:moveTo>
                <a:lnTo>
                  <a:pt x="171450" y="742950"/>
                </a:lnTo>
                <a:lnTo>
                  <a:pt x="171450" y="752475"/>
                </a:lnTo>
                <a:lnTo>
                  <a:pt x="180975" y="752475"/>
                </a:lnTo>
                <a:lnTo>
                  <a:pt x="180975" y="762000"/>
                </a:lnTo>
                <a:lnTo>
                  <a:pt x="161925" y="762000"/>
                </a:lnTo>
                <a:close/>
                <a:moveTo>
                  <a:pt x="409575" y="742950"/>
                </a:moveTo>
                <a:lnTo>
                  <a:pt x="419100" y="742950"/>
                </a:lnTo>
                <a:lnTo>
                  <a:pt x="419100" y="762000"/>
                </a:lnTo>
                <a:lnTo>
                  <a:pt x="409575" y="762000"/>
                </a:lnTo>
                <a:close/>
                <a:moveTo>
                  <a:pt x="914400" y="742950"/>
                </a:moveTo>
                <a:lnTo>
                  <a:pt x="942975" y="742950"/>
                </a:lnTo>
                <a:lnTo>
                  <a:pt x="942975" y="752475"/>
                </a:lnTo>
                <a:lnTo>
                  <a:pt x="914400" y="752475"/>
                </a:lnTo>
                <a:close/>
                <a:moveTo>
                  <a:pt x="1047750" y="742950"/>
                </a:moveTo>
                <a:lnTo>
                  <a:pt x="1066800" y="742950"/>
                </a:lnTo>
                <a:lnTo>
                  <a:pt x="1066800" y="752475"/>
                </a:lnTo>
                <a:lnTo>
                  <a:pt x="1047750" y="752475"/>
                </a:lnTo>
                <a:close/>
                <a:moveTo>
                  <a:pt x="371475" y="752475"/>
                </a:moveTo>
                <a:lnTo>
                  <a:pt x="381000" y="752475"/>
                </a:lnTo>
                <a:lnTo>
                  <a:pt x="381000" y="762000"/>
                </a:lnTo>
                <a:lnTo>
                  <a:pt x="390525" y="762000"/>
                </a:lnTo>
                <a:lnTo>
                  <a:pt x="390525" y="790575"/>
                </a:lnTo>
                <a:lnTo>
                  <a:pt x="381000" y="790575"/>
                </a:lnTo>
                <a:lnTo>
                  <a:pt x="381000" y="781050"/>
                </a:lnTo>
                <a:lnTo>
                  <a:pt x="361950" y="781050"/>
                </a:lnTo>
                <a:lnTo>
                  <a:pt x="361950" y="762000"/>
                </a:lnTo>
                <a:lnTo>
                  <a:pt x="371475" y="762000"/>
                </a:lnTo>
                <a:close/>
                <a:moveTo>
                  <a:pt x="514350" y="752475"/>
                </a:moveTo>
                <a:lnTo>
                  <a:pt x="523875" y="752475"/>
                </a:lnTo>
                <a:lnTo>
                  <a:pt x="523875" y="762000"/>
                </a:lnTo>
                <a:lnTo>
                  <a:pt x="533400" y="762000"/>
                </a:lnTo>
                <a:lnTo>
                  <a:pt x="533400" y="771525"/>
                </a:lnTo>
                <a:lnTo>
                  <a:pt x="523875" y="771525"/>
                </a:lnTo>
                <a:lnTo>
                  <a:pt x="523875" y="790575"/>
                </a:lnTo>
                <a:lnTo>
                  <a:pt x="514350" y="790575"/>
                </a:lnTo>
                <a:lnTo>
                  <a:pt x="514350" y="781050"/>
                </a:lnTo>
                <a:lnTo>
                  <a:pt x="504825" y="781050"/>
                </a:lnTo>
                <a:lnTo>
                  <a:pt x="504825" y="762000"/>
                </a:lnTo>
                <a:lnTo>
                  <a:pt x="514350" y="762000"/>
                </a:lnTo>
                <a:close/>
                <a:moveTo>
                  <a:pt x="314325" y="762000"/>
                </a:moveTo>
                <a:lnTo>
                  <a:pt x="333375" y="762000"/>
                </a:lnTo>
                <a:lnTo>
                  <a:pt x="333375" y="771525"/>
                </a:lnTo>
                <a:lnTo>
                  <a:pt x="352425" y="771525"/>
                </a:lnTo>
                <a:lnTo>
                  <a:pt x="352425" y="781050"/>
                </a:lnTo>
                <a:lnTo>
                  <a:pt x="361950" y="781050"/>
                </a:lnTo>
                <a:lnTo>
                  <a:pt x="361950" y="790575"/>
                </a:lnTo>
                <a:lnTo>
                  <a:pt x="352425" y="790575"/>
                </a:lnTo>
                <a:lnTo>
                  <a:pt x="352425" y="800100"/>
                </a:lnTo>
                <a:lnTo>
                  <a:pt x="333375" y="800100"/>
                </a:lnTo>
                <a:lnTo>
                  <a:pt x="333375" y="809625"/>
                </a:lnTo>
                <a:lnTo>
                  <a:pt x="323850" y="809625"/>
                </a:lnTo>
                <a:lnTo>
                  <a:pt x="323850" y="790575"/>
                </a:lnTo>
                <a:lnTo>
                  <a:pt x="314325" y="790575"/>
                </a:lnTo>
                <a:close/>
                <a:moveTo>
                  <a:pt x="428625" y="762000"/>
                </a:moveTo>
                <a:lnTo>
                  <a:pt x="438150" y="762000"/>
                </a:lnTo>
                <a:lnTo>
                  <a:pt x="438150" y="781050"/>
                </a:lnTo>
                <a:lnTo>
                  <a:pt x="428625" y="781050"/>
                </a:lnTo>
                <a:close/>
                <a:moveTo>
                  <a:pt x="638175" y="762000"/>
                </a:moveTo>
                <a:lnTo>
                  <a:pt x="647700" y="762000"/>
                </a:lnTo>
                <a:lnTo>
                  <a:pt x="647700" y="790575"/>
                </a:lnTo>
                <a:lnTo>
                  <a:pt x="638175" y="790575"/>
                </a:lnTo>
                <a:lnTo>
                  <a:pt x="638175" y="800100"/>
                </a:lnTo>
                <a:lnTo>
                  <a:pt x="628650" y="800100"/>
                </a:lnTo>
                <a:lnTo>
                  <a:pt x="628650" y="790575"/>
                </a:lnTo>
                <a:lnTo>
                  <a:pt x="619125" y="790575"/>
                </a:lnTo>
                <a:lnTo>
                  <a:pt x="619125" y="771525"/>
                </a:lnTo>
                <a:lnTo>
                  <a:pt x="638175" y="771525"/>
                </a:lnTo>
                <a:close/>
                <a:moveTo>
                  <a:pt x="942975" y="762000"/>
                </a:moveTo>
                <a:lnTo>
                  <a:pt x="952500" y="762000"/>
                </a:lnTo>
                <a:lnTo>
                  <a:pt x="952500" y="771525"/>
                </a:lnTo>
                <a:lnTo>
                  <a:pt x="942975" y="771525"/>
                </a:lnTo>
                <a:close/>
                <a:moveTo>
                  <a:pt x="66675" y="771525"/>
                </a:moveTo>
                <a:lnTo>
                  <a:pt x="76200" y="771525"/>
                </a:lnTo>
                <a:lnTo>
                  <a:pt x="76200" y="781050"/>
                </a:lnTo>
                <a:lnTo>
                  <a:pt x="66675" y="781050"/>
                </a:lnTo>
                <a:close/>
                <a:moveTo>
                  <a:pt x="133350" y="771525"/>
                </a:moveTo>
                <a:lnTo>
                  <a:pt x="142875" y="771525"/>
                </a:lnTo>
                <a:lnTo>
                  <a:pt x="142875" y="790575"/>
                </a:lnTo>
                <a:lnTo>
                  <a:pt x="133350" y="790575"/>
                </a:lnTo>
                <a:close/>
                <a:moveTo>
                  <a:pt x="190500" y="771525"/>
                </a:moveTo>
                <a:lnTo>
                  <a:pt x="209550" y="771525"/>
                </a:lnTo>
                <a:lnTo>
                  <a:pt x="209550" y="781050"/>
                </a:lnTo>
                <a:lnTo>
                  <a:pt x="219075" y="781050"/>
                </a:lnTo>
                <a:lnTo>
                  <a:pt x="219075" y="790575"/>
                </a:lnTo>
                <a:lnTo>
                  <a:pt x="209550" y="790575"/>
                </a:lnTo>
                <a:lnTo>
                  <a:pt x="209550" y="809625"/>
                </a:lnTo>
                <a:lnTo>
                  <a:pt x="190500" y="809625"/>
                </a:lnTo>
                <a:close/>
                <a:moveTo>
                  <a:pt x="542925" y="771525"/>
                </a:moveTo>
                <a:lnTo>
                  <a:pt x="571500" y="771525"/>
                </a:lnTo>
                <a:lnTo>
                  <a:pt x="571500" y="809625"/>
                </a:lnTo>
                <a:lnTo>
                  <a:pt x="552450" y="809625"/>
                </a:lnTo>
                <a:lnTo>
                  <a:pt x="552450" y="800100"/>
                </a:lnTo>
                <a:lnTo>
                  <a:pt x="533400" y="800100"/>
                </a:lnTo>
                <a:lnTo>
                  <a:pt x="533400" y="790575"/>
                </a:lnTo>
                <a:lnTo>
                  <a:pt x="542925" y="790575"/>
                </a:lnTo>
                <a:close/>
                <a:moveTo>
                  <a:pt x="771525" y="771525"/>
                </a:moveTo>
                <a:lnTo>
                  <a:pt x="781050" y="771525"/>
                </a:lnTo>
                <a:lnTo>
                  <a:pt x="781050" y="781050"/>
                </a:lnTo>
                <a:lnTo>
                  <a:pt x="771525" y="781050"/>
                </a:lnTo>
                <a:close/>
                <a:moveTo>
                  <a:pt x="809625" y="771525"/>
                </a:moveTo>
                <a:lnTo>
                  <a:pt x="828675" y="771525"/>
                </a:lnTo>
                <a:lnTo>
                  <a:pt x="828675" y="790575"/>
                </a:lnTo>
                <a:lnTo>
                  <a:pt x="866775" y="790575"/>
                </a:lnTo>
                <a:lnTo>
                  <a:pt x="866775" y="800100"/>
                </a:lnTo>
                <a:lnTo>
                  <a:pt x="876300" y="800100"/>
                </a:lnTo>
                <a:lnTo>
                  <a:pt x="876300" y="809625"/>
                </a:lnTo>
                <a:lnTo>
                  <a:pt x="838200" y="809625"/>
                </a:lnTo>
                <a:lnTo>
                  <a:pt x="838200" y="800100"/>
                </a:lnTo>
                <a:lnTo>
                  <a:pt x="828675" y="800100"/>
                </a:lnTo>
                <a:lnTo>
                  <a:pt x="828675" y="809625"/>
                </a:lnTo>
                <a:lnTo>
                  <a:pt x="800100" y="809625"/>
                </a:lnTo>
                <a:lnTo>
                  <a:pt x="800100" y="800100"/>
                </a:lnTo>
                <a:lnTo>
                  <a:pt x="790575" y="800100"/>
                </a:lnTo>
                <a:lnTo>
                  <a:pt x="790575" y="809625"/>
                </a:lnTo>
                <a:lnTo>
                  <a:pt x="771525" y="809625"/>
                </a:lnTo>
                <a:lnTo>
                  <a:pt x="771525" y="790575"/>
                </a:lnTo>
                <a:lnTo>
                  <a:pt x="809625" y="790575"/>
                </a:lnTo>
                <a:close/>
                <a:moveTo>
                  <a:pt x="1143000" y="771525"/>
                </a:moveTo>
                <a:lnTo>
                  <a:pt x="1171575" y="771525"/>
                </a:lnTo>
                <a:lnTo>
                  <a:pt x="1171575" y="790575"/>
                </a:lnTo>
                <a:lnTo>
                  <a:pt x="1152525" y="790575"/>
                </a:lnTo>
                <a:lnTo>
                  <a:pt x="1152525" y="800100"/>
                </a:lnTo>
                <a:lnTo>
                  <a:pt x="1143000" y="800100"/>
                </a:lnTo>
                <a:close/>
                <a:moveTo>
                  <a:pt x="114300" y="781050"/>
                </a:moveTo>
                <a:lnTo>
                  <a:pt x="123825" y="781050"/>
                </a:lnTo>
                <a:lnTo>
                  <a:pt x="123825" y="800100"/>
                </a:lnTo>
                <a:lnTo>
                  <a:pt x="114300" y="800100"/>
                </a:lnTo>
                <a:lnTo>
                  <a:pt x="114300" y="809625"/>
                </a:lnTo>
                <a:lnTo>
                  <a:pt x="85725" y="809625"/>
                </a:lnTo>
                <a:lnTo>
                  <a:pt x="85725" y="800100"/>
                </a:lnTo>
                <a:lnTo>
                  <a:pt x="95250" y="800100"/>
                </a:lnTo>
                <a:lnTo>
                  <a:pt x="95250" y="790575"/>
                </a:lnTo>
                <a:lnTo>
                  <a:pt x="114300" y="790575"/>
                </a:lnTo>
                <a:close/>
                <a:moveTo>
                  <a:pt x="152400" y="781050"/>
                </a:moveTo>
                <a:lnTo>
                  <a:pt x="161925" y="781050"/>
                </a:lnTo>
                <a:lnTo>
                  <a:pt x="161925" y="800100"/>
                </a:lnTo>
                <a:lnTo>
                  <a:pt x="152400" y="800100"/>
                </a:lnTo>
                <a:close/>
                <a:moveTo>
                  <a:pt x="447675" y="781050"/>
                </a:moveTo>
                <a:lnTo>
                  <a:pt x="457200" y="781050"/>
                </a:lnTo>
                <a:lnTo>
                  <a:pt x="457200" y="790575"/>
                </a:lnTo>
                <a:lnTo>
                  <a:pt x="447675" y="790575"/>
                </a:lnTo>
                <a:close/>
                <a:moveTo>
                  <a:pt x="704850" y="781050"/>
                </a:moveTo>
                <a:lnTo>
                  <a:pt x="723900" y="781050"/>
                </a:lnTo>
                <a:lnTo>
                  <a:pt x="723900" y="790575"/>
                </a:lnTo>
                <a:lnTo>
                  <a:pt x="704850" y="790575"/>
                </a:lnTo>
                <a:close/>
                <a:moveTo>
                  <a:pt x="581025" y="790575"/>
                </a:moveTo>
                <a:lnTo>
                  <a:pt x="590550" y="790575"/>
                </a:lnTo>
                <a:lnTo>
                  <a:pt x="590550" y="809625"/>
                </a:lnTo>
                <a:lnTo>
                  <a:pt x="581025" y="809625"/>
                </a:lnTo>
                <a:close/>
                <a:moveTo>
                  <a:pt x="981075" y="790575"/>
                </a:moveTo>
                <a:lnTo>
                  <a:pt x="1009650" y="790575"/>
                </a:lnTo>
                <a:lnTo>
                  <a:pt x="1009650" y="800100"/>
                </a:lnTo>
                <a:lnTo>
                  <a:pt x="990600" y="800100"/>
                </a:lnTo>
                <a:lnTo>
                  <a:pt x="990600" y="809625"/>
                </a:lnTo>
                <a:lnTo>
                  <a:pt x="981075" y="809625"/>
                </a:lnTo>
                <a:close/>
                <a:moveTo>
                  <a:pt x="1019175" y="790575"/>
                </a:moveTo>
                <a:lnTo>
                  <a:pt x="1066800" y="790575"/>
                </a:lnTo>
                <a:lnTo>
                  <a:pt x="1066800" y="809625"/>
                </a:lnTo>
                <a:lnTo>
                  <a:pt x="1038225" y="809625"/>
                </a:lnTo>
                <a:lnTo>
                  <a:pt x="1038225" y="800100"/>
                </a:lnTo>
                <a:lnTo>
                  <a:pt x="1019175" y="800100"/>
                </a:lnTo>
                <a:close/>
                <a:moveTo>
                  <a:pt x="142875" y="800100"/>
                </a:moveTo>
                <a:lnTo>
                  <a:pt x="152400" y="800100"/>
                </a:lnTo>
                <a:lnTo>
                  <a:pt x="152400" y="809625"/>
                </a:lnTo>
                <a:lnTo>
                  <a:pt x="142875" y="809625"/>
                </a:lnTo>
                <a:close/>
                <a:moveTo>
                  <a:pt x="171450" y="800100"/>
                </a:moveTo>
                <a:lnTo>
                  <a:pt x="180975" y="800100"/>
                </a:lnTo>
                <a:lnTo>
                  <a:pt x="180975" y="809625"/>
                </a:lnTo>
                <a:lnTo>
                  <a:pt x="171450" y="809625"/>
                </a:lnTo>
                <a:close/>
                <a:moveTo>
                  <a:pt x="247650" y="800100"/>
                </a:moveTo>
                <a:lnTo>
                  <a:pt x="257175" y="800100"/>
                </a:lnTo>
                <a:lnTo>
                  <a:pt x="257175" y="809625"/>
                </a:lnTo>
                <a:lnTo>
                  <a:pt x="247650" y="809625"/>
                </a:lnTo>
                <a:close/>
                <a:moveTo>
                  <a:pt x="523875" y="800100"/>
                </a:moveTo>
                <a:lnTo>
                  <a:pt x="533400" y="800100"/>
                </a:lnTo>
                <a:lnTo>
                  <a:pt x="533400" y="809625"/>
                </a:lnTo>
                <a:lnTo>
                  <a:pt x="523875" y="809625"/>
                </a:lnTo>
                <a:close/>
                <a:moveTo>
                  <a:pt x="742950" y="800100"/>
                </a:moveTo>
                <a:lnTo>
                  <a:pt x="762000" y="800100"/>
                </a:lnTo>
                <a:lnTo>
                  <a:pt x="762000" y="809625"/>
                </a:lnTo>
                <a:lnTo>
                  <a:pt x="742950" y="809625"/>
                </a:lnTo>
                <a:close/>
                <a:moveTo>
                  <a:pt x="952500" y="800100"/>
                </a:moveTo>
                <a:lnTo>
                  <a:pt x="962025" y="800100"/>
                </a:lnTo>
                <a:lnTo>
                  <a:pt x="962025" y="809625"/>
                </a:lnTo>
                <a:lnTo>
                  <a:pt x="952500" y="809625"/>
                </a:lnTo>
                <a:close/>
              </a:path>
            </a:pathLst>
          </a:custGeom>
          <a:solidFill xmlns:a="http://schemas.openxmlformats.org/drawingml/2006/main">
            <a:srgbClr val="F8F8F3"/>
          </a:solidFill>
          <a:ln xmlns:a="http://schemas.openxmlformats.org/drawingml/2006/main" w="0">
            <a:noFill/>
          </a:ln>
        </p:spPr>
      </p:sp>
      <p:sp>
        <p:nvSpPr>
          <p:cNvPr id="24" name="v00 vector #f8f8f1">
            <a:extLst xmlns:a="http://schemas.openxmlformats.org/drawingml/2006/main">
              <a:ext uri="{FF2B5EF4-FFF2-40B4-BE49-F238E27FC236}">
                <a16:creationId xmlns:a16="http://schemas.microsoft.com/office/drawing/2014/main" id="{E0601C1A-C22E-4428-BB0C-F8DBDF31E0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5350" y="2362200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333375" y="9525"/>
                </a:moveTo>
                <a:lnTo>
                  <a:pt x="342900" y="9525"/>
                </a:lnTo>
                <a:lnTo>
                  <a:pt x="342900" y="19050"/>
                </a:lnTo>
                <a:lnTo>
                  <a:pt x="333375" y="19050"/>
                </a:lnTo>
                <a:close/>
                <a:moveTo>
                  <a:pt x="1104900" y="9525"/>
                </a:moveTo>
                <a:lnTo>
                  <a:pt x="1114425" y="9525"/>
                </a:lnTo>
                <a:lnTo>
                  <a:pt x="1114425" y="19050"/>
                </a:lnTo>
                <a:lnTo>
                  <a:pt x="1104900" y="19050"/>
                </a:lnTo>
                <a:close/>
                <a:moveTo>
                  <a:pt x="1095375" y="19050"/>
                </a:moveTo>
                <a:lnTo>
                  <a:pt x="1104900" y="19050"/>
                </a:lnTo>
                <a:lnTo>
                  <a:pt x="1104900" y="28575"/>
                </a:lnTo>
                <a:lnTo>
                  <a:pt x="1095375" y="28575"/>
                </a:lnTo>
                <a:close/>
                <a:moveTo>
                  <a:pt x="638175" y="76200"/>
                </a:moveTo>
                <a:lnTo>
                  <a:pt x="647700" y="76200"/>
                </a:lnTo>
                <a:lnTo>
                  <a:pt x="647700" y="85725"/>
                </a:lnTo>
                <a:lnTo>
                  <a:pt x="638175" y="85725"/>
                </a:lnTo>
                <a:close/>
                <a:moveTo>
                  <a:pt x="676275" y="85725"/>
                </a:moveTo>
                <a:lnTo>
                  <a:pt x="685800" y="85725"/>
                </a:lnTo>
                <a:lnTo>
                  <a:pt x="685800" y="95250"/>
                </a:lnTo>
                <a:lnTo>
                  <a:pt x="676275" y="95250"/>
                </a:lnTo>
                <a:close/>
                <a:moveTo>
                  <a:pt x="733425" y="133350"/>
                </a:moveTo>
                <a:lnTo>
                  <a:pt x="742950" y="133350"/>
                </a:lnTo>
                <a:lnTo>
                  <a:pt x="742950" y="142875"/>
                </a:lnTo>
                <a:lnTo>
                  <a:pt x="733425" y="142875"/>
                </a:lnTo>
                <a:close/>
                <a:moveTo>
                  <a:pt x="695325" y="190500"/>
                </a:moveTo>
                <a:lnTo>
                  <a:pt x="704850" y="190500"/>
                </a:lnTo>
                <a:lnTo>
                  <a:pt x="704850" y="209550"/>
                </a:lnTo>
                <a:lnTo>
                  <a:pt x="695325" y="209550"/>
                </a:lnTo>
                <a:close/>
                <a:moveTo>
                  <a:pt x="647700" y="209550"/>
                </a:moveTo>
                <a:lnTo>
                  <a:pt x="666750" y="209550"/>
                </a:lnTo>
                <a:lnTo>
                  <a:pt x="666750" y="228600"/>
                </a:lnTo>
                <a:lnTo>
                  <a:pt x="638175" y="228600"/>
                </a:lnTo>
                <a:lnTo>
                  <a:pt x="638175" y="219075"/>
                </a:lnTo>
                <a:lnTo>
                  <a:pt x="647700" y="219075"/>
                </a:lnTo>
                <a:close/>
                <a:moveTo>
                  <a:pt x="619125" y="219075"/>
                </a:moveTo>
                <a:lnTo>
                  <a:pt x="628650" y="219075"/>
                </a:lnTo>
                <a:lnTo>
                  <a:pt x="628650" y="228600"/>
                </a:lnTo>
                <a:lnTo>
                  <a:pt x="619125" y="228600"/>
                </a:lnTo>
                <a:close/>
                <a:moveTo>
                  <a:pt x="704850" y="219075"/>
                </a:moveTo>
                <a:lnTo>
                  <a:pt x="714375" y="219075"/>
                </a:lnTo>
                <a:lnTo>
                  <a:pt x="714375" y="228600"/>
                </a:lnTo>
                <a:lnTo>
                  <a:pt x="704850" y="228600"/>
                </a:lnTo>
                <a:close/>
                <a:moveTo>
                  <a:pt x="762000" y="219075"/>
                </a:moveTo>
                <a:lnTo>
                  <a:pt x="781050" y="219075"/>
                </a:lnTo>
                <a:lnTo>
                  <a:pt x="781050" y="228600"/>
                </a:lnTo>
                <a:lnTo>
                  <a:pt x="771525" y="228600"/>
                </a:lnTo>
                <a:lnTo>
                  <a:pt x="771525" y="238125"/>
                </a:lnTo>
                <a:lnTo>
                  <a:pt x="762000" y="238125"/>
                </a:lnTo>
                <a:lnTo>
                  <a:pt x="762000" y="247650"/>
                </a:lnTo>
                <a:lnTo>
                  <a:pt x="752475" y="247650"/>
                </a:lnTo>
                <a:lnTo>
                  <a:pt x="752475" y="228600"/>
                </a:lnTo>
                <a:lnTo>
                  <a:pt x="762000" y="228600"/>
                </a:lnTo>
                <a:close/>
                <a:moveTo>
                  <a:pt x="742950" y="247650"/>
                </a:moveTo>
                <a:lnTo>
                  <a:pt x="752475" y="247650"/>
                </a:lnTo>
                <a:lnTo>
                  <a:pt x="752475" y="266700"/>
                </a:lnTo>
                <a:lnTo>
                  <a:pt x="742950" y="266700"/>
                </a:lnTo>
                <a:close/>
                <a:moveTo>
                  <a:pt x="504825" y="342900"/>
                </a:moveTo>
                <a:lnTo>
                  <a:pt x="523875" y="342900"/>
                </a:lnTo>
                <a:lnTo>
                  <a:pt x="523875" y="371475"/>
                </a:lnTo>
                <a:lnTo>
                  <a:pt x="514350" y="371475"/>
                </a:lnTo>
                <a:lnTo>
                  <a:pt x="514350" y="390525"/>
                </a:lnTo>
                <a:lnTo>
                  <a:pt x="485775" y="390525"/>
                </a:lnTo>
                <a:lnTo>
                  <a:pt x="485775" y="428625"/>
                </a:lnTo>
                <a:lnTo>
                  <a:pt x="495300" y="428625"/>
                </a:lnTo>
                <a:lnTo>
                  <a:pt x="495300" y="447675"/>
                </a:lnTo>
                <a:lnTo>
                  <a:pt x="485775" y="447675"/>
                </a:lnTo>
                <a:lnTo>
                  <a:pt x="485775" y="457200"/>
                </a:lnTo>
                <a:lnTo>
                  <a:pt x="457200" y="457200"/>
                </a:lnTo>
                <a:lnTo>
                  <a:pt x="457200" y="438150"/>
                </a:lnTo>
                <a:lnTo>
                  <a:pt x="447675" y="438150"/>
                </a:lnTo>
                <a:lnTo>
                  <a:pt x="447675" y="400050"/>
                </a:lnTo>
                <a:lnTo>
                  <a:pt x="457200" y="400050"/>
                </a:lnTo>
                <a:lnTo>
                  <a:pt x="457200" y="381000"/>
                </a:lnTo>
                <a:lnTo>
                  <a:pt x="466725" y="381000"/>
                </a:lnTo>
                <a:lnTo>
                  <a:pt x="466725" y="390525"/>
                </a:lnTo>
                <a:lnTo>
                  <a:pt x="476250" y="390525"/>
                </a:lnTo>
                <a:lnTo>
                  <a:pt x="476250" y="381000"/>
                </a:lnTo>
                <a:lnTo>
                  <a:pt x="504825" y="381000"/>
                </a:lnTo>
                <a:close/>
                <a:moveTo>
                  <a:pt x="866775" y="342900"/>
                </a:moveTo>
                <a:lnTo>
                  <a:pt x="876300" y="342900"/>
                </a:lnTo>
                <a:lnTo>
                  <a:pt x="876300" y="352425"/>
                </a:lnTo>
                <a:lnTo>
                  <a:pt x="866775" y="352425"/>
                </a:lnTo>
                <a:close/>
                <a:moveTo>
                  <a:pt x="571500" y="371475"/>
                </a:moveTo>
                <a:lnTo>
                  <a:pt x="581025" y="371475"/>
                </a:lnTo>
                <a:lnTo>
                  <a:pt x="581025" y="390525"/>
                </a:lnTo>
                <a:lnTo>
                  <a:pt x="571500" y="390525"/>
                </a:lnTo>
                <a:close/>
                <a:moveTo>
                  <a:pt x="647700" y="371475"/>
                </a:moveTo>
                <a:lnTo>
                  <a:pt x="657225" y="371475"/>
                </a:lnTo>
                <a:lnTo>
                  <a:pt x="657225" y="381000"/>
                </a:lnTo>
                <a:lnTo>
                  <a:pt x="666750" y="381000"/>
                </a:lnTo>
                <a:lnTo>
                  <a:pt x="666750" y="400050"/>
                </a:lnTo>
                <a:lnTo>
                  <a:pt x="657225" y="400050"/>
                </a:lnTo>
                <a:lnTo>
                  <a:pt x="657225" y="390525"/>
                </a:lnTo>
                <a:lnTo>
                  <a:pt x="647700" y="390525"/>
                </a:lnTo>
                <a:close/>
                <a:moveTo>
                  <a:pt x="666750" y="400050"/>
                </a:moveTo>
                <a:lnTo>
                  <a:pt x="676275" y="400050"/>
                </a:lnTo>
                <a:lnTo>
                  <a:pt x="676275" y="409575"/>
                </a:lnTo>
                <a:lnTo>
                  <a:pt x="666750" y="409575"/>
                </a:lnTo>
                <a:close/>
                <a:moveTo>
                  <a:pt x="504825" y="409575"/>
                </a:moveTo>
                <a:lnTo>
                  <a:pt x="523875" y="409575"/>
                </a:lnTo>
                <a:lnTo>
                  <a:pt x="523875" y="419100"/>
                </a:lnTo>
                <a:lnTo>
                  <a:pt x="504825" y="419100"/>
                </a:lnTo>
                <a:close/>
                <a:moveTo>
                  <a:pt x="657225" y="409575"/>
                </a:moveTo>
                <a:lnTo>
                  <a:pt x="666750" y="409575"/>
                </a:lnTo>
                <a:lnTo>
                  <a:pt x="666750" y="419100"/>
                </a:lnTo>
                <a:lnTo>
                  <a:pt x="657225" y="419100"/>
                </a:lnTo>
                <a:close/>
                <a:moveTo>
                  <a:pt x="466725" y="428625"/>
                </a:moveTo>
                <a:lnTo>
                  <a:pt x="476250" y="428625"/>
                </a:lnTo>
                <a:lnTo>
                  <a:pt x="476250" y="419100"/>
                </a:lnTo>
                <a:lnTo>
                  <a:pt x="466725" y="419100"/>
                </a:lnTo>
                <a:close/>
                <a:moveTo>
                  <a:pt x="590550" y="438150"/>
                </a:moveTo>
                <a:lnTo>
                  <a:pt x="619125" y="438150"/>
                </a:lnTo>
                <a:lnTo>
                  <a:pt x="619125" y="457200"/>
                </a:lnTo>
                <a:lnTo>
                  <a:pt x="600075" y="457200"/>
                </a:lnTo>
                <a:lnTo>
                  <a:pt x="600075" y="447675"/>
                </a:lnTo>
                <a:lnTo>
                  <a:pt x="590550" y="447675"/>
                </a:lnTo>
                <a:close/>
                <a:moveTo>
                  <a:pt x="333375" y="447675"/>
                </a:moveTo>
                <a:lnTo>
                  <a:pt x="342900" y="447675"/>
                </a:lnTo>
                <a:lnTo>
                  <a:pt x="342900" y="457200"/>
                </a:lnTo>
                <a:lnTo>
                  <a:pt x="333375" y="457200"/>
                </a:lnTo>
                <a:close/>
                <a:moveTo>
                  <a:pt x="581025" y="447675"/>
                </a:moveTo>
                <a:lnTo>
                  <a:pt x="590550" y="447675"/>
                </a:lnTo>
                <a:lnTo>
                  <a:pt x="590550" y="457200"/>
                </a:lnTo>
                <a:lnTo>
                  <a:pt x="581025" y="457200"/>
                </a:lnTo>
                <a:close/>
                <a:moveTo>
                  <a:pt x="666750" y="447675"/>
                </a:moveTo>
                <a:lnTo>
                  <a:pt x="676275" y="447675"/>
                </a:lnTo>
                <a:lnTo>
                  <a:pt x="676275" y="457200"/>
                </a:lnTo>
                <a:lnTo>
                  <a:pt x="666750" y="457200"/>
                </a:lnTo>
                <a:close/>
                <a:moveTo>
                  <a:pt x="466725" y="466725"/>
                </a:moveTo>
                <a:lnTo>
                  <a:pt x="476250" y="466725"/>
                </a:lnTo>
                <a:lnTo>
                  <a:pt x="476250" y="476250"/>
                </a:lnTo>
                <a:lnTo>
                  <a:pt x="466725" y="476250"/>
                </a:lnTo>
                <a:close/>
                <a:moveTo>
                  <a:pt x="561975" y="485775"/>
                </a:moveTo>
                <a:lnTo>
                  <a:pt x="600075" y="485775"/>
                </a:lnTo>
                <a:lnTo>
                  <a:pt x="600075" y="504825"/>
                </a:lnTo>
                <a:lnTo>
                  <a:pt x="571500" y="504825"/>
                </a:lnTo>
                <a:lnTo>
                  <a:pt x="571500" y="495300"/>
                </a:lnTo>
                <a:lnTo>
                  <a:pt x="561975" y="495300"/>
                </a:lnTo>
                <a:close/>
                <a:moveTo>
                  <a:pt x="609600" y="495300"/>
                </a:moveTo>
                <a:lnTo>
                  <a:pt x="628650" y="495300"/>
                </a:lnTo>
                <a:lnTo>
                  <a:pt x="628650" y="504825"/>
                </a:lnTo>
                <a:lnTo>
                  <a:pt x="609600" y="504825"/>
                </a:lnTo>
                <a:close/>
                <a:moveTo>
                  <a:pt x="476250" y="590550"/>
                </a:moveTo>
                <a:lnTo>
                  <a:pt x="485775" y="590550"/>
                </a:lnTo>
                <a:lnTo>
                  <a:pt x="485775" y="619125"/>
                </a:lnTo>
                <a:lnTo>
                  <a:pt x="466725" y="619125"/>
                </a:lnTo>
                <a:lnTo>
                  <a:pt x="466725" y="609600"/>
                </a:lnTo>
                <a:lnTo>
                  <a:pt x="476250" y="609600"/>
                </a:lnTo>
                <a:close/>
                <a:moveTo>
                  <a:pt x="504825" y="590550"/>
                </a:moveTo>
                <a:lnTo>
                  <a:pt x="523875" y="590550"/>
                </a:lnTo>
                <a:lnTo>
                  <a:pt x="523875" y="600075"/>
                </a:lnTo>
                <a:lnTo>
                  <a:pt x="504825" y="600075"/>
                </a:lnTo>
                <a:close/>
                <a:moveTo>
                  <a:pt x="504825" y="638175"/>
                </a:moveTo>
                <a:lnTo>
                  <a:pt x="523875" y="638175"/>
                </a:lnTo>
                <a:lnTo>
                  <a:pt x="523875" y="647700"/>
                </a:lnTo>
                <a:lnTo>
                  <a:pt x="504825" y="647700"/>
                </a:lnTo>
                <a:close/>
                <a:moveTo>
                  <a:pt x="400050" y="657225"/>
                </a:moveTo>
                <a:lnTo>
                  <a:pt x="409575" y="657225"/>
                </a:lnTo>
                <a:lnTo>
                  <a:pt x="409575" y="666750"/>
                </a:lnTo>
                <a:lnTo>
                  <a:pt x="400050" y="666750"/>
                </a:lnTo>
                <a:close/>
                <a:moveTo>
                  <a:pt x="371475" y="666750"/>
                </a:moveTo>
                <a:lnTo>
                  <a:pt x="381000" y="666750"/>
                </a:lnTo>
                <a:lnTo>
                  <a:pt x="381000" y="676275"/>
                </a:lnTo>
                <a:lnTo>
                  <a:pt x="371475" y="676275"/>
                </a:lnTo>
                <a:close/>
                <a:moveTo>
                  <a:pt x="1019175" y="666750"/>
                </a:moveTo>
                <a:lnTo>
                  <a:pt x="1028700" y="666750"/>
                </a:lnTo>
                <a:lnTo>
                  <a:pt x="1028700" y="685800"/>
                </a:lnTo>
                <a:lnTo>
                  <a:pt x="1019175" y="685800"/>
                </a:lnTo>
                <a:close/>
                <a:moveTo>
                  <a:pt x="742950" y="723900"/>
                </a:moveTo>
                <a:lnTo>
                  <a:pt x="752475" y="723900"/>
                </a:lnTo>
                <a:lnTo>
                  <a:pt x="752475" y="742950"/>
                </a:lnTo>
                <a:lnTo>
                  <a:pt x="742950" y="742950"/>
                </a:lnTo>
                <a:close/>
                <a:moveTo>
                  <a:pt x="762000" y="742950"/>
                </a:moveTo>
                <a:lnTo>
                  <a:pt x="771525" y="742950"/>
                </a:lnTo>
                <a:lnTo>
                  <a:pt x="771525" y="752475"/>
                </a:lnTo>
                <a:lnTo>
                  <a:pt x="762000" y="752475"/>
                </a:lnTo>
                <a:close/>
                <a:moveTo>
                  <a:pt x="209550" y="790575"/>
                </a:moveTo>
                <a:lnTo>
                  <a:pt x="219075" y="790575"/>
                </a:lnTo>
                <a:lnTo>
                  <a:pt x="219075" y="809625"/>
                </a:lnTo>
                <a:lnTo>
                  <a:pt x="209550" y="809625"/>
                </a:lnTo>
                <a:close/>
                <a:moveTo>
                  <a:pt x="257175" y="790575"/>
                </a:moveTo>
                <a:lnTo>
                  <a:pt x="266700" y="790575"/>
                </a:lnTo>
                <a:lnTo>
                  <a:pt x="266700" y="809625"/>
                </a:lnTo>
                <a:lnTo>
                  <a:pt x="257175" y="809625"/>
                </a:lnTo>
                <a:close/>
                <a:moveTo>
                  <a:pt x="1152525" y="790575"/>
                </a:moveTo>
                <a:lnTo>
                  <a:pt x="1171575" y="790575"/>
                </a:lnTo>
                <a:lnTo>
                  <a:pt x="1171575" y="800100"/>
                </a:lnTo>
                <a:lnTo>
                  <a:pt x="1152525" y="800100"/>
                </a:lnTo>
                <a:close/>
              </a:path>
            </a:pathLst>
          </a:custGeom>
          <a:solidFill xmlns:a="http://schemas.openxmlformats.org/drawingml/2006/main">
            <a:srgbClr val="F8F8F1"/>
          </a:solidFill>
          <a:ln xmlns:a="http://schemas.openxmlformats.org/drawingml/2006/main" w="0">
            <a:noFill/>
          </a:ln>
        </p:spPr>
      </p:sp>
      <p:sp>
        <p:nvSpPr>
          <p:cNvPr id="25" name="v00 vector #f8f7f3">
            <a:extLst xmlns:a="http://schemas.openxmlformats.org/drawingml/2006/main">
              <a:ext uri="{FF2B5EF4-FFF2-40B4-BE49-F238E27FC236}">
                <a16:creationId xmlns:a16="http://schemas.microsoft.com/office/drawing/2014/main" id="{91617401-BD4F-47F9-81EB-B68BCE2E8A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5350" y="2362200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104775" y="0"/>
                </a:moveTo>
                <a:lnTo>
                  <a:pt x="123825" y="0"/>
                </a:lnTo>
                <a:lnTo>
                  <a:pt x="123825" y="9525"/>
                </a:lnTo>
                <a:lnTo>
                  <a:pt x="104775" y="9525"/>
                </a:lnTo>
                <a:close/>
                <a:moveTo>
                  <a:pt x="161925" y="0"/>
                </a:moveTo>
                <a:lnTo>
                  <a:pt x="171450" y="0"/>
                </a:lnTo>
                <a:lnTo>
                  <a:pt x="171450" y="9525"/>
                </a:lnTo>
                <a:lnTo>
                  <a:pt x="180975" y="9525"/>
                </a:lnTo>
                <a:lnTo>
                  <a:pt x="180975" y="0"/>
                </a:lnTo>
                <a:lnTo>
                  <a:pt x="190500" y="0"/>
                </a:lnTo>
                <a:lnTo>
                  <a:pt x="190500" y="9525"/>
                </a:lnTo>
                <a:lnTo>
                  <a:pt x="209550" y="9525"/>
                </a:lnTo>
                <a:lnTo>
                  <a:pt x="209550" y="19050"/>
                </a:lnTo>
                <a:lnTo>
                  <a:pt x="219075" y="19050"/>
                </a:lnTo>
                <a:lnTo>
                  <a:pt x="219075" y="38100"/>
                </a:lnTo>
                <a:lnTo>
                  <a:pt x="238125" y="38100"/>
                </a:lnTo>
                <a:lnTo>
                  <a:pt x="238125" y="19050"/>
                </a:lnTo>
                <a:lnTo>
                  <a:pt x="228600" y="19050"/>
                </a:lnTo>
                <a:lnTo>
                  <a:pt x="228600" y="9525"/>
                </a:lnTo>
                <a:lnTo>
                  <a:pt x="219075" y="9525"/>
                </a:lnTo>
                <a:lnTo>
                  <a:pt x="219075" y="0"/>
                </a:lnTo>
                <a:lnTo>
                  <a:pt x="409575" y="0"/>
                </a:lnTo>
                <a:lnTo>
                  <a:pt x="409575" y="9525"/>
                </a:lnTo>
                <a:lnTo>
                  <a:pt x="390525" y="9525"/>
                </a:lnTo>
                <a:lnTo>
                  <a:pt x="390525" y="19050"/>
                </a:lnTo>
                <a:lnTo>
                  <a:pt x="381000" y="19050"/>
                </a:lnTo>
                <a:lnTo>
                  <a:pt x="381000" y="9525"/>
                </a:lnTo>
                <a:lnTo>
                  <a:pt x="333375" y="9525"/>
                </a:lnTo>
                <a:lnTo>
                  <a:pt x="333375" y="19050"/>
                </a:lnTo>
                <a:lnTo>
                  <a:pt x="323850" y="19050"/>
                </a:lnTo>
                <a:lnTo>
                  <a:pt x="323850" y="28575"/>
                </a:lnTo>
                <a:lnTo>
                  <a:pt x="304800" y="28575"/>
                </a:lnTo>
                <a:lnTo>
                  <a:pt x="304800" y="38100"/>
                </a:lnTo>
                <a:lnTo>
                  <a:pt x="295275" y="38100"/>
                </a:lnTo>
                <a:lnTo>
                  <a:pt x="295275" y="47625"/>
                </a:lnTo>
                <a:lnTo>
                  <a:pt x="247650" y="47625"/>
                </a:lnTo>
                <a:lnTo>
                  <a:pt x="247650" y="57150"/>
                </a:lnTo>
                <a:lnTo>
                  <a:pt x="238125" y="57150"/>
                </a:lnTo>
                <a:lnTo>
                  <a:pt x="238125" y="76200"/>
                </a:lnTo>
                <a:lnTo>
                  <a:pt x="209550" y="76200"/>
                </a:lnTo>
                <a:lnTo>
                  <a:pt x="209550" y="66675"/>
                </a:lnTo>
                <a:lnTo>
                  <a:pt x="200025" y="66675"/>
                </a:lnTo>
                <a:lnTo>
                  <a:pt x="200025" y="76200"/>
                </a:lnTo>
                <a:lnTo>
                  <a:pt x="171450" y="76200"/>
                </a:lnTo>
                <a:lnTo>
                  <a:pt x="171450" y="66675"/>
                </a:lnTo>
                <a:lnTo>
                  <a:pt x="161925" y="66675"/>
                </a:lnTo>
                <a:lnTo>
                  <a:pt x="161925" y="47625"/>
                </a:lnTo>
                <a:lnTo>
                  <a:pt x="142875" y="47625"/>
                </a:lnTo>
                <a:lnTo>
                  <a:pt x="142875" y="19050"/>
                </a:lnTo>
                <a:lnTo>
                  <a:pt x="161925" y="19050"/>
                </a:lnTo>
                <a:close/>
                <a:moveTo>
                  <a:pt x="476250" y="0"/>
                </a:moveTo>
                <a:lnTo>
                  <a:pt x="561975" y="0"/>
                </a:lnTo>
                <a:lnTo>
                  <a:pt x="561975" y="9525"/>
                </a:lnTo>
                <a:lnTo>
                  <a:pt x="571500" y="9525"/>
                </a:lnTo>
                <a:lnTo>
                  <a:pt x="571500" y="0"/>
                </a:lnTo>
                <a:lnTo>
                  <a:pt x="600075" y="0"/>
                </a:lnTo>
                <a:lnTo>
                  <a:pt x="600075" y="9525"/>
                </a:lnTo>
                <a:lnTo>
                  <a:pt x="581025" y="9525"/>
                </a:lnTo>
                <a:lnTo>
                  <a:pt x="581025" y="19050"/>
                </a:lnTo>
                <a:lnTo>
                  <a:pt x="561975" y="19050"/>
                </a:lnTo>
                <a:lnTo>
                  <a:pt x="561975" y="28575"/>
                </a:lnTo>
                <a:lnTo>
                  <a:pt x="552450" y="28575"/>
                </a:lnTo>
                <a:lnTo>
                  <a:pt x="552450" y="38100"/>
                </a:lnTo>
                <a:lnTo>
                  <a:pt x="542925" y="38100"/>
                </a:lnTo>
                <a:lnTo>
                  <a:pt x="542925" y="47625"/>
                </a:lnTo>
                <a:lnTo>
                  <a:pt x="533400" y="47625"/>
                </a:lnTo>
                <a:lnTo>
                  <a:pt x="533400" y="38100"/>
                </a:lnTo>
                <a:lnTo>
                  <a:pt x="523875" y="38100"/>
                </a:lnTo>
                <a:lnTo>
                  <a:pt x="523875" y="47625"/>
                </a:lnTo>
                <a:lnTo>
                  <a:pt x="504825" y="47625"/>
                </a:lnTo>
                <a:lnTo>
                  <a:pt x="504825" y="38100"/>
                </a:lnTo>
                <a:lnTo>
                  <a:pt x="485775" y="38100"/>
                </a:lnTo>
                <a:lnTo>
                  <a:pt x="485775" y="28575"/>
                </a:lnTo>
                <a:lnTo>
                  <a:pt x="476250" y="28575"/>
                </a:lnTo>
                <a:close/>
                <a:moveTo>
                  <a:pt x="628650" y="0"/>
                </a:moveTo>
                <a:lnTo>
                  <a:pt x="666750" y="0"/>
                </a:lnTo>
                <a:lnTo>
                  <a:pt x="666750" y="9525"/>
                </a:lnTo>
                <a:lnTo>
                  <a:pt x="676275" y="9525"/>
                </a:lnTo>
                <a:lnTo>
                  <a:pt x="676275" y="0"/>
                </a:lnTo>
                <a:lnTo>
                  <a:pt x="685800" y="0"/>
                </a:lnTo>
                <a:lnTo>
                  <a:pt x="685800" y="57150"/>
                </a:lnTo>
                <a:lnTo>
                  <a:pt x="695325" y="57150"/>
                </a:lnTo>
                <a:lnTo>
                  <a:pt x="695325" y="76200"/>
                </a:lnTo>
                <a:lnTo>
                  <a:pt x="685800" y="76200"/>
                </a:lnTo>
                <a:lnTo>
                  <a:pt x="685800" y="85725"/>
                </a:lnTo>
                <a:lnTo>
                  <a:pt x="676275" y="85725"/>
                </a:lnTo>
                <a:lnTo>
                  <a:pt x="676275" y="47625"/>
                </a:lnTo>
                <a:lnTo>
                  <a:pt x="657225" y="47625"/>
                </a:lnTo>
                <a:lnTo>
                  <a:pt x="657225" y="28575"/>
                </a:lnTo>
                <a:lnTo>
                  <a:pt x="647700" y="28575"/>
                </a:lnTo>
                <a:lnTo>
                  <a:pt x="647700" y="9525"/>
                </a:lnTo>
                <a:lnTo>
                  <a:pt x="628650" y="9525"/>
                </a:lnTo>
                <a:close/>
                <a:moveTo>
                  <a:pt x="723900" y="0"/>
                </a:moveTo>
                <a:lnTo>
                  <a:pt x="733425" y="0"/>
                </a:lnTo>
                <a:lnTo>
                  <a:pt x="733425" y="9525"/>
                </a:lnTo>
                <a:lnTo>
                  <a:pt x="742950" y="9525"/>
                </a:lnTo>
                <a:lnTo>
                  <a:pt x="742950" y="0"/>
                </a:lnTo>
                <a:lnTo>
                  <a:pt x="762000" y="0"/>
                </a:lnTo>
                <a:lnTo>
                  <a:pt x="762000" y="9525"/>
                </a:lnTo>
                <a:lnTo>
                  <a:pt x="771525" y="9525"/>
                </a:lnTo>
                <a:lnTo>
                  <a:pt x="771525" y="28575"/>
                </a:lnTo>
                <a:lnTo>
                  <a:pt x="781050" y="28575"/>
                </a:lnTo>
                <a:lnTo>
                  <a:pt x="781050" y="38100"/>
                </a:lnTo>
                <a:lnTo>
                  <a:pt x="771525" y="38100"/>
                </a:lnTo>
                <a:lnTo>
                  <a:pt x="771525" y="57150"/>
                </a:lnTo>
                <a:lnTo>
                  <a:pt x="762000" y="57150"/>
                </a:lnTo>
                <a:lnTo>
                  <a:pt x="762000" y="28575"/>
                </a:lnTo>
                <a:lnTo>
                  <a:pt x="742950" y="28575"/>
                </a:lnTo>
                <a:lnTo>
                  <a:pt x="742950" y="38100"/>
                </a:lnTo>
                <a:lnTo>
                  <a:pt x="733425" y="38100"/>
                </a:lnTo>
                <a:lnTo>
                  <a:pt x="733425" y="47625"/>
                </a:lnTo>
                <a:lnTo>
                  <a:pt x="723900" y="47625"/>
                </a:lnTo>
                <a:lnTo>
                  <a:pt x="723900" y="28575"/>
                </a:lnTo>
                <a:lnTo>
                  <a:pt x="714375" y="28575"/>
                </a:lnTo>
                <a:lnTo>
                  <a:pt x="714375" y="19050"/>
                </a:lnTo>
                <a:lnTo>
                  <a:pt x="704850" y="19050"/>
                </a:lnTo>
                <a:lnTo>
                  <a:pt x="704850" y="9525"/>
                </a:lnTo>
                <a:lnTo>
                  <a:pt x="723900" y="9525"/>
                </a:lnTo>
                <a:close/>
                <a:moveTo>
                  <a:pt x="904875" y="0"/>
                </a:moveTo>
                <a:lnTo>
                  <a:pt x="1085850" y="0"/>
                </a:lnTo>
                <a:lnTo>
                  <a:pt x="1085850" y="9525"/>
                </a:lnTo>
                <a:lnTo>
                  <a:pt x="1104900" y="9525"/>
                </a:lnTo>
                <a:lnTo>
                  <a:pt x="1104900" y="19050"/>
                </a:lnTo>
                <a:lnTo>
                  <a:pt x="1095375" y="19050"/>
                </a:lnTo>
                <a:lnTo>
                  <a:pt x="1095375" y="28575"/>
                </a:lnTo>
                <a:lnTo>
                  <a:pt x="1057275" y="28575"/>
                </a:lnTo>
                <a:lnTo>
                  <a:pt x="1057275" y="19050"/>
                </a:lnTo>
                <a:lnTo>
                  <a:pt x="1038225" y="19050"/>
                </a:lnTo>
                <a:lnTo>
                  <a:pt x="1038225" y="28575"/>
                </a:lnTo>
                <a:lnTo>
                  <a:pt x="1019175" y="28575"/>
                </a:lnTo>
                <a:lnTo>
                  <a:pt x="1019175" y="38100"/>
                </a:lnTo>
                <a:lnTo>
                  <a:pt x="1038225" y="38100"/>
                </a:lnTo>
                <a:lnTo>
                  <a:pt x="1038225" y="47625"/>
                </a:lnTo>
                <a:lnTo>
                  <a:pt x="1000125" y="47625"/>
                </a:lnTo>
                <a:lnTo>
                  <a:pt x="1000125" y="38100"/>
                </a:lnTo>
                <a:lnTo>
                  <a:pt x="990600" y="38100"/>
                </a:lnTo>
                <a:lnTo>
                  <a:pt x="990600" y="47625"/>
                </a:lnTo>
                <a:lnTo>
                  <a:pt x="952500" y="47625"/>
                </a:lnTo>
                <a:lnTo>
                  <a:pt x="952500" y="38100"/>
                </a:lnTo>
                <a:lnTo>
                  <a:pt x="942975" y="38100"/>
                </a:lnTo>
                <a:lnTo>
                  <a:pt x="942975" y="47625"/>
                </a:lnTo>
                <a:lnTo>
                  <a:pt x="933450" y="47625"/>
                </a:lnTo>
                <a:lnTo>
                  <a:pt x="933450" y="28575"/>
                </a:lnTo>
                <a:lnTo>
                  <a:pt x="904875" y="28575"/>
                </a:lnTo>
                <a:lnTo>
                  <a:pt x="904875" y="19050"/>
                </a:lnTo>
                <a:lnTo>
                  <a:pt x="923925" y="19050"/>
                </a:lnTo>
                <a:lnTo>
                  <a:pt x="923925" y="9525"/>
                </a:lnTo>
                <a:lnTo>
                  <a:pt x="904875" y="9525"/>
                </a:lnTo>
                <a:close/>
                <a:moveTo>
                  <a:pt x="1143000" y="0"/>
                </a:moveTo>
                <a:lnTo>
                  <a:pt x="1171575" y="0"/>
                </a:lnTo>
                <a:lnTo>
                  <a:pt x="1171575" y="9525"/>
                </a:lnTo>
                <a:lnTo>
                  <a:pt x="1152525" y="9525"/>
                </a:lnTo>
                <a:lnTo>
                  <a:pt x="1152525" y="19050"/>
                </a:lnTo>
                <a:lnTo>
                  <a:pt x="1143000" y="19050"/>
                </a:lnTo>
                <a:close/>
                <a:moveTo>
                  <a:pt x="123825" y="19050"/>
                </a:moveTo>
                <a:lnTo>
                  <a:pt x="133350" y="19050"/>
                </a:lnTo>
                <a:lnTo>
                  <a:pt x="133350" y="28575"/>
                </a:lnTo>
                <a:lnTo>
                  <a:pt x="123825" y="28575"/>
                </a:lnTo>
                <a:close/>
                <a:moveTo>
                  <a:pt x="352425" y="19050"/>
                </a:moveTo>
                <a:lnTo>
                  <a:pt x="361950" y="19050"/>
                </a:lnTo>
                <a:lnTo>
                  <a:pt x="361950" y="28575"/>
                </a:lnTo>
                <a:lnTo>
                  <a:pt x="352425" y="28575"/>
                </a:lnTo>
                <a:close/>
                <a:moveTo>
                  <a:pt x="971550" y="28575"/>
                </a:moveTo>
                <a:lnTo>
                  <a:pt x="981075" y="28575"/>
                </a:lnTo>
                <a:lnTo>
                  <a:pt x="981075" y="19050"/>
                </a:lnTo>
                <a:lnTo>
                  <a:pt x="971550" y="19050"/>
                </a:lnTo>
                <a:lnTo>
                  <a:pt x="971550" y="9525"/>
                </a:lnTo>
                <a:lnTo>
                  <a:pt x="962025" y="9525"/>
                </a:lnTo>
                <a:lnTo>
                  <a:pt x="962025" y="19050"/>
                </a:lnTo>
                <a:lnTo>
                  <a:pt x="952500" y="19050"/>
                </a:lnTo>
                <a:lnTo>
                  <a:pt x="952500" y="38100"/>
                </a:lnTo>
                <a:lnTo>
                  <a:pt x="971550" y="38100"/>
                </a:lnTo>
                <a:close/>
                <a:moveTo>
                  <a:pt x="1190625" y="28575"/>
                </a:moveTo>
                <a:lnTo>
                  <a:pt x="1200150" y="28575"/>
                </a:lnTo>
                <a:lnTo>
                  <a:pt x="1200150" y="47625"/>
                </a:lnTo>
                <a:lnTo>
                  <a:pt x="1190625" y="47625"/>
                </a:lnTo>
                <a:close/>
                <a:moveTo>
                  <a:pt x="781050" y="38100"/>
                </a:moveTo>
                <a:lnTo>
                  <a:pt x="790575" y="38100"/>
                </a:lnTo>
                <a:lnTo>
                  <a:pt x="790575" y="57150"/>
                </a:lnTo>
                <a:lnTo>
                  <a:pt x="781050" y="57150"/>
                </a:lnTo>
                <a:close/>
                <a:moveTo>
                  <a:pt x="171450" y="47625"/>
                </a:moveTo>
                <a:lnTo>
                  <a:pt x="190500" y="47625"/>
                </a:lnTo>
                <a:lnTo>
                  <a:pt x="190500" y="28575"/>
                </a:lnTo>
                <a:lnTo>
                  <a:pt x="180975" y="28575"/>
                </a:lnTo>
                <a:lnTo>
                  <a:pt x="180975" y="38100"/>
                </a:lnTo>
                <a:lnTo>
                  <a:pt x="171450" y="38100"/>
                </a:lnTo>
                <a:close/>
                <a:moveTo>
                  <a:pt x="200025" y="47625"/>
                </a:moveTo>
                <a:lnTo>
                  <a:pt x="209550" y="47625"/>
                </a:lnTo>
                <a:lnTo>
                  <a:pt x="209550" y="38100"/>
                </a:lnTo>
                <a:lnTo>
                  <a:pt x="200025" y="38100"/>
                </a:lnTo>
                <a:close/>
                <a:moveTo>
                  <a:pt x="742950" y="47625"/>
                </a:moveTo>
                <a:lnTo>
                  <a:pt x="752475" y="47625"/>
                </a:lnTo>
                <a:lnTo>
                  <a:pt x="752475" y="57150"/>
                </a:lnTo>
                <a:lnTo>
                  <a:pt x="742950" y="57150"/>
                </a:lnTo>
                <a:close/>
                <a:moveTo>
                  <a:pt x="990600" y="47625"/>
                </a:moveTo>
                <a:lnTo>
                  <a:pt x="1000125" y="47625"/>
                </a:lnTo>
                <a:lnTo>
                  <a:pt x="1000125" y="57150"/>
                </a:lnTo>
                <a:lnTo>
                  <a:pt x="990600" y="57150"/>
                </a:lnTo>
                <a:close/>
                <a:moveTo>
                  <a:pt x="1028700" y="57150"/>
                </a:moveTo>
                <a:lnTo>
                  <a:pt x="1038225" y="57150"/>
                </a:lnTo>
                <a:lnTo>
                  <a:pt x="1038225" y="66675"/>
                </a:lnTo>
                <a:lnTo>
                  <a:pt x="1028700" y="66675"/>
                </a:lnTo>
                <a:close/>
                <a:moveTo>
                  <a:pt x="1104900" y="57150"/>
                </a:moveTo>
                <a:lnTo>
                  <a:pt x="1114425" y="57150"/>
                </a:lnTo>
                <a:lnTo>
                  <a:pt x="1114425" y="66675"/>
                </a:lnTo>
                <a:lnTo>
                  <a:pt x="1104900" y="66675"/>
                </a:lnTo>
                <a:close/>
                <a:moveTo>
                  <a:pt x="219075" y="66675"/>
                </a:moveTo>
                <a:lnTo>
                  <a:pt x="228600" y="66675"/>
                </a:lnTo>
                <a:lnTo>
                  <a:pt x="228600" y="57150"/>
                </a:lnTo>
                <a:lnTo>
                  <a:pt x="219075" y="57150"/>
                </a:lnTo>
                <a:close/>
                <a:moveTo>
                  <a:pt x="514350" y="66675"/>
                </a:moveTo>
                <a:lnTo>
                  <a:pt x="523875" y="66675"/>
                </a:lnTo>
                <a:lnTo>
                  <a:pt x="523875" y="76200"/>
                </a:lnTo>
                <a:lnTo>
                  <a:pt x="514350" y="76200"/>
                </a:lnTo>
                <a:close/>
                <a:moveTo>
                  <a:pt x="581025" y="66675"/>
                </a:moveTo>
                <a:lnTo>
                  <a:pt x="590550" y="66675"/>
                </a:lnTo>
                <a:lnTo>
                  <a:pt x="590550" y="85725"/>
                </a:lnTo>
                <a:lnTo>
                  <a:pt x="600075" y="85725"/>
                </a:lnTo>
                <a:lnTo>
                  <a:pt x="600075" y="104775"/>
                </a:lnTo>
                <a:lnTo>
                  <a:pt x="581025" y="104775"/>
                </a:lnTo>
                <a:close/>
                <a:moveTo>
                  <a:pt x="19050" y="95250"/>
                </a:moveTo>
                <a:lnTo>
                  <a:pt x="28575" y="95250"/>
                </a:lnTo>
                <a:lnTo>
                  <a:pt x="28575" y="104775"/>
                </a:lnTo>
                <a:lnTo>
                  <a:pt x="47625" y="104775"/>
                </a:lnTo>
                <a:lnTo>
                  <a:pt x="47625" y="114300"/>
                </a:lnTo>
                <a:lnTo>
                  <a:pt x="38100" y="114300"/>
                </a:lnTo>
                <a:lnTo>
                  <a:pt x="38100" y="123825"/>
                </a:lnTo>
                <a:lnTo>
                  <a:pt x="9525" y="123825"/>
                </a:lnTo>
                <a:lnTo>
                  <a:pt x="9525" y="133350"/>
                </a:lnTo>
                <a:lnTo>
                  <a:pt x="0" y="133350"/>
                </a:lnTo>
                <a:lnTo>
                  <a:pt x="0" y="104775"/>
                </a:lnTo>
                <a:lnTo>
                  <a:pt x="19050" y="104775"/>
                </a:lnTo>
                <a:close/>
                <a:moveTo>
                  <a:pt x="66675" y="95250"/>
                </a:moveTo>
                <a:lnTo>
                  <a:pt x="85725" y="95250"/>
                </a:lnTo>
                <a:lnTo>
                  <a:pt x="85725" y="104775"/>
                </a:lnTo>
                <a:lnTo>
                  <a:pt x="66675" y="104775"/>
                </a:lnTo>
                <a:close/>
                <a:moveTo>
                  <a:pt x="771525" y="95250"/>
                </a:moveTo>
                <a:lnTo>
                  <a:pt x="781050" y="95250"/>
                </a:lnTo>
                <a:lnTo>
                  <a:pt x="781050" y="123825"/>
                </a:lnTo>
                <a:lnTo>
                  <a:pt x="771525" y="123825"/>
                </a:lnTo>
                <a:close/>
                <a:moveTo>
                  <a:pt x="714375" y="104775"/>
                </a:moveTo>
                <a:lnTo>
                  <a:pt x="733425" y="104775"/>
                </a:lnTo>
                <a:lnTo>
                  <a:pt x="733425" y="114300"/>
                </a:lnTo>
                <a:lnTo>
                  <a:pt x="752475" y="114300"/>
                </a:lnTo>
                <a:lnTo>
                  <a:pt x="752475" y="104775"/>
                </a:lnTo>
                <a:lnTo>
                  <a:pt x="762000" y="104775"/>
                </a:lnTo>
                <a:lnTo>
                  <a:pt x="762000" y="123825"/>
                </a:lnTo>
                <a:lnTo>
                  <a:pt x="742950" y="123825"/>
                </a:lnTo>
                <a:lnTo>
                  <a:pt x="742950" y="133350"/>
                </a:lnTo>
                <a:lnTo>
                  <a:pt x="723900" y="133350"/>
                </a:lnTo>
                <a:lnTo>
                  <a:pt x="723900" y="123825"/>
                </a:lnTo>
                <a:lnTo>
                  <a:pt x="714375" y="123825"/>
                </a:lnTo>
                <a:close/>
                <a:moveTo>
                  <a:pt x="171450" y="114300"/>
                </a:moveTo>
                <a:lnTo>
                  <a:pt x="180975" y="114300"/>
                </a:lnTo>
                <a:lnTo>
                  <a:pt x="180975" y="123825"/>
                </a:lnTo>
                <a:lnTo>
                  <a:pt x="171450" y="123825"/>
                </a:lnTo>
                <a:close/>
                <a:moveTo>
                  <a:pt x="561975" y="114300"/>
                </a:moveTo>
                <a:lnTo>
                  <a:pt x="581025" y="114300"/>
                </a:lnTo>
                <a:lnTo>
                  <a:pt x="581025" y="123825"/>
                </a:lnTo>
                <a:lnTo>
                  <a:pt x="561975" y="123825"/>
                </a:lnTo>
                <a:close/>
                <a:moveTo>
                  <a:pt x="771525" y="200025"/>
                </a:moveTo>
                <a:lnTo>
                  <a:pt x="781050" y="200025"/>
                </a:lnTo>
                <a:lnTo>
                  <a:pt x="781050" y="209550"/>
                </a:lnTo>
                <a:lnTo>
                  <a:pt x="771525" y="209550"/>
                </a:lnTo>
                <a:close/>
                <a:moveTo>
                  <a:pt x="685800" y="209550"/>
                </a:moveTo>
                <a:lnTo>
                  <a:pt x="704850" y="209550"/>
                </a:lnTo>
                <a:lnTo>
                  <a:pt x="704850" y="228600"/>
                </a:lnTo>
                <a:lnTo>
                  <a:pt x="714375" y="228600"/>
                </a:lnTo>
                <a:lnTo>
                  <a:pt x="714375" y="238125"/>
                </a:lnTo>
                <a:lnTo>
                  <a:pt x="685800" y="238125"/>
                </a:lnTo>
                <a:lnTo>
                  <a:pt x="685800" y="228600"/>
                </a:lnTo>
                <a:lnTo>
                  <a:pt x="676275" y="228600"/>
                </a:lnTo>
                <a:lnTo>
                  <a:pt x="676275" y="219075"/>
                </a:lnTo>
                <a:lnTo>
                  <a:pt x="685800" y="219075"/>
                </a:lnTo>
                <a:close/>
                <a:moveTo>
                  <a:pt x="771525" y="228600"/>
                </a:moveTo>
                <a:lnTo>
                  <a:pt x="781050" y="228600"/>
                </a:lnTo>
                <a:lnTo>
                  <a:pt x="781050" y="238125"/>
                </a:lnTo>
                <a:lnTo>
                  <a:pt x="790575" y="238125"/>
                </a:lnTo>
                <a:lnTo>
                  <a:pt x="790575" y="257175"/>
                </a:lnTo>
                <a:lnTo>
                  <a:pt x="771525" y="257175"/>
                </a:lnTo>
                <a:lnTo>
                  <a:pt x="771525" y="276225"/>
                </a:lnTo>
                <a:lnTo>
                  <a:pt x="781050" y="276225"/>
                </a:lnTo>
                <a:lnTo>
                  <a:pt x="781050" y="295275"/>
                </a:lnTo>
                <a:lnTo>
                  <a:pt x="762000" y="295275"/>
                </a:lnTo>
                <a:lnTo>
                  <a:pt x="762000" y="285750"/>
                </a:lnTo>
                <a:lnTo>
                  <a:pt x="742950" y="285750"/>
                </a:lnTo>
                <a:lnTo>
                  <a:pt x="742950" y="266700"/>
                </a:lnTo>
                <a:lnTo>
                  <a:pt x="752475" y="266700"/>
                </a:lnTo>
                <a:lnTo>
                  <a:pt x="752475" y="247650"/>
                </a:lnTo>
                <a:lnTo>
                  <a:pt x="762000" y="247650"/>
                </a:lnTo>
                <a:lnTo>
                  <a:pt x="762000" y="238125"/>
                </a:lnTo>
                <a:lnTo>
                  <a:pt x="771525" y="238125"/>
                </a:lnTo>
                <a:close/>
                <a:moveTo>
                  <a:pt x="114300" y="257175"/>
                </a:moveTo>
                <a:lnTo>
                  <a:pt x="123825" y="257175"/>
                </a:lnTo>
                <a:lnTo>
                  <a:pt x="123825" y="266700"/>
                </a:lnTo>
                <a:lnTo>
                  <a:pt x="114300" y="266700"/>
                </a:lnTo>
                <a:close/>
                <a:moveTo>
                  <a:pt x="752475" y="276225"/>
                </a:moveTo>
                <a:lnTo>
                  <a:pt x="762000" y="276225"/>
                </a:lnTo>
                <a:lnTo>
                  <a:pt x="762000" y="266700"/>
                </a:lnTo>
                <a:lnTo>
                  <a:pt x="752475" y="266700"/>
                </a:lnTo>
                <a:close/>
                <a:moveTo>
                  <a:pt x="152400" y="285750"/>
                </a:moveTo>
                <a:lnTo>
                  <a:pt x="171450" y="285750"/>
                </a:lnTo>
                <a:lnTo>
                  <a:pt x="171450" y="304800"/>
                </a:lnTo>
                <a:lnTo>
                  <a:pt x="161925" y="304800"/>
                </a:lnTo>
                <a:lnTo>
                  <a:pt x="161925" y="295275"/>
                </a:lnTo>
                <a:lnTo>
                  <a:pt x="152400" y="295275"/>
                </a:lnTo>
                <a:close/>
                <a:moveTo>
                  <a:pt x="466725" y="323850"/>
                </a:moveTo>
                <a:lnTo>
                  <a:pt x="476250" y="323850"/>
                </a:lnTo>
                <a:lnTo>
                  <a:pt x="476250" y="342900"/>
                </a:lnTo>
                <a:lnTo>
                  <a:pt x="457200" y="342900"/>
                </a:lnTo>
                <a:lnTo>
                  <a:pt x="457200" y="333375"/>
                </a:lnTo>
                <a:lnTo>
                  <a:pt x="466725" y="333375"/>
                </a:lnTo>
                <a:close/>
                <a:moveTo>
                  <a:pt x="762000" y="342900"/>
                </a:moveTo>
                <a:lnTo>
                  <a:pt x="790575" y="342900"/>
                </a:lnTo>
                <a:lnTo>
                  <a:pt x="790575" y="361950"/>
                </a:lnTo>
                <a:lnTo>
                  <a:pt x="781050" y="361950"/>
                </a:lnTo>
                <a:lnTo>
                  <a:pt x="781050" y="352425"/>
                </a:lnTo>
                <a:lnTo>
                  <a:pt x="762000" y="352425"/>
                </a:lnTo>
                <a:close/>
                <a:moveTo>
                  <a:pt x="1038225" y="342900"/>
                </a:moveTo>
                <a:lnTo>
                  <a:pt x="1047750" y="342900"/>
                </a:lnTo>
                <a:lnTo>
                  <a:pt x="1047750" y="352425"/>
                </a:lnTo>
                <a:lnTo>
                  <a:pt x="1038225" y="352425"/>
                </a:lnTo>
                <a:close/>
                <a:moveTo>
                  <a:pt x="457200" y="361950"/>
                </a:moveTo>
                <a:lnTo>
                  <a:pt x="466725" y="361950"/>
                </a:lnTo>
                <a:lnTo>
                  <a:pt x="466725" y="371475"/>
                </a:lnTo>
                <a:lnTo>
                  <a:pt x="457200" y="371475"/>
                </a:lnTo>
                <a:close/>
                <a:moveTo>
                  <a:pt x="523875" y="371475"/>
                </a:moveTo>
                <a:lnTo>
                  <a:pt x="533400" y="371475"/>
                </a:lnTo>
                <a:lnTo>
                  <a:pt x="533400" y="381000"/>
                </a:lnTo>
                <a:lnTo>
                  <a:pt x="523875" y="381000"/>
                </a:lnTo>
                <a:close/>
                <a:moveTo>
                  <a:pt x="1019175" y="371475"/>
                </a:moveTo>
                <a:lnTo>
                  <a:pt x="1028700" y="371475"/>
                </a:lnTo>
                <a:lnTo>
                  <a:pt x="1028700" y="381000"/>
                </a:lnTo>
                <a:lnTo>
                  <a:pt x="1019175" y="381000"/>
                </a:lnTo>
                <a:close/>
                <a:moveTo>
                  <a:pt x="657225" y="400050"/>
                </a:moveTo>
                <a:lnTo>
                  <a:pt x="666750" y="400050"/>
                </a:lnTo>
                <a:lnTo>
                  <a:pt x="666750" y="409575"/>
                </a:lnTo>
                <a:lnTo>
                  <a:pt x="657225" y="409575"/>
                </a:lnTo>
                <a:close/>
                <a:moveTo>
                  <a:pt x="1009650" y="400050"/>
                </a:moveTo>
                <a:lnTo>
                  <a:pt x="1019175" y="400050"/>
                </a:lnTo>
                <a:lnTo>
                  <a:pt x="1019175" y="409575"/>
                </a:lnTo>
                <a:lnTo>
                  <a:pt x="1009650" y="409575"/>
                </a:lnTo>
                <a:close/>
                <a:moveTo>
                  <a:pt x="9525" y="409575"/>
                </a:moveTo>
                <a:lnTo>
                  <a:pt x="38100" y="409575"/>
                </a:lnTo>
                <a:lnTo>
                  <a:pt x="38100" y="419100"/>
                </a:lnTo>
                <a:lnTo>
                  <a:pt x="28575" y="419100"/>
                </a:lnTo>
                <a:lnTo>
                  <a:pt x="28575" y="428625"/>
                </a:lnTo>
                <a:lnTo>
                  <a:pt x="9525" y="428625"/>
                </a:lnTo>
                <a:close/>
                <a:moveTo>
                  <a:pt x="447675" y="438150"/>
                </a:moveTo>
                <a:lnTo>
                  <a:pt x="457200" y="438150"/>
                </a:lnTo>
                <a:lnTo>
                  <a:pt x="457200" y="457200"/>
                </a:lnTo>
                <a:lnTo>
                  <a:pt x="447675" y="457200"/>
                </a:lnTo>
                <a:close/>
                <a:moveTo>
                  <a:pt x="9525" y="457200"/>
                </a:moveTo>
                <a:lnTo>
                  <a:pt x="28575" y="457200"/>
                </a:lnTo>
                <a:lnTo>
                  <a:pt x="28575" y="476250"/>
                </a:lnTo>
                <a:lnTo>
                  <a:pt x="9525" y="476250"/>
                </a:lnTo>
                <a:close/>
                <a:moveTo>
                  <a:pt x="9525" y="485775"/>
                </a:moveTo>
                <a:lnTo>
                  <a:pt x="28575" y="485775"/>
                </a:lnTo>
                <a:lnTo>
                  <a:pt x="28575" y="495300"/>
                </a:lnTo>
                <a:lnTo>
                  <a:pt x="38100" y="495300"/>
                </a:lnTo>
                <a:lnTo>
                  <a:pt x="38100" y="504825"/>
                </a:lnTo>
                <a:lnTo>
                  <a:pt x="47625" y="504825"/>
                </a:lnTo>
                <a:lnTo>
                  <a:pt x="47625" y="514350"/>
                </a:lnTo>
                <a:lnTo>
                  <a:pt x="19050" y="514350"/>
                </a:lnTo>
                <a:lnTo>
                  <a:pt x="19050" y="495300"/>
                </a:lnTo>
                <a:lnTo>
                  <a:pt x="9525" y="495300"/>
                </a:lnTo>
                <a:close/>
                <a:moveTo>
                  <a:pt x="628650" y="495300"/>
                </a:moveTo>
                <a:lnTo>
                  <a:pt x="638175" y="495300"/>
                </a:lnTo>
                <a:lnTo>
                  <a:pt x="638175" y="504825"/>
                </a:lnTo>
                <a:lnTo>
                  <a:pt x="628650" y="504825"/>
                </a:lnTo>
                <a:close/>
                <a:moveTo>
                  <a:pt x="0" y="504825"/>
                </a:moveTo>
                <a:lnTo>
                  <a:pt x="9525" y="504825"/>
                </a:lnTo>
                <a:lnTo>
                  <a:pt x="9525" y="514350"/>
                </a:lnTo>
                <a:lnTo>
                  <a:pt x="0" y="514350"/>
                </a:lnTo>
                <a:close/>
                <a:moveTo>
                  <a:pt x="1047750" y="514350"/>
                </a:moveTo>
                <a:lnTo>
                  <a:pt x="1057275" y="514350"/>
                </a:lnTo>
                <a:lnTo>
                  <a:pt x="1057275" y="542925"/>
                </a:lnTo>
                <a:lnTo>
                  <a:pt x="1047750" y="542925"/>
                </a:lnTo>
                <a:close/>
                <a:moveTo>
                  <a:pt x="19050" y="542925"/>
                </a:moveTo>
                <a:lnTo>
                  <a:pt x="47625" y="542925"/>
                </a:lnTo>
                <a:lnTo>
                  <a:pt x="47625" y="571500"/>
                </a:lnTo>
                <a:lnTo>
                  <a:pt x="9525" y="571500"/>
                </a:lnTo>
                <a:lnTo>
                  <a:pt x="9525" y="552450"/>
                </a:lnTo>
                <a:lnTo>
                  <a:pt x="19050" y="552450"/>
                </a:lnTo>
                <a:close/>
                <a:moveTo>
                  <a:pt x="514350" y="571500"/>
                </a:moveTo>
                <a:lnTo>
                  <a:pt x="523875" y="571500"/>
                </a:lnTo>
                <a:lnTo>
                  <a:pt x="523875" y="581025"/>
                </a:lnTo>
                <a:lnTo>
                  <a:pt x="533400" y="581025"/>
                </a:lnTo>
                <a:lnTo>
                  <a:pt x="533400" y="590550"/>
                </a:lnTo>
                <a:lnTo>
                  <a:pt x="514350" y="590550"/>
                </a:lnTo>
                <a:close/>
                <a:moveTo>
                  <a:pt x="533400" y="590550"/>
                </a:moveTo>
                <a:lnTo>
                  <a:pt x="542925" y="590550"/>
                </a:lnTo>
                <a:lnTo>
                  <a:pt x="542925" y="600075"/>
                </a:lnTo>
                <a:lnTo>
                  <a:pt x="533400" y="600075"/>
                </a:lnTo>
                <a:close/>
                <a:moveTo>
                  <a:pt x="457200" y="619125"/>
                </a:moveTo>
                <a:lnTo>
                  <a:pt x="466725" y="619125"/>
                </a:lnTo>
                <a:lnTo>
                  <a:pt x="466725" y="638175"/>
                </a:lnTo>
                <a:lnTo>
                  <a:pt x="476250" y="638175"/>
                </a:lnTo>
                <a:lnTo>
                  <a:pt x="476250" y="647700"/>
                </a:lnTo>
                <a:lnTo>
                  <a:pt x="466725" y="647700"/>
                </a:lnTo>
                <a:lnTo>
                  <a:pt x="466725" y="657225"/>
                </a:lnTo>
                <a:lnTo>
                  <a:pt x="428625" y="657225"/>
                </a:lnTo>
                <a:lnTo>
                  <a:pt x="428625" y="647700"/>
                </a:lnTo>
                <a:lnTo>
                  <a:pt x="447675" y="647700"/>
                </a:lnTo>
                <a:lnTo>
                  <a:pt x="447675" y="638175"/>
                </a:lnTo>
                <a:lnTo>
                  <a:pt x="457200" y="638175"/>
                </a:lnTo>
                <a:close/>
                <a:moveTo>
                  <a:pt x="495300" y="619125"/>
                </a:moveTo>
                <a:lnTo>
                  <a:pt x="504825" y="619125"/>
                </a:lnTo>
                <a:lnTo>
                  <a:pt x="504825" y="638175"/>
                </a:lnTo>
                <a:lnTo>
                  <a:pt x="495300" y="638175"/>
                </a:lnTo>
                <a:close/>
                <a:moveTo>
                  <a:pt x="647700" y="638175"/>
                </a:moveTo>
                <a:lnTo>
                  <a:pt x="657225" y="638175"/>
                </a:lnTo>
                <a:lnTo>
                  <a:pt x="657225" y="647700"/>
                </a:lnTo>
                <a:lnTo>
                  <a:pt x="647700" y="647700"/>
                </a:lnTo>
                <a:close/>
                <a:moveTo>
                  <a:pt x="638175" y="647700"/>
                </a:moveTo>
                <a:lnTo>
                  <a:pt x="647700" y="647700"/>
                </a:lnTo>
                <a:lnTo>
                  <a:pt x="647700" y="657225"/>
                </a:lnTo>
                <a:lnTo>
                  <a:pt x="638175" y="657225"/>
                </a:lnTo>
                <a:close/>
                <a:moveTo>
                  <a:pt x="180975" y="666750"/>
                </a:moveTo>
                <a:lnTo>
                  <a:pt x="190500" y="666750"/>
                </a:lnTo>
                <a:lnTo>
                  <a:pt x="190500" y="676275"/>
                </a:lnTo>
                <a:lnTo>
                  <a:pt x="180975" y="676275"/>
                </a:lnTo>
                <a:close/>
                <a:moveTo>
                  <a:pt x="685800" y="685800"/>
                </a:moveTo>
                <a:lnTo>
                  <a:pt x="695325" y="685800"/>
                </a:lnTo>
                <a:lnTo>
                  <a:pt x="695325" y="695325"/>
                </a:lnTo>
                <a:lnTo>
                  <a:pt x="685800" y="695325"/>
                </a:lnTo>
                <a:close/>
                <a:moveTo>
                  <a:pt x="676275" y="695325"/>
                </a:moveTo>
                <a:lnTo>
                  <a:pt x="685800" y="695325"/>
                </a:lnTo>
                <a:lnTo>
                  <a:pt x="685800" y="704850"/>
                </a:lnTo>
                <a:lnTo>
                  <a:pt x="676275" y="704850"/>
                </a:lnTo>
                <a:close/>
                <a:moveTo>
                  <a:pt x="200025" y="723900"/>
                </a:moveTo>
                <a:lnTo>
                  <a:pt x="209550" y="723900"/>
                </a:lnTo>
                <a:lnTo>
                  <a:pt x="209550" y="733425"/>
                </a:lnTo>
                <a:lnTo>
                  <a:pt x="200025" y="733425"/>
                </a:lnTo>
                <a:close/>
                <a:moveTo>
                  <a:pt x="695325" y="723900"/>
                </a:moveTo>
                <a:lnTo>
                  <a:pt x="704850" y="723900"/>
                </a:lnTo>
                <a:lnTo>
                  <a:pt x="704850" y="742950"/>
                </a:lnTo>
                <a:lnTo>
                  <a:pt x="695325" y="742950"/>
                </a:lnTo>
                <a:close/>
                <a:moveTo>
                  <a:pt x="714375" y="723900"/>
                </a:moveTo>
                <a:lnTo>
                  <a:pt x="723900" y="723900"/>
                </a:lnTo>
                <a:lnTo>
                  <a:pt x="723900" y="733425"/>
                </a:lnTo>
                <a:lnTo>
                  <a:pt x="714375" y="733425"/>
                </a:lnTo>
                <a:close/>
                <a:moveTo>
                  <a:pt x="400050" y="742950"/>
                </a:moveTo>
                <a:lnTo>
                  <a:pt x="409575" y="742950"/>
                </a:lnTo>
                <a:lnTo>
                  <a:pt x="409575" y="752475"/>
                </a:lnTo>
                <a:lnTo>
                  <a:pt x="400050" y="752475"/>
                </a:lnTo>
                <a:close/>
                <a:moveTo>
                  <a:pt x="666750" y="742950"/>
                </a:moveTo>
                <a:lnTo>
                  <a:pt x="676275" y="742950"/>
                </a:lnTo>
                <a:lnTo>
                  <a:pt x="676275" y="752475"/>
                </a:lnTo>
                <a:lnTo>
                  <a:pt x="666750" y="752475"/>
                </a:lnTo>
                <a:close/>
                <a:moveTo>
                  <a:pt x="742950" y="742950"/>
                </a:moveTo>
                <a:lnTo>
                  <a:pt x="752475" y="742950"/>
                </a:lnTo>
                <a:lnTo>
                  <a:pt x="752475" y="752475"/>
                </a:lnTo>
                <a:lnTo>
                  <a:pt x="762000" y="752475"/>
                </a:lnTo>
                <a:lnTo>
                  <a:pt x="762000" y="762000"/>
                </a:lnTo>
                <a:lnTo>
                  <a:pt x="742950" y="762000"/>
                </a:lnTo>
                <a:close/>
                <a:moveTo>
                  <a:pt x="247650" y="771525"/>
                </a:moveTo>
                <a:lnTo>
                  <a:pt x="257175" y="771525"/>
                </a:lnTo>
                <a:lnTo>
                  <a:pt x="257175" y="781050"/>
                </a:lnTo>
                <a:lnTo>
                  <a:pt x="247650" y="781050"/>
                </a:lnTo>
                <a:close/>
                <a:moveTo>
                  <a:pt x="838200" y="771525"/>
                </a:moveTo>
                <a:lnTo>
                  <a:pt x="866775" y="771525"/>
                </a:lnTo>
                <a:lnTo>
                  <a:pt x="866775" y="781050"/>
                </a:lnTo>
                <a:lnTo>
                  <a:pt x="857250" y="781050"/>
                </a:lnTo>
                <a:lnTo>
                  <a:pt x="857250" y="790575"/>
                </a:lnTo>
                <a:lnTo>
                  <a:pt x="847725" y="790575"/>
                </a:lnTo>
                <a:lnTo>
                  <a:pt x="847725" y="781050"/>
                </a:lnTo>
                <a:lnTo>
                  <a:pt x="838200" y="781050"/>
                </a:lnTo>
                <a:close/>
                <a:moveTo>
                  <a:pt x="219075" y="781050"/>
                </a:moveTo>
                <a:lnTo>
                  <a:pt x="228600" y="781050"/>
                </a:lnTo>
                <a:lnTo>
                  <a:pt x="228600" y="790575"/>
                </a:lnTo>
                <a:lnTo>
                  <a:pt x="257175" y="790575"/>
                </a:lnTo>
                <a:lnTo>
                  <a:pt x="257175" y="800100"/>
                </a:lnTo>
                <a:lnTo>
                  <a:pt x="247650" y="800100"/>
                </a:lnTo>
                <a:lnTo>
                  <a:pt x="247650" y="809625"/>
                </a:lnTo>
                <a:lnTo>
                  <a:pt x="228600" y="809625"/>
                </a:lnTo>
                <a:lnTo>
                  <a:pt x="228600" y="800100"/>
                </a:lnTo>
                <a:lnTo>
                  <a:pt x="219075" y="800100"/>
                </a:lnTo>
                <a:close/>
                <a:moveTo>
                  <a:pt x="152400" y="800100"/>
                </a:moveTo>
                <a:lnTo>
                  <a:pt x="171450" y="800100"/>
                </a:lnTo>
                <a:lnTo>
                  <a:pt x="171450" y="809625"/>
                </a:lnTo>
                <a:lnTo>
                  <a:pt x="152400" y="809625"/>
                </a:lnTo>
                <a:close/>
                <a:moveTo>
                  <a:pt x="542925" y="800100"/>
                </a:moveTo>
                <a:lnTo>
                  <a:pt x="552450" y="800100"/>
                </a:lnTo>
                <a:lnTo>
                  <a:pt x="552450" y="809625"/>
                </a:lnTo>
                <a:lnTo>
                  <a:pt x="542925" y="809625"/>
                </a:lnTo>
                <a:close/>
                <a:moveTo>
                  <a:pt x="790575" y="800100"/>
                </a:moveTo>
                <a:lnTo>
                  <a:pt x="800100" y="800100"/>
                </a:lnTo>
                <a:lnTo>
                  <a:pt x="800100" y="809625"/>
                </a:lnTo>
                <a:lnTo>
                  <a:pt x="790575" y="809625"/>
                </a:lnTo>
                <a:close/>
                <a:moveTo>
                  <a:pt x="942975" y="800100"/>
                </a:moveTo>
                <a:lnTo>
                  <a:pt x="952500" y="800100"/>
                </a:lnTo>
                <a:lnTo>
                  <a:pt x="952500" y="809625"/>
                </a:lnTo>
                <a:lnTo>
                  <a:pt x="942975" y="809625"/>
                </a:lnTo>
                <a:close/>
                <a:moveTo>
                  <a:pt x="990600" y="800100"/>
                </a:moveTo>
                <a:lnTo>
                  <a:pt x="1009650" y="800100"/>
                </a:lnTo>
                <a:lnTo>
                  <a:pt x="1009650" y="809625"/>
                </a:lnTo>
                <a:lnTo>
                  <a:pt x="990600" y="809625"/>
                </a:lnTo>
                <a:close/>
              </a:path>
            </a:pathLst>
          </a:custGeom>
          <a:solidFill xmlns:a="http://schemas.openxmlformats.org/drawingml/2006/main">
            <a:srgbClr val="F8F7F3"/>
          </a:solidFill>
          <a:ln xmlns:a="http://schemas.openxmlformats.org/drawingml/2006/main" w="0">
            <a:noFill/>
          </a:ln>
        </p:spPr>
      </p:sp>
      <p:sp>
        <p:nvSpPr>
          <p:cNvPr id="26" name="v00 vector #f6f8f2">
            <a:extLst xmlns:a="http://schemas.openxmlformats.org/drawingml/2006/main">
              <a:ext uri="{FF2B5EF4-FFF2-40B4-BE49-F238E27FC236}">
                <a16:creationId xmlns:a16="http://schemas.microsoft.com/office/drawing/2014/main" id="{0F3DC6F4-9DDE-461C-B723-50FA33794EC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5350" y="2362200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342900" y="9525"/>
                </a:moveTo>
                <a:lnTo>
                  <a:pt x="371475" y="9525"/>
                </a:lnTo>
                <a:lnTo>
                  <a:pt x="371475" y="19050"/>
                </a:lnTo>
                <a:lnTo>
                  <a:pt x="352425" y="19050"/>
                </a:lnTo>
                <a:lnTo>
                  <a:pt x="352425" y="28575"/>
                </a:lnTo>
                <a:lnTo>
                  <a:pt x="361950" y="28575"/>
                </a:lnTo>
                <a:lnTo>
                  <a:pt x="361950" y="47625"/>
                </a:lnTo>
                <a:lnTo>
                  <a:pt x="304800" y="47625"/>
                </a:lnTo>
                <a:lnTo>
                  <a:pt x="304800" y="57150"/>
                </a:lnTo>
                <a:lnTo>
                  <a:pt x="295275" y="57150"/>
                </a:lnTo>
                <a:lnTo>
                  <a:pt x="295275" y="38100"/>
                </a:lnTo>
                <a:lnTo>
                  <a:pt x="304800" y="38100"/>
                </a:lnTo>
                <a:lnTo>
                  <a:pt x="304800" y="28575"/>
                </a:lnTo>
                <a:lnTo>
                  <a:pt x="323850" y="28575"/>
                </a:lnTo>
                <a:lnTo>
                  <a:pt x="323850" y="19050"/>
                </a:lnTo>
                <a:lnTo>
                  <a:pt x="342900" y="19050"/>
                </a:lnTo>
                <a:close/>
                <a:moveTo>
                  <a:pt x="628650" y="9525"/>
                </a:moveTo>
                <a:lnTo>
                  <a:pt x="638175" y="9525"/>
                </a:lnTo>
                <a:lnTo>
                  <a:pt x="638175" y="19050"/>
                </a:lnTo>
                <a:lnTo>
                  <a:pt x="628650" y="19050"/>
                </a:lnTo>
                <a:close/>
                <a:moveTo>
                  <a:pt x="904875" y="9525"/>
                </a:moveTo>
                <a:lnTo>
                  <a:pt x="923925" y="9525"/>
                </a:lnTo>
                <a:lnTo>
                  <a:pt x="923925" y="19050"/>
                </a:lnTo>
                <a:lnTo>
                  <a:pt x="904875" y="19050"/>
                </a:lnTo>
                <a:close/>
                <a:moveTo>
                  <a:pt x="400050" y="28575"/>
                </a:moveTo>
                <a:lnTo>
                  <a:pt x="409575" y="28575"/>
                </a:lnTo>
                <a:lnTo>
                  <a:pt x="409575" y="38100"/>
                </a:lnTo>
                <a:lnTo>
                  <a:pt x="400050" y="38100"/>
                </a:lnTo>
                <a:close/>
                <a:moveTo>
                  <a:pt x="885825" y="28575"/>
                </a:moveTo>
                <a:lnTo>
                  <a:pt x="933450" y="28575"/>
                </a:lnTo>
                <a:lnTo>
                  <a:pt x="933450" y="38100"/>
                </a:lnTo>
                <a:lnTo>
                  <a:pt x="885825" y="38100"/>
                </a:lnTo>
                <a:close/>
                <a:moveTo>
                  <a:pt x="942975" y="38100"/>
                </a:moveTo>
                <a:lnTo>
                  <a:pt x="952500" y="38100"/>
                </a:lnTo>
                <a:lnTo>
                  <a:pt x="952500" y="47625"/>
                </a:lnTo>
                <a:lnTo>
                  <a:pt x="942975" y="47625"/>
                </a:lnTo>
                <a:close/>
                <a:moveTo>
                  <a:pt x="276225" y="47625"/>
                </a:moveTo>
                <a:lnTo>
                  <a:pt x="285750" y="47625"/>
                </a:lnTo>
                <a:lnTo>
                  <a:pt x="285750" y="57150"/>
                </a:lnTo>
                <a:lnTo>
                  <a:pt x="276225" y="57150"/>
                </a:lnTo>
                <a:close/>
                <a:moveTo>
                  <a:pt x="971550" y="47625"/>
                </a:moveTo>
                <a:lnTo>
                  <a:pt x="990600" y="47625"/>
                </a:lnTo>
                <a:lnTo>
                  <a:pt x="990600" y="57150"/>
                </a:lnTo>
                <a:lnTo>
                  <a:pt x="971550" y="57150"/>
                </a:lnTo>
                <a:close/>
                <a:moveTo>
                  <a:pt x="238125" y="57150"/>
                </a:moveTo>
                <a:lnTo>
                  <a:pt x="276225" y="57150"/>
                </a:lnTo>
                <a:lnTo>
                  <a:pt x="276225" y="66675"/>
                </a:lnTo>
                <a:lnTo>
                  <a:pt x="238125" y="66675"/>
                </a:lnTo>
                <a:close/>
                <a:moveTo>
                  <a:pt x="1000125" y="57150"/>
                </a:moveTo>
                <a:lnTo>
                  <a:pt x="1028700" y="57150"/>
                </a:lnTo>
                <a:lnTo>
                  <a:pt x="1028700" y="66675"/>
                </a:lnTo>
                <a:lnTo>
                  <a:pt x="1000125" y="66675"/>
                </a:lnTo>
                <a:close/>
                <a:moveTo>
                  <a:pt x="200025" y="66675"/>
                </a:moveTo>
                <a:lnTo>
                  <a:pt x="209550" y="66675"/>
                </a:lnTo>
                <a:lnTo>
                  <a:pt x="209550" y="76200"/>
                </a:lnTo>
                <a:lnTo>
                  <a:pt x="200025" y="76200"/>
                </a:lnTo>
                <a:close/>
                <a:moveTo>
                  <a:pt x="485775" y="66675"/>
                </a:moveTo>
                <a:lnTo>
                  <a:pt x="495300" y="66675"/>
                </a:lnTo>
                <a:lnTo>
                  <a:pt x="495300" y="76200"/>
                </a:lnTo>
                <a:lnTo>
                  <a:pt x="485775" y="76200"/>
                </a:lnTo>
                <a:close/>
                <a:moveTo>
                  <a:pt x="742950" y="123825"/>
                </a:moveTo>
                <a:lnTo>
                  <a:pt x="771525" y="123825"/>
                </a:lnTo>
                <a:lnTo>
                  <a:pt x="771525" y="152400"/>
                </a:lnTo>
                <a:lnTo>
                  <a:pt x="762000" y="152400"/>
                </a:lnTo>
                <a:lnTo>
                  <a:pt x="762000" y="133350"/>
                </a:lnTo>
                <a:lnTo>
                  <a:pt x="752475" y="133350"/>
                </a:lnTo>
                <a:lnTo>
                  <a:pt x="752475" y="152400"/>
                </a:lnTo>
                <a:lnTo>
                  <a:pt x="723900" y="152400"/>
                </a:lnTo>
                <a:lnTo>
                  <a:pt x="723900" y="142875"/>
                </a:lnTo>
                <a:lnTo>
                  <a:pt x="742950" y="142875"/>
                </a:lnTo>
                <a:close/>
                <a:moveTo>
                  <a:pt x="180975" y="133350"/>
                </a:moveTo>
                <a:lnTo>
                  <a:pt x="190500" y="133350"/>
                </a:lnTo>
                <a:lnTo>
                  <a:pt x="190500" y="142875"/>
                </a:lnTo>
                <a:lnTo>
                  <a:pt x="180975" y="142875"/>
                </a:lnTo>
                <a:close/>
                <a:moveTo>
                  <a:pt x="504825" y="142875"/>
                </a:moveTo>
                <a:lnTo>
                  <a:pt x="552450" y="142875"/>
                </a:lnTo>
                <a:lnTo>
                  <a:pt x="552450" y="152400"/>
                </a:lnTo>
                <a:lnTo>
                  <a:pt x="561975" y="152400"/>
                </a:lnTo>
                <a:lnTo>
                  <a:pt x="561975" y="161925"/>
                </a:lnTo>
                <a:lnTo>
                  <a:pt x="504825" y="161925"/>
                </a:lnTo>
                <a:close/>
                <a:moveTo>
                  <a:pt x="600075" y="152400"/>
                </a:moveTo>
                <a:lnTo>
                  <a:pt x="609600" y="152400"/>
                </a:lnTo>
                <a:lnTo>
                  <a:pt x="609600" y="161925"/>
                </a:lnTo>
                <a:lnTo>
                  <a:pt x="600075" y="161925"/>
                </a:lnTo>
                <a:close/>
                <a:moveTo>
                  <a:pt x="609600" y="161925"/>
                </a:moveTo>
                <a:lnTo>
                  <a:pt x="619125" y="161925"/>
                </a:lnTo>
                <a:lnTo>
                  <a:pt x="619125" y="171450"/>
                </a:lnTo>
                <a:lnTo>
                  <a:pt x="609600" y="171450"/>
                </a:lnTo>
                <a:close/>
                <a:moveTo>
                  <a:pt x="695325" y="171450"/>
                </a:moveTo>
                <a:lnTo>
                  <a:pt x="704850" y="171450"/>
                </a:lnTo>
                <a:lnTo>
                  <a:pt x="704850" y="180975"/>
                </a:lnTo>
                <a:lnTo>
                  <a:pt x="695325" y="180975"/>
                </a:lnTo>
                <a:close/>
                <a:moveTo>
                  <a:pt x="685800" y="180975"/>
                </a:moveTo>
                <a:lnTo>
                  <a:pt x="695325" y="180975"/>
                </a:lnTo>
                <a:lnTo>
                  <a:pt x="695325" y="190500"/>
                </a:lnTo>
                <a:lnTo>
                  <a:pt x="685800" y="190500"/>
                </a:lnTo>
                <a:close/>
                <a:moveTo>
                  <a:pt x="704850" y="180975"/>
                </a:moveTo>
                <a:lnTo>
                  <a:pt x="723900" y="180975"/>
                </a:lnTo>
                <a:lnTo>
                  <a:pt x="723900" y="190500"/>
                </a:lnTo>
                <a:lnTo>
                  <a:pt x="704850" y="190500"/>
                </a:lnTo>
                <a:close/>
                <a:moveTo>
                  <a:pt x="790575" y="190500"/>
                </a:moveTo>
                <a:lnTo>
                  <a:pt x="819150" y="190500"/>
                </a:lnTo>
                <a:lnTo>
                  <a:pt x="819150" y="200025"/>
                </a:lnTo>
                <a:lnTo>
                  <a:pt x="809625" y="200025"/>
                </a:lnTo>
                <a:lnTo>
                  <a:pt x="809625" y="228600"/>
                </a:lnTo>
                <a:lnTo>
                  <a:pt x="800100" y="228600"/>
                </a:lnTo>
                <a:lnTo>
                  <a:pt x="800100" y="238125"/>
                </a:lnTo>
                <a:lnTo>
                  <a:pt x="781050" y="238125"/>
                </a:lnTo>
                <a:lnTo>
                  <a:pt x="781050" y="228600"/>
                </a:lnTo>
                <a:lnTo>
                  <a:pt x="790575" y="228600"/>
                </a:lnTo>
                <a:lnTo>
                  <a:pt x="790575" y="219075"/>
                </a:lnTo>
                <a:lnTo>
                  <a:pt x="781050" y="219075"/>
                </a:lnTo>
                <a:lnTo>
                  <a:pt x="781050" y="200025"/>
                </a:lnTo>
                <a:lnTo>
                  <a:pt x="790575" y="200025"/>
                </a:lnTo>
                <a:close/>
                <a:moveTo>
                  <a:pt x="819150" y="200025"/>
                </a:moveTo>
                <a:lnTo>
                  <a:pt x="828675" y="200025"/>
                </a:lnTo>
                <a:lnTo>
                  <a:pt x="828675" y="209550"/>
                </a:lnTo>
                <a:lnTo>
                  <a:pt x="819150" y="209550"/>
                </a:lnTo>
                <a:close/>
                <a:moveTo>
                  <a:pt x="200025" y="209550"/>
                </a:moveTo>
                <a:lnTo>
                  <a:pt x="209550" y="209550"/>
                </a:lnTo>
                <a:lnTo>
                  <a:pt x="209550" y="219075"/>
                </a:lnTo>
                <a:lnTo>
                  <a:pt x="200025" y="219075"/>
                </a:lnTo>
                <a:close/>
                <a:moveTo>
                  <a:pt x="647700" y="228600"/>
                </a:moveTo>
                <a:lnTo>
                  <a:pt x="685800" y="228600"/>
                </a:lnTo>
                <a:lnTo>
                  <a:pt x="685800" y="238125"/>
                </a:lnTo>
                <a:lnTo>
                  <a:pt x="647700" y="238125"/>
                </a:lnTo>
                <a:close/>
                <a:moveTo>
                  <a:pt x="819150" y="228600"/>
                </a:moveTo>
                <a:lnTo>
                  <a:pt x="828675" y="228600"/>
                </a:lnTo>
                <a:lnTo>
                  <a:pt x="828675" y="238125"/>
                </a:lnTo>
                <a:lnTo>
                  <a:pt x="819150" y="238125"/>
                </a:lnTo>
                <a:close/>
                <a:moveTo>
                  <a:pt x="571500" y="257175"/>
                </a:moveTo>
                <a:lnTo>
                  <a:pt x="581025" y="257175"/>
                </a:lnTo>
                <a:lnTo>
                  <a:pt x="581025" y="266700"/>
                </a:lnTo>
                <a:lnTo>
                  <a:pt x="571500" y="266700"/>
                </a:lnTo>
                <a:close/>
                <a:moveTo>
                  <a:pt x="752475" y="266700"/>
                </a:moveTo>
                <a:lnTo>
                  <a:pt x="762000" y="266700"/>
                </a:lnTo>
                <a:lnTo>
                  <a:pt x="762000" y="276225"/>
                </a:lnTo>
                <a:lnTo>
                  <a:pt x="752475" y="276225"/>
                </a:lnTo>
                <a:close/>
                <a:moveTo>
                  <a:pt x="704850" y="276225"/>
                </a:moveTo>
                <a:lnTo>
                  <a:pt x="714375" y="276225"/>
                </a:lnTo>
                <a:lnTo>
                  <a:pt x="714375" y="285750"/>
                </a:lnTo>
                <a:lnTo>
                  <a:pt x="704850" y="285750"/>
                </a:lnTo>
                <a:close/>
                <a:moveTo>
                  <a:pt x="638175" y="285750"/>
                </a:moveTo>
                <a:lnTo>
                  <a:pt x="647700" y="285750"/>
                </a:lnTo>
                <a:lnTo>
                  <a:pt x="647700" y="295275"/>
                </a:lnTo>
                <a:lnTo>
                  <a:pt x="657225" y="295275"/>
                </a:lnTo>
                <a:lnTo>
                  <a:pt x="657225" y="304800"/>
                </a:lnTo>
                <a:lnTo>
                  <a:pt x="647700" y="304800"/>
                </a:lnTo>
                <a:lnTo>
                  <a:pt x="647700" y="314325"/>
                </a:lnTo>
                <a:lnTo>
                  <a:pt x="628650" y="314325"/>
                </a:lnTo>
                <a:lnTo>
                  <a:pt x="628650" y="323850"/>
                </a:lnTo>
                <a:lnTo>
                  <a:pt x="609600" y="323850"/>
                </a:lnTo>
                <a:lnTo>
                  <a:pt x="609600" y="304800"/>
                </a:lnTo>
                <a:lnTo>
                  <a:pt x="628650" y="304800"/>
                </a:lnTo>
                <a:lnTo>
                  <a:pt x="628650" y="295275"/>
                </a:lnTo>
                <a:lnTo>
                  <a:pt x="638175" y="295275"/>
                </a:lnTo>
                <a:close/>
                <a:moveTo>
                  <a:pt x="781050" y="285750"/>
                </a:moveTo>
                <a:lnTo>
                  <a:pt x="809625" y="285750"/>
                </a:lnTo>
                <a:lnTo>
                  <a:pt x="809625" y="333375"/>
                </a:lnTo>
                <a:lnTo>
                  <a:pt x="790575" y="333375"/>
                </a:lnTo>
                <a:lnTo>
                  <a:pt x="790575" y="342900"/>
                </a:lnTo>
                <a:lnTo>
                  <a:pt x="781050" y="342900"/>
                </a:lnTo>
                <a:lnTo>
                  <a:pt x="781050" y="323850"/>
                </a:lnTo>
                <a:lnTo>
                  <a:pt x="790575" y="323850"/>
                </a:lnTo>
                <a:lnTo>
                  <a:pt x="790575" y="295275"/>
                </a:lnTo>
                <a:lnTo>
                  <a:pt x="781050" y="295275"/>
                </a:lnTo>
                <a:close/>
                <a:moveTo>
                  <a:pt x="571500" y="295275"/>
                </a:moveTo>
                <a:lnTo>
                  <a:pt x="581025" y="295275"/>
                </a:lnTo>
                <a:lnTo>
                  <a:pt x="581025" y="304800"/>
                </a:lnTo>
                <a:lnTo>
                  <a:pt x="590550" y="304800"/>
                </a:lnTo>
                <a:lnTo>
                  <a:pt x="590550" y="314325"/>
                </a:lnTo>
                <a:lnTo>
                  <a:pt x="571500" y="314325"/>
                </a:lnTo>
                <a:close/>
                <a:moveTo>
                  <a:pt x="695325" y="295275"/>
                </a:moveTo>
                <a:lnTo>
                  <a:pt x="714375" y="295275"/>
                </a:lnTo>
                <a:lnTo>
                  <a:pt x="714375" y="304800"/>
                </a:lnTo>
                <a:lnTo>
                  <a:pt x="695325" y="304800"/>
                </a:lnTo>
                <a:close/>
                <a:moveTo>
                  <a:pt x="1038225" y="314325"/>
                </a:moveTo>
                <a:lnTo>
                  <a:pt x="1047750" y="314325"/>
                </a:lnTo>
                <a:lnTo>
                  <a:pt x="1047750" y="342900"/>
                </a:lnTo>
                <a:lnTo>
                  <a:pt x="1038225" y="342900"/>
                </a:lnTo>
                <a:close/>
                <a:moveTo>
                  <a:pt x="838200" y="333375"/>
                </a:moveTo>
                <a:lnTo>
                  <a:pt x="847725" y="333375"/>
                </a:lnTo>
                <a:lnTo>
                  <a:pt x="847725" y="342900"/>
                </a:lnTo>
                <a:lnTo>
                  <a:pt x="838200" y="342900"/>
                </a:lnTo>
                <a:close/>
                <a:moveTo>
                  <a:pt x="447675" y="342900"/>
                </a:moveTo>
                <a:lnTo>
                  <a:pt x="466725" y="342900"/>
                </a:lnTo>
                <a:lnTo>
                  <a:pt x="466725" y="361950"/>
                </a:lnTo>
                <a:lnTo>
                  <a:pt x="447675" y="361950"/>
                </a:lnTo>
                <a:close/>
                <a:moveTo>
                  <a:pt x="828675" y="342900"/>
                </a:moveTo>
                <a:lnTo>
                  <a:pt x="838200" y="342900"/>
                </a:lnTo>
                <a:lnTo>
                  <a:pt x="838200" y="352425"/>
                </a:lnTo>
                <a:lnTo>
                  <a:pt x="828675" y="352425"/>
                </a:lnTo>
                <a:close/>
                <a:moveTo>
                  <a:pt x="581025" y="352425"/>
                </a:moveTo>
                <a:lnTo>
                  <a:pt x="590550" y="352425"/>
                </a:lnTo>
                <a:lnTo>
                  <a:pt x="590550" y="400050"/>
                </a:lnTo>
                <a:lnTo>
                  <a:pt x="581025" y="400050"/>
                </a:lnTo>
                <a:lnTo>
                  <a:pt x="581025" y="409575"/>
                </a:lnTo>
                <a:lnTo>
                  <a:pt x="571500" y="409575"/>
                </a:lnTo>
                <a:lnTo>
                  <a:pt x="571500" y="390525"/>
                </a:lnTo>
                <a:lnTo>
                  <a:pt x="581025" y="390525"/>
                </a:lnTo>
                <a:lnTo>
                  <a:pt x="581025" y="371475"/>
                </a:lnTo>
                <a:lnTo>
                  <a:pt x="571500" y="371475"/>
                </a:lnTo>
                <a:lnTo>
                  <a:pt x="571500" y="361950"/>
                </a:lnTo>
                <a:lnTo>
                  <a:pt x="581025" y="361950"/>
                </a:lnTo>
                <a:close/>
                <a:moveTo>
                  <a:pt x="657225" y="352425"/>
                </a:moveTo>
                <a:lnTo>
                  <a:pt x="666750" y="352425"/>
                </a:lnTo>
                <a:lnTo>
                  <a:pt x="666750" y="381000"/>
                </a:lnTo>
                <a:lnTo>
                  <a:pt x="657225" y="381000"/>
                </a:lnTo>
                <a:lnTo>
                  <a:pt x="657225" y="371475"/>
                </a:lnTo>
                <a:lnTo>
                  <a:pt x="647700" y="371475"/>
                </a:lnTo>
                <a:lnTo>
                  <a:pt x="647700" y="381000"/>
                </a:lnTo>
                <a:lnTo>
                  <a:pt x="638175" y="381000"/>
                </a:lnTo>
                <a:lnTo>
                  <a:pt x="638175" y="361950"/>
                </a:lnTo>
                <a:lnTo>
                  <a:pt x="657225" y="361950"/>
                </a:lnTo>
                <a:close/>
                <a:moveTo>
                  <a:pt x="933450" y="361950"/>
                </a:moveTo>
                <a:lnTo>
                  <a:pt x="971550" y="361950"/>
                </a:lnTo>
                <a:lnTo>
                  <a:pt x="971550" y="371475"/>
                </a:lnTo>
                <a:lnTo>
                  <a:pt x="933450" y="371475"/>
                </a:lnTo>
                <a:close/>
                <a:moveTo>
                  <a:pt x="781050" y="371475"/>
                </a:moveTo>
                <a:lnTo>
                  <a:pt x="800100" y="371475"/>
                </a:lnTo>
                <a:lnTo>
                  <a:pt x="800100" y="390525"/>
                </a:lnTo>
                <a:lnTo>
                  <a:pt x="781050" y="390525"/>
                </a:lnTo>
                <a:close/>
                <a:moveTo>
                  <a:pt x="971550" y="371475"/>
                </a:moveTo>
                <a:lnTo>
                  <a:pt x="1009650" y="371475"/>
                </a:lnTo>
                <a:lnTo>
                  <a:pt x="1009650" y="381000"/>
                </a:lnTo>
                <a:lnTo>
                  <a:pt x="971550" y="381000"/>
                </a:lnTo>
                <a:close/>
                <a:moveTo>
                  <a:pt x="114300" y="381000"/>
                </a:moveTo>
                <a:lnTo>
                  <a:pt x="123825" y="381000"/>
                </a:lnTo>
                <a:lnTo>
                  <a:pt x="123825" y="390525"/>
                </a:lnTo>
                <a:lnTo>
                  <a:pt x="114300" y="390525"/>
                </a:lnTo>
                <a:close/>
                <a:moveTo>
                  <a:pt x="438150" y="390525"/>
                </a:moveTo>
                <a:lnTo>
                  <a:pt x="457200" y="390525"/>
                </a:lnTo>
                <a:lnTo>
                  <a:pt x="457200" y="400050"/>
                </a:lnTo>
                <a:lnTo>
                  <a:pt x="447675" y="400050"/>
                </a:lnTo>
                <a:lnTo>
                  <a:pt x="447675" y="428625"/>
                </a:lnTo>
                <a:lnTo>
                  <a:pt x="438150" y="428625"/>
                </a:lnTo>
                <a:close/>
                <a:moveTo>
                  <a:pt x="828675" y="390525"/>
                </a:moveTo>
                <a:lnTo>
                  <a:pt x="838200" y="390525"/>
                </a:lnTo>
                <a:lnTo>
                  <a:pt x="838200" y="400050"/>
                </a:lnTo>
                <a:lnTo>
                  <a:pt x="828675" y="400050"/>
                </a:lnTo>
                <a:close/>
                <a:moveTo>
                  <a:pt x="838200" y="400050"/>
                </a:moveTo>
                <a:lnTo>
                  <a:pt x="847725" y="400050"/>
                </a:lnTo>
                <a:lnTo>
                  <a:pt x="847725" y="409575"/>
                </a:lnTo>
                <a:lnTo>
                  <a:pt x="838200" y="409575"/>
                </a:lnTo>
                <a:close/>
                <a:moveTo>
                  <a:pt x="647700" y="419100"/>
                </a:moveTo>
                <a:lnTo>
                  <a:pt x="657225" y="419100"/>
                </a:lnTo>
                <a:lnTo>
                  <a:pt x="657225" y="438150"/>
                </a:lnTo>
                <a:lnTo>
                  <a:pt x="647700" y="438150"/>
                </a:lnTo>
                <a:close/>
                <a:moveTo>
                  <a:pt x="504825" y="428625"/>
                </a:moveTo>
                <a:lnTo>
                  <a:pt x="514350" y="428625"/>
                </a:lnTo>
                <a:lnTo>
                  <a:pt x="514350" y="438150"/>
                </a:lnTo>
                <a:lnTo>
                  <a:pt x="504825" y="438150"/>
                </a:lnTo>
                <a:close/>
                <a:moveTo>
                  <a:pt x="1000125" y="438150"/>
                </a:moveTo>
                <a:lnTo>
                  <a:pt x="1009650" y="438150"/>
                </a:lnTo>
                <a:lnTo>
                  <a:pt x="1009650" y="447675"/>
                </a:lnTo>
                <a:lnTo>
                  <a:pt x="1000125" y="447675"/>
                </a:lnTo>
                <a:close/>
                <a:moveTo>
                  <a:pt x="485775" y="447675"/>
                </a:moveTo>
                <a:lnTo>
                  <a:pt x="495300" y="447675"/>
                </a:lnTo>
                <a:lnTo>
                  <a:pt x="495300" y="457200"/>
                </a:lnTo>
                <a:lnTo>
                  <a:pt x="485775" y="457200"/>
                </a:lnTo>
                <a:close/>
                <a:moveTo>
                  <a:pt x="676275" y="447675"/>
                </a:moveTo>
                <a:lnTo>
                  <a:pt x="685800" y="447675"/>
                </a:lnTo>
                <a:lnTo>
                  <a:pt x="685800" y="466725"/>
                </a:lnTo>
                <a:lnTo>
                  <a:pt x="676275" y="466725"/>
                </a:lnTo>
                <a:close/>
                <a:moveTo>
                  <a:pt x="447675" y="457200"/>
                </a:moveTo>
                <a:lnTo>
                  <a:pt x="457200" y="457200"/>
                </a:lnTo>
                <a:lnTo>
                  <a:pt x="457200" y="466725"/>
                </a:lnTo>
                <a:lnTo>
                  <a:pt x="447675" y="466725"/>
                </a:lnTo>
                <a:close/>
                <a:moveTo>
                  <a:pt x="428625" y="466725"/>
                </a:moveTo>
                <a:lnTo>
                  <a:pt x="438150" y="466725"/>
                </a:lnTo>
                <a:lnTo>
                  <a:pt x="438150" y="476250"/>
                </a:lnTo>
                <a:lnTo>
                  <a:pt x="428625" y="476250"/>
                </a:lnTo>
                <a:close/>
                <a:moveTo>
                  <a:pt x="457200" y="466725"/>
                </a:moveTo>
                <a:lnTo>
                  <a:pt x="466725" y="466725"/>
                </a:lnTo>
                <a:lnTo>
                  <a:pt x="466725" y="485775"/>
                </a:lnTo>
                <a:lnTo>
                  <a:pt x="438150" y="485775"/>
                </a:lnTo>
                <a:lnTo>
                  <a:pt x="438150" y="476250"/>
                </a:lnTo>
                <a:lnTo>
                  <a:pt x="457200" y="476250"/>
                </a:lnTo>
                <a:close/>
                <a:moveTo>
                  <a:pt x="476250" y="466725"/>
                </a:moveTo>
                <a:lnTo>
                  <a:pt x="485775" y="466725"/>
                </a:lnTo>
                <a:lnTo>
                  <a:pt x="485775" y="476250"/>
                </a:lnTo>
                <a:lnTo>
                  <a:pt x="476250" y="476250"/>
                </a:lnTo>
                <a:close/>
                <a:moveTo>
                  <a:pt x="533400" y="485775"/>
                </a:moveTo>
                <a:lnTo>
                  <a:pt x="552450" y="485775"/>
                </a:lnTo>
                <a:lnTo>
                  <a:pt x="552450" y="504825"/>
                </a:lnTo>
                <a:lnTo>
                  <a:pt x="533400" y="504825"/>
                </a:lnTo>
                <a:close/>
                <a:moveTo>
                  <a:pt x="600075" y="495300"/>
                </a:moveTo>
                <a:lnTo>
                  <a:pt x="609600" y="495300"/>
                </a:lnTo>
                <a:lnTo>
                  <a:pt x="609600" y="504825"/>
                </a:lnTo>
                <a:lnTo>
                  <a:pt x="638175" y="504825"/>
                </a:lnTo>
                <a:lnTo>
                  <a:pt x="638175" y="495300"/>
                </a:lnTo>
                <a:lnTo>
                  <a:pt x="657225" y="495300"/>
                </a:lnTo>
                <a:lnTo>
                  <a:pt x="657225" y="523875"/>
                </a:lnTo>
                <a:lnTo>
                  <a:pt x="647700" y="523875"/>
                </a:lnTo>
                <a:lnTo>
                  <a:pt x="647700" y="514350"/>
                </a:lnTo>
                <a:lnTo>
                  <a:pt x="600075" y="514350"/>
                </a:lnTo>
                <a:close/>
                <a:moveTo>
                  <a:pt x="771525" y="495300"/>
                </a:moveTo>
                <a:lnTo>
                  <a:pt x="781050" y="495300"/>
                </a:lnTo>
                <a:lnTo>
                  <a:pt x="781050" y="504825"/>
                </a:lnTo>
                <a:lnTo>
                  <a:pt x="771525" y="504825"/>
                </a:lnTo>
                <a:close/>
                <a:moveTo>
                  <a:pt x="666750" y="504825"/>
                </a:moveTo>
                <a:lnTo>
                  <a:pt x="676275" y="504825"/>
                </a:lnTo>
                <a:lnTo>
                  <a:pt x="676275" y="514350"/>
                </a:lnTo>
                <a:lnTo>
                  <a:pt x="666750" y="514350"/>
                </a:lnTo>
                <a:close/>
                <a:moveTo>
                  <a:pt x="133350" y="523875"/>
                </a:moveTo>
                <a:lnTo>
                  <a:pt x="142875" y="523875"/>
                </a:lnTo>
                <a:lnTo>
                  <a:pt x="142875" y="533400"/>
                </a:lnTo>
                <a:lnTo>
                  <a:pt x="133350" y="533400"/>
                </a:lnTo>
                <a:close/>
                <a:moveTo>
                  <a:pt x="533400" y="533400"/>
                </a:moveTo>
                <a:lnTo>
                  <a:pt x="542925" y="533400"/>
                </a:lnTo>
                <a:lnTo>
                  <a:pt x="542925" y="542925"/>
                </a:lnTo>
                <a:lnTo>
                  <a:pt x="533400" y="542925"/>
                </a:lnTo>
                <a:close/>
                <a:moveTo>
                  <a:pt x="714375" y="533400"/>
                </a:moveTo>
                <a:lnTo>
                  <a:pt x="733425" y="533400"/>
                </a:lnTo>
                <a:lnTo>
                  <a:pt x="733425" y="552450"/>
                </a:lnTo>
                <a:lnTo>
                  <a:pt x="723900" y="552450"/>
                </a:lnTo>
                <a:lnTo>
                  <a:pt x="723900" y="561975"/>
                </a:lnTo>
                <a:lnTo>
                  <a:pt x="704850" y="561975"/>
                </a:lnTo>
                <a:lnTo>
                  <a:pt x="704850" y="552450"/>
                </a:lnTo>
                <a:lnTo>
                  <a:pt x="714375" y="552450"/>
                </a:lnTo>
                <a:close/>
                <a:moveTo>
                  <a:pt x="581025" y="542925"/>
                </a:moveTo>
                <a:lnTo>
                  <a:pt x="590550" y="542925"/>
                </a:lnTo>
                <a:lnTo>
                  <a:pt x="590550" y="552450"/>
                </a:lnTo>
                <a:lnTo>
                  <a:pt x="581025" y="552450"/>
                </a:lnTo>
                <a:close/>
                <a:moveTo>
                  <a:pt x="1038225" y="542925"/>
                </a:moveTo>
                <a:lnTo>
                  <a:pt x="1047750" y="542925"/>
                </a:lnTo>
                <a:lnTo>
                  <a:pt x="1047750" y="552450"/>
                </a:lnTo>
                <a:lnTo>
                  <a:pt x="1038225" y="552450"/>
                </a:lnTo>
                <a:close/>
                <a:moveTo>
                  <a:pt x="647700" y="552450"/>
                </a:moveTo>
                <a:lnTo>
                  <a:pt x="657225" y="552450"/>
                </a:lnTo>
                <a:lnTo>
                  <a:pt x="657225" y="561975"/>
                </a:lnTo>
                <a:lnTo>
                  <a:pt x="647700" y="561975"/>
                </a:lnTo>
                <a:close/>
                <a:moveTo>
                  <a:pt x="152400" y="581025"/>
                </a:moveTo>
                <a:lnTo>
                  <a:pt x="161925" y="581025"/>
                </a:lnTo>
                <a:lnTo>
                  <a:pt x="161925" y="590550"/>
                </a:lnTo>
                <a:lnTo>
                  <a:pt x="152400" y="590550"/>
                </a:lnTo>
                <a:close/>
                <a:moveTo>
                  <a:pt x="161925" y="609600"/>
                </a:moveTo>
                <a:lnTo>
                  <a:pt x="171450" y="609600"/>
                </a:lnTo>
                <a:lnTo>
                  <a:pt x="171450" y="619125"/>
                </a:lnTo>
                <a:lnTo>
                  <a:pt x="161925" y="619125"/>
                </a:lnTo>
                <a:close/>
                <a:moveTo>
                  <a:pt x="1019175" y="638175"/>
                </a:moveTo>
                <a:lnTo>
                  <a:pt x="1028700" y="638175"/>
                </a:lnTo>
                <a:lnTo>
                  <a:pt x="1028700" y="647700"/>
                </a:lnTo>
                <a:lnTo>
                  <a:pt x="1019175" y="647700"/>
                </a:lnTo>
                <a:close/>
                <a:moveTo>
                  <a:pt x="676275" y="647700"/>
                </a:moveTo>
                <a:lnTo>
                  <a:pt x="704850" y="647700"/>
                </a:lnTo>
                <a:lnTo>
                  <a:pt x="704850" y="666750"/>
                </a:lnTo>
                <a:lnTo>
                  <a:pt x="695325" y="666750"/>
                </a:lnTo>
                <a:lnTo>
                  <a:pt x="695325" y="676275"/>
                </a:lnTo>
                <a:lnTo>
                  <a:pt x="685800" y="676275"/>
                </a:lnTo>
                <a:lnTo>
                  <a:pt x="685800" y="657225"/>
                </a:lnTo>
                <a:lnTo>
                  <a:pt x="676275" y="657225"/>
                </a:lnTo>
                <a:close/>
                <a:moveTo>
                  <a:pt x="219075" y="657225"/>
                </a:moveTo>
                <a:lnTo>
                  <a:pt x="228600" y="657225"/>
                </a:lnTo>
                <a:lnTo>
                  <a:pt x="228600" y="676275"/>
                </a:lnTo>
                <a:lnTo>
                  <a:pt x="219075" y="676275"/>
                </a:lnTo>
                <a:close/>
                <a:moveTo>
                  <a:pt x="952500" y="666750"/>
                </a:moveTo>
                <a:lnTo>
                  <a:pt x="962025" y="666750"/>
                </a:lnTo>
                <a:lnTo>
                  <a:pt x="962025" y="685800"/>
                </a:lnTo>
                <a:lnTo>
                  <a:pt x="942975" y="685800"/>
                </a:lnTo>
                <a:lnTo>
                  <a:pt x="942975" y="676275"/>
                </a:lnTo>
                <a:lnTo>
                  <a:pt x="952500" y="676275"/>
                </a:lnTo>
                <a:close/>
                <a:moveTo>
                  <a:pt x="314325" y="685800"/>
                </a:moveTo>
                <a:lnTo>
                  <a:pt x="323850" y="685800"/>
                </a:lnTo>
                <a:lnTo>
                  <a:pt x="323850" y="695325"/>
                </a:lnTo>
                <a:lnTo>
                  <a:pt x="314325" y="695325"/>
                </a:lnTo>
                <a:close/>
                <a:moveTo>
                  <a:pt x="200025" y="695325"/>
                </a:moveTo>
                <a:lnTo>
                  <a:pt x="209550" y="695325"/>
                </a:lnTo>
                <a:lnTo>
                  <a:pt x="209550" y="704850"/>
                </a:lnTo>
                <a:lnTo>
                  <a:pt x="200025" y="704850"/>
                </a:lnTo>
                <a:close/>
                <a:moveTo>
                  <a:pt x="285750" y="695325"/>
                </a:moveTo>
                <a:lnTo>
                  <a:pt x="295275" y="695325"/>
                </a:lnTo>
                <a:lnTo>
                  <a:pt x="295275" y="704850"/>
                </a:lnTo>
                <a:lnTo>
                  <a:pt x="285750" y="704850"/>
                </a:lnTo>
                <a:close/>
                <a:moveTo>
                  <a:pt x="695325" y="695325"/>
                </a:moveTo>
                <a:lnTo>
                  <a:pt x="704850" y="695325"/>
                </a:lnTo>
                <a:lnTo>
                  <a:pt x="704850" y="704850"/>
                </a:lnTo>
                <a:lnTo>
                  <a:pt x="714375" y="704850"/>
                </a:lnTo>
                <a:lnTo>
                  <a:pt x="714375" y="695325"/>
                </a:lnTo>
                <a:lnTo>
                  <a:pt x="723900" y="695325"/>
                </a:lnTo>
                <a:lnTo>
                  <a:pt x="723900" y="704850"/>
                </a:lnTo>
                <a:lnTo>
                  <a:pt x="771525" y="704850"/>
                </a:lnTo>
                <a:lnTo>
                  <a:pt x="771525" y="714375"/>
                </a:lnTo>
                <a:lnTo>
                  <a:pt x="723900" y="714375"/>
                </a:lnTo>
                <a:lnTo>
                  <a:pt x="723900" y="723900"/>
                </a:lnTo>
                <a:lnTo>
                  <a:pt x="714375" y="723900"/>
                </a:lnTo>
                <a:lnTo>
                  <a:pt x="714375" y="733425"/>
                </a:lnTo>
                <a:lnTo>
                  <a:pt x="704850" y="733425"/>
                </a:lnTo>
                <a:lnTo>
                  <a:pt x="704850" y="723900"/>
                </a:lnTo>
                <a:lnTo>
                  <a:pt x="695325" y="723900"/>
                </a:lnTo>
                <a:lnTo>
                  <a:pt x="695325" y="733425"/>
                </a:lnTo>
                <a:lnTo>
                  <a:pt x="685800" y="733425"/>
                </a:lnTo>
                <a:lnTo>
                  <a:pt x="685800" y="714375"/>
                </a:lnTo>
                <a:lnTo>
                  <a:pt x="676275" y="714375"/>
                </a:lnTo>
                <a:lnTo>
                  <a:pt x="676275" y="704850"/>
                </a:lnTo>
                <a:lnTo>
                  <a:pt x="695325" y="704850"/>
                </a:lnTo>
                <a:close/>
                <a:moveTo>
                  <a:pt x="238125" y="704850"/>
                </a:moveTo>
                <a:lnTo>
                  <a:pt x="257175" y="704850"/>
                </a:lnTo>
                <a:lnTo>
                  <a:pt x="257175" y="714375"/>
                </a:lnTo>
                <a:lnTo>
                  <a:pt x="238125" y="714375"/>
                </a:lnTo>
                <a:close/>
                <a:moveTo>
                  <a:pt x="819150" y="714375"/>
                </a:moveTo>
                <a:lnTo>
                  <a:pt x="828675" y="714375"/>
                </a:lnTo>
                <a:lnTo>
                  <a:pt x="828675" y="723900"/>
                </a:lnTo>
                <a:lnTo>
                  <a:pt x="819150" y="723900"/>
                </a:lnTo>
                <a:close/>
                <a:moveTo>
                  <a:pt x="723900" y="723900"/>
                </a:moveTo>
                <a:lnTo>
                  <a:pt x="733425" y="723900"/>
                </a:lnTo>
                <a:lnTo>
                  <a:pt x="733425" y="733425"/>
                </a:lnTo>
                <a:lnTo>
                  <a:pt x="723900" y="733425"/>
                </a:lnTo>
                <a:close/>
                <a:moveTo>
                  <a:pt x="857250" y="723900"/>
                </a:moveTo>
                <a:lnTo>
                  <a:pt x="876300" y="723900"/>
                </a:lnTo>
                <a:lnTo>
                  <a:pt x="876300" y="733425"/>
                </a:lnTo>
                <a:lnTo>
                  <a:pt x="857250" y="733425"/>
                </a:lnTo>
                <a:close/>
                <a:moveTo>
                  <a:pt x="657225" y="733425"/>
                </a:moveTo>
                <a:lnTo>
                  <a:pt x="666750" y="733425"/>
                </a:lnTo>
                <a:lnTo>
                  <a:pt x="666750" y="752475"/>
                </a:lnTo>
                <a:lnTo>
                  <a:pt x="657225" y="752475"/>
                </a:lnTo>
                <a:close/>
                <a:moveTo>
                  <a:pt x="762000" y="733425"/>
                </a:moveTo>
                <a:lnTo>
                  <a:pt x="771525" y="733425"/>
                </a:lnTo>
                <a:lnTo>
                  <a:pt x="771525" y="742950"/>
                </a:lnTo>
                <a:lnTo>
                  <a:pt x="762000" y="742950"/>
                </a:lnTo>
                <a:close/>
                <a:moveTo>
                  <a:pt x="781050" y="733425"/>
                </a:moveTo>
                <a:lnTo>
                  <a:pt x="809625" y="733425"/>
                </a:lnTo>
                <a:lnTo>
                  <a:pt x="809625" y="752475"/>
                </a:lnTo>
                <a:lnTo>
                  <a:pt x="790575" y="752475"/>
                </a:lnTo>
                <a:lnTo>
                  <a:pt x="790575" y="742950"/>
                </a:lnTo>
                <a:lnTo>
                  <a:pt x="781050" y="742950"/>
                </a:lnTo>
                <a:close/>
                <a:moveTo>
                  <a:pt x="257175" y="771525"/>
                </a:moveTo>
                <a:lnTo>
                  <a:pt x="266700" y="771525"/>
                </a:lnTo>
                <a:lnTo>
                  <a:pt x="266700" y="781050"/>
                </a:lnTo>
                <a:lnTo>
                  <a:pt x="257175" y="781050"/>
                </a:lnTo>
                <a:close/>
                <a:moveTo>
                  <a:pt x="266700" y="790575"/>
                </a:moveTo>
                <a:lnTo>
                  <a:pt x="285750" y="790575"/>
                </a:lnTo>
                <a:lnTo>
                  <a:pt x="285750" y="809625"/>
                </a:lnTo>
                <a:lnTo>
                  <a:pt x="266700" y="809625"/>
                </a:lnTo>
                <a:close/>
                <a:moveTo>
                  <a:pt x="219075" y="800100"/>
                </a:moveTo>
                <a:lnTo>
                  <a:pt x="228600" y="800100"/>
                </a:lnTo>
                <a:lnTo>
                  <a:pt x="228600" y="809625"/>
                </a:lnTo>
                <a:lnTo>
                  <a:pt x="219075" y="809625"/>
                </a:lnTo>
                <a:close/>
                <a:moveTo>
                  <a:pt x="533400" y="800100"/>
                </a:moveTo>
                <a:lnTo>
                  <a:pt x="542925" y="800100"/>
                </a:lnTo>
                <a:lnTo>
                  <a:pt x="542925" y="809625"/>
                </a:lnTo>
                <a:lnTo>
                  <a:pt x="533400" y="809625"/>
                </a:lnTo>
                <a:close/>
              </a:path>
            </a:pathLst>
          </a:custGeom>
          <a:solidFill xmlns:a="http://schemas.openxmlformats.org/drawingml/2006/main">
            <a:srgbClr val="F6F8F2"/>
          </a:solidFill>
          <a:ln xmlns:a="http://schemas.openxmlformats.org/drawingml/2006/main" w="0">
            <a:noFill/>
          </a:ln>
        </p:spPr>
      </p:sp>
      <p:sp>
        <p:nvSpPr>
          <p:cNvPr id="27" name="v00 vector #f6f5f0">
            <a:extLst xmlns:a="http://schemas.openxmlformats.org/drawingml/2006/main">
              <a:ext uri="{FF2B5EF4-FFF2-40B4-BE49-F238E27FC236}">
                <a16:creationId xmlns:a16="http://schemas.microsoft.com/office/drawing/2014/main" id="{5D3D776D-D5FA-4B41-9F0E-6605DBC0EB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5350" y="2362200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923925" y="38100"/>
                </a:moveTo>
                <a:lnTo>
                  <a:pt x="933450" y="38100"/>
                </a:lnTo>
                <a:lnTo>
                  <a:pt x="933450" y="47625"/>
                </a:lnTo>
                <a:lnTo>
                  <a:pt x="923925" y="47625"/>
                </a:lnTo>
                <a:close/>
                <a:moveTo>
                  <a:pt x="285750" y="47625"/>
                </a:moveTo>
                <a:lnTo>
                  <a:pt x="295275" y="47625"/>
                </a:lnTo>
                <a:lnTo>
                  <a:pt x="295275" y="57150"/>
                </a:lnTo>
                <a:lnTo>
                  <a:pt x="285750" y="57150"/>
                </a:lnTo>
                <a:close/>
                <a:moveTo>
                  <a:pt x="304800" y="47625"/>
                </a:moveTo>
                <a:lnTo>
                  <a:pt x="314325" y="47625"/>
                </a:lnTo>
                <a:lnTo>
                  <a:pt x="314325" y="57150"/>
                </a:lnTo>
                <a:lnTo>
                  <a:pt x="304800" y="57150"/>
                </a:lnTo>
                <a:close/>
                <a:moveTo>
                  <a:pt x="962025" y="47625"/>
                </a:moveTo>
                <a:lnTo>
                  <a:pt x="971550" y="47625"/>
                </a:lnTo>
                <a:lnTo>
                  <a:pt x="971550" y="57150"/>
                </a:lnTo>
                <a:lnTo>
                  <a:pt x="962025" y="57150"/>
                </a:lnTo>
                <a:close/>
                <a:moveTo>
                  <a:pt x="619125" y="104775"/>
                </a:moveTo>
                <a:lnTo>
                  <a:pt x="628650" y="104775"/>
                </a:lnTo>
                <a:lnTo>
                  <a:pt x="628650" y="114300"/>
                </a:lnTo>
                <a:lnTo>
                  <a:pt x="619125" y="114300"/>
                </a:lnTo>
                <a:close/>
                <a:moveTo>
                  <a:pt x="485775" y="142875"/>
                </a:moveTo>
                <a:lnTo>
                  <a:pt x="495300" y="142875"/>
                </a:lnTo>
                <a:lnTo>
                  <a:pt x="495300" y="161925"/>
                </a:lnTo>
                <a:lnTo>
                  <a:pt x="561975" y="161925"/>
                </a:lnTo>
                <a:lnTo>
                  <a:pt x="561975" y="152400"/>
                </a:lnTo>
                <a:lnTo>
                  <a:pt x="600075" y="152400"/>
                </a:lnTo>
                <a:lnTo>
                  <a:pt x="600075" y="171450"/>
                </a:lnTo>
                <a:lnTo>
                  <a:pt x="619125" y="171450"/>
                </a:lnTo>
                <a:lnTo>
                  <a:pt x="619125" y="200025"/>
                </a:lnTo>
                <a:lnTo>
                  <a:pt x="628650" y="200025"/>
                </a:lnTo>
                <a:lnTo>
                  <a:pt x="628650" y="209550"/>
                </a:lnTo>
                <a:lnTo>
                  <a:pt x="619125" y="209550"/>
                </a:lnTo>
                <a:lnTo>
                  <a:pt x="619125" y="228600"/>
                </a:lnTo>
                <a:lnTo>
                  <a:pt x="609600" y="228600"/>
                </a:lnTo>
                <a:lnTo>
                  <a:pt x="609600" y="238125"/>
                </a:lnTo>
                <a:lnTo>
                  <a:pt x="600075" y="238125"/>
                </a:lnTo>
                <a:lnTo>
                  <a:pt x="600075" y="247650"/>
                </a:lnTo>
                <a:lnTo>
                  <a:pt x="590550" y="247650"/>
                </a:lnTo>
                <a:lnTo>
                  <a:pt x="590550" y="257175"/>
                </a:lnTo>
                <a:lnTo>
                  <a:pt x="571500" y="257175"/>
                </a:lnTo>
                <a:lnTo>
                  <a:pt x="571500" y="314325"/>
                </a:lnTo>
                <a:lnTo>
                  <a:pt x="590550" y="314325"/>
                </a:lnTo>
                <a:lnTo>
                  <a:pt x="590550" y="304800"/>
                </a:lnTo>
                <a:lnTo>
                  <a:pt x="600075" y="304800"/>
                </a:lnTo>
                <a:lnTo>
                  <a:pt x="600075" y="295275"/>
                </a:lnTo>
                <a:lnTo>
                  <a:pt x="619125" y="295275"/>
                </a:lnTo>
                <a:lnTo>
                  <a:pt x="619125" y="285750"/>
                </a:lnTo>
                <a:lnTo>
                  <a:pt x="638175" y="285750"/>
                </a:lnTo>
                <a:lnTo>
                  <a:pt x="638175" y="295275"/>
                </a:lnTo>
                <a:lnTo>
                  <a:pt x="628650" y="295275"/>
                </a:lnTo>
                <a:lnTo>
                  <a:pt x="628650" y="304800"/>
                </a:lnTo>
                <a:lnTo>
                  <a:pt x="609600" y="304800"/>
                </a:lnTo>
                <a:lnTo>
                  <a:pt x="609600" y="323850"/>
                </a:lnTo>
                <a:lnTo>
                  <a:pt x="619125" y="323850"/>
                </a:lnTo>
                <a:lnTo>
                  <a:pt x="619125" y="333375"/>
                </a:lnTo>
                <a:lnTo>
                  <a:pt x="609600" y="333375"/>
                </a:lnTo>
                <a:lnTo>
                  <a:pt x="609600" y="342900"/>
                </a:lnTo>
                <a:lnTo>
                  <a:pt x="600075" y="342900"/>
                </a:lnTo>
                <a:lnTo>
                  <a:pt x="600075" y="361950"/>
                </a:lnTo>
                <a:lnTo>
                  <a:pt x="590550" y="361950"/>
                </a:lnTo>
                <a:lnTo>
                  <a:pt x="590550" y="352425"/>
                </a:lnTo>
                <a:lnTo>
                  <a:pt x="581025" y="352425"/>
                </a:lnTo>
                <a:lnTo>
                  <a:pt x="581025" y="361950"/>
                </a:lnTo>
                <a:lnTo>
                  <a:pt x="571500" y="361950"/>
                </a:lnTo>
                <a:lnTo>
                  <a:pt x="571500" y="409575"/>
                </a:lnTo>
                <a:lnTo>
                  <a:pt x="581025" y="409575"/>
                </a:lnTo>
                <a:lnTo>
                  <a:pt x="581025" y="400050"/>
                </a:lnTo>
                <a:lnTo>
                  <a:pt x="590550" y="400050"/>
                </a:lnTo>
                <a:lnTo>
                  <a:pt x="590550" y="409575"/>
                </a:lnTo>
                <a:lnTo>
                  <a:pt x="581025" y="409575"/>
                </a:lnTo>
                <a:lnTo>
                  <a:pt x="581025" y="428625"/>
                </a:lnTo>
                <a:lnTo>
                  <a:pt x="590550" y="428625"/>
                </a:lnTo>
                <a:lnTo>
                  <a:pt x="590550" y="447675"/>
                </a:lnTo>
                <a:lnTo>
                  <a:pt x="581025" y="447675"/>
                </a:lnTo>
                <a:lnTo>
                  <a:pt x="581025" y="457200"/>
                </a:lnTo>
                <a:lnTo>
                  <a:pt x="590550" y="457200"/>
                </a:lnTo>
                <a:lnTo>
                  <a:pt x="590550" y="447675"/>
                </a:lnTo>
                <a:lnTo>
                  <a:pt x="600075" y="447675"/>
                </a:lnTo>
                <a:lnTo>
                  <a:pt x="600075" y="457200"/>
                </a:lnTo>
                <a:lnTo>
                  <a:pt x="619125" y="457200"/>
                </a:lnTo>
                <a:lnTo>
                  <a:pt x="619125" y="428625"/>
                </a:lnTo>
                <a:lnTo>
                  <a:pt x="647700" y="428625"/>
                </a:lnTo>
                <a:lnTo>
                  <a:pt x="647700" y="438150"/>
                </a:lnTo>
                <a:lnTo>
                  <a:pt x="657225" y="438150"/>
                </a:lnTo>
                <a:lnTo>
                  <a:pt x="657225" y="419100"/>
                </a:lnTo>
                <a:lnTo>
                  <a:pt x="666750" y="419100"/>
                </a:lnTo>
                <a:lnTo>
                  <a:pt x="666750" y="409575"/>
                </a:lnTo>
                <a:lnTo>
                  <a:pt x="676275" y="409575"/>
                </a:lnTo>
                <a:lnTo>
                  <a:pt x="676275" y="400050"/>
                </a:lnTo>
                <a:lnTo>
                  <a:pt x="666750" y="400050"/>
                </a:lnTo>
                <a:lnTo>
                  <a:pt x="666750" y="342900"/>
                </a:lnTo>
                <a:lnTo>
                  <a:pt x="685800" y="342900"/>
                </a:lnTo>
                <a:lnTo>
                  <a:pt x="685800" y="333375"/>
                </a:lnTo>
                <a:lnTo>
                  <a:pt x="695325" y="333375"/>
                </a:lnTo>
                <a:lnTo>
                  <a:pt x="695325" y="304800"/>
                </a:lnTo>
                <a:lnTo>
                  <a:pt x="714375" y="304800"/>
                </a:lnTo>
                <a:lnTo>
                  <a:pt x="714375" y="295275"/>
                </a:lnTo>
                <a:lnTo>
                  <a:pt x="695325" y="295275"/>
                </a:lnTo>
                <a:lnTo>
                  <a:pt x="695325" y="266700"/>
                </a:lnTo>
                <a:lnTo>
                  <a:pt x="685800" y="266700"/>
                </a:lnTo>
                <a:lnTo>
                  <a:pt x="685800" y="257175"/>
                </a:lnTo>
                <a:lnTo>
                  <a:pt x="676275" y="257175"/>
                </a:lnTo>
                <a:lnTo>
                  <a:pt x="676275" y="247650"/>
                </a:lnTo>
                <a:lnTo>
                  <a:pt x="657225" y="247650"/>
                </a:lnTo>
                <a:lnTo>
                  <a:pt x="657225" y="238125"/>
                </a:lnTo>
                <a:lnTo>
                  <a:pt x="714375" y="238125"/>
                </a:lnTo>
                <a:lnTo>
                  <a:pt x="714375" y="219075"/>
                </a:lnTo>
                <a:lnTo>
                  <a:pt x="704850" y="219075"/>
                </a:lnTo>
                <a:lnTo>
                  <a:pt x="704850" y="190500"/>
                </a:lnTo>
                <a:lnTo>
                  <a:pt x="723900" y="190500"/>
                </a:lnTo>
                <a:lnTo>
                  <a:pt x="723900" y="180975"/>
                </a:lnTo>
                <a:lnTo>
                  <a:pt x="704850" y="180975"/>
                </a:lnTo>
                <a:lnTo>
                  <a:pt x="704850" y="171450"/>
                </a:lnTo>
                <a:lnTo>
                  <a:pt x="723900" y="171450"/>
                </a:lnTo>
                <a:lnTo>
                  <a:pt x="723900" y="180975"/>
                </a:lnTo>
                <a:lnTo>
                  <a:pt x="762000" y="180975"/>
                </a:lnTo>
                <a:lnTo>
                  <a:pt x="762000" y="190500"/>
                </a:lnTo>
                <a:lnTo>
                  <a:pt x="790575" y="190500"/>
                </a:lnTo>
                <a:lnTo>
                  <a:pt x="790575" y="200025"/>
                </a:lnTo>
                <a:lnTo>
                  <a:pt x="771525" y="200025"/>
                </a:lnTo>
                <a:lnTo>
                  <a:pt x="771525" y="209550"/>
                </a:lnTo>
                <a:lnTo>
                  <a:pt x="781050" y="209550"/>
                </a:lnTo>
                <a:lnTo>
                  <a:pt x="781050" y="219075"/>
                </a:lnTo>
                <a:lnTo>
                  <a:pt x="762000" y="219075"/>
                </a:lnTo>
                <a:lnTo>
                  <a:pt x="762000" y="228600"/>
                </a:lnTo>
                <a:lnTo>
                  <a:pt x="752475" y="228600"/>
                </a:lnTo>
                <a:lnTo>
                  <a:pt x="752475" y="247650"/>
                </a:lnTo>
                <a:lnTo>
                  <a:pt x="742950" y="247650"/>
                </a:lnTo>
                <a:lnTo>
                  <a:pt x="742950" y="285750"/>
                </a:lnTo>
                <a:lnTo>
                  <a:pt x="762000" y="285750"/>
                </a:lnTo>
                <a:lnTo>
                  <a:pt x="762000" y="295275"/>
                </a:lnTo>
                <a:lnTo>
                  <a:pt x="790575" y="295275"/>
                </a:lnTo>
                <a:lnTo>
                  <a:pt x="790575" y="323850"/>
                </a:lnTo>
                <a:lnTo>
                  <a:pt x="781050" y="323850"/>
                </a:lnTo>
                <a:lnTo>
                  <a:pt x="781050" y="342900"/>
                </a:lnTo>
                <a:lnTo>
                  <a:pt x="762000" y="342900"/>
                </a:lnTo>
                <a:lnTo>
                  <a:pt x="762000" y="352425"/>
                </a:lnTo>
                <a:lnTo>
                  <a:pt x="781050" y="352425"/>
                </a:lnTo>
                <a:lnTo>
                  <a:pt x="781050" y="361950"/>
                </a:lnTo>
                <a:lnTo>
                  <a:pt x="790575" y="361950"/>
                </a:lnTo>
                <a:lnTo>
                  <a:pt x="790575" y="333375"/>
                </a:lnTo>
                <a:lnTo>
                  <a:pt x="800100" y="333375"/>
                </a:lnTo>
                <a:lnTo>
                  <a:pt x="800100" y="371475"/>
                </a:lnTo>
                <a:lnTo>
                  <a:pt x="781050" y="371475"/>
                </a:lnTo>
                <a:lnTo>
                  <a:pt x="781050" y="390525"/>
                </a:lnTo>
                <a:lnTo>
                  <a:pt x="800100" y="390525"/>
                </a:lnTo>
                <a:lnTo>
                  <a:pt x="800100" y="400050"/>
                </a:lnTo>
                <a:lnTo>
                  <a:pt x="790575" y="400050"/>
                </a:lnTo>
                <a:lnTo>
                  <a:pt x="790575" y="438150"/>
                </a:lnTo>
                <a:lnTo>
                  <a:pt x="781050" y="438150"/>
                </a:lnTo>
                <a:lnTo>
                  <a:pt x="781050" y="428625"/>
                </a:lnTo>
                <a:lnTo>
                  <a:pt x="771525" y="428625"/>
                </a:lnTo>
                <a:lnTo>
                  <a:pt x="771525" y="438150"/>
                </a:lnTo>
                <a:lnTo>
                  <a:pt x="781050" y="438150"/>
                </a:lnTo>
                <a:lnTo>
                  <a:pt x="781050" y="447675"/>
                </a:lnTo>
                <a:lnTo>
                  <a:pt x="762000" y="447675"/>
                </a:lnTo>
                <a:lnTo>
                  <a:pt x="762000" y="438150"/>
                </a:lnTo>
                <a:lnTo>
                  <a:pt x="704850" y="438150"/>
                </a:lnTo>
                <a:lnTo>
                  <a:pt x="704850" y="447675"/>
                </a:lnTo>
                <a:lnTo>
                  <a:pt x="695325" y="447675"/>
                </a:lnTo>
                <a:lnTo>
                  <a:pt x="695325" y="457200"/>
                </a:lnTo>
                <a:lnTo>
                  <a:pt x="685800" y="457200"/>
                </a:lnTo>
                <a:lnTo>
                  <a:pt x="685800" y="447675"/>
                </a:lnTo>
                <a:lnTo>
                  <a:pt x="666750" y="447675"/>
                </a:lnTo>
                <a:lnTo>
                  <a:pt x="666750" y="457200"/>
                </a:lnTo>
                <a:lnTo>
                  <a:pt x="676275" y="457200"/>
                </a:lnTo>
                <a:lnTo>
                  <a:pt x="676275" y="466725"/>
                </a:lnTo>
                <a:lnTo>
                  <a:pt x="685800" y="466725"/>
                </a:lnTo>
                <a:lnTo>
                  <a:pt x="685800" y="504825"/>
                </a:lnTo>
                <a:lnTo>
                  <a:pt x="657225" y="504825"/>
                </a:lnTo>
                <a:lnTo>
                  <a:pt x="657225" y="495300"/>
                </a:lnTo>
                <a:lnTo>
                  <a:pt x="600075" y="495300"/>
                </a:lnTo>
                <a:lnTo>
                  <a:pt x="600075" y="485775"/>
                </a:lnTo>
                <a:lnTo>
                  <a:pt x="561975" y="485775"/>
                </a:lnTo>
                <a:lnTo>
                  <a:pt x="561975" y="495300"/>
                </a:lnTo>
                <a:lnTo>
                  <a:pt x="571500" y="495300"/>
                </a:lnTo>
                <a:lnTo>
                  <a:pt x="571500" y="504825"/>
                </a:lnTo>
                <a:lnTo>
                  <a:pt x="552450" y="504825"/>
                </a:lnTo>
                <a:lnTo>
                  <a:pt x="552450" y="485775"/>
                </a:lnTo>
                <a:lnTo>
                  <a:pt x="533400" y="485775"/>
                </a:lnTo>
                <a:lnTo>
                  <a:pt x="533400" y="495300"/>
                </a:lnTo>
                <a:lnTo>
                  <a:pt x="485775" y="495300"/>
                </a:lnTo>
                <a:lnTo>
                  <a:pt x="485775" y="485775"/>
                </a:lnTo>
                <a:lnTo>
                  <a:pt x="466725" y="485775"/>
                </a:lnTo>
                <a:lnTo>
                  <a:pt x="466725" y="476250"/>
                </a:lnTo>
                <a:lnTo>
                  <a:pt x="485775" y="476250"/>
                </a:lnTo>
                <a:lnTo>
                  <a:pt x="485775" y="466725"/>
                </a:lnTo>
                <a:lnTo>
                  <a:pt x="457200" y="466725"/>
                </a:lnTo>
                <a:lnTo>
                  <a:pt x="457200" y="457200"/>
                </a:lnTo>
                <a:lnTo>
                  <a:pt x="495300" y="457200"/>
                </a:lnTo>
                <a:lnTo>
                  <a:pt x="495300" y="428625"/>
                </a:lnTo>
                <a:lnTo>
                  <a:pt x="485775" y="428625"/>
                </a:lnTo>
                <a:lnTo>
                  <a:pt x="485775" y="390525"/>
                </a:lnTo>
                <a:lnTo>
                  <a:pt x="514350" y="390525"/>
                </a:lnTo>
                <a:lnTo>
                  <a:pt x="514350" y="371475"/>
                </a:lnTo>
                <a:lnTo>
                  <a:pt x="523875" y="371475"/>
                </a:lnTo>
                <a:lnTo>
                  <a:pt x="523875" y="342900"/>
                </a:lnTo>
                <a:lnTo>
                  <a:pt x="504825" y="342900"/>
                </a:lnTo>
                <a:lnTo>
                  <a:pt x="504825" y="381000"/>
                </a:lnTo>
                <a:lnTo>
                  <a:pt x="476250" y="381000"/>
                </a:lnTo>
                <a:lnTo>
                  <a:pt x="476250" y="390525"/>
                </a:lnTo>
                <a:lnTo>
                  <a:pt x="466725" y="390525"/>
                </a:lnTo>
                <a:lnTo>
                  <a:pt x="466725" y="381000"/>
                </a:lnTo>
                <a:lnTo>
                  <a:pt x="457200" y="381000"/>
                </a:lnTo>
                <a:lnTo>
                  <a:pt x="457200" y="390525"/>
                </a:lnTo>
                <a:lnTo>
                  <a:pt x="447675" y="390525"/>
                </a:lnTo>
                <a:lnTo>
                  <a:pt x="447675" y="361950"/>
                </a:lnTo>
                <a:lnTo>
                  <a:pt x="457200" y="361950"/>
                </a:lnTo>
                <a:lnTo>
                  <a:pt x="457200" y="371475"/>
                </a:lnTo>
                <a:lnTo>
                  <a:pt x="466725" y="371475"/>
                </a:lnTo>
                <a:lnTo>
                  <a:pt x="466725" y="342900"/>
                </a:lnTo>
                <a:lnTo>
                  <a:pt x="476250" y="342900"/>
                </a:lnTo>
                <a:lnTo>
                  <a:pt x="476250" y="323850"/>
                </a:lnTo>
                <a:lnTo>
                  <a:pt x="466725" y="323850"/>
                </a:lnTo>
                <a:lnTo>
                  <a:pt x="466725" y="333375"/>
                </a:lnTo>
                <a:lnTo>
                  <a:pt x="457200" y="333375"/>
                </a:lnTo>
                <a:lnTo>
                  <a:pt x="457200" y="295275"/>
                </a:lnTo>
                <a:lnTo>
                  <a:pt x="466725" y="295275"/>
                </a:lnTo>
                <a:lnTo>
                  <a:pt x="466725" y="276225"/>
                </a:lnTo>
                <a:lnTo>
                  <a:pt x="476250" y="276225"/>
                </a:lnTo>
                <a:lnTo>
                  <a:pt x="476250" y="247650"/>
                </a:lnTo>
                <a:lnTo>
                  <a:pt x="485775" y="247650"/>
                </a:lnTo>
                <a:lnTo>
                  <a:pt x="485775" y="209550"/>
                </a:lnTo>
                <a:lnTo>
                  <a:pt x="514350" y="209550"/>
                </a:lnTo>
                <a:lnTo>
                  <a:pt x="514350" y="190500"/>
                </a:lnTo>
                <a:lnTo>
                  <a:pt x="495300" y="190500"/>
                </a:lnTo>
                <a:lnTo>
                  <a:pt x="495300" y="200025"/>
                </a:lnTo>
                <a:lnTo>
                  <a:pt x="485775" y="200025"/>
                </a:lnTo>
                <a:close/>
                <a:moveTo>
                  <a:pt x="752475" y="152400"/>
                </a:moveTo>
                <a:lnTo>
                  <a:pt x="762000" y="152400"/>
                </a:lnTo>
                <a:lnTo>
                  <a:pt x="762000" y="161925"/>
                </a:lnTo>
                <a:lnTo>
                  <a:pt x="752475" y="161925"/>
                </a:lnTo>
                <a:close/>
                <a:moveTo>
                  <a:pt x="685800" y="190500"/>
                </a:moveTo>
                <a:lnTo>
                  <a:pt x="695325" y="190500"/>
                </a:lnTo>
                <a:lnTo>
                  <a:pt x="695325" y="209550"/>
                </a:lnTo>
                <a:lnTo>
                  <a:pt x="685800" y="209550"/>
                </a:lnTo>
                <a:close/>
                <a:moveTo>
                  <a:pt x="638175" y="209550"/>
                </a:moveTo>
                <a:lnTo>
                  <a:pt x="647700" y="209550"/>
                </a:lnTo>
                <a:lnTo>
                  <a:pt x="647700" y="219075"/>
                </a:lnTo>
                <a:lnTo>
                  <a:pt x="638175" y="219075"/>
                </a:lnTo>
                <a:close/>
                <a:moveTo>
                  <a:pt x="666750" y="209550"/>
                </a:moveTo>
                <a:lnTo>
                  <a:pt x="676275" y="209550"/>
                </a:lnTo>
                <a:lnTo>
                  <a:pt x="676275" y="228600"/>
                </a:lnTo>
                <a:lnTo>
                  <a:pt x="666750" y="228600"/>
                </a:lnTo>
                <a:close/>
                <a:moveTo>
                  <a:pt x="781050" y="219075"/>
                </a:moveTo>
                <a:lnTo>
                  <a:pt x="790575" y="219075"/>
                </a:lnTo>
                <a:lnTo>
                  <a:pt x="790575" y="228600"/>
                </a:lnTo>
                <a:lnTo>
                  <a:pt x="781050" y="228600"/>
                </a:lnTo>
                <a:close/>
                <a:moveTo>
                  <a:pt x="638175" y="228600"/>
                </a:moveTo>
                <a:lnTo>
                  <a:pt x="647700" y="228600"/>
                </a:lnTo>
                <a:lnTo>
                  <a:pt x="647700" y="238125"/>
                </a:lnTo>
                <a:lnTo>
                  <a:pt x="638175" y="238125"/>
                </a:lnTo>
                <a:close/>
                <a:moveTo>
                  <a:pt x="209550" y="257175"/>
                </a:moveTo>
                <a:lnTo>
                  <a:pt x="219075" y="257175"/>
                </a:lnTo>
                <a:lnTo>
                  <a:pt x="219075" y="266700"/>
                </a:lnTo>
                <a:lnTo>
                  <a:pt x="209550" y="266700"/>
                </a:lnTo>
                <a:close/>
                <a:moveTo>
                  <a:pt x="1047750" y="276225"/>
                </a:moveTo>
                <a:lnTo>
                  <a:pt x="1057275" y="276225"/>
                </a:lnTo>
                <a:lnTo>
                  <a:pt x="1057275" y="285750"/>
                </a:lnTo>
                <a:lnTo>
                  <a:pt x="1047750" y="285750"/>
                </a:lnTo>
                <a:close/>
                <a:moveTo>
                  <a:pt x="704850" y="285750"/>
                </a:moveTo>
                <a:lnTo>
                  <a:pt x="714375" y="285750"/>
                </a:lnTo>
                <a:lnTo>
                  <a:pt x="714375" y="276225"/>
                </a:lnTo>
                <a:lnTo>
                  <a:pt x="704850" y="276225"/>
                </a:lnTo>
                <a:close/>
                <a:moveTo>
                  <a:pt x="219075" y="295275"/>
                </a:moveTo>
                <a:lnTo>
                  <a:pt x="228600" y="295275"/>
                </a:lnTo>
                <a:lnTo>
                  <a:pt x="228600" y="304800"/>
                </a:lnTo>
                <a:lnTo>
                  <a:pt x="219075" y="304800"/>
                </a:lnTo>
                <a:close/>
                <a:moveTo>
                  <a:pt x="628650" y="314325"/>
                </a:moveTo>
                <a:lnTo>
                  <a:pt x="638175" y="314325"/>
                </a:lnTo>
                <a:lnTo>
                  <a:pt x="638175" y="323850"/>
                </a:lnTo>
                <a:lnTo>
                  <a:pt x="628650" y="323850"/>
                </a:lnTo>
                <a:close/>
                <a:moveTo>
                  <a:pt x="876300" y="342900"/>
                </a:moveTo>
                <a:lnTo>
                  <a:pt x="885825" y="342900"/>
                </a:lnTo>
                <a:lnTo>
                  <a:pt x="885825" y="352425"/>
                </a:lnTo>
                <a:lnTo>
                  <a:pt x="876300" y="352425"/>
                </a:lnTo>
                <a:close/>
                <a:moveTo>
                  <a:pt x="1028700" y="342900"/>
                </a:moveTo>
                <a:lnTo>
                  <a:pt x="1038225" y="342900"/>
                </a:lnTo>
                <a:lnTo>
                  <a:pt x="1038225" y="352425"/>
                </a:lnTo>
                <a:lnTo>
                  <a:pt x="1028700" y="352425"/>
                </a:lnTo>
                <a:close/>
                <a:moveTo>
                  <a:pt x="647700" y="352425"/>
                </a:moveTo>
                <a:lnTo>
                  <a:pt x="657225" y="352425"/>
                </a:lnTo>
                <a:lnTo>
                  <a:pt x="657225" y="361950"/>
                </a:lnTo>
                <a:lnTo>
                  <a:pt x="647700" y="361950"/>
                </a:lnTo>
                <a:close/>
                <a:moveTo>
                  <a:pt x="971550" y="361950"/>
                </a:moveTo>
                <a:lnTo>
                  <a:pt x="981075" y="361950"/>
                </a:lnTo>
                <a:lnTo>
                  <a:pt x="981075" y="371475"/>
                </a:lnTo>
                <a:lnTo>
                  <a:pt x="971550" y="371475"/>
                </a:lnTo>
                <a:close/>
                <a:moveTo>
                  <a:pt x="400050" y="381000"/>
                </a:moveTo>
                <a:lnTo>
                  <a:pt x="419100" y="381000"/>
                </a:lnTo>
                <a:lnTo>
                  <a:pt x="419100" y="400050"/>
                </a:lnTo>
                <a:lnTo>
                  <a:pt x="409575" y="400050"/>
                </a:lnTo>
                <a:lnTo>
                  <a:pt x="409575" y="457200"/>
                </a:lnTo>
                <a:lnTo>
                  <a:pt x="390525" y="457200"/>
                </a:lnTo>
                <a:lnTo>
                  <a:pt x="390525" y="447675"/>
                </a:lnTo>
                <a:lnTo>
                  <a:pt x="371475" y="447675"/>
                </a:lnTo>
                <a:lnTo>
                  <a:pt x="371475" y="457200"/>
                </a:lnTo>
                <a:lnTo>
                  <a:pt x="352425" y="457200"/>
                </a:lnTo>
                <a:lnTo>
                  <a:pt x="352425" y="466725"/>
                </a:lnTo>
                <a:lnTo>
                  <a:pt x="323850" y="466725"/>
                </a:lnTo>
                <a:lnTo>
                  <a:pt x="323850" y="457200"/>
                </a:lnTo>
                <a:lnTo>
                  <a:pt x="342900" y="457200"/>
                </a:lnTo>
                <a:lnTo>
                  <a:pt x="342900" y="447675"/>
                </a:lnTo>
                <a:lnTo>
                  <a:pt x="333375" y="447675"/>
                </a:lnTo>
                <a:lnTo>
                  <a:pt x="333375" y="438150"/>
                </a:lnTo>
                <a:lnTo>
                  <a:pt x="361950" y="438150"/>
                </a:lnTo>
                <a:lnTo>
                  <a:pt x="361950" y="428625"/>
                </a:lnTo>
                <a:lnTo>
                  <a:pt x="381000" y="428625"/>
                </a:lnTo>
                <a:lnTo>
                  <a:pt x="381000" y="400050"/>
                </a:lnTo>
                <a:lnTo>
                  <a:pt x="390525" y="400050"/>
                </a:lnTo>
                <a:lnTo>
                  <a:pt x="390525" y="390525"/>
                </a:lnTo>
                <a:lnTo>
                  <a:pt x="400050" y="390525"/>
                </a:lnTo>
                <a:close/>
                <a:moveTo>
                  <a:pt x="523875" y="381000"/>
                </a:moveTo>
                <a:lnTo>
                  <a:pt x="533400" y="381000"/>
                </a:lnTo>
                <a:lnTo>
                  <a:pt x="533400" y="371475"/>
                </a:lnTo>
                <a:lnTo>
                  <a:pt x="523875" y="371475"/>
                </a:lnTo>
                <a:close/>
                <a:moveTo>
                  <a:pt x="466725" y="419100"/>
                </a:moveTo>
                <a:lnTo>
                  <a:pt x="476250" y="419100"/>
                </a:lnTo>
                <a:lnTo>
                  <a:pt x="476250" y="428625"/>
                </a:lnTo>
                <a:lnTo>
                  <a:pt x="466725" y="428625"/>
                </a:lnTo>
                <a:close/>
                <a:moveTo>
                  <a:pt x="504825" y="419100"/>
                </a:moveTo>
                <a:lnTo>
                  <a:pt x="523875" y="419100"/>
                </a:lnTo>
                <a:lnTo>
                  <a:pt x="523875" y="409575"/>
                </a:lnTo>
                <a:lnTo>
                  <a:pt x="504825" y="409575"/>
                </a:lnTo>
                <a:close/>
                <a:moveTo>
                  <a:pt x="504825" y="438150"/>
                </a:moveTo>
                <a:lnTo>
                  <a:pt x="514350" y="438150"/>
                </a:lnTo>
                <a:lnTo>
                  <a:pt x="514350" y="428625"/>
                </a:lnTo>
                <a:lnTo>
                  <a:pt x="504825" y="428625"/>
                </a:lnTo>
                <a:close/>
                <a:moveTo>
                  <a:pt x="762000" y="514350"/>
                </a:moveTo>
                <a:lnTo>
                  <a:pt x="781050" y="514350"/>
                </a:lnTo>
                <a:lnTo>
                  <a:pt x="781050" y="523875"/>
                </a:lnTo>
                <a:lnTo>
                  <a:pt x="771525" y="523875"/>
                </a:lnTo>
                <a:lnTo>
                  <a:pt x="771525" y="533400"/>
                </a:lnTo>
                <a:lnTo>
                  <a:pt x="762000" y="533400"/>
                </a:lnTo>
                <a:close/>
                <a:moveTo>
                  <a:pt x="542925" y="533400"/>
                </a:moveTo>
                <a:lnTo>
                  <a:pt x="552450" y="533400"/>
                </a:lnTo>
                <a:lnTo>
                  <a:pt x="552450" y="542925"/>
                </a:lnTo>
                <a:lnTo>
                  <a:pt x="542925" y="542925"/>
                </a:lnTo>
                <a:close/>
                <a:moveTo>
                  <a:pt x="590550" y="542925"/>
                </a:moveTo>
                <a:lnTo>
                  <a:pt x="609600" y="542925"/>
                </a:lnTo>
                <a:lnTo>
                  <a:pt x="609600" y="552450"/>
                </a:lnTo>
                <a:lnTo>
                  <a:pt x="590550" y="552450"/>
                </a:lnTo>
                <a:close/>
                <a:moveTo>
                  <a:pt x="704850" y="542925"/>
                </a:moveTo>
                <a:lnTo>
                  <a:pt x="714375" y="542925"/>
                </a:lnTo>
                <a:lnTo>
                  <a:pt x="714375" y="552450"/>
                </a:lnTo>
                <a:lnTo>
                  <a:pt x="704850" y="552450"/>
                </a:lnTo>
                <a:close/>
                <a:moveTo>
                  <a:pt x="219075" y="552450"/>
                </a:moveTo>
                <a:lnTo>
                  <a:pt x="238125" y="552450"/>
                </a:lnTo>
                <a:lnTo>
                  <a:pt x="238125" y="571500"/>
                </a:lnTo>
                <a:lnTo>
                  <a:pt x="219075" y="571500"/>
                </a:lnTo>
                <a:close/>
                <a:moveTo>
                  <a:pt x="657225" y="552450"/>
                </a:moveTo>
                <a:lnTo>
                  <a:pt x="704850" y="552450"/>
                </a:lnTo>
                <a:lnTo>
                  <a:pt x="704850" y="561975"/>
                </a:lnTo>
                <a:lnTo>
                  <a:pt x="657225" y="561975"/>
                </a:lnTo>
                <a:close/>
                <a:moveTo>
                  <a:pt x="476250" y="581025"/>
                </a:moveTo>
                <a:lnTo>
                  <a:pt x="485775" y="581025"/>
                </a:lnTo>
                <a:lnTo>
                  <a:pt x="485775" y="590550"/>
                </a:lnTo>
                <a:lnTo>
                  <a:pt x="476250" y="590550"/>
                </a:lnTo>
                <a:close/>
                <a:moveTo>
                  <a:pt x="257175" y="590550"/>
                </a:moveTo>
                <a:lnTo>
                  <a:pt x="266700" y="590550"/>
                </a:lnTo>
                <a:lnTo>
                  <a:pt x="266700" y="600075"/>
                </a:lnTo>
                <a:lnTo>
                  <a:pt x="257175" y="600075"/>
                </a:lnTo>
                <a:close/>
                <a:moveTo>
                  <a:pt x="752475" y="590550"/>
                </a:moveTo>
                <a:lnTo>
                  <a:pt x="762000" y="590550"/>
                </a:lnTo>
                <a:lnTo>
                  <a:pt x="762000" y="600075"/>
                </a:lnTo>
                <a:lnTo>
                  <a:pt x="771525" y="600075"/>
                </a:lnTo>
                <a:lnTo>
                  <a:pt x="771525" y="590550"/>
                </a:lnTo>
                <a:lnTo>
                  <a:pt x="781050" y="590550"/>
                </a:lnTo>
                <a:lnTo>
                  <a:pt x="781050" y="600075"/>
                </a:lnTo>
                <a:lnTo>
                  <a:pt x="771525" y="600075"/>
                </a:lnTo>
                <a:lnTo>
                  <a:pt x="771525" y="609600"/>
                </a:lnTo>
                <a:lnTo>
                  <a:pt x="762000" y="609600"/>
                </a:lnTo>
                <a:lnTo>
                  <a:pt x="762000" y="628650"/>
                </a:lnTo>
                <a:lnTo>
                  <a:pt x="752475" y="628650"/>
                </a:lnTo>
                <a:lnTo>
                  <a:pt x="752475" y="638175"/>
                </a:lnTo>
                <a:lnTo>
                  <a:pt x="742950" y="638175"/>
                </a:lnTo>
                <a:lnTo>
                  <a:pt x="742950" y="628650"/>
                </a:lnTo>
                <a:lnTo>
                  <a:pt x="733425" y="628650"/>
                </a:lnTo>
                <a:lnTo>
                  <a:pt x="733425" y="619125"/>
                </a:lnTo>
                <a:lnTo>
                  <a:pt x="742950" y="619125"/>
                </a:lnTo>
                <a:lnTo>
                  <a:pt x="742950" y="600075"/>
                </a:lnTo>
                <a:lnTo>
                  <a:pt x="752475" y="600075"/>
                </a:lnTo>
                <a:close/>
                <a:moveTo>
                  <a:pt x="200025" y="600075"/>
                </a:moveTo>
                <a:lnTo>
                  <a:pt x="209550" y="600075"/>
                </a:lnTo>
                <a:lnTo>
                  <a:pt x="209550" y="609600"/>
                </a:lnTo>
                <a:lnTo>
                  <a:pt x="200025" y="609600"/>
                </a:lnTo>
                <a:close/>
                <a:moveTo>
                  <a:pt x="466725" y="600075"/>
                </a:moveTo>
                <a:lnTo>
                  <a:pt x="476250" y="600075"/>
                </a:lnTo>
                <a:lnTo>
                  <a:pt x="476250" y="609600"/>
                </a:lnTo>
                <a:lnTo>
                  <a:pt x="466725" y="609600"/>
                </a:lnTo>
                <a:close/>
                <a:moveTo>
                  <a:pt x="447675" y="628650"/>
                </a:moveTo>
                <a:lnTo>
                  <a:pt x="457200" y="628650"/>
                </a:lnTo>
                <a:lnTo>
                  <a:pt x="457200" y="638175"/>
                </a:lnTo>
                <a:lnTo>
                  <a:pt x="447675" y="638175"/>
                </a:lnTo>
                <a:close/>
                <a:moveTo>
                  <a:pt x="438150" y="638175"/>
                </a:moveTo>
                <a:lnTo>
                  <a:pt x="447675" y="638175"/>
                </a:lnTo>
                <a:lnTo>
                  <a:pt x="447675" y="647700"/>
                </a:lnTo>
                <a:lnTo>
                  <a:pt x="438150" y="647700"/>
                </a:lnTo>
                <a:close/>
                <a:moveTo>
                  <a:pt x="419100" y="647700"/>
                </a:moveTo>
                <a:lnTo>
                  <a:pt x="428625" y="647700"/>
                </a:lnTo>
                <a:lnTo>
                  <a:pt x="428625" y="657225"/>
                </a:lnTo>
                <a:lnTo>
                  <a:pt x="419100" y="657225"/>
                </a:lnTo>
                <a:close/>
                <a:moveTo>
                  <a:pt x="209550" y="657225"/>
                </a:moveTo>
                <a:lnTo>
                  <a:pt x="219075" y="657225"/>
                </a:lnTo>
                <a:lnTo>
                  <a:pt x="219075" y="666750"/>
                </a:lnTo>
                <a:lnTo>
                  <a:pt x="209550" y="666750"/>
                </a:lnTo>
                <a:close/>
                <a:moveTo>
                  <a:pt x="228600" y="657225"/>
                </a:moveTo>
                <a:lnTo>
                  <a:pt x="257175" y="657225"/>
                </a:lnTo>
                <a:lnTo>
                  <a:pt x="257175" y="666750"/>
                </a:lnTo>
                <a:lnTo>
                  <a:pt x="247650" y="666750"/>
                </a:lnTo>
                <a:lnTo>
                  <a:pt x="247650" y="676275"/>
                </a:lnTo>
                <a:lnTo>
                  <a:pt x="228600" y="676275"/>
                </a:lnTo>
                <a:close/>
                <a:moveTo>
                  <a:pt x="695325" y="666750"/>
                </a:moveTo>
                <a:lnTo>
                  <a:pt x="704850" y="666750"/>
                </a:lnTo>
                <a:lnTo>
                  <a:pt x="704850" y="685800"/>
                </a:lnTo>
                <a:lnTo>
                  <a:pt x="695325" y="685800"/>
                </a:lnTo>
                <a:close/>
                <a:moveTo>
                  <a:pt x="342900" y="676275"/>
                </a:moveTo>
                <a:lnTo>
                  <a:pt x="352425" y="676275"/>
                </a:lnTo>
                <a:lnTo>
                  <a:pt x="352425" y="685800"/>
                </a:lnTo>
                <a:lnTo>
                  <a:pt x="342900" y="685800"/>
                </a:lnTo>
                <a:close/>
                <a:moveTo>
                  <a:pt x="1009650" y="676275"/>
                </a:moveTo>
                <a:lnTo>
                  <a:pt x="1019175" y="676275"/>
                </a:lnTo>
                <a:lnTo>
                  <a:pt x="1019175" y="695325"/>
                </a:lnTo>
                <a:lnTo>
                  <a:pt x="1009650" y="695325"/>
                </a:lnTo>
                <a:close/>
                <a:moveTo>
                  <a:pt x="295275" y="685800"/>
                </a:moveTo>
                <a:lnTo>
                  <a:pt x="304800" y="685800"/>
                </a:lnTo>
                <a:lnTo>
                  <a:pt x="304800" y="695325"/>
                </a:lnTo>
                <a:lnTo>
                  <a:pt x="295275" y="695325"/>
                </a:lnTo>
                <a:close/>
                <a:moveTo>
                  <a:pt x="247650" y="695325"/>
                </a:moveTo>
                <a:lnTo>
                  <a:pt x="285750" y="695325"/>
                </a:lnTo>
                <a:lnTo>
                  <a:pt x="285750" y="704850"/>
                </a:lnTo>
                <a:lnTo>
                  <a:pt x="247650" y="704850"/>
                </a:lnTo>
                <a:close/>
                <a:moveTo>
                  <a:pt x="1000125" y="695325"/>
                </a:moveTo>
                <a:lnTo>
                  <a:pt x="1009650" y="695325"/>
                </a:lnTo>
                <a:lnTo>
                  <a:pt x="1009650" y="704850"/>
                </a:lnTo>
                <a:lnTo>
                  <a:pt x="1000125" y="704850"/>
                </a:lnTo>
                <a:close/>
                <a:moveTo>
                  <a:pt x="990600" y="704850"/>
                </a:moveTo>
                <a:lnTo>
                  <a:pt x="1000125" y="704850"/>
                </a:lnTo>
                <a:lnTo>
                  <a:pt x="1000125" y="714375"/>
                </a:lnTo>
                <a:lnTo>
                  <a:pt x="990600" y="714375"/>
                </a:lnTo>
                <a:close/>
                <a:moveTo>
                  <a:pt x="914400" y="733425"/>
                </a:moveTo>
                <a:lnTo>
                  <a:pt x="923925" y="733425"/>
                </a:lnTo>
                <a:lnTo>
                  <a:pt x="923925" y="742950"/>
                </a:lnTo>
                <a:lnTo>
                  <a:pt x="914400" y="742950"/>
                </a:lnTo>
                <a:close/>
                <a:moveTo>
                  <a:pt x="942975" y="733425"/>
                </a:moveTo>
                <a:lnTo>
                  <a:pt x="952500" y="733425"/>
                </a:lnTo>
                <a:lnTo>
                  <a:pt x="952500" y="742950"/>
                </a:lnTo>
                <a:lnTo>
                  <a:pt x="942975" y="742950"/>
                </a:lnTo>
                <a:close/>
              </a:path>
            </a:pathLst>
          </a:custGeom>
          <a:solidFill xmlns:a="http://schemas.openxmlformats.org/drawingml/2006/main">
            <a:srgbClr val="F6F5F0"/>
          </a:solidFill>
          <a:ln xmlns:a="http://schemas.openxmlformats.org/drawingml/2006/main" w="0">
            <a:noFill/>
          </a:ln>
        </p:spPr>
      </p:sp>
      <p:sp>
        <p:nvSpPr>
          <p:cNvPr id="28" name="v00 vector #f2f2ea">
            <a:extLst xmlns:a="http://schemas.openxmlformats.org/drawingml/2006/main">
              <a:ext uri="{FF2B5EF4-FFF2-40B4-BE49-F238E27FC236}">
                <a16:creationId xmlns:a16="http://schemas.microsoft.com/office/drawing/2014/main" id="{93E1DCFA-E56C-4833-AA58-849A450F9B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5350" y="2362200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438150" y="19050"/>
                </a:moveTo>
                <a:lnTo>
                  <a:pt x="447675" y="19050"/>
                </a:lnTo>
                <a:lnTo>
                  <a:pt x="447675" y="28575"/>
                </a:lnTo>
                <a:lnTo>
                  <a:pt x="438150" y="28575"/>
                </a:lnTo>
                <a:close/>
                <a:moveTo>
                  <a:pt x="466725" y="19050"/>
                </a:moveTo>
                <a:lnTo>
                  <a:pt x="476250" y="19050"/>
                </a:lnTo>
                <a:lnTo>
                  <a:pt x="476250" y="28575"/>
                </a:lnTo>
                <a:lnTo>
                  <a:pt x="466725" y="28575"/>
                </a:lnTo>
                <a:close/>
                <a:moveTo>
                  <a:pt x="800100" y="19050"/>
                </a:moveTo>
                <a:lnTo>
                  <a:pt x="809625" y="19050"/>
                </a:lnTo>
                <a:lnTo>
                  <a:pt x="809625" y="28575"/>
                </a:lnTo>
                <a:lnTo>
                  <a:pt x="800100" y="28575"/>
                </a:lnTo>
                <a:close/>
                <a:moveTo>
                  <a:pt x="847725" y="19050"/>
                </a:moveTo>
                <a:lnTo>
                  <a:pt x="857250" y="19050"/>
                </a:lnTo>
                <a:lnTo>
                  <a:pt x="857250" y="28575"/>
                </a:lnTo>
                <a:lnTo>
                  <a:pt x="847725" y="28575"/>
                </a:lnTo>
                <a:close/>
                <a:moveTo>
                  <a:pt x="476250" y="28575"/>
                </a:moveTo>
                <a:lnTo>
                  <a:pt x="485775" y="28575"/>
                </a:lnTo>
                <a:lnTo>
                  <a:pt x="485775" y="38100"/>
                </a:lnTo>
                <a:lnTo>
                  <a:pt x="476250" y="38100"/>
                </a:lnTo>
                <a:close/>
                <a:moveTo>
                  <a:pt x="361950" y="38100"/>
                </a:moveTo>
                <a:lnTo>
                  <a:pt x="371475" y="38100"/>
                </a:lnTo>
                <a:lnTo>
                  <a:pt x="371475" y="47625"/>
                </a:lnTo>
                <a:lnTo>
                  <a:pt x="361950" y="47625"/>
                </a:lnTo>
                <a:close/>
                <a:moveTo>
                  <a:pt x="790575" y="38100"/>
                </a:moveTo>
                <a:lnTo>
                  <a:pt x="800100" y="38100"/>
                </a:lnTo>
                <a:lnTo>
                  <a:pt x="800100" y="47625"/>
                </a:lnTo>
                <a:lnTo>
                  <a:pt x="790575" y="47625"/>
                </a:lnTo>
                <a:close/>
                <a:moveTo>
                  <a:pt x="314325" y="47625"/>
                </a:moveTo>
                <a:lnTo>
                  <a:pt x="323850" y="47625"/>
                </a:lnTo>
                <a:lnTo>
                  <a:pt x="323850" y="57150"/>
                </a:lnTo>
                <a:lnTo>
                  <a:pt x="314325" y="57150"/>
                </a:lnTo>
                <a:close/>
                <a:moveTo>
                  <a:pt x="190500" y="76200"/>
                </a:moveTo>
                <a:lnTo>
                  <a:pt x="200025" y="76200"/>
                </a:lnTo>
                <a:lnTo>
                  <a:pt x="200025" y="85725"/>
                </a:lnTo>
                <a:lnTo>
                  <a:pt x="190500" y="85725"/>
                </a:lnTo>
                <a:close/>
                <a:moveTo>
                  <a:pt x="180975" y="85725"/>
                </a:moveTo>
                <a:lnTo>
                  <a:pt x="190500" y="85725"/>
                </a:lnTo>
                <a:lnTo>
                  <a:pt x="190500" y="95250"/>
                </a:lnTo>
                <a:lnTo>
                  <a:pt x="180975" y="95250"/>
                </a:lnTo>
                <a:close/>
                <a:moveTo>
                  <a:pt x="781050" y="85725"/>
                </a:moveTo>
                <a:lnTo>
                  <a:pt x="790575" y="85725"/>
                </a:lnTo>
                <a:lnTo>
                  <a:pt x="790575" y="95250"/>
                </a:lnTo>
                <a:lnTo>
                  <a:pt x="781050" y="95250"/>
                </a:lnTo>
                <a:close/>
                <a:moveTo>
                  <a:pt x="533400" y="114300"/>
                </a:moveTo>
                <a:lnTo>
                  <a:pt x="542925" y="114300"/>
                </a:lnTo>
                <a:lnTo>
                  <a:pt x="542925" y="123825"/>
                </a:lnTo>
                <a:lnTo>
                  <a:pt x="533400" y="123825"/>
                </a:lnTo>
                <a:close/>
                <a:moveTo>
                  <a:pt x="1085850" y="114300"/>
                </a:moveTo>
                <a:lnTo>
                  <a:pt x="1095375" y="114300"/>
                </a:lnTo>
                <a:lnTo>
                  <a:pt x="1095375" y="123825"/>
                </a:lnTo>
                <a:lnTo>
                  <a:pt x="1085850" y="123825"/>
                </a:lnTo>
                <a:close/>
                <a:moveTo>
                  <a:pt x="180975" y="123825"/>
                </a:moveTo>
                <a:lnTo>
                  <a:pt x="190500" y="123825"/>
                </a:lnTo>
                <a:lnTo>
                  <a:pt x="190500" y="133350"/>
                </a:lnTo>
                <a:lnTo>
                  <a:pt x="180975" y="133350"/>
                </a:lnTo>
                <a:close/>
                <a:moveTo>
                  <a:pt x="552450" y="142875"/>
                </a:moveTo>
                <a:lnTo>
                  <a:pt x="561975" y="142875"/>
                </a:lnTo>
                <a:lnTo>
                  <a:pt x="561975" y="152400"/>
                </a:lnTo>
                <a:lnTo>
                  <a:pt x="552450" y="152400"/>
                </a:lnTo>
                <a:close/>
                <a:moveTo>
                  <a:pt x="904875" y="161925"/>
                </a:moveTo>
                <a:lnTo>
                  <a:pt x="933450" y="161925"/>
                </a:lnTo>
                <a:lnTo>
                  <a:pt x="933450" y="171450"/>
                </a:lnTo>
                <a:lnTo>
                  <a:pt x="904875" y="171450"/>
                </a:lnTo>
                <a:close/>
                <a:moveTo>
                  <a:pt x="476250" y="180975"/>
                </a:moveTo>
                <a:lnTo>
                  <a:pt x="485775" y="180975"/>
                </a:lnTo>
                <a:lnTo>
                  <a:pt x="485775" y="200025"/>
                </a:lnTo>
                <a:lnTo>
                  <a:pt x="495300" y="200025"/>
                </a:lnTo>
                <a:lnTo>
                  <a:pt x="495300" y="190500"/>
                </a:lnTo>
                <a:lnTo>
                  <a:pt x="514350" y="190500"/>
                </a:lnTo>
                <a:lnTo>
                  <a:pt x="514350" y="209550"/>
                </a:lnTo>
                <a:lnTo>
                  <a:pt x="485775" y="209550"/>
                </a:lnTo>
                <a:lnTo>
                  <a:pt x="485775" y="247650"/>
                </a:lnTo>
                <a:lnTo>
                  <a:pt x="476250" y="247650"/>
                </a:lnTo>
                <a:lnTo>
                  <a:pt x="476250" y="276225"/>
                </a:lnTo>
                <a:lnTo>
                  <a:pt x="466725" y="276225"/>
                </a:lnTo>
                <a:lnTo>
                  <a:pt x="466725" y="228600"/>
                </a:lnTo>
                <a:lnTo>
                  <a:pt x="476250" y="228600"/>
                </a:lnTo>
                <a:close/>
                <a:moveTo>
                  <a:pt x="762000" y="180975"/>
                </a:moveTo>
                <a:lnTo>
                  <a:pt x="771525" y="180975"/>
                </a:lnTo>
                <a:lnTo>
                  <a:pt x="771525" y="190500"/>
                </a:lnTo>
                <a:lnTo>
                  <a:pt x="762000" y="190500"/>
                </a:lnTo>
                <a:close/>
                <a:moveTo>
                  <a:pt x="1066800" y="190500"/>
                </a:moveTo>
                <a:lnTo>
                  <a:pt x="1076325" y="190500"/>
                </a:lnTo>
                <a:lnTo>
                  <a:pt x="1076325" y="200025"/>
                </a:lnTo>
                <a:lnTo>
                  <a:pt x="1066800" y="200025"/>
                </a:lnTo>
                <a:close/>
                <a:moveTo>
                  <a:pt x="619125" y="209550"/>
                </a:moveTo>
                <a:lnTo>
                  <a:pt x="638175" y="209550"/>
                </a:lnTo>
                <a:lnTo>
                  <a:pt x="638175" y="219075"/>
                </a:lnTo>
                <a:lnTo>
                  <a:pt x="619125" y="219075"/>
                </a:lnTo>
                <a:close/>
                <a:moveTo>
                  <a:pt x="609600" y="228600"/>
                </a:moveTo>
                <a:lnTo>
                  <a:pt x="638175" y="228600"/>
                </a:lnTo>
                <a:lnTo>
                  <a:pt x="638175" y="238125"/>
                </a:lnTo>
                <a:lnTo>
                  <a:pt x="609600" y="238125"/>
                </a:lnTo>
                <a:close/>
                <a:moveTo>
                  <a:pt x="1057275" y="228600"/>
                </a:moveTo>
                <a:lnTo>
                  <a:pt x="1066800" y="228600"/>
                </a:lnTo>
                <a:lnTo>
                  <a:pt x="1066800" y="238125"/>
                </a:lnTo>
                <a:lnTo>
                  <a:pt x="1057275" y="238125"/>
                </a:lnTo>
                <a:close/>
                <a:moveTo>
                  <a:pt x="600075" y="238125"/>
                </a:moveTo>
                <a:lnTo>
                  <a:pt x="609600" y="238125"/>
                </a:lnTo>
                <a:lnTo>
                  <a:pt x="609600" y="247650"/>
                </a:lnTo>
                <a:lnTo>
                  <a:pt x="600075" y="247650"/>
                </a:lnTo>
                <a:close/>
                <a:moveTo>
                  <a:pt x="647700" y="238125"/>
                </a:moveTo>
                <a:lnTo>
                  <a:pt x="657225" y="238125"/>
                </a:lnTo>
                <a:lnTo>
                  <a:pt x="657225" y="247650"/>
                </a:lnTo>
                <a:lnTo>
                  <a:pt x="647700" y="247650"/>
                </a:lnTo>
                <a:close/>
                <a:moveTo>
                  <a:pt x="619125" y="276225"/>
                </a:moveTo>
                <a:lnTo>
                  <a:pt x="647700" y="276225"/>
                </a:lnTo>
                <a:lnTo>
                  <a:pt x="647700" y="285750"/>
                </a:lnTo>
                <a:lnTo>
                  <a:pt x="619125" y="285750"/>
                </a:lnTo>
                <a:close/>
                <a:moveTo>
                  <a:pt x="457200" y="285750"/>
                </a:moveTo>
                <a:lnTo>
                  <a:pt x="466725" y="285750"/>
                </a:lnTo>
                <a:lnTo>
                  <a:pt x="466725" y="295275"/>
                </a:lnTo>
                <a:lnTo>
                  <a:pt x="457200" y="295275"/>
                </a:lnTo>
                <a:close/>
                <a:moveTo>
                  <a:pt x="571500" y="285750"/>
                </a:moveTo>
                <a:lnTo>
                  <a:pt x="581025" y="285750"/>
                </a:lnTo>
                <a:lnTo>
                  <a:pt x="581025" y="295275"/>
                </a:lnTo>
                <a:lnTo>
                  <a:pt x="571500" y="295275"/>
                </a:lnTo>
                <a:close/>
                <a:moveTo>
                  <a:pt x="609600" y="285750"/>
                </a:moveTo>
                <a:lnTo>
                  <a:pt x="619125" y="285750"/>
                </a:lnTo>
                <a:lnTo>
                  <a:pt x="619125" y="295275"/>
                </a:lnTo>
                <a:lnTo>
                  <a:pt x="609600" y="295275"/>
                </a:lnTo>
                <a:close/>
                <a:moveTo>
                  <a:pt x="647700" y="285750"/>
                </a:moveTo>
                <a:lnTo>
                  <a:pt x="657225" y="285750"/>
                </a:lnTo>
                <a:lnTo>
                  <a:pt x="657225" y="295275"/>
                </a:lnTo>
                <a:lnTo>
                  <a:pt x="647700" y="295275"/>
                </a:lnTo>
                <a:close/>
                <a:moveTo>
                  <a:pt x="581025" y="295275"/>
                </a:moveTo>
                <a:lnTo>
                  <a:pt x="600075" y="295275"/>
                </a:lnTo>
                <a:lnTo>
                  <a:pt x="600075" y="304800"/>
                </a:lnTo>
                <a:lnTo>
                  <a:pt x="581025" y="304800"/>
                </a:lnTo>
                <a:close/>
                <a:moveTo>
                  <a:pt x="685800" y="323850"/>
                </a:moveTo>
                <a:lnTo>
                  <a:pt x="695325" y="323850"/>
                </a:lnTo>
                <a:lnTo>
                  <a:pt x="695325" y="333375"/>
                </a:lnTo>
                <a:lnTo>
                  <a:pt x="685800" y="333375"/>
                </a:lnTo>
                <a:close/>
                <a:moveTo>
                  <a:pt x="209550" y="333375"/>
                </a:moveTo>
                <a:lnTo>
                  <a:pt x="219075" y="333375"/>
                </a:lnTo>
                <a:lnTo>
                  <a:pt x="219075" y="342900"/>
                </a:lnTo>
                <a:lnTo>
                  <a:pt x="209550" y="342900"/>
                </a:lnTo>
                <a:close/>
                <a:moveTo>
                  <a:pt x="352425" y="333375"/>
                </a:moveTo>
                <a:lnTo>
                  <a:pt x="400050" y="333375"/>
                </a:lnTo>
                <a:lnTo>
                  <a:pt x="400050" y="361950"/>
                </a:lnTo>
                <a:lnTo>
                  <a:pt x="409575" y="361950"/>
                </a:lnTo>
                <a:lnTo>
                  <a:pt x="409575" y="381000"/>
                </a:lnTo>
                <a:lnTo>
                  <a:pt x="400050" y="381000"/>
                </a:lnTo>
                <a:lnTo>
                  <a:pt x="400050" y="390525"/>
                </a:lnTo>
                <a:lnTo>
                  <a:pt x="390525" y="390525"/>
                </a:lnTo>
                <a:lnTo>
                  <a:pt x="390525" y="400050"/>
                </a:lnTo>
                <a:lnTo>
                  <a:pt x="381000" y="400050"/>
                </a:lnTo>
                <a:lnTo>
                  <a:pt x="381000" y="409575"/>
                </a:lnTo>
                <a:lnTo>
                  <a:pt x="342900" y="409575"/>
                </a:lnTo>
                <a:lnTo>
                  <a:pt x="342900" y="419100"/>
                </a:lnTo>
                <a:lnTo>
                  <a:pt x="314325" y="419100"/>
                </a:lnTo>
                <a:lnTo>
                  <a:pt x="314325" y="428625"/>
                </a:lnTo>
                <a:lnTo>
                  <a:pt x="295275" y="428625"/>
                </a:lnTo>
                <a:lnTo>
                  <a:pt x="295275" y="438150"/>
                </a:lnTo>
                <a:lnTo>
                  <a:pt x="266700" y="438150"/>
                </a:lnTo>
                <a:lnTo>
                  <a:pt x="266700" y="400050"/>
                </a:lnTo>
                <a:lnTo>
                  <a:pt x="276225" y="400050"/>
                </a:lnTo>
                <a:lnTo>
                  <a:pt x="276225" y="390525"/>
                </a:lnTo>
                <a:lnTo>
                  <a:pt x="295275" y="390525"/>
                </a:lnTo>
                <a:lnTo>
                  <a:pt x="295275" y="381000"/>
                </a:lnTo>
                <a:lnTo>
                  <a:pt x="304800" y="381000"/>
                </a:lnTo>
                <a:lnTo>
                  <a:pt x="304800" y="361950"/>
                </a:lnTo>
                <a:lnTo>
                  <a:pt x="314325" y="361950"/>
                </a:lnTo>
                <a:lnTo>
                  <a:pt x="314325" y="352425"/>
                </a:lnTo>
                <a:lnTo>
                  <a:pt x="323850" y="352425"/>
                </a:lnTo>
                <a:lnTo>
                  <a:pt x="323850" y="342900"/>
                </a:lnTo>
                <a:lnTo>
                  <a:pt x="352425" y="342900"/>
                </a:lnTo>
                <a:close/>
                <a:moveTo>
                  <a:pt x="447675" y="333375"/>
                </a:moveTo>
                <a:lnTo>
                  <a:pt x="457200" y="333375"/>
                </a:lnTo>
                <a:lnTo>
                  <a:pt x="457200" y="342900"/>
                </a:lnTo>
                <a:lnTo>
                  <a:pt x="447675" y="342900"/>
                </a:lnTo>
                <a:close/>
                <a:moveTo>
                  <a:pt x="676275" y="333375"/>
                </a:moveTo>
                <a:lnTo>
                  <a:pt x="685800" y="333375"/>
                </a:lnTo>
                <a:lnTo>
                  <a:pt x="685800" y="342900"/>
                </a:lnTo>
                <a:lnTo>
                  <a:pt x="676275" y="342900"/>
                </a:lnTo>
                <a:close/>
                <a:moveTo>
                  <a:pt x="800100" y="333375"/>
                </a:moveTo>
                <a:lnTo>
                  <a:pt x="809625" y="333375"/>
                </a:lnTo>
                <a:lnTo>
                  <a:pt x="809625" y="342900"/>
                </a:lnTo>
                <a:lnTo>
                  <a:pt x="800100" y="342900"/>
                </a:lnTo>
                <a:close/>
                <a:moveTo>
                  <a:pt x="828675" y="333375"/>
                </a:moveTo>
                <a:lnTo>
                  <a:pt x="838200" y="333375"/>
                </a:lnTo>
                <a:lnTo>
                  <a:pt x="838200" y="342900"/>
                </a:lnTo>
                <a:lnTo>
                  <a:pt x="828675" y="342900"/>
                </a:lnTo>
                <a:close/>
                <a:moveTo>
                  <a:pt x="914400" y="352425"/>
                </a:moveTo>
                <a:lnTo>
                  <a:pt x="952500" y="352425"/>
                </a:lnTo>
                <a:lnTo>
                  <a:pt x="952500" y="361950"/>
                </a:lnTo>
                <a:lnTo>
                  <a:pt x="914400" y="361950"/>
                </a:lnTo>
                <a:close/>
                <a:moveTo>
                  <a:pt x="438150" y="381000"/>
                </a:moveTo>
                <a:lnTo>
                  <a:pt x="447675" y="381000"/>
                </a:lnTo>
                <a:lnTo>
                  <a:pt x="447675" y="390525"/>
                </a:lnTo>
                <a:lnTo>
                  <a:pt x="438150" y="390525"/>
                </a:lnTo>
                <a:close/>
                <a:moveTo>
                  <a:pt x="590550" y="381000"/>
                </a:moveTo>
                <a:lnTo>
                  <a:pt x="600075" y="381000"/>
                </a:lnTo>
                <a:lnTo>
                  <a:pt x="600075" y="400050"/>
                </a:lnTo>
                <a:lnTo>
                  <a:pt x="590550" y="400050"/>
                </a:lnTo>
                <a:close/>
                <a:moveTo>
                  <a:pt x="819150" y="381000"/>
                </a:moveTo>
                <a:lnTo>
                  <a:pt x="828675" y="381000"/>
                </a:lnTo>
                <a:lnTo>
                  <a:pt x="828675" y="400050"/>
                </a:lnTo>
                <a:lnTo>
                  <a:pt x="819150" y="400050"/>
                </a:lnTo>
                <a:close/>
                <a:moveTo>
                  <a:pt x="95250" y="400050"/>
                </a:moveTo>
                <a:lnTo>
                  <a:pt x="104775" y="400050"/>
                </a:lnTo>
                <a:lnTo>
                  <a:pt x="104775" y="419100"/>
                </a:lnTo>
                <a:lnTo>
                  <a:pt x="95250" y="419100"/>
                </a:lnTo>
                <a:close/>
                <a:moveTo>
                  <a:pt x="409575" y="400050"/>
                </a:moveTo>
                <a:lnTo>
                  <a:pt x="419100" y="400050"/>
                </a:lnTo>
                <a:lnTo>
                  <a:pt x="419100" y="409575"/>
                </a:lnTo>
                <a:lnTo>
                  <a:pt x="409575" y="409575"/>
                </a:lnTo>
                <a:close/>
                <a:moveTo>
                  <a:pt x="828675" y="400050"/>
                </a:moveTo>
                <a:lnTo>
                  <a:pt x="838200" y="400050"/>
                </a:lnTo>
                <a:lnTo>
                  <a:pt x="838200" y="409575"/>
                </a:lnTo>
                <a:lnTo>
                  <a:pt x="828675" y="409575"/>
                </a:lnTo>
                <a:close/>
                <a:moveTo>
                  <a:pt x="581025" y="409575"/>
                </a:moveTo>
                <a:lnTo>
                  <a:pt x="590550" y="409575"/>
                </a:lnTo>
                <a:lnTo>
                  <a:pt x="590550" y="428625"/>
                </a:lnTo>
                <a:lnTo>
                  <a:pt x="581025" y="428625"/>
                </a:lnTo>
                <a:close/>
                <a:moveTo>
                  <a:pt x="209550" y="428625"/>
                </a:moveTo>
                <a:lnTo>
                  <a:pt x="228600" y="428625"/>
                </a:lnTo>
                <a:lnTo>
                  <a:pt x="228600" y="438150"/>
                </a:lnTo>
                <a:lnTo>
                  <a:pt x="238125" y="438150"/>
                </a:lnTo>
                <a:lnTo>
                  <a:pt x="238125" y="447675"/>
                </a:lnTo>
                <a:lnTo>
                  <a:pt x="219075" y="447675"/>
                </a:lnTo>
                <a:lnTo>
                  <a:pt x="219075" y="438150"/>
                </a:lnTo>
                <a:lnTo>
                  <a:pt x="209550" y="438150"/>
                </a:lnTo>
                <a:close/>
                <a:moveTo>
                  <a:pt x="428625" y="428625"/>
                </a:moveTo>
                <a:lnTo>
                  <a:pt x="438150" y="428625"/>
                </a:lnTo>
                <a:lnTo>
                  <a:pt x="438150" y="438150"/>
                </a:lnTo>
                <a:lnTo>
                  <a:pt x="428625" y="438150"/>
                </a:lnTo>
                <a:close/>
                <a:moveTo>
                  <a:pt x="590550" y="428625"/>
                </a:moveTo>
                <a:lnTo>
                  <a:pt x="600075" y="428625"/>
                </a:lnTo>
                <a:lnTo>
                  <a:pt x="600075" y="438150"/>
                </a:lnTo>
                <a:lnTo>
                  <a:pt x="590550" y="438150"/>
                </a:lnTo>
                <a:close/>
                <a:moveTo>
                  <a:pt x="104775" y="438150"/>
                </a:moveTo>
                <a:lnTo>
                  <a:pt x="114300" y="438150"/>
                </a:lnTo>
                <a:lnTo>
                  <a:pt x="114300" y="447675"/>
                </a:lnTo>
                <a:lnTo>
                  <a:pt x="104775" y="447675"/>
                </a:lnTo>
                <a:close/>
                <a:moveTo>
                  <a:pt x="752475" y="438150"/>
                </a:moveTo>
                <a:lnTo>
                  <a:pt x="762000" y="438150"/>
                </a:lnTo>
                <a:lnTo>
                  <a:pt x="762000" y="447675"/>
                </a:lnTo>
                <a:lnTo>
                  <a:pt x="752475" y="447675"/>
                </a:lnTo>
                <a:close/>
                <a:moveTo>
                  <a:pt x="314325" y="447675"/>
                </a:moveTo>
                <a:lnTo>
                  <a:pt x="333375" y="447675"/>
                </a:lnTo>
                <a:lnTo>
                  <a:pt x="333375" y="457200"/>
                </a:lnTo>
                <a:lnTo>
                  <a:pt x="323850" y="457200"/>
                </a:lnTo>
                <a:lnTo>
                  <a:pt x="323850" y="466725"/>
                </a:lnTo>
                <a:lnTo>
                  <a:pt x="333375" y="466725"/>
                </a:lnTo>
                <a:lnTo>
                  <a:pt x="333375" y="476250"/>
                </a:lnTo>
                <a:lnTo>
                  <a:pt x="285750" y="476250"/>
                </a:lnTo>
                <a:lnTo>
                  <a:pt x="285750" y="466725"/>
                </a:lnTo>
                <a:lnTo>
                  <a:pt x="295275" y="466725"/>
                </a:lnTo>
                <a:lnTo>
                  <a:pt x="295275" y="457200"/>
                </a:lnTo>
                <a:lnTo>
                  <a:pt x="314325" y="457200"/>
                </a:lnTo>
                <a:close/>
                <a:moveTo>
                  <a:pt x="371475" y="447675"/>
                </a:moveTo>
                <a:lnTo>
                  <a:pt x="390525" y="447675"/>
                </a:lnTo>
                <a:lnTo>
                  <a:pt x="390525" y="457200"/>
                </a:lnTo>
                <a:lnTo>
                  <a:pt x="371475" y="457200"/>
                </a:lnTo>
                <a:close/>
                <a:moveTo>
                  <a:pt x="390525" y="457200"/>
                </a:moveTo>
                <a:lnTo>
                  <a:pt x="409575" y="457200"/>
                </a:lnTo>
                <a:lnTo>
                  <a:pt x="409575" y="466725"/>
                </a:lnTo>
                <a:lnTo>
                  <a:pt x="400050" y="466725"/>
                </a:lnTo>
                <a:lnTo>
                  <a:pt x="400050" y="485775"/>
                </a:lnTo>
                <a:lnTo>
                  <a:pt x="390525" y="485775"/>
                </a:lnTo>
                <a:lnTo>
                  <a:pt x="390525" y="495300"/>
                </a:lnTo>
                <a:lnTo>
                  <a:pt x="381000" y="495300"/>
                </a:lnTo>
                <a:lnTo>
                  <a:pt x="381000" y="476250"/>
                </a:lnTo>
                <a:lnTo>
                  <a:pt x="390525" y="476250"/>
                </a:lnTo>
                <a:close/>
                <a:moveTo>
                  <a:pt x="152400" y="476250"/>
                </a:moveTo>
                <a:lnTo>
                  <a:pt x="161925" y="476250"/>
                </a:lnTo>
                <a:lnTo>
                  <a:pt x="161925" y="485775"/>
                </a:lnTo>
                <a:lnTo>
                  <a:pt x="171450" y="485775"/>
                </a:lnTo>
                <a:lnTo>
                  <a:pt x="171450" y="495300"/>
                </a:lnTo>
                <a:lnTo>
                  <a:pt x="180975" y="495300"/>
                </a:lnTo>
                <a:lnTo>
                  <a:pt x="180975" y="504825"/>
                </a:lnTo>
                <a:lnTo>
                  <a:pt x="200025" y="504825"/>
                </a:lnTo>
                <a:lnTo>
                  <a:pt x="200025" y="514350"/>
                </a:lnTo>
                <a:lnTo>
                  <a:pt x="209550" y="514350"/>
                </a:lnTo>
                <a:lnTo>
                  <a:pt x="209550" y="533400"/>
                </a:lnTo>
                <a:lnTo>
                  <a:pt x="219075" y="533400"/>
                </a:lnTo>
                <a:lnTo>
                  <a:pt x="219075" y="542925"/>
                </a:lnTo>
                <a:lnTo>
                  <a:pt x="228600" y="542925"/>
                </a:lnTo>
                <a:lnTo>
                  <a:pt x="228600" y="552450"/>
                </a:lnTo>
                <a:lnTo>
                  <a:pt x="219075" y="552450"/>
                </a:lnTo>
                <a:lnTo>
                  <a:pt x="219075" y="571500"/>
                </a:lnTo>
                <a:lnTo>
                  <a:pt x="228600" y="571500"/>
                </a:lnTo>
                <a:lnTo>
                  <a:pt x="228600" y="590550"/>
                </a:lnTo>
                <a:lnTo>
                  <a:pt x="238125" y="590550"/>
                </a:lnTo>
                <a:lnTo>
                  <a:pt x="238125" y="600075"/>
                </a:lnTo>
                <a:lnTo>
                  <a:pt x="247650" y="600075"/>
                </a:lnTo>
                <a:lnTo>
                  <a:pt x="247650" y="590550"/>
                </a:lnTo>
                <a:lnTo>
                  <a:pt x="257175" y="590550"/>
                </a:lnTo>
                <a:lnTo>
                  <a:pt x="257175" y="600075"/>
                </a:lnTo>
                <a:lnTo>
                  <a:pt x="266700" y="600075"/>
                </a:lnTo>
                <a:lnTo>
                  <a:pt x="266700" y="581025"/>
                </a:lnTo>
                <a:lnTo>
                  <a:pt x="285750" y="581025"/>
                </a:lnTo>
                <a:lnTo>
                  <a:pt x="285750" y="571500"/>
                </a:lnTo>
                <a:lnTo>
                  <a:pt x="314325" y="571500"/>
                </a:lnTo>
                <a:lnTo>
                  <a:pt x="314325" y="581025"/>
                </a:lnTo>
                <a:lnTo>
                  <a:pt x="323850" y="581025"/>
                </a:lnTo>
                <a:lnTo>
                  <a:pt x="323850" y="600075"/>
                </a:lnTo>
                <a:lnTo>
                  <a:pt x="333375" y="600075"/>
                </a:lnTo>
                <a:lnTo>
                  <a:pt x="333375" y="609600"/>
                </a:lnTo>
                <a:lnTo>
                  <a:pt x="342900" y="609600"/>
                </a:lnTo>
                <a:lnTo>
                  <a:pt x="342900" y="619125"/>
                </a:lnTo>
                <a:lnTo>
                  <a:pt x="371475" y="619125"/>
                </a:lnTo>
                <a:lnTo>
                  <a:pt x="371475" y="638175"/>
                </a:lnTo>
                <a:lnTo>
                  <a:pt x="342900" y="638175"/>
                </a:lnTo>
                <a:lnTo>
                  <a:pt x="342900" y="647700"/>
                </a:lnTo>
                <a:lnTo>
                  <a:pt x="314325" y="647700"/>
                </a:lnTo>
                <a:lnTo>
                  <a:pt x="314325" y="657225"/>
                </a:lnTo>
                <a:lnTo>
                  <a:pt x="285750" y="657225"/>
                </a:lnTo>
                <a:lnTo>
                  <a:pt x="285750" y="666750"/>
                </a:lnTo>
                <a:lnTo>
                  <a:pt x="257175" y="666750"/>
                </a:lnTo>
                <a:lnTo>
                  <a:pt x="257175" y="657225"/>
                </a:lnTo>
                <a:lnTo>
                  <a:pt x="209550" y="657225"/>
                </a:lnTo>
                <a:lnTo>
                  <a:pt x="209550" y="647700"/>
                </a:lnTo>
                <a:lnTo>
                  <a:pt x="200025" y="647700"/>
                </a:lnTo>
                <a:lnTo>
                  <a:pt x="200025" y="619125"/>
                </a:lnTo>
                <a:lnTo>
                  <a:pt x="190500" y="619125"/>
                </a:lnTo>
                <a:lnTo>
                  <a:pt x="190500" y="590550"/>
                </a:lnTo>
                <a:lnTo>
                  <a:pt x="180975" y="590550"/>
                </a:lnTo>
                <a:lnTo>
                  <a:pt x="180975" y="571500"/>
                </a:lnTo>
                <a:lnTo>
                  <a:pt x="171450" y="571500"/>
                </a:lnTo>
                <a:lnTo>
                  <a:pt x="171450" y="542925"/>
                </a:lnTo>
                <a:lnTo>
                  <a:pt x="161925" y="542925"/>
                </a:lnTo>
                <a:lnTo>
                  <a:pt x="161925" y="514350"/>
                </a:lnTo>
                <a:lnTo>
                  <a:pt x="152400" y="514350"/>
                </a:lnTo>
                <a:close/>
                <a:moveTo>
                  <a:pt x="247650" y="476250"/>
                </a:moveTo>
                <a:lnTo>
                  <a:pt x="285750" y="476250"/>
                </a:lnTo>
                <a:lnTo>
                  <a:pt x="285750" y="485775"/>
                </a:lnTo>
                <a:lnTo>
                  <a:pt x="266700" y="485775"/>
                </a:lnTo>
                <a:lnTo>
                  <a:pt x="266700" y="495300"/>
                </a:lnTo>
                <a:lnTo>
                  <a:pt x="238125" y="495300"/>
                </a:lnTo>
                <a:lnTo>
                  <a:pt x="238125" y="504825"/>
                </a:lnTo>
                <a:lnTo>
                  <a:pt x="219075" y="504825"/>
                </a:lnTo>
                <a:lnTo>
                  <a:pt x="219075" y="495300"/>
                </a:lnTo>
                <a:lnTo>
                  <a:pt x="228600" y="495300"/>
                </a:lnTo>
                <a:lnTo>
                  <a:pt x="228600" y="485775"/>
                </a:lnTo>
                <a:lnTo>
                  <a:pt x="247650" y="485775"/>
                </a:lnTo>
                <a:close/>
                <a:moveTo>
                  <a:pt x="1009650" y="476250"/>
                </a:moveTo>
                <a:lnTo>
                  <a:pt x="1019175" y="476250"/>
                </a:lnTo>
                <a:lnTo>
                  <a:pt x="1019175" y="485775"/>
                </a:lnTo>
                <a:lnTo>
                  <a:pt x="1009650" y="485775"/>
                </a:lnTo>
                <a:close/>
                <a:moveTo>
                  <a:pt x="476250" y="485775"/>
                </a:moveTo>
                <a:lnTo>
                  <a:pt x="485775" y="485775"/>
                </a:lnTo>
                <a:lnTo>
                  <a:pt x="485775" y="495300"/>
                </a:lnTo>
                <a:lnTo>
                  <a:pt x="476250" y="495300"/>
                </a:lnTo>
                <a:close/>
                <a:moveTo>
                  <a:pt x="838200" y="485775"/>
                </a:moveTo>
                <a:lnTo>
                  <a:pt x="847725" y="485775"/>
                </a:lnTo>
                <a:lnTo>
                  <a:pt x="847725" y="495300"/>
                </a:lnTo>
                <a:lnTo>
                  <a:pt x="838200" y="495300"/>
                </a:lnTo>
                <a:close/>
                <a:moveTo>
                  <a:pt x="895350" y="485775"/>
                </a:moveTo>
                <a:lnTo>
                  <a:pt x="904875" y="485775"/>
                </a:lnTo>
                <a:lnTo>
                  <a:pt x="904875" y="514350"/>
                </a:lnTo>
                <a:lnTo>
                  <a:pt x="895350" y="514350"/>
                </a:lnTo>
                <a:close/>
                <a:moveTo>
                  <a:pt x="1047750" y="485775"/>
                </a:moveTo>
                <a:lnTo>
                  <a:pt x="1057275" y="485775"/>
                </a:lnTo>
                <a:lnTo>
                  <a:pt x="1057275" y="495300"/>
                </a:lnTo>
                <a:lnTo>
                  <a:pt x="1047750" y="495300"/>
                </a:lnTo>
                <a:close/>
                <a:moveTo>
                  <a:pt x="123825" y="495300"/>
                </a:moveTo>
                <a:lnTo>
                  <a:pt x="133350" y="495300"/>
                </a:lnTo>
                <a:lnTo>
                  <a:pt x="133350" y="504825"/>
                </a:lnTo>
                <a:lnTo>
                  <a:pt x="123825" y="504825"/>
                </a:lnTo>
                <a:close/>
                <a:moveTo>
                  <a:pt x="390525" y="504825"/>
                </a:moveTo>
                <a:lnTo>
                  <a:pt x="400050" y="504825"/>
                </a:lnTo>
                <a:lnTo>
                  <a:pt x="400050" y="514350"/>
                </a:lnTo>
                <a:lnTo>
                  <a:pt x="390525" y="514350"/>
                </a:lnTo>
                <a:close/>
                <a:moveTo>
                  <a:pt x="438150" y="504825"/>
                </a:moveTo>
                <a:lnTo>
                  <a:pt x="447675" y="504825"/>
                </a:lnTo>
                <a:lnTo>
                  <a:pt x="447675" y="523875"/>
                </a:lnTo>
                <a:lnTo>
                  <a:pt x="419100" y="523875"/>
                </a:lnTo>
                <a:lnTo>
                  <a:pt x="419100" y="533400"/>
                </a:lnTo>
                <a:lnTo>
                  <a:pt x="409575" y="533400"/>
                </a:lnTo>
                <a:lnTo>
                  <a:pt x="409575" y="514350"/>
                </a:lnTo>
                <a:lnTo>
                  <a:pt x="438150" y="514350"/>
                </a:lnTo>
                <a:close/>
                <a:moveTo>
                  <a:pt x="590550" y="504825"/>
                </a:moveTo>
                <a:lnTo>
                  <a:pt x="600075" y="504825"/>
                </a:lnTo>
                <a:lnTo>
                  <a:pt x="600075" y="514350"/>
                </a:lnTo>
                <a:lnTo>
                  <a:pt x="590550" y="514350"/>
                </a:lnTo>
                <a:close/>
                <a:moveTo>
                  <a:pt x="495300" y="514350"/>
                </a:moveTo>
                <a:lnTo>
                  <a:pt x="504825" y="514350"/>
                </a:lnTo>
                <a:lnTo>
                  <a:pt x="504825" y="523875"/>
                </a:lnTo>
                <a:lnTo>
                  <a:pt x="552450" y="523875"/>
                </a:lnTo>
                <a:lnTo>
                  <a:pt x="552450" y="533400"/>
                </a:lnTo>
                <a:lnTo>
                  <a:pt x="495300" y="533400"/>
                </a:lnTo>
                <a:lnTo>
                  <a:pt x="495300" y="561975"/>
                </a:lnTo>
                <a:lnTo>
                  <a:pt x="485775" y="561975"/>
                </a:lnTo>
                <a:lnTo>
                  <a:pt x="485775" y="523875"/>
                </a:lnTo>
                <a:lnTo>
                  <a:pt x="495300" y="523875"/>
                </a:lnTo>
                <a:close/>
                <a:moveTo>
                  <a:pt x="781050" y="514350"/>
                </a:moveTo>
                <a:lnTo>
                  <a:pt x="790575" y="514350"/>
                </a:lnTo>
                <a:lnTo>
                  <a:pt x="790575" y="533400"/>
                </a:lnTo>
                <a:lnTo>
                  <a:pt x="819150" y="533400"/>
                </a:lnTo>
                <a:lnTo>
                  <a:pt x="819150" y="523875"/>
                </a:lnTo>
                <a:lnTo>
                  <a:pt x="838200" y="523875"/>
                </a:lnTo>
                <a:lnTo>
                  <a:pt x="838200" y="533400"/>
                </a:lnTo>
                <a:lnTo>
                  <a:pt x="847725" y="533400"/>
                </a:lnTo>
                <a:lnTo>
                  <a:pt x="847725" y="542925"/>
                </a:lnTo>
                <a:lnTo>
                  <a:pt x="790575" y="542925"/>
                </a:lnTo>
                <a:lnTo>
                  <a:pt x="790575" y="552450"/>
                </a:lnTo>
                <a:lnTo>
                  <a:pt x="781050" y="552450"/>
                </a:lnTo>
                <a:lnTo>
                  <a:pt x="781050" y="581025"/>
                </a:lnTo>
                <a:lnTo>
                  <a:pt x="800100" y="581025"/>
                </a:lnTo>
                <a:lnTo>
                  <a:pt x="800100" y="571500"/>
                </a:lnTo>
                <a:lnTo>
                  <a:pt x="809625" y="571500"/>
                </a:lnTo>
                <a:lnTo>
                  <a:pt x="809625" y="590550"/>
                </a:lnTo>
                <a:lnTo>
                  <a:pt x="790575" y="590550"/>
                </a:lnTo>
                <a:lnTo>
                  <a:pt x="790575" y="600075"/>
                </a:lnTo>
                <a:lnTo>
                  <a:pt x="781050" y="600075"/>
                </a:lnTo>
                <a:lnTo>
                  <a:pt x="781050" y="590550"/>
                </a:lnTo>
                <a:lnTo>
                  <a:pt x="771525" y="590550"/>
                </a:lnTo>
                <a:lnTo>
                  <a:pt x="771525" y="600075"/>
                </a:lnTo>
                <a:lnTo>
                  <a:pt x="762000" y="600075"/>
                </a:lnTo>
                <a:lnTo>
                  <a:pt x="762000" y="590550"/>
                </a:lnTo>
                <a:lnTo>
                  <a:pt x="752475" y="590550"/>
                </a:lnTo>
                <a:lnTo>
                  <a:pt x="752475" y="600075"/>
                </a:lnTo>
                <a:lnTo>
                  <a:pt x="742950" y="600075"/>
                </a:lnTo>
                <a:lnTo>
                  <a:pt x="742950" y="561975"/>
                </a:lnTo>
                <a:lnTo>
                  <a:pt x="752475" y="561975"/>
                </a:lnTo>
                <a:lnTo>
                  <a:pt x="752475" y="523875"/>
                </a:lnTo>
                <a:lnTo>
                  <a:pt x="762000" y="523875"/>
                </a:lnTo>
                <a:lnTo>
                  <a:pt x="762000" y="533400"/>
                </a:lnTo>
                <a:lnTo>
                  <a:pt x="771525" y="533400"/>
                </a:lnTo>
                <a:lnTo>
                  <a:pt x="771525" y="523875"/>
                </a:lnTo>
                <a:lnTo>
                  <a:pt x="781050" y="523875"/>
                </a:lnTo>
                <a:close/>
                <a:moveTo>
                  <a:pt x="552450" y="533400"/>
                </a:moveTo>
                <a:lnTo>
                  <a:pt x="600075" y="533400"/>
                </a:lnTo>
                <a:lnTo>
                  <a:pt x="600075" y="542925"/>
                </a:lnTo>
                <a:lnTo>
                  <a:pt x="552450" y="542925"/>
                </a:lnTo>
                <a:close/>
                <a:moveTo>
                  <a:pt x="609600" y="542925"/>
                </a:moveTo>
                <a:lnTo>
                  <a:pt x="647700" y="542925"/>
                </a:lnTo>
                <a:lnTo>
                  <a:pt x="647700" y="552450"/>
                </a:lnTo>
                <a:lnTo>
                  <a:pt x="609600" y="552450"/>
                </a:lnTo>
                <a:close/>
                <a:moveTo>
                  <a:pt x="695325" y="542925"/>
                </a:moveTo>
                <a:lnTo>
                  <a:pt x="704850" y="542925"/>
                </a:lnTo>
                <a:lnTo>
                  <a:pt x="704850" y="552450"/>
                </a:lnTo>
                <a:lnTo>
                  <a:pt x="695325" y="552450"/>
                </a:lnTo>
                <a:close/>
                <a:moveTo>
                  <a:pt x="866775" y="542925"/>
                </a:moveTo>
                <a:lnTo>
                  <a:pt x="876300" y="542925"/>
                </a:lnTo>
                <a:lnTo>
                  <a:pt x="876300" y="552450"/>
                </a:lnTo>
                <a:lnTo>
                  <a:pt x="866775" y="552450"/>
                </a:lnTo>
                <a:close/>
                <a:moveTo>
                  <a:pt x="923925" y="542925"/>
                </a:moveTo>
                <a:lnTo>
                  <a:pt x="933450" y="542925"/>
                </a:lnTo>
                <a:lnTo>
                  <a:pt x="933450" y="552450"/>
                </a:lnTo>
                <a:lnTo>
                  <a:pt x="1000125" y="552450"/>
                </a:lnTo>
                <a:lnTo>
                  <a:pt x="1000125" y="561975"/>
                </a:lnTo>
                <a:lnTo>
                  <a:pt x="1009650" y="561975"/>
                </a:lnTo>
                <a:lnTo>
                  <a:pt x="1009650" y="609600"/>
                </a:lnTo>
                <a:lnTo>
                  <a:pt x="981075" y="609600"/>
                </a:lnTo>
                <a:lnTo>
                  <a:pt x="981075" y="581025"/>
                </a:lnTo>
                <a:lnTo>
                  <a:pt x="971550" y="581025"/>
                </a:lnTo>
                <a:lnTo>
                  <a:pt x="971550" y="571500"/>
                </a:lnTo>
                <a:lnTo>
                  <a:pt x="962025" y="571500"/>
                </a:lnTo>
                <a:lnTo>
                  <a:pt x="962025" y="561975"/>
                </a:lnTo>
                <a:lnTo>
                  <a:pt x="914400" y="561975"/>
                </a:lnTo>
                <a:lnTo>
                  <a:pt x="914400" y="552450"/>
                </a:lnTo>
                <a:lnTo>
                  <a:pt x="923925" y="552450"/>
                </a:lnTo>
                <a:close/>
                <a:moveTo>
                  <a:pt x="1028700" y="581025"/>
                </a:moveTo>
                <a:lnTo>
                  <a:pt x="1038225" y="581025"/>
                </a:lnTo>
                <a:lnTo>
                  <a:pt x="1038225" y="590550"/>
                </a:lnTo>
                <a:lnTo>
                  <a:pt x="1028700" y="590550"/>
                </a:lnTo>
                <a:close/>
                <a:moveTo>
                  <a:pt x="200025" y="609600"/>
                </a:moveTo>
                <a:lnTo>
                  <a:pt x="209550" y="609600"/>
                </a:lnTo>
                <a:lnTo>
                  <a:pt x="209550" y="600075"/>
                </a:lnTo>
                <a:lnTo>
                  <a:pt x="200025" y="600075"/>
                </a:lnTo>
                <a:close/>
                <a:moveTo>
                  <a:pt x="733425" y="609600"/>
                </a:moveTo>
                <a:lnTo>
                  <a:pt x="742950" y="609600"/>
                </a:lnTo>
                <a:lnTo>
                  <a:pt x="742950" y="619125"/>
                </a:lnTo>
                <a:lnTo>
                  <a:pt x="733425" y="619125"/>
                </a:lnTo>
                <a:close/>
                <a:moveTo>
                  <a:pt x="762000" y="619125"/>
                </a:moveTo>
                <a:lnTo>
                  <a:pt x="771525" y="619125"/>
                </a:lnTo>
                <a:lnTo>
                  <a:pt x="771525" y="628650"/>
                </a:lnTo>
                <a:lnTo>
                  <a:pt x="828675" y="628650"/>
                </a:lnTo>
                <a:lnTo>
                  <a:pt x="828675" y="638175"/>
                </a:lnTo>
                <a:lnTo>
                  <a:pt x="847725" y="638175"/>
                </a:lnTo>
                <a:lnTo>
                  <a:pt x="847725" y="628650"/>
                </a:lnTo>
                <a:lnTo>
                  <a:pt x="876300" y="628650"/>
                </a:lnTo>
                <a:lnTo>
                  <a:pt x="876300" y="638175"/>
                </a:lnTo>
                <a:lnTo>
                  <a:pt x="923925" y="638175"/>
                </a:lnTo>
                <a:lnTo>
                  <a:pt x="923925" y="685800"/>
                </a:lnTo>
                <a:lnTo>
                  <a:pt x="914400" y="685800"/>
                </a:lnTo>
                <a:lnTo>
                  <a:pt x="914400" y="704850"/>
                </a:lnTo>
                <a:lnTo>
                  <a:pt x="904875" y="704850"/>
                </a:lnTo>
                <a:lnTo>
                  <a:pt x="904875" y="714375"/>
                </a:lnTo>
                <a:lnTo>
                  <a:pt x="895350" y="714375"/>
                </a:lnTo>
                <a:lnTo>
                  <a:pt x="895350" y="704850"/>
                </a:lnTo>
                <a:lnTo>
                  <a:pt x="847725" y="704850"/>
                </a:lnTo>
                <a:lnTo>
                  <a:pt x="847725" y="695325"/>
                </a:lnTo>
                <a:lnTo>
                  <a:pt x="800100" y="695325"/>
                </a:lnTo>
                <a:lnTo>
                  <a:pt x="800100" y="685800"/>
                </a:lnTo>
                <a:lnTo>
                  <a:pt x="762000" y="685800"/>
                </a:lnTo>
                <a:lnTo>
                  <a:pt x="762000" y="676275"/>
                </a:lnTo>
                <a:lnTo>
                  <a:pt x="733425" y="676275"/>
                </a:lnTo>
                <a:lnTo>
                  <a:pt x="733425" y="666750"/>
                </a:lnTo>
                <a:lnTo>
                  <a:pt x="723900" y="666750"/>
                </a:lnTo>
                <a:lnTo>
                  <a:pt x="723900" y="657225"/>
                </a:lnTo>
                <a:lnTo>
                  <a:pt x="733425" y="657225"/>
                </a:lnTo>
                <a:lnTo>
                  <a:pt x="733425" y="628650"/>
                </a:lnTo>
                <a:lnTo>
                  <a:pt x="742950" y="628650"/>
                </a:lnTo>
                <a:lnTo>
                  <a:pt x="742950" y="638175"/>
                </a:lnTo>
                <a:lnTo>
                  <a:pt x="752475" y="638175"/>
                </a:lnTo>
                <a:lnTo>
                  <a:pt x="752475" y="628650"/>
                </a:lnTo>
                <a:lnTo>
                  <a:pt x="762000" y="628650"/>
                </a:lnTo>
                <a:close/>
                <a:moveTo>
                  <a:pt x="704850" y="628650"/>
                </a:moveTo>
                <a:lnTo>
                  <a:pt x="714375" y="628650"/>
                </a:lnTo>
                <a:lnTo>
                  <a:pt x="714375" y="638175"/>
                </a:lnTo>
                <a:lnTo>
                  <a:pt x="704850" y="638175"/>
                </a:lnTo>
                <a:close/>
                <a:moveTo>
                  <a:pt x="981075" y="638175"/>
                </a:moveTo>
                <a:lnTo>
                  <a:pt x="990600" y="638175"/>
                </a:lnTo>
                <a:lnTo>
                  <a:pt x="990600" y="647700"/>
                </a:lnTo>
                <a:lnTo>
                  <a:pt x="981075" y="647700"/>
                </a:lnTo>
                <a:close/>
                <a:moveTo>
                  <a:pt x="180975" y="657225"/>
                </a:moveTo>
                <a:lnTo>
                  <a:pt x="190500" y="657225"/>
                </a:lnTo>
                <a:lnTo>
                  <a:pt x="190500" y="666750"/>
                </a:lnTo>
                <a:lnTo>
                  <a:pt x="180975" y="666750"/>
                </a:lnTo>
                <a:close/>
                <a:moveTo>
                  <a:pt x="390525" y="657225"/>
                </a:moveTo>
                <a:lnTo>
                  <a:pt x="400050" y="657225"/>
                </a:lnTo>
                <a:lnTo>
                  <a:pt x="400050" y="666750"/>
                </a:lnTo>
                <a:lnTo>
                  <a:pt x="390525" y="666750"/>
                </a:lnTo>
                <a:close/>
                <a:moveTo>
                  <a:pt x="209550" y="666750"/>
                </a:moveTo>
                <a:lnTo>
                  <a:pt x="219075" y="666750"/>
                </a:lnTo>
                <a:lnTo>
                  <a:pt x="219075" y="676275"/>
                </a:lnTo>
                <a:lnTo>
                  <a:pt x="209550" y="676275"/>
                </a:lnTo>
                <a:close/>
                <a:moveTo>
                  <a:pt x="247650" y="666750"/>
                </a:moveTo>
                <a:lnTo>
                  <a:pt x="257175" y="666750"/>
                </a:lnTo>
                <a:lnTo>
                  <a:pt x="257175" y="676275"/>
                </a:lnTo>
                <a:lnTo>
                  <a:pt x="247650" y="676275"/>
                </a:lnTo>
                <a:close/>
                <a:moveTo>
                  <a:pt x="361950" y="666750"/>
                </a:moveTo>
                <a:lnTo>
                  <a:pt x="371475" y="666750"/>
                </a:lnTo>
                <a:lnTo>
                  <a:pt x="371475" y="676275"/>
                </a:lnTo>
                <a:lnTo>
                  <a:pt x="361950" y="676275"/>
                </a:lnTo>
                <a:close/>
                <a:moveTo>
                  <a:pt x="314325" y="676275"/>
                </a:moveTo>
                <a:lnTo>
                  <a:pt x="342900" y="676275"/>
                </a:lnTo>
                <a:lnTo>
                  <a:pt x="342900" y="685800"/>
                </a:lnTo>
                <a:lnTo>
                  <a:pt x="314325" y="685800"/>
                </a:lnTo>
                <a:close/>
                <a:moveTo>
                  <a:pt x="276225" y="685800"/>
                </a:moveTo>
                <a:lnTo>
                  <a:pt x="295275" y="685800"/>
                </a:lnTo>
                <a:lnTo>
                  <a:pt x="295275" y="695325"/>
                </a:lnTo>
                <a:lnTo>
                  <a:pt x="276225" y="695325"/>
                </a:lnTo>
                <a:close/>
                <a:moveTo>
                  <a:pt x="304800" y="685800"/>
                </a:moveTo>
                <a:lnTo>
                  <a:pt x="314325" y="685800"/>
                </a:lnTo>
                <a:lnTo>
                  <a:pt x="314325" y="695325"/>
                </a:lnTo>
                <a:lnTo>
                  <a:pt x="304800" y="695325"/>
                </a:lnTo>
                <a:close/>
                <a:moveTo>
                  <a:pt x="704850" y="685800"/>
                </a:moveTo>
                <a:lnTo>
                  <a:pt x="714375" y="685800"/>
                </a:lnTo>
                <a:lnTo>
                  <a:pt x="714375" y="695325"/>
                </a:lnTo>
                <a:lnTo>
                  <a:pt x="704850" y="695325"/>
                </a:lnTo>
                <a:close/>
                <a:moveTo>
                  <a:pt x="1000125" y="685800"/>
                </a:moveTo>
                <a:lnTo>
                  <a:pt x="1009650" y="685800"/>
                </a:lnTo>
                <a:lnTo>
                  <a:pt x="1009650" y="695325"/>
                </a:lnTo>
                <a:lnTo>
                  <a:pt x="1000125" y="695325"/>
                </a:lnTo>
                <a:close/>
                <a:moveTo>
                  <a:pt x="771525" y="704850"/>
                </a:moveTo>
                <a:lnTo>
                  <a:pt x="781050" y="704850"/>
                </a:lnTo>
                <a:lnTo>
                  <a:pt x="781050" y="714375"/>
                </a:lnTo>
                <a:lnTo>
                  <a:pt x="771525" y="714375"/>
                </a:lnTo>
                <a:close/>
                <a:moveTo>
                  <a:pt x="828675" y="714375"/>
                </a:moveTo>
                <a:lnTo>
                  <a:pt x="838200" y="714375"/>
                </a:lnTo>
                <a:lnTo>
                  <a:pt x="838200" y="723900"/>
                </a:lnTo>
                <a:lnTo>
                  <a:pt x="828675" y="723900"/>
                </a:lnTo>
                <a:close/>
                <a:moveTo>
                  <a:pt x="971550" y="714375"/>
                </a:moveTo>
                <a:lnTo>
                  <a:pt x="981075" y="714375"/>
                </a:lnTo>
                <a:lnTo>
                  <a:pt x="981075" y="723900"/>
                </a:lnTo>
                <a:lnTo>
                  <a:pt x="971550" y="723900"/>
                </a:lnTo>
                <a:close/>
                <a:moveTo>
                  <a:pt x="923925" y="733425"/>
                </a:moveTo>
                <a:lnTo>
                  <a:pt x="942975" y="733425"/>
                </a:lnTo>
                <a:lnTo>
                  <a:pt x="942975" y="742950"/>
                </a:lnTo>
                <a:lnTo>
                  <a:pt x="923925" y="742950"/>
                </a:lnTo>
                <a:close/>
              </a:path>
            </a:pathLst>
          </a:custGeom>
          <a:solidFill xmlns:a="http://schemas.openxmlformats.org/drawingml/2006/main">
            <a:srgbClr val="F2F2EA"/>
          </a:solidFill>
          <a:ln xmlns:a="http://schemas.openxmlformats.org/drawingml/2006/main" w="0">
            <a:noFill/>
          </a:ln>
        </p:spPr>
      </p:sp>
      <p:sp>
        <p:nvSpPr>
          <p:cNvPr id="29" name="v00 vector #efebe0">
            <a:extLst xmlns:a="http://schemas.openxmlformats.org/drawingml/2006/main">
              <a:ext uri="{FF2B5EF4-FFF2-40B4-BE49-F238E27FC236}">
                <a16:creationId xmlns:a16="http://schemas.microsoft.com/office/drawing/2014/main" id="{E4B15D12-9B02-4FCC-AE8B-C797D3E14C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5350" y="2362200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428625" y="47625"/>
                </a:moveTo>
                <a:lnTo>
                  <a:pt x="457200" y="47625"/>
                </a:lnTo>
                <a:lnTo>
                  <a:pt x="457200" y="57150"/>
                </a:lnTo>
                <a:lnTo>
                  <a:pt x="466725" y="57150"/>
                </a:lnTo>
                <a:lnTo>
                  <a:pt x="466725" y="114300"/>
                </a:lnTo>
                <a:lnTo>
                  <a:pt x="457200" y="114300"/>
                </a:lnTo>
                <a:lnTo>
                  <a:pt x="457200" y="142875"/>
                </a:lnTo>
                <a:lnTo>
                  <a:pt x="447675" y="142875"/>
                </a:lnTo>
                <a:lnTo>
                  <a:pt x="447675" y="123825"/>
                </a:lnTo>
                <a:lnTo>
                  <a:pt x="438150" y="123825"/>
                </a:lnTo>
                <a:lnTo>
                  <a:pt x="438150" y="114300"/>
                </a:lnTo>
                <a:lnTo>
                  <a:pt x="428625" y="114300"/>
                </a:lnTo>
                <a:lnTo>
                  <a:pt x="428625" y="104775"/>
                </a:lnTo>
                <a:lnTo>
                  <a:pt x="419100" y="104775"/>
                </a:lnTo>
                <a:lnTo>
                  <a:pt x="419100" y="95250"/>
                </a:lnTo>
                <a:lnTo>
                  <a:pt x="409575" y="95250"/>
                </a:lnTo>
                <a:lnTo>
                  <a:pt x="409575" y="85725"/>
                </a:lnTo>
                <a:lnTo>
                  <a:pt x="419100" y="85725"/>
                </a:lnTo>
                <a:lnTo>
                  <a:pt x="419100" y="57150"/>
                </a:lnTo>
                <a:lnTo>
                  <a:pt x="428625" y="57150"/>
                </a:lnTo>
                <a:close/>
                <a:moveTo>
                  <a:pt x="828675" y="47625"/>
                </a:moveTo>
                <a:lnTo>
                  <a:pt x="838200" y="47625"/>
                </a:lnTo>
                <a:lnTo>
                  <a:pt x="838200" y="66675"/>
                </a:lnTo>
                <a:lnTo>
                  <a:pt x="828675" y="66675"/>
                </a:lnTo>
                <a:close/>
                <a:moveTo>
                  <a:pt x="581025" y="123825"/>
                </a:moveTo>
                <a:lnTo>
                  <a:pt x="590550" y="123825"/>
                </a:lnTo>
                <a:lnTo>
                  <a:pt x="590550" y="133350"/>
                </a:lnTo>
                <a:lnTo>
                  <a:pt x="581025" y="133350"/>
                </a:lnTo>
                <a:close/>
                <a:moveTo>
                  <a:pt x="495300" y="133350"/>
                </a:moveTo>
                <a:lnTo>
                  <a:pt x="504825" y="133350"/>
                </a:lnTo>
                <a:lnTo>
                  <a:pt x="504825" y="142875"/>
                </a:lnTo>
                <a:lnTo>
                  <a:pt x="495300" y="142875"/>
                </a:lnTo>
                <a:close/>
                <a:moveTo>
                  <a:pt x="695325" y="142875"/>
                </a:moveTo>
                <a:lnTo>
                  <a:pt x="704850" y="142875"/>
                </a:lnTo>
                <a:lnTo>
                  <a:pt x="704850" y="152400"/>
                </a:lnTo>
                <a:lnTo>
                  <a:pt x="695325" y="152400"/>
                </a:lnTo>
                <a:close/>
                <a:moveTo>
                  <a:pt x="342900" y="152400"/>
                </a:moveTo>
                <a:lnTo>
                  <a:pt x="352425" y="152400"/>
                </a:lnTo>
                <a:lnTo>
                  <a:pt x="352425" y="171450"/>
                </a:lnTo>
                <a:lnTo>
                  <a:pt x="333375" y="171450"/>
                </a:lnTo>
                <a:lnTo>
                  <a:pt x="333375" y="161925"/>
                </a:lnTo>
                <a:lnTo>
                  <a:pt x="342900" y="161925"/>
                </a:lnTo>
                <a:close/>
                <a:moveTo>
                  <a:pt x="914400" y="152400"/>
                </a:moveTo>
                <a:lnTo>
                  <a:pt x="923925" y="152400"/>
                </a:lnTo>
                <a:lnTo>
                  <a:pt x="923925" y="161925"/>
                </a:lnTo>
                <a:lnTo>
                  <a:pt x="914400" y="161925"/>
                </a:lnTo>
                <a:close/>
                <a:moveTo>
                  <a:pt x="981075" y="152400"/>
                </a:moveTo>
                <a:lnTo>
                  <a:pt x="990600" y="152400"/>
                </a:lnTo>
                <a:lnTo>
                  <a:pt x="990600" y="180975"/>
                </a:lnTo>
                <a:lnTo>
                  <a:pt x="981075" y="180975"/>
                </a:lnTo>
                <a:close/>
                <a:moveTo>
                  <a:pt x="1038225" y="152400"/>
                </a:moveTo>
                <a:lnTo>
                  <a:pt x="1047750" y="152400"/>
                </a:lnTo>
                <a:lnTo>
                  <a:pt x="1047750" y="180975"/>
                </a:lnTo>
                <a:lnTo>
                  <a:pt x="1038225" y="180975"/>
                </a:lnTo>
                <a:lnTo>
                  <a:pt x="1038225" y="190500"/>
                </a:lnTo>
                <a:lnTo>
                  <a:pt x="1028700" y="190500"/>
                </a:lnTo>
                <a:lnTo>
                  <a:pt x="1028700" y="180975"/>
                </a:lnTo>
                <a:lnTo>
                  <a:pt x="1019175" y="180975"/>
                </a:lnTo>
                <a:lnTo>
                  <a:pt x="1019175" y="190500"/>
                </a:lnTo>
                <a:lnTo>
                  <a:pt x="1009650" y="190500"/>
                </a:lnTo>
                <a:lnTo>
                  <a:pt x="1009650" y="180975"/>
                </a:lnTo>
                <a:lnTo>
                  <a:pt x="1000125" y="180975"/>
                </a:lnTo>
                <a:lnTo>
                  <a:pt x="1000125" y="171450"/>
                </a:lnTo>
                <a:lnTo>
                  <a:pt x="1009650" y="171450"/>
                </a:lnTo>
                <a:lnTo>
                  <a:pt x="1009650" y="161925"/>
                </a:lnTo>
                <a:lnTo>
                  <a:pt x="1028700" y="161925"/>
                </a:lnTo>
                <a:lnTo>
                  <a:pt x="1028700" y="171450"/>
                </a:lnTo>
                <a:lnTo>
                  <a:pt x="1038225" y="171450"/>
                </a:lnTo>
                <a:close/>
                <a:moveTo>
                  <a:pt x="190500" y="161925"/>
                </a:moveTo>
                <a:lnTo>
                  <a:pt x="200025" y="161925"/>
                </a:lnTo>
                <a:lnTo>
                  <a:pt x="200025" y="171450"/>
                </a:lnTo>
                <a:lnTo>
                  <a:pt x="190500" y="171450"/>
                </a:lnTo>
                <a:close/>
                <a:moveTo>
                  <a:pt x="895350" y="161925"/>
                </a:moveTo>
                <a:lnTo>
                  <a:pt x="904875" y="161925"/>
                </a:lnTo>
                <a:lnTo>
                  <a:pt x="904875" y="171450"/>
                </a:lnTo>
                <a:lnTo>
                  <a:pt x="914400" y="171450"/>
                </a:lnTo>
                <a:lnTo>
                  <a:pt x="914400" y="180975"/>
                </a:lnTo>
                <a:lnTo>
                  <a:pt x="895350" y="180975"/>
                </a:lnTo>
                <a:close/>
                <a:moveTo>
                  <a:pt x="476250" y="171450"/>
                </a:moveTo>
                <a:lnTo>
                  <a:pt x="485775" y="171450"/>
                </a:lnTo>
                <a:lnTo>
                  <a:pt x="485775" y="180975"/>
                </a:lnTo>
                <a:lnTo>
                  <a:pt x="476250" y="180975"/>
                </a:lnTo>
                <a:close/>
                <a:moveTo>
                  <a:pt x="228600" y="180975"/>
                </a:moveTo>
                <a:lnTo>
                  <a:pt x="238125" y="180975"/>
                </a:lnTo>
                <a:lnTo>
                  <a:pt x="238125" y="190500"/>
                </a:lnTo>
                <a:lnTo>
                  <a:pt x="247650" y="190500"/>
                </a:lnTo>
                <a:lnTo>
                  <a:pt x="247650" y="200025"/>
                </a:lnTo>
                <a:lnTo>
                  <a:pt x="266700" y="200025"/>
                </a:lnTo>
                <a:lnTo>
                  <a:pt x="266700" y="219075"/>
                </a:lnTo>
                <a:lnTo>
                  <a:pt x="285750" y="219075"/>
                </a:lnTo>
                <a:lnTo>
                  <a:pt x="285750" y="228600"/>
                </a:lnTo>
                <a:lnTo>
                  <a:pt x="295275" y="228600"/>
                </a:lnTo>
                <a:lnTo>
                  <a:pt x="295275" y="238125"/>
                </a:lnTo>
                <a:lnTo>
                  <a:pt x="304800" y="238125"/>
                </a:lnTo>
                <a:lnTo>
                  <a:pt x="304800" y="285750"/>
                </a:lnTo>
                <a:lnTo>
                  <a:pt x="314325" y="285750"/>
                </a:lnTo>
                <a:lnTo>
                  <a:pt x="314325" y="295275"/>
                </a:lnTo>
                <a:lnTo>
                  <a:pt x="361950" y="295275"/>
                </a:lnTo>
                <a:lnTo>
                  <a:pt x="361950" y="314325"/>
                </a:lnTo>
                <a:lnTo>
                  <a:pt x="333375" y="314325"/>
                </a:lnTo>
                <a:lnTo>
                  <a:pt x="333375" y="323850"/>
                </a:lnTo>
                <a:lnTo>
                  <a:pt x="295275" y="323850"/>
                </a:lnTo>
                <a:lnTo>
                  <a:pt x="295275" y="314325"/>
                </a:lnTo>
                <a:lnTo>
                  <a:pt x="257175" y="314325"/>
                </a:lnTo>
                <a:lnTo>
                  <a:pt x="257175" y="304800"/>
                </a:lnTo>
                <a:lnTo>
                  <a:pt x="247650" y="304800"/>
                </a:lnTo>
                <a:lnTo>
                  <a:pt x="247650" y="266700"/>
                </a:lnTo>
                <a:lnTo>
                  <a:pt x="238125" y="266700"/>
                </a:lnTo>
                <a:lnTo>
                  <a:pt x="238125" y="228600"/>
                </a:lnTo>
                <a:lnTo>
                  <a:pt x="228600" y="228600"/>
                </a:lnTo>
                <a:lnTo>
                  <a:pt x="228600" y="209550"/>
                </a:lnTo>
                <a:lnTo>
                  <a:pt x="238125" y="209550"/>
                </a:lnTo>
                <a:lnTo>
                  <a:pt x="238125" y="200025"/>
                </a:lnTo>
                <a:lnTo>
                  <a:pt x="228600" y="200025"/>
                </a:lnTo>
                <a:close/>
                <a:moveTo>
                  <a:pt x="971550" y="180975"/>
                </a:moveTo>
                <a:lnTo>
                  <a:pt x="981075" y="180975"/>
                </a:lnTo>
                <a:lnTo>
                  <a:pt x="981075" y="190500"/>
                </a:lnTo>
                <a:lnTo>
                  <a:pt x="971550" y="190500"/>
                </a:lnTo>
                <a:close/>
                <a:moveTo>
                  <a:pt x="962025" y="190500"/>
                </a:moveTo>
                <a:lnTo>
                  <a:pt x="971550" y="190500"/>
                </a:lnTo>
                <a:lnTo>
                  <a:pt x="971550" y="209550"/>
                </a:lnTo>
                <a:lnTo>
                  <a:pt x="962025" y="209550"/>
                </a:lnTo>
                <a:lnTo>
                  <a:pt x="962025" y="219075"/>
                </a:lnTo>
                <a:lnTo>
                  <a:pt x="942975" y="219075"/>
                </a:lnTo>
                <a:lnTo>
                  <a:pt x="942975" y="228600"/>
                </a:lnTo>
                <a:lnTo>
                  <a:pt x="923925" y="228600"/>
                </a:lnTo>
                <a:lnTo>
                  <a:pt x="923925" y="219075"/>
                </a:lnTo>
                <a:lnTo>
                  <a:pt x="933450" y="219075"/>
                </a:lnTo>
                <a:lnTo>
                  <a:pt x="933450" y="209550"/>
                </a:lnTo>
                <a:lnTo>
                  <a:pt x="942975" y="209550"/>
                </a:lnTo>
                <a:lnTo>
                  <a:pt x="942975" y="200025"/>
                </a:lnTo>
                <a:lnTo>
                  <a:pt x="962025" y="200025"/>
                </a:lnTo>
                <a:close/>
                <a:moveTo>
                  <a:pt x="676275" y="200025"/>
                </a:moveTo>
                <a:lnTo>
                  <a:pt x="685800" y="200025"/>
                </a:lnTo>
                <a:lnTo>
                  <a:pt x="685800" y="209550"/>
                </a:lnTo>
                <a:lnTo>
                  <a:pt x="676275" y="209550"/>
                </a:lnTo>
                <a:close/>
                <a:moveTo>
                  <a:pt x="1038225" y="304800"/>
                </a:moveTo>
                <a:lnTo>
                  <a:pt x="1047750" y="304800"/>
                </a:lnTo>
                <a:lnTo>
                  <a:pt x="1047750" y="314325"/>
                </a:lnTo>
                <a:lnTo>
                  <a:pt x="1038225" y="314325"/>
                </a:lnTo>
                <a:close/>
                <a:moveTo>
                  <a:pt x="847725" y="333375"/>
                </a:moveTo>
                <a:lnTo>
                  <a:pt x="857250" y="333375"/>
                </a:lnTo>
                <a:lnTo>
                  <a:pt x="857250" y="342900"/>
                </a:lnTo>
                <a:lnTo>
                  <a:pt x="847725" y="342900"/>
                </a:lnTo>
                <a:close/>
                <a:moveTo>
                  <a:pt x="885825" y="342900"/>
                </a:moveTo>
                <a:lnTo>
                  <a:pt x="895350" y="342900"/>
                </a:lnTo>
                <a:lnTo>
                  <a:pt x="895350" y="352425"/>
                </a:lnTo>
                <a:lnTo>
                  <a:pt x="885825" y="352425"/>
                </a:lnTo>
                <a:close/>
                <a:moveTo>
                  <a:pt x="295275" y="371475"/>
                </a:moveTo>
                <a:lnTo>
                  <a:pt x="304800" y="371475"/>
                </a:lnTo>
                <a:lnTo>
                  <a:pt x="304800" y="381000"/>
                </a:lnTo>
                <a:lnTo>
                  <a:pt x="295275" y="381000"/>
                </a:lnTo>
                <a:close/>
                <a:moveTo>
                  <a:pt x="200025" y="381000"/>
                </a:moveTo>
                <a:lnTo>
                  <a:pt x="219075" y="381000"/>
                </a:lnTo>
                <a:lnTo>
                  <a:pt x="219075" y="390525"/>
                </a:lnTo>
                <a:lnTo>
                  <a:pt x="228600" y="390525"/>
                </a:lnTo>
                <a:lnTo>
                  <a:pt x="228600" y="400050"/>
                </a:lnTo>
                <a:lnTo>
                  <a:pt x="266700" y="400050"/>
                </a:lnTo>
                <a:lnTo>
                  <a:pt x="266700" y="447675"/>
                </a:lnTo>
                <a:lnTo>
                  <a:pt x="238125" y="447675"/>
                </a:lnTo>
                <a:lnTo>
                  <a:pt x="238125" y="438150"/>
                </a:lnTo>
                <a:lnTo>
                  <a:pt x="228600" y="438150"/>
                </a:lnTo>
                <a:lnTo>
                  <a:pt x="228600" y="428625"/>
                </a:lnTo>
                <a:lnTo>
                  <a:pt x="190500" y="428625"/>
                </a:lnTo>
                <a:lnTo>
                  <a:pt x="190500" y="438150"/>
                </a:lnTo>
                <a:lnTo>
                  <a:pt x="180975" y="438150"/>
                </a:lnTo>
                <a:lnTo>
                  <a:pt x="180975" y="447675"/>
                </a:lnTo>
                <a:lnTo>
                  <a:pt x="171450" y="447675"/>
                </a:lnTo>
                <a:lnTo>
                  <a:pt x="171450" y="419100"/>
                </a:lnTo>
                <a:lnTo>
                  <a:pt x="152400" y="419100"/>
                </a:lnTo>
                <a:lnTo>
                  <a:pt x="152400" y="428625"/>
                </a:lnTo>
                <a:lnTo>
                  <a:pt x="133350" y="428625"/>
                </a:lnTo>
                <a:lnTo>
                  <a:pt x="133350" y="409575"/>
                </a:lnTo>
                <a:lnTo>
                  <a:pt x="142875" y="409575"/>
                </a:lnTo>
                <a:lnTo>
                  <a:pt x="142875" y="400050"/>
                </a:lnTo>
                <a:lnTo>
                  <a:pt x="190500" y="400050"/>
                </a:lnTo>
                <a:lnTo>
                  <a:pt x="190500" y="390525"/>
                </a:lnTo>
                <a:lnTo>
                  <a:pt x="200025" y="390525"/>
                </a:lnTo>
                <a:close/>
                <a:moveTo>
                  <a:pt x="285750" y="381000"/>
                </a:moveTo>
                <a:lnTo>
                  <a:pt x="295275" y="381000"/>
                </a:lnTo>
                <a:lnTo>
                  <a:pt x="295275" y="390525"/>
                </a:lnTo>
                <a:lnTo>
                  <a:pt x="285750" y="390525"/>
                </a:lnTo>
                <a:close/>
                <a:moveTo>
                  <a:pt x="876300" y="400050"/>
                </a:moveTo>
                <a:lnTo>
                  <a:pt x="885825" y="400050"/>
                </a:lnTo>
                <a:lnTo>
                  <a:pt x="885825" y="409575"/>
                </a:lnTo>
                <a:lnTo>
                  <a:pt x="876300" y="409575"/>
                </a:lnTo>
                <a:close/>
                <a:moveTo>
                  <a:pt x="409575" y="409575"/>
                </a:moveTo>
                <a:lnTo>
                  <a:pt x="419100" y="409575"/>
                </a:lnTo>
                <a:lnTo>
                  <a:pt x="419100" y="419100"/>
                </a:lnTo>
                <a:lnTo>
                  <a:pt x="409575" y="419100"/>
                </a:lnTo>
                <a:close/>
                <a:moveTo>
                  <a:pt x="295275" y="428625"/>
                </a:moveTo>
                <a:lnTo>
                  <a:pt x="304800" y="428625"/>
                </a:lnTo>
                <a:lnTo>
                  <a:pt x="304800" y="438150"/>
                </a:lnTo>
                <a:lnTo>
                  <a:pt x="295275" y="438150"/>
                </a:lnTo>
                <a:close/>
                <a:moveTo>
                  <a:pt x="304800" y="447675"/>
                </a:moveTo>
                <a:lnTo>
                  <a:pt x="314325" y="447675"/>
                </a:lnTo>
                <a:lnTo>
                  <a:pt x="314325" y="457200"/>
                </a:lnTo>
                <a:lnTo>
                  <a:pt x="304800" y="457200"/>
                </a:lnTo>
                <a:close/>
                <a:moveTo>
                  <a:pt x="847725" y="447675"/>
                </a:moveTo>
                <a:lnTo>
                  <a:pt x="866775" y="447675"/>
                </a:lnTo>
                <a:lnTo>
                  <a:pt x="866775" y="457200"/>
                </a:lnTo>
                <a:lnTo>
                  <a:pt x="876300" y="457200"/>
                </a:lnTo>
                <a:lnTo>
                  <a:pt x="876300" y="466725"/>
                </a:lnTo>
                <a:lnTo>
                  <a:pt x="895350" y="466725"/>
                </a:lnTo>
                <a:lnTo>
                  <a:pt x="895350" y="476250"/>
                </a:lnTo>
                <a:lnTo>
                  <a:pt x="923925" y="476250"/>
                </a:lnTo>
                <a:lnTo>
                  <a:pt x="923925" y="466725"/>
                </a:lnTo>
                <a:lnTo>
                  <a:pt x="933450" y="466725"/>
                </a:lnTo>
                <a:lnTo>
                  <a:pt x="933450" y="457200"/>
                </a:lnTo>
                <a:lnTo>
                  <a:pt x="981075" y="457200"/>
                </a:lnTo>
                <a:lnTo>
                  <a:pt x="981075" y="466725"/>
                </a:lnTo>
                <a:lnTo>
                  <a:pt x="1019175" y="466725"/>
                </a:lnTo>
                <a:lnTo>
                  <a:pt x="1019175" y="476250"/>
                </a:lnTo>
                <a:lnTo>
                  <a:pt x="1009650" y="476250"/>
                </a:lnTo>
                <a:lnTo>
                  <a:pt x="1009650" y="485775"/>
                </a:lnTo>
                <a:lnTo>
                  <a:pt x="1019175" y="485775"/>
                </a:lnTo>
                <a:lnTo>
                  <a:pt x="1019175" y="476250"/>
                </a:lnTo>
                <a:lnTo>
                  <a:pt x="1028700" y="476250"/>
                </a:lnTo>
                <a:lnTo>
                  <a:pt x="1028700" y="504825"/>
                </a:lnTo>
                <a:lnTo>
                  <a:pt x="1019175" y="504825"/>
                </a:lnTo>
                <a:lnTo>
                  <a:pt x="1019175" y="552450"/>
                </a:lnTo>
                <a:lnTo>
                  <a:pt x="1009650" y="552450"/>
                </a:lnTo>
                <a:lnTo>
                  <a:pt x="1009650" y="561975"/>
                </a:lnTo>
                <a:lnTo>
                  <a:pt x="1000125" y="561975"/>
                </a:lnTo>
                <a:lnTo>
                  <a:pt x="1000125" y="552450"/>
                </a:lnTo>
                <a:lnTo>
                  <a:pt x="981075" y="552450"/>
                </a:lnTo>
                <a:lnTo>
                  <a:pt x="981075" y="542925"/>
                </a:lnTo>
                <a:lnTo>
                  <a:pt x="990600" y="542925"/>
                </a:lnTo>
                <a:lnTo>
                  <a:pt x="990600" y="533400"/>
                </a:lnTo>
                <a:lnTo>
                  <a:pt x="981075" y="533400"/>
                </a:lnTo>
                <a:lnTo>
                  <a:pt x="981075" y="523875"/>
                </a:lnTo>
                <a:lnTo>
                  <a:pt x="971550" y="523875"/>
                </a:lnTo>
                <a:lnTo>
                  <a:pt x="971550" y="514350"/>
                </a:lnTo>
                <a:lnTo>
                  <a:pt x="952500" y="514350"/>
                </a:lnTo>
                <a:lnTo>
                  <a:pt x="952500" y="504825"/>
                </a:lnTo>
                <a:lnTo>
                  <a:pt x="933450" y="504825"/>
                </a:lnTo>
                <a:lnTo>
                  <a:pt x="933450" y="514350"/>
                </a:lnTo>
                <a:lnTo>
                  <a:pt x="923925" y="514350"/>
                </a:lnTo>
                <a:lnTo>
                  <a:pt x="923925" y="523875"/>
                </a:lnTo>
                <a:lnTo>
                  <a:pt x="904875" y="523875"/>
                </a:lnTo>
                <a:lnTo>
                  <a:pt x="904875" y="485775"/>
                </a:lnTo>
                <a:lnTo>
                  <a:pt x="895350" y="485775"/>
                </a:lnTo>
                <a:lnTo>
                  <a:pt x="895350" y="514350"/>
                </a:lnTo>
                <a:lnTo>
                  <a:pt x="885825" y="514350"/>
                </a:lnTo>
                <a:lnTo>
                  <a:pt x="885825" y="504825"/>
                </a:lnTo>
                <a:lnTo>
                  <a:pt x="876300" y="504825"/>
                </a:lnTo>
                <a:lnTo>
                  <a:pt x="876300" y="495300"/>
                </a:lnTo>
                <a:lnTo>
                  <a:pt x="847725" y="495300"/>
                </a:lnTo>
                <a:lnTo>
                  <a:pt x="847725" y="485775"/>
                </a:lnTo>
                <a:lnTo>
                  <a:pt x="828675" y="485775"/>
                </a:lnTo>
                <a:lnTo>
                  <a:pt x="828675" y="476250"/>
                </a:lnTo>
                <a:lnTo>
                  <a:pt x="819150" y="476250"/>
                </a:lnTo>
                <a:lnTo>
                  <a:pt x="819150" y="457200"/>
                </a:lnTo>
                <a:lnTo>
                  <a:pt x="847725" y="457200"/>
                </a:lnTo>
                <a:close/>
                <a:moveTo>
                  <a:pt x="152400" y="457200"/>
                </a:moveTo>
                <a:lnTo>
                  <a:pt x="161925" y="457200"/>
                </a:lnTo>
                <a:lnTo>
                  <a:pt x="161925" y="476250"/>
                </a:lnTo>
                <a:lnTo>
                  <a:pt x="152400" y="476250"/>
                </a:lnTo>
                <a:close/>
                <a:moveTo>
                  <a:pt x="285750" y="457200"/>
                </a:moveTo>
                <a:lnTo>
                  <a:pt x="295275" y="457200"/>
                </a:lnTo>
                <a:lnTo>
                  <a:pt x="295275" y="466725"/>
                </a:lnTo>
                <a:lnTo>
                  <a:pt x="285750" y="466725"/>
                </a:lnTo>
                <a:close/>
                <a:moveTo>
                  <a:pt x="257175" y="466725"/>
                </a:moveTo>
                <a:lnTo>
                  <a:pt x="285750" y="466725"/>
                </a:lnTo>
                <a:lnTo>
                  <a:pt x="285750" y="476250"/>
                </a:lnTo>
                <a:lnTo>
                  <a:pt x="257175" y="476250"/>
                </a:lnTo>
                <a:close/>
                <a:moveTo>
                  <a:pt x="161925" y="476250"/>
                </a:moveTo>
                <a:lnTo>
                  <a:pt x="171450" y="476250"/>
                </a:lnTo>
                <a:lnTo>
                  <a:pt x="171450" y="485775"/>
                </a:lnTo>
                <a:lnTo>
                  <a:pt x="161925" y="485775"/>
                </a:lnTo>
                <a:close/>
                <a:moveTo>
                  <a:pt x="285750" y="476250"/>
                </a:moveTo>
                <a:lnTo>
                  <a:pt x="314325" y="476250"/>
                </a:lnTo>
                <a:lnTo>
                  <a:pt x="314325" y="485775"/>
                </a:lnTo>
                <a:lnTo>
                  <a:pt x="285750" y="485775"/>
                </a:lnTo>
                <a:close/>
                <a:moveTo>
                  <a:pt x="371475" y="476250"/>
                </a:moveTo>
                <a:lnTo>
                  <a:pt x="381000" y="476250"/>
                </a:lnTo>
                <a:lnTo>
                  <a:pt x="381000" y="495300"/>
                </a:lnTo>
                <a:lnTo>
                  <a:pt x="390525" y="495300"/>
                </a:lnTo>
                <a:lnTo>
                  <a:pt x="390525" y="485775"/>
                </a:lnTo>
                <a:lnTo>
                  <a:pt x="400050" y="485775"/>
                </a:lnTo>
                <a:lnTo>
                  <a:pt x="400050" y="504825"/>
                </a:lnTo>
                <a:lnTo>
                  <a:pt x="390525" y="504825"/>
                </a:lnTo>
                <a:lnTo>
                  <a:pt x="390525" y="514350"/>
                </a:lnTo>
                <a:lnTo>
                  <a:pt x="400050" y="514350"/>
                </a:lnTo>
                <a:lnTo>
                  <a:pt x="400050" y="504825"/>
                </a:lnTo>
                <a:lnTo>
                  <a:pt x="409575" y="504825"/>
                </a:lnTo>
                <a:lnTo>
                  <a:pt x="409575" y="533400"/>
                </a:lnTo>
                <a:lnTo>
                  <a:pt x="419100" y="533400"/>
                </a:lnTo>
                <a:lnTo>
                  <a:pt x="419100" y="523875"/>
                </a:lnTo>
                <a:lnTo>
                  <a:pt x="428625" y="523875"/>
                </a:lnTo>
                <a:lnTo>
                  <a:pt x="428625" y="533400"/>
                </a:lnTo>
                <a:lnTo>
                  <a:pt x="419100" y="533400"/>
                </a:lnTo>
                <a:lnTo>
                  <a:pt x="419100" y="542925"/>
                </a:lnTo>
                <a:lnTo>
                  <a:pt x="409575" y="542925"/>
                </a:lnTo>
                <a:lnTo>
                  <a:pt x="409575" y="552450"/>
                </a:lnTo>
                <a:lnTo>
                  <a:pt x="400050" y="552450"/>
                </a:lnTo>
                <a:lnTo>
                  <a:pt x="400050" y="590550"/>
                </a:lnTo>
                <a:lnTo>
                  <a:pt x="409575" y="590550"/>
                </a:lnTo>
                <a:lnTo>
                  <a:pt x="409575" y="609600"/>
                </a:lnTo>
                <a:lnTo>
                  <a:pt x="400050" y="609600"/>
                </a:lnTo>
                <a:lnTo>
                  <a:pt x="400050" y="619125"/>
                </a:lnTo>
                <a:lnTo>
                  <a:pt x="390525" y="619125"/>
                </a:lnTo>
                <a:lnTo>
                  <a:pt x="390525" y="628650"/>
                </a:lnTo>
                <a:lnTo>
                  <a:pt x="371475" y="628650"/>
                </a:lnTo>
                <a:lnTo>
                  <a:pt x="371475" y="619125"/>
                </a:lnTo>
                <a:lnTo>
                  <a:pt x="342900" y="619125"/>
                </a:lnTo>
                <a:lnTo>
                  <a:pt x="342900" y="609600"/>
                </a:lnTo>
                <a:lnTo>
                  <a:pt x="333375" y="609600"/>
                </a:lnTo>
                <a:lnTo>
                  <a:pt x="333375" y="600075"/>
                </a:lnTo>
                <a:lnTo>
                  <a:pt x="323850" y="600075"/>
                </a:lnTo>
                <a:lnTo>
                  <a:pt x="323850" y="581025"/>
                </a:lnTo>
                <a:lnTo>
                  <a:pt x="314325" y="581025"/>
                </a:lnTo>
                <a:lnTo>
                  <a:pt x="314325" y="571500"/>
                </a:lnTo>
                <a:lnTo>
                  <a:pt x="304800" y="571500"/>
                </a:lnTo>
                <a:lnTo>
                  <a:pt x="304800" y="561975"/>
                </a:lnTo>
                <a:lnTo>
                  <a:pt x="323850" y="561975"/>
                </a:lnTo>
                <a:lnTo>
                  <a:pt x="323850" y="552450"/>
                </a:lnTo>
                <a:lnTo>
                  <a:pt x="333375" y="552450"/>
                </a:lnTo>
                <a:lnTo>
                  <a:pt x="333375" y="542925"/>
                </a:lnTo>
                <a:lnTo>
                  <a:pt x="342900" y="542925"/>
                </a:lnTo>
                <a:lnTo>
                  <a:pt x="342900" y="533400"/>
                </a:lnTo>
                <a:lnTo>
                  <a:pt x="314325" y="533400"/>
                </a:lnTo>
                <a:lnTo>
                  <a:pt x="314325" y="542925"/>
                </a:lnTo>
                <a:lnTo>
                  <a:pt x="295275" y="542925"/>
                </a:lnTo>
                <a:lnTo>
                  <a:pt x="295275" y="533400"/>
                </a:lnTo>
                <a:lnTo>
                  <a:pt x="285750" y="533400"/>
                </a:lnTo>
                <a:lnTo>
                  <a:pt x="285750" y="523875"/>
                </a:lnTo>
                <a:lnTo>
                  <a:pt x="295275" y="523875"/>
                </a:lnTo>
                <a:lnTo>
                  <a:pt x="295275" y="514350"/>
                </a:lnTo>
                <a:lnTo>
                  <a:pt x="304800" y="514350"/>
                </a:lnTo>
                <a:lnTo>
                  <a:pt x="304800" y="504825"/>
                </a:lnTo>
                <a:lnTo>
                  <a:pt x="333375" y="504825"/>
                </a:lnTo>
                <a:lnTo>
                  <a:pt x="333375" y="495300"/>
                </a:lnTo>
                <a:lnTo>
                  <a:pt x="352425" y="495300"/>
                </a:lnTo>
                <a:lnTo>
                  <a:pt x="352425" y="485775"/>
                </a:lnTo>
                <a:lnTo>
                  <a:pt x="371475" y="485775"/>
                </a:lnTo>
                <a:close/>
                <a:moveTo>
                  <a:pt x="266700" y="485775"/>
                </a:moveTo>
                <a:lnTo>
                  <a:pt x="276225" y="485775"/>
                </a:lnTo>
                <a:lnTo>
                  <a:pt x="276225" y="495300"/>
                </a:lnTo>
                <a:lnTo>
                  <a:pt x="266700" y="495300"/>
                </a:lnTo>
                <a:close/>
                <a:moveTo>
                  <a:pt x="238125" y="495300"/>
                </a:moveTo>
                <a:lnTo>
                  <a:pt x="247650" y="495300"/>
                </a:lnTo>
                <a:lnTo>
                  <a:pt x="247650" y="504825"/>
                </a:lnTo>
                <a:lnTo>
                  <a:pt x="238125" y="504825"/>
                </a:lnTo>
                <a:close/>
                <a:moveTo>
                  <a:pt x="714375" y="495300"/>
                </a:moveTo>
                <a:lnTo>
                  <a:pt x="723900" y="495300"/>
                </a:lnTo>
                <a:lnTo>
                  <a:pt x="723900" y="504825"/>
                </a:lnTo>
                <a:lnTo>
                  <a:pt x="714375" y="504825"/>
                </a:lnTo>
                <a:close/>
                <a:moveTo>
                  <a:pt x="200025" y="504825"/>
                </a:moveTo>
                <a:lnTo>
                  <a:pt x="209550" y="504825"/>
                </a:lnTo>
                <a:lnTo>
                  <a:pt x="209550" y="514350"/>
                </a:lnTo>
                <a:lnTo>
                  <a:pt x="200025" y="514350"/>
                </a:lnTo>
                <a:close/>
                <a:moveTo>
                  <a:pt x="790575" y="523875"/>
                </a:moveTo>
                <a:lnTo>
                  <a:pt x="819150" y="523875"/>
                </a:lnTo>
                <a:lnTo>
                  <a:pt x="819150" y="533400"/>
                </a:lnTo>
                <a:lnTo>
                  <a:pt x="790575" y="533400"/>
                </a:lnTo>
                <a:close/>
                <a:moveTo>
                  <a:pt x="838200" y="523875"/>
                </a:moveTo>
                <a:lnTo>
                  <a:pt x="847725" y="523875"/>
                </a:lnTo>
                <a:lnTo>
                  <a:pt x="847725" y="533400"/>
                </a:lnTo>
                <a:lnTo>
                  <a:pt x="838200" y="533400"/>
                </a:lnTo>
                <a:close/>
                <a:moveTo>
                  <a:pt x="247650" y="533400"/>
                </a:moveTo>
                <a:lnTo>
                  <a:pt x="257175" y="533400"/>
                </a:lnTo>
                <a:lnTo>
                  <a:pt x="257175" y="542925"/>
                </a:lnTo>
                <a:lnTo>
                  <a:pt x="247650" y="542925"/>
                </a:lnTo>
                <a:close/>
                <a:moveTo>
                  <a:pt x="600075" y="533400"/>
                </a:moveTo>
                <a:lnTo>
                  <a:pt x="609600" y="533400"/>
                </a:lnTo>
                <a:lnTo>
                  <a:pt x="609600" y="542925"/>
                </a:lnTo>
                <a:lnTo>
                  <a:pt x="600075" y="542925"/>
                </a:lnTo>
                <a:close/>
                <a:moveTo>
                  <a:pt x="847725" y="533400"/>
                </a:moveTo>
                <a:lnTo>
                  <a:pt x="876300" y="533400"/>
                </a:lnTo>
                <a:lnTo>
                  <a:pt x="876300" y="542925"/>
                </a:lnTo>
                <a:lnTo>
                  <a:pt x="866775" y="542925"/>
                </a:lnTo>
                <a:lnTo>
                  <a:pt x="866775" y="552450"/>
                </a:lnTo>
                <a:lnTo>
                  <a:pt x="790575" y="552450"/>
                </a:lnTo>
                <a:lnTo>
                  <a:pt x="790575" y="542925"/>
                </a:lnTo>
                <a:lnTo>
                  <a:pt x="847725" y="542925"/>
                </a:lnTo>
                <a:close/>
                <a:moveTo>
                  <a:pt x="914400" y="533400"/>
                </a:moveTo>
                <a:lnTo>
                  <a:pt x="933450" y="533400"/>
                </a:lnTo>
                <a:lnTo>
                  <a:pt x="933450" y="542925"/>
                </a:lnTo>
                <a:lnTo>
                  <a:pt x="923925" y="542925"/>
                </a:lnTo>
                <a:lnTo>
                  <a:pt x="923925" y="552450"/>
                </a:lnTo>
                <a:lnTo>
                  <a:pt x="914400" y="552450"/>
                </a:lnTo>
                <a:close/>
                <a:moveTo>
                  <a:pt x="1038225" y="533400"/>
                </a:moveTo>
                <a:lnTo>
                  <a:pt x="1047750" y="533400"/>
                </a:lnTo>
                <a:lnTo>
                  <a:pt x="1047750" y="542925"/>
                </a:lnTo>
                <a:lnTo>
                  <a:pt x="1038225" y="542925"/>
                </a:lnTo>
                <a:close/>
                <a:moveTo>
                  <a:pt x="228600" y="542925"/>
                </a:moveTo>
                <a:lnTo>
                  <a:pt x="238125" y="542925"/>
                </a:lnTo>
                <a:lnTo>
                  <a:pt x="238125" y="552450"/>
                </a:lnTo>
                <a:lnTo>
                  <a:pt x="228600" y="552450"/>
                </a:lnTo>
                <a:close/>
                <a:moveTo>
                  <a:pt x="933450" y="542925"/>
                </a:moveTo>
                <a:lnTo>
                  <a:pt x="952500" y="542925"/>
                </a:lnTo>
                <a:lnTo>
                  <a:pt x="952500" y="552450"/>
                </a:lnTo>
                <a:lnTo>
                  <a:pt x="933450" y="552450"/>
                </a:lnTo>
                <a:close/>
                <a:moveTo>
                  <a:pt x="428625" y="561975"/>
                </a:moveTo>
                <a:lnTo>
                  <a:pt x="438150" y="561975"/>
                </a:lnTo>
                <a:lnTo>
                  <a:pt x="438150" y="571500"/>
                </a:lnTo>
                <a:lnTo>
                  <a:pt x="428625" y="571500"/>
                </a:lnTo>
                <a:close/>
                <a:moveTo>
                  <a:pt x="933450" y="561975"/>
                </a:moveTo>
                <a:lnTo>
                  <a:pt x="962025" y="561975"/>
                </a:lnTo>
                <a:lnTo>
                  <a:pt x="962025" y="571500"/>
                </a:lnTo>
                <a:lnTo>
                  <a:pt x="933450" y="571500"/>
                </a:lnTo>
                <a:close/>
                <a:moveTo>
                  <a:pt x="476250" y="571500"/>
                </a:moveTo>
                <a:lnTo>
                  <a:pt x="485775" y="571500"/>
                </a:lnTo>
                <a:lnTo>
                  <a:pt x="485775" y="581025"/>
                </a:lnTo>
                <a:lnTo>
                  <a:pt x="476250" y="581025"/>
                </a:lnTo>
                <a:close/>
                <a:moveTo>
                  <a:pt x="781050" y="571500"/>
                </a:moveTo>
                <a:lnTo>
                  <a:pt x="800100" y="571500"/>
                </a:lnTo>
                <a:lnTo>
                  <a:pt x="800100" y="581025"/>
                </a:lnTo>
                <a:lnTo>
                  <a:pt x="781050" y="581025"/>
                </a:lnTo>
                <a:close/>
                <a:moveTo>
                  <a:pt x="809625" y="571500"/>
                </a:moveTo>
                <a:lnTo>
                  <a:pt x="819150" y="571500"/>
                </a:lnTo>
                <a:lnTo>
                  <a:pt x="819150" y="581025"/>
                </a:lnTo>
                <a:lnTo>
                  <a:pt x="828675" y="581025"/>
                </a:lnTo>
                <a:lnTo>
                  <a:pt x="828675" y="590550"/>
                </a:lnTo>
                <a:lnTo>
                  <a:pt x="809625" y="590550"/>
                </a:lnTo>
                <a:close/>
                <a:moveTo>
                  <a:pt x="466725" y="590550"/>
                </a:moveTo>
                <a:lnTo>
                  <a:pt x="476250" y="590550"/>
                </a:lnTo>
                <a:lnTo>
                  <a:pt x="476250" y="600075"/>
                </a:lnTo>
                <a:lnTo>
                  <a:pt x="466725" y="600075"/>
                </a:lnTo>
                <a:close/>
                <a:moveTo>
                  <a:pt x="857250" y="590550"/>
                </a:moveTo>
                <a:lnTo>
                  <a:pt x="904875" y="590550"/>
                </a:lnTo>
                <a:lnTo>
                  <a:pt x="904875" y="600075"/>
                </a:lnTo>
                <a:lnTo>
                  <a:pt x="914400" y="600075"/>
                </a:lnTo>
                <a:lnTo>
                  <a:pt x="914400" y="590550"/>
                </a:lnTo>
                <a:lnTo>
                  <a:pt x="942975" y="590550"/>
                </a:lnTo>
                <a:lnTo>
                  <a:pt x="942975" y="600075"/>
                </a:lnTo>
                <a:lnTo>
                  <a:pt x="971550" y="600075"/>
                </a:lnTo>
                <a:lnTo>
                  <a:pt x="971550" y="590550"/>
                </a:lnTo>
                <a:lnTo>
                  <a:pt x="981075" y="590550"/>
                </a:lnTo>
                <a:lnTo>
                  <a:pt x="981075" y="609600"/>
                </a:lnTo>
                <a:lnTo>
                  <a:pt x="1000125" y="609600"/>
                </a:lnTo>
                <a:lnTo>
                  <a:pt x="1000125" y="647700"/>
                </a:lnTo>
                <a:lnTo>
                  <a:pt x="990600" y="647700"/>
                </a:lnTo>
                <a:lnTo>
                  <a:pt x="990600" y="638175"/>
                </a:lnTo>
                <a:lnTo>
                  <a:pt x="981075" y="638175"/>
                </a:lnTo>
                <a:lnTo>
                  <a:pt x="981075" y="647700"/>
                </a:lnTo>
                <a:lnTo>
                  <a:pt x="933450" y="647700"/>
                </a:lnTo>
                <a:lnTo>
                  <a:pt x="933450" y="657225"/>
                </a:lnTo>
                <a:lnTo>
                  <a:pt x="923925" y="657225"/>
                </a:lnTo>
                <a:lnTo>
                  <a:pt x="923925" y="638175"/>
                </a:lnTo>
                <a:lnTo>
                  <a:pt x="895350" y="638175"/>
                </a:lnTo>
                <a:lnTo>
                  <a:pt x="895350" y="619125"/>
                </a:lnTo>
                <a:lnTo>
                  <a:pt x="885825" y="619125"/>
                </a:lnTo>
                <a:lnTo>
                  <a:pt x="885825" y="609600"/>
                </a:lnTo>
                <a:lnTo>
                  <a:pt x="876300" y="609600"/>
                </a:lnTo>
                <a:lnTo>
                  <a:pt x="876300" y="600075"/>
                </a:lnTo>
                <a:lnTo>
                  <a:pt x="857250" y="600075"/>
                </a:lnTo>
                <a:close/>
                <a:moveTo>
                  <a:pt x="457200" y="609600"/>
                </a:moveTo>
                <a:lnTo>
                  <a:pt x="466725" y="609600"/>
                </a:lnTo>
                <a:lnTo>
                  <a:pt x="466725" y="619125"/>
                </a:lnTo>
                <a:lnTo>
                  <a:pt x="457200" y="619125"/>
                </a:lnTo>
                <a:close/>
                <a:moveTo>
                  <a:pt x="828675" y="628650"/>
                </a:moveTo>
                <a:lnTo>
                  <a:pt x="847725" y="628650"/>
                </a:lnTo>
                <a:lnTo>
                  <a:pt x="847725" y="638175"/>
                </a:lnTo>
                <a:lnTo>
                  <a:pt x="828675" y="638175"/>
                </a:lnTo>
                <a:close/>
                <a:moveTo>
                  <a:pt x="428625" y="638175"/>
                </a:moveTo>
                <a:lnTo>
                  <a:pt x="438150" y="638175"/>
                </a:lnTo>
                <a:lnTo>
                  <a:pt x="438150" y="647700"/>
                </a:lnTo>
                <a:lnTo>
                  <a:pt x="428625" y="647700"/>
                </a:lnTo>
                <a:close/>
                <a:moveTo>
                  <a:pt x="409575" y="647700"/>
                </a:moveTo>
                <a:lnTo>
                  <a:pt x="419100" y="647700"/>
                </a:lnTo>
                <a:lnTo>
                  <a:pt x="419100" y="657225"/>
                </a:lnTo>
                <a:lnTo>
                  <a:pt x="409575" y="657225"/>
                </a:lnTo>
                <a:close/>
                <a:moveTo>
                  <a:pt x="981075" y="647700"/>
                </a:moveTo>
                <a:lnTo>
                  <a:pt x="990600" y="647700"/>
                </a:lnTo>
                <a:lnTo>
                  <a:pt x="990600" y="657225"/>
                </a:lnTo>
                <a:lnTo>
                  <a:pt x="981075" y="657225"/>
                </a:lnTo>
                <a:close/>
                <a:moveTo>
                  <a:pt x="342900" y="666750"/>
                </a:moveTo>
                <a:lnTo>
                  <a:pt x="361950" y="666750"/>
                </a:lnTo>
                <a:lnTo>
                  <a:pt x="361950" y="676275"/>
                </a:lnTo>
                <a:lnTo>
                  <a:pt x="342900" y="676275"/>
                </a:lnTo>
                <a:close/>
                <a:moveTo>
                  <a:pt x="304800" y="676275"/>
                </a:moveTo>
                <a:lnTo>
                  <a:pt x="314325" y="676275"/>
                </a:lnTo>
                <a:lnTo>
                  <a:pt x="314325" y="685800"/>
                </a:lnTo>
                <a:lnTo>
                  <a:pt x="304800" y="685800"/>
                </a:lnTo>
                <a:close/>
                <a:moveTo>
                  <a:pt x="952500" y="723900"/>
                </a:moveTo>
                <a:lnTo>
                  <a:pt x="962025" y="723900"/>
                </a:lnTo>
                <a:lnTo>
                  <a:pt x="962025" y="733425"/>
                </a:lnTo>
                <a:lnTo>
                  <a:pt x="952500" y="733425"/>
                </a:lnTo>
                <a:close/>
              </a:path>
            </a:pathLst>
          </a:custGeom>
          <a:solidFill xmlns:a="http://schemas.openxmlformats.org/drawingml/2006/main">
            <a:srgbClr val="EFEBE0"/>
          </a:solidFill>
          <a:ln xmlns:a="http://schemas.openxmlformats.org/drawingml/2006/main" w="0">
            <a:noFill/>
          </a:ln>
        </p:spPr>
      </p:sp>
      <p:sp>
        <p:nvSpPr>
          <p:cNvPr id="30" name="v00 vector #e9e8dd">
            <a:extLst xmlns:a="http://schemas.openxmlformats.org/drawingml/2006/main">
              <a:ext uri="{FF2B5EF4-FFF2-40B4-BE49-F238E27FC236}">
                <a16:creationId xmlns:a16="http://schemas.microsoft.com/office/drawing/2014/main" id="{EBA87284-1548-4D08-B89A-24ED058BD3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5350" y="2362200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419100" y="47625"/>
                </a:moveTo>
                <a:lnTo>
                  <a:pt x="428625" y="47625"/>
                </a:lnTo>
                <a:lnTo>
                  <a:pt x="428625" y="57150"/>
                </a:lnTo>
                <a:lnTo>
                  <a:pt x="419100" y="57150"/>
                </a:lnTo>
                <a:close/>
                <a:moveTo>
                  <a:pt x="952500" y="47625"/>
                </a:moveTo>
                <a:lnTo>
                  <a:pt x="962025" y="47625"/>
                </a:lnTo>
                <a:lnTo>
                  <a:pt x="962025" y="57150"/>
                </a:lnTo>
                <a:lnTo>
                  <a:pt x="952500" y="57150"/>
                </a:lnTo>
                <a:close/>
                <a:moveTo>
                  <a:pt x="276225" y="57150"/>
                </a:moveTo>
                <a:lnTo>
                  <a:pt x="285750" y="57150"/>
                </a:lnTo>
                <a:lnTo>
                  <a:pt x="285750" y="66675"/>
                </a:lnTo>
                <a:lnTo>
                  <a:pt x="276225" y="66675"/>
                </a:lnTo>
                <a:close/>
                <a:moveTo>
                  <a:pt x="381000" y="57150"/>
                </a:moveTo>
                <a:lnTo>
                  <a:pt x="419100" y="57150"/>
                </a:lnTo>
                <a:lnTo>
                  <a:pt x="419100" y="85725"/>
                </a:lnTo>
                <a:lnTo>
                  <a:pt x="409575" y="85725"/>
                </a:lnTo>
                <a:lnTo>
                  <a:pt x="409575" y="95250"/>
                </a:lnTo>
                <a:lnTo>
                  <a:pt x="419100" y="95250"/>
                </a:lnTo>
                <a:lnTo>
                  <a:pt x="419100" y="104775"/>
                </a:lnTo>
                <a:lnTo>
                  <a:pt x="428625" y="104775"/>
                </a:lnTo>
                <a:lnTo>
                  <a:pt x="428625" y="114300"/>
                </a:lnTo>
                <a:lnTo>
                  <a:pt x="438150" y="114300"/>
                </a:lnTo>
                <a:lnTo>
                  <a:pt x="438150" y="123825"/>
                </a:lnTo>
                <a:lnTo>
                  <a:pt x="447675" y="123825"/>
                </a:lnTo>
                <a:lnTo>
                  <a:pt x="447675" y="142875"/>
                </a:lnTo>
                <a:lnTo>
                  <a:pt x="457200" y="142875"/>
                </a:lnTo>
                <a:lnTo>
                  <a:pt x="457200" y="114300"/>
                </a:lnTo>
                <a:lnTo>
                  <a:pt x="466725" y="114300"/>
                </a:lnTo>
                <a:lnTo>
                  <a:pt x="466725" y="95250"/>
                </a:lnTo>
                <a:lnTo>
                  <a:pt x="476250" y="95250"/>
                </a:lnTo>
                <a:lnTo>
                  <a:pt x="476250" y="114300"/>
                </a:lnTo>
                <a:lnTo>
                  <a:pt x="466725" y="114300"/>
                </a:lnTo>
                <a:lnTo>
                  <a:pt x="466725" y="152400"/>
                </a:lnTo>
                <a:lnTo>
                  <a:pt x="457200" y="152400"/>
                </a:lnTo>
                <a:lnTo>
                  <a:pt x="457200" y="161925"/>
                </a:lnTo>
                <a:lnTo>
                  <a:pt x="447675" y="161925"/>
                </a:lnTo>
                <a:lnTo>
                  <a:pt x="447675" y="200025"/>
                </a:lnTo>
                <a:lnTo>
                  <a:pt x="438150" y="200025"/>
                </a:lnTo>
                <a:lnTo>
                  <a:pt x="438150" y="161925"/>
                </a:lnTo>
                <a:lnTo>
                  <a:pt x="428625" y="161925"/>
                </a:lnTo>
                <a:lnTo>
                  <a:pt x="428625" y="171450"/>
                </a:lnTo>
                <a:lnTo>
                  <a:pt x="409575" y="171450"/>
                </a:lnTo>
                <a:lnTo>
                  <a:pt x="409575" y="180975"/>
                </a:lnTo>
                <a:lnTo>
                  <a:pt x="419100" y="180975"/>
                </a:lnTo>
                <a:lnTo>
                  <a:pt x="419100" y="190500"/>
                </a:lnTo>
                <a:lnTo>
                  <a:pt x="409575" y="190500"/>
                </a:lnTo>
                <a:lnTo>
                  <a:pt x="409575" y="209550"/>
                </a:lnTo>
                <a:lnTo>
                  <a:pt x="428625" y="209550"/>
                </a:lnTo>
                <a:lnTo>
                  <a:pt x="428625" y="200025"/>
                </a:lnTo>
                <a:lnTo>
                  <a:pt x="438150" y="200025"/>
                </a:lnTo>
                <a:lnTo>
                  <a:pt x="438150" y="219075"/>
                </a:lnTo>
                <a:lnTo>
                  <a:pt x="447675" y="219075"/>
                </a:lnTo>
                <a:lnTo>
                  <a:pt x="447675" y="257175"/>
                </a:lnTo>
                <a:lnTo>
                  <a:pt x="438150" y="257175"/>
                </a:lnTo>
                <a:lnTo>
                  <a:pt x="438150" y="304800"/>
                </a:lnTo>
                <a:lnTo>
                  <a:pt x="361950" y="304800"/>
                </a:lnTo>
                <a:lnTo>
                  <a:pt x="361950" y="295275"/>
                </a:lnTo>
                <a:lnTo>
                  <a:pt x="314325" y="295275"/>
                </a:lnTo>
                <a:lnTo>
                  <a:pt x="314325" y="285750"/>
                </a:lnTo>
                <a:lnTo>
                  <a:pt x="304800" y="285750"/>
                </a:lnTo>
                <a:lnTo>
                  <a:pt x="304800" y="238125"/>
                </a:lnTo>
                <a:lnTo>
                  <a:pt x="295275" y="238125"/>
                </a:lnTo>
                <a:lnTo>
                  <a:pt x="295275" y="228600"/>
                </a:lnTo>
                <a:lnTo>
                  <a:pt x="285750" y="228600"/>
                </a:lnTo>
                <a:lnTo>
                  <a:pt x="285750" y="219075"/>
                </a:lnTo>
                <a:lnTo>
                  <a:pt x="266700" y="219075"/>
                </a:lnTo>
                <a:lnTo>
                  <a:pt x="266700" y="200025"/>
                </a:lnTo>
                <a:lnTo>
                  <a:pt x="247650" y="200025"/>
                </a:lnTo>
                <a:lnTo>
                  <a:pt x="247650" y="190500"/>
                </a:lnTo>
                <a:lnTo>
                  <a:pt x="238125" y="190500"/>
                </a:lnTo>
                <a:lnTo>
                  <a:pt x="238125" y="180975"/>
                </a:lnTo>
                <a:lnTo>
                  <a:pt x="228600" y="180975"/>
                </a:lnTo>
                <a:lnTo>
                  <a:pt x="228600" y="190500"/>
                </a:lnTo>
                <a:lnTo>
                  <a:pt x="219075" y="190500"/>
                </a:lnTo>
                <a:lnTo>
                  <a:pt x="219075" y="171450"/>
                </a:lnTo>
                <a:lnTo>
                  <a:pt x="228600" y="171450"/>
                </a:lnTo>
                <a:lnTo>
                  <a:pt x="228600" y="152400"/>
                </a:lnTo>
                <a:lnTo>
                  <a:pt x="219075" y="152400"/>
                </a:lnTo>
                <a:lnTo>
                  <a:pt x="219075" y="142875"/>
                </a:lnTo>
                <a:lnTo>
                  <a:pt x="209550" y="142875"/>
                </a:lnTo>
                <a:lnTo>
                  <a:pt x="209550" y="133350"/>
                </a:lnTo>
                <a:lnTo>
                  <a:pt x="219075" y="133350"/>
                </a:lnTo>
                <a:lnTo>
                  <a:pt x="219075" y="114300"/>
                </a:lnTo>
                <a:lnTo>
                  <a:pt x="209550" y="114300"/>
                </a:lnTo>
                <a:lnTo>
                  <a:pt x="209550" y="104775"/>
                </a:lnTo>
                <a:lnTo>
                  <a:pt x="219075" y="104775"/>
                </a:lnTo>
                <a:lnTo>
                  <a:pt x="219075" y="95250"/>
                </a:lnTo>
                <a:lnTo>
                  <a:pt x="238125" y="95250"/>
                </a:lnTo>
                <a:lnTo>
                  <a:pt x="238125" y="114300"/>
                </a:lnTo>
                <a:lnTo>
                  <a:pt x="228600" y="114300"/>
                </a:lnTo>
                <a:lnTo>
                  <a:pt x="228600" y="152400"/>
                </a:lnTo>
                <a:lnTo>
                  <a:pt x="238125" y="152400"/>
                </a:lnTo>
                <a:lnTo>
                  <a:pt x="238125" y="161925"/>
                </a:lnTo>
                <a:lnTo>
                  <a:pt x="257175" y="161925"/>
                </a:lnTo>
                <a:lnTo>
                  <a:pt x="257175" y="171450"/>
                </a:lnTo>
                <a:lnTo>
                  <a:pt x="276225" y="171450"/>
                </a:lnTo>
                <a:lnTo>
                  <a:pt x="276225" y="161925"/>
                </a:lnTo>
                <a:lnTo>
                  <a:pt x="295275" y="161925"/>
                </a:lnTo>
                <a:lnTo>
                  <a:pt x="295275" y="171450"/>
                </a:lnTo>
                <a:lnTo>
                  <a:pt x="304800" y="171450"/>
                </a:lnTo>
                <a:lnTo>
                  <a:pt x="304800" y="180975"/>
                </a:lnTo>
                <a:lnTo>
                  <a:pt x="323850" y="180975"/>
                </a:lnTo>
                <a:lnTo>
                  <a:pt x="323850" y="171450"/>
                </a:lnTo>
                <a:lnTo>
                  <a:pt x="352425" y="171450"/>
                </a:lnTo>
                <a:lnTo>
                  <a:pt x="352425" y="161925"/>
                </a:lnTo>
                <a:lnTo>
                  <a:pt x="361950" y="161925"/>
                </a:lnTo>
                <a:lnTo>
                  <a:pt x="361950" y="171450"/>
                </a:lnTo>
                <a:lnTo>
                  <a:pt x="352425" y="171450"/>
                </a:lnTo>
                <a:lnTo>
                  <a:pt x="352425" y="180975"/>
                </a:lnTo>
                <a:lnTo>
                  <a:pt x="342900" y="180975"/>
                </a:lnTo>
                <a:lnTo>
                  <a:pt x="342900" y="228600"/>
                </a:lnTo>
                <a:lnTo>
                  <a:pt x="352425" y="228600"/>
                </a:lnTo>
                <a:lnTo>
                  <a:pt x="352425" y="257175"/>
                </a:lnTo>
                <a:lnTo>
                  <a:pt x="361950" y="257175"/>
                </a:lnTo>
                <a:lnTo>
                  <a:pt x="361950" y="266700"/>
                </a:lnTo>
                <a:lnTo>
                  <a:pt x="381000" y="266700"/>
                </a:lnTo>
                <a:lnTo>
                  <a:pt x="381000" y="257175"/>
                </a:lnTo>
                <a:lnTo>
                  <a:pt x="409575" y="257175"/>
                </a:lnTo>
                <a:lnTo>
                  <a:pt x="409575" y="266700"/>
                </a:lnTo>
                <a:lnTo>
                  <a:pt x="419100" y="266700"/>
                </a:lnTo>
                <a:lnTo>
                  <a:pt x="419100" y="238125"/>
                </a:lnTo>
                <a:lnTo>
                  <a:pt x="400050" y="238125"/>
                </a:lnTo>
                <a:lnTo>
                  <a:pt x="400050" y="247650"/>
                </a:lnTo>
                <a:lnTo>
                  <a:pt x="390525" y="247650"/>
                </a:lnTo>
                <a:lnTo>
                  <a:pt x="390525" y="238125"/>
                </a:lnTo>
                <a:lnTo>
                  <a:pt x="381000" y="238125"/>
                </a:lnTo>
                <a:lnTo>
                  <a:pt x="381000" y="209550"/>
                </a:lnTo>
                <a:lnTo>
                  <a:pt x="390525" y="209550"/>
                </a:lnTo>
                <a:lnTo>
                  <a:pt x="390525" y="180975"/>
                </a:lnTo>
                <a:lnTo>
                  <a:pt x="400050" y="180975"/>
                </a:lnTo>
                <a:lnTo>
                  <a:pt x="400050" y="133350"/>
                </a:lnTo>
                <a:lnTo>
                  <a:pt x="390525" y="133350"/>
                </a:lnTo>
                <a:lnTo>
                  <a:pt x="390525" y="123825"/>
                </a:lnTo>
                <a:lnTo>
                  <a:pt x="400050" y="123825"/>
                </a:lnTo>
                <a:lnTo>
                  <a:pt x="400050" y="95250"/>
                </a:lnTo>
                <a:lnTo>
                  <a:pt x="390525" y="95250"/>
                </a:lnTo>
                <a:lnTo>
                  <a:pt x="390525" y="85725"/>
                </a:lnTo>
                <a:lnTo>
                  <a:pt x="381000" y="85725"/>
                </a:lnTo>
                <a:close/>
                <a:moveTo>
                  <a:pt x="819150" y="57150"/>
                </a:moveTo>
                <a:lnTo>
                  <a:pt x="828675" y="57150"/>
                </a:lnTo>
                <a:lnTo>
                  <a:pt x="828675" y="95250"/>
                </a:lnTo>
                <a:lnTo>
                  <a:pt x="838200" y="95250"/>
                </a:lnTo>
                <a:lnTo>
                  <a:pt x="838200" y="85725"/>
                </a:lnTo>
                <a:lnTo>
                  <a:pt x="857250" y="85725"/>
                </a:lnTo>
                <a:lnTo>
                  <a:pt x="857250" y="95250"/>
                </a:lnTo>
                <a:lnTo>
                  <a:pt x="885825" y="95250"/>
                </a:lnTo>
                <a:lnTo>
                  <a:pt x="885825" y="104775"/>
                </a:lnTo>
                <a:lnTo>
                  <a:pt x="904875" y="104775"/>
                </a:lnTo>
                <a:lnTo>
                  <a:pt x="904875" y="114300"/>
                </a:lnTo>
                <a:lnTo>
                  <a:pt x="895350" y="114300"/>
                </a:lnTo>
                <a:lnTo>
                  <a:pt x="895350" y="123825"/>
                </a:lnTo>
                <a:lnTo>
                  <a:pt x="885825" y="123825"/>
                </a:lnTo>
                <a:lnTo>
                  <a:pt x="885825" y="133350"/>
                </a:lnTo>
                <a:lnTo>
                  <a:pt x="876300" y="133350"/>
                </a:lnTo>
                <a:lnTo>
                  <a:pt x="876300" y="142875"/>
                </a:lnTo>
                <a:lnTo>
                  <a:pt x="857250" y="142875"/>
                </a:lnTo>
                <a:lnTo>
                  <a:pt x="857250" y="133350"/>
                </a:lnTo>
                <a:lnTo>
                  <a:pt x="819150" y="133350"/>
                </a:lnTo>
                <a:lnTo>
                  <a:pt x="819150" y="171450"/>
                </a:lnTo>
                <a:lnTo>
                  <a:pt x="800100" y="171450"/>
                </a:lnTo>
                <a:lnTo>
                  <a:pt x="800100" y="161925"/>
                </a:lnTo>
                <a:lnTo>
                  <a:pt x="790575" y="161925"/>
                </a:lnTo>
                <a:lnTo>
                  <a:pt x="790575" y="142875"/>
                </a:lnTo>
                <a:lnTo>
                  <a:pt x="800100" y="142875"/>
                </a:lnTo>
                <a:lnTo>
                  <a:pt x="800100" y="123825"/>
                </a:lnTo>
                <a:lnTo>
                  <a:pt x="809625" y="123825"/>
                </a:lnTo>
                <a:lnTo>
                  <a:pt x="809625" y="95250"/>
                </a:lnTo>
                <a:lnTo>
                  <a:pt x="819150" y="95250"/>
                </a:lnTo>
                <a:lnTo>
                  <a:pt x="819150" y="85725"/>
                </a:lnTo>
                <a:lnTo>
                  <a:pt x="809625" y="85725"/>
                </a:lnTo>
                <a:lnTo>
                  <a:pt x="809625" y="76200"/>
                </a:lnTo>
                <a:lnTo>
                  <a:pt x="819150" y="76200"/>
                </a:lnTo>
                <a:close/>
                <a:moveTo>
                  <a:pt x="990600" y="57150"/>
                </a:moveTo>
                <a:lnTo>
                  <a:pt x="1000125" y="57150"/>
                </a:lnTo>
                <a:lnTo>
                  <a:pt x="1000125" y="66675"/>
                </a:lnTo>
                <a:lnTo>
                  <a:pt x="990600" y="66675"/>
                </a:lnTo>
                <a:close/>
                <a:moveTo>
                  <a:pt x="1028700" y="66675"/>
                </a:moveTo>
                <a:lnTo>
                  <a:pt x="1038225" y="66675"/>
                </a:lnTo>
                <a:lnTo>
                  <a:pt x="1038225" y="76200"/>
                </a:lnTo>
                <a:lnTo>
                  <a:pt x="1028700" y="76200"/>
                </a:lnTo>
                <a:close/>
                <a:moveTo>
                  <a:pt x="304800" y="76200"/>
                </a:moveTo>
                <a:lnTo>
                  <a:pt x="323850" y="76200"/>
                </a:lnTo>
                <a:lnTo>
                  <a:pt x="323850" y="95250"/>
                </a:lnTo>
                <a:lnTo>
                  <a:pt x="314325" y="95250"/>
                </a:lnTo>
                <a:lnTo>
                  <a:pt x="314325" y="104775"/>
                </a:lnTo>
                <a:lnTo>
                  <a:pt x="323850" y="104775"/>
                </a:lnTo>
                <a:lnTo>
                  <a:pt x="323850" y="123825"/>
                </a:lnTo>
                <a:lnTo>
                  <a:pt x="314325" y="123825"/>
                </a:lnTo>
                <a:lnTo>
                  <a:pt x="314325" y="133350"/>
                </a:lnTo>
                <a:lnTo>
                  <a:pt x="304800" y="133350"/>
                </a:lnTo>
                <a:lnTo>
                  <a:pt x="304800" y="123825"/>
                </a:lnTo>
                <a:lnTo>
                  <a:pt x="295275" y="123825"/>
                </a:lnTo>
                <a:lnTo>
                  <a:pt x="295275" y="104775"/>
                </a:lnTo>
                <a:lnTo>
                  <a:pt x="257175" y="104775"/>
                </a:lnTo>
                <a:lnTo>
                  <a:pt x="257175" y="85725"/>
                </a:lnTo>
                <a:lnTo>
                  <a:pt x="304800" y="85725"/>
                </a:lnTo>
                <a:close/>
                <a:moveTo>
                  <a:pt x="666750" y="85725"/>
                </a:moveTo>
                <a:lnTo>
                  <a:pt x="676275" y="85725"/>
                </a:lnTo>
                <a:lnTo>
                  <a:pt x="676275" y="95250"/>
                </a:lnTo>
                <a:lnTo>
                  <a:pt x="666750" y="95250"/>
                </a:lnTo>
                <a:close/>
                <a:moveTo>
                  <a:pt x="619125" y="114300"/>
                </a:moveTo>
                <a:lnTo>
                  <a:pt x="628650" y="114300"/>
                </a:lnTo>
                <a:lnTo>
                  <a:pt x="628650" y="123825"/>
                </a:lnTo>
                <a:lnTo>
                  <a:pt x="619125" y="123825"/>
                </a:lnTo>
                <a:close/>
                <a:moveTo>
                  <a:pt x="609600" y="123825"/>
                </a:moveTo>
                <a:lnTo>
                  <a:pt x="619125" y="123825"/>
                </a:lnTo>
                <a:lnTo>
                  <a:pt x="619125" y="133350"/>
                </a:lnTo>
                <a:lnTo>
                  <a:pt x="609600" y="133350"/>
                </a:lnTo>
                <a:close/>
                <a:moveTo>
                  <a:pt x="971550" y="123825"/>
                </a:moveTo>
                <a:lnTo>
                  <a:pt x="990600" y="123825"/>
                </a:lnTo>
                <a:lnTo>
                  <a:pt x="990600" y="133350"/>
                </a:lnTo>
                <a:lnTo>
                  <a:pt x="1000125" y="133350"/>
                </a:lnTo>
                <a:lnTo>
                  <a:pt x="1000125" y="123825"/>
                </a:lnTo>
                <a:lnTo>
                  <a:pt x="1009650" y="123825"/>
                </a:lnTo>
                <a:lnTo>
                  <a:pt x="1009650" y="133350"/>
                </a:lnTo>
                <a:lnTo>
                  <a:pt x="1057275" y="133350"/>
                </a:lnTo>
                <a:lnTo>
                  <a:pt x="1057275" y="180975"/>
                </a:lnTo>
                <a:lnTo>
                  <a:pt x="1047750" y="180975"/>
                </a:lnTo>
                <a:lnTo>
                  <a:pt x="1047750" y="152400"/>
                </a:lnTo>
                <a:lnTo>
                  <a:pt x="1038225" y="152400"/>
                </a:lnTo>
                <a:lnTo>
                  <a:pt x="1038225" y="171450"/>
                </a:lnTo>
                <a:lnTo>
                  <a:pt x="1028700" y="171450"/>
                </a:lnTo>
                <a:lnTo>
                  <a:pt x="1028700" y="161925"/>
                </a:lnTo>
                <a:lnTo>
                  <a:pt x="1009650" y="161925"/>
                </a:lnTo>
                <a:lnTo>
                  <a:pt x="1009650" y="171450"/>
                </a:lnTo>
                <a:lnTo>
                  <a:pt x="1000125" y="171450"/>
                </a:lnTo>
                <a:lnTo>
                  <a:pt x="1000125" y="180975"/>
                </a:lnTo>
                <a:lnTo>
                  <a:pt x="1009650" y="180975"/>
                </a:lnTo>
                <a:lnTo>
                  <a:pt x="1009650" y="190500"/>
                </a:lnTo>
                <a:lnTo>
                  <a:pt x="1019175" y="190500"/>
                </a:lnTo>
                <a:lnTo>
                  <a:pt x="1019175" y="180975"/>
                </a:lnTo>
                <a:lnTo>
                  <a:pt x="1028700" y="180975"/>
                </a:lnTo>
                <a:lnTo>
                  <a:pt x="1028700" y="190500"/>
                </a:lnTo>
                <a:lnTo>
                  <a:pt x="1038225" y="190500"/>
                </a:lnTo>
                <a:lnTo>
                  <a:pt x="1038225" y="180975"/>
                </a:lnTo>
                <a:lnTo>
                  <a:pt x="1047750" y="180975"/>
                </a:lnTo>
                <a:lnTo>
                  <a:pt x="1047750" y="219075"/>
                </a:lnTo>
                <a:lnTo>
                  <a:pt x="1038225" y="219075"/>
                </a:lnTo>
                <a:lnTo>
                  <a:pt x="1038225" y="247650"/>
                </a:lnTo>
                <a:lnTo>
                  <a:pt x="1028700" y="247650"/>
                </a:lnTo>
                <a:lnTo>
                  <a:pt x="1028700" y="257175"/>
                </a:lnTo>
                <a:lnTo>
                  <a:pt x="1009650" y="257175"/>
                </a:lnTo>
                <a:lnTo>
                  <a:pt x="1009650" y="247650"/>
                </a:lnTo>
                <a:lnTo>
                  <a:pt x="1000125" y="247650"/>
                </a:lnTo>
                <a:lnTo>
                  <a:pt x="1000125" y="238125"/>
                </a:lnTo>
                <a:lnTo>
                  <a:pt x="971550" y="238125"/>
                </a:lnTo>
                <a:lnTo>
                  <a:pt x="971550" y="247650"/>
                </a:lnTo>
                <a:lnTo>
                  <a:pt x="962025" y="247650"/>
                </a:lnTo>
                <a:lnTo>
                  <a:pt x="962025" y="257175"/>
                </a:lnTo>
                <a:lnTo>
                  <a:pt x="933450" y="257175"/>
                </a:lnTo>
                <a:lnTo>
                  <a:pt x="933450" y="266700"/>
                </a:lnTo>
                <a:lnTo>
                  <a:pt x="914400" y="266700"/>
                </a:lnTo>
                <a:lnTo>
                  <a:pt x="914400" y="257175"/>
                </a:lnTo>
                <a:lnTo>
                  <a:pt x="923925" y="257175"/>
                </a:lnTo>
                <a:lnTo>
                  <a:pt x="923925" y="247650"/>
                </a:lnTo>
                <a:lnTo>
                  <a:pt x="914400" y="247650"/>
                </a:lnTo>
                <a:lnTo>
                  <a:pt x="914400" y="238125"/>
                </a:lnTo>
                <a:lnTo>
                  <a:pt x="923925" y="238125"/>
                </a:lnTo>
                <a:lnTo>
                  <a:pt x="923925" y="228600"/>
                </a:lnTo>
                <a:lnTo>
                  <a:pt x="942975" y="228600"/>
                </a:lnTo>
                <a:lnTo>
                  <a:pt x="942975" y="219075"/>
                </a:lnTo>
                <a:lnTo>
                  <a:pt x="962025" y="219075"/>
                </a:lnTo>
                <a:lnTo>
                  <a:pt x="962025" y="209550"/>
                </a:lnTo>
                <a:lnTo>
                  <a:pt x="971550" y="209550"/>
                </a:lnTo>
                <a:lnTo>
                  <a:pt x="971550" y="190500"/>
                </a:lnTo>
                <a:lnTo>
                  <a:pt x="962025" y="190500"/>
                </a:lnTo>
                <a:lnTo>
                  <a:pt x="962025" y="180975"/>
                </a:lnTo>
                <a:lnTo>
                  <a:pt x="971550" y="180975"/>
                </a:lnTo>
                <a:close/>
                <a:moveTo>
                  <a:pt x="685800" y="133350"/>
                </a:moveTo>
                <a:lnTo>
                  <a:pt x="695325" y="133350"/>
                </a:lnTo>
                <a:lnTo>
                  <a:pt x="695325" y="142875"/>
                </a:lnTo>
                <a:lnTo>
                  <a:pt x="685800" y="142875"/>
                </a:lnTo>
                <a:close/>
                <a:moveTo>
                  <a:pt x="914400" y="142875"/>
                </a:moveTo>
                <a:lnTo>
                  <a:pt x="933450" y="142875"/>
                </a:lnTo>
                <a:lnTo>
                  <a:pt x="933450" y="161925"/>
                </a:lnTo>
                <a:lnTo>
                  <a:pt x="923925" y="161925"/>
                </a:lnTo>
                <a:lnTo>
                  <a:pt x="923925" y="152400"/>
                </a:lnTo>
                <a:lnTo>
                  <a:pt x="914400" y="152400"/>
                </a:lnTo>
                <a:close/>
                <a:moveTo>
                  <a:pt x="742950" y="152400"/>
                </a:moveTo>
                <a:lnTo>
                  <a:pt x="752475" y="152400"/>
                </a:lnTo>
                <a:lnTo>
                  <a:pt x="752475" y="161925"/>
                </a:lnTo>
                <a:lnTo>
                  <a:pt x="742950" y="161925"/>
                </a:lnTo>
                <a:close/>
                <a:moveTo>
                  <a:pt x="904875" y="152400"/>
                </a:moveTo>
                <a:lnTo>
                  <a:pt x="914400" y="152400"/>
                </a:lnTo>
                <a:lnTo>
                  <a:pt x="914400" y="161925"/>
                </a:lnTo>
                <a:lnTo>
                  <a:pt x="904875" y="161925"/>
                </a:lnTo>
                <a:close/>
                <a:moveTo>
                  <a:pt x="876300" y="161925"/>
                </a:moveTo>
                <a:lnTo>
                  <a:pt x="895350" y="161925"/>
                </a:lnTo>
                <a:lnTo>
                  <a:pt x="895350" y="180975"/>
                </a:lnTo>
                <a:lnTo>
                  <a:pt x="904875" y="180975"/>
                </a:lnTo>
                <a:lnTo>
                  <a:pt x="904875" y="190500"/>
                </a:lnTo>
                <a:lnTo>
                  <a:pt x="895350" y="190500"/>
                </a:lnTo>
                <a:lnTo>
                  <a:pt x="895350" y="238125"/>
                </a:lnTo>
                <a:lnTo>
                  <a:pt x="885825" y="238125"/>
                </a:lnTo>
                <a:lnTo>
                  <a:pt x="885825" y="257175"/>
                </a:lnTo>
                <a:lnTo>
                  <a:pt x="895350" y="257175"/>
                </a:lnTo>
                <a:lnTo>
                  <a:pt x="895350" y="266700"/>
                </a:lnTo>
                <a:lnTo>
                  <a:pt x="914400" y="266700"/>
                </a:lnTo>
                <a:lnTo>
                  <a:pt x="914400" y="276225"/>
                </a:lnTo>
                <a:lnTo>
                  <a:pt x="952500" y="276225"/>
                </a:lnTo>
                <a:lnTo>
                  <a:pt x="952500" y="295275"/>
                </a:lnTo>
                <a:lnTo>
                  <a:pt x="962025" y="295275"/>
                </a:lnTo>
                <a:lnTo>
                  <a:pt x="962025" y="304800"/>
                </a:lnTo>
                <a:lnTo>
                  <a:pt x="971550" y="304800"/>
                </a:lnTo>
                <a:lnTo>
                  <a:pt x="971550" y="323850"/>
                </a:lnTo>
                <a:lnTo>
                  <a:pt x="990600" y="323850"/>
                </a:lnTo>
                <a:lnTo>
                  <a:pt x="990600" y="314325"/>
                </a:lnTo>
                <a:lnTo>
                  <a:pt x="1009650" y="314325"/>
                </a:lnTo>
                <a:lnTo>
                  <a:pt x="1009650" y="342900"/>
                </a:lnTo>
                <a:lnTo>
                  <a:pt x="971550" y="342900"/>
                </a:lnTo>
                <a:lnTo>
                  <a:pt x="971550" y="333375"/>
                </a:lnTo>
                <a:lnTo>
                  <a:pt x="933450" y="333375"/>
                </a:lnTo>
                <a:lnTo>
                  <a:pt x="933450" y="323850"/>
                </a:lnTo>
                <a:lnTo>
                  <a:pt x="904875" y="323850"/>
                </a:lnTo>
                <a:lnTo>
                  <a:pt x="904875" y="314325"/>
                </a:lnTo>
                <a:lnTo>
                  <a:pt x="866775" y="314325"/>
                </a:lnTo>
                <a:lnTo>
                  <a:pt x="866775" y="304800"/>
                </a:lnTo>
                <a:lnTo>
                  <a:pt x="847725" y="304800"/>
                </a:lnTo>
                <a:lnTo>
                  <a:pt x="847725" y="295275"/>
                </a:lnTo>
                <a:lnTo>
                  <a:pt x="838200" y="295275"/>
                </a:lnTo>
                <a:lnTo>
                  <a:pt x="838200" y="257175"/>
                </a:lnTo>
                <a:lnTo>
                  <a:pt x="857250" y="257175"/>
                </a:lnTo>
                <a:lnTo>
                  <a:pt x="857250" y="219075"/>
                </a:lnTo>
                <a:lnTo>
                  <a:pt x="847725" y="219075"/>
                </a:lnTo>
                <a:lnTo>
                  <a:pt x="847725" y="180975"/>
                </a:lnTo>
                <a:lnTo>
                  <a:pt x="866775" y="180975"/>
                </a:lnTo>
                <a:lnTo>
                  <a:pt x="866775" y="171450"/>
                </a:lnTo>
                <a:lnTo>
                  <a:pt x="876300" y="171450"/>
                </a:lnTo>
                <a:close/>
                <a:moveTo>
                  <a:pt x="914400" y="171450"/>
                </a:moveTo>
                <a:lnTo>
                  <a:pt x="923925" y="171450"/>
                </a:lnTo>
                <a:lnTo>
                  <a:pt x="923925" y="180975"/>
                </a:lnTo>
                <a:lnTo>
                  <a:pt x="914400" y="180975"/>
                </a:lnTo>
                <a:close/>
                <a:moveTo>
                  <a:pt x="771525" y="180975"/>
                </a:moveTo>
                <a:lnTo>
                  <a:pt x="781050" y="180975"/>
                </a:lnTo>
                <a:lnTo>
                  <a:pt x="781050" y="190500"/>
                </a:lnTo>
                <a:lnTo>
                  <a:pt x="771525" y="190500"/>
                </a:lnTo>
                <a:close/>
                <a:moveTo>
                  <a:pt x="981075" y="180975"/>
                </a:moveTo>
                <a:lnTo>
                  <a:pt x="971550" y="180975"/>
                </a:lnTo>
                <a:lnTo>
                  <a:pt x="971550" y="190500"/>
                </a:lnTo>
                <a:lnTo>
                  <a:pt x="981075" y="190500"/>
                </a:lnTo>
                <a:close/>
                <a:moveTo>
                  <a:pt x="981075" y="180975"/>
                </a:moveTo>
                <a:lnTo>
                  <a:pt x="990600" y="180975"/>
                </a:lnTo>
                <a:lnTo>
                  <a:pt x="990600" y="152400"/>
                </a:lnTo>
                <a:lnTo>
                  <a:pt x="981075" y="152400"/>
                </a:lnTo>
                <a:close/>
                <a:moveTo>
                  <a:pt x="952500" y="190500"/>
                </a:moveTo>
                <a:lnTo>
                  <a:pt x="962025" y="190500"/>
                </a:lnTo>
                <a:lnTo>
                  <a:pt x="962025" y="200025"/>
                </a:lnTo>
                <a:lnTo>
                  <a:pt x="952500" y="200025"/>
                </a:lnTo>
                <a:close/>
                <a:moveTo>
                  <a:pt x="228600" y="200025"/>
                </a:moveTo>
                <a:lnTo>
                  <a:pt x="238125" y="200025"/>
                </a:lnTo>
                <a:lnTo>
                  <a:pt x="238125" y="209550"/>
                </a:lnTo>
                <a:lnTo>
                  <a:pt x="228600" y="209550"/>
                </a:lnTo>
                <a:close/>
                <a:moveTo>
                  <a:pt x="209550" y="247650"/>
                </a:moveTo>
                <a:lnTo>
                  <a:pt x="219075" y="247650"/>
                </a:lnTo>
                <a:lnTo>
                  <a:pt x="219075" y="257175"/>
                </a:lnTo>
                <a:lnTo>
                  <a:pt x="209550" y="257175"/>
                </a:lnTo>
                <a:close/>
                <a:moveTo>
                  <a:pt x="666750" y="247650"/>
                </a:moveTo>
                <a:lnTo>
                  <a:pt x="676275" y="247650"/>
                </a:lnTo>
                <a:lnTo>
                  <a:pt x="676275" y="257175"/>
                </a:lnTo>
                <a:lnTo>
                  <a:pt x="666750" y="257175"/>
                </a:lnTo>
                <a:close/>
                <a:moveTo>
                  <a:pt x="676275" y="257175"/>
                </a:moveTo>
                <a:lnTo>
                  <a:pt x="685800" y="257175"/>
                </a:lnTo>
                <a:lnTo>
                  <a:pt x="685800" y="266700"/>
                </a:lnTo>
                <a:lnTo>
                  <a:pt x="676275" y="266700"/>
                </a:lnTo>
                <a:close/>
                <a:moveTo>
                  <a:pt x="238125" y="266700"/>
                </a:moveTo>
                <a:lnTo>
                  <a:pt x="247650" y="266700"/>
                </a:lnTo>
                <a:lnTo>
                  <a:pt x="247650" y="276225"/>
                </a:lnTo>
                <a:lnTo>
                  <a:pt x="238125" y="276225"/>
                </a:lnTo>
                <a:close/>
                <a:moveTo>
                  <a:pt x="685800" y="266700"/>
                </a:moveTo>
                <a:lnTo>
                  <a:pt x="695325" y="266700"/>
                </a:lnTo>
                <a:lnTo>
                  <a:pt x="695325" y="276225"/>
                </a:lnTo>
                <a:lnTo>
                  <a:pt x="685800" y="276225"/>
                </a:lnTo>
                <a:close/>
                <a:moveTo>
                  <a:pt x="1047750" y="266700"/>
                </a:moveTo>
                <a:lnTo>
                  <a:pt x="1057275" y="266700"/>
                </a:lnTo>
                <a:lnTo>
                  <a:pt x="1057275" y="276225"/>
                </a:lnTo>
                <a:lnTo>
                  <a:pt x="1047750" y="276225"/>
                </a:lnTo>
                <a:close/>
                <a:moveTo>
                  <a:pt x="809625" y="285750"/>
                </a:moveTo>
                <a:lnTo>
                  <a:pt x="819150" y="285750"/>
                </a:lnTo>
                <a:lnTo>
                  <a:pt x="819150" y="295275"/>
                </a:lnTo>
                <a:lnTo>
                  <a:pt x="809625" y="295275"/>
                </a:lnTo>
                <a:close/>
                <a:moveTo>
                  <a:pt x="285750" y="314325"/>
                </a:moveTo>
                <a:lnTo>
                  <a:pt x="295275" y="314325"/>
                </a:lnTo>
                <a:lnTo>
                  <a:pt x="295275" y="323850"/>
                </a:lnTo>
                <a:lnTo>
                  <a:pt x="285750" y="323850"/>
                </a:lnTo>
                <a:close/>
                <a:moveTo>
                  <a:pt x="371475" y="323850"/>
                </a:moveTo>
                <a:lnTo>
                  <a:pt x="390525" y="323850"/>
                </a:lnTo>
                <a:lnTo>
                  <a:pt x="390525" y="333375"/>
                </a:lnTo>
                <a:lnTo>
                  <a:pt x="371475" y="333375"/>
                </a:lnTo>
                <a:close/>
                <a:moveTo>
                  <a:pt x="838200" y="323850"/>
                </a:moveTo>
                <a:lnTo>
                  <a:pt x="847725" y="323850"/>
                </a:lnTo>
                <a:lnTo>
                  <a:pt x="847725" y="333375"/>
                </a:lnTo>
                <a:lnTo>
                  <a:pt x="838200" y="333375"/>
                </a:lnTo>
                <a:close/>
                <a:moveTo>
                  <a:pt x="857250" y="333375"/>
                </a:moveTo>
                <a:lnTo>
                  <a:pt x="866775" y="333375"/>
                </a:lnTo>
                <a:lnTo>
                  <a:pt x="866775" y="342900"/>
                </a:lnTo>
                <a:lnTo>
                  <a:pt x="857250" y="342900"/>
                </a:lnTo>
                <a:close/>
                <a:moveTo>
                  <a:pt x="314325" y="342900"/>
                </a:moveTo>
                <a:lnTo>
                  <a:pt x="323850" y="342900"/>
                </a:lnTo>
                <a:lnTo>
                  <a:pt x="323850" y="352425"/>
                </a:lnTo>
                <a:lnTo>
                  <a:pt x="314325" y="352425"/>
                </a:lnTo>
                <a:close/>
                <a:moveTo>
                  <a:pt x="895350" y="342900"/>
                </a:moveTo>
                <a:lnTo>
                  <a:pt x="914400" y="342900"/>
                </a:lnTo>
                <a:lnTo>
                  <a:pt x="914400" y="352425"/>
                </a:lnTo>
                <a:lnTo>
                  <a:pt x="895350" y="352425"/>
                </a:lnTo>
                <a:close/>
                <a:moveTo>
                  <a:pt x="304800" y="352425"/>
                </a:moveTo>
                <a:lnTo>
                  <a:pt x="314325" y="352425"/>
                </a:lnTo>
                <a:lnTo>
                  <a:pt x="314325" y="361950"/>
                </a:lnTo>
                <a:lnTo>
                  <a:pt x="304800" y="361950"/>
                </a:lnTo>
                <a:close/>
                <a:moveTo>
                  <a:pt x="590550" y="361950"/>
                </a:moveTo>
                <a:lnTo>
                  <a:pt x="600075" y="361950"/>
                </a:lnTo>
                <a:lnTo>
                  <a:pt x="600075" y="381000"/>
                </a:lnTo>
                <a:lnTo>
                  <a:pt x="590550" y="381000"/>
                </a:lnTo>
                <a:close/>
                <a:moveTo>
                  <a:pt x="628650" y="371475"/>
                </a:moveTo>
                <a:lnTo>
                  <a:pt x="638175" y="371475"/>
                </a:lnTo>
                <a:lnTo>
                  <a:pt x="638175" y="381000"/>
                </a:lnTo>
                <a:lnTo>
                  <a:pt x="628650" y="381000"/>
                </a:lnTo>
                <a:close/>
                <a:moveTo>
                  <a:pt x="1009650" y="371475"/>
                </a:moveTo>
                <a:lnTo>
                  <a:pt x="1019175" y="371475"/>
                </a:lnTo>
                <a:lnTo>
                  <a:pt x="1019175" y="381000"/>
                </a:lnTo>
                <a:lnTo>
                  <a:pt x="1009650" y="381000"/>
                </a:lnTo>
                <a:close/>
                <a:moveTo>
                  <a:pt x="619125" y="381000"/>
                </a:moveTo>
                <a:lnTo>
                  <a:pt x="628650" y="381000"/>
                </a:lnTo>
                <a:lnTo>
                  <a:pt x="628650" y="409575"/>
                </a:lnTo>
                <a:lnTo>
                  <a:pt x="619125" y="409575"/>
                </a:lnTo>
                <a:close/>
                <a:moveTo>
                  <a:pt x="171450" y="390525"/>
                </a:moveTo>
                <a:lnTo>
                  <a:pt x="190500" y="390525"/>
                </a:lnTo>
                <a:lnTo>
                  <a:pt x="190500" y="400050"/>
                </a:lnTo>
                <a:lnTo>
                  <a:pt x="171450" y="400050"/>
                </a:lnTo>
                <a:close/>
                <a:moveTo>
                  <a:pt x="133350" y="400050"/>
                </a:moveTo>
                <a:lnTo>
                  <a:pt x="142875" y="400050"/>
                </a:lnTo>
                <a:lnTo>
                  <a:pt x="142875" y="409575"/>
                </a:lnTo>
                <a:lnTo>
                  <a:pt x="133350" y="409575"/>
                </a:lnTo>
                <a:close/>
                <a:moveTo>
                  <a:pt x="790575" y="400050"/>
                </a:moveTo>
                <a:lnTo>
                  <a:pt x="800100" y="400050"/>
                </a:lnTo>
                <a:lnTo>
                  <a:pt x="800100" y="409575"/>
                </a:lnTo>
                <a:lnTo>
                  <a:pt x="790575" y="409575"/>
                </a:lnTo>
                <a:close/>
                <a:moveTo>
                  <a:pt x="123825" y="409575"/>
                </a:moveTo>
                <a:lnTo>
                  <a:pt x="133350" y="409575"/>
                </a:lnTo>
                <a:lnTo>
                  <a:pt x="133350" y="428625"/>
                </a:lnTo>
                <a:lnTo>
                  <a:pt x="123825" y="428625"/>
                </a:lnTo>
                <a:close/>
                <a:moveTo>
                  <a:pt x="371475" y="409575"/>
                </a:moveTo>
                <a:lnTo>
                  <a:pt x="381000" y="409575"/>
                </a:lnTo>
                <a:lnTo>
                  <a:pt x="381000" y="428625"/>
                </a:lnTo>
                <a:lnTo>
                  <a:pt x="371475" y="428625"/>
                </a:lnTo>
                <a:close/>
                <a:moveTo>
                  <a:pt x="152400" y="419100"/>
                </a:moveTo>
                <a:lnTo>
                  <a:pt x="171450" y="419100"/>
                </a:lnTo>
                <a:lnTo>
                  <a:pt x="171450" y="447675"/>
                </a:lnTo>
                <a:lnTo>
                  <a:pt x="180975" y="447675"/>
                </a:lnTo>
                <a:lnTo>
                  <a:pt x="180975" y="438150"/>
                </a:lnTo>
                <a:lnTo>
                  <a:pt x="190500" y="438150"/>
                </a:lnTo>
                <a:lnTo>
                  <a:pt x="190500" y="428625"/>
                </a:lnTo>
                <a:lnTo>
                  <a:pt x="209550" y="428625"/>
                </a:lnTo>
                <a:lnTo>
                  <a:pt x="209550" y="438150"/>
                </a:lnTo>
                <a:lnTo>
                  <a:pt x="190500" y="438150"/>
                </a:lnTo>
                <a:lnTo>
                  <a:pt x="190500" y="447675"/>
                </a:lnTo>
                <a:lnTo>
                  <a:pt x="180975" y="447675"/>
                </a:lnTo>
                <a:lnTo>
                  <a:pt x="180975" y="457200"/>
                </a:lnTo>
                <a:lnTo>
                  <a:pt x="171450" y="457200"/>
                </a:lnTo>
                <a:lnTo>
                  <a:pt x="171450" y="476250"/>
                </a:lnTo>
                <a:lnTo>
                  <a:pt x="161925" y="476250"/>
                </a:lnTo>
                <a:lnTo>
                  <a:pt x="161925" y="457200"/>
                </a:lnTo>
                <a:lnTo>
                  <a:pt x="152400" y="457200"/>
                </a:lnTo>
                <a:lnTo>
                  <a:pt x="152400" y="485775"/>
                </a:lnTo>
                <a:lnTo>
                  <a:pt x="142875" y="485775"/>
                </a:lnTo>
                <a:lnTo>
                  <a:pt x="142875" y="447675"/>
                </a:lnTo>
                <a:lnTo>
                  <a:pt x="133350" y="447675"/>
                </a:lnTo>
                <a:lnTo>
                  <a:pt x="133350" y="428625"/>
                </a:lnTo>
                <a:lnTo>
                  <a:pt x="152400" y="428625"/>
                </a:lnTo>
                <a:close/>
                <a:moveTo>
                  <a:pt x="828675" y="428625"/>
                </a:moveTo>
                <a:lnTo>
                  <a:pt x="847725" y="428625"/>
                </a:lnTo>
                <a:lnTo>
                  <a:pt x="847725" y="438150"/>
                </a:lnTo>
                <a:lnTo>
                  <a:pt x="857250" y="438150"/>
                </a:lnTo>
                <a:lnTo>
                  <a:pt x="857250" y="447675"/>
                </a:lnTo>
                <a:lnTo>
                  <a:pt x="847725" y="447675"/>
                </a:lnTo>
                <a:lnTo>
                  <a:pt x="847725" y="457200"/>
                </a:lnTo>
                <a:lnTo>
                  <a:pt x="819150" y="457200"/>
                </a:lnTo>
                <a:lnTo>
                  <a:pt x="819150" y="438150"/>
                </a:lnTo>
                <a:lnTo>
                  <a:pt x="828675" y="438150"/>
                </a:lnTo>
                <a:close/>
                <a:moveTo>
                  <a:pt x="209550" y="438150"/>
                </a:moveTo>
                <a:lnTo>
                  <a:pt x="219075" y="438150"/>
                </a:lnTo>
                <a:lnTo>
                  <a:pt x="219075" y="447675"/>
                </a:lnTo>
                <a:lnTo>
                  <a:pt x="209550" y="447675"/>
                </a:lnTo>
                <a:close/>
                <a:moveTo>
                  <a:pt x="323850" y="438150"/>
                </a:moveTo>
                <a:lnTo>
                  <a:pt x="333375" y="438150"/>
                </a:lnTo>
                <a:lnTo>
                  <a:pt x="333375" y="447675"/>
                </a:lnTo>
                <a:lnTo>
                  <a:pt x="323850" y="447675"/>
                </a:lnTo>
                <a:close/>
                <a:moveTo>
                  <a:pt x="219075" y="447675"/>
                </a:moveTo>
                <a:lnTo>
                  <a:pt x="238125" y="447675"/>
                </a:lnTo>
                <a:lnTo>
                  <a:pt x="238125" y="457200"/>
                </a:lnTo>
                <a:lnTo>
                  <a:pt x="219075" y="457200"/>
                </a:lnTo>
                <a:close/>
                <a:moveTo>
                  <a:pt x="1038225" y="447675"/>
                </a:moveTo>
                <a:lnTo>
                  <a:pt x="1047750" y="447675"/>
                </a:lnTo>
                <a:lnTo>
                  <a:pt x="1047750" y="457200"/>
                </a:lnTo>
                <a:lnTo>
                  <a:pt x="1038225" y="457200"/>
                </a:lnTo>
                <a:close/>
                <a:moveTo>
                  <a:pt x="685800" y="457200"/>
                </a:moveTo>
                <a:lnTo>
                  <a:pt x="695325" y="457200"/>
                </a:lnTo>
                <a:lnTo>
                  <a:pt x="695325" y="466725"/>
                </a:lnTo>
                <a:lnTo>
                  <a:pt x="685800" y="466725"/>
                </a:lnTo>
                <a:close/>
                <a:moveTo>
                  <a:pt x="809625" y="457200"/>
                </a:moveTo>
                <a:lnTo>
                  <a:pt x="819150" y="457200"/>
                </a:lnTo>
                <a:lnTo>
                  <a:pt x="819150" y="476250"/>
                </a:lnTo>
                <a:lnTo>
                  <a:pt x="809625" y="476250"/>
                </a:lnTo>
                <a:close/>
                <a:moveTo>
                  <a:pt x="981075" y="457200"/>
                </a:moveTo>
                <a:lnTo>
                  <a:pt x="990600" y="457200"/>
                </a:lnTo>
                <a:lnTo>
                  <a:pt x="990600" y="466725"/>
                </a:lnTo>
                <a:lnTo>
                  <a:pt x="981075" y="466725"/>
                </a:lnTo>
                <a:close/>
                <a:moveTo>
                  <a:pt x="1047750" y="457200"/>
                </a:moveTo>
                <a:lnTo>
                  <a:pt x="1057275" y="457200"/>
                </a:lnTo>
                <a:lnTo>
                  <a:pt x="1057275" y="466725"/>
                </a:lnTo>
                <a:lnTo>
                  <a:pt x="1047750" y="466725"/>
                </a:lnTo>
                <a:close/>
                <a:moveTo>
                  <a:pt x="114300" y="466725"/>
                </a:moveTo>
                <a:lnTo>
                  <a:pt x="123825" y="466725"/>
                </a:lnTo>
                <a:lnTo>
                  <a:pt x="123825" y="476250"/>
                </a:lnTo>
                <a:lnTo>
                  <a:pt x="114300" y="476250"/>
                </a:lnTo>
                <a:close/>
                <a:moveTo>
                  <a:pt x="247650" y="466725"/>
                </a:moveTo>
                <a:lnTo>
                  <a:pt x="257175" y="466725"/>
                </a:lnTo>
                <a:lnTo>
                  <a:pt x="257175" y="476250"/>
                </a:lnTo>
                <a:lnTo>
                  <a:pt x="247650" y="476250"/>
                </a:lnTo>
                <a:close/>
                <a:moveTo>
                  <a:pt x="714375" y="466725"/>
                </a:moveTo>
                <a:lnTo>
                  <a:pt x="752475" y="466725"/>
                </a:lnTo>
                <a:lnTo>
                  <a:pt x="752475" y="485775"/>
                </a:lnTo>
                <a:lnTo>
                  <a:pt x="742950" y="485775"/>
                </a:lnTo>
                <a:lnTo>
                  <a:pt x="742950" y="495300"/>
                </a:lnTo>
                <a:lnTo>
                  <a:pt x="714375" y="495300"/>
                </a:lnTo>
                <a:lnTo>
                  <a:pt x="714375" y="504825"/>
                </a:lnTo>
                <a:lnTo>
                  <a:pt x="704850" y="504825"/>
                </a:lnTo>
                <a:lnTo>
                  <a:pt x="704850" y="485775"/>
                </a:lnTo>
                <a:lnTo>
                  <a:pt x="714375" y="485775"/>
                </a:lnTo>
                <a:close/>
                <a:moveTo>
                  <a:pt x="238125" y="476250"/>
                </a:moveTo>
                <a:lnTo>
                  <a:pt x="247650" y="476250"/>
                </a:lnTo>
                <a:lnTo>
                  <a:pt x="247650" y="485775"/>
                </a:lnTo>
                <a:lnTo>
                  <a:pt x="238125" y="485775"/>
                </a:lnTo>
                <a:close/>
                <a:moveTo>
                  <a:pt x="1047750" y="476250"/>
                </a:moveTo>
                <a:lnTo>
                  <a:pt x="1057275" y="476250"/>
                </a:lnTo>
                <a:lnTo>
                  <a:pt x="1057275" y="485775"/>
                </a:lnTo>
                <a:lnTo>
                  <a:pt x="1047750" y="485775"/>
                </a:lnTo>
                <a:close/>
                <a:moveTo>
                  <a:pt x="219075" y="485775"/>
                </a:moveTo>
                <a:lnTo>
                  <a:pt x="228600" y="485775"/>
                </a:lnTo>
                <a:lnTo>
                  <a:pt x="228600" y="495300"/>
                </a:lnTo>
                <a:lnTo>
                  <a:pt x="219075" y="495300"/>
                </a:lnTo>
                <a:close/>
                <a:moveTo>
                  <a:pt x="276225" y="485775"/>
                </a:moveTo>
                <a:lnTo>
                  <a:pt x="295275" y="485775"/>
                </a:lnTo>
                <a:lnTo>
                  <a:pt x="295275" y="495300"/>
                </a:lnTo>
                <a:lnTo>
                  <a:pt x="276225" y="495300"/>
                </a:lnTo>
                <a:close/>
                <a:moveTo>
                  <a:pt x="771525" y="485775"/>
                </a:moveTo>
                <a:lnTo>
                  <a:pt x="800100" y="485775"/>
                </a:lnTo>
                <a:lnTo>
                  <a:pt x="800100" y="495300"/>
                </a:lnTo>
                <a:lnTo>
                  <a:pt x="790575" y="495300"/>
                </a:lnTo>
                <a:lnTo>
                  <a:pt x="790575" y="504825"/>
                </a:lnTo>
                <a:lnTo>
                  <a:pt x="781050" y="504825"/>
                </a:lnTo>
                <a:lnTo>
                  <a:pt x="781050" y="495300"/>
                </a:lnTo>
                <a:lnTo>
                  <a:pt x="771525" y="495300"/>
                </a:lnTo>
                <a:close/>
                <a:moveTo>
                  <a:pt x="828675" y="485775"/>
                </a:moveTo>
                <a:lnTo>
                  <a:pt x="838200" y="485775"/>
                </a:lnTo>
                <a:lnTo>
                  <a:pt x="838200" y="495300"/>
                </a:lnTo>
                <a:lnTo>
                  <a:pt x="828675" y="495300"/>
                </a:lnTo>
                <a:close/>
                <a:moveTo>
                  <a:pt x="209550" y="495300"/>
                </a:moveTo>
                <a:lnTo>
                  <a:pt x="219075" y="495300"/>
                </a:lnTo>
                <a:lnTo>
                  <a:pt x="219075" y="504825"/>
                </a:lnTo>
                <a:lnTo>
                  <a:pt x="238125" y="504825"/>
                </a:lnTo>
                <a:lnTo>
                  <a:pt x="238125" y="514350"/>
                </a:lnTo>
                <a:lnTo>
                  <a:pt x="219075" y="514350"/>
                </a:lnTo>
                <a:lnTo>
                  <a:pt x="219075" y="523875"/>
                </a:lnTo>
                <a:lnTo>
                  <a:pt x="209550" y="523875"/>
                </a:lnTo>
                <a:close/>
                <a:moveTo>
                  <a:pt x="247650" y="495300"/>
                </a:moveTo>
                <a:lnTo>
                  <a:pt x="257175" y="495300"/>
                </a:lnTo>
                <a:lnTo>
                  <a:pt x="257175" y="504825"/>
                </a:lnTo>
                <a:lnTo>
                  <a:pt x="247650" y="504825"/>
                </a:lnTo>
                <a:close/>
                <a:moveTo>
                  <a:pt x="323850" y="495300"/>
                </a:moveTo>
                <a:lnTo>
                  <a:pt x="333375" y="495300"/>
                </a:lnTo>
                <a:lnTo>
                  <a:pt x="333375" y="504825"/>
                </a:lnTo>
                <a:lnTo>
                  <a:pt x="323850" y="504825"/>
                </a:lnTo>
                <a:close/>
                <a:moveTo>
                  <a:pt x="400050" y="495300"/>
                </a:moveTo>
                <a:lnTo>
                  <a:pt x="409575" y="495300"/>
                </a:lnTo>
                <a:lnTo>
                  <a:pt x="409575" y="504825"/>
                </a:lnTo>
                <a:lnTo>
                  <a:pt x="400050" y="504825"/>
                </a:lnTo>
                <a:close/>
                <a:moveTo>
                  <a:pt x="523875" y="495300"/>
                </a:moveTo>
                <a:lnTo>
                  <a:pt x="533400" y="495300"/>
                </a:lnTo>
                <a:lnTo>
                  <a:pt x="533400" y="504825"/>
                </a:lnTo>
                <a:lnTo>
                  <a:pt x="523875" y="504825"/>
                </a:lnTo>
                <a:close/>
                <a:moveTo>
                  <a:pt x="762000" y="495300"/>
                </a:moveTo>
                <a:lnTo>
                  <a:pt x="771525" y="495300"/>
                </a:lnTo>
                <a:lnTo>
                  <a:pt x="771525" y="504825"/>
                </a:lnTo>
                <a:lnTo>
                  <a:pt x="762000" y="504825"/>
                </a:lnTo>
                <a:close/>
                <a:moveTo>
                  <a:pt x="838200" y="495300"/>
                </a:moveTo>
                <a:lnTo>
                  <a:pt x="847725" y="495300"/>
                </a:lnTo>
                <a:lnTo>
                  <a:pt x="847725" y="504825"/>
                </a:lnTo>
                <a:lnTo>
                  <a:pt x="838200" y="504825"/>
                </a:lnTo>
                <a:close/>
                <a:moveTo>
                  <a:pt x="447675" y="504825"/>
                </a:moveTo>
                <a:lnTo>
                  <a:pt x="457200" y="504825"/>
                </a:lnTo>
                <a:lnTo>
                  <a:pt x="457200" y="523875"/>
                </a:lnTo>
                <a:lnTo>
                  <a:pt x="447675" y="523875"/>
                </a:lnTo>
                <a:close/>
                <a:moveTo>
                  <a:pt x="581025" y="504825"/>
                </a:moveTo>
                <a:lnTo>
                  <a:pt x="590550" y="504825"/>
                </a:lnTo>
                <a:lnTo>
                  <a:pt x="590550" y="514350"/>
                </a:lnTo>
                <a:lnTo>
                  <a:pt x="581025" y="514350"/>
                </a:lnTo>
                <a:close/>
                <a:moveTo>
                  <a:pt x="676275" y="504825"/>
                </a:moveTo>
                <a:lnTo>
                  <a:pt x="685800" y="504825"/>
                </a:lnTo>
                <a:lnTo>
                  <a:pt x="685800" y="514350"/>
                </a:lnTo>
                <a:lnTo>
                  <a:pt x="676275" y="514350"/>
                </a:lnTo>
                <a:close/>
                <a:moveTo>
                  <a:pt x="933450" y="504825"/>
                </a:moveTo>
                <a:lnTo>
                  <a:pt x="952500" y="504825"/>
                </a:lnTo>
                <a:lnTo>
                  <a:pt x="952500" y="514350"/>
                </a:lnTo>
                <a:lnTo>
                  <a:pt x="933450" y="514350"/>
                </a:lnTo>
                <a:close/>
                <a:moveTo>
                  <a:pt x="276225" y="514350"/>
                </a:moveTo>
                <a:lnTo>
                  <a:pt x="295275" y="514350"/>
                </a:lnTo>
                <a:lnTo>
                  <a:pt x="295275" y="523875"/>
                </a:lnTo>
                <a:lnTo>
                  <a:pt x="285750" y="523875"/>
                </a:lnTo>
                <a:lnTo>
                  <a:pt x="285750" y="533400"/>
                </a:lnTo>
                <a:lnTo>
                  <a:pt x="276225" y="533400"/>
                </a:lnTo>
                <a:lnTo>
                  <a:pt x="276225" y="542925"/>
                </a:lnTo>
                <a:lnTo>
                  <a:pt x="257175" y="542925"/>
                </a:lnTo>
                <a:lnTo>
                  <a:pt x="257175" y="523875"/>
                </a:lnTo>
                <a:lnTo>
                  <a:pt x="276225" y="523875"/>
                </a:lnTo>
                <a:close/>
                <a:moveTo>
                  <a:pt x="638175" y="514350"/>
                </a:moveTo>
                <a:lnTo>
                  <a:pt x="647700" y="514350"/>
                </a:lnTo>
                <a:lnTo>
                  <a:pt x="647700" y="523875"/>
                </a:lnTo>
                <a:lnTo>
                  <a:pt x="638175" y="523875"/>
                </a:lnTo>
                <a:close/>
                <a:moveTo>
                  <a:pt x="666750" y="514350"/>
                </a:moveTo>
                <a:lnTo>
                  <a:pt x="676275" y="514350"/>
                </a:lnTo>
                <a:lnTo>
                  <a:pt x="676275" y="523875"/>
                </a:lnTo>
                <a:lnTo>
                  <a:pt x="666750" y="523875"/>
                </a:lnTo>
                <a:close/>
                <a:moveTo>
                  <a:pt x="923925" y="514350"/>
                </a:moveTo>
                <a:lnTo>
                  <a:pt x="933450" y="514350"/>
                </a:lnTo>
                <a:lnTo>
                  <a:pt x="933450" y="523875"/>
                </a:lnTo>
                <a:lnTo>
                  <a:pt x="923925" y="523875"/>
                </a:lnTo>
                <a:close/>
                <a:moveTo>
                  <a:pt x="552450" y="523875"/>
                </a:moveTo>
                <a:lnTo>
                  <a:pt x="561975" y="523875"/>
                </a:lnTo>
                <a:lnTo>
                  <a:pt x="561975" y="533400"/>
                </a:lnTo>
                <a:lnTo>
                  <a:pt x="552450" y="533400"/>
                </a:lnTo>
                <a:close/>
                <a:moveTo>
                  <a:pt x="847725" y="523875"/>
                </a:moveTo>
                <a:lnTo>
                  <a:pt x="866775" y="523875"/>
                </a:lnTo>
                <a:lnTo>
                  <a:pt x="866775" y="533400"/>
                </a:lnTo>
                <a:lnTo>
                  <a:pt x="847725" y="533400"/>
                </a:lnTo>
                <a:close/>
                <a:moveTo>
                  <a:pt x="285750" y="533400"/>
                </a:moveTo>
                <a:lnTo>
                  <a:pt x="295275" y="533400"/>
                </a:lnTo>
                <a:lnTo>
                  <a:pt x="295275" y="542925"/>
                </a:lnTo>
                <a:lnTo>
                  <a:pt x="285750" y="542925"/>
                </a:lnTo>
                <a:close/>
                <a:moveTo>
                  <a:pt x="981075" y="533400"/>
                </a:moveTo>
                <a:lnTo>
                  <a:pt x="990600" y="533400"/>
                </a:lnTo>
                <a:lnTo>
                  <a:pt x="990600" y="542925"/>
                </a:lnTo>
                <a:lnTo>
                  <a:pt x="981075" y="542925"/>
                </a:lnTo>
                <a:close/>
                <a:moveTo>
                  <a:pt x="238125" y="542925"/>
                </a:moveTo>
                <a:lnTo>
                  <a:pt x="257175" y="542925"/>
                </a:lnTo>
                <a:lnTo>
                  <a:pt x="257175" y="552450"/>
                </a:lnTo>
                <a:lnTo>
                  <a:pt x="238125" y="552450"/>
                </a:lnTo>
                <a:close/>
                <a:moveTo>
                  <a:pt x="476250" y="542925"/>
                </a:moveTo>
                <a:lnTo>
                  <a:pt x="485775" y="542925"/>
                </a:lnTo>
                <a:lnTo>
                  <a:pt x="485775" y="571500"/>
                </a:lnTo>
                <a:lnTo>
                  <a:pt x="476250" y="571500"/>
                </a:lnTo>
                <a:close/>
                <a:moveTo>
                  <a:pt x="647700" y="542925"/>
                </a:moveTo>
                <a:lnTo>
                  <a:pt x="666750" y="542925"/>
                </a:lnTo>
                <a:lnTo>
                  <a:pt x="666750" y="552450"/>
                </a:lnTo>
                <a:lnTo>
                  <a:pt x="647700" y="552450"/>
                </a:lnTo>
                <a:close/>
                <a:moveTo>
                  <a:pt x="685800" y="542925"/>
                </a:moveTo>
                <a:lnTo>
                  <a:pt x="695325" y="542925"/>
                </a:lnTo>
                <a:lnTo>
                  <a:pt x="695325" y="552450"/>
                </a:lnTo>
                <a:lnTo>
                  <a:pt x="685800" y="552450"/>
                </a:lnTo>
                <a:close/>
                <a:moveTo>
                  <a:pt x="876300" y="542925"/>
                </a:moveTo>
                <a:lnTo>
                  <a:pt x="885825" y="542925"/>
                </a:lnTo>
                <a:lnTo>
                  <a:pt x="885825" y="552450"/>
                </a:lnTo>
                <a:lnTo>
                  <a:pt x="876300" y="552450"/>
                </a:lnTo>
                <a:close/>
                <a:moveTo>
                  <a:pt x="904875" y="542925"/>
                </a:moveTo>
                <a:lnTo>
                  <a:pt x="914400" y="542925"/>
                </a:lnTo>
                <a:lnTo>
                  <a:pt x="914400" y="561975"/>
                </a:lnTo>
                <a:lnTo>
                  <a:pt x="904875" y="561975"/>
                </a:lnTo>
                <a:close/>
                <a:moveTo>
                  <a:pt x="952500" y="542925"/>
                </a:moveTo>
                <a:lnTo>
                  <a:pt x="962025" y="542925"/>
                </a:lnTo>
                <a:lnTo>
                  <a:pt x="962025" y="552450"/>
                </a:lnTo>
                <a:lnTo>
                  <a:pt x="952500" y="552450"/>
                </a:lnTo>
                <a:close/>
                <a:moveTo>
                  <a:pt x="428625" y="552450"/>
                </a:moveTo>
                <a:lnTo>
                  <a:pt x="447675" y="552450"/>
                </a:lnTo>
                <a:lnTo>
                  <a:pt x="447675" y="571500"/>
                </a:lnTo>
                <a:lnTo>
                  <a:pt x="438150" y="571500"/>
                </a:lnTo>
                <a:lnTo>
                  <a:pt x="438150" y="561975"/>
                </a:lnTo>
                <a:lnTo>
                  <a:pt x="428625" y="561975"/>
                </a:lnTo>
                <a:close/>
                <a:moveTo>
                  <a:pt x="781050" y="552450"/>
                </a:moveTo>
                <a:lnTo>
                  <a:pt x="790575" y="552450"/>
                </a:lnTo>
                <a:lnTo>
                  <a:pt x="790575" y="561975"/>
                </a:lnTo>
                <a:lnTo>
                  <a:pt x="781050" y="561975"/>
                </a:lnTo>
                <a:close/>
                <a:moveTo>
                  <a:pt x="828675" y="552450"/>
                </a:moveTo>
                <a:lnTo>
                  <a:pt x="857250" y="552450"/>
                </a:lnTo>
                <a:lnTo>
                  <a:pt x="857250" y="561975"/>
                </a:lnTo>
                <a:lnTo>
                  <a:pt x="828675" y="561975"/>
                </a:lnTo>
                <a:close/>
                <a:moveTo>
                  <a:pt x="419100" y="561975"/>
                </a:moveTo>
                <a:lnTo>
                  <a:pt x="428625" y="561975"/>
                </a:lnTo>
                <a:lnTo>
                  <a:pt x="428625" y="571500"/>
                </a:lnTo>
                <a:lnTo>
                  <a:pt x="419100" y="571500"/>
                </a:lnTo>
                <a:close/>
                <a:moveTo>
                  <a:pt x="914400" y="561975"/>
                </a:moveTo>
                <a:lnTo>
                  <a:pt x="933450" y="561975"/>
                </a:lnTo>
                <a:lnTo>
                  <a:pt x="933450" y="571500"/>
                </a:lnTo>
                <a:lnTo>
                  <a:pt x="914400" y="571500"/>
                </a:lnTo>
                <a:close/>
                <a:moveTo>
                  <a:pt x="276225" y="571500"/>
                </a:moveTo>
                <a:lnTo>
                  <a:pt x="285750" y="571500"/>
                </a:lnTo>
                <a:lnTo>
                  <a:pt x="285750" y="581025"/>
                </a:lnTo>
                <a:lnTo>
                  <a:pt x="276225" y="581025"/>
                </a:lnTo>
                <a:close/>
                <a:moveTo>
                  <a:pt x="428625" y="571500"/>
                </a:moveTo>
                <a:lnTo>
                  <a:pt x="438150" y="571500"/>
                </a:lnTo>
                <a:lnTo>
                  <a:pt x="438150" y="581025"/>
                </a:lnTo>
                <a:lnTo>
                  <a:pt x="428625" y="581025"/>
                </a:lnTo>
                <a:close/>
                <a:moveTo>
                  <a:pt x="400050" y="581025"/>
                </a:moveTo>
                <a:lnTo>
                  <a:pt x="409575" y="581025"/>
                </a:lnTo>
                <a:lnTo>
                  <a:pt x="409575" y="590550"/>
                </a:lnTo>
                <a:lnTo>
                  <a:pt x="400050" y="590550"/>
                </a:lnTo>
                <a:close/>
                <a:moveTo>
                  <a:pt x="466725" y="581025"/>
                </a:moveTo>
                <a:lnTo>
                  <a:pt x="476250" y="581025"/>
                </a:lnTo>
                <a:lnTo>
                  <a:pt x="476250" y="590550"/>
                </a:lnTo>
                <a:lnTo>
                  <a:pt x="466725" y="590550"/>
                </a:lnTo>
                <a:close/>
                <a:moveTo>
                  <a:pt x="857250" y="581025"/>
                </a:moveTo>
                <a:lnTo>
                  <a:pt x="876300" y="581025"/>
                </a:lnTo>
                <a:lnTo>
                  <a:pt x="876300" y="590550"/>
                </a:lnTo>
                <a:lnTo>
                  <a:pt x="857250" y="590550"/>
                </a:lnTo>
                <a:close/>
                <a:moveTo>
                  <a:pt x="180975" y="590550"/>
                </a:moveTo>
                <a:lnTo>
                  <a:pt x="190500" y="590550"/>
                </a:lnTo>
                <a:lnTo>
                  <a:pt x="190500" y="600075"/>
                </a:lnTo>
                <a:lnTo>
                  <a:pt x="180975" y="600075"/>
                </a:lnTo>
                <a:close/>
                <a:moveTo>
                  <a:pt x="714375" y="590550"/>
                </a:moveTo>
                <a:lnTo>
                  <a:pt x="723900" y="590550"/>
                </a:lnTo>
                <a:lnTo>
                  <a:pt x="723900" y="600075"/>
                </a:lnTo>
                <a:lnTo>
                  <a:pt x="714375" y="600075"/>
                </a:lnTo>
                <a:close/>
                <a:moveTo>
                  <a:pt x="790575" y="590550"/>
                </a:moveTo>
                <a:lnTo>
                  <a:pt x="800100" y="590550"/>
                </a:lnTo>
                <a:lnTo>
                  <a:pt x="800100" y="600075"/>
                </a:lnTo>
                <a:lnTo>
                  <a:pt x="790575" y="600075"/>
                </a:lnTo>
                <a:close/>
                <a:moveTo>
                  <a:pt x="904875" y="590550"/>
                </a:moveTo>
                <a:lnTo>
                  <a:pt x="914400" y="590550"/>
                </a:lnTo>
                <a:lnTo>
                  <a:pt x="914400" y="600075"/>
                </a:lnTo>
                <a:lnTo>
                  <a:pt x="904875" y="600075"/>
                </a:lnTo>
                <a:close/>
                <a:moveTo>
                  <a:pt x="942975" y="590550"/>
                </a:moveTo>
                <a:lnTo>
                  <a:pt x="971550" y="590550"/>
                </a:lnTo>
                <a:lnTo>
                  <a:pt x="971550" y="600075"/>
                </a:lnTo>
                <a:lnTo>
                  <a:pt x="942975" y="600075"/>
                </a:lnTo>
                <a:close/>
                <a:moveTo>
                  <a:pt x="866775" y="600075"/>
                </a:moveTo>
                <a:lnTo>
                  <a:pt x="876300" y="600075"/>
                </a:lnTo>
                <a:lnTo>
                  <a:pt x="876300" y="609600"/>
                </a:lnTo>
                <a:lnTo>
                  <a:pt x="866775" y="609600"/>
                </a:lnTo>
                <a:close/>
                <a:moveTo>
                  <a:pt x="400050" y="609600"/>
                </a:moveTo>
                <a:lnTo>
                  <a:pt x="409575" y="609600"/>
                </a:lnTo>
                <a:lnTo>
                  <a:pt x="409575" y="619125"/>
                </a:lnTo>
                <a:lnTo>
                  <a:pt x="400050" y="619125"/>
                </a:lnTo>
                <a:close/>
                <a:moveTo>
                  <a:pt x="762000" y="609600"/>
                </a:moveTo>
                <a:lnTo>
                  <a:pt x="771525" y="609600"/>
                </a:lnTo>
                <a:lnTo>
                  <a:pt x="771525" y="619125"/>
                </a:lnTo>
                <a:lnTo>
                  <a:pt x="762000" y="619125"/>
                </a:lnTo>
                <a:close/>
                <a:moveTo>
                  <a:pt x="390525" y="619125"/>
                </a:moveTo>
                <a:lnTo>
                  <a:pt x="400050" y="619125"/>
                </a:lnTo>
                <a:lnTo>
                  <a:pt x="400050" y="628650"/>
                </a:lnTo>
                <a:lnTo>
                  <a:pt x="390525" y="628650"/>
                </a:lnTo>
                <a:close/>
                <a:moveTo>
                  <a:pt x="447675" y="619125"/>
                </a:moveTo>
                <a:lnTo>
                  <a:pt x="457200" y="619125"/>
                </a:lnTo>
                <a:lnTo>
                  <a:pt x="457200" y="628650"/>
                </a:lnTo>
                <a:lnTo>
                  <a:pt x="447675" y="628650"/>
                </a:lnTo>
                <a:close/>
                <a:moveTo>
                  <a:pt x="771525" y="619125"/>
                </a:moveTo>
                <a:lnTo>
                  <a:pt x="781050" y="619125"/>
                </a:lnTo>
                <a:lnTo>
                  <a:pt x="781050" y="628650"/>
                </a:lnTo>
                <a:lnTo>
                  <a:pt x="771525" y="628650"/>
                </a:lnTo>
                <a:close/>
                <a:moveTo>
                  <a:pt x="428625" y="628650"/>
                </a:moveTo>
                <a:lnTo>
                  <a:pt x="447675" y="628650"/>
                </a:lnTo>
                <a:lnTo>
                  <a:pt x="447675" y="638175"/>
                </a:lnTo>
                <a:lnTo>
                  <a:pt x="428625" y="638175"/>
                </a:lnTo>
                <a:close/>
                <a:moveTo>
                  <a:pt x="1019175" y="628650"/>
                </a:moveTo>
                <a:lnTo>
                  <a:pt x="1028700" y="628650"/>
                </a:lnTo>
                <a:lnTo>
                  <a:pt x="1028700" y="638175"/>
                </a:lnTo>
                <a:lnTo>
                  <a:pt x="1019175" y="638175"/>
                </a:lnTo>
                <a:close/>
                <a:moveTo>
                  <a:pt x="419100" y="638175"/>
                </a:moveTo>
                <a:lnTo>
                  <a:pt x="428625" y="638175"/>
                </a:lnTo>
                <a:lnTo>
                  <a:pt x="428625" y="647700"/>
                </a:lnTo>
                <a:lnTo>
                  <a:pt x="419100" y="647700"/>
                </a:lnTo>
                <a:close/>
                <a:moveTo>
                  <a:pt x="381000" y="647700"/>
                </a:moveTo>
                <a:lnTo>
                  <a:pt x="409575" y="647700"/>
                </a:lnTo>
                <a:lnTo>
                  <a:pt x="409575" y="657225"/>
                </a:lnTo>
                <a:lnTo>
                  <a:pt x="390525" y="657225"/>
                </a:lnTo>
                <a:lnTo>
                  <a:pt x="390525" y="666750"/>
                </a:lnTo>
                <a:lnTo>
                  <a:pt x="352425" y="666750"/>
                </a:lnTo>
                <a:lnTo>
                  <a:pt x="352425" y="657225"/>
                </a:lnTo>
                <a:lnTo>
                  <a:pt x="381000" y="657225"/>
                </a:lnTo>
                <a:close/>
                <a:moveTo>
                  <a:pt x="971550" y="647700"/>
                </a:moveTo>
                <a:lnTo>
                  <a:pt x="981075" y="647700"/>
                </a:lnTo>
                <a:lnTo>
                  <a:pt x="981075" y="657225"/>
                </a:lnTo>
                <a:lnTo>
                  <a:pt x="971550" y="657225"/>
                </a:lnTo>
                <a:close/>
                <a:moveTo>
                  <a:pt x="323850" y="666750"/>
                </a:moveTo>
                <a:lnTo>
                  <a:pt x="342900" y="666750"/>
                </a:lnTo>
                <a:lnTo>
                  <a:pt x="342900" y="676275"/>
                </a:lnTo>
                <a:lnTo>
                  <a:pt x="323850" y="676275"/>
                </a:lnTo>
                <a:close/>
                <a:moveTo>
                  <a:pt x="295275" y="676275"/>
                </a:moveTo>
                <a:lnTo>
                  <a:pt x="304800" y="676275"/>
                </a:lnTo>
                <a:lnTo>
                  <a:pt x="304800" y="685800"/>
                </a:lnTo>
                <a:lnTo>
                  <a:pt x="295275" y="685800"/>
                </a:lnTo>
                <a:close/>
                <a:moveTo>
                  <a:pt x="752475" y="676275"/>
                </a:moveTo>
                <a:lnTo>
                  <a:pt x="762000" y="676275"/>
                </a:lnTo>
                <a:lnTo>
                  <a:pt x="762000" y="685800"/>
                </a:lnTo>
                <a:lnTo>
                  <a:pt x="752475" y="685800"/>
                </a:lnTo>
                <a:close/>
                <a:moveTo>
                  <a:pt x="266700" y="685800"/>
                </a:moveTo>
                <a:lnTo>
                  <a:pt x="276225" y="685800"/>
                </a:lnTo>
                <a:lnTo>
                  <a:pt x="276225" y="695325"/>
                </a:lnTo>
                <a:lnTo>
                  <a:pt x="266700" y="695325"/>
                </a:lnTo>
                <a:close/>
                <a:moveTo>
                  <a:pt x="990600" y="685800"/>
                </a:moveTo>
                <a:lnTo>
                  <a:pt x="1000125" y="685800"/>
                </a:lnTo>
                <a:lnTo>
                  <a:pt x="1000125" y="704850"/>
                </a:lnTo>
                <a:lnTo>
                  <a:pt x="990600" y="704850"/>
                </a:lnTo>
                <a:lnTo>
                  <a:pt x="990600" y="714375"/>
                </a:lnTo>
                <a:lnTo>
                  <a:pt x="981075" y="714375"/>
                </a:lnTo>
                <a:lnTo>
                  <a:pt x="981075" y="695325"/>
                </a:lnTo>
                <a:lnTo>
                  <a:pt x="990600" y="695325"/>
                </a:lnTo>
                <a:close/>
                <a:moveTo>
                  <a:pt x="238125" y="695325"/>
                </a:moveTo>
                <a:lnTo>
                  <a:pt x="247650" y="695325"/>
                </a:lnTo>
                <a:lnTo>
                  <a:pt x="247650" y="704850"/>
                </a:lnTo>
                <a:lnTo>
                  <a:pt x="238125" y="704850"/>
                </a:lnTo>
                <a:close/>
                <a:moveTo>
                  <a:pt x="723900" y="695325"/>
                </a:moveTo>
                <a:lnTo>
                  <a:pt x="733425" y="695325"/>
                </a:lnTo>
                <a:lnTo>
                  <a:pt x="733425" y="704850"/>
                </a:lnTo>
                <a:lnTo>
                  <a:pt x="723900" y="704850"/>
                </a:lnTo>
                <a:close/>
                <a:moveTo>
                  <a:pt x="781050" y="704850"/>
                </a:moveTo>
                <a:lnTo>
                  <a:pt x="790575" y="704850"/>
                </a:lnTo>
                <a:lnTo>
                  <a:pt x="790575" y="714375"/>
                </a:lnTo>
                <a:lnTo>
                  <a:pt x="781050" y="714375"/>
                </a:lnTo>
                <a:close/>
                <a:moveTo>
                  <a:pt x="876300" y="723900"/>
                </a:moveTo>
                <a:lnTo>
                  <a:pt x="885825" y="723900"/>
                </a:lnTo>
                <a:lnTo>
                  <a:pt x="885825" y="733425"/>
                </a:lnTo>
                <a:lnTo>
                  <a:pt x="876300" y="733425"/>
                </a:lnTo>
                <a:close/>
              </a:path>
            </a:pathLst>
          </a:custGeom>
          <a:solidFill xmlns:a="http://schemas.openxmlformats.org/drawingml/2006/main">
            <a:srgbClr val="E9E8DD"/>
          </a:solidFill>
          <a:ln xmlns:a="http://schemas.openxmlformats.org/drawingml/2006/main" w="0">
            <a:noFill/>
          </a:ln>
        </p:spPr>
      </p:sp>
      <p:sp>
        <p:nvSpPr>
          <p:cNvPr id="31" name="v00 vector #e4e1d5">
            <a:extLst xmlns:a="http://schemas.openxmlformats.org/drawingml/2006/main">
              <a:ext uri="{FF2B5EF4-FFF2-40B4-BE49-F238E27FC236}">
                <a16:creationId xmlns:a16="http://schemas.microsoft.com/office/drawing/2014/main" id="{53A39BE3-8F14-4B7D-AFD5-0767942946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5350" y="2362200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409575" y="28575"/>
                </a:moveTo>
                <a:lnTo>
                  <a:pt x="419100" y="28575"/>
                </a:lnTo>
                <a:lnTo>
                  <a:pt x="419100" y="38100"/>
                </a:lnTo>
                <a:lnTo>
                  <a:pt x="409575" y="38100"/>
                </a:lnTo>
                <a:close/>
                <a:moveTo>
                  <a:pt x="876300" y="28575"/>
                </a:moveTo>
                <a:lnTo>
                  <a:pt x="885825" y="28575"/>
                </a:lnTo>
                <a:lnTo>
                  <a:pt x="885825" y="38100"/>
                </a:lnTo>
                <a:lnTo>
                  <a:pt x="876300" y="38100"/>
                </a:lnTo>
                <a:close/>
                <a:moveTo>
                  <a:pt x="371475" y="38100"/>
                </a:moveTo>
                <a:lnTo>
                  <a:pt x="381000" y="38100"/>
                </a:lnTo>
                <a:lnTo>
                  <a:pt x="381000" y="47625"/>
                </a:lnTo>
                <a:lnTo>
                  <a:pt x="371475" y="47625"/>
                </a:lnTo>
                <a:close/>
                <a:moveTo>
                  <a:pt x="476250" y="38100"/>
                </a:moveTo>
                <a:lnTo>
                  <a:pt x="485775" y="38100"/>
                </a:lnTo>
                <a:lnTo>
                  <a:pt x="485775" y="47625"/>
                </a:lnTo>
                <a:lnTo>
                  <a:pt x="476250" y="47625"/>
                </a:lnTo>
                <a:close/>
                <a:moveTo>
                  <a:pt x="828675" y="38100"/>
                </a:moveTo>
                <a:lnTo>
                  <a:pt x="838200" y="38100"/>
                </a:lnTo>
                <a:lnTo>
                  <a:pt x="838200" y="47625"/>
                </a:lnTo>
                <a:lnTo>
                  <a:pt x="828675" y="47625"/>
                </a:lnTo>
                <a:close/>
                <a:moveTo>
                  <a:pt x="914400" y="38100"/>
                </a:moveTo>
                <a:lnTo>
                  <a:pt x="923925" y="38100"/>
                </a:lnTo>
                <a:lnTo>
                  <a:pt x="923925" y="47625"/>
                </a:lnTo>
                <a:lnTo>
                  <a:pt x="914400" y="47625"/>
                </a:lnTo>
                <a:close/>
                <a:moveTo>
                  <a:pt x="323850" y="47625"/>
                </a:moveTo>
                <a:lnTo>
                  <a:pt x="333375" y="47625"/>
                </a:lnTo>
                <a:lnTo>
                  <a:pt x="333375" y="57150"/>
                </a:lnTo>
                <a:lnTo>
                  <a:pt x="323850" y="57150"/>
                </a:lnTo>
                <a:close/>
                <a:moveTo>
                  <a:pt x="457200" y="47625"/>
                </a:moveTo>
                <a:lnTo>
                  <a:pt x="466725" y="47625"/>
                </a:lnTo>
                <a:lnTo>
                  <a:pt x="466725" y="57150"/>
                </a:lnTo>
                <a:lnTo>
                  <a:pt x="457200" y="57150"/>
                </a:lnTo>
                <a:close/>
                <a:moveTo>
                  <a:pt x="790575" y="47625"/>
                </a:moveTo>
                <a:lnTo>
                  <a:pt x="800100" y="47625"/>
                </a:lnTo>
                <a:lnTo>
                  <a:pt x="800100" y="57150"/>
                </a:lnTo>
                <a:lnTo>
                  <a:pt x="790575" y="57150"/>
                </a:lnTo>
                <a:close/>
                <a:moveTo>
                  <a:pt x="819150" y="47625"/>
                </a:moveTo>
                <a:lnTo>
                  <a:pt x="828675" y="47625"/>
                </a:lnTo>
                <a:lnTo>
                  <a:pt x="828675" y="57150"/>
                </a:lnTo>
                <a:lnTo>
                  <a:pt x="819150" y="57150"/>
                </a:lnTo>
                <a:close/>
                <a:moveTo>
                  <a:pt x="838200" y="47625"/>
                </a:moveTo>
                <a:lnTo>
                  <a:pt x="876300" y="47625"/>
                </a:lnTo>
                <a:lnTo>
                  <a:pt x="876300" y="57150"/>
                </a:lnTo>
                <a:lnTo>
                  <a:pt x="914400" y="57150"/>
                </a:lnTo>
                <a:lnTo>
                  <a:pt x="914400" y="66675"/>
                </a:lnTo>
                <a:lnTo>
                  <a:pt x="942975" y="66675"/>
                </a:lnTo>
                <a:lnTo>
                  <a:pt x="942975" y="76200"/>
                </a:lnTo>
                <a:lnTo>
                  <a:pt x="981075" y="76200"/>
                </a:lnTo>
                <a:lnTo>
                  <a:pt x="981075" y="85725"/>
                </a:lnTo>
                <a:lnTo>
                  <a:pt x="1019175" y="85725"/>
                </a:lnTo>
                <a:lnTo>
                  <a:pt x="1019175" y="95250"/>
                </a:lnTo>
                <a:lnTo>
                  <a:pt x="1057275" y="95250"/>
                </a:lnTo>
                <a:lnTo>
                  <a:pt x="1057275" y="104775"/>
                </a:lnTo>
                <a:lnTo>
                  <a:pt x="1066800" y="104775"/>
                </a:lnTo>
                <a:lnTo>
                  <a:pt x="1066800" y="142875"/>
                </a:lnTo>
                <a:lnTo>
                  <a:pt x="1057275" y="142875"/>
                </a:lnTo>
                <a:lnTo>
                  <a:pt x="1057275" y="133350"/>
                </a:lnTo>
                <a:lnTo>
                  <a:pt x="1009650" y="133350"/>
                </a:lnTo>
                <a:lnTo>
                  <a:pt x="1009650" y="123825"/>
                </a:lnTo>
                <a:lnTo>
                  <a:pt x="1000125" y="123825"/>
                </a:lnTo>
                <a:lnTo>
                  <a:pt x="1000125" y="133350"/>
                </a:lnTo>
                <a:lnTo>
                  <a:pt x="990600" y="133350"/>
                </a:lnTo>
                <a:lnTo>
                  <a:pt x="990600" y="123825"/>
                </a:lnTo>
                <a:lnTo>
                  <a:pt x="971550" y="123825"/>
                </a:lnTo>
                <a:lnTo>
                  <a:pt x="971550" y="142875"/>
                </a:lnTo>
                <a:lnTo>
                  <a:pt x="962025" y="142875"/>
                </a:lnTo>
                <a:lnTo>
                  <a:pt x="962025" y="133350"/>
                </a:lnTo>
                <a:lnTo>
                  <a:pt x="952500" y="133350"/>
                </a:lnTo>
                <a:lnTo>
                  <a:pt x="952500" y="123825"/>
                </a:lnTo>
                <a:lnTo>
                  <a:pt x="942975" y="123825"/>
                </a:lnTo>
                <a:lnTo>
                  <a:pt x="942975" y="114300"/>
                </a:lnTo>
                <a:lnTo>
                  <a:pt x="904875" y="114300"/>
                </a:lnTo>
                <a:lnTo>
                  <a:pt x="904875" y="104775"/>
                </a:lnTo>
                <a:lnTo>
                  <a:pt x="885825" y="104775"/>
                </a:lnTo>
                <a:lnTo>
                  <a:pt x="885825" y="95250"/>
                </a:lnTo>
                <a:lnTo>
                  <a:pt x="857250" y="95250"/>
                </a:lnTo>
                <a:lnTo>
                  <a:pt x="857250" y="85725"/>
                </a:lnTo>
                <a:lnTo>
                  <a:pt x="838200" y="85725"/>
                </a:lnTo>
                <a:lnTo>
                  <a:pt x="838200" y="95250"/>
                </a:lnTo>
                <a:lnTo>
                  <a:pt x="828675" y="95250"/>
                </a:lnTo>
                <a:lnTo>
                  <a:pt x="828675" y="66675"/>
                </a:lnTo>
                <a:lnTo>
                  <a:pt x="838200" y="66675"/>
                </a:lnTo>
                <a:close/>
                <a:moveTo>
                  <a:pt x="285750" y="57150"/>
                </a:moveTo>
                <a:lnTo>
                  <a:pt x="295275" y="57150"/>
                </a:lnTo>
                <a:lnTo>
                  <a:pt x="295275" y="66675"/>
                </a:lnTo>
                <a:lnTo>
                  <a:pt x="285750" y="66675"/>
                </a:lnTo>
                <a:close/>
                <a:moveTo>
                  <a:pt x="238125" y="66675"/>
                </a:moveTo>
                <a:lnTo>
                  <a:pt x="247650" y="66675"/>
                </a:lnTo>
                <a:lnTo>
                  <a:pt x="247650" y="76200"/>
                </a:lnTo>
                <a:lnTo>
                  <a:pt x="238125" y="76200"/>
                </a:lnTo>
                <a:close/>
                <a:moveTo>
                  <a:pt x="333375" y="66675"/>
                </a:moveTo>
                <a:lnTo>
                  <a:pt x="381000" y="66675"/>
                </a:lnTo>
                <a:lnTo>
                  <a:pt x="381000" y="85725"/>
                </a:lnTo>
                <a:lnTo>
                  <a:pt x="390525" y="85725"/>
                </a:lnTo>
                <a:lnTo>
                  <a:pt x="390525" y="95250"/>
                </a:lnTo>
                <a:lnTo>
                  <a:pt x="400050" y="95250"/>
                </a:lnTo>
                <a:lnTo>
                  <a:pt x="400050" y="123825"/>
                </a:lnTo>
                <a:lnTo>
                  <a:pt x="390525" y="123825"/>
                </a:lnTo>
                <a:lnTo>
                  <a:pt x="390525" y="133350"/>
                </a:lnTo>
                <a:lnTo>
                  <a:pt x="381000" y="133350"/>
                </a:lnTo>
                <a:lnTo>
                  <a:pt x="381000" y="123825"/>
                </a:lnTo>
                <a:lnTo>
                  <a:pt x="371475" y="123825"/>
                </a:lnTo>
                <a:lnTo>
                  <a:pt x="371475" y="114300"/>
                </a:lnTo>
                <a:lnTo>
                  <a:pt x="333375" y="114300"/>
                </a:lnTo>
                <a:lnTo>
                  <a:pt x="333375" y="123825"/>
                </a:lnTo>
                <a:lnTo>
                  <a:pt x="323850" y="123825"/>
                </a:lnTo>
                <a:lnTo>
                  <a:pt x="323850" y="104775"/>
                </a:lnTo>
                <a:lnTo>
                  <a:pt x="314325" y="104775"/>
                </a:lnTo>
                <a:lnTo>
                  <a:pt x="314325" y="95250"/>
                </a:lnTo>
                <a:lnTo>
                  <a:pt x="323850" y="95250"/>
                </a:lnTo>
                <a:lnTo>
                  <a:pt x="323850" y="76200"/>
                </a:lnTo>
                <a:lnTo>
                  <a:pt x="333375" y="76200"/>
                </a:lnTo>
                <a:close/>
                <a:moveTo>
                  <a:pt x="809625" y="66675"/>
                </a:moveTo>
                <a:lnTo>
                  <a:pt x="819150" y="66675"/>
                </a:lnTo>
                <a:lnTo>
                  <a:pt x="819150" y="76200"/>
                </a:lnTo>
                <a:lnTo>
                  <a:pt x="809625" y="76200"/>
                </a:lnTo>
                <a:close/>
                <a:moveTo>
                  <a:pt x="200025" y="76200"/>
                </a:moveTo>
                <a:lnTo>
                  <a:pt x="209550" y="76200"/>
                </a:lnTo>
                <a:lnTo>
                  <a:pt x="209550" y="85725"/>
                </a:lnTo>
                <a:lnTo>
                  <a:pt x="200025" y="85725"/>
                </a:lnTo>
                <a:close/>
                <a:moveTo>
                  <a:pt x="295275" y="76200"/>
                </a:moveTo>
                <a:lnTo>
                  <a:pt x="304800" y="76200"/>
                </a:lnTo>
                <a:lnTo>
                  <a:pt x="304800" y="85725"/>
                </a:lnTo>
                <a:lnTo>
                  <a:pt x="295275" y="85725"/>
                </a:lnTo>
                <a:close/>
                <a:moveTo>
                  <a:pt x="485775" y="76200"/>
                </a:moveTo>
                <a:lnTo>
                  <a:pt x="495300" y="76200"/>
                </a:lnTo>
                <a:lnTo>
                  <a:pt x="495300" y="85725"/>
                </a:lnTo>
                <a:lnTo>
                  <a:pt x="485775" y="85725"/>
                </a:lnTo>
                <a:close/>
                <a:moveTo>
                  <a:pt x="1057275" y="76200"/>
                </a:moveTo>
                <a:lnTo>
                  <a:pt x="1066800" y="76200"/>
                </a:lnTo>
                <a:lnTo>
                  <a:pt x="1066800" y="85725"/>
                </a:lnTo>
                <a:lnTo>
                  <a:pt x="1057275" y="85725"/>
                </a:lnTo>
                <a:close/>
                <a:moveTo>
                  <a:pt x="247650" y="85725"/>
                </a:moveTo>
                <a:lnTo>
                  <a:pt x="257175" y="85725"/>
                </a:lnTo>
                <a:lnTo>
                  <a:pt x="257175" y="104775"/>
                </a:lnTo>
                <a:lnTo>
                  <a:pt x="295275" y="104775"/>
                </a:lnTo>
                <a:lnTo>
                  <a:pt x="295275" y="123825"/>
                </a:lnTo>
                <a:lnTo>
                  <a:pt x="304800" y="123825"/>
                </a:lnTo>
                <a:lnTo>
                  <a:pt x="304800" y="152400"/>
                </a:lnTo>
                <a:lnTo>
                  <a:pt x="295275" y="152400"/>
                </a:lnTo>
                <a:lnTo>
                  <a:pt x="295275" y="161925"/>
                </a:lnTo>
                <a:lnTo>
                  <a:pt x="276225" y="161925"/>
                </a:lnTo>
                <a:lnTo>
                  <a:pt x="276225" y="171450"/>
                </a:lnTo>
                <a:lnTo>
                  <a:pt x="257175" y="171450"/>
                </a:lnTo>
                <a:lnTo>
                  <a:pt x="257175" y="161925"/>
                </a:lnTo>
                <a:lnTo>
                  <a:pt x="238125" y="161925"/>
                </a:lnTo>
                <a:lnTo>
                  <a:pt x="238125" y="152400"/>
                </a:lnTo>
                <a:lnTo>
                  <a:pt x="228600" y="152400"/>
                </a:lnTo>
                <a:lnTo>
                  <a:pt x="228600" y="114300"/>
                </a:lnTo>
                <a:lnTo>
                  <a:pt x="238125" y="114300"/>
                </a:lnTo>
                <a:lnTo>
                  <a:pt x="238125" y="95250"/>
                </a:lnTo>
                <a:lnTo>
                  <a:pt x="247650" y="95250"/>
                </a:lnTo>
                <a:close/>
                <a:moveTo>
                  <a:pt x="466725" y="85725"/>
                </a:moveTo>
                <a:lnTo>
                  <a:pt x="476250" y="85725"/>
                </a:lnTo>
                <a:lnTo>
                  <a:pt x="476250" y="95250"/>
                </a:lnTo>
                <a:lnTo>
                  <a:pt x="466725" y="95250"/>
                </a:lnTo>
                <a:close/>
                <a:moveTo>
                  <a:pt x="657225" y="85725"/>
                </a:moveTo>
                <a:lnTo>
                  <a:pt x="666750" y="85725"/>
                </a:lnTo>
                <a:lnTo>
                  <a:pt x="666750" y="95250"/>
                </a:lnTo>
                <a:lnTo>
                  <a:pt x="657225" y="95250"/>
                </a:lnTo>
                <a:close/>
                <a:moveTo>
                  <a:pt x="809625" y="85725"/>
                </a:moveTo>
                <a:lnTo>
                  <a:pt x="819150" y="85725"/>
                </a:lnTo>
                <a:lnTo>
                  <a:pt x="819150" y="95250"/>
                </a:lnTo>
                <a:lnTo>
                  <a:pt x="809625" y="95250"/>
                </a:lnTo>
                <a:close/>
                <a:moveTo>
                  <a:pt x="209550" y="95250"/>
                </a:moveTo>
                <a:lnTo>
                  <a:pt x="219075" y="95250"/>
                </a:lnTo>
                <a:lnTo>
                  <a:pt x="219075" y="104775"/>
                </a:lnTo>
                <a:lnTo>
                  <a:pt x="209550" y="104775"/>
                </a:lnTo>
                <a:close/>
                <a:moveTo>
                  <a:pt x="781050" y="95250"/>
                </a:moveTo>
                <a:lnTo>
                  <a:pt x="790575" y="95250"/>
                </a:lnTo>
                <a:lnTo>
                  <a:pt x="790575" y="104775"/>
                </a:lnTo>
                <a:lnTo>
                  <a:pt x="781050" y="104775"/>
                </a:lnTo>
                <a:close/>
                <a:moveTo>
                  <a:pt x="1085850" y="95250"/>
                </a:moveTo>
                <a:lnTo>
                  <a:pt x="1095375" y="95250"/>
                </a:lnTo>
                <a:lnTo>
                  <a:pt x="1095375" y="114300"/>
                </a:lnTo>
                <a:lnTo>
                  <a:pt x="1085850" y="114300"/>
                </a:lnTo>
                <a:close/>
                <a:moveTo>
                  <a:pt x="800100" y="104775"/>
                </a:moveTo>
                <a:lnTo>
                  <a:pt x="809625" y="104775"/>
                </a:lnTo>
                <a:lnTo>
                  <a:pt x="809625" y="123825"/>
                </a:lnTo>
                <a:lnTo>
                  <a:pt x="800100" y="123825"/>
                </a:lnTo>
                <a:close/>
                <a:moveTo>
                  <a:pt x="180975" y="114300"/>
                </a:moveTo>
                <a:lnTo>
                  <a:pt x="190500" y="114300"/>
                </a:lnTo>
                <a:lnTo>
                  <a:pt x="190500" y="123825"/>
                </a:lnTo>
                <a:lnTo>
                  <a:pt x="180975" y="123825"/>
                </a:lnTo>
                <a:close/>
                <a:moveTo>
                  <a:pt x="209550" y="114300"/>
                </a:moveTo>
                <a:lnTo>
                  <a:pt x="219075" y="114300"/>
                </a:lnTo>
                <a:lnTo>
                  <a:pt x="219075" y="133350"/>
                </a:lnTo>
                <a:lnTo>
                  <a:pt x="209550" y="133350"/>
                </a:lnTo>
                <a:close/>
                <a:moveTo>
                  <a:pt x="466725" y="114300"/>
                </a:moveTo>
                <a:lnTo>
                  <a:pt x="476250" y="114300"/>
                </a:lnTo>
                <a:lnTo>
                  <a:pt x="476250" y="123825"/>
                </a:lnTo>
                <a:lnTo>
                  <a:pt x="466725" y="123825"/>
                </a:lnTo>
                <a:close/>
                <a:moveTo>
                  <a:pt x="523875" y="114300"/>
                </a:moveTo>
                <a:lnTo>
                  <a:pt x="533400" y="114300"/>
                </a:lnTo>
                <a:lnTo>
                  <a:pt x="533400" y="123825"/>
                </a:lnTo>
                <a:lnTo>
                  <a:pt x="523875" y="123825"/>
                </a:lnTo>
                <a:close/>
                <a:moveTo>
                  <a:pt x="895350" y="114300"/>
                </a:moveTo>
                <a:lnTo>
                  <a:pt x="904875" y="114300"/>
                </a:lnTo>
                <a:lnTo>
                  <a:pt x="904875" y="123825"/>
                </a:lnTo>
                <a:lnTo>
                  <a:pt x="895350" y="123825"/>
                </a:lnTo>
                <a:close/>
                <a:moveTo>
                  <a:pt x="571500" y="123825"/>
                </a:moveTo>
                <a:lnTo>
                  <a:pt x="581025" y="123825"/>
                </a:lnTo>
                <a:lnTo>
                  <a:pt x="581025" y="133350"/>
                </a:lnTo>
                <a:lnTo>
                  <a:pt x="571500" y="133350"/>
                </a:lnTo>
                <a:close/>
                <a:moveTo>
                  <a:pt x="685800" y="123825"/>
                </a:moveTo>
                <a:lnTo>
                  <a:pt x="695325" y="123825"/>
                </a:lnTo>
                <a:lnTo>
                  <a:pt x="695325" y="133350"/>
                </a:lnTo>
                <a:lnTo>
                  <a:pt x="685800" y="133350"/>
                </a:lnTo>
                <a:close/>
                <a:moveTo>
                  <a:pt x="771525" y="123825"/>
                </a:moveTo>
                <a:lnTo>
                  <a:pt x="781050" y="123825"/>
                </a:lnTo>
                <a:lnTo>
                  <a:pt x="781050" y="133350"/>
                </a:lnTo>
                <a:lnTo>
                  <a:pt x="771525" y="133350"/>
                </a:lnTo>
                <a:close/>
                <a:moveTo>
                  <a:pt x="390525" y="133350"/>
                </a:moveTo>
                <a:lnTo>
                  <a:pt x="400050" y="133350"/>
                </a:lnTo>
                <a:lnTo>
                  <a:pt x="400050" y="142875"/>
                </a:lnTo>
                <a:lnTo>
                  <a:pt x="390525" y="142875"/>
                </a:lnTo>
                <a:close/>
                <a:moveTo>
                  <a:pt x="504825" y="133350"/>
                </a:moveTo>
                <a:lnTo>
                  <a:pt x="514350" y="133350"/>
                </a:lnTo>
                <a:lnTo>
                  <a:pt x="514350" y="142875"/>
                </a:lnTo>
                <a:lnTo>
                  <a:pt x="504825" y="142875"/>
                </a:lnTo>
                <a:close/>
                <a:moveTo>
                  <a:pt x="790575" y="133350"/>
                </a:moveTo>
                <a:lnTo>
                  <a:pt x="800100" y="133350"/>
                </a:lnTo>
                <a:lnTo>
                  <a:pt x="800100" y="142875"/>
                </a:lnTo>
                <a:lnTo>
                  <a:pt x="790575" y="142875"/>
                </a:lnTo>
                <a:close/>
                <a:moveTo>
                  <a:pt x="819150" y="133350"/>
                </a:moveTo>
                <a:lnTo>
                  <a:pt x="857250" y="133350"/>
                </a:lnTo>
                <a:lnTo>
                  <a:pt x="857250" y="142875"/>
                </a:lnTo>
                <a:lnTo>
                  <a:pt x="876300" y="142875"/>
                </a:lnTo>
                <a:lnTo>
                  <a:pt x="876300" y="152400"/>
                </a:lnTo>
                <a:lnTo>
                  <a:pt x="885825" y="152400"/>
                </a:lnTo>
                <a:lnTo>
                  <a:pt x="885825" y="161925"/>
                </a:lnTo>
                <a:lnTo>
                  <a:pt x="876300" y="161925"/>
                </a:lnTo>
                <a:lnTo>
                  <a:pt x="876300" y="171450"/>
                </a:lnTo>
                <a:lnTo>
                  <a:pt x="866775" y="171450"/>
                </a:lnTo>
                <a:lnTo>
                  <a:pt x="866775" y="180975"/>
                </a:lnTo>
                <a:lnTo>
                  <a:pt x="838200" y="180975"/>
                </a:lnTo>
                <a:lnTo>
                  <a:pt x="838200" y="171450"/>
                </a:lnTo>
                <a:lnTo>
                  <a:pt x="819150" y="171450"/>
                </a:lnTo>
                <a:close/>
                <a:moveTo>
                  <a:pt x="209550" y="142875"/>
                </a:moveTo>
                <a:lnTo>
                  <a:pt x="219075" y="142875"/>
                </a:lnTo>
                <a:lnTo>
                  <a:pt x="219075" y="152400"/>
                </a:lnTo>
                <a:lnTo>
                  <a:pt x="209550" y="152400"/>
                </a:lnTo>
                <a:close/>
                <a:moveTo>
                  <a:pt x="342900" y="142875"/>
                </a:moveTo>
                <a:lnTo>
                  <a:pt x="352425" y="142875"/>
                </a:lnTo>
                <a:lnTo>
                  <a:pt x="352425" y="152400"/>
                </a:lnTo>
                <a:lnTo>
                  <a:pt x="342900" y="152400"/>
                </a:lnTo>
                <a:close/>
                <a:moveTo>
                  <a:pt x="561975" y="142875"/>
                </a:moveTo>
                <a:lnTo>
                  <a:pt x="581025" y="142875"/>
                </a:lnTo>
                <a:lnTo>
                  <a:pt x="581025" y="152400"/>
                </a:lnTo>
                <a:lnTo>
                  <a:pt x="561975" y="152400"/>
                </a:lnTo>
                <a:close/>
                <a:moveTo>
                  <a:pt x="1076325" y="142875"/>
                </a:moveTo>
                <a:lnTo>
                  <a:pt x="1085850" y="142875"/>
                </a:lnTo>
                <a:lnTo>
                  <a:pt x="1085850" y="152400"/>
                </a:lnTo>
                <a:lnTo>
                  <a:pt x="1076325" y="152400"/>
                </a:lnTo>
                <a:close/>
                <a:moveTo>
                  <a:pt x="190500" y="152400"/>
                </a:moveTo>
                <a:lnTo>
                  <a:pt x="200025" y="152400"/>
                </a:lnTo>
                <a:lnTo>
                  <a:pt x="200025" y="161925"/>
                </a:lnTo>
                <a:lnTo>
                  <a:pt x="190500" y="161925"/>
                </a:lnTo>
                <a:close/>
                <a:moveTo>
                  <a:pt x="219075" y="152400"/>
                </a:moveTo>
                <a:lnTo>
                  <a:pt x="228600" y="152400"/>
                </a:lnTo>
                <a:lnTo>
                  <a:pt x="228600" y="171450"/>
                </a:lnTo>
                <a:lnTo>
                  <a:pt x="219075" y="171450"/>
                </a:lnTo>
                <a:close/>
                <a:moveTo>
                  <a:pt x="333375" y="152400"/>
                </a:moveTo>
                <a:lnTo>
                  <a:pt x="342900" y="152400"/>
                </a:lnTo>
                <a:lnTo>
                  <a:pt x="342900" y="161925"/>
                </a:lnTo>
                <a:lnTo>
                  <a:pt x="333375" y="161925"/>
                </a:lnTo>
                <a:close/>
                <a:moveTo>
                  <a:pt x="352425" y="152400"/>
                </a:moveTo>
                <a:lnTo>
                  <a:pt x="361950" y="152400"/>
                </a:lnTo>
                <a:lnTo>
                  <a:pt x="361950" y="161925"/>
                </a:lnTo>
                <a:lnTo>
                  <a:pt x="352425" y="161925"/>
                </a:lnTo>
                <a:close/>
                <a:moveTo>
                  <a:pt x="457200" y="152400"/>
                </a:moveTo>
                <a:lnTo>
                  <a:pt x="466725" y="152400"/>
                </a:lnTo>
                <a:lnTo>
                  <a:pt x="466725" y="161925"/>
                </a:lnTo>
                <a:lnTo>
                  <a:pt x="457200" y="161925"/>
                </a:lnTo>
                <a:close/>
                <a:moveTo>
                  <a:pt x="733425" y="152400"/>
                </a:moveTo>
                <a:lnTo>
                  <a:pt x="742950" y="152400"/>
                </a:lnTo>
                <a:lnTo>
                  <a:pt x="742950" y="161925"/>
                </a:lnTo>
                <a:lnTo>
                  <a:pt x="733425" y="161925"/>
                </a:lnTo>
                <a:close/>
                <a:moveTo>
                  <a:pt x="933450" y="152400"/>
                </a:moveTo>
                <a:lnTo>
                  <a:pt x="942975" y="152400"/>
                </a:lnTo>
                <a:lnTo>
                  <a:pt x="942975" y="161925"/>
                </a:lnTo>
                <a:lnTo>
                  <a:pt x="933450" y="161925"/>
                </a:lnTo>
                <a:close/>
                <a:moveTo>
                  <a:pt x="323850" y="161925"/>
                </a:moveTo>
                <a:lnTo>
                  <a:pt x="333375" y="161925"/>
                </a:lnTo>
                <a:lnTo>
                  <a:pt x="333375" y="171450"/>
                </a:lnTo>
                <a:lnTo>
                  <a:pt x="323850" y="171450"/>
                </a:lnTo>
                <a:close/>
                <a:moveTo>
                  <a:pt x="428625" y="161925"/>
                </a:moveTo>
                <a:lnTo>
                  <a:pt x="438150" y="161925"/>
                </a:lnTo>
                <a:lnTo>
                  <a:pt x="438150" y="200025"/>
                </a:lnTo>
                <a:lnTo>
                  <a:pt x="428625" y="200025"/>
                </a:lnTo>
                <a:lnTo>
                  <a:pt x="428625" y="209550"/>
                </a:lnTo>
                <a:lnTo>
                  <a:pt x="409575" y="209550"/>
                </a:lnTo>
                <a:lnTo>
                  <a:pt x="409575" y="190500"/>
                </a:lnTo>
                <a:lnTo>
                  <a:pt x="419100" y="190500"/>
                </a:lnTo>
                <a:lnTo>
                  <a:pt x="419100" y="180975"/>
                </a:lnTo>
                <a:lnTo>
                  <a:pt x="409575" y="180975"/>
                </a:lnTo>
                <a:lnTo>
                  <a:pt x="409575" y="171450"/>
                </a:lnTo>
                <a:lnTo>
                  <a:pt x="428625" y="171450"/>
                </a:lnTo>
                <a:close/>
                <a:moveTo>
                  <a:pt x="447675" y="161925"/>
                </a:moveTo>
                <a:lnTo>
                  <a:pt x="457200" y="161925"/>
                </a:lnTo>
                <a:lnTo>
                  <a:pt x="457200" y="209550"/>
                </a:lnTo>
                <a:lnTo>
                  <a:pt x="447675" y="209550"/>
                </a:lnTo>
                <a:lnTo>
                  <a:pt x="447675" y="219075"/>
                </a:lnTo>
                <a:lnTo>
                  <a:pt x="438150" y="219075"/>
                </a:lnTo>
                <a:lnTo>
                  <a:pt x="438150" y="200025"/>
                </a:lnTo>
                <a:lnTo>
                  <a:pt x="447675" y="200025"/>
                </a:lnTo>
                <a:close/>
                <a:moveTo>
                  <a:pt x="476250" y="161925"/>
                </a:moveTo>
                <a:lnTo>
                  <a:pt x="485775" y="161925"/>
                </a:lnTo>
                <a:lnTo>
                  <a:pt x="485775" y="171450"/>
                </a:lnTo>
                <a:lnTo>
                  <a:pt x="476250" y="171450"/>
                </a:lnTo>
                <a:close/>
                <a:moveTo>
                  <a:pt x="314325" y="171450"/>
                </a:moveTo>
                <a:lnTo>
                  <a:pt x="323850" y="171450"/>
                </a:lnTo>
                <a:lnTo>
                  <a:pt x="323850" y="180975"/>
                </a:lnTo>
                <a:lnTo>
                  <a:pt x="314325" y="180975"/>
                </a:lnTo>
                <a:close/>
                <a:moveTo>
                  <a:pt x="352425" y="171450"/>
                </a:moveTo>
                <a:lnTo>
                  <a:pt x="361950" y="171450"/>
                </a:lnTo>
                <a:lnTo>
                  <a:pt x="361950" y="180975"/>
                </a:lnTo>
                <a:lnTo>
                  <a:pt x="352425" y="180975"/>
                </a:lnTo>
                <a:close/>
                <a:moveTo>
                  <a:pt x="723900" y="171450"/>
                </a:moveTo>
                <a:lnTo>
                  <a:pt x="733425" y="171450"/>
                </a:lnTo>
                <a:lnTo>
                  <a:pt x="733425" y="180975"/>
                </a:lnTo>
                <a:lnTo>
                  <a:pt x="723900" y="180975"/>
                </a:lnTo>
                <a:close/>
                <a:moveTo>
                  <a:pt x="342900" y="180975"/>
                </a:moveTo>
                <a:lnTo>
                  <a:pt x="352425" y="180975"/>
                </a:lnTo>
                <a:lnTo>
                  <a:pt x="352425" y="190500"/>
                </a:lnTo>
                <a:lnTo>
                  <a:pt x="342900" y="190500"/>
                </a:lnTo>
                <a:close/>
                <a:moveTo>
                  <a:pt x="781050" y="180975"/>
                </a:moveTo>
                <a:lnTo>
                  <a:pt x="790575" y="180975"/>
                </a:lnTo>
                <a:lnTo>
                  <a:pt x="790575" y="190500"/>
                </a:lnTo>
                <a:lnTo>
                  <a:pt x="781050" y="190500"/>
                </a:lnTo>
                <a:close/>
                <a:moveTo>
                  <a:pt x="904875" y="180975"/>
                </a:moveTo>
                <a:lnTo>
                  <a:pt x="914400" y="180975"/>
                </a:lnTo>
                <a:lnTo>
                  <a:pt x="914400" y="190500"/>
                </a:lnTo>
                <a:lnTo>
                  <a:pt x="904875" y="190500"/>
                </a:lnTo>
                <a:close/>
                <a:moveTo>
                  <a:pt x="1066800" y="180975"/>
                </a:moveTo>
                <a:lnTo>
                  <a:pt x="1076325" y="180975"/>
                </a:lnTo>
                <a:lnTo>
                  <a:pt x="1076325" y="190500"/>
                </a:lnTo>
                <a:lnTo>
                  <a:pt x="1066800" y="190500"/>
                </a:lnTo>
                <a:close/>
                <a:moveTo>
                  <a:pt x="219075" y="190500"/>
                </a:moveTo>
                <a:lnTo>
                  <a:pt x="228600" y="190500"/>
                </a:lnTo>
                <a:lnTo>
                  <a:pt x="228600" y="200025"/>
                </a:lnTo>
                <a:lnTo>
                  <a:pt x="219075" y="200025"/>
                </a:lnTo>
                <a:close/>
                <a:moveTo>
                  <a:pt x="381000" y="190500"/>
                </a:moveTo>
                <a:lnTo>
                  <a:pt x="390525" y="190500"/>
                </a:lnTo>
                <a:lnTo>
                  <a:pt x="390525" y="209550"/>
                </a:lnTo>
                <a:lnTo>
                  <a:pt x="381000" y="209550"/>
                </a:lnTo>
                <a:close/>
                <a:moveTo>
                  <a:pt x="895350" y="190500"/>
                </a:moveTo>
                <a:lnTo>
                  <a:pt x="904875" y="190500"/>
                </a:lnTo>
                <a:lnTo>
                  <a:pt x="904875" y="200025"/>
                </a:lnTo>
                <a:lnTo>
                  <a:pt x="895350" y="200025"/>
                </a:lnTo>
                <a:close/>
                <a:moveTo>
                  <a:pt x="200025" y="200025"/>
                </a:moveTo>
                <a:lnTo>
                  <a:pt x="209550" y="200025"/>
                </a:lnTo>
                <a:lnTo>
                  <a:pt x="209550" y="209550"/>
                </a:lnTo>
                <a:lnTo>
                  <a:pt x="200025" y="209550"/>
                </a:lnTo>
                <a:close/>
                <a:moveTo>
                  <a:pt x="933450" y="200025"/>
                </a:moveTo>
                <a:lnTo>
                  <a:pt x="942975" y="200025"/>
                </a:lnTo>
                <a:lnTo>
                  <a:pt x="942975" y="209550"/>
                </a:lnTo>
                <a:lnTo>
                  <a:pt x="933450" y="209550"/>
                </a:lnTo>
                <a:close/>
                <a:moveTo>
                  <a:pt x="371475" y="209550"/>
                </a:moveTo>
                <a:lnTo>
                  <a:pt x="381000" y="209550"/>
                </a:lnTo>
                <a:lnTo>
                  <a:pt x="381000" y="228600"/>
                </a:lnTo>
                <a:lnTo>
                  <a:pt x="371475" y="228600"/>
                </a:lnTo>
                <a:close/>
                <a:moveTo>
                  <a:pt x="923925" y="209550"/>
                </a:moveTo>
                <a:lnTo>
                  <a:pt x="933450" y="209550"/>
                </a:lnTo>
                <a:lnTo>
                  <a:pt x="933450" y="219075"/>
                </a:lnTo>
                <a:lnTo>
                  <a:pt x="923925" y="219075"/>
                </a:lnTo>
                <a:close/>
                <a:moveTo>
                  <a:pt x="342900" y="219075"/>
                </a:moveTo>
                <a:lnTo>
                  <a:pt x="352425" y="219075"/>
                </a:lnTo>
                <a:lnTo>
                  <a:pt x="352425" y="228600"/>
                </a:lnTo>
                <a:lnTo>
                  <a:pt x="342900" y="228600"/>
                </a:lnTo>
                <a:close/>
                <a:moveTo>
                  <a:pt x="466725" y="219075"/>
                </a:moveTo>
                <a:lnTo>
                  <a:pt x="476250" y="219075"/>
                </a:lnTo>
                <a:lnTo>
                  <a:pt x="476250" y="228600"/>
                </a:lnTo>
                <a:lnTo>
                  <a:pt x="466725" y="228600"/>
                </a:lnTo>
                <a:close/>
                <a:moveTo>
                  <a:pt x="847725" y="219075"/>
                </a:moveTo>
                <a:lnTo>
                  <a:pt x="857250" y="219075"/>
                </a:lnTo>
                <a:lnTo>
                  <a:pt x="857250" y="257175"/>
                </a:lnTo>
                <a:lnTo>
                  <a:pt x="838200" y="257175"/>
                </a:lnTo>
                <a:lnTo>
                  <a:pt x="838200" y="247650"/>
                </a:lnTo>
                <a:lnTo>
                  <a:pt x="847725" y="247650"/>
                </a:lnTo>
                <a:close/>
                <a:moveTo>
                  <a:pt x="914400" y="219075"/>
                </a:moveTo>
                <a:lnTo>
                  <a:pt x="923925" y="219075"/>
                </a:lnTo>
                <a:lnTo>
                  <a:pt x="923925" y="238125"/>
                </a:lnTo>
                <a:lnTo>
                  <a:pt x="914400" y="238125"/>
                </a:lnTo>
                <a:close/>
                <a:moveTo>
                  <a:pt x="1057275" y="219075"/>
                </a:moveTo>
                <a:lnTo>
                  <a:pt x="1066800" y="219075"/>
                </a:lnTo>
                <a:lnTo>
                  <a:pt x="1066800" y="228600"/>
                </a:lnTo>
                <a:lnTo>
                  <a:pt x="1057275" y="228600"/>
                </a:lnTo>
                <a:close/>
                <a:moveTo>
                  <a:pt x="228600" y="228600"/>
                </a:moveTo>
                <a:lnTo>
                  <a:pt x="238125" y="228600"/>
                </a:lnTo>
                <a:lnTo>
                  <a:pt x="238125" y="238125"/>
                </a:lnTo>
                <a:lnTo>
                  <a:pt x="228600" y="238125"/>
                </a:lnTo>
                <a:close/>
                <a:moveTo>
                  <a:pt x="381000" y="238125"/>
                </a:moveTo>
                <a:lnTo>
                  <a:pt x="390525" y="238125"/>
                </a:lnTo>
                <a:lnTo>
                  <a:pt x="390525" y="247650"/>
                </a:lnTo>
                <a:lnTo>
                  <a:pt x="400050" y="247650"/>
                </a:lnTo>
                <a:lnTo>
                  <a:pt x="400050" y="238125"/>
                </a:lnTo>
                <a:lnTo>
                  <a:pt x="419100" y="238125"/>
                </a:lnTo>
                <a:lnTo>
                  <a:pt x="419100" y="266700"/>
                </a:lnTo>
                <a:lnTo>
                  <a:pt x="409575" y="266700"/>
                </a:lnTo>
                <a:lnTo>
                  <a:pt x="409575" y="257175"/>
                </a:lnTo>
                <a:lnTo>
                  <a:pt x="381000" y="257175"/>
                </a:lnTo>
                <a:close/>
                <a:moveTo>
                  <a:pt x="609600" y="238125"/>
                </a:moveTo>
                <a:lnTo>
                  <a:pt x="619125" y="238125"/>
                </a:lnTo>
                <a:lnTo>
                  <a:pt x="619125" y="247650"/>
                </a:lnTo>
                <a:lnTo>
                  <a:pt x="609600" y="247650"/>
                </a:lnTo>
                <a:close/>
                <a:moveTo>
                  <a:pt x="638175" y="238125"/>
                </a:moveTo>
                <a:lnTo>
                  <a:pt x="647700" y="238125"/>
                </a:lnTo>
                <a:lnTo>
                  <a:pt x="647700" y="247650"/>
                </a:lnTo>
                <a:lnTo>
                  <a:pt x="638175" y="247650"/>
                </a:lnTo>
                <a:close/>
                <a:moveTo>
                  <a:pt x="819150" y="238125"/>
                </a:moveTo>
                <a:lnTo>
                  <a:pt x="828675" y="238125"/>
                </a:lnTo>
                <a:lnTo>
                  <a:pt x="828675" y="247650"/>
                </a:lnTo>
                <a:lnTo>
                  <a:pt x="819150" y="247650"/>
                </a:lnTo>
                <a:close/>
                <a:moveTo>
                  <a:pt x="971550" y="238125"/>
                </a:moveTo>
                <a:lnTo>
                  <a:pt x="1000125" y="238125"/>
                </a:lnTo>
                <a:lnTo>
                  <a:pt x="1000125" y="247650"/>
                </a:lnTo>
                <a:lnTo>
                  <a:pt x="1009650" y="247650"/>
                </a:lnTo>
                <a:lnTo>
                  <a:pt x="1009650" y="257175"/>
                </a:lnTo>
                <a:lnTo>
                  <a:pt x="1028700" y="257175"/>
                </a:lnTo>
                <a:lnTo>
                  <a:pt x="1028700" y="247650"/>
                </a:lnTo>
                <a:lnTo>
                  <a:pt x="1038225" y="247650"/>
                </a:lnTo>
                <a:lnTo>
                  <a:pt x="1038225" y="257175"/>
                </a:lnTo>
                <a:lnTo>
                  <a:pt x="1028700" y="257175"/>
                </a:lnTo>
                <a:lnTo>
                  <a:pt x="1028700" y="285750"/>
                </a:lnTo>
                <a:lnTo>
                  <a:pt x="1019175" y="285750"/>
                </a:lnTo>
                <a:lnTo>
                  <a:pt x="1019175" y="323850"/>
                </a:lnTo>
                <a:lnTo>
                  <a:pt x="1009650" y="323850"/>
                </a:lnTo>
                <a:lnTo>
                  <a:pt x="1009650" y="314325"/>
                </a:lnTo>
                <a:lnTo>
                  <a:pt x="990600" y="314325"/>
                </a:lnTo>
                <a:lnTo>
                  <a:pt x="990600" y="323850"/>
                </a:lnTo>
                <a:lnTo>
                  <a:pt x="971550" y="323850"/>
                </a:lnTo>
                <a:lnTo>
                  <a:pt x="971550" y="304800"/>
                </a:lnTo>
                <a:lnTo>
                  <a:pt x="962025" y="304800"/>
                </a:lnTo>
                <a:lnTo>
                  <a:pt x="962025" y="295275"/>
                </a:lnTo>
                <a:lnTo>
                  <a:pt x="952500" y="295275"/>
                </a:lnTo>
                <a:lnTo>
                  <a:pt x="952500" y="276225"/>
                </a:lnTo>
                <a:lnTo>
                  <a:pt x="914400" y="276225"/>
                </a:lnTo>
                <a:lnTo>
                  <a:pt x="914400" y="266700"/>
                </a:lnTo>
                <a:lnTo>
                  <a:pt x="895350" y="266700"/>
                </a:lnTo>
                <a:lnTo>
                  <a:pt x="895350" y="257175"/>
                </a:lnTo>
                <a:lnTo>
                  <a:pt x="914400" y="257175"/>
                </a:lnTo>
                <a:lnTo>
                  <a:pt x="914400" y="247650"/>
                </a:lnTo>
                <a:lnTo>
                  <a:pt x="923925" y="247650"/>
                </a:lnTo>
                <a:lnTo>
                  <a:pt x="923925" y="257175"/>
                </a:lnTo>
                <a:lnTo>
                  <a:pt x="914400" y="257175"/>
                </a:lnTo>
                <a:lnTo>
                  <a:pt x="914400" y="266700"/>
                </a:lnTo>
                <a:lnTo>
                  <a:pt x="933450" y="266700"/>
                </a:lnTo>
                <a:lnTo>
                  <a:pt x="933450" y="257175"/>
                </a:lnTo>
                <a:lnTo>
                  <a:pt x="962025" y="257175"/>
                </a:lnTo>
                <a:lnTo>
                  <a:pt x="962025" y="247650"/>
                </a:lnTo>
                <a:lnTo>
                  <a:pt x="971550" y="247650"/>
                </a:lnTo>
                <a:close/>
                <a:moveTo>
                  <a:pt x="438150" y="257175"/>
                </a:moveTo>
                <a:lnTo>
                  <a:pt x="447675" y="257175"/>
                </a:lnTo>
                <a:lnTo>
                  <a:pt x="447675" y="266700"/>
                </a:lnTo>
                <a:lnTo>
                  <a:pt x="438150" y="266700"/>
                </a:lnTo>
                <a:close/>
                <a:moveTo>
                  <a:pt x="1047750" y="257175"/>
                </a:moveTo>
                <a:lnTo>
                  <a:pt x="1057275" y="257175"/>
                </a:lnTo>
                <a:lnTo>
                  <a:pt x="1057275" y="266700"/>
                </a:lnTo>
                <a:lnTo>
                  <a:pt x="1047750" y="266700"/>
                </a:lnTo>
                <a:close/>
                <a:moveTo>
                  <a:pt x="238125" y="276225"/>
                </a:moveTo>
                <a:lnTo>
                  <a:pt x="247650" y="276225"/>
                </a:lnTo>
                <a:lnTo>
                  <a:pt x="247650" y="285750"/>
                </a:lnTo>
                <a:lnTo>
                  <a:pt x="238125" y="285750"/>
                </a:lnTo>
                <a:close/>
                <a:moveTo>
                  <a:pt x="457200" y="276225"/>
                </a:moveTo>
                <a:lnTo>
                  <a:pt x="466725" y="276225"/>
                </a:lnTo>
                <a:lnTo>
                  <a:pt x="466725" y="285750"/>
                </a:lnTo>
                <a:lnTo>
                  <a:pt x="457200" y="285750"/>
                </a:lnTo>
                <a:close/>
                <a:moveTo>
                  <a:pt x="219075" y="285750"/>
                </a:moveTo>
                <a:lnTo>
                  <a:pt x="228600" y="285750"/>
                </a:lnTo>
                <a:lnTo>
                  <a:pt x="228600" y="295275"/>
                </a:lnTo>
                <a:lnTo>
                  <a:pt x="219075" y="295275"/>
                </a:lnTo>
                <a:close/>
                <a:moveTo>
                  <a:pt x="809625" y="295275"/>
                </a:moveTo>
                <a:lnTo>
                  <a:pt x="819150" y="295275"/>
                </a:lnTo>
                <a:lnTo>
                  <a:pt x="819150" y="304800"/>
                </a:lnTo>
                <a:lnTo>
                  <a:pt x="809625" y="304800"/>
                </a:lnTo>
                <a:close/>
                <a:moveTo>
                  <a:pt x="1038225" y="295275"/>
                </a:moveTo>
                <a:lnTo>
                  <a:pt x="1047750" y="295275"/>
                </a:lnTo>
                <a:lnTo>
                  <a:pt x="1047750" y="304800"/>
                </a:lnTo>
                <a:lnTo>
                  <a:pt x="1038225" y="304800"/>
                </a:lnTo>
                <a:close/>
                <a:moveTo>
                  <a:pt x="361950" y="304800"/>
                </a:moveTo>
                <a:lnTo>
                  <a:pt x="371475" y="304800"/>
                </a:lnTo>
                <a:lnTo>
                  <a:pt x="371475" y="314325"/>
                </a:lnTo>
                <a:lnTo>
                  <a:pt x="361950" y="314325"/>
                </a:lnTo>
                <a:close/>
                <a:moveTo>
                  <a:pt x="400050" y="304800"/>
                </a:moveTo>
                <a:lnTo>
                  <a:pt x="428625" y="304800"/>
                </a:lnTo>
                <a:lnTo>
                  <a:pt x="428625" y="314325"/>
                </a:lnTo>
                <a:lnTo>
                  <a:pt x="400050" y="314325"/>
                </a:lnTo>
                <a:close/>
                <a:moveTo>
                  <a:pt x="857250" y="304800"/>
                </a:moveTo>
                <a:lnTo>
                  <a:pt x="866775" y="304800"/>
                </a:lnTo>
                <a:lnTo>
                  <a:pt x="866775" y="314325"/>
                </a:lnTo>
                <a:lnTo>
                  <a:pt x="857250" y="314325"/>
                </a:lnTo>
                <a:close/>
                <a:moveTo>
                  <a:pt x="276225" y="314325"/>
                </a:moveTo>
                <a:lnTo>
                  <a:pt x="285750" y="314325"/>
                </a:lnTo>
                <a:lnTo>
                  <a:pt x="285750" y="323850"/>
                </a:lnTo>
                <a:lnTo>
                  <a:pt x="276225" y="323850"/>
                </a:lnTo>
                <a:close/>
                <a:moveTo>
                  <a:pt x="333375" y="314325"/>
                </a:moveTo>
                <a:lnTo>
                  <a:pt x="342900" y="314325"/>
                </a:lnTo>
                <a:lnTo>
                  <a:pt x="342900" y="323850"/>
                </a:lnTo>
                <a:lnTo>
                  <a:pt x="333375" y="323850"/>
                </a:lnTo>
                <a:close/>
                <a:moveTo>
                  <a:pt x="895350" y="314325"/>
                </a:moveTo>
                <a:lnTo>
                  <a:pt x="904875" y="314325"/>
                </a:lnTo>
                <a:lnTo>
                  <a:pt x="904875" y="323850"/>
                </a:lnTo>
                <a:lnTo>
                  <a:pt x="895350" y="323850"/>
                </a:lnTo>
                <a:close/>
                <a:moveTo>
                  <a:pt x="219075" y="323850"/>
                </a:moveTo>
                <a:lnTo>
                  <a:pt x="228600" y="323850"/>
                </a:lnTo>
                <a:lnTo>
                  <a:pt x="228600" y="333375"/>
                </a:lnTo>
                <a:lnTo>
                  <a:pt x="219075" y="333375"/>
                </a:lnTo>
                <a:close/>
                <a:moveTo>
                  <a:pt x="285750" y="323850"/>
                </a:moveTo>
                <a:lnTo>
                  <a:pt x="304800" y="323850"/>
                </a:lnTo>
                <a:lnTo>
                  <a:pt x="304800" y="333375"/>
                </a:lnTo>
                <a:lnTo>
                  <a:pt x="285750" y="333375"/>
                </a:lnTo>
                <a:close/>
                <a:moveTo>
                  <a:pt x="447675" y="323850"/>
                </a:moveTo>
                <a:lnTo>
                  <a:pt x="457200" y="323850"/>
                </a:lnTo>
                <a:lnTo>
                  <a:pt x="457200" y="333375"/>
                </a:lnTo>
                <a:lnTo>
                  <a:pt x="447675" y="333375"/>
                </a:lnTo>
                <a:close/>
                <a:moveTo>
                  <a:pt x="619125" y="323850"/>
                </a:moveTo>
                <a:lnTo>
                  <a:pt x="628650" y="323850"/>
                </a:lnTo>
                <a:lnTo>
                  <a:pt x="628650" y="333375"/>
                </a:lnTo>
                <a:lnTo>
                  <a:pt x="619125" y="333375"/>
                </a:lnTo>
                <a:close/>
                <a:moveTo>
                  <a:pt x="342900" y="333375"/>
                </a:moveTo>
                <a:lnTo>
                  <a:pt x="352425" y="333375"/>
                </a:lnTo>
                <a:lnTo>
                  <a:pt x="352425" y="342900"/>
                </a:lnTo>
                <a:lnTo>
                  <a:pt x="342900" y="342900"/>
                </a:lnTo>
                <a:close/>
                <a:moveTo>
                  <a:pt x="609600" y="333375"/>
                </a:moveTo>
                <a:lnTo>
                  <a:pt x="619125" y="333375"/>
                </a:lnTo>
                <a:lnTo>
                  <a:pt x="619125" y="342900"/>
                </a:lnTo>
                <a:lnTo>
                  <a:pt x="609600" y="342900"/>
                </a:lnTo>
                <a:close/>
                <a:moveTo>
                  <a:pt x="866775" y="333375"/>
                </a:moveTo>
                <a:lnTo>
                  <a:pt x="885825" y="333375"/>
                </a:lnTo>
                <a:lnTo>
                  <a:pt x="885825" y="342900"/>
                </a:lnTo>
                <a:lnTo>
                  <a:pt x="866775" y="342900"/>
                </a:lnTo>
                <a:close/>
                <a:moveTo>
                  <a:pt x="962025" y="333375"/>
                </a:moveTo>
                <a:lnTo>
                  <a:pt x="971550" y="333375"/>
                </a:lnTo>
                <a:lnTo>
                  <a:pt x="971550" y="342900"/>
                </a:lnTo>
                <a:lnTo>
                  <a:pt x="962025" y="342900"/>
                </a:lnTo>
                <a:close/>
                <a:moveTo>
                  <a:pt x="1028700" y="333375"/>
                </a:moveTo>
                <a:lnTo>
                  <a:pt x="1038225" y="333375"/>
                </a:lnTo>
                <a:lnTo>
                  <a:pt x="1038225" y="342900"/>
                </a:lnTo>
                <a:lnTo>
                  <a:pt x="1028700" y="342900"/>
                </a:lnTo>
                <a:close/>
                <a:moveTo>
                  <a:pt x="209550" y="342900"/>
                </a:moveTo>
                <a:lnTo>
                  <a:pt x="219075" y="342900"/>
                </a:lnTo>
                <a:lnTo>
                  <a:pt x="219075" y="352425"/>
                </a:lnTo>
                <a:lnTo>
                  <a:pt x="209550" y="352425"/>
                </a:lnTo>
                <a:close/>
                <a:moveTo>
                  <a:pt x="600075" y="342900"/>
                </a:moveTo>
                <a:lnTo>
                  <a:pt x="609600" y="342900"/>
                </a:lnTo>
                <a:lnTo>
                  <a:pt x="609600" y="352425"/>
                </a:lnTo>
                <a:lnTo>
                  <a:pt x="600075" y="352425"/>
                </a:lnTo>
                <a:close/>
                <a:moveTo>
                  <a:pt x="800100" y="342900"/>
                </a:moveTo>
                <a:lnTo>
                  <a:pt x="809625" y="342900"/>
                </a:lnTo>
                <a:lnTo>
                  <a:pt x="809625" y="361950"/>
                </a:lnTo>
                <a:lnTo>
                  <a:pt x="800100" y="361950"/>
                </a:lnTo>
                <a:close/>
                <a:moveTo>
                  <a:pt x="914400" y="342900"/>
                </a:moveTo>
                <a:lnTo>
                  <a:pt x="923925" y="342900"/>
                </a:lnTo>
                <a:lnTo>
                  <a:pt x="923925" y="352425"/>
                </a:lnTo>
                <a:lnTo>
                  <a:pt x="914400" y="352425"/>
                </a:lnTo>
                <a:close/>
                <a:moveTo>
                  <a:pt x="990600" y="342900"/>
                </a:moveTo>
                <a:lnTo>
                  <a:pt x="1000125" y="342900"/>
                </a:lnTo>
                <a:lnTo>
                  <a:pt x="1000125" y="352425"/>
                </a:lnTo>
                <a:lnTo>
                  <a:pt x="990600" y="352425"/>
                </a:lnTo>
                <a:close/>
                <a:moveTo>
                  <a:pt x="200025" y="352425"/>
                </a:moveTo>
                <a:lnTo>
                  <a:pt x="209550" y="352425"/>
                </a:lnTo>
                <a:lnTo>
                  <a:pt x="209550" y="361950"/>
                </a:lnTo>
                <a:lnTo>
                  <a:pt x="200025" y="361950"/>
                </a:lnTo>
                <a:close/>
                <a:moveTo>
                  <a:pt x="400050" y="352425"/>
                </a:moveTo>
                <a:lnTo>
                  <a:pt x="409575" y="352425"/>
                </a:lnTo>
                <a:lnTo>
                  <a:pt x="409575" y="361950"/>
                </a:lnTo>
                <a:lnTo>
                  <a:pt x="400050" y="361950"/>
                </a:lnTo>
                <a:close/>
                <a:moveTo>
                  <a:pt x="952500" y="352425"/>
                </a:moveTo>
                <a:lnTo>
                  <a:pt x="962025" y="352425"/>
                </a:lnTo>
                <a:lnTo>
                  <a:pt x="962025" y="361950"/>
                </a:lnTo>
                <a:lnTo>
                  <a:pt x="952500" y="361950"/>
                </a:lnTo>
                <a:close/>
                <a:moveTo>
                  <a:pt x="180975" y="361950"/>
                </a:moveTo>
                <a:lnTo>
                  <a:pt x="190500" y="361950"/>
                </a:lnTo>
                <a:lnTo>
                  <a:pt x="190500" y="371475"/>
                </a:lnTo>
                <a:lnTo>
                  <a:pt x="180975" y="371475"/>
                </a:lnTo>
                <a:close/>
                <a:moveTo>
                  <a:pt x="981075" y="361950"/>
                </a:moveTo>
                <a:lnTo>
                  <a:pt x="990600" y="361950"/>
                </a:lnTo>
                <a:lnTo>
                  <a:pt x="990600" y="371475"/>
                </a:lnTo>
                <a:lnTo>
                  <a:pt x="981075" y="371475"/>
                </a:lnTo>
                <a:close/>
                <a:moveTo>
                  <a:pt x="152400" y="371475"/>
                </a:moveTo>
                <a:lnTo>
                  <a:pt x="161925" y="371475"/>
                </a:lnTo>
                <a:lnTo>
                  <a:pt x="161925" y="381000"/>
                </a:lnTo>
                <a:lnTo>
                  <a:pt x="152400" y="381000"/>
                </a:lnTo>
                <a:close/>
                <a:moveTo>
                  <a:pt x="438150" y="371475"/>
                </a:moveTo>
                <a:lnTo>
                  <a:pt x="447675" y="371475"/>
                </a:lnTo>
                <a:lnTo>
                  <a:pt x="447675" y="381000"/>
                </a:lnTo>
                <a:lnTo>
                  <a:pt x="438150" y="381000"/>
                </a:lnTo>
                <a:close/>
                <a:moveTo>
                  <a:pt x="819150" y="371475"/>
                </a:moveTo>
                <a:lnTo>
                  <a:pt x="828675" y="371475"/>
                </a:lnTo>
                <a:lnTo>
                  <a:pt x="828675" y="381000"/>
                </a:lnTo>
                <a:lnTo>
                  <a:pt x="819150" y="381000"/>
                </a:lnTo>
                <a:close/>
                <a:moveTo>
                  <a:pt x="123825" y="381000"/>
                </a:moveTo>
                <a:lnTo>
                  <a:pt x="133350" y="381000"/>
                </a:lnTo>
                <a:lnTo>
                  <a:pt x="133350" y="390525"/>
                </a:lnTo>
                <a:lnTo>
                  <a:pt x="123825" y="390525"/>
                </a:lnTo>
                <a:close/>
                <a:moveTo>
                  <a:pt x="190500" y="381000"/>
                </a:moveTo>
                <a:lnTo>
                  <a:pt x="200025" y="381000"/>
                </a:lnTo>
                <a:lnTo>
                  <a:pt x="200025" y="390525"/>
                </a:lnTo>
                <a:lnTo>
                  <a:pt x="190500" y="390525"/>
                </a:lnTo>
                <a:close/>
                <a:moveTo>
                  <a:pt x="219075" y="381000"/>
                </a:moveTo>
                <a:lnTo>
                  <a:pt x="228600" y="381000"/>
                </a:lnTo>
                <a:lnTo>
                  <a:pt x="228600" y="390525"/>
                </a:lnTo>
                <a:lnTo>
                  <a:pt x="219075" y="390525"/>
                </a:lnTo>
                <a:close/>
                <a:moveTo>
                  <a:pt x="600075" y="381000"/>
                </a:moveTo>
                <a:lnTo>
                  <a:pt x="609600" y="381000"/>
                </a:lnTo>
                <a:lnTo>
                  <a:pt x="609600" y="390525"/>
                </a:lnTo>
                <a:lnTo>
                  <a:pt x="600075" y="390525"/>
                </a:lnTo>
                <a:close/>
                <a:moveTo>
                  <a:pt x="104775" y="390525"/>
                </a:moveTo>
                <a:lnTo>
                  <a:pt x="114300" y="390525"/>
                </a:lnTo>
                <a:lnTo>
                  <a:pt x="114300" y="400050"/>
                </a:lnTo>
                <a:lnTo>
                  <a:pt x="104775" y="400050"/>
                </a:lnTo>
                <a:close/>
                <a:moveTo>
                  <a:pt x="161925" y="390525"/>
                </a:moveTo>
                <a:lnTo>
                  <a:pt x="171450" y="390525"/>
                </a:lnTo>
                <a:lnTo>
                  <a:pt x="171450" y="400050"/>
                </a:lnTo>
                <a:lnTo>
                  <a:pt x="161925" y="400050"/>
                </a:lnTo>
                <a:close/>
                <a:moveTo>
                  <a:pt x="228600" y="390525"/>
                </a:moveTo>
                <a:lnTo>
                  <a:pt x="238125" y="390525"/>
                </a:lnTo>
                <a:lnTo>
                  <a:pt x="238125" y="400050"/>
                </a:lnTo>
                <a:lnTo>
                  <a:pt x="228600" y="400050"/>
                </a:lnTo>
                <a:close/>
                <a:moveTo>
                  <a:pt x="266700" y="390525"/>
                </a:moveTo>
                <a:lnTo>
                  <a:pt x="276225" y="390525"/>
                </a:lnTo>
                <a:lnTo>
                  <a:pt x="276225" y="400050"/>
                </a:lnTo>
                <a:lnTo>
                  <a:pt x="266700" y="400050"/>
                </a:lnTo>
                <a:close/>
                <a:moveTo>
                  <a:pt x="923925" y="400050"/>
                </a:moveTo>
                <a:lnTo>
                  <a:pt x="933450" y="400050"/>
                </a:lnTo>
                <a:lnTo>
                  <a:pt x="933450" y="409575"/>
                </a:lnTo>
                <a:lnTo>
                  <a:pt x="923925" y="409575"/>
                </a:lnTo>
                <a:close/>
                <a:moveTo>
                  <a:pt x="790575" y="409575"/>
                </a:moveTo>
                <a:lnTo>
                  <a:pt x="800100" y="409575"/>
                </a:lnTo>
                <a:lnTo>
                  <a:pt x="800100" y="419100"/>
                </a:lnTo>
                <a:lnTo>
                  <a:pt x="790575" y="419100"/>
                </a:lnTo>
                <a:close/>
                <a:moveTo>
                  <a:pt x="857250" y="409575"/>
                </a:moveTo>
                <a:lnTo>
                  <a:pt x="876300" y="409575"/>
                </a:lnTo>
                <a:lnTo>
                  <a:pt x="876300" y="419100"/>
                </a:lnTo>
                <a:lnTo>
                  <a:pt x="857250" y="419100"/>
                </a:lnTo>
                <a:close/>
                <a:moveTo>
                  <a:pt x="933450" y="409575"/>
                </a:moveTo>
                <a:lnTo>
                  <a:pt x="942975" y="409575"/>
                </a:lnTo>
                <a:lnTo>
                  <a:pt x="942975" y="419100"/>
                </a:lnTo>
                <a:lnTo>
                  <a:pt x="933450" y="419100"/>
                </a:lnTo>
                <a:close/>
                <a:moveTo>
                  <a:pt x="409575" y="419100"/>
                </a:moveTo>
                <a:lnTo>
                  <a:pt x="419100" y="419100"/>
                </a:lnTo>
                <a:lnTo>
                  <a:pt x="419100" y="428625"/>
                </a:lnTo>
                <a:lnTo>
                  <a:pt x="409575" y="428625"/>
                </a:lnTo>
                <a:close/>
                <a:moveTo>
                  <a:pt x="428625" y="419100"/>
                </a:moveTo>
                <a:lnTo>
                  <a:pt x="438150" y="419100"/>
                </a:lnTo>
                <a:lnTo>
                  <a:pt x="438150" y="428625"/>
                </a:lnTo>
                <a:lnTo>
                  <a:pt x="428625" y="428625"/>
                </a:lnTo>
                <a:close/>
                <a:moveTo>
                  <a:pt x="942975" y="419100"/>
                </a:moveTo>
                <a:lnTo>
                  <a:pt x="952500" y="419100"/>
                </a:lnTo>
                <a:lnTo>
                  <a:pt x="952500" y="428625"/>
                </a:lnTo>
                <a:lnTo>
                  <a:pt x="942975" y="428625"/>
                </a:lnTo>
                <a:close/>
                <a:moveTo>
                  <a:pt x="104775" y="428625"/>
                </a:moveTo>
                <a:lnTo>
                  <a:pt x="114300" y="428625"/>
                </a:lnTo>
                <a:lnTo>
                  <a:pt x="114300" y="438150"/>
                </a:lnTo>
                <a:lnTo>
                  <a:pt x="104775" y="438150"/>
                </a:lnTo>
                <a:close/>
                <a:moveTo>
                  <a:pt x="352425" y="428625"/>
                </a:moveTo>
                <a:lnTo>
                  <a:pt x="361950" y="428625"/>
                </a:lnTo>
                <a:lnTo>
                  <a:pt x="361950" y="438150"/>
                </a:lnTo>
                <a:lnTo>
                  <a:pt x="352425" y="438150"/>
                </a:lnTo>
                <a:close/>
                <a:moveTo>
                  <a:pt x="819150" y="428625"/>
                </a:moveTo>
                <a:lnTo>
                  <a:pt x="828675" y="428625"/>
                </a:lnTo>
                <a:lnTo>
                  <a:pt x="828675" y="438150"/>
                </a:lnTo>
                <a:lnTo>
                  <a:pt x="819150" y="438150"/>
                </a:lnTo>
                <a:close/>
                <a:moveTo>
                  <a:pt x="847725" y="428625"/>
                </a:moveTo>
                <a:lnTo>
                  <a:pt x="857250" y="428625"/>
                </a:lnTo>
                <a:lnTo>
                  <a:pt x="857250" y="438150"/>
                </a:lnTo>
                <a:lnTo>
                  <a:pt x="847725" y="438150"/>
                </a:lnTo>
                <a:close/>
                <a:moveTo>
                  <a:pt x="952500" y="428625"/>
                </a:moveTo>
                <a:lnTo>
                  <a:pt x="962025" y="428625"/>
                </a:lnTo>
                <a:lnTo>
                  <a:pt x="962025" y="438150"/>
                </a:lnTo>
                <a:lnTo>
                  <a:pt x="952500" y="438150"/>
                </a:lnTo>
                <a:close/>
                <a:moveTo>
                  <a:pt x="266700" y="438150"/>
                </a:moveTo>
                <a:lnTo>
                  <a:pt x="276225" y="438150"/>
                </a:lnTo>
                <a:lnTo>
                  <a:pt x="276225" y="447675"/>
                </a:lnTo>
                <a:lnTo>
                  <a:pt x="266700" y="447675"/>
                </a:lnTo>
                <a:close/>
                <a:moveTo>
                  <a:pt x="285750" y="438150"/>
                </a:moveTo>
                <a:lnTo>
                  <a:pt x="314325" y="438150"/>
                </a:lnTo>
                <a:lnTo>
                  <a:pt x="314325" y="447675"/>
                </a:lnTo>
                <a:lnTo>
                  <a:pt x="304800" y="447675"/>
                </a:lnTo>
                <a:lnTo>
                  <a:pt x="304800" y="457200"/>
                </a:lnTo>
                <a:lnTo>
                  <a:pt x="285750" y="457200"/>
                </a:lnTo>
                <a:close/>
                <a:moveTo>
                  <a:pt x="742950" y="438150"/>
                </a:moveTo>
                <a:lnTo>
                  <a:pt x="752475" y="438150"/>
                </a:lnTo>
                <a:lnTo>
                  <a:pt x="752475" y="447675"/>
                </a:lnTo>
                <a:lnTo>
                  <a:pt x="742950" y="447675"/>
                </a:lnTo>
                <a:close/>
                <a:moveTo>
                  <a:pt x="809625" y="438150"/>
                </a:moveTo>
                <a:lnTo>
                  <a:pt x="819150" y="438150"/>
                </a:lnTo>
                <a:lnTo>
                  <a:pt x="819150" y="457200"/>
                </a:lnTo>
                <a:lnTo>
                  <a:pt x="809625" y="457200"/>
                </a:lnTo>
                <a:close/>
                <a:moveTo>
                  <a:pt x="857250" y="438150"/>
                </a:moveTo>
                <a:lnTo>
                  <a:pt x="866775" y="438150"/>
                </a:lnTo>
                <a:lnTo>
                  <a:pt x="866775" y="447675"/>
                </a:lnTo>
                <a:lnTo>
                  <a:pt x="857250" y="447675"/>
                </a:lnTo>
                <a:close/>
                <a:moveTo>
                  <a:pt x="990600" y="438150"/>
                </a:moveTo>
                <a:lnTo>
                  <a:pt x="1000125" y="438150"/>
                </a:lnTo>
                <a:lnTo>
                  <a:pt x="1000125" y="447675"/>
                </a:lnTo>
                <a:lnTo>
                  <a:pt x="990600" y="447675"/>
                </a:lnTo>
                <a:close/>
                <a:moveTo>
                  <a:pt x="133350" y="447675"/>
                </a:moveTo>
                <a:lnTo>
                  <a:pt x="142875" y="447675"/>
                </a:lnTo>
                <a:lnTo>
                  <a:pt x="142875" y="457200"/>
                </a:lnTo>
                <a:lnTo>
                  <a:pt x="133350" y="457200"/>
                </a:lnTo>
                <a:close/>
                <a:moveTo>
                  <a:pt x="171450" y="457200"/>
                </a:moveTo>
                <a:lnTo>
                  <a:pt x="180975" y="457200"/>
                </a:lnTo>
                <a:lnTo>
                  <a:pt x="180975" y="495300"/>
                </a:lnTo>
                <a:lnTo>
                  <a:pt x="171450" y="495300"/>
                </a:lnTo>
                <a:close/>
                <a:moveTo>
                  <a:pt x="276225" y="457200"/>
                </a:moveTo>
                <a:lnTo>
                  <a:pt x="285750" y="457200"/>
                </a:lnTo>
                <a:lnTo>
                  <a:pt x="285750" y="466725"/>
                </a:lnTo>
                <a:lnTo>
                  <a:pt x="276225" y="466725"/>
                </a:lnTo>
                <a:close/>
                <a:moveTo>
                  <a:pt x="352425" y="457200"/>
                </a:moveTo>
                <a:lnTo>
                  <a:pt x="361950" y="457200"/>
                </a:lnTo>
                <a:lnTo>
                  <a:pt x="361950" y="466725"/>
                </a:lnTo>
                <a:lnTo>
                  <a:pt x="352425" y="466725"/>
                </a:lnTo>
                <a:close/>
                <a:moveTo>
                  <a:pt x="381000" y="457200"/>
                </a:moveTo>
                <a:lnTo>
                  <a:pt x="390525" y="457200"/>
                </a:lnTo>
                <a:lnTo>
                  <a:pt x="390525" y="476250"/>
                </a:lnTo>
                <a:lnTo>
                  <a:pt x="381000" y="476250"/>
                </a:lnTo>
                <a:close/>
                <a:moveTo>
                  <a:pt x="723900" y="457200"/>
                </a:moveTo>
                <a:lnTo>
                  <a:pt x="742950" y="457200"/>
                </a:lnTo>
                <a:lnTo>
                  <a:pt x="742950" y="466725"/>
                </a:lnTo>
                <a:lnTo>
                  <a:pt x="723900" y="466725"/>
                </a:lnTo>
                <a:close/>
                <a:moveTo>
                  <a:pt x="400050" y="466725"/>
                </a:moveTo>
                <a:lnTo>
                  <a:pt x="409575" y="466725"/>
                </a:lnTo>
                <a:lnTo>
                  <a:pt x="409575" y="495300"/>
                </a:lnTo>
                <a:lnTo>
                  <a:pt x="400050" y="495300"/>
                </a:lnTo>
                <a:close/>
                <a:moveTo>
                  <a:pt x="685800" y="466725"/>
                </a:moveTo>
                <a:lnTo>
                  <a:pt x="695325" y="466725"/>
                </a:lnTo>
                <a:lnTo>
                  <a:pt x="695325" y="476250"/>
                </a:lnTo>
                <a:lnTo>
                  <a:pt x="685800" y="476250"/>
                </a:lnTo>
                <a:close/>
                <a:moveTo>
                  <a:pt x="800100" y="466725"/>
                </a:moveTo>
                <a:lnTo>
                  <a:pt x="809625" y="466725"/>
                </a:lnTo>
                <a:lnTo>
                  <a:pt x="809625" y="485775"/>
                </a:lnTo>
                <a:lnTo>
                  <a:pt x="790575" y="485775"/>
                </a:lnTo>
                <a:lnTo>
                  <a:pt x="790575" y="476250"/>
                </a:lnTo>
                <a:lnTo>
                  <a:pt x="800100" y="476250"/>
                </a:lnTo>
                <a:close/>
                <a:moveTo>
                  <a:pt x="914400" y="466725"/>
                </a:moveTo>
                <a:lnTo>
                  <a:pt x="923925" y="466725"/>
                </a:lnTo>
                <a:lnTo>
                  <a:pt x="923925" y="476250"/>
                </a:lnTo>
                <a:lnTo>
                  <a:pt x="914400" y="476250"/>
                </a:lnTo>
                <a:close/>
                <a:moveTo>
                  <a:pt x="1047750" y="466725"/>
                </a:moveTo>
                <a:lnTo>
                  <a:pt x="1057275" y="466725"/>
                </a:lnTo>
                <a:lnTo>
                  <a:pt x="1057275" y="476250"/>
                </a:lnTo>
                <a:lnTo>
                  <a:pt x="1047750" y="476250"/>
                </a:lnTo>
                <a:close/>
                <a:moveTo>
                  <a:pt x="228600" y="476250"/>
                </a:moveTo>
                <a:lnTo>
                  <a:pt x="238125" y="476250"/>
                </a:lnTo>
                <a:lnTo>
                  <a:pt x="238125" y="485775"/>
                </a:lnTo>
                <a:lnTo>
                  <a:pt x="228600" y="485775"/>
                </a:lnTo>
                <a:close/>
                <a:moveTo>
                  <a:pt x="361950" y="476250"/>
                </a:moveTo>
                <a:lnTo>
                  <a:pt x="371475" y="476250"/>
                </a:lnTo>
                <a:lnTo>
                  <a:pt x="371475" y="485775"/>
                </a:lnTo>
                <a:lnTo>
                  <a:pt x="361950" y="485775"/>
                </a:lnTo>
                <a:close/>
                <a:moveTo>
                  <a:pt x="704850" y="476250"/>
                </a:moveTo>
                <a:lnTo>
                  <a:pt x="714375" y="476250"/>
                </a:lnTo>
                <a:lnTo>
                  <a:pt x="714375" y="485775"/>
                </a:lnTo>
                <a:lnTo>
                  <a:pt x="704850" y="485775"/>
                </a:lnTo>
                <a:close/>
                <a:moveTo>
                  <a:pt x="819150" y="476250"/>
                </a:moveTo>
                <a:lnTo>
                  <a:pt x="828675" y="476250"/>
                </a:lnTo>
                <a:lnTo>
                  <a:pt x="828675" y="485775"/>
                </a:lnTo>
                <a:lnTo>
                  <a:pt x="819150" y="485775"/>
                </a:lnTo>
                <a:close/>
                <a:moveTo>
                  <a:pt x="342900" y="485775"/>
                </a:moveTo>
                <a:lnTo>
                  <a:pt x="352425" y="485775"/>
                </a:lnTo>
                <a:lnTo>
                  <a:pt x="352425" y="495300"/>
                </a:lnTo>
                <a:lnTo>
                  <a:pt x="342900" y="495300"/>
                </a:lnTo>
                <a:close/>
                <a:moveTo>
                  <a:pt x="466725" y="485775"/>
                </a:moveTo>
                <a:lnTo>
                  <a:pt x="476250" y="485775"/>
                </a:lnTo>
                <a:lnTo>
                  <a:pt x="476250" y="495300"/>
                </a:lnTo>
                <a:lnTo>
                  <a:pt x="466725" y="495300"/>
                </a:lnTo>
                <a:close/>
                <a:moveTo>
                  <a:pt x="180975" y="495300"/>
                </a:moveTo>
                <a:lnTo>
                  <a:pt x="209550" y="495300"/>
                </a:lnTo>
                <a:lnTo>
                  <a:pt x="209550" y="504825"/>
                </a:lnTo>
                <a:lnTo>
                  <a:pt x="180975" y="504825"/>
                </a:lnTo>
                <a:close/>
                <a:moveTo>
                  <a:pt x="257175" y="495300"/>
                </a:moveTo>
                <a:lnTo>
                  <a:pt x="285750" y="495300"/>
                </a:lnTo>
                <a:lnTo>
                  <a:pt x="285750" y="504825"/>
                </a:lnTo>
                <a:lnTo>
                  <a:pt x="257175" y="504825"/>
                </a:lnTo>
                <a:close/>
                <a:moveTo>
                  <a:pt x="409575" y="495300"/>
                </a:moveTo>
                <a:lnTo>
                  <a:pt x="419100" y="495300"/>
                </a:lnTo>
                <a:lnTo>
                  <a:pt x="419100" y="504825"/>
                </a:lnTo>
                <a:lnTo>
                  <a:pt x="438150" y="504825"/>
                </a:lnTo>
                <a:lnTo>
                  <a:pt x="438150" y="514350"/>
                </a:lnTo>
                <a:lnTo>
                  <a:pt x="409575" y="514350"/>
                </a:lnTo>
                <a:close/>
                <a:moveTo>
                  <a:pt x="514350" y="495300"/>
                </a:moveTo>
                <a:lnTo>
                  <a:pt x="523875" y="495300"/>
                </a:lnTo>
                <a:lnTo>
                  <a:pt x="523875" y="504825"/>
                </a:lnTo>
                <a:lnTo>
                  <a:pt x="514350" y="504825"/>
                </a:lnTo>
                <a:close/>
                <a:moveTo>
                  <a:pt x="723900" y="495300"/>
                </a:moveTo>
                <a:lnTo>
                  <a:pt x="733425" y="495300"/>
                </a:lnTo>
                <a:lnTo>
                  <a:pt x="733425" y="504825"/>
                </a:lnTo>
                <a:lnTo>
                  <a:pt x="723900" y="504825"/>
                </a:lnTo>
                <a:close/>
                <a:moveTo>
                  <a:pt x="866775" y="495300"/>
                </a:moveTo>
                <a:lnTo>
                  <a:pt x="876300" y="495300"/>
                </a:lnTo>
                <a:lnTo>
                  <a:pt x="876300" y="504825"/>
                </a:lnTo>
                <a:lnTo>
                  <a:pt x="866775" y="504825"/>
                </a:lnTo>
                <a:close/>
                <a:moveTo>
                  <a:pt x="238125" y="504825"/>
                </a:moveTo>
                <a:lnTo>
                  <a:pt x="257175" y="504825"/>
                </a:lnTo>
                <a:lnTo>
                  <a:pt x="257175" y="514350"/>
                </a:lnTo>
                <a:lnTo>
                  <a:pt x="238125" y="514350"/>
                </a:lnTo>
                <a:close/>
                <a:moveTo>
                  <a:pt x="285750" y="504825"/>
                </a:moveTo>
                <a:lnTo>
                  <a:pt x="295275" y="504825"/>
                </a:lnTo>
                <a:lnTo>
                  <a:pt x="295275" y="514350"/>
                </a:lnTo>
                <a:lnTo>
                  <a:pt x="285750" y="514350"/>
                </a:lnTo>
                <a:close/>
                <a:moveTo>
                  <a:pt x="571500" y="504825"/>
                </a:moveTo>
                <a:lnTo>
                  <a:pt x="581025" y="504825"/>
                </a:lnTo>
                <a:lnTo>
                  <a:pt x="581025" y="514350"/>
                </a:lnTo>
                <a:lnTo>
                  <a:pt x="571500" y="514350"/>
                </a:lnTo>
                <a:close/>
                <a:moveTo>
                  <a:pt x="781050" y="504825"/>
                </a:moveTo>
                <a:lnTo>
                  <a:pt x="790575" y="504825"/>
                </a:lnTo>
                <a:lnTo>
                  <a:pt x="790575" y="514350"/>
                </a:lnTo>
                <a:lnTo>
                  <a:pt x="781050" y="514350"/>
                </a:lnTo>
                <a:close/>
                <a:moveTo>
                  <a:pt x="1019175" y="504825"/>
                </a:moveTo>
                <a:lnTo>
                  <a:pt x="1028700" y="504825"/>
                </a:lnTo>
                <a:lnTo>
                  <a:pt x="1028700" y="514350"/>
                </a:lnTo>
                <a:lnTo>
                  <a:pt x="1019175" y="514350"/>
                </a:lnTo>
                <a:close/>
                <a:moveTo>
                  <a:pt x="266700" y="514350"/>
                </a:moveTo>
                <a:lnTo>
                  <a:pt x="276225" y="514350"/>
                </a:lnTo>
                <a:lnTo>
                  <a:pt x="276225" y="523875"/>
                </a:lnTo>
                <a:lnTo>
                  <a:pt x="266700" y="523875"/>
                </a:lnTo>
                <a:close/>
                <a:moveTo>
                  <a:pt x="504825" y="514350"/>
                </a:moveTo>
                <a:lnTo>
                  <a:pt x="523875" y="514350"/>
                </a:lnTo>
                <a:lnTo>
                  <a:pt x="523875" y="523875"/>
                </a:lnTo>
                <a:lnTo>
                  <a:pt x="504825" y="523875"/>
                </a:lnTo>
                <a:close/>
                <a:moveTo>
                  <a:pt x="628650" y="514350"/>
                </a:moveTo>
                <a:lnTo>
                  <a:pt x="638175" y="514350"/>
                </a:lnTo>
                <a:lnTo>
                  <a:pt x="638175" y="523875"/>
                </a:lnTo>
                <a:lnTo>
                  <a:pt x="628650" y="523875"/>
                </a:lnTo>
                <a:close/>
                <a:moveTo>
                  <a:pt x="752475" y="514350"/>
                </a:moveTo>
                <a:lnTo>
                  <a:pt x="762000" y="514350"/>
                </a:lnTo>
                <a:lnTo>
                  <a:pt x="762000" y="523875"/>
                </a:lnTo>
                <a:lnTo>
                  <a:pt x="752475" y="523875"/>
                </a:lnTo>
                <a:close/>
                <a:moveTo>
                  <a:pt x="790575" y="514350"/>
                </a:moveTo>
                <a:lnTo>
                  <a:pt x="809625" y="514350"/>
                </a:lnTo>
                <a:lnTo>
                  <a:pt x="809625" y="523875"/>
                </a:lnTo>
                <a:lnTo>
                  <a:pt x="790575" y="523875"/>
                </a:lnTo>
                <a:close/>
                <a:moveTo>
                  <a:pt x="962025" y="514350"/>
                </a:moveTo>
                <a:lnTo>
                  <a:pt x="971550" y="514350"/>
                </a:lnTo>
                <a:lnTo>
                  <a:pt x="971550" y="523875"/>
                </a:lnTo>
                <a:lnTo>
                  <a:pt x="962025" y="523875"/>
                </a:lnTo>
                <a:close/>
                <a:moveTo>
                  <a:pt x="209550" y="523875"/>
                </a:moveTo>
                <a:lnTo>
                  <a:pt x="219075" y="523875"/>
                </a:lnTo>
                <a:lnTo>
                  <a:pt x="219075" y="533400"/>
                </a:lnTo>
                <a:lnTo>
                  <a:pt x="209550" y="533400"/>
                </a:lnTo>
                <a:close/>
                <a:moveTo>
                  <a:pt x="428625" y="523875"/>
                </a:moveTo>
                <a:lnTo>
                  <a:pt x="447675" y="523875"/>
                </a:lnTo>
                <a:lnTo>
                  <a:pt x="447675" y="533400"/>
                </a:lnTo>
                <a:lnTo>
                  <a:pt x="428625" y="533400"/>
                </a:lnTo>
                <a:close/>
                <a:moveTo>
                  <a:pt x="561975" y="523875"/>
                </a:moveTo>
                <a:lnTo>
                  <a:pt x="571500" y="523875"/>
                </a:lnTo>
                <a:lnTo>
                  <a:pt x="571500" y="533400"/>
                </a:lnTo>
                <a:lnTo>
                  <a:pt x="561975" y="533400"/>
                </a:lnTo>
                <a:close/>
                <a:moveTo>
                  <a:pt x="866775" y="523875"/>
                </a:moveTo>
                <a:lnTo>
                  <a:pt x="876300" y="523875"/>
                </a:lnTo>
                <a:lnTo>
                  <a:pt x="876300" y="533400"/>
                </a:lnTo>
                <a:lnTo>
                  <a:pt x="866775" y="533400"/>
                </a:lnTo>
                <a:close/>
                <a:moveTo>
                  <a:pt x="971550" y="523875"/>
                </a:moveTo>
                <a:lnTo>
                  <a:pt x="981075" y="523875"/>
                </a:lnTo>
                <a:lnTo>
                  <a:pt x="981075" y="552450"/>
                </a:lnTo>
                <a:lnTo>
                  <a:pt x="962025" y="552450"/>
                </a:lnTo>
                <a:lnTo>
                  <a:pt x="962025" y="542925"/>
                </a:lnTo>
                <a:lnTo>
                  <a:pt x="971550" y="542925"/>
                </a:lnTo>
                <a:close/>
                <a:moveTo>
                  <a:pt x="1038225" y="523875"/>
                </a:moveTo>
                <a:lnTo>
                  <a:pt x="1047750" y="523875"/>
                </a:lnTo>
                <a:lnTo>
                  <a:pt x="1047750" y="533400"/>
                </a:lnTo>
                <a:lnTo>
                  <a:pt x="1038225" y="533400"/>
                </a:lnTo>
                <a:close/>
                <a:moveTo>
                  <a:pt x="238125" y="533400"/>
                </a:moveTo>
                <a:lnTo>
                  <a:pt x="247650" y="533400"/>
                </a:lnTo>
                <a:lnTo>
                  <a:pt x="247650" y="542925"/>
                </a:lnTo>
                <a:lnTo>
                  <a:pt x="238125" y="542925"/>
                </a:lnTo>
                <a:close/>
                <a:moveTo>
                  <a:pt x="276225" y="533400"/>
                </a:moveTo>
                <a:lnTo>
                  <a:pt x="285750" y="533400"/>
                </a:lnTo>
                <a:lnTo>
                  <a:pt x="285750" y="542925"/>
                </a:lnTo>
                <a:lnTo>
                  <a:pt x="276225" y="542925"/>
                </a:lnTo>
                <a:close/>
                <a:moveTo>
                  <a:pt x="333375" y="533400"/>
                </a:moveTo>
                <a:lnTo>
                  <a:pt x="342900" y="533400"/>
                </a:lnTo>
                <a:lnTo>
                  <a:pt x="342900" y="542925"/>
                </a:lnTo>
                <a:lnTo>
                  <a:pt x="333375" y="542925"/>
                </a:lnTo>
                <a:close/>
                <a:moveTo>
                  <a:pt x="476250" y="533400"/>
                </a:moveTo>
                <a:lnTo>
                  <a:pt x="485775" y="533400"/>
                </a:lnTo>
                <a:lnTo>
                  <a:pt x="485775" y="542925"/>
                </a:lnTo>
                <a:lnTo>
                  <a:pt x="476250" y="542925"/>
                </a:lnTo>
                <a:close/>
                <a:moveTo>
                  <a:pt x="609600" y="533400"/>
                </a:moveTo>
                <a:lnTo>
                  <a:pt x="628650" y="533400"/>
                </a:lnTo>
                <a:lnTo>
                  <a:pt x="628650" y="542925"/>
                </a:lnTo>
                <a:lnTo>
                  <a:pt x="609600" y="542925"/>
                </a:lnTo>
                <a:close/>
                <a:moveTo>
                  <a:pt x="704850" y="533400"/>
                </a:moveTo>
                <a:lnTo>
                  <a:pt x="714375" y="533400"/>
                </a:lnTo>
                <a:lnTo>
                  <a:pt x="714375" y="542925"/>
                </a:lnTo>
                <a:lnTo>
                  <a:pt x="704850" y="542925"/>
                </a:lnTo>
                <a:close/>
                <a:moveTo>
                  <a:pt x="876300" y="533400"/>
                </a:moveTo>
                <a:lnTo>
                  <a:pt x="895350" y="533400"/>
                </a:lnTo>
                <a:lnTo>
                  <a:pt x="895350" y="542925"/>
                </a:lnTo>
                <a:lnTo>
                  <a:pt x="904875" y="542925"/>
                </a:lnTo>
                <a:lnTo>
                  <a:pt x="904875" y="533400"/>
                </a:lnTo>
                <a:lnTo>
                  <a:pt x="914400" y="533400"/>
                </a:lnTo>
                <a:lnTo>
                  <a:pt x="914400" y="542925"/>
                </a:lnTo>
                <a:lnTo>
                  <a:pt x="904875" y="542925"/>
                </a:lnTo>
                <a:lnTo>
                  <a:pt x="904875" y="561975"/>
                </a:lnTo>
                <a:lnTo>
                  <a:pt x="876300" y="561975"/>
                </a:lnTo>
                <a:lnTo>
                  <a:pt x="876300" y="552450"/>
                </a:lnTo>
                <a:lnTo>
                  <a:pt x="885825" y="552450"/>
                </a:lnTo>
                <a:lnTo>
                  <a:pt x="885825" y="542925"/>
                </a:lnTo>
                <a:lnTo>
                  <a:pt x="876300" y="542925"/>
                </a:lnTo>
                <a:close/>
                <a:moveTo>
                  <a:pt x="142875" y="542925"/>
                </a:moveTo>
                <a:lnTo>
                  <a:pt x="152400" y="542925"/>
                </a:lnTo>
                <a:lnTo>
                  <a:pt x="152400" y="552450"/>
                </a:lnTo>
                <a:lnTo>
                  <a:pt x="142875" y="552450"/>
                </a:lnTo>
                <a:close/>
                <a:moveTo>
                  <a:pt x="257175" y="542925"/>
                </a:moveTo>
                <a:lnTo>
                  <a:pt x="266700" y="542925"/>
                </a:lnTo>
                <a:lnTo>
                  <a:pt x="266700" y="552450"/>
                </a:lnTo>
                <a:lnTo>
                  <a:pt x="257175" y="552450"/>
                </a:lnTo>
                <a:close/>
                <a:moveTo>
                  <a:pt x="666750" y="542925"/>
                </a:moveTo>
                <a:lnTo>
                  <a:pt x="685800" y="542925"/>
                </a:lnTo>
                <a:lnTo>
                  <a:pt x="685800" y="552450"/>
                </a:lnTo>
                <a:lnTo>
                  <a:pt x="666750" y="552450"/>
                </a:lnTo>
                <a:close/>
                <a:moveTo>
                  <a:pt x="238125" y="552450"/>
                </a:moveTo>
                <a:lnTo>
                  <a:pt x="247650" y="552450"/>
                </a:lnTo>
                <a:lnTo>
                  <a:pt x="247650" y="561975"/>
                </a:lnTo>
                <a:lnTo>
                  <a:pt x="238125" y="561975"/>
                </a:lnTo>
                <a:close/>
                <a:moveTo>
                  <a:pt x="723900" y="552450"/>
                </a:moveTo>
                <a:lnTo>
                  <a:pt x="733425" y="552450"/>
                </a:lnTo>
                <a:lnTo>
                  <a:pt x="733425" y="561975"/>
                </a:lnTo>
                <a:lnTo>
                  <a:pt x="723900" y="561975"/>
                </a:lnTo>
                <a:close/>
                <a:moveTo>
                  <a:pt x="742950" y="552450"/>
                </a:moveTo>
                <a:lnTo>
                  <a:pt x="752475" y="552450"/>
                </a:lnTo>
                <a:lnTo>
                  <a:pt x="752475" y="561975"/>
                </a:lnTo>
                <a:lnTo>
                  <a:pt x="742950" y="561975"/>
                </a:lnTo>
                <a:close/>
                <a:moveTo>
                  <a:pt x="1009650" y="552450"/>
                </a:moveTo>
                <a:lnTo>
                  <a:pt x="1019175" y="552450"/>
                </a:lnTo>
                <a:lnTo>
                  <a:pt x="1019175" y="571500"/>
                </a:lnTo>
                <a:lnTo>
                  <a:pt x="1009650" y="571500"/>
                </a:lnTo>
                <a:close/>
                <a:moveTo>
                  <a:pt x="466725" y="561975"/>
                </a:moveTo>
                <a:lnTo>
                  <a:pt x="476250" y="561975"/>
                </a:lnTo>
                <a:lnTo>
                  <a:pt x="476250" y="581025"/>
                </a:lnTo>
                <a:lnTo>
                  <a:pt x="466725" y="581025"/>
                </a:lnTo>
                <a:close/>
                <a:moveTo>
                  <a:pt x="781050" y="561975"/>
                </a:moveTo>
                <a:lnTo>
                  <a:pt x="790575" y="561975"/>
                </a:lnTo>
                <a:lnTo>
                  <a:pt x="790575" y="571500"/>
                </a:lnTo>
                <a:lnTo>
                  <a:pt x="781050" y="571500"/>
                </a:lnTo>
                <a:close/>
                <a:moveTo>
                  <a:pt x="828675" y="561975"/>
                </a:moveTo>
                <a:lnTo>
                  <a:pt x="847725" y="561975"/>
                </a:lnTo>
                <a:lnTo>
                  <a:pt x="847725" y="571500"/>
                </a:lnTo>
                <a:lnTo>
                  <a:pt x="857250" y="571500"/>
                </a:lnTo>
                <a:lnTo>
                  <a:pt x="857250" y="600075"/>
                </a:lnTo>
                <a:lnTo>
                  <a:pt x="809625" y="600075"/>
                </a:lnTo>
                <a:lnTo>
                  <a:pt x="809625" y="590550"/>
                </a:lnTo>
                <a:lnTo>
                  <a:pt x="828675" y="590550"/>
                </a:lnTo>
                <a:lnTo>
                  <a:pt x="828675" y="581025"/>
                </a:lnTo>
                <a:lnTo>
                  <a:pt x="819150" y="581025"/>
                </a:lnTo>
                <a:lnTo>
                  <a:pt x="819150" y="571500"/>
                </a:lnTo>
                <a:lnTo>
                  <a:pt x="828675" y="571500"/>
                </a:lnTo>
                <a:close/>
                <a:moveTo>
                  <a:pt x="904875" y="561975"/>
                </a:moveTo>
                <a:lnTo>
                  <a:pt x="914400" y="561975"/>
                </a:lnTo>
                <a:lnTo>
                  <a:pt x="914400" y="571500"/>
                </a:lnTo>
                <a:lnTo>
                  <a:pt x="904875" y="571500"/>
                </a:lnTo>
                <a:close/>
                <a:moveTo>
                  <a:pt x="152400" y="571500"/>
                </a:moveTo>
                <a:lnTo>
                  <a:pt x="161925" y="571500"/>
                </a:lnTo>
                <a:lnTo>
                  <a:pt x="161925" y="581025"/>
                </a:lnTo>
                <a:lnTo>
                  <a:pt x="152400" y="581025"/>
                </a:lnTo>
                <a:close/>
                <a:moveTo>
                  <a:pt x="400050" y="571500"/>
                </a:moveTo>
                <a:lnTo>
                  <a:pt x="409575" y="571500"/>
                </a:lnTo>
                <a:lnTo>
                  <a:pt x="409575" y="581025"/>
                </a:lnTo>
                <a:lnTo>
                  <a:pt x="400050" y="581025"/>
                </a:lnTo>
                <a:close/>
                <a:moveTo>
                  <a:pt x="962025" y="571500"/>
                </a:moveTo>
                <a:lnTo>
                  <a:pt x="971550" y="571500"/>
                </a:lnTo>
                <a:lnTo>
                  <a:pt x="971550" y="581025"/>
                </a:lnTo>
                <a:lnTo>
                  <a:pt x="981075" y="581025"/>
                </a:lnTo>
                <a:lnTo>
                  <a:pt x="981075" y="590550"/>
                </a:lnTo>
                <a:lnTo>
                  <a:pt x="962025" y="590550"/>
                </a:lnTo>
                <a:close/>
                <a:moveTo>
                  <a:pt x="1028700" y="571500"/>
                </a:moveTo>
                <a:lnTo>
                  <a:pt x="1038225" y="571500"/>
                </a:lnTo>
                <a:lnTo>
                  <a:pt x="1038225" y="581025"/>
                </a:lnTo>
                <a:lnTo>
                  <a:pt x="1028700" y="581025"/>
                </a:lnTo>
                <a:close/>
                <a:moveTo>
                  <a:pt x="257175" y="581025"/>
                </a:moveTo>
                <a:lnTo>
                  <a:pt x="266700" y="581025"/>
                </a:lnTo>
                <a:lnTo>
                  <a:pt x="266700" y="590550"/>
                </a:lnTo>
                <a:lnTo>
                  <a:pt x="257175" y="590550"/>
                </a:lnTo>
                <a:close/>
                <a:moveTo>
                  <a:pt x="457200" y="581025"/>
                </a:moveTo>
                <a:lnTo>
                  <a:pt x="466725" y="581025"/>
                </a:lnTo>
                <a:lnTo>
                  <a:pt x="466725" y="609600"/>
                </a:lnTo>
                <a:lnTo>
                  <a:pt x="457200" y="609600"/>
                </a:lnTo>
                <a:lnTo>
                  <a:pt x="457200" y="619125"/>
                </a:lnTo>
                <a:lnTo>
                  <a:pt x="447675" y="619125"/>
                </a:lnTo>
                <a:lnTo>
                  <a:pt x="447675" y="628650"/>
                </a:lnTo>
                <a:lnTo>
                  <a:pt x="438150" y="628650"/>
                </a:lnTo>
                <a:lnTo>
                  <a:pt x="438150" y="609600"/>
                </a:lnTo>
                <a:lnTo>
                  <a:pt x="447675" y="609600"/>
                </a:lnTo>
                <a:lnTo>
                  <a:pt x="447675" y="600075"/>
                </a:lnTo>
                <a:lnTo>
                  <a:pt x="457200" y="600075"/>
                </a:lnTo>
                <a:close/>
                <a:moveTo>
                  <a:pt x="876300" y="581025"/>
                </a:moveTo>
                <a:lnTo>
                  <a:pt x="885825" y="581025"/>
                </a:lnTo>
                <a:lnTo>
                  <a:pt x="885825" y="590550"/>
                </a:lnTo>
                <a:lnTo>
                  <a:pt x="876300" y="590550"/>
                </a:lnTo>
                <a:close/>
                <a:moveTo>
                  <a:pt x="238125" y="590550"/>
                </a:moveTo>
                <a:lnTo>
                  <a:pt x="247650" y="590550"/>
                </a:lnTo>
                <a:lnTo>
                  <a:pt x="247650" y="600075"/>
                </a:lnTo>
                <a:lnTo>
                  <a:pt x="238125" y="600075"/>
                </a:lnTo>
                <a:close/>
                <a:moveTo>
                  <a:pt x="161925" y="600075"/>
                </a:moveTo>
                <a:lnTo>
                  <a:pt x="171450" y="600075"/>
                </a:lnTo>
                <a:lnTo>
                  <a:pt x="171450" y="609600"/>
                </a:lnTo>
                <a:lnTo>
                  <a:pt x="161925" y="609600"/>
                </a:lnTo>
                <a:close/>
                <a:moveTo>
                  <a:pt x="733425" y="600075"/>
                </a:moveTo>
                <a:lnTo>
                  <a:pt x="742950" y="600075"/>
                </a:lnTo>
                <a:lnTo>
                  <a:pt x="742950" y="609600"/>
                </a:lnTo>
                <a:lnTo>
                  <a:pt x="733425" y="609600"/>
                </a:lnTo>
                <a:close/>
                <a:moveTo>
                  <a:pt x="771525" y="600075"/>
                </a:moveTo>
                <a:lnTo>
                  <a:pt x="781050" y="600075"/>
                </a:lnTo>
                <a:lnTo>
                  <a:pt x="781050" y="619125"/>
                </a:lnTo>
                <a:lnTo>
                  <a:pt x="771525" y="619125"/>
                </a:lnTo>
                <a:close/>
                <a:moveTo>
                  <a:pt x="876300" y="609600"/>
                </a:moveTo>
                <a:lnTo>
                  <a:pt x="885825" y="609600"/>
                </a:lnTo>
                <a:lnTo>
                  <a:pt x="885825" y="619125"/>
                </a:lnTo>
                <a:lnTo>
                  <a:pt x="876300" y="619125"/>
                </a:lnTo>
                <a:close/>
                <a:moveTo>
                  <a:pt x="1000125" y="609600"/>
                </a:moveTo>
                <a:lnTo>
                  <a:pt x="1009650" y="609600"/>
                </a:lnTo>
                <a:lnTo>
                  <a:pt x="1009650" y="619125"/>
                </a:lnTo>
                <a:lnTo>
                  <a:pt x="1000125" y="619125"/>
                </a:lnTo>
                <a:close/>
                <a:moveTo>
                  <a:pt x="190500" y="619125"/>
                </a:moveTo>
                <a:lnTo>
                  <a:pt x="200025" y="619125"/>
                </a:lnTo>
                <a:lnTo>
                  <a:pt x="200025" y="628650"/>
                </a:lnTo>
                <a:lnTo>
                  <a:pt x="190500" y="628650"/>
                </a:lnTo>
                <a:close/>
                <a:moveTo>
                  <a:pt x="781050" y="619125"/>
                </a:moveTo>
                <a:lnTo>
                  <a:pt x="800100" y="619125"/>
                </a:lnTo>
                <a:lnTo>
                  <a:pt x="800100" y="628650"/>
                </a:lnTo>
                <a:lnTo>
                  <a:pt x="781050" y="628650"/>
                </a:lnTo>
                <a:close/>
                <a:moveTo>
                  <a:pt x="885825" y="619125"/>
                </a:moveTo>
                <a:lnTo>
                  <a:pt x="895350" y="619125"/>
                </a:lnTo>
                <a:lnTo>
                  <a:pt x="895350" y="638175"/>
                </a:lnTo>
                <a:lnTo>
                  <a:pt x="885825" y="638175"/>
                </a:lnTo>
                <a:close/>
                <a:moveTo>
                  <a:pt x="171450" y="628650"/>
                </a:moveTo>
                <a:lnTo>
                  <a:pt x="180975" y="628650"/>
                </a:lnTo>
                <a:lnTo>
                  <a:pt x="180975" y="638175"/>
                </a:lnTo>
                <a:lnTo>
                  <a:pt x="171450" y="638175"/>
                </a:lnTo>
                <a:close/>
                <a:moveTo>
                  <a:pt x="342900" y="638175"/>
                </a:moveTo>
                <a:lnTo>
                  <a:pt x="352425" y="638175"/>
                </a:lnTo>
                <a:lnTo>
                  <a:pt x="352425" y="647700"/>
                </a:lnTo>
                <a:lnTo>
                  <a:pt x="342900" y="647700"/>
                </a:lnTo>
                <a:close/>
                <a:moveTo>
                  <a:pt x="409575" y="638175"/>
                </a:moveTo>
                <a:lnTo>
                  <a:pt x="419100" y="638175"/>
                </a:lnTo>
                <a:lnTo>
                  <a:pt x="419100" y="647700"/>
                </a:lnTo>
                <a:lnTo>
                  <a:pt x="409575" y="647700"/>
                </a:lnTo>
                <a:close/>
                <a:moveTo>
                  <a:pt x="200025" y="647700"/>
                </a:moveTo>
                <a:lnTo>
                  <a:pt x="209550" y="647700"/>
                </a:lnTo>
                <a:lnTo>
                  <a:pt x="209550" y="657225"/>
                </a:lnTo>
                <a:lnTo>
                  <a:pt x="200025" y="657225"/>
                </a:lnTo>
                <a:close/>
                <a:moveTo>
                  <a:pt x="314325" y="647700"/>
                </a:moveTo>
                <a:lnTo>
                  <a:pt x="323850" y="647700"/>
                </a:lnTo>
                <a:lnTo>
                  <a:pt x="323850" y="657225"/>
                </a:lnTo>
                <a:lnTo>
                  <a:pt x="314325" y="657225"/>
                </a:lnTo>
                <a:close/>
                <a:moveTo>
                  <a:pt x="371475" y="647700"/>
                </a:moveTo>
                <a:lnTo>
                  <a:pt x="381000" y="647700"/>
                </a:lnTo>
                <a:lnTo>
                  <a:pt x="381000" y="657225"/>
                </a:lnTo>
                <a:lnTo>
                  <a:pt x="371475" y="657225"/>
                </a:lnTo>
                <a:close/>
                <a:moveTo>
                  <a:pt x="723900" y="647700"/>
                </a:moveTo>
                <a:lnTo>
                  <a:pt x="733425" y="647700"/>
                </a:lnTo>
                <a:lnTo>
                  <a:pt x="733425" y="657225"/>
                </a:lnTo>
                <a:lnTo>
                  <a:pt x="723900" y="657225"/>
                </a:lnTo>
                <a:close/>
                <a:moveTo>
                  <a:pt x="962025" y="647700"/>
                </a:moveTo>
                <a:lnTo>
                  <a:pt x="971550" y="647700"/>
                </a:lnTo>
                <a:lnTo>
                  <a:pt x="971550" y="657225"/>
                </a:lnTo>
                <a:lnTo>
                  <a:pt x="962025" y="657225"/>
                </a:lnTo>
                <a:close/>
                <a:moveTo>
                  <a:pt x="285750" y="657225"/>
                </a:moveTo>
                <a:lnTo>
                  <a:pt x="295275" y="657225"/>
                </a:lnTo>
                <a:lnTo>
                  <a:pt x="295275" y="666750"/>
                </a:lnTo>
                <a:lnTo>
                  <a:pt x="285750" y="666750"/>
                </a:lnTo>
                <a:close/>
                <a:moveTo>
                  <a:pt x="342900" y="657225"/>
                </a:moveTo>
                <a:lnTo>
                  <a:pt x="352425" y="657225"/>
                </a:lnTo>
                <a:lnTo>
                  <a:pt x="352425" y="666750"/>
                </a:lnTo>
                <a:lnTo>
                  <a:pt x="342900" y="666750"/>
                </a:lnTo>
                <a:close/>
                <a:moveTo>
                  <a:pt x="257175" y="666750"/>
                </a:moveTo>
                <a:lnTo>
                  <a:pt x="266700" y="666750"/>
                </a:lnTo>
                <a:lnTo>
                  <a:pt x="266700" y="676275"/>
                </a:lnTo>
                <a:lnTo>
                  <a:pt x="257175" y="676275"/>
                </a:lnTo>
                <a:close/>
                <a:moveTo>
                  <a:pt x="190500" y="676275"/>
                </a:moveTo>
                <a:lnTo>
                  <a:pt x="200025" y="676275"/>
                </a:lnTo>
                <a:lnTo>
                  <a:pt x="200025" y="685800"/>
                </a:lnTo>
                <a:lnTo>
                  <a:pt x="190500" y="685800"/>
                </a:lnTo>
                <a:close/>
                <a:moveTo>
                  <a:pt x="219075" y="676275"/>
                </a:moveTo>
                <a:lnTo>
                  <a:pt x="238125" y="676275"/>
                </a:lnTo>
                <a:lnTo>
                  <a:pt x="238125" y="685800"/>
                </a:lnTo>
                <a:lnTo>
                  <a:pt x="219075" y="685800"/>
                </a:lnTo>
                <a:close/>
                <a:moveTo>
                  <a:pt x="962025" y="676275"/>
                </a:moveTo>
                <a:lnTo>
                  <a:pt x="971550" y="676275"/>
                </a:lnTo>
                <a:lnTo>
                  <a:pt x="971550" y="685800"/>
                </a:lnTo>
                <a:lnTo>
                  <a:pt x="962025" y="685800"/>
                </a:lnTo>
                <a:close/>
                <a:moveTo>
                  <a:pt x="790575" y="685800"/>
                </a:moveTo>
                <a:lnTo>
                  <a:pt x="800100" y="685800"/>
                </a:lnTo>
                <a:lnTo>
                  <a:pt x="800100" y="695325"/>
                </a:lnTo>
                <a:lnTo>
                  <a:pt x="790575" y="695325"/>
                </a:lnTo>
                <a:close/>
                <a:moveTo>
                  <a:pt x="914400" y="685800"/>
                </a:moveTo>
                <a:lnTo>
                  <a:pt x="923925" y="685800"/>
                </a:lnTo>
                <a:lnTo>
                  <a:pt x="923925" y="695325"/>
                </a:lnTo>
                <a:lnTo>
                  <a:pt x="914400" y="695325"/>
                </a:lnTo>
                <a:close/>
                <a:moveTo>
                  <a:pt x="942975" y="685800"/>
                </a:moveTo>
                <a:lnTo>
                  <a:pt x="962025" y="685800"/>
                </a:lnTo>
                <a:lnTo>
                  <a:pt x="962025" y="695325"/>
                </a:lnTo>
                <a:lnTo>
                  <a:pt x="942975" y="695325"/>
                </a:lnTo>
                <a:close/>
                <a:moveTo>
                  <a:pt x="733425" y="695325"/>
                </a:moveTo>
                <a:lnTo>
                  <a:pt x="742950" y="695325"/>
                </a:lnTo>
                <a:lnTo>
                  <a:pt x="742950" y="704850"/>
                </a:lnTo>
                <a:lnTo>
                  <a:pt x="733425" y="704850"/>
                </a:lnTo>
                <a:close/>
                <a:moveTo>
                  <a:pt x="838200" y="695325"/>
                </a:moveTo>
                <a:lnTo>
                  <a:pt x="847725" y="695325"/>
                </a:lnTo>
                <a:lnTo>
                  <a:pt x="847725" y="704850"/>
                </a:lnTo>
                <a:lnTo>
                  <a:pt x="838200" y="704850"/>
                </a:lnTo>
                <a:close/>
                <a:moveTo>
                  <a:pt x="971550" y="695325"/>
                </a:moveTo>
                <a:lnTo>
                  <a:pt x="981075" y="695325"/>
                </a:lnTo>
                <a:lnTo>
                  <a:pt x="981075" y="714375"/>
                </a:lnTo>
                <a:lnTo>
                  <a:pt x="971550" y="714375"/>
                </a:lnTo>
                <a:lnTo>
                  <a:pt x="971550" y="723900"/>
                </a:lnTo>
                <a:lnTo>
                  <a:pt x="952500" y="723900"/>
                </a:lnTo>
                <a:lnTo>
                  <a:pt x="952500" y="733425"/>
                </a:lnTo>
                <a:lnTo>
                  <a:pt x="933450" y="733425"/>
                </a:lnTo>
                <a:lnTo>
                  <a:pt x="933450" y="723900"/>
                </a:lnTo>
                <a:lnTo>
                  <a:pt x="942975" y="723900"/>
                </a:lnTo>
                <a:lnTo>
                  <a:pt x="942975" y="714375"/>
                </a:lnTo>
                <a:lnTo>
                  <a:pt x="962025" y="714375"/>
                </a:lnTo>
                <a:lnTo>
                  <a:pt x="962025" y="704850"/>
                </a:lnTo>
                <a:lnTo>
                  <a:pt x="971550" y="704850"/>
                </a:lnTo>
                <a:close/>
                <a:moveTo>
                  <a:pt x="885825" y="704850"/>
                </a:moveTo>
                <a:lnTo>
                  <a:pt x="895350" y="704850"/>
                </a:lnTo>
                <a:lnTo>
                  <a:pt x="895350" y="714375"/>
                </a:lnTo>
                <a:lnTo>
                  <a:pt x="885825" y="714375"/>
                </a:lnTo>
                <a:close/>
                <a:moveTo>
                  <a:pt x="838200" y="714375"/>
                </a:moveTo>
                <a:lnTo>
                  <a:pt x="847725" y="714375"/>
                </a:lnTo>
                <a:lnTo>
                  <a:pt x="847725" y="723900"/>
                </a:lnTo>
                <a:lnTo>
                  <a:pt x="838200" y="723900"/>
                </a:lnTo>
                <a:close/>
              </a:path>
            </a:pathLst>
          </a:custGeom>
          <a:solidFill xmlns:a="http://schemas.openxmlformats.org/drawingml/2006/main">
            <a:srgbClr val="E4E1D5"/>
          </a:solidFill>
          <a:ln xmlns:a="http://schemas.openxmlformats.org/drawingml/2006/main" w="0">
            <a:noFill/>
          </a:ln>
        </p:spPr>
      </p:sp>
      <p:sp>
        <p:nvSpPr>
          <p:cNvPr id="32" name="v00 vector #b4bbb2">
            <a:extLst xmlns:a="http://schemas.openxmlformats.org/drawingml/2006/main">
              <a:ext uri="{FF2B5EF4-FFF2-40B4-BE49-F238E27FC236}">
                <a16:creationId xmlns:a16="http://schemas.microsoft.com/office/drawing/2014/main" id="{C9FC5014-8B2D-4554-A850-A032BE924F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5350" y="2362200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447675" y="19050"/>
                </a:moveTo>
                <a:lnTo>
                  <a:pt x="466725" y="19050"/>
                </a:lnTo>
                <a:lnTo>
                  <a:pt x="466725" y="28575"/>
                </a:lnTo>
                <a:lnTo>
                  <a:pt x="447675" y="28575"/>
                </a:lnTo>
                <a:close/>
                <a:moveTo>
                  <a:pt x="838200" y="19050"/>
                </a:moveTo>
                <a:lnTo>
                  <a:pt x="847725" y="19050"/>
                </a:lnTo>
                <a:lnTo>
                  <a:pt x="847725" y="28575"/>
                </a:lnTo>
                <a:lnTo>
                  <a:pt x="838200" y="28575"/>
                </a:lnTo>
                <a:close/>
                <a:moveTo>
                  <a:pt x="466725" y="28575"/>
                </a:moveTo>
                <a:lnTo>
                  <a:pt x="476250" y="28575"/>
                </a:lnTo>
                <a:lnTo>
                  <a:pt x="476250" y="38100"/>
                </a:lnTo>
                <a:lnTo>
                  <a:pt x="466725" y="38100"/>
                </a:lnTo>
                <a:close/>
                <a:moveTo>
                  <a:pt x="447675" y="38100"/>
                </a:moveTo>
                <a:lnTo>
                  <a:pt x="457200" y="38100"/>
                </a:lnTo>
                <a:lnTo>
                  <a:pt x="457200" y="47625"/>
                </a:lnTo>
                <a:lnTo>
                  <a:pt x="447675" y="47625"/>
                </a:lnTo>
                <a:close/>
                <a:moveTo>
                  <a:pt x="838200" y="38100"/>
                </a:moveTo>
                <a:lnTo>
                  <a:pt x="847725" y="38100"/>
                </a:lnTo>
                <a:lnTo>
                  <a:pt x="847725" y="47625"/>
                </a:lnTo>
                <a:lnTo>
                  <a:pt x="838200" y="47625"/>
                </a:lnTo>
                <a:close/>
                <a:moveTo>
                  <a:pt x="904875" y="38100"/>
                </a:moveTo>
                <a:lnTo>
                  <a:pt x="914400" y="38100"/>
                </a:lnTo>
                <a:lnTo>
                  <a:pt x="914400" y="47625"/>
                </a:lnTo>
                <a:lnTo>
                  <a:pt x="923925" y="47625"/>
                </a:lnTo>
                <a:lnTo>
                  <a:pt x="923925" y="66675"/>
                </a:lnTo>
                <a:lnTo>
                  <a:pt x="914400" y="66675"/>
                </a:lnTo>
                <a:lnTo>
                  <a:pt x="914400" y="57150"/>
                </a:lnTo>
                <a:lnTo>
                  <a:pt x="904875" y="57150"/>
                </a:lnTo>
                <a:close/>
                <a:moveTo>
                  <a:pt x="333375" y="47625"/>
                </a:moveTo>
                <a:lnTo>
                  <a:pt x="342900" y="47625"/>
                </a:lnTo>
                <a:lnTo>
                  <a:pt x="342900" y="66675"/>
                </a:lnTo>
                <a:lnTo>
                  <a:pt x="333375" y="66675"/>
                </a:lnTo>
                <a:lnTo>
                  <a:pt x="333375" y="76200"/>
                </a:lnTo>
                <a:lnTo>
                  <a:pt x="323850" y="76200"/>
                </a:lnTo>
                <a:lnTo>
                  <a:pt x="323850" y="57150"/>
                </a:lnTo>
                <a:lnTo>
                  <a:pt x="333375" y="57150"/>
                </a:lnTo>
                <a:close/>
                <a:moveTo>
                  <a:pt x="409575" y="47625"/>
                </a:moveTo>
                <a:lnTo>
                  <a:pt x="419100" y="47625"/>
                </a:lnTo>
                <a:lnTo>
                  <a:pt x="419100" y="57150"/>
                </a:lnTo>
                <a:lnTo>
                  <a:pt x="409575" y="57150"/>
                </a:lnTo>
                <a:close/>
                <a:moveTo>
                  <a:pt x="876300" y="47625"/>
                </a:moveTo>
                <a:lnTo>
                  <a:pt x="885825" y="47625"/>
                </a:lnTo>
                <a:lnTo>
                  <a:pt x="885825" y="57150"/>
                </a:lnTo>
                <a:lnTo>
                  <a:pt x="876300" y="57150"/>
                </a:lnTo>
                <a:close/>
                <a:moveTo>
                  <a:pt x="942975" y="47625"/>
                </a:moveTo>
                <a:lnTo>
                  <a:pt x="952500" y="47625"/>
                </a:lnTo>
                <a:lnTo>
                  <a:pt x="952500" y="57150"/>
                </a:lnTo>
                <a:lnTo>
                  <a:pt x="942975" y="57150"/>
                </a:lnTo>
                <a:close/>
                <a:moveTo>
                  <a:pt x="295275" y="57150"/>
                </a:moveTo>
                <a:lnTo>
                  <a:pt x="304800" y="57150"/>
                </a:lnTo>
                <a:lnTo>
                  <a:pt x="304800" y="76200"/>
                </a:lnTo>
                <a:lnTo>
                  <a:pt x="295275" y="76200"/>
                </a:lnTo>
                <a:lnTo>
                  <a:pt x="295275" y="85725"/>
                </a:lnTo>
                <a:lnTo>
                  <a:pt x="285750" y="85725"/>
                </a:lnTo>
                <a:lnTo>
                  <a:pt x="285750" y="66675"/>
                </a:lnTo>
                <a:lnTo>
                  <a:pt x="295275" y="66675"/>
                </a:lnTo>
                <a:close/>
                <a:moveTo>
                  <a:pt x="371475" y="57150"/>
                </a:moveTo>
                <a:lnTo>
                  <a:pt x="381000" y="57150"/>
                </a:lnTo>
                <a:lnTo>
                  <a:pt x="381000" y="66675"/>
                </a:lnTo>
                <a:lnTo>
                  <a:pt x="371475" y="66675"/>
                </a:lnTo>
                <a:close/>
                <a:moveTo>
                  <a:pt x="790575" y="57150"/>
                </a:moveTo>
                <a:lnTo>
                  <a:pt x="800100" y="57150"/>
                </a:lnTo>
                <a:lnTo>
                  <a:pt x="800100" y="66675"/>
                </a:lnTo>
                <a:lnTo>
                  <a:pt x="790575" y="66675"/>
                </a:lnTo>
                <a:close/>
                <a:moveTo>
                  <a:pt x="809625" y="57150"/>
                </a:moveTo>
                <a:lnTo>
                  <a:pt x="819150" y="57150"/>
                </a:lnTo>
                <a:lnTo>
                  <a:pt x="819150" y="66675"/>
                </a:lnTo>
                <a:lnTo>
                  <a:pt x="809625" y="66675"/>
                </a:lnTo>
                <a:close/>
                <a:moveTo>
                  <a:pt x="981075" y="57150"/>
                </a:moveTo>
                <a:lnTo>
                  <a:pt x="990600" y="57150"/>
                </a:lnTo>
                <a:lnTo>
                  <a:pt x="990600" y="66675"/>
                </a:lnTo>
                <a:lnTo>
                  <a:pt x="981075" y="66675"/>
                </a:lnTo>
                <a:close/>
                <a:moveTo>
                  <a:pt x="247650" y="66675"/>
                </a:moveTo>
                <a:lnTo>
                  <a:pt x="257175" y="66675"/>
                </a:lnTo>
                <a:lnTo>
                  <a:pt x="257175" y="85725"/>
                </a:lnTo>
                <a:lnTo>
                  <a:pt x="247650" y="85725"/>
                </a:lnTo>
                <a:lnTo>
                  <a:pt x="247650" y="95250"/>
                </a:lnTo>
                <a:lnTo>
                  <a:pt x="238125" y="95250"/>
                </a:lnTo>
                <a:lnTo>
                  <a:pt x="238125" y="76200"/>
                </a:lnTo>
                <a:lnTo>
                  <a:pt x="247650" y="76200"/>
                </a:lnTo>
                <a:close/>
                <a:moveTo>
                  <a:pt x="942975" y="66675"/>
                </a:moveTo>
                <a:lnTo>
                  <a:pt x="952500" y="66675"/>
                </a:lnTo>
                <a:lnTo>
                  <a:pt x="952500" y="76200"/>
                </a:lnTo>
                <a:lnTo>
                  <a:pt x="942975" y="76200"/>
                </a:lnTo>
                <a:close/>
                <a:moveTo>
                  <a:pt x="1019175" y="66675"/>
                </a:moveTo>
                <a:lnTo>
                  <a:pt x="1028700" y="66675"/>
                </a:lnTo>
                <a:lnTo>
                  <a:pt x="1028700" y="76200"/>
                </a:lnTo>
                <a:lnTo>
                  <a:pt x="1019175" y="76200"/>
                </a:lnTo>
                <a:close/>
                <a:moveTo>
                  <a:pt x="209550" y="76200"/>
                </a:moveTo>
                <a:lnTo>
                  <a:pt x="219075" y="76200"/>
                </a:lnTo>
                <a:lnTo>
                  <a:pt x="219075" y="95250"/>
                </a:lnTo>
                <a:lnTo>
                  <a:pt x="190500" y="95250"/>
                </a:lnTo>
                <a:lnTo>
                  <a:pt x="190500" y="85725"/>
                </a:lnTo>
                <a:lnTo>
                  <a:pt x="209550" y="85725"/>
                </a:lnTo>
                <a:close/>
                <a:moveTo>
                  <a:pt x="466725" y="76200"/>
                </a:moveTo>
                <a:lnTo>
                  <a:pt x="476250" y="76200"/>
                </a:lnTo>
                <a:lnTo>
                  <a:pt x="476250" y="85725"/>
                </a:lnTo>
                <a:lnTo>
                  <a:pt x="466725" y="85725"/>
                </a:lnTo>
                <a:close/>
                <a:moveTo>
                  <a:pt x="981075" y="76200"/>
                </a:moveTo>
                <a:lnTo>
                  <a:pt x="990600" y="76200"/>
                </a:lnTo>
                <a:lnTo>
                  <a:pt x="990600" y="85725"/>
                </a:lnTo>
                <a:lnTo>
                  <a:pt x="981075" y="85725"/>
                </a:lnTo>
                <a:close/>
                <a:moveTo>
                  <a:pt x="638175" y="85725"/>
                </a:moveTo>
                <a:lnTo>
                  <a:pt x="657225" y="85725"/>
                </a:lnTo>
                <a:lnTo>
                  <a:pt x="657225" y="95250"/>
                </a:lnTo>
                <a:lnTo>
                  <a:pt x="638175" y="95250"/>
                </a:lnTo>
                <a:close/>
                <a:moveTo>
                  <a:pt x="1019175" y="85725"/>
                </a:moveTo>
                <a:lnTo>
                  <a:pt x="1028700" y="85725"/>
                </a:lnTo>
                <a:lnTo>
                  <a:pt x="1028700" y="95250"/>
                </a:lnTo>
                <a:lnTo>
                  <a:pt x="1019175" y="95250"/>
                </a:lnTo>
                <a:close/>
                <a:moveTo>
                  <a:pt x="1076325" y="85725"/>
                </a:moveTo>
                <a:lnTo>
                  <a:pt x="1085850" y="85725"/>
                </a:lnTo>
                <a:lnTo>
                  <a:pt x="1085850" y="95250"/>
                </a:lnTo>
                <a:lnTo>
                  <a:pt x="1076325" y="95250"/>
                </a:lnTo>
                <a:close/>
                <a:moveTo>
                  <a:pt x="180975" y="95250"/>
                </a:moveTo>
                <a:lnTo>
                  <a:pt x="190500" y="95250"/>
                </a:lnTo>
                <a:lnTo>
                  <a:pt x="190500" y="104775"/>
                </a:lnTo>
                <a:lnTo>
                  <a:pt x="209550" y="104775"/>
                </a:lnTo>
                <a:lnTo>
                  <a:pt x="209550" y="123825"/>
                </a:lnTo>
                <a:lnTo>
                  <a:pt x="190500" y="123825"/>
                </a:lnTo>
                <a:lnTo>
                  <a:pt x="190500" y="114300"/>
                </a:lnTo>
                <a:lnTo>
                  <a:pt x="180975" y="114300"/>
                </a:lnTo>
                <a:close/>
                <a:moveTo>
                  <a:pt x="628650" y="95250"/>
                </a:moveTo>
                <a:lnTo>
                  <a:pt x="638175" y="95250"/>
                </a:lnTo>
                <a:lnTo>
                  <a:pt x="638175" y="104775"/>
                </a:lnTo>
                <a:lnTo>
                  <a:pt x="628650" y="104775"/>
                </a:lnTo>
                <a:close/>
                <a:moveTo>
                  <a:pt x="676275" y="95250"/>
                </a:moveTo>
                <a:lnTo>
                  <a:pt x="685800" y="95250"/>
                </a:lnTo>
                <a:lnTo>
                  <a:pt x="685800" y="104775"/>
                </a:lnTo>
                <a:lnTo>
                  <a:pt x="676275" y="104775"/>
                </a:lnTo>
                <a:close/>
                <a:moveTo>
                  <a:pt x="800100" y="95250"/>
                </a:moveTo>
                <a:lnTo>
                  <a:pt x="809625" y="95250"/>
                </a:lnTo>
                <a:lnTo>
                  <a:pt x="809625" y="104775"/>
                </a:lnTo>
                <a:lnTo>
                  <a:pt x="800100" y="104775"/>
                </a:lnTo>
                <a:close/>
                <a:moveTo>
                  <a:pt x="1057275" y="95250"/>
                </a:moveTo>
                <a:lnTo>
                  <a:pt x="1066800" y="95250"/>
                </a:lnTo>
                <a:lnTo>
                  <a:pt x="1066800" y="104775"/>
                </a:lnTo>
                <a:lnTo>
                  <a:pt x="1057275" y="104775"/>
                </a:lnTo>
                <a:close/>
                <a:moveTo>
                  <a:pt x="495300" y="104775"/>
                </a:moveTo>
                <a:lnTo>
                  <a:pt x="504825" y="104775"/>
                </a:lnTo>
                <a:lnTo>
                  <a:pt x="504825" y="114300"/>
                </a:lnTo>
                <a:lnTo>
                  <a:pt x="495300" y="114300"/>
                </a:lnTo>
                <a:close/>
                <a:moveTo>
                  <a:pt x="685800" y="104775"/>
                </a:moveTo>
                <a:lnTo>
                  <a:pt x="695325" y="104775"/>
                </a:lnTo>
                <a:lnTo>
                  <a:pt x="695325" y="123825"/>
                </a:lnTo>
                <a:lnTo>
                  <a:pt x="685800" y="123825"/>
                </a:lnTo>
                <a:close/>
                <a:moveTo>
                  <a:pt x="333375" y="114300"/>
                </a:moveTo>
                <a:lnTo>
                  <a:pt x="342900" y="114300"/>
                </a:lnTo>
                <a:lnTo>
                  <a:pt x="342900" y="123825"/>
                </a:lnTo>
                <a:lnTo>
                  <a:pt x="333375" y="123825"/>
                </a:lnTo>
                <a:close/>
                <a:moveTo>
                  <a:pt x="361950" y="114300"/>
                </a:moveTo>
                <a:lnTo>
                  <a:pt x="371475" y="114300"/>
                </a:lnTo>
                <a:lnTo>
                  <a:pt x="371475" y="123825"/>
                </a:lnTo>
                <a:lnTo>
                  <a:pt x="361950" y="123825"/>
                </a:lnTo>
                <a:close/>
                <a:moveTo>
                  <a:pt x="504825" y="114300"/>
                </a:moveTo>
                <a:lnTo>
                  <a:pt x="523875" y="114300"/>
                </a:lnTo>
                <a:lnTo>
                  <a:pt x="523875" y="123825"/>
                </a:lnTo>
                <a:lnTo>
                  <a:pt x="533400" y="123825"/>
                </a:lnTo>
                <a:lnTo>
                  <a:pt x="533400" y="142875"/>
                </a:lnTo>
                <a:lnTo>
                  <a:pt x="514350" y="142875"/>
                </a:lnTo>
                <a:lnTo>
                  <a:pt x="514350" y="133350"/>
                </a:lnTo>
                <a:lnTo>
                  <a:pt x="504825" y="133350"/>
                </a:lnTo>
                <a:close/>
                <a:moveTo>
                  <a:pt x="933450" y="114300"/>
                </a:moveTo>
                <a:lnTo>
                  <a:pt x="942975" y="114300"/>
                </a:lnTo>
                <a:lnTo>
                  <a:pt x="942975" y="123825"/>
                </a:lnTo>
                <a:lnTo>
                  <a:pt x="933450" y="123825"/>
                </a:lnTo>
                <a:close/>
                <a:moveTo>
                  <a:pt x="314325" y="123825"/>
                </a:moveTo>
                <a:lnTo>
                  <a:pt x="323850" y="123825"/>
                </a:lnTo>
                <a:lnTo>
                  <a:pt x="323850" y="133350"/>
                </a:lnTo>
                <a:lnTo>
                  <a:pt x="314325" y="133350"/>
                </a:lnTo>
                <a:close/>
                <a:moveTo>
                  <a:pt x="561975" y="123825"/>
                </a:moveTo>
                <a:lnTo>
                  <a:pt x="571500" y="123825"/>
                </a:lnTo>
                <a:lnTo>
                  <a:pt x="571500" y="133350"/>
                </a:lnTo>
                <a:lnTo>
                  <a:pt x="590550" y="133350"/>
                </a:lnTo>
                <a:lnTo>
                  <a:pt x="590550" y="152400"/>
                </a:lnTo>
                <a:lnTo>
                  <a:pt x="581025" y="152400"/>
                </a:lnTo>
                <a:lnTo>
                  <a:pt x="581025" y="142875"/>
                </a:lnTo>
                <a:lnTo>
                  <a:pt x="561975" y="142875"/>
                </a:lnTo>
                <a:close/>
                <a:moveTo>
                  <a:pt x="619125" y="123825"/>
                </a:moveTo>
                <a:lnTo>
                  <a:pt x="628650" y="123825"/>
                </a:lnTo>
                <a:lnTo>
                  <a:pt x="628650" y="133350"/>
                </a:lnTo>
                <a:lnTo>
                  <a:pt x="619125" y="133350"/>
                </a:lnTo>
                <a:close/>
                <a:moveTo>
                  <a:pt x="885825" y="123825"/>
                </a:moveTo>
                <a:lnTo>
                  <a:pt x="895350" y="123825"/>
                </a:lnTo>
                <a:lnTo>
                  <a:pt x="895350" y="133350"/>
                </a:lnTo>
                <a:lnTo>
                  <a:pt x="885825" y="133350"/>
                </a:lnTo>
                <a:close/>
                <a:moveTo>
                  <a:pt x="304800" y="133350"/>
                </a:moveTo>
                <a:lnTo>
                  <a:pt x="314325" y="133350"/>
                </a:lnTo>
                <a:lnTo>
                  <a:pt x="314325" y="142875"/>
                </a:lnTo>
                <a:lnTo>
                  <a:pt x="304800" y="142875"/>
                </a:lnTo>
                <a:close/>
                <a:moveTo>
                  <a:pt x="609600" y="133350"/>
                </a:moveTo>
                <a:lnTo>
                  <a:pt x="619125" y="133350"/>
                </a:lnTo>
                <a:lnTo>
                  <a:pt x="619125" y="161925"/>
                </a:lnTo>
                <a:lnTo>
                  <a:pt x="609600" y="161925"/>
                </a:lnTo>
                <a:close/>
                <a:moveTo>
                  <a:pt x="771525" y="133350"/>
                </a:moveTo>
                <a:lnTo>
                  <a:pt x="781050" y="133350"/>
                </a:lnTo>
                <a:lnTo>
                  <a:pt x="781050" y="142875"/>
                </a:lnTo>
                <a:lnTo>
                  <a:pt x="771525" y="142875"/>
                </a:lnTo>
                <a:close/>
                <a:moveTo>
                  <a:pt x="876300" y="133350"/>
                </a:moveTo>
                <a:lnTo>
                  <a:pt x="885825" y="133350"/>
                </a:lnTo>
                <a:lnTo>
                  <a:pt x="885825" y="152400"/>
                </a:lnTo>
                <a:lnTo>
                  <a:pt x="876300" y="152400"/>
                </a:lnTo>
                <a:close/>
                <a:moveTo>
                  <a:pt x="1066800" y="133350"/>
                </a:moveTo>
                <a:lnTo>
                  <a:pt x="1085850" y="133350"/>
                </a:lnTo>
                <a:lnTo>
                  <a:pt x="1085850" y="142875"/>
                </a:lnTo>
                <a:lnTo>
                  <a:pt x="1076325" y="142875"/>
                </a:lnTo>
                <a:lnTo>
                  <a:pt x="1076325" y="152400"/>
                </a:lnTo>
                <a:lnTo>
                  <a:pt x="1057275" y="152400"/>
                </a:lnTo>
                <a:lnTo>
                  <a:pt x="1057275" y="142875"/>
                </a:lnTo>
                <a:lnTo>
                  <a:pt x="1066800" y="142875"/>
                </a:lnTo>
                <a:close/>
                <a:moveTo>
                  <a:pt x="352425" y="142875"/>
                </a:moveTo>
                <a:lnTo>
                  <a:pt x="361950" y="142875"/>
                </a:lnTo>
                <a:lnTo>
                  <a:pt x="361950" y="152400"/>
                </a:lnTo>
                <a:lnTo>
                  <a:pt x="352425" y="152400"/>
                </a:lnTo>
                <a:close/>
                <a:moveTo>
                  <a:pt x="209550" y="152400"/>
                </a:moveTo>
                <a:lnTo>
                  <a:pt x="219075" y="152400"/>
                </a:lnTo>
                <a:lnTo>
                  <a:pt x="219075" y="161925"/>
                </a:lnTo>
                <a:lnTo>
                  <a:pt x="209550" y="161925"/>
                </a:lnTo>
                <a:close/>
                <a:moveTo>
                  <a:pt x="295275" y="152400"/>
                </a:moveTo>
                <a:lnTo>
                  <a:pt x="304800" y="152400"/>
                </a:lnTo>
                <a:lnTo>
                  <a:pt x="304800" y="161925"/>
                </a:lnTo>
                <a:lnTo>
                  <a:pt x="314325" y="161925"/>
                </a:lnTo>
                <a:lnTo>
                  <a:pt x="314325" y="180975"/>
                </a:lnTo>
                <a:lnTo>
                  <a:pt x="304800" y="180975"/>
                </a:lnTo>
                <a:lnTo>
                  <a:pt x="304800" y="171450"/>
                </a:lnTo>
                <a:lnTo>
                  <a:pt x="295275" y="171450"/>
                </a:lnTo>
                <a:close/>
                <a:moveTo>
                  <a:pt x="466725" y="152400"/>
                </a:moveTo>
                <a:lnTo>
                  <a:pt x="485775" y="152400"/>
                </a:lnTo>
                <a:lnTo>
                  <a:pt x="485775" y="161925"/>
                </a:lnTo>
                <a:lnTo>
                  <a:pt x="476250" y="161925"/>
                </a:lnTo>
                <a:lnTo>
                  <a:pt x="476250" y="171450"/>
                </a:lnTo>
                <a:lnTo>
                  <a:pt x="457200" y="171450"/>
                </a:lnTo>
                <a:lnTo>
                  <a:pt x="457200" y="161925"/>
                </a:lnTo>
                <a:lnTo>
                  <a:pt x="466725" y="161925"/>
                </a:lnTo>
                <a:close/>
                <a:moveTo>
                  <a:pt x="723900" y="152400"/>
                </a:moveTo>
                <a:lnTo>
                  <a:pt x="733425" y="152400"/>
                </a:lnTo>
                <a:lnTo>
                  <a:pt x="733425" y="161925"/>
                </a:lnTo>
                <a:lnTo>
                  <a:pt x="742950" y="161925"/>
                </a:lnTo>
                <a:lnTo>
                  <a:pt x="742950" y="180975"/>
                </a:lnTo>
                <a:lnTo>
                  <a:pt x="733425" y="180975"/>
                </a:lnTo>
                <a:lnTo>
                  <a:pt x="733425" y="171450"/>
                </a:lnTo>
                <a:lnTo>
                  <a:pt x="723900" y="171450"/>
                </a:lnTo>
                <a:close/>
                <a:moveTo>
                  <a:pt x="885825" y="152400"/>
                </a:moveTo>
                <a:lnTo>
                  <a:pt x="904875" y="152400"/>
                </a:lnTo>
                <a:lnTo>
                  <a:pt x="904875" y="161925"/>
                </a:lnTo>
                <a:lnTo>
                  <a:pt x="885825" y="161925"/>
                </a:lnTo>
                <a:close/>
                <a:moveTo>
                  <a:pt x="619125" y="161925"/>
                </a:moveTo>
                <a:lnTo>
                  <a:pt x="628650" y="161925"/>
                </a:lnTo>
                <a:lnTo>
                  <a:pt x="628650" y="171450"/>
                </a:lnTo>
                <a:lnTo>
                  <a:pt x="619125" y="171450"/>
                </a:lnTo>
                <a:close/>
                <a:moveTo>
                  <a:pt x="933450" y="161925"/>
                </a:moveTo>
                <a:lnTo>
                  <a:pt x="942975" y="161925"/>
                </a:lnTo>
                <a:lnTo>
                  <a:pt x="942975" y="171450"/>
                </a:lnTo>
                <a:lnTo>
                  <a:pt x="933450" y="171450"/>
                </a:lnTo>
                <a:close/>
                <a:moveTo>
                  <a:pt x="390525" y="171450"/>
                </a:moveTo>
                <a:lnTo>
                  <a:pt x="400050" y="171450"/>
                </a:lnTo>
                <a:lnTo>
                  <a:pt x="400050" y="180975"/>
                </a:lnTo>
                <a:lnTo>
                  <a:pt x="390525" y="180975"/>
                </a:lnTo>
                <a:close/>
                <a:moveTo>
                  <a:pt x="685800" y="171450"/>
                </a:moveTo>
                <a:lnTo>
                  <a:pt x="695325" y="171450"/>
                </a:lnTo>
                <a:lnTo>
                  <a:pt x="695325" y="180975"/>
                </a:lnTo>
                <a:lnTo>
                  <a:pt x="685800" y="180975"/>
                </a:lnTo>
                <a:close/>
                <a:moveTo>
                  <a:pt x="828675" y="171450"/>
                </a:moveTo>
                <a:lnTo>
                  <a:pt x="838200" y="171450"/>
                </a:lnTo>
                <a:lnTo>
                  <a:pt x="838200" y="180975"/>
                </a:lnTo>
                <a:lnTo>
                  <a:pt x="828675" y="180975"/>
                </a:lnTo>
                <a:close/>
                <a:moveTo>
                  <a:pt x="923925" y="171450"/>
                </a:moveTo>
                <a:lnTo>
                  <a:pt x="933450" y="171450"/>
                </a:lnTo>
                <a:lnTo>
                  <a:pt x="933450" y="180975"/>
                </a:lnTo>
                <a:lnTo>
                  <a:pt x="923925" y="180975"/>
                </a:lnTo>
                <a:close/>
                <a:moveTo>
                  <a:pt x="1057275" y="171450"/>
                </a:moveTo>
                <a:lnTo>
                  <a:pt x="1076325" y="171450"/>
                </a:lnTo>
                <a:lnTo>
                  <a:pt x="1076325" y="180975"/>
                </a:lnTo>
                <a:lnTo>
                  <a:pt x="1066800" y="180975"/>
                </a:lnTo>
                <a:lnTo>
                  <a:pt x="1066800" y="190500"/>
                </a:lnTo>
                <a:lnTo>
                  <a:pt x="1047750" y="190500"/>
                </a:lnTo>
                <a:lnTo>
                  <a:pt x="1047750" y="180975"/>
                </a:lnTo>
                <a:lnTo>
                  <a:pt x="1057275" y="180975"/>
                </a:lnTo>
                <a:close/>
                <a:moveTo>
                  <a:pt x="790575" y="180975"/>
                </a:moveTo>
                <a:lnTo>
                  <a:pt x="800100" y="180975"/>
                </a:lnTo>
                <a:lnTo>
                  <a:pt x="800100" y="190500"/>
                </a:lnTo>
                <a:lnTo>
                  <a:pt x="790575" y="190500"/>
                </a:lnTo>
                <a:close/>
                <a:moveTo>
                  <a:pt x="838200" y="180975"/>
                </a:moveTo>
                <a:lnTo>
                  <a:pt x="847725" y="180975"/>
                </a:lnTo>
                <a:lnTo>
                  <a:pt x="847725" y="190500"/>
                </a:lnTo>
                <a:lnTo>
                  <a:pt x="838200" y="190500"/>
                </a:lnTo>
                <a:close/>
                <a:moveTo>
                  <a:pt x="200025" y="190500"/>
                </a:moveTo>
                <a:lnTo>
                  <a:pt x="219075" y="190500"/>
                </a:lnTo>
                <a:lnTo>
                  <a:pt x="219075" y="200025"/>
                </a:lnTo>
                <a:lnTo>
                  <a:pt x="228600" y="200025"/>
                </a:lnTo>
                <a:lnTo>
                  <a:pt x="228600" y="209550"/>
                </a:lnTo>
                <a:lnTo>
                  <a:pt x="209550" y="209550"/>
                </a:lnTo>
                <a:lnTo>
                  <a:pt x="209550" y="200025"/>
                </a:lnTo>
                <a:lnTo>
                  <a:pt x="200025" y="200025"/>
                </a:lnTo>
                <a:close/>
                <a:moveTo>
                  <a:pt x="447675" y="209550"/>
                </a:moveTo>
                <a:lnTo>
                  <a:pt x="476250" y="209550"/>
                </a:lnTo>
                <a:lnTo>
                  <a:pt x="476250" y="219075"/>
                </a:lnTo>
                <a:lnTo>
                  <a:pt x="466725" y="219075"/>
                </a:lnTo>
                <a:lnTo>
                  <a:pt x="466725" y="228600"/>
                </a:lnTo>
                <a:lnTo>
                  <a:pt x="447675" y="228600"/>
                </a:lnTo>
                <a:close/>
                <a:moveTo>
                  <a:pt x="895350" y="219075"/>
                </a:moveTo>
                <a:lnTo>
                  <a:pt x="904875" y="219075"/>
                </a:lnTo>
                <a:lnTo>
                  <a:pt x="904875" y="228600"/>
                </a:lnTo>
                <a:lnTo>
                  <a:pt x="895350" y="228600"/>
                </a:lnTo>
                <a:close/>
                <a:moveTo>
                  <a:pt x="1038225" y="219075"/>
                </a:moveTo>
                <a:lnTo>
                  <a:pt x="1047750" y="219075"/>
                </a:lnTo>
                <a:lnTo>
                  <a:pt x="1047750" y="228600"/>
                </a:lnTo>
                <a:lnTo>
                  <a:pt x="1038225" y="228600"/>
                </a:lnTo>
                <a:close/>
                <a:moveTo>
                  <a:pt x="371475" y="228600"/>
                </a:moveTo>
                <a:lnTo>
                  <a:pt x="381000" y="228600"/>
                </a:lnTo>
                <a:lnTo>
                  <a:pt x="381000" y="238125"/>
                </a:lnTo>
                <a:lnTo>
                  <a:pt x="371475" y="238125"/>
                </a:lnTo>
                <a:close/>
                <a:moveTo>
                  <a:pt x="904875" y="228600"/>
                </a:moveTo>
                <a:lnTo>
                  <a:pt x="914400" y="228600"/>
                </a:lnTo>
                <a:lnTo>
                  <a:pt x="914400" y="238125"/>
                </a:lnTo>
                <a:lnTo>
                  <a:pt x="904875" y="238125"/>
                </a:lnTo>
                <a:close/>
                <a:moveTo>
                  <a:pt x="209550" y="238125"/>
                </a:moveTo>
                <a:lnTo>
                  <a:pt x="219075" y="238125"/>
                </a:lnTo>
                <a:lnTo>
                  <a:pt x="219075" y="247650"/>
                </a:lnTo>
                <a:lnTo>
                  <a:pt x="209550" y="247650"/>
                </a:lnTo>
                <a:close/>
                <a:moveTo>
                  <a:pt x="228600" y="238125"/>
                </a:moveTo>
                <a:lnTo>
                  <a:pt x="238125" y="238125"/>
                </a:lnTo>
                <a:lnTo>
                  <a:pt x="238125" y="247650"/>
                </a:lnTo>
                <a:lnTo>
                  <a:pt x="228600" y="247650"/>
                </a:lnTo>
                <a:close/>
                <a:moveTo>
                  <a:pt x="619125" y="238125"/>
                </a:moveTo>
                <a:lnTo>
                  <a:pt x="638175" y="238125"/>
                </a:lnTo>
                <a:lnTo>
                  <a:pt x="638175" y="247650"/>
                </a:lnTo>
                <a:lnTo>
                  <a:pt x="619125" y="247650"/>
                </a:lnTo>
                <a:close/>
                <a:moveTo>
                  <a:pt x="828675" y="238125"/>
                </a:moveTo>
                <a:lnTo>
                  <a:pt x="847725" y="238125"/>
                </a:lnTo>
                <a:lnTo>
                  <a:pt x="847725" y="247650"/>
                </a:lnTo>
                <a:lnTo>
                  <a:pt x="838200" y="247650"/>
                </a:lnTo>
                <a:lnTo>
                  <a:pt x="838200" y="257175"/>
                </a:lnTo>
                <a:lnTo>
                  <a:pt x="819150" y="257175"/>
                </a:lnTo>
                <a:lnTo>
                  <a:pt x="819150" y="247650"/>
                </a:lnTo>
                <a:lnTo>
                  <a:pt x="828675" y="247650"/>
                </a:lnTo>
                <a:close/>
                <a:moveTo>
                  <a:pt x="590550" y="247650"/>
                </a:moveTo>
                <a:lnTo>
                  <a:pt x="600075" y="247650"/>
                </a:lnTo>
                <a:lnTo>
                  <a:pt x="600075" y="257175"/>
                </a:lnTo>
                <a:lnTo>
                  <a:pt x="590550" y="257175"/>
                </a:lnTo>
                <a:close/>
                <a:moveTo>
                  <a:pt x="1038225" y="247650"/>
                </a:moveTo>
                <a:lnTo>
                  <a:pt x="1057275" y="247650"/>
                </a:lnTo>
                <a:lnTo>
                  <a:pt x="1057275" y="257175"/>
                </a:lnTo>
                <a:lnTo>
                  <a:pt x="1047750" y="257175"/>
                </a:lnTo>
                <a:lnTo>
                  <a:pt x="1047750" y="266700"/>
                </a:lnTo>
                <a:lnTo>
                  <a:pt x="1028700" y="266700"/>
                </a:lnTo>
                <a:lnTo>
                  <a:pt x="1028700" y="257175"/>
                </a:lnTo>
                <a:lnTo>
                  <a:pt x="1038225" y="257175"/>
                </a:lnTo>
                <a:close/>
                <a:moveTo>
                  <a:pt x="371475" y="257175"/>
                </a:moveTo>
                <a:lnTo>
                  <a:pt x="381000" y="257175"/>
                </a:lnTo>
                <a:lnTo>
                  <a:pt x="381000" y="266700"/>
                </a:lnTo>
                <a:lnTo>
                  <a:pt x="371475" y="266700"/>
                </a:lnTo>
                <a:close/>
                <a:moveTo>
                  <a:pt x="447675" y="257175"/>
                </a:moveTo>
                <a:lnTo>
                  <a:pt x="466725" y="257175"/>
                </a:lnTo>
                <a:lnTo>
                  <a:pt x="466725" y="276225"/>
                </a:lnTo>
                <a:lnTo>
                  <a:pt x="438150" y="276225"/>
                </a:lnTo>
                <a:lnTo>
                  <a:pt x="438150" y="266700"/>
                </a:lnTo>
                <a:lnTo>
                  <a:pt x="447675" y="266700"/>
                </a:lnTo>
                <a:close/>
                <a:moveTo>
                  <a:pt x="581025" y="257175"/>
                </a:moveTo>
                <a:lnTo>
                  <a:pt x="590550" y="257175"/>
                </a:lnTo>
                <a:lnTo>
                  <a:pt x="590550" y="266700"/>
                </a:lnTo>
                <a:lnTo>
                  <a:pt x="581025" y="266700"/>
                </a:lnTo>
                <a:close/>
                <a:moveTo>
                  <a:pt x="571500" y="266700"/>
                </a:moveTo>
                <a:lnTo>
                  <a:pt x="581025" y="266700"/>
                </a:lnTo>
                <a:lnTo>
                  <a:pt x="581025" y="276225"/>
                </a:lnTo>
                <a:lnTo>
                  <a:pt x="571500" y="276225"/>
                </a:lnTo>
                <a:close/>
                <a:moveTo>
                  <a:pt x="219075" y="276225"/>
                </a:moveTo>
                <a:lnTo>
                  <a:pt x="238125" y="276225"/>
                </a:lnTo>
                <a:lnTo>
                  <a:pt x="238125" y="285750"/>
                </a:lnTo>
                <a:lnTo>
                  <a:pt x="247650" y="285750"/>
                </a:lnTo>
                <a:lnTo>
                  <a:pt x="247650" y="295275"/>
                </a:lnTo>
                <a:lnTo>
                  <a:pt x="228600" y="295275"/>
                </a:lnTo>
                <a:lnTo>
                  <a:pt x="228600" y="285750"/>
                </a:lnTo>
                <a:lnTo>
                  <a:pt x="219075" y="285750"/>
                </a:lnTo>
                <a:close/>
                <a:moveTo>
                  <a:pt x="600075" y="285750"/>
                </a:moveTo>
                <a:lnTo>
                  <a:pt x="609600" y="285750"/>
                </a:lnTo>
                <a:lnTo>
                  <a:pt x="609600" y="295275"/>
                </a:lnTo>
                <a:lnTo>
                  <a:pt x="600075" y="295275"/>
                </a:lnTo>
                <a:close/>
                <a:moveTo>
                  <a:pt x="1019175" y="285750"/>
                </a:moveTo>
                <a:lnTo>
                  <a:pt x="1028700" y="285750"/>
                </a:lnTo>
                <a:lnTo>
                  <a:pt x="1028700" y="295275"/>
                </a:lnTo>
                <a:lnTo>
                  <a:pt x="1019175" y="295275"/>
                </a:lnTo>
                <a:close/>
                <a:moveTo>
                  <a:pt x="1038225" y="285750"/>
                </a:moveTo>
                <a:lnTo>
                  <a:pt x="1047750" y="285750"/>
                </a:lnTo>
                <a:lnTo>
                  <a:pt x="1047750" y="295275"/>
                </a:lnTo>
                <a:lnTo>
                  <a:pt x="1038225" y="295275"/>
                </a:lnTo>
                <a:close/>
                <a:moveTo>
                  <a:pt x="838200" y="295275"/>
                </a:moveTo>
                <a:lnTo>
                  <a:pt x="847725" y="295275"/>
                </a:lnTo>
                <a:lnTo>
                  <a:pt x="847725" y="304800"/>
                </a:lnTo>
                <a:lnTo>
                  <a:pt x="857250" y="304800"/>
                </a:lnTo>
                <a:lnTo>
                  <a:pt x="857250" y="333375"/>
                </a:lnTo>
                <a:lnTo>
                  <a:pt x="847725" y="333375"/>
                </a:lnTo>
                <a:lnTo>
                  <a:pt x="847725" y="323850"/>
                </a:lnTo>
                <a:lnTo>
                  <a:pt x="838200" y="323850"/>
                </a:lnTo>
                <a:close/>
                <a:moveTo>
                  <a:pt x="371475" y="304800"/>
                </a:moveTo>
                <a:lnTo>
                  <a:pt x="381000" y="304800"/>
                </a:lnTo>
                <a:lnTo>
                  <a:pt x="381000" y="323850"/>
                </a:lnTo>
                <a:lnTo>
                  <a:pt x="371475" y="323850"/>
                </a:lnTo>
                <a:lnTo>
                  <a:pt x="371475" y="333375"/>
                </a:lnTo>
                <a:lnTo>
                  <a:pt x="342900" y="333375"/>
                </a:lnTo>
                <a:lnTo>
                  <a:pt x="342900" y="342900"/>
                </a:lnTo>
                <a:lnTo>
                  <a:pt x="333375" y="342900"/>
                </a:lnTo>
                <a:lnTo>
                  <a:pt x="333375" y="323850"/>
                </a:lnTo>
                <a:lnTo>
                  <a:pt x="342900" y="323850"/>
                </a:lnTo>
                <a:lnTo>
                  <a:pt x="342900" y="314325"/>
                </a:lnTo>
                <a:lnTo>
                  <a:pt x="371475" y="314325"/>
                </a:lnTo>
                <a:close/>
                <a:moveTo>
                  <a:pt x="428625" y="304800"/>
                </a:moveTo>
                <a:lnTo>
                  <a:pt x="438150" y="304800"/>
                </a:lnTo>
                <a:lnTo>
                  <a:pt x="438150" y="314325"/>
                </a:lnTo>
                <a:lnTo>
                  <a:pt x="428625" y="314325"/>
                </a:lnTo>
                <a:close/>
                <a:moveTo>
                  <a:pt x="647700" y="304800"/>
                </a:moveTo>
                <a:lnTo>
                  <a:pt x="657225" y="304800"/>
                </a:lnTo>
                <a:lnTo>
                  <a:pt x="657225" y="314325"/>
                </a:lnTo>
                <a:lnTo>
                  <a:pt x="647700" y="314325"/>
                </a:lnTo>
                <a:close/>
                <a:moveTo>
                  <a:pt x="809625" y="304800"/>
                </a:moveTo>
                <a:lnTo>
                  <a:pt x="819150" y="304800"/>
                </a:lnTo>
                <a:lnTo>
                  <a:pt x="819150" y="314325"/>
                </a:lnTo>
                <a:lnTo>
                  <a:pt x="809625" y="314325"/>
                </a:lnTo>
                <a:close/>
                <a:moveTo>
                  <a:pt x="409575" y="314325"/>
                </a:moveTo>
                <a:lnTo>
                  <a:pt x="428625" y="314325"/>
                </a:lnTo>
                <a:lnTo>
                  <a:pt x="428625" y="323850"/>
                </a:lnTo>
                <a:lnTo>
                  <a:pt x="409575" y="323850"/>
                </a:lnTo>
                <a:close/>
                <a:moveTo>
                  <a:pt x="447675" y="314325"/>
                </a:moveTo>
                <a:lnTo>
                  <a:pt x="457200" y="314325"/>
                </a:lnTo>
                <a:lnTo>
                  <a:pt x="457200" y="323850"/>
                </a:lnTo>
                <a:lnTo>
                  <a:pt x="447675" y="323850"/>
                </a:lnTo>
                <a:close/>
                <a:moveTo>
                  <a:pt x="638175" y="314325"/>
                </a:moveTo>
                <a:lnTo>
                  <a:pt x="647700" y="314325"/>
                </a:lnTo>
                <a:lnTo>
                  <a:pt x="647700" y="323850"/>
                </a:lnTo>
                <a:lnTo>
                  <a:pt x="638175" y="323850"/>
                </a:lnTo>
                <a:close/>
                <a:moveTo>
                  <a:pt x="885825" y="314325"/>
                </a:moveTo>
                <a:lnTo>
                  <a:pt x="895350" y="314325"/>
                </a:lnTo>
                <a:lnTo>
                  <a:pt x="895350" y="323850"/>
                </a:lnTo>
                <a:lnTo>
                  <a:pt x="885825" y="323850"/>
                </a:lnTo>
                <a:close/>
                <a:moveTo>
                  <a:pt x="304800" y="323850"/>
                </a:moveTo>
                <a:lnTo>
                  <a:pt x="314325" y="323850"/>
                </a:lnTo>
                <a:lnTo>
                  <a:pt x="314325" y="333375"/>
                </a:lnTo>
                <a:lnTo>
                  <a:pt x="304800" y="333375"/>
                </a:lnTo>
                <a:close/>
                <a:moveTo>
                  <a:pt x="923925" y="323850"/>
                </a:moveTo>
                <a:lnTo>
                  <a:pt x="933450" y="323850"/>
                </a:lnTo>
                <a:lnTo>
                  <a:pt x="933450" y="333375"/>
                </a:lnTo>
                <a:lnTo>
                  <a:pt x="923925" y="333375"/>
                </a:lnTo>
                <a:close/>
                <a:moveTo>
                  <a:pt x="1009650" y="323850"/>
                </a:moveTo>
                <a:lnTo>
                  <a:pt x="1019175" y="323850"/>
                </a:lnTo>
                <a:lnTo>
                  <a:pt x="1019175" y="333375"/>
                </a:lnTo>
                <a:lnTo>
                  <a:pt x="1009650" y="333375"/>
                </a:lnTo>
                <a:close/>
                <a:moveTo>
                  <a:pt x="1028700" y="323850"/>
                </a:moveTo>
                <a:lnTo>
                  <a:pt x="1038225" y="323850"/>
                </a:lnTo>
                <a:lnTo>
                  <a:pt x="1038225" y="333375"/>
                </a:lnTo>
                <a:lnTo>
                  <a:pt x="1028700" y="333375"/>
                </a:lnTo>
                <a:close/>
                <a:moveTo>
                  <a:pt x="885825" y="333375"/>
                </a:moveTo>
                <a:lnTo>
                  <a:pt x="895350" y="333375"/>
                </a:lnTo>
                <a:lnTo>
                  <a:pt x="895350" y="342900"/>
                </a:lnTo>
                <a:lnTo>
                  <a:pt x="885825" y="342900"/>
                </a:lnTo>
                <a:close/>
                <a:moveTo>
                  <a:pt x="952500" y="333375"/>
                </a:moveTo>
                <a:lnTo>
                  <a:pt x="962025" y="333375"/>
                </a:lnTo>
                <a:lnTo>
                  <a:pt x="962025" y="342900"/>
                </a:lnTo>
                <a:lnTo>
                  <a:pt x="971550" y="342900"/>
                </a:lnTo>
                <a:lnTo>
                  <a:pt x="971550" y="361950"/>
                </a:lnTo>
                <a:lnTo>
                  <a:pt x="962025" y="361950"/>
                </a:lnTo>
                <a:lnTo>
                  <a:pt x="962025" y="352425"/>
                </a:lnTo>
                <a:lnTo>
                  <a:pt x="952500" y="352425"/>
                </a:lnTo>
                <a:close/>
                <a:moveTo>
                  <a:pt x="304800" y="342900"/>
                </a:moveTo>
                <a:lnTo>
                  <a:pt x="314325" y="342900"/>
                </a:lnTo>
                <a:lnTo>
                  <a:pt x="314325" y="352425"/>
                </a:lnTo>
                <a:lnTo>
                  <a:pt x="304800" y="352425"/>
                </a:lnTo>
                <a:close/>
                <a:moveTo>
                  <a:pt x="657225" y="342900"/>
                </a:moveTo>
                <a:lnTo>
                  <a:pt x="666750" y="342900"/>
                </a:lnTo>
                <a:lnTo>
                  <a:pt x="666750" y="352425"/>
                </a:lnTo>
                <a:lnTo>
                  <a:pt x="657225" y="352425"/>
                </a:lnTo>
                <a:close/>
                <a:moveTo>
                  <a:pt x="923925" y="342900"/>
                </a:moveTo>
                <a:lnTo>
                  <a:pt x="933450" y="342900"/>
                </a:lnTo>
                <a:lnTo>
                  <a:pt x="933450" y="352425"/>
                </a:lnTo>
                <a:lnTo>
                  <a:pt x="923925" y="352425"/>
                </a:lnTo>
                <a:close/>
                <a:moveTo>
                  <a:pt x="295275" y="352425"/>
                </a:moveTo>
                <a:lnTo>
                  <a:pt x="304800" y="352425"/>
                </a:lnTo>
                <a:lnTo>
                  <a:pt x="304800" y="371475"/>
                </a:lnTo>
                <a:lnTo>
                  <a:pt x="295275" y="371475"/>
                </a:lnTo>
                <a:close/>
                <a:moveTo>
                  <a:pt x="809625" y="352425"/>
                </a:moveTo>
                <a:lnTo>
                  <a:pt x="828675" y="352425"/>
                </a:lnTo>
                <a:lnTo>
                  <a:pt x="828675" y="371475"/>
                </a:lnTo>
                <a:lnTo>
                  <a:pt x="800100" y="371475"/>
                </a:lnTo>
                <a:lnTo>
                  <a:pt x="800100" y="361950"/>
                </a:lnTo>
                <a:lnTo>
                  <a:pt x="809625" y="361950"/>
                </a:lnTo>
                <a:close/>
                <a:moveTo>
                  <a:pt x="190500" y="361950"/>
                </a:moveTo>
                <a:lnTo>
                  <a:pt x="200025" y="361950"/>
                </a:lnTo>
                <a:lnTo>
                  <a:pt x="200025" y="371475"/>
                </a:lnTo>
                <a:lnTo>
                  <a:pt x="190500" y="371475"/>
                </a:lnTo>
                <a:close/>
                <a:moveTo>
                  <a:pt x="409575" y="361950"/>
                </a:moveTo>
                <a:lnTo>
                  <a:pt x="419100" y="361950"/>
                </a:lnTo>
                <a:lnTo>
                  <a:pt x="419100" y="381000"/>
                </a:lnTo>
                <a:lnTo>
                  <a:pt x="409575" y="381000"/>
                </a:lnTo>
                <a:close/>
                <a:moveTo>
                  <a:pt x="438150" y="361950"/>
                </a:moveTo>
                <a:lnTo>
                  <a:pt x="447675" y="361950"/>
                </a:lnTo>
                <a:lnTo>
                  <a:pt x="447675" y="371475"/>
                </a:lnTo>
                <a:lnTo>
                  <a:pt x="438150" y="371475"/>
                </a:lnTo>
                <a:close/>
                <a:moveTo>
                  <a:pt x="990600" y="361950"/>
                </a:moveTo>
                <a:lnTo>
                  <a:pt x="1000125" y="361950"/>
                </a:lnTo>
                <a:lnTo>
                  <a:pt x="1000125" y="371475"/>
                </a:lnTo>
                <a:lnTo>
                  <a:pt x="990600" y="371475"/>
                </a:lnTo>
                <a:close/>
                <a:moveTo>
                  <a:pt x="1019175" y="361950"/>
                </a:moveTo>
                <a:lnTo>
                  <a:pt x="1028700" y="361950"/>
                </a:lnTo>
                <a:lnTo>
                  <a:pt x="1028700" y="371475"/>
                </a:lnTo>
                <a:lnTo>
                  <a:pt x="1019175" y="371475"/>
                </a:lnTo>
                <a:close/>
                <a:moveTo>
                  <a:pt x="161925" y="371475"/>
                </a:moveTo>
                <a:lnTo>
                  <a:pt x="171450" y="371475"/>
                </a:lnTo>
                <a:lnTo>
                  <a:pt x="171450" y="390525"/>
                </a:lnTo>
                <a:lnTo>
                  <a:pt x="161925" y="390525"/>
                </a:lnTo>
                <a:lnTo>
                  <a:pt x="161925" y="400050"/>
                </a:lnTo>
                <a:lnTo>
                  <a:pt x="152400" y="400050"/>
                </a:lnTo>
                <a:lnTo>
                  <a:pt x="152400" y="381000"/>
                </a:lnTo>
                <a:lnTo>
                  <a:pt x="161925" y="381000"/>
                </a:lnTo>
                <a:close/>
                <a:moveTo>
                  <a:pt x="600075" y="371475"/>
                </a:moveTo>
                <a:lnTo>
                  <a:pt x="609600" y="371475"/>
                </a:lnTo>
                <a:lnTo>
                  <a:pt x="609600" y="381000"/>
                </a:lnTo>
                <a:lnTo>
                  <a:pt x="600075" y="381000"/>
                </a:lnTo>
                <a:close/>
                <a:moveTo>
                  <a:pt x="609600" y="381000"/>
                </a:moveTo>
                <a:lnTo>
                  <a:pt x="619125" y="381000"/>
                </a:lnTo>
                <a:lnTo>
                  <a:pt x="619125" y="400050"/>
                </a:lnTo>
                <a:lnTo>
                  <a:pt x="600075" y="400050"/>
                </a:lnTo>
                <a:lnTo>
                  <a:pt x="600075" y="390525"/>
                </a:lnTo>
                <a:lnTo>
                  <a:pt x="609600" y="390525"/>
                </a:lnTo>
                <a:close/>
                <a:moveTo>
                  <a:pt x="238125" y="390525"/>
                </a:moveTo>
                <a:lnTo>
                  <a:pt x="266700" y="390525"/>
                </a:lnTo>
                <a:lnTo>
                  <a:pt x="266700" y="400050"/>
                </a:lnTo>
                <a:lnTo>
                  <a:pt x="238125" y="400050"/>
                </a:lnTo>
                <a:close/>
                <a:moveTo>
                  <a:pt x="590550" y="400050"/>
                </a:moveTo>
                <a:lnTo>
                  <a:pt x="600075" y="400050"/>
                </a:lnTo>
                <a:lnTo>
                  <a:pt x="600075" y="409575"/>
                </a:lnTo>
                <a:lnTo>
                  <a:pt x="590550" y="409575"/>
                </a:lnTo>
                <a:close/>
                <a:moveTo>
                  <a:pt x="342900" y="409575"/>
                </a:moveTo>
                <a:lnTo>
                  <a:pt x="371475" y="409575"/>
                </a:lnTo>
                <a:lnTo>
                  <a:pt x="371475" y="428625"/>
                </a:lnTo>
                <a:lnTo>
                  <a:pt x="352425" y="428625"/>
                </a:lnTo>
                <a:lnTo>
                  <a:pt x="352425" y="438150"/>
                </a:lnTo>
                <a:lnTo>
                  <a:pt x="342900" y="438150"/>
                </a:lnTo>
                <a:close/>
                <a:moveTo>
                  <a:pt x="847725" y="409575"/>
                </a:moveTo>
                <a:lnTo>
                  <a:pt x="857250" y="409575"/>
                </a:lnTo>
                <a:lnTo>
                  <a:pt x="857250" y="419100"/>
                </a:lnTo>
                <a:lnTo>
                  <a:pt x="866775" y="419100"/>
                </a:lnTo>
                <a:lnTo>
                  <a:pt x="866775" y="428625"/>
                </a:lnTo>
                <a:lnTo>
                  <a:pt x="847725" y="428625"/>
                </a:lnTo>
                <a:close/>
                <a:moveTo>
                  <a:pt x="314325" y="419100"/>
                </a:moveTo>
                <a:lnTo>
                  <a:pt x="323850" y="419100"/>
                </a:lnTo>
                <a:lnTo>
                  <a:pt x="323850" y="428625"/>
                </a:lnTo>
                <a:lnTo>
                  <a:pt x="314325" y="428625"/>
                </a:lnTo>
                <a:close/>
                <a:moveTo>
                  <a:pt x="419100" y="419100"/>
                </a:moveTo>
                <a:lnTo>
                  <a:pt x="428625" y="419100"/>
                </a:lnTo>
                <a:lnTo>
                  <a:pt x="428625" y="438150"/>
                </a:lnTo>
                <a:lnTo>
                  <a:pt x="409575" y="438150"/>
                </a:lnTo>
                <a:lnTo>
                  <a:pt x="409575" y="428625"/>
                </a:lnTo>
                <a:lnTo>
                  <a:pt x="419100" y="428625"/>
                </a:lnTo>
                <a:close/>
                <a:moveTo>
                  <a:pt x="790575" y="419100"/>
                </a:moveTo>
                <a:lnTo>
                  <a:pt x="800100" y="419100"/>
                </a:lnTo>
                <a:lnTo>
                  <a:pt x="800100" y="438150"/>
                </a:lnTo>
                <a:lnTo>
                  <a:pt x="790575" y="438150"/>
                </a:lnTo>
                <a:close/>
                <a:moveTo>
                  <a:pt x="123825" y="428625"/>
                </a:moveTo>
                <a:lnTo>
                  <a:pt x="133350" y="428625"/>
                </a:lnTo>
                <a:lnTo>
                  <a:pt x="133350" y="438150"/>
                </a:lnTo>
                <a:lnTo>
                  <a:pt x="123825" y="438150"/>
                </a:lnTo>
                <a:close/>
                <a:moveTo>
                  <a:pt x="304800" y="428625"/>
                </a:moveTo>
                <a:lnTo>
                  <a:pt x="314325" y="428625"/>
                </a:lnTo>
                <a:lnTo>
                  <a:pt x="314325" y="438150"/>
                </a:lnTo>
                <a:lnTo>
                  <a:pt x="304800" y="438150"/>
                </a:lnTo>
                <a:close/>
                <a:moveTo>
                  <a:pt x="200025" y="438150"/>
                </a:moveTo>
                <a:lnTo>
                  <a:pt x="209550" y="438150"/>
                </a:lnTo>
                <a:lnTo>
                  <a:pt x="209550" y="447675"/>
                </a:lnTo>
                <a:lnTo>
                  <a:pt x="200025" y="447675"/>
                </a:lnTo>
                <a:close/>
                <a:moveTo>
                  <a:pt x="314325" y="438150"/>
                </a:moveTo>
                <a:lnTo>
                  <a:pt x="323850" y="438150"/>
                </a:lnTo>
                <a:lnTo>
                  <a:pt x="323850" y="447675"/>
                </a:lnTo>
                <a:lnTo>
                  <a:pt x="314325" y="447675"/>
                </a:lnTo>
                <a:close/>
                <a:moveTo>
                  <a:pt x="733425" y="438150"/>
                </a:moveTo>
                <a:lnTo>
                  <a:pt x="742950" y="438150"/>
                </a:lnTo>
                <a:lnTo>
                  <a:pt x="742950" y="447675"/>
                </a:lnTo>
                <a:lnTo>
                  <a:pt x="762000" y="447675"/>
                </a:lnTo>
                <a:lnTo>
                  <a:pt x="762000" y="485775"/>
                </a:lnTo>
                <a:lnTo>
                  <a:pt x="752475" y="485775"/>
                </a:lnTo>
                <a:lnTo>
                  <a:pt x="752475" y="466725"/>
                </a:lnTo>
                <a:lnTo>
                  <a:pt x="742950" y="466725"/>
                </a:lnTo>
                <a:lnTo>
                  <a:pt x="742950" y="457200"/>
                </a:lnTo>
                <a:lnTo>
                  <a:pt x="733425" y="457200"/>
                </a:lnTo>
                <a:close/>
                <a:moveTo>
                  <a:pt x="781050" y="438150"/>
                </a:moveTo>
                <a:lnTo>
                  <a:pt x="790575" y="438150"/>
                </a:lnTo>
                <a:lnTo>
                  <a:pt x="790575" y="447675"/>
                </a:lnTo>
                <a:lnTo>
                  <a:pt x="781050" y="447675"/>
                </a:lnTo>
                <a:close/>
                <a:moveTo>
                  <a:pt x="942975" y="438150"/>
                </a:moveTo>
                <a:lnTo>
                  <a:pt x="962025" y="438150"/>
                </a:lnTo>
                <a:lnTo>
                  <a:pt x="962025" y="457200"/>
                </a:lnTo>
                <a:lnTo>
                  <a:pt x="942975" y="457200"/>
                </a:lnTo>
                <a:close/>
                <a:moveTo>
                  <a:pt x="981075" y="438150"/>
                </a:moveTo>
                <a:lnTo>
                  <a:pt x="990600" y="438150"/>
                </a:lnTo>
                <a:lnTo>
                  <a:pt x="990600" y="447675"/>
                </a:lnTo>
                <a:lnTo>
                  <a:pt x="1000125" y="447675"/>
                </a:lnTo>
                <a:lnTo>
                  <a:pt x="1000125" y="466725"/>
                </a:lnTo>
                <a:lnTo>
                  <a:pt x="990600" y="466725"/>
                </a:lnTo>
                <a:lnTo>
                  <a:pt x="990600" y="457200"/>
                </a:lnTo>
                <a:lnTo>
                  <a:pt x="981075" y="457200"/>
                </a:lnTo>
                <a:close/>
                <a:moveTo>
                  <a:pt x="180975" y="447675"/>
                </a:moveTo>
                <a:lnTo>
                  <a:pt x="190500" y="447675"/>
                </a:lnTo>
                <a:lnTo>
                  <a:pt x="190500" y="485775"/>
                </a:lnTo>
                <a:lnTo>
                  <a:pt x="209550" y="485775"/>
                </a:lnTo>
                <a:lnTo>
                  <a:pt x="209550" y="495300"/>
                </a:lnTo>
                <a:lnTo>
                  <a:pt x="180975" y="495300"/>
                </a:lnTo>
                <a:close/>
                <a:moveTo>
                  <a:pt x="209550" y="447675"/>
                </a:moveTo>
                <a:lnTo>
                  <a:pt x="219075" y="447675"/>
                </a:lnTo>
                <a:lnTo>
                  <a:pt x="219075" y="457200"/>
                </a:lnTo>
                <a:lnTo>
                  <a:pt x="209550" y="457200"/>
                </a:lnTo>
                <a:close/>
                <a:moveTo>
                  <a:pt x="238125" y="447675"/>
                </a:moveTo>
                <a:lnTo>
                  <a:pt x="247650" y="447675"/>
                </a:lnTo>
                <a:lnTo>
                  <a:pt x="247650" y="457200"/>
                </a:lnTo>
                <a:lnTo>
                  <a:pt x="238125" y="457200"/>
                </a:lnTo>
                <a:close/>
                <a:moveTo>
                  <a:pt x="866775" y="447675"/>
                </a:moveTo>
                <a:lnTo>
                  <a:pt x="876300" y="447675"/>
                </a:lnTo>
                <a:lnTo>
                  <a:pt x="876300" y="457200"/>
                </a:lnTo>
                <a:lnTo>
                  <a:pt x="866775" y="457200"/>
                </a:lnTo>
                <a:close/>
                <a:moveTo>
                  <a:pt x="1028700" y="447675"/>
                </a:moveTo>
                <a:lnTo>
                  <a:pt x="1038225" y="447675"/>
                </a:lnTo>
                <a:lnTo>
                  <a:pt x="1038225" y="457200"/>
                </a:lnTo>
                <a:lnTo>
                  <a:pt x="1028700" y="457200"/>
                </a:lnTo>
                <a:close/>
                <a:moveTo>
                  <a:pt x="114300" y="457200"/>
                </a:moveTo>
                <a:lnTo>
                  <a:pt x="123825" y="457200"/>
                </a:lnTo>
                <a:lnTo>
                  <a:pt x="123825" y="466725"/>
                </a:lnTo>
                <a:lnTo>
                  <a:pt x="114300" y="466725"/>
                </a:lnTo>
                <a:close/>
                <a:moveTo>
                  <a:pt x="133350" y="457200"/>
                </a:moveTo>
                <a:lnTo>
                  <a:pt x="142875" y="457200"/>
                </a:lnTo>
                <a:lnTo>
                  <a:pt x="142875" y="466725"/>
                </a:lnTo>
                <a:lnTo>
                  <a:pt x="133350" y="466725"/>
                </a:lnTo>
                <a:close/>
                <a:moveTo>
                  <a:pt x="228600" y="457200"/>
                </a:moveTo>
                <a:lnTo>
                  <a:pt x="238125" y="457200"/>
                </a:lnTo>
                <a:lnTo>
                  <a:pt x="238125" y="466725"/>
                </a:lnTo>
                <a:lnTo>
                  <a:pt x="228600" y="466725"/>
                </a:lnTo>
                <a:close/>
                <a:moveTo>
                  <a:pt x="361950" y="457200"/>
                </a:moveTo>
                <a:lnTo>
                  <a:pt x="381000" y="457200"/>
                </a:lnTo>
                <a:lnTo>
                  <a:pt x="381000" y="476250"/>
                </a:lnTo>
                <a:lnTo>
                  <a:pt x="371475" y="476250"/>
                </a:lnTo>
                <a:lnTo>
                  <a:pt x="371475" y="466725"/>
                </a:lnTo>
                <a:lnTo>
                  <a:pt x="361950" y="466725"/>
                </a:lnTo>
                <a:close/>
                <a:moveTo>
                  <a:pt x="714375" y="457200"/>
                </a:moveTo>
                <a:lnTo>
                  <a:pt x="723900" y="457200"/>
                </a:lnTo>
                <a:lnTo>
                  <a:pt x="723900" y="466725"/>
                </a:lnTo>
                <a:lnTo>
                  <a:pt x="714375" y="466725"/>
                </a:lnTo>
                <a:close/>
                <a:moveTo>
                  <a:pt x="876300" y="457200"/>
                </a:moveTo>
                <a:lnTo>
                  <a:pt x="885825" y="457200"/>
                </a:lnTo>
                <a:lnTo>
                  <a:pt x="885825" y="466725"/>
                </a:lnTo>
                <a:lnTo>
                  <a:pt x="876300" y="466725"/>
                </a:lnTo>
                <a:close/>
                <a:moveTo>
                  <a:pt x="923925" y="457200"/>
                </a:moveTo>
                <a:lnTo>
                  <a:pt x="933450" y="457200"/>
                </a:lnTo>
                <a:lnTo>
                  <a:pt x="933450" y="466725"/>
                </a:lnTo>
                <a:lnTo>
                  <a:pt x="923925" y="466725"/>
                </a:lnTo>
                <a:close/>
                <a:moveTo>
                  <a:pt x="1038225" y="457200"/>
                </a:moveTo>
                <a:lnTo>
                  <a:pt x="1047750" y="457200"/>
                </a:lnTo>
                <a:lnTo>
                  <a:pt x="1047750" y="485775"/>
                </a:lnTo>
                <a:lnTo>
                  <a:pt x="1028700" y="485775"/>
                </a:lnTo>
                <a:lnTo>
                  <a:pt x="1028700" y="476250"/>
                </a:lnTo>
                <a:lnTo>
                  <a:pt x="1019175" y="476250"/>
                </a:lnTo>
                <a:lnTo>
                  <a:pt x="1019175" y="466725"/>
                </a:lnTo>
                <a:lnTo>
                  <a:pt x="1028700" y="466725"/>
                </a:lnTo>
                <a:lnTo>
                  <a:pt x="1028700" y="476250"/>
                </a:lnTo>
                <a:lnTo>
                  <a:pt x="1038225" y="476250"/>
                </a:lnTo>
                <a:close/>
                <a:moveTo>
                  <a:pt x="238125" y="466725"/>
                </a:moveTo>
                <a:lnTo>
                  <a:pt x="247650" y="466725"/>
                </a:lnTo>
                <a:lnTo>
                  <a:pt x="247650" y="476250"/>
                </a:lnTo>
                <a:lnTo>
                  <a:pt x="238125" y="476250"/>
                </a:lnTo>
                <a:close/>
                <a:moveTo>
                  <a:pt x="333375" y="466725"/>
                </a:moveTo>
                <a:lnTo>
                  <a:pt x="342900" y="466725"/>
                </a:lnTo>
                <a:lnTo>
                  <a:pt x="342900" y="476250"/>
                </a:lnTo>
                <a:lnTo>
                  <a:pt x="333375" y="476250"/>
                </a:lnTo>
                <a:close/>
                <a:moveTo>
                  <a:pt x="695325" y="466725"/>
                </a:moveTo>
                <a:lnTo>
                  <a:pt x="714375" y="466725"/>
                </a:lnTo>
                <a:lnTo>
                  <a:pt x="714375" y="476250"/>
                </a:lnTo>
                <a:lnTo>
                  <a:pt x="704850" y="476250"/>
                </a:lnTo>
                <a:lnTo>
                  <a:pt x="704850" y="485775"/>
                </a:lnTo>
                <a:lnTo>
                  <a:pt x="685800" y="485775"/>
                </a:lnTo>
                <a:lnTo>
                  <a:pt x="685800" y="476250"/>
                </a:lnTo>
                <a:lnTo>
                  <a:pt x="695325" y="476250"/>
                </a:lnTo>
                <a:close/>
                <a:moveTo>
                  <a:pt x="895350" y="466725"/>
                </a:moveTo>
                <a:lnTo>
                  <a:pt x="914400" y="466725"/>
                </a:lnTo>
                <a:lnTo>
                  <a:pt x="914400" y="476250"/>
                </a:lnTo>
                <a:lnTo>
                  <a:pt x="895350" y="476250"/>
                </a:lnTo>
                <a:close/>
                <a:moveTo>
                  <a:pt x="314325" y="476250"/>
                </a:moveTo>
                <a:lnTo>
                  <a:pt x="333375" y="476250"/>
                </a:lnTo>
                <a:lnTo>
                  <a:pt x="333375" y="485775"/>
                </a:lnTo>
                <a:lnTo>
                  <a:pt x="342900" y="485775"/>
                </a:lnTo>
                <a:lnTo>
                  <a:pt x="342900" y="495300"/>
                </a:lnTo>
                <a:lnTo>
                  <a:pt x="323850" y="495300"/>
                </a:lnTo>
                <a:lnTo>
                  <a:pt x="323850" y="485775"/>
                </a:lnTo>
                <a:lnTo>
                  <a:pt x="314325" y="485775"/>
                </a:lnTo>
                <a:close/>
                <a:moveTo>
                  <a:pt x="428625" y="476250"/>
                </a:moveTo>
                <a:lnTo>
                  <a:pt x="438150" y="476250"/>
                </a:lnTo>
                <a:lnTo>
                  <a:pt x="438150" y="485775"/>
                </a:lnTo>
                <a:lnTo>
                  <a:pt x="428625" y="485775"/>
                </a:lnTo>
                <a:close/>
                <a:moveTo>
                  <a:pt x="781050" y="476250"/>
                </a:moveTo>
                <a:lnTo>
                  <a:pt x="790575" y="476250"/>
                </a:lnTo>
                <a:lnTo>
                  <a:pt x="790575" y="485775"/>
                </a:lnTo>
                <a:lnTo>
                  <a:pt x="781050" y="485775"/>
                </a:lnTo>
                <a:close/>
                <a:moveTo>
                  <a:pt x="123825" y="485775"/>
                </a:moveTo>
                <a:lnTo>
                  <a:pt x="133350" y="485775"/>
                </a:lnTo>
                <a:lnTo>
                  <a:pt x="133350" y="495300"/>
                </a:lnTo>
                <a:lnTo>
                  <a:pt x="123825" y="495300"/>
                </a:lnTo>
                <a:close/>
                <a:moveTo>
                  <a:pt x="142875" y="485775"/>
                </a:moveTo>
                <a:lnTo>
                  <a:pt x="152400" y="485775"/>
                </a:lnTo>
                <a:lnTo>
                  <a:pt x="152400" y="495300"/>
                </a:lnTo>
                <a:lnTo>
                  <a:pt x="142875" y="495300"/>
                </a:lnTo>
                <a:close/>
                <a:moveTo>
                  <a:pt x="295275" y="485775"/>
                </a:moveTo>
                <a:lnTo>
                  <a:pt x="314325" y="485775"/>
                </a:lnTo>
                <a:lnTo>
                  <a:pt x="314325" y="495300"/>
                </a:lnTo>
                <a:lnTo>
                  <a:pt x="295275" y="495300"/>
                </a:lnTo>
                <a:close/>
                <a:moveTo>
                  <a:pt x="409575" y="485775"/>
                </a:moveTo>
                <a:lnTo>
                  <a:pt x="419100" y="485775"/>
                </a:lnTo>
                <a:lnTo>
                  <a:pt x="419100" y="495300"/>
                </a:lnTo>
                <a:lnTo>
                  <a:pt x="409575" y="495300"/>
                </a:lnTo>
                <a:close/>
                <a:moveTo>
                  <a:pt x="457200" y="485775"/>
                </a:moveTo>
                <a:lnTo>
                  <a:pt x="466725" y="485775"/>
                </a:lnTo>
                <a:lnTo>
                  <a:pt x="466725" y="495300"/>
                </a:lnTo>
                <a:lnTo>
                  <a:pt x="457200" y="495300"/>
                </a:lnTo>
                <a:close/>
                <a:moveTo>
                  <a:pt x="285750" y="495300"/>
                </a:moveTo>
                <a:lnTo>
                  <a:pt x="295275" y="495300"/>
                </a:lnTo>
                <a:lnTo>
                  <a:pt x="295275" y="504825"/>
                </a:lnTo>
                <a:lnTo>
                  <a:pt x="285750" y="504825"/>
                </a:lnTo>
                <a:close/>
                <a:moveTo>
                  <a:pt x="314325" y="495300"/>
                </a:moveTo>
                <a:lnTo>
                  <a:pt x="323850" y="495300"/>
                </a:lnTo>
                <a:lnTo>
                  <a:pt x="323850" y="504825"/>
                </a:lnTo>
                <a:lnTo>
                  <a:pt x="314325" y="504825"/>
                </a:lnTo>
                <a:close/>
                <a:moveTo>
                  <a:pt x="419100" y="495300"/>
                </a:moveTo>
                <a:lnTo>
                  <a:pt x="438150" y="495300"/>
                </a:lnTo>
                <a:lnTo>
                  <a:pt x="438150" y="504825"/>
                </a:lnTo>
                <a:lnTo>
                  <a:pt x="419100" y="504825"/>
                </a:lnTo>
                <a:close/>
                <a:moveTo>
                  <a:pt x="504825" y="495300"/>
                </a:moveTo>
                <a:lnTo>
                  <a:pt x="514350" y="495300"/>
                </a:lnTo>
                <a:lnTo>
                  <a:pt x="514350" y="504825"/>
                </a:lnTo>
                <a:lnTo>
                  <a:pt x="533400" y="504825"/>
                </a:lnTo>
                <a:lnTo>
                  <a:pt x="533400" y="523875"/>
                </a:lnTo>
                <a:lnTo>
                  <a:pt x="523875" y="523875"/>
                </a:lnTo>
                <a:lnTo>
                  <a:pt x="523875" y="514350"/>
                </a:lnTo>
                <a:lnTo>
                  <a:pt x="504825" y="514350"/>
                </a:lnTo>
                <a:close/>
                <a:moveTo>
                  <a:pt x="790575" y="495300"/>
                </a:moveTo>
                <a:lnTo>
                  <a:pt x="800100" y="495300"/>
                </a:lnTo>
                <a:lnTo>
                  <a:pt x="800100" y="514350"/>
                </a:lnTo>
                <a:lnTo>
                  <a:pt x="790575" y="514350"/>
                </a:lnTo>
                <a:close/>
                <a:moveTo>
                  <a:pt x="828675" y="495300"/>
                </a:moveTo>
                <a:lnTo>
                  <a:pt x="838200" y="495300"/>
                </a:lnTo>
                <a:lnTo>
                  <a:pt x="838200" y="504825"/>
                </a:lnTo>
                <a:lnTo>
                  <a:pt x="828675" y="504825"/>
                </a:lnTo>
                <a:close/>
                <a:moveTo>
                  <a:pt x="847725" y="495300"/>
                </a:moveTo>
                <a:lnTo>
                  <a:pt x="866775" y="495300"/>
                </a:lnTo>
                <a:lnTo>
                  <a:pt x="866775" y="504825"/>
                </a:lnTo>
                <a:lnTo>
                  <a:pt x="847725" y="504825"/>
                </a:lnTo>
                <a:close/>
                <a:moveTo>
                  <a:pt x="266700" y="504825"/>
                </a:moveTo>
                <a:lnTo>
                  <a:pt x="285750" y="504825"/>
                </a:lnTo>
                <a:lnTo>
                  <a:pt x="285750" y="514350"/>
                </a:lnTo>
                <a:lnTo>
                  <a:pt x="266700" y="514350"/>
                </a:lnTo>
                <a:close/>
                <a:moveTo>
                  <a:pt x="295275" y="504825"/>
                </a:moveTo>
                <a:lnTo>
                  <a:pt x="304800" y="504825"/>
                </a:lnTo>
                <a:lnTo>
                  <a:pt x="304800" y="514350"/>
                </a:lnTo>
                <a:lnTo>
                  <a:pt x="295275" y="514350"/>
                </a:lnTo>
                <a:close/>
                <a:moveTo>
                  <a:pt x="561975" y="504825"/>
                </a:moveTo>
                <a:lnTo>
                  <a:pt x="571500" y="504825"/>
                </a:lnTo>
                <a:lnTo>
                  <a:pt x="571500" y="514350"/>
                </a:lnTo>
                <a:lnTo>
                  <a:pt x="590550" y="514350"/>
                </a:lnTo>
                <a:lnTo>
                  <a:pt x="590550" y="533400"/>
                </a:lnTo>
                <a:lnTo>
                  <a:pt x="571500" y="533400"/>
                </a:lnTo>
                <a:lnTo>
                  <a:pt x="571500" y="523875"/>
                </a:lnTo>
                <a:lnTo>
                  <a:pt x="561975" y="523875"/>
                </a:lnTo>
                <a:close/>
                <a:moveTo>
                  <a:pt x="685800" y="504825"/>
                </a:moveTo>
                <a:lnTo>
                  <a:pt x="695325" y="504825"/>
                </a:lnTo>
                <a:lnTo>
                  <a:pt x="695325" y="514350"/>
                </a:lnTo>
                <a:lnTo>
                  <a:pt x="685800" y="514350"/>
                </a:lnTo>
                <a:close/>
                <a:moveTo>
                  <a:pt x="704850" y="504825"/>
                </a:moveTo>
                <a:lnTo>
                  <a:pt x="714375" y="504825"/>
                </a:lnTo>
                <a:lnTo>
                  <a:pt x="714375" y="514350"/>
                </a:lnTo>
                <a:lnTo>
                  <a:pt x="704850" y="514350"/>
                </a:lnTo>
                <a:close/>
                <a:moveTo>
                  <a:pt x="752475" y="504825"/>
                </a:moveTo>
                <a:lnTo>
                  <a:pt x="762000" y="504825"/>
                </a:lnTo>
                <a:lnTo>
                  <a:pt x="762000" y="514350"/>
                </a:lnTo>
                <a:lnTo>
                  <a:pt x="752475" y="514350"/>
                </a:lnTo>
                <a:close/>
                <a:moveTo>
                  <a:pt x="876300" y="504825"/>
                </a:moveTo>
                <a:lnTo>
                  <a:pt x="885825" y="504825"/>
                </a:lnTo>
                <a:lnTo>
                  <a:pt x="885825" y="514350"/>
                </a:lnTo>
                <a:lnTo>
                  <a:pt x="876300" y="514350"/>
                </a:lnTo>
                <a:close/>
                <a:moveTo>
                  <a:pt x="1028700" y="504825"/>
                </a:moveTo>
                <a:lnTo>
                  <a:pt x="1047750" y="504825"/>
                </a:lnTo>
                <a:lnTo>
                  <a:pt x="1047750" y="523875"/>
                </a:lnTo>
                <a:lnTo>
                  <a:pt x="1019175" y="523875"/>
                </a:lnTo>
                <a:lnTo>
                  <a:pt x="1019175" y="514350"/>
                </a:lnTo>
                <a:lnTo>
                  <a:pt x="1028700" y="514350"/>
                </a:lnTo>
                <a:close/>
                <a:moveTo>
                  <a:pt x="133350" y="514350"/>
                </a:moveTo>
                <a:lnTo>
                  <a:pt x="142875" y="514350"/>
                </a:lnTo>
                <a:lnTo>
                  <a:pt x="142875" y="523875"/>
                </a:lnTo>
                <a:lnTo>
                  <a:pt x="133350" y="523875"/>
                </a:lnTo>
                <a:close/>
                <a:moveTo>
                  <a:pt x="152400" y="514350"/>
                </a:moveTo>
                <a:lnTo>
                  <a:pt x="161925" y="514350"/>
                </a:lnTo>
                <a:lnTo>
                  <a:pt x="161925" y="523875"/>
                </a:lnTo>
                <a:lnTo>
                  <a:pt x="152400" y="523875"/>
                </a:lnTo>
                <a:close/>
                <a:moveTo>
                  <a:pt x="219075" y="514350"/>
                </a:moveTo>
                <a:lnTo>
                  <a:pt x="228600" y="514350"/>
                </a:lnTo>
                <a:lnTo>
                  <a:pt x="228600" y="523875"/>
                </a:lnTo>
                <a:lnTo>
                  <a:pt x="219075" y="523875"/>
                </a:lnTo>
                <a:close/>
                <a:moveTo>
                  <a:pt x="257175" y="514350"/>
                </a:moveTo>
                <a:lnTo>
                  <a:pt x="266700" y="514350"/>
                </a:lnTo>
                <a:lnTo>
                  <a:pt x="266700" y="523875"/>
                </a:lnTo>
                <a:lnTo>
                  <a:pt x="257175" y="523875"/>
                </a:lnTo>
                <a:close/>
                <a:moveTo>
                  <a:pt x="609600" y="514350"/>
                </a:moveTo>
                <a:lnTo>
                  <a:pt x="628650" y="514350"/>
                </a:lnTo>
                <a:lnTo>
                  <a:pt x="628650" y="523875"/>
                </a:lnTo>
                <a:lnTo>
                  <a:pt x="638175" y="523875"/>
                </a:lnTo>
                <a:lnTo>
                  <a:pt x="638175" y="542925"/>
                </a:lnTo>
                <a:lnTo>
                  <a:pt x="628650" y="542925"/>
                </a:lnTo>
                <a:lnTo>
                  <a:pt x="628650" y="533400"/>
                </a:lnTo>
                <a:lnTo>
                  <a:pt x="609600" y="533400"/>
                </a:lnTo>
                <a:close/>
                <a:moveTo>
                  <a:pt x="676275" y="514350"/>
                </a:moveTo>
                <a:lnTo>
                  <a:pt x="685800" y="514350"/>
                </a:lnTo>
                <a:lnTo>
                  <a:pt x="685800" y="523875"/>
                </a:lnTo>
                <a:lnTo>
                  <a:pt x="676275" y="523875"/>
                </a:lnTo>
                <a:close/>
                <a:moveTo>
                  <a:pt x="809625" y="514350"/>
                </a:moveTo>
                <a:lnTo>
                  <a:pt x="819150" y="514350"/>
                </a:lnTo>
                <a:lnTo>
                  <a:pt x="819150" y="523875"/>
                </a:lnTo>
                <a:lnTo>
                  <a:pt x="809625" y="523875"/>
                </a:lnTo>
                <a:close/>
                <a:moveTo>
                  <a:pt x="885825" y="514350"/>
                </a:moveTo>
                <a:lnTo>
                  <a:pt x="904875" y="514350"/>
                </a:lnTo>
                <a:lnTo>
                  <a:pt x="904875" y="523875"/>
                </a:lnTo>
                <a:lnTo>
                  <a:pt x="933450" y="523875"/>
                </a:lnTo>
                <a:lnTo>
                  <a:pt x="933450" y="533400"/>
                </a:lnTo>
                <a:lnTo>
                  <a:pt x="904875" y="533400"/>
                </a:lnTo>
                <a:lnTo>
                  <a:pt x="904875" y="542925"/>
                </a:lnTo>
                <a:lnTo>
                  <a:pt x="895350" y="542925"/>
                </a:lnTo>
                <a:lnTo>
                  <a:pt x="895350" y="523875"/>
                </a:lnTo>
                <a:lnTo>
                  <a:pt x="885825" y="523875"/>
                </a:lnTo>
                <a:close/>
                <a:moveTo>
                  <a:pt x="247650" y="523875"/>
                </a:moveTo>
                <a:lnTo>
                  <a:pt x="257175" y="523875"/>
                </a:lnTo>
                <a:lnTo>
                  <a:pt x="257175" y="533400"/>
                </a:lnTo>
                <a:lnTo>
                  <a:pt x="247650" y="533400"/>
                </a:lnTo>
                <a:close/>
                <a:moveTo>
                  <a:pt x="714375" y="523875"/>
                </a:moveTo>
                <a:lnTo>
                  <a:pt x="733425" y="523875"/>
                </a:lnTo>
                <a:lnTo>
                  <a:pt x="733425" y="533400"/>
                </a:lnTo>
                <a:lnTo>
                  <a:pt x="714375" y="533400"/>
                </a:lnTo>
                <a:close/>
                <a:moveTo>
                  <a:pt x="876300" y="523875"/>
                </a:moveTo>
                <a:lnTo>
                  <a:pt x="885825" y="523875"/>
                </a:lnTo>
                <a:lnTo>
                  <a:pt x="885825" y="533400"/>
                </a:lnTo>
                <a:lnTo>
                  <a:pt x="876300" y="533400"/>
                </a:lnTo>
                <a:close/>
                <a:moveTo>
                  <a:pt x="219075" y="533400"/>
                </a:moveTo>
                <a:lnTo>
                  <a:pt x="238125" y="533400"/>
                </a:lnTo>
                <a:lnTo>
                  <a:pt x="238125" y="542925"/>
                </a:lnTo>
                <a:lnTo>
                  <a:pt x="219075" y="542925"/>
                </a:lnTo>
                <a:close/>
                <a:moveTo>
                  <a:pt x="314325" y="533400"/>
                </a:moveTo>
                <a:lnTo>
                  <a:pt x="333375" y="533400"/>
                </a:lnTo>
                <a:lnTo>
                  <a:pt x="333375" y="552450"/>
                </a:lnTo>
                <a:lnTo>
                  <a:pt x="323850" y="552450"/>
                </a:lnTo>
                <a:lnTo>
                  <a:pt x="323850" y="561975"/>
                </a:lnTo>
                <a:lnTo>
                  <a:pt x="304800" y="561975"/>
                </a:lnTo>
                <a:lnTo>
                  <a:pt x="304800" y="542925"/>
                </a:lnTo>
                <a:lnTo>
                  <a:pt x="314325" y="542925"/>
                </a:lnTo>
                <a:close/>
                <a:moveTo>
                  <a:pt x="962025" y="533400"/>
                </a:moveTo>
                <a:lnTo>
                  <a:pt x="971550" y="533400"/>
                </a:lnTo>
                <a:lnTo>
                  <a:pt x="971550" y="542925"/>
                </a:lnTo>
                <a:lnTo>
                  <a:pt x="962025" y="542925"/>
                </a:lnTo>
                <a:close/>
                <a:moveTo>
                  <a:pt x="161925" y="542925"/>
                </a:moveTo>
                <a:lnTo>
                  <a:pt x="171450" y="542925"/>
                </a:lnTo>
                <a:lnTo>
                  <a:pt x="171450" y="552450"/>
                </a:lnTo>
                <a:lnTo>
                  <a:pt x="161925" y="552450"/>
                </a:lnTo>
                <a:close/>
                <a:moveTo>
                  <a:pt x="266700" y="542925"/>
                </a:moveTo>
                <a:lnTo>
                  <a:pt x="276225" y="542925"/>
                </a:lnTo>
                <a:lnTo>
                  <a:pt x="276225" y="552450"/>
                </a:lnTo>
                <a:lnTo>
                  <a:pt x="266700" y="552450"/>
                </a:lnTo>
                <a:close/>
                <a:moveTo>
                  <a:pt x="438150" y="542925"/>
                </a:moveTo>
                <a:lnTo>
                  <a:pt x="447675" y="542925"/>
                </a:lnTo>
                <a:lnTo>
                  <a:pt x="447675" y="552450"/>
                </a:lnTo>
                <a:lnTo>
                  <a:pt x="438150" y="552450"/>
                </a:lnTo>
                <a:close/>
                <a:moveTo>
                  <a:pt x="247650" y="552450"/>
                </a:moveTo>
                <a:lnTo>
                  <a:pt x="266700" y="552450"/>
                </a:lnTo>
                <a:lnTo>
                  <a:pt x="266700" y="561975"/>
                </a:lnTo>
                <a:lnTo>
                  <a:pt x="247650" y="561975"/>
                </a:lnTo>
                <a:close/>
                <a:moveTo>
                  <a:pt x="447675" y="552450"/>
                </a:moveTo>
                <a:lnTo>
                  <a:pt x="457200" y="552450"/>
                </a:lnTo>
                <a:lnTo>
                  <a:pt x="457200" y="561975"/>
                </a:lnTo>
                <a:lnTo>
                  <a:pt x="466725" y="561975"/>
                </a:lnTo>
                <a:lnTo>
                  <a:pt x="466725" y="552450"/>
                </a:lnTo>
                <a:lnTo>
                  <a:pt x="476250" y="552450"/>
                </a:lnTo>
                <a:lnTo>
                  <a:pt x="476250" y="561975"/>
                </a:lnTo>
                <a:lnTo>
                  <a:pt x="466725" y="561975"/>
                </a:lnTo>
                <a:lnTo>
                  <a:pt x="466725" y="581025"/>
                </a:lnTo>
                <a:lnTo>
                  <a:pt x="457200" y="581025"/>
                </a:lnTo>
                <a:lnTo>
                  <a:pt x="457200" y="571500"/>
                </a:lnTo>
                <a:lnTo>
                  <a:pt x="447675" y="571500"/>
                </a:lnTo>
                <a:close/>
                <a:moveTo>
                  <a:pt x="733425" y="552450"/>
                </a:moveTo>
                <a:lnTo>
                  <a:pt x="742950" y="552450"/>
                </a:lnTo>
                <a:lnTo>
                  <a:pt x="742950" y="571500"/>
                </a:lnTo>
                <a:lnTo>
                  <a:pt x="723900" y="571500"/>
                </a:lnTo>
                <a:lnTo>
                  <a:pt x="723900" y="561975"/>
                </a:lnTo>
                <a:lnTo>
                  <a:pt x="733425" y="561975"/>
                </a:lnTo>
                <a:close/>
                <a:moveTo>
                  <a:pt x="857250" y="552450"/>
                </a:moveTo>
                <a:lnTo>
                  <a:pt x="876300" y="552450"/>
                </a:lnTo>
                <a:lnTo>
                  <a:pt x="876300" y="561975"/>
                </a:lnTo>
                <a:lnTo>
                  <a:pt x="866775" y="561975"/>
                </a:lnTo>
                <a:lnTo>
                  <a:pt x="866775" y="581025"/>
                </a:lnTo>
                <a:lnTo>
                  <a:pt x="857250" y="581025"/>
                </a:lnTo>
                <a:lnTo>
                  <a:pt x="857250" y="571500"/>
                </a:lnTo>
                <a:lnTo>
                  <a:pt x="847725" y="571500"/>
                </a:lnTo>
                <a:lnTo>
                  <a:pt x="847725" y="561975"/>
                </a:lnTo>
                <a:lnTo>
                  <a:pt x="857250" y="561975"/>
                </a:lnTo>
                <a:close/>
                <a:moveTo>
                  <a:pt x="295275" y="561975"/>
                </a:moveTo>
                <a:lnTo>
                  <a:pt x="304800" y="561975"/>
                </a:lnTo>
                <a:lnTo>
                  <a:pt x="304800" y="571500"/>
                </a:lnTo>
                <a:lnTo>
                  <a:pt x="295275" y="571500"/>
                </a:lnTo>
                <a:close/>
                <a:moveTo>
                  <a:pt x="1019175" y="561975"/>
                </a:moveTo>
                <a:lnTo>
                  <a:pt x="1038225" y="561975"/>
                </a:lnTo>
                <a:lnTo>
                  <a:pt x="1038225" y="571500"/>
                </a:lnTo>
                <a:lnTo>
                  <a:pt x="1028700" y="571500"/>
                </a:lnTo>
                <a:lnTo>
                  <a:pt x="1028700" y="581025"/>
                </a:lnTo>
                <a:lnTo>
                  <a:pt x="1009650" y="581025"/>
                </a:lnTo>
                <a:lnTo>
                  <a:pt x="1009650" y="571500"/>
                </a:lnTo>
                <a:lnTo>
                  <a:pt x="1019175" y="571500"/>
                </a:lnTo>
                <a:close/>
                <a:moveTo>
                  <a:pt x="171450" y="571500"/>
                </a:moveTo>
                <a:lnTo>
                  <a:pt x="180975" y="571500"/>
                </a:lnTo>
                <a:lnTo>
                  <a:pt x="180975" y="600075"/>
                </a:lnTo>
                <a:lnTo>
                  <a:pt x="190500" y="600075"/>
                </a:lnTo>
                <a:lnTo>
                  <a:pt x="190500" y="628650"/>
                </a:lnTo>
                <a:lnTo>
                  <a:pt x="200025" y="628650"/>
                </a:lnTo>
                <a:lnTo>
                  <a:pt x="200025" y="647700"/>
                </a:lnTo>
                <a:lnTo>
                  <a:pt x="190500" y="647700"/>
                </a:lnTo>
                <a:lnTo>
                  <a:pt x="190500" y="657225"/>
                </a:lnTo>
                <a:lnTo>
                  <a:pt x="180975" y="657225"/>
                </a:lnTo>
                <a:lnTo>
                  <a:pt x="180975" y="628650"/>
                </a:lnTo>
                <a:lnTo>
                  <a:pt x="171450" y="628650"/>
                </a:lnTo>
                <a:lnTo>
                  <a:pt x="171450" y="600075"/>
                </a:lnTo>
                <a:lnTo>
                  <a:pt x="161925" y="600075"/>
                </a:lnTo>
                <a:lnTo>
                  <a:pt x="161925" y="581025"/>
                </a:lnTo>
                <a:lnTo>
                  <a:pt x="171450" y="581025"/>
                </a:lnTo>
                <a:close/>
                <a:moveTo>
                  <a:pt x="228600" y="571500"/>
                </a:moveTo>
                <a:lnTo>
                  <a:pt x="238125" y="571500"/>
                </a:lnTo>
                <a:lnTo>
                  <a:pt x="238125" y="590550"/>
                </a:lnTo>
                <a:lnTo>
                  <a:pt x="228600" y="590550"/>
                </a:lnTo>
                <a:close/>
                <a:moveTo>
                  <a:pt x="266700" y="571500"/>
                </a:moveTo>
                <a:lnTo>
                  <a:pt x="276225" y="571500"/>
                </a:lnTo>
                <a:lnTo>
                  <a:pt x="276225" y="581025"/>
                </a:lnTo>
                <a:lnTo>
                  <a:pt x="266700" y="581025"/>
                </a:lnTo>
                <a:close/>
                <a:moveTo>
                  <a:pt x="419100" y="571500"/>
                </a:moveTo>
                <a:lnTo>
                  <a:pt x="428625" y="571500"/>
                </a:lnTo>
                <a:lnTo>
                  <a:pt x="428625" y="581025"/>
                </a:lnTo>
                <a:lnTo>
                  <a:pt x="419100" y="581025"/>
                </a:lnTo>
                <a:close/>
                <a:moveTo>
                  <a:pt x="438150" y="571500"/>
                </a:moveTo>
                <a:lnTo>
                  <a:pt x="447675" y="571500"/>
                </a:lnTo>
                <a:lnTo>
                  <a:pt x="447675" y="581025"/>
                </a:lnTo>
                <a:lnTo>
                  <a:pt x="457200" y="581025"/>
                </a:lnTo>
                <a:lnTo>
                  <a:pt x="457200" y="600075"/>
                </a:lnTo>
                <a:lnTo>
                  <a:pt x="447675" y="600075"/>
                </a:lnTo>
                <a:lnTo>
                  <a:pt x="447675" y="590550"/>
                </a:lnTo>
                <a:lnTo>
                  <a:pt x="428625" y="590550"/>
                </a:lnTo>
                <a:lnTo>
                  <a:pt x="428625" y="581025"/>
                </a:lnTo>
                <a:lnTo>
                  <a:pt x="438150" y="581025"/>
                </a:lnTo>
                <a:close/>
                <a:moveTo>
                  <a:pt x="885825" y="581025"/>
                </a:moveTo>
                <a:lnTo>
                  <a:pt x="904875" y="581025"/>
                </a:lnTo>
                <a:lnTo>
                  <a:pt x="904875" y="590550"/>
                </a:lnTo>
                <a:lnTo>
                  <a:pt x="885825" y="590550"/>
                </a:lnTo>
                <a:close/>
                <a:moveTo>
                  <a:pt x="723900" y="590550"/>
                </a:moveTo>
                <a:lnTo>
                  <a:pt x="742950" y="590550"/>
                </a:lnTo>
                <a:lnTo>
                  <a:pt x="742950" y="600075"/>
                </a:lnTo>
                <a:lnTo>
                  <a:pt x="733425" y="600075"/>
                </a:lnTo>
                <a:lnTo>
                  <a:pt x="733425" y="609600"/>
                </a:lnTo>
                <a:lnTo>
                  <a:pt x="714375" y="609600"/>
                </a:lnTo>
                <a:lnTo>
                  <a:pt x="714375" y="600075"/>
                </a:lnTo>
                <a:lnTo>
                  <a:pt x="723900" y="600075"/>
                </a:lnTo>
                <a:close/>
                <a:moveTo>
                  <a:pt x="800100" y="590550"/>
                </a:moveTo>
                <a:lnTo>
                  <a:pt x="809625" y="590550"/>
                </a:lnTo>
                <a:lnTo>
                  <a:pt x="809625" y="600075"/>
                </a:lnTo>
                <a:lnTo>
                  <a:pt x="800100" y="600075"/>
                </a:lnTo>
                <a:close/>
                <a:moveTo>
                  <a:pt x="409575" y="600075"/>
                </a:moveTo>
                <a:lnTo>
                  <a:pt x="419100" y="600075"/>
                </a:lnTo>
                <a:lnTo>
                  <a:pt x="419100" y="619125"/>
                </a:lnTo>
                <a:lnTo>
                  <a:pt x="409575" y="619125"/>
                </a:lnTo>
                <a:close/>
                <a:moveTo>
                  <a:pt x="438150" y="600075"/>
                </a:moveTo>
                <a:lnTo>
                  <a:pt x="447675" y="600075"/>
                </a:lnTo>
                <a:lnTo>
                  <a:pt x="447675" y="609600"/>
                </a:lnTo>
                <a:lnTo>
                  <a:pt x="438150" y="609600"/>
                </a:lnTo>
                <a:close/>
                <a:moveTo>
                  <a:pt x="828675" y="600075"/>
                </a:moveTo>
                <a:lnTo>
                  <a:pt x="866775" y="600075"/>
                </a:lnTo>
                <a:lnTo>
                  <a:pt x="866775" y="609600"/>
                </a:lnTo>
                <a:lnTo>
                  <a:pt x="828675" y="609600"/>
                </a:lnTo>
                <a:close/>
                <a:moveTo>
                  <a:pt x="1009650" y="609600"/>
                </a:moveTo>
                <a:lnTo>
                  <a:pt x="1028700" y="609600"/>
                </a:lnTo>
                <a:lnTo>
                  <a:pt x="1028700" y="628650"/>
                </a:lnTo>
                <a:lnTo>
                  <a:pt x="1000125" y="628650"/>
                </a:lnTo>
                <a:lnTo>
                  <a:pt x="1000125" y="619125"/>
                </a:lnTo>
                <a:lnTo>
                  <a:pt x="1009650" y="619125"/>
                </a:lnTo>
                <a:close/>
                <a:moveTo>
                  <a:pt x="400050" y="619125"/>
                </a:moveTo>
                <a:lnTo>
                  <a:pt x="409575" y="619125"/>
                </a:lnTo>
                <a:lnTo>
                  <a:pt x="409575" y="628650"/>
                </a:lnTo>
                <a:lnTo>
                  <a:pt x="400050" y="628650"/>
                </a:lnTo>
                <a:close/>
                <a:moveTo>
                  <a:pt x="428625" y="619125"/>
                </a:moveTo>
                <a:lnTo>
                  <a:pt x="438150" y="619125"/>
                </a:lnTo>
                <a:lnTo>
                  <a:pt x="438150" y="628650"/>
                </a:lnTo>
                <a:lnTo>
                  <a:pt x="428625" y="628650"/>
                </a:lnTo>
                <a:close/>
                <a:moveTo>
                  <a:pt x="800100" y="619125"/>
                </a:moveTo>
                <a:lnTo>
                  <a:pt x="819150" y="619125"/>
                </a:lnTo>
                <a:lnTo>
                  <a:pt x="819150" y="628650"/>
                </a:lnTo>
                <a:lnTo>
                  <a:pt x="800100" y="628650"/>
                </a:lnTo>
                <a:close/>
                <a:moveTo>
                  <a:pt x="876300" y="619125"/>
                </a:moveTo>
                <a:lnTo>
                  <a:pt x="885825" y="619125"/>
                </a:lnTo>
                <a:lnTo>
                  <a:pt x="885825" y="638175"/>
                </a:lnTo>
                <a:lnTo>
                  <a:pt x="876300" y="638175"/>
                </a:lnTo>
                <a:close/>
                <a:moveTo>
                  <a:pt x="371475" y="628650"/>
                </a:moveTo>
                <a:lnTo>
                  <a:pt x="381000" y="628650"/>
                </a:lnTo>
                <a:lnTo>
                  <a:pt x="381000" y="638175"/>
                </a:lnTo>
                <a:lnTo>
                  <a:pt x="371475" y="638175"/>
                </a:lnTo>
                <a:close/>
                <a:moveTo>
                  <a:pt x="409575" y="628650"/>
                </a:moveTo>
                <a:lnTo>
                  <a:pt x="428625" y="628650"/>
                </a:lnTo>
                <a:lnTo>
                  <a:pt x="428625" y="638175"/>
                </a:lnTo>
                <a:lnTo>
                  <a:pt x="409575" y="638175"/>
                </a:lnTo>
                <a:close/>
                <a:moveTo>
                  <a:pt x="400050" y="638175"/>
                </a:moveTo>
                <a:lnTo>
                  <a:pt x="409575" y="638175"/>
                </a:lnTo>
                <a:lnTo>
                  <a:pt x="409575" y="647700"/>
                </a:lnTo>
                <a:lnTo>
                  <a:pt x="400050" y="647700"/>
                </a:lnTo>
                <a:close/>
                <a:moveTo>
                  <a:pt x="704850" y="638175"/>
                </a:moveTo>
                <a:lnTo>
                  <a:pt x="714375" y="638175"/>
                </a:lnTo>
                <a:lnTo>
                  <a:pt x="714375" y="647700"/>
                </a:lnTo>
                <a:lnTo>
                  <a:pt x="704850" y="647700"/>
                </a:lnTo>
                <a:close/>
                <a:moveTo>
                  <a:pt x="723900" y="638175"/>
                </a:moveTo>
                <a:lnTo>
                  <a:pt x="733425" y="638175"/>
                </a:lnTo>
                <a:lnTo>
                  <a:pt x="733425" y="647700"/>
                </a:lnTo>
                <a:lnTo>
                  <a:pt x="723900" y="647700"/>
                </a:lnTo>
                <a:close/>
                <a:moveTo>
                  <a:pt x="952500" y="647700"/>
                </a:moveTo>
                <a:lnTo>
                  <a:pt x="962025" y="647700"/>
                </a:lnTo>
                <a:lnTo>
                  <a:pt x="962025" y="657225"/>
                </a:lnTo>
                <a:lnTo>
                  <a:pt x="990600" y="657225"/>
                </a:lnTo>
                <a:lnTo>
                  <a:pt x="990600" y="647700"/>
                </a:lnTo>
                <a:lnTo>
                  <a:pt x="1000125" y="647700"/>
                </a:lnTo>
                <a:lnTo>
                  <a:pt x="1000125" y="657225"/>
                </a:lnTo>
                <a:lnTo>
                  <a:pt x="990600" y="657225"/>
                </a:lnTo>
                <a:lnTo>
                  <a:pt x="990600" y="666750"/>
                </a:lnTo>
                <a:lnTo>
                  <a:pt x="971550" y="666750"/>
                </a:lnTo>
                <a:lnTo>
                  <a:pt x="971550" y="676275"/>
                </a:lnTo>
                <a:lnTo>
                  <a:pt x="962025" y="676275"/>
                </a:lnTo>
                <a:lnTo>
                  <a:pt x="962025" y="666750"/>
                </a:lnTo>
                <a:lnTo>
                  <a:pt x="952500" y="666750"/>
                </a:lnTo>
                <a:close/>
                <a:moveTo>
                  <a:pt x="314325" y="666750"/>
                </a:moveTo>
                <a:lnTo>
                  <a:pt x="323850" y="666750"/>
                </a:lnTo>
                <a:lnTo>
                  <a:pt x="323850" y="676275"/>
                </a:lnTo>
                <a:lnTo>
                  <a:pt x="314325" y="676275"/>
                </a:lnTo>
                <a:close/>
                <a:moveTo>
                  <a:pt x="942975" y="666750"/>
                </a:moveTo>
                <a:lnTo>
                  <a:pt x="952500" y="666750"/>
                </a:lnTo>
                <a:lnTo>
                  <a:pt x="952500" y="676275"/>
                </a:lnTo>
                <a:lnTo>
                  <a:pt x="942975" y="676275"/>
                </a:lnTo>
                <a:close/>
                <a:moveTo>
                  <a:pt x="1009650" y="666750"/>
                </a:moveTo>
                <a:lnTo>
                  <a:pt x="1019175" y="666750"/>
                </a:lnTo>
                <a:lnTo>
                  <a:pt x="1019175" y="676275"/>
                </a:lnTo>
                <a:lnTo>
                  <a:pt x="1009650" y="676275"/>
                </a:lnTo>
                <a:close/>
                <a:moveTo>
                  <a:pt x="285750" y="676275"/>
                </a:moveTo>
                <a:lnTo>
                  <a:pt x="295275" y="676275"/>
                </a:lnTo>
                <a:lnTo>
                  <a:pt x="295275" y="685800"/>
                </a:lnTo>
                <a:lnTo>
                  <a:pt x="285750" y="685800"/>
                </a:lnTo>
                <a:close/>
                <a:moveTo>
                  <a:pt x="742950" y="676275"/>
                </a:moveTo>
                <a:lnTo>
                  <a:pt x="752475" y="676275"/>
                </a:lnTo>
                <a:lnTo>
                  <a:pt x="752475" y="685800"/>
                </a:lnTo>
                <a:lnTo>
                  <a:pt x="742950" y="685800"/>
                </a:lnTo>
                <a:close/>
                <a:moveTo>
                  <a:pt x="923925" y="676275"/>
                </a:moveTo>
                <a:lnTo>
                  <a:pt x="942975" y="676275"/>
                </a:lnTo>
                <a:lnTo>
                  <a:pt x="942975" y="695325"/>
                </a:lnTo>
                <a:lnTo>
                  <a:pt x="923925" y="695325"/>
                </a:lnTo>
                <a:close/>
                <a:moveTo>
                  <a:pt x="1000125" y="676275"/>
                </a:moveTo>
                <a:lnTo>
                  <a:pt x="1009650" y="676275"/>
                </a:lnTo>
                <a:lnTo>
                  <a:pt x="1009650" y="685800"/>
                </a:lnTo>
                <a:lnTo>
                  <a:pt x="1000125" y="685800"/>
                </a:lnTo>
                <a:close/>
                <a:moveTo>
                  <a:pt x="200025" y="685800"/>
                </a:moveTo>
                <a:lnTo>
                  <a:pt x="209550" y="685800"/>
                </a:lnTo>
                <a:lnTo>
                  <a:pt x="209550" y="695325"/>
                </a:lnTo>
                <a:lnTo>
                  <a:pt x="200025" y="695325"/>
                </a:lnTo>
                <a:close/>
                <a:moveTo>
                  <a:pt x="257175" y="685800"/>
                </a:moveTo>
                <a:lnTo>
                  <a:pt x="266700" y="685800"/>
                </a:lnTo>
                <a:lnTo>
                  <a:pt x="266700" y="695325"/>
                </a:lnTo>
                <a:lnTo>
                  <a:pt x="257175" y="695325"/>
                </a:lnTo>
                <a:close/>
                <a:moveTo>
                  <a:pt x="781050" y="685800"/>
                </a:moveTo>
                <a:lnTo>
                  <a:pt x="790575" y="685800"/>
                </a:lnTo>
                <a:lnTo>
                  <a:pt x="790575" y="695325"/>
                </a:lnTo>
                <a:lnTo>
                  <a:pt x="800100" y="695325"/>
                </a:lnTo>
                <a:lnTo>
                  <a:pt x="800100" y="714375"/>
                </a:lnTo>
                <a:lnTo>
                  <a:pt x="790575" y="714375"/>
                </a:lnTo>
                <a:lnTo>
                  <a:pt x="790575" y="704850"/>
                </a:lnTo>
                <a:lnTo>
                  <a:pt x="781050" y="704850"/>
                </a:lnTo>
                <a:close/>
                <a:moveTo>
                  <a:pt x="962025" y="685800"/>
                </a:moveTo>
                <a:lnTo>
                  <a:pt x="971550" y="685800"/>
                </a:lnTo>
                <a:lnTo>
                  <a:pt x="971550" y="695325"/>
                </a:lnTo>
                <a:lnTo>
                  <a:pt x="962025" y="695325"/>
                </a:lnTo>
                <a:close/>
                <a:moveTo>
                  <a:pt x="981075" y="685800"/>
                </a:moveTo>
                <a:lnTo>
                  <a:pt x="990600" y="685800"/>
                </a:lnTo>
                <a:lnTo>
                  <a:pt x="990600" y="695325"/>
                </a:lnTo>
                <a:lnTo>
                  <a:pt x="981075" y="695325"/>
                </a:lnTo>
                <a:close/>
                <a:moveTo>
                  <a:pt x="228600" y="695325"/>
                </a:moveTo>
                <a:lnTo>
                  <a:pt x="238125" y="695325"/>
                </a:lnTo>
                <a:lnTo>
                  <a:pt x="238125" y="704850"/>
                </a:lnTo>
                <a:lnTo>
                  <a:pt x="228600" y="704850"/>
                </a:lnTo>
                <a:close/>
                <a:moveTo>
                  <a:pt x="742950" y="695325"/>
                </a:moveTo>
                <a:lnTo>
                  <a:pt x="752475" y="695325"/>
                </a:lnTo>
                <a:lnTo>
                  <a:pt x="752475" y="704850"/>
                </a:lnTo>
                <a:lnTo>
                  <a:pt x="742950" y="704850"/>
                </a:lnTo>
                <a:close/>
                <a:moveTo>
                  <a:pt x="828675" y="695325"/>
                </a:moveTo>
                <a:lnTo>
                  <a:pt x="838200" y="695325"/>
                </a:lnTo>
                <a:lnTo>
                  <a:pt x="838200" y="704850"/>
                </a:lnTo>
                <a:lnTo>
                  <a:pt x="847725" y="704850"/>
                </a:lnTo>
                <a:lnTo>
                  <a:pt x="847725" y="714375"/>
                </a:lnTo>
                <a:lnTo>
                  <a:pt x="828675" y="714375"/>
                </a:lnTo>
                <a:close/>
                <a:moveTo>
                  <a:pt x="914400" y="695325"/>
                </a:moveTo>
                <a:lnTo>
                  <a:pt x="923925" y="695325"/>
                </a:lnTo>
                <a:lnTo>
                  <a:pt x="923925" y="704850"/>
                </a:lnTo>
                <a:lnTo>
                  <a:pt x="914400" y="704850"/>
                </a:lnTo>
                <a:close/>
                <a:moveTo>
                  <a:pt x="876300" y="704850"/>
                </a:moveTo>
                <a:lnTo>
                  <a:pt x="885825" y="704850"/>
                </a:lnTo>
                <a:lnTo>
                  <a:pt x="885825" y="714375"/>
                </a:lnTo>
                <a:lnTo>
                  <a:pt x="904875" y="714375"/>
                </a:lnTo>
                <a:lnTo>
                  <a:pt x="904875" y="704850"/>
                </a:lnTo>
                <a:lnTo>
                  <a:pt x="914400" y="704850"/>
                </a:lnTo>
                <a:lnTo>
                  <a:pt x="914400" y="714375"/>
                </a:lnTo>
                <a:lnTo>
                  <a:pt x="904875" y="714375"/>
                </a:lnTo>
                <a:lnTo>
                  <a:pt x="904875" y="733425"/>
                </a:lnTo>
                <a:lnTo>
                  <a:pt x="885825" y="733425"/>
                </a:lnTo>
                <a:lnTo>
                  <a:pt x="885825" y="723900"/>
                </a:lnTo>
                <a:lnTo>
                  <a:pt x="876300" y="723900"/>
                </a:lnTo>
                <a:close/>
              </a:path>
            </a:pathLst>
          </a:custGeom>
          <a:solidFill xmlns:a="http://schemas.openxmlformats.org/drawingml/2006/main">
            <a:srgbClr val="B4BBB2"/>
          </a:solidFill>
          <a:ln xmlns:a="http://schemas.openxmlformats.org/drawingml/2006/main" w="0">
            <a:noFill/>
          </a:ln>
        </p:spPr>
      </p:sp>
      <p:sp>
        <p:nvSpPr>
          <p:cNvPr id="33" name="v00 vector #919a90">
            <a:extLst xmlns:a="http://schemas.openxmlformats.org/drawingml/2006/main">
              <a:ext uri="{FF2B5EF4-FFF2-40B4-BE49-F238E27FC236}">
                <a16:creationId xmlns:a16="http://schemas.microsoft.com/office/drawing/2014/main" id="{77F72754-1F16-4116-AB46-A269499BF2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5350" y="2362200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809625" y="19050"/>
                </a:moveTo>
                <a:lnTo>
                  <a:pt x="819150" y="19050"/>
                </a:lnTo>
                <a:lnTo>
                  <a:pt x="819150" y="28575"/>
                </a:lnTo>
                <a:lnTo>
                  <a:pt x="809625" y="28575"/>
                </a:lnTo>
                <a:close/>
                <a:moveTo>
                  <a:pt x="828675" y="19050"/>
                </a:moveTo>
                <a:lnTo>
                  <a:pt x="838200" y="19050"/>
                </a:lnTo>
                <a:lnTo>
                  <a:pt x="838200" y="28575"/>
                </a:lnTo>
                <a:lnTo>
                  <a:pt x="876300" y="28575"/>
                </a:lnTo>
                <a:lnTo>
                  <a:pt x="876300" y="38100"/>
                </a:lnTo>
                <a:lnTo>
                  <a:pt x="904875" y="38100"/>
                </a:lnTo>
                <a:lnTo>
                  <a:pt x="904875" y="57150"/>
                </a:lnTo>
                <a:lnTo>
                  <a:pt x="885825" y="57150"/>
                </a:lnTo>
                <a:lnTo>
                  <a:pt x="885825" y="47625"/>
                </a:lnTo>
                <a:lnTo>
                  <a:pt x="847725" y="47625"/>
                </a:lnTo>
                <a:lnTo>
                  <a:pt x="847725" y="38100"/>
                </a:lnTo>
                <a:lnTo>
                  <a:pt x="828675" y="38100"/>
                </a:lnTo>
                <a:close/>
                <a:moveTo>
                  <a:pt x="419100" y="28575"/>
                </a:moveTo>
                <a:lnTo>
                  <a:pt x="466725" y="28575"/>
                </a:lnTo>
                <a:lnTo>
                  <a:pt x="466725" y="38100"/>
                </a:lnTo>
                <a:lnTo>
                  <a:pt x="447675" y="38100"/>
                </a:lnTo>
                <a:lnTo>
                  <a:pt x="447675" y="47625"/>
                </a:lnTo>
                <a:lnTo>
                  <a:pt x="409575" y="47625"/>
                </a:lnTo>
                <a:lnTo>
                  <a:pt x="409575" y="57150"/>
                </a:lnTo>
                <a:lnTo>
                  <a:pt x="371475" y="57150"/>
                </a:lnTo>
                <a:lnTo>
                  <a:pt x="371475" y="66675"/>
                </a:lnTo>
                <a:lnTo>
                  <a:pt x="342900" y="66675"/>
                </a:lnTo>
                <a:lnTo>
                  <a:pt x="342900" y="47625"/>
                </a:lnTo>
                <a:lnTo>
                  <a:pt x="381000" y="47625"/>
                </a:lnTo>
                <a:lnTo>
                  <a:pt x="381000" y="38100"/>
                </a:lnTo>
                <a:lnTo>
                  <a:pt x="419100" y="38100"/>
                </a:lnTo>
                <a:close/>
                <a:moveTo>
                  <a:pt x="800100" y="28575"/>
                </a:moveTo>
                <a:lnTo>
                  <a:pt x="809625" y="28575"/>
                </a:lnTo>
                <a:lnTo>
                  <a:pt x="809625" y="38100"/>
                </a:lnTo>
                <a:lnTo>
                  <a:pt x="828675" y="38100"/>
                </a:lnTo>
                <a:lnTo>
                  <a:pt x="828675" y="47625"/>
                </a:lnTo>
                <a:lnTo>
                  <a:pt x="819150" y="47625"/>
                </a:lnTo>
                <a:lnTo>
                  <a:pt x="819150" y="57150"/>
                </a:lnTo>
                <a:lnTo>
                  <a:pt x="809625" y="57150"/>
                </a:lnTo>
                <a:lnTo>
                  <a:pt x="809625" y="95250"/>
                </a:lnTo>
                <a:lnTo>
                  <a:pt x="800100" y="95250"/>
                </a:lnTo>
                <a:lnTo>
                  <a:pt x="800100" y="133350"/>
                </a:lnTo>
                <a:lnTo>
                  <a:pt x="790575" y="133350"/>
                </a:lnTo>
                <a:lnTo>
                  <a:pt x="790575" y="161925"/>
                </a:lnTo>
                <a:lnTo>
                  <a:pt x="762000" y="161925"/>
                </a:lnTo>
                <a:lnTo>
                  <a:pt x="762000" y="152400"/>
                </a:lnTo>
                <a:lnTo>
                  <a:pt x="771525" y="152400"/>
                </a:lnTo>
                <a:lnTo>
                  <a:pt x="771525" y="142875"/>
                </a:lnTo>
                <a:lnTo>
                  <a:pt x="781050" y="142875"/>
                </a:lnTo>
                <a:lnTo>
                  <a:pt x="781050" y="104775"/>
                </a:lnTo>
                <a:lnTo>
                  <a:pt x="790575" y="104775"/>
                </a:lnTo>
                <a:lnTo>
                  <a:pt x="790575" y="66675"/>
                </a:lnTo>
                <a:lnTo>
                  <a:pt x="800100" y="66675"/>
                </a:lnTo>
                <a:close/>
                <a:moveTo>
                  <a:pt x="466725" y="38100"/>
                </a:moveTo>
                <a:lnTo>
                  <a:pt x="476250" y="38100"/>
                </a:lnTo>
                <a:lnTo>
                  <a:pt x="476250" y="47625"/>
                </a:lnTo>
                <a:lnTo>
                  <a:pt x="485775" y="47625"/>
                </a:lnTo>
                <a:lnTo>
                  <a:pt x="485775" y="57150"/>
                </a:lnTo>
                <a:lnTo>
                  <a:pt x="466725" y="57150"/>
                </a:lnTo>
                <a:close/>
                <a:moveTo>
                  <a:pt x="923925" y="47625"/>
                </a:moveTo>
                <a:lnTo>
                  <a:pt x="942975" y="47625"/>
                </a:lnTo>
                <a:lnTo>
                  <a:pt x="942975" y="57150"/>
                </a:lnTo>
                <a:lnTo>
                  <a:pt x="981075" y="57150"/>
                </a:lnTo>
                <a:lnTo>
                  <a:pt x="981075" y="66675"/>
                </a:lnTo>
                <a:lnTo>
                  <a:pt x="1019175" y="66675"/>
                </a:lnTo>
                <a:lnTo>
                  <a:pt x="1019175" y="76200"/>
                </a:lnTo>
                <a:lnTo>
                  <a:pt x="1057275" y="76200"/>
                </a:lnTo>
                <a:lnTo>
                  <a:pt x="1057275" y="85725"/>
                </a:lnTo>
                <a:lnTo>
                  <a:pt x="1076325" y="85725"/>
                </a:lnTo>
                <a:lnTo>
                  <a:pt x="1076325" y="95250"/>
                </a:lnTo>
                <a:lnTo>
                  <a:pt x="1028700" y="95250"/>
                </a:lnTo>
                <a:lnTo>
                  <a:pt x="1028700" y="85725"/>
                </a:lnTo>
                <a:lnTo>
                  <a:pt x="990600" y="85725"/>
                </a:lnTo>
                <a:lnTo>
                  <a:pt x="990600" y="76200"/>
                </a:lnTo>
                <a:lnTo>
                  <a:pt x="952500" y="76200"/>
                </a:lnTo>
                <a:lnTo>
                  <a:pt x="952500" y="66675"/>
                </a:lnTo>
                <a:lnTo>
                  <a:pt x="923925" y="66675"/>
                </a:lnTo>
                <a:close/>
                <a:moveTo>
                  <a:pt x="304800" y="57150"/>
                </a:moveTo>
                <a:lnTo>
                  <a:pt x="323850" y="57150"/>
                </a:lnTo>
                <a:lnTo>
                  <a:pt x="323850" y="76200"/>
                </a:lnTo>
                <a:lnTo>
                  <a:pt x="304800" y="76200"/>
                </a:lnTo>
                <a:close/>
                <a:moveTo>
                  <a:pt x="257175" y="66675"/>
                </a:moveTo>
                <a:lnTo>
                  <a:pt x="285750" y="66675"/>
                </a:lnTo>
                <a:lnTo>
                  <a:pt x="285750" y="85725"/>
                </a:lnTo>
                <a:lnTo>
                  <a:pt x="257175" y="85725"/>
                </a:lnTo>
                <a:close/>
                <a:moveTo>
                  <a:pt x="219075" y="76200"/>
                </a:moveTo>
                <a:lnTo>
                  <a:pt x="238125" y="76200"/>
                </a:lnTo>
                <a:lnTo>
                  <a:pt x="238125" y="95250"/>
                </a:lnTo>
                <a:lnTo>
                  <a:pt x="219075" y="95250"/>
                </a:lnTo>
                <a:close/>
                <a:moveTo>
                  <a:pt x="476250" y="76200"/>
                </a:moveTo>
                <a:lnTo>
                  <a:pt x="485775" y="76200"/>
                </a:lnTo>
                <a:lnTo>
                  <a:pt x="485775" y="85725"/>
                </a:lnTo>
                <a:lnTo>
                  <a:pt x="495300" y="85725"/>
                </a:lnTo>
                <a:lnTo>
                  <a:pt x="495300" y="104775"/>
                </a:lnTo>
                <a:lnTo>
                  <a:pt x="476250" y="104775"/>
                </a:lnTo>
                <a:close/>
                <a:moveTo>
                  <a:pt x="190500" y="95250"/>
                </a:moveTo>
                <a:lnTo>
                  <a:pt x="200025" y="95250"/>
                </a:lnTo>
                <a:lnTo>
                  <a:pt x="200025" y="104775"/>
                </a:lnTo>
                <a:lnTo>
                  <a:pt x="190500" y="104775"/>
                </a:lnTo>
                <a:close/>
                <a:moveTo>
                  <a:pt x="647700" y="95250"/>
                </a:moveTo>
                <a:lnTo>
                  <a:pt x="666750" y="95250"/>
                </a:lnTo>
                <a:lnTo>
                  <a:pt x="666750" y="114300"/>
                </a:lnTo>
                <a:lnTo>
                  <a:pt x="685800" y="114300"/>
                </a:lnTo>
                <a:lnTo>
                  <a:pt x="685800" y="123825"/>
                </a:lnTo>
                <a:lnTo>
                  <a:pt x="666750" y="123825"/>
                </a:lnTo>
                <a:lnTo>
                  <a:pt x="666750" y="180975"/>
                </a:lnTo>
                <a:lnTo>
                  <a:pt x="657225" y="180975"/>
                </a:lnTo>
                <a:lnTo>
                  <a:pt x="657225" y="190500"/>
                </a:lnTo>
                <a:lnTo>
                  <a:pt x="647700" y="190500"/>
                </a:lnTo>
                <a:lnTo>
                  <a:pt x="647700" y="180975"/>
                </a:lnTo>
                <a:lnTo>
                  <a:pt x="638175" y="180975"/>
                </a:lnTo>
                <a:lnTo>
                  <a:pt x="638175" y="190500"/>
                </a:lnTo>
                <a:lnTo>
                  <a:pt x="628650" y="190500"/>
                </a:lnTo>
                <a:lnTo>
                  <a:pt x="628650" y="200025"/>
                </a:lnTo>
                <a:lnTo>
                  <a:pt x="619125" y="200025"/>
                </a:lnTo>
                <a:lnTo>
                  <a:pt x="619125" y="171450"/>
                </a:lnTo>
                <a:lnTo>
                  <a:pt x="628650" y="171450"/>
                </a:lnTo>
                <a:lnTo>
                  <a:pt x="628650" y="142875"/>
                </a:lnTo>
                <a:lnTo>
                  <a:pt x="638175" y="142875"/>
                </a:lnTo>
                <a:lnTo>
                  <a:pt x="638175" y="133350"/>
                </a:lnTo>
                <a:lnTo>
                  <a:pt x="647700" y="133350"/>
                </a:lnTo>
                <a:lnTo>
                  <a:pt x="647700" y="114300"/>
                </a:lnTo>
                <a:lnTo>
                  <a:pt x="657225" y="114300"/>
                </a:lnTo>
                <a:lnTo>
                  <a:pt x="657225" y="104775"/>
                </a:lnTo>
                <a:lnTo>
                  <a:pt x="647700" y="104775"/>
                </a:lnTo>
                <a:close/>
                <a:moveTo>
                  <a:pt x="1076325" y="95250"/>
                </a:moveTo>
                <a:lnTo>
                  <a:pt x="1085850" y="95250"/>
                </a:lnTo>
                <a:lnTo>
                  <a:pt x="1085850" y="133350"/>
                </a:lnTo>
                <a:lnTo>
                  <a:pt x="1066800" y="133350"/>
                </a:lnTo>
                <a:lnTo>
                  <a:pt x="1066800" y="104775"/>
                </a:lnTo>
                <a:lnTo>
                  <a:pt x="1076325" y="104775"/>
                </a:lnTo>
                <a:close/>
                <a:moveTo>
                  <a:pt x="342900" y="114300"/>
                </a:moveTo>
                <a:lnTo>
                  <a:pt x="361950" y="114300"/>
                </a:lnTo>
                <a:lnTo>
                  <a:pt x="361950" y="123825"/>
                </a:lnTo>
                <a:lnTo>
                  <a:pt x="342900" y="123825"/>
                </a:lnTo>
                <a:close/>
                <a:moveTo>
                  <a:pt x="476250" y="114300"/>
                </a:moveTo>
                <a:lnTo>
                  <a:pt x="485775" y="114300"/>
                </a:lnTo>
                <a:lnTo>
                  <a:pt x="485775" y="123825"/>
                </a:lnTo>
                <a:lnTo>
                  <a:pt x="476250" y="123825"/>
                </a:lnTo>
                <a:close/>
                <a:moveTo>
                  <a:pt x="495300" y="114300"/>
                </a:moveTo>
                <a:lnTo>
                  <a:pt x="504825" y="114300"/>
                </a:lnTo>
                <a:lnTo>
                  <a:pt x="504825" y="133350"/>
                </a:lnTo>
                <a:lnTo>
                  <a:pt x="495300" y="133350"/>
                </a:lnTo>
                <a:close/>
                <a:moveTo>
                  <a:pt x="904875" y="114300"/>
                </a:moveTo>
                <a:lnTo>
                  <a:pt x="933450" y="114300"/>
                </a:lnTo>
                <a:lnTo>
                  <a:pt x="933450" y="123825"/>
                </a:lnTo>
                <a:lnTo>
                  <a:pt x="904875" y="123825"/>
                </a:lnTo>
                <a:close/>
                <a:moveTo>
                  <a:pt x="190500" y="123825"/>
                </a:moveTo>
                <a:lnTo>
                  <a:pt x="209550" y="123825"/>
                </a:lnTo>
                <a:lnTo>
                  <a:pt x="209550" y="161925"/>
                </a:lnTo>
                <a:lnTo>
                  <a:pt x="219075" y="161925"/>
                </a:lnTo>
                <a:lnTo>
                  <a:pt x="219075" y="190500"/>
                </a:lnTo>
                <a:lnTo>
                  <a:pt x="200025" y="190500"/>
                </a:lnTo>
                <a:lnTo>
                  <a:pt x="200025" y="152400"/>
                </a:lnTo>
                <a:lnTo>
                  <a:pt x="190500" y="152400"/>
                </a:lnTo>
                <a:close/>
                <a:moveTo>
                  <a:pt x="466725" y="123825"/>
                </a:moveTo>
                <a:lnTo>
                  <a:pt x="476250" y="123825"/>
                </a:lnTo>
                <a:lnTo>
                  <a:pt x="476250" y="133350"/>
                </a:lnTo>
                <a:lnTo>
                  <a:pt x="495300" y="133350"/>
                </a:lnTo>
                <a:lnTo>
                  <a:pt x="495300" y="142875"/>
                </a:lnTo>
                <a:lnTo>
                  <a:pt x="485775" y="142875"/>
                </a:lnTo>
                <a:lnTo>
                  <a:pt x="485775" y="152400"/>
                </a:lnTo>
                <a:lnTo>
                  <a:pt x="466725" y="152400"/>
                </a:lnTo>
                <a:close/>
                <a:moveTo>
                  <a:pt x="533400" y="123825"/>
                </a:moveTo>
                <a:lnTo>
                  <a:pt x="561975" y="123825"/>
                </a:lnTo>
                <a:lnTo>
                  <a:pt x="561975" y="142875"/>
                </a:lnTo>
                <a:lnTo>
                  <a:pt x="533400" y="142875"/>
                </a:lnTo>
                <a:close/>
                <a:moveTo>
                  <a:pt x="590550" y="133350"/>
                </a:moveTo>
                <a:lnTo>
                  <a:pt x="609600" y="133350"/>
                </a:lnTo>
                <a:lnTo>
                  <a:pt x="609600" y="152400"/>
                </a:lnTo>
                <a:lnTo>
                  <a:pt x="590550" y="152400"/>
                </a:lnTo>
                <a:close/>
                <a:moveTo>
                  <a:pt x="333375" y="142875"/>
                </a:moveTo>
                <a:lnTo>
                  <a:pt x="342900" y="142875"/>
                </a:lnTo>
                <a:lnTo>
                  <a:pt x="342900" y="152400"/>
                </a:lnTo>
                <a:lnTo>
                  <a:pt x="333375" y="152400"/>
                </a:lnTo>
                <a:close/>
                <a:moveTo>
                  <a:pt x="390525" y="142875"/>
                </a:moveTo>
                <a:lnTo>
                  <a:pt x="400050" y="142875"/>
                </a:lnTo>
                <a:lnTo>
                  <a:pt x="400050" y="171450"/>
                </a:lnTo>
                <a:lnTo>
                  <a:pt x="390525" y="171450"/>
                </a:lnTo>
                <a:close/>
                <a:moveTo>
                  <a:pt x="885825" y="142875"/>
                </a:moveTo>
                <a:lnTo>
                  <a:pt x="895350" y="142875"/>
                </a:lnTo>
                <a:lnTo>
                  <a:pt x="895350" y="152400"/>
                </a:lnTo>
                <a:lnTo>
                  <a:pt x="885825" y="152400"/>
                </a:lnTo>
                <a:close/>
                <a:moveTo>
                  <a:pt x="904875" y="142875"/>
                </a:moveTo>
                <a:lnTo>
                  <a:pt x="914400" y="142875"/>
                </a:lnTo>
                <a:lnTo>
                  <a:pt x="914400" y="152400"/>
                </a:lnTo>
                <a:lnTo>
                  <a:pt x="904875" y="152400"/>
                </a:lnTo>
                <a:close/>
                <a:moveTo>
                  <a:pt x="962025" y="142875"/>
                </a:moveTo>
                <a:lnTo>
                  <a:pt x="971550" y="142875"/>
                </a:lnTo>
                <a:lnTo>
                  <a:pt x="971550" y="152400"/>
                </a:lnTo>
                <a:lnTo>
                  <a:pt x="962025" y="152400"/>
                </a:lnTo>
                <a:close/>
                <a:moveTo>
                  <a:pt x="323850" y="152400"/>
                </a:moveTo>
                <a:lnTo>
                  <a:pt x="333375" y="152400"/>
                </a:lnTo>
                <a:lnTo>
                  <a:pt x="333375" y="161925"/>
                </a:lnTo>
                <a:lnTo>
                  <a:pt x="323850" y="161925"/>
                </a:lnTo>
                <a:close/>
                <a:moveTo>
                  <a:pt x="361950" y="152400"/>
                </a:moveTo>
                <a:lnTo>
                  <a:pt x="371475" y="152400"/>
                </a:lnTo>
                <a:lnTo>
                  <a:pt x="371475" y="171450"/>
                </a:lnTo>
                <a:lnTo>
                  <a:pt x="361950" y="171450"/>
                </a:lnTo>
                <a:close/>
                <a:moveTo>
                  <a:pt x="695325" y="152400"/>
                </a:moveTo>
                <a:lnTo>
                  <a:pt x="723900" y="152400"/>
                </a:lnTo>
                <a:lnTo>
                  <a:pt x="723900" y="171450"/>
                </a:lnTo>
                <a:lnTo>
                  <a:pt x="695325" y="171450"/>
                </a:lnTo>
                <a:close/>
                <a:moveTo>
                  <a:pt x="1057275" y="152400"/>
                </a:moveTo>
                <a:lnTo>
                  <a:pt x="1076325" y="152400"/>
                </a:lnTo>
                <a:lnTo>
                  <a:pt x="1076325" y="171450"/>
                </a:lnTo>
                <a:lnTo>
                  <a:pt x="1057275" y="171450"/>
                </a:lnTo>
                <a:close/>
                <a:moveTo>
                  <a:pt x="314325" y="161925"/>
                </a:moveTo>
                <a:lnTo>
                  <a:pt x="323850" y="161925"/>
                </a:lnTo>
                <a:lnTo>
                  <a:pt x="323850" y="171450"/>
                </a:lnTo>
                <a:lnTo>
                  <a:pt x="314325" y="171450"/>
                </a:lnTo>
                <a:close/>
                <a:moveTo>
                  <a:pt x="742950" y="161925"/>
                </a:moveTo>
                <a:lnTo>
                  <a:pt x="752475" y="161925"/>
                </a:lnTo>
                <a:lnTo>
                  <a:pt x="752475" y="180975"/>
                </a:lnTo>
                <a:lnTo>
                  <a:pt x="742950" y="180975"/>
                </a:lnTo>
                <a:close/>
                <a:moveTo>
                  <a:pt x="790575" y="161925"/>
                </a:moveTo>
                <a:lnTo>
                  <a:pt x="800100" y="161925"/>
                </a:lnTo>
                <a:lnTo>
                  <a:pt x="800100" y="171450"/>
                </a:lnTo>
                <a:lnTo>
                  <a:pt x="828675" y="171450"/>
                </a:lnTo>
                <a:lnTo>
                  <a:pt x="828675" y="180975"/>
                </a:lnTo>
                <a:lnTo>
                  <a:pt x="838200" y="180975"/>
                </a:lnTo>
                <a:lnTo>
                  <a:pt x="838200" y="190500"/>
                </a:lnTo>
                <a:lnTo>
                  <a:pt x="828675" y="190500"/>
                </a:lnTo>
                <a:lnTo>
                  <a:pt x="828675" y="200025"/>
                </a:lnTo>
                <a:lnTo>
                  <a:pt x="819150" y="200025"/>
                </a:lnTo>
                <a:lnTo>
                  <a:pt x="819150" y="190500"/>
                </a:lnTo>
                <a:lnTo>
                  <a:pt x="800100" y="190500"/>
                </a:lnTo>
                <a:lnTo>
                  <a:pt x="800100" y="180975"/>
                </a:lnTo>
                <a:lnTo>
                  <a:pt x="781050" y="180975"/>
                </a:lnTo>
                <a:lnTo>
                  <a:pt x="781050" y="171450"/>
                </a:lnTo>
                <a:lnTo>
                  <a:pt x="790575" y="171450"/>
                </a:lnTo>
                <a:close/>
                <a:moveTo>
                  <a:pt x="457200" y="171450"/>
                </a:moveTo>
                <a:lnTo>
                  <a:pt x="476250" y="171450"/>
                </a:lnTo>
                <a:lnTo>
                  <a:pt x="476250" y="180975"/>
                </a:lnTo>
                <a:lnTo>
                  <a:pt x="457200" y="180975"/>
                </a:lnTo>
                <a:close/>
                <a:moveTo>
                  <a:pt x="962025" y="171450"/>
                </a:moveTo>
                <a:lnTo>
                  <a:pt x="971550" y="171450"/>
                </a:lnTo>
                <a:lnTo>
                  <a:pt x="971550" y="180975"/>
                </a:lnTo>
                <a:lnTo>
                  <a:pt x="962025" y="180975"/>
                </a:lnTo>
                <a:close/>
                <a:moveTo>
                  <a:pt x="381000" y="180975"/>
                </a:moveTo>
                <a:lnTo>
                  <a:pt x="390525" y="180975"/>
                </a:lnTo>
                <a:lnTo>
                  <a:pt x="390525" y="190500"/>
                </a:lnTo>
                <a:lnTo>
                  <a:pt x="381000" y="190500"/>
                </a:lnTo>
                <a:close/>
                <a:moveTo>
                  <a:pt x="914400" y="180975"/>
                </a:moveTo>
                <a:lnTo>
                  <a:pt x="923925" y="180975"/>
                </a:lnTo>
                <a:lnTo>
                  <a:pt x="923925" y="190500"/>
                </a:lnTo>
                <a:lnTo>
                  <a:pt x="914400" y="190500"/>
                </a:lnTo>
                <a:close/>
                <a:moveTo>
                  <a:pt x="952500" y="180975"/>
                </a:moveTo>
                <a:lnTo>
                  <a:pt x="962025" y="180975"/>
                </a:lnTo>
                <a:lnTo>
                  <a:pt x="962025" y="190500"/>
                </a:lnTo>
                <a:lnTo>
                  <a:pt x="952500" y="190500"/>
                </a:lnTo>
                <a:close/>
                <a:moveTo>
                  <a:pt x="342900" y="190500"/>
                </a:moveTo>
                <a:lnTo>
                  <a:pt x="352425" y="190500"/>
                </a:lnTo>
                <a:lnTo>
                  <a:pt x="352425" y="219075"/>
                </a:lnTo>
                <a:lnTo>
                  <a:pt x="342900" y="219075"/>
                </a:lnTo>
                <a:close/>
                <a:moveTo>
                  <a:pt x="676275" y="190500"/>
                </a:moveTo>
                <a:lnTo>
                  <a:pt x="685800" y="190500"/>
                </a:lnTo>
                <a:lnTo>
                  <a:pt x="685800" y="200025"/>
                </a:lnTo>
                <a:lnTo>
                  <a:pt x="676275" y="200025"/>
                </a:lnTo>
                <a:close/>
                <a:moveTo>
                  <a:pt x="838200" y="190500"/>
                </a:moveTo>
                <a:lnTo>
                  <a:pt x="847725" y="190500"/>
                </a:lnTo>
                <a:lnTo>
                  <a:pt x="847725" y="238125"/>
                </a:lnTo>
                <a:lnTo>
                  <a:pt x="828675" y="238125"/>
                </a:lnTo>
                <a:lnTo>
                  <a:pt x="828675" y="200025"/>
                </a:lnTo>
                <a:lnTo>
                  <a:pt x="838200" y="200025"/>
                </a:lnTo>
                <a:close/>
                <a:moveTo>
                  <a:pt x="942975" y="190500"/>
                </a:moveTo>
                <a:lnTo>
                  <a:pt x="952500" y="190500"/>
                </a:lnTo>
                <a:lnTo>
                  <a:pt x="952500" y="200025"/>
                </a:lnTo>
                <a:lnTo>
                  <a:pt x="942975" y="200025"/>
                </a:lnTo>
                <a:close/>
                <a:moveTo>
                  <a:pt x="1047750" y="190500"/>
                </a:moveTo>
                <a:lnTo>
                  <a:pt x="1066800" y="190500"/>
                </a:lnTo>
                <a:lnTo>
                  <a:pt x="1066800" y="219075"/>
                </a:lnTo>
                <a:lnTo>
                  <a:pt x="1057275" y="219075"/>
                </a:lnTo>
                <a:lnTo>
                  <a:pt x="1057275" y="247650"/>
                </a:lnTo>
                <a:lnTo>
                  <a:pt x="1038225" y="247650"/>
                </a:lnTo>
                <a:lnTo>
                  <a:pt x="1038225" y="228600"/>
                </a:lnTo>
                <a:lnTo>
                  <a:pt x="1047750" y="228600"/>
                </a:lnTo>
                <a:close/>
                <a:moveTo>
                  <a:pt x="371475" y="200025"/>
                </a:moveTo>
                <a:lnTo>
                  <a:pt x="381000" y="200025"/>
                </a:lnTo>
                <a:lnTo>
                  <a:pt x="381000" y="209550"/>
                </a:lnTo>
                <a:lnTo>
                  <a:pt x="371475" y="209550"/>
                </a:lnTo>
                <a:close/>
                <a:moveTo>
                  <a:pt x="457200" y="200025"/>
                </a:moveTo>
                <a:lnTo>
                  <a:pt x="476250" y="200025"/>
                </a:lnTo>
                <a:lnTo>
                  <a:pt x="476250" y="209550"/>
                </a:lnTo>
                <a:lnTo>
                  <a:pt x="457200" y="209550"/>
                </a:lnTo>
                <a:close/>
                <a:moveTo>
                  <a:pt x="628650" y="200025"/>
                </a:moveTo>
                <a:lnTo>
                  <a:pt x="638175" y="200025"/>
                </a:lnTo>
                <a:lnTo>
                  <a:pt x="638175" y="209550"/>
                </a:lnTo>
                <a:lnTo>
                  <a:pt x="628650" y="209550"/>
                </a:lnTo>
                <a:close/>
                <a:moveTo>
                  <a:pt x="666750" y="200025"/>
                </a:moveTo>
                <a:lnTo>
                  <a:pt x="676275" y="200025"/>
                </a:lnTo>
                <a:lnTo>
                  <a:pt x="676275" y="209550"/>
                </a:lnTo>
                <a:lnTo>
                  <a:pt x="666750" y="209550"/>
                </a:lnTo>
                <a:close/>
                <a:moveTo>
                  <a:pt x="209550" y="209550"/>
                </a:moveTo>
                <a:lnTo>
                  <a:pt x="228600" y="209550"/>
                </a:lnTo>
                <a:lnTo>
                  <a:pt x="228600" y="247650"/>
                </a:lnTo>
                <a:lnTo>
                  <a:pt x="238125" y="247650"/>
                </a:lnTo>
                <a:lnTo>
                  <a:pt x="238125" y="276225"/>
                </a:lnTo>
                <a:lnTo>
                  <a:pt x="219075" y="276225"/>
                </a:lnTo>
                <a:lnTo>
                  <a:pt x="219075" y="238125"/>
                </a:lnTo>
                <a:lnTo>
                  <a:pt x="209550" y="238125"/>
                </a:lnTo>
                <a:close/>
                <a:moveTo>
                  <a:pt x="895350" y="209550"/>
                </a:moveTo>
                <a:lnTo>
                  <a:pt x="904875" y="209550"/>
                </a:lnTo>
                <a:lnTo>
                  <a:pt x="904875" y="219075"/>
                </a:lnTo>
                <a:lnTo>
                  <a:pt x="895350" y="219075"/>
                </a:lnTo>
                <a:close/>
                <a:moveTo>
                  <a:pt x="352425" y="219075"/>
                </a:moveTo>
                <a:lnTo>
                  <a:pt x="371475" y="219075"/>
                </a:lnTo>
                <a:lnTo>
                  <a:pt x="371475" y="238125"/>
                </a:lnTo>
                <a:lnTo>
                  <a:pt x="361950" y="238125"/>
                </a:lnTo>
                <a:lnTo>
                  <a:pt x="361950" y="247650"/>
                </a:lnTo>
                <a:lnTo>
                  <a:pt x="352425" y="247650"/>
                </a:lnTo>
                <a:close/>
                <a:moveTo>
                  <a:pt x="904875" y="219075"/>
                </a:moveTo>
                <a:lnTo>
                  <a:pt x="914400" y="219075"/>
                </a:lnTo>
                <a:lnTo>
                  <a:pt x="914400" y="228600"/>
                </a:lnTo>
                <a:lnTo>
                  <a:pt x="904875" y="228600"/>
                </a:lnTo>
                <a:close/>
                <a:moveTo>
                  <a:pt x="447675" y="228600"/>
                </a:moveTo>
                <a:lnTo>
                  <a:pt x="466725" y="228600"/>
                </a:lnTo>
                <a:lnTo>
                  <a:pt x="466725" y="257175"/>
                </a:lnTo>
                <a:lnTo>
                  <a:pt x="447675" y="257175"/>
                </a:lnTo>
                <a:close/>
                <a:moveTo>
                  <a:pt x="895350" y="228600"/>
                </a:moveTo>
                <a:lnTo>
                  <a:pt x="904875" y="228600"/>
                </a:lnTo>
                <a:lnTo>
                  <a:pt x="904875" y="238125"/>
                </a:lnTo>
                <a:lnTo>
                  <a:pt x="895350" y="238125"/>
                </a:lnTo>
                <a:close/>
                <a:moveTo>
                  <a:pt x="371475" y="238125"/>
                </a:moveTo>
                <a:lnTo>
                  <a:pt x="381000" y="238125"/>
                </a:lnTo>
                <a:lnTo>
                  <a:pt x="381000" y="247650"/>
                </a:lnTo>
                <a:lnTo>
                  <a:pt x="371475" y="247650"/>
                </a:lnTo>
                <a:close/>
                <a:moveTo>
                  <a:pt x="885825" y="238125"/>
                </a:moveTo>
                <a:lnTo>
                  <a:pt x="895350" y="238125"/>
                </a:lnTo>
                <a:lnTo>
                  <a:pt x="895350" y="257175"/>
                </a:lnTo>
                <a:lnTo>
                  <a:pt x="885825" y="257175"/>
                </a:lnTo>
                <a:close/>
                <a:moveTo>
                  <a:pt x="904875" y="238125"/>
                </a:moveTo>
                <a:lnTo>
                  <a:pt x="914400" y="238125"/>
                </a:lnTo>
                <a:lnTo>
                  <a:pt x="914400" y="257175"/>
                </a:lnTo>
                <a:lnTo>
                  <a:pt x="904875" y="257175"/>
                </a:lnTo>
                <a:close/>
                <a:moveTo>
                  <a:pt x="657225" y="247650"/>
                </a:moveTo>
                <a:lnTo>
                  <a:pt x="666750" y="247650"/>
                </a:lnTo>
                <a:lnTo>
                  <a:pt x="666750" y="257175"/>
                </a:lnTo>
                <a:lnTo>
                  <a:pt x="657225" y="257175"/>
                </a:lnTo>
                <a:close/>
                <a:moveTo>
                  <a:pt x="361950" y="257175"/>
                </a:moveTo>
                <a:lnTo>
                  <a:pt x="371475" y="257175"/>
                </a:lnTo>
                <a:lnTo>
                  <a:pt x="371475" y="266700"/>
                </a:lnTo>
                <a:lnTo>
                  <a:pt x="361950" y="266700"/>
                </a:lnTo>
                <a:close/>
                <a:moveTo>
                  <a:pt x="819150" y="257175"/>
                </a:moveTo>
                <a:lnTo>
                  <a:pt x="838200" y="257175"/>
                </a:lnTo>
                <a:lnTo>
                  <a:pt x="838200" y="304800"/>
                </a:lnTo>
                <a:lnTo>
                  <a:pt x="819150" y="304800"/>
                </a:lnTo>
                <a:close/>
                <a:moveTo>
                  <a:pt x="1028700" y="266700"/>
                </a:moveTo>
                <a:lnTo>
                  <a:pt x="1047750" y="266700"/>
                </a:lnTo>
                <a:lnTo>
                  <a:pt x="1047750" y="285750"/>
                </a:lnTo>
                <a:lnTo>
                  <a:pt x="1038225" y="285750"/>
                </a:lnTo>
                <a:lnTo>
                  <a:pt x="1038225" y="323850"/>
                </a:lnTo>
                <a:lnTo>
                  <a:pt x="1028700" y="323850"/>
                </a:lnTo>
                <a:lnTo>
                  <a:pt x="1028700" y="361950"/>
                </a:lnTo>
                <a:lnTo>
                  <a:pt x="1019175" y="361950"/>
                </a:lnTo>
                <a:lnTo>
                  <a:pt x="1019175" y="342900"/>
                </a:lnTo>
                <a:lnTo>
                  <a:pt x="1009650" y="342900"/>
                </a:lnTo>
                <a:lnTo>
                  <a:pt x="1009650" y="333375"/>
                </a:lnTo>
                <a:lnTo>
                  <a:pt x="1019175" y="333375"/>
                </a:lnTo>
                <a:lnTo>
                  <a:pt x="1019175" y="295275"/>
                </a:lnTo>
                <a:lnTo>
                  <a:pt x="1028700" y="295275"/>
                </a:lnTo>
                <a:close/>
                <a:moveTo>
                  <a:pt x="438150" y="276225"/>
                </a:moveTo>
                <a:lnTo>
                  <a:pt x="457200" y="276225"/>
                </a:lnTo>
                <a:lnTo>
                  <a:pt x="457200" y="285750"/>
                </a:lnTo>
                <a:lnTo>
                  <a:pt x="438150" y="285750"/>
                </a:lnTo>
                <a:close/>
                <a:moveTo>
                  <a:pt x="571500" y="276225"/>
                </a:moveTo>
                <a:lnTo>
                  <a:pt x="581025" y="276225"/>
                </a:lnTo>
                <a:lnTo>
                  <a:pt x="581025" y="285750"/>
                </a:lnTo>
                <a:lnTo>
                  <a:pt x="571500" y="285750"/>
                </a:lnTo>
                <a:close/>
                <a:moveTo>
                  <a:pt x="609600" y="276225"/>
                </a:moveTo>
                <a:lnTo>
                  <a:pt x="619125" y="276225"/>
                </a:lnTo>
                <a:lnTo>
                  <a:pt x="619125" y="285750"/>
                </a:lnTo>
                <a:lnTo>
                  <a:pt x="609600" y="285750"/>
                </a:lnTo>
                <a:close/>
                <a:moveTo>
                  <a:pt x="685800" y="276225"/>
                </a:moveTo>
                <a:lnTo>
                  <a:pt x="695325" y="276225"/>
                </a:lnTo>
                <a:lnTo>
                  <a:pt x="695325" y="285750"/>
                </a:lnTo>
                <a:lnTo>
                  <a:pt x="685800" y="285750"/>
                </a:lnTo>
                <a:close/>
                <a:moveTo>
                  <a:pt x="228600" y="295275"/>
                </a:moveTo>
                <a:lnTo>
                  <a:pt x="247650" y="295275"/>
                </a:lnTo>
                <a:lnTo>
                  <a:pt x="247650" y="304800"/>
                </a:lnTo>
                <a:lnTo>
                  <a:pt x="257175" y="304800"/>
                </a:lnTo>
                <a:lnTo>
                  <a:pt x="257175" y="314325"/>
                </a:lnTo>
                <a:lnTo>
                  <a:pt x="238125" y="314325"/>
                </a:lnTo>
                <a:lnTo>
                  <a:pt x="238125" y="323850"/>
                </a:lnTo>
                <a:lnTo>
                  <a:pt x="228600" y="323850"/>
                </a:lnTo>
                <a:close/>
                <a:moveTo>
                  <a:pt x="381000" y="304800"/>
                </a:moveTo>
                <a:lnTo>
                  <a:pt x="400050" y="304800"/>
                </a:lnTo>
                <a:lnTo>
                  <a:pt x="400050" y="314325"/>
                </a:lnTo>
                <a:lnTo>
                  <a:pt x="390525" y="314325"/>
                </a:lnTo>
                <a:lnTo>
                  <a:pt x="390525" y="323850"/>
                </a:lnTo>
                <a:lnTo>
                  <a:pt x="381000" y="323850"/>
                </a:lnTo>
                <a:close/>
                <a:moveTo>
                  <a:pt x="438150" y="304800"/>
                </a:moveTo>
                <a:lnTo>
                  <a:pt x="457200" y="304800"/>
                </a:lnTo>
                <a:lnTo>
                  <a:pt x="457200" y="314325"/>
                </a:lnTo>
                <a:lnTo>
                  <a:pt x="447675" y="314325"/>
                </a:lnTo>
                <a:lnTo>
                  <a:pt x="447675" y="361950"/>
                </a:lnTo>
                <a:lnTo>
                  <a:pt x="428625" y="361950"/>
                </a:lnTo>
                <a:lnTo>
                  <a:pt x="428625" y="352425"/>
                </a:lnTo>
                <a:lnTo>
                  <a:pt x="419100" y="352425"/>
                </a:lnTo>
                <a:lnTo>
                  <a:pt x="419100" y="361950"/>
                </a:lnTo>
                <a:lnTo>
                  <a:pt x="409575" y="361950"/>
                </a:lnTo>
                <a:lnTo>
                  <a:pt x="409575" y="352425"/>
                </a:lnTo>
                <a:lnTo>
                  <a:pt x="400050" y="352425"/>
                </a:lnTo>
                <a:lnTo>
                  <a:pt x="400050" y="333375"/>
                </a:lnTo>
                <a:lnTo>
                  <a:pt x="390525" y="333375"/>
                </a:lnTo>
                <a:lnTo>
                  <a:pt x="390525" y="323850"/>
                </a:lnTo>
                <a:lnTo>
                  <a:pt x="400050" y="323850"/>
                </a:lnTo>
                <a:lnTo>
                  <a:pt x="400050" y="333375"/>
                </a:lnTo>
                <a:lnTo>
                  <a:pt x="409575" y="333375"/>
                </a:lnTo>
                <a:lnTo>
                  <a:pt x="409575" y="342900"/>
                </a:lnTo>
                <a:lnTo>
                  <a:pt x="419100" y="342900"/>
                </a:lnTo>
                <a:lnTo>
                  <a:pt x="419100" y="323850"/>
                </a:lnTo>
                <a:lnTo>
                  <a:pt x="428625" y="323850"/>
                </a:lnTo>
                <a:lnTo>
                  <a:pt x="428625" y="342900"/>
                </a:lnTo>
                <a:lnTo>
                  <a:pt x="438150" y="342900"/>
                </a:lnTo>
                <a:close/>
                <a:moveTo>
                  <a:pt x="266700" y="314325"/>
                </a:moveTo>
                <a:lnTo>
                  <a:pt x="276225" y="314325"/>
                </a:lnTo>
                <a:lnTo>
                  <a:pt x="276225" y="323850"/>
                </a:lnTo>
                <a:lnTo>
                  <a:pt x="266700" y="323850"/>
                </a:lnTo>
                <a:close/>
                <a:moveTo>
                  <a:pt x="685800" y="314325"/>
                </a:moveTo>
                <a:lnTo>
                  <a:pt x="695325" y="314325"/>
                </a:lnTo>
                <a:lnTo>
                  <a:pt x="695325" y="323850"/>
                </a:lnTo>
                <a:lnTo>
                  <a:pt x="685800" y="323850"/>
                </a:lnTo>
                <a:close/>
                <a:moveTo>
                  <a:pt x="809625" y="314325"/>
                </a:moveTo>
                <a:lnTo>
                  <a:pt x="819150" y="314325"/>
                </a:lnTo>
                <a:lnTo>
                  <a:pt x="819150" y="333375"/>
                </a:lnTo>
                <a:lnTo>
                  <a:pt x="828675" y="333375"/>
                </a:lnTo>
                <a:lnTo>
                  <a:pt x="828675" y="323850"/>
                </a:lnTo>
                <a:lnTo>
                  <a:pt x="838200" y="323850"/>
                </a:lnTo>
                <a:lnTo>
                  <a:pt x="838200" y="333375"/>
                </a:lnTo>
                <a:lnTo>
                  <a:pt x="828675" y="333375"/>
                </a:lnTo>
                <a:lnTo>
                  <a:pt x="828675" y="352425"/>
                </a:lnTo>
                <a:lnTo>
                  <a:pt x="809625" y="352425"/>
                </a:lnTo>
                <a:close/>
                <a:moveTo>
                  <a:pt x="857250" y="314325"/>
                </a:moveTo>
                <a:lnTo>
                  <a:pt x="885825" y="314325"/>
                </a:lnTo>
                <a:lnTo>
                  <a:pt x="885825" y="323850"/>
                </a:lnTo>
                <a:lnTo>
                  <a:pt x="923925" y="323850"/>
                </a:lnTo>
                <a:lnTo>
                  <a:pt x="923925" y="333375"/>
                </a:lnTo>
                <a:lnTo>
                  <a:pt x="952500" y="333375"/>
                </a:lnTo>
                <a:lnTo>
                  <a:pt x="952500" y="352425"/>
                </a:lnTo>
                <a:lnTo>
                  <a:pt x="933450" y="352425"/>
                </a:lnTo>
                <a:lnTo>
                  <a:pt x="933450" y="342900"/>
                </a:lnTo>
                <a:lnTo>
                  <a:pt x="895350" y="342900"/>
                </a:lnTo>
                <a:lnTo>
                  <a:pt x="895350" y="333375"/>
                </a:lnTo>
                <a:lnTo>
                  <a:pt x="857250" y="333375"/>
                </a:lnTo>
                <a:close/>
                <a:moveTo>
                  <a:pt x="276225" y="323850"/>
                </a:moveTo>
                <a:lnTo>
                  <a:pt x="285750" y="323850"/>
                </a:lnTo>
                <a:lnTo>
                  <a:pt x="285750" y="333375"/>
                </a:lnTo>
                <a:lnTo>
                  <a:pt x="276225" y="333375"/>
                </a:lnTo>
                <a:close/>
                <a:moveTo>
                  <a:pt x="314325" y="323850"/>
                </a:moveTo>
                <a:lnTo>
                  <a:pt x="333375" y="323850"/>
                </a:lnTo>
                <a:lnTo>
                  <a:pt x="333375" y="342900"/>
                </a:lnTo>
                <a:lnTo>
                  <a:pt x="295275" y="342900"/>
                </a:lnTo>
                <a:lnTo>
                  <a:pt x="295275" y="333375"/>
                </a:lnTo>
                <a:lnTo>
                  <a:pt x="314325" y="333375"/>
                </a:lnTo>
                <a:close/>
                <a:moveTo>
                  <a:pt x="247650" y="342900"/>
                </a:moveTo>
                <a:lnTo>
                  <a:pt x="276225" y="342900"/>
                </a:lnTo>
                <a:lnTo>
                  <a:pt x="276225" y="361950"/>
                </a:lnTo>
                <a:lnTo>
                  <a:pt x="266700" y="361950"/>
                </a:lnTo>
                <a:lnTo>
                  <a:pt x="266700" y="352425"/>
                </a:lnTo>
                <a:lnTo>
                  <a:pt x="247650" y="352425"/>
                </a:lnTo>
                <a:close/>
                <a:moveTo>
                  <a:pt x="971550" y="342900"/>
                </a:moveTo>
                <a:lnTo>
                  <a:pt x="990600" y="342900"/>
                </a:lnTo>
                <a:lnTo>
                  <a:pt x="990600" y="352425"/>
                </a:lnTo>
                <a:lnTo>
                  <a:pt x="1000125" y="352425"/>
                </a:lnTo>
                <a:lnTo>
                  <a:pt x="1000125" y="342900"/>
                </a:lnTo>
                <a:lnTo>
                  <a:pt x="1009650" y="342900"/>
                </a:lnTo>
                <a:lnTo>
                  <a:pt x="1009650" y="352425"/>
                </a:lnTo>
                <a:lnTo>
                  <a:pt x="1000125" y="352425"/>
                </a:lnTo>
                <a:lnTo>
                  <a:pt x="1000125" y="361950"/>
                </a:lnTo>
                <a:lnTo>
                  <a:pt x="971550" y="361950"/>
                </a:lnTo>
                <a:close/>
                <a:moveTo>
                  <a:pt x="209550" y="352425"/>
                </a:moveTo>
                <a:lnTo>
                  <a:pt x="219075" y="352425"/>
                </a:lnTo>
                <a:lnTo>
                  <a:pt x="219075" y="361950"/>
                </a:lnTo>
                <a:lnTo>
                  <a:pt x="209550" y="361950"/>
                </a:lnTo>
                <a:close/>
                <a:moveTo>
                  <a:pt x="600075" y="352425"/>
                </a:moveTo>
                <a:lnTo>
                  <a:pt x="609600" y="352425"/>
                </a:lnTo>
                <a:lnTo>
                  <a:pt x="609600" y="361950"/>
                </a:lnTo>
                <a:lnTo>
                  <a:pt x="600075" y="361950"/>
                </a:lnTo>
                <a:close/>
                <a:moveTo>
                  <a:pt x="638175" y="352425"/>
                </a:moveTo>
                <a:lnTo>
                  <a:pt x="647700" y="352425"/>
                </a:lnTo>
                <a:lnTo>
                  <a:pt x="647700" y="361950"/>
                </a:lnTo>
                <a:lnTo>
                  <a:pt x="638175" y="361950"/>
                </a:lnTo>
                <a:close/>
                <a:moveTo>
                  <a:pt x="200025" y="361950"/>
                </a:moveTo>
                <a:lnTo>
                  <a:pt x="209550" y="361950"/>
                </a:lnTo>
                <a:lnTo>
                  <a:pt x="209550" y="371475"/>
                </a:lnTo>
                <a:lnTo>
                  <a:pt x="219075" y="371475"/>
                </a:lnTo>
                <a:lnTo>
                  <a:pt x="219075" y="381000"/>
                </a:lnTo>
                <a:lnTo>
                  <a:pt x="190500" y="381000"/>
                </a:lnTo>
                <a:lnTo>
                  <a:pt x="190500" y="390525"/>
                </a:lnTo>
                <a:lnTo>
                  <a:pt x="171450" y="390525"/>
                </a:lnTo>
                <a:lnTo>
                  <a:pt x="171450" y="371475"/>
                </a:lnTo>
                <a:lnTo>
                  <a:pt x="200025" y="371475"/>
                </a:lnTo>
                <a:close/>
                <a:moveTo>
                  <a:pt x="628650" y="361950"/>
                </a:moveTo>
                <a:lnTo>
                  <a:pt x="638175" y="361950"/>
                </a:lnTo>
                <a:lnTo>
                  <a:pt x="638175" y="371475"/>
                </a:lnTo>
                <a:lnTo>
                  <a:pt x="628650" y="371475"/>
                </a:lnTo>
                <a:close/>
                <a:moveTo>
                  <a:pt x="1009650" y="361950"/>
                </a:moveTo>
                <a:lnTo>
                  <a:pt x="1019175" y="361950"/>
                </a:lnTo>
                <a:lnTo>
                  <a:pt x="1019175" y="371475"/>
                </a:lnTo>
                <a:lnTo>
                  <a:pt x="1009650" y="371475"/>
                </a:lnTo>
                <a:close/>
                <a:moveTo>
                  <a:pt x="285750" y="371475"/>
                </a:moveTo>
                <a:lnTo>
                  <a:pt x="295275" y="371475"/>
                </a:lnTo>
                <a:lnTo>
                  <a:pt x="295275" y="381000"/>
                </a:lnTo>
                <a:lnTo>
                  <a:pt x="285750" y="381000"/>
                </a:lnTo>
                <a:close/>
                <a:moveTo>
                  <a:pt x="619125" y="371475"/>
                </a:moveTo>
                <a:lnTo>
                  <a:pt x="628650" y="371475"/>
                </a:lnTo>
                <a:lnTo>
                  <a:pt x="628650" y="381000"/>
                </a:lnTo>
                <a:lnTo>
                  <a:pt x="619125" y="381000"/>
                </a:lnTo>
                <a:close/>
                <a:moveTo>
                  <a:pt x="800100" y="371475"/>
                </a:moveTo>
                <a:lnTo>
                  <a:pt x="819150" y="371475"/>
                </a:lnTo>
                <a:lnTo>
                  <a:pt x="819150" y="390525"/>
                </a:lnTo>
                <a:lnTo>
                  <a:pt x="800100" y="390525"/>
                </a:lnTo>
                <a:close/>
                <a:moveTo>
                  <a:pt x="133350" y="381000"/>
                </a:moveTo>
                <a:lnTo>
                  <a:pt x="152400" y="381000"/>
                </a:lnTo>
                <a:lnTo>
                  <a:pt x="152400" y="400050"/>
                </a:lnTo>
                <a:lnTo>
                  <a:pt x="133350" y="400050"/>
                </a:lnTo>
                <a:lnTo>
                  <a:pt x="133350" y="409575"/>
                </a:lnTo>
                <a:lnTo>
                  <a:pt x="123825" y="409575"/>
                </a:lnTo>
                <a:lnTo>
                  <a:pt x="123825" y="400050"/>
                </a:lnTo>
                <a:lnTo>
                  <a:pt x="114300" y="400050"/>
                </a:lnTo>
                <a:lnTo>
                  <a:pt x="114300" y="390525"/>
                </a:lnTo>
                <a:lnTo>
                  <a:pt x="133350" y="390525"/>
                </a:lnTo>
                <a:close/>
                <a:moveTo>
                  <a:pt x="276225" y="381000"/>
                </a:moveTo>
                <a:lnTo>
                  <a:pt x="285750" y="381000"/>
                </a:lnTo>
                <a:lnTo>
                  <a:pt x="285750" y="390525"/>
                </a:lnTo>
                <a:lnTo>
                  <a:pt x="276225" y="390525"/>
                </a:lnTo>
                <a:close/>
                <a:moveTo>
                  <a:pt x="104775" y="400050"/>
                </a:moveTo>
                <a:lnTo>
                  <a:pt x="114300" y="400050"/>
                </a:lnTo>
                <a:lnTo>
                  <a:pt x="114300" y="409575"/>
                </a:lnTo>
                <a:lnTo>
                  <a:pt x="123825" y="409575"/>
                </a:lnTo>
                <a:lnTo>
                  <a:pt x="123825" y="438150"/>
                </a:lnTo>
                <a:lnTo>
                  <a:pt x="133350" y="438150"/>
                </a:lnTo>
                <a:lnTo>
                  <a:pt x="133350" y="466725"/>
                </a:lnTo>
                <a:lnTo>
                  <a:pt x="142875" y="466725"/>
                </a:lnTo>
                <a:lnTo>
                  <a:pt x="142875" y="495300"/>
                </a:lnTo>
                <a:lnTo>
                  <a:pt x="152400" y="495300"/>
                </a:lnTo>
                <a:lnTo>
                  <a:pt x="152400" y="523875"/>
                </a:lnTo>
                <a:lnTo>
                  <a:pt x="161925" y="523875"/>
                </a:lnTo>
                <a:lnTo>
                  <a:pt x="161925" y="552450"/>
                </a:lnTo>
                <a:lnTo>
                  <a:pt x="171450" y="552450"/>
                </a:lnTo>
                <a:lnTo>
                  <a:pt x="171450" y="581025"/>
                </a:lnTo>
                <a:lnTo>
                  <a:pt x="161925" y="581025"/>
                </a:lnTo>
                <a:lnTo>
                  <a:pt x="161925" y="571500"/>
                </a:lnTo>
                <a:lnTo>
                  <a:pt x="152400" y="571500"/>
                </a:lnTo>
                <a:lnTo>
                  <a:pt x="152400" y="542925"/>
                </a:lnTo>
                <a:lnTo>
                  <a:pt x="142875" y="542925"/>
                </a:lnTo>
                <a:lnTo>
                  <a:pt x="142875" y="514350"/>
                </a:lnTo>
                <a:lnTo>
                  <a:pt x="133350" y="514350"/>
                </a:lnTo>
                <a:lnTo>
                  <a:pt x="133350" y="485775"/>
                </a:lnTo>
                <a:lnTo>
                  <a:pt x="123825" y="485775"/>
                </a:lnTo>
                <a:lnTo>
                  <a:pt x="123825" y="457200"/>
                </a:lnTo>
                <a:lnTo>
                  <a:pt x="114300" y="457200"/>
                </a:lnTo>
                <a:lnTo>
                  <a:pt x="114300" y="428625"/>
                </a:lnTo>
                <a:lnTo>
                  <a:pt x="104775" y="428625"/>
                </a:lnTo>
                <a:close/>
                <a:moveTo>
                  <a:pt x="419100" y="400050"/>
                </a:moveTo>
                <a:lnTo>
                  <a:pt x="438150" y="400050"/>
                </a:lnTo>
                <a:lnTo>
                  <a:pt x="438150" y="419100"/>
                </a:lnTo>
                <a:lnTo>
                  <a:pt x="419100" y="419100"/>
                </a:lnTo>
                <a:close/>
                <a:moveTo>
                  <a:pt x="885825" y="400050"/>
                </a:moveTo>
                <a:lnTo>
                  <a:pt x="895350" y="400050"/>
                </a:lnTo>
                <a:lnTo>
                  <a:pt x="895350" y="409575"/>
                </a:lnTo>
                <a:lnTo>
                  <a:pt x="885825" y="409575"/>
                </a:lnTo>
                <a:close/>
                <a:moveTo>
                  <a:pt x="876300" y="409575"/>
                </a:moveTo>
                <a:lnTo>
                  <a:pt x="885825" y="409575"/>
                </a:lnTo>
                <a:lnTo>
                  <a:pt x="885825" y="419100"/>
                </a:lnTo>
                <a:lnTo>
                  <a:pt x="876300" y="419100"/>
                </a:lnTo>
                <a:close/>
                <a:moveTo>
                  <a:pt x="923925" y="409575"/>
                </a:moveTo>
                <a:lnTo>
                  <a:pt x="933450" y="409575"/>
                </a:lnTo>
                <a:lnTo>
                  <a:pt x="933450" y="419100"/>
                </a:lnTo>
                <a:lnTo>
                  <a:pt x="923925" y="419100"/>
                </a:lnTo>
                <a:close/>
                <a:moveTo>
                  <a:pt x="323850" y="419100"/>
                </a:moveTo>
                <a:lnTo>
                  <a:pt x="342900" y="419100"/>
                </a:lnTo>
                <a:lnTo>
                  <a:pt x="342900" y="438150"/>
                </a:lnTo>
                <a:lnTo>
                  <a:pt x="314325" y="438150"/>
                </a:lnTo>
                <a:lnTo>
                  <a:pt x="314325" y="428625"/>
                </a:lnTo>
                <a:lnTo>
                  <a:pt x="323850" y="428625"/>
                </a:lnTo>
                <a:close/>
                <a:moveTo>
                  <a:pt x="590550" y="419100"/>
                </a:moveTo>
                <a:lnTo>
                  <a:pt x="600075" y="419100"/>
                </a:lnTo>
                <a:lnTo>
                  <a:pt x="600075" y="428625"/>
                </a:lnTo>
                <a:lnTo>
                  <a:pt x="590550" y="428625"/>
                </a:lnTo>
                <a:close/>
                <a:moveTo>
                  <a:pt x="800100" y="419100"/>
                </a:moveTo>
                <a:lnTo>
                  <a:pt x="809625" y="419100"/>
                </a:lnTo>
                <a:lnTo>
                  <a:pt x="809625" y="428625"/>
                </a:lnTo>
                <a:lnTo>
                  <a:pt x="819150" y="428625"/>
                </a:lnTo>
                <a:lnTo>
                  <a:pt x="819150" y="419100"/>
                </a:lnTo>
                <a:lnTo>
                  <a:pt x="828675" y="419100"/>
                </a:lnTo>
                <a:lnTo>
                  <a:pt x="828675" y="428625"/>
                </a:lnTo>
                <a:lnTo>
                  <a:pt x="819150" y="428625"/>
                </a:lnTo>
                <a:lnTo>
                  <a:pt x="819150" y="438150"/>
                </a:lnTo>
                <a:lnTo>
                  <a:pt x="809625" y="438150"/>
                </a:lnTo>
                <a:lnTo>
                  <a:pt x="809625" y="447675"/>
                </a:lnTo>
                <a:lnTo>
                  <a:pt x="790575" y="447675"/>
                </a:lnTo>
                <a:lnTo>
                  <a:pt x="790575" y="438150"/>
                </a:lnTo>
                <a:lnTo>
                  <a:pt x="800100" y="438150"/>
                </a:lnTo>
                <a:close/>
                <a:moveTo>
                  <a:pt x="895350" y="419100"/>
                </a:moveTo>
                <a:lnTo>
                  <a:pt x="914400" y="419100"/>
                </a:lnTo>
                <a:lnTo>
                  <a:pt x="914400" y="438150"/>
                </a:lnTo>
                <a:lnTo>
                  <a:pt x="904875" y="438150"/>
                </a:lnTo>
                <a:lnTo>
                  <a:pt x="904875" y="447675"/>
                </a:lnTo>
                <a:lnTo>
                  <a:pt x="895350" y="447675"/>
                </a:lnTo>
                <a:lnTo>
                  <a:pt x="895350" y="438150"/>
                </a:lnTo>
                <a:lnTo>
                  <a:pt x="885825" y="438150"/>
                </a:lnTo>
                <a:lnTo>
                  <a:pt x="885825" y="428625"/>
                </a:lnTo>
                <a:lnTo>
                  <a:pt x="895350" y="428625"/>
                </a:lnTo>
                <a:close/>
                <a:moveTo>
                  <a:pt x="933450" y="419100"/>
                </a:moveTo>
                <a:lnTo>
                  <a:pt x="942975" y="419100"/>
                </a:lnTo>
                <a:lnTo>
                  <a:pt x="942975" y="428625"/>
                </a:lnTo>
                <a:lnTo>
                  <a:pt x="933450" y="428625"/>
                </a:lnTo>
                <a:close/>
                <a:moveTo>
                  <a:pt x="600075" y="428625"/>
                </a:moveTo>
                <a:lnTo>
                  <a:pt x="619125" y="428625"/>
                </a:lnTo>
                <a:lnTo>
                  <a:pt x="619125" y="438150"/>
                </a:lnTo>
                <a:lnTo>
                  <a:pt x="600075" y="438150"/>
                </a:lnTo>
                <a:close/>
                <a:moveTo>
                  <a:pt x="857250" y="428625"/>
                </a:moveTo>
                <a:lnTo>
                  <a:pt x="866775" y="428625"/>
                </a:lnTo>
                <a:lnTo>
                  <a:pt x="866775" y="438150"/>
                </a:lnTo>
                <a:lnTo>
                  <a:pt x="857250" y="438150"/>
                </a:lnTo>
                <a:close/>
                <a:moveTo>
                  <a:pt x="942975" y="428625"/>
                </a:moveTo>
                <a:lnTo>
                  <a:pt x="952500" y="428625"/>
                </a:lnTo>
                <a:lnTo>
                  <a:pt x="952500" y="438150"/>
                </a:lnTo>
                <a:lnTo>
                  <a:pt x="942975" y="438150"/>
                </a:lnTo>
                <a:close/>
                <a:moveTo>
                  <a:pt x="190500" y="438150"/>
                </a:moveTo>
                <a:lnTo>
                  <a:pt x="200025" y="438150"/>
                </a:lnTo>
                <a:lnTo>
                  <a:pt x="200025" y="447675"/>
                </a:lnTo>
                <a:lnTo>
                  <a:pt x="209550" y="447675"/>
                </a:lnTo>
                <a:lnTo>
                  <a:pt x="209550" y="457200"/>
                </a:lnTo>
                <a:lnTo>
                  <a:pt x="219075" y="457200"/>
                </a:lnTo>
                <a:lnTo>
                  <a:pt x="219075" y="476250"/>
                </a:lnTo>
                <a:lnTo>
                  <a:pt x="228600" y="476250"/>
                </a:lnTo>
                <a:lnTo>
                  <a:pt x="228600" y="466725"/>
                </a:lnTo>
                <a:lnTo>
                  <a:pt x="238125" y="466725"/>
                </a:lnTo>
                <a:lnTo>
                  <a:pt x="238125" y="457200"/>
                </a:lnTo>
                <a:lnTo>
                  <a:pt x="247650" y="457200"/>
                </a:lnTo>
                <a:lnTo>
                  <a:pt x="247650" y="447675"/>
                </a:lnTo>
                <a:lnTo>
                  <a:pt x="276225" y="447675"/>
                </a:lnTo>
                <a:lnTo>
                  <a:pt x="276225" y="438150"/>
                </a:lnTo>
                <a:lnTo>
                  <a:pt x="285750" y="438150"/>
                </a:lnTo>
                <a:lnTo>
                  <a:pt x="285750" y="457200"/>
                </a:lnTo>
                <a:lnTo>
                  <a:pt x="276225" y="457200"/>
                </a:lnTo>
                <a:lnTo>
                  <a:pt x="276225" y="466725"/>
                </a:lnTo>
                <a:lnTo>
                  <a:pt x="238125" y="466725"/>
                </a:lnTo>
                <a:lnTo>
                  <a:pt x="238125" y="476250"/>
                </a:lnTo>
                <a:lnTo>
                  <a:pt x="228600" y="476250"/>
                </a:lnTo>
                <a:lnTo>
                  <a:pt x="228600" y="485775"/>
                </a:lnTo>
                <a:lnTo>
                  <a:pt x="219075" y="485775"/>
                </a:lnTo>
                <a:lnTo>
                  <a:pt x="219075" y="495300"/>
                </a:lnTo>
                <a:lnTo>
                  <a:pt x="209550" y="495300"/>
                </a:lnTo>
                <a:lnTo>
                  <a:pt x="209550" y="485775"/>
                </a:lnTo>
                <a:lnTo>
                  <a:pt x="190500" y="485775"/>
                </a:lnTo>
                <a:close/>
                <a:moveTo>
                  <a:pt x="409575" y="438150"/>
                </a:moveTo>
                <a:lnTo>
                  <a:pt x="428625" y="438150"/>
                </a:lnTo>
                <a:lnTo>
                  <a:pt x="428625" y="476250"/>
                </a:lnTo>
                <a:lnTo>
                  <a:pt x="419100" y="476250"/>
                </a:lnTo>
                <a:lnTo>
                  <a:pt x="419100" y="485775"/>
                </a:lnTo>
                <a:lnTo>
                  <a:pt x="409575" y="485775"/>
                </a:lnTo>
                <a:close/>
                <a:moveTo>
                  <a:pt x="723900" y="438150"/>
                </a:moveTo>
                <a:lnTo>
                  <a:pt x="733425" y="438150"/>
                </a:lnTo>
                <a:lnTo>
                  <a:pt x="733425" y="457200"/>
                </a:lnTo>
                <a:lnTo>
                  <a:pt x="723900" y="457200"/>
                </a:lnTo>
                <a:close/>
                <a:moveTo>
                  <a:pt x="866775" y="438150"/>
                </a:moveTo>
                <a:lnTo>
                  <a:pt x="876300" y="438150"/>
                </a:lnTo>
                <a:lnTo>
                  <a:pt x="876300" y="447675"/>
                </a:lnTo>
                <a:lnTo>
                  <a:pt x="866775" y="447675"/>
                </a:lnTo>
                <a:close/>
                <a:moveTo>
                  <a:pt x="962025" y="438150"/>
                </a:moveTo>
                <a:lnTo>
                  <a:pt x="981075" y="438150"/>
                </a:lnTo>
                <a:lnTo>
                  <a:pt x="981075" y="457200"/>
                </a:lnTo>
                <a:lnTo>
                  <a:pt x="962025" y="457200"/>
                </a:lnTo>
                <a:close/>
                <a:moveTo>
                  <a:pt x="695325" y="447675"/>
                </a:moveTo>
                <a:lnTo>
                  <a:pt x="704850" y="447675"/>
                </a:lnTo>
                <a:lnTo>
                  <a:pt x="704850" y="466725"/>
                </a:lnTo>
                <a:lnTo>
                  <a:pt x="695325" y="466725"/>
                </a:lnTo>
                <a:close/>
                <a:moveTo>
                  <a:pt x="762000" y="447675"/>
                </a:moveTo>
                <a:lnTo>
                  <a:pt x="781050" y="447675"/>
                </a:lnTo>
                <a:lnTo>
                  <a:pt x="781050" y="457200"/>
                </a:lnTo>
                <a:lnTo>
                  <a:pt x="762000" y="457200"/>
                </a:lnTo>
                <a:close/>
                <a:moveTo>
                  <a:pt x="876300" y="447675"/>
                </a:moveTo>
                <a:lnTo>
                  <a:pt x="885825" y="447675"/>
                </a:lnTo>
                <a:lnTo>
                  <a:pt x="885825" y="457200"/>
                </a:lnTo>
                <a:lnTo>
                  <a:pt x="876300" y="457200"/>
                </a:lnTo>
                <a:close/>
                <a:moveTo>
                  <a:pt x="933450" y="447675"/>
                </a:moveTo>
                <a:lnTo>
                  <a:pt x="942975" y="447675"/>
                </a:lnTo>
                <a:lnTo>
                  <a:pt x="942975" y="457200"/>
                </a:lnTo>
                <a:lnTo>
                  <a:pt x="933450" y="457200"/>
                </a:lnTo>
                <a:close/>
                <a:moveTo>
                  <a:pt x="1000125" y="447675"/>
                </a:moveTo>
                <a:lnTo>
                  <a:pt x="1028700" y="447675"/>
                </a:lnTo>
                <a:lnTo>
                  <a:pt x="1028700" y="457200"/>
                </a:lnTo>
                <a:lnTo>
                  <a:pt x="1038225" y="457200"/>
                </a:lnTo>
                <a:lnTo>
                  <a:pt x="1038225" y="466725"/>
                </a:lnTo>
                <a:lnTo>
                  <a:pt x="1000125" y="466725"/>
                </a:lnTo>
                <a:close/>
                <a:moveTo>
                  <a:pt x="800100" y="457200"/>
                </a:moveTo>
                <a:lnTo>
                  <a:pt x="809625" y="457200"/>
                </a:lnTo>
                <a:lnTo>
                  <a:pt x="809625" y="466725"/>
                </a:lnTo>
                <a:lnTo>
                  <a:pt x="800100" y="466725"/>
                </a:lnTo>
                <a:close/>
                <a:moveTo>
                  <a:pt x="342900" y="466725"/>
                </a:moveTo>
                <a:lnTo>
                  <a:pt x="371475" y="466725"/>
                </a:lnTo>
                <a:lnTo>
                  <a:pt x="371475" y="476250"/>
                </a:lnTo>
                <a:lnTo>
                  <a:pt x="361950" y="476250"/>
                </a:lnTo>
                <a:lnTo>
                  <a:pt x="361950" y="485775"/>
                </a:lnTo>
                <a:lnTo>
                  <a:pt x="333375" y="485775"/>
                </a:lnTo>
                <a:lnTo>
                  <a:pt x="333375" y="476250"/>
                </a:lnTo>
                <a:lnTo>
                  <a:pt x="342900" y="476250"/>
                </a:lnTo>
                <a:close/>
                <a:moveTo>
                  <a:pt x="762000" y="466725"/>
                </a:moveTo>
                <a:lnTo>
                  <a:pt x="771525" y="466725"/>
                </a:lnTo>
                <a:lnTo>
                  <a:pt x="771525" y="476250"/>
                </a:lnTo>
                <a:lnTo>
                  <a:pt x="762000" y="476250"/>
                </a:lnTo>
                <a:close/>
                <a:moveTo>
                  <a:pt x="790575" y="466725"/>
                </a:moveTo>
                <a:lnTo>
                  <a:pt x="800100" y="466725"/>
                </a:lnTo>
                <a:lnTo>
                  <a:pt x="800100" y="476250"/>
                </a:lnTo>
                <a:lnTo>
                  <a:pt x="790575" y="476250"/>
                </a:lnTo>
                <a:close/>
                <a:moveTo>
                  <a:pt x="809625" y="476250"/>
                </a:moveTo>
                <a:lnTo>
                  <a:pt x="819150" y="476250"/>
                </a:lnTo>
                <a:lnTo>
                  <a:pt x="819150" y="485775"/>
                </a:lnTo>
                <a:lnTo>
                  <a:pt x="828675" y="485775"/>
                </a:lnTo>
                <a:lnTo>
                  <a:pt x="828675" y="504825"/>
                </a:lnTo>
                <a:lnTo>
                  <a:pt x="876300" y="504825"/>
                </a:lnTo>
                <a:lnTo>
                  <a:pt x="876300" y="514350"/>
                </a:lnTo>
                <a:lnTo>
                  <a:pt x="885825" y="514350"/>
                </a:lnTo>
                <a:lnTo>
                  <a:pt x="885825" y="523875"/>
                </a:lnTo>
                <a:lnTo>
                  <a:pt x="819150" y="523875"/>
                </a:lnTo>
                <a:lnTo>
                  <a:pt x="819150" y="514350"/>
                </a:lnTo>
                <a:lnTo>
                  <a:pt x="800100" y="514350"/>
                </a:lnTo>
                <a:lnTo>
                  <a:pt x="800100" y="485775"/>
                </a:lnTo>
                <a:lnTo>
                  <a:pt x="809625" y="485775"/>
                </a:lnTo>
                <a:close/>
                <a:moveTo>
                  <a:pt x="314325" y="485775"/>
                </a:moveTo>
                <a:lnTo>
                  <a:pt x="323850" y="485775"/>
                </a:lnTo>
                <a:lnTo>
                  <a:pt x="323850" y="495300"/>
                </a:lnTo>
                <a:lnTo>
                  <a:pt x="314325" y="495300"/>
                </a:lnTo>
                <a:close/>
                <a:moveTo>
                  <a:pt x="419100" y="485775"/>
                </a:moveTo>
                <a:lnTo>
                  <a:pt x="457200" y="485775"/>
                </a:lnTo>
                <a:lnTo>
                  <a:pt x="457200" y="495300"/>
                </a:lnTo>
                <a:lnTo>
                  <a:pt x="466725" y="495300"/>
                </a:lnTo>
                <a:lnTo>
                  <a:pt x="466725" y="504825"/>
                </a:lnTo>
                <a:lnTo>
                  <a:pt x="438150" y="504825"/>
                </a:lnTo>
                <a:lnTo>
                  <a:pt x="438150" y="495300"/>
                </a:lnTo>
                <a:lnTo>
                  <a:pt x="419100" y="495300"/>
                </a:lnTo>
                <a:close/>
                <a:moveTo>
                  <a:pt x="685800" y="485775"/>
                </a:moveTo>
                <a:lnTo>
                  <a:pt x="704850" y="485775"/>
                </a:lnTo>
                <a:lnTo>
                  <a:pt x="704850" y="504825"/>
                </a:lnTo>
                <a:lnTo>
                  <a:pt x="685800" y="504825"/>
                </a:lnTo>
                <a:close/>
                <a:moveTo>
                  <a:pt x="742950" y="485775"/>
                </a:moveTo>
                <a:lnTo>
                  <a:pt x="752475" y="485775"/>
                </a:lnTo>
                <a:lnTo>
                  <a:pt x="752475" y="495300"/>
                </a:lnTo>
                <a:lnTo>
                  <a:pt x="742950" y="495300"/>
                </a:lnTo>
                <a:close/>
                <a:moveTo>
                  <a:pt x="1028700" y="485775"/>
                </a:moveTo>
                <a:lnTo>
                  <a:pt x="1047750" y="485775"/>
                </a:lnTo>
                <a:lnTo>
                  <a:pt x="1047750" y="504825"/>
                </a:lnTo>
                <a:lnTo>
                  <a:pt x="1028700" y="504825"/>
                </a:lnTo>
                <a:close/>
                <a:moveTo>
                  <a:pt x="295275" y="495300"/>
                </a:moveTo>
                <a:lnTo>
                  <a:pt x="314325" y="495300"/>
                </a:lnTo>
                <a:lnTo>
                  <a:pt x="314325" y="504825"/>
                </a:lnTo>
                <a:lnTo>
                  <a:pt x="295275" y="504825"/>
                </a:lnTo>
                <a:close/>
                <a:moveTo>
                  <a:pt x="495300" y="495300"/>
                </a:moveTo>
                <a:lnTo>
                  <a:pt x="504825" y="495300"/>
                </a:lnTo>
                <a:lnTo>
                  <a:pt x="504825" y="514350"/>
                </a:lnTo>
                <a:lnTo>
                  <a:pt x="495300" y="514350"/>
                </a:lnTo>
                <a:close/>
                <a:moveTo>
                  <a:pt x="257175" y="504825"/>
                </a:moveTo>
                <a:lnTo>
                  <a:pt x="266700" y="504825"/>
                </a:lnTo>
                <a:lnTo>
                  <a:pt x="266700" y="514350"/>
                </a:lnTo>
                <a:lnTo>
                  <a:pt x="257175" y="514350"/>
                </a:lnTo>
                <a:close/>
                <a:moveTo>
                  <a:pt x="533400" y="504825"/>
                </a:moveTo>
                <a:lnTo>
                  <a:pt x="561975" y="504825"/>
                </a:lnTo>
                <a:lnTo>
                  <a:pt x="561975" y="523875"/>
                </a:lnTo>
                <a:lnTo>
                  <a:pt x="533400" y="523875"/>
                </a:lnTo>
                <a:close/>
                <a:moveTo>
                  <a:pt x="714375" y="504825"/>
                </a:moveTo>
                <a:lnTo>
                  <a:pt x="733425" y="504825"/>
                </a:lnTo>
                <a:lnTo>
                  <a:pt x="733425" y="523875"/>
                </a:lnTo>
                <a:lnTo>
                  <a:pt x="714375" y="523875"/>
                </a:lnTo>
                <a:lnTo>
                  <a:pt x="714375" y="533400"/>
                </a:lnTo>
                <a:lnTo>
                  <a:pt x="704850" y="533400"/>
                </a:lnTo>
                <a:lnTo>
                  <a:pt x="704850" y="514350"/>
                </a:lnTo>
                <a:lnTo>
                  <a:pt x="714375" y="514350"/>
                </a:lnTo>
                <a:close/>
                <a:moveTo>
                  <a:pt x="228600" y="514350"/>
                </a:moveTo>
                <a:lnTo>
                  <a:pt x="257175" y="514350"/>
                </a:lnTo>
                <a:lnTo>
                  <a:pt x="257175" y="523875"/>
                </a:lnTo>
                <a:lnTo>
                  <a:pt x="247650" y="523875"/>
                </a:lnTo>
                <a:lnTo>
                  <a:pt x="247650" y="533400"/>
                </a:lnTo>
                <a:lnTo>
                  <a:pt x="219075" y="533400"/>
                </a:lnTo>
                <a:lnTo>
                  <a:pt x="219075" y="523875"/>
                </a:lnTo>
                <a:lnTo>
                  <a:pt x="228600" y="523875"/>
                </a:lnTo>
                <a:close/>
                <a:moveTo>
                  <a:pt x="457200" y="514350"/>
                </a:moveTo>
                <a:lnTo>
                  <a:pt x="466725" y="514350"/>
                </a:lnTo>
                <a:lnTo>
                  <a:pt x="466725" y="523875"/>
                </a:lnTo>
                <a:lnTo>
                  <a:pt x="457200" y="523875"/>
                </a:lnTo>
                <a:close/>
                <a:moveTo>
                  <a:pt x="485775" y="514350"/>
                </a:moveTo>
                <a:lnTo>
                  <a:pt x="495300" y="514350"/>
                </a:lnTo>
                <a:lnTo>
                  <a:pt x="495300" y="523875"/>
                </a:lnTo>
                <a:lnTo>
                  <a:pt x="485775" y="523875"/>
                </a:lnTo>
                <a:close/>
                <a:moveTo>
                  <a:pt x="590550" y="514350"/>
                </a:moveTo>
                <a:lnTo>
                  <a:pt x="609600" y="514350"/>
                </a:lnTo>
                <a:lnTo>
                  <a:pt x="609600" y="533400"/>
                </a:lnTo>
                <a:lnTo>
                  <a:pt x="590550" y="533400"/>
                </a:lnTo>
                <a:close/>
                <a:moveTo>
                  <a:pt x="742950" y="514350"/>
                </a:moveTo>
                <a:lnTo>
                  <a:pt x="752475" y="514350"/>
                </a:lnTo>
                <a:lnTo>
                  <a:pt x="752475" y="552450"/>
                </a:lnTo>
                <a:lnTo>
                  <a:pt x="733425" y="552450"/>
                </a:lnTo>
                <a:lnTo>
                  <a:pt x="733425" y="523875"/>
                </a:lnTo>
                <a:lnTo>
                  <a:pt x="742950" y="523875"/>
                </a:lnTo>
                <a:close/>
                <a:moveTo>
                  <a:pt x="933450" y="514350"/>
                </a:moveTo>
                <a:lnTo>
                  <a:pt x="962025" y="514350"/>
                </a:lnTo>
                <a:lnTo>
                  <a:pt x="962025" y="523875"/>
                </a:lnTo>
                <a:lnTo>
                  <a:pt x="971550" y="523875"/>
                </a:lnTo>
                <a:lnTo>
                  <a:pt x="971550" y="533400"/>
                </a:lnTo>
                <a:lnTo>
                  <a:pt x="962025" y="533400"/>
                </a:lnTo>
                <a:lnTo>
                  <a:pt x="962025" y="542925"/>
                </a:lnTo>
                <a:lnTo>
                  <a:pt x="933450" y="542925"/>
                </a:lnTo>
                <a:close/>
                <a:moveTo>
                  <a:pt x="447675" y="523875"/>
                </a:moveTo>
                <a:lnTo>
                  <a:pt x="457200" y="523875"/>
                </a:lnTo>
                <a:lnTo>
                  <a:pt x="457200" y="533400"/>
                </a:lnTo>
                <a:lnTo>
                  <a:pt x="447675" y="533400"/>
                </a:lnTo>
                <a:close/>
                <a:moveTo>
                  <a:pt x="476250" y="523875"/>
                </a:moveTo>
                <a:lnTo>
                  <a:pt x="485775" y="523875"/>
                </a:lnTo>
                <a:lnTo>
                  <a:pt x="485775" y="533400"/>
                </a:lnTo>
                <a:lnTo>
                  <a:pt x="476250" y="533400"/>
                </a:lnTo>
                <a:close/>
                <a:moveTo>
                  <a:pt x="638175" y="523875"/>
                </a:moveTo>
                <a:lnTo>
                  <a:pt x="676275" y="523875"/>
                </a:lnTo>
                <a:lnTo>
                  <a:pt x="676275" y="542925"/>
                </a:lnTo>
                <a:lnTo>
                  <a:pt x="638175" y="542925"/>
                </a:lnTo>
                <a:close/>
                <a:moveTo>
                  <a:pt x="885825" y="523875"/>
                </a:moveTo>
                <a:lnTo>
                  <a:pt x="895350" y="523875"/>
                </a:lnTo>
                <a:lnTo>
                  <a:pt x="895350" y="533400"/>
                </a:lnTo>
                <a:lnTo>
                  <a:pt x="885825" y="533400"/>
                </a:lnTo>
                <a:close/>
                <a:moveTo>
                  <a:pt x="1019175" y="523875"/>
                </a:moveTo>
                <a:lnTo>
                  <a:pt x="1038225" y="523875"/>
                </a:lnTo>
                <a:lnTo>
                  <a:pt x="1038225" y="561975"/>
                </a:lnTo>
                <a:lnTo>
                  <a:pt x="1019175" y="561975"/>
                </a:lnTo>
                <a:close/>
                <a:moveTo>
                  <a:pt x="419100" y="533400"/>
                </a:moveTo>
                <a:lnTo>
                  <a:pt x="447675" y="533400"/>
                </a:lnTo>
                <a:lnTo>
                  <a:pt x="447675" y="542925"/>
                </a:lnTo>
                <a:lnTo>
                  <a:pt x="438150" y="542925"/>
                </a:lnTo>
                <a:lnTo>
                  <a:pt x="438150" y="552450"/>
                </a:lnTo>
                <a:lnTo>
                  <a:pt x="428625" y="552450"/>
                </a:lnTo>
                <a:lnTo>
                  <a:pt x="428625" y="561975"/>
                </a:lnTo>
                <a:lnTo>
                  <a:pt x="419100" y="561975"/>
                </a:lnTo>
                <a:lnTo>
                  <a:pt x="419100" y="581025"/>
                </a:lnTo>
                <a:lnTo>
                  <a:pt x="428625" y="581025"/>
                </a:lnTo>
                <a:lnTo>
                  <a:pt x="428625" y="590550"/>
                </a:lnTo>
                <a:lnTo>
                  <a:pt x="419100" y="590550"/>
                </a:lnTo>
                <a:lnTo>
                  <a:pt x="419100" y="600075"/>
                </a:lnTo>
                <a:lnTo>
                  <a:pt x="409575" y="600075"/>
                </a:lnTo>
                <a:lnTo>
                  <a:pt x="409575" y="571500"/>
                </a:lnTo>
                <a:lnTo>
                  <a:pt x="400050" y="571500"/>
                </a:lnTo>
                <a:lnTo>
                  <a:pt x="400050" y="552450"/>
                </a:lnTo>
                <a:lnTo>
                  <a:pt x="409575" y="552450"/>
                </a:lnTo>
                <a:lnTo>
                  <a:pt x="409575" y="542925"/>
                </a:lnTo>
                <a:lnTo>
                  <a:pt x="419100" y="542925"/>
                </a:lnTo>
                <a:close/>
                <a:moveTo>
                  <a:pt x="695325" y="533400"/>
                </a:moveTo>
                <a:lnTo>
                  <a:pt x="704850" y="533400"/>
                </a:lnTo>
                <a:lnTo>
                  <a:pt x="704850" y="542925"/>
                </a:lnTo>
                <a:lnTo>
                  <a:pt x="695325" y="542925"/>
                </a:lnTo>
                <a:close/>
                <a:moveTo>
                  <a:pt x="276225" y="542925"/>
                </a:moveTo>
                <a:lnTo>
                  <a:pt x="304800" y="542925"/>
                </a:lnTo>
                <a:lnTo>
                  <a:pt x="304800" y="561975"/>
                </a:lnTo>
                <a:lnTo>
                  <a:pt x="295275" y="561975"/>
                </a:lnTo>
                <a:lnTo>
                  <a:pt x="295275" y="552450"/>
                </a:lnTo>
                <a:lnTo>
                  <a:pt x="285750" y="552450"/>
                </a:lnTo>
                <a:lnTo>
                  <a:pt x="285750" y="561975"/>
                </a:lnTo>
                <a:lnTo>
                  <a:pt x="295275" y="561975"/>
                </a:lnTo>
                <a:lnTo>
                  <a:pt x="295275" y="571500"/>
                </a:lnTo>
                <a:lnTo>
                  <a:pt x="266700" y="571500"/>
                </a:lnTo>
                <a:lnTo>
                  <a:pt x="266700" y="581025"/>
                </a:lnTo>
                <a:lnTo>
                  <a:pt x="257175" y="581025"/>
                </a:lnTo>
                <a:lnTo>
                  <a:pt x="257175" y="590550"/>
                </a:lnTo>
                <a:lnTo>
                  <a:pt x="238125" y="590550"/>
                </a:lnTo>
                <a:lnTo>
                  <a:pt x="238125" y="561975"/>
                </a:lnTo>
                <a:lnTo>
                  <a:pt x="266700" y="561975"/>
                </a:lnTo>
                <a:lnTo>
                  <a:pt x="266700" y="552450"/>
                </a:lnTo>
                <a:lnTo>
                  <a:pt x="276225" y="552450"/>
                </a:lnTo>
                <a:close/>
                <a:moveTo>
                  <a:pt x="790575" y="552450"/>
                </a:moveTo>
                <a:lnTo>
                  <a:pt x="828675" y="552450"/>
                </a:lnTo>
                <a:lnTo>
                  <a:pt x="828675" y="571500"/>
                </a:lnTo>
                <a:lnTo>
                  <a:pt x="790575" y="571500"/>
                </a:lnTo>
                <a:close/>
                <a:moveTo>
                  <a:pt x="866775" y="561975"/>
                </a:moveTo>
                <a:lnTo>
                  <a:pt x="904875" y="561975"/>
                </a:lnTo>
                <a:lnTo>
                  <a:pt x="904875" y="571500"/>
                </a:lnTo>
                <a:lnTo>
                  <a:pt x="962025" y="571500"/>
                </a:lnTo>
                <a:lnTo>
                  <a:pt x="962025" y="590550"/>
                </a:lnTo>
                <a:lnTo>
                  <a:pt x="904875" y="590550"/>
                </a:lnTo>
                <a:lnTo>
                  <a:pt x="904875" y="581025"/>
                </a:lnTo>
                <a:lnTo>
                  <a:pt x="866775" y="581025"/>
                </a:lnTo>
                <a:close/>
                <a:moveTo>
                  <a:pt x="723900" y="571500"/>
                </a:moveTo>
                <a:lnTo>
                  <a:pt x="742950" y="571500"/>
                </a:lnTo>
                <a:lnTo>
                  <a:pt x="742950" y="590550"/>
                </a:lnTo>
                <a:lnTo>
                  <a:pt x="723900" y="590550"/>
                </a:lnTo>
                <a:close/>
                <a:moveTo>
                  <a:pt x="1009650" y="581025"/>
                </a:moveTo>
                <a:lnTo>
                  <a:pt x="1028700" y="581025"/>
                </a:lnTo>
                <a:lnTo>
                  <a:pt x="1028700" y="609600"/>
                </a:lnTo>
                <a:lnTo>
                  <a:pt x="1009650" y="609600"/>
                </a:lnTo>
                <a:close/>
                <a:moveTo>
                  <a:pt x="781050" y="600075"/>
                </a:moveTo>
                <a:lnTo>
                  <a:pt x="828675" y="600075"/>
                </a:lnTo>
                <a:lnTo>
                  <a:pt x="828675" y="609600"/>
                </a:lnTo>
                <a:lnTo>
                  <a:pt x="819150" y="609600"/>
                </a:lnTo>
                <a:lnTo>
                  <a:pt x="819150" y="619125"/>
                </a:lnTo>
                <a:lnTo>
                  <a:pt x="781050" y="619125"/>
                </a:lnTo>
                <a:close/>
                <a:moveTo>
                  <a:pt x="714375" y="609600"/>
                </a:moveTo>
                <a:lnTo>
                  <a:pt x="733425" y="609600"/>
                </a:lnTo>
                <a:lnTo>
                  <a:pt x="733425" y="638175"/>
                </a:lnTo>
                <a:lnTo>
                  <a:pt x="723900" y="638175"/>
                </a:lnTo>
                <a:lnTo>
                  <a:pt x="723900" y="666750"/>
                </a:lnTo>
                <a:lnTo>
                  <a:pt x="704850" y="666750"/>
                </a:lnTo>
                <a:lnTo>
                  <a:pt x="704850" y="647700"/>
                </a:lnTo>
                <a:lnTo>
                  <a:pt x="714375" y="647700"/>
                </a:lnTo>
                <a:close/>
                <a:moveTo>
                  <a:pt x="828675" y="609600"/>
                </a:moveTo>
                <a:lnTo>
                  <a:pt x="876300" y="609600"/>
                </a:lnTo>
                <a:lnTo>
                  <a:pt x="876300" y="628650"/>
                </a:lnTo>
                <a:lnTo>
                  <a:pt x="819150" y="628650"/>
                </a:lnTo>
                <a:lnTo>
                  <a:pt x="819150" y="619125"/>
                </a:lnTo>
                <a:lnTo>
                  <a:pt x="828675" y="619125"/>
                </a:lnTo>
                <a:close/>
                <a:moveTo>
                  <a:pt x="381000" y="628650"/>
                </a:moveTo>
                <a:lnTo>
                  <a:pt x="409575" y="628650"/>
                </a:lnTo>
                <a:lnTo>
                  <a:pt x="409575" y="638175"/>
                </a:lnTo>
                <a:lnTo>
                  <a:pt x="400050" y="638175"/>
                </a:lnTo>
                <a:lnTo>
                  <a:pt x="400050" y="647700"/>
                </a:lnTo>
                <a:lnTo>
                  <a:pt x="371475" y="647700"/>
                </a:lnTo>
                <a:lnTo>
                  <a:pt x="371475" y="657225"/>
                </a:lnTo>
                <a:lnTo>
                  <a:pt x="342900" y="657225"/>
                </a:lnTo>
                <a:lnTo>
                  <a:pt x="342900" y="666750"/>
                </a:lnTo>
                <a:lnTo>
                  <a:pt x="314325" y="666750"/>
                </a:lnTo>
                <a:lnTo>
                  <a:pt x="314325" y="676275"/>
                </a:lnTo>
                <a:lnTo>
                  <a:pt x="285750" y="676275"/>
                </a:lnTo>
                <a:lnTo>
                  <a:pt x="285750" y="685800"/>
                </a:lnTo>
                <a:lnTo>
                  <a:pt x="257175" y="685800"/>
                </a:lnTo>
                <a:lnTo>
                  <a:pt x="257175" y="695325"/>
                </a:lnTo>
                <a:lnTo>
                  <a:pt x="228600" y="695325"/>
                </a:lnTo>
                <a:lnTo>
                  <a:pt x="228600" y="704850"/>
                </a:lnTo>
                <a:lnTo>
                  <a:pt x="209550" y="704850"/>
                </a:lnTo>
                <a:lnTo>
                  <a:pt x="209550" y="695325"/>
                </a:lnTo>
                <a:lnTo>
                  <a:pt x="219075" y="695325"/>
                </a:lnTo>
                <a:lnTo>
                  <a:pt x="219075" y="685800"/>
                </a:lnTo>
                <a:lnTo>
                  <a:pt x="238125" y="685800"/>
                </a:lnTo>
                <a:lnTo>
                  <a:pt x="238125" y="676275"/>
                </a:lnTo>
                <a:lnTo>
                  <a:pt x="266700" y="676275"/>
                </a:lnTo>
                <a:lnTo>
                  <a:pt x="266700" y="666750"/>
                </a:lnTo>
                <a:lnTo>
                  <a:pt x="295275" y="666750"/>
                </a:lnTo>
                <a:lnTo>
                  <a:pt x="295275" y="657225"/>
                </a:lnTo>
                <a:lnTo>
                  <a:pt x="323850" y="657225"/>
                </a:lnTo>
                <a:lnTo>
                  <a:pt x="323850" y="647700"/>
                </a:lnTo>
                <a:lnTo>
                  <a:pt x="352425" y="647700"/>
                </a:lnTo>
                <a:lnTo>
                  <a:pt x="352425" y="638175"/>
                </a:lnTo>
                <a:lnTo>
                  <a:pt x="381000" y="638175"/>
                </a:lnTo>
                <a:close/>
                <a:moveTo>
                  <a:pt x="1000125" y="628650"/>
                </a:moveTo>
                <a:lnTo>
                  <a:pt x="1019175" y="628650"/>
                </a:lnTo>
                <a:lnTo>
                  <a:pt x="1019175" y="666750"/>
                </a:lnTo>
                <a:lnTo>
                  <a:pt x="1009650" y="666750"/>
                </a:lnTo>
                <a:lnTo>
                  <a:pt x="1009650" y="657225"/>
                </a:lnTo>
                <a:lnTo>
                  <a:pt x="1000125" y="657225"/>
                </a:lnTo>
                <a:close/>
                <a:moveTo>
                  <a:pt x="190500" y="647700"/>
                </a:moveTo>
                <a:lnTo>
                  <a:pt x="200025" y="647700"/>
                </a:lnTo>
                <a:lnTo>
                  <a:pt x="200025" y="657225"/>
                </a:lnTo>
                <a:lnTo>
                  <a:pt x="209550" y="657225"/>
                </a:lnTo>
                <a:lnTo>
                  <a:pt x="209550" y="685800"/>
                </a:lnTo>
                <a:lnTo>
                  <a:pt x="200025" y="685800"/>
                </a:lnTo>
                <a:lnTo>
                  <a:pt x="200025" y="676275"/>
                </a:lnTo>
                <a:lnTo>
                  <a:pt x="190500" y="676275"/>
                </a:lnTo>
                <a:close/>
                <a:moveTo>
                  <a:pt x="933450" y="647700"/>
                </a:moveTo>
                <a:lnTo>
                  <a:pt x="952500" y="647700"/>
                </a:lnTo>
                <a:lnTo>
                  <a:pt x="952500" y="657225"/>
                </a:lnTo>
                <a:lnTo>
                  <a:pt x="933450" y="657225"/>
                </a:lnTo>
                <a:close/>
                <a:moveTo>
                  <a:pt x="923925" y="657225"/>
                </a:moveTo>
                <a:lnTo>
                  <a:pt x="933450" y="657225"/>
                </a:lnTo>
                <a:lnTo>
                  <a:pt x="933450" y="676275"/>
                </a:lnTo>
                <a:lnTo>
                  <a:pt x="923925" y="676275"/>
                </a:lnTo>
                <a:close/>
                <a:moveTo>
                  <a:pt x="723900" y="666750"/>
                </a:moveTo>
                <a:lnTo>
                  <a:pt x="733425" y="666750"/>
                </a:lnTo>
                <a:lnTo>
                  <a:pt x="733425" y="676275"/>
                </a:lnTo>
                <a:lnTo>
                  <a:pt x="742950" y="676275"/>
                </a:lnTo>
                <a:lnTo>
                  <a:pt x="742950" y="685800"/>
                </a:lnTo>
                <a:lnTo>
                  <a:pt x="781050" y="685800"/>
                </a:lnTo>
                <a:lnTo>
                  <a:pt x="781050" y="704850"/>
                </a:lnTo>
                <a:lnTo>
                  <a:pt x="752475" y="704850"/>
                </a:lnTo>
                <a:lnTo>
                  <a:pt x="752475" y="695325"/>
                </a:lnTo>
                <a:lnTo>
                  <a:pt x="714375" y="695325"/>
                </a:lnTo>
                <a:lnTo>
                  <a:pt x="714375" y="685800"/>
                </a:lnTo>
                <a:lnTo>
                  <a:pt x="704850" y="685800"/>
                </a:lnTo>
                <a:lnTo>
                  <a:pt x="704850" y="676275"/>
                </a:lnTo>
                <a:lnTo>
                  <a:pt x="714375" y="676275"/>
                </a:lnTo>
                <a:lnTo>
                  <a:pt x="714375" y="685800"/>
                </a:lnTo>
                <a:lnTo>
                  <a:pt x="723900" y="685800"/>
                </a:lnTo>
                <a:close/>
                <a:moveTo>
                  <a:pt x="971550" y="666750"/>
                </a:moveTo>
                <a:lnTo>
                  <a:pt x="981075" y="666750"/>
                </a:lnTo>
                <a:lnTo>
                  <a:pt x="981075" y="695325"/>
                </a:lnTo>
                <a:lnTo>
                  <a:pt x="971550" y="695325"/>
                </a:lnTo>
                <a:close/>
                <a:moveTo>
                  <a:pt x="1000125" y="666750"/>
                </a:moveTo>
                <a:lnTo>
                  <a:pt x="1009650" y="666750"/>
                </a:lnTo>
                <a:lnTo>
                  <a:pt x="1009650" y="676275"/>
                </a:lnTo>
                <a:lnTo>
                  <a:pt x="1000125" y="676275"/>
                </a:lnTo>
                <a:close/>
                <a:moveTo>
                  <a:pt x="800100" y="695325"/>
                </a:moveTo>
                <a:lnTo>
                  <a:pt x="828675" y="695325"/>
                </a:lnTo>
                <a:lnTo>
                  <a:pt x="828675" y="714375"/>
                </a:lnTo>
                <a:lnTo>
                  <a:pt x="800100" y="714375"/>
                </a:lnTo>
                <a:close/>
                <a:moveTo>
                  <a:pt x="923925" y="695325"/>
                </a:moveTo>
                <a:lnTo>
                  <a:pt x="933450" y="695325"/>
                </a:lnTo>
                <a:lnTo>
                  <a:pt x="933450" y="704850"/>
                </a:lnTo>
                <a:lnTo>
                  <a:pt x="923925" y="704850"/>
                </a:lnTo>
                <a:close/>
                <a:moveTo>
                  <a:pt x="942975" y="695325"/>
                </a:moveTo>
                <a:lnTo>
                  <a:pt x="971550" y="695325"/>
                </a:lnTo>
                <a:lnTo>
                  <a:pt x="971550" y="704850"/>
                </a:lnTo>
                <a:lnTo>
                  <a:pt x="962025" y="704850"/>
                </a:lnTo>
                <a:lnTo>
                  <a:pt x="962025" y="714375"/>
                </a:lnTo>
                <a:lnTo>
                  <a:pt x="942975" y="714375"/>
                </a:lnTo>
                <a:close/>
                <a:moveTo>
                  <a:pt x="847725" y="704850"/>
                </a:moveTo>
                <a:lnTo>
                  <a:pt x="876300" y="704850"/>
                </a:lnTo>
                <a:lnTo>
                  <a:pt x="876300" y="723900"/>
                </a:lnTo>
                <a:lnTo>
                  <a:pt x="847725" y="723900"/>
                </a:lnTo>
                <a:close/>
                <a:moveTo>
                  <a:pt x="904875" y="714375"/>
                </a:moveTo>
                <a:lnTo>
                  <a:pt x="914400" y="714375"/>
                </a:lnTo>
                <a:lnTo>
                  <a:pt x="914400" y="723900"/>
                </a:lnTo>
                <a:lnTo>
                  <a:pt x="933450" y="723900"/>
                </a:lnTo>
                <a:lnTo>
                  <a:pt x="933450" y="733425"/>
                </a:lnTo>
                <a:lnTo>
                  <a:pt x="904875" y="733425"/>
                </a:lnTo>
                <a:close/>
              </a:path>
            </a:pathLst>
          </a:custGeom>
          <a:solidFill xmlns:a="http://schemas.openxmlformats.org/drawingml/2006/main">
            <a:srgbClr val="919A90"/>
          </a:solidFill>
          <a:ln xmlns:a="http://schemas.openxmlformats.org/drawingml/2006/main" w="0">
            <a:noFill/>
          </a:ln>
        </p:spPr>
      </p:sp>
      <p:sp>
        <p:nvSpPr>
          <p:cNvPr id="34" name="v00 vector #676b5d">
            <a:extLst xmlns:a="http://schemas.openxmlformats.org/drawingml/2006/main">
              <a:ext uri="{FF2B5EF4-FFF2-40B4-BE49-F238E27FC236}">
                <a16:creationId xmlns:a16="http://schemas.microsoft.com/office/drawing/2014/main" id="{0BEE4759-4BA4-4A2F-8EA6-CB60DB00FF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5350" y="2362200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819150" y="19050"/>
                </a:moveTo>
                <a:lnTo>
                  <a:pt x="828675" y="19050"/>
                </a:lnTo>
                <a:lnTo>
                  <a:pt x="828675" y="38100"/>
                </a:lnTo>
                <a:lnTo>
                  <a:pt x="809625" y="38100"/>
                </a:lnTo>
                <a:lnTo>
                  <a:pt x="809625" y="28575"/>
                </a:lnTo>
                <a:lnTo>
                  <a:pt x="819150" y="28575"/>
                </a:lnTo>
                <a:close/>
                <a:moveTo>
                  <a:pt x="457200" y="38100"/>
                </a:moveTo>
                <a:lnTo>
                  <a:pt x="466725" y="38100"/>
                </a:lnTo>
                <a:lnTo>
                  <a:pt x="466725" y="47625"/>
                </a:lnTo>
                <a:lnTo>
                  <a:pt x="457200" y="47625"/>
                </a:lnTo>
                <a:close/>
                <a:moveTo>
                  <a:pt x="466725" y="57150"/>
                </a:moveTo>
                <a:lnTo>
                  <a:pt x="485775" y="57150"/>
                </a:lnTo>
                <a:lnTo>
                  <a:pt x="485775" y="76200"/>
                </a:lnTo>
                <a:lnTo>
                  <a:pt x="466725" y="76200"/>
                </a:lnTo>
                <a:close/>
                <a:moveTo>
                  <a:pt x="200025" y="95250"/>
                </a:moveTo>
                <a:lnTo>
                  <a:pt x="209550" y="95250"/>
                </a:lnTo>
                <a:lnTo>
                  <a:pt x="209550" y="104775"/>
                </a:lnTo>
                <a:lnTo>
                  <a:pt x="200025" y="104775"/>
                </a:lnTo>
                <a:close/>
                <a:moveTo>
                  <a:pt x="638175" y="95250"/>
                </a:moveTo>
                <a:lnTo>
                  <a:pt x="647700" y="95250"/>
                </a:lnTo>
                <a:lnTo>
                  <a:pt x="647700" y="104775"/>
                </a:lnTo>
                <a:lnTo>
                  <a:pt x="657225" y="104775"/>
                </a:lnTo>
                <a:lnTo>
                  <a:pt x="657225" y="114300"/>
                </a:lnTo>
                <a:lnTo>
                  <a:pt x="647700" y="114300"/>
                </a:lnTo>
                <a:lnTo>
                  <a:pt x="647700" y="133350"/>
                </a:lnTo>
                <a:lnTo>
                  <a:pt x="638175" y="133350"/>
                </a:lnTo>
                <a:lnTo>
                  <a:pt x="638175" y="142875"/>
                </a:lnTo>
                <a:lnTo>
                  <a:pt x="628650" y="142875"/>
                </a:lnTo>
                <a:lnTo>
                  <a:pt x="628650" y="161925"/>
                </a:lnTo>
                <a:lnTo>
                  <a:pt x="619125" y="161925"/>
                </a:lnTo>
                <a:lnTo>
                  <a:pt x="619125" y="133350"/>
                </a:lnTo>
                <a:lnTo>
                  <a:pt x="628650" y="133350"/>
                </a:lnTo>
                <a:lnTo>
                  <a:pt x="628650" y="104775"/>
                </a:lnTo>
                <a:lnTo>
                  <a:pt x="638175" y="104775"/>
                </a:lnTo>
                <a:close/>
                <a:moveTo>
                  <a:pt x="666750" y="95250"/>
                </a:moveTo>
                <a:lnTo>
                  <a:pt x="676275" y="95250"/>
                </a:lnTo>
                <a:lnTo>
                  <a:pt x="676275" y="104775"/>
                </a:lnTo>
                <a:lnTo>
                  <a:pt x="685800" y="104775"/>
                </a:lnTo>
                <a:lnTo>
                  <a:pt x="685800" y="114300"/>
                </a:lnTo>
                <a:lnTo>
                  <a:pt x="666750" y="114300"/>
                </a:lnTo>
                <a:close/>
                <a:moveTo>
                  <a:pt x="1066800" y="95250"/>
                </a:moveTo>
                <a:lnTo>
                  <a:pt x="1076325" y="95250"/>
                </a:lnTo>
                <a:lnTo>
                  <a:pt x="1076325" y="104775"/>
                </a:lnTo>
                <a:lnTo>
                  <a:pt x="1066800" y="104775"/>
                </a:lnTo>
                <a:close/>
                <a:moveTo>
                  <a:pt x="476250" y="104775"/>
                </a:moveTo>
                <a:lnTo>
                  <a:pt x="495300" y="104775"/>
                </a:lnTo>
                <a:lnTo>
                  <a:pt x="495300" y="133350"/>
                </a:lnTo>
                <a:lnTo>
                  <a:pt x="476250" y="133350"/>
                </a:lnTo>
                <a:lnTo>
                  <a:pt x="476250" y="123825"/>
                </a:lnTo>
                <a:lnTo>
                  <a:pt x="485775" y="123825"/>
                </a:lnTo>
                <a:lnTo>
                  <a:pt x="485775" y="114300"/>
                </a:lnTo>
                <a:lnTo>
                  <a:pt x="476250" y="114300"/>
                </a:lnTo>
                <a:close/>
                <a:moveTo>
                  <a:pt x="323850" y="123825"/>
                </a:moveTo>
                <a:lnTo>
                  <a:pt x="381000" y="123825"/>
                </a:lnTo>
                <a:lnTo>
                  <a:pt x="381000" y="133350"/>
                </a:lnTo>
                <a:lnTo>
                  <a:pt x="390525" y="133350"/>
                </a:lnTo>
                <a:lnTo>
                  <a:pt x="390525" y="180975"/>
                </a:lnTo>
                <a:lnTo>
                  <a:pt x="381000" y="180975"/>
                </a:lnTo>
                <a:lnTo>
                  <a:pt x="381000" y="200025"/>
                </a:lnTo>
                <a:lnTo>
                  <a:pt x="371475" y="200025"/>
                </a:lnTo>
                <a:lnTo>
                  <a:pt x="371475" y="219075"/>
                </a:lnTo>
                <a:lnTo>
                  <a:pt x="352425" y="219075"/>
                </a:lnTo>
                <a:lnTo>
                  <a:pt x="352425" y="180975"/>
                </a:lnTo>
                <a:lnTo>
                  <a:pt x="361950" y="180975"/>
                </a:lnTo>
                <a:lnTo>
                  <a:pt x="361950" y="171450"/>
                </a:lnTo>
                <a:lnTo>
                  <a:pt x="371475" y="171450"/>
                </a:lnTo>
                <a:lnTo>
                  <a:pt x="371475" y="152400"/>
                </a:lnTo>
                <a:lnTo>
                  <a:pt x="361950" y="152400"/>
                </a:lnTo>
                <a:lnTo>
                  <a:pt x="361950" y="142875"/>
                </a:lnTo>
                <a:lnTo>
                  <a:pt x="333375" y="142875"/>
                </a:lnTo>
                <a:lnTo>
                  <a:pt x="333375" y="152400"/>
                </a:lnTo>
                <a:lnTo>
                  <a:pt x="323850" y="152400"/>
                </a:lnTo>
                <a:lnTo>
                  <a:pt x="323850" y="161925"/>
                </a:lnTo>
                <a:lnTo>
                  <a:pt x="304800" y="161925"/>
                </a:lnTo>
                <a:lnTo>
                  <a:pt x="304800" y="142875"/>
                </a:lnTo>
                <a:lnTo>
                  <a:pt x="314325" y="142875"/>
                </a:lnTo>
                <a:lnTo>
                  <a:pt x="314325" y="133350"/>
                </a:lnTo>
                <a:lnTo>
                  <a:pt x="323850" y="133350"/>
                </a:lnTo>
                <a:close/>
                <a:moveTo>
                  <a:pt x="666750" y="123825"/>
                </a:moveTo>
                <a:lnTo>
                  <a:pt x="685800" y="123825"/>
                </a:lnTo>
                <a:lnTo>
                  <a:pt x="685800" y="142875"/>
                </a:lnTo>
                <a:lnTo>
                  <a:pt x="695325" y="142875"/>
                </a:lnTo>
                <a:lnTo>
                  <a:pt x="695325" y="171450"/>
                </a:lnTo>
                <a:lnTo>
                  <a:pt x="685800" y="171450"/>
                </a:lnTo>
                <a:lnTo>
                  <a:pt x="685800" y="190500"/>
                </a:lnTo>
                <a:lnTo>
                  <a:pt x="676275" y="190500"/>
                </a:lnTo>
                <a:lnTo>
                  <a:pt x="676275" y="200025"/>
                </a:lnTo>
                <a:lnTo>
                  <a:pt x="666750" y="200025"/>
                </a:lnTo>
                <a:lnTo>
                  <a:pt x="666750" y="209550"/>
                </a:lnTo>
                <a:lnTo>
                  <a:pt x="638175" y="209550"/>
                </a:lnTo>
                <a:lnTo>
                  <a:pt x="638175" y="200025"/>
                </a:lnTo>
                <a:lnTo>
                  <a:pt x="628650" y="200025"/>
                </a:lnTo>
                <a:lnTo>
                  <a:pt x="628650" y="190500"/>
                </a:lnTo>
                <a:lnTo>
                  <a:pt x="638175" y="190500"/>
                </a:lnTo>
                <a:lnTo>
                  <a:pt x="638175" y="180975"/>
                </a:lnTo>
                <a:lnTo>
                  <a:pt x="647700" y="180975"/>
                </a:lnTo>
                <a:lnTo>
                  <a:pt x="647700" y="190500"/>
                </a:lnTo>
                <a:lnTo>
                  <a:pt x="657225" y="190500"/>
                </a:lnTo>
                <a:lnTo>
                  <a:pt x="657225" y="180975"/>
                </a:lnTo>
                <a:lnTo>
                  <a:pt x="666750" y="180975"/>
                </a:lnTo>
                <a:close/>
                <a:moveTo>
                  <a:pt x="895350" y="123825"/>
                </a:moveTo>
                <a:lnTo>
                  <a:pt x="952500" y="123825"/>
                </a:lnTo>
                <a:lnTo>
                  <a:pt x="952500" y="133350"/>
                </a:lnTo>
                <a:lnTo>
                  <a:pt x="962025" y="133350"/>
                </a:lnTo>
                <a:lnTo>
                  <a:pt x="962025" y="152400"/>
                </a:lnTo>
                <a:lnTo>
                  <a:pt x="971550" y="152400"/>
                </a:lnTo>
                <a:lnTo>
                  <a:pt x="971550" y="171450"/>
                </a:lnTo>
                <a:lnTo>
                  <a:pt x="962025" y="171450"/>
                </a:lnTo>
                <a:lnTo>
                  <a:pt x="962025" y="180975"/>
                </a:lnTo>
                <a:lnTo>
                  <a:pt x="952500" y="180975"/>
                </a:lnTo>
                <a:lnTo>
                  <a:pt x="952500" y="190500"/>
                </a:lnTo>
                <a:lnTo>
                  <a:pt x="942975" y="190500"/>
                </a:lnTo>
                <a:lnTo>
                  <a:pt x="942975" y="200025"/>
                </a:lnTo>
                <a:lnTo>
                  <a:pt x="933450" y="200025"/>
                </a:lnTo>
                <a:lnTo>
                  <a:pt x="933450" y="209550"/>
                </a:lnTo>
                <a:lnTo>
                  <a:pt x="923925" y="209550"/>
                </a:lnTo>
                <a:lnTo>
                  <a:pt x="923925" y="219075"/>
                </a:lnTo>
                <a:lnTo>
                  <a:pt x="904875" y="219075"/>
                </a:lnTo>
                <a:lnTo>
                  <a:pt x="904875" y="209550"/>
                </a:lnTo>
                <a:lnTo>
                  <a:pt x="895350" y="209550"/>
                </a:lnTo>
                <a:lnTo>
                  <a:pt x="895350" y="200025"/>
                </a:lnTo>
                <a:lnTo>
                  <a:pt x="904875" y="200025"/>
                </a:lnTo>
                <a:lnTo>
                  <a:pt x="904875" y="190500"/>
                </a:lnTo>
                <a:lnTo>
                  <a:pt x="923925" y="190500"/>
                </a:lnTo>
                <a:lnTo>
                  <a:pt x="923925" y="180975"/>
                </a:lnTo>
                <a:lnTo>
                  <a:pt x="933450" y="180975"/>
                </a:lnTo>
                <a:lnTo>
                  <a:pt x="933450" y="171450"/>
                </a:lnTo>
                <a:lnTo>
                  <a:pt x="942975" y="171450"/>
                </a:lnTo>
                <a:lnTo>
                  <a:pt x="942975" y="152400"/>
                </a:lnTo>
                <a:lnTo>
                  <a:pt x="933450" y="152400"/>
                </a:lnTo>
                <a:lnTo>
                  <a:pt x="933450" y="142875"/>
                </a:lnTo>
                <a:lnTo>
                  <a:pt x="904875" y="142875"/>
                </a:lnTo>
                <a:lnTo>
                  <a:pt x="904875" y="152400"/>
                </a:lnTo>
                <a:lnTo>
                  <a:pt x="895350" y="152400"/>
                </a:lnTo>
                <a:lnTo>
                  <a:pt x="895350" y="142875"/>
                </a:lnTo>
                <a:lnTo>
                  <a:pt x="885825" y="142875"/>
                </a:lnTo>
                <a:lnTo>
                  <a:pt x="885825" y="133350"/>
                </a:lnTo>
                <a:lnTo>
                  <a:pt x="895350" y="133350"/>
                </a:lnTo>
                <a:close/>
                <a:moveTo>
                  <a:pt x="752475" y="161925"/>
                </a:moveTo>
                <a:lnTo>
                  <a:pt x="790575" y="161925"/>
                </a:lnTo>
                <a:lnTo>
                  <a:pt x="790575" y="171450"/>
                </a:lnTo>
                <a:lnTo>
                  <a:pt x="781050" y="171450"/>
                </a:lnTo>
                <a:lnTo>
                  <a:pt x="781050" y="180975"/>
                </a:lnTo>
                <a:lnTo>
                  <a:pt x="752475" y="180975"/>
                </a:lnTo>
                <a:close/>
                <a:moveTo>
                  <a:pt x="457200" y="180975"/>
                </a:moveTo>
                <a:lnTo>
                  <a:pt x="476250" y="180975"/>
                </a:lnTo>
                <a:lnTo>
                  <a:pt x="476250" y="200025"/>
                </a:lnTo>
                <a:lnTo>
                  <a:pt x="457200" y="200025"/>
                </a:lnTo>
                <a:close/>
                <a:moveTo>
                  <a:pt x="828675" y="190500"/>
                </a:moveTo>
                <a:lnTo>
                  <a:pt x="838200" y="190500"/>
                </a:lnTo>
                <a:lnTo>
                  <a:pt x="838200" y="200025"/>
                </a:lnTo>
                <a:lnTo>
                  <a:pt x="828675" y="200025"/>
                </a:lnTo>
                <a:close/>
                <a:moveTo>
                  <a:pt x="361950" y="238125"/>
                </a:moveTo>
                <a:lnTo>
                  <a:pt x="371475" y="238125"/>
                </a:lnTo>
                <a:lnTo>
                  <a:pt x="371475" y="247650"/>
                </a:lnTo>
                <a:lnTo>
                  <a:pt x="381000" y="247650"/>
                </a:lnTo>
                <a:lnTo>
                  <a:pt x="381000" y="257175"/>
                </a:lnTo>
                <a:lnTo>
                  <a:pt x="352425" y="257175"/>
                </a:lnTo>
                <a:lnTo>
                  <a:pt x="352425" y="247650"/>
                </a:lnTo>
                <a:lnTo>
                  <a:pt x="361950" y="247650"/>
                </a:lnTo>
                <a:close/>
                <a:moveTo>
                  <a:pt x="895350" y="238125"/>
                </a:moveTo>
                <a:lnTo>
                  <a:pt x="904875" y="238125"/>
                </a:lnTo>
                <a:lnTo>
                  <a:pt x="904875" y="257175"/>
                </a:lnTo>
                <a:lnTo>
                  <a:pt x="895350" y="257175"/>
                </a:lnTo>
                <a:close/>
                <a:moveTo>
                  <a:pt x="600075" y="247650"/>
                </a:moveTo>
                <a:lnTo>
                  <a:pt x="657225" y="247650"/>
                </a:lnTo>
                <a:lnTo>
                  <a:pt x="657225" y="257175"/>
                </a:lnTo>
                <a:lnTo>
                  <a:pt x="676275" y="257175"/>
                </a:lnTo>
                <a:lnTo>
                  <a:pt x="676275" y="266700"/>
                </a:lnTo>
                <a:lnTo>
                  <a:pt x="685800" y="266700"/>
                </a:lnTo>
                <a:lnTo>
                  <a:pt x="685800" y="285750"/>
                </a:lnTo>
                <a:lnTo>
                  <a:pt x="695325" y="285750"/>
                </a:lnTo>
                <a:lnTo>
                  <a:pt x="695325" y="314325"/>
                </a:lnTo>
                <a:lnTo>
                  <a:pt x="685800" y="314325"/>
                </a:lnTo>
                <a:lnTo>
                  <a:pt x="685800" y="333375"/>
                </a:lnTo>
                <a:lnTo>
                  <a:pt x="676275" y="333375"/>
                </a:lnTo>
                <a:lnTo>
                  <a:pt x="676275" y="342900"/>
                </a:lnTo>
                <a:lnTo>
                  <a:pt x="657225" y="342900"/>
                </a:lnTo>
                <a:lnTo>
                  <a:pt x="657225" y="352425"/>
                </a:lnTo>
                <a:lnTo>
                  <a:pt x="638175" y="352425"/>
                </a:lnTo>
                <a:lnTo>
                  <a:pt x="638175" y="361950"/>
                </a:lnTo>
                <a:lnTo>
                  <a:pt x="628650" y="361950"/>
                </a:lnTo>
                <a:lnTo>
                  <a:pt x="628650" y="371475"/>
                </a:lnTo>
                <a:lnTo>
                  <a:pt x="619125" y="371475"/>
                </a:lnTo>
                <a:lnTo>
                  <a:pt x="619125" y="381000"/>
                </a:lnTo>
                <a:lnTo>
                  <a:pt x="609600" y="381000"/>
                </a:lnTo>
                <a:lnTo>
                  <a:pt x="609600" y="371475"/>
                </a:lnTo>
                <a:lnTo>
                  <a:pt x="600075" y="371475"/>
                </a:lnTo>
                <a:lnTo>
                  <a:pt x="600075" y="361950"/>
                </a:lnTo>
                <a:lnTo>
                  <a:pt x="609600" y="361950"/>
                </a:lnTo>
                <a:lnTo>
                  <a:pt x="609600" y="342900"/>
                </a:lnTo>
                <a:lnTo>
                  <a:pt x="619125" y="342900"/>
                </a:lnTo>
                <a:lnTo>
                  <a:pt x="619125" y="333375"/>
                </a:lnTo>
                <a:lnTo>
                  <a:pt x="628650" y="333375"/>
                </a:lnTo>
                <a:lnTo>
                  <a:pt x="628650" y="323850"/>
                </a:lnTo>
                <a:lnTo>
                  <a:pt x="647700" y="323850"/>
                </a:lnTo>
                <a:lnTo>
                  <a:pt x="647700" y="314325"/>
                </a:lnTo>
                <a:lnTo>
                  <a:pt x="657225" y="314325"/>
                </a:lnTo>
                <a:lnTo>
                  <a:pt x="657225" y="285750"/>
                </a:lnTo>
                <a:lnTo>
                  <a:pt x="647700" y="285750"/>
                </a:lnTo>
                <a:lnTo>
                  <a:pt x="647700" y="276225"/>
                </a:lnTo>
                <a:lnTo>
                  <a:pt x="609600" y="276225"/>
                </a:lnTo>
                <a:lnTo>
                  <a:pt x="609600" y="285750"/>
                </a:lnTo>
                <a:lnTo>
                  <a:pt x="600075" y="285750"/>
                </a:lnTo>
                <a:lnTo>
                  <a:pt x="600075" y="295275"/>
                </a:lnTo>
                <a:lnTo>
                  <a:pt x="581025" y="295275"/>
                </a:lnTo>
                <a:lnTo>
                  <a:pt x="581025" y="266700"/>
                </a:lnTo>
                <a:lnTo>
                  <a:pt x="590550" y="266700"/>
                </a:lnTo>
                <a:lnTo>
                  <a:pt x="590550" y="257175"/>
                </a:lnTo>
                <a:lnTo>
                  <a:pt x="600075" y="257175"/>
                </a:lnTo>
                <a:close/>
                <a:moveTo>
                  <a:pt x="438150" y="285750"/>
                </a:moveTo>
                <a:lnTo>
                  <a:pt x="457200" y="285750"/>
                </a:lnTo>
                <a:lnTo>
                  <a:pt x="457200" y="304800"/>
                </a:lnTo>
                <a:lnTo>
                  <a:pt x="438150" y="304800"/>
                </a:lnTo>
                <a:close/>
                <a:moveTo>
                  <a:pt x="819150" y="304800"/>
                </a:moveTo>
                <a:lnTo>
                  <a:pt x="838200" y="304800"/>
                </a:lnTo>
                <a:lnTo>
                  <a:pt x="838200" y="323850"/>
                </a:lnTo>
                <a:lnTo>
                  <a:pt x="828675" y="323850"/>
                </a:lnTo>
                <a:lnTo>
                  <a:pt x="828675" y="333375"/>
                </a:lnTo>
                <a:lnTo>
                  <a:pt x="819150" y="333375"/>
                </a:lnTo>
                <a:close/>
                <a:moveTo>
                  <a:pt x="238125" y="314325"/>
                </a:moveTo>
                <a:lnTo>
                  <a:pt x="266700" y="314325"/>
                </a:lnTo>
                <a:lnTo>
                  <a:pt x="266700" y="323850"/>
                </a:lnTo>
                <a:lnTo>
                  <a:pt x="276225" y="323850"/>
                </a:lnTo>
                <a:lnTo>
                  <a:pt x="276225" y="333375"/>
                </a:lnTo>
                <a:lnTo>
                  <a:pt x="295275" y="333375"/>
                </a:lnTo>
                <a:lnTo>
                  <a:pt x="295275" y="342900"/>
                </a:lnTo>
                <a:lnTo>
                  <a:pt x="304800" y="342900"/>
                </a:lnTo>
                <a:lnTo>
                  <a:pt x="304800" y="352425"/>
                </a:lnTo>
                <a:lnTo>
                  <a:pt x="295275" y="352425"/>
                </a:lnTo>
                <a:lnTo>
                  <a:pt x="295275" y="371475"/>
                </a:lnTo>
                <a:lnTo>
                  <a:pt x="285750" y="371475"/>
                </a:lnTo>
                <a:lnTo>
                  <a:pt x="285750" y="381000"/>
                </a:lnTo>
                <a:lnTo>
                  <a:pt x="276225" y="381000"/>
                </a:lnTo>
                <a:lnTo>
                  <a:pt x="276225" y="390525"/>
                </a:lnTo>
                <a:lnTo>
                  <a:pt x="228600" y="390525"/>
                </a:lnTo>
                <a:lnTo>
                  <a:pt x="228600" y="381000"/>
                </a:lnTo>
                <a:lnTo>
                  <a:pt x="219075" y="381000"/>
                </a:lnTo>
                <a:lnTo>
                  <a:pt x="219075" y="371475"/>
                </a:lnTo>
                <a:lnTo>
                  <a:pt x="209550" y="371475"/>
                </a:lnTo>
                <a:lnTo>
                  <a:pt x="209550" y="361950"/>
                </a:lnTo>
                <a:lnTo>
                  <a:pt x="219075" y="361950"/>
                </a:lnTo>
                <a:lnTo>
                  <a:pt x="219075" y="333375"/>
                </a:lnTo>
                <a:lnTo>
                  <a:pt x="228600" y="333375"/>
                </a:lnTo>
                <a:lnTo>
                  <a:pt x="228600" y="323850"/>
                </a:lnTo>
                <a:lnTo>
                  <a:pt x="238125" y="323850"/>
                </a:lnTo>
                <a:close/>
                <a:moveTo>
                  <a:pt x="390525" y="314325"/>
                </a:moveTo>
                <a:lnTo>
                  <a:pt x="409575" y="314325"/>
                </a:lnTo>
                <a:lnTo>
                  <a:pt x="409575" y="323850"/>
                </a:lnTo>
                <a:lnTo>
                  <a:pt x="419100" y="323850"/>
                </a:lnTo>
                <a:lnTo>
                  <a:pt x="419100" y="342900"/>
                </a:lnTo>
                <a:lnTo>
                  <a:pt x="409575" y="342900"/>
                </a:lnTo>
                <a:lnTo>
                  <a:pt x="409575" y="333375"/>
                </a:lnTo>
                <a:lnTo>
                  <a:pt x="400050" y="333375"/>
                </a:lnTo>
                <a:lnTo>
                  <a:pt x="400050" y="323850"/>
                </a:lnTo>
                <a:lnTo>
                  <a:pt x="390525" y="323850"/>
                </a:lnTo>
                <a:close/>
                <a:moveTo>
                  <a:pt x="428625" y="314325"/>
                </a:moveTo>
                <a:lnTo>
                  <a:pt x="438150" y="314325"/>
                </a:lnTo>
                <a:lnTo>
                  <a:pt x="438150" y="342900"/>
                </a:lnTo>
                <a:lnTo>
                  <a:pt x="428625" y="342900"/>
                </a:lnTo>
                <a:close/>
                <a:moveTo>
                  <a:pt x="1009650" y="342900"/>
                </a:moveTo>
                <a:lnTo>
                  <a:pt x="1019175" y="342900"/>
                </a:lnTo>
                <a:lnTo>
                  <a:pt x="1019175" y="361950"/>
                </a:lnTo>
                <a:lnTo>
                  <a:pt x="1009650" y="361950"/>
                </a:lnTo>
                <a:lnTo>
                  <a:pt x="1009650" y="371475"/>
                </a:lnTo>
                <a:lnTo>
                  <a:pt x="1000125" y="371475"/>
                </a:lnTo>
                <a:lnTo>
                  <a:pt x="1000125" y="352425"/>
                </a:lnTo>
                <a:lnTo>
                  <a:pt x="1009650" y="352425"/>
                </a:lnTo>
                <a:close/>
                <a:moveTo>
                  <a:pt x="247650" y="352425"/>
                </a:moveTo>
                <a:lnTo>
                  <a:pt x="266700" y="352425"/>
                </a:lnTo>
                <a:lnTo>
                  <a:pt x="266700" y="361950"/>
                </a:lnTo>
                <a:lnTo>
                  <a:pt x="276225" y="361950"/>
                </a:lnTo>
                <a:lnTo>
                  <a:pt x="276225" y="342900"/>
                </a:lnTo>
                <a:lnTo>
                  <a:pt x="247650" y="342900"/>
                </a:lnTo>
                <a:close/>
                <a:moveTo>
                  <a:pt x="419100" y="352425"/>
                </a:moveTo>
                <a:lnTo>
                  <a:pt x="428625" y="352425"/>
                </a:lnTo>
                <a:lnTo>
                  <a:pt x="428625" y="361950"/>
                </a:lnTo>
                <a:lnTo>
                  <a:pt x="438150" y="361950"/>
                </a:lnTo>
                <a:lnTo>
                  <a:pt x="438150" y="400050"/>
                </a:lnTo>
                <a:lnTo>
                  <a:pt x="419100" y="400050"/>
                </a:lnTo>
                <a:close/>
                <a:moveTo>
                  <a:pt x="800100" y="390525"/>
                </a:moveTo>
                <a:lnTo>
                  <a:pt x="819150" y="390525"/>
                </a:lnTo>
                <a:lnTo>
                  <a:pt x="819150" y="400050"/>
                </a:lnTo>
                <a:lnTo>
                  <a:pt x="828675" y="400050"/>
                </a:lnTo>
                <a:lnTo>
                  <a:pt x="828675" y="409575"/>
                </a:lnTo>
                <a:lnTo>
                  <a:pt x="847725" y="409575"/>
                </a:lnTo>
                <a:lnTo>
                  <a:pt x="847725" y="428625"/>
                </a:lnTo>
                <a:lnTo>
                  <a:pt x="828675" y="428625"/>
                </a:lnTo>
                <a:lnTo>
                  <a:pt x="828675" y="419100"/>
                </a:lnTo>
                <a:lnTo>
                  <a:pt x="819150" y="419100"/>
                </a:lnTo>
                <a:lnTo>
                  <a:pt x="819150" y="428625"/>
                </a:lnTo>
                <a:lnTo>
                  <a:pt x="809625" y="428625"/>
                </a:lnTo>
                <a:lnTo>
                  <a:pt x="809625" y="419100"/>
                </a:lnTo>
                <a:lnTo>
                  <a:pt x="800100" y="419100"/>
                </a:lnTo>
                <a:close/>
                <a:moveTo>
                  <a:pt x="114300" y="400050"/>
                </a:moveTo>
                <a:lnTo>
                  <a:pt x="123825" y="400050"/>
                </a:lnTo>
                <a:lnTo>
                  <a:pt x="123825" y="409575"/>
                </a:lnTo>
                <a:lnTo>
                  <a:pt x="114300" y="409575"/>
                </a:lnTo>
                <a:close/>
                <a:moveTo>
                  <a:pt x="600075" y="400050"/>
                </a:moveTo>
                <a:lnTo>
                  <a:pt x="619125" y="400050"/>
                </a:lnTo>
                <a:lnTo>
                  <a:pt x="619125" y="409575"/>
                </a:lnTo>
                <a:lnTo>
                  <a:pt x="628650" y="409575"/>
                </a:lnTo>
                <a:lnTo>
                  <a:pt x="628650" y="428625"/>
                </a:lnTo>
                <a:lnTo>
                  <a:pt x="600075" y="428625"/>
                </a:lnTo>
                <a:lnTo>
                  <a:pt x="600075" y="419100"/>
                </a:lnTo>
                <a:lnTo>
                  <a:pt x="590550" y="419100"/>
                </a:lnTo>
                <a:lnTo>
                  <a:pt x="590550" y="409575"/>
                </a:lnTo>
                <a:lnTo>
                  <a:pt x="600075" y="409575"/>
                </a:lnTo>
                <a:close/>
                <a:moveTo>
                  <a:pt x="895350" y="400050"/>
                </a:moveTo>
                <a:lnTo>
                  <a:pt x="923925" y="400050"/>
                </a:lnTo>
                <a:lnTo>
                  <a:pt x="923925" y="419100"/>
                </a:lnTo>
                <a:lnTo>
                  <a:pt x="933450" y="419100"/>
                </a:lnTo>
                <a:lnTo>
                  <a:pt x="933450" y="428625"/>
                </a:lnTo>
                <a:lnTo>
                  <a:pt x="942975" y="428625"/>
                </a:lnTo>
                <a:lnTo>
                  <a:pt x="942975" y="447675"/>
                </a:lnTo>
                <a:lnTo>
                  <a:pt x="933450" y="447675"/>
                </a:lnTo>
                <a:lnTo>
                  <a:pt x="933450" y="457200"/>
                </a:lnTo>
                <a:lnTo>
                  <a:pt x="923925" y="457200"/>
                </a:lnTo>
                <a:lnTo>
                  <a:pt x="923925" y="466725"/>
                </a:lnTo>
                <a:lnTo>
                  <a:pt x="885825" y="466725"/>
                </a:lnTo>
                <a:lnTo>
                  <a:pt x="885825" y="447675"/>
                </a:lnTo>
                <a:lnTo>
                  <a:pt x="876300" y="447675"/>
                </a:lnTo>
                <a:lnTo>
                  <a:pt x="876300" y="438150"/>
                </a:lnTo>
                <a:lnTo>
                  <a:pt x="866775" y="438150"/>
                </a:lnTo>
                <a:lnTo>
                  <a:pt x="866775" y="419100"/>
                </a:lnTo>
                <a:lnTo>
                  <a:pt x="885825" y="419100"/>
                </a:lnTo>
                <a:lnTo>
                  <a:pt x="885825" y="409575"/>
                </a:lnTo>
                <a:lnTo>
                  <a:pt x="895350" y="409575"/>
                </a:lnTo>
                <a:close/>
                <a:moveTo>
                  <a:pt x="704850" y="438150"/>
                </a:moveTo>
                <a:lnTo>
                  <a:pt x="723900" y="438150"/>
                </a:lnTo>
                <a:lnTo>
                  <a:pt x="723900" y="457200"/>
                </a:lnTo>
                <a:lnTo>
                  <a:pt x="714375" y="457200"/>
                </a:lnTo>
                <a:lnTo>
                  <a:pt x="714375" y="466725"/>
                </a:lnTo>
                <a:lnTo>
                  <a:pt x="704850" y="466725"/>
                </a:lnTo>
                <a:close/>
                <a:moveTo>
                  <a:pt x="885825" y="438150"/>
                </a:moveTo>
                <a:lnTo>
                  <a:pt x="895350" y="438150"/>
                </a:lnTo>
                <a:lnTo>
                  <a:pt x="895350" y="447675"/>
                </a:lnTo>
                <a:lnTo>
                  <a:pt x="904875" y="447675"/>
                </a:lnTo>
                <a:lnTo>
                  <a:pt x="904875" y="438150"/>
                </a:lnTo>
                <a:lnTo>
                  <a:pt x="914400" y="438150"/>
                </a:lnTo>
                <a:lnTo>
                  <a:pt x="914400" y="419100"/>
                </a:lnTo>
                <a:lnTo>
                  <a:pt x="895350" y="419100"/>
                </a:lnTo>
                <a:lnTo>
                  <a:pt x="895350" y="428625"/>
                </a:lnTo>
                <a:lnTo>
                  <a:pt x="885825" y="428625"/>
                </a:lnTo>
                <a:close/>
                <a:moveTo>
                  <a:pt x="781050" y="447675"/>
                </a:moveTo>
                <a:lnTo>
                  <a:pt x="809625" y="447675"/>
                </a:lnTo>
                <a:lnTo>
                  <a:pt x="809625" y="457200"/>
                </a:lnTo>
                <a:lnTo>
                  <a:pt x="800100" y="457200"/>
                </a:lnTo>
                <a:lnTo>
                  <a:pt x="800100" y="466725"/>
                </a:lnTo>
                <a:lnTo>
                  <a:pt x="790575" y="466725"/>
                </a:lnTo>
                <a:lnTo>
                  <a:pt x="790575" y="476250"/>
                </a:lnTo>
                <a:lnTo>
                  <a:pt x="781050" y="476250"/>
                </a:lnTo>
                <a:lnTo>
                  <a:pt x="781050" y="485775"/>
                </a:lnTo>
                <a:lnTo>
                  <a:pt x="771525" y="485775"/>
                </a:lnTo>
                <a:lnTo>
                  <a:pt x="771525" y="495300"/>
                </a:lnTo>
                <a:lnTo>
                  <a:pt x="762000" y="495300"/>
                </a:lnTo>
                <a:lnTo>
                  <a:pt x="762000" y="504825"/>
                </a:lnTo>
                <a:lnTo>
                  <a:pt x="752475" y="504825"/>
                </a:lnTo>
                <a:lnTo>
                  <a:pt x="752475" y="514350"/>
                </a:lnTo>
                <a:lnTo>
                  <a:pt x="742950" y="514350"/>
                </a:lnTo>
                <a:lnTo>
                  <a:pt x="742950" y="523875"/>
                </a:lnTo>
                <a:lnTo>
                  <a:pt x="733425" y="523875"/>
                </a:lnTo>
                <a:lnTo>
                  <a:pt x="733425" y="495300"/>
                </a:lnTo>
                <a:lnTo>
                  <a:pt x="752475" y="495300"/>
                </a:lnTo>
                <a:lnTo>
                  <a:pt x="752475" y="485775"/>
                </a:lnTo>
                <a:lnTo>
                  <a:pt x="762000" y="485775"/>
                </a:lnTo>
                <a:lnTo>
                  <a:pt x="762000" y="476250"/>
                </a:lnTo>
                <a:lnTo>
                  <a:pt x="771525" y="476250"/>
                </a:lnTo>
                <a:lnTo>
                  <a:pt x="771525" y="466725"/>
                </a:lnTo>
                <a:lnTo>
                  <a:pt x="762000" y="466725"/>
                </a:lnTo>
                <a:lnTo>
                  <a:pt x="762000" y="457200"/>
                </a:lnTo>
                <a:lnTo>
                  <a:pt x="781050" y="457200"/>
                </a:lnTo>
                <a:close/>
                <a:moveTo>
                  <a:pt x="219075" y="457200"/>
                </a:moveTo>
                <a:lnTo>
                  <a:pt x="228600" y="457200"/>
                </a:lnTo>
                <a:lnTo>
                  <a:pt x="228600" y="476250"/>
                </a:lnTo>
                <a:lnTo>
                  <a:pt x="219075" y="476250"/>
                </a:lnTo>
                <a:close/>
                <a:moveTo>
                  <a:pt x="1028700" y="466725"/>
                </a:moveTo>
                <a:lnTo>
                  <a:pt x="1038225" y="466725"/>
                </a:lnTo>
                <a:lnTo>
                  <a:pt x="1038225" y="476250"/>
                </a:lnTo>
                <a:lnTo>
                  <a:pt x="1028700" y="476250"/>
                </a:lnTo>
                <a:close/>
                <a:moveTo>
                  <a:pt x="419100" y="476250"/>
                </a:moveTo>
                <a:lnTo>
                  <a:pt x="428625" y="476250"/>
                </a:lnTo>
                <a:lnTo>
                  <a:pt x="428625" y="485775"/>
                </a:lnTo>
                <a:lnTo>
                  <a:pt x="419100" y="485775"/>
                </a:lnTo>
                <a:close/>
                <a:moveTo>
                  <a:pt x="466725" y="495300"/>
                </a:moveTo>
                <a:lnTo>
                  <a:pt x="495300" y="495300"/>
                </a:lnTo>
                <a:lnTo>
                  <a:pt x="495300" y="514350"/>
                </a:lnTo>
                <a:lnTo>
                  <a:pt x="485775" y="514350"/>
                </a:lnTo>
                <a:lnTo>
                  <a:pt x="485775" y="523875"/>
                </a:lnTo>
                <a:lnTo>
                  <a:pt x="476250" y="523875"/>
                </a:lnTo>
                <a:lnTo>
                  <a:pt x="476250" y="552450"/>
                </a:lnTo>
                <a:lnTo>
                  <a:pt x="466725" y="552450"/>
                </a:lnTo>
                <a:lnTo>
                  <a:pt x="466725" y="561975"/>
                </a:lnTo>
                <a:lnTo>
                  <a:pt x="457200" y="561975"/>
                </a:lnTo>
                <a:lnTo>
                  <a:pt x="457200" y="552450"/>
                </a:lnTo>
                <a:lnTo>
                  <a:pt x="447675" y="552450"/>
                </a:lnTo>
                <a:lnTo>
                  <a:pt x="447675" y="533400"/>
                </a:lnTo>
                <a:lnTo>
                  <a:pt x="457200" y="533400"/>
                </a:lnTo>
                <a:lnTo>
                  <a:pt x="457200" y="523875"/>
                </a:lnTo>
                <a:lnTo>
                  <a:pt x="466725" y="523875"/>
                </a:lnTo>
                <a:lnTo>
                  <a:pt x="466725" y="514350"/>
                </a:lnTo>
                <a:lnTo>
                  <a:pt x="457200" y="514350"/>
                </a:lnTo>
                <a:lnTo>
                  <a:pt x="457200" y="504825"/>
                </a:lnTo>
                <a:lnTo>
                  <a:pt x="466725" y="504825"/>
                </a:lnTo>
                <a:close/>
                <a:moveTo>
                  <a:pt x="695325" y="504825"/>
                </a:moveTo>
                <a:lnTo>
                  <a:pt x="704850" y="504825"/>
                </a:lnTo>
                <a:lnTo>
                  <a:pt x="704850" y="533400"/>
                </a:lnTo>
                <a:lnTo>
                  <a:pt x="695325" y="533400"/>
                </a:lnTo>
                <a:lnTo>
                  <a:pt x="695325" y="542925"/>
                </a:lnTo>
                <a:lnTo>
                  <a:pt x="676275" y="542925"/>
                </a:lnTo>
                <a:lnTo>
                  <a:pt x="676275" y="523875"/>
                </a:lnTo>
                <a:lnTo>
                  <a:pt x="685800" y="523875"/>
                </a:lnTo>
                <a:lnTo>
                  <a:pt x="685800" y="514350"/>
                </a:lnTo>
                <a:lnTo>
                  <a:pt x="695325" y="514350"/>
                </a:lnTo>
                <a:close/>
                <a:moveTo>
                  <a:pt x="285750" y="552450"/>
                </a:moveTo>
                <a:lnTo>
                  <a:pt x="295275" y="552450"/>
                </a:lnTo>
                <a:lnTo>
                  <a:pt x="295275" y="561975"/>
                </a:lnTo>
                <a:lnTo>
                  <a:pt x="285750" y="561975"/>
                </a:lnTo>
                <a:close/>
                <a:moveTo>
                  <a:pt x="447675" y="571500"/>
                </a:moveTo>
                <a:lnTo>
                  <a:pt x="457200" y="571500"/>
                </a:lnTo>
                <a:lnTo>
                  <a:pt x="457200" y="581025"/>
                </a:lnTo>
                <a:lnTo>
                  <a:pt x="447675" y="581025"/>
                </a:lnTo>
                <a:close/>
                <a:moveTo>
                  <a:pt x="419100" y="590550"/>
                </a:moveTo>
                <a:lnTo>
                  <a:pt x="447675" y="590550"/>
                </a:lnTo>
                <a:lnTo>
                  <a:pt x="447675" y="600075"/>
                </a:lnTo>
                <a:lnTo>
                  <a:pt x="438150" y="600075"/>
                </a:lnTo>
                <a:lnTo>
                  <a:pt x="438150" y="619125"/>
                </a:lnTo>
                <a:lnTo>
                  <a:pt x="428625" y="619125"/>
                </a:lnTo>
                <a:lnTo>
                  <a:pt x="428625" y="628650"/>
                </a:lnTo>
                <a:lnTo>
                  <a:pt x="409575" y="628650"/>
                </a:lnTo>
                <a:lnTo>
                  <a:pt x="409575" y="619125"/>
                </a:lnTo>
                <a:lnTo>
                  <a:pt x="419100" y="619125"/>
                </a:lnTo>
                <a:close/>
                <a:moveTo>
                  <a:pt x="819150" y="609600"/>
                </a:moveTo>
                <a:lnTo>
                  <a:pt x="828675" y="609600"/>
                </a:lnTo>
                <a:lnTo>
                  <a:pt x="828675" y="619125"/>
                </a:lnTo>
                <a:lnTo>
                  <a:pt x="819150" y="619125"/>
                </a:lnTo>
                <a:close/>
                <a:moveTo>
                  <a:pt x="933450" y="657225"/>
                </a:moveTo>
                <a:lnTo>
                  <a:pt x="952500" y="657225"/>
                </a:lnTo>
                <a:lnTo>
                  <a:pt x="952500" y="666750"/>
                </a:lnTo>
                <a:lnTo>
                  <a:pt x="942975" y="666750"/>
                </a:lnTo>
                <a:lnTo>
                  <a:pt x="942975" y="676275"/>
                </a:lnTo>
                <a:lnTo>
                  <a:pt x="933450" y="676275"/>
                </a:lnTo>
                <a:close/>
                <a:moveTo>
                  <a:pt x="990600" y="657225"/>
                </a:moveTo>
                <a:lnTo>
                  <a:pt x="1009650" y="657225"/>
                </a:lnTo>
                <a:lnTo>
                  <a:pt x="1009650" y="666750"/>
                </a:lnTo>
                <a:lnTo>
                  <a:pt x="1000125" y="666750"/>
                </a:lnTo>
                <a:lnTo>
                  <a:pt x="1000125" y="685800"/>
                </a:lnTo>
                <a:lnTo>
                  <a:pt x="981075" y="685800"/>
                </a:lnTo>
                <a:lnTo>
                  <a:pt x="981075" y="666750"/>
                </a:lnTo>
                <a:lnTo>
                  <a:pt x="990600" y="666750"/>
                </a:lnTo>
                <a:close/>
                <a:moveTo>
                  <a:pt x="704850" y="666750"/>
                </a:moveTo>
                <a:lnTo>
                  <a:pt x="723900" y="666750"/>
                </a:lnTo>
                <a:lnTo>
                  <a:pt x="723900" y="685800"/>
                </a:lnTo>
                <a:lnTo>
                  <a:pt x="714375" y="685800"/>
                </a:lnTo>
                <a:lnTo>
                  <a:pt x="714375" y="676275"/>
                </a:lnTo>
                <a:lnTo>
                  <a:pt x="704850" y="676275"/>
                </a:lnTo>
                <a:close/>
                <a:moveTo>
                  <a:pt x="209550" y="676275"/>
                </a:moveTo>
                <a:lnTo>
                  <a:pt x="219075" y="676275"/>
                </a:lnTo>
                <a:lnTo>
                  <a:pt x="219075" y="695325"/>
                </a:lnTo>
                <a:lnTo>
                  <a:pt x="209550" y="695325"/>
                </a:lnTo>
                <a:close/>
                <a:moveTo>
                  <a:pt x="933450" y="695325"/>
                </a:moveTo>
                <a:lnTo>
                  <a:pt x="942975" y="695325"/>
                </a:lnTo>
                <a:lnTo>
                  <a:pt x="942975" y="723900"/>
                </a:lnTo>
                <a:lnTo>
                  <a:pt x="914400" y="723900"/>
                </a:lnTo>
                <a:lnTo>
                  <a:pt x="914400" y="704850"/>
                </a:lnTo>
                <a:lnTo>
                  <a:pt x="933450" y="704850"/>
                </a:lnTo>
                <a:close/>
              </a:path>
            </a:pathLst>
          </a:custGeom>
          <a:solidFill xmlns:a="http://schemas.openxmlformats.org/drawingml/2006/main">
            <a:srgbClr val="676B5D"/>
          </a:solidFill>
          <a:ln xmlns:a="http://schemas.openxmlformats.org/drawingml/2006/main" w="0">
            <a:noFill/>
          </a:ln>
        </p:spPr>
      </p:sp>
      <p:sp>
        <p:nvSpPr>
          <p:cNvPr id="35" name="">
            <a:extLst xmlns:a="http://schemas.openxmlformats.org/drawingml/2006/main">
              <a:ext uri="{FF2B5EF4-FFF2-40B4-BE49-F238E27FC236}">
                <a16:creationId xmlns:a16="http://schemas.microsoft.com/office/drawing/2014/main" id="{E3CDF0C0-F8CB-4D99-9BD1-08C1594C95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514600" y="2428875"/>
            <a:ext cx="1495425" cy="93345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l"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defPPr>
            <a:lvl1pPr algn="l"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1pPr>
            <a:lvl2pPr algn="l"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2pPr>
            <a:lvl3pPr algn="l"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3pPr>
            <a:lvl4pPr algn="l"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4pPr>
            <a:lvl5pPr algn="l"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5pPr>
            <a:lvl6pPr algn="l"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6pPr>
            <a:lvl7pPr algn="l"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7pPr>
            <a:lvl8pPr algn="l"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8pPr>
            <a:lvl9pPr algn="l"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l">
              <a:lnSpc>
                <a:spcPct val="105000"/>
              </a:lnSpc>
              <a:buNone/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pPr>
            <a:r>
              <a:rPr sz="1500" b="0">
                <a:solidFill>
                  <a:srgbClr val="1D4333"/>
                </a:solidFill>
                <a:latin typeface="Arial"/>
                <a:ea typeface="Arial"/>
                <a:cs typeface="Arial"/>
              </a:rPr>
              <a:t>Anotaciones</a:t>
            </a:r>
          </a:p>
          <a:p xmlns:a="http://schemas.openxmlformats.org/drawingml/2006/main">
            <a:pPr algn="l">
              <a:lnSpc>
                <a:spcPct val="105000"/>
              </a:lnSpc>
              <a:buNone/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pPr>
            <a:r>
              <a:rPr sz="1500" b="0">
                <a:solidFill>
                  <a:srgbClr val="1D4333"/>
                </a:solidFill>
                <a:latin typeface="Arial"/>
                <a:ea typeface="Arial"/>
                <a:cs typeface="Arial"/>
              </a:rPr>
              <a:t>dispersas</a:t>
            </a:r>
          </a:p>
        </p:txBody>
      </p:sp>
      <p:sp>
        <p:nvSpPr>
          <p:cNvPr id="36" name="">
            <a:extLst xmlns:a="http://schemas.openxmlformats.org/drawingml/2006/main">
              <a:ext uri="{FF2B5EF4-FFF2-40B4-BE49-F238E27FC236}">
                <a16:creationId xmlns:a16="http://schemas.microsoft.com/office/drawing/2014/main" id="{E18CF237-AAD9-496D-9404-072A933311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200525" y="2619375"/>
            <a:ext cx="619125" cy="42862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l">
              <a:defRPr sz="3075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defPPr>
            <a:lvl1pPr algn="l">
              <a:defRPr sz="3075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1pPr>
            <a:lvl2pPr algn="l">
              <a:defRPr sz="3075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2pPr>
            <a:lvl3pPr algn="l">
              <a:defRPr sz="3075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3pPr>
            <a:lvl4pPr algn="l">
              <a:defRPr sz="3075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4pPr>
            <a:lvl5pPr algn="l">
              <a:defRPr sz="3075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5pPr>
            <a:lvl6pPr algn="l">
              <a:defRPr sz="3075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6pPr>
            <a:lvl7pPr algn="l">
              <a:defRPr sz="3075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7pPr>
            <a:lvl8pPr algn="l">
              <a:defRPr sz="3075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8pPr>
            <a:lvl9pPr algn="l">
              <a:defRPr sz="3075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l">
              <a:lnSpc>
                <a:spcPct val="105000"/>
              </a:lnSpc>
              <a:buNone/>
              <a:defRPr sz="3075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pPr>
            <a:r>
              <a:rPr sz="3075" b="0">
                <a:solidFill>
                  <a:srgbClr val="1D4333"/>
                </a:solidFill>
                <a:latin typeface="Arial"/>
                <a:ea typeface="Arial"/>
                <a:cs typeface="Arial"/>
              </a:rPr>
              <a:t>⟶</a:t>
            </a:r>
          </a:p>
        </p:txBody>
      </p:sp>
      <p:sp>
        <p:nvSpPr>
          <p:cNvPr id="37" name="">
            <a:extLst xmlns:a="http://schemas.openxmlformats.org/drawingml/2006/main">
              <a:ext uri="{FF2B5EF4-FFF2-40B4-BE49-F238E27FC236}">
                <a16:creationId xmlns:a16="http://schemas.microsoft.com/office/drawing/2014/main" id="{1C9A4DEE-DD99-43D2-BC36-4091F16D95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876800" y="2247900"/>
            <a:ext cx="3343275" cy="1143000"/>
          </a:xfrm>
          <a:prstGeom xmlns:a="http://schemas.openxmlformats.org/drawingml/2006/main" prst="roundRect">
            <a:avLst>
              <a:gd name="adj" fmla="val 18333"/>
            </a:avLst>
          </a:prstGeom>
          <a:solidFill xmlns:a="http://schemas.openxmlformats.org/drawingml/2006/main">
            <a:srgbClr val="FAFAF6"/>
          </a:solidFill>
          <a:ln xmlns:a="http://schemas.openxmlformats.org/drawingml/2006/main" w="23813">
            <a:solidFill>
              <a:srgbClr val="9E654A"/>
            </a:solidFill>
          </a:ln>
        </p:spPr>
      </p:sp>
      <p:sp>
        <p:nvSpPr>
          <p:cNvPr id="38" name="">
            <a:extLst xmlns:a="http://schemas.openxmlformats.org/drawingml/2006/main">
              <a:ext uri="{FF2B5EF4-FFF2-40B4-BE49-F238E27FC236}">
                <a16:creationId xmlns:a16="http://schemas.microsoft.com/office/drawing/2014/main" id="{F37971D2-A08E-4DFB-89CC-353E83E18E6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048250" y="2362200"/>
            <a:ext cx="1428750" cy="962025"/>
          </a:xfrm>
          <a:prstGeom xmlns:a="http://schemas.openxmlformats.org/drawingml/2006/main" prst="rect">
            <a:avLst/>
          </a:prstGeom>
          <a:solidFill xmlns:a="http://schemas.openxmlformats.org/drawingml/2006/main">
            <a:srgbClr val="F5F2E8"/>
          </a:solidFill>
          <a:ln xmlns:a="http://schemas.openxmlformats.org/drawingml/2006/main" w="0">
            <a:noFill/>
          </a:ln>
        </p:spPr>
      </p:sp>
      <p:sp>
        <p:nvSpPr>
          <p:cNvPr id="39" name="v01 vector #fafcf8">
            <a:extLst xmlns:a="http://schemas.openxmlformats.org/drawingml/2006/main">
              <a:ext uri="{FF2B5EF4-FFF2-40B4-BE49-F238E27FC236}">
                <a16:creationId xmlns:a16="http://schemas.microsoft.com/office/drawing/2014/main" id="{E9291C1F-5064-471E-9F9B-BDEDD925DF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8250" y="2362200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114300" y="161925"/>
                </a:moveTo>
                <a:lnTo>
                  <a:pt x="133350" y="161925"/>
                </a:lnTo>
                <a:lnTo>
                  <a:pt x="133350" y="200025"/>
                </a:lnTo>
                <a:lnTo>
                  <a:pt x="123825" y="200025"/>
                </a:lnTo>
                <a:lnTo>
                  <a:pt x="123825" y="209550"/>
                </a:lnTo>
                <a:lnTo>
                  <a:pt x="133350" y="209550"/>
                </a:lnTo>
                <a:lnTo>
                  <a:pt x="133350" y="304800"/>
                </a:lnTo>
                <a:lnTo>
                  <a:pt x="114300" y="304800"/>
                </a:lnTo>
                <a:lnTo>
                  <a:pt x="114300" y="276225"/>
                </a:lnTo>
                <a:lnTo>
                  <a:pt x="104775" y="276225"/>
                </a:lnTo>
                <a:lnTo>
                  <a:pt x="104775" y="257175"/>
                </a:lnTo>
                <a:lnTo>
                  <a:pt x="114300" y="257175"/>
                </a:lnTo>
                <a:close/>
                <a:moveTo>
                  <a:pt x="161925" y="161925"/>
                </a:moveTo>
                <a:lnTo>
                  <a:pt x="323850" y="161925"/>
                </a:lnTo>
                <a:lnTo>
                  <a:pt x="323850" y="171450"/>
                </a:lnTo>
                <a:lnTo>
                  <a:pt x="333375" y="171450"/>
                </a:lnTo>
                <a:lnTo>
                  <a:pt x="333375" y="161925"/>
                </a:lnTo>
                <a:lnTo>
                  <a:pt x="371475" y="161925"/>
                </a:lnTo>
                <a:lnTo>
                  <a:pt x="371475" y="190500"/>
                </a:lnTo>
                <a:lnTo>
                  <a:pt x="361950" y="190500"/>
                </a:lnTo>
                <a:lnTo>
                  <a:pt x="361950" y="200025"/>
                </a:lnTo>
                <a:lnTo>
                  <a:pt x="200025" y="200025"/>
                </a:lnTo>
                <a:lnTo>
                  <a:pt x="200025" y="209550"/>
                </a:lnTo>
                <a:lnTo>
                  <a:pt x="190500" y="209550"/>
                </a:lnTo>
                <a:lnTo>
                  <a:pt x="190500" y="247650"/>
                </a:lnTo>
                <a:lnTo>
                  <a:pt x="180975" y="247650"/>
                </a:lnTo>
                <a:lnTo>
                  <a:pt x="180975" y="266700"/>
                </a:lnTo>
                <a:lnTo>
                  <a:pt x="161925" y="266700"/>
                </a:lnTo>
                <a:close/>
                <a:moveTo>
                  <a:pt x="781050" y="161925"/>
                </a:moveTo>
                <a:lnTo>
                  <a:pt x="857250" y="161925"/>
                </a:lnTo>
                <a:lnTo>
                  <a:pt x="857250" y="171450"/>
                </a:lnTo>
                <a:lnTo>
                  <a:pt x="876300" y="171450"/>
                </a:lnTo>
                <a:lnTo>
                  <a:pt x="876300" y="180975"/>
                </a:lnTo>
                <a:lnTo>
                  <a:pt x="819150" y="180975"/>
                </a:lnTo>
                <a:lnTo>
                  <a:pt x="819150" y="190500"/>
                </a:lnTo>
                <a:lnTo>
                  <a:pt x="800100" y="190500"/>
                </a:lnTo>
                <a:lnTo>
                  <a:pt x="800100" y="200025"/>
                </a:lnTo>
                <a:lnTo>
                  <a:pt x="762000" y="200025"/>
                </a:lnTo>
                <a:lnTo>
                  <a:pt x="762000" y="209550"/>
                </a:lnTo>
                <a:lnTo>
                  <a:pt x="752475" y="209550"/>
                </a:lnTo>
                <a:lnTo>
                  <a:pt x="752475" y="219075"/>
                </a:lnTo>
                <a:lnTo>
                  <a:pt x="733425" y="219075"/>
                </a:lnTo>
                <a:lnTo>
                  <a:pt x="733425" y="209550"/>
                </a:lnTo>
                <a:lnTo>
                  <a:pt x="742950" y="209550"/>
                </a:lnTo>
                <a:lnTo>
                  <a:pt x="742950" y="200025"/>
                </a:lnTo>
                <a:lnTo>
                  <a:pt x="752475" y="200025"/>
                </a:lnTo>
                <a:lnTo>
                  <a:pt x="752475" y="190500"/>
                </a:lnTo>
                <a:lnTo>
                  <a:pt x="762000" y="190500"/>
                </a:lnTo>
                <a:lnTo>
                  <a:pt x="762000" y="180975"/>
                </a:lnTo>
                <a:lnTo>
                  <a:pt x="752475" y="180975"/>
                </a:lnTo>
                <a:lnTo>
                  <a:pt x="752475" y="171450"/>
                </a:lnTo>
                <a:lnTo>
                  <a:pt x="781050" y="171450"/>
                </a:lnTo>
                <a:close/>
                <a:moveTo>
                  <a:pt x="942975" y="257175"/>
                </a:moveTo>
                <a:lnTo>
                  <a:pt x="952500" y="257175"/>
                </a:lnTo>
                <a:lnTo>
                  <a:pt x="952500" y="285750"/>
                </a:lnTo>
                <a:lnTo>
                  <a:pt x="962025" y="285750"/>
                </a:lnTo>
                <a:lnTo>
                  <a:pt x="962025" y="333375"/>
                </a:lnTo>
                <a:lnTo>
                  <a:pt x="942975" y="333375"/>
                </a:lnTo>
                <a:lnTo>
                  <a:pt x="942975" y="323850"/>
                </a:lnTo>
                <a:lnTo>
                  <a:pt x="914400" y="323850"/>
                </a:lnTo>
                <a:lnTo>
                  <a:pt x="914400" y="304800"/>
                </a:lnTo>
                <a:lnTo>
                  <a:pt x="923925" y="304800"/>
                </a:lnTo>
                <a:lnTo>
                  <a:pt x="923925" y="295275"/>
                </a:lnTo>
                <a:lnTo>
                  <a:pt x="933450" y="295275"/>
                </a:lnTo>
                <a:lnTo>
                  <a:pt x="933450" y="285750"/>
                </a:lnTo>
                <a:lnTo>
                  <a:pt x="942975" y="285750"/>
                </a:lnTo>
                <a:close/>
                <a:moveTo>
                  <a:pt x="209550" y="266700"/>
                </a:moveTo>
                <a:lnTo>
                  <a:pt x="219075" y="266700"/>
                </a:lnTo>
                <a:lnTo>
                  <a:pt x="219075" y="285750"/>
                </a:lnTo>
                <a:lnTo>
                  <a:pt x="209550" y="285750"/>
                </a:lnTo>
                <a:close/>
                <a:moveTo>
                  <a:pt x="390525" y="266700"/>
                </a:moveTo>
                <a:lnTo>
                  <a:pt x="457200" y="266700"/>
                </a:lnTo>
                <a:lnTo>
                  <a:pt x="457200" y="285750"/>
                </a:lnTo>
                <a:lnTo>
                  <a:pt x="390525" y="285750"/>
                </a:lnTo>
                <a:close/>
                <a:moveTo>
                  <a:pt x="1000125" y="266700"/>
                </a:moveTo>
                <a:lnTo>
                  <a:pt x="1009650" y="266700"/>
                </a:lnTo>
                <a:lnTo>
                  <a:pt x="1009650" y="304800"/>
                </a:lnTo>
                <a:lnTo>
                  <a:pt x="1019175" y="304800"/>
                </a:lnTo>
                <a:lnTo>
                  <a:pt x="1019175" y="314325"/>
                </a:lnTo>
                <a:lnTo>
                  <a:pt x="1009650" y="314325"/>
                </a:lnTo>
                <a:lnTo>
                  <a:pt x="1009650" y="323850"/>
                </a:lnTo>
                <a:lnTo>
                  <a:pt x="990600" y="323850"/>
                </a:lnTo>
                <a:lnTo>
                  <a:pt x="990600" y="276225"/>
                </a:lnTo>
                <a:lnTo>
                  <a:pt x="1000125" y="276225"/>
                </a:lnTo>
                <a:close/>
                <a:moveTo>
                  <a:pt x="676275" y="295275"/>
                </a:moveTo>
                <a:lnTo>
                  <a:pt x="685800" y="295275"/>
                </a:lnTo>
                <a:lnTo>
                  <a:pt x="685800" y="314325"/>
                </a:lnTo>
                <a:lnTo>
                  <a:pt x="676275" y="314325"/>
                </a:lnTo>
                <a:close/>
                <a:moveTo>
                  <a:pt x="457200" y="304800"/>
                </a:moveTo>
                <a:lnTo>
                  <a:pt x="485775" y="304800"/>
                </a:lnTo>
                <a:lnTo>
                  <a:pt x="485775" y="314325"/>
                </a:lnTo>
                <a:lnTo>
                  <a:pt x="495300" y="314325"/>
                </a:lnTo>
                <a:lnTo>
                  <a:pt x="495300" y="333375"/>
                </a:lnTo>
                <a:lnTo>
                  <a:pt x="485775" y="333375"/>
                </a:lnTo>
                <a:lnTo>
                  <a:pt x="485775" y="381000"/>
                </a:lnTo>
                <a:lnTo>
                  <a:pt x="476250" y="381000"/>
                </a:lnTo>
                <a:lnTo>
                  <a:pt x="476250" y="371475"/>
                </a:lnTo>
                <a:lnTo>
                  <a:pt x="466725" y="371475"/>
                </a:lnTo>
                <a:lnTo>
                  <a:pt x="466725" y="361950"/>
                </a:lnTo>
                <a:lnTo>
                  <a:pt x="476250" y="361950"/>
                </a:lnTo>
                <a:lnTo>
                  <a:pt x="476250" y="333375"/>
                </a:lnTo>
                <a:lnTo>
                  <a:pt x="466725" y="333375"/>
                </a:lnTo>
                <a:lnTo>
                  <a:pt x="466725" y="314325"/>
                </a:lnTo>
                <a:lnTo>
                  <a:pt x="457200" y="314325"/>
                </a:lnTo>
                <a:close/>
                <a:moveTo>
                  <a:pt x="114300" y="428625"/>
                </a:moveTo>
                <a:lnTo>
                  <a:pt x="133350" y="428625"/>
                </a:lnTo>
                <a:lnTo>
                  <a:pt x="133350" y="552450"/>
                </a:lnTo>
                <a:lnTo>
                  <a:pt x="114300" y="552450"/>
                </a:lnTo>
                <a:close/>
                <a:moveTo>
                  <a:pt x="161925" y="447675"/>
                </a:moveTo>
                <a:lnTo>
                  <a:pt x="180975" y="447675"/>
                </a:lnTo>
                <a:lnTo>
                  <a:pt x="180975" y="466725"/>
                </a:lnTo>
                <a:lnTo>
                  <a:pt x="171450" y="466725"/>
                </a:lnTo>
                <a:lnTo>
                  <a:pt x="171450" y="457200"/>
                </a:lnTo>
                <a:lnTo>
                  <a:pt x="161925" y="457200"/>
                </a:lnTo>
                <a:close/>
                <a:moveTo>
                  <a:pt x="257175" y="447675"/>
                </a:moveTo>
                <a:lnTo>
                  <a:pt x="266700" y="447675"/>
                </a:lnTo>
                <a:lnTo>
                  <a:pt x="266700" y="457200"/>
                </a:lnTo>
                <a:lnTo>
                  <a:pt x="257175" y="457200"/>
                </a:lnTo>
                <a:close/>
                <a:moveTo>
                  <a:pt x="685800" y="476250"/>
                </a:moveTo>
                <a:lnTo>
                  <a:pt x="695325" y="476250"/>
                </a:lnTo>
                <a:lnTo>
                  <a:pt x="695325" y="485775"/>
                </a:lnTo>
                <a:lnTo>
                  <a:pt x="685800" y="485775"/>
                </a:lnTo>
                <a:close/>
                <a:moveTo>
                  <a:pt x="161925" y="495300"/>
                </a:moveTo>
                <a:lnTo>
                  <a:pt x="180975" y="495300"/>
                </a:lnTo>
                <a:lnTo>
                  <a:pt x="180975" y="504825"/>
                </a:lnTo>
                <a:lnTo>
                  <a:pt x="190500" y="504825"/>
                </a:lnTo>
                <a:lnTo>
                  <a:pt x="190500" y="523875"/>
                </a:lnTo>
                <a:lnTo>
                  <a:pt x="180975" y="523875"/>
                </a:lnTo>
                <a:lnTo>
                  <a:pt x="180975" y="542925"/>
                </a:lnTo>
                <a:lnTo>
                  <a:pt x="161925" y="542925"/>
                </a:lnTo>
                <a:close/>
                <a:moveTo>
                  <a:pt x="762000" y="495300"/>
                </a:moveTo>
                <a:lnTo>
                  <a:pt x="771525" y="495300"/>
                </a:lnTo>
                <a:lnTo>
                  <a:pt x="771525" y="514350"/>
                </a:lnTo>
                <a:lnTo>
                  <a:pt x="762000" y="514350"/>
                </a:lnTo>
                <a:close/>
                <a:moveTo>
                  <a:pt x="819150" y="495300"/>
                </a:moveTo>
                <a:lnTo>
                  <a:pt x="828675" y="495300"/>
                </a:lnTo>
                <a:lnTo>
                  <a:pt x="828675" y="514350"/>
                </a:lnTo>
                <a:lnTo>
                  <a:pt x="819150" y="514350"/>
                </a:lnTo>
                <a:close/>
                <a:moveTo>
                  <a:pt x="257175" y="504825"/>
                </a:moveTo>
                <a:lnTo>
                  <a:pt x="266700" y="504825"/>
                </a:lnTo>
                <a:lnTo>
                  <a:pt x="266700" y="533400"/>
                </a:lnTo>
                <a:lnTo>
                  <a:pt x="257175" y="533400"/>
                </a:lnTo>
                <a:close/>
                <a:moveTo>
                  <a:pt x="371475" y="514350"/>
                </a:moveTo>
                <a:lnTo>
                  <a:pt x="381000" y="514350"/>
                </a:lnTo>
                <a:lnTo>
                  <a:pt x="381000" y="523875"/>
                </a:lnTo>
                <a:lnTo>
                  <a:pt x="400050" y="523875"/>
                </a:lnTo>
                <a:lnTo>
                  <a:pt x="400050" y="542925"/>
                </a:lnTo>
                <a:lnTo>
                  <a:pt x="409575" y="542925"/>
                </a:lnTo>
                <a:lnTo>
                  <a:pt x="409575" y="533400"/>
                </a:lnTo>
                <a:lnTo>
                  <a:pt x="419100" y="533400"/>
                </a:lnTo>
                <a:lnTo>
                  <a:pt x="419100" y="542925"/>
                </a:lnTo>
                <a:lnTo>
                  <a:pt x="428625" y="542925"/>
                </a:lnTo>
                <a:lnTo>
                  <a:pt x="428625" y="533400"/>
                </a:lnTo>
                <a:lnTo>
                  <a:pt x="485775" y="533400"/>
                </a:lnTo>
                <a:lnTo>
                  <a:pt x="485775" y="542925"/>
                </a:lnTo>
                <a:lnTo>
                  <a:pt x="438150" y="542925"/>
                </a:lnTo>
                <a:lnTo>
                  <a:pt x="438150" y="561975"/>
                </a:lnTo>
                <a:lnTo>
                  <a:pt x="428625" y="561975"/>
                </a:lnTo>
                <a:lnTo>
                  <a:pt x="428625" y="571500"/>
                </a:lnTo>
                <a:lnTo>
                  <a:pt x="419100" y="571500"/>
                </a:lnTo>
                <a:lnTo>
                  <a:pt x="419100" y="581025"/>
                </a:lnTo>
                <a:lnTo>
                  <a:pt x="400050" y="581025"/>
                </a:lnTo>
                <a:lnTo>
                  <a:pt x="400050" y="552450"/>
                </a:lnTo>
                <a:lnTo>
                  <a:pt x="333375" y="552450"/>
                </a:lnTo>
                <a:lnTo>
                  <a:pt x="333375" y="542925"/>
                </a:lnTo>
                <a:lnTo>
                  <a:pt x="304800" y="542925"/>
                </a:lnTo>
                <a:lnTo>
                  <a:pt x="304800" y="552450"/>
                </a:lnTo>
                <a:lnTo>
                  <a:pt x="285750" y="552450"/>
                </a:lnTo>
                <a:lnTo>
                  <a:pt x="285750" y="542925"/>
                </a:lnTo>
                <a:lnTo>
                  <a:pt x="266700" y="542925"/>
                </a:lnTo>
                <a:lnTo>
                  <a:pt x="266700" y="533400"/>
                </a:lnTo>
                <a:lnTo>
                  <a:pt x="276225" y="533400"/>
                </a:lnTo>
                <a:lnTo>
                  <a:pt x="276225" y="523875"/>
                </a:lnTo>
                <a:lnTo>
                  <a:pt x="304800" y="523875"/>
                </a:lnTo>
                <a:lnTo>
                  <a:pt x="304800" y="533400"/>
                </a:lnTo>
                <a:lnTo>
                  <a:pt x="333375" y="533400"/>
                </a:lnTo>
                <a:lnTo>
                  <a:pt x="333375" y="523875"/>
                </a:lnTo>
                <a:lnTo>
                  <a:pt x="371475" y="523875"/>
                </a:lnTo>
                <a:close/>
                <a:moveTo>
                  <a:pt x="600075" y="533400"/>
                </a:moveTo>
                <a:lnTo>
                  <a:pt x="609600" y="533400"/>
                </a:lnTo>
                <a:lnTo>
                  <a:pt x="609600" y="552450"/>
                </a:lnTo>
                <a:lnTo>
                  <a:pt x="619125" y="552450"/>
                </a:lnTo>
                <a:lnTo>
                  <a:pt x="619125" y="561975"/>
                </a:lnTo>
                <a:lnTo>
                  <a:pt x="609600" y="561975"/>
                </a:lnTo>
                <a:lnTo>
                  <a:pt x="609600" y="600075"/>
                </a:lnTo>
                <a:lnTo>
                  <a:pt x="590550" y="600075"/>
                </a:lnTo>
                <a:lnTo>
                  <a:pt x="590550" y="542925"/>
                </a:lnTo>
                <a:lnTo>
                  <a:pt x="600075" y="542925"/>
                </a:lnTo>
                <a:close/>
                <a:moveTo>
                  <a:pt x="552450" y="552450"/>
                </a:moveTo>
                <a:lnTo>
                  <a:pt x="561975" y="552450"/>
                </a:lnTo>
                <a:lnTo>
                  <a:pt x="561975" y="561975"/>
                </a:lnTo>
                <a:lnTo>
                  <a:pt x="571500" y="561975"/>
                </a:lnTo>
                <a:lnTo>
                  <a:pt x="571500" y="590550"/>
                </a:lnTo>
                <a:lnTo>
                  <a:pt x="552450" y="590550"/>
                </a:lnTo>
                <a:close/>
                <a:moveTo>
                  <a:pt x="323850" y="590550"/>
                </a:moveTo>
                <a:lnTo>
                  <a:pt x="361950" y="590550"/>
                </a:lnTo>
                <a:lnTo>
                  <a:pt x="361950" y="600075"/>
                </a:lnTo>
                <a:lnTo>
                  <a:pt x="323850" y="600075"/>
                </a:lnTo>
                <a:close/>
                <a:moveTo>
                  <a:pt x="447675" y="590550"/>
                </a:moveTo>
                <a:lnTo>
                  <a:pt x="476250" y="590550"/>
                </a:lnTo>
                <a:lnTo>
                  <a:pt x="476250" y="600075"/>
                </a:lnTo>
                <a:lnTo>
                  <a:pt x="447675" y="600075"/>
                </a:lnTo>
                <a:close/>
                <a:moveTo>
                  <a:pt x="495300" y="590550"/>
                </a:moveTo>
                <a:lnTo>
                  <a:pt x="514350" y="590550"/>
                </a:lnTo>
                <a:lnTo>
                  <a:pt x="514350" y="600075"/>
                </a:lnTo>
                <a:lnTo>
                  <a:pt x="495300" y="600075"/>
                </a:lnTo>
                <a:close/>
                <a:moveTo>
                  <a:pt x="552450" y="609600"/>
                </a:moveTo>
                <a:lnTo>
                  <a:pt x="571500" y="609600"/>
                </a:lnTo>
                <a:lnTo>
                  <a:pt x="571500" y="638175"/>
                </a:lnTo>
                <a:lnTo>
                  <a:pt x="552450" y="638175"/>
                </a:lnTo>
                <a:lnTo>
                  <a:pt x="552450" y="628650"/>
                </a:lnTo>
                <a:lnTo>
                  <a:pt x="542925" y="628650"/>
                </a:lnTo>
                <a:lnTo>
                  <a:pt x="542925" y="619125"/>
                </a:lnTo>
                <a:lnTo>
                  <a:pt x="552450" y="619125"/>
                </a:lnTo>
                <a:close/>
                <a:moveTo>
                  <a:pt x="914400" y="609600"/>
                </a:moveTo>
                <a:lnTo>
                  <a:pt x="923925" y="609600"/>
                </a:lnTo>
                <a:lnTo>
                  <a:pt x="923925" y="619125"/>
                </a:lnTo>
                <a:lnTo>
                  <a:pt x="914400" y="619125"/>
                </a:lnTo>
                <a:close/>
                <a:moveTo>
                  <a:pt x="942975" y="628650"/>
                </a:moveTo>
                <a:lnTo>
                  <a:pt x="952500" y="628650"/>
                </a:lnTo>
                <a:lnTo>
                  <a:pt x="952500" y="647700"/>
                </a:lnTo>
                <a:lnTo>
                  <a:pt x="942975" y="647700"/>
                </a:lnTo>
                <a:close/>
              </a:path>
            </a:pathLst>
          </a:custGeom>
          <a:solidFill xmlns:a="http://schemas.openxmlformats.org/drawingml/2006/main">
            <a:srgbClr val="FAFCF8"/>
          </a:solidFill>
          <a:ln xmlns:a="http://schemas.openxmlformats.org/drawingml/2006/main" w="0">
            <a:noFill/>
          </a:ln>
        </p:spPr>
      </p:sp>
      <p:sp>
        <p:nvSpPr>
          <p:cNvPr id="40" name="v01 vector #f9faf5">
            <a:extLst xmlns:a="http://schemas.openxmlformats.org/drawingml/2006/main">
              <a:ext uri="{FF2B5EF4-FFF2-40B4-BE49-F238E27FC236}">
                <a16:creationId xmlns:a16="http://schemas.microsoft.com/office/drawing/2014/main" id="{CC473E27-8996-487F-BFAB-640337E006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8250" y="2362200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57150" y="0"/>
                </a:moveTo>
                <a:lnTo>
                  <a:pt x="76200" y="0"/>
                </a:lnTo>
                <a:lnTo>
                  <a:pt x="76200" y="9525"/>
                </a:lnTo>
                <a:lnTo>
                  <a:pt x="57150" y="9525"/>
                </a:lnTo>
                <a:close/>
                <a:moveTo>
                  <a:pt x="923925" y="19050"/>
                </a:moveTo>
                <a:lnTo>
                  <a:pt x="971550" y="19050"/>
                </a:lnTo>
                <a:lnTo>
                  <a:pt x="971550" y="28575"/>
                </a:lnTo>
                <a:lnTo>
                  <a:pt x="981075" y="28575"/>
                </a:lnTo>
                <a:lnTo>
                  <a:pt x="981075" y="47625"/>
                </a:lnTo>
                <a:lnTo>
                  <a:pt x="990600" y="47625"/>
                </a:lnTo>
                <a:lnTo>
                  <a:pt x="990600" y="66675"/>
                </a:lnTo>
                <a:lnTo>
                  <a:pt x="981075" y="66675"/>
                </a:lnTo>
                <a:lnTo>
                  <a:pt x="981075" y="57150"/>
                </a:lnTo>
                <a:lnTo>
                  <a:pt x="971550" y="57150"/>
                </a:lnTo>
                <a:lnTo>
                  <a:pt x="971550" y="47625"/>
                </a:lnTo>
                <a:lnTo>
                  <a:pt x="962025" y="47625"/>
                </a:lnTo>
                <a:lnTo>
                  <a:pt x="962025" y="38100"/>
                </a:lnTo>
                <a:lnTo>
                  <a:pt x="952500" y="38100"/>
                </a:lnTo>
                <a:lnTo>
                  <a:pt x="952500" y="28575"/>
                </a:lnTo>
                <a:lnTo>
                  <a:pt x="923925" y="28575"/>
                </a:lnTo>
                <a:close/>
                <a:moveTo>
                  <a:pt x="1057275" y="38100"/>
                </a:moveTo>
                <a:lnTo>
                  <a:pt x="1066800" y="38100"/>
                </a:lnTo>
                <a:lnTo>
                  <a:pt x="1066800" y="47625"/>
                </a:lnTo>
                <a:lnTo>
                  <a:pt x="1057275" y="47625"/>
                </a:lnTo>
                <a:close/>
                <a:moveTo>
                  <a:pt x="990600" y="66675"/>
                </a:moveTo>
                <a:lnTo>
                  <a:pt x="1000125" y="66675"/>
                </a:lnTo>
                <a:lnTo>
                  <a:pt x="1000125" y="76200"/>
                </a:lnTo>
                <a:lnTo>
                  <a:pt x="1009650" y="76200"/>
                </a:lnTo>
                <a:lnTo>
                  <a:pt x="1009650" y="152400"/>
                </a:lnTo>
                <a:lnTo>
                  <a:pt x="1019175" y="152400"/>
                </a:lnTo>
                <a:lnTo>
                  <a:pt x="1019175" y="161925"/>
                </a:lnTo>
                <a:lnTo>
                  <a:pt x="1009650" y="161925"/>
                </a:lnTo>
                <a:lnTo>
                  <a:pt x="1009650" y="180975"/>
                </a:lnTo>
                <a:lnTo>
                  <a:pt x="1000125" y="180975"/>
                </a:lnTo>
                <a:lnTo>
                  <a:pt x="1000125" y="171450"/>
                </a:lnTo>
                <a:lnTo>
                  <a:pt x="990600" y="171450"/>
                </a:lnTo>
                <a:close/>
                <a:moveTo>
                  <a:pt x="0" y="114300"/>
                </a:moveTo>
                <a:lnTo>
                  <a:pt x="19050" y="114300"/>
                </a:lnTo>
                <a:lnTo>
                  <a:pt x="19050" y="123825"/>
                </a:lnTo>
                <a:lnTo>
                  <a:pt x="28575" y="123825"/>
                </a:lnTo>
                <a:lnTo>
                  <a:pt x="28575" y="133350"/>
                </a:lnTo>
                <a:lnTo>
                  <a:pt x="0" y="133350"/>
                </a:lnTo>
                <a:close/>
                <a:moveTo>
                  <a:pt x="114300" y="142875"/>
                </a:moveTo>
                <a:lnTo>
                  <a:pt x="123825" y="142875"/>
                </a:lnTo>
                <a:lnTo>
                  <a:pt x="123825" y="152400"/>
                </a:lnTo>
                <a:lnTo>
                  <a:pt x="114300" y="152400"/>
                </a:lnTo>
                <a:close/>
                <a:moveTo>
                  <a:pt x="323850" y="161925"/>
                </a:moveTo>
                <a:lnTo>
                  <a:pt x="333375" y="161925"/>
                </a:lnTo>
                <a:lnTo>
                  <a:pt x="333375" y="171450"/>
                </a:lnTo>
                <a:lnTo>
                  <a:pt x="323850" y="171450"/>
                </a:lnTo>
                <a:close/>
                <a:moveTo>
                  <a:pt x="371475" y="161925"/>
                </a:moveTo>
                <a:lnTo>
                  <a:pt x="381000" y="161925"/>
                </a:lnTo>
                <a:lnTo>
                  <a:pt x="381000" y="190500"/>
                </a:lnTo>
                <a:lnTo>
                  <a:pt x="371475" y="190500"/>
                </a:lnTo>
                <a:close/>
                <a:moveTo>
                  <a:pt x="685800" y="161925"/>
                </a:moveTo>
                <a:lnTo>
                  <a:pt x="781050" y="161925"/>
                </a:lnTo>
                <a:lnTo>
                  <a:pt x="781050" y="171450"/>
                </a:lnTo>
                <a:lnTo>
                  <a:pt x="752475" y="171450"/>
                </a:lnTo>
                <a:lnTo>
                  <a:pt x="752475" y="180975"/>
                </a:lnTo>
                <a:lnTo>
                  <a:pt x="762000" y="180975"/>
                </a:lnTo>
                <a:lnTo>
                  <a:pt x="762000" y="190500"/>
                </a:lnTo>
                <a:lnTo>
                  <a:pt x="752475" y="190500"/>
                </a:lnTo>
                <a:lnTo>
                  <a:pt x="752475" y="200025"/>
                </a:lnTo>
                <a:lnTo>
                  <a:pt x="742950" y="200025"/>
                </a:lnTo>
                <a:lnTo>
                  <a:pt x="742950" y="190500"/>
                </a:lnTo>
                <a:lnTo>
                  <a:pt x="695325" y="190500"/>
                </a:lnTo>
                <a:lnTo>
                  <a:pt x="695325" y="180975"/>
                </a:lnTo>
                <a:lnTo>
                  <a:pt x="676275" y="180975"/>
                </a:lnTo>
                <a:lnTo>
                  <a:pt x="676275" y="171450"/>
                </a:lnTo>
                <a:lnTo>
                  <a:pt x="685800" y="171450"/>
                </a:lnTo>
                <a:close/>
                <a:moveTo>
                  <a:pt x="866775" y="180975"/>
                </a:moveTo>
                <a:lnTo>
                  <a:pt x="876300" y="180975"/>
                </a:lnTo>
                <a:lnTo>
                  <a:pt x="876300" y="190500"/>
                </a:lnTo>
                <a:lnTo>
                  <a:pt x="866775" y="190500"/>
                </a:lnTo>
                <a:close/>
                <a:moveTo>
                  <a:pt x="361950" y="190500"/>
                </a:moveTo>
                <a:lnTo>
                  <a:pt x="371475" y="190500"/>
                </a:lnTo>
                <a:lnTo>
                  <a:pt x="371475" y="200025"/>
                </a:lnTo>
                <a:lnTo>
                  <a:pt x="361950" y="200025"/>
                </a:lnTo>
                <a:close/>
                <a:moveTo>
                  <a:pt x="885825" y="190500"/>
                </a:moveTo>
                <a:lnTo>
                  <a:pt x="895350" y="190500"/>
                </a:lnTo>
                <a:lnTo>
                  <a:pt x="895350" y="200025"/>
                </a:lnTo>
                <a:lnTo>
                  <a:pt x="885825" y="200025"/>
                </a:lnTo>
                <a:close/>
                <a:moveTo>
                  <a:pt x="733425" y="200025"/>
                </a:moveTo>
                <a:lnTo>
                  <a:pt x="742950" y="200025"/>
                </a:lnTo>
                <a:lnTo>
                  <a:pt x="742950" y="209550"/>
                </a:lnTo>
                <a:lnTo>
                  <a:pt x="733425" y="209550"/>
                </a:lnTo>
                <a:close/>
                <a:moveTo>
                  <a:pt x="19050" y="228600"/>
                </a:moveTo>
                <a:lnTo>
                  <a:pt x="28575" y="228600"/>
                </a:lnTo>
                <a:lnTo>
                  <a:pt x="28575" y="247650"/>
                </a:lnTo>
                <a:lnTo>
                  <a:pt x="9525" y="247650"/>
                </a:lnTo>
                <a:lnTo>
                  <a:pt x="9525" y="238125"/>
                </a:lnTo>
                <a:lnTo>
                  <a:pt x="19050" y="238125"/>
                </a:lnTo>
                <a:close/>
                <a:moveTo>
                  <a:pt x="76200" y="228600"/>
                </a:moveTo>
                <a:lnTo>
                  <a:pt x="85725" y="228600"/>
                </a:lnTo>
                <a:lnTo>
                  <a:pt x="85725" y="247650"/>
                </a:lnTo>
                <a:lnTo>
                  <a:pt x="76200" y="247650"/>
                </a:lnTo>
                <a:close/>
                <a:moveTo>
                  <a:pt x="104775" y="228600"/>
                </a:moveTo>
                <a:lnTo>
                  <a:pt x="114300" y="228600"/>
                </a:lnTo>
                <a:lnTo>
                  <a:pt x="114300" y="257175"/>
                </a:lnTo>
                <a:lnTo>
                  <a:pt x="104775" y="257175"/>
                </a:lnTo>
                <a:lnTo>
                  <a:pt x="104775" y="247650"/>
                </a:lnTo>
                <a:lnTo>
                  <a:pt x="95250" y="247650"/>
                </a:lnTo>
                <a:lnTo>
                  <a:pt x="95250" y="238125"/>
                </a:lnTo>
                <a:lnTo>
                  <a:pt x="104775" y="238125"/>
                </a:lnTo>
                <a:close/>
                <a:moveTo>
                  <a:pt x="180975" y="247650"/>
                </a:moveTo>
                <a:lnTo>
                  <a:pt x="190500" y="247650"/>
                </a:lnTo>
                <a:lnTo>
                  <a:pt x="190500" y="266700"/>
                </a:lnTo>
                <a:lnTo>
                  <a:pt x="180975" y="266700"/>
                </a:lnTo>
                <a:close/>
                <a:moveTo>
                  <a:pt x="933450" y="247650"/>
                </a:moveTo>
                <a:lnTo>
                  <a:pt x="952500" y="247650"/>
                </a:lnTo>
                <a:lnTo>
                  <a:pt x="952500" y="257175"/>
                </a:lnTo>
                <a:lnTo>
                  <a:pt x="942975" y="257175"/>
                </a:lnTo>
                <a:lnTo>
                  <a:pt x="942975" y="285750"/>
                </a:lnTo>
                <a:lnTo>
                  <a:pt x="933450" y="285750"/>
                </a:lnTo>
                <a:close/>
                <a:moveTo>
                  <a:pt x="952500" y="257175"/>
                </a:moveTo>
                <a:lnTo>
                  <a:pt x="962025" y="257175"/>
                </a:lnTo>
                <a:lnTo>
                  <a:pt x="962025" y="285750"/>
                </a:lnTo>
                <a:lnTo>
                  <a:pt x="952500" y="285750"/>
                </a:lnTo>
                <a:close/>
                <a:moveTo>
                  <a:pt x="38100" y="266700"/>
                </a:moveTo>
                <a:lnTo>
                  <a:pt x="47625" y="266700"/>
                </a:lnTo>
                <a:lnTo>
                  <a:pt x="47625" y="276225"/>
                </a:lnTo>
                <a:lnTo>
                  <a:pt x="38100" y="276225"/>
                </a:lnTo>
                <a:close/>
                <a:moveTo>
                  <a:pt x="171450" y="266700"/>
                </a:moveTo>
                <a:lnTo>
                  <a:pt x="180975" y="266700"/>
                </a:lnTo>
                <a:lnTo>
                  <a:pt x="180975" y="276225"/>
                </a:lnTo>
                <a:lnTo>
                  <a:pt x="171450" y="276225"/>
                </a:lnTo>
                <a:close/>
                <a:moveTo>
                  <a:pt x="200025" y="266700"/>
                </a:moveTo>
                <a:lnTo>
                  <a:pt x="209550" y="266700"/>
                </a:lnTo>
                <a:lnTo>
                  <a:pt x="209550" y="285750"/>
                </a:lnTo>
                <a:lnTo>
                  <a:pt x="200025" y="285750"/>
                </a:lnTo>
                <a:close/>
                <a:moveTo>
                  <a:pt x="457200" y="266700"/>
                </a:moveTo>
                <a:lnTo>
                  <a:pt x="485775" y="266700"/>
                </a:lnTo>
                <a:lnTo>
                  <a:pt x="485775" y="285750"/>
                </a:lnTo>
                <a:lnTo>
                  <a:pt x="476250" y="285750"/>
                </a:lnTo>
                <a:lnTo>
                  <a:pt x="476250" y="295275"/>
                </a:lnTo>
                <a:lnTo>
                  <a:pt x="495300" y="295275"/>
                </a:lnTo>
                <a:lnTo>
                  <a:pt x="495300" y="314325"/>
                </a:lnTo>
                <a:lnTo>
                  <a:pt x="485775" y="314325"/>
                </a:lnTo>
                <a:lnTo>
                  <a:pt x="485775" y="304800"/>
                </a:lnTo>
                <a:lnTo>
                  <a:pt x="466725" y="304800"/>
                </a:lnTo>
                <a:lnTo>
                  <a:pt x="466725" y="295275"/>
                </a:lnTo>
                <a:lnTo>
                  <a:pt x="457200" y="295275"/>
                </a:lnTo>
                <a:close/>
                <a:moveTo>
                  <a:pt x="990600" y="266700"/>
                </a:moveTo>
                <a:lnTo>
                  <a:pt x="1000125" y="266700"/>
                </a:lnTo>
                <a:lnTo>
                  <a:pt x="1000125" y="276225"/>
                </a:lnTo>
                <a:lnTo>
                  <a:pt x="990600" y="276225"/>
                </a:lnTo>
                <a:close/>
                <a:moveTo>
                  <a:pt x="1066800" y="266700"/>
                </a:moveTo>
                <a:lnTo>
                  <a:pt x="1076325" y="266700"/>
                </a:lnTo>
                <a:lnTo>
                  <a:pt x="1076325" y="295275"/>
                </a:lnTo>
                <a:lnTo>
                  <a:pt x="1066800" y="295275"/>
                </a:lnTo>
                <a:lnTo>
                  <a:pt x="1066800" y="304800"/>
                </a:lnTo>
                <a:lnTo>
                  <a:pt x="1076325" y="304800"/>
                </a:lnTo>
                <a:lnTo>
                  <a:pt x="1076325" y="314325"/>
                </a:lnTo>
                <a:lnTo>
                  <a:pt x="1085850" y="314325"/>
                </a:lnTo>
                <a:lnTo>
                  <a:pt x="1085850" y="323850"/>
                </a:lnTo>
                <a:lnTo>
                  <a:pt x="1104900" y="323850"/>
                </a:lnTo>
                <a:lnTo>
                  <a:pt x="1104900" y="342900"/>
                </a:lnTo>
                <a:lnTo>
                  <a:pt x="1114425" y="342900"/>
                </a:lnTo>
                <a:lnTo>
                  <a:pt x="1114425" y="361950"/>
                </a:lnTo>
                <a:lnTo>
                  <a:pt x="1085850" y="361950"/>
                </a:lnTo>
                <a:lnTo>
                  <a:pt x="1085850" y="342900"/>
                </a:lnTo>
                <a:lnTo>
                  <a:pt x="1076325" y="342900"/>
                </a:lnTo>
                <a:lnTo>
                  <a:pt x="1076325" y="333375"/>
                </a:lnTo>
                <a:lnTo>
                  <a:pt x="1066800" y="333375"/>
                </a:lnTo>
                <a:lnTo>
                  <a:pt x="1066800" y="361950"/>
                </a:lnTo>
                <a:lnTo>
                  <a:pt x="1047750" y="361950"/>
                </a:lnTo>
                <a:lnTo>
                  <a:pt x="1047750" y="352425"/>
                </a:lnTo>
                <a:lnTo>
                  <a:pt x="1038225" y="352425"/>
                </a:lnTo>
                <a:lnTo>
                  <a:pt x="1038225" y="304800"/>
                </a:lnTo>
                <a:lnTo>
                  <a:pt x="1028700" y="304800"/>
                </a:lnTo>
                <a:lnTo>
                  <a:pt x="1028700" y="285750"/>
                </a:lnTo>
                <a:lnTo>
                  <a:pt x="1047750" y="285750"/>
                </a:lnTo>
                <a:lnTo>
                  <a:pt x="1047750" y="276225"/>
                </a:lnTo>
                <a:lnTo>
                  <a:pt x="1057275" y="276225"/>
                </a:lnTo>
                <a:lnTo>
                  <a:pt x="1057275" y="285750"/>
                </a:lnTo>
                <a:lnTo>
                  <a:pt x="1066800" y="285750"/>
                </a:lnTo>
                <a:close/>
                <a:moveTo>
                  <a:pt x="104775" y="276225"/>
                </a:moveTo>
                <a:lnTo>
                  <a:pt x="114300" y="276225"/>
                </a:lnTo>
                <a:lnTo>
                  <a:pt x="114300" y="304800"/>
                </a:lnTo>
                <a:lnTo>
                  <a:pt x="104775" y="304800"/>
                </a:lnTo>
                <a:close/>
                <a:moveTo>
                  <a:pt x="923925" y="285750"/>
                </a:moveTo>
                <a:lnTo>
                  <a:pt x="933450" y="285750"/>
                </a:lnTo>
                <a:lnTo>
                  <a:pt x="933450" y="295275"/>
                </a:lnTo>
                <a:lnTo>
                  <a:pt x="923925" y="295275"/>
                </a:lnTo>
                <a:close/>
                <a:moveTo>
                  <a:pt x="19050" y="295275"/>
                </a:moveTo>
                <a:lnTo>
                  <a:pt x="28575" y="295275"/>
                </a:lnTo>
                <a:lnTo>
                  <a:pt x="28575" y="304800"/>
                </a:lnTo>
                <a:lnTo>
                  <a:pt x="19050" y="304800"/>
                </a:lnTo>
                <a:close/>
                <a:moveTo>
                  <a:pt x="685800" y="304800"/>
                </a:moveTo>
                <a:lnTo>
                  <a:pt x="695325" y="304800"/>
                </a:lnTo>
                <a:lnTo>
                  <a:pt x="695325" y="333375"/>
                </a:lnTo>
                <a:lnTo>
                  <a:pt x="685800" y="333375"/>
                </a:lnTo>
                <a:lnTo>
                  <a:pt x="685800" y="323850"/>
                </a:lnTo>
                <a:lnTo>
                  <a:pt x="676275" y="323850"/>
                </a:lnTo>
                <a:lnTo>
                  <a:pt x="676275" y="314325"/>
                </a:lnTo>
                <a:lnTo>
                  <a:pt x="685800" y="314325"/>
                </a:lnTo>
                <a:close/>
                <a:moveTo>
                  <a:pt x="457200" y="314325"/>
                </a:moveTo>
                <a:lnTo>
                  <a:pt x="466725" y="314325"/>
                </a:lnTo>
                <a:lnTo>
                  <a:pt x="466725" y="333375"/>
                </a:lnTo>
                <a:lnTo>
                  <a:pt x="457200" y="333375"/>
                </a:lnTo>
                <a:close/>
                <a:moveTo>
                  <a:pt x="1009650" y="314325"/>
                </a:moveTo>
                <a:lnTo>
                  <a:pt x="1019175" y="314325"/>
                </a:lnTo>
                <a:lnTo>
                  <a:pt x="1019175" y="323850"/>
                </a:lnTo>
                <a:lnTo>
                  <a:pt x="1009650" y="323850"/>
                </a:lnTo>
                <a:close/>
                <a:moveTo>
                  <a:pt x="0" y="323850"/>
                </a:moveTo>
                <a:lnTo>
                  <a:pt x="9525" y="323850"/>
                </a:lnTo>
                <a:lnTo>
                  <a:pt x="9525" y="333375"/>
                </a:lnTo>
                <a:lnTo>
                  <a:pt x="19050" y="333375"/>
                </a:lnTo>
                <a:lnTo>
                  <a:pt x="19050" y="342900"/>
                </a:lnTo>
                <a:lnTo>
                  <a:pt x="38100" y="342900"/>
                </a:lnTo>
                <a:lnTo>
                  <a:pt x="38100" y="361950"/>
                </a:lnTo>
                <a:lnTo>
                  <a:pt x="19050" y="361950"/>
                </a:lnTo>
                <a:lnTo>
                  <a:pt x="19050" y="352425"/>
                </a:lnTo>
                <a:lnTo>
                  <a:pt x="9525" y="352425"/>
                </a:lnTo>
                <a:lnTo>
                  <a:pt x="9525" y="342900"/>
                </a:lnTo>
                <a:lnTo>
                  <a:pt x="0" y="342900"/>
                </a:lnTo>
                <a:close/>
                <a:moveTo>
                  <a:pt x="914400" y="323850"/>
                </a:moveTo>
                <a:lnTo>
                  <a:pt x="942975" y="323850"/>
                </a:lnTo>
                <a:lnTo>
                  <a:pt x="942975" y="333375"/>
                </a:lnTo>
                <a:lnTo>
                  <a:pt x="962025" y="333375"/>
                </a:lnTo>
                <a:lnTo>
                  <a:pt x="962025" y="342900"/>
                </a:lnTo>
                <a:lnTo>
                  <a:pt x="952500" y="342900"/>
                </a:lnTo>
                <a:lnTo>
                  <a:pt x="952500" y="352425"/>
                </a:lnTo>
                <a:lnTo>
                  <a:pt x="942975" y="352425"/>
                </a:lnTo>
                <a:lnTo>
                  <a:pt x="942975" y="342900"/>
                </a:lnTo>
                <a:lnTo>
                  <a:pt x="923925" y="342900"/>
                </a:lnTo>
                <a:lnTo>
                  <a:pt x="923925" y="333375"/>
                </a:lnTo>
                <a:lnTo>
                  <a:pt x="914400" y="333375"/>
                </a:lnTo>
                <a:close/>
                <a:moveTo>
                  <a:pt x="990600" y="323850"/>
                </a:moveTo>
                <a:lnTo>
                  <a:pt x="1009650" y="323850"/>
                </a:lnTo>
                <a:lnTo>
                  <a:pt x="1009650" y="342900"/>
                </a:lnTo>
                <a:lnTo>
                  <a:pt x="1028700" y="342900"/>
                </a:lnTo>
                <a:lnTo>
                  <a:pt x="1028700" y="352425"/>
                </a:lnTo>
                <a:lnTo>
                  <a:pt x="1019175" y="352425"/>
                </a:lnTo>
                <a:lnTo>
                  <a:pt x="1019175" y="381000"/>
                </a:lnTo>
                <a:lnTo>
                  <a:pt x="1028700" y="381000"/>
                </a:lnTo>
                <a:lnTo>
                  <a:pt x="1028700" y="390525"/>
                </a:lnTo>
                <a:lnTo>
                  <a:pt x="1038225" y="390525"/>
                </a:lnTo>
                <a:lnTo>
                  <a:pt x="1038225" y="381000"/>
                </a:lnTo>
                <a:lnTo>
                  <a:pt x="1047750" y="381000"/>
                </a:lnTo>
                <a:lnTo>
                  <a:pt x="1047750" y="400050"/>
                </a:lnTo>
                <a:lnTo>
                  <a:pt x="1028700" y="400050"/>
                </a:lnTo>
                <a:lnTo>
                  <a:pt x="1028700" y="409575"/>
                </a:lnTo>
                <a:lnTo>
                  <a:pt x="1019175" y="409575"/>
                </a:lnTo>
                <a:lnTo>
                  <a:pt x="1019175" y="438150"/>
                </a:lnTo>
                <a:lnTo>
                  <a:pt x="1009650" y="438150"/>
                </a:lnTo>
                <a:lnTo>
                  <a:pt x="1009650" y="447675"/>
                </a:lnTo>
                <a:lnTo>
                  <a:pt x="1019175" y="447675"/>
                </a:lnTo>
                <a:lnTo>
                  <a:pt x="1019175" y="438150"/>
                </a:lnTo>
                <a:lnTo>
                  <a:pt x="1028700" y="438150"/>
                </a:lnTo>
                <a:lnTo>
                  <a:pt x="1028700" y="447675"/>
                </a:lnTo>
                <a:lnTo>
                  <a:pt x="1047750" y="447675"/>
                </a:lnTo>
                <a:lnTo>
                  <a:pt x="1047750" y="466725"/>
                </a:lnTo>
                <a:lnTo>
                  <a:pt x="1057275" y="466725"/>
                </a:lnTo>
                <a:lnTo>
                  <a:pt x="1057275" y="485775"/>
                </a:lnTo>
                <a:lnTo>
                  <a:pt x="1038225" y="485775"/>
                </a:lnTo>
                <a:lnTo>
                  <a:pt x="1038225" y="476250"/>
                </a:lnTo>
                <a:lnTo>
                  <a:pt x="1028700" y="476250"/>
                </a:lnTo>
                <a:lnTo>
                  <a:pt x="1028700" y="466725"/>
                </a:lnTo>
                <a:lnTo>
                  <a:pt x="1019175" y="466725"/>
                </a:lnTo>
                <a:lnTo>
                  <a:pt x="1019175" y="457200"/>
                </a:lnTo>
                <a:lnTo>
                  <a:pt x="1009650" y="457200"/>
                </a:lnTo>
                <a:lnTo>
                  <a:pt x="1009650" y="466725"/>
                </a:lnTo>
                <a:lnTo>
                  <a:pt x="1000125" y="466725"/>
                </a:lnTo>
                <a:lnTo>
                  <a:pt x="1000125" y="428625"/>
                </a:lnTo>
                <a:lnTo>
                  <a:pt x="990600" y="428625"/>
                </a:lnTo>
                <a:close/>
                <a:moveTo>
                  <a:pt x="1152525" y="333375"/>
                </a:moveTo>
                <a:lnTo>
                  <a:pt x="1162050" y="333375"/>
                </a:lnTo>
                <a:lnTo>
                  <a:pt x="1162050" y="342900"/>
                </a:lnTo>
                <a:lnTo>
                  <a:pt x="1152525" y="342900"/>
                </a:lnTo>
                <a:close/>
                <a:moveTo>
                  <a:pt x="457200" y="342900"/>
                </a:moveTo>
                <a:lnTo>
                  <a:pt x="466725" y="342900"/>
                </a:lnTo>
                <a:lnTo>
                  <a:pt x="466725" y="371475"/>
                </a:lnTo>
                <a:lnTo>
                  <a:pt x="457200" y="371475"/>
                </a:lnTo>
                <a:close/>
                <a:moveTo>
                  <a:pt x="495300" y="342900"/>
                </a:moveTo>
                <a:lnTo>
                  <a:pt x="504825" y="342900"/>
                </a:lnTo>
                <a:lnTo>
                  <a:pt x="504825" y="371475"/>
                </a:lnTo>
                <a:lnTo>
                  <a:pt x="495300" y="371475"/>
                </a:lnTo>
                <a:close/>
                <a:moveTo>
                  <a:pt x="914400" y="342900"/>
                </a:moveTo>
                <a:lnTo>
                  <a:pt x="923925" y="342900"/>
                </a:lnTo>
                <a:lnTo>
                  <a:pt x="923925" y="352425"/>
                </a:lnTo>
                <a:lnTo>
                  <a:pt x="914400" y="352425"/>
                </a:lnTo>
                <a:close/>
                <a:moveTo>
                  <a:pt x="1162050" y="342900"/>
                </a:moveTo>
                <a:lnTo>
                  <a:pt x="1171575" y="342900"/>
                </a:lnTo>
                <a:lnTo>
                  <a:pt x="1171575" y="352425"/>
                </a:lnTo>
                <a:lnTo>
                  <a:pt x="1162050" y="352425"/>
                </a:lnTo>
                <a:close/>
                <a:moveTo>
                  <a:pt x="114300" y="352425"/>
                </a:moveTo>
                <a:lnTo>
                  <a:pt x="123825" y="352425"/>
                </a:lnTo>
                <a:lnTo>
                  <a:pt x="123825" y="371475"/>
                </a:lnTo>
                <a:lnTo>
                  <a:pt x="114300" y="371475"/>
                </a:lnTo>
                <a:close/>
                <a:moveTo>
                  <a:pt x="466725" y="371475"/>
                </a:moveTo>
                <a:lnTo>
                  <a:pt x="476250" y="371475"/>
                </a:lnTo>
                <a:lnTo>
                  <a:pt x="476250" y="381000"/>
                </a:lnTo>
                <a:lnTo>
                  <a:pt x="466725" y="381000"/>
                </a:lnTo>
                <a:close/>
                <a:moveTo>
                  <a:pt x="485775" y="371475"/>
                </a:moveTo>
                <a:lnTo>
                  <a:pt x="495300" y="371475"/>
                </a:lnTo>
                <a:lnTo>
                  <a:pt x="495300" y="381000"/>
                </a:lnTo>
                <a:lnTo>
                  <a:pt x="485775" y="381000"/>
                </a:lnTo>
                <a:close/>
                <a:moveTo>
                  <a:pt x="476250" y="381000"/>
                </a:moveTo>
                <a:lnTo>
                  <a:pt x="485775" y="381000"/>
                </a:lnTo>
                <a:lnTo>
                  <a:pt x="485775" y="390525"/>
                </a:lnTo>
                <a:lnTo>
                  <a:pt x="476250" y="390525"/>
                </a:lnTo>
                <a:close/>
                <a:moveTo>
                  <a:pt x="876300" y="381000"/>
                </a:moveTo>
                <a:lnTo>
                  <a:pt x="885825" y="381000"/>
                </a:lnTo>
                <a:lnTo>
                  <a:pt x="885825" y="390525"/>
                </a:lnTo>
                <a:lnTo>
                  <a:pt x="876300" y="390525"/>
                </a:lnTo>
                <a:close/>
                <a:moveTo>
                  <a:pt x="285750" y="390525"/>
                </a:moveTo>
                <a:lnTo>
                  <a:pt x="295275" y="390525"/>
                </a:lnTo>
                <a:lnTo>
                  <a:pt x="295275" y="409575"/>
                </a:lnTo>
                <a:lnTo>
                  <a:pt x="285750" y="409575"/>
                </a:lnTo>
                <a:close/>
                <a:moveTo>
                  <a:pt x="304800" y="390525"/>
                </a:moveTo>
                <a:lnTo>
                  <a:pt x="314325" y="390525"/>
                </a:lnTo>
                <a:lnTo>
                  <a:pt x="314325" y="400050"/>
                </a:lnTo>
                <a:lnTo>
                  <a:pt x="323850" y="400050"/>
                </a:lnTo>
                <a:lnTo>
                  <a:pt x="323850" y="390525"/>
                </a:lnTo>
                <a:lnTo>
                  <a:pt x="333375" y="390525"/>
                </a:lnTo>
                <a:lnTo>
                  <a:pt x="333375" y="400050"/>
                </a:lnTo>
                <a:lnTo>
                  <a:pt x="342900" y="400050"/>
                </a:lnTo>
                <a:lnTo>
                  <a:pt x="342900" y="409575"/>
                </a:lnTo>
                <a:lnTo>
                  <a:pt x="304800" y="409575"/>
                </a:lnTo>
                <a:close/>
                <a:moveTo>
                  <a:pt x="581025" y="390525"/>
                </a:moveTo>
                <a:lnTo>
                  <a:pt x="600075" y="390525"/>
                </a:lnTo>
                <a:lnTo>
                  <a:pt x="600075" y="400050"/>
                </a:lnTo>
                <a:lnTo>
                  <a:pt x="609600" y="400050"/>
                </a:lnTo>
                <a:lnTo>
                  <a:pt x="609600" y="409575"/>
                </a:lnTo>
                <a:lnTo>
                  <a:pt x="600075" y="409575"/>
                </a:lnTo>
                <a:lnTo>
                  <a:pt x="600075" y="419100"/>
                </a:lnTo>
                <a:lnTo>
                  <a:pt x="581025" y="419100"/>
                </a:lnTo>
                <a:lnTo>
                  <a:pt x="581025" y="409575"/>
                </a:lnTo>
                <a:lnTo>
                  <a:pt x="571500" y="409575"/>
                </a:lnTo>
                <a:lnTo>
                  <a:pt x="571500" y="400050"/>
                </a:lnTo>
                <a:lnTo>
                  <a:pt x="581025" y="400050"/>
                </a:lnTo>
                <a:close/>
                <a:moveTo>
                  <a:pt x="1076325" y="390525"/>
                </a:moveTo>
                <a:lnTo>
                  <a:pt x="1085850" y="390525"/>
                </a:lnTo>
                <a:lnTo>
                  <a:pt x="1085850" y="400050"/>
                </a:lnTo>
                <a:lnTo>
                  <a:pt x="1076325" y="400050"/>
                </a:lnTo>
                <a:close/>
                <a:moveTo>
                  <a:pt x="857250" y="400050"/>
                </a:moveTo>
                <a:lnTo>
                  <a:pt x="876300" y="400050"/>
                </a:lnTo>
                <a:lnTo>
                  <a:pt x="876300" y="409575"/>
                </a:lnTo>
                <a:lnTo>
                  <a:pt x="857250" y="409575"/>
                </a:lnTo>
                <a:close/>
                <a:moveTo>
                  <a:pt x="161925" y="428625"/>
                </a:moveTo>
                <a:lnTo>
                  <a:pt x="180975" y="428625"/>
                </a:lnTo>
                <a:lnTo>
                  <a:pt x="180975" y="438150"/>
                </a:lnTo>
                <a:lnTo>
                  <a:pt x="190500" y="438150"/>
                </a:lnTo>
                <a:lnTo>
                  <a:pt x="190500" y="466725"/>
                </a:lnTo>
                <a:lnTo>
                  <a:pt x="180975" y="466725"/>
                </a:lnTo>
                <a:lnTo>
                  <a:pt x="180975" y="447675"/>
                </a:lnTo>
                <a:lnTo>
                  <a:pt x="161925" y="447675"/>
                </a:lnTo>
                <a:close/>
                <a:moveTo>
                  <a:pt x="1057275" y="428625"/>
                </a:moveTo>
                <a:lnTo>
                  <a:pt x="1066800" y="428625"/>
                </a:lnTo>
                <a:lnTo>
                  <a:pt x="1066800" y="447675"/>
                </a:lnTo>
                <a:lnTo>
                  <a:pt x="1057275" y="447675"/>
                </a:lnTo>
                <a:close/>
                <a:moveTo>
                  <a:pt x="590550" y="438150"/>
                </a:moveTo>
                <a:lnTo>
                  <a:pt x="600075" y="438150"/>
                </a:lnTo>
                <a:lnTo>
                  <a:pt x="600075" y="447675"/>
                </a:lnTo>
                <a:lnTo>
                  <a:pt x="590550" y="447675"/>
                </a:lnTo>
                <a:close/>
                <a:moveTo>
                  <a:pt x="942975" y="438150"/>
                </a:moveTo>
                <a:lnTo>
                  <a:pt x="952500" y="438150"/>
                </a:lnTo>
                <a:lnTo>
                  <a:pt x="952500" y="457200"/>
                </a:lnTo>
                <a:lnTo>
                  <a:pt x="942975" y="457200"/>
                </a:lnTo>
                <a:close/>
                <a:moveTo>
                  <a:pt x="104775" y="447675"/>
                </a:moveTo>
                <a:lnTo>
                  <a:pt x="114300" y="447675"/>
                </a:lnTo>
                <a:lnTo>
                  <a:pt x="114300" y="476250"/>
                </a:lnTo>
                <a:lnTo>
                  <a:pt x="104775" y="476250"/>
                </a:lnTo>
                <a:close/>
                <a:moveTo>
                  <a:pt x="600075" y="447675"/>
                </a:moveTo>
                <a:lnTo>
                  <a:pt x="609600" y="447675"/>
                </a:lnTo>
                <a:lnTo>
                  <a:pt x="609600" y="457200"/>
                </a:lnTo>
                <a:lnTo>
                  <a:pt x="600075" y="457200"/>
                </a:lnTo>
                <a:close/>
                <a:moveTo>
                  <a:pt x="638175" y="447675"/>
                </a:moveTo>
                <a:lnTo>
                  <a:pt x="657225" y="447675"/>
                </a:lnTo>
                <a:lnTo>
                  <a:pt x="657225" y="457200"/>
                </a:lnTo>
                <a:lnTo>
                  <a:pt x="647700" y="457200"/>
                </a:lnTo>
                <a:lnTo>
                  <a:pt x="647700" y="466725"/>
                </a:lnTo>
                <a:lnTo>
                  <a:pt x="638175" y="466725"/>
                </a:lnTo>
                <a:close/>
                <a:moveTo>
                  <a:pt x="161925" y="457200"/>
                </a:moveTo>
                <a:lnTo>
                  <a:pt x="171450" y="457200"/>
                </a:lnTo>
                <a:lnTo>
                  <a:pt x="171450" y="466725"/>
                </a:lnTo>
                <a:lnTo>
                  <a:pt x="161925" y="466725"/>
                </a:lnTo>
                <a:close/>
                <a:moveTo>
                  <a:pt x="171450" y="466725"/>
                </a:moveTo>
                <a:lnTo>
                  <a:pt x="180975" y="466725"/>
                </a:lnTo>
                <a:lnTo>
                  <a:pt x="180975" y="495300"/>
                </a:lnTo>
                <a:lnTo>
                  <a:pt x="171450" y="495300"/>
                </a:lnTo>
                <a:close/>
                <a:moveTo>
                  <a:pt x="190500" y="466725"/>
                </a:moveTo>
                <a:lnTo>
                  <a:pt x="200025" y="466725"/>
                </a:lnTo>
                <a:lnTo>
                  <a:pt x="200025" y="485775"/>
                </a:lnTo>
                <a:lnTo>
                  <a:pt x="190500" y="485775"/>
                </a:lnTo>
                <a:close/>
                <a:moveTo>
                  <a:pt x="238125" y="466725"/>
                </a:moveTo>
                <a:lnTo>
                  <a:pt x="266700" y="466725"/>
                </a:lnTo>
                <a:lnTo>
                  <a:pt x="266700" y="504825"/>
                </a:lnTo>
                <a:lnTo>
                  <a:pt x="247650" y="504825"/>
                </a:lnTo>
                <a:lnTo>
                  <a:pt x="247650" y="495300"/>
                </a:lnTo>
                <a:lnTo>
                  <a:pt x="238125" y="495300"/>
                </a:lnTo>
                <a:close/>
                <a:moveTo>
                  <a:pt x="304800" y="466725"/>
                </a:moveTo>
                <a:lnTo>
                  <a:pt x="323850" y="466725"/>
                </a:lnTo>
                <a:lnTo>
                  <a:pt x="323850" y="476250"/>
                </a:lnTo>
                <a:lnTo>
                  <a:pt x="333375" y="476250"/>
                </a:lnTo>
                <a:lnTo>
                  <a:pt x="333375" y="504825"/>
                </a:lnTo>
                <a:lnTo>
                  <a:pt x="285750" y="504825"/>
                </a:lnTo>
                <a:lnTo>
                  <a:pt x="285750" y="476250"/>
                </a:lnTo>
                <a:lnTo>
                  <a:pt x="304800" y="476250"/>
                </a:lnTo>
                <a:close/>
                <a:moveTo>
                  <a:pt x="666750" y="476250"/>
                </a:moveTo>
                <a:lnTo>
                  <a:pt x="676275" y="476250"/>
                </a:lnTo>
                <a:lnTo>
                  <a:pt x="676275" y="485775"/>
                </a:lnTo>
                <a:lnTo>
                  <a:pt x="685800" y="485775"/>
                </a:lnTo>
                <a:lnTo>
                  <a:pt x="685800" y="504825"/>
                </a:lnTo>
                <a:lnTo>
                  <a:pt x="666750" y="504825"/>
                </a:lnTo>
                <a:close/>
                <a:moveTo>
                  <a:pt x="742950" y="476250"/>
                </a:moveTo>
                <a:lnTo>
                  <a:pt x="762000" y="476250"/>
                </a:lnTo>
                <a:lnTo>
                  <a:pt x="762000" y="485775"/>
                </a:lnTo>
                <a:lnTo>
                  <a:pt x="771525" y="485775"/>
                </a:lnTo>
                <a:lnTo>
                  <a:pt x="771525" y="495300"/>
                </a:lnTo>
                <a:lnTo>
                  <a:pt x="762000" y="495300"/>
                </a:lnTo>
                <a:lnTo>
                  <a:pt x="762000" y="504825"/>
                </a:lnTo>
                <a:lnTo>
                  <a:pt x="752475" y="504825"/>
                </a:lnTo>
                <a:lnTo>
                  <a:pt x="752475" y="485775"/>
                </a:lnTo>
                <a:lnTo>
                  <a:pt x="742950" y="485775"/>
                </a:lnTo>
                <a:close/>
                <a:moveTo>
                  <a:pt x="1000125" y="476250"/>
                </a:moveTo>
                <a:lnTo>
                  <a:pt x="1009650" y="476250"/>
                </a:lnTo>
                <a:lnTo>
                  <a:pt x="1009650" y="514350"/>
                </a:lnTo>
                <a:lnTo>
                  <a:pt x="990600" y="514350"/>
                </a:lnTo>
                <a:lnTo>
                  <a:pt x="990600" y="485775"/>
                </a:lnTo>
                <a:lnTo>
                  <a:pt x="1000125" y="485775"/>
                </a:lnTo>
                <a:close/>
                <a:moveTo>
                  <a:pt x="809625" y="485775"/>
                </a:moveTo>
                <a:lnTo>
                  <a:pt x="828675" y="485775"/>
                </a:lnTo>
                <a:lnTo>
                  <a:pt x="828675" y="495300"/>
                </a:lnTo>
                <a:lnTo>
                  <a:pt x="819150" y="495300"/>
                </a:lnTo>
                <a:lnTo>
                  <a:pt x="819150" y="514350"/>
                </a:lnTo>
                <a:lnTo>
                  <a:pt x="809625" y="514350"/>
                </a:lnTo>
                <a:lnTo>
                  <a:pt x="809625" y="504825"/>
                </a:lnTo>
                <a:lnTo>
                  <a:pt x="771525" y="504825"/>
                </a:lnTo>
                <a:lnTo>
                  <a:pt x="771525" y="495300"/>
                </a:lnTo>
                <a:lnTo>
                  <a:pt x="809625" y="495300"/>
                </a:lnTo>
                <a:close/>
                <a:moveTo>
                  <a:pt x="104775" y="495300"/>
                </a:moveTo>
                <a:lnTo>
                  <a:pt x="114300" y="495300"/>
                </a:lnTo>
                <a:lnTo>
                  <a:pt x="114300" y="542925"/>
                </a:lnTo>
                <a:lnTo>
                  <a:pt x="104775" y="542925"/>
                </a:lnTo>
                <a:close/>
                <a:moveTo>
                  <a:pt x="180975" y="495300"/>
                </a:moveTo>
                <a:lnTo>
                  <a:pt x="190500" y="495300"/>
                </a:lnTo>
                <a:lnTo>
                  <a:pt x="190500" y="504825"/>
                </a:lnTo>
                <a:lnTo>
                  <a:pt x="180975" y="504825"/>
                </a:lnTo>
                <a:close/>
                <a:moveTo>
                  <a:pt x="828675" y="495300"/>
                </a:moveTo>
                <a:lnTo>
                  <a:pt x="838200" y="495300"/>
                </a:lnTo>
                <a:lnTo>
                  <a:pt x="838200" y="514350"/>
                </a:lnTo>
                <a:lnTo>
                  <a:pt x="828675" y="514350"/>
                </a:lnTo>
                <a:close/>
                <a:moveTo>
                  <a:pt x="247650" y="514350"/>
                </a:moveTo>
                <a:lnTo>
                  <a:pt x="257175" y="514350"/>
                </a:lnTo>
                <a:lnTo>
                  <a:pt x="257175" y="533400"/>
                </a:lnTo>
                <a:lnTo>
                  <a:pt x="266700" y="533400"/>
                </a:lnTo>
                <a:lnTo>
                  <a:pt x="266700" y="523875"/>
                </a:lnTo>
                <a:lnTo>
                  <a:pt x="276225" y="523875"/>
                </a:lnTo>
                <a:lnTo>
                  <a:pt x="276225" y="533400"/>
                </a:lnTo>
                <a:lnTo>
                  <a:pt x="266700" y="533400"/>
                </a:lnTo>
                <a:lnTo>
                  <a:pt x="266700" y="542925"/>
                </a:lnTo>
                <a:lnTo>
                  <a:pt x="285750" y="542925"/>
                </a:lnTo>
                <a:lnTo>
                  <a:pt x="285750" y="552450"/>
                </a:lnTo>
                <a:lnTo>
                  <a:pt x="238125" y="552450"/>
                </a:lnTo>
                <a:lnTo>
                  <a:pt x="238125" y="523875"/>
                </a:lnTo>
                <a:lnTo>
                  <a:pt x="247650" y="523875"/>
                </a:lnTo>
                <a:close/>
                <a:moveTo>
                  <a:pt x="180975" y="523875"/>
                </a:moveTo>
                <a:lnTo>
                  <a:pt x="200025" y="523875"/>
                </a:lnTo>
                <a:lnTo>
                  <a:pt x="200025" y="533400"/>
                </a:lnTo>
                <a:lnTo>
                  <a:pt x="190500" y="533400"/>
                </a:lnTo>
                <a:lnTo>
                  <a:pt x="190500" y="542925"/>
                </a:lnTo>
                <a:lnTo>
                  <a:pt x="180975" y="542925"/>
                </a:lnTo>
                <a:close/>
                <a:moveTo>
                  <a:pt x="304800" y="523875"/>
                </a:moveTo>
                <a:lnTo>
                  <a:pt x="323850" y="523875"/>
                </a:lnTo>
                <a:lnTo>
                  <a:pt x="323850" y="533400"/>
                </a:lnTo>
                <a:lnTo>
                  <a:pt x="304800" y="533400"/>
                </a:lnTo>
                <a:close/>
                <a:moveTo>
                  <a:pt x="438150" y="523875"/>
                </a:moveTo>
                <a:lnTo>
                  <a:pt x="466725" y="523875"/>
                </a:lnTo>
                <a:lnTo>
                  <a:pt x="466725" y="533400"/>
                </a:lnTo>
                <a:lnTo>
                  <a:pt x="438150" y="533400"/>
                </a:lnTo>
                <a:close/>
                <a:moveTo>
                  <a:pt x="990600" y="523875"/>
                </a:moveTo>
                <a:lnTo>
                  <a:pt x="1009650" y="523875"/>
                </a:lnTo>
                <a:lnTo>
                  <a:pt x="1009650" y="581025"/>
                </a:lnTo>
                <a:lnTo>
                  <a:pt x="990600" y="581025"/>
                </a:lnTo>
                <a:close/>
                <a:moveTo>
                  <a:pt x="419100" y="533400"/>
                </a:moveTo>
                <a:lnTo>
                  <a:pt x="428625" y="533400"/>
                </a:lnTo>
                <a:lnTo>
                  <a:pt x="428625" y="542925"/>
                </a:lnTo>
                <a:lnTo>
                  <a:pt x="419100" y="542925"/>
                </a:lnTo>
                <a:close/>
                <a:moveTo>
                  <a:pt x="485775" y="533400"/>
                </a:moveTo>
                <a:lnTo>
                  <a:pt x="495300" y="533400"/>
                </a:lnTo>
                <a:lnTo>
                  <a:pt x="495300" y="542925"/>
                </a:lnTo>
                <a:lnTo>
                  <a:pt x="485775" y="542925"/>
                </a:lnTo>
                <a:close/>
                <a:moveTo>
                  <a:pt x="171450" y="542925"/>
                </a:moveTo>
                <a:lnTo>
                  <a:pt x="180975" y="542925"/>
                </a:lnTo>
                <a:lnTo>
                  <a:pt x="180975" y="552450"/>
                </a:lnTo>
                <a:lnTo>
                  <a:pt x="171450" y="552450"/>
                </a:lnTo>
                <a:close/>
                <a:moveTo>
                  <a:pt x="304800" y="542925"/>
                </a:moveTo>
                <a:lnTo>
                  <a:pt x="323850" y="542925"/>
                </a:lnTo>
                <a:lnTo>
                  <a:pt x="323850" y="552450"/>
                </a:lnTo>
                <a:lnTo>
                  <a:pt x="304800" y="552450"/>
                </a:lnTo>
                <a:close/>
                <a:moveTo>
                  <a:pt x="438150" y="542925"/>
                </a:moveTo>
                <a:lnTo>
                  <a:pt x="466725" y="542925"/>
                </a:lnTo>
                <a:lnTo>
                  <a:pt x="466725" y="552450"/>
                </a:lnTo>
                <a:lnTo>
                  <a:pt x="438150" y="552450"/>
                </a:lnTo>
                <a:close/>
                <a:moveTo>
                  <a:pt x="561975" y="552450"/>
                </a:moveTo>
                <a:lnTo>
                  <a:pt x="571500" y="552450"/>
                </a:lnTo>
                <a:lnTo>
                  <a:pt x="571500" y="561975"/>
                </a:lnTo>
                <a:lnTo>
                  <a:pt x="561975" y="561975"/>
                </a:lnTo>
                <a:close/>
                <a:moveTo>
                  <a:pt x="542925" y="561975"/>
                </a:moveTo>
                <a:lnTo>
                  <a:pt x="552450" y="561975"/>
                </a:lnTo>
                <a:lnTo>
                  <a:pt x="552450" y="581025"/>
                </a:lnTo>
                <a:lnTo>
                  <a:pt x="542925" y="581025"/>
                </a:lnTo>
                <a:close/>
                <a:moveTo>
                  <a:pt x="390525" y="571500"/>
                </a:moveTo>
                <a:lnTo>
                  <a:pt x="400050" y="571500"/>
                </a:lnTo>
                <a:lnTo>
                  <a:pt x="400050" y="581025"/>
                </a:lnTo>
                <a:lnTo>
                  <a:pt x="390525" y="581025"/>
                </a:lnTo>
                <a:close/>
                <a:moveTo>
                  <a:pt x="371475" y="581025"/>
                </a:moveTo>
                <a:lnTo>
                  <a:pt x="381000" y="581025"/>
                </a:lnTo>
                <a:lnTo>
                  <a:pt x="381000" y="590550"/>
                </a:lnTo>
                <a:lnTo>
                  <a:pt x="390525" y="590550"/>
                </a:lnTo>
                <a:lnTo>
                  <a:pt x="390525" y="600075"/>
                </a:lnTo>
                <a:lnTo>
                  <a:pt x="361950" y="600075"/>
                </a:lnTo>
                <a:lnTo>
                  <a:pt x="361950" y="590550"/>
                </a:lnTo>
                <a:lnTo>
                  <a:pt x="371475" y="590550"/>
                </a:lnTo>
                <a:close/>
                <a:moveTo>
                  <a:pt x="942975" y="581025"/>
                </a:moveTo>
                <a:lnTo>
                  <a:pt x="962025" y="581025"/>
                </a:lnTo>
                <a:lnTo>
                  <a:pt x="962025" y="647700"/>
                </a:lnTo>
                <a:lnTo>
                  <a:pt x="952500" y="647700"/>
                </a:lnTo>
                <a:lnTo>
                  <a:pt x="952500" y="619125"/>
                </a:lnTo>
                <a:lnTo>
                  <a:pt x="942975" y="619125"/>
                </a:lnTo>
                <a:lnTo>
                  <a:pt x="942975" y="638175"/>
                </a:lnTo>
                <a:lnTo>
                  <a:pt x="933450" y="638175"/>
                </a:lnTo>
                <a:lnTo>
                  <a:pt x="933450" y="590550"/>
                </a:lnTo>
                <a:lnTo>
                  <a:pt x="942975" y="590550"/>
                </a:lnTo>
                <a:close/>
                <a:moveTo>
                  <a:pt x="476250" y="590550"/>
                </a:moveTo>
                <a:lnTo>
                  <a:pt x="495300" y="590550"/>
                </a:lnTo>
                <a:lnTo>
                  <a:pt x="495300" y="600075"/>
                </a:lnTo>
                <a:lnTo>
                  <a:pt x="476250" y="600075"/>
                </a:lnTo>
                <a:close/>
                <a:moveTo>
                  <a:pt x="514350" y="590550"/>
                </a:moveTo>
                <a:lnTo>
                  <a:pt x="523875" y="590550"/>
                </a:lnTo>
                <a:lnTo>
                  <a:pt x="523875" y="600075"/>
                </a:lnTo>
                <a:lnTo>
                  <a:pt x="514350" y="600075"/>
                </a:lnTo>
                <a:close/>
                <a:moveTo>
                  <a:pt x="552450" y="590550"/>
                </a:moveTo>
                <a:lnTo>
                  <a:pt x="571500" y="590550"/>
                </a:lnTo>
                <a:lnTo>
                  <a:pt x="571500" y="609600"/>
                </a:lnTo>
                <a:lnTo>
                  <a:pt x="552450" y="609600"/>
                </a:lnTo>
                <a:close/>
                <a:moveTo>
                  <a:pt x="990600" y="590550"/>
                </a:moveTo>
                <a:lnTo>
                  <a:pt x="1009650" y="590550"/>
                </a:lnTo>
                <a:lnTo>
                  <a:pt x="1009650" y="695325"/>
                </a:lnTo>
                <a:lnTo>
                  <a:pt x="1000125" y="695325"/>
                </a:lnTo>
                <a:lnTo>
                  <a:pt x="1000125" y="704850"/>
                </a:lnTo>
                <a:lnTo>
                  <a:pt x="990600" y="704850"/>
                </a:lnTo>
                <a:lnTo>
                  <a:pt x="990600" y="714375"/>
                </a:lnTo>
                <a:lnTo>
                  <a:pt x="981075" y="714375"/>
                </a:lnTo>
                <a:lnTo>
                  <a:pt x="981075" y="723900"/>
                </a:lnTo>
                <a:lnTo>
                  <a:pt x="971550" y="723900"/>
                </a:lnTo>
                <a:lnTo>
                  <a:pt x="971550" y="733425"/>
                </a:lnTo>
                <a:lnTo>
                  <a:pt x="962025" y="733425"/>
                </a:lnTo>
                <a:lnTo>
                  <a:pt x="962025" y="714375"/>
                </a:lnTo>
                <a:lnTo>
                  <a:pt x="971550" y="714375"/>
                </a:lnTo>
                <a:lnTo>
                  <a:pt x="971550" y="704850"/>
                </a:lnTo>
                <a:lnTo>
                  <a:pt x="981075" y="704850"/>
                </a:lnTo>
                <a:lnTo>
                  <a:pt x="981075" y="695325"/>
                </a:lnTo>
                <a:lnTo>
                  <a:pt x="990600" y="695325"/>
                </a:lnTo>
                <a:close/>
                <a:moveTo>
                  <a:pt x="542925" y="609600"/>
                </a:moveTo>
                <a:lnTo>
                  <a:pt x="552450" y="609600"/>
                </a:lnTo>
                <a:lnTo>
                  <a:pt x="552450" y="619125"/>
                </a:lnTo>
                <a:lnTo>
                  <a:pt x="542925" y="619125"/>
                </a:lnTo>
                <a:close/>
                <a:moveTo>
                  <a:pt x="542925" y="628650"/>
                </a:moveTo>
                <a:lnTo>
                  <a:pt x="552450" y="628650"/>
                </a:lnTo>
                <a:lnTo>
                  <a:pt x="552450" y="638175"/>
                </a:lnTo>
                <a:lnTo>
                  <a:pt x="542925" y="638175"/>
                </a:lnTo>
                <a:close/>
                <a:moveTo>
                  <a:pt x="552450" y="638175"/>
                </a:moveTo>
                <a:lnTo>
                  <a:pt x="571500" y="638175"/>
                </a:lnTo>
                <a:lnTo>
                  <a:pt x="571500" y="647700"/>
                </a:lnTo>
                <a:lnTo>
                  <a:pt x="552450" y="647700"/>
                </a:lnTo>
                <a:close/>
                <a:moveTo>
                  <a:pt x="942975" y="647700"/>
                </a:moveTo>
                <a:lnTo>
                  <a:pt x="952500" y="647700"/>
                </a:lnTo>
                <a:lnTo>
                  <a:pt x="952500" y="657225"/>
                </a:lnTo>
                <a:lnTo>
                  <a:pt x="942975" y="657225"/>
                </a:lnTo>
                <a:close/>
                <a:moveTo>
                  <a:pt x="590550" y="657225"/>
                </a:moveTo>
                <a:lnTo>
                  <a:pt x="628650" y="657225"/>
                </a:lnTo>
                <a:lnTo>
                  <a:pt x="628650" y="666750"/>
                </a:lnTo>
                <a:lnTo>
                  <a:pt x="638175" y="666750"/>
                </a:lnTo>
                <a:lnTo>
                  <a:pt x="638175" y="657225"/>
                </a:lnTo>
                <a:lnTo>
                  <a:pt x="647700" y="657225"/>
                </a:lnTo>
                <a:lnTo>
                  <a:pt x="647700" y="685800"/>
                </a:lnTo>
                <a:lnTo>
                  <a:pt x="590550" y="685800"/>
                </a:lnTo>
                <a:close/>
                <a:moveTo>
                  <a:pt x="685800" y="657225"/>
                </a:moveTo>
                <a:lnTo>
                  <a:pt x="695325" y="657225"/>
                </a:lnTo>
                <a:lnTo>
                  <a:pt x="695325" y="685800"/>
                </a:lnTo>
                <a:lnTo>
                  <a:pt x="685800" y="685800"/>
                </a:lnTo>
                <a:close/>
                <a:moveTo>
                  <a:pt x="723900" y="657225"/>
                </a:moveTo>
                <a:lnTo>
                  <a:pt x="857250" y="657225"/>
                </a:lnTo>
                <a:lnTo>
                  <a:pt x="857250" y="666750"/>
                </a:lnTo>
                <a:lnTo>
                  <a:pt x="876300" y="666750"/>
                </a:lnTo>
                <a:lnTo>
                  <a:pt x="876300" y="657225"/>
                </a:lnTo>
                <a:lnTo>
                  <a:pt x="895350" y="657225"/>
                </a:lnTo>
                <a:lnTo>
                  <a:pt x="895350" y="685800"/>
                </a:lnTo>
                <a:lnTo>
                  <a:pt x="866775" y="685800"/>
                </a:lnTo>
                <a:lnTo>
                  <a:pt x="866775" y="695325"/>
                </a:lnTo>
                <a:lnTo>
                  <a:pt x="828675" y="695325"/>
                </a:lnTo>
                <a:lnTo>
                  <a:pt x="828675" y="685800"/>
                </a:lnTo>
                <a:lnTo>
                  <a:pt x="714375" y="685800"/>
                </a:lnTo>
                <a:lnTo>
                  <a:pt x="714375" y="666750"/>
                </a:lnTo>
                <a:lnTo>
                  <a:pt x="723900" y="666750"/>
                </a:lnTo>
                <a:close/>
                <a:moveTo>
                  <a:pt x="104775" y="666750"/>
                </a:moveTo>
                <a:lnTo>
                  <a:pt x="133350" y="666750"/>
                </a:lnTo>
                <a:lnTo>
                  <a:pt x="133350" y="695325"/>
                </a:lnTo>
                <a:lnTo>
                  <a:pt x="114300" y="695325"/>
                </a:lnTo>
                <a:lnTo>
                  <a:pt x="114300" y="676275"/>
                </a:lnTo>
                <a:lnTo>
                  <a:pt x="104775" y="676275"/>
                </a:lnTo>
                <a:close/>
                <a:moveTo>
                  <a:pt x="666750" y="666750"/>
                </a:moveTo>
                <a:lnTo>
                  <a:pt x="676275" y="666750"/>
                </a:lnTo>
                <a:lnTo>
                  <a:pt x="676275" y="685800"/>
                </a:lnTo>
                <a:lnTo>
                  <a:pt x="666750" y="685800"/>
                </a:lnTo>
                <a:close/>
                <a:moveTo>
                  <a:pt x="419100" y="676275"/>
                </a:moveTo>
                <a:lnTo>
                  <a:pt x="438150" y="676275"/>
                </a:lnTo>
                <a:lnTo>
                  <a:pt x="438150" y="685800"/>
                </a:lnTo>
                <a:lnTo>
                  <a:pt x="419100" y="685800"/>
                </a:lnTo>
                <a:close/>
                <a:moveTo>
                  <a:pt x="133350" y="695325"/>
                </a:moveTo>
                <a:lnTo>
                  <a:pt x="142875" y="695325"/>
                </a:lnTo>
                <a:lnTo>
                  <a:pt x="142875" y="704850"/>
                </a:lnTo>
                <a:lnTo>
                  <a:pt x="133350" y="704850"/>
                </a:lnTo>
                <a:close/>
              </a:path>
            </a:pathLst>
          </a:custGeom>
          <a:solidFill xmlns:a="http://schemas.openxmlformats.org/drawingml/2006/main">
            <a:srgbClr val="F9FAF5"/>
          </a:solidFill>
          <a:ln xmlns:a="http://schemas.openxmlformats.org/drawingml/2006/main" w="0">
            <a:noFill/>
          </a:ln>
        </p:spPr>
      </p:sp>
      <p:sp>
        <p:nvSpPr>
          <p:cNvPr id="41" name="v01 vector #faf9f5">
            <a:extLst xmlns:a="http://schemas.openxmlformats.org/drawingml/2006/main">
              <a:ext uri="{FF2B5EF4-FFF2-40B4-BE49-F238E27FC236}">
                <a16:creationId xmlns:a16="http://schemas.microsoft.com/office/drawing/2014/main" id="{765A9203-90C6-4F35-8CB6-249AE71C95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8250" y="2362200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19050" y="9525"/>
                </a:moveTo>
                <a:lnTo>
                  <a:pt x="28575" y="9525"/>
                </a:lnTo>
                <a:lnTo>
                  <a:pt x="28575" y="19050"/>
                </a:lnTo>
                <a:lnTo>
                  <a:pt x="38100" y="19050"/>
                </a:lnTo>
                <a:lnTo>
                  <a:pt x="38100" y="38100"/>
                </a:lnTo>
                <a:lnTo>
                  <a:pt x="47625" y="38100"/>
                </a:lnTo>
                <a:lnTo>
                  <a:pt x="47625" y="47625"/>
                </a:lnTo>
                <a:lnTo>
                  <a:pt x="28575" y="47625"/>
                </a:lnTo>
                <a:lnTo>
                  <a:pt x="28575" y="38100"/>
                </a:lnTo>
                <a:lnTo>
                  <a:pt x="19050" y="38100"/>
                </a:lnTo>
                <a:close/>
                <a:moveTo>
                  <a:pt x="85725" y="19050"/>
                </a:moveTo>
                <a:lnTo>
                  <a:pt x="95250" y="19050"/>
                </a:lnTo>
                <a:lnTo>
                  <a:pt x="95250" y="38100"/>
                </a:lnTo>
                <a:lnTo>
                  <a:pt x="76200" y="38100"/>
                </a:lnTo>
                <a:lnTo>
                  <a:pt x="76200" y="28575"/>
                </a:lnTo>
                <a:lnTo>
                  <a:pt x="85725" y="28575"/>
                </a:lnTo>
                <a:close/>
                <a:moveTo>
                  <a:pt x="1038225" y="47625"/>
                </a:moveTo>
                <a:lnTo>
                  <a:pt x="1047750" y="47625"/>
                </a:lnTo>
                <a:lnTo>
                  <a:pt x="1047750" y="57150"/>
                </a:lnTo>
                <a:lnTo>
                  <a:pt x="1057275" y="57150"/>
                </a:lnTo>
                <a:lnTo>
                  <a:pt x="1057275" y="66675"/>
                </a:lnTo>
                <a:lnTo>
                  <a:pt x="1047750" y="66675"/>
                </a:lnTo>
                <a:lnTo>
                  <a:pt x="1047750" y="95250"/>
                </a:lnTo>
                <a:lnTo>
                  <a:pt x="1028700" y="95250"/>
                </a:lnTo>
                <a:lnTo>
                  <a:pt x="1028700" y="104775"/>
                </a:lnTo>
                <a:lnTo>
                  <a:pt x="1019175" y="104775"/>
                </a:lnTo>
                <a:lnTo>
                  <a:pt x="1019175" y="76200"/>
                </a:lnTo>
                <a:lnTo>
                  <a:pt x="1038225" y="76200"/>
                </a:lnTo>
                <a:close/>
                <a:moveTo>
                  <a:pt x="990600" y="57150"/>
                </a:moveTo>
                <a:lnTo>
                  <a:pt x="1000125" y="57150"/>
                </a:lnTo>
                <a:lnTo>
                  <a:pt x="1000125" y="66675"/>
                </a:lnTo>
                <a:lnTo>
                  <a:pt x="990600" y="66675"/>
                </a:lnTo>
                <a:close/>
                <a:moveTo>
                  <a:pt x="1057275" y="76200"/>
                </a:moveTo>
                <a:lnTo>
                  <a:pt x="1066800" y="76200"/>
                </a:lnTo>
                <a:lnTo>
                  <a:pt x="1066800" y="85725"/>
                </a:lnTo>
                <a:lnTo>
                  <a:pt x="1076325" y="85725"/>
                </a:lnTo>
                <a:lnTo>
                  <a:pt x="1076325" y="76200"/>
                </a:lnTo>
                <a:lnTo>
                  <a:pt x="1104900" y="76200"/>
                </a:lnTo>
                <a:lnTo>
                  <a:pt x="1104900" y="85725"/>
                </a:lnTo>
                <a:lnTo>
                  <a:pt x="1095375" y="85725"/>
                </a:lnTo>
                <a:lnTo>
                  <a:pt x="1095375" y="104775"/>
                </a:lnTo>
                <a:lnTo>
                  <a:pt x="1066800" y="104775"/>
                </a:lnTo>
                <a:lnTo>
                  <a:pt x="1066800" y="95250"/>
                </a:lnTo>
                <a:lnTo>
                  <a:pt x="1057275" y="95250"/>
                </a:lnTo>
                <a:close/>
                <a:moveTo>
                  <a:pt x="1009650" y="114300"/>
                </a:moveTo>
                <a:lnTo>
                  <a:pt x="1038225" y="114300"/>
                </a:lnTo>
                <a:lnTo>
                  <a:pt x="1038225" y="123825"/>
                </a:lnTo>
                <a:lnTo>
                  <a:pt x="1057275" y="123825"/>
                </a:lnTo>
                <a:lnTo>
                  <a:pt x="1057275" y="171450"/>
                </a:lnTo>
                <a:lnTo>
                  <a:pt x="1066800" y="171450"/>
                </a:lnTo>
                <a:lnTo>
                  <a:pt x="1066800" y="190500"/>
                </a:lnTo>
                <a:lnTo>
                  <a:pt x="1057275" y="190500"/>
                </a:lnTo>
                <a:lnTo>
                  <a:pt x="1057275" y="180975"/>
                </a:lnTo>
                <a:lnTo>
                  <a:pt x="1047750" y="180975"/>
                </a:lnTo>
                <a:lnTo>
                  <a:pt x="1047750" y="209550"/>
                </a:lnTo>
                <a:lnTo>
                  <a:pt x="1066800" y="209550"/>
                </a:lnTo>
                <a:lnTo>
                  <a:pt x="1066800" y="219075"/>
                </a:lnTo>
                <a:lnTo>
                  <a:pt x="1076325" y="219075"/>
                </a:lnTo>
                <a:lnTo>
                  <a:pt x="1076325" y="228600"/>
                </a:lnTo>
                <a:lnTo>
                  <a:pt x="1066800" y="228600"/>
                </a:lnTo>
                <a:lnTo>
                  <a:pt x="1066800" y="238125"/>
                </a:lnTo>
                <a:lnTo>
                  <a:pt x="1057275" y="238125"/>
                </a:lnTo>
                <a:lnTo>
                  <a:pt x="1057275" y="247650"/>
                </a:lnTo>
                <a:lnTo>
                  <a:pt x="1047750" y="247650"/>
                </a:lnTo>
                <a:lnTo>
                  <a:pt x="1047750" y="238125"/>
                </a:lnTo>
                <a:lnTo>
                  <a:pt x="1038225" y="238125"/>
                </a:lnTo>
                <a:lnTo>
                  <a:pt x="1038225" y="228600"/>
                </a:lnTo>
                <a:lnTo>
                  <a:pt x="1047750" y="228600"/>
                </a:lnTo>
                <a:lnTo>
                  <a:pt x="1047750" y="219075"/>
                </a:lnTo>
                <a:lnTo>
                  <a:pt x="1038225" y="219075"/>
                </a:lnTo>
                <a:lnTo>
                  <a:pt x="1038225" y="200025"/>
                </a:lnTo>
                <a:lnTo>
                  <a:pt x="1028700" y="200025"/>
                </a:lnTo>
                <a:lnTo>
                  <a:pt x="1028700" y="180975"/>
                </a:lnTo>
                <a:lnTo>
                  <a:pt x="1038225" y="180975"/>
                </a:lnTo>
                <a:lnTo>
                  <a:pt x="1038225" y="171450"/>
                </a:lnTo>
                <a:lnTo>
                  <a:pt x="1047750" y="171450"/>
                </a:lnTo>
                <a:lnTo>
                  <a:pt x="1047750" y="152400"/>
                </a:lnTo>
                <a:lnTo>
                  <a:pt x="1019175" y="152400"/>
                </a:lnTo>
                <a:lnTo>
                  <a:pt x="1019175" y="142875"/>
                </a:lnTo>
                <a:lnTo>
                  <a:pt x="1009650" y="142875"/>
                </a:lnTo>
                <a:lnTo>
                  <a:pt x="1009650" y="133350"/>
                </a:lnTo>
                <a:lnTo>
                  <a:pt x="1019175" y="133350"/>
                </a:lnTo>
                <a:lnTo>
                  <a:pt x="1019175" y="123825"/>
                </a:lnTo>
                <a:lnTo>
                  <a:pt x="1009650" y="123825"/>
                </a:lnTo>
                <a:close/>
                <a:moveTo>
                  <a:pt x="1076325" y="133350"/>
                </a:moveTo>
                <a:lnTo>
                  <a:pt x="1085850" y="133350"/>
                </a:lnTo>
                <a:lnTo>
                  <a:pt x="1085850" y="152400"/>
                </a:lnTo>
                <a:lnTo>
                  <a:pt x="1066800" y="152400"/>
                </a:lnTo>
                <a:lnTo>
                  <a:pt x="1066800" y="142875"/>
                </a:lnTo>
                <a:lnTo>
                  <a:pt x="1076325" y="142875"/>
                </a:lnTo>
                <a:close/>
                <a:moveTo>
                  <a:pt x="714375" y="190500"/>
                </a:moveTo>
                <a:lnTo>
                  <a:pt x="742950" y="190500"/>
                </a:lnTo>
                <a:lnTo>
                  <a:pt x="742950" y="200025"/>
                </a:lnTo>
                <a:lnTo>
                  <a:pt x="733425" y="200025"/>
                </a:lnTo>
                <a:lnTo>
                  <a:pt x="733425" y="209550"/>
                </a:lnTo>
                <a:lnTo>
                  <a:pt x="723900" y="209550"/>
                </a:lnTo>
                <a:lnTo>
                  <a:pt x="723900" y="200025"/>
                </a:lnTo>
                <a:lnTo>
                  <a:pt x="714375" y="200025"/>
                </a:lnTo>
                <a:close/>
                <a:moveTo>
                  <a:pt x="85725" y="219075"/>
                </a:moveTo>
                <a:lnTo>
                  <a:pt x="114300" y="219075"/>
                </a:lnTo>
                <a:lnTo>
                  <a:pt x="114300" y="228600"/>
                </a:lnTo>
                <a:lnTo>
                  <a:pt x="85725" y="228600"/>
                </a:lnTo>
                <a:close/>
                <a:moveTo>
                  <a:pt x="923925" y="238125"/>
                </a:moveTo>
                <a:lnTo>
                  <a:pt x="933450" y="238125"/>
                </a:lnTo>
                <a:lnTo>
                  <a:pt x="933450" y="247650"/>
                </a:lnTo>
                <a:lnTo>
                  <a:pt x="923925" y="247650"/>
                </a:lnTo>
                <a:close/>
                <a:moveTo>
                  <a:pt x="1009650" y="276225"/>
                </a:moveTo>
                <a:lnTo>
                  <a:pt x="1019175" y="276225"/>
                </a:lnTo>
                <a:lnTo>
                  <a:pt x="1019175" y="285750"/>
                </a:lnTo>
                <a:lnTo>
                  <a:pt x="1028700" y="285750"/>
                </a:lnTo>
                <a:lnTo>
                  <a:pt x="1028700" y="304800"/>
                </a:lnTo>
                <a:lnTo>
                  <a:pt x="1038225" y="304800"/>
                </a:lnTo>
                <a:lnTo>
                  <a:pt x="1038225" y="352425"/>
                </a:lnTo>
                <a:lnTo>
                  <a:pt x="1028700" y="352425"/>
                </a:lnTo>
                <a:lnTo>
                  <a:pt x="1028700" y="342900"/>
                </a:lnTo>
                <a:lnTo>
                  <a:pt x="1009650" y="342900"/>
                </a:lnTo>
                <a:lnTo>
                  <a:pt x="1009650" y="323850"/>
                </a:lnTo>
                <a:lnTo>
                  <a:pt x="1019175" y="323850"/>
                </a:lnTo>
                <a:lnTo>
                  <a:pt x="1019175" y="304800"/>
                </a:lnTo>
                <a:lnTo>
                  <a:pt x="1009650" y="304800"/>
                </a:lnTo>
                <a:close/>
                <a:moveTo>
                  <a:pt x="1104900" y="285750"/>
                </a:moveTo>
                <a:lnTo>
                  <a:pt x="1114425" y="285750"/>
                </a:lnTo>
                <a:lnTo>
                  <a:pt x="1114425" y="295275"/>
                </a:lnTo>
                <a:lnTo>
                  <a:pt x="1104900" y="295275"/>
                </a:lnTo>
                <a:close/>
                <a:moveTo>
                  <a:pt x="685800" y="295275"/>
                </a:moveTo>
                <a:lnTo>
                  <a:pt x="695325" y="295275"/>
                </a:lnTo>
                <a:lnTo>
                  <a:pt x="695325" y="304800"/>
                </a:lnTo>
                <a:lnTo>
                  <a:pt x="685800" y="304800"/>
                </a:lnTo>
                <a:close/>
                <a:moveTo>
                  <a:pt x="466725" y="333375"/>
                </a:moveTo>
                <a:lnTo>
                  <a:pt x="476250" y="333375"/>
                </a:lnTo>
                <a:lnTo>
                  <a:pt x="476250" y="361950"/>
                </a:lnTo>
                <a:lnTo>
                  <a:pt x="466725" y="361950"/>
                </a:lnTo>
                <a:close/>
                <a:moveTo>
                  <a:pt x="485775" y="333375"/>
                </a:moveTo>
                <a:lnTo>
                  <a:pt x="495300" y="333375"/>
                </a:lnTo>
                <a:lnTo>
                  <a:pt x="495300" y="371475"/>
                </a:lnTo>
                <a:lnTo>
                  <a:pt x="485775" y="371475"/>
                </a:lnTo>
                <a:close/>
                <a:moveTo>
                  <a:pt x="1066800" y="333375"/>
                </a:moveTo>
                <a:lnTo>
                  <a:pt x="1076325" y="333375"/>
                </a:lnTo>
                <a:lnTo>
                  <a:pt x="1076325" y="342900"/>
                </a:lnTo>
                <a:lnTo>
                  <a:pt x="1085850" y="342900"/>
                </a:lnTo>
                <a:lnTo>
                  <a:pt x="1085850" y="371475"/>
                </a:lnTo>
                <a:lnTo>
                  <a:pt x="1095375" y="371475"/>
                </a:lnTo>
                <a:lnTo>
                  <a:pt x="1095375" y="381000"/>
                </a:lnTo>
                <a:lnTo>
                  <a:pt x="1066800" y="381000"/>
                </a:lnTo>
                <a:lnTo>
                  <a:pt x="1066800" y="390525"/>
                </a:lnTo>
                <a:lnTo>
                  <a:pt x="1057275" y="390525"/>
                </a:lnTo>
                <a:lnTo>
                  <a:pt x="1057275" y="419100"/>
                </a:lnTo>
                <a:lnTo>
                  <a:pt x="1066800" y="419100"/>
                </a:lnTo>
                <a:lnTo>
                  <a:pt x="1066800" y="428625"/>
                </a:lnTo>
                <a:lnTo>
                  <a:pt x="1057275" y="428625"/>
                </a:lnTo>
                <a:lnTo>
                  <a:pt x="1057275" y="447675"/>
                </a:lnTo>
                <a:lnTo>
                  <a:pt x="1028700" y="447675"/>
                </a:lnTo>
                <a:lnTo>
                  <a:pt x="1028700" y="419100"/>
                </a:lnTo>
                <a:lnTo>
                  <a:pt x="1038225" y="419100"/>
                </a:lnTo>
                <a:lnTo>
                  <a:pt x="1038225" y="400050"/>
                </a:lnTo>
                <a:lnTo>
                  <a:pt x="1047750" y="400050"/>
                </a:lnTo>
                <a:lnTo>
                  <a:pt x="1047750" y="381000"/>
                </a:lnTo>
                <a:lnTo>
                  <a:pt x="1038225" y="381000"/>
                </a:lnTo>
                <a:lnTo>
                  <a:pt x="1038225" y="352425"/>
                </a:lnTo>
                <a:lnTo>
                  <a:pt x="1047750" y="352425"/>
                </a:lnTo>
                <a:lnTo>
                  <a:pt x="1047750" y="361950"/>
                </a:lnTo>
                <a:lnTo>
                  <a:pt x="1066800" y="361950"/>
                </a:lnTo>
                <a:close/>
                <a:moveTo>
                  <a:pt x="104775" y="342900"/>
                </a:moveTo>
                <a:lnTo>
                  <a:pt x="114300" y="342900"/>
                </a:lnTo>
                <a:lnTo>
                  <a:pt x="114300" y="352425"/>
                </a:lnTo>
                <a:lnTo>
                  <a:pt x="104775" y="352425"/>
                </a:lnTo>
                <a:close/>
                <a:moveTo>
                  <a:pt x="1114425" y="342900"/>
                </a:moveTo>
                <a:lnTo>
                  <a:pt x="1123950" y="342900"/>
                </a:lnTo>
                <a:lnTo>
                  <a:pt x="1123950" y="352425"/>
                </a:lnTo>
                <a:lnTo>
                  <a:pt x="1114425" y="352425"/>
                </a:lnTo>
                <a:close/>
                <a:moveTo>
                  <a:pt x="914400" y="352425"/>
                </a:moveTo>
                <a:lnTo>
                  <a:pt x="923925" y="352425"/>
                </a:lnTo>
                <a:lnTo>
                  <a:pt x="923925" y="361950"/>
                </a:lnTo>
                <a:lnTo>
                  <a:pt x="933450" y="361950"/>
                </a:lnTo>
                <a:lnTo>
                  <a:pt x="933450" y="371475"/>
                </a:lnTo>
                <a:lnTo>
                  <a:pt x="923925" y="371475"/>
                </a:lnTo>
                <a:lnTo>
                  <a:pt x="923925" y="400050"/>
                </a:lnTo>
                <a:lnTo>
                  <a:pt x="933450" y="400050"/>
                </a:lnTo>
                <a:lnTo>
                  <a:pt x="933450" y="409575"/>
                </a:lnTo>
                <a:lnTo>
                  <a:pt x="923925" y="409575"/>
                </a:lnTo>
                <a:lnTo>
                  <a:pt x="923925" y="428625"/>
                </a:lnTo>
                <a:lnTo>
                  <a:pt x="904875" y="428625"/>
                </a:lnTo>
                <a:lnTo>
                  <a:pt x="904875" y="438150"/>
                </a:lnTo>
                <a:lnTo>
                  <a:pt x="876300" y="438150"/>
                </a:lnTo>
                <a:lnTo>
                  <a:pt x="876300" y="400050"/>
                </a:lnTo>
                <a:lnTo>
                  <a:pt x="885825" y="400050"/>
                </a:lnTo>
                <a:lnTo>
                  <a:pt x="885825" y="390525"/>
                </a:lnTo>
                <a:lnTo>
                  <a:pt x="895350" y="390525"/>
                </a:lnTo>
                <a:lnTo>
                  <a:pt x="895350" y="381000"/>
                </a:lnTo>
                <a:lnTo>
                  <a:pt x="904875" y="381000"/>
                </a:lnTo>
                <a:lnTo>
                  <a:pt x="904875" y="361950"/>
                </a:lnTo>
                <a:lnTo>
                  <a:pt x="914400" y="361950"/>
                </a:lnTo>
                <a:close/>
                <a:moveTo>
                  <a:pt x="571500" y="390525"/>
                </a:moveTo>
                <a:lnTo>
                  <a:pt x="581025" y="390525"/>
                </a:lnTo>
                <a:lnTo>
                  <a:pt x="581025" y="400050"/>
                </a:lnTo>
                <a:lnTo>
                  <a:pt x="571500" y="400050"/>
                </a:lnTo>
                <a:close/>
                <a:moveTo>
                  <a:pt x="552450" y="400050"/>
                </a:moveTo>
                <a:lnTo>
                  <a:pt x="571500" y="400050"/>
                </a:lnTo>
                <a:lnTo>
                  <a:pt x="571500" y="409575"/>
                </a:lnTo>
                <a:lnTo>
                  <a:pt x="552450" y="409575"/>
                </a:lnTo>
                <a:close/>
                <a:moveTo>
                  <a:pt x="571500" y="409575"/>
                </a:moveTo>
                <a:lnTo>
                  <a:pt x="581025" y="409575"/>
                </a:lnTo>
                <a:lnTo>
                  <a:pt x="581025" y="419100"/>
                </a:lnTo>
                <a:lnTo>
                  <a:pt x="571500" y="419100"/>
                </a:lnTo>
                <a:close/>
                <a:moveTo>
                  <a:pt x="590550" y="419100"/>
                </a:moveTo>
                <a:lnTo>
                  <a:pt x="609600" y="419100"/>
                </a:lnTo>
                <a:lnTo>
                  <a:pt x="609600" y="428625"/>
                </a:lnTo>
                <a:lnTo>
                  <a:pt x="628650" y="428625"/>
                </a:lnTo>
                <a:lnTo>
                  <a:pt x="628650" y="438150"/>
                </a:lnTo>
                <a:lnTo>
                  <a:pt x="619125" y="438150"/>
                </a:lnTo>
                <a:lnTo>
                  <a:pt x="619125" y="447675"/>
                </a:lnTo>
                <a:lnTo>
                  <a:pt x="628650" y="447675"/>
                </a:lnTo>
                <a:lnTo>
                  <a:pt x="628650" y="438150"/>
                </a:lnTo>
                <a:lnTo>
                  <a:pt x="638175" y="438150"/>
                </a:lnTo>
                <a:lnTo>
                  <a:pt x="638175" y="428625"/>
                </a:lnTo>
                <a:lnTo>
                  <a:pt x="657225" y="428625"/>
                </a:lnTo>
                <a:lnTo>
                  <a:pt x="657225" y="438150"/>
                </a:lnTo>
                <a:lnTo>
                  <a:pt x="666750" y="438150"/>
                </a:lnTo>
                <a:lnTo>
                  <a:pt x="666750" y="457200"/>
                </a:lnTo>
                <a:lnTo>
                  <a:pt x="685800" y="457200"/>
                </a:lnTo>
                <a:lnTo>
                  <a:pt x="685800" y="447675"/>
                </a:lnTo>
                <a:lnTo>
                  <a:pt x="695325" y="447675"/>
                </a:lnTo>
                <a:lnTo>
                  <a:pt x="695325" y="457200"/>
                </a:lnTo>
                <a:lnTo>
                  <a:pt x="714375" y="457200"/>
                </a:lnTo>
                <a:lnTo>
                  <a:pt x="714375" y="466725"/>
                </a:lnTo>
                <a:lnTo>
                  <a:pt x="695325" y="466725"/>
                </a:lnTo>
                <a:lnTo>
                  <a:pt x="695325" y="476250"/>
                </a:lnTo>
                <a:lnTo>
                  <a:pt x="685800" y="476250"/>
                </a:lnTo>
                <a:lnTo>
                  <a:pt x="685800" y="485775"/>
                </a:lnTo>
                <a:lnTo>
                  <a:pt x="676275" y="485775"/>
                </a:lnTo>
                <a:lnTo>
                  <a:pt x="676275" y="476250"/>
                </a:lnTo>
                <a:lnTo>
                  <a:pt x="666750" y="476250"/>
                </a:lnTo>
                <a:lnTo>
                  <a:pt x="666750" y="495300"/>
                </a:lnTo>
                <a:lnTo>
                  <a:pt x="657225" y="495300"/>
                </a:lnTo>
                <a:lnTo>
                  <a:pt x="657225" y="485775"/>
                </a:lnTo>
                <a:lnTo>
                  <a:pt x="638175" y="485775"/>
                </a:lnTo>
                <a:lnTo>
                  <a:pt x="638175" y="466725"/>
                </a:lnTo>
                <a:lnTo>
                  <a:pt x="628650" y="466725"/>
                </a:lnTo>
                <a:lnTo>
                  <a:pt x="628650" y="457200"/>
                </a:lnTo>
                <a:lnTo>
                  <a:pt x="609600" y="457200"/>
                </a:lnTo>
                <a:lnTo>
                  <a:pt x="609600" y="447675"/>
                </a:lnTo>
                <a:lnTo>
                  <a:pt x="600075" y="447675"/>
                </a:lnTo>
                <a:lnTo>
                  <a:pt x="600075" y="438150"/>
                </a:lnTo>
                <a:lnTo>
                  <a:pt x="581025" y="438150"/>
                </a:lnTo>
                <a:lnTo>
                  <a:pt x="581025" y="428625"/>
                </a:lnTo>
                <a:lnTo>
                  <a:pt x="590550" y="428625"/>
                </a:lnTo>
                <a:close/>
                <a:moveTo>
                  <a:pt x="1181100" y="447675"/>
                </a:moveTo>
                <a:lnTo>
                  <a:pt x="1190625" y="447675"/>
                </a:lnTo>
                <a:lnTo>
                  <a:pt x="1190625" y="457200"/>
                </a:lnTo>
                <a:lnTo>
                  <a:pt x="1181100" y="457200"/>
                </a:lnTo>
                <a:close/>
                <a:moveTo>
                  <a:pt x="647700" y="457200"/>
                </a:moveTo>
                <a:lnTo>
                  <a:pt x="657225" y="457200"/>
                </a:lnTo>
                <a:lnTo>
                  <a:pt x="657225" y="447675"/>
                </a:lnTo>
                <a:lnTo>
                  <a:pt x="638175" y="447675"/>
                </a:lnTo>
                <a:lnTo>
                  <a:pt x="638175" y="466725"/>
                </a:lnTo>
                <a:lnTo>
                  <a:pt x="647700" y="466725"/>
                </a:lnTo>
                <a:close/>
                <a:moveTo>
                  <a:pt x="742950" y="466725"/>
                </a:moveTo>
                <a:lnTo>
                  <a:pt x="752475" y="466725"/>
                </a:lnTo>
                <a:lnTo>
                  <a:pt x="752475" y="476250"/>
                </a:lnTo>
                <a:lnTo>
                  <a:pt x="742950" y="476250"/>
                </a:lnTo>
                <a:close/>
                <a:moveTo>
                  <a:pt x="95250" y="476250"/>
                </a:moveTo>
                <a:lnTo>
                  <a:pt x="114300" y="476250"/>
                </a:lnTo>
                <a:lnTo>
                  <a:pt x="114300" y="495300"/>
                </a:lnTo>
                <a:lnTo>
                  <a:pt x="104775" y="495300"/>
                </a:lnTo>
                <a:lnTo>
                  <a:pt x="104775" y="485775"/>
                </a:lnTo>
                <a:lnTo>
                  <a:pt x="95250" y="485775"/>
                </a:lnTo>
                <a:close/>
                <a:moveTo>
                  <a:pt x="762000" y="476250"/>
                </a:moveTo>
                <a:lnTo>
                  <a:pt x="790575" y="476250"/>
                </a:lnTo>
                <a:lnTo>
                  <a:pt x="790575" y="485775"/>
                </a:lnTo>
                <a:lnTo>
                  <a:pt x="809625" y="485775"/>
                </a:lnTo>
                <a:lnTo>
                  <a:pt x="809625" y="495300"/>
                </a:lnTo>
                <a:lnTo>
                  <a:pt x="771525" y="495300"/>
                </a:lnTo>
                <a:lnTo>
                  <a:pt x="771525" y="485775"/>
                </a:lnTo>
                <a:lnTo>
                  <a:pt x="762000" y="485775"/>
                </a:lnTo>
                <a:close/>
                <a:moveTo>
                  <a:pt x="1057275" y="476250"/>
                </a:moveTo>
                <a:lnTo>
                  <a:pt x="1076325" y="476250"/>
                </a:lnTo>
                <a:lnTo>
                  <a:pt x="1076325" y="495300"/>
                </a:lnTo>
                <a:lnTo>
                  <a:pt x="1066800" y="495300"/>
                </a:lnTo>
                <a:lnTo>
                  <a:pt x="1066800" y="485775"/>
                </a:lnTo>
                <a:lnTo>
                  <a:pt x="1057275" y="485775"/>
                </a:lnTo>
                <a:close/>
                <a:moveTo>
                  <a:pt x="1181100" y="485775"/>
                </a:moveTo>
                <a:lnTo>
                  <a:pt x="1190625" y="485775"/>
                </a:lnTo>
                <a:lnTo>
                  <a:pt x="1190625" y="495300"/>
                </a:lnTo>
                <a:lnTo>
                  <a:pt x="1181100" y="495300"/>
                </a:lnTo>
                <a:close/>
                <a:moveTo>
                  <a:pt x="666750" y="504825"/>
                </a:moveTo>
                <a:lnTo>
                  <a:pt x="676275" y="504825"/>
                </a:lnTo>
                <a:lnTo>
                  <a:pt x="676275" y="514350"/>
                </a:lnTo>
                <a:lnTo>
                  <a:pt x="666750" y="514350"/>
                </a:lnTo>
                <a:close/>
                <a:moveTo>
                  <a:pt x="1009650" y="504825"/>
                </a:moveTo>
                <a:lnTo>
                  <a:pt x="1019175" y="504825"/>
                </a:lnTo>
                <a:lnTo>
                  <a:pt x="1019175" y="523875"/>
                </a:lnTo>
                <a:lnTo>
                  <a:pt x="1028700" y="523875"/>
                </a:lnTo>
                <a:lnTo>
                  <a:pt x="1028700" y="514350"/>
                </a:lnTo>
                <a:lnTo>
                  <a:pt x="1038225" y="514350"/>
                </a:lnTo>
                <a:lnTo>
                  <a:pt x="1038225" y="533400"/>
                </a:lnTo>
                <a:lnTo>
                  <a:pt x="1047750" y="533400"/>
                </a:lnTo>
                <a:lnTo>
                  <a:pt x="1047750" y="561975"/>
                </a:lnTo>
                <a:lnTo>
                  <a:pt x="1038225" y="561975"/>
                </a:lnTo>
                <a:lnTo>
                  <a:pt x="1038225" y="552450"/>
                </a:lnTo>
                <a:lnTo>
                  <a:pt x="1028700" y="552450"/>
                </a:lnTo>
                <a:lnTo>
                  <a:pt x="1028700" y="533400"/>
                </a:lnTo>
                <a:lnTo>
                  <a:pt x="1009650" y="533400"/>
                </a:lnTo>
                <a:lnTo>
                  <a:pt x="1009650" y="523875"/>
                </a:lnTo>
                <a:lnTo>
                  <a:pt x="1000125" y="523875"/>
                </a:lnTo>
                <a:lnTo>
                  <a:pt x="1000125" y="514350"/>
                </a:lnTo>
                <a:lnTo>
                  <a:pt x="1009650" y="514350"/>
                </a:lnTo>
                <a:close/>
                <a:moveTo>
                  <a:pt x="381000" y="514350"/>
                </a:moveTo>
                <a:lnTo>
                  <a:pt x="390525" y="514350"/>
                </a:lnTo>
                <a:lnTo>
                  <a:pt x="390525" y="523875"/>
                </a:lnTo>
                <a:lnTo>
                  <a:pt x="381000" y="523875"/>
                </a:lnTo>
                <a:close/>
                <a:moveTo>
                  <a:pt x="323850" y="523875"/>
                </a:moveTo>
                <a:lnTo>
                  <a:pt x="333375" y="523875"/>
                </a:lnTo>
                <a:lnTo>
                  <a:pt x="333375" y="533400"/>
                </a:lnTo>
                <a:lnTo>
                  <a:pt x="323850" y="533400"/>
                </a:lnTo>
                <a:close/>
                <a:moveTo>
                  <a:pt x="400050" y="533400"/>
                </a:moveTo>
                <a:lnTo>
                  <a:pt x="409575" y="533400"/>
                </a:lnTo>
                <a:lnTo>
                  <a:pt x="409575" y="542925"/>
                </a:lnTo>
                <a:lnTo>
                  <a:pt x="400050" y="542925"/>
                </a:lnTo>
                <a:close/>
                <a:moveTo>
                  <a:pt x="323850" y="542925"/>
                </a:moveTo>
                <a:lnTo>
                  <a:pt x="333375" y="542925"/>
                </a:lnTo>
                <a:lnTo>
                  <a:pt x="333375" y="552450"/>
                </a:lnTo>
                <a:lnTo>
                  <a:pt x="323850" y="552450"/>
                </a:lnTo>
                <a:close/>
                <a:moveTo>
                  <a:pt x="390525" y="552450"/>
                </a:moveTo>
                <a:lnTo>
                  <a:pt x="400050" y="552450"/>
                </a:lnTo>
                <a:lnTo>
                  <a:pt x="400050" y="561975"/>
                </a:lnTo>
                <a:lnTo>
                  <a:pt x="390525" y="561975"/>
                </a:lnTo>
                <a:close/>
                <a:moveTo>
                  <a:pt x="1057275" y="552450"/>
                </a:moveTo>
                <a:lnTo>
                  <a:pt x="1066800" y="552450"/>
                </a:lnTo>
                <a:lnTo>
                  <a:pt x="1066800" y="561975"/>
                </a:lnTo>
                <a:lnTo>
                  <a:pt x="1076325" y="561975"/>
                </a:lnTo>
                <a:lnTo>
                  <a:pt x="1076325" y="552450"/>
                </a:lnTo>
                <a:lnTo>
                  <a:pt x="1095375" y="552450"/>
                </a:lnTo>
                <a:lnTo>
                  <a:pt x="1095375" y="561975"/>
                </a:lnTo>
                <a:lnTo>
                  <a:pt x="1104900" y="561975"/>
                </a:lnTo>
                <a:lnTo>
                  <a:pt x="1104900" y="581025"/>
                </a:lnTo>
                <a:lnTo>
                  <a:pt x="1076325" y="581025"/>
                </a:lnTo>
                <a:lnTo>
                  <a:pt x="1076325" y="571500"/>
                </a:lnTo>
                <a:lnTo>
                  <a:pt x="1066800" y="571500"/>
                </a:lnTo>
                <a:lnTo>
                  <a:pt x="1066800" y="590550"/>
                </a:lnTo>
                <a:lnTo>
                  <a:pt x="1057275" y="590550"/>
                </a:lnTo>
                <a:close/>
                <a:moveTo>
                  <a:pt x="914400" y="561975"/>
                </a:moveTo>
                <a:lnTo>
                  <a:pt x="923925" y="561975"/>
                </a:lnTo>
                <a:lnTo>
                  <a:pt x="923925" y="571500"/>
                </a:lnTo>
                <a:lnTo>
                  <a:pt x="933450" y="571500"/>
                </a:lnTo>
                <a:lnTo>
                  <a:pt x="933450" y="590550"/>
                </a:lnTo>
                <a:lnTo>
                  <a:pt x="923925" y="590550"/>
                </a:lnTo>
                <a:lnTo>
                  <a:pt x="923925" y="600075"/>
                </a:lnTo>
                <a:lnTo>
                  <a:pt x="914400" y="600075"/>
                </a:lnTo>
                <a:close/>
                <a:moveTo>
                  <a:pt x="419100" y="571500"/>
                </a:moveTo>
                <a:lnTo>
                  <a:pt x="438150" y="571500"/>
                </a:lnTo>
                <a:lnTo>
                  <a:pt x="438150" y="581025"/>
                </a:lnTo>
                <a:lnTo>
                  <a:pt x="428625" y="581025"/>
                </a:lnTo>
                <a:lnTo>
                  <a:pt x="428625" y="590550"/>
                </a:lnTo>
                <a:lnTo>
                  <a:pt x="409575" y="590550"/>
                </a:lnTo>
                <a:lnTo>
                  <a:pt x="409575" y="581025"/>
                </a:lnTo>
                <a:lnTo>
                  <a:pt x="419100" y="581025"/>
                </a:lnTo>
                <a:close/>
                <a:moveTo>
                  <a:pt x="533400" y="571500"/>
                </a:moveTo>
                <a:lnTo>
                  <a:pt x="542925" y="571500"/>
                </a:lnTo>
                <a:lnTo>
                  <a:pt x="542925" y="581025"/>
                </a:lnTo>
                <a:lnTo>
                  <a:pt x="533400" y="581025"/>
                </a:lnTo>
                <a:close/>
                <a:moveTo>
                  <a:pt x="942975" y="571500"/>
                </a:moveTo>
                <a:lnTo>
                  <a:pt x="952500" y="571500"/>
                </a:lnTo>
                <a:lnTo>
                  <a:pt x="952500" y="581025"/>
                </a:lnTo>
                <a:lnTo>
                  <a:pt x="942975" y="581025"/>
                </a:lnTo>
                <a:close/>
                <a:moveTo>
                  <a:pt x="1009650" y="571500"/>
                </a:moveTo>
                <a:lnTo>
                  <a:pt x="1019175" y="571500"/>
                </a:lnTo>
                <a:lnTo>
                  <a:pt x="1019175" y="581025"/>
                </a:lnTo>
                <a:lnTo>
                  <a:pt x="1009650" y="581025"/>
                </a:lnTo>
                <a:close/>
                <a:moveTo>
                  <a:pt x="381000" y="581025"/>
                </a:moveTo>
                <a:lnTo>
                  <a:pt x="390525" y="581025"/>
                </a:lnTo>
                <a:lnTo>
                  <a:pt x="390525" y="590550"/>
                </a:lnTo>
                <a:lnTo>
                  <a:pt x="381000" y="590550"/>
                </a:lnTo>
                <a:close/>
                <a:moveTo>
                  <a:pt x="542925" y="581025"/>
                </a:moveTo>
                <a:lnTo>
                  <a:pt x="552450" y="581025"/>
                </a:lnTo>
                <a:lnTo>
                  <a:pt x="552450" y="590550"/>
                </a:lnTo>
                <a:lnTo>
                  <a:pt x="542925" y="590550"/>
                </a:lnTo>
                <a:close/>
                <a:moveTo>
                  <a:pt x="1000125" y="581025"/>
                </a:moveTo>
                <a:lnTo>
                  <a:pt x="1009650" y="581025"/>
                </a:lnTo>
                <a:lnTo>
                  <a:pt x="1009650" y="590550"/>
                </a:lnTo>
                <a:lnTo>
                  <a:pt x="1000125" y="590550"/>
                </a:lnTo>
                <a:close/>
                <a:moveTo>
                  <a:pt x="438150" y="590550"/>
                </a:moveTo>
                <a:lnTo>
                  <a:pt x="447675" y="590550"/>
                </a:lnTo>
                <a:lnTo>
                  <a:pt x="447675" y="600075"/>
                </a:lnTo>
                <a:lnTo>
                  <a:pt x="438150" y="600075"/>
                </a:lnTo>
                <a:close/>
                <a:moveTo>
                  <a:pt x="0" y="609600"/>
                </a:moveTo>
                <a:lnTo>
                  <a:pt x="9525" y="609600"/>
                </a:lnTo>
                <a:lnTo>
                  <a:pt x="9525" y="619125"/>
                </a:lnTo>
                <a:lnTo>
                  <a:pt x="0" y="619125"/>
                </a:lnTo>
                <a:close/>
                <a:moveTo>
                  <a:pt x="923925" y="609600"/>
                </a:moveTo>
                <a:lnTo>
                  <a:pt x="933450" y="609600"/>
                </a:lnTo>
                <a:lnTo>
                  <a:pt x="933450" y="638175"/>
                </a:lnTo>
                <a:lnTo>
                  <a:pt x="923925" y="638175"/>
                </a:lnTo>
                <a:close/>
                <a:moveTo>
                  <a:pt x="533400" y="619125"/>
                </a:moveTo>
                <a:lnTo>
                  <a:pt x="542925" y="619125"/>
                </a:lnTo>
                <a:lnTo>
                  <a:pt x="542925" y="628650"/>
                </a:lnTo>
                <a:lnTo>
                  <a:pt x="533400" y="628650"/>
                </a:lnTo>
                <a:close/>
                <a:moveTo>
                  <a:pt x="942975" y="619125"/>
                </a:moveTo>
                <a:lnTo>
                  <a:pt x="952500" y="619125"/>
                </a:lnTo>
                <a:lnTo>
                  <a:pt x="952500" y="628650"/>
                </a:lnTo>
                <a:lnTo>
                  <a:pt x="942975" y="628650"/>
                </a:lnTo>
                <a:close/>
                <a:moveTo>
                  <a:pt x="1133475" y="638175"/>
                </a:moveTo>
                <a:lnTo>
                  <a:pt x="1143000" y="638175"/>
                </a:lnTo>
                <a:lnTo>
                  <a:pt x="1143000" y="647700"/>
                </a:lnTo>
                <a:lnTo>
                  <a:pt x="1133475" y="647700"/>
                </a:lnTo>
                <a:close/>
                <a:moveTo>
                  <a:pt x="304800" y="647700"/>
                </a:moveTo>
                <a:lnTo>
                  <a:pt x="323850" y="647700"/>
                </a:lnTo>
                <a:lnTo>
                  <a:pt x="323850" y="657225"/>
                </a:lnTo>
                <a:lnTo>
                  <a:pt x="304800" y="657225"/>
                </a:lnTo>
                <a:close/>
                <a:moveTo>
                  <a:pt x="1143000" y="647700"/>
                </a:moveTo>
                <a:lnTo>
                  <a:pt x="1162050" y="647700"/>
                </a:lnTo>
                <a:lnTo>
                  <a:pt x="1162050" y="657225"/>
                </a:lnTo>
                <a:lnTo>
                  <a:pt x="1143000" y="657225"/>
                </a:lnTo>
                <a:close/>
                <a:moveTo>
                  <a:pt x="1057275" y="657225"/>
                </a:moveTo>
                <a:lnTo>
                  <a:pt x="1066800" y="657225"/>
                </a:lnTo>
                <a:lnTo>
                  <a:pt x="1066800" y="666750"/>
                </a:lnTo>
                <a:lnTo>
                  <a:pt x="1057275" y="666750"/>
                </a:lnTo>
                <a:close/>
                <a:moveTo>
                  <a:pt x="1028700" y="666750"/>
                </a:moveTo>
                <a:lnTo>
                  <a:pt x="1057275" y="666750"/>
                </a:lnTo>
                <a:lnTo>
                  <a:pt x="1057275" y="676275"/>
                </a:lnTo>
                <a:lnTo>
                  <a:pt x="1066800" y="676275"/>
                </a:lnTo>
                <a:lnTo>
                  <a:pt x="1066800" y="695325"/>
                </a:lnTo>
                <a:lnTo>
                  <a:pt x="1057275" y="695325"/>
                </a:lnTo>
                <a:lnTo>
                  <a:pt x="1057275" y="685800"/>
                </a:lnTo>
                <a:lnTo>
                  <a:pt x="1047750" y="685800"/>
                </a:lnTo>
                <a:lnTo>
                  <a:pt x="1047750" y="695325"/>
                </a:lnTo>
                <a:lnTo>
                  <a:pt x="1038225" y="695325"/>
                </a:lnTo>
                <a:lnTo>
                  <a:pt x="1038225" y="676275"/>
                </a:lnTo>
                <a:lnTo>
                  <a:pt x="1028700" y="676275"/>
                </a:lnTo>
                <a:close/>
              </a:path>
            </a:pathLst>
          </a:custGeom>
          <a:solidFill xmlns:a="http://schemas.openxmlformats.org/drawingml/2006/main">
            <a:srgbClr val="FAF9F5"/>
          </a:solidFill>
          <a:ln xmlns:a="http://schemas.openxmlformats.org/drawingml/2006/main" w="0">
            <a:noFill/>
          </a:ln>
        </p:spPr>
      </p:sp>
      <p:sp>
        <p:nvSpPr>
          <p:cNvPr id="42" name="v01 vector #f9f9f4">
            <a:extLst xmlns:a="http://schemas.openxmlformats.org/drawingml/2006/main">
              <a:ext uri="{FF2B5EF4-FFF2-40B4-BE49-F238E27FC236}">
                <a16:creationId xmlns:a16="http://schemas.microsoft.com/office/drawing/2014/main" id="{53A2E9E2-69E9-4729-AA68-EC3BE09275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8250" y="2362200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180975" y="0"/>
                </a:moveTo>
                <a:lnTo>
                  <a:pt x="190500" y="0"/>
                </a:lnTo>
                <a:lnTo>
                  <a:pt x="190500" y="9525"/>
                </a:lnTo>
                <a:lnTo>
                  <a:pt x="180975" y="9525"/>
                </a:lnTo>
                <a:close/>
                <a:moveTo>
                  <a:pt x="1076325" y="0"/>
                </a:moveTo>
                <a:lnTo>
                  <a:pt x="1104900" y="0"/>
                </a:lnTo>
                <a:lnTo>
                  <a:pt x="1104900" y="9525"/>
                </a:lnTo>
                <a:lnTo>
                  <a:pt x="1095375" y="9525"/>
                </a:lnTo>
                <a:lnTo>
                  <a:pt x="1095375" y="28575"/>
                </a:lnTo>
                <a:lnTo>
                  <a:pt x="1076325" y="28575"/>
                </a:lnTo>
                <a:close/>
                <a:moveTo>
                  <a:pt x="1133475" y="0"/>
                </a:moveTo>
                <a:lnTo>
                  <a:pt x="1162050" y="0"/>
                </a:lnTo>
                <a:lnTo>
                  <a:pt x="1162050" y="19050"/>
                </a:lnTo>
                <a:lnTo>
                  <a:pt x="1152525" y="19050"/>
                </a:lnTo>
                <a:lnTo>
                  <a:pt x="1152525" y="9525"/>
                </a:lnTo>
                <a:lnTo>
                  <a:pt x="1133475" y="9525"/>
                </a:lnTo>
                <a:close/>
                <a:moveTo>
                  <a:pt x="1171575" y="0"/>
                </a:moveTo>
                <a:lnTo>
                  <a:pt x="1181100" y="0"/>
                </a:lnTo>
                <a:lnTo>
                  <a:pt x="1181100" y="9525"/>
                </a:lnTo>
                <a:lnTo>
                  <a:pt x="1171575" y="9525"/>
                </a:lnTo>
                <a:close/>
                <a:moveTo>
                  <a:pt x="28575" y="9525"/>
                </a:moveTo>
                <a:lnTo>
                  <a:pt x="38100" y="9525"/>
                </a:lnTo>
                <a:lnTo>
                  <a:pt x="38100" y="19050"/>
                </a:lnTo>
                <a:lnTo>
                  <a:pt x="28575" y="19050"/>
                </a:lnTo>
                <a:close/>
                <a:moveTo>
                  <a:pt x="104775" y="9525"/>
                </a:moveTo>
                <a:lnTo>
                  <a:pt x="114300" y="9525"/>
                </a:lnTo>
                <a:lnTo>
                  <a:pt x="114300" y="28575"/>
                </a:lnTo>
                <a:lnTo>
                  <a:pt x="104775" y="28575"/>
                </a:lnTo>
                <a:close/>
                <a:moveTo>
                  <a:pt x="1009650" y="9525"/>
                </a:moveTo>
                <a:lnTo>
                  <a:pt x="1019175" y="9525"/>
                </a:lnTo>
                <a:lnTo>
                  <a:pt x="1019175" y="28575"/>
                </a:lnTo>
                <a:lnTo>
                  <a:pt x="1076325" y="28575"/>
                </a:lnTo>
                <a:lnTo>
                  <a:pt x="1076325" y="38100"/>
                </a:lnTo>
                <a:lnTo>
                  <a:pt x="1057275" y="38100"/>
                </a:lnTo>
                <a:lnTo>
                  <a:pt x="1057275" y="47625"/>
                </a:lnTo>
                <a:lnTo>
                  <a:pt x="1076325" y="47625"/>
                </a:lnTo>
                <a:lnTo>
                  <a:pt x="1076325" y="57150"/>
                </a:lnTo>
                <a:lnTo>
                  <a:pt x="1085850" y="57150"/>
                </a:lnTo>
                <a:lnTo>
                  <a:pt x="1085850" y="76200"/>
                </a:lnTo>
                <a:lnTo>
                  <a:pt x="1076325" y="76200"/>
                </a:lnTo>
                <a:lnTo>
                  <a:pt x="1076325" y="66675"/>
                </a:lnTo>
                <a:lnTo>
                  <a:pt x="1066800" y="66675"/>
                </a:lnTo>
                <a:lnTo>
                  <a:pt x="1066800" y="76200"/>
                </a:lnTo>
                <a:lnTo>
                  <a:pt x="1057275" y="76200"/>
                </a:lnTo>
                <a:lnTo>
                  <a:pt x="1057275" y="57150"/>
                </a:lnTo>
                <a:lnTo>
                  <a:pt x="1047750" y="57150"/>
                </a:lnTo>
                <a:lnTo>
                  <a:pt x="1047750" y="47625"/>
                </a:lnTo>
                <a:lnTo>
                  <a:pt x="1038225" y="47625"/>
                </a:lnTo>
                <a:lnTo>
                  <a:pt x="1038225" y="57150"/>
                </a:lnTo>
                <a:lnTo>
                  <a:pt x="1009650" y="57150"/>
                </a:lnTo>
                <a:lnTo>
                  <a:pt x="1009650" y="76200"/>
                </a:lnTo>
                <a:lnTo>
                  <a:pt x="1000125" y="76200"/>
                </a:lnTo>
                <a:lnTo>
                  <a:pt x="1000125" y="57150"/>
                </a:lnTo>
                <a:lnTo>
                  <a:pt x="990600" y="57150"/>
                </a:lnTo>
                <a:lnTo>
                  <a:pt x="990600" y="47625"/>
                </a:lnTo>
                <a:lnTo>
                  <a:pt x="981075" y="47625"/>
                </a:lnTo>
                <a:lnTo>
                  <a:pt x="981075" y="28575"/>
                </a:lnTo>
                <a:lnTo>
                  <a:pt x="971550" y="28575"/>
                </a:lnTo>
                <a:lnTo>
                  <a:pt x="971550" y="19050"/>
                </a:lnTo>
                <a:lnTo>
                  <a:pt x="981075" y="19050"/>
                </a:lnTo>
                <a:lnTo>
                  <a:pt x="981075" y="28575"/>
                </a:lnTo>
                <a:lnTo>
                  <a:pt x="990600" y="28575"/>
                </a:lnTo>
                <a:lnTo>
                  <a:pt x="990600" y="38100"/>
                </a:lnTo>
                <a:lnTo>
                  <a:pt x="1009650" y="38100"/>
                </a:lnTo>
                <a:close/>
                <a:moveTo>
                  <a:pt x="38100" y="19050"/>
                </a:moveTo>
                <a:lnTo>
                  <a:pt x="47625" y="19050"/>
                </a:lnTo>
                <a:lnTo>
                  <a:pt x="47625" y="38100"/>
                </a:lnTo>
                <a:lnTo>
                  <a:pt x="38100" y="38100"/>
                </a:lnTo>
                <a:close/>
                <a:moveTo>
                  <a:pt x="152400" y="19050"/>
                </a:moveTo>
                <a:lnTo>
                  <a:pt x="180975" y="19050"/>
                </a:lnTo>
                <a:lnTo>
                  <a:pt x="180975" y="28575"/>
                </a:lnTo>
                <a:lnTo>
                  <a:pt x="152400" y="28575"/>
                </a:lnTo>
                <a:close/>
                <a:moveTo>
                  <a:pt x="247650" y="19050"/>
                </a:moveTo>
                <a:lnTo>
                  <a:pt x="257175" y="19050"/>
                </a:lnTo>
                <a:lnTo>
                  <a:pt x="257175" y="28575"/>
                </a:lnTo>
                <a:lnTo>
                  <a:pt x="247650" y="28575"/>
                </a:lnTo>
                <a:close/>
                <a:moveTo>
                  <a:pt x="457200" y="19050"/>
                </a:moveTo>
                <a:lnTo>
                  <a:pt x="466725" y="19050"/>
                </a:lnTo>
                <a:lnTo>
                  <a:pt x="466725" y="28575"/>
                </a:lnTo>
                <a:lnTo>
                  <a:pt x="457200" y="28575"/>
                </a:lnTo>
                <a:close/>
                <a:moveTo>
                  <a:pt x="76200" y="38100"/>
                </a:moveTo>
                <a:lnTo>
                  <a:pt x="95250" y="38100"/>
                </a:lnTo>
                <a:lnTo>
                  <a:pt x="95250" y="57150"/>
                </a:lnTo>
                <a:lnTo>
                  <a:pt x="76200" y="57150"/>
                </a:lnTo>
                <a:close/>
                <a:moveTo>
                  <a:pt x="104775" y="66675"/>
                </a:moveTo>
                <a:lnTo>
                  <a:pt x="114300" y="66675"/>
                </a:lnTo>
                <a:lnTo>
                  <a:pt x="114300" y="95250"/>
                </a:lnTo>
                <a:lnTo>
                  <a:pt x="104775" y="95250"/>
                </a:lnTo>
                <a:close/>
                <a:moveTo>
                  <a:pt x="0" y="76200"/>
                </a:moveTo>
                <a:lnTo>
                  <a:pt x="9525" y="76200"/>
                </a:lnTo>
                <a:lnTo>
                  <a:pt x="9525" y="95250"/>
                </a:lnTo>
                <a:lnTo>
                  <a:pt x="19050" y="95250"/>
                </a:lnTo>
                <a:lnTo>
                  <a:pt x="19050" y="85725"/>
                </a:lnTo>
                <a:lnTo>
                  <a:pt x="28575" y="85725"/>
                </a:lnTo>
                <a:lnTo>
                  <a:pt x="28575" y="123825"/>
                </a:lnTo>
                <a:lnTo>
                  <a:pt x="19050" y="123825"/>
                </a:lnTo>
                <a:lnTo>
                  <a:pt x="19050" y="114300"/>
                </a:lnTo>
                <a:lnTo>
                  <a:pt x="0" y="114300"/>
                </a:lnTo>
                <a:close/>
                <a:moveTo>
                  <a:pt x="38100" y="76200"/>
                </a:moveTo>
                <a:lnTo>
                  <a:pt x="47625" y="76200"/>
                </a:lnTo>
                <a:lnTo>
                  <a:pt x="47625" y="85725"/>
                </a:lnTo>
                <a:lnTo>
                  <a:pt x="38100" y="85725"/>
                </a:lnTo>
                <a:close/>
                <a:moveTo>
                  <a:pt x="1009650" y="76200"/>
                </a:moveTo>
                <a:lnTo>
                  <a:pt x="1019175" y="76200"/>
                </a:lnTo>
                <a:lnTo>
                  <a:pt x="1019175" y="114300"/>
                </a:lnTo>
                <a:lnTo>
                  <a:pt x="1009650" y="114300"/>
                </a:lnTo>
                <a:close/>
                <a:moveTo>
                  <a:pt x="1066800" y="76200"/>
                </a:moveTo>
                <a:lnTo>
                  <a:pt x="1076325" y="76200"/>
                </a:lnTo>
                <a:lnTo>
                  <a:pt x="1076325" y="85725"/>
                </a:lnTo>
                <a:lnTo>
                  <a:pt x="1066800" y="85725"/>
                </a:lnTo>
                <a:close/>
                <a:moveTo>
                  <a:pt x="1152525" y="76200"/>
                </a:moveTo>
                <a:lnTo>
                  <a:pt x="1162050" y="76200"/>
                </a:lnTo>
                <a:lnTo>
                  <a:pt x="1162050" y="85725"/>
                </a:lnTo>
                <a:lnTo>
                  <a:pt x="1171575" y="85725"/>
                </a:lnTo>
                <a:lnTo>
                  <a:pt x="1171575" y="95250"/>
                </a:lnTo>
                <a:lnTo>
                  <a:pt x="1143000" y="95250"/>
                </a:lnTo>
                <a:lnTo>
                  <a:pt x="1143000" y="85725"/>
                </a:lnTo>
                <a:lnTo>
                  <a:pt x="1152525" y="85725"/>
                </a:lnTo>
                <a:close/>
                <a:moveTo>
                  <a:pt x="1095375" y="85725"/>
                </a:moveTo>
                <a:lnTo>
                  <a:pt x="1104900" y="85725"/>
                </a:lnTo>
                <a:lnTo>
                  <a:pt x="1104900" y="95250"/>
                </a:lnTo>
                <a:lnTo>
                  <a:pt x="1114425" y="95250"/>
                </a:lnTo>
                <a:lnTo>
                  <a:pt x="1114425" y="114300"/>
                </a:lnTo>
                <a:lnTo>
                  <a:pt x="1104900" y="114300"/>
                </a:lnTo>
                <a:lnTo>
                  <a:pt x="1104900" y="104775"/>
                </a:lnTo>
                <a:lnTo>
                  <a:pt x="1095375" y="104775"/>
                </a:lnTo>
                <a:close/>
                <a:moveTo>
                  <a:pt x="1009650" y="123825"/>
                </a:moveTo>
                <a:lnTo>
                  <a:pt x="1019175" y="123825"/>
                </a:lnTo>
                <a:lnTo>
                  <a:pt x="1019175" y="133350"/>
                </a:lnTo>
                <a:lnTo>
                  <a:pt x="1009650" y="133350"/>
                </a:lnTo>
                <a:close/>
                <a:moveTo>
                  <a:pt x="1085850" y="133350"/>
                </a:moveTo>
                <a:lnTo>
                  <a:pt x="1095375" y="133350"/>
                </a:lnTo>
                <a:lnTo>
                  <a:pt x="1095375" y="152400"/>
                </a:lnTo>
                <a:lnTo>
                  <a:pt x="1085850" y="152400"/>
                </a:lnTo>
                <a:close/>
                <a:moveTo>
                  <a:pt x="1152525" y="133350"/>
                </a:moveTo>
                <a:lnTo>
                  <a:pt x="1162050" y="133350"/>
                </a:lnTo>
                <a:lnTo>
                  <a:pt x="1162050" y="152400"/>
                </a:lnTo>
                <a:lnTo>
                  <a:pt x="1152525" y="152400"/>
                </a:lnTo>
                <a:close/>
                <a:moveTo>
                  <a:pt x="28575" y="142875"/>
                </a:moveTo>
                <a:lnTo>
                  <a:pt x="47625" y="142875"/>
                </a:lnTo>
                <a:lnTo>
                  <a:pt x="47625" y="161925"/>
                </a:lnTo>
                <a:lnTo>
                  <a:pt x="38100" y="161925"/>
                </a:lnTo>
                <a:lnTo>
                  <a:pt x="38100" y="171450"/>
                </a:lnTo>
                <a:lnTo>
                  <a:pt x="28575" y="171450"/>
                </a:lnTo>
                <a:lnTo>
                  <a:pt x="28575" y="180975"/>
                </a:lnTo>
                <a:lnTo>
                  <a:pt x="19050" y="180975"/>
                </a:lnTo>
                <a:lnTo>
                  <a:pt x="19050" y="152400"/>
                </a:lnTo>
                <a:lnTo>
                  <a:pt x="28575" y="152400"/>
                </a:lnTo>
                <a:close/>
                <a:moveTo>
                  <a:pt x="57150" y="142875"/>
                </a:moveTo>
                <a:lnTo>
                  <a:pt x="66675" y="142875"/>
                </a:lnTo>
                <a:lnTo>
                  <a:pt x="66675" y="152400"/>
                </a:lnTo>
                <a:lnTo>
                  <a:pt x="57150" y="152400"/>
                </a:lnTo>
                <a:close/>
                <a:moveTo>
                  <a:pt x="104775" y="142875"/>
                </a:moveTo>
                <a:lnTo>
                  <a:pt x="114300" y="142875"/>
                </a:lnTo>
                <a:lnTo>
                  <a:pt x="114300" y="152400"/>
                </a:lnTo>
                <a:lnTo>
                  <a:pt x="104775" y="152400"/>
                </a:lnTo>
                <a:close/>
                <a:moveTo>
                  <a:pt x="1009650" y="142875"/>
                </a:moveTo>
                <a:lnTo>
                  <a:pt x="1019175" y="142875"/>
                </a:lnTo>
                <a:lnTo>
                  <a:pt x="1019175" y="152400"/>
                </a:lnTo>
                <a:lnTo>
                  <a:pt x="1009650" y="152400"/>
                </a:lnTo>
                <a:close/>
                <a:moveTo>
                  <a:pt x="1123950" y="142875"/>
                </a:moveTo>
                <a:lnTo>
                  <a:pt x="1133475" y="142875"/>
                </a:lnTo>
                <a:lnTo>
                  <a:pt x="1133475" y="161925"/>
                </a:lnTo>
                <a:lnTo>
                  <a:pt x="1123950" y="161925"/>
                </a:lnTo>
                <a:close/>
                <a:moveTo>
                  <a:pt x="1019175" y="152400"/>
                </a:moveTo>
                <a:lnTo>
                  <a:pt x="1047750" y="152400"/>
                </a:lnTo>
                <a:lnTo>
                  <a:pt x="1047750" y="171450"/>
                </a:lnTo>
                <a:lnTo>
                  <a:pt x="1038225" y="171450"/>
                </a:lnTo>
                <a:lnTo>
                  <a:pt x="1038225" y="180975"/>
                </a:lnTo>
                <a:lnTo>
                  <a:pt x="1028700" y="180975"/>
                </a:lnTo>
                <a:lnTo>
                  <a:pt x="1028700" y="171450"/>
                </a:lnTo>
                <a:lnTo>
                  <a:pt x="1009650" y="171450"/>
                </a:lnTo>
                <a:lnTo>
                  <a:pt x="1009650" y="161925"/>
                </a:lnTo>
                <a:lnTo>
                  <a:pt x="1019175" y="161925"/>
                </a:lnTo>
                <a:close/>
                <a:moveTo>
                  <a:pt x="76200" y="161925"/>
                </a:moveTo>
                <a:lnTo>
                  <a:pt x="95250" y="161925"/>
                </a:lnTo>
                <a:lnTo>
                  <a:pt x="95250" y="171450"/>
                </a:lnTo>
                <a:lnTo>
                  <a:pt x="76200" y="171450"/>
                </a:lnTo>
                <a:close/>
                <a:moveTo>
                  <a:pt x="1200150" y="161925"/>
                </a:moveTo>
                <a:lnTo>
                  <a:pt x="1209675" y="161925"/>
                </a:lnTo>
                <a:lnTo>
                  <a:pt x="1209675" y="190500"/>
                </a:lnTo>
                <a:lnTo>
                  <a:pt x="1200150" y="190500"/>
                </a:lnTo>
                <a:close/>
                <a:moveTo>
                  <a:pt x="1047750" y="180975"/>
                </a:moveTo>
                <a:lnTo>
                  <a:pt x="1057275" y="180975"/>
                </a:lnTo>
                <a:lnTo>
                  <a:pt x="1057275" y="190500"/>
                </a:lnTo>
                <a:lnTo>
                  <a:pt x="1066800" y="190500"/>
                </a:lnTo>
                <a:lnTo>
                  <a:pt x="1066800" y="200025"/>
                </a:lnTo>
                <a:lnTo>
                  <a:pt x="1076325" y="200025"/>
                </a:lnTo>
                <a:lnTo>
                  <a:pt x="1076325" y="190500"/>
                </a:lnTo>
                <a:lnTo>
                  <a:pt x="1085850" y="190500"/>
                </a:lnTo>
                <a:lnTo>
                  <a:pt x="1085850" y="200025"/>
                </a:lnTo>
                <a:lnTo>
                  <a:pt x="1095375" y="200025"/>
                </a:lnTo>
                <a:lnTo>
                  <a:pt x="1095375" y="219075"/>
                </a:lnTo>
                <a:lnTo>
                  <a:pt x="1066800" y="219075"/>
                </a:lnTo>
                <a:lnTo>
                  <a:pt x="1066800" y="209550"/>
                </a:lnTo>
                <a:lnTo>
                  <a:pt x="1047750" y="209550"/>
                </a:lnTo>
                <a:close/>
                <a:moveTo>
                  <a:pt x="47625" y="190500"/>
                </a:moveTo>
                <a:lnTo>
                  <a:pt x="57150" y="190500"/>
                </a:lnTo>
                <a:lnTo>
                  <a:pt x="57150" y="200025"/>
                </a:lnTo>
                <a:lnTo>
                  <a:pt x="47625" y="200025"/>
                </a:lnTo>
                <a:close/>
                <a:moveTo>
                  <a:pt x="704850" y="190500"/>
                </a:moveTo>
                <a:lnTo>
                  <a:pt x="714375" y="190500"/>
                </a:lnTo>
                <a:lnTo>
                  <a:pt x="714375" y="200025"/>
                </a:lnTo>
                <a:lnTo>
                  <a:pt x="704850" y="200025"/>
                </a:lnTo>
                <a:close/>
                <a:moveTo>
                  <a:pt x="104775" y="200025"/>
                </a:moveTo>
                <a:lnTo>
                  <a:pt x="114300" y="200025"/>
                </a:lnTo>
                <a:lnTo>
                  <a:pt x="114300" y="219075"/>
                </a:lnTo>
                <a:lnTo>
                  <a:pt x="95250" y="219075"/>
                </a:lnTo>
                <a:lnTo>
                  <a:pt x="95250" y="209550"/>
                </a:lnTo>
                <a:lnTo>
                  <a:pt x="104775" y="209550"/>
                </a:lnTo>
                <a:close/>
                <a:moveTo>
                  <a:pt x="714375" y="200025"/>
                </a:moveTo>
                <a:lnTo>
                  <a:pt x="723900" y="200025"/>
                </a:lnTo>
                <a:lnTo>
                  <a:pt x="723900" y="209550"/>
                </a:lnTo>
                <a:lnTo>
                  <a:pt x="714375" y="209550"/>
                </a:lnTo>
                <a:close/>
                <a:moveTo>
                  <a:pt x="895350" y="200025"/>
                </a:moveTo>
                <a:lnTo>
                  <a:pt x="904875" y="200025"/>
                </a:lnTo>
                <a:lnTo>
                  <a:pt x="904875" y="209550"/>
                </a:lnTo>
                <a:lnTo>
                  <a:pt x="895350" y="209550"/>
                </a:lnTo>
                <a:close/>
                <a:moveTo>
                  <a:pt x="1028700" y="200025"/>
                </a:moveTo>
                <a:lnTo>
                  <a:pt x="1038225" y="200025"/>
                </a:lnTo>
                <a:lnTo>
                  <a:pt x="1038225" y="209550"/>
                </a:lnTo>
                <a:lnTo>
                  <a:pt x="1028700" y="209550"/>
                </a:lnTo>
                <a:close/>
                <a:moveTo>
                  <a:pt x="0" y="209550"/>
                </a:moveTo>
                <a:lnTo>
                  <a:pt x="19050" y="209550"/>
                </a:lnTo>
                <a:lnTo>
                  <a:pt x="19050" y="238125"/>
                </a:lnTo>
                <a:lnTo>
                  <a:pt x="0" y="238125"/>
                </a:lnTo>
                <a:close/>
                <a:moveTo>
                  <a:pt x="723900" y="209550"/>
                </a:moveTo>
                <a:lnTo>
                  <a:pt x="733425" y="209550"/>
                </a:lnTo>
                <a:lnTo>
                  <a:pt x="733425" y="219075"/>
                </a:lnTo>
                <a:lnTo>
                  <a:pt x="723900" y="219075"/>
                </a:lnTo>
                <a:close/>
                <a:moveTo>
                  <a:pt x="76200" y="219075"/>
                </a:moveTo>
                <a:lnTo>
                  <a:pt x="85725" y="219075"/>
                </a:lnTo>
                <a:lnTo>
                  <a:pt x="85725" y="228600"/>
                </a:lnTo>
                <a:lnTo>
                  <a:pt x="76200" y="228600"/>
                </a:lnTo>
                <a:close/>
                <a:moveTo>
                  <a:pt x="85725" y="228600"/>
                </a:moveTo>
                <a:lnTo>
                  <a:pt x="104775" y="228600"/>
                </a:lnTo>
                <a:lnTo>
                  <a:pt x="104775" y="238125"/>
                </a:lnTo>
                <a:lnTo>
                  <a:pt x="95250" y="238125"/>
                </a:lnTo>
                <a:lnTo>
                  <a:pt x="95250" y="247650"/>
                </a:lnTo>
                <a:lnTo>
                  <a:pt x="104775" y="247650"/>
                </a:lnTo>
                <a:lnTo>
                  <a:pt x="104775" y="304800"/>
                </a:lnTo>
                <a:lnTo>
                  <a:pt x="76200" y="304800"/>
                </a:lnTo>
                <a:lnTo>
                  <a:pt x="76200" y="285750"/>
                </a:lnTo>
                <a:lnTo>
                  <a:pt x="66675" y="285750"/>
                </a:lnTo>
                <a:lnTo>
                  <a:pt x="66675" y="323850"/>
                </a:lnTo>
                <a:lnTo>
                  <a:pt x="76200" y="323850"/>
                </a:lnTo>
                <a:lnTo>
                  <a:pt x="76200" y="333375"/>
                </a:lnTo>
                <a:lnTo>
                  <a:pt x="47625" y="333375"/>
                </a:lnTo>
                <a:lnTo>
                  <a:pt x="47625" y="323850"/>
                </a:lnTo>
                <a:lnTo>
                  <a:pt x="38100" y="323850"/>
                </a:lnTo>
                <a:lnTo>
                  <a:pt x="38100" y="314325"/>
                </a:lnTo>
                <a:lnTo>
                  <a:pt x="28575" y="314325"/>
                </a:lnTo>
                <a:lnTo>
                  <a:pt x="28575" y="323850"/>
                </a:lnTo>
                <a:lnTo>
                  <a:pt x="19050" y="323850"/>
                </a:lnTo>
                <a:lnTo>
                  <a:pt x="19050" y="304800"/>
                </a:lnTo>
                <a:lnTo>
                  <a:pt x="9525" y="304800"/>
                </a:lnTo>
                <a:lnTo>
                  <a:pt x="9525" y="295275"/>
                </a:lnTo>
                <a:lnTo>
                  <a:pt x="19050" y="295275"/>
                </a:lnTo>
                <a:lnTo>
                  <a:pt x="19050" y="304800"/>
                </a:lnTo>
                <a:lnTo>
                  <a:pt x="47625" y="304800"/>
                </a:lnTo>
                <a:lnTo>
                  <a:pt x="47625" y="323850"/>
                </a:lnTo>
                <a:lnTo>
                  <a:pt x="57150" y="323850"/>
                </a:lnTo>
                <a:lnTo>
                  <a:pt x="57150" y="285750"/>
                </a:lnTo>
                <a:lnTo>
                  <a:pt x="38100" y="285750"/>
                </a:lnTo>
                <a:lnTo>
                  <a:pt x="38100" y="276225"/>
                </a:lnTo>
                <a:lnTo>
                  <a:pt x="47625" y="276225"/>
                </a:lnTo>
                <a:lnTo>
                  <a:pt x="47625" y="257175"/>
                </a:lnTo>
                <a:lnTo>
                  <a:pt x="57150" y="257175"/>
                </a:lnTo>
                <a:lnTo>
                  <a:pt x="57150" y="247650"/>
                </a:lnTo>
                <a:lnTo>
                  <a:pt x="85725" y="247650"/>
                </a:lnTo>
                <a:close/>
                <a:moveTo>
                  <a:pt x="1104900" y="228600"/>
                </a:moveTo>
                <a:lnTo>
                  <a:pt x="1123950" y="228600"/>
                </a:lnTo>
                <a:lnTo>
                  <a:pt x="1123950" y="238125"/>
                </a:lnTo>
                <a:lnTo>
                  <a:pt x="1104900" y="238125"/>
                </a:lnTo>
                <a:close/>
                <a:moveTo>
                  <a:pt x="1171575" y="228600"/>
                </a:moveTo>
                <a:lnTo>
                  <a:pt x="1200150" y="228600"/>
                </a:lnTo>
                <a:lnTo>
                  <a:pt x="1200150" y="238125"/>
                </a:lnTo>
                <a:lnTo>
                  <a:pt x="1181100" y="238125"/>
                </a:lnTo>
                <a:lnTo>
                  <a:pt x="1181100" y="247650"/>
                </a:lnTo>
                <a:lnTo>
                  <a:pt x="1171575" y="247650"/>
                </a:lnTo>
                <a:close/>
                <a:moveTo>
                  <a:pt x="28575" y="238125"/>
                </a:moveTo>
                <a:lnTo>
                  <a:pt x="38100" y="238125"/>
                </a:lnTo>
                <a:lnTo>
                  <a:pt x="38100" y="247650"/>
                </a:lnTo>
                <a:lnTo>
                  <a:pt x="28575" y="247650"/>
                </a:lnTo>
                <a:close/>
                <a:moveTo>
                  <a:pt x="933450" y="238125"/>
                </a:moveTo>
                <a:lnTo>
                  <a:pt x="952500" y="238125"/>
                </a:lnTo>
                <a:lnTo>
                  <a:pt x="952500" y="247650"/>
                </a:lnTo>
                <a:lnTo>
                  <a:pt x="933450" y="247650"/>
                </a:lnTo>
                <a:close/>
                <a:moveTo>
                  <a:pt x="1038225" y="238125"/>
                </a:moveTo>
                <a:lnTo>
                  <a:pt x="1047750" y="238125"/>
                </a:lnTo>
                <a:lnTo>
                  <a:pt x="1047750" y="247650"/>
                </a:lnTo>
                <a:lnTo>
                  <a:pt x="1038225" y="247650"/>
                </a:lnTo>
                <a:close/>
                <a:moveTo>
                  <a:pt x="9525" y="247650"/>
                </a:moveTo>
                <a:lnTo>
                  <a:pt x="19050" y="247650"/>
                </a:lnTo>
                <a:lnTo>
                  <a:pt x="19050" y="276225"/>
                </a:lnTo>
                <a:lnTo>
                  <a:pt x="0" y="276225"/>
                </a:lnTo>
                <a:lnTo>
                  <a:pt x="0" y="266700"/>
                </a:lnTo>
                <a:lnTo>
                  <a:pt x="9525" y="266700"/>
                </a:lnTo>
                <a:close/>
                <a:moveTo>
                  <a:pt x="1143000" y="247650"/>
                </a:moveTo>
                <a:lnTo>
                  <a:pt x="1162050" y="247650"/>
                </a:lnTo>
                <a:lnTo>
                  <a:pt x="1162050" y="257175"/>
                </a:lnTo>
                <a:lnTo>
                  <a:pt x="1143000" y="257175"/>
                </a:lnTo>
                <a:close/>
                <a:moveTo>
                  <a:pt x="1000125" y="257175"/>
                </a:moveTo>
                <a:lnTo>
                  <a:pt x="1009650" y="257175"/>
                </a:lnTo>
                <a:lnTo>
                  <a:pt x="1009650" y="266700"/>
                </a:lnTo>
                <a:lnTo>
                  <a:pt x="1000125" y="266700"/>
                </a:lnTo>
                <a:close/>
                <a:moveTo>
                  <a:pt x="1066800" y="257175"/>
                </a:moveTo>
                <a:lnTo>
                  <a:pt x="1085850" y="257175"/>
                </a:lnTo>
                <a:lnTo>
                  <a:pt x="1085850" y="266700"/>
                </a:lnTo>
                <a:lnTo>
                  <a:pt x="1095375" y="266700"/>
                </a:lnTo>
                <a:lnTo>
                  <a:pt x="1095375" y="276225"/>
                </a:lnTo>
                <a:lnTo>
                  <a:pt x="1085850" y="276225"/>
                </a:lnTo>
                <a:lnTo>
                  <a:pt x="1085850" y="285750"/>
                </a:lnTo>
                <a:lnTo>
                  <a:pt x="1076325" y="285750"/>
                </a:lnTo>
                <a:lnTo>
                  <a:pt x="1076325" y="266700"/>
                </a:lnTo>
                <a:lnTo>
                  <a:pt x="1066800" y="266700"/>
                </a:lnTo>
                <a:close/>
                <a:moveTo>
                  <a:pt x="1009650" y="266700"/>
                </a:moveTo>
                <a:lnTo>
                  <a:pt x="1019175" y="266700"/>
                </a:lnTo>
                <a:lnTo>
                  <a:pt x="1019175" y="276225"/>
                </a:lnTo>
                <a:lnTo>
                  <a:pt x="1009650" y="276225"/>
                </a:lnTo>
                <a:close/>
                <a:moveTo>
                  <a:pt x="1047750" y="266700"/>
                </a:moveTo>
                <a:lnTo>
                  <a:pt x="1066800" y="266700"/>
                </a:lnTo>
                <a:lnTo>
                  <a:pt x="1066800" y="285750"/>
                </a:lnTo>
                <a:lnTo>
                  <a:pt x="1057275" y="285750"/>
                </a:lnTo>
                <a:lnTo>
                  <a:pt x="1057275" y="276225"/>
                </a:lnTo>
                <a:lnTo>
                  <a:pt x="1047750" y="276225"/>
                </a:lnTo>
                <a:close/>
                <a:moveTo>
                  <a:pt x="66675" y="276225"/>
                </a:moveTo>
                <a:lnTo>
                  <a:pt x="85725" y="276225"/>
                </a:lnTo>
                <a:lnTo>
                  <a:pt x="85725" y="257175"/>
                </a:lnTo>
                <a:lnTo>
                  <a:pt x="66675" y="257175"/>
                </a:lnTo>
                <a:close/>
                <a:moveTo>
                  <a:pt x="1019175" y="276225"/>
                </a:moveTo>
                <a:lnTo>
                  <a:pt x="1047750" y="276225"/>
                </a:lnTo>
                <a:lnTo>
                  <a:pt x="1047750" y="285750"/>
                </a:lnTo>
                <a:lnTo>
                  <a:pt x="1019175" y="285750"/>
                </a:lnTo>
                <a:close/>
                <a:moveTo>
                  <a:pt x="1095375" y="276225"/>
                </a:moveTo>
                <a:lnTo>
                  <a:pt x="1114425" y="276225"/>
                </a:lnTo>
                <a:lnTo>
                  <a:pt x="1114425" y="285750"/>
                </a:lnTo>
                <a:lnTo>
                  <a:pt x="1095375" y="285750"/>
                </a:lnTo>
                <a:close/>
                <a:moveTo>
                  <a:pt x="1162050" y="276225"/>
                </a:moveTo>
                <a:lnTo>
                  <a:pt x="1181100" y="276225"/>
                </a:lnTo>
                <a:lnTo>
                  <a:pt x="1181100" y="285750"/>
                </a:lnTo>
                <a:lnTo>
                  <a:pt x="1162050" y="285750"/>
                </a:lnTo>
                <a:close/>
                <a:moveTo>
                  <a:pt x="676275" y="285750"/>
                </a:moveTo>
                <a:lnTo>
                  <a:pt x="685800" y="285750"/>
                </a:lnTo>
                <a:lnTo>
                  <a:pt x="685800" y="295275"/>
                </a:lnTo>
                <a:lnTo>
                  <a:pt x="676275" y="295275"/>
                </a:lnTo>
                <a:close/>
                <a:moveTo>
                  <a:pt x="657225" y="295275"/>
                </a:moveTo>
                <a:lnTo>
                  <a:pt x="676275" y="295275"/>
                </a:lnTo>
                <a:lnTo>
                  <a:pt x="676275" y="314325"/>
                </a:lnTo>
                <a:lnTo>
                  <a:pt x="647700" y="314325"/>
                </a:lnTo>
                <a:lnTo>
                  <a:pt x="647700" y="304800"/>
                </a:lnTo>
                <a:lnTo>
                  <a:pt x="657225" y="304800"/>
                </a:lnTo>
                <a:close/>
                <a:moveTo>
                  <a:pt x="1066800" y="295275"/>
                </a:moveTo>
                <a:lnTo>
                  <a:pt x="1076325" y="295275"/>
                </a:lnTo>
                <a:lnTo>
                  <a:pt x="1076325" y="304800"/>
                </a:lnTo>
                <a:lnTo>
                  <a:pt x="1066800" y="304800"/>
                </a:lnTo>
                <a:close/>
                <a:moveTo>
                  <a:pt x="1104900" y="295275"/>
                </a:moveTo>
                <a:lnTo>
                  <a:pt x="1133475" y="295275"/>
                </a:lnTo>
                <a:lnTo>
                  <a:pt x="1133475" y="304800"/>
                </a:lnTo>
                <a:lnTo>
                  <a:pt x="1162050" y="304800"/>
                </a:lnTo>
                <a:lnTo>
                  <a:pt x="1162050" y="295275"/>
                </a:lnTo>
                <a:lnTo>
                  <a:pt x="1190625" y="295275"/>
                </a:lnTo>
                <a:lnTo>
                  <a:pt x="1190625" y="323850"/>
                </a:lnTo>
                <a:lnTo>
                  <a:pt x="1171575" y="323850"/>
                </a:lnTo>
                <a:lnTo>
                  <a:pt x="1171575" y="333375"/>
                </a:lnTo>
                <a:lnTo>
                  <a:pt x="1152525" y="333375"/>
                </a:lnTo>
                <a:lnTo>
                  <a:pt x="1152525" y="342900"/>
                </a:lnTo>
                <a:lnTo>
                  <a:pt x="1133475" y="342900"/>
                </a:lnTo>
                <a:lnTo>
                  <a:pt x="1133475" y="323850"/>
                </a:lnTo>
                <a:lnTo>
                  <a:pt x="1143000" y="323850"/>
                </a:lnTo>
                <a:lnTo>
                  <a:pt x="1143000" y="314325"/>
                </a:lnTo>
                <a:lnTo>
                  <a:pt x="1123950" y="314325"/>
                </a:lnTo>
                <a:lnTo>
                  <a:pt x="1123950" y="304800"/>
                </a:lnTo>
                <a:lnTo>
                  <a:pt x="1104900" y="304800"/>
                </a:lnTo>
                <a:close/>
                <a:moveTo>
                  <a:pt x="1076325" y="304800"/>
                </a:moveTo>
                <a:lnTo>
                  <a:pt x="1085850" y="304800"/>
                </a:lnTo>
                <a:lnTo>
                  <a:pt x="1085850" y="314325"/>
                </a:lnTo>
                <a:lnTo>
                  <a:pt x="1076325" y="314325"/>
                </a:lnTo>
                <a:close/>
                <a:moveTo>
                  <a:pt x="1095375" y="314325"/>
                </a:moveTo>
                <a:lnTo>
                  <a:pt x="1104900" y="314325"/>
                </a:lnTo>
                <a:lnTo>
                  <a:pt x="1104900" y="323850"/>
                </a:lnTo>
                <a:lnTo>
                  <a:pt x="1095375" y="323850"/>
                </a:lnTo>
                <a:close/>
                <a:moveTo>
                  <a:pt x="104775" y="323850"/>
                </a:moveTo>
                <a:lnTo>
                  <a:pt x="114300" y="323850"/>
                </a:lnTo>
                <a:lnTo>
                  <a:pt x="114300" y="342900"/>
                </a:lnTo>
                <a:lnTo>
                  <a:pt x="104775" y="342900"/>
                </a:lnTo>
                <a:close/>
                <a:moveTo>
                  <a:pt x="38100" y="333375"/>
                </a:moveTo>
                <a:lnTo>
                  <a:pt x="47625" y="333375"/>
                </a:lnTo>
                <a:lnTo>
                  <a:pt x="47625" y="342900"/>
                </a:lnTo>
                <a:lnTo>
                  <a:pt x="38100" y="342900"/>
                </a:lnTo>
                <a:close/>
                <a:moveTo>
                  <a:pt x="1104900" y="333375"/>
                </a:moveTo>
                <a:lnTo>
                  <a:pt x="1114425" y="333375"/>
                </a:lnTo>
                <a:lnTo>
                  <a:pt x="1114425" y="342900"/>
                </a:lnTo>
                <a:lnTo>
                  <a:pt x="1104900" y="342900"/>
                </a:lnTo>
                <a:close/>
                <a:moveTo>
                  <a:pt x="1171575" y="333375"/>
                </a:moveTo>
                <a:lnTo>
                  <a:pt x="1190625" y="333375"/>
                </a:lnTo>
                <a:lnTo>
                  <a:pt x="1190625" y="342900"/>
                </a:lnTo>
                <a:lnTo>
                  <a:pt x="1181100" y="342900"/>
                </a:lnTo>
                <a:lnTo>
                  <a:pt x="1181100" y="352425"/>
                </a:lnTo>
                <a:lnTo>
                  <a:pt x="1171575" y="352425"/>
                </a:lnTo>
                <a:close/>
                <a:moveTo>
                  <a:pt x="0" y="342900"/>
                </a:moveTo>
                <a:lnTo>
                  <a:pt x="9525" y="342900"/>
                </a:lnTo>
                <a:lnTo>
                  <a:pt x="9525" y="352425"/>
                </a:lnTo>
                <a:lnTo>
                  <a:pt x="0" y="352425"/>
                </a:lnTo>
                <a:close/>
                <a:moveTo>
                  <a:pt x="95250" y="342900"/>
                </a:moveTo>
                <a:lnTo>
                  <a:pt x="104775" y="342900"/>
                </a:lnTo>
                <a:lnTo>
                  <a:pt x="104775" y="352425"/>
                </a:lnTo>
                <a:lnTo>
                  <a:pt x="95250" y="352425"/>
                </a:lnTo>
                <a:close/>
                <a:moveTo>
                  <a:pt x="923925" y="342900"/>
                </a:moveTo>
                <a:lnTo>
                  <a:pt x="942975" y="342900"/>
                </a:lnTo>
                <a:lnTo>
                  <a:pt x="942975" y="352425"/>
                </a:lnTo>
                <a:lnTo>
                  <a:pt x="952500" y="352425"/>
                </a:lnTo>
                <a:lnTo>
                  <a:pt x="952500" y="361950"/>
                </a:lnTo>
                <a:lnTo>
                  <a:pt x="923925" y="361950"/>
                </a:lnTo>
                <a:close/>
                <a:moveTo>
                  <a:pt x="9525" y="352425"/>
                </a:moveTo>
                <a:lnTo>
                  <a:pt x="19050" y="352425"/>
                </a:lnTo>
                <a:lnTo>
                  <a:pt x="19050" y="371475"/>
                </a:lnTo>
                <a:lnTo>
                  <a:pt x="9525" y="371475"/>
                </a:lnTo>
                <a:close/>
                <a:moveTo>
                  <a:pt x="104775" y="352425"/>
                </a:moveTo>
                <a:lnTo>
                  <a:pt x="114300" y="352425"/>
                </a:lnTo>
                <a:lnTo>
                  <a:pt x="114300" y="361950"/>
                </a:lnTo>
                <a:lnTo>
                  <a:pt x="104775" y="361950"/>
                </a:lnTo>
                <a:close/>
                <a:moveTo>
                  <a:pt x="904875" y="352425"/>
                </a:moveTo>
                <a:lnTo>
                  <a:pt x="914400" y="352425"/>
                </a:lnTo>
                <a:lnTo>
                  <a:pt x="914400" y="361950"/>
                </a:lnTo>
                <a:lnTo>
                  <a:pt x="904875" y="361950"/>
                </a:lnTo>
                <a:close/>
                <a:moveTo>
                  <a:pt x="1019175" y="352425"/>
                </a:moveTo>
                <a:lnTo>
                  <a:pt x="1038225" y="352425"/>
                </a:lnTo>
                <a:lnTo>
                  <a:pt x="1038225" y="390525"/>
                </a:lnTo>
                <a:lnTo>
                  <a:pt x="1028700" y="390525"/>
                </a:lnTo>
                <a:lnTo>
                  <a:pt x="1028700" y="381000"/>
                </a:lnTo>
                <a:lnTo>
                  <a:pt x="1019175" y="381000"/>
                </a:lnTo>
                <a:close/>
                <a:moveTo>
                  <a:pt x="1114425" y="352425"/>
                </a:moveTo>
                <a:lnTo>
                  <a:pt x="1123950" y="352425"/>
                </a:lnTo>
                <a:lnTo>
                  <a:pt x="1123950" y="371475"/>
                </a:lnTo>
                <a:lnTo>
                  <a:pt x="1104900" y="371475"/>
                </a:lnTo>
                <a:lnTo>
                  <a:pt x="1104900" y="390525"/>
                </a:lnTo>
                <a:lnTo>
                  <a:pt x="1095375" y="390525"/>
                </a:lnTo>
                <a:lnTo>
                  <a:pt x="1095375" y="428625"/>
                </a:lnTo>
                <a:lnTo>
                  <a:pt x="1114425" y="428625"/>
                </a:lnTo>
                <a:lnTo>
                  <a:pt x="1114425" y="438150"/>
                </a:lnTo>
                <a:lnTo>
                  <a:pt x="1095375" y="438150"/>
                </a:lnTo>
                <a:lnTo>
                  <a:pt x="1095375" y="457200"/>
                </a:lnTo>
                <a:lnTo>
                  <a:pt x="1076325" y="457200"/>
                </a:lnTo>
                <a:lnTo>
                  <a:pt x="1076325" y="447675"/>
                </a:lnTo>
                <a:lnTo>
                  <a:pt x="1066800" y="447675"/>
                </a:lnTo>
                <a:lnTo>
                  <a:pt x="1066800" y="419100"/>
                </a:lnTo>
                <a:lnTo>
                  <a:pt x="1057275" y="419100"/>
                </a:lnTo>
                <a:lnTo>
                  <a:pt x="1057275" y="390525"/>
                </a:lnTo>
                <a:lnTo>
                  <a:pt x="1066800" y="390525"/>
                </a:lnTo>
                <a:lnTo>
                  <a:pt x="1066800" y="381000"/>
                </a:lnTo>
                <a:lnTo>
                  <a:pt x="1095375" y="381000"/>
                </a:lnTo>
                <a:lnTo>
                  <a:pt x="1095375" y="371475"/>
                </a:lnTo>
                <a:lnTo>
                  <a:pt x="1085850" y="371475"/>
                </a:lnTo>
                <a:lnTo>
                  <a:pt x="1085850" y="361950"/>
                </a:lnTo>
                <a:lnTo>
                  <a:pt x="1114425" y="361950"/>
                </a:lnTo>
                <a:close/>
                <a:moveTo>
                  <a:pt x="895350" y="361950"/>
                </a:moveTo>
                <a:lnTo>
                  <a:pt x="904875" y="361950"/>
                </a:lnTo>
                <a:lnTo>
                  <a:pt x="904875" y="381000"/>
                </a:lnTo>
                <a:lnTo>
                  <a:pt x="895350" y="381000"/>
                </a:lnTo>
                <a:lnTo>
                  <a:pt x="895350" y="390525"/>
                </a:lnTo>
                <a:lnTo>
                  <a:pt x="885825" y="390525"/>
                </a:lnTo>
                <a:lnTo>
                  <a:pt x="885825" y="371475"/>
                </a:lnTo>
                <a:lnTo>
                  <a:pt x="895350" y="371475"/>
                </a:lnTo>
                <a:close/>
                <a:moveTo>
                  <a:pt x="1133475" y="371475"/>
                </a:moveTo>
                <a:lnTo>
                  <a:pt x="1143000" y="371475"/>
                </a:lnTo>
                <a:lnTo>
                  <a:pt x="1143000" y="381000"/>
                </a:lnTo>
                <a:lnTo>
                  <a:pt x="1133475" y="381000"/>
                </a:lnTo>
                <a:close/>
                <a:moveTo>
                  <a:pt x="1171575" y="371475"/>
                </a:moveTo>
                <a:lnTo>
                  <a:pt x="1181100" y="371475"/>
                </a:lnTo>
                <a:lnTo>
                  <a:pt x="1181100" y="390525"/>
                </a:lnTo>
                <a:lnTo>
                  <a:pt x="1162050" y="390525"/>
                </a:lnTo>
                <a:lnTo>
                  <a:pt x="1162050" y="381000"/>
                </a:lnTo>
                <a:lnTo>
                  <a:pt x="1171575" y="381000"/>
                </a:lnTo>
                <a:close/>
                <a:moveTo>
                  <a:pt x="466725" y="381000"/>
                </a:moveTo>
                <a:lnTo>
                  <a:pt x="476250" y="381000"/>
                </a:lnTo>
                <a:lnTo>
                  <a:pt x="476250" y="390525"/>
                </a:lnTo>
                <a:lnTo>
                  <a:pt x="466725" y="390525"/>
                </a:lnTo>
                <a:close/>
                <a:moveTo>
                  <a:pt x="485775" y="381000"/>
                </a:moveTo>
                <a:lnTo>
                  <a:pt x="495300" y="381000"/>
                </a:lnTo>
                <a:lnTo>
                  <a:pt x="495300" y="390525"/>
                </a:lnTo>
                <a:lnTo>
                  <a:pt x="485775" y="390525"/>
                </a:lnTo>
                <a:close/>
                <a:moveTo>
                  <a:pt x="104775" y="390525"/>
                </a:moveTo>
                <a:lnTo>
                  <a:pt x="114300" y="390525"/>
                </a:lnTo>
                <a:lnTo>
                  <a:pt x="114300" y="400050"/>
                </a:lnTo>
                <a:lnTo>
                  <a:pt x="104775" y="400050"/>
                </a:lnTo>
                <a:close/>
                <a:moveTo>
                  <a:pt x="866775" y="390525"/>
                </a:moveTo>
                <a:lnTo>
                  <a:pt x="885825" y="390525"/>
                </a:lnTo>
                <a:lnTo>
                  <a:pt x="885825" y="400050"/>
                </a:lnTo>
                <a:lnTo>
                  <a:pt x="866775" y="400050"/>
                </a:lnTo>
                <a:close/>
                <a:moveTo>
                  <a:pt x="0" y="400050"/>
                </a:moveTo>
                <a:lnTo>
                  <a:pt x="28575" y="400050"/>
                </a:lnTo>
                <a:lnTo>
                  <a:pt x="28575" y="409575"/>
                </a:lnTo>
                <a:lnTo>
                  <a:pt x="19050" y="409575"/>
                </a:lnTo>
                <a:lnTo>
                  <a:pt x="19050" y="419100"/>
                </a:lnTo>
                <a:lnTo>
                  <a:pt x="9525" y="419100"/>
                </a:lnTo>
                <a:lnTo>
                  <a:pt x="9525" y="409575"/>
                </a:lnTo>
                <a:lnTo>
                  <a:pt x="0" y="409575"/>
                </a:lnTo>
                <a:close/>
                <a:moveTo>
                  <a:pt x="295275" y="400050"/>
                </a:moveTo>
                <a:lnTo>
                  <a:pt x="304800" y="400050"/>
                </a:lnTo>
                <a:lnTo>
                  <a:pt x="304800" y="409575"/>
                </a:lnTo>
                <a:lnTo>
                  <a:pt x="295275" y="409575"/>
                </a:lnTo>
                <a:close/>
                <a:moveTo>
                  <a:pt x="609600" y="400050"/>
                </a:moveTo>
                <a:lnTo>
                  <a:pt x="619125" y="400050"/>
                </a:lnTo>
                <a:lnTo>
                  <a:pt x="619125" y="409575"/>
                </a:lnTo>
                <a:lnTo>
                  <a:pt x="609600" y="409575"/>
                </a:lnTo>
                <a:close/>
                <a:moveTo>
                  <a:pt x="1028700" y="400050"/>
                </a:moveTo>
                <a:lnTo>
                  <a:pt x="1038225" y="400050"/>
                </a:lnTo>
                <a:lnTo>
                  <a:pt x="1038225" y="419100"/>
                </a:lnTo>
                <a:lnTo>
                  <a:pt x="1028700" y="419100"/>
                </a:lnTo>
                <a:lnTo>
                  <a:pt x="1028700" y="438150"/>
                </a:lnTo>
                <a:lnTo>
                  <a:pt x="1019175" y="438150"/>
                </a:lnTo>
                <a:lnTo>
                  <a:pt x="1019175" y="409575"/>
                </a:lnTo>
                <a:lnTo>
                  <a:pt x="1028700" y="409575"/>
                </a:lnTo>
                <a:close/>
                <a:moveTo>
                  <a:pt x="1076325" y="400050"/>
                </a:moveTo>
                <a:lnTo>
                  <a:pt x="1085850" y="400050"/>
                </a:lnTo>
                <a:lnTo>
                  <a:pt x="1085850" y="390525"/>
                </a:lnTo>
                <a:lnTo>
                  <a:pt x="1076325" y="390525"/>
                </a:lnTo>
                <a:close/>
                <a:moveTo>
                  <a:pt x="1133475" y="400050"/>
                </a:moveTo>
                <a:lnTo>
                  <a:pt x="1143000" y="400050"/>
                </a:lnTo>
                <a:lnTo>
                  <a:pt x="1143000" y="409575"/>
                </a:lnTo>
                <a:lnTo>
                  <a:pt x="1152525" y="409575"/>
                </a:lnTo>
                <a:lnTo>
                  <a:pt x="1152525" y="419100"/>
                </a:lnTo>
                <a:lnTo>
                  <a:pt x="1162050" y="419100"/>
                </a:lnTo>
                <a:lnTo>
                  <a:pt x="1162050" y="409575"/>
                </a:lnTo>
                <a:lnTo>
                  <a:pt x="1190625" y="409575"/>
                </a:lnTo>
                <a:lnTo>
                  <a:pt x="1190625" y="438150"/>
                </a:lnTo>
                <a:lnTo>
                  <a:pt x="1181100" y="438150"/>
                </a:lnTo>
                <a:lnTo>
                  <a:pt x="1181100" y="457200"/>
                </a:lnTo>
                <a:lnTo>
                  <a:pt x="1162050" y="457200"/>
                </a:lnTo>
                <a:lnTo>
                  <a:pt x="1162050" y="476250"/>
                </a:lnTo>
                <a:lnTo>
                  <a:pt x="1152525" y="476250"/>
                </a:lnTo>
                <a:lnTo>
                  <a:pt x="1152525" y="485775"/>
                </a:lnTo>
                <a:lnTo>
                  <a:pt x="1143000" y="485775"/>
                </a:lnTo>
                <a:lnTo>
                  <a:pt x="1143000" y="476250"/>
                </a:lnTo>
                <a:lnTo>
                  <a:pt x="1133475" y="476250"/>
                </a:lnTo>
                <a:lnTo>
                  <a:pt x="1133475" y="457200"/>
                </a:lnTo>
                <a:lnTo>
                  <a:pt x="1123950" y="457200"/>
                </a:lnTo>
                <a:lnTo>
                  <a:pt x="1123950" y="409575"/>
                </a:lnTo>
                <a:lnTo>
                  <a:pt x="1133475" y="409575"/>
                </a:lnTo>
                <a:close/>
                <a:moveTo>
                  <a:pt x="57150" y="409575"/>
                </a:moveTo>
                <a:lnTo>
                  <a:pt x="66675" y="409575"/>
                </a:lnTo>
                <a:lnTo>
                  <a:pt x="66675" y="428625"/>
                </a:lnTo>
                <a:lnTo>
                  <a:pt x="57150" y="428625"/>
                </a:lnTo>
                <a:close/>
                <a:moveTo>
                  <a:pt x="600075" y="409575"/>
                </a:moveTo>
                <a:lnTo>
                  <a:pt x="609600" y="409575"/>
                </a:lnTo>
                <a:lnTo>
                  <a:pt x="609600" y="419100"/>
                </a:lnTo>
                <a:lnTo>
                  <a:pt x="600075" y="419100"/>
                </a:lnTo>
                <a:close/>
                <a:moveTo>
                  <a:pt x="857250" y="409575"/>
                </a:moveTo>
                <a:lnTo>
                  <a:pt x="876300" y="409575"/>
                </a:lnTo>
                <a:lnTo>
                  <a:pt x="876300" y="438150"/>
                </a:lnTo>
                <a:lnTo>
                  <a:pt x="866775" y="438150"/>
                </a:lnTo>
                <a:lnTo>
                  <a:pt x="866775" y="419100"/>
                </a:lnTo>
                <a:lnTo>
                  <a:pt x="857250" y="419100"/>
                </a:lnTo>
                <a:close/>
                <a:moveTo>
                  <a:pt x="923925" y="409575"/>
                </a:moveTo>
                <a:lnTo>
                  <a:pt x="933450" y="409575"/>
                </a:lnTo>
                <a:lnTo>
                  <a:pt x="933450" y="428625"/>
                </a:lnTo>
                <a:lnTo>
                  <a:pt x="952500" y="428625"/>
                </a:lnTo>
                <a:lnTo>
                  <a:pt x="952500" y="438150"/>
                </a:lnTo>
                <a:lnTo>
                  <a:pt x="942975" y="438150"/>
                </a:lnTo>
                <a:lnTo>
                  <a:pt x="942975" y="447675"/>
                </a:lnTo>
                <a:lnTo>
                  <a:pt x="923925" y="447675"/>
                </a:lnTo>
                <a:close/>
                <a:moveTo>
                  <a:pt x="19050" y="419100"/>
                </a:moveTo>
                <a:lnTo>
                  <a:pt x="28575" y="419100"/>
                </a:lnTo>
                <a:lnTo>
                  <a:pt x="28575" y="428625"/>
                </a:lnTo>
                <a:lnTo>
                  <a:pt x="19050" y="428625"/>
                </a:lnTo>
                <a:close/>
                <a:moveTo>
                  <a:pt x="76200" y="419100"/>
                </a:moveTo>
                <a:lnTo>
                  <a:pt x="95250" y="419100"/>
                </a:lnTo>
                <a:lnTo>
                  <a:pt x="95250" y="428625"/>
                </a:lnTo>
                <a:lnTo>
                  <a:pt x="76200" y="428625"/>
                </a:lnTo>
                <a:close/>
                <a:moveTo>
                  <a:pt x="104775" y="419100"/>
                </a:moveTo>
                <a:lnTo>
                  <a:pt x="114300" y="419100"/>
                </a:lnTo>
                <a:lnTo>
                  <a:pt x="114300" y="447675"/>
                </a:lnTo>
                <a:lnTo>
                  <a:pt x="104775" y="447675"/>
                </a:lnTo>
                <a:close/>
                <a:moveTo>
                  <a:pt x="581025" y="419100"/>
                </a:moveTo>
                <a:lnTo>
                  <a:pt x="590550" y="419100"/>
                </a:lnTo>
                <a:lnTo>
                  <a:pt x="590550" y="428625"/>
                </a:lnTo>
                <a:lnTo>
                  <a:pt x="581025" y="428625"/>
                </a:lnTo>
                <a:close/>
                <a:moveTo>
                  <a:pt x="247650" y="438150"/>
                </a:moveTo>
                <a:lnTo>
                  <a:pt x="266700" y="438150"/>
                </a:lnTo>
                <a:lnTo>
                  <a:pt x="266700" y="447675"/>
                </a:lnTo>
                <a:lnTo>
                  <a:pt x="247650" y="447675"/>
                </a:lnTo>
                <a:close/>
                <a:moveTo>
                  <a:pt x="1047750" y="447675"/>
                </a:moveTo>
                <a:lnTo>
                  <a:pt x="1057275" y="447675"/>
                </a:lnTo>
                <a:lnTo>
                  <a:pt x="1057275" y="457200"/>
                </a:lnTo>
                <a:lnTo>
                  <a:pt x="1066800" y="457200"/>
                </a:lnTo>
                <a:lnTo>
                  <a:pt x="1066800" y="466725"/>
                </a:lnTo>
                <a:lnTo>
                  <a:pt x="1076325" y="466725"/>
                </a:lnTo>
                <a:lnTo>
                  <a:pt x="1076325" y="476250"/>
                </a:lnTo>
                <a:lnTo>
                  <a:pt x="1057275" y="476250"/>
                </a:lnTo>
                <a:lnTo>
                  <a:pt x="1057275" y="466725"/>
                </a:lnTo>
                <a:lnTo>
                  <a:pt x="1047750" y="466725"/>
                </a:lnTo>
                <a:close/>
                <a:moveTo>
                  <a:pt x="1104900" y="447675"/>
                </a:moveTo>
                <a:lnTo>
                  <a:pt x="1114425" y="447675"/>
                </a:lnTo>
                <a:lnTo>
                  <a:pt x="1114425" y="466725"/>
                </a:lnTo>
                <a:lnTo>
                  <a:pt x="1123950" y="466725"/>
                </a:lnTo>
                <a:lnTo>
                  <a:pt x="1123950" y="504825"/>
                </a:lnTo>
                <a:lnTo>
                  <a:pt x="1114425" y="504825"/>
                </a:lnTo>
                <a:lnTo>
                  <a:pt x="1114425" y="495300"/>
                </a:lnTo>
                <a:lnTo>
                  <a:pt x="1104900" y="495300"/>
                </a:lnTo>
                <a:lnTo>
                  <a:pt x="1104900" y="485775"/>
                </a:lnTo>
                <a:lnTo>
                  <a:pt x="1095375" y="485775"/>
                </a:lnTo>
                <a:lnTo>
                  <a:pt x="1095375" y="476250"/>
                </a:lnTo>
                <a:lnTo>
                  <a:pt x="1085850" y="476250"/>
                </a:lnTo>
                <a:lnTo>
                  <a:pt x="1085850" y="466725"/>
                </a:lnTo>
                <a:lnTo>
                  <a:pt x="1104900" y="466725"/>
                </a:lnTo>
                <a:close/>
                <a:moveTo>
                  <a:pt x="95250" y="457200"/>
                </a:moveTo>
                <a:lnTo>
                  <a:pt x="104775" y="457200"/>
                </a:lnTo>
                <a:lnTo>
                  <a:pt x="104775" y="476250"/>
                </a:lnTo>
                <a:lnTo>
                  <a:pt x="95250" y="476250"/>
                </a:lnTo>
                <a:close/>
                <a:moveTo>
                  <a:pt x="619125" y="457200"/>
                </a:moveTo>
                <a:lnTo>
                  <a:pt x="628650" y="457200"/>
                </a:lnTo>
                <a:lnTo>
                  <a:pt x="628650" y="466725"/>
                </a:lnTo>
                <a:lnTo>
                  <a:pt x="619125" y="466725"/>
                </a:lnTo>
                <a:close/>
                <a:moveTo>
                  <a:pt x="628650" y="466725"/>
                </a:moveTo>
                <a:lnTo>
                  <a:pt x="638175" y="466725"/>
                </a:lnTo>
                <a:lnTo>
                  <a:pt x="638175" y="476250"/>
                </a:lnTo>
                <a:lnTo>
                  <a:pt x="628650" y="476250"/>
                </a:lnTo>
                <a:close/>
                <a:moveTo>
                  <a:pt x="733425" y="466725"/>
                </a:moveTo>
                <a:lnTo>
                  <a:pt x="742950" y="466725"/>
                </a:lnTo>
                <a:lnTo>
                  <a:pt x="742950" y="476250"/>
                </a:lnTo>
                <a:lnTo>
                  <a:pt x="733425" y="476250"/>
                </a:lnTo>
                <a:close/>
                <a:moveTo>
                  <a:pt x="1019175" y="466725"/>
                </a:moveTo>
                <a:lnTo>
                  <a:pt x="1028700" y="466725"/>
                </a:lnTo>
                <a:lnTo>
                  <a:pt x="1028700" y="485775"/>
                </a:lnTo>
                <a:lnTo>
                  <a:pt x="1019175" y="485775"/>
                </a:lnTo>
                <a:close/>
                <a:moveTo>
                  <a:pt x="1171575" y="466725"/>
                </a:moveTo>
                <a:lnTo>
                  <a:pt x="1181100" y="466725"/>
                </a:lnTo>
                <a:lnTo>
                  <a:pt x="1181100" y="476250"/>
                </a:lnTo>
                <a:lnTo>
                  <a:pt x="1171575" y="476250"/>
                </a:lnTo>
                <a:close/>
                <a:moveTo>
                  <a:pt x="0" y="476250"/>
                </a:moveTo>
                <a:lnTo>
                  <a:pt x="19050" y="476250"/>
                </a:lnTo>
                <a:lnTo>
                  <a:pt x="19050" y="485775"/>
                </a:lnTo>
                <a:lnTo>
                  <a:pt x="28575" y="485775"/>
                </a:lnTo>
                <a:lnTo>
                  <a:pt x="28575" y="514350"/>
                </a:lnTo>
                <a:lnTo>
                  <a:pt x="19050" y="514350"/>
                </a:lnTo>
                <a:lnTo>
                  <a:pt x="19050" y="523875"/>
                </a:lnTo>
                <a:lnTo>
                  <a:pt x="9525" y="523875"/>
                </a:lnTo>
                <a:lnTo>
                  <a:pt x="9525" y="533400"/>
                </a:lnTo>
                <a:lnTo>
                  <a:pt x="0" y="533400"/>
                </a:lnTo>
                <a:close/>
                <a:moveTo>
                  <a:pt x="95250" y="485775"/>
                </a:moveTo>
                <a:lnTo>
                  <a:pt x="104775" y="485775"/>
                </a:lnTo>
                <a:lnTo>
                  <a:pt x="104775" y="533400"/>
                </a:lnTo>
                <a:lnTo>
                  <a:pt x="95250" y="533400"/>
                </a:lnTo>
                <a:lnTo>
                  <a:pt x="95250" y="523875"/>
                </a:lnTo>
                <a:lnTo>
                  <a:pt x="85725" y="523875"/>
                </a:lnTo>
                <a:lnTo>
                  <a:pt x="85725" y="504825"/>
                </a:lnTo>
                <a:lnTo>
                  <a:pt x="95250" y="504825"/>
                </a:lnTo>
                <a:close/>
                <a:moveTo>
                  <a:pt x="1009650" y="485775"/>
                </a:moveTo>
                <a:lnTo>
                  <a:pt x="1019175" y="485775"/>
                </a:lnTo>
                <a:lnTo>
                  <a:pt x="1019175" y="504825"/>
                </a:lnTo>
                <a:lnTo>
                  <a:pt x="1009650" y="504825"/>
                </a:lnTo>
                <a:close/>
                <a:moveTo>
                  <a:pt x="1047750" y="485775"/>
                </a:moveTo>
                <a:lnTo>
                  <a:pt x="1066800" y="485775"/>
                </a:lnTo>
                <a:lnTo>
                  <a:pt x="1066800" y="495300"/>
                </a:lnTo>
                <a:lnTo>
                  <a:pt x="1047750" y="495300"/>
                </a:lnTo>
                <a:close/>
                <a:moveTo>
                  <a:pt x="1171575" y="485775"/>
                </a:moveTo>
                <a:lnTo>
                  <a:pt x="1181100" y="485775"/>
                </a:lnTo>
                <a:lnTo>
                  <a:pt x="1181100" y="495300"/>
                </a:lnTo>
                <a:lnTo>
                  <a:pt x="1190625" y="495300"/>
                </a:lnTo>
                <a:lnTo>
                  <a:pt x="1190625" y="504825"/>
                </a:lnTo>
                <a:lnTo>
                  <a:pt x="1171575" y="504825"/>
                </a:lnTo>
                <a:close/>
                <a:moveTo>
                  <a:pt x="1085850" y="504825"/>
                </a:moveTo>
                <a:lnTo>
                  <a:pt x="1104900" y="504825"/>
                </a:lnTo>
                <a:lnTo>
                  <a:pt x="1104900" y="533400"/>
                </a:lnTo>
                <a:lnTo>
                  <a:pt x="1076325" y="533400"/>
                </a:lnTo>
                <a:lnTo>
                  <a:pt x="1076325" y="514350"/>
                </a:lnTo>
                <a:lnTo>
                  <a:pt x="1085850" y="514350"/>
                </a:lnTo>
                <a:close/>
                <a:moveTo>
                  <a:pt x="1133475" y="504825"/>
                </a:moveTo>
                <a:lnTo>
                  <a:pt x="1143000" y="504825"/>
                </a:lnTo>
                <a:lnTo>
                  <a:pt x="1143000" y="514350"/>
                </a:lnTo>
                <a:lnTo>
                  <a:pt x="1171575" y="514350"/>
                </a:lnTo>
                <a:lnTo>
                  <a:pt x="1171575" y="542925"/>
                </a:lnTo>
                <a:lnTo>
                  <a:pt x="1162050" y="542925"/>
                </a:lnTo>
                <a:lnTo>
                  <a:pt x="1162050" y="523875"/>
                </a:lnTo>
                <a:lnTo>
                  <a:pt x="1133475" y="523875"/>
                </a:lnTo>
                <a:close/>
                <a:moveTo>
                  <a:pt x="47625" y="514350"/>
                </a:moveTo>
                <a:lnTo>
                  <a:pt x="76200" y="514350"/>
                </a:lnTo>
                <a:lnTo>
                  <a:pt x="76200" y="523875"/>
                </a:lnTo>
                <a:lnTo>
                  <a:pt x="66675" y="523875"/>
                </a:lnTo>
                <a:lnTo>
                  <a:pt x="66675" y="542925"/>
                </a:lnTo>
                <a:lnTo>
                  <a:pt x="76200" y="542925"/>
                </a:lnTo>
                <a:lnTo>
                  <a:pt x="76200" y="552450"/>
                </a:lnTo>
                <a:lnTo>
                  <a:pt x="95250" y="552450"/>
                </a:lnTo>
                <a:lnTo>
                  <a:pt x="95250" y="561975"/>
                </a:lnTo>
                <a:lnTo>
                  <a:pt x="66675" y="561975"/>
                </a:lnTo>
                <a:lnTo>
                  <a:pt x="66675" y="571500"/>
                </a:lnTo>
                <a:lnTo>
                  <a:pt x="57150" y="571500"/>
                </a:lnTo>
                <a:lnTo>
                  <a:pt x="57150" y="533400"/>
                </a:lnTo>
                <a:lnTo>
                  <a:pt x="47625" y="533400"/>
                </a:lnTo>
                <a:close/>
                <a:moveTo>
                  <a:pt x="1038225" y="514350"/>
                </a:moveTo>
                <a:lnTo>
                  <a:pt x="1047750" y="514350"/>
                </a:lnTo>
                <a:lnTo>
                  <a:pt x="1047750" y="523875"/>
                </a:lnTo>
                <a:lnTo>
                  <a:pt x="1057275" y="523875"/>
                </a:lnTo>
                <a:lnTo>
                  <a:pt x="1057275" y="542925"/>
                </a:lnTo>
                <a:lnTo>
                  <a:pt x="1047750" y="542925"/>
                </a:lnTo>
                <a:lnTo>
                  <a:pt x="1047750" y="533400"/>
                </a:lnTo>
                <a:lnTo>
                  <a:pt x="1038225" y="533400"/>
                </a:lnTo>
                <a:close/>
                <a:moveTo>
                  <a:pt x="428625" y="523875"/>
                </a:moveTo>
                <a:lnTo>
                  <a:pt x="438150" y="523875"/>
                </a:lnTo>
                <a:lnTo>
                  <a:pt x="438150" y="533400"/>
                </a:lnTo>
                <a:lnTo>
                  <a:pt x="428625" y="533400"/>
                </a:lnTo>
                <a:close/>
                <a:moveTo>
                  <a:pt x="1009650" y="533400"/>
                </a:moveTo>
                <a:lnTo>
                  <a:pt x="1019175" y="533400"/>
                </a:lnTo>
                <a:lnTo>
                  <a:pt x="1019175" y="571500"/>
                </a:lnTo>
                <a:lnTo>
                  <a:pt x="1009650" y="571500"/>
                </a:lnTo>
                <a:close/>
                <a:moveTo>
                  <a:pt x="19050" y="542925"/>
                </a:moveTo>
                <a:lnTo>
                  <a:pt x="28575" y="542925"/>
                </a:lnTo>
                <a:lnTo>
                  <a:pt x="28575" y="571500"/>
                </a:lnTo>
                <a:lnTo>
                  <a:pt x="9525" y="571500"/>
                </a:lnTo>
                <a:lnTo>
                  <a:pt x="9525" y="552450"/>
                </a:lnTo>
                <a:lnTo>
                  <a:pt x="19050" y="552450"/>
                </a:lnTo>
                <a:close/>
                <a:moveTo>
                  <a:pt x="104775" y="542925"/>
                </a:moveTo>
                <a:lnTo>
                  <a:pt x="114300" y="542925"/>
                </a:lnTo>
                <a:lnTo>
                  <a:pt x="114300" y="571500"/>
                </a:lnTo>
                <a:lnTo>
                  <a:pt x="104775" y="571500"/>
                </a:lnTo>
                <a:close/>
                <a:moveTo>
                  <a:pt x="1076325" y="542925"/>
                </a:moveTo>
                <a:lnTo>
                  <a:pt x="1085850" y="542925"/>
                </a:lnTo>
                <a:lnTo>
                  <a:pt x="1085850" y="552450"/>
                </a:lnTo>
                <a:lnTo>
                  <a:pt x="1076325" y="552450"/>
                </a:lnTo>
                <a:close/>
                <a:moveTo>
                  <a:pt x="1114425" y="542925"/>
                </a:moveTo>
                <a:lnTo>
                  <a:pt x="1143000" y="542925"/>
                </a:lnTo>
                <a:lnTo>
                  <a:pt x="1143000" y="561975"/>
                </a:lnTo>
                <a:lnTo>
                  <a:pt x="1152525" y="561975"/>
                </a:lnTo>
                <a:lnTo>
                  <a:pt x="1152525" y="581025"/>
                </a:lnTo>
                <a:lnTo>
                  <a:pt x="1162050" y="581025"/>
                </a:lnTo>
                <a:lnTo>
                  <a:pt x="1162050" y="600075"/>
                </a:lnTo>
                <a:lnTo>
                  <a:pt x="1152525" y="600075"/>
                </a:lnTo>
                <a:lnTo>
                  <a:pt x="1152525" y="590550"/>
                </a:lnTo>
                <a:lnTo>
                  <a:pt x="1133475" y="590550"/>
                </a:lnTo>
                <a:lnTo>
                  <a:pt x="1133475" y="571500"/>
                </a:lnTo>
                <a:lnTo>
                  <a:pt x="1123950" y="571500"/>
                </a:lnTo>
                <a:lnTo>
                  <a:pt x="1123950" y="561975"/>
                </a:lnTo>
                <a:lnTo>
                  <a:pt x="1104900" y="561975"/>
                </a:lnTo>
                <a:lnTo>
                  <a:pt x="1104900" y="552450"/>
                </a:lnTo>
                <a:lnTo>
                  <a:pt x="1114425" y="552450"/>
                </a:lnTo>
                <a:close/>
                <a:moveTo>
                  <a:pt x="904875" y="552450"/>
                </a:moveTo>
                <a:lnTo>
                  <a:pt x="923925" y="552450"/>
                </a:lnTo>
                <a:lnTo>
                  <a:pt x="923925" y="561975"/>
                </a:lnTo>
                <a:lnTo>
                  <a:pt x="914400" y="561975"/>
                </a:lnTo>
                <a:lnTo>
                  <a:pt x="914400" y="571500"/>
                </a:lnTo>
                <a:lnTo>
                  <a:pt x="904875" y="571500"/>
                </a:lnTo>
                <a:close/>
                <a:moveTo>
                  <a:pt x="1047750" y="552450"/>
                </a:moveTo>
                <a:lnTo>
                  <a:pt x="1057275" y="552450"/>
                </a:lnTo>
                <a:lnTo>
                  <a:pt x="1057275" y="561975"/>
                </a:lnTo>
                <a:lnTo>
                  <a:pt x="1047750" y="561975"/>
                </a:lnTo>
                <a:close/>
                <a:moveTo>
                  <a:pt x="1066800" y="552450"/>
                </a:moveTo>
                <a:lnTo>
                  <a:pt x="1076325" y="552450"/>
                </a:lnTo>
                <a:lnTo>
                  <a:pt x="1076325" y="561975"/>
                </a:lnTo>
                <a:lnTo>
                  <a:pt x="1066800" y="561975"/>
                </a:lnTo>
                <a:close/>
                <a:moveTo>
                  <a:pt x="942975" y="561975"/>
                </a:moveTo>
                <a:lnTo>
                  <a:pt x="952500" y="561975"/>
                </a:lnTo>
                <a:lnTo>
                  <a:pt x="952500" y="571500"/>
                </a:lnTo>
                <a:lnTo>
                  <a:pt x="942975" y="571500"/>
                </a:lnTo>
                <a:close/>
                <a:moveTo>
                  <a:pt x="523875" y="571500"/>
                </a:moveTo>
                <a:lnTo>
                  <a:pt x="533400" y="571500"/>
                </a:lnTo>
                <a:lnTo>
                  <a:pt x="533400" y="581025"/>
                </a:lnTo>
                <a:lnTo>
                  <a:pt x="542925" y="581025"/>
                </a:lnTo>
                <a:lnTo>
                  <a:pt x="542925" y="590550"/>
                </a:lnTo>
                <a:lnTo>
                  <a:pt x="552450" y="590550"/>
                </a:lnTo>
                <a:lnTo>
                  <a:pt x="552450" y="609600"/>
                </a:lnTo>
                <a:lnTo>
                  <a:pt x="542925" y="609600"/>
                </a:lnTo>
                <a:lnTo>
                  <a:pt x="542925" y="619125"/>
                </a:lnTo>
                <a:lnTo>
                  <a:pt x="533400" y="619125"/>
                </a:lnTo>
                <a:lnTo>
                  <a:pt x="533400" y="600075"/>
                </a:lnTo>
                <a:lnTo>
                  <a:pt x="523875" y="600075"/>
                </a:lnTo>
                <a:close/>
                <a:moveTo>
                  <a:pt x="933450" y="571500"/>
                </a:moveTo>
                <a:lnTo>
                  <a:pt x="942975" y="571500"/>
                </a:lnTo>
                <a:lnTo>
                  <a:pt x="942975" y="590550"/>
                </a:lnTo>
                <a:lnTo>
                  <a:pt x="933450" y="590550"/>
                </a:lnTo>
                <a:close/>
                <a:moveTo>
                  <a:pt x="1066800" y="571500"/>
                </a:moveTo>
                <a:lnTo>
                  <a:pt x="1076325" y="571500"/>
                </a:lnTo>
                <a:lnTo>
                  <a:pt x="1076325" y="581025"/>
                </a:lnTo>
                <a:lnTo>
                  <a:pt x="1066800" y="581025"/>
                </a:lnTo>
                <a:close/>
                <a:moveTo>
                  <a:pt x="47625" y="581025"/>
                </a:moveTo>
                <a:lnTo>
                  <a:pt x="57150" y="581025"/>
                </a:lnTo>
                <a:lnTo>
                  <a:pt x="57150" y="600075"/>
                </a:lnTo>
                <a:lnTo>
                  <a:pt x="47625" y="600075"/>
                </a:lnTo>
                <a:lnTo>
                  <a:pt x="47625" y="609600"/>
                </a:lnTo>
                <a:lnTo>
                  <a:pt x="38100" y="609600"/>
                </a:lnTo>
                <a:lnTo>
                  <a:pt x="38100" y="590550"/>
                </a:lnTo>
                <a:lnTo>
                  <a:pt x="47625" y="590550"/>
                </a:lnTo>
                <a:close/>
                <a:moveTo>
                  <a:pt x="361950" y="581025"/>
                </a:moveTo>
                <a:lnTo>
                  <a:pt x="371475" y="581025"/>
                </a:lnTo>
                <a:lnTo>
                  <a:pt x="371475" y="590550"/>
                </a:lnTo>
                <a:lnTo>
                  <a:pt x="361950" y="590550"/>
                </a:lnTo>
                <a:close/>
                <a:moveTo>
                  <a:pt x="390525" y="581025"/>
                </a:moveTo>
                <a:lnTo>
                  <a:pt x="409575" y="581025"/>
                </a:lnTo>
                <a:lnTo>
                  <a:pt x="409575" y="590550"/>
                </a:lnTo>
                <a:lnTo>
                  <a:pt x="390525" y="590550"/>
                </a:lnTo>
                <a:close/>
                <a:moveTo>
                  <a:pt x="990600" y="581025"/>
                </a:moveTo>
                <a:lnTo>
                  <a:pt x="1000125" y="581025"/>
                </a:lnTo>
                <a:lnTo>
                  <a:pt x="1000125" y="590550"/>
                </a:lnTo>
                <a:lnTo>
                  <a:pt x="990600" y="590550"/>
                </a:lnTo>
                <a:close/>
                <a:moveTo>
                  <a:pt x="1009650" y="581025"/>
                </a:moveTo>
                <a:lnTo>
                  <a:pt x="1019175" y="581025"/>
                </a:lnTo>
                <a:lnTo>
                  <a:pt x="1019175" y="600075"/>
                </a:lnTo>
                <a:lnTo>
                  <a:pt x="1009650" y="600075"/>
                </a:lnTo>
                <a:close/>
                <a:moveTo>
                  <a:pt x="1076325" y="581025"/>
                </a:moveTo>
                <a:lnTo>
                  <a:pt x="1095375" y="581025"/>
                </a:lnTo>
                <a:lnTo>
                  <a:pt x="1095375" y="600075"/>
                </a:lnTo>
                <a:lnTo>
                  <a:pt x="1085850" y="600075"/>
                </a:lnTo>
                <a:lnTo>
                  <a:pt x="1085850" y="590550"/>
                </a:lnTo>
                <a:lnTo>
                  <a:pt x="1076325" y="590550"/>
                </a:lnTo>
                <a:close/>
                <a:moveTo>
                  <a:pt x="19050" y="590550"/>
                </a:moveTo>
                <a:lnTo>
                  <a:pt x="28575" y="590550"/>
                </a:lnTo>
                <a:lnTo>
                  <a:pt x="28575" y="600075"/>
                </a:lnTo>
                <a:lnTo>
                  <a:pt x="19050" y="600075"/>
                </a:lnTo>
                <a:close/>
                <a:moveTo>
                  <a:pt x="923925" y="590550"/>
                </a:moveTo>
                <a:lnTo>
                  <a:pt x="933450" y="590550"/>
                </a:lnTo>
                <a:lnTo>
                  <a:pt x="933450" y="600075"/>
                </a:lnTo>
                <a:lnTo>
                  <a:pt x="923925" y="600075"/>
                </a:lnTo>
                <a:close/>
                <a:moveTo>
                  <a:pt x="171450" y="600075"/>
                </a:moveTo>
                <a:lnTo>
                  <a:pt x="180975" y="600075"/>
                </a:lnTo>
                <a:lnTo>
                  <a:pt x="180975" y="619125"/>
                </a:lnTo>
                <a:lnTo>
                  <a:pt x="171450" y="619125"/>
                </a:lnTo>
                <a:close/>
                <a:moveTo>
                  <a:pt x="9525" y="609600"/>
                </a:moveTo>
                <a:lnTo>
                  <a:pt x="28575" y="609600"/>
                </a:lnTo>
                <a:lnTo>
                  <a:pt x="28575" y="638175"/>
                </a:lnTo>
                <a:lnTo>
                  <a:pt x="9525" y="638175"/>
                </a:lnTo>
                <a:close/>
                <a:moveTo>
                  <a:pt x="76200" y="609600"/>
                </a:moveTo>
                <a:lnTo>
                  <a:pt x="85725" y="609600"/>
                </a:lnTo>
                <a:lnTo>
                  <a:pt x="85725" y="619125"/>
                </a:lnTo>
                <a:lnTo>
                  <a:pt x="76200" y="619125"/>
                </a:lnTo>
                <a:close/>
                <a:moveTo>
                  <a:pt x="1114425" y="619125"/>
                </a:moveTo>
                <a:lnTo>
                  <a:pt x="1133475" y="619125"/>
                </a:lnTo>
                <a:lnTo>
                  <a:pt x="1133475" y="647700"/>
                </a:lnTo>
                <a:lnTo>
                  <a:pt x="1114425" y="647700"/>
                </a:lnTo>
                <a:lnTo>
                  <a:pt x="1114425" y="657225"/>
                </a:lnTo>
                <a:lnTo>
                  <a:pt x="1095375" y="657225"/>
                </a:lnTo>
                <a:lnTo>
                  <a:pt x="1095375" y="666750"/>
                </a:lnTo>
                <a:lnTo>
                  <a:pt x="1085850" y="666750"/>
                </a:lnTo>
                <a:lnTo>
                  <a:pt x="1085850" y="704850"/>
                </a:lnTo>
                <a:lnTo>
                  <a:pt x="1095375" y="704850"/>
                </a:lnTo>
                <a:lnTo>
                  <a:pt x="1095375" y="714375"/>
                </a:lnTo>
                <a:lnTo>
                  <a:pt x="1085850" y="714375"/>
                </a:lnTo>
                <a:lnTo>
                  <a:pt x="1085850" y="723900"/>
                </a:lnTo>
                <a:lnTo>
                  <a:pt x="1076325" y="723900"/>
                </a:lnTo>
                <a:lnTo>
                  <a:pt x="1076325" y="714375"/>
                </a:lnTo>
                <a:lnTo>
                  <a:pt x="1057275" y="714375"/>
                </a:lnTo>
                <a:lnTo>
                  <a:pt x="1057275" y="695325"/>
                </a:lnTo>
                <a:lnTo>
                  <a:pt x="1066800" y="695325"/>
                </a:lnTo>
                <a:lnTo>
                  <a:pt x="1066800" y="676275"/>
                </a:lnTo>
                <a:lnTo>
                  <a:pt x="1057275" y="676275"/>
                </a:lnTo>
                <a:lnTo>
                  <a:pt x="1057275" y="666750"/>
                </a:lnTo>
                <a:lnTo>
                  <a:pt x="1066800" y="666750"/>
                </a:lnTo>
                <a:lnTo>
                  <a:pt x="1066800" y="647700"/>
                </a:lnTo>
                <a:lnTo>
                  <a:pt x="1076325" y="647700"/>
                </a:lnTo>
                <a:lnTo>
                  <a:pt x="1076325" y="638175"/>
                </a:lnTo>
                <a:lnTo>
                  <a:pt x="1104900" y="638175"/>
                </a:lnTo>
                <a:lnTo>
                  <a:pt x="1104900" y="628650"/>
                </a:lnTo>
                <a:lnTo>
                  <a:pt x="1114425" y="628650"/>
                </a:lnTo>
                <a:close/>
                <a:moveTo>
                  <a:pt x="104775" y="628650"/>
                </a:moveTo>
                <a:lnTo>
                  <a:pt x="114300" y="628650"/>
                </a:lnTo>
                <a:lnTo>
                  <a:pt x="114300" y="657225"/>
                </a:lnTo>
                <a:lnTo>
                  <a:pt x="104775" y="657225"/>
                </a:lnTo>
                <a:close/>
                <a:moveTo>
                  <a:pt x="533400" y="628650"/>
                </a:moveTo>
                <a:lnTo>
                  <a:pt x="542925" y="628650"/>
                </a:lnTo>
                <a:lnTo>
                  <a:pt x="542925" y="638175"/>
                </a:lnTo>
                <a:lnTo>
                  <a:pt x="533400" y="638175"/>
                </a:lnTo>
                <a:close/>
                <a:moveTo>
                  <a:pt x="38100" y="638175"/>
                </a:moveTo>
                <a:lnTo>
                  <a:pt x="76200" y="638175"/>
                </a:lnTo>
                <a:lnTo>
                  <a:pt x="76200" y="647700"/>
                </a:lnTo>
                <a:lnTo>
                  <a:pt x="66675" y="647700"/>
                </a:lnTo>
                <a:lnTo>
                  <a:pt x="66675" y="657225"/>
                </a:lnTo>
                <a:lnTo>
                  <a:pt x="57150" y="657225"/>
                </a:lnTo>
                <a:lnTo>
                  <a:pt x="57150" y="647700"/>
                </a:lnTo>
                <a:lnTo>
                  <a:pt x="38100" y="647700"/>
                </a:lnTo>
                <a:close/>
                <a:moveTo>
                  <a:pt x="542925" y="638175"/>
                </a:moveTo>
                <a:lnTo>
                  <a:pt x="552450" y="638175"/>
                </a:lnTo>
                <a:lnTo>
                  <a:pt x="552450" y="647700"/>
                </a:lnTo>
                <a:lnTo>
                  <a:pt x="542925" y="647700"/>
                </a:lnTo>
                <a:close/>
                <a:moveTo>
                  <a:pt x="1009650" y="638175"/>
                </a:moveTo>
                <a:lnTo>
                  <a:pt x="1019175" y="638175"/>
                </a:lnTo>
                <a:lnTo>
                  <a:pt x="1019175" y="685800"/>
                </a:lnTo>
                <a:lnTo>
                  <a:pt x="1009650" y="685800"/>
                </a:lnTo>
                <a:close/>
                <a:moveTo>
                  <a:pt x="1143000" y="638175"/>
                </a:moveTo>
                <a:lnTo>
                  <a:pt x="1152525" y="638175"/>
                </a:lnTo>
                <a:lnTo>
                  <a:pt x="1152525" y="647700"/>
                </a:lnTo>
                <a:lnTo>
                  <a:pt x="1143000" y="647700"/>
                </a:lnTo>
                <a:close/>
                <a:moveTo>
                  <a:pt x="523875" y="647700"/>
                </a:moveTo>
                <a:lnTo>
                  <a:pt x="533400" y="647700"/>
                </a:lnTo>
                <a:lnTo>
                  <a:pt x="533400" y="657225"/>
                </a:lnTo>
                <a:lnTo>
                  <a:pt x="523875" y="657225"/>
                </a:lnTo>
                <a:close/>
                <a:moveTo>
                  <a:pt x="552450" y="647700"/>
                </a:moveTo>
                <a:lnTo>
                  <a:pt x="571500" y="647700"/>
                </a:lnTo>
                <a:lnTo>
                  <a:pt x="571500" y="657225"/>
                </a:lnTo>
                <a:lnTo>
                  <a:pt x="552450" y="657225"/>
                </a:lnTo>
                <a:close/>
                <a:moveTo>
                  <a:pt x="1133475" y="647700"/>
                </a:moveTo>
                <a:lnTo>
                  <a:pt x="1143000" y="647700"/>
                </a:lnTo>
                <a:lnTo>
                  <a:pt x="1143000" y="657225"/>
                </a:lnTo>
                <a:lnTo>
                  <a:pt x="1133475" y="657225"/>
                </a:lnTo>
                <a:close/>
                <a:moveTo>
                  <a:pt x="1162050" y="647700"/>
                </a:moveTo>
                <a:lnTo>
                  <a:pt x="1181100" y="647700"/>
                </a:lnTo>
                <a:lnTo>
                  <a:pt x="1181100" y="657225"/>
                </a:lnTo>
                <a:lnTo>
                  <a:pt x="1162050" y="657225"/>
                </a:lnTo>
                <a:close/>
                <a:moveTo>
                  <a:pt x="647700" y="657225"/>
                </a:moveTo>
                <a:lnTo>
                  <a:pt x="676275" y="657225"/>
                </a:lnTo>
                <a:lnTo>
                  <a:pt x="676275" y="666750"/>
                </a:lnTo>
                <a:lnTo>
                  <a:pt x="666750" y="666750"/>
                </a:lnTo>
                <a:lnTo>
                  <a:pt x="666750" y="685800"/>
                </a:lnTo>
                <a:lnTo>
                  <a:pt x="647700" y="685800"/>
                </a:lnTo>
                <a:close/>
                <a:moveTo>
                  <a:pt x="857250" y="657225"/>
                </a:moveTo>
                <a:lnTo>
                  <a:pt x="876300" y="657225"/>
                </a:lnTo>
                <a:lnTo>
                  <a:pt x="876300" y="666750"/>
                </a:lnTo>
                <a:lnTo>
                  <a:pt x="857250" y="666750"/>
                </a:lnTo>
                <a:close/>
                <a:moveTo>
                  <a:pt x="1143000" y="657225"/>
                </a:moveTo>
                <a:lnTo>
                  <a:pt x="1162050" y="657225"/>
                </a:lnTo>
                <a:lnTo>
                  <a:pt x="1162050" y="666750"/>
                </a:lnTo>
                <a:lnTo>
                  <a:pt x="1152525" y="666750"/>
                </a:lnTo>
                <a:lnTo>
                  <a:pt x="1152525" y="676275"/>
                </a:lnTo>
                <a:lnTo>
                  <a:pt x="1143000" y="676275"/>
                </a:lnTo>
                <a:close/>
                <a:moveTo>
                  <a:pt x="9525" y="666750"/>
                </a:moveTo>
                <a:lnTo>
                  <a:pt x="28575" y="666750"/>
                </a:lnTo>
                <a:lnTo>
                  <a:pt x="28575" y="676275"/>
                </a:lnTo>
                <a:lnTo>
                  <a:pt x="38100" y="676275"/>
                </a:lnTo>
                <a:lnTo>
                  <a:pt x="38100" y="695325"/>
                </a:lnTo>
                <a:lnTo>
                  <a:pt x="28575" y="695325"/>
                </a:lnTo>
                <a:lnTo>
                  <a:pt x="28575" y="704850"/>
                </a:lnTo>
                <a:lnTo>
                  <a:pt x="9525" y="704850"/>
                </a:lnTo>
                <a:close/>
                <a:moveTo>
                  <a:pt x="85725" y="666750"/>
                </a:moveTo>
                <a:lnTo>
                  <a:pt x="95250" y="666750"/>
                </a:lnTo>
                <a:lnTo>
                  <a:pt x="95250" y="676275"/>
                </a:lnTo>
                <a:lnTo>
                  <a:pt x="85725" y="676275"/>
                </a:lnTo>
                <a:close/>
                <a:moveTo>
                  <a:pt x="76200" y="676275"/>
                </a:moveTo>
                <a:lnTo>
                  <a:pt x="85725" y="676275"/>
                </a:lnTo>
                <a:lnTo>
                  <a:pt x="85725" y="685800"/>
                </a:lnTo>
                <a:lnTo>
                  <a:pt x="76200" y="685800"/>
                </a:lnTo>
                <a:close/>
                <a:moveTo>
                  <a:pt x="295275" y="676275"/>
                </a:moveTo>
                <a:lnTo>
                  <a:pt x="304800" y="676275"/>
                </a:lnTo>
                <a:lnTo>
                  <a:pt x="304800" y="685800"/>
                </a:lnTo>
                <a:lnTo>
                  <a:pt x="295275" y="685800"/>
                </a:lnTo>
                <a:close/>
                <a:moveTo>
                  <a:pt x="485775" y="676275"/>
                </a:moveTo>
                <a:lnTo>
                  <a:pt x="514350" y="676275"/>
                </a:lnTo>
                <a:lnTo>
                  <a:pt x="514350" y="685800"/>
                </a:lnTo>
                <a:lnTo>
                  <a:pt x="485775" y="685800"/>
                </a:lnTo>
                <a:close/>
                <a:moveTo>
                  <a:pt x="1104900" y="676275"/>
                </a:moveTo>
                <a:lnTo>
                  <a:pt x="1123950" y="676275"/>
                </a:lnTo>
                <a:lnTo>
                  <a:pt x="1123950" y="685800"/>
                </a:lnTo>
                <a:lnTo>
                  <a:pt x="1104900" y="685800"/>
                </a:lnTo>
                <a:close/>
                <a:moveTo>
                  <a:pt x="104775" y="685800"/>
                </a:moveTo>
                <a:lnTo>
                  <a:pt x="114300" y="685800"/>
                </a:lnTo>
                <a:lnTo>
                  <a:pt x="114300" y="695325"/>
                </a:lnTo>
                <a:lnTo>
                  <a:pt x="104775" y="695325"/>
                </a:lnTo>
                <a:close/>
                <a:moveTo>
                  <a:pt x="1000125" y="695325"/>
                </a:moveTo>
                <a:lnTo>
                  <a:pt x="1009650" y="695325"/>
                </a:lnTo>
                <a:lnTo>
                  <a:pt x="1009650" y="714375"/>
                </a:lnTo>
                <a:lnTo>
                  <a:pt x="1000125" y="714375"/>
                </a:lnTo>
                <a:lnTo>
                  <a:pt x="1000125" y="762000"/>
                </a:lnTo>
                <a:lnTo>
                  <a:pt x="1019175" y="762000"/>
                </a:lnTo>
                <a:lnTo>
                  <a:pt x="1019175" y="771525"/>
                </a:lnTo>
                <a:lnTo>
                  <a:pt x="1028700" y="771525"/>
                </a:lnTo>
                <a:lnTo>
                  <a:pt x="1028700" y="781050"/>
                </a:lnTo>
                <a:lnTo>
                  <a:pt x="1009650" y="781050"/>
                </a:lnTo>
                <a:lnTo>
                  <a:pt x="1009650" y="771525"/>
                </a:lnTo>
                <a:lnTo>
                  <a:pt x="990600" y="771525"/>
                </a:lnTo>
                <a:lnTo>
                  <a:pt x="990600" y="733425"/>
                </a:lnTo>
                <a:lnTo>
                  <a:pt x="971550" y="733425"/>
                </a:lnTo>
                <a:lnTo>
                  <a:pt x="971550" y="723900"/>
                </a:lnTo>
                <a:lnTo>
                  <a:pt x="981075" y="723900"/>
                </a:lnTo>
                <a:lnTo>
                  <a:pt x="981075" y="714375"/>
                </a:lnTo>
                <a:lnTo>
                  <a:pt x="990600" y="714375"/>
                </a:lnTo>
                <a:lnTo>
                  <a:pt x="990600" y="704850"/>
                </a:lnTo>
                <a:lnTo>
                  <a:pt x="1000125" y="704850"/>
                </a:lnTo>
                <a:close/>
                <a:moveTo>
                  <a:pt x="104775" y="704850"/>
                </a:moveTo>
                <a:lnTo>
                  <a:pt x="114300" y="704850"/>
                </a:lnTo>
                <a:lnTo>
                  <a:pt x="114300" y="733425"/>
                </a:lnTo>
                <a:lnTo>
                  <a:pt x="104775" y="733425"/>
                </a:lnTo>
                <a:close/>
                <a:moveTo>
                  <a:pt x="133350" y="704850"/>
                </a:moveTo>
                <a:lnTo>
                  <a:pt x="142875" y="704850"/>
                </a:lnTo>
                <a:lnTo>
                  <a:pt x="142875" y="714375"/>
                </a:lnTo>
                <a:lnTo>
                  <a:pt x="133350" y="714375"/>
                </a:lnTo>
                <a:close/>
                <a:moveTo>
                  <a:pt x="123825" y="714375"/>
                </a:moveTo>
                <a:lnTo>
                  <a:pt x="133350" y="714375"/>
                </a:lnTo>
                <a:lnTo>
                  <a:pt x="133350" y="723900"/>
                </a:lnTo>
                <a:lnTo>
                  <a:pt x="123825" y="723900"/>
                </a:lnTo>
                <a:close/>
                <a:moveTo>
                  <a:pt x="1009650" y="723900"/>
                </a:moveTo>
                <a:lnTo>
                  <a:pt x="1019175" y="723900"/>
                </a:lnTo>
                <a:lnTo>
                  <a:pt x="1019175" y="733425"/>
                </a:lnTo>
                <a:lnTo>
                  <a:pt x="1009650" y="733425"/>
                </a:lnTo>
                <a:close/>
                <a:moveTo>
                  <a:pt x="409575" y="733425"/>
                </a:moveTo>
                <a:lnTo>
                  <a:pt x="438150" y="733425"/>
                </a:lnTo>
                <a:lnTo>
                  <a:pt x="438150" y="742950"/>
                </a:lnTo>
                <a:lnTo>
                  <a:pt x="409575" y="742950"/>
                </a:lnTo>
                <a:close/>
                <a:moveTo>
                  <a:pt x="1181100" y="742950"/>
                </a:moveTo>
                <a:lnTo>
                  <a:pt x="1200150" y="742950"/>
                </a:lnTo>
                <a:lnTo>
                  <a:pt x="1200150" y="752475"/>
                </a:lnTo>
                <a:lnTo>
                  <a:pt x="1181100" y="752475"/>
                </a:lnTo>
                <a:close/>
                <a:moveTo>
                  <a:pt x="1143000" y="781050"/>
                </a:moveTo>
                <a:lnTo>
                  <a:pt x="1152525" y="781050"/>
                </a:lnTo>
                <a:lnTo>
                  <a:pt x="1152525" y="790575"/>
                </a:lnTo>
                <a:lnTo>
                  <a:pt x="1143000" y="790575"/>
                </a:lnTo>
                <a:close/>
                <a:moveTo>
                  <a:pt x="1181100" y="790575"/>
                </a:moveTo>
                <a:lnTo>
                  <a:pt x="1190625" y="790575"/>
                </a:lnTo>
                <a:lnTo>
                  <a:pt x="1190625" y="800100"/>
                </a:lnTo>
                <a:lnTo>
                  <a:pt x="1181100" y="800100"/>
                </a:lnTo>
                <a:close/>
                <a:moveTo>
                  <a:pt x="200025" y="800100"/>
                </a:moveTo>
                <a:lnTo>
                  <a:pt x="219075" y="800100"/>
                </a:lnTo>
                <a:lnTo>
                  <a:pt x="219075" y="809625"/>
                </a:lnTo>
                <a:lnTo>
                  <a:pt x="200025" y="809625"/>
                </a:lnTo>
                <a:close/>
              </a:path>
            </a:pathLst>
          </a:custGeom>
          <a:solidFill xmlns:a="http://schemas.openxmlformats.org/drawingml/2006/main">
            <a:srgbClr val="F9F9F4"/>
          </a:solidFill>
          <a:ln xmlns:a="http://schemas.openxmlformats.org/drawingml/2006/main" w="0">
            <a:noFill/>
          </a:ln>
        </p:spPr>
      </p:sp>
      <p:sp>
        <p:nvSpPr>
          <p:cNvPr id="43" name="v01 vector #f9f9f3">
            <a:extLst xmlns:a="http://schemas.openxmlformats.org/drawingml/2006/main">
              <a:ext uri="{FF2B5EF4-FFF2-40B4-BE49-F238E27FC236}">
                <a16:creationId xmlns:a16="http://schemas.microsoft.com/office/drawing/2014/main" id="{D2363975-002F-4B7C-8824-156EEC8C839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8250" y="2362200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1019175" y="0"/>
                </a:moveTo>
                <a:lnTo>
                  <a:pt x="1028700" y="0"/>
                </a:lnTo>
                <a:lnTo>
                  <a:pt x="1028700" y="28575"/>
                </a:lnTo>
                <a:lnTo>
                  <a:pt x="1019175" y="28575"/>
                </a:lnTo>
                <a:close/>
                <a:moveTo>
                  <a:pt x="819150" y="19050"/>
                </a:moveTo>
                <a:lnTo>
                  <a:pt x="828675" y="19050"/>
                </a:lnTo>
                <a:lnTo>
                  <a:pt x="828675" y="28575"/>
                </a:lnTo>
                <a:lnTo>
                  <a:pt x="819150" y="28575"/>
                </a:lnTo>
                <a:close/>
                <a:moveTo>
                  <a:pt x="57150" y="133350"/>
                </a:moveTo>
                <a:lnTo>
                  <a:pt x="66675" y="133350"/>
                </a:lnTo>
                <a:lnTo>
                  <a:pt x="66675" y="142875"/>
                </a:lnTo>
                <a:lnTo>
                  <a:pt x="57150" y="142875"/>
                </a:lnTo>
                <a:close/>
                <a:moveTo>
                  <a:pt x="1104900" y="190500"/>
                </a:moveTo>
                <a:lnTo>
                  <a:pt x="1133475" y="190500"/>
                </a:lnTo>
                <a:lnTo>
                  <a:pt x="1133475" y="200025"/>
                </a:lnTo>
                <a:lnTo>
                  <a:pt x="1152525" y="200025"/>
                </a:lnTo>
                <a:lnTo>
                  <a:pt x="1152525" y="209550"/>
                </a:lnTo>
                <a:lnTo>
                  <a:pt x="1143000" y="209550"/>
                </a:lnTo>
                <a:lnTo>
                  <a:pt x="1143000" y="219075"/>
                </a:lnTo>
                <a:lnTo>
                  <a:pt x="1133475" y="219075"/>
                </a:lnTo>
                <a:lnTo>
                  <a:pt x="1133475" y="209550"/>
                </a:lnTo>
                <a:lnTo>
                  <a:pt x="1123950" y="209550"/>
                </a:lnTo>
                <a:lnTo>
                  <a:pt x="1123950" y="200025"/>
                </a:lnTo>
                <a:lnTo>
                  <a:pt x="1114425" y="200025"/>
                </a:lnTo>
                <a:lnTo>
                  <a:pt x="1114425" y="209550"/>
                </a:lnTo>
                <a:lnTo>
                  <a:pt x="1123950" y="209550"/>
                </a:lnTo>
                <a:lnTo>
                  <a:pt x="1123950" y="219075"/>
                </a:lnTo>
                <a:lnTo>
                  <a:pt x="1104900" y="219075"/>
                </a:lnTo>
                <a:lnTo>
                  <a:pt x="1104900" y="209550"/>
                </a:lnTo>
                <a:lnTo>
                  <a:pt x="1095375" y="209550"/>
                </a:lnTo>
                <a:lnTo>
                  <a:pt x="1095375" y="200025"/>
                </a:lnTo>
                <a:lnTo>
                  <a:pt x="1104900" y="200025"/>
                </a:lnTo>
                <a:close/>
                <a:moveTo>
                  <a:pt x="57150" y="200025"/>
                </a:moveTo>
                <a:lnTo>
                  <a:pt x="66675" y="200025"/>
                </a:lnTo>
                <a:lnTo>
                  <a:pt x="66675" y="209550"/>
                </a:lnTo>
                <a:lnTo>
                  <a:pt x="57150" y="209550"/>
                </a:lnTo>
                <a:close/>
                <a:moveTo>
                  <a:pt x="1190625" y="238125"/>
                </a:moveTo>
                <a:lnTo>
                  <a:pt x="1200150" y="238125"/>
                </a:lnTo>
                <a:lnTo>
                  <a:pt x="1200150" y="247650"/>
                </a:lnTo>
                <a:lnTo>
                  <a:pt x="1190625" y="247650"/>
                </a:lnTo>
                <a:close/>
                <a:moveTo>
                  <a:pt x="1104900" y="266700"/>
                </a:moveTo>
                <a:lnTo>
                  <a:pt x="1114425" y="266700"/>
                </a:lnTo>
                <a:lnTo>
                  <a:pt x="1114425" y="276225"/>
                </a:lnTo>
                <a:lnTo>
                  <a:pt x="1104900" y="276225"/>
                </a:lnTo>
                <a:close/>
                <a:moveTo>
                  <a:pt x="1085850" y="276225"/>
                </a:moveTo>
                <a:lnTo>
                  <a:pt x="1095375" y="276225"/>
                </a:lnTo>
                <a:lnTo>
                  <a:pt x="1095375" y="285750"/>
                </a:lnTo>
                <a:lnTo>
                  <a:pt x="1085850" y="285750"/>
                </a:lnTo>
                <a:close/>
                <a:moveTo>
                  <a:pt x="1114425" y="276225"/>
                </a:moveTo>
                <a:lnTo>
                  <a:pt x="1123950" y="276225"/>
                </a:lnTo>
                <a:lnTo>
                  <a:pt x="1123950" y="285750"/>
                </a:lnTo>
                <a:lnTo>
                  <a:pt x="1152525" y="285750"/>
                </a:lnTo>
                <a:lnTo>
                  <a:pt x="1152525" y="276225"/>
                </a:lnTo>
                <a:lnTo>
                  <a:pt x="1162050" y="276225"/>
                </a:lnTo>
                <a:lnTo>
                  <a:pt x="1162050" y="304800"/>
                </a:lnTo>
                <a:lnTo>
                  <a:pt x="1133475" y="304800"/>
                </a:lnTo>
                <a:lnTo>
                  <a:pt x="1133475" y="295275"/>
                </a:lnTo>
                <a:lnTo>
                  <a:pt x="1114425" y="295275"/>
                </a:lnTo>
                <a:close/>
                <a:moveTo>
                  <a:pt x="1200150" y="276225"/>
                </a:moveTo>
                <a:lnTo>
                  <a:pt x="1209675" y="276225"/>
                </a:lnTo>
                <a:lnTo>
                  <a:pt x="1209675" y="285750"/>
                </a:lnTo>
                <a:lnTo>
                  <a:pt x="1200150" y="285750"/>
                </a:lnTo>
                <a:close/>
                <a:moveTo>
                  <a:pt x="1095375" y="295275"/>
                </a:moveTo>
                <a:lnTo>
                  <a:pt x="1104900" y="295275"/>
                </a:lnTo>
                <a:lnTo>
                  <a:pt x="1104900" y="304800"/>
                </a:lnTo>
                <a:lnTo>
                  <a:pt x="1095375" y="304800"/>
                </a:lnTo>
                <a:close/>
                <a:moveTo>
                  <a:pt x="0" y="314325"/>
                </a:moveTo>
                <a:lnTo>
                  <a:pt x="19050" y="314325"/>
                </a:lnTo>
                <a:lnTo>
                  <a:pt x="19050" y="333375"/>
                </a:lnTo>
                <a:lnTo>
                  <a:pt x="9525" y="333375"/>
                </a:lnTo>
                <a:lnTo>
                  <a:pt x="9525" y="323850"/>
                </a:lnTo>
                <a:lnTo>
                  <a:pt x="0" y="323850"/>
                </a:lnTo>
                <a:close/>
                <a:moveTo>
                  <a:pt x="1114425" y="314325"/>
                </a:moveTo>
                <a:lnTo>
                  <a:pt x="1123950" y="314325"/>
                </a:lnTo>
                <a:lnTo>
                  <a:pt x="1123950" y="323850"/>
                </a:lnTo>
                <a:lnTo>
                  <a:pt x="1133475" y="323850"/>
                </a:lnTo>
                <a:lnTo>
                  <a:pt x="1133475" y="342900"/>
                </a:lnTo>
                <a:lnTo>
                  <a:pt x="1152525" y="342900"/>
                </a:lnTo>
                <a:lnTo>
                  <a:pt x="1152525" y="352425"/>
                </a:lnTo>
                <a:lnTo>
                  <a:pt x="1143000" y="352425"/>
                </a:lnTo>
                <a:lnTo>
                  <a:pt x="1143000" y="361950"/>
                </a:lnTo>
                <a:lnTo>
                  <a:pt x="1123950" y="361950"/>
                </a:lnTo>
                <a:lnTo>
                  <a:pt x="1123950" y="342900"/>
                </a:lnTo>
                <a:lnTo>
                  <a:pt x="1114425" y="342900"/>
                </a:lnTo>
                <a:lnTo>
                  <a:pt x="1114425" y="333375"/>
                </a:lnTo>
                <a:lnTo>
                  <a:pt x="1104900" y="333375"/>
                </a:lnTo>
                <a:lnTo>
                  <a:pt x="1104900" y="323850"/>
                </a:lnTo>
                <a:lnTo>
                  <a:pt x="1114425" y="323850"/>
                </a:lnTo>
                <a:close/>
                <a:moveTo>
                  <a:pt x="1181100" y="342900"/>
                </a:moveTo>
                <a:lnTo>
                  <a:pt x="1190625" y="342900"/>
                </a:lnTo>
                <a:lnTo>
                  <a:pt x="1190625" y="381000"/>
                </a:lnTo>
                <a:lnTo>
                  <a:pt x="1181100" y="381000"/>
                </a:lnTo>
                <a:lnTo>
                  <a:pt x="1181100" y="371475"/>
                </a:lnTo>
                <a:lnTo>
                  <a:pt x="1171575" y="371475"/>
                </a:lnTo>
                <a:lnTo>
                  <a:pt x="1171575" y="381000"/>
                </a:lnTo>
                <a:lnTo>
                  <a:pt x="1152525" y="381000"/>
                </a:lnTo>
                <a:lnTo>
                  <a:pt x="1152525" y="352425"/>
                </a:lnTo>
                <a:lnTo>
                  <a:pt x="1181100" y="352425"/>
                </a:lnTo>
                <a:close/>
                <a:moveTo>
                  <a:pt x="47625" y="409575"/>
                </a:moveTo>
                <a:lnTo>
                  <a:pt x="57150" y="409575"/>
                </a:lnTo>
                <a:lnTo>
                  <a:pt x="57150" y="419100"/>
                </a:lnTo>
                <a:lnTo>
                  <a:pt x="47625" y="419100"/>
                </a:lnTo>
                <a:close/>
                <a:moveTo>
                  <a:pt x="847725" y="409575"/>
                </a:moveTo>
                <a:lnTo>
                  <a:pt x="857250" y="409575"/>
                </a:lnTo>
                <a:lnTo>
                  <a:pt x="857250" y="419100"/>
                </a:lnTo>
                <a:lnTo>
                  <a:pt x="847725" y="419100"/>
                </a:lnTo>
                <a:close/>
                <a:moveTo>
                  <a:pt x="942975" y="419100"/>
                </a:moveTo>
                <a:lnTo>
                  <a:pt x="952500" y="419100"/>
                </a:lnTo>
                <a:lnTo>
                  <a:pt x="952500" y="428625"/>
                </a:lnTo>
                <a:lnTo>
                  <a:pt x="942975" y="428625"/>
                </a:lnTo>
                <a:close/>
                <a:moveTo>
                  <a:pt x="904875" y="428625"/>
                </a:moveTo>
                <a:lnTo>
                  <a:pt x="923925" y="428625"/>
                </a:lnTo>
                <a:lnTo>
                  <a:pt x="923925" y="447675"/>
                </a:lnTo>
                <a:lnTo>
                  <a:pt x="942975" y="447675"/>
                </a:lnTo>
                <a:lnTo>
                  <a:pt x="942975" y="457200"/>
                </a:lnTo>
                <a:lnTo>
                  <a:pt x="923925" y="457200"/>
                </a:lnTo>
                <a:lnTo>
                  <a:pt x="923925" y="466725"/>
                </a:lnTo>
                <a:lnTo>
                  <a:pt x="914400" y="466725"/>
                </a:lnTo>
                <a:lnTo>
                  <a:pt x="914400" y="457200"/>
                </a:lnTo>
                <a:lnTo>
                  <a:pt x="895350" y="457200"/>
                </a:lnTo>
                <a:lnTo>
                  <a:pt x="895350" y="447675"/>
                </a:lnTo>
                <a:lnTo>
                  <a:pt x="885825" y="447675"/>
                </a:lnTo>
                <a:lnTo>
                  <a:pt x="885825" y="438150"/>
                </a:lnTo>
                <a:lnTo>
                  <a:pt x="904875" y="438150"/>
                </a:lnTo>
                <a:close/>
                <a:moveTo>
                  <a:pt x="1114425" y="428625"/>
                </a:moveTo>
                <a:lnTo>
                  <a:pt x="1123950" y="428625"/>
                </a:lnTo>
                <a:lnTo>
                  <a:pt x="1123950" y="438150"/>
                </a:lnTo>
                <a:lnTo>
                  <a:pt x="1114425" y="438150"/>
                </a:lnTo>
                <a:close/>
                <a:moveTo>
                  <a:pt x="819150" y="476250"/>
                </a:moveTo>
                <a:lnTo>
                  <a:pt x="838200" y="476250"/>
                </a:lnTo>
                <a:lnTo>
                  <a:pt x="838200" y="495300"/>
                </a:lnTo>
                <a:lnTo>
                  <a:pt x="828675" y="495300"/>
                </a:lnTo>
                <a:lnTo>
                  <a:pt x="828675" y="485775"/>
                </a:lnTo>
                <a:lnTo>
                  <a:pt x="819150" y="485775"/>
                </a:lnTo>
                <a:close/>
                <a:moveTo>
                  <a:pt x="676275" y="504825"/>
                </a:moveTo>
                <a:lnTo>
                  <a:pt x="685800" y="504825"/>
                </a:lnTo>
                <a:lnTo>
                  <a:pt x="685800" y="514350"/>
                </a:lnTo>
                <a:lnTo>
                  <a:pt x="676275" y="514350"/>
                </a:lnTo>
                <a:close/>
                <a:moveTo>
                  <a:pt x="666750" y="514350"/>
                </a:moveTo>
                <a:lnTo>
                  <a:pt x="676275" y="514350"/>
                </a:lnTo>
                <a:lnTo>
                  <a:pt x="676275" y="523875"/>
                </a:lnTo>
                <a:lnTo>
                  <a:pt x="666750" y="523875"/>
                </a:lnTo>
                <a:close/>
                <a:moveTo>
                  <a:pt x="180975" y="600075"/>
                </a:moveTo>
                <a:lnTo>
                  <a:pt x="190500" y="600075"/>
                </a:lnTo>
                <a:lnTo>
                  <a:pt x="190500" y="609600"/>
                </a:lnTo>
                <a:lnTo>
                  <a:pt x="180975" y="609600"/>
                </a:lnTo>
                <a:close/>
                <a:moveTo>
                  <a:pt x="1162050" y="638175"/>
                </a:moveTo>
                <a:lnTo>
                  <a:pt x="1171575" y="638175"/>
                </a:lnTo>
                <a:lnTo>
                  <a:pt x="1171575" y="647700"/>
                </a:lnTo>
                <a:lnTo>
                  <a:pt x="1162050" y="647700"/>
                </a:lnTo>
                <a:close/>
                <a:moveTo>
                  <a:pt x="1200150" y="638175"/>
                </a:moveTo>
                <a:lnTo>
                  <a:pt x="1209675" y="638175"/>
                </a:lnTo>
                <a:lnTo>
                  <a:pt x="1209675" y="657225"/>
                </a:lnTo>
                <a:lnTo>
                  <a:pt x="1200150" y="657225"/>
                </a:lnTo>
                <a:close/>
                <a:moveTo>
                  <a:pt x="114300" y="723900"/>
                </a:moveTo>
                <a:lnTo>
                  <a:pt x="123825" y="723900"/>
                </a:lnTo>
                <a:lnTo>
                  <a:pt x="123825" y="733425"/>
                </a:lnTo>
                <a:lnTo>
                  <a:pt x="114300" y="733425"/>
                </a:lnTo>
                <a:close/>
                <a:moveTo>
                  <a:pt x="390525" y="723900"/>
                </a:moveTo>
                <a:lnTo>
                  <a:pt x="400050" y="723900"/>
                </a:lnTo>
                <a:lnTo>
                  <a:pt x="400050" y="733425"/>
                </a:lnTo>
                <a:lnTo>
                  <a:pt x="409575" y="733425"/>
                </a:lnTo>
                <a:lnTo>
                  <a:pt x="409575" y="742950"/>
                </a:lnTo>
                <a:lnTo>
                  <a:pt x="390525" y="742950"/>
                </a:lnTo>
                <a:close/>
                <a:moveTo>
                  <a:pt x="981075" y="733425"/>
                </a:moveTo>
                <a:lnTo>
                  <a:pt x="990600" y="733425"/>
                </a:lnTo>
                <a:lnTo>
                  <a:pt x="990600" y="742950"/>
                </a:lnTo>
                <a:lnTo>
                  <a:pt x="981075" y="742950"/>
                </a:lnTo>
                <a:close/>
                <a:moveTo>
                  <a:pt x="1200150" y="752475"/>
                </a:moveTo>
                <a:lnTo>
                  <a:pt x="1209675" y="752475"/>
                </a:lnTo>
                <a:lnTo>
                  <a:pt x="1209675" y="762000"/>
                </a:lnTo>
                <a:lnTo>
                  <a:pt x="1200150" y="762000"/>
                </a:lnTo>
                <a:close/>
                <a:moveTo>
                  <a:pt x="1028700" y="771525"/>
                </a:moveTo>
                <a:lnTo>
                  <a:pt x="1047750" y="771525"/>
                </a:lnTo>
                <a:lnTo>
                  <a:pt x="1047750" y="781050"/>
                </a:lnTo>
                <a:lnTo>
                  <a:pt x="1028700" y="781050"/>
                </a:lnTo>
                <a:close/>
                <a:moveTo>
                  <a:pt x="1133475" y="781050"/>
                </a:moveTo>
                <a:lnTo>
                  <a:pt x="1143000" y="781050"/>
                </a:lnTo>
                <a:lnTo>
                  <a:pt x="1143000" y="790575"/>
                </a:lnTo>
                <a:lnTo>
                  <a:pt x="1133475" y="790575"/>
                </a:lnTo>
                <a:close/>
                <a:moveTo>
                  <a:pt x="219075" y="800100"/>
                </a:moveTo>
                <a:lnTo>
                  <a:pt x="228600" y="800100"/>
                </a:lnTo>
                <a:lnTo>
                  <a:pt x="228600" y="809625"/>
                </a:lnTo>
                <a:lnTo>
                  <a:pt x="219075" y="809625"/>
                </a:lnTo>
                <a:close/>
              </a:path>
            </a:pathLst>
          </a:custGeom>
          <a:solidFill xmlns:a="http://schemas.openxmlformats.org/drawingml/2006/main">
            <a:srgbClr val="F9F9F3"/>
          </a:solidFill>
          <a:ln xmlns:a="http://schemas.openxmlformats.org/drawingml/2006/main" w="0">
            <a:noFill/>
          </a:ln>
        </p:spPr>
      </p:sp>
      <p:sp>
        <p:nvSpPr>
          <p:cNvPr id="44" name="v01 vector #faf8f4">
            <a:extLst xmlns:a="http://schemas.openxmlformats.org/drawingml/2006/main">
              <a:ext uri="{FF2B5EF4-FFF2-40B4-BE49-F238E27FC236}">
                <a16:creationId xmlns:a16="http://schemas.microsoft.com/office/drawing/2014/main" id="{709AE368-099F-48D9-B20C-418703B7AB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8250" y="2362200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0" y="0"/>
                </a:moveTo>
                <a:lnTo>
                  <a:pt x="19050" y="0"/>
                </a:lnTo>
                <a:lnTo>
                  <a:pt x="19050" y="38100"/>
                </a:lnTo>
                <a:lnTo>
                  <a:pt x="0" y="38100"/>
                </a:lnTo>
                <a:lnTo>
                  <a:pt x="0" y="28575"/>
                </a:lnTo>
                <a:lnTo>
                  <a:pt x="9525" y="28575"/>
                </a:lnTo>
                <a:lnTo>
                  <a:pt x="9525" y="19050"/>
                </a:lnTo>
                <a:lnTo>
                  <a:pt x="0" y="19050"/>
                </a:lnTo>
                <a:close/>
                <a:moveTo>
                  <a:pt x="66675" y="19050"/>
                </a:moveTo>
                <a:lnTo>
                  <a:pt x="85725" y="19050"/>
                </a:lnTo>
                <a:lnTo>
                  <a:pt x="85725" y="28575"/>
                </a:lnTo>
                <a:lnTo>
                  <a:pt x="66675" y="28575"/>
                </a:lnTo>
                <a:close/>
                <a:moveTo>
                  <a:pt x="1162050" y="19050"/>
                </a:moveTo>
                <a:lnTo>
                  <a:pt x="1171575" y="19050"/>
                </a:lnTo>
                <a:lnTo>
                  <a:pt x="1171575" y="28575"/>
                </a:lnTo>
                <a:lnTo>
                  <a:pt x="1162050" y="28575"/>
                </a:lnTo>
                <a:close/>
                <a:moveTo>
                  <a:pt x="95250" y="28575"/>
                </a:moveTo>
                <a:lnTo>
                  <a:pt x="104775" y="28575"/>
                </a:lnTo>
                <a:lnTo>
                  <a:pt x="104775" y="38100"/>
                </a:lnTo>
                <a:lnTo>
                  <a:pt x="95250" y="38100"/>
                </a:lnTo>
                <a:close/>
                <a:moveTo>
                  <a:pt x="1009650" y="57150"/>
                </a:moveTo>
                <a:lnTo>
                  <a:pt x="1038225" y="57150"/>
                </a:lnTo>
                <a:lnTo>
                  <a:pt x="1038225" y="76200"/>
                </a:lnTo>
                <a:lnTo>
                  <a:pt x="1019175" y="76200"/>
                </a:lnTo>
                <a:lnTo>
                  <a:pt x="1019175" y="66675"/>
                </a:lnTo>
                <a:lnTo>
                  <a:pt x="1009650" y="66675"/>
                </a:lnTo>
                <a:close/>
                <a:moveTo>
                  <a:pt x="1047750" y="66675"/>
                </a:moveTo>
                <a:lnTo>
                  <a:pt x="1057275" y="66675"/>
                </a:lnTo>
                <a:lnTo>
                  <a:pt x="1057275" y="95250"/>
                </a:lnTo>
                <a:lnTo>
                  <a:pt x="1047750" y="95250"/>
                </a:lnTo>
                <a:close/>
                <a:moveTo>
                  <a:pt x="57150" y="85725"/>
                </a:moveTo>
                <a:lnTo>
                  <a:pt x="85725" y="85725"/>
                </a:lnTo>
                <a:lnTo>
                  <a:pt x="85725" y="95250"/>
                </a:lnTo>
                <a:lnTo>
                  <a:pt x="76200" y="95250"/>
                </a:lnTo>
                <a:lnTo>
                  <a:pt x="76200" y="104775"/>
                </a:lnTo>
                <a:lnTo>
                  <a:pt x="57150" y="104775"/>
                </a:lnTo>
                <a:close/>
                <a:moveTo>
                  <a:pt x="1181100" y="95250"/>
                </a:moveTo>
                <a:lnTo>
                  <a:pt x="1190625" y="95250"/>
                </a:lnTo>
                <a:lnTo>
                  <a:pt x="1190625" y="104775"/>
                </a:lnTo>
                <a:lnTo>
                  <a:pt x="1181100" y="104775"/>
                </a:lnTo>
                <a:close/>
                <a:moveTo>
                  <a:pt x="1057275" y="152400"/>
                </a:moveTo>
                <a:lnTo>
                  <a:pt x="1085850" y="152400"/>
                </a:lnTo>
                <a:lnTo>
                  <a:pt x="1085850" y="161925"/>
                </a:lnTo>
                <a:lnTo>
                  <a:pt x="1076325" y="161925"/>
                </a:lnTo>
                <a:lnTo>
                  <a:pt x="1076325" y="171450"/>
                </a:lnTo>
                <a:lnTo>
                  <a:pt x="1057275" y="171450"/>
                </a:lnTo>
                <a:close/>
                <a:moveTo>
                  <a:pt x="1066800" y="228600"/>
                </a:moveTo>
                <a:lnTo>
                  <a:pt x="1076325" y="228600"/>
                </a:lnTo>
                <a:lnTo>
                  <a:pt x="1076325" y="238125"/>
                </a:lnTo>
                <a:lnTo>
                  <a:pt x="1066800" y="238125"/>
                </a:lnTo>
                <a:close/>
                <a:moveTo>
                  <a:pt x="1057275" y="238125"/>
                </a:moveTo>
                <a:lnTo>
                  <a:pt x="1066800" y="238125"/>
                </a:lnTo>
                <a:lnTo>
                  <a:pt x="1066800" y="247650"/>
                </a:lnTo>
                <a:lnTo>
                  <a:pt x="1057275" y="247650"/>
                </a:lnTo>
                <a:close/>
                <a:moveTo>
                  <a:pt x="1104900" y="400050"/>
                </a:moveTo>
                <a:lnTo>
                  <a:pt x="1123950" y="400050"/>
                </a:lnTo>
                <a:lnTo>
                  <a:pt x="1123950" y="419100"/>
                </a:lnTo>
                <a:lnTo>
                  <a:pt x="1104900" y="419100"/>
                </a:lnTo>
                <a:close/>
                <a:moveTo>
                  <a:pt x="609600" y="419100"/>
                </a:moveTo>
                <a:lnTo>
                  <a:pt x="638175" y="419100"/>
                </a:lnTo>
                <a:lnTo>
                  <a:pt x="638175" y="438150"/>
                </a:lnTo>
                <a:lnTo>
                  <a:pt x="628650" y="438150"/>
                </a:lnTo>
                <a:lnTo>
                  <a:pt x="628650" y="428625"/>
                </a:lnTo>
                <a:lnTo>
                  <a:pt x="609600" y="428625"/>
                </a:lnTo>
                <a:close/>
                <a:moveTo>
                  <a:pt x="657225" y="419100"/>
                </a:moveTo>
                <a:lnTo>
                  <a:pt x="676275" y="419100"/>
                </a:lnTo>
                <a:lnTo>
                  <a:pt x="676275" y="438150"/>
                </a:lnTo>
                <a:lnTo>
                  <a:pt x="657225" y="438150"/>
                </a:lnTo>
                <a:close/>
                <a:moveTo>
                  <a:pt x="619125" y="438150"/>
                </a:moveTo>
                <a:lnTo>
                  <a:pt x="628650" y="438150"/>
                </a:lnTo>
                <a:lnTo>
                  <a:pt x="628650" y="447675"/>
                </a:lnTo>
                <a:lnTo>
                  <a:pt x="619125" y="447675"/>
                </a:lnTo>
                <a:close/>
                <a:moveTo>
                  <a:pt x="1200150" y="495300"/>
                </a:moveTo>
                <a:lnTo>
                  <a:pt x="1209675" y="495300"/>
                </a:lnTo>
                <a:lnTo>
                  <a:pt x="1209675" y="504825"/>
                </a:lnTo>
                <a:lnTo>
                  <a:pt x="1200150" y="504825"/>
                </a:lnTo>
                <a:close/>
                <a:moveTo>
                  <a:pt x="638175" y="504825"/>
                </a:moveTo>
                <a:lnTo>
                  <a:pt x="666750" y="504825"/>
                </a:lnTo>
                <a:lnTo>
                  <a:pt x="666750" y="514350"/>
                </a:lnTo>
                <a:lnTo>
                  <a:pt x="638175" y="514350"/>
                </a:lnTo>
                <a:close/>
                <a:moveTo>
                  <a:pt x="1019175" y="504825"/>
                </a:moveTo>
                <a:lnTo>
                  <a:pt x="1038225" y="504825"/>
                </a:lnTo>
                <a:lnTo>
                  <a:pt x="1038225" y="514350"/>
                </a:lnTo>
                <a:lnTo>
                  <a:pt x="1028700" y="514350"/>
                </a:lnTo>
                <a:lnTo>
                  <a:pt x="1028700" y="523875"/>
                </a:lnTo>
                <a:lnTo>
                  <a:pt x="1019175" y="523875"/>
                </a:lnTo>
                <a:close/>
                <a:moveTo>
                  <a:pt x="1019175" y="561975"/>
                </a:moveTo>
                <a:lnTo>
                  <a:pt x="1028700" y="561975"/>
                </a:lnTo>
                <a:lnTo>
                  <a:pt x="1028700" y="581025"/>
                </a:lnTo>
                <a:lnTo>
                  <a:pt x="1038225" y="581025"/>
                </a:lnTo>
                <a:lnTo>
                  <a:pt x="1038225" y="561975"/>
                </a:lnTo>
                <a:lnTo>
                  <a:pt x="1047750" y="561975"/>
                </a:lnTo>
                <a:lnTo>
                  <a:pt x="1047750" y="581025"/>
                </a:lnTo>
                <a:lnTo>
                  <a:pt x="1057275" y="581025"/>
                </a:lnTo>
                <a:lnTo>
                  <a:pt x="1057275" y="590550"/>
                </a:lnTo>
                <a:lnTo>
                  <a:pt x="1066800" y="590550"/>
                </a:lnTo>
                <a:lnTo>
                  <a:pt x="1066800" y="600075"/>
                </a:lnTo>
                <a:lnTo>
                  <a:pt x="1085850" y="600075"/>
                </a:lnTo>
                <a:lnTo>
                  <a:pt x="1085850" y="638175"/>
                </a:lnTo>
                <a:lnTo>
                  <a:pt x="1066800" y="638175"/>
                </a:lnTo>
                <a:lnTo>
                  <a:pt x="1066800" y="657225"/>
                </a:lnTo>
                <a:lnTo>
                  <a:pt x="1057275" y="657225"/>
                </a:lnTo>
                <a:lnTo>
                  <a:pt x="1057275" y="666750"/>
                </a:lnTo>
                <a:lnTo>
                  <a:pt x="1047750" y="666750"/>
                </a:lnTo>
                <a:lnTo>
                  <a:pt x="1047750" y="657225"/>
                </a:lnTo>
                <a:lnTo>
                  <a:pt x="1038225" y="657225"/>
                </a:lnTo>
                <a:lnTo>
                  <a:pt x="1038225" y="647700"/>
                </a:lnTo>
                <a:lnTo>
                  <a:pt x="1028700" y="647700"/>
                </a:lnTo>
                <a:lnTo>
                  <a:pt x="1028700" y="638175"/>
                </a:lnTo>
                <a:lnTo>
                  <a:pt x="1019175" y="638175"/>
                </a:lnTo>
                <a:lnTo>
                  <a:pt x="1019175" y="628650"/>
                </a:lnTo>
                <a:lnTo>
                  <a:pt x="1009650" y="628650"/>
                </a:lnTo>
                <a:lnTo>
                  <a:pt x="1009650" y="619125"/>
                </a:lnTo>
                <a:lnTo>
                  <a:pt x="1019175" y="619125"/>
                </a:lnTo>
                <a:lnTo>
                  <a:pt x="1019175" y="609600"/>
                </a:lnTo>
                <a:lnTo>
                  <a:pt x="1028700" y="609600"/>
                </a:lnTo>
                <a:lnTo>
                  <a:pt x="1028700" y="619125"/>
                </a:lnTo>
                <a:lnTo>
                  <a:pt x="1057275" y="619125"/>
                </a:lnTo>
                <a:lnTo>
                  <a:pt x="1057275" y="600075"/>
                </a:lnTo>
                <a:lnTo>
                  <a:pt x="1047750" y="600075"/>
                </a:lnTo>
                <a:lnTo>
                  <a:pt x="1047750" y="590550"/>
                </a:lnTo>
                <a:lnTo>
                  <a:pt x="1019175" y="590550"/>
                </a:lnTo>
                <a:close/>
                <a:moveTo>
                  <a:pt x="1104900" y="561975"/>
                </a:moveTo>
                <a:lnTo>
                  <a:pt x="1123950" y="561975"/>
                </a:lnTo>
                <a:lnTo>
                  <a:pt x="1123950" y="571500"/>
                </a:lnTo>
                <a:lnTo>
                  <a:pt x="1133475" y="571500"/>
                </a:lnTo>
                <a:lnTo>
                  <a:pt x="1133475" y="590550"/>
                </a:lnTo>
                <a:lnTo>
                  <a:pt x="1114425" y="590550"/>
                </a:lnTo>
                <a:lnTo>
                  <a:pt x="1114425" y="600075"/>
                </a:lnTo>
                <a:lnTo>
                  <a:pt x="1104900" y="600075"/>
                </a:lnTo>
                <a:lnTo>
                  <a:pt x="1104900" y="590550"/>
                </a:lnTo>
                <a:lnTo>
                  <a:pt x="1095375" y="590550"/>
                </a:lnTo>
                <a:lnTo>
                  <a:pt x="1095375" y="581025"/>
                </a:lnTo>
                <a:lnTo>
                  <a:pt x="1104900" y="581025"/>
                </a:lnTo>
                <a:close/>
                <a:moveTo>
                  <a:pt x="904875" y="571500"/>
                </a:moveTo>
                <a:lnTo>
                  <a:pt x="914400" y="571500"/>
                </a:lnTo>
                <a:lnTo>
                  <a:pt x="914400" y="581025"/>
                </a:lnTo>
                <a:lnTo>
                  <a:pt x="904875" y="581025"/>
                </a:lnTo>
                <a:close/>
                <a:moveTo>
                  <a:pt x="0" y="695325"/>
                </a:moveTo>
                <a:lnTo>
                  <a:pt x="9525" y="695325"/>
                </a:lnTo>
                <a:lnTo>
                  <a:pt x="9525" y="704850"/>
                </a:lnTo>
                <a:lnTo>
                  <a:pt x="0" y="704850"/>
                </a:lnTo>
                <a:close/>
                <a:moveTo>
                  <a:pt x="1104900" y="723900"/>
                </a:moveTo>
                <a:lnTo>
                  <a:pt x="1114425" y="723900"/>
                </a:lnTo>
                <a:lnTo>
                  <a:pt x="1114425" y="742950"/>
                </a:lnTo>
                <a:lnTo>
                  <a:pt x="1095375" y="742950"/>
                </a:lnTo>
                <a:lnTo>
                  <a:pt x="1095375" y="733425"/>
                </a:lnTo>
                <a:lnTo>
                  <a:pt x="1104900" y="733425"/>
                </a:lnTo>
                <a:close/>
              </a:path>
            </a:pathLst>
          </a:custGeom>
          <a:solidFill xmlns:a="http://schemas.openxmlformats.org/drawingml/2006/main">
            <a:srgbClr val="FAF8F4"/>
          </a:solidFill>
          <a:ln xmlns:a="http://schemas.openxmlformats.org/drawingml/2006/main" w="0">
            <a:noFill/>
          </a:ln>
        </p:spPr>
      </p:sp>
      <p:sp>
        <p:nvSpPr>
          <p:cNvPr id="45" name="v01 vector #f9f8f4">
            <a:extLst xmlns:a="http://schemas.openxmlformats.org/drawingml/2006/main">
              <a:ext uri="{FF2B5EF4-FFF2-40B4-BE49-F238E27FC236}">
                <a16:creationId xmlns:a16="http://schemas.microsoft.com/office/drawing/2014/main" id="{F572072C-D227-4B94-B16D-B0F5802DE0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8250" y="2362200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19050" y="0"/>
                </a:moveTo>
                <a:lnTo>
                  <a:pt x="28575" y="0"/>
                </a:lnTo>
                <a:lnTo>
                  <a:pt x="28575" y="9525"/>
                </a:lnTo>
                <a:lnTo>
                  <a:pt x="19050" y="9525"/>
                </a:lnTo>
                <a:close/>
                <a:moveTo>
                  <a:pt x="38100" y="0"/>
                </a:moveTo>
                <a:lnTo>
                  <a:pt x="57150" y="0"/>
                </a:lnTo>
                <a:lnTo>
                  <a:pt x="57150" y="9525"/>
                </a:lnTo>
                <a:lnTo>
                  <a:pt x="76200" y="9525"/>
                </a:lnTo>
                <a:lnTo>
                  <a:pt x="76200" y="19050"/>
                </a:lnTo>
                <a:lnTo>
                  <a:pt x="66675" y="19050"/>
                </a:lnTo>
                <a:lnTo>
                  <a:pt x="66675" y="28575"/>
                </a:lnTo>
                <a:lnTo>
                  <a:pt x="76200" y="28575"/>
                </a:lnTo>
                <a:lnTo>
                  <a:pt x="76200" y="57150"/>
                </a:lnTo>
                <a:lnTo>
                  <a:pt x="66675" y="57150"/>
                </a:lnTo>
                <a:lnTo>
                  <a:pt x="66675" y="47625"/>
                </a:lnTo>
                <a:lnTo>
                  <a:pt x="57150" y="47625"/>
                </a:lnTo>
                <a:lnTo>
                  <a:pt x="57150" y="38100"/>
                </a:lnTo>
                <a:lnTo>
                  <a:pt x="47625" y="38100"/>
                </a:lnTo>
                <a:lnTo>
                  <a:pt x="47625" y="19050"/>
                </a:lnTo>
                <a:lnTo>
                  <a:pt x="38100" y="19050"/>
                </a:lnTo>
                <a:close/>
                <a:moveTo>
                  <a:pt x="133350" y="0"/>
                </a:moveTo>
                <a:lnTo>
                  <a:pt x="152400" y="0"/>
                </a:lnTo>
                <a:lnTo>
                  <a:pt x="152400" y="9525"/>
                </a:lnTo>
                <a:lnTo>
                  <a:pt x="171450" y="9525"/>
                </a:lnTo>
                <a:lnTo>
                  <a:pt x="171450" y="19050"/>
                </a:lnTo>
                <a:lnTo>
                  <a:pt x="152400" y="19050"/>
                </a:lnTo>
                <a:lnTo>
                  <a:pt x="152400" y="28575"/>
                </a:lnTo>
                <a:lnTo>
                  <a:pt x="114300" y="28575"/>
                </a:lnTo>
                <a:lnTo>
                  <a:pt x="114300" y="9525"/>
                </a:lnTo>
                <a:lnTo>
                  <a:pt x="133350" y="9525"/>
                </a:lnTo>
                <a:close/>
                <a:moveTo>
                  <a:pt x="190500" y="0"/>
                </a:moveTo>
                <a:lnTo>
                  <a:pt x="209550" y="0"/>
                </a:lnTo>
                <a:lnTo>
                  <a:pt x="209550" y="9525"/>
                </a:lnTo>
                <a:lnTo>
                  <a:pt x="190500" y="9525"/>
                </a:lnTo>
                <a:close/>
                <a:moveTo>
                  <a:pt x="257175" y="0"/>
                </a:moveTo>
                <a:lnTo>
                  <a:pt x="276225" y="0"/>
                </a:lnTo>
                <a:lnTo>
                  <a:pt x="276225" y="9525"/>
                </a:lnTo>
                <a:lnTo>
                  <a:pt x="257175" y="9525"/>
                </a:lnTo>
                <a:close/>
                <a:moveTo>
                  <a:pt x="447675" y="0"/>
                </a:moveTo>
                <a:lnTo>
                  <a:pt x="466725" y="0"/>
                </a:lnTo>
                <a:lnTo>
                  <a:pt x="466725" y="9525"/>
                </a:lnTo>
                <a:lnTo>
                  <a:pt x="447675" y="9525"/>
                </a:lnTo>
                <a:close/>
                <a:moveTo>
                  <a:pt x="962025" y="0"/>
                </a:moveTo>
                <a:lnTo>
                  <a:pt x="1000125" y="0"/>
                </a:lnTo>
                <a:lnTo>
                  <a:pt x="1000125" y="9525"/>
                </a:lnTo>
                <a:lnTo>
                  <a:pt x="1009650" y="9525"/>
                </a:lnTo>
                <a:lnTo>
                  <a:pt x="1009650" y="38100"/>
                </a:lnTo>
                <a:lnTo>
                  <a:pt x="990600" y="38100"/>
                </a:lnTo>
                <a:lnTo>
                  <a:pt x="990600" y="28575"/>
                </a:lnTo>
                <a:lnTo>
                  <a:pt x="981075" y="28575"/>
                </a:lnTo>
                <a:lnTo>
                  <a:pt x="981075" y="19050"/>
                </a:lnTo>
                <a:lnTo>
                  <a:pt x="962025" y="19050"/>
                </a:lnTo>
                <a:close/>
                <a:moveTo>
                  <a:pt x="1066800" y="0"/>
                </a:moveTo>
                <a:lnTo>
                  <a:pt x="1076325" y="0"/>
                </a:lnTo>
                <a:lnTo>
                  <a:pt x="1076325" y="19050"/>
                </a:lnTo>
                <a:lnTo>
                  <a:pt x="1066800" y="19050"/>
                </a:lnTo>
                <a:lnTo>
                  <a:pt x="1066800" y="28575"/>
                </a:lnTo>
                <a:lnTo>
                  <a:pt x="1047750" y="28575"/>
                </a:lnTo>
                <a:lnTo>
                  <a:pt x="1047750" y="19050"/>
                </a:lnTo>
                <a:lnTo>
                  <a:pt x="1057275" y="19050"/>
                </a:lnTo>
                <a:lnTo>
                  <a:pt x="1057275" y="9525"/>
                </a:lnTo>
                <a:lnTo>
                  <a:pt x="1066800" y="9525"/>
                </a:lnTo>
                <a:close/>
                <a:moveTo>
                  <a:pt x="1123950" y="0"/>
                </a:moveTo>
                <a:lnTo>
                  <a:pt x="1133475" y="0"/>
                </a:lnTo>
                <a:lnTo>
                  <a:pt x="1133475" y="9525"/>
                </a:lnTo>
                <a:lnTo>
                  <a:pt x="1152525" y="9525"/>
                </a:lnTo>
                <a:lnTo>
                  <a:pt x="1152525" y="19050"/>
                </a:lnTo>
                <a:lnTo>
                  <a:pt x="1162050" y="19050"/>
                </a:lnTo>
                <a:lnTo>
                  <a:pt x="1162050" y="9525"/>
                </a:lnTo>
                <a:lnTo>
                  <a:pt x="1181100" y="9525"/>
                </a:lnTo>
                <a:lnTo>
                  <a:pt x="1181100" y="19050"/>
                </a:lnTo>
                <a:lnTo>
                  <a:pt x="1190625" y="19050"/>
                </a:lnTo>
                <a:lnTo>
                  <a:pt x="1190625" y="28575"/>
                </a:lnTo>
                <a:lnTo>
                  <a:pt x="1200150" y="28575"/>
                </a:lnTo>
                <a:lnTo>
                  <a:pt x="1200150" y="38100"/>
                </a:lnTo>
                <a:lnTo>
                  <a:pt x="1209675" y="38100"/>
                </a:lnTo>
                <a:lnTo>
                  <a:pt x="1209675" y="57150"/>
                </a:lnTo>
                <a:lnTo>
                  <a:pt x="1190625" y="57150"/>
                </a:lnTo>
                <a:lnTo>
                  <a:pt x="1190625" y="47625"/>
                </a:lnTo>
                <a:lnTo>
                  <a:pt x="1162050" y="47625"/>
                </a:lnTo>
                <a:lnTo>
                  <a:pt x="1162050" y="28575"/>
                </a:lnTo>
                <a:lnTo>
                  <a:pt x="1143000" y="28575"/>
                </a:lnTo>
                <a:lnTo>
                  <a:pt x="1143000" y="47625"/>
                </a:lnTo>
                <a:lnTo>
                  <a:pt x="1114425" y="47625"/>
                </a:lnTo>
                <a:lnTo>
                  <a:pt x="1114425" y="38100"/>
                </a:lnTo>
                <a:lnTo>
                  <a:pt x="1123950" y="38100"/>
                </a:lnTo>
                <a:close/>
                <a:moveTo>
                  <a:pt x="1095375" y="9525"/>
                </a:moveTo>
                <a:lnTo>
                  <a:pt x="1104900" y="9525"/>
                </a:lnTo>
                <a:lnTo>
                  <a:pt x="1104900" y="19050"/>
                </a:lnTo>
                <a:lnTo>
                  <a:pt x="1095375" y="19050"/>
                </a:lnTo>
                <a:close/>
                <a:moveTo>
                  <a:pt x="95250" y="19050"/>
                </a:moveTo>
                <a:lnTo>
                  <a:pt x="104775" y="19050"/>
                </a:lnTo>
                <a:lnTo>
                  <a:pt x="104775" y="28575"/>
                </a:lnTo>
                <a:lnTo>
                  <a:pt x="95250" y="28575"/>
                </a:lnTo>
                <a:close/>
                <a:moveTo>
                  <a:pt x="581025" y="19050"/>
                </a:moveTo>
                <a:lnTo>
                  <a:pt x="609600" y="19050"/>
                </a:lnTo>
                <a:lnTo>
                  <a:pt x="609600" y="28575"/>
                </a:lnTo>
                <a:lnTo>
                  <a:pt x="581025" y="28575"/>
                </a:lnTo>
                <a:close/>
                <a:moveTo>
                  <a:pt x="1162050" y="28575"/>
                </a:moveTo>
                <a:lnTo>
                  <a:pt x="1171575" y="28575"/>
                </a:lnTo>
                <a:lnTo>
                  <a:pt x="1171575" y="19050"/>
                </a:lnTo>
                <a:lnTo>
                  <a:pt x="1162050" y="19050"/>
                </a:lnTo>
                <a:close/>
                <a:moveTo>
                  <a:pt x="0" y="38100"/>
                </a:moveTo>
                <a:lnTo>
                  <a:pt x="9525" y="38100"/>
                </a:lnTo>
                <a:lnTo>
                  <a:pt x="9525" y="47625"/>
                </a:lnTo>
                <a:lnTo>
                  <a:pt x="0" y="47625"/>
                </a:lnTo>
                <a:close/>
                <a:moveTo>
                  <a:pt x="95250" y="38100"/>
                </a:moveTo>
                <a:lnTo>
                  <a:pt x="104775" y="38100"/>
                </a:lnTo>
                <a:lnTo>
                  <a:pt x="104775" y="85725"/>
                </a:lnTo>
                <a:lnTo>
                  <a:pt x="95250" y="85725"/>
                </a:lnTo>
                <a:lnTo>
                  <a:pt x="95250" y="114300"/>
                </a:lnTo>
                <a:lnTo>
                  <a:pt x="85725" y="114300"/>
                </a:lnTo>
                <a:lnTo>
                  <a:pt x="85725" y="123825"/>
                </a:lnTo>
                <a:lnTo>
                  <a:pt x="76200" y="123825"/>
                </a:lnTo>
                <a:lnTo>
                  <a:pt x="76200" y="114300"/>
                </a:lnTo>
                <a:lnTo>
                  <a:pt x="66675" y="114300"/>
                </a:lnTo>
                <a:lnTo>
                  <a:pt x="66675" y="104775"/>
                </a:lnTo>
                <a:lnTo>
                  <a:pt x="76200" y="104775"/>
                </a:lnTo>
                <a:lnTo>
                  <a:pt x="76200" y="95250"/>
                </a:lnTo>
                <a:lnTo>
                  <a:pt x="85725" y="95250"/>
                </a:lnTo>
                <a:lnTo>
                  <a:pt x="85725" y="85725"/>
                </a:lnTo>
                <a:lnTo>
                  <a:pt x="57150" y="85725"/>
                </a:lnTo>
                <a:lnTo>
                  <a:pt x="57150" y="104775"/>
                </a:lnTo>
                <a:lnTo>
                  <a:pt x="38100" y="104775"/>
                </a:lnTo>
                <a:lnTo>
                  <a:pt x="38100" y="114300"/>
                </a:lnTo>
                <a:lnTo>
                  <a:pt x="28575" y="114300"/>
                </a:lnTo>
                <a:lnTo>
                  <a:pt x="28575" y="85725"/>
                </a:lnTo>
                <a:lnTo>
                  <a:pt x="47625" y="85725"/>
                </a:lnTo>
                <a:lnTo>
                  <a:pt x="47625" y="76200"/>
                </a:lnTo>
                <a:lnTo>
                  <a:pt x="85725" y="76200"/>
                </a:lnTo>
                <a:lnTo>
                  <a:pt x="85725" y="66675"/>
                </a:lnTo>
                <a:lnTo>
                  <a:pt x="76200" y="66675"/>
                </a:lnTo>
                <a:lnTo>
                  <a:pt x="76200" y="57150"/>
                </a:lnTo>
                <a:lnTo>
                  <a:pt x="95250" y="57150"/>
                </a:lnTo>
                <a:close/>
                <a:moveTo>
                  <a:pt x="1076325" y="47625"/>
                </a:moveTo>
                <a:lnTo>
                  <a:pt x="1085850" y="47625"/>
                </a:lnTo>
                <a:lnTo>
                  <a:pt x="1085850" y="57150"/>
                </a:lnTo>
                <a:lnTo>
                  <a:pt x="1076325" y="57150"/>
                </a:lnTo>
                <a:close/>
                <a:moveTo>
                  <a:pt x="1085850" y="57150"/>
                </a:moveTo>
                <a:lnTo>
                  <a:pt x="1095375" y="57150"/>
                </a:lnTo>
                <a:lnTo>
                  <a:pt x="1095375" y="66675"/>
                </a:lnTo>
                <a:lnTo>
                  <a:pt x="1104900" y="66675"/>
                </a:lnTo>
                <a:lnTo>
                  <a:pt x="1104900" y="76200"/>
                </a:lnTo>
                <a:lnTo>
                  <a:pt x="1085850" y="76200"/>
                </a:lnTo>
                <a:close/>
                <a:moveTo>
                  <a:pt x="1009650" y="66675"/>
                </a:moveTo>
                <a:lnTo>
                  <a:pt x="1019175" y="66675"/>
                </a:lnTo>
                <a:lnTo>
                  <a:pt x="1019175" y="76200"/>
                </a:lnTo>
                <a:lnTo>
                  <a:pt x="1009650" y="76200"/>
                </a:lnTo>
                <a:close/>
                <a:moveTo>
                  <a:pt x="1066800" y="66675"/>
                </a:moveTo>
                <a:lnTo>
                  <a:pt x="1076325" y="66675"/>
                </a:lnTo>
                <a:lnTo>
                  <a:pt x="1076325" y="76200"/>
                </a:lnTo>
                <a:lnTo>
                  <a:pt x="1066800" y="76200"/>
                </a:lnTo>
                <a:close/>
                <a:moveTo>
                  <a:pt x="1143000" y="66675"/>
                </a:moveTo>
                <a:lnTo>
                  <a:pt x="1162050" y="66675"/>
                </a:lnTo>
                <a:lnTo>
                  <a:pt x="1162050" y="76200"/>
                </a:lnTo>
                <a:lnTo>
                  <a:pt x="1152525" y="76200"/>
                </a:lnTo>
                <a:lnTo>
                  <a:pt x="1152525" y="85725"/>
                </a:lnTo>
                <a:lnTo>
                  <a:pt x="1143000" y="85725"/>
                </a:lnTo>
                <a:lnTo>
                  <a:pt x="1143000" y="95250"/>
                </a:lnTo>
                <a:lnTo>
                  <a:pt x="1171575" y="95250"/>
                </a:lnTo>
                <a:lnTo>
                  <a:pt x="1171575" y="85725"/>
                </a:lnTo>
                <a:lnTo>
                  <a:pt x="1200150" y="85725"/>
                </a:lnTo>
                <a:lnTo>
                  <a:pt x="1200150" y="95250"/>
                </a:lnTo>
                <a:lnTo>
                  <a:pt x="1209675" y="95250"/>
                </a:lnTo>
                <a:lnTo>
                  <a:pt x="1209675" y="104775"/>
                </a:lnTo>
                <a:lnTo>
                  <a:pt x="1190625" y="104775"/>
                </a:lnTo>
                <a:lnTo>
                  <a:pt x="1190625" y="95250"/>
                </a:lnTo>
                <a:lnTo>
                  <a:pt x="1181100" y="95250"/>
                </a:lnTo>
                <a:lnTo>
                  <a:pt x="1181100" y="104775"/>
                </a:lnTo>
                <a:lnTo>
                  <a:pt x="1114425" y="104775"/>
                </a:lnTo>
                <a:lnTo>
                  <a:pt x="1114425" y="95250"/>
                </a:lnTo>
                <a:lnTo>
                  <a:pt x="1104900" y="95250"/>
                </a:lnTo>
                <a:lnTo>
                  <a:pt x="1104900" y="76200"/>
                </a:lnTo>
                <a:lnTo>
                  <a:pt x="1123950" y="76200"/>
                </a:lnTo>
                <a:lnTo>
                  <a:pt x="1123950" y="85725"/>
                </a:lnTo>
                <a:lnTo>
                  <a:pt x="1133475" y="85725"/>
                </a:lnTo>
                <a:lnTo>
                  <a:pt x="1133475" y="76200"/>
                </a:lnTo>
                <a:lnTo>
                  <a:pt x="1143000" y="76200"/>
                </a:lnTo>
                <a:close/>
                <a:moveTo>
                  <a:pt x="9525" y="85725"/>
                </a:moveTo>
                <a:lnTo>
                  <a:pt x="19050" y="85725"/>
                </a:lnTo>
                <a:lnTo>
                  <a:pt x="19050" y="95250"/>
                </a:lnTo>
                <a:lnTo>
                  <a:pt x="9525" y="95250"/>
                </a:lnTo>
                <a:close/>
                <a:moveTo>
                  <a:pt x="1028700" y="95250"/>
                </a:moveTo>
                <a:lnTo>
                  <a:pt x="1038225" y="95250"/>
                </a:lnTo>
                <a:lnTo>
                  <a:pt x="1038225" y="104775"/>
                </a:lnTo>
                <a:lnTo>
                  <a:pt x="1047750" y="104775"/>
                </a:lnTo>
                <a:lnTo>
                  <a:pt x="1047750" y="95250"/>
                </a:lnTo>
                <a:lnTo>
                  <a:pt x="1066800" y="95250"/>
                </a:lnTo>
                <a:lnTo>
                  <a:pt x="1066800" y="104775"/>
                </a:lnTo>
                <a:lnTo>
                  <a:pt x="1104900" y="104775"/>
                </a:lnTo>
                <a:lnTo>
                  <a:pt x="1104900" y="114300"/>
                </a:lnTo>
                <a:lnTo>
                  <a:pt x="1095375" y="114300"/>
                </a:lnTo>
                <a:lnTo>
                  <a:pt x="1095375" y="123825"/>
                </a:lnTo>
                <a:lnTo>
                  <a:pt x="1076325" y="123825"/>
                </a:lnTo>
                <a:lnTo>
                  <a:pt x="1076325" y="142875"/>
                </a:lnTo>
                <a:lnTo>
                  <a:pt x="1066800" y="142875"/>
                </a:lnTo>
                <a:lnTo>
                  <a:pt x="1066800" y="152400"/>
                </a:lnTo>
                <a:lnTo>
                  <a:pt x="1057275" y="152400"/>
                </a:lnTo>
                <a:lnTo>
                  <a:pt x="1057275" y="123825"/>
                </a:lnTo>
                <a:lnTo>
                  <a:pt x="1038225" y="123825"/>
                </a:lnTo>
                <a:lnTo>
                  <a:pt x="1038225" y="114300"/>
                </a:lnTo>
                <a:lnTo>
                  <a:pt x="1019175" y="114300"/>
                </a:lnTo>
                <a:lnTo>
                  <a:pt x="1019175" y="104775"/>
                </a:lnTo>
                <a:lnTo>
                  <a:pt x="1028700" y="104775"/>
                </a:lnTo>
                <a:close/>
                <a:moveTo>
                  <a:pt x="1181100" y="104775"/>
                </a:moveTo>
                <a:lnTo>
                  <a:pt x="1190625" y="104775"/>
                </a:lnTo>
                <a:lnTo>
                  <a:pt x="1190625" y="114300"/>
                </a:lnTo>
                <a:lnTo>
                  <a:pt x="1181100" y="114300"/>
                </a:lnTo>
                <a:close/>
                <a:moveTo>
                  <a:pt x="1190625" y="114300"/>
                </a:moveTo>
                <a:lnTo>
                  <a:pt x="1209675" y="114300"/>
                </a:lnTo>
                <a:lnTo>
                  <a:pt x="1209675" y="133350"/>
                </a:lnTo>
                <a:lnTo>
                  <a:pt x="1200150" y="133350"/>
                </a:lnTo>
                <a:lnTo>
                  <a:pt x="1200150" y="123825"/>
                </a:lnTo>
                <a:lnTo>
                  <a:pt x="1190625" y="123825"/>
                </a:lnTo>
                <a:close/>
                <a:moveTo>
                  <a:pt x="1152525" y="123825"/>
                </a:moveTo>
                <a:lnTo>
                  <a:pt x="1162050" y="123825"/>
                </a:lnTo>
                <a:lnTo>
                  <a:pt x="1162050" y="133350"/>
                </a:lnTo>
                <a:lnTo>
                  <a:pt x="1152525" y="133350"/>
                </a:lnTo>
                <a:close/>
                <a:moveTo>
                  <a:pt x="104775" y="133350"/>
                </a:moveTo>
                <a:lnTo>
                  <a:pt x="114300" y="133350"/>
                </a:lnTo>
                <a:lnTo>
                  <a:pt x="114300" y="142875"/>
                </a:lnTo>
                <a:lnTo>
                  <a:pt x="104775" y="142875"/>
                </a:lnTo>
                <a:close/>
                <a:moveTo>
                  <a:pt x="1143000" y="133350"/>
                </a:moveTo>
                <a:lnTo>
                  <a:pt x="1152525" y="133350"/>
                </a:lnTo>
                <a:lnTo>
                  <a:pt x="1152525" y="142875"/>
                </a:lnTo>
                <a:lnTo>
                  <a:pt x="1143000" y="142875"/>
                </a:lnTo>
                <a:close/>
                <a:moveTo>
                  <a:pt x="76200" y="152400"/>
                </a:moveTo>
                <a:lnTo>
                  <a:pt x="95250" y="152400"/>
                </a:lnTo>
                <a:lnTo>
                  <a:pt x="95250" y="161925"/>
                </a:lnTo>
                <a:lnTo>
                  <a:pt x="76200" y="161925"/>
                </a:lnTo>
                <a:close/>
                <a:moveTo>
                  <a:pt x="38100" y="161925"/>
                </a:moveTo>
                <a:lnTo>
                  <a:pt x="47625" y="161925"/>
                </a:lnTo>
                <a:lnTo>
                  <a:pt x="47625" y="171450"/>
                </a:lnTo>
                <a:lnTo>
                  <a:pt x="38100" y="171450"/>
                </a:lnTo>
                <a:close/>
                <a:moveTo>
                  <a:pt x="1076325" y="161925"/>
                </a:moveTo>
                <a:lnTo>
                  <a:pt x="1085850" y="161925"/>
                </a:lnTo>
                <a:lnTo>
                  <a:pt x="1085850" y="180975"/>
                </a:lnTo>
                <a:lnTo>
                  <a:pt x="1095375" y="180975"/>
                </a:lnTo>
                <a:lnTo>
                  <a:pt x="1095375" y="200025"/>
                </a:lnTo>
                <a:lnTo>
                  <a:pt x="1085850" y="200025"/>
                </a:lnTo>
                <a:lnTo>
                  <a:pt x="1085850" y="190500"/>
                </a:lnTo>
                <a:lnTo>
                  <a:pt x="1076325" y="190500"/>
                </a:lnTo>
                <a:lnTo>
                  <a:pt x="1076325" y="200025"/>
                </a:lnTo>
                <a:lnTo>
                  <a:pt x="1066800" y="200025"/>
                </a:lnTo>
                <a:lnTo>
                  <a:pt x="1066800" y="171450"/>
                </a:lnTo>
                <a:lnTo>
                  <a:pt x="1076325" y="171450"/>
                </a:lnTo>
                <a:close/>
                <a:moveTo>
                  <a:pt x="1123950" y="161925"/>
                </a:moveTo>
                <a:lnTo>
                  <a:pt x="1133475" y="161925"/>
                </a:lnTo>
                <a:lnTo>
                  <a:pt x="1133475" y="171450"/>
                </a:lnTo>
                <a:lnTo>
                  <a:pt x="1123950" y="171450"/>
                </a:lnTo>
                <a:close/>
                <a:moveTo>
                  <a:pt x="76200" y="171450"/>
                </a:moveTo>
                <a:lnTo>
                  <a:pt x="95250" y="171450"/>
                </a:lnTo>
                <a:lnTo>
                  <a:pt x="95250" y="180975"/>
                </a:lnTo>
                <a:lnTo>
                  <a:pt x="76200" y="180975"/>
                </a:lnTo>
                <a:close/>
                <a:moveTo>
                  <a:pt x="1019175" y="171450"/>
                </a:moveTo>
                <a:lnTo>
                  <a:pt x="1028700" y="171450"/>
                </a:lnTo>
                <a:lnTo>
                  <a:pt x="1028700" y="190500"/>
                </a:lnTo>
                <a:lnTo>
                  <a:pt x="1019175" y="190500"/>
                </a:lnTo>
                <a:close/>
                <a:moveTo>
                  <a:pt x="57150" y="180975"/>
                </a:moveTo>
                <a:lnTo>
                  <a:pt x="66675" y="180975"/>
                </a:lnTo>
                <a:lnTo>
                  <a:pt x="66675" y="200025"/>
                </a:lnTo>
                <a:lnTo>
                  <a:pt x="57150" y="200025"/>
                </a:lnTo>
                <a:close/>
                <a:moveTo>
                  <a:pt x="76200" y="200025"/>
                </a:moveTo>
                <a:lnTo>
                  <a:pt x="95250" y="200025"/>
                </a:lnTo>
                <a:lnTo>
                  <a:pt x="95250" y="219075"/>
                </a:lnTo>
                <a:lnTo>
                  <a:pt x="66675" y="219075"/>
                </a:lnTo>
                <a:lnTo>
                  <a:pt x="66675" y="209550"/>
                </a:lnTo>
                <a:lnTo>
                  <a:pt x="76200" y="209550"/>
                </a:lnTo>
                <a:close/>
                <a:moveTo>
                  <a:pt x="704850" y="200025"/>
                </a:moveTo>
                <a:lnTo>
                  <a:pt x="714375" y="200025"/>
                </a:lnTo>
                <a:lnTo>
                  <a:pt x="714375" y="209550"/>
                </a:lnTo>
                <a:lnTo>
                  <a:pt x="704850" y="209550"/>
                </a:lnTo>
                <a:close/>
                <a:moveTo>
                  <a:pt x="714375" y="209550"/>
                </a:moveTo>
                <a:lnTo>
                  <a:pt x="723900" y="209550"/>
                </a:lnTo>
                <a:lnTo>
                  <a:pt x="723900" y="219075"/>
                </a:lnTo>
                <a:lnTo>
                  <a:pt x="714375" y="219075"/>
                </a:lnTo>
                <a:close/>
                <a:moveTo>
                  <a:pt x="1028700" y="219075"/>
                </a:moveTo>
                <a:lnTo>
                  <a:pt x="1047750" y="219075"/>
                </a:lnTo>
                <a:lnTo>
                  <a:pt x="1047750" y="228600"/>
                </a:lnTo>
                <a:lnTo>
                  <a:pt x="1038225" y="228600"/>
                </a:lnTo>
                <a:lnTo>
                  <a:pt x="1038225" y="238125"/>
                </a:lnTo>
                <a:lnTo>
                  <a:pt x="1028700" y="238125"/>
                </a:lnTo>
                <a:close/>
                <a:moveTo>
                  <a:pt x="1076325" y="219075"/>
                </a:moveTo>
                <a:lnTo>
                  <a:pt x="1085850" y="219075"/>
                </a:lnTo>
                <a:lnTo>
                  <a:pt x="1085850" y="228600"/>
                </a:lnTo>
                <a:lnTo>
                  <a:pt x="1076325" y="228600"/>
                </a:lnTo>
                <a:close/>
                <a:moveTo>
                  <a:pt x="1123950" y="228600"/>
                </a:moveTo>
                <a:lnTo>
                  <a:pt x="1133475" y="228600"/>
                </a:lnTo>
                <a:lnTo>
                  <a:pt x="1133475" y="247650"/>
                </a:lnTo>
                <a:lnTo>
                  <a:pt x="1104900" y="247650"/>
                </a:lnTo>
                <a:lnTo>
                  <a:pt x="1104900" y="238125"/>
                </a:lnTo>
                <a:lnTo>
                  <a:pt x="1123950" y="238125"/>
                </a:lnTo>
                <a:close/>
                <a:moveTo>
                  <a:pt x="1152525" y="228600"/>
                </a:moveTo>
                <a:lnTo>
                  <a:pt x="1162050" y="228600"/>
                </a:lnTo>
                <a:lnTo>
                  <a:pt x="1162050" y="238125"/>
                </a:lnTo>
                <a:lnTo>
                  <a:pt x="1171575" y="238125"/>
                </a:lnTo>
                <a:lnTo>
                  <a:pt x="1171575" y="247650"/>
                </a:lnTo>
                <a:lnTo>
                  <a:pt x="1181100" y="247650"/>
                </a:lnTo>
                <a:lnTo>
                  <a:pt x="1181100" y="238125"/>
                </a:lnTo>
                <a:lnTo>
                  <a:pt x="1190625" y="238125"/>
                </a:lnTo>
                <a:lnTo>
                  <a:pt x="1190625" y="247650"/>
                </a:lnTo>
                <a:lnTo>
                  <a:pt x="1181100" y="247650"/>
                </a:lnTo>
                <a:lnTo>
                  <a:pt x="1181100" y="257175"/>
                </a:lnTo>
                <a:lnTo>
                  <a:pt x="1171575" y="257175"/>
                </a:lnTo>
                <a:lnTo>
                  <a:pt x="1171575" y="266700"/>
                </a:lnTo>
                <a:lnTo>
                  <a:pt x="1162050" y="266700"/>
                </a:lnTo>
                <a:lnTo>
                  <a:pt x="1162050" y="247650"/>
                </a:lnTo>
                <a:lnTo>
                  <a:pt x="1152525" y="247650"/>
                </a:lnTo>
                <a:close/>
                <a:moveTo>
                  <a:pt x="0" y="238125"/>
                </a:moveTo>
                <a:lnTo>
                  <a:pt x="9525" y="238125"/>
                </a:lnTo>
                <a:lnTo>
                  <a:pt x="9525" y="266700"/>
                </a:lnTo>
                <a:lnTo>
                  <a:pt x="0" y="266700"/>
                </a:lnTo>
                <a:close/>
                <a:moveTo>
                  <a:pt x="1066800" y="238125"/>
                </a:moveTo>
                <a:lnTo>
                  <a:pt x="1076325" y="238125"/>
                </a:lnTo>
                <a:lnTo>
                  <a:pt x="1076325" y="247650"/>
                </a:lnTo>
                <a:lnTo>
                  <a:pt x="1085850" y="247650"/>
                </a:lnTo>
                <a:lnTo>
                  <a:pt x="1085850" y="257175"/>
                </a:lnTo>
                <a:lnTo>
                  <a:pt x="1066800" y="257175"/>
                </a:lnTo>
                <a:lnTo>
                  <a:pt x="1066800" y="266700"/>
                </a:lnTo>
                <a:lnTo>
                  <a:pt x="1057275" y="266700"/>
                </a:lnTo>
                <a:lnTo>
                  <a:pt x="1057275" y="257175"/>
                </a:lnTo>
                <a:lnTo>
                  <a:pt x="1047750" y="257175"/>
                </a:lnTo>
                <a:lnTo>
                  <a:pt x="1047750" y="247650"/>
                </a:lnTo>
                <a:lnTo>
                  <a:pt x="1066800" y="247650"/>
                </a:lnTo>
                <a:close/>
                <a:moveTo>
                  <a:pt x="66675" y="257175"/>
                </a:moveTo>
                <a:lnTo>
                  <a:pt x="85725" y="257175"/>
                </a:lnTo>
                <a:lnTo>
                  <a:pt x="85725" y="276225"/>
                </a:lnTo>
                <a:lnTo>
                  <a:pt x="66675" y="276225"/>
                </a:lnTo>
                <a:close/>
                <a:moveTo>
                  <a:pt x="1028700" y="266700"/>
                </a:moveTo>
                <a:lnTo>
                  <a:pt x="1038225" y="266700"/>
                </a:lnTo>
                <a:lnTo>
                  <a:pt x="1038225" y="276225"/>
                </a:lnTo>
                <a:lnTo>
                  <a:pt x="1028700" y="276225"/>
                </a:lnTo>
                <a:close/>
                <a:moveTo>
                  <a:pt x="0" y="276225"/>
                </a:moveTo>
                <a:lnTo>
                  <a:pt x="38100" y="276225"/>
                </a:lnTo>
                <a:lnTo>
                  <a:pt x="38100" y="285750"/>
                </a:lnTo>
                <a:lnTo>
                  <a:pt x="28575" y="285750"/>
                </a:lnTo>
                <a:lnTo>
                  <a:pt x="28575" y="295275"/>
                </a:lnTo>
                <a:lnTo>
                  <a:pt x="9525" y="295275"/>
                </a:lnTo>
                <a:lnTo>
                  <a:pt x="9525" y="285750"/>
                </a:lnTo>
                <a:lnTo>
                  <a:pt x="0" y="285750"/>
                </a:lnTo>
                <a:close/>
                <a:moveTo>
                  <a:pt x="1076325" y="285750"/>
                </a:moveTo>
                <a:lnTo>
                  <a:pt x="1095375" y="285750"/>
                </a:lnTo>
                <a:lnTo>
                  <a:pt x="1095375" y="295275"/>
                </a:lnTo>
                <a:lnTo>
                  <a:pt x="1085850" y="295275"/>
                </a:lnTo>
                <a:lnTo>
                  <a:pt x="1085850" y="304800"/>
                </a:lnTo>
                <a:lnTo>
                  <a:pt x="1076325" y="304800"/>
                </a:lnTo>
                <a:close/>
                <a:moveTo>
                  <a:pt x="28575" y="295275"/>
                </a:moveTo>
                <a:lnTo>
                  <a:pt x="38100" y="295275"/>
                </a:lnTo>
                <a:lnTo>
                  <a:pt x="38100" y="304800"/>
                </a:lnTo>
                <a:lnTo>
                  <a:pt x="28575" y="304800"/>
                </a:lnTo>
                <a:close/>
                <a:moveTo>
                  <a:pt x="47625" y="304800"/>
                </a:moveTo>
                <a:lnTo>
                  <a:pt x="57150" y="304800"/>
                </a:lnTo>
                <a:lnTo>
                  <a:pt x="57150" y="314325"/>
                </a:lnTo>
                <a:lnTo>
                  <a:pt x="47625" y="314325"/>
                </a:lnTo>
                <a:close/>
                <a:moveTo>
                  <a:pt x="85725" y="304800"/>
                </a:moveTo>
                <a:lnTo>
                  <a:pt x="114300" y="304800"/>
                </a:lnTo>
                <a:lnTo>
                  <a:pt x="114300" y="314325"/>
                </a:lnTo>
                <a:lnTo>
                  <a:pt x="85725" y="314325"/>
                </a:lnTo>
                <a:close/>
                <a:moveTo>
                  <a:pt x="1190625" y="304800"/>
                </a:moveTo>
                <a:lnTo>
                  <a:pt x="1200150" y="304800"/>
                </a:lnTo>
                <a:lnTo>
                  <a:pt x="1200150" y="323850"/>
                </a:lnTo>
                <a:lnTo>
                  <a:pt x="1190625" y="323850"/>
                </a:lnTo>
                <a:close/>
                <a:moveTo>
                  <a:pt x="657225" y="314325"/>
                </a:moveTo>
                <a:lnTo>
                  <a:pt x="676275" y="314325"/>
                </a:lnTo>
                <a:lnTo>
                  <a:pt x="676275" y="323850"/>
                </a:lnTo>
                <a:lnTo>
                  <a:pt x="657225" y="323850"/>
                </a:lnTo>
                <a:close/>
                <a:moveTo>
                  <a:pt x="1133475" y="314325"/>
                </a:moveTo>
                <a:lnTo>
                  <a:pt x="1143000" y="314325"/>
                </a:lnTo>
                <a:lnTo>
                  <a:pt x="1143000" y="323850"/>
                </a:lnTo>
                <a:lnTo>
                  <a:pt x="1133475" y="323850"/>
                </a:lnTo>
                <a:close/>
                <a:moveTo>
                  <a:pt x="19050" y="323850"/>
                </a:moveTo>
                <a:lnTo>
                  <a:pt x="28575" y="323850"/>
                </a:lnTo>
                <a:lnTo>
                  <a:pt x="28575" y="333375"/>
                </a:lnTo>
                <a:lnTo>
                  <a:pt x="38100" y="333375"/>
                </a:lnTo>
                <a:lnTo>
                  <a:pt x="38100" y="323850"/>
                </a:lnTo>
                <a:lnTo>
                  <a:pt x="47625" y="323850"/>
                </a:lnTo>
                <a:lnTo>
                  <a:pt x="47625" y="333375"/>
                </a:lnTo>
                <a:lnTo>
                  <a:pt x="38100" y="333375"/>
                </a:lnTo>
                <a:lnTo>
                  <a:pt x="38100" y="342900"/>
                </a:lnTo>
                <a:lnTo>
                  <a:pt x="19050" y="342900"/>
                </a:lnTo>
                <a:close/>
                <a:moveTo>
                  <a:pt x="676275" y="323850"/>
                </a:moveTo>
                <a:lnTo>
                  <a:pt x="685800" y="323850"/>
                </a:lnTo>
                <a:lnTo>
                  <a:pt x="685800" y="333375"/>
                </a:lnTo>
                <a:lnTo>
                  <a:pt x="676275" y="333375"/>
                </a:lnTo>
                <a:close/>
                <a:moveTo>
                  <a:pt x="1200150" y="323850"/>
                </a:moveTo>
                <a:lnTo>
                  <a:pt x="1209675" y="323850"/>
                </a:lnTo>
                <a:lnTo>
                  <a:pt x="1209675" y="333375"/>
                </a:lnTo>
                <a:lnTo>
                  <a:pt x="1200150" y="333375"/>
                </a:lnTo>
                <a:close/>
                <a:moveTo>
                  <a:pt x="66675" y="333375"/>
                </a:moveTo>
                <a:lnTo>
                  <a:pt x="85725" y="333375"/>
                </a:lnTo>
                <a:lnTo>
                  <a:pt x="85725" y="342900"/>
                </a:lnTo>
                <a:lnTo>
                  <a:pt x="95250" y="342900"/>
                </a:lnTo>
                <a:lnTo>
                  <a:pt x="95250" y="352425"/>
                </a:lnTo>
                <a:lnTo>
                  <a:pt x="104775" y="352425"/>
                </a:lnTo>
                <a:lnTo>
                  <a:pt x="104775" y="361950"/>
                </a:lnTo>
                <a:lnTo>
                  <a:pt x="114300" y="361950"/>
                </a:lnTo>
                <a:lnTo>
                  <a:pt x="114300" y="390525"/>
                </a:lnTo>
                <a:lnTo>
                  <a:pt x="104775" y="390525"/>
                </a:lnTo>
                <a:lnTo>
                  <a:pt x="104775" y="371475"/>
                </a:lnTo>
                <a:lnTo>
                  <a:pt x="85725" y="371475"/>
                </a:lnTo>
                <a:lnTo>
                  <a:pt x="85725" y="361950"/>
                </a:lnTo>
                <a:lnTo>
                  <a:pt x="76200" y="361950"/>
                </a:lnTo>
                <a:lnTo>
                  <a:pt x="76200" y="352425"/>
                </a:lnTo>
                <a:lnTo>
                  <a:pt x="66675" y="352425"/>
                </a:lnTo>
                <a:close/>
                <a:moveTo>
                  <a:pt x="933450" y="361950"/>
                </a:moveTo>
                <a:lnTo>
                  <a:pt x="952500" y="361950"/>
                </a:lnTo>
                <a:lnTo>
                  <a:pt x="952500" y="381000"/>
                </a:lnTo>
                <a:lnTo>
                  <a:pt x="933450" y="381000"/>
                </a:lnTo>
                <a:lnTo>
                  <a:pt x="933450" y="400050"/>
                </a:lnTo>
                <a:lnTo>
                  <a:pt x="923925" y="400050"/>
                </a:lnTo>
                <a:lnTo>
                  <a:pt x="923925" y="371475"/>
                </a:lnTo>
                <a:lnTo>
                  <a:pt x="933450" y="371475"/>
                </a:lnTo>
                <a:close/>
                <a:moveTo>
                  <a:pt x="1104900" y="371475"/>
                </a:moveTo>
                <a:lnTo>
                  <a:pt x="1114425" y="371475"/>
                </a:lnTo>
                <a:lnTo>
                  <a:pt x="1114425" y="381000"/>
                </a:lnTo>
                <a:lnTo>
                  <a:pt x="1123950" y="381000"/>
                </a:lnTo>
                <a:lnTo>
                  <a:pt x="1123950" y="390525"/>
                </a:lnTo>
                <a:lnTo>
                  <a:pt x="1114425" y="390525"/>
                </a:lnTo>
                <a:lnTo>
                  <a:pt x="1114425" y="400050"/>
                </a:lnTo>
                <a:lnTo>
                  <a:pt x="1104900" y="400050"/>
                </a:lnTo>
                <a:lnTo>
                  <a:pt x="1104900" y="419100"/>
                </a:lnTo>
                <a:lnTo>
                  <a:pt x="1123950" y="419100"/>
                </a:lnTo>
                <a:lnTo>
                  <a:pt x="1123950" y="428625"/>
                </a:lnTo>
                <a:lnTo>
                  <a:pt x="1095375" y="428625"/>
                </a:lnTo>
                <a:lnTo>
                  <a:pt x="1095375" y="390525"/>
                </a:lnTo>
                <a:lnTo>
                  <a:pt x="1104900" y="390525"/>
                </a:lnTo>
                <a:close/>
                <a:moveTo>
                  <a:pt x="542925" y="390525"/>
                </a:moveTo>
                <a:lnTo>
                  <a:pt x="571500" y="390525"/>
                </a:lnTo>
                <a:lnTo>
                  <a:pt x="571500" y="400050"/>
                </a:lnTo>
                <a:lnTo>
                  <a:pt x="552450" y="400050"/>
                </a:lnTo>
                <a:lnTo>
                  <a:pt x="552450" y="409575"/>
                </a:lnTo>
                <a:lnTo>
                  <a:pt x="542925" y="409575"/>
                </a:lnTo>
                <a:close/>
                <a:moveTo>
                  <a:pt x="1123950" y="400050"/>
                </a:moveTo>
                <a:lnTo>
                  <a:pt x="1133475" y="400050"/>
                </a:lnTo>
                <a:lnTo>
                  <a:pt x="1133475" y="409575"/>
                </a:lnTo>
                <a:lnTo>
                  <a:pt x="1123950" y="409575"/>
                </a:lnTo>
                <a:close/>
                <a:moveTo>
                  <a:pt x="19050" y="409575"/>
                </a:moveTo>
                <a:lnTo>
                  <a:pt x="28575" y="409575"/>
                </a:lnTo>
                <a:lnTo>
                  <a:pt x="28575" y="419100"/>
                </a:lnTo>
                <a:lnTo>
                  <a:pt x="19050" y="419100"/>
                </a:lnTo>
                <a:close/>
                <a:moveTo>
                  <a:pt x="95250" y="409575"/>
                </a:moveTo>
                <a:lnTo>
                  <a:pt x="104775" y="409575"/>
                </a:lnTo>
                <a:lnTo>
                  <a:pt x="104775" y="447675"/>
                </a:lnTo>
                <a:lnTo>
                  <a:pt x="95250" y="447675"/>
                </a:lnTo>
                <a:close/>
                <a:moveTo>
                  <a:pt x="561975" y="409575"/>
                </a:moveTo>
                <a:lnTo>
                  <a:pt x="571500" y="409575"/>
                </a:lnTo>
                <a:lnTo>
                  <a:pt x="571500" y="419100"/>
                </a:lnTo>
                <a:lnTo>
                  <a:pt x="561975" y="419100"/>
                </a:lnTo>
                <a:close/>
                <a:moveTo>
                  <a:pt x="609600" y="409575"/>
                </a:moveTo>
                <a:lnTo>
                  <a:pt x="619125" y="409575"/>
                </a:lnTo>
                <a:lnTo>
                  <a:pt x="619125" y="419100"/>
                </a:lnTo>
                <a:lnTo>
                  <a:pt x="609600" y="419100"/>
                </a:lnTo>
                <a:close/>
                <a:moveTo>
                  <a:pt x="638175" y="409575"/>
                </a:moveTo>
                <a:lnTo>
                  <a:pt x="666750" y="409575"/>
                </a:lnTo>
                <a:lnTo>
                  <a:pt x="666750" y="419100"/>
                </a:lnTo>
                <a:lnTo>
                  <a:pt x="657225" y="419100"/>
                </a:lnTo>
                <a:lnTo>
                  <a:pt x="657225" y="428625"/>
                </a:lnTo>
                <a:lnTo>
                  <a:pt x="638175" y="428625"/>
                </a:lnTo>
                <a:close/>
                <a:moveTo>
                  <a:pt x="1152525" y="409575"/>
                </a:moveTo>
                <a:lnTo>
                  <a:pt x="1162050" y="409575"/>
                </a:lnTo>
                <a:lnTo>
                  <a:pt x="1162050" y="419100"/>
                </a:lnTo>
                <a:lnTo>
                  <a:pt x="1152525" y="419100"/>
                </a:lnTo>
                <a:close/>
                <a:moveTo>
                  <a:pt x="28575" y="419100"/>
                </a:moveTo>
                <a:lnTo>
                  <a:pt x="38100" y="419100"/>
                </a:lnTo>
                <a:lnTo>
                  <a:pt x="38100" y="428625"/>
                </a:lnTo>
                <a:lnTo>
                  <a:pt x="28575" y="428625"/>
                </a:lnTo>
                <a:close/>
                <a:moveTo>
                  <a:pt x="571500" y="419100"/>
                </a:moveTo>
                <a:lnTo>
                  <a:pt x="581025" y="419100"/>
                </a:lnTo>
                <a:lnTo>
                  <a:pt x="581025" y="428625"/>
                </a:lnTo>
                <a:lnTo>
                  <a:pt x="571500" y="428625"/>
                </a:lnTo>
                <a:close/>
                <a:moveTo>
                  <a:pt x="676275" y="419100"/>
                </a:moveTo>
                <a:lnTo>
                  <a:pt x="685800" y="419100"/>
                </a:lnTo>
                <a:lnTo>
                  <a:pt x="685800" y="438150"/>
                </a:lnTo>
                <a:lnTo>
                  <a:pt x="695325" y="438150"/>
                </a:lnTo>
                <a:lnTo>
                  <a:pt x="695325" y="447675"/>
                </a:lnTo>
                <a:lnTo>
                  <a:pt x="685800" y="447675"/>
                </a:lnTo>
                <a:lnTo>
                  <a:pt x="685800" y="457200"/>
                </a:lnTo>
                <a:lnTo>
                  <a:pt x="666750" y="457200"/>
                </a:lnTo>
                <a:lnTo>
                  <a:pt x="666750" y="438150"/>
                </a:lnTo>
                <a:lnTo>
                  <a:pt x="676275" y="438150"/>
                </a:lnTo>
                <a:close/>
                <a:moveTo>
                  <a:pt x="1190625" y="419100"/>
                </a:moveTo>
                <a:lnTo>
                  <a:pt x="1209675" y="419100"/>
                </a:lnTo>
                <a:lnTo>
                  <a:pt x="1209675" y="447675"/>
                </a:lnTo>
                <a:lnTo>
                  <a:pt x="1200150" y="447675"/>
                </a:lnTo>
                <a:lnTo>
                  <a:pt x="1200150" y="466725"/>
                </a:lnTo>
                <a:lnTo>
                  <a:pt x="1209675" y="466725"/>
                </a:lnTo>
                <a:lnTo>
                  <a:pt x="1209675" y="495300"/>
                </a:lnTo>
                <a:lnTo>
                  <a:pt x="1200150" y="495300"/>
                </a:lnTo>
                <a:lnTo>
                  <a:pt x="1200150" y="504825"/>
                </a:lnTo>
                <a:lnTo>
                  <a:pt x="1190625" y="504825"/>
                </a:lnTo>
                <a:lnTo>
                  <a:pt x="1190625" y="485775"/>
                </a:lnTo>
                <a:lnTo>
                  <a:pt x="1171575" y="485775"/>
                </a:lnTo>
                <a:lnTo>
                  <a:pt x="1171575" y="504825"/>
                </a:lnTo>
                <a:lnTo>
                  <a:pt x="1181100" y="504825"/>
                </a:lnTo>
                <a:lnTo>
                  <a:pt x="1181100" y="514350"/>
                </a:lnTo>
                <a:lnTo>
                  <a:pt x="1152525" y="514350"/>
                </a:lnTo>
                <a:lnTo>
                  <a:pt x="1152525" y="504825"/>
                </a:lnTo>
                <a:lnTo>
                  <a:pt x="1162050" y="504825"/>
                </a:lnTo>
                <a:lnTo>
                  <a:pt x="1162050" y="495300"/>
                </a:lnTo>
                <a:lnTo>
                  <a:pt x="1133475" y="495300"/>
                </a:lnTo>
                <a:lnTo>
                  <a:pt x="1133475" y="523875"/>
                </a:lnTo>
                <a:lnTo>
                  <a:pt x="1162050" y="523875"/>
                </a:lnTo>
                <a:lnTo>
                  <a:pt x="1162050" y="552450"/>
                </a:lnTo>
                <a:lnTo>
                  <a:pt x="1171575" y="552450"/>
                </a:lnTo>
                <a:lnTo>
                  <a:pt x="1171575" y="561975"/>
                </a:lnTo>
                <a:lnTo>
                  <a:pt x="1181100" y="561975"/>
                </a:lnTo>
                <a:lnTo>
                  <a:pt x="1181100" y="571500"/>
                </a:lnTo>
                <a:lnTo>
                  <a:pt x="1190625" y="571500"/>
                </a:lnTo>
                <a:lnTo>
                  <a:pt x="1190625" y="590550"/>
                </a:lnTo>
                <a:lnTo>
                  <a:pt x="1200150" y="590550"/>
                </a:lnTo>
                <a:lnTo>
                  <a:pt x="1200150" y="600075"/>
                </a:lnTo>
                <a:lnTo>
                  <a:pt x="1162050" y="600075"/>
                </a:lnTo>
                <a:lnTo>
                  <a:pt x="1162050" y="581025"/>
                </a:lnTo>
                <a:lnTo>
                  <a:pt x="1152525" y="581025"/>
                </a:lnTo>
                <a:lnTo>
                  <a:pt x="1152525" y="552450"/>
                </a:lnTo>
                <a:lnTo>
                  <a:pt x="1143000" y="552450"/>
                </a:lnTo>
                <a:lnTo>
                  <a:pt x="1143000" y="542925"/>
                </a:lnTo>
                <a:lnTo>
                  <a:pt x="1114425" y="542925"/>
                </a:lnTo>
                <a:lnTo>
                  <a:pt x="1114425" y="552450"/>
                </a:lnTo>
                <a:lnTo>
                  <a:pt x="1104900" y="552450"/>
                </a:lnTo>
                <a:lnTo>
                  <a:pt x="1104900" y="542925"/>
                </a:lnTo>
                <a:lnTo>
                  <a:pt x="1095375" y="542925"/>
                </a:lnTo>
                <a:lnTo>
                  <a:pt x="1095375" y="533400"/>
                </a:lnTo>
                <a:lnTo>
                  <a:pt x="1104900" y="533400"/>
                </a:lnTo>
                <a:lnTo>
                  <a:pt x="1104900" y="504825"/>
                </a:lnTo>
                <a:lnTo>
                  <a:pt x="1085850" y="504825"/>
                </a:lnTo>
                <a:lnTo>
                  <a:pt x="1085850" y="514350"/>
                </a:lnTo>
                <a:lnTo>
                  <a:pt x="1076325" y="514350"/>
                </a:lnTo>
                <a:lnTo>
                  <a:pt x="1076325" y="504825"/>
                </a:lnTo>
                <a:lnTo>
                  <a:pt x="1047750" y="504825"/>
                </a:lnTo>
                <a:lnTo>
                  <a:pt x="1047750" y="514350"/>
                </a:lnTo>
                <a:lnTo>
                  <a:pt x="1038225" y="514350"/>
                </a:lnTo>
                <a:lnTo>
                  <a:pt x="1038225" y="504825"/>
                </a:lnTo>
                <a:lnTo>
                  <a:pt x="1019175" y="504825"/>
                </a:lnTo>
                <a:lnTo>
                  <a:pt x="1019175" y="485775"/>
                </a:lnTo>
                <a:lnTo>
                  <a:pt x="1028700" y="485775"/>
                </a:lnTo>
                <a:lnTo>
                  <a:pt x="1028700" y="476250"/>
                </a:lnTo>
                <a:lnTo>
                  <a:pt x="1038225" y="476250"/>
                </a:lnTo>
                <a:lnTo>
                  <a:pt x="1038225" y="485775"/>
                </a:lnTo>
                <a:lnTo>
                  <a:pt x="1047750" y="485775"/>
                </a:lnTo>
                <a:lnTo>
                  <a:pt x="1047750" y="495300"/>
                </a:lnTo>
                <a:lnTo>
                  <a:pt x="1076325" y="495300"/>
                </a:lnTo>
                <a:lnTo>
                  <a:pt x="1076325" y="466725"/>
                </a:lnTo>
                <a:lnTo>
                  <a:pt x="1066800" y="466725"/>
                </a:lnTo>
                <a:lnTo>
                  <a:pt x="1066800" y="457200"/>
                </a:lnTo>
                <a:lnTo>
                  <a:pt x="1057275" y="457200"/>
                </a:lnTo>
                <a:lnTo>
                  <a:pt x="1057275" y="447675"/>
                </a:lnTo>
                <a:lnTo>
                  <a:pt x="1076325" y="447675"/>
                </a:lnTo>
                <a:lnTo>
                  <a:pt x="1076325" y="457200"/>
                </a:lnTo>
                <a:lnTo>
                  <a:pt x="1095375" y="457200"/>
                </a:lnTo>
                <a:lnTo>
                  <a:pt x="1095375" y="438150"/>
                </a:lnTo>
                <a:lnTo>
                  <a:pt x="1104900" y="438150"/>
                </a:lnTo>
                <a:lnTo>
                  <a:pt x="1104900" y="466725"/>
                </a:lnTo>
                <a:lnTo>
                  <a:pt x="1085850" y="466725"/>
                </a:lnTo>
                <a:lnTo>
                  <a:pt x="1085850" y="476250"/>
                </a:lnTo>
                <a:lnTo>
                  <a:pt x="1095375" y="476250"/>
                </a:lnTo>
                <a:lnTo>
                  <a:pt x="1095375" y="485775"/>
                </a:lnTo>
                <a:lnTo>
                  <a:pt x="1104900" y="485775"/>
                </a:lnTo>
                <a:lnTo>
                  <a:pt x="1104900" y="495300"/>
                </a:lnTo>
                <a:lnTo>
                  <a:pt x="1114425" y="495300"/>
                </a:lnTo>
                <a:lnTo>
                  <a:pt x="1114425" y="504825"/>
                </a:lnTo>
                <a:lnTo>
                  <a:pt x="1123950" y="504825"/>
                </a:lnTo>
                <a:lnTo>
                  <a:pt x="1123950" y="466725"/>
                </a:lnTo>
                <a:lnTo>
                  <a:pt x="1114425" y="466725"/>
                </a:lnTo>
                <a:lnTo>
                  <a:pt x="1114425" y="457200"/>
                </a:lnTo>
                <a:lnTo>
                  <a:pt x="1133475" y="457200"/>
                </a:lnTo>
                <a:lnTo>
                  <a:pt x="1133475" y="476250"/>
                </a:lnTo>
                <a:lnTo>
                  <a:pt x="1143000" y="476250"/>
                </a:lnTo>
                <a:lnTo>
                  <a:pt x="1143000" y="485775"/>
                </a:lnTo>
                <a:lnTo>
                  <a:pt x="1152525" y="485775"/>
                </a:lnTo>
                <a:lnTo>
                  <a:pt x="1152525" y="476250"/>
                </a:lnTo>
                <a:lnTo>
                  <a:pt x="1162050" y="476250"/>
                </a:lnTo>
                <a:lnTo>
                  <a:pt x="1162050" y="457200"/>
                </a:lnTo>
                <a:lnTo>
                  <a:pt x="1190625" y="457200"/>
                </a:lnTo>
                <a:lnTo>
                  <a:pt x="1190625" y="447675"/>
                </a:lnTo>
                <a:lnTo>
                  <a:pt x="1181100" y="447675"/>
                </a:lnTo>
                <a:lnTo>
                  <a:pt x="1181100" y="438150"/>
                </a:lnTo>
                <a:lnTo>
                  <a:pt x="1190625" y="438150"/>
                </a:lnTo>
                <a:close/>
                <a:moveTo>
                  <a:pt x="857250" y="428625"/>
                </a:moveTo>
                <a:lnTo>
                  <a:pt x="866775" y="428625"/>
                </a:lnTo>
                <a:lnTo>
                  <a:pt x="866775" y="438150"/>
                </a:lnTo>
                <a:lnTo>
                  <a:pt x="857250" y="438150"/>
                </a:lnTo>
                <a:close/>
                <a:moveTo>
                  <a:pt x="866775" y="438150"/>
                </a:moveTo>
                <a:lnTo>
                  <a:pt x="885825" y="438150"/>
                </a:lnTo>
                <a:lnTo>
                  <a:pt x="885825" y="447675"/>
                </a:lnTo>
                <a:lnTo>
                  <a:pt x="866775" y="447675"/>
                </a:lnTo>
                <a:close/>
                <a:moveTo>
                  <a:pt x="0" y="447675"/>
                </a:moveTo>
                <a:lnTo>
                  <a:pt x="9525" y="447675"/>
                </a:lnTo>
                <a:lnTo>
                  <a:pt x="9525" y="457200"/>
                </a:lnTo>
                <a:lnTo>
                  <a:pt x="19050" y="457200"/>
                </a:lnTo>
                <a:lnTo>
                  <a:pt x="19050" y="466725"/>
                </a:lnTo>
                <a:lnTo>
                  <a:pt x="28575" y="466725"/>
                </a:lnTo>
                <a:lnTo>
                  <a:pt x="28575" y="476250"/>
                </a:lnTo>
                <a:lnTo>
                  <a:pt x="47625" y="476250"/>
                </a:lnTo>
                <a:lnTo>
                  <a:pt x="47625" y="485775"/>
                </a:lnTo>
                <a:lnTo>
                  <a:pt x="66675" y="485775"/>
                </a:lnTo>
                <a:lnTo>
                  <a:pt x="66675" y="476250"/>
                </a:lnTo>
                <a:lnTo>
                  <a:pt x="85725" y="476250"/>
                </a:lnTo>
                <a:lnTo>
                  <a:pt x="85725" y="466725"/>
                </a:lnTo>
                <a:lnTo>
                  <a:pt x="95250" y="466725"/>
                </a:lnTo>
                <a:lnTo>
                  <a:pt x="95250" y="504825"/>
                </a:lnTo>
                <a:lnTo>
                  <a:pt x="85725" y="504825"/>
                </a:lnTo>
                <a:lnTo>
                  <a:pt x="85725" y="514350"/>
                </a:lnTo>
                <a:lnTo>
                  <a:pt x="28575" y="514350"/>
                </a:lnTo>
                <a:lnTo>
                  <a:pt x="28575" y="485775"/>
                </a:lnTo>
                <a:lnTo>
                  <a:pt x="19050" y="485775"/>
                </a:lnTo>
                <a:lnTo>
                  <a:pt x="19050" y="476250"/>
                </a:lnTo>
                <a:lnTo>
                  <a:pt x="0" y="476250"/>
                </a:lnTo>
                <a:close/>
                <a:moveTo>
                  <a:pt x="695325" y="447675"/>
                </a:moveTo>
                <a:lnTo>
                  <a:pt x="704850" y="447675"/>
                </a:lnTo>
                <a:lnTo>
                  <a:pt x="704850" y="457200"/>
                </a:lnTo>
                <a:lnTo>
                  <a:pt x="695325" y="457200"/>
                </a:lnTo>
                <a:close/>
                <a:moveTo>
                  <a:pt x="733425" y="457200"/>
                </a:moveTo>
                <a:lnTo>
                  <a:pt x="762000" y="457200"/>
                </a:lnTo>
                <a:lnTo>
                  <a:pt x="762000" y="466725"/>
                </a:lnTo>
                <a:lnTo>
                  <a:pt x="781050" y="466725"/>
                </a:lnTo>
                <a:lnTo>
                  <a:pt x="781050" y="457200"/>
                </a:lnTo>
                <a:lnTo>
                  <a:pt x="790575" y="457200"/>
                </a:lnTo>
                <a:lnTo>
                  <a:pt x="790575" y="466725"/>
                </a:lnTo>
                <a:lnTo>
                  <a:pt x="800100" y="466725"/>
                </a:lnTo>
                <a:lnTo>
                  <a:pt x="800100" y="476250"/>
                </a:lnTo>
                <a:lnTo>
                  <a:pt x="809625" y="476250"/>
                </a:lnTo>
                <a:lnTo>
                  <a:pt x="809625" y="485775"/>
                </a:lnTo>
                <a:lnTo>
                  <a:pt x="790575" y="485775"/>
                </a:lnTo>
                <a:lnTo>
                  <a:pt x="790575" y="476250"/>
                </a:lnTo>
                <a:lnTo>
                  <a:pt x="752475" y="476250"/>
                </a:lnTo>
                <a:lnTo>
                  <a:pt x="752475" y="466725"/>
                </a:lnTo>
                <a:lnTo>
                  <a:pt x="733425" y="466725"/>
                </a:lnTo>
                <a:close/>
                <a:moveTo>
                  <a:pt x="695325" y="466725"/>
                </a:moveTo>
                <a:lnTo>
                  <a:pt x="714375" y="466725"/>
                </a:lnTo>
                <a:lnTo>
                  <a:pt x="714375" y="476250"/>
                </a:lnTo>
                <a:lnTo>
                  <a:pt x="695325" y="476250"/>
                </a:lnTo>
                <a:close/>
                <a:moveTo>
                  <a:pt x="628650" y="476250"/>
                </a:moveTo>
                <a:lnTo>
                  <a:pt x="638175" y="476250"/>
                </a:lnTo>
                <a:lnTo>
                  <a:pt x="638175" y="485775"/>
                </a:lnTo>
                <a:lnTo>
                  <a:pt x="628650" y="485775"/>
                </a:lnTo>
                <a:close/>
                <a:moveTo>
                  <a:pt x="1171575" y="476250"/>
                </a:moveTo>
                <a:lnTo>
                  <a:pt x="1181100" y="476250"/>
                </a:lnTo>
                <a:lnTo>
                  <a:pt x="1181100" y="466725"/>
                </a:lnTo>
                <a:lnTo>
                  <a:pt x="1171575" y="466725"/>
                </a:lnTo>
                <a:close/>
                <a:moveTo>
                  <a:pt x="638175" y="485775"/>
                </a:moveTo>
                <a:lnTo>
                  <a:pt x="657225" y="485775"/>
                </a:lnTo>
                <a:lnTo>
                  <a:pt x="657225" y="495300"/>
                </a:lnTo>
                <a:lnTo>
                  <a:pt x="666750" y="495300"/>
                </a:lnTo>
                <a:lnTo>
                  <a:pt x="666750" y="504825"/>
                </a:lnTo>
                <a:lnTo>
                  <a:pt x="638175" y="504825"/>
                </a:lnTo>
                <a:close/>
                <a:moveTo>
                  <a:pt x="19050" y="514350"/>
                </a:moveTo>
                <a:lnTo>
                  <a:pt x="28575" y="514350"/>
                </a:lnTo>
                <a:lnTo>
                  <a:pt x="28575" y="542925"/>
                </a:lnTo>
                <a:lnTo>
                  <a:pt x="19050" y="542925"/>
                </a:lnTo>
                <a:lnTo>
                  <a:pt x="19050" y="533400"/>
                </a:lnTo>
                <a:lnTo>
                  <a:pt x="9525" y="533400"/>
                </a:lnTo>
                <a:lnTo>
                  <a:pt x="9525" y="523875"/>
                </a:lnTo>
                <a:lnTo>
                  <a:pt x="19050" y="523875"/>
                </a:lnTo>
                <a:close/>
                <a:moveTo>
                  <a:pt x="390525" y="514350"/>
                </a:moveTo>
                <a:lnTo>
                  <a:pt x="400050" y="514350"/>
                </a:lnTo>
                <a:lnTo>
                  <a:pt x="400050" y="523875"/>
                </a:lnTo>
                <a:lnTo>
                  <a:pt x="390525" y="523875"/>
                </a:lnTo>
                <a:close/>
                <a:moveTo>
                  <a:pt x="409575" y="514350"/>
                </a:moveTo>
                <a:lnTo>
                  <a:pt x="419100" y="514350"/>
                </a:lnTo>
                <a:lnTo>
                  <a:pt x="419100" y="523875"/>
                </a:lnTo>
                <a:lnTo>
                  <a:pt x="428625" y="523875"/>
                </a:lnTo>
                <a:lnTo>
                  <a:pt x="428625" y="533400"/>
                </a:lnTo>
                <a:lnTo>
                  <a:pt x="400050" y="533400"/>
                </a:lnTo>
                <a:lnTo>
                  <a:pt x="400050" y="523875"/>
                </a:lnTo>
                <a:lnTo>
                  <a:pt x="409575" y="523875"/>
                </a:lnTo>
                <a:close/>
                <a:moveTo>
                  <a:pt x="657225" y="514350"/>
                </a:moveTo>
                <a:lnTo>
                  <a:pt x="666750" y="514350"/>
                </a:lnTo>
                <a:lnTo>
                  <a:pt x="666750" y="523875"/>
                </a:lnTo>
                <a:lnTo>
                  <a:pt x="657225" y="523875"/>
                </a:lnTo>
                <a:close/>
                <a:moveTo>
                  <a:pt x="66675" y="523875"/>
                </a:moveTo>
                <a:lnTo>
                  <a:pt x="76200" y="523875"/>
                </a:lnTo>
                <a:lnTo>
                  <a:pt x="76200" y="533400"/>
                </a:lnTo>
                <a:lnTo>
                  <a:pt x="85725" y="533400"/>
                </a:lnTo>
                <a:lnTo>
                  <a:pt x="85725" y="523875"/>
                </a:lnTo>
                <a:lnTo>
                  <a:pt x="95250" y="523875"/>
                </a:lnTo>
                <a:lnTo>
                  <a:pt x="95250" y="533400"/>
                </a:lnTo>
                <a:lnTo>
                  <a:pt x="104775" y="533400"/>
                </a:lnTo>
                <a:lnTo>
                  <a:pt x="104775" y="561975"/>
                </a:lnTo>
                <a:lnTo>
                  <a:pt x="95250" y="561975"/>
                </a:lnTo>
                <a:lnTo>
                  <a:pt x="95250" y="552450"/>
                </a:lnTo>
                <a:lnTo>
                  <a:pt x="76200" y="552450"/>
                </a:lnTo>
                <a:lnTo>
                  <a:pt x="76200" y="542925"/>
                </a:lnTo>
                <a:lnTo>
                  <a:pt x="66675" y="542925"/>
                </a:lnTo>
                <a:close/>
                <a:moveTo>
                  <a:pt x="1019175" y="533400"/>
                </a:moveTo>
                <a:lnTo>
                  <a:pt x="1028700" y="533400"/>
                </a:lnTo>
                <a:lnTo>
                  <a:pt x="1028700" y="552450"/>
                </a:lnTo>
                <a:lnTo>
                  <a:pt x="1038225" y="552450"/>
                </a:lnTo>
                <a:lnTo>
                  <a:pt x="1038225" y="581025"/>
                </a:lnTo>
                <a:lnTo>
                  <a:pt x="1028700" y="581025"/>
                </a:lnTo>
                <a:lnTo>
                  <a:pt x="1028700" y="561975"/>
                </a:lnTo>
                <a:lnTo>
                  <a:pt x="1019175" y="561975"/>
                </a:lnTo>
                <a:close/>
                <a:moveTo>
                  <a:pt x="1057275" y="533400"/>
                </a:moveTo>
                <a:lnTo>
                  <a:pt x="1066800" y="533400"/>
                </a:lnTo>
                <a:lnTo>
                  <a:pt x="1066800" y="542925"/>
                </a:lnTo>
                <a:lnTo>
                  <a:pt x="1076325" y="542925"/>
                </a:lnTo>
                <a:lnTo>
                  <a:pt x="1076325" y="552450"/>
                </a:lnTo>
                <a:lnTo>
                  <a:pt x="1047750" y="552450"/>
                </a:lnTo>
                <a:lnTo>
                  <a:pt x="1047750" y="542925"/>
                </a:lnTo>
                <a:lnTo>
                  <a:pt x="1057275" y="542925"/>
                </a:lnTo>
                <a:close/>
                <a:moveTo>
                  <a:pt x="1085850" y="542925"/>
                </a:moveTo>
                <a:lnTo>
                  <a:pt x="1095375" y="542925"/>
                </a:lnTo>
                <a:lnTo>
                  <a:pt x="1095375" y="552450"/>
                </a:lnTo>
                <a:lnTo>
                  <a:pt x="1085850" y="552450"/>
                </a:lnTo>
                <a:close/>
                <a:moveTo>
                  <a:pt x="923925" y="561975"/>
                </a:moveTo>
                <a:lnTo>
                  <a:pt x="933450" y="561975"/>
                </a:lnTo>
                <a:lnTo>
                  <a:pt x="933450" y="571500"/>
                </a:lnTo>
                <a:lnTo>
                  <a:pt x="923925" y="571500"/>
                </a:lnTo>
                <a:close/>
                <a:moveTo>
                  <a:pt x="1047750" y="561975"/>
                </a:moveTo>
                <a:lnTo>
                  <a:pt x="1057275" y="561975"/>
                </a:lnTo>
                <a:lnTo>
                  <a:pt x="1057275" y="581025"/>
                </a:lnTo>
                <a:lnTo>
                  <a:pt x="1047750" y="581025"/>
                </a:lnTo>
                <a:close/>
                <a:moveTo>
                  <a:pt x="57150" y="571500"/>
                </a:moveTo>
                <a:lnTo>
                  <a:pt x="66675" y="571500"/>
                </a:lnTo>
                <a:lnTo>
                  <a:pt x="66675" y="609600"/>
                </a:lnTo>
                <a:lnTo>
                  <a:pt x="76200" y="609600"/>
                </a:lnTo>
                <a:lnTo>
                  <a:pt x="76200" y="619125"/>
                </a:lnTo>
                <a:lnTo>
                  <a:pt x="85725" y="619125"/>
                </a:lnTo>
                <a:lnTo>
                  <a:pt x="85725" y="600075"/>
                </a:lnTo>
                <a:lnTo>
                  <a:pt x="95250" y="600075"/>
                </a:lnTo>
                <a:lnTo>
                  <a:pt x="95250" y="609600"/>
                </a:lnTo>
                <a:lnTo>
                  <a:pt x="104775" y="609600"/>
                </a:lnTo>
                <a:lnTo>
                  <a:pt x="104775" y="628650"/>
                </a:lnTo>
                <a:lnTo>
                  <a:pt x="95250" y="628650"/>
                </a:lnTo>
                <a:lnTo>
                  <a:pt x="95250" y="638175"/>
                </a:lnTo>
                <a:lnTo>
                  <a:pt x="85725" y="638175"/>
                </a:lnTo>
                <a:lnTo>
                  <a:pt x="85725" y="628650"/>
                </a:lnTo>
                <a:lnTo>
                  <a:pt x="76200" y="628650"/>
                </a:lnTo>
                <a:lnTo>
                  <a:pt x="76200" y="638175"/>
                </a:lnTo>
                <a:lnTo>
                  <a:pt x="38100" y="638175"/>
                </a:lnTo>
                <a:lnTo>
                  <a:pt x="38100" y="647700"/>
                </a:lnTo>
                <a:lnTo>
                  <a:pt x="9525" y="647700"/>
                </a:lnTo>
                <a:lnTo>
                  <a:pt x="9525" y="657225"/>
                </a:lnTo>
                <a:lnTo>
                  <a:pt x="28575" y="657225"/>
                </a:lnTo>
                <a:lnTo>
                  <a:pt x="28575" y="666750"/>
                </a:lnTo>
                <a:lnTo>
                  <a:pt x="9525" y="666750"/>
                </a:lnTo>
                <a:lnTo>
                  <a:pt x="9525" y="695325"/>
                </a:lnTo>
                <a:lnTo>
                  <a:pt x="0" y="695325"/>
                </a:lnTo>
                <a:lnTo>
                  <a:pt x="0" y="628650"/>
                </a:lnTo>
                <a:lnTo>
                  <a:pt x="9525" y="628650"/>
                </a:lnTo>
                <a:lnTo>
                  <a:pt x="9525" y="638175"/>
                </a:lnTo>
                <a:lnTo>
                  <a:pt x="28575" y="638175"/>
                </a:lnTo>
                <a:lnTo>
                  <a:pt x="28575" y="609600"/>
                </a:lnTo>
                <a:lnTo>
                  <a:pt x="0" y="609600"/>
                </a:lnTo>
                <a:lnTo>
                  <a:pt x="0" y="590550"/>
                </a:lnTo>
                <a:lnTo>
                  <a:pt x="19050" y="590550"/>
                </a:lnTo>
                <a:lnTo>
                  <a:pt x="19050" y="600075"/>
                </a:lnTo>
                <a:lnTo>
                  <a:pt x="38100" y="600075"/>
                </a:lnTo>
                <a:lnTo>
                  <a:pt x="38100" y="628650"/>
                </a:lnTo>
                <a:lnTo>
                  <a:pt x="47625" y="628650"/>
                </a:lnTo>
                <a:lnTo>
                  <a:pt x="47625" y="600075"/>
                </a:lnTo>
                <a:lnTo>
                  <a:pt x="57150" y="600075"/>
                </a:lnTo>
                <a:close/>
                <a:moveTo>
                  <a:pt x="104775" y="571500"/>
                </a:moveTo>
                <a:lnTo>
                  <a:pt x="114300" y="571500"/>
                </a:lnTo>
                <a:lnTo>
                  <a:pt x="114300" y="581025"/>
                </a:lnTo>
                <a:lnTo>
                  <a:pt x="104775" y="581025"/>
                </a:lnTo>
                <a:close/>
                <a:moveTo>
                  <a:pt x="1066800" y="581025"/>
                </a:moveTo>
                <a:lnTo>
                  <a:pt x="1076325" y="581025"/>
                </a:lnTo>
                <a:lnTo>
                  <a:pt x="1076325" y="590550"/>
                </a:lnTo>
                <a:lnTo>
                  <a:pt x="1085850" y="590550"/>
                </a:lnTo>
                <a:lnTo>
                  <a:pt x="1085850" y="600075"/>
                </a:lnTo>
                <a:lnTo>
                  <a:pt x="1066800" y="600075"/>
                </a:lnTo>
                <a:close/>
                <a:moveTo>
                  <a:pt x="419100" y="590550"/>
                </a:moveTo>
                <a:lnTo>
                  <a:pt x="438150" y="590550"/>
                </a:lnTo>
                <a:lnTo>
                  <a:pt x="438150" y="600075"/>
                </a:lnTo>
                <a:lnTo>
                  <a:pt x="419100" y="600075"/>
                </a:lnTo>
                <a:close/>
                <a:moveTo>
                  <a:pt x="1019175" y="590550"/>
                </a:moveTo>
                <a:lnTo>
                  <a:pt x="1047750" y="590550"/>
                </a:lnTo>
                <a:lnTo>
                  <a:pt x="1047750" y="600075"/>
                </a:lnTo>
                <a:lnTo>
                  <a:pt x="1057275" y="600075"/>
                </a:lnTo>
                <a:lnTo>
                  <a:pt x="1057275" y="619125"/>
                </a:lnTo>
                <a:lnTo>
                  <a:pt x="1028700" y="619125"/>
                </a:lnTo>
                <a:lnTo>
                  <a:pt x="1028700" y="609600"/>
                </a:lnTo>
                <a:lnTo>
                  <a:pt x="1019175" y="609600"/>
                </a:lnTo>
                <a:lnTo>
                  <a:pt x="1019175" y="619125"/>
                </a:lnTo>
                <a:lnTo>
                  <a:pt x="1009650" y="619125"/>
                </a:lnTo>
                <a:lnTo>
                  <a:pt x="1009650" y="600075"/>
                </a:lnTo>
                <a:lnTo>
                  <a:pt x="1019175" y="600075"/>
                </a:lnTo>
                <a:close/>
                <a:moveTo>
                  <a:pt x="1095375" y="590550"/>
                </a:moveTo>
                <a:lnTo>
                  <a:pt x="1104900" y="590550"/>
                </a:lnTo>
                <a:lnTo>
                  <a:pt x="1104900" y="600075"/>
                </a:lnTo>
                <a:lnTo>
                  <a:pt x="1114425" y="600075"/>
                </a:lnTo>
                <a:lnTo>
                  <a:pt x="1114425" y="590550"/>
                </a:lnTo>
                <a:lnTo>
                  <a:pt x="1133475" y="590550"/>
                </a:lnTo>
                <a:lnTo>
                  <a:pt x="1133475" y="600075"/>
                </a:lnTo>
                <a:lnTo>
                  <a:pt x="1123950" y="600075"/>
                </a:lnTo>
                <a:lnTo>
                  <a:pt x="1123950" y="619125"/>
                </a:lnTo>
                <a:lnTo>
                  <a:pt x="1114425" y="619125"/>
                </a:lnTo>
                <a:lnTo>
                  <a:pt x="1114425" y="628650"/>
                </a:lnTo>
                <a:lnTo>
                  <a:pt x="1104900" y="628650"/>
                </a:lnTo>
                <a:lnTo>
                  <a:pt x="1104900" y="638175"/>
                </a:lnTo>
                <a:lnTo>
                  <a:pt x="1085850" y="638175"/>
                </a:lnTo>
                <a:lnTo>
                  <a:pt x="1085850" y="600075"/>
                </a:lnTo>
                <a:lnTo>
                  <a:pt x="1095375" y="600075"/>
                </a:lnTo>
                <a:close/>
                <a:moveTo>
                  <a:pt x="523875" y="600075"/>
                </a:moveTo>
                <a:lnTo>
                  <a:pt x="533400" y="600075"/>
                </a:lnTo>
                <a:lnTo>
                  <a:pt x="533400" y="619125"/>
                </a:lnTo>
                <a:lnTo>
                  <a:pt x="523875" y="619125"/>
                </a:lnTo>
                <a:close/>
                <a:moveTo>
                  <a:pt x="1190625" y="609600"/>
                </a:moveTo>
                <a:lnTo>
                  <a:pt x="1209675" y="609600"/>
                </a:lnTo>
                <a:lnTo>
                  <a:pt x="1209675" y="638175"/>
                </a:lnTo>
                <a:lnTo>
                  <a:pt x="1190625" y="638175"/>
                </a:lnTo>
                <a:close/>
                <a:moveTo>
                  <a:pt x="1095375" y="619125"/>
                </a:moveTo>
                <a:lnTo>
                  <a:pt x="1104900" y="619125"/>
                </a:lnTo>
                <a:lnTo>
                  <a:pt x="1104900" y="609600"/>
                </a:lnTo>
                <a:lnTo>
                  <a:pt x="1095375" y="609600"/>
                </a:lnTo>
                <a:close/>
                <a:moveTo>
                  <a:pt x="1009650" y="628650"/>
                </a:moveTo>
                <a:lnTo>
                  <a:pt x="1019175" y="628650"/>
                </a:lnTo>
                <a:lnTo>
                  <a:pt x="1019175" y="638175"/>
                </a:lnTo>
                <a:lnTo>
                  <a:pt x="1009650" y="638175"/>
                </a:lnTo>
                <a:close/>
                <a:moveTo>
                  <a:pt x="1133475" y="628650"/>
                </a:moveTo>
                <a:lnTo>
                  <a:pt x="1143000" y="628650"/>
                </a:lnTo>
                <a:lnTo>
                  <a:pt x="1143000" y="638175"/>
                </a:lnTo>
                <a:lnTo>
                  <a:pt x="1133475" y="638175"/>
                </a:lnTo>
                <a:close/>
                <a:moveTo>
                  <a:pt x="523875" y="638175"/>
                </a:moveTo>
                <a:lnTo>
                  <a:pt x="542925" y="638175"/>
                </a:lnTo>
                <a:lnTo>
                  <a:pt x="542925" y="647700"/>
                </a:lnTo>
                <a:lnTo>
                  <a:pt x="552450" y="647700"/>
                </a:lnTo>
                <a:lnTo>
                  <a:pt x="552450" y="657225"/>
                </a:lnTo>
                <a:lnTo>
                  <a:pt x="542925" y="657225"/>
                </a:lnTo>
                <a:lnTo>
                  <a:pt x="542925" y="666750"/>
                </a:lnTo>
                <a:lnTo>
                  <a:pt x="533400" y="666750"/>
                </a:lnTo>
                <a:lnTo>
                  <a:pt x="533400" y="647700"/>
                </a:lnTo>
                <a:lnTo>
                  <a:pt x="523875" y="647700"/>
                </a:lnTo>
                <a:close/>
                <a:moveTo>
                  <a:pt x="1019175" y="638175"/>
                </a:moveTo>
                <a:lnTo>
                  <a:pt x="1028700" y="638175"/>
                </a:lnTo>
                <a:lnTo>
                  <a:pt x="1028700" y="647700"/>
                </a:lnTo>
                <a:lnTo>
                  <a:pt x="1038225" y="647700"/>
                </a:lnTo>
                <a:lnTo>
                  <a:pt x="1038225" y="657225"/>
                </a:lnTo>
                <a:lnTo>
                  <a:pt x="1047750" y="657225"/>
                </a:lnTo>
                <a:lnTo>
                  <a:pt x="1047750" y="666750"/>
                </a:lnTo>
                <a:lnTo>
                  <a:pt x="1028700" y="666750"/>
                </a:lnTo>
                <a:lnTo>
                  <a:pt x="1028700" y="676275"/>
                </a:lnTo>
                <a:lnTo>
                  <a:pt x="1038225" y="676275"/>
                </a:lnTo>
                <a:lnTo>
                  <a:pt x="1038225" y="695325"/>
                </a:lnTo>
                <a:lnTo>
                  <a:pt x="1047750" y="695325"/>
                </a:lnTo>
                <a:lnTo>
                  <a:pt x="1047750" y="685800"/>
                </a:lnTo>
                <a:lnTo>
                  <a:pt x="1057275" y="685800"/>
                </a:lnTo>
                <a:lnTo>
                  <a:pt x="1057275" y="714375"/>
                </a:lnTo>
                <a:lnTo>
                  <a:pt x="1047750" y="714375"/>
                </a:lnTo>
                <a:lnTo>
                  <a:pt x="1047750" y="704850"/>
                </a:lnTo>
                <a:lnTo>
                  <a:pt x="1028700" y="704850"/>
                </a:lnTo>
                <a:lnTo>
                  <a:pt x="1028700" y="714375"/>
                </a:lnTo>
                <a:lnTo>
                  <a:pt x="1019175" y="714375"/>
                </a:lnTo>
                <a:lnTo>
                  <a:pt x="1019175" y="723900"/>
                </a:lnTo>
                <a:lnTo>
                  <a:pt x="1009650" y="723900"/>
                </a:lnTo>
                <a:lnTo>
                  <a:pt x="1009650" y="733425"/>
                </a:lnTo>
                <a:lnTo>
                  <a:pt x="1019175" y="733425"/>
                </a:lnTo>
                <a:lnTo>
                  <a:pt x="1019175" y="752475"/>
                </a:lnTo>
                <a:lnTo>
                  <a:pt x="1028700" y="752475"/>
                </a:lnTo>
                <a:lnTo>
                  <a:pt x="1028700" y="771525"/>
                </a:lnTo>
                <a:lnTo>
                  <a:pt x="1019175" y="771525"/>
                </a:lnTo>
                <a:lnTo>
                  <a:pt x="1019175" y="762000"/>
                </a:lnTo>
                <a:lnTo>
                  <a:pt x="1000125" y="762000"/>
                </a:lnTo>
                <a:lnTo>
                  <a:pt x="1000125" y="714375"/>
                </a:lnTo>
                <a:lnTo>
                  <a:pt x="1009650" y="714375"/>
                </a:lnTo>
                <a:lnTo>
                  <a:pt x="1009650" y="685800"/>
                </a:lnTo>
                <a:lnTo>
                  <a:pt x="1019175" y="685800"/>
                </a:lnTo>
                <a:close/>
                <a:moveTo>
                  <a:pt x="1066800" y="638175"/>
                </a:moveTo>
                <a:lnTo>
                  <a:pt x="1076325" y="638175"/>
                </a:lnTo>
                <a:lnTo>
                  <a:pt x="1076325" y="647700"/>
                </a:lnTo>
                <a:lnTo>
                  <a:pt x="1066800" y="647700"/>
                </a:lnTo>
                <a:close/>
                <a:moveTo>
                  <a:pt x="1152525" y="638175"/>
                </a:moveTo>
                <a:lnTo>
                  <a:pt x="1162050" y="638175"/>
                </a:lnTo>
                <a:lnTo>
                  <a:pt x="1162050" y="647700"/>
                </a:lnTo>
                <a:lnTo>
                  <a:pt x="1152525" y="647700"/>
                </a:lnTo>
                <a:close/>
                <a:moveTo>
                  <a:pt x="381000" y="647700"/>
                </a:moveTo>
                <a:lnTo>
                  <a:pt x="419100" y="647700"/>
                </a:lnTo>
                <a:lnTo>
                  <a:pt x="419100" y="657225"/>
                </a:lnTo>
                <a:lnTo>
                  <a:pt x="390525" y="657225"/>
                </a:lnTo>
                <a:lnTo>
                  <a:pt x="390525" y="666750"/>
                </a:lnTo>
                <a:lnTo>
                  <a:pt x="381000" y="666750"/>
                </a:lnTo>
                <a:close/>
                <a:moveTo>
                  <a:pt x="1123950" y="647700"/>
                </a:moveTo>
                <a:lnTo>
                  <a:pt x="1133475" y="647700"/>
                </a:lnTo>
                <a:lnTo>
                  <a:pt x="1133475" y="657225"/>
                </a:lnTo>
                <a:lnTo>
                  <a:pt x="1123950" y="657225"/>
                </a:lnTo>
                <a:close/>
                <a:moveTo>
                  <a:pt x="1181100" y="647700"/>
                </a:moveTo>
                <a:lnTo>
                  <a:pt x="1190625" y="647700"/>
                </a:lnTo>
                <a:lnTo>
                  <a:pt x="1190625" y="676275"/>
                </a:lnTo>
                <a:lnTo>
                  <a:pt x="1152525" y="676275"/>
                </a:lnTo>
                <a:lnTo>
                  <a:pt x="1152525" y="666750"/>
                </a:lnTo>
                <a:lnTo>
                  <a:pt x="1162050" y="666750"/>
                </a:lnTo>
                <a:lnTo>
                  <a:pt x="1162050" y="657225"/>
                </a:lnTo>
                <a:lnTo>
                  <a:pt x="1181100" y="657225"/>
                </a:lnTo>
                <a:close/>
                <a:moveTo>
                  <a:pt x="419100" y="657225"/>
                </a:moveTo>
                <a:lnTo>
                  <a:pt x="438150" y="657225"/>
                </a:lnTo>
                <a:lnTo>
                  <a:pt x="438150" y="666750"/>
                </a:lnTo>
                <a:lnTo>
                  <a:pt x="419100" y="666750"/>
                </a:lnTo>
                <a:close/>
                <a:moveTo>
                  <a:pt x="1133475" y="657225"/>
                </a:moveTo>
                <a:lnTo>
                  <a:pt x="1143000" y="657225"/>
                </a:lnTo>
                <a:lnTo>
                  <a:pt x="1143000" y="685800"/>
                </a:lnTo>
                <a:lnTo>
                  <a:pt x="1123950" y="685800"/>
                </a:lnTo>
                <a:lnTo>
                  <a:pt x="1123950" y="666750"/>
                </a:lnTo>
                <a:lnTo>
                  <a:pt x="1133475" y="666750"/>
                </a:lnTo>
                <a:close/>
                <a:moveTo>
                  <a:pt x="76200" y="666750"/>
                </a:moveTo>
                <a:lnTo>
                  <a:pt x="85725" y="666750"/>
                </a:lnTo>
                <a:lnTo>
                  <a:pt x="85725" y="676275"/>
                </a:lnTo>
                <a:lnTo>
                  <a:pt x="76200" y="676275"/>
                </a:lnTo>
                <a:close/>
                <a:moveTo>
                  <a:pt x="1095375" y="666750"/>
                </a:moveTo>
                <a:lnTo>
                  <a:pt x="1114425" y="666750"/>
                </a:lnTo>
                <a:lnTo>
                  <a:pt x="1114425" y="676275"/>
                </a:lnTo>
                <a:lnTo>
                  <a:pt x="1095375" y="676275"/>
                </a:lnTo>
                <a:close/>
                <a:moveTo>
                  <a:pt x="38100" y="676275"/>
                </a:moveTo>
                <a:lnTo>
                  <a:pt x="47625" y="676275"/>
                </a:lnTo>
                <a:lnTo>
                  <a:pt x="47625" y="685800"/>
                </a:lnTo>
                <a:lnTo>
                  <a:pt x="66675" y="685800"/>
                </a:lnTo>
                <a:lnTo>
                  <a:pt x="66675" y="704850"/>
                </a:lnTo>
                <a:lnTo>
                  <a:pt x="57150" y="704850"/>
                </a:lnTo>
                <a:lnTo>
                  <a:pt x="57150" y="695325"/>
                </a:lnTo>
                <a:lnTo>
                  <a:pt x="47625" y="695325"/>
                </a:lnTo>
                <a:lnTo>
                  <a:pt x="47625" y="704850"/>
                </a:lnTo>
                <a:lnTo>
                  <a:pt x="38100" y="704850"/>
                </a:lnTo>
                <a:lnTo>
                  <a:pt x="38100" y="723900"/>
                </a:lnTo>
                <a:lnTo>
                  <a:pt x="9525" y="723900"/>
                </a:lnTo>
                <a:lnTo>
                  <a:pt x="9525" y="733425"/>
                </a:lnTo>
                <a:lnTo>
                  <a:pt x="0" y="733425"/>
                </a:lnTo>
                <a:lnTo>
                  <a:pt x="0" y="704850"/>
                </a:lnTo>
                <a:lnTo>
                  <a:pt x="28575" y="704850"/>
                </a:lnTo>
                <a:lnTo>
                  <a:pt x="28575" y="695325"/>
                </a:lnTo>
                <a:lnTo>
                  <a:pt x="38100" y="695325"/>
                </a:lnTo>
                <a:close/>
                <a:moveTo>
                  <a:pt x="304800" y="676275"/>
                </a:moveTo>
                <a:lnTo>
                  <a:pt x="323850" y="676275"/>
                </a:lnTo>
                <a:lnTo>
                  <a:pt x="323850" y="685800"/>
                </a:lnTo>
                <a:lnTo>
                  <a:pt x="304800" y="685800"/>
                </a:lnTo>
                <a:close/>
                <a:moveTo>
                  <a:pt x="352425" y="676275"/>
                </a:moveTo>
                <a:lnTo>
                  <a:pt x="371475" y="676275"/>
                </a:lnTo>
                <a:lnTo>
                  <a:pt x="371475" y="685800"/>
                </a:lnTo>
                <a:lnTo>
                  <a:pt x="352425" y="685800"/>
                </a:lnTo>
                <a:close/>
                <a:moveTo>
                  <a:pt x="1085850" y="685800"/>
                </a:moveTo>
                <a:lnTo>
                  <a:pt x="1104900" y="685800"/>
                </a:lnTo>
                <a:lnTo>
                  <a:pt x="1104900" y="695325"/>
                </a:lnTo>
                <a:lnTo>
                  <a:pt x="1095375" y="695325"/>
                </a:lnTo>
                <a:lnTo>
                  <a:pt x="1095375" y="704850"/>
                </a:lnTo>
                <a:lnTo>
                  <a:pt x="1085850" y="704850"/>
                </a:lnTo>
                <a:close/>
                <a:moveTo>
                  <a:pt x="1200150" y="695325"/>
                </a:moveTo>
                <a:lnTo>
                  <a:pt x="1209675" y="695325"/>
                </a:lnTo>
                <a:lnTo>
                  <a:pt x="1209675" y="714375"/>
                </a:lnTo>
                <a:lnTo>
                  <a:pt x="1190625" y="714375"/>
                </a:lnTo>
                <a:lnTo>
                  <a:pt x="1190625" y="704850"/>
                </a:lnTo>
                <a:lnTo>
                  <a:pt x="1200150" y="704850"/>
                </a:lnTo>
                <a:close/>
                <a:moveTo>
                  <a:pt x="95250" y="704850"/>
                </a:moveTo>
                <a:lnTo>
                  <a:pt x="104775" y="704850"/>
                </a:lnTo>
                <a:lnTo>
                  <a:pt x="104775" y="714375"/>
                </a:lnTo>
                <a:lnTo>
                  <a:pt x="95250" y="714375"/>
                </a:lnTo>
                <a:close/>
                <a:moveTo>
                  <a:pt x="1095375" y="704850"/>
                </a:moveTo>
                <a:lnTo>
                  <a:pt x="1104900" y="704850"/>
                </a:lnTo>
                <a:lnTo>
                  <a:pt x="1104900" y="714375"/>
                </a:lnTo>
                <a:lnTo>
                  <a:pt x="1123950" y="714375"/>
                </a:lnTo>
                <a:lnTo>
                  <a:pt x="1123950" y="733425"/>
                </a:lnTo>
                <a:lnTo>
                  <a:pt x="1133475" y="733425"/>
                </a:lnTo>
                <a:lnTo>
                  <a:pt x="1133475" y="752475"/>
                </a:lnTo>
                <a:lnTo>
                  <a:pt x="1104900" y="752475"/>
                </a:lnTo>
                <a:lnTo>
                  <a:pt x="1104900" y="742950"/>
                </a:lnTo>
                <a:lnTo>
                  <a:pt x="1114425" y="742950"/>
                </a:lnTo>
                <a:lnTo>
                  <a:pt x="1114425" y="723900"/>
                </a:lnTo>
                <a:lnTo>
                  <a:pt x="1104900" y="723900"/>
                </a:lnTo>
                <a:lnTo>
                  <a:pt x="1104900" y="733425"/>
                </a:lnTo>
                <a:lnTo>
                  <a:pt x="1095375" y="733425"/>
                </a:lnTo>
                <a:lnTo>
                  <a:pt x="1095375" y="771525"/>
                </a:lnTo>
                <a:lnTo>
                  <a:pt x="1085850" y="771525"/>
                </a:lnTo>
                <a:lnTo>
                  <a:pt x="1085850" y="742950"/>
                </a:lnTo>
                <a:lnTo>
                  <a:pt x="1066800" y="742950"/>
                </a:lnTo>
                <a:lnTo>
                  <a:pt x="1066800" y="733425"/>
                </a:lnTo>
                <a:lnTo>
                  <a:pt x="1047750" y="733425"/>
                </a:lnTo>
                <a:lnTo>
                  <a:pt x="1047750" y="723900"/>
                </a:lnTo>
                <a:lnTo>
                  <a:pt x="1057275" y="723900"/>
                </a:lnTo>
                <a:lnTo>
                  <a:pt x="1057275" y="714375"/>
                </a:lnTo>
                <a:lnTo>
                  <a:pt x="1076325" y="714375"/>
                </a:lnTo>
                <a:lnTo>
                  <a:pt x="1076325" y="723900"/>
                </a:lnTo>
                <a:lnTo>
                  <a:pt x="1085850" y="723900"/>
                </a:lnTo>
                <a:lnTo>
                  <a:pt x="1085850" y="714375"/>
                </a:lnTo>
                <a:lnTo>
                  <a:pt x="1095375" y="714375"/>
                </a:lnTo>
                <a:close/>
                <a:moveTo>
                  <a:pt x="133350" y="714375"/>
                </a:moveTo>
                <a:lnTo>
                  <a:pt x="142875" y="714375"/>
                </a:lnTo>
                <a:lnTo>
                  <a:pt x="142875" y="723900"/>
                </a:lnTo>
                <a:lnTo>
                  <a:pt x="133350" y="723900"/>
                </a:lnTo>
                <a:close/>
                <a:moveTo>
                  <a:pt x="1028700" y="723900"/>
                </a:moveTo>
                <a:lnTo>
                  <a:pt x="1038225" y="723900"/>
                </a:lnTo>
                <a:lnTo>
                  <a:pt x="1038225" y="733425"/>
                </a:lnTo>
                <a:lnTo>
                  <a:pt x="1028700" y="733425"/>
                </a:lnTo>
                <a:close/>
                <a:moveTo>
                  <a:pt x="104775" y="733425"/>
                </a:moveTo>
                <a:lnTo>
                  <a:pt x="114300" y="733425"/>
                </a:lnTo>
                <a:lnTo>
                  <a:pt x="114300" y="742950"/>
                </a:lnTo>
                <a:lnTo>
                  <a:pt x="104775" y="742950"/>
                </a:lnTo>
                <a:close/>
                <a:moveTo>
                  <a:pt x="809625" y="733425"/>
                </a:moveTo>
                <a:lnTo>
                  <a:pt x="838200" y="733425"/>
                </a:lnTo>
                <a:lnTo>
                  <a:pt x="838200" y="742950"/>
                </a:lnTo>
                <a:lnTo>
                  <a:pt x="809625" y="742950"/>
                </a:lnTo>
                <a:close/>
                <a:moveTo>
                  <a:pt x="847725" y="733425"/>
                </a:moveTo>
                <a:lnTo>
                  <a:pt x="857250" y="733425"/>
                </a:lnTo>
                <a:lnTo>
                  <a:pt x="857250" y="742950"/>
                </a:lnTo>
                <a:lnTo>
                  <a:pt x="847725" y="742950"/>
                </a:lnTo>
                <a:close/>
                <a:moveTo>
                  <a:pt x="866775" y="733425"/>
                </a:moveTo>
                <a:lnTo>
                  <a:pt x="876300" y="733425"/>
                </a:lnTo>
                <a:lnTo>
                  <a:pt x="876300" y="742950"/>
                </a:lnTo>
                <a:lnTo>
                  <a:pt x="866775" y="742950"/>
                </a:lnTo>
                <a:close/>
                <a:moveTo>
                  <a:pt x="923925" y="733425"/>
                </a:moveTo>
                <a:lnTo>
                  <a:pt x="942975" y="733425"/>
                </a:lnTo>
                <a:lnTo>
                  <a:pt x="942975" y="742950"/>
                </a:lnTo>
                <a:lnTo>
                  <a:pt x="923925" y="742950"/>
                </a:lnTo>
                <a:close/>
                <a:moveTo>
                  <a:pt x="9525" y="752475"/>
                </a:moveTo>
                <a:lnTo>
                  <a:pt x="28575" y="752475"/>
                </a:lnTo>
                <a:lnTo>
                  <a:pt x="28575" y="771525"/>
                </a:lnTo>
                <a:lnTo>
                  <a:pt x="9525" y="771525"/>
                </a:lnTo>
                <a:close/>
                <a:moveTo>
                  <a:pt x="352425" y="752475"/>
                </a:moveTo>
                <a:lnTo>
                  <a:pt x="361950" y="752475"/>
                </a:lnTo>
                <a:lnTo>
                  <a:pt x="361950" y="762000"/>
                </a:lnTo>
                <a:lnTo>
                  <a:pt x="371475" y="762000"/>
                </a:lnTo>
                <a:lnTo>
                  <a:pt x="371475" y="771525"/>
                </a:lnTo>
                <a:lnTo>
                  <a:pt x="352425" y="771525"/>
                </a:lnTo>
                <a:close/>
                <a:moveTo>
                  <a:pt x="628650" y="752475"/>
                </a:moveTo>
                <a:lnTo>
                  <a:pt x="638175" y="752475"/>
                </a:lnTo>
                <a:lnTo>
                  <a:pt x="638175" y="762000"/>
                </a:lnTo>
                <a:lnTo>
                  <a:pt x="628650" y="762000"/>
                </a:lnTo>
                <a:close/>
                <a:moveTo>
                  <a:pt x="1162050" y="762000"/>
                </a:moveTo>
                <a:lnTo>
                  <a:pt x="1181100" y="762000"/>
                </a:lnTo>
                <a:lnTo>
                  <a:pt x="1181100" y="771525"/>
                </a:lnTo>
                <a:lnTo>
                  <a:pt x="1171575" y="771525"/>
                </a:lnTo>
                <a:lnTo>
                  <a:pt x="1171575" y="781050"/>
                </a:lnTo>
                <a:lnTo>
                  <a:pt x="1162050" y="781050"/>
                </a:lnTo>
                <a:lnTo>
                  <a:pt x="1162050" y="790575"/>
                </a:lnTo>
                <a:lnTo>
                  <a:pt x="1152525" y="790575"/>
                </a:lnTo>
                <a:lnTo>
                  <a:pt x="1152525" y="771525"/>
                </a:lnTo>
                <a:lnTo>
                  <a:pt x="1162050" y="771525"/>
                </a:lnTo>
                <a:close/>
                <a:moveTo>
                  <a:pt x="990600" y="771525"/>
                </a:moveTo>
                <a:lnTo>
                  <a:pt x="1009650" y="771525"/>
                </a:lnTo>
                <a:lnTo>
                  <a:pt x="1009650" y="781050"/>
                </a:lnTo>
                <a:lnTo>
                  <a:pt x="990600" y="781050"/>
                </a:lnTo>
                <a:close/>
                <a:moveTo>
                  <a:pt x="1181100" y="781050"/>
                </a:moveTo>
                <a:lnTo>
                  <a:pt x="1190625" y="781050"/>
                </a:lnTo>
                <a:lnTo>
                  <a:pt x="1190625" y="790575"/>
                </a:lnTo>
                <a:lnTo>
                  <a:pt x="1181100" y="790575"/>
                </a:lnTo>
                <a:close/>
                <a:moveTo>
                  <a:pt x="1190625" y="790575"/>
                </a:moveTo>
                <a:lnTo>
                  <a:pt x="1209675" y="790575"/>
                </a:lnTo>
                <a:lnTo>
                  <a:pt x="1209675" y="809625"/>
                </a:lnTo>
                <a:lnTo>
                  <a:pt x="1190625" y="809625"/>
                </a:lnTo>
                <a:close/>
                <a:moveTo>
                  <a:pt x="790575" y="800100"/>
                </a:moveTo>
                <a:lnTo>
                  <a:pt x="819150" y="800100"/>
                </a:lnTo>
                <a:lnTo>
                  <a:pt x="819150" y="809625"/>
                </a:lnTo>
                <a:lnTo>
                  <a:pt x="790575" y="809625"/>
                </a:lnTo>
                <a:close/>
              </a:path>
            </a:pathLst>
          </a:custGeom>
          <a:solidFill xmlns:a="http://schemas.openxmlformats.org/drawingml/2006/main">
            <a:srgbClr val="F9F8F4"/>
          </a:solidFill>
          <a:ln xmlns:a="http://schemas.openxmlformats.org/drawingml/2006/main" w="0">
            <a:noFill/>
          </a:ln>
        </p:spPr>
      </p:sp>
      <p:sp>
        <p:nvSpPr>
          <p:cNvPr id="46" name="v01 vector #f9f8f3">
            <a:extLst xmlns:a="http://schemas.openxmlformats.org/drawingml/2006/main">
              <a:ext uri="{FF2B5EF4-FFF2-40B4-BE49-F238E27FC236}">
                <a16:creationId xmlns:a16="http://schemas.microsoft.com/office/drawing/2014/main" id="{10F65A7C-E9F3-44D5-8C13-A93B087DC2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8250" y="2362200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28575" y="0"/>
                </a:moveTo>
                <a:lnTo>
                  <a:pt x="38100" y="0"/>
                </a:lnTo>
                <a:lnTo>
                  <a:pt x="38100" y="9525"/>
                </a:lnTo>
                <a:lnTo>
                  <a:pt x="28575" y="9525"/>
                </a:lnTo>
                <a:close/>
                <a:moveTo>
                  <a:pt x="152400" y="0"/>
                </a:moveTo>
                <a:lnTo>
                  <a:pt x="180975" y="0"/>
                </a:lnTo>
                <a:lnTo>
                  <a:pt x="180975" y="9525"/>
                </a:lnTo>
                <a:lnTo>
                  <a:pt x="152400" y="9525"/>
                </a:lnTo>
                <a:close/>
                <a:moveTo>
                  <a:pt x="247650" y="0"/>
                </a:moveTo>
                <a:lnTo>
                  <a:pt x="257175" y="0"/>
                </a:lnTo>
                <a:lnTo>
                  <a:pt x="257175" y="9525"/>
                </a:lnTo>
                <a:lnTo>
                  <a:pt x="247650" y="9525"/>
                </a:lnTo>
                <a:close/>
                <a:moveTo>
                  <a:pt x="314325" y="0"/>
                </a:moveTo>
                <a:lnTo>
                  <a:pt x="323850" y="0"/>
                </a:lnTo>
                <a:lnTo>
                  <a:pt x="323850" y="9525"/>
                </a:lnTo>
                <a:lnTo>
                  <a:pt x="314325" y="9525"/>
                </a:lnTo>
                <a:close/>
                <a:moveTo>
                  <a:pt x="504825" y="0"/>
                </a:moveTo>
                <a:lnTo>
                  <a:pt x="514350" y="0"/>
                </a:lnTo>
                <a:lnTo>
                  <a:pt x="514350" y="9525"/>
                </a:lnTo>
                <a:lnTo>
                  <a:pt x="504825" y="9525"/>
                </a:lnTo>
                <a:close/>
                <a:moveTo>
                  <a:pt x="895350" y="0"/>
                </a:moveTo>
                <a:lnTo>
                  <a:pt x="904875" y="0"/>
                </a:lnTo>
                <a:lnTo>
                  <a:pt x="904875" y="9525"/>
                </a:lnTo>
                <a:lnTo>
                  <a:pt x="895350" y="9525"/>
                </a:lnTo>
                <a:close/>
                <a:moveTo>
                  <a:pt x="1028700" y="0"/>
                </a:moveTo>
                <a:lnTo>
                  <a:pt x="1038225" y="0"/>
                </a:lnTo>
                <a:lnTo>
                  <a:pt x="1038225" y="9525"/>
                </a:lnTo>
                <a:lnTo>
                  <a:pt x="1047750" y="9525"/>
                </a:lnTo>
                <a:lnTo>
                  <a:pt x="1047750" y="28575"/>
                </a:lnTo>
                <a:lnTo>
                  <a:pt x="1028700" y="28575"/>
                </a:lnTo>
                <a:close/>
                <a:moveTo>
                  <a:pt x="76200" y="9525"/>
                </a:moveTo>
                <a:lnTo>
                  <a:pt x="85725" y="9525"/>
                </a:lnTo>
                <a:lnTo>
                  <a:pt x="85725" y="19050"/>
                </a:lnTo>
                <a:lnTo>
                  <a:pt x="76200" y="19050"/>
                </a:lnTo>
                <a:close/>
                <a:moveTo>
                  <a:pt x="590550" y="9525"/>
                </a:moveTo>
                <a:lnTo>
                  <a:pt x="600075" y="9525"/>
                </a:lnTo>
                <a:lnTo>
                  <a:pt x="600075" y="19050"/>
                </a:lnTo>
                <a:lnTo>
                  <a:pt x="590550" y="19050"/>
                </a:lnTo>
                <a:close/>
                <a:moveTo>
                  <a:pt x="0" y="19050"/>
                </a:moveTo>
                <a:lnTo>
                  <a:pt x="9525" y="19050"/>
                </a:lnTo>
                <a:lnTo>
                  <a:pt x="9525" y="28575"/>
                </a:lnTo>
                <a:lnTo>
                  <a:pt x="0" y="28575"/>
                </a:lnTo>
                <a:close/>
                <a:moveTo>
                  <a:pt x="1123950" y="47625"/>
                </a:moveTo>
                <a:lnTo>
                  <a:pt x="1171575" y="47625"/>
                </a:lnTo>
                <a:lnTo>
                  <a:pt x="1171575" y="57150"/>
                </a:lnTo>
                <a:lnTo>
                  <a:pt x="1162050" y="57150"/>
                </a:lnTo>
                <a:lnTo>
                  <a:pt x="1162050" y="66675"/>
                </a:lnTo>
                <a:lnTo>
                  <a:pt x="1133475" y="66675"/>
                </a:lnTo>
                <a:lnTo>
                  <a:pt x="1133475" y="57150"/>
                </a:lnTo>
                <a:lnTo>
                  <a:pt x="1123950" y="57150"/>
                </a:lnTo>
                <a:close/>
                <a:moveTo>
                  <a:pt x="1200150" y="76200"/>
                </a:moveTo>
                <a:lnTo>
                  <a:pt x="1209675" y="76200"/>
                </a:lnTo>
                <a:lnTo>
                  <a:pt x="1209675" y="95250"/>
                </a:lnTo>
                <a:lnTo>
                  <a:pt x="1200150" y="95250"/>
                </a:lnTo>
                <a:close/>
                <a:moveTo>
                  <a:pt x="1038225" y="95250"/>
                </a:moveTo>
                <a:lnTo>
                  <a:pt x="1047750" y="95250"/>
                </a:lnTo>
                <a:lnTo>
                  <a:pt x="1047750" y="104775"/>
                </a:lnTo>
                <a:lnTo>
                  <a:pt x="1038225" y="104775"/>
                </a:lnTo>
                <a:close/>
                <a:moveTo>
                  <a:pt x="1133475" y="133350"/>
                </a:moveTo>
                <a:lnTo>
                  <a:pt x="1143000" y="133350"/>
                </a:lnTo>
                <a:lnTo>
                  <a:pt x="1143000" y="142875"/>
                </a:lnTo>
                <a:lnTo>
                  <a:pt x="1152525" y="142875"/>
                </a:lnTo>
                <a:lnTo>
                  <a:pt x="1152525" y="161925"/>
                </a:lnTo>
                <a:lnTo>
                  <a:pt x="1133475" y="161925"/>
                </a:lnTo>
                <a:close/>
                <a:moveTo>
                  <a:pt x="66675" y="142875"/>
                </a:moveTo>
                <a:lnTo>
                  <a:pt x="85725" y="142875"/>
                </a:lnTo>
                <a:lnTo>
                  <a:pt x="85725" y="152400"/>
                </a:lnTo>
                <a:lnTo>
                  <a:pt x="76200" y="152400"/>
                </a:lnTo>
                <a:lnTo>
                  <a:pt x="76200" y="171450"/>
                </a:lnTo>
                <a:lnTo>
                  <a:pt x="66675" y="171450"/>
                </a:lnTo>
                <a:lnTo>
                  <a:pt x="66675" y="161925"/>
                </a:lnTo>
                <a:lnTo>
                  <a:pt x="57150" y="161925"/>
                </a:lnTo>
                <a:lnTo>
                  <a:pt x="57150" y="152400"/>
                </a:lnTo>
                <a:lnTo>
                  <a:pt x="66675" y="152400"/>
                </a:lnTo>
                <a:close/>
                <a:moveTo>
                  <a:pt x="76200" y="180975"/>
                </a:moveTo>
                <a:lnTo>
                  <a:pt x="85725" y="180975"/>
                </a:lnTo>
                <a:lnTo>
                  <a:pt x="85725" y="200025"/>
                </a:lnTo>
                <a:lnTo>
                  <a:pt x="76200" y="200025"/>
                </a:lnTo>
                <a:lnTo>
                  <a:pt x="76200" y="209550"/>
                </a:lnTo>
                <a:lnTo>
                  <a:pt x="66675" y="209550"/>
                </a:lnTo>
                <a:lnTo>
                  <a:pt x="66675" y="190500"/>
                </a:lnTo>
                <a:lnTo>
                  <a:pt x="76200" y="190500"/>
                </a:lnTo>
                <a:close/>
                <a:moveTo>
                  <a:pt x="1133475" y="180975"/>
                </a:moveTo>
                <a:lnTo>
                  <a:pt x="1143000" y="180975"/>
                </a:lnTo>
                <a:lnTo>
                  <a:pt x="1143000" y="190500"/>
                </a:lnTo>
                <a:lnTo>
                  <a:pt x="1152525" y="190500"/>
                </a:lnTo>
                <a:lnTo>
                  <a:pt x="1152525" y="200025"/>
                </a:lnTo>
                <a:lnTo>
                  <a:pt x="1133475" y="200025"/>
                </a:lnTo>
                <a:close/>
                <a:moveTo>
                  <a:pt x="1019175" y="190500"/>
                </a:moveTo>
                <a:lnTo>
                  <a:pt x="1028700" y="190500"/>
                </a:lnTo>
                <a:lnTo>
                  <a:pt x="1028700" y="200025"/>
                </a:lnTo>
                <a:lnTo>
                  <a:pt x="1019175" y="200025"/>
                </a:lnTo>
                <a:close/>
                <a:moveTo>
                  <a:pt x="1095375" y="190500"/>
                </a:moveTo>
                <a:lnTo>
                  <a:pt x="1104900" y="190500"/>
                </a:lnTo>
                <a:lnTo>
                  <a:pt x="1104900" y="200025"/>
                </a:lnTo>
                <a:lnTo>
                  <a:pt x="1095375" y="200025"/>
                </a:lnTo>
                <a:close/>
                <a:moveTo>
                  <a:pt x="19050" y="209550"/>
                </a:moveTo>
                <a:lnTo>
                  <a:pt x="28575" y="209550"/>
                </a:lnTo>
                <a:lnTo>
                  <a:pt x="28575" y="228600"/>
                </a:lnTo>
                <a:lnTo>
                  <a:pt x="19050" y="228600"/>
                </a:lnTo>
                <a:close/>
                <a:moveTo>
                  <a:pt x="704850" y="209550"/>
                </a:moveTo>
                <a:lnTo>
                  <a:pt x="714375" y="209550"/>
                </a:lnTo>
                <a:lnTo>
                  <a:pt x="714375" y="219075"/>
                </a:lnTo>
                <a:lnTo>
                  <a:pt x="704850" y="219075"/>
                </a:lnTo>
                <a:close/>
                <a:moveTo>
                  <a:pt x="1123950" y="209550"/>
                </a:moveTo>
                <a:lnTo>
                  <a:pt x="1133475" y="209550"/>
                </a:lnTo>
                <a:lnTo>
                  <a:pt x="1133475" y="219075"/>
                </a:lnTo>
                <a:lnTo>
                  <a:pt x="1123950" y="219075"/>
                </a:lnTo>
                <a:close/>
                <a:moveTo>
                  <a:pt x="1152525" y="209550"/>
                </a:moveTo>
                <a:lnTo>
                  <a:pt x="1162050" y="209550"/>
                </a:lnTo>
                <a:lnTo>
                  <a:pt x="1162050" y="219075"/>
                </a:lnTo>
                <a:lnTo>
                  <a:pt x="1152525" y="219075"/>
                </a:lnTo>
                <a:close/>
                <a:moveTo>
                  <a:pt x="28575" y="228600"/>
                </a:moveTo>
                <a:lnTo>
                  <a:pt x="38100" y="228600"/>
                </a:lnTo>
                <a:lnTo>
                  <a:pt x="38100" y="238125"/>
                </a:lnTo>
                <a:lnTo>
                  <a:pt x="28575" y="238125"/>
                </a:lnTo>
                <a:close/>
                <a:moveTo>
                  <a:pt x="1133475" y="228600"/>
                </a:moveTo>
                <a:lnTo>
                  <a:pt x="1143000" y="228600"/>
                </a:lnTo>
                <a:lnTo>
                  <a:pt x="1143000" y="238125"/>
                </a:lnTo>
                <a:lnTo>
                  <a:pt x="1133475" y="238125"/>
                </a:lnTo>
                <a:close/>
                <a:moveTo>
                  <a:pt x="1200150" y="257175"/>
                </a:moveTo>
                <a:lnTo>
                  <a:pt x="1209675" y="257175"/>
                </a:lnTo>
                <a:lnTo>
                  <a:pt x="1209675" y="276225"/>
                </a:lnTo>
                <a:lnTo>
                  <a:pt x="1200150" y="276225"/>
                </a:lnTo>
                <a:close/>
                <a:moveTo>
                  <a:pt x="1019175" y="266700"/>
                </a:moveTo>
                <a:lnTo>
                  <a:pt x="1028700" y="266700"/>
                </a:lnTo>
                <a:lnTo>
                  <a:pt x="1028700" y="276225"/>
                </a:lnTo>
                <a:lnTo>
                  <a:pt x="1019175" y="276225"/>
                </a:lnTo>
                <a:close/>
                <a:moveTo>
                  <a:pt x="0" y="285750"/>
                </a:moveTo>
                <a:lnTo>
                  <a:pt x="9525" y="285750"/>
                </a:lnTo>
                <a:lnTo>
                  <a:pt x="9525" y="295275"/>
                </a:lnTo>
                <a:lnTo>
                  <a:pt x="0" y="295275"/>
                </a:lnTo>
                <a:close/>
                <a:moveTo>
                  <a:pt x="28575" y="285750"/>
                </a:moveTo>
                <a:lnTo>
                  <a:pt x="57150" y="285750"/>
                </a:lnTo>
                <a:lnTo>
                  <a:pt x="57150" y="304800"/>
                </a:lnTo>
                <a:lnTo>
                  <a:pt x="38100" y="304800"/>
                </a:lnTo>
                <a:lnTo>
                  <a:pt x="38100" y="295275"/>
                </a:lnTo>
                <a:lnTo>
                  <a:pt x="28575" y="295275"/>
                </a:lnTo>
                <a:close/>
                <a:moveTo>
                  <a:pt x="1095375" y="285750"/>
                </a:moveTo>
                <a:lnTo>
                  <a:pt x="1104900" y="285750"/>
                </a:lnTo>
                <a:lnTo>
                  <a:pt x="1104900" y="295275"/>
                </a:lnTo>
                <a:lnTo>
                  <a:pt x="1095375" y="295275"/>
                </a:lnTo>
                <a:close/>
                <a:moveTo>
                  <a:pt x="1085850" y="295275"/>
                </a:moveTo>
                <a:lnTo>
                  <a:pt x="1095375" y="295275"/>
                </a:lnTo>
                <a:lnTo>
                  <a:pt x="1095375" y="304800"/>
                </a:lnTo>
                <a:lnTo>
                  <a:pt x="1085850" y="304800"/>
                </a:lnTo>
                <a:close/>
                <a:moveTo>
                  <a:pt x="104775" y="314325"/>
                </a:moveTo>
                <a:lnTo>
                  <a:pt x="114300" y="314325"/>
                </a:lnTo>
                <a:lnTo>
                  <a:pt x="114300" y="323850"/>
                </a:lnTo>
                <a:lnTo>
                  <a:pt x="104775" y="323850"/>
                </a:lnTo>
                <a:close/>
                <a:moveTo>
                  <a:pt x="1123950" y="314325"/>
                </a:moveTo>
                <a:lnTo>
                  <a:pt x="1133475" y="314325"/>
                </a:lnTo>
                <a:lnTo>
                  <a:pt x="1133475" y="323850"/>
                </a:lnTo>
                <a:lnTo>
                  <a:pt x="1123950" y="323850"/>
                </a:lnTo>
                <a:close/>
                <a:moveTo>
                  <a:pt x="1190625" y="323850"/>
                </a:moveTo>
                <a:lnTo>
                  <a:pt x="1200150" y="323850"/>
                </a:lnTo>
                <a:lnTo>
                  <a:pt x="1200150" y="333375"/>
                </a:lnTo>
                <a:lnTo>
                  <a:pt x="1209675" y="333375"/>
                </a:lnTo>
                <a:lnTo>
                  <a:pt x="1209675" y="361950"/>
                </a:lnTo>
                <a:lnTo>
                  <a:pt x="1200150" y="361950"/>
                </a:lnTo>
                <a:lnTo>
                  <a:pt x="1200150" y="371475"/>
                </a:lnTo>
                <a:lnTo>
                  <a:pt x="1209675" y="371475"/>
                </a:lnTo>
                <a:lnTo>
                  <a:pt x="1209675" y="381000"/>
                </a:lnTo>
                <a:lnTo>
                  <a:pt x="1190625" y="381000"/>
                </a:lnTo>
                <a:close/>
                <a:moveTo>
                  <a:pt x="85725" y="333375"/>
                </a:moveTo>
                <a:lnTo>
                  <a:pt x="95250" y="333375"/>
                </a:lnTo>
                <a:lnTo>
                  <a:pt x="95250" y="342900"/>
                </a:lnTo>
                <a:lnTo>
                  <a:pt x="85725" y="342900"/>
                </a:lnTo>
                <a:close/>
                <a:moveTo>
                  <a:pt x="933450" y="381000"/>
                </a:moveTo>
                <a:lnTo>
                  <a:pt x="952500" y="381000"/>
                </a:lnTo>
                <a:lnTo>
                  <a:pt x="952500" y="419100"/>
                </a:lnTo>
                <a:lnTo>
                  <a:pt x="942975" y="419100"/>
                </a:lnTo>
                <a:lnTo>
                  <a:pt x="942975" y="409575"/>
                </a:lnTo>
                <a:lnTo>
                  <a:pt x="933450" y="409575"/>
                </a:lnTo>
                <a:close/>
                <a:moveTo>
                  <a:pt x="28575" y="400050"/>
                </a:moveTo>
                <a:lnTo>
                  <a:pt x="47625" y="400050"/>
                </a:lnTo>
                <a:lnTo>
                  <a:pt x="47625" y="419100"/>
                </a:lnTo>
                <a:lnTo>
                  <a:pt x="57150" y="419100"/>
                </a:lnTo>
                <a:lnTo>
                  <a:pt x="57150" y="428625"/>
                </a:lnTo>
                <a:lnTo>
                  <a:pt x="38100" y="428625"/>
                </a:lnTo>
                <a:lnTo>
                  <a:pt x="38100" y="419100"/>
                </a:lnTo>
                <a:lnTo>
                  <a:pt x="28575" y="419100"/>
                </a:lnTo>
                <a:close/>
                <a:moveTo>
                  <a:pt x="619125" y="400050"/>
                </a:moveTo>
                <a:lnTo>
                  <a:pt x="628650" y="400050"/>
                </a:lnTo>
                <a:lnTo>
                  <a:pt x="628650" y="419100"/>
                </a:lnTo>
                <a:lnTo>
                  <a:pt x="619125" y="419100"/>
                </a:lnTo>
                <a:close/>
                <a:moveTo>
                  <a:pt x="1190625" y="409575"/>
                </a:moveTo>
                <a:lnTo>
                  <a:pt x="1209675" y="409575"/>
                </a:lnTo>
                <a:lnTo>
                  <a:pt x="1209675" y="419100"/>
                </a:lnTo>
                <a:lnTo>
                  <a:pt x="1190625" y="419100"/>
                </a:lnTo>
                <a:close/>
                <a:moveTo>
                  <a:pt x="857250" y="419100"/>
                </a:moveTo>
                <a:lnTo>
                  <a:pt x="866775" y="419100"/>
                </a:lnTo>
                <a:lnTo>
                  <a:pt x="866775" y="428625"/>
                </a:lnTo>
                <a:lnTo>
                  <a:pt x="857250" y="428625"/>
                </a:lnTo>
                <a:close/>
                <a:moveTo>
                  <a:pt x="19050" y="457200"/>
                </a:moveTo>
                <a:lnTo>
                  <a:pt x="28575" y="457200"/>
                </a:lnTo>
                <a:lnTo>
                  <a:pt x="28575" y="466725"/>
                </a:lnTo>
                <a:lnTo>
                  <a:pt x="19050" y="466725"/>
                </a:lnTo>
                <a:close/>
                <a:moveTo>
                  <a:pt x="38100" y="457200"/>
                </a:moveTo>
                <a:lnTo>
                  <a:pt x="47625" y="457200"/>
                </a:lnTo>
                <a:lnTo>
                  <a:pt x="47625" y="476250"/>
                </a:lnTo>
                <a:lnTo>
                  <a:pt x="28575" y="476250"/>
                </a:lnTo>
                <a:lnTo>
                  <a:pt x="28575" y="466725"/>
                </a:lnTo>
                <a:lnTo>
                  <a:pt x="38100" y="466725"/>
                </a:lnTo>
                <a:close/>
                <a:moveTo>
                  <a:pt x="85725" y="457200"/>
                </a:moveTo>
                <a:lnTo>
                  <a:pt x="95250" y="457200"/>
                </a:lnTo>
                <a:lnTo>
                  <a:pt x="95250" y="466725"/>
                </a:lnTo>
                <a:lnTo>
                  <a:pt x="85725" y="466725"/>
                </a:lnTo>
                <a:close/>
                <a:moveTo>
                  <a:pt x="790575" y="457200"/>
                </a:moveTo>
                <a:lnTo>
                  <a:pt x="800100" y="457200"/>
                </a:lnTo>
                <a:lnTo>
                  <a:pt x="800100" y="466725"/>
                </a:lnTo>
                <a:lnTo>
                  <a:pt x="790575" y="466725"/>
                </a:lnTo>
                <a:close/>
                <a:moveTo>
                  <a:pt x="76200" y="466725"/>
                </a:moveTo>
                <a:lnTo>
                  <a:pt x="85725" y="466725"/>
                </a:lnTo>
                <a:lnTo>
                  <a:pt x="85725" y="476250"/>
                </a:lnTo>
                <a:lnTo>
                  <a:pt x="76200" y="476250"/>
                </a:lnTo>
                <a:close/>
                <a:moveTo>
                  <a:pt x="1066800" y="504825"/>
                </a:moveTo>
                <a:lnTo>
                  <a:pt x="1076325" y="504825"/>
                </a:lnTo>
                <a:lnTo>
                  <a:pt x="1076325" y="514350"/>
                </a:lnTo>
                <a:lnTo>
                  <a:pt x="1066800" y="514350"/>
                </a:lnTo>
                <a:close/>
                <a:moveTo>
                  <a:pt x="666750" y="523875"/>
                </a:moveTo>
                <a:lnTo>
                  <a:pt x="676275" y="523875"/>
                </a:lnTo>
                <a:lnTo>
                  <a:pt x="676275" y="542925"/>
                </a:lnTo>
                <a:lnTo>
                  <a:pt x="666750" y="542925"/>
                </a:lnTo>
                <a:close/>
                <a:moveTo>
                  <a:pt x="1181100" y="533400"/>
                </a:moveTo>
                <a:lnTo>
                  <a:pt x="1190625" y="533400"/>
                </a:lnTo>
                <a:lnTo>
                  <a:pt x="1190625" y="542925"/>
                </a:lnTo>
                <a:lnTo>
                  <a:pt x="1181100" y="542925"/>
                </a:lnTo>
                <a:close/>
                <a:moveTo>
                  <a:pt x="923925" y="552450"/>
                </a:moveTo>
                <a:lnTo>
                  <a:pt x="933450" y="552450"/>
                </a:lnTo>
                <a:lnTo>
                  <a:pt x="933450" y="561975"/>
                </a:lnTo>
                <a:lnTo>
                  <a:pt x="923925" y="561975"/>
                </a:lnTo>
                <a:close/>
                <a:moveTo>
                  <a:pt x="942975" y="552450"/>
                </a:moveTo>
                <a:lnTo>
                  <a:pt x="952500" y="552450"/>
                </a:lnTo>
                <a:lnTo>
                  <a:pt x="952500" y="561975"/>
                </a:lnTo>
                <a:lnTo>
                  <a:pt x="942975" y="561975"/>
                </a:lnTo>
                <a:close/>
                <a:moveTo>
                  <a:pt x="933450" y="561975"/>
                </a:moveTo>
                <a:lnTo>
                  <a:pt x="942975" y="561975"/>
                </a:lnTo>
                <a:lnTo>
                  <a:pt x="942975" y="571500"/>
                </a:lnTo>
                <a:lnTo>
                  <a:pt x="933450" y="571500"/>
                </a:lnTo>
                <a:close/>
                <a:moveTo>
                  <a:pt x="904875" y="581025"/>
                </a:moveTo>
                <a:lnTo>
                  <a:pt x="914400" y="581025"/>
                </a:lnTo>
                <a:lnTo>
                  <a:pt x="914400" y="590550"/>
                </a:lnTo>
                <a:lnTo>
                  <a:pt x="904875" y="590550"/>
                </a:lnTo>
                <a:close/>
                <a:moveTo>
                  <a:pt x="1123950" y="600075"/>
                </a:moveTo>
                <a:lnTo>
                  <a:pt x="1133475" y="600075"/>
                </a:lnTo>
                <a:lnTo>
                  <a:pt x="1133475" y="619125"/>
                </a:lnTo>
                <a:lnTo>
                  <a:pt x="1123950" y="619125"/>
                </a:lnTo>
                <a:close/>
                <a:moveTo>
                  <a:pt x="1162050" y="600075"/>
                </a:moveTo>
                <a:lnTo>
                  <a:pt x="1200150" y="600075"/>
                </a:lnTo>
                <a:lnTo>
                  <a:pt x="1200150" y="609600"/>
                </a:lnTo>
                <a:lnTo>
                  <a:pt x="1190625" y="609600"/>
                </a:lnTo>
                <a:lnTo>
                  <a:pt x="1190625" y="628650"/>
                </a:lnTo>
                <a:lnTo>
                  <a:pt x="1181100" y="628650"/>
                </a:lnTo>
                <a:lnTo>
                  <a:pt x="1181100" y="619125"/>
                </a:lnTo>
                <a:lnTo>
                  <a:pt x="1171575" y="619125"/>
                </a:lnTo>
                <a:lnTo>
                  <a:pt x="1171575" y="609600"/>
                </a:lnTo>
                <a:lnTo>
                  <a:pt x="1162050" y="609600"/>
                </a:lnTo>
                <a:close/>
                <a:moveTo>
                  <a:pt x="38100" y="609600"/>
                </a:moveTo>
                <a:lnTo>
                  <a:pt x="47625" y="609600"/>
                </a:lnTo>
                <a:lnTo>
                  <a:pt x="47625" y="628650"/>
                </a:lnTo>
                <a:lnTo>
                  <a:pt x="38100" y="628650"/>
                </a:lnTo>
                <a:close/>
                <a:moveTo>
                  <a:pt x="180975" y="609600"/>
                </a:moveTo>
                <a:lnTo>
                  <a:pt x="190500" y="609600"/>
                </a:lnTo>
                <a:lnTo>
                  <a:pt x="190500" y="619125"/>
                </a:lnTo>
                <a:lnTo>
                  <a:pt x="180975" y="619125"/>
                </a:lnTo>
                <a:close/>
                <a:moveTo>
                  <a:pt x="1095375" y="609600"/>
                </a:moveTo>
                <a:lnTo>
                  <a:pt x="1104900" y="609600"/>
                </a:lnTo>
                <a:lnTo>
                  <a:pt x="1104900" y="619125"/>
                </a:lnTo>
                <a:lnTo>
                  <a:pt x="1095375" y="619125"/>
                </a:lnTo>
                <a:close/>
                <a:moveTo>
                  <a:pt x="1143000" y="628650"/>
                </a:moveTo>
                <a:lnTo>
                  <a:pt x="1152525" y="628650"/>
                </a:lnTo>
                <a:lnTo>
                  <a:pt x="1152525" y="638175"/>
                </a:lnTo>
                <a:lnTo>
                  <a:pt x="1143000" y="638175"/>
                </a:lnTo>
                <a:close/>
                <a:moveTo>
                  <a:pt x="1190625" y="638175"/>
                </a:moveTo>
                <a:lnTo>
                  <a:pt x="1200150" y="638175"/>
                </a:lnTo>
                <a:lnTo>
                  <a:pt x="1200150" y="657225"/>
                </a:lnTo>
                <a:lnTo>
                  <a:pt x="1190625" y="657225"/>
                </a:lnTo>
                <a:close/>
                <a:moveTo>
                  <a:pt x="76200" y="657225"/>
                </a:moveTo>
                <a:lnTo>
                  <a:pt x="85725" y="657225"/>
                </a:lnTo>
                <a:lnTo>
                  <a:pt x="85725" y="666750"/>
                </a:lnTo>
                <a:lnTo>
                  <a:pt x="76200" y="666750"/>
                </a:lnTo>
                <a:close/>
                <a:moveTo>
                  <a:pt x="1114425" y="666750"/>
                </a:moveTo>
                <a:lnTo>
                  <a:pt x="1123950" y="666750"/>
                </a:lnTo>
                <a:lnTo>
                  <a:pt x="1123950" y="676275"/>
                </a:lnTo>
                <a:lnTo>
                  <a:pt x="1114425" y="676275"/>
                </a:lnTo>
                <a:close/>
                <a:moveTo>
                  <a:pt x="1171575" y="676275"/>
                </a:moveTo>
                <a:lnTo>
                  <a:pt x="1200150" y="676275"/>
                </a:lnTo>
                <a:lnTo>
                  <a:pt x="1200150" y="685800"/>
                </a:lnTo>
                <a:lnTo>
                  <a:pt x="1209675" y="685800"/>
                </a:lnTo>
                <a:lnTo>
                  <a:pt x="1209675" y="695325"/>
                </a:lnTo>
                <a:lnTo>
                  <a:pt x="1200150" y="695325"/>
                </a:lnTo>
                <a:lnTo>
                  <a:pt x="1200150" y="704850"/>
                </a:lnTo>
                <a:lnTo>
                  <a:pt x="1190625" y="704850"/>
                </a:lnTo>
                <a:lnTo>
                  <a:pt x="1190625" y="714375"/>
                </a:lnTo>
                <a:lnTo>
                  <a:pt x="1181100" y="714375"/>
                </a:lnTo>
                <a:lnTo>
                  <a:pt x="1181100" y="723900"/>
                </a:lnTo>
                <a:lnTo>
                  <a:pt x="1190625" y="723900"/>
                </a:lnTo>
                <a:lnTo>
                  <a:pt x="1190625" y="714375"/>
                </a:lnTo>
                <a:lnTo>
                  <a:pt x="1200150" y="714375"/>
                </a:lnTo>
                <a:lnTo>
                  <a:pt x="1200150" y="723900"/>
                </a:lnTo>
                <a:lnTo>
                  <a:pt x="1190625" y="723900"/>
                </a:lnTo>
                <a:lnTo>
                  <a:pt x="1190625" y="733425"/>
                </a:lnTo>
                <a:lnTo>
                  <a:pt x="1171575" y="733425"/>
                </a:lnTo>
                <a:lnTo>
                  <a:pt x="1171575" y="704850"/>
                </a:lnTo>
                <a:lnTo>
                  <a:pt x="1181100" y="704850"/>
                </a:lnTo>
                <a:lnTo>
                  <a:pt x="1181100" y="695325"/>
                </a:lnTo>
                <a:lnTo>
                  <a:pt x="1190625" y="695325"/>
                </a:lnTo>
                <a:lnTo>
                  <a:pt x="1190625" y="685800"/>
                </a:lnTo>
                <a:lnTo>
                  <a:pt x="1171575" y="685800"/>
                </a:lnTo>
                <a:close/>
                <a:moveTo>
                  <a:pt x="1038225" y="714375"/>
                </a:moveTo>
                <a:lnTo>
                  <a:pt x="1057275" y="714375"/>
                </a:lnTo>
                <a:lnTo>
                  <a:pt x="1057275" y="723900"/>
                </a:lnTo>
                <a:lnTo>
                  <a:pt x="1047750" y="723900"/>
                </a:lnTo>
                <a:lnTo>
                  <a:pt x="1047750" y="733425"/>
                </a:lnTo>
                <a:lnTo>
                  <a:pt x="1038225" y="733425"/>
                </a:lnTo>
                <a:close/>
                <a:moveTo>
                  <a:pt x="1123950" y="714375"/>
                </a:moveTo>
                <a:lnTo>
                  <a:pt x="1133475" y="714375"/>
                </a:lnTo>
                <a:lnTo>
                  <a:pt x="1133475" y="733425"/>
                </a:lnTo>
                <a:lnTo>
                  <a:pt x="1123950" y="733425"/>
                </a:lnTo>
                <a:close/>
                <a:moveTo>
                  <a:pt x="9525" y="723900"/>
                </a:moveTo>
                <a:lnTo>
                  <a:pt x="38100" y="723900"/>
                </a:lnTo>
                <a:lnTo>
                  <a:pt x="38100" y="762000"/>
                </a:lnTo>
                <a:lnTo>
                  <a:pt x="28575" y="762000"/>
                </a:lnTo>
                <a:lnTo>
                  <a:pt x="28575" y="752475"/>
                </a:lnTo>
                <a:lnTo>
                  <a:pt x="19050" y="752475"/>
                </a:lnTo>
                <a:lnTo>
                  <a:pt x="19050" y="733425"/>
                </a:lnTo>
                <a:lnTo>
                  <a:pt x="9525" y="733425"/>
                </a:lnTo>
                <a:close/>
                <a:moveTo>
                  <a:pt x="123825" y="723900"/>
                </a:moveTo>
                <a:lnTo>
                  <a:pt x="133350" y="723900"/>
                </a:lnTo>
                <a:lnTo>
                  <a:pt x="133350" y="733425"/>
                </a:lnTo>
                <a:lnTo>
                  <a:pt x="123825" y="733425"/>
                </a:lnTo>
                <a:close/>
                <a:moveTo>
                  <a:pt x="923925" y="723900"/>
                </a:moveTo>
                <a:lnTo>
                  <a:pt x="933450" y="723900"/>
                </a:lnTo>
                <a:lnTo>
                  <a:pt x="933450" y="733425"/>
                </a:lnTo>
                <a:lnTo>
                  <a:pt x="923925" y="733425"/>
                </a:lnTo>
                <a:close/>
                <a:moveTo>
                  <a:pt x="95250" y="733425"/>
                </a:moveTo>
                <a:lnTo>
                  <a:pt x="104775" y="733425"/>
                </a:lnTo>
                <a:lnTo>
                  <a:pt x="104775" y="752475"/>
                </a:lnTo>
                <a:lnTo>
                  <a:pt x="95250" y="752475"/>
                </a:lnTo>
                <a:close/>
                <a:moveTo>
                  <a:pt x="114300" y="733425"/>
                </a:moveTo>
                <a:lnTo>
                  <a:pt x="123825" y="733425"/>
                </a:lnTo>
                <a:lnTo>
                  <a:pt x="123825" y="742950"/>
                </a:lnTo>
                <a:lnTo>
                  <a:pt x="114300" y="742950"/>
                </a:lnTo>
                <a:close/>
                <a:moveTo>
                  <a:pt x="180975" y="733425"/>
                </a:moveTo>
                <a:lnTo>
                  <a:pt x="190500" y="733425"/>
                </a:lnTo>
                <a:lnTo>
                  <a:pt x="190500" y="742950"/>
                </a:lnTo>
                <a:lnTo>
                  <a:pt x="180975" y="742950"/>
                </a:lnTo>
                <a:close/>
                <a:moveTo>
                  <a:pt x="200025" y="733425"/>
                </a:moveTo>
                <a:lnTo>
                  <a:pt x="228600" y="733425"/>
                </a:lnTo>
                <a:lnTo>
                  <a:pt x="228600" y="742950"/>
                </a:lnTo>
                <a:lnTo>
                  <a:pt x="200025" y="742950"/>
                </a:lnTo>
                <a:close/>
                <a:moveTo>
                  <a:pt x="295275" y="733425"/>
                </a:moveTo>
                <a:lnTo>
                  <a:pt x="314325" y="733425"/>
                </a:lnTo>
                <a:lnTo>
                  <a:pt x="314325" y="742950"/>
                </a:lnTo>
                <a:lnTo>
                  <a:pt x="295275" y="742950"/>
                </a:lnTo>
                <a:close/>
                <a:moveTo>
                  <a:pt x="381000" y="733425"/>
                </a:moveTo>
                <a:lnTo>
                  <a:pt x="390525" y="733425"/>
                </a:lnTo>
                <a:lnTo>
                  <a:pt x="390525" y="742950"/>
                </a:lnTo>
                <a:lnTo>
                  <a:pt x="381000" y="742950"/>
                </a:lnTo>
                <a:close/>
                <a:moveTo>
                  <a:pt x="590550" y="733425"/>
                </a:moveTo>
                <a:lnTo>
                  <a:pt x="657225" y="733425"/>
                </a:lnTo>
                <a:lnTo>
                  <a:pt x="657225" y="742950"/>
                </a:lnTo>
                <a:lnTo>
                  <a:pt x="590550" y="742950"/>
                </a:lnTo>
                <a:close/>
                <a:moveTo>
                  <a:pt x="676275" y="733425"/>
                </a:moveTo>
                <a:lnTo>
                  <a:pt x="695325" y="733425"/>
                </a:lnTo>
                <a:lnTo>
                  <a:pt x="695325" y="742950"/>
                </a:lnTo>
                <a:lnTo>
                  <a:pt x="676275" y="742950"/>
                </a:lnTo>
                <a:close/>
                <a:moveTo>
                  <a:pt x="714375" y="733425"/>
                </a:moveTo>
                <a:lnTo>
                  <a:pt x="733425" y="733425"/>
                </a:lnTo>
                <a:lnTo>
                  <a:pt x="733425" y="742950"/>
                </a:lnTo>
                <a:lnTo>
                  <a:pt x="714375" y="742950"/>
                </a:lnTo>
                <a:close/>
                <a:moveTo>
                  <a:pt x="838200" y="733425"/>
                </a:moveTo>
                <a:lnTo>
                  <a:pt x="847725" y="733425"/>
                </a:lnTo>
                <a:lnTo>
                  <a:pt x="847725" y="742950"/>
                </a:lnTo>
                <a:lnTo>
                  <a:pt x="838200" y="742950"/>
                </a:lnTo>
                <a:close/>
                <a:moveTo>
                  <a:pt x="857250" y="733425"/>
                </a:moveTo>
                <a:lnTo>
                  <a:pt x="866775" y="733425"/>
                </a:lnTo>
                <a:lnTo>
                  <a:pt x="866775" y="742950"/>
                </a:lnTo>
                <a:lnTo>
                  <a:pt x="857250" y="742950"/>
                </a:lnTo>
                <a:close/>
                <a:moveTo>
                  <a:pt x="904875" y="733425"/>
                </a:moveTo>
                <a:lnTo>
                  <a:pt x="923925" y="733425"/>
                </a:lnTo>
                <a:lnTo>
                  <a:pt x="923925" y="742950"/>
                </a:lnTo>
                <a:lnTo>
                  <a:pt x="904875" y="742950"/>
                </a:lnTo>
                <a:close/>
                <a:moveTo>
                  <a:pt x="971550" y="733425"/>
                </a:moveTo>
                <a:lnTo>
                  <a:pt x="981075" y="733425"/>
                </a:lnTo>
                <a:lnTo>
                  <a:pt x="981075" y="742950"/>
                </a:lnTo>
                <a:lnTo>
                  <a:pt x="971550" y="742950"/>
                </a:lnTo>
                <a:close/>
                <a:moveTo>
                  <a:pt x="161925" y="742950"/>
                </a:moveTo>
                <a:lnTo>
                  <a:pt x="171450" y="742950"/>
                </a:lnTo>
                <a:lnTo>
                  <a:pt x="171450" y="752475"/>
                </a:lnTo>
                <a:lnTo>
                  <a:pt x="161925" y="752475"/>
                </a:lnTo>
                <a:close/>
                <a:moveTo>
                  <a:pt x="390525" y="742950"/>
                </a:moveTo>
                <a:lnTo>
                  <a:pt x="400050" y="742950"/>
                </a:lnTo>
                <a:lnTo>
                  <a:pt x="400050" y="762000"/>
                </a:lnTo>
                <a:lnTo>
                  <a:pt x="390525" y="762000"/>
                </a:lnTo>
                <a:close/>
                <a:moveTo>
                  <a:pt x="409575" y="742950"/>
                </a:moveTo>
                <a:lnTo>
                  <a:pt x="419100" y="742950"/>
                </a:lnTo>
                <a:lnTo>
                  <a:pt x="419100" y="771525"/>
                </a:lnTo>
                <a:lnTo>
                  <a:pt x="409575" y="771525"/>
                </a:lnTo>
                <a:close/>
                <a:moveTo>
                  <a:pt x="276225" y="752475"/>
                </a:moveTo>
                <a:lnTo>
                  <a:pt x="295275" y="752475"/>
                </a:lnTo>
                <a:lnTo>
                  <a:pt x="295275" y="771525"/>
                </a:lnTo>
                <a:lnTo>
                  <a:pt x="276225" y="771525"/>
                </a:lnTo>
                <a:close/>
                <a:moveTo>
                  <a:pt x="638175" y="752475"/>
                </a:moveTo>
                <a:lnTo>
                  <a:pt x="657225" y="752475"/>
                </a:lnTo>
                <a:lnTo>
                  <a:pt x="657225" y="762000"/>
                </a:lnTo>
                <a:lnTo>
                  <a:pt x="638175" y="762000"/>
                </a:lnTo>
                <a:close/>
                <a:moveTo>
                  <a:pt x="657225" y="762000"/>
                </a:moveTo>
                <a:lnTo>
                  <a:pt x="676275" y="762000"/>
                </a:lnTo>
                <a:lnTo>
                  <a:pt x="676275" y="781050"/>
                </a:lnTo>
                <a:lnTo>
                  <a:pt x="657225" y="781050"/>
                </a:lnTo>
                <a:close/>
                <a:moveTo>
                  <a:pt x="762000" y="762000"/>
                </a:moveTo>
                <a:lnTo>
                  <a:pt x="781050" y="762000"/>
                </a:lnTo>
                <a:lnTo>
                  <a:pt x="781050" y="781050"/>
                </a:lnTo>
                <a:lnTo>
                  <a:pt x="762000" y="781050"/>
                </a:lnTo>
                <a:close/>
                <a:moveTo>
                  <a:pt x="1095375" y="762000"/>
                </a:moveTo>
                <a:lnTo>
                  <a:pt x="1104900" y="762000"/>
                </a:lnTo>
                <a:lnTo>
                  <a:pt x="1104900" y="771525"/>
                </a:lnTo>
                <a:lnTo>
                  <a:pt x="1095375" y="771525"/>
                </a:lnTo>
                <a:close/>
                <a:moveTo>
                  <a:pt x="1152525" y="762000"/>
                </a:moveTo>
                <a:lnTo>
                  <a:pt x="1162050" y="762000"/>
                </a:lnTo>
                <a:lnTo>
                  <a:pt x="1162050" y="771525"/>
                </a:lnTo>
                <a:lnTo>
                  <a:pt x="1152525" y="771525"/>
                </a:lnTo>
                <a:close/>
                <a:moveTo>
                  <a:pt x="180975" y="771525"/>
                </a:moveTo>
                <a:lnTo>
                  <a:pt x="190500" y="771525"/>
                </a:lnTo>
                <a:lnTo>
                  <a:pt x="190500" y="781050"/>
                </a:lnTo>
                <a:lnTo>
                  <a:pt x="180975" y="781050"/>
                </a:lnTo>
                <a:close/>
                <a:moveTo>
                  <a:pt x="361950" y="771525"/>
                </a:moveTo>
                <a:lnTo>
                  <a:pt x="371475" y="771525"/>
                </a:lnTo>
                <a:lnTo>
                  <a:pt x="371475" y="790575"/>
                </a:lnTo>
                <a:lnTo>
                  <a:pt x="361950" y="790575"/>
                </a:lnTo>
                <a:lnTo>
                  <a:pt x="361950" y="809625"/>
                </a:lnTo>
                <a:lnTo>
                  <a:pt x="323850" y="809625"/>
                </a:lnTo>
                <a:lnTo>
                  <a:pt x="323850" y="800100"/>
                </a:lnTo>
                <a:lnTo>
                  <a:pt x="333375" y="800100"/>
                </a:lnTo>
                <a:lnTo>
                  <a:pt x="333375" y="790575"/>
                </a:lnTo>
                <a:lnTo>
                  <a:pt x="314325" y="790575"/>
                </a:lnTo>
                <a:lnTo>
                  <a:pt x="314325" y="781050"/>
                </a:lnTo>
                <a:lnTo>
                  <a:pt x="333375" y="781050"/>
                </a:lnTo>
                <a:lnTo>
                  <a:pt x="333375" y="790575"/>
                </a:lnTo>
                <a:lnTo>
                  <a:pt x="342900" y="790575"/>
                </a:lnTo>
                <a:lnTo>
                  <a:pt x="342900" y="781050"/>
                </a:lnTo>
                <a:lnTo>
                  <a:pt x="361950" y="781050"/>
                </a:lnTo>
                <a:close/>
                <a:moveTo>
                  <a:pt x="514350" y="771525"/>
                </a:moveTo>
                <a:lnTo>
                  <a:pt x="523875" y="771525"/>
                </a:lnTo>
                <a:lnTo>
                  <a:pt x="523875" y="781050"/>
                </a:lnTo>
                <a:lnTo>
                  <a:pt x="514350" y="781050"/>
                </a:lnTo>
                <a:close/>
                <a:moveTo>
                  <a:pt x="952500" y="771525"/>
                </a:moveTo>
                <a:lnTo>
                  <a:pt x="962025" y="771525"/>
                </a:lnTo>
                <a:lnTo>
                  <a:pt x="962025" y="781050"/>
                </a:lnTo>
                <a:lnTo>
                  <a:pt x="952500" y="781050"/>
                </a:lnTo>
                <a:close/>
                <a:moveTo>
                  <a:pt x="190500" y="781050"/>
                </a:moveTo>
                <a:lnTo>
                  <a:pt x="200025" y="781050"/>
                </a:lnTo>
                <a:lnTo>
                  <a:pt x="200025" y="790575"/>
                </a:lnTo>
                <a:lnTo>
                  <a:pt x="190500" y="790575"/>
                </a:lnTo>
                <a:close/>
                <a:moveTo>
                  <a:pt x="295275" y="781050"/>
                </a:moveTo>
                <a:lnTo>
                  <a:pt x="304800" y="781050"/>
                </a:lnTo>
                <a:lnTo>
                  <a:pt x="304800" y="790575"/>
                </a:lnTo>
                <a:lnTo>
                  <a:pt x="295275" y="790575"/>
                </a:lnTo>
                <a:close/>
                <a:moveTo>
                  <a:pt x="1028700" y="781050"/>
                </a:moveTo>
                <a:lnTo>
                  <a:pt x="1066800" y="781050"/>
                </a:lnTo>
                <a:lnTo>
                  <a:pt x="1066800" y="809625"/>
                </a:lnTo>
                <a:lnTo>
                  <a:pt x="1047750" y="809625"/>
                </a:lnTo>
                <a:lnTo>
                  <a:pt x="1047750" y="800100"/>
                </a:lnTo>
                <a:lnTo>
                  <a:pt x="1038225" y="800100"/>
                </a:lnTo>
                <a:lnTo>
                  <a:pt x="1038225" y="790575"/>
                </a:lnTo>
                <a:lnTo>
                  <a:pt x="1028700" y="790575"/>
                </a:lnTo>
                <a:close/>
                <a:moveTo>
                  <a:pt x="1095375" y="781050"/>
                </a:moveTo>
                <a:lnTo>
                  <a:pt x="1133475" y="781050"/>
                </a:lnTo>
                <a:lnTo>
                  <a:pt x="1133475" y="790575"/>
                </a:lnTo>
                <a:lnTo>
                  <a:pt x="1114425" y="790575"/>
                </a:lnTo>
                <a:lnTo>
                  <a:pt x="1114425" y="800100"/>
                </a:lnTo>
                <a:lnTo>
                  <a:pt x="1104900" y="800100"/>
                </a:lnTo>
                <a:lnTo>
                  <a:pt x="1104900" y="790575"/>
                </a:lnTo>
                <a:lnTo>
                  <a:pt x="1095375" y="790575"/>
                </a:lnTo>
                <a:close/>
                <a:moveTo>
                  <a:pt x="1190625" y="781050"/>
                </a:moveTo>
                <a:lnTo>
                  <a:pt x="1200150" y="781050"/>
                </a:lnTo>
                <a:lnTo>
                  <a:pt x="1200150" y="790575"/>
                </a:lnTo>
                <a:lnTo>
                  <a:pt x="1190625" y="790575"/>
                </a:lnTo>
                <a:close/>
                <a:moveTo>
                  <a:pt x="152400" y="790575"/>
                </a:moveTo>
                <a:lnTo>
                  <a:pt x="171450" y="790575"/>
                </a:lnTo>
                <a:lnTo>
                  <a:pt x="171450" y="809625"/>
                </a:lnTo>
                <a:lnTo>
                  <a:pt x="152400" y="809625"/>
                </a:lnTo>
                <a:close/>
                <a:moveTo>
                  <a:pt x="419100" y="790575"/>
                </a:moveTo>
                <a:lnTo>
                  <a:pt x="428625" y="790575"/>
                </a:lnTo>
                <a:lnTo>
                  <a:pt x="428625" y="800100"/>
                </a:lnTo>
                <a:lnTo>
                  <a:pt x="419100" y="800100"/>
                </a:lnTo>
                <a:close/>
                <a:moveTo>
                  <a:pt x="800100" y="790575"/>
                </a:moveTo>
                <a:lnTo>
                  <a:pt x="809625" y="790575"/>
                </a:lnTo>
                <a:lnTo>
                  <a:pt x="809625" y="800100"/>
                </a:lnTo>
                <a:lnTo>
                  <a:pt x="800100" y="800100"/>
                </a:lnTo>
                <a:close/>
              </a:path>
            </a:pathLst>
          </a:custGeom>
          <a:solidFill xmlns:a="http://schemas.openxmlformats.org/drawingml/2006/main">
            <a:srgbClr val="F9F8F3"/>
          </a:solidFill>
          <a:ln xmlns:a="http://schemas.openxmlformats.org/drawingml/2006/main" w="0">
            <a:noFill/>
          </a:ln>
        </p:spPr>
      </p:sp>
      <p:sp>
        <p:nvSpPr>
          <p:cNvPr id="47" name="v01 vector #f7fbf5">
            <a:extLst xmlns:a="http://schemas.openxmlformats.org/drawingml/2006/main">
              <a:ext uri="{FF2B5EF4-FFF2-40B4-BE49-F238E27FC236}">
                <a16:creationId xmlns:a16="http://schemas.microsoft.com/office/drawing/2014/main" id="{5BE952DB-91B1-4899-A8B0-4F91636672E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8250" y="2362200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123825" y="142875"/>
                </a:moveTo>
                <a:lnTo>
                  <a:pt x="133350" y="142875"/>
                </a:lnTo>
                <a:lnTo>
                  <a:pt x="133350" y="161925"/>
                </a:lnTo>
                <a:lnTo>
                  <a:pt x="114300" y="161925"/>
                </a:lnTo>
                <a:lnTo>
                  <a:pt x="114300" y="152400"/>
                </a:lnTo>
                <a:lnTo>
                  <a:pt x="123825" y="152400"/>
                </a:lnTo>
                <a:close/>
                <a:moveTo>
                  <a:pt x="857250" y="161925"/>
                </a:moveTo>
                <a:lnTo>
                  <a:pt x="866775" y="161925"/>
                </a:lnTo>
                <a:lnTo>
                  <a:pt x="866775" y="171450"/>
                </a:lnTo>
                <a:lnTo>
                  <a:pt x="857250" y="171450"/>
                </a:lnTo>
                <a:close/>
                <a:moveTo>
                  <a:pt x="152400" y="171450"/>
                </a:moveTo>
                <a:lnTo>
                  <a:pt x="161925" y="171450"/>
                </a:lnTo>
                <a:lnTo>
                  <a:pt x="161925" y="266700"/>
                </a:lnTo>
                <a:lnTo>
                  <a:pt x="171450" y="266700"/>
                </a:lnTo>
                <a:lnTo>
                  <a:pt x="171450" y="285750"/>
                </a:lnTo>
                <a:lnTo>
                  <a:pt x="152400" y="285750"/>
                </a:lnTo>
                <a:close/>
                <a:moveTo>
                  <a:pt x="876300" y="171450"/>
                </a:moveTo>
                <a:lnTo>
                  <a:pt x="885825" y="171450"/>
                </a:lnTo>
                <a:lnTo>
                  <a:pt x="885825" y="180975"/>
                </a:lnTo>
                <a:lnTo>
                  <a:pt x="876300" y="180975"/>
                </a:lnTo>
                <a:close/>
                <a:moveTo>
                  <a:pt x="942975" y="171450"/>
                </a:moveTo>
                <a:lnTo>
                  <a:pt x="952500" y="171450"/>
                </a:lnTo>
                <a:lnTo>
                  <a:pt x="952500" y="180975"/>
                </a:lnTo>
                <a:lnTo>
                  <a:pt x="942975" y="180975"/>
                </a:lnTo>
                <a:close/>
                <a:moveTo>
                  <a:pt x="123825" y="200025"/>
                </a:moveTo>
                <a:lnTo>
                  <a:pt x="133350" y="200025"/>
                </a:lnTo>
                <a:lnTo>
                  <a:pt x="133350" y="209550"/>
                </a:lnTo>
                <a:lnTo>
                  <a:pt x="123825" y="209550"/>
                </a:lnTo>
                <a:close/>
                <a:moveTo>
                  <a:pt x="762000" y="200025"/>
                </a:moveTo>
                <a:lnTo>
                  <a:pt x="771525" y="200025"/>
                </a:lnTo>
                <a:lnTo>
                  <a:pt x="771525" y="209550"/>
                </a:lnTo>
                <a:lnTo>
                  <a:pt x="762000" y="209550"/>
                </a:lnTo>
                <a:close/>
                <a:moveTo>
                  <a:pt x="238125" y="266700"/>
                </a:moveTo>
                <a:lnTo>
                  <a:pt x="314325" y="266700"/>
                </a:lnTo>
                <a:lnTo>
                  <a:pt x="314325" y="285750"/>
                </a:lnTo>
                <a:lnTo>
                  <a:pt x="238125" y="285750"/>
                </a:lnTo>
                <a:close/>
                <a:moveTo>
                  <a:pt x="352425" y="266700"/>
                </a:moveTo>
                <a:lnTo>
                  <a:pt x="390525" y="266700"/>
                </a:lnTo>
                <a:lnTo>
                  <a:pt x="390525" y="285750"/>
                </a:lnTo>
                <a:lnTo>
                  <a:pt x="352425" y="285750"/>
                </a:lnTo>
                <a:close/>
                <a:moveTo>
                  <a:pt x="485775" y="266700"/>
                </a:moveTo>
                <a:lnTo>
                  <a:pt x="581025" y="266700"/>
                </a:lnTo>
                <a:lnTo>
                  <a:pt x="581025" y="285750"/>
                </a:lnTo>
                <a:lnTo>
                  <a:pt x="504825" y="285750"/>
                </a:lnTo>
                <a:lnTo>
                  <a:pt x="504825" y="295275"/>
                </a:lnTo>
                <a:lnTo>
                  <a:pt x="476250" y="295275"/>
                </a:lnTo>
                <a:lnTo>
                  <a:pt x="476250" y="285750"/>
                </a:lnTo>
                <a:lnTo>
                  <a:pt x="485775" y="285750"/>
                </a:lnTo>
                <a:close/>
                <a:moveTo>
                  <a:pt x="590550" y="266700"/>
                </a:moveTo>
                <a:lnTo>
                  <a:pt x="628650" y="266700"/>
                </a:lnTo>
                <a:lnTo>
                  <a:pt x="628650" y="285750"/>
                </a:lnTo>
                <a:lnTo>
                  <a:pt x="590550" y="285750"/>
                </a:lnTo>
                <a:close/>
                <a:moveTo>
                  <a:pt x="114300" y="304800"/>
                </a:moveTo>
                <a:lnTo>
                  <a:pt x="133350" y="304800"/>
                </a:lnTo>
                <a:lnTo>
                  <a:pt x="133350" y="428625"/>
                </a:lnTo>
                <a:lnTo>
                  <a:pt x="114300" y="428625"/>
                </a:lnTo>
                <a:lnTo>
                  <a:pt x="114300" y="371475"/>
                </a:lnTo>
                <a:lnTo>
                  <a:pt x="123825" y="371475"/>
                </a:lnTo>
                <a:lnTo>
                  <a:pt x="123825" y="352425"/>
                </a:lnTo>
                <a:lnTo>
                  <a:pt x="114300" y="352425"/>
                </a:lnTo>
                <a:close/>
                <a:moveTo>
                  <a:pt x="152400" y="419100"/>
                </a:moveTo>
                <a:lnTo>
                  <a:pt x="171450" y="419100"/>
                </a:lnTo>
                <a:lnTo>
                  <a:pt x="171450" y="428625"/>
                </a:lnTo>
                <a:lnTo>
                  <a:pt x="161925" y="428625"/>
                </a:lnTo>
                <a:lnTo>
                  <a:pt x="161925" y="466725"/>
                </a:lnTo>
                <a:lnTo>
                  <a:pt x="152400" y="466725"/>
                </a:lnTo>
                <a:close/>
                <a:moveTo>
                  <a:pt x="990600" y="428625"/>
                </a:moveTo>
                <a:lnTo>
                  <a:pt x="1000125" y="428625"/>
                </a:lnTo>
                <a:lnTo>
                  <a:pt x="1000125" y="447675"/>
                </a:lnTo>
                <a:lnTo>
                  <a:pt x="990600" y="447675"/>
                </a:lnTo>
                <a:close/>
                <a:moveTo>
                  <a:pt x="257175" y="457200"/>
                </a:moveTo>
                <a:lnTo>
                  <a:pt x="266700" y="457200"/>
                </a:lnTo>
                <a:lnTo>
                  <a:pt x="266700" y="466725"/>
                </a:lnTo>
                <a:lnTo>
                  <a:pt x="257175" y="466725"/>
                </a:lnTo>
                <a:close/>
                <a:moveTo>
                  <a:pt x="152400" y="485775"/>
                </a:moveTo>
                <a:lnTo>
                  <a:pt x="171450" y="485775"/>
                </a:lnTo>
                <a:lnTo>
                  <a:pt x="171450" y="495300"/>
                </a:lnTo>
                <a:lnTo>
                  <a:pt x="161925" y="495300"/>
                </a:lnTo>
                <a:lnTo>
                  <a:pt x="161925" y="542925"/>
                </a:lnTo>
                <a:lnTo>
                  <a:pt x="152400" y="542925"/>
                </a:lnTo>
                <a:close/>
                <a:moveTo>
                  <a:pt x="752475" y="504825"/>
                </a:moveTo>
                <a:lnTo>
                  <a:pt x="762000" y="504825"/>
                </a:lnTo>
                <a:lnTo>
                  <a:pt x="762000" y="514350"/>
                </a:lnTo>
                <a:lnTo>
                  <a:pt x="752475" y="514350"/>
                </a:lnTo>
                <a:close/>
                <a:moveTo>
                  <a:pt x="771525" y="504825"/>
                </a:moveTo>
                <a:lnTo>
                  <a:pt x="809625" y="504825"/>
                </a:lnTo>
                <a:lnTo>
                  <a:pt x="809625" y="514350"/>
                </a:lnTo>
                <a:lnTo>
                  <a:pt x="771525" y="514350"/>
                </a:lnTo>
                <a:close/>
                <a:moveTo>
                  <a:pt x="762000" y="514350"/>
                </a:moveTo>
                <a:lnTo>
                  <a:pt x="771525" y="514350"/>
                </a:lnTo>
                <a:lnTo>
                  <a:pt x="771525" y="523875"/>
                </a:lnTo>
                <a:lnTo>
                  <a:pt x="762000" y="523875"/>
                </a:lnTo>
                <a:close/>
                <a:moveTo>
                  <a:pt x="819150" y="514350"/>
                </a:moveTo>
                <a:lnTo>
                  <a:pt x="828675" y="514350"/>
                </a:lnTo>
                <a:lnTo>
                  <a:pt x="828675" y="523875"/>
                </a:lnTo>
                <a:lnTo>
                  <a:pt x="819150" y="523875"/>
                </a:lnTo>
                <a:close/>
                <a:moveTo>
                  <a:pt x="161925" y="542925"/>
                </a:moveTo>
                <a:lnTo>
                  <a:pt x="171450" y="542925"/>
                </a:lnTo>
                <a:lnTo>
                  <a:pt x="171450" y="552450"/>
                </a:lnTo>
                <a:lnTo>
                  <a:pt x="161925" y="552450"/>
                </a:lnTo>
                <a:close/>
                <a:moveTo>
                  <a:pt x="114300" y="552450"/>
                </a:moveTo>
                <a:lnTo>
                  <a:pt x="133350" y="552450"/>
                </a:lnTo>
                <a:lnTo>
                  <a:pt x="133350" y="571500"/>
                </a:lnTo>
                <a:lnTo>
                  <a:pt x="114300" y="571500"/>
                </a:lnTo>
                <a:close/>
                <a:moveTo>
                  <a:pt x="285750" y="590550"/>
                </a:moveTo>
                <a:lnTo>
                  <a:pt x="323850" y="590550"/>
                </a:lnTo>
                <a:lnTo>
                  <a:pt x="323850" y="600075"/>
                </a:lnTo>
                <a:lnTo>
                  <a:pt x="285750" y="600075"/>
                </a:lnTo>
                <a:close/>
                <a:moveTo>
                  <a:pt x="590550" y="600075"/>
                </a:moveTo>
                <a:lnTo>
                  <a:pt x="609600" y="600075"/>
                </a:lnTo>
                <a:lnTo>
                  <a:pt x="609600" y="619125"/>
                </a:lnTo>
                <a:lnTo>
                  <a:pt x="590550" y="619125"/>
                </a:lnTo>
                <a:close/>
                <a:moveTo>
                  <a:pt x="114300" y="657225"/>
                </a:moveTo>
                <a:lnTo>
                  <a:pt x="133350" y="657225"/>
                </a:lnTo>
                <a:lnTo>
                  <a:pt x="133350" y="666750"/>
                </a:lnTo>
                <a:lnTo>
                  <a:pt x="114300" y="666750"/>
                </a:lnTo>
                <a:close/>
                <a:moveTo>
                  <a:pt x="457200" y="676275"/>
                </a:moveTo>
                <a:lnTo>
                  <a:pt x="476250" y="676275"/>
                </a:lnTo>
                <a:lnTo>
                  <a:pt x="476250" y="685800"/>
                </a:lnTo>
                <a:lnTo>
                  <a:pt x="457200" y="685800"/>
                </a:lnTo>
                <a:close/>
              </a:path>
            </a:pathLst>
          </a:custGeom>
          <a:solidFill xmlns:a="http://schemas.openxmlformats.org/drawingml/2006/main">
            <a:srgbClr val="F7FBF5"/>
          </a:solidFill>
          <a:ln xmlns:a="http://schemas.openxmlformats.org/drawingml/2006/main" w="0">
            <a:noFill/>
          </a:ln>
        </p:spPr>
      </p:sp>
      <p:sp>
        <p:nvSpPr>
          <p:cNvPr id="48" name="v01 vector #f8f9f4">
            <a:extLst xmlns:a="http://schemas.openxmlformats.org/drawingml/2006/main">
              <a:ext uri="{FF2B5EF4-FFF2-40B4-BE49-F238E27FC236}">
                <a16:creationId xmlns:a16="http://schemas.microsoft.com/office/drawing/2014/main" id="{83DD6CF9-9360-47E8-BE7F-73AE4F2C5B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8250" y="2362200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104775" y="0"/>
                </a:moveTo>
                <a:lnTo>
                  <a:pt x="123825" y="0"/>
                </a:lnTo>
                <a:lnTo>
                  <a:pt x="123825" y="9525"/>
                </a:lnTo>
                <a:lnTo>
                  <a:pt x="104775" y="9525"/>
                </a:lnTo>
                <a:close/>
                <a:moveTo>
                  <a:pt x="647700" y="0"/>
                </a:moveTo>
                <a:lnTo>
                  <a:pt x="657225" y="0"/>
                </a:lnTo>
                <a:lnTo>
                  <a:pt x="657225" y="9525"/>
                </a:lnTo>
                <a:lnTo>
                  <a:pt x="647700" y="9525"/>
                </a:lnTo>
                <a:close/>
                <a:moveTo>
                  <a:pt x="742950" y="0"/>
                </a:moveTo>
                <a:lnTo>
                  <a:pt x="762000" y="0"/>
                </a:lnTo>
                <a:lnTo>
                  <a:pt x="762000" y="9525"/>
                </a:lnTo>
                <a:lnTo>
                  <a:pt x="742950" y="9525"/>
                </a:lnTo>
                <a:close/>
                <a:moveTo>
                  <a:pt x="1009650" y="0"/>
                </a:moveTo>
                <a:lnTo>
                  <a:pt x="1019175" y="0"/>
                </a:lnTo>
                <a:lnTo>
                  <a:pt x="1019175" y="9525"/>
                </a:lnTo>
                <a:lnTo>
                  <a:pt x="1009650" y="9525"/>
                </a:lnTo>
                <a:close/>
                <a:moveTo>
                  <a:pt x="1162050" y="0"/>
                </a:moveTo>
                <a:lnTo>
                  <a:pt x="1171575" y="0"/>
                </a:lnTo>
                <a:lnTo>
                  <a:pt x="1171575" y="9525"/>
                </a:lnTo>
                <a:lnTo>
                  <a:pt x="1162050" y="9525"/>
                </a:lnTo>
                <a:close/>
                <a:moveTo>
                  <a:pt x="247650" y="9525"/>
                </a:moveTo>
                <a:lnTo>
                  <a:pt x="257175" y="9525"/>
                </a:lnTo>
                <a:lnTo>
                  <a:pt x="257175" y="19050"/>
                </a:lnTo>
                <a:lnTo>
                  <a:pt x="247650" y="19050"/>
                </a:lnTo>
                <a:close/>
                <a:moveTo>
                  <a:pt x="638175" y="9525"/>
                </a:moveTo>
                <a:lnTo>
                  <a:pt x="647700" y="9525"/>
                </a:lnTo>
                <a:lnTo>
                  <a:pt x="647700" y="19050"/>
                </a:lnTo>
                <a:lnTo>
                  <a:pt x="676275" y="19050"/>
                </a:lnTo>
                <a:lnTo>
                  <a:pt x="676275" y="28575"/>
                </a:lnTo>
                <a:lnTo>
                  <a:pt x="628650" y="28575"/>
                </a:lnTo>
                <a:lnTo>
                  <a:pt x="628650" y="19050"/>
                </a:lnTo>
                <a:lnTo>
                  <a:pt x="638175" y="19050"/>
                </a:lnTo>
                <a:close/>
                <a:moveTo>
                  <a:pt x="923925" y="9525"/>
                </a:moveTo>
                <a:lnTo>
                  <a:pt x="962025" y="9525"/>
                </a:lnTo>
                <a:lnTo>
                  <a:pt x="962025" y="19050"/>
                </a:lnTo>
                <a:lnTo>
                  <a:pt x="923925" y="19050"/>
                </a:lnTo>
                <a:close/>
                <a:moveTo>
                  <a:pt x="180975" y="19050"/>
                </a:moveTo>
                <a:lnTo>
                  <a:pt x="247650" y="19050"/>
                </a:lnTo>
                <a:lnTo>
                  <a:pt x="247650" y="28575"/>
                </a:lnTo>
                <a:lnTo>
                  <a:pt x="180975" y="28575"/>
                </a:lnTo>
                <a:close/>
                <a:moveTo>
                  <a:pt x="257175" y="19050"/>
                </a:moveTo>
                <a:lnTo>
                  <a:pt x="276225" y="19050"/>
                </a:lnTo>
                <a:lnTo>
                  <a:pt x="276225" y="28575"/>
                </a:lnTo>
                <a:lnTo>
                  <a:pt x="257175" y="28575"/>
                </a:lnTo>
                <a:close/>
                <a:moveTo>
                  <a:pt x="342900" y="19050"/>
                </a:moveTo>
                <a:lnTo>
                  <a:pt x="371475" y="19050"/>
                </a:lnTo>
                <a:lnTo>
                  <a:pt x="371475" y="38100"/>
                </a:lnTo>
                <a:lnTo>
                  <a:pt x="361950" y="38100"/>
                </a:lnTo>
                <a:lnTo>
                  <a:pt x="361950" y="28575"/>
                </a:lnTo>
                <a:lnTo>
                  <a:pt x="342900" y="28575"/>
                </a:lnTo>
                <a:close/>
                <a:moveTo>
                  <a:pt x="390525" y="19050"/>
                </a:moveTo>
                <a:lnTo>
                  <a:pt x="400050" y="19050"/>
                </a:lnTo>
                <a:lnTo>
                  <a:pt x="400050" y="28575"/>
                </a:lnTo>
                <a:lnTo>
                  <a:pt x="390525" y="28575"/>
                </a:lnTo>
                <a:close/>
                <a:moveTo>
                  <a:pt x="438150" y="19050"/>
                </a:moveTo>
                <a:lnTo>
                  <a:pt x="457200" y="19050"/>
                </a:lnTo>
                <a:lnTo>
                  <a:pt x="457200" y="28575"/>
                </a:lnTo>
                <a:lnTo>
                  <a:pt x="438150" y="28575"/>
                </a:lnTo>
                <a:close/>
                <a:moveTo>
                  <a:pt x="466725" y="19050"/>
                </a:moveTo>
                <a:lnTo>
                  <a:pt x="581025" y="19050"/>
                </a:lnTo>
                <a:lnTo>
                  <a:pt x="581025" y="28575"/>
                </a:lnTo>
                <a:lnTo>
                  <a:pt x="571500" y="28575"/>
                </a:lnTo>
                <a:lnTo>
                  <a:pt x="571500" y="38100"/>
                </a:lnTo>
                <a:lnTo>
                  <a:pt x="523875" y="38100"/>
                </a:lnTo>
                <a:lnTo>
                  <a:pt x="523875" y="28575"/>
                </a:lnTo>
                <a:lnTo>
                  <a:pt x="466725" y="28575"/>
                </a:lnTo>
                <a:close/>
                <a:moveTo>
                  <a:pt x="685800" y="19050"/>
                </a:moveTo>
                <a:lnTo>
                  <a:pt x="695325" y="19050"/>
                </a:lnTo>
                <a:lnTo>
                  <a:pt x="695325" y="28575"/>
                </a:lnTo>
                <a:lnTo>
                  <a:pt x="685800" y="28575"/>
                </a:lnTo>
                <a:close/>
                <a:moveTo>
                  <a:pt x="704850" y="19050"/>
                </a:moveTo>
                <a:lnTo>
                  <a:pt x="723900" y="19050"/>
                </a:lnTo>
                <a:lnTo>
                  <a:pt x="723900" y="28575"/>
                </a:lnTo>
                <a:lnTo>
                  <a:pt x="704850" y="28575"/>
                </a:lnTo>
                <a:close/>
                <a:moveTo>
                  <a:pt x="800100" y="19050"/>
                </a:moveTo>
                <a:lnTo>
                  <a:pt x="819150" y="19050"/>
                </a:lnTo>
                <a:lnTo>
                  <a:pt x="819150" y="38100"/>
                </a:lnTo>
                <a:lnTo>
                  <a:pt x="809625" y="38100"/>
                </a:lnTo>
                <a:lnTo>
                  <a:pt x="809625" y="28575"/>
                </a:lnTo>
                <a:lnTo>
                  <a:pt x="800100" y="28575"/>
                </a:lnTo>
                <a:close/>
                <a:moveTo>
                  <a:pt x="828675" y="19050"/>
                </a:moveTo>
                <a:lnTo>
                  <a:pt x="838200" y="19050"/>
                </a:lnTo>
                <a:lnTo>
                  <a:pt x="838200" y="28575"/>
                </a:lnTo>
                <a:lnTo>
                  <a:pt x="828675" y="28575"/>
                </a:lnTo>
                <a:close/>
                <a:moveTo>
                  <a:pt x="847725" y="19050"/>
                </a:moveTo>
                <a:lnTo>
                  <a:pt x="876300" y="19050"/>
                </a:lnTo>
                <a:lnTo>
                  <a:pt x="876300" y="28575"/>
                </a:lnTo>
                <a:lnTo>
                  <a:pt x="847725" y="28575"/>
                </a:lnTo>
                <a:close/>
                <a:moveTo>
                  <a:pt x="885825" y="19050"/>
                </a:moveTo>
                <a:lnTo>
                  <a:pt x="923925" y="19050"/>
                </a:lnTo>
                <a:lnTo>
                  <a:pt x="923925" y="28575"/>
                </a:lnTo>
                <a:lnTo>
                  <a:pt x="952500" y="28575"/>
                </a:lnTo>
                <a:lnTo>
                  <a:pt x="952500" y="38100"/>
                </a:lnTo>
                <a:lnTo>
                  <a:pt x="904875" y="38100"/>
                </a:lnTo>
                <a:lnTo>
                  <a:pt x="904875" y="28575"/>
                </a:lnTo>
                <a:lnTo>
                  <a:pt x="885825" y="28575"/>
                </a:lnTo>
                <a:close/>
                <a:moveTo>
                  <a:pt x="1066800" y="19050"/>
                </a:moveTo>
                <a:lnTo>
                  <a:pt x="1076325" y="19050"/>
                </a:lnTo>
                <a:lnTo>
                  <a:pt x="1076325" y="28575"/>
                </a:lnTo>
                <a:lnTo>
                  <a:pt x="1066800" y="28575"/>
                </a:lnTo>
                <a:close/>
                <a:moveTo>
                  <a:pt x="1104900" y="19050"/>
                </a:moveTo>
                <a:lnTo>
                  <a:pt x="1114425" y="19050"/>
                </a:lnTo>
                <a:lnTo>
                  <a:pt x="1114425" y="28575"/>
                </a:lnTo>
                <a:lnTo>
                  <a:pt x="1104900" y="28575"/>
                </a:lnTo>
                <a:close/>
                <a:moveTo>
                  <a:pt x="133350" y="28575"/>
                </a:moveTo>
                <a:lnTo>
                  <a:pt x="161925" y="28575"/>
                </a:lnTo>
                <a:lnTo>
                  <a:pt x="161925" y="38100"/>
                </a:lnTo>
                <a:lnTo>
                  <a:pt x="133350" y="38100"/>
                </a:lnTo>
                <a:close/>
                <a:moveTo>
                  <a:pt x="171450" y="28575"/>
                </a:moveTo>
                <a:lnTo>
                  <a:pt x="180975" y="28575"/>
                </a:lnTo>
                <a:lnTo>
                  <a:pt x="180975" y="38100"/>
                </a:lnTo>
                <a:lnTo>
                  <a:pt x="171450" y="38100"/>
                </a:lnTo>
                <a:close/>
                <a:moveTo>
                  <a:pt x="1076325" y="28575"/>
                </a:moveTo>
                <a:lnTo>
                  <a:pt x="1085850" y="28575"/>
                </a:lnTo>
                <a:lnTo>
                  <a:pt x="1085850" y="47625"/>
                </a:lnTo>
                <a:lnTo>
                  <a:pt x="1066800" y="47625"/>
                </a:lnTo>
                <a:lnTo>
                  <a:pt x="1066800" y="38100"/>
                </a:lnTo>
                <a:lnTo>
                  <a:pt x="1076325" y="38100"/>
                </a:lnTo>
                <a:close/>
                <a:moveTo>
                  <a:pt x="123825" y="38100"/>
                </a:moveTo>
                <a:lnTo>
                  <a:pt x="133350" y="38100"/>
                </a:lnTo>
                <a:lnTo>
                  <a:pt x="133350" y="76200"/>
                </a:lnTo>
                <a:lnTo>
                  <a:pt x="123825" y="76200"/>
                </a:lnTo>
                <a:lnTo>
                  <a:pt x="123825" y="114300"/>
                </a:lnTo>
                <a:lnTo>
                  <a:pt x="104775" y="114300"/>
                </a:lnTo>
                <a:lnTo>
                  <a:pt x="104775" y="95250"/>
                </a:lnTo>
                <a:lnTo>
                  <a:pt x="114300" y="95250"/>
                </a:lnTo>
                <a:lnTo>
                  <a:pt x="114300" y="57150"/>
                </a:lnTo>
                <a:lnTo>
                  <a:pt x="123825" y="57150"/>
                </a:lnTo>
                <a:close/>
                <a:moveTo>
                  <a:pt x="0" y="47625"/>
                </a:moveTo>
                <a:lnTo>
                  <a:pt x="9525" y="47625"/>
                </a:lnTo>
                <a:lnTo>
                  <a:pt x="9525" y="57150"/>
                </a:lnTo>
                <a:lnTo>
                  <a:pt x="0" y="57150"/>
                </a:lnTo>
                <a:close/>
                <a:moveTo>
                  <a:pt x="28575" y="47625"/>
                </a:moveTo>
                <a:lnTo>
                  <a:pt x="47625" y="47625"/>
                </a:lnTo>
                <a:lnTo>
                  <a:pt x="47625" y="57150"/>
                </a:lnTo>
                <a:lnTo>
                  <a:pt x="57150" y="57150"/>
                </a:lnTo>
                <a:lnTo>
                  <a:pt x="57150" y="76200"/>
                </a:lnTo>
                <a:lnTo>
                  <a:pt x="38100" y="76200"/>
                </a:lnTo>
                <a:lnTo>
                  <a:pt x="38100" y="85725"/>
                </a:lnTo>
                <a:lnTo>
                  <a:pt x="9525" y="85725"/>
                </a:lnTo>
                <a:lnTo>
                  <a:pt x="9525" y="76200"/>
                </a:lnTo>
                <a:lnTo>
                  <a:pt x="19050" y="76200"/>
                </a:lnTo>
                <a:lnTo>
                  <a:pt x="19050" y="57150"/>
                </a:lnTo>
                <a:lnTo>
                  <a:pt x="28575" y="57150"/>
                </a:lnTo>
                <a:close/>
                <a:moveTo>
                  <a:pt x="1162050" y="76200"/>
                </a:moveTo>
                <a:lnTo>
                  <a:pt x="1171575" y="76200"/>
                </a:lnTo>
                <a:lnTo>
                  <a:pt x="1171575" y="85725"/>
                </a:lnTo>
                <a:lnTo>
                  <a:pt x="1162050" y="85725"/>
                </a:lnTo>
                <a:close/>
                <a:moveTo>
                  <a:pt x="1114425" y="104775"/>
                </a:moveTo>
                <a:lnTo>
                  <a:pt x="1123950" y="104775"/>
                </a:lnTo>
                <a:lnTo>
                  <a:pt x="1123950" y="114300"/>
                </a:lnTo>
                <a:lnTo>
                  <a:pt x="1114425" y="114300"/>
                </a:lnTo>
                <a:close/>
                <a:moveTo>
                  <a:pt x="57150" y="114300"/>
                </a:moveTo>
                <a:lnTo>
                  <a:pt x="66675" y="114300"/>
                </a:lnTo>
                <a:lnTo>
                  <a:pt x="66675" y="133350"/>
                </a:lnTo>
                <a:lnTo>
                  <a:pt x="57150" y="133350"/>
                </a:lnTo>
                <a:lnTo>
                  <a:pt x="57150" y="161925"/>
                </a:lnTo>
                <a:lnTo>
                  <a:pt x="47625" y="161925"/>
                </a:lnTo>
                <a:lnTo>
                  <a:pt x="47625" y="142875"/>
                </a:lnTo>
                <a:lnTo>
                  <a:pt x="28575" y="142875"/>
                </a:lnTo>
                <a:lnTo>
                  <a:pt x="28575" y="152400"/>
                </a:lnTo>
                <a:lnTo>
                  <a:pt x="19050" y="152400"/>
                </a:lnTo>
                <a:lnTo>
                  <a:pt x="19050" y="180975"/>
                </a:lnTo>
                <a:lnTo>
                  <a:pt x="28575" y="180975"/>
                </a:lnTo>
                <a:lnTo>
                  <a:pt x="28575" y="200025"/>
                </a:lnTo>
                <a:lnTo>
                  <a:pt x="19050" y="200025"/>
                </a:lnTo>
                <a:lnTo>
                  <a:pt x="19050" y="209550"/>
                </a:lnTo>
                <a:lnTo>
                  <a:pt x="0" y="209550"/>
                </a:lnTo>
                <a:lnTo>
                  <a:pt x="0" y="161925"/>
                </a:lnTo>
                <a:lnTo>
                  <a:pt x="9525" y="161925"/>
                </a:lnTo>
                <a:lnTo>
                  <a:pt x="9525" y="152400"/>
                </a:lnTo>
                <a:lnTo>
                  <a:pt x="0" y="152400"/>
                </a:lnTo>
                <a:lnTo>
                  <a:pt x="0" y="133350"/>
                </a:lnTo>
                <a:lnTo>
                  <a:pt x="28575" y="133350"/>
                </a:lnTo>
                <a:lnTo>
                  <a:pt x="28575" y="123825"/>
                </a:lnTo>
                <a:lnTo>
                  <a:pt x="57150" y="123825"/>
                </a:lnTo>
                <a:close/>
                <a:moveTo>
                  <a:pt x="1104900" y="114300"/>
                </a:moveTo>
                <a:lnTo>
                  <a:pt x="1114425" y="114300"/>
                </a:lnTo>
                <a:lnTo>
                  <a:pt x="1114425" y="123825"/>
                </a:lnTo>
                <a:lnTo>
                  <a:pt x="1123950" y="123825"/>
                </a:lnTo>
                <a:lnTo>
                  <a:pt x="1123950" y="180975"/>
                </a:lnTo>
                <a:lnTo>
                  <a:pt x="1114425" y="180975"/>
                </a:lnTo>
                <a:lnTo>
                  <a:pt x="1114425" y="190500"/>
                </a:lnTo>
                <a:lnTo>
                  <a:pt x="1104900" y="190500"/>
                </a:lnTo>
                <a:lnTo>
                  <a:pt x="1104900" y="161925"/>
                </a:lnTo>
                <a:lnTo>
                  <a:pt x="1085850" y="161925"/>
                </a:lnTo>
                <a:lnTo>
                  <a:pt x="1085850" y="152400"/>
                </a:lnTo>
                <a:lnTo>
                  <a:pt x="1095375" y="152400"/>
                </a:lnTo>
                <a:lnTo>
                  <a:pt x="1095375" y="142875"/>
                </a:lnTo>
                <a:lnTo>
                  <a:pt x="1104900" y="142875"/>
                </a:lnTo>
                <a:close/>
                <a:moveTo>
                  <a:pt x="66675" y="133350"/>
                </a:moveTo>
                <a:lnTo>
                  <a:pt x="76200" y="133350"/>
                </a:lnTo>
                <a:lnTo>
                  <a:pt x="76200" y="142875"/>
                </a:lnTo>
                <a:lnTo>
                  <a:pt x="66675" y="142875"/>
                </a:lnTo>
                <a:close/>
                <a:moveTo>
                  <a:pt x="114300" y="133350"/>
                </a:moveTo>
                <a:lnTo>
                  <a:pt x="123825" y="133350"/>
                </a:lnTo>
                <a:lnTo>
                  <a:pt x="123825" y="142875"/>
                </a:lnTo>
                <a:lnTo>
                  <a:pt x="114300" y="142875"/>
                </a:lnTo>
                <a:close/>
                <a:moveTo>
                  <a:pt x="1162050" y="133350"/>
                </a:moveTo>
                <a:lnTo>
                  <a:pt x="1171575" y="133350"/>
                </a:lnTo>
                <a:lnTo>
                  <a:pt x="1171575" y="142875"/>
                </a:lnTo>
                <a:lnTo>
                  <a:pt x="1181100" y="142875"/>
                </a:lnTo>
                <a:lnTo>
                  <a:pt x="1181100" y="161925"/>
                </a:lnTo>
                <a:lnTo>
                  <a:pt x="1200150" y="161925"/>
                </a:lnTo>
                <a:lnTo>
                  <a:pt x="1200150" y="190500"/>
                </a:lnTo>
                <a:lnTo>
                  <a:pt x="1190625" y="190500"/>
                </a:lnTo>
                <a:lnTo>
                  <a:pt x="1190625" y="180975"/>
                </a:lnTo>
                <a:lnTo>
                  <a:pt x="1181100" y="180975"/>
                </a:lnTo>
                <a:lnTo>
                  <a:pt x="1181100" y="171450"/>
                </a:lnTo>
                <a:lnTo>
                  <a:pt x="1171575" y="171450"/>
                </a:lnTo>
                <a:lnTo>
                  <a:pt x="1171575" y="152400"/>
                </a:lnTo>
                <a:lnTo>
                  <a:pt x="1162050" y="152400"/>
                </a:lnTo>
                <a:close/>
                <a:moveTo>
                  <a:pt x="104775" y="152400"/>
                </a:moveTo>
                <a:lnTo>
                  <a:pt x="114300" y="152400"/>
                </a:lnTo>
                <a:lnTo>
                  <a:pt x="114300" y="200025"/>
                </a:lnTo>
                <a:lnTo>
                  <a:pt x="104775" y="200025"/>
                </a:lnTo>
                <a:lnTo>
                  <a:pt x="104775" y="209550"/>
                </a:lnTo>
                <a:lnTo>
                  <a:pt x="95250" y="209550"/>
                </a:lnTo>
                <a:lnTo>
                  <a:pt x="95250" y="180975"/>
                </a:lnTo>
                <a:lnTo>
                  <a:pt x="104775" y="180975"/>
                </a:lnTo>
                <a:lnTo>
                  <a:pt x="104775" y="171450"/>
                </a:lnTo>
                <a:lnTo>
                  <a:pt x="95250" y="171450"/>
                </a:lnTo>
                <a:lnTo>
                  <a:pt x="95250" y="161925"/>
                </a:lnTo>
                <a:lnTo>
                  <a:pt x="104775" y="161925"/>
                </a:lnTo>
                <a:close/>
                <a:moveTo>
                  <a:pt x="676275" y="161925"/>
                </a:moveTo>
                <a:lnTo>
                  <a:pt x="685800" y="161925"/>
                </a:lnTo>
                <a:lnTo>
                  <a:pt x="685800" y="171450"/>
                </a:lnTo>
                <a:lnTo>
                  <a:pt x="676275" y="171450"/>
                </a:lnTo>
                <a:close/>
                <a:moveTo>
                  <a:pt x="381000" y="171450"/>
                </a:moveTo>
                <a:lnTo>
                  <a:pt x="390525" y="171450"/>
                </a:lnTo>
                <a:lnTo>
                  <a:pt x="390525" y="180975"/>
                </a:lnTo>
                <a:lnTo>
                  <a:pt x="381000" y="180975"/>
                </a:lnTo>
                <a:close/>
                <a:moveTo>
                  <a:pt x="666750" y="171450"/>
                </a:moveTo>
                <a:lnTo>
                  <a:pt x="676275" y="171450"/>
                </a:lnTo>
                <a:lnTo>
                  <a:pt x="676275" y="180975"/>
                </a:lnTo>
                <a:lnTo>
                  <a:pt x="666750" y="180975"/>
                </a:lnTo>
                <a:close/>
                <a:moveTo>
                  <a:pt x="885825" y="171450"/>
                </a:moveTo>
                <a:lnTo>
                  <a:pt x="914400" y="171450"/>
                </a:lnTo>
                <a:lnTo>
                  <a:pt x="914400" y="209550"/>
                </a:lnTo>
                <a:lnTo>
                  <a:pt x="904875" y="209550"/>
                </a:lnTo>
                <a:lnTo>
                  <a:pt x="904875" y="200025"/>
                </a:lnTo>
                <a:lnTo>
                  <a:pt x="895350" y="200025"/>
                </a:lnTo>
                <a:lnTo>
                  <a:pt x="895350" y="190500"/>
                </a:lnTo>
                <a:lnTo>
                  <a:pt x="885825" y="190500"/>
                </a:lnTo>
                <a:lnTo>
                  <a:pt x="885825" y="200025"/>
                </a:lnTo>
                <a:lnTo>
                  <a:pt x="876300" y="200025"/>
                </a:lnTo>
                <a:lnTo>
                  <a:pt x="876300" y="180975"/>
                </a:lnTo>
                <a:lnTo>
                  <a:pt x="885825" y="180975"/>
                </a:lnTo>
                <a:close/>
                <a:moveTo>
                  <a:pt x="676275" y="180975"/>
                </a:moveTo>
                <a:lnTo>
                  <a:pt x="695325" y="180975"/>
                </a:lnTo>
                <a:lnTo>
                  <a:pt x="695325" y="190500"/>
                </a:lnTo>
                <a:lnTo>
                  <a:pt x="704850" y="190500"/>
                </a:lnTo>
                <a:lnTo>
                  <a:pt x="704850" y="200025"/>
                </a:lnTo>
                <a:lnTo>
                  <a:pt x="685800" y="200025"/>
                </a:lnTo>
                <a:lnTo>
                  <a:pt x="685800" y="190500"/>
                </a:lnTo>
                <a:lnTo>
                  <a:pt x="676275" y="190500"/>
                </a:lnTo>
                <a:close/>
                <a:moveTo>
                  <a:pt x="47625" y="200025"/>
                </a:moveTo>
                <a:lnTo>
                  <a:pt x="57150" y="200025"/>
                </a:lnTo>
                <a:lnTo>
                  <a:pt x="57150" y="209550"/>
                </a:lnTo>
                <a:lnTo>
                  <a:pt x="47625" y="209550"/>
                </a:lnTo>
                <a:close/>
                <a:moveTo>
                  <a:pt x="1095375" y="209550"/>
                </a:moveTo>
                <a:lnTo>
                  <a:pt x="1104900" y="209550"/>
                </a:lnTo>
                <a:lnTo>
                  <a:pt x="1104900" y="219075"/>
                </a:lnTo>
                <a:lnTo>
                  <a:pt x="1114425" y="219075"/>
                </a:lnTo>
                <a:lnTo>
                  <a:pt x="1114425" y="228600"/>
                </a:lnTo>
                <a:lnTo>
                  <a:pt x="1085850" y="228600"/>
                </a:lnTo>
                <a:lnTo>
                  <a:pt x="1085850" y="219075"/>
                </a:lnTo>
                <a:lnTo>
                  <a:pt x="1095375" y="219075"/>
                </a:lnTo>
                <a:close/>
                <a:moveTo>
                  <a:pt x="1143000" y="209550"/>
                </a:moveTo>
                <a:lnTo>
                  <a:pt x="1152525" y="209550"/>
                </a:lnTo>
                <a:lnTo>
                  <a:pt x="1152525" y="219075"/>
                </a:lnTo>
                <a:lnTo>
                  <a:pt x="1143000" y="219075"/>
                </a:lnTo>
                <a:close/>
                <a:moveTo>
                  <a:pt x="1200150" y="209550"/>
                </a:moveTo>
                <a:lnTo>
                  <a:pt x="1209675" y="209550"/>
                </a:lnTo>
                <a:lnTo>
                  <a:pt x="1209675" y="247650"/>
                </a:lnTo>
                <a:lnTo>
                  <a:pt x="1200150" y="247650"/>
                </a:lnTo>
                <a:lnTo>
                  <a:pt x="1200150" y="228600"/>
                </a:lnTo>
                <a:lnTo>
                  <a:pt x="1181100" y="228600"/>
                </a:lnTo>
                <a:lnTo>
                  <a:pt x="1181100" y="219075"/>
                </a:lnTo>
                <a:lnTo>
                  <a:pt x="1200150" y="219075"/>
                </a:lnTo>
                <a:close/>
                <a:moveTo>
                  <a:pt x="57150" y="219075"/>
                </a:moveTo>
                <a:lnTo>
                  <a:pt x="76200" y="219075"/>
                </a:lnTo>
                <a:lnTo>
                  <a:pt x="76200" y="247650"/>
                </a:lnTo>
                <a:lnTo>
                  <a:pt x="57150" y="247650"/>
                </a:lnTo>
                <a:lnTo>
                  <a:pt x="57150" y="238125"/>
                </a:lnTo>
                <a:lnTo>
                  <a:pt x="66675" y="238125"/>
                </a:lnTo>
                <a:lnTo>
                  <a:pt x="66675" y="228600"/>
                </a:lnTo>
                <a:lnTo>
                  <a:pt x="57150" y="228600"/>
                </a:lnTo>
                <a:close/>
                <a:moveTo>
                  <a:pt x="19050" y="247650"/>
                </a:moveTo>
                <a:lnTo>
                  <a:pt x="47625" y="247650"/>
                </a:lnTo>
                <a:lnTo>
                  <a:pt x="47625" y="266700"/>
                </a:lnTo>
                <a:lnTo>
                  <a:pt x="38100" y="266700"/>
                </a:lnTo>
                <a:lnTo>
                  <a:pt x="38100" y="276225"/>
                </a:lnTo>
                <a:lnTo>
                  <a:pt x="19050" y="276225"/>
                </a:lnTo>
                <a:close/>
                <a:moveTo>
                  <a:pt x="952500" y="247650"/>
                </a:moveTo>
                <a:lnTo>
                  <a:pt x="962025" y="247650"/>
                </a:lnTo>
                <a:lnTo>
                  <a:pt x="962025" y="257175"/>
                </a:lnTo>
                <a:lnTo>
                  <a:pt x="952500" y="257175"/>
                </a:lnTo>
                <a:close/>
                <a:moveTo>
                  <a:pt x="990600" y="247650"/>
                </a:moveTo>
                <a:lnTo>
                  <a:pt x="1009650" y="247650"/>
                </a:lnTo>
                <a:lnTo>
                  <a:pt x="1009650" y="257175"/>
                </a:lnTo>
                <a:lnTo>
                  <a:pt x="1000125" y="257175"/>
                </a:lnTo>
                <a:lnTo>
                  <a:pt x="1000125" y="266700"/>
                </a:lnTo>
                <a:lnTo>
                  <a:pt x="990600" y="266700"/>
                </a:lnTo>
                <a:close/>
                <a:moveTo>
                  <a:pt x="1038225" y="247650"/>
                </a:moveTo>
                <a:lnTo>
                  <a:pt x="1047750" y="247650"/>
                </a:lnTo>
                <a:lnTo>
                  <a:pt x="1047750" y="266700"/>
                </a:lnTo>
                <a:lnTo>
                  <a:pt x="1028700" y="266700"/>
                </a:lnTo>
                <a:lnTo>
                  <a:pt x="1028700" y="257175"/>
                </a:lnTo>
                <a:lnTo>
                  <a:pt x="1038225" y="257175"/>
                </a:lnTo>
                <a:close/>
                <a:moveTo>
                  <a:pt x="1133475" y="247650"/>
                </a:moveTo>
                <a:lnTo>
                  <a:pt x="1143000" y="247650"/>
                </a:lnTo>
                <a:lnTo>
                  <a:pt x="1143000" y="257175"/>
                </a:lnTo>
                <a:lnTo>
                  <a:pt x="1133475" y="257175"/>
                </a:lnTo>
                <a:close/>
                <a:moveTo>
                  <a:pt x="1009650" y="257175"/>
                </a:moveTo>
                <a:lnTo>
                  <a:pt x="1019175" y="257175"/>
                </a:lnTo>
                <a:lnTo>
                  <a:pt x="1019175" y="266700"/>
                </a:lnTo>
                <a:lnTo>
                  <a:pt x="1009650" y="266700"/>
                </a:lnTo>
                <a:close/>
                <a:moveTo>
                  <a:pt x="1085850" y="257175"/>
                </a:moveTo>
                <a:lnTo>
                  <a:pt x="1095375" y="257175"/>
                </a:lnTo>
                <a:lnTo>
                  <a:pt x="1095375" y="266700"/>
                </a:lnTo>
                <a:lnTo>
                  <a:pt x="1085850" y="266700"/>
                </a:lnTo>
                <a:close/>
                <a:moveTo>
                  <a:pt x="1104900" y="257175"/>
                </a:moveTo>
                <a:lnTo>
                  <a:pt x="1114425" y="257175"/>
                </a:lnTo>
                <a:lnTo>
                  <a:pt x="1114425" y="266700"/>
                </a:lnTo>
                <a:lnTo>
                  <a:pt x="1104900" y="266700"/>
                </a:lnTo>
                <a:close/>
                <a:moveTo>
                  <a:pt x="1143000" y="257175"/>
                </a:moveTo>
                <a:lnTo>
                  <a:pt x="1162050" y="257175"/>
                </a:lnTo>
                <a:lnTo>
                  <a:pt x="1162050" y="266700"/>
                </a:lnTo>
                <a:lnTo>
                  <a:pt x="1143000" y="266700"/>
                </a:lnTo>
                <a:close/>
                <a:moveTo>
                  <a:pt x="1171575" y="257175"/>
                </a:moveTo>
                <a:lnTo>
                  <a:pt x="1190625" y="257175"/>
                </a:lnTo>
                <a:lnTo>
                  <a:pt x="1190625" y="266700"/>
                </a:lnTo>
                <a:lnTo>
                  <a:pt x="1200150" y="266700"/>
                </a:lnTo>
                <a:lnTo>
                  <a:pt x="1200150" y="285750"/>
                </a:lnTo>
                <a:lnTo>
                  <a:pt x="1209675" y="285750"/>
                </a:lnTo>
                <a:lnTo>
                  <a:pt x="1209675" y="295275"/>
                </a:lnTo>
                <a:lnTo>
                  <a:pt x="1200150" y="295275"/>
                </a:lnTo>
                <a:lnTo>
                  <a:pt x="1200150" y="304800"/>
                </a:lnTo>
                <a:lnTo>
                  <a:pt x="1190625" y="304800"/>
                </a:lnTo>
                <a:lnTo>
                  <a:pt x="1190625" y="295275"/>
                </a:lnTo>
                <a:lnTo>
                  <a:pt x="1162050" y="295275"/>
                </a:lnTo>
                <a:lnTo>
                  <a:pt x="1162050" y="285750"/>
                </a:lnTo>
                <a:lnTo>
                  <a:pt x="1181100" y="285750"/>
                </a:lnTo>
                <a:lnTo>
                  <a:pt x="1181100" y="276225"/>
                </a:lnTo>
                <a:lnTo>
                  <a:pt x="1171575" y="276225"/>
                </a:lnTo>
                <a:close/>
                <a:moveTo>
                  <a:pt x="66675" y="285750"/>
                </a:moveTo>
                <a:lnTo>
                  <a:pt x="76200" y="285750"/>
                </a:lnTo>
                <a:lnTo>
                  <a:pt x="76200" y="304800"/>
                </a:lnTo>
                <a:lnTo>
                  <a:pt x="85725" y="304800"/>
                </a:lnTo>
                <a:lnTo>
                  <a:pt x="85725" y="314325"/>
                </a:lnTo>
                <a:lnTo>
                  <a:pt x="76200" y="314325"/>
                </a:lnTo>
                <a:lnTo>
                  <a:pt x="76200" y="323850"/>
                </a:lnTo>
                <a:lnTo>
                  <a:pt x="66675" y="323850"/>
                </a:lnTo>
                <a:close/>
                <a:moveTo>
                  <a:pt x="685800" y="285750"/>
                </a:moveTo>
                <a:lnTo>
                  <a:pt x="695325" y="285750"/>
                </a:lnTo>
                <a:lnTo>
                  <a:pt x="695325" y="295275"/>
                </a:lnTo>
                <a:lnTo>
                  <a:pt x="685800" y="295275"/>
                </a:lnTo>
                <a:close/>
                <a:moveTo>
                  <a:pt x="0" y="295275"/>
                </a:moveTo>
                <a:lnTo>
                  <a:pt x="9525" y="295275"/>
                </a:lnTo>
                <a:lnTo>
                  <a:pt x="9525" y="304800"/>
                </a:lnTo>
                <a:lnTo>
                  <a:pt x="19050" y="304800"/>
                </a:lnTo>
                <a:lnTo>
                  <a:pt x="19050" y="314325"/>
                </a:lnTo>
                <a:lnTo>
                  <a:pt x="0" y="314325"/>
                </a:lnTo>
                <a:close/>
                <a:moveTo>
                  <a:pt x="647700" y="295275"/>
                </a:moveTo>
                <a:lnTo>
                  <a:pt x="657225" y="295275"/>
                </a:lnTo>
                <a:lnTo>
                  <a:pt x="657225" y="304800"/>
                </a:lnTo>
                <a:lnTo>
                  <a:pt x="647700" y="304800"/>
                </a:lnTo>
                <a:close/>
                <a:moveTo>
                  <a:pt x="638175" y="304800"/>
                </a:moveTo>
                <a:lnTo>
                  <a:pt x="647700" y="304800"/>
                </a:lnTo>
                <a:lnTo>
                  <a:pt x="647700" y="314325"/>
                </a:lnTo>
                <a:lnTo>
                  <a:pt x="657225" y="314325"/>
                </a:lnTo>
                <a:lnTo>
                  <a:pt x="657225" y="323850"/>
                </a:lnTo>
                <a:lnTo>
                  <a:pt x="647700" y="323850"/>
                </a:lnTo>
                <a:lnTo>
                  <a:pt x="647700" y="333375"/>
                </a:lnTo>
                <a:lnTo>
                  <a:pt x="638175" y="333375"/>
                </a:lnTo>
                <a:close/>
                <a:moveTo>
                  <a:pt x="1085850" y="304800"/>
                </a:moveTo>
                <a:lnTo>
                  <a:pt x="1123950" y="304800"/>
                </a:lnTo>
                <a:lnTo>
                  <a:pt x="1123950" y="314325"/>
                </a:lnTo>
                <a:lnTo>
                  <a:pt x="1114425" y="314325"/>
                </a:lnTo>
                <a:lnTo>
                  <a:pt x="1114425" y="323850"/>
                </a:lnTo>
                <a:lnTo>
                  <a:pt x="1104900" y="323850"/>
                </a:lnTo>
                <a:lnTo>
                  <a:pt x="1104900" y="314325"/>
                </a:lnTo>
                <a:lnTo>
                  <a:pt x="1095375" y="314325"/>
                </a:lnTo>
                <a:lnTo>
                  <a:pt x="1095375" y="323850"/>
                </a:lnTo>
                <a:lnTo>
                  <a:pt x="1085850" y="323850"/>
                </a:lnTo>
                <a:close/>
                <a:moveTo>
                  <a:pt x="47625" y="314325"/>
                </a:moveTo>
                <a:lnTo>
                  <a:pt x="57150" y="314325"/>
                </a:lnTo>
                <a:lnTo>
                  <a:pt x="57150" y="323850"/>
                </a:lnTo>
                <a:lnTo>
                  <a:pt x="47625" y="323850"/>
                </a:lnTo>
                <a:close/>
                <a:moveTo>
                  <a:pt x="1171575" y="323850"/>
                </a:moveTo>
                <a:lnTo>
                  <a:pt x="1181100" y="323850"/>
                </a:lnTo>
                <a:lnTo>
                  <a:pt x="1181100" y="333375"/>
                </a:lnTo>
                <a:lnTo>
                  <a:pt x="1171575" y="333375"/>
                </a:lnTo>
                <a:close/>
                <a:moveTo>
                  <a:pt x="47625" y="333375"/>
                </a:moveTo>
                <a:lnTo>
                  <a:pt x="66675" y="333375"/>
                </a:lnTo>
                <a:lnTo>
                  <a:pt x="66675" y="342900"/>
                </a:lnTo>
                <a:lnTo>
                  <a:pt x="57150" y="342900"/>
                </a:lnTo>
                <a:lnTo>
                  <a:pt x="57150" y="352425"/>
                </a:lnTo>
                <a:lnTo>
                  <a:pt x="47625" y="352425"/>
                </a:lnTo>
                <a:lnTo>
                  <a:pt x="47625" y="371475"/>
                </a:lnTo>
                <a:lnTo>
                  <a:pt x="28575" y="371475"/>
                </a:lnTo>
                <a:lnTo>
                  <a:pt x="28575" y="390525"/>
                </a:lnTo>
                <a:lnTo>
                  <a:pt x="0" y="390525"/>
                </a:lnTo>
                <a:lnTo>
                  <a:pt x="0" y="381000"/>
                </a:lnTo>
                <a:lnTo>
                  <a:pt x="9525" y="381000"/>
                </a:lnTo>
                <a:lnTo>
                  <a:pt x="9525" y="371475"/>
                </a:lnTo>
                <a:lnTo>
                  <a:pt x="19050" y="371475"/>
                </a:lnTo>
                <a:lnTo>
                  <a:pt x="19050" y="361950"/>
                </a:lnTo>
                <a:lnTo>
                  <a:pt x="38100" y="361950"/>
                </a:lnTo>
                <a:lnTo>
                  <a:pt x="38100" y="342900"/>
                </a:lnTo>
                <a:lnTo>
                  <a:pt x="47625" y="342900"/>
                </a:lnTo>
                <a:close/>
                <a:moveTo>
                  <a:pt x="904875" y="333375"/>
                </a:moveTo>
                <a:lnTo>
                  <a:pt x="923925" y="333375"/>
                </a:lnTo>
                <a:lnTo>
                  <a:pt x="923925" y="342900"/>
                </a:lnTo>
                <a:lnTo>
                  <a:pt x="914400" y="342900"/>
                </a:lnTo>
                <a:lnTo>
                  <a:pt x="914400" y="352425"/>
                </a:lnTo>
                <a:lnTo>
                  <a:pt x="904875" y="352425"/>
                </a:lnTo>
                <a:close/>
                <a:moveTo>
                  <a:pt x="1162050" y="333375"/>
                </a:moveTo>
                <a:lnTo>
                  <a:pt x="1171575" y="333375"/>
                </a:lnTo>
                <a:lnTo>
                  <a:pt x="1171575" y="342900"/>
                </a:lnTo>
                <a:lnTo>
                  <a:pt x="1162050" y="342900"/>
                </a:lnTo>
                <a:close/>
                <a:moveTo>
                  <a:pt x="190500" y="342900"/>
                </a:moveTo>
                <a:lnTo>
                  <a:pt x="200025" y="342900"/>
                </a:lnTo>
                <a:lnTo>
                  <a:pt x="200025" y="352425"/>
                </a:lnTo>
                <a:lnTo>
                  <a:pt x="190500" y="352425"/>
                </a:lnTo>
                <a:close/>
                <a:moveTo>
                  <a:pt x="952500" y="342900"/>
                </a:moveTo>
                <a:lnTo>
                  <a:pt x="962025" y="342900"/>
                </a:lnTo>
                <a:lnTo>
                  <a:pt x="962025" y="361950"/>
                </a:lnTo>
                <a:lnTo>
                  <a:pt x="952500" y="361950"/>
                </a:lnTo>
                <a:close/>
                <a:moveTo>
                  <a:pt x="1152525" y="342900"/>
                </a:moveTo>
                <a:lnTo>
                  <a:pt x="1162050" y="342900"/>
                </a:lnTo>
                <a:lnTo>
                  <a:pt x="1162050" y="352425"/>
                </a:lnTo>
                <a:lnTo>
                  <a:pt x="1152525" y="352425"/>
                </a:lnTo>
                <a:close/>
                <a:moveTo>
                  <a:pt x="57150" y="352425"/>
                </a:moveTo>
                <a:lnTo>
                  <a:pt x="66675" y="352425"/>
                </a:lnTo>
                <a:lnTo>
                  <a:pt x="66675" y="361950"/>
                </a:lnTo>
                <a:lnTo>
                  <a:pt x="57150" y="361950"/>
                </a:lnTo>
                <a:close/>
                <a:moveTo>
                  <a:pt x="1143000" y="352425"/>
                </a:moveTo>
                <a:lnTo>
                  <a:pt x="1152525" y="352425"/>
                </a:lnTo>
                <a:lnTo>
                  <a:pt x="1152525" y="381000"/>
                </a:lnTo>
                <a:lnTo>
                  <a:pt x="1162050" y="381000"/>
                </a:lnTo>
                <a:lnTo>
                  <a:pt x="1162050" y="390525"/>
                </a:lnTo>
                <a:lnTo>
                  <a:pt x="1181100" y="390525"/>
                </a:lnTo>
                <a:lnTo>
                  <a:pt x="1181100" y="381000"/>
                </a:lnTo>
                <a:lnTo>
                  <a:pt x="1190625" y="381000"/>
                </a:lnTo>
                <a:lnTo>
                  <a:pt x="1190625" y="390525"/>
                </a:lnTo>
                <a:lnTo>
                  <a:pt x="1181100" y="390525"/>
                </a:lnTo>
                <a:lnTo>
                  <a:pt x="1181100" y="409575"/>
                </a:lnTo>
                <a:lnTo>
                  <a:pt x="1143000" y="409575"/>
                </a:lnTo>
                <a:lnTo>
                  <a:pt x="1143000" y="390525"/>
                </a:lnTo>
                <a:lnTo>
                  <a:pt x="1133475" y="390525"/>
                </a:lnTo>
                <a:lnTo>
                  <a:pt x="1133475" y="381000"/>
                </a:lnTo>
                <a:lnTo>
                  <a:pt x="1123950" y="381000"/>
                </a:lnTo>
                <a:lnTo>
                  <a:pt x="1123950" y="361950"/>
                </a:lnTo>
                <a:lnTo>
                  <a:pt x="1143000" y="361950"/>
                </a:lnTo>
                <a:close/>
                <a:moveTo>
                  <a:pt x="57150" y="371475"/>
                </a:moveTo>
                <a:lnTo>
                  <a:pt x="76200" y="371475"/>
                </a:lnTo>
                <a:lnTo>
                  <a:pt x="76200" y="428625"/>
                </a:lnTo>
                <a:lnTo>
                  <a:pt x="66675" y="428625"/>
                </a:lnTo>
                <a:lnTo>
                  <a:pt x="66675" y="409575"/>
                </a:lnTo>
                <a:lnTo>
                  <a:pt x="47625" y="409575"/>
                </a:lnTo>
                <a:lnTo>
                  <a:pt x="47625" y="390525"/>
                </a:lnTo>
                <a:lnTo>
                  <a:pt x="57150" y="390525"/>
                </a:lnTo>
                <a:close/>
                <a:moveTo>
                  <a:pt x="1133475" y="381000"/>
                </a:moveTo>
                <a:lnTo>
                  <a:pt x="1143000" y="381000"/>
                </a:lnTo>
                <a:lnTo>
                  <a:pt x="1143000" y="371475"/>
                </a:lnTo>
                <a:lnTo>
                  <a:pt x="1133475" y="371475"/>
                </a:lnTo>
                <a:close/>
                <a:moveTo>
                  <a:pt x="190500" y="390525"/>
                </a:moveTo>
                <a:lnTo>
                  <a:pt x="209550" y="390525"/>
                </a:lnTo>
                <a:lnTo>
                  <a:pt x="209550" y="409575"/>
                </a:lnTo>
                <a:lnTo>
                  <a:pt x="219075" y="409575"/>
                </a:lnTo>
                <a:lnTo>
                  <a:pt x="219075" y="419100"/>
                </a:lnTo>
                <a:lnTo>
                  <a:pt x="209550" y="419100"/>
                </a:lnTo>
                <a:lnTo>
                  <a:pt x="209550" y="428625"/>
                </a:lnTo>
                <a:lnTo>
                  <a:pt x="190500" y="428625"/>
                </a:lnTo>
                <a:lnTo>
                  <a:pt x="190500" y="438150"/>
                </a:lnTo>
                <a:lnTo>
                  <a:pt x="180975" y="438150"/>
                </a:lnTo>
                <a:lnTo>
                  <a:pt x="180975" y="428625"/>
                </a:lnTo>
                <a:lnTo>
                  <a:pt x="171450" y="428625"/>
                </a:lnTo>
                <a:lnTo>
                  <a:pt x="171450" y="400050"/>
                </a:lnTo>
                <a:lnTo>
                  <a:pt x="180975" y="400050"/>
                </a:lnTo>
                <a:lnTo>
                  <a:pt x="180975" y="409575"/>
                </a:lnTo>
                <a:lnTo>
                  <a:pt x="190500" y="409575"/>
                </a:lnTo>
                <a:close/>
                <a:moveTo>
                  <a:pt x="247650" y="390525"/>
                </a:moveTo>
                <a:lnTo>
                  <a:pt x="285750" y="390525"/>
                </a:lnTo>
                <a:lnTo>
                  <a:pt x="285750" y="409575"/>
                </a:lnTo>
                <a:lnTo>
                  <a:pt x="276225" y="409575"/>
                </a:lnTo>
                <a:lnTo>
                  <a:pt x="276225" y="419100"/>
                </a:lnTo>
                <a:lnTo>
                  <a:pt x="257175" y="419100"/>
                </a:lnTo>
                <a:lnTo>
                  <a:pt x="257175" y="428625"/>
                </a:lnTo>
                <a:lnTo>
                  <a:pt x="276225" y="428625"/>
                </a:lnTo>
                <a:lnTo>
                  <a:pt x="276225" y="438150"/>
                </a:lnTo>
                <a:lnTo>
                  <a:pt x="247650" y="438150"/>
                </a:lnTo>
                <a:close/>
                <a:moveTo>
                  <a:pt x="295275" y="390525"/>
                </a:moveTo>
                <a:lnTo>
                  <a:pt x="304800" y="390525"/>
                </a:lnTo>
                <a:lnTo>
                  <a:pt x="304800" y="400050"/>
                </a:lnTo>
                <a:lnTo>
                  <a:pt x="295275" y="400050"/>
                </a:lnTo>
                <a:close/>
                <a:moveTo>
                  <a:pt x="314325" y="390525"/>
                </a:moveTo>
                <a:lnTo>
                  <a:pt x="323850" y="390525"/>
                </a:lnTo>
                <a:lnTo>
                  <a:pt x="323850" y="400050"/>
                </a:lnTo>
                <a:lnTo>
                  <a:pt x="314325" y="400050"/>
                </a:lnTo>
                <a:close/>
                <a:moveTo>
                  <a:pt x="333375" y="390525"/>
                </a:moveTo>
                <a:lnTo>
                  <a:pt x="361950" y="390525"/>
                </a:lnTo>
                <a:lnTo>
                  <a:pt x="361950" y="400050"/>
                </a:lnTo>
                <a:lnTo>
                  <a:pt x="390525" y="400050"/>
                </a:lnTo>
                <a:lnTo>
                  <a:pt x="390525" y="409575"/>
                </a:lnTo>
                <a:lnTo>
                  <a:pt x="342900" y="409575"/>
                </a:lnTo>
                <a:lnTo>
                  <a:pt x="342900" y="400050"/>
                </a:lnTo>
                <a:lnTo>
                  <a:pt x="333375" y="400050"/>
                </a:lnTo>
                <a:close/>
                <a:moveTo>
                  <a:pt x="600075" y="390525"/>
                </a:moveTo>
                <a:lnTo>
                  <a:pt x="609600" y="390525"/>
                </a:lnTo>
                <a:lnTo>
                  <a:pt x="609600" y="400050"/>
                </a:lnTo>
                <a:lnTo>
                  <a:pt x="600075" y="400050"/>
                </a:lnTo>
                <a:close/>
                <a:moveTo>
                  <a:pt x="104775" y="400050"/>
                </a:moveTo>
                <a:lnTo>
                  <a:pt x="114300" y="400050"/>
                </a:lnTo>
                <a:lnTo>
                  <a:pt x="114300" y="419100"/>
                </a:lnTo>
                <a:lnTo>
                  <a:pt x="104775" y="419100"/>
                </a:lnTo>
                <a:close/>
                <a:moveTo>
                  <a:pt x="0" y="409575"/>
                </a:moveTo>
                <a:lnTo>
                  <a:pt x="9525" y="409575"/>
                </a:lnTo>
                <a:lnTo>
                  <a:pt x="9525" y="419100"/>
                </a:lnTo>
                <a:lnTo>
                  <a:pt x="0" y="419100"/>
                </a:lnTo>
                <a:close/>
                <a:moveTo>
                  <a:pt x="314325" y="409575"/>
                </a:moveTo>
                <a:lnTo>
                  <a:pt x="323850" y="409575"/>
                </a:lnTo>
                <a:lnTo>
                  <a:pt x="323850" y="419100"/>
                </a:lnTo>
                <a:lnTo>
                  <a:pt x="314325" y="419100"/>
                </a:lnTo>
                <a:close/>
                <a:moveTo>
                  <a:pt x="9525" y="419100"/>
                </a:moveTo>
                <a:lnTo>
                  <a:pt x="19050" y="419100"/>
                </a:lnTo>
                <a:lnTo>
                  <a:pt x="19050" y="428625"/>
                </a:lnTo>
                <a:lnTo>
                  <a:pt x="38100" y="428625"/>
                </a:lnTo>
                <a:lnTo>
                  <a:pt x="38100" y="438150"/>
                </a:lnTo>
                <a:lnTo>
                  <a:pt x="47625" y="438150"/>
                </a:lnTo>
                <a:lnTo>
                  <a:pt x="47625" y="447675"/>
                </a:lnTo>
                <a:lnTo>
                  <a:pt x="57150" y="447675"/>
                </a:lnTo>
                <a:lnTo>
                  <a:pt x="57150" y="466725"/>
                </a:lnTo>
                <a:lnTo>
                  <a:pt x="47625" y="466725"/>
                </a:lnTo>
                <a:lnTo>
                  <a:pt x="47625" y="457200"/>
                </a:lnTo>
                <a:lnTo>
                  <a:pt x="28575" y="457200"/>
                </a:lnTo>
                <a:lnTo>
                  <a:pt x="28575" y="447675"/>
                </a:lnTo>
                <a:lnTo>
                  <a:pt x="19050" y="447675"/>
                </a:lnTo>
                <a:lnTo>
                  <a:pt x="19050" y="438150"/>
                </a:lnTo>
                <a:lnTo>
                  <a:pt x="9525" y="438150"/>
                </a:lnTo>
                <a:close/>
                <a:moveTo>
                  <a:pt x="933450" y="419100"/>
                </a:moveTo>
                <a:lnTo>
                  <a:pt x="942975" y="419100"/>
                </a:lnTo>
                <a:lnTo>
                  <a:pt x="942975" y="428625"/>
                </a:lnTo>
                <a:lnTo>
                  <a:pt x="933450" y="428625"/>
                </a:lnTo>
                <a:close/>
                <a:moveTo>
                  <a:pt x="952500" y="438150"/>
                </a:moveTo>
                <a:lnTo>
                  <a:pt x="962025" y="438150"/>
                </a:lnTo>
                <a:lnTo>
                  <a:pt x="962025" y="457200"/>
                </a:lnTo>
                <a:lnTo>
                  <a:pt x="952500" y="457200"/>
                </a:lnTo>
                <a:close/>
                <a:moveTo>
                  <a:pt x="1009650" y="438150"/>
                </a:moveTo>
                <a:lnTo>
                  <a:pt x="1019175" y="438150"/>
                </a:lnTo>
                <a:lnTo>
                  <a:pt x="1019175" y="447675"/>
                </a:lnTo>
                <a:lnTo>
                  <a:pt x="1009650" y="447675"/>
                </a:lnTo>
                <a:close/>
                <a:moveTo>
                  <a:pt x="1104900" y="438150"/>
                </a:moveTo>
                <a:lnTo>
                  <a:pt x="1123950" y="438150"/>
                </a:lnTo>
                <a:lnTo>
                  <a:pt x="1123950" y="457200"/>
                </a:lnTo>
                <a:lnTo>
                  <a:pt x="1114425" y="457200"/>
                </a:lnTo>
                <a:lnTo>
                  <a:pt x="1114425" y="447675"/>
                </a:lnTo>
                <a:lnTo>
                  <a:pt x="1104900" y="447675"/>
                </a:lnTo>
                <a:close/>
                <a:moveTo>
                  <a:pt x="942975" y="457200"/>
                </a:moveTo>
                <a:lnTo>
                  <a:pt x="952500" y="457200"/>
                </a:lnTo>
                <a:lnTo>
                  <a:pt x="952500" y="466725"/>
                </a:lnTo>
                <a:lnTo>
                  <a:pt x="942975" y="466725"/>
                </a:lnTo>
                <a:close/>
                <a:moveTo>
                  <a:pt x="1009650" y="457200"/>
                </a:moveTo>
                <a:lnTo>
                  <a:pt x="1019175" y="457200"/>
                </a:lnTo>
                <a:lnTo>
                  <a:pt x="1019175" y="485775"/>
                </a:lnTo>
                <a:lnTo>
                  <a:pt x="1009650" y="485775"/>
                </a:lnTo>
                <a:lnTo>
                  <a:pt x="1009650" y="476250"/>
                </a:lnTo>
                <a:lnTo>
                  <a:pt x="1000125" y="476250"/>
                </a:lnTo>
                <a:lnTo>
                  <a:pt x="1000125" y="466725"/>
                </a:lnTo>
                <a:lnTo>
                  <a:pt x="1009650" y="466725"/>
                </a:lnTo>
                <a:close/>
                <a:moveTo>
                  <a:pt x="1200150" y="457200"/>
                </a:moveTo>
                <a:lnTo>
                  <a:pt x="1209675" y="457200"/>
                </a:lnTo>
                <a:lnTo>
                  <a:pt x="1209675" y="466725"/>
                </a:lnTo>
                <a:lnTo>
                  <a:pt x="1200150" y="466725"/>
                </a:lnTo>
                <a:close/>
                <a:moveTo>
                  <a:pt x="180975" y="466725"/>
                </a:moveTo>
                <a:lnTo>
                  <a:pt x="190500" y="466725"/>
                </a:lnTo>
                <a:lnTo>
                  <a:pt x="190500" y="485775"/>
                </a:lnTo>
                <a:lnTo>
                  <a:pt x="200025" y="485775"/>
                </a:lnTo>
                <a:lnTo>
                  <a:pt x="200025" y="495300"/>
                </a:lnTo>
                <a:lnTo>
                  <a:pt x="180975" y="495300"/>
                </a:lnTo>
                <a:close/>
                <a:moveTo>
                  <a:pt x="323850" y="466725"/>
                </a:moveTo>
                <a:lnTo>
                  <a:pt x="333375" y="466725"/>
                </a:lnTo>
                <a:lnTo>
                  <a:pt x="333375" y="476250"/>
                </a:lnTo>
                <a:lnTo>
                  <a:pt x="323850" y="476250"/>
                </a:lnTo>
                <a:close/>
                <a:moveTo>
                  <a:pt x="619125" y="466725"/>
                </a:moveTo>
                <a:lnTo>
                  <a:pt x="628650" y="466725"/>
                </a:lnTo>
                <a:lnTo>
                  <a:pt x="628650" y="476250"/>
                </a:lnTo>
                <a:lnTo>
                  <a:pt x="619125" y="476250"/>
                </a:lnTo>
                <a:close/>
                <a:moveTo>
                  <a:pt x="276225" y="476250"/>
                </a:moveTo>
                <a:lnTo>
                  <a:pt x="285750" y="476250"/>
                </a:lnTo>
                <a:lnTo>
                  <a:pt x="285750" y="504825"/>
                </a:lnTo>
                <a:lnTo>
                  <a:pt x="276225" y="504825"/>
                </a:lnTo>
                <a:close/>
                <a:moveTo>
                  <a:pt x="333375" y="476250"/>
                </a:moveTo>
                <a:lnTo>
                  <a:pt x="342900" y="476250"/>
                </a:lnTo>
                <a:lnTo>
                  <a:pt x="342900" y="495300"/>
                </a:lnTo>
                <a:lnTo>
                  <a:pt x="333375" y="495300"/>
                </a:lnTo>
                <a:close/>
                <a:moveTo>
                  <a:pt x="1143000" y="504825"/>
                </a:moveTo>
                <a:lnTo>
                  <a:pt x="1152525" y="504825"/>
                </a:lnTo>
                <a:lnTo>
                  <a:pt x="1152525" y="514350"/>
                </a:lnTo>
                <a:lnTo>
                  <a:pt x="1143000" y="514350"/>
                </a:lnTo>
                <a:close/>
                <a:moveTo>
                  <a:pt x="990600" y="514350"/>
                </a:moveTo>
                <a:lnTo>
                  <a:pt x="1000125" y="514350"/>
                </a:lnTo>
                <a:lnTo>
                  <a:pt x="1000125" y="523875"/>
                </a:lnTo>
                <a:lnTo>
                  <a:pt x="990600" y="523875"/>
                </a:lnTo>
                <a:close/>
                <a:moveTo>
                  <a:pt x="1047750" y="514350"/>
                </a:moveTo>
                <a:lnTo>
                  <a:pt x="1057275" y="514350"/>
                </a:lnTo>
                <a:lnTo>
                  <a:pt x="1057275" y="523875"/>
                </a:lnTo>
                <a:lnTo>
                  <a:pt x="1047750" y="523875"/>
                </a:lnTo>
                <a:close/>
                <a:moveTo>
                  <a:pt x="38100" y="523875"/>
                </a:moveTo>
                <a:lnTo>
                  <a:pt x="47625" y="523875"/>
                </a:lnTo>
                <a:lnTo>
                  <a:pt x="47625" y="533400"/>
                </a:lnTo>
                <a:lnTo>
                  <a:pt x="57150" y="533400"/>
                </a:lnTo>
                <a:lnTo>
                  <a:pt x="57150" y="581025"/>
                </a:lnTo>
                <a:lnTo>
                  <a:pt x="47625" y="581025"/>
                </a:lnTo>
                <a:lnTo>
                  <a:pt x="47625" y="590550"/>
                </a:lnTo>
                <a:lnTo>
                  <a:pt x="38100" y="590550"/>
                </a:lnTo>
                <a:lnTo>
                  <a:pt x="38100" y="600075"/>
                </a:lnTo>
                <a:lnTo>
                  <a:pt x="28575" y="600075"/>
                </a:lnTo>
                <a:lnTo>
                  <a:pt x="28575" y="590550"/>
                </a:lnTo>
                <a:lnTo>
                  <a:pt x="19050" y="590550"/>
                </a:lnTo>
                <a:lnTo>
                  <a:pt x="19050" y="581025"/>
                </a:lnTo>
                <a:lnTo>
                  <a:pt x="0" y="581025"/>
                </a:lnTo>
                <a:lnTo>
                  <a:pt x="0" y="542925"/>
                </a:lnTo>
                <a:lnTo>
                  <a:pt x="19050" y="542925"/>
                </a:lnTo>
                <a:lnTo>
                  <a:pt x="19050" y="552450"/>
                </a:lnTo>
                <a:lnTo>
                  <a:pt x="9525" y="552450"/>
                </a:lnTo>
                <a:lnTo>
                  <a:pt x="9525" y="571500"/>
                </a:lnTo>
                <a:lnTo>
                  <a:pt x="28575" y="571500"/>
                </a:lnTo>
                <a:lnTo>
                  <a:pt x="28575" y="542925"/>
                </a:lnTo>
                <a:lnTo>
                  <a:pt x="38100" y="542925"/>
                </a:lnTo>
                <a:close/>
                <a:moveTo>
                  <a:pt x="466725" y="523875"/>
                </a:moveTo>
                <a:lnTo>
                  <a:pt x="476250" y="523875"/>
                </a:lnTo>
                <a:lnTo>
                  <a:pt x="476250" y="533400"/>
                </a:lnTo>
                <a:lnTo>
                  <a:pt x="466725" y="533400"/>
                </a:lnTo>
                <a:close/>
                <a:moveTo>
                  <a:pt x="1171575" y="523875"/>
                </a:moveTo>
                <a:lnTo>
                  <a:pt x="1181100" y="523875"/>
                </a:lnTo>
                <a:lnTo>
                  <a:pt x="1181100" y="542925"/>
                </a:lnTo>
                <a:lnTo>
                  <a:pt x="1171575" y="542925"/>
                </a:lnTo>
                <a:close/>
                <a:moveTo>
                  <a:pt x="190500" y="533400"/>
                </a:moveTo>
                <a:lnTo>
                  <a:pt x="200025" y="533400"/>
                </a:lnTo>
                <a:lnTo>
                  <a:pt x="200025" y="552450"/>
                </a:lnTo>
                <a:lnTo>
                  <a:pt x="180975" y="552450"/>
                </a:lnTo>
                <a:lnTo>
                  <a:pt x="180975" y="542925"/>
                </a:lnTo>
                <a:lnTo>
                  <a:pt x="190500" y="542925"/>
                </a:lnTo>
                <a:close/>
                <a:moveTo>
                  <a:pt x="495300" y="533400"/>
                </a:moveTo>
                <a:lnTo>
                  <a:pt x="504825" y="533400"/>
                </a:lnTo>
                <a:lnTo>
                  <a:pt x="504825" y="542925"/>
                </a:lnTo>
                <a:lnTo>
                  <a:pt x="495300" y="542925"/>
                </a:lnTo>
                <a:close/>
                <a:moveTo>
                  <a:pt x="466725" y="542925"/>
                </a:moveTo>
                <a:lnTo>
                  <a:pt x="476250" y="542925"/>
                </a:lnTo>
                <a:lnTo>
                  <a:pt x="476250" y="552450"/>
                </a:lnTo>
                <a:lnTo>
                  <a:pt x="466725" y="552450"/>
                </a:lnTo>
                <a:close/>
                <a:moveTo>
                  <a:pt x="552450" y="542925"/>
                </a:moveTo>
                <a:lnTo>
                  <a:pt x="571500" y="542925"/>
                </a:lnTo>
                <a:lnTo>
                  <a:pt x="571500" y="552450"/>
                </a:lnTo>
                <a:lnTo>
                  <a:pt x="552450" y="552450"/>
                </a:lnTo>
                <a:close/>
                <a:moveTo>
                  <a:pt x="1181100" y="542925"/>
                </a:moveTo>
                <a:lnTo>
                  <a:pt x="1190625" y="542925"/>
                </a:lnTo>
                <a:lnTo>
                  <a:pt x="1190625" y="552450"/>
                </a:lnTo>
                <a:lnTo>
                  <a:pt x="1181100" y="552450"/>
                </a:lnTo>
                <a:close/>
                <a:moveTo>
                  <a:pt x="247650" y="552450"/>
                </a:moveTo>
                <a:lnTo>
                  <a:pt x="266700" y="552450"/>
                </a:lnTo>
                <a:lnTo>
                  <a:pt x="266700" y="561975"/>
                </a:lnTo>
                <a:lnTo>
                  <a:pt x="247650" y="561975"/>
                </a:lnTo>
                <a:close/>
                <a:moveTo>
                  <a:pt x="533400" y="552450"/>
                </a:moveTo>
                <a:lnTo>
                  <a:pt x="552450" y="552450"/>
                </a:lnTo>
                <a:lnTo>
                  <a:pt x="552450" y="561975"/>
                </a:lnTo>
                <a:lnTo>
                  <a:pt x="542925" y="561975"/>
                </a:lnTo>
                <a:lnTo>
                  <a:pt x="542925" y="571500"/>
                </a:lnTo>
                <a:lnTo>
                  <a:pt x="533400" y="571500"/>
                </a:lnTo>
                <a:close/>
                <a:moveTo>
                  <a:pt x="1095375" y="552450"/>
                </a:moveTo>
                <a:lnTo>
                  <a:pt x="1104900" y="552450"/>
                </a:lnTo>
                <a:lnTo>
                  <a:pt x="1104900" y="561975"/>
                </a:lnTo>
                <a:lnTo>
                  <a:pt x="1095375" y="561975"/>
                </a:lnTo>
                <a:close/>
                <a:moveTo>
                  <a:pt x="1143000" y="552450"/>
                </a:moveTo>
                <a:lnTo>
                  <a:pt x="1152525" y="552450"/>
                </a:lnTo>
                <a:lnTo>
                  <a:pt x="1152525" y="561975"/>
                </a:lnTo>
                <a:lnTo>
                  <a:pt x="1143000" y="561975"/>
                </a:lnTo>
                <a:close/>
                <a:moveTo>
                  <a:pt x="76200" y="561975"/>
                </a:moveTo>
                <a:lnTo>
                  <a:pt x="85725" y="561975"/>
                </a:lnTo>
                <a:lnTo>
                  <a:pt x="85725" y="571500"/>
                </a:lnTo>
                <a:lnTo>
                  <a:pt x="76200" y="571500"/>
                </a:lnTo>
                <a:close/>
                <a:moveTo>
                  <a:pt x="1200150" y="561975"/>
                </a:moveTo>
                <a:lnTo>
                  <a:pt x="1209675" y="561975"/>
                </a:lnTo>
                <a:lnTo>
                  <a:pt x="1209675" y="571500"/>
                </a:lnTo>
                <a:lnTo>
                  <a:pt x="1200150" y="571500"/>
                </a:lnTo>
                <a:close/>
                <a:moveTo>
                  <a:pt x="257175" y="571500"/>
                </a:moveTo>
                <a:lnTo>
                  <a:pt x="266700" y="571500"/>
                </a:lnTo>
                <a:lnTo>
                  <a:pt x="266700" y="581025"/>
                </a:lnTo>
                <a:lnTo>
                  <a:pt x="257175" y="581025"/>
                </a:lnTo>
                <a:close/>
                <a:moveTo>
                  <a:pt x="952500" y="571500"/>
                </a:moveTo>
                <a:lnTo>
                  <a:pt x="962025" y="571500"/>
                </a:lnTo>
                <a:lnTo>
                  <a:pt x="962025" y="581025"/>
                </a:lnTo>
                <a:lnTo>
                  <a:pt x="952500" y="581025"/>
                </a:lnTo>
                <a:close/>
                <a:moveTo>
                  <a:pt x="171450" y="581025"/>
                </a:moveTo>
                <a:lnTo>
                  <a:pt x="180975" y="581025"/>
                </a:lnTo>
                <a:lnTo>
                  <a:pt x="180975" y="590550"/>
                </a:lnTo>
                <a:lnTo>
                  <a:pt x="200025" y="590550"/>
                </a:lnTo>
                <a:lnTo>
                  <a:pt x="200025" y="609600"/>
                </a:lnTo>
                <a:lnTo>
                  <a:pt x="190500" y="609600"/>
                </a:lnTo>
                <a:lnTo>
                  <a:pt x="190500" y="600075"/>
                </a:lnTo>
                <a:lnTo>
                  <a:pt x="171450" y="600075"/>
                </a:lnTo>
                <a:lnTo>
                  <a:pt x="171450" y="609600"/>
                </a:lnTo>
                <a:lnTo>
                  <a:pt x="161925" y="609600"/>
                </a:lnTo>
                <a:lnTo>
                  <a:pt x="161925" y="590550"/>
                </a:lnTo>
                <a:lnTo>
                  <a:pt x="171450" y="590550"/>
                </a:lnTo>
                <a:close/>
                <a:moveTo>
                  <a:pt x="352425" y="581025"/>
                </a:moveTo>
                <a:lnTo>
                  <a:pt x="361950" y="581025"/>
                </a:lnTo>
                <a:lnTo>
                  <a:pt x="361950" y="590550"/>
                </a:lnTo>
                <a:lnTo>
                  <a:pt x="352425" y="590550"/>
                </a:lnTo>
                <a:close/>
                <a:moveTo>
                  <a:pt x="104775" y="590550"/>
                </a:moveTo>
                <a:lnTo>
                  <a:pt x="114300" y="590550"/>
                </a:lnTo>
                <a:lnTo>
                  <a:pt x="114300" y="628650"/>
                </a:lnTo>
                <a:lnTo>
                  <a:pt x="104775" y="628650"/>
                </a:lnTo>
                <a:close/>
                <a:moveTo>
                  <a:pt x="390525" y="590550"/>
                </a:moveTo>
                <a:lnTo>
                  <a:pt x="419100" y="590550"/>
                </a:lnTo>
                <a:lnTo>
                  <a:pt x="419100" y="600075"/>
                </a:lnTo>
                <a:lnTo>
                  <a:pt x="390525" y="600075"/>
                </a:lnTo>
                <a:close/>
                <a:moveTo>
                  <a:pt x="1133475" y="590550"/>
                </a:moveTo>
                <a:lnTo>
                  <a:pt x="1152525" y="590550"/>
                </a:lnTo>
                <a:lnTo>
                  <a:pt x="1152525" y="609600"/>
                </a:lnTo>
                <a:lnTo>
                  <a:pt x="1143000" y="609600"/>
                </a:lnTo>
                <a:lnTo>
                  <a:pt x="1143000" y="600075"/>
                </a:lnTo>
                <a:lnTo>
                  <a:pt x="1133475" y="600075"/>
                </a:lnTo>
                <a:close/>
                <a:moveTo>
                  <a:pt x="352425" y="600075"/>
                </a:moveTo>
                <a:lnTo>
                  <a:pt x="381000" y="600075"/>
                </a:lnTo>
                <a:lnTo>
                  <a:pt x="381000" y="609600"/>
                </a:lnTo>
                <a:lnTo>
                  <a:pt x="352425" y="609600"/>
                </a:lnTo>
                <a:close/>
                <a:moveTo>
                  <a:pt x="914400" y="600075"/>
                </a:moveTo>
                <a:lnTo>
                  <a:pt x="933450" y="600075"/>
                </a:lnTo>
                <a:lnTo>
                  <a:pt x="933450" y="609600"/>
                </a:lnTo>
                <a:lnTo>
                  <a:pt x="914400" y="609600"/>
                </a:lnTo>
                <a:close/>
                <a:moveTo>
                  <a:pt x="0" y="619125"/>
                </a:moveTo>
                <a:lnTo>
                  <a:pt x="9525" y="619125"/>
                </a:lnTo>
                <a:lnTo>
                  <a:pt x="9525" y="628650"/>
                </a:lnTo>
                <a:lnTo>
                  <a:pt x="0" y="628650"/>
                </a:lnTo>
                <a:close/>
                <a:moveTo>
                  <a:pt x="114300" y="628650"/>
                </a:moveTo>
                <a:lnTo>
                  <a:pt x="123825" y="628650"/>
                </a:lnTo>
                <a:lnTo>
                  <a:pt x="123825" y="657225"/>
                </a:lnTo>
                <a:lnTo>
                  <a:pt x="114300" y="657225"/>
                </a:lnTo>
                <a:close/>
                <a:moveTo>
                  <a:pt x="428625" y="638175"/>
                </a:moveTo>
                <a:lnTo>
                  <a:pt x="438150" y="638175"/>
                </a:lnTo>
                <a:lnTo>
                  <a:pt x="438150" y="647700"/>
                </a:lnTo>
                <a:lnTo>
                  <a:pt x="428625" y="647700"/>
                </a:lnTo>
                <a:close/>
                <a:moveTo>
                  <a:pt x="476250" y="638175"/>
                </a:moveTo>
                <a:lnTo>
                  <a:pt x="514350" y="638175"/>
                </a:lnTo>
                <a:lnTo>
                  <a:pt x="514350" y="647700"/>
                </a:lnTo>
                <a:lnTo>
                  <a:pt x="523875" y="647700"/>
                </a:lnTo>
                <a:lnTo>
                  <a:pt x="523875" y="657225"/>
                </a:lnTo>
                <a:lnTo>
                  <a:pt x="514350" y="657225"/>
                </a:lnTo>
                <a:lnTo>
                  <a:pt x="514350" y="666750"/>
                </a:lnTo>
                <a:lnTo>
                  <a:pt x="523875" y="666750"/>
                </a:lnTo>
                <a:lnTo>
                  <a:pt x="523875" y="676275"/>
                </a:lnTo>
                <a:lnTo>
                  <a:pt x="533400" y="676275"/>
                </a:lnTo>
                <a:lnTo>
                  <a:pt x="533400" y="685800"/>
                </a:lnTo>
                <a:lnTo>
                  <a:pt x="523875" y="685800"/>
                </a:lnTo>
                <a:lnTo>
                  <a:pt x="523875" y="695325"/>
                </a:lnTo>
                <a:lnTo>
                  <a:pt x="476250" y="695325"/>
                </a:lnTo>
                <a:lnTo>
                  <a:pt x="476250" y="676275"/>
                </a:lnTo>
                <a:lnTo>
                  <a:pt x="457200" y="676275"/>
                </a:lnTo>
                <a:lnTo>
                  <a:pt x="457200" y="685800"/>
                </a:lnTo>
                <a:lnTo>
                  <a:pt x="447675" y="685800"/>
                </a:lnTo>
                <a:lnTo>
                  <a:pt x="447675" y="695325"/>
                </a:lnTo>
                <a:lnTo>
                  <a:pt x="419100" y="695325"/>
                </a:lnTo>
                <a:lnTo>
                  <a:pt x="419100" y="685800"/>
                </a:lnTo>
                <a:lnTo>
                  <a:pt x="381000" y="685800"/>
                </a:lnTo>
                <a:lnTo>
                  <a:pt x="381000" y="676275"/>
                </a:lnTo>
                <a:lnTo>
                  <a:pt x="390525" y="676275"/>
                </a:lnTo>
                <a:lnTo>
                  <a:pt x="390525" y="666750"/>
                </a:lnTo>
                <a:lnTo>
                  <a:pt x="409575" y="666750"/>
                </a:lnTo>
                <a:lnTo>
                  <a:pt x="409575" y="676275"/>
                </a:lnTo>
                <a:lnTo>
                  <a:pt x="419100" y="676275"/>
                </a:lnTo>
                <a:lnTo>
                  <a:pt x="419100" y="685800"/>
                </a:lnTo>
                <a:lnTo>
                  <a:pt x="438150" y="685800"/>
                </a:lnTo>
                <a:lnTo>
                  <a:pt x="438150" y="676275"/>
                </a:lnTo>
                <a:lnTo>
                  <a:pt x="428625" y="676275"/>
                </a:lnTo>
                <a:lnTo>
                  <a:pt x="428625" y="666750"/>
                </a:lnTo>
                <a:lnTo>
                  <a:pt x="447675" y="666750"/>
                </a:lnTo>
                <a:lnTo>
                  <a:pt x="447675" y="647700"/>
                </a:lnTo>
                <a:lnTo>
                  <a:pt x="476250" y="647700"/>
                </a:lnTo>
                <a:close/>
                <a:moveTo>
                  <a:pt x="933450" y="638175"/>
                </a:moveTo>
                <a:lnTo>
                  <a:pt x="942975" y="638175"/>
                </a:lnTo>
                <a:lnTo>
                  <a:pt x="942975" y="647700"/>
                </a:lnTo>
                <a:lnTo>
                  <a:pt x="933450" y="647700"/>
                </a:lnTo>
                <a:close/>
                <a:moveTo>
                  <a:pt x="1171575" y="638175"/>
                </a:moveTo>
                <a:lnTo>
                  <a:pt x="1181100" y="638175"/>
                </a:lnTo>
                <a:lnTo>
                  <a:pt x="1181100" y="647700"/>
                </a:lnTo>
                <a:lnTo>
                  <a:pt x="1171575" y="647700"/>
                </a:lnTo>
                <a:close/>
                <a:moveTo>
                  <a:pt x="38100" y="647700"/>
                </a:moveTo>
                <a:lnTo>
                  <a:pt x="57150" y="647700"/>
                </a:lnTo>
                <a:lnTo>
                  <a:pt x="57150" y="666750"/>
                </a:lnTo>
                <a:lnTo>
                  <a:pt x="38100" y="666750"/>
                </a:lnTo>
                <a:lnTo>
                  <a:pt x="38100" y="676275"/>
                </a:lnTo>
                <a:lnTo>
                  <a:pt x="28575" y="676275"/>
                </a:lnTo>
                <a:lnTo>
                  <a:pt x="28575" y="657225"/>
                </a:lnTo>
                <a:lnTo>
                  <a:pt x="38100" y="657225"/>
                </a:lnTo>
                <a:close/>
                <a:moveTo>
                  <a:pt x="66675" y="647700"/>
                </a:moveTo>
                <a:lnTo>
                  <a:pt x="76200" y="647700"/>
                </a:lnTo>
                <a:lnTo>
                  <a:pt x="76200" y="657225"/>
                </a:lnTo>
                <a:lnTo>
                  <a:pt x="66675" y="657225"/>
                </a:lnTo>
                <a:close/>
                <a:moveTo>
                  <a:pt x="276225" y="647700"/>
                </a:moveTo>
                <a:lnTo>
                  <a:pt x="304800" y="647700"/>
                </a:lnTo>
                <a:lnTo>
                  <a:pt x="304800" y="657225"/>
                </a:lnTo>
                <a:lnTo>
                  <a:pt x="276225" y="657225"/>
                </a:lnTo>
                <a:close/>
                <a:moveTo>
                  <a:pt x="104775" y="657225"/>
                </a:moveTo>
                <a:lnTo>
                  <a:pt x="114300" y="657225"/>
                </a:lnTo>
                <a:lnTo>
                  <a:pt x="114300" y="666750"/>
                </a:lnTo>
                <a:lnTo>
                  <a:pt x="104775" y="666750"/>
                </a:lnTo>
                <a:close/>
                <a:moveTo>
                  <a:pt x="161925" y="657225"/>
                </a:moveTo>
                <a:lnTo>
                  <a:pt x="171450" y="657225"/>
                </a:lnTo>
                <a:lnTo>
                  <a:pt x="171450" y="666750"/>
                </a:lnTo>
                <a:lnTo>
                  <a:pt x="180975" y="666750"/>
                </a:lnTo>
                <a:lnTo>
                  <a:pt x="180975" y="676275"/>
                </a:lnTo>
                <a:lnTo>
                  <a:pt x="190500" y="676275"/>
                </a:lnTo>
                <a:lnTo>
                  <a:pt x="190500" y="685800"/>
                </a:lnTo>
                <a:lnTo>
                  <a:pt x="161925" y="685800"/>
                </a:lnTo>
                <a:close/>
                <a:moveTo>
                  <a:pt x="542925" y="657225"/>
                </a:moveTo>
                <a:lnTo>
                  <a:pt x="561975" y="657225"/>
                </a:lnTo>
                <a:lnTo>
                  <a:pt x="561975" y="666750"/>
                </a:lnTo>
                <a:lnTo>
                  <a:pt x="542925" y="666750"/>
                </a:lnTo>
                <a:close/>
                <a:moveTo>
                  <a:pt x="628650" y="657225"/>
                </a:moveTo>
                <a:lnTo>
                  <a:pt x="638175" y="657225"/>
                </a:lnTo>
                <a:lnTo>
                  <a:pt x="638175" y="666750"/>
                </a:lnTo>
                <a:lnTo>
                  <a:pt x="628650" y="666750"/>
                </a:lnTo>
                <a:close/>
                <a:moveTo>
                  <a:pt x="676275" y="657225"/>
                </a:moveTo>
                <a:lnTo>
                  <a:pt x="685800" y="657225"/>
                </a:lnTo>
                <a:lnTo>
                  <a:pt x="685800" y="685800"/>
                </a:lnTo>
                <a:lnTo>
                  <a:pt x="676275" y="685800"/>
                </a:lnTo>
                <a:close/>
                <a:moveTo>
                  <a:pt x="695325" y="657225"/>
                </a:moveTo>
                <a:lnTo>
                  <a:pt x="723900" y="657225"/>
                </a:lnTo>
                <a:lnTo>
                  <a:pt x="723900" y="666750"/>
                </a:lnTo>
                <a:lnTo>
                  <a:pt x="714375" y="666750"/>
                </a:lnTo>
                <a:lnTo>
                  <a:pt x="714375" y="685800"/>
                </a:lnTo>
                <a:lnTo>
                  <a:pt x="695325" y="685800"/>
                </a:lnTo>
                <a:close/>
                <a:moveTo>
                  <a:pt x="895350" y="657225"/>
                </a:moveTo>
                <a:lnTo>
                  <a:pt x="923925" y="657225"/>
                </a:lnTo>
                <a:lnTo>
                  <a:pt x="923925" y="676275"/>
                </a:lnTo>
                <a:lnTo>
                  <a:pt x="942975" y="676275"/>
                </a:lnTo>
                <a:lnTo>
                  <a:pt x="942975" y="685800"/>
                </a:lnTo>
                <a:lnTo>
                  <a:pt x="923925" y="685800"/>
                </a:lnTo>
                <a:lnTo>
                  <a:pt x="923925" y="695325"/>
                </a:lnTo>
                <a:lnTo>
                  <a:pt x="914400" y="695325"/>
                </a:lnTo>
                <a:lnTo>
                  <a:pt x="914400" y="685800"/>
                </a:lnTo>
                <a:lnTo>
                  <a:pt x="904875" y="685800"/>
                </a:lnTo>
                <a:lnTo>
                  <a:pt x="904875" y="695325"/>
                </a:lnTo>
                <a:lnTo>
                  <a:pt x="866775" y="695325"/>
                </a:lnTo>
                <a:lnTo>
                  <a:pt x="866775" y="685800"/>
                </a:lnTo>
                <a:lnTo>
                  <a:pt x="895350" y="685800"/>
                </a:lnTo>
                <a:close/>
                <a:moveTo>
                  <a:pt x="1200150" y="657225"/>
                </a:moveTo>
                <a:lnTo>
                  <a:pt x="1209675" y="657225"/>
                </a:lnTo>
                <a:lnTo>
                  <a:pt x="1209675" y="666750"/>
                </a:lnTo>
                <a:lnTo>
                  <a:pt x="1200150" y="666750"/>
                </a:lnTo>
                <a:close/>
                <a:moveTo>
                  <a:pt x="95250" y="666750"/>
                </a:moveTo>
                <a:lnTo>
                  <a:pt x="104775" y="666750"/>
                </a:lnTo>
                <a:lnTo>
                  <a:pt x="104775" y="676275"/>
                </a:lnTo>
                <a:lnTo>
                  <a:pt x="114300" y="676275"/>
                </a:lnTo>
                <a:lnTo>
                  <a:pt x="114300" y="685800"/>
                </a:lnTo>
                <a:lnTo>
                  <a:pt x="104775" y="685800"/>
                </a:lnTo>
                <a:lnTo>
                  <a:pt x="104775" y="695325"/>
                </a:lnTo>
                <a:lnTo>
                  <a:pt x="133350" y="695325"/>
                </a:lnTo>
                <a:lnTo>
                  <a:pt x="133350" y="714375"/>
                </a:lnTo>
                <a:lnTo>
                  <a:pt x="123825" y="714375"/>
                </a:lnTo>
                <a:lnTo>
                  <a:pt x="123825" y="723900"/>
                </a:lnTo>
                <a:lnTo>
                  <a:pt x="114300" y="723900"/>
                </a:lnTo>
                <a:lnTo>
                  <a:pt x="114300" y="704850"/>
                </a:lnTo>
                <a:lnTo>
                  <a:pt x="85725" y="704850"/>
                </a:lnTo>
                <a:lnTo>
                  <a:pt x="85725" y="676275"/>
                </a:lnTo>
                <a:lnTo>
                  <a:pt x="95250" y="676275"/>
                </a:lnTo>
                <a:close/>
                <a:moveTo>
                  <a:pt x="285750" y="676275"/>
                </a:moveTo>
                <a:lnTo>
                  <a:pt x="295275" y="676275"/>
                </a:lnTo>
                <a:lnTo>
                  <a:pt x="295275" y="685800"/>
                </a:lnTo>
                <a:lnTo>
                  <a:pt x="285750" y="685800"/>
                </a:lnTo>
                <a:close/>
                <a:moveTo>
                  <a:pt x="542925" y="676275"/>
                </a:moveTo>
                <a:lnTo>
                  <a:pt x="561975" y="676275"/>
                </a:lnTo>
                <a:lnTo>
                  <a:pt x="561975" y="685800"/>
                </a:lnTo>
                <a:lnTo>
                  <a:pt x="542925" y="685800"/>
                </a:lnTo>
                <a:close/>
                <a:moveTo>
                  <a:pt x="485775" y="685800"/>
                </a:moveTo>
                <a:lnTo>
                  <a:pt x="514350" y="685800"/>
                </a:lnTo>
                <a:lnTo>
                  <a:pt x="514350" y="676275"/>
                </a:lnTo>
                <a:lnTo>
                  <a:pt x="485775" y="676275"/>
                </a:lnTo>
                <a:close/>
                <a:moveTo>
                  <a:pt x="600075" y="685800"/>
                </a:moveTo>
                <a:lnTo>
                  <a:pt x="628650" y="685800"/>
                </a:lnTo>
                <a:lnTo>
                  <a:pt x="628650" y="695325"/>
                </a:lnTo>
                <a:lnTo>
                  <a:pt x="600075" y="695325"/>
                </a:lnTo>
                <a:close/>
                <a:moveTo>
                  <a:pt x="723900" y="685800"/>
                </a:moveTo>
                <a:lnTo>
                  <a:pt x="742950" y="685800"/>
                </a:lnTo>
                <a:lnTo>
                  <a:pt x="742950" y="695325"/>
                </a:lnTo>
                <a:lnTo>
                  <a:pt x="723900" y="695325"/>
                </a:lnTo>
                <a:close/>
                <a:moveTo>
                  <a:pt x="790575" y="685800"/>
                </a:moveTo>
                <a:lnTo>
                  <a:pt x="828675" y="685800"/>
                </a:lnTo>
                <a:lnTo>
                  <a:pt x="828675" y="695325"/>
                </a:lnTo>
                <a:lnTo>
                  <a:pt x="790575" y="695325"/>
                </a:lnTo>
                <a:close/>
                <a:moveTo>
                  <a:pt x="1104900" y="685800"/>
                </a:moveTo>
                <a:lnTo>
                  <a:pt x="1152525" y="685800"/>
                </a:lnTo>
                <a:lnTo>
                  <a:pt x="1152525" y="695325"/>
                </a:lnTo>
                <a:lnTo>
                  <a:pt x="1104900" y="695325"/>
                </a:lnTo>
                <a:close/>
                <a:moveTo>
                  <a:pt x="1152525" y="695325"/>
                </a:moveTo>
                <a:lnTo>
                  <a:pt x="1162050" y="695325"/>
                </a:lnTo>
                <a:lnTo>
                  <a:pt x="1162050" y="704850"/>
                </a:lnTo>
                <a:lnTo>
                  <a:pt x="1152525" y="704850"/>
                </a:lnTo>
                <a:close/>
                <a:moveTo>
                  <a:pt x="57150" y="704850"/>
                </a:moveTo>
                <a:lnTo>
                  <a:pt x="85725" y="704850"/>
                </a:lnTo>
                <a:lnTo>
                  <a:pt x="85725" y="733425"/>
                </a:lnTo>
                <a:lnTo>
                  <a:pt x="95250" y="733425"/>
                </a:lnTo>
                <a:lnTo>
                  <a:pt x="95250" y="742950"/>
                </a:lnTo>
                <a:lnTo>
                  <a:pt x="66675" y="742950"/>
                </a:lnTo>
                <a:lnTo>
                  <a:pt x="66675" y="733425"/>
                </a:lnTo>
                <a:lnTo>
                  <a:pt x="76200" y="733425"/>
                </a:lnTo>
                <a:lnTo>
                  <a:pt x="76200" y="714375"/>
                </a:lnTo>
                <a:lnTo>
                  <a:pt x="66675" y="714375"/>
                </a:lnTo>
                <a:lnTo>
                  <a:pt x="66675" y="723900"/>
                </a:lnTo>
                <a:lnTo>
                  <a:pt x="38100" y="723900"/>
                </a:lnTo>
                <a:lnTo>
                  <a:pt x="38100" y="714375"/>
                </a:lnTo>
                <a:lnTo>
                  <a:pt x="57150" y="714375"/>
                </a:lnTo>
                <a:close/>
                <a:moveTo>
                  <a:pt x="1152525" y="714375"/>
                </a:moveTo>
                <a:lnTo>
                  <a:pt x="1162050" y="714375"/>
                </a:lnTo>
                <a:lnTo>
                  <a:pt x="1162050" y="723900"/>
                </a:lnTo>
                <a:lnTo>
                  <a:pt x="1152525" y="723900"/>
                </a:lnTo>
                <a:close/>
                <a:moveTo>
                  <a:pt x="152400" y="723900"/>
                </a:moveTo>
                <a:lnTo>
                  <a:pt x="171450" y="723900"/>
                </a:lnTo>
                <a:lnTo>
                  <a:pt x="171450" y="733425"/>
                </a:lnTo>
                <a:lnTo>
                  <a:pt x="152400" y="733425"/>
                </a:lnTo>
                <a:close/>
                <a:moveTo>
                  <a:pt x="400050" y="723900"/>
                </a:moveTo>
                <a:lnTo>
                  <a:pt x="438150" y="723900"/>
                </a:lnTo>
                <a:lnTo>
                  <a:pt x="438150" y="733425"/>
                </a:lnTo>
                <a:lnTo>
                  <a:pt x="400050" y="733425"/>
                </a:lnTo>
                <a:close/>
                <a:moveTo>
                  <a:pt x="438150" y="733425"/>
                </a:moveTo>
                <a:lnTo>
                  <a:pt x="447675" y="733425"/>
                </a:lnTo>
                <a:lnTo>
                  <a:pt x="447675" y="742950"/>
                </a:lnTo>
                <a:lnTo>
                  <a:pt x="438150" y="742950"/>
                </a:lnTo>
                <a:close/>
                <a:moveTo>
                  <a:pt x="1047750" y="733425"/>
                </a:moveTo>
                <a:lnTo>
                  <a:pt x="1057275" y="733425"/>
                </a:lnTo>
                <a:lnTo>
                  <a:pt x="1057275" y="742950"/>
                </a:lnTo>
                <a:lnTo>
                  <a:pt x="1066800" y="742950"/>
                </a:lnTo>
                <a:lnTo>
                  <a:pt x="1066800" y="752475"/>
                </a:lnTo>
                <a:lnTo>
                  <a:pt x="1057275" y="752475"/>
                </a:lnTo>
                <a:lnTo>
                  <a:pt x="1057275" y="771525"/>
                </a:lnTo>
                <a:lnTo>
                  <a:pt x="1028700" y="771525"/>
                </a:lnTo>
                <a:lnTo>
                  <a:pt x="1028700" y="752475"/>
                </a:lnTo>
                <a:lnTo>
                  <a:pt x="1038225" y="752475"/>
                </a:lnTo>
                <a:lnTo>
                  <a:pt x="1038225" y="742950"/>
                </a:lnTo>
                <a:lnTo>
                  <a:pt x="1047750" y="742950"/>
                </a:lnTo>
                <a:close/>
                <a:moveTo>
                  <a:pt x="1190625" y="733425"/>
                </a:moveTo>
                <a:lnTo>
                  <a:pt x="1200150" y="733425"/>
                </a:lnTo>
                <a:lnTo>
                  <a:pt x="1200150" y="742950"/>
                </a:lnTo>
                <a:lnTo>
                  <a:pt x="1190625" y="742950"/>
                </a:lnTo>
                <a:close/>
                <a:moveTo>
                  <a:pt x="981075" y="742950"/>
                </a:moveTo>
                <a:lnTo>
                  <a:pt x="990600" y="742950"/>
                </a:lnTo>
                <a:lnTo>
                  <a:pt x="990600" y="771525"/>
                </a:lnTo>
                <a:lnTo>
                  <a:pt x="962025" y="771525"/>
                </a:lnTo>
                <a:lnTo>
                  <a:pt x="962025" y="752475"/>
                </a:lnTo>
                <a:lnTo>
                  <a:pt x="981075" y="752475"/>
                </a:lnTo>
                <a:close/>
                <a:moveTo>
                  <a:pt x="247650" y="762000"/>
                </a:moveTo>
                <a:lnTo>
                  <a:pt x="257175" y="762000"/>
                </a:lnTo>
                <a:lnTo>
                  <a:pt x="257175" y="781050"/>
                </a:lnTo>
                <a:lnTo>
                  <a:pt x="238125" y="781050"/>
                </a:lnTo>
                <a:lnTo>
                  <a:pt x="238125" y="771525"/>
                </a:lnTo>
                <a:lnTo>
                  <a:pt x="247650" y="771525"/>
                </a:lnTo>
                <a:close/>
                <a:moveTo>
                  <a:pt x="1104900" y="762000"/>
                </a:moveTo>
                <a:lnTo>
                  <a:pt x="1114425" y="762000"/>
                </a:lnTo>
                <a:lnTo>
                  <a:pt x="1114425" y="781050"/>
                </a:lnTo>
                <a:lnTo>
                  <a:pt x="1095375" y="781050"/>
                </a:lnTo>
                <a:lnTo>
                  <a:pt x="1095375" y="771525"/>
                </a:lnTo>
                <a:lnTo>
                  <a:pt x="1104900" y="771525"/>
                </a:lnTo>
                <a:close/>
                <a:moveTo>
                  <a:pt x="1143000" y="771525"/>
                </a:moveTo>
                <a:lnTo>
                  <a:pt x="1152525" y="771525"/>
                </a:lnTo>
                <a:lnTo>
                  <a:pt x="1152525" y="781050"/>
                </a:lnTo>
                <a:lnTo>
                  <a:pt x="1143000" y="781050"/>
                </a:lnTo>
                <a:close/>
                <a:moveTo>
                  <a:pt x="209550" y="781050"/>
                </a:moveTo>
                <a:lnTo>
                  <a:pt x="219075" y="781050"/>
                </a:lnTo>
                <a:lnTo>
                  <a:pt x="219075" y="790575"/>
                </a:lnTo>
                <a:lnTo>
                  <a:pt x="228600" y="790575"/>
                </a:lnTo>
                <a:lnTo>
                  <a:pt x="228600" y="800100"/>
                </a:lnTo>
                <a:lnTo>
                  <a:pt x="200025" y="800100"/>
                </a:lnTo>
                <a:lnTo>
                  <a:pt x="200025" y="790575"/>
                </a:lnTo>
                <a:lnTo>
                  <a:pt x="209550" y="790575"/>
                </a:lnTo>
                <a:close/>
                <a:moveTo>
                  <a:pt x="1009650" y="781050"/>
                </a:moveTo>
                <a:lnTo>
                  <a:pt x="1028700" y="781050"/>
                </a:lnTo>
                <a:lnTo>
                  <a:pt x="1028700" y="790575"/>
                </a:lnTo>
                <a:lnTo>
                  <a:pt x="1009650" y="790575"/>
                </a:lnTo>
                <a:close/>
                <a:moveTo>
                  <a:pt x="1133475" y="790575"/>
                </a:moveTo>
                <a:lnTo>
                  <a:pt x="1152525" y="790575"/>
                </a:lnTo>
                <a:lnTo>
                  <a:pt x="1152525" y="800100"/>
                </a:lnTo>
                <a:lnTo>
                  <a:pt x="1171575" y="800100"/>
                </a:lnTo>
                <a:lnTo>
                  <a:pt x="1171575" y="790575"/>
                </a:lnTo>
                <a:lnTo>
                  <a:pt x="1181100" y="790575"/>
                </a:lnTo>
                <a:lnTo>
                  <a:pt x="1181100" y="800100"/>
                </a:lnTo>
                <a:lnTo>
                  <a:pt x="1190625" y="800100"/>
                </a:lnTo>
                <a:lnTo>
                  <a:pt x="1190625" y="809625"/>
                </a:lnTo>
                <a:lnTo>
                  <a:pt x="1123950" y="809625"/>
                </a:lnTo>
                <a:lnTo>
                  <a:pt x="1123950" y="800100"/>
                </a:lnTo>
                <a:lnTo>
                  <a:pt x="1133475" y="800100"/>
                </a:lnTo>
                <a:close/>
                <a:moveTo>
                  <a:pt x="0" y="800100"/>
                </a:moveTo>
                <a:lnTo>
                  <a:pt x="9525" y="800100"/>
                </a:lnTo>
                <a:lnTo>
                  <a:pt x="9525" y="809625"/>
                </a:lnTo>
                <a:lnTo>
                  <a:pt x="0" y="809625"/>
                </a:lnTo>
                <a:close/>
                <a:moveTo>
                  <a:pt x="990600" y="800100"/>
                </a:moveTo>
                <a:lnTo>
                  <a:pt x="1000125" y="800100"/>
                </a:lnTo>
                <a:lnTo>
                  <a:pt x="1000125" y="809625"/>
                </a:lnTo>
                <a:lnTo>
                  <a:pt x="990600" y="809625"/>
                </a:lnTo>
                <a:close/>
              </a:path>
            </a:pathLst>
          </a:custGeom>
          <a:solidFill xmlns:a="http://schemas.openxmlformats.org/drawingml/2006/main">
            <a:srgbClr val="F8F9F4"/>
          </a:solidFill>
          <a:ln xmlns:a="http://schemas.openxmlformats.org/drawingml/2006/main" w="0">
            <a:noFill/>
          </a:ln>
        </p:spPr>
      </p:sp>
      <p:sp>
        <p:nvSpPr>
          <p:cNvPr id="49" name="v01 vector #f7f9f4">
            <a:extLst xmlns:a="http://schemas.openxmlformats.org/drawingml/2006/main">
              <a:ext uri="{FF2B5EF4-FFF2-40B4-BE49-F238E27FC236}">
                <a16:creationId xmlns:a16="http://schemas.microsoft.com/office/drawing/2014/main" id="{6154F596-9ED1-4115-9D6B-7B9B9CDA01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8250" y="2362200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809625" y="0"/>
                </a:moveTo>
                <a:lnTo>
                  <a:pt x="838200" y="0"/>
                </a:lnTo>
                <a:lnTo>
                  <a:pt x="838200" y="19050"/>
                </a:lnTo>
                <a:lnTo>
                  <a:pt x="828675" y="19050"/>
                </a:lnTo>
                <a:lnTo>
                  <a:pt x="828675" y="9525"/>
                </a:lnTo>
                <a:lnTo>
                  <a:pt x="819150" y="9525"/>
                </a:lnTo>
                <a:lnTo>
                  <a:pt x="819150" y="19050"/>
                </a:lnTo>
                <a:lnTo>
                  <a:pt x="809625" y="19050"/>
                </a:lnTo>
                <a:close/>
                <a:moveTo>
                  <a:pt x="180975" y="9525"/>
                </a:moveTo>
                <a:lnTo>
                  <a:pt x="190500" y="9525"/>
                </a:lnTo>
                <a:lnTo>
                  <a:pt x="190500" y="19050"/>
                </a:lnTo>
                <a:lnTo>
                  <a:pt x="180975" y="19050"/>
                </a:lnTo>
                <a:close/>
                <a:moveTo>
                  <a:pt x="438150" y="9525"/>
                </a:moveTo>
                <a:lnTo>
                  <a:pt x="447675" y="9525"/>
                </a:lnTo>
                <a:lnTo>
                  <a:pt x="447675" y="19050"/>
                </a:lnTo>
                <a:lnTo>
                  <a:pt x="438150" y="19050"/>
                </a:lnTo>
                <a:close/>
                <a:moveTo>
                  <a:pt x="647700" y="9525"/>
                </a:moveTo>
                <a:lnTo>
                  <a:pt x="666750" y="9525"/>
                </a:lnTo>
                <a:lnTo>
                  <a:pt x="666750" y="19050"/>
                </a:lnTo>
                <a:lnTo>
                  <a:pt x="647700" y="19050"/>
                </a:lnTo>
                <a:close/>
                <a:moveTo>
                  <a:pt x="714375" y="9525"/>
                </a:moveTo>
                <a:lnTo>
                  <a:pt x="723900" y="9525"/>
                </a:lnTo>
                <a:lnTo>
                  <a:pt x="723900" y="19050"/>
                </a:lnTo>
                <a:lnTo>
                  <a:pt x="714375" y="19050"/>
                </a:lnTo>
                <a:close/>
                <a:moveTo>
                  <a:pt x="742950" y="9525"/>
                </a:moveTo>
                <a:lnTo>
                  <a:pt x="752475" y="9525"/>
                </a:lnTo>
                <a:lnTo>
                  <a:pt x="752475" y="19050"/>
                </a:lnTo>
                <a:lnTo>
                  <a:pt x="762000" y="19050"/>
                </a:lnTo>
                <a:lnTo>
                  <a:pt x="762000" y="28575"/>
                </a:lnTo>
                <a:lnTo>
                  <a:pt x="723900" y="28575"/>
                </a:lnTo>
                <a:lnTo>
                  <a:pt x="723900" y="19050"/>
                </a:lnTo>
                <a:lnTo>
                  <a:pt x="742950" y="19050"/>
                </a:lnTo>
                <a:close/>
                <a:moveTo>
                  <a:pt x="371475" y="19050"/>
                </a:moveTo>
                <a:lnTo>
                  <a:pt x="390525" y="19050"/>
                </a:lnTo>
                <a:lnTo>
                  <a:pt x="390525" y="28575"/>
                </a:lnTo>
                <a:lnTo>
                  <a:pt x="400050" y="28575"/>
                </a:lnTo>
                <a:lnTo>
                  <a:pt x="400050" y="38100"/>
                </a:lnTo>
                <a:lnTo>
                  <a:pt x="371475" y="38100"/>
                </a:lnTo>
                <a:close/>
                <a:moveTo>
                  <a:pt x="838200" y="19050"/>
                </a:moveTo>
                <a:lnTo>
                  <a:pt x="847725" y="19050"/>
                </a:lnTo>
                <a:lnTo>
                  <a:pt x="847725" y="28575"/>
                </a:lnTo>
                <a:lnTo>
                  <a:pt x="838200" y="28575"/>
                </a:lnTo>
                <a:close/>
                <a:moveTo>
                  <a:pt x="876300" y="19050"/>
                </a:moveTo>
                <a:lnTo>
                  <a:pt x="885825" y="19050"/>
                </a:lnTo>
                <a:lnTo>
                  <a:pt x="885825" y="28575"/>
                </a:lnTo>
                <a:lnTo>
                  <a:pt x="904875" y="28575"/>
                </a:lnTo>
                <a:lnTo>
                  <a:pt x="904875" y="38100"/>
                </a:lnTo>
                <a:lnTo>
                  <a:pt x="847725" y="38100"/>
                </a:lnTo>
                <a:lnTo>
                  <a:pt x="847725" y="28575"/>
                </a:lnTo>
                <a:lnTo>
                  <a:pt x="876300" y="28575"/>
                </a:lnTo>
                <a:close/>
                <a:moveTo>
                  <a:pt x="161925" y="28575"/>
                </a:moveTo>
                <a:lnTo>
                  <a:pt x="171450" y="28575"/>
                </a:lnTo>
                <a:lnTo>
                  <a:pt x="171450" y="38100"/>
                </a:lnTo>
                <a:lnTo>
                  <a:pt x="161925" y="38100"/>
                </a:lnTo>
                <a:close/>
                <a:moveTo>
                  <a:pt x="180975" y="28575"/>
                </a:moveTo>
                <a:lnTo>
                  <a:pt x="209550" y="28575"/>
                </a:lnTo>
                <a:lnTo>
                  <a:pt x="209550" y="38100"/>
                </a:lnTo>
                <a:lnTo>
                  <a:pt x="180975" y="38100"/>
                </a:lnTo>
                <a:close/>
                <a:moveTo>
                  <a:pt x="238125" y="28575"/>
                </a:moveTo>
                <a:lnTo>
                  <a:pt x="266700" y="28575"/>
                </a:lnTo>
                <a:lnTo>
                  <a:pt x="266700" y="38100"/>
                </a:lnTo>
                <a:lnTo>
                  <a:pt x="238125" y="38100"/>
                </a:lnTo>
                <a:close/>
                <a:moveTo>
                  <a:pt x="276225" y="28575"/>
                </a:moveTo>
                <a:lnTo>
                  <a:pt x="304800" y="28575"/>
                </a:lnTo>
                <a:lnTo>
                  <a:pt x="304800" y="38100"/>
                </a:lnTo>
                <a:lnTo>
                  <a:pt x="276225" y="38100"/>
                </a:lnTo>
                <a:close/>
                <a:moveTo>
                  <a:pt x="342900" y="28575"/>
                </a:moveTo>
                <a:lnTo>
                  <a:pt x="361950" y="28575"/>
                </a:lnTo>
                <a:lnTo>
                  <a:pt x="361950" y="38100"/>
                </a:lnTo>
                <a:lnTo>
                  <a:pt x="342900" y="38100"/>
                </a:lnTo>
                <a:close/>
                <a:moveTo>
                  <a:pt x="419100" y="28575"/>
                </a:moveTo>
                <a:lnTo>
                  <a:pt x="523875" y="28575"/>
                </a:lnTo>
                <a:lnTo>
                  <a:pt x="523875" y="38100"/>
                </a:lnTo>
                <a:lnTo>
                  <a:pt x="419100" y="38100"/>
                </a:lnTo>
                <a:close/>
                <a:moveTo>
                  <a:pt x="571500" y="28575"/>
                </a:moveTo>
                <a:lnTo>
                  <a:pt x="581025" y="28575"/>
                </a:lnTo>
                <a:lnTo>
                  <a:pt x="581025" y="38100"/>
                </a:lnTo>
                <a:lnTo>
                  <a:pt x="571500" y="38100"/>
                </a:lnTo>
                <a:close/>
                <a:moveTo>
                  <a:pt x="628650" y="28575"/>
                </a:moveTo>
                <a:lnTo>
                  <a:pt x="657225" y="28575"/>
                </a:lnTo>
                <a:lnTo>
                  <a:pt x="657225" y="38100"/>
                </a:lnTo>
                <a:lnTo>
                  <a:pt x="628650" y="38100"/>
                </a:lnTo>
                <a:close/>
                <a:moveTo>
                  <a:pt x="800100" y="28575"/>
                </a:moveTo>
                <a:lnTo>
                  <a:pt x="809625" y="28575"/>
                </a:lnTo>
                <a:lnTo>
                  <a:pt x="809625" y="38100"/>
                </a:lnTo>
                <a:lnTo>
                  <a:pt x="800100" y="38100"/>
                </a:lnTo>
                <a:close/>
                <a:moveTo>
                  <a:pt x="133350" y="38100"/>
                </a:moveTo>
                <a:lnTo>
                  <a:pt x="152400" y="38100"/>
                </a:lnTo>
                <a:lnTo>
                  <a:pt x="152400" y="47625"/>
                </a:lnTo>
                <a:lnTo>
                  <a:pt x="133350" y="47625"/>
                </a:lnTo>
                <a:close/>
                <a:moveTo>
                  <a:pt x="1181100" y="123825"/>
                </a:moveTo>
                <a:lnTo>
                  <a:pt x="1200150" y="123825"/>
                </a:lnTo>
                <a:lnTo>
                  <a:pt x="1200150" y="142875"/>
                </a:lnTo>
                <a:lnTo>
                  <a:pt x="1190625" y="142875"/>
                </a:lnTo>
                <a:lnTo>
                  <a:pt x="1190625" y="133350"/>
                </a:lnTo>
                <a:lnTo>
                  <a:pt x="1181100" y="133350"/>
                </a:lnTo>
                <a:close/>
                <a:moveTo>
                  <a:pt x="381000" y="161925"/>
                </a:moveTo>
                <a:lnTo>
                  <a:pt x="390525" y="161925"/>
                </a:lnTo>
                <a:lnTo>
                  <a:pt x="390525" y="171450"/>
                </a:lnTo>
                <a:lnTo>
                  <a:pt x="381000" y="171450"/>
                </a:lnTo>
                <a:close/>
                <a:moveTo>
                  <a:pt x="666750" y="161925"/>
                </a:moveTo>
                <a:lnTo>
                  <a:pt x="676275" y="161925"/>
                </a:lnTo>
                <a:lnTo>
                  <a:pt x="676275" y="171450"/>
                </a:lnTo>
                <a:lnTo>
                  <a:pt x="666750" y="171450"/>
                </a:lnTo>
                <a:close/>
                <a:moveTo>
                  <a:pt x="657225" y="171450"/>
                </a:moveTo>
                <a:lnTo>
                  <a:pt x="666750" y="171450"/>
                </a:lnTo>
                <a:lnTo>
                  <a:pt x="666750" y="180975"/>
                </a:lnTo>
                <a:lnTo>
                  <a:pt x="657225" y="180975"/>
                </a:lnTo>
                <a:close/>
                <a:moveTo>
                  <a:pt x="381000" y="180975"/>
                </a:moveTo>
                <a:lnTo>
                  <a:pt x="390525" y="180975"/>
                </a:lnTo>
                <a:lnTo>
                  <a:pt x="390525" y="190500"/>
                </a:lnTo>
                <a:lnTo>
                  <a:pt x="381000" y="190500"/>
                </a:lnTo>
                <a:close/>
                <a:moveTo>
                  <a:pt x="666750" y="180975"/>
                </a:moveTo>
                <a:lnTo>
                  <a:pt x="676275" y="180975"/>
                </a:lnTo>
                <a:lnTo>
                  <a:pt x="676275" y="190500"/>
                </a:lnTo>
                <a:lnTo>
                  <a:pt x="666750" y="190500"/>
                </a:lnTo>
                <a:close/>
                <a:moveTo>
                  <a:pt x="371475" y="190500"/>
                </a:moveTo>
                <a:lnTo>
                  <a:pt x="381000" y="190500"/>
                </a:lnTo>
                <a:lnTo>
                  <a:pt x="381000" y="200025"/>
                </a:lnTo>
                <a:lnTo>
                  <a:pt x="371475" y="200025"/>
                </a:lnTo>
                <a:close/>
                <a:moveTo>
                  <a:pt x="676275" y="190500"/>
                </a:moveTo>
                <a:lnTo>
                  <a:pt x="685800" y="190500"/>
                </a:lnTo>
                <a:lnTo>
                  <a:pt x="685800" y="200025"/>
                </a:lnTo>
                <a:lnTo>
                  <a:pt x="676275" y="200025"/>
                </a:lnTo>
                <a:close/>
                <a:moveTo>
                  <a:pt x="190500" y="257175"/>
                </a:moveTo>
                <a:lnTo>
                  <a:pt x="200025" y="257175"/>
                </a:lnTo>
                <a:lnTo>
                  <a:pt x="200025" y="276225"/>
                </a:lnTo>
                <a:lnTo>
                  <a:pt x="180975" y="276225"/>
                </a:lnTo>
                <a:lnTo>
                  <a:pt x="180975" y="266700"/>
                </a:lnTo>
                <a:lnTo>
                  <a:pt x="190500" y="266700"/>
                </a:lnTo>
                <a:close/>
                <a:moveTo>
                  <a:pt x="219075" y="266700"/>
                </a:moveTo>
                <a:lnTo>
                  <a:pt x="238125" y="266700"/>
                </a:lnTo>
                <a:lnTo>
                  <a:pt x="238125" y="285750"/>
                </a:lnTo>
                <a:lnTo>
                  <a:pt x="219075" y="285750"/>
                </a:lnTo>
                <a:close/>
                <a:moveTo>
                  <a:pt x="171450" y="276225"/>
                </a:moveTo>
                <a:lnTo>
                  <a:pt x="180975" y="276225"/>
                </a:lnTo>
                <a:lnTo>
                  <a:pt x="180975" y="285750"/>
                </a:lnTo>
                <a:lnTo>
                  <a:pt x="171450" y="285750"/>
                </a:lnTo>
                <a:close/>
                <a:moveTo>
                  <a:pt x="685800" y="276225"/>
                </a:moveTo>
                <a:lnTo>
                  <a:pt x="695325" y="276225"/>
                </a:lnTo>
                <a:lnTo>
                  <a:pt x="695325" y="285750"/>
                </a:lnTo>
                <a:lnTo>
                  <a:pt x="685800" y="285750"/>
                </a:lnTo>
                <a:close/>
                <a:moveTo>
                  <a:pt x="152400" y="285750"/>
                </a:moveTo>
                <a:lnTo>
                  <a:pt x="171450" y="285750"/>
                </a:lnTo>
                <a:lnTo>
                  <a:pt x="171450" y="304800"/>
                </a:lnTo>
                <a:lnTo>
                  <a:pt x="152400" y="304800"/>
                </a:lnTo>
                <a:close/>
                <a:moveTo>
                  <a:pt x="638175" y="295275"/>
                </a:moveTo>
                <a:lnTo>
                  <a:pt x="647700" y="295275"/>
                </a:lnTo>
                <a:lnTo>
                  <a:pt x="647700" y="304800"/>
                </a:lnTo>
                <a:lnTo>
                  <a:pt x="638175" y="304800"/>
                </a:lnTo>
                <a:close/>
                <a:moveTo>
                  <a:pt x="495300" y="304800"/>
                </a:moveTo>
                <a:lnTo>
                  <a:pt x="504825" y="304800"/>
                </a:lnTo>
                <a:lnTo>
                  <a:pt x="504825" y="333375"/>
                </a:lnTo>
                <a:lnTo>
                  <a:pt x="495300" y="333375"/>
                </a:lnTo>
                <a:close/>
                <a:moveTo>
                  <a:pt x="361950" y="390525"/>
                </a:moveTo>
                <a:lnTo>
                  <a:pt x="390525" y="390525"/>
                </a:lnTo>
                <a:lnTo>
                  <a:pt x="390525" y="400050"/>
                </a:lnTo>
                <a:lnTo>
                  <a:pt x="361950" y="400050"/>
                </a:lnTo>
                <a:close/>
                <a:moveTo>
                  <a:pt x="161925" y="400050"/>
                </a:moveTo>
                <a:lnTo>
                  <a:pt x="171450" y="400050"/>
                </a:lnTo>
                <a:lnTo>
                  <a:pt x="171450" y="419100"/>
                </a:lnTo>
                <a:lnTo>
                  <a:pt x="161925" y="419100"/>
                </a:lnTo>
                <a:close/>
                <a:moveTo>
                  <a:pt x="847725" y="400050"/>
                </a:moveTo>
                <a:lnTo>
                  <a:pt x="857250" y="400050"/>
                </a:lnTo>
                <a:lnTo>
                  <a:pt x="857250" y="409575"/>
                </a:lnTo>
                <a:lnTo>
                  <a:pt x="847725" y="409575"/>
                </a:lnTo>
                <a:close/>
                <a:moveTo>
                  <a:pt x="323850" y="409575"/>
                </a:moveTo>
                <a:lnTo>
                  <a:pt x="342900" y="409575"/>
                </a:lnTo>
                <a:lnTo>
                  <a:pt x="342900" y="419100"/>
                </a:lnTo>
                <a:lnTo>
                  <a:pt x="323850" y="419100"/>
                </a:lnTo>
                <a:close/>
                <a:moveTo>
                  <a:pt x="0" y="419100"/>
                </a:moveTo>
                <a:lnTo>
                  <a:pt x="9525" y="419100"/>
                </a:lnTo>
                <a:lnTo>
                  <a:pt x="9525" y="438150"/>
                </a:lnTo>
                <a:lnTo>
                  <a:pt x="0" y="438150"/>
                </a:lnTo>
                <a:close/>
                <a:moveTo>
                  <a:pt x="238125" y="419100"/>
                </a:moveTo>
                <a:lnTo>
                  <a:pt x="247650" y="419100"/>
                </a:lnTo>
                <a:lnTo>
                  <a:pt x="247650" y="438150"/>
                </a:lnTo>
                <a:lnTo>
                  <a:pt x="238125" y="438150"/>
                </a:lnTo>
                <a:close/>
                <a:moveTo>
                  <a:pt x="257175" y="419100"/>
                </a:moveTo>
                <a:lnTo>
                  <a:pt x="266700" y="419100"/>
                </a:lnTo>
                <a:lnTo>
                  <a:pt x="266700" y="428625"/>
                </a:lnTo>
                <a:lnTo>
                  <a:pt x="257175" y="428625"/>
                </a:lnTo>
                <a:close/>
                <a:moveTo>
                  <a:pt x="190500" y="428625"/>
                </a:moveTo>
                <a:lnTo>
                  <a:pt x="200025" y="428625"/>
                </a:lnTo>
                <a:lnTo>
                  <a:pt x="200025" y="438150"/>
                </a:lnTo>
                <a:lnTo>
                  <a:pt x="190500" y="438150"/>
                </a:lnTo>
                <a:close/>
                <a:moveTo>
                  <a:pt x="990600" y="447675"/>
                </a:moveTo>
                <a:lnTo>
                  <a:pt x="1000125" y="447675"/>
                </a:lnTo>
                <a:lnTo>
                  <a:pt x="1000125" y="485775"/>
                </a:lnTo>
                <a:lnTo>
                  <a:pt x="990600" y="485775"/>
                </a:lnTo>
                <a:close/>
                <a:moveTo>
                  <a:pt x="590550" y="457200"/>
                </a:moveTo>
                <a:lnTo>
                  <a:pt x="600075" y="457200"/>
                </a:lnTo>
                <a:lnTo>
                  <a:pt x="600075" y="466725"/>
                </a:lnTo>
                <a:lnTo>
                  <a:pt x="590550" y="466725"/>
                </a:lnTo>
                <a:close/>
                <a:moveTo>
                  <a:pt x="152400" y="466725"/>
                </a:moveTo>
                <a:lnTo>
                  <a:pt x="171450" y="466725"/>
                </a:lnTo>
                <a:lnTo>
                  <a:pt x="171450" y="485775"/>
                </a:lnTo>
                <a:lnTo>
                  <a:pt x="152400" y="485775"/>
                </a:lnTo>
                <a:close/>
                <a:moveTo>
                  <a:pt x="276225" y="466725"/>
                </a:moveTo>
                <a:lnTo>
                  <a:pt x="304800" y="466725"/>
                </a:lnTo>
                <a:lnTo>
                  <a:pt x="304800" y="476250"/>
                </a:lnTo>
                <a:lnTo>
                  <a:pt x="276225" y="476250"/>
                </a:lnTo>
                <a:close/>
                <a:moveTo>
                  <a:pt x="266700" y="476250"/>
                </a:moveTo>
                <a:lnTo>
                  <a:pt x="276225" y="476250"/>
                </a:lnTo>
                <a:lnTo>
                  <a:pt x="276225" y="504825"/>
                </a:lnTo>
                <a:lnTo>
                  <a:pt x="266700" y="504825"/>
                </a:lnTo>
                <a:close/>
                <a:moveTo>
                  <a:pt x="333375" y="495300"/>
                </a:moveTo>
                <a:lnTo>
                  <a:pt x="342900" y="495300"/>
                </a:lnTo>
                <a:lnTo>
                  <a:pt x="342900" y="504825"/>
                </a:lnTo>
                <a:lnTo>
                  <a:pt x="333375" y="504825"/>
                </a:lnTo>
                <a:close/>
                <a:moveTo>
                  <a:pt x="600075" y="523875"/>
                </a:moveTo>
                <a:lnTo>
                  <a:pt x="609600" y="523875"/>
                </a:lnTo>
                <a:lnTo>
                  <a:pt x="609600" y="533400"/>
                </a:lnTo>
                <a:lnTo>
                  <a:pt x="600075" y="533400"/>
                </a:lnTo>
                <a:close/>
                <a:moveTo>
                  <a:pt x="590550" y="533400"/>
                </a:moveTo>
                <a:lnTo>
                  <a:pt x="600075" y="533400"/>
                </a:lnTo>
                <a:lnTo>
                  <a:pt x="600075" y="542925"/>
                </a:lnTo>
                <a:lnTo>
                  <a:pt x="590550" y="542925"/>
                </a:lnTo>
                <a:close/>
                <a:moveTo>
                  <a:pt x="609600" y="533400"/>
                </a:moveTo>
                <a:lnTo>
                  <a:pt x="619125" y="533400"/>
                </a:lnTo>
                <a:lnTo>
                  <a:pt x="619125" y="552450"/>
                </a:lnTo>
                <a:lnTo>
                  <a:pt x="609600" y="552450"/>
                </a:lnTo>
                <a:close/>
                <a:moveTo>
                  <a:pt x="628650" y="533400"/>
                </a:moveTo>
                <a:lnTo>
                  <a:pt x="647700" y="533400"/>
                </a:lnTo>
                <a:lnTo>
                  <a:pt x="647700" y="552450"/>
                </a:lnTo>
                <a:lnTo>
                  <a:pt x="638175" y="552450"/>
                </a:lnTo>
                <a:lnTo>
                  <a:pt x="638175" y="542925"/>
                </a:lnTo>
                <a:lnTo>
                  <a:pt x="628650" y="542925"/>
                </a:lnTo>
                <a:close/>
                <a:moveTo>
                  <a:pt x="657225" y="533400"/>
                </a:moveTo>
                <a:lnTo>
                  <a:pt x="666750" y="533400"/>
                </a:lnTo>
                <a:lnTo>
                  <a:pt x="666750" y="542925"/>
                </a:lnTo>
                <a:lnTo>
                  <a:pt x="657225" y="542925"/>
                </a:lnTo>
                <a:close/>
                <a:moveTo>
                  <a:pt x="114300" y="571500"/>
                </a:moveTo>
                <a:lnTo>
                  <a:pt x="123825" y="571500"/>
                </a:lnTo>
                <a:lnTo>
                  <a:pt x="123825" y="628650"/>
                </a:lnTo>
                <a:lnTo>
                  <a:pt x="114300" y="628650"/>
                </a:lnTo>
                <a:close/>
                <a:moveTo>
                  <a:pt x="171450" y="571500"/>
                </a:moveTo>
                <a:lnTo>
                  <a:pt x="180975" y="571500"/>
                </a:lnTo>
                <a:lnTo>
                  <a:pt x="180975" y="581025"/>
                </a:lnTo>
                <a:lnTo>
                  <a:pt x="171450" y="581025"/>
                </a:lnTo>
                <a:close/>
                <a:moveTo>
                  <a:pt x="161925" y="581025"/>
                </a:moveTo>
                <a:lnTo>
                  <a:pt x="171450" y="581025"/>
                </a:lnTo>
                <a:lnTo>
                  <a:pt x="171450" y="590550"/>
                </a:lnTo>
                <a:lnTo>
                  <a:pt x="161925" y="590550"/>
                </a:lnTo>
                <a:close/>
                <a:moveTo>
                  <a:pt x="276225" y="590550"/>
                </a:moveTo>
                <a:lnTo>
                  <a:pt x="285750" y="590550"/>
                </a:lnTo>
                <a:lnTo>
                  <a:pt x="285750" y="600075"/>
                </a:lnTo>
                <a:lnTo>
                  <a:pt x="276225" y="600075"/>
                </a:lnTo>
                <a:close/>
                <a:moveTo>
                  <a:pt x="361950" y="609600"/>
                </a:moveTo>
                <a:lnTo>
                  <a:pt x="390525" y="609600"/>
                </a:lnTo>
                <a:lnTo>
                  <a:pt x="390525" y="619125"/>
                </a:lnTo>
                <a:lnTo>
                  <a:pt x="361950" y="619125"/>
                </a:lnTo>
                <a:close/>
                <a:moveTo>
                  <a:pt x="171450" y="628650"/>
                </a:moveTo>
                <a:lnTo>
                  <a:pt x="180975" y="628650"/>
                </a:lnTo>
                <a:lnTo>
                  <a:pt x="180975" y="638175"/>
                </a:lnTo>
                <a:lnTo>
                  <a:pt x="171450" y="638175"/>
                </a:lnTo>
                <a:close/>
                <a:moveTo>
                  <a:pt x="257175" y="628650"/>
                </a:moveTo>
                <a:lnTo>
                  <a:pt x="266700" y="628650"/>
                </a:lnTo>
                <a:lnTo>
                  <a:pt x="266700" y="638175"/>
                </a:lnTo>
                <a:lnTo>
                  <a:pt x="257175" y="638175"/>
                </a:lnTo>
                <a:close/>
                <a:moveTo>
                  <a:pt x="457200" y="638175"/>
                </a:moveTo>
                <a:lnTo>
                  <a:pt x="476250" y="638175"/>
                </a:lnTo>
                <a:lnTo>
                  <a:pt x="476250" y="647700"/>
                </a:lnTo>
                <a:lnTo>
                  <a:pt x="457200" y="647700"/>
                </a:lnTo>
                <a:close/>
                <a:moveTo>
                  <a:pt x="161925" y="647700"/>
                </a:moveTo>
                <a:lnTo>
                  <a:pt x="171450" y="647700"/>
                </a:lnTo>
                <a:lnTo>
                  <a:pt x="171450" y="657225"/>
                </a:lnTo>
                <a:lnTo>
                  <a:pt x="161925" y="657225"/>
                </a:lnTo>
                <a:close/>
                <a:moveTo>
                  <a:pt x="257175" y="647700"/>
                </a:moveTo>
                <a:lnTo>
                  <a:pt x="266700" y="647700"/>
                </a:lnTo>
                <a:lnTo>
                  <a:pt x="266700" y="657225"/>
                </a:lnTo>
                <a:lnTo>
                  <a:pt x="257175" y="657225"/>
                </a:lnTo>
                <a:close/>
                <a:moveTo>
                  <a:pt x="933450" y="647700"/>
                </a:moveTo>
                <a:lnTo>
                  <a:pt x="942975" y="647700"/>
                </a:lnTo>
                <a:lnTo>
                  <a:pt x="942975" y="657225"/>
                </a:lnTo>
                <a:lnTo>
                  <a:pt x="952500" y="657225"/>
                </a:lnTo>
                <a:lnTo>
                  <a:pt x="952500" y="647700"/>
                </a:lnTo>
                <a:lnTo>
                  <a:pt x="962025" y="647700"/>
                </a:lnTo>
                <a:lnTo>
                  <a:pt x="962025" y="657225"/>
                </a:lnTo>
                <a:lnTo>
                  <a:pt x="952500" y="657225"/>
                </a:lnTo>
                <a:lnTo>
                  <a:pt x="952500" y="685800"/>
                </a:lnTo>
                <a:lnTo>
                  <a:pt x="942975" y="685800"/>
                </a:lnTo>
                <a:lnTo>
                  <a:pt x="942975" y="666750"/>
                </a:lnTo>
                <a:lnTo>
                  <a:pt x="933450" y="666750"/>
                </a:lnTo>
                <a:lnTo>
                  <a:pt x="933450" y="676275"/>
                </a:lnTo>
                <a:lnTo>
                  <a:pt x="923925" y="676275"/>
                </a:lnTo>
                <a:lnTo>
                  <a:pt x="923925" y="657225"/>
                </a:lnTo>
                <a:lnTo>
                  <a:pt x="933450" y="657225"/>
                </a:lnTo>
                <a:close/>
                <a:moveTo>
                  <a:pt x="581025" y="657225"/>
                </a:moveTo>
                <a:lnTo>
                  <a:pt x="590550" y="657225"/>
                </a:lnTo>
                <a:lnTo>
                  <a:pt x="590550" y="685800"/>
                </a:lnTo>
                <a:lnTo>
                  <a:pt x="571500" y="685800"/>
                </a:lnTo>
                <a:lnTo>
                  <a:pt x="571500" y="695325"/>
                </a:lnTo>
                <a:lnTo>
                  <a:pt x="552450" y="695325"/>
                </a:lnTo>
                <a:lnTo>
                  <a:pt x="552450" y="685800"/>
                </a:lnTo>
                <a:lnTo>
                  <a:pt x="561975" y="685800"/>
                </a:lnTo>
                <a:lnTo>
                  <a:pt x="561975" y="676275"/>
                </a:lnTo>
                <a:lnTo>
                  <a:pt x="542925" y="676275"/>
                </a:lnTo>
                <a:lnTo>
                  <a:pt x="542925" y="695325"/>
                </a:lnTo>
                <a:lnTo>
                  <a:pt x="523875" y="695325"/>
                </a:lnTo>
                <a:lnTo>
                  <a:pt x="523875" y="685800"/>
                </a:lnTo>
                <a:lnTo>
                  <a:pt x="533400" y="685800"/>
                </a:lnTo>
                <a:lnTo>
                  <a:pt x="533400" y="676275"/>
                </a:lnTo>
                <a:lnTo>
                  <a:pt x="523875" y="676275"/>
                </a:lnTo>
                <a:lnTo>
                  <a:pt x="523875" y="666750"/>
                </a:lnTo>
                <a:lnTo>
                  <a:pt x="561975" y="666750"/>
                </a:lnTo>
                <a:lnTo>
                  <a:pt x="561975" y="676275"/>
                </a:lnTo>
                <a:lnTo>
                  <a:pt x="571500" y="676275"/>
                </a:lnTo>
                <a:lnTo>
                  <a:pt x="571500" y="666750"/>
                </a:lnTo>
                <a:lnTo>
                  <a:pt x="581025" y="666750"/>
                </a:lnTo>
                <a:close/>
                <a:moveTo>
                  <a:pt x="171450" y="685800"/>
                </a:moveTo>
                <a:lnTo>
                  <a:pt x="190500" y="685800"/>
                </a:lnTo>
                <a:lnTo>
                  <a:pt x="190500" y="695325"/>
                </a:lnTo>
                <a:lnTo>
                  <a:pt x="171450" y="695325"/>
                </a:lnTo>
                <a:close/>
                <a:moveTo>
                  <a:pt x="381000" y="685800"/>
                </a:moveTo>
                <a:lnTo>
                  <a:pt x="419100" y="685800"/>
                </a:lnTo>
                <a:lnTo>
                  <a:pt x="419100" y="695325"/>
                </a:lnTo>
                <a:lnTo>
                  <a:pt x="381000" y="695325"/>
                </a:lnTo>
                <a:close/>
                <a:moveTo>
                  <a:pt x="447675" y="685800"/>
                </a:moveTo>
                <a:lnTo>
                  <a:pt x="476250" y="685800"/>
                </a:lnTo>
                <a:lnTo>
                  <a:pt x="476250" y="695325"/>
                </a:lnTo>
                <a:lnTo>
                  <a:pt x="447675" y="695325"/>
                </a:lnTo>
                <a:close/>
                <a:moveTo>
                  <a:pt x="590550" y="685800"/>
                </a:moveTo>
                <a:lnTo>
                  <a:pt x="600075" y="685800"/>
                </a:lnTo>
                <a:lnTo>
                  <a:pt x="600075" y="695325"/>
                </a:lnTo>
                <a:lnTo>
                  <a:pt x="590550" y="695325"/>
                </a:lnTo>
                <a:close/>
                <a:moveTo>
                  <a:pt x="638175" y="685800"/>
                </a:moveTo>
                <a:lnTo>
                  <a:pt x="647700" y="685800"/>
                </a:lnTo>
                <a:lnTo>
                  <a:pt x="647700" y="695325"/>
                </a:lnTo>
                <a:lnTo>
                  <a:pt x="638175" y="695325"/>
                </a:lnTo>
                <a:close/>
                <a:moveTo>
                  <a:pt x="676275" y="685800"/>
                </a:moveTo>
                <a:lnTo>
                  <a:pt x="723900" y="685800"/>
                </a:lnTo>
                <a:lnTo>
                  <a:pt x="723900" y="695325"/>
                </a:lnTo>
                <a:lnTo>
                  <a:pt x="676275" y="695325"/>
                </a:lnTo>
                <a:close/>
                <a:moveTo>
                  <a:pt x="742950" y="685800"/>
                </a:moveTo>
                <a:lnTo>
                  <a:pt x="790575" y="685800"/>
                </a:lnTo>
                <a:lnTo>
                  <a:pt x="790575" y="695325"/>
                </a:lnTo>
                <a:lnTo>
                  <a:pt x="742950" y="695325"/>
                </a:lnTo>
                <a:close/>
                <a:moveTo>
                  <a:pt x="904875" y="685800"/>
                </a:moveTo>
                <a:lnTo>
                  <a:pt x="914400" y="685800"/>
                </a:lnTo>
                <a:lnTo>
                  <a:pt x="914400" y="695325"/>
                </a:lnTo>
                <a:lnTo>
                  <a:pt x="904875" y="695325"/>
                </a:lnTo>
                <a:close/>
                <a:moveTo>
                  <a:pt x="923925" y="685800"/>
                </a:moveTo>
                <a:lnTo>
                  <a:pt x="942975" y="685800"/>
                </a:lnTo>
                <a:lnTo>
                  <a:pt x="942975" y="695325"/>
                </a:lnTo>
                <a:lnTo>
                  <a:pt x="923925" y="695325"/>
                </a:lnTo>
                <a:close/>
                <a:moveTo>
                  <a:pt x="66675" y="714375"/>
                </a:moveTo>
                <a:lnTo>
                  <a:pt x="76200" y="714375"/>
                </a:lnTo>
                <a:lnTo>
                  <a:pt x="76200" y="733425"/>
                </a:lnTo>
                <a:lnTo>
                  <a:pt x="66675" y="733425"/>
                </a:lnTo>
                <a:close/>
                <a:moveTo>
                  <a:pt x="152400" y="714375"/>
                </a:moveTo>
                <a:lnTo>
                  <a:pt x="171450" y="714375"/>
                </a:lnTo>
                <a:lnTo>
                  <a:pt x="171450" y="723900"/>
                </a:lnTo>
                <a:lnTo>
                  <a:pt x="152400" y="723900"/>
                </a:lnTo>
                <a:close/>
                <a:moveTo>
                  <a:pt x="1057275" y="752475"/>
                </a:moveTo>
                <a:lnTo>
                  <a:pt x="1066800" y="752475"/>
                </a:lnTo>
                <a:lnTo>
                  <a:pt x="1066800" y="762000"/>
                </a:lnTo>
                <a:lnTo>
                  <a:pt x="1057275" y="762000"/>
                </a:lnTo>
                <a:close/>
              </a:path>
            </a:pathLst>
          </a:custGeom>
          <a:solidFill xmlns:a="http://schemas.openxmlformats.org/drawingml/2006/main">
            <a:srgbClr val="F7F9F4"/>
          </a:solidFill>
          <a:ln xmlns:a="http://schemas.openxmlformats.org/drawingml/2006/main" w="0">
            <a:noFill/>
          </a:ln>
        </p:spPr>
      </p:sp>
      <p:sp>
        <p:nvSpPr>
          <p:cNvPr id="50" name="v01 vector #f8f8f4">
            <a:extLst xmlns:a="http://schemas.openxmlformats.org/drawingml/2006/main">
              <a:ext uri="{FF2B5EF4-FFF2-40B4-BE49-F238E27FC236}">
                <a16:creationId xmlns:a16="http://schemas.microsoft.com/office/drawing/2014/main" id="{B8D149EE-A034-4B0C-83A0-F814A5F027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8250" y="2362200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657225" y="0"/>
                </a:moveTo>
                <a:lnTo>
                  <a:pt x="666750" y="0"/>
                </a:lnTo>
                <a:lnTo>
                  <a:pt x="666750" y="9525"/>
                </a:lnTo>
                <a:lnTo>
                  <a:pt x="657225" y="9525"/>
                </a:lnTo>
                <a:close/>
                <a:moveTo>
                  <a:pt x="1181100" y="0"/>
                </a:moveTo>
                <a:lnTo>
                  <a:pt x="1190625" y="0"/>
                </a:lnTo>
                <a:lnTo>
                  <a:pt x="1190625" y="19050"/>
                </a:lnTo>
                <a:lnTo>
                  <a:pt x="1181100" y="19050"/>
                </a:lnTo>
                <a:close/>
                <a:moveTo>
                  <a:pt x="171450" y="9525"/>
                </a:moveTo>
                <a:lnTo>
                  <a:pt x="180975" y="9525"/>
                </a:lnTo>
                <a:lnTo>
                  <a:pt x="180975" y="19050"/>
                </a:lnTo>
                <a:lnTo>
                  <a:pt x="171450" y="19050"/>
                </a:lnTo>
                <a:close/>
                <a:moveTo>
                  <a:pt x="190500" y="9525"/>
                </a:moveTo>
                <a:lnTo>
                  <a:pt x="219075" y="9525"/>
                </a:lnTo>
                <a:lnTo>
                  <a:pt x="219075" y="19050"/>
                </a:lnTo>
                <a:lnTo>
                  <a:pt x="190500" y="19050"/>
                </a:lnTo>
                <a:close/>
                <a:moveTo>
                  <a:pt x="447675" y="9525"/>
                </a:moveTo>
                <a:lnTo>
                  <a:pt x="485775" y="9525"/>
                </a:lnTo>
                <a:lnTo>
                  <a:pt x="485775" y="19050"/>
                </a:lnTo>
                <a:lnTo>
                  <a:pt x="447675" y="19050"/>
                </a:lnTo>
                <a:close/>
                <a:moveTo>
                  <a:pt x="504825" y="9525"/>
                </a:moveTo>
                <a:lnTo>
                  <a:pt x="523875" y="9525"/>
                </a:lnTo>
                <a:lnTo>
                  <a:pt x="523875" y="19050"/>
                </a:lnTo>
                <a:lnTo>
                  <a:pt x="504825" y="19050"/>
                </a:lnTo>
                <a:close/>
                <a:moveTo>
                  <a:pt x="276225" y="19050"/>
                </a:moveTo>
                <a:lnTo>
                  <a:pt x="304800" y="19050"/>
                </a:lnTo>
                <a:lnTo>
                  <a:pt x="304800" y="28575"/>
                </a:lnTo>
                <a:lnTo>
                  <a:pt x="276225" y="28575"/>
                </a:lnTo>
                <a:close/>
                <a:moveTo>
                  <a:pt x="409575" y="19050"/>
                </a:moveTo>
                <a:lnTo>
                  <a:pt x="438150" y="19050"/>
                </a:lnTo>
                <a:lnTo>
                  <a:pt x="438150" y="28575"/>
                </a:lnTo>
                <a:lnTo>
                  <a:pt x="419100" y="28575"/>
                </a:lnTo>
                <a:lnTo>
                  <a:pt x="419100" y="38100"/>
                </a:lnTo>
                <a:lnTo>
                  <a:pt x="409575" y="38100"/>
                </a:lnTo>
                <a:close/>
                <a:moveTo>
                  <a:pt x="609600" y="19050"/>
                </a:moveTo>
                <a:lnTo>
                  <a:pt x="619125" y="19050"/>
                </a:lnTo>
                <a:lnTo>
                  <a:pt x="619125" y="28575"/>
                </a:lnTo>
                <a:lnTo>
                  <a:pt x="609600" y="28575"/>
                </a:lnTo>
                <a:close/>
                <a:moveTo>
                  <a:pt x="676275" y="19050"/>
                </a:moveTo>
                <a:lnTo>
                  <a:pt x="685800" y="19050"/>
                </a:lnTo>
                <a:lnTo>
                  <a:pt x="685800" y="28575"/>
                </a:lnTo>
                <a:lnTo>
                  <a:pt x="676275" y="28575"/>
                </a:lnTo>
                <a:close/>
                <a:moveTo>
                  <a:pt x="581025" y="28575"/>
                </a:moveTo>
                <a:lnTo>
                  <a:pt x="590550" y="28575"/>
                </a:lnTo>
                <a:lnTo>
                  <a:pt x="590550" y="38100"/>
                </a:lnTo>
                <a:lnTo>
                  <a:pt x="581025" y="38100"/>
                </a:lnTo>
                <a:close/>
                <a:moveTo>
                  <a:pt x="1085850" y="47625"/>
                </a:moveTo>
                <a:lnTo>
                  <a:pt x="1095375" y="47625"/>
                </a:lnTo>
                <a:lnTo>
                  <a:pt x="1095375" y="57150"/>
                </a:lnTo>
                <a:lnTo>
                  <a:pt x="1085850" y="57150"/>
                </a:lnTo>
                <a:close/>
                <a:moveTo>
                  <a:pt x="57150" y="57150"/>
                </a:moveTo>
                <a:lnTo>
                  <a:pt x="76200" y="57150"/>
                </a:lnTo>
                <a:lnTo>
                  <a:pt x="76200" y="76200"/>
                </a:lnTo>
                <a:lnTo>
                  <a:pt x="57150" y="76200"/>
                </a:lnTo>
                <a:close/>
                <a:moveTo>
                  <a:pt x="104775" y="57150"/>
                </a:moveTo>
                <a:lnTo>
                  <a:pt x="114300" y="57150"/>
                </a:lnTo>
                <a:lnTo>
                  <a:pt x="114300" y="66675"/>
                </a:lnTo>
                <a:lnTo>
                  <a:pt x="104775" y="66675"/>
                </a:lnTo>
                <a:close/>
                <a:moveTo>
                  <a:pt x="0" y="66675"/>
                </a:moveTo>
                <a:lnTo>
                  <a:pt x="9525" y="66675"/>
                </a:lnTo>
                <a:lnTo>
                  <a:pt x="9525" y="76200"/>
                </a:lnTo>
                <a:lnTo>
                  <a:pt x="0" y="76200"/>
                </a:lnTo>
                <a:close/>
                <a:moveTo>
                  <a:pt x="1171575" y="76200"/>
                </a:moveTo>
                <a:lnTo>
                  <a:pt x="1181100" y="76200"/>
                </a:lnTo>
                <a:lnTo>
                  <a:pt x="1181100" y="85725"/>
                </a:lnTo>
                <a:lnTo>
                  <a:pt x="1171575" y="85725"/>
                </a:lnTo>
                <a:close/>
                <a:moveTo>
                  <a:pt x="1190625" y="76200"/>
                </a:moveTo>
                <a:lnTo>
                  <a:pt x="1200150" y="76200"/>
                </a:lnTo>
                <a:lnTo>
                  <a:pt x="1200150" y="85725"/>
                </a:lnTo>
                <a:lnTo>
                  <a:pt x="1190625" y="85725"/>
                </a:lnTo>
                <a:close/>
                <a:moveTo>
                  <a:pt x="38100" y="104775"/>
                </a:moveTo>
                <a:lnTo>
                  <a:pt x="47625" y="104775"/>
                </a:lnTo>
                <a:lnTo>
                  <a:pt x="47625" y="114300"/>
                </a:lnTo>
                <a:lnTo>
                  <a:pt x="38100" y="114300"/>
                </a:lnTo>
                <a:close/>
                <a:moveTo>
                  <a:pt x="57150" y="104775"/>
                </a:moveTo>
                <a:lnTo>
                  <a:pt x="66675" y="104775"/>
                </a:lnTo>
                <a:lnTo>
                  <a:pt x="66675" y="114300"/>
                </a:lnTo>
                <a:lnTo>
                  <a:pt x="57150" y="114300"/>
                </a:lnTo>
                <a:close/>
                <a:moveTo>
                  <a:pt x="28575" y="114300"/>
                </a:moveTo>
                <a:lnTo>
                  <a:pt x="38100" y="114300"/>
                </a:lnTo>
                <a:lnTo>
                  <a:pt x="38100" y="123825"/>
                </a:lnTo>
                <a:lnTo>
                  <a:pt x="28575" y="123825"/>
                </a:lnTo>
                <a:close/>
                <a:moveTo>
                  <a:pt x="95250" y="114300"/>
                </a:moveTo>
                <a:lnTo>
                  <a:pt x="114300" y="114300"/>
                </a:lnTo>
                <a:lnTo>
                  <a:pt x="114300" y="133350"/>
                </a:lnTo>
                <a:lnTo>
                  <a:pt x="104775" y="133350"/>
                </a:lnTo>
                <a:lnTo>
                  <a:pt x="104775" y="123825"/>
                </a:lnTo>
                <a:lnTo>
                  <a:pt x="95250" y="123825"/>
                </a:lnTo>
                <a:close/>
                <a:moveTo>
                  <a:pt x="1095375" y="114300"/>
                </a:moveTo>
                <a:lnTo>
                  <a:pt x="1104900" y="114300"/>
                </a:lnTo>
                <a:lnTo>
                  <a:pt x="1104900" y="142875"/>
                </a:lnTo>
                <a:lnTo>
                  <a:pt x="1095375" y="142875"/>
                </a:lnTo>
                <a:lnTo>
                  <a:pt x="1095375" y="133350"/>
                </a:lnTo>
                <a:lnTo>
                  <a:pt x="1076325" y="133350"/>
                </a:lnTo>
                <a:lnTo>
                  <a:pt x="1076325" y="123825"/>
                </a:lnTo>
                <a:lnTo>
                  <a:pt x="1095375" y="123825"/>
                </a:lnTo>
                <a:close/>
                <a:moveTo>
                  <a:pt x="1162050" y="123825"/>
                </a:moveTo>
                <a:lnTo>
                  <a:pt x="1181100" y="123825"/>
                </a:lnTo>
                <a:lnTo>
                  <a:pt x="1181100" y="133350"/>
                </a:lnTo>
                <a:lnTo>
                  <a:pt x="1190625" y="133350"/>
                </a:lnTo>
                <a:lnTo>
                  <a:pt x="1190625" y="142875"/>
                </a:lnTo>
                <a:lnTo>
                  <a:pt x="1200150" y="142875"/>
                </a:lnTo>
                <a:lnTo>
                  <a:pt x="1200150" y="133350"/>
                </a:lnTo>
                <a:lnTo>
                  <a:pt x="1209675" y="133350"/>
                </a:lnTo>
                <a:lnTo>
                  <a:pt x="1209675" y="152400"/>
                </a:lnTo>
                <a:lnTo>
                  <a:pt x="1200150" y="152400"/>
                </a:lnTo>
                <a:lnTo>
                  <a:pt x="1200150" y="161925"/>
                </a:lnTo>
                <a:lnTo>
                  <a:pt x="1190625" y="161925"/>
                </a:lnTo>
                <a:lnTo>
                  <a:pt x="1190625" y="152400"/>
                </a:lnTo>
                <a:lnTo>
                  <a:pt x="1181100" y="152400"/>
                </a:lnTo>
                <a:lnTo>
                  <a:pt x="1181100" y="142875"/>
                </a:lnTo>
                <a:lnTo>
                  <a:pt x="1171575" y="142875"/>
                </a:lnTo>
                <a:lnTo>
                  <a:pt x="1171575" y="133350"/>
                </a:lnTo>
                <a:lnTo>
                  <a:pt x="1162050" y="133350"/>
                </a:lnTo>
                <a:close/>
                <a:moveTo>
                  <a:pt x="95250" y="142875"/>
                </a:moveTo>
                <a:lnTo>
                  <a:pt x="104775" y="142875"/>
                </a:lnTo>
                <a:lnTo>
                  <a:pt x="104775" y="161925"/>
                </a:lnTo>
                <a:lnTo>
                  <a:pt x="95250" y="161925"/>
                </a:lnTo>
                <a:close/>
                <a:moveTo>
                  <a:pt x="1133475" y="161925"/>
                </a:moveTo>
                <a:lnTo>
                  <a:pt x="1143000" y="161925"/>
                </a:lnTo>
                <a:lnTo>
                  <a:pt x="1143000" y="171450"/>
                </a:lnTo>
                <a:lnTo>
                  <a:pt x="1133475" y="171450"/>
                </a:lnTo>
                <a:close/>
                <a:moveTo>
                  <a:pt x="28575" y="171450"/>
                </a:moveTo>
                <a:lnTo>
                  <a:pt x="47625" y="171450"/>
                </a:lnTo>
                <a:lnTo>
                  <a:pt x="47625" y="180975"/>
                </a:lnTo>
                <a:lnTo>
                  <a:pt x="28575" y="180975"/>
                </a:lnTo>
                <a:close/>
                <a:moveTo>
                  <a:pt x="95250" y="171450"/>
                </a:moveTo>
                <a:lnTo>
                  <a:pt x="104775" y="171450"/>
                </a:lnTo>
                <a:lnTo>
                  <a:pt x="104775" y="180975"/>
                </a:lnTo>
                <a:lnTo>
                  <a:pt x="95250" y="180975"/>
                </a:lnTo>
                <a:close/>
                <a:moveTo>
                  <a:pt x="1009650" y="171450"/>
                </a:moveTo>
                <a:lnTo>
                  <a:pt x="1019175" y="171450"/>
                </a:lnTo>
                <a:lnTo>
                  <a:pt x="1019175" y="180975"/>
                </a:lnTo>
                <a:lnTo>
                  <a:pt x="1009650" y="180975"/>
                </a:lnTo>
                <a:close/>
                <a:moveTo>
                  <a:pt x="47625" y="180975"/>
                </a:moveTo>
                <a:lnTo>
                  <a:pt x="57150" y="180975"/>
                </a:lnTo>
                <a:lnTo>
                  <a:pt x="57150" y="190500"/>
                </a:lnTo>
                <a:lnTo>
                  <a:pt x="47625" y="190500"/>
                </a:lnTo>
                <a:close/>
                <a:moveTo>
                  <a:pt x="85725" y="180975"/>
                </a:moveTo>
                <a:lnTo>
                  <a:pt x="95250" y="180975"/>
                </a:lnTo>
                <a:lnTo>
                  <a:pt x="95250" y="200025"/>
                </a:lnTo>
                <a:lnTo>
                  <a:pt x="85725" y="200025"/>
                </a:lnTo>
                <a:close/>
                <a:moveTo>
                  <a:pt x="1181100" y="180975"/>
                </a:moveTo>
                <a:lnTo>
                  <a:pt x="1190625" y="180975"/>
                </a:lnTo>
                <a:lnTo>
                  <a:pt x="1190625" y="190500"/>
                </a:lnTo>
                <a:lnTo>
                  <a:pt x="1181100" y="190500"/>
                </a:lnTo>
                <a:close/>
                <a:moveTo>
                  <a:pt x="38100" y="190500"/>
                </a:moveTo>
                <a:lnTo>
                  <a:pt x="47625" y="190500"/>
                </a:lnTo>
                <a:lnTo>
                  <a:pt x="47625" y="200025"/>
                </a:lnTo>
                <a:lnTo>
                  <a:pt x="38100" y="200025"/>
                </a:lnTo>
                <a:close/>
                <a:moveTo>
                  <a:pt x="57150" y="228600"/>
                </a:moveTo>
                <a:lnTo>
                  <a:pt x="66675" y="228600"/>
                </a:lnTo>
                <a:lnTo>
                  <a:pt x="66675" y="238125"/>
                </a:lnTo>
                <a:lnTo>
                  <a:pt x="57150" y="238125"/>
                </a:lnTo>
                <a:close/>
                <a:moveTo>
                  <a:pt x="1076325" y="228600"/>
                </a:moveTo>
                <a:lnTo>
                  <a:pt x="1085850" y="228600"/>
                </a:lnTo>
                <a:lnTo>
                  <a:pt x="1085850" y="238125"/>
                </a:lnTo>
                <a:lnTo>
                  <a:pt x="1076325" y="238125"/>
                </a:lnTo>
                <a:close/>
                <a:moveTo>
                  <a:pt x="38100" y="238125"/>
                </a:moveTo>
                <a:lnTo>
                  <a:pt x="57150" y="238125"/>
                </a:lnTo>
                <a:lnTo>
                  <a:pt x="57150" y="257175"/>
                </a:lnTo>
                <a:lnTo>
                  <a:pt x="47625" y="257175"/>
                </a:lnTo>
                <a:lnTo>
                  <a:pt x="47625" y="247650"/>
                </a:lnTo>
                <a:lnTo>
                  <a:pt x="38100" y="247650"/>
                </a:lnTo>
                <a:close/>
                <a:moveTo>
                  <a:pt x="1019175" y="238125"/>
                </a:moveTo>
                <a:lnTo>
                  <a:pt x="1038225" y="238125"/>
                </a:lnTo>
                <a:lnTo>
                  <a:pt x="1038225" y="257175"/>
                </a:lnTo>
                <a:lnTo>
                  <a:pt x="1028700" y="257175"/>
                </a:lnTo>
                <a:lnTo>
                  <a:pt x="1028700" y="247650"/>
                </a:lnTo>
                <a:lnTo>
                  <a:pt x="1019175" y="247650"/>
                </a:lnTo>
                <a:close/>
                <a:moveTo>
                  <a:pt x="1104900" y="247650"/>
                </a:moveTo>
                <a:lnTo>
                  <a:pt x="1114425" y="247650"/>
                </a:lnTo>
                <a:lnTo>
                  <a:pt x="1114425" y="257175"/>
                </a:lnTo>
                <a:lnTo>
                  <a:pt x="1104900" y="257175"/>
                </a:lnTo>
                <a:close/>
                <a:moveTo>
                  <a:pt x="1181100" y="247650"/>
                </a:moveTo>
                <a:lnTo>
                  <a:pt x="1190625" y="247650"/>
                </a:lnTo>
                <a:lnTo>
                  <a:pt x="1190625" y="257175"/>
                </a:lnTo>
                <a:lnTo>
                  <a:pt x="1181100" y="257175"/>
                </a:lnTo>
                <a:close/>
                <a:moveTo>
                  <a:pt x="1047750" y="257175"/>
                </a:moveTo>
                <a:lnTo>
                  <a:pt x="1057275" y="257175"/>
                </a:lnTo>
                <a:lnTo>
                  <a:pt x="1057275" y="266700"/>
                </a:lnTo>
                <a:lnTo>
                  <a:pt x="1047750" y="266700"/>
                </a:lnTo>
                <a:close/>
                <a:moveTo>
                  <a:pt x="1095375" y="257175"/>
                </a:moveTo>
                <a:lnTo>
                  <a:pt x="1104900" y="257175"/>
                </a:lnTo>
                <a:lnTo>
                  <a:pt x="1104900" y="266700"/>
                </a:lnTo>
                <a:lnTo>
                  <a:pt x="1095375" y="266700"/>
                </a:lnTo>
                <a:close/>
                <a:moveTo>
                  <a:pt x="1038225" y="266700"/>
                </a:moveTo>
                <a:lnTo>
                  <a:pt x="1047750" y="266700"/>
                </a:lnTo>
                <a:lnTo>
                  <a:pt x="1047750" y="276225"/>
                </a:lnTo>
                <a:lnTo>
                  <a:pt x="1038225" y="276225"/>
                </a:lnTo>
                <a:close/>
                <a:moveTo>
                  <a:pt x="666750" y="285750"/>
                </a:moveTo>
                <a:lnTo>
                  <a:pt x="676275" y="285750"/>
                </a:lnTo>
                <a:lnTo>
                  <a:pt x="676275" y="295275"/>
                </a:lnTo>
                <a:lnTo>
                  <a:pt x="666750" y="295275"/>
                </a:lnTo>
                <a:close/>
                <a:moveTo>
                  <a:pt x="28575" y="314325"/>
                </a:moveTo>
                <a:lnTo>
                  <a:pt x="38100" y="314325"/>
                </a:lnTo>
                <a:lnTo>
                  <a:pt x="38100" y="333375"/>
                </a:lnTo>
                <a:lnTo>
                  <a:pt x="28575" y="333375"/>
                </a:lnTo>
                <a:close/>
                <a:moveTo>
                  <a:pt x="76200" y="314325"/>
                </a:moveTo>
                <a:lnTo>
                  <a:pt x="85725" y="314325"/>
                </a:lnTo>
                <a:lnTo>
                  <a:pt x="85725" y="333375"/>
                </a:lnTo>
                <a:lnTo>
                  <a:pt x="76200" y="333375"/>
                </a:lnTo>
                <a:close/>
                <a:moveTo>
                  <a:pt x="1181100" y="323850"/>
                </a:moveTo>
                <a:lnTo>
                  <a:pt x="1190625" y="323850"/>
                </a:lnTo>
                <a:lnTo>
                  <a:pt x="1190625" y="333375"/>
                </a:lnTo>
                <a:lnTo>
                  <a:pt x="1181100" y="333375"/>
                </a:lnTo>
                <a:close/>
                <a:moveTo>
                  <a:pt x="57150" y="342900"/>
                </a:moveTo>
                <a:lnTo>
                  <a:pt x="66675" y="342900"/>
                </a:lnTo>
                <a:lnTo>
                  <a:pt x="66675" y="352425"/>
                </a:lnTo>
                <a:lnTo>
                  <a:pt x="57150" y="352425"/>
                </a:lnTo>
                <a:close/>
                <a:moveTo>
                  <a:pt x="47625" y="352425"/>
                </a:moveTo>
                <a:lnTo>
                  <a:pt x="57150" y="352425"/>
                </a:lnTo>
                <a:lnTo>
                  <a:pt x="57150" y="361950"/>
                </a:lnTo>
                <a:lnTo>
                  <a:pt x="47625" y="361950"/>
                </a:lnTo>
                <a:close/>
                <a:moveTo>
                  <a:pt x="66675" y="352425"/>
                </a:moveTo>
                <a:lnTo>
                  <a:pt x="76200" y="352425"/>
                </a:lnTo>
                <a:lnTo>
                  <a:pt x="76200" y="361950"/>
                </a:lnTo>
                <a:lnTo>
                  <a:pt x="85725" y="361950"/>
                </a:lnTo>
                <a:lnTo>
                  <a:pt x="85725" y="371475"/>
                </a:lnTo>
                <a:lnTo>
                  <a:pt x="104775" y="371475"/>
                </a:lnTo>
                <a:lnTo>
                  <a:pt x="104775" y="381000"/>
                </a:lnTo>
                <a:lnTo>
                  <a:pt x="95250" y="381000"/>
                </a:lnTo>
                <a:lnTo>
                  <a:pt x="95250" y="400050"/>
                </a:lnTo>
                <a:lnTo>
                  <a:pt x="85725" y="400050"/>
                </a:lnTo>
                <a:lnTo>
                  <a:pt x="85725" y="409575"/>
                </a:lnTo>
                <a:lnTo>
                  <a:pt x="76200" y="409575"/>
                </a:lnTo>
                <a:lnTo>
                  <a:pt x="76200" y="371475"/>
                </a:lnTo>
                <a:lnTo>
                  <a:pt x="57150" y="371475"/>
                </a:lnTo>
                <a:lnTo>
                  <a:pt x="57150" y="361950"/>
                </a:lnTo>
                <a:lnTo>
                  <a:pt x="66675" y="361950"/>
                </a:lnTo>
                <a:close/>
                <a:moveTo>
                  <a:pt x="0" y="361950"/>
                </a:moveTo>
                <a:lnTo>
                  <a:pt x="9525" y="361950"/>
                </a:lnTo>
                <a:lnTo>
                  <a:pt x="9525" y="381000"/>
                </a:lnTo>
                <a:lnTo>
                  <a:pt x="0" y="381000"/>
                </a:lnTo>
                <a:close/>
                <a:moveTo>
                  <a:pt x="1114425" y="371475"/>
                </a:moveTo>
                <a:lnTo>
                  <a:pt x="1123950" y="371475"/>
                </a:lnTo>
                <a:lnTo>
                  <a:pt x="1123950" y="381000"/>
                </a:lnTo>
                <a:lnTo>
                  <a:pt x="1114425" y="381000"/>
                </a:lnTo>
                <a:close/>
                <a:moveTo>
                  <a:pt x="1123950" y="381000"/>
                </a:moveTo>
                <a:lnTo>
                  <a:pt x="1133475" y="381000"/>
                </a:lnTo>
                <a:lnTo>
                  <a:pt x="1133475" y="390525"/>
                </a:lnTo>
                <a:lnTo>
                  <a:pt x="1143000" y="390525"/>
                </a:lnTo>
                <a:lnTo>
                  <a:pt x="1143000" y="400050"/>
                </a:lnTo>
                <a:lnTo>
                  <a:pt x="1114425" y="400050"/>
                </a:lnTo>
                <a:lnTo>
                  <a:pt x="1114425" y="390525"/>
                </a:lnTo>
                <a:lnTo>
                  <a:pt x="1123950" y="390525"/>
                </a:lnTo>
                <a:close/>
                <a:moveTo>
                  <a:pt x="0" y="390525"/>
                </a:moveTo>
                <a:lnTo>
                  <a:pt x="19050" y="390525"/>
                </a:lnTo>
                <a:lnTo>
                  <a:pt x="19050" y="400050"/>
                </a:lnTo>
                <a:lnTo>
                  <a:pt x="0" y="400050"/>
                </a:lnTo>
                <a:close/>
                <a:moveTo>
                  <a:pt x="209550" y="400050"/>
                </a:moveTo>
                <a:lnTo>
                  <a:pt x="219075" y="400050"/>
                </a:lnTo>
                <a:lnTo>
                  <a:pt x="219075" y="409575"/>
                </a:lnTo>
                <a:lnTo>
                  <a:pt x="209550" y="409575"/>
                </a:lnTo>
                <a:close/>
                <a:moveTo>
                  <a:pt x="276225" y="409575"/>
                </a:moveTo>
                <a:lnTo>
                  <a:pt x="314325" y="409575"/>
                </a:lnTo>
                <a:lnTo>
                  <a:pt x="314325" y="419100"/>
                </a:lnTo>
                <a:lnTo>
                  <a:pt x="276225" y="419100"/>
                </a:lnTo>
                <a:close/>
                <a:moveTo>
                  <a:pt x="66675" y="428625"/>
                </a:moveTo>
                <a:lnTo>
                  <a:pt x="95250" y="428625"/>
                </a:lnTo>
                <a:lnTo>
                  <a:pt x="95250" y="447675"/>
                </a:lnTo>
                <a:lnTo>
                  <a:pt x="85725" y="447675"/>
                </a:lnTo>
                <a:lnTo>
                  <a:pt x="85725" y="438150"/>
                </a:lnTo>
                <a:lnTo>
                  <a:pt x="66675" y="438150"/>
                </a:lnTo>
                <a:close/>
                <a:moveTo>
                  <a:pt x="0" y="438150"/>
                </a:moveTo>
                <a:lnTo>
                  <a:pt x="9525" y="438150"/>
                </a:lnTo>
                <a:lnTo>
                  <a:pt x="9525" y="447675"/>
                </a:lnTo>
                <a:lnTo>
                  <a:pt x="0" y="447675"/>
                </a:lnTo>
                <a:close/>
                <a:moveTo>
                  <a:pt x="590550" y="447675"/>
                </a:moveTo>
                <a:lnTo>
                  <a:pt x="600075" y="447675"/>
                </a:lnTo>
                <a:lnTo>
                  <a:pt x="600075" y="457200"/>
                </a:lnTo>
                <a:lnTo>
                  <a:pt x="590550" y="457200"/>
                </a:lnTo>
                <a:close/>
                <a:moveTo>
                  <a:pt x="838200" y="447675"/>
                </a:moveTo>
                <a:lnTo>
                  <a:pt x="847725" y="447675"/>
                </a:lnTo>
                <a:lnTo>
                  <a:pt x="847725" y="457200"/>
                </a:lnTo>
                <a:lnTo>
                  <a:pt x="838200" y="457200"/>
                </a:lnTo>
                <a:close/>
                <a:moveTo>
                  <a:pt x="1200150" y="447675"/>
                </a:moveTo>
                <a:lnTo>
                  <a:pt x="1209675" y="447675"/>
                </a:lnTo>
                <a:lnTo>
                  <a:pt x="1209675" y="457200"/>
                </a:lnTo>
                <a:lnTo>
                  <a:pt x="1200150" y="457200"/>
                </a:lnTo>
                <a:close/>
                <a:moveTo>
                  <a:pt x="600075" y="457200"/>
                </a:moveTo>
                <a:lnTo>
                  <a:pt x="619125" y="457200"/>
                </a:lnTo>
                <a:lnTo>
                  <a:pt x="619125" y="476250"/>
                </a:lnTo>
                <a:lnTo>
                  <a:pt x="600075" y="476250"/>
                </a:lnTo>
                <a:close/>
                <a:moveTo>
                  <a:pt x="714375" y="457200"/>
                </a:moveTo>
                <a:lnTo>
                  <a:pt x="733425" y="457200"/>
                </a:lnTo>
                <a:lnTo>
                  <a:pt x="733425" y="476250"/>
                </a:lnTo>
                <a:lnTo>
                  <a:pt x="714375" y="476250"/>
                </a:lnTo>
                <a:close/>
                <a:moveTo>
                  <a:pt x="57150" y="466725"/>
                </a:moveTo>
                <a:lnTo>
                  <a:pt x="66675" y="466725"/>
                </a:lnTo>
                <a:lnTo>
                  <a:pt x="66675" y="485775"/>
                </a:lnTo>
                <a:lnTo>
                  <a:pt x="47625" y="485775"/>
                </a:lnTo>
                <a:lnTo>
                  <a:pt x="47625" y="476250"/>
                </a:lnTo>
                <a:lnTo>
                  <a:pt x="57150" y="476250"/>
                </a:lnTo>
                <a:close/>
                <a:moveTo>
                  <a:pt x="800100" y="466725"/>
                </a:moveTo>
                <a:lnTo>
                  <a:pt x="809625" y="466725"/>
                </a:lnTo>
                <a:lnTo>
                  <a:pt x="809625" y="476250"/>
                </a:lnTo>
                <a:lnTo>
                  <a:pt x="800100" y="476250"/>
                </a:lnTo>
                <a:close/>
                <a:moveTo>
                  <a:pt x="1133475" y="495300"/>
                </a:moveTo>
                <a:lnTo>
                  <a:pt x="1162050" y="495300"/>
                </a:lnTo>
                <a:lnTo>
                  <a:pt x="1162050" y="504825"/>
                </a:lnTo>
                <a:lnTo>
                  <a:pt x="1133475" y="504825"/>
                </a:lnTo>
                <a:close/>
                <a:moveTo>
                  <a:pt x="1047750" y="504825"/>
                </a:moveTo>
                <a:lnTo>
                  <a:pt x="1057275" y="504825"/>
                </a:lnTo>
                <a:lnTo>
                  <a:pt x="1057275" y="514350"/>
                </a:lnTo>
                <a:lnTo>
                  <a:pt x="1047750" y="514350"/>
                </a:lnTo>
                <a:close/>
                <a:moveTo>
                  <a:pt x="28575" y="514350"/>
                </a:moveTo>
                <a:lnTo>
                  <a:pt x="47625" y="514350"/>
                </a:lnTo>
                <a:lnTo>
                  <a:pt x="47625" y="523875"/>
                </a:lnTo>
                <a:lnTo>
                  <a:pt x="38100" y="523875"/>
                </a:lnTo>
                <a:lnTo>
                  <a:pt x="38100" y="542925"/>
                </a:lnTo>
                <a:lnTo>
                  <a:pt x="28575" y="542925"/>
                </a:lnTo>
                <a:close/>
                <a:moveTo>
                  <a:pt x="419100" y="514350"/>
                </a:moveTo>
                <a:lnTo>
                  <a:pt x="438150" y="514350"/>
                </a:lnTo>
                <a:lnTo>
                  <a:pt x="438150" y="523875"/>
                </a:lnTo>
                <a:lnTo>
                  <a:pt x="419100" y="523875"/>
                </a:lnTo>
                <a:close/>
                <a:moveTo>
                  <a:pt x="1057275" y="514350"/>
                </a:moveTo>
                <a:lnTo>
                  <a:pt x="1076325" y="514350"/>
                </a:lnTo>
                <a:lnTo>
                  <a:pt x="1076325" y="533400"/>
                </a:lnTo>
                <a:lnTo>
                  <a:pt x="1095375" y="533400"/>
                </a:lnTo>
                <a:lnTo>
                  <a:pt x="1095375" y="542925"/>
                </a:lnTo>
                <a:lnTo>
                  <a:pt x="1066800" y="542925"/>
                </a:lnTo>
                <a:lnTo>
                  <a:pt x="1066800" y="533400"/>
                </a:lnTo>
                <a:lnTo>
                  <a:pt x="1057275" y="533400"/>
                </a:lnTo>
                <a:close/>
                <a:moveTo>
                  <a:pt x="1171575" y="514350"/>
                </a:moveTo>
                <a:lnTo>
                  <a:pt x="1181100" y="514350"/>
                </a:lnTo>
                <a:lnTo>
                  <a:pt x="1181100" y="523875"/>
                </a:lnTo>
                <a:lnTo>
                  <a:pt x="1171575" y="523875"/>
                </a:lnTo>
                <a:close/>
                <a:moveTo>
                  <a:pt x="76200" y="523875"/>
                </a:moveTo>
                <a:lnTo>
                  <a:pt x="85725" y="523875"/>
                </a:lnTo>
                <a:lnTo>
                  <a:pt x="85725" y="533400"/>
                </a:lnTo>
                <a:lnTo>
                  <a:pt x="76200" y="533400"/>
                </a:lnTo>
                <a:close/>
                <a:moveTo>
                  <a:pt x="0" y="533400"/>
                </a:moveTo>
                <a:lnTo>
                  <a:pt x="19050" y="533400"/>
                </a:lnTo>
                <a:lnTo>
                  <a:pt x="19050" y="542925"/>
                </a:lnTo>
                <a:lnTo>
                  <a:pt x="0" y="542925"/>
                </a:lnTo>
                <a:close/>
                <a:moveTo>
                  <a:pt x="1095375" y="542925"/>
                </a:moveTo>
                <a:lnTo>
                  <a:pt x="1104900" y="542925"/>
                </a:lnTo>
                <a:lnTo>
                  <a:pt x="1104900" y="552450"/>
                </a:lnTo>
                <a:lnTo>
                  <a:pt x="1095375" y="552450"/>
                </a:lnTo>
                <a:close/>
                <a:moveTo>
                  <a:pt x="1171575" y="542925"/>
                </a:moveTo>
                <a:lnTo>
                  <a:pt x="1181100" y="542925"/>
                </a:lnTo>
                <a:lnTo>
                  <a:pt x="1181100" y="552450"/>
                </a:lnTo>
                <a:lnTo>
                  <a:pt x="1190625" y="552450"/>
                </a:lnTo>
                <a:lnTo>
                  <a:pt x="1190625" y="542925"/>
                </a:lnTo>
                <a:lnTo>
                  <a:pt x="1200150" y="542925"/>
                </a:lnTo>
                <a:lnTo>
                  <a:pt x="1200150" y="552450"/>
                </a:lnTo>
                <a:lnTo>
                  <a:pt x="1190625" y="552450"/>
                </a:lnTo>
                <a:lnTo>
                  <a:pt x="1190625" y="571500"/>
                </a:lnTo>
                <a:lnTo>
                  <a:pt x="1181100" y="571500"/>
                </a:lnTo>
                <a:lnTo>
                  <a:pt x="1181100" y="561975"/>
                </a:lnTo>
                <a:lnTo>
                  <a:pt x="1171575" y="561975"/>
                </a:lnTo>
                <a:close/>
                <a:moveTo>
                  <a:pt x="66675" y="561975"/>
                </a:moveTo>
                <a:lnTo>
                  <a:pt x="76200" y="561975"/>
                </a:lnTo>
                <a:lnTo>
                  <a:pt x="76200" y="571500"/>
                </a:lnTo>
                <a:lnTo>
                  <a:pt x="66675" y="571500"/>
                </a:lnTo>
                <a:close/>
                <a:moveTo>
                  <a:pt x="85725" y="561975"/>
                </a:moveTo>
                <a:lnTo>
                  <a:pt x="104775" y="561975"/>
                </a:lnTo>
                <a:lnTo>
                  <a:pt x="104775" y="571500"/>
                </a:lnTo>
                <a:lnTo>
                  <a:pt x="85725" y="571500"/>
                </a:lnTo>
                <a:close/>
                <a:moveTo>
                  <a:pt x="104775" y="581025"/>
                </a:moveTo>
                <a:lnTo>
                  <a:pt x="114300" y="581025"/>
                </a:lnTo>
                <a:lnTo>
                  <a:pt x="114300" y="590550"/>
                </a:lnTo>
                <a:lnTo>
                  <a:pt x="104775" y="590550"/>
                </a:lnTo>
                <a:close/>
                <a:moveTo>
                  <a:pt x="66675" y="590550"/>
                </a:moveTo>
                <a:lnTo>
                  <a:pt x="85725" y="590550"/>
                </a:lnTo>
                <a:lnTo>
                  <a:pt x="85725" y="609600"/>
                </a:lnTo>
                <a:lnTo>
                  <a:pt x="66675" y="609600"/>
                </a:lnTo>
                <a:close/>
                <a:moveTo>
                  <a:pt x="95250" y="600075"/>
                </a:moveTo>
                <a:lnTo>
                  <a:pt x="104775" y="600075"/>
                </a:lnTo>
                <a:lnTo>
                  <a:pt x="104775" y="609600"/>
                </a:lnTo>
                <a:lnTo>
                  <a:pt x="95250" y="609600"/>
                </a:lnTo>
                <a:close/>
                <a:moveTo>
                  <a:pt x="381000" y="600075"/>
                </a:moveTo>
                <a:lnTo>
                  <a:pt x="428625" y="600075"/>
                </a:lnTo>
                <a:lnTo>
                  <a:pt x="428625" y="609600"/>
                </a:lnTo>
                <a:lnTo>
                  <a:pt x="438150" y="609600"/>
                </a:lnTo>
                <a:lnTo>
                  <a:pt x="438150" y="619125"/>
                </a:lnTo>
                <a:lnTo>
                  <a:pt x="428625" y="619125"/>
                </a:lnTo>
                <a:lnTo>
                  <a:pt x="428625" y="647700"/>
                </a:lnTo>
                <a:lnTo>
                  <a:pt x="438150" y="647700"/>
                </a:lnTo>
                <a:lnTo>
                  <a:pt x="438150" y="657225"/>
                </a:lnTo>
                <a:lnTo>
                  <a:pt x="419100" y="657225"/>
                </a:lnTo>
                <a:lnTo>
                  <a:pt x="419100" y="638175"/>
                </a:lnTo>
                <a:lnTo>
                  <a:pt x="409575" y="638175"/>
                </a:lnTo>
                <a:lnTo>
                  <a:pt x="409575" y="628650"/>
                </a:lnTo>
                <a:lnTo>
                  <a:pt x="381000" y="628650"/>
                </a:lnTo>
                <a:lnTo>
                  <a:pt x="381000" y="619125"/>
                </a:lnTo>
                <a:lnTo>
                  <a:pt x="390525" y="619125"/>
                </a:lnTo>
                <a:lnTo>
                  <a:pt x="390525" y="609600"/>
                </a:lnTo>
                <a:lnTo>
                  <a:pt x="381000" y="609600"/>
                </a:lnTo>
                <a:close/>
                <a:moveTo>
                  <a:pt x="171450" y="619125"/>
                </a:moveTo>
                <a:lnTo>
                  <a:pt x="180975" y="619125"/>
                </a:lnTo>
                <a:lnTo>
                  <a:pt x="180975" y="628650"/>
                </a:lnTo>
                <a:lnTo>
                  <a:pt x="171450" y="628650"/>
                </a:lnTo>
                <a:close/>
                <a:moveTo>
                  <a:pt x="523875" y="628650"/>
                </a:moveTo>
                <a:lnTo>
                  <a:pt x="533400" y="628650"/>
                </a:lnTo>
                <a:lnTo>
                  <a:pt x="533400" y="638175"/>
                </a:lnTo>
                <a:lnTo>
                  <a:pt x="523875" y="638175"/>
                </a:lnTo>
                <a:close/>
                <a:moveTo>
                  <a:pt x="381000" y="638175"/>
                </a:moveTo>
                <a:lnTo>
                  <a:pt x="400050" y="638175"/>
                </a:lnTo>
                <a:lnTo>
                  <a:pt x="400050" y="647700"/>
                </a:lnTo>
                <a:lnTo>
                  <a:pt x="381000" y="647700"/>
                </a:lnTo>
                <a:close/>
                <a:moveTo>
                  <a:pt x="514350" y="638175"/>
                </a:moveTo>
                <a:lnTo>
                  <a:pt x="523875" y="638175"/>
                </a:lnTo>
                <a:lnTo>
                  <a:pt x="523875" y="647700"/>
                </a:lnTo>
                <a:lnTo>
                  <a:pt x="514350" y="647700"/>
                </a:lnTo>
                <a:close/>
                <a:moveTo>
                  <a:pt x="9525" y="647700"/>
                </a:moveTo>
                <a:lnTo>
                  <a:pt x="19050" y="647700"/>
                </a:lnTo>
                <a:lnTo>
                  <a:pt x="19050" y="657225"/>
                </a:lnTo>
                <a:lnTo>
                  <a:pt x="9525" y="657225"/>
                </a:lnTo>
                <a:close/>
                <a:moveTo>
                  <a:pt x="266700" y="647700"/>
                </a:moveTo>
                <a:lnTo>
                  <a:pt x="276225" y="647700"/>
                </a:lnTo>
                <a:lnTo>
                  <a:pt x="276225" y="657225"/>
                </a:lnTo>
                <a:lnTo>
                  <a:pt x="266700" y="657225"/>
                </a:lnTo>
                <a:close/>
                <a:moveTo>
                  <a:pt x="1114425" y="647700"/>
                </a:moveTo>
                <a:lnTo>
                  <a:pt x="1123950" y="647700"/>
                </a:lnTo>
                <a:lnTo>
                  <a:pt x="1123950" y="657225"/>
                </a:lnTo>
                <a:lnTo>
                  <a:pt x="1114425" y="657225"/>
                </a:lnTo>
                <a:close/>
                <a:moveTo>
                  <a:pt x="295275" y="657225"/>
                </a:moveTo>
                <a:lnTo>
                  <a:pt x="323850" y="657225"/>
                </a:lnTo>
                <a:lnTo>
                  <a:pt x="323850" y="676275"/>
                </a:lnTo>
                <a:lnTo>
                  <a:pt x="295275" y="676275"/>
                </a:lnTo>
                <a:close/>
                <a:moveTo>
                  <a:pt x="371475" y="657225"/>
                </a:moveTo>
                <a:lnTo>
                  <a:pt x="381000" y="657225"/>
                </a:lnTo>
                <a:lnTo>
                  <a:pt x="381000" y="666750"/>
                </a:lnTo>
                <a:lnTo>
                  <a:pt x="390525" y="666750"/>
                </a:lnTo>
                <a:lnTo>
                  <a:pt x="390525" y="657225"/>
                </a:lnTo>
                <a:lnTo>
                  <a:pt x="400050" y="657225"/>
                </a:lnTo>
                <a:lnTo>
                  <a:pt x="400050" y="666750"/>
                </a:lnTo>
                <a:lnTo>
                  <a:pt x="390525" y="666750"/>
                </a:lnTo>
                <a:lnTo>
                  <a:pt x="390525" y="676275"/>
                </a:lnTo>
                <a:lnTo>
                  <a:pt x="381000" y="676275"/>
                </a:lnTo>
                <a:lnTo>
                  <a:pt x="381000" y="685800"/>
                </a:lnTo>
                <a:lnTo>
                  <a:pt x="371475" y="685800"/>
                </a:lnTo>
                <a:close/>
                <a:moveTo>
                  <a:pt x="409575" y="657225"/>
                </a:moveTo>
                <a:lnTo>
                  <a:pt x="419100" y="657225"/>
                </a:lnTo>
                <a:lnTo>
                  <a:pt x="419100" y="666750"/>
                </a:lnTo>
                <a:lnTo>
                  <a:pt x="428625" y="666750"/>
                </a:lnTo>
                <a:lnTo>
                  <a:pt x="428625" y="676275"/>
                </a:lnTo>
                <a:lnTo>
                  <a:pt x="409575" y="676275"/>
                </a:lnTo>
                <a:close/>
                <a:moveTo>
                  <a:pt x="514350" y="657225"/>
                </a:moveTo>
                <a:lnTo>
                  <a:pt x="533400" y="657225"/>
                </a:lnTo>
                <a:lnTo>
                  <a:pt x="533400" y="666750"/>
                </a:lnTo>
                <a:lnTo>
                  <a:pt x="514350" y="666750"/>
                </a:lnTo>
                <a:close/>
                <a:moveTo>
                  <a:pt x="1095375" y="657225"/>
                </a:moveTo>
                <a:lnTo>
                  <a:pt x="1114425" y="657225"/>
                </a:lnTo>
                <a:lnTo>
                  <a:pt x="1114425" y="666750"/>
                </a:lnTo>
                <a:lnTo>
                  <a:pt x="1095375" y="666750"/>
                </a:lnTo>
                <a:close/>
                <a:moveTo>
                  <a:pt x="1123950" y="657225"/>
                </a:moveTo>
                <a:lnTo>
                  <a:pt x="1133475" y="657225"/>
                </a:lnTo>
                <a:lnTo>
                  <a:pt x="1133475" y="666750"/>
                </a:lnTo>
                <a:lnTo>
                  <a:pt x="1123950" y="666750"/>
                </a:lnTo>
                <a:close/>
                <a:moveTo>
                  <a:pt x="1085850" y="666750"/>
                </a:moveTo>
                <a:lnTo>
                  <a:pt x="1095375" y="666750"/>
                </a:lnTo>
                <a:lnTo>
                  <a:pt x="1095375" y="676275"/>
                </a:lnTo>
                <a:lnTo>
                  <a:pt x="1104900" y="676275"/>
                </a:lnTo>
                <a:lnTo>
                  <a:pt x="1104900" y="685800"/>
                </a:lnTo>
                <a:lnTo>
                  <a:pt x="1085850" y="685800"/>
                </a:lnTo>
                <a:close/>
                <a:moveTo>
                  <a:pt x="323850" y="676275"/>
                </a:moveTo>
                <a:lnTo>
                  <a:pt x="333375" y="676275"/>
                </a:lnTo>
                <a:lnTo>
                  <a:pt x="333375" y="685800"/>
                </a:lnTo>
                <a:lnTo>
                  <a:pt x="323850" y="685800"/>
                </a:lnTo>
                <a:close/>
                <a:moveTo>
                  <a:pt x="1143000" y="676275"/>
                </a:moveTo>
                <a:lnTo>
                  <a:pt x="1162050" y="676275"/>
                </a:lnTo>
                <a:lnTo>
                  <a:pt x="1162050" y="685800"/>
                </a:lnTo>
                <a:lnTo>
                  <a:pt x="1143000" y="685800"/>
                </a:lnTo>
                <a:close/>
                <a:moveTo>
                  <a:pt x="571500" y="685800"/>
                </a:moveTo>
                <a:lnTo>
                  <a:pt x="590550" y="685800"/>
                </a:lnTo>
                <a:lnTo>
                  <a:pt x="590550" y="695325"/>
                </a:lnTo>
                <a:lnTo>
                  <a:pt x="571500" y="695325"/>
                </a:lnTo>
                <a:close/>
                <a:moveTo>
                  <a:pt x="47625" y="695325"/>
                </a:moveTo>
                <a:lnTo>
                  <a:pt x="57150" y="695325"/>
                </a:lnTo>
                <a:lnTo>
                  <a:pt x="57150" y="704850"/>
                </a:lnTo>
                <a:lnTo>
                  <a:pt x="47625" y="704850"/>
                </a:lnTo>
                <a:close/>
                <a:moveTo>
                  <a:pt x="1095375" y="695325"/>
                </a:moveTo>
                <a:lnTo>
                  <a:pt x="1123950" y="695325"/>
                </a:lnTo>
                <a:lnTo>
                  <a:pt x="1123950" y="704850"/>
                </a:lnTo>
                <a:lnTo>
                  <a:pt x="1114425" y="704850"/>
                </a:lnTo>
                <a:lnTo>
                  <a:pt x="1114425" y="714375"/>
                </a:lnTo>
                <a:lnTo>
                  <a:pt x="1104900" y="714375"/>
                </a:lnTo>
                <a:lnTo>
                  <a:pt x="1104900" y="704850"/>
                </a:lnTo>
                <a:lnTo>
                  <a:pt x="1095375" y="704850"/>
                </a:lnTo>
                <a:close/>
                <a:moveTo>
                  <a:pt x="38100" y="704850"/>
                </a:moveTo>
                <a:lnTo>
                  <a:pt x="47625" y="704850"/>
                </a:lnTo>
                <a:lnTo>
                  <a:pt x="47625" y="714375"/>
                </a:lnTo>
                <a:lnTo>
                  <a:pt x="38100" y="714375"/>
                </a:lnTo>
                <a:close/>
                <a:moveTo>
                  <a:pt x="142875" y="714375"/>
                </a:moveTo>
                <a:lnTo>
                  <a:pt x="152400" y="714375"/>
                </a:lnTo>
                <a:lnTo>
                  <a:pt x="152400" y="723900"/>
                </a:lnTo>
                <a:lnTo>
                  <a:pt x="142875" y="723900"/>
                </a:lnTo>
                <a:close/>
                <a:moveTo>
                  <a:pt x="1019175" y="714375"/>
                </a:moveTo>
                <a:lnTo>
                  <a:pt x="1028700" y="714375"/>
                </a:lnTo>
                <a:lnTo>
                  <a:pt x="1028700" y="733425"/>
                </a:lnTo>
                <a:lnTo>
                  <a:pt x="1038225" y="733425"/>
                </a:lnTo>
                <a:lnTo>
                  <a:pt x="1038225" y="742950"/>
                </a:lnTo>
                <a:lnTo>
                  <a:pt x="1019175" y="742950"/>
                </a:lnTo>
                <a:close/>
                <a:moveTo>
                  <a:pt x="38100" y="723900"/>
                </a:moveTo>
                <a:lnTo>
                  <a:pt x="47625" y="723900"/>
                </a:lnTo>
                <a:lnTo>
                  <a:pt x="47625" y="733425"/>
                </a:lnTo>
                <a:lnTo>
                  <a:pt x="38100" y="733425"/>
                </a:lnTo>
                <a:close/>
                <a:moveTo>
                  <a:pt x="942975" y="723900"/>
                </a:moveTo>
                <a:lnTo>
                  <a:pt x="952500" y="723900"/>
                </a:lnTo>
                <a:lnTo>
                  <a:pt x="952500" y="742950"/>
                </a:lnTo>
                <a:lnTo>
                  <a:pt x="942975" y="742950"/>
                </a:lnTo>
                <a:close/>
                <a:moveTo>
                  <a:pt x="142875" y="733425"/>
                </a:moveTo>
                <a:lnTo>
                  <a:pt x="161925" y="733425"/>
                </a:lnTo>
                <a:lnTo>
                  <a:pt x="161925" y="752475"/>
                </a:lnTo>
                <a:lnTo>
                  <a:pt x="142875" y="752475"/>
                </a:lnTo>
                <a:close/>
                <a:moveTo>
                  <a:pt x="238125" y="733425"/>
                </a:moveTo>
                <a:lnTo>
                  <a:pt x="266700" y="733425"/>
                </a:lnTo>
                <a:lnTo>
                  <a:pt x="266700" y="742950"/>
                </a:lnTo>
                <a:lnTo>
                  <a:pt x="238125" y="742950"/>
                </a:lnTo>
                <a:close/>
                <a:moveTo>
                  <a:pt x="733425" y="733425"/>
                </a:moveTo>
                <a:lnTo>
                  <a:pt x="742950" y="733425"/>
                </a:lnTo>
                <a:lnTo>
                  <a:pt x="742950" y="742950"/>
                </a:lnTo>
                <a:lnTo>
                  <a:pt x="733425" y="742950"/>
                </a:lnTo>
                <a:close/>
                <a:moveTo>
                  <a:pt x="1057275" y="733425"/>
                </a:moveTo>
                <a:lnTo>
                  <a:pt x="1066800" y="733425"/>
                </a:lnTo>
                <a:lnTo>
                  <a:pt x="1066800" y="742950"/>
                </a:lnTo>
                <a:lnTo>
                  <a:pt x="1057275" y="742950"/>
                </a:lnTo>
                <a:close/>
                <a:moveTo>
                  <a:pt x="1066800" y="742950"/>
                </a:moveTo>
                <a:lnTo>
                  <a:pt x="1085850" y="742950"/>
                </a:lnTo>
                <a:lnTo>
                  <a:pt x="1085850" y="762000"/>
                </a:lnTo>
                <a:lnTo>
                  <a:pt x="1066800" y="762000"/>
                </a:lnTo>
                <a:close/>
                <a:moveTo>
                  <a:pt x="1171575" y="752475"/>
                </a:moveTo>
                <a:lnTo>
                  <a:pt x="1200150" y="752475"/>
                </a:lnTo>
                <a:lnTo>
                  <a:pt x="1200150" y="762000"/>
                </a:lnTo>
                <a:lnTo>
                  <a:pt x="1190625" y="762000"/>
                </a:lnTo>
                <a:lnTo>
                  <a:pt x="1190625" y="771525"/>
                </a:lnTo>
                <a:lnTo>
                  <a:pt x="1181100" y="771525"/>
                </a:lnTo>
                <a:lnTo>
                  <a:pt x="1181100" y="762000"/>
                </a:lnTo>
                <a:lnTo>
                  <a:pt x="1171575" y="762000"/>
                </a:lnTo>
                <a:close/>
                <a:moveTo>
                  <a:pt x="0" y="762000"/>
                </a:moveTo>
                <a:lnTo>
                  <a:pt x="9525" y="762000"/>
                </a:lnTo>
                <a:lnTo>
                  <a:pt x="9525" y="771525"/>
                </a:lnTo>
                <a:lnTo>
                  <a:pt x="0" y="771525"/>
                </a:lnTo>
                <a:close/>
                <a:moveTo>
                  <a:pt x="371475" y="762000"/>
                </a:moveTo>
                <a:lnTo>
                  <a:pt x="381000" y="762000"/>
                </a:lnTo>
                <a:lnTo>
                  <a:pt x="381000" y="771525"/>
                </a:lnTo>
                <a:lnTo>
                  <a:pt x="390525" y="771525"/>
                </a:lnTo>
                <a:lnTo>
                  <a:pt x="390525" y="781050"/>
                </a:lnTo>
                <a:lnTo>
                  <a:pt x="371475" y="781050"/>
                </a:lnTo>
                <a:close/>
                <a:moveTo>
                  <a:pt x="962025" y="771525"/>
                </a:moveTo>
                <a:lnTo>
                  <a:pt x="981075" y="771525"/>
                </a:lnTo>
                <a:lnTo>
                  <a:pt x="981075" y="781050"/>
                </a:lnTo>
                <a:lnTo>
                  <a:pt x="962025" y="781050"/>
                </a:lnTo>
                <a:close/>
                <a:moveTo>
                  <a:pt x="981075" y="781050"/>
                </a:moveTo>
                <a:lnTo>
                  <a:pt x="1000125" y="781050"/>
                </a:lnTo>
                <a:lnTo>
                  <a:pt x="1000125" y="800100"/>
                </a:lnTo>
                <a:lnTo>
                  <a:pt x="990600" y="800100"/>
                </a:lnTo>
                <a:lnTo>
                  <a:pt x="990600" y="790575"/>
                </a:lnTo>
                <a:lnTo>
                  <a:pt x="981075" y="790575"/>
                </a:lnTo>
                <a:close/>
                <a:moveTo>
                  <a:pt x="1162050" y="781050"/>
                </a:moveTo>
                <a:lnTo>
                  <a:pt x="1171575" y="781050"/>
                </a:lnTo>
                <a:lnTo>
                  <a:pt x="1171575" y="790575"/>
                </a:lnTo>
                <a:lnTo>
                  <a:pt x="1162050" y="790575"/>
                </a:lnTo>
                <a:close/>
                <a:moveTo>
                  <a:pt x="704850" y="790575"/>
                </a:moveTo>
                <a:lnTo>
                  <a:pt x="723900" y="790575"/>
                </a:lnTo>
                <a:lnTo>
                  <a:pt x="723900" y="800100"/>
                </a:lnTo>
                <a:lnTo>
                  <a:pt x="704850" y="800100"/>
                </a:lnTo>
                <a:close/>
              </a:path>
            </a:pathLst>
          </a:custGeom>
          <a:solidFill xmlns:a="http://schemas.openxmlformats.org/drawingml/2006/main">
            <a:srgbClr val="F8F8F4"/>
          </a:solidFill>
          <a:ln xmlns:a="http://schemas.openxmlformats.org/drawingml/2006/main" w="0">
            <a:noFill/>
          </a:ln>
        </p:spPr>
      </p:sp>
      <p:sp>
        <p:nvSpPr>
          <p:cNvPr id="51" name="v01 vector #f8f8f3">
            <a:extLst xmlns:a="http://schemas.openxmlformats.org/drawingml/2006/main">
              <a:ext uri="{FF2B5EF4-FFF2-40B4-BE49-F238E27FC236}">
                <a16:creationId xmlns:a16="http://schemas.microsoft.com/office/drawing/2014/main" id="{A738910D-9F7E-44DB-BB4B-C44821E821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8250" y="2362200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123825" y="0"/>
                </a:moveTo>
                <a:lnTo>
                  <a:pt x="133350" y="0"/>
                </a:lnTo>
                <a:lnTo>
                  <a:pt x="133350" y="9525"/>
                </a:lnTo>
                <a:lnTo>
                  <a:pt x="123825" y="9525"/>
                </a:lnTo>
                <a:close/>
                <a:moveTo>
                  <a:pt x="219075" y="0"/>
                </a:moveTo>
                <a:lnTo>
                  <a:pt x="247650" y="0"/>
                </a:lnTo>
                <a:lnTo>
                  <a:pt x="247650" y="19050"/>
                </a:lnTo>
                <a:lnTo>
                  <a:pt x="228600" y="19050"/>
                </a:lnTo>
                <a:lnTo>
                  <a:pt x="228600" y="9525"/>
                </a:lnTo>
                <a:lnTo>
                  <a:pt x="219075" y="9525"/>
                </a:lnTo>
                <a:close/>
                <a:moveTo>
                  <a:pt x="409575" y="0"/>
                </a:moveTo>
                <a:lnTo>
                  <a:pt x="428625" y="0"/>
                </a:lnTo>
                <a:lnTo>
                  <a:pt x="428625" y="9525"/>
                </a:lnTo>
                <a:lnTo>
                  <a:pt x="438150" y="9525"/>
                </a:lnTo>
                <a:lnTo>
                  <a:pt x="438150" y="19050"/>
                </a:lnTo>
                <a:lnTo>
                  <a:pt x="409575" y="19050"/>
                </a:lnTo>
                <a:close/>
                <a:moveTo>
                  <a:pt x="485775" y="0"/>
                </a:moveTo>
                <a:lnTo>
                  <a:pt x="504825" y="0"/>
                </a:lnTo>
                <a:lnTo>
                  <a:pt x="504825" y="19050"/>
                </a:lnTo>
                <a:lnTo>
                  <a:pt x="485775" y="19050"/>
                </a:lnTo>
                <a:close/>
                <a:moveTo>
                  <a:pt x="638175" y="0"/>
                </a:moveTo>
                <a:lnTo>
                  <a:pt x="647700" y="0"/>
                </a:lnTo>
                <a:lnTo>
                  <a:pt x="647700" y="9525"/>
                </a:lnTo>
                <a:lnTo>
                  <a:pt x="638175" y="9525"/>
                </a:lnTo>
                <a:close/>
                <a:moveTo>
                  <a:pt x="704850" y="0"/>
                </a:moveTo>
                <a:lnTo>
                  <a:pt x="714375" y="0"/>
                </a:lnTo>
                <a:lnTo>
                  <a:pt x="714375" y="9525"/>
                </a:lnTo>
                <a:lnTo>
                  <a:pt x="704850" y="9525"/>
                </a:lnTo>
                <a:close/>
                <a:moveTo>
                  <a:pt x="762000" y="0"/>
                </a:moveTo>
                <a:lnTo>
                  <a:pt x="771525" y="0"/>
                </a:lnTo>
                <a:lnTo>
                  <a:pt x="771525" y="9525"/>
                </a:lnTo>
                <a:lnTo>
                  <a:pt x="762000" y="9525"/>
                </a:lnTo>
                <a:close/>
                <a:moveTo>
                  <a:pt x="838200" y="0"/>
                </a:moveTo>
                <a:lnTo>
                  <a:pt x="847725" y="0"/>
                </a:lnTo>
                <a:lnTo>
                  <a:pt x="847725" y="9525"/>
                </a:lnTo>
                <a:lnTo>
                  <a:pt x="838200" y="9525"/>
                </a:lnTo>
                <a:close/>
                <a:moveTo>
                  <a:pt x="885825" y="0"/>
                </a:moveTo>
                <a:lnTo>
                  <a:pt x="895350" y="0"/>
                </a:lnTo>
                <a:lnTo>
                  <a:pt x="895350" y="9525"/>
                </a:lnTo>
                <a:lnTo>
                  <a:pt x="904875" y="9525"/>
                </a:lnTo>
                <a:lnTo>
                  <a:pt x="904875" y="0"/>
                </a:lnTo>
                <a:lnTo>
                  <a:pt x="962025" y="0"/>
                </a:lnTo>
                <a:lnTo>
                  <a:pt x="962025" y="9525"/>
                </a:lnTo>
                <a:lnTo>
                  <a:pt x="923925" y="9525"/>
                </a:lnTo>
                <a:lnTo>
                  <a:pt x="923925" y="19050"/>
                </a:lnTo>
                <a:lnTo>
                  <a:pt x="885825" y="19050"/>
                </a:lnTo>
                <a:close/>
                <a:moveTo>
                  <a:pt x="1000125" y="0"/>
                </a:moveTo>
                <a:lnTo>
                  <a:pt x="1009650" y="0"/>
                </a:lnTo>
                <a:lnTo>
                  <a:pt x="1009650" y="9525"/>
                </a:lnTo>
                <a:lnTo>
                  <a:pt x="1000125" y="9525"/>
                </a:lnTo>
                <a:close/>
                <a:moveTo>
                  <a:pt x="1104900" y="0"/>
                </a:moveTo>
                <a:lnTo>
                  <a:pt x="1123950" y="0"/>
                </a:lnTo>
                <a:lnTo>
                  <a:pt x="1123950" y="38100"/>
                </a:lnTo>
                <a:lnTo>
                  <a:pt x="1114425" y="38100"/>
                </a:lnTo>
                <a:lnTo>
                  <a:pt x="1114425" y="47625"/>
                </a:lnTo>
                <a:lnTo>
                  <a:pt x="1123950" y="47625"/>
                </a:lnTo>
                <a:lnTo>
                  <a:pt x="1123950" y="57150"/>
                </a:lnTo>
                <a:lnTo>
                  <a:pt x="1133475" y="57150"/>
                </a:lnTo>
                <a:lnTo>
                  <a:pt x="1133475" y="66675"/>
                </a:lnTo>
                <a:lnTo>
                  <a:pt x="1123950" y="66675"/>
                </a:lnTo>
                <a:lnTo>
                  <a:pt x="1123950" y="76200"/>
                </a:lnTo>
                <a:lnTo>
                  <a:pt x="1104900" y="76200"/>
                </a:lnTo>
                <a:lnTo>
                  <a:pt x="1104900" y="66675"/>
                </a:lnTo>
                <a:lnTo>
                  <a:pt x="1095375" y="66675"/>
                </a:lnTo>
                <a:lnTo>
                  <a:pt x="1095375" y="47625"/>
                </a:lnTo>
                <a:lnTo>
                  <a:pt x="1085850" y="47625"/>
                </a:lnTo>
                <a:lnTo>
                  <a:pt x="1085850" y="28575"/>
                </a:lnTo>
                <a:lnTo>
                  <a:pt x="1095375" y="28575"/>
                </a:lnTo>
                <a:lnTo>
                  <a:pt x="1095375" y="19050"/>
                </a:lnTo>
                <a:lnTo>
                  <a:pt x="1104900" y="19050"/>
                </a:lnTo>
                <a:close/>
                <a:moveTo>
                  <a:pt x="1190625" y="0"/>
                </a:moveTo>
                <a:lnTo>
                  <a:pt x="1209675" y="0"/>
                </a:lnTo>
                <a:lnTo>
                  <a:pt x="1209675" y="28575"/>
                </a:lnTo>
                <a:lnTo>
                  <a:pt x="1190625" y="28575"/>
                </a:lnTo>
                <a:close/>
                <a:moveTo>
                  <a:pt x="85725" y="9525"/>
                </a:moveTo>
                <a:lnTo>
                  <a:pt x="104775" y="9525"/>
                </a:lnTo>
                <a:lnTo>
                  <a:pt x="104775" y="19050"/>
                </a:lnTo>
                <a:lnTo>
                  <a:pt x="85725" y="19050"/>
                </a:lnTo>
                <a:close/>
                <a:moveTo>
                  <a:pt x="257175" y="9525"/>
                </a:moveTo>
                <a:lnTo>
                  <a:pt x="276225" y="9525"/>
                </a:lnTo>
                <a:lnTo>
                  <a:pt x="276225" y="19050"/>
                </a:lnTo>
                <a:lnTo>
                  <a:pt x="257175" y="19050"/>
                </a:lnTo>
                <a:close/>
                <a:moveTo>
                  <a:pt x="314325" y="9525"/>
                </a:moveTo>
                <a:lnTo>
                  <a:pt x="323850" y="9525"/>
                </a:lnTo>
                <a:lnTo>
                  <a:pt x="323850" y="28575"/>
                </a:lnTo>
                <a:lnTo>
                  <a:pt x="304800" y="28575"/>
                </a:lnTo>
                <a:lnTo>
                  <a:pt x="304800" y="19050"/>
                </a:lnTo>
                <a:lnTo>
                  <a:pt x="314325" y="19050"/>
                </a:lnTo>
                <a:close/>
                <a:moveTo>
                  <a:pt x="333375" y="9525"/>
                </a:moveTo>
                <a:lnTo>
                  <a:pt x="342900" y="9525"/>
                </a:lnTo>
                <a:lnTo>
                  <a:pt x="342900" y="28575"/>
                </a:lnTo>
                <a:lnTo>
                  <a:pt x="333375" y="28575"/>
                </a:lnTo>
                <a:close/>
                <a:moveTo>
                  <a:pt x="352425" y="9525"/>
                </a:moveTo>
                <a:lnTo>
                  <a:pt x="361950" y="9525"/>
                </a:lnTo>
                <a:lnTo>
                  <a:pt x="361950" y="19050"/>
                </a:lnTo>
                <a:lnTo>
                  <a:pt x="352425" y="19050"/>
                </a:lnTo>
                <a:close/>
                <a:moveTo>
                  <a:pt x="523875" y="9525"/>
                </a:moveTo>
                <a:lnTo>
                  <a:pt x="533400" y="9525"/>
                </a:lnTo>
                <a:lnTo>
                  <a:pt x="533400" y="19050"/>
                </a:lnTo>
                <a:lnTo>
                  <a:pt x="523875" y="19050"/>
                </a:lnTo>
                <a:close/>
                <a:moveTo>
                  <a:pt x="847725" y="9525"/>
                </a:moveTo>
                <a:lnTo>
                  <a:pt x="857250" y="9525"/>
                </a:lnTo>
                <a:lnTo>
                  <a:pt x="857250" y="19050"/>
                </a:lnTo>
                <a:lnTo>
                  <a:pt x="847725" y="19050"/>
                </a:lnTo>
                <a:close/>
                <a:moveTo>
                  <a:pt x="400050" y="19050"/>
                </a:moveTo>
                <a:lnTo>
                  <a:pt x="409575" y="19050"/>
                </a:lnTo>
                <a:lnTo>
                  <a:pt x="409575" y="28575"/>
                </a:lnTo>
                <a:lnTo>
                  <a:pt x="400050" y="28575"/>
                </a:lnTo>
                <a:close/>
                <a:moveTo>
                  <a:pt x="619125" y="19050"/>
                </a:moveTo>
                <a:lnTo>
                  <a:pt x="628650" y="19050"/>
                </a:lnTo>
                <a:lnTo>
                  <a:pt x="628650" y="28575"/>
                </a:lnTo>
                <a:lnTo>
                  <a:pt x="619125" y="28575"/>
                </a:lnTo>
                <a:close/>
                <a:moveTo>
                  <a:pt x="781050" y="19050"/>
                </a:moveTo>
                <a:lnTo>
                  <a:pt x="800100" y="19050"/>
                </a:lnTo>
                <a:lnTo>
                  <a:pt x="800100" y="28575"/>
                </a:lnTo>
                <a:lnTo>
                  <a:pt x="781050" y="28575"/>
                </a:lnTo>
                <a:close/>
                <a:moveTo>
                  <a:pt x="104775" y="28575"/>
                </a:moveTo>
                <a:lnTo>
                  <a:pt x="133350" y="28575"/>
                </a:lnTo>
                <a:lnTo>
                  <a:pt x="133350" y="38100"/>
                </a:lnTo>
                <a:lnTo>
                  <a:pt x="123825" y="38100"/>
                </a:lnTo>
                <a:lnTo>
                  <a:pt x="123825" y="57150"/>
                </a:lnTo>
                <a:lnTo>
                  <a:pt x="104775" y="57150"/>
                </a:lnTo>
                <a:close/>
                <a:moveTo>
                  <a:pt x="1104900" y="28575"/>
                </a:moveTo>
                <a:lnTo>
                  <a:pt x="1114425" y="28575"/>
                </a:lnTo>
                <a:lnTo>
                  <a:pt x="1114425" y="19050"/>
                </a:lnTo>
                <a:lnTo>
                  <a:pt x="1104900" y="19050"/>
                </a:lnTo>
                <a:close/>
                <a:moveTo>
                  <a:pt x="9525" y="38100"/>
                </a:moveTo>
                <a:lnTo>
                  <a:pt x="28575" y="38100"/>
                </a:lnTo>
                <a:lnTo>
                  <a:pt x="28575" y="57150"/>
                </a:lnTo>
                <a:lnTo>
                  <a:pt x="19050" y="57150"/>
                </a:lnTo>
                <a:lnTo>
                  <a:pt x="19050" y="76200"/>
                </a:lnTo>
                <a:lnTo>
                  <a:pt x="9525" y="76200"/>
                </a:lnTo>
                <a:lnTo>
                  <a:pt x="9525" y="66675"/>
                </a:lnTo>
                <a:lnTo>
                  <a:pt x="0" y="66675"/>
                </a:lnTo>
                <a:lnTo>
                  <a:pt x="0" y="57150"/>
                </a:lnTo>
                <a:lnTo>
                  <a:pt x="9525" y="57150"/>
                </a:lnTo>
                <a:close/>
                <a:moveTo>
                  <a:pt x="47625" y="38100"/>
                </a:moveTo>
                <a:lnTo>
                  <a:pt x="57150" y="38100"/>
                </a:lnTo>
                <a:lnTo>
                  <a:pt x="57150" y="47625"/>
                </a:lnTo>
                <a:lnTo>
                  <a:pt x="66675" y="47625"/>
                </a:lnTo>
                <a:lnTo>
                  <a:pt x="66675" y="57150"/>
                </a:lnTo>
                <a:lnTo>
                  <a:pt x="47625" y="57150"/>
                </a:lnTo>
                <a:close/>
                <a:moveTo>
                  <a:pt x="1171575" y="47625"/>
                </a:moveTo>
                <a:lnTo>
                  <a:pt x="1190625" y="47625"/>
                </a:lnTo>
                <a:lnTo>
                  <a:pt x="1190625" y="57150"/>
                </a:lnTo>
                <a:lnTo>
                  <a:pt x="1181100" y="57150"/>
                </a:lnTo>
                <a:lnTo>
                  <a:pt x="1181100" y="66675"/>
                </a:lnTo>
                <a:lnTo>
                  <a:pt x="1190625" y="66675"/>
                </a:lnTo>
                <a:lnTo>
                  <a:pt x="1190625" y="85725"/>
                </a:lnTo>
                <a:lnTo>
                  <a:pt x="1181100" y="85725"/>
                </a:lnTo>
                <a:lnTo>
                  <a:pt x="1181100" y="76200"/>
                </a:lnTo>
                <a:lnTo>
                  <a:pt x="1162050" y="76200"/>
                </a:lnTo>
                <a:lnTo>
                  <a:pt x="1162050" y="57150"/>
                </a:lnTo>
                <a:lnTo>
                  <a:pt x="1171575" y="57150"/>
                </a:lnTo>
                <a:close/>
                <a:moveTo>
                  <a:pt x="76200" y="66675"/>
                </a:moveTo>
                <a:lnTo>
                  <a:pt x="85725" y="66675"/>
                </a:lnTo>
                <a:lnTo>
                  <a:pt x="85725" y="76200"/>
                </a:lnTo>
                <a:lnTo>
                  <a:pt x="76200" y="76200"/>
                </a:lnTo>
                <a:close/>
                <a:moveTo>
                  <a:pt x="1123950" y="76200"/>
                </a:moveTo>
                <a:lnTo>
                  <a:pt x="1133475" y="76200"/>
                </a:lnTo>
                <a:lnTo>
                  <a:pt x="1133475" y="85725"/>
                </a:lnTo>
                <a:lnTo>
                  <a:pt x="1123950" y="85725"/>
                </a:lnTo>
                <a:close/>
                <a:moveTo>
                  <a:pt x="95250" y="85725"/>
                </a:moveTo>
                <a:lnTo>
                  <a:pt x="104775" y="85725"/>
                </a:lnTo>
                <a:lnTo>
                  <a:pt x="104775" y="114300"/>
                </a:lnTo>
                <a:lnTo>
                  <a:pt x="95250" y="114300"/>
                </a:lnTo>
                <a:close/>
                <a:moveTo>
                  <a:pt x="47625" y="104775"/>
                </a:moveTo>
                <a:lnTo>
                  <a:pt x="57150" y="104775"/>
                </a:lnTo>
                <a:lnTo>
                  <a:pt x="57150" y="114300"/>
                </a:lnTo>
                <a:lnTo>
                  <a:pt x="47625" y="114300"/>
                </a:lnTo>
                <a:close/>
                <a:moveTo>
                  <a:pt x="1162050" y="104775"/>
                </a:moveTo>
                <a:lnTo>
                  <a:pt x="1171575" y="104775"/>
                </a:lnTo>
                <a:lnTo>
                  <a:pt x="1171575" y="123825"/>
                </a:lnTo>
                <a:lnTo>
                  <a:pt x="1162050" y="123825"/>
                </a:lnTo>
                <a:close/>
                <a:moveTo>
                  <a:pt x="38100" y="114300"/>
                </a:moveTo>
                <a:lnTo>
                  <a:pt x="47625" y="114300"/>
                </a:lnTo>
                <a:lnTo>
                  <a:pt x="47625" y="123825"/>
                </a:lnTo>
                <a:lnTo>
                  <a:pt x="38100" y="123825"/>
                </a:lnTo>
                <a:close/>
                <a:moveTo>
                  <a:pt x="66675" y="114300"/>
                </a:moveTo>
                <a:lnTo>
                  <a:pt x="76200" y="114300"/>
                </a:lnTo>
                <a:lnTo>
                  <a:pt x="76200" y="133350"/>
                </a:lnTo>
                <a:lnTo>
                  <a:pt x="66675" y="133350"/>
                </a:lnTo>
                <a:close/>
                <a:moveTo>
                  <a:pt x="114300" y="114300"/>
                </a:moveTo>
                <a:lnTo>
                  <a:pt x="123825" y="114300"/>
                </a:lnTo>
                <a:lnTo>
                  <a:pt x="123825" y="123825"/>
                </a:lnTo>
                <a:lnTo>
                  <a:pt x="114300" y="123825"/>
                </a:lnTo>
                <a:close/>
                <a:moveTo>
                  <a:pt x="1114425" y="114300"/>
                </a:moveTo>
                <a:lnTo>
                  <a:pt x="1123950" y="114300"/>
                </a:lnTo>
                <a:lnTo>
                  <a:pt x="1123950" y="123825"/>
                </a:lnTo>
                <a:lnTo>
                  <a:pt x="1114425" y="123825"/>
                </a:lnTo>
                <a:close/>
                <a:moveTo>
                  <a:pt x="1123950" y="133350"/>
                </a:moveTo>
                <a:lnTo>
                  <a:pt x="1133475" y="133350"/>
                </a:lnTo>
                <a:lnTo>
                  <a:pt x="1133475" y="142875"/>
                </a:lnTo>
                <a:lnTo>
                  <a:pt x="1123950" y="142875"/>
                </a:lnTo>
                <a:close/>
                <a:moveTo>
                  <a:pt x="0" y="152400"/>
                </a:moveTo>
                <a:lnTo>
                  <a:pt x="9525" y="152400"/>
                </a:lnTo>
                <a:lnTo>
                  <a:pt x="9525" y="161925"/>
                </a:lnTo>
                <a:lnTo>
                  <a:pt x="0" y="161925"/>
                </a:lnTo>
                <a:close/>
                <a:moveTo>
                  <a:pt x="1152525" y="152400"/>
                </a:moveTo>
                <a:lnTo>
                  <a:pt x="1162050" y="152400"/>
                </a:lnTo>
                <a:lnTo>
                  <a:pt x="1162050" y="161925"/>
                </a:lnTo>
                <a:lnTo>
                  <a:pt x="1152525" y="161925"/>
                </a:lnTo>
                <a:close/>
                <a:moveTo>
                  <a:pt x="1181100" y="152400"/>
                </a:moveTo>
                <a:lnTo>
                  <a:pt x="1190625" y="152400"/>
                </a:lnTo>
                <a:lnTo>
                  <a:pt x="1190625" y="161925"/>
                </a:lnTo>
                <a:lnTo>
                  <a:pt x="1181100" y="161925"/>
                </a:lnTo>
                <a:close/>
                <a:moveTo>
                  <a:pt x="1200150" y="152400"/>
                </a:moveTo>
                <a:lnTo>
                  <a:pt x="1209675" y="152400"/>
                </a:lnTo>
                <a:lnTo>
                  <a:pt x="1209675" y="161925"/>
                </a:lnTo>
                <a:lnTo>
                  <a:pt x="1200150" y="161925"/>
                </a:lnTo>
                <a:close/>
                <a:moveTo>
                  <a:pt x="47625" y="161925"/>
                </a:moveTo>
                <a:lnTo>
                  <a:pt x="66675" y="161925"/>
                </a:lnTo>
                <a:lnTo>
                  <a:pt x="66675" y="171450"/>
                </a:lnTo>
                <a:lnTo>
                  <a:pt x="76200" y="171450"/>
                </a:lnTo>
                <a:lnTo>
                  <a:pt x="76200" y="190500"/>
                </a:lnTo>
                <a:lnTo>
                  <a:pt x="66675" y="190500"/>
                </a:lnTo>
                <a:lnTo>
                  <a:pt x="66675" y="180975"/>
                </a:lnTo>
                <a:lnTo>
                  <a:pt x="47625" y="180975"/>
                </a:lnTo>
                <a:close/>
                <a:moveTo>
                  <a:pt x="1095375" y="161925"/>
                </a:moveTo>
                <a:lnTo>
                  <a:pt x="1104900" y="161925"/>
                </a:lnTo>
                <a:lnTo>
                  <a:pt x="1104900" y="190500"/>
                </a:lnTo>
                <a:lnTo>
                  <a:pt x="1095375" y="190500"/>
                </a:lnTo>
                <a:close/>
                <a:moveTo>
                  <a:pt x="1143000" y="161925"/>
                </a:moveTo>
                <a:lnTo>
                  <a:pt x="1152525" y="161925"/>
                </a:lnTo>
                <a:lnTo>
                  <a:pt x="1152525" y="180975"/>
                </a:lnTo>
                <a:lnTo>
                  <a:pt x="1162050" y="180975"/>
                </a:lnTo>
                <a:lnTo>
                  <a:pt x="1162050" y="190500"/>
                </a:lnTo>
                <a:lnTo>
                  <a:pt x="1200150" y="190500"/>
                </a:lnTo>
                <a:lnTo>
                  <a:pt x="1200150" y="219075"/>
                </a:lnTo>
                <a:lnTo>
                  <a:pt x="1181100" y="219075"/>
                </a:lnTo>
                <a:lnTo>
                  <a:pt x="1181100" y="228600"/>
                </a:lnTo>
                <a:lnTo>
                  <a:pt x="1171575" y="228600"/>
                </a:lnTo>
                <a:lnTo>
                  <a:pt x="1171575" y="238125"/>
                </a:lnTo>
                <a:lnTo>
                  <a:pt x="1162050" y="238125"/>
                </a:lnTo>
                <a:lnTo>
                  <a:pt x="1162050" y="228600"/>
                </a:lnTo>
                <a:lnTo>
                  <a:pt x="1152525" y="228600"/>
                </a:lnTo>
                <a:lnTo>
                  <a:pt x="1152525" y="247650"/>
                </a:lnTo>
                <a:lnTo>
                  <a:pt x="1133475" y="247650"/>
                </a:lnTo>
                <a:lnTo>
                  <a:pt x="1133475" y="238125"/>
                </a:lnTo>
                <a:lnTo>
                  <a:pt x="1143000" y="238125"/>
                </a:lnTo>
                <a:lnTo>
                  <a:pt x="1143000" y="228600"/>
                </a:lnTo>
                <a:lnTo>
                  <a:pt x="1114425" y="228600"/>
                </a:lnTo>
                <a:lnTo>
                  <a:pt x="1114425" y="219075"/>
                </a:lnTo>
                <a:lnTo>
                  <a:pt x="1162050" y="219075"/>
                </a:lnTo>
                <a:lnTo>
                  <a:pt x="1162050" y="209550"/>
                </a:lnTo>
                <a:lnTo>
                  <a:pt x="1152525" y="209550"/>
                </a:lnTo>
                <a:lnTo>
                  <a:pt x="1152525" y="190500"/>
                </a:lnTo>
                <a:lnTo>
                  <a:pt x="1143000" y="190500"/>
                </a:lnTo>
                <a:lnTo>
                  <a:pt x="1143000" y="180975"/>
                </a:lnTo>
                <a:lnTo>
                  <a:pt x="1133475" y="180975"/>
                </a:lnTo>
                <a:lnTo>
                  <a:pt x="1133475" y="190500"/>
                </a:lnTo>
                <a:lnTo>
                  <a:pt x="1114425" y="190500"/>
                </a:lnTo>
                <a:lnTo>
                  <a:pt x="1114425" y="180975"/>
                </a:lnTo>
                <a:lnTo>
                  <a:pt x="1123950" y="180975"/>
                </a:lnTo>
                <a:lnTo>
                  <a:pt x="1123950" y="171450"/>
                </a:lnTo>
                <a:lnTo>
                  <a:pt x="1143000" y="171450"/>
                </a:lnTo>
                <a:close/>
                <a:moveTo>
                  <a:pt x="914400" y="171450"/>
                </a:moveTo>
                <a:lnTo>
                  <a:pt x="923925" y="171450"/>
                </a:lnTo>
                <a:lnTo>
                  <a:pt x="923925" y="180975"/>
                </a:lnTo>
                <a:lnTo>
                  <a:pt x="914400" y="180975"/>
                </a:lnTo>
                <a:close/>
                <a:moveTo>
                  <a:pt x="1171575" y="171450"/>
                </a:moveTo>
                <a:lnTo>
                  <a:pt x="1181100" y="171450"/>
                </a:lnTo>
                <a:lnTo>
                  <a:pt x="1181100" y="180975"/>
                </a:lnTo>
                <a:lnTo>
                  <a:pt x="1171575" y="180975"/>
                </a:lnTo>
                <a:close/>
                <a:moveTo>
                  <a:pt x="28575" y="180975"/>
                </a:moveTo>
                <a:lnTo>
                  <a:pt x="47625" y="180975"/>
                </a:lnTo>
                <a:lnTo>
                  <a:pt x="47625" y="190500"/>
                </a:lnTo>
                <a:lnTo>
                  <a:pt x="38100" y="190500"/>
                </a:lnTo>
                <a:lnTo>
                  <a:pt x="38100" y="200025"/>
                </a:lnTo>
                <a:lnTo>
                  <a:pt x="47625" y="200025"/>
                </a:lnTo>
                <a:lnTo>
                  <a:pt x="47625" y="209550"/>
                </a:lnTo>
                <a:lnTo>
                  <a:pt x="19050" y="209550"/>
                </a:lnTo>
                <a:lnTo>
                  <a:pt x="19050" y="200025"/>
                </a:lnTo>
                <a:lnTo>
                  <a:pt x="28575" y="200025"/>
                </a:lnTo>
                <a:close/>
                <a:moveTo>
                  <a:pt x="1000125" y="180975"/>
                </a:moveTo>
                <a:lnTo>
                  <a:pt x="1019175" y="180975"/>
                </a:lnTo>
                <a:lnTo>
                  <a:pt x="1019175" y="190500"/>
                </a:lnTo>
                <a:lnTo>
                  <a:pt x="1000125" y="190500"/>
                </a:lnTo>
                <a:close/>
                <a:moveTo>
                  <a:pt x="914400" y="190500"/>
                </a:moveTo>
                <a:lnTo>
                  <a:pt x="933450" y="190500"/>
                </a:lnTo>
                <a:lnTo>
                  <a:pt x="933450" y="209550"/>
                </a:lnTo>
                <a:lnTo>
                  <a:pt x="923925" y="209550"/>
                </a:lnTo>
                <a:lnTo>
                  <a:pt x="923925" y="219075"/>
                </a:lnTo>
                <a:lnTo>
                  <a:pt x="904875" y="219075"/>
                </a:lnTo>
                <a:lnTo>
                  <a:pt x="904875" y="209550"/>
                </a:lnTo>
                <a:lnTo>
                  <a:pt x="914400" y="209550"/>
                </a:lnTo>
                <a:close/>
                <a:moveTo>
                  <a:pt x="695325" y="200025"/>
                </a:moveTo>
                <a:lnTo>
                  <a:pt x="704850" y="200025"/>
                </a:lnTo>
                <a:lnTo>
                  <a:pt x="704850" y="209550"/>
                </a:lnTo>
                <a:lnTo>
                  <a:pt x="695325" y="209550"/>
                </a:lnTo>
                <a:close/>
                <a:moveTo>
                  <a:pt x="1114425" y="200025"/>
                </a:moveTo>
                <a:lnTo>
                  <a:pt x="1123950" y="200025"/>
                </a:lnTo>
                <a:lnTo>
                  <a:pt x="1123950" y="209550"/>
                </a:lnTo>
                <a:lnTo>
                  <a:pt x="1114425" y="209550"/>
                </a:lnTo>
                <a:close/>
                <a:moveTo>
                  <a:pt x="47625" y="209550"/>
                </a:moveTo>
                <a:lnTo>
                  <a:pt x="66675" y="209550"/>
                </a:lnTo>
                <a:lnTo>
                  <a:pt x="66675" y="219075"/>
                </a:lnTo>
                <a:lnTo>
                  <a:pt x="57150" y="219075"/>
                </a:lnTo>
                <a:lnTo>
                  <a:pt x="57150" y="238125"/>
                </a:lnTo>
                <a:lnTo>
                  <a:pt x="38100" y="238125"/>
                </a:lnTo>
                <a:lnTo>
                  <a:pt x="38100" y="228600"/>
                </a:lnTo>
                <a:lnTo>
                  <a:pt x="47625" y="228600"/>
                </a:lnTo>
                <a:close/>
                <a:moveTo>
                  <a:pt x="1000125" y="219075"/>
                </a:moveTo>
                <a:lnTo>
                  <a:pt x="1009650" y="219075"/>
                </a:lnTo>
                <a:lnTo>
                  <a:pt x="1009650" y="228600"/>
                </a:lnTo>
                <a:lnTo>
                  <a:pt x="1000125" y="228600"/>
                </a:lnTo>
                <a:close/>
                <a:moveTo>
                  <a:pt x="1085850" y="228600"/>
                </a:moveTo>
                <a:lnTo>
                  <a:pt x="1104900" y="228600"/>
                </a:lnTo>
                <a:lnTo>
                  <a:pt x="1104900" y="257175"/>
                </a:lnTo>
                <a:lnTo>
                  <a:pt x="1085850" y="257175"/>
                </a:lnTo>
                <a:lnTo>
                  <a:pt x="1085850" y="247650"/>
                </a:lnTo>
                <a:lnTo>
                  <a:pt x="1076325" y="247650"/>
                </a:lnTo>
                <a:lnTo>
                  <a:pt x="1076325" y="238125"/>
                </a:lnTo>
                <a:lnTo>
                  <a:pt x="1085850" y="238125"/>
                </a:lnTo>
                <a:close/>
                <a:moveTo>
                  <a:pt x="1000125" y="238125"/>
                </a:moveTo>
                <a:lnTo>
                  <a:pt x="1009650" y="238125"/>
                </a:lnTo>
                <a:lnTo>
                  <a:pt x="1009650" y="247650"/>
                </a:lnTo>
                <a:lnTo>
                  <a:pt x="1000125" y="247650"/>
                </a:lnTo>
                <a:close/>
                <a:moveTo>
                  <a:pt x="1085850" y="247650"/>
                </a:moveTo>
                <a:lnTo>
                  <a:pt x="1095375" y="247650"/>
                </a:lnTo>
                <a:lnTo>
                  <a:pt x="1095375" y="238125"/>
                </a:lnTo>
                <a:lnTo>
                  <a:pt x="1085850" y="238125"/>
                </a:lnTo>
                <a:close/>
                <a:moveTo>
                  <a:pt x="1114425" y="247650"/>
                </a:moveTo>
                <a:lnTo>
                  <a:pt x="1133475" y="247650"/>
                </a:lnTo>
                <a:lnTo>
                  <a:pt x="1133475" y="257175"/>
                </a:lnTo>
                <a:lnTo>
                  <a:pt x="1143000" y="257175"/>
                </a:lnTo>
                <a:lnTo>
                  <a:pt x="1143000" y="266700"/>
                </a:lnTo>
                <a:lnTo>
                  <a:pt x="1171575" y="266700"/>
                </a:lnTo>
                <a:lnTo>
                  <a:pt x="1171575" y="276225"/>
                </a:lnTo>
                <a:lnTo>
                  <a:pt x="1152525" y="276225"/>
                </a:lnTo>
                <a:lnTo>
                  <a:pt x="1152525" y="285750"/>
                </a:lnTo>
                <a:lnTo>
                  <a:pt x="1123950" y="285750"/>
                </a:lnTo>
                <a:lnTo>
                  <a:pt x="1123950" y="276225"/>
                </a:lnTo>
                <a:lnTo>
                  <a:pt x="1114425" y="276225"/>
                </a:lnTo>
                <a:close/>
                <a:moveTo>
                  <a:pt x="1190625" y="247650"/>
                </a:moveTo>
                <a:lnTo>
                  <a:pt x="1209675" y="247650"/>
                </a:lnTo>
                <a:lnTo>
                  <a:pt x="1209675" y="257175"/>
                </a:lnTo>
                <a:lnTo>
                  <a:pt x="1200150" y="257175"/>
                </a:lnTo>
                <a:lnTo>
                  <a:pt x="1200150" y="266700"/>
                </a:lnTo>
                <a:lnTo>
                  <a:pt x="1190625" y="266700"/>
                </a:lnTo>
                <a:close/>
                <a:moveTo>
                  <a:pt x="1019175" y="257175"/>
                </a:moveTo>
                <a:lnTo>
                  <a:pt x="1028700" y="257175"/>
                </a:lnTo>
                <a:lnTo>
                  <a:pt x="1028700" y="266700"/>
                </a:lnTo>
                <a:lnTo>
                  <a:pt x="1019175" y="266700"/>
                </a:lnTo>
                <a:close/>
                <a:moveTo>
                  <a:pt x="1095375" y="266700"/>
                </a:moveTo>
                <a:lnTo>
                  <a:pt x="1104900" y="266700"/>
                </a:lnTo>
                <a:lnTo>
                  <a:pt x="1104900" y="276225"/>
                </a:lnTo>
                <a:lnTo>
                  <a:pt x="1095375" y="276225"/>
                </a:lnTo>
                <a:close/>
                <a:moveTo>
                  <a:pt x="676275" y="276225"/>
                </a:moveTo>
                <a:lnTo>
                  <a:pt x="685800" y="276225"/>
                </a:lnTo>
                <a:lnTo>
                  <a:pt x="685800" y="285750"/>
                </a:lnTo>
                <a:lnTo>
                  <a:pt x="676275" y="285750"/>
                </a:lnTo>
                <a:close/>
                <a:moveTo>
                  <a:pt x="657225" y="285750"/>
                </a:moveTo>
                <a:lnTo>
                  <a:pt x="666750" y="285750"/>
                </a:lnTo>
                <a:lnTo>
                  <a:pt x="666750" y="295275"/>
                </a:lnTo>
                <a:lnTo>
                  <a:pt x="657225" y="295275"/>
                </a:lnTo>
                <a:close/>
                <a:moveTo>
                  <a:pt x="1200150" y="295275"/>
                </a:moveTo>
                <a:lnTo>
                  <a:pt x="1209675" y="295275"/>
                </a:lnTo>
                <a:lnTo>
                  <a:pt x="1209675" y="323850"/>
                </a:lnTo>
                <a:lnTo>
                  <a:pt x="1200150" y="323850"/>
                </a:lnTo>
                <a:close/>
                <a:moveTo>
                  <a:pt x="628650" y="304800"/>
                </a:moveTo>
                <a:lnTo>
                  <a:pt x="638175" y="304800"/>
                </a:lnTo>
                <a:lnTo>
                  <a:pt x="638175" y="323850"/>
                </a:lnTo>
                <a:lnTo>
                  <a:pt x="628650" y="323850"/>
                </a:lnTo>
                <a:close/>
                <a:moveTo>
                  <a:pt x="85725" y="314325"/>
                </a:moveTo>
                <a:lnTo>
                  <a:pt x="104775" y="314325"/>
                </a:lnTo>
                <a:lnTo>
                  <a:pt x="104775" y="342900"/>
                </a:lnTo>
                <a:lnTo>
                  <a:pt x="95250" y="342900"/>
                </a:lnTo>
                <a:lnTo>
                  <a:pt x="95250" y="333375"/>
                </a:lnTo>
                <a:lnTo>
                  <a:pt x="85725" y="333375"/>
                </a:lnTo>
                <a:close/>
                <a:moveTo>
                  <a:pt x="647700" y="323850"/>
                </a:moveTo>
                <a:lnTo>
                  <a:pt x="666750" y="323850"/>
                </a:lnTo>
                <a:lnTo>
                  <a:pt x="666750" y="333375"/>
                </a:lnTo>
                <a:lnTo>
                  <a:pt x="647700" y="333375"/>
                </a:lnTo>
                <a:close/>
                <a:moveTo>
                  <a:pt x="0" y="352425"/>
                </a:moveTo>
                <a:lnTo>
                  <a:pt x="9525" y="352425"/>
                </a:lnTo>
                <a:lnTo>
                  <a:pt x="9525" y="361950"/>
                </a:lnTo>
                <a:lnTo>
                  <a:pt x="0" y="361950"/>
                </a:lnTo>
                <a:close/>
                <a:moveTo>
                  <a:pt x="47625" y="361950"/>
                </a:moveTo>
                <a:lnTo>
                  <a:pt x="57150" y="361950"/>
                </a:lnTo>
                <a:lnTo>
                  <a:pt x="57150" y="390525"/>
                </a:lnTo>
                <a:lnTo>
                  <a:pt x="47625" y="390525"/>
                </a:lnTo>
                <a:lnTo>
                  <a:pt x="47625" y="400050"/>
                </a:lnTo>
                <a:lnTo>
                  <a:pt x="19050" y="400050"/>
                </a:lnTo>
                <a:lnTo>
                  <a:pt x="19050" y="390525"/>
                </a:lnTo>
                <a:lnTo>
                  <a:pt x="28575" y="390525"/>
                </a:lnTo>
                <a:lnTo>
                  <a:pt x="28575" y="371475"/>
                </a:lnTo>
                <a:lnTo>
                  <a:pt x="47625" y="371475"/>
                </a:lnTo>
                <a:close/>
                <a:moveTo>
                  <a:pt x="95250" y="381000"/>
                </a:moveTo>
                <a:lnTo>
                  <a:pt x="104775" y="381000"/>
                </a:lnTo>
                <a:lnTo>
                  <a:pt x="104775" y="409575"/>
                </a:lnTo>
                <a:lnTo>
                  <a:pt x="95250" y="409575"/>
                </a:lnTo>
                <a:lnTo>
                  <a:pt x="95250" y="419100"/>
                </a:lnTo>
                <a:lnTo>
                  <a:pt x="76200" y="419100"/>
                </a:lnTo>
                <a:lnTo>
                  <a:pt x="76200" y="409575"/>
                </a:lnTo>
                <a:lnTo>
                  <a:pt x="85725" y="409575"/>
                </a:lnTo>
                <a:lnTo>
                  <a:pt x="85725" y="400050"/>
                </a:lnTo>
                <a:lnTo>
                  <a:pt x="95250" y="400050"/>
                </a:lnTo>
                <a:close/>
                <a:moveTo>
                  <a:pt x="504825" y="390525"/>
                </a:moveTo>
                <a:lnTo>
                  <a:pt x="514350" y="390525"/>
                </a:lnTo>
                <a:lnTo>
                  <a:pt x="514350" y="409575"/>
                </a:lnTo>
                <a:lnTo>
                  <a:pt x="504825" y="409575"/>
                </a:lnTo>
                <a:close/>
                <a:moveTo>
                  <a:pt x="180975" y="400050"/>
                </a:moveTo>
                <a:lnTo>
                  <a:pt x="190500" y="400050"/>
                </a:lnTo>
                <a:lnTo>
                  <a:pt x="190500" y="409575"/>
                </a:lnTo>
                <a:lnTo>
                  <a:pt x="180975" y="409575"/>
                </a:lnTo>
                <a:close/>
                <a:moveTo>
                  <a:pt x="219075" y="400050"/>
                </a:moveTo>
                <a:lnTo>
                  <a:pt x="228600" y="400050"/>
                </a:lnTo>
                <a:lnTo>
                  <a:pt x="228600" y="409575"/>
                </a:lnTo>
                <a:lnTo>
                  <a:pt x="238125" y="409575"/>
                </a:lnTo>
                <a:lnTo>
                  <a:pt x="238125" y="400050"/>
                </a:lnTo>
                <a:lnTo>
                  <a:pt x="247650" y="400050"/>
                </a:lnTo>
                <a:lnTo>
                  <a:pt x="247650" y="419100"/>
                </a:lnTo>
                <a:lnTo>
                  <a:pt x="238125" y="419100"/>
                </a:lnTo>
                <a:lnTo>
                  <a:pt x="238125" y="428625"/>
                </a:lnTo>
                <a:lnTo>
                  <a:pt x="228600" y="428625"/>
                </a:lnTo>
                <a:lnTo>
                  <a:pt x="228600" y="419100"/>
                </a:lnTo>
                <a:lnTo>
                  <a:pt x="219075" y="419100"/>
                </a:lnTo>
                <a:close/>
                <a:moveTo>
                  <a:pt x="390525" y="400050"/>
                </a:moveTo>
                <a:lnTo>
                  <a:pt x="409575" y="400050"/>
                </a:lnTo>
                <a:lnTo>
                  <a:pt x="409575" y="409575"/>
                </a:lnTo>
                <a:lnTo>
                  <a:pt x="390525" y="409575"/>
                </a:lnTo>
                <a:close/>
                <a:moveTo>
                  <a:pt x="752475" y="409575"/>
                </a:moveTo>
                <a:lnTo>
                  <a:pt x="781050" y="409575"/>
                </a:lnTo>
                <a:lnTo>
                  <a:pt x="781050" y="428625"/>
                </a:lnTo>
                <a:lnTo>
                  <a:pt x="771525" y="428625"/>
                </a:lnTo>
                <a:lnTo>
                  <a:pt x="771525" y="438150"/>
                </a:lnTo>
                <a:lnTo>
                  <a:pt x="752475" y="438150"/>
                </a:lnTo>
                <a:close/>
                <a:moveTo>
                  <a:pt x="809625" y="409575"/>
                </a:moveTo>
                <a:lnTo>
                  <a:pt x="819150" y="409575"/>
                </a:lnTo>
                <a:lnTo>
                  <a:pt x="819150" y="419100"/>
                </a:lnTo>
                <a:lnTo>
                  <a:pt x="847725" y="419100"/>
                </a:lnTo>
                <a:lnTo>
                  <a:pt x="847725" y="447675"/>
                </a:lnTo>
                <a:lnTo>
                  <a:pt x="838200" y="447675"/>
                </a:lnTo>
                <a:lnTo>
                  <a:pt x="838200" y="457200"/>
                </a:lnTo>
                <a:lnTo>
                  <a:pt x="819150" y="457200"/>
                </a:lnTo>
                <a:lnTo>
                  <a:pt x="819150" y="438150"/>
                </a:lnTo>
                <a:lnTo>
                  <a:pt x="828675" y="438150"/>
                </a:lnTo>
                <a:lnTo>
                  <a:pt x="828675" y="428625"/>
                </a:lnTo>
                <a:lnTo>
                  <a:pt x="809625" y="428625"/>
                </a:lnTo>
                <a:close/>
                <a:moveTo>
                  <a:pt x="933450" y="409575"/>
                </a:moveTo>
                <a:lnTo>
                  <a:pt x="942975" y="409575"/>
                </a:lnTo>
                <a:lnTo>
                  <a:pt x="942975" y="419100"/>
                </a:lnTo>
                <a:lnTo>
                  <a:pt x="933450" y="419100"/>
                </a:lnTo>
                <a:close/>
                <a:moveTo>
                  <a:pt x="266700" y="419100"/>
                </a:moveTo>
                <a:lnTo>
                  <a:pt x="276225" y="419100"/>
                </a:lnTo>
                <a:lnTo>
                  <a:pt x="276225" y="428625"/>
                </a:lnTo>
                <a:lnTo>
                  <a:pt x="266700" y="428625"/>
                </a:lnTo>
                <a:close/>
                <a:moveTo>
                  <a:pt x="38100" y="428625"/>
                </a:moveTo>
                <a:lnTo>
                  <a:pt x="66675" y="428625"/>
                </a:lnTo>
                <a:lnTo>
                  <a:pt x="66675" y="438150"/>
                </a:lnTo>
                <a:lnTo>
                  <a:pt x="76200" y="438150"/>
                </a:lnTo>
                <a:lnTo>
                  <a:pt x="76200" y="476250"/>
                </a:lnTo>
                <a:lnTo>
                  <a:pt x="66675" y="476250"/>
                </a:lnTo>
                <a:lnTo>
                  <a:pt x="66675" y="466725"/>
                </a:lnTo>
                <a:lnTo>
                  <a:pt x="57150" y="466725"/>
                </a:lnTo>
                <a:lnTo>
                  <a:pt x="57150" y="447675"/>
                </a:lnTo>
                <a:lnTo>
                  <a:pt x="47625" y="447675"/>
                </a:lnTo>
                <a:lnTo>
                  <a:pt x="47625" y="438150"/>
                </a:lnTo>
                <a:lnTo>
                  <a:pt x="38100" y="438150"/>
                </a:lnTo>
                <a:close/>
                <a:moveTo>
                  <a:pt x="9525" y="438150"/>
                </a:moveTo>
                <a:lnTo>
                  <a:pt x="19050" y="438150"/>
                </a:lnTo>
                <a:lnTo>
                  <a:pt x="19050" y="447675"/>
                </a:lnTo>
                <a:lnTo>
                  <a:pt x="28575" y="447675"/>
                </a:lnTo>
                <a:lnTo>
                  <a:pt x="28575" y="457200"/>
                </a:lnTo>
                <a:lnTo>
                  <a:pt x="9525" y="457200"/>
                </a:lnTo>
                <a:close/>
                <a:moveTo>
                  <a:pt x="790575" y="447675"/>
                </a:moveTo>
                <a:lnTo>
                  <a:pt x="800100" y="447675"/>
                </a:lnTo>
                <a:lnTo>
                  <a:pt x="800100" y="457200"/>
                </a:lnTo>
                <a:lnTo>
                  <a:pt x="790575" y="457200"/>
                </a:lnTo>
                <a:close/>
                <a:moveTo>
                  <a:pt x="28575" y="457200"/>
                </a:moveTo>
                <a:lnTo>
                  <a:pt x="38100" y="457200"/>
                </a:lnTo>
                <a:lnTo>
                  <a:pt x="38100" y="466725"/>
                </a:lnTo>
                <a:lnTo>
                  <a:pt x="28575" y="466725"/>
                </a:lnTo>
                <a:close/>
                <a:moveTo>
                  <a:pt x="923925" y="457200"/>
                </a:moveTo>
                <a:lnTo>
                  <a:pt x="942975" y="457200"/>
                </a:lnTo>
                <a:lnTo>
                  <a:pt x="942975" y="466725"/>
                </a:lnTo>
                <a:lnTo>
                  <a:pt x="923925" y="466725"/>
                </a:lnTo>
                <a:close/>
                <a:moveTo>
                  <a:pt x="47625" y="466725"/>
                </a:moveTo>
                <a:lnTo>
                  <a:pt x="57150" y="466725"/>
                </a:lnTo>
                <a:lnTo>
                  <a:pt x="57150" y="476250"/>
                </a:lnTo>
                <a:lnTo>
                  <a:pt x="47625" y="476250"/>
                </a:lnTo>
                <a:close/>
                <a:moveTo>
                  <a:pt x="809625" y="466725"/>
                </a:moveTo>
                <a:lnTo>
                  <a:pt x="828675" y="466725"/>
                </a:lnTo>
                <a:lnTo>
                  <a:pt x="828675" y="476250"/>
                </a:lnTo>
                <a:lnTo>
                  <a:pt x="819150" y="476250"/>
                </a:lnTo>
                <a:lnTo>
                  <a:pt x="819150" y="485775"/>
                </a:lnTo>
                <a:lnTo>
                  <a:pt x="809625" y="485775"/>
                </a:lnTo>
                <a:close/>
                <a:moveTo>
                  <a:pt x="914400" y="466725"/>
                </a:moveTo>
                <a:lnTo>
                  <a:pt x="923925" y="466725"/>
                </a:lnTo>
                <a:lnTo>
                  <a:pt x="923925" y="476250"/>
                </a:lnTo>
                <a:lnTo>
                  <a:pt x="914400" y="476250"/>
                </a:lnTo>
                <a:close/>
                <a:moveTo>
                  <a:pt x="1057275" y="504825"/>
                </a:moveTo>
                <a:lnTo>
                  <a:pt x="1066800" y="504825"/>
                </a:lnTo>
                <a:lnTo>
                  <a:pt x="1066800" y="514350"/>
                </a:lnTo>
                <a:lnTo>
                  <a:pt x="1057275" y="514350"/>
                </a:lnTo>
                <a:close/>
                <a:moveTo>
                  <a:pt x="1181100" y="504825"/>
                </a:moveTo>
                <a:lnTo>
                  <a:pt x="1190625" y="504825"/>
                </a:lnTo>
                <a:lnTo>
                  <a:pt x="1190625" y="523875"/>
                </a:lnTo>
                <a:lnTo>
                  <a:pt x="1209675" y="523875"/>
                </a:lnTo>
                <a:lnTo>
                  <a:pt x="1209675" y="552450"/>
                </a:lnTo>
                <a:lnTo>
                  <a:pt x="1200150" y="552450"/>
                </a:lnTo>
                <a:lnTo>
                  <a:pt x="1200150" y="542925"/>
                </a:lnTo>
                <a:lnTo>
                  <a:pt x="1190625" y="542925"/>
                </a:lnTo>
                <a:lnTo>
                  <a:pt x="1190625" y="533400"/>
                </a:lnTo>
                <a:lnTo>
                  <a:pt x="1181100" y="533400"/>
                </a:lnTo>
                <a:close/>
                <a:moveTo>
                  <a:pt x="76200" y="514350"/>
                </a:moveTo>
                <a:lnTo>
                  <a:pt x="85725" y="514350"/>
                </a:lnTo>
                <a:lnTo>
                  <a:pt x="85725" y="523875"/>
                </a:lnTo>
                <a:lnTo>
                  <a:pt x="76200" y="523875"/>
                </a:lnTo>
                <a:close/>
                <a:moveTo>
                  <a:pt x="1162050" y="542925"/>
                </a:moveTo>
                <a:lnTo>
                  <a:pt x="1171575" y="542925"/>
                </a:lnTo>
                <a:lnTo>
                  <a:pt x="1171575" y="552450"/>
                </a:lnTo>
                <a:lnTo>
                  <a:pt x="1162050" y="552450"/>
                </a:lnTo>
                <a:close/>
                <a:moveTo>
                  <a:pt x="1190625" y="552450"/>
                </a:moveTo>
                <a:lnTo>
                  <a:pt x="1200150" y="552450"/>
                </a:lnTo>
                <a:lnTo>
                  <a:pt x="1200150" y="561975"/>
                </a:lnTo>
                <a:lnTo>
                  <a:pt x="1190625" y="561975"/>
                </a:lnTo>
                <a:close/>
                <a:moveTo>
                  <a:pt x="66675" y="571500"/>
                </a:moveTo>
                <a:lnTo>
                  <a:pt x="104775" y="571500"/>
                </a:lnTo>
                <a:lnTo>
                  <a:pt x="104775" y="600075"/>
                </a:lnTo>
                <a:lnTo>
                  <a:pt x="95250" y="600075"/>
                </a:lnTo>
                <a:lnTo>
                  <a:pt x="95250" y="581025"/>
                </a:lnTo>
                <a:lnTo>
                  <a:pt x="85725" y="581025"/>
                </a:lnTo>
                <a:lnTo>
                  <a:pt x="85725" y="590550"/>
                </a:lnTo>
                <a:lnTo>
                  <a:pt x="66675" y="590550"/>
                </a:lnTo>
                <a:close/>
                <a:moveTo>
                  <a:pt x="1190625" y="571500"/>
                </a:moveTo>
                <a:lnTo>
                  <a:pt x="1209675" y="571500"/>
                </a:lnTo>
                <a:lnTo>
                  <a:pt x="1209675" y="609600"/>
                </a:lnTo>
                <a:lnTo>
                  <a:pt x="1200150" y="609600"/>
                </a:lnTo>
                <a:lnTo>
                  <a:pt x="1200150" y="590550"/>
                </a:lnTo>
                <a:lnTo>
                  <a:pt x="1190625" y="590550"/>
                </a:lnTo>
                <a:close/>
                <a:moveTo>
                  <a:pt x="0" y="581025"/>
                </a:moveTo>
                <a:lnTo>
                  <a:pt x="19050" y="581025"/>
                </a:lnTo>
                <a:lnTo>
                  <a:pt x="19050" y="590550"/>
                </a:lnTo>
                <a:lnTo>
                  <a:pt x="0" y="590550"/>
                </a:lnTo>
                <a:close/>
                <a:moveTo>
                  <a:pt x="180975" y="581025"/>
                </a:moveTo>
                <a:lnTo>
                  <a:pt x="200025" y="581025"/>
                </a:lnTo>
                <a:lnTo>
                  <a:pt x="200025" y="590550"/>
                </a:lnTo>
                <a:lnTo>
                  <a:pt x="180975" y="590550"/>
                </a:lnTo>
                <a:close/>
                <a:moveTo>
                  <a:pt x="1133475" y="600075"/>
                </a:moveTo>
                <a:lnTo>
                  <a:pt x="1143000" y="600075"/>
                </a:lnTo>
                <a:lnTo>
                  <a:pt x="1143000" y="628650"/>
                </a:lnTo>
                <a:lnTo>
                  <a:pt x="1133475" y="628650"/>
                </a:lnTo>
                <a:close/>
                <a:moveTo>
                  <a:pt x="1152525" y="600075"/>
                </a:moveTo>
                <a:lnTo>
                  <a:pt x="1162050" y="600075"/>
                </a:lnTo>
                <a:lnTo>
                  <a:pt x="1162050" y="619125"/>
                </a:lnTo>
                <a:lnTo>
                  <a:pt x="1152525" y="619125"/>
                </a:lnTo>
                <a:close/>
                <a:moveTo>
                  <a:pt x="161925" y="609600"/>
                </a:moveTo>
                <a:lnTo>
                  <a:pt x="171450" y="609600"/>
                </a:lnTo>
                <a:lnTo>
                  <a:pt x="171450" y="619125"/>
                </a:lnTo>
                <a:lnTo>
                  <a:pt x="161925" y="619125"/>
                </a:lnTo>
                <a:close/>
                <a:moveTo>
                  <a:pt x="1171575" y="619125"/>
                </a:moveTo>
                <a:lnTo>
                  <a:pt x="1181100" y="619125"/>
                </a:lnTo>
                <a:lnTo>
                  <a:pt x="1181100" y="628650"/>
                </a:lnTo>
                <a:lnTo>
                  <a:pt x="1190625" y="628650"/>
                </a:lnTo>
                <a:lnTo>
                  <a:pt x="1190625" y="647700"/>
                </a:lnTo>
                <a:lnTo>
                  <a:pt x="1181100" y="647700"/>
                </a:lnTo>
                <a:lnTo>
                  <a:pt x="1181100" y="638175"/>
                </a:lnTo>
                <a:lnTo>
                  <a:pt x="1152525" y="638175"/>
                </a:lnTo>
                <a:lnTo>
                  <a:pt x="1152525" y="628650"/>
                </a:lnTo>
                <a:lnTo>
                  <a:pt x="1171575" y="628650"/>
                </a:lnTo>
                <a:close/>
                <a:moveTo>
                  <a:pt x="76200" y="628650"/>
                </a:moveTo>
                <a:lnTo>
                  <a:pt x="85725" y="628650"/>
                </a:lnTo>
                <a:lnTo>
                  <a:pt x="85725" y="638175"/>
                </a:lnTo>
                <a:lnTo>
                  <a:pt x="95250" y="638175"/>
                </a:lnTo>
                <a:lnTo>
                  <a:pt x="95250" y="628650"/>
                </a:lnTo>
                <a:lnTo>
                  <a:pt x="104775" y="628650"/>
                </a:lnTo>
                <a:lnTo>
                  <a:pt x="104775" y="666750"/>
                </a:lnTo>
                <a:lnTo>
                  <a:pt x="85725" y="666750"/>
                </a:lnTo>
                <a:lnTo>
                  <a:pt x="85725" y="657225"/>
                </a:lnTo>
                <a:lnTo>
                  <a:pt x="76200" y="657225"/>
                </a:lnTo>
                <a:close/>
                <a:moveTo>
                  <a:pt x="381000" y="628650"/>
                </a:moveTo>
                <a:lnTo>
                  <a:pt x="400050" y="628650"/>
                </a:lnTo>
                <a:lnTo>
                  <a:pt x="400050" y="638175"/>
                </a:lnTo>
                <a:lnTo>
                  <a:pt x="381000" y="638175"/>
                </a:lnTo>
                <a:close/>
                <a:moveTo>
                  <a:pt x="28575" y="647700"/>
                </a:moveTo>
                <a:lnTo>
                  <a:pt x="38100" y="647700"/>
                </a:lnTo>
                <a:lnTo>
                  <a:pt x="38100" y="657225"/>
                </a:lnTo>
                <a:lnTo>
                  <a:pt x="28575" y="657225"/>
                </a:lnTo>
                <a:close/>
                <a:moveTo>
                  <a:pt x="171450" y="647700"/>
                </a:moveTo>
                <a:lnTo>
                  <a:pt x="180975" y="647700"/>
                </a:lnTo>
                <a:lnTo>
                  <a:pt x="180975" y="657225"/>
                </a:lnTo>
                <a:lnTo>
                  <a:pt x="171450" y="657225"/>
                </a:lnTo>
                <a:close/>
                <a:moveTo>
                  <a:pt x="323850" y="647700"/>
                </a:moveTo>
                <a:lnTo>
                  <a:pt x="381000" y="647700"/>
                </a:lnTo>
                <a:lnTo>
                  <a:pt x="381000" y="657225"/>
                </a:lnTo>
                <a:lnTo>
                  <a:pt x="371475" y="657225"/>
                </a:lnTo>
                <a:lnTo>
                  <a:pt x="371475" y="676275"/>
                </a:lnTo>
                <a:lnTo>
                  <a:pt x="352425" y="676275"/>
                </a:lnTo>
                <a:lnTo>
                  <a:pt x="352425" y="666750"/>
                </a:lnTo>
                <a:lnTo>
                  <a:pt x="323850" y="666750"/>
                </a:lnTo>
                <a:close/>
                <a:moveTo>
                  <a:pt x="438150" y="647700"/>
                </a:moveTo>
                <a:lnTo>
                  <a:pt x="447675" y="647700"/>
                </a:lnTo>
                <a:lnTo>
                  <a:pt x="447675" y="666750"/>
                </a:lnTo>
                <a:lnTo>
                  <a:pt x="438150" y="666750"/>
                </a:lnTo>
                <a:close/>
                <a:moveTo>
                  <a:pt x="57150" y="657225"/>
                </a:moveTo>
                <a:lnTo>
                  <a:pt x="76200" y="657225"/>
                </a:lnTo>
                <a:lnTo>
                  <a:pt x="76200" y="666750"/>
                </a:lnTo>
                <a:lnTo>
                  <a:pt x="66675" y="666750"/>
                </a:lnTo>
                <a:lnTo>
                  <a:pt x="66675" y="676275"/>
                </a:lnTo>
                <a:lnTo>
                  <a:pt x="76200" y="676275"/>
                </a:lnTo>
                <a:lnTo>
                  <a:pt x="76200" y="685800"/>
                </a:lnTo>
                <a:lnTo>
                  <a:pt x="85725" y="685800"/>
                </a:lnTo>
                <a:lnTo>
                  <a:pt x="85725" y="704850"/>
                </a:lnTo>
                <a:lnTo>
                  <a:pt x="66675" y="704850"/>
                </a:lnTo>
                <a:lnTo>
                  <a:pt x="66675" y="685800"/>
                </a:lnTo>
                <a:lnTo>
                  <a:pt x="47625" y="685800"/>
                </a:lnTo>
                <a:lnTo>
                  <a:pt x="47625" y="676275"/>
                </a:lnTo>
                <a:lnTo>
                  <a:pt x="38100" y="676275"/>
                </a:lnTo>
                <a:lnTo>
                  <a:pt x="38100" y="666750"/>
                </a:lnTo>
                <a:lnTo>
                  <a:pt x="57150" y="666750"/>
                </a:lnTo>
                <a:close/>
                <a:moveTo>
                  <a:pt x="266700" y="657225"/>
                </a:moveTo>
                <a:lnTo>
                  <a:pt x="295275" y="657225"/>
                </a:lnTo>
                <a:lnTo>
                  <a:pt x="295275" y="676275"/>
                </a:lnTo>
                <a:lnTo>
                  <a:pt x="285750" y="676275"/>
                </a:lnTo>
                <a:lnTo>
                  <a:pt x="285750" y="685800"/>
                </a:lnTo>
                <a:lnTo>
                  <a:pt x="257175" y="685800"/>
                </a:lnTo>
                <a:lnTo>
                  <a:pt x="257175" y="676275"/>
                </a:lnTo>
                <a:lnTo>
                  <a:pt x="266700" y="676275"/>
                </a:lnTo>
                <a:close/>
                <a:moveTo>
                  <a:pt x="400050" y="657225"/>
                </a:moveTo>
                <a:lnTo>
                  <a:pt x="409575" y="657225"/>
                </a:lnTo>
                <a:lnTo>
                  <a:pt x="409575" y="666750"/>
                </a:lnTo>
                <a:lnTo>
                  <a:pt x="400050" y="666750"/>
                </a:lnTo>
                <a:close/>
                <a:moveTo>
                  <a:pt x="1190625" y="657225"/>
                </a:moveTo>
                <a:lnTo>
                  <a:pt x="1200150" y="657225"/>
                </a:lnTo>
                <a:lnTo>
                  <a:pt x="1200150" y="666750"/>
                </a:lnTo>
                <a:lnTo>
                  <a:pt x="1209675" y="666750"/>
                </a:lnTo>
                <a:lnTo>
                  <a:pt x="1209675" y="685800"/>
                </a:lnTo>
                <a:lnTo>
                  <a:pt x="1200150" y="685800"/>
                </a:lnTo>
                <a:lnTo>
                  <a:pt x="1200150" y="676275"/>
                </a:lnTo>
                <a:lnTo>
                  <a:pt x="1190625" y="676275"/>
                </a:lnTo>
                <a:close/>
                <a:moveTo>
                  <a:pt x="333375" y="676275"/>
                </a:moveTo>
                <a:lnTo>
                  <a:pt x="352425" y="676275"/>
                </a:lnTo>
                <a:lnTo>
                  <a:pt x="352425" y="685800"/>
                </a:lnTo>
                <a:lnTo>
                  <a:pt x="333375" y="685800"/>
                </a:lnTo>
                <a:close/>
                <a:moveTo>
                  <a:pt x="1162050" y="676275"/>
                </a:moveTo>
                <a:lnTo>
                  <a:pt x="1171575" y="676275"/>
                </a:lnTo>
                <a:lnTo>
                  <a:pt x="1171575" y="685800"/>
                </a:lnTo>
                <a:lnTo>
                  <a:pt x="1162050" y="685800"/>
                </a:lnTo>
                <a:close/>
                <a:moveTo>
                  <a:pt x="1152525" y="685800"/>
                </a:moveTo>
                <a:lnTo>
                  <a:pt x="1162050" y="685800"/>
                </a:lnTo>
                <a:lnTo>
                  <a:pt x="1162050" y="695325"/>
                </a:lnTo>
                <a:lnTo>
                  <a:pt x="1152525" y="695325"/>
                </a:lnTo>
                <a:close/>
                <a:moveTo>
                  <a:pt x="1123950" y="695325"/>
                </a:moveTo>
                <a:lnTo>
                  <a:pt x="1152525" y="695325"/>
                </a:lnTo>
                <a:lnTo>
                  <a:pt x="1152525" y="704850"/>
                </a:lnTo>
                <a:lnTo>
                  <a:pt x="1171575" y="704850"/>
                </a:lnTo>
                <a:lnTo>
                  <a:pt x="1171575" y="733425"/>
                </a:lnTo>
                <a:lnTo>
                  <a:pt x="1190625" y="733425"/>
                </a:lnTo>
                <a:lnTo>
                  <a:pt x="1190625" y="723900"/>
                </a:lnTo>
                <a:lnTo>
                  <a:pt x="1200150" y="723900"/>
                </a:lnTo>
                <a:lnTo>
                  <a:pt x="1200150" y="714375"/>
                </a:lnTo>
                <a:lnTo>
                  <a:pt x="1209675" y="714375"/>
                </a:lnTo>
                <a:lnTo>
                  <a:pt x="1209675" y="752475"/>
                </a:lnTo>
                <a:lnTo>
                  <a:pt x="1200150" y="752475"/>
                </a:lnTo>
                <a:lnTo>
                  <a:pt x="1200150" y="733425"/>
                </a:lnTo>
                <a:lnTo>
                  <a:pt x="1190625" y="733425"/>
                </a:lnTo>
                <a:lnTo>
                  <a:pt x="1190625" y="742950"/>
                </a:lnTo>
                <a:lnTo>
                  <a:pt x="1181100" y="742950"/>
                </a:lnTo>
                <a:lnTo>
                  <a:pt x="1181100" y="752475"/>
                </a:lnTo>
                <a:lnTo>
                  <a:pt x="1171575" y="752475"/>
                </a:lnTo>
                <a:lnTo>
                  <a:pt x="1171575" y="762000"/>
                </a:lnTo>
                <a:lnTo>
                  <a:pt x="1152525" y="762000"/>
                </a:lnTo>
                <a:lnTo>
                  <a:pt x="1152525" y="771525"/>
                </a:lnTo>
                <a:lnTo>
                  <a:pt x="1143000" y="771525"/>
                </a:lnTo>
                <a:lnTo>
                  <a:pt x="1143000" y="781050"/>
                </a:lnTo>
                <a:lnTo>
                  <a:pt x="1114425" y="781050"/>
                </a:lnTo>
                <a:lnTo>
                  <a:pt x="1114425" y="762000"/>
                </a:lnTo>
                <a:lnTo>
                  <a:pt x="1104900" y="762000"/>
                </a:lnTo>
                <a:lnTo>
                  <a:pt x="1104900" y="752475"/>
                </a:lnTo>
                <a:lnTo>
                  <a:pt x="1133475" y="752475"/>
                </a:lnTo>
                <a:lnTo>
                  <a:pt x="1133475" y="714375"/>
                </a:lnTo>
                <a:lnTo>
                  <a:pt x="1123950" y="714375"/>
                </a:lnTo>
                <a:close/>
                <a:moveTo>
                  <a:pt x="47625" y="704850"/>
                </a:moveTo>
                <a:lnTo>
                  <a:pt x="57150" y="704850"/>
                </a:lnTo>
                <a:lnTo>
                  <a:pt x="57150" y="714375"/>
                </a:lnTo>
                <a:lnTo>
                  <a:pt x="47625" y="714375"/>
                </a:lnTo>
                <a:close/>
                <a:moveTo>
                  <a:pt x="85725" y="704850"/>
                </a:moveTo>
                <a:lnTo>
                  <a:pt x="95250" y="704850"/>
                </a:lnTo>
                <a:lnTo>
                  <a:pt x="95250" y="714375"/>
                </a:lnTo>
                <a:lnTo>
                  <a:pt x="104775" y="714375"/>
                </a:lnTo>
                <a:lnTo>
                  <a:pt x="104775" y="733425"/>
                </a:lnTo>
                <a:lnTo>
                  <a:pt x="85725" y="733425"/>
                </a:lnTo>
                <a:close/>
                <a:moveTo>
                  <a:pt x="142875" y="704850"/>
                </a:moveTo>
                <a:lnTo>
                  <a:pt x="152400" y="704850"/>
                </a:lnTo>
                <a:lnTo>
                  <a:pt x="152400" y="714375"/>
                </a:lnTo>
                <a:lnTo>
                  <a:pt x="142875" y="714375"/>
                </a:lnTo>
                <a:close/>
                <a:moveTo>
                  <a:pt x="1028700" y="704850"/>
                </a:moveTo>
                <a:lnTo>
                  <a:pt x="1047750" y="704850"/>
                </a:lnTo>
                <a:lnTo>
                  <a:pt x="1047750" y="714375"/>
                </a:lnTo>
                <a:lnTo>
                  <a:pt x="1038225" y="714375"/>
                </a:lnTo>
                <a:lnTo>
                  <a:pt x="1038225" y="723900"/>
                </a:lnTo>
                <a:lnTo>
                  <a:pt x="1028700" y="723900"/>
                </a:lnTo>
                <a:close/>
                <a:moveTo>
                  <a:pt x="952500" y="714375"/>
                </a:moveTo>
                <a:lnTo>
                  <a:pt x="962025" y="714375"/>
                </a:lnTo>
                <a:lnTo>
                  <a:pt x="962025" y="733425"/>
                </a:lnTo>
                <a:lnTo>
                  <a:pt x="971550" y="733425"/>
                </a:lnTo>
                <a:lnTo>
                  <a:pt x="971550" y="742950"/>
                </a:lnTo>
                <a:lnTo>
                  <a:pt x="981075" y="742950"/>
                </a:lnTo>
                <a:lnTo>
                  <a:pt x="981075" y="752475"/>
                </a:lnTo>
                <a:lnTo>
                  <a:pt x="962025" y="752475"/>
                </a:lnTo>
                <a:lnTo>
                  <a:pt x="962025" y="771525"/>
                </a:lnTo>
                <a:lnTo>
                  <a:pt x="952500" y="771525"/>
                </a:lnTo>
                <a:lnTo>
                  <a:pt x="952500" y="781050"/>
                </a:lnTo>
                <a:lnTo>
                  <a:pt x="942975" y="781050"/>
                </a:lnTo>
                <a:lnTo>
                  <a:pt x="942975" y="762000"/>
                </a:lnTo>
                <a:lnTo>
                  <a:pt x="923925" y="762000"/>
                </a:lnTo>
                <a:lnTo>
                  <a:pt x="923925" y="752475"/>
                </a:lnTo>
                <a:lnTo>
                  <a:pt x="914400" y="752475"/>
                </a:lnTo>
                <a:lnTo>
                  <a:pt x="914400" y="742950"/>
                </a:lnTo>
                <a:lnTo>
                  <a:pt x="952500" y="742950"/>
                </a:lnTo>
                <a:close/>
                <a:moveTo>
                  <a:pt x="47625" y="723900"/>
                </a:moveTo>
                <a:lnTo>
                  <a:pt x="66675" y="723900"/>
                </a:lnTo>
                <a:lnTo>
                  <a:pt x="66675" y="742950"/>
                </a:lnTo>
                <a:lnTo>
                  <a:pt x="47625" y="742950"/>
                </a:lnTo>
                <a:lnTo>
                  <a:pt x="47625" y="752475"/>
                </a:lnTo>
                <a:lnTo>
                  <a:pt x="66675" y="752475"/>
                </a:lnTo>
                <a:lnTo>
                  <a:pt x="66675" y="742950"/>
                </a:lnTo>
                <a:lnTo>
                  <a:pt x="95250" y="742950"/>
                </a:lnTo>
                <a:lnTo>
                  <a:pt x="95250" y="752475"/>
                </a:lnTo>
                <a:lnTo>
                  <a:pt x="104775" y="752475"/>
                </a:lnTo>
                <a:lnTo>
                  <a:pt x="104775" y="762000"/>
                </a:lnTo>
                <a:lnTo>
                  <a:pt x="66675" y="762000"/>
                </a:lnTo>
                <a:lnTo>
                  <a:pt x="66675" y="771525"/>
                </a:lnTo>
                <a:lnTo>
                  <a:pt x="76200" y="771525"/>
                </a:lnTo>
                <a:lnTo>
                  <a:pt x="76200" y="781050"/>
                </a:lnTo>
                <a:lnTo>
                  <a:pt x="57150" y="781050"/>
                </a:lnTo>
                <a:lnTo>
                  <a:pt x="57150" y="790575"/>
                </a:lnTo>
                <a:lnTo>
                  <a:pt x="28575" y="790575"/>
                </a:lnTo>
                <a:lnTo>
                  <a:pt x="28575" y="781050"/>
                </a:lnTo>
                <a:lnTo>
                  <a:pt x="0" y="781050"/>
                </a:lnTo>
                <a:lnTo>
                  <a:pt x="0" y="771525"/>
                </a:lnTo>
                <a:lnTo>
                  <a:pt x="28575" y="771525"/>
                </a:lnTo>
                <a:lnTo>
                  <a:pt x="28575" y="762000"/>
                </a:lnTo>
                <a:lnTo>
                  <a:pt x="38100" y="762000"/>
                </a:lnTo>
                <a:lnTo>
                  <a:pt x="38100" y="733425"/>
                </a:lnTo>
                <a:lnTo>
                  <a:pt x="47625" y="733425"/>
                </a:lnTo>
                <a:close/>
                <a:moveTo>
                  <a:pt x="133350" y="723900"/>
                </a:moveTo>
                <a:lnTo>
                  <a:pt x="152400" y="723900"/>
                </a:lnTo>
                <a:lnTo>
                  <a:pt x="152400" y="733425"/>
                </a:lnTo>
                <a:lnTo>
                  <a:pt x="142875" y="733425"/>
                </a:lnTo>
                <a:lnTo>
                  <a:pt x="142875" y="752475"/>
                </a:lnTo>
                <a:lnTo>
                  <a:pt x="152400" y="752475"/>
                </a:lnTo>
                <a:lnTo>
                  <a:pt x="152400" y="762000"/>
                </a:lnTo>
                <a:lnTo>
                  <a:pt x="133350" y="762000"/>
                </a:lnTo>
                <a:lnTo>
                  <a:pt x="133350" y="771525"/>
                </a:lnTo>
                <a:lnTo>
                  <a:pt x="142875" y="771525"/>
                </a:lnTo>
                <a:lnTo>
                  <a:pt x="142875" y="781050"/>
                </a:lnTo>
                <a:lnTo>
                  <a:pt x="133350" y="781050"/>
                </a:lnTo>
                <a:lnTo>
                  <a:pt x="133350" y="790575"/>
                </a:lnTo>
                <a:lnTo>
                  <a:pt x="152400" y="790575"/>
                </a:lnTo>
                <a:lnTo>
                  <a:pt x="152400" y="809625"/>
                </a:lnTo>
                <a:lnTo>
                  <a:pt x="133350" y="809625"/>
                </a:lnTo>
                <a:lnTo>
                  <a:pt x="133350" y="800100"/>
                </a:lnTo>
                <a:lnTo>
                  <a:pt x="104775" y="800100"/>
                </a:lnTo>
                <a:lnTo>
                  <a:pt x="104775" y="809625"/>
                </a:lnTo>
                <a:lnTo>
                  <a:pt x="76200" y="809625"/>
                </a:lnTo>
                <a:lnTo>
                  <a:pt x="76200" y="800100"/>
                </a:lnTo>
                <a:lnTo>
                  <a:pt x="66675" y="800100"/>
                </a:lnTo>
                <a:lnTo>
                  <a:pt x="66675" y="790575"/>
                </a:lnTo>
                <a:lnTo>
                  <a:pt x="76200" y="790575"/>
                </a:lnTo>
                <a:lnTo>
                  <a:pt x="76200" y="800100"/>
                </a:lnTo>
                <a:lnTo>
                  <a:pt x="85725" y="800100"/>
                </a:lnTo>
                <a:lnTo>
                  <a:pt x="85725" y="790575"/>
                </a:lnTo>
                <a:lnTo>
                  <a:pt x="104775" y="790575"/>
                </a:lnTo>
                <a:lnTo>
                  <a:pt x="104775" y="762000"/>
                </a:lnTo>
                <a:lnTo>
                  <a:pt x="123825" y="762000"/>
                </a:lnTo>
                <a:lnTo>
                  <a:pt x="123825" y="752475"/>
                </a:lnTo>
                <a:lnTo>
                  <a:pt x="114300" y="752475"/>
                </a:lnTo>
                <a:lnTo>
                  <a:pt x="114300" y="742950"/>
                </a:lnTo>
                <a:lnTo>
                  <a:pt x="123825" y="742950"/>
                </a:lnTo>
                <a:lnTo>
                  <a:pt x="123825" y="733425"/>
                </a:lnTo>
                <a:lnTo>
                  <a:pt x="133350" y="733425"/>
                </a:lnTo>
                <a:close/>
                <a:moveTo>
                  <a:pt x="228600" y="723900"/>
                </a:moveTo>
                <a:lnTo>
                  <a:pt x="247650" y="723900"/>
                </a:lnTo>
                <a:lnTo>
                  <a:pt x="247650" y="733425"/>
                </a:lnTo>
                <a:lnTo>
                  <a:pt x="238125" y="733425"/>
                </a:lnTo>
                <a:lnTo>
                  <a:pt x="238125" y="742950"/>
                </a:lnTo>
                <a:lnTo>
                  <a:pt x="228600" y="742950"/>
                </a:lnTo>
                <a:close/>
                <a:moveTo>
                  <a:pt x="333375" y="723900"/>
                </a:moveTo>
                <a:lnTo>
                  <a:pt x="361950" y="723900"/>
                </a:lnTo>
                <a:lnTo>
                  <a:pt x="361950" y="742950"/>
                </a:lnTo>
                <a:lnTo>
                  <a:pt x="333375" y="742950"/>
                </a:lnTo>
                <a:close/>
                <a:moveTo>
                  <a:pt x="457200" y="723900"/>
                </a:moveTo>
                <a:lnTo>
                  <a:pt x="476250" y="723900"/>
                </a:lnTo>
                <a:lnTo>
                  <a:pt x="476250" y="742950"/>
                </a:lnTo>
                <a:lnTo>
                  <a:pt x="447675" y="742950"/>
                </a:lnTo>
                <a:lnTo>
                  <a:pt x="447675" y="733425"/>
                </a:lnTo>
                <a:lnTo>
                  <a:pt x="457200" y="733425"/>
                </a:lnTo>
                <a:close/>
                <a:moveTo>
                  <a:pt x="504825" y="723900"/>
                </a:moveTo>
                <a:lnTo>
                  <a:pt x="533400" y="723900"/>
                </a:lnTo>
                <a:lnTo>
                  <a:pt x="533400" y="742950"/>
                </a:lnTo>
                <a:lnTo>
                  <a:pt x="504825" y="742950"/>
                </a:lnTo>
                <a:close/>
                <a:moveTo>
                  <a:pt x="600075" y="723900"/>
                </a:moveTo>
                <a:lnTo>
                  <a:pt x="619125" y="723900"/>
                </a:lnTo>
                <a:lnTo>
                  <a:pt x="619125" y="733425"/>
                </a:lnTo>
                <a:lnTo>
                  <a:pt x="600075" y="733425"/>
                </a:lnTo>
                <a:close/>
                <a:moveTo>
                  <a:pt x="904875" y="723900"/>
                </a:moveTo>
                <a:lnTo>
                  <a:pt x="923925" y="723900"/>
                </a:lnTo>
                <a:lnTo>
                  <a:pt x="923925" y="733425"/>
                </a:lnTo>
                <a:lnTo>
                  <a:pt x="904875" y="733425"/>
                </a:lnTo>
                <a:close/>
                <a:moveTo>
                  <a:pt x="933450" y="723900"/>
                </a:moveTo>
                <a:lnTo>
                  <a:pt x="942975" y="723900"/>
                </a:lnTo>
                <a:lnTo>
                  <a:pt x="942975" y="733425"/>
                </a:lnTo>
                <a:lnTo>
                  <a:pt x="933450" y="733425"/>
                </a:lnTo>
                <a:close/>
                <a:moveTo>
                  <a:pt x="1152525" y="723900"/>
                </a:moveTo>
                <a:lnTo>
                  <a:pt x="1162050" y="723900"/>
                </a:lnTo>
                <a:lnTo>
                  <a:pt x="1162050" y="714375"/>
                </a:lnTo>
                <a:lnTo>
                  <a:pt x="1152525" y="714375"/>
                </a:lnTo>
                <a:close/>
                <a:moveTo>
                  <a:pt x="0" y="733425"/>
                </a:moveTo>
                <a:lnTo>
                  <a:pt x="19050" y="733425"/>
                </a:lnTo>
                <a:lnTo>
                  <a:pt x="19050" y="752475"/>
                </a:lnTo>
                <a:lnTo>
                  <a:pt x="9525" y="752475"/>
                </a:lnTo>
                <a:lnTo>
                  <a:pt x="9525" y="762000"/>
                </a:lnTo>
                <a:lnTo>
                  <a:pt x="0" y="762000"/>
                </a:lnTo>
                <a:close/>
                <a:moveTo>
                  <a:pt x="161925" y="733425"/>
                </a:moveTo>
                <a:lnTo>
                  <a:pt x="180975" y="733425"/>
                </a:lnTo>
                <a:lnTo>
                  <a:pt x="180975" y="742950"/>
                </a:lnTo>
                <a:lnTo>
                  <a:pt x="161925" y="742950"/>
                </a:lnTo>
                <a:close/>
                <a:moveTo>
                  <a:pt x="190500" y="733425"/>
                </a:moveTo>
                <a:lnTo>
                  <a:pt x="200025" y="733425"/>
                </a:lnTo>
                <a:lnTo>
                  <a:pt x="200025" y="742950"/>
                </a:lnTo>
                <a:lnTo>
                  <a:pt x="190500" y="742950"/>
                </a:lnTo>
                <a:close/>
                <a:moveTo>
                  <a:pt x="314325" y="733425"/>
                </a:moveTo>
                <a:lnTo>
                  <a:pt x="323850" y="733425"/>
                </a:lnTo>
                <a:lnTo>
                  <a:pt x="323850" y="742950"/>
                </a:lnTo>
                <a:lnTo>
                  <a:pt x="314325" y="742950"/>
                </a:lnTo>
                <a:close/>
                <a:moveTo>
                  <a:pt x="657225" y="733425"/>
                </a:moveTo>
                <a:lnTo>
                  <a:pt x="666750" y="733425"/>
                </a:lnTo>
                <a:lnTo>
                  <a:pt x="666750" y="742950"/>
                </a:lnTo>
                <a:lnTo>
                  <a:pt x="657225" y="742950"/>
                </a:lnTo>
                <a:close/>
                <a:moveTo>
                  <a:pt x="695325" y="733425"/>
                </a:moveTo>
                <a:lnTo>
                  <a:pt x="714375" y="733425"/>
                </a:lnTo>
                <a:lnTo>
                  <a:pt x="714375" y="742950"/>
                </a:lnTo>
                <a:lnTo>
                  <a:pt x="695325" y="742950"/>
                </a:lnTo>
                <a:close/>
                <a:moveTo>
                  <a:pt x="800100" y="733425"/>
                </a:moveTo>
                <a:lnTo>
                  <a:pt x="809625" y="733425"/>
                </a:lnTo>
                <a:lnTo>
                  <a:pt x="809625" y="742950"/>
                </a:lnTo>
                <a:lnTo>
                  <a:pt x="800100" y="742950"/>
                </a:lnTo>
                <a:close/>
                <a:moveTo>
                  <a:pt x="876300" y="733425"/>
                </a:moveTo>
                <a:lnTo>
                  <a:pt x="895350" y="733425"/>
                </a:lnTo>
                <a:lnTo>
                  <a:pt x="895350" y="742950"/>
                </a:lnTo>
                <a:lnTo>
                  <a:pt x="876300" y="742950"/>
                </a:lnTo>
                <a:close/>
                <a:moveTo>
                  <a:pt x="1038225" y="733425"/>
                </a:moveTo>
                <a:lnTo>
                  <a:pt x="1047750" y="733425"/>
                </a:lnTo>
                <a:lnTo>
                  <a:pt x="1047750" y="742950"/>
                </a:lnTo>
                <a:lnTo>
                  <a:pt x="1038225" y="742950"/>
                </a:lnTo>
                <a:close/>
                <a:moveTo>
                  <a:pt x="180975" y="742950"/>
                </a:moveTo>
                <a:lnTo>
                  <a:pt x="190500" y="742950"/>
                </a:lnTo>
                <a:lnTo>
                  <a:pt x="190500" y="762000"/>
                </a:lnTo>
                <a:lnTo>
                  <a:pt x="200025" y="762000"/>
                </a:lnTo>
                <a:lnTo>
                  <a:pt x="200025" y="771525"/>
                </a:lnTo>
                <a:lnTo>
                  <a:pt x="209550" y="771525"/>
                </a:lnTo>
                <a:lnTo>
                  <a:pt x="209550" y="790575"/>
                </a:lnTo>
                <a:lnTo>
                  <a:pt x="200025" y="790575"/>
                </a:lnTo>
                <a:lnTo>
                  <a:pt x="200025" y="781050"/>
                </a:lnTo>
                <a:lnTo>
                  <a:pt x="190500" y="781050"/>
                </a:lnTo>
                <a:lnTo>
                  <a:pt x="190500" y="771525"/>
                </a:lnTo>
                <a:lnTo>
                  <a:pt x="180975" y="771525"/>
                </a:lnTo>
                <a:close/>
                <a:moveTo>
                  <a:pt x="219075" y="742950"/>
                </a:moveTo>
                <a:lnTo>
                  <a:pt x="228600" y="742950"/>
                </a:lnTo>
                <a:lnTo>
                  <a:pt x="228600" y="752475"/>
                </a:lnTo>
                <a:lnTo>
                  <a:pt x="219075" y="752475"/>
                </a:lnTo>
                <a:close/>
                <a:moveTo>
                  <a:pt x="295275" y="742950"/>
                </a:moveTo>
                <a:lnTo>
                  <a:pt x="304800" y="742950"/>
                </a:lnTo>
                <a:lnTo>
                  <a:pt x="304800" y="752475"/>
                </a:lnTo>
                <a:lnTo>
                  <a:pt x="295275" y="752475"/>
                </a:lnTo>
                <a:close/>
                <a:moveTo>
                  <a:pt x="400050" y="742950"/>
                </a:moveTo>
                <a:lnTo>
                  <a:pt x="409575" y="742950"/>
                </a:lnTo>
                <a:lnTo>
                  <a:pt x="409575" y="762000"/>
                </a:lnTo>
                <a:lnTo>
                  <a:pt x="400050" y="762000"/>
                </a:lnTo>
                <a:close/>
                <a:moveTo>
                  <a:pt x="419100" y="742950"/>
                </a:moveTo>
                <a:lnTo>
                  <a:pt x="438150" y="742950"/>
                </a:lnTo>
                <a:lnTo>
                  <a:pt x="438150" y="762000"/>
                </a:lnTo>
                <a:lnTo>
                  <a:pt x="485775" y="762000"/>
                </a:lnTo>
                <a:lnTo>
                  <a:pt x="485775" y="781050"/>
                </a:lnTo>
                <a:lnTo>
                  <a:pt x="495300" y="781050"/>
                </a:lnTo>
                <a:lnTo>
                  <a:pt x="495300" y="771525"/>
                </a:lnTo>
                <a:lnTo>
                  <a:pt x="504825" y="771525"/>
                </a:lnTo>
                <a:lnTo>
                  <a:pt x="504825" y="762000"/>
                </a:lnTo>
                <a:lnTo>
                  <a:pt x="523875" y="762000"/>
                </a:lnTo>
                <a:lnTo>
                  <a:pt x="523875" y="771525"/>
                </a:lnTo>
                <a:lnTo>
                  <a:pt x="504825" y="771525"/>
                </a:lnTo>
                <a:lnTo>
                  <a:pt x="504825" y="790575"/>
                </a:lnTo>
                <a:lnTo>
                  <a:pt x="485775" y="790575"/>
                </a:lnTo>
                <a:lnTo>
                  <a:pt x="485775" y="800100"/>
                </a:lnTo>
                <a:lnTo>
                  <a:pt x="476250" y="800100"/>
                </a:lnTo>
                <a:lnTo>
                  <a:pt x="476250" y="809625"/>
                </a:lnTo>
                <a:lnTo>
                  <a:pt x="466725" y="809625"/>
                </a:lnTo>
                <a:lnTo>
                  <a:pt x="466725" y="790575"/>
                </a:lnTo>
                <a:lnTo>
                  <a:pt x="457200" y="790575"/>
                </a:lnTo>
                <a:lnTo>
                  <a:pt x="457200" y="781050"/>
                </a:lnTo>
                <a:lnTo>
                  <a:pt x="428625" y="781050"/>
                </a:lnTo>
                <a:lnTo>
                  <a:pt x="428625" y="771525"/>
                </a:lnTo>
                <a:lnTo>
                  <a:pt x="419100" y="771525"/>
                </a:lnTo>
                <a:close/>
                <a:moveTo>
                  <a:pt x="647700" y="742950"/>
                </a:moveTo>
                <a:lnTo>
                  <a:pt x="657225" y="742950"/>
                </a:lnTo>
                <a:lnTo>
                  <a:pt x="657225" y="752475"/>
                </a:lnTo>
                <a:lnTo>
                  <a:pt x="647700" y="752475"/>
                </a:lnTo>
                <a:close/>
                <a:moveTo>
                  <a:pt x="1019175" y="742950"/>
                </a:moveTo>
                <a:lnTo>
                  <a:pt x="1038225" y="742950"/>
                </a:lnTo>
                <a:lnTo>
                  <a:pt x="1038225" y="752475"/>
                </a:lnTo>
                <a:lnTo>
                  <a:pt x="1019175" y="752475"/>
                </a:lnTo>
                <a:close/>
                <a:moveTo>
                  <a:pt x="123825" y="752475"/>
                </a:moveTo>
                <a:lnTo>
                  <a:pt x="133350" y="752475"/>
                </a:lnTo>
                <a:lnTo>
                  <a:pt x="133350" y="742950"/>
                </a:lnTo>
                <a:lnTo>
                  <a:pt x="123825" y="742950"/>
                </a:lnTo>
                <a:close/>
                <a:moveTo>
                  <a:pt x="723900" y="752475"/>
                </a:moveTo>
                <a:lnTo>
                  <a:pt x="742950" y="752475"/>
                </a:lnTo>
                <a:lnTo>
                  <a:pt x="742950" y="762000"/>
                </a:lnTo>
                <a:lnTo>
                  <a:pt x="733425" y="762000"/>
                </a:lnTo>
                <a:lnTo>
                  <a:pt x="733425" y="771525"/>
                </a:lnTo>
                <a:lnTo>
                  <a:pt x="723900" y="771525"/>
                </a:lnTo>
                <a:close/>
                <a:moveTo>
                  <a:pt x="238125" y="762000"/>
                </a:moveTo>
                <a:lnTo>
                  <a:pt x="247650" y="762000"/>
                </a:lnTo>
                <a:lnTo>
                  <a:pt x="247650" y="771525"/>
                </a:lnTo>
                <a:lnTo>
                  <a:pt x="238125" y="771525"/>
                </a:lnTo>
                <a:close/>
                <a:moveTo>
                  <a:pt x="257175" y="762000"/>
                </a:moveTo>
                <a:lnTo>
                  <a:pt x="276225" y="762000"/>
                </a:lnTo>
                <a:lnTo>
                  <a:pt x="276225" y="771525"/>
                </a:lnTo>
                <a:lnTo>
                  <a:pt x="266700" y="771525"/>
                </a:lnTo>
                <a:lnTo>
                  <a:pt x="266700" y="781050"/>
                </a:lnTo>
                <a:lnTo>
                  <a:pt x="257175" y="781050"/>
                </a:lnTo>
                <a:close/>
                <a:moveTo>
                  <a:pt x="381000" y="762000"/>
                </a:moveTo>
                <a:lnTo>
                  <a:pt x="400050" y="762000"/>
                </a:lnTo>
                <a:lnTo>
                  <a:pt x="400050" y="781050"/>
                </a:lnTo>
                <a:lnTo>
                  <a:pt x="409575" y="781050"/>
                </a:lnTo>
                <a:lnTo>
                  <a:pt x="409575" y="790575"/>
                </a:lnTo>
                <a:lnTo>
                  <a:pt x="419100" y="790575"/>
                </a:lnTo>
                <a:lnTo>
                  <a:pt x="419100" y="809625"/>
                </a:lnTo>
                <a:lnTo>
                  <a:pt x="400050" y="809625"/>
                </a:lnTo>
                <a:lnTo>
                  <a:pt x="400050" y="800100"/>
                </a:lnTo>
                <a:lnTo>
                  <a:pt x="390525" y="800100"/>
                </a:lnTo>
                <a:lnTo>
                  <a:pt x="390525" y="790575"/>
                </a:lnTo>
                <a:lnTo>
                  <a:pt x="381000" y="790575"/>
                </a:lnTo>
                <a:lnTo>
                  <a:pt x="381000" y="781050"/>
                </a:lnTo>
                <a:lnTo>
                  <a:pt x="390525" y="781050"/>
                </a:lnTo>
                <a:lnTo>
                  <a:pt x="390525" y="771525"/>
                </a:lnTo>
                <a:lnTo>
                  <a:pt x="381000" y="771525"/>
                </a:lnTo>
                <a:close/>
                <a:moveTo>
                  <a:pt x="1057275" y="762000"/>
                </a:moveTo>
                <a:lnTo>
                  <a:pt x="1085850" y="762000"/>
                </a:lnTo>
                <a:lnTo>
                  <a:pt x="1085850" y="781050"/>
                </a:lnTo>
                <a:lnTo>
                  <a:pt x="1076325" y="781050"/>
                </a:lnTo>
                <a:lnTo>
                  <a:pt x="1076325" y="771525"/>
                </a:lnTo>
                <a:lnTo>
                  <a:pt x="1066800" y="771525"/>
                </a:lnTo>
                <a:lnTo>
                  <a:pt x="1066800" y="781050"/>
                </a:lnTo>
                <a:lnTo>
                  <a:pt x="1047750" y="781050"/>
                </a:lnTo>
                <a:lnTo>
                  <a:pt x="1047750" y="771525"/>
                </a:lnTo>
                <a:lnTo>
                  <a:pt x="1057275" y="771525"/>
                </a:lnTo>
                <a:close/>
                <a:moveTo>
                  <a:pt x="1190625" y="762000"/>
                </a:moveTo>
                <a:lnTo>
                  <a:pt x="1209675" y="762000"/>
                </a:lnTo>
                <a:lnTo>
                  <a:pt x="1209675" y="771525"/>
                </a:lnTo>
                <a:lnTo>
                  <a:pt x="1190625" y="771525"/>
                </a:lnTo>
                <a:close/>
                <a:moveTo>
                  <a:pt x="228600" y="771525"/>
                </a:moveTo>
                <a:lnTo>
                  <a:pt x="238125" y="771525"/>
                </a:lnTo>
                <a:lnTo>
                  <a:pt x="238125" y="781050"/>
                </a:lnTo>
                <a:lnTo>
                  <a:pt x="228600" y="781050"/>
                </a:lnTo>
                <a:close/>
                <a:moveTo>
                  <a:pt x="276225" y="771525"/>
                </a:moveTo>
                <a:lnTo>
                  <a:pt x="285750" y="771525"/>
                </a:lnTo>
                <a:lnTo>
                  <a:pt x="285750" y="781050"/>
                </a:lnTo>
                <a:lnTo>
                  <a:pt x="276225" y="781050"/>
                </a:lnTo>
                <a:close/>
                <a:moveTo>
                  <a:pt x="885825" y="771525"/>
                </a:moveTo>
                <a:lnTo>
                  <a:pt x="895350" y="771525"/>
                </a:lnTo>
                <a:lnTo>
                  <a:pt x="895350" y="800100"/>
                </a:lnTo>
                <a:lnTo>
                  <a:pt x="885825" y="800100"/>
                </a:lnTo>
                <a:close/>
                <a:moveTo>
                  <a:pt x="981075" y="771525"/>
                </a:moveTo>
                <a:lnTo>
                  <a:pt x="990600" y="771525"/>
                </a:lnTo>
                <a:lnTo>
                  <a:pt x="990600" y="781050"/>
                </a:lnTo>
                <a:lnTo>
                  <a:pt x="981075" y="781050"/>
                </a:lnTo>
                <a:close/>
                <a:moveTo>
                  <a:pt x="1171575" y="771525"/>
                </a:moveTo>
                <a:lnTo>
                  <a:pt x="1190625" y="771525"/>
                </a:lnTo>
                <a:lnTo>
                  <a:pt x="1190625" y="781050"/>
                </a:lnTo>
                <a:lnTo>
                  <a:pt x="1181100" y="781050"/>
                </a:lnTo>
                <a:lnTo>
                  <a:pt x="1181100" y="790575"/>
                </a:lnTo>
                <a:lnTo>
                  <a:pt x="1171575" y="790575"/>
                </a:lnTo>
                <a:close/>
                <a:moveTo>
                  <a:pt x="952500" y="781050"/>
                </a:moveTo>
                <a:lnTo>
                  <a:pt x="981075" y="781050"/>
                </a:lnTo>
                <a:lnTo>
                  <a:pt x="981075" y="790575"/>
                </a:lnTo>
                <a:lnTo>
                  <a:pt x="990600" y="790575"/>
                </a:lnTo>
                <a:lnTo>
                  <a:pt x="990600" y="809625"/>
                </a:lnTo>
                <a:lnTo>
                  <a:pt x="971550" y="809625"/>
                </a:lnTo>
                <a:lnTo>
                  <a:pt x="971550" y="790575"/>
                </a:lnTo>
                <a:lnTo>
                  <a:pt x="952500" y="790575"/>
                </a:lnTo>
                <a:close/>
                <a:moveTo>
                  <a:pt x="1000125" y="781050"/>
                </a:moveTo>
                <a:lnTo>
                  <a:pt x="1009650" y="781050"/>
                </a:lnTo>
                <a:lnTo>
                  <a:pt x="1009650" y="790575"/>
                </a:lnTo>
                <a:lnTo>
                  <a:pt x="1038225" y="790575"/>
                </a:lnTo>
                <a:lnTo>
                  <a:pt x="1038225" y="800100"/>
                </a:lnTo>
                <a:lnTo>
                  <a:pt x="1047750" y="800100"/>
                </a:lnTo>
                <a:lnTo>
                  <a:pt x="1047750" y="809625"/>
                </a:lnTo>
                <a:lnTo>
                  <a:pt x="1000125" y="809625"/>
                </a:lnTo>
                <a:close/>
                <a:moveTo>
                  <a:pt x="228600" y="790575"/>
                </a:moveTo>
                <a:lnTo>
                  <a:pt x="238125" y="790575"/>
                </a:lnTo>
                <a:lnTo>
                  <a:pt x="238125" y="809625"/>
                </a:lnTo>
                <a:lnTo>
                  <a:pt x="228600" y="809625"/>
                </a:lnTo>
                <a:close/>
                <a:moveTo>
                  <a:pt x="276225" y="790575"/>
                </a:moveTo>
                <a:lnTo>
                  <a:pt x="285750" y="790575"/>
                </a:lnTo>
                <a:lnTo>
                  <a:pt x="285750" y="809625"/>
                </a:lnTo>
                <a:lnTo>
                  <a:pt x="266700" y="809625"/>
                </a:lnTo>
                <a:lnTo>
                  <a:pt x="266700" y="800100"/>
                </a:lnTo>
                <a:lnTo>
                  <a:pt x="276225" y="800100"/>
                </a:lnTo>
                <a:close/>
                <a:moveTo>
                  <a:pt x="361950" y="790575"/>
                </a:moveTo>
                <a:lnTo>
                  <a:pt x="371475" y="790575"/>
                </a:lnTo>
                <a:lnTo>
                  <a:pt x="371475" y="809625"/>
                </a:lnTo>
                <a:lnTo>
                  <a:pt x="361950" y="809625"/>
                </a:lnTo>
                <a:close/>
                <a:moveTo>
                  <a:pt x="533400" y="790575"/>
                </a:moveTo>
                <a:lnTo>
                  <a:pt x="542925" y="790575"/>
                </a:lnTo>
                <a:lnTo>
                  <a:pt x="542925" y="809625"/>
                </a:lnTo>
                <a:lnTo>
                  <a:pt x="533400" y="809625"/>
                </a:lnTo>
                <a:close/>
                <a:moveTo>
                  <a:pt x="1095375" y="790575"/>
                </a:moveTo>
                <a:lnTo>
                  <a:pt x="1104900" y="790575"/>
                </a:lnTo>
                <a:lnTo>
                  <a:pt x="1104900" y="800100"/>
                </a:lnTo>
                <a:lnTo>
                  <a:pt x="1114425" y="800100"/>
                </a:lnTo>
                <a:lnTo>
                  <a:pt x="1114425" y="790575"/>
                </a:lnTo>
                <a:lnTo>
                  <a:pt x="1133475" y="790575"/>
                </a:lnTo>
                <a:lnTo>
                  <a:pt x="1133475" y="800100"/>
                </a:lnTo>
                <a:lnTo>
                  <a:pt x="1123950" y="800100"/>
                </a:lnTo>
                <a:lnTo>
                  <a:pt x="1123950" y="809625"/>
                </a:lnTo>
                <a:lnTo>
                  <a:pt x="1095375" y="809625"/>
                </a:lnTo>
                <a:close/>
                <a:moveTo>
                  <a:pt x="1152525" y="790575"/>
                </a:moveTo>
                <a:lnTo>
                  <a:pt x="1171575" y="790575"/>
                </a:lnTo>
                <a:lnTo>
                  <a:pt x="1171575" y="800100"/>
                </a:lnTo>
                <a:lnTo>
                  <a:pt x="1152525" y="800100"/>
                </a:lnTo>
                <a:close/>
                <a:moveTo>
                  <a:pt x="704850" y="800100"/>
                </a:moveTo>
                <a:lnTo>
                  <a:pt x="733425" y="800100"/>
                </a:lnTo>
                <a:lnTo>
                  <a:pt x="733425" y="809625"/>
                </a:lnTo>
                <a:lnTo>
                  <a:pt x="704850" y="809625"/>
                </a:lnTo>
                <a:close/>
              </a:path>
            </a:pathLst>
          </a:custGeom>
          <a:solidFill xmlns:a="http://schemas.openxmlformats.org/drawingml/2006/main">
            <a:srgbClr val="F8F8F3"/>
          </a:solidFill>
          <a:ln xmlns:a="http://schemas.openxmlformats.org/drawingml/2006/main" w="0">
            <a:noFill/>
          </a:ln>
        </p:spPr>
      </p:sp>
      <p:sp>
        <p:nvSpPr>
          <p:cNvPr id="52" name="v01 vector #f8f8f2">
            <a:extLst xmlns:a="http://schemas.openxmlformats.org/drawingml/2006/main">
              <a:ext uri="{FF2B5EF4-FFF2-40B4-BE49-F238E27FC236}">
                <a16:creationId xmlns:a16="http://schemas.microsoft.com/office/drawing/2014/main" id="{52A49069-2C51-4BE0-93B3-B54C53294A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8250" y="2362200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866775" y="0"/>
                </a:moveTo>
                <a:lnTo>
                  <a:pt x="885825" y="0"/>
                </a:lnTo>
                <a:lnTo>
                  <a:pt x="885825" y="19050"/>
                </a:lnTo>
                <a:lnTo>
                  <a:pt x="876300" y="19050"/>
                </a:lnTo>
                <a:lnTo>
                  <a:pt x="876300" y="9525"/>
                </a:lnTo>
                <a:lnTo>
                  <a:pt x="866775" y="9525"/>
                </a:lnTo>
                <a:close/>
                <a:moveTo>
                  <a:pt x="323850" y="9525"/>
                </a:moveTo>
                <a:lnTo>
                  <a:pt x="333375" y="9525"/>
                </a:lnTo>
                <a:lnTo>
                  <a:pt x="333375" y="28575"/>
                </a:lnTo>
                <a:lnTo>
                  <a:pt x="323850" y="28575"/>
                </a:lnTo>
                <a:close/>
                <a:moveTo>
                  <a:pt x="381000" y="9525"/>
                </a:moveTo>
                <a:lnTo>
                  <a:pt x="390525" y="9525"/>
                </a:lnTo>
                <a:lnTo>
                  <a:pt x="390525" y="19050"/>
                </a:lnTo>
                <a:lnTo>
                  <a:pt x="381000" y="19050"/>
                </a:lnTo>
                <a:close/>
                <a:moveTo>
                  <a:pt x="695325" y="9525"/>
                </a:moveTo>
                <a:lnTo>
                  <a:pt x="714375" y="9525"/>
                </a:lnTo>
                <a:lnTo>
                  <a:pt x="714375" y="19050"/>
                </a:lnTo>
                <a:lnTo>
                  <a:pt x="704850" y="19050"/>
                </a:lnTo>
                <a:lnTo>
                  <a:pt x="704850" y="28575"/>
                </a:lnTo>
                <a:lnTo>
                  <a:pt x="714375" y="28575"/>
                </a:lnTo>
                <a:lnTo>
                  <a:pt x="714375" y="38100"/>
                </a:lnTo>
                <a:lnTo>
                  <a:pt x="685800" y="38100"/>
                </a:lnTo>
                <a:lnTo>
                  <a:pt x="685800" y="28575"/>
                </a:lnTo>
                <a:lnTo>
                  <a:pt x="695325" y="28575"/>
                </a:lnTo>
                <a:close/>
                <a:moveTo>
                  <a:pt x="819150" y="9525"/>
                </a:moveTo>
                <a:lnTo>
                  <a:pt x="828675" y="9525"/>
                </a:lnTo>
                <a:lnTo>
                  <a:pt x="828675" y="19050"/>
                </a:lnTo>
                <a:lnTo>
                  <a:pt x="819150" y="19050"/>
                </a:lnTo>
                <a:close/>
                <a:moveTo>
                  <a:pt x="838200" y="9525"/>
                </a:moveTo>
                <a:lnTo>
                  <a:pt x="847725" y="9525"/>
                </a:lnTo>
                <a:lnTo>
                  <a:pt x="847725" y="19050"/>
                </a:lnTo>
                <a:lnTo>
                  <a:pt x="838200" y="19050"/>
                </a:lnTo>
                <a:close/>
                <a:moveTo>
                  <a:pt x="790575" y="28575"/>
                </a:moveTo>
                <a:lnTo>
                  <a:pt x="800100" y="28575"/>
                </a:lnTo>
                <a:lnTo>
                  <a:pt x="800100" y="38100"/>
                </a:lnTo>
                <a:lnTo>
                  <a:pt x="790575" y="38100"/>
                </a:lnTo>
                <a:close/>
                <a:moveTo>
                  <a:pt x="819150" y="28575"/>
                </a:moveTo>
                <a:lnTo>
                  <a:pt x="847725" y="28575"/>
                </a:lnTo>
                <a:lnTo>
                  <a:pt x="847725" y="38100"/>
                </a:lnTo>
                <a:lnTo>
                  <a:pt x="819150" y="38100"/>
                </a:lnTo>
                <a:close/>
                <a:moveTo>
                  <a:pt x="390525" y="161925"/>
                </a:moveTo>
                <a:lnTo>
                  <a:pt x="400050" y="161925"/>
                </a:lnTo>
                <a:lnTo>
                  <a:pt x="400050" y="171450"/>
                </a:lnTo>
                <a:lnTo>
                  <a:pt x="390525" y="171450"/>
                </a:lnTo>
                <a:close/>
                <a:moveTo>
                  <a:pt x="923925" y="171450"/>
                </a:moveTo>
                <a:lnTo>
                  <a:pt x="942975" y="171450"/>
                </a:lnTo>
                <a:lnTo>
                  <a:pt x="942975" y="180975"/>
                </a:lnTo>
                <a:lnTo>
                  <a:pt x="952500" y="180975"/>
                </a:lnTo>
                <a:lnTo>
                  <a:pt x="952500" y="219075"/>
                </a:lnTo>
                <a:lnTo>
                  <a:pt x="942975" y="219075"/>
                </a:lnTo>
                <a:lnTo>
                  <a:pt x="942975" y="200025"/>
                </a:lnTo>
                <a:lnTo>
                  <a:pt x="933450" y="200025"/>
                </a:lnTo>
                <a:lnTo>
                  <a:pt x="933450" y="190500"/>
                </a:lnTo>
                <a:lnTo>
                  <a:pt x="914400" y="190500"/>
                </a:lnTo>
                <a:lnTo>
                  <a:pt x="914400" y="180975"/>
                </a:lnTo>
                <a:lnTo>
                  <a:pt x="923925" y="180975"/>
                </a:lnTo>
                <a:close/>
                <a:moveTo>
                  <a:pt x="666750" y="190500"/>
                </a:moveTo>
                <a:lnTo>
                  <a:pt x="676275" y="190500"/>
                </a:lnTo>
                <a:lnTo>
                  <a:pt x="676275" y="200025"/>
                </a:lnTo>
                <a:lnTo>
                  <a:pt x="666750" y="200025"/>
                </a:lnTo>
                <a:close/>
                <a:moveTo>
                  <a:pt x="676275" y="200025"/>
                </a:moveTo>
                <a:lnTo>
                  <a:pt x="695325" y="200025"/>
                </a:lnTo>
                <a:lnTo>
                  <a:pt x="695325" y="209550"/>
                </a:lnTo>
                <a:lnTo>
                  <a:pt x="676275" y="209550"/>
                </a:lnTo>
                <a:close/>
                <a:moveTo>
                  <a:pt x="1000125" y="209550"/>
                </a:moveTo>
                <a:lnTo>
                  <a:pt x="1009650" y="209550"/>
                </a:lnTo>
                <a:lnTo>
                  <a:pt x="1009650" y="219075"/>
                </a:lnTo>
                <a:lnTo>
                  <a:pt x="1000125" y="219075"/>
                </a:lnTo>
                <a:close/>
                <a:moveTo>
                  <a:pt x="704850" y="219075"/>
                </a:moveTo>
                <a:lnTo>
                  <a:pt x="714375" y="219075"/>
                </a:lnTo>
                <a:lnTo>
                  <a:pt x="714375" y="228600"/>
                </a:lnTo>
                <a:lnTo>
                  <a:pt x="704850" y="228600"/>
                </a:lnTo>
                <a:close/>
                <a:moveTo>
                  <a:pt x="1000125" y="228600"/>
                </a:moveTo>
                <a:lnTo>
                  <a:pt x="1009650" y="228600"/>
                </a:lnTo>
                <a:lnTo>
                  <a:pt x="1009650" y="238125"/>
                </a:lnTo>
                <a:lnTo>
                  <a:pt x="1000125" y="238125"/>
                </a:lnTo>
                <a:close/>
                <a:moveTo>
                  <a:pt x="1009650" y="238125"/>
                </a:moveTo>
                <a:lnTo>
                  <a:pt x="1019175" y="238125"/>
                </a:lnTo>
                <a:lnTo>
                  <a:pt x="1019175" y="247650"/>
                </a:lnTo>
                <a:lnTo>
                  <a:pt x="1028700" y="247650"/>
                </a:lnTo>
                <a:lnTo>
                  <a:pt x="1028700" y="257175"/>
                </a:lnTo>
                <a:lnTo>
                  <a:pt x="1009650" y="257175"/>
                </a:lnTo>
                <a:close/>
                <a:moveTo>
                  <a:pt x="685800" y="257175"/>
                </a:moveTo>
                <a:lnTo>
                  <a:pt x="695325" y="257175"/>
                </a:lnTo>
                <a:lnTo>
                  <a:pt x="695325" y="276225"/>
                </a:lnTo>
                <a:lnTo>
                  <a:pt x="685800" y="276225"/>
                </a:lnTo>
                <a:close/>
                <a:moveTo>
                  <a:pt x="190500" y="295275"/>
                </a:moveTo>
                <a:lnTo>
                  <a:pt x="200025" y="295275"/>
                </a:lnTo>
                <a:lnTo>
                  <a:pt x="200025" y="304800"/>
                </a:lnTo>
                <a:lnTo>
                  <a:pt x="190500" y="304800"/>
                </a:lnTo>
                <a:close/>
                <a:moveTo>
                  <a:pt x="647700" y="333375"/>
                </a:moveTo>
                <a:lnTo>
                  <a:pt x="657225" y="333375"/>
                </a:lnTo>
                <a:lnTo>
                  <a:pt x="657225" y="342900"/>
                </a:lnTo>
                <a:lnTo>
                  <a:pt x="647700" y="342900"/>
                </a:lnTo>
                <a:close/>
                <a:moveTo>
                  <a:pt x="952500" y="371475"/>
                </a:moveTo>
                <a:lnTo>
                  <a:pt x="962025" y="371475"/>
                </a:lnTo>
                <a:lnTo>
                  <a:pt x="962025" y="400050"/>
                </a:lnTo>
                <a:lnTo>
                  <a:pt x="952500" y="400050"/>
                </a:lnTo>
                <a:close/>
                <a:moveTo>
                  <a:pt x="828675" y="409575"/>
                </a:moveTo>
                <a:lnTo>
                  <a:pt x="847725" y="409575"/>
                </a:lnTo>
                <a:lnTo>
                  <a:pt x="847725" y="419100"/>
                </a:lnTo>
                <a:lnTo>
                  <a:pt x="828675" y="419100"/>
                </a:lnTo>
                <a:close/>
                <a:moveTo>
                  <a:pt x="952500" y="409575"/>
                </a:moveTo>
                <a:lnTo>
                  <a:pt x="962025" y="409575"/>
                </a:lnTo>
                <a:lnTo>
                  <a:pt x="962025" y="438150"/>
                </a:lnTo>
                <a:lnTo>
                  <a:pt x="952500" y="438150"/>
                </a:lnTo>
                <a:close/>
                <a:moveTo>
                  <a:pt x="847725" y="419100"/>
                </a:moveTo>
                <a:lnTo>
                  <a:pt x="857250" y="419100"/>
                </a:lnTo>
                <a:lnTo>
                  <a:pt x="857250" y="438150"/>
                </a:lnTo>
                <a:lnTo>
                  <a:pt x="866775" y="438150"/>
                </a:lnTo>
                <a:lnTo>
                  <a:pt x="866775" y="447675"/>
                </a:lnTo>
                <a:lnTo>
                  <a:pt x="847725" y="447675"/>
                </a:lnTo>
                <a:close/>
                <a:moveTo>
                  <a:pt x="800100" y="447675"/>
                </a:moveTo>
                <a:lnTo>
                  <a:pt x="809625" y="447675"/>
                </a:lnTo>
                <a:lnTo>
                  <a:pt x="809625" y="466725"/>
                </a:lnTo>
                <a:lnTo>
                  <a:pt x="800100" y="466725"/>
                </a:lnTo>
                <a:close/>
                <a:moveTo>
                  <a:pt x="904875" y="457200"/>
                </a:moveTo>
                <a:lnTo>
                  <a:pt x="914400" y="457200"/>
                </a:lnTo>
                <a:lnTo>
                  <a:pt x="914400" y="466725"/>
                </a:lnTo>
                <a:lnTo>
                  <a:pt x="904875" y="466725"/>
                </a:lnTo>
                <a:close/>
                <a:moveTo>
                  <a:pt x="952500" y="457200"/>
                </a:moveTo>
                <a:lnTo>
                  <a:pt x="962025" y="457200"/>
                </a:lnTo>
                <a:lnTo>
                  <a:pt x="962025" y="466725"/>
                </a:lnTo>
                <a:lnTo>
                  <a:pt x="952500" y="466725"/>
                </a:lnTo>
                <a:close/>
                <a:moveTo>
                  <a:pt x="628650" y="514350"/>
                </a:moveTo>
                <a:lnTo>
                  <a:pt x="638175" y="514350"/>
                </a:lnTo>
                <a:lnTo>
                  <a:pt x="638175" y="523875"/>
                </a:lnTo>
                <a:lnTo>
                  <a:pt x="628650" y="523875"/>
                </a:lnTo>
                <a:close/>
                <a:moveTo>
                  <a:pt x="676275" y="514350"/>
                </a:moveTo>
                <a:lnTo>
                  <a:pt x="685800" y="514350"/>
                </a:lnTo>
                <a:lnTo>
                  <a:pt x="685800" y="533400"/>
                </a:lnTo>
                <a:lnTo>
                  <a:pt x="676275" y="533400"/>
                </a:lnTo>
                <a:close/>
                <a:moveTo>
                  <a:pt x="914400" y="523875"/>
                </a:moveTo>
                <a:lnTo>
                  <a:pt x="923925" y="523875"/>
                </a:lnTo>
                <a:lnTo>
                  <a:pt x="923925" y="533400"/>
                </a:lnTo>
                <a:lnTo>
                  <a:pt x="933450" y="533400"/>
                </a:lnTo>
                <a:lnTo>
                  <a:pt x="933450" y="542925"/>
                </a:lnTo>
                <a:lnTo>
                  <a:pt x="942975" y="542925"/>
                </a:lnTo>
                <a:lnTo>
                  <a:pt x="942975" y="533400"/>
                </a:lnTo>
                <a:lnTo>
                  <a:pt x="952500" y="533400"/>
                </a:lnTo>
                <a:lnTo>
                  <a:pt x="952500" y="552450"/>
                </a:lnTo>
                <a:lnTo>
                  <a:pt x="942975" y="552450"/>
                </a:lnTo>
                <a:lnTo>
                  <a:pt x="942975" y="561975"/>
                </a:lnTo>
                <a:lnTo>
                  <a:pt x="933450" y="561975"/>
                </a:lnTo>
                <a:lnTo>
                  <a:pt x="933450" y="552450"/>
                </a:lnTo>
                <a:lnTo>
                  <a:pt x="904875" y="552450"/>
                </a:lnTo>
                <a:lnTo>
                  <a:pt x="904875" y="533400"/>
                </a:lnTo>
                <a:lnTo>
                  <a:pt x="914400" y="533400"/>
                </a:lnTo>
                <a:close/>
                <a:moveTo>
                  <a:pt x="619125" y="533400"/>
                </a:moveTo>
                <a:lnTo>
                  <a:pt x="628650" y="533400"/>
                </a:lnTo>
                <a:lnTo>
                  <a:pt x="628650" y="542925"/>
                </a:lnTo>
                <a:lnTo>
                  <a:pt x="638175" y="542925"/>
                </a:lnTo>
                <a:lnTo>
                  <a:pt x="638175" y="552450"/>
                </a:lnTo>
                <a:lnTo>
                  <a:pt x="619125" y="552450"/>
                </a:lnTo>
                <a:close/>
                <a:moveTo>
                  <a:pt x="542925" y="542925"/>
                </a:moveTo>
                <a:lnTo>
                  <a:pt x="552450" y="542925"/>
                </a:lnTo>
                <a:lnTo>
                  <a:pt x="552450" y="552450"/>
                </a:lnTo>
                <a:lnTo>
                  <a:pt x="542925" y="552450"/>
                </a:lnTo>
                <a:close/>
                <a:moveTo>
                  <a:pt x="952500" y="561975"/>
                </a:moveTo>
                <a:lnTo>
                  <a:pt x="962025" y="561975"/>
                </a:lnTo>
                <a:lnTo>
                  <a:pt x="962025" y="571500"/>
                </a:lnTo>
                <a:lnTo>
                  <a:pt x="952500" y="571500"/>
                </a:lnTo>
                <a:close/>
                <a:moveTo>
                  <a:pt x="904875" y="590550"/>
                </a:moveTo>
                <a:lnTo>
                  <a:pt x="914400" y="590550"/>
                </a:lnTo>
                <a:lnTo>
                  <a:pt x="914400" y="600075"/>
                </a:lnTo>
                <a:lnTo>
                  <a:pt x="904875" y="600075"/>
                </a:lnTo>
                <a:close/>
                <a:moveTo>
                  <a:pt x="904875" y="609600"/>
                </a:moveTo>
                <a:lnTo>
                  <a:pt x="914400" y="609600"/>
                </a:lnTo>
                <a:lnTo>
                  <a:pt x="914400" y="619125"/>
                </a:lnTo>
                <a:lnTo>
                  <a:pt x="904875" y="619125"/>
                </a:lnTo>
                <a:close/>
                <a:moveTo>
                  <a:pt x="247650" y="676275"/>
                </a:moveTo>
                <a:lnTo>
                  <a:pt x="257175" y="676275"/>
                </a:lnTo>
                <a:lnTo>
                  <a:pt x="257175" y="685800"/>
                </a:lnTo>
                <a:lnTo>
                  <a:pt x="247650" y="685800"/>
                </a:lnTo>
                <a:close/>
                <a:moveTo>
                  <a:pt x="647700" y="685800"/>
                </a:moveTo>
                <a:lnTo>
                  <a:pt x="666750" y="685800"/>
                </a:lnTo>
                <a:lnTo>
                  <a:pt x="666750" y="695325"/>
                </a:lnTo>
                <a:lnTo>
                  <a:pt x="647700" y="695325"/>
                </a:lnTo>
                <a:close/>
                <a:moveTo>
                  <a:pt x="1162050" y="685800"/>
                </a:moveTo>
                <a:lnTo>
                  <a:pt x="1190625" y="685800"/>
                </a:lnTo>
                <a:lnTo>
                  <a:pt x="1190625" y="695325"/>
                </a:lnTo>
                <a:lnTo>
                  <a:pt x="1181100" y="695325"/>
                </a:lnTo>
                <a:lnTo>
                  <a:pt x="1181100" y="704850"/>
                </a:lnTo>
                <a:lnTo>
                  <a:pt x="1162050" y="704850"/>
                </a:lnTo>
                <a:close/>
                <a:moveTo>
                  <a:pt x="219075" y="723900"/>
                </a:moveTo>
                <a:lnTo>
                  <a:pt x="228600" y="723900"/>
                </a:lnTo>
                <a:lnTo>
                  <a:pt x="228600" y="733425"/>
                </a:lnTo>
                <a:lnTo>
                  <a:pt x="219075" y="733425"/>
                </a:lnTo>
                <a:close/>
                <a:moveTo>
                  <a:pt x="266700" y="723900"/>
                </a:moveTo>
                <a:lnTo>
                  <a:pt x="304800" y="723900"/>
                </a:lnTo>
                <a:lnTo>
                  <a:pt x="304800" y="733425"/>
                </a:lnTo>
                <a:lnTo>
                  <a:pt x="295275" y="733425"/>
                </a:lnTo>
                <a:lnTo>
                  <a:pt x="295275" y="752475"/>
                </a:lnTo>
                <a:lnTo>
                  <a:pt x="276225" y="752475"/>
                </a:lnTo>
                <a:lnTo>
                  <a:pt x="276225" y="762000"/>
                </a:lnTo>
                <a:lnTo>
                  <a:pt x="257175" y="762000"/>
                </a:lnTo>
                <a:lnTo>
                  <a:pt x="257175" y="752475"/>
                </a:lnTo>
                <a:lnTo>
                  <a:pt x="266700" y="752475"/>
                </a:lnTo>
                <a:close/>
                <a:moveTo>
                  <a:pt x="619125" y="723900"/>
                </a:moveTo>
                <a:lnTo>
                  <a:pt x="628650" y="723900"/>
                </a:lnTo>
                <a:lnTo>
                  <a:pt x="628650" y="733425"/>
                </a:lnTo>
                <a:lnTo>
                  <a:pt x="619125" y="733425"/>
                </a:lnTo>
                <a:close/>
                <a:moveTo>
                  <a:pt x="647700" y="723900"/>
                </a:moveTo>
                <a:lnTo>
                  <a:pt x="676275" y="723900"/>
                </a:lnTo>
                <a:lnTo>
                  <a:pt x="676275" y="742950"/>
                </a:lnTo>
                <a:lnTo>
                  <a:pt x="666750" y="742950"/>
                </a:lnTo>
                <a:lnTo>
                  <a:pt x="666750" y="733425"/>
                </a:lnTo>
                <a:lnTo>
                  <a:pt x="647700" y="733425"/>
                </a:lnTo>
                <a:close/>
                <a:moveTo>
                  <a:pt x="685800" y="723900"/>
                </a:moveTo>
                <a:lnTo>
                  <a:pt x="695325" y="723900"/>
                </a:lnTo>
                <a:lnTo>
                  <a:pt x="695325" y="733425"/>
                </a:lnTo>
                <a:lnTo>
                  <a:pt x="685800" y="733425"/>
                </a:lnTo>
                <a:close/>
                <a:moveTo>
                  <a:pt x="47625" y="742950"/>
                </a:moveTo>
                <a:lnTo>
                  <a:pt x="57150" y="742950"/>
                </a:lnTo>
                <a:lnTo>
                  <a:pt x="57150" y="752475"/>
                </a:lnTo>
                <a:lnTo>
                  <a:pt x="47625" y="752475"/>
                </a:lnTo>
                <a:close/>
                <a:moveTo>
                  <a:pt x="200025" y="742950"/>
                </a:moveTo>
                <a:lnTo>
                  <a:pt x="219075" y="742950"/>
                </a:lnTo>
                <a:lnTo>
                  <a:pt x="219075" y="752475"/>
                </a:lnTo>
                <a:lnTo>
                  <a:pt x="228600" y="752475"/>
                </a:lnTo>
                <a:lnTo>
                  <a:pt x="228600" y="762000"/>
                </a:lnTo>
                <a:lnTo>
                  <a:pt x="238125" y="762000"/>
                </a:lnTo>
                <a:lnTo>
                  <a:pt x="238125" y="771525"/>
                </a:lnTo>
                <a:lnTo>
                  <a:pt x="228600" y="771525"/>
                </a:lnTo>
                <a:lnTo>
                  <a:pt x="228600" y="781050"/>
                </a:lnTo>
                <a:lnTo>
                  <a:pt x="209550" y="781050"/>
                </a:lnTo>
                <a:lnTo>
                  <a:pt x="209550" y="762000"/>
                </a:lnTo>
                <a:lnTo>
                  <a:pt x="190500" y="762000"/>
                </a:lnTo>
                <a:lnTo>
                  <a:pt x="190500" y="752475"/>
                </a:lnTo>
                <a:lnTo>
                  <a:pt x="200025" y="752475"/>
                </a:lnTo>
                <a:close/>
                <a:moveTo>
                  <a:pt x="714375" y="742950"/>
                </a:moveTo>
                <a:lnTo>
                  <a:pt x="742950" y="742950"/>
                </a:lnTo>
                <a:lnTo>
                  <a:pt x="742950" y="752475"/>
                </a:lnTo>
                <a:lnTo>
                  <a:pt x="723900" y="752475"/>
                </a:lnTo>
                <a:lnTo>
                  <a:pt x="723900" y="762000"/>
                </a:lnTo>
                <a:lnTo>
                  <a:pt x="714375" y="762000"/>
                </a:lnTo>
                <a:close/>
                <a:moveTo>
                  <a:pt x="847725" y="752475"/>
                </a:moveTo>
                <a:lnTo>
                  <a:pt x="866775" y="752475"/>
                </a:lnTo>
                <a:lnTo>
                  <a:pt x="866775" y="762000"/>
                </a:lnTo>
                <a:lnTo>
                  <a:pt x="847725" y="762000"/>
                </a:lnTo>
                <a:close/>
                <a:moveTo>
                  <a:pt x="914400" y="752475"/>
                </a:moveTo>
                <a:lnTo>
                  <a:pt x="923925" y="752475"/>
                </a:lnTo>
                <a:lnTo>
                  <a:pt x="923925" y="762000"/>
                </a:lnTo>
                <a:lnTo>
                  <a:pt x="914400" y="762000"/>
                </a:lnTo>
                <a:close/>
                <a:moveTo>
                  <a:pt x="266700" y="771525"/>
                </a:moveTo>
                <a:lnTo>
                  <a:pt x="276225" y="771525"/>
                </a:lnTo>
                <a:lnTo>
                  <a:pt x="276225" y="781050"/>
                </a:lnTo>
                <a:lnTo>
                  <a:pt x="285750" y="781050"/>
                </a:lnTo>
                <a:lnTo>
                  <a:pt x="285750" y="790575"/>
                </a:lnTo>
                <a:lnTo>
                  <a:pt x="276225" y="790575"/>
                </a:lnTo>
                <a:lnTo>
                  <a:pt x="276225" y="800100"/>
                </a:lnTo>
                <a:lnTo>
                  <a:pt x="266700" y="800100"/>
                </a:lnTo>
                <a:lnTo>
                  <a:pt x="266700" y="809625"/>
                </a:lnTo>
                <a:lnTo>
                  <a:pt x="238125" y="809625"/>
                </a:lnTo>
                <a:lnTo>
                  <a:pt x="238125" y="790575"/>
                </a:lnTo>
                <a:lnTo>
                  <a:pt x="257175" y="790575"/>
                </a:lnTo>
                <a:lnTo>
                  <a:pt x="257175" y="781050"/>
                </a:lnTo>
                <a:lnTo>
                  <a:pt x="266700" y="781050"/>
                </a:lnTo>
                <a:close/>
                <a:moveTo>
                  <a:pt x="904875" y="771525"/>
                </a:moveTo>
                <a:lnTo>
                  <a:pt x="914400" y="771525"/>
                </a:lnTo>
                <a:lnTo>
                  <a:pt x="914400" y="781050"/>
                </a:lnTo>
                <a:lnTo>
                  <a:pt x="904875" y="781050"/>
                </a:lnTo>
                <a:close/>
                <a:moveTo>
                  <a:pt x="1190625" y="771525"/>
                </a:moveTo>
                <a:lnTo>
                  <a:pt x="1209675" y="771525"/>
                </a:lnTo>
                <a:lnTo>
                  <a:pt x="1209675" y="790575"/>
                </a:lnTo>
                <a:lnTo>
                  <a:pt x="1200150" y="790575"/>
                </a:lnTo>
                <a:lnTo>
                  <a:pt x="1200150" y="781050"/>
                </a:lnTo>
                <a:lnTo>
                  <a:pt x="1190625" y="781050"/>
                </a:lnTo>
                <a:close/>
                <a:moveTo>
                  <a:pt x="876300" y="781050"/>
                </a:moveTo>
                <a:lnTo>
                  <a:pt x="885825" y="781050"/>
                </a:lnTo>
                <a:lnTo>
                  <a:pt x="885825" y="800100"/>
                </a:lnTo>
                <a:lnTo>
                  <a:pt x="876300" y="800100"/>
                </a:lnTo>
                <a:close/>
                <a:moveTo>
                  <a:pt x="952500" y="790575"/>
                </a:moveTo>
                <a:lnTo>
                  <a:pt x="971550" y="790575"/>
                </a:lnTo>
                <a:lnTo>
                  <a:pt x="971550" y="809625"/>
                </a:lnTo>
                <a:lnTo>
                  <a:pt x="942975" y="809625"/>
                </a:lnTo>
                <a:lnTo>
                  <a:pt x="942975" y="800100"/>
                </a:lnTo>
                <a:lnTo>
                  <a:pt x="952500" y="800100"/>
                </a:lnTo>
                <a:close/>
                <a:moveTo>
                  <a:pt x="66675" y="800100"/>
                </a:moveTo>
                <a:lnTo>
                  <a:pt x="76200" y="800100"/>
                </a:lnTo>
                <a:lnTo>
                  <a:pt x="76200" y="809625"/>
                </a:lnTo>
                <a:lnTo>
                  <a:pt x="66675" y="809625"/>
                </a:lnTo>
                <a:close/>
                <a:moveTo>
                  <a:pt x="123825" y="800100"/>
                </a:moveTo>
                <a:lnTo>
                  <a:pt x="133350" y="800100"/>
                </a:lnTo>
                <a:lnTo>
                  <a:pt x="133350" y="809625"/>
                </a:lnTo>
                <a:lnTo>
                  <a:pt x="123825" y="809625"/>
                </a:lnTo>
                <a:close/>
              </a:path>
            </a:pathLst>
          </a:custGeom>
          <a:solidFill xmlns:a="http://schemas.openxmlformats.org/drawingml/2006/main">
            <a:srgbClr val="F8F8F2"/>
          </a:solidFill>
          <a:ln xmlns:a="http://schemas.openxmlformats.org/drawingml/2006/main" w="0">
            <a:noFill/>
          </a:ln>
        </p:spPr>
      </p:sp>
      <p:sp>
        <p:nvSpPr>
          <p:cNvPr id="53" name="v01 vector #f6f8f3">
            <a:extLst xmlns:a="http://schemas.openxmlformats.org/drawingml/2006/main">
              <a:ext uri="{FF2B5EF4-FFF2-40B4-BE49-F238E27FC236}">
                <a16:creationId xmlns:a16="http://schemas.microsoft.com/office/drawing/2014/main" id="{8CADCBCF-48F0-4396-9CAE-6A8189B418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8250" y="2362200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76200" y="0"/>
                </a:moveTo>
                <a:lnTo>
                  <a:pt x="104775" y="0"/>
                </a:lnTo>
                <a:lnTo>
                  <a:pt x="104775" y="9525"/>
                </a:lnTo>
                <a:lnTo>
                  <a:pt x="76200" y="9525"/>
                </a:lnTo>
                <a:close/>
                <a:moveTo>
                  <a:pt x="361950" y="0"/>
                </a:moveTo>
                <a:lnTo>
                  <a:pt x="381000" y="0"/>
                </a:lnTo>
                <a:lnTo>
                  <a:pt x="381000" y="19050"/>
                </a:lnTo>
                <a:lnTo>
                  <a:pt x="361950" y="19050"/>
                </a:lnTo>
                <a:close/>
                <a:moveTo>
                  <a:pt x="714375" y="0"/>
                </a:moveTo>
                <a:lnTo>
                  <a:pt x="742950" y="0"/>
                </a:lnTo>
                <a:lnTo>
                  <a:pt x="742950" y="19050"/>
                </a:lnTo>
                <a:lnTo>
                  <a:pt x="723900" y="19050"/>
                </a:lnTo>
                <a:lnTo>
                  <a:pt x="723900" y="9525"/>
                </a:lnTo>
                <a:lnTo>
                  <a:pt x="714375" y="9525"/>
                </a:lnTo>
                <a:close/>
                <a:moveTo>
                  <a:pt x="800100" y="0"/>
                </a:moveTo>
                <a:lnTo>
                  <a:pt x="809625" y="0"/>
                </a:lnTo>
                <a:lnTo>
                  <a:pt x="809625" y="19050"/>
                </a:lnTo>
                <a:lnTo>
                  <a:pt x="790575" y="19050"/>
                </a:lnTo>
                <a:lnTo>
                  <a:pt x="790575" y="9525"/>
                </a:lnTo>
                <a:lnTo>
                  <a:pt x="800100" y="9525"/>
                </a:lnTo>
                <a:close/>
                <a:moveTo>
                  <a:pt x="219075" y="9525"/>
                </a:moveTo>
                <a:lnTo>
                  <a:pt x="228600" y="9525"/>
                </a:lnTo>
                <a:lnTo>
                  <a:pt x="228600" y="19050"/>
                </a:lnTo>
                <a:lnTo>
                  <a:pt x="219075" y="19050"/>
                </a:lnTo>
                <a:close/>
                <a:moveTo>
                  <a:pt x="400050" y="9525"/>
                </a:moveTo>
                <a:lnTo>
                  <a:pt x="409575" y="9525"/>
                </a:lnTo>
                <a:lnTo>
                  <a:pt x="409575" y="19050"/>
                </a:lnTo>
                <a:lnTo>
                  <a:pt x="400050" y="19050"/>
                </a:lnTo>
                <a:close/>
                <a:moveTo>
                  <a:pt x="628650" y="9525"/>
                </a:moveTo>
                <a:lnTo>
                  <a:pt x="638175" y="9525"/>
                </a:lnTo>
                <a:lnTo>
                  <a:pt x="638175" y="19050"/>
                </a:lnTo>
                <a:lnTo>
                  <a:pt x="628650" y="19050"/>
                </a:lnTo>
                <a:close/>
                <a:moveTo>
                  <a:pt x="666750" y="9525"/>
                </a:moveTo>
                <a:lnTo>
                  <a:pt x="676275" y="9525"/>
                </a:lnTo>
                <a:lnTo>
                  <a:pt x="676275" y="19050"/>
                </a:lnTo>
                <a:lnTo>
                  <a:pt x="666750" y="19050"/>
                </a:lnTo>
                <a:close/>
                <a:moveTo>
                  <a:pt x="752475" y="9525"/>
                </a:moveTo>
                <a:lnTo>
                  <a:pt x="771525" y="9525"/>
                </a:lnTo>
                <a:lnTo>
                  <a:pt x="771525" y="28575"/>
                </a:lnTo>
                <a:lnTo>
                  <a:pt x="762000" y="28575"/>
                </a:lnTo>
                <a:lnTo>
                  <a:pt x="762000" y="19050"/>
                </a:lnTo>
                <a:lnTo>
                  <a:pt x="752475" y="19050"/>
                </a:lnTo>
                <a:close/>
                <a:moveTo>
                  <a:pt x="866775" y="9525"/>
                </a:moveTo>
                <a:lnTo>
                  <a:pt x="876300" y="9525"/>
                </a:lnTo>
                <a:lnTo>
                  <a:pt x="876300" y="19050"/>
                </a:lnTo>
                <a:lnTo>
                  <a:pt x="866775" y="19050"/>
                </a:lnTo>
                <a:close/>
                <a:moveTo>
                  <a:pt x="209550" y="28575"/>
                </a:moveTo>
                <a:lnTo>
                  <a:pt x="238125" y="28575"/>
                </a:lnTo>
                <a:lnTo>
                  <a:pt x="238125" y="38100"/>
                </a:lnTo>
                <a:lnTo>
                  <a:pt x="209550" y="38100"/>
                </a:lnTo>
                <a:close/>
                <a:moveTo>
                  <a:pt x="266700" y="28575"/>
                </a:moveTo>
                <a:lnTo>
                  <a:pt x="276225" y="28575"/>
                </a:lnTo>
                <a:lnTo>
                  <a:pt x="276225" y="38100"/>
                </a:lnTo>
                <a:lnTo>
                  <a:pt x="266700" y="38100"/>
                </a:lnTo>
                <a:close/>
                <a:moveTo>
                  <a:pt x="304800" y="28575"/>
                </a:moveTo>
                <a:lnTo>
                  <a:pt x="342900" y="28575"/>
                </a:lnTo>
                <a:lnTo>
                  <a:pt x="342900" y="38100"/>
                </a:lnTo>
                <a:lnTo>
                  <a:pt x="304800" y="38100"/>
                </a:lnTo>
                <a:close/>
                <a:moveTo>
                  <a:pt x="400050" y="28575"/>
                </a:moveTo>
                <a:lnTo>
                  <a:pt x="409575" y="28575"/>
                </a:lnTo>
                <a:lnTo>
                  <a:pt x="409575" y="38100"/>
                </a:lnTo>
                <a:lnTo>
                  <a:pt x="400050" y="38100"/>
                </a:lnTo>
                <a:close/>
                <a:moveTo>
                  <a:pt x="590550" y="28575"/>
                </a:moveTo>
                <a:lnTo>
                  <a:pt x="628650" y="28575"/>
                </a:lnTo>
                <a:lnTo>
                  <a:pt x="628650" y="38100"/>
                </a:lnTo>
                <a:lnTo>
                  <a:pt x="590550" y="38100"/>
                </a:lnTo>
                <a:close/>
                <a:moveTo>
                  <a:pt x="657225" y="28575"/>
                </a:moveTo>
                <a:lnTo>
                  <a:pt x="685800" y="28575"/>
                </a:lnTo>
                <a:lnTo>
                  <a:pt x="685800" y="38100"/>
                </a:lnTo>
                <a:lnTo>
                  <a:pt x="657225" y="38100"/>
                </a:lnTo>
                <a:close/>
                <a:moveTo>
                  <a:pt x="714375" y="28575"/>
                </a:moveTo>
                <a:lnTo>
                  <a:pt x="752475" y="28575"/>
                </a:lnTo>
                <a:lnTo>
                  <a:pt x="752475" y="38100"/>
                </a:lnTo>
                <a:lnTo>
                  <a:pt x="714375" y="38100"/>
                </a:lnTo>
                <a:close/>
                <a:moveTo>
                  <a:pt x="781050" y="28575"/>
                </a:moveTo>
                <a:lnTo>
                  <a:pt x="790575" y="28575"/>
                </a:lnTo>
                <a:lnTo>
                  <a:pt x="790575" y="38100"/>
                </a:lnTo>
                <a:lnTo>
                  <a:pt x="781050" y="38100"/>
                </a:lnTo>
                <a:close/>
                <a:moveTo>
                  <a:pt x="152400" y="38100"/>
                </a:moveTo>
                <a:lnTo>
                  <a:pt x="161925" y="38100"/>
                </a:lnTo>
                <a:lnTo>
                  <a:pt x="161925" y="47625"/>
                </a:lnTo>
                <a:lnTo>
                  <a:pt x="152400" y="47625"/>
                </a:lnTo>
                <a:close/>
                <a:moveTo>
                  <a:pt x="133350" y="47625"/>
                </a:moveTo>
                <a:lnTo>
                  <a:pt x="142875" y="47625"/>
                </a:lnTo>
                <a:lnTo>
                  <a:pt x="142875" y="57150"/>
                </a:lnTo>
                <a:lnTo>
                  <a:pt x="133350" y="57150"/>
                </a:lnTo>
                <a:close/>
                <a:moveTo>
                  <a:pt x="47625" y="114300"/>
                </a:moveTo>
                <a:lnTo>
                  <a:pt x="57150" y="114300"/>
                </a:lnTo>
                <a:lnTo>
                  <a:pt x="57150" y="123825"/>
                </a:lnTo>
                <a:lnTo>
                  <a:pt x="47625" y="123825"/>
                </a:lnTo>
                <a:close/>
                <a:moveTo>
                  <a:pt x="647700" y="161925"/>
                </a:moveTo>
                <a:lnTo>
                  <a:pt x="666750" y="161925"/>
                </a:lnTo>
                <a:lnTo>
                  <a:pt x="666750" y="171450"/>
                </a:lnTo>
                <a:lnTo>
                  <a:pt x="657225" y="171450"/>
                </a:lnTo>
                <a:lnTo>
                  <a:pt x="657225" y="180975"/>
                </a:lnTo>
                <a:lnTo>
                  <a:pt x="647700" y="180975"/>
                </a:lnTo>
                <a:close/>
                <a:moveTo>
                  <a:pt x="866775" y="161925"/>
                </a:moveTo>
                <a:lnTo>
                  <a:pt x="933450" y="161925"/>
                </a:lnTo>
                <a:lnTo>
                  <a:pt x="933450" y="171450"/>
                </a:lnTo>
                <a:lnTo>
                  <a:pt x="866775" y="171450"/>
                </a:lnTo>
                <a:close/>
                <a:moveTo>
                  <a:pt x="390525" y="171450"/>
                </a:moveTo>
                <a:lnTo>
                  <a:pt x="400050" y="171450"/>
                </a:lnTo>
                <a:lnTo>
                  <a:pt x="400050" y="190500"/>
                </a:lnTo>
                <a:lnTo>
                  <a:pt x="390525" y="190500"/>
                </a:lnTo>
                <a:close/>
                <a:moveTo>
                  <a:pt x="990600" y="171450"/>
                </a:moveTo>
                <a:lnTo>
                  <a:pt x="1000125" y="171450"/>
                </a:lnTo>
                <a:lnTo>
                  <a:pt x="1000125" y="190500"/>
                </a:lnTo>
                <a:lnTo>
                  <a:pt x="990600" y="190500"/>
                </a:lnTo>
                <a:close/>
                <a:moveTo>
                  <a:pt x="657225" y="180975"/>
                </a:moveTo>
                <a:lnTo>
                  <a:pt x="666750" y="180975"/>
                </a:lnTo>
                <a:lnTo>
                  <a:pt x="666750" y="190500"/>
                </a:lnTo>
                <a:lnTo>
                  <a:pt x="657225" y="190500"/>
                </a:lnTo>
                <a:close/>
                <a:moveTo>
                  <a:pt x="857250" y="180975"/>
                </a:moveTo>
                <a:lnTo>
                  <a:pt x="866775" y="180975"/>
                </a:lnTo>
                <a:lnTo>
                  <a:pt x="866775" y="190500"/>
                </a:lnTo>
                <a:lnTo>
                  <a:pt x="857250" y="190500"/>
                </a:lnTo>
                <a:close/>
                <a:moveTo>
                  <a:pt x="1162050" y="180975"/>
                </a:moveTo>
                <a:lnTo>
                  <a:pt x="1181100" y="180975"/>
                </a:lnTo>
                <a:lnTo>
                  <a:pt x="1181100" y="190500"/>
                </a:lnTo>
                <a:lnTo>
                  <a:pt x="1162050" y="190500"/>
                </a:lnTo>
                <a:close/>
                <a:moveTo>
                  <a:pt x="381000" y="190500"/>
                </a:moveTo>
                <a:lnTo>
                  <a:pt x="390525" y="190500"/>
                </a:lnTo>
                <a:lnTo>
                  <a:pt x="390525" y="200025"/>
                </a:lnTo>
                <a:lnTo>
                  <a:pt x="381000" y="200025"/>
                </a:lnTo>
                <a:close/>
                <a:moveTo>
                  <a:pt x="990600" y="209550"/>
                </a:moveTo>
                <a:lnTo>
                  <a:pt x="1000125" y="209550"/>
                </a:lnTo>
                <a:lnTo>
                  <a:pt x="1000125" y="228600"/>
                </a:lnTo>
                <a:lnTo>
                  <a:pt x="990600" y="228600"/>
                </a:lnTo>
                <a:close/>
                <a:moveTo>
                  <a:pt x="714375" y="219075"/>
                </a:moveTo>
                <a:lnTo>
                  <a:pt x="733425" y="219075"/>
                </a:lnTo>
                <a:lnTo>
                  <a:pt x="733425" y="228600"/>
                </a:lnTo>
                <a:lnTo>
                  <a:pt x="723900" y="228600"/>
                </a:lnTo>
                <a:lnTo>
                  <a:pt x="723900" y="238125"/>
                </a:lnTo>
                <a:lnTo>
                  <a:pt x="714375" y="238125"/>
                </a:lnTo>
                <a:lnTo>
                  <a:pt x="714375" y="257175"/>
                </a:lnTo>
                <a:lnTo>
                  <a:pt x="704850" y="257175"/>
                </a:lnTo>
                <a:lnTo>
                  <a:pt x="704850" y="276225"/>
                </a:lnTo>
                <a:lnTo>
                  <a:pt x="695325" y="276225"/>
                </a:lnTo>
                <a:lnTo>
                  <a:pt x="695325" y="228600"/>
                </a:lnTo>
                <a:lnTo>
                  <a:pt x="714375" y="228600"/>
                </a:lnTo>
                <a:close/>
                <a:moveTo>
                  <a:pt x="952500" y="238125"/>
                </a:moveTo>
                <a:lnTo>
                  <a:pt x="962025" y="238125"/>
                </a:lnTo>
                <a:lnTo>
                  <a:pt x="962025" y="247650"/>
                </a:lnTo>
                <a:lnTo>
                  <a:pt x="952500" y="247650"/>
                </a:lnTo>
                <a:close/>
                <a:moveTo>
                  <a:pt x="990600" y="238125"/>
                </a:moveTo>
                <a:lnTo>
                  <a:pt x="1000125" y="238125"/>
                </a:lnTo>
                <a:lnTo>
                  <a:pt x="1000125" y="247650"/>
                </a:lnTo>
                <a:lnTo>
                  <a:pt x="990600" y="247650"/>
                </a:lnTo>
                <a:close/>
                <a:moveTo>
                  <a:pt x="314325" y="266700"/>
                </a:moveTo>
                <a:lnTo>
                  <a:pt x="352425" y="266700"/>
                </a:lnTo>
                <a:lnTo>
                  <a:pt x="352425" y="285750"/>
                </a:lnTo>
                <a:lnTo>
                  <a:pt x="314325" y="285750"/>
                </a:lnTo>
                <a:close/>
                <a:moveTo>
                  <a:pt x="581025" y="266700"/>
                </a:moveTo>
                <a:lnTo>
                  <a:pt x="590550" y="266700"/>
                </a:lnTo>
                <a:lnTo>
                  <a:pt x="590550" y="285750"/>
                </a:lnTo>
                <a:lnTo>
                  <a:pt x="581025" y="285750"/>
                </a:lnTo>
                <a:close/>
                <a:moveTo>
                  <a:pt x="628650" y="266700"/>
                </a:moveTo>
                <a:lnTo>
                  <a:pt x="638175" y="266700"/>
                </a:lnTo>
                <a:lnTo>
                  <a:pt x="638175" y="285750"/>
                </a:lnTo>
                <a:lnTo>
                  <a:pt x="628650" y="285750"/>
                </a:lnTo>
                <a:close/>
                <a:moveTo>
                  <a:pt x="180975" y="276225"/>
                </a:moveTo>
                <a:lnTo>
                  <a:pt x="200025" y="276225"/>
                </a:lnTo>
                <a:lnTo>
                  <a:pt x="200025" y="295275"/>
                </a:lnTo>
                <a:lnTo>
                  <a:pt x="190500" y="295275"/>
                </a:lnTo>
                <a:lnTo>
                  <a:pt x="190500" y="304800"/>
                </a:lnTo>
                <a:lnTo>
                  <a:pt x="171450" y="304800"/>
                </a:lnTo>
                <a:lnTo>
                  <a:pt x="171450" y="285750"/>
                </a:lnTo>
                <a:lnTo>
                  <a:pt x="180975" y="285750"/>
                </a:lnTo>
                <a:close/>
                <a:moveTo>
                  <a:pt x="219075" y="285750"/>
                </a:moveTo>
                <a:lnTo>
                  <a:pt x="247650" y="285750"/>
                </a:lnTo>
                <a:lnTo>
                  <a:pt x="247650" y="295275"/>
                </a:lnTo>
                <a:lnTo>
                  <a:pt x="219075" y="295275"/>
                </a:lnTo>
                <a:close/>
                <a:moveTo>
                  <a:pt x="647700" y="285750"/>
                </a:moveTo>
                <a:lnTo>
                  <a:pt x="657225" y="285750"/>
                </a:lnTo>
                <a:lnTo>
                  <a:pt x="657225" y="295275"/>
                </a:lnTo>
                <a:lnTo>
                  <a:pt x="647700" y="295275"/>
                </a:lnTo>
                <a:close/>
                <a:moveTo>
                  <a:pt x="152400" y="304800"/>
                </a:moveTo>
                <a:lnTo>
                  <a:pt x="171450" y="304800"/>
                </a:lnTo>
                <a:lnTo>
                  <a:pt x="171450" y="314325"/>
                </a:lnTo>
                <a:lnTo>
                  <a:pt x="152400" y="314325"/>
                </a:lnTo>
                <a:close/>
                <a:moveTo>
                  <a:pt x="628650" y="323850"/>
                </a:moveTo>
                <a:lnTo>
                  <a:pt x="638175" y="323850"/>
                </a:lnTo>
                <a:lnTo>
                  <a:pt x="638175" y="333375"/>
                </a:lnTo>
                <a:lnTo>
                  <a:pt x="628650" y="333375"/>
                </a:lnTo>
                <a:close/>
                <a:moveTo>
                  <a:pt x="666750" y="323850"/>
                </a:moveTo>
                <a:lnTo>
                  <a:pt x="676275" y="323850"/>
                </a:lnTo>
                <a:lnTo>
                  <a:pt x="676275" y="333375"/>
                </a:lnTo>
                <a:lnTo>
                  <a:pt x="666750" y="333375"/>
                </a:lnTo>
                <a:close/>
                <a:moveTo>
                  <a:pt x="638175" y="333375"/>
                </a:moveTo>
                <a:lnTo>
                  <a:pt x="647700" y="333375"/>
                </a:lnTo>
                <a:lnTo>
                  <a:pt x="647700" y="342900"/>
                </a:lnTo>
                <a:lnTo>
                  <a:pt x="638175" y="342900"/>
                </a:lnTo>
                <a:close/>
                <a:moveTo>
                  <a:pt x="685800" y="333375"/>
                </a:moveTo>
                <a:lnTo>
                  <a:pt x="695325" y="333375"/>
                </a:lnTo>
                <a:lnTo>
                  <a:pt x="695325" y="342900"/>
                </a:lnTo>
                <a:lnTo>
                  <a:pt x="685800" y="342900"/>
                </a:lnTo>
                <a:close/>
                <a:moveTo>
                  <a:pt x="152400" y="342900"/>
                </a:moveTo>
                <a:lnTo>
                  <a:pt x="171450" y="342900"/>
                </a:lnTo>
                <a:lnTo>
                  <a:pt x="171450" y="400050"/>
                </a:lnTo>
                <a:lnTo>
                  <a:pt x="161925" y="400050"/>
                </a:lnTo>
                <a:lnTo>
                  <a:pt x="161925" y="419100"/>
                </a:lnTo>
                <a:lnTo>
                  <a:pt x="152400" y="419100"/>
                </a:lnTo>
                <a:close/>
                <a:moveTo>
                  <a:pt x="180975" y="342900"/>
                </a:moveTo>
                <a:lnTo>
                  <a:pt x="190500" y="342900"/>
                </a:lnTo>
                <a:lnTo>
                  <a:pt x="190500" y="352425"/>
                </a:lnTo>
                <a:lnTo>
                  <a:pt x="180975" y="352425"/>
                </a:lnTo>
                <a:close/>
                <a:moveTo>
                  <a:pt x="200025" y="352425"/>
                </a:moveTo>
                <a:lnTo>
                  <a:pt x="209550" y="352425"/>
                </a:lnTo>
                <a:lnTo>
                  <a:pt x="209550" y="371475"/>
                </a:lnTo>
                <a:lnTo>
                  <a:pt x="200025" y="371475"/>
                </a:lnTo>
                <a:close/>
                <a:moveTo>
                  <a:pt x="219075" y="352425"/>
                </a:moveTo>
                <a:lnTo>
                  <a:pt x="238125" y="352425"/>
                </a:lnTo>
                <a:lnTo>
                  <a:pt x="238125" y="371475"/>
                </a:lnTo>
                <a:lnTo>
                  <a:pt x="219075" y="371475"/>
                </a:lnTo>
                <a:close/>
                <a:moveTo>
                  <a:pt x="952500" y="361950"/>
                </a:moveTo>
                <a:lnTo>
                  <a:pt x="962025" y="361950"/>
                </a:lnTo>
                <a:lnTo>
                  <a:pt x="962025" y="371475"/>
                </a:lnTo>
                <a:lnTo>
                  <a:pt x="952500" y="371475"/>
                </a:lnTo>
                <a:close/>
                <a:moveTo>
                  <a:pt x="180975" y="371475"/>
                </a:moveTo>
                <a:lnTo>
                  <a:pt x="200025" y="371475"/>
                </a:lnTo>
                <a:lnTo>
                  <a:pt x="200025" y="381000"/>
                </a:lnTo>
                <a:lnTo>
                  <a:pt x="209550" y="381000"/>
                </a:lnTo>
                <a:lnTo>
                  <a:pt x="209550" y="390525"/>
                </a:lnTo>
                <a:lnTo>
                  <a:pt x="190500" y="390525"/>
                </a:lnTo>
                <a:lnTo>
                  <a:pt x="190500" y="381000"/>
                </a:lnTo>
                <a:lnTo>
                  <a:pt x="180975" y="381000"/>
                </a:lnTo>
                <a:close/>
                <a:moveTo>
                  <a:pt x="219075" y="381000"/>
                </a:moveTo>
                <a:lnTo>
                  <a:pt x="247650" y="381000"/>
                </a:lnTo>
                <a:lnTo>
                  <a:pt x="247650" y="400050"/>
                </a:lnTo>
                <a:lnTo>
                  <a:pt x="238125" y="400050"/>
                </a:lnTo>
                <a:lnTo>
                  <a:pt x="238125" y="409575"/>
                </a:lnTo>
                <a:lnTo>
                  <a:pt x="228600" y="409575"/>
                </a:lnTo>
                <a:lnTo>
                  <a:pt x="228600" y="400050"/>
                </a:lnTo>
                <a:lnTo>
                  <a:pt x="209550" y="400050"/>
                </a:lnTo>
                <a:lnTo>
                  <a:pt x="209550" y="390525"/>
                </a:lnTo>
                <a:lnTo>
                  <a:pt x="219075" y="390525"/>
                </a:lnTo>
                <a:close/>
                <a:moveTo>
                  <a:pt x="390525" y="390525"/>
                </a:moveTo>
                <a:lnTo>
                  <a:pt x="409575" y="390525"/>
                </a:lnTo>
                <a:lnTo>
                  <a:pt x="409575" y="400050"/>
                </a:lnTo>
                <a:lnTo>
                  <a:pt x="390525" y="400050"/>
                </a:lnTo>
                <a:close/>
                <a:moveTo>
                  <a:pt x="609600" y="390525"/>
                </a:moveTo>
                <a:lnTo>
                  <a:pt x="619125" y="390525"/>
                </a:lnTo>
                <a:lnTo>
                  <a:pt x="619125" y="400050"/>
                </a:lnTo>
                <a:lnTo>
                  <a:pt x="609600" y="400050"/>
                </a:lnTo>
                <a:close/>
                <a:moveTo>
                  <a:pt x="752475" y="400050"/>
                </a:moveTo>
                <a:lnTo>
                  <a:pt x="762000" y="400050"/>
                </a:lnTo>
                <a:lnTo>
                  <a:pt x="762000" y="409575"/>
                </a:lnTo>
                <a:lnTo>
                  <a:pt x="752475" y="409575"/>
                </a:lnTo>
                <a:close/>
                <a:moveTo>
                  <a:pt x="809625" y="447675"/>
                </a:moveTo>
                <a:lnTo>
                  <a:pt x="819150" y="447675"/>
                </a:lnTo>
                <a:lnTo>
                  <a:pt x="819150" y="457200"/>
                </a:lnTo>
                <a:lnTo>
                  <a:pt x="809625" y="457200"/>
                </a:lnTo>
                <a:close/>
                <a:moveTo>
                  <a:pt x="819150" y="457200"/>
                </a:moveTo>
                <a:lnTo>
                  <a:pt x="838200" y="457200"/>
                </a:lnTo>
                <a:lnTo>
                  <a:pt x="838200" y="476250"/>
                </a:lnTo>
                <a:lnTo>
                  <a:pt x="828675" y="476250"/>
                </a:lnTo>
                <a:lnTo>
                  <a:pt x="828675" y="466725"/>
                </a:lnTo>
                <a:lnTo>
                  <a:pt x="819150" y="466725"/>
                </a:lnTo>
                <a:close/>
                <a:moveTo>
                  <a:pt x="266700" y="466725"/>
                </a:moveTo>
                <a:lnTo>
                  <a:pt x="276225" y="466725"/>
                </a:lnTo>
                <a:lnTo>
                  <a:pt x="276225" y="476250"/>
                </a:lnTo>
                <a:lnTo>
                  <a:pt x="266700" y="476250"/>
                </a:lnTo>
                <a:close/>
                <a:moveTo>
                  <a:pt x="333375" y="466725"/>
                </a:moveTo>
                <a:lnTo>
                  <a:pt x="342900" y="466725"/>
                </a:lnTo>
                <a:lnTo>
                  <a:pt x="342900" y="476250"/>
                </a:lnTo>
                <a:lnTo>
                  <a:pt x="333375" y="476250"/>
                </a:lnTo>
                <a:close/>
                <a:moveTo>
                  <a:pt x="342900" y="476250"/>
                </a:moveTo>
                <a:lnTo>
                  <a:pt x="361950" y="476250"/>
                </a:lnTo>
                <a:lnTo>
                  <a:pt x="361950" y="504825"/>
                </a:lnTo>
                <a:lnTo>
                  <a:pt x="342900" y="504825"/>
                </a:lnTo>
                <a:close/>
                <a:moveTo>
                  <a:pt x="476250" y="523875"/>
                </a:moveTo>
                <a:lnTo>
                  <a:pt x="495300" y="523875"/>
                </a:lnTo>
                <a:lnTo>
                  <a:pt x="495300" y="533400"/>
                </a:lnTo>
                <a:lnTo>
                  <a:pt x="476250" y="533400"/>
                </a:lnTo>
                <a:close/>
                <a:moveTo>
                  <a:pt x="638175" y="523875"/>
                </a:moveTo>
                <a:lnTo>
                  <a:pt x="666750" y="523875"/>
                </a:lnTo>
                <a:lnTo>
                  <a:pt x="666750" y="533400"/>
                </a:lnTo>
                <a:lnTo>
                  <a:pt x="657225" y="533400"/>
                </a:lnTo>
                <a:lnTo>
                  <a:pt x="657225" y="542925"/>
                </a:lnTo>
                <a:lnTo>
                  <a:pt x="676275" y="542925"/>
                </a:lnTo>
                <a:lnTo>
                  <a:pt x="676275" y="552450"/>
                </a:lnTo>
                <a:lnTo>
                  <a:pt x="647700" y="552450"/>
                </a:lnTo>
                <a:lnTo>
                  <a:pt x="647700" y="533400"/>
                </a:lnTo>
                <a:lnTo>
                  <a:pt x="638175" y="533400"/>
                </a:lnTo>
                <a:close/>
                <a:moveTo>
                  <a:pt x="504825" y="533400"/>
                </a:moveTo>
                <a:lnTo>
                  <a:pt x="514350" y="533400"/>
                </a:lnTo>
                <a:lnTo>
                  <a:pt x="514350" y="542925"/>
                </a:lnTo>
                <a:lnTo>
                  <a:pt x="504825" y="542925"/>
                </a:lnTo>
                <a:close/>
                <a:moveTo>
                  <a:pt x="552450" y="533400"/>
                </a:moveTo>
                <a:lnTo>
                  <a:pt x="571500" y="533400"/>
                </a:lnTo>
                <a:lnTo>
                  <a:pt x="571500" y="542925"/>
                </a:lnTo>
                <a:lnTo>
                  <a:pt x="552450" y="542925"/>
                </a:lnTo>
                <a:close/>
                <a:moveTo>
                  <a:pt x="152400" y="542925"/>
                </a:moveTo>
                <a:lnTo>
                  <a:pt x="161925" y="542925"/>
                </a:lnTo>
                <a:lnTo>
                  <a:pt x="161925" y="552450"/>
                </a:lnTo>
                <a:lnTo>
                  <a:pt x="180975" y="552450"/>
                </a:lnTo>
                <a:lnTo>
                  <a:pt x="180975" y="571500"/>
                </a:lnTo>
                <a:lnTo>
                  <a:pt x="171450" y="571500"/>
                </a:lnTo>
                <a:lnTo>
                  <a:pt x="171450" y="581025"/>
                </a:lnTo>
                <a:lnTo>
                  <a:pt x="161925" y="581025"/>
                </a:lnTo>
                <a:lnTo>
                  <a:pt x="161925" y="619125"/>
                </a:lnTo>
                <a:lnTo>
                  <a:pt x="171450" y="619125"/>
                </a:lnTo>
                <a:lnTo>
                  <a:pt x="171450" y="638175"/>
                </a:lnTo>
                <a:lnTo>
                  <a:pt x="180975" y="638175"/>
                </a:lnTo>
                <a:lnTo>
                  <a:pt x="180975" y="647700"/>
                </a:lnTo>
                <a:lnTo>
                  <a:pt x="161925" y="647700"/>
                </a:lnTo>
                <a:lnTo>
                  <a:pt x="161925" y="676275"/>
                </a:lnTo>
                <a:lnTo>
                  <a:pt x="152400" y="676275"/>
                </a:lnTo>
                <a:close/>
                <a:moveTo>
                  <a:pt x="476250" y="542925"/>
                </a:moveTo>
                <a:lnTo>
                  <a:pt x="495300" y="542925"/>
                </a:lnTo>
                <a:lnTo>
                  <a:pt x="495300" y="552450"/>
                </a:lnTo>
                <a:lnTo>
                  <a:pt x="476250" y="552450"/>
                </a:lnTo>
                <a:close/>
                <a:moveTo>
                  <a:pt x="428625" y="561975"/>
                </a:moveTo>
                <a:lnTo>
                  <a:pt x="438150" y="561975"/>
                </a:lnTo>
                <a:lnTo>
                  <a:pt x="438150" y="571500"/>
                </a:lnTo>
                <a:lnTo>
                  <a:pt x="428625" y="571500"/>
                </a:lnTo>
                <a:close/>
                <a:moveTo>
                  <a:pt x="123825" y="571500"/>
                </a:moveTo>
                <a:lnTo>
                  <a:pt x="133350" y="571500"/>
                </a:lnTo>
                <a:lnTo>
                  <a:pt x="133350" y="657225"/>
                </a:lnTo>
                <a:lnTo>
                  <a:pt x="123825" y="657225"/>
                </a:lnTo>
                <a:close/>
                <a:moveTo>
                  <a:pt x="342900" y="581025"/>
                </a:moveTo>
                <a:lnTo>
                  <a:pt x="352425" y="581025"/>
                </a:lnTo>
                <a:lnTo>
                  <a:pt x="352425" y="590550"/>
                </a:lnTo>
                <a:lnTo>
                  <a:pt x="342900" y="590550"/>
                </a:lnTo>
                <a:close/>
                <a:moveTo>
                  <a:pt x="438150" y="581025"/>
                </a:moveTo>
                <a:lnTo>
                  <a:pt x="457200" y="581025"/>
                </a:lnTo>
                <a:lnTo>
                  <a:pt x="457200" y="590550"/>
                </a:lnTo>
                <a:lnTo>
                  <a:pt x="438150" y="590550"/>
                </a:lnTo>
                <a:close/>
                <a:moveTo>
                  <a:pt x="257175" y="590550"/>
                </a:moveTo>
                <a:lnTo>
                  <a:pt x="276225" y="590550"/>
                </a:lnTo>
                <a:lnTo>
                  <a:pt x="276225" y="600075"/>
                </a:lnTo>
                <a:lnTo>
                  <a:pt x="257175" y="600075"/>
                </a:lnTo>
                <a:close/>
                <a:moveTo>
                  <a:pt x="342900" y="600075"/>
                </a:moveTo>
                <a:lnTo>
                  <a:pt x="352425" y="600075"/>
                </a:lnTo>
                <a:lnTo>
                  <a:pt x="352425" y="609600"/>
                </a:lnTo>
                <a:lnTo>
                  <a:pt x="342900" y="609600"/>
                </a:lnTo>
                <a:close/>
                <a:moveTo>
                  <a:pt x="447675" y="600075"/>
                </a:moveTo>
                <a:lnTo>
                  <a:pt x="457200" y="600075"/>
                </a:lnTo>
                <a:lnTo>
                  <a:pt x="457200" y="609600"/>
                </a:lnTo>
                <a:lnTo>
                  <a:pt x="447675" y="609600"/>
                </a:lnTo>
                <a:close/>
                <a:moveTo>
                  <a:pt x="1143000" y="609600"/>
                </a:moveTo>
                <a:lnTo>
                  <a:pt x="1152525" y="609600"/>
                </a:lnTo>
                <a:lnTo>
                  <a:pt x="1152525" y="628650"/>
                </a:lnTo>
                <a:lnTo>
                  <a:pt x="1143000" y="628650"/>
                </a:lnTo>
                <a:close/>
                <a:moveTo>
                  <a:pt x="371475" y="619125"/>
                </a:moveTo>
                <a:lnTo>
                  <a:pt x="381000" y="619125"/>
                </a:lnTo>
                <a:lnTo>
                  <a:pt x="381000" y="647700"/>
                </a:lnTo>
                <a:lnTo>
                  <a:pt x="257175" y="647700"/>
                </a:lnTo>
                <a:lnTo>
                  <a:pt x="257175" y="638175"/>
                </a:lnTo>
                <a:lnTo>
                  <a:pt x="361950" y="638175"/>
                </a:lnTo>
                <a:lnTo>
                  <a:pt x="361950" y="628650"/>
                </a:lnTo>
                <a:lnTo>
                  <a:pt x="371475" y="628650"/>
                </a:lnTo>
                <a:close/>
                <a:moveTo>
                  <a:pt x="438150" y="638175"/>
                </a:moveTo>
                <a:lnTo>
                  <a:pt x="457200" y="638175"/>
                </a:lnTo>
                <a:lnTo>
                  <a:pt x="457200" y="647700"/>
                </a:lnTo>
                <a:lnTo>
                  <a:pt x="438150" y="647700"/>
                </a:lnTo>
                <a:close/>
                <a:moveTo>
                  <a:pt x="571500" y="647700"/>
                </a:moveTo>
                <a:lnTo>
                  <a:pt x="581025" y="647700"/>
                </a:lnTo>
                <a:lnTo>
                  <a:pt x="581025" y="666750"/>
                </a:lnTo>
                <a:lnTo>
                  <a:pt x="571500" y="666750"/>
                </a:lnTo>
                <a:lnTo>
                  <a:pt x="571500" y="676275"/>
                </a:lnTo>
                <a:lnTo>
                  <a:pt x="561975" y="676275"/>
                </a:lnTo>
                <a:lnTo>
                  <a:pt x="561975" y="657225"/>
                </a:lnTo>
                <a:lnTo>
                  <a:pt x="571500" y="657225"/>
                </a:lnTo>
                <a:close/>
                <a:moveTo>
                  <a:pt x="952500" y="657225"/>
                </a:moveTo>
                <a:lnTo>
                  <a:pt x="962025" y="657225"/>
                </a:lnTo>
                <a:lnTo>
                  <a:pt x="962025" y="676275"/>
                </a:lnTo>
                <a:lnTo>
                  <a:pt x="952500" y="676275"/>
                </a:lnTo>
                <a:close/>
                <a:moveTo>
                  <a:pt x="933450" y="666750"/>
                </a:moveTo>
                <a:lnTo>
                  <a:pt x="942975" y="666750"/>
                </a:lnTo>
                <a:lnTo>
                  <a:pt x="942975" y="676275"/>
                </a:lnTo>
                <a:lnTo>
                  <a:pt x="933450" y="676275"/>
                </a:lnTo>
                <a:close/>
                <a:moveTo>
                  <a:pt x="190500" y="676275"/>
                </a:moveTo>
                <a:lnTo>
                  <a:pt x="209550" y="676275"/>
                </a:lnTo>
                <a:lnTo>
                  <a:pt x="209550" y="695325"/>
                </a:lnTo>
                <a:lnTo>
                  <a:pt x="190500" y="695325"/>
                </a:lnTo>
                <a:close/>
                <a:moveTo>
                  <a:pt x="276225" y="685800"/>
                </a:moveTo>
                <a:lnTo>
                  <a:pt x="381000" y="685800"/>
                </a:lnTo>
                <a:lnTo>
                  <a:pt x="381000" y="695325"/>
                </a:lnTo>
                <a:lnTo>
                  <a:pt x="276225" y="695325"/>
                </a:lnTo>
                <a:close/>
                <a:moveTo>
                  <a:pt x="542925" y="685800"/>
                </a:moveTo>
                <a:lnTo>
                  <a:pt x="552450" y="685800"/>
                </a:lnTo>
                <a:lnTo>
                  <a:pt x="552450" y="695325"/>
                </a:lnTo>
                <a:lnTo>
                  <a:pt x="542925" y="695325"/>
                </a:lnTo>
                <a:close/>
                <a:moveTo>
                  <a:pt x="628650" y="685800"/>
                </a:moveTo>
                <a:lnTo>
                  <a:pt x="638175" y="685800"/>
                </a:lnTo>
                <a:lnTo>
                  <a:pt x="638175" y="695325"/>
                </a:lnTo>
                <a:lnTo>
                  <a:pt x="628650" y="695325"/>
                </a:lnTo>
                <a:close/>
                <a:moveTo>
                  <a:pt x="666750" y="685800"/>
                </a:moveTo>
                <a:lnTo>
                  <a:pt x="676275" y="685800"/>
                </a:lnTo>
                <a:lnTo>
                  <a:pt x="676275" y="695325"/>
                </a:lnTo>
                <a:lnTo>
                  <a:pt x="666750" y="695325"/>
                </a:lnTo>
                <a:close/>
                <a:moveTo>
                  <a:pt x="942975" y="685800"/>
                </a:moveTo>
                <a:lnTo>
                  <a:pt x="952500" y="685800"/>
                </a:lnTo>
                <a:lnTo>
                  <a:pt x="952500" y="695325"/>
                </a:lnTo>
                <a:lnTo>
                  <a:pt x="942975" y="695325"/>
                </a:lnTo>
                <a:close/>
                <a:moveTo>
                  <a:pt x="981075" y="685800"/>
                </a:moveTo>
                <a:lnTo>
                  <a:pt x="990600" y="685800"/>
                </a:lnTo>
                <a:lnTo>
                  <a:pt x="990600" y="695325"/>
                </a:lnTo>
                <a:lnTo>
                  <a:pt x="981075" y="695325"/>
                </a:lnTo>
                <a:close/>
                <a:moveTo>
                  <a:pt x="942975" y="714375"/>
                </a:moveTo>
                <a:lnTo>
                  <a:pt x="952500" y="714375"/>
                </a:lnTo>
                <a:lnTo>
                  <a:pt x="952500" y="723900"/>
                </a:lnTo>
                <a:lnTo>
                  <a:pt x="942975" y="723900"/>
                </a:lnTo>
                <a:close/>
                <a:moveTo>
                  <a:pt x="171450" y="723900"/>
                </a:moveTo>
                <a:lnTo>
                  <a:pt x="190500" y="723900"/>
                </a:lnTo>
                <a:lnTo>
                  <a:pt x="190500" y="733425"/>
                </a:lnTo>
                <a:lnTo>
                  <a:pt x="171450" y="733425"/>
                </a:lnTo>
                <a:close/>
                <a:moveTo>
                  <a:pt x="200025" y="723900"/>
                </a:moveTo>
                <a:lnTo>
                  <a:pt x="209550" y="723900"/>
                </a:lnTo>
                <a:lnTo>
                  <a:pt x="209550" y="733425"/>
                </a:lnTo>
                <a:lnTo>
                  <a:pt x="200025" y="733425"/>
                </a:lnTo>
                <a:close/>
                <a:moveTo>
                  <a:pt x="438150" y="723900"/>
                </a:moveTo>
                <a:lnTo>
                  <a:pt x="457200" y="723900"/>
                </a:lnTo>
                <a:lnTo>
                  <a:pt x="457200" y="733425"/>
                </a:lnTo>
                <a:lnTo>
                  <a:pt x="438150" y="733425"/>
                </a:lnTo>
                <a:close/>
                <a:moveTo>
                  <a:pt x="638175" y="723900"/>
                </a:moveTo>
                <a:lnTo>
                  <a:pt x="647700" y="723900"/>
                </a:lnTo>
                <a:lnTo>
                  <a:pt x="647700" y="733425"/>
                </a:lnTo>
                <a:lnTo>
                  <a:pt x="638175" y="733425"/>
                </a:lnTo>
                <a:close/>
                <a:moveTo>
                  <a:pt x="733425" y="723900"/>
                </a:moveTo>
                <a:lnTo>
                  <a:pt x="742950" y="723900"/>
                </a:lnTo>
                <a:lnTo>
                  <a:pt x="742950" y="733425"/>
                </a:lnTo>
                <a:lnTo>
                  <a:pt x="733425" y="733425"/>
                </a:lnTo>
                <a:close/>
                <a:moveTo>
                  <a:pt x="857250" y="723900"/>
                </a:moveTo>
                <a:lnTo>
                  <a:pt x="885825" y="723900"/>
                </a:lnTo>
                <a:lnTo>
                  <a:pt x="885825" y="733425"/>
                </a:lnTo>
                <a:lnTo>
                  <a:pt x="857250" y="733425"/>
                </a:lnTo>
                <a:close/>
                <a:moveTo>
                  <a:pt x="123825" y="742950"/>
                </a:moveTo>
                <a:lnTo>
                  <a:pt x="133350" y="742950"/>
                </a:lnTo>
                <a:lnTo>
                  <a:pt x="133350" y="752475"/>
                </a:lnTo>
                <a:lnTo>
                  <a:pt x="123825" y="752475"/>
                </a:lnTo>
                <a:close/>
                <a:moveTo>
                  <a:pt x="638175" y="742950"/>
                </a:moveTo>
                <a:lnTo>
                  <a:pt x="647700" y="742950"/>
                </a:lnTo>
                <a:lnTo>
                  <a:pt x="647700" y="752475"/>
                </a:lnTo>
                <a:lnTo>
                  <a:pt x="638175" y="752475"/>
                </a:lnTo>
                <a:close/>
                <a:moveTo>
                  <a:pt x="847725" y="742950"/>
                </a:moveTo>
                <a:lnTo>
                  <a:pt x="876300" y="742950"/>
                </a:lnTo>
                <a:lnTo>
                  <a:pt x="876300" y="752475"/>
                </a:lnTo>
                <a:lnTo>
                  <a:pt x="847725" y="752475"/>
                </a:lnTo>
                <a:close/>
                <a:moveTo>
                  <a:pt x="438150" y="752475"/>
                </a:moveTo>
                <a:lnTo>
                  <a:pt x="447675" y="752475"/>
                </a:lnTo>
                <a:lnTo>
                  <a:pt x="447675" y="762000"/>
                </a:lnTo>
                <a:lnTo>
                  <a:pt x="438150" y="762000"/>
                </a:lnTo>
                <a:close/>
                <a:moveTo>
                  <a:pt x="200025" y="762000"/>
                </a:moveTo>
                <a:lnTo>
                  <a:pt x="209550" y="762000"/>
                </a:lnTo>
                <a:lnTo>
                  <a:pt x="209550" y="771525"/>
                </a:lnTo>
                <a:lnTo>
                  <a:pt x="200025" y="771525"/>
                </a:lnTo>
                <a:close/>
                <a:moveTo>
                  <a:pt x="923925" y="762000"/>
                </a:moveTo>
                <a:lnTo>
                  <a:pt x="942975" y="762000"/>
                </a:lnTo>
                <a:lnTo>
                  <a:pt x="942975" y="771525"/>
                </a:lnTo>
                <a:lnTo>
                  <a:pt x="923925" y="771525"/>
                </a:lnTo>
                <a:close/>
                <a:moveTo>
                  <a:pt x="895350" y="771525"/>
                </a:moveTo>
                <a:lnTo>
                  <a:pt x="904875" y="771525"/>
                </a:lnTo>
                <a:lnTo>
                  <a:pt x="904875" y="790575"/>
                </a:lnTo>
                <a:lnTo>
                  <a:pt x="914400" y="790575"/>
                </a:lnTo>
                <a:lnTo>
                  <a:pt x="914400" y="809625"/>
                </a:lnTo>
                <a:lnTo>
                  <a:pt x="885825" y="809625"/>
                </a:lnTo>
                <a:lnTo>
                  <a:pt x="885825" y="800100"/>
                </a:lnTo>
                <a:lnTo>
                  <a:pt x="895350" y="800100"/>
                </a:lnTo>
                <a:close/>
                <a:moveTo>
                  <a:pt x="219075" y="781050"/>
                </a:moveTo>
                <a:lnTo>
                  <a:pt x="257175" y="781050"/>
                </a:lnTo>
                <a:lnTo>
                  <a:pt x="257175" y="790575"/>
                </a:lnTo>
                <a:lnTo>
                  <a:pt x="219075" y="790575"/>
                </a:lnTo>
                <a:close/>
              </a:path>
            </a:pathLst>
          </a:custGeom>
          <a:solidFill xmlns:a="http://schemas.openxmlformats.org/drawingml/2006/main">
            <a:srgbClr val="F6F8F3"/>
          </a:solidFill>
          <a:ln xmlns:a="http://schemas.openxmlformats.org/drawingml/2006/main" w="0">
            <a:noFill/>
          </a:ln>
        </p:spPr>
      </p:sp>
      <p:sp>
        <p:nvSpPr>
          <p:cNvPr id="54" name="v01 vector #f8f7f3">
            <a:extLst xmlns:a="http://schemas.openxmlformats.org/drawingml/2006/main">
              <a:ext uri="{FF2B5EF4-FFF2-40B4-BE49-F238E27FC236}">
                <a16:creationId xmlns:a16="http://schemas.microsoft.com/office/drawing/2014/main" id="{DFF5DB77-4233-4DEB-BAE7-85A35CF415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8250" y="2362200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209550" y="0"/>
                </a:moveTo>
                <a:lnTo>
                  <a:pt x="219075" y="0"/>
                </a:lnTo>
                <a:lnTo>
                  <a:pt x="219075" y="9525"/>
                </a:lnTo>
                <a:lnTo>
                  <a:pt x="209550" y="9525"/>
                </a:lnTo>
                <a:close/>
                <a:moveTo>
                  <a:pt x="276225" y="0"/>
                </a:moveTo>
                <a:lnTo>
                  <a:pt x="314325" y="0"/>
                </a:lnTo>
                <a:lnTo>
                  <a:pt x="314325" y="19050"/>
                </a:lnTo>
                <a:lnTo>
                  <a:pt x="276225" y="19050"/>
                </a:lnTo>
                <a:close/>
                <a:moveTo>
                  <a:pt x="323850" y="0"/>
                </a:moveTo>
                <a:lnTo>
                  <a:pt x="361950" y="0"/>
                </a:lnTo>
                <a:lnTo>
                  <a:pt x="361950" y="9525"/>
                </a:lnTo>
                <a:lnTo>
                  <a:pt x="352425" y="9525"/>
                </a:lnTo>
                <a:lnTo>
                  <a:pt x="352425" y="19050"/>
                </a:lnTo>
                <a:lnTo>
                  <a:pt x="342900" y="19050"/>
                </a:lnTo>
                <a:lnTo>
                  <a:pt x="342900" y="9525"/>
                </a:lnTo>
                <a:lnTo>
                  <a:pt x="323850" y="9525"/>
                </a:lnTo>
                <a:close/>
                <a:moveTo>
                  <a:pt x="390525" y="0"/>
                </a:moveTo>
                <a:lnTo>
                  <a:pt x="400050" y="0"/>
                </a:lnTo>
                <a:lnTo>
                  <a:pt x="400050" y="19050"/>
                </a:lnTo>
                <a:lnTo>
                  <a:pt x="390525" y="19050"/>
                </a:lnTo>
                <a:close/>
                <a:moveTo>
                  <a:pt x="428625" y="0"/>
                </a:moveTo>
                <a:lnTo>
                  <a:pt x="447675" y="0"/>
                </a:lnTo>
                <a:lnTo>
                  <a:pt x="447675" y="9525"/>
                </a:lnTo>
                <a:lnTo>
                  <a:pt x="428625" y="9525"/>
                </a:lnTo>
                <a:close/>
                <a:moveTo>
                  <a:pt x="466725" y="0"/>
                </a:moveTo>
                <a:lnTo>
                  <a:pt x="485775" y="0"/>
                </a:lnTo>
                <a:lnTo>
                  <a:pt x="485775" y="9525"/>
                </a:lnTo>
                <a:lnTo>
                  <a:pt x="466725" y="9525"/>
                </a:lnTo>
                <a:close/>
                <a:moveTo>
                  <a:pt x="514350" y="0"/>
                </a:moveTo>
                <a:lnTo>
                  <a:pt x="552450" y="0"/>
                </a:lnTo>
                <a:lnTo>
                  <a:pt x="552450" y="9525"/>
                </a:lnTo>
                <a:lnTo>
                  <a:pt x="561975" y="9525"/>
                </a:lnTo>
                <a:lnTo>
                  <a:pt x="561975" y="0"/>
                </a:lnTo>
                <a:lnTo>
                  <a:pt x="638175" y="0"/>
                </a:lnTo>
                <a:lnTo>
                  <a:pt x="638175" y="9525"/>
                </a:lnTo>
                <a:lnTo>
                  <a:pt x="628650" y="9525"/>
                </a:lnTo>
                <a:lnTo>
                  <a:pt x="628650" y="19050"/>
                </a:lnTo>
                <a:lnTo>
                  <a:pt x="600075" y="19050"/>
                </a:lnTo>
                <a:lnTo>
                  <a:pt x="600075" y="9525"/>
                </a:lnTo>
                <a:lnTo>
                  <a:pt x="590550" y="9525"/>
                </a:lnTo>
                <a:lnTo>
                  <a:pt x="590550" y="19050"/>
                </a:lnTo>
                <a:lnTo>
                  <a:pt x="533400" y="19050"/>
                </a:lnTo>
                <a:lnTo>
                  <a:pt x="533400" y="9525"/>
                </a:lnTo>
                <a:lnTo>
                  <a:pt x="514350" y="9525"/>
                </a:lnTo>
                <a:close/>
                <a:moveTo>
                  <a:pt x="771525" y="0"/>
                </a:moveTo>
                <a:lnTo>
                  <a:pt x="800100" y="0"/>
                </a:lnTo>
                <a:lnTo>
                  <a:pt x="800100" y="9525"/>
                </a:lnTo>
                <a:lnTo>
                  <a:pt x="790575" y="9525"/>
                </a:lnTo>
                <a:lnTo>
                  <a:pt x="790575" y="19050"/>
                </a:lnTo>
                <a:lnTo>
                  <a:pt x="781050" y="19050"/>
                </a:lnTo>
                <a:lnTo>
                  <a:pt x="781050" y="28575"/>
                </a:lnTo>
                <a:lnTo>
                  <a:pt x="771525" y="28575"/>
                </a:lnTo>
                <a:close/>
                <a:moveTo>
                  <a:pt x="847725" y="0"/>
                </a:moveTo>
                <a:lnTo>
                  <a:pt x="866775" y="0"/>
                </a:lnTo>
                <a:lnTo>
                  <a:pt x="866775" y="9525"/>
                </a:lnTo>
                <a:lnTo>
                  <a:pt x="847725" y="9525"/>
                </a:lnTo>
                <a:close/>
                <a:moveTo>
                  <a:pt x="1038225" y="0"/>
                </a:moveTo>
                <a:lnTo>
                  <a:pt x="1066800" y="0"/>
                </a:lnTo>
                <a:lnTo>
                  <a:pt x="1066800" y="9525"/>
                </a:lnTo>
                <a:lnTo>
                  <a:pt x="1057275" y="9525"/>
                </a:lnTo>
                <a:lnTo>
                  <a:pt x="1057275" y="19050"/>
                </a:lnTo>
                <a:lnTo>
                  <a:pt x="1047750" y="19050"/>
                </a:lnTo>
                <a:lnTo>
                  <a:pt x="1047750" y="9525"/>
                </a:lnTo>
                <a:lnTo>
                  <a:pt x="1038225" y="9525"/>
                </a:lnTo>
                <a:close/>
                <a:moveTo>
                  <a:pt x="1143000" y="28575"/>
                </a:moveTo>
                <a:lnTo>
                  <a:pt x="1162050" y="28575"/>
                </a:lnTo>
                <a:lnTo>
                  <a:pt x="1162050" y="47625"/>
                </a:lnTo>
                <a:lnTo>
                  <a:pt x="1143000" y="47625"/>
                </a:lnTo>
                <a:close/>
                <a:moveTo>
                  <a:pt x="1200150" y="28575"/>
                </a:moveTo>
                <a:lnTo>
                  <a:pt x="1209675" y="28575"/>
                </a:lnTo>
                <a:lnTo>
                  <a:pt x="1209675" y="38100"/>
                </a:lnTo>
                <a:lnTo>
                  <a:pt x="1200150" y="38100"/>
                </a:lnTo>
                <a:close/>
                <a:moveTo>
                  <a:pt x="1181100" y="57150"/>
                </a:moveTo>
                <a:lnTo>
                  <a:pt x="1209675" y="57150"/>
                </a:lnTo>
                <a:lnTo>
                  <a:pt x="1209675" y="76200"/>
                </a:lnTo>
                <a:lnTo>
                  <a:pt x="1190625" y="76200"/>
                </a:lnTo>
                <a:lnTo>
                  <a:pt x="1190625" y="66675"/>
                </a:lnTo>
                <a:lnTo>
                  <a:pt x="1181100" y="66675"/>
                </a:lnTo>
                <a:close/>
                <a:moveTo>
                  <a:pt x="1123950" y="66675"/>
                </a:moveTo>
                <a:lnTo>
                  <a:pt x="1143000" y="66675"/>
                </a:lnTo>
                <a:lnTo>
                  <a:pt x="1143000" y="76200"/>
                </a:lnTo>
                <a:lnTo>
                  <a:pt x="1123950" y="76200"/>
                </a:lnTo>
                <a:close/>
                <a:moveTo>
                  <a:pt x="1123950" y="104775"/>
                </a:moveTo>
                <a:lnTo>
                  <a:pt x="1162050" y="104775"/>
                </a:lnTo>
                <a:lnTo>
                  <a:pt x="1162050" y="123825"/>
                </a:lnTo>
                <a:lnTo>
                  <a:pt x="1152525" y="123825"/>
                </a:lnTo>
                <a:lnTo>
                  <a:pt x="1152525" y="133350"/>
                </a:lnTo>
                <a:lnTo>
                  <a:pt x="1123950" y="133350"/>
                </a:lnTo>
                <a:close/>
                <a:moveTo>
                  <a:pt x="1171575" y="104775"/>
                </a:moveTo>
                <a:lnTo>
                  <a:pt x="1181100" y="104775"/>
                </a:lnTo>
                <a:lnTo>
                  <a:pt x="1181100" y="114300"/>
                </a:lnTo>
                <a:lnTo>
                  <a:pt x="1190625" y="114300"/>
                </a:lnTo>
                <a:lnTo>
                  <a:pt x="1190625" y="104775"/>
                </a:lnTo>
                <a:lnTo>
                  <a:pt x="1209675" y="104775"/>
                </a:lnTo>
                <a:lnTo>
                  <a:pt x="1209675" y="114300"/>
                </a:lnTo>
                <a:lnTo>
                  <a:pt x="1190625" y="114300"/>
                </a:lnTo>
                <a:lnTo>
                  <a:pt x="1190625" y="123825"/>
                </a:lnTo>
                <a:lnTo>
                  <a:pt x="1171575" y="123825"/>
                </a:lnTo>
                <a:close/>
                <a:moveTo>
                  <a:pt x="85725" y="114300"/>
                </a:moveTo>
                <a:lnTo>
                  <a:pt x="95250" y="114300"/>
                </a:lnTo>
                <a:lnTo>
                  <a:pt x="95250" y="123825"/>
                </a:lnTo>
                <a:lnTo>
                  <a:pt x="104775" y="123825"/>
                </a:lnTo>
                <a:lnTo>
                  <a:pt x="104775" y="142875"/>
                </a:lnTo>
                <a:lnTo>
                  <a:pt x="95250" y="142875"/>
                </a:lnTo>
                <a:lnTo>
                  <a:pt x="95250" y="152400"/>
                </a:lnTo>
                <a:lnTo>
                  <a:pt x="85725" y="152400"/>
                </a:lnTo>
                <a:lnTo>
                  <a:pt x="85725" y="142875"/>
                </a:lnTo>
                <a:lnTo>
                  <a:pt x="76200" y="142875"/>
                </a:lnTo>
                <a:lnTo>
                  <a:pt x="76200" y="123825"/>
                </a:lnTo>
                <a:lnTo>
                  <a:pt x="85725" y="123825"/>
                </a:lnTo>
                <a:close/>
                <a:moveTo>
                  <a:pt x="114300" y="123825"/>
                </a:moveTo>
                <a:lnTo>
                  <a:pt x="123825" y="123825"/>
                </a:lnTo>
                <a:lnTo>
                  <a:pt x="123825" y="133350"/>
                </a:lnTo>
                <a:lnTo>
                  <a:pt x="114300" y="133350"/>
                </a:lnTo>
                <a:close/>
                <a:moveTo>
                  <a:pt x="1162050" y="152400"/>
                </a:moveTo>
                <a:lnTo>
                  <a:pt x="1171575" y="152400"/>
                </a:lnTo>
                <a:lnTo>
                  <a:pt x="1171575" y="161925"/>
                </a:lnTo>
                <a:lnTo>
                  <a:pt x="1162050" y="161925"/>
                </a:lnTo>
                <a:close/>
                <a:moveTo>
                  <a:pt x="1085850" y="161925"/>
                </a:moveTo>
                <a:lnTo>
                  <a:pt x="1095375" y="161925"/>
                </a:lnTo>
                <a:lnTo>
                  <a:pt x="1095375" y="180975"/>
                </a:lnTo>
                <a:lnTo>
                  <a:pt x="1085850" y="180975"/>
                </a:lnTo>
                <a:close/>
                <a:moveTo>
                  <a:pt x="1152525" y="171450"/>
                </a:moveTo>
                <a:lnTo>
                  <a:pt x="1162050" y="171450"/>
                </a:lnTo>
                <a:lnTo>
                  <a:pt x="1162050" y="180975"/>
                </a:lnTo>
                <a:lnTo>
                  <a:pt x="1152525" y="180975"/>
                </a:lnTo>
                <a:close/>
                <a:moveTo>
                  <a:pt x="1000125" y="190500"/>
                </a:moveTo>
                <a:lnTo>
                  <a:pt x="1019175" y="190500"/>
                </a:lnTo>
                <a:lnTo>
                  <a:pt x="1019175" y="200025"/>
                </a:lnTo>
                <a:lnTo>
                  <a:pt x="1028700" y="200025"/>
                </a:lnTo>
                <a:lnTo>
                  <a:pt x="1028700" y="209550"/>
                </a:lnTo>
                <a:lnTo>
                  <a:pt x="1038225" y="209550"/>
                </a:lnTo>
                <a:lnTo>
                  <a:pt x="1038225" y="219075"/>
                </a:lnTo>
                <a:lnTo>
                  <a:pt x="1028700" y="219075"/>
                </a:lnTo>
                <a:lnTo>
                  <a:pt x="1028700" y="238125"/>
                </a:lnTo>
                <a:lnTo>
                  <a:pt x="1019175" y="238125"/>
                </a:lnTo>
                <a:lnTo>
                  <a:pt x="1019175" y="228600"/>
                </a:lnTo>
                <a:lnTo>
                  <a:pt x="1009650" y="228600"/>
                </a:lnTo>
                <a:lnTo>
                  <a:pt x="1009650" y="209550"/>
                </a:lnTo>
                <a:lnTo>
                  <a:pt x="1000125" y="209550"/>
                </a:lnTo>
                <a:close/>
                <a:moveTo>
                  <a:pt x="1200150" y="190500"/>
                </a:moveTo>
                <a:lnTo>
                  <a:pt x="1209675" y="190500"/>
                </a:lnTo>
                <a:lnTo>
                  <a:pt x="1209675" y="209550"/>
                </a:lnTo>
                <a:lnTo>
                  <a:pt x="1200150" y="209550"/>
                </a:lnTo>
                <a:close/>
                <a:moveTo>
                  <a:pt x="28575" y="209550"/>
                </a:moveTo>
                <a:lnTo>
                  <a:pt x="47625" y="209550"/>
                </a:lnTo>
                <a:lnTo>
                  <a:pt x="47625" y="228600"/>
                </a:lnTo>
                <a:lnTo>
                  <a:pt x="28575" y="228600"/>
                </a:lnTo>
                <a:close/>
                <a:moveTo>
                  <a:pt x="695325" y="209550"/>
                </a:moveTo>
                <a:lnTo>
                  <a:pt x="704850" y="209550"/>
                </a:lnTo>
                <a:lnTo>
                  <a:pt x="704850" y="219075"/>
                </a:lnTo>
                <a:lnTo>
                  <a:pt x="695325" y="219075"/>
                </a:lnTo>
                <a:close/>
                <a:moveTo>
                  <a:pt x="923925" y="209550"/>
                </a:moveTo>
                <a:lnTo>
                  <a:pt x="933450" y="209550"/>
                </a:lnTo>
                <a:lnTo>
                  <a:pt x="933450" y="228600"/>
                </a:lnTo>
                <a:lnTo>
                  <a:pt x="952500" y="228600"/>
                </a:lnTo>
                <a:lnTo>
                  <a:pt x="952500" y="238125"/>
                </a:lnTo>
                <a:lnTo>
                  <a:pt x="914400" y="238125"/>
                </a:lnTo>
                <a:lnTo>
                  <a:pt x="914400" y="219075"/>
                </a:lnTo>
                <a:lnTo>
                  <a:pt x="923925" y="219075"/>
                </a:lnTo>
                <a:close/>
                <a:moveTo>
                  <a:pt x="1085850" y="238125"/>
                </a:moveTo>
                <a:lnTo>
                  <a:pt x="1095375" y="238125"/>
                </a:lnTo>
                <a:lnTo>
                  <a:pt x="1095375" y="247650"/>
                </a:lnTo>
                <a:lnTo>
                  <a:pt x="1085850" y="247650"/>
                </a:lnTo>
                <a:close/>
                <a:moveTo>
                  <a:pt x="923925" y="247650"/>
                </a:moveTo>
                <a:lnTo>
                  <a:pt x="933450" y="247650"/>
                </a:lnTo>
                <a:lnTo>
                  <a:pt x="933450" y="257175"/>
                </a:lnTo>
                <a:lnTo>
                  <a:pt x="923925" y="257175"/>
                </a:lnTo>
                <a:close/>
                <a:moveTo>
                  <a:pt x="171450" y="304800"/>
                </a:moveTo>
                <a:lnTo>
                  <a:pt x="180975" y="304800"/>
                </a:lnTo>
                <a:lnTo>
                  <a:pt x="180975" y="314325"/>
                </a:lnTo>
                <a:lnTo>
                  <a:pt x="171450" y="314325"/>
                </a:lnTo>
                <a:close/>
                <a:moveTo>
                  <a:pt x="171450" y="342900"/>
                </a:moveTo>
                <a:lnTo>
                  <a:pt x="180975" y="342900"/>
                </a:lnTo>
                <a:lnTo>
                  <a:pt x="180975" y="352425"/>
                </a:lnTo>
                <a:lnTo>
                  <a:pt x="200025" y="352425"/>
                </a:lnTo>
                <a:lnTo>
                  <a:pt x="200025" y="371475"/>
                </a:lnTo>
                <a:lnTo>
                  <a:pt x="171450" y="371475"/>
                </a:lnTo>
                <a:close/>
                <a:moveTo>
                  <a:pt x="1200150" y="361950"/>
                </a:moveTo>
                <a:lnTo>
                  <a:pt x="1209675" y="361950"/>
                </a:lnTo>
                <a:lnTo>
                  <a:pt x="1209675" y="371475"/>
                </a:lnTo>
                <a:lnTo>
                  <a:pt x="1200150" y="371475"/>
                </a:lnTo>
                <a:close/>
                <a:moveTo>
                  <a:pt x="180975" y="381000"/>
                </a:moveTo>
                <a:lnTo>
                  <a:pt x="190500" y="381000"/>
                </a:lnTo>
                <a:lnTo>
                  <a:pt x="190500" y="400050"/>
                </a:lnTo>
                <a:lnTo>
                  <a:pt x="171450" y="400050"/>
                </a:lnTo>
                <a:lnTo>
                  <a:pt x="171450" y="390525"/>
                </a:lnTo>
                <a:lnTo>
                  <a:pt x="180975" y="390525"/>
                </a:lnTo>
                <a:close/>
                <a:moveTo>
                  <a:pt x="457200" y="381000"/>
                </a:moveTo>
                <a:lnTo>
                  <a:pt x="466725" y="381000"/>
                </a:lnTo>
                <a:lnTo>
                  <a:pt x="466725" y="390525"/>
                </a:lnTo>
                <a:lnTo>
                  <a:pt x="457200" y="390525"/>
                </a:lnTo>
                <a:close/>
                <a:moveTo>
                  <a:pt x="495300" y="381000"/>
                </a:moveTo>
                <a:lnTo>
                  <a:pt x="504825" y="381000"/>
                </a:lnTo>
                <a:lnTo>
                  <a:pt x="504825" y="409575"/>
                </a:lnTo>
                <a:lnTo>
                  <a:pt x="485775" y="409575"/>
                </a:lnTo>
                <a:lnTo>
                  <a:pt x="485775" y="400050"/>
                </a:lnTo>
                <a:lnTo>
                  <a:pt x="466725" y="400050"/>
                </a:lnTo>
                <a:lnTo>
                  <a:pt x="466725" y="390525"/>
                </a:lnTo>
                <a:lnTo>
                  <a:pt x="495300" y="390525"/>
                </a:lnTo>
                <a:close/>
                <a:moveTo>
                  <a:pt x="1190625" y="381000"/>
                </a:moveTo>
                <a:lnTo>
                  <a:pt x="1209675" y="381000"/>
                </a:lnTo>
                <a:lnTo>
                  <a:pt x="1209675" y="409575"/>
                </a:lnTo>
                <a:lnTo>
                  <a:pt x="1181100" y="409575"/>
                </a:lnTo>
                <a:lnTo>
                  <a:pt x="1181100" y="390525"/>
                </a:lnTo>
                <a:lnTo>
                  <a:pt x="1190625" y="390525"/>
                </a:lnTo>
                <a:close/>
                <a:moveTo>
                  <a:pt x="409575" y="390525"/>
                </a:moveTo>
                <a:lnTo>
                  <a:pt x="419100" y="390525"/>
                </a:lnTo>
                <a:lnTo>
                  <a:pt x="419100" y="400050"/>
                </a:lnTo>
                <a:lnTo>
                  <a:pt x="428625" y="400050"/>
                </a:lnTo>
                <a:lnTo>
                  <a:pt x="428625" y="409575"/>
                </a:lnTo>
                <a:lnTo>
                  <a:pt x="409575" y="409575"/>
                </a:lnTo>
                <a:close/>
                <a:moveTo>
                  <a:pt x="514350" y="390525"/>
                </a:moveTo>
                <a:lnTo>
                  <a:pt x="542925" y="390525"/>
                </a:lnTo>
                <a:lnTo>
                  <a:pt x="542925" y="409575"/>
                </a:lnTo>
                <a:lnTo>
                  <a:pt x="561975" y="409575"/>
                </a:lnTo>
                <a:lnTo>
                  <a:pt x="561975" y="419100"/>
                </a:lnTo>
                <a:lnTo>
                  <a:pt x="523875" y="419100"/>
                </a:lnTo>
                <a:lnTo>
                  <a:pt x="523875" y="409575"/>
                </a:lnTo>
                <a:lnTo>
                  <a:pt x="514350" y="409575"/>
                </a:lnTo>
                <a:close/>
                <a:moveTo>
                  <a:pt x="628650" y="400050"/>
                </a:moveTo>
                <a:lnTo>
                  <a:pt x="638175" y="400050"/>
                </a:lnTo>
                <a:lnTo>
                  <a:pt x="638175" y="419100"/>
                </a:lnTo>
                <a:lnTo>
                  <a:pt x="628650" y="419100"/>
                </a:lnTo>
                <a:close/>
                <a:moveTo>
                  <a:pt x="666750" y="400050"/>
                </a:moveTo>
                <a:lnTo>
                  <a:pt x="676275" y="400050"/>
                </a:lnTo>
                <a:lnTo>
                  <a:pt x="676275" y="409575"/>
                </a:lnTo>
                <a:lnTo>
                  <a:pt x="695325" y="409575"/>
                </a:lnTo>
                <a:lnTo>
                  <a:pt x="695325" y="428625"/>
                </a:lnTo>
                <a:lnTo>
                  <a:pt x="704850" y="428625"/>
                </a:lnTo>
                <a:lnTo>
                  <a:pt x="704850" y="438150"/>
                </a:lnTo>
                <a:lnTo>
                  <a:pt x="714375" y="438150"/>
                </a:lnTo>
                <a:lnTo>
                  <a:pt x="714375" y="428625"/>
                </a:lnTo>
                <a:lnTo>
                  <a:pt x="723900" y="428625"/>
                </a:lnTo>
                <a:lnTo>
                  <a:pt x="723900" y="419100"/>
                </a:lnTo>
                <a:lnTo>
                  <a:pt x="742950" y="419100"/>
                </a:lnTo>
                <a:lnTo>
                  <a:pt x="742950" y="409575"/>
                </a:lnTo>
                <a:lnTo>
                  <a:pt x="752475" y="409575"/>
                </a:lnTo>
                <a:lnTo>
                  <a:pt x="752475" y="438150"/>
                </a:lnTo>
                <a:lnTo>
                  <a:pt x="771525" y="438150"/>
                </a:lnTo>
                <a:lnTo>
                  <a:pt x="771525" y="428625"/>
                </a:lnTo>
                <a:lnTo>
                  <a:pt x="781050" y="428625"/>
                </a:lnTo>
                <a:lnTo>
                  <a:pt x="781050" y="409575"/>
                </a:lnTo>
                <a:lnTo>
                  <a:pt x="809625" y="409575"/>
                </a:lnTo>
                <a:lnTo>
                  <a:pt x="809625" y="428625"/>
                </a:lnTo>
                <a:lnTo>
                  <a:pt x="828675" y="428625"/>
                </a:lnTo>
                <a:lnTo>
                  <a:pt x="828675" y="438150"/>
                </a:lnTo>
                <a:lnTo>
                  <a:pt x="819150" y="438150"/>
                </a:lnTo>
                <a:lnTo>
                  <a:pt x="819150" y="447675"/>
                </a:lnTo>
                <a:lnTo>
                  <a:pt x="790575" y="447675"/>
                </a:lnTo>
                <a:lnTo>
                  <a:pt x="790575" y="457200"/>
                </a:lnTo>
                <a:lnTo>
                  <a:pt x="781050" y="457200"/>
                </a:lnTo>
                <a:lnTo>
                  <a:pt x="781050" y="466725"/>
                </a:lnTo>
                <a:lnTo>
                  <a:pt x="762000" y="466725"/>
                </a:lnTo>
                <a:lnTo>
                  <a:pt x="762000" y="457200"/>
                </a:lnTo>
                <a:lnTo>
                  <a:pt x="704850" y="457200"/>
                </a:lnTo>
                <a:lnTo>
                  <a:pt x="704850" y="447675"/>
                </a:lnTo>
                <a:lnTo>
                  <a:pt x="695325" y="447675"/>
                </a:lnTo>
                <a:lnTo>
                  <a:pt x="695325" y="438150"/>
                </a:lnTo>
                <a:lnTo>
                  <a:pt x="685800" y="438150"/>
                </a:lnTo>
                <a:lnTo>
                  <a:pt x="685800" y="419100"/>
                </a:lnTo>
                <a:lnTo>
                  <a:pt x="666750" y="419100"/>
                </a:lnTo>
                <a:close/>
                <a:moveTo>
                  <a:pt x="342900" y="409575"/>
                </a:moveTo>
                <a:lnTo>
                  <a:pt x="400050" y="409575"/>
                </a:lnTo>
                <a:lnTo>
                  <a:pt x="400050" y="419100"/>
                </a:lnTo>
                <a:lnTo>
                  <a:pt x="390525" y="419100"/>
                </a:lnTo>
                <a:lnTo>
                  <a:pt x="390525" y="428625"/>
                </a:lnTo>
                <a:lnTo>
                  <a:pt x="381000" y="428625"/>
                </a:lnTo>
                <a:lnTo>
                  <a:pt x="381000" y="419100"/>
                </a:lnTo>
                <a:lnTo>
                  <a:pt x="342900" y="419100"/>
                </a:lnTo>
                <a:close/>
                <a:moveTo>
                  <a:pt x="819150" y="409575"/>
                </a:moveTo>
                <a:lnTo>
                  <a:pt x="828675" y="409575"/>
                </a:lnTo>
                <a:lnTo>
                  <a:pt x="828675" y="419100"/>
                </a:lnTo>
                <a:lnTo>
                  <a:pt x="819150" y="419100"/>
                </a:lnTo>
                <a:close/>
                <a:moveTo>
                  <a:pt x="209550" y="419100"/>
                </a:moveTo>
                <a:lnTo>
                  <a:pt x="228600" y="419100"/>
                </a:lnTo>
                <a:lnTo>
                  <a:pt x="228600" y="428625"/>
                </a:lnTo>
                <a:lnTo>
                  <a:pt x="209550" y="428625"/>
                </a:lnTo>
                <a:close/>
                <a:moveTo>
                  <a:pt x="276225" y="419100"/>
                </a:moveTo>
                <a:lnTo>
                  <a:pt x="333375" y="419100"/>
                </a:lnTo>
                <a:lnTo>
                  <a:pt x="333375" y="447675"/>
                </a:lnTo>
                <a:lnTo>
                  <a:pt x="266700" y="447675"/>
                </a:lnTo>
                <a:lnTo>
                  <a:pt x="266700" y="438150"/>
                </a:lnTo>
                <a:lnTo>
                  <a:pt x="276225" y="438150"/>
                </a:lnTo>
                <a:close/>
                <a:moveTo>
                  <a:pt x="76200" y="438150"/>
                </a:moveTo>
                <a:lnTo>
                  <a:pt x="85725" y="438150"/>
                </a:lnTo>
                <a:lnTo>
                  <a:pt x="85725" y="447675"/>
                </a:lnTo>
                <a:lnTo>
                  <a:pt x="104775" y="447675"/>
                </a:lnTo>
                <a:lnTo>
                  <a:pt x="104775" y="457200"/>
                </a:lnTo>
                <a:lnTo>
                  <a:pt x="85725" y="457200"/>
                </a:lnTo>
                <a:lnTo>
                  <a:pt x="85725" y="466725"/>
                </a:lnTo>
                <a:lnTo>
                  <a:pt x="76200" y="466725"/>
                </a:lnTo>
                <a:close/>
                <a:moveTo>
                  <a:pt x="923925" y="466725"/>
                </a:moveTo>
                <a:lnTo>
                  <a:pt x="933450" y="466725"/>
                </a:lnTo>
                <a:lnTo>
                  <a:pt x="933450" y="476250"/>
                </a:lnTo>
                <a:lnTo>
                  <a:pt x="923925" y="476250"/>
                </a:lnTo>
                <a:close/>
                <a:moveTo>
                  <a:pt x="942975" y="466725"/>
                </a:moveTo>
                <a:lnTo>
                  <a:pt x="952500" y="466725"/>
                </a:lnTo>
                <a:lnTo>
                  <a:pt x="952500" y="476250"/>
                </a:lnTo>
                <a:lnTo>
                  <a:pt x="942975" y="476250"/>
                </a:lnTo>
                <a:close/>
                <a:moveTo>
                  <a:pt x="619125" y="476250"/>
                </a:moveTo>
                <a:lnTo>
                  <a:pt x="628650" y="476250"/>
                </a:lnTo>
                <a:lnTo>
                  <a:pt x="628650" y="485775"/>
                </a:lnTo>
                <a:lnTo>
                  <a:pt x="638175" y="485775"/>
                </a:lnTo>
                <a:lnTo>
                  <a:pt x="638175" y="514350"/>
                </a:lnTo>
                <a:lnTo>
                  <a:pt x="628650" y="514350"/>
                </a:lnTo>
                <a:lnTo>
                  <a:pt x="628650" y="495300"/>
                </a:lnTo>
                <a:lnTo>
                  <a:pt x="619125" y="495300"/>
                </a:lnTo>
                <a:close/>
                <a:moveTo>
                  <a:pt x="914400" y="476250"/>
                </a:moveTo>
                <a:lnTo>
                  <a:pt x="923925" y="476250"/>
                </a:lnTo>
                <a:lnTo>
                  <a:pt x="923925" y="485775"/>
                </a:lnTo>
                <a:lnTo>
                  <a:pt x="914400" y="485775"/>
                </a:lnTo>
                <a:close/>
                <a:moveTo>
                  <a:pt x="381000" y="504825"/>
                </a:moveTo>
                <a:lnTo>
                  <a:pt x="390525" y="504825"/>
                </a:lnTo>
                <a:lnTo>
                  <a:pt x="390525" y="514350"/>
                </a:lnTo>
                <a:lnTo>
                  <a:pt x="381000" y="514350"/>
                </a:lnTo>
                <a:close/>
                <a:moveTo>
                  <a:pt x="1190625" y="504825"/>
                </a:moveTo>
                <a:lnTo>
                  <a:pt x="1209675" y="504825"/>
                </a:lnTo>
                <a:lnTo>
                  <a:pt x="1209675" y="523875"/>
                </a:lnTo>
                <a:lnTo>
                  <a:pt x="1190625" y="523875"/>
                </a:lnTo>
                <a:close/>
                <a:moveTo>
                  <a:pt x="400050" y="514350"/>
                </a:moveTo>
                <a:lnTo>
                  <a:pt x="409575" y="514350"/>
                </a:lnTo>
                <a:lnTo>
                  <a:pt x="409575" y="523875"/>
                </a:lnTo>
                <a:lnTo>
                  <a:pt x="400050" y="523875"/>
                </a:lnTo>
                <a:close/>
                <a:moveTo>
                  <a:pt x="638175" y="514350"/>
                </a:moveTo>
                <a:lnTo>
                  <a:pt x="657225" y="514350"/>
                </a:lnTo>
                <a:lnTo>
                  <a:pt x="657225" y="523875"/>
                </a:lnTo>
                <a:lnTo>
                  <a:pt x="638175" y="523875"/>
                </a:lnTo>
                <a:close/>
                <a:moveTo>
                  <a:pt x="1200150" y="552450"/>
                </a:moveTo>
                <a:lnTo>
                  <a:pt x="1209675" y="552450"/>
                </a:lnTo>
                <a:lnTo>
                  <a:pt x="1209675" y="561975"/>
                </a:lnTo>
                <a:lnTo>
                  <a:pt x="1200150" y="561975"/>
                </a:lnTo>
                <a:close/>
                <a:moveTo>
                  <a:pt x="1190625" y="561975"/>
                </a:moveTo>
                <a:lnTo>
                  <a:pt x="1200150" y="561975"/>
                </a:lnTo>
                <a:lnTo>
                  <a:pt x="1200150" y="571500"/>
                </a:lnTo>
                <a:lnTo>
                  <a:pt x="1190625" y="571500"/>
                </a:lnTo>
                <a:close/>
                <a:moveTo>
                  <a:pt x="85725" y="581025"/>
                </a:moveTo>
                <a:lnTo>
                  <a:pt x="95250" y="581025"/>
                </a:lnTo>
                <a:lnTo>
                  <a:pt x="95250" y="600075"/>
                </a:lnTo>
                <a:lnTo>
                  <a:pt x="85725" y="600075"/>
                </a:lnTo>
                <a:close/>
                <a:moveTo>
                  <a:pt x="428625" y="581025"/>
                </a:moveTo>
                <a:lnTo>
                  <a:pt x="438150" y="581025"/>
                </a:lnTo>
                <a:lnTo>
                  <a:pt x="438150" y="590550"/>
                </a:lnTo>
                <a:lnTo>
                  <a:pt x="428625" y="590550"/>
                </a:lnTo>
                <a:close/>
                <a:moveTo>
                  <a:pt x="457200" y="581025"/>
                </a:moveTo>
                <a:lnTo>
                  <a:pt x="523875" y="581025"/>
                </a:lnTo>
                <a:lnTo>
                  <a:pt x="523875" y="590550"/>
                </a:lnTo>
                <a:lnTo>
                  <a:pt x="457200" y="590550"/>
                </a:lnTo>
                <a:close/>
                <a:moveTo>
                  <a:pt x="428625" y="600075"/>
                </a:moveTo>
                <a:lnTo>
                  <a:pt x="447675" y="600075"/>
                </a:lnTo>
                <a:lnTo>
                  <a:pt x="447675" y="609600"/>
                </a:lnTo>
                <a:lnTo>
                  <a:pt x="428625" y="609600"/>
                </a:lnTo>
                <a:close/>
                <a:moveTo>
                  <a:pt x="457200" y="600075"/>
                </a:moveTo>
                <a:lnTo>
                  <a:pt x="523875" y="600075"/>
                </a:lnTo>
                <a:lnTo>
                  <a:pt x="523875" y="609600"/>
                </a:lnTo>
                <a:lnTo>
                  <a:pt x="457200" y="609600"/>
                </a:lnTo>
                <a:close/>
                <a:moveTo>
                  <a:pt x="1162050" y="609600"/>
                </a:moveTo>
                <a:lnTo>
                  <a:pt x="1171575" y="609600"/>
                </a:lnTo>
                <a:lnTo>
                  <a:pt x="1171575" y="628650"/>
                </a:lnTo>
                <a:lnTo>
                  <a:pt x="1152525" y="628650"/>
                </a:lnTo>
                <a:lnTo>
                  <a:pt x="1152525" y="619125"/>
                </a:lnTo>
                <a:lnTo>
                  <a:pt x="1162050" y="619125"/>
                </a:lnTo>
                <a:close/>
                <a:moveTo>
                  <a:pt x="400050" y="628650"/>
                </a:moveTo>
                <a:lnTo>
                  <a:pt x="409575" y="628650"/>
                </a:lnTo>
                <a:lnTo>
                  <a:pt x="409575" y="638175"/>
                </a:lnTo>
                <a:lnTo>
                  <a:pt x="419100" y="638175"/>
                </a:lnTo>
                <a:lnTo>
                  <a:pt x="419100" y="647700"/>
                </a:lnTo>
                <a:lnTo>
                  <a:pt x="400050" y="647700"/>
                </a:lnTo>
                <a:close/>
                <a:moveTo>
                  <a:pt x="428625" y="628650"/>
                </a:moveTo>
                <a:lnTo>
                  <a:pt x="438150" y="628650"/>
                </a:lnTo>
                <a:lnTo>
                  <a:pt x="438150" y="638175"/>
                </a:lnTo>
                <a:lnTo>
                  <a:pt x="428625" y="638175"/>
                </a:lnTo>
                <a:close/>
                <a:moveTo>
                  <a:pt x="238125" y="638175"/>
                </a:moveTo>
                <a:lnTo>
                  <a:pt x="257175" y="638175"/>
                </a:lnTo>
                <a:lnTo>
                  <a:pt x="257175" y="657225"/>
                </a:lnTo>
                <a:lnTo>
                  <a:pt x="266700" y="657225"/>
                </a:lnTo>
                <a:lnTo>
                  <a:pt x="266700" y="666750"/>
                </a:lnTo>
                <a:lnTo>
                  <a:pt x="238125" y="666750"/>
                </a:lnTo>
                <a:close/>
                <a:moveTo>
                  <a:pt x="19050" y="647700"/>
                </a:moveTo>
                <a:lnTo>
                  <a:pt x="28575" y="647700"/>
                </a:lnTo>
                <a:lnTo>
                  <a:pt x="28575" y="657225"/>
                </a:lnTo>
                <a:lnTo>
                  <a:pt x="19050" y="657225"/>
                </a:lnTo>
                <a:close/>
                <a:moveTo>
                  <a:pt x="190500" y="647700"/>
                </a:moveTo>
                <a:lnTo>
                  <a:pt x="200025" y="647700"/>
                </a:lnTo>
                <a:lnTo>
                  <a:pt x="200025" y="657225"/>
                </a:lnTo>
                <a:lnTo>
                  <a:pt x="219075" y="657225"/>
                </a:lnTo>
                <a:lnTo>
                  <a:pt x="219075" y="685800"/>
                </a:lnTo>
                <a:lnTo>
                  <a:pt x="209550" y="685800"/>
                </a:lnTo>
                <a:lnTo>
                  <a:pt x="209550" y="676275"/>
                </a:lnTo>
                <a:lnTo>
                  <a:pt x="180975" y="676275"/>
                </a:lnTo>
                <a:lnTo>
                  <a:pt x="180975" y="666750"/>
                </a:lnTo>
                <a:lnTo>
                  <a:pt x="171450" y="666750"/>
                </a:lnTo>
                <a:lnTo>
                  <a:pt x="171450" y="657225"/>
                </a:lnTo>
                <a:lnTo>
                  <a:pt x="190500" y="657225"/>
                </a:lnTo>
                <a:close/>
                <a:moveTo>
                  <a:pt x="923925" y="647700"/>
                </a:moveTo>
                <a:lnTo>
                  <a:pt x="933450" y="647700"/>
                </a:lnTo>
                <a:lnTo>
                  <a:pt x="933450" y="657225"/>
                </a:lnTo>
                <a:lnTo>
                  <a:pt x="923925" y="657225"/>
                </a:lnTo>
                <a:close/>
                <a:moveTo>
                  <a:pt x="1114425" y="657225"/>
                </a:moveTo>
                <a:lnTo>
                  <a:pt x="1123950" y="657225"/>
                </a:lnTo>
                <a:lnTo>
                  <a:pt x="1123950" y="666750"/>
                </a:lnTo>
                <a:lnTo>
                  <a:pt x="1114425" y="666750"/>
                </a:lnTo>
                <a:close/>
                <a:moveTo>
                  <a:pt x="66675" y="666750"/>
                </a:moveTo>
                <a:lnTo>
                  <a:pt x="76200" y="666750"/>
                </a:lnTo>
                <a:lnTo>
                  <a:pt x="76200" y="676275"/>
                </a:lnTo>
                <a:lnTo>
                  <a:pt x="66675" y="676275"/>
                </a:lnTo>
                <a:close/>
                <a:moveTo>
                  <a:pt x="323850" y="666750"/>
                </a:moveTo>
                <a:lnTo>
                  <a:pt x="352425" y="666750"/>
                </a:lnTo>
                <a:lnTo>
                  <a:pt x="352425" y="676275"/>
                </a:lnTo>
                <a:lnTo>
                  <a:pt x="323850" y="676275"/>
                </a:lnTo>
                <a:close/>
                <a:moveTo>
                  <a:pt x="1114425" y="704850"/>
                </a:moveTo>
                <a:lnTo>
                  <a:pt x="1123950" y="704850"/>
                </a:lnTo>
                <a:lnTo>
                  <a:pt x="1123950" y="714375"/>
                </a:lnTo>
                <a:lnTo>
                  <a:pt x="1114425" y="714375"/>
                </a:lnTo>
                <a:close/>
                <a:moveTo>
                  <a:pt x="1181100" y="714375"/>
                </a:moveTo>
                <a:lnTo>
                  <a:pt x="1190625" y="714375"/>
                </a:lnTo>
                <a:lnTo>
                  <a:pt x="1190625" y="723900"/>
                </a:lnTo>
                <a:lnTo>
                  <a:pt x="1181100" y="723900"/>
                </a:lnTo>
                <a:close/>
                <a:moveTo>
                  <a:pt x="190500" y="723900"/>
                </a:moveTo>
                <a:lnTo>
                  <a:pt x="200025" y="723900"/>
                </a:lnTo>
                <a:lnTo>
                  <a:pt x="200025" y="733425"/>
                </a:lnTo>
                <a:lnTo>
                  <a:pt x="190500" y="733425"/>
                </a:lnTo>
                <a:close/>
                <a:moveTo>
                  <a:pt x="247650" y="723900"/>
                </a:moveTo>
                <a:lnTo>
                  <a:pt x="266700" y="723900"/>
                </a:lnTo>
                <a:lnTo>
                  <a:pt x="266700" y="733425"/>
                </a:lnTo>
                <a:lnTo>
                  <a:pt x="247650" y="733425"/>
                </a:lnTo>
                <a:close/>
                <a:moveTo>
                  <a:pt x="304800" y="723900"/>
                </a:moveTo>
                <a:lnTo>
                  <a:pt x="333375" y="723900"/>
                </a:lnTo>
                <a:lnTo>
                  <a:pt x="333375" y="742950"/>
                </a:lnTo>
                <a:lnTo>
                  <a:pt x="361950" y="742950"/>
                </a:lnTo>
                <a:lnTo>
                  <a:pt x="361950" y="723900"/>
                </a:lnTo>
                <a:lnTo>
                  <a:pt x="390525" y="723900"/>
                </a:lnTo>
                <a:lnTo>
                  <a:pt x="390525" y="733425"/>
                </a:lnTo>
                <a:lnTo>
                  <a:pt x="381000" y="733425"/>
                </a:lnTo>
                <a:lnTo>
                  <a:pt x="381000" y="742950"/>
                </a:lnTo>
                <a:lnTo>
                  <a:pt x="390525" y="742950"/>
                </a:lnTo>
                <a:lnTo>
                  <a:pt x="390525" y="762000"/>
                </a:lnTo>
                <a:lnTo>
                  <a:pt x="361950" y="762000"/>
                </a:lnTo>
                <a:lnTo>
                  <a:pt x="361950" y="752475"/>
                </a:lnTo>
                <a:lnTo>
                  <a:pt x="352425" y="752475"/>
                </a:lnTo>
                <a:lnTo>
                  <a:pt x="352425" y="771525"/>
                </a:lnTo>
                <a:lnTo>
                  <a:pt x="361950" y="771525"/>
                </a:lnTo>
                <a:lnTo>
                  <a:pt x="361950" y="781050"/>
                </a:lnTo>
                <a:lnTo>
                  <a:pt x="342900" y="781050"/>
                </a:lnTo>
                <a:lnTo>
                  <a:pt x="342900" y="790575"/>
                </a:lnTo>
                <a:lnTo>
                  <a:pt x="333375" y="790575"/>
                </a:lnTo>
                <a:lnTo>
                  <a:pt x="333375" y="781050"/>
                </a:lnTo>
                <a:lnTo>
                  <a:pt x="314325" y="781050"/>
                </a:lnTo>
                <a:lnTo>
                  <a:pt x="314325" y="790575"/>
                </a:lnTo>
                <a:lnTo>
                  <a:pt x="333375" y="790575"/>
                </a:lnTo>
                <a:lnTo>
                  <a:pt x="333375" y="800100"/>
                </a:lnTo>
                <a:lnTo>
                  <a:pt x="323850" y="800100"/>
                </a:lnTo>
                <a:lnTo>
                  <a:pt x="323850" y="809625"/>
                </a:lnTo>
                <a:lnTo>
                  <a:pt x="285750" y="809625"/>
                </a:lnTo>
                <a:lnTo>
                  <a:pt x="285750" y="771525"/>
                </a:lnTo>
                <a:lnTo>
                  <a:pt x="295275" y="771525"/>
                </a:lnTo>
                <a:lnTo>
                  <a:pt x="295275" y="752475"/>
                </a:lnTo>
                <a:lnTo>
                  <a:pt x="304800" y="752475"/>
                </a:lnTo>
                <a:lnTo>
                  <a:pt x="304800" y="742950"/>
                </a:lnTo>
                <a:lnTo>
                  <a:pt x="323850" y="742950"/>
                </a:lnTo>
                <a:lnTo>
                  <a:pt x="323850" y="733425"/>
                </a:lnTo>
                <a:lnTo>
                  <a:pt x="304800" y="733425"/>
                </a:lnTo>
                <a:close/>
                <a:moveTo>
                  <a:pt x="533400" y="723900"/>
                </a:moveTo>
                <a:lnTo>
                  <a:pt x="600075" y="723900"/>
                </a:lnTo>
                <a:lnTo>
                  <a:pt x="600075" y="733425"/>
                </a:lnTo>
                <a:lnTo>
                  <a:pt x="590550" y="733425"/>
                </a:lnTo>
                <a:lnTo>
                  <a:pt x="590550" y="742950"/>
                </a:lnTo>
                <a:lnTo>
                  <a:pt x="628650" y="742950"/>
                </a:lnTo>
                <a:lnTo>
                  <a:pt x="628650" y="762000"/>
                </a:lnTo>
                <a:lnTo>
                  <a:pt x="657225" y="762000"/>
                </a:lnTo>
                <a:lnTo>
                  <a:pt x="657225" y="742950"/>
                </a:lnTo>
                <a:lnTo>
                  <a:pt x="695325" y="742950"/>
                </a:lnTo>
                <a:lnTo>
                  <a:pt x="695325" y="752475"/>
                </a:lnTo>
                <a:lnTo>
                  <a:pt x="714375" y="752475"/>
                </a:lnTo>
                <a:lnTo>
                  <a:pt x="714375" y="762000"/>
                </a:lnTo>
                <a:lnTo>
                  <a:pt x="723900" y="762000"/>
                </a:lnTo>
                <a:lnTo>
                  <a:pt x="723900" y="771525"/>
                </a:lnTo>
                <a:lnTo>
                  <a:pt x="733425" y="771525"/>
                </a:lnTo>
                <a:lnTo>
                  <a:pt x="733425" y="762000"/>
                </a:lnTo>
                <a:lnTo>
                  <a:pt x="742950" y="762000"/>
                </a:lnTo>
                <a:lnTo>
                  <a:pt x="742950" y="733425"/>
                </a:lnTo>
                <a:lnTo>
                  <a:pt x="790575" y="733425"/>
                </a:lnTo>
                <a:lnTo>
                  <a:pt x="790575" y="723900"/>
                </a:lnTo>
                <a:lnTo>
                  <a:pt x="838200" y="723900"/>
                </a:lnTo>
                <a:lnTo>
                  <a:pt x="838200" y="733425"/>
                </a:lnTo>
                <a:lnTo>
                  <a:pt x="800100" y="733425"/>
                </a:lnTo>
                <a:lnTo>
                  <a:pt x="800100" y="742950"/>
                </a:lnTo>
                <a:lnTo>
                  <a:pt x="819150" y="742950"/>
                </a:lnTo>
                <a:lnTo>
                  <a:pt x="819150" y="752475"/>
                </a:lnTo>
                <a:lnTo>
                  <a:pt x="828675" y="752475"/>
                </a:lnTo>
                <a:lnTo>
                  <a:pt x="828675" y="762000"/>
                </a:lnTo>
                <a:lnTo>
                  <a:pt x="838200" y="762000"/>
                </a:lnTo>
                <a:lnTo>
                  <a:pt x="838200" y="771525"/>
                </a:lnTo>
                <a:lnTo>
                  <a:pt x="847725" y="771525"/>
                </a:lnTo>
                <a:lnTo>
                  <a:pt x="847725" y="781050"/>
                </a:lnTo>
                <a:lnTo>
                  <a:pt x="876300" y="781050"/>
                </a:lnTo>
                <a:lnTo>
                  <a:pt x="876300" y="771525"/>
                </a:lnTo>
                <a:lnTo>
                  <a:pt x="885825" y="771525"/>
                </a:lnTo>
                <a:lnTo>
                  <a:pt x="885825" y="781050"/>
                </a:lnTo>
                <a:lnTo>
                  <a:pt x="876300" y="781050"/>
                </a:lnTo>
                <a:lnTo>
                  <a:pt x="876300" y="800100"/>
                </a:lnTo>
                <a:lnTo>
                  <a:pt x="866775" y="800100"/>
                </a:lnTo>
                <a:lnTo>
                  <a:pt x="866775" y="809625"/>
                </a:lnTo>
                <a:lnTo>
                  <a:pt x="819150" y="809625"/>
                </a:lnTo>
                <a:lnTo>
                  <a:pt x="819150" y="800100"/>
                </a:lnTo>
                <a:lnTo>
                  <a:pt x="809625" y="800100"/>
                </a:lnTo>
                <a:lnTo>
                  <a:pt x="809625" y="790575"/>
                </a:lnTo>
                <a:lnTo>
                  <a:pt x="800100" y="790575"/>
                </a:lnTo>
                <a:lnTo>
                  <a:pt x="800100" y="800100"/>
                </a:lnTo>
                <a:lnTo>
                  <a:pt x="790575" y="800100"/>
                </a:lnTo>
                <a:lnTo>
                  <a:pt x="790575" y="809625"/>
                </a:lnTo>
                <a:lnTo>
                  <a:pt x="733425" y="809625"/>
                </a:lnTo>
                <a:lnTo>
                  <a:pt x="733425" y="800100"/>
                </a:lnTo>
                <a:lnTo>
                  <a:pt x="723900" y="800100"/>
                </a:lnTo>
                <a:lnTo>
                  <a:pt x="723900" y="790575"/>
                </a:lnTo>
                <a:lnTo>
                  <a:pt x="704850" y="790575"/>
                </a:lnTo>
                <a:lnTo>
                  <a:pt x="704850" y="809625"/>
                </a:lnTo>
                <a:lnTo>
                  <a:pt x="647700" y="809625"/>
                </a:lnTo>
                <a:lnTo>
                  <a:pt x="647700" y="790575"/>
                </a:lnTo>
                <a:lnTo>
                  <a:pt x="638175" y="790575"/>
                </a:lnTo>
                <a:lnTo>
                  <a:pt x="638175" y="781050"/>
                </a:lnTo>
                <a:lnTo>
                  <a:pt x="628650" y="781050"/>
                </a:lnTo>
                <a:lnTo>
                  <a:pt x="628650" y="790575"/>
                </a:lnTo>
                <a:lnTo>
                  <a:pt x="619125" y="790575"/>
                </a:lnTo>
                <a:lnTo>
                  <a:pt x="619125" y="809625"/>
                </a:lnTo>
                <a:lnTo>
                  <a:pt x="542925" y="809625"/>
                </a:lnTo>
                <a:lnTo>
                  <a:pt x="542925" y="790575"/>
                </a:lnTo>
                <a:lnTo>
                  <a:pt x="533400" y="790575"/>
                </a:lnTo>
                <a:lnTo>
                  <a:pt x="533400" y="809625"/>
                </a:lnTo>
                <a:lnTo>
                  <a:pt x="476250" y="809625"/>
                </a:lnTo>
                <a:lnTo>
                  <a:pt x="476250" y="800100"/>
                </a:lnTo>
                <a:lnTo>
                  <a:pt x="485775" y="800100"/>
                </a:lnTo>
                <a:lnTo>
                  <a:pt x="485775" y="790575"/>
                </a:lnTo>
                <a:lnTo>
                  <a:pt x="504825" y="790575"/>
                </a:lnTo>
                <a:lnTo>
                  <a:pt x="504825" y="771525"/>
                </a:lnTo>
                <a:lnTo>
                  <a:pt x="495300" y="771525"/>
                </a:lnTo>
                <a:lnTo>
                  <a:pt x="495300" y="781050"/>
                </a:lnTo>
                <a:lnTo>
                  <a:pt x="485775" y="781050"/>
                </a:lnTo>
                <a:lnTo>
                  <a:pt x="485775" y="762000"/>
                </a:lnTo>
                <a:lnTo>
                  <a:pt x="457200" y="762000"/>
                </a:lnTo>
                <a:lnTo>
                  <a:pt x="457200" y="742950"/>
                </a:lnTo>
                <a:lnTo>
                  <a:pt x="476250" y="742950"/>
                </a:lnTo>
                <a:lnTo>
                  <a:pt x="476250" y="733425"/>
                </a:lnTo>
                <a:lnTo>
                  <a:pt x="504825" y="733425"/>
                </a:lnTo>
                <a:lnTo>
                  <a:pt x="504825" y="742950"/>
                </a:lnTo>
                <a:lnTo>
                  <a:pt x="533400" y="742950"/>
                </a:lnTo>
                <a:close/>
                <a:moveTo>
                  <a:pt x="847725" y="723900"/>
                </a:moveTo>
                <a:lnTo>
                  <a:pt x="857250" y="723900"/>
                </a:lnTo>
                <a:lnTo>
                  <a:pt x="857250" y="733425"/>
                </a:lnTo>
                <a:lnTo>
                  <a:pt x="847725" y="733425"/>
                </a:lnTo>
                <a:close/>
                <a:moveTo>
                  <a:pt x="885825" y="723900"/>
                </a:moveTo>
                <a:lnTo>
                  <a:pt x="904875" y="723900"/>
                </a:lnTo>
                <a:lnTo>
                  <a:pt x="904875" y="742950"/>
                </a:lnTo>
                <a:lnTo>
                  <a:pt x="895350" y="742950"/>
                </a:lnTo>
                <a:lnTo>
                  <a:pt x="895350" y="733425"/>
                </a:lnTo>
                <a:lnTo>
                  <a:pt x="885825" y="733425"/>
                </a:lnTo>
                <a:close/>
                <a:moveTo>
                  <a:pt x="57150" y="742950"/>
                </a:moveTo>
                <a:lnTo>
                  <a:pt x="66675" y="742950"/>
                </a:lnTo>
                <a:lnTo>
                  <a:pt x="66675" y="752475"/>
                </a:lnTo>
                <a:lnTo>
                  <a:pt x="57150" y="752475"/>
                </a:lnTo>
                <a:close/>
                <a:moveTo>
                  <a:pt x="104775" y="742950"/>
                </a:moveTo>
                <a:lnTo>
                  <a:pt x="114300" y="742950"/>
                </a:lnTo>
                <a:lnTo>
                  <a:pt x="114300" y="752475"/>
                </a:lnTo>
                <a:lnTo>
                  <a:pt x="123825" y="752475"/>
                </a:lnTo>
                <a:lnTo>
                  <a:pt x="123825" y="762000"/>
                </a:lnTo>
                <a:lnTo>
                  <a:pt x="104775" y="762000"/>
                </a:lnTo>
                <a:close/>
                <a:moveTo>
                  <a:pt x="171450" y="742950"/>
                </a:moveTo>
                <a:lnTo>
                  <a:pt x="180975" y="742950"/>
                </a:lnTo>
                <a:lnTo>
                  <a:pt x="180975" y="781050"/>
                </a:lnTo>
                <a:lnTo>
                  <a:pt x="190500" y="781050"/>
                </a:lnTo>
                <a:lnTo>
                  <a:pt x="190500" y="790575"/>
                </a:lnTo>
                <a:lnTo>
                  <a:pt x="200025" y="790575"/>
                </a:lnTo>
                <a:lnTo>
                  <a:pt x="200025" y="809625"/>
                </a:lnTo>
                <a:lnTo>
                  <a:pt x="171450" y="809625"/>
                </a:lnTo>
                <a:lnTo>
                  <a:pt x="171450" y="790575"/>
                </a:lnTo>
                <a:lnTo>
                  <a:pt x="133350" y="790575"/>
                </a:lnTo>
                <a:lnTo>
                  <a:pt x="133350" y="781050"/>
                </a:lnTo>
                <a:lnTo>
                  <a:pt x="142875" y="781050"/>
                </a:lnTo>
                <a:lnTo>
                  <a:pt x="142875" y="771525"/>
                </a:lnTo>
                <a:lnTo>
                  <a:pt x="133350" y="771525"/>
                </a:lnTo>
                <a:lnTo>
                  <a:pt x="133350" y="762000"/>
                </a:lnTo>
                <a:lnTo>
                  <a:pt x="152400" y="762000"/>
                </a:lnTo>
                <a:lnTo>
                  <a:pt x="152400" y="752475"/>
                </a:lnTo>
                <a:lnTo>
                  <a:pt x="171450" y="752475"/>
                </a:lnTo>
                <a:close/>
                <a:moveTo>
                  <a:pt x="228600" y="742950"/>
                </a:moveTo>
                <a:lnTo>
                  <a:pt x="266700" y="742950"/>
                </a:lnTo>
                <a:lnTo>
                  <a:pt x="266700" y="752475"/>
                </a:lnTo>
                <a:lnTo>
                  <a:pt x="257175" y="752475"/>
                </a:lnTo>
                <a:lnTo>
                  <a:pt x="257175" y="762000"/>
                </a:lnTo>
                <a:lnTo>
                  <a:pt x="228600" y="762000"/>
                </a:lnTo>
                <a:close/>
                <a:moveTo>
                  <a:pt x="438150" y="742950"/>
                </a:moveTo>
                <a:lnTo>
                  <a:pt x="447675" y="742950"/>
                </a:lnTo>
                <a:lnTo>
                  <a:pt x="447675" y="752475"/>
                </a:lnTo>
                <a:lnTo>
                  <a:pt x="438150" y="752475"/>
                </a:lnTo>
                <a:close/>
                <a:moveTo>
                  <a:pt x="876300" y="742950"/>
                </a:moveTo>
                <a:lnTo>
                  <a:pt x="885825" y="742950"/>
                </a:lnTo>
                <a:lnTo>
                  <a:pt x="885825" y="752475"/>
                </a:lnTo>
                <a:lnTo>
                  <a:pt x="876300" y="752475"/>
                </a:lnTo>
                <a:close/>
                <a:moveTo>
                  <a:pt x="904875" y="742950"/>
                </a:moveTo>
                <a:lnTo>
                  <a:pt x="914400" y="742950"/>
                </a:lnTo>
                <a:lnTo>
                  <a:pt x="914400" y="752475"/>
                </a:lnTo>
                <a:lnTo>
                  <a:pt x="904875" y="752475"/>
                </a:lnTo>
                <a:close/>
                <a:moveTo>
                  <a:pt x="1095375" y="742950"/>
                </a:moveTo>
                <a:lnTo>
                  <a:pt x="1104900" y="742950"/>
                </a:lnTo>
                <a:lnTo>
                  <a:pt x="1104900" y="762000"/>
                </a:lnTo>
                <a:lnTo>
                  <a:pt x="1095375" y="762000"/>
                </a:lnTo>
                <a:close/>
                <a:moveTo>
                  <a:pt x="66675" y="762000"/>
                </a:moveTo>
                <a:lnTo>
                  <a:pt x="104775" y="762000"/>
                </a:lnTo>
                <a:lnTo>
                  <a:pt x="104775" y="790575"/>
                </a:lnTo>
                <a:lnTo>
                  <a:pt x="85725" y="790575"/>
                </a:lnTo>
                <a:lnTo>
                  <a:pt x="85725" y="800100"/>
                </a:lnTo>
                <a:lnTo>
                  <a:pt x="76200" y="800100"/>
                </a:lnTo>
                <a:lnTo>
                  <a:pt x="76200" y="790575"/>
                </a:lnTo>
                <a:lnTo>
                  <a:pt x="66675" y="790575"/>
                </a:lnTo>
                <a:lnTo>
                  <a:pt x="66675" y="800100"/>
                </a:lnTo>
                <a:lnTo>
                  <a:pt x="47625" y="800100"/>
                </a:lnTo>
                <a:lnTo>
                  <a:pt x="47625" y="809625"/>
                </a:lnTo>
                <a:lnTo>
                  <a:pt x="9525" y="809625"/>
                </a:lnTo>
                <a:lnTo>
                  <a:pt x="9525" y="800100"/>
                </a:lnTo>
                <a:lnTo>
                  <a:pt x="0" y="800100"/>
                </a:lnTo>
                <a:lnTo>
                  <a:pt x="0" y="781050"/>
                </a:lnTo>
                <a:lnTo>
                  <a:pt x="28575" y="781050"/>
                </a:lnTo>
                <a:lnTo>
                  <a:pt x="28575" y="790575"/>
                </a:lnTo>
                <a:lnTo>
                  <a:pt x="57150" y="790575"/>
                </a:lnTo>
                <a:lnTo>
                  <a:pt x="57150" y="781050"/>
                </a:lnTo>
                <a:lnTo>
                  <a:pt x="76200" y="781050"/>
                </a:lnTo>
                <a:lnTo>
                  <a:pt x="76200" y="771525"/>
                </a:lnTo>
                <a:lnTo>
                  <a:pt x="66675" y="771525"/>
                </a:lnTo>
                <a:close/>
                <a:moveTo>
                  <a:pt x="400050" y="762000"/>
                </a:moveTo>
                <a:lnTo>
                  <a:pt x="409575" y="762000"/>
                </a:lnTo>
                <a:lnTo>
                  <a:pt x="409575" y="771525"/>
                </a:lnTo>
                <a:lnTo>
                  <a:pt x="428625" y="771525"/>
                </a:lnTo>
                <a:lnTo>
                  <a:pt x="428625" y="781050"/>
                </a:lnTo>
                <a:lnTo>
                  <a:pt x="457200" y="781050"/>
                </a:lnTo>
                <a:lnTo>
                  <a:pt x="457200" y="790575"/>
                </a:lnTo>
                <a:lnTo>
                  <a:pt x="466725" y="790575"/>
                </a:lnTo>
                <a:lnTo>
                  <a:pt x="466725" y="809625"/>
                </a:lnTo>
                <a:lnTo>
                  <a:pt x="419100" y="809625"/>
                </a:lnTo>
                <a:lnTo>
                  <a:pt x="419100" y="800100"/>
                </a:lnTo>
                <a:lnTo>
                  <a:pt x="428625" y="800100"/>
                </a:lnTo>
                <a:lnTo>
                  <a:pt x="428625" y="790575"/>
                </a:lnTo>
                <a:lnTo>
                  <a:pt x="409575" y="790575"/>
                </a:lnTo>
                <a:lnTo>
                  <a:pt x="409575" y="781050"/>
                </a:lnTo>
                <a:lnTo>
                  <a:pt x="400050" y="781050"/>
                </a:lnTo>
                <a:close/>
                <a:moveTo>
                  <a:pt x="504825" y="771525"/>
                </a:moveTo>
                <a:lnTo>
                  <a:pt x="514350" y="771525"/>
                </a:lnTo>
                <a:lnTo>
                  <a:pt x="514350" y="781050"/>
                </a:lnTo>
                <a:lnTo>
                  <a:pt x="523875" y="781050"/>
                </a:lnTo>
                <a:lnTo>
                  <a:pt x="523875" y="762000"/>
                </a:lnTo>
                <a:lnTo>
                  <a:pt x="504825" y="762000"/>
                </a:lnTo>
                <a:close/>
                <a:moveTo>
                  <a:pt x="933450" y="771525"/>
                </a:moveTo>
                <a:lnTo>
                  <a:pt x="942975" y="771525"/>
                </a:lnTo>
                <a:lnTo>
                  <a:pt x="942975" y="781050"/>
                </a:lnTo>
                <a:lnTo>
                  <a:pt x="933450" y="781050"/>
                </a:lnTo>
                <a:close/>
                <a:moveTo>
                  <a:pt x="1066800" y="771525"/>
                </a:moveTo>
                <a:lnTo>
                  <a:pt x="1076325" y="771525"/>
                </a:lnTo>
                <a:lnTo>
                  <a:pt x="1076325" y="781050"/>
                </a:lnTo>
                <a:lnTo>
                  <a:pt x="1085850" y="781050"/>
                </a:lnTo>
                <a:lnTo>
                  <a:pt x="1085850" y="771525"/>
                </a:lnTo>
                <a:lnTo>
                  <a:pt x="1095375" y="771525"/>
                </a:lnTo>
                <a:lnTo>
                  <a:pt x="1095375" y="809625"/>
                </a:lnTo>
                <a:lnTo>
                  <a:pt x="1066800" y="809625"/>
                </a:lnTo>
                <a:close/>
                <a:moveTo>
                  <a:pt x="371475" y="781050"/>
                </a:moveTo>
                <a:lnTo>
                  <a:pt x="381000" y="781050"/>
                </a:lnTo>
                <a:lnTo>
                  <a:pt x="381000" y="790575"/>
                </a:lnTo>
                <a:lnTo>
                  <a:pt x="390525" y="790575"/>
                </a:lnTo>
                <a:lnTo>
                  <a:pt x="390525" y="800100"/>
                </a:lnTo>
                <a:lnTo>
                  <a:pt x="400050" y="800100"/>
                </a:lnTo>
                <a:lnTo>
                  <a:pt x="400050" y="809625"/>
                </a:lnTo>
                <a:lnTo>
                  <a:pt x="371475" y="809625"/>
                </a:lnTo>
                <a:close/>
                <a:moveTo>
                  <a:pt x="657225" y="781050"/>
                </a:moveTo>
                <a:lnTo>
                  <a:pt x="676275" y="781050"/>
                </a:lnTo>
                <a:lnTo>
                  <a:pt x="676275" y="762000"/>
                </a:lnTo>
                <a:lnTo>
                  <a:pt x="657225" y="762000"/>
                </a:lnTo>
                <a:close/>
                <a:moveTo>
                  <a:pt x="762000" y="781050"/>
                </a:moveTo>
                <a:lnTo>
                  <a:pt x="781050" y="781050"/>
                </a:lnTo>
                <a:lnTo>
                  <a:pt x="781050" y="762000"/>
                </a:lnTo>
                <a:lnTo>
                  <a:pt x="762000" y="762000"/>
                </a:lnTo>
                <a:close/>
                <a:moveTo>
                  <a:pt x="942975" y="781050"/>
                </a:moveTo>
                <a:lnTo>
                  <a:pt x="952500" y="781050"/>
                </a:lnTo>
                <a:lnTo>
                  <a:pt x="952500" y="800100"/>
                </a:lnTo>
                <a:lnTo>
                  <a:pt x="942975" y="800100"/>
                </a:lnTo>
                <a:close/>
                <a:moveTo>
                  <a:pt x="295275" y="790575"/>
                </a:moveTo>
                <a:lnTo>
                  <a:pt x="304800" y="790575"/>
                </a:lnTo>
                <a:lnTo>
                  <a:pt x="304800" y="781050"/>
                </a:lnTo>
                <a:lnTo>
                  <a:pt x="295275" y="781050"/>
                </a:lnTo>
                <a:close/>
                <a:moveTo>
                  <a:pt x="104775" y="800100"/>
                </a:moveTo>
                <a:lnTo>
                  <a:pt x="114300" y="800100"/>
                </a:lnTo>
                <a:lnTo>
                  <a:pt x="114300" y="809625"/>
                </a:lnTo>
                <a:lnTo>
                  <a:pt x="104775" y="809625"/>
                </a:lnTo>
                <a:close/>
              </a:path>
            </a:pathLst>
          </a:custGeom>
          <a:solidFill xmlns:a="http://schemas.openxmlformats.org/drawingml/2006/main">
            <a:srgbClr val="F8F7F3"/>
          </a:solidFill>
          <a:ln xmlns:a="http://schemas.openxmlformats.org/drawingml/2006/main" w="0">
            <a:noFill/>
          </a:ln>
        </p:spPr>
      </p:sp>
      <p:sp>
        <p:nvSpPr>
          <p:cNvPr id="55" name="v01 vector #f6f7f1">
            <a:extLst xmlns:a="http://schemas.openxmlformats.org/drawingml/2006/main">
              <a:ext uri="{FF2B5EF4-FFF2-40B4-BE49-F238E27FC236}">
                <a16:creationId xmlns:a16="http://schemas.microsoft.com/office/drawing/2014/main" id="{148F23EA-81B6-412B-AA29-D60453DDC19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8250" y="2362200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381000" y="0"/>
                </a:moveTo>
                <a:lnTo>
                  <a:pt x="390525" y="0"/>
                </a:lnTo>
                <a:lnTo>
                  <a:pt x="390525" y="9525"/>
                </a:lnTo>
                <a:lnTo>
                  <a:pt x="381000" y="9525"/>
                </a:lnTo>
                <a:close/>
                <a:moveTo>
                  <a:pt x="400050" y="0"/>
                </a:moveTo>
                <a:lnTo>
                  <a:pt x="409575" y="0"/>
                </a:lnTo>
                <a:lnTo>
                  <a:pt x="409575" y="9525"/>
                </a:lnTo>
                <a:lnTo>
                  <a:pt x="400050" y="9525"/>
                </a:lnTo>
                <a:close/>
                <a:moveTo>
                  <a:pt x="552450" y="0"/>
                </a:moveTo>
                <a:lnTo>
                  <a:pt x="561975" y="0"/>
                </a:lnTo>
                <a:lnTo>
                  <a:pt x="561975" y="9525"/>
                </a:lnTo>
                <a:lnTo>
                  <a:pt x="552450" y="9525"/>
                </a:lnTo>
                <a:close/>
                <a:moveTo>
                  <a:pt x="666750" y="0"/>
                </a:moveTo>
                <a:lnTo>
                  <a:pt x="704850" y="0"/>
                </a:lnTo>
                <a:lnTo>
                  <a:pt x="704850" y="9525"/>
                </a:lnTo>
                <a:lnTo>
                  <a:pt x="695325" y="9525"/>
                </a:lnTo>
                <a:lnTo>
                  <a:pt x="695325" y="19050"/>
                </a:lnTo>
                <a:lnTo>
                  <a:pt x="676275" y="19050"/>
                </a:lnTo>
                <a:lnTo>
                  <a:pt x="676275" y="9525"/>
                </a:lnTo>
                <a:lnTo>
                  <a:pt x="666750" y="9525"/>
                </a:lnTo>
                <a:close/>
                <a:moveTo>
                  <a:pt x="857250" y="9525"/>
                </a:moveTo>
                <a:lnTo>
                  <a:pt x="866775" y="9525"/>
                </a:lnTo>
                <a:lnTo>
                  <a:pt x="866775" y="19050"/>
                </a:lnTo>
                <a:lnTo>
                  <a:pt x="857250" y="19050"/>
                </a:lnTo>
                <a:close/>
                <a:moveTo>
                  <a:pt x="752475" y="28575"/>
                </a:moveTo>
                <a:lnTo>
                  <a:pt x="781050" y="28575"/>
                </a:lnTo>
                <a:lnTo>
                  <a:pt x="781050" y="38100"/>
                </a:lnTo>
                <a:lnTo>
                  <a:pt x="752475" y="38100"/>
                </a:lnTo>
                <a:close/>
                <a:moveTo>
                  <a:pt x="981075" y="66675"/>
                </a:moveTo>
                <a:lnTo>
                  <a:pt x="990600" y="66675"/>
                </a:lnTo>
                <a:lnTo>
                  <a:pt x="990600" y="76200"/>
                </a:lnTo>
                <a:lnTo>
                  <a:pt x="981075" y="76200"/>
                </a:lnTo>
                <a:close/>
                <a:moveTo>
                  <a:pt x="123825" y="76200"/>
                </a:moveTo>
                <a:lnTo>
                  <a:pt x="133350" y="76200"/>
                </a:lnTo>
                <a:lnTo>
                  <a:pt x="133350" y="85725"/>
                </a:lnTo>
                <a:lnTo>
                  <a:pt x="123825" y="85725"/>
                </a:lnTo>
                <a:close/>
                <a:moveTo>
                  <a:pt x="123825" y="133350"/>
                </a:moveTo>
                <a:lnTo>
                  <a:pt x="133350" y="133350"/>
                </a:lnTo>
                <a:lnTo>
                  <a:pt x="133350" y="142875"/>
                </a:lnTo>
                <a:lnTo>
                  <a:pt x="123825" y="142875"/>
                </a:lnTo>
                <a:close/>
                <a:moveTo>
                  <a:pt x="400050" y="161925"/>
                </a:moveTo>
                <a:lnTo>
                  <a:pt x="647700" y="161925"/>
                </a:lnTo>
                <a:lnTo>
                  <a:pt x="647700" y="180975"/>
                </a:lnTo>
                <a:lnTo>
                  <a:pt x="657225" y="180975"/>
                </a:lnTo>
                <a:lnTo>
                  <a:pt x="657225" y="190500"/>
                </a:lnTo>
                <a:lnTo>
                  <a:pt x="666750" y="190500"/>
                </a:lnTo>
                <a:lnTo>
                  <a:pt x="666750" y="200025"/>
                </a:lnTo>
                <a:lnTo>
                  <a:pt x="676275" y="200025"/>
                </a:lnTo>
                <a:lnTo>
                  <a:pt x="676275" y="209550"/>
                </a:lnTo>
                <a:lnTo>
                  <a:pt x="695325" y="209550"/>
                </a:lnTo>
                <a:lnTo>
                  <a:pt x="695325" y="219075"/>
                </a:lnTo>
                <a:lnTo>
                  <a:pt x="704850" y="219075"/>
                </a:lnTo>
                <a:lnTo>
                  <a:pt x="704850" y="228600"/>
                </a:lnTo>
                <a:lnTo>
                  <a:pt x="695325" y="228600"/>
                </a:lnTo>
                <a:lnTo>
                  <a:pt x="695325" y="257175"/>
                </a:lnTo>
                <a:lnTo>
                  <a:pt x="685800" y="257175"/>
                </a:lnTo>
                <a:lnTo>
                  <a:pt x="685800" y="276225"/>
                </a:lnTo>
                <a:lnTo>
                  <a:pt x="676275" y="276225"/>
                </a:lnTo>
                <a:lnTo>
                  <a:pt x="676275" y="285750"/>
                </a:lnTo>
                <a:lnTo>
                  <a:pt x="647700" y="285750"/>
                </a:lnTo>
                <a:lnTo>
                  <a:pt x="647700" y="295275"/>
                </a:lnTo>
                <a:lnTo>
                  <a:pt x="628650" y="295275"/>
                </a:lnTo>
                <a:lnTo>
                  <a:pt x="628650" y="285750"/>
                </a:lnTo>
                <a:lnTo>
                  <a:pt x="638175" y="285750"/>
                </a:lnTo>
                <a:lnTo>
                  <a:pt x="638175" y="257175"/>
                </a:lnTo>
                <a:lnTo>
                  <a:pt x="647700" y="257175"/>
                </a:lnTo>
                <a:lnTo>
                  <a:pt x="647700" y="209550"/>
                </a:lnTo>
                <a:lnTo>
                  <a:pt x="638175" y="209550"/>
                </a:lnTo>
                <a:lnTo>
                  <a:pt x="638175" y="200025"/>
                </a:lnTo>
                <a:lnTo>
                  <a:pt x="390525" y="200025"/>
                </a:lnTo>
                <a:lnTo>
                  <a:pt x="390525" y="190500"/>
                </a:lnTo>
                <a:lnTo>
                  <a:pt x="400050" y="190500"/>
                </a:lnTo>
                <a:close/>
                <a:moveTo>
                  <a:pt x="933450" y="161925"/>
                </a:moveTo>
                <a:lnTo>
                  <a:pt x="952500" y="161925"/>
                </a:lnTo>
                <a:lnTo>
                  <a:pt x="952500" y="171450"/>
                </a:lnTo>
                <a:lnTo>
                  <a:pt x="933450" y="171450"/>
                </a:lnTo>
                <a:close/>
                <a:moveTo>
                  <a:pt x="1152525" y="161925"/>
                </a:moveTo>
                <a:lnTo>
                  <a:pt x="1171575" y="161925"/>
                </a:lnTo>
                <a:lnTo>
                  <a:pt x="1171575" y="180975"/>
                </a:lnTo>
                <a:lnTo>
                  <a:pt x="1162050" y="180975"/>
                </a:lnTo>
                <a:lnTo>
                  <a:pt x="1162050" y="171450"/>
                </a:lnTo>
                <a:lnTo>
                  <a:pt x="1152525" y="171450"/>
                </a:lnTo>
                <a:close/>
                <a:moveTo>
                  <a:pt x="952500" y="171450"/>
                </a:moveTo>
                <a:lnTo>
                  <a:pt x="962025" y="171450"/>
                </a:lnTo>
                <a:lnTo>
                  <a:pt x="962025" y="238125"/>
                </a:lnTo>
                <a:lnTo>
                  <a:pt x="952500" y="238125"/>
                </a:lnTo>
                <a:lnTo>
                  <a:pt x="952500" y="228600"/>
                </a:lnTo>
                <a:lnTo>
                  <a:pt x="933450" y="228600"/>
                </a:lnTo>
                <a:lnTo>
                  <a:pt x="933450" y="200025"/>
                </a:lnTo>
                <a:lnTo>
                  <a:pt x="942975" y="200025"/>
                </a:lnTo>
                <a:lnTo>
                  <a:pt x="942975" y="219075"/>
                </a:lnTo>
                <a:lnTo>
                  <a:pt x="952500" y="219075"/>
                </a:lnTo>
                <a:close/>
                <a:moveTo>
                  <a:pt x="990600" y="190500"/>
                </a:moveTo>
                <a:lnTo>
                  <a:pt x="1000125" y="190500"/>
                </a:lnTo>
                <a:lnTo>
                  <a:pt x="1000125" y="209550"/>
                </a:lnTo>
                <a:lnTo>
                  <a:pt x="990600" y="209550"/>
                </a:lnTo>
                <a:close/>
                <a:moveTo>
                  <a:pt x="904875" y="219075"/>
                </a:moveTo>
                <a:lnTo>
                  <a:pt x="914400" y="219075"/>
                </a:lnTo>
                <a:lnTo>
                  <a:pt x="914400" y="228600"/>
                </a:lnTo>
                <a:lnTo>
                  <a:pt x="904875" y="228600"/>
                </a:lnTo>
                <a:close/>
                <a:moveTo>
                  <a:pt x="990600" y="228600"/>
                </a:moveTo>
                <a:lnTo>
                  <a:pt x="1000125" y="228600"/>
                </a:lnTo>
                <a:lnTo>
                  <a:pt x="1000125" y="238125"/>
                </a:lnTo>
                <a:lnTo>
                  <a:pt x="990600" y="238125"/>
                </a:lnTo>
                <a:close/>
                <a:moveTo>
                  <a:pt x="1009650" y="228600"/>
                </a:moveTo>
                <a:lnTo>
                  <a:pt x="1019175" y="228600"/>
                </a:lnTo>
                <a:lnTo>
                  <a:pt x="1019175" y="238125"/>
                </a:lnTo>
                <a:lnTo>
                  <a:pt x="1009650" y="238125"/>
                </a:lnTo>
                <a:close/>
                <a:moveTo>
                  <a:pt x="923925" y="257175"/>
                </a:moveTo>
                <a:lnTo>
                  <a:pt x="933450" y="257175"/>
                </a:lnTo>
                <a:lnTo>
                  <a:pt x="933450" y="266700"/>
                </a:lnTo>
                <a:lnTo>
                  <a:pt x="923925" y="266700"/>
                </a:lnTo>
                <a:close/>
                <a:moveTo>
                  <a:pt x="200025" y="285750"/>
                </a:moveTo>
                <a:lnTo>
                  <a:pt x="209550" y="285750"/>
                </a:lnTo>
                <a:lnTo>
                  <a:pt x="209550" y="295275"/>
                </a:lnTo>
                <a:lnTo>
                  <a:pt x="200025" y="295275"/>
                </a:lnTo>
                <a:close/>
                <a:moveTo>
                  <a:pt x="447675" y="285750"/>
                </a:moveTo>
                <a:lnTo>
                  <a:pt x="457200" y="285750"/>
                </a:lnTo>
                <a:lnTo>
                  <a:pt x="457200" y="295275"/>
                </a:lnTo>
                <a:lnTo>
                  <a:pt x="447675" y="295275"/>
                </a:lnTo>
                <a:close/>
                <a:moveTo>
                  <a:pt x="219075" y="295275"/>
                </a:moveTo>
                <a:lnTo>
                  <a:pt x="238125" y="295275"/>
                </a:lnTo>
                <a:lnTo>
                  <a:pt x="238125" y="304800"/>
                </a:lnTo>
                <a:lnTo>
                  <a:pt x="247650" y="304800"/>
                </a:lnTo>
                <a:lnTo>
                  <a:pt x="247650" y="333375"/>
                </a:lnTo>
                <a:lnTo>
                  <a:pt x="238125" y="333375"/>
                </a:lnTo>
                <a:lnTo>
                  <a:pt x="238125" y="342900"/>
                </a:lnTo>
                <a:lnTo>
                  <a:pt x="247650" y="342900"/>
                </a:lnTo>
                <a:lnTo>
                  <a:pt x="247650" y="371475"/>
                </a:lnTo>
                <a:lnTo>
                  <a:pt x="238125" y="371475"/>
                </a:lnTo>
                <a:lnTo>
                  <a:pt x="238125" y="352425"/>
                </a:lnTo>
                <a:lnTo>
                  <a:pt x="219075" y="352425"/>
                </a:lnTo>
                <a:lnTo>
                  <a:pt x="219075" y="323850"/>
                </a:lnTo>
                <a:lnTo>
                  <a:pt x="209550" y="323850"/>
                </a:lnTo>
                <a:lnTo>
                  <a:pt x="209550" y="333375"/>
                </a:lnTo>
                <a:lnTo>
                  <a:pt x="200025" y="333375"/>
                </a:lnTo>
                <a:lnTo>
                  <a:pt x="200025" y="342900"/>
                </a:lnTo>
                <a:lnTo>
                  <a:pt x="152400" y="342900"/>
                </a:lnTo>
                <a:lnTo>
                  <a:pt x="152400" y="314325"/>
                </a:lnTo>
                <a:lnTo>
                  <a:pt x="180975" y="314325"/>
                </a:lnTo>
                <a:lnTo>
                  <a:pt x="180975" y="304800"/>
                </a:lnTo>
                <a:lnTo>
                  <a:pt x="209550" y="304800"/>
                </a:lnTo>
                <a:lnTo>
                  <a:pt x="209550" y="314325"/>
                </a:lnTo>
                <a:lnTo>
                  <a:pt x="219075" y="314325"/>
                </a:lnTo>
                <a:close/>
                <a:moveTo>
                  <a:pt x="457200" y="295275"/>
                </a:moveTo>
                <a:lnTo>
                  <a:pt x="466725" y="295275"/>
                </a:lnTo>
                <a:lnTo>
                  <a:pt x="466725" y="304800"/>
                </a:lnTo>
                <a:lnTo>
                  <a:pt x="457200" y="304800"/>
                </a:lnTo>
                <a:close/>
                <a:moveTo>
                  <a:pt x="495300" y="295275"/>
                </a:moveTo>
                <a:lnTo>
                  <a:pt x="504825" y="295275"/>
                </a:lnTo>
                <a:lnTo>
                  <a:pt x="504825" y="304800"/>
                </a:lnTo>
                <a:lnTo>
                  <a:pt x="495300" y="304800"/>
                </a:lnTo>
                <a:close/>
                <a:moveTo>
                  <a:pt x="914400" y="295275"/>
                </a:moveTo>
                <a:lnTo>
                  <a:pt x="923925" y="295275"/>
                </a:lnTo>
                <a:lnTo>
                  <a:pt x="923925" y="304800"/>
                </a:lnTo>
                <a:lnTo>
                  <a:pt x="914400" y="304800"/>
                </a:lnTo>
                <a:close/>
                <a:moveTo>
                  <a:pt x="904875" y="304800"/>
                </a:moveTo>
                <a:lnTo>
                  <a:pt x="914400" y="304800"/>
                </a:lnTo>
                <a:lnTo>
                  <a:pt x="914400" y="314325"/>
                </a:lnTo>
                <a:lnTo>
                  <a:pt x="904875" y="314325"/>
                </a:lnTo>
                <a:close/>
                <a:moveTo>
                  <a:pt x="447675" y="314325"/>
                </a:moveTo>
                <a:lnTo>
                  <a:pt x="457200" y="314325"/>
                </a:lnTo>
                <a:lnTo>
                  <a:pt x="457200" y="323850"/>
                </a:lnTo>
                <a:lnTo>
                  <a:pt x="447675" y="323850"/>
                </a:lnTo>
                <a:close/>
                <a:moveTo>
                  <a:pt x="457200" y="333375"/>
                </a:moveTo>
                <a:lnTo>
                  <a:pt x="466725" y="333375"/>
                </a:lnTo>
                <a:lnTo>
                  <a:pt x="466725" y="342900"/>
                </a:lnTo>
                <a:lnTo>
                  <a:pt x="457200" y="342900"/>
                </a:lnTo>
                <a:close/>
                <a:moveTo>
                  <a:pt x="657225" y="333375"/>
                </a:moveTo>
                <a:lnTo>
                  <a:pt x="685800" y="333375"/>
                </a:lnTo>
                <a:lnTo>
                  <a:pt x="685800" y="342900"/>
                </a:lnTo>
                <a:lnTo>
                  <a:pt x="695325" y="342900"/>
                </a:lnTo>
                <a:lnTo>
                  <a:pt x="695325" y="333375"/>
                </a:lnTo>
                <a:lnTo>
                  <a:pt x="704850" y="333375"/>
                </a:lnTo>
                <a:lnTo>
                  <a:pt x="704850" y="352425"/>
                </a:lnTo>
                <a:lnTo>
                  <a:pt x="714375" y="352425"/>
                </a:lnTo>
                <a:lnTo>
                  <a:pt x="714375" y="371475"/>
                </a:lnTo>
                <a:lnTo>
                  <a:pt x="723900" y="371475"/>
                </a:lnTo>
                <a:lnTo>
                  <a:pt x="723900" y="381000"/>
                </a:lnTo>
                <a:lnTo>
                  <a:pt x="733425" y="381000"/>
                </a:lnTo>
                <a:lnTo>
                  <a:pt x="733425" y="390525"/>
                </a:lnTo>
                <a:lnTo>
                  <a:pt x="752475" y="390525"/>
                </a:lnTo>
                <a:lnTo>
                  <a:pt x="752475" y="409575"/>
                </a:lnTo>
                <a:lnTo>
                  <a:pt x="742950" y="409575"/>
                </a:lnTo>
                <a:lnTo>
                  <a:pt x="742950" y="419100"/>
                </a:lnTo>
                <a:lnTo>
                  <a:pt x="723900" y="419100"/>
                </a:lnTo>
                <a:lnTo>
                  <a:pt x="723900" y="428625"/>
                </a:lnTo>
                <a:lnTo>
                  <a:pt x="714375" y="428625"/>
                </a:lnTo>
                <a:lnTo>
                  <a:pt x="714375" y="438150"/>
                </a:lnTo>
                <a:lnTo>
                  <a:pt x="704850" y="438150"/>
                </a:lnTo>
                <a:lnTo>
                  <a:pt x="704850" y="428625"/>
                </a:lnTo>
                <a:lnTo>
                  <a:pt x="695325" y="428625"/>
                </a:lnTo>
                <a:lnTo>
                  <a:pt x="695325" y="409575"/>
                </a:lnTo>
                <a:lnTo>
                  <a:pt x="676275" y="409575"/>
                </a:lnTo>
                <a:lnTo>
                  <a:pt x="676275" y="400050"/>
                </a:lnTo>
                <a:lnTo>
                  <a:pt x="666750" y="400050"/>
                </a:lnTo>
                <a:lnTo>
                  <a:pt x="666750" y="409575"/>
                </a:lnTo>
                <a:lnTo>
                  <a:pt x="638175" y="409575"/>
                </a:lnTo>
                <a:lnTo>
                  <a:pt x="638175" y="400050"/>
                </a:lnTo>
                <a:lnTo>
                  <a:pt x="619125" y="400050"/>
                </a:lnTo>
                <a:lnTo>
                  <a:pt x="619125" y="390525"/>
                </a:lnTo>
                <a:lnTo>
                  <a:pt x="638175" y="390525"/>
                </a:lnTo>
                <a:lnTo>
                  <a:pt x="638175" y="361950"/>
                </a:lnTo>
                <a:lnTo>
                  <a:pt x="628650" y="361950"/>
                </a:lnTo>
                <a:lnTo>
                  <a:pt x="628650" y="342900"/>
                </a:lnTo>
                <a:lnTo>
                  <a:pt x="657225" y="342900"/>
                </a:lnTo>
                <a:close/>
                <a:moveTo>
                  <a:pt x="200025" y="342900"/>
                </a:moveTo>
                <a:lnTo>
                  <a:pt x="209550" y="342900"/>
                </a:lnTo>
                <a:lnTo>
                  <a:pt x="209550" y="352425"/>
                </a:lnTo>
                <a:lnTo>
                  <a:pt x="200025" y="352425"/>
                </a:lnTo>
                <a:close/>
                <a:moveTo>
                  <a:pt x="209550" y="352425"/>
                </a:moveTo>
                <a:lnTo>
                  <a:pt x="219075" y="352425"/>
                </a:lnTo>
                <a:lnTo>
                  <a:pt x="219075" y="361950"/>
                </a:lnTo>
                <a:lnTo>
                  <a:pt x="209550" y="361950"/>
                </a:lnTo>
                <a:close/>
                <a:moveTo>
                  <a:pt x="447675" y="352425"/>
                </a:moveTo>
                <a:lnTo>
                  <a:pt x="457200" y="352425"/>
                </a:lnTo>
                <a:lnTo>
                  <a:pt x="457200" y="361950"/>
                </a:lnTo>
                <a:lnTo>
                  <a:pt x="447675" y="361950"/>
                </a:lnTo>
                <a:close/>
                <a:moveTo>
                  <a:pt x="895350" y="352425"/>
                </a:moveTo>
                <a:lnTo>
                  <a:pt x="904875" y="352425"/>
                </a:lnTo>
                <a:lnTo>
                  <a:pt x="904875" y="361950"/>
                </a:lnTo>
                <a:lnTo>
                  <a:pt x="895350" y="361950"/>
                </a:lnTo>
                <a:close/>
                <a:moveTo>
                  <a:pt x="171450" y="371475"/>
                </a:moveTo>
                <a:lnTo>
                  <a:pt x="180975" y="371475"/>
                </a:lnTo>
                <a:lnTo>
                  <a:pt x="180975" y="390525"/>
                </a:lnTo>
                <a:lnTo>
                  <a:pt x="171450" y="390525"/>
                </a:lnTo>
                <a:close/>
                <a:moveTo>
                  <a:pt x="219075" y="371475"/>
                </a:moveTo>
                <a:lnTo>
                  <a:pt x="238125" y="371475"/>
                </a:lnTo>
                <a:lnTo>
                  <a:pt x="238125" y="381000"/>
                </a:lnTo>
                <a:lnTo>
                  <a:pt x="219075" y="381000"/>
                </a:lnTo>
                <a:close/>
                <a:moveTo>
                  <a:pt x="419100" y="390525"/>
                </a:moveTo>
                <a:lnTo>
                  <a:pt x="466725" y="390525"/>
                </a:lnTo>
                <a:lnTo>
                  <a:pt x="466725" y="400050"/>
                </a:lnTo>
                <a:lnTo>
                  <a:pt x="485775" y="400050"/>
                </a:lnTo>
                <a:lnTo>
                  <a:pt x="485775" y="409575"/>
                </a:lnTo>
                <a:lnTo>
                  <a:pt x="523875" y="409575"/>
                </a:lnTo>
                <a:lnTo>
                  <a:pt x="523875" y="419100"/>
                </a:lnTo>
                <a:lnTo>
                  <a:pt x="571500" y="419100"/>
                </a:lnTo>
                <a:lnTo>
                  <a:pt x="571500" y="428625"/>
                </a:lnTo>
                <a:lnTo>
                  <a:pt x="581025" y="428625"/>
                </a:lnTo>
                <a:lnTo>
                  <a:pt x="581025" y="438150"/>
                </a:lnTo>
                <a:lnTo>
                  <a:pt x="571500" y="438150"/>
                </a:lnTo>
                <a:lnTo>
                  <a:pt x="571500" y="533400"/>
                </a:lnTo>
                <a:lnTo>
                  <a:pt x="552450" y="533400"/>
                </a:lnTo>
                <a:lnTo>
                  <a:pt x="552450" y="542925"/>
                </a:lnTo>
                <a:lnTo>
                  <a:pt x="542925" y="542925"/>
                </a:lnTo>
                <a:lnTo>
                  <a:pt x="542925" y="552450"/>
                </a:lnTo>
                <a:lnTo>
                  <a:pt x="533400" y="552450"/>
                </a:lnTo>
                <a:lnTo>
                  <a:pt x="533400" y="571500"/>
                </a:lnTo>
                <a:lnTo>
                  <a:pt x="523875" y="571500"/>
                </a:lnTo>
                <a:lnTo>
                  <a:pt x="523875" y="561975"/>
                </a:lnTo>
                <a:lnTo>
                  <a:pt x="447675" y="561975"/>
                </a:lnTo>
                <a:lnTo>
                  <a:pt x="447675" y="581025"/>
                </a:lnTo>
                <a:lnTo>
                  <a:pt x="438150" y="581025"/>
                </a:lnTo>
                <a:lnTo>
                  <a:pt x="438150" y="552450"/>
                </a:lnTo>
                <a:lnTo>
                  <a:pt x="495300" y="552450"/>
                </a:lnTo>
                <a:lnTo>
                  <a:pt x="495300" y="542925"/>
                </a:lnTo>
                <a:lnTo>
                  <a:pt x="514350" y="542925"/>
                </a:lnTo>
                <a:lnTo>
                  <a:pt x="514350" y="533400"/>
                </a:lnTo>
                <a:lnTo>
                  <a:pt x="495300" y="533400"/>
                </a:lnTo>
                <a:lnTo>
                  <a:pt x="495300" y="523875"/>
                </a:lnTo>
                <a:lnTo>
                  <a:pt x="523875" y="523875"/>
                </a:lnTo>
                <a:lnTo>
                  <a:pt x="523875" y="504825"/>
                </a:lnTo>
                <a:lnTo>
                  <a:pt x="438150" y="504825"/>
                </a:lnTo>
                <a:lnTo>
                  <a:pt x="438150" y="514350"/>
                </a:lnTo>
                <a:lnTo>
                  <a:pt x="390525" y="514350"/>
                </a:lnTo>
                <a:lnTo>
                  <a:pt x="390525" y="504825"/>
                </a:lnTo>
                <a:lnTo>
                  <a:pt x="381000" y="504825"/>
                </a:lnTo>
                <a:lnTo>
                  <a:pt x="381000" y="514350"/>
                </a:lnTo>
                <a:lnTo>
                  <a:pt x="371475" y="514350"/>
                </a:lnTo>
                <a:lnTo>
                  <a:pt x="371475" y="504825"/>
                </a:lnTo>
                <a:lnTo>
                  <a:pt x="361950" y="504825"/>
                </a:lnTo>
                <a:lnTo>
                  <a:pt x="361950" y="476250"/>
                </a:lnTo>
                <a:lnTo>
                  <a:pt x="342900" y="476250"/>
                </a:lnTo>
                <a:lnTo>
                  <a:pt x="342900" y="466725"/>
                </a:lnTo>
                <a:lnTo>
                  <a:pt x="371475" y="466725"/>
                </a:lnTo>
                <a:lnTo>
                  <a:pt x="371475" y="447675"/>
                </a:lnTo>
                <a:lnTo>
                  <a:pt x="333375" y="447675"/>
                </a:lnTo>
                <a:lnTo>
                  <a:pt x="333375" y="419100"/>
                </a:lnTo>
                <a:lnTo>
                  <a:pt x="381000" y="419100"/>
                </a:lnTo>
                <a:lnTo>
                  <a:pt x="381000" y="428625"/>
                </a:lnTo>
                <a:lnTo>
                  <a:pt x="390525" y="428625"/>
                </a:lnTo>
                <a:lnTo>
                  <a:pt x="390525" y="419100"/>
                </a:lnTo>
                <a:lnTo>
                  <a:pt x="400050" y="419100"/>
                </a:lnTo>
                <a:lnTo>
                  <a:pt x="400050" y="409575"/>
                </a:lnTo>
                <a:lnTo>
                  <a:pt x="428625" y="409575"/>
                </a:lnTo>
                <a:lnTo>
                  <a:pt x="428625" y="400050"/>
                </a:lnTo>
                <a:lnTo>
                  <a:pt x="419100" y="400050"/>
                </a:lnTo>
                <a:close/>
                <a:moveTo>
                  <a:pt x="762000" y="400050"/>
                </a:moveTo>
                <a:lnTo>
                  <a:pt x="771525" y="400050"/>
                </a:lnTo>
                <a:lnTo>
                  <a:pt x="771525" y="409575"/>
                </a:lnTo>
                <a:lnTo>
                  <a:pt x="762000" y="409575"/>
                </a:lnTo>
                <a:close/>
                <a:moveTo>
                  <a:pt x="838200" y="400050"/>
                </a:moveTo>
                <a:lnTo>
                  <a:pt x="847725" y="400050"/>
                </a:lnTo>
                <a:lnTo>
                  <a:pt x="847725" y="409575"/>
                </a:lnTo>
                <a:lnTo>
                  <a:pt x="838200" y="409575"/>
                </a:lnTo>
                <a:close/>
                <a:moveTo>
                  <a:pt x="952500" y="400050"/>
                </a:moveTo>
                <a:lnTo>
                  <a:pt x="962025" y="400050"/>
                </a:lnTo>
                <a:lnTo>
                  <a:pt x="962025" y="409575"/>
                </a:lnTo>
                <a:lnTo>
                  <a:pt x="952500" y="409575"/>
                </a:lnTo>
                <a:close/>
                <a:moveTo>
                  <a:pt x="247650" y="457200"/>
                </a:moveTo>
                <a:lnTo>
                  <a:pt x="257175" y="457200"/>
                </a:lnTo>
                <a:lnTo>
                  <a:pt x="257175" y="466725"/>
                </a:lnTo>
                <a:lnTo>
                  <a:pt x="247650" y="466725"/>
                </a:lnTo>
                <a:close/>
                <a:moveTo>
                  <a:pt x="809625" y="457200"/>
                </a:moveTo>
                <a:lnTo>
                  <a:pt x="819150" y="457200"/>
                </a:lnTo>
                <a:lnTo>
                  <a:pt x="819150" y="466725"/>
                </a:lnTo>
                <a:lnTo>
                  <a:pt x="809625" y="466725"/>
                </a:lnTo>
                <a:close/>
                <a:moveTo>
                  <a:pt x="438150" y="466725"/>
                </a:moveTo>
                <a:lnTo>
                  <a:pt x="523875" y="466725"/>
                </a:lnTo>
                <a:lnTo>
                  <a:pt x="523875" y="447675"/>
                </a:lnTo>
                <a:lnTo>
                  <a:pt x="438150" y="447675"/>
                </a:lnTo>
                <a:close/>
                <a:moveTo>
                  <a:pt x="590550" y="466725"/>
                </a:moveTo>
                <a:lnTo>
                  <a:pt x="600075" y="466725"/>
                </a:lnTo>
                <a:lnTo>
                  <a:pt x="600075" y="476250"/>
                </a:lnTo>
                <a:lnTo>
                  <a:pt x="619125" y="476250"/>
                </a:lnTo>
                <a:lnTo>
                  <a:pt x="619125" y="495300"/>
                </a:lnTo>
                <a:lnTo>
                  <a:pt x="628650" y="495300"/>
                </a:lnTo>
                <a:lnTo>
                  <a:pt x="628650" y="523875"/>
                </a:lnTo>
                <a:lnTo>
                  <a:pt x="638175" y="523875"/>
                </a:lnTo>
                <a:lnTo>
                  <a:pt x="638175" y="533400"/>
                </a:lnTo>
                <a:lnTo>
                  <a:pt x="609600" y="533400"/>
                </a:lnTo>
                <a:lnTo>
                  <a:pt x="609600" y="523875"/>
                </a:lnTo>
                <a:lnTo>
                  <a:pt x="600075" y="523875"/>
                </a:lnTo>
                <a:lnTo>
                  <a:pt x="600075" y="533400"/>
                </a:lnTo>
                <a:lnTo>
                  <a:pt x="590550" y="533400"/>
                </a:lnTo>
                <a:close/>
                <a:moveTo>
                  <a:pt x="904875" y="466725"/>
                </a:moveTo>
                <a:lnTo>
                  <a:pt x="914400" y="466725"/>
                </a:lnTo>
                <a:lnTo>
                  <a:pt x="914400" y="485775"/>
                </a:lnTo>
                <a:lnTo>
                  <a:pt x="923925" y="485775"/>
                </a:lnTo>
                <a:lnTo>
                  <a:pt x="923925" y="476250"/>
                </a:lnTo>
                <a:lnTo>
                  <a:pt x="933450" y="476250"/>
                </a:lnTo>
                <a:lnTo>
                  <a:pt x="933450" y="466725"/>
                </a:lnTo>
                <a:lnTo>
                  <a:pt x="942975" y="466725"/>
                </a:lnTo>
                <a:lnTo>
                  <a:pt x="942975" y="476250"/>
                </a:lnTo>
                <a:lnTo>
                  <a:pt x="952500" y="476250"/>
                </a:lnTo>
                <a:lnTo>
                  <a:pt x="952500" y="466725"/>
                </a:lnTo>
                <a:lnTo>
                  <a:pt x="962025" y="466725"/>
                </a:lnTo>
                <a:lnTo>
                  <a:pt x="962025" y="561975"/>
                </a:lnTo>
                <a:lnTo>
                  <a:pt x="952500" y="561975"/>
                </a:lnTo>
                <a:lnTo>
                  <a:pt x="952500" y="533400"/>
                </a:lnTo>
                <a:lnTo>
                  <a:pt x="942975" y="533400"/>
                </a:lnTo>
                <a:lnTo>
                  <a:pt x="942975" y="542925"/>
                </a:lnTo>
                <a:lnTo>
                  <a:pt x="933450" y="542925"/>
                </a:lnTo>
                <a:lnTo>
                  <a:pt x="933450" y="533400"/>
                </a:lnTo>
                <a:lnTo>
                  <a:pt x="923925" y="533400"/>
                </a:lnTo>
                <a:lnTo>
                  <a:pt x="923925" y="523875"/>
                </a:lnTo>
                <a:lnTo>
                  <a:pt x="914400" y="523875"/>
                </a:lnTo>
                <a:lnTo>
                  <a:pt x="914400" y="533400"/>
                </a:lnTo>
                <a:lnTo>
                  <a:pt x="904875" y="533400"/>
                </a:lnTo>
                <a:close/>
                <a:moveTo>
                  <a:pt x="228600" y="533400"/>
                </a:moveTo>
                <a:lnTo>
                  <a:pt x="238125" y="533400"/>
                </a:lnTo>
                <a:lnTo>
                  <a:pt x="238125" y="542925"/>
                </a:lnTo>
                <a:lnTo>
                  <a:pt x="228600" y="542925"/>
                </a:lnTo>
                <a:close/>
                <a:moveTo>
                  <a:pt x="676275" y="533400"/>
                </a:moveTo>
                <a:lnTo>
                  <a:pt x="685800" y="533400"/>
                </a:lnTo>
                <a:lnTo>
                  <a:pt x="685800" y="552450"/>
                </a:lnTo>
                <a:lnTo>
                  <a:pt x="676275" y="552450"/>
                </a:lnTo>
                <a:close/>
                <a:moveTo>
                  <a:pt x="180975" y="552450"/>
                </a:moveTo>
                <a:lnTo>
                  <a:pt x="190500" y="552450"/>
                </a:lnTo>
                <a:lnTo>
                  <a:pt x="190500" y="581025"/>
                </a:lnTo>
                <a:lnTo>
                  <a:pt x="180975" y="581025"/>
                </a:lnTo>
                <a:close/>
                <a:moveTo>
                  <a:pt x="381000" y="552450"/>
                </a:moveTo>
                <a:lnTo>
                  <a:pt x="390525" y="552450"/>
                </a:lnTo>
                <a:lnTo>
                  <a:pt x="390525" y="561975"/>
                </a:lnTo>
                <a:lnTo>
                  <a:pt x="381000" y="561975"/>
                </a:lnTo>
                <a:close/>
                <a:moveTo>
                  <a:pt x="666750" y="552450"/>
                </a:moveTo>
                <a:lnTo>
                  <a:pt x="676275" y="552450"/>
                </a:lnTo>
                <a:lnTo>
                  <a:pt x="676275" y="561975"/>
                </a:lnTo>
                <a:lnTo>
                  <a:pt x="666750" y="561975"/>
                </a:lnTo>
                <a:close/>
                <a:moveTo>
                  <a:pt x="390525" y="561975"/>
                </a:moveTo>
                <a:lnTo>
                  <a:pt x="400050" y="561975"/>
                </a:lnTo>
                <a:lnTo>
                  <a:pt x="400050" y="571500"/>
                </a:lnTo>
                <a:lnTo>
                  <a:pt x="390525" y="571500"/>
                </a:lnTo>
                <a:close/>
                <a:moveTo>
                  <a:pt x="247650" y="571500"/>
                </a:moveTo>
                <a:lnTo>
                  <a:pt x="257175" y="571500"/>
                </a:lnTo>
                <a:lnTo>
                  <a:pt x="257175" y="581025"/>
                </a:lnTo>
                <a:lnTo>
                  <a:pt x="342900" y="581025"/>
                </a:lnTo>
                <a:lnTo>
                  <a:pt x="342900" y="590550"/>
                </a:lnTo>
                <a:lnTo>
                  <a:pt x="257175" y="590550"/>
                </a:lnTo>
                <a:lnTo>
                  <a:pt x="257175" y="600075"/>
                </a:lnTo>
                <a:lnTo>
                  <a:pt x="342900" y="600075"/>
                </a:lnTo>
                <a:lnTo>
                  <a:pt x="342900" y="609600"/>
                </a:lnTo>
                <a:lnTo>
                  <a:pt x="266700" y="609600"/>
                </a:lnTo>
                <a:lnTo>
                  <a:pt x="266700" y="619125"/>
                </a:lnTo>
                <a:lnTo>
                  <a:pt x="257175" y="619125"/>
                </a:lnTo>
                <a:lnTo>
                  <a:pt x="257175" y="609600"/>
                </a:lnTo>
                <a:lnTo>
                  <a:pt x="238125" y="609600"/>
                </a:lnTo>
                <a:lnTo>
                  <a:pt x="238125" y="581025"/>
                </a:lnTo>
                <a:lnTo>
                  <a:pt x="247650" y="581025"/>
                </a:lnTo>
                <a:close/>
                <a:moveTo>
                  <a:pt x="200025" y="590550"/>
                </a:moveTo>
                <a:lnTo>
                  <a:pt x="209550" y="590550"/>
                </a:lnTo>
                <a:lnTo>
                  <a:pt x="209550" y="600075"/>
                </a:lnTo>
                <a:lnTo>
                  <a:pt x="200025" y="600075"/>
                </a:lnTo>
                <a:close/>
                <a:moveTo>
                  <a:pt x="904875" y="600075"/>
                </a:moveTo>
                <a:lnTo>
                  <a:pt x="914400" y="600075"/>
                </a:lnTo>
                <a:lnTo>
                  <a:pt x="914400" y="609600"/>
                </a:lnTo>
                <a:lnTo>
                  <a:pt x="904875" y="609600"/>
                </a:lnTo>
                <a:close/>
                <a:moveTo>
                  <a:pt x="180975" y="619125"/>
                </a:moveTo>
                <a:lnTo>
                  <a:pt x="190500" y="619125"/>
                </a:lnTo>
                <a:lnTo>
                  <a:pt x="190500" y="638175"/>
                </a:lnTo>
                <a:lnTo>
                  <a:pt x="200025" y="638175"/>
                </a:lnTo>
                <a:lnTo>
                  <a:pt x="200025" y="647700"/>
                </a:lnTo>
                <a:lnTo>
                  <a:pt x="190500" y="647700"/>
                </a:lnTo>
                <a:lnTo>
                  <a:pt x="190500" y="657225"/>
                </a:lnTo>
                <a:lnTo>
                  <a:pt x="180975" y="657225"/>
                </a:lnTo>
                <a:close/>
                <a:moveTo>
                  <a:pt x="428625" y="619125"/>
                </a:moveTo>
                <a:lnTo>
                  <a:pt x="438150" y="619125"/>
                </a:lnTo>
                <a:lnTo>
                  <a:pt x="438150" y="628650"/>
                </a:lnTo>
                <a:lnTo>
                  <a:pt x="428625" y="628650"/>
                </a:lnTo>
                <a:close/>
                <a:moveTo>
                  <a:pt x="523875" y="619125"/>
                </a:moveTo>
                <a:lnTo>
                  <a:pt x="533400" y="619125"/>
                </a:lnTo>
                <a:lnTo>
                  <a:pt x="533400" y="628650"/>
                </a:lnTo>
                <a:lnTo>
                  <a:pt x="523875" y="628650"/>
                </a:lnTo>
                <a:close/>
                <a:moveTo>
                  <a:pt x="914400" y="619125"/>
                </a:moveTo>
                <a:lnTo>
                  <a:pt x="923925" y="619125"/>
                </a:lnTo>
                <a:lnTo>
                  <a:pt x="923925" y="628650"/>
                </a:lnTo>
                <a:lnTo>
                  <a:pt x="914400" y="628650"/>
                </a:lnTo>
                <a:close/>
                <a:moveTo>
                  <a:pt x="200025" y="647700"/>
                </a:moveTo>
                <a:lnTo>
                  <a:pt x="238125" y="647700"/>
                </a:lnTo>
                <a:lnTo>
                  <a:pt x="238125" y="666750"/>
                </a:lnTo>
                <a:lnTo>
                  <a:pt x="266700" y="666750"/>
                </a:lnTo>
                <a:lnTo>
                  <a:pt x="266700" y="676275"/>
                </a:lnTo>
                <a:lnTo>
                  <a:pt x="247650" y="676275"/>
                </a:lnTo>
                <a:lnTo>
                  <a:pt x="247650" y="685800"/>
                </a:lnTo>
                <a:lnTo>
                  <a:pt x="276225" y="685800"/>
                </a:lnTo>
                <a:lnTo>
                  <a:pt x="276225" y="695325"/>
                </a:lnTo>
                <a:lnTo>
                  <a:pt x="209550" y="695325"/>
                </a:lnTo>
                <a:lnTo>
                  <a:pt x="209550" y="685800"/>
                </a:lnTo>
                <a:lnTo>
                  <a:pt x="219075" y="685800"/>
                </a:lnTo>
                <a:lnTo>
                  <a:pt x="219075" y="657225"/>
                </a:lnTo>
                <a:lnTo>
                  <a:pt x="200025" y="657225"/>
                </a:lnTo>
                <a:close/>
                <a:moveTo>
                  <a:pt x="952500" y="676275"/>
                </a:moveTo>
                <a:lnTo>
                  <a:pt x="962025" y="676275"/>
                </a:lnTo>
                <a:lnTo>
                  <a:pt x="962025" y="685800"/>
                </a:lnTo>
                <a:lnTo>
                  <a:pt x="952500" y="685800"/>
                </a:lnTo>
                <a:close/>
                <a:moveTo>
                  <a:pt x="209550" y="723900"/>
                </a:moveTo>
                <a:lnTo>
                  <a:pt x="219075" y="723900"/>
                </a:lnTo>
                <a:lnTo>
                  <a:pt x="219075" y="733425"/>
                </a:lnTo>
                <a:lnTo>
                  <a:pt x="209550" y="733425"/>
                </a:lnTo>
                <a:close/>
                <a:moveTo>
                  <a:pt x="476250" y="723900"/>
                </a:moveTo>
                <a:lnTo>
                  <a:pt x="504825" y="723900"/>
                </a:lnTo>
                <a:lnTo>
                  <a:pt x="504825" y="733425"/>
                </a:lnTo>
                <a:lnTo>
                  <a:pt x="476250" y="733425"/>
                </a:lnTo>
                <a:close/>
                <a:moveTo>
                  <a:pt x="628650" y="723900"/>
                </a:moveTo>
                <a:lnTo>
                  <a:pt x="638175" y="723900"/>
                </a:lnTo>
                <a:lnTo>
                  <a:pt x="638175" y="733425"/>
                </a:lnTo>
                <a:lnTo>
                  <a:pt x="628650" y="733425"/>
                </a:lnTo>
                <a:close/>
                <a:moveTo>
                  <a:pt x="676275" y="723900"/>
                </a:moveTo>
                <a:lnTo>
                  <a:pt x="685800" y="723900"/>
                </a:lnTo>
                <a:lnTo>
                  <a:pt x="685800" y="733425"/>
                </a:lnTo>
                <a:lnTo>
                  <a:pt x="676275" y="733425"/>
                </a:lnTo>
                <a:close/>
                <a:moveTo>
                  <a:pt x="695325" y="723900"/>
                </a:moveTo>
                <a:lnTo>
                  <a:pt x="733425" y="723900"/>
                </a:lnTo>
                <a:lnTo>
                  <a:pt x="733425" y="733425"/>
                </a:lnTo>
                <a:lnTo>
                  <a:pt x="695325" y="733425"/>
                </a:lnTo>
                <a:close/>
                <a:moveTo>
                  <a:pt x="742950" y="723900"/>
                </a:moveTo>
                <a:lnTo>
                  <a:pt x="790575" y="723900"/>
                </a:lnTo>
                <a:lnTo>
                  <a:pt x="790575" y="733425"/>
                </a:lnTo>
                <a:lnTo>
                  <a:pt x="742950" y="733425"/>
                </a:lnTo>
                <a:close/>
                <a:moveTo>
                  <a:pt x="838200" y="723900"/>
                </a:moveTo>
                <a:lnTo>
                  <a:pt x="847725" y="723900"/>
                </a:lnTo>
                <a:lnTo>
                  <a:pt x="847725" y="733425"/>
                </a:lnTo>
                <a:lnTo>
                  <a:pt x="838200" y="733425"/>
                </a:lnTo>
                <a:close/>
                <a:moveTo>
                  <a:pt x="190500" y="742950"/>
                </a:moveTo>
                <a:lnTo>
                  <a:pt x="200025" y="742950"/>
                </a:lnTo>
                <a:lnTo>
                  <a:pt x="200025" y="752475"/>
                </a:lnTo>
                <a:lnTo>
                  <a:pt x="190500" y="752475"/>
                </a:lnTo>
                <a:close/>
                <a:moveTo>
                  <a:pt x="447675" y="742950"/>
                </a:moveTo>
                <a:lnTo>
                  <a:pt x="457200" y="742950"/>
                </a:lnTo>
                <a:lnTo>
                  <a:pt x="457200" y="762000"/>
                </a:lnTo>
                <a:lnTo>
                  <a:pt x="447675" y="762000"/>
                </a:lnTo>
                <a:close/>
                <a:moveTo>
                  <a:pt x="628650" y="742950"/>
                </a:moveTo>
                <a:lnTo>
                  <a:pt x="638175" y="742950"/>
                </a:lnTo>
                <a:lnTo>
                  <a:pt x="638175" y="752475"/>
                </a:lnTo>
                <a:lnTo>
                  <a:pt x="628650" y="752475"/>
                </a:lnTo>
                <a:close/>
                <a:moveTo>
                  <a:pt x="695325" y="742950"/>
                </a:moveTo>
                <a:lnTo>
                  <a:pt x="714375" y="742950"/>
                </a:lnTo>
                <a:lnTo>
                  <a:pt x="714375" y="752475"/>
                </a:lnTo>
                <a:lnTo>
                  <a:pt x="695325" y="752475"/>
                </a:lnTo>
                <a:close/>
                <a:moveTo>
                  <a:pt x="819150" y="742950"/>
                </a:moveTo>
                <a:lnTo>
                  <a:pt x="847725" y="742950"/>
                </a:lnTo>
                <a:lnTo>
                  <a:pt x="847725" y="762000"/>
                </a:lnTo>
                <a:lnTo>
                  <a:pt x="866775" y="762000"/>
                </a:lnTo>
                <a:lnTo>
                  <a:pt x="866775" y="752475"/>
                </a:lnTo>
                <a:lnTo>
                  <a:pt x="885825" y="752475"/>
                </a:lnTo>
                <a:lnTo>
                  <a:pt x="885825" y="742950"/>
                </a:lnTo>
                <a:lnTo>
                  <a:pt x="904875" y="742950"/>
                </a:lnTo>
                <a:lnTo>
                  <a:pt x="904875" y="752475"/>
                </a:lnTo>
                <a:lnTo>
                  <a:pt x="914400" y="752475"/>
                </a:lnTo>
                <a:lnTo>
                  <a:pt x="914400" y="762000"/>
                </a:lnTo>
                <a:lnTo>
                  <a:pt x="923925" y="762000"/>
                </a:lnTo>
                <a:lnTo>
                  <a:pt x="923925" y="771525"/>
                </a:lnTo>
                <a:lnTo>
                  <a:pt x="933450" y="771525"/>
                </a:lnTo>
                <a:lnTo>
                  <a:pt x="933450" y="781050"/>
                </a:lnTo>
                <a:lnTo>
                  <a:pt x="942975" y="781050"/>
                </a:lnTo>
                <a:lnTo>
                  <a:pt x="942975" y="809625"/>
                </a:lnTo>
                <a:lnTo>
                  <a:pt x="914400" y="809625"/>
                </a:lnTo>
                <a:lnTo>
                  <a:pt x="914400" y="790575"/>
                </a:lnTo>
                <a:lnTo>
                  <a:pt x="904875" y="790575"/>
                </a:lnTo>
                <a:lnTo>
                  <a:pt x="904875" y="781050"/>
                </a:lnTo>
                <a:lnTo>
                  <a:pt x="914400" y="781050"/>
                </a:lnTo>
                <a:lnTo>
                  <a:pt x="914400" y="771525"/>
                </a:lnTo>
                <a:lnTo>
                  <a:pt x="876300" y="771525"/>
                </a:lnTo>
                <a:lnTo>
                  <a:pt x="876300" y="781050"/>
                </a:lnTo>
                <a:lnTo>
                  <a:pt x="847725" y="781050"/>
                </a:lnTo>
                <a:lnTo>
                  <a:pt x="847725" y="771525"/>
                </a:lnTo>
                <a:lnTo>
                  <a:pt x="838200" y="771525"/>
                </a:lnTo>
                <a:lnTo>
                  <a:pt x="838200" y="762000"/>
                </a:lnTo>
                <a:lnTo>
                  <a:pt x="828675" y="762000"/>
                </a:lnTo>
                <a:lnTo>
                  <a:pt x="828675" y="752475"/>
                </a:lnTo>
                <a:lnTo>
                  <a:pt x="819150" y="752475"/>
                </a:lnTo>
                <a:close/>
                <a:moveTo>
                  <a:pt x="628650" y="781050"/>
                </a:moveTo>
                <a:lnTo>
                  <a:pt x="638175" y="781050"/>
                </a:lnTo>
                <a:lnTo>
                  <a:pt x="638175" y="790575"/>
                </a:lnTo>
                <a:lnTo>
                  <a:pt x="647700" y="790575"/>
                </a:lnTo>
                <a:lnTo>
                  <a:pt x="647700" y="809625"/>
                </a:lnTo>
                <a:lnTo>
                  <a:pt x="619125" y="809625"/>
                </a:lnTo>
                <a:lnTo>
                  <a:pt x="619125" y="790575"/>
                </a:lnTo>
                <a:lnTo>
                  <a:pt x="628650" y="790575"/>
                </a:lnTo>
                <a:close/>
                <a:moveTo>
                  <a:pt x="47625" y="800100"/>
                </a:moveTo>
                <a:lnTo>
                  <a:pt x="66675" y="800100"/>
                </a:lnTo>
                <a:lnTo>
                  <a:pt x="66675" y="809625"/>
                </a:lnTo>
                <a:lnTo>
                  <a:pt x="47625" y="809625"/>
                </a:lnTo>
                <a:close/>
                <a:moveTo>
                  <a:pt x="114300" y="800100"/>
                </a:moveTo>
                <a:lnTo>
                  <a:pt x="123825" y="800100"/>
                </a:lnTo>
                <a:lnTo>
                  <a:pt x="123825" y="809625"/>
                </a:lnTo>
                <a:lnTo>
                  <a:pt x="114300" y="809625"/>
                </a:lnTo>
                <a:close/>
                <a:moveTo>
                  <a:pt x="866775" y="800100"/>
                </a:moveTo>
                <a:lnTo>
                  <a:pt x="885825" y="800100"/>
                </a:lnTo>
                <a:lnTo>
                  <a:pt x="885825" y="809625"/>
                </a:lnTo>
                <a:lnTo>
                  <a:pt x="866775" y="809625"/>
                </a:lnTo>
                <a:close/>
              </a:path>
            </a:pathLst>
          </a:custGeom>
          <a:solidFill xmlns:a="http://schemas.openxmlformats.org/drawingml/2006/main">
            <a:srgbClr val="F6F7F1"/>
          </a:solidFill>
          <a:ln xmlns:a="http://schemas.openxmlformats.org/drawingml/2006/main" w="0">
            <a:noFill/>
          </a:ln>
        </p:spPr>
      </p:sp>
      <p:sp>
        <p:nvSpPr>
          <p:cNvPr id="56" name="v01 vector #e9eee8">
            <a:extLst xmlns:a="http://schemas.openxmlformats.org/drawingml/2006/main">
              <a:ext uri="{FF2B5EF4-FFF2-40B4-BE49-F238E27FC236}">
                <a16:creationId xmlns:a16="http://schemas.microsoft.com/office/drawing/2014/main" id="{76717FA6-120C-4924-95A4-319F711FAE2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8250" y="2362200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952500" y="38100"/>
                </a:moveTo>
                <a:lnTo>
                  <a:pt x="962025" y="38100"/>
                </a:lnTo>
                <a:lnTo>
                  <a:pt x="962025" y="47625"/>
                </a:lnTo>
                <a:lnTo>
                  <a:pt x="952500" y="47625"/>
                </a:lnTo>
                <a:close/>
                <a:moveTo>
                  <a:pt x="142875" y="47625"/>
                </a:moveTo>
                <a:lnTo>
                  <a:pt x="152400" y="47625"/>
                </a:lnTo>
                <a:lnTo>
                  <a:pt x="152400" y="57150"/>
                </a:lnTo>
                <a:lnTo>
                  <a:pt x="142875" y="57150"/>
                </a:lnTo>
                <a:close/>
                <a:moveTo>
                  <a:pt x="133350" y="57150"/>
                </a:moveTo>
                <a:lnTo>
                  <a:pt x="142875" y="57150"/>
                </a:lnTo>
                <a:lnTo>
                  <a:pt x="142875" y="66675"/>
                </a:lnTo>
                <a:lnTo>
                  <a:pt x="133350" y="66675"/>
                </a:lnTo>
                <a:close/>
                <a:moveTo>
                  <a:pt x="123825" y="85725"/>
                </a:moveTo>
                <a:lnTo>
                  <a:pt x="133350" y="85725"/>
                </a:lnTo>
                <a:lnTo>
                  <a:pt x="133350" y="133350"/>
                </a:lnTo>
                <a:lnTo>
                  <a:pt x="123825" y="133350"/>
                </a:lnTo>
                <a:close/>
                <a:moveTo>
                  <a:pt x="257175" y="85725"/>
                </a:moveTo>
                <a:lnTo>
                  <a:pt x="266700" y="85725"/>
                </a:lnTo>
                <a:lnTo>
                  <a:pt x="266700" y="95250"/>
                </a:lnTo>
                <a:lnTo>
                  <a:pt x="276225" y="95250"/>
                </a:lnTo>
                <a:lnTo>
                  <a:pt x="276225" y="104775"/>
                </a:lnTo>
                <a:lnTo>
                  <a:pt x="266700" y="104775"/>
                </a:lnTo>
                <a:lnTo>
                  <a:pt x="266700" y="114300"/>
                </a:lnTo>
                <a:lnTo>
                  <a:pt x="257175" y="114300"/>
                </a:lnTo>
                <a:close/>
                <a:moveTo>
                  <a:pt x="323850" y="85725"/>
                </a:moveTo>
                <a:lnTo>
                  <a:pt x="333375" y="85725"/>
                </a:lnTo>
                <a:lnTo>
                  <a:pt x="333375" y="114300"/>
                </a:lnTo>
                <a:lnTo>
                  <a:pt x="323850" y="114300"/>
                </a:lnTo>
                <a:lnTo>
                  <a:pt x="323850" y="104775"/>
                </a:lnTo>
                <a:lnTo>
                  <a:pt x="314325" y="104775"/>
                </a:lnTo>
                <a:lnTo>
                  <a:pt x="314325" y="95250"/>
                </a:lnTo>
                <a:lnTo>
                  <a:pt x="323850" y="95250"/>
                </a:lnTo>
                <a:close/>
                <a:moveTo>
                  <a:pt x="190500" y="95250"/>
                </a:moveTo>
                <a:lnTo>
                  <a:pt x="209550" y="95250"/>
                </a:lnTo>
                <a:lnTo>
                  <a:pt x="209550" y="114300"/>
                </a:lnTo>
                <a:lnTo>
                  <a:pt x="200025" y="114300"/>
                </a:lnTo>
                <a:lnTo>
                  <a:pt x="200025" y="104775"/>
                </a:lnTo>
                <a:lnTo>
                  <a:pt x="190500" y="104775"/>
                </a:lnTo>
                <a:close/>
                <a:moveTo>
                  <a:pt x="952500" y="161925"/>
                </a:moveTo>
                <a:lnTo>
                  <a:pt x="962025" y="161925"/>
                </a:lnTo>
                <a:lnTo>
                  <a:pt x="962025" y="171450"/>
                </a:lnTo>
                <a:lnTo>
                  <a:pt x="952500" y="171450"/>
                </a:lnTo>
                <a:close/>
                <a:moveTo>
                  <a:pt x="847725" y="180975"/>
                </a:moveTo>
                <a:lnTo>
                  <a:pt x="857250" y="180975"/>
                </a:lnTo>
                <a:lnTo>
                  <a:pt x="857250" y="190500"/>
                </a:lnTo>
                <a:lnTo>
                  <a:pt x="847725" y="190500"/>
                </a:lnTo>
                <a:close/>
                <a:moveTo>
                  <a:pt x="800100" y="190500"/>
                </a:moveTo>
                <a:lnTo>
                  <a:pt x="809625" y="190500"/>
                </a:lnTo>
                <a:lnTo>
                  <a:pt x="809625" y="200025"/>
                </a:lnTo>
                <a:lnTo>
                  <a:pt x="800100" y="200025"/>
                </a:lnTo>
                <a:close/>
                <a:moveTo>
                  <a:pt x="771525" y="200025"/>
                </a:moveTo>
                <a:lnTo>
                  <a:pt x="790575" y="200025"/>
                </a:lnTo>
                <a:lnTo>
                  <a:pt x="790575" y="209550"/>
                </a:lnTo>
                <a:lnTo>
                  <a:pt x="771525" y="209550"/>
                </a:lnTo>
                <a:close/>
                <a:moveTo>
                  <a:pt x="885825" y="200025"/>
                </a:moveTo>
                <a:lnTo>
                  <a:pt x="895350" y="200025"/>
                </a:lnTo>
                <a:lnTo>
                  <a:pt x="895350" y="209550"/>
                </a:lnTo>
                <a:lnTo>
                  <a:pt x="885825" y="209550"/>
                </a:lnTo>
                <a:close/>
                <a:moveTo>
                  <a:pt x="895350" y="209550"/>
                </a:moveTo>
                <a:lnTo>
                  <a:pt x="904875" y="209550"/>
                </a:lnTo>
                <a:lnTo>
                  <a:pt x="904875" y="219075"/>
                </a:lnTo>
                <a:lnTo>
                  <a:pt x="895350" y="219075"/>
                </a:lnTo>
                <a:close/>
                <a:moveTo>
                  <a:pt x="733425" y="219075"/>
                </a:moveTo>
                <a:lnTo>
                  <a:pt x="742950" y="219075"/>
                </a:lnTo>
                <a:lnTo>
                  <a:pt x="742950" y="228600"/>
                </a:lnTo>
                <a:lnTo>
                  <a:pt x="733425" y="228600"/>
                </a:lnTo>
                <a:close/>
                <a:moveTo>
                  <a:pt x="723900" y="228600"/>
                </a:moveTo>
                <a:lnTo>
                  <a:pt x="733425" y="228600"/>
                </a:lnTo>
                <a:lnTo>
                  <a:pt x="733425" y="238125"/>
                </a:lnTo>
                <a:lnTo>
                  <a:pt x="723900" y="238125"/>
                </a:lnTo>
                <a:close/>
                <a:moveTo>
                  <a:pt x="714375" y="238125"/>
                </a:moveTo>
                <a:lnTo>
                  <a:pt x="723900" y="238125"/>
                </a:lnTo>
                <a:lnTo>
                  <a:pt x="723900" y="247650"/>
                </a:lnTo>
                <a:lnTo>
                  <a:pt x="714375" y="247650"/>
                </a:lnTo>
                <a:close/>
                <a:moveTo>
                  <a:pt x="914400" y="238125"/>
                </a:moveTo>
                <a:lnTo>
                  <a:pt x="923925" y="238125"/>
                </a:lnTo>
                <a:lnTo>
                  <a:pt x="923925" y="247650"/>
                </a:lnTo>
                <a:lnTo>
                  <a:pt x="914400" y="247650"/>
                </a:lnTo>
                <a:close/>
                <a:moveTo>
                  <a:pt x="923925" y="266700"/>
                </a:moveTo>
                <a:lnTo>
                  <a:pt x="933450" y="266700"/>
                </a:lnTo>
                <a:lnTo>
                  <a:pt x="933450" y="285750"/>
                </a:lnTo>
                <a:lnTo>
                  <a:pt x="923925" y="285750"/>
                </a:lnTo>
                <a:close/>
                <a:moveTo>
                  <a:pt x="695325" y="276225"/>
                </a:moveTo>
                <a:lnTo>
                  <a:pt x="704850" y="276225"/>
                </a:lnTo>
                <a:lnTo>
                  <a:pt x="704850" y="295275"/>
                </a:lnTo>
                <a:lnTo>
                  <a:pt x="695325" y="295275"/>
                </a:lnTo>
                <a:close/>
                <a:moveTo>
                  <a:pt x="209550" y="285750"/>
                </a:moveTo>
                <a:lnTo>
                  <a:pt x="219075" y="285750"/>
                </a:lnTo>
                <a:lnTo>
                  <a:pt x="219075" y="314325"/>
                </a:lnTo>
                <a:lnTo>
                  <a:pt x="209550" y="314325"/>
                </a:lnTo>
                <a:lnTo>
                  <a:pt x="209550" y="304800"/>
                </a:lnTo>
                <a:lnTo>
                  <a:pt x="200025" y="304800"/>
                </a:lnTo>
                <a:lnTo>
                  <a:pt x="200025" y="295275"/>
                </a:lnTo>
                <a:lnTo>
                  <a:pt x="209550" y="295275"/>
                </a:lnTo>
                <a:close/>
                <a:moveTo>
                  <a:pt x="247650" y="285750"/>
                </a:moveTo>
                <a:lnTo>
                  <a:pt x="447675" y="285750"/>
                </a:lnTo>
                <a:lnTo>
                  <a:pt x="447675" y="295275"/>
                </a:lnTo>
                <a:lnTo>
                  <a:pt x="247650" y="295275"/>
                </a:lnTo>
                <a:close/>
                <a:moveTo>
                  <a:pt x="504825" y="285750"/>
                </a:moveTo>
                <a:lnTo>
                  <a:pt x="628650" y="285750"/>
                </a:lnTo>
                <a:lnTo>
                  <a:pt x="628650" y="295275"/>
                </a:lnTo>
                <a:lnTo>
                  <a:pt x="504825" y="295275"/>
                </a:lnTo>
                <a:close/>
                <a:moveTo>
                  <a:pt x="819150" y="285750"/>
                </a:moveTo>
                <a:lnTo>
                  <a:pt x="828675" y="285750"/>
                </a:lnTo>
                <a:lnTo>
                  <a:pt x="828675" y="295275"/>
                </a:lnTo>
                <a:lnTo>
                  <a:pt x="819150" y="295275"/>
                </a:lnTo>
                <a:close/>
                <a:moveTo>
                  <a:pt x="238125" y="295275"/>
                </a:moveTo>
                <a:lnTo>
                  <a:pt x="247650" y="295275"/>
                </a:lnTo>
                <a:lnTo>
                  <a:pt x="247650" y="304800"/>
                </a:lnTo>
                <a:lnTo>
                  <a:pt x="238125" y="304800"/>
                </a:lnTo>
                <a:close/>
                <a:moveTo>
                  <a:pt x="447675" y="295275"/>
                </a:moveTo>
                <a:lnTo>
                  <a:pt x="457200" y="295275"/>
                </a:lnTo>
                <a:lnTo>
                  <a:pt x="457200" y="314325"/>
                </a:lnTo>
                <a:lnTo>
                  <a:pt x="447675" y="314325"/>
                </a:lnTo>
                <a:close/>
                <a:moveTo>
                  <a:pt x="628650" y="295275"/>
                </a:moveTo>
                <a:lnTo>
                  <a:pt x="638175" y="295275"/>
                </a:lnTo>
                <a:lnTo>
                  <a:pt x="638175" y="304800"/>
                </a:lnTo>
                <a:lnTo>
                  <a:pt x="628650" y="304800"/>
                </a:lnTo>
                <a:close/>
                <a:moveTo>
                  <a:pt x="247650" y="314325"/>
                </a:moveTo>
                <a:lnTo>
                  <a:pt x="447675" y="314325"/>
                </a:lnTo>
                <a:lnTo>
                  <a:pt x="447675" y="323850"/>
                </a:lnTo>
                <a:lnTo>
                  <a:pt x="457200" y="323850"/>
                </a:lnTo>
                <a:lnTo>
                  <a:pt x="457200" y="352425"/>
                </a:lnTo>
                <a:lnTo>
                  <a:pt x="447675" y="352425"/>
                </a:lnTo>
                <a:lnTo>
                  <a:pt x="447675" y="333375"/>
                </a:lnTo>
                <a:lnTo>
                  <a:pt x="247650" y="333375"/>
                </a:lnTo>
                <a:close/>
                <a:moveTo>
                  <a:pt x="504825" y="314325"/>
                </a:moveTo>
                <a:lnTo>
                  <a:pt x="628650" y="314325"/>
                </a:lnTo>
                <a:lnTo>
                  <a:pt x="628650" y="333375"/>
                </a:lnTo>
                <a:lnTo>
                  <a:pt x="504825" y="333375"/>
                </a:lnTo>
                <a:close/>
                <a:moveTo>
                  <a:pt x="695325" y="314325"/>
                </a:moveTo>
                <a:lnTo>
                  <a:pt x="704850" y="314325"/>
                </a:lnTo>
                <a:lnTo>
                  <a:pt x="704850" y="333375"/>
                </a:lnTo>
                <a:lnTo>
                  <a:pt x="695325" y="333375"/>
                </a:lnTo>
                <a:close/>
                <a:moveTo>
                  <a:pt x="209550" y="323850"/>
                </a:moveTo>
                <a:lnTo>
                  <a:pt x="219075" y="323850"/>
                </a:lnTo>
                <a:lnTo>
                  <a:pt x="219075" y="333375"/>
                </a:lnTo>
                <a:lnTo>
                  <a:pt x="209550" y="333375"/>
                </a:lnTo>
                <a:close/>
                <a:moveTo>
                  <a:pt x="904875" y="323850"/>
                </a:moveTo>
                <a:lnTo>
                  <a:pt x="914400" y="323850"/>
                </a:lnTo>
                <a:lnTo>
                  <a:pt x="914400" y="333375"/>
                </a:lnTo>
                <a:lnTo>
                  <a:pt x="904875" y="333375"/>
                </a:lnTo>
                <a:close/>
                <a:moveTo>
                  <a:pt x="238125" y="333375"/>
                </a:moveTo>
                <a:lnTo>
                  <a:pt x="247650" y="333375"/>
                </a:lnTo>
                <a:lnTo>
                  <a:pt x="247650" y="342900"/>
                </a:lnTo>
                <a:lnTo>
                  <a:pt x="238125" y="342900"/>
                </a:lnTo>
                <a:close/>
                <a:moveTo>
                  <a:pt x="495300" y="333375"/>
                </a:moveTo>
                <a:lnTo>
                  <a:pt x="504825" y="333375"/>
                </a:lnTo>
                <a:lnTo>
                  <a:pt x="504825" y="342900"/>
                </a:lnTo>
                <a:lnTo>
                  <a:pt x="495300" y="342900"/>
                </a:lnTo>
                <a:close/>
                <a:moveTo>
                  <a:pt x="628650" y="333375"/>
                </a:moveTo>
                <a:lnTo>
                  <a:pt x="638175" y="333375"/>
                </a:lnTo>
                <a:lnTo>
                  <a:pt x="638175" y="342900"/>
                </a:lnTo>
                <a:lnTo>
                  <a:pt x="628650" y="342900"/>
                </a:lnTo>
                <a:close/>
                <a:moveTo>
                  <a:pt x="209550" y="342900"/>
                </a:moveTo>
                <a:lnTo>
                  <a:pt x="219075" y="342900"/>
                </a:lnTo>
                <a:lnTo>
                  <a:pt x="219075" y="352425"/>
                </a:lnTo>
                <a:lnTo>
                  <a:pt x="209550" y="352425"/>
                </a:lnTo>
                <a:close/>
                <a:moveTo>
                  <a:pt x="247650" y="352425"/>
                </a:moveTo>
                <a:lnTo>
                  <a:pt x="447675" y="352425"/>
                </a:lnTo>
                <a:lnTo>
                  <a:pt x="447675" y="361950"/>
                </a:lnTo>
                <a:lnTo>
                  <a:pt x="457200" y="361950"/>
                </a:lnTo>
                <a:lnTo>
                  <a:pt x="457200" y="371475"/>
                </a:lnTo>
                <a:lnTo>
                  <a:pt x="466725" y="371475"/>
                </a:lnTo>
                <a:lnTo>
                  <a:pt x="466725" y="381000"/>
                </a:lnTo>
                <a:lnTo>
                  <a:pt x="457200" y="381000"/>
                </a:lnTo>
                <a:lnTo>
                  <a:pt x="457200" y="390525"/>
                </a:lnTo>
                <a:lnTo>
                  <a:pt x="447675" y="390525"/>
                </a:lnTo>
                <a:lnTo>
                  <a:pt x="447675" y="371475"/>
                </a:lnTo>
                <a:lnTo>
                  <a:pt x="247650" y="371475"/>
                </a:lnTo>
                <a:close/>
                <a:moveTo>
                  <a:pt x="504825" y="352425"/>
                </a:moveTo>
                <a:lnTo>
                  <a:pt x="628650" y="352425"/>
                </a:lnTo>
                <a:lnTo>
                  <a:pt x="628650" y="361950"/>
                </a:lnTo>
                <a:lnTo>
                  <a:pt x="638175" y="361950"/>
                </a:lnTo>
                <a:lnTo>
                  <a:pt x="638175" y="390525"/>
                </a:lnTo>
                <a:lnTo>
                  <a:pt x="628650" y="390525"/>
                </a:lnTo>
                <a:lnTo>
                  <a:pt x="628650" y="371475"/>
                </a:lnTo>
                <a:lnTo>
                  <a:pt x="504825" y="371475"/>
                </a:lnTo>
                <a:close/>
                <a:moveTo>
                  <a:pt x="209550" y="361950"/>
                </a:moveTo>
                <a:lnTo>
                  <a:pt x="219075" y="361950"/>
                </a:lnTo>
                <a:lnTo>
                  <a:pt x="219075" y="390525"/>
                </a:lnTo>
                <a:lnTo>
                  <a:pt x="209550" y="390525"/>
                </a:lnTo>
                <a:lnTo>
                  <a:pt x="209550" y="381000"/>
                </a:lnTo>
                <a:lnTo>
                  <a:pt x="200025" y="381000"/>
                </a:lnTo>
                <a:lnTo>
                  <a:pt x="200025" y="371475"/>
                </a:lnTo>
                <a:lnTo>
                  <a:pt x="209550" y="371475"/>
                </a:lnTo>
                <a:close/>
                <a:moveTo>
                  <a:pt x="714375" y="361950"/>
                </a:moveTo>
                <a:lnTo>
                  <a:pt x="723900" y="361950"/>
                </a:lnTo>
                <a:lnTo>
                  <a:pt x="723900" y="371475"/>
                </a:lnTo>
                <a:lnTo>
                  <a:pt x="714375" y="371475"/>
                </a:lnTo>
                <a:close/>
                <a:moveTo>
                  <a:pt x="238125" y="371475"/>
                </a:moveTo>
                <a:lnTo>
                  <a:pt x="247650" y="371475"/>
                </a:lnTo>
                <a:lnTo>
                  <a:pt x="247650" y="381000"/>
                </a:lnTo>
                <a:lnTo>
                  <a:pt x="238125" y="381000"/>
                </a:lnTo>
                <a:close/>
                <a:moveTo>
                  <a:pt x="495300" y="371475"/>
                </a:moveTo>
                <a:lnTo>
                  <a:pt x="504825" y="371475"/>
                </a:lnTo>
                <a:lnTo>
                  <a:pt x="504825" y="381000"/>
                </a:lnTo>
                <a:lnTo>
                  <a:pt x="495300" y="381000"/>
                </a:lnTo>
                <a:close/>
                <a:moveTo>
                  <a:pt x="723900" y="371475"/>
                </a:moveTo>
                <a:lnTo>
                  <a:pt x="733425" y="371475"/>
                </a:lnTo>
                <a:lnTo>
                  <a:pt x="733425" y="381000"/>
                </a:lnTo>
                <a:lnTo>
                  <a:pt x="723900" y="381000"/>
                </a:lnTo>
                <a:close/>
                <a:moveTo>
                  <a:pt x="733425" y="381000"/>
                </a:moveTo>
                <a:lnTo>
                  <a:pt x="742950" y="381000"/>
                </a:lnTo>
                <a:lnTo>
                  <a:pt x="742950" y="390525"/>
                </a:lnTo>
                <a:lnTo>
                  <a:pt x="733425" y="390525"/>
                </a:lnTo>
                <a:close/>
                <a:moveTo>
                  <a:pt x="857250" y="390525"/>
                </a:moveTo>
                <a:lnTo>
                  <a:pt x="866775" y="390525"/>
                </a:lnTo>
                <a:lnTo>
                  <a:pt x="866775" y="400050"/>
                </a:lnTo>
                <a:lnTo>
                  <a:pt x="857250" y="400050"/>
                </a:lnTo>
                <a:close/>
                <a:moveTo>
                  <a:pt x="771525" y="400050"/>
                </a:moveTo>
                <a:lnTo>
                  <a:pt x="781050" y="400050"/>
                </a:lnTo>
                <a:lnTo>
                  <a:pt x="781050" y="409575"/>
                </a:lnTo>
                <a:lnTo>
                  <a:pt x="771525" y="409575"/>
                </a:lnTo>
                <a:close/>
                <a:moveTo>
                  <a:pt x="828675" y="400050"/>
                </a:moveTo>
                <a:lnTo>
                  <a:pt x="838200" y="400050"/>
                </a:lnTo>
                <a:lnTo>
                  <a:pt x="838200" y="409575"/>
                </a:lnTo>
                <a:lnTo>
                  <a:pt x="828675" y="409575"/>
                </a:lnTo>
                <a:close/>
                <a:moveTo>
                  <a:pt x="200025" y="428625"/>
                </a:moveTo>
                <a:lnTo>
                  <a:pt x="209550" y="428625"/>
                </a:lnTo>
                <a:lnTo>
                  <a:pt x="209550" y="438150"/>
                </a:lnTo>
                <a:lnTo>
                  <a:pt x="200025" y="438150"/>
                </a:lnTo>
                <a:close/>
                <a:moveTo>
                  <a:pt x="228600" y="428625"/>
                </a:moveTo>
                <a:lnTo>
                  <a:pt x="238125" y="428625"/>
                </a:lnTo>
                <a:lnTo>
                  <a:pt x="238125" y="438150"/>
                </a:lnTo>
                <a:lnTo>
                  <a:pt x="228600" y="438150"/>
                </a:lnTo>
                <a:close/>
                <a:moveTo>
                  <a:pt x="190500" y="438150"/>
                </a:moveTo>
                <a:lnTo>
                  <a:pt x="200025" y="438150"/>
                </a:lnTo>
                <a:lnTo>
                  <a:pt x="200025" y="447675"/>
                </a:lnTo>
                <a:lnTo>
                  <a:pt x="190500" y="447675"/>
                </a:lnTo>
                <a:close/>
                <a:moveTo>
                  <a:pt x="238125" y="438150"/>
                </a:moveTo>
                <a:lnTo>
                  <a:pt x="247650" y="438150"/>
                </a:lnTo>
                <a:lnTo>
                  <a:pt x="247650" y="447675"/>
                </a:lnTo>
                <a:lnTo>
                  <a:pt x="238125" y="447675"/>
                </a:lnTo>
                <a:close/>
                <a:moveTo>
                  <a:pt x="571500" y="438150"/>
                </a:moveTo>
                <a:lnTo>
                  <a:pt x="590550" y="438150"/>
                </a:lnTo>
                <a:lnTo>
                  <a:pt x="590550" y="447675"/>
                </a:lnTo>
                <a:lnTo>
                  <a:pt x="571500" y="447675"/>
                </a:lnTo>
                <a:close/>
                <a:moveTo>
                  <a:pt x="247650" y="447675"/>
                </a:moveTo>
                <a:lnTo>
                  <a:pt x="257175" y="447675"/>
                </a:lnTo>
                <a:lnTo>
                  <a:pt x="257175" y="457200"/>
                </a:lnTo>
                <a:lnTo>
                  <a:pt x="247650" y="457200"/>
                </a:lnTo>
                <a:close/>
                <a:moveTo>
                  <a:pt x="266700" y="447675"/>
                </a:moveTo>
                <a:lnTo>
                  <a:pt x="276225" y="447675"/>
                </a:lnTo>
                <a:lnTo>
                  <a:pt x="276225" y="466725"/>
                </a:lnTo>
                <a:lnTo>
                  <a:pt x="266700" y="466725"/>
                </a:lnTo>
                <a:close/>
                <a:moveTo>
                  <a:pt x="361950" y="447675"/>
                </a:moveTo>
                <a:lnTo>
                  <a:pt x="371475" y="447675"/>
                </a:lnTo>
                <a:lnTo>
                  <a:pt x="371475" y="466725"/>
                </a:lnTo>
                <a:lnTo>
                  <a:pt x="361950" y="466725"/>
                </a:lnTo>
                <a:close/>
                <a:moveTo>
                  <a:pt x="438150" y="447675"/>
                </a:moveTo>
                <a:lnTo>
                  <a:pt x="447675" y="447675"/>
                </a:lnTo>
                <a:lnTo>
                  <a:pt x="447675" y="466725"/>
                </a:lnTo>
                <a:lnTo>
                  <a:pt x="438150" y="466725"/>
                </a:lnTo>
                <a:close/>
                <a:moveTo>
                  <a:pt x="514350" y="447675"/>
                </a:moveTo>
                <a:lnTo>
                  <a:pt x="523875" y="447675"/>
                </a:lnTo>
                <a:lnTo>
                  <a:pt x="523875" y="466725"/>
                </a:lnTo>
                <a:lnTo>
                  <a:pt x="514350" y="466725"/>
                </a:lnTo>
                <a:close/>
                <a:moveTo>
                  <a:pt x="200025" y="476250"/>
                </a:moveTo>
                <a:lnTo>
                  <a:pt x="238125" y="476250"/>
                </a:lnTo>
                <a:lnTo>
                  <a:pt x="238125" y="495300"/>
                </a:lnTo>
                <a:lnTo>
                  <a:pt x="200025" y="495300"/>
                </a:lnTo>
                <a:close/>
                <a:moveTo>
                  <a:pt x="723900" y="476250"/>
                </a:moveTo>
                <a:lnTo>
                  <a:pt x="742950" y="476250"/>
                </a:lnTo>
                <a:lnTo>
                  <a:pt x="742950" y="485775"/>
                </a:lnTo>
                <a:lnTo>
                  <a:pt x="723900" y="485775"/>
                </a:lnTo>
                <a:close/>
                <a:moveTo>
                  <a:pt x="742950" y="485775"/>
                </a:moveTo>
                <a:lnTo>
                  <a:pt x="752475" y="485775"/>
                </a:lnTo>
                <a:lnTo>
                  <a:pt x="752475" y="495300"/>
                </a:lnTo>
                <a:lnTo>
                  <a:pt x="742950" y="495300"/>
                </a:lnTo>
                <a:close/>
                <a:moveTo>
                  <a:pt x="190500" y="495300"/>
                </a:moveTo>
                <a:lnTo>
                  <a:pt x="200025" y="495300"/>
                </a:lnTo>
                <a:lnTo>
                  <a:pt x="200025" y="504825"/>
                </a:lnTo>
                <a:lnTo>
                  <a:pt x="190500" y="504825"/>
                </a:lnTo>
                <a:close/>
                <a:moveTo>
                  <a:pt x="238125" y="495300"/>
                </a:moveTo>
                <a:lnTo>
                  <a:pt x="247650" y="495300"/>
                </a:lnTo>
                <a:lnTo>
                  <a:pt x="247650" y="504825"/>
                </a:lnTo>
                <a:lnTo>
                  <a:pt x="257175" y="504825"/>
                </a:lnTo>
                <a:lnTo>
                  <a:pt x="257175" y="514350"/>
                </a:lnTo>
                <a:lnTo>
                  <a:pt x="247650" y="514350"/>
                </a:lnTo>
                <a:lnTo>
                  <a:pt x="247650" y="523875"/>
                </a:lnTo>
                <a:lnTo>
                  <a:pt x="238125" y="523875"/>
                </a:lnTo>
                <a:close/>
                <a:moveTo>
                  <a:pt x="266700" y="504825"/>
                </a:moveTo>
                <a:lnTo>
                  <a:pt x="276225" y="504825"/>
                </a:lnTo>
                <a:lnTo>
                  <a:pt x="276225" y="523875"/>
                </a:lnTo>
                <a:lnTo>
                  <a:pt x="266700" y="523875"/>
                </a:lnTo>
                <a:close/>
                <a:moveTo>
                  <a:pt x="438150" y="504825"/>
                </a:moveTo>
                <a:lnTo>
                  <a:pt x="447675" y="504825"/>
                </a:lnTo>
                <a:lnTo>
                  <a:pt x="447675" y="523875"/>
                </a:lnTo>
                <a:lnTo>
                  <a:pt x="438150" y="523875"/>
                </a:lnTo>
                <a:close/>
                <a:moveTo>
                  <a:pt x="514350" y="504825"/>
                </a:moveTo>
                <a:lnTo>
                  <a:pt x="523875" y="504825"/>
                </a:lnTo>
                <a:lnTo>
                  <a:pt x="523875" y="523875"/>
                </a:lnTo>
                <a:lnTo>
                  <a:pt x="514350" y="523875"/>
                </a:lnTo>
                <a:close/>
                <a:moveTo>
                  <a:pt x="828675" y="514350"/>
                </a:moveTo>
                <a:lnTo>
                  <a:pt x="838200" y="514350"/>
                </a:lnTo>
                <a:lnTo>
                  <a:pt x="838200" y="523875"/>
                </a:lnTo>
                <a:lnTo>
                  <a:pt x="828675" y="523875"/>
                </a:lnTo>
                <a:close/>
                <a:moveTo>
                  <a:pt x="228600" y="523875"/>
                </a:moveTo>
                <a:lnTo>
                  <a:pt x="238125" y="523875"/>
                </a:lnTo>
                <a:lnTo>
                  <a:pt x="238125" y="533400"/>
                </a:lnTo>
                <a:lnTo>
                  <a:pt x="228600" y="533400"/>
                </a:lnTo>
                <a:close/>
                <a:moveTo>
                  <a:pt x="200025" y="533400"/>
                </a:moveTo>
                <a:lnTo>
                  <a:pt x="209550" y="533400"/>
                </a:lnTo>
                <a:lnTo>
                  <a:pt x="209550" y="552450"/>
                </a:lnTo>
                <a:lnTo>
                  <a:pt x="200025" y="552450"/>
                </a:lnTo>
                <a:close/>
                <a:moveTo>
                  <a:pt x="228600" y="542925"/>
                </a:moveTo>
                <a:lnTo>
                  <a:pt x="238125" y="542925"/>
                </a:lnTo>
                <a:lnTo>
                  <a:pt x="238125" y="552450"/>
                </a:lnTo>
                <a:lnTo>
                  <a:pt x="228600" y="552450"/>
                </a:lnTo>
                <a:close/>
                <a:moveTo>
                  <a:pt x="190500" y="552450"/>
                </a:moveTo>
                <a:lnTo>
                  <a:pt x="200025" y="552450"/>
                </a:lnTo>
                <a:lnTo>
                  <a:pt x="200025" y="561975"/>
                </a:lnTo>
                <a:lnTo>
                  <a:pt x="190500" y="561975"/>
                </a:lnTo>
                <a:close/>
                <a:moveTo>
                  <a:pt x="238125" y="552450"/>
                </a:moveTo>
                <a:lnTo>
                  <a:pt x="247650" y="552450"/>
                </a:lnTo>
                <a:lnTo>
                  <a:pt x="247650" y="561975"/>
                </a:lnTo>
                <a:lnTo>
                  <a:pt x="238125" y="561975"/>
                </a:lnTo>
                <a:close/>
                <a:moveTo>
                  <a:pt x="266700" y="552450"/>
                </a:moveTo>
                <a:lnTo>
                  <a:pt x="381000" y="552450"/>
                </a:lnTo>
                <a:lnTo>
                  <a:pt x="381000" y="561975"/>
                </a:lnTo>
                <a:lnTo>
                  <a:pt x="266700" y="561975"/>
                </a:lnTo>
                <a:close/>
                <a:moveTo>
                  <a:pt x="676275" y="552450"/>
                </a:moveTo>
                <a:lnTo>
                  <a:pt x="685800" y="552450"/>
                </a:lnTo>
                <a:lnTo>
                  <a:pt x="685800" y="561975"/>
                </a:lnTo>
                <a:lnTo>
                  <a:pt x="676275" y="561975"/>
                </a:lnTo>
                <a:close/>
                <a:moveTo>
                  <a:pt x="247650" y="561975"/>
                </a:moveTo>
                <a:lnTo>
                  <a:pt x="266700" y="561975"/>
                </a:lnTo>
                <a:lnTo>
                  <a:pt x="266700" y="571500"/>
                </a:lnTo>
                <a:lnTo>
                  <a:pt x="247650" y="571500"/>
                </a:lnTo>
                <a:close/>
                <a:moveTo>
                  <a:pt x="514350" y="561975"/>
                </a:moveTo>
                <a:lnTo>
                  <a:pt x="523875" y="561975"/>
                </a:lnTo>
                <a:lnTo>
                  <a:pt x="523875" y="581025"/>
                </a:lnTo>
                <a:lnTo>
                  <a:pt x="514350" y="581025"/>
                </a:lnTo>
                <a:close/>
                <a:moveTo>
                  <a:pt x="228600" y="590550"/>
                </a:moveTo>
                <a:lnTo>
                  <a:pt x="238125" y="590550"/>
                </a:lnTo>
                <a:lnTo>
                  <a:pt x="238125" y="609600"/>
                </a:lnTo>
                <a:lnTo>
                  <a:pt x="228600" y="609600"/>
                </a:lnTo>
                <a:close/>
                <a:moveTo>
                  <a:pt x="200025" y="600075"/>
                </a:moveTo>
                <a:lnTo>
                  <a:pt x="209550" y="600075"/>
                </a:lnTo>
                <a:lnTo>
                  <a:pt x="209550" y="609600"/>
                </a:lnTo>
                <a:lnTo>
                  <a:pt x="200025" y="609600"/>
                </a:lnTo>
                <a:close/>
                <a:moveTo>
                  <a:pt x="190500" y="609600"/>
                </a:moveTo>
                <a:lnTo>
                  <a:pt x="200025" y="609600"/>
                </a:lnTo>
                <a:lnTo>
                  <a:pt x="200025" y="619125"/>
                </a:lnTo>
                <a:lnTo>
                  <a:pt x="190500" y="619125"/>
                </a:lnTo>
                <a:close/>
                <a:moveTo>
                  <a:pt x="238125" y="609600"/>
                </a:moveTo>
                <a:lnTo>
                  <a:pt x="257175" y="609600"/>
                </a:lnTo>
                <a:lnTo>
                  <a:pt x="257175" y="619125"/>
                </a:lnTo>
                <a:lnTo>
                  <a:pt x="266700" y="619125"/>
                </a:lnTo>
                <a:lnTo>
                  <a:pt x="266700" y="609600"/>
                </a:lnTo>
                <a:lnTo>
                  <a:pt x="361950" y="609600"/>
                </a:lnTo>
                <a:lnTo>
                  <a:pt x="361950" y="619125"/>
                </a:lnTo>
                <a:lnTo>
                  <a:pt x="266700" y="619125"/>
                </a:lnTo>
                <a:lnTo>
                  <a:pt x="266700" y="628650"/>
                </a:lnTo>
                <a:lnTo>
                  <a:pt x="257175" y="628650"/>
                </a:lnTo>
                <a:lnTo>
                  <a:pt x="257175" y="638175"/>
                </a:lnTo>
                <a:lnTo>
                  <a:pt x="238125" y="638175"/>
                </a:lnTo>
                <a:close/>
                <a:moveTo>
                  <a:pt x="438150" y="609600"/>
                </a:moveTo>
                <a:lnTo>
                  <a:pt x="523875" y="609600"/>
                </a:lnTo>
                <a:lnTo>
                  <a:pt x="523875" y="638175"/>
                </a:lnTo>
                <a:lnTo>
                  <a:pt x="514350" y="638175"/>
                </a:lnTo>
                <a:lnTo>
                  <a:pt x="514350" y="619125"/>
                </a:lnTo>
                <a:lnTo>
                  <a:pt x="447675" y="619125"/>
                </a:lnTo>
                <a:lnTo>
                  <a:pt x="447675" y="638175"/>
                </a:lnTo>
                <a:lnTo>
                  <a:pt x="438150" y="638175"/>
                </a:lnTo>
                <a:close/>
                <a:moveTo>
                  <a:pt x="361950" y="619125"/>
                </a:moveTo>
                <a:lnTo>
                  <a:pt x="371475" y="619125"/>
                </a:lnTo>
                <a:lnTo>
                  <a:pt x="371475" y="628650"/>
                </a:lnTo>
                <a:lnTo>
                  <a:pt x="361950" y="628650"/>
                </a:lnTo>
                <a:close/>
                <a:moveTo>
                  <a:pt x="914400" y="628650"/>
                </a:moveTo>
                <a:lnTo>
                  <a:pt x="923925" y="628650"/>
                </a:lnTo>
                <a:lnTo>
                  <a:pt x="923925" y="638175"/>
                </a:lnTo>
                <a:lnTo>
                  <a:pt x="933450" y="638175"/>
                </a:lnTo>
                <a:lnTo>
                  <a:pt x="933450" y="647700"/>
                </a:lnTo>
                <a:lnTo>
                  <a:pt x="923925" y="647700"/>
                </a:lnTo>
                <a:lnTo>
                  <a:pt x="923925" y="657225"/>
                </a:lnTo>
                <a:lnTo>
                  <a:pt x="581025" y="657225"/>
                </a:lnTo>
                <a:lnTo>
                  <a:pt x="581025" y="647700"/>
                </a:lnTo>
                <a:lnTo>
                  <a:pt x="571500" y="647700"/>
                </a:lnTo>
                <a:lnTo>
                  <a:pt x="571500" y="638175"/>
                </a:lnTo>
                <a:lnTo>
                  <a:pt x="581025" y="638175"/>
                </a:lnTo>
                <a:lnTo>
                  <a:pt x="581025" y="647700"/>
                </a:lnTo>
                <a:lnTo>
                  <a:pt x="914400" y="647700"/>
                </a:lnTo>
                <a:close/>
                <a:moveTo>
                  <a:pt x="228600" y="638175"/>
                </a:moveTo>
                <a:lnTo>
                  <a:pt x="238125" y="638175"/>
                </a:lnTo>
                <a:lnTo>
                  <a:pt x="238125" y="647700"/>
                </a:lnTo>
                <a:lnTo>
                  <a:pt x="228600" y="647700"/>
                </a:lnTo>
                <a:close/>
                <a:moveTo>
                  <a:pt x="152400" y="676275"/>
                </a:moveTo>
                <a:lnTo>
                  <a:pt x="161925" y="676275"/>
                </a:lnTo>
                <a:lnTo>
                  <a:pt x="161925" y="685800"/>
                </a:lnTo>
                <a:lnTo>
                  <a:pt x="152400" y="685800"/>
                </a:lnTo>
                <a:close/>
                <a:moveTo>
                  <a:pt x="981075" y="676275"/>
                </a:moveTo>
                <a:lnTo>
                  <a:pt x="990600" y="676275"/>
                </a:lnTo>
                <a:lnTo>
                  <a:pt x="990600" y="685800"/>
                </a:lnTo>
                <a:lnTo>
                  <a:pt x="981075" y="685800"/>
                </a:lnTo>
                <a:close/>
                <a:moveTo>
                  <a:pt x="161925" y="685800"/>
                </a:moveTo>
                <a:lnTo>
                  <a:pt x="171450" y="685800"/>
                </a:lnTo>
                <a:lnTo>
                  <a:pt x="171450" y="695325"/>
                </a:lnTo>
                <a:lnTo>
                  <a:pt x="161925" y="695325"/>
                </a:lnTo>
                <a:close/>
                <a:moveTo>
                  <a:pt x="971550" y="695325"/>
                </a:moveTo>
                <a:lnTo>
                  <a:pt x="981075" y="695325"/>
                </a:lnTo>
                <a:lnTo>
                  <a:pt x="981075" y="704850"/>
                </a:lnTo>
                <a:lnTo>
                  <a:pt x="971550" y="704850"/>
                </a:lnTo>
                <a:close/>
                <a:moveTo>
                  <a:pt x="962025" y="704850"/>
                </a:moveTo>
                <a:lnTo>
                  <a:pt x="971550" y="704850"/>
                </a:lnTo>
                <a:lnTo>
                  <a:pt x="971550" y="714375"/>
                </a:lnTo>
                <a:lnTo>
                  <a:pt x="962025" y="714375"/>
                </a:lnTo>
                <a:close/>
                <a:moveTo>
                  <a:pt x="171450" y="714375"/>
                </a:moveTo>
                <a:lnTo>
                  <a:pt x="942975" y="714375"/>
                </a:lnTo>
                <a:lnTo>
                  <a:pt x="942975" y="723900"/>
                </a:lnTo>
                <a:lnTo>
                  <a:pt x="171450" y="723900"/>
                </a:lnTo>
                <a:close/>
              </a:path>
            </a:pathLst>
          </a:custGeom>
          <a:solidFill xmlns:a="http://schemas.openxmlformats.org/drawingml/2006/main">
            <a:srgbClr val="E9EEE8"/>
          </a:solidFill>
          <a:ln xmlns:a="http://schemas.openxmlformats.org/drawingml/2006/main" w="0">
            <a:noFill/>
          </a:ln>
        </p:spPr>
      </p:sp>
      <p:sp>
        <p:nvSpPr>
          <p:cNvPr id="57" name="v01 vector #bdc7bf">
            <a:extLst xmlns:a="http://schemas.openxmlformats.org/drawingml/2006/main">
              <a:ext uri="{FF2B5EF4-FFF2-40B4-BE49-F238E27FC236}">
                <a16:creationId xmlns:a16="http://schemas.microsoft.com/office/drawing/2014/main" id="{14739ABB-0ECB-4137-8055-016EAD0166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8250" y="2362200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161925" y="38100"/>
                </a:moveTo>
                <a:lnTo>
                  <a:pt x="180975" y="38100"/>
                </a:lnTo>
                <a:lnTo>
                  <a:pt x="180975" y="47625"/>
                </a:lnTo>
                <a:lnTo>
                  <a:pt x="161925" y="47625"/>
                </a:lnTo>
                <a:close/>
                <a:moveTo>
                  <a:pt x="209550" y="38100"/>
                </a:moveTo>
                <a:lnTo>
                  <a:pt x="952500" y="38100"/>
                </a:lnTo>
                <a:lnTo>
                  <a:pt x="952500" y="47625"/>
                </a:lnTo>
                <a:lnTo>
                  <a:pt x="209550" y="47625"/>
                </a:lnTo>
                <a:close/>
                <a:moveTo>
                  <a:pt x="962025" y="47625"/>
                </a:moveTo>
                <a:lnTo>
                  <a:pt x="971550" y="47625"/>
                </a:lnTo>
                <a:lnTo>
                  <a:pt x="971550" y="57150"/>
                </a:lnTo>
                <a:lnTo>
                  <a:pt x="962025" y="57150"/>
                </a:lnTo>
                <a:close/>
                <a:moveTo>
                  <a:pt x="971550" y="57150"/>
                </a:moveTo>
                <a:lnTo>
                  <a:pt x="981075" y="57150"/>
                </a:lnTo>
                <a:lnTo>
                  <a:pt x="981075" y="66675"/>
                </a:lnTo>
                <a:lnTo>
                  <a:pt x="971550" y="66675"/>
                </a:lnTo>
                <a:close/>
                <a:moveTo>
                  <a:pt x="981075" y="76200"/>
                </a:moveTo>
                <a:lnTo>
                  <a:pt x="990600" y="76200"/>
                </a:lnTo>
                <a:lnTo>
                  <a:pt x="990600" y="676275"/>
                </a:lnTo>
                <a:lnTo>
                  <a:pt x="962025" y="676275"/>
                </a:lnTo>
                <a:lnTo>
                  <a:pt x="962025" y="161925"/>
                </a:lnTo>
                <a:lnTo>
                  <a:pt x="161925" y="161925"/>
                </a:lnTo>
                <a:lnTo>
                  <a:pt x="161925" y="152400"/>
                </a:lnTo>
                <a:lnTo>
                  <a:pt x="962025" y="152400"/>
                </a:lnTo>
                <a:lnTo>
                  <a:pt x="962025" y="161925"/>
                </a:lnTo>
                <a:lnTo>
                  <a:pt x="981075" y="161925"/>
                </a:lnTo>
                <a:close/>
                <a:moveTo>
                  <a:pt x="200025" y="85725"/>
                </a:moveTo>
                <a:lnTo>
                  <a:pt x="209550" y="85725"/>
                </a:lnTo>
                <a:lnTo>
                  <a:pt x="209550" y="95250"/>
                </a:lnTo>
                <a:lnTo>
                  <a:pt x="200025" y="95250"/>
                </a:lnTo>
                <a:close/>
                <a:moveTo>
                  <a:pt x="314325" y="85725"/>
                </a:moveTo>
                <a:lnTo>
                  <a:pt x="323850" y="85725"/>
                </a:lnTo>
                <a:lnTo>
                  <a:pt x="323850" y="95250"/>
                </a:lnTo>
                <a:lnTo>
                  <a:pt x="314325" y="95250"/>
                </a:lnTo>
                <a:close/>
                <a:moveTo>
                  <a:pt x="209550" y="95250"/>
                </a:moveTo>
                <a:lnTo>
                  <a:pt x="219075" y="95250"/>
                </a:lnTo>
                <a:lnTo>
                  <a:pt x="219075" y="104775"/>
                </a:lnTo>
                <a:lnTo>
                  <a:pt x="209550" y="104775"/>
                </a:lnTo>
                <a:close/>
                <a:moveTo>
                  <a:pt x="247650" y="95250"/>
                </a:moveTo>
                <a:lnTo>
                  <a:pt x="257175" y="95250"/>
                </a:lnTo>
                <a:lnTo>
                  <a:pt x="257175" y="104775"/>
                </a:lnTo>
                <a:lnTo>
                  <a:pt x="247650" y="104775"/>
                </a:lnTo>
                <a:close/>
                <a:moveTo>
                  <a:pt x="333375" y="95250"/>
                </a:moveTo>
                <a:lnTo>
                  <a:pt x="342900" y="95250"/>
                </a:lnTo>
                <a:lnTo>
                  <a:pt x="342900" y="104775"/>
                </a:lnTo>
                <a:lnTo>
                  <a:pt x="333375" y="104775"/>
                </a:lnTo>
                <a:close/>
                <a:moveTo>
                  <a:pt x="314325" y="104775"/>
                </a:moveTo>
                <a:lnTo>
                  <a:pt x="323850" y="104775"/>
                </a:lnTo>
                <a:lnTo>
                  <a:pt x="323850" y="114300"/>
                </a:lnTo>
                <a:lnTo>
                  <a:pt x="314325" y="114300"/>
                </a:lnTo>
                <a:close/>
                <a:moveTo>
                  <a:pt x="152400" y="161925"/>
                </a:moveTo>
                <a:lnTo>
                  <a:pt x="161925" y="161925"/>
                </a:lnTo>
                <a:lnTo>
                  <a:pt x="161925" y="171450"/>
                </a:lnTo>
                <a:lnTo>
                  <a:pt x="152400" y="171450"/>
                </a:lnTo>
                <a:close/>
                <a:moveTo>
                  <a:pt x="819150" y="180975"/>
                </a:moveTo>
                <a:lnTo>
                  <a:pt x="828675" y="180975"/>
                </a:lnTo>
                <a:lnTo>
                  <a:pt x="828675" y="190500"/>
                </a:lnTo>
                <a:lnTo>
                  <a:pt x="819150" y="190500"/>
                </a:lnTo>
                <a:close/>
                <a:moveTo>
                  <a:pt x="809625" y="190500"/>
                </a:moveTo>
                <a:lnTo>
                  <a:pt x="819150" y="190500"/>
                </a:lnTo>
                <a:lnTo>
                  <a:pt x="819150" y="209550"/>
                </a:lnTo>
                <a:lnTo>
                  <a:pt x="809625" y="209550"/>
                </a:lnTo>
                <a:lnTo>
                  <a:pt x="809625" y="219075"/>
                </a:lnTo>
                <a:lnTo>
                  <a:pt x="800100" y="219075"/>
                </a:lnTo>
                <a:lnTo>
                  <a:pt x="800100" y="209550"/>
                </a:lnTo>
                <a:lnTo>
                  <a:pt x="790575" y="209550"/>
                </a:lnTo>
                <a:lnTo>
                  <a:pt x="790575" y="200025"/>
                </a:lnTo>
                <a:lnTo>
                  <a:pt x="809625" y="200025"/>
                </a:lnTo>
                <a:close/>
                <a:moveTo>
                  <a:pt x="866775" y="190500"/>
                </a:moveTo>
                <a:lnTo>
                  <a:pt x="876300" y="190500"/>
                </a:lnTo>
                <a:lnTo>
                  <a:pt x="876300" y="200025"/>
                </a:lnTo>
                <a:lnTo>
                  <a:pt x="866775" y="200025"/>
                </a:lnTo>
                <a:close/>
                <a:moveTo>
                  <a:pt x="752475" y="209550"/>
                </a:moveTo>
                <a:lnTo>
                  <a:pt x="762000" y="209550"/>
                </a:lnTo>
                <a:lnTo>
                  <a:pt x="762000" y="219075"/>
                </a:lnTo>
                <a:lnTo>
                  <a:pt x="752475" y="219075"/>
                </a:lnTo>
                <a:close/>
                <a:moveTo>
                  <a:pt x="190500" y="247650"/>
                </a:moveTo>
                <a:lnTo>
                  <a:pt x="200025" y="247650"/>
                </a:lnTo>
                <a:lnTo>
                  <a:pt x="200025" y="257175"/>
                </a:lnTo>
                <a:lnTo>
                  <a:pt x="190500" y="257175"/>
                </a:lnTo>
                <a:close/>
                <a:moveTo>
                  <a:pt x="200025" y="257175"/>
                </a:moveTo>
                <a:lnTo>
                  <a:pt x="209550" y="257175"/>
                </a:lnTo>
                <a:lnTo>
                  <a:pt x="209550" y="266700"/>
                </a:lnTo>
                <a:lnTo>
                  <a:pt x="200025" y="266700"/>
                </a:lnTo>
                <a:close/>
                <a:moveTo>
                  <a:pt x="704850" y="257175"/>
                </a:moveTo>
                <a:lnTo>
                  <a:pt x="714375" y="257175"/>
                </a:lnTo>
                <a:lnTo>
                  <a:pt x="714375" y="266700"/>
                </a:lnTo>
                <a:lnTo>
                  <a:pt x="704850" y="266700"/>
                </a:lnTo>
                <a:close/>
                <a:moveTo>
                  <a:pt x="914400" y="285750"/>
                </a:moveTo>
                <a:lnTo>
                  <a:pt x="923925" y="285750"/>
                </a:lnTo>
                <a:lnTo>
                  <a:pt x="923925" y="295275"/>
                </a:lnTo>
                <a:lnTo>
                  <a:pt x="914400" y="295275"/>
                </a:lnTo>
                <a:close/>
                <a:moveTo>
                  <a:pt x="247650" y="295275"/>
                </a:moveTo>
                <a:lnTo>
                  <a:pt x="447675" y="295275"/>
                </a:lnTo>
                <a:lnTo>
                  <a:pt x="447675" y="314325"/>
                </a:lnTo>
                <a:lnTo>
                  <a:pt x="247650" y="314325"/>
                </a:lnTo>
                <a:close/>
                <a:moveTo>
                  <a:pt x="504825" y="295275"/>
                </a:moveTo>
                <a:lnTo>
                  <a:pt x="628650" y="295275"/>
                </a:lnTo>
                <a:lnTo>
                  <a:pt x="628650" y="314325"/>
                </a:lnTo>
                <a:lnTo>
                  <a:pt x="504825" y="314325"/>
                </a:lnTo>
                <a:close/>
                <a:moveTo>
                  <a:pt x="695325" y="295275"/>
                </a:moveTo>
                <a:lnTo>
                  <a:pt x="704850" y="295275"/>
                </a:lnTo>
                <a:lnTo>
                  <a:pt x="704850" y="314325"/>
                </a:lnTo>
                <a:lnTo>
                  <a:pt x="695325" y="314325"/>
                </a:lnTo>
                <a:close/>
                <a:moveTo>
                  <a:pt x="904875" y="295275"/>
                </a:moveTo>
                <a:lnTo>
                  <a:pt x="914400" y="295275"/>
                </a:lnTo>
                <a:lnTo>
                  <a:pt x="914400" y="304800"/>
                </a:lnTo>
                <a:lnTo>
                  <a:pt x="904875" y="304800"/>
                </a:lnTo>
                <a:close/>
                <a:moveTo>
                  <a:pt x="895350" y="304800"/>
                </a:moveTo>
                <a:lnTo>
                  <a:pt x="904875" y="304800"/>
                </a:lnTo>
                <a:lnTo>
                  <a:pt x="904875" y="314325"/>
                </a:lnTo>
                <a:lnTo>
                  <a:pt x="895350" y="314325"/>
                </a:lnTo>
                <a:close/>
                <a:moveTo>
                  <a:pt x="904875" y="314325"/>
                </a:moveTo>
                <a:lnTo>
                  <a:pt x="914400" y="314325"/>
                </a:lnTo>
                <a:lnTo>
                  <a:pt x="914400" y="323850"/>
                </a:lnTo>
                <a:lnTo>
                  <a:pt x="904875" y="323850"/>
                </a:lnTo>
                <a:close/>
                <a:moveTo>
                  <a:pt x="200025" y="333375"/>
                </a:moveTo>
                <a:lnTo>
                  <a:pt x="219075" y="333375"/>
                </a:lnTo>
                <a:lnTo>
                  <a:pt x="219075" y="342900"/>
                </a:lnTo>
                <a:lnTo>
                  <a:pt x="200025" y="342900"/>
                </a:lnTo>
                <a:close/>
                <a:moveTo>
                  <a:pt x="247650" y="333375"/>
                </a:moveTo>
                <a:lnTo>
                  <a:pt x="447675" y="333375"/>
                </a:lnTo>
                <a:lnTo>
                  <a:pt x="447675" y="352425"/>
                </a:lnTo>
                <a:lnTo>
                  <a:pt x="247650" y="352425"/>
                </a:lnTo>
                <a:close/>
                <a:moveTo>
                  <a:pt x="504825" y="333375"/>
                </a:moveTo>
                <a:lnTo>
                  <a:pt x="628650" y="333375"/>
                </a:lnTo>
                <a:lnTo>
                  <a:pt x="628650" y="352425"/>
                </a:lnTo>
                <a:lnTo>
                  <a:pt x="504825" y="352425"/>
                </a:lnTo>
                <a:close/>
                <a:moveTo>
                  <a:pt x="704850" y="342900"/>
                </a:moveTo>
                <a:lnTo>
                  <a:pt x="714375" y="342900"/>
                </a:lnTo>
                <a:lnTo>
                  <a:pt x="714375" y="352425"/>
                </a:lnTo>
                <a:lnTo>
                  <a:pt x="704850" y="352425"/>
                </a:lnTo>
                <a:close/>
                <a:moveTo>
                  <a:pt x="895350" y="342900"/>
                </a:moveTo>
                <a:lnTo>
                  <a:pt x="904875" y="342900"/>
                </a:lnTo>
                <a:lnTo>
                  <a:pt x="904875" y="352425"/>
                </a:lnTo>
                <a:lnTo>
                  <a:pt x="895350" y="352425"/>
                </a:lnTo>
                <a:close/>
                <a:moveTo>
                  <a:pt x="885825" y="361950"/>
                </a:moveTo>
                <a:lnTo>
                  <a:pt x="895350" y="361950"/>
                </a:lnTo>
                <a:lnTo>
                  <a:pt x="895350" y="371475"/>
                </a:lnTo>
                <a:lnTo>
                  <a:pt x="885825" y="371475"/>
                </a:lnTo>
                <a:close/>
                <a:moveTo>
                  <a:pt x="504825" y="371475"/>
                </a:moveTo>
                <a:lnTo>
                  <a:pt x="514350" y="371475"/>
                </a:lnTo>
                <a:lnTo>
                  <a:pt x="514350" y="390525"/>
                </a:lnTo>
                <a:lnTo>
                  <a:pt x="504825" y="390525"/>
                </a:lnTo>
                <a:close/>
                <a:moveTo>
                  <a:pt x="876300" y="371475"/>
                </a:moveTo>
                <a:lnTo>
                  <a:pt x="885825" y="371475"/>
                </a:lnTo>
                <a:lnTo>
                  <a:pt x="885825" y="381000"/>
                </a:lnTo>
                <a:lnTo>
                  <a:pt x="876300" y="381000"/>
                </a:lnTo>
                <a:close/>
                <a:moveTo>
                  <a:pt x="866775" y="381000"/>
                </a:moveTo>
                <a:lnTo>
                  <a:pt x="876300" y="381000"/>
                </a:lnTo>
                <a:lnTo>
                  <a:pt x="876300" y="390525"/>
                </a:lnTo>
                <a:lnTo>
                  <a:pt x="866775" y="390525"/>
                </a:lnTo>
                <a:close/>
                <a:moveTo>
                  <a:pt x="752475" y="390525"/>
                </a:moveTo>
                <a:lnTo>
                  <a:pt x="762000" y="390525"/>
                </a:lnTo>
                <a:lnTo>
                  <a:pt x="762000" y="400050"/>
                </a:lnTo>
                <a:lnTo>
                  <a:pt x="752475" y="400050"/>
                </a:lnTo>
                <a:close/>
                <a:moveTo>
                  <a:pt x="847725" y="390525"/>
                </a:moveTo>
                <a:lnTo>
                  <a:pt x="857250" y="390525"/>
                </a:lnTo>
                <a:lnTo>
                  <a:pt x="857250" y="400050"/>
                </a:lnTo>
                <a:lnTo>
                  <a:pt x="847725" y="400050"/>
                </a:lnTo>
                <a:close/>
                <a:moveTo>
                  <a:pt x="781050" y="400050"/>
                </a:moveTo>
                <a:lnTo>
                  <a:pt x="790575" y="400050"/>
                </a:lnTo>
                <a:lnTo>
                  <a:pt x="790575" y="409575"/>
                </a:lnTo>
                <a:lnTo>
                  <a:pt x="781050" y="409575"/>
                </a:lnTo>
                <a:close/>
                <a:moveTo>
                  <a:pt x="819150" y="400050"/>
                </a:moveTo>
                <a:lnTo>
                  <a:pt x="828675" y="400050"/>
                </a:lnTo>
                <a:lnTo>
                  <a:pt x="828675" y="409575"/>
                </a:lnTo>
                <a:lnTo>
                  <a:pt x="819150" y="409575"/>
                </a:lnTo>
                <a:close/>
                <a:moveTo>
                  <a:pt x="209550" y="428625"/>
                </a:moveTo>
                <a:lnTo>
                  <a:pt x="228600" y="428625"/>
                </a:lnTo>
                <a:lnTo>
                  <a:pt x="228600" y="438150"/>
                </a:lnTo>
                <a:lnTo>
                  <a:pt x="209550" y="438150"/>
                </a:lnTo>
                <a:close/>
                <a:moveTo>
                  <a:pt x="200025" y="438150"/>
                </a:moveTo>
                <a:lnTo>
                  <a:pt x="209550" y="438150"/>
                </a:lnTo>
                <a:lnTo>
                  <a:pt x="209550" y="447675"/>
                </a:lnTo>
                <a:lnTo>
                  <a:pt x="200025" y="447675"/>
                </a:lnTo>
                <a:close/>
                <a:moveTo>
                  <a:pt x="228600" y="438150"/>
                </a:moveTo>
                <a:lnTo>
                  <a:pt x="238125" y="438150"/>
                </a:lnTo>
                <a:lnTo>
                  <a:pt x="238125" y="447675"/>
                </a:lnTo>
                <a:lnTo>
                  <a:pt x="228600" y="447675"/>
                </a:lnTo>
                <a:close/>
                <a:moveTo>
                  <a:pt x="190500" y="447675"/>
                </a:moveTo>
                <a:lnTo>
                  <a:pt x="200025" y="447675"/>
                </a:lnTo>
                <a:lnTo>
                  <a:pt x="200025" y="466725"/>
                </a:lnTo>
                <a:lnTo>
                  <a:pt x="190500" y="466725"/>
                </a:lnTo>
                <a:close/>
                <a:moveTo>
                  <a:pt x="238125" y="447675"/>
                </a:moveTo>
                <a:lnTo>
                  <a:pt x="247650" y="447675"/>
                </a:lnTo>
                <a:lnTo>
                  <a:pt x="247650" y="466725"/>
                </a:lnTo>
                <a:lnTo>
                  <a:pt x="238125" y="466725"/>
                </a:lnTo>
                <a:close/>
                <a:moveTo>
                  <a:pt x="885825" y="447675"/>
                </a:moveTo>
                <a:lnTo>
                  <a:pt x="895350" y="447675"/>
                </a:lnTo>
                <a:lnTo>
                  <a:pt x="895350" y="457200"/>
                </a:lnTo>
                <a:lnTo>
                  <a:pt x="885825" y="457200"/>
                </a:lnTo>
                <a:close/>
                <a:moveTo>
                  <a:pt x="895350" y="457200"/>
                </a:moveTo>
                <a:lnTo>
                  <a:pt x="904875" y="457200"/>
                </a:lnTo>
                <a:lnTo>
                  <a:pt x="904875" y="466725"/>
                </a:lnTo>
                <a:lnTo>
                  <a:pt x="895350" y="466725"/>
                </a:lnTo>
                <a:close/>
                <a:moveTo>
                  <a:pt x="200025" y="466725"/>
                </a:moveTo>
                <a:lnTo>
                  <a:pt x="209550" y="466725"/>
                </a:lnTo>
                <a:lnTo>
                  <a:pt x="209550" y="476250"/>
                </a:lnTo>
                <a:lnTo>
                  <a:pt x="200025" y="476250"/>
                </a:lnTo>
                <a:close/>
                <a:moveTo>
                  <a:pt x="228600" y="466725"/>
                </a:moveTo>
                <a:lnTo>
                  <a:pt x="238125" y="466725"/>
                </a:lnTo>
                <a:lnTo>
                  <a:pt x="238125" y="476250"/>
                </a:lnTo>
                <a:lnTo>
                  <a:pt x="228600" y="476250"/>
                </a:lnTo>
                <a:close/>
                <a:moveTo>
                  <a:pt x="695325" y="476250"/>
                </a:moveTo>
                <a:lnTo>
                  <a:pt x="723900" y="476250"/>
                </a:lnTo>
                <a:lnTo>
                  <a:pt x="723900" y="485775"/>
                </a:lnTo>
                <a:lnTo>
                  <a:pt x="695325" y="485775"/>
                </a:lnTo>
                <a:close/>
                <a:moveTo>
                  <a:pt x="685800" y="485775"/>
                </a:moveTo>
                <a:lnTo>
                  <a:pt x="695325" y="485775"/>
                </a:lnTo>
                <a:lnTo>
                  <a:pt x="695325" y="495300"/>
                </a:lnTo>
                <a:lnTo>
                  <a:pt x="685800" y="495300"/>
                </a:lnTo>
                <a:close/>
                <a:moveTo>
                  <a:pt x="733425" y="485775"/>
                </a:moveTo>
                <a:lnTo>
                  <a:pt x="742950" y="485775"/>
                </a:lnTo>
                <a:lnTo>
                  <a:pt x="742950" y="495300"/>
                </a:lnTo>
                <a:lnTo>
                  <a:pt x="733425" y="495300"/>
                </a:lnTo>
                <a:close/>
                <a:moveTo>
                  <a:pt x="200025" y="495300"/>
                </a:moveTo>
                <a:lnTo>
                  <a:pt x="209550" y="495300"/>
                </a:lnTo>
                <a:lnTo>
                  <a:pt x="209550" y="504825"/>
                </a:lnTo>
                <a:lnTo>
                  <a:pt x="200025" y="504825"/>
                </a:lnTo>
                <a:close/>
                <a:moveTo>
                  <a:pt x="228600" y="495300"/>
                </a:moveTo>
                <a:lnTo>
                  <a:pt x="238125" y="495300"/>
                </a:lnTo>
                <a:lnTo>
                  <a:pt x="238125" y="504825"/>
                </a:lnTo>
                <a:lnTo>
                  <a:pt x="228600" y="504825"/>
                </a:lnTo>
                <a:close/>
                <a:moveTo>
                  <a:pt x="742950" y="495300"/>
                </a:moveTo>
                <a:lnTo>
                  <a:pt x="752475" y="495300"/>
                </a:lnTo>
                <a:lnTo>
                  <a:pt x="752475" y="514350"/>
                </a:lnTo>
                <a:lnTo>
                  <a:pt x="762000" y="514350"/>
                </a:lnTo>
                <a:lnTo>
                  <a:pt x="762000" y="628650"/>
                </a:lnTo>
                <a:lnTo>
                  <a:pt x="742950" y="628650"/>
                </a:lnTo>
                <a:close/>
                <a:moveTo>
                  <a:pt x="190500" y="504825"/>
                </a:moveTo>
                <a:lnTo>
                  <a:pt x="200025" y="504825"/>
                </a:lnTo>
                <a:lnTo>
                  <a:pt x="200025" y="523875"/>
                </a:lnTo>
                <a:lnTo>
                  <a:pt x="190500" y="523875"/>
                </a:lnTo>
                <a:close/>
                <a:moveTo>
                  <a:pt x="361950" y="504825"/>
                </a:moveTo>
                <a:lnTo>
                  <a:pt x="371475" y="504825"/>
                </a:lnTo>
                <a:lnTo>
                  <a:pt x="371475" y="523875"/>
                </a:lnTo>
                <a:lnTo>
                  <a:pt x="361950" y="523875"/>
                </a:lnTo>
                <a:close/>
                <a:moveTo>
                  <a:pt x="809625" y="514350"/>
                </a:moveTo>
                <a:lnTo>
                  <a:pt x="819150" y="514350"/>
                </a:lnTo>
                <a:lnTo>
                  <a:pt x="819150" y="523875"/>
                </a:lnTo>
                <a:lnTo>
                  <a:pt x="809625" y="523875"/>
                </a:lnTo>
                <a:close/>
                <a:moveTo>
                  <a:pt x="200025" y="523875"/>
                </a:moveTo>
                <a:lnTo>
                  <a:pt x="209550" y="523875"/>
                </a:lnTo>
                <a:lnTo>
                  <a:pt x="209550" y="533400"/>
                </a:lnTo>
                <a:lnTo>
                  <a:pt x="200025" y="533400"/>
                </a:lnTo>
                <a:close/>
                <a:moveTo>
                  <a:pt x="819150" y="523875"/>
                </a:moveTo>
                <a:lnTo>
                  <a:pt x="838200" y="523875"/>
                </a:lnTo>
                <a:lnTo>
                  <a:pt x="838200" y="581025"/>
                </a:lnTo>
                <a:lnTo>
                  <a:pt x="819150" y="581025"/>
                </a:lnTo>
                <a:close/>
                <a:moveTo>
                  <a:pt x="209550" y="533400"/>
                </a:moveTo>
                <a:lnTo>
                  <a:pt x="228600" y="533400"/>
                </a:lnTo>
                <a:lnTo>
                  <a:pt x="228600" y="552450"/>
                </a:lnTo>
                <a:lnTo>
                  <a:pt x="209550" y="552450"/>
                </a:lnTo>
                <a:close/>
                <a:moveTo>
                  <a:pt x="200025" y="552450"/>
                </a:moveTo>
                <a:lnTo>
                  <a:pt x="209550" y="552450"/>
                </a:lnTo>
                <a:lnTo>
                  <a:pt x="209550" y="561975"/>
                </a:lnTo>
                <a:lnTo>
                  <a:pt x="200025" y="561975"/>
                </a:lnTo>
                <a:close/>
                <a:moveTo>
                  <a:pt x="228600" y="552450"/>
                </a:moveTo>
                <a:lnTo>
                  <a:pt x="238125" y="552450"/>
                </a:lnTo>
                <a:lnTo>
                  <a:pt x="238125" y="561975"/>
                </a:lnTo>
                <a:lnTo>
                  <a:pt x="228600" y="561975"/>
                </a:lnTo>
                <a:close/>
                <a:moveTo>
                  <a:pt x="657225" y="552450"/>
                </a:moveTo>
                <a:lnTo>
                  <a:pt x="666750" y="552450"/>
                </a:lnTo>
                <a:lnTo>
                  <a:pt x="666750" y="561975"/>
                </a:lnTo>
                <a:lnTo>
                  <a:pt x="657225" y="561975"/>
                </a:lnTo>
                <a:close/>
                <a:moveTo>
                  <a:pt x="190500" y="561975"/>
                </a:moveTo>
                <a:lnTo>
                  <a:pt x="200025" y="561975"/>
                </a:lnTo>
                <a:lnTo>
                  <a:pt x="200025" y="581025"/>
                </a:lnTo>
                <a:lnTo>
                  <a:pt x="190500" y="581025"/>
                </a:lnTo>
                <a:close/>
                <a:moveTo>
                  <a:pt x="238125" y="561975"/>
                </a:moveTo>
                <a:lnTo>
                  <a:pt x="247650" y="561975"/>
                </a:lnTo>
                <a:lnTo>
                  <a:pt x="247650" y="581025"/>
                </a:lnTo>
                <a:lnTo>
                  <a:pt x="238125" y="581025"/>
                </a:lnTo>
                <a:close/>
                <a:moveTo>
                  <a:pt x="266700" y="561975"/>
                </a:moveTo>
                <a:lnTo>
                  <a:pt x="276225" y="561975"/>
                </a:lnTo>
                <a:lnTo>
                  <a:pt x="276225" y="581025"/>
                </a:lnTo>
                <a:lnTo>
                  <a:pt x="266700" y="581025"/>
                </a:lnTo>
                <a:close/>
                <a:moveTo>
                  <a:pt x="381000" y="561975"/>
                </a:moveTo>
                <a:lnTo>
                  <a:pt x="390525" y="561975"/>
                </a:lnTo>
                <a:lnTo>
                  <a:pt x="390525" y="581025"/>
                </a:lnTo>
                <a:lnTo>
                  <a:pt x="381000" y="581025"/>
                </a:lnTo>
                <a:close/>
                <a:moveTo>
                  <a:pt x="666750" y="561975"/>
                </a:moveTo>
                <a:lnTo>
                  <a:pt x="685800" y="561975"/>
                </a:lnTo>
                <a:lnTo>
                  <a:pt x="685800" y="628650"/>
                </a:lnTo>
                <a:lnTo>
                  <a:pt x="666750" y="628650"/>
                </a:lnTo>
                <a:close/>
                <a:moveTo>
                  <a:pt x="200025" y="581025"/>
                </a:moveTo>
                <a:lnTo>
                  <a:pt x="209550" y="581025"/>
                </a:lnTo>
                <a:lnTo>
                  <a:pt x="209550" y="590550"/>
                </a:lnTo>
                <a:lnTo>
                  <a:pt x="200025" y="590550"/>
                </a:lnTo>
                <a:close/>
                <a:moveTo>
                  <a:pt x="228600" y="581025"/>
                </a:moveTo>
                <a:lnTo>
                  <a:pt x="238125" y="581025"/>
                </a:lnTo>
                <a:lnTo>
                  <a:pt x="238125" y="590550"/>
                </a:lnTo>
                <a:lnTo>
                  <a:pt x="228600" y="590550"/>
                </a:lnTo>
                <a:close/>
                <a:moveTo>
                  <a:pt x="209550" y="590550"/>
                </a:moveTo>
                <a:lnTo>
                  <a:pt x="228600" y="590550"/>
                </a:lnTo>
                <a:lnTo>
                  <a:pt x="228600" y="609600"/>
                </a:lnTo>
                <a:lnTo>
                  <a:pt x="209550" y="609600"/>
                </a:lnTo>
                <a:close/>
                <a:moveTo>
                  <a:pt x="200025" y="609600"/>
                </a:moveTo>
                <a:lnTo>
                  <a:pt x="209550" y="609600"/>
                </a:lnTo>
                <a:lnTo>
                  <a:pt x="209550" y="619125"/>
                </a:lnTo>
                <a:lnTo>
                  <a:pt x="200025" y="619125"/>
                </a:lnTo>
                <a:close/>
                <a:moveTo>
                  <a:pt x="228600" y="609600"/>
                </a:moveTo>
                <a:lnTo>
                  <a:pt x="238125" y="609600"/>
                </a:lnTo>
                <a:lnTo>
                  <a:pt x="238125" y="619125"/>
                </a:lnTo>
                <a:lnTo>
                  <a:pt x="228600" y="619125"/>
                </a:lnTo>
                <a:close/>
                <a:moveTo>
                  <a:pt x="190500" y="619125"/>
                </a:moveTo>
                <a:lnTo>
                  <a:pt x="200025" y="619125"/>
                </a:lnTo>
                <a:lnTo>
                  <a:pt x="200025" y="638175"/>
                </a:lnTo>
                <a:lnTo>
                  <a:pt x="190500" y="638175"/>
                </a:lnTo>
                <a:close/>
                <a:moveTo>
                  <a:pt x="266700" y="619125"/>
                </a:moveTo>
                <a:lnTo>
                  <a:pt x="361950" y="619125"/>
                </a:lnTo>
                <a:lnTo>
                  <a:pt x="361950" y="638175"/>
                </a:lnTo>
                <a:lnTo>
                  <a:pt x="266700" y="638175"/>
                </a:lnTo>
                <a:close/>
                <a:moveTo>
                  <a:pt x="447675" y="619125"/>
                </a:moveTo>
                <a:lnTo>
                  <a:pt x="514350" y="619125"/>
                </a:lnTo>
                <a:lnTo>
                  <a:pt x="514350" y="638175"/>
                </a:lnTo>
                <a:lnTo>
                  <a:pt x="447675" y="638175"/>
                </a:lnTo>
                <a:close/>
                <a:moveTo>
                  <a:pt x="590550" y="619125"/>
                </a:moveTo>
                <a:lnTo>
                  <a:pt x="609600" y="619125"/>
                </a:lnTo>
                <a:lnTo>
                  <a:pt x="609600" y="628650"/>
                </a:lnTo>
                <a:lnTo>
                  <a:pt x="590550" y="628650"/>
                </a:lnTo>
                <a:close/>
                <a:moveTo>
                  <a:pt x="904875" y="619125"/>
                </a:moveTo>
                <a:lnTo>
                  <a:pt x="914400" y="619125"/>
                </a:lnTo>
                <a:lnTo>
                  <a:pt x="914400" y="647700"/>
                </a:lnTo>
                <a:lnTo>
                  <a:pt x="904875" y="647700"/>
                </a:lnTo>
                <a:close/>
                <a:moveTo>
                  <a:pt x="200025" y="638175"/>
                </a:moveTo>
                <a:lnTo>
                  <a:pt x="209550" y="638175"/>
                </a:lnTo>
                <a:lnTo>
                  <a:pt x="209550" y="647700"/>
                </a:lnTo>
                <a:lnTo>
                  <a:pt x="200025" y="647700"/>
                </a:lnTo>
                <a:close/>
                <a:moveTo>
                  <a:pt x="590550" y="638175"/>
                </a:moveTo>
                <a:lnTo>
                  <a:pt x="609600" y="638175"/>
                </a:lnTo>
                <a:lnTo>
                  <a:pt x="609600" y="647700"/>
                </a:lnTo>
                <a:lnTo>
                  <a:pt x="590550" y="647700"/>
                </a:lnTo>
                <a:close/>
                <a:moveTo>
                  <a:pt x="133350" y="685800"/>
                </a:moveTo>
                <a:lnTo>
                  <a:pt x="142875" y="685800"/>
                </a:lnTo>
                <a:lnTo>
                  <a:pt x="142875" y="695325"/>
                </a:lnTo>
                <a:lnTo>
                  <a:pt x="133350" y="695325"/>
                </a:lnTo>
                <a:close/>
                <a:moveTo>
                  <a:pt x="142875" y="695325"/>
                </a:moveTo>
                <a:lnTo>
                  <a:pt x="152400" y="695325"/>
                </a:lnTo>
                <a:lnTo>
                  <a:pt x="152400" y="704850"/>
                </a:lnTo>
                <a:lnTo>
                  <a:pt x="142875" y="704850"/>
                </a:lnTo>
                <a:close/>
                <a:moveTo>
                  <a:pt x="152400" y="704850"/>
                </a:moveTo>
                <a:lnTo>
                  <a:pt x="161925" y="704850"/>
                </a:lnTo>
                <a:lnTo>
                  <a:pt x="161925" y="714375"/>
                </a:lnTo>
                <a:lnTo>
                  <a:pt x="152400" y="714375"/>
                </a:lnTo>
                <a:close/>
              </a:path>
            </a:pathLst>
          </a:custGeom>
          <a:solidFill xmlns:a="http://schemas.openxmlformats.org/drawingml/2006/main">
            <a:srgbClr val="BDC7BF"/>
          </a:solidFill>
          <a:ln xmlns:a="http://schemas.openxmlformats.org/drawingml/2006/main" w="0">
            <a:noFill/>
          </a:ln>
        </p:spPr>
      </p:sp>
      <p:sp>
        <p:nvSpPr>
          <p:cNvPr id="58" name="v01 vector #90968c">
            <a:extLst xmlns:a="http://schemas.openxmlformats.org/drawingml/2006/main">
              <a:ext uri="{FF2B5EF4-FFF2-40B4-BE49-F238E27FC236}">
                <a16:creationId xmlns:a16="http://schemas.microsoft.com/office/drawing/2014/main" id="{54925EFB-85AD-413C-8EEE-6E8A2EAF4D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8250" y="2362200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180975" y="38100"/>
                </a:moveTo>
                <a:lnTo>
                  <a:pt x="209550" y="38100"/>
                </a:lnTo>
                <a:lnTo>
                  <a:pt x="209550" y="47625"/>
                </a:lnTo>
                <a:lnTo>
                  <a:pt x="180975" y="47625"/>
                </a:lnTo>
                <a:close/>
                <a:moveTo>
                  <a:pt x="133350" y="66675"/>
                </a:moveTo>
                <a:lnTo>
                  <a:pt x="142875" y="66675"/>
                </a:lnTo>
                <a:lnTo>
                  <a:pt x="142875" y="76200"/>
                </a:lnTo>
                <a:lnTo>
                  <a:pt x="133350" y="76200"/>
                </a:lnTo>
                <a:close/>
                <a:moveTo>
                  <a:pt x="190500" y="85725"/>
                </a:moveTo>
                <a:lnTo>
                  <a:pt x="200025" y="85725"/>
                </a:lnTo>
                <a:lnTo>
                  <a:pt x="200025" y="95250"/>
                </a:lnTo>
                <a:lnTo>
                  <a:pt x="190500" y="95250"/>
                </a:lnTo>
                <a:close/>
                <a:moveTo>
                  <a:pt x="266700" y="85725"/>
                </a:moveTo>
                <a:lnTo>
                  <a:pt x="276225" y="85725"/>
                </a:lnTo>
                <a:lnTo>
                  <a:pt x="276225" y="95250"/>
                </a:lnTo>
                <a:lnTo>
                  <a:pt x="266700" y="95250"/>
                </a:lnTo>
                <a:close/>
                <a:moveTo>
                  <a:pt x="276225" y="95250"/>
                </a:moveTo>
                <a:lnTo>
                  <a:pt x="285750" y="95250"/>
                </a:lnTo>
                <a:lnTo>
                  <a:pt x="285750" y="104775"/>
                </a:lnTo>
                <a:lnTo>
                  <a:pt x="276225" y="104775"/>
                </a:lnTo>
                <a:close/>
                <a:moveTo>
                  <a:pt x="304800" y="95250"/>
                </a:moveTo>
                <a:lnTo>
                  <a:pt x="314325" y="95250"/>
                </a:lnTo>
                <a:lnTo>
                  <a:pt x="314325" y="114300"/>
                </a:lnTo>
                <a:lnTo>
                  <a:pt x="304800" y="114300"/>
                </a:lnTo>
                <a:close/>
                <a:moveTo>
                  <a:pt x="190500" y="104775"/>
                </a:moveTo>
                <a:lnTo>
                  <a:pt x="200025" y="104775"/>
                </a:lnTo>
                <a:lnTo>
                  <a:pt x="200025" y="114300"/>
                </a:lnTo>
                <a:lnTo>
                  <a:pt x="190500" y="114300"/>
                </a:lnTo>
                <a:close/>
                <a:moveTo>
                  <a:pt x="209550" y="104775"/>
                </a:moveTo>
                <a:lnTo>
                  <a:pt x="219075" y="104775"/>
                </a:lnTo>
                <a:lnTo>
                  <a:pt x="219075" y="114300"/>
                </a:lnTo>
                <a:lnTo>
                  <a:pt x="209550" y="114300"/>
                </a:lnTo>
                <a:close/>
                <a:moveTo>
                  <a:pt x="247650" y="104775"/>
                </a:moveTo>
                <a:lnTo>
                  <a:pt x="257175" y="104775"/>
                </a:lnTo>
                <a:lnTo>
                  <a:pt x="257175" y="114300"/>
                </a:lnTo>
                <a:lnTo>
                  <a:pt x="247650" y="114300"/>
                </a:lnTo>
                <a:close/>
                <a:moveTo>
                  <a:pt x="266700" y="104775"/>
                </a:moveTo>
                <a:lnTo>
                  <a:pt x="276225" y="104775"/>
                </a:lnTo>
                <a:lnTo>
                  <a:pt x="276225" y="114300"/>
                </a:lnTo>
                <a:lnTo>
                  <a:pt x="266700" y="114300"/>
                </a:lnTo>
                <a:close/>
                <a:moveTo>
                  <a:pt x="333375" y="104775"/>
                </a:moveTo>
                <a:lnTo>
                  <a:pt x="342900" y="104775"/>
                </a:lnTo>
                <a:lnTo>
                  <a:pt x="342900" y="114300"/>
                </a:lnTo>
                <a:lnTo>
                  <a:pt x="333375" y="114300"/>
                </a:lnTo>
                <a:close/>
                <a:moveTo>
                  <a:pt x="314325" y="114300"/>
                </a:moveTo>
                <a:lnTo>
                  <a:pt x="333375" y="114300"/>
                </a:lnTo>
                <a:lnTo>
                  <a:pt x="333375" y="123825"/>
                </a:lnTo>
                <a:lnTo>
                  <a:pt x="314325" y="123825"/>
                </a:lnTo>
                <a:close/>
                <a:moveTo>
                  <a:pt x="152400" y="152400"/>
                </a:moveTo>
                <a:lnTo>
                  <a:pt x="161925" y="152400"/>
                </a:lnTo>
                <a:lnTo>
                  <a:pt x="161925" y="161925"/>
                </a:lnTo>
                <a:lnTo>
                  <a:pt x="152400" y="161925"/>
                </a:lnTo>
                <a:close/>
                <a:moveTo>
                  <a:pt x="971550" y="152400"/>
                </a:moveTo>
                <a:lnTo>
                  <a:pt x="981075" y="152400"/>
                </a:lnTo>
                <a:lnTo>
                  <a:pt x="981075" y="161925"/>
                </a:lnTo>
                <a:lnTo>
                  <a:pt x="971550" y="161925"/>
                </a:lnTo>
                <a:close/>
                <a:moveTo>
                  <a:pt x="828675" y="180975"/>
                </a:moveTo>
                <a:lnTo>
                  <a:pt x="847725" y="180975"/>
                </a:lnTo>
                <a:lnTo>
                  <a:pt x="847725" y="200025"/>
                </a:lnTo>
                <a:lnTo>
                  <a:pt x="819150" y="200025"/>
                </a:lnTo>
                <a:lnTo>
                  <a:pt x="819150" y="190500"/>
                </a:lnTo>
                <a:lnTo>
                  <a:pt x="828675" y="190500"/>
                </a:lnTo>
                <a:close/>
                <a:moveTo>
                  <a:pt x="200025" y="200025"/>
                </a:moveTo>
                <a:lnTo>
                  <a:pt x="209550" y="200025"/>
                </a:lnTo>
                <a:lnTo>
                  <a:pt x="209550" y="209550"/>
                </a:lnTo>
                <a:lnTo>
                  <a:pt x="200025" y="209550"/>
                </a:lnTo>
                <a:close/>
                <a:moveTo>
                  <a:pt x="628650" y="200025"/>
                </a:moveTo>
                <a:lnTo>
                  <a:pt x="638175" y="200025"/>
                </a:lnTo>
                <a:lnTo>
                  <a:pt x="638175" y="209550"/>
                </a:lnTo>
                <a:lnTo>
                  <a:pt x="628650" y="209550"/>
                </a:lnTo>
                <a:close/>
                <a:moveTo>
                  <a:pt x="876300" y="200025"/>
                </a:moveTo>
                <a:lnTo>
                  <a:pt x="885825" y="200025"/>
                </a:lnTo>
                <a:lnTo>
                  <a:pt x="885825" y="209550"/>
                </a:lnTo>
                <a:lnTo>
                  <a:pt x="876300" y="209550"/>
                </a:lnTo>
                <a:close/>
                <a:moveTo>
                  <a:pt x="190500" y="209550"/>
                </a:moveTo>
                <a:lnTo>
                  <a:pt x="200025" y="209550"/>
                </a:lnTo>
                <a:lnTo>
                  <a:pt x="200025" y="247650"/>
                </a:lnTo>
                <a:lnTo>
                  <a:pt x="190500" y="247650"/>
                </a:lnTo>
                <a:close/>
                <a:moveTo>
                  <a:pt x="638175" y="209550"/>
                </a:moveTo>
                <a:lnTo>
                  <a:pt x="647700" y="209550"/>
                </a:lnTo>
                <a:lnTo>
                  <a:pt x="647700" y="257175"/>
                </a:lnTo>
                <a:lnTo>
                  <a:pt x="638175" y="257175"/>
                </a:lnTo>
                <a:lnTo>
                  <a:pt x="638175" y="266700"/>
                </a:lnTo>
                <a:lnTo>
                  <a:pt x="209550" y="266700"/>
                </a:lnTo>
                <a:lnTo>
                  <a:pt x="209550" y="257175"/>
                </a:lnTo>
                <a:lnTo>
                  <a:pt x="200025" y="257175"/>
                </a:lnTo>
                <a:lnTo>
                  <a:pt x="200025" y="247650"/>
                </a:lnTo>
                <a:lnTo>
                  <a:pt x="209550" y="247650"/>
                </a:lnTo>
                <a:lnTo>
                  <a:pt x="209550" y="257175"/>
                </a:lnTo>
                <a:lnTo>
                  <a:pt x="628650" y="257175"/>
                </a:lnTo>
                <a:lnTo>
                  <a:pt x="628650" y="247650"/>
                </a:lnTo>
                <a:lnTo>
                  <a:pt x="638175" y="247650"/>
                </a:lnTo>
                <a:close/>
                <a:moveTo>
                  <a:pt x="762000" y="209550"/>
                </a:moveTo>
                <a:lnTo>
                  <a:pt x="771525" y="209550"/>
                </a:lnTo>
                <a:lnTo>
                  <a:pt x="771525" y="219075"/>
                </a:lnTo>
                <a:lnTo>
                  <a:pt x="762000" y="219075"/>
                </a:lnTo>
                <a:close/>
                <a:moveTo>
                  <a:pt x="838200" y="209550"/>
                </a:moveTo>
                <a:lnTo>
                  <a:pt x="866775" y="209550"/>
                </a:lnTo>
                <a:lnTo>
                  <a:pt x="866775" y="219075"/>
                </a:lnTo>
                <a:lnTo>
                  <a:pt x="876300" y="219075"/>
                </a:lnTo>
                <a:lnTo>
                  <a:pt x="876300" y="228600"/>
                </a:lnTo>
                <a:lnTo>
                  <a:pt x="885825" y="228600"/>
                </a:lnTo>
                <a:lnTo>
                  <a:pt x="885825" y="238125"/>
                </a:lnTo>
                <a:lnTo>
                  <a:pt x="895350" y="238125"/>
                </a:lnTo>
                <a:lnTo>
                  <a:pt x="895350" y="247650"/>
                </a:lnTo>
                <a:lnTo>
                  <a:pt x="904875" y="247650"/>
                </a:lnTo>
                <a:lnTo>
                  <a:pt x="904875" y="228600"/>
                </a:lnTo>
                <a:lnTo>
                  <a:pt x="914400" y="228600"/>
                </a:lnTo>
                <a:lnTo>
                  <a:pt x="914400" y="247650"/>
                </a:lnTo>
                <a:lnTo>
                  <a:pt x="904875" y="247650"/>
                </a:lnTo>
                <a:lnTo>
                  <a:pt x="904875" y="266700"/>
                </a:lnTo>
                <a:lnTo>
                  <a:pt x="895350" y="266700"/>
                </a:lnTo>
                <a:lnTo>
                  <a:pt x="895350" y="276225"/>
                </a:lnTo>
                <a:lnTo>
                  <a:pt x="847725" y="276225"/>
                </a:lnTo>
                <a:lnTo>
                  <a:pt x="847725" y="266700"/>
                </a:lnTo>
                <a:lnTo>
                  <a:pt x="838200" y="266700"/>
                </a:lnTo>
                <a:close/>
                <a:moveTo>
                  <a:pt x="742950" y="219075"/>
                </a:moveTo>
                <a:lnTo>
                  <a:pt x="752475" y="219075"/>
                </a:lnTo>
                <a:lnTo>
                  <a:pt x="752475" y="228600"/>
                </a:lnTo>
                <a:lnTo>
                  <a:pt x="742950" y="228600"/>
                </a:lnTo>
                <a:close/>
                <a:moveTo>
                  <a:pt x="800100" y="228600"/>
                </a:moveTo>
                <a:lnTo>
                  <a:pt x="819150" y="228600"/>
                </a:lnTo>
                <a:lnTo>
                  <a:pt x="819150" y="257175"/>
                </a:lnTo>
                <a:lnTo>
                  <a:pt x="800100" y="257175"/>
                </a:lnTo>
                <a:close/>
                <a:moveTo>
                  <a:pt x="714375" y="247650"/>
                </a:moveTo>
                <a:lnTo>
                  <a:pt x="723900" y="247650"/>
                </a:lnTo>
                <a:lnTo>
                  <a:pt x="723900" y="257175"/>
                </a:lnTo>
                <a:lnTo>
                  <a:pt x="714375" y="257175"/>
                </a:lnTo>
                <a:close/>
                <a:moveTo>
                  <a:pt x="914400" y="247650"/>
                </a:moveTo>
                <a:lnTo>
                  <a:pt x="923925" y="247650"/>
                </a:lnTo>
                <a:lnTo>
                  <a:pt x="923925" y="257175"/>
                </a:lnTo>
                <a:lnTo>
                  <a:pt x="914400" y="257175"/>
                </a:lnTo>
                <a:close/>
                <a:moveTo>
                  <a:pt x="704850" y="266700"/>
                </a:moveTo>
                <a:lnTo>
                  <a:pt x="714375" y="266700"/>
                </a:lnTo>
                <a:lnTo>
                  <a:pt x="714375" y="276225"/>
                </a:lnTo>
                <a:lnTo>
                  <a:pt x="704850" y="276225"/>
                </a:lnTo>
                <a:close/>
                <a:moveTo>
                  <a:pt x="819150" y="276225"/>
                </a:moveTo>
                <a:lnTo>
                  <a:pt x="828675" y="276225"/>
                </a:lnTo>
                <a:lnTo>
                  <a:pt x="828675" y="285750"/>
                </a:lnTo>
                <a:lnTo>
                  <a:pt x="819150" y="285750"/>
                </a:lnTo>
                <a:close/>
                <a:moveTo>
                  <a:pt x="809625" y="285750"/>
                </a:moveTo>
                <a:lnTo>
                  <a:pt x="819150" y="285750"/>
                </a:lnTo>
                <a:lnTo>
                  <a:pt x="819150" y="295275"/>
                </a:lnTo>
                <a:lnTo>
                  <a:pt x="809625" y="295275"/>
                </a:lnTo>
                <a:close/>
                <a:moveTo>
                  <a:pt x="828675" y="285750"/>
                </a:moveTo>
                <a:lnTo>
                  <a:pt x="838200" y="285750"/>
                </a:lnTo>
                <a:lnTo>
                  <a:pt x="838200" y="304800"/>
                </a:lnTo>
                <a:lnTo>
                  <a:pt x="819150" y="304800"/>
                </a:lnTo>
                <a:lnTo>
                  <a:pt x="819150" y="295275"/>
                </a:lnTo>
                <a:lnTo>
                  <a:pt x="828675" y="295275"/>
                </a:lnTo>
                <a:close/>
                <a:moveTo>
                  <a:pt x="704850" y="333375"/>
                </a:moveTo>
                <a:lnTo>
                  <a:pt x="714375" y="333375"/>
                </a:lnTo>
                <a:lnTo>
                  <a:pt x="714375" y="342900"/>
                </a:lnTo>
                <a:lnTo>
                  <a:pt x="704850" y="342900"/>
                </a:lnTo>
                <a:close/>
                <a:moveTo>
                  <a:pt x="714375" y="352425"/>
                </a:moveTo>
                <a:lnTo>
                  <a:pt x="723900" y="352425"/>
                </a:lnTo>
                <a:lnTo>
                  <a:pt x="723900" y="361950"/>
                </a:lnTo>
                <a:lnTo>
                  <a:pt x="714375" y="361950"/>
                </a:lnTo>
                <a:close/>
                <a:moveTo>
                  <a:pt x="247650" y="371475"/>
                </a:moveTo>
                <a:lnTo>
                  <a:pt x="447675" y="371475"/>
                </a:lnTo>
                <a:lnTo>
                  <a:pt x="447675" y="390525"/>
                </a:lnTo>
                <a:lnTo>
                  <a:pt x="247650" y="390525"/>
                </a:lnTo>
                <a:close/>
                <a:moveTo>
                  <a:pt x="514350" y="371475"/>
                </a:moveTo>
                <a:lnTo>
                  <a:pt x="628650" y="371475"/>
                </a:lnTo>
                <a:lnTo>
                  <a:pt x="628650" y="390525"/>
                </a:lnTo>
                <a:lnTo>
                  <a:pt x="514350" y="390525"/>
                </a:lnTo>
                <a:close/>
                <a:moveTo>
                  <a:pt x="790575" y="400050"/>
                </a:moveTo>
                <a:lnTo>
                  <a:pt x="819150" y="400050"/>
                </a:lnTo>
                <a:lnTo>
                  <a:pt x="819150" y="409575"/>
                </a:lnTo>
                <a:lnTo>
                  <a:pt x="790575" y="409575"/>
                </a:lnTo>
                <a:close/>
                <a:moveTo>
                  <a:pt x="276225" y="447675"/>
                </a:moveTo>
                <a:lnTo>
                  <a:pt x="361950" y="447675"/>
                </a:lnTo>
                <a:lnTo>
                  <a:pt x="361950" y="466725"/>
                </a:lnTo>
                <a:lnTo>
                  <a:pt x="276225" y="466725"/>
                </a:lnTo>
                <a:close/>
                <a:moveTo>
                  <a:pt x="447675" y="447675"/>
                </a:moveTo>
                <a:lnTo>
                  <a:pt x="514350" y="447675"/>
                </a:lnTo>
                <a:lnTo>
                  <a:pt x="514350" y="466725"/>
                </a:lnTo>
                <a:lnTo>
                  <a:pt x="447675" y="466725"/>
                </a:lnTo>
                <a:close/>
                <a:moveTo>
                  <a:pt x="847725" y="447675"/>
                </a:moveTo>
                <a:lnTo>
                  <a:pt x="885825" y="447675"/>
                </a:lnTo>
                <a:lnTo>
                  <a:pt x="885825" y="457200"/>
                </a:lnTo>
                <a:lnTo>
                  <a:pt x="895350" y="457200"/>
                </a:lnTo>
                <a:lnTo>
                  <a:pt x="895350" y="466725"/>
                </a:lnTo>
                <a:lnTo>
                  <a:pt x="857250" y="466725"/>
                </a:lnTo>
                <a:lnTo>
                  <a:pt x="857250" y="457200"/>
                </a:lnTo>
                <a:lnTo>
                  <a:pt x="847725" y="457200"/>
                </a:lnTo>
                <a:close/>
                <a:moveTo>
                  <a:pt x="838200" y="457200"/>
                </a:moveTo>
                <a:lnTo>
                  <a:pt x="847725" y="457200"/>
                </a:lnTo>
                <a:lnTo>
                  <a:pt x="847725" y="466725"/>
                </a:lnTo>
                <a:lnTo>
                  <a:pt x="838200" y="466725"/>
                </a:lnTo>
                <a:close/>
                <a:moveTo>
                  <a:pt x="895350" y="466725"/>
                </a:moveTo>
                <a:lnTo>
                  <a:pt x="904875" y="466725"/>
                </a:lnTo>
                <a:lnTo>
                  <a:pt x="904875" y="628650"/>
                </a:lnTo>
                <a:lnTo>
                  <a:pt x="895350" y="628650"/>
                </a:lnTo>
                <a:lnTo>
                  <a:pt x="895350" y="619125"/>
                </a:lnTo>
                <a:lnTo>
                  <a:pt x="885825" y="619125"/>
                </a:lnTo>
                <a:lnTo>
                  <a:pt x="885825" y="476250"/>
                </a:lnTo>
                <a:lnTo>
                  <a:pt x="895350" y="476250"/>
                </a:lnTo>
                <a:close/>
                <a:moveTo>
                  <a:pt x="866775" y="476250"/>
                </a:moveTo>
                <a:lnTo>
                  <a:pt x="876300" y="476250"/>
                </a:lnTo>
                <a:lnTo>
                  <a:pt x="876300" y="628650"/>
                </a:lnTo>
                <a:lnTo>
                  <a:pt x="866775" y="628650"/>
                </a:lnTo>
                <a:close/>
                <a:moveTo>
                  <a:pt x="276225" y="504825"/>
                </a:moveTo>
                <a:lnTo>
                  <a:pt x="361950" y="504825"/>
                </a:lnTo>
                <a:lnTo>
                  <a:pt x="361950" y="523875"/>
                </a:lnTo>
                <a:lnTo>
                  <a:pt x="276225" y="523875"/>
                </a:lnTo>
                <a:close/>
                <a:moveTo>
                  <a:pt x="447675" y="504825"/>
                </a:moveTo>
                <a:lnTo>
                  <a:pt x="457200" y="504825"/>
                </a:lnTo>
                <a:lnTo>
                  <a:pt x="457200" y="523875"/>
                </a:lnTo>
                <a:lnTo>
                  <a:pt x="447675" y="523875"/>
                </a:lnTo>
                <a:close/>
                <a:moveTo>
                  <a:pt x="714375" y="504825"/>
                </a:moveTo>
                <a:lnTo>
                  <a:pt x="723900" y="504825"/>
                </a:lnTo>
                <a:lnTo>
                  <a:pt x="723900" y="533400"/>
                </a:lnTo>
                <a:lnTo>
                  <a:pt x="714375" y="533400"/>
                </a:lnTo>
                <a:lnTo>
                  <a:pt x="714375" y="523875"/>
                </a:lnTo>
                <a:lnTo>
                  <a:pt x="704850" y="523875"/>
                </a:lnTo>
                <a:lnTo>
                  <a:pt x="704850" y="514350"/>
                </a:lnTo>
                <a:lnTo>
                  <a:pt x="714375" y="514350"/>
                </a:lnTo>
                <a:close/>
                <a:moveTo>
                  <a:pt x="838200" y="504825"/>
                </a:moveTo>
                <a:lnTo>
                  <a:pt x="847725" y="504825"/>
                </a:lnTo>
                <a:lnTo>
                  <a:pt x="847725" y="628650"/>
                </a:lnTo>
                <a:lnTo>
                  <a:pt x="838200" y="628650"/>
                </a:lnTo>
                <a:lnTo>
                  <a:pt x="838200" y="647700"/>
                </a:lnTo>
                <a:lnTo>
                  <a:pt x="819150" y="647700"/>
                </a:lnTo>
                <a:lnTo>
                  <a:pt x="819150" y="638175"/>
                </a:lnTo>
                <a:lnTo>
                  <a:pt x="828675" y="638175"/>
                </a:lnTo>
                <a:lnTo>
                  <a:pt x="828675" y="628650"/>
                </a:lnTo>
                <a:lnTo>
                  <a:pt x="819150" y="628650"/>
                </a:lnTo>
                <a:lnTo>
                  <a:pt x="819150" y="581025"/>
                </a:lnTo>
                <a:lnTo>
                  <a:pt x="838200" y="581025"/>
                </a:lnTo>
                <a:close/>
                <a:moveTo>
                  <a:pt x="771525" y="514350"/>
                </a:moveTo>
                <a:lnTo>
                  <a:pt x="809625" y="514350"/>
                </a:lnTo>
                <a:lnTo>
                  <a:pt x="809625" y="523875"/>
                </a:lnTo>
                <a:lnTo>
                  <a:pt x="771525" y="523875"/>
                </a:lnTo>
                <a:close/>
                <a:moveTo>
                  <a:pt x="762000" y="523875"/>
                </a:moveTo>
                <a:lnTo>
                  <a:pt x="771525" y="523875"/>
                </a:lnTo>
                <a:lnTo>
                  <a:pt x="771525" y="628650"/>
                </a:lnTo>
                <a:lnTo>
                  <a:pt x="762000" y="628650"/>
                </a:lnTo>
                <a:close/>
                <a:moveTo>
                  <a:pt x="809625" y="523875"/>
                </a:moveTo>
                <a:lnTo>
                  <a:pt x="819150" y="523875"/>
                </a:lnTo>
                <a:lnTo>
                  <a:pt x="819150" y="533400"/>
                </a:lnTo>
                <a:lnTo>
                  <a:pt x="809625" y="533400"/>
                </a:lnTo>
                <a:close/>
                <a:moveTo>
                  <a:pt x="276225" y="561975"/>
                </a:moveTo>
                <a:lnTo>
                  <a:pt x="381000" y="561975"/>
                </a:lnTo>
                <a:lnTo>
                  <a:pt x="381000" y="581025"/>
                </a:lnTo>
                <a:lnTo>
                  <a:pt x="276225" y="581025"/>
                </a:lnTo>
                <a:close/>
                <a:moveTo>
                  <a:pt x="447675" y="561975"/>
                </a:moveTo>
                <a:lnTo>
                  <a:pt x="514350" y="561975"/>
                </a:lnTo>
                <a:lnTo>
                  <a:pt x="514350" y="581025"/>
                </a:lnTo>
                <a:lnTo>
                  <a:pt x="447675" y="581025"/>
                </a:lnTo>
                <a:close/>
                <a:moveTo>
                  <a:pt x="200025" y="571500"/>
                </a:moveTo>
                <a:lnTo>
                  <a:pt x="209550" y="571500"/>
                </a:lnTo>
                <a:lnTo>
                  <a:pt x="209550" y="581025"/>
                </a:lnTo>
                <a:lnTo>
                  <a:pt x="200025" y="581025"/>
                </a:lnTo>
                <a:close/>
                <a:moveTo>
                  <a:pt x="228600" y="571500"/>
                </a:moveTo>
                <a:lnTo>
                  <a:pt x="238125" y="571500"/>
                </a:lnTo>
                <a:lnTo>
                  <a:pt x="238125" y="581025"/>
                </a:lnTo>
                <a:lnTo>
                  <a:pt x="228600" y="581025"/>
                </a:lnTo>
                <a:close/>
                <a:moveTo>
                  <a:pt x="209550" y="581025"/>
                </a:moveTo>
                <a:lnTo>
                  <a:pt x="228600" y="581025"/>
                </a:lnTo>
                <a:lnTo>
                  <a:pt x="228600" y="590550"/>
                </a:lnTo>
                <a:lnTo>
                  <a:pt x="209550" y="590550"/>
                </a:lnTo>
                <a:close/>
                <a:moveTo>
                  <a:pt x="714375" y="609600"/>
                </a:moveTo>
                <a:lnTo>
                  <a:pt x="723900" y="609600"/>
                </a:lnTo>
                <a:lnTo>
                  <a:pt x="723900" y="619125"/>
                </a:lnTo>
                <a:lnTo>
                  <a:pt x="714375" y="619125"/>
                </a:lnTo>
                <a:close/>
                <a:moveTo>
                  <a:pt x="752475" y="628650"/>
                </a:moveTo>
                <a:lnTo>
                  <a:pt x="762000" y="628650"/>
                </a:lnTo>
                <a:lnTo>
                  <a:pt x="762000" y="647700"/>
                </a:lnTo>
                <a:lnTo>
                  <a:pt x="742950" y="647700"/>
                </a:lnTo>
                <a:lnTo>
                  <a:pt x="742950" y="638175"/>
                </a:lnTo>
                <a:lnTo>
                  <a:pt x="752475" y="638175"/>
                </a:lnTo>
                <a:close/>
                <a:moveTo>
                  <a:pt x="581025" y="638175"/>
                </a:moveTo>
                <a:lnTo>
                  <a:pt x="590550" y="638175"/>
                </a:lnTo>
                <a:lnTo>
                  <a:pt x="590550" y="647700"/>
                </a:lnTo>
                <a:lnTo>
                  <a:pt x="581025" y="647700"/>
                </a:lnTo>
                <a:close/>
                <a:moveTo>
                  <a:pt x="666750" y="638175"/>
                </a:moveTo>
                <a:lnTo>
                  <a:pt x="685800" y="638175"/>
                </a:lnTo>
                <a:lnTo>
                  <a:pt x="685800" y="647700"/>
                </a:lnTo>
                <a:lnTo>
                  <a:pt x="666750" y="647700"/>
                </a:lnTo>
                <a:close/>
                <a:moveTo>
                  <a:pt x="895350" y="638175"/>
                </a:moveTo>
                <a:lnTo>
                  <a:pt x="904875" y="638175"/>
                </a:lnTo>
                <a:lnTo>
                  <a:pt x="904875" y="647700"/>
                </a:lnTo>
                <a:lnTo>
                  <a:pt x="895350" y="647700"/>
                </a:lnTo>
                <a:close/>
                <a:moveTo>
                  <a:pt x="133350" y="676275"/>
                </a:moveTo>
                <a:lnTo>
                  <a:pt x="152400" y="676275"/>
                </a:lnTo>
                <a:lnTo>
                  <a:pt x="152400" y="685800"/>
                </a:lnTo>
                <a:lnTo>
                  <a:pt x="161925" y="685800"/>
                </a:lnTo>
                <a:lnTo>
                  <a:pt x="161925" y="695325"/>
                </a:lnTo>
                <a:lnTo>
                  <a:pt x="942975" y="695325"/>
                </a:lnTo>
                <a:lnTo>
                  <a:pt x="942975" y="714375"/>
                </a:lnTo>
                <a:lnTo>
                  <a:pt x="161925" y="714375"/>
                </a:lnTo>
                <a:lnTo>
                  <a:pt x="161925" y="704850"/>
                </a:lnTo>
                <a:lnTo>
                  <a:pt x="152400" y="704850"/>
                </a:lnTo>
                <a:lnTo>
                  <a:pt x="152400" y="695325"/>
                </a:lnTo>
                <a:lnTo>
                  <a:pt x="142875" y="695325"/>
                </a:lnTo>
                <a:lnTo>
                  <a:pt x="142875" y="685800"/>
                </a:lnTo>
                <a:lnTo>
                  <a:pt x="133350" y="685800"/>
                </a:lnTo>
                <a:close/>
                <a:moveTo>
                  <a:pt x="962025" y="676275"/>
                </a:moveTo>
                <a:lnTo>
                  <a:pt x="981075" y="676275"/>
                </a:lnTo>
                <a:lnTo>
                  <a:pt x="981075" y="695325"/>
                </a:lnTo>
                <a:lnTo>
                  <a:pt x="971550" y="695325"/>
                </a:lnTo>
                <a:lnTo>
                  <a:pt x="971550" y="685800"/>
                </a:lnTo>
                <a:lnTo>
                  <a:pt x="962025" y="685800"/>
                </a:lnTo>
                <a:close/>
                <a:moveTo>
                  <a:pt x="952500" y="685800"/>
                </a:moveTo>
                <a:lnTo>
                  <a:pt x="962025" y="685800"/>
                </a:lnTo>
                <a:lnTo>
                  <a:pt x="962025" y="695325"/>
                </a:lnTo>
                <a:lnTo>
                  <a:pt x="952500" y="695325"/>
                </a:lnTo>
                <a:close/>
              </a:path>
            </a:pathLst>
          </a:custGeom>
          <a:solidFill xmlns:a="http://schemas.openxmlformats.org/drawingml/2006/main">
            <a:srgbClr val="90968C"/>
          </a:solidFill>
          <a:ln xmlns:a="http://schemas.openxmlformats.org/drawingml/2006/main" w="0">
            <a:noFill/>
          </a:ln>
        </p:spPr>
      </p:sp>
      <p:sp>
        <p:nvSpPr>
          <p:cNvPr id="59" name="v01 vector #6d6c5a">
            <a:extLst xmlns:a="http://schemas.openxmlformats.org/drawingml/2006/main">
              <a:ext uri="{FF2B5EF4-FFF2-40B4-BE49-F238E27FC236}">
                <a16:creationId xmlns:a16="http://schemas.microsoft.com/office/drawing/2014/main" id="{DBF117EC-8D96-43B2-AFD6-2C19DFC479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8250" y="2362200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152400" y="47625"/>
                </a:moveTo>
                <a:lnTo>
                  <a:pt x="161925" y="47625"/>
                </a:lnTo>
                <a:lnTo>
                  <a:pt x="161925" y="57150"/>
                </a:lnTo>
                <a:lnTo>
                  <a:pt x="152400" y="57150"/>
                </a:lnTo>
                <a:close/>
                <a:moveTo>
                  <a:pt x="142875" y="57150"/>
                </a:moveTo>
                <a:lnTo>
                  <a:pt x="152400" y="57150"/>
                </a:lnTo>
                <a:lnTo>
                  <a:pt x="152400" y="66675"/>
                </a:lnTo>
                <a:lnTo>
                  <a:pt x="142875" y="66675"/>
                </a:lnTo>
                <a:close/>
                <a:moveTo>
                  <a:pt x="971550" y="66675"/>
                </a:moveTo>
                <a:lnTo>
                  <a:pt x="981075" y="66675"/>
                </a:lnTo>
                <a:lnTo>
                  <a:pt x="981075" y="76200"/>
                </a:lnTo>
                <a:lnTo>
                  <a:pt x="971550" y="76200"/>
                </a:lnTo>
                <a:close/>
                <a:moveTo>
                  <a:pt x="133350" y="76200"/>
                </a:moveTo>
                <a:lnTo>
                  <a:pt x="142875" y="76200"/>
                </a:lnTo>
                <a:lnTo>
                  <a:pt x="142875" y="142875"/>
                </a:lnTo>
                <a:lnTo>
                  <a:pt x="152400" y="142875"/>
                </a:lnTo>
                <a:lnTo>
                  <a:pt x="152400" y="676275"/>
                </a:lnTo>
                <a:lnTo>
                  <a:pt x="133350" y="676275"/>
                </a:lnTo>
                <a:close/>
                <a:moveTo>
                  <a:pt x="257175" y="76200"/>
                </a:moveTo>
                <a:lnTo>
                  <a:pt x="276225" y="76200"/>
                </a:lnTo>
                <a:lnTo>
                  <a:pt x="276225" y="85725"/>
                </a:lnTo>
                <a:lnTo>
                  <a:pt x="257175" y="85725"/>
                </a:lnTo>
                <a:close/>
                <a:moveTo>
                  <a:pt x="209550" y="85725"/>
                </a:moveTo>
                <a:lnTo>
                  <a:pt x="219075" y="85725"/>
                </a:lnTo>
                <a:lnTo>
                  <a:pt x="219075" y="95250"/>
                </a:lnTo>
                <a:lnTo>
                  <a:pt x="209550" y="95250"/>
                </a:lnTo>
                <a:close/>
                <a:moveTo>
                  <a:pt x="247650" y="85725"/>
                </a:moveTo>
                <a:lnTo>
                  <a:pt x="257175" y="85725"/>
                </a:lnTo>
                <a:lnTo>
                  <a:pt x="257175" y="95250"/>
                </a:lnTo>
                <a:lnTo>
                  <a:pt x="247650" y="95250"/>
                </a:lnTo>
                <a:close/>
                <a:moveTo>
                  <a:pt x="276225" y="85725"/>
                </a:moveTo>
                <a:lnTo>
                  <a:pt x="285750" y="85725"/>
                </a:lnTo>
                <a:lnTo>
                  <a:pt x="285750" y="95250"/>
                </a:lnTo>
                <a:lnTo>
                  <a:pt x="276225" y="95250"/>
                </a:lnTo>
                <a:close/>
                <a:moveTo>
                  <a:pt x="333375" y="85725"/>
                </a:moveTo>
                <a:lnTo>
                  <a:pt x="342900" y="85725"/>
                </a:lnTo>
                <a:lnTo>
                  <a:pt x="342900" y="95250"/>
                </a:lnTo>
                <a:lnTo>
                  <a:pt x="333375" y="95250"/>
                </a:lnTo>
                <a:close/>
                <a:moveTo>
                  <a:pt x="180975" y="95250"/>
                </a:moveTo>
                <a:lnTo>
                  <a:pt x="190500" y="95250"/>
                </a:lnTo>
                <a:lnTo>
                  <a:pt x="190500" y="114300"/>
                </a:lnTo>
                <a:lnTo>
                  <a:pt x="180975" y="114300"/>
                </a:lnTo>
                <a:close/>
                <a:moveTo>
                  <a:pt x="276225" y="104775"/>
                </a:moveTo>
                <a:lnTo>
                  <a:pt x="285750" y="104775"/>
                </a:lnTo>
                <a:lnTo>
                  <a:pt x="285750" y="114300"/>
                </a:lnTo>
                <a:lnTo>
                  <a:pt x="276225" y="114300"/>
                </a:lnTo>
                <a:close/>
                <a:moveTo>
                  <a:pt x="190500" y="114300"/>
                </a:moveTo>
                <a:lnTo>
                  <a:pt x="209550" y="114300"/>
                </a:lnTo>
                <a:lnTo>
                  <a:pt x="209550" y="123825"/>
                </a:lnTo>
                <a:lnTo>
                  <a:pt x="190500" y="123825"/>
                </a:lnTo>
                <a:close/>
                <a:moveTo>
                  <a:pt x="257175" y="114300"/>
                </a:moveTo>
                <a:lnTo>
                  <a:pt x="276225" y="114300"/>
                </a:lnTo>
                <a:lnTo>
                  <a:pt x="276225" y="123825"/>
                </a:lnTo>
                <a:lnTo>
                  <a:pt x="257175" y="123825"/>
                </a:lnTo>
                <a:close/>
                <a:moveTo>
                  <a:pt x="847725" y="190500"/>
                </a:moveTo>
                <a:lnTo>
                  <a:pt x="866775" y="190500"/>
                </a:lnTo>
                <a:lnTo>
                  <a:pt x="866775" y="200025"/>
                </a:lnTo>
                <a:lnTo>
                  <a:pt x="876300" y="200025"/>
                </a:lnTo>
                <a:lnTo>
                  <a:pt x="876300" y="209550"/>
                </a:lnTo>
                <a:lnTo>
                  <a:pt x="895350" y="209550"/>
                </a:lnTo>
                <a:lnTo>
                  <a:pt x="895350" y="219075"/>
                </a:lnTo>
                <a:lnTo>
                  <a:pt x="904875" y="219075"/>
                </a:lnTo>
                <a:lnTo>
                  <a:pt x="904875" y="247650"/>
                </a:lnTo>
                <a:lnTo>
                  <a:pt x="895350" y="247650"/>
                </a:lnTo>
                <a:lnTo>
                  <a:pt x="895350" y="238125"/>
                </a:lnTo>
                <a:lnTo>
                  <a:pt x="885825" y="238125"/>
                </a:lnTo>
                <a:lnTo>
                  <a:pt x="885825" y="228600"/>
                </a:lnTo>
                <a:lnTo>
                  <a:pt x="876300" y="228600"/>
                </a:lnTo>
                <a:lnTo>
                  <a:pt x="876300" y="219075"/>
                </a:lnTo>
                <a:lnTo>
                  <a:pt x="866775" y="219075"/>
                </a:lnTo>
                <a:lnTo>
                  <a:pt x="866775" y="209550"/>
                </a:lnTo>
                <a:lnTo>
                  <a:pt x="838200" y="209550"/>
                </a:lnTo>
                <a:lnTo>
                  <a:pt x="838200" y="200025"/>
                </a:lnTo>
                <a:lnTo>
                  <a:pt x="847725" y="200025"/>
                </a:lnTo>
                <a:close/>
                <a:moveTo>
                  <a:pt x="209550" y="200025"/>
                </a:moveTo>
                <a:lnTo>
                  <a:pt x="628650" y="200025"/>
                </a:lnTo>
                <a:lnTo>
                  <a:pt x="628650" y="209550"/>
                </a:lnTo>
                <a:lnTo>
                  <a:pt x="209550" y="209550"/>
                </a:lnTo>
                <a:close/>
                <a:moveTo>
                  <a:pt x="819150" y="200025"/>
                </a:moveTo>
                <a:lnTo>
                  <a:pt x="828675" y="200025"/>
                </a:lnTo>
                <a:lnTo>
                  <a:pt x="828675" y="209550"/>
                </a:lnTo>
                <a:lnTo>
                  <a:pt x="838200" y="209550"/>
                </a:lnTo>
                <a:lnTo>
                  <a:pt x="838200" y="266700"/>
                </a:lnTo>
                <a:lnTo>
                  <a:pt x="847725" y="266700"/>
                </a:lnTo>
                <a:lnTo>
                  <a:pt x="847725" y="276225"/>
                </a:lnTo>
                <a:lnTo>
                  <a:pt x="895350" y="276225"/>
                </a:lnTo>
                <a:lnTo>
                  <a:pt x="895350" y="266700"/>
                </a:lnTo>
                <a:lnTo>
                  <a:pt x="904875" y="266700"/>
                </a:lnTo>
                <a:lnTo>
                  <a:pt x="904875" y="247650"/>
                </a:lnTo>
                <a:lnTo>
                  <a:pt x="914400" y="247650"/>
                </a:lnTo>
                <a:lnTo>
                  <a:pt x="914400" y="257175"/>
                </a:lnTo>
                <a:lnTo>
                  <a:pt x="923925" y="257175"/>
                </a:lnTo>
                <a:lnTo>
                  <a:pt x="923925" y="285750"/>
                </a:lnTo>
                <a:lnTo>
                  <a:pt x="914400" y="285750"/>
                </a:lnTo>
                <a:lnTo>
                  <a:pt x="914400" y="295275"/>
                </a:lnTo>
                <a:lnTo>
                  <a:pt x="904875" y="295275"/>
                </a:lnTo>
                <a:lnTo>
                  <a:pt x="904875" y="304800"/>
                </a:lnTo>
                <a:lnTo>
                  <a:pt x="895350" y="304800"/>
                </a:lnTo>
                <a:lnTo>
                  <a:pt x="895350" y="314325"/>
                </a:lnTo>
                <a:lnTo>
                  <a:pt x="904875" y="314325"/>
                </a:lnTo>
                <a:lnTo>
                  <a:pt x="904875" y="342900"/>
                </a:lnTo>
                <a:lnTo>
                  <a:pt x="895350" y="342900"/>
                </a:lnTo>
                <a:lnTo>
                  <a:pt x="895350" y="361950"/>
                </a:lnTo>
                <a:lnTo>
                  <a:pt x="885825" y="361950"/>
                </a:lnTo>
                <a:lnTo>
                  <a:pt x="885825" y="371475"/>
                </a:lnTo>
                <a:lnTo>
                  <a:pt x="876300" y="371475"/>
                </a:lnTo>
                <a:lnTo>
                  <a:pt x="876300" y="361950"/>
                </a:lnTo>
                <a:lnTo>
                  <a:pt x="857250" y="361950"/>
                </a:lnTo>
                <a:lnTo>
                  <a:pt x="857250" y="352425"/>
                </a:lnTo>
                <a:lnTo>
                  <a:pt x="847725" y="352425"/>
                </a:lnTo>
                <a:lnTo>
                  <a:pt x="847725" y="342900"/>
                </a:lnTo>
                <a:lnTo>
                  <a:pt x="838200" y="342900"/>
                </a:lnTo>
                <a:lnTo>
                  <a:pt x="838200" y="323850"/>
                </a:lnTo>
                <a:lnTo>
                  <a:pt x="828675" y="323850"/>
                </a:lnTo>
                <a:lnTo>
                  <a:pt x="828675" y="314325"/>
                </a:lnTo>
                <a:lnTo>
                  <a:pt x="819150" y="314325"/>
                </a:lnTo>
                <a:lnTo>
                  <a:pt x="819150" y="304800"/>
                </a:lnTo>
                <a:lnTo>
                  <a:pt x="809625" y="304800"/>
                </a:lnTo>
                <a:lnTo>
                  <a:pt x="809625" y="295275"/>
                </a:lnTo>
                <a:lnTo>
                  <a:pt x="800100" y="295275"/>
                </a:lnTo>
                <a:lnTo>
                  <a:pt x="800100" y="257175"/>
                </a:lnTo>
                <a:lnTo>
                  <a:pt x="819150" y="257175"/>
                </a:lnTo>
                <a:lnTo>
                  <a:pt x="819150" y="228600"/>
                </a:lnTo>
                <a:lnTo>
                  <a:pt x="800100" y="228600"/>
                </a:lnTo>
                <a:lnTo>
                  <a:pt x="800100" y="219075"/>
                </a:lnTo>
                <a:lnTo>
                  <a:pt x="790575" y="219075"/>
                </a:lnTo>
                <a:lnTo>
                  <a:pt x="790575" y="209550"/>
                </a:lnTo>
                <a:lnTo>
                  <a:pt x="800100" y="209550"/>
                </a:lnTo>
                <a:lnTo>
                  <a:pt x="800100" y="219075"/>
                </a:lnTo>
                <a:lnTo>
                  <a:pt x="809625" y="219075"/>
                </a:lnTo>
                <a:lnTo>
                  <a:pt x="809625" y="209550"/>
                </a:lnTo>
                <a:lnTo>
                  <a:pt x="819150" y="209550"/>
                </a:lnTo>
                <a:close/>
                <a:moveTo>
                  <a:pt x="200025" y="209550"/>
                </a:moveTo>
                <a:lnTo>
                  <a:pt x="209550" y="209550"/>
                </a:lnTo>
                <a:lnTo>
                  <a:pt x="209550" y="219075"/>
                </a:lnTo>
                <a:lnTo>
                  <a:pt x="200025" y="219075"/>
                </a:lnTo>
                <a:close/>
                <a:moveTo>
                  <a:pt x="628650" y="209550"/>
                </a:moveTo>
                <a:lnTo>
                  <a:pt x="638175" y="209550"/>
                </a:lnTo>
                <a:lnTo>
                  <a:pt x="638175" y="219075"/>
                </a:lnTo>
                <a:lnTo>
                  <a:pt x="628650" y="219075"/>
                </a:lnTo>
                <a:close/>
                <a:moveTo>
                  <a:pt x="733425" y="228600"/>
                </a:moveTo>
                <a:lnTo>
                  <a:pt x="742950" y="228600"/>
                </a:lnTo>
                <a:lnTo>
                  <a:pt x="742950" y="238125"/>
                </a:lnTo>
                <a:lnTo>
                  <a:pt x="733425" y="238125"/>
                </a:lnTo>
                <a:close/>
                <a:moveTo>
                  <a:pt x="723900" y="238125"/>
                </a:moveTo>
                <a:lnTo>
                  <a:pt x="733425" y="238125"/>
                </a:lnTo>
                <a:lnTo>
                  <a:pt x="733425" y="247650"/>
                </a:lnTo>
                <a:lnTo>
                  <a:pt x="723900" y="247650"/>
                </a:lnTo>
                <a:close/>
                <a:moveTo>
                  <a:pt x="704850" y="276225"/>
                </a:moveTo>
                <a:lnTo>
                  <a:pt x="714375" y="276225"/>
                </a:lnTo>
                <a:lnTo>
                  <a:pt x="714375" y="285750"/>
                </a:lnTo>
                <a:lnTo>
                  <a:pt x="704850" y="285750"/>
                </a:lnTo>
                <a:close/>
                <a:moveTo>
                  <a:pt x="809625" y="295275"/>
                </a:moveTo>
                <a:lnTo>
                  <a:pt x="819150" y="295275"/>
                </a:lnTo>
                <a:lnTo>
                  <a:pt x="819150" y="304800"/>
                </a:lnTo>
                <a:lnTo>
                  <a:pt x="838200" y="304800"/>
                </a:lnTo>
                <a:lnTo>
                  <a:pt x="838200" y="285750"/>
                </a:lnTo>
                <a:lnTo>
                  <a:pt x="828675" y="285750"/>
                </a:lnTo>
                <a:lnTo>
                  <a:pt x="828675" y="276225"/>
                </a:lnTo>
                <a:lnTo>
                  <a:pt x="819150" y="276225"/>
                </a:lnTo>
                <a:lnTo>
                  <a:pt x="819150" y="285750"/>
                </a:lnTo>
                <a:lnTo>
                  <a:pt x="809625" y="285750"/>
                </a:lnTo>
                <a:close/>
                <a:moveTo>
                  <a:pt x="704850" y="323850"/>
                </a:moveTo>
                <a:lnTo>
                  <a:pt x="714375" y="323850"/>
                </a:lnTo>
                <a:lnTo>
                  <a:pt x="714375" y="333375"/>
                </a:lnTo>
                <a:lnTo>
                  <a:pt x="704850" y="333375"/>
                </a:lnTo>
                <a:close/>
                <a:moveTo>
                  <a:pt x="742950" y="381000"/>
                </a:moveTo>
                <a:lnTo>
                  <a:pt x="752475" y="381000"/>
                </a:lnTo>
                <a:lnTo>
                  <a:pt x="752475" y="390525"/>
                </a:lnTo>
                <a:lnTo>
                  <a:pt x="742950" y="390525"/>
                </a:lnTo>
                <a:close/>
                <a:moveTo>
                  <a:pt x="857250" y="381000"/>
                </a:moveTo>
                <a:lnTo>
                  <a:pt x="866775" y="381000"/>
                </a:lnTo>
                <a:lnTo>
                  <a:pt x="866775" y="390525"/>
                </a:lnTo>
                <a:lnTo>
                  <a:pt x="857250" y="390525"/>
                </a:lnTo>
                <a:close/>
                <a:moveTo>
                  <a:pt x="762000" y="390525"/>
                </a:moveTo>
                <a:lnTo>
                  <a:pt x="771525" y="390525"/>
                </a:lnTo>
                <a:lnTo>
                  <a:pt x="771525" y="400050"/>
                </a:lnTo>
                <a:lnTo>
                  <a:pt x="762000" y="400050"/>
                </a:lnTo>
                <a:close/>
                <a:moveTo>
                  <a:pt x="838200" y="390525"/>
                </a:moveTo>
                <a:lnTo>
                  <a:pt x="847725" y="390525"/>
                </a:lnTo>
                <a:lnTo>
                  <a:pt x="847725" y="400050"/>
                </a:lnTo>
                <a:lnTo>
                  <a:pt x="838200" y="400050"/>
                </a:lnTo>
                <a:close/>
                <a:moveTo>
                  <a:pt x="209550" y="438150"/>
                </a:moveTo>
                <a:lnTo>
                  <a:pt x="228600" y="438150"/>
                </a:lnTo>
                <a:lnTo>
                  <a:pt x="228600" y="447675"/>
                </a:lnTo>
                <a:lnTo>
                  <a:pt x="209550" y="447675"/>
                </a:lnTo>
                <a:close/>
                <a:moveTo>
                  <a:pt x="200025" y="447675"/>
                </a:moveTo>
                <a:lnTo>
                  <a:pt x="209550" y="447675"/>
                </a:lnTo>
                <a:lnTo>
                  <a:pt x="209550" y="466725"/>
                </a:lnTo>
                <a:lnTo>
                  <a:pt x="200025" y="466725"/>
                </a:lnTo>
                <a:close/>
                <a:moveTo>
                  <a:pt x="228600" y="447675"/>
                </a:moveTo>
                <a:lnTo>
                  <a:pt x="238125" y="447675"/>
                </a:lnTo>
                <a:lnTo>
                  <a:pt x="238125" y="466725"/>
                </a:lnTo>
                <a:lnTo>
                  <a:pt x="228600" y="466725"/>
                </a:lnTo>
                <a:close/>
                <a:moveTo>
                  <a:pt x="571500" y="447675"/>
                </a:moveTo>
                <a:lnTo>
                  <a:pt x="590550" y="447675"/>
                </a:lnTo>
                <a:lnTo>
                  <a:pt x="590550" y="628650"/>
                </a:lnTo>
                <a:lnTo>
                  <a:pt x="609600" y="628650"/>
                </a:lnTo>
                <a:lnTo>
                  <a:pt x="609600" y="561975"/>
                </a:lnTo>
                <a:lnTo>
                  <a:pt x="619125" y="561975"/>
                </a:lnTo>
                <a:lnTo>
                  <a:pt x="619125" y="552450"/>
                </a:lnTo>
                <a:lnTo>
                  <a:pt x="657225" y="552450"/>
                </a:lnTo>
                <a:lnTo>
                  <a:pt x="657225" y="561975"/>
                </a:lnTo>
                <a:lnTo>
                  <a:pt x="628650" y="561975"/>
                </a:lnTo>
                <a:lnTo>
                  <a:pt x="628650" y="571500"/>
                </a:lnTo>
                <a:lnTo>
                  <a:pt x="619125" y="571500"/>
                </a:lnTo>
                <a:lnTo>
                  <a:pt x="619125" y="628650"/>
                </a:lnTo>
                <a:lnTo>
                  <a:pt x="609600" y="628650"/>
                </a:lnTo>
                <a:lnTo>
                  <a:pt x="609600" y="638175"/>
                </a:lnTo>
                <a:lnTo>
                  <a:pt x="571500" y="638175"/>
                </a:lnTo>
                <a:close/>
                <a:moveTo>
                  <a:pt x="847725" y="457200"/>
                </a:moveTo>
                <a:lnTo>
                  <a:pt x="857250" y="457200"/>
                </a:lnTo>
                <a:lnTo>
                  <a:pt x="857250" y="476250"/>
                </a:lnTo>
                <a:lnTo>
                  <a:pt x="866775" y="476250"/>
                </a:lnTo>
                <a:lnTo>
                  <a:pt x="866775" y="466725"/>
                </a:lnTo>
                <a:lnTo>
                  <a:pt x="876300" y="466725"/>
                </a:lnTo>
                <a:lnTo>
                  <a:pt x="876300" y="476250"/>
                </a:lnTo>
                <a:lnTo>
                  <a:pt x="866775" y="476250"/>
                </a:lnTo>
                <a:lnTo>
                  <a:pt x="866775" y="628650"/>
                </a:lnTo>
                <a:lnTo>
                  <a:pt x="876300" y="628650"/>
                </a:lnTo>
                <a:lnTo>
                  <a:pt x="876300" y="476250"/>
                </a:lnTo>
                <a:lnTo>
                  <a:pt x="885825" y="476250"/>
                </a:lnTo>
                <a:lnTo>
                  <a:pt x="885825" y="466725"/>
                </a:lnTo>
                <a:lnTo>
                  <a:pt x="895350" y="466725"/>
                </a:lnTo>
                <a:lnTo>
                  <a:pt x="895350" y="476250"/>
                </a:lnTo>
                <a:lnTo>
                  <a:pt x="885825" y="476250"/>
                </a:lnTo>
                <a:lnTo>
                  <a:pt x="885825" y="619125"/>
                </a:lnTo>
                <a:lnTo>
                  <a:pt x="895350" y="619125"/>
                </a:lnTo>
                <a:lnTo>
                  <a:pt x="895350" y="628650"/>
                </a:lnTo>
                <a:lnTo>
                  <a:pt x="876300" y="628650"/>
                </a:lnTo>
                <a:lnTo>
                  <a:pt x="876300" y="638175"/>
                </a:lnTo>
                <a:lnTo>
                  <a:pt x="895350" y="638175"/>
                </a:lnTo>
                <a:lnTo>
                  <a:pt x="895350" y="647700"/>
                </a:lnTo>
                <a:lnTo>
                  <a:pt x="838200" y="647700"/>
                </a:lnTo>
                <a:lnTo>
                  <a:pt x="838200" y="628650"/>
                </a:lnTo>
                <a:lnTo>
                  <a:pt x="847725" y="628650"/>
                </a:lnTo>
                <a:lnTo>
                  <a:pt x="847725" y="504825"/>
                </a:lnTo>
                <a:lnTo>
                  <a:pt x="838200" y="504825"/>
                </a:lnTo>
                <a:lnTo>
                  <a:pt x="838200" y="466725"/>
                </a:lnTo>
                <a:lnTo>
                  <a:pt x="847725" y="466725"/>
                </a:lnTo>
                <a:close/>
                <a:moveTo>
                  <a:pt x="209550" y="466725"/>
                </a:moveTo>
                <a:lnTo>
                  <a:pt x="228600" y="466725"/>
                </a:lnTo>
                <a:lnTo>
                  <a:pt x="228600" y="476250"/>
                </a:lnTo>
                <a:lnTo>
                  <a:pt x="209550" y="476250"/>
                </a:lnTo>
                <a:close/>
                <a:moveTo>
                  <a:pt x="695325" y="485775"/>
                </a:moveTo>
                <a:lnTo>
                  <a:pt x="733425" y="485775"/>
                </a:lnTo>
                <a:lnTo>
                  <a:pt x="733425" y="495300"/>
                </a:lnTo>
                <a:lnTo>
                  <a:pt x="723900" y="495300"/>
                </a:lnTo>
                <a:lnTo>
                  <a:pt x="723900" y="504825"/>
                </a:lnTo>
                <a:lnTo>
                  <a:pt x="714375" y="504825"/>
                </a:lnTo>
                <a:lnTo>
                  <a:pt x="714375" y="514350"/>
                </a:lnTo>
                <a:lnTo>
                  <a:pt x="704850" y="514350"/>
                </a:lnTo>
                <a:lnTo>
                  <a:pt x="704850" y="523875"/>
                </a:lnTo>
                <a:lnTo>
                  <a:pt x="714375" y="523875"/>
                </a:lnTo>
                <a:lnTo>
                  <a:pt x="714375" y="533400"/>
                </a:lnTo>
                <a:lnTo>
                  <a:pt x="723900" y="533400"/>
                </a:lnTo>
                <a:lnTo>
                  <a:pt x="723900" y="504825"/>
                </a:lnTo>
                <a:lnTo>
                  <a:pt x="733425" y="504825"/>
                </a:lnTo>
                <a:lnTo>
                  <a:pt x="733425" y="495300"/>
                </a:lnTo>
                <a:lnTo>
                  <a:pt x="742950" y="495300"/>
                </a:lnTo>
                <a:lnTo>
                  <a:pt x="742950" y="628650"/>
                </a:lnTo>
                <a:lnTo>
                  <a:pt x="723900" y="628650"/>
                </a:lnTo>
                <a:lnTo>
                  <a:pt x="723900" y="638175"/>
                </a:lnTo>
                <a:lnTo>
                  <a:pt x="742950" y="638175"/>
                </a:lnTo>
                <a:lnTo>
                  <a:pt x="742950" y="647700"/>
                </a:lnTo>
                <a:lnTo>
                  <a:pt x="685800" y="647700"/>
                </a:lnTo>
                <a:lnTo>
                  <a:pt x="685800" y="638175"/>
                </a:lnTo>
                <a:lnTo>
                  <a:pt x="676275" y="638175"/>
                </a:lnTo>
                <a:lnTo>
                  <a:pt x="676275" y="628650"/>
                </a:lnTo>
                <a:lnTo>
                  <a:pt x="685800" y="628650"/>
                </a:lnTo>
                <a:lnTo>
                  <a:pt x="685800" y="495300"/>
                </a:lnTo>
                <a:lnTo>
                  <a:pt x="695325" y="495300"/>
                </a:lnTo>
                <a:close/>
                <a:moveTo>
                  <a:pt x="209550" y="495300"/>
                </a:moveTo>
                <a:lnTo>
                  <a:pt x="228600" y="495300"/>
                </a:lnTo>
                <a:lnTo>
                  <a:pt x="228600" y="504825"/>
                </a:lnTo>
                <a:lnTo>
                  <a:pt x="209550" y="504825"/>
                </a:lnTo>
                <a:close/>
                <a:moveTo>
                  <a:pt x="200025" y="504825"/>
                </a:moveTo>
                <a:lnTo>
                  <a:pt x="209550" y="504825"/>
                </a:lnTo>
                <a:lnTo>
                  <a:pt x="209550" y="514350"/>
                </a:lnTo>
                <a:lnTo>
                  <a:pt x="228600" y="514350"/>
                </a:lnTo>
                <a:lnTo>
                  <a:pt x="228600" y="504825"/>
                </a:lnTo>
                <a:lnTo>
                  <a:pt x="238125" y="504825"/>
                </a:lnTo>
                <a:lnTo>
                  <a:pt x="238125" y="523875"/>
                </a:lnTo>
                <a:lnTo>
                  <a:pt x="228600" y="523875"/>
                </a:lnTo>
                <a:lnTo>
                  <a:pt x="228600" y="533400"/>
                </a:lnTo>
                <a:lnTo>
                  <a:pt x="209550" y="533400"/>
                </a:lnTo>
                <a:lnTo>
                  <a:pt x="209550" y="523875"/>
                </a:lnTo>
                <a:lnTo>
                  <a:pt x="200025" y="523875"/>
                </a:lnTo>
                <a:close/>
                <a:moveTo>
                  <a:pt x="457200" y="504825"/>
                </a:moveTo>
                <a:lnTo>
                  <a:pt x="514350" y="504825"/>
                </a:lnTo>
                <a:lnTo>
                  <a:pt x="514350" y="523875"/>
                </a:lnTo>
                <a:lnTo>
                  <a:pt x="457200" y="523875"/>
                </a:lnTo>
                <a:close/>
                <a:moveTo>
                  <a:pt x="771525" y="523875"/>
                </a:moveTo>
                <a:lnTo>
                  <a:pt x="781050" y="523875"/>
                </a:lnTo>
                <a:lnTo>
                  <a:pt x="781050" y="533400"/>
                </a:lnTo>
                <a:lnTo>
                  <a:pt x="771525" y="533400"/>
                </a:lnTo>
                <a:close/>
                <a:moveTo>
                  <a:pt x="209550" y="552450"/>
                </a:moveTo>
                <a:lnTo>
                  <a:pt x="228600" y="552450"/>
                </a:lnTo>
                <a:lnTo>
                  <a:pt x="228600" y="561975"/>
                </a:lnTo>
                <a:lnTo>
                  <a:pt x="209550" y="561975"/>
                </a:lnTo>
                <a:close/>
                <a:moveTo>
                  <a:pt x="200025" y="561975"/>
                </a:moveTo>
                <a:lnTo>
                  <a:pt x="209550" y="561975"/>
                </a:lnTo>
                <a:lnTo>
                  <a:pt x="209550" y="571500"/>
                </a:lnTo>
                <a:lnTo>
                  <a:pt x="200025" y="571500"/>
                </a:lnTo>
                <a:close/>
                <a:moveTo>
                  <a:pt x="228600" y="561975"/>
                </a:moveTo>
                <a:lnTo>
                  <a:pt x="238125" y="561975"/>
                </a:lnTo>
                <a:lnTo>
                  <a:pt x="238125" y="571500"/>
                </a:lnTo>
                <a:lnTo>
                  <a:pt x="228600" y="571500"/>
                </a:lnTo>
                <a:close/>
                <a:moveTo>
                  <a:pt x="209550" y="571500"/>
                </a:moveTo>
                <a:lnTo>
                  <a:pt x="228600" y="571500"/>
                </a:lnTo>
                <a:lnTo>
                  <a:pt x="228600" y="581025"/>
                </a:lnTo>
                <a:lnTo>
                  <a:pt x="209550" y="581025"/>
                </a:lnTo>
                <a:close/>
                <a:moveTo>
                  <a:pt x="714375" y="619125"/>
                </a:moveTo>
                <a:lnTo>
                  <a:pt x="723900" y="619125"/>
                </a:lnTo>
                <a:lnTo>
                  <a:pt x="723900" y="609600"/>
                </a:lnTo>
                <a:lnTo>
                  <a:pt x="714375" y="609600"/>
                </a:lnTo>
                <a:close/>
                <a:moveTo>
                  <a:pt x="200025" y="628650"/>
                </a:moveTo>
                <a:lnTo>
                  <a:pt x="209550" y="628650"/>
                </a:lnTo>
                <a:lnTo>
                  <a:pt x="209550" y="638175"/>
                </a:lnTo>
                <a:lnTo>
                  <a:pt x="200025" y="638175"/>
                </a:lnTo>
                <a:close/>
                <a:moveTo>
                  <a:pt x="228600" y="628650"/>
                </a:moveTo>
                <a:lnTo>
                  <a:pt x="238125" y="628650"/>
                </a:lnTo>
                <a:lnTo>
                  <a:pt x="238125" y="638175"/>
                </a:lnTo>
                <a:lnTo>
                  <a:pt x="228600" y="638175"/>
                </a:lnTo>
                <a:close/>
                <a:moveTo>
                  <a:pt x="209550" y="638175"/>
                </a:moveTo>
                <a:lnTo>
                  <a:pt x="228600" y="638175"/>
                </a:lnTo>
                <a:lnTo>
                  <a:pt x="228600" y="647700"/>
                </a:lnTo>
                <a:lnTo>
                  <a:pt x="209550" y="647700"/>
                </a:lnTo>
                <a:close/>
                <a:moveTo>
                  <a:pt x="762000" y="638175"/>
                </a:moveTo>
                <a:lnTo>
                  <a:pt x="771525" y="638175"/>
                </a:lnTo>
                <a:lnTo>
                  <a:pt x="771525" y="647700"/>
                </a:lnTo>
                <a:lnTo>
                  <a:pt x="762000" y="647700"/>
                </a:lnTo>
                <a:close/>
                <a:moveTo>
                  <a:pt x="962025" y="685800"/>
                </a:moveTo>
                <a:lnTo>
                  <a:pt x="971550" y="685800"/>
                </a:lnTo>
                <a:lnTo>
                  <a:pt x="971550" y="704850"/>
                </a:lnTo>
                <a:lnTo>
                  <a:pt x="962025" y="704850"/>
                </a:lnTo>
                <a:lnTo>
                  <a:pt x="962025" y="714375"/>
                </a:lnTo>
                <a:lnTo>
                  <a:pt x="942975" y="714375"/>
                </a:lnTo>
                <a:lnTo>
                  <a:pt x="942975" y="695325"/>
                </a:lnTo>
                <a:lnTo>
                  <a:pt x="962025" y="695325"/>
                </a:lnTo>
                <a:close/>
              </a:path>
            </a:pathLst>
          </a:custGeom>
          <a:solidFill xmlns:a="http://schemas.openxmlformats.org/drawingml/2006/main">
            <a:srgbClr val="6D6C5A"/>
          </a:solidFill>
          <a:ln xmlns:a="http://schemas.openxmlformats.org/drawingml/2006/main" w="0">
            <a:noFill/>
          </a:ln>
        </p:spPr>
      </p:sp>
      <p:sp>
        <p:nvSpPr>
          <p:cNvPr id="60" name="v01 vector #33503e">
            <a:extLst xmlns:a="http://schemas.openxmlformats.org/drawingml/2006/main">
              <a:ext uri="{FF2B5EF4-FFF2-40B4-BE49-F238E27FC236}">
                <a16:creationId xmlns:a16="http://schemas.microsoft.com/office/drawing/2014/main" id="{B431DA82-97B2-42ED-921E-F7A59AAAEC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8250" y="2362200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923925" y="47625"/>
                </a:moveTo>
                <a:lnTo>
                  <a:pt x="962025" y="47625"/>
                </a:lnTo>
                <a:lnTo>
                  <a:pt x="962025" y="57150"/>
                </a:lnTo>
                <a:lnTo>
                  <a:pt x="971550" y="57150"/>
                </a:lnTo>
                <a:lnTo>
                  <a:pt x="971550" y="76200"/>
                </a:lnTo>
                <a:lnTo>
                  <a:pt x="981075" y="76200"/>
                </a:lnTo>
                <a:lnTo>
                  <a:pt x="981075" y="133350"/>
                </a:lnTo>
                <a:lnTo>
                  <a:pt x="962025" y="133350"/>
                </a:lnTo>
                <a:lnTo>
                  <a:pt x="962025" y="152400"/>
                </a:lnTo>
                <a:lnTo>
                  <a:pt x="942975" y="152400"/>
                </a:lnTo>
                <a:lnTo>
                  <a:pt x="942975" y="133350"/>
                </a:lnTo>
                <a:lnTo>
                  <a:pt x="923925" y="133350"/>
                </a:lnTo>
                <a:lnTo>
                  <a:pt x="923925" y="123825"/>
                </a:lnTo>
                <a:lnTo>
                  <a:pt x="914400" y="123825"/>
                </a:lnTo>
                <a:lnTo>
                  <a:pt x="914400" y="104775"/>
                </a:lnTo>
                <a:lnTo>
                  <a:pt x="923925" y="104775"/>
                </a:lnTo>
                <a:lnTo>
                  <a:pt x="923925" y="95250"/>
                </a:lnTo>
                <a:lnTo>
                  <a:pt x="933450" y="95250"/>
                </a:lnTo>
                <a:lnTo>
                  <a:pt x="933450" y="76200"/>
                </a:lnTo>
                <a:lnTo>
                  <a:pt x="923925" y="76200"/>
                </a:lnTo>
                <a:close/>
                <a:moveTo>
                  <a:pt x="190500" y="76200"/>
                </a:moveTo>
                <a:lnTo>
                  <a:pt x="209550" y="76200"/>
                </a:lnTo>
                <a:lnTo>
                  <a:pt x="209550" y="85725"/>
                </a:lnTo>
                <a:lnTo>
                  <a:pt x="190500" y="85725"/>
                </a:lnTo>
                <a:close/>
                <a:moveTo>
                  <a:pt x="314325" y="76200"/>
                </a:moveTo>
                <a:lnTo>
                  <a:pt x="333375" y="76200"/>
                </a:lnTo>
                <a:lnTo>
                  <a:pt x="333375" y="85725"/>
                </a:lnTo>
                <a:lnTo>
                  <a:pt x="314325" y="85725"/>
                </a:lnTo>
                <a:close/>
                <a:moveTo>
                  <a:pt x="180975" y="85725"/>
                </a:moveTo>
                <a:lnTo>
                  <a:pt x="190500" y="85725"/>
                </a:lnTo>
                <a:lnTo>
                  <a:pt x="190500" y="95250"/>
                </a:lnTo>
                <a:lnTo>
                  <a:pt x="180975" y="95250"/>
                </a:lnTo>
                <a:close/>
                <a:moveTo>
                  <a:pt x="304800" y="85725"/>
                </a:moveTo>
                <a:lnTo>
                  <a:pt x="314325" y="85725"/>
                </a:lnTo>
                <a:lnTo>
                  <a:pt x="314325" y="95250"/>
                </a:lnTo>
                <a:lnTo>
                  <a:pt x="304800" y="95250"/>
                </a:lnTo>
                <a:close/>
                <a:moveTo>
                  <a:pt x="219075" y="95250"/>
                </a:moveTo>
                <a:lnTo>
                  <a:pt x="228600" y="95250"/>
                </a:lnTo>
                <a:lnTo>
                  <a:pt x="228600" y="123825"/>
                </a:lnTo>
                <a:lnTo>
                  <a:pt x="247650" y="123825"/>
                </a:lnTo>
                <a:lnTo>
                  <a:pt x="247650" y="114300"/>
                </a:lnTo>
                <a:lnTo>
                  <a:pt x="238125" y="114300"/>
                </a:lnTo>
                <a:lnTo>
                  <a:pt x="238125" y="104775"/>
                </a:lnTo>
                <a:lnTo>
                  <a:pt x="247650" y="104775"/>
                </a:lnTo>
                <a:lnTo>
                  <a:pt x="247650" y="114300"/>
                </a:lnTo>
                <a:lnTo>
                  <a:pt x="257175" y="114300"/>
                </a:lnTo>
                <a:lnTo>
                  <a:pt x="257175" y="123825"/>
                </a:lnTo>
                <a:lnTo>
                  <a:pt x="304800" y="123825"/>
                </a:lnTo>
                <a:lnTo>
                  <a:pt x="304800" y="114300"/>
                </a:lnTo>
                <a:lnTo>
                  <a:pt x="314325" y="114300"/>
                </a:lnTo>
                <a:lnTo>
                  <a:pt x="314325" y="123825"/>
                </a:lnTo>
                <a:lnTo>
                  <a:pt x="333375" y="123825"/>
                </a:lnTo>
                <a:lnTo>
                  <a:pt x="333375" y="114300"/>
                </a:lnTo>
                <a:lnTo>
                  <a:pt x="342900" y="114300"/>
                </a:lnTo>
                <a:lnTo>
                  <a:pt x="342900" y="95250"/>
                </a:lnTo>
                <a:lnTo>
                  <a:pt x="352425" y="95250"/>
                </a:lnTo>
                <a:lnTo>
                  <a:pt x="352425" y="133350"/>
                </a:lnTo>
                <a:lnTo>
                  <a:pt x="295275" y="133350"/>
                </a:lnTo>
                <a:lnTo>
                  <a:pt x="295275" y="142875"/>
                </a:lnTo>
                <a:lnTo>
                  <a:pt x="361950" y="142875"/>
                </a:lnTo>
                <a:lnTo>
                  <a:pt x="361950" y="152400"/>
                </a:lnTo>
                <a:lnTo>
                  <a:pt x="161925" y="152400"/>
                </a:lnTo>
                <a:lnTo>
                  <a:pt x="161925" y="142875"/>
                </a:lnTo>
                <a:lnTo>
                  <a:pt x="285750" y="142875"/>
                </a:lnTo>
                <a:lnTo>
                  <a:pt x="285750" y="133350"/>
                </a:lnTo>
                <a:lnTo>
                  <a:pt x="190500" y="133350"/>
                </a:lnTo>
                <a:lnTo>
                  <a:pt x="190500" y="123825"/>
                </a:lnTo>
                <a:lnTo>
                  <a:pt x="209550" y="123825"/>
                </a:lnTo>
                <a:lnTo>
                  <a:pt x="209550" y="114300"/>
                </a:lnTo>
                <a:lnTo>
                  <a:pt x="219075" y="114300"/>
                </a:lnTo>
                <a:close/>
                <a:moveTo>
                  <a:pt x="828675" y="200025"/>
                </a:moveTo>
                <a:lnTo>
                  <a:pt x="838200" y="200025"/>
                </a:lnTo>
                <a:lnTo>
                  <a:pt x="838200" y="209550"/>
                </a:lnTo>
                <a:lnTo>
                  <a:pt x="828675" y="209550"/>
                </a:lnTo>
                <a:close/>
                <a:moveTo>
                  <a:pt x="209550" y="209550"/>
                </a:moveTo>
                <a:lnTo>
                  <a:pt x="628650" y="209550"/>
                </a:lnTo>
                <a:lnTo>
                  <a:pt x="628650" y="219075"/>
                </a:lnTo>
                <a:lnTo>
                  <a:pt x="619125" y="219075"/>
                </a:lnTo>
                <a:lnTo>
                  <a:pt x="619125" y="228600"/>
                </a:lnTo>
                <a:lnTo>
                  <a:pt x="628650" y="228600"/>
                </a:lnTo>
                <a:lnTo>
                  <a:pt x="628650" y="219075"/>
                </a:lnTo>
                <a:lnTo>
                  <a:pt x="638175" y="219075"/>
                </a:lnTo>
                <a:lnTo>
                  <a:pt x="638175" y="247650"/>
                </a:lnTo>
                <a:lnTo>
                  <a:pt x="628650" y="247650"/>
                </a:lnTo>
                <a:lnTo>
                  <a:pt x="628650" y="238125"/>
                </a:lnTo>
                <a:lnTo>
                  <a:pt x="619125" y="238125"/>
                </a:lnTo>
                <a:lnTo>
                  <a:pt x="619125" y="247650"/>
                </a:lnTo>
                <a:lnTo>
                  <a:pt x="628650" y="247650"/>
                </a:lnTo>
                <a:lnTo>
                  <a:pt x="628650" y="257175"/>
                </a:lnTo>
                <a:lnTo>
                  <a:pt x="209550" y="257175"/>
                </a:lnTo>
                <a:lnTo>
                  <a:pt x="209550" y="247650"/>
                </a:lnTo>
                <a:lnTo>
                  <a:pt x="200025" y="247650"/>
                </a:lnTo>
                <a:lnTo>
                  <a:pt x="200025" y="219075"/>
                </a:lnTo>
                <a:lnTo>
                  <a:pt x="209550" y="219075"/>
                </a:lnTo>
                <a:close/>
                <a:moveTo>
                  <a:pt x="771525" y="209550"/>
                </a:moveTo>
                <a:lnTo>
                  <a:pt x="781050" y="209550"/>
                </a:lnTo>
                <a:lnTo>
                  <a:pt x="781050" y="228600"/>
                </a:lnTo>
                <a:lnTo>
                  <a:pt x="752475" y="228600"/>
                </a:lnTo>
                <a:lnTo>
                  <a:pt x="752475" y="219075"/>
                </a:lnTo>
                <a:lnTo>
                  <a:pt x="771525" y="219075"/>
                </a:lnTo>
                <a:close/>
                <a:moveTo>
                  <a:pt x="209550" y="228600"/>
                </a:moveTo>
                <a:lnTo>
                  <a:pt x="219075" y="228600"/>
                </a:lnTo>
                <a:lnTo>
                  <a:pt x="219075" y="219075"/>
                </a:lnTo>
                <a:lnTo>
                  <a:pt x="209550" y="219075"/>
                </a:lnTo>
                <a:close/>
                <a:moveTo>
                  <a:pt x="209550" y="247650"/>
                </a:moveTo>
                <a:lnTo>
                  <a:pt x="219075" y="247650"/>
                </a:lnTo>
                <a:lnTo>
                  <a:pt x="219075" y="238125"/>
                </a:lnTo>
                <a:lnTo>
                  <a:pt x="209550" y="238125"/>
                </a:lnTo>
                <a:close/>
                <a:moveTo>
                  <a:pt x="714375" y="276225"/>
                </a:moveTo>
                <a:lnTo>
                  <a:pt x="723900" y="276225"/>
                </a:lnTo>
                <a:lnTo>
                  <a:pt x="723900" y="295275"/>
                </a:lnTo>
                <a:lnTo>
                  <a:pt x="714375" y="295275"/>
                </a:lnTo>
                <a:lnTo>
                  <a:pt x="714375" y="323850"/>
                </a:lnTo>
                <a:lnTo>
                  <a:pt x="704850" y="323850"/>
                </a:lnTo>
                <a:lnTo>
                  <a:pt x="704850" y="285750"/>
                </a:lnTo>
                <a:lnTo>
                  <a:pt x="714375" y="285750"/>
                </a:lnTo>
                <a:close/>
                <a:moveTo>
                  <a:pt x="800100" y="295275"/>
                </a:moveTo>
                <a:lnTo>
                  <a:pt x="809625" y="295275"/>
                </a:lnTo>
                <a:lnTo>
                  <a:pt x="809625" y="304800"/>
                </a:lnTo>
                <a:lnTo>
                  <a:pt x="800100" y="304800"/>
                </a:lnTo>
                <a:close/>
                <a:moveTo>
                  <a:pt x="809625" y="304800"/>
                </a:moveTo>
                <a:lnTo>
                  <a:pt x="819150" y="304800"/>
                </a:lnTo>
                <a:lnTo>
                  <a:pt x="819150" y="314325"/>
                </a:lnTo>
                <a:lnTo>
                  <a:pt x="809625" y="314325"/>
                </a:lnTo>
                <a:close/>
                <a:moveTo>
                  <a:pt x="819150" y="314325"/>
                </a:moveTo>
                <a:lnTo>
                  <a:pt x="828675" y="314325"/>
                </a:lnTo>
                <a:lnTo>
                  <a:pt x="828675" y="323850"/>
                </a:lnTo>
                <a:lnTo>
                  <a:pt x="838200" y="323850"/>
                </a:lnTo>
                <a:lnTo>
                  <a:pt x="838200" y="342900"/>
                </a:lnTo>
                <a:lnTo>
                  <a:pt x="828675" y="342900"/>
                </a:lnTo>
                <a:lnTo>
                  <a:pt x="828675" y="333375"/>
                </a:lnTo>
                <a:lnTo>
                  <a:pt x="819150" y="333375"/>
                </a:lnTo>
                <a:close/>
                <a:moveTo>
                  <a:pt x="714375" y="342900"/>
                </a:moveTo>
                <a:lnTo>
                  <a:pt x="723900" y="342900"/>
                </a:lnTo>
                <a:lnTo>
                  <a:pt x="723900" y="352425"/>
                </a:lnTo>
                <a:lnTo>
                  <a:pt x="714375" y="352425"/>
                </a:lnTo>
                <a:close/>
                <a:moveTo>
                  <a:pt x="838200" y="342900"/>
                </a:moveTo>
                <a:lnTo>
                  <a:pt x="847725" y="342900"/>
                </a:lnTo>
                <a:lnTo>
                  <a:pt x="847725" y="352425"/>
                </a:lnTo>
                <a:lnTo>
                  <a:pt x="838200" y="352425"/>
                </a:lnTo>
                <a:close/>
                <a:moveTo>
                  <a:pt x="828675" y="352425"/>
                </a:moveTo>
                <a:lnTo>
                  <a:pt x="838200" y="352425"/>
                </a:lnTo>
                <a:lnTo>
                  <a:pt x="838200" y="361950"/>
                </a:lnTo>
                <a:lnTo>
                  <a:pt x="828675" y="361950"/>
                </a:lnTo>
                <a:close/>
                <a:moveTo>
                  <a:pt x="847725" y="352425"/>
                </a:moveTo>
                <a:lnTo>
                  <a:pt x="857250" y="352425"/>
                </a:lnTo>
                <a:lnTo>
                  <a:pt x="857250" y="361950"/>
                </a:lnTo>
                <a:lnTo>
                  <a:pt x="847725" y="361950"/>
                </a:lnTo>
                <a:close/>
                <a:moveTo>
                  <a:pt x="723900" y="361950"/>
                </a:moveTo>
                <a:lnTo>
                  <a:pt x="733425" y="361950"/>
                </a:lnTo>
                <a:lnTo>
                  <a:pt x="733425" y="371475"/>
                </a:lnTo>
                <a:lnTo>
                  <a:pt x="723900" y="371475"/>
                </a:lnTo>
                <a:close/>
                <a:moveTo>
                  <a:pt x="838200" y="361950"/>
                </a:moveTo>
                <a:lnTo>
                  <a:pt x="847725" y="361950"/>
                </a:lnTo>
                <a:lnTo>
                  <a:pt x="847725" y="371475"/>
                </a:lnTo>
                <a:lnTo>
                  <a:pt x="838200" y="371475"/>
                </a:lnTo>
                <a:close/>
                <a:moveTo>
                  <a:pt x="857250" y="361950"/>
                </a:moveTo>
                <a:lnTo>
                  <a:pt x="876300" y="361950"/>
                </a:lnTo>
                <a:lnTo>
                  <a:pt x="876300" y="381000"/>
                </a:lnTo>
                <a:lnTo>
                  <a:pt x="866775" y="381000"/>
                </a:lnTo>
                <a:lnTo>
                  <a:pt x="866775" y="371475"/>
                </a:lnTo>
                <a:lnTo>
                  <a:pt x="857250" y="371475"/>
                </a:lnTo>
                <a:close/>
                <a:moveTo>
                  <a:pt x="733425" y="371475"/>
                </a:moveTo>
                <a:lnTo>
                  <a:pt x="742950" y="371475"/>
                </a:lnTo>
                <a:lnTo>
                  <a:pt x="742950" y="381000"/>
                </a:lnTo>
                <a:lnTo>
                  <a:pt x="733425" y="381000"/>
                </a:lnTo>
                <a:close/>
                <a:moveTo>
                  <a:pt x="847725" y="381000"/>
                </a:moveTo>
                <a:lnTo>
                  <a:pt x="857250" y="381000"/>
                </a:lnTo>
                <a:lnTo>
                  <a:pt x="857250" y="390525"/>
                </a:lnTo>
                <a:lnTo>
                  <a:pt x="847725" y="390525"/>
                </a:lnTo>
                <a:close/>
                <a:moveTo>
                  <a:pt x="771525" y="390525"/>
                </a:moveTo>
                <a:lnTo>
                  <a:pt x="838200" y="390525"/>
                </a:lnTo>
                <a:lnTo>
                  <a:pt x="838200" y="400050"/>
                </a:lnTo>
                <a:lnTo>
                  <a:pt x="771525" y="400050"/>
                </a:lnTo>
                <a:close/>
                <a:moveTo>
                  <a:pt x="209550" y="447675"/>
                </a:moveTo>
                <a:lnTo>
                  <a:pt x="228600" y="447675"/>
                </a:lnTo>
                <a:lnTo>
                  <a:pt x="228600" y="466725"/>
                </a:lnTo>
                <a:lnTo>
                  <a:pt x="209550" y="466725"/>
                </a:lnTo>
                <a:close/>
                <a:moveTo>
                  <a:pt x="857250" y="466725"/>
                </a:moveTo>
                <a:lnTo>
                  <a:pt x="866775" y="466725"/>
                </a:lnTo>
                <a:lnTo>
                  <a:pt x="866775" y="476250"/>
                </a:lnTo>
                <a:lnTo>
                  <a:pt x="857250" y="476250"/>
                </a:lnTo>
                <a:close/>
                <a:moveTo>
                  <a:pt x="876300" y="466725"/>
                </a:moveTo>
                <a:lnTo>
                  <a:pt x="885825" y="466725"/>
                </a:lnTo>
                <a:lnTo>
                  <a:pt x="885825" y="476250"/>
                </a:lnTo>
                <a:lnTo>
                  <a:pt x="876300" y="476250"/>
                </a:lnTo>
                <a:close/>
                <a:moveTo>
                  <a:pt x="723900" y="495300"/>
                </a:moveTo>
                <a:lnTo>
                  <a:pt x="733425" y="495300"/>
                </a:lnTo>
                <a:lnTo>
                  <a:pt x="733425" y="504825"/>
                </a:lnTo>
                <a:lnTo>
                  <a:pt x="723900" y="504825"/>
                </a:lnTo>
                <a:close/>
                <a:moveTo>
                  <a:pt x="209550" y="504825"/>
                </a:moveTo>
                <a:lnTo>
                  <a:pt x="228600" y="504825"/>
                </a:lnTo>
                <a:lnTo>
                  <a:pt x="228600" y="514350"/>
                </a:lnTo>
                <a:lnTo>
                  <a:pt x="209550" y="514350"/>
                </a:lnTo>
                <a:close/>
                <a:moveTo>
                  <a:pt x="781050" y="523875"/>
                </a:moveTo>
                <a:lnTo>
                  <a:pt x="809625" y="523875"/>
                </a:lnTo>
                <a:lnTo>
                  <a:pt x="809625" y="533400"/>
                </a:lnTo>
                <a:lnTo>
                  <a:pt x="781050" y="533400"/>
                </a:lnTo>
                <a:close/>
                <a:moveTo>
                  <a:pt x="209550" y="561975"/>
                </a:moveTo>
                <a:lnTo>
                  <a:pt x="228600" y="561975"/>
                </a:lnTo>
                <a:lnTo>
                  <a:pt x="228600" y="571500"/>
                </a:lnTo>
                <a:lnTo>
                  <a:pt x="209550" y="571500"/>
                </a:lnTo>
                <a:close/>
                <a:moveTo>
                  <a:pt x="628650" y="561975"/>
                </a:moveTo>
                <a:lnTo>
                  <a:pt x="666750" y="561975"/>
                </a:lnTo>
                <a:lnTo>
                  <a:pt x="666750" y="571500"/>
                </a:lnTo>
                <a:lnTo>
                  <a:pt x="647700" y="571500"/>
                </a:lnTo>
                <a:lnTo>
                  <a:pt x="647700" y="619125"/>
                </a:lnTo>
                <a:lnTo>
                  <a:pt x="628650" y="619125"/>
                </a:lnTo>
                <a:lnTo>
                  <a:pt x="628650" y="628650"/>
                </a:lnTo>
                <a:lnTo>
                  <a:pt x="619125" y="628650"/>
                </a:lnTo>
                <a:lnTo>
                  <a:pt x="619125" y="571500"/>
                </a:lnTo>
                <a:lnTo>
                  <a:pt x="628650" y="571500"/>
                </a:lnTo>
                <a:close/>
                <a:moveTo>
                  <a:pt x="628650" y="581025"/>
                </a:moveTo>
                <a:lnTo>
                  <a:pt x="638175" y="581025"/>
                </a:lnTo>
                <a:lnTo>
                  <a:pt x="638175" y="571500"/>
                </a:lnTo>
                <a:lnTo>
                  <a:pt x="628650" y="571500"/>
                </a:lnTo>
                <a:close/>
                <a:moveTo>
                  <a:pt x="209550" y="609600"/>
                </a:moveTo>
                <a:lnTo>
                  <a:pt x="228600" y="609600"/>
                </a:lnTo>
                <a:lnTo>
                  <a:pt x="228600" y="619125"/>
                </a:lnTo>
                <a:lnTo>
                  <a:pt x="238125" y="619125"/>
                </a:lnTo>
                <a:lnTo>
                  <a:pt x="238125" y="628650"/>
                </a:lnTo>
                <a:lnTo>
                  <a:pt x="228600" y="628650"/>
                </a:lnTo>
                <a:lnTo>
                  <a:pt x="228600" y="638175"/>
                </a:lnTo>
                <a:lnTo>
                  <a:pt x="209550" y="638175"/>
                </a:lnTo>
                <a:lnTo>
                  <a:pt x="209550" y="628650"/>
                </a:lnTo>
                <a:lnTo>
                  <a:pt x="200025" y="628650"/>
                </a:lnTo>
                <a:lnTo>
                  <a:pt x="200025" y="619125"/>
                </a:lnTo>
                <a:lnTo>
                  <a:pt x="209550" y="619125"/>
                </a:lnTo>
                <a:close/>
                <a:moveTo>
                  <a:pt x="771525" y="609600"/>
                </a:moveTo>
                <a:lnTo>
                  <a:pt x="781050" y="609600"/>
                </a:lnTo>
                <a:lnTo>
                  <a:pt x="781050" y="619125"/>
                </a:lnTo>
                <a:lnTo>
                  <a:pt x="790575" y="619125"/>
                </a:lnTo>
                <a:lnTo>
                  <a:pt x="790575" y="609600"/>
                </a:lnTo>
                <a:lnTo>
                  <a:pt x="800100" y="609600"/>
                </a:lnTo>
                <a:lnTo>
                  <a:pt x="800100" y="628650"/>
                </a:lnTo>
                <a:lnTo>
                  <a:pt x="771525" y="628650"/>
                </a:lnTo>
                <a:close/>
                <a:moveTo>
                  <a:pt x="809625" y="609600"/>
                </a:moveTo>
                <a:lnTo>
                  <a:pt x="819150" y="609600"/>
                </a:lnTo>
                <a:lnTo>
                  <a:pt x="819150" y="628650"/>
                </a:lnTo>
                <a:lnTo>
                  <a:pt x="809625" y="628650"/>
                </a:lnTo>
                <a:close/>
                <a:moveTo>
                  <a:pt x="609600" y="628650"/>
                </a:moveTo>
                <a:lnTo>
                  <a:pt x="619125" y="628650"/>
                </a:lnTo>
                <a:lnTo>
                  <a:pt x="619125" y="638175"/>
                </a:lnTo>
                <a:lnTo>
                  <a:pt x="647700" y="638175"/>
                </a:lnTo>
                <a:lnTo>
                  <a:pt x="647700" y="647700"/>
                </a:lnTo>
                <a:lnTo>
                  <a:pt x="609600" y="647700"/>
                </a:lnTo>
                <a:close/>
                <a:moveTo>
                  <a:pt x="666750" y="628650"/>
                </a:moveTo>
                <a:lnTo>
                  <a:pt x="676275" y="628650"/>
                </a:lnTo>
                <a:lnTo>
                  <a:pt x="676275" y="638175"/>
                </a:lnTo>
                <a:lnTo>
                  <a:pt x="666750" y="638175"/>
                </a:lnTo>
                <a:close/>
                <a:moveTo>
                  <a:pt x="723900" y="628650"/>
                </a:moveTo>
                <a:lnTo>
                  <a:pt x="752475" y="628650"/>
                </a:lnTo>
                <a:lnTo>
                  <a:pt x="752475" y="638175"/>
                </a:lnTo>
                <a:lnTo>
                  <a:pt x="723900" y="638175"/>
                </a:lnTo>
                <a:close/>
                <a:moveTo>
                  <a:pt x="762000" y="628650"/>
                </a:moveTo>
                <a:lnTo>
                  <a:pt x="771525" y="628650"/>
                </a:lnTo>
                <a:lnTo>
                  <a:pt x="771525" y="638175"/>
                </a:lnTo>
                <a:lnTo>
                  <a:pt x="762000" y="638175"/>
                </a:lnTo>
                <a:close/>
                <a:moveTo>
                  <a:pt x="819150" y="628650"/>
                </a:moveTo>
                <a:lnTo>
                  <a:pt x="828675" y="628650"/>
                </a:lnTo>
                <a:lnTo>
                  <a:pt x="828675" y="638175"/>
                </a:lnTo>
                <a:lnTo>
                  <a:pt x="819150" y="638175"/>
                </a:lnTo>
                <a:close/>
                <a:moveTo>
                  <a:pt x="876300" y="628650"/>
                </a:moveTo>
                <a:lnTo>
                  <a:pt x="904875" y="628650"/>
                </a:lnTo>
                <a:lnTo>
                  <a:pt x="904875" y="638175"/>
                </a:lnTo>
                <a:lnTo>
                  <a:pt x="876300" y="638175"/>
                </a:lnTo>
                <a:close/>
                <a:moveTo>
                  <a:pt x="657225" y="638175"/>
                </a:moveTo>
                <a:lnTo>
                  <a:pt x="666750" y="638175"/>
                </a:lnTo>
                <a:lnTo>
                  <a:pt x="666750" y="647700"/>
                </a:lnTo>
                <a:lnTo>
                  <a:pt x="657225" y="647700"/>
                </a:lnTo>
                <a:close/>
                <a:moveTo>
                  <a:pt x="771525" y="638175"/>
                </a:moveTo>
                <a:lnTo>
                  <a:pt x="781050" y="638175"/>
                </a:lnTo>
                <a:lnTo>
                  <a:pt x="781050" y="647700"/>
                </a:lnTo>
                <a:lnTo>
                  <a:pt x="771525" y="647700"/>
                </a:lnTo>
                <a:close/>
                <a:moveTo>
                  <a:pt x="809625" y="638175"/>
                </a:moveTo>
                <a:lnTo>
                  <a:pt x="819150" y="638175"/>
                </a:lnTo>
                <a:lnTo>
                  <a:pt x="819150" y="647700"/>
                </a:lnTo>
                <a:lnTo>
                  <a:pt x="809625" y="647700"/>
                </a:lnTo>
                <a:close/>
              </a:path>
            </a:pathLst>
          </a:custGeom>
          <a:solidFill xmlns:a="http://schemas.openxmlformats.org/drawingml/2006/main">
            <a:srgbClr val="33503E"/>
          </a:solidFill>
          <a:ln xmlns:a="http://schemas.openxmlformats.org/drawingml/2006/main" w="0">
            <a:noFill/>
          </a:ln>
        </p:spPr>
      </p:sp>
      <p:sp>
        <p:nvSpPr>
          <p:cNvPr id="61" name="v01 vector #2b4f3d">
            <a:extLst xmlns:a="http://schemas.openxmlformats.org/drawingml/2006/main">
              <a:ext uri="{FF2B5EF4-FFF2-40B4-BE49-F238E27FC236}">
                <a16:creationId xmlns:a16="http://schemas.microsoft.com/office/drawing/2014/main" id="{E7C8FEB9-FF0B-4643-A03A-2432E46E24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8250" y="2362200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419100" y="47625"/>
                </a:moveTo>
                <a:lnTo>
                  <a:pt x="638175" y="47625"/>
                </a:lnTo>
                <a:lnTo>
                  <a:pt x="638175" y="66675"/>
                </a:lnTo>
                <a:lnTo>
                  <a:pt x="685800" y="66675"/>
                </a:lnTo>
                <a:lnTo>
                  <a:pt x="685800" y="47625"/>
                </a:lnTo>
                <a:lnTo>
                  <a:pt x="704850" y="47625"/>
                </a:lnTo>
                <a:lnTo>
                  <a:pt x="704850" y="66675"/>
                </a:lnTo>
                <a:lnTo>
                  <a:pt x="847725" y="66675"/>
                </a:lnTo>
                <a:lnTo>
                  <a:pt x="847725" y="47625"/>
                </a:lnTo>
                <a:lnTo>
                  <a:pt x="923925" y="47625"/>
                </a:lnTo>
                <a:lnTo>
                  <a:pt x="923925" y="76200"/>
                </a:lnTo>
                <a:lnTo>
                  <a:pt x="933450" y="76200"/>
                </a:lnTo>
                <a:lnTo>
                  <a:pt x="933450" y="95250"/>
                </a:lnTo>
                <a:lnTo>
                  <a:pt x="923925" y="95250"/>
                </a:lnTo>
                <a:lnTo>
                  <a:pt x="923925" y="104775"/>
                </a:lnTo>
                <a:lnTo>
                  <a:pt x="914400" y="104775"/>
                </a:lnTo>
                <a:lnTo>
                  <a:pt x="914400" y="123825"/>
                </a:lnTo>
                <a:lnTo>
                  <a:pt x="923925" y="123825"/>
                </a:lnTo>
                <a:lnTo>
                  <a:pt x="923925" y="133350"/>
                </a:lnTo>
                <a:lnTo>
                  <a:pt x="847725" y="133350"/>
                </a:lnTo>
                <a:lnTo>
                  <a:pt x="847725" y="152400"/>
                </a:lnTo>
                <a:lnTo>
                  <a:pt x="666750" y="152400"/>
                </a:lnTo>
                <a:lnTo>
                  <a:pt x="666750" y="133350"/>
                </a:lnTo>
                <a:lnTo>
                  <a:pt x="409575" y="133350"/>
                </a:lnTo>
                <a:lnTo>
                  <a:pt x="409575" y="152400"/>
                </a:lnTo>
                <a:lnTo>
                  <a:pt x="361950" y="152400"/>
                </a:lnTo>
                <a:lnTo>
                  <a:pt x="361950" y="142875"/>
                </a:lnTo>
                <a:lnTo>
                  <a:pt x="342900" y="142875"/>
                </a:lnTo>
                <a:lnTo>
                  <a:pt x="342900" y="133350"/>
                </a:lnTo>
                <a:lnTo>
                  <a:pt x="352425" y="133350"/>
                </a:lnTo>
                <a:lnTo>
                  <a:pt x="352425" y="95250"/>
                </a:lnTo>
                <a:lnTo>
                  <a:pt x="371475" y="95250"/>
                </a:lnTo>
                <a:lnTo>
                  <a:pt x="371475" y="85725"/>
                </a:lnTo>
                <a:lnTo>
                  <a:pt x="381000" y="85725"/>
                </a:lnTo>
                <a:lnTo>
                  <a:pt x="381000" y="76200"/>
                </a:lnTo>
                <a:lnTo>
                  <a:pt x="390525" y="76200"/>
                </a:lnTo>
                <a:lnTo>
                  <a:pt x="390525" y="66675"/>
                </a:lnTo>
                <a:lnTo>
                  <a:pt x="419100" y="66675"/>
                </a:lnTo>
                <a:close/>
                <a:moveTo>
                  <a:pt x="180975" y="114300"/>
                </a:moveTo>
                <a:lnTo>
                  <a:pt x="190500" y="114300"/>
                </a:lnTo>
                <a:lnTo>
                  <a:pt x="190500" y="142875"/>
                </a:lnTo>
                <a:lnTo>
                  <a:pt x="171450" y="142875"/>
                </a:lnTo>
                <a:lnTo>
                  <a:pt x="171450" y="123825"/>
                </a:lnTo>
                <a:lnTo>
                  <a:pt x="180975" y="123825"/>
                </a:lnTo>
                <a:close/>
                <a:moveTo>
                  <a:pt x="228600" y="114300"/>
                </a:moveTo>
                <a:lnTo>
                  <a:pt x="247650" y="114300"/>
                </a:lnTo>
                <a:lnTo>
                  <a:pt x="247650" y="123825"/>
                </a:lnTo>
                <a:lnTo>
                  <a:pt x="228600" y="123825"/>
                </a:lnTo>
                <a:close/>
                <a:moveTo>
                  <a:pt x="276225" y="114300"/>
                </a:moveTo>
                <a:lnTo>
                  <a:pt x="285750" y="114300"/>
                </a:lnTo>
                <a:lnTo>
                  <a:pt x="285750" y="123825"/>
                </a:lnTo>
                <a:lnTo>
                  <a:pt x="276225" y="123825"/>
                </a:lnTo>
                <a:close/>
                <a:moveTo>
                  <a:pt x="219075" y="133350"/>
                </a:moveTo>
                <a:lnTo>
                  <a:pt x="247650" y="133350"/>
                </a:lnTo>
                <a:lnTo>
                  <a:pt x="247650" y="142875"/>
                </a:lnTo>
                <a:lnTo>
                  <a:pt x="219075" y="142875"/>
                </a:lnTo>
                <a:close/>
                <a:moveTo>
                  <a:pt x="295275" y="133350"/>
                </a:moveTo>
                <a:lnTo>
                  <a:pt x="304800" y="133350"/>
                </a:lnTo>
                <a:lnTo>
                  <a:pt x="304800" y="142875"/>
                </a:lnTo>
                <a:lnTo>
                  <a:pt x="295275" y="142875"/>
                </a:lnTo>
                <a:close/>
                <a:moveTo>
                  <a:pt x="933450" y="133350"/>
                </a:moveTo>
                <a:lnTo>
                  <a:pt x="942975" y="133350"/>
                </a:lnTo>
                <a:lnTo>
                  <a:pt x="942975" y="152400"/>
                </a:lnTo>
                <a:lnTo>
                  <a:pt x="933450" y="152400"/>
                </a:lnTo>
                <a:close/>
                <a:moveTo>
                  <a:pt x="971550" y="133350"/>
                </a:moveTo>
                <a:lnTo>
                  <a:pt x="981075" y="133350"/>
                </a:lnTo>
                <a:lnTo>
                  <a:pt x="981075" y="152400"/>
                </a:lnTo>
                <a:lnTo>
                  <a:pt x="971550" y="152400"/>
                </a:lnTo>
                <a:close/>
                <a:moveTo>
                  <a:pt x="152400" y="142875"/>
                </a:moveTo>
                <a:lnTo>
                  <a:pt x="161925" y="142875"/>
                </a:lnTo>
                <a:lnTo>
                  <a:pt x="161925" y="152400"/>
                </a:lnTo>
                <a:lnTo>
                  <a:pt x="152400" y="152400"/>
                </a:lnTo>
                <a:close/>
                <a:moveTo>
                  <a:pt x="781050" y="209550"/>
                </a:moveTo>
                <a:lnTo>
                  <a:pt x="790575" y="209550"/>
                </a:lnTo>
                <a:lnTo>
                  <a:pt x="790575" y="219075"/>
                </a:lnTo>
                <a:lnTo>
                  <a:pt x="781050" y="219075"/>
                </a:lnTo>
                <a:close/>
                <a:moveTo>
                  <a:pt x="790575" y="219075"/>
                </a:moveTo>
                <a:lnTo>
                  <a:pt x="800100" y="219075"/>
                </a:lnTo>
                <a:lnTo>
                  <a:pt x="800100" y="276225"/>
                </a:lnTo>
                <a:lnTo>
                  <a:pt x="790575" y="276225"/>
                </a:lnTo>
                <a:lnTo>
                  <a:pt x="790575" y="266700"/>
                </a:lnTo>
                <a:lnTo>
                  <a:pt x="781050" y="266700"/>
                </a:lnTo>
                <a:lnTo>
                  <a:pt x="781050" y="276225"/>
                </a:lnTo>
                <a:lnTo>
                  <a:pt x="771525" y="276225"/>
                </a:lnTo>
                <a:lnTo>
                  <a:pt x="771525" y="266700"/>
                </a:lnTo>
                <a:lnTo>
                  <a:pt x="762000" y="266700"/>
                </a:lnTo>
                <a:lnTo>
                  <a:pt x="762000" y="257175"/>
                </a:lnTo>
                <a:lnTo>
                  <a:pt x="752475" y="257175"/>
                </a:lnTo>
                <a:lnTo>
                  <a:pt x="752475" y="238125"/>
                </a:lnTo>
                <a:lnTo>
                  <a:pt x="762000" y="238125"/>
                </a:lnTo>
                <a:lnTo>
                  <a:pt x="762000" y="228600"/>
                </a:lnTo>
                <a:lnTo>
                  <a:pt x="790575" y="228600"/>
                </a:lnTo>
                <a:close/>
                <a:moveTo>
                  <a:pt x="733425" y="276225"/>
                </a:moveTo>
                <a:lnTo>
                  <a:pt x="752475" y="276225"/>
                </a:lnTo>
                <a:lnTo>
                  <a:pt x="752475" y="304800"/>
                </a:lnTo>
                <a:lnTo>
                  <a:pt x="742950" y="304800"/>
                </a:lnTo>
                <a:lnTo>
                  <a:pt x="742950" y="323850"/>
                </a:lnTo>
                <a:lnTo>
                  <a:pt x="723900" y="323850"/>
                </a:lnTo>
                <a:lnTo>
                  <a:pt x="723900" y="342900"/>
                </a:lnTo>
                <a:lnTo>
                  <a:pt x="714375" y="342900"/>
                </a:lnTo>
                <a:lnTo>
                  <a:pt x="714375" y="295275"/>
                </a:lnTo>
                <a:lnTo>
                  <a:pt x="723900" y="295275"/>
                </a:lnTo>
                <a:lnTo>
                  <a:pt x="723900" y="285750"/>
                </a:lnTo>
                <a:lnTo>
                  <a:pt x="733425" y="285750"/>
                </a:lnTo>
                <a:close/>
                <a:moveTo>
                  <a:pt x="800100" y="352425"/>
                </a:moveTo>
                <a:lnTo>
                  <a:pt x="828675" y="352425"/>
                </a:lnTo>
                <a:lnTo>
                  <a:pt x="828675" y="361950"/>
                </a:lnTo>
                <a:lnTo>
                  <a:pt x="838200" y="361950"/>
                </a:lnTo>
                <a:lnTo>
                  <a:pt x="838200" y="390525"/>
                </a:lnTo>
                <a:lnTo>
                  <a:pt x="790575" y="390525"/>
                </a:lnTo>
                <a:lnTo>
                  <a:pt x="790575" y="381000"/>
                </a:lnTo>
                <a:lnTo>
                  <a:pt x="781050" y="381000"/>
                </a:lnTo>
                <a:lnTo>
                  <a:pt x="781050" y="371475"/>
                </a:lnTo>
                <a:lnTo>
                  <a:pt x="762000" y="371475"/>
                </a:lnTo>
                <a:lnTo>
                  <a:pt x="762000" y="361950"/>
                </a:lnTo>
                <a:lnTo>
                  <a:pt x="800100" y="361950"/>
                </a:lnTo>
                <a:close/>
                <a:moveTo>
                  <a:pt x="752475" y="381000"/>
                </a:moveTo>
                <a:lnTo>
                  <a:pt x="762000" y="381000"/>
                </a:lnTo>
                <a:lnTo>
                  <a:pt x="762000" y="390525"/>
                </a:lnTo>
                <a:lnTo>
                  <a:pt x="752475" y="390525"/>
                </a:lnTo>
                <a:close/>
                <a:moveTo>
                  <a:pt x="771525" y="533400"/>
                </a:moveTo>
                <a:lnTo>
                  <a:pt x="781050" y="533400"/>
                </a:lnTo>
                <a:lnTo>
                  <a:pt x="781050" y="542925"/>
                </a:lnTo>
                <a:lnTo>
                  <a:pt x="790575" y="542925"/>
                </a:lnTo>
                <a:lnTo>
                  <a:pt x="790575" y="533400"/>
                </a:lnTo>
                <a:lnTo>
                  <a:pt x="800100" y="533400"/>
                </a:lnTo>
                <a:lnTo>
                  <a:pt x="800100" y="542925"/>
                </a:lnTo>
                <a:lnTo>
                  <a:pt x="809625" y="542925"/>
                </a:lnTo>
                <a:lnTo>
                  <a:pt x="809625" y="533400"/>
                </a:lnTo>
                <a:lnTo>
                  <a:pt x="819150" y="533400"/>
                </a:lnTo>
                <a:lnTo>
                  <a:pt x="819150" y="561975"/>
                </a:lnTo>
                <a:lnTo>
                  <a:pt x="800100" y="561975"/>
                </a:lnTo>
                <a:lnTo>
                  <a:pt x="800100" y="600075"/>
                </a:lnTo>
                <a:lnTo>
                  <a:pt x="819150" y="600075"/>
                </a:lnTo>
                <a:lnTo>
                  <a:pt x="819150" y="609600"/>
                </a:lnTo>
                <a:lnTo>
                  <a:pt x="809625" y="609600"/>
                </a:lnTo>
                <a:lnTo>
                  <a:pt x="809625" y="628650"/>
                </a:lnTo>
                <a:lnTo>
                  <a:pt x="800100" y="628650"/>
                </a:lnTo>
                <a:lnTo>
                  <a:pt x="800100" y="609600"/>
                </a:lnTo>
                <a:lnTo>
                  <a:pt x="790575" y="609600"/>
                </a:lnTo>
                <a:lnTo>
                  <a:pt x="790575" y="619125"/>
                </a:lnTo>
                <a:lnTo>
                  <a:pt x="781050" y="619125"/>
                </a:lnTo>
                <a:lnTo>
                  <a:pt x="781050" y="609600"/>
                </a:lnTo>
                <a:lnTo>
                  <a:pt x="771525" y="609600"/>
                </a:lnTo>
                <a:close/>
                <a:moveTo>
                  <a:pt x="657225" y="571500"/>
                </a:moveTo>
                <a:lnTo>
                  <a:pt x="666750" y="571500"/>
                </a:lnTo>
                <a:lnTo>
                  <a:pt x="666750" y="609600"/>
                </a:lnTo>
                <a:lnTo>
                  <a:pt x="647700" y="609600"/>
                </a:lnTo>
                <a:lnTo>
                  <a:pt x="647700" y="581025"/>
                </a:lnTo>
                <a:lnTo>
                  <a:pt x="657225" y="581025"/>
                </a:lnTo>
                <a:close/>
                <a:moveTo>
                  <a:pt x="790575" y="628650"/>
                </a:moveTo>
                <a:lnTo>
                  <a:pt x="800100" y="628650"/>
                </a:lnTo>
                <a:lnTo>
                  <a:pt x="800100" y="647700"/>
                </a:lnTo>
                <a:lnTo>
                  <a:pt x="781050" y="647700"/>
                </a:lnTo>
                <a:lnTo>
                  <a:pt x="781050" y="638175"/>
                </a:lnTo>
                <a:lnTo>
                  <a:pt x="790575" y="638175"/>
                </a:lnTo>
                <a:close/>
              </a:path>
            </a:pathLst>
          </a:custGeom>
          <a:solidFill xmlns:a="http://schemas.openxmlformats.org/drawingml/2006/main">
            <a:srgbClr val="2B4F3D"/>
          </a:solidFill>
          <a:ln xmlns:a="http://schemas.openxmlformats.org/drawingml/2006/main" w="0">
            <a:noFill/>
          </a:ln>
        </p:spPr>
      </p:sp>
      <p:sp>
        <p:nvSpPr>
          <p:cNvPr id="62" name="v01 vector #294c3b">
            <a:extLst xmlns:a="http://schemas.openxmlformats.org/drawingml/2006/main">
              <a:ext uri="{FF2B5EF4-FFF2-40B4-BE49-F238E27FC236}">
                <a16:creationId xmlns:a16="http://schemas.microsoft.com/office/drawing/2014/main" id="{1B1107F4-5117-41EB-9A16-EFB20BD0B3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8250" y="2362200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161925" y="47625"/>
                </a:moveTo>
                <a:lnTo>
                  <a:pt x="419100" y="47625"/>
                </a:lnTo>
                <a:lnTo>
                  <a:pt x="419100" y="66675"/>
                </a:lnTo>
                <a:lnTo>
                  <a:pt x="390525" y="66675"/>
                </a:lnTo>
                <a:lnTo>
                  <a:pt x="390525" y="76200"/>
                </a:lnTo>
                <a:lnTo>
                  <a:pt x="381000" y="76200"/>
                </a:lnTo>
                <a:lnTo>
                  <a:pt x="381000" y="85725"/>
                </a:lnTo>
                <a:lnTo>
                  <a:pt x="371475" y="85725"/>
                </a:lnTo>
                <a:lnTo>
                  <a:pt x="371475" y="95250"/>
                </a:lnTo>
                <a:lnTo>
                  <a:pt x="342900" y="95250"/>
                </a:lnTo>
                <a:lnTo>
                  <a:pt x="342900" y="85725"/>
                </a:lnTo>
                <a:lnTo>
                  <a:pt x="333375" y="85725"/>
                </a:lnTo>
                <a:lnTo>
                  <a:pt x="333375" y="76200"/>
                </a:lnTo>
                <a:lnTo>
                  <a:pt x="314325" y="76200"/>
                </a:lnTo>
                <a:lnTo>
                  <a:pt x="314325" y="85725"/>
                </a:lnTo>
                <a:lnTo>
                  <a:pt x="304800" y="85725"/>
                </a:lnTo>
                <a:lnTo>
                  <a:pt x="304800" y="123825"/>
                </a:lnTo>
                <a:lnTo>
                  <a:pt x="285750" y="123825"/>
                </a:lnTo>
                <a:lnTo>
                  <a:pt x="285750" y="85725"/>
                </a:lnTo>
                <a:lnTo>
                  <a:pt x="276225" y="85725"/>
                </a:lnTo>
                <a:lnTo>
                  <a:pt x="276225" y="76200"/>
                </a:lnTo>
                <a:lnTo>
                  <a:pt x="257175" y="76200"/>
                </a:lnTo>
                <a:lnTo>
                  <a:pt x="257175" y="85725"/>
                </a:lnTo>
                <a:lnTo>
                  <a:pt x="247650" y="85725"/>
                </a:lnTo>
                <a:lnTo>
                  <a:pt x="247650" y="104775"/>
                </a:lnTo>
                <a:lnTo>
                  <a:pt x="238125" y="104775"/>
                </a:lnTo>
                <a:lnTo>
                  <a:pt x="238125" y="114300"/>
                </a:lnTo>
                <a:lnTo>
                  <a:pt x="228600" y="114300"/>
                </a:lnTo>
                <a:lnTo>
                  <a:pt x="228600" y="95250"/>
                </a:lnTo>
                <a:lnTo>
                  <a:pt x="219075" y="95250"/>
                </a:lnTo>
                <a:lnTo>
                  <a:pt x="219075" y="85725"/>
                </a:lnTo>
                <a:lnTo>
                  <a:pt x="209550" y="85725"/>
                </a:lnTo>
                <a:lnTo>
                  <a:pt x="209550" y="76200"/>
                </a:lnTo>
                <a:lnTo>
                  <a:pt x="190500" y="76200"/>
                </a:lnTo>
                <a:lnTo>
                  <a:pt x="190500" y="85725"/>
                </a:lnTo>
                <a:lnTo>
                  <a:pt x="180975" y="85725"/>
                </a:lnTo>
                <a:lnTo>
                  <a:pt x="180975" y="123825"/>
                </a:lnTo>
                <a:lnTo>
                  <a:pt x="171450" y="123825"/>
                </a:lnTo>
                <a:lnTo>
                  <a:pt x="171450" y="142875"/>
                </a:lnTo>
                <a:lnTo>
                  <a:pt x="142875" y="142875"/>
                </a:lnTo>
                <a:lnTo>
                  <a:pt x="142875" y="66675"/>
                </a:lnTo>
                <a:lnTo>
                  <a:pt x="152400" y="66675"/>
                </a:lnTo>
                <a:lnTo>
                  <a:pt x="152400" y="57150"/>
                </a:lnTo>
                <a:lnTo>
                  <a:pt x="161925" y="57150"/>
                </a:lnTo>
                <a:close/>
                <a:moveTo>
                  <a:pt x="638175" y="47625"/>
                </a:moveTo>
                <a:lnTo>
                  <a:pt x="685800" y="47625"/>
                </a:lnTo>
                <a:lnTo>
                  <a:pt x="685800" y="66675"/>
                </a:lnTo>
                <a:lnTo>
                  <a:pt x="638175" y="66675"/>
                </a:lnTo>
                <a:close/>
                <a:moveTo>
                  <a:pt x="704850" y="47625"/>
                </a:moveTo>
                <a:lnTo>
                  <a:pt x="847725" y="47625"/>
                </a:lnTo>
                <a:lnTo>
                  <a:pt x="847725" y="66675"/>
                </a:lnTo>
                <a:lnTo>
                  <a:pt x="704850" y="66675"/>
                </a:lnTo>
                <a:close/>
                <a:moveTo>
                  <a:pt x="190500" y="133350"/>
                </a:moveTo>
                <a:lnTo>
                  <a:pt x="219075" y="133350"/>
                </a:lnTo>
                <a:lnTo>
                  <a:pt x="219075" y="142875"/>
                </a:lnTo>
                <a:lnTo>
                  <a:pt x="190500" y="142875"/>
                </a:lnTo>
                <a:close/>
                <a:moveTo>
                  <a:pt x="247650" y="133350"/>
                </a:moveTo>
                <a:lnTo>
                  <a:pt x="285750" y="133350"/>
                </a:lnTo>
                <a:lnTo>
                  <a:pt x="285750" y="142875"/>
                </a:lnTo>
                <a:lnTo>
                  <a:pt x="247650" y="142875"/>
                </a:lnTo>
                <a:close/>
                <a:moveTo>
                  <a:pt x="304800" y="133350"/>
                </a:moveTo>
                <a:lnTo>
                  <a:pt x="342900" y="133350"/>
                </a:lnTo>
                <a:lnTo>
                  <a:pt x="342900" y="142875"/>
                </a:lnTo>
                <a:lnTo>
                  <a:pt x="304800" y="142875"/>
                </a:lnTo>
                <a:close/>
                <a:moveTo>
                  <a:pt x="409575" y="133350"/>
                </a:moveTo>
                <a:lnTo>
                  <a:pt x="666750" y="133350"/>
                </a:lnTo>
                <a:lnTo>
                  <a:pt x="666750" y="152400"/>
                </a:lnTo>
                <a:lnTo>
                  <a:pt x="409575" y="152400"/>
                </a:lnTo>
                <a:close/>
                <a:moveTo>
                  <a:pt x="847725" y="133350"/>
                </a:moveTo>
                <a:lnTo>
                  <a:pt x="933450" y="133350"/>
                </a:lnTo>
                <a:lnTo>
                  <a:pt x="933450" y="152400"/>
                </a:lnTo>
                <a:lnTo>
                  <a:pt x="847725" y="152400"/>
                </a:lnTo>
                <a:close/>
                <a:moveTo>
                  <a:pt x="962025" y="133350"/>
                </a:moveTo>
                <a:lnTo>
                  <a:pt x="971550" y="133350"/>
                </a:lnTo>
                <a:lnTo>
                  <a:pt x="971550" y="161925"/>
                </a:lnTo>
                <a:lnTo>
                  <a:pt x="962025" y="161925"/>
                </a:lnTo>
                <a:close/>
                <a:moveTo>
                  <a:pt x="209550" y="219075"/>
                </a:moveTo>
                <a:lnTo>
                  <a:pt x="219075" y="219075"/>
                </a:lnTo>
                <a:lnTo>
                  <a:pt x="219075" y="228600"/>
                </a:lnTo>
                <a:lnTo>
                  <a:pt x="209550" y="228600"/>
                </a:lnTo>
                <a:close/>
                <a:moveTo>
                  <a:pt x="619125" y="219075"/>
                </a:moveTo>
                <a:lnTo>
                  <a:pt x="628650" y="219075"/>
                </a:lnTo>
                <a:lnTo>
                  <a:pt x="628650" y="228600"/>
                </a:lnTo>
                <a:lnTo>
                  <a:pt x="619125" y="228600"/>
                </a:lnTo>
                <a:close/>
                <a:moveTo>
                  <a:pt x="781050" y="219075"/>
                </a:moveTo>
                <a:lnTo>
                  <a:pt x="790575" y="219075"/>
                </a:lnTo>
                <a:lnTo>
                  <a:pt x="790575" y="228600"/>
                </a:lnTo>
                <a:lnTo>
                  <a:pt x="781050" y="228600"/>
                </a:lnTo>
                <a:close/>
                <a:moveTo>
                  <a:pt x="742950" y="228600"/>
                </a:moveTo>
                <a:lnTo>
                  <a:pt x="762000" y="228600"/>
                </a:lnTo>
                <a:lnTo>
                  <a:pt x="762000" y="238125"/>
                </a:lnTo>
                <a:lnTo>
                  <a:pt x="752475" y="238125"/>
                </a:lnTo>
                <a:lnTo>
                  <a:pt x="752475" y="257175"/>
                </a:lnTo>
                <a:lnTo>
                  <a:pt x="762000" y="257175"/>
                </a:lnTo>
                <a:lnTo>
                  <a:pt x="762000" y="266700"/>
                </a:lnTo>
                <a:lnTo>
                  <a:pt x="771525" y="266700"/>
                </a:lnTo>
                <a:lnTo>
                  <a:pt x="771525" y="276225"/>
                </a:lnTo>
                <a:lnTo>
                  <a:pt x="781050" y="276225"/>
                </a:lnTo>
                <a:lnTo>
                  <a:pt x="781050" y="266700"/>
                </a:lnTo>
                <a:lnTo>
                  <a:pt x="790575" y="266700"/>
                </a:lnTo>
                <a:lnTo>
                  <a:pt x="790575" y="276225"/>
                </a:lnTo>
                <a:lnTo>
                  <a:pt x="800100" y="276225"/>
                </a:lnTo>
                <a:lnTo>
                  <a:pt x="800100" y="304800"/>
                </a:lnTo>
                <a:lnTo>
                  <a:pt x="809625" y="304800"/>
                </a:lnTo>
                <a:lnTo>
                  <a:pt x="809625" y="314325"/>
                </a:lnTo>
                <a:lnTo>
                  <a:pt x="819150" y="314325"/>
                </a:lnTo>
                <a:lnTo>
                  <a:pt x="819150" y="333375"/>
                </a:lnTo>
                <a:lnTo>
                  <a:pt x="828675" y="333375"/>
                </a:lnTo>
                <a:lnTo>
                  <a:pt x="828675" y="342900"/>
                </a:lnTo>
                <a:lnTo>
                  <a:pt x="838200" y="342900"/>
                </a:lnTo>
                <a:lnTo>
                  <a:pt x="838200" y="352425"/>
                </a:lnTo>
                <a:lnTo>
                  <a:pt x="800100" y="352425"/>
                </a:lnTo>
                <a:lnTo>
                  <a:pt x="800100" y="361950"/>
                </a:lnTo>
                <a:lnTo>
                  <a:pt x="762000" y="361950"/>
                </a:lnTo>
                <a:lnTo>
                  <a:pt x="762000" y="371475"/>
                </a:lnTo>
                <a:lnTo>
                  <a:pt x="781050" y="371475"/>
                </a:lnTo>
                <a:lnTo>
                  <a:pt x="781050" y="381000"/>
                </a:lnTo>
                <a:lnTo>
                  <a:pt x="790575" y="381000"/>
                </a:lnTo>
                <a:lnTo>
                  <a:pt x="790575" y="390525"/>
                </a:lnTo>
                <a:lnTo>
                  <a:pt x="762000" y="390525"/>
                </a:lnTo>
                <a:lnTo>
                  <a:pt x="762000" y="381000"/>
                </a:lnTo>
                <a:lnTo>
                  <a:pt x="742950" y="381000"/>
                </a:lnTo>
                <a:lnTo>
                  <a:pt x="742950" y="371475"/>
                </a:lnTo>
                <a:lnTo>
                  <a:pt x="733425" y="371475"/>
                </a:lnTo>
                <a:lnTo>
                  <a:pt x="733425" y="361950"/>
                </a:lnTo>
                <a:lnTo>
                  <a:pt x="723900" y="361950"/>
                </a:lnTo>
                <a:lnTo>
                  <a:pt x="723900" y="323850"/>
                </a:lnTo>
                <a:lnTo>
                  <a:pt x="742950" y="323850"/>
                </a:lnTo>
                <a:lnTo>
                  <a:pt x="742950" y="304800"/>
                </a:lnTo>
                <a:lnTo>
                  <a:pt x="752475" y="304800"/>
                </a:lnTo>
                <a:lnTo>
                  <a:pt x="752475" y="276225"/>
                </a:lnTo>
                <a:lnTo>
                  <a:pt x="733425" y="276225"/>
                </a:lnTo>
                <a:lnTo>
                  <a:pt x="733425" y="285750"/>
                </a:lnTo>
                <a:lnTo>
                  <a:pt x="723900" y="285750"/>
                </a:lnTo>
                <a:lnTo>
                  <a:pt x="723900" y="276225"/>
                </a:lnTo>
                <a:lnTo>
                  <a:pt x="714375" y="276225"/>
                </a:lnTo>
                <a:lnTo>
                  <a:pt x="714375" y="257175"/>
                </a:lnTo>
                <a:lnTo>
                  <a:pt x="723900" y="257175"/>
                </a:lnTo>
                <a:lnTo>
                  <a:pt x="723900" y="247650"/>
                </a:lnTo>
                <a:lnTo>
                  <a:pt x="733425" y="247650"/>
                </a:lnTo>
                <a:lnTo>
                  <a:pt x="733425" y="238125"/>
                </a:lnTo>
                <a:lnTo>
                  <a:pt x="742950" y="238125"/>
                </a:lnTo>
                <a:close/>
                <a:moveTo>
                  <a:pt x="209550" y="238125"/>
                </a:moveTo>
                <a:lnTo>
                  <a:pt x="219075" y="238125"/>
                </a:lnTo>
                <a:lnTo>
                  <a:pt x="219075" y="247650"/>
                </a:lnTo>
                <a:lnTo>
                  <a:pt x="209550" y="247650"/>
                </a:lnTo>
                <a:close/>
                <a:moveTo>
                  <a:pt x="619125" y="238125"/>
                </a:moveTo>
                <a:lnTo>
                  <a:pt x="628650" y="238125"/>
                </a:lnTo>
                <a:lnTo>
                  <a:pt x="628650" y="247650"/>
                </a:lnTo>
                <a:lnTo>
                  <a:pt x="619125" y="247650"/>
                </a:lnTo>
                <a:close/>
                <a:moveTo>
                  <a:pt x="838200" y="352425"/>
                </a:moveTo>
                <a:lnTo>
                  <a:pt x="847725" y="352425"/>
                </a:lnTo>
                <a:lnTo>
                  <a:pt x="847725" y="361950"/>
                </a:lnTo>
                <a:lnTo>
                  <a:pt x="838200" y="361950"/>
                </a:lnTo>
                <a:close/>
                <a:moveTo>
                  <a:pt x="847725" y="361950"/>
                </a:moveTo>
                <a:lnTo>
                  <a:pt x="857250" y="361950"/>
                </a:lnTo>
                <a:lnTo>
                  <a:pt x="857250" y="371475"/>
                </a:lnTo>
                <a:lnTo>
                  <a:pt x="866775" y="371475"/>
                </a:lnTo>
                <a:lnTo>
                  <a:pt x="866775" y="381000"/>
                </a:lnTo>
                <a:lnTo>
                  <a:pt x="847725" y="381000"/>
                </a:lnTo>
                <a:lnTo>
                  <a:pt x="847725" y="390525"/>
                </a:lnTo>
                <a:lnTo>
                  <a:pt x="838200" y="390525"/>
                </a:lnTo>
                <a:lnTo>
                  <a:pt x="838200" y="371475"/>
                </a:lnTo>
                <a:lnTo>
                  <a:pt x="847725" y="371475"/>
                </a:lnTo>
                <a:close/>
                <a:moveTo>
                  <a:pt x="781050" y="533400"/>
                </a:moveTo>
                <a:lnTo>
                  <a:pt x="790575" y="533400"/>
                </a:lnTo>
                <a:lnTo>
                  <a:pt x="790575" y="542925"/>
                </a:lnTo>
                <a:lnTo>
                  <a:pt x="781050" y="542925"/>
                </a:lnTo>
                <a:close/>
                <a:moveTo>
                  <a:pt x="800100" y="533400"/>
                </a:moveTo>
                <a:lnTo>
                  <a:pt x="809625" y="533400"/>
                </a:lnTo>
                <a:lnTo>
                  <a:pt x="809625" y="542925"/>
                </a:lnTo>
                <a:lnTo>
                  <a:pt x="800100" y="542925"/>
                </a:lnTo>
                <a:close/>
                <a:moveTo>
                  <a:pt x="800100" y="561975"/>
                </a:moveTo>
                <a:lnTo>
                  <a:pt x="819150" y="561975"/>
                </a:lnTo>
                <a:lnTo>
                  <a:pt x="819150" y="600075"/>
                </a:lnTo>
                <a:lnTo>
                  <a:pt x="800100" y="600075"/>
                </a:lnTo>
                <a:close/>
                <a:moveTo>
                  <a:pt x="628650" y="571500"/>
                </a:moveTo>
                <a:lnTo>
                  <a:pt x="638175" y="571500"/>
                </a:lnTo>
                <a:lnTo>
                  <a:pt x="638175" y="581025"/>
                </a:lnTo>
                <a:lnTo>
                  <a:pt x="628650" y="581025"/>
                </a:lnTo>
                <a:close/>
                <a:moveTo>
                  <a:pt x="647700" y="571500"/>
                </a:moveTo>
                <a:lnTo>
                  <a:pt x="657225" y="571500"/>
                </a:lnTo>
                <a:lnTo>
                  <a:pt x="657225" y="581025"/>
                </a:lnTo>
                <a:lnTo>
                  <a:pt x="647700" y="581025"/>
                </a:lnTo>
                <a:close/>
                <a:moveTo>
                  <a:pt x="647700" y="609600"/>
                </a:moveTo>
                <a:lnTo>
                  <a:pt x="666750" y="609600"/>
                </a:lnTo>
                <a:lnTo>
                  <a:pt x="666750" y="638175"/>
                </a:lnTo>
                <a:lnTo>
                  <a:pt x="657225" y="638175"/>
                </a:lnTo>
                <a:lnTo>
                  <a:pt x="657225" y="647700"/>
                </a:lnTo>
                <a:lnTo>
                  <a:pt x="647700" y="647700"/>
                </a:lnTo>
                <a:lnTo>
                  <a:pt x="647700" y="638175"/>
                </a:lnTo>
                <a:lnTo>
                  <a:pt x="619125" y="638175"/>
                </a:lnTo>
                <a:lnTo>
                  <a:pt x="619125" y="628650"/>
                </a:lnTo>
                <a:lnTo>
                  <a:pt x="628650" y="628650"/>
                </a:lnTo>
                <a:lnTo>
                  <a:pt x="628650" y="619125"/>
                </a:lnTo>
                <a:lnTo>
                  <a:pt x="647700" y="619125"/>
                </a:lnTo>
                <a:close/>
                <a:moveTo>
                  <a:pt x="771525" y="628650"/>
                </a:moveTo>
                <a:lnTo>
                  <a:pt x="790575" y="628650"/>
                </a:lnTo>
                <a:lnTo>
                  <a:pt x="790575" y="638175"/>
                </a:lnTo>
                <a:lnTo>
                  <a:pt x="771525" y="638175"/>
                </a:lnTo>
                <a:close/>
                <a:moveTo>
                  <a:pt x="800100" y="628650"/>
                </a:moveTo>
                <a:lnTo>
                  <a:pt x="819150" y="628650"/>
                </a:lnTo>
                <a:lnTo>
                  <a:pt x="819150" y="638175"/>
                </a:lnTo>
                <a:lnTo>
                  <a:pt x="809625" y="638175"/>
                </a:lnTo>
                <a:lnTo>
                  <a:pt x="809625" y="647700"/>
                </a:lnTo>
                <a:lnTo>
                  <a:pt x="800100" y="647700"/>
                </a:lnTo>
                <a:close/>
              </a:path>
            </a:pathLst>
          </a:custGeom>
          <a:solidFill xmlns:a="http://schemas.openxmlformats.org/drawingml/2006/main">
            <a:srgbClr val="294C3B"/>
          </a:solidFill>
          <a:ln xmlns:a="http://schemas.openxmlformats.org/drawingml/2006/main" w="0">
            <a:noFill/>
          </a:ln>
        </p:spPr>
      </p:sp>
      <p:sp>
        <p:nvSpPr>
          <p:cNvPr id="63" name="">
            <a:extLst xmlns:a="http://schemas.openxmlformats.org/drawingml/2006/main">
              <a:ext uri="{FF2B5EF4-FFF2-40B4-BE49-F238E27FC236}">
                <a16:creationId xmlns:a16="http://schemas.microsoft.com/office/drawing/2014/main" id="{B5A80323-060F-4365-B7B2-A3CDA1F3B9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667500" y="2428875"/>
            <a:ext cx="1495425" cy="93345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l"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defPPr>
            <a:lvl1pPr algn="l"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1pPr>
            <a:lvl2pPr algn="l"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2pPr>
            <a:lvl3pPr algn="l"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3pPr>
            <a:lvl4pPr algn="l"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4pPr>
            <a:lvl5pPr algn="l"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5pPr>
            <a:lvl6pPr algn="l"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6pPr>
            <a:lvl7pPr algn="l"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7pPr>
            <a:lvl8pPr algn="l"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8pPr>
            <a:lvl9pPr algn="l"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l">
              <a:lnSpc>
                <a:spcPct val="105000"/>
              </a:lnSpc>
              <a:buNone/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pPr>
            <a:r>
              <a:rPr sz="1500" b="0">
                <a:solidFill>
                  <a:srgbClr val="1D4333"/>
                </a:solidFill>
                <a:latin typeface="Arial"/>
                <a:ea typeface="Arial"/>
                <a:cs typeface="Arial"/>
              </a:rPr>
              <a:t>Registro e</a:t>
            </a:r>
          </a:p>
          <a:p xmlns:a="http://schemas.openxmlformats.org/drawingml/2006/main">
            <a:pPr algn="l">
              <a:lnSpc>
                <a:spcPct val="105000"/>
              </a:lnSpc>
              <a:buNone/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pPr>
            <a:r>
              <a:rPr sz="1500" b="0">
                <a:solidFill>
                  <a:srgbClr val="1D4333"/>
                </a:solidFill>
                <a:latin typeface="Arial"/>
                <a:ea typeface="Arial"/>
                <a:cs typeface="Arial"/>
              </a:rPr>
              <a:t>historial de</a:t>
            </a:r>
          </a:p>
          <a:p xmlns:a="http://schemas.openxmlformats.org/drawingml/2006/main">
            <a:pPr algn="l">
              <a:lnSpc>
                <a:spcPct val="105000"/>
              </a:lnSpc>
              <a:buNone/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pPr>
            <a:r>
              <a:rPr sz="1500" b="0">
                <a:solidFill>
                  <a:srgbClr val="1D4333"/>
                </a:solidFill>
                <a:latin typeface="Arial"/>
                <a:ea typeface="Arial"/>
                <a:cs typeface="Arial"/>
              </a:rPr>
              <a:t>ventas</a:t>
            </a:r>
          </a:p>
        </p:txBody>
      </p:sp>
      <p:sp>
        <p:nvSpPr>
          <p:cNvPr id="64" name="">
            <a:extLst xmlns:a="http://schemas.openxmlformats.org/drawingml/2006/main">
              <a:ext uri="{FF2B5EF4-FFF2-40B4-BE49-F238E27FC236}">
                <a16:creationId xmlns:a16="http://schemas.microsoft.com/office/drawing/2014/main" id="{AAF7CA2F-0A61-4CCD-BF34-E881C91E78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353425" y="2619375"/>
            <a:ext cx="619125" cy="42862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l">
              <a:defRPr sz="3075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defPPr>
            <a:lvl1pPr algn="l">
              <a:defRPr sz="3075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1pPr>
            <a:lvl2pPr algn="l">
              <a:defRPr sz="3075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2pPr>
            <a:lvl3pPr algn="l">
              <a:defRPr sz="3075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3pPr>
            <a:lvl4pPr algn="l">
              <a:defRPr sz="3075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4pPr>
            <a:lvl5pPr algn="l">
              <a:defRPr sz="3075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5pPr>
            <a:lvl6pPr algn="l">
              <a:defRPr sz="3075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6pPr>
            <a:lvl7pPr algn="l">
              <a:defRPr sz="3075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7pPr>
            <a:lvl8pPr algn="l">
              <a:defRPr sz="3075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8pPr>
            <a:lvl9pPr algn="l">
              <a:defRPr sz="3075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l">
              <a:lnSpc>
                <a:spcPct val="105000"/>
              </a:lnSpc>
              <a:buNone/>
              <a:defRPr sz="3075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pPr>
            <a:r>
              <a:rPr sz="3075" b="0">
                <a:solidFill>
                  <a:srgbClr val="1D4333"/>
                </a:solidFill>
                <a:latin typeface="Arial"/>
                <a:ea typeface="Arial"/>
                <a:cs typeface="Arial"/>
              </a:rPr>
              <a:t>⟶</a:t>
            </a:r>
          </a:p>
        </p:txBody>
      </p:sp>
      <p:sp>
        <p:nvSpPr>
          <p:cNvPr id="65" name="">
            <a:extLst xmlns:a="http://schemas.openxmlformats.org/drawingml/2006/main">
              <a:ext uri="{FF2B5EF4-FFF2-40B4-BE49-F238E27FC236}">
                <a16:creationId xmlns:a16="http://schemas.microsoft.com/office/drawing/2014/main" id="{D25248C7-0B25-432A-B04B-00DE0A9382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039225" y="2247900"/>
            <a:ext cx="3343275" cy="1143000"/>
          </a:xfrm>
          <a:prstGeom xmlns:a="http://schemas.openxmlformats.org/drawingml/2006/main" prst="roundRect">
            <a:avLst>
              <a:gd name="adj" fmla="val 18333"/>
            </a:avLst>
          </a:prstGeom>
          <a:solidFill xmlns:a="http://schemas.openxmlformats.org/drawingml/2006/main">
            <a:srgbClr val="FAFAF6"/>
          </a:solidFill>
          <a:ln xmlns:a="http://schemas.openxmlformats.org/drawingml/2006/main" w="23813">
            <a:solidFill>
              <a:srgbClr val="1D4333"/>
            </a:solidFill>
          </a:ln>
        </p:spPr>
      </p:sp>
      <p:sp>
        <p:nvSpPr>
          <p:cNvPr id="66" name="">
            <a:extLst xmlns:a="http://schemas.openxmlformats.org/drawingml/2006/main">
              <a:ext uri="{FF2B5EF4-FFF2-40B4-BE49-F238E27FC236}">
                <a16:creationId xmlns:a16="http://schemas.microsoft.com/office/drawing/2014/main" id="{12B78423-1310-4594-B8DD-DE311EC02F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210675" y="2362200"/>
            <a:ext cx="1428750" cy="962025"/>
          </a:xfrm>
          <a:prstGeom xmlns:a="http://schemas.openxmlformats.org/drawingml/2006/main" prst="rect">
            <a:avLst/>
          </a:prstGeom>
          <a:solidFill xmlns:a="http://schemas.openxmlformats.org/drawingml/2006/main">
            <a:srgbClr val="F5F2E8"/>
          </a:solidFill>
          <a:ln xmlns:a="http://schemas.openxmlformats.org/drawingml/2006/main" w="0">
            <a:noFill/>
          </a:ln>
        </p:spPr>
      </p:sp>
      <p:sp>
        <p:nvSpPr>
          <p:cNvPr id="67" name="v02 vector #fbfcf8">
            <a:extLst xmlns:a="http://schemas.openxmlformats.org/drawingml/2006/main">
              <a:ext uri="{FF2B5EF4-FFF2-40B4-BE49-F238E27FC236}">
                <a16:creationId xmlns:a16="http://schemas.microsoft.com/office/drawing/2014/main" id="{EB2C5F3D-EE95-4E80-98E6-FEEE8FD857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10675" y="2362200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95250" y="38100"/>
                </a:moveTo>
                <a:lnTo>
                  <a:pt x="114300" y="38100"/>
                </a:lnTo>
                <a:lnTo>
                  <a:pt x="114300" y="47625"/>
                </a:lnTo>
                <a:lnTo>
                  <a:pt x="104775" y="47625"/>
                </a:lnTo>
                <a:lnTo>
                  <a:pt x="104775" y="66675"/>
                </a:lnTo>
                <a:lnTo>
                  <a:pt x="85725" y="66675"/>
                </a:lnTo>
                <a:lnTo>
                  <a:pt x="85725" y="47625"/>
                </a:lnTo>
                <a:lnTo>
                  <a:pt x="95250" y="47625"/>
                </a:lnTo>
                <a:close/>
                <a:moveTo>
                  <a:pt x="609600" y="47625"/>
                </a:moveTo>
                <a:lnTo>
                  <a:pt x="619125" y="47625"/>
                </a:lnTo>
                <a:lnTo>
                  <a:pt x="619125" y="66675"/>
                </a:lnTo>
                <a:lnTo>
                  <a:pt x="628650" y="66675"/>
                </a:lnTo>
                <a:lnTo>
                  <a:pt x="628650" y="95250"/>
                </a:lnTo>
                <a:lnTo>
                  <a:pt x="619125" y="95250"/>
                </a:lnTo>
                <a:lnTo>
                  <a:pt x="619125" y="85725"/>
                </a:lnTo>
                <a:lnTo>
                  <a:pt x="609600" y="85725"/>
                </a:lnTo>
                <a:close/>
                <a:moveTo>
                  <a:pt x="76200" y="66675"/>
                </a:moveTo>
                <a:lnTo>
                  <a:pt x="85725" y="66675"/>
                </a:lnTo>
                <a:lnTo>
                  <a:pt x="85725" y="76200"/>
                </a:lnTo>
                <a:lnTo>
                  <a:pt x="76200" y="76200"/>
                </a:lnTo>
                <a:close/>
                <a:moveTo>
                  <a:pt x="257175" y="142875"/>
                </a:moveTo>
                <a:lnTo>
                  <a:pt x="276225" y="142875"/>
                </a:lnTo>
                <a:lnTo>
                  <a:pt x="276225" y="152400"/>
                </a:lnTo>
                <a:lnTo>
                  <a:pt x="285750" y="152400"/>
                </a:lnTo>
                <a:lnTo>
                  <a:pt x="285750" y="180975"/>
                </a:lnTo>
                <a:lnTo>
                  <a:pt x="276225" y="180975"/>
                </a:lnTo>
                <a:lnTo>
                  <a:pt x="276225" y="200025"/>
                </a:lnTo>
                <a:lnTo>
                  <a:pt x="257175" y="200025"/>
                </a:lnTo>
                <a:close/>
                <a:moveTo>
                  <a:pt x="552450" y="142875"/>
                </a:moveTo>
                <a:lnTo>
                  <a:pt x="571500" y="142875"/>
                </a:lnTo>
                <a:lnTo>
                  <a:pt x="571500" y="161925"/>
                </a:lnTo>
                <a:lnTo>
                  <a:pt x="561975" y="161925"/>
                </a:lnTo>
                <a:lnTo>
                  <a:pt x="561975" y="152400"/>
                </a:lnTo>
                <a:lnTo>
                  <a:pt x="552450" y="152400"/>
                </a:lnTo>
                <a:close/>
                <a:moveTo>
                  <a:pt x="209550" y="209550"/>
                </a:moveTo>
                <a:lnTo>
                  <a:pt x="228600" y="209550"/>
                </a:lnTo>
                <a:lnTo>
                  <a:pt x="228600" y="219075"/>
                </a:lnTo>
                <a:lnTo>
                  <a:pt x="238125" y="219075"/>
                </a:lnTo>
                <a:lnTo>
                  <a:pt x="238125" y="228600"/>
                </a:lnTo>
                <a:lnTo>
                  <a:pt x="228600" y="228600"/>
                </a:lnTo>
                <a:lnTo>
                  <a:pt x="228600" y="238125"/>
                </a:lnTo>
                <a:lnTo>
                  <a:pt x="209550" y="238125"/>
                </a:lnTo>
                <a:lnTo>
                  <a:pt x="209550" y="228600"/>
                </a:lnTo>
                <a:lnTo>
                  <a:pt x="180975" y="228600"/>
                </a:lnTo>
                <a:lnTo>
                  <a:pt x="180975" y="219075"/>
                </a:lnTo>
                <a:lnTo>
                  <a:pt x="209550" y="219075"/>
                </a:lnTo>
                <a:close/>
                <a:moveTo>
                  <a:pt x="400050" y="209550"/>
                </a:moveTo>
                <a:lnTo>
                  <a:pt x="428625" y="209550"/>
                </a:lnTo>
                <a:lnTo>
                  <a:pt x="428625" y="219075"/>
                </a:lnTo>
                <a:lnTo>
                  <a:pt x="400050" y="219075"/>
                </a:lnTo>
                <a:close/>
                <a:moveTo>
                  <a:pt x="1200150" y="219075"/>
                </a:moveTo>
                <a:lnTo>
                  <a:pt x="1209675" y="219075"/>
                </a:lnTo>
                <a:lnTo>
                  <a:pt x="1209675" y="238125"/>
                </a:lnTo>
                <a:lnTo>
                  <a:pt x="1200150" y="238125"/>
                </a:lnTo>
                <a:close/>
                <a:moveTo>
                  <a:pt x="390525" y="228600"/>
                </a:moveTo>
                <a:lnTo>
                  <a:pt x="409575" y="228600"/>
                </a:lnTo>
                <a:lnTo>
                  <a:pt x="409575" y="238125"/>
                </a:lnTo>
                <a:lnTo>
                  <a:pt x="390525" y="238125"/>
                </a:lnTo>
                <a:close/>
                <a:moveTo>
                  <a:pt x="542925" y="238125"/>
                </a:moveTo>
                <a:lnTo>
                  <a:pt x="552450" y="238125"/>
                </a:lnTo>
                <a:lnTo>
                  <a:pt x="552450" y="257175"/>
                </a:lnTo>
                <a:lnTo>
                  <a:pt x="542925" y="257175"/>
                </a:lnTo>
                <a:close/>
                <a:moveTo>
                  <a:pt x="733425" y="247650"/>
                </a:moveTo>
                <a:lnTo>
                  <a:pt x="742950" y="247650"/>
                </a:lnTo>
                <a:lnTo>
                  <a:pt x="742950" y="266700"/>
                </a:lnTo>
                <a:lnTo>
                  <a:pt x="733425" y="266700"/>
                </a:lnTo>
                <a:close/>
                <a:moveTo>
                  <a:pt x="257175" y="257175"/>
                </a:moveTo>
                <a:lnTo>
                  <a:pt x="276225" y="257175"/>
                </a:lnTo>
                <a:lnTo>
                  <a:pt x="276225" y="276225"/>
                </a:lnTo>
                <a:lnTo>
                  <a:pt x="266700" y="276225"/>
                </a:lnTo>
                <a:lnTo>
                  <a:pt x="266700" y="266700"/>
                </a:lnTo>
                <a:lnTo>
                  <a:pt x="257175" y="266700"/>
                </a:lnTo>
                <a:close/>
                <a:moveTo>
                  <a:pt x="285750" y="276225"/>
                </a:moveTo>
                <a:lnTo>
                  <a:pt x="361950" y="276225"/>
                </a:lnTo>
                <a:lnTo>
                  <a:pt x="361950" y="295275"/>
                </a:lnTo>
                <a:lnTo>
                  <a:pt x="285750" y="295275"/>
                </a:lnTo>
                <a:close/>
                <a:moveTo>
                  <a:pt x="133350" y="285750"/>
                </a:moveTo>
                <a:lnTo>
                  <a:pt x="152400" y="285750"/>
                </a:lnTo>
                <a:lnTo>
                  <a:pt x="152400" y="304800"/>
                </a:lnTo>
                <a:lnTo>
                  <a:pt x="161925" y="304800"/>
                </a:lnTo>
                <a:lnTo>
                  <a:pt x="161925" y="323850"/>
                </a:lnTo>
                <a:lnTo>
                  <a:pt x="171450" y="323850"/>
                </a:lnTo>
                <a:lnTo>
                  <a:pt x="171450" y="333375"/>
                </a:lnTo>
                <a:lnTo>
                  <a:pt x="228600" y="333375"/>
                </a:lnTo>
                <a:lnTo>
                  <a:pt x="228600" y="352425"/>
                </a:lnTo>
                <a:lnTo>
                  <a:pt x="180975" y="352425"/>
                </a:lnTo>
                <a:lnTo>
                  <a:pt x="180975" y="361950"/>
                </a:lnTo>
                <a:lnTo>
                  <a:pt x="161925" y="361950"/>
                </a:lnTo>
                <a:lnTo>
                  <a:pt x="161925" y="390525"/>
                </a:lnTo>
                <a:lnTo>
                  <a:pt x="133350" y="390525"/>
                </a:lnTo>
                <a:lnTo>
                  <a:pt x="133350" y="371475"/>
                </a:lnTo>
                <a:lnTo>
                  <a:pt x="123825" y="371475"/>
                </a:lnTo>
                <a:lnTo>
                  <a:pt x="123825" y="295275"/>
                </a:lnTo>
                <a:lnTo>
                  <a:pt x="133350" y="295275"/>
                </a:lnTo>
                <a:close/>
                <a:moveTo>
                  <a:pt x="257175" y="295275"/>
                </a:moveTo>
                <a:lnTo>
                  <a:pt x="276225" y="295275"/>
                </a:lnTo>
                <a:lnTo>
                  <a:pt x="276225" y="304800"/>
                </a:lnTo>
                <a:lnTo>
                  <a:pt x="257175" y="304800"/>
                </a:lnTo>
                <a:close/>
                <a:moveTo>
                  <a:pt x="76200" y="323850"/>
                </a:moveTo>
                <a:lnTo>
                  <a:pt x="85725" y="323850"/>
                </a:lnTo>
                <a:lnTo>
                  <a:pt x="85725" y="333375"/>
                </a:lnTo>
                <a:lnTo>
                  <a:pt x="76200" y="333375"/>
                </a:lnTo>
                <a:close/>
                <a:moveTo>
                  <a:pt x="333375" y="352425"/>
                </a:moveTo>
                <a:lnTo>
                  <a:pt x="342900" y="352425"/>
                </a:lnTo>
                <a:lnTo>
                  <a:pt x="342900" y="361950"/>
                </a:lnTo>
                <a:lnTo>
                  <a:pt x="333375" y="361950"/>
                </a:lnTo>
                <a:close/>
                <a:moveTo>
                  <a:pt x="1200150" y="371475"/>
                </a:moveTo>
                <a:lnTo>
                  <a:pt x="1209675" y="371475"/>
                </a:lnTo>
                <a:lnTo>
                  <a:pt x="1209675" y="381000"/>
                </a:lnTo>
                <a:lnTo>
                  <a:pt x="1200150" y="381000"/>
                </a:lnTo>
                <a:close/>
                <a:moveTo>
                  <a:pt x="447675" y="447675"/>
                </a:moveTo>
                <a:lnTo>
                  <a:pt x="476250" y="447675"/>
                </a:lnTo>
                <a:lnTo>
                  <a:pt x="476250" y="457200"/>
                </a:lnTo>
                <a:lnTo>
                  <a:pt x="447675" y="457200"/>
                </a:lnTo>
                <a:close/>
                <a:moveTo>
                  <a:pt x="171450" y="457200"/>
                </a:moveTo>
                <a:lnTo>
                  <a:pt x="238125" y="457200"/>
                </a:lnTo>
                <a:lnTo>
                  <a:pt x="238125" y="466725"/>
                </a:lnTo>
                <a:lnTo>
                  <a:pt x="171450" y="466725"/>
                </a:lnTo>
                <a:close/>
                <a:moveTo>
                  <a:pt x="466725" y="466725"/>
                </a:moveTo>
                <a:lnTo>
                  <a:pt x="485775" y="466725"/>
                </a:lnTo>
                <a:lnTo>
                  <a:pt x="485775" y="476250"/>
                </a:lnTo>
                <a:lnTo>
                  <a:pt x="466725" y="476250"/>
                </a:lnTo>
                <a:close/>
                <a:moveTo>
                  <a:pt x="352425" y="476250"/>
                </a:moveTo>
                <a:lnTo>
                  <a:pt x="381000" y="476250"/>
                </a:lnTo>
                <a:lnTo>
                  <a:pt x="381000" y="495300"/>
                </a:lnTo>
                <a:lnTo>
                  <a:pt x="361950" y="495300"/>
                </a:lnTo>
                <a:lnTo>
                  <a:pt x="361950" y="485775"/>
                </a:lnTo>
                <a:lnTo>
                  <a:pt x="352425" y="485775"/>
                </a:lnTo>
                <a:close/>
                <a:moveTo>
                  <a:pt x="257175" y="495300"/>
                </a:moveTo>
                <a:lnTo>
                  <a:pt x="276225" y="495300"/>
                </a:lnTo>
                <a:lnTo>
                  <a:pt x="276225" y="552450"/>
                </a:lnTo>
                <a:lnTo>
                  <a:pt x="257175" y="552450"/>
                </a:lnTo>
                <a:lnTo>
                  <a:pt x="257175" y="533400"/>
                </a:lnTo>
                <a:lnTo>
                  <a:pt x="266700" y="533400"/>
                </a:lnTo>
                <a:lnTo>
                  <a:pt x="266700" y="514350"/>
                </a:lnTo>
                <a:lnTo>
                  <a:pt x="257175" y="514350"/>
                </a:lnTo>
                <a:close/>
                <a:moveTo>
                  <a:pt x="285750" y="514350"/>
                </a:moveTo>
                <a:lnTo>
                  <a:pt x="409575" y="514350"/>
                </a:lnTo>
                <a:lnTo>
                  <a:pt x="409575" y="533400"/>
                </a:lnTo>
                <a:lnTo>
                  <a:pt x="285750" y="533400"/>
                </a:lnTo>
                <a:close/>
                <a:moveTo>
                  <a:pt x="133350" y="552450"/>
                </a:moveTo>
                <a:lnTo>
                  <a:pt x="142875" y="552450"/>
                </a:lnTo>
                <a:lnTo>
                  <a:pt x="142875" y="561975"/>
                </a:lnTo>
                <a:lnTo>
                  <a:pt x="152400" y="561975"/>
                </a:lnTo>
                <a:lnTo>
                  <a:pt x="152400" y="552450"/>
                </a:lnTo>
                <a:lnTo>
                  <a:pt x="171450" y="552450"/>
                </a:lnTo>
                <a:lnTo>
                  <a:pt x="171450" y="561975"/>
                </a:lnTo>
                <a:lnTo>
                  <a:pt x="180975" y="561975"/>
                </a:lnTo>
                <a:lnTo>
                  <a:pt x="180975" y="571500"/>
                </a:lnTo>
                <a:lnTo>
                  <a:pt x="200025" y="571500"/>
                </a:lnTo>
                <a:lnTo>
                  <a:pt x="200025" y="581025"/>
                </a:lnTo>
                <a:lnTo>
                  <a:pt x="209550" y="581025"/>
                </a:lnTo>
                <a:lnTo>
                  <a:pt x="209550" y="571500"/>
                </a:lnTo>
                <a:lnTo>
                  <a:pt x="238125" y="571500"/>
                </a:lnTo>
                <a:lnTo>
                  <a:pt x="238125" y="561975"/>
                </a:lnTo>
                <a:lnTo>
                  <a:pt x="257175" y="561975"/>
                </a:lnTo>
                <a:lnTo>
                  <a:pt x="257175" y="600075"/>
                </a:lnTo>
                <a:lnTo>
                  <a:pt x="266700" y="600075"/>
                </a:lnTo>
                <a:lnTo>
                  <a:pt x="266700" y="609600"/>
                </a:lnTo>
                <a:lnTo>
                  <a:pt x="295275" y="609600"/>
                </a:lnTo>
                <a:lnTo>
                  <a:pt x="295275" y="628650"/>
                </a:lnTo>
                <a:lnTo>
                  <a:pt x="133350" y="628650"/>
                </a:lnTo>
                <a:lnTo>
                  <a:pt x="133350" y="619125"/>
                </a:lnTo>
                <a:lnTo>
                  <a:pt x="123825" y="619125"/>
                </a:lnTo>
                <a:lnTo>
                  <a:pt x="123825" y="571500"/>
                </a:lnTo>
                <a:lnTo>
                  <a:pt x="133350" y="571500"/>
                </a:lnTo>
                <a:close/>
                <a:moveTo>
                  <a:pt x="371475" y="552450"/>
                </a:moveTo>
                <a:lnTo>
                  <a:pt x="400050" y="552450"/>
                </a:lnTo>
                <a:lnTo>
                  <a:pt x="400050" y="571500"/>
                </a:lnTo>
                <a:lnTo>
                  <a:pt x="371475" y="571500"/>
                </a:lnTo>
                <a:close/>
                <a:moveTo>
                  <a:pt x="666750" y="552450"/>
                </a:moveTo>
                <a:lnTo>
                  <a:pt x="676275" y="552450"/>
                </a:lnTo>
                <a:lnTo>
                  <a:pt x="676275" y="561975"/>
                </a:lnTo>
                <a:lnTo>
                  <a:pt x="666750" y="561975"/>
                </a:lnTo>
                <a:close/>
                <a:moveTo>
                  <a:pt x="295275" y="561975"/>
                </a:moveTo>
                <a:lnTo>
                  <a:pt x="304800" y="561975"/>
                </a:lnTo>
                <a:lnTo>
                  <a:pt x="304800" y="571500"/>
                </a:lnTo>
                <a:lnTo>
                  <a:pt x="295275" y="571500"/>
                </a:lnTo>
                <a:close/>
                <a:moveTo>
                  <a:pt x="676275" y="571500"/>
                </a:moveTo>
                <a:lnTo>
                  <a:pt x="695325" y="571500"/>
                </a:lnTo>
                <a:lnTo>
                  <a:pt x="695325" y="581025"/>
                </a:lnTo>
                <a:lnTo>
                  <a:pt x="704850" y="581025"/>
                </a:lnTo>
                <a:lnTo>
                  <a:pt x="704850" y="590550"/>
                </a:lnTo>
                <a:lnTo>
                  <a:pt x="714375" y="590550"/>
                </a:lnTo>
                <a:lnTo>
                  <a:pt x="714375" y="609600"/>
                </a:lnTo>
                <a:lnTo>
                  <a:pt x="695325" y="609600"/>
                </a:lnTo>
                <a:lnTo>
                  <a:pt x="695325" y="590550"/>
                </a:lnTo>
                <a:lnTo>
                  <a:pt x="676275" y="590550"/>
                </a:lnTo>
                <a:close/>
                <a:moveTo>
                  <a:pt x="609600" y="581025"/>
                </a:moveTo>
                <a:lnTo>
                  <a:pt x="628650" y="581025"/>
                </a:lnTo>
                <a:lnTo>
                  <a:pt x="628650" y="590550"/>
                </a:lnTo>
                <a:lnTo>
                  <a:pt x="638175" y="590550"/>
                </a:lnTo>
                <a:lnTo>
                  <a:pt x="638175" y="609600"/>
                </a:lnTo>
                <a:lnTo>
                  <a:pt x="657225" y="609600"/>
                </a:lnTo>
                <a:lnTo>
                  <a:pt x="657225" y="600075"/>
                </a:lnTo>
                <a:lnTo>
                  <a:pt x="685800" y="600075"/>
                </a:lnTo>
                <a:lnTo>
                  <a:pt x="685800" y="619125"/>
                </a:lnTo>
                <a:lnTo>
                  <a:pt x="657225" y="619125"/>
                </a:lnTo>
                <a:lnTo>
                  <a:pt x="657225" y="628650"/>
                </a:lnTo>
                <a:lnTo>
                  <a:pt x="638175" y="628650"/>
                </a:lnTo>
                <a:lnTo>
                  <a:pt x="638175" y="638175"/>
                </a:lnTo>
                <a:lnTo>
                  <a:pt x="619125" y="638175"/>
                </a:lnTo>
                <a:lnTo>
                  <a:pt x="619125" y="647700"/>
                </a:lnTo>
                <a:lnTo>
                  <a:pt x="609600" y="647700"/>
                </a:lnTo>
                <a:lnTo>
                  <a:pt x="609600" y="657225"/>
                </a:lnTo>
                <a:lnTo>
                  <a:pt x="590550" y="657225"/>
                </a:lnTo>
                <a:lnTo>
                  <a:pt x="590550" y="666750"/>
                </a:lnTo>
                <a:lnTo>
                  <a:pt x="581025" y="666750"/>
                </a:lnTo>
                <a:lnTo>
                  <a:pt x="581025" y="647700"/>
                </a:lnTo>
                <a:lnTo>
                  <a:pt x="590550" y="647700"/>
                </a:lnTo>
                <a:lnTo>
                  <a:pt x="590550" y="638175"/>
                </a:lnTo>
                <a:lnTo>
                  <a:pt x="600075" y="638175"/>
                </a:lnTo>
                <a:lnTo>
                  <a:pt x="600075" y="628650"/>
                </a:lnTo>
                <a:lnTo>
                  <a:pt x="609600" y="628650"/>
                </a:lnTo>
                <a:close/>
                <a:moveTo>
                  <a:pt x="76200" y="590550"/>
                </a:moveTo>
                <a:lnTo>
                  <a:pt x="85725" y="590550"/>
                </a:lnTo>
                <a:lnTo>
                  <a:pt x="85725" y="600075"/>
                </a:lnTo>
                <a:lnTo>
                  <a:pt x="95250" y="600075"/>
                </a:lnTo>
                <a:lnTo>
                  <a:pt x="95250" y="628650"/>
                </a:lnTo>
                <a:lnTo>
                  <a:pt x="85725" y="628650"/>
                </a:lnTo>
                <a:lnTo>
                  <a:pt x="85725" y="619125"/>
                </a:lnTo>
                <a:lnTo>
                  <a:pt x="76200" y="619125"/>
                </a:lnTo>
                <a:close/>
                <a:moveTo>
                  <a:pt x="219075" y="600075"/>
                </a:moveTo>
                <a:lnTo>
                  <a:pt x="228600" y="600075"/>
                </a:lnTo>
                <a:lnTo>
                  <a:pt x="228600" y="609600"/>
                </a:lnTo>
                <a:lnTo>
                  <a:pt x="238125" y="609600"/>
                </a:lnTo>
                <a:lnTo>
                  <a:pt x="238125" y="590550"/>
                </a:lnTo>
                <a:lnTo>
                  <a:pt x="219075" y="590550"/>
                </a:lnTo>
                <a:close/>
                <a:moveTo>
                  <a:pt x="1200150" y="600075"/>
                </a:moveTo>
                <a:lnTo>
                  <a:pt x="1209675" y="600075"/>
                </a:lnTo>
                <a:lnTo>
                  <a:pt x="1209675" y="609600"/>
                </a:lnTo>
                <a:lnTo>
                  <a:pt x="1200150" y="609600"/>
                </a:lnTo>
                <a:close/>
                <a:moveTo>
                  <a:pt x="561975" y="609600"/>
                </a:moveTo>
                <a:lnTo>
                  <a:pt x="571500" y="609600"/>
                </a:lnTo>
                <a:lnTo>
                  <a:pt x="571500" y="619125"/>
                </a:lnTo>
                <a:lnTo>
                  <a:pt x="561975" y="619125"/>
                </a:lnTo>
                <a:close/>
                <a:moveTo>
                  <a:pt x="933450" y="647700"/>
                </a:moveTo>
                <a:lnTo>
                  <a:pt x="942975" y="647700"/>
                </a:lnTo>
                <a:lnTo>
                  <a:pt x="942975" y="657225"/>
                </a:lnTo>
                <a:lnTo>
                  <a:pt x="952500" y="657225"/>
                </a:lnTo>
                <a:lnTo>
                  <a:pt x="952500" y="676275"/>
                </a:lnTo>
                <a:lnTo>
                  <a:pt x="942975" y="676275"/>
                </a:lnTo>
                <a:lnTo>
                  <a:pt x="942975" y="695325"/>
                </a:lnTo>
                <a:lnTo>
                  <a:pt x="923925" y="695325"/>
                </a:lnTo>
                <a:lnTo>
                  <a:pt x="923925" y="657225"/>
                </a:lnTo>
                <a:lnTo>
                  <a:pt x="933450" y="657225"/>
                </a:lnTo>
                <a:close/>
              </a:path>
            </a:pathLst>
          </a:custGeom>
          <a:solidFill xmlns:a="http://schemas.openxmlformats.org/drawingml/2006/main">
            <a:srgbClr val="FBFCF8"/>
          </a:solidFill>
          <a:ln xmlns:a="http://schemas.openxmlformats.org/drawingml/2006/main" w="0">
            <a:noFill/>
          </a:ln>
        </p:spPr>
      </p:sp>
      <p:sp>
        <p:nvSpPr>
          <p:cNvPr id="68" name="v02 vector #f9faf5">
            <a:extLst xmlns:a="http://schemas.openxmlformats.org/drawingml/2006/main">
              <a:ext uri="{FF2B5EF4-FFF2-40B4-BE49-F238E27FC236}">
                <a16:creationId xmlns:a16="http://schemas.microsoft.com/office/drawing/2014/main" id="{2288296B-A066-4B0E-A3B3-CFD2796BD4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10675" y="2362200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0" y="0"/>
                </a:moveTo>
                <a:lnTo>
                  <a:pt x="19050" y="0"/>
                </a:lnTo>
                <a:lnTo>
                  <a:pt x="19050" y="28575"/>
                </a:lnTo>
                <a:lnTo>
                  <a:pt x="9525" y="28575"/>
                </a:lnTo>
                <a:lnTo>
                  <a:pt x="9525" y="66675"/>
                </a:lnTo>
                <a:lnTo>
                  <a:pt x="0" y="66675"/>
                </a:lnTo>
                <a:close/>
                <a:moveTo>
                  <a:pt x="514350" y="0"/>
                </a:moveTo>
                <a:lnTo>
                  <a:pt x="542925" y="0"/>
                </a:lnTo>
                <a:lnTo>
                  <a:pt x="542925" y="19050"/>
                </a:lnTo>
                <a:lnTo>
                  <a:pt x="514350" y="19050"/>
                </a:lnTo>
                <a:close/>
                <a:moveTo>
                  <a:pt x="66675" y="9525"/>
                </a:moveTo>
                <a:lnTo>
                  <a:pt x="95250" y="9525"/>
                </a:lnTo>
                <a:lnTo>
                  <a:pt x="95250" y="19050"/>
                </a:lnTo>
                <a:lnTo>
                  <a:pt x="104775" y="19050"/>
                </a:lnTo>
                <a:lnTo>
                  <a:pt x="104775" y="9525"/>
                </a:lnTo>
                <a:lnTo>
                  <a:pt x="123825" y="9525"/>
                </a:lnTo>
                <a:lnTo>
                  <a:pt x="123825" y="19050"/>
                </a:lnTo>
                <a:lnTo>
                  <a:pt x="142875" y="19050"/>
                </a:lnTo>
                <a:lnTo>
                  <a:pt x="142875" y="38100"/>
                </a:lnTo>
                <a:lnTo>
                  <a:pt x="95250" y="38100"/>
                </a:lnTo>
                <a:lnTo>
                  <a:pt x="95250" y="47625"/>
                </a:lnTo>
                <a:lnTo>
                  <a:pt x="85725" y="47625"/>
                </a:lnTo>
                <a:lnTo>
                  <a:pt x="85725" y="66675"/>
                </a:lnTo>
                <a:lnTo>
                  <a:pt x="76200" y="66675"/>
                </a:lnTo>
                <a:lnTo>
                  <a:pt x="76200" y="38100"/>
                </a:lnTo>
                <a:lnTo>
                  <a:pt x="66675" y="38100"/>
                </a:lnTo>
                <a:lnTo>
                  <a:pt x="66675" y="28575"/>
                </a:lnTo>
                <a:lnTo>
                  <a:pt x="85725" y="28575"/>
                </a:lnTo>
                <a:lnTo>
                  <a:pt x="85725" y="19050"/>
                </a:lnTo>
                <a:lnTo>
                  <a:pt x="66675" y="19050"/>
                </a:lnTo>
                <a:close/>
                <a:moveTo>
                  <a:pt x="590550" y="28575"/>
                </a:moveTo>
                <a:lnTo>
                  <a:pt x="600075" y="28575"/>
                </a:lnTo>
                <a:lnTo>
                  <a:pt x="600075" y="38100"/>
                </a:lnTo>
                <a:lnTo>
                  <a:pt x="619125" y="38100"/>
                </a:lnTo>
                <a:lnTo>
                  <a:pt x="619125" y="47625"/>
                </a:lnTo>
                <a:lnTo>
                  <a:pt x="609600" y="47625"/>
                </a:lnTo>
                <a:lnTo>
                  <a:pt x="609600" y="57150"/>
                </a:lnTo>
                <a:lnTo>
                  <a:pt x="600075" y="57150"/>
                </a:lnTo>
                <a:lnTo>
                  <a:pt x="600075" y="47625"/>
                </a:lnTo>
                <a:lnTo>
                  <a:pt x="590550" y="47625"/>
                </a:lnTo>
                <a:close/>
                <a:moveTo>
                  <a:pt x="619125" y="57150"/>
                </a:moveTo>
                <a:lnTo>
                  <a:pt x="628650" y="57150"/>
                </a:lnTo>
                <a:lnTo>
                  <a:pt x="628650" y="66675"/>
                </a:lnTo>
                <a:lnTo>
                  <a:pt x="619125" y="66675"/>
                </a:lnTo>
                <a:close/>
                <a:moveTo>
                  <a:pt x="85725" y="66675"/>
                </a:moveTo>
                <a:lnTo>
                  <a:pt x="95250" y="66675"/>
                </a:lnTo>
                <a:lnTo>
                  <a:pt x="95250" y="76200"/>
                </a:lnTo>
                <a:lnTo>
                  <a:pt x="85725" y="76200"/>
                </a:lnTo>
                <a:close/>
                <a:moveTo>
                  <a:pt x="76200" y="76200"/>
                </a:moveTo>
                <a:lnTo>
                  <a:pt x="85725" y="76200"/>
                </a:lnTo>
                <a:lnTo>
                  <a:pt x="85725" y="85725"/>
                </a:lnTo>
                <a:lnTo>
                  <a:pt x="76200" y="85725"/>
                </a:lnTo>
                <a:close/>
                <a:moveTo>
                  <a:pt x="171450" y="104775"/>
                </a:moveTo>
                <a:lnTo>
                  <a:pt x="190500" y="104775"/>
                </a:lnTo>
                <a:lnTo>
                  <a:pt x="190500" y="114300"/>
                </a:lnTo>
                <a:lnTo>
                  <a:pt x="171450" y="114300"/>
                </a:lnTo>
                <a:close/>
                <a:moveTo>
                  <a:pt x="619125" y="104775"/>
                </a:moveTo>
                <a:lnTo>
                  <a:pt x="628650" y="104775"/>
                </a:lnTo>
                <a:lnTo>
                  <a:pt x="628650" y="114300"/>
                </a:lnTo>
                <a:lnTo>
                  <a:pt x="619125" y="114300"/>
                </a:lnTo>
                <a:close/>
                <a:moveTo>
                  <a:pt x="619125" y="123825"/>
                </a:moveTo>
                <a:lnTo>
                  <a:pt x="628650" y="123825"/>
                </a:lnTo>
                <a:lnTo>
                  <a:pt x="628650" y="133350"/>
                </a:lnTo>
                <a:lnTo>
                  <a:pt x="619125" y="133350"/>
                </a:lnTo>
                <a:close/>
                <a:moveTo>
                  <a:pt x="257175" y="133350"/>
                </a:moveTo>
                <a:lnTo>
                  <a:pt x="276225" y="133350"/>
                </a:lnTo>
                <a:lnTo>
                  <a:pt x="276225" y="142875"/>
                </a:lnTo>
                <a:lnTo>
                  <a:pt x="257175" y="142875"/>
                </a:lnTo>
                <a:close/>
                <a:moveTo>
                  <a:pt x="552450" y="133350"/>
                </a:moveTo>
                <a:lnTo>
                  <a:pt x="581025" y="133350"/>
                </a:lnTo>
                <a:lnTo>
                  <a:pt x="581025" y="152400"/>
                </a:lnTo>
                <a:lnTo>
                  <a:pt x="571500" y="152400"/>
                </a:lnTo>
                <a:lnTo>
                  <a:pt x="571500" y="142875"/>
                </a:lnTo>
                <a:lnTo>
                  <a:pt x="552450" y="142875"/>
                </a:lnTo>
                <a:close/>
                <a:moveTo>
                  <a:pt x="0" y="142875"/>
                </a:moveTo>
                <a:lnTo>
                  <a:pt x="9525" y="142875"/>
                </a:lnTo>
                <a:lnTo>
                  <a:pt x="9525" y="152400"/>
                </a:lnTo>
                <a:lnTo>
                  <a:pt x="0" y="152400"/>
                </a:lnTo>
                <a:close/>
                <a:moveTo>
                  <a:pt x="1133475" y="171450"/>
                </a:moveTo>
                <a:lnTo>
                  <a:pt x="1143000" y="171450"/>
                </a:lnTo>
                <a:lnTo>
                  <a:pt x="1143000" y="180975"/>
                </a:lnTo>
                <a:lnTo>
                  <a:pt x="1133475" y="180975"/>
                </a:lnTo>
                <a:close/>
                <a:moveTo>
                  <a:pt x="0" y="180975"/>
                </a:moveTo>
                <a:lnTo>
                  <a:pt x="9525" y="180975"/>
                </a:lnTo>
                <a:lnTo>
                  <a:pt x="9525" y="190500"/>
                </a:lnTo>
                <a:lnTo>
                  <a:pt x="0" y="190500"/>
                </a:lnTo>
                <a:close/>
                <a:moveTo>
                  <a:pt x="962025" y="190500"/>
                </a:moveTo>
                <a:lnTo>
                  <a:pt x="981075" y="190500"/>
                </a:lnTo>
                <a:lnTo>
                  <a:pt x="981075" y="219075"/>
                </a:lnTo>
                <a:lnTo>
                  <a:pt x="971550" y="219075"/>
                </a:lnTo>
                <a:lnTo>
                  <a:pt x="971550" y="228600"/>
                </a:lnTo>
                <a:lnTo>
                  <a:pt x="962025" y="228600"/>
                </a:lnTo>
                <a:lnTo>
                  <a:pt x="962025" y="238125"/>
                </a:lnTo>
                <a:lnTo>
                  <a:pt x="952500" y="238125"/>
                </a:lnTo>
                <a:lnTo>
                  <a:pt x="952500" y="266700"/>
                </a:lnTo>
                <a:lnTo>
                  <a:pt x="942975" y="266700"/>
                </a:lnTo>
                <a:lnTo>
                  <a:pt x="942975" y="276225"/>
                </a:lnTo>
                <a:lnTo>
                  <a:pt x="914400" y="276225"/>
                </a:lnTo>
                <a:lnTo>
                  <a:pt x="914400" y="266700"/>
                </a:lnTo>
                <a:lnTo>
                  <a:pt x="904875" y="266700"/>
                </a:lnTo>
                <a:lnTo>
                  <a:pt x="904875" y="247650"/>
                </a:lnTo>
                <a:lnTo>
                  <a:pt x="933450" y="247650"/>
                </a:lnTo>
                <a:lnTo>
                  <a:pt x="933450" y="209550"/>
                </a:lnTo>
                <a:lnTo>
                  <a:pt x="971550" y="209550"/>
                </a:lnTo>
                <a:lnTo>
                  <a:pt x="971550" y="200025"/>
                </a:lnTo>
                <a:lnTo>
                  <a:pt x="962025" y="200025"/>
                </a:lnTo>
                <a:close/>
                <a:moveTo>
                  <a:pt x="247650" y="200025"/>
                </a:moveTo>
                <a:lnTo>
                  <a:pt x="276225" y="200025"/>
                </a:lnTo>
                <a:lnTo>
                  <a:pt x="276225" y="209550"/>
                </a:lnTo>
                <a:lnTo>
                  <a:pt x="266700" y="209550"/>
                </a:lnTo>
                <a:lnTo>
                  <a:pt x="266700" y="219075"/>
                </a:lnTo>
                <a:lnTo>
                  <a:pt x="247650" y="219075"/>
                </a:lnTo>
                <a:close/>
                <a:moveTo>
                  <a:pt x="400050" y="200025"/>
                </a:moveTo>
                <a:lnTo>
                  <a:pt x="419100" y="200025"/>
                </a:lnTo>
                <a:lnTo>
                  <a:pt x="419100" y="209550"/>
                </a:lnTo>
                <a:lnTo>
                  <a:pt x="400050" y="209550"/>
                </a:lnTo>
                <a:close/>
                <a:moveTo>
                  <a:pt x="180975" y="209550"/>
                </a:moveTo>
                <a:lnTo>
                  <a:pt x="190500" y="209550"/>
                </a:lnTo>
                <a:lnTo>
                  <a:pt x="190500" y="219075"/>
                </a:lnTo>
                <a:lnTo>
                  <a:pt x="180975" y="219075"/>
                </a:lnTo>
                <a:close/>
                <a:moveTo>
                  <a:pt x="381000" y="209550"/>
                </a:moveTo>
                <a:lnTo>
                  <a:pt x="400050" y="209550"/>
                </a:lnTo>
                <a:lnTo>
                  <a:pt x="400050" y="219075"/>
                </a:lnTo>
                <a:lnTo>
                  <a:pt x="419100" y="219075"/>
                </a:lnTo>
                <a:lnTo>
                  <a:pt x="419100" y="228600"/>
                </a:lnTo>
                <a:lnTo>
                  <a:pt x="390525" y="228600"/>
                </a:lnTo>
                <a:lnTo>
                  <a:pt x="390525" y="219075"/>
                </a:lnTo>
                <a:lnTo>
                  <a:pt x="381000" y="219075"/>
                </a:lnTo>
                <a:close/>
                <a:moveTo>
                  <a:pt x="381000" y="228600"/>
                </a:moveTo>
                <a:lnTo>
                  <a:pt x="390525" y="228600"/>
                </a:lnTo>
                <a:lnTo>
                  <a:pt x="390525" y="238125"/>
                </a:lnTo>
                <a:lnTo>
                  <a:pt x="381000" y="238125"/>
                </a:lnTo>
                <a:close/>
                <a:moveTo>
                  <a:pt x="723900" y="228600"/>
                </a:moveTo>
                <a:lnTo>
                  <a:pt x="733425" y="228600"/>
                </a:lnTo>
                <a:lnTo>
                  <a:pt x="733425" y="238125"/>
                </a:lnTo>
                <a:lnTo>
                  <a:pt x="752475" y="238125"/>
                </a:lnTo>
                <a:lnTo>
                  <a:pt x="752475" y="266700"/>
                </a:lnTo>
                <a:lnTo>
                  <a:pt x="762000" y="266700"/>
                </a:lnTo>
                <a:lnTo>
                  <a:pt x="762000" y="276225"/>
                </a:lnTo>
                <a:lnTo>
                  <a:pt x="771525" y="276225"/>
                </a:lnTo>
                <a:lnTo>
                  <a:pt x="771525" y="266700"/>
                </a:lnTo>
                <a:lnTo>
                  <a:pt x="790575" y="266700"/>
                </a:lnTo>
                <a:lnTo>
                  <a:pt x="790575" y="295275"/>
                </a:lnTo>
                <a:lnTo>
                  <a:pt x="781050" y="295275"/>
                </a:lnTo>
                <a:lnTo>
                  <a:pt x="781050" y="304800"/>
                </a:lnTo>
                <a:lnTo>
                  <a:pt x="771525" y="304800"/>
                </a:lnTo>
                <a:lnTo>
                  <a:pt x="771525" y="314325"/>
                </a:lnTo>
                <a:lnTo>
                  <a:pt x="752475" y="314325"/>
                </a:lnTo>
                <a:lnTo>
                  <a:pt x="752475" y="276225"/>
                </a:lnTo>
                <a:lnTo>
                  <a:pt x="742950" y="276225"/>
                </a:lnTo>
                <a:lnTo>
                  <a:pt x="742950" y="247650"/>
                </a:lnTo>
                <a:lnTo>
                  <a:pt x="733425" y="247650"/>
                </a:lnTo>
                <a:lnTo>
                  <a:pt x="733425" y="257175"/>
                </a:lnTo>
                <a:lnTo>
                  <a:pt x="723900" y="257175"/>
                </a:lnTo>
                <a:close/>
                <a:moveTo>
                  <a:pt x="885825" y="228600"/>
                </a:moveTo>
                <a:lnTo>
                  <a:pt x="895350" y="228600"/>
                </a:lnTo>
                <a:lnTo>
                  <a:pt x="895350" y="238125"/>
                </a:lnTo>
                <a:lnTo>
                  <a:pt x="885825" y="238125"/>
                </a:lnTo>
                <a:close/>
                <a:moveTo>
                  <a:pt x="1028700" y="228600"/>
                </a:moveTo>
                <a:lnTo>
                  <a:pt x="1038225" y="228600"/>
                </a:lnTo>
                <a:lnTo>
                  <a:pt x="1038225" y="238125"/>
                </a:lnTo>
                <a:lnTo>
                  <a:pt x="1028700" y="238125"/>
                </a:lnTo>
                <a:close/>
                <a:moveTo>
                  <a:pt x="1190625" y="228600"/>
                </a:moveTo>
                <a:lnTo>
                  <a:pt x="1200150" y="228600"/>
                </a:lnTo>
                <a:lnTo>
                  <a:pt x="1200150" y="238125"/>
                </a:lnTo>
                <a:lnTo>
                  <a:pt x="1209675" y="238125"/>
                </a:lnTo>
                <a:lnTo>
                  <a:pt x="1209675" y="257175"/>
                </a:lnTo>
                <a:lnTo>
                  <a:pt x="1200150" y="257175"/>
                </a:lnTo>
                <a:lnTo>
                  <a:pt x="1200150" y="247650"/>
                </a:lnTo>
                <a:lnTo>
                  <a:pt x="1190625" y="247650"/>
                </a:lnTo>
                <a:close/>
                <a:moveTo>
                  <a:pt x="1143000" y="238125"/>
                </a:moveTo>
                <a:lnTo>
                  <a:pt x="1152525" y="238125"/>
                </a:lnTo>
                <a:lnTo>
                  <a:pt x="1152525" y="247650"/>
                </a:lnTo>
                <a:lnTo>
                  <a:pt x="1143000" y="247650"/>
                </a:lnTo>
                <a:close/>
                <a:moveTo>
                  <a:pt x="971550" y="266700"/>
                </a:moveTo>
                <a:lnTo>
                  <a:pt x="981075" y="266700"/>
                </a:lnTo>
                <a:lnTo>
                  <a:pt x="981075" y="285750"/>
                </a:lnTo>
                <a:lnTo>
                  <a:pt x="971550" y="285750"/>
                </a:lnTo>
                <a:close/>
                <a:moveTo>
                  <a:pt x="66675" y="285750"/>
                </a:moveTo>
                <a:lnTo>
                  <a:pt x="95250" y="285750"/>
                </a:lnTo>
                <a:lnTo>
                  <a:pt x="95250" y="342900"/>
                </a:lnTo>
                <a:lnTo>
                  <a:pt x="85725" y="342900"/>
                </a:lnTo>
                <a:lnTo>
                  <a:pt x="85725" y="323850"/>
                </a:lnTo>
                <a:lnTo>
                  <a:pt x="76200" y="323850"/>
                </a:lnTo>
                <a:lnTo>
                  <a:pt x="76200" y="342900"/>
                </a:lnTo>
                <a:lnTo>
                  <a:pt x="66675" y="342900"/>
                </a:lnTo>
                <a:lnTo>
                  <a:pt x="66675" y="333375"/>
                </a:lnTo>
                <a:lnTo>
                  <a:pt x="47625" y="333375"/>
                </a:lnTo>
                <a:lnTo>
                  <a:pt x="47625" y="295275"/>
                </a:lnTo>
                <a:lnTo>
                  <a:pt x="66675" y="295275"/>
                </a:lnTo>
                <a:close/>
                <a:moveTo>
                  <a:pt x="123825" y="285750"/>
                </a:moveTo>
                <a:lnTo>
                  <a:pt x="133350" y="285750"/>
                </a:lnTo>
                <a:lnTo>
                  <a:pt x="133350" y="295275"/>
                </a:lnTo>
                <a:lnTo>
                  <a:pt x="123825" y="295275"/>
                </a:lnTo>
                <a:close/>
                <a:moveTo>
                  <a:pt x="152400" y="295275"/>
                </a:moveTo>
                <a:lnTo>
                  <a:pt x="161925" y="295275"/>
                </a:lnTo>
                <a:lnTo>
                  <a:pt x="161925" y="304800"/>
                </a:lnTo>
                <a:lnTo>
                  <a:pt x="152400" y="304800"/>
                </a:lnTo>
                <a:close/>
                <a:moveTo>
                  <a:pt x="266700" y="304800"/>
                </a:moveTo>
                <a:lnTo>
                  <a:pt x="276225" y="304800"/>
                </a:lnTo>
                <a:lnTo>
                  <a:pt x="276225" y="314325"/>
                </a:lnTo>
                <a:lnTo>
                  <a:pt x="266700" y="314325"/>
                </a:lnTo>
                <a:close/>
                <a:moveTo>
                  <a:pt x="0" y="323850"/>
                </a:moveTo>
                <a:lnTo>
                  <a:pt x="9525" y="323850"/>
                </a:lnTo>
                <a:lnTo>
                  <a:pt x="9525" y="333375"/>
                </a:lnTo>
                <a:lnTo>
                  <a:pt x="19050" y="333375"/>
                </a:lnTo>
                <a:lnTo>
                  <a:pt x="19050" y="342900"/>
                </a:lnTo>
                <a:lnTo>
                  <a:pt x="9525" y="342900"/>
                </a:lnTo>
                <a:lnTo>
                  <a:pt x="9525" y="352425"/>
                </a:lnTo>
                <a:lnTo>
                  <a:pt x="0" y="352425"/>
                </a:lnTo>
                <a:close/>
                <a:moveTo>
                  <a:pt x="866775" y="323850"/>
                </a:moveTo>
                <a:lnTo>
                  <a:pt x="876300" y="323850"/>
                </a:lnTo>
                <a:lnTo>
                  <a:pt x="876300" y="342900"/>
                </a:lnTo>
                <a:lnTo>
                  <a:pt x="857250" y="342900"/>
                </a:lnTo>
                <a:lnTo>
                  <a:pt x="857250" y="333375"/>
                </a:lnTo>
                <a:lnTo>
                  <a:pt x="866775" y="333375"/>
                </a:lnTo>
                <a:close/>
                <a:moveTo>
                  <a:pt x="914400" y="333375"/>
                </a:moveTo>
                <a:lnTo>
                  <a:pt x="923925" y="333375"/>
                </a:lnTo>
                <a:lnTo>
                  <a:pt x="923925" y="342900"/>
                </a:lnTo>
                <a:lnTo>
                  <a:pt x="914400" y="342900"/>
                </a:lnTo>
                <a:close/>
                <a:moveTo>
                  <a:pt x="76200" y="342900"/>
                </a:moveTo>
                <a:lnTo>
                  <a:pt x="85725" y="342900"/>
                </a:lnTo>
                <a:lnTo>
                  <a:pt x="85725" y="352425"/>
                </a:lnTo>
                <a:lnTo>
                  <a:pt x="76200" y="352425"/>
                </a:lnTo>
                <a:close/>
                <a:moveTo>
                  <a:pt x="38100" y="361950"/>
                </a:moveTo>
                <a:lnTo>
                  <a:pt x="57150" y="361950"/>
                </a:lnTo>
                <a:lnTo>
                  <a:pt x="57150" y="371475"/>
                </a:lnTo>
                <a:lnTo>
                  <a:pt x="38100" y="371475"/>
                </a:lnTo>
                <a:close/>
                <a:moveTo>
                  <a:pt x="123825" y="371475"/>
                </a:moveTo>
                <a:lnTo>
                  <a:pt x="133350" y="371475"/>
                </a:lnTo>
                <a:lnTo>
                  <a:pt x="133350" y="381000"/>
                </a:lnTo>
                <a:lnTo>
                  <a:pt x="123825" y="381000"/>
                </a:lnTo>
                <a:close/>
                <a:moveTo>
                  <a:pt x="0" y="381000"/>
                </a:moveTo>
                <a:lnTo>
                  <a:pt x="9525" y="381000"/>
                </a:lnTo>
                <a:lnTo>
                  <a:pt x="9525" y="400050"/>
                </a:lnTo>
                <a:lnTo>
                  <a:pt x="0" y="400050"/>
                </a:lnTo>
                <a:close/>
                <a:moveTo>
                  <a:pt x="76200" y="390525"/>
                </a:moveTo>
                <a:lnTo>
                  <a:pt x="95250" y="390525"/>
                </a:lnTo>
                <a:lnTo>
                  <a:pt x="95250" y="409575"/>
                </a:lnTo>
                <a:lnTo>
                  <a:pt x="76200" y="409575"/>
                </a:lnTo>
                <a:close/>
                <a:moveTo>
                  <a:pt x="28575" y="400050"/>
                </a:moveTo>
                <a:lnTo>
                  <a:pt x="47625" y="400050"/>
                </a:lnTo>
                <a:lnTo>
                  <a:pt x="47625" y="438150"/>
                </a:lnTo>
                <a:lnTo>
                  <a:pt x="28575" y="438150"/>
                </a:lnTo>
                <a:close/>
                <a:moveTo>
                  <a:pt x="771525" y="419100"/>
                </a:moveTo>
                <a:lnTo>
                  <a:pt x="781050" y="419100"/>
                </a:lnTo>
                <a:lnTo>
                  <a:pt x="781050" y="438150"/>
                </a:lnTo>
                <a:lnTo>
                  <a:pt x="771525" y="438150"/>
                </a:lnTo>
                <a:close/>
                <a:moveTo>
                  <a:pt x="0" y="438150"/>
                </a:moveTo>
                <a:lnTo>
                  <a:pt x="9525" y="438150"/>
                </a:lnTo>
                <a:lnTo>
                  <a:pt x="9525" y="466725"/>
                </a:lnTo>
                <a:lnTo>
                  <a:pt x="0" y="466725"/>
                </a:lnTo>
                <a:close/>
                <a:moveTo>
                  <a:pt x="447675" y="438150"/>
                </a:moveTo>
                <a:lnTo>
                  <a:pt x="476250" y="438150"/>
                </a:lnTo>
                <a:lnTo>
                  <a:pt x="476250" y="447675"/>
                </a:lnTo>
                <a:lnTo>
                  <a:pt x="447675" y="447675"/>
                </a:lnTo>
                <a:close/>
                <a:moveTo>
                  <a:pt x="180975" y="447675"/>
                </a:moveTo>
                <a:lnTo>
                  <a:pt x="190500" y="447675"/>
                </a:lnTo>
                <a:lnTo>
                  <a:pt x="190500" y="457200"/>
                </a:lnTo>
                <a:lnTo>
                  <a:pt x="180975" y="457200"/>
                </a:lnTo>
                <a:close/>
                <a:moveTo>
                  <a:pt x="342900" y="447675"/>
                </a:moveTo>
                <a:lnTo>
                  <a:pt x="361950" y="447675"/>
                </a:lnTo>
                <a:lnTo>
                  <a:pt x="361950" y="457200"/>
                </a:lnTo>
                <a:lnTo>
                  <a:pt x="371475" y="457200"/>
                </a:lnTo>
                <a:lnTo>
                  <a:pt x="371475" y="476250"/>
                </a:lnTo>
                <a:lnTo>
                  <a:pt x="352425" y="476250"/>
                </a:lnTo>
                <a:lnTo>
                  <a:pt x="352425" y="457200"/>
                </a:lnTo>
                <a:lnTo>
                  <a:pt x="342900" y="457200"/>
                </a:lnTo>
                <a:close/>
                <a:moveTo>
                  <a:pt x="476250" y="447675"/>
                </a:moveTo>
                <a:lnTo>
                  <a:pt x="485775" y="447675"/>
                </a:lnTo>
                <a:lnTo>
                  <a:pt x="485775" y="457200"/>
                </a:lnTo>
                <a:lnTo>
                  <a:pt x="476250" y="457200"/>
                </a:lnTo>
                <a:close/>
                <a:moveTo>
                  <a:pt x="457200" y="457200"/>
                </a:moveTo>
                <a:lnTo>
                  <a:pt x="476250" y="457200"/>
                </a:lnTo>
                <a:lnTo>
                  <a:pt x="476250" y="466725"/>
                </a:lnTo>
                <a:lnTo>
                  <a:pt x="457200" y="466725"/>
                </a:lnTo>
                <a:close/>
                <a:moveTo>
                  <a:pt x="180975" y="466725"/>
                </a:moveTo>
                <a:lnTo>
                  <a:pt x="200025" y="466725"/>
                </a:lnTo>
                <a:lnTo>
                  <a:pt x="200025" y="476250"/>
                </a:lnTo>
                <a:lnTo>
                  <a:pt x="180975" y="476250"/>
                </a:lnTo>
                <a:close/>
                <a:moveTo>
                  <a:pt x="342900" y="476250"/>
                </a:moveTo>
                <a:lnTo>
                  <a:pt x="352425" y="476250"/>
                </a:lnTo>
                <a:lnTo>
                  <a:pt x="352425" y="485775"/>
                </a:lnTo>
                <a:lnTo>
                  <a:pt x="342900" y="485775"/>
                </a:lnTo>
                <a:close/>
                <a:moveTo>
                  <a:pt x="266700" y="485775"/>
                </a:moveTo>
                <a:lnTo>
                  <a:pt x="276225" y="485775"/>
                </a:lnTo>
                <a:lnTo>
                  <a:pt x="276225" y="495300"/>
                </a:lnTo>
                <a:lnTo>
                  <a:pt x="266700" y="495300"/>
                </a:lnTo>
                <a:close/>
                <a:moveTo>
                  <a:pt x="352425" y="485775"/>
                </a:moveTo>
                <a:lnTo>
                  <a:pt x="361950" y="485775"/>
                </a:lnTo>
                <a:lnTo>
                  <a:pt x="361950" y="495300"/>
                </a:lnTo>
                <a:lnTo>
                  <a:pt x="352425" y="495300"/>
                </a:lnTo>
                <a:close/>
                <a:moveTo>
                  <a:pt x="762000" y="485775"/>
                </a:moveTo>
                <a:lnTo>
                  <a:pt x="781050" y="485775"/>
                </a:lnTo>
                <a:lnTo>
                  <a:pt x="781050" y="495300"/>
                </a:lnTo>
                <a:lnTo>
                  <a:pt x="790575" y="495300"/>
                </a:lnTo>
                <a:lnTo>
                  <a:pt x="790575" y="514350"/>
                </a:lnTo>
                <a:lnTo>
                  <a:pt x="781050" y="514350"/>
                </a:lnTo>
                <a:lnTo>
                  <a:pt x="781050" y="504825"/>
                </a:lnTo>
                <a:lnTo>
                  <a:pt x="771525" y="504825"/>
                </a:lnTo>
                <a:lnTo>
                  <a:pt x="771525" y="495300"/>
                </a:lnTo>
                <a:lnTo>
                  <a:pt x="762000" y="495300"/>
                </a:lnTo>
                <a:close/>
                <a:moveTo>
                  <a:pt x="276225" y="495300"/>
                </a:moveTo>
                <a:lnTo>
                  <a:pt x="285750" y="495300"/>
                </a:lnTo>
                <a:lnTo>
                  <a:pt x="285750" y="504825"/>
                </a:lnTo>
                <a:lnTo>
                  <a:pt x="276225" y="504825"/>
                </a:lnTo>
                <a:close/>
                <a:moveTo>
                  <a:pt x="257175" y="514350"/>
                </a:moveTo>
                <a:lnTo>
                  <a:pt x="266700" y="514350"/>
                </a:lnTo>
                <a:lnTo>
                  <a:pt x="266700" y="533400"/>
                </a:lnTo>
                <a:lnTo>
                  <a:pt x="257175" y="533400"/>
                </a:lnTo>
                <a:close/>
                <a:moveTo>
                  <a:pt x="276225" y="514350"/>
                </a:moveTo>
                <a:lnTo>
                  <a:pt x="285750" y="514350"/>
                </a:lnTo>
                <a:lnTo>
                  <a:pt x="285750" y="542925"/>
                </a:lnTo>
                <a:lnTo>
                  <a:pt x="276225" y="542925"/>
                </a:lnTo>
                <a:close/>
                <a:moveTo>
                  <a:pt x="133350" y="533400"/>
                </a:moveTo>
                <a:lnTo>
                  <a:pt x="152400" y="533400"/>
                </a:lnTo>
                <a:lnTo>
                  <a:pt x="152400" y="542925"/>
                </a:lnTo>
                <a:lnTo>
                  <a:pt x="161925" y="542925"/>
                </a:lnTo>
                <a:lnTo>
                  <a:pt x="161925" y="552450"/>
                </a:lnTo>
                <a:lnTo>
                  <a:pt x="152400" y="552450"/>
                </a:lnTo>
                <a:lnTo>
                  <a:pt x="152400" y="561975"/>
                </a:lnTo>
                <a:lnTo>
                  <a:pt x="142875" y="561975"/>
                </a:lnTo>
                <a:lnTo>
                  <a:pt x="142875" y="552450"/>
                </a:lnTo>
                <a:lnTo>
                  <a:pt x="133350" y="552450"/>
                </a:lnTo>
                <a:lnTo>
                  <a:pt x="133350" y="571500"/>
                </a:lnTo>
                <a:lnTo>
                  <a:pt x="123825" y="571500"/>
                </a:lnTo>
                <a:lnTo>
                  <a:pt x="123825" y="542925"/>
                </a:lnTo>
                <a:lnTo>
                  <a:pt x="133350" y="542925"/>
                </a:lnTo>
                <a:close/>
                <a:moveTo>
                  <a:pt x="247650" y="552450"/>
                </a:moveTo>
                <a:lnTo>
                  <a:pt x="276225" y="552450"/>
                </a:lnTo>
                <a:lnTo>
                  <a:pt x="276225" y="571500"/>
                </a:lnTo>
                <a:lnTo>
                  <a:pt x="266700" y="571500"/>
                </a:lnTo>
                <a:lnTo>
                  <a:pt x="266700" y="590550"/>
                </a:lnTo>
                <a:lnTo>
                  <a:pt x="276225" y="590550"/>
                </a:lnTo>
                <a:lnTo>
                  <a:pt x="276225" y="600075"/>
                </a:lnTo>
                <a:lnTo>
                  <a:pt x="295275" y="600075"/>
                </a:lnTo>
                <a:lnTo>
                  <a:pt x="295275" y="590550"/>
                </a:lnTo>
                <a:lnTo>
                  <a:pt x="314325" y="590550"/>
                </a:lnTo>
                <a:lnTo>
                  <a:pt x="314325" y="619125"/>
                </a:lnTo>
                <a:lnTo>
                  <a:pt x="295275" y="619125"/>
                </a:lnTo>
                <a:lnTo>
                  <a:pt x="295275" y="609600"/>
                </a:lnTo>
                <a:lnTo>
                  <a:pt x="266700" y="609600"/>
                </a:lnTo>
                <a:lnTo>
                  <a:pt x="266700" y="600075"/>
                </a:lnTo>
                <a:lnTo>
                  <a:pt x="257175" y="600075"/>
                </a:lnTo>
                <a:lnTo>
                  <a:pt x="257175" y="561975"/>
                </a:lnTo>
                <a:lnTo>
                  <a:pt x="247650" y="561975"/>
                </a:lnTo>
                <a:close/>
                <a:moveTo>
                  <a:pt x="285750" y="552450"/>
                </a:moveTo>
                <a:lnTo>
                  <a:pt x="371475" y="552450"/>
                </a:lnTo>
                <a:lnTo>
                  <a:pt x="371475" y="571500"/>
                </a:lnTo>
                <a:lnTo>
                  <a:pt x="352425" y="571500"/>
                </a:lnTo>
                <a:lnTo>
                  <a:pt x="352425" y="581025"/>
                </a:lnTo>
                <a:lnTo>
                  <a:pt x="333375" y="581025"/>
                </a:lnTo>
                <a:lnTo>
                  <a:pt x="333375" y="571500"/>
                </a:lnTo>
                <a:lnTo>
                  <a:pt x="304800" y="571500"/>
                </a:lnTo>
                <a:lnTo>
                  <a:pt x="304800" y="561975"/>
                </a:lnTo>
                <a:lnTo>
                  <a:pt x="295275" y="561975"/>
                </a:lnTo>
                <a:lnTo>
                  <a:pt x="295275" y="571500"/>
                </a:lnTo>
                <a:lnTo>
                  <a:pt x="285750" y="571500"/>
                </a:lnTo>
                <a:close/>
                <a:moveTo>
                  <a:pt x="400050" y="552450"/>
                </a:moveTo>
                <a:lnTo>
                  <a:pt x="409575" y="552450"/>
                </a:lnTo>
                <a:lnTo>
                  <a:pt x="409575" y="571500"/>
                </a:lnTo>
                <a:lnTo>
                  <a:pt x="400050" y="571500"/>
                </a:lnTo>
                <a:close/>
                <a:moveTo>
                  <a:pt x="828675" y="552450"/>
                </a:moveTo>
                <a:lnTo>
                  <a:pt x="838200" y="552450"/>
                </a:lnTo>
                <a:lnTo>
                  <a:pt x="838200" y="561975"/>
                </a:lnTo>
                <a:lnTo>
                  <a:pt x="828675" y="561975"/>
                </a:lnTo>
                <a:close/>
                <a:moveTo>
                  <a:pt x="666750" y="561975"/>
                </a:moveTo>
                <a:lnTo>
                  <a:pt x="685800" y="561975"/>
                </a:lnTo>
                <a:lnTo>
                  <a:pt x="685800" y="571500"/>
                </a:lnTo>
                <a:lnTo>
                  <a:pt x="676275" y="571500"/>
                </a:lnTo>
                <a:lnTo>
                  <a:pt x="676275" y="590550"/>
                </a:lnTo>
                <a:lnTo>
                  <a:pt x="695325" y="590550"/>
                </a:lnTo>
                <a:lnTo>
                  <a:pt x="695325" y="609600"/>
                </a:lnTo>
                <a:lnTo>
                  <a:pt x="714375" y="609600"/>
                </a:lnTo>
                <a:lnTo>
                  <a:pt x="714375" y="600075"/>
                </a:lnTo>
                <a:lnTo>
                  <a:pt x="723900" y="600075"/>
                </a:lnTo>
                <a:lnTo>
                  <a:pt x="723900" y="619125"/>
                </a:lnTo>
                <a:lnTo>
                  <a:pt x="704850" y="619125"/>
                </a:lnTo>
                <a:lnTo>
                  <a:pt x="704850" y="628650"/>
                </a:lnTo>
                <a:lnTo>
                  <a:pt x="676275" y="628650"/>
                </a:lnTo>
                <a:lnTo>
                  <a:pt x="676275" y="619125"/>
                </a:lnTo>
                <a:lnTo>
                  <a:pt x="685800" y="619125"/>
                </a:lnTo>
                <a:lnTo>
                  <a:pt x="685800" y="600075"/>
                </a:lnTo>
                <a:lnTo>
                  <a:pt x="638175" y="600075"/>
                </a:lnTo>
                <a:lnTo>
                  <a:pt x="638175" y="590550"/>
                </a:lnTo>
                <a:lnTo>
                  <a:pt x="628650" y="590550"/>
                </a:lnTo>
                <a:lnTo>
                  <a:pt x="628650" y="581025"/>
                </a:lnTo>
                <a:lnTo>
                  <a:pt x="638175" y="581025"/>
                </a:lnTo>
                <a:lnTo>
                  <a:pt x="638175" y="590550"/>
                </a:lnTo>
                <a:lnTo>
                  <a:pt x="647700" y="590550"/>
                </a:lnTo>
                <a:lnTo>
                  <a:pt x="647700" y="581025"/>
                </a:lnTo>
                <a:lnTo>
                  <a:pt x="657225" y="581025"/>
                </a:lnTo>
                <a:lnTo>
                  <a:pt x="657225" y="571500"/>
                </a:lnTo>
                <a:lnTo>
                  <a:pt x="666750" y="571500"/>
                </a:lnTo>
                <a:close/>
                <a:moveTo>
                  <a:pt x="1181100" y="561975"/>
                </a:moveTo>
                <a:lnTo>
                  <a:pt x="1190625" y="561975"/>
                </a:lnTo>
                <a:lnTo>
                  <a:pt x="1190625" y="571500"/>
                </a:lnTo>
                <a:lnTo>
                  <a:pt x="1200150" y="571500"/>
                </a:lnTo>
                <a:lnTo>
                  <a:pt x="1200150" y="590550"/>
                </a:lnTo>
                <a:lnTo>
                  <a:pt x="1209675" y="590550"/>
                </a:lnTo>
                <a:lnTo>
                  <a:pt x="1209675" y="600075"/>
                </a:lnTo>
                <a:lnTo>
                  <a:pt x="1200150" y="600075"/>
                </a:lnTo>
                <a:lnTo>
                  <a:pt x="1200150" y="609600"/>
                </a:lnTo>
                <a:lnTo>
                  <a:pt x="1181100" y="609600"/>
                </a:lnTo>
                <a:lnTo>
                  <a:pt x="1181100" y="590550"/>
                </a:lnTo>
                <a:lnTo>
                  <a:pt x="1171575" y="590550"/>
                </a:lnTo>
                <a:lnTo>
                  <a:pt x="1171575" y="581025"/>
                </a:lnTo>
                <a:lnTo>
                  <a:pt x="1181100" y="581025"/>
                </a:lnTo>
                <a:close/>
                <a:moveTo>
                  <a:pt x="200025" y="571500"/>
                </a:moveTo>
                <a:lnTo>
                  <a:pt x="209550" y="571500"/>
                </a:lnTo>
                <a:lnTo>
                  <a:pt x="209550" y="581025"/>
                </a:lnTo>
                <a:lnTo>
                  <a:pt x="200025" y="581025"/>
                </a:lnTo>
                <a:close/>
                <a:moveTo>
                  <a:pt x="371475" y="571500"/>
                </a:moveTo>
                <a:lnTo>
                  <a:pt x="400050" y="571500"/>
                </a:lnTo>
                <a:lnTo>
                  <a:pt x="400050" y="581025"/>
                </a:lnTo>
                <a:lnTo>
                  <a:pt x="371475" y="581025"/>
                </a:lnTo>
                <a:close/>
                <a:moveTo>
                  <a:pt x="219075" y="590550"/>
                </a:moveTo>
                <a:lnTo>
                  <a:pt x="238125" y="590550"/>
                </a:lnTo>
                <a:lnTo>
                  <a:pt x="238125" y="609600"/>
                </a:lnTo>
                <a:lnTo>
                  <a:pt x="228600" y="609600"/>
                </a:lnTo>
                <a:lnTo>
                  <a:pt x="228600" y="600075"/>
                </a:lnTo>
                <a:lnTo>
                  <a:pt x="219075" y="600075"/>
                </a:lnTo>
                <a:close/>
                <a:moveTo>
                  <a:pt x="57150" y="600075"/>
                </a:moveTo>
                <a:lnTo>
                  <a:pt x="76200" y="600075"/>
                </a:lnTo>
                <a:lnTo>
                  <a:pt x="76200" y="619125"/>
                </a:lnTo>
                <a:lnTo>
                  <a:pt x="85725" y="619125"/>
                </a:lnTo>
                <a:lnTo>
                  <a:pt x="85725" y="638175"/>
                </a:lnTo>
                <a:lnTo>
                  <a:pt x="76200" y="638175"/>
                </a:lnTo>
                <a:lnTo>
                  <a:pt x="76200" y="647700"/>
                </a:lnTo>
                <a:lnTo>
                  <a:pt x="85725" y="647700"/>
                </a:lnTo>
                <a:lnTo>
                  <a:pt x="85725" y="657225"/>
                </a:lnTo>
                <a:lnTo>
                  <a:pt x="66675" y="657225"/>
                </a:lnTo>
                <a:lnTo>
                  <a:pt x="66675" y="638175"/>
                </a:lnTo>
                <a:lnTo>
                  <a:pt x="38100" y="638175"/>
                </a:lnTo>
                <a:lnTo>
                  <a:pt x="38100" y="609600"/>
                </a:lnTo>
                <a:lnTo>
                  <a:pt x="57150" y="609600"/>
                </a:lnTo>
                <a:close/>
                <a:moveTo>
                  <a:pt x="561975" y="600075"/>
                </a:moveTo>
                <a:lnTo>
                  <a:pt x="581025" y="600075"/>
                </a:lnTo>
                <a:lnTo>
                  <a:pt x="581025" y="619125"/>
                </a:lnTo>
                <a:lnTo>
                  <a:pt x="571500" y="619125"/>
                </a:lnTo>
                <a:lnTo>
                  <a:pt x="571500" y="609600"/>
                </a:lnTo>
                <a:lnTo>
                  <a:pt x="561975" y="609600"/>
                </a:lnTo>
                <a:close/>
                <a:moveTo>
                  <a:pt x="552450" y="609600"/>
                </a:moveTo>
                <a:lnTo>
                  <a:pt x="561975" y="609600"/>
                </a:lnTo>
                <a:lnTo>
                  <a:pt x="561975" y="619125"/>
                </a:lnTo>
                <a:lnTo>
                  <a:pt x="571500" y="619125"/>
                </a:lnTo>
                <a:lnTo>
                  <a:pt x="571500" y="628650"/>
                </a:lnTo>
                <a:lnTo>
                  <a:pt x="552450" y="628650"/>
                </a:lnTo>
                <a:close/>
                <a:moveTo>
                  <a:pt x="1200150" y="609600"/>
                </a:moveTo>
                <a:lnTo>
                  <a:pt x="1209675" y="609600"/>
                </a:lnTo>
                <a:lnTo>
                  <a:pt x="1209675" y="628650"/>
                </a:lnTo>
                <a:lnTo>
                  <a:pt x="1200150" y="628650"/>
                </a:lnTo>
                <a:close/>
                <a:moveTo>
                  <a:pt x="95250" y="619125"/>
                </a:moveTo>
                <a:lnTo>
                  <a:pt x="104775" y="619125"/>
                </a:lnTo>
                <a:lnTo>
                  <a:pt x="104775" y="628650"/>
                </a:lnTo>
                <a:lnTo>
                  <a:pt x="95250" y="628650"/>
                </a:lnTo>
                <a:close/>
                <a:moveTo>
                  <a:pt x="933450" y="638175"/>
                </a:moveTo>
                <a:lnTo>
                  <a:pt x="942975" y="638175"/>
                </a:lnTo>
                <a:lnTo>
                  <a:pt x="942975" y="647700"/>
                </a:lnTo>
                <a:lnTo>
                  <a:pt x="933450" y="647700"/>
                </a:lnTo>
                <a:close/>
                <a:moveTo>
                  <a:pt x="104775" y="647700"/>
                </a:moveTo>
                <a:lnTo>
                  <a:pt x="133350" y="647700"/>
                </a:lnTo>
                <a:lnTo>
                  <a:pt x="133350" y="676275"/>
                </a:lnTo>
                <a:lnTo>
                  <a:pt x="114300" y="676275"/>
                </a:lnTo>
                <a:lnTo>
                  <a:pt x="114300" y="685800"/>
                </a:lnTo>
                <a:lnTo>
                  <a:pt x="104775" y="685800"/>
                </a:lnTo>
                <a:lnTo>
                  <a:pt x="104775" y="666750"/>
                </a:lnTo>
                <a:lnTo>
                  <a:pt x="85725" y="666750"/>
                </a:lnTo>
                <a:lnTo>
                  <a:pt x="85725" y="657225"/>
                </a:lnTo>
                <a:lnTo>
                  <a:pt x="104775" y="657225"/>
                </a:lnTo>
                <a:close/>
                <a:moveTo>
                  <a:pt x="571500" y="647700"/>
                </a:moveTo>
                <a:lnTo>
                  <a:pt x="581025" y="647700"/>
                </a:lnTo>
                <a:lnTo>
                  <a:pt x="581025" y="676275"/>
                </a:lnTo>
                <a:lnTo>
                  <a:pt x="561975" y="676275"/>
                </a:lnTo>
                <a:lnTo>
                  <a:pt x="561975" y="685800"/>
                </a:lnTo>
                <a:lnTo>
                  <a:pt x="552450" y="685800"/>
                </a:lnTo>
                <a:lnTo>
                  <a:pt x="552450" y="676275"/>
                </a:lnTo>
                <a:lnTo>
                  <a:pt x="514350" y="676275"/>
                </a:lnTo>
                <a:lnTo>
                  <a:pt x="514350" y="666750"/>
                </a:lnTo>
                <a:lnTo>
                  <a:pt x="533400" y="666750"/>
                </a:lnTo>
                <a:lnTo>
                  <a:pt x="533400" y="657225"/>
                </a:lnTo>
                <a:lnTo>
                  <a:pt x="571500" y="657225"/>
                </a:lnTo>
                <a:close/>
                <a:moveTo>
                  <a:pt x="609600" y="647700"/>
                </a:moveTo>
                <a:lnTo>
                  <a:pt x="628650" y="647700"/>
                </a:lnTo>
                <a:lnTo>
                  <a:pt x="628650" y="676275"/>
                </a:lnTo>
                <a:lnTo>
                  <a:pt x="619125" y="676275"/>
                </a:lnTo>
                <a:lnTo>
                  <a:pt x="619125" y="666750"/>
                </a:lnTo>
                <a:lnTo>
                  <a:pt x="609600" y="666750"/>
                </a:lnTo>
                <a:close/>
                <a:moveTo>
                  <a:pt x="923925" y="647700"/>
                </a:moveTo>
                <a:lnTo>
                  <a:pt x="933450" y="647700"/>
                </a:lnTo>
                <a:lnTo>
                  <a:pt x="933450" y="657225"/>
                </a:lnTo>
                <a:lnTo>
                  <a:pt x="923925" y="657225"/>
                </a:lnTo>
                <a:close/>
                <a:moveTo>
                  <a:pt x="942975" y="647700"/>
                </a:moveTo>
                <a:lnTo>
                  <a:pt x="952500" y="647700"/>
                </a:lnTo>
                <a:lnTo>
                  <a:pt x="952500" y="657225"/>
                </a:lnTo>
                <a:lnTo>
                  <a:pt x="942975" y="657225"/>
                </a:lnTo>
                <a:close/>
                <a:moveTo>
                  <a:pt x="152400" y="657225"/>
                </a:moveTo>
                <a:lnTo>
                  <a:pt x="190500" y="657225"/>
                </a:lnTo>
                <a:lnTo>
                  <a:pt x="190500" y="666750"/>
                </a:lnTo>
                <a:lnTo>
                  <a:pt x="228600" y="666750"/>
                </a:lnTo>
                <a:lnTo>
                  <a:pt x="228600" y="657225"/>
                </a:lnTo>
                <a:lnTo>
                  <a:pt x="238125" y="657225"/>
                </a:lnTo>
                <a:lnTo>
                  <a:pt x="238125" y="666750"/>
                </a:lnTo>
                <a:lnTo>
                  <a:pt x="247650" y="666750"/>
                </a:lnTo>
                <a:lnTo>
                  <a:pt x="247650" y="676275"/>
                </a:lnTo>
                <a:lnTo>
                  <a:pt x="238125" y="676275"/>
                </a:lnTo>
                <a:lnTo>
                  <a:pt x="238125" y="695325"/>
                </a:lnTo>
                <a:lnTo>
                  <a:pt x="219075" y="695325"/>
                </a:lnTo>
                <a:lnTo>
                  <a:pt x="219075" y="676275"/>
                </a:lnTo>
                <a:lnTo>
                  <a:pt x="152400" y="676275"/>
                </a:lnTo>
                <a:close/>
                <a:moveTo>
                  <a:pt x="952500" y="657225"/>
                </a:moveTo>
                <a:lnTo>
                  <a:pt x="1000125" y="657225"/>
                </a:lnTo>
                <a:lnTo>
                  <a:pt x="1000125" y="666750"/>
                </a:lnTo>
                <a:lnTo>
                  <a:pt x="1009650" y="666750"/>
                </a:lnTo>
                <a:lnTo>
                  <a:pt x="1009650" y="676275"/>
                </a:lnTo>
                <a:lnTo>
                  <a:pt x="981075" y="676275"/>
                </a:lnTo>
                <a:lnTo>
                  <a:pt x="981075" y="704850"/>
                </a:lnTo>
                <a:lnTo>
                  <a:pt x="952500" y="704850"/>
                </a:lnTo>
                <a:lnTo>
                  <a:pt x="952500" y="714375"/>
                </a:lnTo>
                <a:lnTo>
                  <a:pt x="942975" y="714375"/>
                </a:lnTo>
                <a:lnTo>
                  <a:pt x="942975" y="723900"/>
                </a:lnTo>
                <a:lnTo>
                  <a:pt x="933450" y="723900"/>
                </a:lnTo>
                <a:lnTo>
                  <a:pt x="933450" y="733425"/>
                </a:lnTo>
                <a:lnTo>
                  <a:pt x="914400" y="733425"/>
                </a:lnTo>
                <a:lnTo>
                  <a:pt x="914400" y="704850"/>
                </a:lnTo>
                <a:lnTo>
                  <a:pt x="923925" y="704850"/>
                </a:lnTo>
                <a:lnTo>
                  <a:pt x="923925" y="695325"/>
                </a:lnTo>
                <a:lnTo>
                  <a:pt x="942975" y="695325"/>
                </a:lnTo>
                <a:lnTo>
                  <a:pt x="942975" y="676275"/>
                </a:lnTo>
                <a:lnTo>
                  <a:pt x="952500" y="676275"/>
                </a:lnTo>
                <a:close/>
                <a:moveTo>
                  <a:pt x="0" y="666750"/>
                </a:moveTo>
                <a:lnTo>
                  <a:pt x="9525" y="666750"/>
                </a:lnTo>
                <a:lnTo>
                  <a:pt x="9525" y="685800"/>
                </a:lnTo>
                <a:lnTo>
                  <a:pt x="0" y="685800"/>
                </a:lnTo>
                <a:close/>
                <a:moveTo>
                  <a:pt x="38100" y="676275"/>
                </a:moveTo>
                <a:lnTo>
                  <a:pt x="57150" y="676275"/>
                </a:lnTo>
                <a:lnTo>
                  <a:pt x="57150" y="685800"/>
                </a:lnTo>
                <a:lnTo>
                  <a:pt x="66675" y="685800"/>
                </a:lnTo>
                <a:lnTo>
                  <a:pt x="66675" y="695325"/>
                </a:lnTo>
                <a:lnTo>
                  <a:pt x="85725" y="695325"/>
                </a:lnTo>
                <a:lnTo>
                  <a:pt x="85725" y="714375"/>
                </a:lnTo>
                <a:lnTo>
                  <a:pt x="95250" y="714375"/>
                </a:lnTo>
                <a:lnTo>
                  <a:pt x="95250" y="704850"/>
                </a:lnTo>
                <a:lnTo>
                  <a:pt x="114300" y="704850"/>
                </a:lnTo>
                <a:lnTo>
                  <a:pt x="114300" y="714375"/>
                </a:lnTo>
                <a:lnTo>
                  <a:pt x="104775" y="714375"/>
                </a:lnTo>
                <a:lnTo>
                  <a:pt x="104775" y="723900"/>
                </a:lnTo>
                <a:lnTo>
                  <a:pt x="114300" y="723900"/>
                </a:lnTo>
                <a:lnTo>
                  <a:pt x="114300" y="733425"/>
                </a:lnTo>
                <a:lnTo>
                  <a:pt x="57150" y="733425"/>
                </a:lnTo>
                <a:lnTo>
                  <a:pt x="57150" y="723900"/>
                </a:lnTo>
                <a:lnTo>
                  <a:pt x="66675" y="723900"/>
                </a:lnTo>
                <a:lnTo>
                  <a:pt x="66675" y="714375"/>
                </a:lnTo>
                <a:lnTo>
                  <a:pt x="76200" y="714375"/>
                </a:lnTo>
                <a:lnTo>
                  <a:pt x="76200" y="704850"/>
                </a:lnTo>
                <a:lnTo>
                  <a:pt x="47625" y="704850"/>
                </a:lnTo>
                <a:lnTo>
                  <a:pt x="47625" y="695325"/>
                </a:lnTo>
                <a:lnTo>
                  <a:pt x="28575" y="695325"/>
                </a:lnTo>
                <a:lnTo>
                  <a:pt x="28575" y="685800"/>
                </a:lnTo>
                <a:lnTo>
                  <a:pt x="38100" y="685800"/>
                </a:lnTo>
                <a:close/>
                <a:moveTo>
                  <a:pt x="1200150" y="685800"/>
                </a:moveTo>
                <a:lnTo>
                  <a:pt x="1209675" y="685800"/>
                </a:lnTo>
                <a:lnTo>
                  <a:pt x="1209675" y="695325"/>
                </a:lnTo>
                <a:lnTo>
                  <a:pt x="1200150" y="695325"/>
                </a:lnTo>
                <a:close/>
                <a:moveTo>
                  <a:pt x="0" y="695325"/>
                </a:moveTo>
                <a:lnTo>
                  <a:pt x="9525" y="695325"/>
                </a:lnTo>
                <a:lnTo>
                  <a:pt x="9525" y="704850"/>
                </a:lnTo>
                <a:lnTo>
                  <a:pt x="0" y="704850"/>
                </a:lnTo>
                <a:close/>
                <a:moveTo>
                  <a:pt x="142875" y="714375"/>
                </a:moveTo>
                <a:lnTo>
                  <a:pt x="152400" y="714375"/>
                </a:lnTo>
                <a:lnTo>
                  <a:pt x="152400" y="723900"/>
                </a:lnTo>
                <a:lnTo>
                  <a:pt x="142875" y="723900"/>
                </a:lnTo>
                <a:close/>
                <a:moveTo>
                  <a:pt x="581025" y="714375"/>
                </a:moveTo>
                <a:lnTo>
                  <a:pt x="600075" y="714375"/>
                </a:lnTo>
                <a:lnTo>
                  <a:pt x="600075" y="723900"/>
                </a:lnTo>
                <a:lnTo>
                  <a:pt x="581025" y="723900"/>
                </a:lnTo>
                <a:close/>
                <a:moveTo>
                  <a:pt x="895350" y="723900"/>
                </a:moveTo>
                <a:lnTo>
                  <a:pt x="904875" y="723900"/>
                </a:lnTo>
                <a:lnTo>
                  <a:pt x="904875" y="733425"/>
                </a:lnTo>
                <a:lnTo>
                  <a:pt x="895350" y="733425"/>
                </a:lnTo>
                <a:close/>
                <a:moveTo>
                  <a:pt x="1200150" y="733425"/>
                </a:moveTo>
                <a:lnTo>
                  <a:pt x="1209675" y="733425"/>
                </a:lnTo>
                <a:lnTo>
                  <a:pt x="1209675" y="752475"/>
                </a:lnTo>
                <a:lnTo>
                  <a:pt x="1200150" y="752475"/>
                </a:lnTo>
                <a:close/>
                <a:moveTo>
                  <a:pt x="38100" y="742950"/>
                </a:moveTo>
                <a:lnTo>
                  <a:pt x="47625" y="742950"/>
                </a:lnTo>
                <a:lnTo>
                  <a:pt x="47625" y="752475"/>
                </a:lnTo>
                <a:lnTo>
                  <a:pt x="38100" y="752475"/>
                </a:lnTo>
                <a:close/>
                <a:moveTo>
                  <a:pt x="114300" y="742950"/>
                </a:moveTo>
                <a:lnTo>
                  <a:pt x="123825" y="742950"/>
                </a:lnTo>
                <a:lnTo>
                  <a:pt x="123825" y="752475"/>
                </a:lnTo>
                <a:lnTo>
                  <a:pt x="114300" y="752475"/>
                </a:lnTo>
                <a:close/>
                <a:moveTo>
                  <a:pt x="304800" y="742950"/>
                </a:moveTo>
                <a:lnTo>
                  <a:pt x="314325" y="742950"/>
                </a:lnTo>
                <a:lnTo>
                  <a:pt x="314325" y="762000"/>
                </a:lnTo>
                <a:lnTo>
                  <a:pt x="304800" y="762000"/>
                </a:lnTo>
                <a:close/>
                <a:moveTo>
                  <a:pt x="133350" y="762000"/>
                </a:moveTo>
                <a:lnTo>
                  <a:pt x="142875" y="762000"/>
                </a:lnTo>
                <a:lnTo>
                  <a:pt x="142875" y="771525"/>
                </a:lnTo>
                <a:lnTo>
                  <a:pt x="133350" y="771525"/>
                </a:lnTo>
                <a:close/>
                <a:moveTo>
                  <a:pt x="0" y="771525"/>
                </a:moveTo>
                <a:lnTo>
                  <a:pt x="38100" y="771525"/>
                </a:lnTo>
                <a:lnTo>
                  <a:pt x="38100" y="790575"/>
                </a:lnTo>
                <a:lnTo>
                  <a:pt x="47625" y="790575"/>
                </a:lnTo>
                <a:lnTo>
                  <a:pt x="47625" y="809625"/>
                </a:lnTo>
                <a:lnTo>
                  <a:pt x="19050" y="809625"/>
                </a:lnTo>
                <a:lnTo>
                  <a:pt x="19050" y="781050"/>
                </a:lnTo>
                <a:lnTo>
                  <a:pt x="0" y="781050"/>
                </a:lnTo>
                <a:close/>
                <a:moveTo>
                  <a:pt x="66675" y="771525"/>
                </a:moveTo>
                <a:lnTo>
                  <a:pt x="76200" y="771525"/>
                </a:lnTo>
                <a:lnTo>
                  <a:pt x="76200" y="781050"/>
                </a:lnTo>
                <a:lnTo>
                  <a:pt x="66675" y="781050"/>
                </a:lnTo>
                <a:close/>
              </a:path>
            </a:pathLst>
          </a:custGeom>
          <a:solidFill xmlns:a="http://schemas.openxmlformats.org/drawingml/2006/main">
            <a:srgbClr val="F9FAF5"/>
          </a:solidFill>
          <a:ln xmlns:a="http://schemas.openxmlformats.org/drawingml/2006/main" w="0">
            <a:noFill/>
          </a:ln>
        </p:spPr>
      </p:sp>
      <p:sp>
        <p:nvSpPr>
          <p:cNvPr id="69" name="v02 vector #faf9f5">
            <a:extLst xmlns:a="http://schemas.openxmlformats.org/drawingml/2006/main">
              <a:ext uri="{FF2B5EF4-FFF2-40B4-BE49-F238E27FC236}">
                <a16:creationId xmlns:a16="http://schemas.microsoft.com/office/drawing/2014/main" id="{F21E459D-F384-4DBA-AF62-2444E03F71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10675" y="2362200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66675" y="0"/>
                </a:moveTo>
                <a:lnTo>
                  <a:pt x="95250" y="0"/>
                </a:lnTo>
                <a:lnTo>
                  <a:pt x="95250" y="9525"/>
                </a:lnTo>
                <a:lnTo>
                  <a:pt x="66675" y="9525"/>
                </a:lnTo>
                <a:close/>
                <a:moveTo>
                  <a:pt x="723900" y="0"/>
                </a:moveTo>
                <a:lnTo>
                  <a:pt x="742950" y="0"/>
                </a:lnTo>
                <a:lnTo>
                  <a:pt x="742950" y="9525"/>
                </a:lnTo>
                <a:lnTo>
                  <a:pt x="733425" y="9525"/>
                </a:lnTo>
                <a:lnTo>
                  <a:pt x="733425" y="19050"/>
                </a:lnTo>
                <a:lnTo>
                  <a:pt x="723900" y="19050"/>
                </a:lnTo>
                <a:close/>
                <a:moveTo>
                  <a:pt x="971550" y="0"/>
                </a:moveTo>
                <a:lnTo>
                  <a:pt x="990600" y="0"/>
                </a:lnTo>
                <a:lnTo>
                  <a:pt x="990600" y="19050"/>
                </a:lnTo>
                <a:lnTo>
                  <a:pt x="981075" y="19050"/>
                </a:lnTo>
                <a:lnTo>
                  <a:pt x="981075" y="9525"/>
                </a:lnTo>
                <a:lnTo>
                  <a:pt x="971550" y="9525"/>
                </a:lnTo>
                <a:close/>
                <a:moveTo>
                  <a:pt x="57150" y="9525"/>
                </a:moveTo>
                <a:lnTo>
                  <a:pt x="66675" y="9525"/>
                </a:lnTo>
                <a:lnTo>
                  <a:pt x="66675" y="19050"/>
                </a:lnTo>
                <a:lnTo>
                  <a:pt x="85725" y="19050"/>
                </a:lnTo>
                <a:lnTo>
                  <a:pt x="85725" y="28575"/>
                </a:lnTo>
                <a:lnTo>
                  <a:pt x="66675" y="28575"/>
                </a:lnTo>
                <a:lnTo>
                  <a:pt x="66675" y="38100"/>
                </a:lnTo>
                <a:lnTo>
                  <a:pt x="57150" y="38100"/>
                </a:lnTo>
                <a:lnTo>
                  <a:pt x="57150" y="57150"/>
                </a:lnTo>
                <a:lnTo>
                  <a:pt x="47625" y="57150"/>
                </a:lnTo>
                <a:lnTo>
                  <a:pt x="47625" y="38100"/>
                </a:lnTo>
                <a:lnTo>
                  <a:pt x="38100" y="38100"/>
                </a:lnTo>
                <a:lnTo>
                  <a:pt x="38100" y="28575"/>
                </a:lnTo>
                <a:lnTo>
                  <a:pt x="19050" y="28575"/>
                </a:lnTo>
                <a:lnTo>
                  <a:pt x="19050" y="19050"/>
                </a:lnTo>
                <a:lnTo>
                  <a:pt x="47625" y="19050"/>
                </a:lnTo>
                <a:lnTo>
                  <a:pt x="47625" y="28575"/>
                </a:lnTo>
                <a:lnTo>
                  <a:pt x="57150" y="28575"/>
                </a:lnTo>
                <a:close/>
                <a:moveTo>
                  <a:pt x="133350" y="9525"/>
                </a:moveTo>
                <a:lnTo>
                  <a:pt x="142875" y="9525"/>
                </a:lnTo>
                <a:lnTo>
                  <a:pt x="142875" y="19050"/>
                </a:lnTo>
                <a:lnTo>
                  <a:pt x="133350" y="19050"/>
                </a:lnTo>
                <a:close/>
                <a:moveTo>
                  <a:pt x="628650" y="76200"/>
                </a:moveTo>
                <a:lnTo>
                  <a:pt x="638175" y="76200"/>
                </a:lnTo>
                <a:lnTo>
                  <a:pt x="638175" y="85725"/>
                </a:lnTo>
                <a:lnTo>
                  <a:pt x="628650" y="85725"/>
                </a:lnTo>
                <a:close/>
                <a:moveTo>
                  <a:pt x="914400" y="76200"/>
                </a:moveTo>
                <a:lnTo>
                  <a:pt x="952500" y="76200"/>
                </a:lnTo>
                <a:lnTo>
                  <a:pt x="952500" y="95250"/>
                </a:lnTo>
                <a:lnTo>
                  <a:pt x="962025" y="95250"/>
                </a:lnTo>
                <a:lnTo>
                  <a:pt x="962025" y="104775"/>
                </a:lnTo>
                <a:lnTo>
                  <a:pt x="933450" y="104775"/>
                </a:lnTo>
                <a:lnTo>
                  <a:pt x="933450" y="95250"/>
                </a:lnTo>
                <a:lnTo>
                  <a:pt x="914400" y="95250"/>
                </a:lnTo>
                <a:close/>
                <a:moveTo>
                  <a:pt x="180975" y="95250"/>
                </a:moveTo>
                <a:lnTo>
                  <a:pt x="190500" y="95250"/>
                </a:lnTo>
                <a:lnTo>
                  <a:pt x="190500" y="104775"/>
                </a:lnTo>
                <a:lnTo>
                  <a:pt x="180975" y="104775"/>
                </a:lnTo>
                <a:close/>
                <a:moveTo>
                  <a:pt x="1019175" y="95250"/>
                </a:moveTo>
                <a:lnTo>
                  <a:pt x="1028700" y="95250"/>
                </a:lnTo>
                <a:lnTo>
                  <a:pt x="1028700" y="104775"/>
                </a:lnTo>
                <a:lnTo>
                  <a:pt x="1019175" y="104775"/>
                </a:lnTo>
                <a:close/>
                <a:moveTo>
                  <a:pt x="981075" y="123825"/>
                </a:moveTo>
                <a:lnTo>
                  <a:pt x="990600" y="123825"/>
                </a:lnTo>
                <a:lnTo>
                  <a:pt x="990600" y="133350"/>
                </a:lnTo>
                <a:lnTo>
                  <a:pt x="1000125" y="133350"/>
                </a:lnTo>
                <a:lnTo>
                  <a:pt x="1000125" y="142875"/>
                </a:lnTo>
                <a:lnTo>
                  <a:pt x="1009650" y="142875"/>
                </a:lnTo>
                <a:lnTo>
                  <a:pt x="1009650" y="152400"/>
                </a:lnTo>
                <a:lnTo>
                  <a:pt x="981075" y="152400"/>
                </a:lnTo>
                <a:close/>
                <a:moveTo>
                  <a:pt x="1066800" y="133350"/>
                </a:moveTo>
                <a:lnTo>
                  <a:pt x="1076325" y="133350"/>
                </a:lnTo>
                <a:lnTo>
                  <a:pt x="1076325" y="152400"/>
                </a:lnTo>
                <a:lnTo>
                  <a:pt x="1085850" y="152400"/>
                </a:lnTo>
                <a:lnTo>
                  <a:pt x="1085850" y="161925"/>
                </a:lnTo>
                <a:lnTo>
                  <a:pt x="1095375" y="161925"/>
                </a:lnTo>
                <a:lnTo>
                  <a:pt x="1095375" y="171450"/>
                </a:lnTo>
                <a:lnTo>
                  <a:pt x="1085850" y="171450"/>
                </a:lnTo>
                <a:lnTo>
                  <a:pt x="1085850" y="180975"/>
                </a:lnTo>
                <a:lnTo>
                  <a:pt x="1066800" y="180975"/>
                </a:lnTo>
                <a:lnTo>
                  <a:pt x="1066800" y="161925"/>
                </a:lnTo>
                <a:lnTo>
                  <a:pt x="1057275" y="161925"/>
                </a:lnTo>
                <a:lnTo>
                  <a:pt x="1057275" y="152400"/>
                </a:lnTo>
                <a:lnTo>
                  <a:pt x="1066800" y="152400"/>
                </a:lnTo>
                <a:close/>
                <a:moveTo>
                  <a:pt x="876300" y="152400"/>
                </a:moveTo>
                <a:lnTo>
                  <a:pt x="885825" y="152400"/>
                </a:lnTo>
                <a:lnTo>
                  <a:pt x="885825" y="161925"/>
                </a:lnTo>
                <a:lnTo>
                  <a:pt x="876300" y="161925"/>
                </a:lnTo>
                <a:close/>
                <a:moveTo>
                  <a:pt x="942975" y="161925"/>
                </a:moveTo>
                <a:lnTo>
                  <a:pt x="962025" y="161925"/>
                </a:lnTo>
                <a:lnTo>
                  <a:pt x="962025" y="180975"/>
                </a:lnTo>
                <a:lnTo>
                  <a:pt x="942975" y="180975"/>
                </a:lnTo>
                <a:lnTo>
                  <a:pt x="942975" y="200025"/>
                </a:lnTo>
                <a:lnTo>
                  <a:pt x="933450" y="200025"/>
                </a:lnTo>
                <a:lnTo>
                  <a:pt x="933450" y="171450"/>
                </a:lnTo>
                <a:lnTo>
                  <a:pt x="942975" y="171450"/>
                </a:lnTo>
                <a:close/>
                <a:moveTo>
                  <a:pt x="914400" y="180975"/>
                </a:moveTo>
                <a:lnTo>
                  <a:pt x="923925" y="180975"/>
                </a:lnTo>
                <a:lnTo>
                  <a:pt x="923925" y="190500"/>
                </a:lnTo>
                <a:lnTo>
                  <a:pt x="914400" y="190500"/>
                </a:lnTo>
                <a:close/>
                <a:moveTo>
                  <a:pt x="866775" y="190500"/>
                </a:moveTo>
                <a:lnTo>
                  <a:pt x="876300" y="190500"/>
                </a:lnTo>
                <a:lnTo>
                  <a:pt x="876300" y="200025"/>
                </a:lnTo>
                <a:lnTo>
                  <a:pt x="866775" y="200025"/>
                </a:lnTo>
                <a:close/>
                <a:moveTo>
                  <a:pt x="1181100" y="200025"/>
                </a:moveTo>
                <a:lnTo>
                  <a:pt x="1190625" y="200025"/>
                </a:lnTo>
                <a:lnTo>
                  <a:pt x="1190625" y="209550"/>
                </a:lnTo>
                <a:lnTo>
                  <a:pt x="1181100" y="209550"/>
                </a:lnTo>
                <a:close/>
                <a:moveTo>
                  <a:pt x="1181100" y="219075"/>
                </a:moveTo>
                <a:lnTo>
                  <a:pt x="1190625" y="219075"/>
                </a:lnTo>
                <a:lnTo>
                  <a:pt x="1190625" y="228600"/>
                </a:lnTo>
                <a:lnTo>
                  <a:pt x="1181100" y="228600"/>
                </a:lnTo>
                <a:close/>
                <a:moveTo>
                  <a:pt x="752475" y="247650"/>
                </a:moveTo>
                <a:lnTo>
                  <a:pt x="762000" y="247650"/>
                </a:lnTo>
                <a:lnTo>
                  <a:pt x="762000" y="257175"/>
                </a:lnTo>
                <a:lnTo>
                  <a:pt x="752475" y="257175"/>
                </a:lnTo>
                <a:close/>
                <a:moveTo>
                  <a:pt x="857250" y="247650"/>
                </a:moveTo>
                <a:lnTo>
                  <a:pt x="866775" y="247650"/>
                </a:lnTo>
                <a:lnTo>
                  <a:pt x="866775" y="257175"/>
                </a:lnTo>
                <a:lnTo>
                  <a:pt x="857250" y="257175"/>
                </a:lnTo>
                <a:close/>
                <a:moveTo>
                  <a:pt x="952500" y="276225"/>
                </a:moveTo>
                <a:lnTo>
                  <a:pt x="962025" y="276225"/>
                </a:lnTo>
                <a:lnTo>
                  <a:pt x="962025" y="285750"/>
                </a:lnTo>
                <a:lnTo>
                  <a:pt x="952500" y="285750"/>
                </a:lnTo>
                <a:close/>
                <a:moveTo>
                  <a:pt x="790575" y="314325"/>
                </a:moveTo>
                <a:lnTo>
                  <a:pt x="800100" y="314325"/>
                </a:lnTo>
                <a:lnTo>
                  <a:pt x="800100" y="323850"/>
                </a:lnTo>
                <a:lnTo>
                  <a:pt x="790575" y="323850"/>
                </a:lnTo>
                <a:close/>
                <a:moveTo>
                  <a:pt x="57150" y="333375"/>
                </a:moveTo>
                <a:lnTo>
                  <a:pt x="66675" y="333375"/>
                </a:lnTo>
                <a:lnTo>
                  <a:pt x="66675" y="342900"/>
                </a:lnTo>
                <a:lnTo>
                  <a:pt x="57150" y="342900"/>
                </a:lnTo>
                <a:close/>
                <a:moveTo>
                  <a:pt x="76200" y="333375"/>
                </a:moveTo>
                <a:lnTo>
                  <a:pt x="85725" y="333375"/>
                </a:lnTo>
                <a:lnTo>
                  <a:pt x="85725" y="342900"/>
                </a:lnTo>
                <a:lnTo>
                  <a:pt x="76200" y="342900"/>
                </a:lnTo>
                <a:close/>
                <a:moveTo>
                  <a:pt x="66675" y="342900"/>
                </a:moveTo>
                <a:lnTo>
                  <a:pt x="76200" y="342900"/>
                </a:lnTo>
                <a:lnTo>
                  <a:pt x="76200" y="352425"/>
                </a:lnTo>
                <a:lnTo>
                  <a:pt x="66675" y="352425"/>
                </a:lnTo>
                <a:close/>
                <a:moveTo>
                  <a:pt x="85725" y="342900"/>
                </a:moveTo>
                <a:lnTo>
                  <a:pt x="95250" y="342900"/>
                </a:lnTo>
                <a:lnTo>
                  <a:pt x="95250" y="352425"/>
                </a:lnTo>
                <a:lnTo>
                  <a:pt x="85725" y="352425"/>
                </a:lnTo>
                <a:close/>
                <a:moveTo>
                  <a:pt x="809625" y="342900"/>
                </a:moveTo>
                <a:lnTo>
                  <a:pt x="828675" y="342900"/>
                </a:lnTo>
                <a:lnTo>
                  <a:pt x="828675" y="381000"/>
                </a:lnTo>
                <a:lnTo>
                  <a:pt x="819150" y="381000"/>
                </a:lnTo>
                <a:lnTo>
                  <a:pt x="819150" y="371475"/>
                </a:lnTo>
                <a:lnTo>
                  <a:pt x="809625" y="371475"/>
                </a:lnTo>
                <a:lnTo>
                  <a:pt x="809625" y="361950"/>
                </a:lnTo>
                <a:lnTo>
                  <a:pt x="819150" y="361950"/>
                </a:lnTo>
                <a:lnTo>
                  <a:pt x="819150" y="352425"/>
                </a:lnTo>
                <a:lnTo>
                  <a:pt x="809625" y="352425"/>
                </a:lnTo>
                <a:close/>
                <a:moveTo>
                  <a:pt x="76200" y="352425"/>
                </a:moveTo>
                <a:lnTo>
                  <a:pt x="85725" y="352425"/>
                </a:lnTo>
                <a:lnTo>
                  <a:pt x="85725" y="361950"/>
                </a:lnTo>
                <a:lnTo>
                  <a:pt x="76200" y="361950"/>
                </a:lnTo>
                <a:close/>
                <a:moveTo>
                  <a:pt x="962025" y="352425"/>
                </a:moveTo>
                <a:lnTo>
                  <a:pt x="971550" y="352425"/>
                </a:lnTo>
                <a:lnTo>
                  <a:pt x="971550" y="371475"/>
                </a:lnTo>
                <a:lnTo>
                  <a:pt x="962025" y="371475"/>
                </a:lnTo>
                <a:close/>
                <a:moveTo>
                  <a:pt x="981075" y="352425"/>
                </a:moveTo>
                <a:lnTo>
                  <a:pt x="990600" y="352425"/>
                </a:lnTo>
                <a:lnTo>
                  <a:pt x="990600" y="361950"/>
                </a:lnTo>
                <a:lnTo>
                  <a:pt x="981075" y="361950"/>
                </a:lnTo>
                <a:close/>
                <a:moveTo>
                  <a:pt x="838200" y="371475"/>
                </a:moveTo>
                <a:lnTo>
                  <a:pt x="847725" y="371475"/>
                </a:lnTo>
                <a:lnTo>
                  <a:pt x="847725" y="390525"/>
                </a:lnTo>
                <a:lnTo>
                  <a:pt x="838200" y="390525"/>
                </a:lnTo>
                <a:close/>
                <a:moveTo>
                  <a:pt x="9525" y="381000"/>
                </a:moveTo>
                <a:lnTo>
                  <a:pt x="19050" y="381000"/>
                </a:lnTo>
                <a:lnTo>
                  <a:pt x="19050" y="390525"/>
                </a:lnTo>
                <a:lnTo>
                  <a:pt x="28575" y="390525"/>
                </a:lnTo>
                <a:lnTo>
                  <a:pt x="28575" y="409575"/>
                </a:lnTo>
                <a:lnTo>
                  <a:pt x="0" y="409575"/>
                </a:lnTo>
                <a:lnTo>
                  <a:pt x="0" y="400050"/>
                </a:lnTo>
                <a:lnTo>
                  <a:pt x="9525" y="400050"/>
                </a:lnTo>
                <a:close/>
                <a:moveTo>
                  <a:pt x="66675" y="381000"/>
                </a:moveTo>
                <a:lnTo>
                  <a:pt x="85725" y="381000"/>
                </a:lnTo>
                <a:lnTo>
                  <a:pt x="85725" y="390525"/>
                </a:lnTo>
                <a:lnTo>
                  <a:pt x="76200" y="390525"/>
                </a:lnTo>
                <a:lnTo>
                  <a:pt x="76200" y="409575"/>
                </a:lnTo>
                <a:lnTo>
                  <a:pt x="66675" y="409575"/>
                </a:lnTo>
                <a:lnTo>
                  <a:pt x="66675" y="400050"/>
                </a:lnTo>
                <a:lnTo>
                  <a:pt x="57150" y="400050"/>
                </a:lnTo>
                <a:lnTo>
                  <a:pt x="57150" y="390525"/>
                </a:lnTo>
                <a:lnTo>
                  <a:pt x="66675" y="390525"/>
                </a:lnTo>
                <a:close/>
                <a:moveTo>
                  <a:pt x="76200" y="409575"/>
                </a:moveTo>
                <a:lnTo>
                  <a:pt x="95250" y="409575"/>
                </a:lnTo>
                <a:lnTo>
                  <a:pt x="95250" y="419100"/>
                </a:lnTo>
                <a:lnTo>
                  <a:pt x="76200" y="419100"/>
                </a:lnTo>
                <a:close/>
                <a:moveTo>
                  <a:pt x="828675" y="409575"/>
                </a:moveTo>
                <a:lnTo>
                  <a:pt x="838200" y="409575"/>
                </a:lnTo>
                <a:lnTo>
                  <a:pt x="838200" y="428625"/>
                </a:lnTo>
                <a:lnTo>
                  <a:pt x="828675" y="428625"/>
                </a:lnTo>
                <a:close/>
                <a:moveTo>
                  <a:pt x="304800" y="447675"/>
                </a:moveTo>
                <a:lnTo>
                  <a:pt x="333375" y="447675"/>
                </a:lnTo>
                <a:lnTo>
                  <a:pt x="333375" y="457200"/>
                </a:lnTo>
                <a:lnTo>
                  <a:pt x="304800" y="457200"/>
                </a:lnTo>
                <a:close/>
                <a:moveTo>
                  <a:pt x="838200" y="533400"/>
                </a:moveTo>
                <a:lnTo>
                  <a:pt x="866775" y="533400"/>
                </a:lnTo>
                <a:lnTo>
                  <a:pt x="866775" y="561975"/>
                </a:lnTo>
                <a:lnTo>
                  <a:pt x="838200" y="561975"/>
                </a:lnTo>
                <a:close/>
                <a:moveTo>
                  <a:pt x="276225" y="552450"/>
                </a:moveTo>
                <a:lnTo>
                  <a:pt x="285750" y="552450"/>
                </a:lnTo>
                <a:lnTo>
                  <a:pt x="285750" y="571500"/>
                </a:lnTo>
                <a:lnTo>
                  <a:pt x="304800" y="571500"/>
                </a:lnTo>
                <a:lnTo>
                  <a:pt x="304800" y="581025"/>
                </a:lnTo>
                <a:lnTo>
                  <a:pt x="276225" y="581025"/>
                </a:lnTo>
                <a:lnTo>
                  <a:pt x="276225" y="590550"/>
                </a:lnTo>
                <a:lnTo>
                  <a:pt x="266700" y="590550"/>
                </a:lnTo>
                <a:lnTo>
                  <a:pt x="266700" y="571500"/>
                </a:lnTo>
                <a:lnTo>
                  <a:pt x="276225" y="571500"/>
                </a:lnTo>
                <a:close/>
                <a:moveTo>
                  <a:pt x="19050" y="571500"/>
                </a:moveTo>
                <a:lnTo>
                  <a:pt x="28575" y="571500"/>
                </a:lnTo>
                <a:lnTo>
                  <a:pt x="28575" y="590550"/>
                </a:lnTo>
                <a:lnTo>
                  <a:pt x="19050" y="590550"/>
                </a:lnTo>
                <a:close/>
                <a:moveTo>
                  <a:pt x="57150" y="571500"/>
                </a:moveTo>
                <a:lnTo>
                  <a:pt x="85725" y="571500"/>
                </a:lnTo>
                <a:lnTo>
                  <a:pt x="85725" y="590550"/>
                </a:lnTo>
                <a:lnTo>
                  <a:pt x="76200" y="590550"/>
                </a:lnTo>
                <a:lnTo>
                  <a:pt x="76200" y="600075"/>
                </a:lnTo>
                <a:lnTo>
                  <a:pt x="57150" y="600075"/>
                </a:lnTo>
                <a:close/>
                <a:moveTo>
                  <a:pt x="314325" y="571500"/>
                </a:moveTo>
                <a:lnTo>
                  <a:pt x="323850" y="571500"/>
                </a:lnTo>
                <a:lnTo>
                  <a:pt x="323850" y="581025"/>
                </a:lnTo>
                <a:lnTo>
                  <a:pt x="314325" y="581025"/>
                </a:lnTo>
                <a:close/>
                <a:moveTo>
                  <a:pt x="1171575" y="571500"/>
                </a:moveTo>
                <a:lnTo>
                  <a:pt x="1181100" y="571500"/>
                </a:lnTo>
                <a:lnTo>
                  <a:pt x="1181100" y="581025"/>
                </a:lnTo>
                <a:lnTo>
                  <a:pt x="1171575" y="581025"/>
                </a:lnTo>
                <a:close/>
                <a:moveTo>
                  <a:pt x="1162050" y="581025"/>
                </a:moveTo>
                <a:lnTo>
                  <a:pt x="1171575" y="581025"/>
                </a:lnTo>
                <a:lnTo>
                  <a:pt x="1171575" y="590550"/>
                </a:lnTo>
                <a:lnTo>
                  <a:pt x="1162050" y="590550"/>
                </a:lnTo>
                <a:close/>
                <a:moveTo>
                  <a:pt x="1171575" y="590550"/>
                </a:moveTo>
                <a:lnTo>
                  <a:pt x="1181100" y="590550"/>
                </a:lnTo>
                <a:lnTo>
                  <a:pt x="1181100" y="600075"/>
                </a:lnTo>
                <a:lnTo>
                  <a:pt x="1171575" y="600075"/>
                </a:lnTo>
                <a:close/>
                <a:moveTo>
                  <a:pt x="638175" y="600075"/>
                </a:moveTo>
                <a:lnTo>
                  <a:pt x="657225" y="600075"/>
                </a:lnTo>
                <a:lnTo>
                  <a:pt x="657225" y="609600"/>
                </a:lnTo>
                <a:lnTo>
                  <a:pt x="638175" y="609600"/>
                </a:lnTo>
                <a:close/>
                <a:moveTo>
                  <a:pt x="28575" y="619125"/>
                </a:moveTo>
                <a:lnTo>
                  <a:pt x="38100" y="619125"/>
                </a:lnTo>
                <a:lnTo>
                  <a:pt x="38100" y="638175"/>
                </a:lnTo>
                <a:lnTo>
                  <a:pt x="66675" y="638175"/>
                </a:lnTo>
                <a:lnTo>
                  <a:pt x="66675" y="657225"/>
                </a:lnTo>
                <a:lnTo>
                  <a:pt x="57150" y="657225"/>
                </a:lnTo>
                <a:lnTo>
                  <a:pt x="57150" y="676275"/>
                </a:lnTo>
                <a:lnTo>
                  <a:pt x="47625" y="676275"/>
                </a:lnTo>
                <a:lnTo>
                  <a:pt x="47625" y="666750"/>
                </a:lnTo>
                <a:lnTo>
                  <a:pt x="38100" y="666750"/>
                </a:lnTo>
                <a:lnTo>
                  <a:pt x="38100" y="657225"/>
                </a:lnTo>
                <a:lnTo>
                  <a:pt x="28575" y="657225"/>
                </a:lnTo>
                <a:lnTo>
                  <a:pt x="28575" y="647700"/>
                </a:lnTo>
                <a:lnTo>
                  <a:pt x="19050" y="647700"/>
                </a:lnTo>
                <a:lnTo>
                  <a:pt x="19050" y="657225"/>
                </a:lnTo>
                <a:lnTo>
                  <a:pt x="0" y="657225"/>
                </a:lnTo>
                <a:lnTo>
                  <a:pt x="0" y="628650"/>
                </a:lnTo>
                <a:lnTo>
                  <a:pt x="19050" y="628650"/>
                </a:lnTo>
                <a:lnTo>
                  <a:pt x="19050" y="638175"/>
                </a:lnTo>
                <a:lnTo>
                  <a:pt x="28575" y="638175"/>
                </a:lnTo>
                <a:close/>
                <a:moveTo>
                  <a:pt x="657225" y="619125"/>
                </a:moveTo>
                <a:lnTo>
                  <a:pt x="676275" y="619125"/>
                </a:lnTo>
                <a:lnTo>
                  <a:pt x="676275" y="647700"/>
                </a:lnTo>
                <a:lnTo>
                  <a:pt x="657225" y="647700"/>
                </a:lnTo>
                <a:lnTo>
                  <a:pt x="657225" y="657225"/>
                </a:lnTo>
                <a:lnTo>
                  <a:pt x="638175" y="657225"/>
                </a:lnTo>
                <a:lnTo>
                  <a:pt x="638175" y="676275"/>
                </a:lnTo>
                <a:lnTo>
                  <a:pt x="628650" y="676275"/>
                </a:lnTo>
                <a:lnTo>
                  <a:pt x="628650" y="647700"/>
                </a:lnTo>
                <a:lnTo>
                  <a:pt x="619125" y="647700"/>
                </a:lnTo>
                <a:lnTo>
                  <a:pt x="619125" y="638175"/>
                </a:lnTo>
                <a:lnTo>
                  <a:pt x="638175" y="638175"/>
                </a:lnTo>
                <a:lnTo>
                  <a:pt x="638175" y="628650"/>
                </a:lnTo>
                <a:lnTo>
                  <a:pt x="657225" y="628650"/>
                </a:lnTo>
                <a:close/>
                <a:moveTo>
                  <a:pt x="85725" y="628650"/>
                </a:moveTo>
                <a:lnTo>
                  <a:pt x="104775" y="628650"/>
                </a:lnTo>
                <a:lnTo>
                  <a:pt x="104775" y="638175"/>
                </a:lnTo>
                <a:lnTo>
                  <a:pt x="114300" y="638175"/>
                </a:lnTo>
                <a:lnTo>
                  <a:pt x="114300" y="647700"/>
                </a:lnTo>
                <a:lnTo>
                  <a:pt x="104775" y="647700"/>
                </a:lnTo>
                <a:lnTo>
                  <a:pt x="104775" y="657225"/>
                </a:lnTo>
                <a:lnTo>
                  <a:pt x="85725" y="657225"/>
                </a:lnTo>
                <a:lnTo>
                  <a:pt x="85725" y="647700"/>
                </a:lnTo>
                <a:lnTo>
                  <a:pt x="76200" y="647700"/>
                </a:lnTo>
                <a:lnTo>
                  <a:pt x="76200" y="638175"/>
                </a:lnTo>
                <a:lnTo>
                  <a:pt x="85725" y="638175"/>
                </a:lnTo>
                <a:close/>
                <a:moveTo>
                  <a:pt x="952500" y="647700"/>
                </a:moveTo>
                <a:lnTo>
                  <a:pt x="962025" y="647700"/>
                </a:lnTo>
                <a:lnTo>
                  <a:pt x="962025" y="657225"/>
                </a:lnTo>
                <a:lnTo>
                  <a:pt x="952500" y="657225"/>
                </a:lnTo>
                <a:close/>
                <a:moveTo>
                  <a:pt x="590550" y="657225"/>
                </a:moveTo>
                <a:lnTo>
                  <a:pt x="609600" y="657225"/>
                </a:lnTo>
                <a:lnTo>
                  <a:pt x="609600" y="666750"/>
                </a:lnTo>
                <a:lnTo>
                  <a:pt x="619125" y="666750"/>
                </a:lnTo>
                <a:lnTo>
                  <a:pt x="619125" y="676275"/>
                </a:lnTo>
                <a:lnTo>
                  <a:pt x="590550" y="676275"/>
                </a:lnTo>
                <a:lnTo>
                  <a:pt x="590550" y="685800"/>
                </a:lnTo>
                <a:lnTo>
                  <a:pt x="571500" y="685800"/>
                </a:lnTo>
                <a:lnTo>
                  <a:pt x="571500" y="695325"/>
                </a:lnTo>
                <a:lnTo>
                  <a:pt x="552450" y="695325"/>
                </a:lnTo>
                <a:lnTo>
                  <a:pt x="552450" y="685800"/>
                </a:lnTo>
                <a:lnTo>
                  <a:pt x="561975" y="685800"/>
                </a:lnTo>
                <a:lnTo>
                  <a:pt x="561975" y="676275"/>
                </a:lnTo>
                <a:lnTo>
                  <a:pt x="581025" y="676275"/>
                </a:lnTo>
                <a:lnTo>
                  <a:pt x="581025" y="666750"/>
                </a:lnTo>
                <a:lnTo>
                  <a:pt x="590550" y="666750"/>
                </a:lnTo>
                <a:close/>
                <a:moveTo>
                  <a:pt x="542925" y="762000"/>
                </a:moveTo>
                <a:lnTo>
                  <a:pt x="552450" y="762000"/>
                </a:lnTo>
                <a:lnTo>
                  <a:pt x="552450" y="771525"/>
                </a:lnTo>
                <a:lnTo>
                  <a:pt x="542925" y="771525"/>
                </a:lnTo>
                <a:close/>
                <a:moveTo>
                  <a:pt x="533400" y="781050"/>
                </a:moveTo>
                <a:lnTo>
                  <a:pt x="542925" y="781050"/>
                </a:lnTo>
                <a:lnTo>
                  <a:pt x="542925" y="790575"/>
                </a:lnTo>
                <a:lnTo>
                  <a:pt x="533400" y="790575"/>
                </a:lnTo>
                <a:close/>
                <a:moveTo>
                  <a:pt x="1143000" y="790575"/>
                </a:moveTo>
                <a:lnTo>
                  <a:pt x="1152525" y="790575"/>
                </a:lnTo>
                <a:lnTo>
                  <a:pt x="1152525" y="809625"/>
                </a:lnTo>
                <a:lnTo>
                  <a:pt x="1143000" y="809625"/>
                </a:lnTo>
                <a:close/>
              </a:path>
            </a:pathLst>
          </a:custGeom>
          <a:solidFill xmlns:a="http://schemas.openxmlformats.org/drawingml/2006/main">
            <a:srgbClr val="FAF9F5"/>
          </a:solidFill>
          <a:ln xmlns:a="http://schemas.openxmlformats.org/drawingml/2006/main" w="0">
            <a:noFill/>
          </a:ln>
        </p:spPr>
      </p:sp>
      <p:sp>
        <p:nvSpPr>
          <p:cNvPr id="70" name="v02 vector #f9f9f5">
            <a:extLst xmlns:a="http://schemas.openxmlformats.org/drawingml/2006/main">
              <a:ext uri="{FF2B5EF4-FFF2-40B4-BE49-F238E27FC236}">
                <a16:creationId xmlns:a16="http://schemas.microsoft.com/office/drawing/2014/main" id="{C0A3154B-5D44-42B6-8137-60DD77ABAC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10675" y="2362200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590550" y="0"/>
                </a:moveTo>
                <a:lnTo>
                  <a:pt x="600075" y="0"/>
                </a:lnTo>
                <a:lnTo>
                  <a:pt x="600075" y="9525"/>
                </a:lnTo>
                <a:lnTo>
                  <a:pt x="590550" y="9525"/>
                </a:lnTo>
                <a:close/>
                <a:moveTo>
                  <a:pt x="19050" y="9525"/>
                </a:moveTo>
                <a:lnTo>
                  <a:pt x="28575" y="9525"/>
                </a:lnTo>
                <a:lnTo>
                  <a:pt x="28575" y="19050"/>
                </a:lnTo>
                <a:lnTo>
                  <a:pt x="19050" y="19050"/>
                </a:lnTo>
                <a:close/>
                <a:moveTo>
                  <a:pt x="95250" y="9525"/>
                </a:moveTo>
                <a:lnTo>
                  <a:pt x="104775" y="9525"/>
                </a:lnTo>
                <a:lnTo>
                  <a:pt x="104775" y="19050"/>
                </a:lnTo>
                <a:lnTo>
                  <a:pt x="95250" y="19050"/>
                </a:lnTo>
                <a:close/>
                <a:moveTo>
                  <a:pt x="123825" y="9525"/>
                </a:moveTo>
                <a:lnTo>
                  <a:pt x="133350" y="9525"/>
                </a:lnTo>
                <a:lnTo>
                  <a:pt x="133350" y="19050"/>
                </a:lnTo>
                <a:lnTo>
                  <a:pt x="123825" y="19050"/>
                </a:lnTo>
                <a:close/>
                <a:moveTo>
                  <a:pt x="47625" y="19050"/>
                </a:moveTo>
                <a:lnTo>
                  <a:pt x="57150" y="19050"/>
                </a:lnTo>
                <a:lnTo>
                  <a:pt x="57150" y="28575"/>
                </a:lnTo>
                <a:lnTo>
                  <a:pt x="47625" y="28575"/>
                </a:lnTo>
                <a:close/>
                <a:moveTo>
                  <a:pt x="1000125" y="19050"/>
                </a:moveTo>
                <a:lnTo>
                  <a:pt x="1009650" y="19050"/>
                </a:lnTo>
                <a:lnTo>
                  <a:pt x="1009650" y="38100"/>
                </a:lnTo>
                <a:lnTo>
                  <a:pt x="1000125" y="38100"/>
                </a:lnTo>
                <a:close/>
                <a:moveTo>
                  <a:pt x="9525" y="28575"/>
                </a:moveTo>
                <a:lnTo>
                  <a:pt x="19050" y="28575"/>
                </a:lnTo>
                <a:lnTo>
                  <a:pt x="19050" y="38100"/>
                </a:lnTo>
                <a:lnTo>
                  <a:pt x="9525" y="38100"/>
                </a:lnTo>
                <a:close/>
                <a:moveTo>
                  <a:pt x="876300" y="28575"/>
                </a:moveTo>
                <a:lnTo>
                  <a:pt x="885825" y="28575"/>
                </a:lnTo>
                <a:lnTo>
                  <a:pt x="885825" y="47625"/>
                </a:lnTo>
                <a:lnTo>
                  <a:pt x="876300" y="47625"/>
                </a:lnTo>
                <a:close/>
                <a:moveTo>
                  <a:pt x="57150" y="38100"/>
                </a:moveTo>
                <a:lnTo>
                  <a:pt x="76200" y="38100"/>
                </a:lnTo>
                <a:lnTo>
                  <a:pt x="76200" y="76200"/>
                </a:lnTo>
                <a:lnTo>
                  <a:pt x="57150" y="76200"/>
                </a:lnTo>
                <a:lnTo>
                  <a:pt x="57150" y="66675"/>
                </a:lnTo>
                <a:lnTo>
                  <a:pt x="66675" y="66675"/>
                </a:lnTo>
                <a:lnTo>
                  <a:pt x="66675" y="57150"/>
                </a:lnTo>
                <a:lnTo>
                  <a:pt x="57150" y="57150"/>
                </a:lnTo>
                <a:close/>
                <a:moveTo>
                  <a:pt x="619125" y="47625"/>
                </a:moveTo>
                <a:lnTo>
                  <a:pt x="628650" y="47625"/>
                </a:lnTo>
                <a:lnTo>
                  <a:pt x="628650" y="57150"/>
                </a:lnTo>
                <a:lnTo>
                  <a:pt x="619125" y="57150"/>
                </a:lnTo>
                <a:close/>
                <a:moveTo>
                  <a:pt x="866775" y="47625"/>
                </a:moveTo>
                <a:lnTo>
                  <a:pt x="876300" y="47625"/>
                </a:lnTo>
                <a:lnTo>
                  <a:pt x="876300" y="57150"/>
                </a:lnTo>
                <a:lnTo>
                  <a:pt x="866775" y="57150"/>
                </a:lnTo>
                <a:close/>
                <a:moveTo>
                  <a:pt x="171450" y="95250"/>
                </a:moveTo>
                <a:lnTo>
                  <a:pt x="180975" y="95250"/>
                </a:lnTo>
                <a:lnTo>
                  <a:pt x="180975" y="104775"/>
                </a:lnTo>
                <a:lnTo>
                  <a:pt x="171450" y="104775"/>
                </a:lnTo>
                <a:close/>
                <a:moveTo>
                  <a:pt x="628650" y="95250"/>
                </a:moveTo>
                <a:lnTo>
                  <a:pt x="638175" y="95250"/>
                </a:lnTo>
                <a:lnTo>
                  <a:pt x="638175" y="104775"/>
                </a:lnTo>
                <a:lnTo>
                  <a:pt x="628650" y="104775"/>
                </a:lnTo>
                <a:close/>
                <a:moveTo>
                  <a:pt x="161925" y="104775"/>
                </a:moveTo>
                <a:lnTo>
                  <a:pt x="171450" y="104775"/>
                </a:lnTo>
                <a:lnTo>
                  <a:pt x="171450" y="114300"/>
                </a:lnTo>
                <a:lnTo>
                  <a:pt x="161925" y="114300"/>
                </a:lnTo>
                <a:close/>
                <a:moveTo>
                  <a:pt x="381000" y="114300"/>
                </a:moveTo>
                <a:lnTo>
                  <a:pt x="390525" y="114300"/>
                </a:lnTo>
                <a:lnTo>
                  <a:pt x="390525" y="123825"/>
                </a:lnTo>
                <a:lnTo>
                  <a:pt x="381000" y="123825"/>
                </a:lnTo>
                <a:close/>
                <a:moveTo>
                  <a:pt x="561975" y="123825"/>
                </a:moveTo>
                <a:lnTo>
                  <a:pt x="581025" y="123825"/>
                </a:lnTo>
                <a:lnTo>
                  <a:pt x="581025" y="133350"/>
                </a:lnTo>
                <a:lnTo>
                  <a:pt x="561975" y="133350"/>
                </a:lnTo>
                <a:close/>
                <a:moveTo>
                  <a:pt x="971550" y="133350"/>
                </a:moveTo>
                <a:lnTo>
                  <a:pt x="981075" y="133350"/>
                </a:lnTo>
                <a:lnTo>
                  <a:pt x="981075" y="161925"/>
                </a:lnTo>
                <a:lnTo>
                  <a:pt x="971550" y="161925"/>
                </a:lnTo>
                <a:lnTo>
                  <a:pt x="971550" y="171450"/>
                </a:lnTo>
                <a:lnTo>
                  <a:pt x="981075" y="171450"/>
                </a:lnTo>
                <a:lnTo>
                  <a:pt x="981075" y="180975"/>
                </a:lnTo>
                <a:lnTo>
                  <a:pt x="990600" y="180975"/>
                </a:lnTo>
                <a:lnTo>
                  <a:pt x="990600" y="171450"/>
                </a:lnTo>
                <a:lnTo>
                  <a:pt x="1009650" y="171450"/>
                </a:lnTo>
                <a:lnTo>
                  <a:pt x="1009650" y="180975"/>
                </a:lnTo>
                <a:lnTo>
                  <a:pt x="1000125" y="180975"/>
                </a:lnTo>
                <a:lnTo>
                  <a:pt x="1000125" y="200025"/>
                </a:lnTo>
                <a:lnTo>
                  <a:pt x="990600" y="200025"/>
                </a:lnTo>
                <a:lnTo>
                  <a:pt x="990600" y="209550"/>
                </a:lnTo>
                <a:lnTo>
                  <a:pt x="981075" y="209550"/>
                </a:lnTo>
                <a:lnTo>
                  <a:pt x="981075" y="190500"/>
                </a:lnTo>
                <a:lnTo>
                  <a:pt x="971550" y="190500"/>
                </a:lnTo>
                <a:lnTo>
                  <a:pt x="971550" y="180975"/>
                </a:lnTo>
                <a:lnTo>
                  <a:pt x="962025" y="180975"/>
                </a:lnTo>
                <a:lnTo>
                  <a:pt x="962025" y="152400"/>
                </a:lnTo>
                <a:lnTo>
                  <a:pt x="971550" y="152400"/>
                </a:lnTo>
                <a:close/>
                <a:moveTo>
                  <a:pt x="990600" y="152400"/>
                </a:moveTo>
                <a:lnTo>
                  <a:pt x="1000125" y="152400"/>
                </a:lnTo>
                <a:lnTo>
                  <a:pt x="1000125" y="161925"/>
                </a:lnTo>
                <a:lnTo>
                  <a:pt x="990600" y="161925"/>
                </a:lnTo>
                <a:close/>
                <a:moveTo>
                  <a:pt x="885825" y="161925"/>
                </a:moveTo>
                <a:lnTo>
                  <a:pt x="895350" y="161925"/>
                </a:lnTo>
                <a:lnTo>
                  <a:pt x="895350" y="180975"/>
                </a:lnTo>
                <a:lnTo>
                  <a:pt x="885825" y="180975"/>
                </a:lnTo>
                <a:close/>
                <a:moveTo>
                  <a:pt x="904875" y="171450"/>
                </a:moveTo>
                <a:lnTo>
                  <a:pt x="914400" y="171450"/>
                </a:lnTo>
                <a:lnTo>
                  <a:pt x="914400" y="190500"/>
                </a:lnTo>
                <a:lnTo>
                  <a:pt x="904875" y="190500"/>
                </a:lnTo>
                <a:close/>
                <a:moveTo>
                  <a:pt x="914400" y="190500"/>
                </a:moveTo>
                <a:lnTo>
                  <a:pt x="933450" y="190500"/>
                </a:lnTo>
                <a:lnTo>
                  <a:pt x="933450" y="209550"/>
                </a:lnTo>
                <a:lnTo>
                  <a:pt x="914400" y="209550"/>
                </a:lnTo>
                <a:close/>
                <a:moveTo>
                  <a:pt x="276225" y="200025"/>
                </a:moveTo>
                <a:lnTo>
                  <a:pt x="285750" y="200025"/>
                </a:lnTo>
                <a:lnTo>
                  <a:pt x="285750" y="209550"/>
                </a:lnTo>
                <a:lnTo>
                  <a:pt x="276225" y="209550"/>
                </a:lnTo>
                <a:close/>
                <a:moveTo>
                  <a:pt x="1181100" y="209550"/>
                </a:moveTo>
                <a:lnTo>
                  <a:pt x="1190625" y="209550"/>
                </a:lnTo>
                <a:lnTo>
                  <a:pt x="1190625" y="219075"/>
                </a:lnTo>
                <a:lnTo>
                  <a:pt x="1181100" y="219075"/>
                </a:lnTo>
                <a:close/>
                <a:moveTo>
                  <a:pt x="1190625" y="219075"/>
                </a:moveTo>
                <a:lnTo>
                  <a:pt x="1200150" y="219075"/>
                </a:lnTo>
                <a:lnTo>
                  <a:pt x="1200150" y="228600"/>
                </a:lnTo>
                <a:lnTo>
                  <a:pt x="1190625" y="228600"/>
                </a:lnTo>
                <a:close/>
                <a:moveTo>
                  <a:pt x="733425" y="228600"/>
                </a:moveTo>
                <a:lnTo>
                  <a:pt x="752475" y="228600"/>
                </a:lnTo>
                <a:lnTo>
                  <a:pt x="752475" y="238125"/>
                </a:lnTo>
                <a:lnTo>
                  <a:pt x="733425" y="238125"/>
                </a:lnTo>
                <a:close/>
                <a:moveTo>
                  <a:pt x="876300" y="228600"/>
                </a:moveTo>
                <a:lnTo>
                  <a:pt x="885825" y="228600"/>
                </a:lnTo>
                <a:lnTo>
                  <a:pt x="885825" y="238125"/>
                </a:lnTo>
                <a:lnTo>
                  <a:pt x="876300" y="238125"/>
                </a:lnTo>
                <a:close/>
                <a:moveTo>
                  <a:pt x="962025" y="228600"/>
                </a:moveTo>
                <a:lnTo>
                  <a:pt x="971550" y="228600"/>
                </a:lnTo>
                <a:lnTo>
                  <a:pt x="971550" y="238125"/>
                </a:lnTo>
                <a:lnTo>
                  <a:pt x="962025" y="238125"/>
                </a:lnTo>
                <a:close/>
                <a:moveTo>
                  <a:pt x="1047750" y="228600"/>
                </a:moveTo>
                <a:lnTo>
                  <a:pt x="1057275" y="228600"/>
                </a:lnTo>
                <a:lnTo>
                  <a:pt x="1057275" y="247650"/>
                </a:lnTo>
                <a:lnTo>
                  <a:pt x="1047750" y="247650"/>
                </a:lnTo>
                <a:close/>
                <a:moveTo>
                  <a:pt x="371475" y="238125"/>
                </a:moveTo>
                <a:lnTo>
                  <a:pt x="381000" y="238125"/>
                </a:lnTo>
                <a:lnTo>
                  <a:pt x="381000" y="247650"/>
                </a:lnTo>
                <a:lnTo>
                  <a:pt x="371475" y="247650"/>
                </a:lnTo>
                <a:close/>
                <a:moveTo>
                  <a:pt x="752475" y="238125"/>
                </a:moveTo>
                <a:lnTo>
                  <a:pt x="762000" y="238125"/>
                </a:lnTo>
                <a:lnTo>
                  <a:pt x="762000" y="247650"/>
                </a:lnTo>
                <a:lnTo>
                  <a:pt x="752475" y="247650"/>
                </a:lnTo>
                <a:close/>
                <a:moveTo>
                  <a:pt x="885825" y="238125"/>
                </a:moveTo>
                <a:lnTo>
                  <a:pt x="923925" y="238125"/>
                </a:lnTo>
                <a:lnTo>
                  <a:pt x="923925" y="247650"/>
                </a:lnTo>
                <a:lnTo>
                  <a:pt x="904875" y="247650"/>
                </a:lnTo>
                <a:lnTo>
                  <a:pt x="904875" y="257175"/>
                </a:lnTo>
                <a:lnTo>
                  <a:pt x="895350" y="257175"/>
                </a:lnTo>
                <a:lnTo>
                  <a:pt x="895350" y="247650"/>
                </a:lnTo>
                <a:lnTo>
                  <a:pt x="885825" y="247650"/>
                </a:lnTo>
                <a:close/>
                <a:moveTo>
                  <a:pt x="752475" y="257175"/>
                </a:moveTo>
                <a:lnTo>
                  <a:pt x="762000" y="257175"/>
                </a:lnTo>
                <a:lnTo>
                  <a:pt x="762000" y="266700"/>
                </a:lnTo>
                <a:lnTo>
                  <a:pt x="752475" y="266700"/>
                </a:lnTo>
                <a:close/>
                <a:moveTo>
                  <a:pt x="781050" y="257175"/>
                </a:moveTo>
                <a:lnTo>
                  <a:pt x="790575" y="257175"/>
                </a:lnTo>
                <a:lnTo>
                  <a:pt x="790575" y="266700"/>
                </a:lnTo>
                <a:lnTo>
                  <a:pt x="781050" y="266700"/>
                </a:lnTo>
                <a:close/>
                <a:moveTo>
                  <a:pt x="123825" y="276225"/>
                </a:moveTo>
                <a:lnTo>
                  <a:pt x="133350" y="276225"/>
                </a:lnTo>
                <a:lnTo>
                  <a:pt x="133350" y="285750"/>
                </a:lnTo>
                <a:lnTo>
                  <a:pt x="123825" y="285750"/>
                </a:lnTo>
                <a:close/>
                <a:moveTo>
                  <a:pt x="28575" y="285750"/>
                </a:moveTo>
                <a:lnTo>
                  <a:pt x="38100" y="285750"/>
                </a:lnTo>
                <a:lnTo>
                  <a:pt x="38100" y="295275"/>
                </a:lnTo>
                <a:lnTo>
                  <a:pt x="28575" y="295275"/>
                </a:lnTo>
                <a:close/>
                <a:moveTo>
                  <a:pt x="809625" y="295275"/>
                </a:moveTo>
                <a:lnTo>
                  <a:pt x="819150" y="295275"/>
                </a:lnTo>
                <a:lnTo>
                  <a:pt x="819150" y="304800"/>
                </a:lnTo>
                <a:lnTo>
                  <a:pt x="828675" y="304800"/>
                </a:lnTo>
                <a:lnTo>
                  <a:pt x="828675" y="333375"/>
                </a:lnTo>
                <a:lnTo>
                  <a:pt x="819150" y="333375"/>
                </a:lnTo>
                <a:lnTo>
                  <a:pt x="819150" y="323850"/>
                </a:lnTo>
                <a:lnTo>
                  <a:pt x="800100" y="323850"/>
                </a:lnTo>
                <a:lnTo>
                  <a:pt x="800100" y="314325"/>
                </a:lnTo>
                <a:lnTo>
                  <a:pt x="790575" y="314325"/>
                </a:lnTo>
                <a:lnTo>
                  <a:pt x="790575" y="304800"/>
                </a:lnTo>
                <a:lnTo>
                  <a:pt x="809625" y="304800"/>
                </a:lnTo>
                <a:close/>
                <a:moveTo>
                  <a:pt x="771525" y="314325"/>
                </a:moveTo>
                <a:lnTo>
                  <a:pt x="781050" y="314325"/>
                </a:lnTo>
                <a:lnTo>
                  <a:pt x="781050" y="333375"/>
                </a:lnTo>
                <a:lnTo>
                  <a:pt x="771525" y="333375"/>
                </a:lnTo>
                <a:close/>
                <a:moveTo>
                  <a:pt x="57150" y="342900"/>
                </a:moveTo>
                <a:lnTo>
                  <a:pt x="66675" y="342900"/>
                </a:lnTo>
                <a:lnTo>
                  <a:pt x="66675" y="352425"/>
                </a:lnTo>
                <a:lnTo>
                  <a:pt x="76200" y="352425"/>
                </a:lnTo>
                <a:lnTo>
                  <a:pt x="76200" y="361950"/>
                </a:lnTo>
                <a:lnTo>
                  <a:pt x="85725" y="361950"/>
                </a:lnTo>
                <a:lnTo>
                  <a:pt x="85725" y="352425"/>
                </a:lnTo>
                <a:lnTo>
                  <a:pt x="95250" y="352425"/>
                </a:lnTo>
                <a:lnTo>
                  <a:pt x="95250" y="390525"/>
                </a:lnTo>
                <a:lnTo>
                  <a:pt x="85725" y="390525"/>
                </a:lnTo>
                <a:lnTo>
                  <a:pt x="85725" y="381000"/>
                </a:lnTo>
                <a:lnTo>
                  <a:pt x="57150" y="381000"/>
                </a:lnTo>
                <a:lnTo>
                  <a:pt x="57150" y="361950"/>
                </a:lnTo>
                <a:lnTo>
                  <a:pt x="47625" y="361950"/>
                </a:lnTo>
                <a:lnTo>
                  <a:pt x="47625" y="352425"/>
                </a:lnTo>
                <a:lnTo>
                  <a:pt x="57150" y="352425"/>
                </a:lnTo>
                <a:close/>
                <a:moveTo>
                  <a:pt x="904875" y="342900"/>
                </a:moveTo>
                <a:lnTo>
                  <a:pt x="923925" y="342900"/>
                </a:lnTo>
                <a:lnTo>
                  <a:pt x="923925" y="361950"/>
                </a:lnTo>
                <a:lnTo>
                  <a:pt x="895350" y="361950"/>
                </a:lnTo>
                <a:lnTo>
                  <a:pt x="895350" y="352425"/>
                </a:lnTo>
                <a:lnTo>
                  <a:pt x="904875" y="352425"/>
                </a:lnTo>
                <a:close/>
                <a:moveTo>
                  <a:pt x="933450" y="352425"/>
                </a:moveTo>
                <a:lnTo>
                  <a:pt x="962025" y="352425"/>
                </a:lnTo>
                <a:lnTo>
                  <a:pt x="962025" y="371475"/>
                </a:lnTo>
                <a:lnTo>
                  <a:pt x="933450" y="371475"/>
                </a:lnTo>
                <a:close/>
                <a:moveTo>
                  <a:pt x="123825" y="381000"/>
                </a:moveTo>
                <a:lnTo>
                  <a:pt x="133350" y="381000"/>
                </a:lnTo>
                <a:lnTo>
                  <a:pt x="133350" y="390525"/>
                </a:lnTo>
                <a:lnTo>
                  <a:pt x="152400" y="390525"/>
                </a:lnTo>
                <a:lnTo>
                  <a:pt x="152400" y="400050"/>
                </a:lnTo>
                <a:lnTo>
                  <a:pt x="123825" y="400050"/>
                </a:lnTo>
                <a:close/>
                <a:moveTo>
                  <a:pt x="28575" y="390525"/>
                </a:moveTo>
                <a:lnTo>
                  <a:pt x="38100" y="390525"/>
                </a:lnTo>
                <a:lnTo>
                  <a:pt x="38100" y="400050"/>
                </a:lnTo>
                <a:lnTo>
                  <a:pt x="28575" y="400050"/>
                </a:lnTo>
                <a:close/>
                <a:moveTo>
                  <a:pt x="19050" y="409575"/>
                </a:moveTo>
                <a:lnTo>
                  <a:pt x="28575" y="409575"/>
                </a:lnTo>
                <a:lnTo>
                  <a:pt x="28575" y="419100"/>
                </a:lnTo>
                <a:lnTo>
                  <a:pt x="19050" y="419100"/>
                </a:lnTo>
                <a:close/>
                <a:moveTo>
                  <a:pt x="66675" y="409575"/>
                </a:moveTo>
                <a:lnTo>
                  <a:pt x="76200" y="409575"/>
                </a:lnTo>
                <a:lnTo>
                  <a:pt x="76200" y="419100"/>
                </a:lnTo>
                <a:lnTo>
                  <a:pt x="66675" y="419100"/>
                </a:lnTo>
                <a:close/>
                <a:moveTo>
                  <a:pt x="171450" y="447675"/>
                </a:moveTo>
                <a:lnTo>
                  <a:pt x="180975" y="447675"/>
                </a:lnTo>
                <a:lnTo>
                  <a:pt x="180975" y="457200"/>
                </a:lnTo>
                <a:lnTo>
                  <a:pt x="171450" y="457200"/>
                </a:lnTo>
                <a:close/>
                <a:moveTo>
                  <a:pt x="9525" y="457200"/>
                </a:moveTo>
                <a:lnTo>
                  <a:pt x="19050" y="457200"/>
                </a:lnTo>
                <a:lnTo>
                  <a:pt x="19050" y="466725"/>
                </a:lnTo>
                <a:lnTo>
                  <a:pt x="9525" y="466725"/>
                </a:lnTo>
                <a:close/>
                <a:moveTo>
                  <a:pt x="171450" y="466725"/>
                </a:moveTo>
                <a:lnTo>
                  <a:pt x="180975" y="466725"/>
                </a:lnTo>
                <a:lnTo>
                  <a:pt x="180975" y="476250"/>
                </a:lnTo>
                <a:lnTo>
                  <a:pt x="171450" y="476250"/>
                </a:lnTo>
                <a:close/>
                <a:moveTo>
                  <a:pt x="342900" y="466725"/>
                </a:moveTo>
                <a:lnTo>
                  <a:pt x="352425" y="466725"/>
                </a:lnTo>
                <a:lnTo>
                  <a:pt x="352425" y="476250"/>
                </a:lnTo>
                <a:lnTo>
                  <a:pt x="342900" y="476250"/>
                </a:lnTo>
                <a:close/>
                <a:moveTo>
                  <a:pt x="266700" y="476250"/>
                </a:moveTo>
                <a:lnTo>
                  <a:pt x="285750" y="476250"/>
                </a:lnTo>
                <a:lnTo>
                  <a:pt x="285750" y="495300"/>
                </a:lnTo>
                <a:lnTo>
                  <a:pt x="276225" y="495300"/>
                </a:lnTo>
                <a:lnTo>
                  <a:pt x="276225" y="485775"/>
                </a:lnTo>
                <a:lnTo>
                  <a:pt x="266700" y="485775"/>
                </a:lnTo>
                <a:close/>
                <a:moveTo>
                  <a:pt x="28575" y="485775"/>
                </a:moveTo>
                <a:lnTo>
                  <a:pt x="57150" y="485775"/>
                </a:lnTo>
                <a:lnTo>
                  <a:pt x="57150" y="504825"/>
                </a:lnTo>
                <a:lnTo>
                  <a:pt x="47625" y="504825"/>
                </a:lnTo>
                <a:lnTo>
                  <a:pt x="47625" y="514350"/>
                </a:lnTo>
                <a:lnTo>
                  <a:pt x="28575" y="514350"/>
                </a:lnTo>
                <a:close/>
                <a:moveTo>
                  <a:pt x="342900" y="485775"/>
                </a:moveTo>
                <a:lnTo>
                  <a:pt x="352425" y="485775"/>
                </a:lnTo>
                <a:lnTo>
                  <a:pt x="352425" y="495300"/>
                </a:lnTo>
                <a:lnTo>
                  <a:pt x="342900" y="495300"/>
                </a:lnTo>
                <a:close/>
                <a:moveTo>
                  <a:pt x="790575" y="504825"/>
                </a:moveTo>
                <a:lnTo>
                  <a:pt x="819150" y="504825"/>
                </a:lnTo>
                <a:lnTo>
                  <a:pt x="819150" y="523875"/>
                </a:lnTo>
                <a:lnTo>
                  <a:pt x="866775" y="523875"/>
                </a:lnTo>
                <a:lnTo>
                  <a:pt x="866775" y="533400"/>
                </a:lnTo>
                <a:lnTo>
                  <a:pt x="838200" y="533400"/>
                </a:lnTo>
                <a:lnTo>
                  <a:pt x="838200" y="552450"/>
                </a:lnTo>
                <a:lnTo>
                  <a:pt x="828675" y="552450"/>
                </a:lnTo>
                <a:lnTo>
                  <a:pt x="828675" y="542925"/>
                </a:lnTo>
                <a:lnTo>
                  <a:pt x="809625" y="542925"/>
                </a:lnTo>
                <a:lnTo>
                  <a:pt x="809625" y="523875"/>
                </a:lnTo>
                <a:lnTo>
                  <a:pt x="800100" y="523875"/>
                </a:lnTo>
                <a:lnTo>
                  <a:pt x="800100" y="514350"/>
                </a:lnTo>
                <a:lnTo>
                  <a:pt x="790575" y="514350"/>
                </a:lnTo>
                <a:close/>
                <a:moveTo>
                  <a:pt x="409575" y="552450"/>
                </a:moveTo>
                <a:lnTo>
                  <a:pt x="419100" y="552450"/>
                </a:lnTo>
                <a:lnTo>
                  <a:pt x="419100" y="561975"/>
                </a:lnTo>
                <a:lnTo>
                  <a:pt x="428625" y="561975"/>
                </a:lnTo>
                <a:lnTo>
                  <a:pt x="428625" y="571500"/>
                </a:lnTo>
                <a:lnTo>
                  <a:pt x="409575" y="571500"/>
                </a:lnTo>
                <a:close/>
                <a:moveTo>
                  <a:pt x="838200" y="561975"/>
                </a:moveTo>
                <a:lnTo>
                  <a:pt x="857250" y="561975"/>
                </a:lnTo>
                <a:lnTo>
                  <a:pt x="857250" y="571500"/>
                </a:lnTo>
                <a:lnTo>
                  <a:pt x="838200" y="571500"/>
                </a:lnTo>
                <a:close/>
                <a:moveTo>
                  <a:pt x="304800" y="571500"/>
                </a:moveTo>
                <a:lnTo>
                  <a:pt x="314325" y="571500"/>
                </a:lnTo>
                <a:lnTo>
                  <a:pt x="314325" y="581025"/>
                </a:lnTo>
                <a:lnTo>
                  <a:pt x="304800" y="581025"/>
                </a:lnTo>
                <a:close/>
                <a:moveTo>
                  <a:pt x="323850" y="571500"/>
                </a:moveTo>
                <a:lnTo>
                  <a:pt x="333375" y="571500"/>
                </a:lnTo>
                <a:lnTo>
                  <a:pt x="333375" y="581025"/>
                </a:lnTo>
                <a:lnTo>
                  <a:pt x="323850" y="581025"/>
                </a:lnTo>
                <a:close/>
                <a:moveTo>
                  <a:pt x="352425" y="571500"/>
                </a:moveTo>
                <a:lnTo>
                  <a:pt x="371475" y="571500"/>
                </a:lnTo>
                <a:lnTo>
                  <a:pt x="371475" y="581025"/>
                </a:lnTo>
                <a:lnTo>
                  <a:pt x="361950" y="581025"/>
                </a:lnTo>
                <a:lnTo>
                  <a:pt x="361950" y="590550"/>
                </a:lnTo>
                <a:lnTo>
                  <a:pt x="342900" y="590550"/>
                </a:lnTo>
                <a:lnTo>
                  <a:pt x="342900" y="581025"/>
                </a:lnTo>
                <a:lnTo>
                  <a:pt x="352425" y="581025"/>
                </a:lnTo>
                <a:close/>
                <a:moveTo>
                  <a:pt x="85725" y="581025"/>
                </a:moveTo>
                <a:lnTo>
                  <a:pt x="95250" y="581025"/>
                </a:lnTo>
                <a:lnTo>
                  <a:pt x="95250" y="600075"/>
                </a:lnTo>
                <a:lnTo>
                  <a:pt x="85725" y="600075"/>
                </a:lnTo>
                <a:close/>
                <a:moveTo>
                  <a:pt x="276225" y="581025"/>
                </a:moveTo>
                <a:lnTo>
                  <a:pt x="285750" y="581025"/>
                </a:lnTo>
                <a:lnTo>
                  <a:pt x="285750" y="600075"/>
                </a:lnTo>
                <a:lnTo>
                  <a:pt x="276225" y="600075"/>
                </a:lnTo>
                <a:close/>
                <a:moveTo>
                  <a:pt x="314325" y="581025"/>
                </a:moveTo>
                <a:lnTo>
                  <a:pt x="323850" y="581025"/>
                </a:lnTo>
                <a:lnTo>
                  <a:pt x="323850" y="600075"/>
                </a:lnTo>
                <a:lnTo>
                  <a:pt x="314325" y="600075"/>
                </a:lnTo>
                <a:close/>
                <a:moveTo>
                  <a:pt x="523875" y="609600"/>
                </a:moveTo>
                <a:lnTo>
                  <a:pt x="552450" y="609600"/>
                </a:lnTo>
                <a:lnTo>
                  <a:pt x="552450" y="628650"/>
                </a:lnTo>
                <a:lnTo>
                  <a:pt x="533400" y="628650"/>
                </a:lnTo>
                <a:lnTo>
                  <a:pt x="533400" y="619125"/>
                </a:lnTo>
                <a:lnTo>
                  <a:pt x="523875" y="619125"/>
                </a:lnTo>
                <a:close/>
                <a:moveTo>
                  <a:pt x="1181100" y="609600"/>
                </a:moveTo>
                <a:lnTo>
                  <a:pt x="1200150" y="609600"/>
                </a:lnTo>
                <a:lnTo>
                  <a:pt x="1200150" y="628650"/>
                </a:lnTo>
                <a:lnTo>
                  <a:pt x="1190625" y="628650"/>
                </a:lnTo>
                <a:lnTo>
                  <a:pt x="1190625" y="619125"/>
                </a:lnTo>
                <a:lnTo>
                  <a:pt x="1181100" y="619125"/>
                </a:lnTo>
                <a:close/>
                <a:moveTo>
                  <a:pt x="676275" y="628650"/>
                </a:moveTo>
                <a:lnTo>
                  <a:pt x="695325" y="628650"/>
                </a:lnTo>
                <a:lnTo>
                  <a:pt x="695325" y="638175"/>
                </a:lnTo>
                <a:lnTo>
                  <a:pt x="685800" y="638175"/>
                </a:lnTo>
                <a:lnTo>
                  <a:pt x="685800" y="647700"/>
                </a:lnTo>
                <a:lnTo>
                  <a:pt x="676275" y="647700"/>
                </a:lnTo>
                <a:close/>
                <a:moveTo>
                  <a:pt x="1181100" y="628650"/>
                </a:moveTo>
                <a:lnTo>
                  <a:pt x="1190625" y="628650"/>
                </a:lnTo>
                <a:lnTo>
                  <a:pt x="1190625" y="638175"/>
                </a:lnTo>
                <a:lnTo>
                  <a:pt x="1181100" y="638175"/>
                </a:lnTo>
                <a:close/>
                <a:moveTo>
                  <a:pt x="962025" y="647700"/>
                </a:moveTo>
                <a:lnTo>
                  <a:pt x="971550" y="647700"/>
                </a:lnTo>
                <a:lnTo>
                  <a:pt x="971550" y="657225"/>
                </a:lnTo>
                <a:lnTo>
                  <a:pt x="962025" y="657225"/>
                </a:lnTo>
                <a:close/>
                <a:moveTo>
                  <a:pt x="66675" y="657225"/>
                </a:moveTo>
                <a:lnTo>
                  <a:pt x="85725" y="657225"/>
                </a:lnTo>
                <a:lnTo>
                  <a:pt x="85725" y="666750"/>
                </a:lnTo>
                <a:lnTo>
                  <a:pt x="66675" y="666750"/>
                </a:lnTo>
                <a:close/>
                <a:moveTo>
                  <a:pt x="1143000" y="676275"/>
                </a:moveTo>
                <a:lnTo>
                  <a:pt x="1152525" y="676275"/>
                </a:lnTo>
                <a:lnTo>
                  <a:pt x="1152525" y="685800"/>
                </a:lnTo>
                <a:lnTo>
                  <a:pt x="1143000" y="685800"/>
                </a:lnTo>
                <a:close/>
                <a:moveTo>
                  <a:pt x="447675" y="685800"/>
                </a:moveTo>
                <a:lnTo>
                  <a:pt x="457200" y="685800"/>
                </a:lnTo>
                <a:lnTo>
                  <a:pt x="457200" y="695325"/>
                </a:lnTo>
                <a:lnTo>
                  <a:pt x="447675" y="695325"/>
                </a:lnTo>
                <a:close/>
                <a:moveTo>
                  <a:pt x="628650" y="695325"/>
                </a:moveTo>
                <a:lnTo>
                  <a:pt x="638175" y="695325"/>
                </a:lnTo>
                <a:lnTo>
                  <a:pt x="638175" y="704850"/>
                </a:lnTo>
                <a:lnTo>
                  <a:pt x="628650" y="704850"/>
                </a:lnTo>
                <a:close/>
                <a:moveTo>
                  <a:pt x="1066800" y="695325"/>
                </a:moveTo>
                <a:lnTo>
                  <a:pt x="1076325" y="695325"/>
                </a:lnTo>
                <a:lnTo>
                  <a:pt x="1076325" y="704850"/>
                </a:lnTo>
                <a:lnTo>
                  <a:pt x="1066800" y="704850"/>
                </a:lnTo>
                <a:close/>
                <a:moveTo>
                  <a:pt x="952500" y="704850"/>
                </a:moveTo>
                <a:lnTo>
                  <a:pt x="962025" y="704850"/>
                </a:lnTo>
                <a:lnTo>
                  <a:pt x="962025" y="714375"/>
                </a:lnTo>
                <a:lnTo>
                  <a:pt x="952500" y="714375"/>
                </a:lnTo>
                <a:close/>
                <a:moveTo>
                  <a:pt x="1114425" y="704850"/>
                </a:moveTo>
                <a:lnTo>
                  <a:pt x="1123950" y="704850"/>
                </a:lnTo>
                <a:lnTo>
                  <a:pt x="1123950" y="714375"/>
                </a:lnTo>
                <a:lnTo>
                  <a:pt x="1133475" y="714375"/>
                </a:lnTo>
                <a:lnTo>
                  <a:pt x="1133475" y="733425"/>
                </a:lnTo>
                <a:lnTo>
                  <a:pt x="1123950" y="733425"/>
                </a:lnTo>
                <a:lnTo>
                  <a:pt x="1123950" y="723900"/>
                </a:lnTo>
                <a:lnTo>
                  <a:pt x="1104900" y="723900"/>
                </a:lnTo>
                <a:lnTo>
                  <a:pt x="1104900" y="714375"/>
                </a:lnTo>
                <a:lnTo>
                  <a:pt x="1114425" y="714375"/>
                </a:lnTo>
                <a:close/>
                <a:moveTo>
                  <a:pt x="904875" y="762000"/>
                </a:moveTo>
                <a:lnTo>
                  <a:pt x="914400" y="762000"/>
                </a:lnTo>
                <a:lnTo>
                  <a:pt x="914400" y="781050"/>
                </a:lnTo>
                <a:lnTo>
                  <a:pt x="904875" y="781050"/>
                </a:lnTo>
                <a:close/>
                <a:moveTo>
                  <a:pt x="9525" y="781050"/>
                </a:moveTo>
                <a:lnTo>
                  <a:pt x="19050" y="781050"/>
                </a:lnTo>
                <a:lnTo>
                  <a:pt x="19050" y="800100"/>
                </a:lnTo>
                <a:lnTo>
                  <a:pt x="9525" y="800100"/>
                </a:lnTo>
                <a:close/>
              </a:path>
            </a:pathLst>
          </a:custGeom>
          <a:solidFill xmlns:a="http://schemas.openxmlformats.org/drawingml/2006/main">
            <a:srgbClr val="F9F9F5"/>
          </a:solidFill>
          <a:ln xmlns:a="http://schemas.openxmlformats.org/drawingml/2006/main" w="0">
            <a:noFill/>
          </a:ln>
        </p:spPr>
      </p:sp>
      <p:sp>
        <p:nvSpPr>
          <p:cNvPr id="71" name="v02 vector #f9f9f4">
            <a:extLst xmlns:a="http://schemas.openxmlformats.org/drawingml/2006/main">
              <a:ext uri="{FF2B5EF4-FFF2-40B4-BE49-F238E27FC236}">
                <a16:creationId xmlns:a16="http://schemas.microsoft.com/office/drawing/2014/main" id="{15970DA9-DA2E-4D65-A87F-E977112D14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10675" y="2362200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95250" y="0"/>
                </a:moveTo>
                <a:lnTo>
                  <a:pt x="104775" y="0"/>
                </a:lnTo>
                <a:lnTo>
                  <a:pt x="104775" y="9525"/>
                </a:lnTo>
                <a:lnTo>
                  <a:pt x="95250" y="9525"/>
                </a:lnTo>
                <a:close/>
                <a:moveTo>
                  <a:pt x="123825" y="0"/>
                </a:moveTo>
                <a:lnTo>
                  <a:pt x="142875" y="0"/>
                </a:lnTo>
                <a:lnTo>
                  <a:pt x="142875" y="9525"/>
                </a:lnTo>
                <a:lnTo>
                  <a:pt x="123825" y="9525"/>
                </a:lnTo>
                <a:close/>
                <a:moveTo>
                  <a:pt x="581025" y="0"/>
                </a:moveTo>
                <a:lnTo>
                  <a:pt x="590550" y="0"/>
                </a:lnTo>
                <a:lnTo>
                  <a:pt x="590550" y="9525"/>
                </a:lnTo>
                <a:lnTo>
                  <a:pt x="581025" y="9525"/>
                </a:lnTo>
                <a:close/>
                <a:moveTo>
                  <a:pt x="657225" y="0"/>
                </a:moveTo>
                <a:lnTo>
                  <a:pt x="676275" y="0"/>
                </a:lnTo>
                <a:lnTo>
                  <a:pt x="676275" y="9525"/>
                </a:lnTo>
                <a:lnTo>
                  <a:pt x="657225" y="9525"/>
                </a:lnTo>
                <a:close/>
                <a:moveTo>
                  <a:pt x="781050" y="0"/>
                </a:moveTo>
                <a:lnTo>
                  <a:pt x="800100" y="0"/>
                </a:lnTo>
                <a:lnTo>
                  <a:pt x="800100" y="19050"/>
                </a:lnTo>
                <a:lnTo>
                  <a:pt x="781050" y="19050"/>
                </a:lnTo>
                <a:close/>
                <a:moveTo>
                  <a:pt x="352425" y="9525"/>
                </a:moveTo>
                <a:lnTo>
                  <a:pt x="361950" y="9525"/>
                </a:lnTo>
                <a:lnTo>
                  <a:pt x="361950" y="19050"/>
                </a:lnTo>
                <a:lnTo>
                  <a:pt x="352425" y="19050"/>
                </a:lnTo>
                <a:close/>
                <a:moveTo>
                  <a:pt x="466725" y="9525"/>
                </a:moveTo>
                <a:lnTo>
                  <a:pt x="495300" y="9525"/>
                </a:lnTo>
                <a:lnTo>
                  <a:pt x="495300" y="19050"/>
                </a:lnTo>
                <a:lnTo>
                  <a:pt x="466725" y="19050"/>
                </a:lnTo>
                <a:close/>
                <a:moveTo>
                  <a:pt x="504825" y="9525"/>
                </a:moveTo>
                <a:lnTo>
                  <a:pt x="514350" y="9525"/>
                </a:lnTo>
                <a:lnTo>
                  <a:pt x="514350" y="19050"/>
                </a:lnTo>
                <a:lnTo>
                  <a:pt x="504825" y="19050"/>
                </a:lnTo>
                <a:close/>
                <a:moveTo>
                  <a:pt x="981075" y="19050"/>
                </a:moveTo>
                <a:lnTo>
                  <a:pt x="990600" y="19050"/>
                </a:lnTo>
                <a:lnTo>
                  <a:pt x="990600" y="38100"/>
                </a:lnTo>
                <a:lnTo>
                  <a:pt x="971550" y="38100"/>
                </a:lnTo>
                <a:lnTo>
                  <a:pt x="971550" y="28575"/>
                </a:lnTo>
                <a:lnTo>
                  <a:pt x="981075" y="28575"/>
                </a:lnTo>
                <a:close/>
                <a:moveTo>
                  <a:pt x="19050" y="28575"/>
                </a:moveTo>
                <a:lnTo>
                  <a:pt x="38100" y="28575"/>
                </a:lnTo>
                <a:lnTo>
                  <a:pt x="38100" y="38100"/>
                </a:lnTo>
                <a:lnTo>
                  <a:pt x="19050" y="38100"/>
                </a:lnTo>
                <a:close/>
                <a:moveTo>
                  <a:pt x="1066800" y="28575"/>
                </a:moveTo>
                <a:lnTo>
                  <a:pt x="1076325" y="28575"/>
                </a:lnTo>
                <a:lnTo>
                  <a:pt x="1076325" y="38100"/>
                </a:lnTo>
                <a:lnTo>
                  <a:pt x="1066800" y="38100"/>
                </a:lnTo>
                <a:close/>
                <a:moveTo>
                  <a:pt x="1104900" y="28575"/>
                </a:moveTo>
                <a:lnTo>
                  <a:pt x="1123950" y="28575"/>
                </a:lnTo>
                <a:lnTo>
                  <a:pt x="1123950" y="38100"/>
                </a:lnTo>
                <a:lnTo>
                  <a:pt x="1104900" y="38100"/>
                </a:lnTo>
                <a:close/>
                <a:moveTo>
                  <a:pt x="619125" y="38100"/>
                </a:moveTo>
                <a:lnTo>
                  <a:pt x="628650" y="38100"/>
                </a:lnTo>
                <a:lnTo>
                  <a:pt x="628650" y="47625"/>
                </a:lnTo>
                <a:lnTo>
                  <a:pt x="619125" y="47625"/>
                </a:lnTo>
                <a:close/>
                <a:moveTo>
                  <a:pt x="742950" y="38100"/>
                </a:moveTo>
                <a:lnTo>
                  <a:pt x="762000" y="38100"/>
                </a:lnTo>
                <a:lnTo>
                  <a:pt x="762000" y="47625"/>
                </a:lnTo>
                <a:lnTo>
                  <a:pt x="742950" y="47625"/>
                </a:lnTo>
                <a:close/>
                <a:moveTo>
                  <a:pt x="857250" y="47625"/>
                </a:moveTo>
                <a:lnTo>
                  <a:pt x="866775" y="47625"/>
                </a:lnTo>
                <a:lnTo>
                  <a:pt x="866775" y="57150"/>
                </a:lnTo>
                <a:lnTo>
                  <a:pt x="857250" y="57150"/>
                </a:lnTo>
                <a:close/>
                <a:moveTo>
                  <a:pt x="800100" y="66675"/>
                </a:moveTo>
                <a:lnTo>
                  <a:pt x="809625" y="66675"/>
                </a:lnTo>
                <a:lnTo>
                  <a:pt x="809625" y="76200"/>
                </a:lnTo>
                <a:lnTo>
                  <a:pt x="819150" y="76200"/>
                </a:lnTo>
                <a:lnTo>
                  <a:pt x="819150" y="85725"/>
                </a:lnTo>
                <a:lnTo>
                  <a:pt x="790575" y="85725"/>
                </a:lnTo>
                <a:lnTo>
                  <a:pt x="790575" y="76200"/>
                </a:lnTo>
                <a:lnTo>
                  <a:pt x="800100" y="76200"/>
                </a:lnTo>
                <a:close/>
                <a:moveTo>
                  <a:pt x="1047750" y="66675"/>
                </a:moveTo>
                <a:lnTo>
                  <a:pt x="1057275" y="66675"/>
                </a:lnTo>
                <a:lnTo>
                  <a:pt x="1057275" y="76200"/>
                </a:lnTo>
                <a:lnTo>
                  <a:pt x="1066800" y="76200"/>
                </a:lnTo>
                <a:lnTo>
                  <a:pt x="1066800" y="95250"/>
                </a:lnTo>
                <a:lnTo>
                  <a:pt x="1057275" y="95250"/>
                </a:lnTo>
                <a:lnTo>
                  <a:pt x="1057275" y="85725"/>
                </a:lnTo>
                <a:lnTo>
                  <a:pt x="1047750" y="85725"/>
                </a:lnTo>
                <a:close/>
                <a:moveTo>
                  <a:pt x="1162050" y="66675"/>
                </a:moveTo>
                <a:lnTo>
                  <a:pt x="1171575" y="66675"/>
                </a:lnTo>
                <a:lnTo>
                  <a:pt x="1171575" y="76200"/>
                </a:lnTo>
                <a:lnTo>
                  <a:pt x="1162050" y="76200"/>
                </a:lnTo>
                <a:close/>
                <a:moveTo>
                  <a:pt x="57150" y="76200"/>
                </a:moveTo>
                <a:lnTo>
                  <a:pt x="76200" y="76200"/>
                </a:lnTo>
                <a:lnTo>
                  <a:pt x="76200" y="85725"/>
                </a:lnTo>
                <a:lnTo>
                  <a:pt x="57150" y="85725"/>
                </a:lnTo>
                <a:close/>
                <a:moveTo>
                  <a:pt x="885825" y="76200"/>
                </a:moveTo>
                <a:lnTo>
                  <a:pt x="914400" y="76200"/>
                </a:lnTo>
                <a:lnTo>
                  <a:pt x="914400" y="95250"/>
                </a:lnTo>
                <a:lnTo>
                  <a:pt x="895350" y="95250"/>
                </a:lnTo>
                <a:lnTo>
                  <a:pt x="895350" y="104775"/>
                </a:lnTo>
                <a:lnTo>
                  <a:pt x="876300" y="104775"/>
                </a:lnTo>
                <a:lnTo>
                  <a:pt x="876300" y="114300"/>
                </a:lnTo>
                <a:lnTo>
                  <a:pt x="866775" y="114300"/>
                </a:lnTo>
                <a:lnTo>
                  <a:pt x="866775" y="104775"/>
                </a:lnTo>
                <a:lnTo>
                  <a:pt x="838200" y="104775"/>
                </a:lnTo>
                <a:lnTo>
                  <a:pt x="838200" y="95250"/>
                </a:lnTo>
                <a:lnTo>
                  <a:pt x="876300" y="95250"/>
                </a:lnTo>
                <a:lnTo>
                  <a:pt x="876300" y="85725"/>
                </a:lnTo>
                <a:lnTo>
                  <a:pt x="885825" y="85725"/>
                </a:lnTo>
                <a:close/>
                <a:moveTo>
                  <a:pt x="1095375" y="76200"/>
                </a:moveTo>
                <a:lnTo>
                  <a:pt x="1104900" y="76200"/>
                </a:lnTo>
                <a:lnTo>
                  <a:pt x="1104900" y="85725"/>
                </a:lnTo>
                <a:lnTo>
                  <a:pt x="1095375" y="85725"/>
                </a:lnTo>
                <a:close/>
                <a:moveTo>
                  <a:pt x="1114425" y="76200"/>
                </a:moveTo>
                <a:lnTo>
                  <a:pt x="1123950" y="76200"/>
                </a:lnTo>
                <a:lnTo>
                  <a:pt x="1123950" y="85725"/>
                </a:lnTo>
                <a:lnTo>
                  <a:pt x="1114425" y="85725"/>
                </a:lnTo>
                <a:close/>
                <a:moveTo>
                  <a:pt x="628650" y="85725"/>
                </a:moveTo>
                <a:lnTo>
                  <a:pt x="638175" y="85725"/>
                </a:lnTo>
                <a:lnTo>
                  <a:pt x="638175" y="95250"/>
                </a:lnTo>
                <a:lnTo>
                  <a:pt x="628650" y="95250"/>
                </a:lnTo>
                <a:close/>
                <a:moveTo>
                  <a:pt x="638175" y="95250"/>
                </a:moveTo>
                <a:lnTo>
                  <a:pt x="657225" y="95250"/>
                </a:lnTo>
                <a:lnTo>
                  <a:pt x="657225" y="104775"/>
                </a:lnTo>
                <a:lnTo>
                  <a:pt x="638175" y="104775"/>
                </a:lnTo>
                <a:close/>
                <a:moveTo>
                  <a:pt x="771525" y="95250"/>
                </a:moveTo>
                <a:lnTo>
                  <a:pt x="781050" y="95250"/>
                </a:lnTo>
                <a:lnTo>
                  <a:pt x="781050" y="104775"/>
                </a:lnTo>
                <a:lnTo>
                  <a:pt x="771525" y="104775"/>
                </a:lnTo>
                <a:close/>
                <a:moveTo>
                  <a:pt x="1009650" y="95250"/>
                </a:moveTo>
                <a:lnTo>
                  <a:pt x="1019175" y="95250"/>
                </a:lnTo>
                <a:lnTo>
                  <a:pt x="1019175" y="104775"/>
                </a:lnTo>
                <a:lnTo>
                  <a:pt x="1028700" y="104775"/>
                </a:lnTo>
                <a:lnTo>
                  <a:pt x="1028700" y="123825"/>
                </a:lnTo>
                <a:lnTo>
                  <a:pt x="1038225" y="123825"/>
                </a:lnTo>
                <a:lnTo>
                  <a:pt x="1038225" y="133350"/>
                </a:lnTo>
                <a:lnTo>
                  <a:pt x="1066800" y="133350"/>
                </a:lnTo>
                <a:lnTo>
                  <a:pt x="1066800" y="142875"/>
                </a:lnTo>
                <a:lnTo>
                  <a:pt x="1047750" y="142875"/>
                </a:lnTo>
                <a:lnTo>
                  <a:pt x="1047750" y="152400"/>
                </a:lnTo>
                <a:lnTo>
                  <a:pt x="1057275" y="152400"/>
                </a:lnTo>
                <a:lnTo>
                  <a:pt x="1057275" y="180975"/>
                </a:lnTo>
                <a:lnTo>
                  <a:pt x="1047750" y="180975"/>
                </a:lnTo>
                <a:lnTo>
                  <a:pt x="1047750" y="190500"/>
                </a:lnTo>
                <a:lnTo>
                  <a:pt x="1028700" y="190500"/>
                </a:lnTo>
                <a:lnTo>
                  <a:pt x="1028700" y="180975"/>
                </a:lnTo>
                <a:lnTo>
                  <a:pt x="1019175" y="180975"/>
                </a:lnTo>
                <a:lnTo>
                  <a:pt x="1019175" y="190500"/>
                </a:lnTo>
                <a:lnTo>
                  <a:pt x="1009650" y="190500"/>
                </a:lnTo>
                <a:lnTo>
                  <a:pt x="1009650" y="200025"/>
                </a:lnTo>
                <a:lnTo>
                  <a:pt x="1000125" y="200025"/>
                </a:lnTo>
                <a:lnTo>
                  <a:pt x="1000125" y="180975"/>
                </a:lnTo>
                <a:lnTo>
                  <a:pt x="1009650" y="180975"/>
                </a:lnTo>
                <a:lnTo>
                  <a:pt x="1009650" y="171450"/>
                </a:lnTo>
                <a:lnTo>
                  <a:pt x="1000125" y="171450"/>
                </a:lnTo>
                <a:lnTo>
                  <a:pt x="1000125" y="152400"/>
                </a:lnTo>
                <a:lnTo>
                  <a:pt x="1009650" y="152400"/>
                </a:lnTo>
                <a:lnTo>
                  <a:pt x="1009650" y="142875"/>
                </a:lnTo>
                <a:lnTo>
                  <a:pt x="1000125" y="142875"/>
                </a:lnTo>
                <a:lnTo>
                  <a:pt x="1000125" y="133350"/>
                </a:lnTo>
                <a:lnTo>
                  <a:pt x="990600" y="133350"/>
                </a:lnTo>
                <a:lnTo>
                  <a:pt x="990600" y="123825"/>
                </a:lnTo>
                <a:lnTo>
                  <a:pt x="1000125" y="123825"/>
                </a:lnTo>
                <a:lnTo>
                  <a:pt x="1000125" y="104775"/>
                </a:lnTo>
                <a:lnTo>
                  <a:pt x="1009650" y="104775"/>
                </a:lnTo>
                <a:close/>
                <a:moveTo>
                  <a:pt x="1095375" y="95250"/>
                </a:moveTo>
                <a:lnTo>
                  <a:pt x="1123950" y="95250"/>
                </a:lnTo>
                <a:lnTo>
                  <a:pt x="1123950" y="104775"/>
                </a:lnTo>
                <a:lnTo>
                  <a:pt x="1095375" y="104775"/>
                </a:lnTo>
                <a:close/>
                <a:moveTo>
                  <a:pt x="1133475" y="95250"/>
                </a:moveTo>
                <a:lnTo>
                  <a:pt x="1143000" y="95250"/>
                </a:lnTo>
                <a:lnTo>
                  <a:pt x="1143000" y="104775"/>
                </a:lnTo>
                <a:lnTo>
                  <a:pt x="1152525" y="104775"/>
                </a:lnTo>
                <a:lnTo>
                  <a:pt x="1152525" y="114300"/>
                </a:lnTo>
                <a:lnTo>
                  <a:pt x="1143000" y="114300"/>
                </a:lnTo>
                <a:lnTo>
                  <a:pt x="1143000" y="123825"/>
                </a:lnTo>
                <a:lnTo>
                  <a:pt x="1133475" y="123825"/>
                </a:lnTo>
                <a:lnTo>
                  <a:pt x="1133475" y="142875"/>
                </a:lnTo>
                <a:lnTo>
                  <a:pt x="1104900" y="142875"/>
                </a:lnTo>
                <a:lnTo>
                  <a:pt x="1104900" y="133350"/>
                </a:lnTo>
                <a:lnTo>
                  <a:pt x="1114425" y="133350"/>
                </a:lnTo>
                <a:lnTo>
                  <a:pt x="1114425" y="123825"/>
                </a:lnTo>
                <a:lnTo>
                  <a:pt x="1104900" y="123825"/>
                </a:lnTo>
                <a:lnTo>
                  <a:pt x="1104900" y="114300"/>
                </a:lnTo>
                <a:lnTo>
                  <a:pt x="1133475" y="114300"/>
                </a:lnTo>
                <a:close/>
                <a:moveTo>
                  <a:pt x="1200150" y="95250"/>
                </a:moveTo>
                <a:lnTo>
                  <a:pt x="1209675" y="95250"/>
                </a:lnTo>
                <a:lnTo>
                  <a:pt x="1209675" y="114300"/>
                </a:lnTo>
                <a:lnTo>
                  <a:pt x="1200150" y="114300"/>
                </a:lnTo>
                <a:close/>
                <a:moveTo>
                  <a:pt x="752475" y="104775"/>
                </a:moveTo>
                <a:lnTo>
                  <a:pt x="762000" y="104775"/>
                </a:lnTo>
                <a:lnTo>
                  <a:pt x="762000" y="114300"/>
                </a:lnTo>
                <a:lnTo>
                  <a:pt x="752475" y="114300"/>
                </a:lnTo>
                <a:close/>
                <a:moveTo>
                  <a:pt x="561975" y="114300"/>
                </a:moveTo>
                <a:lnTo>
                  <a:pt x="571500" y="114300"/>
                </a:lnTo>
                <a:lnTo>
                  <a:pt x="571500" y="123825"/>
                </a:lnTo>
                <a:lnTo>
                  <a:pt x="561975" y="123825"/>
                </a:lnTo>
                <a:close/>
                <a:moveTo>
                  <a:pt x="0" y="133350"/>
                </a:moveTo>
                <a:lnTo>
                  <a:pt x="19050" y="133350"/>
                </a:lnTo>
                <a:lnTo>
                  <a:pt x="19050" y="142875"/>
                </a:lnTo>
                <a:lnTo>
                  <a:pt x="0" y="142875"/>
                </a:lnTo>
                <a:close/>
                <a:moveTo>
                  <a:pt x="838200" y="133350"/>
                </a:moveTo>
                <a:lnTo>
                  <a:pt x="857250" y="133350"/>
                </a:lnTo>
                <a:lnTo>
                  <a:pt x="857250" y="142875"/>
                </a:lnTo>
                <a:lnTo>
                  <a:pt x="838200" y="142875"/>
                </a:lnTo>
                <a:close/>
                <a:moveTo>
                  <a:pt x="904875" y="133350"/>
                </a:moveTo>
                <a:lnTo>
                  <a:pt x="933450" y="133350"/>
                </a:lnTo>
                <a:lnTo>
                  <a:pt x="933450" y="161925"/>
                </a:lnTo>
                <a:lnTo>
                  <a:pt x="923925" y="161925"/>
                </a:lnTo>
                <a:lnTo>
                  <a:pt x="923925" y="180975"/>
                </a:lnTo>
                <a:lnTo>
                  <a:pt x="914400" y="180975"/>
                </a:lnTo>
                <a:lnTo>
                  <a:pt x="914400" y="171450"/>
                </a:lnTo>
                <a:lnTo>
                  <a:pt x="904875" y="171450"/>
                </a:lnTo>
                <a:lnTo>
                  <a:pt x="904875" y="190500"/>
                </a:lnTo>
                <a:lnTo>
                  <a:pt x="895350" y="190500"/>
                </a:lnTo>
                <a:lnTo>
                  <a:pt x="895350" y="161925"/>
                </a:lnTo>
                <a:lnTo>
                  <a:pt x="885825" y="161925"/>
                </a:lnTo>
                <a:lnTo>
                  <a:pt x="885825" y="152400"/>
                </a:lnTo>
                <a:lnTo>
                  <a:pt x="914400" y="152400"/>
                </a:lnTo>
                <a:lnTo>
                  <a:pt x="914400" y="142875"/>
                </a:lnTo>
                <a:lnTo>
                  <a:pt x="904875" y="142875"/>
                </a:lnTo>
                <a:close/>
                <a:moveTo>
                  <a:pt x="962025" y="133350"/>
                </a:moveTo>
                <a:lnTo>
                  <a:pt x="971550" y="133350"/>
                </a:lnTo>
                <a:lnTo>
                  <a:pt x="971550" y="152400"/>
                </a:lnTo>
                <a:lnTo>
                  <a:pt x="962025" y="152400"/>
                </a:lnTo>
                <a:lnTo>
                  <a:pt x="962025" y="161925"/>
                </a:lnTo>
                <a:lnTo>
                  <a:pt x="952500" y="161925"/>
                </a:lnTo>
                <a:lnTo>
                  <a:pt x="952500" y="142875"/>
                </a:lnTo>
                <a:lnTo>
                  <a:pt x="962025" y="142875"/>
                </a:lnTo>
                <a:close/>
                <a:moveTo>
                  <a:pt x="819150" y="161925"/>
                </a:moveTo>
                <a:lnTo>
                  <a:pt x="828675" y="161925"/>
                </a:lnTo>
                <a:lnTo>
                  <a:pt x="828675" y="171450"/>
                </a:lnTo>
                <a:lnTo>
                  <a:pt x="819150" y="171450"/>
                </a:lnTo>
                <a:close/>
                <a:moveTo>
                  <a:pt x="876300" y="161925"/>
                </a:moveTo>
                <a:lnTo>
                  <a:pt x="885825" y="161925"/>
                </a:lnTo>
                <a:lnTo>
                  <a:pt x="885825" y="171450"/>
                </a:lnTo>
                <a:lnTo>
                  <a:pt x="876300" y="171450"/>
                </a:lnTo>
                <a:close/>
                <a:moveTo>
                  <a:pt x="1095375" y="161925"/>
                </a:moveTo>
                <a:lnTo>
                  <a:pt x="1104900" y="161925"/>
                </a:lnTo>
                <a:lnTo>
                  <a:pt x="1104900" y="171450"/>
                </a:lnTo>
                <a:lnTo>
                  <a:pt x="1095375" y="171450"/>
                </a:lnTo>
                <a:close/>
                <a:moveTo>
                  <a:pt x="1181100" y="161925"/>
                </a:moveTo>
                <a:lnTo>
                  <a:pt x="1190625" y="161925"/>
                </a:lnTo>
                <a:lnTo>
                  <a:pt x="1190625" y="171450"/>
                </a:lnTo>
                <a:lnTo>
                  <a:pt x="1181100" y="171450"/>
                </a:lnTo>
                <a:close/>
                <a:moveTo>
                  <a:pt x="0" y="171450"/>
                </a:moveTo>
                <a:lnTo>
                  <a:pt x="9525" y="171450"/>
                </a:lnTo>
                <a:lnTo>
                  <a:pt x="9525" y="180975"/>
                </a:lnTo>
                <a:lnTo>
                  <a:pt x="0" y="180975"/>
                </a:lnTo>
                <a:close/>
                <a:moveTo>
                  <a:pt x="38100" y="171450"/>
                </a:moveTo>
                <a:lnTo>
                  <a:pt x="47625" y="171450"/>
                </a:lnTo>
                <a:lnTo>
                  <a:pt x="47625" y="200025"/>
                </a:lnTo>
                <a:lnTo>
                  <a:pt x="28575" y="200025"/>
                </a:lnTo>
                <a:lnTo>
                  <a:pt x="28575" y="209550"/>
                </a:lnTo>
                <a:lnTo>
                  <a:pt x="19050" y="209550"/>
                </a:lnTo>
                <a:lnTo>
                  <a:pt x="19050" y="200025"/>
                </a:lnTo>
                <a:lnTo>
                  <a:pt x="0" y="200025"/>
                </a:lnTo>
                <a:lnTo>
                  <a:pt x="0" y="190500"/>
                </a:lnTo>
                <a:lnTo>
                  <a:pt x="9525" y="190500"/>
                </a:lnTo>
                <a:lnTo>
                  <a:pt x="9525" y="180975"/>
                </a:lnTo>
                <a:lnTo>
                  <a:pt x="38100" y="180975"/>
                </a:lnTo>
                <a:close/>
                <a:moveTo>
                  <a:pt x="781050" y="171450"/>
                </a:moveTo>
                <a:lnTo>
                  <a:pt x="790575" y="171450"/>
                </a:lnTo>
                <a:lnTo>
                  <a:pt x="790575" y="180975"/>
                </a:lnTo>
                <a:lnTo>
                  <a:pt x="781050" y="180975"/>
                </a:lnTo>
                <a:close/>
                <a:moveTo>
                  <a:pt x="800100" y="171450"/>
                </a:moveTo>
                <a:lnTo>
                  <a:pt x="809625" y="171450"/>
                </a:lnTo>
                <a:lnTo>
                  <a:pt x="809625" y="180975"/>
                </a:lnTo>
                <a:lnTo>
                  <a:pt x="800100" y="180975"/>
                </a:lnTo>
                <a:close/>
                <a:moveTo>
                  <a:pt x="838200" y="171450"/>
                </a:moveTo>
                <a:lnTo>
                  <a:pt x="857250" y="171450"/>
                </a:lnTo>
                <a:lnTo>
                  <a:pt x="857250" y="190500"/>
                </a:lnTo>
                <a:lnTo>
                  <a:pt x="838200" y="190500"/>
                </a:lnTo>
                <a:close/>
                <a:moveTo>
                  <a:pt x="1038225" y="171450"/>
                </a:moveTo>
                <a:lnTo>
                  <a:pt x="1047750" y="171450"/>
                </a:lnTo>
                <a:lnTo>
                  <a:pt x="1047750" y="161925"/>
                </a:lnTo>
                <a:lnTo>
                  <a:pt x="1038225" y="161925"/>
                </a:lnTo>
                <a:close/>
                <a:moveTo>
                  <a:pt x="1143000" y="171450"/>
                </a:moveTo>
                <a:lnTo>
                  <a:pt x="1152525" y="171450"/>
                </a:lnTo>
                <a:lnTo>
                  <a:pt x="1152525" y="180975"/>
                </a:lnTo>
                <a:lnTo>
                  <a:pt x="1143000" y="180975"/>
                </a:lnTo>
                <a:close/>
                <a:moveTo>
                  <a:pt x="942975" y="180975"/>
                </a:moveTo>
                <a:lnTo>
                  <a:pt x="971550" y="180975"/>
                </a:lnTo>
                <a:lnTo>
                  <a:pt x="971550" y="190500"/>
                </a:lnTo>
                <a:lnTo>
                  <a:pt x="962025" y="190500"/>
                </a:lnTo>
                <a:lnTo>
                  <a:pt x="962025" y="200025"/>
                </a:lnTo>
                <a:lnTo>
                  <a:pt x="971550" y="200025"/>
                </a:lnTo>
                <a:lnTo>
                  <a:pt x="971550" y="209550"/>
                </a:lnTo>
                <a:lnTo>
                  <a:pt x="933450" y="209550"/>
                </a:lnTo>
                <a:lnTo>
                  <a:pt x="933450" y="200025"/>
                </a:lnTo>
                <a:lnTo>
                  <a:pt x="952500" y="200025"/>
                </a:lnTo>
                <a:lnTo>
                  <a:pt x="952500" y="190500"/>
                </a:lnTo>
                <a:lnTo>
                  <a:pt x="942975" y="190500"/>
                </a:lnTo>
                <a:close/>
                <a:moveTo>
                  <a:pt x="1066800" y="180975"/>
                </a:moveTo>
                <a:lnTo>
                  <a:pt x="1085850" y="180975"/>
                </a:lnTo>
                <a:lnTo>
                  <a:pt x="1085850" y="190500"/>
                </a:lnTo>
                <a:lnTo>
                  <a:pt x="1066800" y="190500"/>
                </a:lnTo>
                <a:close/>
                <a:moveTo>
                  <a:pt x="1114425" y="180975"/>
                </a:moveTo>
                <a:lnTo>
                  <a:pt x="1133475" y="180975"/>
                </a:lnTo>
                <a:lnTo>
                  <a:pt x="1133475" y="190500"/>
                </a:lnTo>
                <a:lnTo>
                  <a:pt x="1114425" y="190500"/>
                </a:lnTo>
                <a:close/>
                <a:moveTo>
                  <a:pt x="723900" y="190500"/>
                </a:moveTo>
                <a:lnTo>
                  <a:pt x="733425" y="190500"/>
                </a:lnTo>
                <a:lnTo>
                  <a:pt x="733425" y="200025"/>
                </a:lnTo>
                <a:lnTo>
                  <a:pt x="723900" y="200025"/>
                </a:lnTo>
                <a:close/>
                <a:moveTo>
                  <a:pt x="781050" y="190500"/>
                </a:moveTo>
                <a:lnTo>
                  <a:pt x="800100" y="190500"/>
                </a:lnTo>
                <a:lnTo>
                  <a:pt x="800100" y="200025"/>
                </a:lnTo>
                <a:lnTo>
                  <a:pt x="781050" y="200025"/>
                </a:lnTo>
                <a:close/>
                <a:moveTo>
                  <a:pt x="904875" y="190500"/>
                </a:moveTo>
                <a:lnTo>
                  <a:pt x="914400" y="190500"/>
                </a:lnTo>
                <a:lnTo>
                  <a:pt x="914400" y="200025"/>
                </a:lnTo>
                <a:lnTo>
                  <a:pt x="904875" y="200025"/>
                </a:lnTo>
                <a:close/>
                <a:moveTo>
                  <a:pt x="371475" y="200025"/>
                </a:moveTo>
                <a:lnTo>
                  <a:pt x="400050" y="200025"/>
                </a:lnTo>
                <a:lnTo>
                  <a:pt x="400050" y="209550"/>
                </a:lnTo>
                <a:lnTo>
                  <a:pt x="381000" y="209550"/>
                </a:lnTo>
                <a:lnTo>
                  <a:pt x="381000" y="219075"/>
                </a:lnTo>
                <a:lnTo>
                  <a:pt x="390525" y="219075"/>
                </a:lnTo>
                <a:lnTo>
                  <a:pt x="390525" y="228600"/>
                </a:lnTo>
                <a:lnTo>
                  <a:pt x="381000" y="228600"/>
                </a:lnTo>
                <a:lnTo>
                  <a:pt x="381000" y="238125"/>
                </a:lnTo>
                <a:lnTo>
                  <a:pt x="352425" y="238125"/>
                </a:lnTo>
                <a:lnTo>
                  <a:pt x="352425" y="228600"/>
                </a:lnTo>
                <a:lnTo>
                  <a:pt x="371475" y="228600"/>
                </a:lnTo>
                <a:lnTo>
                  <a:pt x="371475" y="219075"/>
                </a:lnTo>
                <a:lnTo>
                  <a:pt x="352425" y="219075"/>
                </a:lnTo>
                <a:lnTo>
                  <a:pt x="352425" y="209550"/>
                </a:lnTo>
                <a:lnTo>
                  <a:pt x="371475" y="209550"/>
                </a:lnTo>
                <a:close/>
                <a:moveTo>
                  <a:pt x="695325" y="200025"/>
                </a:moveTo>
                <a:lnTo>
                  <a:pt x="714375" y="200025"/>
                </a:lnTo>
                <a:lnTo>
                  <a:pt x="714375" y="209550"/>
                </a:lnTo>
                <a:lnTo>
                  <a:pt x="695325" y="209550"/>
                </a:lnTo>
                <a:close/>
                <a:moveTo>
                  <a:pt x="1028700" y="200025"/>
                </a:moveTo>
                <a:lnTo>
                  <a:pt x="1047750" y="200025"/>
                </a:lnTo>
                <a:lnTo>
                  <a:pt x="1047750" y="209550"/>
                </a:lnTo>
                <a:lnTo>
                  <a:pt x="1038225" y="209550"/>
                </a:lnTo>
                <a:lnTo>
                  <a:pt x="1038225" y="219075"/>
                </a:lnTo>
                <a:lnTo>
                  <a:pt x="1028700" y="219075"/>
                </a:lnTo>
                <a:close/>
                <a:moveTo>
                  <a:pt x="857250" y="209550"/>
                </a:moveTo>
                <a:lnTo>
                  <a:pt x="885825" y="209550"/>
                </a:lnTo>
                <a:lnTo>
                  <a:pt x="885825" y="219075"/>
                </a:lnTo>
                <a:lnTo>
                  <a:pt x="876300" y="219075"/>
                </a:lnTo>
                <a:lnTo>
                  <a:pt x="876300" y="238125"/>
                </a:lnTo>
                <a:lnTo>
                  <a:pt x="838200" y="238125"/>
                </a:lnTo>
                <a:lnTo>
                  <a:pt x="838200" y="228600"/>
                </a:lnTo>
                <a:lnTo>
                  <a:pt x="819150" y="228600"/>
                </a:lnTo>
                <a:lnTo>
                  <a:pt x="819150" y="238125"/>
                </a:lnTo>
                <a:lnTo>
                  <a:pt x="809625" y="238125"/>
                </a:lnTo>
                <a:lnTo>
                  <a:pt x="809625" y="228600"/>
                </a:lnTo>
                <a:lnTo>
                  <a:pt x="800100" y="228600"/>
                </a:lnTo>
                <a:lnTo>
                  <a:pt x="800100" y="219075"/>
                </a:lnTo>
                <a:lnTo>
                  <a:pt x="857250" y="219075"/>
                </a:lnTo>
                <a:close/>
                <a:moveTo>
                  <a:pt x="923925" y="209550"/>
                </a:moveTo>
                <a:lnTo>
                  <a:pt x="933450" y="209550"/>
                </a:lnTo>
                <a:lnTo>
                  <a:pt x="933450" y="219075"/>
                </a:lnTo>
                <a:lnTo>
                  <a:pt x="923925" y="219075"/>
                </a:lnTo>
                <a:close/>
                <a:moveTo>
                  <a:pt x="981075" y="209550"/>
                </a:moveTo>
                <a:lnTo>
                  <a:pt x="990600" y="209550"/>
                </a:lnTo>
                <a:lnTo>
                  <a:pt x="990600" y="219075"/>
                </a:lnTo>
                <a:lnTo>
                  <a:pt x="981075" y="219075"/>
                </a:lnTo>
                <a:close/>
                <a:moveTo>
                  <a:pt x="1104900" y="209550"/>
                </a:moveTo>
                <a:lnTo>
                  <a:pt x="1114425" y="209550"/>
                </a:lnTo>
                <a:lnTo>
                  <a:pt x="1114425" y="219075"/>
                </a:lnTo>
                <a:lnTo>
                  <a:pt x="1104900" y="219075"/>
                </a:lnTo>
                <a:close/>
                <a:moveTo>
                  <a:pt x="742950" y="219075"/>
                </a:moveTo>
                <a:lnTo>
                  <a:pt x="771525" y="219075"/>
                </a:lnTo>
                <a:lnTo>
                  <a:pt x="771525" y="238125"/>
                </a:lnTo>
                <a:lnTo>
                  <a:pt x="752475" y="238125"/>
                </a:lnTo>
                <a:lnTo>
                  <a:pt x="752475" y="228600"/>
                </a:lnTo>
                <a:lnTo>
                  <a:pt x="742950" y="228600"/>
                </a:lnTo>
                <a:close/>
                <a:moveTo>
                  <a:pt x="1047750" y="219075"/>
                </a:moveTo>
                <a:lnTo>
                  <a:pt x="1085850" y="219075"/>
                </a:lnTo>
                <a:lnTo>
                  <a:pt x="1085850" y="228600"/>
                </a:lnTo>
                <a:lnTo>
                  <a:pt x="1095375" y="228600"/>
                </a:lnTo>
                <a:lnTo>
                  <a:pt x="1095375" y="238125"/>
                </a:lnTo>
                <a:lnTo>
                  <a:pt x="1076325" y="238125"/>
                </a:lnTo>
                <a:lnTo>
                  <a:pt x="1076325" y="247650"/>
                </a:lnTo>
                <a:lnTo>
                  <a:pt x="1057275" y="247650"/>
                </a:lnTo>
                <a:lnTo>
                  <a:pt x="1057275" y="228600"/>
                </a:lnTo>
                <a:lnTo>
                  <a:pt x="1047750" y="228600"/>
                </a:lnTo>
                <a:close/>
                <a:moveTo>
                  <a:pt x="1143000" y="219075"/>
                </a:moveTo>
                <a:lnTo>
                  <a:pt x="1152525" y="219075"/>
                </a:lnTo>
                <a:lnTo>
                  <a:pt x="1152525" y="238125"/>
                </a:lnTo>
                <a:lnTo>
                  <a:pt x="1143000" y="238125"/>
                </a:lnTo>
                <a:lnTo>
                  <a:pt x="1143000" y="247650"/>
                </a:lnTo>
                <a:lnTo>
                  <a:pt x="1133475" y="247650"/>
                </a:lnTo>
                <a:lnTo>
                  <a:pt x="1133475" y="228600"/>
                </a:lnTo>
                <a:lnTo>
                  <a:pt x="1143000" y="228600"/>
                </a:lnTo>
                <a:close/>
                <a:moveTo>
                  <a:pt x="1162050" y="219075"/>
                </a:moveTo>
                <a:lnTo>
                  <a:pt x="1181100" y="219075"/>
                </a:lnTo>
                <a:lnTo>
                  <a:pt x="1181100" y="228600"/>
                </a:lnTo>
                <a:lnTo>
                  <a:pt x="1162050" y="228600"/>
                </a:lnTo>
                <a:close/>
                <a:moveTo>
                  <a:pt x="38100" y="228600"/>
                </a:moveTo>
                <a:lnTo>
                  <a:pt x="47625" y="228600"/>
                </a:lnTo>
                <a:lnTo>
                  <a:pt x="47625" y="247650"/>
                </a:lnTo>
                <a:lnTo>
                  <a:pt x="28575" y="247650"/>
                </a:lnTo>
                <a:lnTo>
                  <a:pt x="28575" y="238125"/>
                </a:lnTo>
                <a:lnTo>
                  <a:pt x="38100" y="238125"/>
                </a:lnTo>
                <a:close/>
                <a:moveTo>
                  <a:pt x="895350" y="228600"/>
                </a:moveTo>
                <a:lnTo>
                  <a:pt x="904875" y="228600"/>
                </a:lnTo>
                <a:lnTo>
                  <a:pt x="904875" y="238125"/>
                </a:lnTo>
                <a:lnTo>
                  <a:pt x="895350" y="238125"/>
                </a:lnTo>
                <a:close/>
                <a:moveTo>
                  <a:pt x="971550" y="228600"/>
                </a:moveTo>
                <a:lnTo>
                  <a:pt x="1019175" y="228600"/>
                </a:lnTo>
                <a:lnTo>
                  <a:pt x="1019175" y="238125"/>
                </a:lnTo>
                <a:lnTo>
                  <a:pt x="1009650" y="238125"/>
                </a:lnTo>
                <a:lnTo>
                  <a:pt x="1009650" y="276225"/>
                </a:lnTo>
                <a:lnTo>
                  <a:pt x="1019175" y="276225"/>
                </a:lnTo>
                <a:lnTo>
                  <a:pt x="1019175" y="304800"/>
                </a:lnTo>
                <a:lnTo>
                  <a:pt x="1009650" y="304800"/>
                </a:lnTo>
                <a:lnTo>
                  <a:pt x="1009650" y="285750"/>
                </a:lnTo>
                <a:lnTo>
                  <a:pt x="990600" y="285750"/>
                </a:lnTo>
                <a:lnTo>
                  <a:pt x="990600" y="295275"/>
                </a:lnTo>
                <a:lnTo>
                  <a:pt x="962025" y="295275"/>
                </a:lnTo>
                <a:lnTo>
                  <a:pt x="962025" y="266700"/>
                </a:lnTo>
                <a:lnTo>
                  <a:pt x="952500" y="266700"/>
                </a:lnTo>
                <a:lnTo>
                  <a:pt x="952500" y="238125"/>
                </a:lnTo>
                <a:lnTo>
                  <a:pt x="971550" y="238125"/>
                </a:lnTo>
                <a:close/>
                <a:moveTo>
                  <a:pt x="1038225" y="228600"/>
                </a:moveTo>
                <a:lnTo>
                  <a:pt x="1047750" y="228600"/>
                </a:lnTo>
                <a:lnTo>
                  <a:pt x="1047750" y="247650"/>
                </a:lnTo>
                <a:lnTo>
                  <a:pt x="1057275" y="247650"/>
                </a:lnTo>
                <a:lnTo>
                  <a:pt x="1057275" y="257175"/>
                </a:lnTo>
                <a:lnTo>
                  <a:pt x="1038225" y="257175"/>
                </a:lnTo>
                <a:close/>
                <a:moveTo>
                  <a:pt x="1181100" y="228600"/>
                </a:moveTo>
                <a:lnTo>
                  <a:pt x="1190625" y="228600"/>
                </a:lnTo>
                <a:lnTo>
                  <a:pt x="1190625" y="238125"/>
                </a:lnTo>
                <a:lnTo>
                  <a:pt x="1181100" y="238125"/>
                </a:lnTo>
                <a:close/>
                <a:moveTo>
                  <a:pt x="866775" y="247650"/>
                </a:moveTo>
                <a:lnTo>
                  <a:pt x="895350" y="247650"/>
                </a:lnTo>
                <a:lnTo>
                  <a:pt x="895350" y="266700"/>
                </a:lnTo>
                <a:lnTo>
                  <a:pt x="885825" y="266700"/>
                </a:lnTo>
                <a:lnTo>
                  <a:pt x="885825" y="276225"/>
                </a:lnTo>
                <a:lnTo>
                  <a:pt x="857250" y="276225"/>
                </a:lnTo>
                <a:lnTo>
                  <a:pt x="857250" y="257175"/>
                </a:lnTo>
                <a:lnTo>
                  <a:pt x="866775" y="257175"/>
                </a:lnTo>
                <a:close/>
                <a:moveTo>
                  <a:pt x="762000" y="257175"/>
                </a:moveTo>
                <a:lnTo>
                  <a:pt x="781050" y="257175"/>
                </a:lnTo>
                <a:lnTo>
                  <a:pt x="781050" y="266700"/>
                </a:lnTo>
                <a:lnTo>
                  <a:pt x="771525" y="266700"/>
                </a:lnTo>
                <a:lnTo>
                  <a:pt x="771525" y="276225"/>
                </a:lnTo>
                <a:lnTo>
                  <a:pt x="762000" y="276225"/>
                </a:lnTo>
                <a:close/>
                <a:moveTo>
                  <a:pt x="790575" y="257175"/>
                </a:moveTo>
                <a:lnTo>
                  <a:pt x="819150" y="257175"/>
                </a:lnTo>
                <a:lnTo>
                  <a:pt x="819150" y="295275"/>
                </a:lnTo>
                <a:lnTo>
                  <a:pt x="809625" y="295275"/>
                </a:lnTo>
                <a:lnTo>
                  <a:pt x="809625" y="304800"/>
                </a:lnTo>
                <a:lnTo>
                  <a:pt x="790575" y="304800"/>
                </a:lnTo>
                <a:lnTo>
                  <a:pt x="790575" y="323850"/>
                </a:lnTo>
                <a:lnTo>
                  <a:pt x="819150" y="323850"/>
                </a:lnTo>
                <a:lnTo>
                  <a:pt x="819150" y="333375"/>
                </a:lnTo>
                <a:lnTo>
                  <a:pt x="828675" y="333375"/>
                </a:lnTo>
                <a:lnTo>
                  <a:pt x="828675" y="323850"/>
                </a:lnTo>
                <a:lnTo>
                  <a:pt x="857250" y="323850"/>
                </a:lnTo>
                <a:lnTo>
                  <a:pt x="857250" y="304800"/>
                </a:lnTo>
                <a:lnTo>
                  <a:pt x="866775" y="304800"/>
                </a:lnTo>
                <a:lnTo>
                  <a:pt x="866775" y="295275"/>
                </a:lnTo>
                <a:lnTo>
                  <a:pt x="876300" y="295275"/>
                </a:lnTo>
                <a:lnTo>
                  <a:pt x="876300" y="323850"/>
                </a:lnTo>
                <a:lnTo>
                  <a:pt x="866775" y="323850"/>
                </a:lnTo>
                <a:lnTo>
                  <a:pt x="866775" y="333375"/>
                </a:lnTo>
                <a:lnTo>
                  <a:pt x="857250" y="333375"/>
                </a:lnTo>
                <a:lnTo>
                  <a:pt x="857250" y="342900"/>
                </a:lnTo>
                <a:lnTo>
                  <a:pt x="876300" y="342900"/>
                </a:lnTo>
                <a:lnTo>
                  <a:pt x="876300" y="333375"/>
                </a:lnTo>
                <a:lnTo>
                  <a:pt x="885825" y="333375"/>
                </a:lnTo>
                <a:lnTo>
                  <a:pt x="885825" y="342900"/>
                </a:lnTo>
                <a:lnTo>
                  <a:pt x="895350" y="342900"/>
                </a:lnTo>
                <a:lnTo>
                  <a:pt x="895350" y="333375"/>
                </a:lnTo>
                <a:lnTo>
                  <a:pt x="904875" y="333375"/>
                </a:lnTo>
                <a:lnTo>
                  <a:pt x="904875" y="323850"/>
                </a:lnTo>
                <a:lnTo>
                  <a:pt x="933450" y="323850"/>
                </a:lnTo>
                <a:lnTo>
                  <a:pt x="933450" y="314325"/>
                </a:lnTo>
                <a:lnTo>
                  <a:pt x="942975" y="314325"/>
                </a:lnTo>
                <a:lnTo>
                  <a:pt x="942975" y="323850"/>
                </a:lnTo>
                <a:lnTo>
                  <a:pt x="933450" y="323850"/>
                </a:lnTo>
                <a:lnTo>
                  <a:pt x="933450" y="333375"/>
                </a:lnTo>
                <a:lnTo>
                  <a:pt x="942975" y="333375"/>
                </a:lnTo>
                <a:lnTo>
                  <a:pt x="942975" y="342900"/>
                </a:lnTo>
                <a:lnTo>
                  <a:pt x="952500" y="342900"/>
                </a:lnTo>
                <a:lnTo>
                  <a:pt x="952500" y="333375"/>
                </a:lnTo>
                <a:lnTo>
                  <a:pt x="971550" y="333375"/>
                </a:lnTo>
                <a:lnTo>
                  <a:pt x="971550" y="323850"/>
                </a:lnTo>
                <a:lnTo>
                  <a:pt x="1000125" y="323850"/>
                </a:lnTo>
                <a:lnTo>
                  <a:pt x="1000125" y="333375"/>
                </a:lnTo>
                <a:lnTo>
                  <a:pt x="1009650" y="333375"/>
                </a:lnTo>
                <a:lnTo>
                  <a:pt x="1009650" y="342900"/>
                </a:lnTo>
                <a:lnTo>
                  <a:pt x="990600" y="342900"/>
                </a:lnTo>
                <a:lnTo>
                  <a:pt x="990600" y="352425"/>
                </a:lnTo>
                <a:lnTo>
                  <a:pt x="981075" y="352425"/>
                </a:lnTo>
                <a:lnTo>
                  <a:pt x="981075" y="361950"/>
                </a:lnTo>
                <a:lnTo>
                  <a:pt x="971550" y="361950"/>
                </a:lnTo>
                <a:lnTo>
                  <a:pt x="971550" y="352425"/>
                </a:lnTo>
                <a:lnTo>
                  <a:pt x="933450" y="352425"/>
                </a:lnTo>
                <a:lnTo>
                  <a:pt x="933450" y="361950"/>
                </a:lnTo>
                <a:lnTo>
                  <a:pt x="923925" y="361950"/>
                </a:lnTo>
                <a:lnTo>
                  <a:pt x="923925" y="333375"/>
                </a:lnTo>
                <a:lnTo>
                  <a:pt x="914400" y="333375"/>
                </a:lnTo>
                <a:lnTo>
                  <a:pt x="914400" y="342900"/>
                </a:lnTo>
                <a:lnTo>
                  <a:pt x="904875" y="342900"/>
                </a:lnTo>
                <a:lnTo>
                  <a:pt x="904875" y="352425"/>
                </a:lnTo>
                <a:lnTo>
                  <a:pt x="895350" y="352425"/>
                </a:lnTo>
                <a:lnTo>
                  <a:pt x="895350" y="381000"/>
                </a:lnTo>
                <a:lnTo>
                  <a:pt x="885825" y="381000"/>
                </a:lnTo>
                <a:lnTo>
                  <a:pt x="885825" y="371475"/>
                </a:lnTo>
                <a:lnTo>
                  <a:pt x="866775" y="371475"/>
                </a:lnTo>
                <a:lnTo>
                  <a:pt x="866775" y="361950"/>
                </a:lnTo>
                <a:lnTo>
                  <a:pt x="847725" y="361950"/>
                </a:lnTo>
                <a:lnTo>
                  <a:pt x="847725" y="371475"/>
                </a:lnTo>
                <a:lnTo>
                  <a:pt x="838200" y="371475"/>
                </a:lnTo>
                <a:lnTo>
                  <a:pt x="838200" y="390525"/>
                </a:lnTo>
                <a:lnTo>
                  <a:pt x="857250" y="390525"/>
                </a:lnTo>
                <a:lnTo>
                  <a:pt x="857250" y="400050"/>
                </a:lnTo>
                <a:lnTo>
                  <a:pt x="847725" y="400050"/>
                </a:lnTo>
                <a:lnTo>
                  <a:pt x="847725" y="419100"/>
                </a:lnTo>
                <a:lnTo>
                  <a:pt x="838200" y="419100"/>
                </a:lnTo>
                <a:lnTo>
                  <a:pt x="838200" y="409575"/>
                </a:lnTo>
                <a:lnTo>
                  <a:pt x="828675" y="409575"/>
                </a:lnTo>
                <a:lnTo>
                  <a:pt x="828675" y="390525"/>
                </a:lnTo>
                <a:lnTo>
                  <a:pt x="819150" y="390525"/>
                </a:lnTo>
                <a:lnTo>
                  <a:pt x="819150" y="381000"/>
                </a:lnTo>
                <a:lnTo>
                  <a:pt x="828675" y="381000"/>
                </a:lnTo>
                <a:lnTo>
                  <a:pt x="828675" y="342900"/>
                </a:lnTo>
                <a:lnTo>
                  <a:pt x="800100" y="342900"/>
                </a:lnTo>
                <a:lnTo>
                  <a:pt x="800100" y="333375"/>
                </a:lnTo>
                <a:lnTo>
                  <a:pt x="781050" y="333375"/>
                </a:lnTo>
                <a:lnTo>
                  <a:pt x="781050" y="314325"/>
                </a:lnTo>
                <a:lnTo>
                  <a:pt x="771525" y="314325"/>
                </a:lnTo>
                <a:lnTo>
                  <a:pt x="771525" y="304800"/>
                </a:lnTo>
                <a:lnTo>
                  <a:pt x="781050" y="304800"/>
                </a:lnTo>
                <a:lnTo>
                  <a:pt x="781050" y="295275"/>
                </a:lnTo>
                <a:lnTo>
                  <a:pt x="790575" y="295275"/>
                </a:lnTo>
                <a:close/>
                <a:moveTo>
                  <a:pt x="19050" y="266700"/>
                </a:moveTo>
                <a:lnTo>
                  <a:pt x="28575" y="266700"/>
                </a:lnTo>
                <a:lnTo>
                  <a:pt x="28575" y="276225"/>
                </a:lnTo>
                <a:lnTo>
                  <a:pt x="66675" y="276225"/>
                </a:lnTo>
                <a:lnTo>
                  <a:pt x="66675" y="295275"/>
                </a:lnTo>
                <a:lnTo>
                  <a:pt x="47625" y="295275"/>
                </a:lnTo>
                <a:lnTo>
                  <a:pt x="47625" y="304800"/>
                </a:lnTo>
                <a:lnTo>
                  <a:pt x="38100" y="304800"/>
                </a:lnTo>
                <a:lnTo>
                  <a:pt x="38100" y="314325"/>
                </a:lnTo>
                <a:lnTo>
                  <a:pt x="47625" y="314325"/>
                </a:lnTo>
                <a:lnTo>
                  <a:pt x="47625" y="333375"/>
                </a:lnTo>
                <a:lnTo>
                  <a:pt x="57150" y="333375"/>
                </a:lnTo>
                <a:lnTo>
                  <a:pt x="57150" y="352425"/>
                </a:lnTo>
                <a:lnTo>
                  <a:pt x="47625" y="352425"/>
                </a:lnTo>
                <a:lnTo>
                  <a:pt x="47625" y="361950"/>
                </a:lnTo>
                <a:lnTo>
                  <a:pt x="38100" y="361950"/>
                </a:lnTo>
                <a:lnTo>
                  <a:pt x="38100" y="342900"/>
                </a:lnTo>
                <a:lnTo>
                  <a:pt x="28575" y="342900"/>
                </a:lnTo>
                <a:lnTo>
                  <a:pt x="28575" y="352425"/>
                </a:lnTo>
                <a:lnTo>
                  <a:pt x="9525" y="352425"/>
                </a:lnTo>
                <a:lnTo>
                  <a:pt x="9525" y="342900"/>
                </a:lnTo>
                <a:lnTo>
                  <a:pt x="19050" y="342900"/>
                </a:lnTo>
                <a:lnTo>
                  <a:pt x="19050" y="333375"/>
                </a:lnTo>
                <a:lnTo>
                  <a:pt x="9525" y="333375"/>
                </a:lnTo>
                <a:lnTo>
                  <a:pt x="9525" y="323850"/>
                </a:lnTo>
                <a:lnTo>
                  <a:pt x="0" y="323850"/>
                </a:lnTo>
                <a:lnTo>
                  <a:pt x="0" y="304800"/>
                </a:lnTo>
                <a:lnTo>
                  <a:pt x="19050" y="304800"/>
                </a:lnTo>
                <a:lnTo>
                  <a:pt x="19050" y="314325"/>
                </a:lnTo>
                <a:lnTo>
                  <a:pt x="9525" y="314325"/>
                </a:lnTo>
                <a:lnTo>
                  <a:pt x="9525" y="323850"/>
                </a:lnTo>
                <a:lnTo>
                  <a:pt x="19050" y="323850"/>
                </a:lnTo>
                <a:lnTo>
                  <a:pt x="19050" y="314325"/>
                </a:lnTo>
                <a:lnTo>
                  <a:pt x="28575" y="314325"/>
                </a:lnTo>
                <a:lnTo>
                  <a:pt x="28575" y="295275"/>
                </a:lnTo>
                <a:lnTo>
                  <a:pt x="9525" y="295275"/>
                </a:lnTo>
                <a:lnTo>
                  <a:pt x="9525" y="285750"/>
                </a:lnTo>
                <a:lnTo>
                  <a:pt x="19050" y="285750"/>
                </a:lnTo>
                <a:close/>
                <a:moveTo>
                  <a:pt x="962025" y="266700"/>
                </a:moveTo>
                <a:lnTo>
                  <a:pt x="971550" y="266700"/>
                </a:lnTo>
                <a:lnTo>
                  <a:pt x="971550" y="247650"/>
                </a:lnTo>
                <a:lnTo>
                  <a:pt x="962025" y="247650"/>
                </a:lnTo>
                <a:close/>
                <a:moveTo>
                  <a:pt x="923925" y="276225"/>
                </a:moveTo>
                <a:lnTo>
                  <a:pt x="942975" y="276225"/>
                </a:lnTo>
                <a:lnTo>
                  <a:pt x="942975" y="285750"/>
                </a:lnTo>
                <a:lnTo>
                  <a:pt x="923925" y="285750"/>
                </a:lnTo>
                <a:close/>
                <a:moveTo>
                  <a:pt x="1066800" y="276225"/>
                </a:moveTo>
                <a:lnTo>
                  <a:pt x="1085850" y="276225"/>
                </a:lnTo>
                <a:lnTo>
                  <a:pt x="1085850" y="285750"/>
                </a:lnTo>
                <a:lnTo>
                  <a:pt x="1066800" y="285750"/>
                </a:lnTo>
                <a:close/>
                <a:moveTo>
                  <a:pt x="971550" y="285750"/>
                </a:moveTo>
                <a:lnTo>
                  <a:pt x="981075" y="285750"/>
                </a:lnTo>
                <a:lnTo>
                  <a:pt x="981075" y="266700"/>
                </a:lnTo>
                <a:lnTo>
                  <a:pt x="971550" y="266700"/>
                </a:lnTo>
                <a:close/>
                <a:moveTo>
                  <a:pt x="1133475" y="285750"/>
                </a:moveTo>
                <a:lnTo>
                  <a:pt x="1143000" y="285750"/>
                </a:lnTo>
                <a:lnTo>
                  <a:pt x="1143000" y="295275"/>
                </a:lnTo>
                <a:lnTo>
                  <a:pt x="1152525" y="295275"/>
                </a:lnTo>
                <a:lnTo>
                  <a:pt x="1152525" y="304800"/>
                </a:lnTo>
                <a:lnTo>
                  <a:pt x="1123950" y="304800"/>
                </a:lnTo>
                <a:lnTo>
                  <a:pt x="1123950" y="295275"/>
                </a:lnTo>
                <a:lnTo>
                  <a:pt x="1133475" y="295275"/>
                </a:lnTo>
                <a:close/>
                <a:moveTo>
                  <a:pt x="28575" y="295275"/>
                </a:moveTo>
                <a:lnTo>
                  <a:pt x="38100" y="295275"/>
                </a:lnTo>
                <a:lnTo>
                  <a:pt x="38100" y="285750"/>
                </a:lnTo>
                <a:lnTo>
                  <a:pt x="28575" y="285750"/>
                </a:lnTo>
                <a:close/>
                <a:moveTo>
                  <a:pt x="819150" y="295275"/>
                </a:moveTo>
                <a:lnTo>
                  <a:pt x="838200" y="295275"/>
                </a:lnTo>
                <a:lnTo>
                  <a:pt x="838200" y="314325"/>
                </a:lnTo>
                <a:lnTo>
                  <a:pt x="828675" y="314325"/>
                </a:lnTo>
                <a:lnTo>
                  <a:pt x="828675" y="304800"/>
                </a:lnTo>
                <a:lnTo>
                  <a:pt x="819150" y="304800"/>
                </a:lnTo>
                <a:close/>
                <a:moveTo>
                  <a:pt x="762000" y="314325"/>
                </a:moveTo>
                <a:lnTo>
                  <a:pt x="771525" y="314325"/>
                </a:lnTo>
                <a:lnTo>
                  <a:pt x="771525" y="323850"/>
                </a:lnTo>
                <a:lnTo>
                  <a:pt x="762000" y="323850"/>
                </a:lnTo>
                <a:close/>
                <a:moveTo>
                  <a:pt x="1028700" y="323850"/>
                </a:moveTo>
                <a:lnTo>
                  <a:pt x="1047750" y="323850"/>
                </a:lnTo>
                <a:lnTo>
                  <a:pt x="1047750" y="333375"/>
                </a:lnTo>
                <a:lnTo>
                  <a:pt x="1028700" y="333375"/>
                </a:lnTo>
                <a:close/>
                <a:moveTo>
                  <a:pt x="447675" y="352425"/>
                </a:moveTo>
                <a:lnTo>
                  <a:pt x="495300" y="352425"/>
                </a:lnTo>
                <a:lnTo>
                  <a:pt x="495300" y="361950"/>
                </a:lnTo>
                <a:lnTo>
                  <a:pt x="447675" y="361950"/>
                </a:lnTo>
                <a:close/>
                <a:moveTo>
                  <a:pt x="1019175" y="352425"/>
                </a:moveTo>
                <a:lnTo>
                  <a:pt x="1028700" y="352425"/>
                </a:lnTo>
                <a:lnTo>
                  <a:pt x="1028700" y="361950"/>
                </a:lnTo>
                <a:lnTo>
                  <a:pt x="1019175" y="361950"/>
                </a:lnTo>
                <a:close/>
                <a:moveTo>
                  <a:pt x="866775" y="361950"/>
                </a:moveTo>
                <a:lnTo>
                  <a:pt x="876300" y="361950"/>
                </a:lnTo>
                <a:lnTo>
                  <a:pt x="876300" y="352425"/>
                </a:lnTo>
                <a:lnTo>
                  <a:pt x="866775" y="352425"/>
                </a:lnTo>
                <a:close/>
                <a:moveTo>
                  <a:pt x="1133475" y="361950"/>
                </a:moveTo>
                <a:lnTo>
                  <a:pt x="1143000" y="361950"/>
                </a:lnTo>
                <a:lnTo>
                  <a:pt x="1143000" y="371475"/>
                </a:lnTo>
                <a:lnTo>
                  <a:pt x="1133475" y="371475"/>
                </a:lnTo>
                <a:close/>
                <a:moveTo>
                  <a:pt x="28575" y="371475"/>
                </a:moveTo>
                <a:lnTo>
                  <a:pt x="57150" y="371475"/>
                </a:lnTo>
                <a:lnTo>
                  <a:pt x="57150" y="400050"/>
                </a:lnTo>
                <a:lnTo>
                  <a:pt x="66675" y="400050"/>
                </a:lnTo>
                <a:lnTo>
                  <a:pt x="66675" y="419100"/>
                </a:lnTo>
                <a:lnTo>
                  <a:pt x="57150" y="419100"/>
                </a:lnTo>
                <a:lnTo>
                  <a:pt x="57150" y="428625"/>
                </a:lnTo>
                <a:lnTo>
                  <a:pt x="47625" y="428625"/>
                </a:lnTo>
                <a:lnTo>
                  <a:pt x="47625" y="390525"/>
                </a:lnTo>
                <a:lnTo>
                  <a:pt x="28575" y="390525"/>
                </a:lnTo>
                <a:close/>
                <a:moveTo>
                  <a:pt x="981075" y="371475"/>
                </a:moveTo>
                <a:lnTo>
                  <a:pt x="990600" y="371475"/>
                </a:lnTo>
                <a:lnTo>
                  <a:pt x="990600" y="381000"/>
                </a:lnTo>
                <a:lnTo>
                  <a:pt x="981075" y="381000"/>
                </a:lnTo>
                <a:close/>
                <a:moveTo>
                  <a:pt x="866775" y="381000"/>
                </a:moveTo>
                <a:lnTo>
                  <a:pt x="876300" y="381000"/>
                </a:lnTo>
                <a:lnTo>
                  <a:pt x="876300" y="390525"/>
                </a:lnTo>
                <a:lnTo>
                  <a:pt x="866775" y="390525"/>
                </a:lnTo>
                <a:close/>
                <a:moveTo>
                  <a:pt x="1047750" y="381000"/>
                </a:moveTo>
                <a:lnTo>
                  <a:pt x="1057275" y="381000"/>
                </a:lnTo>
                <a:lnTo>
                  <a:pt x="1057275" y="390525"/>
                </a:lnTo>
                <a:lnTo>
                  <a:pt x="1047750" y="390525"/>
                </a:lnTo>
                <a:close/>
                <a:moveTo>
                  <a:pt x="1104900" y="381000"/>
                </a:moveTo>
                <a:lnTo>
                  <a:pt x="1114425" y="381000"/>
                </a:lnTo>
                <a:lnTo>
                  <a:pt x="1114425" y="390525"/>
                </a:lnTo>
                <a:lnTo>
                  <a:pt x="1123950" y="390525"/>
                </a:lnTo>
                <a:lnTo>
                  <a:pt x="1123950" y="400050"/>
                </a:lnTo>
                <a:lnTo>
                  <a:pt x="1104900" y="400050"/>
                </a:lnTo>
                <a:close/>
                <a:moveTo>
                  <a:pt x="885825" y="390525"/>
                </a:moveTo>
                <a:lnTo>
                  <a:pt x="895350" y="390525"/>
                </a:lnTo>
                <a:lnTo>
                  <a:pt x="895350" y="409575"/>
                </a:lnTo>
                <a:lnTo>
                  <a:pt x="904875" y="409575"/>
                </a:lnTo>
                <a:lnTo>
                  <a:pt x="904875" y="419100"/>
                </a:lnTo>
                <a:lnTo>
                  <a:pt x="895350" y="419100"/>
                </a:lnTo>
                <a:lnTo>
                  <a:pt x="895350" y="428625"/>
                </a:lnTo>
                <a:lnTo>
                  <a:pt x="866775" y="428625"/>
                </a:lnTo>
                <a:lnTo>
                  <a:pt x="866775" y="419100"/>
                </a:lnTo>
                <a:lnTo>
                  <a:pt x="885825" y="419100"/>
                </a:lnTo>
                <a:lnTo>
                  <a:pt x="885825" y="409575"/>
                </a:lnTo>
                <a:lnTo>
                  <a:pt x="876300" y="409575"/>
                </a:lnTo>
                <a:lnTo>
                  <a:pt x="876300" y="400050"/>
                </a:lnTo>
                <a:lnTo>
                  <a:pt x="885825" y="400050"/>
                </a:lnTo>
                <a:close/>
                <a:moveTo>
                  <a:pt x="0" y="409575"/>
                </a:moveTo>
                <a:lnTo>
                  <a:pt x="19050" y="409575"/>
                </a:lnTo>
                <a:lnTo>
                  <a:pt x="19050" y="419100"/>
                </a:lnTo>
                <a:lnTo>
                  <a:pt x="0" y="419100"/>
                </a:lnTo>
                <a:close/>
                <a:moveTo>
                  <a:pt x="19050" y="419100"/>
                </a:moveTo>
                <a:lnTo>
                  <a:pt x="28575" y="419100"/>
                </a:lnTo>
                <a:lnTo>
                  <a:pt x="28575" y="438150"/>
                </a:lnTo>
                <a:lnTo>
                  <a:pt x="38100" y="438150"/>
                </a:lnTo>
                <a:lnTo>
                  <a:pt x="38100" y="457200"/>
                </a:lnTo>
                <a:lnTo>
                  <a:pt x="28575" y="457200"/>
                </a:lnTo>
                <a:lnTo>
                  <a:pt x="28575" y="466725"/>
                </a:lnTo>
                <a:lnTo>
                  <a:pt x="47625" y="466725"/>
                </a:lnTo>
                <a:lnTo>
                  <a:pt x="47625" y="485775"/>
                </a:lnTo>
                <a:lnTo>
                  <a:pt x="28575" y="485775"/>
                </a:lnTo>
                <a:lnTo>
                  <a:pt x="28575" y="476250"/>
                </a:lnTo>
                <a:lnTo>
                  <a:pt x="19050" y="476250"/>
                </a:lnTo>
                <a:lnTo>
                  <a:pt x="19050" y="457200"/>
                </a:lnTo>
                <a:lnTo>
                  <a:pt x="9525" y="457200"/>
                </a:lnTo>
                <a:lnTo>
                  <a:pt x="9525" y="438150"/>
                </a:lnTo>
                <a:lnTo>
                  <a:pt x="19050" y="438150"/>
                </a:lnTo>
                <a:close/>
                <a:moveTo>
                  <a:pt x="781050" y="428625"/>
                </a:moveTo>
                <a:lnTo>
                  <a:pt x="790575" y="428625"/>
                </a:lnTo>
                <a:lnTo>
                  <a:pt x="790575" y="447675"/>
                </a:lnTo>
                <a:lnTo>
                  <a:pt x="781050" y="447675"/>
                </a:lnTo>
                <a:close/>
                <a:moveTo>
                  <a:pt x="342900" y="438150"/>
                </a:moveTo>
                <a:lnTo>
                  <a:pt x="352425" y="438150"/>
                </a:lnTo>
                <a:lnTo>
                  <a:pt x="352425" y="447675"/>
                </a:lnTo>
                <a:lnTo>
                  <a:pt x="342900" y="447675"/>
                </a:lnTo>
                <a:close/>
                <a:moveTo>
                  <a:pt x="333375" y="447675"/>
                </a:moveTo>
                <a:lnTo>
                  <a:pt x="342900" y="447675"/>
                </a:lnTo>
                <a:lnTo>
                  <a:pt x="342900" y="457200"/>
                </a:lnTo>
                <a:lnTo>
                  <a:pt x="333375" y="457200"/>
                </a:lnTo>
                <a:close/>
                <a:moveTo>
                  <a:pt x="800100" y="447675"/>
                </a:moveTo>
                <a:lnTo>
                  <a:pt x="809625" y="447675"/>
                </a:lnTo>
                <a:lnTo>
                  <a:pt x="809625" y="457200"/>
                </a:lnTo>
                <a:lnTo>
                  <a:pt x="800100" y="457200"/>
                </a:lnTo>
                <a:close/>
                <a:moveTo>
                  <a:pt x="342900" y="457200"/>
                </a:moveTo>
                <a:lnTo>
                  <a:pt x="352425" y="457200"/>
                </a:lnTo>
                <a:lnTo>
                  <a:pt x="352425" y="466725"/>
                </a:lnTo>
                <a:lnTo>
                  <a:pt x="342900" y="466725"/>
                </a:lnTo>
                <a:close/>
                <a:moveTo>
                  <a:pt x="904875" y="457200"/>
                </a:moveTo>
                <a:lnTo>
                  <a:pt x="914400" y="457200"/>
                </a:lnTo>
                <a:lnTo>
                  <a:pt x="914400" y="466725"/>
                </a:lnTo>
                <a:lnTo>
                  <a:pt x="904875" y="466725"/>
                </a:lnTo>
                <a:close/>
                <a:moveTo>
                  <a:pt x="0" y="466725"/>
                </a:moveTo>
                <a:lnTo>
                  <a:pt x="9525" y="466725"/>
                </a:lnTo>
                <a:lnTo>
                  <a:pt x="9525" y="476250"/>
                </a:lnTo>
                <a:lnTo>
                  <a:pt x="0" y="476250"/>
                </a:lnTo>
                <a:close/>
                <a:moveTo>
                  <a:pt x="762000" y="476250"/>
                </a:moveTo>
                <a:lnTo>
                  <a:pt x="790575" y="476250"/>
                </a:lnTo>
                <a:lnTo>
                  <a:pt x="790575" y="485775"/>
                </a:lnTo>
                <a:lnTo>
                  <a:pt x="800100" y="485775"/>
                </a:lnTo>
                <a:lnTo>
                  <a:pt x="800100" y="495300"/>
                </a:lnTo>
                <a:lnTo>
                  <a:pt x="809625" y="495300"/>
                </a:lnTo>
                <a:lnTo>
                  <a:pt x="809625" y="504825"/>
                </a:lnTo>
                <a:lnTo>
                  <a:pt x="790575" y="504825"/>
                </a:lnTo>
                <a:lnTo>
                  <a:pt x="790575" y="495300"/>
                </a:lnTo>
                <a:lnTo>
                  <a:pt x="781050" y="495300"/>
                </a:lnTo>
                <a:lnTo>
                  <a:pt x="781050" y="485775"/>
                </a:lnTo>
                <a:lnTo>
                  <a:pt x="762000" y="485775"/>
                </a:lnTo>
                <a:close/>
                <a:moveTo>
                  <a:pt x="895350" y="485775"/>
                </a:moveTo>
                <a:lnTo>
                  <a:pt x="904875" y="485775"/>
                </a:lnTo>
                <a:lnTo>
                  <a:pt x="904875" y="495300"/>
                </a:lnTo>
                <a:lnTo>
                  <a:pt x="895350" y="495300"/>
                </a:lnTo>
                <a:close/>
                <a:moveTo>
                  <a:pt x="819150" y="495300"/>
                </a:moveTo>
                <a:lnTo>
                  <a:pt x="828675" y="495300"/>
                </a:lnTo>
                <a:lnTo>
                  <a:pt x="828675" y="523875"/>
                </a:lnTo>
                <a:lnTo>
                  <a:pt x="819150" y="523875"/>
                </a:lnTo>
                <a:close/>
                <a:moveTo>
                  <a:pt x="19050" y="504825"/>
                </a:moveTo>
                <a:lnTo>
                  <a:pt x="28575" y="504825"/>
                </a:lnTo>
                <a:lnTo>
                  <a:pt x="28575" y="514350"/>
                </a:lnTo>
                <a:lnTo>
                  <a:pt x="38100" y="514350"/>
                </a:lnTo>
                <a:lnTo>
                  <a:pt x="38100" y="533400"/>
                </a:lnTo>
                <a:lnTo>
                  <a:pt x="9525" y="533400"/>
                </a:lnTo>
                <a:lnTo>
                  <a:pt x="9525" y="523875"/>
                </a:lnTo>
                <a:lnTo>
                  <a:pt x="0" y="523875"/>
                </a:lnTo>
                <a:lnTo>
                  <a:pt x="0" y="514350"/>
                </a:lnTo>
                <a:lnTo>
                  <a:pt x="19050" y="514350"/>
                </a:lnTo>
                <a:close/>
                <a:moveTo>
                  <a:pt x="857250" y="514350"/>
                </a:moveTo>
                <a:lnTo>
                  <a:pt x="866775" y="514350"/>
                </a:lnTo>
                <a:lnTo>
                  <a:pt x="866775" y="523875"/>
                </a:lnTo>
                <a:lnTo>
                  <a:pt x="857250" y="523875"/>
                </a:lnTo>
                <a:close/>
                <a:moveTo>
                  <a:pt x="1162050" y="514350"/>
                </a:moveTo>
                <a:lnTo>
                  <a:pt x="1171575" y="514350"/>
                </a:lnTo>
                <a:lnTo>
                  <a:pt x="1171575" y="523875"/>
                </a:lnTo>
                <a:lnTo>
                  <a:pt x="1162050" y="523875"/>
                </a:lnTo>
                <a:close/>
                <a:moveTo>
                  <a:pt x="800100" y="523875"/>
                </a:moveTo>
                <a:lnTo>
                  <a:pt x="809625" y="523875"/>
                </a:lnTo>
                <a:lnTo>
                  <a:pt x="809625" y="533400"/>
                </a:lnTo>
                <a:lnTo>
                  <a:pt x="800100" y="533400"/>
                </a:lnTo>
                <a:close/>
                <a:moveTo>
                  <a:pt x="819150" y="542925"/>
                </a:moveTo>
                <a:lnTo>
                  <a:pt x="828675" y="542925"/>
                </a:lnTo>
                <a:lnTo>
                  <a:pt x="828675" y="552450"/>
                </a:lnTo>
                <a:lnTo>
                  <a:pt x="819150" y="552450"/>
                </a:lnTo>
                <a:close/>
                <a:moveTo>
                  <a:pt x="1133475" y="552450"/>
                </a:moveTo>
                <a:lnTo>
                  <a:pt x="1162050" y="552450"/>
                </a:lnTo>
                <a:lnTo>
                  <a:pt x="1162050" y="561975"/>
                </a:lnTo>
                <a:lnTo>
                  <a:pt x="1181100" y="561975"/>
                </a:lnTo>
                <a:lnTo>
                  <a:pt x="1181100" y="571500"/>
                </a:lnTo>
                <a:lnTo>
                  <a:pt x="1152525" y="571500"/>
                </a:lnTo>
                <a:lnTo>
                  <a:pt x="1152525" y="561975"/>
                </a:lnTo>
                <a:lnTo>
                  <a:pt x="1133475" y="561975"/>
                </a:lnTo>
                <a:close/>
                <a:moveTo>
                  <a:pt x="47625" y="561975"/>
                </a:moveTo>
                <a:lnTo>
                  <a:pt x="57150" y="561975"/>
                </a:lnTo>
                <a:lnTo>
                  <a:pt x="57150" y="581025"/>
                </a:lnTo>
                <a:lnTo>
                  <a:pt x="47625" y="581025"/>
                </a:lnTo>
                <a:close/>
                <a:moveTo>
                  <a:pt x="76200" y="561975"/>
                </a:moveTo>
                <a:lnTo>
                  <a:pt x="85725" y="561975"/>
                </a:lnTo>
                <a:lnTo>
                  <a:pt x="85725" y="571500"/>
                </a:lnTo>
                <a:lnTo>
                  <a:pt x="76200" y="571500"/>
                </a:lnTo>
                <a:close/>
                <a:moveTo>
                  <a:pt x="857250" y="561975"/>
                </a:moveTo>
                <a:lnTo>
                  <a:pt x="866775" y="561975"/>
                </a:lnTo>
                <a:lnTo>
                  <a:pt x="866775" y="571500"/>
                </a:lnTo>
                <a:lnTo>
                  <a:pt x="857250" y="571500"/>
                </a:lnTo>
                <a:close/>
                <a:moveTo>
                  <a:pt x="1104900" y="561975"/>
                </a:moveTo>
                <a:lnTo>
                  <a:pt x="1114425" y="561975"/>
                </a:lnTo>
                <a:lnTo>
                  <a:pt x="1114425" y="581025"/>
                </a:lnTo>
                <a:lnTo>
                  <a:pt x="1095375" y="581025"/>
                </a:lnTo>
                <a:lnTo>
                  <a:pt x="1095375" y="571500"/>
                </a:lnTo>
                <a:lnTo>
                  <a:pt x="1104900" y="571500"/>
                </a:lnTo>
                <a:close/>
                <a:moveTo>
                  <a:pt x="28575" y="571500"/>
                </a:moveTo>
                <a:lnTo>
                  <a:pt x="38100" y="571500"/>
                </a:lnTo>
                <a:lnTo>
                  <a:pt x="38100" y="590550"/>
                </a:lnTo>
                <a:lnTo>
                  <a:pt x="47625" y="590550"/>
                </a:lnTo>
                <a:lnTo>
                  <a:pt x="47625" y="600075"/>
                </a:lnTo>
                <a:lnTo>
                  <a:pt x="57150" y="600075"/>
                </a:lnTo>
                <a:lnTo>
                  <a:pt x="57150" y="609600"/>
                </a:lnTo>
                <a:lnTo>
                  <a:pt x="38100" y="609600"/>
                </a:lnTo>
                <a:lnTo>
                  <a:pt x="38100" y="600075"/>
                </a:lnTo>
                <a:lnTo>
                  <a:pt x="19050" y="600075"/>
                </a:lnTo>
                <a:lnTo>
                  <a:pt x="19050" y="590550"/>
                </a:lnTo>
                <a:lnTo>
                  <a:pt x="28575" y="590550"/>
                </a:lnTo>
                <a:close/>
                <a:moveTo>
                  <a:pt x="400050" y="571500"/>
                </a:moveTo>
                <a:lnTo>
                  <a:pt x="409575" y="571500"/>
                </a:lnTo>
                <a:lnTo>
                  <a:pt x="409575" y="581025"/>
                </a:lnTo>
                <a:lnTo>
                  <a:pt x="400050" y="581025"/>
                </a:lnTo>
                <a:close/>
                <a:moveTo>
                  <a:pt x="285750" y="581025"/>
                </a:moveTo>
                <a:lnTo>
                  <a:pt x="314325" y="581025"/>
                </a:lnTo>
                <a:lnTo>
                  <a:pt x="314325" y="590550"/>
                </a:lnTo>
                <a:lnTo>
                  <a:pt x="295275" y="590550"/>
                </a:lnTo>
                <a:lnTo>
                  <a:pt x="295275" y="600075"/>
                </a:lnTo>
                <a:lnTo>
                  <a:pt x="285750" y="600075"/>
                </a:lnTo>
                <a:close/>
                <a:moveTo>
                  <a:pt x="323850" y="581025"/>
                </a:moveTo>
                <a:lnTo>
                  <a:pt x="342900" y="581025"/>
                </a:lnTo>
                <a:lnTo>
                  <a:pt x="342900" y="600075"/>
                </a:lnTo>
                <a:lnTo>
                  <a:pt x="333375" y="600075"/>
                </a:lnTo>
                <a:lnTo>
                  <a:pt x="333375" y="590550"/>
                </a:lnTo>
                <a:lnTo>
                  <a:pt x="323850" y="590550"/>
                </a:lnTo>
                <a:close/>
                <a:moveTo>
                  <a:pt x="638175" y="581025"/>
                </a:moveTo>
                <a:lnTo>
                  <a:pt x="647700" y="581025"/>
                </a:lnTo>
                <a:lnTo>
                  <a:pt x="647700" y="590550"/>
                </a:lnTo>
                <a:lnTo>
                  <a:pt x="638175" y="590550"/>
                </a:lnTo>
                <a:close/>
                <a:moveTo>
                  <a:pt x="981075" y="581025"/>
                </a:moveTo>
                <a:lnTo>
                  <a:pt x="990600" y="581025"/>
                </a:lnTo>
                <a:lnTo>
                  <a:pt x="990600" y="590550"/>
                </a:lnTo>
                <a:lnTo>
                  <a:pt x="981075" y="590550"/>
                </a:lnTo>
                <a:close/>
                <a:moveTo>
                  <a:pt x="552450" y="590550"/>
                </a:moveTo>
                <a:lnTo>
                  <a:pt x="561975" y="590550"/>
                </a:lnTo>
                <a:lnTo>
                  <a:pt x="561975" y="609600"/>
                </a:lnTo>
                <a:lnTo>
                  <a:pt x="542925" y="609600"/>
                </a:lnTo>
                <a:lnTo>
                  <a:pt x="542925" y="600075"/>
                </a:lnTo>
                <a:lnTo>
                  <a:pt x="552450" y="600075"/>
                </a:lnTo>
                <a:close/>
                <a:moveTo>
                  <a:pt x="1162050" y="590550"/>
                </a:moveTo>
                <a:lnTo>
                  <a:pt x="1171575" y="590550"/>
                </a:lnTo>
                <a:lnTo>
                  <a:pt x="1171575" y="600075"/>
                </a:lnTo>
                <a:lnTo>
                  <a:pt x="1181100" y="600075"/>
                </a:lnTo>
                <a:lnTo>
                  <a:pt x="1181100" y="609600"/>
                </a:lnTo>
                <a:lnTo>
                  <a:pt x="1162050" y="609600"/>
                </a:lnTo>
                <a:close/>
                <a:moveTo>
                  <a:pt x="28575" y="609600"/>
                </a:moveTo>
                <a:lnTo>
                  <a:pt x="38100" y="609600"/>
                </a:lnTo>
                <a:lnTo>
                  <a:pt x="38100" y="619125"/>
                </a:lnTo>
                <a:lnTo>
                  <a:pt x="28575" y="619125"/>
                </a:lnTo>
                <a:close/>
                <a:moveTo>
                  <a:pt x="723900" y="609600"/>
                </a:moveTo>
                <a:lnTo>
                  <a:pt x="733425" y="609600"/>
                </a:lnTo>
                <a:lnTo>
                  <a:pt x="733425" y="628650"/>
                </a:lnTo>
                <a:lnTo>
                  <a:pt x="704850" y="628650"/>
                </a:lnTo>
                <a:lnTo>
                  <a:pt x="704850" y="619125"/>
                </a:lnTo>
                <a:lnTo>
                  <a:pt x="723900" y="619125"/>
                </a:lnTo>
                <a:close/>
                <a:moveTo>
                  <a:pt x="1095375" y="609600"/>
                </a:moveTo>
                <a:lnTo>
                  <a:pt x="1104900" y="609600"/>
                </a:lnTo>
                <a:lnTo>
                  <a:pt x="1104900" y="619125"/>
                </a:lnTo>
                <a:lnTo>
                  <a:pt x="1095375" y="619125"/>
                </a:lnTo>
                <a:close/>
                <a:moveTo>
                  <a:pt x="1133475" y="609600"/>
                </a:moveTo>
                <a:lnTo>
                  <a:pt x="1143000" y="609600"/>
                </a:lnTo>
                <a:lnTo>
                  <a:pt x="1143000" y="619125"/>
                </a:lnTo>
                <a:lnTo>
                  <a:pt x="1133475" y="619125"/>
                </a:lnTo>
                <a:close/>
                <a:moveTo>
                  <a:pt x="0" y="619125"/>
                </a:moveTo>
                <a:lnTo>
                  <a:pt x="9525" y="619125"/>
                </a:lnTo>
                <a:lnTo>
                  <a:pt x="9525" y="628650"/>
                </a:lnTo>
                <a:lnTo>
                  <a:pt x="0" y="628650"/>
                </a:lnTo>
                <a:close/>
                <a:moveTo>
                  <a:pt x="1143000" y="619125"/>
                </a:moveTo>
                <a:lnTo>
                  <a:pt x="1152525" y="619125"/>
                </a:lnTo>
                <a:lnTo>
                  <a:pt x="1152525" y="638175"/>
                </a:lnTo>
                <a:lnTo>
                  <a:pt x="1143000" y="638175"/>
                </a:lnTo>
                <a:close/>
                <a:moveTo>
                  <a:pt x="695325" y="628650"/>
                </a:moveTo>
                <a:lnTo>
                  <a:pt x="704850" y="628650"/>
                </a:lnTo>
                <a:lnTo>
                  <a:pt x="704850" y="638175"/>
                </a:lnTo>
                <a:lnTo>
                  <a:pt x="695325" y="638175"/>
                </a:lnTo>
                <a:close/>
                <a:moveTo>
                  <a:pt x="1162050" y="628650"/>
                </a:moveTo>
                <a:lnTo>
                  <a:pt x="1171575" y="628650"/>
                </a:lnTo>
                <a:lnTo>
                  <a:pt x="1171575" y="638175"/>
                </a:lnTo>
                <a:lnTo>
                  <a:pt x="1190625" y="638175"/>
                </a:lnTo>
                <a:lnTo>
                  <a:pt x="1190625" y="666750"/>
                </a:lnTo>
                <a:lnTo>
                  <a:pt x="1181100" y="666750"/>
                </a:lnTo>
                <a:lnTo>
                  <a:pt x="1181100" y="657225"/>
                </a:lnTo>
                <a:lnTo>
                  <a:pt x="1171575" y="657225"/>
                </a:lnTo>
                <a:lnTo>
                  <a:pt x="1171575" y="685800"/>
                </a:lnTo>
                <a:lnTo>
                  <a:pt x="1152525" y="685800"/>
                </a:lnTo>
                <a:lnTo>
                  <a:pt x="1152525" y="676275"/>
                </a:lnTo>
                <a:lnTo>
                  <a:pt x="1143000" y="676275"/>
                </a:lnTo>
                <a:lnTo>
                  <a:pt x="1143000" y="657225"/>
                </a:lnTo>
                <a:lnTo>
                  <a:pt x="1152525" y="657225"/>
                </a:lnTo>
                <a:lnTo>
                  <a:pt x="1152525" y="666750"/>
                </a:lnTo>
                <a:lnTo>
                  <a:pt x="1162050" y="666750"/>
                </a:lnTo>
                <a:close/>
                <a:moveTo>
                  <a:pt x="942975" y="638175"/>
                </a:moveTo>
                <a:lnTo>
                  <a:pt x="962025" y="638175"/>
                </a:lnTo>
                <a:lnTo>
                  <a:pt x="962025" y="647700"/>
                </a:lnTo>
                <a:lnTo>
                  <a:pt x="942975" y="647700"/>
                </a:lnTo>
                <a:close/>
                <a:moveTo>
                  <a:pt x="19050" y="647700"/>
                </a:moveTo>
                <a:lnTo>
                  <a:pt x="28575" y="647700"/>
                </a:lnTo>
                <a:lnTo>
                  <a:pt x="28575" y="657225"/>
                </a:lnTo>
                <a:lnTo>
                  <a:pt x="38100" y="657225"/>
                </a:lnTo>
                <a:lnTo>
                  <a:pt x="38100" y="666750"/>
                </a:lnTo>
                <a:lnTo>
                  <a:pt x="47625" y="666750"/>
                </a:lnTo>
                <a:lnTo>
                  <a:pt x="47625" y="676275"/>
                </a:lnTo>
                <a:lnTo>
                  <a:pt x="38100" y="676275"/>
                </a:lnTo>
                <a:lnTo>
                  <a:pt x="38100" y="685800"/>
                </a:lnTo>
                <a:lnTo>
                  <a:pt x="28575" y="685800"/>
                </a:lnTo>
                <a:lnTo>
                  <a:pt x="28575" y="666750"/>
                </a:lnTo>
                <a:lnTo>
                  <a:pt x="0" y="666750"/>
                </a:lnTo>
                <a:lnTo>
                  <a:pt x="0" y="657225"/>
                </a:lnTo>
                <a:lnTo>
                  <a:pt x="19050" y="657225"/>
                </a:lnTo>
                <a:close/>
                <a:moveTo>
                  <a:pt x="971550" y="647700"/>
                </a:moveTo>
                <a:lnTo>
                  <a:pt x="1009650" y="647700"/>
                </a:lnTo>
                <a:lnTo>
                  <a:pt x="1009650" y="666750"/>
                </a:lnTo>
                <a:lnTo>
                  <a:pt x="1000125" y="666750"/>
                </a:lnTo>
                <a:lnTo>
                  <a:pt x="1000125" y="657225"/>
                </a:lnTo>
                <a:lnTo>
                  <a:pt x="971550" y="657225"/>
                </a:lnTo>
                <a:close/>
                <a:moveTo>
                  <a:pt x="1104900" y="647700"/>
                </a:moveTo>
                <a:lnTo>
                  <a:pt x="1123950" y="647700"/>
                </a:lnTo>
                <a:lnTo>
                  <a:pt x="1123950" y="657225"/>
                </a:lnTo>
                <a:lnTo>
                  <a:pt x="1114425" y="657225"/>
                </a:lnTo>
                <a:lnTo>
                  <a:pt x="1114425" y="666750"/>
                </a:lnTo>
                <a:lnTo>
                  <a:pt x="1104900" y="666750"/>
                </a:lnTo>
                <a:close/>
                <a:moveTo>
                  <a:pt x="57150" y="657225"/>
                </a:moveTo>
                <a:lnTo>
                  <a:pt x="66675" y="657225"/>
                </a:lnTo>
                <a:lnTo>
                  <a:pt x="66675" y="666750"/>
                </a:lnTo>
                <a:lnTo>
                  <a:pt x="104775" y="666750"/>
                </a:lnTo>
                <a:lnTo>
                  <a:pt x="104775" y="685800"/>
                </a:lnTo>
                <a:lnTo>
                  <a:pt x="76200" y="685800"/>
                </a:lnTo>
                <a:lnTo>
                  <a:pt x="76200" y="676275"/>
                </a:lnTo>
                <a:lnTo>
                  <a:pt x="66675" y="676275"/>
                </a:lnTo>
                <a:lnTo>
                  <a:pt x="66675" y="685800"/>
                </a:lnTo>
                <a:lnTo>
                  <a:pt x="57150" y="685800"/>
                </a:lnTo>
                <a:close/>
                <a:moveTo>
                  <a:pt x="485775" y="657225"/>
                </a:moveTo>
                <a:lnTo>
                  <a:pt x="495300" y="657225"/>
                </a:lnTo>
                <a:lnTo>
                  <a:pt x="495300" y="666750"/>
                </a:lnTo>
                <a:lnTo>
                  <a:pt x="514350" y="666750"/>
                </a:lnTo>
                <a:lnTo>
                  <a:pt x="514350" y="676275"/>
                </a:lnTo>
                <a:lnTo>
                  <a:pt x="495300" y="676275"/>
                </a:lnTo>
                <a:lnTo>
                  <a:pt x="495300" y="685800"/>
                </a:lnTo>
                <a:lnTo>
                  <a:pt x="485775" y="685800"/>
                </a:lnTo>
                <a:lnTo>
                  <a:pt x="485775" y="676275"/>
                </a:lnTo>
                <a:lnTo>
                  <a:pt x="476250" y="676275"/>
                </a:lnTo>
                <a:lnTo>
                  <a:pt x="476250" y="695325"/>
                </a:lnTo>
                <a:lnTo>
                  <a:pt x="457200" y="695325"/>
                </a:lnTo>
                <a:lnTo>
                  <a:pt x="457200" y="685800"/>
                </a:lnTo>
                <a:lnTo>
                  <a:pt x="447675" y="685800"/>
                </a:lnTo>
                <a:lnTo>
                  <a:pt x="447675" y="666750"/>
                </a:lnTo>
                <a:lnTo>
                  <a:pt x="485775" y="666750"/>
                </a:lnTo>
                <a:close/>
                <a:moveTo>
                  <a:pt x="523875" y="657225"/>
                </a:moveTo>
                <a:lnTo>
                  <a:pt x="533400" y="657225"/>
                </a:lnTo>
                <a:lnTo>
                  <a:pt x="533400" y="666750"/>
                </a:lnTo>
                <a:lnTo>
                  <a:pt x="523875" y="666750"/>
                </a:lnTo>
                <a:close/>
                <a:moveTo>
                  <a:pt x="1057275" y="657225"/>
                </a:moveTo>
                <a:lnTo>
                  <a:pt x="1066800" y="657225"/>
                </a:lnTo>
                <a:lnTo>
                  <a:pt x="1066800" y="666750"/>
                </a:lnTo>
                <a:lnTo>
                  <a:pt x="1057275" y="666750"/>
                </a:lnTo>
                <a:close/>
                <a:moveTo>
                  <a:pt x="381000" y="666750"/>
                </a:moveTo>
                <a:lnTo>
                  <a:pt x="390525" y="666750"/>
                </a:lnTo>
                <a:lnTo>
                  <a:pt x="390525" y="676275"/>
                </a:lnTo>
                <a:lnTo>
                  <a:pt x="381000" y="676275"/>
                </a:lnTo>
                <a:close/>
                <a:moveTo>
                  <a:pt x="419100" y="666750"/>
                </a:moveTo>
                <a:lnTo>
                  <a:pt x="428625" y="666750"/>
                </a:lnTo>
                <a:lnTo>
                  <a:pt x="428625" y="685800"/>
                </a:lnTo>
                <a:lnTo>
                  <a:pt x="447675" y="685800"/>
                </a:lnTo>
                <a:lnTo>
                  <a:pt x="447675" y="704850"/>
                </a:lnTo>
                <a:lnTo>
                  <a:pt x="419100" y="704850"/>
                </a:lnTo>
                <a:lnTo>
                  <a:pt x="419100" y="695325"/>
                </a:lnTo>
                <a:lnTo>
                  <a:pt x="400050" y="695325"/>
                </a:lnTo>
                <a:lnTo>
                  <a:pt x="400050" y="685800"/>
                </a:lnTo>
                <a:lnTo>
                  <a:pt x="409575" y="685800"/>
                </a:lnTo>
                <a:lnTo>
                  <a:pt x="409575" y="676275"/>
                </a:lnTo>
                <a:lnTo>
                  <a:pt x="419100" y="676275"/>
                </a:lnTo>
                <a:close/>
                <a:moveTo>
                  <a:pt x="638175" y="666750"/>
                </a:moveTo>
                <a:lnTo>
                  <a:pt x="647700" y="666750"/>
                </a:lnTo>
                <a:lnTo>
                  <a:pt x="647700" y="704850"/>
                </a:lnTo>
                <a:lnTo>
                  <a:pt x="638175" y="704850"/>
                </a:lnTo>
                <a:lnTo>
                  <a:pt x="638175" y="695325"/>
                </a:lnTo>
                <a:lnTo>
                  <a:pt x="628650" y="695325"/>
                </a:lnTo>
                <a:lnTo>
                  <a:pt x="628650" y="685800"/>
                </a:lnTo>
                <a:lnTo>
                  <a:pt x="619125" y="685800"/>
                </a:lnTo>
                <a:lnTo>
                  <a:pt x="619125" y="676275"/>
                </a:lnTo>
                <a:lnTo>
                  <a:pt x="638175" y="676275"/>
                </a:lnTo>
                <a:close/>
                <a:moveTo>
                  <a:pt x="1009650" y="666750"/>
                </a:moveTo>
                <a:lnTo>
                  <a:pt x="1019175" y="666750"/>
                </a:lnTo>
                <a:lnTo>
                  <a:pt x="1019175" y="704850"/>
                </a:lnTo>
                <a:lnTo>
                  <a:pt x="1009650" y="704850"/>
                </a:lnTo>
                <a:lnTo>
                  <a:pt x="1009650" y="695325"/>
                </a:lnTo>
                <a:lnTo>
                  <a:pt x="1000125" y="695325"/>
                </a:lnTo>
                <a:lnTo>
                  <a:pt x="1000125" y="676275"/>
                </a:lnTo>
                <a:lnTo>
                  <a:pt x="1009650" y="676275"/>
                </a:lnTo>
                <a:close/>
                <a:moveTo>
                  <a:pt x="333375" y="676275"/>
                </a:moveTo>
                <a:lnTo>
                  <a:pt x="342900" y="676275"/>
                </a:lnTo>
                <a:lnTo>
                  <a:pt x="342900" y="685800"/>
                </a:lnTo>
                <a:lnTo>
                  <a:pt x="352425" y="685800"/>
                </a:lnTo>
                <a:lnTo>
                  <a:pt x="352425" y="676275"/>
                </a:lnTo>
                <a:lnTo>
                  <a:pt x="371475" y="676275"/>
                </a:lnTo>
                <a:lnTo>
                  <a:pt x="371475" y="685800"/>
                </a:lnTo>
                <a:lnTo>
                  <a:pt x="361950" y="685800"/>
                </a:lnTo>
                <a:lnTo>
                  <a:pt x="361950" y="714375"/>
                </a:lnTo>
                <a:lnTo>
                  <a:pt x="352425" y="714375"/>
                </a:lnTo>
                <a:lnTo>
                  <a:pt x="352425" y="704850"/>
                </a:lnTo>
                <a:lnTo>
                  <a:pt x="333375" y="704850"/>
                </a:lnTo>
                <a:close/>
                <a:moveTo>
                  <a:pt x="533400" y="676275"/>
                </a:moveTo>
                <a:lnTo>
                  <a:pt x="552450" y="676275"/>
                </a:lnTo>
                <a:lnTo>
                  <a:pt x="552450" y="695325"/>
                </a:lnTo>
                <a:lnTo>
                  <a:pt x="542925" y="695325"/>
                </a:lnTo>
                <a:lnTo>
                  <a:pt x="542925" y="685800"/>
                </a:lnTo>
                <a:lnTo>
                  <a:pt x="533400" y="685800"/>
                </a:lnTo>
                <a:close/>
                <a:moveTo>
                  <a:pt x="1066800" y="676275"/>
                </a:moveTo>
                <a:lnTo>
                  <a:pt x="1085850" y="676275"/>
                </a:lnTo>
                <a:lnTo>
                  <a:pt x="1085850" y="685800"/>
                </a:lnTo>
                <a:lnTo>
                  <a:pt x="1066800" y="685800"/>
                </a:lnTo>
                <a:close/>
                <a:moveTo>
                  <a:pt x="1123950" y="676275"/>
                </a:moveTo>
                <a:lnTo>
                  <a:pt x="1143000" y="676275"/>
                </a:lnTo>
                <a:lnTo>
                  <a:pt x="1143000" y="695325"/>
                </a:lnTo>
                <a:lnTo>
                  <a:pt x="1133475" y="695325"/>
                </a:lnTo>
                <a:lnTo>
                  <a:pt x="1133475" y="714375"/>
                </a:lnTo>
                <a:lnTo>
                  <a:pt x="1123950" y="714375"/>
                </a:lnTo>
                <a:lnTo>
                  <a:pt x="1123950" y="704850"/>
                </a:lnTo>
                <a:lnTo>
                  <a:pt x="1114425" y="704850"/>
                </a:lnTo>
                <a:lnTo>
                  <a:pt x="1114425" y="714375"/>
                </a:lnTo>
                <a:lnTo>
                  <a:pt x="1104900" y="714375"/>
                </a:lnTo>
                <a:lnTo>
                  <a:pt x="1104900" y="695325"/>
                </a:lnTo>
                <a:lnTo>
                  <a:pt x="1123950" y="695325"/>
                </a:lnTo>
                <a:close/>
                <a:moveTo>
                  <a:pt x="1200150" y="676275"/>
                </a:moveTo>
                <a:lnTo>
                  <a:pt x="1209675" y="676275"/>
                </a:lnTo>
                <a:lnTo>
                  <a:pt x="1209675" y="685800"/>
                </a:lnTo>
                <a:lnTo>
                  <a:pt x="1200150" y="685800"/>
                </a:lnTo>
                <a:close/>
                <a:moveTo>
                  <a:pt x="457200" y="685800"/>
                </a:moveTo>
                <a:lnTo>
                  <a:pt x="466725" y="685800"/>
                </a:lnTo>
                <a:lnTo>
                  <a:pt x="466725" y="676275"/>
                </a:lnTo>
                <a:lnTo>
                  <a:pt x="457200" y="676275"/>
                </a:lnTo>
                <a:close/>
                <a:moveTo>
                  <a:pt x="571500" y="685800"/>
                </a:moveTo>
                <a:lnTo>
                  <a:pt x="581025" y="685800"/>
                </a:lnTo>
                <a:lnTo>
                  <a:pt x="581025" y="695325"/>
                </a:lnTo>
                <a:lnTo>
                  <a:pt x="571500" y="695325"/>
                </a:lnTo>
                <a:close/>
                <a:moveTo>
                  <a:pt x="685800" y="685800"/>
                </a:moveTo>
                <a:lnTo>
                  <a:pt x="695325" y="685800"/>
                </a:lnTo>
                <a:lnTo>
                  <a:pt x="695325" y="695325"/>
                </a:lnTo>
                <a:lnTo>
                  <a:pt x="685800" y="695325"/>
                </a:lnTo>
                <a:close/>
                <a:moveTo>
                  <a:pt x="1190625" y="685800"/>
                </a:moveTo>
                <a:lnTo>
                  <a:pt x="1200150" y="685800"/>
                </a:lnTo>
                <a:lnTo>
                  <a:pt x="1200150" y="695325"/>
                </a:lnTo>
                <a:lnTo>
                  <a:pt x="1209675" y="695325"/>
                </a:lnTo>
                <a:lnTo>
                  <a:pt x="1209675" y="704850"/>
                </a:lnTo>
                <a:lnTo>
                  <a:pt x="1190625" y="704850"/>
                </a:lnTo>
                <a:lnTo>
                  <a:pt x="1190625" y="714375"/>
                </a:lnTo>
                <a:lnTo>
                  <a:pt x="1171575" y="714375"/>
                </a:lnTo>
                <a:lnTo>
                  <a:pt x="1171575" y="695325"/>
                </a:lnTo>
                <a:lnTo>
                  <a:pt x="1190625" y="695325"/>
                </a:lnTo>
                <a:close/>
                <a:moveTo>
                  <a:pt x="9525" y="695325"/>
                </a:moveTo>
                <a:lnTo>
                  <a:pt x="19050" y="695325"/>
                </a:lnTo>
                <a:lnTo>
                  <a:pt x="19050" y="704850"/>
                </a:lnTo>
                <a:lnTo>
                  <a:pt x="28575" y="704850"/>
                </a:lnTo>
                <a:lnTo>
                  <a:pt x="28575" y="695325"/>
                </a:lnTo>
                <a:lnTo>
                  <a:pt x="47625" y="695325"/>
                </a:lnTo>
                <a:lnTo>
                  <a:pt x="47625" y="704850"/>
                </a:lnTo>
                <a:lnTo>
                  <a:pt x="38100" y="704850"/>
                </a:lnTo>
                <a:lnTo>
                  <a:pt x="38100" y="714375"/>
                </a:lnTo>
                <a:lnTo>
                  <a:pt x="28575" y="714375"/>
                </a:lnTo>
                <a:lnTo>
                  <a:pt x="28575" y="723900"/>
                </a:lnTo>
                <a:lnTo>
                  <a:pt x="47625" y="723900"/>
                </a:lnTo>
                <a:lnTo>
                  <a:pt x="47625" y="733425"/>
                </a:lnTo>
                <a:lnTo>
                  <a:pt x="38100" y="733425"/>
                </a:lnTo>
                <a:lnTo>
                  <a:pt x="38100" y="771525"/>
                </a:lnTo>
                <a:lnTo>
                  <a:pt x="9525" y="771525"/>
                </a:lnTo>
                <a:lnTo>
                  <a:pt x="9525" y="762000"/>
                </a:lnTo>
                <a:lnTo>
                  <a:pt x="28575" y="762000"/>
                </a:lnTo>
                <a:lnTo>
                  <a:pt x="28575" y="742950"/>
                </a:lnTo>
                <a:lnTo>
                  <a:pt x="19050" y="742950"/>
                </a:lnTo>
                <a:lnTo>
                  <a:pt x="19050" y="723900"/>
                </a:lnTo>
                <a:lnTo>
                  <a:pt x="0" y="723900"/>
                </a:lnTo>
                <a:lnTo>
                  <a:pt x="0" y="714375"/>
                </a:lnTo>
                <a:lnTo>
                  <a:pt x="9525" y="714375"/>
                </a:lnTo>
                <a:close/>
                <a:moveTo>
                  <a:pt x="219075" y="695325"/>
                </a:moveTo>
                <a:lnTo>
                  <a:pt x="238125" y="695325"/>
                </a:lnTo>
                <a:lnTo>
                  <a:pt x="238125" y="704850"/>
                </a:lnTo>
                <a:lnTo>
                  <a:pt x="219075" y="704850"/>
                </a:lnTo>
                <a:close/>
                <a:moveTo>
                  <a:pt x="476250" y="695325"/>
                </a:moveTo>
                <a:lnTo>
                  <a:pt x="495300" y="695325"/>
                </a:lnTo>
                <a:lnTo>
                  <a:pt x="495300" y="704850"/>
                </a:lnTo>
                <a:lnTo>
                  <a:pt x="476250" y="704850"/>
                </a:lnTo>
                <a:close/>
                <a:moveTo>
                  <a:pt x="619125" y="695325"/>
                </a:moveTo>
                <a:lnTo>
                  <a:pt x="628650" y="695325"/>
                </a:lnTo>
                <a:lnTo>
                  <a:pt x="628650" y="704850"/>
                </a:lnTo>
                <a:lnTo>
                  <a:pt x="638175" y="704850"/>
                </a:lnTo>
                <a:lnTo>
                  <a:pt x="638175" y="714375"/>
                </a:lnTo>
                <a:lnTo>
                  <a:pt x="628650" y="714375"/>
                </a:lnTo>
                <a:lnTo>
                  <a:pt x="628650" y="723900"/>
                </a:lnTo>
                <a:lnTo>
                  <a:pt x="619125" y="723900"/>
                </a:lnTo>
                <a:lnTo>
                  <a:pt x="619125" y="714375"/>
                </a:lnTo>
                <a:lnTo>
                  <a:pt x="609600" y="714375"/>
                </a:lnTo>
                <a:lnTo>
                  <a:pt x="609600" y="704850"/>
                </a:lnTo>
                <a:lnTo>
                  <a:pt x="619125" y="704850"/>
                </a:lnTo>
                <a:close/>
                <a:moveTo>
                  <a:pt x="981075" y="695325"/>
                </a:moveTo>
                <a:lnTo>
                  <a:pt x="990600" y="695325"/>
                </a:lnTo>
                <a:lnTo>
                  <a:pt x="990600" y="704850"/>
                </a:lnTo>
                <a:lnTo>
                  <a:pt x="1000125" y="704850"/>
                </a:lnTo>
                <a:lnTo>
                  <a:pt x="1000125" y="714375"/>
                </a:lnTo>
                <a:lnTo>
                  <a:pt x="990600" y="714375"/>
                </a:lnTo>
                <a:lnTo>
                  <a:pt x="990600" y="723900"/>
                </a:lnTo>
                <a:lnTo>
                  <a:pt x="981075" y="723900"/>
                </a:lnTo>
                <a:lnTo>
                  <a:pt x="981075" y="733425"/>
                </a:lnTo>
                <a:lnTo>
                  <a:pt x="971550" y="733425"/>
                </a:lnTo>
                <a:lnTo>
                  <a:pt x="971550" y="742950"/>
                </a:lnTo>
                <a:lnTo>
                  <a:pt x="962025" y="742950"/>
                </a:lnTo>
                <a:lnTo>
                  <a:pt x="962025" y="723900"/>
                </a:lnTo>
                <a:lnTo>
                  <a:pt x="942975" y="723900"/>
                </a:lnTo>
                <a:lnTo>
                  <a:pt x="942975" y="714375"/>
                </a:lnTo>
                <a:lnTo>
                  <a:pt x="962025" y="714375"/>
                </a:lnTo>
                <a:lnTo>
                  <a:pt x="962025" y="704850"/>
                </a:lnTo>
                <a:lnTo>
                  <a:pt x="981075" y="704850"/>
                </a:lnTo>
                <a:close/>
                <a:moveTo>
                  <a:pt x="1057275" y="695325"/>
                </a:moveTo>
                <a:lnTo>
                  <a:pt x="1066800" y="695325"/>
                </a:lnTo>
                <a:lnTo>
                  <a:pt x="1066800" y="704850"/>
                </a:lnTo>
                <a:lnTo>
                  <a:pt x="1057275" y="704850"/>
                </a:lnTo>
                <a:close/>
                <a:moveTo>
                  <a:pt x="47625" y="704850"/>
                </a:moveTo>
                <a:lnTo>
                  <a:pt x="76200" y="704850"/>
                </a:lnTo>
                <a:lnTo>
                  <a:pt x="76200" y="714375"/>
                </a:lnTo>
                <a:lnTo>
                  <a:pt x="66675" y="714375"/>
                </a:lnTo>
                <a:lnTo>
                  <a:pt x="66675" y="723900"/>
                </a:lnTo>
                <a:lnTo>
                  <a:pt x="57150" y="723900"/>
                </a:lnTo>
                <a:lnTo>
                  <a:pt x="57150" y="714375"/>
                </a:lnTo>
                <a:lnTo>
                  <a:pt x="47625" y="714375"/>
                </a:lnTo>
                <a:close/>
                <a:moveTo>
                  <a:pt x="85725" y="704850"/>
                </a:moveTo>
                <a:lnTo>
                  <a:pt x="95250" y="704850"/>
                </a:lnTo>
                <a:lnTo>
                  <a:pt x="95250" y="714375"/>
                </a:lnTo>
                <a:lnTo>
                  <a:pt x="85725" y="714375"/>
                </a:lnTo>
                <a:close/>
                <a:moveTo>
                  <a:pt x="323850" y="704850"/>
                </a:moveTo>
                <a:lnTo>
                  <a:pt x="333375" y="704850"/>
                </a:lnTo>
                <a:lnTo>
                  <a:pt x="333375" y="714375"/>
                </a:lnTo>
                <a:lnTo>
                  <a:pt x="342900" y="714375"/>
                </a:lnTo>
                <a:lnTo>
                  <a:pt x="342900" y="723900"/>
                </a:lnTo>
                <a:lnTo>
                  <a:pt x="333375" y="723900"/>
                </a:lnTo>
                <a:lnTo>
                  <a:pt x="333375" y="752475"/>
                </a:lnTo>
                <a:lnTo>
                  <a:pt x="342900" y="752475"/>
                </a:lnTo>
                <a:lnTo>
                  <a:pt x="342900" y="762000"/>
                </a:lnTo>
                <a:lnTo>
                  <a:pt x="333375" y="762000"/>
                </a:lnTo>
                <a:lnTo>
                  <a:pt x="333375" y="771525"/>
                </a:lnTo>
                <a:lnTo>
                  <a:pt x="314325" y="771525"/>
                </a:lnTo>
                <a:lnTo>
                  <a:pt x="314325" y="742950"/>
                </a:lnTo>
                <a:lnTo>
                  <a:pt x="304800" y="742950"/>
                </a:lnTo>
                <a:lnTo>
                  <a:pt x="304800" y="733425"/>
                </a:lnTo>
                <a:lnTo>
                  <a:pt x="314325" y="733425"/>
                </a:lnTo>
                <a:lnTo>
                  <a:pt x="314325" y="723900"/>
                </a:lnTo>
                <a:lnTo>
                  <a:pt x="323850" y="723900"/>
                </a:lnTo>
                <a:close/>
                <a:moveTo>
                  <a:pt x="457200" y="704850"/>
                </a:moveTo>
                <a:lnTo>
                  <a:pt x="466725" y="704850"/>
                </a:lnTo>
                <a:lnTo>
                  <a:pt x="466725" y="733425"/>
                </a:lnTo>
                <a:lnTo>
                  <a:pt x="495300" y="733425"/>
                </a:lnTo>
                <a:lnTo>
                  <a:pt x="495300" y="752475"/>
                </a:lnTo>
                <a:lnTo>
                  <a:pt x="485775" y="752475"/>
                </a:lnTo>
                <a:lnTo>
                  <a:pt x="485775" y="742950"/>
                </a:lnTo>
                <a:lnTo>
                  <a:pt x="457200" y="742950"/>
                </a:lnTo>
                <a:close/>
                <a:moveTo>
                  <a:pt x="581025" y="704850"/>
                </a:moveTo>
                <a:lnTo>
                  <a:pt x="590550" y="704850"/>
                </a:lnTo>
                <a:lnTo>
                  <a:pt x="590550" y="714375"/>
                </a:lnTo>
                <a:lnTo>
                  <a:pt x="581025" y="714375"/>
                </a:lnTo>
                <a:close/>
                <a:moveTo>
                  <a:pt x="676275" y="704850"/>
                </a:moveTo>
                <a:lnTo>
                  <a:pt x="685800" y="704850"/>
                </a:lnTo>
                <a:lnTo>
                  <a:pt x="685800" y="714375"/>
                </a:lnTo>
                <a:lnTo>
                  <a:pt x="676275" y="714375"/>
                </a:lnTo>
                <a:close/>
                <a:moveTo>
                  <a:pt x="1047750" y="704850"/>
                </a:moveTo>
                <a:lnTo>
                  <a:pt x="1057275" y="704850"/>
                </a:lnTo>
                <a:lnTo>
                  <a:pt x="1057275" y="714375"/>
                </a:lnTo>
                <a:lnTo>
                  <a:pt x="1047750" y="714375"/>
                </a:lnTo>
                <a:close/>
                <a:moveTo>
                  <a:pt x="190500" y="714375"/>
                </a:moveTo>
                <a:lnTo>
                  <a:pt x="209550" y="714375"/>
                </a:lnTo>
                <a:lnTo>
                  <a:pt x="209550" y="723900"/>
                </a:lnTo>
                <a:lnTo>
                  <a:pt x="200025" y="723900"/>
                </a:lnTo>
                <a:lnTo>
                  <a:pt x="200025" y="733425"/>
                </a:lnTo>
                <a:lnTo>
                  <a:pt x="190500" y="733425"/>
                </a:lnTo>
                <a:close/>
                <a:moveTo>
                  <a:pt x="266700" y="714375"/>
                </a:moveTo>
                <a:lnTo>
                  <a:pt x="276225" y="714375"/>
                </a:lnTo>
                <a:lnTo>
                  <a:pt x="276225" y="723900"/>
                </a:lnTo>
                <a:lnTo>
                  <a:pt x="266700" y="723900"/>
                </a:lnTo>
                <a:close/>
                <a:moveTo>
                  <a:pt x="381000" y="714375"/>
                </a:moveTo>
                <a:lnTo>
                  <a:pt x="390525" y="714375"/>
                </a:lnTo>
                <a:lnTo>
                  <a:pt x="390525" y="723900"/>
                </a:lnTo>
                <a:lnTo>
                  <a:pt x="400050" y="723900"/>
                </a:lnTo>
                <a:lnTo>
                  <a:pt x="400050" y="733425"/>
                </a:lnTo>
                <a:lnTo>
                  <a:pt x="381000" y="733425"/>
                </a:lnTo>
                <a:close/>
                <a:moveTo>
                  <a:pt x="600075" y="714375"/>
                </a:moveTo>
                <a:lnTo>
                  <a:pt x="609600" y="714375"/>
                </a:lnTo>
                <a:lnTo>
                  <a:pt x="609600" y="723900"/>
                </a:lnTo>
                <a:lnTo>
                  <a:pt x="600075" y="723900"/>
                </a:lnTo>
                <a:close/>
                <a:moveTo>
                  <a:pt x="790575" y="714375"/>
                </a:moveTo>
                <a:lnTo>
                  <a:pt x="819150" y="714375"/>
                </a:lnTo>
                <a:lnTo>
                  <a:pt x="819150" y="733425"/>
                </a:lnTo>
                <a:lnTo>
                  <a:pt x="809625" y="733425"/>
                </a:lnTo>
                <a:lnTo>
                  <a:pt x="809625" y="723900"/>
                </a:lnTo>
                <a:lnTo>
                  <a:pt x="790575" y="723900"/>
                </a:lnTo>
                <a:close/>
                <a:moveTo>
                  <a:pt x="209550" y="723900"/>
                </a:moveTo>
                <a:lnTo>
                  <a:pt x="219075" y="723900"/>
                </a:lnTo>
                <a:lnTo>
                  <a:pt x="219075" y="733425"/>
                </a:lnTo>
                <a:lnTo>
                  <a:pt x="209550" y="733425"/>
                </a:lnTo>
                <a:close/>
                <a:moveTo>
                  <a:pt x="581025" y="723900"/>
                </a:moveTo>
                <a:lnTo>
                  <a:pt x="600075" y="723900"/>
                </a:lnTo>
                <a:lnTo>
                  <a:pt x="600075" y="733425"/>
                </a:lnTo>
                <a:lnTo>
                  <a:pt x="581025" y="733425"/>
                </a:lnTo>
                <a:close/>
                <a:moveTo>
                  <a:pt x="371475" y="733425"/>
                </a:moveTo>
                <a:lnTo>
                  <a:pt x="381000" y="733425"/>
                </a:lnTo>
                <a:lnTo>
                  <a:pt x="381000" y="752475"/>
                </a:lnTo>
                <a:lnTo>
                  <a:pt x="371475" y="752475"/>
                </a:lnTo>
                <a:close/>
                <a:moveTo>
                  <a:pt x="1085850" y="733425"/>
                </a:moveTo>
                <a:lnTo>
                  <a:pt x="1104900" y="733425"/>
                </a:lnTo>
                <a:lnTo>
                  <a:pt x="1104900" y="742950"/>
                </a:lnTo>
                <a:lnTo>
                  <a:pt x="1085850" y="742950"/>
                </a:lnTo>
                <a:close/>
                <a:moveTo>
                  <a:pt x="95250" y="742950"/>
                </a:moveTo>
                <a:lnTo>
                  <a:pt x="114300" y="742950"/>
                </a:lnTo>
                <a:lnTo>
                  <a:pt x="114300" y="771525"/>
                </a:lnTo>
                <a:lnTo>
                  <a:pt x="104775" y="771525"/>
                </a:lnTo>
                <a:lnTo>
                  <a:pt x="104775" y="800100"/>
                </a:lnTo>
                <a:lnTo>
                  <a:pt x="95250" y="800100"/>
                </a:lnTo>
                <a:lnTo>
                  <a:pt x="95250" y="790575"/>
                </a:lnTo>
                <a:lnTo>
                  <a:pt x="85725" y="790575"/>
                </a:lnTo>
                <a:lnTo>
                  <a:pt x="85725" y="800100"/>
                </a:lnTo>
                <a:lnTo>
                  <a:pt x="76200" y="800100"/>
                </a:lnTo>
                <a:lnTo>
                  <a:pt x="76200" y="790575"/>
                </a:lnTo>
                <a:lnTo>
                  <a:pt x="66675" y="790575"/>
                </a:lnTo>
                <a:lnTo>
                  <a:pt x="66675" y="781050"/>
                </a:lnTo>
                <a:lnTo>
                  <a:pt x="76200" y="781050"/>
                </a:lnTo>
                <a:lnTo>
                  <a:pt x="76200" y="771525"/>
                </a:lnTo>
                <a:lnTo>
                  <a:pt x="66675" y="771525"/>
                </a:lnTo>
                <a:lnTo>
                  <a:pt x="66675" y="762000"/>
                </a:lnTo>
                <a:lnTo>
                  <a:pt x="76200" y="762000"/>
                </a:lnTo>
                <a:lnTo>
                  <a:pt x="76200" y="752475"/>
                </a:lnTo>
                <a:lnTo>
                  <a:pt x="95250" y="752475"/>
                </a:lnTo>
                <a:close/>
                <a:moveTo>
                  <a:pt x="1076325" y="742950"/>
                </a:moveTo>
                <a:lnTo>
                  <a:pt x="1085850" y="742950"/>
                </a:lnTo>
                <a:lnTo>
                  <a:pt x="1085850" y="752475"/>
                </a:lnTo>
                <a:lnTo>
                  <a:pt x="1076325" y="752475"/>
                </a:lnTo>
                <a:close/>
                <a:moveTo>
                  <a:pt x="1123950" y="742950"/>
                </a:moveTo>
                <a:lnTo>
                  <a:pt x="1152525" y="742950"/>
                </a:lnTo>
                <a:lnTo>
                  <a:pt x="1152525" y="762000"/>
                </a:lnTo>
                <a:lnTo>
                  <a:pt x="1143000" y="762000"/>
                </a:lnTo>
                <a:lnTo>
                  <a:pt x="1143000" y="752475"/>
                </a:lnTo>
                <a:lnTo>
                  <a:pt x="1123950" y="752475"/>
                </a:lnTo>
                <a:close/>
                <a:moveTo>
                  <a:pt x="1190625" y="742950"/>
                </a:moveTo>
                <a:lnTo>
                  <a:pt x="1200150" y="742950"/>
                </a:lnTo>
                <a:lnTo>
                  <a:pt x="1200150" y="752475"/>
                </a:lnTo>
                <a:lnTo>
                  <a:pt x="1209675" y="752475"/>
                </a:lnTo>
                <a:lnTo>
                  <a:pt x="1209675" y="762000"/>
                </a:lnTo>
                <a:lnTo>
                  <a:pt x="1190625" y="762000"/>
                </a:lnTo>
                <a:close/>
                <a:moveTo>
                  <a:pt x="542925" y="752475"/>
                </a:moveTo>
                <a:lnTo>
                  <a:pt x="561975" y="752475"/>
                </a:lnTo>
                <a:lnTo>
                  <a:pt x="561975" y="762000"/>
                </a:lnTo>
                <a:lnTo>
                  <a:pt x="542925" y="762000"/>
                </a:lnTo>
                <a:close/>
                <a:moveTo>
                  <a:pt x="609600" y="752475"/>
                </a:moveTo>
                <a:lnTo>
                  <a:pt x="628650" y="752475"/>
                </a:lnTo>
                <a:lnTo>
                  <a:pt x="628650" y="762000"/>
                </a:lnTo>
                <a:lnTo>
                  <a:pt x="609600" y="762000"/>
                </a:lnTo>
                <a:close/>
                <a:moveTo>
                  <a:pt x="1104900" y="752475"/>
                </a:moveTo>
                <a:lnTo>
                  <a:pt x="1114425" y="752475"/>
                </a:lnTo>
                <a:lnTo>
                  <a:pt x="1114425" y="762000"/>
                </a:lnTo>
                <a:lnTo>
                  <a:pt x="1123950" y="762000"/>
                </a:lnTo>
                <a:lnTo>
                  <a:pt x="1123950" y="771525"/>
                </a:lnTo>
                <a:lnTo>
                  <a:pt x="1104900" y="771525"/>
                </a:lnTo>
                <a:close/>
                <a:moveTo>
                  <a:pt x="142875" y="762000"/>
                </a:moveTo>
                <a:lnTo>
                  <a:pt x="152400" y="762000"/>
                </a:lnTo>
                <a:lnTo>
                  <a:pt x="152400" y="790575"/>
                </a:lnTo>
                <a:lnTo>
                  <a:pt x="142875" y="790575"/>
                </a:lnTo>
                <a:lnTo>
                  <a:pt x="142875" y="781050"/>
                </a:lnTo>
                <a:lnTo>
                  <a:pt x="114300" y="781050"/>
                </a:lnTo>
                <a:lnTo>
                  <a:pt x="114300" y="771525"/>
                </a:lnTo>
                <a:lnTo>
                  <a:pt x="142875" y="771525"/>
                </a:lnTo>
                <a:close/>
                <a:moveTo>
                  <a:pt x="514350" y="762000"/>
                </a:moveTo>
                <a:lnTo>
                  <a:pt x="542925" y="762000"/>
                </a:lnTo>
                <a:lnTo>
                  <a:pt x="542925" y="781050"/>
                </a:lnTo>
                <a:lnTo>
                  <a:pt x="514350" y="781050"/>
                </a:lnTo>
                <a:close/>
                <a:moveTo>
                  <a:pt x="923925" y="762000"/>
                </a:moveTo>
                <a:lnTo>
                  <a:pt x="933450" y="762000"/>
                </a:lnTo>
                <a:lnTo>
                  <a:pt x="933450" y="781050"/>
                </a:lnTo>
                <a:lnTo>
                  <a:pt x="923925" y="781050"/>
                </a:lnTo>
                <a:lnTo>
                  <a:pt x="923925" y="790575"/>
                </a:lnTo>
                <a:lnTo>
                  <a:pt x="914400" y="790575"/>
                </a:lnTo>
                <a:lnTo>
                  <a:pt x="914400" y="771525"/>
                </a:lnTo>
                <a:lnTo>
                  <a:pt x="923925" y="771525"/>
                </a:lnTo>
                <a:close/>
                <a:moveTo>
                  <a:pt x="238125" y="771525"/>
                </a:moveTo>
                <a:lnTo>
                  <a:pt x="247650" y="771525"/>
                </a:lnTo>
                <a:lnTo>
                  <a:pt x="247650" y="781050"/>
                </a:lnTo>
                <a:lnTo>
                  <a:pt x="238125" y="781050"/>
                </a:lnTo>
                <a:close/>
                <a:moveTo>
                  <a:pt x="466725" y="771525"/>
                </a:moveTo>
                <a:lnTo>
                  <a:pt x="476250" y="771525"/>
                </a:lnTo>
                <a:lnTo>
                  <a:pt x="476250" y="781050"/>
                </a:lnTo>
                <a:lnTo>
                  <a:pt x="466725" y="781050"/>
                </a:lnTo>
                <a:close/>
                <a:moveTo>
                  <a:pt x="600075" y="771525"/>
                </a:moveTo>
                <a:lnTo>
                  <a:pt x="628650" y="771525"/>
                </a:lnTo>
                <a:lnTo>
                  <a:pt x="628650" y="781050"/>
                </a:lnTo>
                <a:lnTo>
                  <a:pt x="619125" y="781050"/>
                </a:lnTo>
                <a:lnTo>
                  <a:pt x="619125" y="809625"/>
                </a:lnTo>
                <a:lnTo>
                  <a:pt x="609600" y="809625"/>
                </a:lnTo>
                <a:lnTo>
                  <a:pt x="609600" y="781050"/>
                </a:lnTo>
                <a:lnTo>
                  <a:pt x="600075" y="781050"/>
                </a:lnTo>
                <a:close/>
                <a:moveTo>
                  <a:pt x="981075" y="771525"/>
                </a:moveTo>
                <a:lnTo>
                  <a:pt x="990600" y="771525"/>
                </a:lnTo>
                <a:lnTo>
                  <a:pt x="990600" y="781050"/>
                </a:lnTo>
                <a:lnTo>
                  <a:pt x="981075" y="781050"/>
                </a:lnTo>
                <a:close/>
                <a:moveTo>
                  <a:pt x="0" y="781050"/>
                </a:moveTo>
                <a:lnTo>
                  <a:pt x="9525" y="781050"/>
                </a:lnTo>
                <a:lnTo>
                  <a:pt x="9525" y="790575"/>
                </a:lnTo>
                <a:lnTo>
                  <a:pt x="0" y="790575"/>
                </a:lnTo>
                <a:close/>
                <a:moveTo>
                  <a:pt x="285750" y="790575"/>
                </a:moveTo>
                <a:lnTo>
                  <a:pt x="304800" y="790575"/>
                </a:lnTo>
                <a:lnTo>
                  <a:pt x="304800" y="809625"/>
                </a:lnTo>
                <a:lnTo>
                  <a:pt x="285750" y="809625"/>
                </a:lnTo>
                <a:close/>
                <a:moveTo>
                  <a:pt x="438150" y="790575"/>
                </a:moveTo>
                <a:lnTo>
                  <a:pt x="447675" y="790575"/>
                </a:lnTo>
                <a:lnTo>
                  <a:pt x="447675" y="800100"/>
                </a:lnTo>
                <a:lnTo>
                  <a:pt x="438150" y="800100"/>
                </a:lnTo>
                <a:close/>
                <a:moveTo>
                  <a:pt x="238125" y="800100"/>
                </a:moveTo>
                <a:lnTo>
                  <a:pt x="247650" y="800100"/>
                </a:lnTo>
                <a:lnTo>
                  <a:pt x="247650" y="809625"/>
                </a:lnTo>
                <a:lnTo>
                  <a:pt x="238125" y="809625"/>
                </a:lnTo>
                <a:close/>
                <a:moveTo>
                  <a:pt x="371475" y="800100"/>
                </a:moveTo>
                <a:lnTo>
                  <a:pt x="390525" y="800100"/>
                </a:lnTo>
                <a:lnTo>
                  <a:pt x="390525" y="809625"/>
                </a:lnTo>
                <a:lnTo>
                  <a:pt x="371475" y="809625"/>
                </a:lnTo>
                <a:close/>
                <a:moveTo>
                  <a:pt x="428625" y="800100"/>
                </a:moveTo>
                <a:lnTo>
                  <a:pt x="438150" y="800100"/>
                </a:lnTo>
                <a:lnTo>
                  <a:pt x="438150" y="809625"/>
                </a:lnTo>
                <a:lnTo>
                  <a:pt x="428625" y="809625"/>
                </a:lnTo>
                <a:close/>
                <a:moveTo>
                  <a:pt x="1000125" y="800100"/>
                </a:moveTo>
                <a:lnTo>
                  <a:pt x="1009650" y="800100"/>
                </a:lnTo>
                <a:lnTo>
                  <a:pt x="1009650" y="809625"/>
                </a:lnTo>
                <a:lnTo>
                  <a:pt x="1000125" y="809625"/>
                </a:lnTo>
                <a:close/>
              </a:path>
            </a:pathLst>
          </a:custGeom>
          <a:solidFill xmlns:a="http://schemas.openxmlformats.org/drawingml/2006/main">
            <a:srgbClr val="F9F9F4"/>
          </a:solidFill>
          <a:ln xmlns:a="http://schemas.openxmlformats.org/drawingml/2006/main" w="0">
            <a:noFill/>
          </a:ln>
        </p:spPr>
      </p:sp>
      <p:sp>
        <p:nvSpPr>
          <p:cNvPr id="72" name="v02 vector #f9f9f3">
            <a:extLst xmlns:a="http://schemas.openxmlformats.org/drawingml/2006/main">
              <a:ext uri="{FF2B5EF4-FFF2-40B4-BE49-F238E27FC236}">
                <a16:creationId xmlns:a16="http://schemas.microsoft.com/office/drawing/2014/main" id="{841DC984-E7ED-4523-8387-A65FD8B024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10675" y="2362200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1076325" y="28575"/>
                </a:moveTo>
                <a:lnTo>
                  <a:pt x="1085850" y="28575"/>
                </a:lnTo>
                <a:lnTo>
                  <a:pt x="1085850" y="38100"/>
                </a:lnTo>
                <a:lnTo>
                  <a:pt x="1076325" y="38100"/>
                </a:lnTo>
                <a:close/>
                <a:moveTo>
                  <a:pt x="914400" y="47625"/>
                </a:moveTo>
                <a:lnTo>
                  <a:pt x="923925" y="47625"/>
                </a:lnTo>
                <a:lnTo>
                  <a:pt x="923925" y="66675"/>
                </a:lnTo>
                <a:lnTo>
                  <a:pt x="933450" y="66675"/>
                </a:lnTo>
                <a:lnTo>
                  <a:pt x="933450" y="76200"/>
                </a:lnTo>
                <a:lnTo>
                  <a:pt x="904875" y="76200"/>
                </a:lnTo>
                <a:lnTo>
                  <a:pt x="904875" y="66675"/>
                </a:lnTo>
                <a:lnTo>
                  <a:pt x="914400" y="66675"/>
                </a:lnTo>
                <a:close/>
                <a:moveTo>
                  <a:pt x="1085850" y="76200"/>
                </a:moveTo>
                <a:lnTo>
                  <a:pt x="1095375" y="76200"/>
                </a:lnTo>
                <a:lnTo>
                  <a:pt x="1095375" y="85725"/>
                </a:lnTo>
                <a:lnTo>
                  <a:pt x="1085850" y="85725"/>
                </a:lnTo>
                <a:close/>
                <a:moveTo>
                  <a:pt x="1095375" y="85725"/>
                </a:moveTo>
                <a:lnTo>
                  <a:pt x="1104900" y="85725"/>
                </a:lnTo>
                <a:lnTo>
                  <a:pt x="1104900" y="95250"/>
                </a:lnTo>
                <a:lnTo>
                  <a:pt x="1095375" y="95250"/>
                </a:lnTo>
                <a:close/>
                <a:moveTo>
                  <a:pt x="781050" y="180975"/>
                </a:moveTo>
                <a:lnTo>
                  <a:pt x="790575" y="180975"/>
                </a:lnTo>
                <a:lnTo>
                  <a:pt x="790575" y="190500"/>
                </a:lnTo>
                <a:lnTo>
                  <a:pt x="781050" y="190500"/>
                </a:lnTo>
                <a:close/>
                <a:moveTo>
                  <a:pt x="1057275" y="200025"/>
                </a:moveTo>
                <a:lnTo>
                  <a:pt x="1076325" y="200025"/>
                </a:lnTo>
                <a:lnTo>
                  <a:pt x="1076325" y="219075"/>
                </a:lnTo>
                <a:lnTo>
                  <a:pt x="1047750" y="219075"/>
                </a:lnTo>
                <a:lnTo>
                  <a:pt x="1047750" y="209550"/>
                </a:lnTo>
                <a:lnTo>
                  <a:pt x="1057275" y="209550"/>
                </a:lnTo>
                <a:close/>
                <a:moveTo>
                  <a:pt x="847725" y="209550"/>
                </a:moveTo>
                <a:lnTo>
                  <a:pt x="857250" y="209550"/>
                </a:lnTo>
                <a:lnTo>
                  <a:pt x="857250" y="219075"/>
                </a:lnTo>
                <a:lnTo>
                  <a:pt x="847725" y="219075"/>
                </a:lnTo>
                <a:close/>
                <a:moveTo>
                  <a:pt x="361950" y="219075"/>
                </a:moveTo>
                <a:lnTo>
                  <a:pt x="371475" y="219075"/>
                </a:lnTo>
                <a:lnTo>
                  <a:pt x="371475" y="228600"/>
                </a:lnTo>
                <a:lnTo>
                  <a:pt x="361950" y="228600"/>
                </a:lnTo>
                <a:close/>
                <a:moveTo>
                  <a:pt x="838200" y="257175"/>
                </a:moveTo>
                <a:lnTo>
                  <a:pt x="857250" y="257175"/>
                </a:lnTo>
                <a:lnTo>
                  <a:pt x="857250" y="266700"/>
                </a:lnTo>
                <a:lnTo>
                  <a:pt x="838200" y="266700"/>
                </a:lnTo>
                <a:close/>
                <a:moveTo>
                  <a:pt x="895350" y="257175"/>
                </a:moveTo>
                <a:lnTo>
                  <a:pt x="904875" y="257175"/>
                </a:lnTo>
                <a:lnTo>
                  <a:pt x="904875" y="266700"/>
                </a:lnTo>
                <a:lnTo>
                  <a:pt x="895350" y="266700"/>
                </a:lnTo>
                <a:close/>
                <a:moveTo>
                  <a:pt x="1104900" y="257175"/>
                </a:moveTo>
                <a:lnTo>
                  <a:pt x="1114425" y="257175"/>
                </a:lnTo>
                <a:lnTo>
                  <a:pt x="1114425" y="266700"/>
                </a:lnTo>
                <a:lnTo>
                  <a:pt x="1104900" y="266700"/>
                </a:lnTo>
                <a:close/>
                <a:moveTo>
                  <a:pt x="904875" y="266700"/>
                </a:moveTo>
                <a:lnTo>
                  <a:pt x="914400" y="266700"/>
                </a:lnTo>
                <a:lnTo>
                  <a:pt x="914400" y="276225"/>
                </a:lnTo>
                <a:lnTo>
                  <a:pt x="923925" y="276225"/>
                </a:lnTo>
                <a:lnTo>
                  <a:pt x="923925" y="295275"/>
                </a:lnTo>
                <a:lnTo>
                  <a:pt x="904875" y="295275"/>
                </a:lnTo>
                <a:close/>
                <a:moveTo>
                  <a:pt x="1095375" y="266700"/>
                </a:moveTo>
                <a:lnTo>
                  <a:pt x="1104900" y="266700"/>
                </a:lnTo>
                <a:lnTo>
                  <a:pt x="1104900" y="276225"/>
                </a:lnTo>
                <a:lnTo>
                  <a:pt x="1095375" y="276225"/>
                </a:lnTo>
                <a:close/>
                <a:moveTo>
                  <a:pt x="866775" y="276225"/>
                </a:moveTo>
                <a:lnTo>
                  <a:pt x="876300" y="276225"/>
                </a:lnTo>
                <a:lnTo>
                  <a:pt x="876300" y="285750"/>
                </a:lnTo>
                <a:lnTo>
                  <a:pt x="866775" y="285750"/>
                </a:lnTo>
                <a:close/>
                <a:moveTo>
                  <a:pt x="847725" y="314325"/>
                </a:moveTo>
                <a:lnTo>
                  <a:pt x="857250" y="314325"/>
                </a:lnTo>
                <a:lnTo>
                  <a:pt x="857250" y="323850"/>
                </a:lnTo>
                <a:lnTo>
                  <a:pt x="847725" y="323850"/>
                </a:lnTo>
                <a:close/>
                <a:moveTo>
                  <a:pt x="790575" y="333375"/>
                </a:moveTo>
                <a:lnTo>
                  <a:pt x="800100" y="333375"/>
                </a:lnTo>
                <a:lnTo>
                  <a:pt x="800100" y="342900"/>
                </a:lnTo>
                <a:lnTo>
                  <a:pt x="790575" y="342900"/>
                </a:lnTo>
                <a:close/>
                <a:moveTo>
                  <a:pt x="28575" y="361950"/>
                </a:moveTo>
                <a:lnTo>
                  <a:pt x="38100" y="361950"/>
                </a:lnTo>
                <a:lnTo>
                  <a:pt x="38100" y="371475"/>
                </a:lnTo>
                <a:lnTo>
                  <a:pt x="28575" y="371475"/>
                </a:lnTo>
                <a:close/>
                <a:moveTo>
                  <a:pt x="885825" y="381000"/>
                </a:moveTo>
                <a:lnTo>
                  <a:pt x="895350" y="381000"/>
                </a:lnTo>
                <a:lnTo>
                  <a:pt x="895350" y="390525"/>
                </a:lnTo>
                <a:lnTo>
                  <a:pt x="885825" y="390525"/>
                </a:lnTo>
                <a:close/>
                <a:moveTo>
                  <a:pt x="895350" y="390525"/>
                </a:moveTo>
                <a:lnTo>
                  <a:pt x="914400" y="390525"/>
                </a:lnTo>
                <a:lnTo>
                  <a:pt x="914400" y="400050"/>
                </a:lnTo>
                <a:lnTo>
                  <a:pt x="904875" y="400050"/>
                </a:lnTo>
                <a:lnTo>
                  <a:pt x="904875" y="409575"/>
                </a:lnTo>
                <a:lnTo>
                  <a:pt x="895350" y="409575"/>
                </a:lnTo>
                <a:close/>
                <a:moveTo>
                  <a:pt x="790575" y="438150"/>
                </a:moveTo>
                <a:lnTo>
                  <a:pt x="800100" y="438150"/>
                </a:lnTo>
                <a:lnTo>
                  <a:pt x="800100" y="457200"/>
                </a:lnTo>
                <a:lnTo>
                  <a:pt x="790575" y="457200"/>
                </a:lnTo>
                <a:close/>
                <a:moveTo>
                  <a:pt x="914400" y="447675"/>
                </a:moveTo>
                <a:lnTo>
                  <a:pt x="923925" y="447675"/>
                </a:lnTo>
                <a:lnTo>
                  <a:pt x="923925" y="457200"/>
                </a:lnTo>
                <a:lnTo>
                  <a:pt x="914400" y="457200"/>
                </a:lnTo>
                <a:close/>
                <a:moveTo>
                  <a:pt x="904875" y="466725"/>
                </a:moveTo>
                <a:lnTo>
                  <a:pt x="914400" y="466725"/>
                </a:lnTo>
                <a:lnTo>
                  <a:pt x="914400" y="476250"/>
                </a:lnTo>
                <a:lnTo>
                  <a:pt x="904875" y="476250"/>
                </a:lnTo>
                <a:close/>
                <a:moveTo>
                  <a:pt x="47625" y="552450"/>
                </a:moveTo>
                <a:lnTo>
                  <a:pt x="57150" y="552450"/>
                </a:lnTo>
                <a:lnTo>
                  <a:pt x="57150" y="561975"/>
                </a:lnTo>
                <a:lnTo>
                  <a:pt x="47625" y="561975"/>
                </a:lnTo>
                <a:close/>
                <a:moveTo>
                  <a:pt x="971550" y="581025"/>
                </a:moveTo>
                <a:lnTo>
                  <a:pt x="981075" y="581025"/>
                </a:lnTo>
                <a:lnTo>
                  <a:pt x="981075" y="590550"/>
                </a:lnTo>
                <a:lnTo>
                  <a:pt x="971550" y="590550"/>
                </a:lnTo>
                <a:close/>
                <a:moveTo>
                  <a:pt x="1104900" y="581025"/>
                </a:moveTo>
                <a:lnTo>
                  <a:pt x="1114425" y="581025"/>
                </a:lnTo>
                <a:lnTo>
                  <a:pt x="1114425" y="590550"/>
                </a:lnTo>
                <a:lnTo>
                  <a:pt x="1104900" y="590550"/>
                </a:lnTo>
                <a:close/>
                <a:moveTo>
                  <a:pt x="1171575" y="657225"/>
                </a:moveTo>
                <a:lnTo>
                  <a:pt x="1181100" y="657225"/>
                </a:lnTo>
                <a:lnTo>
                  <a:pt x="1181100" y="676275"/>
                </a:lnTo>
                <a:lnTo>
                  <a:pt x="1171575" y="676275"/>
                </a:lnTo>
                <a:close/>
                <a:moveTo>
                  <a:pt x="400050" y="676275"/>
                </a:moveTo>
                <a:lnTo>
                  <a:pt x="409575" y="676275"/>
                </a:lnTo>
                <a:lnTo>
                  <a:pt x="409575" y="685800"/>
                </a:lnTo>
                <a:lnTo>
                  <a:pt x="400050" y="685800"/>
                </a:lnTo>
                <a:close/>
                <a:moveTo>
                  <a:pt x="476250" y="685800"/>
                </a:moveTo>
                <a:lnTo>
                  <a:pt x="485775" y="685800"/>
                </a:lnTo>
                <a:lnTo>
                  <a:pt x="485775" y="695325"/>
                </a:lnTo>
                <a:lnTo>
                  <a:pt x="476250" y="695325"/>
                </a:lnTo>
                <a:close/>
                <a:moveTo>
                  <a:pt x="400050" y="695325"/>
                </a:moveTo>
                <a:lnTo>
                  <a:pt x="419100" y="695325"/>
                </a:lnTo>
                <a:lnTo>
                  <a:pt x="419100" y="704850"/>
                </a:lnTo>
                <a:lnTo>
                  <a:pt x="428625" y="704850"/>
                </a:lnTo>
                <a:lnTo>
                  <a:pt x="428625" y="714375"/>
                </a:lnTo>
                <a:lnTo>
                  <a:pt x="419100" y="714375"/>
                </a:lnTo>
                <a:lnTo>
                  <a:pt x="419100" y="723900"/>
                </a:lnTo>
                <a:lnTo>
                  <a:pt x="390525" y="723900"/>
                </a:lnTo>
                <a:lnTo>
                  <a:pt x="390525" y="704850"/>
                </a:lnTo>
                <a:lnTo>
                  <a:pt x="400050" y="704850"/>
                </a:lnTo>
                <a:close/>
                <a:moveTo>
                  <a:pt x="1000125" y="704850"/>
                </a:moveTo>
                <a:lnTo>
                  <a:pt x="1009650" y="704850"/>
                </a:lnTo>
                <a:lnTo>
                  <a:pt x="1009650" y="714375"/>
                </a:lnTo>
                <a:lnTo>
                  <a:pt x="1000125" y="714375"/>
                </a:lnTo>
                <a:close/>
                <a:moveTo>
                  <a:pt x="28575" y="714375"/>
                </a:moveTo>
                <a:lnTo>
                  <a:pt x="38100" y="714375"/>
                </a:lnTo>
                <a:lnTo>
                  <a:pt x="38100" y="723900"/>
                </a:lnTo>
                <a:lnTo>
                  <a:pt x="28575" y="723900"/>
                </a:lnTo>
                <a:close/>
                <a:moveTo>
                  <a:pt x="47625" y="714375"/>
                </a:moveTo>
                <a:lnTo>
                  <a:pt x="57150" y="714375"/>
                </a:lnTo>
                <a:lnTo>
                  <a:pt x="57150" y="723900"/>
                </a:lnTo>
                <a:lnTo>
                  <a:pt x="47625" y="723900"/>
                </a:lnTo>
                <a:close/>
                <a:moveTo>
                  <a:pt x="209550" y="714375"/>
                </a:moveTo>
                <a:lnTo>
                  <a:pt x="219075" y="714375"/>
                </a:lnTo>
                <a:lnTo>
                  <a:pt x="219075" y="723900"/>
                </a:lnTo>
                <a:lnTo>
                  <a:pt x="209550" y="723900"/>
                </a:lnTo>
                <a:close/>
                <a:moveTo>
                  <a:pt x="257175" y="714375"/>
                </a:moveTo>
                <a:lnTo>
                  <a:pt x="266700" y="714375"/>
                </a:lnTo>
                <a:lnTo>
                  <a:pt x="266700" y="723900"/>
                </a:lnTo>
                <a:lnTo>
                  <a:pt x="257175" y="723900"/>
                </a:lnTo>
                <a:close/>
                <a:moveTo>
                  <a:pt x="304800" y="723900"/>
                </a:moveTo>
                <a:lnTo>
                  <a:pt x="314325" y="723900"/>
                </a:lnTo>
                <a:lnTo>
                  <a:pt x="314325" y="733425"/>
                </a:lnTo>
                <a:lnTo>
                  <a:pt x="304800" y="733425"/>
                </a:lnTo>
                <a:close/>
                <a:moveTo>
                  <a:pt x="800100" y="723900"/>
                </a:moveTo>
                <a:lnTo>
                  <a:pt x="809625" y="723900"/>
                </a:lnTo>
                <a:lnTo>
                  <a:pt x="809625" y="733425"/>
                </a:lnTo>
                <a:lnTo>
                  <a:pt x="800100" y="733425"/>
                </a:lnTo>
                <a:close/>
                <a:moveTo>
                  <a:pt x="952500" y="723900"/>
                </a:moveTo>
                <a:lnTo>
                  <a:pt x="962025" y="723900"/>
                </a:lnTo>
                <a:lnTo>
                  <a:pt x="962025" y="733425"/>
                </a:lnTo>
                <a:lnTo>
                  <a:pt x="952500" y="733425"/>
                </a:lnTo>
                <a:close/>
                <a:moveTo>
                  <a:pt x="447675" y="733425"/>
                </a:moveTo>
                <a:lnTo>
                  <a:pt x="457200" y="733425"/>
                </a:lnTo>
                <a:lnTo>
                  <a:pt x="457200" y="742950"/>
                </a:lnTo>
                <a:lnTo>
                  <a:pt x="447675" y="742950"/>
                </a:lnTo>
                <a:close/>
                <a:moveTo>
                  <a:pt x="695325" y="752475"/>
                </a:moveTo>
                <a:lnTo>
                  <a:pt x="704850" y="752475"/>
                </a:lnTo>
                <a:lnTo>
                  <a:pt x="704850" y="762000"/>
                </a:lnTo>
                <a:lnTo>
                  <a:pt x="695325" y="762000"/>
                </a:lnTo>
                <a:close/>
                <a:moveTo>
                  <a:pt x="971550" y="752475"/>
                </a:moveTo>
                <a:lnTo>
                  <a:pt x="981075" y="752475"/>
                </a:lnTo>
                <a:lnTo>
                  <a:pt x="981075" y="762000"/>
                </a:lnTo>
                <a:lnTo>
                  <a:pt x="971550" y="762000"/>
                </a:lnTo>
                <a:close/>
                <a:moveTo>
                  <a:pt x="771525" y="762000"/>
                </a:moveTo>
                <a:lnTo>
                  <a:pt x="781050" y="762000"/>
                </a:lnTo>
                <a:lnTo>
                  <a:pt x="781050" y="781050"/>
                </a:lnTo>
                <a:lnTo>
                  <a:pt x="771525" y="781050"/>
                </a:lnTo>
                <a:close/>
                <a:moveTo>
                  <a:pt x="457200" y="771525"/>
                </a:moveTo>
                <a:lnTo>
                  <a:pt x="466725" y="771525"/>
                </a:lnTo>
                <a:lnTo>
                  <a:pt x="466725" y="781050"/>
                </a:lnTo>
                <a:lnTo>
                  <a:pt x="457200" y="781050"/>
                </a:lnTo>
                <a:close/>
                <a:moveTo>
                  <a:pt x="590550" y="771525"/>
                </a:moveTo>
                <a:lnTo>
                  <a:pt x="600075" y="771525"/>
                </a:lnTo>
                <a:lnTo>
                  <a:pt x="600075" y="781050"/>
                </a:lnTo>
                <a:lnTo>
                  <a:pt x="609600" y="781050"/>
                </a:lnTo>
                <a:lnTo>
                  <a:pt x="609600" y="800100"/>
                </a:lnTo>
                <a:lnTo>
                  <a:pt x="600075" y="800100"/>
                </a:lnTo>
                <a:lnTo>
                  <a:pt x="600075" y="790575"/>
                </a:lnTo>
                <a:lnTo>
                  <a:pt x="581025" y="790575"/>
                </a:lnTo>
                <a:lnTo>
                  <a:pt x="581025" y="781050"/>
                </a:lnTo>
                <a:lnTo>
                  <a:pt x="590550" y="781050"/>
                </a:lnTo>
                <a:close/>
                <a:moveTo>
                  <a:pt x="714375" y="771525"/>
                </a:moveTo>
                <a:lnTo>
                  <a:pt x="723900" y="771525"/>
                </a:lnTo>
                <a:lnTo>
                  <a:pt x="723900" y="781050"/>
                </a:lnTo>
                <a:lnTo>
                  <a:pt x="733425" y="781050"/>
                </a:lnTo>
                <a:lnTo>
                  <a:pt x="733425" y="771525"/>
                </a:lnTo>
                <a:lnTo>
                  <a:pt x="742950" y="771525"/>
                </a:lnTo>
                <a:lnTo>
                  <a:pt x="742950" y="781050"/>
                </a:lnTo>
                <a:lnTo>
                  <a:pt x="733425" y="781050"/>
                </a:lnTo>
                <a:lnTo>
                  <a:pt x="733425" y="790575"/>
                </a:lnTo>
                <a:lnTo>
                  <a:pt x="723900" y="790575"/>
                </a:lnTo>
                <a:lnTo>
                  <a:pt x="723900" y="800100"/>
                </a:lnTo>
                <a:lnTo>
                  <a:pt x="704850" y="800100"/>
                </a:lnTo>
                <a:lnTo>
                  <a:pt x="704850" y="781050"/>
                </a:lnTo>
                <a:lnTo>
                  <a:pt x="714375" y="781050"/>
                </a:lnTo>
                <a:close/>
                <a:moveTo>
                  <a:pt x="990600" y="771525"/>
                </a:moveTo>
                <a:lnTo>
                  <a:pt x="1000125" y="771525"/>
                </a:lnTo>
                <a:lnTo>
                  <a:pt x="1000125" y="790575"/>
                </a:lnTo>
                <a:lnTo>
                  <a:pt x="981075" y="790575"/>
                </a:lnTo>
                <a:lnTo>
                  <a:pt x="981075" y="781050"/>
                </a:lnTo>
                <a:lnTo>
                  <a:pt x="990600" y="781050"/>
                </a:lnTo>
                <a:close/>
                <a:moveTo>
                  <a:pt x="447675" y="781050"/>
                </a:moveTo>
                <a:lnTo>
                  <a:pt x="457200" y="781050"/>
                </a:lnTo>
                <a:lnTo>
                  <a:pt x="457200" y="790575"/>
                </a:lnTo>
                <a:lnTo>
                  <a:pt x="447675" y="790575"/>
                </a:lnTo>
                <a:close/>
                <a:moveTo>
                  <a:pt x="276225" y="800100"/>
                </a:moveTo>
                <a:lnTo>
                  <a:pt x="285750" y="800100"/>
                </a:lnTo>
                <a:lnTo>
                  <a:pt x="285750" y="809625"/>
                </a:lnTo>
                <a:lnTo>
                  <a:pt x="276225" y="809625"/>
                </a:lnTo>
                <a:close/>
                <a:moveTo>
                  <a:pt x="695325" y="800100"/>
                </a:moveTo>
                <a:lnTo>
                  <a:pt x="704850" y="800100"/>
                </a:lnTo>
                <a:lnTo>
                  <a:pt x="704850" y="809625"/>
                </a:lnTo>
                <a:lnTo>
                  <a:pt x="695325" y="809625"/>
                </a:lnTo>
                <a:close/>
              </a:path>
            </a:pathLst>
          </a:custGeom>
          <a:solidFill xmlns:a="http://schemas.openxmlformats.org/drawingml/2006/main">
            <a:srgbClr val="F9F9F3"/>
          </a:solidFill>
          <a:ln xmlns:a="http://schemas.openxmlformats.org/drawingml/2006/main" w="0">
            <a:noFill/>
          </a:ln>
        </p:spPr>
      </p:sp>
      <p:sp>
        <p:nvSpPr>
          <p:cNvPr id="73" name="v02 vector #faf8f4">
            <a:extLst xmlns:a="http://schemas.openxmlformats.org/drawingml/2006/main">
              <a:ext uri="{FF2B5EF4-FFF2-40B4-BE49-F238E27FC236}">
                <a16:creationId xmlns:a16="http://schemas.microsoft.com/office/drawing/2014/main" id="{87792D4E-7D60-46AF-BB8C-8D06F2D701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10675" y="2362200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962025" y="0"/>
                </a:moveTo>
                <a:lnTo>
                  <a:pt x="971550" y="0"/>
                </a:lnTo>
                <a:lnTo>
                  <a:pt x="971550" y="9525"/>
                </a:lnTo>
                <a:lnTo>
                  <a:pt x="981075" y="9525"/>
                </a:lnTo>
                <a:lnTo>
                  <a:pt x="981075" y="19050"/>
                </a:lnTo>
                <a:lnTo>
                  <a:pt x="971550" y="19050"/>
                </a:lnTo>
                <a:lnTo>
                  <a:pt x="971550" y="28575"/>
                </a:lnTo>
                <a:lnTo>
                  <a:pt x="962025" y="28575"/>
                </a:lnTo>
                <a:lnTo>
                  <a:pt x="962025" y="38100"/>
                </a:lnTo>
                <a:lnTo>
                  <a:pt x="952500" y="38100"/>
                </a:lnTo>
                <a:lnTo>
                  <a:pt x="952500" y="9525"/>
                </a:lnTo>
                <a:lnTo>
                  <a:pt x="962025" y="9525"/>
                </a:lnTo>
                <a:close/>
                <a:moveTo>
                  <a:pt x="895350" y="9525"/>
                </a:moveTo>
                <a:lnTo>
                  <a:pt x="914400" y="9525"/>
                </a:lnTo>
                <a:lnTo>
                  <a:pt x="914400" y="19050"/>
                </a:lnTo>
                <a:lnTo>
                  <a:pt x="904875" y="19050"/>
                </a:lnTo>
                <a:lnTo>
                  <a:pt x="904875" y="28575"/>
                </a:lnTo>
                <a:lnTo>
                  <a:pt x="876300" y="28575"/>
                </a:lnTo>
                <a:lnTo>
                  <a:pt x="876300" y="19050"/>
                </a:lnTo>
                <a:lnTo>
                  <a:pt x="895350" y="19050"/>
                </a:lnTo>
                <a:close/>
                <a:moveTo>
                  <a:pt x="38100" y="38100"/>
                </a:moveTo>
                <a:lnTo>
                  <a:pt x="47625" y="38100"/>
                </a:lnTo>
                <a:lnTo>
                  <a:pt x="47625" y="47625"/>
                </a:lnTo>
                <a:lnTo>
                  <a:pt x="38100" y="47625"/>
                </a:lnTo>
                <a:close/>
                <a:moveTo>
                  <a:pt x="676275" y="38100"/>
                </a:moveTo>
                <a:lnTo>
                  <a:pt x="685800" y="38100"/>
                </a:lnTo>
                <a:lnTo>
                  <a:pt x="685800" y="47625"/>
                </a:lnTo>
                <a:lnTo>
                  <a:pt x="676275" y="47625"/>
                </a:lnTo>
                <a:close/>
                <a:moveTo>
                  <a:pt x="628650" y="57150"/>
                </a:moveTo>
                <a:lnTo>
                  <a:pt x="638175" y="57150"/>
                </a:lnTo>
                <a:lnTo>
                  <a:pt x="638175" y="76200"/>
                </a:lnTo>
                <a:lnTo>
                  <a:pt x="628650" y="76200"/>
                </a:lnTo>
                <a:close/>
                <a:moveTo>
                  <a:pt x="647700" y="66675"/>
                </a:moveTo>
                <a:lnTo>
                  <a:pt x="657225" y="66675"/>
                </a:lnTo>
                <a:lnTo>
                  <a:pt x="657225" y="85725"/>
                </a:lnTo>
                <a:lnTo>
                  <a:pt x="647700" y="85725"/>
                </a:lnTo>
                <a:close/>
                <a:moveTo>
                  <a:pt x="1019175" y="85725"/>
                </a:moveTo>
                <a:lnTo>
                  <a:pt x="1028700" y="85725"/>
                </a:lnTo>
                <a:lnTo>
                  <a:pt x="1028700" y="95250"/>
                </a:lnTo>
                <a:lnTo>
                  <a:pt x="1019175" y="95250"/>
                </a:lnTo>
                <a:close/>
                <a:moveTo>
                  <a:pt x="190500" y="95250"/>
                </a:moveTo>
                <a:lnTo>
                  <a:pt x="209550" y="95250"/>
                </a:lnTo>
                <a:lnTo>
                  <a:pt x="209550" y="104775"/>
                </a:lnTo>
                <a:lnTo>
                  <a:pt x="190500" y="104775"/>
                </a:lnTo>
                <a:close/>
                <a:moveTo>
                  <a:pt x="914400" y="95250"/>
                </a:moveTo>
                <a:lnTo>
                  <a:pt x="933450" y="95250"/>
                </a:lnTo>
                <a:lnTo>
                  <a:pt x="933450" y="104775"/>
                </a:lnTo>
                <a:lnTo>
                  <a:pt x="914400" y="104775"/>
                </a:lnTo>
                <a:close/>
                <a:moveTo>
                  <a:pt x="933450" y="104775"/>
                </a:moveTo>
                <a:lnTo>
                  <a:pt x="942975" y="104775"/>
                </a:lnTo>
                <a:lnTo>
                  <a:pt x="942975" y="114300"/>
                </a:lnTo>
                <a:lnTo>
                  <a:pt x="933450" y="114300"/>
                </a:lnTo>
                <a:close/>
                <a:moveTo>
                  <a:pt x="914400" y="114300"/>
                </a:moveTo>
                <a:lnTo>
                  <a:pt x="933450" y="114300"/>
                </a:lnTo>
                <a:lnTo>
                  <a:pt x="933450" y="133350"/>
                </a:lnTo>
                <a:lnTo>
                  <a:pt x="914400" y="133350"/>
                </a:lnTo>
                <a:close/>
                <a:moveTo>
                  <a:pt x="866775" y="123825"/>
                </a:moveTo>
                <a:lnTo>
                  <a:pt x="885825" y="123825"/>
                </a:lnTo>
                <a:lnTo>
                  <a:pt x="885825" y="152400"/>
                </a:lnTo>
                <a:lnTo>
                  <a:pt x="866775" y="152400"/>
                </a:lnTo>
                <a:close/>
                <a:moveTo>
                  <a:pt x="1076325" y="123825"/>
                </a:moveTo>
                <a:lnTo>
                  <a:pt x="1095375" y="123825"/>
                </a:lnTo>
                <a:lnTo>
                  <a:pt x="1095375" y="142875"/>
                </a:lnTo>
                <a:lnTo>
                  <a:pt x="1085850" y="142875"/>
                </a:lnTo>
                <a:lnTo>
                  <a:pt x="1085850" y="152400"/>
                </a:lnTo>
                <a:lnTo>
                  <a:pt x="1076325" y="152400"/>
                </a:lnTo>
                <a:close/>
                <a:moveTo>
                  <a:pt x="809625" y="142875"/>
                </a:moveTo>
                <a:lnTo>
                  <a:pt x="819150" y="142875"/>
                </a:lnTo>
                <a:lnTo>
                  <a:pt x="819150" y="152400"/>
                </a:lnTo>
                <a:lnTo>
                  <a:pt x="809625" y="152400"/>
                </a:lnTo>
                <a:close/>
                <a:moveTo>
                  <a:pt x="1152525" y="161925"/>
                </a:moveTo>
                <a:lnTo>
                  <a:pt x="1162050" y="161925"/>
                </a:lnTo>
                <a:lnTo>
                  <a:pt x="1162050" y="180975"/>
                </a:lnTo>
                <a:lnTo>
                  <a:pt x="1152525" y="180975"/>
                </a:lnTo>
                <a:close/>
                <a:moveTo>
                  <a:pt x="1057275" y="171450"/>
                </a:moveTo>
                <a:lnTo>
                  <a:pt x="1066800" y="171450"/>
                </a:lnTo>
                <a:lnTo>
                  <a:pt x="1066800" y="180975"/>
                </a:lnTo>
                <a:lnTo>
                  <a:pt x="1057275" y="180975"/>
                </a:lnTo>
                <a:close/>
                <a:moveTo>
                  <a:pt x="828675" y="190500"/>
                </a:moveTo>
                <a:lnTo>
                  <a:pt x="838200" y="190500"/>
                </a:lnTo>
                <a:lnTo>
                  <a:pt x="838200" y="209550"/>
                </a:lnTo>
                <a:lnTo>
                  <a:pt x="819150" y="209550"/>
                </a:lnTo>
                <a:lnTo>
                  <a:pt x="819150" y="200025"/>
                </a:lnTo>
                <a:lnTo>
                  <a:pt x="828675" y="200025"/>
                </a:lnTo>
                <a:close/>
                <a:moveTo>
                  <a:pt x="1181100" y="238125"/>
                </a:moveTo>
                <a:lnTo>
                  <a:pt x="1190625" y="238125"/>
                </a:lnTo>
                <a:lnTo>
                  <a:pt x="1190625" y="247650"/>
                </a:lnTo>
                <a:lnTo>
                  <a:pt x="1181100" y="247650"/>
                </a:lnTo>
                <a:close/>
                <a:moveTo>
                  <a:pt x="952500" y="285750"/>
                </a:moveTo>
                <a:lnTo>
                  <a:pt x="962025" y="285750"/>
                </a:lnTo>
                <a:lnTo>
                  <a:pt x="962025" y="295275"/>
                </a:lnTo>
                <a:lnTo>
                  <a:pt x="952500" y="295275"/>
                </a:lnTo>
                <a:close/>
                <a:moveTo>
                  <a:pt x="1038225" y="285750"/>
                </a:moveTo>
                <a:lnTo>
                  <a:pt x="1047750" y="285750"/>
                </a:lnTo>
                <a:lnTo>
                  <a:pt x="1047750" y="295275"/>
                </a:lnTo>
                <a:lnTo>
                  <a:pt x="1038225" y="295275"/>
                </a:lnTo>
                <a:close/>
                <a:moveTo>
                  <a:pt x="800100" y="409575"/>
                </a:moveTo>
                <a:lnTo>
                  <a:pt x="828675" y="409575"/>
                </a:lnTo>
                <a:lnTo>
                  <a:pt x="828675" y="428625"/>
                </a:lnTo>
                <a:lnTo>
                  <a:pt x="809625" y="428625"/>
                </a:lnTo>
                <a:lnTo>
                  <a:pt x="809625" y="419100"/>
                </a:lnTo>
                <a:lnTo>
                  <a:pt x="800100" y="419100"/>
                </a:lnTo>
                <a:close/>
                <a:moveTo>
                  <a:pt x="933450" y="419100"/>
                </a:moveTo>
                <a:lnTo>
                  <a:pt x="942975" y="419100"/>
                </a:lnTo>
                <a:lnTo>
                  <a:pt x="942975" y="428625"/>
                </a:lnTo>
                <a:lnTo>
                  <a:pt x="933450" y="428625"/>
                </a:lnTo>
                <a:close/>
                <a:moveTo>
                  <a:pt x="904875" y="523875"/>
                </a:moveTo>
                <a:lnTo>
                  <a:pt x="933450" y="523875"/>
                </a:lnTo>
                <a:lnTo>
                  <a:pt x="933450" y="542925"/>
                </a:lnTo>
                <a:lnTo>
                  <a:pt x="904875" y="542925"/>
                </a:lnTo>
                <a:close/>
                <a:moveTo>
                  <a:pt x="866775" y="542925"/>
                </a:moveTo>
                <a:lnTo>
                  <a:pt x="885825" y="542925"/>
                </a:lnTo>
                <a:lnTo>
                  <a:pt x="885825" y="552450"/>
                </a:lnTo>
                <a:lnTo>
                  <a:pt x="876300" y="552450"/>
                </a:lnTo>
                <a:lnTo>
                  <a:pt x="876300" y="561975"/>
                </a:lnTo>
                <a:lnTo>
                  <a:pt x="866775" y="561975"/>
                </a:lnTo>
                <a:close/>
                <a:moveTo>
                  <a:pt x="9525" y="571500"/>
                </a:moveTo>
                <a:lnTo>
                  <a:pt x="19050" y="571500"/>
                </a:lnTo>
                <a:lnTo>
                  <a:pt x="19050" y="590550"/>
                </a:lnTo>
                <a:lnTo>
                  <a:pt x="9525" y="590550"/>
                </a:lnTo>
                <a:close/>
                <a:moveTo>
                  <a:pt x="19050" y="628650"/>
                </a:moveTo>
                <a:lnTo>
                  <a:pt x="28575" y="628650"/>
                </a:lnTo>
                <a:lnTo>
                  <a:pt x="28575" y="638175"/>
                </a:lnTo>
                <a:lnTo>
                  <a:pt x="19050" y="638175"/>
                </a:lnTo>
                <a:close/>
                <a:moveTo>
                  <a:pt x="657225" y="647700"/>
                </a:moveTo>
                <a:lnTo>
                  <a:pt x="666750" y="647700"/>
                </a:lnTo>
                <a:lnTo>
                  <a:pt x="666750" y="657225"/>
                </a:lnTo>
                <a:lnTo>
                  <a:pt x="657225" y="657225"/>
                </a:lnTo>
                <a:close/>
                <a:moveTo>
                  <a:pt x="638175" y="657225"/>
                </a:moveTo>
                <a:lnTo>
                  <a:pt x="657225" y="657225"/>
                </a:lnTo>
                <a:lnTo>
                  <a:pt x="657225" y="666750"/>
                </a:lnTo>
                <a:lnTo>
                  <a:pt x="638175" y="666750"/>
                </a:lnTo>
                <a:close/>
                <a:moveTo>
                  <a:pt x="590550" y="676275"/>
                </a:moveTo>
                <a:lnTo>
                  <a:pt x="619125" y="676275"/>
                </a:lnTo>
                <a:lnTo>
                  <a:pt x="619125" y="685800"/>
                </a:lnTo>
                <a:lnTo>
                  <a:pt x="590550" y="685800"/>
                </a:lnTo>
                <a:close/>
                <a:moveTo>
                  <a:pt x="361950" y="704850"/>
                </a:moveTo>
                <a:lnTo>
                  <a:pt x="371475" y="704850"/>
                </a:lnTo>
                <a:lnTo>
                  <a:pt x="371475" y="714375"/>
                </a:lnTo>
                <a:lnTo>
                  <a:pt x="361950" y="714375"/>
                </a:lnTo>
                <a:close/>
                <a:moveTo>
                  <a:pt x="552450" y="762000"/>
                </a:moveTo>
                <a:lnTo>
                  <a:pt x="561975" y="762000"/>
                </a:lnTo>
                <a:lnTo>
                  <a:pt x="561975" y="771525"/>
                </a:lnTo>
                <a:lnTo>
                  <a:pt x="552450" y="771525"/>
                </a:lnTo>
                <a:close/>
                <a:moveTo>
                  <a:pt x="666750" y="800100"/>
                </a:moveTo>
                <a:lnTo>
                  <a:pt x="685800" y="800100"/>
                </a:lnTo>
                <a:lnTo>
                  <a:pt x="685800" y="809625"/>
                </a:lnTo>
                <a:lnTo>
                  <a:pt x="666750" y="809625"/>
                </a:lnTo>
                <a:close/>
              </a:path>
            </a:pathLst>
          </a:custGeom>
          <a:solidFill xmlns:a="http://schemas.openxmlformats.org/drawingml/2006/main">
            <a:srgbClr val="FAF8F4"/>
          </a:solidFill>
          <a:ln xmlns:a="http://schemas.openxmlformats.org/drawingml/2006/main" w="0">
            <a:noFill/>
          </a:ln>
        </p:spPr>
      </p:sp>
      <p:sp>
        <p:nvSpPr>
          <p:cNvPr id="74" name="v02 vector #f9f8f5">
            <a:extLst xmlns:a="http://schemas.openxmlformats.org/drawingml/2006/main">
              <a:ext uri="{FF2B5EF4-FFF2-40B4-BE49-F238E27FC236}">
                <a16:creationId xmlns:a16="http://schemas.microsoft.com/office/drawing/2014/main" id="{8AF013B2-FB09-4298-A403-A10B0EE569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10675" y="2362200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19050" y="0"/>
                </a:moveTo>
                <a:lnTo>
                  <a:pt x="28575" y="0"/>
                </a:lnTo>
                <a:lnTo>
                  <a:pt x="28575" y="9525"/>
                </a:lnTo>
                <a:lnTo>
                  <a:pt x="19050" y="9525"/>
                </a:lnTo>
                <a:close/>
                <a:moveTo>
                  <a:pt x="57150" y="0"/>
                </a:moveTo>
                <a:lnTo>
                  <a:pt x="66675" y="0"/>
                </a:lnTo>
                <a:lnTo>
                  <a:pt x="66675" y="9525"/>
                </a:lnTo>
                <a:lnTo>
                  <a:pt x="57150" y="9525"/>
                </a:lnTo>
                <a:close/>
                <a:moveTo>
                  <a:pt x="38100" y="9525"/>
                </a:moveTo>
                <a:lnTo>
                  <a:pt x="57150" y="9525"/>
                </a:lnTo>
                <a:lnTo>
                  <a:pt x="57150" y="19050"/>
                </a:lnTo>
                <a:lnTo>
                  <a:pt x="38100" y="19050"/>
                </a:lnTo>
                <a:close/>
                <a:moveTo>
                  <a:pt x="857250" y="19050"/>
                </a:moveTo>
                <a:lnTo>
                  <a:pt x="866775" y="19050"/>
                </a:lnTo>
                <a:lnTo>
                  <a:pt x="866775" y="28575"/>
                </a:lnTo>
                <a:lnTo>
                  <a:pt x="876300" y="28575"/>
                </a:lnTo>
                <a:lnTo>
                  <a:pt x="876300" y="47625"/>
                </a:lnTo>
                <a:lnTo>
                  <a:pt x="857250" y="47625"/>
                </a:lnTo>
                <a:lnTo>
                  <a:pt x="857250" y="38100"/>
                </a:lnTo>
                <a:lnTo>
                  <a:pt x="847725" y="38100"/>
                </a:lnTo>
                <a:lnTo>
                  <a:pt x="847725" y="28575"/>
                </a:lnTo>
                <a:lnTo>
                  <a:pt x="857250" y="28575"/>
                </a:lnTo>
                <a:close/>
                <a:moveTo>
                  <a:pt x="38100" y="47625"/>
                </a:moveTo>
                <a:lnTo>
                  <a:pt x="47625" y="47625"/>
                </a:lnTo>
                <a:lnTo>
                  <a:pt x="47625" y="57150"/>
                </a:lnTo>
                <a:lnTo>
                  <a:pt x="38100" y="57150"/>
                </a:lnTo>
                <a:close/>
                <a:moveTo>
                  <a:pt x="47625" y="57150"/>
                </a:moveTo>
                <a:lnTo>
                  <a:pt x="66675" y="57150"/>
                </a:lnTo>
                <a:lnTo>
                  <a:pt x="66675" y="66675"/>
                </a:lnTo>
                <a:lnTo>
                  <a:pt x="47625" y="66675"/>
                </a:lnTo>
                <a:close/>
                <a:moveTo>
                  <a:pt x="676275" y="57150"/>
                </a:moveTo>
                <a:lnTo>
                  <a:pt x="685800" y="57150"/>
                </a:lnTo>
                <a:lnTo>
                  <a:pt x="685800" y="66675"/>
                </a:lnTo>
                <a:lnTo>
                  <a:pt x="676275" y="66675"/>
                </a:lnTo>
                <a:close/>
                <a:moveTo>
                  <a:pt x="323850" y="114300"/>
                </a:moveTo>
                <a:lnTo>
                  <a:pt x="342900" y="114300"/>
                </a:lnTo>
                <a:lnTo>
                  <a:pt x="342900" y="133350"/>
                </a:lnTo>
                <a:lnTo>
                  <a:pt x="333375" y="133350"/>
                </a:lnTo>
                <a:lnTo>
                  <a:pt x="333375" y="123825"/>
                </a:lnTo>
                <a:lnTo>
                  <a:pt x="323850" y="123825"/>
                </a:lnTo>
                <a:close/>
                <a:moveTo>
                  <a:pt x="390525" y="114300"/>
                </a:moveTo>
                <a:lnTo>
                  <a:pt x="400050" y="114300"/>
                </a:lnTo>
                <a:lnTo>
                  <a:pt x="400050" y="123825"/>
                </a:lnTo>
                <a:lnTo>
                  <a:pt x="390525" y="123825"/>
                </a:lnTo>
                <a:close/>
                <a:moveTo>
                  <a:pt x="628650" y="123825"/>
                </a:moveTo>
                <a:lnTo>
                  <a:pt x="638175" y="123825"/>
                </a:lnTo>
                <a:lnTo>
                  <a:pt x="638175" y="142875"/>
                </a:lnTo>
                <a:lnTo>
                  <a:pt x="628650" y="142875"/>
                </a:lnTo>
                <a:close/>
                <a:moveTo>
                  <a:pt x="790575" y="142875"/>
                </a:moveTo>
                <a:lnTo>
                  <a:pt x="800100" y="142875"/>
                </a:lnTo>
                <a:lnTo>
                  <a:pt x="800100" y="152400"/>
                </a:lnTo>
                <a:lnTo>
                  <a:pt x="790575" y="152400"/>
                </a:lnTo>
                <a:close/>
                <a:moveTo>
                  <a:pt x="857250" y="142875"/>
                </a:moveTo>
                <a:lnTo>
                  <a:pt x="866775" y="142875"/>
                </a:lnTo>
                <a:lnTo>
                  <a:pt x="866775" y="152400"/>
                </a:lnTo>
                <a:lnTo>
                  <a:pt x="857250" y="152400"/>
                </a:lnTo>
                <a:close/>
                <a:moveTo>
                  <a:pt x="866775" y="152400"/>
                </a:moveTo>
                <a:lnTo>
                  <a:pt x="876300" y="152400"/>
                </a:lnTo>
                <a:lnTo>
                  <a:pt x="876300" y="161925"/>
                </a:lnTo>
                <a:lnTo>
                  <a:pt x="866775" y="161925"/>
                </a:lnTo>
                <a:close/>
                <a:moveTo>
                  <a:pt x="981075" y="152400"/>
                </a:moveTo>
                <a:lnTo>
                  <a:pt x="990600" y="152400"/>
                </a:lnTo>
                <a:lnTo>
                  <a:pt x="990600" y="161925"/>
                </a:lnTo>
                <a:lnTo>
                  <a:pt x="1000125" y="161925"/>
                </a:lnTo>
                <a:lnTo>
                  <a:pt x="1000125" y="171450"/>
                </a:lnTo>
                <a:lnTo>
                  <a:pt x="990600" y="171450"/>
                </a:lnTo>
                <a:lnTo>
                  <a:pt x="990600" y="180975"/>
                </a:lnTo>
                <a:lnTo>
                  <a:pt x="981075" y="180975"/>
                </a:lnTo>
                <a:lnTo>
                  <a:pt x="981075" y="171450"/>
                </a:lnTo>
                <a:lnTo>
                  <a:pt x="971550" y="171450"/>
                </a:lnTo>
                <a:lnTo>
                  <a:pt x="971550" y="161925"/>
                </a:lnTo>
                <a:lnTo>
                  <a:pt x="981075" y="161925"/>
                </a:lnTo>
                <a:close/>
                <a:moveTo>
                  <a:pt x="276225" y="190500"/>
                </a:moveTo>
                <a:lnTo>
                  <a:pt x="285750" y="190500"/>
                </a:lnTo>
                <a:lnTo>
                  <a:pt x="285750" y="200025"/>
                </a:lnTo>
                <a:lnTo>
                  <a:pt x="276225" y="200025"/>
                </a:lnTo>
                <a:close/>
                <a:moveTo>
                  <a:pt x="304800" y="209550"/>
                </a:moveTo>
                <a:lnTo>
                  <a:pt x="323850" y="209550"/>
                </a:lnTo>
                <a:lnTo>
                  <a:pt x="323850" y="219075"/>
                </a:lnTo>
                <a:lnTo>
                  <a:pt x="304800" y="219075"/>
                </a:lnTo>
                <a:close/>
                <a:moveTo>
                  <a:pt x="314325" y="228600"/>
                </a:moveTo>
                <a:lnTo>
                  <a:pt x="342900" y="228600"/>
                </a:lnTo>
                <a:lnTo>
                  <a:pt x="342900" y="238125"/>
                </a:lnTo>
                <a:lnTo>
                  <a:pt x="361950" y="238125"/>
                </a:lnTo>
                <a:lnTo>
                  <a:pt x="361950" y="247650"/>
                </a:lnTo>
                <a:lnTo>
                  <a:pt x="333375" y="247650"/>
                </a:lnTo>
                <a:lnTo>
                  <a:pt x="333375" y="238125"/>
                </a:lnTo>
                <a:lnTo>
                  <a:pt x="314325" y="238125"/>
                </a:lnTo>
                <a:close/>
                <a:moveTo>
                  <a:pt x="762000" y="238125"/>
                </a:moveTo>
                <a:lnTo>
                  <a:pt x="771525" y="238125"/>
                </a:lnTo>
                <a:lnTo>
                  <a:pt x="771525" y="257175"/>
                </a:lnTo>
                <a:lnTo>
                  <a:pt x="762000" y="257175"/>
                </a:lnTo>
                <a:close/>
                <a:moveTo>
                  <a:pt x="781050" y="247650"/>
                </a:moveTo>
                <a:lnTo>
                  <a:pt x="790575" y="247650"/>
                </a:lnTo>
                <a:lnTo>
                  <a:pt x="790575" y="257175"/>
                </a:lnTo>
                <a:lnTo>
                  <a:pt x="781050" y="257175"/>
                </a:lnTo>
                <a:close/>
                <a:moveTo>
                  <a:pt x="914400" y="361950"/>
                </a:moveTo>
                <a:lnTo>
                  <a:pt x="923925" y="361950"/>
                </a:lnTo>
                <a:lnTo>
                  <a:pt x="923925" y="371475"/>
                </a:lnTo>
                <a:lnTo>
                  <a:pt x="914400" y="371475"/>
                </a:lnTo>
                <a:close/>
                <a:moveTo>
                  <a:pt x="152400" y="390525"/>
                </a:moveTo>
                <a:lnTo>
                  <a:pt x="161925" y="390525"/>
                </a:lnTo>
                <a:lnTo>
                  <a:pt x="161925" y="400050"/>
                </a:lnTo>
                <a:lnTo>
                  <a:pt x="152400" y="400050"/>
                </a:lnTo>
                <a:close/>
                <a:moveTo>
                  <a:pt x="1047750" y="390525"/>
                </a:moveTo>
                <a:lnTo>
                  <a:pt x="1057275" y="390525"/>
                </a:lnTo>
                <a:lnTo>
                  <a:pt x="1057275" y="400050"/>
                </a:lnTo>
                <a:lnTo>
                  <a:pt x="1047750" y="400050"/>
                </a:lnTo>
                <a:close/>
                <a:moveTo>
                  <a:pt x="133350" y="400050"/>
                </a:moveTo>
                <a:lnTo>
                  <a:pt x="152400" y="400050"/>
                </a:lnTo>
                <a:lnTo>
                  <a:pt x="152400" y="409575"/>
                </a:lnTo>
                <a:lnTo>
                  <a:pt x="133350" y="409575"/>
                </a:lnTo>
                <a:close/>
                <a:moveTo>
                  <a:pt x="133350" y="447675"/>
                </a:moveTo>
                <a:lnTo>
                  <a:pt x="142875" y="447675"/>
                </a:lnTo>
                <a:lnTo>
                  <a:pt x="142875" y="466725"/>
                </a:lnTo>
                <a:lnTo>
                  <a:pt x="133350" y="466725"/>
                </a:lnTo>
                <a:close/>
                <a:moveTo>
                  <a:pt x="942975" y="466725"/>
                </a:moveTo>
                <a:lnTo>
                  <a:pt x="971550" y="466725"/>
                </a:lnTo>
                <a:lnTo>
                  <a:pt x="971550" y="476250"/>
                </a:lnTo>
                <a:lnTo>
                  <a:pt x="962025" y="476250"/>
                </a:lnTo>
                <a:lnTo>
                  <a:pt x="962025" y="495300"/>
                </a:lnTo>
                <a:lnTo>
                  <a:pt x="952500" y="495300"/>
                </a:lnTo>
                <a:lnTo>
                  <a:pt x="952500" y="485775"/>
                </a:lnTo>
                <a:lnTo>
                  <a:pt x="942975" y="485775"/>
                </a:lnTo>
                <a:close/>
                <a:moveTo>
                  <a:pt x="285750" y="476250"/>
                </a:moveTo>
                <a:lnTo>
                  <a:pt x="295275" y="476250"/>
                </a:lnTo>
                <a:lnTo>
                  <a:pt x="295275" y="495300"/>
                </a:lnTo>
                <a:lnTo>
                  <a:pt x="285750" y="495300"/>
                </a:lnTo>
                <a:close/>
                <a:moveTo>
                  <a:pt x="323850" y="476250"/>
                </a:moveTo>
                <a:lnTo>
                  <a:pt x="342900" y="476250"/>
                </a:lnTo>
                <a:lnTo>
                  <a:pt x="342900" y="495300"/>
                </a:lnTo>
                <a:lnTo>
                  <a:pt x="323850" y="495300"/>
                </a:lnTo>
                <a:close/>
                <a:moveTo>
                  <a:pt x="19050" y="495300"/>
                </a:moveTo>
                <a:lnTo>
                  <a:pt x="28575" y="495300"/>
                </a:lnTo>
                <a:lnTo>
                  <a:pt x="28575" y="504825"/>
                </a:lnTo>
                <a:lnTo>
                  <a:pt x="19050" y="504825"/>
                </a:lnTo>
                <a:close/>
                <a:moveTo>
                  <a:pt x="133350" y="523875"/>
                </a:moveTo>
                <a:lnTo>
                  <a:pt x="152400" y="523875"/>
                </a:lnTo>
                <a:lnTo>
                  <a:pt x="152400" y="533400"/>
                </a:lnTo>
                <a:lnTo>
                  <a:pt x="133350" y="533400"/>
                </a:lnTo>
                <a:close/>
                <a:moveTo>
                  <a:pt x="123825" y="533400"/>
                </a:moveTo>
                <a:lnTo>
                  <a:pt x="133350" y="533400"/>
                </a:lnTo>
                <a:lnTo>
                  <a:pt x="133350" y="542925"/>
                </a:lnTo>
                <a:lnTo>
                  <a:pt x="123825" y="542925"/>
                </a:lnTo>
                <a:close/>
                <a:moveTo>
                  <a:pt x="152400" y="533400"/>
                </a:moveTo>
                <a:lnTo>
                  <a:pt x="161925" y="533400"/>
                </a:lnTo>
                <a:lnTo>
                  <a:pt x="161925" y="542925"/>
                </a:lnTo>
                <a:lnTo>
                  <a:pt x="152400" y="542925"/>
                </a:lnTo>
                <a:close/>
                <a:moveTo>
                  <a:pt x="1181100" y="619125"/>
                </a:moveTo>
                <a:lnTo>
                  <a:pt x="1190625" y="619125"/>
                </a:lnTo>
                <a:lnTo>
                  <a:pt x="1190625" y="628650"/>
                </a:lnTo>
                <a:lnTo>
                  <a:pt x="1181100" y="628650"/>
                </a:lnTo>
                <a:close/>
                <a:moveTo>
                  <a:pt x="1114425" y="723900"/>
                </a:moveTo>
                <a:lnTo>
                  <a:pt x="1123950" y="723900"/>
                </a:lnTo>
                <a:lnTo>
                  <a:pt x="1123950" y="733425"/>
                </a:lnTo>
                <a:lnTo>
                  <a:pt x="1114425" y="733425"/>
                </a:lnTo>
                <a:close/>
                <a:moveTo>
                  <a:pt x="9525" y="752475"/>
                </a:moveTo>
                <a:lnTo>
                  <a:pt x="19050" y="752475"/>
                </a:lnTo>
                <a:lnTo>
                  <a:pt x="19050" y="762000"/>
                </a:lnTo>
                <a:lnTo>
                  <a:pt x="9525" y="762000"/>
                </a:lnTo>
                <a:close/>
              </a:path>
            </a:pathLst>
          </a:custGeom>
          <a:solidFill xmlns:a="http://schemas.openxmlformats.org/drawingml/2006/main">
            <a:srgbClr val="F9F8F5"/>
          </a:solidFill>
          <a:ln xmlns:a="http://schemas.openxmlformats.org/drawingml/2006/main" w="0">
            <a:noFill/>
          </a:ln>
        </p:spPr>
      </p:sp>
      <p:sp>
        <p:nvSpPr>
          <p:cNvPr id="75" name="v02 vector #f9f8f4">
            <a:extLst xmlns:a="http://schemas.openxmlformats.org/drawingml/2006/main">
              <a:ext uri="{FF2B5EF4-FFF2-40B4-BE49-F238E27FC236}">
                <a16:creationId xmlns:a16="http://schemas.microsoft.com/office/drawing/2014/main" id="{1234F964-6EA6-48E7-8F41-BDCD0635F0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10675" y="2362200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28575" y="0"/>
                </a:moveTo>
                <a:lnTo>
                  <a:pt x="57150" y="0"/>
                </a:lnTo>
                <a:lnTo>
                  <a:pt x="57150" y="9525"/>
                </a:lnTo>
                <a:lnTo>
                  <a:pt x="38100" y="9525"/>
                </a:lnTo>
                <a:lnTo>
                  <a:pt x="38100" y="19050"/>
                </a:lnTo>
                <a:lnTo>
                  <a:pt x="28575" y="19050"/>
                </a:lnTo>
                <a:close/>
                <a:moveTo>
                  <a:pt x="323850" y="0"/>
                </a:moveTo>
                <a:lnTo>
                  <a:pt x="352425" y="0"/>
                </a:lnTo>
                <a:lnTo>
                  <a:pt x="352425" y="19050"/>
                </a:lnTo>
                <a:lnTo>
                  <a:pt x="285750" y="19050"/>
                </a:lnTo>
                <a:lnTo>
                  <a:pt x="285750" y="9525"/>
                </a:lnTo>
                <a:lnTo>
                  <a:pt x="323850" y="9525"/>
                </a:lnTo>
                <a:close/>
                <a:moveTo>
                  <a:pt x="600075" y="0"/>
                </a:moveTo>
                <a:lnTo>
                  <a:pt x="638175" y="0"/>
                </a:lnTo>
                <a:lnTo>
                  <a:pt x="638175" y="9525"/>
                </a:lnTo>
                <a:lnTo>
                  <a:pt x="647700" y="9525"/>
                </a:lnTo>
                <a:lnTo>
                  <a:pt x="647700" y="47625"/>
                </a:lnTo>
                <a:lnTo>
                  <a:pt x="657225" y="47625"/>
                </a:lnTo>
                <a:lnTo>
                  <a:pt x="657225" y="9525"/>
                </a:lnTo>
                <a:lnTo>
                  <a:pt x="676275" y="9525"/>
                </a:lnTo>
                <a:lnTo>
                  <a:pt x="676275" y="19050"/>
                </a:lnTo>
                <a:lnTo>
                  <a:pt x="704850" y="19050"/>
                </a:lnTo>
                <a:lnTo>
                  <a:pt x="704850" y="57150"/>
                </a:lnTo>
                <a:lnTo>
                  <a:pt x="676275" y="57150"/>
                </a:lnTo>
                <a:lnTo>
                  <a:pt x="676275" y="66675"/>
                </a:lnTo>
                <a:lnTo>
                  <a:pt x="685800" y="66675"/>
                </a:lnTo>
                <a:lnTo>
                  <a:pt x="685800" y="85725"/>
                </a:lnTo>
                <a:lnTo>
                  <a:pt x="704850" y="85725"/>
                </a:lnTo>
                <a:lnTo>
                  <a:pt x="704850" y="95250"/>
                </a:lnTo>
                <a:lnTo>
                  <a:pt x="714375" y="95250"/>
                </a:lnTo>
                <a:lnTo>
                  <a:pt x="714375" y="114300"/>
                </a:lnTo>
                <a:lnTo>
                  <a:pt x="704850" y="114300"/>
                </a:lnTo>
                <a:lnTo>
                  <a:pt x="704850" y="104775"/>
                </a:lnTo>
                <a:lnTo>
                  <a:pt x="685800" y="104775"/>
                </a:lnTo>
                <a:lnTo>
                  <a:pt x="685800" y="95250"/>
                </a:lnTo>
                <a:lnTo>
                  <a:pt x="666750" y="95250"/>
                </a:lnTo>
                <a:lnTo>
                  <a:pt x="666750" y="85725"/>
                </a:lnTo>
                <a:lnTo>
                  <a:pt x="657225" y="85725"/>
                </a:lnTo>
                <a:lnTo>
                  <a:pt x="657225" y="66675"/>
                </a:lnTo>
                <a:lnTo>
                  <a:pt x="638175" y="66675"/>
                </a:lnTo>
                <a:lnTo>
                  <a:pt x="638175" y="57150"/>
                </a:lnTo>
                <a:lnTo>
                  <a:pt x="628650" y="57150"/>
                </a:lnTo>
                <a:lnTo>
                  <a:pt x="628650" y="38100"/>
                </a:lnTo>
                <a:lnTo>
                  <a:pt x="609600" y="38100"/>
                </a:lnTo>
                <a:lnTo>
                  <a:pt x="609600" y="9525"/>
                </a:lnTo>
                <a:lnTo>
                  <a:pt x="600075" y="9525"/>
                </a:lnTo>
                <a:close/>
                <a:moveTo>
                  <a:pt x="695325" y="0"/>
                </a:moveTo>
                <a:lnTo>
                  <a:pt x="723900" y="0"/>
                </a:lnTo>
                <a:lnTo>
                  <a:pt x="723900" y="9525"/>
                </a:lnTo>
                <a:lnTo>
                  <a:pt x="695325" y="9525"/>
                </a:lnTo>
                <a:close/>
                <a:moveTo>
                  <a:pt x="800100" y="0"/>
                </a:moveTo>
                <a:lnTo>
                  <a:pt x="866775" y="0"/>
                </a:lnTo>
                <a:lnTo>
                  <a:pt x="866775" y="19050"/>
                </a:lnTo>
                <a:lnTo>
                  <a:pt x="857250" y="19050"/>
                </a:lnTo>
                <a:lnTo>
                  <a:pt x="857250" y="28575"/>
                </a:lnTo>
                <a:lnTo>
                  <a:pt x="847725" y="28575"/>
                </a:lnTo>
                <a:lnTo>
                  <a:pt x="847725" y="38100"/>
                </a:lnTo>
                <a:lnTo>
                  <a:pt x="838200" y="38100"/>
                </a:lnTo>
                <a:lnTo>
                  <a:pt x="838200" y="47625"/>
                </a:lnTo>
                <a:lnTo>
                  <a:pt x="828675" y="47625"/>
                </a:lnTo>
                <a:lnTo>
                  <a:pt x="828675" y="57150"/>
                </a:lnTo>
                <a:lnTo>
                  <a:pt x="809625" y="57150"/>
                </a:lnTo>
                <a:lnTo>
                  <a:pt x="809625" y="38100"/>
                </a:lnTo>
                <a:lnTo>
                  <a:pt x="790575" y="38100"/>
                </a:lnTo>
                <a:lnTo>
                  <a:pt x="790575" y="28575"/>
                </a:lnTo>
                <a:lnTo>
                  <a:pt x="781050" y="28575"/>
                </a:lnTo>
                <a:lnTo>
                  <a:pt x="781050" y="38100"/>
                </a:lnTo>
                <a:lnTo>
                  <a:pt x="771525" y="38100"/>
                </a:lnTo>
                <a:lnTo>
                  <a:pt x="771525" y="47625"/>
                </a:lnTo>
                <a:lnTo>
                  <a:pt x="762000" y="47625"/>
                </a:lnTo>
                <a:lnTo>
                  <a:pt x="762000" y="38100"/>
                </a:lnTo>
                <a:lnTo>
                  <a:pt x="752475" y="38100"/>
                </a:lnTo>
                <a:lnTo>
                  <a:pt x="752475" y="28575"/>
                </a:lnTo>
                <a:lnTo>
                  <a:pt x="762000" y="28575"/>
                </a:lnTo>
                <a:lnTo>
                  <a:pt x="762000" y="19050"/>
                </a:lnTo>
                <a:lnTo>
                  <a:pt x="771525" y="19050"/>
                </a:lnTo>
                <a:lnTo>
                  <a:pt x="771525" y="9525"/>
                </a:lnTo>
                <a:lnTo>
                  <a:pt x="781050" y="9525"/>
                </a:lnTo>
                <a:lnTo>
                  <a:pt x="781050" y="19050"/>
                </a:lnTo>
                <a:lnTo>
                  <a:pt x="800100" y="19050"/>
                </a:lnTo>
                <a:close/>
                <a:moveTo>
                  <a:pt x="904875" y="0"/>
                </a:moveTo>
                <a:lnTo>
                  <a:pt x="942975" y="0"/>
                </a:lnTo>
                <a:lnTo>
                  <a:pt x="942975" y="19050"/>
                </a:lnTo>
                <a:lnTo>
                  <a:pt x="952500" y="19050"/>
                </a:lnTo>
                <a:lnTo>
                  <a:pt x="952500" y="28575"/>
                </a:lnTo>
                <a:lnTo>
                  <a:pt x="942975" y="28575"/>
                </a:lnTo>
                <a:lnTo>
                  <a:pt x="942975" y="38100"/>
                </a:lnTo>
                <a:lnTo>
                  <a:pt x="952500" y="38100"/>
                </a:lnTo>
                <a:lnTo>
                  <a:pt x="952500" y="47625"/>
                </a:lnTo>
                <a:lnTo>
                  <a:pt x="942975" y="47625"/>
                </a:lnTo>
                <a:lnTo>
                  <a:pt x="942975" y="57150"/>
                </a:lnTo>
                <a:lnTo>
                  <a:pt x="952500" y="57150"/>
                </a:lnTo>
                <a:lnTo>
                  <a:pt x="952500" y="66675"/>
                </a:lnTo>
                <a:lnTo>
                  <a:pt x="971550" y="66675"/>
                </a:lnTo>
                <a:lnTo>
                  <a:pt x="971550" y="57150"/>
                </a:lnTo>
                <a:lnTo>
                  <a:pt x="981075" y="57150"/>
                </a:lnTo>
                <a:lnTo>
                  <a:pt x="981075" y="47625"/>
                </a:lnTo>
                <a:lnTo>
                  <a:pt x="990600" y="47625"/>
                </a:lnTo>
                <a:lnTo>
                  <a:pt x="990600" y="0"/>
                </a:lnTo>
                <a:lnTo>
                  <a:pt x="1019175" y="0"/>
                </a:lnTo>
                <a:lnTo>
                  <a:pt x="1019175" y="47625"/>
                </a:lnTo>
                <a:lnTo>
                  <a:pt x="1009650" y="47625"/>
                </a:lnTo>
                <a:lnTo>
                  <a:pt x="1009650" y="76200"/>
                </a:lnTo>
                <a:lnTo>
                  <a:pt x="1019175" y="76200"/>
                </a:lnTo>
                <a:lnTo>
                  <a:pt x="1019175" y="95250"/>
                </a:lnTo>
                <a:lnTo>
                  <a:pt x="1009650" y="95250"/>
                </a:lnTo>
                <a:lnTo>
                  <a:pt x="1009650" y="104775"/>
                </a:lnTo>
                <a:lnTo>
                  <a:pt x="1000125" y="104775"/>
                </a:lnTo>
                <a:lnTo>
                  <a:pt x="1000125" y="123825"/>
                </a:lnTo>
                <a:lnTo>
                  <a:pt x="981075" y="123825"/>
                </a:lnTo>
                <a:lnTo>
                  <a:pt x="981075" y="133350"/>
                </a:lnTo>
                <a:lnTo>
                  <a:pt x="962025" y="133350"/>
                </a:lnTo>
                <a:lnTo>
                  <a:pt x="962025" y="142875"/>
                </a:lnTo>
                <a:lnTo>
                  <a:pt x="952500" y="142875"/>
                </a:lnTo>
                <a:lnTo>
                  <a:pt x="952500" y="161925"/>
                </a:lnTo>
                <a:lnTo>
                  <a:pt x="942975" y="161925"/>
                </a:lnTo>
                <a:lnTo>
                  <a:pt x="942975" y="171450"/>
                </a:lnTo>
                <a:lnTo>
                  <a:pt x="923925" y="171450"/>
                </a:lnTo>
                <a:lnTo>
                  <a:pt x="923925" y="161925"/>
                </a:lnTo>
                <a:lnTo>
                  <a:pt x="933450" y="161925"/>
                </a:lnTo>
                <a:lnTo>
                  <a:pt x="933450" y="114300"/>
                </a:lnTo>
                <a:lnTo>
                  <a:pt x="942975" y="114300"/>
                </a:lnTo>
                <a:lnTo>
                  <a:pt x="942975" y="123825"/>
                </a:lnTo>
                <a:lnTo>
                  <a:pt x="952500" y="123825"/>
                </a:lnTo>
                <a:lnTo>
                  <a:pt x="952500" y="104775"/>
                </a:lnTo>
                <a:lnTo>
                  <a:pt x="962025" y="104775"/>
                </a:lnTo>
                <a:lnTo>
                  <a:pt x="962025" y="95250"/>
                </a:lnTo>
                <a:lnTo>
                  <a:pt x="952500" y="95250"/>
                </a:lnTo>
                <a:lnTo>
                  <a:pt x="952500" y="76200"/>
                </a:lnTo>
                <a:lnTo>
                  <a:pt x="933450" y="76200"/>
                </a:lnTo>
                <a:lnTo>
                  <a:pt x="933450" y="66675"/>
                </a:lnTo>
                <a:lnTo>
                  <a:pt x="923925" y="66675"/>
                </a:lnTo>
                <a:lnTo>
                  <a:pt x="923925" y="28575"/>
                </a:lnTo>
                <a:lnTo>
                  <a:pt x="914400" y="28575"/>
                </a:lnTo>
                <a:lnTo>
                  <a:pt x="914400" y="38100"/>
                </a:lnTo>
                <a:lnTo>
                  <a:pt x="895350" y="38100"/>
                </a:lnTo>
                <a:lnTo>
                  <a:pt x="895350" y="47625"/>
                </a:lnTo>
                <a:lnTo>
                  <a:pt x="885825" y="47625"/>
                </a:lnTo>
                <a:lnTo>
                  <a:pt x="885825" y="28575"/>
                </a:lnTo>
                <a:lnTo>
                  <a:pt x="904875" y="28575"/>
                </a:lnTo>
                <a:lnTo>
                  <a:pt x="904875" y="19050"/>
                </a:lnTo>
                <a:lnTo>
                  <a:pt x="914400" y="19050"/>
                </a:lnTo>
                <a:lnTo>
                  <a:pt x="914400" y="9525"/>
                </a:lnTo>
                <a:lnTo>
                  <a:pt x="904875" y="9525"/>
                </a:lnTo>
                <a:close/>
                <a:moveTo>
                  <a:pt x="1047750" y="0"/>
                </a:moveTo>
                <a:lnTo>
                  <a:pt x="1057275" y="0"/>
                </a:lnTo>
                <a:lnTo>
                  <a:pt x="1057275" y="19050"/>
                </a:lnTo>
                <a:lnTo>
                  <a:pt x="1066800" y="19050"/>
                </a:lnTo>
                <a:lnTo>
                  <a:pt x="1066800" y="28575"/>
                </a:lnTo>
                <a:lnTo>
                  <a:pt x="1047750" y="28575"/>
                </a:lnTo>
                <a:close/>
                <a:moveTo>
                  <a:pt x="1085850" y="0"/>
                </a:moveTo>
                <a:lnTo>
                  <a:pt x="1123950" y="0"/>
                </a:lnTo>
                <a:lnTo>
                  <a:pt x="1123950" y="19050"/>
                </a:lnTo>
                <a:lnTo>
                  <a:pt x="1152525" y="19050"/>
                </a:lnTo>
                <a:lnTo>
                  <a:pt x="1152525" y="28575"/>
                </a:lnTo>
                <a:lnTo>
                  <a:pt x="1104900" y="28575"/>
                </a:lnTo>
                <a:lnTo>
                  <a:pt x="1104900" y="47625"/>
                </a:lnTo>
                <a:lnTo>
                  <a:pt x="1085850" y="47625"/>
                </a:lnTo>
                <a:lnTo>
                  <a:pt x="1085850" y="57150"/>
                </a:lnTo>
                <a:lnTo>
                  <a:pt x="1076325" y="57150"/>
                </a:lnTo>
                <a:lnTo>
                  <a:pt x="1076325" y="38100"/>
                </a:lnTo>
                <a:lnTo>
                  <a:pt x="1085850" y="38100"/>
                </a:lnTo>
                <a:lnTo>
                  <a:pt x="1085850" y="28575"/>
                </a:lnTo>
                <a:lnTo>
                  <a:pt x="1095375" y="28575"/>
                </a:lnTo>
                <a:lnTo>
                  <a:pt x="1095375" y="19050"/>
                </a:lnTo>
                <a:lnTo>
                  <a:pt x="1085850" y="19050"/>
                </a:lnTo>
                <a:close/>
                <a:moveTo>
                  <a:pt x="142875" y="9525"/>
                </a:moveTo>
                <a:lnTo>
                  <a:pt x="152400" y="9525"/>
                </a:lnTo>
                <a:lnTo>
                  <a:pt x="152400" y="28575"/>
                </a:lnTo>
                <a:lnTo>
                  <a:pt x="142875" y="28575"/>
                </a:lnTo>
                <a:close/>
                <a:moveTo>
                  <a:pt x="238125" y="9525"/>
                </a:moveTo>
                <a:lnTo>
                  <a:pt x="257175" y="9525"/>
                </a:lnTo>
                <a:lnTo>
                  <a:pt x="257175" y="19050"/>
                </a:lnTo>
                <a:lnTo>
                  <a:pt x="238125" y="19050"/>
                </a:lnTo>
                <a:close/>
                <a:moveTo>
                  <a:pt x="885825" y="9525"/>
                </a:moveTo>
                <a:lnTo>
                  <a:pt x="895350" y="9525"/>
                </a:lnTo>
                <a:lnTo>
                  <a:pt x="895350" y="19050"/>
                </a:lnTo>
                <a:lnTo>
                  <a:pt x="885825" y="19050"/>
                </a:lnTo>
                <a:close/>
                <a:moveTo>
                  <a:pt x="866775" y="19050"/>
                </a:moveTo>
                <a:lnTo>
                  <a:pt x="876300" y="19050"/>
                </a:lnTo>
                <a:lnTo>
                  <a:pt x="876300" y="28575"/>
                </a:lnTo>
                <a:lnTo>
                  <a:pt x="866775" y="28575"/>
                </a:lnTo>
                <a:close/>
                <a:moveTo>
                  <a:pt x="971550" y="19050"/>
                </a:moveTo>
                <a:lnTo>
                  <a:pt x="981075" y="19050"/>
                </a:lnTo>
                <a:lnTo>
                  <a:pt x="981075" y="28575"/>
                </a:lnTo>
                <a:lnTo>
                  <a:pt x="971550" y="28575"/>
                </a:lnTo>
                <a:close/>
                <a:moveTo>
                  <a:pt x="962025" y="28575"/>
                </a:moveTo>
                <a:lnTo>
                  <a:pt x="971550" y="28575"/>
                </a:lnTo>
                <a:lnTo>
                  <a:pt x="971550" y="38100"/>
                </a:lnTo>
                <a:lnTo>
                  <a:pt x="962025" y="38100"/>
                </a:lnTo>
                <a:close/>
                <a:moveTo>
                  <a:pt x="28575" y="38100"/>
                </a:moveTo>
                <a:lnTo>
                  <a:pt x="38100" y="38100"/>
                </a:lnTo>
                <a:lnTo>
                  <a:pt x="38100" y="47625"/>
                </a:lnTo>
                <a:lnTo>
                  <a:pt x="28575" y="47625"/>
                </a:lnTo>
                <a:close/>
                <a:moveTo>
                  <a:pt x="1000125" y="38100"/>
                </a:moveTo>
                <a:lnTo>
                  <a:pt x="1009650" y="38100"/>
                </a:lnTo>
                <a:lnTo>
                  <a:pt x="1009650" y="19050"/>
                </a:lnTo>
                <a:lnTo>
                  <a:pt x="1000125" y="19050"/>
                </a:lnTo>
                <a:close/>
                <a:moveTo>
                  <a:pt x="676275" y="47625"/>
                </a:moveTo>
                <a:lnTo>
                  <a:pt x="685800" y="47625"/>
                </a:lnTo>
                <a:lnTo>
                  <a:pt x="685800" y="38100"/>
                </a:lnTo>
                <a:lnTo>
                  <a:pt x="676275" y="38100"/>
                </a:lnTo>
                <a:close/>
                <a:moveTo>
                  <a:pt x="876300" y="47625"/>
                </a:moveTo>
                <a:lnTo>
                  <a:pt x="885825" y="47625"/>
                </a:lnTo>
                <a:lnTo>
                  <a:pt x="885825" y="85725"/>
                </a:lnTo>
                <a:lnTo>
                  <a:pt x="876300" y="85725"/>
                </a:lnTo>
                <a:lnTo>
                  <a:pt x="876300" y="95250"/>
                </a:lnTo>
                <a:lnTo>
                  <a:pt x="847725" y="95250"/>
                </a:lnTo>
                <a:lnTo>
                  <a:pt x="847725" y="85725"/>
                </a:lnTo>
                <a:lnTo>
                  <a:pt x="857250" y="85725"/>
                </a:lnTo>
                <a:lnTo>
                  <a:pt x="857250" y="57150"/>
                </a:lnTo>
                <a:lnTo>
                  <a:pt x="876300" y="57150"/>
                </a:lnTo>
                <a:close/>
                <a:moveTo>
                  <a:pt x="1152525" y="47625"/>
                </a:moveTo>
                <a:lnTo>
                  <a:pt x="1171575" y="47625"/>
                </a:lnTo>
                <a:lnTo>
                  <a:pt x="1171575" y="57150"/>
                </a:lnTo>
                <a:lnTo>
                  <a:pt x="1181100" y="57150"/>
                </a:lnTo>
                <a:lnTo>
                  <a:pt x="1181100" y="66675"/>
                </a:lnTo>
                <a:lnTo>
                  <a:pt x="1190625" y="66675"/>
                </a:lnTo>
                <a:lnTo>
                  <a:pt x="1190625" y="76200"/>
                </a:lnTo>
                <a:lnTo>
                  <a:pt x="1171575" y="76200"/>
                </a:lnTo>
                <a:lnTo>
                  <a:pt x="1171575" y="66675"/>
                </a:lnTo>
                <a:lnTo>
                  <a:pt x="1162050" y="66675"/>
                </a:lnTo>
                <a:lnTo>
                  <a:pt x="1162050" y="76200"/>
                </a:lnTo>
                <a:lnTo>
                  <a:pt x="1152525" y="76200"/>
                </a:lnTo>
                <a:close/>
                <a:moveTo>
                  <a:pt x="790575" y="57150"/>
                </a:moveTo>
                <a:lnTo>
                  <a:pt x="800100" y="57150"/>
                </a:lnTo>
                <a:lnTo>
                  <a:pt x="800100" y="76200"/>
                </a:lnTo>
                <a:lnTo>
                  <a:pt x="790575" y="76200"/>
                </a:lnTo>
                <a:lnTo>
                  <a:pt x="790575" y="85725"/>
                </a:lnTo>
                <a:lnTo>
                  <a:pt x="828675" y="85725"/>
                </a:lnTo>
                <a:lnTo>
                  <a:pt x="828675" y="104775"/>
                </a:lnTo>
                <a:lnTo>
                  <a:pt x="866775" y="104775"/>
                </a:lnTo>
                <a:lnTo>
                  <a:pt x="866775" y="114300"/>
                </a:lnTo>
                <a:lnTo>
                  <a:pt x="885825" y="114300"/>
                </a:lnTo>
                <a:lnTo>
                  <a:pt x="885825" y="123825"/>
                </a:lnTo>
                <a:lnTo>
                  <a:pt x="866775" y="123825"/>
                </a:lnTo>
                <a:lnTo>
                  <a:pt x="866775" y="142875"/>
                </a:lnTo>
                <a:lnTo>
                  <a:pt x="857250" y="142875"/>
                </a:lnTo>
                <a:lnTo>
                  <a:pt x="857250" y="133350"/>
                </a:lnTo>
                <a:lnTo>
                  <a:pt x="809625" y="133350"/>
                </a:lnTo>
                <a:lnTo>
                  <a:pt x="809625" y="142875"/>
                </a:lnTo>
                <a:lnTo>
                  <a:pt x="790575" y="142875"/>
                </a:lnTo>
                <a:lnTo>
                  <a:pt x="790575" y="152400"/>
                </a:lnTo>
                <a:lnTo>
                  <a:pt x="800100" y="152400"/>
                </a:lnTo>
                <a:lnTo>
                  <a:pt x="800100" y="161925"/>
                </a:lnTo>
                <a:lnTo>
                  <a:pt x="809625" y="161925"/>
                </a:lnTo>
                <a:lnTo>
                  <a:pt x="809625" y="152400"/>
                </a:lnTo>
                <a:lnTo>
                  <a:pt x="819150" y="152400"/>
                </a:lnTo>
                <a:lnTo>
                  <a:pt x="819150" y="142875"/>
                </a:lnTo>
                <a:lnTo>
                  <a:pt x="857250" y="142875"/>
                </a:lnTo>
                <a:lnTo>
                  <a:pt x="857250" y="152400"/>
                </a:lnTo>
                <a:lnTo>
                  <a:pt x="866775" y="152400"/>
                </a:lnTo>
                <a:lnTo>
                  <a:pt x="866775" y="161925"/>
                </a:lnTo>
                <a:lnTo>
                  <a:pt x="876300" y="161925"/>
                </a:lnTo>
                <a:lnTo>
                  <a:pt x="876300" y="171450"/>
                </a:lnTo>
                <a:lnTo>
                  <a:pt x="885825" y="171450"/>
                </a:lnTo>
                <a:lnTo>
                  <a:pt x="885825" y="180975"/>
                </a:lnTo>
                <a:lnTo>
                  <a:pt x="876300" y="180975"/>
                </a:lnTo>
                <a:lnTo>
                  <a:pt x="876300" y="190500"/>
                </a:lnTo>
                <a:lnTo>
                  <a:pt x="866775" y="190500"/>
                </a:lnTo>
                <a:lnTo>
                  <a:pt x="866775" y="200025"/>
                </a:lnTo>
                <a:lnTo>
                  <a:pt x="876300" y="200025"/>
                </a:lnTo>
                <a:lnTo>
                  <a:pt x="876300" y="209550"/>
                </a:lnTo>
                <a:lnTo>
                  <a:pt x="857250" y="209550"/>
                </a:lnTo>
                <a:lnTo>
                  <a:pt x="857250" y="171450"/>
                </a:lnTo>
                <a:lnTo>
                  <a:pt x="838200" y="171450"/>
                </a:lnTo>
                <a:lnTo>
                  <a:pt x="838200" y="190500"/>
                </a:lnTo>
                <a:lnTo>
                  <a:pt x="828675" y="190500"/>
                </a:lnTo>
                <a:lnTo>
                  <a:pt x="828675" y="200025"/>
                </a:lnTo>
                <a:lnTo>
                  <a:pt x="819150" y="200025"/>
                </a:lnTo>
                <a:lnTo>
                  <a:pt x="819150" y="209550"/>
                </a:lnTo>
                <a:lnTo>
                  <a:pt x="847725" y="209550"/>
                </a:lnTo>
                <a:lnTo>
                  <a:pt x="847725" y="219075"/>
                </a:lnTo>
                <a:lnTo>
                  <a:pt x="800100" y="219075"/>
                </a:lnTo>
                <a:lnTo>
                  <a:pt x="800100" y="238125"/>
                </a:lnTo>
                <a:lnTo>
                  <a:pt x="819150" y="238125"/>
                </a:lnTo>
                <a:lnTo>
                  <a:pt x="819150" y="228600"/>
                </a:lnTo>
                <a:lnTo>
                  <a:pt x="838200" y="228600"/>
                </a:lnTo>
                <a:lnTo>
                  <a:pt x="838200" y="238125"/>
                </a:lnTo>
                <a:lnTo>
                  <a:pt x="819150" y="238125"/>
                </a:lnTo>
                <a:lnTo>
                  <a:pt x="819150" y="257175"/>
                </a:lnTo>
                <a:lnTo>
                  <a:pt x="790575" y="257175"/>
                </a:lnTo>
                <a:lnTo>
                  <a:pt x="790575" y="247650"/>
                </a:lnTo>
                <a:lnTo>
                  <a:pt x="781050" y="247650"/>
                </a:lnTo>
                <a:lnTo>
                  <a:pt x="781050" y="257175"/>
                </a:lnTo>
                <a:lnTo>
                  <a:pt x="771525" y="257175"/>
                </a:lnTo>
                <a:lnTo>
                  <a:pt x="771525" y="219075"/>
                </a:lnTo>
                <a:lnTo>
                  <a:pt x="742950" y="219075"/>
                </a:lnTo>
                <a:lnTo>
                  <a:pt x="742950" y="228600"/>
                </a:lnTo>
                <a:lnTo>
                  <a:pt x="723900" y="228600"/>
                </a:lnTo>
                <a:lnTo>
                  <a:pt x="723900" y="209550"/>
                </a:lnTo>
                <a:lnTo>
                  <a:pt x="714375" y="209550"/>
                </a:lnTo>
                <a:lnTo>
                  <a:pt x="714375" y="200025"/>
                </a:lnTo>
                <a:lnTo>
                  <a:pt x="695325" y="200025"/>
                </a:lnTo>
                <a:lnTo>
                  <a:pt x="695325" y="190500"/>
                </a:lnTo>
                <a:lnTo>
                  <a:pt x="685800" y="190500"/>
                </a:lnTo>
                <a:lnTo>
                  <a:pt x="685800" y="161925"/>
                </a:lnTo>
                <a:lnTo>
                  <a:pt x="714375" y="161925"/>
                </a:lnTo>
                <a:lnTo>
                  <a:pt x="714375" y="171450"/>
                </a:lnTo>
                <a:lnTo>
                  <a:pt x="704850" y="171450"/>
                </a:lnTo>
                <a:lnTo>
                  <a:pt x="704850" y="180975"/>
                </a:lnTo>
                <a:lnTo>
                  <a:pt x="733425" y="180975"/>
                </a:lnTo>
                <a:lnTo>
                  <a:pt x="733425" y="190500"/>
                </a:lnTo>
                <a:lnTo>
                  <a:pt x="723900" y="190500"/>
                </a:lnTo>
                <a:lnTo>
                  <a:pt x="723900" y="200025"/>
                </a:lnTo>
                <a:lnTo>
                  <a:pt x="733425" y="200025"/>
                </a:lnTo>
                <a:lnTo>
                  <a:pt x="733425" y="209550"/>
                </a:lnTo>
                <a:lnTo>
                  <a:pt x="742950" y="209550"/>
                </a:lnTo>
                <a:lnTo>
                  <a:pt x="742950" y="200025"/>
                </a:lnTo>
                <a:lnTo>
                  <a:pt x="752475" y="200025"/>
                </a:lnTo>
                <a:lnTo>
                  <a:pt x="752475" y="209550"/>
                </a:lnTo>
                <a:lnTo>
                  <a:pt x="762000" y="209550"/>
                </a:lnTo>
                <a:lnTo>
                  <a:pt x="762000" y="133350"/>
                </a:lnTo>
                <a:lnTo>
                  <a:pt x="771525" y="133350"/>
                </a:lnTo>
                <a:lnTo>
                  <a:pt x="771525" y="123825"/>
                </a:lnTo>
                <a:lnTo>
                  <a:pt x="762000" y="123825"/>
                </a:lnTo>
                <a:lnTo>
                  <a:pt x="762000" y="85725"/>
                </a:lnTo>
                <a:lnTo>
                  <a:pt x="771525" y="85725"/>
                </a:lnTo>
                <a:lnTo>
                  <a:pt x="771525" y="114300"/>
                </a:lnTo>
                <a:lnTo>
                  <a:pt x="790575" y="114300"/>
                </a:lnTo>
                <a:lnTo>
                  <a:pt x="790575" y="104775"/>
                </a:lnTo>
                <a:lnTo>
                  <a:pt x="781050" y="104775"/>
                </a:lnTo>
                <a:lnTo>
                  <a:pt x="781050" y="66675"/>
                </a:lnTo>
                <a:lnTo>
                  <a:pt x="790575" y="66675"/>
                </a:lnTo>
                <a:close/>
                <a:moveTo>
                  <a:pt x="1057275" y="57150"/>
                </a:moveTo>
                <a:lnTo>
                  <a:pt x="1066800" y="57150"/>
                </a:lnTo>
                <a:lnTo>
                  <a:pt x="1066800" y="66675"/>
                </a:lnTo>
                <a:lnTo>
                  <a:pt x="1057275" y="66675"/>
                </a:lnTo>
                <a:close/>
                <a:moveTo>
                  <a:pt x="1114425" y="57150"/>
                </a:moveTo>
                <a:lnTo>
                  <a:pt x="1123950" y="57150"/>
                </a:lnTo>
                <a:lnTo>
                  <a:pt x="1123950" y="76200"/>
                </a:lnTo>
                <a:lnTo>
                  <a:pt x="1114425" y="76200"/>
                </a:lnTo>
                <a:close/>
                <a:moveTo>
                  <a:pt x="1038225" y="66675"/>
                </a:moveTo>
                <a:lnTo>
                  <a:pt x="1047750" y="66675"/>
                </a:lnTo>
                <a:lnTo>
                  <a:pt x="1047750" y="95250"/>
                </a:lnTo>
                <a:lnTo>
                  <a:pt x="1066800" y="95250"/>
                </a:lnTo>
                <a:lnTo>
                  <a:pt x="1066800" y="85725"/>
                </a:lnTo>
                <a:lnTo>
                  <a:pt x="1076325" y="85725"/>
                </a:lnTo>
                <a:lnTo>
                  <a:pt x="1076325" y="76200"/>
                </a:lnTo>
                <a:lnTo>
                  <a:pt x="1085850" y="76200"/>
                </a:lnTo>
                <a:lnTo>
                  <a:pt x="1085850" y="85725"/>
                </a:lnTo>
                <a:lnTo>
                  <a:pt x="1095375" y="85725"/>
                </a:lnTo>
                <a:lnTo>
                  <a:pt x="1095375" y="114300"/>
                </a:lnTo>
                <a:lnTo>
                  <a:pt x="1104900" y="114300"/>
                </a:lnTo>
                <a:lnTo>
                  <a:pt x="1104900" y="123825"/>
                </a:lnTo>
                <a:lnTo>
                  <a:pt x="1085850" y="123825"/>
                </a:lnTo>
                <a:lnTo>
                  <a:pt x="1085850" y="114300"/>
                </a:lnTo>
                <a:lnTo>
                  <a:pt x="1076325" y="114300"/>
                </a:lnTo>
                <a:lnTo>
                  <a:pt x="1076325" y="104775"/>
                </a:lnTo>
                <a:lnTo>
                  <a:pt x="1057275" y="104775"/>
                </a:lnTo>
                <a:lnTo>
                  <a:pt x="1057275" y="123825"/>
                </a:lnTo>
                <a:lnTo>
                  <a:pt x="1076325" y="123825"/>
                </a:lnTo>
                <a:lnTo>
                  <a:pt x="1076325" y="133350"/>
                </a:lnTo>
                <a:lnTo>
                  <a:pt x="1038225" y="133350"/>
                </a:lnTo>
                <a:lnTo>
                  <a:pt x="1038225" y="123825"/>
                </a:lnTo>
                <a:lnTo>
                  <a:pt x="1028700" y="123825"/>
                </a:lnTo>
                <a:lnTo>
                  <a:pt x="1028700" y="95250"/>
                </a:lnTo>
                <a:lnTo>
                  <a:pt x="1038225" y="95250"/>
                </a:lnTo>
                <a:close/>
                <a:moveTo>
                  <a:pt x="9525" y="76200"/>
                </a:moveTo>
                <a:lnTo>
                  <a:pt x="28575" y="76200"/>
                </a:lnTo>
                <a:lnTo>
                  <a:pt x="28575" y="85725"/>
                </a:lnTo>
                <a:lnTo>
                  <a:pt x="38100" y="85725"/>
                </a:lnTo>
                <a:lnTo>
                  <a:pt x="38100" y="95250"/>
                </a:lnTo>
                <a:lnTo>
                  <a:pt x="9525" y="95250"/>
                </a:lnTo>
                <a:close/>
                <a:moveTo>
                  <a:pt x="47625" y="76200"/>
                </a:moveTo>
                <a:lnTo>
                  <a:pt x="57150" y="76200"/>
                </a:lnTo>
                <a:lnTo>
                  <a:pt x="57150" y="95250"/>
                </a:lnTo>
                <a:lnTo>
                  <a:pt x="47625" y="95250"/>
                </a:lnTo>
                <a:close/>
                <a:moveTo>
                  <a:pt x="1133475" y="76200"/>
                </a:moveTo>
                <a:lnTo>
                  <a:pt x="1143000" y="76200"/>
                </a:lnTo>
                <a:lnTo>
                  <a:pt x="1143000" y="85725"/>
                </a:lnTo>
                <a:lnTo>
                  <a:pt x="1133475" y="85725"/>
                </a:lnTo>
                <a:close/>
                <a:moveTo>
                  <a:pt x="1190625" y="76200"/>
                </a:moveTo>
                <a:lnTo>
                  <a:pt x="1209675" y="76200"/>
                </a:lnTo>
                <a:lnTo>
                  <a:pt x="1209675" y="95250"/>
                </a:lnTo>
                <a:lnTo>
                  <a:pt x="1200150" y="95250"/>
                </a:lnTo>
                <a:lnTo>
                  <a:pt x="1200150" y="114300"/>
                </a:lnTo>
                <a:lnTo>
                  <a:pt x="1190625" y="114300"/>
                </a:lnTo>
                <a:close/>
                <a:moveTo>
                  <a:pt x="161925" y="85725"/>
                </a:moveTo>
                <a:lnTo>
                  <a:pt x="180975" y="85725"/>
                </a:lnTo>
                <a:lnTo>
                  <a:pt x="180975" y="95250"/>
                </a:lnTo>
                <a:lnTo>
                  <a:pt x="171450" y="95250"/>
                </a:lnTo>
                <a:lnTo>
                  <a:pt x="171450" y="104775"/>
                </a:lnTo>
                <a:lnTo>
                  <a:pt x="161925" y="104775"/>
                </a:lnTo>
                <a:close/>
                <a:moveTo>
                  <a:pt x="638175" y="85725"/>
                </a:moveTo>
                <a:lnTo>
                  <a:pt x="657225" y="85725"/>
                </a:lnTo>
                <a:lnTo>
                  <a:pt x="657225" y="95250"/>
                </a:lnTo>
                <a:lnTo>
                  <a:pt x="638175" y="95250"/>
                </a:lnTo>
                <a:close/>
                <a:moveTo>
                  <a:pt x="895350" y="95250"/>
                </a:moveTo>
                <a:lnTo>
                  <a:pt x="904875" y="95250"/>
                </a:lnTo>
                <a:lnTo>
                  <a:pt x="904875" y="104775"/>
                </a:lnTo>
                <a:lnTo>
                  <a:pt x="895350" y="104775"/>
                </a:lnTo>
                <a:close/>
                <a:moveTo>
                  <a:pt x="1123950" y="95250"/>
                </a:moveTo>
                <a:lnTo>
                  <a:pt x="1133475" y="95250"/>
                </a:lnTo>
                <a:lnTo>
                  <a:pt x="1133475" y="114300"/>
                </a:lnTo>
                <a:lnTo>
                  <a:pt x="1123950" y="114300"/>
                </a:lnTo>
                <a:close/>
                <a:moveTo>
                  <a:pt x="190500" y="104775"/>
                </a:moveTo>
                <a:lnTo>
                  <a:pt x="209550" y="104775"/>
                </a:lnTo>
                <a:lnTo>
                  <a:pt x="209550" y="114300"/>
                </a:lnTo>
                <a:lnTo>
                  <a:pt x="190500" y="114300"/>
                </a:lnTo>
                <a:close/>
                <a:moveTo>
                  <a:pt x="238125" y="104775"/>
                </a:moveTo>
                <a:lnTo>
                  <a:pt x="257175" y="104775"/>
                </a:lnTo>
                <a:lnTo>
                  <a:pt x="257175" y="123825"/>
                </a:lnTo>
                <a:lnTo>
                  <a:pt x="238125" y="123825"/>
                </a:lnTo>
                <a:close/>
                <a:moveTo>
                  <a:pt x="628650" y="104775"/>
                </a:moveTo>
                <a:lnTo>
                  <a:pt x="647700" y="104775"/>
                </a:lnTo>
                <a:lnTo>
                  <a:pt x="647700" y="114300"/>
                </a:lnTo>
                <a:lnTo>
                  <a:pt x="638175" y="114300"/>
                </a:lnTo>
                <a:lnTo>
                  <a:pt x="638175" y="123825"/>
                </a:lnTo>
                <a:lnTo>
                  <a:pt x="628650" y="123825"/>
                </a:lnTo>
                <a:close/>
                <a:moveTo>
                  <a:pt x="314325" y="114300"/>
                </a:moveTo>
                <a:lnTo>
                  <a:pt x="323850" y="114300"/>
                </a:lnTo>
                <a:lnTo>
                  <a:pt x="323850" y="123825"/>
                </a:lnTo>
                <a:lnTo>
                  <a:pt x="314325" y="123825"/>
                </a:lnTo>
                <a:close/>
                <a:moveTo>
                  <a:pt x="342900" y="114300"/>
                </a:moveTo>
                <a:lnTo>
                  <a:pt x="352425" y="114300"/>
                </a:lnTo>
                <a:lnTo>
                  <a:pt x="352425" y="123825"/>
                </a:lnTo>
                <a:lnTo>
                  <a:pt x="342900" y="123825"/>
                </a:lnTo>
                <a:close/>
                <a:moveTo>
                  <a:pt x="428625" y="114300"/>
                </a:moveTo>
                <a:lnTo>
                  <a:pt x="457200" y="114300"/>
                </a:lnTo>
                <a:lnTo>
                  <a:pt x="457200" y="123825"/>
                </a:lnTo>
                <a:lnTo>
                  <a:pt x="428625" y="123825"/>
                </a:lnTo>
                <a:close/>
                <a:moveTo>
                  <a:pt x="571500" y="114300"/>
                </a:moveTo>
                <a:lnTo>
                  <a:pt x="581025" y="114300"/>
                </a:lnTo>
                <a:lnTo>
                  <a:pt x="581025" y="123825"/>
                </a:lnTo>
                <a:lnTo>
                  <a:pt x="571500" y="123825"/>
                </a:lnTo>
                <a:close/>
                <a:moveTo>
                  <a:pt x="1143000" y="114300"/>
                </a:moveTo>
                <a:lnTo>
                  <a:pt x="1152525" y="114300"/>
                </a:lnTo>
                <a:lnTo>
                  <a:pt x="1152525" y="123825"/>
                </a:lnTo>
                <a:lnTo>
                  <a:pt x="1171575" y="123825"/>
                </a:lnTo>
                <a:lnTo>
                  <a:pt x="1171575" y="142875"/>
                </a:lnTo>
                <a:lnTo>
                  <a:pt x="1181100" y="142875"/>
                </a:lnTo>
                <a:lnTo>
                  <a:pt x="1181100" y="152400"/>
                </a:lnTo>
                <a:lnTo>
                  <a:pt x="1190625" y="152400"/>
                </a:lnTo>
                <a:lnTo>
                  <a:pt x="1190625" y="161925"/>
                </a:lnTo>
                <a:lnTo>
                  <a:pt x="1171575" y="161925"/>
                </a:lnTo>
                <a:lnTo>
                  <a:pt x="1171575" y="190500"/>
                </a:lnTo>
                <a:lnTo>
                  <a:pt x="1133475" y="190500"/>
                </a:lnTo>
                <a:lnTo>
                  <a:pt x="1133475" y="180975"/>
                </a:lnTo>
                <a:lnTo>
                  <a:pt x="1162050" y="180975"/>
                </a:lnTo>
                <a:lnTo>
                  <a:pt x="1162050" y="161925"/>
                </a:lnTo>
                <a:lnTo>
                  <a:pt x="1152525" y="161925"/>
                </a:lnTo>
                <a:lnTo>
                  <a:pt x="1152525" y="142875"/>
                </a:lnTo>
                <a:lnTo>
                  <a:pt x="1162050" y="142875"/>
                </a:lnTo>
                <a:lnTo>
                  <a:pt x="1162050" y="133350"/>
                </a:lnTo>
                <a:lnTo>
                  <a:pt x="1133475" y="133350"/>
                </a:lnTo>
                <a:lnTo>
                  <a:pt x="1133475" y="123825"/>
                </a:lnTo>
                <a:lnTo>
                  <a:pt x="1143000" y="123825"/>
                </a:lnTo>
                <a:close/>
                <a:moveTo>
                  <a:pt x="1200150" y="114300"/>
                </a:moveTo>
                <a:lnTo>
                  <a:pt x="1209675" y="114300"/>
                </a:lnTo>
                <a:lnTo>
                  <a:pt x="1209675" y="123825"/>
                </a:lnTo>
                <a:lnTo>
                  <a:pt x="1200150" y="123825"/>
                </a:lnTo>
                <a:close/>
                <a:moveTo>
                  <a:pt x="638175" y="123825"/>
                </a:moveTo>
                <a:lnTo>
                  <a:pt x="647700" y="123825"/>
                </a:lnTo>
                <a:lnTo>
                  <a:pt x="647700" y="133350"/>
                </a:lnTo>
                <a:lnTo>
                  <a:pt x="666750" y="133350"/>
                </a:lnTo>
                <a:lnTo>
                  <a:pt x="666750" y="152400"/>
                </a:lnTo>
                <a:lnTo>
                  <a:pt x="638175" y="152400"/>
                </a:lnTo>
                <a:close/>
                <a:moveTo>
                  <a:pt x="714375" y="123825"/>
                </a:moveTo>
                <a:lnTo>
                  <a:pt x="723900" y="123825"/>
                </a:lnTo>
                <a:lnTo>
                  <a:pt x="723900" y="133350"/>
                </a:lnTo>
                <a:lnTo>
                  <a:pt x="733425" y="133350"/>
                </a:lnTo>
                <a:lnTo>
                  <a:pt x="733425" y="152400"/>
                </a:lnTo>
                <a:lnTo>
                  <a:pt x="704850" y="152400"/>
                </a:lnTo>
                <a:lnTo>
                  <a:pt x="704850" y="142875"/>
                </a:lnTo>
                <a:lnTo>
                  <a:pt x="714375" y="142875"/>
                </a:lnTo>
                <a:close/>
                <a:moveTo>
                  <a:pt x="800100" y="123825"/>
                </a:moveTo>
                <a:lnTo>
                  <a:pt x="828675" y="123825"/>
                </a:lnTo>
                <a:lnTo>
                  <a:pt x="828675" y="114300"/>
                </a:lnTo>
                <a:lnTo>
                  <a:pt x="800100" y="114300"/>
                </a:lnTo>
                <a:close/>
                <a:moveTo>
                  <a:pt x="1095375" y="133350"/>
                </a:moveTo>
                <a:lnTo>
                  <a:pt x="1104900" y="133350"/>
                </a:lnTo>
                <a:lnTo>
                  <a:pt x="1104900" y="142875"/>
                </a:lnTo>
                <a:lnTo>
                  <a:pt x="1133475" y="142875"/>
                </a:lnTo>
                <a:lnTo>
                  <a:pt x="1133475" y="152400"/>
                </a:lnTo>
                <a:lnTo>
                  <a:pt x="1123950" y="152400"/>
                </a:lnTo>
                <a:lnTo>
                  <a:pt x="1123950" y="171450"/>
                </a:lnTo>
                <a:lnTo>
                  <a:pt x="1104900" y="171450"/>
                </a:lnTo>
                <a:lnTo>
                  <a:pt x="1104900" y="152400"/>
                </a:lnTo>
                <a:lnTo>
                  <a:pt x="1095375" y="152400"/>
                </a:lnTo>
                <a:lnTo>
                  <a:pt x="1095375" y="161925"/>
                </a:lnTo>
                <a:lnTo>
                  <a:pt x="1085850" y="161925"/>
                </a:lnTo>
                <a:lnTo>
                  <a:pt x="1085850" y="142875"/>
                </a:lnTo>
                <a:lnTo>
                  <a:pt x="1095375" y="142875"/>
                </a:lnTo>
                <a:close/>
                <a:moveTo>
                  <a:pt x="885825" y="142875"/>
                </a:moveTo>
                <a:lnTo>
                  <a:pt x="914400" y="142875"/>
                </a:lnTo>
                <a:lnTo>
                  <a:pt x="914400" y="152400"/>
                </a:lnTo>
                <a:lnTo>
                  <a:pt x="885825" y="152400"/>
                </a:lnTo>
                <a:close/>
                <a:moveTo>
                  <a:pt x="1047750" y="142875"/>
                </a:moveTo>
                <a:lnTo>
                  <a:pt x="1066800" y="142875"/>
                </a:lnTo>
                <a:lnTo>
                  <a:pt x="1066800" y="152400"/>
                </a:lnTo>
                <a:lnTo>
                  <a:pt x="1047750" y="152400"/>
                </a:lnTo>
                <a:close/>
                <a:moveTo>
                  <a:pt x="1057275" y="161925"/>
                </a:moveTo>
                <a:lnTo>
                  <a:pt x="1066800" y="161925"/>
                </a:lnTo>
                <a:lnTo>
                  <a:pt x="1066800" y="171450"/>
                </a:lnTo>
                <a:lnTo>
                  <a:pt x="1057275" y="171450"/>
                </a:lnTo>
                <a:close/>
                <a:moveTo>
                  <a:pt x="1133475" y="161925"/>
                </a:moveTo>
                <a:lnTo>
                  <a:pt x="1152525" y="161925"/>
                </a:lnTo>
                <a:lnTo>
                  <a:pt x="1152525" y="171450"/>
                </a:lnTo>
                <a:lnTo>
                  <a:pt x="1133475" y="171450"/>
                </a:lnTo>
                <a:close/>
                <a:moveTo>
                  <a:pt x="819150" y="171450"/>
                </a:moveTo>
                <a:lnTo>
                  <a:pt x="828675" y="171450"/>
                </a:lnTo>
                <a:lnTo>
                  <a:pt x="828675" y="161925"/>
                </a:lnTo>
                <a:lnTo>
                  <a:pt x="819150" y="161925"/>
                </a:lnTo>
                <a:close/>
                <a:moveTo>
                  <a:pt x="885825" y="180975"/>
                </a:moveTo>
                <a:lnTo>
                  <a:pt x="895350" y="180975"/>
                </a:lnTo>
                <a:lnTo>
                  <a:pt x="895350" y="200025"/>
                </a:lnTo>
                <a:lnTo>
                  <a:pt x="885825" y="200025"/>
                </a:lnTo>
                <a:close/>
                <a:moveTo>
                  <a:pt x="923925" y="180975"/>
                </a:moveTo>
                <a:lnTo>
                  <a:pt x="933450" y="180975"/>
                </a:lnTo>
                <a:lnTo>
                  <a:pt x="933450" y="190500"/>
                </a:lnTo>
                <a:lnTo>
                  <a:pt x="923925" y="190500"/>
                </a:lnTo>
                <a:close/>
                <a:moveTo>
                  <a:pt x="1019175" y="180975"/>
                </a:moveTo>
                <a:lnTo>
                  <a:pt x="1028700" y="180975"/>
                </a:lnTo>
                <a:lnTo>
                  <a:pt x="1028700" y="190500"/>
                </a:lnTo>
                <a:lnTo>
                  <a:pt x="1047750" y="190500"/>
                </a:lnTo>
                <a:lnTo>
                  <a:pt x="1047750" y="180975"/>
                </a:lnTo>
                <a:lnTo>
                  <a:pt x="1066800" y="180975"/>
                </a:lnTo>
                <a:lnTo>
                  <a:pt x="1066800" y="190500"/>
                </a:lnTo>
                <a:lnTo>
                  <a:pt x="1047750" y="190500"/>
                </a:lnTo>
                <a:lnTo>
                  <a:pt x="1047750" y="200025"/>
                </a:lnTo>
                <a:lnTo>
                  <a:pt x="1019175" y="200025"/>
                </a:lnTo>
                <a:close/>
                <a:moveTo>
                  <a:pt x="800100" y="190500"/>
                </a:moveTo>
                <a:lnTo>
                  <a:pt x="809625" y="190500"/>
                </a:lnTo>
                <a:lnTo>
                  <a:pt x="809625" y="171450"/>
                </a:lnTo>
                <a:lnTo>
                  <a:pt x="800100" y="171450"/>
                </a:lnTo>
                <a:lnTo>
                  <a:pt x="800100" y="180975"/>
                </a:lnTo>
                <a:lnTo>
                  <a:pt x="790575" y="180975"/>
                </a:lnTo>
                <a:lnTo>
                  <a:pt x="790575" y="171450"/>
                </a:lnTo>
                <a:lnTo>
                  <a:pt x="781050" y="171450"/>
                </a:lnTo>
                <a:lnTo>
                  <a:pt x="781050" y="200025"/>
                </a:lnTo>
                <a:lnTo>
                  <a:pt x="800100" y="200025"/>
                </a:lnTo>
                <a:close/>
                <a:moveTo>
                  <a:pt x="942975" y="190500"/>
                </a:moveTo>
                <a:lnTo>
                  <a:pt x="952500" y="190500"/>
                </a:lnTo>
                <a:lnTo>
                  <a:pt x="952500" y="200025"/>
                </a:lnTo>
                <a:lnTo>
                  <a:pt x="942975" y="200025"/>
                </a:lnTo>
                <a:close/>
                <a:moveTo>
                  <a:pt x="1114425" y="190500"/>
                </a:moveTo>
                <a:lnTo>
                  <a:pt x="1133475" y="190500"/>
                </a:lnTo>
                <a:lnTo>
                  <a:pt x="1133475" y="219075"/>
                </a:lnTo>
                <a:lnTo>
                  <a:pt x="1143000" y="219075"/>
                </a:lnTo>
                <a:lnTo>
                  <a:pt x="1143000" y="228600"/>
                </a:lnTo>
                <a:lnTo>
                  <a:pt x="1133475" y="228600"/>
                </a:lnTo>
                <a:lnTo>
                  <a:pt x="1133475" y="257175"/>
                </a:lnTo>
                <a:lnTo>
                  <a:pt x="1123950" y="257175"/>
                </a:lnTo>
                <a:lnTo>
                  <a:pt x="1123950" y="228600"/>
                </a:lnTo>
                <a:lnTo>
                  <a:pt x="1114425" y="228600"/>
                </a:lnTo>
                <a:lnTo>
                  <a:pt x="1114425" y="209550"/>
                </a:lnTo>
                <a:lnTo>
                  <a:pt x="1104900" y="209550"/>
                </a:lnTo>
                <a:lnTo>
                  <a:pt x="1104900" y="200025"/>
                </a:lnTo>
                <a:lnTo>
                  <a:pt x="1114425" y="200025"/>
                </a:lnTo>
                <a:close/>
                <a:moveTo>
                  <a:pt x="1162050" y="200025"/>
                </a:moveTo>
                <a:lnTo>
                  <a:pt x="1181100" y="200025"/>
                </a:lnTo>
                <a:lnTo>
                  <a:pt x="1181100" y="219075"/>
                </a:lnTo>
                <a:lnTo>
                  <a:pt x="1171575" y="219075"/>
                </a:lnTo>
                <a:lnTo>
                  <a:pt x="1171575" y="209550"/>
                </a:lnTo>
                <a:lnTo>
                  <a:pt x="1162050" y="209550"/>
                </a:lnTo>
                <a:close/>
                <a:moveTo>
                  <a:pt x="323850" y="209550"/>
                </a:moveTo>
                <a:lnTo>
                  <a:pt x="352425" y="209550"/>
                </a:lnTo>
                <a:lnTo>
                  <a:pt x="352425" y="238125"/>
                </a:lnTo>
                <a:lnTo>
                  <a:pt x="342900" y="238125"/>
                </a:lnTo>
                <a:lnTo>
                  <a:pt x="342900" y="219075"/>
                </a:lnTo>
                <a:lnTo>
                  <a:pt x="323850" y="219075"/>
                </a:lnTo>
                <a:close/>
                <a:moveTo>
                  <a:pt x="704850" y="209550"/>
                </a:moveTo>
                <a:lnTo>
                  <a:pt x="714375" y="209550"/>
                </a:lnTo>
                <a:lnTo>
                  <a:pt x="714375" y="219075"/>
                </a:lnTo>
                <a:lnTo>
                  <a:pt x="704850" y="219075"/>
                </a:lnTo>
                <a:close/>
                <a:moveTo>
                  <a:pt x="800100" y="209550"/>
                </a:moveTo>
                <a:lnTo>
                  <a:pt x="809625" y="209550"/>
                </a:lnTo>
                <a:lnTo>
                  <a:pt x="809625" y="200025"/>
                </a:lnTo>
                <a:lnTo>
                  <a:pt x="800100" y="200025"/>
                </a:lnTo>
                <a:close/>
                <a:moveTo>
                  <a:pt x="847725" y="238125"/>
                </a:moveTo>
                <a:lnTo>
                  <a:pt x="876300" y="238125"/>
                </a:lnTo>
                <a:lnTo>
                  <a:pt x="876300" y="247650"/>
                </a:lnTo>
                <a:lnTo>
                  <a:pt x="857250" y="247650"/>
                </a:lnTo>
                <a:lnTo>
                  <a:pt x="857250" y="257175"/>
                </a:lnTo>
                <a:lnTo>
                  <a:pt x="847725" y="257175"/>
                </a:lnTo>
                <a:close/>
                <a:moveTo>
                  <a:pt x="1076325" y="238125"/>
                </a:moveTo>
                <a:lnTo>
                  <a:pt x="1085850" y="238125"/>
                </a:lnTo>
                <a:lnTo>
                  <a:pt x="1085850" y="247650"/>
                </a:lnTo>
                <a:lnTo>
                  <a:pt x="1076325" y="247650"/>
                </a:lnTo>
                <a:close/>
                <a:moveTo>
                  <a:pt x="19050" y="247650"/>
                </a:moveTo>
                <a:lnTo>
                  <a:pt x="28575" y="247650"/>
                </a:lnTo>
                <a:lnTo>
                  <a:pt x="28575" y="266700"/>
                </a:lnTo>
                <a:lnTo>
                  <a:pt x="9525" y="266700"/>
                </a:lnTo>
                <a:lnTo>
                  <a:pt x="9525" y="257175"/>
                </a:lnTo>
                <a:lnTo>
                  <a:pt x="19050" y="257175"/>
                </a:lnTo>
                <a:close/>
                <a:moveTo>
                  <a:pt x="962025" y="247650"/>
                </a:moveTo>
                <a:lnTo>
                  <a:pt x="971550" y="247650"/>
                </a:lnTo>
                <a:lnTo>
                  <a:pt x="971550" y="266700"/>
                </a:lnTo>
                <a:lnTo>
                  <a:pt x="962025" y="266700"/>
                </a:lnTo>
                <a:close/>
                <a:moveTo>
                  <a:pt x="1190625" y="247650"/>
                </a:moveTo>
                <a:lnTo>
                  <a:pt x="1200150" y="247650"/>
                </a:lnTo>
                <a:lnTo>
                  <a:pt x="1200150" y="257175"/>
                </a:lnTo>
                <a:lnTo>
                  <a:pt x="1209675" y="257175"/>
                </a:lnTo>
                <a:lnTo>
                  <a:pt x="1209675" y="304800"/>
                </a:lnTo>
                <a:lnTo>
                  <a:pt x="1200150" y="304800"/>
                </a:lnTo>
                <a:lnTo>
                  <a:pt x="1200150" y="314325"/>
                </a:lnTo>
                <a:lnTo>
                  <a:pt x="1190625" y="314325"/>
                </a:lnTo>
                <a:lnTo>
                  <a:pt x="1190625" y="323850"/>
                </a:lnTo>
                <a:lnTo>
                  <a:pt x="1162050" y="323850"/>
                </a:lnTo>
                <a:lnTo>
                  <a:pt x="1162050" y="314325"/>
                </a:lnTo>
                <a:lnTo>
                  <a:pt x="1143000" y="314325"/>
                </a:lnTo>
                <a:lnTo>
                  <a:pt x="1143000" y="304800"/>
                </a:lnTo>
                <a:lnTo>
                  <a:pt x="1152525" y="304800"/>
                </a:lnTo>
                <a:lnTo>
                  <a:pt x="1152525" y="295275"/>
                </a:lnTo>
                <a:lnTo>
                  <a:pt x="1143000" y="295275"/>
                </a:lnTo>
                <a:lnTo>
                  <a:pt x="1143000" y="276225"/>
                </a:lnTo>
                <a:lnTo>
                  <a:pt x="1152525" y="276225"/>
                </a:lnTo>
                <a:lnTo>
                  <a:pt x="1152525" y="285750"/>
                </a:lnTo>
                <a:lnTo>
                  <a:pt x="1162050" y="285750"/>
                </a:lnTo>
                <a:lnTo>
                  <a:pt x="1162050" y="295275"/>
                </a:lnTo>
                <a:lnTo>
                  <a:pt x="1171575" y="295275"/>
                </a:lnTo>
                <a:lnTo>
                  <a:pt x="1171575" y="304800"/>
                </a:lnTo>
                <a:lnTo>
                  <a:pt x="1181100" y="304800"/>
                </a:lnTo>
                <a:lnTo>
                  <a:pt x="1181100" y="295275"/>
                </a:lnTo>
                <a:lnTo>
                  <a:pt x="1190625" y="295275"/>
                </a:lnTo>
                <a:lnTo>
                  <a:pt x="1190625" y="266700"/>
                </a:lnTo>
                <a:lnTo>
                  <a:pt x="1171575" y="266700"/>
                </a:lnTo>
                <a:lnTo>
                  <a:pt x="1171575" y="257175"/>
                </a:lnTo>
                <a:lnTo>
                  <a:pt x="1190625" y="257175"/>
                </a:lnTo>
                <a:close/>
                <a:moveTo>
                  <a:pt x="819150" y="257175"/>
                </a:moveTo>
                <a:lnTo>
                  <a:pt x="828675" y="257175"/>
                </a:lnTo>
                <a:lnTo>
                  <a:pt x="828675" y="266700"/>
                </a:lnTo>
                <a:lnTo>
                  <a:pt x="819150" y="266700"/>
                </a:lnTo>
                <a:close/>
                <a:moveTo>
                  <a:pt x="942975" y="266700"/>
                </a:moveTo>
                <a:lnTo>
                  <a:pt x="962025" y="266700"/>
                </a:lnTo>
                <a:lnTo>
                  <a:pt x="962025" y="276225"/>
                </a:lnTo>
                <a:lnTo>
                  <a:pt x="952500" y="276225"/>
                </a:lnTo>
                <a:lnTo>
                  <a:pt x="952500" y="295275"/>
                </a:lnTo>
                <a:lnTo>
                  <a:pt x="990600" y="295275"/>
                </a:lnTo>
                <a:lnTo>
                  <a:pt x="990600" y="285750"/>
                </a:lnTo>
                <a:lnTo>
                  <a:pt x="1009650" y="285750"/>
                </a:lnTo>
                <a:lnTo>
                  <a:pt x="1009650" y="314325"/>
                </a:lnTo>
                <a:lnTo>
                  <a:pt x="1000125" y="314325"/>
                </a:lnTo>
                <a:lnTo>
                  <a:pt x="1000125" y="323850"/>
                </a:lnTo>
                <a:lnTo>
                  <a:pt x="981075" y="323850"/>
                </a:lnTo>
                <a:lnTo>
                  <a:pt x="981075" y="304800"/>
                </a:lnTo>
                <a:lnTo>
                  <a:pt x="933450" y="304800"/>
                </a:lnTo>
                <a:lnTo>
                  <a:pt x="933450" y="285750"/>
                </a:lnTo>
                <a:lnTo>
                  <a:pt x="942975" y="285750"/>
                </a:lnTo>
                <a:close/>
                <a:moveTo>
                  <a:pt x="819150" y="276225"/>
                </a:moveTo>
                <a:lnTo>
                  <a:pt x="828675" y="276225"/>
                </a:lnTo>
                <a:lnTo>
                  <a:pt x="828675" y="295275"/>
                </a:lnTo>
                <a:lnTo>
                  <a:pt x="819150" y="295275"/>
                </a:lnTo>
                <a:close/>
                <a:moveTo>
                  <a:pt x="1085850" y="276225"/>
                </a:moveTo>
                <a:lnTo>
                  <a:pt x="1095375" y="276225"/>
                </a:lnTo>
                <a:lnTo>
                  <a:pt x="1095375" y="304800"/>
                </a:lnTo>
                <a:lnTo>
                  <a:pt x="1066800" y="304800"/>
                </a:lnTo>
                <a:lnTo>
                  <a:pt x="1066800" y="285750"/>
                </a:lnTo>
                <a:lnTo>
                  <a:pt x="1085850" y="285750"/>
                </a:lnTo>
                <a:close/>
                <a:moveTo>
                  <a:pt x="1123950" y="276225"/>
                </a:moveTo>
                <a:lnTo>
                  <a:pt x="1133475" y="276225"/>
                </a:lnTo>
                <a:lnTo>
                  <a:pt x="1133475" y="295275"/>
                </a:lnTo>
                <a:lnTo>
                  <a:pt x="1114425" y="295275"/>
                </a:lnTo>
                <a:lnTo>
                  <a:pt x="1114425" y="285750"/>
                </a:lnTo>
                <a:lnTo>
                  <a:pt x="1123950" y="285750"/>
                </a:lnTo>
                <a:close/>
                <a:moveTo>
                  <a:pt x="1019175" y="285750"/>
                </a:moveTo>
                <a:lnTo>
                  <a:pt x="1028700" y="285750"/>
                </a:lnTo>
                <a:lnTo>
                  <a:pt x="1028700" y="295275"/>
                </a:lnTo>
                <a:lnTo>
                  <a:pt x="1038225" y="295275"/>
                </a:lnTo>
                <a:lnTo>
                  <a:pt x="1038225" y="304800"/>
                </a:lnTo>
                <a:lnTo>
                  <a:pt x="1028700" y="304800"/>
                </a:lnTo>
                <a:lnTo>
                  <a:pt x="1028700" y="314325"/>
                </a:lnTo>
                <a:lnTo>
                  <a:pt x="1038225" y="314325"/>
                </a:lnTo>
                <a:lnTo>
                  <a:pt x="1038225" y="323850"/>
                </a:lnTo>
                <a:lnTo>
                  <a:pt x="1019175" y="323850"/>
                </a:lnTo>
                <a:close/>
                <a:moveTo>
                  <a:pt x="9525" y="314325"/>
                </a:moveTo>
                <a:lnTo>
                  <a:pt x="19050" y="314325"/>
                </a:lnTo>
                <a:lnTo>
                  <a:pt x="19050" y="323850"/>
                </a:lnTo>
                <a:lnTo>
                  <a:pt x="9525" y="323850"/>
                </a:lnTo>
                <a:close/>
                <a:moveTo>
                  <a:pt x="914400" y="314325"/>
                </a:moveTo>
                <a:lnTo>
                  <a:pt x="923925" y="314325"/>
                </a:lnTo>
                <a:lnTo>
                  <a:pt x="923925" y="323850"/>
                </a:lnTo>
                <a:lnTo>
                  <a:pt x="914400" y="323850"/>
                </a:lnTo>
                <a:close/>
                <a:moveTo>
                  <a:pt x="1057275" y="314325"/>
                </a:moveTo>
                <a:lnTo>
                  <a:pt x="1076325" y="314325"/>
                </a:lnTo>
                <a:lnTo>
                  <a:pt x="1076325" y="333375"/>
                </a:lnTo>
                <a:lnTo>
                  <a:pt x="1085850" y="333375"/>
                </a:lnTo>
                <a:lnTo>
                  <a:pt x="1085850" y="361950"/>
                </a:lnTo>
                <a:lnTo>
                  <a:pt x="1104900" y="361950"/>
                </a:lnTo>
                <a:lnTo>
                  <a:pt x="1104900" y="371475"/>
                </a:lnTo>
                <a:lnTo>
                  <a:pt x="1114425" y="371475"/>
                </a:lnTo>
                <a:lnTo>
                  <a:pt x="1114425" y="381000"/>
                </a:lnTo>
                <a:lnTo>
                  <a:pt x="1104900" y="381000"/>
                </a:lnTo>
                <a:lnTo>
                  <a:pt x="1104900" y="390525"/>
                </a:lnTo>
                <a:lnTo>
                  <a:pt x="1095375" y="390525"/>
                </a:lnTo>
                <a:lnTo>
                  <a:pt x="1095375" y="381000"/>
                </a:lnTo>
                <a:lnTo>
                  <a:pt x="1085850" y="381000"/>
                </a:lnTo>
                <a:lnTo>
                  <a:pt x="1085850" y="371475"/>
                </a:lnTo>
                <a:lnTo>
                  <a:pt x="1076325" y="371475"/>
                </a:lnTo>
                <a:lnTo>
                  <a:pt x="1076325" y="361950"/>
                </a:lnTo>
                <a:lnTo>
                  <a:pt x="1066800" y="361950"/>
                </a:lnTo>
                <a:lnTo>
                  <a:pt x="1066800" y="352425"/>
                </a:lnTo>
                <a:lnTo>
                  <a:pt x="1047750" y="352425"/>
                </a:lnTo>
                <a:lnTo>
                  <a:pt x="1047750" y="323850"/>
                </a:lnTo>
                <a:lnTo>
                  <a:pt x="1057275" y="323850"/>
                </a:lnTo>
                <a:close/>
                <a:moveTo>
                  <a:pt x="1114425" y="314325"/>
                </a:moveTo>
                <a:lnTo>
                  <a:pt x="1123950" y="314325"/>
                </a:lnTo>
                <a:lnTo>
                  <a:pt x="1123950" y="323850"/>
                </a:lnTo>
                <a:lnTo>
                  <a:pt x="1133475" y="323850"/>
                </a:lnTo>
                <a:lnTo>
                  <a:pt x="1133475" y="342900"/>
                </a:lnTo>
                <a:lnTo>
                  <a:pt x="1171575" y="342900"/>
                </a:lnTo>
                <a:lnTo>
                  <a:pt x="1171575" y="361950"/>
                </a:lnTo>
                <a:lnTo>
                  <a:pt x="1162050" y="361950"/>
                </a:lnTo>
                <a:lnTo>
                  <a:pt x="1162050" y="371475"/>
                </a:lnTo>
                <a:lnTo>
                  <a:pt x="1171575" y="371475"/>
                </a:lnTo>
                <a:lnTo>
                  <a:pt x="1171575" y="381000"/>
                </a:lnTo>
                <a:lnTo>
                  <a:pt x="1181100" y="381000"/>
                </a:lnTo>
                <a:lnTo>
                  <a:pt x="1181100" y="400050"/>
                </a:lnTo>
                <a:lnTo>
                  <a:pt x="1152525" y="400050"/>
                </a:lnTo>
                <a:lnTo>
                  <a:pt x="1152525" y="381000"/>
                </a:lnTo>
                <a:lnTo>
                  <a:pt x="1143000" y="381000"/>
                </a:lnTo>
                <a:lnTo>
                  <a:pt x="1143000" y="361950"/>
                </a:lnTo>
                <a:lnTo>
                  <a:pt x="1133475" y="361950"/>
                </a:lnTo>
                <a:lnTo>
                  <a:pt x="1133475" y="352425"/>
                </a:lnTo>
                <a:lnTo>
                  <a:pt x="1104900" y="352425"/>
                </a:lnTo>
                <a:lnTo>
                  <a:pt x="1104900" y="323850"/>
                </a:lnTo>
                <a:lnTo>
                  <a:pt x="1114425" y="323850"/>
                </a:lnTo>
                <a:close/>
                <a:moveTo>
                  <a:pt x="1000125" y="323850"/>
                </a:moveTo>
                <a:lnTo>
                  <a:pt x="1009650" y="323850"/>
                </a:lnTo>
                <a:lnTo>
                  <a:pt x="1009650" y="333375"/>
                </a:lnTo>
                <a:lnTo>
                  <a:pt x="1000125" y="333375"/>
                </a:lnTo>
                <a:close/>
                <a:moveTo>
                  <a:pt x="1009650" y="333375"/>
                </a:moveTo>
                <a:lnTo>
                  <a:pt x="1019175" y="333375"/>
                </a:lnTo>
                <a:lnTo>
                  <a:pt x="1019175" y="361950"/>
                </a:lnTo>
                <a:lnTo>
                  <a:pt x="1000125" y="361950"/>
                </a:lnTo>
                <a:lnTo>
                  <a:pt x="1000125" y="352425"/>
                </a:lnTo>
                <a:lnTo>
                  <a:pt x="990600" y="352425"/>
                </a:lnTo>
                <a:lnTo>
                  <a:pt x="990600" y="342900"/>
                </a:lnTo>
                <a:lnTo>
                  <a:pt x="1009650" y="342900"/>
                </a:lnTo>
                <a:close/>
                <a:moveTo>
                  <a:pt x="28575" y="342900"/>
                </a:moveTo>
                <a:lnTo>
                  <a:pt x="38100" y="342900"/>
                </a:lnTo>
                <a:lnTo>
                  <a:pt x="38100" y="352425"/>
                </a:lnTo>
                <a:lnTo>
                  <a:pt x="28575" y="352425"/>
                </a:lnTo>
                <a:close/>
                <a:moveTo>
                  <a:pt x="495300" y="352425"/>
                </a:moveTo>
                <a:lnTo>
                  <a:pt x="504825" y="352425"/>
                </a:lnTo>
                <a:lnTo>
                  <a:pt x="504825" y="361950"/>
                </a:lnTo>
                <a:lnTo>
                  <a:pt x="495300" y="361950"/>
                </a:lnTo>
                <a:close/>
                <a:moveTo>
                  <a:pt x="800100" y="352425"/>
                </a:moveTo>
                <a:lnTo>
                  <a:pt x="819150" y="352425"/>
                </a:lnTo>
                <a:lnTo>
                  <a:pt x="819150" y="361950"/>
                </a:lnTo>
                <a:lnTo>
                  <a:pt x="809625" y="361950"/>
                </a:lnTo>
                <a:lnTo>
                  <a:pt x="809625" y="371475"/>
                </a:lnTo>
                <a:lnTo>
                  <a:pt x="819150" y="371475"/>
                </a:lnTo>
                <a:lnTo>
                  <a:pt x="819150" y="400050"/>
                </a:lnTo>
                <a:lnTo>
                  <a:pt x="828675" y="400050"/>
                </a:lnTo>
                <a:lnTo>
                  <a:pt x="828675" y="409575"/>
                </a:lnTo>
                <a:lnTo>
                  <a:pt x="809625" y="409575"/>
                </a:lnTo>
                <a:lnTo>
                  <a:pt x="809625" y="381000"/>
                </a:lnTo>
                <a:lnTo>
                  <a:pt x="800100" y="381000"/>
                </a:lnTo>
                <a:close/>
                <a:moveTo>
                  <a:pt x="866775" y="352425"/>
                </a:moveTo>
                <a:lnTo>
                  <a:pt x="876300" y="352425"/>
                </a:lnTo>
                <a:lnTo>
                  <a:pt x="876300" y="361950"/>
                </a:lnTo>
                <a:lnTo>
                  <a:pt x="866775" y="361950"/>
                </a:lnTo>
                <a:close/>
                <a:moveTo>
                  <a:pt x="847725" y="361950"/>
                </a:moveTo>
                <a:lnTo>
                  <a:pt x="866775" y="361950"/>
                </a:lnTo>
                <a:lnTo>
                  <a:pt x="866775" y="371475"/>
                </a:lnTo>
                <a:lnTo>
                  <a:pt x="876300" y="371475"/>
                </a:lnTo>
                <a:lnTo>
                  <a:pt x="876300" y="381000"/>
                </a:lnTo>
                <a:lnTo>
                  <a:pt x="866775" y="381000"/>
                </a:lnTo>
                <a:lnTo>
                  <a:pt x="866775" y="390525"/>
                </a:lnTo>
                <a:lnTo>
                  <a:pt x="876300" y="390525"/>
                </a:lnTo>
                <a:lnTo>
                  <a:pt x="876300" y="409575"/>
                </a:lnTo>
                <a:lnTo>
                  <a:pt x="885825" y="409575"/>
                </a:lnTo>
                <a:lnTo>
                  <a:pt x="885825" y="419100"/>
                </a:lnTo>
                <a:lnTo>
                  <a:pt x="866775" y="419100"/>
                </a:lnTo>
                <a:lnTo>
                  <a:pt x="866775" y="447675"/>
                </a:lnTo>
                <a:lnTo>
                  <a:pt x="876300" y="447675"/>
                </a:lnTo>
                <a:lnTo>
                  <a:pt x="876300" y="457200"/>
                </a:lnTo>
                <a:lnTo>
                  <a:pt x="885825" y="457200"/>
                </a:lnTo>
                <a:lnTo>
                  <a:pt x="885825" y="428625"/>
                </a:lnTo>
                <a:lnTo>
                  <a:pt x="895350" y="428625"/>
                </a:lnTo>
                <a:lnTo>
                  <a:pt x="895350" y="419100"/>
                </a:lnTo>
                <a:lnTo>
                  <a:pt x="904875" y="419100"/>
                </a:lnTo>
                <a:lnTo>
                  <a:pt x="904875" y="428625"/>
                </a:lnTo>
                <a:lnTo>
                  <a:pt x="895350" y="428625"/>
                </a:lnTo>
                <a:lnTo>
                  <a:pt x="895350" y="457200"/>
                </a:lnTo>
                <a:lnTo>
                  <a:pt x="904875" y="457200"/>
                </a:lnTo>
                <a:lnTo>
                  <a:pt x="904875" y="485775"/>
                </a:lnTo>
                <a:lnTo>
                  <a:pt x="895350" y="485775"/>
                </a:lnTo>
                <a:lnTo>
                  <a:pt x="895350" y="495300"/>
                </a:lnTo>
                <a:lnTo>
                  <a:pt x="904875" y="495300"/>
                </a:lnTo>
                <a:lnTo>
                  <a:pt x="904875" y="504825"/>
                </a:lnTo>
                <a:lnTo>
                  <a:pt x="923925" y="504825"/>
                </a:lnTo>
                <a:lnTo>
                  <a:pt x="923925" y="514350"/>
                </a:lnTo>
                <a:lnTo>
                  <a:pt x="933450" y="514350"/>
                </a:lnTo>
                <a:lnTo>
                  <a:pt x="933450" y="523875"/>
                </a:lnTo>
                <a:lnTo>
                  <a:pt x="904875" y="523875"/>
                </a:lnTo>
                <a:lnTo>
                  <a:pt x="904875" y="514350"/>
                </a:lnTo>
                <a:lnTo>
                  <a:pt x="895350" y="514350"/>
                </a:lnTo>
                <a:lnTo>
                  <a:pt x="895350" y="504825"/>
                </a:lnTo>
                <a:lnTo>
                  <a:pt x="885825" y="504825"/>
                </a:lnTo>
                <a:lnTo>
                  <a:pt x="885825" y="495300"/>
                </a:lnTo>
                <a:lnTo>
                  <a:pt x="876300" y="495300"/>
                </a:lnTo>
                <a:lnTo>
                  <a:pt x="876300" y="476250"/>
                </a:lnTo>
                <a:lnTo>
                  <a:pt x="866775" y="476250"/>
                </a:lnTo>
                <a:lnTo>
                  <a:pt x="866775" y="466725"/>
                </a:lnTo>
                <a:lnTo>
                  <a:pt x="857250" y="466725"/>
                </a:lnTo>
                <a:lnTo>
                  <a:pt x="857250" y="457200"/>
                </a:lnTo>
                <a:lnTo>
                  <a:pt x="847725" y="457200"/>
                </a:lnTo>
                <a:lnTo>
                  <a:pt x="847725" y="438150"/>
                </a:lnTo>
                <a:lnTo>
                  <a:pt x="857250" y="438150"/>
                </a:lnTo>
                <a:lnTo>
                  <a:pt x="857250" y="428625"/>
                </a:lnTo>
                <a:lnTo>
                  <a:pt x="847725" y="428625"/>
                </a:lnTo>
                <a:lnTo>
                  <a:pt x="847725" y="400050"/>
                </a:lnTo>
                <a:lnTo>
                  <a:pt x="857250" y="400050"/>
                </a:lnTo>
                <a:lnTo>
                  <a:pt x="857250" y="390525"/>
                </a:lnTo>
                <a:lnTo>
                  <a:pt x="847725" y="390525"/>
                </a:lnTo>
                <a:close/>
                <a:moveTo>
                  <a:pt x="895350" y="361950"/>
                </a:moveTo>
                <a:lnTo>
                  <a:pt x="914400" y="361950"/>
                </a:lnTo>
                <a:lnTo>
                  <a:pt x="914400" y="371475"/>
                </a:lnTo>
                <a:lnTo>
                  <a:pt x="923925" y="371475"/>
                </a:lnTo>
                <a:lnTo>
                  <a:pt x="923925" y="361950"/>
                </a:lnTo>
                <a:lnTo>
                  <a:pt x="933450" y="361950"/>
                </a:lnTo>
                <a:lnTo>
                  <a:pt x="933450" y="371475"/>
                </a:lnTo>
                <a:lnTo>
                  <a:pt x="923925" y="371475"/>
                </a:lnTo>
                <a:lnTo>
                  <a:pt x="923925" y="381000"/>
                </a:lnTo>
                <a:lnTo>
                  <a:pt x="933450" y="381000"/>
                </a:lnTo>
                <a:lnTo>
                  <a:pt x="933450" y="371475"/>
                </a:lnTo>
                <a:lnTo>
                  <a:pt x="971550" y="371475"/>
                </a:lnTo>
                <a:lnTo>
                  <a:pt x="971550" y="361950"/>
                </a:lnTo>
                <a:lnTo>
                  <a:pt x="981075" y="361950"/>
                </a:lnTo>
                <a:lnTo>
                  <a:pt x="981075" y="381000"/>
                </a:lnTo>
                <a:lnTo>
                  <a:pt x="942975" y="381000"/>
                </a:lnTo>
                <a:lnTo>
                  <a:pt x="942975" y="390525"/>
                </a:lnTo>
                <a:lnTo>
                  <a:pt x="895350" y="390525"/>
                </a:lnTo>
                <a:close/>
                <a:moveTo>
                  <a:pt x="19050" y="371475"/>
                </a:moveTo>
                <a:lnTo>
                  <a:pt x="28575" y="371475"/>
                </a:lnTo>
                <a:lnTo>
                  <a:pt x="28575" y="390525"/>
                </a:lnTo>
                <a:lnTo>
                  <a:pt x="19050" y="390525"/>
                </a:lnTo>
                <a:close/>
                <a:moveTo>
                  <a:pt x="57150" y="381000"/>
                </a:moveTo>
                <a:lnTo>
                  <a:pt x="66675" y="381000"/>
                </a:lnTo>
                <a:lnTo>
                  <a:pt x="66675" y="390525"/>
                </a:lnTo>
                <a:lnTo>
                  <a:pt x="57150" y="390525"/>
                </a:lnTo>
                <a:close/>
                <a:moveTo>
                  <a:pt x="1057275" y="381000"/>
                </a:moveTo>
                <a:lnTo>
                  <a:pt x="1066800" y="381000"/>
                </a:lnTo>
                <a:lnTo>
                  <a:pt x="1066800" y="409575"/>
                </a:lnTo>
                <a:lnTo>
                  <a:pt x="1057275" y="409575"/>
                </a:lnTo>
                <a:close/>
                <a:moveTo>
                  <a:pt x="1114425" y="381000"/>
                </a:moveTo>
                <a:lnTo>
                  <a:pt x="1123950" y="381000"/>
                </a:lnTo>
                <a:lnTo>
                  <a:pt x="1123950" y="390525"/>
                </a:lnTo>
                <a:lnTo>
                  <a:pt x="1114425" y="390525"/>
                </a:lnTo>
                <a:close/>
                <a:moveTo>
                  <a:pt x="923925" y="400050"/>
                </a:moveTo>
                <a:lnTo>
                  <a:pt x="933450" y="400050"/>
                </a:lnTo>
                <a:lnTo>
                  <a:pt x="933450" y="409575"/>
                </a:lnTo>
                <a:lnTo>
                  <a:pt x="923925" y="409575"/>
                </a:lnTo>
                <a:close/>
                <a:moveTo>
                  <a:pt x="1114425" y="400050"/>
                </a:moveTo>
                <a:lnTo>
                  <a:pt x="1133475" y="400050"/>
                </a:lnTo>
                <a:lnTo>
                  <a:pt x="1133475" y="409575"/>
                </a:lnTo>
                <a:lnTo>
                  <a:pt x="1143000" y="409575"/>
                </a:lnTo>
                <a:lnTo>
                  <a:pt x="1143000" y="400050"/>
                </a:lnTo>
                <a:lnTo>
                  <a:pt x="1152525" y="400050"/>
                </a:lnTo>
                <a:lnTo>
                  <a:pt x="1152525" y="419100"/>
                </a:lnTo>
                <a:lnTo>
                  <a:pt x="1114425" y="419100"/>
                </a:lnTo>
                <a:close/>
                <a:moveTo>
                  <a:pt x="1076325" y="409575"/>
                </a:moveTo>
                <a:lnTo>
                  <a:pt x="1085850" y="409575"/>
                </a:lnTo>
                <a:lnTo>
                  <a:pt x="1085850" y="419100"/>
                </a:lnTo>
                <a:lnTo>
                  <a:pt x="1076325" y="419100"/>
                </a:lnTo>
                <a:close/>
                <a:moveTo>
                  <a:pt x="923925" y="419100"/>
                </a:moveTo>
                <a:lnTo>
                  <a:pt x="933450" y="419100"/>
                </a:lnTo>
                <a:lnTo>
                  <a:pt x="933450" y="428625"/>
                </a:lnTo>
                <a:lnTo>
                  <a:pt x="923925" y="428625"/>
                </a:lnTo>
                <a:close/>
                <a:moveTo>
                  <a:pt x="942975" y="419100"/>
                </a:moveTo>
                <a:lnTo>
                  <a:pt x="952500" y="419100"/>
                </a:lnTo>
                <a:lnTo>
                  <a:pt x="952500" y="428625"/>
                </a:lnTo>
                <a:lnTo>
                  <a:pt x="962025" y="428625"/>
                </a:lnTo>
                <a:lnTo>
                  <a:pt x="962025" y="447675"/>
                </a:lnTo>
                <a:lnTo>
                  <a:pt x="990600" y="447675"/>
                </a:lnTo>
                <a:lnTo>
                  <a:pt x="990600" y="457200"/>
                </a:lnTo>
                <a:lnTo>
                  <a:pt x="1000125" y="457200"/>
                </a:lnTo>
                <a:lnTo>
                  <a:pt x="1000125" y="476250"/>
                </a:lnTo>
                <a:lnTo>
                  <a:pt x="990600" y="476250"/>
                </a:lnTo>
                <a:lnTo>
                  <a:pt x="990600" y="485775"/>
                </a:lnTo>
                <a:lnTo>
                  <a:pt x="962025" y="485775"/>
                </a:lnTo>
                <a:lnTo>
                  <a:pt x="962025" y="476250"/>
                </a:lnTo>
                <a:lnTo>
                  <a:pt x="971550" y="476250"/>
                </a:lnTo>
                <a:lnTo>
                  <a:pt x="971550" y="466725"/>
                </a:lnTo>
                <a:lnTo>
                  <a:pt x="942975" y="466725"/>
                </a:lnTo>
                <a:lnTo>
                  <a:pt x="942975" y="485775"/>
                </a:lnTo>
                <a:lnTo>
                  <a:pt x="952500" y="485775"/>
                </a:lnTo>
                <a:lnTo>
                  <a:pt x="952500" y="495300"/>
                </a:lnTo>
                <a:lnTo>
                  <a:pt x="962025" y="495300"/>
                </a:lnTo>
                <a:lnTo>
                  <a:pt x="962025" y="504825"/>
                </a:lnTo>
                <a:lnTo>
                  <a:pt x="933450" y="504825"/>
                </a:lnTo>
                <a:lnTo>
                  <a:pt x="933450" y="495300"/>
                </a:lnTo>
                <a:lnTo>
                  <a:pt x="923925" y="495300"/>
                </a:lnTo>
                <a:lnTo>
                  <a:pt x="923925" y="485775"/>
                </a:lnTo>
                <a:lnTo>
                  <a:pt x="933450" y="485775"/>
                </a:lnTo>
                <a:lnTo>
                  <a:pt x="933450" y="476250"/>
                </a:lnTo>
                <a:lnTo>
                  <a:pt x="923925" y="476250"/>
                </a:lnTo>
                <a:lnTo>
                  <a:pt x="923925" y="447675"/>
                </a:lnTo>
                <a:lnTo>
                  <a:pt x="933450" y="447675"/>
                </a:lnTo>
                <a:lnTo>
                  <a:pt x="933450" y="428625"/>
                </a:lnTo>
                <a:lnTo>
                  <a:pt x="942975" y="428625"/>
                </a:lnTo>
                <a:close/>
                <a:moveTo>
                  <a:pt x="1085850" y="419100"/>
                </a:moveTo>
                <a:lnTo>
                  <a:pt x="1104900" y="419100"/>
                </a:lnTo>
                <a:lnTo>
                  <a:pt x="1104900" y="428625"/>
                </a:lnTo>
                <a:lnTo>
                  <a:pt x="1085850" y="428625"/>
                </a:lnTo>
                <a:close/>
                <a:moveTo>
                  <a:pt x="809625" y="428625"/>
                </a:moveTo>
                <a:lnTo>
                  <a:pt x="838200" y="428625"/>
                </a:lnTo>
                <a:lnTo>
                  <a:pt x="838200" y="438150"/>
                </a:lnTo>
                <a:lnTo>
                  <a:pt x="819150" y="438150"/>
                </a:lnTo>
                <a:lnTo>
                  <a:pt x="819150" y="447675"/>
                </a:lnTo>
                <a:lnTo>
                  <a:pt x="800100" y="447675"/>
                </a:lnTo>
                <a:lnTo>
                  <a:pt x="800100" y="438150"/>
                </a:lnTo>
                <a:lnTo>
                  <a:pt x="809625" y="438150"/>
                </a:lnTo>
                <a:close/>
                <a:moveTo>
                  <a:pt x="1104900" y="428625"/>
                </a:moveTo>
                <a:lnTo>
                  <a:pt x="1114425" y="428625"/>
                </a:lnTo>
                <a:lnTo>
                  <a:pt x="1114425" y="447675"/>
                </a:lnTo>
                <a:lnTo>
                  <a:pt x="1104900" y="447675"/>
                </a:lnTo>
                <a:close/>
                <a:moveTo>
                  <a:pt x="285750" y="438150"/>
                </a:moveTo>
                <a:lnTo>
                  <a:pt x="342900" y="438150"/>
                </a:lnTo>
                <a:lnTo>
                  <a:pt x="342900" y="447675"/>
                </a:lnTo>
                <a:lnTo>
                  <a:pt x="304800" y="447675"/>
                </a:lnTo>
                <a:lnTo>
                  <a:pt x="304800" y="457200"/>
                </a:lnTo>
                <a:lnTo>
                  <a:pt x="276225" y="457200"/>
                </a:lnTo>
                <a:lnTo>
                  <a:pt x="276225" y="447675"/>
                </a:lnTo>
                <a:lnTo>
                  <a:pt x="285750" y="447675"/>
                </a:lnTo>
                <a:close/>
                <a:moveTo>
                  <a:pt x="1162050" y="447675"/>
                </a:moveTo>
                <a:lnTo>
                  <a:pt x="1171575" y="447675"/>
                </a:lnTo>
                <a:lnTo>
                  <a:pt x="1171575" y="457200"/>
                </a:lnTo>
                <a:lnTo>
                  <a:pt x="1162050" y="457200"/>
                </a:lnTo>
                <a:close/>
                <a:moveTo>
                  <a:pt x="314325" y="457200"/>
                </a:moveTo>
                <a:lnTo>
                  <a:pt x="342900" y="457200"/>
                </a:lnTo>
                <a:lnTo>
                  <a:pt x="342900" y="476250"/>
                </a:lnTo>
                <a:lnTo>
                  <a:pt x="323850" y="476250"/>
                </a:lnTo>
                <a:lnTo>
                  <a:pt x="323850" y="495300"/>
                </a:lnTo>
                <a:lnTo>
                  <a:pt x="314325" y="495300"/>
                </a:lnTo>
                <a:lnTo>
                  <a:pt x="314325" y="485775"/>
                </a:lnTo>
                <a:lnTo>
                  <a:pt x="304800" y="485775"/>
                </a:lnTo>
                <a:lnTo>
                  <a:pt x="304800" y="495300"/>
                </a:lnTo>
                <a:lnTo>
                  <a:pt x="295275" y="495300"/>
                </a:lnTo>
                <a:lnTo>
                  <a:pt x="295275" y="476250"/>
                </a:lnTo>
                <a:lnTo>
                  <a:pt x="314325" y="476250"/>
                </a:lnTo>
                <a:close/>
                <a:moveTo>
                  <a:pt x="790575" y="457200"/>
                </a:moveTo>
                <a:lnTo>
                  <a:pt x="809625" y="457200"/>
                </a:lnTo>
                <a:lnTo>
                  <a:pt x="809625" y="485775"/>
                </a:lnTo>
                <a:lnTo>
                  <a:pt x="790575" y="485775"/>
                </a:lnTo>
                <a:lnTo>
                  <a:pt x="790575" y="476250"/>
                </a:lnTo>
                <a:lnTo>
                  <a:pt x="762000" y="476250"/>
                </a:lnTo>
                <a:lnTo>
                  <a:pt x="762000" y="466725"/>
                </a:lnTo>
                <a:lnTo>
                  <a:pt x="790575" y="466725"/>
                </a:lnTo>
                <a:close/>
                <a:moveTo>
                  <a:pt x="1028700" y="457200"/>
                </a:moveTo>
                <a:lnTo>
                  <a:pt x="1038225" y="457200"/>
                </a:lnTo>
                <a:lnTo>
                  <a:pt x="1038225" y="466725"/>
                </a:lnTo>
                <a:lnTo>
                  <a:pt x="1028700" y="466725"/>
                </a:lnTo>
                <a:close/>
                <a:moveTo>
                  <a:pt x="1123950" y="457200"/>
                </a:moveTo>
                <a:lnTo>
                  <a:pt x="1133475" y="457200"/>
                </a:lnTo>
                <a:lnTo>
                  <a:pt x="1133475" y="466725"/>
                </a:lnTo>
                <a:lnTo>
                  <a:pt x="1123950" y="466725"/>
                </a:lnTo>
                <a:close/>
                <a:moveTo>
                  <a:pt x="1143000" y="457200"/>
                </a:moveTo>
                <a:lnTo>
                  <a:pt x="1152525" y="457200"/>
                </a:lnTo>
                <a:lnTo>
                  <a:pt x="1152525" y="476250"/>
                </a:lnTo>
                <a:lnTo>
                  <a:pt x="1162050" y="476250"/>
                </a:lnTo>
                <a:lnTo>
                  <a:pt x="1162050" y="485775"/>
                </a:lnTo>
                <a:lnTo>
                  <a:pt x="1152525" y="485775"/>
                </a:lnTo>
                <a:lnTo>
                  <a:pt x="1152525" y="495300"/>
                </a:lnTo>
                <a:lnTo>
                  <a:pt x="1133475" y="495300"/>
                </a:lnTo>
                <a:lnTo>
                  <a:pt x="1133475" y="485775"/>
                </a:lnTo>
                <a:lnTo>
                  <a:pt x="1143000" y="485775"/>
                </a:lnTo>
                <a:lnTo>
                  <a:pt x="1143000" y="476250"/>
                </a:lnTo>
                <a:lnTo>
                  <a:pt x="1133475" y="476250"/>
                </a:lnTo>
                <a:lnTo>
                  <a:pt x="1133475" y="466725"/>
                </a:lnTo>
                <a:lnTo>
                  <a:pt x="1143000" y="466725"/>
                </a:lnTo>
                <a:close/>
                <a:moveTo>
                  <a:pt x="9525" y="466725"/>
                </a:moveTo>
                <a:lnTo>
                  <a:pt x="19050" y="466725"/>
                </a:lnTo>
                <a:lnTo>
                  <a:pt x="19050" y="476250"/>
                </a:lnTo>
                <a:lnTo>
                  <a:pt x="28575" y="476250"/>
                </a:lnTo>
                <a:lnTo>
                  <a:pt x="28575" y="495300"/>
                </a:lnTo>
                <a:lnTo>
                  <a:pt x="19050" y="495300"/>
                </a:lnTo>
                <a:lnTo>
                  <a:pt x="19050" y="485775"/>
                </a:lnTo>
                <a:lnTo>
                  <a:pt x="0" y="485775"/>
                </a:lnTo>
                <a:lnTo>
                  <a:pt x="0" y="476250"/>
                </a:lnTo>
                <a:lnTo>
                  <a:pt x="9525" y="476250"/>
                </a:lnTo>
                <a:close/>
                <a:moveTo>
                  <a:pt x="47625" y="466725"/>
                </a:moveTo>
                <a:lnTo>
                  <a:pt x="57150" y="466725"/>
                </a:lnTo>
                <a:lnTo>
                  <a:pt x="57150" y="485775"/>
                </a:lnTo>
                <a:lnTo>
                  <a:pt x="47625" y="485775"/>
                </a:lnTo>
                <a:close/>
                <a:moveTo>
                  <a:pt x="1066800" y="466725"/>
                </a:moveTo>
                <a:lnTo>
                  <a:pt x="1095375" y="466725"/>
                </a:lnTo>
                <a:lnTo>
                  <a:pt x="1095375" y="476250"/>
                </a:lnTo>
                <a:lnTo>
                  <a:pt x="1085850" y="476250"/>
                </a:lnTo>
                <a:lnTo>
                  <a:pt x="1085850" y="485775"/>
                </a:lnTo>
                <a:lnTo>
                  <a:pt x="1066800" y="485775"/>
                </a:lnTo>
                <a:close/>
                <a:moveTo>
                  <a:pt x="819150" y="476250"/>
                </a:moveTo>
                <a:lnTo>
                  <a:pt x="828675" y="476250"/>
                </a:lnTo>
                <a:lnTo>
                  <a:pt x="828675" y="485775"/>
                </a:lnTo>
                <a:lnTo>
                  <a:pt x="847725" y="485775"/>
                </a:lnTo>
                <a:lnTo>
                  <a:pt x="847725" y="523875"/>
                </a:lnTo>
                <a:lnTo>
                  <a:pt x="828675" y="523875"/>
                </a:lnTo>
                <a:lnTo>
                  <a:pt x="828675" y="495300"/>
                </a:lnTo>
                <a:lnTo>
                  <a:pt x="819150" y="495300"/>
                </a:lnTo>
                <a:close/>
                <a:moveTo>
                  <a:pt x="57150" y="485775"/>
                </a:moveTo>
                <a:lnTo>
                  <a:pt x="66675" y="485775"/>
                </a:lnTo>
                <a:lnTo>
                  <a:pt x="66675" y="504825"/>
                </a:lnTo>
                <a:lnTo>
                  <a:pt x="57150" y="504825"/>
                </a:lnTo>
                <a:close/>
                <a:moveTo>
                  <a:pt x="1104900" y="495300"/>
                </a:moveTo>
                <a:lnTo>
                  <a:pt x="1133475" y="495300"/>
                </a:lnTo>
                <a:lnTo>
                  <a:pt x="1133475" y="523875"/>
                </a:lnTo>
                <a:lnTo>
                  <a:pt x="1123950" y="523875"/>
                </a:lnTo>
                <a:lnTo>
                  <a:pt x="1123950" y="542925"/>
                </a:lnTo>
                <a:lnTo>
                  <a:pt x="1114425" y="542925"/>
                </a:lnTo>
                <a:lnTo>
                  <a:pt x="1114425" y="523875"/>
                </a:lnTo>
                <a:lnTo>
                  <a:pt x="1104900" y="523875"/>
                </a:lnTo>
                <a:close/>
                <a:moveTo>
                  <a:pt x="0" y="504825"/>
                </a:moveTo>
                <a:lnTo>
                  <a:pt x="19050" y="504825"/>
                </a:lnTo>
                <a:lnTo>
                  <a:pt x="19050" y="514350"/>
                </a:lnTo>
                <a:lnTo>
                  <a:pt x="0" y="514350"/>
                </a:lnTo>
                <a:close/>
                <a:moveTo>
                  <a:pt x="47625" y="504825"/>
                </a:moveTo>
                <a:lnTo>
                  <a:pt x="57150" y="504825"/>
                </a:lnTo>
                <a:lnTo>
                  <a:pt x="57150" y="514350"/>
                </a:lnTo>
                <a:lnTo>
                  <a:pt x="47625" y="514350"/>
                </a:lnTo>
                <a:close/>
                <a:moveTo>
                  <a:pt x="1047750" y="504825"/>
                </a:moveTo>
                <a:lnTo>
                  <a:pt x="1057275" y="504825"/>
                </a:lnTo>
                <a:lnTo>
                  <a:pt x="1057275" y="514350"/>
                </a:lnTo>
                <a:lnTo>
                  <a:pt x="1076325" y="514350"/>
                </a:lnTo>
                <a:lnTo>
                  <a:pt x="1076325" y="533400"/>
                </a:lnTo>
                <a:lnTo>
                  <a:pt x="1047750" y="533400"/>
                </a:lnTo>
                <a:lnTo>
                  <a:pt x="1047750" y="523875"/>
                </a:lnTo>
                <a:lnTo>
                  <a:pt x="1038225" y="523875"/>
                </a:lnTo>
                <a:lnTo>
                  <a:pt x="1038225" y="514350"/>
                </a:lnTo>
                <a:lnTo>
                  <a:pt x="1047750" y="514350"/>
                </a:lnTo>
                <a:close/>
                <a:moveTo>
                  <a:pt x="866775" y="514350"/>
                </a:moveTo>
                <a:lnTo>
                  <a:pt x="876300" y="514350"/>
                </a:lnTo>
                <a:lnTo>
                  <a:pt x="876300" y="523875"/>
                </a:lnTo>
                <a:lnTo>
                  <a:pt x="885825" y="523875"/>
                </a:lnTo>
                <a:lnTo>
                  <a:pt x="885825" y="533400"/>
                </a:lnTo>
                <a:lnTo>
                  <a:pt x="876300" y="533400"/>
                </a:lnTo>
                <a:lnTo>
                  <a:pt x="876300" y="542925"/>
                </a:lnTo>
                <a:lnTo>
                  <a:pt x="866775" y="542925"/>
                </a:lnTo>
                <a:close/>
                <a:moveTo>
                  <a:pt x="1171575" y="514350"/>
                </a:moveTo>
                <a:lnTo>
                  <a:pt x="1190625" y="514350"/>
                </a:lnTo>
                <a:lnTo>
                  <a:pt x="1190625" y="523875"/>
                </a:lnTo>
                <a:lnTo>
                  <a:pt x="1200150" y="523875"/>
                </a:lnTo>
                <a:lnTo>
                  <a:pt x="1200150" y="552450"/>
                </a:lnTo>
                <a:lnTo>
                  <a:pt x="1190625" y="552450"/>
                </a:lnTo>
                <a:lnTo>
                  <a:pt x="1190625" y="561975"/>
                </a:lnTo>
                <a:lnTo>
                  <a:pt x="1162050" y="561975"/>
                </a:lnTo>
                <a:lnTo>
                  <a:pt x="1162050" y="552450"/>
                </a:lnTo>
                <a:lnTo>
                  <a:pt x="1133475" y="552450"/>
                </a:lnTo>
                <a:lnTo>
                  <a:pt x="1133475" y="542925"/>
                </a:lnTo>
                <a:lnTo>
                  <a:pt x="1143000" y="542925"/>
                </a:lnTo>
                <a:lnTo>
                  <a:pt x="1143000" y="533400"/>
                </a:lnTo>
                <a:lnTo>
                  <a:pt x="1152525" y="533400"/>
                </a:lnTo>
                <a:lnTo>
                  <a:pt x="1152525" y="523875"/>
                </a:lnTo>
                <a:lnTo>
                  <a:pt x="1171575" y="523875"/>
                </a:lnTo>
                <a:close/>
                <a:moveTo>
                  <a:pt x="952500" y="523875"/>
                </a:moveTo>
                <a:lnTo>
                  <a:pt x="971550" y="523875"/>
                </a:lnTo>
                <a:lnTo>
                  <a:pt x="971550" y="542925"/>
                </a:lnTo>
                <a:lnTo>
                  <a:pt x="962025" y="542925"/>
                </a:lnTo>
                <a:lnTo>
                  <a:pt x="962025" y="552450"/>
                </a:lnTo>
                <a:lnTo>
                  <a:pt x="952500" y="552450"/>
                </a:lnTo>
                <a:close/>
                <a:moveTo>
                  <a:pt x="1095375" y="542925"/>
                </a:moveTo>
                <a:lnTo>
                  <a:pt x="1104900" y="542925"/>
                </a:lnTo>
                <a:lnTo>
                  <a:pt x="1104900" y="571500"/>
                </a:lnTo>
                <a:lnTo>
                  <a:pt x="1085850" y="571500"/>
                </a:lnTo>
                <a:lnTo>
                  <a:pt x="1085850" y="552450"/>
                </a:lnTo>
                <a:lnTo>
                  <a:pt x="1095375" y="552450"/>
                </a:lnTo>
                <a:close/>
                <a:moveTo>
                  <a:pt x="76200" y="552450"/>
                </a:moveTo>
                <a:lnTo>
                  <a:pt x="85725" y="552450"/>
                </a:lnTo>
                <a:lnTo>
                  <a:pt x="85725" y="561975"/>
                </a:lnTo>
                <a:lnTo>
                  <a:pt x="76200" y="561975"/>
                </a:lnTo>
                <a:close/>
                <a:moveTo>
                  <a:pt x="1009650" y="552450"/>
                </a:moveTo>
                <a:lnTo>
                  <a:pt x="1028700" y="552450"/>
                </a:lnTo>
                <a:lnTo>
                  <a:pt x="1028700" y="561975"/>
                </a:lnTo>
                <a:lnTo>
                  <a:pt x="1009650" y="561975"/>
                </a:lnTo>
                <a:close/>
                <a:moveTo>
                  <a:pt x="1123950" y="552450"/>
                </a:moveTo>
                <a:lnTo>
                  <a:pt x="1133475" y="552450"/>
                </a:lnTo>
                <a:lnTo>
                  <a:pt x="1133475" y="561975"/>
                </a:lnTo>
                <a:lnTo>
                  <a:pt x="1152525" y="561975"/>
                </a:lnTo>
                <a:lnTo>
                  <a:pt x="1152525" y="571500"/>
                </a:lnTo>
                <a:lnTo>
                  <a:pt x="1171575" y="571500"/>
                </a:lnTo>
                <a:lnTo>
                  <a:pt x="1171575" y="581025"/>
                </a:lnTo>
                <a:lnTo>
                  <a:pt x="1162050" y="581025"/>
                </a:lnTo>
                <a:lnTo>
                  <a:pt x="1162050" y="609600"/>
                </a:lnTo>
                <a:lnTo>
                  <a:pt x="1181100" y="609600"/>
                </a:lnTo>
                <a:lnTo>
                  <a:pt x="1181100" y="638175"/>
                </a:lnTo>
                <a:lnTo>
                  <a:pt x="1171575" y="638175"/>
                </a:lnTo>
                <a:lnTo>
                  <a:pt x="1171575" y="628650"/>
                </a:lnTo>
                <a:lnTo>
                  <a:pt x="1162050" y="628650"/>
                </a:lnTo>
                <a:lnTo>
                  <a:pt x="1162050" y="638175"/>
                </a:lnTo>
                <a:lnTo>
                  <a:pt x="1152525" y="638175"/>
                </a:lnTo>
                <a:lnTo>
                  <a:pt x="1152525" y="619125"/>
                </a:lnTo>
                <a:lnTo>
                  <a:pt x="1143000" y="619125"/>
                </a:lnTo>
                <a:lnTo>
                  <a:pt x="1143000" y="600075"/>
                </a:lnTo>
                <a:lnTo>
                  <a:pt x="1152525" y="600075"/>
                </a:lnTo>
                <a:lnTo>
                  <a:pt x="1152525" y="590550"/>
                </a:lnTo>
                <a:lnTo>
                  <a:pt x="1143000" y="590550"/>
                </a:lnTo>
                <a:lnTo>
                  <a:pt x="1143000" y="581025"/>
                </a:lnTo>
                <a:lnTo>
                  <a:pt x="1133475" y="581025"/>
                </a:lnTo>
                <a:lnTo>
                  <a:pt x="1133475" y="619125"/>
                </a:lnTo>
                <a:lnTo>
                  <a:pt x="1104900" y="619125"/>
                </a:lnTo>
                <a:lnTo>
                  <a:pt x="1104900" y="609600"/>
                </a:lnTo>
                <a:lnTo>
                  <a:pt x="1114425" y="609600"/>
                </a:lnTo>
                <a:lnTo>
                  <a:pt x="1114425" y="561975"/>
                </a:lnTo>
                <a:lnTo>
                  <a:pt x="1123950" y="561975"/>
                </a:lnTo>
                <a:close/>
                <a:moveTo>
                  <a:pt x="57150" y="561975"/>
                </a:moveTo>
                <a:lnTo>
                  <a:pt x="76200" y="561975"/>
                </a:lnTo>
                <a:lnTo>
                  <a:pt x="76200" y="571500"/>
                </a:lnTo>
                <a:lnTo>
                  <a:pt x="57150" y="571500"/>
                </a:lnTo>
                <a:close/>
                <a:moveTo>
                  <a:pt x="85725" y="571500"/>
                </a:moveTo>
                <a:lnTo>
                  <a:pt x="95250" y="571500"/>
                </a:lnTo>
                <a:lnTo>
                  <a:pt x="95250" y="581025"/>
                </a:lnTo>
                <a:lnTo>
                  <a:pt x="85725" y="581025"/>
                </a:lnTo>
                <a:close/>
                <a:moveTo>
                  <a:pt x="0" y="581025"/>
                </a:moveTo>
                <a:lnTo>
                  <a:pt x="9525" y="581025"/>
                </a:lnTo>
                <a:lnTo>
                  <a:pt x="9525" y="590550"/>
                </a:lnTo>
                <a:lnTo>
                  <a:pt x="0" y="590550"/>
                </a:lnTo>
                <a:close/>
                <a:moveTo>
                  <a:pt x="371475" y="581025"/>
                </a:moveTo>
                <a:lnTo>
                  <a:pt x="381000" y="581025"/>
                </a:lnTo>
                <a:lnTo>
                  <a:pt x="381000" y="590550"/>
                </a:lnTo>
                <a:lnTo>
                  <a:pt x="371475" y="590550"/>
                </a:lnTo>
                <a:close/>
                <a:moveTo>
                  <a:pt x="990600" y="581025"/>
                </a:moveTo>
                <a:lnTo>
                  <a:pt x="1000125" y="581025"/>
                </a:lnTo>
                <a:lnTo>
                  <a:pt x="1000125" y="590550"/>
                </a:lnTo>
                <a:lnTo>
                  <a:pt x="990600" y="590550"/>
                </a:lnTo>
                <a:close/>
                <a:moveTo>
                  <a:pt x="1047750" y="581025"/>
                </a:moveTo>
                <a:lnTo>
                  <a:pt x="1066800" y="581025"/>
                </a:lnTo>
                <a:lnTo>
                  <a:pt x="1066800" y="590550"/>
                </a:lnTo>
                <a:lnTo>
                  <a:pt x="1047750" y="590550"/>
                </a:lnTo>
                <a:close/>
                <a:moveTo>
                  <a:pt x="47625" y="590550"/>
                </a:moveTo>
                <a:lnTo>
                  <a:pt x="57150" y="590550"/>
                </a:lnTo>
                <a:lnTo>
                  <a:pt x="57150" y="600075"/>
                </a:lnTo>
                <a:lnTo>
                  <a:pt x="47625" y="600075"/>
                </a:lnTo>
                <a:close/>
                <a:moveTo>
                  <a:pt x="19050" y="600075"/>
                </a:moveTo>
                <a:lnTo>
                  <a:pt x="38100" y="600075"/>
                </a:lnTo>
                <a:lnTo>
                  <a:pt x="38100" y="609600"/>
                </a:lnTo>
                <a:lnTo>
                  <a:pt x="28575" y="609600"/>
                </a:lnTo>
                <a:lnTo>
                  <a:pt x="28575" y="628650"/>
                </a:lnTo>
                <a:lnTo>
                  <a:pt x="9525" y="628650"/>
                </a:lnTo>
                <a:lnTo>
                  <a:pt x="9525" y="609600"/>
                </a:lnTo>
                <a:lnTo>
                  <a:pt x="19050" y="609600"/>
                </a:lnTo>
                <a:close/>
                <a:moveTo>
                  <a:pt x="1047750" y="600075"/>
                </a:moveTo>
                <a:lnTo>
                  <a:pt x="1057275" y="600075"/>
                </a:lnTo>
                <a:lnTo>
                  <a:pt x="1057275" y="609600"/>
                </a:lnTo>
                <a:lnTo>
                  <a:pt x="1047750" y="609600"/>
                </a:lnTo>
                <a:close/>
                <a:moveTo>
                  <a:pt x="952500" y="609600"/>
                </a:moveTo>
                <a:lnTo>
                  <a:pt x="971550" y="609600"/>
                </a:lnTo>
                <a:lnTo>
                  <a:pt x="971550" y="638175"/>
                </a:lnTo>
                <a:lnTo>
                  <a:pt x="981075" y="638175"/>
                </a:lnTo>
                <a:lnTo>
                  <a:pt x="981075" y="628650"/>
                </a:lnTo>
                <a:lnTo>
                  <a:pt x="990600" y="628650"/>
                </a:lnTo>
                <a:lnTo>
                  <a:pt x="990600" y="638175"/>
                </a:lnTo>
                <a:lnTo>
                  <a:pt x="1000125" y="638175"/>
                </a:lnTo>
                <a:lnTo>
                  <a:pt x="1000125" y="647700"/>
                </a:lnTo>
                <a:lnTo>
                  <a:pt x="962025" y="647700"/>
                </a:lnTo>
                <a:lnTo>
                  <a:pt x="962025" y="638175"/>
                </a:lnTo>
                <a:lnTo>
                  <a:pt x="942975" y="638175"/>
                </a:lnTo>
                <a:lnTo>
                  <a:pt x="942975" y="619125"/>
                </a:lnTo>
                <a:lnTo>
                  <a:pt x="952500" y="619125"/>
                </a:lnTo>
                <a:close/>
                <a:moveTo>
                  <a:pt x="1047750" y="619125"/>
                </a:moveTo>
                <a:lnTo>
                  <a:pt x="1066800" y="619125"/>
                </a:lnTo>
                <a:lnTo>
                  <a:pt x="1066800" y="657225"/>
                </a:lnTo>
                <a:lnTo>
                  <a:pt x="1057275" y="657225"/>
                </a:lnTo>
                <a:lnTo>
                  <a:pt x="1057275" y="676275"/>
                </a:lnTo>
                <a:lnTo>
                  <a:pt x="1047750" y="676275"/>
                </a:lnTo>
                <a:lnTo>
                  <a:pt x="1047750" y="657225"/>
                </a:lnTo>
                <a:lnTo>
                  <a:pt x="1038225" y="657225"/>
                </a:lnTo>
                <a:lnTo>
                  <a:pt x="1038225" y="638175"/>
                </a:lnTo>
                <a:lnTo>
                  <a:pt x="1057275" y="638175"/>
                </a:lnTo>
                <a:lnTo>
                  <a:pt x="1057275" y="628650"/>
                </a:lnTo>
                <a:lnTo>
                  <a:pt x="1047750" y="628650"/>
                </a:lnTo>
                <a:close/>
                <a:moveTo>
                  <a:pt x="1095375" y="619125"/>
                </a:moveTo>
                <a:lnTo>
                  <a:pt x="1104900" y="619125"/>
                </a:lnTo>
                <a:lnTo>
                  <a:pt x="1104900" y="638175"/>
                </a:lnTo>
                <a:lnTo>
                  <a:pt x="1095375" y="638175"/>
                </a:lnTo>
                <a:close/>
                <a:moveTo>
                  <a:pt x="1133475" y="619125"/>
                </a:moveTo>
                <a:lnTo>
                  <a:pt x="1143000" y="619125"/>
                </a:lnTo>
                <a:lnTo>
                  <a:pt x="1143000" y="628650"/>
                </a:lnTo>
                <a:lnTo>
                  <a:pt x="1133475" y="628650"/>
                </a:lnTo>
                <a:close/>
                <a:moveTo>
                  <a:pt x="704850" y="628650"/>
                </a:moveTo>
                <a:lnTo>
                  <a:pt x="714375" y="628650"/>
                </a:lnTo>
                <a:lnTo>
                  <a:pt x="714375" y="638175"/>
                </a:lnTo>
                <a:lnTo>
                  <a:pt x="704850" y="638175"/>
                </a:lnTo>
                <a:close/>
                <a:moveTo>
                  <a:pt x="685800" y="638175"/>
                </a:moveTo>
                <a:lnTo>
                  <a:pt x="704850" y="638175"/>
                </a:lnTo>
                <a:lnTo>
                  <a:pt x="704850" y="647700"/>
                </a:lnTo>
                <a:lnTo>
                  <a:pt x="685800" y="647700"/>
                </a:lnTo>
                <a:close/>
                <a:moveTo>
                  <a:pt x="1114425" y="638175"/>
                </a:moveTo>
                <a:lnTo>
                  <a:pt x="1133475" y="638175"/>
                </a:lnTo>
                <a:lnTo>
                  <a:pt x="1133475" y="657225"/>
                </a:lnTo>
                <a:lnTo>
                  <a:pt x="1123950" y="657225"/>
                </a:lnTo>
                <a:lnTo>
                  <a:pt x="1123950" y="647700"/>
                </a:lnTo>
                <a:lnTo>
                  <a:pt x="1114425" y="647700"/>
                </a:lnTo>
                <a:close/>
                <a:moveTo>
                  <a:pt x="1143000" y="638175"/>
                </a:moveTo>
                <a:lnTo>
                  <a:pt x="1152525" y="638175"/>
                </a:lnTo>
                <a:lnTo>
                  <a:pt x="1152525" y="647700"/>
                </a:lnTo>
                <a:lnTo>
                  <a:pt x="1143000" y="647700"/>
                </a:lnTo>
                <a:close/>
                <a:moveTo>
                  <a:pt x="666750" y="647700"/>
                </a:moveTo>
                <a:lnTo>
                  <a:pt x="685800" y="647700"/>
                </a:lnTo>
                <a:lnTo>
                  <a:pt x="685800" y="666750"/>
                </a:lnTo>
                <a:lnTo>
                  <a:pt x="695325" y="666750"/>
                </a:lnTo>
                <a:lnTo>
                  <a:pt x="695325" y="685800"/>
                </a:lnTo>
                <a:lnTo>
                  <a:pt x="685800" y="685800"/>
                </a:lnTo>
                <a:lnTo>
                  <a:pt x="685800" y="676275"/>
                </a:lnTo>
                <a:lnTo>
                  <a:pt x="676275" y="676275"/>
                </a:lnTo>
                <a:lnTo>
                  <a:pt x="676275" y="666750"/>
                </a:lnTo>
                <a:lnTo>
                  <a:pt x="666750" y="666750"/>
                </a:lnTo>
                <a:close/>
                <a:moveTo>
                  <a:pt x="1095375" y="657225"/>
                </a:moveTo>
                <a:lnTo>
                  <a:pt x="1104900" y="657225"/>
                </a:lnTo>
                <a:lnTo>
                  <a:pt x="1104900" y="666750"/>
                </a:lnTo>
                <a:lnTo>
                  <a:pt x="1095375" y="666750"/>
                </a:lnTo>
                <a:close/>
                <a:moveTo>
                  <a:pt x="428625" y="666750"/>
                </a:moveTo>
                <a:lnTo>
                  <a:pt x="447675" y="666750"/>
                </a:lnTo>
                <a:lnTo>
                  <a:pt x="447675" y="685800"/>
                </a:lnTo>
                <a:lnTo>
                  <a:pt x="428625" y="685800"/>
                </a:lnTo>
                <a:close/>
                <a:moveTo>
                  <a:pt x="647700" y="666750"/>
                </a:moveTo>
                <a:lnTo>
                  <a:pt x="657225" y="666750"/>
                </a:lnTo>
                <a:lnTo>
                  <a:pt x="657225" y="685800"/>
                </a:lnTo>
                <a:lnTo>
                  <a:pt x="647700" y="685800"/>
                </a:lnTo>
                <a:close/>
                <a:moveTo>
                  <a:pt x="1104900" y="666750"/>
                </a:moveTo>
                <a:lnTo>
                  <a:pt x="1114425" y="666750"/>
                </a:lnTo>
                <a:lnTo>
                  <a:pt x="1114425" y="676275"/>
                </a:lnTo>
                <a:lnTo>
                  <a:pt x="1104900" y="676275"/>
                </a:lnTo>
                <a:close/>
                <a:moveTo>
                  <a:pt x="371475" y="676275"/>
                </a:moveTo>
                <a:lnTo>
                  <a:pt x="390525" y="676275"/>
                </a:lnTo>
                <a:lnTo>
                  <a:pt x="390525" y="685800"/>
                </a:lnTo>
                <a:lnTo>
                  <a:pt x="400050" y="685800"/>
                </a:lnTo>
                <a:lnTo>
                  <a:pt x="400050" y="695325"/>
                </a:lnTo>
                <a:lnTo>
                  <a:pt x="381000" y="695325"/>
                </a:lnTo>
                <a:lnTo>
                  <a:pt x="381000" y="733425"/>
                </a:lnTo>
                <a:lnTo>
                  <a:pt x="361950" y="733425"/>
                </a:lnTo>
                <a:lnTo>
                  <a:pt x="361950" y="714375"/>
                </a:lnTo>
                <a:lnTo>
                  <a:pt x="371475" y="714375"/>
                </a:lnTo>
                <a:lnTo>
                  <a:pt x="371475" y="704850"/>
                </a:lnTo>
                <a:lnTo>
                  <a:pt x="361950" y="704850"/>
                </a:lnTo>
                <a:lnTo>
                  <a:pt x="361950" y="685800"/>
                </a:lnTo>
                <a:lnTo>
                  <a:pt x="371475" y="685800"/>
                </a:lnTo>
                <a:close/>
                <a:moveTo>
                  <a:pt x="495300" y="676275"/>
                </a:moveTo>
                <a:lnTo>
                  <a:pt x="514350" y="676275"/>
                </a:lnTo>
                <a:lnTo>
                  <a:pt x="514350" y="695325"/>
                </a:lnTo>
                <a:lnTo>
                  <a:pt x="504825" y="695325"/>
                </a:lnTo>
                <a:lnTo>
                  <a:pt x="504825" y="733425"/>
                </a:lnTo>
                <a:lnTo>
                  <a:pt x="523875" y="733425"/>
                </a:lnTo>
                <a:lnTo>
                  <a:pt x="523875" y="752475"/>
                </a:lnTo>
                <a:lnTo>
                  <a:pt x="542925" y="752475"/>
                </a:lnTo>
                <a:lnTo>
                  <a:pt x="542925" y="762000"/>
                </a:lnTo>
                <a:lnTo>
                  <a:pt x="514350" y="762000"/>
                </a:lnTo>
                <a:lnTo>
                  <a:pt x="514350" y="752475"/>
                </a:lnTo>
                <a:lnTo>
                  <a:pt x="495300" y="752475"/>
                </a:lnTo>
                <a:lnTo>
                  <a:pt x="495300" y="733425"/>
                </a:lnTo>
                <a:lnTo>
                  <a:pt x="466725" y="733425"/>
                </a:lnTo>
                <a:lnTo>
                  <a:pt x="466725" y="714375"/>
                </a:lnTo>
                <a:lnTo>
                  <a:pt x="476250" y="714375"/>
                </a:lnTo>
                <a:lnTo>
                  <a:pt x="476250" y="704850"/>
                </a:lnTo>
                <a:lnTo>
                  <a:pt x="485775" y="704850"/>
                </a:lnTo>
                <a:lnTo>
                  <a:pt x="485775" y="714375"/>
                </a:lnTo>
                <a:lnTo>
                  <a:pt x="495300" y="714375"/>
                </a:lnTo>
                <a:close/>
                <a:moveTo>
                  <a:pt x="1019175" y="676275"/>
                </a:moveTo>
                <a:lnTo>
                  <a:pt x="1028700" y="676275"/>
                </a:lnTo>
                <a:lnTo>
                  <a:pt x="1028700" y="704850"/>
                </a:lnTo>
                <a:lnTo>
                  <a:pt x="1019175" y="704850"/>
                </a:lnTo>
                <a:close/>
                <a:moveTo>
                  <a:pt x="1085850" y="676275"/>
                </a:moveTo>
                <a:lnTo>
                  <a:pt x="1095375" y="676275"/>
                </a:lnTo>
                <a:lnTo>
                  <a:pt x="1095375" y="685800"/>
                </a:lnTo>
                <a:lnTo>
                  <a:pt x="1085850" y="685800"/>
                </a:lnTo>
                <a:close/>
                <a:moveTo>
                  <a:pt x="323850" y="685800"/>
                </a:moveTo>
                <a:lnTo>
                  <a:pt x="333375" y="685800"/>
                </a:lnTo>
                <a:lnTo>
                  <a:pt x="333375" y="695325"/>
                </a:lnTo>
                <a:lnTo>
                  <a:pt x="323850" y="695325"/>
                </a:lnTo>
                <a:close/>
                <a:moveTo>
                  <a:pt x="581025" y="685800"/>
                </a:moveTo>
                <a:lnTo>
                  <a:pt x="628650" y="685800"/>
                </a:lnTo>
                <a:lnTo>
                  <a:pt x="628650" y="695325"/>
                </a:lnTo>
                <a:lnTo>
                  <a:pt x="619125" y="695325"/>
                </a:lnTo>
                <a:lnTo>
                  <a:pt x="619125" y="704850"/>
                </a:lnTo>
                <a:lnTo>
                  <a:pt x="609600" y="704850"/>
                </a:lnTo>
                <a:lnTo>
                  <a:pt x="609600" y="714375"/>
                </a:lnTo>
                <a:lnTo>
                  <a:pt x="590550" y="714375"/>
                </a:lnTo>
                <a:lnTo>
                  <a:pt x="590550" y="704850"/>
                </a:lnTo>
                <a:lnTo>
                  <a:pt x="581025" y="704850"/>
                </a:lnTo>
                <a:lnTo>
                  <a:pt x="581025" y="723900"/>
                </a:lnTo>
                <a:lnTo>
                  <a:pt x="571500" y="723900"/>
                </a:lnTo>
                <a:lnTo>
                  <a:pt x="571500" y="714375"/>
                </a:lnTo>
                <a:lnTo>
                  <a:pt x="552450" y="714375"/>
                </a:lnTo>
                <a:lnTo>
                  <a:pt x="552450" y="723900"/>
                </a:lnTo>
                <a:lnTo>
                  <a:pt x="533400" y="723900"/>
                </a:lnTo>
                <a:lnTo>
                  <a:pt x="533400" y="695325"/>
                </a:lnTo>
                <a:lnTo>
                  <a:pt x="581025" y="695325"/>
                </a:lnTo>
                <a:close/>
                <a:moveTo>
                  <a:pt x="1076325" y="685800"/>
                </a:moveTo>
                <a:lnTo>
                  <a:pt x="1085850" y="685800"/>
                </a:lnTo>
                <a:lnTo>
                  <a:pt x="1085850" y="704850"/>
                </a:lnTo>
                <a:lnTo>
                  <a:pt x="1076325" y="704850"/>
                </a:lnTo>
                <a:close/>
                <a:moveTo>
                  <a:pt x="1143000" y="685800"/>
                </a:moveTo>
                <a:lnTo>
                  <a:pt x="1162050" y="685800"/>
                </a:lnTo>
                <a:lnTo>
                  <a:pt x="1162050" y="695325"/>
                </a:lnTo>
                <a:lnTo>
                  <a:pt x="1152525" y="695325"/>
                </a:lnTo>
                <a:lnTo>
                  <a:pt x="1152525" y="704850"/>
                </a:lnTo>
                <a:lnTo>
                  <a:pt x="1143000" y="704850"/>
                </a:lnTo>
                <a:close/>
                <a:moveTo>
                  <a:pt x="266700" y="695325"/>
                </a:moveTo>
                <a:lnTo>
                  <a:pt x="276225" y="695325"/>
                </a:lnTo>
                <a:lnTo>
                  <a:pt x="276225" y="714375"/>
                </a:lnTo>
                <a:lnTo>
                  <a:pt x="266700" y="714375"/>
                </a:lnTo>
                <a:close/>
                <a:moveTo>
                  <a:pt x="657225" y="704850"/>
                </a:moveTo>
                <a:lnTo>
                  <a:pt x="676275" y="704850"/>
                </a:lnTo>
                <a:lnTo>
                  <a:pt x="676275" y="714375"/>
                </a:lnTo>
                <a:lnTo>
                  <a:pt x="666750" y="714375"/>
                </a:lnTo>
                <a:lnTo>
                  <a:pt x="666750" y="723900"/>
                </a:lnTo>
                <a:lnTo>
                  <a:pt x="657225" y="723900"/>
                </a:lnTo>
                <a:close/>
                <a:moveTo>
                  <a:pt x="695325" y="704850"/>
                </a:moveTo>
                <a:lnTo>
                  <a:pt x="704850" y="704850"/>
                </a:lnTo>
                <a:lnTo>
                  <a:pt x="704850" y="714375"/>
                </a:lnTo>
                <a:lnTo>
                  <a:pt x="714375" y="714375"/>
                </a:lnTo>
                <a:lnTo>
                  <a:pt x="714375" y="733425"/>
                </a:lnTo>
                <a:lnTo>
                  <a:pt x="695325" y="733425"/>
                </a:lnTo>
                <a:close/>
                <a:moveTo>
                  <a:pt x="1057275" y="704850"/>
                </a:moveTo>
                <a:lnTo>
                  <a:pt x="1076325" y="704850"/>
                </a:lnTo>
                <a:lnTo>
                  <a:pt x="1076325" y="723900"/>
                </a:lnTo>
                <a:lnTo>
                  <a:pt x="1047750" y="723900"/>
                </a:lnTo>
                <a:lnTo>
                  <a:pt x="1047750" y="714375"/>
                </a:lnTo>
                <a:lnTo>
                  <a:pt x="1057275" y="714375"/>
                </a:lnTo>
                <a:close/>
                <a:moveTo>
                  <a:pt x="609600" y="714375"/>
                </a:moveTo>
                <a:lnTo>
                  <a:pt x="619125" y="714375"/>
                </a:lnTo>
                <a:lnTo>
                  <a:pt x="619125" y="742950"/>
                </a:lnTo>
                <a:lnTo>
                  <a:pt x="638175" y="742950"/>
                </a:lnTo>
                <a:lnTo>
                  <a:pt x="638175" y="762000"/>
                </a:lnTo>
                <a:lnTo>
                  <a:pt x="628650" y="762000"/>
                </a:lnTo>
                <a:lnTo>
                  <a:pt x="628650" y="752475"/>
                </a:lnTo>
                <a:lnTo>
                  <a:pt x="609600" y="752475"/>
                </a:lnTo>
                <a:lnTo>
                  <a:pt x="609600" y="762000"/>
                </a:lnTo>
                <a:lnTo>
                  <a:pt x="628650" y="762000"/>
                </a:lnTo>
                <a:lnTo>
                  <a:pt x="628650" y="771525"/>
                </a:lnTo>
                <a:lnTo>
                  <a:pt x="600075" y="771525"/>
                </a:lnTo>
                <a:lnTo>
                  <a:pt x="600075" y="742950"/>
                </a:lnTo>
                <a:lnTo>
                  <a:pt x="609600" y="742950"/>
                </a:lnTo>
                <a:close/>
                <a:moveTo>
                  <a:pt x="1085850" y="714375"/>
                </a:moveTo>
                <a:lnTo>
                  <a:pt x="1104900" y="714375"/>
                </a:lnTo>
                <a:lnTo>
                  <a:pt x="1104900" y="723900"/>
                </a:lnTo>
                <a:lnTo>
                  <a:pt x="1114425" y="723900"/>
                </a:lnTo>
                <a:lnTo>
                  <a:pt x="1114425" y="733425"/>
                </a:lnTo>
                <a:lnTo>
                  <a:pt x="1152525" y="733425"/>
                </a:lnTo>
                <a:lnTo>
                  <a:pt x="1152525" y="742950"/>
                </a:lnTo>
                <a:lnTo>
                  <a:pt x="1123950" y="742950"/>
                </a:lnTo>
                <a:lnTo>
                  <a:pt x="1123950" y="752475"/>
                </a:lnTo>
                <a:lnTo>
                  <a:pt x="1133475" y="752475"/>
                </a:lnTo>
                <a:lnTo>
                  <a:pt x="1133475" y="762000"/>
                </a:lnTo>
                <a:lnTo>
                  <a:pt x="1114425" y="762000"/>
                </a:lnTo>
                <a:lnTo>
                  <a:pt x="1114425" y="742950"/>
                </a:lnTo>
                <a:lnTo>
                  <a:pt x="1104900" y="742950"/>
                </a:lnTo>
                <a:lnTo>
                  <a:pt x="1104900" y="733425"/>
                </a:lnTo>
                <a:lnTo>
                  <a:pt x="1085850" y="733425"/>
                </a:lnTo>
                <a:lnTo>
                  <a:pt x="1085850" y="742950"/>
                </a:lnTo>
                <a:lnTo>
                  <a:pt x="1076325" y="742950"/>
                </a:lnTo>
                <a:lnTo>
                  <a:pt x="1076325" y="723900"/>
                </a:lnTo>
                <a:lnTo>
                  <a:pt x="1085850" y="723900"/>
                </a:lnTo>
                <a:close/>
                <a:moveTo>
                  <a:pt x="9525" y="723900"/>
                </a:moveTo>
                <a:lnTo>
                  <a:pt x="19050" y="723900"/>
                </a:lnTo>
                <a:lnTo>
                  <a:pt x="19050" y="742950"/>
                </a:lnTo>
                <a:lnTo>
                  <a:pt x="28575" y="742950"/>
                </a:lnTo>
                <a:lnTo>
                  <a:pt x="28575" y="762000"/>
                </a:lnTo>
                <a:lnTo>
                  <a:pt x="19050" y="762000"/>
                </a:lnTo>
                <a:lnTo>
                  <a:pt x="19050" y="752475"/>
                </a:lnTo>
                <a:lnTo>
                  <a:pt x="9525" y="752475"/>
                </a:lnTo>
                <a:close/>
                <a:moveTo>
                  <a:pt x="200025" y="723900"/>
                </a:moveTo>
                <a:lnTo>
                  <a:pt x="209550" y="723900"/>
                </a:lnTo>
                <a:lnTo>
                  <a:pt x="209550" y="733425"/>
                </a:lnTo>
                <a:lnTo>
                  <a:pt x="200025" y="733425"/>
                </a:lnTo>
                <a:close/>
                <a:moveTo>
                  <a:pt x="219075" y="723900"/>
                </a:moveTo>
                <a:lnTo>
                  <a:pt x="228600" y="723900"/>
                </a:lnTo>
                <a:lnTo>
                  <a:pt x="228600" y="742950"/>
                </a:lnTo>
                <a:lnTo>
                  <a:pt x="209550" y="742950"/>
                </a:lnTo>
                <a:lnTo>
                  <a:pt x="209550" y="733425"/>
                </a:lnTo>
                <a:lnTo>
                  <a:pt x="219075" y="733425"/>
                </a:lnTo>
                <a:close/>
                <a:moveTo>
                  <a:pt x="409575" y="723900"/>
                </a:moveTo>
                <a:lnTo>
                  <a:pt x="419100" y="723900"/>
                </a:lnTo>
                <a:lnTo>
                  <a:pt x="419100" y="733425"/>
                </a:lnTo>
                <a:lnTo>
                  <a:pt x="409575" y="733425"/>
                </a:lnTo>
                <a:close/>
                <a:moveTo>
                  <a:pt x="1038225" y="723900"/>
                </a:moveTo>
                <a:lnTo>
                  <a:pt x="1047750" y="723900"/>
                </a:lnTo>
                <a:lnTo>
                  <a:pt x="1047750" y="733425"/>
                </a:lnTo>
                <a:lnTo>
                  <a:pt x="1038225" y="733425"/>
                </a:lnTo>
                <a:close/>
                <a:moveTo>
                  <a:pt x="381000" y="733425"/>
                </a:moveTo>
                <a:lnTo>
                  <a:pt x="409575" y="733425"/>
                </a:lnTo>
                <a:lnTo>
                  <a:pt x="409575" y="742950"/>
                </a:lnTo>
                <a:lnTo>
                  <a:pt x="400050" y="742950"/>
                </a:lnTo>
                <a:lnTo>
                  <a:pt x="400050" y="752475"/>
                </a:lnTo>
                <a:lnTo>
                  <a:pt x="381000" y="752475"/>
                </a:lnTo>
                <a:close/>
                <a:moveTo>
                  <a:pt x="838200" y="733425"/>
                </a:moveTo>
                <a:lnTo>
                  <a:pt x="847725" y="733425"/>
                </a:lnTo>
                <a:lnTo>
                  <a:pt x="847725" y="742950"/>
                </a:lnTo>
                <a:lnTo>
                  <a:pt x="838200" y="742950"/>
                </a:lnTo>
                <a:close/>
                <a:moveTo>
                  <a:pt x="1066800" y="742950"/>
                </a:moveTo>
                <a:lnTo>
                  <a:pt x="1076325" y="742950"/>
                </a:lnTo>
                <a:lnTo>
                  <a:pt x="1076325" y="752475"/>
                </a:lnTo>
                <a:lnTo>
                  <a:pt x="1066800" y="752475"/>
                </a:lnTo>
                <a:close/>
                <a:moveTo>
                  <a:pt x="466725" y="752475"/>
                </a:moveTo>
                <a:lnTo>
                  <a:pt x="476250" y="752475"/>
                </a:lnTo>
                <a:lnTo>
                  <a:pt x="476250" y="762000"/>
                </a:lnTo>
                <a:lnTo>
                  <a:pt x="466725" y="762000"/>
                </a:lnTo>
                <a:close/>
                <a:moveTo>
                  <a:pt x="561975" y="752475"/>
                </a:moveTo>
                <a:lnTo>
                  <a:pt x="571500" y="752475"/>
                </a:lnTo>
                <a:lnTo>
                  <a:pt x="571500" y="771525"/>
                </a:lnTo>
                <a:lnTo>
                  <a:pt x="561975" y="771525"/>
                </a:lnTo>
                <a:close/>
                <a:moveTo>
                  <a:pt x="1181100" y="752475"/>
                </a:moveTo>
                <a:lnTo>
                  <a:pt x="1190625" y="752475"/>
                </a:lnTo>
                <a:lnTo>
                  <a:pt x="1190625" y="762000"/>
                </a:lnTo>
                <a:lnTo>
                  <a:pt x="1209675" y="762000"/>
                </a:lnTo>
                <a:lnTo>
                  <a:pt x="1209675" y="809625"/>
                </a:lnTo>
                <a:lnTo>
                  <a:pt x="1181100" y="809625"/>
                </a:lnTo>
                <a:lnTo>
                  <a:pt x="1181100" y="800100"/>
                </a:lnTo>
                <a:lnTo>
                  <a:pt x="1190625" y="800100"/>
                </a:lnTo>
                <a:lnTo>
                  <a:pt x="1190625" y="790575"/>
                </a:lnTo>
                <a:lnTo>
                  <a:pt x="1200150" y="790575"/>
                </a:lnTo>
                <a:lnTo>
                  <a:pt x="1200150" y="771525"/>
                </a:lnTo>
                <a:lnTo>
                  <a:pt x="1181100" y="771525"/>
                </a:lnTo>
                <a:close/>
                <a:moveTo>
                  <a:pt x="152400" y="762000"/>
                </a:moveTo>
                <a:lnTo>
                  <a:pt x="161925" y="762000"/>
                </a:lnTo>
                <a:lnTo>
                  <a:pt x="161925" y="781050"/>
                </a:lnTo>
                <a:lnTo>
                  <a:pt x="152400" y="781050"/>
                </a:lnTo>
                <a:close/>
                <a:moveTo>
                  <a:pt x="342900" y="762000"/>
                </a:moveTo>
                <a:lnTo>
                  <a:pt x="352425" y="762000"/>
                </a:lnTo>
                <a:lnTo>
                  <a:pt x="352425" y="771525"/>
                </a:lnTo>
                <a:lnTo>
                  <a:pt x="342900" y="771525"/>
                </a:lnTo>
                <a:close/>
                <a:moveTo>
                  <a:pt x="895350" y="762000"/>
                </a:moveTo>
                <a:lnTo>
                  <a:pt x="904875" y="762000"/>
                </a:lnTo>
                <a:lnTo>
                  <a:pt x="904875" y="771525"/>
                </a:lnTo>
                <a:lnTo>
                  <a:pt x="895350" y="771525"/>
                </a:lnTo>
                <a:close/>
                <a:moveTo>
                  <a:pt x="914400" y="762000"/>
                </a:moveTo>
                <a:lnTo>
                  <a:pt x="923925" y="762000"/>
                </a:lnTo>
                <a:lnTo>
                  <a:pt x="923925" y="771525"/>
                </a:lnTo>
                <a:lnTo>
                  <a:pt x="914400" y="771525"/>
                </a:lnTo>
                <a:close/>
                <a:moveTo>
                  <a:pt x="1057275" y="762000"/>
                </a:moveTo>
                <a:lnTo>
                  <a:pt x="1066800" y="762000"/>
                </a:lnTo>
                <a:lnTo>
                  <a:pt x="1066800" y="781050"/>
                </a:lnTo>
                <a:lnTo>
                  <a:pt x="1076325" y="781050"/>
                </a:lnTo>
                <a:lnTo>
                  <a:pt x="1076325" y="790575"/>
                </a:lnTo>
                <a:lnTo>
                  <a:pt x="1047750" y="790575"/>
                </a:lnTo>
                <a:lnTo>
                  <a:pt x="1047750" y="771525"/>
                </a:lnTo>
                <a:lnTo>
                  <a:pt x="1057275" y="771525"/>
                </a:lnTo>
                <a:close/>
                <a:moveTo>
                  <a:pt x="1095375" y="762000"/>
                </a:moveTo>
                <a:lnTo>
                  <a:pt x="1104900" y="762000"/>
                </a:lnTo>
                <a:lnTo>
                  <a:pt x="1104900" y="771525"/>
                </a:lnTo>
                <a:lnTo>
                  <a:pt x="1095375" y="771525"/>
                </a:lnTo>
                <a:close/>
                <a:moveTo>
                  <a:pt x="257175" y="771525"/>
                </a:moveTo>
                <a:lnTo>
                  <a:pt x="266700" y="771525"/>
                </a:lnTo>
                <a:lnTo>
                  <a:pt x="266700" y="809625"/>
                </a:lnTo>
                <a:lnTo>
                  <a:pt x="247650" y="809625"/>
                </a:lnTo>
                <a:lnTo>
                  <a:pt x="247650" y="800100"/>
                </a:lnTo>
                <a:lnTo>
                  <a:pt x="238125" y="800100"/>
                </a:lnTo>
                <a:lnTo>
                  <a:pt x="238125" y="781050"/>
                </a:lnTo>
                <a:lnTo>
                  <a:pt x="257175" y="781050"/>
                </a:lnTo>
                <a:close/>
                <a:moveTo>
                  <a:pt x="323850" y="771525"/>
                </a:moveTo>
                <a:lnTo>
                  <a:pt x="342900" y="771525"/>
                </a:lnTo>
                <a:lnTo>
                  <a:pt x="342900" y="781050"/>
                </a:lnTo>
                <a:lnTo>
                  <a:pt x="323850" y="781050"/>
                </a:lnTo>
                <a:close/>
                <a:moveTo>
                  <a:pt x="542925" y="771525"/>
                </a:moveTo>
                <a:lnTo>
                  <a:pt x="552450" y="771525"/>
                </a:lnTo>
                <a:lnTo>
                  <a:pt x="552450" y="800100"/>
                </a:lnTo>
                <a:lnTo>
                  <a:pt x="523875" y="800100"/>
                </a:lnTo>
                <a:lnTo>
                  <a:pt x="523875" y="790575"/>
                </a:lnTo>
                <a:lnTo>
                  <a:pt x="514350" y="790575"/>
                </a:lnTo>
                <a:lnTo>
                  <a:pt x="514350" y="781050"/>
                </a:lnTo>
                <a:lnTo>
                  <a:pt x="533400" y="781050"/>
                </a:lnTo>
                <a:lnTo>
                  <a:pt x="533400" y="790575"/>
                </a:lnTo>
                <a:lnTo>
                  <a:pt x="542925" y="790575"/>
                </a:lnTo>
                <a:close/>
                <a:moveTo>
                  <a:pt x="933450" y="771525"/>
                </a:moveTo>
                <a:lnTo>
                  <a:pt x="942975" y="771525"/>
                </a:lnTo>
                <a:lnTo>
                  <a:pt x="942975" y="781050"/>
                </a:lnTo>
                <a:lnTo>
                  <a:pt x="933450" y="781050"/>
                </a:lnTo>
                <a:close/>
                <a:moveTo>
                  <a:pt x="1104900" y="771525"/>
                </a:moveTo>
                <a:lnTo>
                  <a:pt x="1123950" y="771525"/>
                </a:lnTo>
                <a:lnTo>
                  <a:pt x="1123950" y="781050"/>
                </a:lnTo>
                <a:lnTo>
                  <a:pt x="1152525" y="781050"/>
                </a:lnTo>
                <a:lnTo>
                  <a:pt x="1152525" y="790575"/>
                </a:lnTo>
                <a:lnTo>
                  <a:pt x="1143000" y="790575"/>
                </a:lnTo>
                <a:lnTo>
                  <a:pt x="1143000" y="809625"/>
                </a:lnTo>
                <a:lnTo>
                  <a:pt x="1123950" y="809625"/>
                </a:lnTo>
                <a:lnTo>
                  <a:pt x="1123950" y="790575"/>
                </a:lnTo>
                <a:lnTo>
                  <a:pt x="1114425" y="790575"/>
                </a:lnTo>
                <a:lnTo>
                  <a:pt x="1114425" y="781050"/>
                </a:lnTo>
                <a:lnTo>
                  <a:pt x="1104900" y="781050"/>
                </a:lnTo>
                <a:close/>
                <a:moveTo>
                  <a:pt x="114300" y="781050"/>
                </a:moveTo>
                <a:lnTo>
                  <a:pt x="123825" y="781050"/>
                </a:lnTo>
                <a:lnTo>
                  <a:pt x="123825" y="800100"/>
                </a:lnTo>
                <a:lnTo>
                  <a:pt x="114300" y="800100"/>
                </a:lnTo>
                <a:close/>
                <a:moveTo>
                  <a:pt x="352425" y="781050"/>
                </a:moveTo>
                <a:lnTo>
                  <a:pt x="371475" y="781050"/>
                </a:lnTo>
                <a:lnTo>
                  <a:pt x="371475" y="809625"/>
                </a:lnTo>
                <a:lnTo>
                  <a:pt x="361950" y="809625"/>
                </a:lnTo>
                <a:lnTo>
                  <a:pt x="361950" y="790575"/>
                </a:lnTo>
                <a:lnTo>
                  <a:pt x="352425" y="790575"/>
                </a:lnTo>
                <a:close/>
                <a:moveTo>
                  <a:pt x="762000" y="781050"/>
                </a:moveTo>
                <a:lnTo>
                  <a:pt x="781050" y="781050"/>
                </a:lnTo>
                <a:lnTo>
                  <a:pt x="781050" y="790575"/>
                </a:lnTo>
                <a:lnTo>
                  <a:pt x="771525" y="790575"/>
                </a:lnTo>
                <a:lnTo>
                  <a:pt x="771525" y="809625"/>
                </a:lnTo>
                <a:lnTo>
                  <a:pt x="742950" y="809625"/>
                </a:lnTo>
                <a:lnTo>
                  <a:pt x="742950" y="800100"/>
                </a:lnTo>
                <a:lnTo>
                  <a:pt x="752475" y="800100"/>
                </a:lnTo>
                <a:lnTo>
                  <a:pt x="752475" y="790575"/>
                </a:lnTo>
                <a:lnTo>
                  <a:pt x="762000" y="790575"/>
                </a:lnTo>
                <a:close/>
                <a:moveTo>
                  <a:pt x="923925" y="781050"/>
                </a:moveTo>
                <a:lnTo>
                  <a:pt x="933450" y="781050"/>
                </a:lnTo>
                <a:lnTo>
                  <a:pt x="933450" y="800100"/>
                </a:lnTo>
                <a:lnTo>
                  <a:pt x="923925" y="800100"/>
                </a:lnTo>
                <a:close/>
                <a:moveTo>
                  <a:pt x="1095375" y="781050"/>
                </a:moveTo>
                <a:lnTo>
                  <a:pt x="1104900" y="781050"/>
                </a:lnTo>
                <a:lnTo>
                  <a:pt x="1104900" y="790575"/>
                </a:lnTo>
                <a:lnTo>
                  <a:pt x="1095375" y="790575"/>
                </a:lnTo>
                <a:close/>
                <a:moveTo>
                  <a:pt x="1162050" y="781050"/>
                </a:moveTo>
                <a:lnTo>
                  <a:pt x="1171575" y="781050"/>
                </a:lnTo>
                <a:lnTo>
                  <a:pt x="1171575" y="790575"/>
                </a:lnTo>
                <a:lnTo>
                  <a:pt x="1162050" y="790575"/>
                </a:lnTo>
                <a:close/>
                <a:moveTo>
                  <a:pt x="419100" y="790575"/>
                </a:moveTo>
                <a:lnTo>
                  <a:pt x="438150" y="790575"/>
                </a:lnTo>
                <a:lnTo>
                  <a:pt x="438150" y="800100"/>
                </a:lnTo>
                <a:lnTo>
                  <a:pt x="419100" y="800100"/>
                </a:lnTo>
                <a:close/>
                <a:moveTo>
                  <a:pt x="1152525" y="790575"/>
                </a:moveTo>
                <a:lnTo>
                  <a:pt x="1162050" y="790575"/>
                </a:lnTo>
                <a:lnTo>
                  <a:pt x="1162050" y="809625"/>
                </a:lnTo>
                <a:lnTo>
                  <a:pt x="1152525" y="809625"/>
                </a:lnTo>
                <a:close/>
                <a:moveTo>
                  <a:pt x="180975" y="800100"/>
                </a:moveTo>
                <a:lnTo>
                  <a:pt x="200025" y="800100"/>
                </a:lnTo>
                <a:lnTo>
                  <a:pt x="200025" y="809625"/>
                </a:lnTo>
                <a:lnTo>
                  <a:pt x="180975" y="809625"/>
                </a:lnTo>
                <a:close/>
                <a:moveTo>
                  <a:pt x="304800" y="800100"/>
                </a:moveTo>
                <a:lnTo>
                  <a:pt x="314325" y="800100"/>
                </a:lnTo>
                <a:lnTo>
                  <a:pt x="314325" y="809625"/>
                </a:lnTo>
                <a:lnTo>
                  <a:pt x="304800" y="809625"/>
                </a:lnTo>
                <a:close/>
                <a:moveTo>
                  <a:pt x="552450" y="800100"/>
                </a:moveTo>
                <a:lnTo>
                  <a:pt x="561975" y="800100"/>
                </a:lnTo>
                <a:lnTo>
                  <a:pt x="561975" y="809625"/>
                </a:lnTo>
                <a:lnTo>
                  <a:pt x="552450" y="809625"/>
                </a:lnTo>
                <a:close/>
              </a:path>
            </a:pathLst>
          </a:custGeom>
          <a:solidFill xmlns:a="http://schemas.openxmlformats.org/drawingml/2006/main">
            <a:srgbClr val="F9F8F4"/>
          </a:solidFill>
          <a:ln xmlns:a="http://schemas.openxmlformats.org/drawingml/2006/main" w="0">
            <a:noFill/>
          </a:ln>
        </p:spPr>
      </p:sp>
      <p:sp>
        <p:nvSpPr>
          <p:cNvPr id="76" name="v02 vector #f9f8f3">
            <a:extLst xmlns:a="http://schemas.openxmlformats.org/drawingml/2006/main">
              <a:ext uri="{FF2B5EF4-FFF2-40B4-BE49-F238E27FC236}">
                <a16:creationId xmlns:a16="http://schemas.microsoft.com/office/drawing/2014/main" id="{7D2E04B0-C971-4D09-8720-BC3273CC5D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10675" y="2362200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866775" y="0"/>
                </a:moveTo>
                <a:lnTo>
                  <a:pt x="885825" y="0"/>
                </a:lnTo>
                <a:lnTo>
                  <a:pt x="885825" y="19050"/>
                </a:lnTo>
                <a:lnTo>
                  <a:pt x="866775" y="19050"/>
                </a:lnTo>
                <a:close/>
                <a:moveTo>
                  <a:pt x="733425" y="9525"/>
                </a:moveTo>
                <a:lnTo>
                  <a:pt x="752475" y="9525"/>
                </a:lnTo>
                <a:lnTo>
                  <a:pt x="752475" y="19050"/>
                </a:lnTo>
                <a:lnTo>
                  <a:pt x="762000" y="19050"/>
                </a:lnTo>
                <a:lnTo>
                  <a:pt x="762000" y="28575"/>
                </a:lnTo>
                <a:lnTo>
                  <a:pt x="752475" y="28575"/>
                </a:lnTo>
                <a:lnTo>
                  <a:pt x="752475" y="38100"/>
                </a:lnTo>
                <a:lnTo>
                  <a:pt x="742950" y="38100"/>
                </a:lnTo>
                <a:lnTo>
                  <a:pt x="742950" y="19050"/>
                </a:lnTo>
                <a:lnTo>
                  <a:pt x="733425" y="19050"/>
                </a:lnTo>
                <a:close/>
                <a:moveTo>
                  <a:pt x="781050" y="28575"/>
                </a:moveTo>
                <a:lnTo>
                  <a:pt x="790575" y="28575"/>
                </a:lnTo>
                <a:lnTo>
                  <a:pt x="790575" y="38100"/>
                </a:lnTo>
                <a:lnTo>
                  <a:pt x="781050" y="38100"/>
                </a:lnTo>
                <a:close/>
                <a:moveTo>
                  <a:pt x="914400" y="28575"/>
                </a:moveTo>
                <a:lnTo>
                  <a:pt x="923925" y="28575"/>
                </a:lnTo>
                <a:lnTo>
                  <a:pt x="923925" y="47625"/>
                </a:lnTo>
                <a:lnTo>
                  <a:pt x="895350" y="47625"/>
                </a:lnTo>
                <a:lnTo>
                  <a:pt x="895350" y="38100"/>
                </a:lnTo>
                <a:lnTo>
                  <a:pt x="914400" y="38100"/>
                </a:lnTo>
                <a:close/>
                <a:moveTo>
                  <a:pt x="1019175" y="28575"/>
                </a:moveTo>
                <a:lnTo>
                  <a:pt x="1028700" y="28575"/>
                </a:lnTo>
                <a:lnTo>
                  <a:pt x="1028700" y="47625"/>
                </a:lnTo>
                <a:lnTo>
                  <a:pt x="1019175" y="47625"/>
                </a:lnTo>
                <a:close/>
                <a:moveTo>
                  <a:pt x="1047750" y="28575"/>
                </a:moveTo>
                <a:lnTo>
                  <a:pt x="1066800" y="28575"/>
                </a:lnTo>
                <a:lnTo>
                  <a:pt x="1066800" y="38100"/>
                </a:lnTo>
                <a:lnTo>
                  <a:pt x="1076325" y="38100"/>
                </a:lnTo>
                <a:lnTo>
                  <a:pt x="1076325" y="47625"/>
                </a:lnTo>
                <a:lnTo>
                  <a:pt x="1066800" y="47625"/>
                </a:lnTo>
                <a:lnTo>
                  <a:pt x="1066800" y="57150"/>
                </a:lnTo>
                <a:lnTo>
                  <a:pt x="1057275" y="57150"/>
                </a:lnTo>
                <a:lnTo>
                  <a:pt x="1057275" y="47625"/>
                </a:lnTo>
                <a:lnTo>
                  <a:pt x="1047750" y="47625"/>
                </a:lnTo>
                <a:close/>
                <a:moveTo>
                  <a:pt x="800100" y="47625"/>
                </a:moveTo>
                <a:lnTo>
                  <a:pt x="809625" y="47625"/>
                </a:lnTo>
                <a:lnTo>
                  <a:pt x="809625" y="57150"/>
                </a:lnTo>
                <a:lnTo>
                  <a:pt x="800100" y="57150"/>
                </a:lnTo>
                <a:close/>
                <a:moveTo>
                  <a:pt x="1095375" y="47625"/>
                </a:moveTo>
                <a:lnTo>
                  <a:pt x="1114425" y="47625"/>
                </a:lnTo>
                <a:lnTo>
                  <a:pt x="1114425" y="57150"/>
                </a:lnTo>
                <a:lnTo>
                  <a:pt x="1104900" y="57150"/>
                </a:lnTo>
                <a:lnTo>
                  <a:pt x="1104900" y="66675"/>
                </a:lnTo>
                <a:lnTo>
                  <a:pt x="1095375" y="66675"/>
                </a:lnTo>
                <a:close/>
                <a:moveTo>
                  <a:pt x="1171575" y="47625"/>
                </a:moveTo>
                <a:lnTo>
                  <a:pt x="1181100" y="47625"/>
                </a:lnTo>
                <a:lnTo>
                  <a:pt x="1181100" y="57150"/>
                </a:lnTo>
                <a:lnTo>
                  <a:pt x="1171575" y="57150"/>
                </a:lnTo>
                <a:close/>
                <a:moveTo>
                  <a:pt x="771525" y="57150"/>
                </a:moveTo>
                <a:lnTo>
                  <a:pt x="781050" y="57150"/>
                </a:lnTo>
                <a:lnTo>
                  <a:pt x="781050" y="85725"/>
                </a:lnTo>
                <a:lnTo>
                  <a:pt x="771525" y="85725"/>
                </a:lnTo>
                <a:close/>
                <a:moveTo>
                  <a:pt x="1047750" y="57150"/>
                </a:moveTo>
                <a:lnTo>
                  <a:pt x="1057275" y="57150"/>
                </a:lnTo>
                <a:lnTo>
                  <a:pt x="1057275" y="66675"/>
                </a:lnTo>
                <a:lnTo>
                  <a:pt x="1047750" y="66675"/>
                </a:lnTo>
                <a:close/>
                <a:moveTo>
                  <a:pt x="1181100" y="57150"/>
                </a:moveTo>
                <a:lnTo>
                  <a:pt x="1190625" y="57150"/>
                </a:lnTo>
                <a:lnTo>
                  <a:pt x="1190625" y="66675"/>
                </a:lnTo>
                <a:lnTo>
                  <a:pt x="1181100" y="66675"/>
                </a:lnTo>
                <a:close/>
                <a:moveTo>
                  <a:pt x="638175" y="66675"/>
                </a:moveTo>
                <a:lnTo>
                  <a:pt x="647700" y="66675"/>
                </a:lnTo>
                <a:lnTo>
                  <a:pt x="647700" y="85725"/>
                </a:lnTo>
                <a:lnTo>
                  <a:pt x="638175" y="85725"/>
                </a:lnTo>
                <a:close/>
                <a:moveTo>
                  <a:pt x="1190625" y="66675"/>
                </a:moveTo>
                <a:lnTo>
                  <a:pt x="1209675" y="66675"/>
                </a:lnTo>
                <a:lnTo>
                  <a:pt x="1209675" y="76200"/>
                </a:lnTo>
                <a:lnTo>
                  <a:pt x="1190625" y="76200"/>
                </a:lnTo>
                <a:close/>
                <a:moveTo>
                  <a:pt x="733425" y="76200"/>
                </a:moveTo>
                <a:lnTo>
                  <a:pt x="752475" y="76200"/>
                </a:lnTo>
                <a:lnTo>
                  <a:pt x="752475" y="85725"/>
                </a:lnTo>
                <a:lnTo>
                  <a:pt x="762000" y="85725"/>
                </a:lnTo>
                <a:lnTo>
                  <a:pt x="762000" y="104775"/>
                </a:lnTo>
                <a:lnTo>
                  <a:pt x="742950" y="104775"/>
                </a:lnTo>
                <a:lnTo>
                  <a:pt x="742950" y="95250"/>
                </a:lnTo>
                <a:lnTo>
                  <a:pt x="733425" y="95250"/>
                </a:lnTo>
                <a:close/>
                <a:moveTo>
                  <a:pt x="1019175" y="76200"/>
                </a:moveTo>
                <a:lnTo>
                  <a:pt x="1038225" y="76200"/>
                </a:lnTo>
                <a:lnTo>
                  <a:pt x="1038225" y="95250"/>
                </a:lnTo>
                <a:lnTo>
                  <a:pt x="1028700" y="95250"/>
                </a:lnTo>
                <a:lnTo>
                  <a:pt x="1028700" y="85725"/>
                </a:lnTo>
                <a:lnTo>
                  <a:pt x="1019175" y="85725"/>
                </a:lnTo>
                <a:close/>
                <a:moveTo>
                  <a:pt x="1181100" y="76200"/>
                </a:moveTo>
                <a:lnTo>
                  <a:pt x="1190625" y="76200"/>
                </a:lnTo>
                <a:lnTo>
                  <a:pt x="1190625" y="85725"/>
                </a:lnTo>
                <a:lnTo>
                  <a:pt x="1181100" y="85725"/>
                </a:lnTo>
                <a:close/>
                <a:moveTo>
                  <a:pt x="657225" y="85725"/>
                </a:moveTo>
                <a:lnTo>
                  <a:pt x="666750" y="85725"/>
                </a:lnTo>
                <a:lnTo>
                  <a:pt x="666750" y="95250"/>
                </a:lnTo>
                <a:lnTo>
                  <a:pt x="657225" y="95250"/>
                </a:lnTo>
                <a:close/>
                <a:moveTo>
                  <a:pt x="704850" y="85725"/>
                </a:moveTo>
                <a:lnTo>
                  <a:pt x="723900" y="85725"/>
                </a:lnTo>
                <a:lnTo>
                  <a:pt x="723900" y="104775"/>
                </a:lnTo>
                <a:lnTo>
                  <a:pt x="714375" y="104775"/>
                </a:lnTo>
                <a:lnTo>
                  <a:pt x="714375" y="95250"/>
                </a:lnTo>
                <a:lnTo>
                  <a:pt x="704850" y="95250"/>
                </a:lnTo>
                <a:close/>
                <a:moveTo>
                  <a:pt x="1123950" y="85725"/>
                </a:moveTo>
                <a:lnTo>
                  <a:pt x="1152525" y="85725"/>
                </a:lnTo>
                <a:lnTo>
                  <a:pt x="1152525" y="95250"/>
                </a:lnTo>
                <a:lnTo>
                  <a:pt x="1123950" y="95250"/>
                </a:lnTo>
                <a:close/>
                <a:moveTo>
                  <a:pt x="666750" y="95250"/>
                </a:moveTo>
                <a:lnTo>
                  <a:pt x="685800" y="95250"/>
                </a:lnTo>
                <a:lnTo>
                  <a:pt x="685800" y="104775"/>
                </a:lnTo>
                <a:lnTo>
                  <a:pt x="704850" y="104775"/>
                </a:lnTo>
                <a:lnTo>
                  <a:pt x="704850" y="114300"/>
                </a:lnTo>
                <a:lnTo>
                  <a:pt x="695325" y="114300"/>
                </a:lnTo>
                <a:lnTo>
                  <a:pt x="695325" y="123825"/>
                </a:lnTo>
                <a:lnTo>
                  <a:pt x="685800" y="123825"/>
                </a:lnTo>
                <a:lnTo>
                  <a:pt x="685800" y="142875"/>
                </a:lnTo>
                <a:lnTo>
                  <a:pt x="704850" y="142875"/>
                </a:lnTo>
                <a:lnTo>
                  <a:pt x="704850" y="133350"/>
                </a:lnTo>
                <a:lnTo>
                  <a:pt x="714375" y="133350"/>
                </a:lnTo>
                <a:lnTo>
                  <a:pt x="714375" y="142875"/>
                </a:lnTo>
                <a:lnTo>
                  <a:pt x="704850" y="142875"/>
                </a:lnTo>
                <a:lnTo>
                  <a:pt x="704850" y="152400"/>
                </a:lnTo>
                <a:lnTo>
                  <a:pt x="714375" y="152400"/>
                </a:lnTo>
                <a:lnTo>
                  <a:pt x="714375" y="161925"/>
                </a:lnTo>
                <a:lnTo>
                  <a:pt x="685800" y="161925"/>
                </a:lnTo>
                <a:lnTo>
                  <a:pt x="685800" y="171450"/>
                </a:lnTo>
                <a:lnTo>
                  <a:pt x="676275" y="171450"/>
                </a:lnTo>
                <a:lnTo>
                  <a:pt x="676275" y="114300"/>
                </a:lnTo>
                <a:lnTo>
                  <a:pt x="666750" y="114300"/>
                </a:lnTo>
                <a:close/>
                <a:moveTo>
                  <a:pt x="942975" y="104775"/>
                </a:moveTo>
                <a:lnTo>
                  <a:pt x="952500" y="104775"/>
                </a:lnTo>
                <a:lnTo>
                  <a:pt x="952500" y="123825"/>
                </a:lnTo>
                <a:lnTo>
                  <a:pt x="942975" y="123825"/>
                </a:lnTo>
                <a:close/>
                <a:moveTo>
                  <a:pt x="1057275" y="104775"/>
                </a:moveTo>
                <a:lnTo>
                  <a:pt x="1076325" y="104775"/>
                </a:lnTo>
                <a:lnTo>
                  <a:pt x="1076325" y="114300"/>
                </a:lnTo>
                <a:lnTo>
                  <a:pt x="1085850" y="114300"/>
                </a:lnTo>
                <a:lnTo>
                  <a:pt x="1085850" y="123825"/>
                </a:lnTo>
                <a:lnTo>
                  <a:pt x="1057275" y="123825"/>
                </a:lnTo>
                <a:close/>
                <a:moveTo>
                  <a:pt x="1095375" y="104775"/>
                </a:moveTo>
                <a:lnTo>
                  <a:pt x="1123950" y="104775"/>
                </a:lnTo>
                <a:lnTo>
                  <a:pt x="1123950" y="114300"/>
                </a:lnTo>
                <a:lnTo>
                  <a:pt x="1095375" y="114300"/>
                </a:lnTo>
                <a:close/>
                <a:moveTo>
                  <a:pt x="0" y="114300"/>
                </a:moveTo>
                <a:lnTo>
                  <a:pt x="9525" y="114300"/>
                </a:lnTo>
                <a:lnTo>
                  <a:pt x="9525" y="123825"/>
                </a:lnTo>
                <a:lnTo>
                  <a:pt x="19050" y="123825"/>
                </a:lnTo>
                <a:lnTo>
                  <a:pt x="19050" y="133350"/>
                </a:lnTo>
                <a:lnTo>
                  <a:pt x="0" y="133350"/>
                </a:lnTo>
                <a:close/>
                <a:moveTo>
                  <a:pt x="723900" y="114300"/>
                </a:moveTo>
                <a:lnTo>
                  <a:pt x="733425" y="114300"/>
                </a:lnTo>
                <a:lnTo>
                  <a:pt x="733425" y="123825"/>
                </a:lnTo>
                <a:lnTo>
                  <a:pt x="752475" y="123825"/>
                </a:lnTo>
                <a:lnTo>
                  <a:pt x="752475" y="114300"/>
                </a:lnTo>
                <a:lnTo>
                  <a:pt x="762000" y="114300"/>
                </a:lnTo>
                <a:lnTo>
                  <a:pt x="762000" y="123825"/>
                </a:lnTo>
                <a:lnTo>
                  <a:pt x="752475" y="123825"/>
                </a:lnTo>
                <a:lnTo>
                  <a:pt x="752475" y="133350"/>
                </a:lnTo>
                <a:lnTo>
                  <a:pt x="723900" y="133350"/>
                </a:lnTo>
                <a:close/>
                <a:moveTo>
                  <a:pt x="800100" y="114300"/>
                </a:moveTo>
                <a:lnTo>
                  <a:pt x="828675" y="114300"/>
                </a:lnTo>
                <a:lnTo>
                  <a:pt x="828675" y="123825"/>
                </a:lnTo>
                <a:lnTo>
                  <a:pt x="800100" y="123825"/>
                </a:lnTo>
                <a:close/>
                <a:moveTo>
                  <a:pt x="885825" y="114300"/>
                </a:moveTo>
                <a:lnTo>
                  <a:pt x="914400" y="114300"/>
                </a:lnTo>
                <a:lnTo>
                  <a:pt x="914400" y="133350"/>
                </a:lnTo>
                <a:lnTo>
                  <a:pt x="904875" y="133350"/>
                </a:lnTo>
                <a:lnTo>
                  <a:pt x="904875" y="142875"/>
                </a:lnTo>
                <a:lnTo>
                  <a:pt x="885825" y="142875"/>
                </a:lnTo>
                <a:close/>
                <a:moveTo>
                  <a:pt x="1095375" y="123825"/>
                </a:moveTo>
                <a:lnTo>
                  <a:pt x="1114425" y="123825"/>
                </a:lnTo>
                <a:lnTo>
                  <a:pt x="1114425" y="133350"/>
                </a:lnTo>
                <a:lnTo>
                  <a:pt x="1095375" y="133350"/>
                </a:lnTo>
                <a:close/>
                <a:moveTo>
                  <a:pt x="819150" y="133350"/>
                </a:moveTo>
                <a:lnTo>
                  <a:pt x="838200" y="133350"/>
                </a:lnTo>
                <a:lnTo>
                  <a:pt x="838200" y="142875"/>
                </a:lnTo>
                <a:lnTo>
                  <a:pt x="819150" y="142875"/>
                </a:lnTo>
                <a:close/>
                <a:moveTo>
                  <a:pt x="1152525" y="133350"/>
                </a:moveTo>
                <a:lnTo>
                  <a:pt x="1162050" y="133350"/>
                </a:lnTo>
                <a:lnTo>
                  <a:pt x="1162050" y="142875"/>
                </a:lnTo>
                <a:lnTo>
                  <a:pt x="1152525" y="142875"/>
                </a:lnTo>
                <a:close/>
                <a:moveTo>
                  <a:pt x="1133475" y="142875"/>
                </a:moveTo>
                <a:lnTo>
                  <a:pt x="1143000" y="142875"/>
                </a:lnTo>
                <a:lnTo>
                  <a:pt x="1143000" y="152400"/>
                </a:lnTo>
                <a:lnTo>
                  <a:pt x="1152525" y="152400"/>
                </a:lnTo>
                <a:lnTo>
                  <a:pt x="1152525" y="161925"/>
                </a:lnTo>
                <a:lnTo>
                  <a:pt x="1133475" y="161925"/>
                </a:lnTo>
                <a:lnTo>
                  <a:pt x="1133475" y="171450"/>
                </a:lnTo>
                <a:lnTo>
                  <a:pt x="1123950" y="171450"/>
                </a:lnTo>
                <a:lnTo>
                  <a:pt x="1123950" y="152400"/>
                </a:lnTo>
                <a:lnTo>
                  <a:pt x="1133475" y="152400"/>
                </a:lnTo>
                <a:close/>
                <a:moveTo>
                  <a:pt x="752475" y="161925"/>
                </a:moveTo>
                <a:lnTo>
                  <a:pt x="762000" y="161925"/>
                </a:lnTo>
                <a:lnTo>
                  <a:pt x="762000" y="209550"/>
                </a:lnTo>
                <a:lnTo>
                  <a:pt x="752475" y="209550"/>
                </a:lnTo>
                <a:lnTo>
                  <a:pt x="752475" y="200025"/>
                </a:lnTo>
                <a:lnTo>
                  <a:pt x="742950" y="200025"/>
                </a:lnTo>
                <a:lnTo>
                  <a:pt x="742950" y="209550"/>
                </a:lnTo>
                <a:lnTo>
                  <a:pt x="733425" y="209550"/>
                </a:lnTo>
                <a:lnTo>
                  <a:pt x="733425" y="180975"/>
                </a:lnTo>
                <a:lnTo>
                  <a:pt x="752475" y="180975"/>
                </a:lnTo>
                <a:close/>
                <a:moveTo>
                  <a:pt x="923925" y="171450"/>
                </a:moveTo>
                <a:lnTo>
                  <a:pt x="933450" y="171450"/>
                </a:lnTo>
                <a:lnTo>
                  <a:pt x="933450" y="180975"/>
                </a:lnTo>
                <a:lnTo>
                  <a:pt x="923925" y="180975"/>
                </a:lnTo>
                <a:close/>
                <a:moveTo>
                  <a:pt x="47625" y="180975"/>
                </a:moveTo>
                <a:lnTo>
                  <a:pt x="57150" y="180975"/>
                </a:lnTo>
                <a:lnTo>
                  <a:pt x="57150" y="200025"/>
                </a:lnTo>
                <a:lnTo>
                  <a:pt x="47625" y="200025"/>
                </a:lnTo>
                <a:close/>
                <a:moveTo>
                  <a:pt x="790575" y="180975"/>
                </a:moveTo>
                <a:lnTo>
                  <a:pt x="800100" y="180975"/>
                </a:lnTo>
                <a:lnTo>
                  <a:pt x="800100" y="190500"/>
                </a:lnTo>
                <a:lnTo>
                  <a:pt x="790575" y="190500"/>
                </a:lnTo>
                <a:close/>
                <a:moveTo>
                  <a:pt x="876300" y="180975"/>
                </a:moveTo>
                <a:lnTo>
                  <a:pt x="885825" y="180975"/>
                </a:lnTo>
                <a:lnTo>
                  <a:pt x="885825" y="200025"/>
                </a:lnTo>
                <a:lnTo>
                  <a:pt x="876300" y="200025"/>
                </a:lnTo>
                <a:close/>
                <a:moveTo>
                  <a:pt x="838200" y="190500"/>
                </a:moveTo>
                <a:lnTo>
                  <a:pt x="857250" y="190500"/>
                </a:lnTo>
                <a:lnTo>
                  <a:pt x="857250" y="209550"/>
                </a:lnTo>
                <a:lnTo>
                  <a:pt x="838200" y="209550"/>
                </a:lnTo>
                <a:close/>
                <a:moveTo>
                  <a:pt x="1047750" y="190500"/>
                </a:moveTo>
                <a:lnTo>
                  <a:pt x="1076325" y="190500"/>
                </a:lnTo>
                <a:lnTo>
                  <a:pt x="1076325" y="200025"/>
                </a:lnTo>
                <a:lnTo>
                  <a:pt x="1057275" y="200025"/>
                </a:lnTo>
                <a:lnTo>
                  <a:pt x="1057275" y="209550"/>
                </a:lnTo>
                <a:lnTo>
                  <a:pt x="1047750" y="209550"/>
                </a:lnTo>
                <a:close/>
                <a:moveTo>
                  <a:pt x="1152525" y="190500"/>
                </a:moveTo>
                <a:lnTo>
                  <a:pt x="1171575" y="190500"/>
                </a:lnTo>
                <a:lnTo>
                  <a:pt x="1171575" y="200025"/>
                </a:lnTo>
                <a:lnTo>
                  <a:pt x="1152525" y="200025"/>
                </a:lnTo>
                <a:close/>
                <a:moveTo>
                  <a:pt x="9525" y="200025"/>
                </a:moveTo>
                <a:lnTo>
                  <a:pt x="19050" y="200025"/>
                </a:lnTo>
                <a:lnTo>
                  <a:pt x="19050" y="209550"/>
                </a:lnTo>
                <a:lnTo>
                  <a:pt x="9525" y="209550"/>
                </a:lnTo>
                <a:close/>
                <a:moveTo>
                  <a:pt x="28575" y="200025"/>
                </a:moveTo>
                <a:lnTo>
                  <a:pt x="38100" y="200025"/>
                </a:lnTo>
                <a:lnTo>
                  <a:pt x="38100" y="209550"/>
                </a:lnTo>
                <a:lnTo>
                  <a:pt x="47625" y="209550"/>
                </a:lnTo>
                <a:lnTo>
                  <a:pt x="47625" y="228600"/>
                </a:lnTo>
                <a:lnTo>
                  <a:pt x="38100" y="228600"/>
                </a:lnTo>
                <a:lnTo>
                  <a:pt x="38100" y="238125"/>
                </a:lnTo>
                <a:lnTo>
                  <a:pt x="28575" y="238125"/>
                </a:lnTo>
                <a:close/>
                <a:moveTo>
                  <a:pt x="800100" y="200025"/>
                </a:moveTo>
                <a:lnTo>
                  <a:pt x="809625" y="200025"/>
                </a:lnTo>
                <a:lnTo>
                  <a:pt x="809625" y="209550"/>
                </a:lnTo>
                <a:lnTo>
                  <a:pt x="800100" y="209550"/>
                </a:lnTo>
                <a:close/>
                <a:moveTo>
                  <a:pt x="714375" y="209550"/>
                </a:moveTo>
                <a:lnTo>
                  <a:pt x="723900" y="209550"/>
                </a:lnTo>
                <a:lnTo>
                  <a:pt x="723900" y="219075"/>
                </a:lnTo>
                <a:lnTo>
                  <a:pt x="714375" y="219075"/>
                </a:lnTo>
                <a:close/>
                <a:moveTo>
                  <a:pt x="352425" y="219075"/>
                </a:moveTo>
                <a:lnTo>
                  <a:pt x="361950" y="219075"/>
                </a:lnTo>
                <a:lnTo>
                  <a:pt x="361950" y="228600"/>
                </a:lnTo>
                <a:lnTo>
                  <a:pt x="352425" y="228600"/>
                </a:lnTo>
                <a:close/>
                <a:moveTo>
                  <a:pt x="1114425" y="228600"/>
                </a:moveTo>
                <a:lnTo>
                  <a:pt x="1123950" y="228600"/>
                </a:lnTo>
                <a:lnTo>
                  <a:pt x="1123950" y="238125"/>
                </a:lnTo>
                <a:lnTo>
                  <a:pt x="1114425" y="238125"/>
                </a:lnTo>
                <a:close/>
                <a:moveTo>
                  <a:pt x="1162050" y="228600"/>
                </a:moveTo>
                <a:lnTo>
                  <a:pt x="1181100" y="228600"/>
                </a:lnTo>
                <a:lnTo>
                  <a:pt x="1181100" y="238125"/>
                </a:lnTo>
                <a:lnTo>
                  <a:pt x="1171575" y="238125"/>
                </a:lnTo>
                <a:lnTo>
                  <a:pt x="1171575" y="247650"/>
                </a:lnTo>
                <a:lnTo>
                  <a:pt x="1162050" y="247650"/>
                </a:lnTo>
                <a:close/>
                <a:moveTo>
                  <a:pt x="0" y="238125"/>
                </a:moveTo>
                <a:lnTo>
                  <a:pt x="9525" y="238125"/>
                </a:lnTo>
                <a:lnTo>
                  <a:pt x="9525" y="247650"/>
                </a:lnTo>
                <a:lnTo>
                  <a:pt x="19050" y="247650"/>
                </a:lnTo>
                <a:lnTo>
                  <a:pt x="19050" y="238125"/>
                </a:lnTo>
                <a:lnTo>
                  <a:pt x="28575" y="238125"/>
                </a:lnTo>
                <a:lnTo>
                  <a:pt x="28575" y="247650"/>
                </a:lnTo>
                <a:lnTo>
                  <a:pt x="19050" y="247650"/>
                </a:lnTo>
                <a:lnTo>
                  <a:pt x="19050" y="257175"/>
                </a:lnTo>
                <a:lnTo>
                  <a:pt x="9525" y="257175"/>
                </a:lnTo>
                <a:lnTo>
                  <a:pt x="9525" y="266700"/>
                </a:lnTo>
                <a:lnTo>
                  <a:pt x="0" y="266700"/>
                </a:lnTo>
                <a:close/>
                <a:moveTo>
                  <a:pt x="819150" y="238125"/>
                </a:moveTo>
                <a:lnTo>
                  <a:pt x="847725" y="238125"/>
                </a:lnTo>
                <a:lnTo>
                  <a:pt x="847725" y="257175"/>
                </a:lnTo>
                <a:lnTo>
                  <a:pt x="838200" y="257175"/>
                </a:lnTo>
                <a:lnTo>
                  <a:pt x="838200" y="266700"/>
                </a:lnTo>
                <a:lnTo>
                  <a:pt x="828675" y="266700"/>
                </a:lnTo>
                <a:lnTo>
                  <a:pt x="828675" y="257175"/>
                </a:lnTo>
                <a:lnTo>
                  <a:pt x="819150" y="257175"/>
                </a:lnTo>
                <a:close/>
                <a:moveTo>
                  <a:pt x="876300" y="238125"/>
                </a:moveTo>
                <a:lnTo>
                  <a:pt x="885825" y="238125"/>
                </a:lnTo>
                <a:lnTo>
                  <a:pt x="885825" y="247650"/>
                </a:lnTo>
                <a:lnTo>
                  <a:pt x="876300" y="247650"/>
                </a:lnTo>
                <a:close/>
                <a:moveTo>
                  <a:pt x="1114425" y="257175"/>
                </a:moveTo>
                <a:lnTo>
                  <a:pt x="1133475" y="257175"/>
                </a:lnTo>
                <a:lnTo>
                  <a:pt x="1133475" y="266700"/>
                </a:lnTo>
                <a:lnTo>
                  <a:pt x="1143000" y="266700"/>
                </a:lnTo>
                <a:lnTo>
                  <a:pt x="1143000" y="285750"/>
                </a:lnTo>
                <a:lnTo>
                  <a:pt x="1133475" y="285750"/>
                </a:lnTo>
                <a:lnTo>
                  <a:pt x="1133475" y="276225"/>
                </a:lnTo>
                <a:lnTo>
                  <a:pt x="1123950" y="276225"/>
                </a:lnTo>
                <a:lnTo>
                  <a:pt x="1123950" y="285750"/>
                </a:lnTo>
                <a:lnTo>
                  <a:pt x="1114425" y="285750"/>
                </a:lnTo>
                <a:lnTo>
                  <a:pt x="1114425" y="295275"/>
                </a:lnTo>
                <a:lnTo>
                  <a:pt x="1123950" y="295275"/>
                </a:lnTo>
                <a:lnTo>
                  <a:pt x="1123950" y="314325"/>
                </a:lnTo>
                <a:lnTo>
                  <a:pt x="1114425" y="314325"/>
                </a:lnTo>
                <a:lnTo>
                  <a:pt x="1114425" y="304800"/>
                </a:lnTo>
                <a:lnTo>
                  <a:pt x="1095375" y="304800"/>
                </a:lnTo>
                <a:lnTo>
                  <a:pt x="1095375" y="276225"/>
                </a:lnTo>
                <a:lnTo>
                  <a:pt x="1104900" y="276225"/>
                </a:lnTo>
                <a:lnTo>
                  <a:pt x="1104900" y="266700"/>
                </a:lnTo>
                <a:lnTo>
                  <a:pt x="1114425" y="266700"/>
                </a:lnTo>
                <a:close/>
                <a:moveTo>
                  <a:pt x="600075" y="266700"/>
                </a:moveTo>
                <a:lnTo>
                  <a:pt x="609600" y="266700"/>
                </a:lnTo>
                <a:lnTo>
                  <a:pt x="609600" y="276225"/>
                </a:lnTo>
                <a:lnTo>
                  <a:pt x="600075" y="276225"/>
                </a:lnTo>
                <a:close/>
                <a:moveTo>
                  <a:pt x="819150" y="266700"/>
                </a:moveTo>
                <a:lnTo>
                  <a:pt x="828675" y="266700"/>
                </a:lnTo>
                <a:lnTo>
                  <a:pt x="828675" y="276225"/>
                </a:lnTo>
                <a:lnTo>
                  <a:pt x="819150" y="276225"/>
                </a:lnTo>
                <a:close/>
                <a:moveTo>
                  <a:pt x="1047750" y="266700"/>
                </a:moveTo>
                <a:lnTo>
                  <a:pt x="1057275" y="266700"/>
                </a:lnTo>
                <a:lnTo>
                  <a:pt x="1057275" y="285750"/>
                </a:lnTo>
                <a:lnTo>
                  <a:pt x="1038225" y="285750"/>
                </a:lnTo>
                <a:lnTo>
                  <a:pt x="1038225" y="276225"/>
                </a:lnTo>
                <a:lnTo>
                  <a:pt x="1047750" y="276225"/>
                </a:lnTo>
                <a:close/>
                <a:moveTo>
                  <a:pt x="1171575" y="266700"/>
                </a:moveTo>
                <a:lnTo>
                  <a:pt x="1190625" y="266700"/>
                </a:lnTo>
                <a:lnTo>
                  <a:pt x="1190625" y="276225"/>
                </a:lnTo>
                <a:lnTo>
                  <a:pt x="1171575" y="276225"/>
                </a:lnTo>
                <a:close/>
                <a:moveTo>
                  <a:pt x="923925" y="285750"/>
                </a:moveTo>
                <a:lnTo>
                  <a:pt x="933450" y="285750"/>
                </a:lnTo>
                <a:lnTo>
                  <a:pt x="933450" y="295275"/>
                </a:lnTo>
                <a:lnTo>
                  <a:pt x="923925" y="295275"/>
                </a:lnTo>
                <a:close/>
                <a:moveTo>
                  <a:pt x="1028700" y="285750"/>
                </a:moveTo>
                <a:lnTo>
                  <a:pt x="1038225" y="285750"/>
                </a:lnTo>
                <a:lnTo>
                  <a:pt x="1038225" y="295275"/>
                </a:lnTo>
                <a:lnTo>
                  <a:pt x="1028700" y="295275"/>
                </a:lnTo>
                <a:close/>
                <a:moveTo>
                  <a:pt x="1171575" y="295275"/>
                </a:moveTo>
                <a:lnTo>
                  <a:pt x="1181100" y="295275"/>
                </a:lnTo>
                <a:lnTo>
                  <a:pt x="1181100" y="304800"/>
                </a:lnTo>
                <a:lnTo>
                  <a:pt x="1171575" y="304800"/>
                </a:lnTo>
                <a:close/>
                <a:moveTo>
                  <a:pt x="619125" y="304800"/>
                </a:moveTo>
                <a:lnTo>
                  <a:pt x="638175" y="304800"/>
                </a:lnTo>
                <a:lnTo>
                  <a:pt x="638175" y="314325"/>
                </a:lnTo>
                <a:lnTo>
                  <a:pt x="619125" y="314325"/>
                </a:lnTo>
                <a:close/>
                <a:moveTo>
                  <a:pt x="971550" y="304800"/>
                </a:moveTo>
                <a:lnTo>
                  <a:pt x="981075" y="304800"/>
                </a:lnTo>
                <a:lnTo>
                  <a:pt x="981075" y="323850"/>
                </a:lnTo>
                <a:lnTo>
                  <a:pt x="971550" y="323850"/>
                </a:lnTo>
                <a:close/>
                <a:moveTo>
                  <a:pt x="1009650" y="304800"/>
                </a:moveTo>
                <a:lnTo>
                  <a:pt x="1019175" y="304800"/>
                </a:lnTo>
                <a:lnTo>
                  <a:pt x="1019175" y="333375"/>
                </a:lnTo>
                <a:lnTo>
                  <a:pt x="1009650" y="333375"/>
                </a:lnTo>
                <a:lnTo>
                  <a:pt x="1009650" y="323850"/>
                </a:lnTo>
                <a:lnTo>
                  <a:pt x="1000125" y="323850"/>
                </a:lnTo>
                <a:lnTo>
                  <a:pt x="1000125" y="314325"/>
                </a:lnTo>
                <a:lnTo>
                  <a:pt x="1009650" y="314325"/>
                </a:lnTo>
                <a:close/>
                <a:moveTo>
                  <a:pt x="1028700" y="304800"/>
                </a:moveTo>
                <a:lnTo>
                  <a:pt x="1047750" y="304800"/>
                </a:lnTo>
                <a:lnTo>
                  <a:pt x="1047750" y="314325"/>
                </a:lnTo>
                <a:lnTo>
                  <a:pt x="1057275" y="314325"/>
                </a:lnTo>
                <a:lnTo>
                  <a:pt x="1057275" y="304800"/>
                </a:lnTo>
                <a:lnTo>
                  <a:pt x="1095375" y="304800"/>
                </a:lnTo>
                <a:lnTo>
                  <a:pt x="1095375" y="314325"/>
                </a:lnTo>
                <a:lnTo>
                  <a:pt x="1085850" y="314325"/>
                </a:lnTo>
                <a:lnTo>
                  <a:pt x="1085850" y="333375"/>
                </a:lnTo>
                <a:lnTo>
                  <a:pt x="1076325" y="333375"/>
                </a:lnTo>
                <a:lnTo>
                  <a:pt x="1076325" y="314325"/>
                </a:lnTo>
                <a:lnTo>
                  <a:pt x="1057275" y="314325"/>
                </a:lnTo>
                <a:lnTo>
                  <a:pt x="1057275" y="323850"/>
                </a:lnTo>
                <a:lnTo>
                  <a:pt x="1038225" y="323850"/>
                </a:lnTo>
                <a:lnTo>
                  <a:pt x="1038225" y="314325"/>
                </a:lnTo>
                <a:lnTo>
                  <a:pt x="1028700" y="314325"/>
                </a:lnTo>
                <a:close/>
                <a:moveTo>
                  <a:pt x="1200150" y="304800"/>
                </a:moveTo>
                <a:lnTo>
                  <a:pt x="1209675" y="304800"/>
                </a:lnTo>
                <a:lnTo>
                  <a:pt x="1209675" y="333375"/>
                </a:lnTo>
                <a:lnTo>
                  <a:pt x="1200150" y="333375"/>
                </a:lnTo>
                <a:lnTo>
                  <a:pt x="1200150" y="323850"/>
                </a:lnTo>
                <a:lnTo>
                  <a:pt x="1190625" y="323850"/>
                </a:lnTo>
                <a:lnTo>
                  <a:pt x="1190625" y="314325"/>
                </a:lnTo>
                <a:lnTo>
                  <a:pt x="1200150" y="314325"/>
                </a:lnTo>
                <a:close/>
                <a:moveTo>
                  <a:pt x="1152525" y="314325"/>
                </a:moveTo>
                <a:lnTo>
                  <a:pt x="1162050" y="314325"/>
                </a:lnTo>
                <a:lnTo>
                  <a:pt x="1162050" y="323850"/>
                </a:lnTo>
                <a:lnTo>
                  <a:pt x="1152525" y="323850"/>
                </a:lnTo>
                <a:close/>
                <a:moveTo>
                  <a:pt x="800100" y="342900"/>
                </a:moveTo>
                <a:lnTo>
                  <a:pt x="809625" y="342900"/>
                </a:lnTo>
                <a:lnTo>
                  <a:pt x="809625" y="352425"/>
                </a:lnTo>
                <a:lnTo>
                  <a:pt x="800100" y="352425"/>
                </a:lnTo>
                <a:close/>
                <a:moveTo>
                  <a:pt x="1171575" y="342900"/>
                </a:moveTo>
                <a:lnTo>
                  <a:pt x="1190625" y="342900"/>
                </a:lnTo>
                <a:lnTo>
                  <a:pt x="1190625" y="361950"/>
                </a:lnTo>
                <a:lnTo>
                  <a:pt x="1171575" y="361950"/>
                </a:lnTo>
                <a:close/>
                <a:moveTo>
                  <a:pt x="990600" y="352425"/>
                </a:moveTo>
                <a:lnTo>
                  <a:pt x="1000125" y="352425"/>
                </a:lnTo>
                <a:lnTo>
                  <a:pt x="1000125" y="371475"/>
                </a:lnTo>
                <a:lnTo>
                  <a:pt x="981075" y="371475"/>
                </a:lnTo>
                <a:lnTo>
                  <a:pt x="981075" y="361950"/>
                </a:lnTo>
                <a:lnTo>
                  <a:pt x="990600" y="361950"/>
                </a:lnTo>
                <a:close/>
                <a:moveTo>
                  <a:pt x="1123950" y="352425"/>
                </a:moveTo>
                <a:lnTo>
                  <a:pt x="1133475" y="352425"/>
                </a:lnTo>
                <a:lnTo>
                  <a:pt x="1133475" y="361950"/>
                </a:lnTo>
                <a:lnTo>
                  <a:pt x="1123950" y="361950"/>
                </a:lnTo>
                <a:close/>
                <a:moveTo>
                  <a:pt x="1162050" y="361950"/>
                </a:moveTo>
                <a:lnTo>
                  <a:pt x="1171575" y="361950"/>
                </a:lnTo>
                <a:lnTo>
                  <a:pt x="1171575" y="371475"/>
                </a:lnTo>
                <a:lnTo>
                  <a:pt x="1162050" y="371475"/>
                </a:lnTo>
                <a:close/>
                <a:moveTo>
                  <a:pt x="790575" y="371475"/>
                </a:moveTo>
                <a:lnTo>
                  <a:pt x="800100" y="371475"/>
                </a:lnTo>
                <a:lnTo>
                  <a:pt x="800100" y="381000"/>
                </a:lnTo>
                <a:lnTo>
                  <a:pt x="790575" y="381000"/>
                </a:lnTo>
                <a:close/>
                <a:moveTo>
                  <a:pt x="800100" y="381000"/>
                </a:moveTo>
                <a:lnTo>
                  <a:pt x="809625" y="381000"/>
                </a:lnTo>
                <a:lnTo>
                  <a:pt x="809625" y="409575"/>
                </a:lnTo>
                <a:lnTo>
                  <a:pt x="800100" y="409575"/>
                </a:lnTo>
                <a:lnTo>
                  <a:pt x="800100" y="400050"/>
                </a:lnTo>
                <a:lnTo>
                  <a:pt x="790575" y="400050"/>
                </a:lnTo>
                <a:lnTo>
                  <a:pt x="790575" y="390525"/>
                </a:lnTo>
                <a:lnTo>
                  <a:pt x="800100" y="390525"/>
                </a:lnTo>
                <a:close/>
                <a:moveTo>
                  <a:pt x="533400" y="390525"/>
                </a:moveTo>
                <a:lnTo>
                  <a:pt x="542925" y="390525"/>
                </a:lnTo>
                <a:lnTo>
                  <a:pt x="542925" y="400050"/>
                </a:lnTo>
                <a:lnTo>
                  <a:pt x="533400" y="400050"/>
                </a:lnTo>
                <a:close/>
                <a:moveTo>
                  <a:pt x="1066800" y="400050"/>
                </a:moveTo>
                <a:lnTo>
                  <a:pt x="1085850" y="400050"/>
                </a:lnTo>
                <a:lnTo>
                  <a:pt x="1085850" y="409575"/>
                </a:lnTo>
                <a:lnTo>
                  <a:pt x="1076325" y="409575"/>
                </a:lnTo>
                <a:lnTo>
                  <a:pt x="1076325" y="419100"/>
                </a:lnTo>
                <a:lnTo>
                  <a:pt x="1066800" y="419100"/>
                </a:lnTo>
                <a:close/>
                <a:moveTo>
                  <a:pt x="790575" y="409575"/>
                </a:moveTo>
                <a:lnTo>
                  <a:pt x="800100" y="409575"/>
                </a:lnTo>
                <a:lnTo>
                  <a:pt x="800100" y="419100"/>
                </a:lnTo>
                <a:lnTo>
                  <a:pt x="809625" y="419100"/>
                </a:lnTo>
                <a:lnTo>
                  <a:pt x="809625" y="438150"/>
                </a:lnTo>
                <a:lnTo>
                  <a:pt x="790575" y="438150"/>
                </a:lnTo>
                <a:close/>
                <a:moveTo>
                  <a:pt x="923925" y="409575"/>
                </a:moveTo>
                <a:lnTo>
                  <a:pt x="942975" y="409575"/>
                </a:lnTo>
                <a:lnTo>
                  <a:pt x="942975" y="419100"/>
                </a:lnTo>
                <a:lnTo>
                  <a:pt x="923925" y="419100"/>
                </a:lnTo>
                <a:close/>
                <a:moveTo>
                  <a:pt x="838200" y="419100"/>
                </a:moveTo>
                <a:lnTo>
                  <a:pt x="847725" y="419100"/>
                </a:lnTo>
                <a:lnTo>
                  <a:pt x="847725" y="428625"/>
                </a:lnTo>
                <a:lnTo>
                  <a:pt x="838200" y="428625"/>
                </a:lnTo>
                <a:close/>
                <a:moveTo>
                  <a:pt x="904875" y="419100"/>
                </a:moveTo>
                <a:lnTo>
                  <a:pt x="923925" y="419100"/>
                </a:lnTo>
                <a:lnTo>
                  <a:pt x="923925" y="428625"/>
                </a:lnTo>
                <a:lnTo>
                  <a:pt x="933450" y="428625"/>
                </a:lnTo>
                <a:lnTo>
                  <a:pt x="933450" y="447675"/>
                </a:lnTo>
                <a:lnTo>
                  <a:pt x="914400" y="447675"/>
                </a:lnTo>
                <a:lnTo>
                  <a:pt x="914400" y="457200"/>
                </a:lnTo>
                <a:lnTo>
                  <a:pt x="895350" y="457200"/>
                </a:lnTo>
                <a:lnTo>
                  <a:pt x="895350" y="428625"/>
                </a:lnTo>
                <a:lnTo>
                  <a:pt x="904875" y="428625"/>
                </a:lnTo>
                <a:close/>
                <a:moveTo>
                  <a:pt x="1076325" y="419100"/>
                </a:moveTo>
                <a:lnTo>
                  <a:pt x="1085850" y="419100"/>
                </a:lnTo>
                <a:lnTo>
                  <a:pt x="1085850" y="428625"/>
                </a:lnTo>
                <a:lnTo>
                  <a:pt x="1076325" y="428625"/>
                </a:lnTo>
                <a:close/>
                <a:moveTo>
                  <a:pt x="847725" y="428625"/>
                </a:moveTo>
                <a:lnTo>
                  <a:pt x="857250" y="428625"/>
                </a:lnTo>
                <a:lnTo>
                  <a:pt x="857250" y="438150"/>
                </a:lnTo>
                <a:lnTo>
                  <a:pt x="847725" y="438150"/>
                </a:lnTo>
                <a:close/>
                <a:moveTo>
                  <a:pt x="962025" y="438150"/>
                </a:moveTo>
                <a:lnTo>
                  <a:pt x="971550" y="438150"/>
                </a:lnTo>
                <a:lnTo>
                  <a:pt x="971550" y="447675"/>
                </a:lnTo>
                <a:lnTo>
                  <a:pt x="962025" y="447675"/>
                </a:lnTo>
                <a:close/>
                <a:moveTo>
                  <a:pt x="781050" y="447675"/>
                </a:moveTo>
                <a:lnTo>
                  <a:pt x="790575" y="447675"/>
                </a:lnTo>
                <a:lnTo>
                  <a:pt x="790575" y="466725"/>
                </a:lnTo>
                <a:lnTo>
                  <a:pt x="771525" y="466725"/>
                </a:lnTo>
                <a:lnTo>
                  <a:pt x="771525" y="457200"/>
                </a:lnTo>
                <a:lnTo>
                  <a:pt x="781050" y="457200"/>
                </a:lnTo>
                <a:close/>
                <a:moveTo>
                  <a:pt x="1104900" y="447675"/>
                </a:moveTo>
                <a:lnTo>
                  <a:pt x="1133475" y="447675"/>
                </a:lnTo>
                <a:lnTo>
                  <a:pt x="1133475" y="457200"/>
                </a:lnTo>
                <a:lnTo>
                  <a:pt x="1123950" y="457200"/>
                </a:lnTo>
                <a:lnTo>
                  <a:pt x="1123950" y="466725"/>
                </a:lnTo>
                <a:lnTo>
                  <a:pt x="1114425" y="466725"/>
                </a:lnTo>
                <a:lnTo>
                  <a:pt x="1114425" y="457200"/>
                </a:lnTo>
                <a:lnTo>
                  <a:pt x="1104900" y="457200"/>
                </a:lnTo>
                <a:close/>
                <a:moveTo>
                  <a:pt x="1143000" y="447675"/>
                </a:moveTo>
                <a:lnTo>
                  <a:pt x="1152525" y="447675"/>
                </a:lnTo>
                <a:lnTo>
                  <a:pt x="1152525" y="457200"/>
                </a:lnTo>
                <a:lnTo>
                  <a:pt x="1143000" y="457200"/>
                </a:lnTo>
                <a:close/>
                <a:moveTo>
                  <a:pt x="28575" y="457200"/>
                </a:moveTo>
                <a:lnTo>
                  <a:pt x="38100" y="457200"/>
                </a:lnTo>
                <a:lnTo>
                  <a:pt x="38100" y="466725"/>
                </a:lnTo>
                <a:lnTo>
                  <a:pt x="28575" y="466725"/>
                </a:lnTo>
                <a:close/>
                <a:moveTo>
                  <a:pt x="1066800" y="457200"/>
                </a:moveTo>
                <a:lnTo>
                  <a:pt x="1085850" y="457200"/>
                </a:lnTo>
                <a:lnTo>
                  <a:pt x="1085850" y="466725"/>
                </a:lnTo>
                <a:lnTo>
                  <a:pt x="1066800" y="466725"/>
                </a:lnTo>
                <a:close/>
                <a:moveTo>
                  <a:pt x="1133475" y="457200"/>
                </a:moveTo>
                <a:lnTo>
                  <a:pt x="1143000" y="457200"/>
                </a:lnTo>
                <a:lnTo>
                  <a:pt x="1143000" y="466725"/>
                </a:lnTo>
                <a:lnTo>
                  <a:pt x="1133475" y="466725"/>
                </a:lnTo>
                <a:close/>
                <a:moveTo>
                  <a:pt x="57150" y="466725"/>
                </a:moveTo>
                <a:lnTo>
                  <a:pt x="66675" y="466725"/>
                </a:lnTo>
                <a:lnTo>
                  <a:pt x="66675" y="485775"/>
                </a:lnTo>
                <a:lnTo>
                  <a:pt x="57150" y="485775"/>
                </a:lnTo>
                <a:close/>
                <a:moveTo>
                  <a:pt x="1000125" y="466725"/>
                </a:moveTo>
                <a:lnTo>
                  <a:pt x="1019175" y="466725"/>
                </a:lnTo>
                <a:lnTo>
                  <a:pt x="1019175" y="476250"/>
                </a:lnTo>
                <a:lnTo>
                  <a:pt x="1000125" y="476250"/>
                </a:lnTo>
                <a:close/>
                <a:moveTo>
                  <a:pt x="1123950" y="466725"/>
                </a:moveTo>
                <a:lnTo>
                  <a:pt x="1133475" y="466725"/>
                </a:lnTo>
                <a:lnTo>
                  <a:pt x="1133475" y="476250"/>
                </a:lnTo>
                <a:lnTo>
                  <a:pt x="1123950" y="476250"/>
                </a:lnTo>
                <a:close/>
                <a:moveTo>
                  <a:pt x="1200150" y="466725"/>
                </a:moveTo>
                <a:lnTo>
                  <a:pt x="1209675" y="466725"/>
                </a:lnTo>
                <a:lnTo>
                  <a:pt x="1209675" y="504825"/>
                </a:lnTo>
                <a:lnTo>
                  <a:pt x="1200150" y="504825"/>
                </a:lnTo>
                <a:lnTo>
                  <a:pt x="1200150" y="523875"/>
                </a:lnTo>
                <a:lnTo>
                  <a:pt x="1190625" y="523875"/>
                </a:lnTo>
                <a:lnTo>
                  <a:pt x="1190625" y="514350"/>
                </a:lnTo>
                <a:lnTo>
                  <a:pt x="1171575" y="514350"/>
                </a:lnTo>
                <a:lnTo>
                  <a:pt x="1171575" y="504825"/>
                </a:lnTo>
                <a:lnTo>
                  <a:pt x="1190625" y="504825"/>
                </a:lnTo>
                <a:lnTo>
                  <a:pt x="1190625" y="485775"/>
                </a:lnTo>
                <a:lnTo>
                  <a:pt x="1200150" y="485775"/>
                </a:lnTo>
                <a:close/>
                <a:moveTo>
                  <a:pt x="866775" y="476250"/>
                </a:moveTo>
                <a:lnTo>
                  <a:pt x="876300" y="476250"/>
                </a:lnTo>
                <a:lnTo>
                  <a:pt x="876300" y="485775"/>
                </a:lnTo>
                <a:lnTo>
                  <a:pt x="866775" y="485775"/>
                </a:lnTo>
                <a:close/>
                <a:moveTo>
                  <a:pt x="904875" y="476250"/>
                </a:moveTo>
                <a:lnTo>
                  <a:pt x="914400" y="476250"/>
                </a:lnTo>
                <a:lnTo>
                  <a:pt x="914400" y="495300"/>
                </a:lnTo>
                <a:lnTo>
                  <a:pt x="904875" y="495300"/>
                </a:lnTo>
                <a:close/>
                <a:moveTo>
                  <a:pt x="990600" y="476250"/>
                </a:moveTo>
                <a:lnTo>
                  <a:pt x="1000125" y="476250"/>
                </a:lnTo>
                <a:lnTo>
                  <a:pt x="1000125" y="485775"/>
                </a:lnTo>
                <a:lnTo>
                  <a:pt x="990600" y="485775"/>
                </a:lnTo>
                <a:close/>
                <a:moveTo>
                  <a:pt x="66675" y="485775"/>
                </a:moveTo>
                <a:lnTo>
                  <a:pt x="76200" y="485775"/>
                </a:lnTo>
                <a:lnTo>
                  <a:pt x="76200" y="495300"/>
                </a:lnTo>
                <a:lnTo>
                  <a:pt x="66675" y="495300"/>
                </a:lnTo>
                <a:close/>
                <a:moveTo>
                  <a:pt x="0" y="495300"/>
                </a:moveTo>
                <a:lnTo>
                  <a:pt x="19050" y="495300"/>
                </a:lnTo>
                <a:lnTo>
                  <a:pt x="19050" y="504825"/>
                </a:lnTo>
                <a:lnTo>
                  <a:pt x="0" y="504825"/>
                </a:lnTo>
                <a:close/>
                <a:moveTo>
                  <a:pt x="857250" y="495300"/>
                </a:moveTo>
                <a:lnTo>
                  <a:pt x="885825" y="495300"/>
                </a:lnTo>
                <a:lnTo>
                  <a:pt x="885825" y="504825"/>
                </a:lnTo>
                <a:lnTo>
                  <a:pt x="895350" y="504825"/>
                </a:lnTo>
                <a:lnTo>
                  <a:pt x="895350" y="514350"/>
                </a:lnTo>
                <a:lnTo>
                  <a:pt x="904875" y="514350"/>
                </a:lnTo>
                <a:lnTo>
                  <a:pt x="904875" y="533400"/>
                </a:lnTo>
                <a:lnTo>
                  <a:pt x="895350" y="533400"/>
                </a:lnTo>
                <a:lnTo>
                  <a:pt x="895350" y="552450"/>
                </a:lnTo>
                <a:lnTo>
                  <a:pt x="885825" y="552450"/>
                </a:lnTo>
                <a:lnTo>
                  <a:pt x="885825" y="542925"/>
                </a:lnTo>
                <a:lnTo>
                  <a:pt x="876300" y="542925"/>
                </a:lnTo>
                <a:lnTo>
                  <a:pt x="876300" y="533400"/>
                </a:lnTo>
                <a:lnTo>
                  <a:pt x="885825" y="533400"/>
                </a:lnTo>
                <a:lnTo>
                  <a:pt x="885825" y="523875"/>
                </a:lnTo>
                <a:lnTo>
                  <a:pt x="876300" y="523875"/>
                </a:lnTo>
                <a:lnTo>
                  <a:pt x="876300" y="514350"/>
                </a:lnTo>
                <a:lnTo>
                  <a:pt x="857250" y="514350"/>
                </a:lnTo>
                <a:close/>
                <a:moveTo>
                  <a:pt x="923925" y="504825"/>
                </a:moveTo>
                <a:lnTo>
                  <a:pt x="952500" y="504825"/>
                </a:lnTo>
                <a:lnTo>
                  <a:pt x="952500" y="514350"/>
                </a:lnTo>
                <a:lnTo>
                  <a:pt x="942975" y="514350"/>
                </a:lnTo>
                <a:lnTo>
                  <a:pt x="942975" y="523875"/>
                </a:lnTo>
                <a:lnTo>
                  <a:pt x="952500" y="523875"/>
                </a:lnTo>
                <a:lnTo>
                  <a:pt x="952500" y="542925"/>
                </a:lnTo>
                <a:lnTo>
                  <a:pt x="933450" y="542925"/>
                </a:lnTo>
                <a:lnTo>
                  <a:pt x="933450" y="514350"/>
                </a:lnTo>
                <a:lnTo>
                  <a:pt x="923925" y="514350"/>
                </a:lnTo>
                <a:close/>
                <a:moveTo>
                  <a:pt x="981075" y="504825"/>
                </a:moveTo>
                <a:lnTo>
                  <a:pt x="990600" y="504825"/>
                </a:lnTo>
                <a:lnTo>
                  <a:pt x="990600" y="514350"/>
                </a:lnTo>
                <a:lnTo>
                  <a:pt x="1009650" y="514350"/>
                </a:lnTo>
                <a:lnTo>
                  <a:pt x="1009650" y="523875"/>
                </a:lnTo>
                <a:lnTo>
                  <a:pt x="1019175" y="523875"/>
                </a:lnTo>
                <a:lnTo>
                  <a:pt x="1019175" y="533400"/>
                </a:lnTo>
                <a:lnTo>
                  <a:pt x="1009650" y="533400"/>
                </a:lnTo>
                <a:lnTo>
                  <a:pt x="1009650" y="542925"/>
                </a:lnTo>
                <a:lnTo>
                  <a:pt x="1000125" y="542925"/>
                </a:lnTo>
                <a:lnTo>
                  <a:pt x="1000125" y="533400"/>
                </a:lnTo>
                <a:lnTo>
                  <a:pt x="971550" y="533400"/>
                </a:lnTo>
                <a:lnTo>
                  <a:pt x="971550" y="514350"/>
                </a:lnTo>
                <a:lnTo>
                  <a:pt x="981075" y="514350"/>
                </a:lnTo>
                <a:close/>
                <a:moveTo>
                  <a:pt x="1123950" y="533400"/>
                </a:moveTo>
                <a:lnTo>
                  <a:pt x="1133475" y="533400"/>
                </a:lnTo>
                <a:lnTo>
                  <a:pt x="1133475" y="542925"/>
                </a:lnTo>
                <a:lnTo>
                  <a:pt x="1123950" y="542925"/>
                </a:lnTo>
                <a:close/>
                <a:moveTo>
                  <a:pt x="962025" y="542925"/>
                </a:moveTo>
                <a:lnTo>
                  <a:pt x="971550" y="542925"/>
                </a:lnTo>
                <a:lnTo>
                  <a:pt x="971550" y="561975"/>
                </a:lnTo>
                <a:lnTo>
                  <a:pt x="1009650" y="561975"/>
                </a:lnTo>
                <a:lnTo>
                  <a:pt x="1009650" y="581025"/>
                </a:lnTo>
                <a:lnTo>
                  <a:pt x="971550" y="581025"/>
                </a:lnTo>
                <a:lnTo>
                  <a:pt x="971550" y="609600"/>
                </a:lnTo>
                <a:lnTo>
                  <a:pt x="952500" y="609600"/>
                </a:lnTo>
                <a:lnTo>
                  <a:pt x="952500" y="581025"/>
                </a:lnTo>
                <a:lnTo>
                  <a:pt x="962025" y="581025"/>
                </a:lnTo>
                <a:close/>
                <a:moveTo>
                  <a:pt x="1009650" y="542925"/>
                </a:moveTo>
                <a:lnTo>
                  <a:pt x="1019175" y="542925"/>
                </a:lnTo>
                <a:lnTo>
                  <a:pt x="1019175" y="552450"/>
                </a:lnTo>
                <a:lnTo>
                  <a:pt x="1009650" y="552450"/>
                </a:lnTo>
                <a:close/>
                <a:moveTo>
                  <a:pt x="1114425" y="542925"/>
                </a:moveTo>
                <a:lnTo>
                  <a:pt x="1123950" y="542925"/>
                </a:lnTo>
                <a:lnTo>
                  <a:pt x="1123950" y="561975"/>
                </a:lnTo>
                <a:lnTo>
                  <a:pt x="1104900" y="561975"/>
                </a:lnTo>
                <a:lnTo>
                  <a:pt x="1104900" y="552450"/>
                </a:lnTo>
                <a:lnTo>
                  <a:pt x="1114425" y="552450"/>
                </a:lnTo>
                <a:close/>
                <a:moveTo>
                  <a:pt x="57150" y="552450"/>
                </a:moveTo>
                <a:lnTo>
                  <a:pt x="66675" y="552450"/>
                </a:lnTo>
                <a:lnTo>
                  <a:pt x="66675" y="561975"/>
                </a:lnTo>
                <a:lnTo>
                  <a:pt x="57150" y="561975"/>
                </a:lnTo>
                <a:close/>
                <a:moveTo>
                  <a:pt x="1057275" y="571500"/>
                </a:moveTo>
                <a:lnTo>
                  <a:pt x="1095375" y="571500"/>
                </a:lnTo>
                <a:lnTo>
                  <a:pt x="1095375" y="581025"/>
                </a:lnTo>
                <a:lnTo>
                  <a:pt x="1085850" y="581025"/>
                </a:lnTo>
                <a:lnTo>
                  <a:pt x="1085850" y="590550"/>
                </a:lnTo>
                <a:lnTo>
                  <a:pt x="1076325" y="590550"/>
                </a:lnTo>
                <a:lnTo>
                  <a:pt x="1076325" y="600075"/>
                </a:lnTo>
                <a:lnTo>
                  <a:pt x="1066800" y="600075"/>
                </a:lnTo>
                <a:lnTo>
                  <a:pt x="1066800" y="609600"/>
                </a:lnTo>
                <a:lnTo>
                  <a:pt x="1057275" y="609600"/>
                </a:lnTo>
                <a:lnTo>
                  <a:pt x="1057275" y="590550"/>
                </a:lnTo>
                <a:lnTo>
                  <a:pt x="1066800" y="590550"/>
                </a:lnTo>
                <a:lnTo>
                  <a:pt x="1066800" y="581025"/>
                </a:lnTo>
                <a:lnTo>
                  <a:pt x="1057275" y="581025"/>
                </a:lnTo>
                <a:close/>
                <a:moveTo>
                  <a:pt x="1133475" y="581025"/>
                </a:moveTo>
                <a:lnTo>
                  <a:pt x="1143000" y="581025"/>
                </a:lnTo>
                <a:lnTo>
                  <a:pt x="1143000" y="590550"/>
                </a:lnTo>
                <a:lnTo>
                  <a:pt x="1152525" y="590550"/>
                </a:lnTo>
                <a:lnTo>
                  <a:pt x="1152525" y="600075"/>
                </a:lnTo>
                <a:lnTo>
                  <a:pt x="1143000" y="600075"/>
                </a:lnTo>
                <a:lnTo>
                  <a:pt x="1143000" y="609600"/>
                </a:lnTo>
                <a:lnTo>
                  <a:pt x="1133475" y="609600"/>
                </a:lnTo>
                <a:close/>
                <a:moveTo>
                  <a:pt x="1104900" y="590550"/>
                </a:moveTo>
                <a:lnTo>
                  <a:pt x="1114425" y="590550"/>
                </a:lnTo>
                <a:lnTo>
                  <a:pt x="1114425" y="609600"/>
                </a:lnTo>
                <a:lnTo>
                  <a:pt x="1104900" y="609600"/>
                </a:lnTo>
                <a:close/>
                <a:moveTo>
                  <a:pt x="990600" y="619125"/>
                </a:moveTo>
                <a:lnTo>
                  <a:pt x="1019175" y="619125"/>
                </a:lnTo>
                <a:lnTo>
                  <a:pt x="1019175" y="628650"/>
                </a:lnTo>
                <a:lnTo>
                  <a:pt x="1000125" y="628650"/>
                </a:lnTo>
                <a:lnTo>
                  <a:pt x="1000125" y="638175"/>
                </a:lnTo>
                <a:lnTo>
                  <a:pt x="990600" y="638175"/>
                </a:lnTo>
                <a:close/>
                <a:moveTo>
                  <a:pt x="1038225" y="619125"/>
                </a:moveTo>
                <a:lnTo>
                  <a:pt x="1047750" y="619125"/>
                </a:lnTo>
                <a:lnTo>
                  <a:pt x="1047750" y="628650"/>
                </a:lnTo>
                <a:lnTo>
                  <a:pt x="1038225" y="628650"/>
                </a:lnTo>
                <a:close/>
                <a:moveTo>
                  <a:pt x="1104900" y="619125"/>
                </a:moveTo>
                <a:lnTo>
                  <a:pt x="1133475" y="619125"/>
                </a:lnTo>
                <a:lnTo>
                  <a:pt x="1133475" y="628650"/>
                </a:lnTo>
                <a:lnTo>
                  <a:pt x="1143000" y="628650"/>
                </a:lnTo>
                <a:lnTo>
                  <a:pt x="1143000" y="647700"/>
                </a:lnTo>
                <a:lnTo>
                  <a:pt x="1133475" y="647700"/>
                </a:lnTo>
                <a:lnTo>
                  <a:pt x="1133475" y="638175"/>
                </a:lnTo>
                <a:lnTo>
                  <a:pt x="1104900" y="638175"/>
                </a:lnTo>
                <a:close/>
                <a:moveTo>
                  <a:pt x="1047750" y="628650"/>
                </a:moveTo>
                <a:lnTo>
                  <a:pt x="1057275" y="628650"/>
                </a:lnTo>
                <a:lnTo>
                  <a:pt x="1057275" y="638175"/>
                </a:lnTo>
                <a:lnTo>
                  <a:pt x="1047750" y="638175"/>
                </a:lnTo>
                <a:close/>
                <a:moveTo>
                  <a:pt x="1000125" y="638175"/>
                </a:moveTo>
                <a:lnTo>
                  <a:pt x="1009650" y="638175"/>
                </a:lnTo>
                <a:lnTo>
                  <a:pt x="1009650" y="647700"/>
                </a:lnTo>
                <a:lnTo>
                  <a:pt x="1000125" y="647700"/>
                </a:lnTo>
                <a:close/>
                <a:moveTo>
                  <a:pt x="657225" y="657225"/>
                </a:moveTo>
                <a:lnTo>
                  <a:pt x="666750" y="657225"/>
                </a:lnTo>
                <a:lnTo>
                  <a:pt x="666750" y="666750"/>
                </a:lnTo>
                <a:lnTo>
                  <a:pt x="676275" y="666750"/>
                </a:lnTo>
                <a:lnTo>
                  <a:pt x="676275" y="676275"/>
                </a:lnTo>
                <a:lnTo>
                  <a:pt x="657225" y="676275"/>
                </a:lnTo>
                <a:close/>
                <a:moveTo>
                  <a:pt x="685800" y="657225"/>
                </a:moveTo>
                <a:lnTo>
                  <a:pt x="695325" y="657225"/>
                </a:lnTo>
                <a:lnTo>
                  <a:pt x="695325" y="666750"/>
                </a:lnTo>
                <a:lnTo>
                  <a:pt x="685800" y="666750"/>
                </a:lnTo>
                <a:close/>
                <a:moveTo>
                  <a:pt x="1038225" y="657225"/>
                </a:moveTo>
                <a:lnTo>
                  <a:pt x="1047750" y="657225"/>
                </a:lnTo>
                <a:lnTo>
                  <a:pt x="1047750" y="666750"/>
                </a:lnTo>
                <a:lnTo>
                  <a:pt x="1038225" y="666750"/>
                </a:lnTo>
                <a:close/>
                <a:moveTo>
                  <a:pt x="1085850" y="657225"/>
                </a:moveTo>
                <a:lnTo>
                  <a:pt x="1095375" y="657225"/>
                </a:lnTo>
                <a:lnTo>
                  <a:pt x="1095375" y="666750"/>
                </a:lnTo>
                <a:lnTo>
                  <a:pt x="1104900" y="666750"/>
                </a:lnTo>
                <a:lnTo>
                  <a:pt x="1104900" y="685800"/>
                </a:lnTo>
                <a:lnTo>
                  <a:pt x="1095375" y="685800"/>
                </a:lnTo>
                <a:lnTo>
                  <a:pt x="1095375" y="676275"/>
                </a:lnTo>
                <a:lnTo>
                  <a:pt x="1085850" y="676275"/>
                </a:lnTo>
                <a:close/>
                <a:moveTo>
                  <a:pt x="1028700" y="666750"/>
                </a:moveTo>
                <a:lnTo>
                  <a:pt x="1038225" y="666750"/>
                </a:lnTo>
                <a:lnTo>
                  <a:pt x="1038225" y="695325"/>
                </a:lnTo>
                <a:lnTo>
                  <a:pt x="1028700" y="695325"/>
                </a:lnTo>
                <a:close/>
                <a:moveTo>
                  <a:pt x="1181100" y="666750"/>
                </a:moveTo>
                <a:lnTo>
                  <a:pt x="1190625" y="666750"/>
                </a:lnTo>
                <a:lnTo>
                  <a:pt x="1190625" y="676275"/>
                </a:lnTo>
                <a:lnTo>
                  <a:pt x="1200150" y="676275"/>
                </a:lnTo>
                <a:lnTo>
                  <a:pt x="1200150" y="685800"/>
                </a:lnTo>
                <a:lnTo>
                  <a:pt x="1190625" y="685800"/>
                </a:lnTo>
                <a:lnTo>
                  <a:pt x="1190625" y="695325"/>
                </a:lnTo>
                <a:lnTo>
                  <a:pt x="1181100" y="695325"/>
                </a:lnTo>
                <a:lnTo>
                  <a:pt x="1181100" y="685800"/>
                </a:lnTo>
                <a:lnTo>
                  <a:pt x="1171575" y="685800"/>
                </a:lnTo>
                <a:lnTo>
                  <a:pt x="1171575" y="676275"/>
                </a:lnTo>
                <a:lnTo>
                  <a:pt x="1181100" y="676275"/>
                </a:lnTo>
                <a:close/>
                <a:moveTo>
                  <a:pt x="390525" y="676275"/>
                </a:moveTo>
                <a:lnTo>
                  <a:pt x="400050" y="676275"/>
                </a:lnTo>
                <a:lnTo>
                  <a:pt x="400050" y="685800"/>
                </a:lnTo>
                <a:lnTo>
                  <a:pt x="390525" y="685800"/>
                </a:lnTo>
                <a:close/>
                <a:moveTo>
                  <a:pt x="695325" y="676275"/>
                </a:moveTo>
                <a:lnTo>
                  <a:pt x="704850" y="676275"/>
                </a:lnTo>
                <a:lnTo>
                  <a:pt x="704850" y="695325"/>
                </a:lnTo>
                <a:lnTo>
                  <a:pt x="695325" y="695325"/>
                </a:lnTo>
                <a:close/>
                <a:moveTo>
                  <a:pt x="314325" y="685800"/>
                </a:moveTo>
                <a:lnTo>
                  <a:pt x="323850" y="685800"/>
                </a:lnTo>
                <a:lnTo>
                  <a:pt x="323850" y="695325"/>
                </a:lnTo>
                <a:lnTo>
                  <a:pt x="333375" y="695325"/>
                </a:lnTo>
                <a:lnTo>
                  <a:pt x="333375" y="704850"/>
                </a:lnTo>
                <a:lnTo>
                  <a:pt x="323850" y="704850"/>
                </a:lnTo>
                <a:lnTo>
                  <a:pt x="323850" y="723900"/>
                </a:lnTo>
                <a:lnTo>
                  <a:pt x="304800" y="723900"/>
                </a:lnTo>
                <a:lnTo>
                  <a:pt x="304800" y="704850"/>
                </a:lnTo>
                <a:lnTo>
                  <a:pt x="314325" y="704850"/>
                </a:lnTo>
                <a:close/>
                <a:moveTo>
                  <a:pt x="485775" y="685800"/>
                </a:moveTo>
                <a:lnTo>
                  <a:pt x="495300" y="685800"/>
                </a:lnTo>
                <a:lnTo>
                  <a:pt x="495300" y="695325"/>
                </a:lnTo>
                <a:lnTo>
                  <a:pt x="485775" y="695325"/>
                </a:lnTo>
                <a:close/>
                <a:moveTo>
                  <a:pt x="514350" y="685800"/>
                </a:moveTo>
                <a:lnTo>
                  <a:pt x="523875" y="685800"/>
                </a:lnTo>
                <a:lnTo>
                  <a:pt x="523875" y="695325"/>
                </a:lnTo>
                <a:lnTo>
                  <a:pt x="533400" y="695325"/>
                </a:lnTo>
                <a:lnTo>
                  <a:pt x="533400" y="685800"/>
                </a:lnTo>
                <a:lnTo>
                  <a:pt x="542925" y="685800"/>
                </a:lnTo>
                <a:lnTo>
                  <a:pt x="542925" y="695325"/>
                </a:lnTo>
                <a:lnTo>
                  <a:pt x="533400" y="695325"/>
                </a:lnTo>
                <a:lnTo>
                  <a:pt x="533400" y="723900"/>
                </a:lnTo>
                <a:lnTo>
                  <a:pt x="514350" y="723900"/>
                </a:lnTo>
                <a:lnTo>
                  <a:pt x="514350" y="704850"/>
                </a:lnTo>
                <a:lnTo>
                  <a:pt x="504825" y="704850"/>
                </a:lnTo>
                <a:lnTo>
                  <a:pt x="504825" y="695325"/>
                </a:lnTo>
                <a:lnTo>
                  <a:pt x="514350" y="695325"/>
                </a:lnTo>
                <a:close/>
                <a:moveTo>
                  <a:pt x="238125" y="695325"/>
                </a:moveTo>
                <a:lnTo>
                  <a:pt x="247650" y="695325"/>
                </a:lnTo>
                <a:lnTo>
                  <a:pt x="247650" y="704850"/>
                </a:lnTo>
                <a:lnTo>
                  <a:pt x="238125" y="704850"/>
                </a:lnTo>
                <a:close/>
                <a:moveTo>
                  <a:pt x="276225" y="695325"/>
                </a:moveTo>
                <a:lnTo>
                  <a:pt x="285750" y="695325"/>
                </a:lnTo>
                <a:lnTo>
                  <a:pt x="285750" y="704850"/>
                </a:lnTo>
                <a:lnTo>
                  <a:pt x="276225" y="704850"/>
                </a:lnTo>
                <a:close/>
                <a:moveTo>
                  <a:pt x="381000" y="695325"/>
                </a:moveTo>
                <a:lnTo>
                  <a:pt x="400050" y="695325"/>
                </a:lnTo>
                <a:lnTo>
                  <a:pt x="400050" y="704850"/>
                </a:lnTo>
                <a:lnTo>
                  <a:pt x="390525" y="704850"/>
                </a:lnTo>
                <a:lnTo>
                  <a:pt x="390525" y="714375"/>
                </a:lnTo>
                <a:lnTo>
                  <a:pt x="381000" y="714375"/>
                </a:lnTo>
                <a:close/>
                <a:moveTo>
                  <a:pt x="1190625" y="704850"/>
                </a:moveTo>
                <a:lnTo>
                  <a:pt x="1209675" y="704850"/>
                </a:lnTo>
                <a:lnTo>
                  <a:pt x="1209675" y="733425"/>
                </a:lnTo>
                <a:lnTo>
                  <a:pt x="1200150" y="733425"/>
                </a:lnTo>
                <a:lnTo>
                  <a:pt x="1200150" y="723900"/>
                </a:lnTo>
                <a:lnTo>
                  <a:pt x="1190625" y="723900"/>
                </a:lnTo>
                <a:close/>
                <a:moveTo>
                  <a:pt x="628650" y="714375"/>
                </a:moveTo>
                <a:lnTo>
                  <a:pt x="638175" y="714375"/>
                </a:lnTo>
                <a:lnTo>
                  <a:pt x="638175" y="723900"/>
                </a:lnTo>
                <a:lnTo>
                  <a:pt x="647700" y="723900"/>
                </a:lnTo>
                <a:lnTo>
                  <a:pt x="647700" y="733425"/>
                </a:lnTo>
                <a:lnTo>
                  <a:pt x="657225" y="733425"/>
                </a:lnTo>
                <a:lnTo>
                  <a:pt x="657225" y="742950"/>
                </a:lnTo>
                <a:lnTo>
                  <a:pt x="619125" y="742950"/>
                </a:lnTo>
                <a:lnTo>
                  <a:pt x="619125" y="723900"/>
                </a:lnTo>
                <a:lnTo>
                  <a:pt x="628650" y="723900"/>
                </a:lnTo>
                <a:close/>
                <a:moveTo>
                  <a:pt x="990600" y="714375"/>
                </a:moveTo>
                <a:lnTo>
                  <a:pt x="1009650" y="714375"/>
                </a:lnTo>
                <a:lnTo>
                  <a:pt x="1009650" y="733425"/>
                </a:lnTo>
                <a:lnTo>
                  <a:pt x="990600" y="733425"/>
                </a:lnTo>
                <a:close/>
                <a:moveTo>
                  <a:pt x="1076325" y="714375"/>
                </a:moveTo>
                <a:lnTo>
                  <a:pt x="1085850" y="714375"/>
                </a:lnTo>
                <a:lnTo>
                  <a:pt x="1085850" y="723900"/>
                </a:lnTo>
                <a:lnTo>
                  <a:pt x="1076325" y="723900"/>
                </a:lnTo>
                <a:close/>
                <a:moveTo>
                  <a:pt x="400050" y="723900"/>
                </a:moveTo>
                <a:lnTo>
                  <a:pt x="409575" y="723900"/>
                </a:lnTo>
                <a:lnTo>
                  <a:pt x="409575" y="733425"/>
                </a:lnTo>
                <a:lnTo>
                  <a:pt x="400050" y="733425"/>
                </a:lnTo>
                <a:close/>
                <a:moveTo>
                  <a:pt x="1066800" y="723900"/>
                </a:moveTo>
                <a:lnTo>
                  <a:pt x="1076325" y="723900"/>
                </a:lnTo>
                <a:lnTo>
                  <a:pt x="1076325" y="742950"/>
                </a:lnTo>
                <a:lnTo>
                  <a:pt x="1066800" y="742950"/>
                </a:lnTo>
                <a:close/>
                <a:moveTo>
                  <a:pt x="200025" y="733425"/>
                </a:moveTo>
                <a:lnTo>
                  <a:pt x="209550" y="733425"/>
                </a:lnTo>
                <a:lnTo>
                  <a:pt x="209550" y="742950"/>
                </a:lnTo>
                <a:lnTo>
                  <a:pt x="200025" y="742950"/>
                </a:lnTo>
                <a:close/>
                <a:moveTo>
                  <a:pt x="438150" y="733425"/>
                </a:moveTo>
                <a:lnTo>
                  <a:pt x="447675" y="733425"/>
                </a:lnTo>
                <a:lnTo>
                  <a:pt x="447675" y="742950"/>
                </a:lnTo>
                <a:lnTo>
                  <a:pt x="438150" y="742950"/>
                </a:lnTo>
                <a:close/>
                <a:moveTo>
                  <a:pt x="533400" y="733425"/>
                </a:moveTo>
                <a:lnTo>
                  <a:pt x="542925" y="733425"/>
                </a:lnTo>
                <a:lnTo>
                  <a:pt x="542925" y="752475"/>
                </a:lnTo>
                <a:lnTo>
                  <a:pt x="533400" y="752475"/>
                </a:lnTo>
                <a:close/>
                <a:moveTo>
                  <a:pt x="581025" y="733425"/>
                </a:moveTo>
                <a:lnTo>
                  <a:pt x="590550" y="733425"/>
                </a:lnTo>
                <a:lnTo>
                  <a:pt x="590550" y="742950"/>
                </a:lnTo>
                <a:lnTo>
                  <a:pt x="581025" y="742950"/>
                </a:lnTo>
                <a:close/>
                <a:moveTo>
                  <a:pt x="600075" y="733425"/>
                </a:moveTo>
                <a:lnTo>
                  <a:pt x="609600" y="733425"/>
                </a:lnTo>
                <a:lnTo>
                  <a:pt x="609600" y="742950"/>
                </a:lnTo>
                <a:lnTo>
                  <a:pt x="600075" y="742950"/>
                </a:lnTo>
                <a:close/>
                <a:moveTo>
                  <a:pt x="847725" y="733425"/>
                </a:moveTo>
                <a:lnTo>
                  <a:pt x="857250" y="733425"/>
                </a:lnTo>
                <a:lnTo>
                  <a:pt x="857250" y="742950"/>
                </a:lnTo>
                <a:lnTo>
                  <a:pt x="847725" y="742950"/>
                </a:lnTo>
                <a:close/>
                <a:moveTo>
                  <a:pt x="952500" y="733425"/>
                </a:moveTo>
                <a:lnTo>
                  <a:pt x="962025" y="733425"/>
                </a:lnTo>
                <a:lnTo>
                  <a:pt x="962025" y="742950"/>
                </a:lnTo>
                <a:lnTo>
                  <a:pt x="971550" y="742950"/>
                </a:lnTo>
                <a:lnTo>
                  <a:pt x="971550" y="762000"/>
                </a:lnTo>
                <a:lnTo>
                  <a:pt x="990600" y="762000"/>
                </a:lnTo>
                <a:lnTo>
                  <a:pt x="990600" y="771525"/>
                </a:lnTo>
                <a:lnTo>
                  <a:pt x="981075" y="771525"/>
                </a:lnTo>
                <a:lnTo>
                  <a:pt x="981075" y="781050"/>
                </a:lnTo>
                <a:lnTo>
                  <a:pt x="971550" y="781050"/>
                </a:lnTo>
                <a:lnTo>
                  <a:pt x="971550" y="771525"/>
                </a:lnTo>
                <a:lnTo>
                  <a:pt x="962025" y="771525"/>
                </a:lnTo>
                <a:lnTo>
                  <a:pt x="962025" y="762000"/>
                </a:lnTo>
                <a:lnTo>
                  <a:pt x="942975" y="762000"/>
                </a:lnTo>
                <a:lnTo>
                  <a:pt x="942975" y="742950"/>
                </a:lnTo>
                <a:lnTo>
                  <a:pt x="952500" y="742950"/>
                </a:lnTo>
                <a:close/>
                <a:moveTo>
                  <a:pt x="1038225" y="733425"/>
                </a:moveTo>
                <a:lnTo>
                  <a:pt x="1047750" y="733425"/>
                </a:lnTo>
                <a:lnTo>
                  <a:pt x="1047750" y="742950"/>
                </a:lnTo>
                <a:lnTo>
                  <a:pt x="1038225" y="742950"/>
                </a:lnTo>
                <a:close/>
                <a:moveTo>
                  <a:pt x="1152525" y="733425"/>
                </a:moveTo>
                <a:lnTo>
                  <a:pt x="1171575" y="733425"/>
                </a:lnTo>
                <a:lnTo>
                  <a:pt x="1171575" y="742950"/>
                </a:lnTo>
                <a:lnTo>
                  <a:pt x="1190625" y="742950"/>
                </a:lnTo>
                <a:lnTo>
                  <a:pt x="1190625" y="752475"/>
                </a:lnTo>
                <a:lnTo>
                  <a:pt x="1181100" y="752475"/>
                </a:lnTo>
                <a:lnTo>
                  <a:pt x="1181100" y="771525"/>
                </a:lnTo>
                <a:lnTo>
                  <a:pt x="1171575" y="771525"/>
                </a:lnTo>
                <a:lnTo>
                  <a:pt x="1171575" y="781050"/>
                </a:lnTo>
                <a:lnTo>
                  <a:pt x="1162050" y="781050"/>
                </a:lnTo>
                <a:lnTo>
                  <a:pt x="1162050" y="762000"/>
                </a:lnTo>
                <a:lnTo>
                  <a:pt x="1152525" y="762000"/>
                </a:lnTo>
                <a:close/>
                <a:moveTo>
                  <a:pt x="447675" y="742950"/>
                </a:moveTo>
                <a:lnTo>
                  <a:pt x="457200" y="742950"/>
                </a:lnTo>
                <a:lnTo>
                  <a:pt x="457200" y="752475"/>
                </a:lnTo>
                <a:lnTo>
                  <a:pt x="447675" y="752475"/>
                </a:lnTo>
                <a:close/>
                <a:moveTo>
                  <a:pt x="838200" y="742950"/>
                </a:moveTo>
                <a:lnTo>
                  <a:pt x="847725" y="742950"/>
                </a:lnTo>
                <a:lnTo>
                  <a:pt x="847725" y="762000"/>
                </a:lnTo>
                <a:lnTo>
                  <a:pt x="828675" y="762000"/>
                </a:lnTo>
                <a:lnTo>
                  <a:pt x="828675" y="752475"/>
                </a:lnTo>
                <a:lnTo>
                  <a:pt x="838200" y="752475"/>
                </a:lnTo>
                <a:close/>
                <a:moveTo>
                  <a:pt x="180975" y="752475"/>
                </a:moveTo>
                <a:lnTo>
                  <a:pt x="200025" y="752475"/>
                </a:lnTo>
                <a:lnTo>
                  <a:pt x="200025" y="771525"/>
                </a:lnTo>
                <a:lnTo>
                  <a:pt x="180975" y="771525"/>
                </a:lnTo>
                <a:close/>
                <a:moveTo>
                  <a:pt x="381000" y="752475"/>
                </a:moveTo>
                <a:lnTo>
                  <a:pt x="390525" y="752475"/>
                </a:lnTo>
                <a:lnTo>
                  <a:pt x="390525" y="762000"/>
                </a:lnTo>
                <a:lnTo>
                  <a:pt x="381000" y="762000"/>
                </a:lnTo>
                <a:close/>
                <a:moveTo>
                  <a:pt x="457200" y="752475"/>
                </a:moveTo>
                <a:lnTo>
                  <a:pt x="466725" y="752475"/>
                </a:lnTo>
                <a:lnTo>
                  <a:pt x="466725" y="762000"/>
                </a:lnTo>
                <a:lnTo>
                  <a:pt x="476250" y="762000"/>
                </a:lnTo>
                <a:lnTo>
                  <a:pt x="476250" y="771525"/>
                </a:lnTo>
                <a:lnTo>
                  <a:pt x="457200" y="771525"/>
                </a:lnTo>
                <a:close/>
                <a:moveTo>
                  <a:pt x="571500" y="752475"/>
                </a:moveTo>
                <a:lnTo>
                  <a:pt x="600075" y="752475"/>
                </a:lnTo>
                <a:lnTo>
                  <a:pt x="600075" y="771525"/>
                </a:lnTo>
                <a:lnTo>
                  <a:pt x="590550" y="771525"/>
                </a:lnTo>
                <a:lnTo>
                  <a:pt x="590550" y="781050"/>
                </a:lnTo>
                <a:lnTo>
                  <a:pt x="581025" y="781050"/>
                </a:lnTo>
                <a:lnTo>
                  <a:pt x="581025" y="771525"/>
                </a:lnTo>
                <a:lnTo>
                  <a:pt x="571500" y="771525"/>
                </a:lnTo>
                <a:close/>
                <a:moveTo>
                  <a:pt x="762000" y="752475"/>
                </a:moveTo>
                <a:lnTo>
                  <a:pt x="771525" y="752475"/>
                </a:lnTo>
                <a:lnTo>
                  <a:pt x="771525" y="781050"/>
                </a:lnTo>
                <a:lnTo>
                  <a:pt x="762000" y="781050"/>
                </a:lnTo>
                <a:lnTo>
                  <a:pt x="762000" y="790575"/>
                </a:lnTo>
                <a:lnTo>
                  <a:pt x="752475" y="790575"/>
                </a:lnTo>
                <a:lnTo>
                  <a:pt x="752475" y="762000"/>
                </a:lnTo>
                <a:lnTo>
                  <a:pt x="762000" y="762000"/>
                </a:lnTo>
                <a:close/>
                <a:moveTo>
                  <a:pt x="333375" y="762000"/>
                </a:moveTo>
                <a:lnTo>
                  <a:pt x="342900" y="762000"/>
                </a:lnTo>
                <a:lnTo>
                  <a:pt x="342900" y="771525"/>
                </a:lnTo>
                <a:lnTo>
                  <a:pt x="333375" y="771525"/>
                </a:lnTo>
                <a:close/>
                <a:moveTo>
                  <a:pt x="266700" y="771525"/>
                </a:moveTo>
                <a:lnTo>
                  <a:pt x="295275" y="771525"/>
                </a:lnTo>
                <a:lnTo>
                  <a:pt x="295275" y="781050"/>
                </a:lnTo>
                <a:lnTo>
                  <a:pt x="266700" y="781050"/>
                </a:lnTo>
                <a:close/>
                <a:moveTo>
                  <a:pt x="552450" y="771525"/>
                </a:moveTo>
                <a:lnTo>
                  <a:pt x="561975" y="771525"/>
                </a:lnTo>
                <a:lnTo>
                  <a:pt x="561975" y="781050"/>
                </a:lnTo>
                <a:lnTo>
                  <a:pt x="581025" y="781050"/>
                </a:lnTo>
                <a:lnTo>
                  <a:pt x="581025" y="790575"/>
                </a:lnTo>
                <a:lnTo>
                  <a:pt x="600075" y="790575"/>
                </a:lnTo>
                <a:lnTo>
                  <a:pt x="600075" y="800100"/>
                </a:lnTo>
                <a:lnTo>
                  <a:pt x="581025" y="800100"/>
                </a:lnTo>
                <a:lnTo>
                  <a:pt x="581025" y="809625"/>
                </a:lnTo>
                <a:lnTo>
                  <a:pt x="561975" y="809625"/>
                </a:lnTo>
                <a:lnTo>
                  <a:pt x="561975" y="800100"/>
                </a:lnTo>
                <a:lnTo>
                  <a:pt x="552450" y="800100"/>
                </a:lnTo>
                <a:close/>
                <a:moveTo>
                  <a:pt x="781050" y="771525"/>
                </a:moveTo>
                <a:lnTo>
                  <a:pt x="790575" y="771525"/>
                </a:lnTo>
                <a:lnTo>
                  <a:pt x="790575" y="781050"/>
                </a:lnTo>
                <a:lnTo>
                  <a:pt x="781050" y="781050"/>
                </a:lnTo>
                <a:close/>
                <a:moveTo>
                  <a:pt x="419100" y="781050"/>
                </a:moveTo>
                <a:lnTo>
                  <a:pt x="447675" y="781050"/>
                </a:lnTo>
                <a:lnTo>
                  <a:pt x="447675" y="790575"/>
                </a:lnTo>
                <a:lnTo>
                  <a:pt x="419100" y="790575"/>
                </a:lnTo>
                <a:close/>
                <a:moveTo>
                  <a:pt x="676275" y="781050"/>
                </a:moveTo>
                <a:lnTo>
                  <a:pt x="685800" y="781050"/>
                </a:lnTo>
                <a:lnTo>
                  <a:pt x="685800" y="790575"/>
                </a:lnTo>
                <a:lnTo>
                  <a:pt x="704850" y="790575"/>
                </a:lnTo>
                <a:lnTo>
                  <a:pt x="704850" y="800100"/>
                </a:lnTo>
                <a:lnTo>
                  <a:pt x="695325" y="800100"/>
                </a:lnTo>
                <a:lnTo>
                  <a:pt x="695325" y="809625"/>
                </a:lnTo>
                <a:lnTo>
                  <a:pt x="685800" y="809625"/>
                </a:lnTo>
                <a:lnTo>
                  <a:pt x="685800" y="800100"/>
                </a:lnTo>
                <a:lnTo>
                  <a:pt x="666750" y="800100"/>
                </a:lnTo>
                <a:lnTo>
                  <a:pt x="666750" y="790575"/>
                </a:lnTo>
                <a:lnTo>
                  <a:pt x="676275" y="790575"/>
                </a:lnTo>
                <a:close/>
                <a:moveTo>
                  <a:pt x="352425" y="790575"/>
                </a:moveTo>
                <a:lnTo>
                  <a:pt x="361950" y="790575"/>
                </a:lnTo>
                <a:lnTo>
                  <a:pt x="361950" y="800100"/>
                </a:lnTo>
                <a:lnTo>
                  <a:pt x="352425" y="800100"/>
                </a:lnTo>
                <a:close/>
                <a:moveTo>
                  <a:pt x="504825" y="790575"/>
                </a:moveTo>
                <a:lnTo>
                  <a:pt x="523875" y="790575"/>
                </a:lnTo>
                <a:lnTo>
                  <a:pt x="523875" y="800100"/>
                </a:lnTo>
                <a:lnTo>
                  <a:pt x="542925" y="800100"/>
                </a:lnTo>
                <a:lnTo>
                  <a:pt x="542925" y="809625"/>
                </a:lnTo>
                <a:lnTo>
                  <a:pt x="504825" y="809625"/>
                </a:lnTo>
                <a:close/>
                <a:moveTo>
                  <a:pt x="742950" y="790575"/>
                </a:moveTo>
                <a:lnTo>
                  <a:pt x="752475" y="790575"/>
                </a:lnTo>
                <a:lnTo>
                  <a:pt x="752475" y="800100"/>
                </a:lnTo>
                <a:lnTo>
                  <a:pt x="742950" y="800100"/>
                </a:lnTo>
                <a:close/>
                <a:moveTo>
                  <a:pt x="771525" y="790575"/>
                </a:moveTo>
                <a:lnTo>
                  <a:pt x="781050" y="790575"/>
                </a:lnTo>
                <a:lnTo>
                  <a:pt x="781050" y="800100"/>
                </a:lnTo>
                <a:lnTo>
                  <a:pt x="771525" y="800100"/>
                </a:lnTo>
                <a:close/>
                <a:moveTo>
                  <a:pt x="1162050" y="790575"/>
                </a:moveTo>
                <a:lnTo>
                  <a:pt x="1190625" y="790575"/>
                </a:lnTo>
                <a:lnTo>
                  <a:pt x="1190625" y="800100"/>
                </a:lnTo>
                <a:lnTo>
                  <a:pt x="1181100" y="800100"/>
                </a:lnTo>
                <a:lnTo>
                  <a:pt x="1181100" y="809625"/>
                </a:lnTo>
                <a:lnTo>
                  <a:pt x="1162050" y="809625"/>
                </a:lnTo>
                <a:close/>
                <a:moveTo>
                  <a:pt x="600075" y="800100"/>
                </a:moveTo>
                <a:lnTo>
                  <a:pt x="609600" y="800100"/>
                </a:lnTo>
                <a:lnTo>
                  <a:pt x="609600" y="809625"/>
                </a:lnTo>
                <a:lnTo>
                  <a:pt x="600075" y="809625"/>
                </a:lnTo>
                <a:close/>
                <a:moveTo>
                  <a:pt x="647700" y="800100"/>
                </a:moveTo>
                <a:lnTo>
                  <a:pt x="666750" y="800100"/>
                </a:lnTo>
                <a:lnTo>
                  <a:pt x="666750" y="809625"/>
                </a:lnTo>
                <a:lnTo>
                  <a:pt x="647700" y="809625"/>
                </a:lnTo>
                <a:close/>
                <a:moveTo>
                  <a:pt x="704850" y="800100"/>
                </a:moveTo>
                <a:lnTo>
                  <a:pt x="714375" y="800100"/>
                </a:lnTo>
                <a:lnTo>
                  <a:pt x="714375" y="809625"/>
                </a:lnTo>
                <a:lnTo>
                  <a:pt x="704850" y="809625"/>
                </a:lnTo>
                <a:close/>
              </a:path>
            </a:pathLst>
          </a:custGeom>
          <a:solidFill xmlns:a="http://schemas.openxmlformats.org/drawingml/2006/main">
            <a:srgbClr val="F9F8F3"/>
          </a:solidFill>
          <a:ln xmlns:a="http://schemas.openxmlformats.org/drawingml/2006/main" w="0">
            <a:noFill/>
          </a:ln>
        </p:spPr>
      </p:sp>
      <p:sp>
        <p:nvSpPr>
          <p:cNvPr id="77" name="v02 vector #f8fbf5">
            <a:extLst xmlns:a="http://schemas.openxmlformats.org/drawingml/2006/main">
              <a:ext uri="{FF2B5EF4-FFF2-40B4-BE49-F238E27FC236}">
                <a16:creationId xmlns:a16="http://schemas.microsoft.com/office/drawing/2014/main" id="{6A4465CC-D295-4421-82F5-E7EA4E4366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10675" y="2362200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133350" y="66675"/>
                </a:moveTo>
                <a:lnTo>
                  <a:pt x="142875" y="66675"/>
                </a:lnTo>
                <a:lnTo>
                  <a:pt x="142875" y="76200"/>
                </a:lnTo>
                <a:lnTo>
                  <a:pt x="133350" y="76200"/>
                </a:lnTo>
                <a:close/>
                <a:moveTo>
                  <a:pt x="561975" y="66675"/>
                </a:moveTo>
                <a:lnTo>
                  <a:pt x="571500" y="66675"/>
                </a:lnTo>
                <a:lnTo>
                  <a:pt x="571500" y="76200"/>
                </a:lnTo>
                <a:lnTo>
                  <a:pt x="561975" y="76200"/>
                </a:lnTo>
                <a:close/>
                <a:moveTo>
                  <a:pt x="609600" y="85725"/>
                </a:moveTo>
                <a:lnTo>
                  <a:pt x="619125" y="85725"/>
                </a:lnTo>
                <a:lnTo>
                  <a:pt x="619125" y="95250"/>
                </a:lnTo>
                <a:lnTo>
                  <a:pt x="628650" y="95250"/>
                </a:lnTo>
                <a:lnTo>
                  <a:pt x="628650" y="104775"/>
                </a:lnTo>
                <a:lnTo>
                  <a:pt x="619125" y="104775"/>
                </a:lnTo>
                <a:lnTo>
                  <a:pt x="619125" y="114300"/>
                </a:lnTo>
                <a:lnTo>
                  <a:pt x="628650" y="114300"/>
                </a:lnTo>
                <a:lnTo>
                  <a:pt x="628650" y="123825"/>
                </a:lnTo>
                <a:lnTo>
                  <a:pt x="609600" y="123825"/>
                </a:lnTo>
                <a:close/>
                <a:moveTo>
                  <a:pt x="609600" y="133350"/>
                </a:moveTo>
                <a:lnTo>
                  <a:pt x="628650" y="133350"/>
                </a:lnTo>
                <a:lnTo>
                  <a:pt x="628650" y="161925"/>
                </a:lnTo>
                <a:lnTo>
                  <a:pt x="638175" y="161925"/>
                </a:lnTo>
                <a:lnTo>
                  <a:pt x="638175" y="171450"/>
                </a:lnTo>
                <a:lnTo>
                  <a:pt x="619125" y="171450"/>
                </a:lnTo>
                <a:lnTo>
                  <a:pt x="619125" y="161925"/>
                </a:lnTo>
                <a:lnTo>
                  <a:pt x="609600" y="161925"/>
                </a:lnTo>
                <a:close/>
                <a:moveTo>
                  <a:pt x="542925" y="142875"/>
                </a:moveTo>
                <a:lnTo>
                  <a:pt x="552450" y="142875"/>
                </a:lnTo>
                <a:lnTo>
                  <a:pt x="552450" y="152400"/>
                </a:lnTo>
                <a:lnTo>
                  <a:pt x="561975" y="152400"/>
                </a:lnTo>
                <a:lnTo>
                  <a:pt x="561975" y="161925"/>
                </a:lnTo>
                <a:lnTo>
                  <a:pt x="542925" y="161925"/>
                </a:lnTo>
                <a:close/>
                <a:moveTo>
                  <a:pt x="476250" y="161925"/>
                </a:moveTo>
                <a:lnTo>
                  <a:pt x="495300" y="161925"/>
                </a:lnTo>
                <a:lnTo>
                  <a:pt x="495300" y="180975"/>
                </a:lnTo>
                <a:lnTo>
                  <a:pt x="476250" y="180975"/>
                </a:lnTo>
                <a:close/>
                <a:moveTo>
                  <a:pt x="419100" y="200025"/>
                </a:moveTo>
                <a:lnTo>
                  <a:pt x="428625" y="200025"/>
                </a:lnTo>
                <a:lnTo>
                  <a:pt x="428625" y="209550"/>
                </a:lnTo>
                <a:lnTo>
                  <a:pt x="419100" y="209550"/>
                </a:lnTo>
                <a:close/>
                <a:moveTo>
                  <a:pt x="190500" y="209550"/>
                </a:moveTo>
                <a:lnTo>
                  <a:pt x="209550" y="209550"/>
                </a:lnTo>
                <a:lnTo>
                  <a:pt x="209550" y="219075"/>
                </a:lnTo>
                <a:lnTo>
                  <a:pt x="190500" y="219075"/>
                </a:lnTo>
                <a:close/>
                <a:moveTo>
                  <a:pt x="228600" y="209550"/>
                </a:moveTo>
                <a:lnTo>
                  <a:pt x="247650" y="209550"/>
                </a:lnTo>
                <a:lnTo>
                  <a:pt x="247650" y="228600"/>
                </a:lnTo>
                <a:lnTo>
                  <a:pt x="238125" y="228600"/>
                </a:lnTo>
                <a:lnTo>
                  <a:pt x="238125" y="219075"/>
                </a:lnTo>
                <a:lnTo>
                  <a:pt x="228600" y="219075"/>
                </a:lnTo>
                <a:close/>
                <a:moveTo>
                  <a:pt x="266700" y="209550"/>
                </a:moveTo>
                <a:lnTo>
                  <a:pt x="276225" y="209550"/>
                </a:lnTo>
                <a:lnTo>
                  <a:pt x="276225" y="219075"/>
                </a:lnTo>
                <a:lnTo>
                  <a:pt x="266700" y="219075"/>
                </a:lnTo>
                <a:close/>
                <a:moveTo>
                  <a:pt x="171450" y="219075"/>
                </a:moveTo>
                <a:lnTo>
                  <a:pt x="180975" y="219075"/>
                </a:lnTo>
                <a:lnTo>
                  <a:pt x="180975" y="228600"/>
                </a:lnTo>
                <a:lnTo>
                  <a:pt x="171450" y="228600"/>
                </a:lnTo>
                <a:close/>
                <a:moveTo>
                  <a:pt x="190500" y="228600"/>
                </a:moveTo>
                <a:lnTo>
                  <a:pt x="209550" y="228600"/>
                </a:lnTo>
                <a:lnTo>
                  <a:pt x="209550" y="238125"/>
                </a:lnTo>
                <a:lnTo>
                  <a:pt x="190500" y="238125"/>
                </a:lnTo>
                <a:close/>
                <a:moveTo>
                  <a:pt x="228600" y="228600"/>
                </a:moveTo>
                <a:lnTo>
                  <a:pt x="238125" y="228600"/>
                </a:lnTo>
                <a:lnTo>
                  <a:pt x="238125" y="238125"/>
                </a:lnTo>
                <a:lnTo>
                  <a:pt x="228600" y="238125"/>
                </a:lnTo>
                <a:close/>
                <a:moveTo>
                  <a:pt x="381000" y="238125"/>
                </a:moveTo>
                <a:lnTo>
                  <a:pt x="400050" y="238125"/>
                </a:lnTo>
                <a:lnTo>
                  <a:pt x="400050" y="247650"/>
                </a:lnTo>
                <a:lnTo>
                  <a:pt x="381000" y="247650"/>
                </a:lnTo>
                <a:close/>
                <a:moveTo>
                  <a:pt x="533400" y="238125"/>
                </a:moveTo>
                <a:lnTo>
                  <a:pt x="542925" y="238125"/>
                </a:lnTo>
                <a:lnTo>
                  <a:pt x="542925" y="257175"/>
                </a:lnTo>
                <a:lnTo>
                  <a:pt x="533400" y="257175"/>
                </a:lnTo>
                <a:close/>
                <a:moveTo>
                  <a:pt x="552450" y="238125"/>
                </a:moveTo>
                <a:lnTo>
                  <a:pt x="571500" y="238125"/>
                </a:lnTo>
                <a:lnTo>
                  <a:pt x="571500" y="257175"/>
                </a:lnTo>
                <a:lnTo>
                  <a:pt x="552450" y="257175"/>
                </a:lnTo>
                <a:close/>
                <a:moveTo>
                  <a:pt x="923925" y="238125"/>
                </a:moveTo>
                <a:lnTo>
                  <a:pt x="933450" y="238125"/>
                </a:lnTo>
                <a:lnTo>
                  <a:pt x="933450" y="247650"/>
                </a:lnTo>
                <a:lnTo>
                  <a:pt x="923925" y="247650"/>
                </a:lnTo>
                <a:close/>
                <a:moveTo>
                  <a:pt x="76200" y="266700"/>
                </a:moveTo>
                <a:lnTo>
                  <a:pt x="85725" y="266700"/>
                </a:lnTo>
                <a:lnTo>
                  <a:pt x="85725" y="276225"/>
                </a:lnTo>
                <a:lnTo>
                  <a:pt x="95250" y="276225"/>
                </a:lnTo>
                <a:lnTo>
                  <a:pt x="95250" y="285750"/>
                </a:lnTo>
                <a:lnTo>
                  <a:pt x="76200" y="285750"/>
                </a:lnTo>
                <a:close/>
                <a:moveTo>
                  <a:pt x="257175" y="266700"/>
                </a:moveTo>
                <a:lnTo>
                  <a:pt x="266700" y="266700"/>
                </a:lnTo>
                <a:lnTo>
                  <a:pt x="266700" y="276225"/>
                </a:lnTo>
                <a:lnTo>
                  <a:pt x="257175" y="276225"/>
                </a:lnTo>
                <a:close/>
                <a:moveTo>
                  <a:pt x="133350" y="276225"/>
                </a:moveTo>
                <a:lnTo>
                  <a:pt x="152400" y="276225"/>
                </a:lnTo>
                <a:lnTo>
                  <a:pt x="152400" y="285750"/>
                </a:lnTo>
                <a:lnTo>
                  <a:pt x="133350" y="285750"/>
                </a:lnTo>
                <a:close/>
                <a:moveTo>
                  <a:pt x="266700" y="276225"/>
                </a:moveTo>
                <a:lnTo>
                  <a:pt x="276225" y="276225"/>
                </a:lnTo>
                <a:lnTo>
                  <a:pt x="276225" y="295275"/>
                </a:lnTo>
                <a:lnTo>
                  <a:pt x="266700" y="295275"/>
                </a:lnTo>
                <a:close/>
                <a:moveTo>
                  <a:pt x="152400" y="285750"/>
                </a:moveTo>
                <a:lnTo>
                  <a:pt x="161925" y="285750"/>
                </a:lnTo>
                <a:lnTo>
                  <a:pt x="161925" y="295275"/>
                </a:lnTo>
                <a:lnTo>
                  <a:pt x="152400" y="295275"/>
                </a:lnTo>
                <a:close/>
                <a:moveTo>
                  <a:pt x="657225" y="285750"/>
                </a:moveTo>
                <a:lnTo>
                  <a:pt x="666750" y="285750"/>
                </a:lnTo>
                <a:lnTo>
                  <a:pt x="666750" y="304800"/>
                </a:lnTo>
                <a:lnTo>
                  <a:pt x="657225" y="304800"/>
                </a:lnTo>
                <a:close/>
                <a:moveTo>
                  <a:pt x="533400" y="295275"/>
                </a:moveTo>
                <a:lnTo>
                  <a:pt x="561975" y="295275"/>
                </a:lnTo>
                <a:lnTo>
                  <a:pt x="561975" y="304800"/>
                </a:lnTo>
                <a:lnTo>
                  <a:pt x="533400" y="304800"/>
                </a:lnTo>
                <a:close/>
                <a:moveTo>
                  <a:pt x="257175" y="304800"/>
                </a:moveTo>
                <a:lnTo>
                  <a:pt x="266700" y="304800"/>
                </a:lnTo>
                <a:lnTo>
                  <a:pt x="266700" y="314325"/>
                </a:lnTo>
                <a:lnTo>
                  <a:pt x="257175" y="314325"/>
                </a:lnTo>
                <a:close/>
                <a:moveTo>
                  <a:pt x="666750" y="304800"/>
                </a:moveTo>
                <a:lnTo>
                  <a:pt x="676275" y="304800"/>
                </a:lnTo>
                <a:lnTo>
                  <a:pt x="676275" y="314325"/>
                </a:lnTo>
                <a:lnTo>
                  <a:pt x="666750" y="314325"/>
                </a:lnTo>
                <a:close/>
                <a:moveTo>
                  <a:pt x="333375" y="323850"/>
                </a:moveTo>
                <a:lnTo>
                  <a:pt x="352425" y="323850"/>
                </a:lnTo>
                <a:lnTo>
                  <a:pt x="352425" y="333375"/>
                </a:lnTo>
                <a:lnTo>
                  <a:pt x="333375" y="333375"/>
                </a:lnTo>
                <a:close/>
                <a:moveTo>
                  <a:pt x="161925" y="361950"/>
                </a:moveTo>
                <a:lnTo>
                  <a:pt x="171450" y="361950"/>
                </a:lnTo>
                <a:lnTo>
                  <a:pt x="171450" y="371475"/>
                </a:lnTo>
                <a:lnTo>
                  <a:pt x="161925" y="371475"/>
                </a:lnTo>
                <a:close/>
                <a:moveTo>
                  <a:pt x="1200150" y="381000"/>
                </a:moveTo>
                <a:lnTo>
                  <a:pt x="1209675" y="381000"/>
                </a:lnTo>
                <a:lnTo>
                  <a:pt x="1209675" y="390525"/>
                </a:lnTo>
                <a:lnTo>
                  <a:pt x="1200150" y="390525"/>
                </a:lnTo>
                <a:close/>
                <a:moveTo>
                  <a:pt x="266700" y="390525"/>
                </a:moveTo>
                <a:lnTo>
                  <a:pt x="276225" y="390525"/>
                </a:lnTo>
                <a:lnTo>
                  <a:pt x="276225" y="400050"/>
                </a:lnTo>
                <a:lnTo>
                  <a:pt x="266700" y="400050"/>
                </a:lnTo>
                <a:close/>
                <a:moveTo>
                  <a:pt x="266700" y="409575"/>
                </a:moveTo>
                <a:lnTo>
                  <a:pt x="276225" y="409575"/>
                </a:lnTo>
                <a:lnTo>
                  <a:pt x="276225" y="428625"/>
                </a:lnTo>
                <a:lnTo>
                  <a:pt x="257175" y="428625"/>
                </a:lnTo>
                <a:lnTo>
                  <a:pt x="257175" y="419100"/>
                </a:lnTo>
                <a:lnTo>
                  <a:pt x="266700" y="419100"/>
                </a:lnTo>
                <a:close/>
                <a:moveTo>
                  <a:pt x="190500" y="447675"/>
                </a:moveTo>
                <a:lnTo>
                  <a:pt x="200025" y="447675"/>
                </a:lnTo>
                <a:lnTo>
                  <a:pt x="200025" y="457200"/>
                </a:lnTo>
                <a:lnTo>
                  <a:pt x="190500" y="457200"/>
                </a:lnTo>
                <a:close/>
                <a:moveTo>
                  <a:pt x="742950" y="476250"/>
                </a:moveTo>
                <a:lnTo>
                  <a:pt x="762000" y="476250"/>
                </a:lnTo>
                <a:lnTo>
                  <a:pt x="762000" y="495300"/>
                </a:lnTo>
                <a:lnTo>
                  <a:pt x="752475" y="495300"/>
                </a:lnTo>
                <a:lnTo>
                  <a:pt x="752475" y="485775"/>
                </a:lnTo>
                <a:lnTo>
                  <a:pt x="742950" y="485775"/>
                </a:lnTo>
                <a:close/>
                <a:moveTo>
                  <a:pt x="762000" y="495300"/>
                </a:moveTo>
                <a:lnTo>
                  <a:pt x="771525" y="495300"/>
                </a:lnTo>
                <a:lnTo>
                  <a:pt x="771525" y="504825"/>
                </a:lnTo>
                <a:lnTo>
                  <a:pt x="762000" y="504825"/>
                </a:lnTo>
                <a:close/>
                <a:moveTo>
                  <a:pt x="1190625" y="561975"/>
                </a:moveTo>
                <a:lnTo>
                  <a:pt x="1200150" y="561975"/>
                </a:lnTo>
                <a:lnTo>
                  <a:pt x="1200150" y="571500"/>
                </a:lnTo>
                <a:lnTo>
                  <a:pt x="1190625" y="571500"/>
                </a:lnTo>
                <a:close/>
                <a:moveTo>
                  <a:pt x="619125" y="571500"/>
                </a:moveTo>
                <a:lnTo>
                  <a:pt x="628650" y="571500"/>
                </a:lnTo>
                <a:lnTo>
                  <a:pt x="628650" y="581025"/>
                </a:lnTo>
                <a:lnTo>
                  <a:pt x="619125" y="581025"/>
                </a:lnTo>
                <a:close/>
                <a:moveTo>
                  <a:pt x="561975" y="590550"/>
                </a:moveTo>
                <a:lnTo>
                  <a:pt x="581025" y="590550"/>
                </a:lnTo>
                <a:lnTo>
                  <a:pt x="581025" y="600075"/>
                </a:lnTo>
                <a:lnTo>
                  <a:pt x="561975" y="600075"/>
                </a:lnTo>
                <a:close/>
                <a:moveTo>
                  <a:pt x="314325" y="600075"/>
                </a:moveTo>
                <a:lnTo>
                  <a:pt x="323850" y="600075"/>
                </a:lnTo>
                <a:lnTo>
                  <a:pt x="323850" y="609600"/>
                </a:lnTo>
                <a:lnTo>
                  <a:pt x="342900" y="609600"/>
                </a:lnTo>
                <a:lnTo>
                  <a:pt x="342900" y="619125"/>
                </a:lnTo>
                <a:lnTo>
                  <a:pt x="333375" y="619125"/>
                </a:lnTo>
                <a:lnTo>
                  <a:pt x="333375" y="628650"/>
                </a:lnTo>
                <a:lnTo>
                  <a:pt x="295275" y="628650"/>
                </a:lnTo>
                <a:lnTo>
                  <a:pt x="295275" y="619125"/>
                </a:lnTo>
                <a:lnTo>
                  <a:pt x="314325" y="619125"/>
                </a:lnTo>
                <a:close/>
                <a:moveTo>
                  <a:pt x="904875" y="714375"/>
                </a:moveTo>
                <a:lnTo>
                  <a:pt x="914400" y="714375"/>
                </a:lnTo>
                <a:lnTo>
                  <a:pt x="914400" y="723900"/>
                </a:lnTo>
                <a:lnTo>
                  <a:pt x="904875" y="723900"/>
                </a:lnTo>
                <a:close/>
                <a:moveTo>
                  <a:pt x="38100" y="733425"/>
                </a:moveTo>
                <a:lnTo>
                  <a:pt x="76200" y="733425"/>
                </a:lnTo>
                <a:lnTo>
                  <a:pt x="76200" y="742950"/>
                </a:lnTo>
                <a:lnTo>
                  <a:pt x="57150" y="742950"/>
                </a:lnTo>
                <a:lnTo>
                  <a:pt x="57150" y="752475"/>
                </a:lnTo>
                <a:lnTo>
                  <a:pt x="47625" y="752475"/>
                </a:lnTo>
                <a:lnTo>
                  <a:pt x="47625" y="742950"/>
                </a:lnTo>
                <a:lnTo>
                  <a:pt x="38100" y="742950"/>
                </a:lnTo>
                <a:close/>
              </a:path>
            </a:pathLst>
          </a:custGeom>
          <a:solidFill xmlns:a="http://schemas.openxmlformats.org/drawingml/2006/main">
            <a:srgbClr val="F8FBF5"/>
          </a:solidFill>
          <a:ln xmlns:a="http://schemas.openxmlformats.org/drawingml/2006/main" w="0">
            <a:noFill/>
          </a:ln>
        </p:spPr>
      </p:sp>
      <p:sp>
        <p:nvSpPr>
          <p:cNvPr id="78" name="v02 vector #f8f9f4">
            <a:extLst xmlns:a="http://schemas.openxmlformats.org/drawingml/2006/main">
              <a:ext uri="{FF2B5EF4-FFF2-40B4-BE49-F238E27FC236}">
                <a16:creationId xmlns:a16="http://schemas.microsoft.com/office/drawing/2014/main" id="{3E0CACD0-783E-4EED-9BDB-08E2CC0C64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10675" y="2362200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104775" y="0"/>
                </a:moveTo>
                <a:lnTo>
                  <a:pt x="123825" y="0"/>
                </a:lnTo>
                <a:lnTo>
                  <a:pt x="123825" y="9525"/>
                </a:lnTo>
                <a:lnTo>
                  <a:pt x="104775" y="9525"/>
                </a:lnTo>
                <a:close/>
                <a:moveTo>
                  <a:pt x="447675" y="0"/>
                </a:moveTo>
                <a:lnTo>
                  <a:pt x="504825" y="0"/>
                </a:lnTo>
                <a:lnTo>
                  <a:pt x="504825" y="19050"/>
                </a:lnTo>
                <a:lnTo>
                  <a:pt x="542925" y="19050"/>
                </a:lnTo>
                <a:lnTo>
                  <a:pt x="542925" y="0"/>
                </a:lnTo>
                <a:lnTo>
                  <a:pt x="552450" y="0"/>
                </a:lnTo>
                <a:lnTo>
                  <a:pt x="552450" y="19050"/>
                </a:lnTo>
                <a:lnTo>
                  <a:pt x="542925" y="19050"/>
                </a:lnTo>
                <a:lnTo>
                  <a:pt x="542925" y="28575"/>
                </a:lnTo>
                <a:lnTo>
                  <a:pt x="485775" y="28575"/>
                </a:lnTo>
                <a:lnTo>
                  <a:pt x="485775" y="19050"/>
                </a:lnTo>
                <a:lnTo>
                  <a:pt x="495300" y="19050"/>
                </a:lnTo>
                <a:lnTo>
                  <a:pt x="495300" y="9525"/>
                </a:lnTo>
                <a:lnTo>
                  <a:pt x="466725" y="9525"/>
                </a:lnTo>
                <a:lnTo>
                  <a:pt x="466725" y="19050"/>
                </a:lnTo>
                <a:lnTo>
                  <a:pt x="438150" y="19050"/>
                </a:lnTo>
                <a:lnTo>
                  <a:pt x="438150" y="9525"/>
                </a:lnTo>
                <a:lnTo>
                  <a:pt x="447675" y="9525"/>
                </a:lnTo>
                <a:close/>
                <a:moveTo>
                  <a:pt x="676275" y="0"/>
                </a:moveTo>
                <a:lnTo>
                  <a:pt x="685800" y="0"/>
                </a:lnTo>
                <a:lnTo>
                  <a:pt x="685800" y="9525"/>
                </a:lnTo>
                <a:lnTo>
                  <a:pt x="676275" y="9525"/>
                </a:lnTo>
                <a:close/>
                <a:moveTo>
                  <a:pt x="190500" y="9525"/>
                </a:moveTo>
                <a:lnTo>
                  <a:pt x="219075" y="9525"/>
                </a:lnTo>
                <a:lnTo>
                  <a:pt x="219075" y="19050"/>
                </a:lnTo>
                <a:lnTo>
                  <a:pt x="190500" y="19050"/>
                </a:lnTo>
                <a:close/>
                <a:moveTo>
                  <a:pt x="361950" y="9525"/>
                </a:moveTo>
                <a:lnTo>
                  <a:pt x="371475" y="9525"/>
                </a:lnTo>
                <a:lnTo>
                  <a:pt x="371475" y="19050"/>
                </a:lnTo>
                <a:lnTo>
                  <a:pt x="361950" y="19050"/>
                </a:lnTo>
                <a:close/>
                <a:moveTo>
                  <a:pt x="381000" y="9525"/>
                </a:moveTo>
                <a:lnTo>
                  <a:pt x="409575" y="9525"/>
                </a:lnTo>
                <a:lnTo>
                  <a:pt x="409575" y="19050"/>
                </a:lnTo>
                <a:lnTo>
                  <a:pt x="381000" y="19050"/>
                </a:lnTo>
                <a:close/>
                <a:moveTo>
                  <a:pt x="581025" y="9525"/>
                </a:moveTo>
                <a:lnTo>
                  <a:pt x="600075" y="9525"/>
                </a:lnTo>
                <a:lnTo>
                  <a:pt x="600075" y="28575"/>
                </a:lnTo>
                <a:lnTo>
                  <a:pt x="590550" y="28575"/>
                </a:lnTo>
                <a:lnTo>
                  <a:pt x="590550" y="38100"/>
                </a:lnTo>
                <a:lnTo>
                  <a:pt x="581025" y="38100"/>
                </a:lnTo>
                <a:lnTo>
                  <a:pt x="581025" y="28575"/>
                </a:lnTo>
                <a:lnTo>
                  <a:pt x="571500" y="28575"/>
                </a:lnTo>
                <a:lnTo>
                  <a:pt x="571500" y="19050"/>
                </a:lnTo>
                <a:lnTo>
                  <a:pt x="581025" y="19050"/>
                </a:lnTo>
                <a:close/>
                <a:moveTo>
                  <a:pt x="1066800" y="9525"/>
                </a:moveTo>
                <a:lnTo>
                  <a:pt x="1076325" y="9525"/>
                </a:lnTo>
                <a:lnTo>
                  <a:pt x="1076325" y="28575"/>
                </a:lnTo>
                <a:lnTo>
                  <a:pt x="1066800" y="28575"/>
                </a:lnTo>
                <a:close/>
                <a:moveTo>
                  <a:pt x="600075" y="28575"/>
                </a:moveTo>
                <a:lnTo>
                  <a:pt x="609600" y="28575"/>
                </a:lnTo>
                <a:lnTo>
                  <a:pt x="609600" y="38100"/>
                </a:lnTo>
                <a:lnTo>
                  <a:pt x="600075" y="38100"/>
                </a:lnTo>
                <a:close/>
                <a:moveTo>
                  <a:pt x="1123950" y="28575"/>
                </a:moveTo>
                <a:lnTo>
                  <a:pt x="1133475" y="28575"/>
                </a:lnTo>
                <a:lnTo>
                  <a:pt x="1133475" y="57150"/>
                </a:lnTo>
                <a:lnTo>
                  <a:pt x="1123950" y="57150"/>
                </a:lnTo>
                <a:close/>
                <a:moveTo>
                  <a:pt x="9525" y="38100"/>
                </a:moveTo>
                <a:lnTo>
                  <a:pt x="19050" y="38100"/>
                </a:lnTo>
                <a:lnTo>
                  <a:pt x="19050" y="57150"/>
                </a:lnTo>
                <a:lnTo>
                  <a:pt x="9525" y="57150"/>
                </a:lnTo>
                <a:close/>
                <a:moveTo>
                  <a:pt x="1200150" y="38100"/>
                </a:moveTo>
                <a:lnTo>
                  <a:pt x="1209675" y="38100"/>
                </a:lnTo>
                <a:lnTo>
                  <a:pt x="1209675" y="66675"/>
                </a:lnTo>
                <a:lnTo>
                  <a:pt x="1200150" y="66675"/>
                </a:lnTo>
                <a:close/>
                <a:moveTo>
                  <a:pt x="742950" y="47625"/>
                </a:moveTo>
                <a:lnTo>
                  <a:pt x="762000" y="47625"/>
                </a:lnTo>
                <a:lnTo>
                  <a:pt x="762000" y="57150"/>
                </a:lnTo>
                <a:lnTo>
                  <a:pt x="742950" y="57150"/>
                </a:lnTo>
                <a:close/>
                <a:moveTo>
                  <a:pt x="904875" y="47625"/>
                </a:moveTo>
                <a:lnTo>
                  <a:pt x="914400" y="47625"/>
                </a:lnTo>
                <a:lnTo>
                  <a:pt x="914400" y="66675"/>
                </a:lnTo>
                <a:lnTo>
                  <a:pt x="904875" y="66675"/>
                </a:lnTo>
                <a:close/>
                <a:moveTo>
                  <a:pt x="123825" y="66675"/>
                </a:moveTo>
                <a:lnTo>
                  <a:pt x="133350" y="66675"/>
                </a:lnTo>
                <a:lnTo>
                  <a:pt x="133350" y="76200"/>
                </a:lnTo>
                <a:lnTo>
                  <a:pt x="142875" y="76200"/>
                </a:lnTo>
                <a:lnTo>
                  <a:pt x="142875" y="66675"/>
                </a:lnTo>
                <a:lnTo>
                  <a:pt x="152400" y="66675"/>
                </a:lnTo>
                <a:lnTo>
                  <a:pt x="152400" y="76200"/>
                </a:lnTo>
                <a:lnTo>
                  <a:pt x="142875" y="76200"/>
                </a:lnTo>
                <a:lnTo>
                  <a:pt x="142875" y="95250"/>
                </a:lnTo>
                <a:lnTo>
                  <a:pt x="133350" y="95250"/>
                </a:lnTo>
                <a:lnTo>
                  <a:pt x="133350" y="85725"/>
                </a:lnTo>
                <a:lnTo>
                  <a:pt x="123825" y="85725"/>
                </a:lnTo>
                <a:close/>
                <a:moveTo>
                  <a:pt x="1057275" y="66675"/>
                </a:moveTo>
                <a:lnTo>
                  <a:pt x="1076325" y="66675"/>
                </a:lnTo>
                <a:lnTo>
                  <a:pt x="1076325" y="85725"/>
                </a:lnTo>
                <a:lnTo>
                  <a:pt x="1066800" y="85725"/>
                </a:lnTo>
                <a:lnTo>
                  <a:pt x="1066800" y="76200"/>
                </a:lnTo>
                <a:lnTo>
                  <a:pt x="1057275" y="76200"/>
                </a:lnTo>
                <a:close/>
                <a:moveTo>
                  <a:pt x="1095375" y="66675"/>
                </a:moveTo>
                <a:lnTo>
                  <a:pt x="1104900" y="66675"/>
                </a:lnTo>
                <a:lnTo>
                  <a:pt x="1104900" y="76200"/>
                </a:lnTo>
                <a:lnTo>
                  <a:pt x="1095375" y="76200"/>
                </a:lnTo>
                <a:close/>
                <a:moveTo>
                  <a:pt x="85725" y="76200"/>
                </a:moveTo>
                <a:lnTo>
                  <a:pt x="95250" y="76200"/>
                </a:lnTo>
                <a:lnTo>
                  <a:pt x="95250" y="95250"/>
                </a:lnTo>
                <a:lnTo>
                  <a:pt x="76200" y="95250"/>
                </a:lnTo>
                <a:lnTo>
                  <a:pt x="76200" y="85725"/>
                </a:lnTo>
                <a:lnTo>
                  <a:pt x="85725" y="85725"/>
                </a:lnTo>
                <a:close/>
                <a:moveTo>
                  <a:pt x="1104900" y="76200"/>
                </a:moveTo>
                <a:lnTo>
                  <a:pt x="1114425" y="76200"/>
                </a:lnTo>
                <a:lnTo>
                  <a:pt x="1114425" y="85725"/>
                </a:lnTo>
                <a:lnTo>
                  <a:pt x="1123950" y="85725"/>
                </a:lnTo>
                <a:lnTo>
                  <a:pt x="1123950" y="95250"/>
                </a:lnTo>
                <a:lnTo>
                  <a:pt x="1104900" y="95250"/>
                </a:lnTo>
                <a:close/>
                <a:moveTo>
                  <a:pt x="1162050" y="76200"/>
                </a:moveTo>
                <a:lnTo>
                  <a:pt x="1171575" y="76200"/>
                </a:lnTo>
                <a:lnTo>
                  <a:pt x="1171575" y="95250"/>
                </a:lnTo>
                <a:lnTo>
                  <a:pt x="1162050" y="95250"/>
                </a:lnTo>
                <a:lnTo>
                  <a:pt x="1162050" y="104775"/>
                </a:lnTo>
                <a:lnTo>
                  <a:pt x="1143000" y="104775"/>
                </a:lnTo>
                <a:lnTo>
                  <a:pt x="1143000" y="95250"/>
                </a:lnTo>
                <a:lnTo>
                  <a:pt x="1152525" y="95250"/>
                </a:lnTo>
                <a:lnTo>
                  <a:pt x="1152525" y="85725"/>
                </a:lnTo>
                <a:lnTo>
                  <a:pt x="1162050" y="85725"/>
                </a:lnTo>
                <a:close/>
                <a:moveTo>
                  <a:pt x="876300" y="104775"/>
                </a:moveTo>
                <a:lnTo>
                  <a:pt x="885825" y="104775"/>
                </a:lnTo>
                <a:lnTo>
                  <a:pt x="885825" y="114300"/>
                </a:lnTo>
                <a:lnTo>
                  <a:pt x="876300" y="114300"/>
                </a:lnTo>
                <a:close/>
                <a:moveTo>
                  <a:pt x="28575" y="114300"/>
                </a:moveTo>
                <a:lnTo>
                  <a:pt x="38100" y="114300"/>
                </a:lnTo>
                <a:lnTo>
                  <a:pt x="38100" y="123825"/>
                </a:lnTo>
                <a:lnTo>
                  <a:pt x="28575" y="123825"/>
                </a:lnTo>
                <a:close/>
                <a:moveTo>
                  <a:pt x="361950" y="114300"/>
                </a:moveTo>
                <a:lnTo>
                  <a:pt x="381000" y="114300"/>
                </a:lnTo>
                <a:lnTo>
                  <a:pt x="381000" y="133350"/>
                </a:lnTo>
                <a:lnTo>
                  <a:pt x="361950" y="133350"/>
                </a:lnTo>
                <a:close/>
                <a:moveTo>
                  <a:pt x="409575" y="114300"/>
                </a:moveTo>
                <a:lnTo>
                  <a:pt x="428625" y="114300"/>
                </a:lnTo>
                <a:lnTo>
                  <a:pt x="428625" y="123825"/>
                </a:lnTo>
                <a:lnTo>
                  <a:pt x="419100" y="123825"/>
                </a:lnTo>
                <a:lnTo>
                  <a:pt x="419100" y="133350"/>
                </a:lnTo>
                <a:lnTo>
                  <a:pt x="409575" y="133350"/>
                </a:lnTo>
                <a:close/>
                <a:moveTo>
                  <a:pt x="457200" y="114300"/>
                </a:moveTo>
                <a:lnTo>
                  <a:pt x="485775" y="114300"/>
                </a:lnTo>
                <a:lnTo>
                  <a:pt x="485775" y="133350"/>
                </a:lnTo>
                <a:lnTo>
                  <a:pt x="466725" y="133350"/>
                </a:lnTo>
                <a:lnTo>
                  <a:pt x="466725" y="123825"/>
                </a:lnTo>
                <a:lnTo>
                  <a:pt x="457200" y="123825"/>
                </a:lnTo>
                <a:close/>
                <a:moveTo>
                  <a:pt x="19050" y="123825"/>
                </a:moveTo>
                <a:lnTo>
                  <a:pt x="28575" y="123825"/>
                </a:lnTo>
                <a:lnTo>
                  <a:pt x="28575" y="152400"/>
                </a:lnTo>
                <a:lnTo>
                  <a:pt x="19050" y="152400"/>
                </a:lnTo>
                <a:lnTo>
                  <a:pt x="19050" y="180975"/>
                </a:lnTo>
                <a:lnTo>
                  <a:pt x="9525" y="180975"/>
                </a:lnTo>
                <a:lnTo>
                  <a:pt x="9525" y="171450"/>
                </a:lnTo>
                <a:lnTo>
                  <a:pt x="0" y="171450"/>
                </a:lnTo>
                <a:lnTo>
                  <a:pt x="0" y="152400"/>
                </a:lnTo>
                <a:lnTo>
                  <a:pt x="9525" y="152400"/>
                </a:lnTo>
                <a:lnTo>
                  <a:pt x="9525" y="142875"/>
                </a:lnTo>
                <a:lnTo>
                  <a:pt x="19050" y="142875"/>
                </a:lnTo>
                <a:close/>
                <a:moveTo>
                  <a:pt x="533400" y="123825"/>
                </a:moveTo>
                <a:lnTo>
                  <a:pt x="561975" y="123825"/>
                </a:lnTo>
                <a:lnTo>
                  <a:pt x="561975" y="133350"/>
                </a:lnTo>
                <a:lnTo>
                  <a:pt x="552450" y="133350"/>
                </a:lnTo>
                <a:lnTo>
                  <a:pt x="552450" y="142875"/>
                </a:lnTo>
                <a:lnTo>
                  <a:pt x="533400" y="142875"/>
                </a:lnTo>
                <a:close/>
                <a:moveTo>
                  <a:pt x="1171575" y="123825"/>
                </a:moveTo>
                <a:lnTo>
                  <a:pt x="1200150" y="123825"/>
                </a:lnTo>
                <a:lnTo>
                  <a:pt x="1200150" y="133350"/>
                </a:lnTo>
                <a:lnTo>
                  <a:pt x="1209675" y="133350"/>
                </a:lnTo>
                <a:lnTo>
                  <a:pt x="1209675" y="152400"/>
                </a:lnTo>
                <a:lnTo>
                  <a:pt x="1200150" y="152400"/>
                </a:lnTo>
                <a:lnTo>
                  <a:pt x="1200150" y="142875"/>
                </a:lnTo>
                <a:lnTo>
                  <a:pt x="1190625" y="142875"/>
                </a:lnTo>
                <a:lnTo>
                  <a:pt x="1190625" y="133350"/>
                </a:lnTo>
                <a:lnTo>
                  <a:pt x="1181100" y="133350"/>
                </a:lnTo>
                <a:lnTo>
                  <a:pt x="1181100" y="142875"/>
                </a:lnTo>
                <a:lnTo>
                  <a:pt x="1171575" y="142875"/>
                </a:lnTo>
                <a:close/>
                <a:moveTo>
                  <a:pt x="38100" y="152400"/>
                </a:moveTo>
                <a:lnTo>
                  <a:pt x="47625" y="152400"/>
                </a:lnTo>
                <a:lnTo>
                  <a:pt x="47625" y="161925"/>
                </a:lnTo>
                <a:lnTo>
                  <a:pt x="57150" y="161925"/>
                </a:lnTo>
                <a:lnTo>
                  <a:pt x="57150" y="180975"/>
                </a:lnTo>
                <a:lnTo>
                  <a:pt x="47625" y="180975"/>
                </a:lnTo>
                <a:lnTo>
                  <a:pt x="47625" y="171450"/>
                </a:lnTo>
                <a:lnTo>
                  <a:pt x="38100" y="171450"/>
                </a:lnTo>
                <a:lnTo>
                  <a:pt x="38100" y="180975"/>
                </a:lnTo>
                <a:lnTo>
                  <a:pt x="28575" y="180975"/>
                </a:lnTo>
                <a:lnTo>
                  <a:pt x="28575" y="161925"/>
                </a:lnTo>
                <a:lnTo>
                  <a:pt x="38100" y="161925"/>
                </a:lnTo>
                <a:close/>
                <a:moveTo>
                  <a:pt x="1095375" y="152400"/>
                </a:moveTo>
                <a:lnTo>
                  <a:pt x="1104900" y="152400"/>
                </a:lnTo>
                <a:lnTo>
                  <a:pt x="1104900" y="161925"/>
                </a:lnTo>
                <a:lnTo>
                  <a:pt x="1095375" y="161925"/>
                </a:lnTo>
                <a:close/>
                <a:moveTo>
                  <a:pt x="1038225" y="161925"/>
                </a:moveTo>
                <a:lnTo>
                  <a:pt x="1047750" y="161925"/>
                </a:lnTo>
                <a:lnTo>
                  <a:pt x="1047750" y="171450"/>
                </a:lnTo>
                <a:lnTo>
                  <a:pt x="1038225" y="171450"/>
                </a:lnTo>
                <a:close/>
                <a:moveTo>
                  <a:pt x="1190625" y="161925"/>
                </a:moveTo>
                <a:lnTo>
                  <a:pt x="1200150" y="161925"/>
                </a:lnTo>
                <a:lnTo>
                  <a:pt x="1200150" y="190500"/>
                </a:lnTo>
                <a:lnTo>
                  <a:pt x="1190625" y="190500"/>
                </a:lnTo>
                <a:lnTo>
                  <a:pt x="1190625" y="200025"/>
                </a:lnTo>
                <a:lnTo>
                  <a:pt x="1181100" y="200025"/>
                </a:lnTo>
                <a:lnTo>
                  <a:pt x="1181100" y="171450"/>
                </a:lnTo>
                <a:lnTo>
                  <a:pt x="1190625" y="171450"/>
                </a:lnTo>
                <a:close/>
                <a:moveTo>
                  <a:pt x="1085850" y="171450"/>
                </a:moveTo>
                <a:lnTo>
                  <a:pt x="1104900" y="171450"/>
                </a:lnTo>
                <a:lnTo>
                  <a:pt x="1104900" y="180975"/>
                </a:lnTo>
                <a:lnTo>
                  <a:pt x="1085850" y="180975"/>
                </a:lnTo>
                <a:close/>
                <a:moveTo>
                  <a:pt x="1114425" y="171450"/>
                </a:moveTo>
                <a:lnTo>
                  <a:pt x="1133475" y="171450"/>
                </a:lnTo>
                <a:lnTo>
                  <a:pt x="1133475" y="180975"/>
                </a:lnTo>
                <a:lnTo>
                  <a:pt x="1114425" y="180975"/>
                </a:lnTo>
                <a:close/>
                <a:moveTo>
                  <a:pt x="57150" y="180975"/>
                </a:moveTo>
                <a:lnTo>
                  <a:pt x="66675" y="180975"/>
                </a:lnTo>
                <a:lnTo>
                  <a:pt x="66675" y="190500"/>
                </a:lnTo>
                <a:lnTo>
                  <a:pt x="57150" y="190500"/>
                </a:lnTo>
                <a:close/>
                <a:moveTo>
                  <a:pt x="676275" y="190500"/>
                </a:moveTo>
                <a:lnTo>
                  <a:pt x="695325" y="190500"/>
                </a:lnTo>
                <a:lnTo>
                  <a:pt x="695325" y="209550"/>
                </a:lnTo>
                <a:lnTo>
                  <a:pt x="676275" y="209550"/>
                </a:lnTo>
                <a:close/>
                <a:moveTo>
                  <a:pt x="895350" y="190500"/>
                </a:moveTo>
                <a:lnTo>
                  <a:pt x="904875" y="190500"/>
                </a:lnTo>
                <a:lnTo>
                  <a:pt x="904875" y="200025"/>
                </a:lnTo>
                <a:lnTo>
                  <a:pt x="914400" y="200025"/>
                </a:lnTo>
                <a:lnTo>
                  <a:pt x="914400" y="209550"/>
                </a:lnTo>
                <a:lnTo>
                  <a:pt x="923925" y="209550"/>
                </a:lnTo>
                <a:lnTo>
                  <a:pt x="923925" y="219075"/>
                </a:lnTo>
                <a:lnTo>
                  <a:pt x="933450" y="219075"/>
                </a:lnTo>
                <a:lnTo>
                  <a:pt x="933450" y="238125"/>
                </a:lnTo>
                <a:lnTo>
                  <a:pt x="904875" y="238125"/>
                </a:lnTo>
                <a:lnTo>
                  <a:pt x="904875" y="228600"/>
                </a:lnTo>
                <a:lnTo>
                  <a:pt x="876300" y="228600"/>
                </a:lnTo>
                <a:lnTo>
                  <a:pt x="876300" y="219075"/>
                </a:lnTo>
                <a:lnTo>
                  <a:pt x="885825" y="219075"/>
                </a:lnTo>
                <a:lnTo>
                  <a:pt x="885825" y="209550"/>
                </a:lnTo>
                <a:lnTo>
                  <a:pt x="895350" y="209550"/>
                </a:lnTo>
                <a:close/>
                <a:moveTo>
                  <a:pt x="1076325" y="190500"/>
                </a:moveTo>
                <a:lnTo>
                  <a:pt x="1085850" y="190500"/>
                </a:lnTo>
                <a:lnTo>
                  <a:pt x="1085850" y="200025"/>
                </a:lnTo>
                <a:lnTo>
                  <a:pt x="1104900" y="200025"/>
                </a:lnTo>
                <a:lnTo>
                  <a:pt x="1104900" y="219075"/>
                </a:lnTo>
                <a:lnTo>
                  <a:pt x="1114425" y="219075"/>
                </a:lnTo>
                <a:lnTo>
                  <a:pt x="1114425" y="257175"/>
                </a:lnTo>
                <a:lnTo>
                  <a:pt x="1104900" y="257175"/>
                </a:lnTo>
                <a:lnTo>
                  <a:pt x="1104900" y="266700"/>
                </a:lnTo>
                <a:lnTo>
                  <a:pt x="1095375" y="266700"/>
                </a:lnTo>
                <a:lnTo>
                  <a:pt x="1095375" y="276225"/>
                </a:lnTo>
                <a:lnTo>
                  <a:pt x="1066800" y="276225"/>
                </a:lnTo>
                <a:lnTo>
                  <a:pt x="1066800" y="257175"/>
                </a:lnTo>
                <a:lnTo>
                  <a:pt x="1085850" y="257175"/>
                </a:lnTo>
                <a:lnTo>
                  <a:pt x="1085850" y="247650"/>
                </a:lnTo>
                <a:lnTo>
                  <a:pt x="1095375" y="247650"/>
                </a:lnTo>
                <a:lnTo>
                  <a:pt x="1095375" y="228600"/>
                </a:lnTo>
                <a:lnTo>
                  <a:pt x="1085850" y="228600"/>
                </a:lnTo>
                <a:lnTo>
                  <a:pt x="1085850" y="219075"/>
                </a:lnTo>
                <a:lnTo>
                  <a:pt x="1076325" y="219075"/>
                </a:lnTo>
                <a:close/>
                <a:moveTo>
                  <a:pt x="352425" y="200025"/>
                </a:moveTo>
                <a:lnTo>
                  <a:pt x="371475" y="200025"/>
                </a:lnTo>
                <a:lnTo>
                  <a:pt x="371475" y="209550"/>
                </a:lnTo>
                <a:lnTo>
                  <a:pt x="352425" y="209550"/>
                </a:lnTo>
                <a:close/>
                <a:moveTo>
                  <a:pt x="990600" y="200025"/>
                </a:moveTo>
                <a:lnTo>
                  <a:pt x="1009650" y="200025"/>
                </a:lnTo>
                <a:lnTo>
                  <a:pt x="1009650" y="219075"/>
                </a:lnTo>
                <a:lnTo>
                  <a:pt x="1019175" y="219075"/>
                </a:lnTo>
                <a:lnTo>
                  <a:pt x="1019175" y="209550"/>
                </a:lnTo>
                <a:lnTo>
                  <a:pt x="1028700" y="209550"/>
                </a:lnTo>
                <a:lnTo>
                  <a:pt x="1028700" y="219075"/>
                </a:lnTo>
                <a:lnTo>
                  <a:pt x="1038225" y="219075"/>
                </a:lnTo>
                <a:lnTo>
                  <a:pt x="1038225" y="209550"/>
                </a:lnTo>
                <a:lnTo>
                  <a:pt x="1047750" y="209550"/>
                </a:lnTo>
                <a:lnTo>
                  <a:pt x="1047750" y="228600"/>
                </a:lnTo>
                <a:lnTo>
                  <a:pt x="1028700" y="228600"/>
                </a:lnTo>
                <a:lnTo>
                  <a:pt x="1028700" y="238125"/>
                </a:lnTo>
                <a:lnTo>
                  <a:pt x="1038225" y="238125"/>
                </a:lnTo>
                <a:lnTo>
                  <a:pt x="1038225" y="257175"/>
                </a:lnTo>
                <a:lnTo>
                  <a:pt x="1047750" y="257175"/>
                </a:lnTo>
                <a:lnTo>
                  <a:pt x="1047750" y="266700"/>
                </a:lnTo>
                <a:lnTo>
                  <a:pt x="1009650" y="266700"/>
                </a:lnTo>
                <a:lnTo>
                  <a:pt x="1009650" y="238125"/>
                </a:lnTo>
                <a:lnTo>
                  <a:pt x="1019175" y="238125"/>
                </a:lnTo>
                <a:lnTo>
                  <a:pt x="1019175" y="228600"/>
                </a:lnTo>
                <a:lnTo>
                  <a:pt x="971550" y="228600"/>
                </a:lnTo>
                <a:lnTo>
                  <a:pt x="971550" y="219075"/>
                </a:lnTo>
                <a:lnTo>
                  <a:pt x="990600" y="219075"/>
                </a:lnTo>
                <a:close/>
                <a:moveTo>
                  <a:pt x="276225" y="209550"/>
                </a:moveTo>
                <a:lnTo>
                  <a:pt x="295275" y="209550"/>
                </a:lnTo>
                <a:lnTo>
                  <a:pt x="295275" y="219075"/>
                </a:lnTo>
                <a:lnTo>
                  <a:pt x="276225" y="219075"/>
                </a:lnTo>
                <a:close/>
                <a:moveTo>
                  <a:pt x="1190625" y="209550"/>
                </a:moveTo>
                <a:lnTo>
                  <a:pt x="1209675" y="209550"/>
                </a:lnTo>
                <a:lnTo>
                  <a:pt x="1209675" y="219075"/>
                </a:lnTo>
                <a:lnTo>
                  <a:pt x="1190625" y="219075"/>
                </a:lnTo>
                <a:close/>
                <a:moveTo>
                  <a:pt x="247650" y="219075"/>
                </a:moveTo>
                <a:lnTo>
                  <a:pt x="276225" y="219075"/>
                </a:lnTo>
                <a:lnTo>
                  <a:pt x="276225" y="228600"/>
                </a:lnTo>
                <a:lnTo>
                  <a:pt x="247650" y="228600"/>
                </a:lnTo>
                <a:close/>
                <a:moveTo>
                  <a:pt x="180975" y="228600"/>
                </a:moveTo>
                <a:lnTo>
                  <a:pt x="190500" y="228600"/>
                </a:lnTo>
                <a:lnTo>
                  <a:pt x="190500" y="238125"/>
                </a:lnTo>
                <a:lnTo>
                  <a:pt x="180975" y="238125"/>
                </a:lnTo>
                <a:close/>
                <a:moveTo>
                  <a:pt x="1152525" y="228600"/>
                </a:moveTo>
                <a:lnTo>
                  <a:pt x="1162050" y="228600"/>
                </a:lnTo>
                <a:lnTo>
                  <a:pt x="1162050" y="238125"/>
                </a:lnTo>
                <a:lnTo>
                  <a:pt x="1152525" y="238125"/>
                </a:lnTo>
                <a:close/>
                <a:moveTo>
                  <a:pt x="361950" y="238125"/>
                </a:moveTo>
                <a:lnTo>
                  <a:pt x="371475" y="238125"/>
                </a:lnTo>
                <a:lnTo>
                  <a:pt x="371475" y="247650"/>
                </a:lnTo>
                <a:lnTo>
                  <a:pt x="361950" y="247650"/>
                </a:lnTo>
                <a:close/>
                <a:moveTo>
                  <a:pt x="1133475" y="247650"/>
                </a:moveTo>
                <a:lnTo>
                  <a:pt x="1143000" y="247650"/>
                </a:lnTo>
                <a:lnTo>
                  <a:pt x="1143000" y="257175"/>
                </a:lnTo>
                <a:lnTo>
                  <a:pt x="1133475" y="257175"/>
                </a:lnTo>
                <a:close/>
                <a:moveTo>
                  <a:pt x="76200" y="257175"/>
                </a:moveTo>
                <a:lnTo>
                  <a:pt x="85725" y="257175"/>
                </a:lnTo>
                <a:lnTo>
                  <a:pt x="85725" y="266700"/>
                </a:lnTo>
                <a:lnTo>
                  <a:pt x="76200" y="266700"/>
                </a:lnTo>
                <a:close/>
                <a:moveTo>
                  <a:pt x="619125" y="257175"/>
                </a:moveTo>
                <a:lnTo>
                  <a:pt x="628650" y="257175"/>
                </a:lnTo>
                <a:lnTo>
                  <a:pt x="628650" y="266700"/>
                </a:lnTo>
                <a:lnTo>
                  <a:pt x="619125" y="266700"/>
                </a:lnTo>
                <a:close/>
                <a:moveTo>
                  <a:pt x="0" y="266700"/>
                </a:moveTo>
                <a:lnTo>
                  <a:pt x="19050" y="266700"/>
                </a:lnTo>
                <a:lnTo>
                  <a:pt x="19050" y="276225"/>
                </a:lnTo>
                <a:lnTo>
                  <a:pt x="9525" y="276225"/>
                </a:lnTo>
                <a:lnTo>
                  <a:pt x="9525" y="295275"/>
                </a:lnTo>
                <a:lnTo>
                  <a:pt x="0" y="295275"/>
                </a:lnTo>
                <a:close/>
                <a:moveTo>
                  <a:pt x="47625" y="266700"/>
                </a:moveTo>
                <a:lnTo>
                  <a:pt x="76200" y="266700"/>
                </a:lnTo>
                <a:lnTo>
                  <a:pt x="76200" y="285750"/>
                </a:lnTo>
                <a:lnTo>
                  <a:pt x="66675" y="285750"/>
                </a:lnTo>
                <a:lnTo>
                  <a:pt x="66675" y="276225"/>
                </a:lnTo>
                <a:lnTo>
                  <a:pt x="47625" y="276225"/>
                </a:lnTo>
                <a:close/>
                <a:moveTo>
                  <a:pt x="838200" y="266700"/>
                </a:moveTo>
                <a:lnTo>
                  <a:pt x="857250" y="266700"/>
                </a:lnTo>
                <a:lnTo>
                  <a:pt x="857250" y="276225"/>
                </a:lnTo>
                <a:lnTo>
                  <a:pt x="866775" y="276225"/>
                </a:lnTo>
                <a:lnTo>
                  <a:pt x="866775" y="285750"/>
                </a:lnTo>
                <a:lnTo>
                  <a:pt x="876300" y="285750"/>
                </a:lnTo>
                <a:lnTo>
                  <a:pt x="876300" y="276225"/>
                </a:lnTo>
                <a:lnTo>
                  <a:pt x="885825" y="276225"/>
                </a:lnTo>
                <a:lnTo>
                  <a:pt x="885825" y="266700"/>
                </a:lnTo>
                <a:lnTo>
                  <a:pt x="904875" y="266700"/>
                </a:lnTo>
                <a:lnTo>
                  <a:pt x="904875" y="295275"/>
                </a:lnTo>
                <a:lnTo>
                  <a:pt x="914400" y="295275"/>
                </a:lnTo>
                <a:lnTo>
                  <a:pt x="914400" y="323850"/>
                </a:lnTo>
                <a:lnTo>
                  <a:pt x="904875" y="323850"/>
                </a:lnTo>
                <a:lnTo>
                  <a:pt x="904875" y="333375"/>
                </a:lnTo>
                <a:lnTo>
                  <a:pt x="895350" y="333375"/>
                </a:lnTo>
                <a:lnTo>
                  <a:pt x="895350" y="342900"/>
                </a:lnTo>
                <a:lnTo>
                  <a:pt x="885825" y="342900"/>
                </a:lnTo>
                <a:lnTo>
                  <a:pt x="885825" y="333375"/>
                </a:lnTo>
                <a:lnTo>
                  <a:pt x="876300" y="333375"/>
                </a:lnTo>
                <a:lnTo>
                  <a:pt x="876300" y="295275"/>
                </a:lnTo>
                <a:lnTo>
                  <a:pt x="866775" y="295275"/>
                </a:lnTo>
                <a:lnTo>
                  <a:pt x="866775" y="304800"/>
                </a:lnTo>
                <a:lnTo>
                  <a:pt x="857250" y="304800"/>
                </a:lnTo>
                <a:lnTo>
                  <a:pt x="857250" y="314325"/>
                </a:lnTo>
                <a:lnTo>
                  <a:pt x="847725" y="314325"/>
                </a:lnTo>
                <a:lnTo>
                  <a:pt x="847725" y="323850"/>
                </a:lnTo>
                <a:lnTo>
                  <a:pt x="828675" y="323850"/>
                </a:lnTo>
                <a:lnTo>
                  <a:pt x="828675" y="314325"/>
                </a:lnTo>
                <a:lnTo>
                  <a:pt x="838200" y="314325"/>
                </a:lnTo>
                <a:lnTo>
                  <a:pt x="838200" y="304800"/>
                </a:lnTo>
                <a:lnTo>
                  <a:pt x="847725" y="304800"/>
                </a:lnTo>
                <a:lnTo>
                  <a:pt x="847725" y="276225"/>
                </a:lnTo>
                <a:lnTo>
                  <a:pt x="838200" y="276225"/>
                </a:lnTo>
                <a:close/>
                <a:moveTo>
                  <a:pt x="742950" y="276225"/>
                </a:moveTo>
                <a:lnTo>
                  <a:pt x="752475" y="276225"/>
                </a:lnTo>
                <a:lnTo>
                  <a:pt x="752475" y="285750"/>
                </a:lnTo>
                <a:lnTo>
                  <a:pt x="742950" y="285750"/>
                </a:lnTo>
                <a:close/>
                <a:moveTo>
                  <a:pt x="647700" y="285750"/>
                </a:moveTo>
                <a:lnTo>
                  <a:pt x="657225" y="285750"/>
                </a:lnTo>
                <a:lnTo>
                  <a:pt x="657225" y="304800"/>
                </a:lnTo>
                <a:lnTo>
                  <a:pt x="647700" y="304800"/>
                </a:lnTo>
                <a:close/>
                <a:moveTo>
                  <a:pt x="19050" y="295275"/>
                </a:moveTo>
                <a:lnTo>
                  <a:pt x="28575" y="295275"/>
                </a:lnTo>
                <a:lnTo>
                  <a:pt x="28575" y="314325"/>
                </a:lnTo>
                <a:lnTo>
                  <a:pt x="19050" y="314325"/>
                </a:lnTo>
                <a:close/>
                <a:moveTo>
                  <a:pt x="666750" y="295275"/>
                </a:moveTo>
                <a:lnTo>
                  <a:pt x="676275" y="295275"/>
                </a:lnTo>
                <a:lnTo>
                  <a:pt x="676275" y="304800"/>
                </a:lnTo>
                <a:lnTo>
                  <a:pt x="666750" y="304800"/>
                </a:lnTo>
                <a:close/>
                <a:moveTo>
                  <a:pt x="38100" y="304800"/>
                </a:moveTo>
                <a:lnTo>
                  <a:pt x="47625" y="304800"/>
                </a:lnTo>
                <a:lnTo>
                  <a:pt x="47625" y="314325"/>
                </a:lnTo>
                <a:lnTo>
                  <a:pt x="38100" y="314325"/>
                </a:lnTo>
                <a:close/>
                <a:moveTo>
                  <a:pt x="657225" y="304800"/>
                </a:moveTo>
                <a:lnTo>
                  <a:pt x="666750" y="304800"/>
                </a:lnTo>
                <a:lnTo>
                  <a:pt x="666750" y="314325"/>
                </a:lnTo>
                <a:lnTo>
                  <a:pt x="657225" y="314325"/>
                </a:lnTo>
                <a:close/>
                <a:moveTo>
                  <a:pt x="1123950" y="304800"/>
                </a:moveTo>
                <a:lnTo>
                  <a:pt x="1143000" y="304800"/>
                </a:lnTo>
                <a:lnTo>
                  <a:pt x="1143000" y="314325"/>
                </a:lnTo>
                <a:lnTo>
                  <a:pt x="1123950" y="314325"/>
                </a:lnTo>
                <a:close/>
                <a:moveTo>
                  <a:pt x="285750" y="314325"/>
                </a:moveTo>
                <a:lnTo>
                  <a:pt x="304800" y="314325"/>
                </a:lnTo>
                <a:lnTo>
                  <a:pt x="304800" y="333375"/>
                </a:lnTo>
                <a:lnTo>
                  <a:pt x="285750" y="333375"/>
                </a:lnTo>
                <a:close/>
                <a:moveTo>
                  <a:pt x="666750" y="314325"/>
                </a:moveTo>
                <a:lnTo>
                  <a:pt x="676275" y="314325"/>
                </a:lnTo>
                <a:lnTo>
                  <a:pt x="676275" y="323850"/>
                </a:lnTo>
                <a:lnTo>
                  <a:pt x="685800" y="323850"/>
                </a:lnTo>
                <a:lnTo>
                  <a:pt x="685800" y="333375"/>
                </a:lnTo>
                <a:lnTo>
                  <a:pt x="666750" y="333375"/>
                </a:lnTo>
                <a:close/>
                <a:moveTo>
                  <a:pt x="942975" y="314325"/>
                </a:moveTo>
                <a:lnTo>
                  <a:pt x="962025" y="314325"/>
                </a:lnTo>
                <a:lnTo>
                  <a:pt x="962025" y="333375"/>
                </a:lnTo>
                <a:lnTo>
                  <a:pt x="952500" y="333375"/>
                </a:lnTo>
                <a:lnTo>
                  <a:pt x="952500" y="342900"/>
                </a:lnTo>
                <a:lnTo>
                  <a:pt x="942975" y="342900"/>
                </a:lnTo>
                <a:lnTo>
                  <a:pt x="942975" y="333375"/>
                </a:lnTo>
                <a:lnTo>
                  <a:pt x="933450" y="333375"/>
                </a:lnTo>
                <a:lnTo>
                  <a:pt x="933450" y="323850"/>
                </a:lnTo>
                <a:lnTo>
                  <a:pt x="942975" y="323850"/>
                </a:lnTo>
                <a:close/>
                <a:moveTo>
                  <a:pt x="762000" y="323850"/>
                </a:moveTo>
                <a:lnTo>
                  <a:pt x="771525" y="323850"/>
                </a:lnTo>
                <a:lnTo>
                  <a:pt x="771525" y="333375"/>
                </a:lnTo>
                <a:lnTo>
                  <a:pt x="762000" y="333375"/>
                </a:lnTo>
                <a:close/>
                <a:moveTo>
                  <a:pt x="228600" y="333375"/>
                </a:moveTo>
                <a:lnTo>
                  <a:pt x="238125" y="333375"/>
                </a:lnTo>
                <a:lnTo>
                  <a:pt x="238125" y="352425"/>
                </a:lnTo>
                <a:lnTo>
                  <a:pt x="228600" y="352425"/>
                </a:lnTo>
                <a:close/>
                <a:moveTo>
                  <a:pt x="771525" y="333375"/>
                </a:moveTo>
                <a:lnTo>
                  <a:pt x="790575" y="333375"/>
                </a:lnTo>
                <a:lnTo>
                  <a:pt x="790575" y="342900"/>
                </a:lnTo>
                <a:lnTo>
                  <a:pt x="771525" y="342900"/>
                </a:lnTo>
                <a:close/>
                <a:moveTo>
                  <a:pt x="1019175" y="333375"/>
                </a:moveTo>
                <a:lnTo>
                  <a:pt x="1047750" y="333375"/>
                </a:lnTo>
                <a:lnTo>
                  <a:pt x="1047750" y="342900"/>
                </a:lnTo>
                <a:lnTo>
                  <a:pt x="1038225" y="342900"/>
                </a:lnTo>
                <a:lnTo>
                  <a:pt x="1038225" y="361950"/>
                </a:lnTo>
                <a:lnTo>
                  <a:pt x="1028700" y="361950"/>
                </a:lnTo>
                <a:lnTo>
                  <a:pt x="1028700" y="352425"/>
                </a:lnTo>
                <a:lnTo>
                  <a:pt x="1019175" y="352425"/>
                </a:lnTo>
                <a:close/>
                <a:moveTo>
                  <a:pt x="0" y="352425"/>
                </a:moveTo>
                <a:lnTo>
                  <a:pt x="9525" y="352425"/>
                </a:lnTo>
                <a:lnTo>
                  <a:pt x="9525" y="361950"/>
                </a:lnTo>
                <a:lnTo>
                  <a:pt x="0" y="361950"/>
                </a:lnTo>
                <a:close/>
                <a:moveTo>
                  <a:pt x="19050" y="352425"/>
                </a:moveTo>
                <a:lnTo>
                  <a:pt x="28575" y="352425"/>
                </a:lnTo>
                <a:lnTo>
                  <a:pt x="28575" y="361950"/>
                </a:lnTo>
                <a:lnTo>
                  <a:pt x="19050" y="361950"/>
                </a:lnTo>
                <a:close/>
                <a:moveTo>
                  <a:pt x="438150" y="352425"/>
                </a:moveTo>
                <a:lnTo>
                  <a:pt x="447675" y="352425"/>
                </a:lnTo>
                <a:lnTo>
                  <a:pt x="447675" y="361950"/>
                </a:lnTo>
                <a:lnTo>
                  <a:pt x="438150" y="361950"/>
                </a:lnTo>
                <a:close/>
                <a:moveTo>
                  <a:pt x="676275" y="352425"/>
                </a:moveTo>
                <a:lnTo>
                  <a:pt x="685800" y="352425"/>
                </a:lnTo>
                <a:lnTo>
                  <a:pt x="685800" y="381000"/>
                </a:lnTo>
                <a:lnTo>
                  <a:pt x="676275" y="381000"/>
                </a:lnTo>
                <a:close/>
                <a:moveTo>
                  <a:pt x="447675" y="361950"/>
                </a:moveTo>
                <a:lnTo>
                  <a:pt x="495300" y="361950"/>
                </a:lnTo>
                <a:lnTo>
                  <a:pt x="495300" y="371475"/>
                </a:lnTo>
                <a:lnTo>
                  <a:pt x="447675" y="371475"/>
                </a:lnTo>
                <a:close/>
                <a:moveTo>
                  <a:pt x="1123950" y="361950"/>
                </a:moveTo>
                <a:lnTo>
                  <a:pt x="1133475" y="361950"/>
                </a:lnTo>
                <a:lnTo>
                  <a:pt x="1133475" y="381000"/>
                </a:lnTo>
                <a:lnTo>
                  <a:pt x="1123950" y="381000"/>
                </a:lnTo>
                <a:close/>
                <a:moveTo>
                  <a:pt x="0" y="371475"/>
                </a:moveTo>
                <a:lnTo>
                  <a:pt x="9525" y="371475"/>
                </a:lnTo>
                <a:lnTo>
                  <a:pt x="9525" y="381000"/>
                </a:lnTo>
                <a:lnTo>
                  <a:pt x="0" y="381000"/>
                </a:lnTo>
                <a:close/>
                <a:moveTo>
                  <a:pt x="266700" y="371475"/>
                </a:moveTo>
                <a:lnTo>
                  <a:pt x="276225" y="371475"/>
                </a:lnTo>
                <a:lnTo>
                  <a:pt x="276225" y="390525"/>
                </a:lnTo>
                <a:lnTo>
                  <a:pt x="257175" y="390525"/>
                </a:lnTo>
                <a:lnTo>
                  <a:pt x="257175" y="381000"/>
                </a:lnTo>
                <a:lnTo>
                  <a:pt x="266700" y="381000"/>
                </a:lnTo>
                <a:close/>
                <a:moveTo>
                  <a:pt x="876300" y="371475"/>
                </a:moveTo>
                <a:lnTo>
                  <a:pt x="885825" y="371475"/>
                </a:lnTo>
                <a:lnTo>
                  <a:pt x="885825" y="390525"/>
                </a:lnTo>
                <a:lnTo>
                  <a:pt x="876300" y="390525"/>
                </a:lnTo>
                <a:close/>
                <a:moveTo>
                  <a:pt x="990600" y="371475"/>
                </a:moveTo>
                <a:lnTo>
                  <a:pt x="1000125" y="371475"/>
                </a:lnTo>
                <a:lnTo>
                  <a:pt x="1000125" y="400050"/>
                </a:lnTo>
                <a:lnTo>
                  <a:pt x="990600" y="400050"/>
                </a:lnTo>
                <a:lnTo>
                  <a:pt x="990600" y="409575"/>
                </a:lnTo>
                <a:lnTo>
                  <a:pt x="981075" y="409575"/>
                </a:lnTo>
                <a:lnTo>
                  <a:pt x="981075" y="400050"/>
                </a:lnTo>
                <a:lnTo>
                  <a:pt x="971550" y="400050"/>
                </a:lnTo>
                <a:lnTo>
                  <a:pt x="971550" y="390525"/>
                </a:lnTo>
                <a:lnTo>
                  <a:pt x="981075" y="390525"/>
                </a:lnTo>
                <a:lnTo>
                  <a:pt x="981075" y="381000"/>
                </a:lnTo>
                <a:lnTo>
                  <a:pt x="990600" y="381000"/>
                </a:lnTo>
                <a:close/>
                <a:moveTo>
                  <a:pt x="1028700" y="371475"/>
                </a:moveTo>
                <a:lnTo>
                  <a:pt x="1057275" y="371475"/>
                </a:lnTo>
                <a:lnTo>
                  <a:pt x="1057275" y="381000"/>
                </a:lnTo>
                <a:lnTo>
                  <a:pt x="1047750" y="381000"/>
                </a:lnTo>
                <a:lnTo>
                  <a:pt x="1047750" y="390525"/>
                </a:lnTo>
                <a:lnTo>
                  <a:pt x="1038225" y="390525"/>
                </a:lnTo>
                <a:lnTo>
                  <a:pt x="1038225" y="381000"/>
                </a:lnTo>
                <a:lnTo>
                  <a:pt x="1028700" y="381000"/>
                </a:lnTo>
                <a:close/>
                <a:moveTo>
                  <a:pt x="1190625" y="371475"/>
                </a:moveTo>
                <a:lnTo>
                  <a:pt x="1200150" y="371475"/>
                </a:lnTo>
                <a:lnTo>
                  <a:pt x="1200150" y="390525"/>
                </a:lnTo>
                <a:lnTo>
                  <a:pt x="1190625" y="390525"/>
                </a:lnTo>
                <a:close/>
                <a:moveTo>
                  <a:pt x="38100" y="390525"/>
                </a:moveTo>
                <a:lnTo>
                  <a:pt x="47625" y="390525"/>
                </a:lnTo>
                <a:lnTo>
                  <a:pt x="47625" y="400050"/>
                </a:lnTo>
                <a:lnTo>
                  <a:pt x="38100" y="400050"/>
                </a:lnTo>
                <a:close/>
                <a:moveTo>
                  <a:pt x="1095375" y="390525"/>
                </a:moveTo>
                <a:lnTo>
                  <a:pt x="1104900" y="390525"/>
                </a:lnTo>
                <a:lnTo>
                  <a:pt x="1104900" y="400050"/>
                </a:lnTo>
                <a:lnTo>
                  <a:pt x="1114425" y="400050"/>
                </a:lnTo>
                <a:lnTo>
                  <a:pt x="1114425" y="419100"/>
                </a:lnTo>
                <a:lnTo>
                  <a:pt x="1104900" y="419100"/>
                </a:lnTo>
                <a:lnTo>
                  <a:pt x="1104900" y="409575"/>
                </a:lnTo>
                <a:lnTo>
                  <a:pt x="1095375" y="409575"/>
                </a:lnTo>
                <a:close/>
                <a:moveTo>
                  <a:pt x="1200150" y="390525"/>
                </a:moveTo>
                <a:lnTo>
                  <a:pt x="1209675" y="390525"/>
                </a:lnTo>
                <a:lnTo>
                  <a:pt x="1209675" y="400050"/>
                </a:lnTo>
                <a:lnTo>
                  <a:pt x="1200150" y="400050"/>
                </a:lnTo>
                <a:close/>
                <a:moveTo>
                  <a:pt x="904875" y="400050"/>
                </a:moveTo>
                <a:lnTo>
                  <a:pt x="914400" y="400050"/>
                </a:lnTo>
                <a:lnTo>
                  <a:pt x="914400" y="419100"/>
                </a:lnTo>
                <a:lnTo>
                  <a:pt x="904875" y="419100"/>
                </a:lnTo>
                <a:close/>
                <a:moveTo>
                  <a:pt x="771525" y="409575"/>
                </a:moveTo>
                <a:lnTo>
                  <a:pt x="781050" y="409575"/>
                </a:lnTo>
                <a:lnTo>
                  <a:pt x="781050" y="419100"/>
                </a:lnTo>
                <a:lnTo>
                  <a:pt x="771525" y="419100"/>
                </a:lnTo>
                <a:close/>
                <a:moveTo>
                  <a:pt x="0" y="419100"/>
                </a:moveTo>
                <a:lnTo>
                  <a:pt x="19050" y="419100"/>
                </a:lnTo>
                <a:lnTo>
                  <a:pt x="19050" y="438150"/>
                </a:lnTo>
                <a:lnTo>
                  <a:pt x="0" y="438150"/>
                </a:lnTo>
                <a:close/>
                <a:moveTo>
                  <a:pt x="57150" y="419100"/>
                </a:moveTo>
                <a:lnTo>
                  <a:pt x="95250" y="419100"/>
                </a:lnTo>
                <a:lnTo>
                  <a:pt x="95250" y="428625"/>
                </a:lnTo>
                <a:lnTo>
                  <a:pt x="85725" y="428625"/>
                </a:lnTo>
                <a:lnTo>
                  <a:pt x="85725" y="438150"/>
                </a:lnTo>
                <a:lnTo>
                  <a:pt x="76200" y="438150"/>
                </a:lnTo>
                <a:lnTo>
                  <a:pt x="76200" y="428625"/>
                </a:lnTo>
                <a:lnTo>
                  <a:pt x="66675" y="428625"/>
                </a:lnTo>
                <a:lnTo>
                  <a:pt x="66675" y="438150"/>
                </a:lnTo>
                <a:lnTo>
                  <a:pt x="47625" y="438150"/>
                </a:lnTo>
                <a:lnTo>
                  <a:pt x="47625" y="428625"/>
                </a:lnTo>
                <a:lnTo>
                  <a:pt x="57150" y="428625"/>
                </a:lnTo>
                <a:close/>
                <a:moveTo>
                  <a:pt x="762000" y="419100"/>
                </a:moveTo>
                <a:lnTo>
                  <a:pt x="771525" y="419100"/>
                </a:lnTo>
                <a:lnTo>
                  <a:pt x="771525" y="438150"/>
                </a:lnTo>
                <a:lnTo>
                  <a:pt x="781050" y="438150"/>
                </a:lnTo>
                <a:lnTo>
                  <a:pt x="781050" y="447675"/>
                </a:lnTo>
                <a:lnTo>
                  <a:pt x="752475" y="447675"/>
                </a:lnTo>
                <a:lnTo>
                  <a:pt x="752475" y="438150"/>
                </a:lnTo>
                <a:lnTo>
                  <a:pt x="762000" y="438150"/>
                </a:lnTo>
                <a:close/>
                <a:moveTo>
                  <a:pt x="781050" y="419100"/>
                </a:moveTo>
                <a:lnTo>
                  <a:pt x="790575" y="419100"/>
                </a:lnTo>
                <a:lnTo>
                  <a:pt x="790575" y="428625"/>
                </a:lnTo>
                <a:lnTo>
                  <a:pt x="781050" y="428625"/>
                </a:lnTo>
                <a:close/>
                <a:moveTo>
                  <a:pt x="1000125" y="419100"/>
                </a:moveTo>
                <a:lnTo>
                  <a:pt x="1009650" y="419100"/>
                </a:lnTo>
                <a:lnTo>
                  <a:pt x="1009650" y="428625"/>
                </a:lnTo>
                <a:lnTo>
                  <a:pt x="1000125" y="428625"/>
                </a:lnTo>
                <a:close/>
                <a:moveTo>
                  <a:pt x="266700" y="428625"/>
                </a:moveTo>
                <a:lnTo>
                  <a:pt x="276225" y="428625"/>
                </a:lnTo>
                <a:lnTo>
                  <a:pt x="276225" y="438150"/>
                </a:lnTo>
                <a:lnTo>
                  <a:pt x="266700" y="438150"/>
                </a:lnTo>
                <a:close/>
                <a:moveTo>
                  <a:pt x="38100" y="438150"/>
                </a:moveTo>
                <a:lnTo>
                  <a:pt x="47625" y="438150"/>
                </a:lnTo>
                <a:lnTo>
                  <a:pt x="47625" y="457200"/>
                </a:lnTo>
                <a:lnTo>
                  <a:pt x="38100" y="457200"/>
                </a:lnTo>
                <a:close/>
                <a:moveTo>
                  <a:pt x="476250" y="438150"/>
                </a:moveTo>
                <a:lnTo>
                  <a:pt x="495300" y="438150"/>
                </a:lnTo>
                <a:lnTo>
                  <a:pt x="495300" y="457200"/>
                </a:lnTo>
                <a:lnTo>
                  <a:pt x="485775" y="457200"/>
                </a:lnTo>
                <a:lnTo>
                  <a:pt x="485775" y="447675"/>
                </a:lnTo>
                <a:lnTo>
                  <a:pt x="476250" y="447675"/>
                </a:lnTo>
                <a:close/>
                <a:moveTo>
                  <a:pt x="200025" y="447675"/>
                </a:moveTo>
                <a:lnTo>
                  <a:pt x="209550" y="447675"/>
                </a:lnTo>
                <a:lnTo>
                  <a:pt x="209550" y="457200"/>
                </a:lnTo>
                <a:lnTo>
                  <a:pt x="200025" y="457200"/>
                </a:lnTo>
                <a:close/>
                <a:moveTo>
                  <a:pt x="838200" y="447675"/>
                </a:moveTo>
                <a:lnTo>
                  <a:pt x="847725" y="447675"/>
                </a:lnTo>
                <a:lnTo>
                  <a:pt x="847725" y="457200"/>
                </a:lnTo>
                <a:lnTo>
                  <a:pt x="857250" y="457200"/>
                </a:lnTo>
                <a:lnTo>
                  <a:pt x="857250" y="485775"/>
                </a:lnTo>
                <a:lnTo>
                  <a:pt x="838200" y="485775"/>
                </a:lnTo>
                <a:close/>
                <a:moveTo>
                  <a:pt x="161925" y="457200"/>
                </a:moveTo>
                <a:lnTo>
                  <a:pt x="171450" y="457200"/>
                </a:lnTo>
                <a:lnTo>
                  <a:pt x="171450" y="466725"/>
                </a:lnTo>
                <a:lnTo>
                  <a:pt x="161925" y="466725"/>
                </a:lnTo>
                <a:close/>
                <a:moveTo>
                  <a:pt x="238125" y="457200"/>
                </a:moveTo>
                <a:lnTo>
                  <a:pt x="247650" y="457200"/>
                </a:lnTo>
                <a:lnTo>
                  <a:pt x="247650" y="466725"/>
                </a:lnTo>
                <a:lnTo>
                  <a:pt x="238125" y="466725"/>
                </a:lnTo>
                <a:close/>
                <a:moveTo>
                  <a:pt x="476250" y="457200"/>
                </a:moveTo>
                <a:lnTo>
                  <a:pt x="485775" y="457200"/>
                </a:lnTo>
                <a:lnTo>
                  <a:pt x="485775" y="466725"/>
                </a:lnTo>
                <a:lnTo>
                  <a:pt x="476250" y="466725"/>
                </a:lnTo>
                <a:close/>
                <a:moveTo>
                  <a:pt x="752475" y="457200"/>
                </a:moveTo>
                <a:lnTo>
                  <a:pt x="762000" y="457200"/>
                </a:lnTo>
                <a:lnTo>
                  <a:pt x="762000" y="476250"/>
                </a:lnTo>
                <a:lnTo>
                  <a:pt x="752475" y="476250"/>
                </a:lnTo>
                <a:close/>
                <a:moveTo>
                  <a:pt x="914400" y="457200"/>
                </a:moveTo>
                <a:lnTo>
                  <a:pt x="923925" y="457200"/>
                </a:lnTo>
                <a:lnTo>
                  <a:pt x="923925" y="476250"/>
                </a:lnTo>
                <a:lnTo>
                  <a:pt x="914400" y="476250"/>
                </a:lnTo>
                <a:close/>
                <a:moveTo>
                  <a:pt x="1095375" y="457200"/>
                </a:moveTo>
                <a:lnTo>
                  <a:pt x="1114425" y="457200"/>
                </a:lnTo>
                <a:lnTo>
                  <a:pt x="1114425" y="466725"/>
                </a:lnTo>
                <a:lnTo>
                  <a:pt x="1095375" y="466725"/>
                </a:lnTo>
                <a:close/>
                <a:moveTo>
                  <a:pt x="200025" y="466725"/>
                </a:moveTo>
                <a:lnTo>
                  <a:pt x="209550" y="466725"/>
                </a:lnTo>
                <a:lnTo>
                  <a:pt x="209550" y="476250"/>
                </a:lnTo>
                <a:lnTo>
                  <a:pt x="200025" y="476250"/>
                </a:lnTo>
                <a:close/>
                <a:moveTo>
                  <a:pt x="485775" y="466725"/>
                </a:moveTo>
                <a:lnTo>
                  <a:pt x="495300" y="466725"/>
                </a:lnTo>
                <a:lnTo>
                  <a:pt x="495300" y="485775"/>
                </a:lnTo>
                <a:lnTo>
                  <a:pt x="485775" y="485775"/>
                </a:lnTo>
                <a:close/>
                <a:moveTo>
                  <a:pt x="257175" y="476250"/>
                </a:moveTo>
                <a:lnTo>
                  <a:pt x="266700" y="476250"/>
                </a:lnTo>
                <a:lnTo>
                  <a:pt x="266700" y="495300"/>
                </a:lnTo>
                <a:lnTo>
                  <a:pt x="257175" y="495300"/>
                </a:lnTo>
                <a:close/>
                <a:moveTo>
                  <a:pt x="504825" y="485775"/>
                </a:moveTo>
                <a:lnTo>
                  <a:pt x="514350" y="485775"/>
                </a:lnTo>
                <a:lnTo>
                  <a:pt x="514350" y="495300"/>
                </a:lnTo>
                <a:lnTo>
                  <a:pt x="504825" y="495300"/>
                </a:lnTo>
                <a:close/>
                <a:moveTo>
                  <a:pt x="809625" y="485775"/>
                </a:moveTo>
                <a:lnTo>
                  <a:pt x="819150" y="485775"/>
                </a:lnTo>
                <a:lnTo>
                  <a:pt x="819150" y="504825"/>
                </a:lnTo>
                <a:lnTo>
                  <a:pt x="809625" y="504825"/>
                </a:lnTo>
                <a:close/>
                <a:moveTo>
                  <a:pt x="1066800" y="485775"/>
                </a:moveTo>
                <a:lnTo>
                  <a:pt x="1076325" y="485775"/>
                </a:lnTo>
                <a:lnTo>
                  <a:pt x="1076325" y="495300"/>
                </a:lnTo>
                <a:lnTo>
                  <a:pt x="1066800" y="495300"/>
                </a:lnTo>
                <a:close/>
                <a:moveTo>
                  <a:pt x="276225" y="504825"/>
                </a:moveTo>
                <a:lnTo>
                  <a:pt x="285750" y="504825"/>
                </a:lnTo>
                <a:lnTo>
                  <a:pt x="285750" y="514350"/>
                </a:lnTo>
                <a:lnTo>
                  <a:pt x="276225" y="514350"/>
                </a:lnTo>
                <a:close/>
                <a:moveTo>
                  <a:pt x="38100" y="514350"/>
                </a:moveTo>
                <a:lnTo>
                  <a:pt x="47625" y="514350"/>
                </a:lnTo>
                <a:lnTo>
                  <a:pt x="47625" y="542925"/>
                </a:lnTo>
                <a:lnTo>
                  <a:pt x="0" y="542925"/>
                </a:lnTo>
                <a:lnTo>
                  <a:pt x="0" y="523875"/>
                </a:lnTo>
                <a:lnTo>
                  <a:pt x="9525" y="523875"/>
                </a:lnTo>
                <a:lnTo>
                  <a:pt x="9525" y="533400"/>
                </a:lnTo>
                <a:lnTo>
                  <a:pt x="38100" y="533400"/>
                </a:lnTo>
                <a:close/>
                <a:moveTo>
                  <a:pt x="790575" y="514350"/>
                </a:moveTo>
                <a:lnTo>
                  <a:pt x="800100" y="514350"/>
                </a:lnTo>
                <a:lnTo>
                  <a:pt x="800100" y="523875"/>
                </a:lnTo>
                <a:lnTo>
                  <a:pt x="790575" y="523875"/>
                </a:lnTo>
                <a:close/>
                <a:moveTo>
                  <a:pt x="847725" y="514350"/>
                </a:moveTo>
                <a:lnTo>
                  <a:pt x="857250" y="514350"/>
                </a:lnTo>
                <a:lnTo>
                  <a:pt x="857250" y="523875"/>
                </a:lnTo>
                <a:lnTo>
                  <a:pt x="847725" y="523875"/>
                </a:lnTo>
                <a:close/>
                <a:moveTo>
                  <a:pt x="1095375" y="523875"/>
                </a:moveTo>
                <a:lnTo>
                  <a:pt x="1114425" y="523875"/>
                </a:lnTo>
                <a:lnTo>
                  <a:pt x="1114425" y="533400"/>
                </a:lnTo>
                <a:lnTo>
                  <a:pt x="1095375" y="533400"/>
                </a:lnTo>
                <a:close/>
                <a:moveTo>
                  <a:pt x="1200150" y="533400"/>
                </a:moveTo>
                <a:lnTo>
                  <a:pt x="1209675" y="533400"/>
                </a:lnTo>
                <a:lnTo>
                  <a:pt x="1209675" y="542925"/>
                </a:lnTo>
                <a:lnTo>
                  <a:pt x="1200150" y="542925"/>
                </a:lnTo>
                <a:close/>
                <a:moveTo>
                  <a:pt x="276225" y="542925"/>
                </a:moveTo>
                <a:lnTo>
                  <a:pt x="285750" y="542925"/>
                </a:lnTo>
                <a:lnTo>
                  <a:pt x="285750" y="552450"/>
                </a:lnTo>
                <a:lnTo>
                  <a:pt x="276225" y="552450"/>
                </a:lnTo>
                <a:close/>
                <a:moveTo>
                  <a:pt x="666750" y="542925"/>
                </a:moveTo>
                <a:lnTo>
                  <a:pt x="676275" y="542925"/>
                </a:lnTo>
                <a:lnTo>
                  <a:pt x="676275" y="552450"/>
                </a:lnTo>
                <a:lnTo>
                  <a:pt x="666750" y="552450"/>
                </a:lnTo>
                <a:close/>
                <a:moveTo>
                  <a:pt x="38100" y="552450"/>
                </a:moveTo>
                <a:lnTo>
                  <a:pt x="47625" y="552450"/>
                </a:lnTo>
                <a:lnTo>
                  <a:pt x="47625" y="590550"/>
                </a:lnTo>
                <a:lnTo>
                  <a:pt x="38100" y="590550"/>
                </a:lnTo>
                <a:lnTo>
                  <a:pt x="38100" y="571500"/>
                </a:lnTo>
                <a:lnTo>
                  <a:pt x="28575" y="571500"/>
                </a:lnTo>
                <a:lnTo>
                  <a:pt x="28575" y="561975"/>
                </a:lnTo>
                <a:lnTo>
                  <a:pt x="38100" y="561975"/>
                </a:lnTo>
                <a:close/>
                <a:moveTo>
                  <a:pt x="419100" y="552450"/>
                </a:moveTo>
                <a:lnTo>
                  <a:pt x="447675" y="552450"/>
                </a:lnTo>
                <a:lnTo>
                  <a:pt x="447675" y="571500"/>
                </a:lnTo>
                <a:lnTo>
                  <a:pt x="428625" y="571500"/>
                </a:lnTo>
                <a:lnTo>
                  <a:pt x="428625" y="561975"/>
                </a:lnTo>
                <a:lnTo>
                  <a:pt x="419100" y="561975"/>
                </a:lnTo>
                <a:close/>
                <a:moveTo>
                  <a:pt x="657225" y="552450"/>
                </a:moveTo>
                <a:lnTo>
                  <a:pt x="666750" y="552450"/>
                </a:lnTo>
                <a:lnTo>
                  <a:pt x="666750" y="571500"/>
                </a:lnTo>
                <a:lnTo>
                  <a:pt x="657225" y="571500"/>
                </a:lnTo>
                <a:lnTo>
                  <a:pt x="657225" y="581025"/>
                </a:lnTo>
                <a:lnTo>
                  <a:pt x="628650" y="581025"/>
                </a:lnTo>
                <a:lnTo>
                  <a:pt x="628650" y="561975"/>
                </a:lnTo>
                <a:lnTo>
                  <a:pt x="657225" y="561975"/>
                </a:lnTo>
                <a:close/>
                <a:moveTo>
                  <a:pt x="676275" y="552450"/>
                </a:moveTo>
                <a:lnTo>
                  <a:pt x="685800" y="552450"/>
                </a:lnTo>
                <a:lnTo>
                  <a:pt x="685800" y="561975"/>
                </a:lnTo>
                <a:lnTo>
                  <a:pt x="676275" y="561975"/>
                </a:lnTo>
                <a:close/>
                <a:moveTo>
                  <a:pt x="1095375" y="581025"/>
                </a:moveTo>
                <a:lnTo>
                  <a:pt x="1104900" y="581025"/>
                </a:lnTo>
                <a:lnTo>
                  <a:pt x="1104900" y="600075"/>
                </a:lnTo>
                <a:lnTo>
                  <a:pt x="1095375" y="600075"/>
                </a:lnTo>
                <a:close/>
                <a:moveTo>
                  <a:pt x="323850" y="590550"/>
                </a:moveTo>
                <a:lnTo>
                  <a:pt x="333375" y="590550"/>
                </a:lnTo>
                <a:lnTo>
                  <a:pt x="333375" y="600075"/>
                </a:lnTo>
                <a:lnTo>
                  <a:pt x="342900" y="600075"/>
                </a:lnTo>
                <a:lnTo>
                  <a:pt x="342900" y="590550"/>
                </a:lnTo>
                <a:lnTo>
                  <a:pt x="352425" y="590550"/>
                </a:lnTo>
                <a:lnTo>
                  <a:pt x="352425" y="619125"/>
                </a:lnTo>
                <a:lnTo>
                  <a:pt x="342900" y="619125"/>
                </a:lnTo>
                <a:lnTo>
                  <a:pt x="342900" y="609600"/>
                </a:lnTo>
                <a:lnTo>
                  <a:pt x="323850" y="609600"/>
                </a:lnTo>
                <a:close/>
                <a:moveTo>
                  <a:pt x="542925" y="590550"/>
                </a:moveTo>
                <a:lnTo>
                  <a:pt x="552450" y="590550"/>
                </a:lnTo>
                <a:lnTo>
                  <a:pt x="552450" y="600075"/>
                </a:lnTo>
                <a:lnTo>
                  <a:pt x="542925" y="600075"/>
                </a:lnTo>
                <a:close/>
                <a:moveTo>
                  <a:pt x="971550" y="590550"/>
                </a:moveTo>
                <a:lnTo>
                  <a:pt x="990600" y="590550"/>
                </a:lnTo>
                <a:lnTo>
                  <a:pt x="990600" y="609600"/>
                </a:lnTo>
                <a:lnTo>
                  <a:pt x="981075" y="609600"/>
                </a:lnTo>
                <a:lnTo>
                  <a:pt x="981075" y="628650"/>
                </a:lnTo>
                <a:lnTo>
                  <a:pt x="971550" y="628650"/>
                </a:lnTo>
                <a:close/>
                <a:moveTo>
                  <a:pt x="533400" y="600075"/>
                </a:moveTo>
                <a:lnTo>
                  <a:pt x="542925" y="600075"/>
                </a:lnTo>
                <a:lnTo>
                  <a:pt x="542925" y="609600"/>
                </a:lnTo>
                <a:lnTo>
                  <a:pt x="533400" y="609600"/>
                </a:lnTo>
                <a:close/>
                <a:moveTo>
                  <a:pt x="495300" y="609600"/>
                </a:moveTo>
                <a:lnTo>
                  <a:pt x="523875" y="609600"/>
                </a:lnTo>
                <a:lnTo>
                  <a:pt x="523875" y="619125"/>
                </a:lnTo>
                <a:lnTo>
                  <a:pt x="533400" y="619125"/>
                </a:lnTo>
                <a:lnTo>
                  <a:pt x="533400" y="628650"/>
                </a:lnTo>
                <a:lnTo>
                  <a:pt x="495300" y="628650"/>
                </a:lnTo>
                <a:close/>
                <a:moveTo>
                  <a:pt x="933450" y="609600"/>
                </a:moveTo>
                <a:lnTo>
                  <a:pt x="942975" y="609600"/>
                </a:lnTo>
                <a:lnTo>
                  <a:pt x="942975" y="638175"/>
                </a:lnTo>
                <a:lnTo>
                  <a:pt x="933450" y="638175"/>
                </a:lnTo>
                <a:close/>
                <a:moveTo>
                  <a:pt x="1085850" y="609600"/>
                </a:moveTo>
                <a:lnTo>
                  <a:pt x="1095375" y="609600"/>
                </a:lnTo>
                <a:lnTo>
                  <a:pt x="1095375" y="628650"/>
                </a:lnTo>
                <a:lnTo>
                  <a:pt x="1076325" y="628650"/>
                </a:lnTo>
                <a:lnTo>
                  <a:pt x="1076325" y="619125"/>
                </a:lnTo>
                <a:lnTo>
                  <a:pt x="1085850" y="619125"/>
                </a:lnTo>
                <a:close/>
                <a:moveTo>
                  <a:pt x="1190625" y="628650"/>
                </a:moveTo>
                <a:lnTo>
                  <a:pt x="1209675" y="628650"/>
                </a:lnTo>
                <a:lnTo>
                  <a:pt x="1209675" y="676275"/>
                </a:lnTo>
                <a:lnTo>
                  <a:pt x="1200150" y="676275"/>
                </a:lnTo>
                <a:lnTo>
                  <a:pt x="1200150" y="666750"/>
                </a:lnTo>
                <a:lnTo>
                  <a:pt x="1190625" y="666750"/>
                </a:lnTo>
                <a:close/>
                <a:moveTo>
                  <a:pt x="1009650" y="647700"/>
                </a:moveTo>
                <a:lnTo>
                  <a:pt x="1028700" y="647700"/>
                </a:lnTo>
                <a:lnTo>
                  <a:pt x="1028700" y="666750"/>
                </a:lnTo>
                <a:lnTo>
                  <a:pt x="1009650" y="666750"/>
                </a:lnTo>
                <a:close/>
                <a:moveTo>
                  <a:pt x="133350" y="657225"/>
                </a:moveTo>
                <a:lnTo>
                  <a:pt x="152400" y="657225"/>
                </a:lnTo>
                <a:lnTo>
                  <a:pt x="152400" y="676275"/>
                </a:lnTo>
                <a:lnTo>
                  <a:pt x="219075" y="676275"/>
                </a:lnTo>
                <a:lnTo>
                  <a:pt x="219075" y="704850"/>
                </a:lnTo>
                <a:lnTo>
                  <a:pt x="238125" y="704850"/>
                </a:lnTo>
                <a:lnTo>
                  <a:pt x="238125" y="714375"/>
                </a:lnTo>
                <a:lnTo>
                  <a:pt x="190500" y="714375"/>
                </a:lnTo>
                <a:lnTo>
                  <a:pt x="190500" y="723900"/>
                </a:lnTo>
                <a:lnTo>
                  <a:pt x="180975" y="723900"/>
                </a:lnTo>
                <a:lnTo>
                  <a:pt x="180975" y="714375"/>
                </a:lnTo>
                <a:lnTo>
                  <a:pt x="171450" y="714375"/>
                </a:lnTo>
                <a:lnTo>
                  <a:pt x="171450" y="723900"/>
                </a:lnTo>
                <a:lnTo>
                  <a:pt x="180975" y="723900"/>
                </a:lnTo>
                <a:lnTo>
                  <a:pt x="180975" y="733425"/>
                </a:lnTo>
                <a:lnTo>
                  <a:pt x="152400" y="733425"/>
                </a:lnTo>
                <a:lnTo>
                  <a:pt x="152400" y="742950"/>
                </a:lnTo>
                <a:lnTo>
                  <a:pt x="142875" y="742950"/>
                </a:lnTo>
                <a:lnTo>
                  <a:pt x="142875" y="752475"/>
                </a:lnTo>
                <a:lnTo>
                  <a:pt x="152400" y="752475"/>
                </a:lnTo>
                <a:lnTo>
                  <a:pt x="152400" y="762000"/>
                </a:lnTo>
                <a:lnTo>
                  <a:pt x="133350" y="762000"/>
                </a:lnTo>
                <a:lnTo>
                  <a:pt x="133350" y="771525"/>
                </a:lnTo>
                <a:lnTo>
                  <a:pt x="114300" y="771525"/>
                </a:lnTo>
                <a:lnTo>
                  <a:pt x="114300" y="752475"/>
                </a:lnTo>
                <a:lnTo>
                  <a:pt x="123825" y="752475"/>
                </a:lnTo>
                <a:lnTo>
                  <a:pt x="123825" y="742950"/>
                </a:lnTo>
                <a:lnTo>
                  <a:pt x="95250" y="742950"/>
                </a:lnTo>
                <a:lnTo>
                  <a:pt x="95250" y="752475"/>
                </a:lnTo>
                <a:lnTo>
                  <a:pt x="76200" y="752475"/>
                </a:lnTo>
                <a:lnTo>
                  <a:pt x="76200" y="762000"/>
                </a:lnTo>
                <a:lnTo>
                  <a:pt x="66675" y="762000"/>
                </a:lnTo>
                <a:lnTo>
                  <a:pt x="66675" y="790575"/>
                </a:lnTo>
                <a:lnTo>
                  <a:pt x="76200" y="790575"/>
                </a:lnTo>
                <a:lnTo>
                  <a:pt x="76200" y="809625"/>
                </a:lnTo>
                <a:lnTo>
                  <a:pt x="47625" y="809625"/>
                </a:lnTo>
                <a:lnTo>
                  <a:pt x="47625" y="790575"/>
                </a:lnTo>
                <a:lnTo>
                  <a:pt x="38100" y="790575"/>
                </a:lnTo>
                <a:lnTo>
                  <a:pt x="38100" y="752475"/>
                </a:lnTo>
                <a:lnTo>
                  <a:pt x="57150" y="752475"/>
                </a:lnTo>
                <a:lnTo>
                  <a:pt x="57150" y="742950"/>
                </a:lnTo>
                <a:lnTo>
                  <a:pt x="76200" y="742950"/>
                </a:lnTo>
                <a:lnTo>
                  <a:pt x="76200" y="733425"/>
                </a:lnTo>
                <a:lnTo>
                  <a:pt x="114300" y="733425"/>
                </a:lnTo>
                <a:lnTo>
                  <a:pt x="114300" y="723900"/>
                </a:lnTo>
                <a:lnTo>
                  <a:pt x="104775" y="723900"/>
                </a:lnTo>
                <a:lnTo>
                  <a:pt x="104775" y="714375"/>
                </a:lnTo>
                <a:lnTo>
                  <a:pt x="114300" y="714375"/>
                </a:lnTo>
                <a:lnTo>
                  <a:pt x="114300" y="704850"/>
                </a:lnTo>
                <a:lnTo>
                  <a:pt x="85725" y="704850"/>
                </a:lnTo>
                <a:lnTo>
                  <a:pt x="85725" y="695325"/>
                </a:lnTo>
                <a:lnTo>
                  <a:pt x="66675" y="695325"/>
                </a:lnTo>
                <a:lnTo>
                  <a:pt x="66675" y="676275"/>
                </a:lnTo>
                <a:lnTo>
                  <a:pt x="76200" y="676275"/>
                </a:lnTo>
                <a:lnTo>
                  <a:pt x="76200" y="685800"/>
                </a:lnTo>
                <a:lnTo>
                  <a:pt x="114300" y="685800"/>
                </a:lnTo>
                <a:lnTo>
                  <a:pt x="114300" y="676275"/>
                </a:lnTo>
                <a:lnTo>
                  <a:pt x="133350" y="676275"/>
                </a:lnTo>
                <a:close/>
                <a:moveTo>
                  <a:pt x="209550" y="657225"/>
                </a:moveTo>
                <a:lnTo>
                  <a:pt x="228600" y="657225"/>
                </a:lnTo>
                <a:lnTo>
                  <a:pt x="228600" y="666750"/>
                </a:lnTo>
                <a:lnTo>
                  <a:pt x="209550" y="666750"/>
                </a:lnTo>
                <a:close/>
                <a:moveTo>
                  <a:pt x="238125" y="657225"/>
                </a:moveTo>
                <a:lnTo>
                  <a:pt x="247650" y="657225"/>
                </a:lnTo>
                <a:lnTo>
                  <a:pt x="247650" y="666750"/>
                </a:lnTo>
                <a:lnTo>
                  <a:pt x="238125" y="666750"/>
                </a:lnTo>
                <a:close/>
                <a:moveTo>
                  <a:pt x="276225" y="657225"/>
                </a:moveTo>
                <a:lnTo>
                  <a:pt x="285750" y="657225"/>
                </a:lnTo>
                <a:lnTo>
                  <a:pt x="285750" y="666750"/>
                </a:lnTo>
                <a:lnTo>
                  <a:pt x="342900" y="666750"/>
                </a:lnTo>
                <a:lnTo>
                  <a:pt x="342900" y="676275"/>
                </a:lnTo>
                <a:lnTo>
                  <a:pt x="333375" y="676275"/>
                </a:lnTo>
                <a:lnTo>
                  <a:pt x="333375" y="685800"/>
                </a:lnTo>
                <a:lnTo>
                  <a:pt x="314325" y="685800"/>
                </a:lnTo>
                <a:lnTo>
                  <a:pt x="314325" y="676275"/>
                </a:lnTo>
                <a:lnTo>
                  <a:pt x="304800" y="676275"/>
                </a:lnTo>
                <a:lnTo>
                  <a:pt x="304800" y="685800"/>
                </a:lnTo>
                <a:lnTo>
                  <a:pt x="314325" y="685800"/>
                </a:lnTo>
                <a:lnTo>
                  <a:pt x="314325" y="695325"/>
                </a:lnTo>
                <a:lnTo>
                  <a:pt x="304800" y="695325"/>
                </a:lnTo>
                <a:lnTo>
                  <a:pt x="304800" y="704850"/>
                </a:lnTo>
                <a:lnTo>
                  <a:pt x="295275" y="704850"/>
                </a:lnTo>
                <a:lnTo>
                  <a:pt x="295275" y="695325"/>
                </a:lnTo>
                <a:lnTo>
                  <a:pt x="285750" y="695325"/>
                </a:lnTo>
                <a:lnTo>
                  <a:pt x="285750" y="685800"/>
                </a:lnTo>
                <a:lnTo>
                  <a:pt x="276225" y="685800"/>
                </a:lnTo>
                <a:lnTo>
                  <a:pt x="276225" y="676275"/>
                </a:lnTo>
                <a:lnTo>
                  <a:pt x="247650" y="676275"/>
                </a:lnTo>
                <a:lnTo>
                  <a:pt x="247650" y="666750"/>
                </a:lnTo>
                <a:lnTo>
                  <a:pt x="276225" y="666750"/>
                </a:lnTo>
                <a:close/>
                <a:moveTo>
                  <a:pt x="381000" y="657225"/>
                </a:moveTo>
                <a:lnTo>
                  <a:pt x="390525" y="657225"/>
                </a:lnTo>
                <a:lnTo>
                  <a:pt x="390525" y="666750"/>
                </a:lnTo>
                <a:lnTo>
                  <a:pt x="381000" y="666750"/>
                </a:lnTo>
                <a:close/>
                <a:moveTo>
                  <a:pt x="447675" y="657225"/>
                </a:moveTo>
                <a:lnTo>
                  <a:pt x="485775" y="657225"/>
                </a:lnTo>
                <a:lnTo>
                  <a:pt x="485775" y="666750"/>
                </a:lnTo>
                <a:lnTo>
                  <a:pt x="447675" y="666750"/>
                </a:lnTo>
                <a:close/>
                <a:moveTo>
                  <a:pt x="495300" y="657225"/>
                </a:moveTo>
                <a:lnTo>
                  <a:pt x="523875" y="657225"/>
                </a:lnTo>
                <a:lnTo>
                  <a:pt x="523875" y="666750"/>
                </a:lnTo>
                <a:lnTo>
                  <a:pt x="495300" y="666750"/>
                </a:lnTo>
                <a:close/>
                <a:moveTo>
                  <a:pt x="1066800" y="657225"/>
                </a:moveTo>
                <a:lnTo>
                  <a:pt x="1076325" y="657225"/>
                </a:lnTo>
                <a:lnTo>
                  <a:pt x="1076325" y="676275"/>
                </a:lnTo>
                <a:lnTo>
                  <a:pt x="1066800" y="676275"/>
                </a:lnTo>
                <a:lnTo>
                  <a:pt x="1066800" y="685800"/>
                </a:lnTo>
                <a:lnTo>
                  <a:pt x="1076325" y="685800"/>
                </a:lnTo>
                <a:lnTo>
                  <a:pt x="1076325" y="695325"/>
                </a:lnTo>
                <a:lnTo>
                  <a:pt x="1057275" y="695325"/>
                </a:lnTo>
                <a:lnTo>
                  <a:pt x="1057275" y="704850"/>
                </a:lnTo>
                <a:lnTo>
                  <a:pt x="1047750" y="704850"/>
                </a:lnTo>
                <a:lnTo>
                  <a:pt x="1047750" y="714375"/>
                </a:lnTo>
                <a:lnTo>
                  <a:pt x="1038225" y="714375"/>
                </a:lnTo>
                <a:lnTo>
                  <a:pt x="1038225" y="733425"/>
                </a:lnTo>
                <a:lnTo>
                  <a:pt x="1028700" y="733425"/>
                </a:lnTo>
                <a:lnTo>
                  <a:pt x="1028700" y="771525"/>
                </a:lnTo>
                <a:lnTo>
                  <a:pt x="1019175" y="771525"/>
                </a:lnTo>
                <a:lnTo>
                  <a:pt x="1019175" y="800100"/>
                </a:lnTo>
                <a:lnTo>
                  <a:pt x="1028700" y="800100"/>
                </a:lnTo>
                <a:lnTo>
                  <a:pt x="1028700" y="809625"/>
                </a:lnTo>
                <a:lnTo>
                  <a:pt x="1009650" y="809625"/>
                </a:lnTo>
                <a:lnTo>
                  <a:pt x="1009650" y="800100"/>
                </a:lnTo>
                <a:lnTo>
                  <a:pt x="990600" y="800100"/>
                </a:lnTo>
                <a:lnTo>
                  <a:pt x="990600" y="790575"/>
                </a:lnTo>
                <a:lnTo>
                  <a:pt x="1000125" y="790575"/>
                </a:lnTo>
                <a:lnTo>
                  <a:pt x="1000125" y="762000"/>
                </a:lnTo>
                <a:lnTo>
                  <a:pt x="981075" y="762000"/>
                </a:lnTo>
                <a:lnTo>
                  <a:pt x="981075" y="752475"/>
                </a:lnTo>
                <a:lnTo>
                  <a:pt x="971550" y="752475"/>
                </a:lnTo>
                <a:lnTo>
                  <a:pt x="971550" y="733425"/>
                </a:lnTo>
                <a:lnTo>
                  <a:pt x="1009650" y="733425"/>
                </a:lnTo>
                <a:lnTo>
                  <a:pt x="1009650" y="704850"/>
                </a:lnTo>
                <a:lnTo>
                  <a:pt x="990600" y="704850"/>
                </a:lnTo>
                <a:lnTo>
                  <a:pt x="990600" y="695325"/>
                </a:lnTo>
                <a:lnTo>
                  <a:pt x="981075" y="695325"/>
                </a:lnTo>
                <a:lnTo>
                  <a:pt x="981075" y="676275"/>
                </a:lnTo>
                <a:lnTo>
                  <a:pt x="1000125" y="676275"/>
                </a:lnTo>
                <a:lnTo>
                  <a:pt x="1000125" y="695325"/>
                </a:lnTo>
                <a:lnTo>
                  <a:pt x="1009650" y="695325"/>
                </a:lnTo>
                <a:lnTo>
                  <a:pt x="1009650" y="704850"/>
                </a:lnTo>
                <a:lnTo>
                  <a:pt x="1038225" y="704850"/>
                </a:lnTo>
                <a:lnTo>
                  <a:pt x="1038225" y="685800"/>
                </a:lnTo>
                <a:lnTo>
                  <a:pt x="1047750" y="685800"/>
                </a:lnTo>
                <a:lnTo>
                  <a:pt x="1047750" y="676275"/>
                </a:lnTo>
                <a:lnTo>
                  <a:pt x="1057275" y="676275"/>
                </a:lnTo>
                <a:lnTo>
                  <a:pt x="1057275" y="666750"/>
                </a:lnTo>
                <a:lnTo>
                  <a:pt x="1066800" y="666750"/>
                </a:lnTo>
                <a:close/>
                <a:moveTo>
                  <a:pt x="1114425" y="657225"/>
                </a:moveTo>
                <a:lnTo>
                  <a:pt x="1133475" y="657225"/>
                </a:lnTo>
                <a:lnTo>
                  <a:pt x="1133475" y="666750"/>
                </a:lnTo>
                <a:lnTo>
                  <a:pt x="1143000" y="666750"/>
                </a:lnTo>
                <a:lnTo>
                  <a:pt x="1143000" y="676275"/>
                </a:lnTo>
                <a:lnTo>
                  <a:pt x="1123950" y="676275"/>
                </a:lnTo>
                <a:lnTo>
                  <a:pt x="1123950" y="666750"/>
                </a:lnTo>
                <a:lnTo>
                  <a:pt x="1114425" y="666750"/>
                </a:lnTo>
                <a:close/>
                <a:moveTo>
                  <a:pt x="1152525" y="657225"/>
                </a:moveTo>
                <a:lnTo>
                  <a:pt x="1162050" y="657225"/>
                </a:lnTo>
                <a:lnTo>
                  <a:pt x="1162050" y="666750"/>
                </a:lnTo>
                <a:lnTo>
                  <a:pt x="1152525" y="666750"/>
                </a:lnTo>
                <a:close/>
                <a:moveTo>
                  <a:pt x="9525" y="666750"/>
                </a:moveTo>
                <a:lnTo>
                  <a:pt x="28575" y="666750"/>
                </a:lnTo>
                <a:lnTo>
                  <a:pt x="28575" y="704850"/>
                </a:lnTo>
                <a:lnTo>
                  <a:pt x="19050" y="704850"/>
                </a:lnTo>
                <a:lnTo>
                  <a:pt x="19050" y="695325"/>
                </a:lnTo>
                <a:lnTo>
                  <a:pt x="0" y="695325"/>
                </a:lnTo>
                <a:lnTo>
                  <a:pt x="0" y="685800"/>
                </a:lnTo>
                <a:lnTo>
                  <a:pt x="9525" y="685800"/>
                </a:lnTo>
                <a:close/>
                <a:moveTo>
                  <a:pt x="361950" y="666750"/>
                </a:moveTo>
                <a:lnTo>
                  <a:pt x="381000" y="666750"/>
                </a:lnTo>
                <a:lnTo>
                  <a:pt x="381000" y="676275"/>
                </a:lnTo>
                <a:lnTo>
                  <a:pt x="361950" y="676275"/>
                </a:lnTo>
                <a:close/>
                <a:moveTo>
                  <a:pt x="390525" y="666750"/>
                </a:moveTo>
                <a:lnTo>
                  <a:pt x="419100" y="666750"/>
                </a:lnTo>
                <a:lnTo>
                  <a:pt x="419100" y="676275"/>
                </a:lnTo>
                <a:lnTo>
                  <a:pt x="390525" y="676275"/>
                </a:lnTo>
                <a:close/>
                <a:moveTo>
                  <a:pt x="238125" y="676275"/>
                </a:moveTo>
                <a:lnTo>
                  <a:pt x="247650" y="676275"/>
                </a:lnTo>
                <a:lnTo>
                  <a:pt x="247650" y="695325"/>
                </a:lnTo>
                <a:lnTo>
                  <a:pt x="238125" y="695325"/>
                </a:lnTo>
                <a:close/>
                <a:moveTo>
                  <a:pt x="457200" y="676275"/>
                </a:moveTo>
                <a:lnTo>
                  <a:pt x="466725" y="676275"/>
                </a:lnTo>
                <a:lnTo>
                  <a:pt x="466725" y="685800"/>
                </a:lnTo>
                <a:lnTo>
                  <a:pt x="457200" y="685800"/>
                </a:lnTo>
                <a:close/>
                <a:moveTo>
                  <a:pt x="476250" y="676275"/>
                </a:moveTo>
                <a:lnTo>
                  <a:pt x="485775" y="676275"/>
                </a:lnTo>
                <a:lnTo>
                  <a:pt x="485775" y="685800"/>
                </a:lnTo>
                <a:lnTo>
                  <a:pt x="476250" y="685800"/>
                </a:lnTo>
                <a:close/>
                <a:moveTo>
                  <a:pt x="523875" y="676275"/>
                </a:moveTo>
                <a:lnTo>
                  <a:pt x="533400" y="676275"/>
                </a:lnTo>
                <a:lnTo>
                  <a:pt x="533400" y="685800"/>
                </a:lnTo>
                <a:lnTo>
                  <a:pt x="523875" y="685800"/>
                </a:lnTo>
                <a:close/>
                <a:moveTo>
                  <a:pt x="1114425" y="676275"/>
                </a:moveTo>
                <a:lnTo>
                  <a:pt x="1123950" y="676275"/>
                </a:lnTo>
                <a:lnTo>
                  <a:pt x="1123950" y="695325"/>
                </a:lnTo>
                <a:lnTo>
                  <a:pt x="1104900" y="695325"/>
                </a:lnTo>
                <a:lnTo>
                  <a:pt x="1104900" y="685800"/>
                </a:lnTo>
                <a:lnTo>
                  <a:pt x="1114425" y="685800"/>
                </a:lnTo>
                <a:close/>
                <a:moveTo>
                  <a:pt x="676275" y="685800"/>
                </a:moveTo>
                <a:lnTo>
                  <a:pt x="685800" y="685800"/>
                </a:lnTo>
                <a:lnTo>
                  <a:pt x="685800" y="695325"/>
                </a:lnTo>
                <a:lnTo>
                  <a:pt x="695325" y="695325"/>
                </a:lnTo>
                <a:lnTo>
                  <a:pt x="695325" y="771525"/>
                </a:lnTo>
                <a:lnTo>
                  <a:pt x="685800" y="771525"/>
                </a:lnTo>
                <a:lnTo>
                  <a:pt x="685800" y="781050"/>
                </a:lnTo>
                <a:lnTo>
                  <a:pt x="657225" y="781050"/>
                </a:lnTo>
                <a:lnTo>
                  <a:pt x="657225" y="790575"/>
                </a:lnTo>
                <a:lnTo>
                  <a:pt x="647700" y="790575"/>
                </a:lnTo>
                <a:lnTo>
                  <a:pt x="647700" y="809625"/>
                </a:lnTo>
                <a:lnTo>
                  <a:pt x="619125" y="809625"/>
                </a:lnTo>
                <a:lnTo>
                  <a:pt x="619125" y="781050"/>
                </a:lnTo>
                <a:lnTo>
                  <a:pt x="628650" y="781050"/>
                </a:lnTo>
                <a:lnTo>
                  <a:pt x="628650" y="771525"/>
                </a:lnTo>
                <a:lnTo>
                  <a:pt x="638175" y="771525"/>
                </a:lnTo>
                <a:lnTo>
                  <a:pt x="638175" y="781050"/>
                </a:lnTo>
                <a:lnTo>
                  <a:pt x="647700" y="781050"/>
                </a:lnTo>
                <a:lnTo>
                  <a:pt x="647700" y="752475"/>
                </a:lnTo>
                <a:lnTo>
                  <a:pt x="666750" y="752475"/>
                </a:lnTo>
                <a:lnTo>
                  <a:pt x="666750" y="742950"/>
                </a:lnTo>
                <a:lnTo>
                  <a:pt x="676275" y="742950"/>
                </a:lnTo>
                <a:lnTo>
                  <a:pt x="676275" y="714375"/>
                </a:lnTo>
                <a:lnTo>
                  <a:pt x="685800" y="714375"/>
                </a:lnTo>
                <a:lnTo>
                  <a:pt x="685800" y="704850"/>
                </a:lnTo>
                <a:lnTo>
                  <a:pt x="676275" y="704850"/>
                </a:lnTo>
                <a:close/>
                <a:moveTo>
                  <a:pt x="447675" y="695325"/>
                </a:moveTo>
                <a:lnTo>
                  <a:pt x="476250" y="695325"/>
                </a:lnTo>
                <a:lnTo>
                  <a:pt x="476250" y="714375"/>
                </a:lnTo>
                <a:lnTo>
                  <a:pt x="466725" y="714375"/>
                </a:lnTo>
                <a:lnTo>
                  <a:pt x="466725" y="704850"/>
                </a:lnTo>
                <a:lnTo>
                  <a:pt x="457200" y="704850"/>
                </a:lnTo>
                <a:lnTo>
                  <a:pt x="457200" y="733425"/>
                </a:lnTo>
                <a:lnTo>
                  <a:pt x="419100" y="733425"/>
                </a:lnTo>
                <a:lnTo>
                  <a:pt x="419100" y="714375"/>
                </a:lnTo>
                <a:lnTo>
                  <a:pt x="428625" y="714375"/>
                </a:lnTo>
                <a:lnTo>
                  <a:pt x="428625" y="704850"/>
                </a:lnTo>
                <a:lnTo>
                  <a:pt x="447675" y="704850"/>
                </a:lnTo>
                <a:close/>
                <a:moveTo>
                  <a:pt x="800100" y="695325"/>
                </a:moveTo>
                <a:lnTo>
                  <a:pt x="819150" y="695325"/>
                </a:lnTo>
                <a:lnTo>
                  <a:pt x="819150" y="704850"/>
                </a:lnTo>
                <a:lnTo>
                  <a:pt x="828675" y="704850"/>
                </a:lnTo>
                <a:lnTo>
                  <a:pt x="828675" y="714375"/>
                </a:lnTo>
                <a:lnTo>
                  <a:pt x="838200" y="714375"/>
                </a:lnTo>
                <a:lnTo>
                  <a:pt x="838200" y="723900"/>
                </a:lnTo>
                <a:lnTo>
                  <a:pt x="828675" y="723900"/>
                </a:lnTo>
                <a:lnTo>
                  <a:pt x="828675" y="733425"/>
                </a:lnTo>
                <a:lnTo>
                  <a:pt x="819150" y="733425"/>
                </a:lnTo>
                <a:lnTo>
                  <a:pt x="819150" y="714375"/>
                </a:lnTo>
                <a:lnTo>
                  <a:pt x="790575" y="714375"/>
                </a:lnTo>
                <a:lnTo>
                  <a:pt x="790575" y="704850"/>
                </a:lnTo>
                <a:lnTo>
                  <a:pt x="800100" y="704850"/>
                </a:lnTo>
                <a:close/>
                <a:moveTo>
                  <a:pt x="1085850" y="695325"/>
                </a:moveTo>
                <a:lnTo>
                  <a:pt x="1104900" y="695325"/>
                </a:lnTo>
                <a:lnTo>
                  <a:pt x="1104900" y="714375"/>
                </a:lnTo>
                <a:lnTo>
                  <a:pt x="1095375" y="714375"/>
                </a:lnTo>
                <a:lnTo>
                  <a:pt x="1095375" y="704850"/>
                </a:lnTo>
                <a:lnTo>
                  <a:pt x="1085850" y="704850"/>
                </a:lnTo>
                <a:close/>
                <a:moveTo>
                  <a:pt x="1133475" y="695325"/>
                </a:moveTo>
                <a:lnTo>
                  <a:pt x="1143000" y="695325"/>
                </a:lnTo>
                <a:lnTo>
                  <a:pt x="1143000" y="714375"/>
                </a:lnTo>
                <a:lnTo>
                  <a:pt x="1133475" y="714375"/>
                </a:lnTo>
                <a:close/>
                <a:moveTo>
                  <a:pt x="1162050" y="695325"/>
                </a:moveTo>
                <a:lnTo>
                  <a:pt x="1171575" y="695325"/>
                </a:lnTo>
                <a:lnTo>
                  <a:pt x="1171575" y="714375"/>
                </a:lnTo>
                <a:lnTo>
                  <a:pt x="1181100" y="714375"/>
                </a:lnTo>
                <a:lnTo>
                  <a:pt x="1181100" y="723900"/>
                </a:lnTo>
                <a:lnTo>
                  <a:pt x="1162050" y="723900"/>
                </a:lnTo>
                <a:close/>
                <a:moveTo>
                  <a:pt x="0" y="704850"/>
                </a:moveTo>
                <a:lnTo>
                  <a:pt x="9525" y="704850"/>
                </a:lnTo>
                <a:lnTo>
                  <a:pt x="9525" y="714375"/>
                </a:lnTo>
                <a:lnTo>
                  <a:pt x="0" y="714375"/>
                </a:lnTo>
                <a:close/>
                <a:moveTo>
                  <a:pt x="38100" y="704850"/>
                </a:moveTo>
                <a:lnTo>
                  <a:pt x="47625" y="704850"/>
                </a:lnTo>
                <a:lnTo>
                  <a:pt x="47625" y="723900"/>
                </a:lnTo>
                <a:lnTo>
                  <a:pt x="38100" y="723900"/>
                </a:lnTo>
                <a:close/>
                <a:moveTo>
                  <a:pt x="257175" y="704850"/>
                </a:moveTo>
                <a:lnTo>
                  <a:pt x="266700" y="704850"/>
                </a:lnTo>
                <a:lnTo>
                  <a:pt x="266700" y="714375"/>
                </a:lnTo>
                <a:lnTo>
                  <a:pt x="257175" y="714375"/>
                </a:lnTo>
                <a:close/>
                <a:moveTo>
                  <a:pt x="333375" y="704850"/>
                </a:moveTo>
                <a:lnTo>
                  <a:pt x="352425" y="704850"/>
                </a:lnTo>
                <a:lnTo>
                  <a:pt x="352425" y="714375"/>
                </a:lnTo>
                <a:lnTo>
                  <a:pt x="361950" y="714375"/>
                </a:lnTo>
                <a:lnTo>
                  <a:pt x="361950" y="723900"/>
                </a:lnTo>
                <a:lnTo>
                  <a:pt x="352425" y="723900"/>
                </a:lnTo>
                <a:lnTo>
                  <a:pt x="352425" y="733425"/>
                </a:lnTo>
                <a:lnTo>
                  <a:pt x="342900" y="733425"/>
                </a:lnTo>
                <a:lnTo>
                  <a:pt x="342900" y="742950"/>
                </a:lnTo>
                <a:lnTo>
                  <a:pt x="361950" y="742950"/>
                </a:lnTo>
                <a:lnTo>
                  <a:pt x="361950" y="762000"/>
                </a:lnTo>
                <a:lnTo>
                  <a:pt x="352425" y="762000"/>
                </a:lnTo>
                <a:lnTo>
                  <a:pt x="352425" y="752475"/>
                </a:lnTo>
                <a:lnTo>
                  <a:pt x="333375" y="752475"/>
                </a:lnTo>
                <a:lnTo>
                  <a:pt x="333375" y="723900"/>
                </a:lnTo>
                <a:lnTo>
                  <a:pt x="342900" y="723900"/>
                </a:lnTo>
                <a:lnTo>
                  <a:pt x="342900" y="714375"/>
                </a:lnTo>
                <a:lnTo>
                  <a:pt x="333375" y="714375"/>
                </a:lnTo>
                <a:close/>
                <a:moveTo>
                  <a:pt x="247650" y="714375"/>
                </a:moveTo>
                <a:lnTo>
                  <a:pt x="257175" y="714375"/>
                </a:lnTo>
                <a:lnTo>
                  <a:pt x="257175" y="723900"/>
                </a:lnTo>
                <a:lnTo>
                  <a:pt x="247650" y="723900"/>
                </a:lnTo>
                <a:close/>
                <a:moveTo>
                  <a:pt x="276225" y="714375"/>
                </a:moveTo>
                <a:lnTo>
                  <a:pt x="285750" y="714375"/>
                </a:lnTo>
                <a:lnTo>
                  <a:pt x="285750" y="723900"/>
                </a:lnTo>
                <a:lnTo>
                  <a:pt x="304800" y="723900"/>
                </a:lnTo>
                <a:lnTo>
                  <a:pt x="304800" y="762000"/>
                </a:lnTo>
                <a:lnTo>
                  <a:pt x="314325" y="762000"/>
                </a:lnTo>
                <a:lnTo>
                  <a:pt x="314325" y="781050"/>
                </a:lnTo>
                <a:lnTo>
                  <a:pt x="304800" y="781050"/>
                </a:lnTo>
                <a:lnTo>
                  <a:pt x="304800" y="771525"/>
                </a:lnTo>
                <a:lnTo>
                  <a:pt x="295275" y="771525"/>
                </a:lnTo>
                <a:lnTo>
                  <a:pt x="295275" y="762000"/>
                </a:lnTo>
                <a:lnTo>
                  <a:pt x="285750" y="762000"/>
                </a:lnTo>
                <a:lnTo>
                  <a:pt x="285750" y="742950"/>
                </a:lnTo>
                <a:lnTo>
                  <a:pt x="266700" y="742950"/>
                </a:lnTo>
                <a:lnTo>
                  <a:pt x="266700" y="733425"/>
                </a:lnTo>
                <a:lnTo>
                  <a:pt x="257175" y="733425"/>
                </a:lnTo>
                <a:lnTo>
                  <a:pt x="257175" y="723900"/>
                </a:lnTo>
                <a:lnTo>
                  <a:pt x="276225" y="723900"/>
                </a:lnTo>
                <a:close/>
                <a:moveTo>
                  <a:pt x="781050" y="714375"/>
                </a:moveTo>
                <a:lnTo>
                  <a:pt x="790575" y="714375"/>
                </a:lnTo>
                <a:lnTo>
                  <a:pt x="790575" y="723900"/>
                </a:lnTo>
                <a:lnTo>
                  <a:pt x="781050" y="723900"/>
                </a:lnTo>
                <a:close/>
                <a:moveTo>
                  <a:pt x="47625" y="723900"/>
                </a:moveTo>
                <a:lnTo>
                  <a:pt x="57150" y="723900"/>
                </a:lnTo>
                <a:lnTo>
                  <a:pt x="57150" y="733425"/>
                </a:lnTo>
                <a:lnTo>
                  <a:pt x="47625" y="733425"/>
                </a:lnTo>
                <a:close/>
                <a:moveTo>
                  <a:pt x="142875" y="723900"/>
                </a:moveTo>
                <a:lnTo>
                  <a:pt x="152400" y="723900"/>
                </a:lnTo>
                <a:lnTo>
                  <a:pt x="152400" y="714375"/>
                </a:lnTo>
                <a:lnTo>
                  <a:pt x="142875" y="714375"/>
                </a:lnTo>
                <a:close/>
                <a:moveTo>
                  <a:pt x="228600" y="723900"/>
                </a:moveTo>
                <a:lnTo>
                  <a:pt x="238125" y="723900"/>
                </a:lnTo>
                <a:lnTo>
                  <a:pt x="238125" y="752475"/>
                </a:lnTo>
                <a:lnTo>
                  <a:pt x="228600" y="752475"/>
                </a:lnTo>
                <a:close/>
                <a:moveTo>
                  <a:pt x="428625" y="723900"/>
                </a:moveTo>
                <a:lnTo>
                  <a:pt x="447675" y="723900"/>
                </a:lnTo>
                <a:lnTo>
                  <a:pt x="447675" y="714375"/>
                </a:lnTo>
                <a:lnTo>
                  <a:pt x="428625" y="714375"/>
                </a:lnTo>
                <a:close/>
                <a:moveTo>
                  <a:pt x="600075" y="723900"/>
                </a:moveTo>
                <a:lnTo>
                  <a:pt x="609600" y="723900"/>
                </a:lnTo>
                <a:lnTo>
                  <a:pt x="609600" y="733425"/>
                </a:lnTo>
                <a:lnTo>
                  <a:pt x="600075" y="733425"/>
                </a:lnTo>
                <a:close/>
                <a:moveTo>
                  <a:pt x="790575" y="723900"/>
                </a:moveTo>
                <a:lnTo>
                  <a:pt x="800100" y="723900"/>
                </a:lnTo>
                <a:lnTo>
                  <a:pt x="800100" y="733425"/>
                </a:lnTo>
                <a:lnTo>
                  <a:pt x="790575" y="733425"/>
                </a:lnTo>
                <a:close/>
                <a:moveTo>
                  <a:pt x="885825" y="723900"/>
                </a:moveTo>
                <a:lnTo>
                  <a:pt x="895350" y="723900"/>
                </a:lnTo>
                <a:lnTo>
                  <a:pt x="895350" y="733425"/>
                </a:lnTo>
                <a:lnTo>
                  <a:pt x="904875" y="733425"/>
                </a:lnTo>
                <a:lnTo>
                  <a:pt x="904875" y="723900"/>
                </a:lnTo>
                <a:lnTo>
                  <a:pt x="914400" y="723900"/>
                </a:lnTo>
                <a:lnTo>
                  <a:pt x="914400" y="733425"/>
                </a:lnTo>
                <a:lnTo>
                  <a:pt x="933450" y="733425"/>
                </a:lnTo>
                <a:lnTo>
                  <a:pt x="933450" y="723900"/>
                </a:lnTo>
                <a:lnTo>
                  <a:pt x="952500" y="723900"/>
                </a:lnTo>
                <a:lnTo>
                  <a:pt x="952500" y="733425"/>
                </a:lnTo>
                <a:lnTo>
                  <a:pt x="942975" y="733425"/>
                </a:lnTo>
                <a:lnTo>
                  <a:pt x="942975" y="742950"/>
                </a:lnTo>
                <a:lnTo>
                  <a:pt x="923925" y="742950"/>
                </a:lnTo>
                <a:lnTo>
                  <a:pt x="923925" y="752475"/>
                </a:lnTo>
                <a:lnTo>
                  <a:pt x="914400" y="752475"/>
                </a:lnTo>
                <a:lnTo>
                  <a:pt x="914400" y="742950"/>
                </a:lnTo>
                <a:lnTo>
                  <a:pt x="904875" y="742950"/>
                </a:lnTo>
                <a:lnTo>
                  <a:pt x="904875" y="752475"/>
                </a:lnTo>
                <a:lnTo>
                  <a:pt x="895350" y="752475"/>
                </a:lnTo>
                <a:lnTo>
                  <a:pt x="895350" y="771525"/>
                </a:lnTo>
                <a:lnTo>
                  <a:pt x="876300" y="771525"/>
                </a:lnTo>
                <a:lnTo>
                  <a:pt x="876300" y="762000"/>
                </a:lnTo>
                <a:lnTo>
                  <a:pt x="885825" y="762000"/>
                </a:lnTo>
                <a:lnTo>
                  <a:pt x="885825" y="752475"/>
                </a:lnTo>
                <a:lnTo>
                  <a:pt x="876300" y="752475"/>
                </a:lnTo>
                <a:lnTo>
                  <a:pt x="876300" y="733425"/>
                </a:lnTo>
                <a:lnTo>
                  <a:pt x="885825" y="733425"/>
                </a:lnTo>
                <a:close/>
                <a:moveTo>
                  <a:pt x="1019175" y="723900"/>
                </a:moveTo>
                <a:lnTo>
                  <a:pt x="1028700" y="723900"/>
                </a:lnTo>
                <a:lnTo>
                  <a:pt x="1028700" y="714375"/>
                </a:lnTo>
                <a:lnTo>
                  <a:pt x="1019175" y="714375"/>
                </a:lnTo>
                <a:close/>
                <a:moveTo>
                  <a:pt x="0" y="733425"/>
                </a:moveTo>
                <a:lnTo>
                  <a:pt x="9525" y="733425"/>
                </a:lnTo>
                <a:lnTo>
                  <a:pt x="9525" y="742950"/>
                </a:lnTo>
                <a:lnTo>
                  <a:pt x="0" y="742950"/>
                </a:lnTo>
                <a:close/>
                <a:moveTo>
                  <a:pt x="742950" y="733425"/>
                </a:moveTo>
                <a:lnTo>
                  <a:pt x="752475" y="733425"/>
                </a:lnTo>
                <a:lnTo>
                  <a:pt x="752475" y="742950"/>
                </a:lnTo>
                <a:lnTo>
                  <a:pt x="762000" y="742950"/>
                </a:lnTo>
                <a:lnTo>
                  <a:pt x="762000" y="762000"/>
                </a:lnTo>
                <a:lnTo>
                  <a:pt x="752475" y="762000"/>
                </a:lnTo>
                <a:lnTo>
                  <a:pt x="752475" y="781050"/>
                </a:lnTo>
                <a:lnTo>
                  <a:pt x="742950" y="781050"/>
                </a:lnTo>
                <a:lnTo>
                  <a:pt x="742950" y="771525"/>
                </a:lnTo>
                <a:lnTo>
                  <a:pt x="714375" y="771525"/>
                </a:lnTo>
                <a:lnTo>
                  <a:pt x="714375" y="762000"/>
                </a:lnTo>
                <a:lnTo>
                  <a:pt x="704850" y="762000"/>
                </a:lnTo>
                <a:lnTo>
                  <a:pt x="704850" y="752475"/>
                </a:lnTo>
                <a:lnTo>
                  <a:pt x="742950" y="752475"/>
                </a:lnTo>
                <a:close/>
                <a:moveTo>
                  <a:pt x="466725" y="742950"/>
                </a:moveTo>
                <a:lnTo>
                  <a:pt x="485775" y="742950"/>
                </a:lnTo>
                <a:lnTo>
                  <a:pt x="485775" y="752475"/>
                </a:lnTo>
                <a:lnTo>
                  <a:pt x="495300" y="752475"/>
                </a:lnTo>
                <a:lnTo>
                  <a:pt x="495300" y="762000"/>
                </a:lnTo>
                <a:lnTo>
                  <a:pt x="476250" y="762000"/>
                </a:lnTo>
                <a:lnTo>
                  <a:pt x="476250" y="752475"/>
                </a:lnTo>
                <a:lnTo>
                  <a:pt x="466725" y="752475"/>
                </a:lnTo>
                <a:close/>
                <a:moveTo>
                  <a:pt x="542925" y="742950"/>
                </a:moveTo>
                <a:lnTo>
                  <a:pt x="561975" y="742950"/>
                </a:lnTo>
                <a:lnTo>
                  <a:pt x="561975" y="752475"/>
                </a:lnTo>
                <a:lnTo>
                  <a:pt x="542925" y="752475"/>
                </a:lnTo>
                <a:close/>
                <a:moveTo>
                  <a:pt x="1085850" y="742950"/>
                </a:moveTo>
                <a:lnTo>
                  <a:pt x="1104900" y="742950"/>
                </a:lnTo>
                <a:lnTo>
                  <a:pt x="1104900" y="762000"/>
                </a:lnTo>
                <a:lnTo>
                  <a:pt x="1095375" y="762000"/>
                </a:lnTo>
                <a:lnTo>
                  <a:pt x="1095375" y="752475"/>
                </a:lnTo>
                <a:lnTo>
                  <a:pt x="1085850" y="752475"/>
                </a:lnTo>
                <a:close/>
                <a:moveTo>
                  <a:pt x="0" y="752475"/>
                </a:moveTo>
                <a:lnTo>
                  <a:pt x="9525" y="752475"/>
                </a:lnTo>
                <a:lnTo>
                  <a:pt x="9525" y="771525"/>
                </a:lnTo>
                <a:lnTo>
                  <a:pt x="0" y="771525"/>
                </a:lnTo>
                <a:close/>
                <a:moveTo>
                  <a:pt x="238125" y="752475"/>
                </a:moveTo>
                <a:lnTo>
                  <a:pt x="247650" y="752475"/>
                </a:lnTo>
                <a:lnTo>
                  <a:pt x="247650" y="771525"/>
                </a:lnTo>
                <a:lnTo>
                  <a:pt x="238125" y="771525"/>
                </a:lnTo>
                <a:lnTo>
                  <a:pt x="238125" y="809625"/>
                </a:lnTo>
                <a:lnTo>
                  <a:pt x="219075" y="809625"/>
                </a:lnTo>
                <a:lnTo>
                  <a:pt x="219075" y="800100"/>
                </a:lnTo>
                <a:lnTo>
                  <a:pt x="209550" y="800100"/>
                </a:lnTo>
                <a:lnTo>
                  <a:pt x="209550" y="809625"/>
                </a:lnTo>
                <a:lnTo>
                  <a:pt x="200025" y="809625"/>
                </a:lnTo>
                <a:lnTo>
                  <a:pt x="200025" y="790575"/>
                </a:lnTo>
                <a:lnTo>
                  <a:pt x="209550" y="790575"/>
                </a:lnTo>
                <a:lnTo>
                  <a:pt x="209550" y="771525"/>
                </a:lnTo>
                <a:lnTo>
                  <a:pt x="219075" y="771525"/>
                </a:lnTo>
                <a:lnTo>
                  <a:pt x="219075" y="762000"/>
                </a:lnTo>
                <a:lnTo>
                  <a:pt x="238125" y="762000"/>
                </a:lnTo>
                <a:close/>
                <a:moveTo>
                  <a:pt x="257175" y="752475"/>
                </a:moveTo>
                <a:lnTo>
                  <a:pt x="266700" y="752475"/>
                </a:lnTo>
                <a:lnTo>
                  <a:pt x="266700" y="762000"/>
                </a:lnTo>
                <a:lnTo>
                  <a:pt x="257175" y="762000"/>
                </a:lnTo>
                <a:close/>
                <a:moveTo>
                  <a:pt x="933450" y="752475"/>
                </a:moveTo>
                <a:lnTo>
                  <a:pt x="942975" y="752475"/>
                </a:lnTo>
                <a:lnTo>
                  <a:pt x="942975" y="762000"/>
                </a:lnTo>
                <a:lnTo>
                  <a:pt x="952500" y="762000"/>
                </a:lnTo>
                <a:lnTo>
                  <a:pt x="952500" y="781050"/>
                </a:lnTo>
                <a:lnTo>
                  <a:pt x="942975" y="781050"/>
                </a:lnTo>
                <a:lnTo>
                  <a:pt x="942975" y="771525"/>
                </a:lnTo>
                <a:lnTo>
                  <a:pt x="933450" y="771525"/>
                </a:lnTo>
                <a:close/>
                <a:moveTo>
                  <a:pt x="1133475" y="752475"/>
                </a:moveTo>
                <a:lnTo>
                  <a:pt x="1143000" y="752475"/>
                </a:lnTo>
                <a:lnTo>
                  <a:pt x="1143000" y="762000"/>
                </a:lnTo>
                <a:lnTo>
                  <a:pt x="1133475" y="762000"/>
                </a:lnTo>
                <a:close/>
                <a:moveTo>
                  <a:pt x="781050" y="762000"/>
                </a:moveTo>
                <a:lnTo>
                  <a:pt x="790575" y="762000"/>
                </a:lnTo>
                <a:lnTo>
                  <a:pt x="790575" y="771525"/>
                </a:lnTo>
                <a:lnTo>
                  <a:pt x="781050" y="771525"/>
                </a:lnTo>
                <a:close/>
                <a:moveTo>
                  <a:pt x="104775" y="771525"/>
                </a:moveTo>
                <a:lnTo>
                  <a:pt x="114300" y="771525"/>
                </a:lnTo>
                <a:lnTo>
                  <a:pt x="114300" y="809625"/>
                </a:lnTo>
                <a:lnTo>
                  <a:pt x="95250" y="809625"/>
                </a:lnTo>
                <a:lnTo>
                  <a:pt x="95250" y="800100"/>
                </a:lnTo>
                <a:lnTo>
                  <a:pt x="85725" y="800100"/>
                </a:lnTo>
                <a:lnTo>
                  <a:pt x="85725" y="790575"/>
                </a:lnTo>
                <a:lnTo>
                  <a:pt x="95250" y="790575"/>
                </a:lnTo>
                <a:lnTo>
                  <a:pt x="95250" y="800100"/>
                </a:lnTo>
                <a:lnTo>
                  <a:pt x="104775" y="800100"/>
                </a:lnTo>
                <a:close/>
                <a:moveTo>
                  <a:pt x="838200" y="771525"/>
                </a:moveTo>
                <a:lnTo>
                  <a:pt x="847725" y="771525"/>
                </a:lnTo>
                <a:lnTo>
                  <a:pt x="847725" y="790575"/>
                </a:lnTo>
                <a:lnTo>
                  <a:pt x="819150" y="790575"/>
                </a:lnTo>
                <a:lnTo>
                  <a:pt x="819150" y="781050"/>
                </a:lnTo>
                <a:lnTo>
                  <a:pt x="838200" y="781050"/>
                </a:lnTo>
                <a:close/>
                <a:moveTo>
                  <a:pt x="295275" y="781050"/>
                </a:moveTo>
                <a:lnTo>
                  <a:pt x="304800" y="781050"/>
                </a:lnTo>
                <a:lnTo>
                  <a:pt x="304800" y="790575"/>
                </a:lnTo>
                <a:lnTo>
                  <a:pt x="295275" y="790575"/>
                </a:lnTo>
                <a:close/>
                <a:moveTo>
                  <a:pt x="400050" y="781050"/>
                </a:moveTo>
                <a:lnTo>
                  <a:pt x="409575" y="781050"/>
                </a:lnTo>
                <a:lnTo>
                  <a:pt x="409575" y="790575"/>
                </a:lnTo>
                <a:lnTo>
                  <a:pt x="400050" y="790575"/>
                </a:lnTo>
                <a:close/>
                <a:moveTo>
                  <a:pt x="457200" y="781050"/>
                </a:moveTo>
                <a:lnTo>
                  <a:pt x="476250" y="781050"/>
                </a:lnTo>
                <a:lnTo>
                  <a:pt x="476250" y="800100"/>
                </a:lnTo>
                <a:lnTo>
                  <a:pt x="457200" y="800100"/>
                </a:lnTo>
                <a:lnTo>
                  <a:pt x="457200" y="809625"/>
                </a:lnTo>
                <a:lnTo>
                  <a:pt x="438150" y="809625"/>
                </a:lnTo>
                <a:lnTo>
                  <a:pt x="438150" y="800100"/>
                </a:lnTo>
                <a:lnTo>
                  <a:pt x="447675" y="800100"/>
                </a:lnTo>
                <a:lnTo>
                  <a:pt x="447675" y="790575"/>
                </a:lnTo>
                <a:lnTo>
                  <a:pt x="457200" y="790575"/>
                </a:lnTo>
                <a:close/>
                <a:moveTo>
                  <a:pt x="904875" y="781050"/>
                </a:moveTo>
                <a:lnTo>
                  <a:pt x="914400" y="781050"/>
                </a:lnTo>
                <a:lnTo>
                  <a:pt x="914400" y="790575"/>
                </a:lnTo>
                <a:lnTo>
                  <a:pt x="904875" y="790575"/>
                </a:lnTo>
                <a:close/>
                <a:moveTo>
                  <a:pt x="1028700" y="781050"/>
                </a:moveTo>
                <a:lnTo>
                  <a:pt x="1038225" y="781050"/>
                </a:lnTo>
                <a:lnTo>
                  <a:pt x="1038225" y="790575"/>
                </a:lnTo>
                <a:lnTo>
                  <a:pt x="1028700" y="790575"/>
                </a:lnTo>
                <a:close/>
                <a:moveTo>
                  <a:pt x="1104900" y="781050"/>
                </a:moveTo>
                <a:lnTo>
                  <a:pt x="1114425" y="781050"/>
                </a:lnTo>
                <a:lnTo>
                  <a:pt x="1114425" y="790575"/>
                </a:lnTo>
                <a:lnTo>
                  <a:pt x="1104900" y="790575"/>
                </a:lnTo>
                <a:close/>
                <a:moveTo>
                  <a:pt x="0" y="790575"/>
                </a:moveTo>
                <a:lnTo>
                  <a:pt x="9525" y="790575"/>
                </a:lnTo>
                <a:lnTo>
                  <a:pt x="9525" y="800100"/>
                </a:lnTo>
                <a:lnTo>
                  <a:pt x="19050" y="800100"/>
                </a:lnTo>
                <a:lnTo>
                  <a:pt x="19050" y="809625"/>
                </a:lnTo>
                <a:lnTo>
                  <a:pt x="0" y="809625"/>
                </a:lnTo>
                <a:close/>
                <a:moveTo>
                  <a:pt x="1095375" y="790575"/>
                </a:moveTo>
                <a:lnTo>
                  <a:pt x="1104900" y="790575"/>
                </a:lnTo>
                <a:lnTo>
                  <a:pt x="1104900" y="809625"/>
                </a:lnTo>
                <a:lnTo>
                  <a:pt x="1095375" y="809625"/>
                </a:lnTo>
                <a:close/>
                <a:moveTo>
                  <a:pt x="390525" y="800100"/>
                </a:moveTo>
                <a:lnTo>
                  <a:pt x="400050" y="800100"/>
                </a:lnTo>
                <a:lnTo>
                  <a:pt x="400050" y="809625"/>
                </a:lnTo>
                <a:lnTo>
                  <a:pt x="390525" y="809625"/>
                </a:lnTo>
                <a:close/>
                <a:moveTo>
                  <a:pt x="419100" y="800100"/>
                </a:moveTo>
                <a:lnTo>
                  <a:pt x="428625" y="800100"/>
                </a:lnTo>
                <a:lnTo>
                  <a:pt x="428625" y="809625"/>
                </a:lnTo>
                <a:lnTo>
                  <a:pt x="419100" y="809625"/>
                </a:lnTo>
                <a:close/>
                <a:moveTo>
                  <a:pt x="714375" y="800100"/>
                </a:moveTo>
                <a:lnTo>
                  <a:pt x="723900" y="800100"/>
                </a:lnTo>
                <a:lnTo>
                  <a:pt x="723900" y="809625"/>
                </a:lnTo>
                <a:lnTo>
                  <a:pt x="714375" y="809625"/>
                </a:lnTo>
                <a:close/>
                <a:moveTo>
                  <a:pt x="885825" y="800100"/>
                </a:moveTo>
                <a:lnTo>
                  <a:pt x="895350" y="800100"/>
                </a:lnTo>
                <a:lnTo>
                  <a:pt x="895350" y="809625"/>
                </a:lnTo>
                <a:lnTo>
                  <a:pt x="885825" y="809625"/>
                </a:lnTo>
                <a:close/>
              </a:path>
            </a:pathLst>
          </a:custGeom>
          <a:solidFill xmlns:a="http://schemas.openxmlformats.org/drawingml/2006/main">
            <a:srgbClr val="F8F9F4"/>
          </a:solidFill>
          <a:ln xmlns:a="http://schemas.openxmlformats.org/drawingml/2006/main" w="0">
            <a:noFill/>
          </a:ln>
        </p:spPr>
      </p:sp>
      <p:sp>
        <p:nvSpPr>
          <p:cNvPr id="79" name="v02 vector #f8f8f4">
            <a:extLst xmlns:a="http://schemas.openxmlformats.org/drawingml/2006/main">
              <a:ext uri="{FF2B5EF4-FFF2-40B4-BE49-F238E27FC236}">
                <a16:creationId xmlns:a16="http://schemas.microsoft.com/office/drawing/2014/main" id="{F1724ED7-F01A-4A81-A6B2-38036C0696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10675" y="2362200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352425" y="0"/>
                </a:moveTo>
                <a:lnTo>
                  <a:pt x="371475" y="0"/>
                </a:lnTo>
                <a:lnTo>
                  <a:pt x="371475" y="9525"/>
                </a:lnTo>
                <a:lnTo>
                  <a:pt x="352425" y="9525"/>
                </a:lnTo>
                <a:close/>
                <a:moveTo>
                  <a:pt x="504825" y="0"/>
                </a:moveTo>
                <a:lnTo>
                  <a:pt x="514350" y="0"/>
                </a:lnTo>
                <a:lnTo>
                  <a:pt x="514350" y="9525"/>
                </a:lnTo>
                <a:lnTo>
                  <a:pt x="504825" y="9525"/>
                </a:lnTo>
                <a:close/>
                <a:moveTo>
                  <a:pt x="571500" y="0"/>
                </a:moveTo>
                <a:lnTo>
                  <a:pt x="581025" y="0"/>
                </a:lnTo>
                <a:lnTo>
                  <a:pt x="581025" y="19050"/>
                </a:lnTo>
                <a:lnTo>
                  <a:pt x="571500" y="19050"/>
                </a:lnTo>
                <a:close/>
                <a:moveTo>
                  <a:pt x="685800" y="0"/>
                </a:moveTo>
                <a:lnTo>
                  <a:pt x="695325" y="0"/>
                </a:lnTo>
                <a:lnTo>
                  <a:pt x="695325" y="9525"/>
                </a:lnTo>
                <a:lnTo>
                  <a:pt x="723900" y="9525"/>
                </a:lnTo>
                <a:lnTo>
                  <a:pt x="723900" y="19050"/>
                </a:lnTo>
                <a:lnTo>
                  <a:pt x="714375" y="19050"/>
                </a:lnTo>
                <a:lnTo>
                  <a:pt x="714375" y="47625"/>
                </a:lnTo>
                <a:lnTo>
                  <a:pt x="704850" y="47625"/>
                </a:lnTo>
                <a:lnTo>
                  <a:pt x="704850" y="19050"/>
                </a:lnTo>
                <a:lnTo>
                  <a:pt x="676275" y="19050"/>
                </a:lnTo>
                <a:lnTo>
                  <a:pt x="676275" y="9525"/>
                </a:lnTo>
                <a:lnTo>
                  <a:pt x="685800" y="9525"/>
                </a:lnTo>
                <a:close/>
                <a:moveTo>
                  <a:pt x="771525" y="0"/>
                </a:moveTo>
                <a:lnTo>
                  <a:pt x="781050" y="0"/>
                </a:lnTo>
                <a:lnTo>
                  <a:pt x="781050" y="9525"/>
                </a:lnTo>
                <a:lnTo>
                  <a:pt x="771525" y="9525"/>
                </a:lnTo>
                <a:close/>
                <a:moveTo>
                  <a:pt x="180975" y="9525"/>
                </a:moveTo>
                <a:lnTo>
                  <a:pt x="190500" y="9525"/>
                </a:lnTo>
                <a:lnTo>
                  <a:pt x="190500" y="19050"/>
                </a:lnTo>
                <a:lnTo>
                  <a:pt x="180975" y="19050"/>
                </a:lnTo>
                <a:close/>
                <a:moveTo>
                  <a:pt x="419100" y="9525"/>
                </a:moveTo>
                <a:lnTo>
                  <a:pt x="428625" y="9525"/>
                </a:lnTo>
                <a:lnTo>
                  <a:pt x="428625" y="19050"/>
                </a:lnTo>
                <a:lnTo>
                  <a:pt x="419100" y="19050"/>
                </a:lnTo>
                <a:close/>
                <a:moveTo>
                  <a:pt x="600075" y="9525"/>
                </a:moveTo>
                <a:lnTo>
                  <a:pt x="609600" y="9525"/>
                </a:lnTo>
                <a:lnTo>
                  <a:pt x="609600" y="28575"/>
                </a:lnTo>
                <a:lnTo>
                  <a:pt x="600075" y="28575"/>
                </a:lnTo>
                <a:close/>
                <a:moveTo>
                  <a:pt x="762000" y="9525"/>
                </a:moveTo>
                <a:lnTo>
                  <a:pt x="771525" y="9525"/>
                </a:lnTo>
                <a:lnTo>
                  <a:pt x="771525" y="19050"/>
                </a:lnTo>
                <a:lnTo>
                  <a:pt x="762000" y="19050"/>
                </a:lnTo>
                <a:close/>
                <a:moveTo>
                  <a:pt x="342900" y="19050"/>
                </a:moveTo>
                <a:lnTo>
                  <a:pt x="361950" y="19050"/>
                </a:lnTo>
                <a:lnTo>
                  <a:pt x="361950" y="28575"/>
                </a:lnTo>
                <a:lnTo>
                  <a:pt x="342900" y="28575"/>
                </a:lnTo>
                <a:close/>
                <a:moveTo>
                  <a:pt x="466725" y="19050"/>
                </a:moveTo>
                <a:lnTo>
                  <a:pt x="476250" y="19050"/>
                </a:lnTo>
                <a:lnTo>
                  <a:pt x="476250" y="28575"/>
                </a:lnTo>
                <a:lnTo>
                  <a:pt x="466725" y="28575"/>
                </a:lnTo>
                <a:close/>
                <a:moveTo>
                  <a:pt x="1133475" y="28575"/>
                </a:moveTo>
                <a:lnTo>
                  <a:pt x="1152525" y="28575"/>
                </a:lnTo>
                <a:lnTo>
                  <a:pt x="1152525" y="76200"/>
                </a:lnTo>
                <a:lnTo>
                  <a:pt x="1123950" y="76200"/>
                </a:lnTo>
                <a:lnTo>
                  <a:pt x="1123950" y="57150"/>
                </a:lnTo>
                <a:lnTo>
                  <a:pt x="1114425" y="57150"/>
                </a:lnTo>
                <a:lnTo>
                  <a:pt x="1114425" y="47625"/>
                </a:lnTo>
                <a:lnTo>
                  <a:pt x="1123950" y="47625"/>
                </a:lnTo>
                <a:lnTo>
                  <a:pt x="1123950" y="57150"/>
                </a:lnTo>
                <a:lnTo>
                  <a:pt x="1133475" y="57150"/>
                </a:lnTo>
                <a:close/>
                <a:moveTo>
                  <a:pt x="19050" y="38100"/>
                </a:moveTo>
                <a:lnTo>
                  <a:pt x="28575" y="38100"/>
                </a:lnTo>
                <a:lnTo>
                  <a:pt x="28575" y="47625"/>
                </a:lnTo>
                <a:lnTo>
                  <a:pt x="38100" y="47625"/>
                </a:lnTo>
                <a:lnTo>
                  <a:pt x="38100" y="57150"/>
                </a:lnTo>
                <a:lnTo>
                  <a:pt x="19050" y="57150"/>
                </a:lnTo>
                <a:close/>
                <a:moveTo>
                  <a:pt x="838200" y="38100"/>
                </a:moveTo>
                <a:lnTo>
                  <a:pt x="847725" y="38100"/>
                </a:lnTo>
                <a:lnTo>
                  <a:pt x="847725" y="47625"/>
                </a:lnTo>
                <a:lnTo>
                  <a:pt x="857250" y="47625"/>
                </a:lnTo>
                <a:lnTo>
                  <a:pt x="857250" y="85725"/>
                </a:lnTo>
                <a:lnTo>
                  <a:pt x="847725" y="85725"/>
                </a:lnTo>
                <a:lnTo>
                  <a:pt x="847725" y="95250"/>
                </a:lnTo>
                <a:lnTo>
                  <a:pt x="838200" y="95250"/>
                </a:lnTo>
                <a:lnTo>
                  <a:pt x="838200" y="104775"/>
                </a:lnTo>
                <a:lnTo>
                  <a:pt x="828675" y="104775"/>
                </a:lnTo>
                <a:lnTo>
                  <a:pt x="828675" y="85725"/>
                </a:lnTo>
                <a:lnTo>
                  <a:pt x="838200" y="85725"/>
                </a:lnTo>
                <a:lnTo>
                  <a:pt x="838200" y="57150"/>
                </a:lnTo>
                <a:lnTo>
                  <a:pt x="828675" y="57150"/>
                </a:lnTo>
                <a:lnTo>
                  <a:pt x="828675" y="47625"/>
                </a:lnTo>
                <a:lnTo>
                  <a:pt x="838200" y="47625"/>
                </a:lnTo>
                <a:close/>
                <a:moveTo>
                  <a:pt x="952500" y="38100"/>
                </a:moveTo>
                <a:lnTo>
                  <a:pt x="990600" y="38100"/>
                </a:lnTo>
                <a:lnTo>
                  <a:pt x="990600" y="47625"/>
                </a:lnTo>
                <a:lnTo>
                  <a:pt x="981075" y="47625"/>
                </a:lnTo>
                <a:lnTo>
                  <a:pt x="981075" y="57150"/>
                </a:lnTo>
                <a:lnTo>
                  <a:pt x="971550" y="57150"/>
                </a:lnTo>
                <a:lnTo>
                  <a:pt x="971550" y="66675"/>
                </a:lnTo>
                <a:lnTo>
                  <a:pt x="952500" y="66675"/>
                </a:lnTo>
                <a:lnTo>
                  <a:pt x="952500" y="57150"/>
                </a:lnTo>
                <a:lnTo>
                  <a:pt x="942975" y="57150"/>
                </a:lnTo>
                <a:lnTo>
                  <a:pt x="942975" y="47625"/>
                </a:lnTo>
                <a:lnTo>
                  <a:pt x="952500" y="47625"/>
                </a:lnTo>
                <a:close/>
                <a:moveTo>
                  <a:pt x="723900" y="47625"/>
                </a:moveTo>
                <a:lnTo>
                  <a:pt x="742950" y="47625"/>
                </a:lnTo>
                <a:lnTo>
                  <a:pt x="742950" y="57150"/>
                </a:lnTo>
                <a:lnTo>
                  <a:pt x="752475" y="57150"/>
                </a:lnTo>
                <a:lnTo>
                  <a:pt x="752475" y="66675"/>
                </a:lnTo>
                <a:lnTo>
                  <a:pt x="742950" y="66675"/>
                </a:lnTo>
                <a:lnTo>
                  <a:pt x="742950" y="76200"/>
                </a:lnTo>
                <a:lnTo>
                  <a:pt x="733425" y="76200"/>
                </a:lnTo>
                <a:lnTo>
                  <a:pt x="733425" y="66675"/>
                </a:lnTo>
                <a:lnTo>
                  <a:pt x="723900" y="66675"/>
                </a:lnTo>
                <a:close/>
                <a:moveTo>
                  <a:pt x="1009650" y="47625"/>
                </a:moveTo>
                <a:lnTo>
                  <a:pt x="1028700" y="47625"/>
                </a:lnTo>
                <a:lnTo>
                  <a:pt x="1028700" y="57150"/>
                </a:lnTo>
                <a:lnTo>
                  <a:pt x="1009650" y="57150"/>
                </a:lnTo>
                <a:close/>
                <a:moveTo>
                  <a:pt x="1085850" y="47625"/>
                </a:moveTo>
                <a:lnTo>
                  <a:pt x="1095375" y="47625"/>
                </a:lnTo>
                <a:lnTo>
                  <a:pt x="1095375" y="57150"/>
                </a:lnTo>
                <a:lnTo>
                  <a:pt x="1085850" y="57150"/>
                </a:lnTo>
                <a:close/>
                <a:moveTo>
                  <a:pt x="38100" y="57150"/>
                </a:moveTo>
                <a:lnTo>
                  <a:pt x="47625" y="57150"/>
                </a:lnTo>
                <a:lnTo>
                  <a:pt x="47625" y="66675"/>
                </a:lnTo>
                <a:lnTo>
                  <a:pt x="38100" y="66675"/>
                </a:lnTo>
                <a:close/>
                <a:moveTo>
                  <a:pt x="685800" y="57150"/>
                </a:moveTo>
                <a:lnTo>
                  <a:pt x="704850" y="57150"/>
                </a:lnTo>
                <a:lnTo>
                  <a:pt x="704850" y="85725"/>
                </a:lnTo>
                <a:lnTo>
                  <a:pt x="685800" y="85725"/>
                </a:lnTo>
                <a:close/>
                <a:moveTo>
                  <a:pt x="47625" y="66675"/>
                </a:moveTo>
                <a:lnTo>
                  <a:pt x="57150" y="66675"/>
                </a:lnTo>
                <a:lnTo>
                  <a:pt x="57150" y="76200"/>
                </a:lnTo>
                <a:lnTo>
                  <a:pt x="47625" y="76200"/>
                </a:lnTo>
                <a:close/>
                <a:moveTo>
                  <a:pt x="171450" y="66675"/>
                </a:moveTo>
                <a:lnTo>
                  <a:pt x="180975" y="66675"/>
                </a:lnTo>
                <a:lnTo>
                  <a:pt x="180975" y="76200"/>
                </a:lnTo>
                <a:lnTo>
                  <a:pt x="171450" y="76200"/>
                </a:lnTo>
                <a:close/>
                <a:moveTo>
                  <a:pt x="285750" y="66675"/>
                </a:moveTo>
                <a:lnTo>
                  <a:pt x="333375" y="66675"/>
                </a:lnTo>
                <a:lnTo>
                  <a:pt x="333375" y="76200"/>
                </a:lnTo>
                <a:lnTo>
                  <a:pt x="285750" y="76200"/>
                </a:lnTo>
                <a:close/>
                <a:moveTo>
                  <a:pt x="342900" y="66675"/>
                </a:moveTo>
                <a:lnTo>
                  <a:pt x="352425" y="66675"/>
                </a:lnTo>
                <a:lnTo>
                  <a:pt x="352425" y="76200"/>
                </a:lnTo>
                <a:lnTo>
                  <a:pt x="342900" y="76200"/>
                </a:lnTo>
                <a:close/>
                <a:moveTo>
                  <a:pt x="504825" y="66675"/>
                </a:moveTo>
                <a:lnTo>
                  <a:pt x="533400" y="66675"/>
                </a:lnTo>
                <a:lnTo>
                  <a:pt x="533400" y="76200"/>
                </a:lnTo>
                <a:lnTo>
                  <a:pt x="504825" y="76200"/>
                </a:lnTo>
                <a:close/>
                <a:moveTo>
                  <a:pt x="504825" y="85725"/>
                </a:moveTo>
                <a:lnTo>
                  <a:pt x="523875" y="85725"/>
                </a:lnTo>
                <a:lnTo>
                  <a:pt x="523875" y="95250"/>
                </a:lnTo>
                <a:lnTo>
                  <a:pt x="514350" y="95250"/>
                </a:lnTo>
                <a:lnTo>
                  <a:pt x="514350" y="104775"/>
                </a:lnTo>
                <a:lnTo>
                  <a:pt x="504825" y="104775"/>
                </a:lnTo>
                <a:close/>
                <a:moveTo>
                  <a:pt x="771525" y="85725"/>
                </a:moveTo>
                <a:lnTo>
                  <a:pt x="781050" y="85725"/>
                </a:lnTo>
                <a:lnTo>
                  <a:pt x="781050" y="95250"/>
                </a:lnTo>
                <a:lnTo>
                  <a:pt x="771525" y="95250"/>
                </a:lnTo>
                <a:close/>
                <a:moveTo>
                  <a:pt x="1047750" y="85725"/>
                </a:moveTo>
                <a:lnTo>
                  <a:pt x="1057275" y="85725"/>
                </a:lnTo>
                <a:lnTo>
                  <a:pt x="1057275" y="95250"/>
                </a:lnTo>
                <a:lnTo>
                  <a:pt x="1047750" y="95250"/>
                </a:lnTo>
                <a:close/>
                <a:moveTo>
                  <a:pt x="466725" y="95250"/>
                </a:moveTo>
                <a:lnTo>
                  <a:pt x="476250" y="95250"/>
                </a:lnTo>
                <a:lnTo>
                  <a:pt x="476250" y="114300"/>
                </a:lnTo>
                <a:lnTo>
                  <a:pt x="466725" y="114300"/>
                </a:lnTo>
                <a:close/>
                <a:moveTo>
                  <a:pt x="323850" y="104775"/>
                </a:moveTo>
                <a:lnTo>
                  <a:pt x="333375" y="104775"/>
                </a:lnTo>
                <a:lnTo>
                  <a:pt x="333375" y="114300"/>
                </a:lnTo>
                <a:lnTo>
                  <a:pt x="323850" y="114300"/>
                </a:lnTo>
                <a:close/>
                <a:moveTo>
                  <a:pt x="381000" y="104775"/>
                </a:moveTo>
                <a:lnTo>
                  <a:pt x="409575" y="104775"/>
                </a:lnTo>
                <a:lnTo>
                  <a:pt x="409575" y="133350"/>
                </a:lnTo>
                <a:lnTo>
                  <a:pt x="400050" y="133350"/>
                </a:lnTo>
                <a:lnTo>
                  <a:pt x="400050" y="114300"/>
                </a:lnTo>
                <a:lnTo>
                  <a:pt x="381000" y="114300"/>
                </a:lnTo>
                <a:close/>
                <a:moveTo>
                  <a:pt x="647700" y="104775"/>
                </a:moveTo>
                <a:lnTo>
                  <a:pt x="657225" y="104775"/>
                </a:lnTo>
                <a:lnTo>
                  <a:pt x="657225" y="114300"/>
                </a:lnTo>
                <a:lnTo>
                  <a:pt x="647700" y="114300"/>
                </a:lnTo>
                <a:close/>
                <a:moveTo>
                  <a:pt x="771525" y="104775"/>
                </a:moveTo>
                <a:lnTo>
                  <a:pt x="790575" y="104775"/>
                </a:lnTo>
                <a:lnTo>
                  <a:pt x="790575" y="114300"/>
                </a:lnTo>
                <a:lnTo>
                  <a:pt x="771525" y="114300"/>
                </a:lnTo>
                <a:close/>
                <a:moveTo>
                  <a:pt x="885825" y="104775"/>
                </a:moveTo>
                <a:lnTo>
                  <a:pt x="895350" y="104775"/>
                </a:lnTo>
                <a:lnTo>
                  <a:pt x="895350" y="114300"/>
                </a:lnTo>
                <a:lnTo>
                  <a:pt x="885825" y="114300"/>
                </a:lnTo>
                <a:close/>
                <a:moveTo>
                  <a:pt x="1171575" y="104775"/>
                </a:moveTo>
                <a:lnTo>
                  <a:pt x="1190625" y="104775"/>
                </a:lnTo>
                <a:lnTo>
                  <a:pt x="1190625" y="114300"/>
                </a:lnTo>
                <a:lnTo>
                  <a:pt x="1200150" y="114300"/>
                </a:lnTo>
                <a:lnTo>
                  <a:pt x="1200150" y="123825"/>
                </a:lnTo>
                <a:lnTo>
                  <a:pt x="1162050" y="123825"/>
                </a:lnTo>
                <a:lnTo>
                  <a:pt x="1162050" y="114300"/>
                </a:lnTo>
                <a:lnTo>
                  <a:pt x="1171575" y="114300"/>
                </a:lnTo>
                <a:close/>
                <a:moveTo>
                  <a:pt x="485775" y="114300"/>
                </a:moveTo>
                <a:lnTo>
                  <a:pt x="495300" y="114300"/>
                </a:lnTo>
                <a:lnTo>
                  <a:pt x="495300" y="123825"/>
                </a:lnTo>
                <a:lnTo>
                  <a:pt x="485775" y="123825"/>
                </a:lnTo>
                <a:close/>
                <a:moveTo>
                  <a:pt x="638175" y="114300"/>
                </a:moveTo>
                <a:lnTo>
                  <a:pt x="647700" y="114300"/>
                </a:lnTo>
                <a:lnTo>
                  <a:pt x="647700" y="123825"/>
                </a:lnTo>
                <a:lnTo>
                  <a:pt x="638175" y="123825"/>
                </a:lnTo>
                <a:close/>
                <a:moveTo>
                  <a:pt x="323850" y="123825"/>
                </a:moveTo>
                <a:lnTo>
                  <a:pt x="333375" y="123825"/>
                </a:lnTo>
                <a:lnTo>
                  <a:pt x="333375" y="133350"/>
                </a:lnTo>
                <a:lnTo>
                  <a:pt x="323850" y="133350"/>
                </a:lnTo>
                <a:close/>
                <a:moveTo>
                  <a:pt x="1200150" y="123825"/>
                </a:moveTo>
                <a:lnTo>
                  <a:pt x="1209675" y="123825"/>
                </a:lnTo>
                <a:lnTo>
                  <a:pt x="1209675" y="133350"/>
                </a:lnTo>
                <a:lnTo>
                  <a:pt x="1200150" y="133350"/>
                </a:lnTo>
                <a:close/>
                <a:moveTo>
                  <a:pt x="628650" y="142875"/>
                </a:moveTo>
                <a:lnTo>
                  <a:pt x="638175" y="142875"/>
                </a:lnTo>
                <a:lnTo>
                  <a:pt x="638175" y="161925"/>
                </a:lnTo>
                <a:lnTo>
                  <a:pt x="628650" y="161925"/>
                </a:lnTo>
                <a:close/>
                <a:moveTo>
                  <a:pt x="1171575" y="180975"/>
                </a:moveTo>
                <a:lnTo>
                  <a:pt x="1181100" y="180975"/>
                </a:lnTo>
                <a:lnTo>
                  <a:pt x="1181100" y="200025"/>
                </a:lnTo>
                <a:lnTo>
                  <a:pt x="1171575" y="200025"/>
                </a:lnTo>
                <a:close/>
                <a:moveTo>
                  <a:pt x="1009650" y="190500"/>
                </a:moveTo>
                <a:lnTo>
                  <a:pt x="1019175" y="190500"/>
                </a:lnTo>
                <a:lnTo>
                  <a:pt x="1019175" y="200025"/>
                </a:lnTo>
                <a:lnTo>
                  <a:pt x="1028700" y="200025"/>
                </a:lnTo>
                <a:lnTo>
                  <a:pt x="1028700" y="209550"/>
                </a:lnTo>
                <a:lnTo>
                  <a:pt x="1019175" y="209550"/>
                </a:lnTo>
                <a:lnTo>
                  <a:pt x="1019175" y="219075"/>
                </a:lnTo>
                <a:lnTo>
                  <a:pt x="1009650" y="219075"/>
                </a:lnTo>
                <a:close/>
                <a:moveTo>
                  <a:pt x="1104900" y="190500"/>
                </a:moveTo>
                <a:lnTo>
                  <a:pt x="1114425" y="190500"/>
                </a:lnTo>
                <a:lnTo>
                  <a:pt x="1114425" y="200025"/>
                </a:lnTo>
                <a:lnTo>
                  <a:pt x="1104900" y="200025"/>
                </a:lnTo>
                <a:close/>
                <a:moveTo>
                  <a:pt x="1190625" y="190500"/>
                </a:moveTo>
                <a:lnTo>
                  <a:pt x="1200150" y="190500"/>
                </a:lnTo>
                <a:lnTo>
                  <a:pt x="1200150" y="209550"/>
                </a:lnTo>
                <a:lnTo>
                  <a:pt x="1190625" y="209550"/>
                </a:lnTo>
                <a:close/>
                <a:moveTo>
                  <a:pt x="285750" y="200025"/>
                </a:moveTo>
                <a:lnTo>
                  <a:pt x="295275" y="200025"/>
                </a:lnTo>
                <a:lnTo>
                  <a:pt x="295275" y="209550"/>
                </a:lnTo>
                <a:lnTo>
                  <a:pt x="285750" y="209550"/>
                </a:lnTo>
                <a:close/>
                <a:moveTo>
                  <a:pt x="323850" y="200025"/>
                </a:moveTo>
                <a:lnTo>
                  <a:pt x="352425" y="200025"/>
                </a:lnTo>
                <a:lnTo>
                  <a:pt x="352425" y="209550"/>
                </a:lnTo>
                <a:lnTo>
                  <a:pt x="323850" y="209550"/>
                </a:lnTo>
                <a:close/>
                <a:moveTo>
                  <a:pt x="295275" y="209550"/>
                </a:moveTo>
                <a:lnTo>
                  <a:pt x="304800" y="209550"/>
                </a:lnTo>
                <a:lnTo>
                  <a:pt x="304800" y="219075"/>
                </a:lnTo>
                <a:lnTo>
                  <a:pt x="295275" y="219075"/>
                </a:lnTo>
                <a:close/>
                <a:moveTo>
                  <a:pt x="695325" y="209550"/>
                </a:moveTo>
                <a:lnTo>
                  <a:pt x="704850" y="209550"/>
                </a:lnTo>
                <a:lnTo>
                  <a:pt x="704850" y="219075"/>
                </a:lnTo>
                <a:lnTo>
                  <a:pt x="695325" y="219075"/>
                </a:lnTo>
                <a:close/>
                <a:moveTo>
                  <a:pt x="1133475" y="209550"/>
                </a:moveTo>
                <a:lnTo>
                  <a:pt x="1171575" y="209550"/>
                </a:lnTo>
                <a:lnTo>
                  <a:pt x="1171575" y="219075"/>
                </a:lnTo>
                <a:lnTo>
                  <a:pt x="1162050" y="219075"/>
                </a:lnTo>
                <a:lnTo>
                  <a:pt x="1162050" y="228600"/>
                </a:lnTo>
                <a:lnTo>
                  <a:pt x="1152525" y="228600"/>
                </a:lnTo>
                <a:lnTo>
                  <a:pt x="1152525" y="219075"/>
                </a:lnTo>
                <a:lnTo>
                  <a:pt x="1133475" y="219075"/>
                </a:lnTo>
                <a:close/>
                <a:moveTo>
                  <a:pt x="314325" y="219075"/>
                </a:moveTo>
                <a:lnTo>
                  <a:pt x="333375" y="219075"/>
                </a:lnTo>
                <a:lnTo>
                  <a:pt x="333375" y="228600"/>
                </a:lnTo>
                <a:lnTo>
                  <a:pt x="314325" y="228600"/>
                </a:lnTo>
                <a:close/>
                <a:moveTo>
                  <a:pt x="295275" y="228600"/>
                </a:moveTo>
                <a:lnTo>
                  <a:pt x="314325" y="228600"/>
                </a:lnTo>
                <a:lnTo>
                  <a:pt x="314325" y="238125"/>
                </a:lnTo>
                <a:lnTo>
                  <a:pt x="333375" y="238125"/>
                </a:lnTo>
                <a:lnTo>
                  <a:pt x="333375" y="247650"/>
                </a:lnTo>
                <a:lnTo>
                  <a:pt x="295275" y="247650"/>
                </a:lnTo>
                <a:close/>
                <a:moveTo>
                  <a:pt x="1143000" y="247650"/>
                </a:moveTo>
                <a:lnTo>
                  <a:pt x="1152525" y="247650"/>
                </a:lnTo>
                <a:lnTo>
                  <a:pt x="1152525" y="266700"/>
                </a:lnTo>
                <a:lnTo>
                  <a:pt x="1143000" y="266700"/>
                </a:lnTo>
                <a:close/>
                <a:moveTo>
                  <a:pt x="28575" y="257175"/>
                </a:moveTo>
                <a:lnTo>
                  <a:pt x="38100" y="257175"/>
                </a:lnTo>
                <a:lnTo>
                  <a:pt x="38100" y="266700"/>
                </a:lnTo>
                <a:lnTo>
                  <a:pt x="47625" y="266700"/>
                </a:lnTo>
                <a:lnTo>
                  <a:pt x="47625" y="276225"/>
                </a:lnTo>
                <a:lnTo>
                  <a:pt x="28575" y="276225"/>
                </a:lnTo>
                <a:close/>
                <a:moveTo>
                  <a:pt x="66675" y="257175"/>
                </a:moveTo>
                <a:lnTo>
                  <a:pt x="76200" y="257175"/>
                </a:lnTo>
                <a:lnTo>
                  <a:pt x="76200" y="266700"/>
                </a:lnTo>
                <a:lnTo>
                  <a:pt x="66675" y="266700"/>
                </a:lnTo>
                <a:close/>
                <a:moveTo>
                  <a:pt x="581025" y="257175"/>
                </a:moveTo>
                <a:lnTo>
                  <a:pt x="619125" y="257175"/>
                </a:lnTo>
                <a:lnTo>
                  <a:pt x="619125" y="266700"/>
                </a:lnTo>
                <a:lnTo>
                  <a:pt x="581025" y="266700"/>
                </a:lnTo>
                <a:close/>
                <a:moveTo>
                  <a:pt x="1162050" y="257175"/>
                </a:moveTo>
                <a:lnTo>
                  <a:pt x="1171575" y="257175"/>
                </a:lnTo>
                <a:lnTo>
                  <a:pt x="1171575" y="266700"/>
                </a:lnTo>
                <a:lnTo>
                  <a:pt x="1162050" y="266700"/>
                </a:lnTo>
                <a:close/>
                <a:moveTo>
                  <a:pt x="133350" y="266700"/>
                </a:moveTo>
                <a:lnTo>
                  <a:pt x="152400" y="266700"/>
                </a:lnTo>
                <a:lnTo>
                  <a:pt x="152400" y="276225"/>
                </a:lnTo>
                <a:lnTo>
                  <a:pt x="133350" y="276225"/>
                </a:lnTo>
                <a:close/>
                <a:moveTo>
                  <a:pt x="619125" y="266700"/>
                </a:moveTo>
                <a:lnTo>
                  <a:pt x="647700" y="266700"/>
                </a:lnTo>
                <a:lnTo>
                  <a:pt x="647700" y="276225"/>
                </a:lnTo>
                <a:lnTo>
                  <a:pt x="657225" y="276225"/>
                </a:lnTo>
                <a:lnTo>
                  <a:pt x="657225" y="285750"/>
                </a:lnTo>
                <a:lnTo>
                  <a:pt x="647700" y="285750"/>
                </a:lnTo>
                <a:lnTo>
                  <a:pt x="647700" y="304800"/>
                </a:lnTo>
                <a:lnTo>
                  <a:pt x="638175" y="304800"/>
                </a:lnTo>
                <a:lnTo>
                  <a:pt x="638175" y="295275"/>
                </a:lnTo>
                <a:lnTo>
                  <a:pt x="628650" y="295275"/>
                </a:lnTo>
                <a:lnTo>
                  <a:pt x="628650" y="276225"/>
                </a:lnTo>
                <a:lnTo>
                  <a:pt x="619125" y="276225"/>
                </a:lnTo>
                <a:close/>
                <a:moveTo>
                  <a:pt x="9525" y="276225"/>
                </a:moveTo>
                <a:lnTo>
                  <a:pt x="19050" y="276225"/>
                </a:lnTo>
                <a:lnTo>
                  <a:pt x="19050" y="285750"/>
                </a:lnTo>
                <a:lnTo>
                  <a:pt x="9525" y="285750"/>
                </a:lnTo>
                <a:close/>
                <a:moveTo>
                  <a:pt x="152400" y="276225"/>
                </a:moveTo>
                <a:lnTo>
                  <a:pt x="161925" y="276225"/>
                </a:lnTo>
                <a:lnTo>
                  <a:pt x="161925" y="285750"/>
                </a:lnTo>
                <a:lnTo>
                  <a:pt x="152400" y="285750"/>
                </a:lnTo>
                <a:close/>
                <a:moveTo>
                  <a:pt x="1152525" y="276225"/>
                </a:moveTo>
                <a:lnTo>
                  <a:pt x="1162050" y="276225"/>
                </a:lnTo>
                <a:lnTo>
                  <a:pt x="1162050" y="285750"/>
                </a:lnTo>
                <a:lnTo>
                  <a:pt x="1152525" y="285750"/>
                </a:lnTo>
                <a:close/>
                <a:moveTo>
                  <a:pt x="647700" y="304800"/>
                </a:moveTo>
                <a:lnTo>
                  <a:pt x="657225" y="304800"/>
                </a:lnTo>
                <a:lnTo>
                  <a:pt x="657225" y="314325"/>
                </a:lnTo>
                <a:lnTo>
                  <a:pt x="647700" y="314325"/>
                </a:lnTo>
                <a:close/>
                <a:moveTo>
                  <a:pt x="914400" y="304800"/>
                </a:moveTo>
                <a:lnTo>
                  <a:pt x="923925" y="304800"/>
                </a:lnTo>
                <a:lnTo>
                  <a:pt x="923925" y="314325"/>
                </a:lnTo>
                <a:lnTo>
                  <a:pt x="914400" y="314325"/>
                </a:lnTo>
                <a:close/>
                <a:moveTo>
                  <a:pt x="933450" y="304800"/>
                </a:moveTo>
                <a:lnTo>
                  <a:pt x="942975" y="304800"/>
                </a:lnTo>
                <a:lnTo>
                  <a:pt x="942975" y="314325"/>
                </a:lnTo>
                <a:lnTo>
                  <a:pt x="933450" y="314325"/>
                </a:lnTo>
                <a:close/>
                <a:moveTo>
                  <a:pt x="304800" y="314325"/>
                </a:moveTo>
                <a:lnTo>
                  <a:pt x="323850" y="314325"/>
                </a:lnTo>
                <a:lnTo>
                  <a:pt x="323850" y="323850"/>
                </a:lnTo>
                <a:lnTo>
                  <a:pt x="333375" y="323850"/>
                </a:lnTo>
                <a:lnTo>
                  <a:pt x="333375" y="333375"/>
                </a:lnTo>
                <a:lnTo>
                  <a:pt x="314325" y="333375"/>
                </a:lnTo>
                <a:lnTo>
                  <a:pt x="314325" y="342900"/>
                </a:lnTo>
                <a:lnTo>
                  <a:pt x="304800" y="342900"/>
                </a:lnTo>
                <a:close/>
                <a:moveTo>
                  <a:pt x="485775" y="314325"/>
                </a:moveTo>
                <a:lnTo>
                  <a:pt x="504825" y="314325"/>
                </a:lnTo>
                <a:lnTo>
                  <a:pt x="504825" y="323850"/>
                </a:lnTo>
                <a:lnTo>
                  <a:pt x="523875" y="323850"/>
                </a:lnTo>
                <a:lnTo>
                  <a:pt x="523875" y="333375"/>
                </a:lnTo>
                <a:lnTo>
                  <a:pt x="485775" y="333375"/>
                </a:lnTo>
                <a:lnTo>
                  <a:pt x="485775" y="352425"/>
                </a:lnTo>
                <a:lnTo>
                  <a:pt x="457200" y="352425"/>
                </a:lnTo>
                <a:lnTo>
                  <a:pt x="457200" y="342900"/>
                </a:lnTo>
                <a:lnTo>
                  <a:pt x="466725" y="342900"/>
                </a:lnTo>
                <a:lnTo>
                  <a:pt x="466725" y="323850"/>
                </a:lnTo>
                <a:lnTo>
                  <a:pt x="485775" y="323850"/>
                </a:lnTo>
                <a:close/>
                <a:moveTo>
                  <a:pt x="657225" y="314325"/>
                </a:moveTo>
                <a:lnTo>
                  <a:pt x="666750" y="314325"/>
                </a:lnTo>
                <a:lnTo>
                  <a:pt x="666750" y="333375"/>
                </a:lnTo>
                <a:lnTo>
                  <a:pt x="685800" y="333375"/>
                </a:lnTo>
                <a:lnTo>
                  <a:pt x="685800" y="352425"/>
                </a:lnTo>
                <a:lnTo>
                  <a:pt x="676275" y="352425"/>
                </a:lnTo>
                <a:lnTo>
                  <a:pt x="676275" y="371475"/>
                </a:lnTo>
                <a:lnTo>
                  <a:pt x="666750" y="371475"/>
                </a:lnTo>
                <a:lnTo>
                  <a:pt x="666750" y="352425"/>
                </a:lnTo>
                <a:lnTo>
                  <a:pt x="657225" y="352425"/>
                </a:lnTo>
                <a:close/>
                <a:moveTo>
                  <a:pt x="923925" y="314325"/>
                </a:moveTo>
                <a:lnTo>
                  <a:pt x="933450" y="314325"/>
                </a:lnTo>
                <a:lnTo>
                  <a:pt x="933450" y="323850"/>
                </a:lnTo>
                <a:lnTo>
                  <a:pt x="923925" y="323850"/>
                </a:lnTo>
                <a:close/>
                <a:moveTo>
                  <a:pt x="1019175" y="323850"/>
                </a:moveTo>
                <a:lnTo>
                  <a:pt x="1028700" y="323850"/>
                </a:lnTo>
                <a:lnTo>
                  <a:pt x="1028700" y="333375"/>
                </a:lnTo>
                <a:lnTo>
                  <a:pt x="1019175" y="333375"/>
                </a:lnTo>
                <a:close/>
                <a:moveTo>
                  <a:pt x="1162050" y="333375"/>
                </a:moveTo>
                <a:lnTo>
                  <a:pt x="1190625" y="333375"/>
                </a:lnTo>
                <a:lnTo>
                  <a:pt x="1190625" y="342900"/>
                </a:lnTo>
                <a:lnTo>
                  <a:pt x="1162050" y="342900"/>
                </a:lnTo>
                <a:close/>
                <a:moveTo>
                  <a:pt x="333375" y="342900"/>
                </a:moveTo>
                <a:lnTo>
                  <a:pt x="342900" y="342900"/>
                </a:lnTo>
                <a:lnTo>
                  <a:pt x="342900" y="352425"/>
                </a:lnTo>
                <a:lnTo>
                  <a:pt x="333375" y="352425"/>
                </a:lnTo>
                <a:close/>
                <a:moveTo>
                  <a:pt x="1038225" y="342900"/>
                </a:moveTo>
                <a:lnTo>
                  <a:pt x="1047750" y="342900"/>
                </a:lnTo>
                <a:lnTo>
                  <a:pt x="1047750" y="352425"/>
                </a:lnTo>
                <a:lnTo>
                  <a:pt x="1066800" y="352425"/>
                </a:lnTo>
                <a:lnTo>
                  <a:pt x="1066800" y="361950"/>
                </a:lnTo>
                <a:lnTo>
                  <a:pt x="1076325" y="361950"/>
                </a:lnTo>
                <a:lnTo>
                  <a:pt x="1076325" y="371475"/>
                </a:lnTo>
                <a:lnTo>
                  <a:pt x="1085850" y="371475"/>
                </a:lnTo>
                <a:lnTo>
                  <a:pt x="1085850" y="381000"/>
                </a:lnTo>
                <a:lnTo>
                  <a:pt x="1095375" y="381000"/>
                </a:lnTo>
                <a:lnTo>
                  <a:pt x="1095375" y="390525"/>
                </a:lnTo>
                <a:lnTo>
                  <a:pt x="1076325" y="390525"/>
                </a:lnTo>
                <a:lnTo>
                  <a:pt x="1076325" y="400050"/>
                </a:lnTo>
                <a:lnTo>
                  <a:pt x="1066800" y="400050"/>
                </a:lnTo>
                <a:lnTo>
                  <a:pt x="1066800" y="381000"/>
                </a:lnTo>
                <a:lnTo>
                  <a:pt x="1057275" y="381000"/>
                </a:lnTo>
                <a:lnTo>
                  <a:pt x="1057275" y="371475"/>
                </a:lnTo>
                <a:lnTo>
                  <a:pt x="1019175" y="371475"/>
                </a:lnTo>
                <a:lnTo>
                  <a:pt x="1019175" y="361950"/>
                </a:lnTo>
                <a:lnTo>
                  <a:pt x="1038225" y="361950"/>
                </a:lnTo>
                <a:close/>
                <a:moveTo>
                  <a:pt x="314325" y="352425"/>
                </a:moveTo>
                <a:lnTo>
                  <a:pt x="333375" y="352425"/>
                </a:lnTo>
                <a:lnTo>
                  <a:pt x="333375" y="361950"/>
                </a:lnTo>
                <a:lnTo>
                  <a:pt x="342900" y="361950"/>
                </a:lnTo>
                <a:lnTo>
                  <a:pt x="342900" y="352425"/>
                </a:lnTo>
                <a:lnTo>
                  <a:pt x="352425" y="352425"/>
                </a:lnTo>
                <a:lnTo>
                  <a:pt x="352425" y="361950"/>
                </a:lnTo>
                <a:lnTo>
                  <a:pt x="342900" y="361950"/>
                </a:lnTo>
                <a:lnTo>
                  <a:pt x="342900" y="371475"/>
                </a:lnTo>
                <a:lnTo>
                  <a:pt x="314325" y="371475"/>
                </a:lnTo>
                <a:close/>
                <a:moveTo>
                  <a:pt x="1085850" y="352425"/>
                </a:moveTo>
                <a:lnTo>
                  <a:pt x="1095375" y="352425"/>
                </a:lnTo>
                <a:lnTo>
                  <a:pt x="1095375" y="361950"/>
                </a:lnTo>
                <a:lnTo>
                  <a:pt x="1085850" y="361950"/>
                </a:lnTo>
                <a:close/>
                <a:moveTo>
                  <a:pt x="1190625" y="361950"/>
                </a:moveTo>
                <a:lnTo>
                  <a:pt x="1209675" y="361950"/>
                </a:lnTo>
                <a:lnTo>
                  <a:pt x="1209675" y="371475"/>
                </a:lnTo>
                <a:lnTo>
                  <a:pt x="1190625" y="371475"/>
                </a:lnTo>
                <a:close/>
                <a:moveTo>
                  <a:pt x="923925" y="371475"/>
                </a:moveTo>
                <a:lnTo>
                  <a:pt x="933450" y="371475"/>
                </a:lnTo>
                <a:lnTo>
                  <a:pt x="933450" y="381000"/>
                </a:lnTo>
                <a:lnTo>
                  <a:pt x="923925" y="381000"/>
                </a:lnTo>
                <a:close/>
                <a:moveTo>
                  <a:pt x="1181100" y="371475"/>
                </a:moveTo>
                <a:lnTo>
                  <a:pt x="1190625" y="371475"/>
                </a:lnTo>
                <a:lnTo>
                  <a:pt x="1190625" y="390525"/>
                </a:lnTo>
                <a:lnTo>
                  <a:pt x="1200150" y="390525"/>
                </a:lnTo>
                <a:lnTo>
                  <a:pt x="1200150" y="400050"/>
                </a:lnTo>
                <a:lnTo>
                  <a:pt x="1209675" y="400050"/>
                </a:lnTo>
                <a:lnTo>
                  <a:pt x="1209675" y="409575"/>
                </a:lnTo>
                <a:lnTo>
                  <a:pt x="1200150" y="409575"/>
                </a:lnTo>
                <a:lnTo>
                  <a:pt x="1200150" y="419100"/>
                </a:lnTo>
                <a:lnTo>
                  <a:pt x="1190625" y="419100"/>
                </a:lnTo>
                <a:lnTo>
                  <a:pt x="1190625" y="428625"/>
                </a:lnTo>
                <a:lnTo>
                  <a:pt x="1181100" y="428625"/>
                </a:lnTo>
                <a:lnTo>
                  <a:pt x="1181100" y="409575"/>
                </a:lnTo>
                <a:lnTo>
                  <a:pt x="1190625" y="409575"/>
                </a:lnTo>
                <a:lnTo>
                  <a:pt x="1190625" y="400050"/>
                </a:lnTo>
                <a:lnTo>
                  <a:pt x="1181100" y="400050"/>
                </a:lnTo>
                <a:close/>
                <a:moveTo>
                  <a:pt x="942975" y="381000"/>
                </a:moveTo>
                <a:lnTo>
                  <a:pt x="952500" y="381000"/>
                </a:lnTo>
                <a:lnTo>
                  <a:pt x="952500" y="390525"/>
                </a:lnTo>
                <a:lnTo>
                  <a:pt x="942975" y="390525"/>
                </a:lnTo>
                <a:close/>
                <a:moveTo>
                  <a:pt x="971550" y="381000"/>
                </a:moveTo>
                <a:lnTo>
                  <a:pt x="981075" y="381000"/>
                </a:lnTo>
                <a:lnTo>
                  <a:pt x="981075" y="390525"/>
                </a:lnTo>
                <a:lnTo>
                  <a:pt x="971550" y="390525"/>
                </a:lnTo>
                <a:close/>
                <a:moveTo>
                  <a:pt x="1143000" y="381000"/>
                </a:moveTo>
                <a:lnTo>
                  <a:pt x="1152525" y="381000"/>
                </a:lnTo>
                <a:lnTo>
                  <a:pt x="1152525" y="390525"/>
                </a:lnTo>
                <a:lnTo>
                  <a:pt x="1143000" y="390525"/>
                </a:lnTo>
                <a:close/>
                <a:moveTo>
                  <a:pt x="819150" y="390525"/>
                </a:moveTo>
                <a:lnTo>
                  <a:pt x="828675" y="390525"/>
                </a:lnTo>
                <a:lnTo>
                  <a:pt x="828675" y="400050"/>
                </a:lnTo>
                <a:lnTo>
                  <a:pt x="819150" y="400050"/>
                </a:lnTo>
                <a:close/>
                <a:moveTo>
                  <a:pt x="933450" y="390525"/>
                </a:moveTo>
                <a:lnTo>
                  <a:pt x="942975" y="390525"/>
                </a:lnTo>
                <a:lnTo>
                  <a:pt x="942975" y="409575"/>
                </a:lnTo>
                <a:lnTo>
                  <a:pt x="933450" y="409575"/>
                </a:lnTo>
                <a:close/>
                <a:moveTo>
                  <a:pt x="1038225" y="390525"/>
                </a:moveTo>
                <a:lnTo>
                  <a:pt x="1047750" y="390525"/>
                </a:lnTo>
                <a:lnTo>
                  <a:pt x="1047750" y="400050"/>
                </a:lnTo>
                <a:lnTo>
                  <a:pt x="1038225" y="400050"/>
                </a:lnTo>
                <a:close/>
                <a:moveTo>
                  <a:pt x="123825" y="400050"/>
                </a:moveTo>
                <a:lnTo>
                  <a:pt x="133350" y="400050"/>
                </a:lnTo>
                <a:lnTo>
                  <a:pt x="133350" y="409575"/>
                </a:lnTo>
                <a:lnTo>
                  <a:pt x="123825" y="409575"/>
                </a:lnTo>
                <a:close/>
                <a:moveTo>
                  <a:pt x="152400" y="400050"/>
                </a:moveTo>
                <a:lnTo>
                  <a:pt x="161925" y="400050"/>
                </a:lnTo>
                <a:lnTo>
                  <a:pt x="161925" y="409575"/>
                </a:lnTo>
                <a:lnTo>
                  <a:pt x="152400" y="409575"/>
                </a:lnTo>
                <a:close/>
                <a:moveTo>
                  <a:pt x="1047750" y="400050"/>
                </a:moveTo>
                <a:lnTo>
                  <a:pt x="1057275" y="400050"/>
                </a:lnTo>
                <a:lnTo>
                  <a:pt x="1057275" y="419100"/>
                </a:lnTo>
                <a:lnTo>
                  <a:pt x="1038225" y="419100"/>
                </a:lnTo>
                <a:lnTo>
                  <a:pt x="1038225" y="428625"/>
                </a:lnTo>
                <a:lnTo>
                  <a:pt x="1028700" y="428625"/>
                </a:lnTo>
                <a:lnTo>
                  <a:pt x="1028700" y="409575"/>
                </a:lnTo>
                <a:lnTo>
                  <a:pt x="1047750" y="409575"/>
                </a:lnTo>
                <a:close/>
                <a:moveTo>
                  <a:pt x="1085850" y="400050"/>
                </a:moveTo>
                <a:lnTo>
                  <a:pt x="1095375" y="400050"/>
                </a:lnTo>
                <a:lnTo>
                  <a:pt x="1095375" y="409575"/>
                </a:lnTo>
                <a:lnTo>
                  <a:pt x="1104900" y="409575"/>
                </a:lnTo>
                <a:lnTo>
                  <a:pt x="1104900" y="419100"/>
                </a:lnTo>
                <a:lnTo>
                  <a:pt x="1085850" y="419100"/>
                </a:lnTo>
                <a:close/>
                <a:moveTo>
                  <a:pt x="133350" y="409575"/>
                </a:moveTo>
                <a:lnTo>
                  <a:pt x="152400" y="409575"/>
                </a:lnTo>
                <a:lnTo>
                  <a:pt x="152400" y="419100"/>
                </a:lnTo>
                <a:lnTo>
                  <a:pt x="133350" y="419100"/>
                </a:lnTo>
                <a:close/>
                <a:moveTo>
                  <a:pt x="1104900" y="419100"/>
                </a:moveTo>
                <a:lnTo>
                  <a:pt x="1152525" y="419100"/>
                </a:lnTo>
                <a:lnTo>
                  <a:pt x="1152525" y="428625"/>
                </a:lnTo>
                <a:lnTo>
                  <a:pt x="1123950" y="428625"/>
                </a:lnTo>
                <a:lnTo>
                  <a:pt x="1123950" y="447675"/>
                </a:lnTo>
                <a:lnTo>
                  <a:pt x="1114425" y="447675"/>
                </a:lnTo>
                <a:lnTo>
                  <a:pt x="1114425" y="428625"/>
                </a:lnTo>
                <a:lnTo>
                  <a:pt x="1104900" y="428625"/>
                </a:lnTo>
                <a:close/>
                <a:moveTo>
                  <a:pt x="866775" y="428625"/>
                </a:moveTo>
                <a:lnTo>
                  <a:pt x="885825" y="428625"/>
                </a:lnTo>
                <a:lnTo>
                  <a:pt x="885825" y="457200"/>
                </a:lnTo>
                <a:lnTo>
                  <a:pt x="876300" y="457200"/>
                </a:lnTo>
                <a:lnTo>
                  <a:pt x="876300" y="447675"/>
                </a:lnTo>
                <a:lnTo>
                  <a:pt x="866775" y="447675"/>
                </a:lnTo>
                <a:close/>
                <a:moveTo>
                  <a:pt x="133350" y="438150"/>
                </a:moveTo>
                <a:lnTo>
                  <a:pt x="142875" y="438150"/>
                </a:lnTo>
                <a:lnTo>
                  <a:pt x="142875" y="447675"/>
                </a:lnTo>
                <a:lnTo>
                  <a:pt x="133350" y="447675"/>
                </a:lnTo>
                <a:close/>
                <a:moveTo>
                  <a:pt x="276225" y="438150"/>
                </a:moveTo>
                <a:lnTo>
                  <a:pt x="285750" y="438150"/>
                </a:lnTo>
                <a:lnTo>
                  <a:pt x="285750" y="447675"/>
                </a:lnTo>
                <a:lnTo>
                  <a:pt x="276225" y="447675"/>
                </a:lnTo>
                <a:close/>
                <a:moveTo>
                  <a:pt x="819150" y="438150"/>
                </a:moveTo>
                <a:lnTo>
                  <a:pt x="828675" y="438150"/>
                </a:lnTo>
                <a:lnTo>
                  <a:pt x="828675" y="447675"/>
                </a:lnTo>
                <a:lnTo>
                  <a:pt x="838200" y="447675"/>
                </a:lnTo>
                <a:lnTo>
                  <a:pt x="838200" y="457200"/>
                </a:lnTo>
                <a:lnTo>
                  <a:pt x="819150" y="457200"/>
                </a:lnTo>
                <a:lnTo>
                  <a:pt x="819150" y="466725"/>
                </a:lnTo>
                <a:lnTo>
                  <a:pt x="809625" y="466725"/>
                </a:lnTo>
                <a:lnTo>
                  <a:pt x="809625" y="447675"/>
                </a:lnTo>
                <a:lnTo>
                  <a:pt x="819150" y="447675"/>
                </a:lnTo>
                <a:close/>
                <a:moveTo>
                  <a:pt x="152400" y="447675"/>
                </a:moveTo>
                <a:lnTo>
                  <a:pt x="171450" y="447675"/>
                </a:lnTo>
                <a:lnTo>
                  <a:pt x="171450" y="457200"/>
                </a:lnTo>
                <a:lnTo>
                  <a:pt x="161925" y="457200"/>
                </a:lnTo>
                <a:lnTo>
                  <a:pt x="161925" y="466725"/>
                </a:lnTo>
                <a:lnTo>
                  <a:pt x="152400" y="466725"/>
                </a:lnTo>
                <a:close/>
                <a:moveTo>
                  <a:pt x="209550" y="447675"/>
                </a:moveTo>
                <a:lnTo>
                  <a:pt x="219075" y="447675"/>
                </a:lnTo>
                <a:lnTo>
                  <a:pt x="219075" y="457200"/>
                </a:lnTo>
                <a:lnTo>
                  <a:pt x="209550" y="457200"/>
                </a:lnTo>
                <a:close/>
                <a:moveTo>
                  <a:pt x="276225" y="457200"/>
                </a:moveTo>
                <a:lnTo>
                  <a:pt x="285750" y="457200"/>
                </a:lnTo>
                <a:lnTo>
                  <a:pt x="285750" y="476250"/>
                </a:lnTo>
                <a:lnTo>
                  <a:pt x="257175" y="476250"/>
                </a:lnTo>
                <a:lnTo>
                  <a:pt x="257175" y="466725"/>
                </a:lnTo>
                <a:lnTo>
                  <a:pt x="276225" y="466725"/>
                </a:lnTo>
                <a:close/>
                <a:moveTo>
                  <a:pt x="1038225" y="457200"/>
                </a:moveTo>
                <a:lnTo>
                  <a:pt x="1057275" y="457200"/>
                </a:lnTo>
                <a:lnTo>
                  <a:pt x="1057275" y="485775"/>
                </a:lnTo>
                <a:lnTo>
                  <a:pt x="1047750" y="485775"/>
                </a:lnTo>
                <a:lnTo>
                  <a:pt x="1047750" y="466725"/>
                </a:lnTo>
                <a:lnTo>
                  <a:pt x="1038225" y="466725"/>
                </a:lnTo>
                <a:close/>
                <a:moveTo>
                  <a:pt x="161925" y="466725"/>
                </a:moveTo>
                <a:lnTo>
                  <a:pt x="171450" y="466725"/>
                </a:lnTo>
                <a:lnTo>
                  <a:pt x="171450" y="476250"/>
                </a:lnTo>
                <a:lnTo>
                  <a:pt x="161925" y="476250"/>
                </a:lnTo>
                <a:close/>
                <a:moveTo>
                  <a:pt x="209550" y="466725"/>
                </a:moveTo>
                <a:lnTo>
                  <a:pt x="219075" y="466725"/>
                </a:lnTo>
                <a:lnTo>
                  <a:pt x="219075" y="476250"/>
                </a:lnTo>
                <a:lnTo>
                  <a:pt x="209550" y="476250"/>
                </a:lnTo>
                <a:close/>
                <a:moveTo>
                  <a:pt x="857250" y="466725"/>
                </a:moveTo>
                <a:lnTo>
                  <a:pt x="866775" y="466725"/>
                </a:lnTo>
                <a:lnTo>
                  <a:pt x="866775" y="476250"/>
                </a:lnTo>
                <a:lnTo>
                  <a:pt x="857250" y="476250"/>
                </a:lnTo>
                <a:close/>
                <a:moveTo>
                  <a:pt x="1028700" y="466725"/>
                </a:moveTo>
                <a:lnTo>
                  <a:pt x="1038225" y="466725"/>
                </a:lnTo>
                <a:lnTo>
                  <a:pt x="1038225" y="485775"/>
                </a:lnTo>
                <a:lnTo>
                  <a:pt x="1028700" y="485775"/>
                </a:lnTo>
                <a:close/>
                <a:moveTo>
                  <a:pt x="809625" y="476250"/>
                </a:moveTo>
                <a:lnTo>
                  <a:pt x="819150" y="476250"/>
                </a:lnTo>
                <a:lnTo>
                  <a:pt x="819150" y="485775"/>
                </a:lnTo>
                <a:lnTo>
                  <a:pt x="809625" y="485775"/>
                </a:lnTo>
                <a:close/>
                <a:moveTo>
                  <a:pt x="923925" y="476250"/>
                </a:moveTo>
                <a:lnTo>
                  <a:pt x="933450" y="476250"/>
                </a:lnTo>
                <a:lnTo>
                  <a:pt x="933450" y="485775"/>
                </a:lnTo>
                <a:lnTo>
                  <a:pt x="923925" y="485775"/>
                </a:lnTo>
                <a:close/>
                <a:moveTo>
                  <a:pt x="304800" y="485775"/>
                </a:moveTo>
                <a:lnTo>
                  <a:pt x="314325" y="485775"/>
                </a:lnTo>
                <a:lnTo>
                  <a:pt x="314325" y="495300"/>
                </a:lnTo>
                <a:lnTo>
                  <a:pt x="304800" y="495300"/>
                </a:lnTo>
                <a:close/>
                <a:moveTo>
                  <a:pt x="800100" y="485775"/>
                </a:moveTo>
                <a:lnTo>
                  <a:pt x="809625" y="485775"/>
                </a:lnTo>
                <a:lnTo>
                  <a:pt x="809625" y="495300"/>
                </a:lnTo>
                <a:lnTo>
                  <a:pt x="800100" y="495300"/>
                </a:lnTo>
                <a:close/>
                <a:moveTo>
                  <a:pt x="962025" y="485775"/>
                </a:moveTo>
                <a:lnTo>
                  <a:pt x="981075" y="485775"/>
                </a:lnTo>
                <a:lnTo>
                  <a:pt x="981075" y="495300"/>
                </a:lnTo>
                <a:lnTo>
                  <a:pt x="962025" y="495300"/>
                </a:lnTo>
                <a:close/>
                <a:moveTo>
                  <a:pt x="66675" y="495300"/>
                </a:moveTo>
                <a:lnTo>
                  <a:pt x="85725" y="495300"/>
                </a:lnTo>
                <a:lnTo>
                  <a:pt x="85725" y="514350"/>
                </a:lnTo>
                <a:lnTo>
                  <a:pt x="76200" y="514350"/>
                </a:lnTo>
                <a:lnTo>
                  <a:pt x="76200" y="504825"/>
                </a:lnTo>
                <a:lnTo>
                  <a:pt x="66675" y="504825"/>
                </a:lnTo>
                <a:close/>
                <a:moveTo>
                  <a:pt x="904875" y="495300"/>
                </a:moveTo>
                <a:lnTo>
                  <a:pt x="914400" y="495300"/>
                </a:lnTo>
                <a:lnTo>
                  <a:pt x="914400" y="504825"/>
                </a:lnTo>
                <a:lnTo>
                  <a:pt x="904875" y="504825"/>
                </a:lnTo>
                <a:close/>
                <a:moveTo>
                  <a:pt x="57150" y="504825"/>
                </a:moveTo>
                <a:lnTo>
                  <a:pt x="66675" y="504825"/>
                </a:lnTo>
                <a:lnTo>
                  <a:pt x="66675" y="514350"/>
                </a:lnTo>
                <a:lnTo>
                  <a:pt x="57150" y="514350"/>
                </a:lnTo>
                <a:close/>
                <a:moveTo>
                  <a:pt x="847725" y="504825"/>
                </a:moveTo>
                <a:lnTo>
                  <a:pt x="857250" y="504825"/>
                </a:lnTo>
                <a:lnTo>
                  <a:pt x="857250" y="514350"/>
                </a:lnTo>
                <a:lnTo>
                  <a:pt x="847725" y="514350"/>
                </a:lnTo>
                <a:close/>
                <a:moveTo>
                  <a:pt x="1057275" y="504825"/>
                </a:moveTo>
                <a:lnTo>
                  <a:pt x="1076325" y="504825"/>
                </a:lnTo>
                <a:lnTo>
                  <a:pt x="1076325" y="514350"/>
                </a:lnTo>
                <a:lnTo>
                  <a:pt x="1057275" y="514350"/>
                </a:lnTo>
                <a:close/>
                <a:moveTo>
                  <a:pt x="1028700" y="514350"/>
                </a:moveTo>
                <a:lnTo>
                  <a:pt x="1038225" y="514350"/>
                </a:lnTo>
                <a:lnTo>
                  <a:pt x="1038225" y="523875"/>
                </a:lnTo>
                <a:lnTo>
                  <a:pt x="1047750" y="523875"/>
                </a:lnTo>
                <a:lnTo>
                  <a:pt x="1047750" y="533400"/>
                </a:lnTo>
                <a:lnTo>
                  <a:pt x="1057275" y="533400"/>
                </a:lnTo>
                <a:lnTo>
                  <a:pt x="1057275" y="542925"/>
                </a:lnTo>
                <a:lnTo>
                  <a:pt x="1028700" y="542925"/>
                </a:lnTo>
                <a:close/>
                <a:moveTo>
                  <a:pt x="1200150" y="523875"/>
                </a:moveTo>
                <a:lnTo>
                  <a:pt x="1209675" y="523875"/>
                </a:lnTo>
                <a:lnTo>
                  <a:pt x="1209675" y="533400"/>
                </a:lnTo>
                <a:lnTo>
                  <a:pt x="1200150" y="533400"/>
                </a:lnTo>
                <a:close/>
                <a:moveTo>
                  <a:pt x="1200150" y="542925"/>
                </a:moveTo>
                <a:lnTo>
                  <a:pt x="1209675" y="542925"/>
                </a:lnTo>
                <a:lnTo>
                  <a:pt x="1209675" y="552450"/>
                </a:lnTo>
                <a:lnTo>
                  <a:pt x="1200150" y="552450"/>
                </a:lnTo>
                <a:close/>
                <a:moveTo>
                  <a:pt x="1190625" y="552450"/>
                </a:moveTo>
                <a:lnTo>
                  <a:pt x="1200150" y="552450"/>
                </a:lnTo>
                <a:lnTo>
                  <a:pt x="1200150" y="561975"/>
                </a:lnTo>
                <a:lnTo>
                  <a:pt x="1190625" y="561975"/>
                </a:lnTo>
                <a:close/>
                <a:moveTo>
                  <a:pt x="85725" y="561975"/>
                </a:moveTo>
                <a:lnTo>
                  <a:pt x="95250" y="561975"/>
                </a:lnTo>
                <a:lnTo>
                  <a:pt x="95250" y="571500"/>
                </a:lnTo>
                <a:lnTo>
                  <a:pt x="85725" y="571500"/>
                </a:lnTo>
                <a:close/>
                <a:moveTo>
                  <a:pt x="409575" y="571500"/>
                </a:moveTo>
                <a:lnTo>
                  <a:pt x="419100" y="571500"/>
                </a:lnTo>
                <a:lnTo>
                  <a:pt x="419100" y="581025"/>
                </a:lnTo>
                <a:lnTo>
                  <a:pt x="409575" y="581025"/>
                </a:lnTo>
                <a:close/>
                <a:moveTo>
                  <a:pt x="47625" y="581025"/>
                </a:moveTo>
                <a:lnTo>
                  <a:pt x="57150" y="581025"/>
                </a:lnTo>
                <a:lnTo>
                  <a:pt x="57150" y="590550"/>
                </a:lnTo>
                <a:lnTo>
                  <a:pt x="47625" y="590550"/>
                </a:lnTo>
                <a:close/>
                <a:moveTo>
                  <a:pt x="361950" y="581025"/>
                </a:moveTo>
                <a:lnTo>
                  <a:pt x="371475" y="581025"/>
                </a:lnTo>
                <a:lnTo>
                  <a:pt x="371475" y="590550"/>
                </a:lnTo>
                <a:lnTo>
                  <a:pt x="361950" y="590550"/>
                </a:lnTo>
                <a:close/>
                <a:moveTo>
                  <a:pt x="352425" y="590550"/>
                </a:moveTo>
                <a:lnTo>
                  <a:pt x="361950" y="590550"/>
                </a:lnTo>
                <a:lnTo>
                  <a:pt x="361950" y="600075"/>
                </a:lnTo>
                <a:lnTo>
                  <a:pt x="352425" y="600075"/>
                </a:lnTo>
                <a:close/>
                <a:moveTo>
                  <a:pt x="1009650" y="609600"/>
                </a:moveTo>
                <a:lnTo>
                  <a:pt x="1028700" y="609600"/>
                </a:lnTo>
                <a:lnTo>
                  <a:pt x="1028700" y="619125"/>
                </a:lnTo>
                <a:lnTo>
                  <a:pt x="1009650" y="619125"/>
                </a:lnTo>
                <a:close/>
                <a:moveTo>
                  <a:pt x="714375" y="628650"/>
                </a:moveTo>
                <a:lnTo>
                  <a:pt x="723900" y="628650"/>
                </a:lnTo>
                <a:lnTo>
                  <a:pt x="723900" y="638175"/>
                </a:lnTo>
                <a:lnTo>
                  <a:pt x="714375" y="638175"/>
                </a:lnTo>
                <a:close/>
                <a:moveTo>
                  <a:pt x="971550" y="628650"/>
                </a:moveTo>
                <a:lnTo>
                  <a:pt x="981075" y="628650"/>
                </a:lnTo>
                <a:lnTo>
                  <a:pt x="981075" y="638175"/>
                </a:lnTo>
                <a:lnTo>
                  <a:pt x="971550" y="638175"/>
                </a:lnTo>
                <a:close/>
                <a:moveTo>
                  <a:pt x="1028700" y="647700"/>
                </a:moveTo>
                <a:lnTo>
                  <a:pt x="1038225" y="647700"/>
                </a:lnTo>
                <a:lnTo>
                  <a:pt x="1038225" y="666750"/>
                </a:lnTo>
                <a:lnTo>
                  <a:pt x="1028700" y="666750"/>
                </a:lnTo>
                <a:close/>
                <a:moveTo>
                  <a:pt x="1143000" y="647700"/>
                </a:moveTo>
                <a:lnTo>
                  <a:pt x="1152525" y="647700"/>
                </a:lnTo>
                <a:lnTo>
                  <a:pt x="1152525" y="657225"/>
                </a:lnTo>
                <a:lnTo>
                  <a:pt x="1143000" y="657225"/>
                </a:lnTo>
                <a:close/>
                <a:moveTo>
                  <a:pt x="1133475" y="657225"/>
                </a:moveTo>
                <a:lnTo>
                  <a:pt x="1143000" y="657225"/>
                </a:lnTo>
                <a:lnTo>
                  <a:pt x="1143000" y="666750"/>
                </a:lnTo>
                <a:lnTo>
                  <a:pt x="1133475" y="666750"/>
                </a:lnTo>
                <a:close/>
                <a:moveTo>
                  <a:pt x="1019175" y="666750"/>
                </a:moveTo>
                <a:lnTo>
                  <a:pt x="1028700" y="666750"/>
                </a:lnTo>
                <a:lnTo>
                  <a:pt x="1028700" y="676275"/>
                </a:lnTo>
                <a:lnTo>
                  <a:pt x="1019175" y="676275"/>
                </a:lnTo>
                <a:close/>
                <a:moveTo>
                  <a:pt x="514350" y="676275"/>
                </a:moveTo>
                <a:lnTo>
                  <a:pt x="523875" y="676275"/>
                </a:lnTo>
                <a:lnTo>
                  <a:pt x="523875" y="685800"/>
                </a:lnTo>
                <a:lnTo>
                  <a:pt x="514350" y="685800"/>
                </a:lnTo>
                <a:close/>
                <a:moveTo>
                  <a:pt x="276225" y="704850"/>
                </a:moveTo>
                <a:lnTo>
                  <a:pt x="285750" y="704850"/>
                </a:lnTo>
                <a:lnTo>
                  <a:pt x="285750" y="714375"/>
                </a:lnTo>
                <a:lnTo>
                  <a:pt x="276225" y="714375"/>
                </a:lnTo>
                <a:close/>
                <a:moveTo>
                  <a:pt x="638175" y="704850"/>
                </a:moveTo>
                <a:lnTo>
                  <a:pt x="647700" y="704850"/>
                </a:lnTo>
                <a:lnTo>
                  <a:pt x="647700" y="714375"/>
                </a:lnTo>
                <a:lnTo>
                  <a:pt x="638175" y="714375"/>
                </a:lnTo>
                <a:close/>
                <a:moveTo>
                  <a:pt x="1143000" y="704850"/>
                </a:moveTo>
                <a:lnTo>
                  <a:pt x="1152525" y="704850"/>
                </a:lnTo>
                <a:lnTo>
                  <a:pt x="1152525" y="714375"/>
                </a:lnTo>
                <a:lnTo>
                  <a:pt x="1143000" y="714375"/>
                </a:lnTo>
                <a:close/>
                <a:moveTo>
                  <a:pt x="552450" y="714375"/>
                </a:moveTo>
                <a:lnTo>
                  <a:pt x="571500" y="714375"/>
                </a:lnTo>
                <a:lnTo>
                  <a:pt x="571500" y="723900"/>
                </a:lnTo>
                <a:lnTo>
                  <a:pt x="552450" y="723900"/>
                </a:lnTo>
                <a:close/>
                <a:moveTo>
                  <a:pt x="666750" y="714375"/>
                </a:moveTo>
                <a:lnTo>
                  <a:pt x="676275" y="714375"/>
                </a:lnTo>
                <a:lnTo>
                  <a:pt x="676275" y="723900"/>
                </a:lnTo>
                <a:lnTo>
                  <a:pt x="666750" y="723900"/>
                </a:lnTo>
                <a:close/>
                <a:moveTo>
                  <a:pt x="1133475" y="714375"/>
                </a:moveTo>
                <a:lnTo>
                  <a:pt x="1143000" y="714375"/>
                </a:lnTo>
                <a:lnTo>
                  <a:pt x="1143000" y="733425"/>
                </a:lnTo>
                <a:lnTo>
                  <a:pt x="1133475" y="733425"/>
                </a:lnTo>
                <a:close/>
                <a:moveTo>
                  <a:pt x="1181100" y="714375"/>
                </a:moveTo>
                <a:lnTo>
                  <a:pt x="1190625" y="714375"/>
                </a:lnTo>
                <a:lnTo>
                  <a:pt x="1190625" y="723900"/>
                </a:lnTo>
                <a:lnTo>
                  <a:pt x="1181100" y="723900"/>
                </a:lnTo>
                <a:close/>
                <a:moveTo>
                  <a:pt x="828675" y="723900"/>
                </a:moveTo>
                <a:lnTo>
                  <a:pt x="847725" y="723900"/>
                </a:lnTo>
                <a:lnTo>
                  <a:pt x="847725" y="733425"/>
                </a:lnTo>
                <a:lnTo>
                  <a:pt x="828675" y="733425"/>
                </a:lnTo>
                <a:close/>
                <a:moveTo>
                  <a:pt x="152400" y="733425"/>
                </a:moveTo>
                <a:lnTo>
                  <a:pt x="171450" y="733425"/>
                </a:lnTo>
                <a:lnTo>
                  <a:pt x="171450" y="752475"/>
                </a:lnTo>
                <a:lnTo>
                  <a:pt x="161925" y="752475"/>
                </a:lnTo>
                <a:lnTo>
                  <a:pt x="161925" y="762000"/>
                </a:lnTo>
                <a:lnTo>
                  <a:pt x="152400" y="762000"/>
                </a:lnTo>
                <a:lnTo>
                  <a:pt x="152400" y="752475"/>
                </a:lnTo>
                <a:lnTo>
                  <a:pt x="142875" y="752475"/>
                </a:lnTo>
                <a:lnTo>
                  <a:pt x="142875" y="742950"/>
                </a:lnTo>
                <a:lnTo>
                  <a:pt x="152400" y="742950"/>
                </a:lnTo>
                <a:close/>
                <a:moveTo>
                  <a:pt x="361950" y="733425"/>
                </a:moveTo>
                <a:lnTo>
                  <a:pt x="371475" y="733425"/>
                </a:lnTo>
                <a:lnTo>
                  <a:pt x="371475" y="752475"/>
                </a:lnTo>
                <a:lnTo>
                  <a:pt x="361950" y="752475"/>
                </a:lnTo>
                <a:close/>
                <a:moveTo>
                  <a:pt x="409575" y="733425"/>
                </a:moveTo>
                <a:lnTo>
                  <a:pt x="428625" y="733425"/>
                </a:lnTo>
                <a:lnTo>
                  <a:pt x="428625" y="752475"/>
                </a:lnTo>
                <a:lnTo>
                  <a:pt x="419100" y="752475"/>
                </a:lnTo>
                <a:lnTo>
                  <a:pt x="419100" y="742950"/>
                </a:lnTo>
                <a:lnTo>
                  <a:pt x="409575" y="742950"/>
                </a:lnTo>
                <a:close/>
                <a:moveTo>
                  <a:pt x="1028700" y="733425"/>
                </a:moveTo>
                <a:lnTo>
                  <a:pt x="1038225" y="733425"/>
                </a:lnTo>
                <a:lnTo>
                  <a:pt x="1038225" y="752475"/>
                </a:lnTo>
                <a:lnTo>
                  <a:pt x="1028700" y="752475"/>
                </a:lnTo>
                <a:close/>
                <a:moveTo>
                  <a:pt x="561975" y="742950"/>
                </a:moveTo>
                <a:lnTo>
                  <a:pt x="571500" y="742950"/>
                </a:lnTo>
                <a:lnTo>
                  <a:pt x="571500" y="752475"/>
                </a:lnTo>
                <a:lnTo>
                  <a:pt x="561975" y="752475"/>
                </a:lnTo>
                <a:close/>
                <a:moveTo>
                  <a:pt x="904875" y="742950"/>
                </a:moveTo>
                <a:lnTo>
                  <a:pt x="914400" y="742950"/>
                </a:lnTo>
                <a:lnTo>
                  <a:pt x="914400" y="752475"/>
                </a:lnTo>
                <a:lnTo>
                  <a:pt x="904875" y="752475"/>
                </a:lnTo>
                <a:close/>
                <a:moveTo>
                  <a:pt x="1104900" y="742950"/>
                </a:moveTo>
                <a:lnTo>
                  <a:pt x="1114425" y="742950"/>
                </a:lnTo>
                <a:lnTo>
                  <a:pt x="1114425" y="752475"/>
                </a:lnTo>
                <a:lnTo>
                  <a:pt x="1104900" y="752475"/>
                </a:lnTo>
                <a:close/>
                <a:moveTo>
                  <a:pt x="342900" y="752475"/>
                </a:moveTo>
                <a:lnTo>
                  <a:pt x="352425" y="752475"/>
                </a:lnTo>
                <a:lnTo>
                  <a:pt x="352425" y="762000"/>
                </a:lnTo>
                <a:lnTo>
                  <a:pt x="342900" y="762000"/>
                </a:lnTo>
                <a:close/>
                <a:moveTo>
                  <a:pt x="495300" y="752475"/>
                </a:moveTo>
                <a:lnTo>
                  <a:pt x="514350" y="752475"/>
                </a:lnTo>
                <a:lnTo>
                  <a:pt x="514350" y="762000"/>
                </a:lnTo>
                <a:lnTo>
                  <a:pt x="504825" y="762000"/>
                </a:lnTo>
                <a:lnTo>
                  <a:pt x="504825" y="771525"/>
                </a:lnTo>
                <a:lnTo>
                  <a:pt x="485775" y="771525"/>
                </a:lnTo>
                <a:lnTo>
                  <a:pt x="485775" y="781050"/>
                </a:lnTo>
                <a:lnTo>
                  <a:pt x="476250" y="781050"/>
                </a:lnTo>
                <a:lnTo>
                  <a:pt x="476250" y="762000"/>
                </a:lnTo>
                <a:lnTo>
                  <a:pt x="495300" y="762000"/>
                </a:lnTo>
                <a:close/>
                <a:moveTo>
                  <a:pt x="895350" y="752475"/>
                </a:moveTo>
                <a:lnTo>
                  <a:pt x="904875" y="752475"/>
                </a:lnTo>
                <a:lnTo>
                  <a:pt x="904875" y="762000"/>
                </a:lnTo>
                <a:lnTo>
                  <a:pt x="895350" y="762000"/>
                </a:lnTo>
                <a:close/>
                <a:moveTo>
                  <a:pt x="1066800" y="752475"/>
                </a:moveTo>
                <a:lnTo>
                  <a:pt x="1095375" y="752475"/>
                </a:lnTo>
                <a:lnTo>
                  <a:pt x="1095375" y="762000"/>
                </a:lnTo>
                <a:lnTo>
                  <a:pt x="1085850" y="762000"/>
                </a:lnTo>
                <a:lnTo>
                  <a:pt x="1085850" y="771525"/>
                </a:lnTo>
                <a:lnTo>
                  <a:pt x="1076325" y="771525"/>
                </a:lnTo>
                <a:lnTo>
                  <a:pt x="1076325" y="781050"/>
                </a:lnTo>
                <a:lnTo>
                  <a:pt x="1066800" y="781050"/>
                </a:lnTo>
                <a:close/>
                <a:moveTo>
                  <a:pt x="247650" y="771525"/>
                </a:moveTo>
                <a:lnTo>
                  <a:pt x="257175" y="771525"/>
                </a:lnTo>
                <a:lnTo>
                  <a:pt x="257175" y="781050"/>
                </a:lnTo>
                <a:lnTo>
                  <a:pt x="247650" y="781050"/>
                </a:lnTo>
                <a:close/>
                <a:moveTo>
                  <a:pt x="314325" y="771525"/>
                </a:moveTo>
                <a:lnTo>
                  <a:pt x="323850" y="771525"/>
                </a:lnTo>
                <a:lnTo>
                  <a:pt x="323850" y="800100"/>
                </a:lnTo>
                <a:lnTo>
                  <a:pt x="304800" y="800100"/>
                </a:lnTo>
                <a:lnTo>
                  <a:pt x="304800" y="790575"/>
                </a:lnTo>
                <a:lnTo>
                  <a:pt x="314325" y="790575"/>
                </a:lnTo>
                <a:close/>
                <a:moveTo>
                  <a:pt x="657225" y="781050"/>
                </a:moveTo>
                <a:lnTo>
                  <a:pt x="666750" y="781050"/>
                </a:lnTo>
                <a:lnTo>
                  <a:pt x="666750" y="790575"/>
                </a:lnTo>
                <a:lnTo>
                  <a:pt x="657225" y="790575"/>
                </a:lnTo>
                <a:close/>
                <a:moveTo>
                  <a:pt x="1038225" y="781050"/>
                </a:moveTo>
                <a:lnTo>
                  <a:pt x="1047750" y="781050"/>
                </a:lnTo>
                <a:lnTo>
                  <a:pt x="1047750" y="790575"/>
                </a:lnTo>
                <a:lnTo>
                  <a:pt x="1038225" y="790575"/>
                </a:lnTo>
                <a:close/>
                <a:moveTo>
                  <a:pt x="1085850" y="781050"/>
                </a:moveTo>
                <a:lnTo>
                  <a:pt x="1095375" y="781050"/>
                </a:lnTo>
                <a:lnTo>
                  <a:pt x="1095375" y="809625"/>
                </a:lnTo>
                <a:lnTo>
                  <a:pt x="1085850" y="809625"/>
                </a:lnTo>
                <a:close/>
                <a:moveTo>
                  <a:pt x="1181100" y="781050"/>
                </a:moveTo>
                <a:lnTo>
                  <a:pt x="1200150" y="781050"/>
                </a:lnTo>
                <a:lnTo>
                  <a:pt x="1200150" y="790575"/>
                </a:lnTo>
                <a:lnTo>
                  <a:pt x="1181100" y="790575"/>
                </a:lnTo>
                <a:close/>
                <a:moveTo>
                  <a:pt x="1019175" y="790575"/>
                </a:moveTo>
                <a:lnTo>
                  <a:pt x="1028700" y="790575"/>
                </a:lnTo>
                <a:lnTo>
                  <a:pt x="1028700" y="800100"/>
                </a:lnTo>
                <a:lnTo>
                  <a:pt x="1019175" y="800100"/>
                </a:lnTo>
                <a:close/>
                <a:moveTo>
                  <a:pt x="1047750" y="790575"/>
                </a:moveTo>
                <a:lnTo>
                  <a:pt x="1057275" y="790575"/>
                </a:lnTo>
                <a:lnTo>
                  <a:pt x="1057275" y="800100"/>
                </a:lnTo>
                <a:lnTo>
                  <a:pt x="1047750" y="800100"/>
                </a:lnTo>
                <a:close/>
                <a:moveTo>
                  <a:pt x="1104900" y="790575"/>
                </a:moveTo>
                <a:lnTo>
                  <a:pt x="1123950" y="790575"/>
                </a:lnTo>
                <a:lnTo>
                  <a:pt x="1123950" y="809625"/>
                </a:lnTo>
                <a:lnTo>
                  <a:pt x="1104900" y="809625"/>
                </a:lnTo>
                <a:close/>
                <a:moveTo>
                  <a:pt x="161925" y="800100"/>
                </a:moveTo>
                <a:lnTo>
                  <a:pt x="180975" y="800100"/>
                </a:lnTo>
                <a:lnTo>
                  <a:pt x="180975" y="809625"/>
                </a:lnTo>
                <a:lnTo>
                  <a:pt x="161925" y="809625"/>
                </a:lnTo>
                <a:close/>
                <a:moveTo>
                  <a:pt x="542925" y="800100"/>
                </a:moveTo>
                <a:lnTo>
                  <a:pt x="552450" y="800100"/>
                </a:lnTo>
                <a:lnTo>
                  <a:pt x="552450" y="809625"/>
                </a:lnTo>
                <a:lnTo>
                  <a:pt x="542925" y="809625"/>
                </a:lnTo>
                <a:close/>
                <a:moveTo>
                  <a:pt x="990600" y="800100"/>
                </a:moveTo>
                <a:lnTo>
                  <a:pt x="1000125" y="800100"/>
                </a:lnTo>
                <a:lnTo>
                  <a:pt x="1000125" y="809625"/>
                </a:lnTo>
                <a:lnTo>
                  <a:pt x="990600" y="809625"/>
                </a:lnTo>
                <a:close/>
                <a:moveTo>
                  <a:pt x="1028700" y="800100"/>
                </a:moveTo>
                <a:lnTo>
                  <a:pt x="1038225" y="800100"/>
                </a:lnTo>
                <a:lnTo>
                  <a:pt x="1038225" y="809625"/>
                </a:lnTo>
                <a:lnTo>
                  <a:pt x="1028700" y="809625"/>
                </a:lnTo>
                <a:close/>
              </a:path>
            </a:pathLst>
          </a:custGeom>
          <a:solidFill xmlns:a="http://schemas.openxmlformats.org/drawingml/2006/main">
            <a:srgbClr val="F8F8F4"/>
          </a:solidFill>
          <a:ln xmlns:a="http://schemas.openxmlformats.org/drawingml/2006/main" w="0">
            <a:noFill/>
          </a:ln>
        </p:spPr>
      </p:sp>
      <p:sp>
        <p:nvSpPr>
          <p:cNvPr id="80" name="v02 vector #f8f8f3">
            <a:extLst xmlns:a="http://schemas.openxmlformats.org/drawingml/2006/main">
              <a:ext uri="{FF2B5EF4-FFF2-40B4-BE49-F238E27FC236}">
                <a16:creationId xmlns:a16="http://schemas.microsoft.com/office/drawing/2014/main" id="{59009944-3D7B-4EF2-BE74-E008AF84B9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10675" y="2362200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190500" y="0"/>
                </a:moveTo>
                <a:lnTo>
                  <a:pt x="209550" y="0"/>
                </a:lnTo>
                <a:lnTo>
                  <a:pt x="209550" y="9525"/>
                </a:lnTo>
                <a:lnTo>
                  <a:pt x="190500" y="9525"/>
                </a:lnTo>
                <a:close/>
                <a:moveTo>
                  <a:pt x="295275" y="0"/>
                </a:moveTo>
                <a:lnTo>
                  <a:pt x="323850" y="0"/>
                </a:lnTo>
                <a:lnTo>
                  <a:pt x="323850" y="9525"/>
                </a:lnTo>
                <a:lnTo>
                  <a:pt x="295275" y="9525"/>
                </a:lnTo>
                <a:close/>
                <a:moveTo>
                  <a:pt x="371475" y="0"/>
                </a:moveTo>
                <a:lnTo>
                  <a:pt x="390525" y="0"/>
                </a:lnTo>
                <a:lnTo>
                  <a:pt x="390525" y="9525"/>
                </a:lnTo>
                <a:lnTo>
                  <a:pt x="381000" y="9525"/>
                </a:lnTo>
                <a:lnTo>
                  <a:pt x="381000" y="19050"/>
                </a:lnTo>
                <a:lnTo>
                  <a:pt x="409575" y="19050"/>
                </a:lnTo>
                <a:lnTo>
                  <a:pt x="409575" y="9525"/>
                </a:lnTo>
                <a:lnTo>
                  <a:pt x="400050" y="9525"/>
                </a:lnTo>
                <a:lnTo>
                  <a:pt x="400050" y="0"/>
                </a:lnTo>
                <a:lnTo>
                  <a:pt x="428625" y="0"/>
                </a:lnTo>
                <a:lnTo>
                  <a:pt x="428625" y="9525"/>
                </a:lnTo>
                <a:lnTo>
                  <a:pt x="419100" y="9525"/>
                </a:lnTo>
                <a:lnTo>
                  <a:pt x="419100" y="19050"/>
                </a:lnTo>
                <a:lnTo>
                  <a:pt x="428625" y="19050"/>
                </a:lnTo>
                <a:lnTo>
                  <a:pt x="428625" y="9525"/>
                </a:lnTo>
                <a:lnTo>
                  <a:pt x="438150" y="9525"/>
                </a:lnTo>
                <a:lnTo>
                  <a:pt x="438150" y="28575"/>
                </a:lnTo>
                <a:lnTo>
                  <a:pt x="361950" y="28575"/>
                </a:lnTo>
                <a:lnTo>
                  <a:pt x="361950" y="19050"/>
                </a:lnTo>
                <a:lnTo>
                  <a:pt x="371475" y="19050"/>
                </a:lnTo>
                <a:close/>
                <a:moveTo>
                  <a:pt x="638175" y="0"/>
                </a:moveTo>
                <a:lnTo>
                  <a:pt x="657225" y="0"/>
                </a:lnTo>
                <a:lnTo>
                  <a:pt x="657225" y="47625"/>
                </a:lnTo>
                <a:lnTo>
                  <a:pt x="647700" y="47625"/>
                </a:lnTo>
                <a:lnTo>
                  <a:pt x="647700" y="9525"/>
                </a:lnTo>
                <a:lnTo>
                  <a:pt x="638175" y="9525"/>
                </a:lnTo>
                <a:close/>
                <a:moveTo>
                  <a:pt x="742950" y="0"/>
                </a:moveTo>
                <a:lnTo>
                  <a:pt x="771525" y="0"/>
                </a:lnTo>
                <a:lnTo>
                  <a:pt x="771525" y="9525"/>
                </a:lnTo>
                <a:lnTo>
                  <a:pt x="762000" y="9525"/>
                </a:lnTo>
                <a:lnTo>
                  <a:pt x="762000" y="19050"/>
                </a:lnTo>
                <a:lnTo>
                  <a:pt x="752475" y="19050"/>
                </a:lnTo>
                <a:lnTo>
                  <a:pt x="752475" y="9525"/>
                </a:lnTo>
                <a:lnTo>
                  <a:pt x="742950" y="9525"/>
                </a:lnTo>
                <a:close/>
                <a:moveTo>
                  <a:pt x="1019175" y="0"/>
                </a:moveTo>
                <a:lnTo>
                  <a:pt x="1047750" y="0"/>
                </a:lnTo>
                <a:lnTo>
                  <a:pt x="1047750" y="47625"/>
                </a:lnTo>
                <a:lnTo>
                  <a:pt x="1057275" y="47625"/>
                </a:lnTo>
                <a:lnTo>
                  <a:pt x="1057275" y="57150"/>
                </a:lnTo>
                <a:lnTo>
                  <a:pt x="1047750" y="57150"/>
                </a:lnTo>
                <a:lnTo>
                  <a:pt x="1047750" y="66675"/>
                </a:lnTo>
                <a:lnTo>
                  <a:pt x="1038225" y="66675"/>
                </a:lnTo>
                <a:lnTo>
                  <a:pt x="1038225" y="76200"/>
                </a:lnTo>
                <a:lnTo>
                  <a:pt x="1028700" y="76200"/>
                </a:lnTo>
                <a:lnTo>
                  <a:pt x="1028700" y="28575"/>
                </a:lnTo>
                <a:lnTo>
                  <a:pt x="1019175" y="28575"/>
                </a:lnTo>
                <a:close/>
                <a:moveTo>
                  <a:pt x="1057275" y="0"/>
                </a:moveTo>
                <a:lnTo>
                  <a:pt x="1085850" y="0"/>
                </a:lnTo>
                <a:lnTo>
                  <a:pt x="1085850" y="19050"/>
                </a:lnTo>
                <a:lnTo>
                  <a:pt x="1095375" y="19050"/>
                </a:lnTo>
                <a:lnTo>
                  <a:pt x="1095375" y="28575"/>
                </a:lnTo>
                <a:lnTo>
                  <a:pt x="1076325" y="28575"/>
                </a:lnTo>
                <a:lnTo>
                  <a:pt x="1076325" y="9525"/>
                </a:lnTo>
                <a:lnTo>
                  <a:pt x="1066800" y="9525"/>
                </a:lnTo>
                <a:lnTo>
                  <a:pt x="1066800" y="19050"/>
                </a:lnTo>
                <a:lnTo>
                  <a:pt x="1057275" y="19050"/>
                </a:lnTo>
                <a:close/>
                <a:moveTo>
                  <a:pt x="1162050" y="0"/>
                </a:moveTo>
                <a:lnTo>
                  <a:pt x="1181100" y="0"/>
                </a:lnTo>
                <a:lnTo>
                  <a:pt x="1181100" y="9525"/>
                </a:lnTo>
                <a:lnTo>
                  <a:pt x="1209675" y="9525"/>
                </a:lnTo>
                <a:lnTo>
                  <a:pt x="1209675" y="38100"/>
                </a:lnTo>
                <a:lnTo>
                  <a:pt x="1200150" y="38100"/>
                </a:lnTo>
                <a:lnTo>
                  <a:pt x="1200150" y="66675"/>
                </a:lnTo>
                <a:lnTo>
                  <a:pt x="1190625" y="66675"/>
                </a:lnTo>
                <a:lnTo>
                  <a:pt x="1190625" y="57150"/>
                </a:lnTo>
                <a:lnTo>
                  <a:pt x="1181100" y="57150"/>
                </a:lnTo>
                <a:lnTo>
                  <a:pt x="1181100" y="47625"/>
                </a:lnTo>
                <a:lnTo>
                  <a:pt x="1152525" y="47625"/>
                </a:lnTo>
                <a:lnTo>
                  <a:pt x="1152525" y="9525"/>
                </a:lnTo>
                <a:lnTo>
                  <a:pt x="1162050" y="9525"/>
                </a:lnTo>
                <a:close/>
                <a:moveTo>
                  <a:pt x="161925" y="9525"/>
                </a:moveTo>
                <a:lnTo>
                  <a:pt x="171450" y="9525"/>
                </a:lnTo>
                <a:lnTo>
                  <a:pt x="171450" y="19050"/>
                </a:lnTo>
                <a:lnTo>
                  <a:pt x="161925" y="19050"/>
                </a:lnTo>
                <a:close/>
                <a:moveTo>
                  <a:pt x="257175" y="9525"/>
                </a:moveTo>
                <a:lnTo>
                  <a:pt x="266700" y="9525"/>
                </a:lnTo>
                <a:lnTo>
                  <a:pt x="266700" y="19050"/>
                </a:lnTo>
                <a:lnTo>
                  <a:pt x="257175" y="19050"/>
                </a:lnTo>
                <a:close/>
                <a:moveTo>
                  <a:pt x="552450" y="9525"/>
                </a:moveTo>
                <a:lnTo>
                  <a:pt x="571500" y="9525"/>
                </a:lnTo>
                <a:lnTo>
                  <a:pt x="571500" y="28575"/>
                </a:lnTo>
                <a:lnTo>
                  <a:pt x="561975" y="28575"/>
                </a:lnTo>
                <a:lnTo>
                  <a:pt x="561975" y="19050"/>
                </a:lnTo>
                <a:lnTo>
                  <a:pt x="552450" y="19050"/>
                </a:lnTo>
                <a:close/>
                <a:moveTo>
                  <a:pt x="200025" y="19050"/>
                </a:moveTo>
                <a:lnTo>
                  <a:pt x="219075" y="19050"/>
                </a:lnTo>
                <a:lnTo>
                  <a:pt x="219075" y="28575"/>
                </a:lnTo>
                <a:lnTo>
                  <a:pt x="200025" y="28575"/>
                </a:lnTo>
                <a:close/>
                <a:moveTo>
                  <a:pt x="238125" y="19050"/>
                </a:moveTo>
                <a:lnTo>
                  <a:pt x="257175" y="19050"/>
                </a:lnTo>
                <a:lnTo>
                  <a:pt x="257175" y="28575"/>
                </a:lnTo>
                <a:lnTo>
                  <a:pt x="238125" y="28575"/>
                </a:lnTo>
                <a:close/>
                <a:moveTo>
                  <a:pt x="314325" y="19050"/>
                </a:moveTo>
                <a:lnTo>
                  <a:pt x="323850" y="19050"/>
                </a:lnTo>
                <a:lnTo>
                  <a:pt x="323850" y="28575"/>
                </a:lnTo>
                <a:lnTo>
                  <a:pt x="314325" y="28575"/>
                </a:lnTo>
                <a:close/>
                <a:moveTo>
                  <a:pt x="333375" y="19050"/>
                </a:moveTo>
                <a:lnTo>
                  <a:pt x="342900" y="19050"/>
                </a:lnTo>
                <a:lnTo>
                  <a:pt x="342900" y="28575"/>
                </a:lnTo>
                <a:lnTo>
                  <a:pt x="333375" y="28575"/>
                </a:lnTo>
                <a:close/>
                <a:moveTo>
                  <a:pt x="476250" y="19050"/>
                </a:moveTo>
                <a:lnTo>
                  <a:pt x="485775" y="19050"/>
                </a:lnTo>
                <a:lnTo>
                  <a:pt x="485775" y="28575"/>
                </a:lnTo>
                <a:lnTo>
                  <a:pt x="476250" y="28575"/>
                </a:lnTo>
                <a:close/>
                <a:moveTo>
                  <a:pt x="542925" y="19050"/>
                </a:moveTo>
                <a:lnTo>
                  <a:pt x="552450" y="19050"/>
                </a:lnTo>
                <a:lnTo>
                  <a:pt x="552450" y="28575"/>
                </a:lnTo>
                <a:lnTo>
                  <a:pt x="542925" y="28575"/>
                </a:lnTo>
                <a:close/>
                <a:moveTo>
                  <a:pt x="714375" y="19050"/>
                </a:moveTo>
                <a:lnTo>
                  <a:pt x="733425" y="19050"/>
                </a:lnTo>
                <a:lnTo>
                  <a:pt x="733425" y="28575"/>
                </a:lnTo>
                <a:lnTo>
                  <a:pt x="723900" y="28575"/>
                </a:lnTo>
                <a:lnTo>
                  <a:pt x="723900" y="66675"/>
                </a:lnTo>
                <a:lnTo>
                  <a:pt x="733425" y="66675"/>
                </a:lnTo>
                <a:lnTo>
                  <a:pt x="733425" y="95250"/>
                </a:lnTo>
                <a:lnTo>
                  <a:pt x="723900" y="95250"/>
                </a:lnTo>
                <a:lnTo>
                  <a:pt x="723900" y="85725"/>
                </a:lnTo>
                <a:lnTo>
                  <a:pt x="704850" y="85725"/>
                </a:lnTo>
                <a:lnTo>
                  <a:pt x="704850" y="47625"/>
                </a:lnTo>
                <a:lnTo>
                  <a:pt x="714375" y="47625"/>
                </a:lnTo>
                <a:close/>
                <a:moveTo>
                  <a:pt x="571500" y="28575"/>
                </a:moveTo>
                <a:lnTo>
                  <a:pt x="581025" y="28575"/>
                </a:lnTo>
                <a:lnTo>
                  <a:pt x="581025" y="38100"/>
                </a:lnTo>
                <a:lnTo>
                  <a:pt x="571500" y="38100"/>
                </a:lnTo>
                <a:close/>
                <a:moveTo>
                  <a:pt x="1104900" y="38100"/>
                </a:moveTo>
                <a:lnTo>
                  <a:pt x="1123950" y="38100"/>
                </a:lnTo>
                <a:lnTo>
                  <a:pt x="1123950" y="47625"/>
                </a:lnTo>
                <a:lnTo>
                  <a:pt x="1104900" y="47625"/>
                </a:lnTo>
                <a:close/>
                <a:moveTo>
                  <a:pt x="762000" y="47625"/>
                </a:moveTo>
                <a:lnTo>
                  <a:pt x="771525" y="47625"/>
                </a:lnTo>
                <a:lnTo>
                  <a:pt x="771525" y="85725"/>
                </a:lnTo>
                <a:lnTo>
                  <a:pt x="752475" y="85725"/>
                </a:lnTo>
                <a:lnTo>
                  <a:pt x="752475" y="76200"/>
                </a:lnTo>
                <a:lnTo>
                  <a:pt x="742950" y="76200"/>
                </a:lnTo>
                <a:lnTo>
                  <a:pt x="742950" y="66675"/>
                </a:lnTo>
                <a:lnTo>
                  <a:pt x="752475" y="66675"/>
                </a:lnTo>
                <a:lnTo>
                  <a:pt x="752475" y="57150"/>
                </a:lnTo>
                <a:lnTo>
                  <a:pt x="762000" y="57150"/>
                </a:lnTo>
                <a:close/>
                <a:moveTo>
                  <a:pt x="885825" y="47625"/>
                </a:moveTo>
                <a:lnTo>
                  <a:pt x="904875" y="47625"/>
                </a:lnTo>
                <a:lnTo>
                  <a:pt x="904875" y="57150"/>
                </a:lnTo>
                <a:lnTo>
                  <a:pt x="885825" y="57150"/>
                </a:lnTo>
                <a:close/>
                <a:moveTo>
                  <a:pt x="1066800" y="47625"/>
                </a:moveTo>
                <a:lnTo>
                  <a:pt x="1076325" y="47625"/>
                </a:lnTo>
                <a:lnTo>
                  <a:pt x="1076325" y="57150"/>
                </a:lnTo>
                <a:lnTo>
                  <a:pt x="1095375" y="57150"/>
                </a:lnTo>
                <a:lnTo>
                  <a:pt x="1095375" y="76200"/>
                </a:lnTo>
                <a:lnTo>
                  <a:pt x="1076325" y="76200"/>
                </a:lnTo>
                <a:lnTo>
                  <a:pt x="1076325" y="66675"/>
                </a:lnTo>
                <a:lnTo>
                  <a:pt x="1066800" y="66675"/>
                </a:lnTo>
                <a:close/>
                <a:moveTo>
                  <a:pt x="9525" y="57150"/>
                </a:moveTo>
                <a:lnTo>
                  <a:pt x="19050" y="57150"/>
                </a:lnTo>
                <a:lnTo>
                  <a:pt x="19050" y="66675"/>
                </a:lnTo>
                <a:lnTo>
                  <a:pt x="28575" y="66675"/>
                </a:lnTo>
                <a:lnTo>
                  <a:pt x="28575" y="76200"/>
                </a:lnTo>
                <a:lnTo>
                  <a:pt x="9525" y="76200"/>
                </a:lnTo>
                <a:lnTo>
                  <a:pt x="9525" y="95250"/>
                </a:lnTo>
                <a:lnTo>
                  <a:pt x="0" y="95250"/>
                </a:lnTo>
                <a:lnTo>
                  <a:pt x="0" y="66675"/>
                </a:lnTo>
                <a:lnTo>
                  <a:pt x="9525" y="66675"/>
                </a:lnTo>
                <a:close/>
                <a:moveTo>
                  <a:pt x="781050" y="57150"/>
                </a:moveTo>
                <a:lnTo>
                  <a:pt x="790575" y="57150"/>
                </a:lnTo>
                <a:lnTo>
                  <a:pt x="790575" y="66675"/>
                </a:lnTo>
                <a:lnTo>
                  <a:pt x="781050" y="66675"/>
                </a:lnTo>
                <a:close/>
                <a:moveTo>
                  <a:pt x="800100" y="57150"/>
                </a:moveTo>
                <a:lnTo>
                  <a:pt x="838200" y="57150"/>
                </a:lnTo>
                <a:lnTo>
                  <a:pt x="838200" y="85725"/>
                </a:lnTo>
                <a:lnTo>
                  <a:pt x="819150" y="85725"/>
                </a:lnTo>
                <a:lnTo>
                  <a:pt x="819150" y="76200"/>
                </a:lnTo>
                <a:lnTo>
                  <a:pt x="809625" y="76200"/>
                </a:lnTo>
                <a:lnTo>
                  <a:pt x="809625" y="66675"/>
                </a:lnTo>
                <a:lnTo>
                  <a:pt x="800100" y="66675"/>
                </a:lnTo>
                <a:close/>
                <a:moveTo>
                  <a:pt x="1104900" y="57150"/>
                </a:moveTo>
                <a:lnTo>
                  <a:pt x="1114425" y="57150"/>
                </a:lnTo>
                <a:lnTo>
                  <a:pt x="1114425" y="76200"/>
                </a:lnTo>
                <a:lnTo>
                  <a:pt x="1104900" y="76200"/>
                </a:lnTo>
                <a:close/>
                <a:moveTo>
                  <a:pt x="209550" y="66675"/>
                </a:moveTo>
                <a:lnTo>
                  <a:pt x="276225" y="66675"/>
                </a:lnTo>
                <a:lnTo>
                  <a:pt x="276225" y="76200"/>
                </a:lnTo>
                <a:lnTo>
                  <a:pt x="209550" y="76200"/>
                </a:lnTo>
                <a:close/>
                <a:moveTo>
                  <a:pt x="381000" y="66675"/>
                </a:moveTo>
                <a:lnTo>
                  <a:pt x="409575" y="66675"/>
                </a:lnTo>
                <a:lnTo>
                  <a:pt x="409575" y="76200"/>
                </a:lnTo>
                <a:lnTo>
                  <a:pt x="381000" y="76200"/>
                </a:lnTo>
                <a:close/>
                <a:moveTo>
                  <a:pt x="466725" y="66675"/>
                </a:moveTo>
                <a:lnTo>
                  <a:pt x="495300" y="66675"/>
                </a:lnTo>
                <a:lnTo>
                  <a:pt x="495300" y="76200"/>
                </a:lnTo>
                <a:lnTo>
                  <a:pt x="466725" y="76200"/>
                </a:lnTo>
                <a:close/>
                <a:moveTo>
                  <a:pt x="28575" y="76200"/>
                </a:moveTo>
                <a:lnTo>
                  <a:pt x="38100" y="76200"/>
                </a:lnTo>
                <a:lnTo>
                  <a:pt x="38100" y="85725"/>
                </a:lnTo>
                <a:lnTo>
                  <a:pt x="28575" y="85725"/>
                </a:lnTo>
                <a:close/>
                <a:moveTo>
                  <a:pt x="295275" y="76200"/>
                </a:moveTo>
                <a:lnTo>
                  <a:pt x="314325" y="76200"/>
                </a:lnTo>
                <a:lnTo>
                  <a:pt x="314325" y="95250"/>
                </a:lnTo>
                <a:lnTo>
                  <a:pt x="295275" y="95250"/>
                </a:lnTo>
                <a:close/>
                <a:moveTo>
                  <a:pt x="1123950" y="76200"/>
                </a:moveTo>
                <a:lnTo>
                  <a:pt x="1133475" y="76200"/>
                </a:lnTo>
                <a:lnTo>
                  <a:pt x="1133475" y="85725"/>
                </a:lnTo>
                <a:lnTo>
                  <a:pt x="1123950" y="85725"/>
                </a:lnTo>
                <a:close/>
                <a:moveTo>
                  <a:pt x="1143000" y="76200"/>
                </a:moveTo>
                <a:lnTo>
                  <a:pt x="1162050" y="76200"/>
                </a:lnTo>
                <a:lnTo>
                  <a:pt x="1162050" y="85725"/>
                </a:lnTo>
                <a:lnTo>
                  <a:pt x="1143000" y="85725"/>
                </a:lnTo>
                <a:close/>
                <a:moveTo>
                  <a:pt x="1171575" y="76200"/>
                </a:moveTo>
                <a:lnTo>
                  <a:pt x="1181100" y="76200"/>
                </a:lnTo>
                <a:lnTo>
                  <a:pt x="1181100" y="85725"/>
                </a:lnTo>
                <a:lnTo>
                  <a:pt x="1190625" y="85725"/>
                </a:lnTo>
                <a:lnTo>
                  <a:pt x="1190625" y="104775"/>
                </a:lnTo>
                <a:lnTo>
                  <a:pt x="1181100" y="104775"/>
                </a:lnTo>
                <a:lnTo>
                  <a:pt x="1181100" y="95250"/>
                </a:lnTo>
                <a:lnTo>
                  <a:pt x="1171575" y="95250"/>
                </a:lnTo>
                <a:close/>
                <a:moveTo>
                  <a:pt x="38100" y="85725"/>
                </a:moveTo>
                <a:lnTo>
                  <a:pt x="47625" y="85725"/>
                </a:lnTo>
                <a:lnTo>
                  <a:pt x="47625" y="95250"/>
                </a:lnTo>
                <a:lnTo>
                  <a:pt x="57150" y="95250"/>
                </a:lnTo>
                <a:lnTo>
                  <a:pt x="57150" y="85725"/>
                </a:lnTo>
                <a:lnTo>
                  <a:pt x="76200" y="85725"/>
                </a:lnTo>
                <a:lnTo>
                  <a:pt x="76200" y="95250"/>
                </a:lnTo>
                <a:lnTo>
                  <a:pt x="57150" y="95250"/>
                </a:lnTo>
                <a:lnTo>
                  <a:pt x="57150" y="114300"/>
                </a:lnTo>
                <a:lnTo>
                  <a:pt x="66675" y="114300"/>
                </a:lnTo>
                <a:lnTo>
                  <a:pt x="66675" y="142875"/>
                </a:lnTo>
                <a:lnTo>
                  <a:pt x="76200" y="142875"/>
                </a:lnTo>
                <a:lnTo>
                  <a:pt x="76200" y="171450"/>
                </a:lnTo>
                <a:lnTo>
                  <a:pt x="57150" y="171450"/>
                </a:lnTo>
                <a:lnTo>
                  <a:pt x="57150" y="161925"/>
                </a:lnTo>
                <a:lnTo>
                  <a:pt x="47625" y="161925"/>
                </a:lnTo>
                <a:lnTo>
                  <a:pt x="47625" y="152400"/>
                </a:lnTo>
                <a:lnTo>
                  <a:pt x="28575" y="152400"/>
                </a:lnTo>
                <a:lnTo>
                  <a:pt x="28575" y="123825"/>
                </a:lnTo>
                <a:lnTo>
                  <a:pt x="38100" y="123825"/>
                </a:lnTo>
                <a:lnTo>
                  <a:pt x="38100" y="114300"/>
                </a:lnTo>
                <a:lnTo>
                  <a:pt x="28575" y="114300"/>
                </a:lnTo>
                <a:lnTo>
                  <a:pt x="28575" y="104775"/>
                </a:lnTo>
                <a:lnTo>
                  <a:pt x="19050" y="104775"/>
                </a:lnTo>
                <a:lnTo>
                  <a:pt x="19050" y="95250"/>
                </a:lnTo>
                <a:lnTo>
                  <a:pt x="38100" y="95250"/>
                </a:lnTo>
                <a:close/>
                <a:moveTo>
                  <a:pt x="76200" y="95250"/>
                </a:moveTo>
                <a:lnTo>
                  <a:pt x="85725" y="95250"/>
                </a:lnTo>
                <a:lnTo>
                  <a:pt x="85725" y="104775"/>
                </a:lnTo>
                <a:lnTo>
                  <a:pt x="76200" y="104775"/>
                </a:lnTo>
                <a:close/>
                <a:moveTo>
                  <a:pt x="133350" y="95250"/>
                </a:moveTo>
                <a:lnTo>
                  <a:pt x="142875" y="95250"/>
                </a:lnTo>
                <a:lnTo>
                  <a:pt x="142875" y="104775"/>
                </a:lnTo>
                <a:lnTo>
                  <a:pt x="133350" y="104775"/>
                </a:lnTo>
                <a:close/>
                <a:moveTo>
                  <a:pt x="371475" y="95250"/>
                </a:moveTo>
                <a:lnTo>
                  <a:pt x="400050" y="95250"/>
                </a:lnTo>
                <a:lnTo>
                  <a:pt x="400050" y="104775"/>
                </a:lnTo>
                <a:lnTo>
                  <a:pt x="381000" y="104775"/>
                </a:lnTo>
                <a:lnTo>
                  <a:pt x="381000" y="114300"/>
                </a:lnTo>
                <a:lnTo>
                  <a:pt x="371475" y="114300"/>
                </a:lnTo>
                <a:close/>
                <a:moveTo>
                  <a:pt x="514350" y="95250"/>
                </a:moveTo>
                <a:lnTo>
                  <a:pt x="533400" y="95250"/>
                </a:lnTo>
                <a:lnTo>
                  <a:pt x="533400" y="114300"/>
                </a:lnTo>
                <a:lnTo>
                  <a:pt x="561975" y="114300"/>
                </a:lnTo>
                <a:lnTo>
                  <a:pt x="561975" y="104775"/>
                </a:lnTo>
                <a:lnTo>
                  <a:pt x="581025" y="104775"/>
                </a:lnTo>
                <a:lnTo>
                  <a:pt x="581025" y="114300"/>
                </a:lnTo>
                <a:lnTo>
                  <a:pt x="561975" y="114300"/>
                </a:lnTo>
                <a:lnTo>
                  <a:pt x="561975" y="123825"/>
                </a:lnTo>
                <a:lnTo>
                  <a:pt x="533400" y="123825"/>
                </a:lnTo>
                <a:lnTo>
                  <a:pt x="533400" y="133350"/>
                </a:lnTo>
                <a:lnTo>
                  <a:pt x="504825" y="133350"/>
                </a:lnTo>
                <a:lnTo>
                  <a:pt x="504825" y="123825"/>
                </a:lnTo>
                <a:lnTo>
                  <a:pt x="495300" y="123825"/>
                </a:lnTo>
                <a:lnTo>
                  <a:pt x="495300" y="114300"/>
                </a:lnTo>
                <a:lnTo>
                  <a:pt x="485775" y="114300"/>
                </a:lnTo>
                <a:lnTo>
                  <a:pt x="485775" y="104775"/>
                </a:lnTo>
                <a:lnTo>
                  <a:pt x="495300" y="104775"/>
                </a:lnTo>
                <a:lnTo>
                  <a:pt x="495300" y="114300"/>
                </a:lnTo>
                <a:lnTo>
                  <a:pt x="504825" y="114300"/>
                </a:lnTo>
                <a:lnTo>
                  <a:pt x="504825" y="104775"/>
                </a:lnTo>
                <a:lnTo>
                  <a:pt x="514350" y="104775"/>
                </a:lnTo>
                <a:close/>
                <a:moveTo>
                  <a:pt x="657225" y="95250"/>
                </a:moveTo>
                <a:lnTo>
                  <a:pt x="666750" y="95250"/>
                </a:lnTo>
                <a:lnTo>
                  <a:pt x="666750" y="104775"/>
                </a:lnTo>
                <a:lnTo>
                  <a:pt x="657225" y="104775"/>
                </a:lnTo>
                <a:close/>
                <a:moveTo>
                  <a:pt x="228600" y="104775"/>
                </a:moveTo>
                <a:lnTo>
                  <a:pt x="238125" y="104775"/>
                </a:lnTo>
                <a:lnTo>
                  <a:pt x="238125" y="114300"/>
                </a:lnTo>
                <a:lnTo>
                  <a:pt x="228600" y="114300"/>
                </a:lnTo>
                <a:close/>
                <a:moveTo>
                  <a:pt x="314325" y="104775"/>
                </a:moveTo>
                <a:lnTo>
                  <a:pt x="323850" y="104775"/>
                </a:lnTo>
                <a:lnTo>
                  <a:pt x="323850" y="114300"/>
                </a:lnTo>
                <a:lnTo>
                  <a:pt x="314325" y="114300"/>
                </a:lnTo>
                <a:close/>
                <a:moveTo>
                  <a:pt x="457200" y="104775"/>
                </a:moveTo>
                <a:lnTo>
                  <a:pt x="466725" y="104775"/>
                </a:lnTo>
                <a:lnTo>
                  <a:pt x="466725" y="114300"/>
                </a:lnTo>
                <a:lnTo>
                  <a:pt x="457200" y="114300"/>
                </a:lnTo>
                <a:close/>
                <a:moveTo>
                  <a:pt x="742950" y="104775"/>
                </a:moveTo>
                <a:lnTo>
                  <a:pt x="752475" y="104775"/>
                </a:lnTo>
                <a:lnTo>
                  <a:pt x="752475" y="123825"/>
                </a:lnTo>
                <a:lnTo>
                  <a:pt x="733425" y="123825"/>
                </a:lnTo>
                <a:lnTo>
                  <a:pt x="733425" y="114300"/>
                </a:lnTo>
                <a:lnTo>
                  <a:pt x="742950" y="114300"/>
                </a:lnTo>
                <a:close/>
                <a:moveTo>
                  <a:pt x="895350" y="104775"/>
                </a:moveTo>
                <a:lnTo>
                  <a:pt x="904875" y="104775"/>
                </a:lnTo>
                <a:lnTo>
                  <a:pt x="904875" y="114300"/>
                </a:lnTo>
                <a:lnTo>
                  <a:pt x="895350" y="114300"/>
                </a:lnTo>
                <a:close/>
                <a:moveTo>
                  <a:pt x="1152525" y="104775"/>
                </a:moveTo>
                <a:lnTo>
                  <a:pt x="1171575" y="104775"/>
                </a:lnTo>
                <a:lnTo>
                  <a:pt x="1171575" y="114300"/>
                </a:lnTo>
                <a:lnTo>
                  <a:pt x="1162050" y="114300"/>
                </a:lnTo>
                <a:lnTo>
                  <a:pt x="1162050" y="123825"/>
                </a:lnTo>
                <a:lnTo>
                  <a:pt x="1152525" y="123825"/>
                </a:lnTo>
                <a:close/>
                <a:moveTo>
                  <a:pt x="304800" y="114300"/>
                </a:moveTo>
                <a:lnTo>
                  <a:pt x="314325" y="114300"/>
                </a:lnTo>
                <a:lnTo>
                  <a:pt x="314325" y="123825"/>
                </a:lnTo>
                <a:lnTo>
                  <a:pt x="323850" y="123825"/>
                </a:lnTo>
                <a:lnTo>
                  <a:pt x="323850" y="133350"/>
                </a:lnTo>
                <a:lnTo>
                  <a:pt x="304800" y="133350"/>
                </a:lnTo>
                <a:close/>
                <a:moveTo>
                  <a:pt x="352425" y="114300"/>
                </a:moveTo>
                <a:lnTo>
                  <a:pt x="361950" y="114300"/>
                </a:lnTo>
                <a:lnTo>
                  <a:pt x="361950" y="133350"/>
                </a:lnTo>
                <a:lnTo>
                  <a:pt x="352425" y="133350"/>
                </a:lnTo>
                <a:close/>
                <a:moveTo>
                  <a:pt x="428625" y="123825"/>
                </a:moveTo>
                <a:lnTo>
                  <a:pt x="457200" y="123825"/>
                </a:lnTo>
                <a:lnTo>
                  <a:pt x="457200" y="133350"/>
                </a:lnTo>
                <a:lnTo>
                  <a:pt x="428625" y="133350"/>
                </a:lnTo>
                <a:close/>
                <a:moveTo>
                  <a:pt x="485775" y="123825"/>
                </a:moveTo>
                <a:lnTo>
                  <a:pt x="495300" y="123825"/>
                </a:lnTo>
                <a:lnTo>
                  <a:pt x="495300" y="133350"/>
                </a:lnTo>
                <a:lnTo>
                  <a:pt x="485775" y="133350"/>
                </a:lnTo>
                <a:close/>
                <a:moveTo>
                  <a:pt x="733425" y="133350"/>
                </a:moveTo>
                <a:lnTo>
                  <a:pt x="752475" y="133350"/>
                </a:lnTo>
                <a:lnTo>
                  <a:pt x="752475" y="142875"/>
                </a:lnTo>
                <a:lnTo>
                  <a:pt x="762000" y="142875"/>
                </a:lnTo>
                <a:lnTo>
                  <a:pt x="762000" y="161925"/>
                </a:lnTo>
                <a:lnTo>
                  <a:pt x="714375" y="161925"/>
                </a:lnTo>
                <a:lnTo>
                  <a:pt x="714375" y="152400"/>
                </a:lnTo>
                <a:lnTo>
                  <a:pt x="733425" y="152400"/>
                </a:lnTo>
                <a:close/>
                <a:moveTo>
                  <a:pt x="1181100" y="133350"/>
                </a:moveTo>
                <a:lnTo>
                  <a:pt x="1190625" y="133350"/>
                </a:lnTo>
                <a:lnTo>
                  <a:pt x="1190625" y="142875"/>
                </a:lnTo>
                <a:lnTo>
                  <a:pt x="1200150" y="142875"/>
                </a:lnTo>
                <a:lnTo>
                  <a:pt x="1200150" y="152400"/>
                </a:lnTo>
                <a:lnTo>
                  <a:pt x="1209675" y="152400"/>
                </a:lnTo>
                <a:lnTo>
                  <a:pt x="1209675" y="161925"/>
                </a:lnTo>
                <a:lnTo>
                  <a:pt x="1190625" y="161925"/>
                </a:lnTo>
                <a:lnTo>
                  <a:pt x="1190625" y="152400"/>
                </a:lnTo>
                <a:lnTo>
                  <a:pt x="1181100" y="152400"/>
                </a:lnTo>
                <a:close/>
                <a:moveTo>
                  <a:pt x="38100" y="142875"/>
                </a:moveTo>
                <a:lnTo>
                  <a:pt x="57150" y="142875"/>
                </a:lnTo>
                <a:lnTo>
                  <a:pt x="57150" y="133350"/>
                </a:lnTo>
                <a:lnTo>
                  <a:pt x="38100" y="133350"/>
                </a:lnTo>
                <a:close/>
                <a:moveTo>
                  <a:pt x="638175" y="152400"/>
                </a:moveTo>
                <a:lnTo>
                  <a:pt x="666750" y="152400"/>
                </a:lnTo>
                <a:lnTo>
                  <a:pt x="666750" y="161925"/>
                </a:lnTo>
                <a:lnTo>
                  <a:pt x="657225" y="161925"/>
                </a:lnTo>
                <a:lnTo>
                  <a:pt x="657225" y="180975"/>
                </a:lnTo>
                <a:lnTo>
                  <a:pt x="638175" y="180975"/>
                </a:lnTo>
                <a:close/>
                <a:moveTo>
                  <a:pt x="19050" y="161925"/>
                </a:moveTo>
                <a:lnTo>
                  <a:pt x="28575" y="161925"/>
                </a:lnTo>
                <a:lnTo>
                  <a:pt x="28575" y="180975"/>
                </a:lnTo>
                <a:lnTo>
                  <a:pt x="19050" y="180975"/>
                </a:lnTo>
                <a:close/>
                <a:moveTo>
                  <a:pt x="1171575" y="161925"/>
                </a:moveTo>
                <a:lnTo>
                  <a:pt x="1181100" y="161925"/>
                </a:lnTo>
                <a:lnTo>
                  <a:pt x="1181100" y="180975"/>
                </a:lnTo>
                <a:lnTo>
                  <a:pt x="1171575" y="180975"/>
                </a:lnTo>
                <a:close/>
                <a:moveTo>
                  <a:pt x="1104900" y="171450"/>
                </a:moveTo>
                <a:lnTo>
                  <a:pt x="1114425" y="171450"/>
                </a:lnTo>
                <a:lnTo>
                  <a:pt x="1114425" y="190500"/>
                </a:lnTo>
                <a:lnTo>
                  <a:pt x="1104900" y="190500"/>
                </a:lnTo>
                <a:lnTo>
                  <a:pt x="1104900" y="200025"/>
                </a:lnTo>
                <a:lnTo>
                  <a:pt x="1085850" y="200025"/>
                </a:lnTo>
                <a:lnTo>
                  <a:pt x="1085850" y="180975"/>
                </a:lnTo>
                <a:lnTo>
                  <a:pt x="1104900" y="180975"/>
                </a:lnTo>
                <a:close/>
                <a:moveTo>
                  <a:pt x="66675" y="180975"/>
                </a:moveTo>
                <a:lnTo>
                  <a:pt x="76200" y="180975"/>
                </a:lnTo>
                <a:lnTo>
                  <a:pt x="76200" y="190500"/>
                </a:lnTo>
                <a:lnTo>
                  <a:pt x="66675" y="190500"/>
                </a:lnTo>
                <a:close/>
                <a:moveTo>
                  <a:pt x="800100" y="180975"/>
                </a:moveTo>
                <a:lnTo>
                  <a:pt x="809625" y="180975"/>
                </a:lnTo>
                <a:lnTo>
                  <a:pt x="809625" y="190500"/>
                </a:lnTo>
                <a:lnTo>
                  <a:pt x="800100" y="190500"/>
                </a:lnTo>
                <a:close/>
                <a:moveTo>
                  <a:pt x="57150" y="190500"/>
                </a:moveTo>
                <a:lnTo>
                  <a:pt x="66675" y="190500"/>
                </a:lnTo>
                <a:lnTo>
                  <a:pt x="66675" y="200025"/>
                </a:lnTo>
                <a:lnTo>
                  <a:pt x="57150" y="200025"/>
                </a:lnTo>
                <a:close/>
                <a:moveTo>
                  <a:pt x="0" y="200025"/>
                </a:moveTo>
                <a:lnTo>
                  <a:pt x="9525" y="200025"/>
                </a:lnTo>
                <a:lnTo>
                  <a:pt x="9525" y="209550"/>
                </a:lnTo>
                <a:lnTo>
                  <a:pt x="28575" y="209550"/>
                </a:lnTo>
                <a:lnTo>
                  <a:pt x="28575" y="219075"/>
                </a:lnTo>
                <a:lnTo>
                  <a:pt x="9525" y="219075"/>
                </a:lnTo>
                <a:lnTo>
                  <a:pt x="9525" y="228600"/>
                </a:lnTo>
                <a:lnTo>
                  <a:pt x="0" y="228600"/>
                </a:lnTo>
                <a:close/>
                <a:moveTo>
                  <a:pt x="66675" y="200025"/>
                </a:moveTo>
                <a:lnTo>
                  <a:pt x="76200" y="200025"/>
                </a:lnTo>
                <a:lnTo>
                  <a:pt x="76200" y="209550"/>
                </a:lnTo>
                <a:lnTo>
                  <a:pt x="66675" y="209550"/>
                </a:lnTo>
                <a:close/>
                <a:moveTo>
                  <a:pt x="295275" y="200025"/>
                </a:moveTo>
                <a:lnTo>
                  <a:pt x="323850" y="200025"/>
                </a:lnTo>
                <a:lnTo>
                  <a:pt x="323850" y="209550"/>
                </a:lnTo>
                <a:lnTo>
                  <a:pt x="295275" y="209550"/>
                </a:lnTo>
                <a:close/>
                <a:moveTo>
                  <a:pt x="876300" y="200025"/>
                </a:moveTo>
                <a:lnTo>
                  <a:pt x="895350" y="200025"/>
                </a:lnTo>
                <a:lnTo>
                  <a:pt x="895350" y="209550"/>
                </a:lnTo>
                <a:lnTo>
                  <a:pt x="876300" y="209550"/>
                </a:lnTo>
                <a:close/>
                <a:moveTo>
                  <a:pt x="1152525" y="200025"/>
                </a:moveTo>
                <a:lnTo>
                  <a:pt x="1162050" y="200025"/>
                </a:lnTo>
                <a:lnTo>
                  <a:pt x="1162050" y="209550"/>
                </a:lnTo>
                <a:lnTo>
                  <a:pt x="1152525" y="209550"/>
                </a:lnTo>
                <a:close/>
                <a:moveTo>
                  <a:pt x="57150" y="209550"/>
                </a:moveTo>
                <a:lnTo>
                  <a:pt x="66675" y="209550"/>
                </a:lnTo>
                <a:lnTo>
                  <a:pt x="66675" y="219075"/>
                </a:lnTo>
                <a:lnTo>
                  <a:pt x="57150" y="219075"/>
                </a:lnTo>
                <a:close/>
                <a:moveTo>
                  <a:pt x="276225" y="219075"/>
                </a:moveTo>
                <a:lnTo>
                  <a:pt x="314325" y="219075"/>
                </a:lnTo>
                <a:lnTo>
                  <a:pt x="314325" y="228600"/>
                </a:lnTo>
                <a:lnTo>
                  <a:pt x="295275" y="228600"/>
                </a:lnTo>
                <a:lnTo>
                  <a:pt x="295275" y="247650"/>
                </a:lnTo>
                <a:lnTo>
                  <a:pt x="276225" y="247650"/>
                </a:lnTo>
                <a:lnTo>
                  <a:pt x="276225" y="257175"/>
                </a:lnTo>
                <a:lnTo>
                  <a:pt x="266700" y="257175"/>
                </a:lnTo>
                <a:lnTo>
                  <a:pt x="266700" y="238125"/>
                </a:lnTo>
                <a:lnTo>
                  <a:pt x="257175" y="238125"/>
                </a:lnTo>
                <a:lnTo>
                  <a:pt x="257175" y="228600"/>
                </a:lnTo>
                <a:lnTo>
                  <a:pt x="276225" y="228600"/>
                </a:lnTo>
                <a:close/>
                <a:moveTo>
                  <a:pt x="704850" y="219075"/>
                </a:moveTo>
                <a:lnTo>
                  <a:pt x="723900" y="219075"/>
                </a:lnTo>
                <a:lnTo>
                  <a:pt x="723900" y="238125"/>
                </a:lnTo>
                <a:lnTo>
                  <a:pt x="714375" y="238125"/>
                </a:lnTo>
                <a:lnTo>
                  <a:pt x="714375" y="228600"/>
                </a:lnTo>
                <a:lnTo>
                  <a:pt x="704850" y="228600"/>
                </a:lnTo>
                <a:close/>
                <a:moveTo>
                  <a:pt x="47625" y="228600"/>
                </a:moveTo>
                <a:lnTo>
                  <a:pt x="66675" y="228600"/>
                </a:lnTo>
                <a:lnTo>
                  <a:pt x="66675" y="247650"/>
                </a:lnTo>
                <a:lnTo>
                  <a:pt x="76200" y="247650"/>
                </a:lnTo>
                <a:lnTo>
                  <a:pt x="76200" y="257175"/>
                </a:lnTo>
                <a:lnTo>
                  <a:pt x="66675" y="257175"/>
                </a:lnTo>
                <a:lnTo>
                  <a:pt x="66675" y="266700"/>
                </a:lnTo>
                <a:lnTo>
                  <a:pt x="57150" y="266700"/>
                </a:lnTo>
                <a:lnTo>
                  <a:pt x="57150" y="247650"/>
                </a:lnTo>
                <a:lnTo>
                  <a:pt x="47625" y="247650"/>
                </a:lnTo>
                <a:close/>
                <a:moveTo>
                  <a:pt x="800100" y="228600"/>
                </a:moveTo>
                <a:lnTo>
                  <a:pt x="809625" y="228600"/>
                </a:lnTo>
                <a:lnTo>
                  <a:pt x="809625" y="238125"/>
                </a:lnTo>
                <a:lnTo>
                  <a:pt x="800100" y="238125"/>
                </a:lnTo>
                <a:close/>
                <a:moveTo>
                  <a:pt x="1085850" y="238125"/>
                </a:moveTo>
                <a:lnTo>
                  <a:pt x="1095375" y="238125"/>
                </a:lnTo>
                <a:lnTo>
                  <a:pt x="1095375" y="247650"/>
                </a:lnTo>
                <a:lnTo>
                  <a:pt x="1085850" y="247650"/>
                </a:lnTo>
                <a:close/>
                <a:moveTo>
                  <a:pt x="1114425" y="238125"/>
                </a:moveTo>
                <a:lnTo>
                  <a:pt x="1123950" y="238125"/>
                </a:lnTo>
                <a:lnTo>
                  <a:pt x="1123950" y="257175"/>
                </a:lnTo>
                <a:lnTo>
                  <a:pt x="1114425" y="257175"/>
                </a:lnTo>
                <a:close/>
                <a:moveTo>
                  <a:pt x="1152525" y="238125"/>
                </a:moveTo>
                <a:lnTo>
                  <a:pt x="1162050" y="238125"/>
                </a:lnTo>
                <a:lnTo>
                  <a:pt x="1162050" y="247650"/>
                </a:lnTo>
                <a:lnTo>
                  <a:pt x="1171575" y="247650"/>
                </a:lnTo>
                <a:lnTo>
                  <a:pt x="1171575" y="257175"/>
                </a:lnTo>
                <a:lnTo>
                  <a:pt x="1162050" y="257175"/>
                </a:lnTo>
                <a:lnTo>
                  <a:pt x="1162050" y="266700"/>
                </a:lnTo>
                <a:lnTo>
                  <a:pt x="1171575" y="266700"/>
                </a:lnTo>
                <a:lnTo>
                  <a:pt x="1171575" y="276225"/>
                </a:lnTo>
                <a:lnTo>
                  <a:pt x="1190625" y="276225"/>
                </a:lnTo>
                <a:lnTo>
                  <a:pt x="1190625" y="295275"/>
                </a:lnTo>
                <a:lnTo>
                  <a:pt x="1181100" y="295275"/>
                </a:lnTo>
                <a:lnTo>
                  <a:pt x="1181100" y="285750"/>
                </a:lnTo>
                <a:lnTo>
                  <a:pt x="1171575" y="285750"/>
                </a:lnTo>
                <a:lnTo>
                  <a:pt x="1171575" y="295275"/>
                </a:lnTo>
                <a:lnTo>
                  <a:pt x="1162050" y="295275"/>
                </a:lnTo>
                <a:lnTo>
                  <a:pt x="1162050" y="276225"/>
                </a:lnTo>
                <a:lnTo>
                  <a:pt x="1143000" y="276225"/>
                </a:lnTo>
                <a:lnTo>
                  <a:pt x="1143000" y="266700"/>
                </a:lnTo>
                <a:lnTo>
                  <a:pt x="1133475" y="266700"/>
                </a:lnTo>
                <a:lnTo>
                  <a:pt x="1133475" y="257175"/>
                </a:lnTo>
                <a:lnTo>
                  <a:pt x="1143000" y="257175"/>
                </a:lnTo>
                <a:lnTo>
                  <a:pt x="1143000" y="266700"/>
                </a:lnTo>
                <a:lnTo>
                  <a:pt x="1152525" y="266700"/>
                </a:lnTo>
                <a:close/>
                <a:moveTo>
                  <a:pt x="28575" y="247650"/>
                </a:moveTo>
                <a:lnTo>
                  <a:pt x="47625" y="247650"/>
                </a:lnTo>
                <a:lnTo>
                  <a:pt x="47625" y="257175"/>
                </a:lnTo>
                <a:lnTo>
                  <a:pt x="28575" y="257175"/>
                </a:lnTo>
                <a:close/>
                <a:moveTo>
                  <a:pt x="590550" y="247650"/>
                </a:moveTo>
                <a:lnTo>
                  <a:pt x="609600" y="247650"/>
                </a:lnTo>
                <a:lnTo>
                  <a:pt x="609600" y="257175"/>
                </a:lnTo>
                <a:lnTo>
                  <a:pt x="590550" y="257175"/>
                </a:lnTo>
                <a:close/>
                <a:moveTo>
                  <a:pt x="1057275" y="247650"/>
                </a:moveTo>
                <a:lnTo>
                  <a:pt x="1085850" y="247650"/>
                </a:lnTo>
                <a:lnTo>
                  <a:pt x="1085850" y="257175"/>
                </a:lnTo>
                <a:lnTo>
                  <a:pt x="1066800" y="257175"/>
                </a:lnTo>
                <a:lnTo>
                  <a:pt x="1066800" y="285750"/>
                </a:lnTo>
                <a:lnTo>
                  <a:pt x="1057275" y="285750"/>
                </a:lnTo>
                <a:lnTo>
                  <a:pt x="1057275" y="266700"/>
                </a:lnTo>
                <a:lnTo>
                  <a:pt x="1047750" y="266700"/>
                </a:lnTo>
                <a:lnTo>
                  <a:pt x="1047750" y="257175"/>
                </a:lnTo>
                <a:lnTo>
                  <a:pt x="1057275" y="257175"/>
                </a:lnTo>
                <a:close/>
                <a:moveTo>
                  <a:pt x="609600" y="266700"/>
                </a:moveTo>
                <a:lnTo>
                  <a:pt x="619125" y="266700"/>
                </a:lnTo>
                <a:lnTo>
                  <a:pt x="619125" y="276225"/>
                </a:lnTo>
                <a:lnTo>
                  <a:pt x="609600" y="276225"/>
                </a:lnTo>
                <a:close/>
                <a:moveTo>
                  <a:pt x="828675" y="266700"/>
                </a:moveTo>
                <a:lnTo>
                  <a:pt x="838200" y="266700"/>
                </a:lnTo>
                <a:lnTo>
                  <a:pt x="838200" y="276225"/>
                </a:lnTo>
                <a:lnTo>
                  <a:pt x="847725" y="276225"/>
                </a:lnTo>
                <a:lnTo>
                  <a:pt x="847725" y="304800"/>
                </a:lnTo>
                <a:lnTo>
                  <a:pt x="838200" y="304800"/>
                </a:lnTo>
                <a:lnTo>
                  <a:pt x="838200" y="295275"/>
                </a:lnTo>
                <a:lnTo>
                  <a:pt x="828675" y="295275"/>
                </a:lnTo>
                <a:close/>
                <a:moveTo>
                  <a:pt x="1009650" y="266700"/>
                </a:moveTo>
                <a:lnTo>
                  <a:pt x="1047750" y="266700"/>
                </a:lnTo>
                <a:lnTo>
                  <a:pt x="1047750" y="276225"/>
                </a:lnTo>
                <a:lnTo>
                  <a:pt x="1038225" y="276225"/>
                </a:lnTo>
                <a:lnTo>
                  <a:pt x="1038225" y="285750"/>
                </a:lnTo>
                <a:lnTo>
                  <a:pt x="1019175" y="285750"/>
                </a:lnTo>
                <a:lnTo>
                  <a:pt x="1019175" y="276225"/>
                </a:lnTo>
                <a:lnTo>
                  <a:pt x="1009650" y="276225"/>
                </a:lnTo>
                <a:close/>
                <a:moveTo>
                  <a:pt x="0" y="295275"/>
                </a:moveTo>
                <a:lnTo>
                  <a:pt x="19050" y="295275"/>
                </a:lnTo>
                <a:lnTo>
                  <a:pt x="19050" y="304800"/>
                </a:lnTo>
                <a:lnTo>
                  <a:pt x="0" y="304800"/>
                </a:lnTo>
                <a:close/>
                <a:moveTo>
                  <a:pt x="628650" y="295275"/>
                </a:moveTo>
                <a:lnTo>
                  <a:pt x="638175" y="295275"/>
                </a:lnTo>
                <a:lnTo>
                  <a:pt x="638175" y="304800"/>
                </a:lnTo>
                <a:lnTo>
                  <a:pt x="628650" y="304800"/>
                </a:lnTo>
                <a:close/>
                <a:moveTo>
                  <a:pt x="914400" y="295275"/>
                </a:moveTo>
                <a:lnTo>
                  <a:pt x="933450" y="295275"/>
                </a:lnTo>
                <a:lnTo>
                  <a:pt x="933450" y="314325"/>
                </a:lnTo>
                <a:lnTo>
                  <a:pt x="923925" y="314325"/>
                </a:lnTo>
                <a:lnTo>
                  <a:pt x="923925" y="304800"/>
                </a:lnTo>
                <a:lnTo>
                  <a:pt x="914400" y="304800"/>
                </a:lnTo>
                <a:close/>
                <a:moveTo>
                  <a:pt x="638175" y="304800"/>
                </a:moveTo>
                <a:lnTo>
                  <a:pt x="647700" y="304800"/>
                </a:lnTo>
                <a:lnTo>
                  <a:pt x="647700" y="314325"/>
                </a:lnTo>
                <a:lnTo>
                  <a:pt x="638175" y="314325"/>
                </a:lnTo>
                <a:close/>
                <a:moveTo>
                  <a:pt x="942975" y="304800"/>
                </a:moveTo>
                <a:lnTo>
                  <a:pt x="971550" y="304800"/>
                </a:lnTo>
                <a:lnTo>
                  <a:pt x="971550" y="333375"/>
                </a:lnTo>
                <a:lnTo>
                  <a:pt x="962025" y="333375"/>
                </a:lnTo>
                <a:lnTo>
                  <a:pt x="962025" y="314325"/>
                </a:lnTo>
                <a:lnTo>
                  <a:pt x="942975" y="314325"/>
                </a:lnTo>
                <a:close/>
                <a:moveTo>
                  <a:pt x="476250" y="314325"/>
                </a:moveTo>
                <a:lnTo>
                  <a:pt x="485775" y="314325"/>
                </a:lnTo>
                <a:lnTo>
                  <a:pt x="485775" y="323850"/>
                </a:lnTo>
                <a:lnTo>
                  <a:pt x="476250" y="323850"/>
                </a:lnTo>
                <a:close/>
                <a:moveTo>
                  <a:pt x="1123950" y="314325"/>
                </a:moveTo>
                <a:lnTo>
                  <a:pt x="1152525" y="314325"/>
                </a:lnTo>
                <a:lnTo>
                  <a:pt x="1152525" y="323850"/>
                </a:lnTo>
                <a:lnTo>
                  <a:pt x="1123950" y="323850"/>
                </a:lnTo>
                <a:close/>
                <a:moveTo>
                  <a:pt x="438150" y="323850"/>
                </a:moveTo>
                <a:lnTo>
                  <a:pt x="466725" y="323850"/>
                </a:lnTo>
                <a:lnTo>
                  <a:pt x="466725" y="342900"/>
                </a:lnTo>
                <a:lnTo>
                  <a:pt x="457200" y="342900"/>
                </a:lnTo>
                <a:lnTo>
                  <a:pt x="457200" y="333375"/>
                </a:lnTo>
                <a:lnTo>
                  <a:pt x="447675" y="333375"/>
                </a:lnTo>
                <a:lnTo>
                  <a:pt x="447675" y="342900"/>
                </a:lnTo>
                <a:lnTo>
                  <a:pt x="457200" y="342900"/>
                </a:lnTo>
                <a:lnTo>
                  <a:pt x="457200" y="352425"/>
                </a:lnTo>
                <a:lnTo>
                  <a:pt x="438150" y="352425"/>
                </a:lnTo>
                <a:close/>
                <a:moveTo>
                  <a:pt x="1152525" y="323850"/>
                </a:moveTo>
                <a:lnTo>
                  <a:pt x="1181100" y="323850"/>
                </a:lnTo>
                <a:lnTo>
                  <a:pt x="1181100" y="333375"/>
                </a:lnTo>
                <a:lnTo>
                  <a:pt x="1162050" y="333375"/>
                </a:lnTo>
                <a:lnTo>
                  <a:pt x="1162050" y="342900"/>
                </a:lnTo>
                <a:lnTo>
                  <a:pt x="1143000" y="342900"/>
                </a:lnTo>
                <a:lnTo>
                  <a:pt x="1143000" y="333375"/>
                </a:lnTo>
                <a:lnTo>
                  <a:pt x="1152525" y="333375"/>
                </a:lnTo>
                <a:close/>
                <a:moveTo>
                  <a:pt x="295275" y="333375"/>
                </a:moveTo>
                <a:lnTo>
                  <a:pt x="304800" y="333375"/>
                </a:lnTo>
                <a:lnTo>
                  <a:pt x="304800" y="342900"/>
                </a:lnTo>
                <a:lnTo>
                  <a:pt x="295275" y="342900"/>
                </a:lnTo>
                <a:close/>
                <a:moveTo>
                  <a:pt x="314325" y="333375"/>
                </a:moveTo>
                <a:lnTo>
                  <a:pt x="342900" y="333375"/>
                </a:lnTo>
                <a:lnTo>
                  <a:pt x="342900" y="342900"/>
                </a:lnTo>
                <a:lnTo>
                  <a:pt x="333375" y="342900"/>
                </a:lnTo>
                <a:lnTo>
                  <a:pt x="333375" y="352425"/>
                </a:lnTo>
                <a:lnTo>
                  <a:pt x="314325" y="352425"/>
                </a:lnTo>
                <a:lnTo>
                  <a:pt x="314325" y="371475"/>
                </a:lnTo>
                <a:lnTo>
                  <a:pt x="304800" y="371475"/>
                </a:lnTo>
                <a:lnTo>
                  <a:pt x="304800" y="361950"/>
                </a:lnTo>
                <a:lnTo>
                  <a:pt x="295275" y="361950"/>
                </a:lnTo>
                <a:lnTo>
                  <a:pt x="295275" y="352425"/>
                </a:lnTo>
                <a:lnTo>
                  <a:pt x="304800" y="352425"/>
                </a:lnTo>
                <a:lnTo>
                  <a:pt x="304800" y="342900"/>
                </a:lnTo>
                <a:lnTo>
                  <a:pt x="314325" y="342900"/>
                </a:lnTo>
                <a:close/>
                <a:moveTo>
                  <a:pt x="485775" y="333375"/>
                </a:moveTo>
                <a:lnTo>
                  <a:pt x="504825" y="333375"/>
                </a:lnTo>
                <a:lnTo>
                  <a:pt x="504825" y="352425"/>
                </a:lnTo>
                <a:lnTo>
                  <a:pt x="485775" y="352425"/>
                </a:lnTo>
                <a:close/>
                <a:moveTo>
                  <a:pt x="1095375" y="333375"/>
                </a:moveTo>
                <a:lnTo>
                  <a:pt x="1104900" y="333375"/>
                </a:lnTo>
                <a:lnTo>
                  <a:pt x="1104900" y="352425"/>
                </a:lnTo>
                <a:lnTo>
                  <a:pt x="1123950" y="352425"/>
                </a:lnTo>
                <a:lnTo>
                  <a:pt x="1123950" y="381000"/>
                </a:lnTo>
                <a:lnTo>
                  <a:pt x="1114425" y="381000"/>
                </a:lnTo>
                <a:lnTo>
                  <a:pt x="1114425" y="371475"/>
                </a:lnTo>
                <a:lnTo>
                  <a:pt x="1104900" y="371475"/>
                </a:lnTo>
                <a:lnTo>
                  <a:pt x="1104900" y="361950"/>
                </a:lnTo>
                <a:lnTo>
                  <a:pt x="1095375" y="361950"/>
                </a:lnTo>
                <a:lnTo>
                  <a:pt x="1095375" y="352425"/>
                </a:lnTo>
                <a:lnTo>
                  <a:pt x="1085850" y="352425"/>
                </a:lnTo>
                <a:lnTo>
                  <a:pt x="1085850" y="342900"/>
                </a:lnTo>
                <a:lnTo>
                  <a:pt x="1095375" y="342900"/>
                </a:lnTo>
                <a:close/>
                <a:moveTo>
                  <a:pt x="342900" y="342900"/>
                </a:moveTo>
                <a:lnTo>
                  <a:pt x="352425" y="342900"/>
                </a:lnTo>
                <a:lnTo>
                  <a:pt x="352425" y="352425"/>
                </a:lnTo>
                <a:lnTo>
                  <a:pt x="342900" y="352425"/>
                </a:lnTo>
                <a:close/>
                <a:moveTo>
                  <a:pt x="790575" y="342900"/>
                </a:moveTo>
                <a:lnTo>
                  <a:pt x="800100" y="342900"/>
                </a:lnTo>
                <a:lnTo>
                  <a:pt x="800100" y="371475"/>
                </a:lnTo>
                <a:lnTo>
                  <a:pt x="790575" y="371475"/>
                </a:lnTo>
                <a:lnTo>
                  <a:pt x="790575" y="381000"/>
                </a:lnTo>
                <a:lnTo>
                  <a:pt x="781050" y="381000"/>
                </a:lnTo>
                <a:lnTo>
                  <a:pt x="781050" y="361950"/>
                </a:lnTo>
                <a:lnTo>
                  <a:pt x="790575" y="361950"/>
                </a:lnTo>
                <a:close/>
                <a:moveTo>
                  <a:pt x="9525" y="352425"/>
                </a:moveTo>
                <a:lnTo>
                  <a:pt x="19050" y="352425"/>
                </a:lnTo>
                <a:lnTo>
                  <a:pt x="19050" y="361950"/>
                </a:lnTo>
                <a:lnTo>
                  <a:pt x="28575" y="361950"/>
                </a:lnTo>
                <a:lnTo>
                  <a:pt x="28575" y="352425"/>
                </a:lnTo>
                <a:lnTo>
                  <a:pt x="38100" y="352425"/>
                </a:lnTo>
                <a:lnTo>
                  <a:pt x="38100" y="361950"/>
                </a:lnTo>
                <a:lnTo>
                  <a:pt x="28575" y="361950"/>
                </a:lnTo>
                <a:lnTo>
                  <a:pt x="28575" y="371475"/>
                </a:lnTo>
                <a:lnTo>
                  <a:pt x="19050" y="371475"/>
                </a:lnTo>
                <a:lnTo>
                  <a:pt x="19050" y="381000"/>
                </a:lnTo>
                <a:lnTo>
                  <a:pt x="9525" y="381000"/>
                </a:lnTo>
                <a:lnTo>
                  <a:pt x="9525" y="371475"/>
                </a:lnTo>
                <a:lnTo>
                  <a:pt x="0" y="371475"/>
                </a:lnTo>
                <a:lnTo>
                  <a:pt x="0" y="361950"/>
                </a:lnTo>
                <a:lnTo>
                  <a:pt x="9525" y="361950"/>
                </a:lnTo>
                <a:close/>
                <a:moveTo>
                  <a:pt x="504825" y="352425"/>
                </a:moveTo>
                <a:lnTo>
                  <a:pt x="514350" y="352425"/>
                </a:lnTo>
                <a:lnTo>
                  <a:pt x="514350" y="371475"/>
                </a:lnTo>
                <a:lnTo>
                  <a:pt x="495300" y="371475"/>
                </a:lnTo>
                <a:lnTo>
                  <a:pt x="495300" y="361950"/>
                </a:lnTo>
                <a:lnTo>
                  <a:pt x="504825" y="361950"/>
                </a:lnTo>
                <a:close/>
                <a:moveTo>
                  <a:pt x="1190625" y="352425"/>
                </a:moveTo>
                <a:lnTo>
                  <a:pt x="1200150" y="352425"/>
                </a:lnTo>
                <a:lnTo>
                  <a:pt x="1200150" y="361950"/>
                </a:lnTo>
                <a:lnTo>
                  <a:pt x="1190625" y="361950"/>
                </a:lnTo>
                <a:close/>
                <a:moveTo>
                  <a:pt x="1000125" y="361950"/>
                </a:moveTo>
                <a:lnTo>
                  <a:pt x="1019175" y="361950"/>
                </a:lnTo>
                <a:lnTo>
                  <a:pt x="1019175" y="371475"/>
                </a:lnTo>
                <a:lnTo>
                  <a:pt x="1028700" y="371475"/>
                </a:lnTo>
                <a:lnTo>
                  <a:pt x="1028700" y="381000"/>
                </a:lnTo>
                <a:lnTo>
                  <a:pt x="1038225" y="381000"/>
                </a:lnTo>
                <a:lnTo>
                  <a:pt x="1038225" y="400050"/>
                </a:lnTo>
                <a:lnTo>
                  <a:pt x="1047750" y="400050"/>
                </a:lnTo>
                <a:lnTo>
                  <a:pt x="1047750" y="409575"/>
                </a:lnTo>
                <a:lnTo>
                  <a:pt x="1028700" y="409575"/>
                </a:lnTo>
                <a:lnTo>
                  <a:pt x="1028700" y="428625"/>
                </a:lnTo>
                <a:lnTo>
                  <a:pt x="1038225" y="428625"/>
                </a:lnTo>
                <a:lnTo>
                  <a:pt x="1038225" y="419100"/>
                </a:lnTo>
                <a:lnTo>
                  <a:pt x="1057275" y="419100"/>
                </a:lnTo>
                <a:lnTo>
                  <a:pt x="1057275" y="409575"/>
                </a:lnTo>
                <a:lnTo>
                  <a:pt x="1066800" y="409575"/>
                </a:lnTo>
                <a:lnTo>
                  <a:pt x="1066800" y="419100"/>
                </a:lnTo>
                <a:lnTo>
                  <a:pt x="1076325" y="419100"/>
                </a:lnTo>
                <a:lnTo>
                  <a:pt x="1076325" y="428625"/>
                </a:lnTo>
                <a:lnTo>
                  <a:pt x="1085850" y="428625"/>
                </a:lnTo>
                <a:lnTo>
                  <a:pt x="1085850" y="438150"/>
                </a:lnTo>
                <a:lnTo>
                  <a:pt x="1076325" y="438150"/>
                </a:lnTo>
                <a:lnTo>
                  <a:pt x="1076325" y="447675"/>
                </a:lnTo>
                <a:lnTo>
                  <a:pt x="1066800" y="447675"/>
                </a:lnTo>
                <a:lnTo>
                  <a:pt x="1066800" y="438150"/>
                </a:lnTo>
                <a:lnTo>
                  <a:pt x="1057275" y="438150"/>
                </a:lnTo>
                <a:lnTo>
                  <a:pt x="1057275" y="428625"/>
                </a:lnTo>
                <a:lnTo>
                  <a:pt x="1047750" y="428625"/>
                </a:lnTo>
                <a:lnTo>
                  <a:pt x="1047750" y="438150"/>
                </a:lnTo>
                <a:lnTo>
                  <a:pt x="1028700" y="438150"/>
                </a:lnTo>
                <a:lnTo>
                  <a:pt x="1028700" y="447675"/>
                </a:lnTo>
                <a:lnTo>
                  <a:pt x="1019175" y="447675"/>
                </a:lnTo>
                <a:lnTo>
                  <a:pt x="1019175" y="438150"/>
                </a:lnTo>
                <a:lnTo>
                  <a:pt x="1009650" y="438150"/>
                </a:lnTo>
                <a:lnTo>
                  <a:pt x="1009650" y="447675"/>
                </a:lnTo>
                <a:lnTo>
                  <a:pt x="1019175" y="447675"/>
                </a:lnTo>
                <a:lnTo>
                  <a:pt x="1019175" y="466725"/>
                </a:lnTo>
                <a:lnTo>
                  <a:pt x="1000125" y="466725"/>
                </a:lnTo>
                <a:lnTo>
                  <a:pt x="1000125" y="457200"/>
                </a:lnTo>
                <a:lnTo>
                  <a:pt x="990600" y="457200"/>
                </a:lnTo>
                <a:lnTo>
                  <a:pt x="990600" y="447675"/>
                </a:lnTo>
                <a:lnTo>
                  <a:pt x="1000125" y="447675"/>
                </a:lnTo>
                <a:lnTo>
                  <a:pt x="1000125" y="428625"/>
                </a:lnTo>
                <a:lnTo>
                  <a:pt x="981075" y="428625"/>
                </a:lnTo>
                <a:lnTo>
                  <a:pt x="981075" y="438150"/>
                </a:lnTo>
                <a:lnTo>
                  <a:pt x="962025" y="438150"/>
                </a:lnTo>
                <a:lnTo>
                  <a:pt x="962025" y="428625"/>
                </a:lnTo>
                <a:lnTo>
                  <a:pt x="952500" y="428625"/>
                </a:lnTo>
                <a:lnTo>
                  <a:pt x="952500" y="419100"/>
                </a:lnTo>
                <a:lnTo>
                  <a:pt x="962025" y="419100"/>
                </a:lnTo>
                <a:lnTo>
                  <a:pt x="962025" y="400050"/>
                </a:lnTo>
                <a:lnTo>
                  <a:pt x="942975" y="400050"/>
                </a:lnTo>
                <a:lnTo>
                  <a:pt x="942975" y="390525"/>
                </a:lnTo>
                <a:lnTo>
                  <a:pt x="952500" y="390525"/>
                </a:lnTo>
                <a:lnTo>
                  <a:pt x="952500" y="381000"/>
                </a:lnTo>
                <a:lnTo>
                  <a:pt x="971550" y="381000"/>
                </a:lnTo>
                <a:lnTo>
                  <a:pt x="971550" y="400050"/>
                </a:lnTo>
                <a:lnTo>
                  <a:pt x="981075" y="400050"/>
                </a:lnTo>
                <a:lnTo>
                  <a:pt x="981075" y="409575"/>
                </a:lnTo>
                <a:lnTo>
                  <a:pt x="990600" y="409575"/>
                </a:lnTo>
                <a:lnTo>
                  <a:pt x="990600" y="400050"/>
                </a:lnTo>
                <a:lnTo>
                  <a:pt x="1000125" y="400050"/>
                </a:lnTo>
                <a:close/>
                <a:moveTo>
                  <a:pt x="1171575" y="361950"/>
                </a:moveTo>
                <a:lnTo>
                  <a:pt x="1190625" y="361950"/>
                </a:lnTo>
                <a:lnTo>
                  <a:pt x="1190625" y="371475"/>
                </a:lnTo>
                <a:lnTo>
                  <a:pt x="1181100" y="371475"/>
                </a:lnTo>
                <a:lnTo>
                  <a:pt x="1181100" y="381000"/>
                </a:lnTo>
                <a:lnTo>
                  <a:pt x="1171575" y="381000"/>
                </a:lnTo>
                <a:close/>
                <a:moveTo>
                  <a:pt x="666750" y="371475"/>
                </a:moveTo>
                <a:lnTo>
                  <a:pt x="676275" y="371475"/>
                </a:lnTo>
                <a:lnTo>
                  <a:pt x="676275" y="381000"/>
                </a:lnTo>
                <a:lnTo>
                  <a:pt x="685800" y="381000"/>
                </a:lnTo>
                <a:lnTo>
                  <a:pt x="685800" y="390525"/>
                </a:lnTo>
                <a:lnTo>
                  <a:pt x="666750" y="390525"/>
                </a:lnTo>
                <a:close/>
                <a:moveTo>
                  <a:pt x="1133475" y="371475"/>
                </a:moveTo>
                <a:lnTo>
                  <a:pt x="1143000" y="371475"/>
                </a:lnTo>
                <a:lnTo>
                  <a:pt x="1143000" y="390525"/>
                </a:lnTo>
                <a:lnTo>
                  <a:pt x="1133475" y="390525"/>
                </a:lnTo>
                <a:lnTo>
                  <a:pt x="1133475" y="400050"/>
                </a:lnTo>
                <a:lnTo>
                  <a:pt x="1123950" y="400050"/>
                </a:lnTo>
                <a:lnTo>
                  <a:pt x="1123950" y="381000"/>
                </a:lnTo>
                <a:lnTo>
                  <a:pt x="1133475" y="381000"/>
                </a:lnTo>
                <a:close/>
                <a:moveTo>
                  <a:pt x="876300" y="390525"/>
                </a:moveTo>
                <a:lnTo>
                  <a:pt x="885825" y="390525"/>
                </a:lnTo>
                <a:lnTo>
                  <a:pt x="885825" y="400050"/>
                </a:lnTo>
                <a:lnTo>
                  <a:pt x="876300" y="400050"/>
                </a:lnTo>
                <a:close/>
                <a:moveTo>
                  <a:pt x="914400" y="390525"/>
                </a:moveTo>
                <a:lnTo>
                  <a:pt x="933450" y="390525"/>
                </a:lnTo>
                <a:lnTo>
                  <a:pt x="933450" y="400050"/>
                </a:lnTo>
                <a:lnTo>
                  <a:pt x="923925" y="400050"/>
                </a:lnTo>
                <a:lnTo>
                  <a:pt x="923925" y="419100"/>
                </a:lnTo>
                <a:lnTo>
                  <a:pt x="914400" y="419100"/>
                </a:lnTo>
                <a:close/>
                <a:moveTo>
                  <a:pt x="1076325" y="390525"/>
                </a:moveTo>
                <a:lnTo>
                  <a:pt x="1095375" y="390525"/>
                </a:lnTo>
                <a:lnTo>
                  <a:pt x="1095375" y="400050"/>
                </a:lnTo>
                <a:lnTo>
                  <a:pt x="1076325" y="400050"/>
                </a:lnTo>
                <a:close/>
                <a:moveTo>
                  <a:pt x="1143000" y="390525"/>
                </a:moveTo>
                <a:lnTo>
                  <a:pt x="1152525" y="390525"/>
                </a:lnTo>
                <a:lnTo>
                  <a:pt x="1152525" y="400050"/>
                </a:lnTo>
                <a:lnTo>
                  <a:pt x="1143000" y="400050"/>
                </a:lnTo>
                <a:close/>
                <a:moveTo>
                  <a:pt x="790575" y="400050"/>
                </a:moveTo>
                <a:lnTo>
                  <a:pt x="800100" y="400050"/>
                </a:lnTo>
                <a:lnTo>
                  <a:pt x="800100" y="409575"/>
                </a:lnTo>
                <a:lnTo>
                  <a:pt x="790575" y="409575"/>
                </a:lnTo>
                <a:close/>
                <a:moveTo>
                  <a:pt x="1152525" y="400050"/>
                </a:moveTo>
                <a:lnTo>
                  <a:pt x="1190625" y="400050"/>
                </a:lnTo>
                <a:lnTo>
                  <a:pt x="1190625" y="409575"/>
                </a:lnTo>
                <a:lnTo>
                  <a:pt x="1181100" y="409575"/>
                </a:lnTo>
                <a:lnTo>
                  <a:pt x="1181100" y="419100"/>
                </a:lnTo>
                <a:lnTo>
                  <a:pt x="1152525" y="419100"/>
                </a:lnTo>
                <a:close/>
                <a:moveTo>
                  <a:pt x="781050" y="409575"/>
                </a:moveTo>
                <a:lnTo>
                  <a:pt x="790575" y="409575"/>
                </a:lnTo>
                <a:lnTo>
                  <a:pt x="790575" y="419100"/>
                </a:lnTo>
                <a:lnTo>
                  <a:pt x="781050" y="419100"/>
                </a:lnTo>
                <a:close/>
                <a:moveTo>
                  <a:pt x="1200150" y="409575"/>
                </a:moveTo>
                <a:lnTo>
                  <a:pt x="1209675" y="409575"/>
                </a:lnTo>
                <a:lnTo>
                  <a:pt x="1209675" y="438150"/>
                </a:lnTo>
                <a:lnTo>
                  <a:pt x="1190625" y="438150"/>
                </a:lnTo>
                <a:lnTo>
                  <a:pt x="1190625" y="419100"/>
                </a:lnTo>
                <a:lnTo>
                  <a:pt x="1200150" y="419100"/>
                </a:lnTo>
                <a:close/>
                <a:moveTo>
                  <a:pt x="66675" y="428625"/>
                </a:moveTo>
                <a:lnTo>
                  <a:pt x="76200" y="428625"/>
                </a:lnTo>
                <a:lnTo>
                  <a:pt x="76200" y="447675"/>
                </a:lnTo>
                <a:lnTo>
                  <a:pt x="57150" y="447675"/>
                </a:lnTo>
                <a:lnTo>
                  <a:pt x="57150" y="457200"/>
                </a:lnTo>
                <a:lnTo>
                  <a:pt x="47625" y="457200"/>
                </a:lnTo>
                <a:lnTo>
                  <a:pt x="47625" y="438150"/>
                </a:lnTo>
                <a:lnTo>
                  <a:pt x="66675" y="438150"/>
                </a:lnTo>
                <a:close/>
                <a:moveTo>
                  <a:pt x="257175" y="428625"/>
                </a:moveTo>
                <a:lnTo>
                  <a:pt x="266700" y="428625"/>
                </a:lnTo>
                <a:lnTo>
                  <a:pt x="266700" y="438150"/>
                </a:lnTo>
                <a:lnTo>
                  <a:pt x="276225" y="438150"/>
                </a:lnTo>
                <a:lnTo>
                  <a:pt x="276225" y="466725"/>
                </a:lnTo>
                <a:lnTo>
                  <a:pt x="257175" y="466725"/>
                </a:lnTo>
                <a:lnTo>
                  <a:pt x="257175" y="476250"/>
                </a:lnTo>
                <a:lnTo>
                  <a:pt x="247650" y="476250"/>
                </a:lnTo>
                <a:lnTo>
                  <a:pt x="247650" y="457200"/>
                </a:lnTo>
                <a:lnTo>
                  <a:pt x="238125" y="457200"/>
                </a:lnTo>
                <a:lnTo>
                  <a:pt x="238125" y="447675"/>
                </a:lnTo>
                <a:lnTo>
                  <a:pt x="257175" y="447675"/>
                </a:lnTo>
                <a:close/>
                <a:moveTo>
                  <a:pt x="838200" y="428625"/>
                </a:moveTo>
                <a:lnTo>
                  <a:pt x="847725" y="428625"/>
                </a:lnTo>
                <a:lnTo>
                  <a:pt x="847725" y="447675"/>
                </a:lnTo>
                <a:lnTo>
                  <a:pt x="828675" y="447675"/>
                </a:lnTo>
                <a:lnTo>
                  <a:pt x="828675" y="438150"/>
                </a:lnTo>
                <a:lnTo>
                  <a:pt x="838200" y="438150"/>
                </a:lnTo>
                <a:close/>
                <a:moveTo>
                  <a:pt x="1000125" y="428625"/>
                </a:moveTo>
                <a:lnTo>
                  <a:pt x="1009650" y="428625"/>
                </a:lnTo>
                <a:lnTo>
                  <a:pt x="1009650" y="419100"/>
                </a:lnTo>
                <a:lnTo>
                  <a:pt x="1000125" y="419100"/>
                </a:lnTo>
                <a:close/>
                <a:moveTo>
                  <a:pt x="1123950" y="428625"/>
                </a:moveTo>
                <a:lnTo>
                  <a:pt x="1152525" y="428625"/>
                </a:lnTo>
                <a:lnTo>
                  <a:pt x="1152525" y="438150"/>
                </a:lnTo>
                <a:lnTo>
                  <a:pt x="1133475" y="438150"/>
                </a:lnTo>
                <a:lnTo>
                  <a:pt x="1133475" y="447675"/>
                </a:lnTo>
                <a:lnTo>
                  <a:pt x="1123950" y="447675"/>
                </a:lnTo>
                <a:close/>
                <a:moveTo>
                  <a:pt x="495300" y="438150"/>
                </a:moveTo>
                <a:lnTo>
                  <a:pt x="523875" y="438150"/>
                </a:lnTo>
                <a:lnTo>
                  <a:pt x="523875" y="457200"/>
                </a:lnTo>
                <a:lnTo>
                  <a:pt x="514350" y="457200"/>
                </a:lnTo>
                <a:lnTo>
                  <a:pt x="514350" y="466725"/>
                </a:lnTo>
                <a:lnTo>
                  <a:pt x="504825" y="466725"/>
                </a:lnTo>
                <a:lnTo>
                  <a:pt x="504825" y="476250"/>
                </a:lnTo>
                <a:lnTo>
                  <a:pt x="514350" y="476250"/>
                </a:lnTo>
                <a:lnTo>
                  <a:pt x="514350" y="485775"/>
                </a:lnTo>
                <a:lnTo>
                  <a:pt x="495300" y="485775"/>
                </a:lnTo>
                <a:lnTo>
                  <a:pt x="495300" y="466725"/>
                </a:lnTo>
                <a:lnTo>
                  <a:pt x="485775" y="466725"/>
                </a:lnTo>
                <a:lnTo>
                  <a:pt x="485775" y="457200"/>
                </a:lnTo>
                <a:lnTo>
                  <a:pt x="495300" y="457200"/>
                </a:lnTo>
                <a:close/>
                <a:moveTo>
                  <a:pt x="752475" y="447675"/>
                </a:moveTo>
                <a:lnTo>
                  <a:pt x="781050" y="447675"/>
                </a:lnTo>
                <a:lnTo>
                  <a:pt x="781050" y="457200"/>
                </a:lnTo>
                <a:lnTo>
                  <a:pt x="771525" y="457200"/>
                </a:lnTo>
                <a:lnTo>
                  <a:pt x="771525" y="466725"/>
                </a:lnTo>
                <a:lnTo>
                  <a:pt x="762000" y="466725"/>
                </a:lnTo>
                <a:lnTo>
                  <a:pt x="762000" y="457200"/>
                </a:lnTo>
                <a:lnTo>
                  <a:pt x="752475" y="457200"/>
                </a:lnTo>
                <a:close/>
                <a:moveTo>
                  <a:pt x="1095375" y="447675"/>
                </a:moveTo>
                <a:lnTo>
                  <a:pt x="1104900" y="447675"/>
                </a:lnTo>
                <a:lnTo>
                  <a:pt x="1104900" y="457200"/>
                </a:lnTo>
                <a:lnTo>
                  <a:pt x="1095375" y="457200"/>
                </a:lnTo>
                <a:close/>
                <a:moveTo>
                  <a:pt x="57150" y="457200"/>
                </a:moveTo>
                <a:lnTo>
                  <a:pt x="76200" y="457200"/>
                </a:lnTo>
                <a:lnTo>
                  <a:pt x="76200" y="485775"/>
                </a:lnTo>
                <a:lnTo>
                  <a:pt x="66675" y="485775"/>
                </a:lnTo>
                <a:lnTo>
                  <a:pt x="66675" y="466725"/>
                </a:lnTo>
                <a:lnTo>
                  <a:pt x="57150" y="466725"/>
                </a:lnTo>
                <a:close/>
                <a:moveTo>
                  <a:pt x="819150" y="457200"/>
                </a:moveTo>
                <a:lnTo>
                  <a:pt x="838200" y="457200"/>
                </a:lnTo>
                <a:lnTo>
                  <a:pt x="838200" y="485775"/>
                </a:lnTo>
                <a:lnTo>
                  <a:pt x="828675" y="485775"/>
                </a:lnTo>
                <a:lnTo>
                  <a:pt x="828675" y="476250"/>
                </a:lnTo>
                <a:lnTo>
                  <a:pt x="809625" y="476250"/>
                </a:lnTo>
                <a:lnTo>
                  <a:pt x="809625" y="466725"/>
                </a:lnTo>
                <a:lnTo>
                  <a:pt x="819150" y="466725"/>
                </a:lnTo>
                <a:close/>
                <a:moveTo>
                  <a:pt x="1085850" y="457200"/>
                </a:moveTo>
                <a:lnTo>
                  <a:pt x="1095375" y="457200"/>
                </a:lnTo>
                <a:lnTo>
                  <a:pt x="1095375" y="466725"/>
                </a:lnTo>
                <a:lnTo>
                  <a:pt x="1085850" y="466725"/>
                </a:lnTo>
                <a:close/>
                <a:moveTo>
                  <a:pt x="590550" y="466725"/>
                </a:moveTo>
                <a:lnTo>
                  <a:pt x="600075" y="466725"/>
                </a:lnTo>
                <a:lnTo>
                  <a:pt x="600075" y="476250"/>
                </a:lnTo>
                <a:lnTo>
                  <a:pt x="590550" y="476250"/>
                </a:lnTo>
                <a:close/>
                <a:moveTo>
                  <a:pt x="1038225" y="466725"/>
                </a:moveTo>
                <a:lnTo>
                  <a:pt x="1047750" y="466725"/>
                </a:lnTo>
                <a:lnTo>
                  <a:pt x="1047750" y="485775"/>
                </a:lnTo>
                <a:lnTo>
                  <a:pt x="1038225" y="485775"/>
                </a:lnTo>
                <a:close/>
                <a:moveTo>
                  <a:pt x="1057275" y="466725"/>
                </a:moveTo>
                <a:lnTo>
                  <a:pt x="1066800" y="466725"/>
                </a:lnTo>
                <a:lnTo>
                  <a:pt x="1066800" y="495300"/>
                </a:lnTo>
                <a:lnTo>
                  <a:pt x="1076325" y="495300"/>
                </a:lnTo>
                <a:lnTo>
                  <a:pt x="1076325" y="485775"/>
                </a:lnTo>
                <a:lnTo>
                  <a:pt x="1085850" y="485775"/>
                </a:lnTo>
                <a:lnTo>
                  <a:pt x="1085850" y="476250"/>
                </a:lnTo>
                <a:lnTo>
                  <a:pt x="1095375" y="476250"/>
                </a:lnTo>
                <a:lnTo>
                  <a:pt x="1095375" y="466725"/>
                </a:lnTo>
                <a:lnTo>
                  <a:pt x="1123950" y="466725"/>
                </a:lnTo>
                <a:lnTo>
                  <a:pt x="1123950" y="476250"/>
                </a:lnTo>
                <a:lnTo>
                  <a:pt x="1143000" y="476250"/>
                </a:lnTo>
                <a:lnTo>
                  <a:pt x="1143000" y="485775"/>
                </a:lnTo>
                <a:lnTo>
                  <a:pt x="1133475" y="485775"/>
                </a:lnTo>
                <a:lnTo>
                  <a:pt x="1133475" y="495300"/>
                </a:lnTo>
                <a:lnTo>
                  <a:pt x="1123950" y="495300"/>
                </a:lnTo>
                <a:lnTo>
                  <a:pt x="1123950" y="485775"/>
                </a:lnTo>
                <a:lnTo>
                  <a:pt x="1085850" y="485775"/>
                </a:lnTo>
                <a:lnTo>
                  <a:pt x="1085850" y="495300"/>
                </a:lnTo>
                <a:lnTo>
                  <a:pt x="1076325" y="495300"/>
                </a:lnTo>
                <a:lnTo>
                  <a:pt x="1076325" y="504825"/>
                </a:lnTo>
                <a:lnTo>
                  <a:pt x="1057275" y="504825"/>
                </a:lnTo>
                <a:close/>
                <a:moveTo>
                  <a:pt x="542925" y="476250"/>
                </a:moveTo>
                <a:lnTo>
                  <a:pt x="552450" y="476250"/>
                </a:lnTo>
                <a:lnTo>
                  <a:pt x="552450" y="495300"/>
                </a:lnTo>
                <a:lnTo>
                  <a:pt x="533400" y="495300"/>
                </a:lnTo>
                <a:lnTo>
                  <a:pt x="533400" y="485775"/>
                </a:lnTo>
                <a:lnTo>
                  <a:pt x="542925" y="485775"/>
                </a:lnTo>
                <a:close/>
                <a:moveTo>
                  <a:pt x="609600" y="476250"/>
                </a:moveTo>
                <a:lnTo>
                  <a:pt x="619125" y="476250"/>
                </a:lnTo>
                <a:lnTo>
                  <a:pt x="619125" y="485775"/>
                </a:lnTo>
                <a:lnTo>
                  <a:pt x="609600" y="485775"/>
                </a:lnTo>
                <a:close/>
                <a:moveTo>
                  <a:pt x="857250" y="476250"/>
                </a:moveTo>
                <a:lnTo>
                  <a:pt x="866775" y="476250"/>
                </a:lnTo>
                <a:lnTo>
                  <a:pt x="866775" y="495300"/>
                </a:lnTo>
                <a:lnTo>
                  <a:pt x="857250" y="495300"/>
                </a:lnTo>
                <a:lnTo>
                  <a:pt x="857250" y="504825"/>
                </a:lnTo>
                <a:lnTo>
                  <a:pt x="847725" y="504825"/>
                </a:lnTo>
                <a:lnTo>
                  <a:pt x="847725" y="485775"/>
                </a:lnTo>
                <a:lnTo>
                  <a:pt x="857250" y="485775"/>
                </a:lnTo>
                <a:close/>
                <a:moveTo>
                  <a:pt x="914400" y="476250"/>
                </a:moveTo>
                <a:lnTo>
                  <a:pt x="923925" y="476250"/>
                </a:lnTo>
                <a:lnTo>
                  <a:pt x="923925" y="485775"/>
                </a:lnTo>
                <a:lnTo>
                  <a:pt x="914400" y="485775"/>
                </a:lnTo>
                <a:close/>
                <a:moveTo>
                  <a:pt x="76200" y="485775"/>
                </a:moveTo>
                <a:lnTo>
                  <a:pt x="85725" y="485775"/>
                </a:lnTo>
                <a:lnTo>
                  <a:pt x="85725" y="495300"/>
                </a:lnTo>
                <a:lnTo>
                  <a:pt x="76200" y="495300"/>
                </a:lnTo>
                <a:close/>
                <a:moveTo>
                  <a:pt x="561975" y="485775"/>
                </a:moveTo>
                <a:lnTo>
                  <a:pt x="571500" y="485775"/>
                </a:lnTo>
                <a:lnTo>
                  <a:pt x="571500" y="495300"/>
                </a:lnTo>
                <a:lnTo>
                  <a:pt x="561975" y="495300"/>
                </a:lnTo>
                <a:close/>
                <a:moveTo>
                  <a:pt x="581025" y="485775"/>
                </a:moveTo>
                <a:lnTo>
                  <a:pt x="600075" y="485775"/>
                </a:lnTo>
                <a:lnTo>
                  <a:pt x="600075" y="495300"/>
                </a:lnTo>
                <a:lnTo>
                  <a:pt x="581025" y="495300"/>
                </a:lnTo>
                <a:close/>
                <a:moveTo>
                  <a:pt x="981075" y="485775"/>
                </a:moveTo>
                <a:lnTo>
                  <a:pt x="1019175" y="485775"/>
                </a:lnTo>
                <a:lnTo>
                  <a:pt x="1019175" y="495300"/>
                </a:lnTo>
                <a:lnTo>
                  <a:pt x="1009650" y="495300"/>
                </a:lnTo>
                <a:lnTo>
                  <a:pt x="1009650" y="504825"/>
                </a:lnTo>
                <a:lnTo>
                  <a:pt x="1028700" y="504825"/>
                </a:lnTo>
                <a:lnTo>
                  <a:pt x="1028700" y="533400"/>
                </a:lnTo>
                <a:lnTo>
                  <a:pt x="1019175" y="533400"/>
                </a:lnTo>
                <a:lnTo>
                  <a:pt x="1019175" y="523875"/>
                </a:lnTo>
                <a:lnTo>
                  <a:pt x="1009650" y="523875"/>
                </a:lnTo>
                <a:lnTo>
                  <a:pt x="1009650" y="514350"/>
                </a:lnTo>
                <a:lnTo>
                  <a:pt x="990600" y="514350"/>
                </a:lnTo>
                <a:lnTo>
                  <a:pt x="990600" y="495300"/>
                </a:lnTo>
                <a:lnTo>
                  <a:pt x="981075" y="495300"/>
                </a:lnTo>
                <a:close/>
                <a:moveTo>
                  <a:pt x="85725" y="495300"/>
                </a:moveTo>
                <a:lnTo>
                  <a:pt x="95250" y="495300"/>
                </a:lnTo>
                <a:lnTo>
                  <a:pt x="95250" y="514350"/>
                </a:lnTo>
                <a:lnTo>
                  <a:pt x="85725" y="514350"/>
                </a:lnTo>
                <a:close/>
                <a:moveTo>
                  <a:pt x="923925" y="495300"/>
                </a:moveTo>
                <a:lnTo>
                  <a:pt x="933450" y="495300"/>
                </a:lnTo>
                <a:lnTo>
                  <a:pt x="933450" y="504825"/>
                </a:lnTo>
                <a:lnTo>
                  <a:pt x="923925" y="504825"/>
                </a:lnTo>
                <a:close/>
                <a:moveTo>
                  <a:pt x="971550" y="495300"/>
                </a:moveTo>
                <a:lnTo>
                  <a:pt x="981075" y="495300"/>
                </a:lnTo>
                <a:lnTo>
                  <a:pt x="981075" y="504825"/>
                </a:lnTo>
                <a:lnTo>
                  <a:pt x="971550" y="504825"/>
                </a:lnTo>
                <a:close/>
                <a:moveTo>
                  <a:pt x="1133475" y="495300"/>
                </a:moveTo>
                <a:lnTo>
                  <a:pt x="1152525" y="495300"/>
                </a:lnTo>
                <a:lnTo>
                  <a:pt x="1152525" y="514350"/>
                </a:lnTo>
                <a:lnTo>
                  <a:pt x="1162050" y="514350"/>
                </a:lnTo>
                <a:lnTo>
                  <a:pt x="1162050" y="523875"/>
                </a:lnTo>
                <a:lnTo>
                  <a:pt x="1152525" y="523875"/>
                </a:lnTo>
                <a:lnTo>
                  <a:pt x="1152525" y="533400"/>
                </a:lnTo>
                <a:lnTo>
                  <a:pt x="1143000" y="533400"/>
                </a:lnTo>
                <a:lnTo>
                  <a:pt x="1143000" y="542925"/>
                </a:lnTo>
                <a:lnTo>
                  <a:pt x="1133475" y="542925"/>
                </a:lnTo>
                <a:lnTo>
                  <a:pt x="1133475" y="533400"/>
                </a:lnTo>
                <a:lnTo>
                  <a:pt x="1123950" y="533400"/>
                </a:lnTo>
                <a:lnTo>
                  <a:pt x="1123950" y="523875"/>
                </a:lnTo>
                <a:lnTo>
                  <a:pt x="1133475" y="523875"/>
                </a:lnTo>
                <a:close/>
                <a:moveTo>
                  <a:pt x="66675" y="504825"/>
                </a:moveTo>
                <a:lnTo>
                  <a:pt x="76200" y="504825"/>
                </a:lnTo>
                <a:lnTo>
                  <a:pt x="76200" y="514350"/>
                </a:lnTo>
                <a:lnTo>
                  <a:pt x="85725" y="514350"/>
                </a:lnTo>
                <a:lnTo>
                  <a:pt x="85725" y="523875"/>
                </a:lnTo>
                <a:lnTo>
                  <a:pt x="76200" y="523875"/>
                </a:lnTo>
                <a:lnTo>
                  <a:pt x="76200" y="533400"/>
                </a:lnTo>
                <a:lnTo>
                  <a:pt x="85725" y="533400"/>
                </a:lnTo>
                <a:lnTo>
                  <a:pt x="85725" y="542925"/>
                </a:lnTo>
                <a:lnTo>
                  <a:pt x="95250" y="542925"/>
                </a:lnTo>
                <a:lnTo>
                  <a:pt x="95250" y="561975"/>
                </a:lnTo>
                <a:lnTo>
                  <a:pt x="85725" y="561975"/>
                </a:lnTo>
                <a:lnTo>
                  <a:pt x="85725" y="552450"/>
                </a:lnTo>
                <a:lnTo>
                  <a:pt x="76200" y="552450"/>
                </a:lnTo>
                <a:lnTo>
                  <a:pt x="76200" y="561975"/>
                </a:lnTo>
                <a:lnTo>
                  <a:pt x="66675" y="561975"/>
                </a:lnTo>
                <a:lnTo>
                  <a:pt x="66675" y="552450"/>
                </a:lnTo>
                <a:lnTo>
                  <a:pt x="38100" y="552450"/>
                </a:lnTo>
                <a:lnTo>
                  <a:pt x="38100" y="561975"/>
                </a:lnTo>
                <a:lnTo>
                  <a:pt x="28575" y="561975"/>
                </a:lnTo>
                <a:lnTo>
                  <a:pt x="28575" y="542925"/>
                </a:lnTo>
                <a:lnTo>
                  <a:pt x="47625" y="542925"/>
                </a:lnTo>
                <a:lnTo>
                  <a:pt x="47625" y="514350"/>
                </a:lnTo>
                <a:lnTo>
                  <a:pt x="66675" y="514350"/>
                </a:lnTo>
                <a:close/>
                <a:moveTo>
                  <a:pt x="1076325" y="504825"/>
                </a:moveTo>
                <a:lnTo>
                  <a:pt x="1085850" y="504825"/>
                </a:lnTo>
                <a:lnTo>
                  <a:pt x="1085850" y="514350"/>
                </a:lnTo>
                <a:lnTo>
                  <a:pt x="1104900" y="514350"/>
                </a:lnTo>
                <a:lnTo>
                  <a:pt x="1104900" y="523875"/>
                </a:lnTo>
                <a:lnTo>
                  <a:pt x="1095375" y="523875"/>
                </a:lnTo>
                <a:lnTo>
                  <a:pt x="1095375" y="533400"/>
                </a:lnTo>
                <a:lnTo>
                  <a:pt x="1114425" y="533400"/>
                </a:lnTo>
                <a:lnTo>
                  <a:pt x="1114425" y="552450"/>
                </a:lnTo>
                <a:lnTo>
                  <a:pt x="1104900" y="552450"/>
                </a:lnTo>
                <a:lnTo>
                  <a:pt x="1104900" y="542925"/>
                </a:lnTo>
                <a:lnTo>
                  <a:pt x="1095375" y="542925"/>
                </a:lnTo>
                <a:lnTo>
                  <a:pt x="1095375" y="552450"/>
                </a:lnTo>
                <a:lnTo>
                  <a:pt x="1085850" y="552450"/>
                </a:lnTo>
                <a:lnTo>
                  <a:pt x="1085850" y="571500"/>
                </a:lnTo>
                <a:lnTo>
                  <a:pt x="1057275" y="571500"/>
                </a:lnTo>
                <a:lnTo>
                  <a:pt x="1057275" y="581025"/>
                </a:lnTo>
                <a:lnTo>
                  <a:pt x="1047750" y="581025"/>
                </a:lnTo>
                <a:lnTo>
                  <a:pt x="1047750" y="561975"/>
                </a:lnTo>
                <a:lnTo>
                  <a:pt x="1057275" y="561975"/>
                </a:lnTo>
                <a:lnTo>
                  <a:pt x="1057275" y="552450"/>
                </a:lnTo>
                <a:lnTo>
                  <a:pt x="1066800" y="552450"/>
                </a:lnTo>
                <a:lnTo>
                  <a:pt x="1066800" y="542925"/>
                </a:lnTo>
                <a:lnTo>
                  <a:pt x="1057275" y="542925"/>
                </a:lnTo>
                <a:lnTo>
                  <a:pt x="1057275" y="533400"/>
                </a:lnTo>
                <a:lnTo>
                  <a:pt x="1085850" y="533400"/>
                </a:lnTo>
                <a:lnTo>
                  <a:pt x="1085850" y="523875"/>
                </a:lnTo>
                <a:lnTo>
                  <a:pt x="1076325" y="523875"/>
                </a:lnTo>
                <a:close/>
                <a:moveTo>
                  <a:pt x="971550" y="533400"/>
                </a:moveTo>
                <a:lnTo>
                  <a:pt x="981075" y="533400"/>
                </a:lnTo>
                <a:lnTo>
                  <a:pt x="981075" y="552450"/>
                </a:lnTo>
                <a:lnTo>
                  <a:pt x="971550" y="552450"/>
                </a:lnTo>
                <a:close/>
                <a:moveTo>
                  <a:pt x="942975" y="542925"/>
                </a:moveTo>
                <a:lnTo>
                  <a:pt x="952500" y="542925"/>
                </a:lnTo>
                <a:lnTo>
                  <a:pt x="952500" y="552450"/>
                </a:lnTo>
                <a:lnTo>
                  <a:pt x="942975" y="552450"/>
                </a:lnTo>
                <a:close/>
                <a:moveTo>
                  <a:pt x="1000125" y="542925"/>
                </a:moveTo>
                <a:lnTo>
                  <a:pt x="1009650" y="542925"/>
                </a:lnTo>
                <a:lnTo>
                  <a:pt x="1009650" y="561975"/>
                </a:lnTo>
                <a:lnTo>
                  <a:pt x="1000125" y="561975"/>
                </a:lnTo>
                <a:close/>
                <a:moveTo>
                  <a:pt x="1123950" y="542925"/>
                </a:moveTo>
                <a:lnTo>
                  <a:pt x="1133475" y="542925"/>
                </a:lnTo>
                <a:lnTo>
                  <a:pt x="1133475" y="552450"/>
                </a:lnTo>
                <a:lnTo>
                  <a:pt x="1123950" y="552450"/>
                </a:lnTo>
                <a:close/>
                <a:moveTo>
                  <a:pt x="19050" y="561975"/>
                </a:moveTo>
                <a:lnTo>
                  <a:pt x="28575" y="561975"/>
                </a:lnTo>
                <a:lnTo>
                  <a:pt x="28575" y="571500"/>
                </a:lnTo>
                <a:lnTo>
                  <a:pt x="19050" y="571500"/>
                </a:lnTo>
                <a:close/>
                <a:moveTo>
                  <a:pt x="1009650" y="561975"/>
                </a:moveTo>
                <a:lnTo>
                  <a:pt x="1028700" y="561975"/>
                </a:lnTo>
                <a:lnTo>
                  <a:pt x="1028700" y="581025"/>
                </a:lnTo>
                <a:lnTo>
                  <a:pt x="1009650" y="581025"/>
                </a:lnTo>
                <a:close/>
                <a:moveTo>
                  <a:pt x="419100" y="571500"/>
                </a:moveTo>
                <a:lnTo>
                  <a:pt x="438150" y="571500"/>
                </a:lnTo>
                <a:lnTo>
                  <a:pt x="438150" y="581025"/>
                </a:lnTo>
                <a:lnTo>
                  <a:pt x="419100" y="581025"/>
                </a:lnTo>
                <a:close/>
                <a:moveTo>
                  <a:pt x="942975" y="571500"/>
                </a:moveTo>
                <a:lnTo>
                  <a:pt x="962025" y="571500"/>
                </a:lnTo>
                <a:lnTo>
                  <a:pt x="962025" y="581025"/>
                </a:lnTo>
                <a:lnTo>
                  <a:pt x="952500" y="581025"/>
                </a:lnTo>
                <a:lnTo>
                  <a:pt x="952500" y="619125"/>
                </a:lnTo>
                <a:lnTo>
                  <a:pt x="942975" y="619125"/>
                </a:lnTo>
                <a:lnTo>
                  <a:pt x="942975" y="609600"/>
                </a:lnTo>
                <a:lnTo>
                  <a:pt x="933450" y="609600"/>
                </a:lnTo>
                <a:lnTo>
                  <a:pt x="933450" y="581025"/>
                </a:lnTo>
                <a:lnTo>
                  <a:pt x="942975" y="581025"/>
                </a:lnTo>
                <a:close/>
                <a:moveTo>
                  <a:pt x="381000" y="581025"/>
                </a:moveTo>
                <a:lnTo>
                  <a:pt x="409575" y="581025"/>
                </a:lnTo>
                <a:lnTo>
                  <a:pt x="409575" y="590550"/>
                </a:lnTo>
                <a:lnTo>
                  <a:pt x="381000" y="590550"/>
                </a:lnTo>
                <a:close/>
                <a:moveTo>
                  <a:pt x="1000125" y="581025"/>
                </a:moveTo>
                <a:lnTo>
                  <a:pt x="1009650" y="581025"/>
                </a:lnTo>
                <a:lnTo>
                  <a:pt x="1009650" y="590550"/>
                </a:lnTo>
                <a:lnTo>
                  <a:pt x="1028700" y="590550"/>
                </a:lnTo>
                <a:lnTo>
                  <a:pt x="1028700" y="581025"/>
                </a:lnTo>
                <a:lnTo>
                  <a:pt x="1047750" y="581025"/>
                </a:lnTo>
                <a:lnTo>
                  <a:pt x="1047750" y="590550"/>
                </a:lnTo>
                <a:lnTo>
                  <a:pt x="1057275" y="590550"/>
                </a:lnTo>
                <a:lnTo>
                  <a:pt x="1057275" y="600075"/>
                </a:lnTo>
                <a:lnTo>
                  <a:pt x="1047750" y="600075"/>
                </a:lnTo>
                <a:lnTo>
                  <a:pt x="1047750" y="609600"/>
                </a:lnTo>
                <a:lnTo>
                  <a:pt x="1057275" y="609600"/>
                </a:lnTo>
                <a:lnTo>
                  <a:pt x="1057275" y="619125"/>
                </a:lnTo>
                <a:lnTo>
                  <a:pt x="1028700" y="619125"/>
                </a:lnTo>
                <a:lnTo>
                  <a:pt x="1028700" y="609600"/>
                </a:lnTo>
                <a:lnTo>
                  <a:pt x="1009650" y="609600"/>
                </a:lnTo>
                <a:lnTo>
                  <a:pt x="1009650" y="619125"/>
                </a:lnTo>
                <a:lnTo>
                  <a:pt x="990600" y="619125"/>
                </a:lnTo>
                <a:lnTo>
                  <a:pt x="990600" y="628650"/>
                </a:lnTo>
                <a:lnTo>
                  <a:pt x="981075" y="628650"/>
                </a:lnTo>
                <a:lnTo>
                  <a:pt x="981075" y="609600"/>
                </a:lnTo>
                <a:lnTo>
                  <a:pt x="990600" y="609600"/>
                </a:lnTo>
                <a:lnTo>
                  <a:pt x="990600" y="590550"/>
                </a:lnTo>
                <a:lnTo>
                  <a:pt x="1000125" y="590550"/>
                </a:lnTo>
                <a:close/>
                <a:moveTo>
                  <a:pt x="1085850" y="581025"/>
                </a:moveTo>
                <a:lnTo>
                  <a:pt x="1095375" y="581025"/>
                </a:lnTo>
                <a:lnTo>
                  <a:pt x="1095375" y="600075"/>
                </a:lnTo>
                <a:lnTo>
                  <a:pt x="1104900" y="600075"/>
                </a:lnTo>
                <a:lnTo>
                  <a:pt x="1104900" y="609600"/>
                </a:lnTo>
                <a:lnTo>
                  <a:pt x="1085850" y="609600"/>
                </a:lnTo>
                <a:lnTo>
                  <a:pt x="1085850" y="619125"/>
                </a:lnTo>
                <a:lnTo>
                  <a:pt x="1076325" y="619125"/>
                </a:lnTo>
                <a:lnTo>
                  <a:pt x="1076325" y="628650"/>
                </a:lnTo>
                <a:lnTo>
                  <a:pt x="1095375" y="628650"/>
                </a:lnTo>
                <a:lnTo>
                  <a:pt x="1095375" y="638175"/>
                </a:lnTo>
                <a:lnTo>
                  <a:pt x="1114425" y="638175"/>
                </a:lnTo>
                <a:lnTo>
                  <a:pt x="1114425" y="647700"/>
                </a:lnTo>
                <a:lnTo>
                  <a:pt x="1104900" y="647700"/>
                </a:lnTo>
                <a:lnTo>
                  <a:pt x="1104900" y="657225"/>
                </a:lnTo>
                <a:lnTo>
                  <a:pt x="1085850" y="657225"/>
                </a:lnTo>
                <a:lnTo>
                  <a:pt x="1085850" y="676275"/>
                </a:lnTo>
                <a:lnTo>
                  <a:pt x="1076325" y="676275"/>
                </a:lnTo>
                <a:lnTo>
                  <a:pt x="1076325" y="657225"/>
                </a:lnTo>
                <a:lnTo>
                  <a:pt x="1066800" y="657225"/>
                </a:lnTo>
                <a:lnTo>
                  <a:pt x="1066800" y="600075"/>
                </a:lnTo>
                <a:lnTo>
                  <a:pt x="1076325" y="600075"/>
                </a:lnTo>
                <a:lnTo>
                  <a:pt x="1076325" y="590550"/>
                </a:lnTo>
                <a:lnTo>
                  <a:pt x="1085850" y="590550"/>
                </a:lnTo>
                <a:close/>
                <a:moveTo>
                  <a:pt x="361950" y="590550"/>
                </a:moveTo>
                <a:lnTo>
                  <a:pt x="371475" y="590550"/>
                </a:lnTo>
                <a:lnTo>
                  <a:pt x="371475" y="600075"/>
                </a:lnTo>
                <a:lnTo>
                  <a:pt x="361950" y="600075"/>
                </a:lnTo>
                <a:close/>
                <a:moveTo>
                  <a:pt x="514350" y="600075"/>
                </a:moveTo>
                <a:lnTo>
                  <a:pt x="533400" y="600075"/>
                </a:lnTo>
                <a:lnTo>
                  <a:pt x="533400" y="609600"/>
                </a:lnTo>
                <a:lnTo>
                  <a:pt x="514350" y="609600"/>
                </a:lnTo>
                <a:close/>
                <a:moveTo>
                  <a:pt x="0" y="609600"/>
                </a:moveTo>
                <a:lnTo>
                  <a:pt x="9525" y="609600"/>
                </a:lnTo>
                <a:lnTo>
                  <a:pt x="9525" y="619125"/>
                </a:lnTo>
                <a:lnTo>
                  <a:pt x="0" y="619125"/>
                </a:lnTo>
                <a:close/>
                <a:moveTo>
                  <a:pt x="733425" y="619125"/>
                </a:moveTo>
                <a:lnTo>
                  <a:pt x="742950" y="619125"/>
                </a:lnTo>
                <a:lnTo>
                  <a:pt x="742950" y="638175"/>
                </a:lnTo>
                <a:lnTo>
                  <a:pt x="723900" y="638175"/>
                </a:lnTo>
                <a:lnTo>
                  <a:pt x="723900" y="628650"/>
                </a:lnTo>
                <a:lnTo>
                  <a:pt x="733425" y="628650"/>
                </a:lnTo>
                <a:close/>
                <a:moveTo>
                  <a:pt x="1000125" y="628650"/>
                </a:moveTo>
                <a:lnTo>
                  <a:pt x="1047750" y="628650"/>
                </a:lnTo>
                <a:lnTo>
                  <a:pt x="1047750" y="638175"/>
                </a:lnTo>
                <a:lnTo>
                  <a:pt x="1038225" y="638175"/>
                </a:lnTo>
                <a:lnTo>
                  <a:pt x="1038225" y="647700"/>
                </a:lnTo>
                <a:lnTo>
                  <a:pt x="1009650" y="647700"/>
                </a:lnTo>
                <a:lnTo>
                  <a:pt x="1009650" y="638175"/>
                </a:lnTo>
                <a:lnTo>
                  <a:pt x="1000125" y="638175"/>
                </a:lnTo>
                <a:close/>
                <a:moveTo>
                  <a:pt x="1152525" y="638175"/>
                </a:moveTo>
                <a:lnTo>
                  <a:pt x="1162050" y="638175"/>
                </a:lnTo>
                <a:lnTo>
                  <a:pt x="1162050" y="657225"/>
                </a:lnTo>
                <a:lnTo>
                  <a:pt x="1152525" y="657225"/>
                </a:lnTo>
                <a:close/>
                <a:moveTo>
                  <a:pt x="1133475" y="647700"/>
                </a:moveTo>
                <a:lnTo>
                  <a:pt x="1143000" y="647700"/>
                </a:lnTo>
                <a:lnTo>
                  <a:pt x="1143000" y="657225"/>
                </a:lnTo>
                <a:lnTo>
                  <a:pt x="1133475" y="657225"/>
                </a:lnTo>
                <a:close/>
                <a:moveTo>
                  <a:pt x="247650" y="657225"/>
                </a:moveTo>
                <a:lnTo>
                  <a:pt x="276225" y="657225"/>
                </a:lnTo>
                <a:lnTo>
                  <a:pt x="276225" y="666750"/>
                </a:lnTo>
                <a:lnTo>
                  <a:pt x="247650" y="666750"/>
                </a:lnTo>
                <a:close/>
                <a:moveTo>
                  <a:pt x="428625" y="657225"/>
                </a:moveTo>
                <a:lnTo>
                  <a:pt x="447675" y="657225"/>
                </a:lnTo>
                <a:lnTo>
                  <a:pt x="447675" y="666750"/>
                </a:lnTo>
                <a:lnTo>
                  <a:pt x="428625" y="666750"/>
                </a:lnTo>
                <a:close/>
                <a:moveTo>
                  <a:pt x="695325" y="666750"/>
                </a:moveTo>
                <a:lnTo>
                  <a:pt x="714375" y="666750"/>
                </a:lnTo>
                <a:lnTo>
                  <a:pt x="714375" y="685800"/>
                </a:lnTo>
                <a:lnTo>
                  <a:pt x="723900" y="685800"/>
                </a:lnTo>
                <a:lnTo>
                  <a:pt x="723900" y="695325"/>
                </a:lnTo>
                <a:lnTo>
                  <a:pt x="714375" y="695325"/>
                </a:lnTo>
                <a:lnTo>
                  <a:pt x="714375" y="704850"/>
                </a:lnTo>
                <a:lnTo>
                  <a:pt x="752475" y="704850"/>
                </a:lnTo>
                <a:lnTo>
                  <a:pt x="752475" y="695325"/>
                </a:lnTo>
                <a:lnTo>
                  <a:pt x="790575" y="695325"/>
                </a:lnTo>
                <a:lnTo>
                  <a:pt x="790575" y="685800"/>
                </a:lnTo>
                <a:lnTo>
                  <a:pt x="800100" y="685800"/>
                </a:lnTo>
                <a:lnTo>
                  <a:pt x="800100" y="704850"/>
                </a:lnTo>
                <a:lnTo>
                  <a:pt x="790575" y="704850"/>
                </a:lnTo>
                <a:lnTo>
                  <a:pt x="790575" y="714375"/>
                </a:lnTo>
                <a:lnTo>
                  <a:pt x="781050" y="714375"/>
                </a:lnTo>
                <a:lnTo>
                  <a:pt x="781050" y="723900"/>
                </a:lnTo>
                <a:lnTo>
                  <a:pt x="790575" y="723900"/>
                </a:lnTo>
                <a:lnTo>
                  <a:pt x="790575" y="733425"/>
                </a:lnTo>
                <a:lnTo>
                  <a:pt x="838200" y="733425"/>
                </a:lnTo>
                <a:lnTo>
                  <a:pt x="838200" y="752475"/>
                </a:lnTo>
                <a:lnTo>
                  <a:pt x="828675" y="752475"/>
                </a:lnTo>
                <a:lnTo>
                  <a:pt x="828675" y="762000"/>
                </a:lnTo>
                <a:lnTo>
                  <a:pt x="847725" y="762000"/>
                </a:lnTo>
                <a:lnTo>
                  <a:pt x="847725" y="771525"/>
                </a:lnTo>
                <a:lnTo>
                  <a:pt x="838200" y="771525"/>
                </a:lnTo>
                <a:lnTo>
                  <a:pt x="838200" y="781050"/>
                </a:lnTo>
                <a:lnTo>
                  <a:pt x="819150" y="781050"/>
                </a:lnTo>
                <a:lnTo>
                  <a:pt x="819150" y="790575"/>
                </a:lnTo>
                <a:lnTo>
                  <a:pt x="847725" y="790575"/>
                </a:lnTo>
                <a:lnTo>
                  <a:pt x="847725" y="771525"/>
                </a:lnTo>
                <a:lnTo>
                  <a:pt x="866775" y="771525"/>
                </a:lnTo>
                <a:lnTo>
                  <a:pt x="866775" y="762000"/>
                </a:lnTo>
                <a:lnTo>
                  <a:pt x="876300" y="762000"/>
                </a:lnTo>
                <a:lnTo>
                  <a:pt x="876300" y="771525"/>
                </a:lnTo>
                <a:lnTo>
                  <a:pt x="904875" y="771525"/>
                </a:lnTo>
                <a:lnTo>
                  <a:pt x="904875" y="790575"/>
                </a:lnTo>
                <a:lnTo>
                  <a:pt x="923925" y="790575"/>
                </a:lnTo>
                <a:lnTo>
                  <a:pt x="923925" y="800100"/>
                </a:lnTo>
                <a:lnTo>
                  <a:pt x="914400" y="800100"/>
                </a:lnTo>
                <a:lnTo>
                  <a:pt x="914400" y="809625"/>
                </a:lnTo>
                <a:lnTo>
                  <a:pt x="904875" y="809625"/>
                </a:lnTo>
                <a:lnTo>
                  <a:pt x="904875" y="800100"/>
                </a:lnTo>
                <a:lnTo>
                  <a:pt x="885825" y="800100"/>
                </a:lnTo>
                <a:lnTo>
                  <a:pt x="885825" y="809625"/>
                </a:lnTo>
                <a:lnTo>
                  <a:pt x="857250" y="809625"/>
                </a:lnTo>
                <a:lnTo>
                  <a:pt x="857250" y="800100"/>
                </a:lnTo>
                <a:lnTo>
                  <a:pt x="847725" y="800100"/>
                </a:lnTo>
                <a:lnTo>
                  <a:pt x="847725" y="809625"/>
                </a:lnTo>
                <a:lnTo>
                  <a:pt x="771525" y="809625"/>
                </a:lnTo>
                <a:lnTo>
                  <a:pt x="771525" y="800100"/>
                </a:lnTo>
                <a:lnTo>
                  <a:pt x="781050" y="800100"/>
                </a:lnTo>
                <a:lnTo>
                  <a:pt x="781050" y="781050"/>
                </a:lnTo>
                <a:lnTo>
                  <a:pt x="790575" y="781050"/>
                </a:lnTo>
                <a:lnTo>
                  <a:pt x="790575" y="771525"/>
                </a:lnTo>
                <a:lnTo>
                  <a:pt x="800100" y="771525"/>
                </a:lnTo>
                <a:lnTo>
                  <a:pt x="800100" y="762000"/>
                </a:lnTo>
                <a:lnTo>
                  <a:pt x="819150" y="762000"/>
                </a:lnTo>
                <a:lnTo>
                  <a:pt x="819150" y="752475"/>
                </a:lnTo>
                <a:lnTo>
                  <a:pt x="809625" y="752475"/>
                </a:lnTo>
                <a:lnTo>
                  <a:pt x="809625" y="742950"/>
                </a:lnTo>
                <a:lnTo>
                  <a:pt x="781050" y="742950"/>
                </a:lnTo>
                <a:lnTo>
                  <a:pt x="781050" y="733425"/>
                </a:lnTo>
                <a:lnTo>
                  <a:pt x="771525" y="733425"/>
                </a:lnTo>
                <a:lnTo>
                  <a:pt x="771525" y="714375"/>
                </a:lnTo>
                <a:lnTo>
                  <a:pt x="742950" y="714375"/>
                </a:lnTo>
                <a:lnTo>
                  <a:pt x="742950" y="723900"/>
                </a:lnTo>
                <a:lnTo>
                  <a:pt x="752475" y="723900"/>
                </a:lnTo>
                <a:lnTo>
                  <a:pt x="752475" y="733425"/>
                </a:lnTo>
                <a:lnTo>
                  <a:pt x="742950" y="733425"/>
                </a:lnTo>
                <a:lnTo>
                  <a:pt x="742950" y="752475"/>
                </a:lnTo>
                <a:lnTo>
                  <a:pt x="733425" y="752475"/>
                </a:lnTo>
                <a:lnTo>
                  <a:pt x="733425" y="742950"/>
                </a:lnTo>
                <a:lnTo>
                  <a:pt x="723900" y="742950"/>
                </a:lnTo>
                <a:lnTo>
                  <a:pt x="723900" y="733425"/>
                </a:lnTo>
                <a:lnTo>
                  <a:pt x="714375" y="733425"/>
                </a:lnTo>
                <a:lnTo>
                  <a:pt x="714375" y="714375"/>
                </a:lnTo>
                <a:lnTo>
                  <a:pt x="704850" y="714375"/>
                </a:lnTo>
                <a:lnTo>
                  <a:pt x="704850" y="704850"/>
                </a:lnTo>
                <a:lnTo>
                  <a:pt x="695325" y="704850"/>
                </a:lnTo>
                <a:lnTo>
                  <a:pt x="695325" y="695325"/>
                </a:lnTo>
                <a:lnTo>
                  <a:pt x="704850" y="695325"/>
                </a:lnTo>
                <a:lnTo>
                  <a:pt x="704850" y="676275"/>
                </a:lnTo>
                <a:lnTo>
                  <a:pt x="695325" y="676275"/>
                </a:lnTo>
                <a:close/>
                <a:moveTo>
                  <a:pt x="1038225" y="666750"/>
                </a:moveTo>
                <a:lnTo>
                  <a:pt x="1047750" y="666750"/>
                </a:lnTo>
                <a:lnTo>
                  <a:pt x="1047750" y="685800"/>
                </a:lnTo>
                <a:lnTo>
                  <a:pt x="1038225" y="685800"/>
                </a:lnTo>
                <a:close/>
                <a:moveTo>
                  <a:pt x="1114425" y="666750"/>
                </a:moveTo>
                <a:lnTo>
                  <a:pt x="1123950" y="666750"/>
                </a:lnTo>
                <a:lnTo>
                  <a:pt x="1123950" y="676275"/>
                </a:lnTo>
                <a:lnTo>
                  <a:pt x="1114425" y="676275"/>
                </a:lnTo>
                <a:close/>
                <a:moveTo>
                  <a:pt x="1190625" y="666750"/>
                </a:moveTo>
                <a:lnTo>
                  <a:pt x="1200150" y="666750"/>
                </a:lnTo>
                <a:lnTo>
                  <a:pt x="1200150" y="676275"/>
                </a:lnTo>
                <a:lnTo>
                  <a:pt x="1190625" y="676275"/>
                </a:lnTo>
                <a:close/>
                <a:moveTo>
                  <a:pt x="247650" y="676275"/>
                </a:moveTo>
                <a:lnTo>
                  <a:pt x="276225" y="676275"/>
                </a:lnTo>
                <a:lnTo>
                  <a:pt x="276225" y="685800"/>
                </a:lnTo>
                <a:lnTo>
                  <a:pt x="266700" y="685800"/>
                </a:lnTo>
                <a:lnTo>
                  <a:pt x="266700" y="704850"/>
                </a:lnTo>
                <a:lnTo>
                  <a:pt x="257175" y="704850"/>
                </a:lnTo>
                <a:lnTo>
                  <a:pt x="257175" y="714375"/>
                </a:lnTo>
                <a:lnTo>
                  <a:pt x="238125" y="714375"/>
                </a:lnTo>
                <a:lnTo>
                  <a:pt x="238125" y="704850"/>
                </a:lnTo>
                <a:lnTo>
                  <a:pt x="247650" y="704850"/>
                </a:lnTo>
                <a:close/>
                <a:moveTo>
                  <a:pt x="676275" y="676275"/>
                </a:moveTo>
                <a:lnTo>
                  <a:pt x="685800" y="676275"/>
                </a:lnTo>
                <a:lnTo>
                  <a:pt x="685800" y="685800"/>
                </a:lnTo>
                <a:lnTo>
                  <a:pt x="676275" y="685800"/>
                </a:lnTo>
                <a:close/>
                <a:moveTo>
                  <a:pt x="1104900" y="676275"/>
                </a:moveTo>
                <a:lnTo>
                  <a:pt x="1114425" y="676275"/>
                </a:lnTo>
                <a:lnTo>
                  <a:pt x="1114425" y="685800"/>
                </a:lnTo>
                <a:lnTo>
                  <a:pt x="1104900" y="685800"/>
                </a:lnTo>
                <a:close/>
                <a:moveTo>
                  <a:pt x="276225" y="685800"/>
                </a:moveTo>
                <a:lnTo>
                  <a:pt x="285750" y="685800"/>
                </a:lnTo>
                <a:lnTo>
                  <a:pt x="285750" y="695325"/>
                </a:lnTo>
                <a:lnTo>
                  <a:pt x="276225" y="695325"/>
                </a:lnTo>
                <a:close/>
                <a:moveTo>
                  <a:pt x="523875" y="685800"/>
                </a:moveTo>
                <a:lnTo>
                  <a:pt x="533400" y="685800"/>
                </a:lnTo>
                <a:lnTo>
                  <a:pt x="533400" y="695325"/>
                </a:lnTo>
                <a:lnTo>
                  <a:pt x="523875" y="695325"/>
                </a:lnTo>
                <a:close/>
                <a:moveTo>
                  <a:pt x="1085850" y="685800"/>
                </a:moveTo>
                <a:lnTo>
                  <a:pt x="1104900" y="685800"/>
                </a:lnTo>
                <a:lnTo>
                  <a:pt x="1104900" y="695325"/>
                </a:lnTo>
                <a:lnTo>
                  <a:pt x="1085850" y="695325"/>
                </a:lnTo>
                <a:close/>
                <a:moveTo>
                  <a:pt x="1162050" y="685800"/>
                </a:moveTo>
                <a:lnTo>
                  <a:pt x="1181100" y="685800"/>
                </a:lnTo>
                <a:lnTo>
                  <a:pt x="1181100" y="695325"/>
                </a:lnTo>
                <a:lnTo>
                  <a:pt x="1162050" y="695325"/>
                </a:lnTo>
                <a:close/>
                <a:moveTo>
                  <a:pt x="285750" y="695325"/>
                </a:moveTo>
                <a:lnTo>
                  <a:pt x="295275" y="695325"/>
                </a:lnTo>
                <a:lnTo>
                  <a:pt x="295275" y="704850"/>
                </a:lnTo>
                <a:lnTo>
                  <a:pt x="304800" y="704850"/>
                </a:lnTo>
                <a:lnTo>
                  <a:pt x="304800" y="695325"/>
                </a:lnTo>
                <a:lnTo>
                  <a:pt x="314325" y="695325"/>
                </a:lnTo>
                <a:lnTo>
                  <a:pt x="314325" y="704850"/>
                </a:lnTo>
                <a:lnTo>
                  <a:pt x="304800" y="704850"/>
                </a:lnTo>
                <a:lnTo>
                  <a:pt x="304800" y="723900"/>
                </a:lnTo>
                <a:lnTo>
                  <a:pt x="285750" y="723900"/>
                </a:lnTo>
                <a:close/>
                <a:moveTo>
                  <a:pt x="647700" y="695325"/>
                </a:moveTo>
                <a:lnTo>
                  <a:pt x="657225" y="695325"/>
                </a:lnTo>
                <a:lnTo>
                  <a:pt x="657225" y="723900"/>
                </a:lnTo>
                <a:lnTo>
                  <a:pt x="676275" y="723900"/>
                </a:lnTo>
                <a:lnTo>
                  <a:pt x="676275" y="742950"/>
                </a:lnTo>
                <a:lnTo>
                  <a:pt x="666750" y="742950"/>
                </a:lnTo>
                <a:lnTo>
                  <a:pt x="666750" y="752475"/>
                </a:lnTo>
                <a:lnTo>
                  <a:pt x="647700" y="752475"/>
                </a:lnTo>
                <a:lnTo>
                  <a:pt x="647700" y="781050"/>
                </a:lnTo>
                <a:lnTo>
                  <a:pt x="638175" y="781050"/>
                </a:lnTo>
                <a:lnTo>
                  <a:pt x="638175" y="771525"/>
                </a:lnTo>
                <a:lnTo>
                  <a:pt x="628650" y="771525"/>
                </a:lnTo>
                <a:lnTo>
                  <a:pt x="628650" y="762000"/>
                </a:lnTo>
                <a:lnTo>
                  <a:pt x="638175" y="762000"/>
                </a:lnTo>
                <a:lnTo>
                  <a:pt x="638175" y="742950"/>
                </a:lnTo>
                <a:lnTo>
                  <a:pt x="657225" y="742950"/>
                </a:lnTo>
                <a:lnTo>
                  <a:pt x="657225" y="733425"/>
                </a:lnTo>
                <a:lnTo>
                  <a:pt x="647700" y="733425"/>
                </a:lnTo>
                <a:lnTo>
                  <a:pt x="647700" y="723900"/>
                </a:lnTo>
                <a:lnTo>
                  <a:pt x="638175" y="723900"/>
                </a:lnTo>
                <a:lnTo>
                  <a:pt x="638175" y="714375"/>
                </a:lnTo>
                <a:lnTo>
                  <a:pt x="647700" y="714375"/>
                </a:lnTo>
                <a:close/>
                <a:moveTo>
                  <a:pt x="666750" y="695325"/>
                </a:moveTo>
                <a:lnTo>
                  <a:pt x="676275" y="695325"/>
                </a:lnTo>
                <a:lnTo>
                  <a:pt x="676275" y="704850"/>
                </a:lnTo>
                <a:lnTo>
                  <a:pt x="666750" y="704850"/>
                </a:lnTo>
                <a:close/>
                <a:moveTo>
                  <a:pt x="1028700" y="695325"/>
                </a:moveTo>
                <a:lnTo>
                  <a:pt x="1038225" y="695325"/>
                </a:lnTo>
                <a:lnTo>
                  <a:pt x="1038225" y="704850"/>
                </a:lnTo>
                <a:lnTo>
                  <a:pt x="1028700" y="704850"/>
                </a:lnTo>
                <a:close/>
                <a:moveTo>
                  <a:pt x="1152525" y="695325"/>
                </a:moveTo>
                <a:lnTo>
                  <a:pt x="1162050" y="695325"/>
                </a:lnTo>
                <a:lnTo>
                  <a:pt x="1162050" y="723900"/>
                </a:lnTo>
                <a:lnTo>
                  <a:pt x="1200150" y="723900"/>
                </a:lnTo>
                <a:lnTo>
                  <a:pt x="1200150" y="742950"/>
                </a:lnTo>
                <a:lnTo>
                  <a:pt x="1171575" y="742950"/>
                </a:lnTo>
                <a:lnTo>
                  <a:pt x="1171575" y="733425"/>
                </a:lnTo>
                <a:lnTo>
                  <a:pt x="1143000" y="733425"/>
                </a:lnTo>
                <a:lnTo>
                  <a:pt x="1143000" y="723900"/>
                </a:lnTo>
                <a:lnTo>
                  <a:pt x="1152525" y="723900"/>
                </a:lnTo>
                <a:close/>
                <a:moveTo>
                  <a:pt x="485775" y="704850"/>
                </a:moveTo>
                <a:lnTo>
                  <a:pt x="495300" y="704850"/>
                </a:lnTo>
                <a:lnTo>
                  <a:pt x="495300" y="714375"/>
                </a:lnTo>
                <a:lnTo>
                  <a:pt x="485775" y="714375"/>
                </a:lnTo>
                <a:close/>
                <a:moveTo>
                  <a:pt x="504825" y="704850"/>
                </a:moveTo>
                <a:lnTo>
                  <a:pt x="514350" y="704850"/>
                </a:lnTo>
                <a:lnTo>
                  <a:pt x="514350" y="714375"/>
                </a:lnTo>
                <a:lnTo>
                  <a:pt x="504825" y="714375"/>
                </a:lnTo>
                <a:close/>
                <a:moveTo>
                  <a:pt x="1076325" y="704850"/>
                </a:moveTo>
                <a:lnTo>
                  <a:pt x="1095375" y="704850"/>
                </a:lnTo>
                <a:lnTo>
                  <a:pt x="1095375" y="714375"/>
                </a:lnTo>
                <a:lnTo>
                  <a:pt x="1076325" y="714375"/>
                </a:lnTo>
                <a:close/>
                <a:moveTo>
                  <a:pt x="171450" y="714375"/>
                </a:moveTo>
                <a:lnTo>
                  <a:pt x="180975" y="714375"/>
                </a:lnTo>
                <a:lnTo>
                  <a:pt x="180975" y="723900"/>
                </a:lnTo>
                <a:lnTo>
                  <a:pt x="171450" y="723900"/>
                </a:lnTo>
                <a:close/>
                <a:moveTo>
                  <a:pt x="219075" y="714375"/>
                </a:moveTo>
                <a:lnTo>
                  <a:pt x="238125" y="714375"/>
                </a:lnTo>
                <a:lnTo>
                  <a:pt x="238125" y="723900"/>
                </a:lnTo>
                <a:lnTo>
                  <a:pt x="219075" y="723900"/>
                </a:lnTo>
                <a:close/>
                <a:moveTo>
                  <a:pt x="428625" y="714375"/>
                </a:moveTo>
                <a:lnTo>
                  <a:pt x="447675" y="714375"/>
                </a:lnTo>
                <a:lnTo>
                  <a:pt x="447675" y="723900"/>
                </a:lnTo>
                <a:lnTo>
                  <a:pt x="428625" y="723900"/>
                </a:lnTo>
                <a:close/>
                <a:moveTo>
                  <a:pt x="1019175" y="714375"/>
                </a:moveTo>
                <a:lnTo>
                  <a:pt x="1028700" y="714375"/>
                </a:lnTo>
                <a:lnTo>
                  <a:pt x="1028700" y="723900"/>
                </a:lnTo>
                <a:lnTo>
                  <a:pt x="1019175" y="723900"/>
                </a:lnTo>
                <a:close/>
                <a:moveTo>
                  <a:pt x="1038225" y="714375"/>
                </a:moveTo>
                <a:lnTo>
                  <a:pt x="1047750" y="714375"/>
                </a:lnTo>
                <a:lnTo>
                  <a:pt x="1047750" y="723900"/>
                </a:lnTo>
                <a:lnTo>
                  <a:pt x="1038225" y="723900"/>
                </a:lnTo>
                <a:close/>
                <a:moveTo>
                  <a:pt x="0" y="723900"/>
                </a:moveTo>
                <a:lnTo>
                  <a:pt x="9525" y="723900"/>
                </a:lnTo>
                <a:lnTo>
                  <a:pt x="9525" y="733425"/>
                </a:lnTo>
                <a:lnTo>
                  <a:pt x="0" y="733425"/>
                </a:lnTo>
                <a:close/>
                <a:moveTo>
                  <a:pt x="180975" y="723900"/>
                </a:moveTo>
                <a:lnTo>
                  <a:pt x="190500" y="723900"/>
                </a:lnTo>
                <a:lnTo>
                  <a:pt x="190500" y="733425"/>
                </a:lnTo>
                <a:lnTo>
                  <a:pt x="200025" y="733425"/>
                </a:lnTo>
                <a:lnTo>
                  <a:pt x="200025" y="742950"/>
                </a:lnTo>
                <a:lnTo>
                  <a:pt x="209550" y="742950"/>
                </a:lnTo>
                <a:lnTo>
                  <a:pt x="209550" y="762000"/>
                </a:lnTo>
                <a:lnTo>
                  <a:pt x="219075" y="762000"/>
                </a:lnTo>
                <a:lnTo>
                  <a:pt x="219075" y="742950"/>
                </a:lnTo>
                <a:lnTo>
                  <a:pt x="228600" y="742950"/>
                </a:lnTo>
                <a:lnTo>
                  <a:pt x="228600" y="752475"/>
                </a:lnTo>
                <a:lnTo>
                  <a:pt x="238125" y="752475"/>
                </a:lnTo>
                <a:lnTo>
                  <a:pt x="238125" y="733425"/>
                </a:lnTo>
                <a:lnTo>
                  <a:pt x="266700" y="733425"/>
                </a:lnTo>
                <a:lnTo>
                  <a:pt x="266700" y="742950"/>
                </a:lnTo>
                <a:lnTo>
                  <a:pt x="285750" y="742950"/>
                </a:lnTo>
                <a:lnTo>
                  <a:pt x="285750" y="762000"/>
                </a:lnTo>
                <a:lnTo>
                  <a:pt x="295275" y="762000"/>
                </a:lnTo>
                <a:lnTo>
                  <a:pt x="295275" y="771525"/>
                </a:lnTo>
                <a:lnTo>
                  <a:pt x="247650" y="771525"/>
                </a:lnTo>
                <a:lnTo>
                  <a:pt x="247650" y="752475"/>
                </a:lnTo>
                <a:lnTo>
                  <a:pt x="238125" y="752475"/>
                </a:lnTo>
                <a:lnTo>
                  <a:pt x="238125" y="762000"/>
                </a:lnTo>
                <a:lnTo>
                  <a:pt x="219075" y="762000"/>
                </a:lnTo>
                <a:lnTo>
                  <a:pt x="219075" y="771525"/>
                </a:lnTo>
                <a:lnTo>
                  <a:pt x="209550" y="771525"/>
                </a:lnTo>
                <a:lnTo>
                  <a:pt x="209550" y="781050"/>
                </a:lnTo>
                <a:lnTo>
                  <a:pt x="200025" y="781050"/>
                </a:lnTo>
                <a:lnTo>
                  <a:pt x="200025" y="800100"/>
                </a:lnTo>
                <a:lnTo>
                  <a:pt x="161925" y="800100"/>
                </a:lnTo>
                <a:lnTo>
                  <a:pt x="161925" y="809625"/>
                </a:lnTo>
                <a:lnTo>
                  <a:pt x="152400" y="809625"/>
                </a:lnTo>
                <a:lnTo>
                  <a:pt x="152400" y="800100"/>
                </a:lnTo>
                <a:lnTo>
                  <a:pt x="133350" y="800100"/>
                </a:lnTo>
                <a:lnTo>
                  <a:pt x="133350" y="809625"/>
                </a:lnTo>
                <a:lnTo>
                  <a:pt x="114300" y="809625"/>
                </a:lnTo>
                <a:lnTo>
                  <a:pt x="114300" y="800100"/>
                </a:lnTo>
                <a:lnTo>
                  <a:pt x="123825" y="800100"/>
                </a:lnTo>
                <a:lnTo>
                  <a:pt x="123825" y="781050"/>
                </a:lnTo>
                <a:lnTo>
                  <a:pt x="142875" y="781050"/>
                </a:lnTo>
                <a:lnTo>
                  <a:pt x="142875" y="790575"/>
                </a:lnTo>
                <a:lnTo>
                  <a:pt x="152400" y="790575"/>
                </a:lnTo>
                <a:lnTo>
                  <a:pt x="152400" y="781050"/>
                </a:lnTo>
                <a:lnTo>
                  <a:pt x="161925" y="781050"/>
                </a:lnTo>
                <a:lnTo>
                  <a:pt x="161925" y="762000"/>
                </a:lnTo>
                <a:lnTo>
                  <a:pt x="171450" y="762000"/>
                </a:lnTo>
                <a:lnTo>
                  <a:pt x="171450" y="771525"/>
                </a:lnTo>
                <a:lnTo>
                  <a:pt x="180975" y="771525"/>
                </a:lnTo>
                <a:lnTo>
                  <a:pt x="180975" y="781050"/>
                </a:lnTo>
                <a:lnTo>
                  <a:pt x="190500" y="781050"/>
                </a:lnTo>
                <a:lnTo>
                  <a:pt x="190500" y="771525"/>
                </a:lnTo>
                <a:lnTo>
                  <a:pt x="200025" y="771525"/>
                </a:lnTo>
                <a:lnTo>
                  <a:pt x="200025" y="752475"/>
                </a:lnTo>
                <a:lnTo>
                  <a:pt x="180975" y="752475"/>
                </a:lnTo>
                <a:lnTo>
                  <a:pt x="180975" y="742950"/>
                </a:lnTo>
                <a:lnTo>
                  <a:pt x="171450" y="742950"/>
                </a:lnTo>
                <a:lnTo>
                  <a:pt x="171450" y="733425"/>
                </a:lnTo>
                <a:lnTo>
                  <a:pt x="180975" y="733425"/>
                </a:lnTo>
                <a:close/>
                <a:moveTo>
                  <a:pt x="352425" y="723900"/>
                </a:moveTo>
                <a:lnTo>
                  <a:pt x="361950" y="723900"/>
                </a:lnTo>
                <a:lnTo>
                  <a:pt x="361950" y="742950"/>
                </a:lnTo>
                <a:lnTo>
                  <a:pt x="342900" y="742950"/>
                </a:lnTo>
                <a:lnTo>
                  <a:pt x="342900" y="733425"/>
                </a:lnTo>
                <a:lnTo>
                  <a:pt x="352425" y="733425"/>
                </a:lnTo>
                <a:close/>
                <a:moveTo>
                  <a:pt x="533400" y="723900"/>
                </a:moveTo>
                <a:lnTo>
                  <a:pt x="581025" y="723900"/>
                </a:lnTo>
                <a:lnTo>
                  <a:pt x="581025" y="742950"/>
                </a:lnTo>
                <a:lnTo>
                  <a:pt x="590550" y="742950"/>
                </a:lnTo>
                <a:lnTo>
                  <a:pt x="590550" y="733425"/>
                </a:lnTo>
                <a:lnTo>
                  <a:pt x="600075" y="733425"/>
                </a:lnTo>
                <a:lnTo>
                  <a:pt x="600075" y="752475"/>
                </a:lnTo>
                <a:lnTo>
                  <a:pt x="571500" y="752475"/>
                </a:lnTo>
                <a:lnTo>
                  <a:pt x="571500" y="742950"/>
                </a:lnTo>
                <a:lnTo>
                  <a:pt x="542925" y="742950"/>
                </a:lnTo>
                <a:lnTo>
                  <a:pt x="542925" y="733425"/>
                </a:lnTo>
                <a:lnTo>
                  <a:pt x="533400" y="733425"/>
                </a:lnTo>
                <a:close/>
                <a:moveTo>
                  <a:pt x="981075" y="723900"/>
                </a:moveTo>
                <a:lnTo>
                  <a:pt x="990600" y="723900"/>
                </a:lnTo>
                <a:lnTo>
                  <a:pt x="990600" y="733425"/>
                </a:lnTo>
                <a:lnTo>
                  <a:pt x="981075" y="733425"/>
                </a:lnTo>
                <a:close/>
                <a:moveTo>
                  <a:pt x="428625" y="733425"/>
                </a:moveTo>
                <a:lnTo>
                  <a:pt x="438150" y="733425"/>
                </a:lnTo>
                <a:lnTo>
                  <a:pt x="438150" y="742950"/>
                </a:lnTo>
                <a:lnTo>
                  <a:pt x="428625" y="742950"/>
                </a:lnTo>
                <a:close/>
                <a:moveTo>
                  <a:pt x="695325" y="733425"/>
                </a:moveTo>
                <a:lnTo>
                  <a:pt x="714375" y="733425"/>
                </a:lnTo>
                <a:lnTo>
                  <a:pt x="714375" y="752475"/>
                </a:lnTo>
                <a:lnTo>
                  <a:pt x="695325" y="752475"/>
                </a:lnTo>
                <a:close/>
                <a:moveTo>
                  <a:pt x="857250" y="733425"/>
                </a:moveTo>
                <a:lnTo>
                  <a:pt x="866775" y="733425"/>
                </a:lnTo>
                <a:lnTo>
                  <a:pt x="866775" y="742950"/>
                </a:lnTo>
                <a:lnTo>
                  <a:pt x="857250" y="742950"/>
                </a:lnTo>
                <a:close/>
                <a:moveTo>
                  <a:pt x="942975" y="733425"/>
                </a:moveTo>
                <a:lnTo>
                  <a:pt x="952500" y="733425"/>
                </a:lnTo>
                <a:lnTo>
                  <a:pt x="952500" y="742950"/>
                </a:lnTo>
                <a:lnTo>
                  <a:pt x="942975" y="742950"/>
                </a:lnTo>
                <a:close/>
                <a:moveTo>
                  <a:pt x="0" y="742950"/>
                </a:moveTo>
                <a:lnTo>
                  <a:pt x="9525" y="742950"/>
                </a:lnTo>
                <a:lnTo>
                  <a:pt x="9525" y="752475"/>
                </a:lnTo>
                <a:lnTo>
                  <a:pt x="0" y="752475"/>
                </a:lnTo>
                <a:close/>
                <a:moveTo>
                  <a:pt x="409575" y="742950"/>
                </a:moveTo>
                <a:lnTo>
                  <a:pt x="419100" y="742950"/>
                </a:lnTo>
                <a:lnTo>
                  <a:pt x="419100" y="752475"/>
                </a:lnTo>
                <a:lnTo>
                  <a:pt x="428625" y="752475"/>
                </a:lnTo>
                <a:lnTo>
                  <a:pt x="428625" y="762000"/>
                </a:lnTo>
                <a:lnTo>
                  <a:pt x="419100" y="762000"/>
                </a:lnTo>
                <a:lnTo>
                  <a:pt x="419100" y="771525"/>
                </a:lnTo>
                <a:lnTo>
                  <a:pt x="428625" y="771525"/>
                </a:lnTo>
                <a:lnTo>
                  <a:pt x="428625" y="781050"/>
                </a:lnTo>
                <a:lnTo>
                  <a:pt x="419100" y="781050"/>
                </a:lnTo>
                <a:lnTo>
                  <a:pt x="419100" y="809625"/>
                </a:lnTo>
                <a:lnTo>
                  <a:pt x="400050" y="809625"/>
                </a:lnTo>
                <a:lnTo>
                  <a:pt x="400050" y="800100"/>
                </a:lnTo>
                <a:lnTo>
                  <a:pt x="371475" y="800100"/>
                </a:lnTo>
                <a:lnTo>
                  <a:pt x="371475" y="790575"/>
                </a:lnTo>
                <a:lnTo>
                  <a:pt x="390525" y="790575"/>
                </a:lnTo>
                <a:lnTo>
                  <a:pt x="390525" y="781050"/>
                </a:lnTo>
                <a:lnTo>
                  <a:pt x="400050" y="781050"/>
                </a:lnTo>
                <a:lnTo>
                  <a:pt x="400050" y="762000"/>
                </a:lnTo>
                <a:lnTo>
                  <a:pt x="409575" y="762000"/>
                </a:lnTo>
                <a:close/>
                <a:moveTo>
                  <a:pt x="457200" y="742950"/>
                </a:moveTo>
                <a:lnTo>
                  <a:pt x="466725" y="742950"/>
                </a:lnTo>
                <a:lnTo>
                  <a:pt x="466725" y="752475"/>
                </a:lnTo>
                <a:lnTo>
                  <a:pt x="457200" y="752475"/>
                </a:lnTo>
                <a:close/>
                <a:moveTo>
                  <a:pt x="762000" y="742950"/>
                </a:moveTo>
                <a:lnTo>
                  <a:pt x="771525" y="742950"/>
                </a:lnTo>
                <a:lnTo>
                  <a:pt x="771525" y="752475"/>
                </a:lnTo>
                <a:lnTo>
                  <a:pt x="762000" y="752475"/>
                </a:lnTo>
                <a:close/>
                <a:moveTo>
                  <a:pt x="847725" y="742950"/>
                </a:moveTo>
                <a:lnTo>
                  <a:pt x="857250" y="742950"/>
                </a:lnTo>
                <a:lnTo>
                  <a:pt x="857250" y="752475"/>
                </a:lnTo>
                <a:lnTo>
                  <a:pt x="847725" y="752475"/>
                </a:lnTo>
                <a:close/>
                <a:moveTo>
                  <a:pt x="933450" y="742950"/>
                </a:moveTo>
                <a:lnTo>
                  <a:pt x="942975" y="742950"/>
                </a:lnTo>
                <a:lnTo>
                  <a:pt x="942975" y="752475"/>
                </a:lnTo>
                <a:lnTo>
                  <a:pt x="933450" y="752475"/>
                </a:lnTo>
                <a:close/>
                <a:moveTo>
                  <a:pt x="1038225" y="742950"/>
                </a:moveTo>
                <a:lnTo>
                  <a:pt x="1047750" y="742950"/>
                </a:lnTo>
                <a:lnTo>
                  <a:pt x="1047750" y="762000"/>
                </a:lnTo>
                <a:lnTo>
                  <a:pt x="1057275" y="762000"/>
                </a:lnTo>
                <a:lnTo>
                  <a:pt x="1057275" y="771525"/>
                </a:lnTo>
                <a:lnTo>
                  <a:pt x="1047750" y="771525"/>
                </a:lnTo>
                <a:lnTo>
                  <a:pt x="1047750" y="781050"/>
                </a:lnTo>
                <a:lnTo>
                  <a:pt x="1028700" y="781050"/>
                </a:lnTo>
                <a:lnTo>
                  <a:pt x="1028700" y="790575"/>
                </a:lnTo>
                <a:lnTo>
                  <a:pt x="1019175" y="790575"/>
                </a:lnTo>
                <a:lnTo>
                  <a:pt x="1019175" y="771525"/>
                </a:lnTo>
                <a:lnTo>
                  <a:pt x="1028700" y="771525"/>
                </a:lnTo>
                <a:lnTo>
                  <a:pt x="1028700" y="752475"/>
                </a:lnTo>
                <a:lnTo>
                  <a:pt x="1038225" y="752475"/>
                </a:lnTo>
                <a:close/>
                <a:moveTo>
                  <a:pt x="361950" y="752475"/>
                </a:moveTo>
                <a:lnTo>
                  <a:pt x="381000" y="752475"/>
                </a:lnTo>
                <a:lnTo>
                  <a:pt x="381000" y="771525"/>
                </a:lnTo>
                <a:lnTo>
                  <a:pt x="352425" y="771525"/>
                </a:lnTo>
                <a:lnTo>
                  <a:pt x="352425" y="762000"/>
                </a:lnTo>
                <a:lnTo>
                  <a:pt x="361950" y="762000"/>
                </a:lnTo>
                <a:close/>
                <a:moveTo>
                  <a:pt x="771525" y="752475"/>
                </a:moveTo>
                <a:lnTo>
                  <a:pt x="790575" y="752475"/>
                </a:lnTo>
                <a:lnTo>
                  <a:pt x="790575" y="762000"/>
                </a:lnTo>
                <a:lnTo>
                  <a:pt x="771525" y="762000"/>
                </a:lnTo>
                <a:close/>
                <a:moveTo>
                  <a:pt x="904875" y="752475"/>
                </a:moveTo>
                <a:lnTo>
                  <a:pt x="933450" y="752475"/>
                </a:lnTo>
                <a:lnTo>
                  <a:pt x="933450" y="762000"/>
                </a:lnTo>
                <a:lnTo>
                  <a:pt x="904875" y="762000"/>
                </a:lnTo>
                <a:close/>
                <a:moveTo>
                  <a:pt x="257175" y="762000"/>
                </a:moveTo>
                <a:lnTo>
                  <a:pt x="266700" y="762000"/>
                </a:lnTo>
                <a:lnTo>
                  <a:pt x="266700" y="752475"/>
                </a:lnTo>
                <a:lnTo>
                  <a:pt x="257175" y="752475"/>
                </a:lnTo>
                <a:close/>
                <a:moveTo>
                  <a:pt x="504825" y="762000"/>
                </a:moveTo>
                <a:lnTo>
                  <a:pt x="514350" y="762000"/>
                </a:lnTo>
                <a:lnTo>
                  <a:pt x="514350" y="790575"/>
                </a:lnTo>
                <a:lnTo>
                  <a:pt x="504825" y="790575"/>
                </a:lnTo>
                <a:lnTo>
                  <a:pt x="504825" y="809625"/>
                </a:lnTo>
                <a:lnTo>
                  <a:pt x="457200" y="809625"/>
                </a:lnTo>
                <a:lnTo>
                  <a:pt x="457200" y="800100"/>
                </a:lnTo>
                <a:lnTo>
                  <a:pt x="476250" y="800100"/>
                </a:lnTo>
                <a:lnTo>
                  <a:pt x="476250" y="781050"/>
                </a:lnTo>
                <a:lnTo>
                  <a:pt x="485775" y="781050"/>
                </a:lnTo>
                <a:lnTo>
                  <a:pt x="485775" y="771525"/>
                </a:lnTo>
                <a:lnTo>
                  <a:pt x="504825" y="771525"/>
                </a:lnTo>
                <a:close/>
                <a:moveTo>
                  <a:pt x="695325" y="762000"/>
                </a:moveTo>
                <a:lnTo>
                  <a:pt x="714375" y="762000"/>
                </a:lnTo>
                <a:lnTo>
                  <a:pt x="714375" y="771525"/>
                </a:lnTo>
                <a:lnTo>
                  <a:pt x="695325" y="771525"/>
                </a:lnTo>
                <a:close/>
                <a:moveTo>
                  <a:pt x="952500" y="762000"/>
                </a:moveTo>
                <a:lnTo>
                  <a:pt x="962025" y="762000"/>
                </a:lnTo>
                <a:lnTo>
                  <a:pt x="962025" y="771525"/>
                </a:lnTo>
                <a:lnTo>
                  <a:pt x="971550" y="771525"/>
                </a:lnTo>
                <a:lnTo>
                  <a:pt x="971550" y="781050"/>
                </a:lnTo>
                <a:lnTo>
                  <a:pt x="981075" y="781050"/>
                </a:lnTo>
                <a:lnTo>
                  <a:pt x="981075" y="790575"/>
                </a:lnTo>
                <a:lnTo>
                  <a:pt x="962025" y="790575"/>
                </a:lnTo>
                <a:lnTo>
                  <a:pt x="962025" y="781050"/>
                </a:lnTo>
                <a:lnTo>
                  <a:pt x="952500" y="781050"/>
                </a:lnTo>
                <a:close/>
                <a:moveTo>
                  <a:pt x="990600" y="762000"/>
                </a:moveTo>
                <a:lnTo>
                  <a:pt x="1000125" y="762000"/>
                </a:lnTo>
                <a:lnTo>
                  <a:pt x="1000125" y="771525"/>
                </a:lnTo>
                <a:lnTo>
                  <a:pt x="990600" y="771525"/>
                </a:lnTo>
                <a:close/>
                <a:moveTo>
                  <a:pt x="1085850" y="762000"/>
                </a:moveTo>
                <a:lnTo>
                  <a:pt x="1095375" y="762000"/>
                </a:lnTo>
                <a:lnTo>
                  <a:pt x="1095375" y="771525"/>
                </a:lnTo>
                <a:lnTo>
                  <a:pt x="1104900" y="771525"/>
                </a:lnTo>
                <a:lnTo>
                  <a:pt x="1104900" y="781050"/>
                </a:lnTo>
                <a:lnTo>
                  <a:pt x="1085850" y="781050"/>
                </a:lnTo>
                <a:close/>
                <a:moveTo>
                  <a:pt x="1123950" y="762000"/>
                </a:moveTo>
                <a:lnTo>
                  <a:pt x="1162050" y="762000"/>
                </a:lnTo>
                <a:lnTo>
                  <a:pt x="1162050" y="790575"/>
                </a:lnTo>
                <a:lnTo>
                  <a:pt x="1152525" y="790575"/>
                </a:lnTo>
                <a:lnTo>
                  <a:pt x="1152525" y="781050"/>
                </a:lnTo>
                <a:lnTo>
                  <a:pt x="1123950" y="781050"/>
                </a:lnTo>
                <a:close/>
                <a:moveTo>
                  <a:pt x="295275" y="771525"/>
                </a:moveTo>
                <a:lnTo>
                  <a:pt x="304800" y="771525"/>
                </a:lnTo>
                <a:lnTo>
                  <a:pt x="304800" y="781050"/>
                </a:lnTo>
                <a:lnTo>
                  <a:pt x="295275" y="781050"/>
                </a:lnTo>
                <a:close/>
                <a:moveTo>
                  <a:pt x="685800" y="771525"/>
                </a:moveTo>
                <a:lnTo>
                  <a:pt x="695325" y="771525"/>
                </a:lnTo>
                <a:lnTo>
                  <a:pt x="695325" y="781050"/>
                </a:lnTo>
                <a:lnTo>
                  <a:pt x="704850" y="781050"/>
                </a:lnTo>
                <a:lnTo>
                  <a:pt x="704850" y="790575"/>
                </a:lnTo>
                <a:lnTo>
                  <a:pt x="685800" y="790575"/>
                </a:lnTo>
                <a:close/>
                <a:moveTo>
                  <a:pt x="1171575" y="771525"/>
                </a:moveTo>
                <a:lnTo>
                  <a:pt x="1200150" y="771525"/>
                </a:lnTo>
                <a:lnTo>
                  <a:pt x="1200150" y="781050"/>
                </a:lnTo>
                <a:lnTo>
                  <a:pt x="1181100" y="781050"/>
                </a:lnTo>
                <a:lnTo>
                  <a:pt x="1181100" y="790575"/>
                </a:lnTo>
                <a:lnTo>
                  <a:pt x="1171575" y="790575"/>
                </a:lnTo>
                <a:close/>
                <a:moveTo>
                  <a:pt x="285750" y="781050"/>
                </a:moveTo>
                <a:lnTo>
                  <a:pt x="295275" y="781050"/>
                </a:lnTo>
                <a:lnTo>
                  <a:pt x="295275" y="790575"/>
                </a:lnTo>
                <a:lnTo>
                  <a:pt x="285750" y="790575"/>
                </a:lnTo>
                <a:close/>
                <a:moveTo>
                  <a:pt x="304800" y="781050"/>
                </a:moveTo>
                <a:lnTo>
                  <a:pt x="314325" y="781050"/>
                </a:lnTo>
                <a:lnTo>
                  <a:pt x="314325" y="790575"/>
                </a:lnTo>
                <a:lnTo>
                  <a:pt x="304800" y="790575"/>
                </a:lnTo>
                <a:close/>
                <a:moveTo>
                  <a:pt x="323850" y="781050"/>
                </a:moveTo>
                <a:lnTo>
                  <a:pt x="333375" y="781050"/>
                </a:lnTo>
                <a:lnTo>
                  <a:pt x="333375" y="790575"/>
                </a:lnTo>
                <a:lnTo>
                  <a:pt x="323850" y="790575"/>
                </a:lnTo>
                <a:close/>
                <a:moveTo>
                  <a:pt x="666750" y="781050"/>
                </a:moveTo>
                <a:lnTo>
                  <a:pt x="676275" y="781050"/>
                </a:lnTo>
                <a:lnTo>
                  <a:pt x="676275" y="790575"/>
                </a:lnTo>
                <a:lnTo>
                  <a:pt x="666750" y="790575"/>
                </a:lnTo>
                <a:close/>
                <a:moveTo>
                  <a:pt x="742950" y="781050"/>
                </a:moveTo>
                <a:lnTo>
                  <a:pt x="752475" y="781050"/>
                </a:lnTo>
                <a:lnTo>
                  <a:pt x="752475" y="790575"/>
                </a:lnTo>
                <a:lnTo>
                  <a:pt x="742950" y="790575"/>
                </a:lnTo>
                <a:close/>
                <a:moveTo>
                  <a:pt x="933450" y="781050"/>
                </a:moveTo>
                <a:lnTo>
                  <a:pt x="952500" y="781050"/>
                </a:lnTo>
                <a:lnTo>
                  <a:pt x="952500" y="809625"/>
                </a:lnTo>
                <a:lnTo>
                  <a:pt x="923925" y="809625"/>
                </a:lnTo>
                <a:lnTo>
                  <a:pt x="923925" y="800100"/>
                </a:lnTo>
                <a:lnTo>
                  <a:pt x="933450" y="800100"/>
                </a:lnTo>
                <a:close/>
                <a:moveTo>
                  <a:pt x="400050" y="790575"/>
                </a:moveTo>
                <a:lnTo>
                  <a:pt x="409575" y="790575"/>
                </a:lnTo>
                <a:lnTo>
                  <a:pt x="409575" y="781050"/>
                </a:lnTo>
                <a:lnTo>
                  <a:pt x="400050" y="781050"/>
                </a:lnTo>
                <a:close/>
                <a:moveTo>
                  <a:pt x="647700" y="790575"/>
                </a:moveTo>
                <a:lnTo>
                  <a:pt x="666750" y="790575"/>
                </a:lnTo>
                <a:lnTo>
                  <a:pt x="666750" y="800100"/>
                </a:lnTo>
                <a:lnTo>
                  <a:pt x="647700" y="800100"/>
                </a:lnTo>
                <a:close/>
                <a:moveTo>
                  <a:pt x="723900" y="790575"/>
                </a:moveTo>
                <a:lnTo>
                  <a:pt x="742950" y="790575"/>
                </a:lnTo>
                <a:lnTo>
                  <a:pt x="742950" y="809625"/>
                </a:lnTo>
                <a:lnTo>
                  <a:pt x="723900" y="809625"/>
                </a:lnTo>
                <a:close/>
                <a:moveTo>
                  <a:pt x="981075" y="790575"/>
                </a:moveTo>
                <a:lnTo>
                  <a:pt x="990600" y="790575"/>
                </a:lnTo>
                <a:lnTo>
                  <a:pt x="990600" y="809625"/>
                </a:lnTo>
                <a:lnTo>
                  <a:pt x="981075" y="809625"/>
                </a:lnTo>
                <a:close/>
                <a:moveTo>
                  <a:pt x="1028700" y="790575"/>
                </a:moveTo>
                <a:lnTo>
                  <a:pt x="1047750" y="790575"/>
                </a:lnTo>
                <a:lnTo>
                  <a:pt x="1047750" y="800100"/>
                </a:lnTo>
                <a:lnTo>
                  <a:pt x="1057275" y="800100"/>
                </a:lnTo>
                <a:lnTo>
                  <a:pt x="1057275" y="790575"/>
                </a:lnTo>
                <a:lnTo>
                  <a:pt x="1085850" y="790575"/>
                </a:lnTo>
                <a:lnTo>
                  <a:pt x="1085850" y="809625"/>
                </a:lnTo>
                <a:lnTo>
                  <a:pt x="1038225" y="809625"/>
                </a:lnTo>
                <a:lnTo>
                  <a:pt x="1038225" y="800100"/>
                </a:lnTo>
                <a:lnTo>
                  <a:pt x="1028700" y="800100"/>
                </a:lnTo>
                <a:close/>
                <a:moveTo>
                  <a:pt x="76200" y="800100"/>
                </a:moveTo>
                <a:lnTo>
                  <a:pt x="95250" y="800100"/>
                </a:lnTo>
                <a:lnTo>
                  <a:pt x="95250" y="809625"/>
                </a:lnTo>
                <a:lnTo>
                  <a:pt x="76200" y="809625"/>
                </a:lnTo>
                <a:close/>
                <a:moveTo>
                  <a:pt x="209550" y="800100"/>
                </a:moveTo>
                <a:lnTo>
                  <a:pt x="219075" y="800100"/>
                </a:lnTo>
                <a:lnTo>
                  <a:pt x="219075" y="809625"/>
                </a:lnTo>
                <a:lnTo>
                  <a:pt x="209550" y="809625"/>
                </a:lnTo>
                <a:close/>
                <a:moveTo>
                  <a:pt x="342900" y="800100"/>
                </a:moveTo>
                <a:lnTo>
                  <a:pt x="361950" y="800100"/>
                </a:lnTo>
                <a:lnTo>
                  <a:pt x="361950" y="809625"/>
                </a:lnTo>
                <a:lnTo>
                  <a:pt x="342900" y="809625"/>
                </a:lnTo>
                <a:close/>
                <a:moveTo>
                  <a:pt x="581025" y="800100"/>
                </a:moveTo>
                <a:lnTo>
                  <a:pt x="600075" y="800100"/>
                </a:lnTo>
                <a:lnTo>
                  <a:pt x="600075" y="809625"/>
                </a:lnTo>
                <a:lnTo>
                  <a:pt x="581025" y="809625"/>
                </a:lnTo>
                <a:close/>
              </a:path>
            </a:pathLst>
          </a:custGeom>
          <a:solidFill xmlns:a="http://schemas.openxmlformats.org/drawingml/2006/main">
            <a:srgbClr val="F8F8F3"/>
          </a:solidFill>
          <a:ln xmlns:a="http://schemas.openxmlformats.org/drawingml/2006/main" w="0">
            <a:noFill/>
          </a:ln>
        </p:spPr>
      </p:sp>
      <p:sp>
        <p:nvSpPr>
          <p:cNvPr id="81" name="v02 vector #f8f8f2">
            <a:extLst xmlns:a="http://schemas.openxmlformats.org/drawingml/2006/main">
              <a:ext uri="{FF2B5EF4-FFF2-40B4-BE49-F238E27FC236}">
                <a16:creationId xmlns:a16="http://schemas.microsoft.com/office/drawing/2014/main" id="{D0EA27D0-6FA2-4662-A050-135BB006CE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10675" y="2362200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390525" y="0"/>
                </a:moveTo>
                <a:lnTo>
                  <a:pt x="400050" y="0"/>
                </a:lnTo>
                <a:lnTo>
                  <a:pt x="400050" y="9525"/>
                </a:lnTo>
                <a:lnTo>
                  <a:pt x="390525" y="9525"/>
                </a:lnTo>
                <a:close/>
                <a:moveTo>
                  <a:pt x="1200150" y="0"/>
                </a:moveTo>
                <a:lnTo>
                  <a:pt x="1209675" y="0"/>
                </a:lnTo>
                <a:lnTo>
                  <a:pt x="1209675" y="9525"/>
                </a:lnTo>
                <a:lnTo>
                  <a:pt x="1200150" y="9525"/>
                </a:lnTo>
                <a:close/>
                <a:moveTo>
                  <a:pt x="257175" y="57150"/>
                </a:moveTo>
                <a:lnTo>
                  <a:pt x="266700" y="57150"/>
                </a:lnTo>
                <a:lnTo>
                  <a:pt x="266700" y="66675"/>
                </a:lnTo>
                <a:lnTo>
                  <a:pt x="257175" y="66675"/>
                </a:lnTo>
                <a:close/>
                <a:moveTo>
                  <a:pt x="66675" y="123825"/>
                </a:moveTo>
                <a:lnTo>
                  <a:pt x="76200" y="123825"/>
                </a:lnTo>
                <a:lnTo>
                  <a:pt x="76200" y="142875"/>
                </a:lnTo>
                <a:lnTo>
                  <a:pt x="66675" y="142875"/>
                </a:lnTo>
                <a:close/>
                <a:moveTo>
                  <a:pt x="495300" y="123825"/>
                </a:moveTo>
                <a:lnTo>
                  <a:pt x="504825" y="123825"/>
                </a:lnTo>
                <a:lnTo>
                  <a:pt x="504825" y="133350"/>
                </a:lnTo>
                <a:lnTo>
                  <a:pt x="495300" y="133350"/>
                </a:lnTo>
                <a:close/>
                <a:moveTo>
                  <a:pt x="66675" y="171450"/>
                </a:moveTo>
                <a:lnTo>
                  <a:pt x="76200" y="171450"/>
                </a:lnTo>
                <a:lnTo>
                  <a:pt x="76200" y="180975"/>
                </a:lnTo>
                <a:lnTo>
                  <a:pt x="66675" y="180975"/>
                </a:lnTo>
                <a:close/>
                <a:moveTo>
                  <a:pt x="66675" y="190500"/>
                </a:moveTo>
                <a:lnTo>
                  <a:pt x="76200" y="190500"/>
                </a:lnTo>
                <a:lnTo>
                  <a:pt x="76200" y="200025"/>
                </a:lnTo>
                <a:lnTo>
                  <a:pt x="66675" y="200025"/>
                </a:lnTo>
                <a:close/>
                <a:moveTo>
                  <a:pt x="66675" y="209550"/>
                </a:moveTo>
                <a:lnTo>
                  <a:pt x="76200" y="209550"/>
                </a:lnTo>
                <a:lnTo>
                  <a:pt x="76200" y="219075"/>
                </a:lnTo>
                <a:lnTo>
                  <a:pt x="66675" y="219075"/>
                </a:lnTo>
                <a:close/>
                <a:moveTo>
                  <a:pt x="66675" y="238125"/>
                </a:moveTo>
                <a:lnTo>
                  <a:pt x="76200" y="238125"/>
                </a:lnTo>
                <a:lnTo>
                  <a:pt x="76200" y="247650"/>
                </a:lnTo>
                <a:lnTo>
                  <a:pt x="66675" y="247650"/>
                </a:lnTo>
                <a:close/>
                <a:moveTo>
                  <a:pt x="542925" y="285750"/>
                </a:moveTo>
                <a:lnTo>
                  <a:pt x="561975" y="285750"/>
                </a:lnTo>
                <a:lnTo>
                  <a:pt x="561975" y="295275"/>
                </a:lnTo>
                <a:lnTo>
                  <a:pt x="542925" y="295275"/>
                </a:lnTo>
                <a:close/>
                <a:moveTo>
                  <a:pt x="561975" y="295275"/>
                </a:moveTo>
                <a:lnTo>
                  <a:pt x="571500" y="295275"/>
                </a:lnTo>
                <a:lnTo>
                  <a:pt x="571500" y="304800"/>
                </a:lnTo>
                <a:lnTo>
                  <a:pt x="561975" y="304800"/>
                </a:lnTo>
                <a:close/>
                <a:moveTo>
                  <a:pt x="542925" y="304800"/>
                </a:moveTo>
                <a:lnTo>
                  <a:pt x="561975" y="304800"/>
                </a:lnTo>
                <a:lnTo>
                  <a:pt x="561975" y="314325"/>
                </a:lnTo>
                <a:lnTo>
                  <a:pt x="542925" y="314325"/>
                </a:lnTo>
                <a:close/>
                <a:moveTo>
                  <a:pt x="447675" y="333375"/>
                </a:moveTo>
                <a:lnTo>
                  <a:pt x="457200" y="333375"/>
                </a:lnTo>
                <a:lnTo>
                  <a:pt x="457200" y="342900"/>
                </a:lnTo>
                <a:lnTo>
                  <a:pt x="447675" y="342900"/>
                </a:lnTo>
                <a:close/>
                <a:moveTo>
                  <a:pt x="781050" y="342900"/>
                </a:moveTo>
                <a:lnTo>
                  <a:pt x="790575" y="342900"/>
                </a:lnTo>
                <a:lnTo>
                  <a:pt x="790575" y="361950"/>
                </a:lnTo>
                <a:lnTo>
                  <a:pt x="781050" y="361950"/>
                </a:lnTo>
                <a:close/>
                <a:moveTo>
                  <a:pt x="514350" y="381000"/>
                </a:moveTo>
                <a:lnTo>
                  <a:pt x="533400" y="381000"/>
                </a:lnTo>
                <a:lnTo>
                  <a:pt x="533400" y="409575"/>
                </a:lnTo>
                <a:lnTo>
                  <a:pt x="514350" y="409575"/>
                </a:lnTo>
                <a:lnTo>
                  <a:pt x="514350" y="400050"/>
                </a:lnTo>
                <a:lnTo>
                  <a:pt x="504825" y="400050"/>
                </a:lnTo>
                <a:lnTo>
                  <a:pt x="504825" y="390525"/>
                </a:lnTo>
                <a:lnTo>
                  <a:pt x="514350" y="390525"/>
                </a:lnTo>
                <a:close/>
                <a:moveTo>
                  <a:pt x="771525" y="381000"/>
                </a:moveTo>
                <a:lnTo>
                  <a:pt x="781050" y="381000"/>
                </a:lnTo>
                <a:lnTo>
                  <a:pt x="781050" y="390525"/>
                </a:lnTo>
                <a:lnTo>
                  <a:pt x="790575" y="390525"/>
                </a:lnTo>
                <a:lnTo>
                  <a:pt x="790575" y="409575"/>
                </a:lnTo>
                <a:lnTo>
                  <a:pt x="771525" y="409575"/>
                </a:lnTo>
                <a:close/>
                <a:moveTo>
                  <a:pt x="762000" y="409575"/>
                </a:moveTo>
                <a:lnTo>
                  <a:pt x="771525" y="409575"/>
                </a:lnTo>
                <a:lnTo>
                  <a:pt x="771525" y="419100"/>
                </a:lnTo>
                <a:lnTo>
                  <a:pt x="762000" y="419100"/>
                </a:lnTo>
                <a:close/>
                <a:moveTo>
                  <a:pt x="247650" y="438150"/>
                </a:moveTo>
                <a:lnTo>
                  <a:pt x="257175" y="438150"/>
                </a:lnTo>
                <a:lnTo>
                  <a:pt x="257175" y="447675"/>
                </a:lnTo>
                <a:lnTo>
                  <a:pt x="247650" y="447675"/>
                </a:lnTo>
                <a:close/>
                <a:moveTo>
                  <a:pt x="66675" y="447675"/>
                </a:moveTo>
                <a:lnTo>
                  <a:pt x="76200" y="447675"/>
                </a:lnTo>
                <a:lnTo>
                  <a:pt x="76200" y="457200"/>
                </a:lnTo>
                <a:lnTo>
                  <a:pt x="66675" y="457200"/>
                </a:lnTo>
                <a:close/>
                <a:moveTo>
                  <a:pt x="590550" y="476250"/>
                </a:moveTo>
                <a:lnTo>
                  <a:pt x="609600" y="476250"/>
                </a:lnTo>
                <a:lnTo>
                  <a:pt x="609600" y="495300"/>
                </a:lnTo>
                <a:lnTo>
                  <a:pt x="600075" y="495300"/>
                </a:lnTo>
                <a:lnTo>
                  <a:pt x="600075" y="485775"/>
                </a:lnTo>
                <a:lnTo>
                  <a:pt x="590550" y="485775"/>
                </a:lnTo>
                <a:close/>
                <a:moveTo>
                  <a:pt x="1076325" y="495300"/>
                </a:moveTo>
                <a:lnTo>
                  <a:pt x="1085850" y="495300"/>
                </a:lnTo>
                <a:lnTo>
                  <a:pt x="1085850" y="504825"/>
                </a:lnTo>
                <a:lnTo>
                  <a:pt x="1076325" y="504825"/>
                </a:lnTo>
                <a:close/>
                <a:moveTo>
                  <a:pt x="371475" y="590550"/>
                </a:moveTo>
                <a:lnTo>
                  <a:pt x="381000" y="590550"/>
                </a:lnTo>
                <a:lnTo>
                  <a:pt x="381000" y="600075"/>
                </a:lnTo>
                <a:lnTo>
                  <a:pt x="371475" y="600075"/>
                </a:lnTo>
                <a:close/>
                <a:moveTo>
                  <a:pt x="352425" y="600075"/>
                </a:moveTo>
                <a:lnTo>
                  <a:pt x="371475" y="600075"/>
                </a:lnTo>
                <a:lnTo>
                  <a:pt x="371475" y="609600"/>
                </a:lnTo>
                <a:lnTo>
                  <a:pt x="400050" y="609600"/>
                </a:lnTo>
                <a:lnTo>
                  <a:pt x="400050" y="600075"/>
                </a:lnTo>
                <a:lnTo>
                  <a:pt x="428625" y="600075"/>
                </a:lnTo>
                <a:lnTo>
                  <a:pt x="428625" y="609600"/>
                </a:lnTo>
                <a:lnTo>
                  <a:pt x="447675" y="609600"/>
                </a:lnTo>
                <a:lnTo>
                  <a:pt x="447675" y="619125"/>
                </a:lnTo>
                <a:lnTo>
                  <a:pt x="438150" y="619125"/>
                </a:lnTo>
                <a:lnTo>
                  <a:pt x="438150" y="628650"/>
                </a:lnTo>
                <a:lnTo>
                  <a:pt x="390525" y="628650"/>
                </a:lnTo>
                <a:lnTo>
                  <a:pt x="390525" y="619125"/>
                </a:lnTo>
                <a:lnTo>
                  <a:pt x="352425" y="619125"/>
                </a:lnTo>
                <a:close/>
                <a:moveTo>
                  <a:pt x="485775" y="609600"/>
                </a:moveTo>
                <a:lnTo>
                  <a:pt x="495300" y="609600"/>
                </a:lnTo>
                <a:lnTo>
                  <a:pt x="495300" y="628650"/>
                </a:lnTo>
                <a:lnTo>
                  <a:pt x="485775" y="628650"/>
                </a:lnTo>
                <a:close/>
                <a:moveTo>
                  <a:pt x="923925" y="609600"/>
                </a:moveTo>
                <a:lnTo>
                  <a:pt x="933450" y="609600"/>
                </a:lnTo>
                <a:lnTo>
                  <a:pt x="933450" y="647700"/>
                </a:lnTo>
                <a:lnTo>
                  <a:pt x="923925" y="647700"/>
                </a:lnTo>
                <a:lnTo>
                  <a:pt x="923925" y="638175"/>
                </a:lnTo>
                <a:lnTo>
                  <a:pt x="914400" y="638175"/>
                </a:lnTo>
                <a:lnTo>
                  <a:pt x="914400" y="619125"/>
                </a:lnTo>
                <a:lnTo>
                  <a:pt x="923925" y="619125"/>
                </a:lnTo>
                <a:close/>
                <a:moveTo>
                  <a:pt x="704850" y="657225"/>
                </a:moveTo>
                <a:lnTo>
                  <a:pt x="714375" y="657225"/>
                </a:lnTo>
                <a:lnTo>
                  <a:pt x="714375" y="666750"/>
                </a:lnTo>
                <a:lnTo>
                  <a:pt x="704850" y="666750"/>
                </a:lnTo>
                <a:close/>
                <a:moveTo>
                  <a:pt x="714375" y="666750"/>
                </a:moveTo>
                <a:lnTo>
                  <a:pt x="733425" y="666750"/>
                </a:lnTo>
                <a:lnTo>
                  <a:pt x="733425" y="676275"/>
                </a:lnTo>
                <a:lnTo>
                  <a:pt x="752475" y="676275"/>
                </a:lnTo>
                <a:lnTo>
                  <a:pt x="752475" y="685800"/>
                </a:lnTo>
                <a:lnTo>
                  <a:pt x="762000" y="685800"/>
                </a:lnTo>
                <a:lnTo>
                  <a:pt x="762000" y="695325"/>
                </a:lnTo>
                <a:lnTo>
                  <a:pt x="752475" y="695325"/>
                </a:lnTo>
                <a:lnTo>
                  <a:pt x="752475" y="704850"/>
                </a:lnTo>
                <a:lnTo>
                  <a:pt x="714375" y="704850"/>
                </a:lnTo>
                <a:lnTo>
                  <a:pt x="714375" y="695325"/>
                </a:lnTo>
                <a:lnTo>
                  <a:pt x="733425" y="695325"/>
                </a:lnTo>
                <a:lnTo>
                  <a:pt x="733425" y="685800"/>
                </a:lnTo>
                <a:lnTo>
                  <a:pt x="714375" y="685800"/>
                </a:lnTo>
                <a:close/>
                <a:moveTo>
                  <a:pt x="304800" y="676275"/>
                </a:moveTo>
                <a:lnTo>
                  <a:pt x="314325" y="676275"/>
                </a:lnTo>
                <a:lnTo>
                  <a:pt x="314325" y="685800"/>
                </a:lnTo>
                <a:lnTo>
                  <a:pt x="304800" y="685800"/>
                </a:lnTo>
                <a:close/>
                <a:moveTo>
                  <a:pt x="238125" y="714375"/>
                </a:moveTo>
                <a:lnTo>
                  <a:pt x="247650" y="714375"/>
                </a:lnTo>
                <a:lnTo>
                  <a:pt x="247650" y="723900"/>
                </a:lnTo>
                <a:lnTo>
                  <a:pt x="257175" y="723900"/>
                </a:lnTo>
                <a:lnTo>
                  <a:pt x="257175" y="733425"/>
                </a:lnTo>
                <a:lnTo>
                  <a:pt x="238125" y="733425"/>
                </a:lnTo>
                <a:close/>
                <a:moveTo>
                  <a:pt x="847725" y="723900"/>
                </a:moveTo>
                <a:lnTo>
                  <a:pt x="857250" y="723900"/>
                </a:lnTo>
                <a:lnTo>
                  <a:pt x="857250" y="733425"/>
                </a:lnTo>
                <a:lnTo>
                  <a:pt x="847725" y="733425"/>
                </a:lnTo>
                <a:close/>
                <a:moveTo>
                  <a:pt x="714375" y="733425"/>
                </a:moveTo>
                <a:lnTo>
                  <a:pt x="723900" y="733425"/>
                </a:lnTo>
                <a:lnTo>
                  <a:pt x="723900" y="742950"/>
                </a:lnTo>
                <a:lnTo>
                  <a:pt x="733425" y="742950"/>
                </a:lnTo>
                <a:lnTo>
                  <a:pt x="733425" y="752475"/>
                </a:lnTo>
                <a:lnTo>
                  <a:pt x="714375" y="752475"/>
                </a:lnTo>
                <a:close/>
                <a:moveTo>
                  <a:pt x="866775" y="733425"/>
                </a:moveTo>
                <a:lnTo>
                  <a:pt x="876300" y="733425"/>
                </a:lnTo>
                <a:lnTo>
                  <a:pt x="876300" y="752475"/>
                </a:lnTo>
                <a:lnTo>
                  <a:pt x="885825" y="752475"/>
                </a:lnTo>
                <a:lnTo>
                  <a:pt x="885825" y="762000"/>
                </a:lnTo>
                <a:lnTo>
                  <a:pt x="866775" y="762000"/>
                </a:lnTo>
                <a:lnTo>
                  <a:pt x="866775" y="771525"/>
                </a:lnTo>
                <a:lnTo>
                  <a:pt x="847725" y="771525"/>
                </a:lnTo>
                <a:lnTo>
                  <a:pt x="847725" y="752475"/>
                </a:lnTo>
                <a:lnTo>
                  <a:pt x="857250" y="752475"/>
                </a:lnTo>
                <a:lnTo>
                  <a:pt x="857250" y="742950"/>
                </a:lnTo>
                <a:lnTo>
                  <a:pt x="866775" y="742950"/>
                </a:lnTo>
                <a:close/>
                <a:moveTo>
                  <a:pt x="800100" y="742950"/>
                </a:moveTo>
                <a:lnTo>
                  <a:pt x="809625" y="742950"/>
                </a:lnTo>
                <a:lnTo>
                  <a:pt x="809625" y="752475"/>
                </a:lnTo>
                <a:lnTo>
                  <a:pt x="819150" y="752475"/>
                </a:lnTo>
                <a:lnTo>
                  <a:pt x="819150" y="762000"/>
                </a:lnTo>
                <a:lnTo>
                  <a:pt x="800100" y="762000"/>
                </a:lnTo>
                <a:close/>
                <a:moveTo>
                  <a:pt x="171450" y="762000"/>
                </a:moveTo>
                <a:lnTo>
                  <a:pt x="180975" y="762000"/>
                </a:lnTo>
                <a:lnTo>
                  <a:pt x="180975" y="771525"/>
                </a:lnTo>
                <a:lnTo>
                  <a:pt x="171450" y="771525"/>
                </a:lnTo>
                <a:close/>
                <a:moveTo>
                  <a:pt x="790575" y="762000"/>
                </a:moveTo>
                <a:lnTo>
                  <a:pt x="800100" y="762000"/>
                </a:lnTo>
                <a:lnTo>
                  <a:pt x="800100" y="771525"/>
                </a:lnTo>
                <a:lnTo>
                  <a:pt x="790575" y="771525"/>
                </a:lnTo>
                <a:close/>
                <a:moveTo>
                  <a:pt x="180975" y="771525"/>
                </a:moveTo>
                <a:lnTo>
                  <a:pt x="190500" y="771525"/>
                </a:lnTo>
                <a:lnTo>
                  <a:pt x="190500" y="781050"/>
                </a:lnTo>
                <a:lnTo>
                  <a:pt x="180975" y="781050"/>
                </a:lnTo>
                <a:close/>
                <a:moveTo>
                  <a:pt x="695325" y="771525"/>
                </a:moveTo>
                <a:lnTo>
                  <a:pt x="714375" y="771525"/>
                </a:lnTo>
                <a:lnTo>
                  <a:pt x="714375" y="781050"/>
                </a:lnTo>
                <a:lnTo>
                  <a:pt x="695325" y="781050"/>
                </a:lnTo>
                <a:close/>
                <a:moveTo>
                  <a:pt x="723900" y="771525"/>
                </a:moveTo>
                <a:lnTo>
                  <a:pt x="733425" y="771525"/>
                </a:lnTo>
                <a:lnTo>
                  <a:pt x="733425" y="781050"/>
                </a:lnTo>
                <a:lnTo>
                  <a:pt x="723900" y="781050"/>
                </a:lnTo>
                <a:close/>
                <a:moveTo>
                  <a:pt x="733425" y="781050"/>
                </a:moveTo>
                <a:lnTo>
                  <a:pt x="742950" y="781050"/>
                </a:lnTo>
                <a:lnTo>
                  <a:pt x="742950" y="790575"/>
                </a:lnTo>
                <a:lnTo>
                  <a:pt x="733425" y="790575"/>
                </a:lnTo>
                <a:close/>
                <a:moveTo>
                  <a:pt x="133350" y="800100"/>
                </a:moveTo>
                <a:lnTo>
                  <a:pt x="152400" y="800100"/>
                </a:lnTo>
                <a:lnTo>
                  <a:pt x="152400" y="809625"/>
                </a:lnTo>
                <a:lnTo>
                  <a:pt x="133350" y="809625"/>
                </a:lnTo>
                <a:close/>
              </a:path>
            </a:pathLst>
          </a:custGeom>
          <a:solidFill xmlns:a="http://schemas.openxmlformats.org/drawingml/2006/main">
            <a:srgbClr val="F8F8F2"/>
          </a:solidFill>
          <a:ln xmlns:a="http://schemas.openxmlformats.org/drawingml/2006/main" w="0">
            <a:noFill/>
          </a:ln>
        </p:spPr>
      </p:sp>
      <p:sp>
        <p:nvSpPr>
          <p:cNvPr id="82" name="v02 vector #f6f9f3">
            <a:extLst xmlns:a="http://schemas.openxmlformats.org/drawingml/2006/main">
              <a:ext uri="{FF2B5EF4-FFF2-40B4-BE49-F238E27FC236}">
                <a16:creationId xmlns:a16="http://schemas.microsoft.com/office/drawing/2014/main" id="{A33261E4-B899-435C-867D-2EC0EF3409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10675" y="2362200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381000" y="57150"/>
                </a:moveTo>
                <a:lnTo>
                  <a:pt x="400050" y="57150"/>
                </a:lnTo>
                <a:lnTo>
                  <a:pt x="400050" y="66675"/>
                </a:lnTo>
                <a:lnTo>
                  <a:pt x="381000" y="66675"/>
                </a:lnTo>
                <a:close/>
                <a:moveTo>
                  <a:pt x="95250" y="66675"/>
                </a:moveTo>
                <a:lnTo>
                  <a:pt x="104775" y="66675"/>
                </a:lnTo>
                <a:lnTo>
                  <a:pt x="104775" y="76200"/>
                </a:lnTo>
                <a:lnTo>
                  <a:pt x="95250" y="76200"/>
                </a:lnTo>
                <a:close/>
                <a:moveTo>
                  <a:pt x="123825" y="85725"/>
                </a:moveTo>
                <a:lnTo>
                  <a:pt x="133350" y="85725"/>
                </a:lnTo>
                <a:lnTo>
                  <a:pt x="133350" y="95250"/>
                </a:lnTo>
                <a:lnTo>
                  <a:pt x="123825" y="95250"/>
                </a:lnTo>
                <a:close/>
                <a:moveTo>
                  <a:pt x="171450" y="114300"/>
                </a:moveTo>
                <a:lnTo>
                  <a:pt x="190500" y="114300"/>
                </a:lnTo>
                <a:lnTo>
                  <a:pt x="190500" y="123825"/>
                </a:lnTo>
                <a:lnTo>
                  <a:pt x="171450" y="123825"/>
                </a:lnTo>
                <a:close/>
                <a:moveTo>
                  <a:pt x="419100" y="123825"/>
                </a:moveTo>
                <a:lnTo>
                  <a:pt x="428625" y="123825"/>
                </a:lnTo>
                <a:lnTo>
                  <a:pt x="428625" y="133350"/>
                </a:lnTo>
                <a:lnTo>
                  <a:pt x="419100" y="133350"/>
                </a:lnTo>
                <a:close/>
                <a:moveTo>
                  <a:pt x="457200" y="123825"/>
                </a:moveTo>
                <a:lnTo>
                  <a:pt x="466725" y="123825"/>
                </a:lnTo>
                <a:lnTo>
                  <a:pt x="466725" y="133350"/>
                </a:lnTo>
                <a:lnTo>
                  <a:pt x="457200" y="133350"/>
                </a:lnTo>
                <a:close/>
                <a:moveTo>
                  <a:pt x="609600" y="123825"/>
                </a:moveTo>
                <a:lnTo>
                  <a:pt x="619125" y="123825"/>
                </a:lnTo>
                <a:lnTo>
                  <a:pt x="619125" y="133350"/>
                </a:lnTo>
                <a:lnTo>
                  <a:pt x="609600" y="133350"/>
                </a:lnTo>
                <a:close/>
                <a:moveTo>
                  <a:pt x="19050" y="152400"/>
                </a:moveTo>
                <a:lnTo>
                  <a:pt x="38100" y="152400"/>
                </a:lnTo>
                <a:lnTo>
                  <a:pt x="38100" y="161925"/>
                </a:lnTo>
                <a:lnTo>
                  <a:pt x="19050" y="161925"/>
                </a:lnTo>
                <a:close/>
                <a:moveTo>
                  <a:pt x="571500" y="152400"/>
                </a:moveTo>
                <a:lnTo>
                  <a:pt x="581025" y="152400"/>
                </a:lnTo>
                <a:lnTo>
                  <a:pt x="581025" y="161925"/>
                </a:lnTo>
                <a:lnTo>
                  <a:pt x="571500" y="161925"/>
                </a:lnTo>
                <a:close/>
                <a:moveTo>
                  <a:pt x="609600" y="161925"/>
                </a:moveTo>
                <a:lnTo>
                  <a:pt x="619125" y="161925"/>
                </a:lnTo>
                <a:lnTo>
                  <a:pt x="619125" y="171450"/>
                </a:lnTo>
                <a:lnTo>
                  <a:pt x="609600" y="171450"/>
                </a:lnTo>
                <a:close/>
                <a:moveTo>
                  <a:pt x="57150" y="171450"/>
                </a:moveTo>
                <a:lnTo>
                  <a:pt x="66675" y="171450"/>
                </a:lnTo>
                <a:lnTo>
                  <a:pt x="66675" y="180975"/>
                </a:lnTo>
                <a:lnTo>
                  <a:pt x="57150" y="180975"/>
                </a:lnTo>
                <a:close/>
                <a:moveTo>
                  <a:pt x="76200" y="171450"/>
                </a:moveTo>
                <a:lnTo>
                  <a:pt x="85725" y="171450"/>
                </a:lnTo>
                <a:lnTo>
                  <a:pt x="85725" y="228600"/>
                </a:lnTo>
                <a:lnTo>
                  <a:pt x="76200" y="228600"/>
                </a:lnTo>
                <a:close/>
                <a:moveTo>
                  <a:pt x="457200" y="171450"/>
                </a:moveTo>
                <a:lnTo>
                  <a:pt x="476250" y="171450"/>
                </a:lnTo>
                <a:lnTo>
                  <a:pt x="476250" y="180975"/>
                </a:lnTo>
                <a:lnTo>
                  <a:pt x="457200" y="180975"/>
                </a:lnTo>
                <a:close/>
                <a:moveTo>
                  <a:pt x="628650" y="171450"/>
                </a:moveTo>
                <a:lnTo>
                  <a:pt x="638175" y="171450"/>
                </a:lnTo>
                <a:lnTo>
                  <a:pt x="638175" y="180975"/>
                </a:lnTo>
                <a:lnTo>
                  <a:pt x="628650" y="180975"/>
                </a:lnTo>
                <a:close/>
                <a:moveTo>
                  <a:pt x="171450" y="209550"/>
                </a:moveTo>
                <a:lnTo>
                  <a:pt x="180975" y="209550"/>
                </a:lnTo>
                <a:lnTo>
                  <a:pt x="180975" y="219075"/>
                </a:lnTo>
                <a:lnTo>
                  <a:pt x="171450" y="219075"/>
                </a:lnTo>
                <a:close/>
                <a:moveTo>
                  <a:pt x="171450" y="228600"/>
                </a:moveTo>
                <a:lnTo>
                  <a:pt x="180975" y="228600"/>
                </a:lnTo>
                <a:lnTo>
                  <a:pt x="180975" y="238125"/>
                </a:lnTo>
                <a:lnTo>
                  <a:pt x="171450" y="238125"/>
                </a:lnTo>
                <a:close/>
                <a:moveTo>
                  <a:pt x="238125" y="228600"/>
                </a:moveTo>
                <a:lnTo>
                  <a:pt x="257175" y="228600"/>
                </a:lnTo>
                <a:lnTo>
                  <a:pt x="257175" y="238125"/>
                </a:lnTo>
                <a:lnTo>
                  <a:pt x="238125" y="238125"/>
                </a:lnTo>
                <a:close/>
                <a:moveTo>
                  <a:pt x="523875" y="238125"/>
                </a:moveTo>
                <a:lnTo>
                  <a:pt x="533400" y="238125"/>
                </a:lnTo>
                <a:lnTo>
                  <a:pt x="533400" y="257175"/>
                </a:lnTo>
                <a:lnTo>
                  <a:pt x="523875" y="257175"/>
                </a:lnTo>
                <a:close/>
                <a:moveTo>
                  <a:pt x="571500" y="238125"/>
                </a:moveTo>
                <a:lnTo>
                  <a:pt x="581025" y="238125"/>
                </a:lnTo>
                <a:lnTo>
                  <a:pt x="581025" y="247650"/>
                </a:lnTo>
                <a:lnTo>
                  <a:pt x="590550" y="247650"/>
                </a:lnTo>
                <a:lnTo>
                  <a:pt x="590550" y="257175"/>
                </a:lnTo>
                <a:lnTo>
                  <a:pt x="571500" y="257175"/>
                </a:lnTo>
                <a:close/>
                <a:moveTo>
                  <a:pt x="76200" y="247650"/>
                </a:moveTo>
                <a:lnTo>
                  <a:pt x="85725" y="247650"/>
                </a:lnTo>
                <a:lnTo>
                  <a:pt x="85725" y="257175"/>
                </a:lnTo>
                <a:lnTo>
                  <a:pt x="76200" y="257175"/>
                </a:lnTo>
                <a:close/>
                <a:moveTo>
                  <a:pt x="333375" y="247650"/>
                </a:moveTo>
                <a:lnTo>
                  <a:pt x="390525" y="247650"/>
                </a:lnTo>
                <a:lnTo>
                  <a:pt x="390525" y="257175"/>
                </a:lnTo>
                <a:lnTo>
                  <a:pt x="333375" y="257175"/>
                </a:lnTo>
                <a:close/>
                <a:moveTo>
                  <a:pt x="609600" y="247650"/>
                </a:moveTo>
                <a:lnTo>
                  <a:pt x="619125" y="247650"/>
                </a:lnTo>
                <a:lnTo>
                  <a:pt x="619125" y="257175"/>
                </a:lnTo>
                <a:lnTo>
                  <a:pt x="609600" y="257175"/>
                </a:lnTo>
                <a:close/>
                <a:moveTo>
                  <a:pt x="85725" y="257175"/>
                </a:moveTo>
                <a:lnTo>
                  <a:pt x="95250" y="257175"/>
                </a:lnTo>
                <a:lnTo>
                  <a:pt x="95250" y="276225"/>
                </a:lnTo>
                <a:lnTo>
                  <a:pt x="85725" y="276225"/>
                </a:lnTo>
                <a:close/>
                <a:moveTo>
                  <a:pt x="628650" y="257175"/>
                </a:moveTo>
                <a:lnTo>
                  <a:pt x="638175" y="257175"/>
                </a:lnTo>
                <a:lnTo>
                  <a:pt x="638175" y="266700"/>
                </a:lnTo>
                <a:lnTo>
                  <a:pt x="628650" y="266700"/>
                </a:lnTo>
                <a:close/>
                <a:moveTo>
                  <a:pt x="152400" y="266700"/>
                </a:moveTo>
                <a:lnTo>
                  <a:pt x="161925" y="266700"/>
                </a:lnTo>
                <a:lnTo>
                  <a:pt x="161925" y="276225"/>
                </a:lnTo>
                <a:lnTo>
                  <a:pt x="152400" y="276225"/>
                </a:lnTo>
                <a:close/>
                <a:moveTo>
                  <a:pt x="276225" y="276225"/>
                </a:moveTo>
                <a:lnTo>
                  <a:pt x="285750" y="276225"/>
                </a:lnTo>
                <a:lnTo>
                  <a:pt x="285750" y="295275"/>
                </a:lnTo>
                <a:lnTo>
                  <a:pt x="276225" y="295275"/>
                </a:lnTo>
                <a:close/>
                <a:moveTo>
                  <a:pt x="161925" y="314325"/>
                </a:moveTo>
                <a:lnTo>
                  <a:pt x="171450" y="314325"/>
                </a:lnTo>
                <a:lnTo>
                  <a:pt x="171450" y="323850"/>
                </a:lnTo>
                <a:lnTo>
                  <a:pt x="161925" y="323850"/>
                </a:lnTo>
                <a:close/>
                <a:moveTo>
                  <a:pt x="333375" y="314325"/>
                </a:moveTo>
                <a:lnTo>
                  <a:pt x="342900" y="314325"/>
                </a:lnTo>
                <a:lnTo>
                  <a:pt x="342900" y="323850"/>
                </a:lnTo>
                <a:lnTo>
                  <a:pt x="333375" y="323850"/>
                </a:lnTo>
                <a:close/>
                <a:moveTo>
                  <a:pt x="676275" y="314325"/>
                </a:moveTo>
                <a:lnTo>
                  <a:pt x="685800" y="314325"/>
                </a:lnTo>
                <a:lnTo>
                  <a:pt x="685800" y="323850"/>
                </a:lnTo>
                <a:lnTo>
                  <a:pt x="676275" y="323850"/>
                </a:lnTo>
                <a:close/>
                <a:moveTo>
                  <a:pt x="171450" y="323850"/>
                </a:moveTo>
                <a:lnTo>
                  <a:pt x="180975" y="323850"/>
                </a:lnTo>
                <a:lnTo>
                  <a:pt x="180975" y="333375"/>
                </a:lnTo>
                <a:lnTo>
                  <a:pt x="171450" y="333375"/>
                </a:lnTo>
                <a:close/>
                <a:moveTo>
                  <a:pt x="238125" y="333375"/>
                </a:moveTo>
                <a:lnTo>
                  <a:pt x="247650" y="333375"/>
                </a:lnTo>
                <a:lnTo>
                  <a:pt x="247650" y="352425"/>
                </a:lnTo>
                <a:lnTo>
                  <a:pt x="238125" y="352425"/>
                </a:lnTo>
                <a:close/>
                <a:moveTo>
                  <a:pt x="762000" y="333375"/>
                </a:moveTo>
                <a:lnTo>
                  <a:pt x="771525" y="333375"/>
                </a:lnTo>
                <a:lnTo>
                  <a:pt x="771525" y="342900"/>
                </a:lnTo>
                <a:lnTo>
                  <a:pt x="781050" y="342900"/>
                </a:lnTo>
                <a:lnTo>
                  <a:pt x="781050" y="381000"/>
                </a:lnTo>
                <a:lnTo>
                  <a:pt x="762000" y="381000"/>
                </a:lnTo>
                <a:close/>
                <a:moveTo>
                  <a:pt x="685800" y="352425"/>
                </a:moveTo>
                <a:lnTo>
                  <a:pt x="695325" y="352425"/>
                </a:lnTo>
                <a:lnTo>
                  <a:pt x="695325" y="381000"/>
                </a:lnTo>
                <a:lnTo>
                  <a:pt x="685800" y="381000"/>
                </a:lnTo>
                <a:close/>
                <a:moveTo>
                  <a:pt x="438150" y="361950"/>
                </a:moveTo>
                <a:lnTo>
                  <a:pt x="447675" y="361950"/>
                </a:lnTo>
                <a:lnTo>
                  <a:pt x="447675" y="371475"/>
                </a:lnTo>
                <a:lnTo>
                  <a:pt x="438150" y="371475"/>
                </a:lnTo>
                <a:close/>
                <a:moveTo>
                  <a:pt x="257175" y="371475"/>
                </a:moveTo>
                <a:lnTo>
                  <a:pt x="266700" y="371475"/>
                </a:lnTo>
                <a:lnTo>
                  <a:pt x="266700" y="381000"/>
                </a:lnTo>
                <a:lnTo>
                  <a:pt x="257175" y="381000"/>
                </a:lnTo>
                <a:close/>
                <a:moveTo>
                  <a:pt x="85725" y="428625"/>
                </a:moveTo>
                <a:lnTo>
                  <a:pt x="95250" y="428625"/>
                </a:lnTo>
                <a:lnTo>
                  <a:pt x="95250" y="438150"/>
                </a:lnTo>
                <a:lnTo>
                  <a:pt x="85725" y="438150"/>
                </a:lnTo>
                <a:close/>
                <a:moveTo>
                  <a:pt x="666750" y="428625"/>
                </a:moveTo>
                <a:lnTo>
                  <a:pt x="676275" y="428625"/>
                </a:lnTo>
                <a:lnTo>
                  <a:pt x="676275" y="438150"/>
                </a:lnTo>
                <a:lnTo>
                  <a:pt x="666750" y="438150"/>
                </a:lnTo>
                <a:close/>
                <a:moveTo>
                  <a:pt x="752475" y="428625"/>
                </a:moveTo>
                <a:lnTo>
                  <a:pt x="762000" y="428625"/>
                </a:lnTo>
                <a:lnTo>
                  <a:pt x="762000" y="438150"/>
                </a:lnTo>
                <a:lnTo>
                  <a:pt x="752475" y="438150"/>
                </a:lnTo>
                <a:close/>
                <a:moveTo>
                  <a:pt x="76200" y="438150"/>
                </a:moveTo>
                <a:lnTo>
                  <a:pt x="85725" y="438150"/>
                </a:lnTo>
                <a:lnTo>
                  <a:pt x="85725" y="485775"/>
                </a:lnTo>
                <a:lnTo>
                  <a:pt x="76200" y="485775"/>
                </a:lnTo>
                <a:close/>
                <a:moveTo>
                  <a:pt x="152400" y="438150"/>
                </a:moveTo>
                <a:lnTo>
                  <a:pt x="171450" y="438150"/>
                </a:lnTo>
                <a:lnTo>
                  <a:pt x="171450" y="447675"/>
                </a:lnTo>
                <a:lnTo>
                  <a:pt x="152400" y="447675"/>
                </a:lnTo>
                <a:close/>
                <a:moveTo>
                  <a:pt x="352425" y="438150"/>
                </a:moveTo>
                <a:lnTo>
                  <a:pt x="361950" y="438150"/>
                </a:lnTo>
                <a:lnTo>
                  <a:pt x="361950" y="447675"/>
                </a:lnTo>
                <a:lnTo>
                  <a:pt x="352425" y="447675"/>
                </a:lnTo>
                <a:close/>
                <a:moveTo>
                  <a:pt x="219075" y="447675"/>
                </a:moveTo>
                <a:lnTo>
                  <a:pt x="228600" y="447675"/>
                </a:lnTo>
                <a:lnTo>
                  <a:pt x="228600" y="457200"/>
                </a:lnTo>
                <a:lnTo>
                  <a:pt x="219075" y="457200"/>
                </a:lnTo>
                <a:close/>
                <a:moveTo>
                  <a:pt x="361950" y="447675"/>
                </a:moveTo>
                <a:lnTo>
                  <a:pt x="371475" y="447675"/>
                </a:lnTo>
                <a:lnTo>
                  <a:pt x="371475" y="457200"/>
                </a:lnTo>
                <a:lnTo>
                  <a:pt x="361950" y="457200"/>
                </a:lnTo>
                <a:close/>
                <a:moveTo>
                  <a:pt x="742950" y="457200"/>
                </a:moveTo>
                <a:lnTo>
                  <a:pt x="752475" y="457200"/>
                </a:lnTo>
                <a:lnTo>
                  <a:pt x="752475" y="476250"/>
                </a:lnTo>
                <a:lnTo>
                  <a:pt x="742950" y="476250"/>
                </a:lnTo>
                <a:close/>
                <a:moveTo>
                  <a:pt x="219075" y="466725"/>
                </a:moveTo>
                <a:lnTo>
                  <a:pt x="228600" y="466725"/>
                </a:lnTo>
                <a:lnTo>
                  <a:pt x="228600" y="476250"/>
                </a:lnTo>
                <a:lnTo>
                  <a:pt x="219075" y="476250"/>
                </a:lnTo>
                <a:close/>
                <a:moveTo>
                  <a:pt x="238125" y="466725"/>
                </a:moveTo>
                <a:lnTo>
                  <a:pt x="247650" y="466725"/>
                </a:lnTo>
                <a:lnTo>
                  <a:pt x="247650" y="476250"/>
                </a:lnTo>
                <a:lnTo>
                  <a:pt x="238125" y="476250"/>
                </a:lnTo>
                <a:close/>
                <a:moveTo>
                  <a:pt x="476250" y="476250"/>
                </a:moveTo>
                <a:lnTo>
                  <a:pt x="485775" y="476250"/>
                </a:lnTo>
                <a:lnTo>
                  <a:pt x="485775" y="485775"/>
                </a:lnTo>
                <a:lnTo>
                  <a:pt x="476250" y="485775"/>
                </a:lnTo>
                <a:close/>
                <a:moveTo>
                  <a:pt x="514350" y="485775"/>
                </a:moveTo>
                <a:lnTo>
                  <a:pt x="533400" y="485775"/>
                </a:lnTo>
                <a:lnTo>
                  <a:pt x="533400" y="495300"/>
                </a:lnTo>
                <a:lnTo>
                  <a:pt x="552450" y="495300"/>
                </a:lnTo>
                <a:lnTo>
                  <a:pt x="552450" y="485775"/>
                </a:lnTo>
                <a:lnTo>
                  <a:pt x="561975" y="485775"/>
                </a:lnTo>
                <a:lnTo>
                  <a:pt x="561975" y="495300"/>
                </a:lnTo>
                <a:lnTo>
                  <a:pt x="571500" y="495300"/>
                </a:lnTo>
                <a:lnTo>
                  <a:pt x="571500" y="485775"/>
                </a:lnTo>
                <a:lnTo>
                  <a:pt x="581025" y="485775"/>
                </a:lnTo>
                <a:lnTo>
                  <a:pt x="581025" y="495300"/>
                </a:lnTo>
                <a:lnTo>
                  <a:pt x="590550" y="495300"/>
                </a:lnTo>
                <a:lnTo>
                  <a:pt x="590550" y="504825"/>
                </a:lnTo>
                <a:lnTo>
                  <a:pt x="514350" y="504825"/>
                </a:lnTo>
                <a:close/>
                <a:moveTo>
                  <a:pt x="742950" y="485775"/>
                </a:moveTo>
                <a:lnTo>
                  <a:pt x="752475" y="485775"/>
                </a:lnTo>
                <a:lnTo>
                  <a:pt x="752475" y="495300"/>
                </a:lnTo>
                <a:lnTo>
                  <a:pt x="742950" y="495300"/>
                </a:lnTo>
                <a:close/>
                <a:moveTo>
                  <a:pt x="752475" y="495300"/>
                </a:moveTo>
                <a:lnTo>
                  <a:pt x="762000" y="495300"/>
                </a:lnTo>
                <a:lnTo>
                  <a:pt x="762000" y="504825"/>
                </a:lnTo>
                <a:lnTo>
                  <a:pt x="752475" y="504825"/>
                </a:lnTo>
                <a:close/>
                <a:moveTo>
                  <a:pt x="771525" y="504825"/>
                </a:moveTo>
                <a:lnTo>
                  <a:pt x="781050" y="504825"/>
                </a:lnTo>
                <a:lnTo>
                  <a:pt x="781050" y="514350"/>
                </a:lnTo>
                <a:lnTo>
                  <a:pt x="771525" y="514350"/>
                </a:lnTo>
                <a:close/>
                <a:moveTo>
                  <a:pt x="85725" y="514350"/>
                </a:moveTo>
                <a:lnTo>
                  <a:pt x="95250" y="514350"/>
                </a:lnTo>
                <a:lnTo>
                  <a:pt x="95250" y="523875"/>
                </a:lnTo>
                <a:lnTo>
                  <a:pt x="85725" y="523875"/>
                </a:lnTo>
                <a:close/>
                <a:moveTo>
                  <a:pt x="781050" y="514350"/>
                </a:moveTo>
                <a:lnTo>
                  <a:pt x="790575" y="514350"/>
                </a:lnTo>
                <a:lnTo>
                  <a:pt x="790575" y="523875"/>
                </a:lnTo>
                <a:lnTo>
                  <a:pt x="781050" y="523875"/>
                </a:lnTo>
                <a:close/>
                <a:moveTo>
                  <a:pt x="76200" y="523875"/>
                </a:moveTo>
                <a:lnTo>
                  <a:pt x="85725" y="523875"/>
                </a:lnTo>
                <a:lnTo>
                  <a:pt x="85725" y="533400"/>
                </a:lnTo>
                <a:lnTo>
                  <a:pt x="76200" y="533400"/>
                </a:lnTo>
                <a:close/>
                <a:moveTo>
                  <a:pt x="647700" y="552450"/>
                </a:moveTo>
                <a:lnTo>
                  <a:pt x="657225" y="552450"/>
                </a:lnTo>
                <a:lnTo>
                  <a:pt x="657225" y="561975"/>
                </a:lnTo>
                <a:lnTo>
                  <a:pt x="647700" y="561975"/>
                </a:lnTo>
                <a:close/>
                <a:moveTo>
                  <a:pt x="180975" y="561975"/>
                </a:moveTo>
                <a:lnTo>
                  <a:pt x="190500" y="561975"/>
                </a:lnTo>
                <a:lnTo>
                  <a:pt x="190500" y="571500"/>
                </a:lnTo>
                <a:lnTo>
                  <a:pt x="180975" y="571500"/>
                </a:lnTo>
                <a:close/>
                <a:moveTo>
                  <a:pt x="447675" y="561975"/>
                </a:moveTo>
                <a:lnTo>
                  <a:pt x="457200" y="561975"/>
                </a:lnTo>
                <a:lnTo>
                  <a:pt x="457200" y="571500"/>
                </a:lnTo>
                <a:lnTo>
                  <a:pt x="447675" y="571500"/>
                </a:lnTo>
                <a:close/>
                <a:moveTo>
                  <a:pt x="533400" y="590550"/>
                </a:moveTo>
                <a:lnTo>
                  <a:pt x="542925" y="590550"/>
                </a:lnTo>
                <a:lnTo>
                  <a:pt x="542925" y="600075"/>
                </a:lnTo>
                <a:lnTo>
                  <a:pt x="533400" y="600075"/>
                </a:lnTo>
                <a:close/>
                <a:moveTo>
                  <a:pt x="95250" y="609600"/>
                </a:moveTo>
                <a:lnTo>
                  <a:pt x="104775" y="609600"/>
                </a:lnTo>
                <a:lnTo>
                  <a:pt x="104775" y="619125"/>
                </a:lnTo>
                <a:lnTo>
                  <a:pt x="95250" y="619125"/>
                </a:lnTo>
                <a:close/>
                <a:moveTo>
                  <a:pt x="333375" y="619125"/>
                </a:moveTo>
                <a:lnTo>
                  <a:pt x="361950" y="619125"/>
                </a:lnTo>
                <a:lnTo>
                  <a:pt x="361950" y="628650"/>
                </a:lnTo>
                <a:lnTo>
                  <a:pt x="333375" y="628650"/>
                </a:lnTo>
                <a:close/>
                <a:moveTo>
                  <a:pt x="133350" y="647700"/>
                </a:moveTo>
                <a:lnTo>
                  <a:pt x="142875" y="647700"/>
                </a:lnTo>
                <a:lnTo>
                  <a:pt x="142875" y="657225"/>
                </a:lnTo>
                <a:lnTo>
                  <a:pt x="133350" y="657225"/>
                </a:lnTo>
                <a:close/>
                <a:moveTo>
                  <a:pt x="190500" y="657225"/>
                </a:moveTo>
                <a:lnTo>
                  <a:pt x="209550" y="657225"/>
                </a:lnTo>
                <a:lnTo>
                  <a:pt x="209550" y="666750"/>
                </a:lnTo>
                <a:lnTo>
                  <a:pt x="190500" y="666750"/>
                </a:lnTo>
                <a:close/>
                <a:moveTo>
                  <a:pt x="285750" y="657225"/>
                </a:moveTo>
                <a:lnTo>
                  <a:pt x="381000" y="657225"/>
                </a:lnTo>
                <a:lnTo>
                  <a:pt x="381000" y="666750"/>
                </a:lnTo>
                <a:lnTo>
                  <a:pt x="361950" y="666750"/>
                </a:lnTo>
                <a:lnTo>
                  <a:pt x="361950" y="676275"/>
                </a:lnTo>
                <a:lnTo>
                  <a:pt x="352425" y="676275"/>
                </a:lnTo>
                <a:lnTo>
                  <a:pt x="352425" y="685800"/>
                </a:lnTo>
                <a:lnTo>
                  <a:pt x="342900" y="685800"/>
                </a:lnTo>
                <a:lnTo>
                  <a:pt x="342900" y="666750"/>
                </a:lnTo>
                <a:lnTo>
                  <a:pt x="285750" y="666750"/>
                </a:lnTo>
                <a:close/>
                <a:moveTo>
                  <a:pt x="400050" y="657225"/>
                </a:moveTo>
                <a:lnTo>
                  <a:pt x="428625" y="657225"/>
                </a:lnTo>
                <a:lnTo>
                  <a:pt x="428625" y="666750"/>
                </a:lnTo>
                <a:lnTo>
                  <a:pt x="400050" y="666750"/>
                </a:lnTo>
                <a:close/>
                <a:moveTo>
                  <a:pt x="200025" y="781050"/>
                </a:moveTo>
                <a:lnTo>
                  <a:pt x="209550" y="781050"/>
                </a:lnTo>
                <a:lnTo>
                  <a:pt x="209550" y="790575"/>
                </a:lnTo>
                <a:lnTo>
                  <a:pt x="200025" y="790575"/>
                </a:lnTo>
                <a:close/>
              </a:path>
            </a:pathLst>
          </a:custGeom>
          <a:solidFill xmlns:a="http://schemas.openxmlformats.org/drawingml/2006/main">
            <a:srgbClr val="F6F9F3"/>
          </a:solidFill>
          <a:ln xmlns:a="http://schemas.openxmlformats.org/drawingml/2006/main" w="0">
            <a:noFill/>
          </a:ln>
        </p:spPr>
      </p:sp>
      <p:sp>
        <p:nvSpPr>
          <p:cNvPr id="83" name="v02 vector #f9f7f3">
            <a:extLst xmlns:a="http://schemas.openxmlformats.org/drawingml/2006/main">
              <a:ext uri="{FF2B5EF4-FFF2-40B4-BE49-F238E27FC236}">
                <a16:creationId xmlns:a16="http://schemas.microsoft.com/office/drawing/2014/main" id="{6423B3C8-EE9E-4F87-BF0D-2E913283332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10675" y="2362200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885825" y="0"/>
                </a:moveTo>
                <a:lnTo>
                  <a:pt x="904875" y="0"/>
                </a:lnTo>
                <a:lnTo>
                  <a:pt x="904875" y="9525"/>
                </a:lnTo>
                <a:lnTo>
                  <a:pt x="885825" y="9525"/>
                </a:lnTo>
                <a:close/>
                <a:moveTo>
                  <a:pt x="942975" y="0"/>
                </a:moveTo>
                <a:lnTo>
                  <a:pt x="962025" y="0"/>
                </a:lnTo>
                <a:lnTo>
                  <a:pt x="962025" y="9525"/>
                </a:lnTo>
                <a:lnTo>
                  <a:pt x="952500" y="9525"/>
                </a:lnTo>
                <a:lnTo>
                  <a:pt x="952500" y="19050"/>
                </a:lnTo>
                <a:lnTo>
                  <a:pt x="942975" y="19050"/>
                </a:lnTo>
                <a:close/>
                <a:moveTo>
                  <a:pt x="1133475" y="0"/>
                </a:moveTo>
                <a:lnTo>
                  <a:pt x="1152525" y="0"/>
                </a:lnTo>
                <a:lnTo>
                  <a:pt x="1152525" y="19050"/>
                </a:lnTo>
                <a:lnTo>
                  <a:pt x="1123950" y="19050"/>
                </a:lnTo>
                <a:lnTo>
                  <a:pt x="1123950" y="9525"/>
                </a:lnTo>
                <a:lnTo>
                  <a:pt x="1133475" y="9525"/>
                </a:lnTo>
                <a:close/>
                <a:moveTo>
                  <a:pt x="942975" y="28575"/>
                </a:moveTo>
                <a:lnTo>
                  <a:pt x="952500" y="28575"/>
                </a:lnTo>
                <a:lnTo>
                  <a:pt x="952500" y="38100"/>
                </a:lnTo>
                <a:lnTo>
                  <a:pt x="942975" y="38100"/>
                </a:lnTo>
                <a:close/>
                <a:moveTo>
                  <a:pt x="790575" y="38100"/>
                </a:moveTo>
                <a:lnTo>
                  <a:pt x="809625" y="38100"/>
                </a:lnTo>
                <a:lnTo>
                  <a:pt x="809625" y="47625"/>
                </a:lnTo>
                <a:lnTo>
                  <a:pt x="800100" y="47625"/>
                </a:lnTo>
                <a:lnTo>
                  <a:pt x="800100" y="57150"/>
                </a:lnTo>
                <a:lnTo>
                  <a:pt x="790575" y="57150"/>
                </a:lnTo>
                <a:close/>
                <a:moveTo>
                  <a:pt x="1009650" y="66675"/>
                </a:moveTo>
                <a:lnTo>
                  <a:pt x="1019175" y="66675"/>
                </a:lnTo>
                <a:lnTo>
                  <a:pt x="1019175" y="76200"/>
                </a:lnTo>
                <a:lnTo>
                  <a:pt x="1009650" y="76200"/>
                </a:lnTo>
                <a:close/>
                <a:moveTo>
                  <a:pt x="152400" y="85725"/>
                </a:moveTo>
                <a:lnTo>
                  <a:pt x="161925" y="85725"/>
                </a:lnTo>
                <a:lnTo>
                  <a:pt x="161925" y="95250"/>
                </a:lnTo>
                <a:lnTo>
                  <a:pt x="152400" y="95250"/>
                </a:lnTo>
                <a:close/>
                <a:moveTo>
                  <a:pt x="352425" y="85725"/>
                </a:moveTo>
                <a:lnTo>
                  <a:pt x="361950" y="85725"/>
                </a:lnTo>
                <a:lnTo>
                  <a:pt x="361950" y="104775"/>
                </a:lnTo>
                <a:lnTo>
                  <a:pt x="333375" y="104775"/>
                </a:lnTo>
                <a:lnTo>
                  <a:pt x="333375" y="95250"/>
                </a:lnTo>
                <a:lnTo>
                  <a:pt x="352425" y="95250"/>
                </a:lnTo>
                <a:close/>
                <a:moveTo>
                  <a:pt x="209550" y="95250"/>
                </a:moveTo>
                <a:lnTo>
                  <a:pt x="247650" y="95250"/>
                </a:lnTo>
                <a:lnTo>
                  <a:pt x="247650" y="104775"/>
                </a:lnTo>
                <a:lnTo>
                  <a:pt x="209550" y="104775"/>
                </a:lnTo>
                <a:close/>
                <a:moveTo>
                  <a:pt x="904875" y="95250"/>
                </a:moveTo>
                <a:lnTo>
                  <a:pt x="914400" y="95250"/>
                </a:lnTo>
                <a:lnTo>
                  <a:pt x="914400" y="104775"/>
                </a:lnTo>
                <a:lnTo>
                  <a:pt x="933450" y="104775"/>
                </a:lnTo>
                <a:lnTo>
                  <a:pt x="933450" y="114300"/>
                </a:lnTo>
                <a:lnTo>
                  <a:pt x="904875" y="114300"/>
                </a:lnTo>
                <a:close/>
                <a:moveTo>
                  <a:pt x="714375" y="104775"/>
                </a:moveTo>
                <a:lnTo>
                  <a:pt x="723900" y="104775"/>
                </a:lnTo>
                <a:lnTo>
                  <a:pt x="723900" y="123825"/>
                </a:lnTo>
                <a:lnTo>
                  <a:pt x="714375" y="123825"/>
                </a:lnTo>
                <a:lnTo>
                  <a:pt x="714375" y="133350"/>
                </a:lnTo>
                <a:lnTo>
                  <a:pt x="704850" y="133350"/>
                </a:lnTo>
                <a:lnTo>
                  <a:pt x="704850" y="142875"/>
                </a:lnTo>
                <a:lnTo>
                  <a:pt x="685800" y="142875"/>
                </a:lnTo>
                <a:lnTo>
                  <a:pt x="685800" y="123825"/>
                </a:lnTo>
                <a:lnTo>
                  <a:pt x="695325" y="123825"/>
                </a:lnTo>
                <a:lnTo>
                  <a:pt x="695325" y="114300"/>
                </a:lnTo>
                <a:lnTo>
                  <a:pt x="714375" y="114300"/>
                </a:lnTo>
                <a:close/>
                <a:moveTo>
                  <a:pt x="666750" y="114300"/>
                </a:moveTo>
                <a:lnTo>
                  <a:pt x="676275" y="114300"/>
                </a:lnTo>
                <a:lnTo>
                  <a:pt x="676275" y="152400"/>
                </a:lnTo>
                <a:lnTo>
                  <a:pt x="666750" y="152400"/>
                </a:lnTo>
                <a:lnTo>
                  <a:pt x="666750" y="133350"/>
                </a:lnTo>
                <a:lnTo>
                  <a:pt x="657225" y="133350"/>
                </a:lnTo>
                <a:lnTo>
                  <a:pt x="657225" y="123825"/>
                </a:lnTo>
                <a:lnTo>
                  <a:pt x="666750" y="123825"/>
                </a:lnTo>
                <a:close/>
                <a:moveTo>
                  <a:pt x="752475" y="123825"/>
                </a:moveTo>
                <a:lnTo>
                  <a:pt x="771525" y="123825"/>
                </a:lnTo>
                <a:lnTo>
                  <a:pt x="771525" y="133350"/>
                </a:lnTo>
                <a:lnTo>
                  <a:pt x="752475" y="133350"/>
                </a:lnTo>
                <a:close/>
                <a:moveTo>
                  <a:pt x="809625" y="133350"/>
                </a:moveTo>
                <a:lnTo>
                  <a:pt x="819150" y="133350"/>
                </a:lnTo>
                <a:lnTo>
                  <a:pt x="819150" y="142875"/>
                </a:lnTo>
                <a:lnTo>
                  <a:pt x="809625" y="142875"/>
                </a:lnTo>
                <a:close/>
                <a:moveTo>
                  <a:pt x="800100" y="142875"/>
                </a:moveTo>
                <a:lnTo>
                  <a:pt x="809625" y="142875"/>
                </a:lnTo>
                <a:lnTo>
                  <a:pt x="809625" y="161925"/>
                </a:lnTo>
                <a:lnTo>
                  <a:pt x="800100" y="161925"/>
                </a:lnTo>
                <a:close/>
                <a:moveTo>
                  <a:pt x="1143000" y="142875"/>
                </a:moveTo>
                <a:lnTo>
                  <a:pt x="1152525" y="142875"/>
                </a:lnTo>
                <a:lnTo>
                  <a:pt x="1152525" y="152400"/>
                </a:lnTo>
                <a:lnTo>
                  <a:pt x="1143000" y="152400"/>
                </a:lnTo>
                <a:close/>
                <a:moveTo>
                  <a:pt x="1171575" y="238125"/>
                </a:moveTo>
                <a:lnTo>
                  <a:pt x="1181100" y="238125"/>
                </a:lnTo>
                <a:lnTo>
                  <a:pt x="1181100" y="247650"/>
                </a:lnTo>
                <a:lnTo>
                  <a:pt x="1190625" y="247650"/>
                </a:lnTo>
                <a:lnTo>
                  <a:pt x="1190625" y="257175"/>
                </a:lnTo>
                <a:lnTo>
                  <a:pt x="1171575" y="257175"/>
                </a:lnTo>
                <a:close/>
                <a:moveTo>
                  <a:pt x="590550" y="276225"/>
                </a:moveTo>
                <a:lnTo>
                  <a:pt x="609600" y="276225"/>
                </a:lnTo>
                <a:lnTo>
                  <a:pt x="609600" y="295275"/>
                </a:lnTo>
                <a:lnTo>
                  <a:pt x="600075" y="295275"/>
                </a:lnTo>
                <a:lnTo>
                  <a:pt x="600075" y="285750"/>
                </a:lnTo>
                <a:lnTo>
                  <a:pt x="590550" y="285750"/>
                </a:lnTo>
                <a:close/>
                <a:moveTo>
                  <a:pt x="1047750" y="285750"/>
                </a:moveTo>
                <a:lnTo>
                  <a:pt x="1066800" y="285750"/>
                </a:lnTo>
                <a:lnTo>
                  <a:pt x="1066800" y="304800"/>
                </a:lnTo>
                <a:lnTo>
                  <a:pt x="1057275" y="304800"/>
                </a:lnTo>
                <a:lnTo>
                  <a:pt x="1057275" y="314325"/>
                </a:lnTo>
                <a:lnTo>
                  <a:pt x="1047750" y="314325"/>
                </a:lnTo>
                <a:lnTo>
                  <a:pt x="1047750" y="304800"/>
                </a:lnTo>
                <a:lnTo>
                  <a:pt x="1038225" y="304800"/>
                </a:lnTo>
                <a:lnTo>
                  <a:pt x="1038225" y="295275"/>
                </a:lnTo>
                <a:lnTo>
                  <a:pt x="1047750" y="295275"/>
                </a:lnTo>
                <a:close/>
                <a:moveTo>
                  <a:pt x="1095375" y="304800"/>
                </a:moveTo>
                <a:lnTo>
                  <a:pt x="1114425" y="304800"/>
                </a:lnTo>
                <a:lnTo>
                  <a:pt x="1114425" y="323850"/>
                </a:lnTo>
                <a:lnTo>
                  <a:pt x="1104900" y="323850"/>
                </a:lnTo>
                <a:lnTo>
                  <a:pt x="1104900" y="333375"/>
                </a:lnTo>
                <a:lnTo>
                  <a:pt x="1085850" y="333375"/>
                </a:lnTo>
                <a:lnTo>
                  <a:pt x="1085850" y="314325"/>
                </a:lnTo>
                <a:lnTo>
                  <a:pt x="1095375" y="314325"/>
                </a:lnTo>
                <a:close/>
                <a:moveTo>
                  <a:pt x="571500" y="314325"/>
                </a:moveTo>
                <a:lnTo>
                  <a:pt x="590550" y="314325"/>
                </a:lnTo>
                <a:lnTo>
                  <a:pt x="590550" y="323850"/>
                </a:lnTo>
                <a:lnTo>
                  <a:pt x="600075" y="323850"/>
                </a:lnTo>
                <a:lnTo>
                  <a:pt x="600075" y="342900"/>
                </a:lnTo>
                <a:lnTo>
                  <a:pt x="571500" y="342900"/>
                </a:lnTo>
                <a:close/>
                <a:moveTo>
                  <a:pt x="533400" y="352425"/>
                </a:moveTo>
                <a:lnTo>
                  <a:pt x="542925" y="352425"/>
                </a:lnTo>
                <a:lnTo>
                  <a:pt x="542925" y="361950"/>
                </a:lnTo>
                <a:lnTo>
                  <a:pt x="552450" y="361950"/>
                </a:lnTo>
                <a:lnTo>
                  <a:pt x="552450" y="371475"/>
                </a:lnTo>
                <a:lnTo>
                  <a:pt x="561975" y="371475"/>
                </a:lnTo>
                <a:lnTo>
                  <a:pt x="561975" y="400050"/>
                </a:lnTo>
                <a:lnTo>
                  <a:pt x="542925" y="400050"/>
                </a:lnTo>
                <a:lnTo>
                  <a:pt x="542925" y="371475"/>
                </a:lnTo>
                <a:lnTo>
                  <a:pt x="533400" y="371475"/>
                </a:lnTo>
                <a:close/>
                <a:moveTo>
                  <a:pt x="628650" y="352425"/>
                </a:moveTo>
                <a:lnTo>
                  <a:pt x="638175" y="352425"/>
                </a:lnTo>
                <a:lnTo>
                  <a:pt x="638175" y="371475"/>
                </a:lnTo>
                <a:lnTo>
                  <a:pt x="628650" y="371475"/>
                </a:lnTo>
                <a:close/>
                <a:moveTo>
                  <a:pt x="1028700" y="447675"/>
                </a:moveTo>
                <a:lnTo>
                  <a:pt x="1047750" y="447675"/>
                </a:lnTo>
                <a:lnTo>
                  <a:pt x="1047750" y="457200"/>
                </a:lnTo>
                <a:lnTo>
                  <a:pt x="1028700" y="457200"/>
                </a:lnTo>
                <a:close/>
                <a:moveTo>
                  <a:pt x="1171575" y="447675"/>
                </a:moveTo>
                <a:lnTo>
                  <a:pt x="1181100" y="447675"/>
                </a:lnTo>
                <a:lnTo>
                  <a:pt x="1181100" y="457200"/>
                </a:lnTo>
                <a:lnTo>
                  <a:pt x="1200150" y="457200"/>
                </a:lnTo>
                <a:lnTo>
                  <a:pt x="1200150" y="447675"/>
                </a:lnTo>
                <a:lnTo>
                  <a:pt x="1209675" y="447675"/>
                </a:lnTo>
                <a:lnTo>
                  <a:pt x="1209675" y="457200"/>
                </a:lnTo>
                <a:lnTo>
                  <a:pt x="1200150" y="457200"/>
                </a:lnTo>
                <a:lnTo>
                  <a:pt x="1200150" y="485775"/>
                </a:lnTo>
                <a:lnTo>
                  <a:pt x="1190625" y="485775"/>
                </a:lnTo>
                <a:lnTo>
                  <a:pt x="1190625" y="504825"/>
                </a:lnTo>
                <a:lnTo>
                  <a:pt x="1171575" y="504825"/>
                </a:lnTo>
                <a:lnTo>
                  <a:pt x="1171575" y="485775"/>
                </a:lnTo>
                <a:lnTo>
                  <a:pt x="1162050" y="485775"/>
                </a:lnTo>
                <a:lnTo>
                  <a:pt x="1162050" y="476250"/>
                </a:lnTo>
                <a:lnTo>
                  <a:pt x="1152525" y="476250"/>
                </a:lnTo>
                <a:lnTo>
                  <a:pt x="1152525" y="457200"/>
                </a:lnTo>
                <a:lnTo>
                  <a:pt x="1171575" y="457200"/>
                </a:lnTo>
                <a:close/>
                <a:moveTo>
                  <a:pt x="38100" y="457200"/>
                </a:moveTo>
                <a:lnTo>
                  <a:pt x="57150" y="457200"/>
                </a:lnTo>
                <a:lnTo>
                  <a:pt x="57150" y="466725"/>
                </a:lnTo>
                <a:lnTo>
                  <a:pt x="38100" y="466725"/>
                </a:lnTo>
                <a:close/>
                <a:moveTo>
                  <a:pt x="285750" y="457200"/>
                </a:moveTo>
                <a:lnTo>
                  <a:pt x="314325" y="457200"/>
                </a:lnTo>
                <a:lnTo>
                  <a:pt x="314325" y="476250"/>
                </a:lnTo>
                <a:lnTo>
                  <a:pt x="285750" y="476250"/>
                </a:lnTo>
                <a:close/>
                <a:moveTo>
                  <a:pt x="914400" y="485775"/>
                </a:moveTo>
                <a:lnTo>
                  <a:pt x="923925" y="485775"/>
                </a:lnTo>
                <a:lnTo>
                  <a:pt x="923925" y="495300"/>
                </a:lnTo>
                <a:lnTo>
                  <a:pt x="914400" y="495300"/>
                </a:lnTo>
                <a:close/>
                <a:moveTo>
                  <a:pt x="1152525" y="485775"/>
                </a:moveTo>
                <a:lnTo>
                  <a:pt x="1162050" y="485775"/>
                </a:lnTo>
                <a:lnTo>
                  <a:pt x="1162050" y="495300"/>
                </a:lnTo>
                <a:lnTo>
                  <a:pt x="1152525" y="495300"/>
                </a:lnTo>
                <a:close/>
                <a:moveTo>
                  <a:pt x="952500" y="504825"/>
                </a:moveTo>
                <a:lnTo>
                  <a:pt x="962025" y="504825"/>
                </a:lnTo>
                <a:lnTo>
                  <a:pt x="962025" y="514350"/>
                </a:lnTo>
                <a:lnTo>
                  <a:pt x="971550" y="514350"/>
                </a:lnTo>
                <a:lnTo>
                  <a:pt x="971550" y="523875"/>
                </a:lnTo>
                <a:lnTo>
                  <a:pt x="942975" y="523875"/>
                </a:lnTo>
                <a:lnTo>
                  <a:pt x="942975" y="514350"/>
                </a:lnTo>
                <a:lnTo>
                  <a:pt x="952500" y="514350"/>
                </a:lnTo>
                <a:close/>
                <a:moveTo>
                  <a:pt x="1028700" y="504825"/>
                </a:moveTo>
                <a:lnTo>
                  <a:pt x="1038225" y="504825"/>
                </a:lnTo>
                <a:lnTo>
                  <a:pt x="1038225" y="514350"/>
                </a:lnTo>
                <a:lnTo>
                  <a:pt x="1028700" y="514350"/>
                </a:lnTo>
                <a:close/>
                <a:moveTo>
                  <a:pt x="895350" y="533400"/>
                </a:moveTo>
                <a:lnTo>
                  <a:pt x="904875" y="533400"/>
                </a:lnTo>
                <a:lnTo>
                  <a:pt x="904875" y="542925"/>
                </a:lnTo>
                <a:lnTo>
                  <a:pt x="942975" y="542925"/>
                </a:lnTo>
                <a:lnTo>
                  <a:pt x="942975" y="561975"/>
                </a:lnTo>
                <a:lnTo>
                  <a:pt x="933450" y="561975"/>
                </a:lnTo>
                <a:lnTo>
                  <a:pt x="933450" y="571500"/>
                </a:lnTo>
                <a:lnTo>
                  <a:pt x="923925" y="571500"/>
                </a:lnTo>
                <a:lnTo>
                  <a:pt x="923925" y="561975"/>
                </a:lnTo>
                <a:lnTo>
                  <a:pt x="904875" y="561975"/>
                </a:lnTo>
                <a:lnTo>
                  <a:pt x="904875" y="552450"/>
                </a:lnTo>
                <a:lnTo>
                  <a:pt x="895350" y="552450"/>
                </a:lnTo>
                <a:close/>
                <a:moveTo>
                  <a:pt x="1009650" y="533400"/>
                </a:moveTo>
                <a:lnTo>
                  <a:pt x="1019175" y="533400"/>
                </a:lnTo>
                <a:lnTo>
                  <a:pt x="1019175" y="542925"/>
                </a:lnTo>
                <a:lnTo>
                  <a:pt x="1009650" y="542925"/>
                </a:lnTo>
                <a:close/>
                <a:moveTo>
                  <a:pt x="876300" y="552450"/>
                </a:moveTo>
                <a:lnTo>
                  <a:pt x="895350" y="552450"/>
                </a:lnTo>
                <a:lnTo>
                  <a:pt x="895350" y="561975"/>
                </a:lnTo>
                <a:lnTo>
                  <a:pt x="876300" y="561975"/>
                </a:lnTo>
                <a:close/>
                <a:moveTo>
                  <a:pt x="952500" y="552450"/>
                </a:moveTo>
                <a:lnTo>
                  <a:pt x="962025" y="552450"/>
                </a:lnTo>
                <a:lnTo>
                  <a:pt x="962025" y="561975"/>
                </a:lnTo>
                <a:lnTo>
                  <a:pt x="952500" y="561975"/>
                </a:lnTo>
                <a:close/>
                <a:moveTo>
                  <a:pt x="971550" y="552450"/>
                </a:moveTo>
                <a:lnTo>
                  <a:pt x="981075" y="552450"/>
                </a:lnTo>
                <a:lnTo>
                  <a:pt x="981075" y="561975"/>
                </a:lnTo>
                <a:lnTo>
                  <a:pt x="971550" y="561975"/>
                </a:lnTo>
                <a:close/>
                <a:moveTo>
                  <a:pt x="0" y="561975"/>
                </a:moveTo>
                <a:lnTo>
                  <a:pt x="9525" y="561975"/>
                </a:lnTo>
                <a:lnTo>
                  <a:pt x="9525" y="581025"/>
                </a:lnTo>
                <a:lnTo>
                  <a:pt x="0" y="581025"/>
                </a:lnTo>
                <a:close/>
                <a:moveTo>
                  <a:pt x="866775" y="561975"/>
                </a:moveTo>
                <a:lnTo>
                  <a:pt x="876300" y="561975"/>
                </a:lnTo>
                <a:lnTo>
                  <a:pt x="876300" y="571500"/>
                </a:lnTo>
                <a:lnTo>
                  <a:pt x="866775" y="571500"/>
                </a:lnTo>
                <a:close/>
                <a:moveTo>
                  <a:pt x="504825" y="723900"/>
                </a:moveTo>
                <a:lnTo>
                  <a:pt x="523875" y="723900"/>
                </a:lnTo>
                <a:lnTo>
                  <a:pt x="523875" y="733425"/>
                </a:lnTo>
                <a:lnTo>
                  <a:pt x="504825" y="733425"/>
                </a:lnTo>
                <a:close/>
                <a:moveTo>
                  <a:pt x="1047750" y="723900"/>
                </a:moveTo>
                <a:lnTo>
                  <a:pt x="1066800" y="723900"/>
                </a:lnTo>
                <a:lnTo>
                  <a:pt x="1066800" y="752475"/>
                </a:lnTo>
                <a:lnTo>
                  <a:pt x="1047750" y="752475"/>
                </a:lnTo>
                <a:close/>
                <a:moveTo>
                  <a:pt x="523875" y="733425"/>
                </a:moveTo>
                <a:lnTo>
                  <a:pt x="533400" y="733425"/>
                </a:lnTo>
                <a:lnTo>
                  <a:pt x="533400" y="742950"/>
                </a:lnTo>
                <a:lnTo>
                  <a:pt x="523875" y="742950"/>
                </a:lnTo>
                <a:close/>
                <a:moveTo>
                  <a:pt x="400050" y="742950"/>
                </a:moveTo>
                <a:lnTo>
                  <a:pt x="409575" y="742950"/>
                </a:lnTo>
                <a:lnTo>
                  <a:pt x="409575" y="762000"/>
                </a:lnTo>
                <a:lnTo>
                  <a:pt x="390525" y="762000"/>
                </a:lnTo>
                <a:lnTo>
                  <a:pt x="390525" y="752475"/>
                </a:lnTo>
                <a:lnTo>
                  <a:pt x="400050" y="752475"/>
                </a:lnTo>
                <a:close/>
                <a:moveTo>
                  <a:pt x="438150" y="742950"/>
                </a:moveTo>
                <a:lnTo>
                  <a:pt x="447675" y="742950"/>
                </a:lnTo>
                <a:lnTo>
                  <a:pt x="447675" y="752475"/>
                </a:lnTo>
                <a:lnTo>
                  <a:pt x="457200" y="752475"/>
                </a:lnTo>
                <a:lnTo>
                  <a:pt x="457200" y="781050"/>
                </a:lnTo>
                <a:lnTo>
                  <a:pt x="428625" y="781050"/>
                </a:lnTo>
                <a:lnTo>
                  <a:pt x="428625" y="771525"/>
                </a:lnTo>
                <a:lnTo>
                  <a:pt x="438150" y="771525"/>
                </a:lnTo>
                <a:close/>
                <a:moveTo>
                  <a:pt x="342900" y="771525"/>
                </a:moveTo>
                <a:lnTo>
                  <a:pt x="352425" y="771525"/>
                </a:lnTo>
                <a:lnTo>
                  <a:pt x="352425" y="790575"/>
                </a:lnTo>
                <a:lnTo>
                  <a:pt x="333375" y="790575"/>
                </a:lnTo>
                <a:lnTo>
                  <a:pt x="333375" y="781050"/>
                </a:lnTo>
                <a:lnTo>
                  <a:pt x="342900" y="781050"/>
                </a:lnTo>
                <a:close/>
                <a:moveTo>
                  <a:pt x="561975" y="771525"/>
                </a:moveTo>
                <a:lnTo>
                  <a:pt x="581025" y="771525"/>
                </a:lnTo>
                <a:lnTo>
                  <a:pt x="581025" y="781050"/>
                </a:lnTo>
                <a:lnTo>
                  <a:pt x="561975" y="781050"/>
                </a:lnTo>
                <a:close/>
                <a:moveTo>
                  <a:pt x="266700" y="781050"/>
                </a:moveTo>
                <a:lnTo>
                  <a:pt x="285750" y="781050"/>
                </a:lnTo>
                <a:lnTo>
                  <a:pt x="285750" y="800100"/>
                </a:lnTo>
                <a:lnTo>
                  <a:pt x="266700" y="800100"/>
                </a:lnTo>
                <a:close/>
              </a:path>
            </a:pathLst>
          </a:custGeom>
          <a:solidFill xmlns:a="http://schemas.openxmlformats.org/drawingml/2006/main">
            <a:srgbClr val="F9F7F3"/>
          </a:solidFill>
          <a:ln xmlns:a="http://schemas.openxmlformats.org/drawingml/2006/main" w="0">
            <a:noFill/>
          </a:ln>
        </p:spPr>
      </p:sp>
      <p:sp>
        <p:nvSpPr>
          <p:cNvPr id="84" name="v02 vector #f8f7f3">
            <a:extLst xmlns:a="http://schemas.openxmlformats.org/drawingml/2006/main">
              <a:ext uri="{FF2B5EF4-FFF2-40B4-BE49-F238E27FC236}">
                <a16:creationId xmlns:a16="http://schemas.microsoft.com/office/drawing/2014/main" id="{CE9A19D5-CF5D-4EDE-BD84-86BE1F8FC2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10675" y="2362200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142875" y="0"/>
                </a:moveTo>
                <a:lnTo>
                  <a:pt x="190500" y="0"/>
                </a:lnTo>
                <a:lnTo>
                  <a:pt x="190500" y="9525"/>
                </a:lnTo>
                <a:lnTo>
                  <a:pt x="180975" y="9525"/>
                </a:lnTo>
                <a:lnTo>
                  <a:pt x="180975" y="28575"/>
                </a:lnTo>
                <a:lnTo>
                  <a:pt x="152400" y="28575"/>
                </a:lnTo>
                <a:lnTo>
                  <a:pt x="152400" y="9525"/>
                </a:lnTo>
                <a:lnTo>
                  <a:pt x="142875" y="9525"/>
                </a:lnTo>
                <a:close/>
                <a:moveTo>
                  <a:pt x="209550" y="0"/>
                </a:moveTo>
                <a:lnTo>
                  <a:pt x="295275" y="0"/>
                </a:lnTo>
                <a:lnTo>
                  <a:pt x="295275" y="9525"/>
                </a:lnTo>
                <a:lnTo>
                  <a:pt x="285750" y="9525"/>
                </a:lnTo>
                <a:lnTo>
                  <a:pt x="285750" y="19050"/>
                </a:lnTo>
                <a:lnTo>
                  <a:pt x="314325" y="19050"/>
                </a:lnTo>
                <a:lnTo>
                  <a:pt x="314325" y="28575"/>
                </a:lnTo>
                <a:lnTo>
                  <a:pt x="276225" y="28575"/>
                </a:lnTo>
                <a:lnTo>
                  <a:pt x="276225" y="19050"/>
                </a:lnTo>
                <a:lnTo>
                  <a:pt x="266700" y="19050"/>
                </a:lnTo>
                <a:lnTo>
                  <a:pt x="266700" y="9525"/>
                </a:lnTo>
                <a:lnTo>
                  <a:pt x="238125" y="9525"/>
                </a:lnTo>
                <a:lnTo>
                  <a:pt x="238125" y="28575"/>
                </a:lnTo>
                <a:lnTo>
                  <a:pt x="219075" y="28575"/>
                </a:lnTo>
                <a:lnTo>
                  <a:pt x="219075" y="9525"/>
                </a:lnTo>
                <a:lnTo>
                  <a:pt x="209550" y="9525"/>
                </a:lnTo>
                <a:close/>
                <a:moveTo>
                  <a:pt x="552450" y="0"/>
                </a:moveTo>
                <a:lnTo>
                  <a:pt x="571500" y="0"/>
                </a:lnTo>
                <a:lnTo>
                  <a:pt x="571500" y="9525"/>
                </a:lnTo>
                <a:lnTo>
                  <a:pt x="552450" y="9525"/>
                </a:lnTo>
                <a:close/>
                <a:moveTo>
                  <a:pt x="1123950" y="0"/>
                </a:moveTo>
                <a:lnTo>
                  <a:pt x="1133475" y="0"/>
                </a:lnTo>
                <a:lnTo>
                  <a:pt x="1133475" y="9525"/>
                </a:lnTo>
                <a:lnTo>
                  <a:pt x="1123950" y="9525"/>
                </a:lnTo>
                <a:close/>
                <a:moveTo>
                  <a:pt x="1152525" y="0"/>
                </a:moveTo>
                <a:lnTo>
                  <a:pt x="1162050" y="0"/>
                </a:lnTo>
                <a:lnTo>
                  <a:pt x="1162050" y="9525"/>
                </a:lnTo>
                <a:lnTo>
                  <a:pt x="1152525" y="9525"/>
                </a:lnTo>
                <a:close/>
                <a:moveTo>
                  <a:pt x="1181100" y="0"/>
                </a:moveTo>
                <a:lnTo>
                  <a:pt x="1200150" y="0"/>
                </a:lnTo>
                <a:lnTo>
                  <a:pt x="1200150" y="9525"/>
                </a:lnTo>
                <a:lnTo>
                  <a:pt x="1181100" y="9525"/>
                </a:lnTo>
                <a:close/>
                <a:moveTo>
                  <a:pt x="161925" y="19050"/>
                </a:moveTo>
                <a:lnTo>
                  <a:pt x="171450" y="19050"/>
                </a:lnTo>
                <a:lnTo>
                  <a:pt x="171450" y="9525"/>
                </a:lnTo>
                <a:lnTo>
                  <a:pt x="161925" y="9525"/>
                </a:lnTo>
                <a:close/>
                <a:moveTo>
                  <a:pt x="190500" y="19050"/>
                </a:moveTo>
                <a:lnTo>
                  <a:pt x="200025" y="19050"/>
                </a:lnTo>
                <a:lnTo>
                  <a:pt x="200025" y="28575"/>
                </a:lnTo>
                <a:lnTo>
                  <a:pt x="190500" y="28575"/>
                </a:lnTo>
                <a:close/>
                <a:moveTo>
                  <a:pt x="323850" y="19050"/>
                </a:moveTo>
                <a:lnTo>
                  <a:pt x="333375" y="19050"/>
                </a:lnTo>
                <a:lnTo>
                  <a:pt x="333375" y="28575"/>
                </a:lnTo>
                <a:lnTo>
                  <a:pt x="323850" y="28575"/>
                </a:lnTo>
                <a:close/>
                <a:moveTo>
                  <a:pt x="457200" y="19050"/>
                </a:moveTo>
                <a:lnTo>
                  <a:pt x="466725" y="19050"/>
                </a:lnTo>
                <a:lnTo>
                  <a:pt x="466725" y="28575"/>
                </a:lnTo>
                <a:lnTo>
                  <a:pt x="457200" y="28575"/>
                </a:lnTo>
                <a:close/>
                <a:moveTo>
                  <a:pt x="552450" y="19050"/>
                </a:moveTo>
                <a:lnTo>
                  <a:pt x="561975" y="19050"/>
                </a:lnTo>
                <a:lnTo>
                  <a:pt x="561975" y="28575"/>
                </a:lnTo>
                <a:lnTo>
                  <a:pt x="552450" y="28575"/>
                </a:lnTo>
                <a:close/>
                <a:moveTo>
                  <a:pt x="733425" y="19050"/>
                </a:moveTo>
                <a:lnTo>
                  <a:pt x="742950" y="19050"/>
                </a:lnTo>
                <a:lnTo>
                  <a:pt x="742950" y="47625"/>
                </a:lnTo>
                <a:lnTo>
                  <a:pt x="723900" y="47625"/>
                </a:lnTo>
                <a:lnTo>
                  <a:pt x="723900" y="28575"/>
                </a:lnTo>
                <a:lnTo>
                  <a:pt x="733425" y="28575"/>
                </a:lnTo>
                <a:close/>
                <a:moveTo>
                  <a:pt x="771525" y="38100"/>
                </a:moveTo>
                <a:lnTo>
                  <a:pt x="790575" y="38100"/>
                </a:lnTo>
                <a:lnTo>
                  <a:pt x="790575" y="57150"/>
                </a:lnTo>
                <a:lnTo>
                  <a:pt x="771525" y="57150"/>
                </a:lnTo>
                <a:close/>
                <a:moveTo>
                  <a:pt x="847725" y="38100"/>
                </a:moveTo>
                <a:lnTo>
                  <a:pt x="857250" y="38100"/>
                </a:lnTo>
                <a:lnTo>
                  <a:pt x="857250" y="47625"/>
                </a:lnTo>
                <a:lnTo>
                  <a:pt x="847725" y="47625"/>
                </a:lnTo>
                <a:close/>
                <a:moveTo>
                  <a:pt x="19050" y="57150"/>
                </a:moveTo>
                <a:lnTo>
                  <a:pt x="38100" y="57150"/>
                </a:lnTo>
                <a:lnTo>
                  <a:pt x="38100" y="66675"/>
                </a:lnTo>
                <a:lnTo>
                  <a:pt x="19050" y="66675"/>
                </a:lnTo>
                <a:close/>
                <a:moveTo>
                  <a:pt x="161925" y="57150"/>
                </a:moveTo>
                <a:lnTo>
                  <a:pt x="180975" y="57150"/>
                </a:lnTo>
                <a:lnTo>
                  <a:pt x="180975" y="66675"/>
                </a:lnTo>
                <a:lnTo>
                  <a:pt x="171450" y="66675"/>
                </a:lnTo>
                <a:lnTo>
                  <a:pt x="171450" y="76200"/>
                </a:lnTo>
                <a:lnTo>
                  <a:pt x="180975" y="76200"/>
                </a:lnTo>
                <a:lnTo>
                  <a:pt x="180975" y="66675"/>
                </a:lnTo>
                <a:lnTo>
                  <a:pt x="209550" y="66675"/>
                </a:lnTo>
                <a:lnTo>
                  <a:pt x="209550" y="76200"/>
                </a:lnTo>
                <a:lnTo>
                  <a:pt x="276225" y="76200"/>
                </a:lnTo>
                <a:lnTo>
                  <a:pt x="276225" y="66675"/>
                </a:lnTo>
                <a:lnTo>
                  <a:pt x="285750" y="66675"/>
                </a:lnTo>
                <a:lnTo>
                  <a:pt x="285750" y="76200"/>
                </a:lnTo>
                <a:lnTo>
                  <a:pt x="295275" y="76200"/>
                </a:lnTo>
                <a:lnTo>
                  <a:pt x="295275" y="95250"/>
                </a:lnTo>
                <a:lnTo>
                  <a:pt x="314325" y="95250"/>
                </a:lnTo>
                <a:lnTo>
                  <a:pt x="314325" y="76200"/>
                </a:lnTo>
                <a:lnTo>
                  <a:pt x="333375" y="76200"/>
                </a:lnTo>
                <a:lnTo>
                  <a:pt x="333375" y="66675"/>
                </a:lnTo>
                <a:lnTo>
                  <a:pt x="342900" y="66675"/>
                </a:lnTo>
                <a:lnTo>
                  <a:pt x="342900" y="76200"/>
                </a:lnTo>
                <a:lnTo>
                  <a:pt x="352425" y="76200"/>
                </a:lnTo>
                <a:lnTo>
                  <a:pt x="352425" y="66675"/>
                </a:lnTo>
                <a:lnTo>
                  <a:pt x="381000" y="66675"/>
                </a:lnTo>
                <a:lnTo>
                  <a:pt x="381000" y="76200"/>
                </a:lnTo>
                <a:lnTo>
                  <a:pt x="409575" y="76200"/>
                </a:lnTo>
                <a:lnTo>
                  <a:pt x="409575" y="66675"/>
                </a:lnTo>
                <a:lnTo>
                  <a:pt x="466725" y="66675"/>
                </a:lnTo>
                <a:lnTo>
                  <a:pt x="466725" y="76200"/>
                </a:lnTo>
                <a:lnTo>
                  <a:pt x="495300" y="76200"/>
                </a:lnTo>
                <a:lnTo>
                  <a:pt x="495300" y="66675"/>
                </a:lnTo>
                <a:lnTo>
                  <a:pt x="504825" y="66675"/>
                </a:lnTo>
                <a:lnTo>
                  <a:pt x="504825" y="76200"/>
                </a:lnTo>
                <a:lnTo>
                  <a:pt x="533400" y="76200"/>
                </a:lnTo>
                <a:lnTo>
                  <a:pt x="533400" y="66675"/>
                </a:lnTo>
                <a:lnTo>
                  <a:pt x="542925" y="66675"/>
                </a:lnTo>
                <a:lnTo>
                  <a:pt x="542925" y="76200"/>
                </a:lnTo>
                <a:lnTo>
                  <a:pt x="533400" y="76200"/>
                </a:lnTo>
                <a:lnTo>
                  <a:pt x="533400" y="85725"/>
                </a:lnTo>
                <a:lnTo>
                  <a:pt x="552450" y="85725"/>
                </a:lnTo>
                <a:lnTo>
                  <a:pt x="552450" y="95250"/>
                </a:lnTo>
                <a:lnTo>
                  <a:pt x="561975" y="95250"/>
                </a:lnTo>
                <a:lnTo>
                  <a:pt x="561975" y="85725"/>
                </a:lnTo>
                <a:lnTo>
                  <a:pt x="571500" y="85725"/>
                </a:lnTo>
                <a:lnTo>
                  <a:pt x="571500" y="104775"/>
                </a:lnTo>
                <a:lnTo>
                  <a:pt x="561975" y="104775"/>
                </a:lnTo>
                <a:lnTo>
                  <a:pt x="561975" y="114300"/>
                </a:lnTo>
                <a:lnTo>
                  <a:pt x="533400" y="114300"/>
                </a:lnTo>
                <a:lnTo>
                  <a:pt x="533400" y="95250"/>
                </a:lnTo>
                <a:lnTo>
                  <a:pt x="523875" y="95250"/>
                </a:lnTo>
                <a:lnTo>
                  <a:pt x="523875" y="85725"/>
                </a:lnTo>
                <a:lnTo>
                  <a:pt x="504825" y="85725"/>
                </a:lnTo>
                <a:lnTo>
                  <a:pt x="504825" y="114300"/>
                </a:lnTo>
                <a:lnTo>
                  <a:pt x="495300" y="114300"/>
                </a:lnTo>
                <a:lnTo>
                  <a:pt x="495300" y="104775"/>
                </a:lnTo>
                <a:lnTo>
                  <a:pt x="485775" y="104775"/>
                </a:lnTo>
                <a:lnTo>
                  <a:pt x="485775" y="114300"/>
                </a:lnTo>
                <a:lnTo>
                  <a:pt x="476250" y="114300"/>
                </a:lnTo>
                <a:lnTo>
                  <a:pt x="476250" y="95250"/>
                </a:lnTo>
                <a:lnTo>
                  <a:pt x="466725" y="95250"/>
                </a:lnTo>
                <a:lnTo>
                  <a:pt x="466725" y="104775"/>
                </a:lnTo>
                <a:lnTo>
                  <a:pt x="457200" y="104775"/>
                </a:lnTo>
                <a:lnTo>
                  <a:pt x="457200" y="114300"/>
                </a:lnTo>
                <a:lnTo>
                  <a:pt x="409575" y="114300"/>
                </a:lnTo>
                <a:lnTo>
                  <a:pt x="409575" y="104775"/>
                </a:lnTo>
                <a:lnTo>
                  <a:pt x="400050" y="104775"/>
                </a:lnTo>
                <a:lnTo>
                  <a:pt x="400050" y="95250"/>
                </a:lnTo>
                <a:lnTo>
                  <a:pt x="371475" y="95250"/>
                </a:lnTo>
                <a:lnTo>
                  <a:pt x="371475" y="114300"/>
                </a:lnTo>
                <a:lnTo>
                  <a:pt x="333375" y="114300"/>
                </a:lnTo>
                <a:lnTo>
                  <a:pt x="333375" y="104775"/>
                </a:lnTo>
                <a:lnTo>
                  <a:pt x="314325" y="104775"/>
                </a:lnTo>
                <a:lnTo>
                  <a:pt x="314325" y="114300"/>
                </a:lnTo>
                <a:lnTo>
                  <a:pt x="304800" y="114300"/>
                </a:lnTo>
                <a:lnTo>
                  <a:pt x="304800" y="133350"/>
                </a:lnTo>
                <a:lnTo>
                  <a:pt x="285750" y="133350"/>
                </a:lnTo>
                <a:lnTo>
                  <a:pt x="285750" y="123825"/>
                </a:lnTo>
                <a:lnTo>
                  <a:pt x="276225" y="123825"/>
                </a:lnTo>
                <a:lnTo>
                  <a:pt x="276225" y="133350"/>
                </a:lnTo>
                <a:lnTo>
                  <a:pt x="266700" y="133350"/>
                </a:lnTo>
                <a:lnTo>
                  <a:pt x="266700" y="114300"/>
                </a:lnTo>
                <a:lnTo>
                  <a:pt x="257175" y="114300"/>
                </a:lnTo>
                <a:lnTo>
                  <a:pt x="257175" y="104775"/>
                </a:lnTo>
                <a:lnTo>
                  <a:pt x="247650" y="104775"/>
                </a:lnTo>
                <a:lnTo>
                  <a:pt x="247650" y="95250"/>
                </a:lnTo>
                <a:lnTo>
                  <a:pt x="180975" y="95250"/>
                </a:lnTo>
                <a:lnTo>
                  <a:pt x="180975" y="85725"/>
                </a:lnTo>
                <a:lnTo>
                  <a:pt x="152400" y="85725"/>
                </a:lnTo>
                <a:lnTo>
                  <a:pt x="152400" y="95250"/>
                </a:lnTo>
                <a:lnTo>
                  <a:pt x="161925" y="95250"/>
                </a:lnTo>
                <a:lnTo>
                  <a:pt x="161925" y="114300"/>
                </a:lnTo>
                <a:lnTo>
                  <a:pt x="152400" y="114300"/>
                </a:lnTo>
                <a:lnTo>
                  <a:pt x="152400" y="104775"/>
                </a:lnTo>
                <a:lnTo>
                  <a:pt x="142875" y="104775"/>
                </a:lnTo>
                <a:lnTo>
                  <a:pt x="142875" y="76200"/>
                </a:lnTo>
                <a:lnTo>
                  <a:pt x="152400" y="76200"/>
                </a:lnTo>
                <a:lnTo>
                  <a:pt x="152400" y="66675"/>
                </a:lnTo>
                <a:lnTo>
                  <a:pt x="161925" y="66675"/>
                </a:lnTo>
                <a:close/>
                <a:moveTo>
                  <a:pt x="885825" y="57150"/>
                </a:moveTo>
                <a:lnTo>
                  <a:pt x="904875" y="57150"/>
                </a:lnTo>
                <a:lnTo>
                  <a:pt x="904875" y="76200"/>
                </a:lnTo>
                <a:lnTo>
                  <a:pt x="885825" y="76200"/>
                </a:lnTo>
                <a:close/>
                <a:moveTo>
                  <a:pt x="1009650" y="57150"/>
                </a:moveTo>
                <a:lnTo>
                  <a:pt x="1028700" y="57150"/>
                </a:lnTo>
                <a:lnTo>
                  <a:pt x="1028700" y="76200"/>
                </a:lnTo>
                <a:lnTo>
                  <a:pt x="1019175" y="76200"/>
                </a:lnTo>
                <a:lnTo>
                  <a:pt x="1019175" y="66675"/>
                </a:lnTo>
                <a:lnTo>
                  <a:pt x="1009650" y="66675"/>
                </a:lnTo>
                <a:close/>
                <a:moveTo>
                  <a:pt x="38100" y="66675"/>
                </a:moveTo>
                <a:lnTo>
                  <a:pt x="47625" y="66675"/>
                </a:lnTo>
                <a:lnTo>
                  <a:pt x="47625" y="85725"/>
                </a:lnTo>
                <a:lnTo>
                  <a:pt x="38100" y="85725"/>
                </a:lnTo>
                <a:close/>
                <a:moveTo>
                  <a:pt x="0" y="95250"/>
                </a:moveTo>
                <a:lnTo>
                  <a:pt x="19050" y="95250"/>
                </a:lnTo>
                <a:lnTo>
                  <a:pt x="19050" y="104775"/>
                </a:lnTo>
                <a:lnTo>
                  <a:pt x="28575" y="104775"/>
                </a:lnTo>
                <a:lnTo>
                  <a:pt x="28575" y="123825"/>
                </a:lnTo>
                <a:lnTo>
                  <a:pt x="9525" y="123825"/>
                </a:lnTo>
                <a:lnTo>
                  <a:pt x="9525" y="114300"/>
                </a:lnTo>
                <a:lnTo>
                  <a:pt x="0" y="114300"/>
                </a:lnTo>
                <a:close/>
                <a:moveTo>
                  <a:pt x="57150" y="95250"/>
                </a:moveTo>
                <a:lnTo>
                  <a:pt x="76200" y="95250"/>
                </a:lnTo>
                <a:lnTo>
                  <a:pt x="76200" y="104775"/>
                </a:lnTo>
                <a:lnTo>
                  <a:pt x="66675" y="104775"/>
                </a:lnTo>
                <a:lnTo>
                  <a:pt x="66675" y="114300"/>
                </a:lnTo>
                <a:lnTo>
                  <a:pt x="57150" y="114300"/>
                </a:lnTo>
                <a:close/>
                <a:moveTo>
                  <a:pt x="723900" y="95250"/>
                </a:moveTo>
                <a:lnTo>
                  <a:pt x="742950" y="95250"/>
                </a:lnTo>
                <a:lnTo>
                  <a:pt x="742950" y="114300"/>
                </a:lnTo>
                <a:lnTo>
                  <a:pt x="723900" y="114300"/>
                </a:lnTo>
                <a:close/>
                <a:moveTo>
                  <a:pt x="1162050" y="95250"/>
                </a:moveTo>
                <a:lnTo>
                  <a:pt x="1181100" y="95250"/>
                </a:lnTo>
                <a:lnTo>
                  <a:pt x="1181100" y="104775"/>
                </a:lnTo>
                <a:lnTo>
                  <a:pt x="1162050" y="104775"/>
                </a:lnTo>
                <a:close/>
                <a:moveTo>
                  <a:pt x="209550" y="104775"/>
                </a:moveTo>
                <a:lnTo>
                  <a:pt x="228600" y="104775"/>
                </a:lnTo>
                <a:lnTo>
                  <a:pt x="228600" y="114300"/>
                </a:lnTo>
                <a:lnTo>
                  <a:pt x="209550" y="114300"/>
                </a:lnTo>
                <a:close/>
                <a:moveTo>
                  <a:pt x="333375" y="104775"/>
                </a:moveTo>
                <a:lnTo>
                  <a:pt x="361950" y="104775"/>
                </a:lnTo>
                <a:lnTo>
                  <a:pt x="361950" y="85725"/>
                </a:lnTo>
                <a:lnTo>
                  <a:pt x="352425" y="85725"/>
                </a:lnTo>
                <a:lnTo>
                  <a:pt x="352425" y="95250"/>
                </a:lnTo>
                <a:lnTo>
                  <a:pt x="333375" y="95250"/>
                </a:lnTo>
                <a:close/>
                <a:moveTo>
                  <a:pt x="657225" y="104775"/>
                </a:moveTo>
                <a:lnTo>
                  <a:pt x="666750" y="104775"/>
                </a:lnTo>
                <a:lnTo>
                  <a:pt x="666750" y="123825"/>
                </a:lnTo>
                <a:lnTo>
                  <a:pt x="657225" y="123825"/>
                </a:lnTo>
                <a:lnTo>
                  <a:pt x="657225" y="133350"/>
                </a:lnTo>
                <a:lnTo>
                  <a:pt x="647700" y="133350"/>
                </a:lnTo>
                <a:lnTo>
                  <a:pt x="647700" y="114300"/>
                </a:lnTo>
                <a:lnTo>
                  <a:pt x="657225" y="114300"/>
                </a:lnTo>
                <a:close/>
                <a:moveTo>
                  <a:pt x="161925" y="114300"/>
                </a:moveTo>
                <a:lnTo>
                  <a:pt x="171450" y="114300"/>
                </a:lnTo>
                <a:lnTo>
                  <a:pt x="171450" y="123825"/>
                </a:lnTo>
                <a:lnTo>
                  <a:pt x="161925" y="123825"/>
                </a:lnTo>
                <a:close/>
                <a:moveTo>
                  <a:pt x="342900" y="123825"/>
                </a:moveTo>
                <a:lnTo>
                  <a:pt x="352425" y="123825"/>
                </a:lnTo>
                <a:lnTo>
                  <a:pt x="352425" y="133350"/>
                </a:lnTo>
                <a:lnTo>
                  <a:pt x="342900" y="133350"/>
                </a:lnTo>
                <a:close/>
                <a:moveTo>
                  <a:pt x="381000" y="123825"/>
                </a:moveTo>
                <a:lnTo>
                  <a:pt x="400050" y="123825"/>
                </a:lnTo>
                <a:lnTo>
                  <a:pt x="400050" y="133350"/>
                </a:lnTo>
                <a:lnTo>
                  <a:pt x="381000" y="133350"/>
                </a:lnTo>
                <a:close/>
                <a:moveTo>
                  <a:pt x="38100" y="133350"/>
                </a:moveTo>
                <a:lnTo>
                  <a:pt x="57150" y="133350"/>
                </a:lnTo>
                <a:lnTo>
                  <a:pt x="57150" y="142875"/>
                </a:lnTo>
                <a:lnTo>
                  <a:pt x="38100" y="142875"/>
                </a:lnTo>
                <a:close/>
                <a:moveTo>
                  <a:pt x="752475" y="133350"/>
                </a:moveTo>
                <a:lnTo>
                  <a:pt x="762000" y="133350"/>
                </a:lnTo>
                <a:lnTo>
                  <a:pt x="762000" y="142875"/>
                </a:lnTo>
                <a:lnTo>
                  <a:pt x="752475" y="142875"/>
                </a:lnTo>
                <a:close/>
                <a:moveTo>
                  <a:pt x="1133475" y="133350"/>
                </a:moveTo>
                <a:lnTo>
                  <a:pt x="1152525" y="133350"/>
                </a:lnTo>
                <a:lnTo>
                  <a:pt x="1152525" y="142875"/>
                </a:lnTo>
                <a:lnTo>
                  <a:pt x="1133475" y="142875"/>
                </a:lnTo>
                <a:close/>
                <a:moveTo>
                  <a:pt x="666750" y="152400"/>
                </a:moveTo>
                <a:lnTo>
                  <a:pt x="676275" y="152400"/>
                </a:lnTo>
                <a:lnTo>
                  <a:pt x="676275" y="171450"/>
                </a:lnTo>
                <a:lnTo>
                  <a:pt x="685800" y="171450"/>
                </a:lnTo>
                <a:lnTo>
                  <a:pt x="685800" y="190500"/>
                </a:lnTo>
                <a:lnTo>
                  <a:pt x="657225" y="190500"/>
                </a:lnTo>
                <a:lnTo>
                  <a:pt x="657225" y="161925"/>
                </a:lnTo>
                <a:lnTo>
                  <a:pt x="666750" y="161925"/>
                </a:lnTo>
                <a:close/>
                <a:moveTo>
                  <a:pt x="714375" y="161925"/>
                </a:moveTo>
                <a:lnTo>
                  <a:pt x="752475" y="161925"/>
                </a:lnTo>
                <a:lnTo>
                  <a:pt x="752475" y="180975"/>
                </a:lnTo>
                <a:lnTo>
                  <a:pt x="704850" y="180975"/>
                </a:lnTo>
                <a:lnTo>
                  <a:pt x="704850" y="171450"/>
                </a:lnTo>
                <a:lnTo>
                  <a:pt x="714375" y="171450"/>
                </a:lnTo>
                <a:close/>
                <a:moveTo>
                  <a:pt x="1133475" y="190500"/>
                </a:moveTo>
                <a:lnTo>
                  <a:pt x="1152525" y="190500"/>
                </a:lnTo>
                <a:lnTo>
                  <a:pt x="1152525" y="209550"/>
                </a:lnTo>
                <a:lnTo>
                  <a:pt x="1133475" y="209550"/>
                </a:lnTo>
                <a:close/>
                <a:moveTo>
                  <a:pt x="38100" y="200025"/>
                </a:moveTo>
                <a:lnTo>
                  <a:pt x="66675" y="200025"/>
                </a:lnTo>
                <a:lnTo>
                  <a:pt x="66675" y="209550"/>
                </a:lnTo>
                <a:lnTo>
                  <a:pt x="57150" y="209550"/>
                </a:lnTo>
                <a:lnTo>
                  <a:pt x="57150" y="219075"/>
                </a:lnTo>
                <a:lnTo>
                  <a:pt x="66675" y="219075"/>
                </a:lnTo>
                <a:lnTo>
                  <a:pt x="66675" y="228600"/>
                </a:lnTo>
                <a:lnTo>
                  <a:pt x="47625" y="228600"/>
                </a:lnTo>
                <a:lnTo>
                  <a:pt x="47625" y="209550"/>
                </a:lnTo>
                <a:lnTo>
                  <a:pt x="38100" y="209550"/>
                </a:lnTo>
                <a:close/>
                <a:moveTo>
                  <a:pt x="9525" y="219075"/>
                </a:moveTo>
                <a:lnTo>
                  <a:pt x="28575" y="219075"/>
                </a:lnTo>
                <a:lnTo>
                  <a:pt x="28575" y="238125"/>
                </a:lnTo>
                <a:lnTo>
                  <a:pt x="19050" y="238125"/>
                </a:lnTo>
                <a:lnTo>
                  <a:pt x="19050" y="247650"/>
                </a:lnTo>
                <a:lnTo>
                  <a:pt x="9525" y="247650"/>
                </a:lnTo>
                <a:lnTo>
                  <a:pt x="9525" y="238125"/>
                </a:lnTo>
                <a:lnTo>
                  <a:pt x="0" y="238125"/>
                </a:lnTo>
                <a:lnTo>
                  <a:pt x="0" y="228600"/>
                </a:lnTo>
                <a:lnTo>
                  <a:pt x="9525" y="228600"/>
                </a:lnTo>
                <a:close/>
                <a:moveTo>
                  <a:pt x="333375" y="219075"/>
                </a:moveTo>
                <a:lnTo>
                  <a:pt x="342900" y="219075"/>
                </a:lnTo>
                <a:lnTo>
                  <a:pt x="342900" y="228600"/>
                </a:lnTo>
                <a:lnTo>
                  <a:pt x="333375" y="228600"/>
                </a:lnTo>
                <a:close/>
                <a:moveTo>
                  <a:pt x="47625" y="247650"/>
                </a:moveTo>
                <a:lnTo>
                  <a:pt x="57150" y="247650"/>
                </a:lnTo>
                <a:lnTo>
                  <a:pt x="57150" y="266700"/>
                </a:lnTo>
                <a:lnTo>
                  <a:pt x="38100" y="266700"/>
                </a:lnTo>
                <a:lnTo>
                  <a:pt x="38100" y="257175"/>
                </a:lnTo>
                <a:lnTo>
                  <a:pt x="47625" y="257175"/>
                </a:lnTo>
                <a:close/>
                <a:moveTo>
                  <a:pt x="590550" y="266700"/>
                </a:moveTo>
                <a:lnTo>
                  <a:pt x="600075" y="266700"/>
                </a:lnTo>
                <a:lnTo>
                  <a:pt x="600075" y="276225"/>
                </a:lnTo>
                <a:lnTo>
                  <a:pt x="590550" y="276225"/>
                </a:lnTo>
                <a:close/>
                <a:moveTo>
                  <a:pt x="609600" y="276225"/>
                </a:moveTo>
                <a:lnTo>
                  <a:pt x="628650" y="276225"/>
                </a:lnTo>
                <a:lnTo>
                  <a:pt x="628650" y="304800"/>
                </a:lnTo>
                <a:lnTo>
                  <a:pt x="619125" y="304800"/>
                </a:lnTo>
                <a:lnTo>
                  <a:pt x="619125" y="314325"/>
                </a:lnTo>
                <a:lnTo>
                  <a:pt x="657225" y="314325"/>
                </a:lnTo>
                <a:lnTo>
                  <a:pt x="657225" y="352425"/>
                </a:lnTo>
                <a:lnTo>
                  <a:pt x="666750" y="352425"/>
                </a:lnTo>
                <a:lnTo>
                  <a:pt x="666750" y="400050"/>
                </a:lnTo>
                <a:lnTo>
                  <a:pt x="657225" y="400050"/>
                </a:lnTo>
                <a:lnTo>
                  <a:pt x="657225" y="419100"/>
                </a:lnTo>
                <a:lnTo>
                  <a:pt x="676275" y="419100"/>
                </a:lnTo>
                <a:lnTo>
                  <a:pt x="676275" y="428625"/>
                </a:lnTo>
                <a:lnTo>
                  <a:pt x="666750" y="428625"/>
                </a:lnTo>
                <a:lnTo>
                  <a:pt x="666750" y="447675"/>
                </a:lnTo>
                <a:lnTo>
                  <a:pt x="647700" y="447675"/>
                </a:lnTo>
                <a:lnTo>
                  <a:pt x="647700" y="438150"/>
                </a:lnTo>
                <a:lnTo>
                  <a:pt x="638175" y="438150"/>
                </a:lnTo>
                <a:lnTo>
                  <a:pt x="638175" y="457200"/>
                </a:lnTo>
                <a:lnTo>
                  <a:pt x="628650" y="457200"/>
                </a:lnTo>
                <a:lnTo>
                  <a:pt x="628650" y="466725"/>
                </a:lnTo>
                <a:lnTo>
                  <a:pt x="619125" y="466725"/>
                </a:lnTo>
                <a:lnTo>
                  <a:pt x="619125" y="476250"/>
                </a:lnTo>
                <a:lnTo>
                  <a:pt x="600075" y="476250"/>
                </a:lnTo>
                <a:lnTo>
                  <a:pt x="600075" y="466725"/>
                </a:lnTo>
                <a:lnTo>
                  <a:pt x="561975" y="466725"/>
                </a:lnTo>
                <a:lnTo>
                  <a:pt x="561975" y="485775"/>
                </a:lnTo>
                <a:lnTo>
                  <a:pt x="552450" y="485775"/>
                </a:lnTo>
                <a:lnTo>
                  <a:pt x="552450" y="476250"/>
                </a:lnTo>
                <a:lnTo>
                  <a:pt x="542925" y="476250"/>
                </a:lnTo>
                <a:lnTo>
                  <a:pt x="542925" y="485775"/>
                </a:lnTo>
                <a:lnTo>
                  <a:pt x="533400" y="485775"/>
                </a:lnTo>
                <a:lnTo>
                  <a:pt x="533400" y="476250"/>
                </a:lnTo>
                <a:lnTo>
                  <a:pt x="504825" y="476250"/>
                </a:lnTo>
                <a:lnTo>
                  <a:pt x="504825" y="466725"/>
                </a:lnTo>
                <a:lnTo>
                  <a:pt x="514350" y="466725"/>
                </a:lnTo>
                <a:lnTo>
                  <a:pt x="514350" y="457200"/>
                </a:lnTo>
                <a:lnTo>
                  <a:pt x="523875" y="457200"/>
                </a:lnTo>
                <a:lnTo>
                  <a:pt x="523875" y="438150"/>
                </a:lnTo>
                <a:lnTo>
                  <a:pt x="542925" y="438150"/>
                </a:lnTo>
                <a:lnTo>
                  <a:pt x="542925" y="447675"/>
                </a:lnTo>
                <a:lnTo>
                  <a:pt x="552450" y="447675"/>
                </a:lnTo>
                <a:lnTo>
                  <a:pt x="552450" y="457200"/>
                </a:lnTo>
                <a:lnTo>
                  <a:pt x="581025" y="457200"/>
                </a:lnTo>
                <a:lnTo>
                  <a:pt x="581025" y="409575"/>
                </a:lnTo>
                <a:lnTo>
                  <a:pt x="571500" y="409575"/>
                </a:lnTo>
                <a:lnTo>
                  <a:pt x="571500" y="419100"/>
                </a:lnTo>
                <a:lnTo>
                  <a:pt x="561975" y="419100"/>
                </a:lnTo>
                <a:lnTo>
                  <a:pt x="561975" y="409575"/>
                </a:lnTo>
                <a:lnTo>
                  <a:pt x="552450" y="409575"/>
                </a:lnTo>
                <a:lnTo>
                  <a:pt x="552450" y="419100"/>
                </a:lnTo>
                <a:lnTo>
                  <a:pt x="542925" y="419100"/>
                </a:lnTo>
                <a:lnTo>
                  <a:pt x="542925" y="409575"/>
                </a:lnTo>
                <a:lnTo>
                  <a:pt x="533400" y="409575"/>
                </a:lnTo>
                <a:lnTo>
                  <a:pt x="533400" y="400050"/>
                </a:lnTo>
                <a:lnTo>
                  <a:pt x="561975" y="400050"/>
                </a:lnTo>
                <a:lnTo>
                  <a:pt x="561975" y="371475"/>
                </a:lnTo>
                <a:lnTo>
                  <a:pt x="552450" y="371475"/>
                </a:lnTo>
                <a:lnTo>
                  <a:pt x="552450" y="361950"/>
                </a:lnTo>
                <a:lnTo>
                  <a:pt x="542925" y="361950"/>
                </a:lnTo>
                <a:lnTo>
                  <a:pt x="542925" y="352425"/>
                </a:lnTo>
                <a:lnTo>
                  <a:pt x="533400" y="352425"/>
                </a:lnTo>
                <a:lnTo>
                  <a:pt x="533400" y="371475"/>
                </a:lnTo>
                <a:lnTo>
                  <a:pt x="542925" y="371475"/>
                </a:lnTo>
                <a:lnTo>
                  <a:pt x="542925" y="390525"/>
                </a:lnTo>
                <a:lnTo>
                  <a:pt x="533400" y="390525"/>
                </a:lnTo>
                <a:lnTo>
                  <a:pt x="533400" y="381000"/>
                </a:lnTo>
                <a:lnTo>
                  <a:pt x="523875" y="381000"/>
                </a:lnTo>
                <a:lnTo>
                  <a:pt x="523875" y="371475"/>
                </a:lnTo>
                <a:lnTo>
                  <a:pt x="514350" y="371475"/>
                </a:lnTo>
                <a:lnTo>
                  <a:pt x="514350" y="352425"/>
                </a:lnTo>
                <a:lnTo>
                  <a:pt x="504825" y="352425"/>
                </a:lnTo>
                <a:lnTo>
                  <a:pt x="504825" y="333375"/>
                </a:lnTo>
                <a:lnTo>
                  <a:pt x="523875" y="333375"/>
                </a:lnTo>
                <a:lnTo>
                  <a:pt x="523875" y="323850"/>
                </a:lnTo>
                <a:lnTo>
                  <a:pt x="504825" y="323850"/>
                </a:lnTo>
                <a:lnTo>
                  <a:pt x="504825" y="314325"/>
                </a:lnTo>
                <a:lnTo>
                  <a:pt x="561975" y="314325"/>
                </a:lnTo>
                <a:lnTo>
                  <a:pt x="561975" y="304800"/>
                </a:lnTo>
                <a:lnTo>
                  <a:pt x="571500" y="304800"/>
                </a:lnTo>
                <a:lnTo>
                  <a:pt x="571500" y="295275"/>
                </a:lnTo>
                <a:lnTo>
                  <a:pt x="581025" y="295275"/>
                </a:lnTo>
                <a:lnTo>
                  <a:pt x="581025" y="285750"/>
                </a:lnTo>
                <a:lnTo>
                  <a:pt x="600075" y="285750"/>
                </a:lnTo>
                <a:lnTo>
                  <a:pt x="600075" y="295275"/>
                </a:lnTo>
                <a:lnTo>
                  <a:pt x="609600" y="295275"/>
                </a:lnTo>
                <a:close/>
                <a:moveTo>
                  <a:pt x="1171575" y="285750"/>
                </a:moveTo>
                <a:lnTo>
                  <a:pt x="1181100" y="285750"/>
                </a:lnTo>
                <a:lnTo>
                  <a:pt x="1181100" y="295275"/>
                </a:lnTo>
                <a:lnTo>
                  <a:pt x="1171575" y="295275"/>
                </a:lnTo>
                <a:close/>
                <a:moveTo>
                  <a:pt x="257175" y="314325"/>
                </a:moveTo>
                <a:lnTo>
                  <a:pt x="285750" y="314325"/>
                </a:lnTo>
                <a:lnTo>
                  <a:pt x="285750" y="333375"/>
                </a:lnTo>
                <a:lnTo>
                  <a:pt x="295275" y="333375"/>
                </a:lnTo>
                <a:lnTo>
                  <a:pt x="295275" y="342900"/>
                </a:lnTo>
                <a:lnTo>
                  <a:pt x="304800" y="342900"/>
                </a:lnTo>
                <a:lnTo>
                  <a:pt x="304800" y="352425"/>
                </a:lnTo>
                <a:lnTo>
                  <a:pt x="295275" y="352425"/>
                </a:lnTo>
                <a:lnTo>
                  <a:pt x="295275" y="361950"/>
                </a:lnTo>
                <a:lnTo>
                  <a:pt x="304800" y="361950"/>
                </a:lnTo>
                <a:lnTo>
                  <a:pt x="304800" y="371475"/>
                </a:lnTo>
                <a:lnTo>
                  <a:pt x="285750" y="371475"/>
                </a:lnTo>
                <a:lnTo>
                  <a:pt x="285750" y="361950"/>
                </a:lnTo>
                <a:lnTo>
                  <a:pt x="276225" y="361950"/>
                </a:lnTo>
                <a:lnTo>
                  <a:pt x="276225" y="352425"/>
                </a:lnTo>
                <a:lnTo>
                  <a:pt x="266700" y="352425"/>
                </a:lnTo>
                <a:lnTo>
                  <a:pt x="266700" y="323850"/>
                </a:lnTo>
                <a:lnTo>
                  <a:pt x="257175" y="323850"/>
                </a:lnTo>
                <a:close/>
                <a:moveTo>
                  <a:pt x="1133475" y="323850"/>
                </a:moveTo>
                <a:lnTo>
                  <a:pt x="1152525" y="323850"/>
                </a:lnTo>
                <a:lnTo>
                  <a:pt x="1152525" y="333375"/>
                </a:lnTo>
                <a:lnTo>
                  <a:pt x="1143000" y="333375"/>
                </a:lnTo>
                <a:lnTo>
                  <a:pt x="1143000" y="342900"/>
                </a:lnTo>
                <a:lnTo>
                  <a:pt x="1133475" y="342900"/>
                </a:lnTo>
                <a:close/>
                <a:moveTo>
                  <a:pt x="1181100" y="323850"/>
                </a:moveTo>
                <a:lnTo>
                  <a:pt x="1200150" y="323850"/>
                </a:lnTo>
                <a:lnTo>
                  <a:pt x="1200150" y="342900"/>
                </a:lnTo>
                <a:lnTo>
                  <a:pt x="1190625" y="342900"/>
                </a:lnTo>
                <a:lnTo>
                  <a:pt x="1190625" y="333375"/>
                </a:lnTo>
                <a:lnTo>
                  <a:pt x="1181100" y="333375"/>
                </a:lnTo>
                <a:close/>
                <a:moveTo>
                  <a:pt x="1085850" y="333375"/>
                </a:moveTo>
                <a:lnTo>
                  <a:pt x="1095375" y="333375"/>
                </a:lnTo>
                <a:lnTo>
                  <a:pt x="1095375" y="342900"/>
                </a:lnTo>
                <a:lnTo>
                  <a:pt x="1085850" y="342900"/>
                </a:lnTo>
                <a:close/>
                <a:moveTo>
                  <a:pt x="571500" y="342900"/>
                </a:moveTo>
                <a:lnTo>
                  <a:pt x="600075" y="342900"/>
                </a:lnTo>
                <a:lnTo>
                  <a:pt x="600075" y="323850"/>
                </a:lnTo>
                <a:lnTo>
                  <a:pt x="590550" y="323850"/>
                </a:lnTo>
                <a:lnTo>
                  <a:pt x="590550" y="314325"/>
                </a:lnTo>
                <a:lnTo>
                  <a:pt x="571500" y="314325"/>
                </a:lnTo>
                <a:close/>
                <a:moveTo>
                  <a:pt x="628650" y="371475"/>
                </a:moveTo>
                <a:lnTo>
                  <a:pt x="638175" y="371475"/>
                </a:lnTo>
                <a:lnTo>
                  <a:pt x="638175" y="352425"/>
                </a:lnTo>
                <a:lnTo>
                  <a:pt x="628650" y="352425"/>
                </a:lnTo>
                <a:close/>
                <a:moveTo>
                  <a:pt x="781050" y="381000"/>
                </a:moveTo>
                <a:lnTo>
                  <a:pt x="800100" y="381000"/>
                </a:lnTo>
                <a:lnTo>
                  <a:pt x="800100" y="390525"/>
                </a:lnTo>
                <a:lnTo>
                  <a:pt x="781050" y="390525"/>
                </a:lnTo>
                <a:close/>
                <a:moveTo>
                  <a:pt x="1133475" y="390525"/>
                </a:moveTo>
                <a:lnTo>
                  <a:pt x="1143000" y="390525"/>
                </a:lnTo>
                <a:lnTo>
                  <a:pt x="1143000" y="409575"/>
                </a:lnTo>
                <a:lnTo>
                  <a:pt x="1133475" y="409575"/>
                </a:lnTo>
                <a:close/>
                <a:moveTo>
                  <a:pt x="942975" y="400050"/>
                </a:moveTo>
                <a:lnTo>
                  <a:pt x="962025" y="400050"/>
                </a:lnTo>
                <a:lnTo>
                  <a:pt x="962025" y="419100"/>
                </a:lnTo>
                <a:lnTo>
                  <a:pt x="942975" y="419100"/>
                </a:lnTo>
                <a:close/>
                <a:moveTo>
                  <a:pt x="1152525" y="419100"/>
                </a:moveTo>
                <a:lnTo>
                  <a:pt x="1181100" y="419100"/>
                </a:lnTo>
                <a:lnTo>
                  <a:pt x="1181100" y="428625"/>
                </a:lnTo>
                <a:lnTo>
                  <a:pt x="1190625" y="428625"/>
                </a:lnTo>
                <a:lnTo>
                  <a:pt x="1190625" y="438150"/>
                </a:lnTo>
                <a:lnTo>
                  <a:pt x="1209675" y="438150"/>
                </a:lnTo>
                <a:lnTo>
                  <a:pt x="1209675" y="447675"/>
                </a:lnTo>
                <a:lnTo>
                  <a:pt x="1200150" y="447675"/>
                </a:lnTo>
                <a:lnTo>
                  <a:pt x="1200150" y="457200"/>
                </a:lnTo>
                <a:lnTo>
                  <a:pt x="1181100" y="457200"/>
                </a:lnTo>
                <a:lnTo>
                  <a:pt x="1181100" y="447675"/>
                </a:lnTo>
                <a:lnTo>
                  <a:pt x="1162050" y="447675"/>
                </a:lnTo>
                <a:lnTo>
                  <a:pt x="1162050" y="457200"/>
                </a:lnTo>
                <a:lnTo>
                  <a:pt x="1152525" y="457200"/>
                </a:lnTo>
                <a:lnTo>
                  <a:pt x="1152525" y="447675"/>
                </a:lnTo>
                <a:lnTo>
                  <a:pt x="1143000" y="447675"/>
                </a:lnTo>
                <a:lnTo>
                  <a:pt x="1143000" y="457200"/>
                </a:lnTo>
                <a:lnTo>
                  <a:pt x="1133475" y="457200"/>
                </a:lnTo>
                <a:lnTo>
                  <a:pt x="1133475" y="438150"/>
                </a:lnTo>
                <a:lnTo>
                  <a:pt x="1152525" y="438150"/>
                </a:lnTo>
                <a:close/>
                <a:moveTo>
                  <a:pt x="981075" y="428625"/>
                </a:moveTo>
                <a:lnTo>
                  <a:pt x="1000125" y="428625"/>
                </a:lnTo>
                <a:lnTo>
                  <a:pt x="1000125" y="447675"/>
                </a:lnTo>
                <a:lnTo>
                  <a:pt x="971550" y="447675"/>
                </a:lnTo>
                <a:lnTo>
                  <a:pt x="971550" y="438150"/>
                </a:lnTo>
                <a:lnTo>
                  <a:pt x="981075" y="438150"/>
                </a:lnTo>
                <a:close/>
                <a:moveTo>
                  <a:pt x="1047750" y="428625"/>
                </a:moveTo>
                <a:lnTo>
                  <a:pt x="1057275" y="428625"/>
                </a:lnTo>
                <a:lnTo>
                  <a:pt x="1057275" y="438150"/>
                </a:lnTo>
                <a:lnTo>
                  <a:pt x="1066800" y="438150"/>
                </a:lnTo>
                <a:lnTo>
                  <a:pt x="1066800" y="447675"/>
                </a:lnTo>
                <a:lnTo>
                  <a:pt x="1076325" y="447675"/>
                </a:lnTo>
                <a:lnTo>
                  <a:pt x="1076325" y="438150"/>
                </a:lnTo>
                <a:lnTo>
                  <a:pt x="1085850" y="438150"/>
                </a:lnTo>
                <a:lnTo>
                  <a:pt x="1085850" y="428625"/>
                </a:lnTo>
                <a:lnTo>
                  <a:pt x="1104900" y="428625"/>
                </a:lnTo>
                <a:lnTo>
                  <a:pt x="1104900" y="447675"/>
                </a:lnTo>
                <a:lnTo>
                  <a:pt x="1095375" y="447675"/>
                </a:lnTo>
                <a:lnTo>
                  <a:pt x="1095375" y="457200"/>
                </a:lnTo>
                <a:lnTo>
                  <a:pt x="1066800" y="457200"/>
                </a:lnTo>
                <a:lnTo>
                  <a:pt x="1066800" y="466725"/>
                </a:lnTo>
                <a:lnTo>
                  <a:pt x="1057275" y="466725"/>
                </a:lnTo>
                <a:lnTo>
                  <a:pt x="1057275" y="457200"/>
                </a:lnTo>
                <a:lnTo>
                  <a:pt x="1047750" y="457200"/>
                </a:lnTo>
                <a:lnTo>
                  <a:pt x="1047750" y="447675"/>
                </a:lnTo>
                <a:lnTo>
                  <a:pt x="1028700" y="447675"/>
                </a:lnTo>
                <a:lnTo>
                  <a:pt x="1028700" y="438150"/>
                </a:lnTo>
                <a:lnTo>
                  <a:pt x="1047750" y="438150"/>
                </a:lnTo>
                <a:close/>
                <a:moveTo>
                  <a:pt x="1009650" y="438150"/>
                </a:moveTo>
                <a:lnTo>
                  <a:pt x="1019175" y="438150"/>
                </a:lnTo>
                <a:lnTo>
                  <a:pt x="1019175" y="447675"/>
                </a:lnTo>
                <a:lnTo>
                  <a:pt x="1009650" y="447675"/>
                </a:lnTo>
                <a:close/>
                <a:moveTo>
                  <a:pt x="57150" y="447675"/>
                </a:moveTo>
                <a:lnTo>
                  <a:pt x="66675" y="447675"/>
                </a:lnTo>
                <a:lnTo>
                  <a:pt x="66675" y="457200"/>
                </a:lnTo>
                <a:lnTo>
                  <a:pt x="57150" y="457200"/>
                </a:lnTo>
                <a:close/>
                <a:moveTo>
                  <a:pt x="1019175" y="447675"/>
                </a:moveTo>
                <a:lnTo>
                  <a:pt x="1028700" y="447675"/>
                </a:lnTo>
                <a:lnTo>
                  <a:pt x="1028700" y="485775"/>
                </a:lnTo>
                <a:lnTo>
                  <a:pt x="1038225" y="485775"/>
                </a:lnTo>
                <a:lnTo>
                  <a:pt x="1038225" y="495300"/>
                </a:lnTo>
                <a:lnTo>
                  <a:pt x="1047750" y="495300"/>
                </a:lnTo>
                <a:lnTo>
                  <a:pt x="1047750" y="485775"/>
                </a:lnTo>
                <a:lnTo>
                  <a:pt x="1057275" y="485775"/>
                </a:lnTo>
                <a:lnTo>
                  <a:pt x="1057275" y="504825"/>
                </a:lnTo>
                <a:lnTo>
                  <a:pt x="1047750" y="504825"/>
                </a:lnTo>
                <a:lnTo>
                  <a:pt x="1047750" y="514350"/>
                </a:lnTo>
                <a:lnTo>
                  <a:pt x="1038225" y="514350"/>
                </a:lnTo>
                <a:lnTo>
                  <a:pt x="1038225" y="504825"/>
                </a:lnTo>
                <a:lnTo>
                  <a:pt x="1009650" y="504825"/>
                </a:lnTo>
                <a:lnTo>
                  <a:pt x="1009650" y="495300"/>
                </a:lnTo>
                <a:lnTo>
                  <a:pt x="1019175" y="495300"/>
                </a:lnTo>
                <a:lnTo>
                  <a:pt x="1019175" y="485775"/>
                </a:lnTo>
                <a:lnTo>
                  <a:pt x="1000125" y="485775"/>
                </a:lnTo>
                <a:lnTo>
                  <a:pt x="1000125" y="476250"/>
                </a:lnTo>
                <a:lnTo>
                  <a:pt x="1019175" y="476250"/>
                </a:lnTo>
                <a:close/>
                <a:moveTo>
                  <a:pt x="142875" y="457200"/>
                </a:moveTo>
                <a:lnTo>
                  <a:pt x="152400" y="457200"/>
                </a:lnTo>
                <a:lnTo>
                  <a:pt x="152400" y="466725"/>
                </a:lnTo>
                <a:lnTo>
                  <a:pt x="142875" y="466725"/>
                </a:lnTo>
                <a:close/>
                <a:moveTo>
                  <a:pt x="1200150" y="457200"/>
                </a:moveTo>
                <a:lnTo>
                  <a:pt x="1209675" y="457200"/>
                </a:lnTo>
                <a:lnTo>
                  <a:pt x="1209675" y="466725"/>
                </a:lnTo>
                <a:lnTo>
                  <a:pt x="1200150" y="466725"/>
                </a:lnTo>
                <a:close/>
                <a:moveTo>
                  <a:pt x="133350" y="466725"/>
                </a:moveTo>
                <a:lnTo>
                  <a:pt x="142875" y="466725"/>
                </a:lnTo>
                <a:lnTo>
                  <a:pt x="142875" y="476250"/>
                </a:lnTo>
                <a:lnTo>
                  <a:pt x="133350" y="476250"/>
                </a:lnTo>
                <a:close/>
                <a:moveTo>
                  <a:pt x="152400" y="466725"/>
                </a:moveTo>
                <a:lnTo>
                  <a:pt x="161925" y="466725"/>
                </a:lnTo>
                <a:lnTo>
                  <a:pt x="161925" y="476250"/>
                </a:lnTo>
                <a:lnTo>
                  <a:pt x="171450" y="476250"/>
                </a:lnTo>
                <a:lnTo>
                  <a:pt x="171450" y="485775"/>
                </a:lnTo>
                <a:lnTo>
                  <a:pt x="152400" y="485775"/>
                </a:lnTo>
                <a:close/>
                <a:moveTo>
                  <a:pt x="0" y="485775"/>
                </a:moveTo>
                <a:lnTo>
                  <a:pt x="19050" y="485775"/>
                </a:lnTo>
                <a:lnTo>
                  <a:pt x="19050" y="495300"/>
                </a:lnTo>
                <a:lnTo>
                  <a:pt x="0" y="495300"/>
                </a:lnTo>
                <a:close/>
                <a:moveTo>
                  <a:pt x="85725" y="485775"/>
                </a:moveTo>
                <a:lnTo>
                  <a:pt x="95250" y="485775"/>
                </a:lnTo>
                <a:lnTo>
                  <a:pt x="95250" y="495300"/>
                </a:lnTo>
                <a:lnTo>
                  <a:pt x="85725" y="495300"/>
                </a:lnTo>
                <a:close/>
                <a:moveTo>
                  <a:pt x="866775" y="485775"/>
                </a:moveTo>
                <a:lnTo>
                  <a:pt x="876300" y="485775"/>
                </a:lnTo>
                <a:lnTo>
                  <a:pt x="876300" y="495300"/>
                </a:lnTo>
                <a:lnTo>
                  <a:pt x="866775" y="495300"/>
                </a:lnTo>
                <a:close/>
                <a:moveTo>
                  <a:pt x="1085850" y="485775"/>
                </a:moveTo>
                <a:lnTo>
                  <a:pt x="1123950" y="485775"/>
                </a:lnTo>
                <a:lnTo>
                  <a:pt x="1123950" y="495300"/>
                </a:lnTo>
                <a:lnTo>
                  <a:pt x="1104900" y="495300"/>
                </a:lnTo>
                <a:lnTo>
                  <a:pt x="1104900" y="514350"/>
                </a:lnTo>
                <a:lnTo>
                  <a:pt x="1085850" y="514350"/>
                </a:lnTo>
                <a:close/>
                <a:moveTo>
                  <a:pt x="1162050" y="485775"/>
                </a:moveTo>
                <a:lnTo>
                  <a:pt x="1171575" y="485775"/>
                </a:lnTo>
                <a:lnTo>
                  <a:pt x="1171575" y="514350"/>
                </a:lnTo>
                <a:lnTo>
                  <a:pt x="1152525" y="514350"/>
                </a:lnTo>
                <a:lnTo>
                  <a:pt x="1152525" y="495300"/>
                </a:lnTo>
                <a:lnTo>
                  <a:pt x="1162050" y="495300"/>
                </a:lnTo>
                <a:close/>
                <a:moveTo>
                  <a:pt x="914400" y="495300"/>
                </a:moveTo>
                <a:lnTo>
                  <a:pt x="923925" y="495300"/>
                </a:lnTo>
                <a:lnTo>
                  <a:pt x="923925" y="504825"/>
                </a:lnTo>
                <a:lnTo>
                  <a:pt x="914400" y="504825"/>
                </a:lnTo>
                <a:close/>
                <a:moveTo>
                  <a:pt x="962025" y="495300"/>
                </a:moveTo>
                <a:lnTo>
                  <a:pt x="971550" y="495300"/>
                </a:lnTo>
                <a:lnTo>
                  <a:pt x="971550" y="504825"/>
                </a:lnTo>
                <a:lnTo>
                  <a:pt x="981075" y="504825"/>
                </a:lnTo>
                <a:lnTo>
                  <a:pt x="981075" y="495300"/>
                </a:lnTo>
                <a:lnTo>
                  <a:pt x="990600" y="495300"/>
                </a:lnTo>
                <a:lnTo>
                  <a:pt x="990600" y="504825"/>
                </a:lnTo>
                <a:lnTo>
                  <a:pt x="981075" y="504825"/>
                </a:lnTo>
                <a:lnTo>
                  <a:pt x="981075" y="514350"/>
                </a:lnTo>
                <a:lnTo>
                  <a:pt x="962025" y="514350"/>
                </a:lnTo>
                <a:close/>
                <a:moveTo>
                  <a:pt x="1200150" y="504825"/>
                </a:moveTo>
                <a:lnTo>
                  <a:pt x="1209675" y="504825"/>
                </a:lnTo>
                <a:lnTo>
                  <a:pt x="1209675" y="523875"/>
                </a:lnTo>
                <a:lnTo>
                  <a:pt x="1200150" y="523875"/>
                </a:lnTo>
                <a:close/>
                <a:moveTo>
                  <a:pt x="152400" y="523875"/>
                </a:moveTo>
                <a:lnTo>
                  <a:pt x="161925" y="523875"/>
                </a:lnTo>
                <a:lnTo>
                  <a:pt x="161925" y="533400"/>
                </a:lnTo>
                <a:lnTo>
                  <a:pt x="152400" y="533400"/>
                </a:lnTo>
                <a:close/>
                <a:moveTo>
                  <a:pt x="1076325" y="523875"/>
                </a:moveTo>
                <a:lnTo>
                  <a:pt x="1085850" y="523875"/>
                </a:lnTo>
                <a:lnTo>
                  <a:pt x="1085850" y="533400"/>
                </a:lnTo>
                <a:lnTo>
                  <a:pt x="1076325" y="533400"/>
                </a:lnTo>
                <a:close/>
                <a:moveTo>
                  <a:pt x="981075" y="533400"/>
                </a:moveTo>
                <a:lnTo>
                  <a:pt x="1000125" y="533400"/>
                </a:lnTo>
                <a:lnTo>
                  <a:pt x="1000125" y="561975"/>
                </a:lnTo>
                <a:lnTo>
                  <a:pt x="981075" y="561975"/>
                </a:lnTo>
                <a:close/>
                <a:moveTo>
                  <a:pt x="1019175" y="533400"/>
                </a:moveTo>
                <a:lnTo>
                  <a:pt x="1028700" y="533400"/>
                </a:lnTo>
                <a:lnTo>
                  <a:pt x="1028700" y="542925"/>
                </a:lnTo>
                <a:lnTo>
                  <a:pt x="1066800" y="542925"/>
                </a:lnTo>
                <a:lnTo>
                  <a:pt x="1066800" y="552450"/>
                </a:lnTo>
                <a:lnTo>
                  <a:pt x="1057275" y="552450"/>
                </a:lnTo>
                <a:lnTo>
                  <a:pt x="1057275" y="561975"/>
                </a:lnTo>
                <a:lnTo>
                  <a:pt x="1047750" y="561975"/>
                </a:lnTo>
                <a:lnTo>
                  <a:pt x="1047750" y="581025"/>
                </a:lnTo>
                <a:lnTo>
                  <a:pt x="1028700" y="581025"/>
                </a:lnTo>
                <a:lnTo>
                  <a:pt x="1028700" y="552450"/>
                </a:lnTo>
                <a:lnTo>
                  <a:pt x="1019175" y="552450"/>
                </a:lnTo>
                <a:close/>
                <a:moveTo>
                  <a:pt x="0" y="542925"/>
                </a:moveTo>
                <a:lnTo>
                  <a:pt x="28575" y="542925"/>
                </a:lnTo>
                <a:lnTo>
                  <a:pt x="28575" y="561975"/>
                </a:lnTo>
                <a:lnTo>
                  <a:pt x="19050" y="561975"/>
                </a:lnTo>
                <a:lnTo>
                  <a:pt x="19050" y="571500"/>
                </a:lnTo>
                <a:lnTo>
                  <a:pt x="9525" y="571500"/>
                </a:lnTo>
                <a:lnTo>
                  <a:pt x="9525" y="561975"/>
                </a:lnTo>
                <a:lnTo>
                  <a:pt x="0" y="561975"/>
                </a:lnTo>
                <a:close/>
                <a:moveTo>
                  <a:pt x="895350" y="552450"/>
                </a:moveTo>
                <a:lnTo>
                  <a:pt x="904875" y="552450"/>
                </a:lnTo>
                <a:lnTo>
                  <a:pt x="904875" y="561975"/>
                </a:lnTo>
                <a:lnTo>
                  <a:pt x="923925" y="561975"/>
                </a:lnTo>
                <a:lnTo>
                  <a:pt x="923925" y="571500"/>
                </a:lnTo>
                <a:lnTo>
                  <a:pt x="933450" y="571500"/>
                </a:lnTo>
                <a:lnTo>
                  <a:pt x="933450" y="561975"/>
                </a:lnTo>
                <a:lnTo>
                  <a:pt x="942975" y="561975"/>
                </a:lnTo>
                <a:lnTo>
                  <a:pt x="942975" y="552450"/>
                </a:lnTo>
                <a:lnTo>
                  <a:pt x="952500" y="552450"/>
                </a:lnTo>
                <a:lnTo>
                  <a:pt x="952500" y="561975"/>
                </a:lnTo>
                <a:lnTo>
                  <a:pt x="962025" y="561975"/>
                </a:lnTo>
                <a:lnTo>
                  <a:pt x="962025" y="571500"/>
                </a:lnTo>
                <a:lnTo>
                  <a:pt x="942975" y="571500"/>
                </a:lnTo>
                <a:lnTo>
                  <a:pt x="942975" y="581025"/>
                </a:lnTo>
                <a:lnTo>
                  <a:pt x="914400" y="581025"/>
                </a:lnTo>
                <a:lnTo>
                  <a:pt x="914400" y="571500"/>
                </a:lnTo>
                <a:lnTo>
                  <a:pt x="895350" y="571500"/>
                </a:lnTo>
                <a:lnTo>
                  <a:pt x="895350" y="581025"/>
                </a:lnTo>
                <a:lnTo>
                  <a:pt x="847725" y="581025"/>
                </a:lnTo>
                <a:lnTo>
                  <a:pt x="847725" y="571500"/>
                </a:lnTo>
                <a:lnTo>
                  <a:pt x="876300" y="571500"/>
                </a:lnTo>
                <a:lnTo>
                  <a:pt x="876300" y="561975"/>
                </a:lnTo>
                <a:lnTo>
                  <a:pt x="895350" y="561975"/>
                </a:lnTo>
                <a:close/>
                <a:moveTo>
                  <a:pt x="409575" y="581025"/>
                </a:moveTo>
                <a:lnTo>
                  <a:pt x="419100" y="581025"/>
                </a:lnTo>
                <a:lnTo>
                  <a:pt x="419100" y="590550"/>
                </a:lnTo>
                <a:lnTo>
                  <a:pt x="409575" y="590550"/>
                </a:lnTo>
                <a:close/>
                <a:moveTo>
                  <a:pt x="1009650" y="581025"/>
                </a:moveTo>
                <a:lnTo>
                  <a:pt x="1028700" y="581025"/>
                </a:lnTo>
                <a:lnTo>
                  <a:pt x="1028700" y="590550"/>
                </a:lnTo>
                <a:lnTo>
                  <a:pt x="1009650" y="590550"/>
                </a:lnTo>
                <a:close/>
                <a:moveTo>
                  <a:pt x="0" y="590550"/>
                </a:moveTo>
                <a:lnTo>
                  <a:pt x="19050" y="590550"/>
                </a:lnTo>
                <a:lnTo>
                  <a:pt x="19050" y="609600"/>
                </a:lnTo>
                <a:lnTo>
                  <a:pt x="0" y="609600"/>
                </a:lnTo>
                <a:close/>
                <a:moveTo>
                  <a:pt x="381000" y="590550"/>
                </a:moveTo>
                <a:lnTo>
                  <a:pt x="400050" y="590550"/>
                </a:lnTo>
                <a:lnTo>
                  <a:pt x="400050" y="600075"/>
                </a:lnTo>
                <a:lnTo>
                  <a:pt x="381000" y="600075"/>
                </a:lnTo>
                <a:close/>
                <a:moveTo>
                  <a:pt x="504825" y="600075"/>
                </a:moveTo>
                <a:lnTo>
                  <a:pt x="514350" y="600075"/>
                </a:lnTo>
                <a:lnTo>
                  <a:pt x="514350" y="609600"/>
                </a:lnTo>
                <a:lnTo>
                  <a:pt x="504825" y="609600"/>
                </a:lnTo>
                <a:close/>
                <a:moveTo>
                  <a:pt x="1057275" y="609600"/>
                </a:moveTo>
                <a:lnTo>
                  <a:pt x="1066800" y="609600"/>
                </a:lnTo>
                <a:lnTo>
                  <a:pt x="1066800" y="619125"/>
                </a:lnTo>
                <a:lnTo>
                  <a:pt x="1057275" y="619125"/>
                </a:lnTo>
                <a:close/>
                <a:moveTo>
                  <a:pt x="1019175" y="619125"/>
                </a:moveTo>
                <a:lnTo>
                  <a:pt x="1038225" y="619125"/>
                </a:lnTo>
                <a:lnTo>
                  <a:pt x="1038225" y="628650"/>
                </a:lnTo>
                <a:lnTo>
                  <a:pt x="1019175" y="628650"/>
                </a:lnTo>
                <a:close/>
                <a:moveTo>
                  <a:pt x="704850" y="638175"/>
                </a:moveTo>
                <a:lnTo>
                  <a:pt x="723900" y="638175"/>
                </a:lnTo>
                <a:lnTo>
                  <a:pt x="723900" y="666750"/>
                </a:lnTo>
                <a:lnTo>
                  <a:pt x="714375" y="666750"/>
                </a:lnTo>
                <a:lnTo>
                  <a:pt x="714375" y="657225"/>
                </a:lnTo>
                <a:lnTo>
                  <a:pt x="704850" y="657225"/>
                </a:lnTo>
                <a:lnTo>
                  <a:pt x="704850" y="666750"/>
                </a:lnTo>
                <a:lnTo>
                  <a:pt x="695325" y="666750"/>
                </a:lnTo>
                <a:lnTo>
                  <a:pt x="695325" y="657225"/>
                </a:lnTo>
                <a:lnTo>
                  <a:pt x="685800" y="657225"/>
                </a:lnTo>
                <a:lnTo>
                  <a:pt x="685800" y="647700"/>
                </a:lnTo>
                <a:lnTo>
                  <a:pt x="704850" y="647700"/>
                </a:lnTo>
                <a:close/>
                <a:moveTo>
                  <a:pt x="657225" y="676275"/>
                </a:moveTo>
                <a:lnTo>
                  <a:pt x="676275" y="676275"/>
                </a:lnTo>
                <a:lnTo>
                  <a:pt x="676275" y="695325"/>
                </a:lnTo>
                <a:lnTo>
                  <a:pt x="666750" y="695325"/>
                </a:lnTo>
                <a:lnTo>
                  <a:pt x="666750" y="704850"/>
                </a:lnTo>
                <a:lnTo>
                  <a:pt x="657225" y="704850"/>
                </a:lnTo>
                <a:lnTo>
                  <a:pt x="657225" y="695325"/>
                </a:lnTo>
                <a:lnTo>
                  <a:pt x="647700" y="695325"/>
                </a:lnTo>
                <a:lnTo>
                  <a:pt x="647700" y="685800"/>
                </a:lnTo>
                <a:lnTo>
                  <a:pt x="657225" y="685800"/>
                </a:lnTo>
                <a:close/>
                <a:moveTo>
                  <a:pt x="266700" y="685800"/>
                </a:moveTo>
                <a:lnTo>
                  <a:pt x="276225" y="685800"/>
                </a:lnTo>
                <a:lnTo>
                  <a:pt x="276225" y="695325"/>
                </a:lnTo>
                <a:lnTo>
                  <a:pt x="266700" y="695325"/>
                </a:lnTo>
                <a:close/>
                <a:moveTo>
                  <a:pt x="800100" y="685800"/>
                </a:moveTo>
                <a:lnTo>
                  <a:pt x="809625" y="685800"/>
                </a:lnTo>
                <a:lnTo>
                  <a:pt x="809625" y="695325"/>
                </a:lnTo>
                <a:lnTo>
                  <a:pt x="800100" y="695325"/>
                </a:lnTo>
                <a:close/>
                <a:moveTo>
                  <a:pt x="504825" y="714375"/>
                </a:moveTo>
                <a:lnTo>
                  <a:pt x="514350" y="714375"/>
                </a:lnTo>
                <a:lnTo>
                  <a:pt x="514350" y="723900"/>
                </a:lnTo>
                <a:lnTo>
                  <a:pt x="504825" y="723900"/>
                </a:lnTo>
                <a:close/>
                <a:moveTo>
                  <a:pt x="742950" y="714375"/>
                </a:moveTo>
                <a:lnTo>
                  <a:pt x="771525" y="714375"/>
                </a:lnTo>
                <a:lnTo>
                  <a:pt x="771525" y="733425"/>
                </a:lnTo>
                <a:lnTo>
                  <a:pt x="781050" y="733425"/>
                </a:lnTo>
                <a:lnTo>
                  <a:pt x="781050" y="742950"/>
                </a:lnTo>
                <a:lnTo>
                  <a:pt x="800100" y="742950"/>
                </a:lnTo>
                <a:lnTo>
                  <a:pt x="800100" y="762000"/>
                </a:lnTo>
                <a:lnTo>
                  <a:pt x="790575" y="762000"/>
                </a:lnTo>
                <a:lnTo>
                  <a:pt x="790575" y="752475"/>
                </a:lnTo>
                <a:lnTo>
                  <a:pt x="771525" y="752475"/>
                </a:lnTo>
                <a:lnTo>
                  <a:pt x="771525" y="742950"/>
                </a:lnTo>
                <a:lnTo>
                  <a:pt x="752475" y="742950"/>
                </a:lnTo>
                <a:lnTo>
                  <a:pt x="752475" y="723900"/>
                </a:lnTo>
                <a:lnTo>
                  <a:pt x="742950" y="723900"/>
                </a:lnTo>
                <a:close/>
                <a:moveTo>
                  <a:pt x="1143000" y="714375"/>
                </a:moveTo>
                <a:lnTo>
                  <a:pt x="1152525" y="714375"/>
                </a:lnTo>
                <a:lnTo>
                  <a:pt x="1152525" y="723900"/>
                </a:lnTo>
                <a:lnTo>
                  <a:pt x="1143000" y="723900"/>
                </a:lnTo>
                <a:close/>
                <a:moveTo>
                  <a:pt x="523875" y="723900"/>
                </a:moveTo>
                <a:lnTo>
                  <a:pt x="533400" y="723900"/>
                </a:lnTo>
                <a:lnTo>
                  <a:pt x="533400" y="733425"/>
                </a:lnTo>
                <a:lnTo>
                  <a:pt x="523875" y="733425"/>
                </a:lnTo>
                <a:close/>
                <a:moveTo>
                  <a:pt x="171450" y="742950"/>
                </a:moveTo>
                <a:lnTo>
                  <a:pt x="180975" y="742950"/>
                </a:lnTo>
                <a:lnTo>
                  <a:pt x="180975" y="762000"/>
                </a:lnTo>
                <a:lnTo>
                  <a:pt x="161925" y="762000"/>
                </a:lnTo>
                <a:lnTo>
                  <a:pt x="161925" y="752475"/>
                </a:lnTo>
                <a:lnTo>
                  <a:pt x="171450" y="752475"/>
                </a:lnTo>
                <a:close/>
                <a:moveTo>
                  <a:pt x="209550" y="742950"/>
                </a:moveTo>
                <a:lnTo>
                  <a:pt x="219075" y="742950"/>
                </a:lnTo>
                <a:lnTo>
                  <a:pt x="219075" y="762000"/>
                </a:lnTo>
                <a:lnTo>
                  <a:pt x="209550" y="762000"/>
                </a:lnTo>
                <a:close/>
                <a:moveTo>
                  <a:pt x="428625" y="742950"/>
                </a:moveTo>
                <a:lnTo>
                  <a:pt x="438150" y="742950"/>
                </a:lnTo>
                <a:lnTo>
                  <a:pt x="438150" y="771525"/>
                </a:lnTo>
                <a:lnTo>
                  <a:pt x="419100" y="771525"/>
                </a:lnTo>
                <a:lnTo>
                  <a:pt x="419100" y="762000"/>
                </a:lnTo>
                <a:lnTo>
                  <a:pt x="428625" y="762000"/>
                </a:lnTo>
                <a:close/>
                <a:moveTo>
                  <a:pt x="523875" y="742950"/>
                </a:moveTo>
                <a:lnTo>
                  <a:pt x="533400" y="742950"/>
                </a:lnTo>
                <a:lnTo>
                  <a:pt x="533400" y="752475"/>
                </a:lnTo>
                <a:lnTo>
                  <a:pt x="523875" y="752475"/>
                </a:lnTo>
                <a:close/>
                <a:moveTo>
                  <a:pt x="923925" y="742950"/>
                </a:moveTo>
                <a:lnTo>
                  <a:pt x="933450" y="742950"/>
                </a:lnTo>
                <a:lnTo>
                  <a:pt x="933450" y="752475"/>
                </a:lnTo>
                <a:lnTo>
                  <a:pt x="923925" y="752475"/>
                </a:lnTo>
                <a:close/>
                <a:moveTo>
                  <a:pt x="1047750" y="752475"/>
                </a:moveTo>
                <a:lnTo>
                  <a:pt x="1066800" y="752475"/>
                </a:lnTo>
                <a:lnTo>
                  <a:pt x="1066800" y="762000"/>
                </a:lnTo>
                <a:lnTo>
                  <a:pt x="1047750" y="762000"/>
                </a:lnTo>
                <a:close/>
                <a:moveTo>
                  <a:pt x="381000" y="762000"/>
                </a:moveTo>
                <a:lnTo>
                  <a:pt x="400050" y="762000"/>
                </a:lnTo>
                <a:lnTo>
                  <a:pt x="400050" y="781050"/>
                </a:lnTo>
                <a:lnTo>
                  <a:pt x="390525" y="781050"/>
                </a:lnTo>
                <a:lnTo>
                  <a:pt x="390525" y="771525"/>
                </a:lnTo>
                <a:lnTo>
                  <a:pt x="381000" y="771525"/>
                </a:lnTo>
                <a:close/>
                <a:moveTo>
                  <a:pt x="352425" y="771525"/>
                </a:moveTo>
                <a:lnTo>
                  <a:pt x="381000" y="771525"/>
                </a:lnTo>
                <a:lnTo>
                  <a:pt x="381000" y="781050"/>
                </a:lnTo>
                <a:lnTo>
                  <a:pt x="390525" y="781050"/>
                </a:lnTo>
                <a:lnTo>
                  <a:pt x="390525" y="790575"/>
                </a:lnTo>
                <a:lnTo>
                  <a:pt x="371475" y="790575"/>
                </a:lnTo>
                <a:lnTo>
                  <a:pt x="371475" y="781050"/>
                </a:lnTo>
                <a:lnTo>
                  <a:pt x="352425" y="781050"/>
                </a:lnTo>
                <a:close/>
                <a:moveTo>
                  <a:pt x="1076325" y="771525"/>
                </a:moveTo>
                <a:lnTo>
                  <a:pt x="1085850" y="771525"/>
                </a:lnTo>
                <a:lnTo>
                  <a:pt x="1085850" y="790575"/>
                </a:lnTo>
                <a:lnTo>
                  <a:pt x="1076325" y="790575"/>
                </a:lnTo>
                <a:close/>
                <a:moveTo>
                  <a:pt x="952500" y="781050"/>
                </a:moveTo>
                <a:lnTo>
                  <a:pt x="962025" y="781050"/>
                </a:lnTo>
                <a:lnTo>
                  <a:pt x="962025" y="790575"/>
                </a:lnTo>
                <a:lnTo>
                  <a:pt x="981075" y="790575"/>
                </a:lnTo>
                <a:lnTo>
                  <a:pt x="981075" y="809625"/>
                </a:lnTo>
                <a:lnTo>
                  <a:pt x="952500" y="809625"/>
                </a:lnTo>
                <a:close/>
                <a:moveTo>
                  <a:pt x="323850" y="790575"/>
                </a:moveTo>
                <a:lnTo>
                  <a:pt x="352425" y="790575"/>
                </a:lnTo>
                <a:lnTo>
                  <a:pt x="352425" y="800100"/>
                </a:lnTo>
                <a:lnTo>
                  <a:pt x="342900" y="800100"/>
                </a:lnTo>
                <a:lnTo>
                  <a:pt x="342900" y="809625"/>
                </a:lnTo>
                <a:lnTo>
                  <a:pt x="314325" y="809625"/>
                </a:lnTo>
                <a:lnTo>
                  <a:pt x="314325" y="800100"/>
                </a:lnTo>
                <a:lnTo>
                  <a:pt x="323850" y="800100"/>
                </a:lnTo>
                <a:close/>
                <a:moveTo>
                  <a:pt x="266700" y="800100"/>
                </a:moveTo>
                <a:lnTo>
                  <a:pt x="276225" y="800100"/>
                </a:lnTo>
                <a:lnTo>
                  <a:pt x="276225" y="809625"/>
                </a:lnTo>
                <a:lnTo>
                  <a:pt x="266700" y="809625"/>
                </a:lnTo>
                <a:close/>
                <a:moveTo>
                  <a:pt x="895350" y="800100"/>
                </a:moveTo>
                <a:lnTo>
                  <a:pt x="904875" y="800100"/>
                </a:lnTo>
                <a:lnTo>
                  <a:pt x="904875" y="809625"/>
                </a:lnTo>
                <a:lnTo>
                  <a:pt x="895350" y="809625"/>
                </a:lnTo>
                <a:close/>
                <a:moveTo>
                  <a:pt x="914400" y="800100"/>
                </a:moveTo>
                <a:lnTo>
                  <a:pt x="923925" y="800100"/>
                </a:lnTo>
                <a:lnTo>
                  <a:pt x="923925" y="809625"/>
                </a:lnTo>
                <a:lnTo>
                  <a:pt x="914400" y="809625"/>
                </a:lnTo>
                <a:close/>
              </a:path>
            </a:pathLst>
          </a:custGeom>
          <a:solidFill xmlns:a="http://schemas.openxmlformats.org/drawingml/2006/main">
            <a:srgbClr val="F8F7F3"/>
          </a:solidFill>
          <a:ln xmlns:a="http://schemas.openxmlformats.org/drawingml/2006/main" w="0">
            <a:noFill/>
          </a:ln>
        </p:spPr>
      </p:sp>
      <p:sp>
        <p:nvSpPr>
          <p:cNvPr id="85" name="v02 vector #f6f7f2">
            <a:extLst xmlns:a="http://schemas.openxmlformats.org/drawingml/2006/main">
              <a:ext uri="{FF2B5EF4-FFF2-40B4-BE49-F238E27FC236}">
                <a16:creationId xmlns:a16="http://schemas.microsoft.com/office/drawing/2014/main" id="{0563E109-AC1D-438A-8305-EDA542688D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10675" y="2362200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428625" y="0"/>
                </a:moveTo>
                <a:lnTo>
                  <a:pt x="447675" y="0"/>
                </a:lnTo>
                <a:lnTo>
                  <a:pt x="447675" y="9525"/>
                </a:lnTo>
                <a:lnTo>
                  <a:pt x="428625" y="9525"/>
                </a:lnTo>
                <a:close/>
                <a:moveTo>
                  <a:pt x="180975" y="19050"/>
                </a:moveTo>
                <a:lnTo>
                  <a:pt x="190500" y="19050"/>
                </a:lnTo>
                <a:lnTo>
                  <a:pt x="190500" y="28575"/>
                </a:lnTo>
                <a:lnTo>
                  <a:pt x="180975" y="28575"/>
                </a:lnTo>
                <a:close/>
                <a:moveTo>
                  <a:pt x="257175" y="19050"/>
                </a:moveTo>
                <a:lnTo>
                  <a:pt x="276225" y="19050"/>
                </a:lnTo>
                <a:lnTo>
                  <a:pt x="276225" y="28575"/>
                </a:lnTo>
                <a:lnTo>
                  <a:pt x="257175" y="28575"/>
                </a:lnTo>
                <a:close/>
                <a:moveTo>
                  <a:pt x="438150" y="19050"/>
                </a:moveTo>
                <a:lnTo>
                  <a:pt x="457200" y="19050"/>
                </a:lnTo>
                <a:lnTo>
                  <a:pt x="457200" y="28575"/>
                </a:lnTo>
                <a:lnTo>
                  <a:pt x="438150" y="28575"/>
                </a:lnTo>
                <a:close/>
                <a:moveTo>
                  <a:pt x="133350" y="57150"/>
                </a:moveTo>
                <a:lnTo>
                  <a:pt x="161925" y="57150"/>
                </a:lnTo>
                <a:lnTo>
                  <a:pt x="161925" y="66675"/>
                </a:lnTo>
                <a:lnTo>
                  <a:pt x="133350" y="66675"/>
                </a:lnTo>
                <a:close/>
                <a:moveTo>
                  <a:pt x="180975" y="57150"/>
                </a:moveTo>
                <a:lnTo>
                  <a:pt x="257175" y="57150"/>
                </a:lnTo>
                <a:lnTo>
                  <a:pt x="257175" y="66675"/>
                </a:lnTo>
                <a:lnTo>
                  <a:pt x="180975" y="66675"/>
                </a:lnTo>
                <a:close/>
                <a:moveTo>
                  <a:pt x="266700" y="57150"/>
                </a:moveTo>
                <a:lnTo>
                  <a:pt x="381000" y="57150"/>
                </a:lnTo>
                <a:lnTo>
                  <a:pt x="381000" y="66675"/>
                </a:lnTo>
                <a:lnTo>
                  <a:pt x="266700" y="66675"/>
                </a:lnTo>
                <a:close/>
                <a:moveTo>
                  <a:pt x="400050" y="57150"/>
                </a:moveTo>
                <a:lnTo>
                  <a:pt x="571500" y="57150"/>
                </a:lnTo>
                <a:lnTo>
                  <a:pt x="571500" y="66675"/>
                </a:lnTo>
                <a:lnTo>
                  <a:pt x="561975" y="66675"/>
                </a:lnTo>
                <a:lnTo>
                  <a:pt x="561975" y="76200"/>
                </a:lnTo>
                <a:lnTo>
                  <a:pt x="571500" y="76200"/>
                </a:lnTo>
                <a:lnTo>
                  <a:pt x="571500" y="66675"/>
                </a:lnTo>
                <a:lnTo>
                  <a:pt x="581025" y="66675"/>
                </a:lnTo>
                <a:lnTo>
                  <a:pt x="581025" y="76200"/>
                </a:lnTo>
                <a:lnTo>
                  <a:pt x="590550" y="76200"/>
                </a:lnTo>
                <a:lnTo>
                  <a:pt x="590550" y="161925"/>
                </a:lnTo>
                <a:lnTo>
                  <a:pt x="581025" y="161925"/>
                </a:lnTo>
                <a:lnTo>
                  <a:pt x="581025" y="104775"/>
                </a:lnTo>
                <a:lnTo>
                  <a:pt x="571500" y="104775"/>
                </a:lnTo>
                <a:lnTo>
                  <a:pt x="571500" y="85725"/>
                </a:lnTo>
                <a:lnTo>
                  <a:pt x="561975" y="85725"/>
                </a:lnTo>
                <a:lnTo>
                  <a:pt x="561975" y="95250"/>
                </a:lnTo>
                <a:lnTo>
                  <a:pt x="552450" y="95250"/>
                </a:lnTo>
                <a:lnTo>
                  <a:pt x="552450" y="85725"/>
                </a:lnTo>
                <a:lnTo>
                  <a:pt x="533400" y="85725"/>
                </a:lnTo>
                <a:lnTo>
                  <a:pt x="533400" y="76200"/>
                </a:lnTo>
                <a:lnTo>
                  <a:pt x="542925" y="76200"/>
                </a:lnTo>
                <a:lnTo>
                  <a:pt x="542925" y="66675"/>
                </a:lnTo>
                <a:lnTo>
                  <a:pt x="400050" y="66675"/>
                </a:lnTo>
                <a:close/>
                <a:moveTo>
                  <a:pt x="28575" y="66675"/>
                </a:moveTo>
                <a:lnTo>
                  <a:pt x="38100" y="66675"/>
                </a:lnTo>
                <a:lnTo>
                  <a:pt x="38100" y="76200"/>
                </a:lnTo>
                <a:lnTo>
                  <a:pt x="28575" y="76200"/>
                </a:lnTo>
                <a:close/>
                <a:moveTo>
                  <a:pt x="95250" y="76200"/>
                </a:moveTo>
                <a:lnTo>
                  <a:pt x="104775" y="76200"/>
                </a:lnTo>
                <a:lnTo>
                  <a:pt x="104775" y="85725"/>
                </a:lnTo>
                <a:lnTo>
                  <a:pt x="95250" y="85725"/>
                </a:lnTo>
                <a:close/>
                <a:moveTo>
                  <a:pt x="85725" y="95250"/>
                </a:moveTo>
                <a:lnTo>
                  <a:pt x="95250" y="95250"/>
                </a:lnTo>
                <a:lnTo>
                  <a:pt x="95250" y="152400"/>
                </a:lnTo>
                <a:lnTo>
                  <a:pt x="104775" y="152400"/>
                </a:lnTo>
                <a:lnTo>
                  <a:pt x="104775" y="161925"/>
                </a:lnTo>
                <a:lnTo>
                  <a:pt x="95250" y="161925"/>
                </a:lnTo>
                <a:lnTo>
                  <a:pt x="95250" y="257175"/>
                </a:lnTo>
                <a:lnTo>
                  <a:pt x="85725" y="257175"/>
                </a:lnTo>
                <a:lnTo>
                  <a:pt x="85725" y="247650"/>
                </a:lnTo>
                <a:lnTo>
                  <a:pt x="76200" y="247650"/>
                </a:lnTo>
                <a:lnTo>
                  <a:pt x="76200" y="238125"/>
                </a:lnTo>
                <a:lnTo>
                  <a:pt x="66675" y="238125"/>
                </a:lnTo>
                <a:lnTo>
                  <a:pt x="66675" y="219075"/>
                </a:lnTo>
                <a:lnTo>
                  <a:pt x="76200" y="219075"/>
                </a:lnTo>
                <a:lnTo>
                  <a:pt x="76200" y="228600"/>
                </a:lnTo>
                <a:lnTo>
                  <a:pt x="85725" y="228600"/>
                </a:lnTo>
                <a:lnTo>
                  <a:pt x="85725" y="171450"/>
                </a:lnTo>
                <a:lnTo>
                  <a:pt x="76200" y="171450"/>
                </a:lnTo>
                <a:lnTo>
                  <a:pt x="76200" y="123825"/>
                </a:lnTo>
                <a:lnTo>
                  <a:pt x="66675" y="123825"/>
                </a:lnTo>
                <a:lnTo>
                  <a:pt x="66675" y="104775"/>
                </a:lnTo>
                <a:lnTo>
                  <a:pt x="85725" y="104775"/>
                </a:lnTo>
                <a:close/>
                <a:moveTo>
                  <a:pt x="123825" y="95250"/>
                </a:moveTo>
                <a:lnTo>
                  <a:pt x="133350" y="95250"/>
                </a:lnTo>
                <a:lnTo>
                  <a:pt x="133350" y="104775"/>
                </a:lnTo>
                <a:lnTo>
                  <a:pt x="152400" y="104775"/>
                </a:lnTo>
                <a:lnTo>
                  <a:pt x="152400" y="114300"/>
                </a:lnTo>
                <a:lnTo>
                  <a:pt x="161925" y="114300"/>
                </a:lnTo>
                <a:lnTo>
                  <a:pt x="161925" y="123825"/>
                </a:lnTo>
                <a:lnTo>
                  <a:pt x="171450" y="123825"/>
                </a:lnTo>
                <a:lnTo>
                  <a:pt x="171450" y="133350"/>
                </a:lnTo>
                <a:lnTo>
                  <a:pt x="161925" y="133350"/>
                </a:lnTo>
                <a:lnTo>
                  <a:pt x="161925" y="200025"/>
                </a:lnTo>
                <a:lnTo>
                  <a:pt x="171450" y="200025"/>
                </a:lnTo>
                <a:lnTo>
                  <a:pt x="171450" y="247650"/>
                </a:lnTo>
                <a:lnTo>
                  <a:pt x="161925" y="247650"/>
                </a:lnTo>
                <a:lnTo>
                  <a:pt x="161925" y="266700"/>
                </a:lnTo>
                <a:lnTo>
                  <a:pt x="133350" y="266700"/>
                </a:lnTo>
                <a:lnTo>
                  <a:pt x="133350" y="276225"/>
                </a:lnTo>
                <a:lnTo>
                  <a:pt x="123825" y="276225"/>
                </a:lnTo>
                <a:close/>
                <a:moveTo>
                  <a:pt x="190500" y="114300"/>
                </a:moveTo>
                <a:lnTo>
                  <a:pt x="238125" y="114300"/>
                </a:lnTo>
                <a:lnTo>
                  <a:pt x="238125" y="123825"/>
                </a:lnTo>
                <a:lnTo>
                  <a:pt x="190500" y="123825"/>
                </a:lnTo>
                <a:close/>
                <a:moveTo>
                  <a:pt x="257175" y="114300"/>
                </a:moveTo>
                <a:lnTo>
                  <a:pt x="266700" y="114300"/>
                </a:lnTo>
                <a:lnTo>
                  <a:pt x="266700" y="133350"/>
                </a:lnTo>
                <a:lnTo>
                  <a:pt x="247650" y="133350"/>
                </a:lnTo>
                <a:lnTo>
                  <a:pt x="247650" y="123825"/>
                </a:lnTo>
                <a:lnTo>
                  <a:pt x="257175" y="123825"/>
                </a:lnTo>
                <a:close/>
                <a:moveTo>
                  <a:pt x="276225" y="123825"/>
                </a:moveTo>
                <a:lnTo>
                  <a:pt x="285750" y="123825"/>
                </a:lnTo>
                <a:lnTo>
                  <a:pt x="285750" y="152400"/>
                </a:lnTo>
                <a:lnTo>
                  <a:pt x="276225" y="152400"/>
                </a:lnTo>
                <a:close/>
                <a:moveTo>
                  <a:pt x="533400" y="152400"/>
                </a:moveTo>
                <a:lnTo>
                  <a:pt x="542925" y="152400"/>
                </a:lnTo>
                <a:lnTo>
                  <a:pt x="542925" y="161925"/>
                </a:lnTo>
                <a:lnTo>
                  <a:pt x="533400" y="161925"/>
                </a:lnTo>
                <a:close/>
                <a:moveTo>
                  <a:pt x="285750" y="161925"/>
                </a:moveTo>
                <a:lnTo>
                  <a:pt x="295275" y="161925"/>
                </a:lnTo>
                <a:lnTo>
                  <a:pt x="295275" y="171450"/>
                </a:lnTo>
                <a:lnTo>
                  <a:pt x="285750" y="171450"/>
                </a:lnTo>
                <a:close/>
                <a:moveTo>
                  <a:pt x="457200" y="161925"/>
                </a:moveTo>
                <a:lnTo>
                  <a:pt x="476250" y="161925"/>
                </a:lnTo>
                <a:lnTo>
                  <a:pt x="476250" y="171450"/>
                </a:lnTo>
                <a:lnTo>
                  <a:pt x="457200" y="171450"/>
                </a:lnTo>
                <a:close/>
                <a:moveTo>
                  <a:pt x="542925" y="161925"/>
                </a:moveTo>
                <a:lnTo>
                  <a:pt x="581025" y="161925"/>
                </a:lnTo>
                <a:lnTo>
                  <a:pt x="581025" y="171450"/>
                </a:lnTo>
                <a:lnTo>
                  <a:pt x="542925" y="171450"/>
                </a:lnTo>
                <a:close/>
                <a:moveTo>
                  <a:pt x="447675" y="171450"/>
                </a:moveTo>
                <a:lnTo>
                  <a:pt x="457200" y="171450"/>
                </a:lnTo>
                <a:lnTo>
                  <a:pt x="457200" y="180975"/>
                </a:lnTo>
                <a:lnTo>
                  <a:pt x="447675" y="180975"/>
                </a:lnTo>
                <a:close/>
                <a:moveTo>
                  <a:pt x="619125" y="171450"/>
                </a:moveTo>
                <a:lnTo>
                  <a:pt x="628650" y="171450"/>
                </a:lnTo>
                <a:lnTo>
                  <a:pt x="628650" y="180975"/>
                </a:lnTo>
                <a:lnTo>
                  <a:pt x="619125" y="180975"/>
                </a:lnTo>
                <a:close/>
                <a:moveTo>
                  <a:pt x="276225" y="180975"/>
                </a:moveTo>
                <a:lnTo>
                  <a:pt x="285750" y="180975"/>
                </a:lnTo>
                <a:lnTo>
                  <a:pt x="285750" y="190500"/>
                </a:lnTo>
                <a:lnTo>
                  <a:pt x="276225" y="190500"/>
                </a:lnTo>
                <a:close/>
                <a:moveTo>
                  <a:pt x="466725" y="180975"/>
                </a:moveTo>
                <a:lnTo>
                  <a:pt x="476250" y="180975"/>
                </a:lnTo>
                <a:lnTo>
                  <a:pt x="476250" y="190500"/>
                </a:lnTo>
                <a:lnTo>
                  <a:pt x="466725" y="190500"/>
                </a:lnTo>
                <a:close/>
                <a:moveTo>
                  <a:pt x="638175" y="180975"/>
                </a:moveTo>
                <a:lnTo>
                  <a:pt x="657225" y="180975"/>
                </a:lnTo>
                <a:lnTo>
                  <a:pt x="657225" y="190500"/>
                </a:lnTo>
                <a:lnTo>
                  <a:pt x="638175" y="190500"/>
                </a:lnTo>
                <a:close/>
                <a:moveTo>
                  <a:pt x="657225" y="190500"/>
                </a:moveTo>
                <a:lnTo>
                  <a:pt x="676275" y="190500"/>
                </a:lnTo>
                <a:lnTo>
                  <a:pt x="676275" y="200025"/>
                </a:lnTo>
                <a:lnTo>
                  <a:pt x="657225" y="200025"/>
                </a:lnTo>
                <a:close/>
                <a:moveTo>
                  <a:pt x="685800" y="209550"/>
                </a:moveTo>
                <a:lnTo>
                  <a:pt x="695325" y="209550"/>
                </a:lnTo>
                <a:lnTo>
                  <a:pt x="695325" y="219075"/>
                </a:lnTo>
                <a:lnTo>
                  <a:pt x="685800" y="219075"/>
                </a:lnTo>
                <a:close/>
                <a:moveTo>
                  <a:pt x="247650" y="238125"/>
                </a:moveTo>
                <a:lnTo>
                  <a:pt x="266700" y="238125"/>
                </a:lnTo>
                <a:lnTo>
                  <a:pt x="266700" y="257175"/>
                </a:lnTo>
                <a:lnTo>
                  <a:pt x="257175" y="257175"/>
                </a:lnTo>
                <a:lnTo>
                  <a:pt x="257175" y="247650"/>
                </a:lnTo>
                <a:lnTo>
                  <a:pt x="247650" y="247650"/>
                </a:lnTo>
                <a:close/>
                <a:moveTo>
                  <a:pt x="581025" y="238125"/>
                </a:moveTo>
                <a:lnTo>
                  <a:pt x="590550" y="238125"/>
                </a:lnTo>
                <a:lnTo>
                  <a:pt x="590550" y="247650"/>
                </a:lnTo>
                <a:lnTo>
                  <a:pt x="581025" y="247650"/>
                </a:lnTo>
                <a:close/>
                <a:moveTo>
                  <a:pt x="714375" y="238125"/>
                </a:moveTo>
                <a:lnTo>
                  <a:pt x="723900" y="238125"/>
                </a:lnTo>
                <a:lnTo>
                  <a:pt x="723900" y="247650"/>
                </a:lnTo>
                <a:lnTo>
                  <a:pt x="714375" y="247650"/>
                </a:lnTo>
                <a:close/>
                <a:moveTo>
                  <a:pt x="276225" y="247650"/>
                </a:moveTo>
                <a:lnTo>
                  <a:pt x="333375" y="247650"/>
                </a:lnTo>
                <a:lnTo>
                  <a:pt x="333375" y="257175"/>
                </a:lnTo>
                <a:lnTo>
                  <a:pt x="285750" y="257175"/>
                </a:lnTo>
                <a:lnTo>
                  <a:pt x="285750" y="276225"/>
                </a:lnTo>
                <a:lnTo>
                  <a:pt x="276225" y="276225"/>
                </a:lnTo>
                <a:close/>
                <a:moveTo>
                  <a:pt x="571500" y="257175"/>
                </a:moveTo>
                <a:lnTo>
                  <a:pt x="581025" y="257175"/>
                </a:lnTo>
                <a:lnTo>
                  <a:pt x="581025" y="266700"/>
                </a:lnTo>
                <a:lnTo>
                  <a:pt x="571500" y="266700"/>
                </a:lnTo>
                <a:close/>
                <a:moveTo>
                  <a:pt x="95250" y="266700"/>
                </a:moveTo>
                <a:lnTo>
                  <a:pt x="104775" y="266700"/>
                </a:lnTo>
                <a:lnTo>
                  <a:pt x="104775" y="428625"/>
                </a:lnTo>
                <a:lnTo>
                  <a:pt x="95250" y="428625"/>
                </a:lnTo>
                <a:close/>
                <a:moveTo>
                  <a:pt x="581025" y="266700"/>
                </a:moveTo>
                <a:lnTo>
                  <a:pt x="590550" y="266700"/>
                </a:lnTo>
                <a:lnTo>
                  <a:pt x="590550" y="285750"/>
                </a:lnTo>
                <a:lnTo>
                  <a:pt x="581025" y="285750"/>
                </a:lnTo>
                <a:lnTo>
                  <a:pt x="581025" y="295275"/>
                </a:lnTo>
                <a:lnTo>
                  <a:pt x="561975" y="295275"/>
                </a:lnTo>
                <a:lnTo>
                  <a:pt x="561975" y="285750"/>
                </a:lnTo>
                <a:lnTo>
                  <a:pt x="571500" y="285750"/>
                </a:lnTo>
                <a:lnTo>
                  <a:pt x="571500" y="276225"/>
                </a:lnTo>
                <a:lnTo>
                  <a:pt x="581025" y="276225"/>
                </a:lnTo>
                <a:close/>
                <a:moveTo>
                  <a:pt x="733425" y="266700"/>
                </a:moveTo>
                <a:lnTo>
                  <a:pt x="742950" y="266700"/>
                </a:lnTo>
                <a:lnTo>
                  <a:pt x="742950" y="276225"/>
                </a:lnTo>
                <a:lnTo>
                  <a:pt x="733425" y="276225"/>
                </a:lnTo>
                <a:close/>
                <a:moveTo>
                  <a:pt x="257175" y="276225"/>
                </a:moveTo>
                <a:lnTo>
                  <a:pt x="266700" y="276225"/>
                </a:lnTo>
                <a:lnTo>
                  <a:pt x="266700" y="295275"/>
                </a:lnTo>
                <a:lnTo>
                  <a:pt x="257175" y="295275"/>
                </a:lnTo>
                <a:close/>
                <a:moveTo>
                  <a:pt x="495300" y="276225"/>
                </a:moveTo>
                <a:lnTo>
                  <a:pt x="504825" y="276225"/>
                </a:lnTo>
                <a:lnTo>
                  <a:pt x="504825" y="295275"/>
                </a:lnTo>
                <a:lnTo>
                  <a:pt x="495300" y="295275"/>
                </a:lnTo>
                <a:close/>
                <a:moveTo>
                  <a:pt x="742950" y="285750"/>
                </a:moveTo>
                <a:lnTo>
                  <a:pt x="752475" y="285750"/>
                </a:lnTo>
                <a:lnTo>
                  <a:pt x="752475" y="295275"/>
                </a:lnTo>
                <a:lnTo>
                  <a:pt x="742950" y="295275"/>
                </a:lnTo>
                <a:close/>
                <a:moveTo>
                  <a:pt x="276225" y="295275"/>
                </a:moveTo>
                <a:lnTo>
                  <a:pt x="285750" y="295275"/>
                </a:lnTo>
                <a:lnTo>
                  <a:pt x="285750" y="314325"/>
                </a:lnTo>
                <a:lnTo>
                  <a:pt x="276225" y="314325"/>
                </a:lnTo>
                <a:close/>
                <a:moveTo>
                  <a:pt x="533400" y="304800"/>
                </a:moveTo>
                <a:lnTo>
                  <a:pt x="542925" y="304800"/>
                </a:lnTo>
                <a:lnTo>
                  <a:pt x="542925" y="314325"/>
                </a:lnTo>
                <a:lnTo>
                  <a:pt x="533400" y="314325"/>
                </a:lnTo>
                <a:close/>
                <a:moveTo>
                  <a:pt x="247650" y="314325"/>
                </a:moveTo>
                <a:lnTo>
                  <a:pt x="257175" y="314325"/>
                </a:lnTo>
                <a:lnTo>
                  <a:pt x="257175" y="323850"/>
                </a:lnTo>
                <a:lnTo>
                  <a:pt x="266700" y="323850"/>
                </a:lnTo>
                <a:lnTo>
                  <a:pt x="266700" y="352425"/>
                </a:lnTo>
                <a:lnTo>
                  <a:pt x="276225" y="352425"/>
                </a:lnTo>
                <a:lnTo>
                  <a:pt x="276225" y="361950"/>
                </a:lnTo>
                <a:lnTo>
                  <a:pt x="285750" y="361950"/>
                </a:lnTo>
                <a:lnTo>
                  <a:pt x="285750" y="381000"/>
                </a:lnTo>
                <a:lnTo>
                  <a:pt x="276225" y="381000"/>
                </a:lnTo>
                <a:lnTo>
                  <a:pt x="276225" y="371475"/>
                </a:lnTo>
                <a:lnTo>
                  <a:pt x="247650" y="371475"/>
                </a:lnTo>
                <a:lnTo>
                  <a:pt x="247650" y="361950"/>
                </a:lnTo>
                <a:lnTo>
                  <a:pt x="238125" y="361950"/>
                </a:lnTo>
                <a:lnTo>
                  <a:pt x="238125" y="352425"/>
                </a:lnTo>
                <a:lnTo>
                  <a:pt x="247650" y="352425"/>
                </a:lnTo>
                <a:lnTo>
                  <a:pt x="247650" y="333375"/>
                </a:lnTo>
                <a:lnTo>
                  <a:pt x="238125" y="333375"/>
                </a:lnTo>
                <a:lnTo>
                  <a:pt x="238125" y="323850"/>
                </a:lnTo>
                <a:lnTo>
                  <a:pt x="247650" y="323850"/>
                </a:lnTo>
                <a:close/>
                <a:moveTo>
                  <a:pt x="323850" y="314325"/>
                </a:moveTo>
                <a:lnTo>
                  <a:pt x="333375" y="314325"/>
                </a:lnTo>
                <a:lnTo>
                  <a:pt x="333375" y="323850"/>
                </a:lnTo>
                <a:lnTo>
                  <a:pt x="323850" y="323850"/>
                </a:lnTo>
                <a:close/>
                <a:moveTo>
                  <a:pt x="342900" y="314325"/>
                </a:moveTo>
                <a:lnTo>
                  <a:pt x="352425" y="314325"/>
                </a:lnTo>
                <a:lnTo>
                  <a:pt x="352425" y="323850"/>
                </a:lnTo>
                <a:lnTo>
                  <a:pt x="342900" y="323850"/>
                </a:lnTo>
                <a:close/>
                <a:moveTo>
                  <a:pt x="438150" y="314325"/>
                </a:moveTo>
                <a:lnTo>
                  <a:pt x="476250" y="314325"/>
                </a:lnTo>
                <a:lnTo>
                  <a:pt x="476250" y="323850"/>
                </a:lnTo>
                <a:lnTo>
                  <a:pt x="438150" y="323850"/>
                </a:lnTo>
                <a:close/>
                <a:moveTo>
                  <a:pt x="428625" y="323850"/>
                </a:moveTo>
                <a:lnTo>
                  <a:pt x="438150" y="323850"/>
                </a:lnTo>
                <a:lnTo>
                  <a:pt x="438150" y="371475"/>
                </a:lnTo>
                <a:lnTo>
                  <a:pt x="428625" y="371475"/>
                </a:lnTo>
                <a:close/>
                <a:moveTo>
                  <a:pt x="342900" y="333375"/>
                </a:moveTo>
                <a:lnTo>
                  <a:pt x="352425" y="333375"/>
                </a:lnTo>
                <a:lnTo>
                  <a:pt x="352425" y="342900"/>
                </a:lnTo>
                <a:lnTo>
                  <a:pt x="342900" y="342900"/>
                </a:lnTo>
                <a:close/>
                <a:moveTo>
                  <a:pt x="685800" y="342900"/>
                </a:moveTo>
                <a:lnTo>
                  <a:pt x="695325" y="342900"/>
                </a:lnTo>
                <a:lnTo>
                  <a:pt x="695325" y="352425"/>
                </a:lnTo>
                <a:lnTo>
                  <a:pt x="685800" y="352425"/>
                </a:lnTo>
                <a:close/>
                <a:moveTo>
                  <a:pt x="1190625" y="342900"/>
                </a:moveTo>
                <a:lnTo>
                  <a:pt x="1200150" y="342900"/>
                </a:lnTo>
                <a:lnTo>
                  <a:pt x="1200150" y="352425"/>
                </a:lnTo>
                <a:lnTo>
                  <a:pt x="1190625" y="352425"/>
                </a:lnTo>
                <a:close/>
                <a:moveTo>
                  <a:pt x="180975" y="352425"/>
                </a:moveTo>
                <a:lnTo>
                  <a:pt x="190500" y="352425"/>
                </a:lnTo>
                <a:lnTo>
                  <a:pt x="190500" y="361950"/>
                </a:lnTo>
                <a:lnTo>
                  <a:pt x="180975" y="361950"/>
                </a:lnTo>
                <a:close/>
                <a:moveTo>
                  <a:pt x="504825" y="371475"/>
                </a:moveTo>
                <a:lnTo>
                  <a:pt x="523875" y="371475"/>
                </a:lnTo>
                <a:lnTo>
                  <a:pt x="523875" y="381000"/>
                </a:lnTo>
                <a:lnTo>
                  <a:pt x="514350" y="381000"/>
                </a:lnTo>
                <a:lnTo>
                  <a:pt x="514350" y="390525"/>
                </a:lnTo>
                <a:lnTo>
                  <a:pt x="504825" y="390525"/>
                </a:lnTo>
                <a:close/>
                <a:moveTo>
                  <a:pt x="685800" y="381000"/>
                </a:moveTo>
                <a:lnTo>
                  <a:pt x="695325" y="381000"/>
                </a:lnTo>
                <a:lnTo>
                  <a:pt x="695325" y="400050"/>
                </a:lnTo>
                <a:lnTo>
                  <a:pt x="685800" y="400050"/>
                </a:lnTo>
                <a:lnTo>
                  <a:pt x="685800" y="428625"/>
                </a:lnTo>
                <a:lnTo>
                  <a:pt x="676275" y="428625"/>
                </a:lnTo>
                <a:lnTo>
                  <a:pt x="676275" y="419100"/>
                </a:lnTo>
                <a:lnTo>
                  <a:pt x="657225" y="419100"/>
                </a:lnTo>
                <a:lnTo>
                  <a:pt x="657225" y="400050"/>
                </a:lnTo>
                <a:lnTo>
                  <a:pt x="666750" y="400050"/>
                </a:lnTo>
                <a:lnTo>
                  <a:pt x="666750" y="390525"/>
                </a:lnTo>
                <a:lnTo>
                  <a:pt x="685800" y="390525"/>
                </a:lnTo>
                <a:close/>
                <a:moveTo>
                  <a:pt x="762000" y="381000"/>
                </a:moveTo>
                <a:lnTo>
                  <a:pt x="771525" y="381000"/>
                </a:lnTo>
                <a:lnTo>
                  <a:pt x="771525" y="409575"/>
                </a:lnTo>
                <a:lnTo>
                  <a:pt x="762000" y="409575"/>
                </a:lnTo>
                <a:close/>
                <a:moveTo>
                  <a:pt x="257175" y="390525"/>
                </a:moveTo>
                <a:lnTo>
                  <a:pt x="266700" y="390525"/>
                </a:lnTo>
                <a:lnTo>
                  <a:pt x="266700" y="400050"/>
                </a:lnTo>
                <a:lnTo>
                  <a:pt x="276225" y="400050"/>
                </a:lnTo>
                <a:lnTo>
                  <a:pt x="276225" y="390525"/>
                </a:lnTo>
                <a:lnTo>
                  <a:pt x="285750" y="390525"/>
                </a:lnTo>
                <a:lnTo>
                  <a:pt x="285750" y="419100"/>
                </a:lnTo>
                <a:lnTo>
                  <a:pt x="276225" y="419100"/>
                </a:lnTo>
                <a:lnTo>
                  <a:pt x="276225" y="409575"/>
                </a:lnTo>
                <a:lnTo>
                  <a:pt x="266700" y="409575"/>
                </a:lnTo>
                <a:lnTo>
                  <a:pt x="266700" y="419100"/>
                </a:lnTo>
                <a:lnTo>
                  <a:pt x="257175" y="419100"/>
                </a:lnTo>
                <a:close/>
                <a:moveTo>
                  <a:pt x="495300" y="390525"/>
                </a:moveTo>
                <a:lnTo>
                  <a:pt x="504825" y="390525"/>
                </a:lnTo>
                <a:lnTo>
                  <a:pt x="504825" y="400050"/>
                </a:lnTo>
                <a:lnTo>
                  <a:pt x="514350" y="400050"/>
                </a:lnTo>
                <a:lnTo>
                  <a:pt x="514350" y="409575"/>
                </a:lnTo>
                <a:lnTo>
                  <a:pt x="495300" y="409575"/>
                </a:lnTo>
                <a:close/>
                <a:moveTo>
                  <a:pt x="123825" y="409575"/>
                </a:moveTo>
                <a:lnTo>
                  <a:pt x="133350" y="409575"/>
                </a:lnTo>
                <a:lnTo>
                  <a:pt x="133350" y="419100"/>
                </a:lnTo>
                <a:lnTo>
                  <a:pt x="152400" y="419100"/>
                </a:lnTo>
                <a:lnTo>
                  <a:pt x="152400" y="409575"/>
                </a:lnTo>
                <a:lnTo>
                  <a:pt x="161925" y="409575"/>
                </a:lnTo>
                <a:lnTo>
                  <a:pt x="161925" y="438150"/>
                </a:lnTo>
                <a:lnTo>
                  <a:pt x="152400" y="438150"/>
                </a:lnTo>
                <a:lnTo>
                  <a:pt x="152400" y="457200"/>
                </a:lnTo>
                <a:lnTo>
                  <a:pt x="142875" y="457200"/>
                </a:lnTo>
                <a:lnTo>
                  <a:pt x="142875" y="438150"/>
                </a:lnTo>
                <a:lnTo>
                  <a:pt x="133350" y="438150"/>
                </a:lnTo>
                <a:lnTo>
                  <a:pt x="133350" y="476250"/>
                </a:lnTo>
                <a:lnTo>
                  <a:pt x="142875" y="476250"/>
                </a:lnTo>
                <a:lnTo>
                  <a:pt x="142875" y="466725"/>
                </a:lnTo>
                <a:lnTo>
                  <a:pt x="152400" y="466725"/>
                </a:lnTo>
                <a:lnTo>
                  <a:pt x="152400" y="485775"/>
                </a:lnTo>
                <a:lnTo>
                  <a:pt x="171450" y="485775"/>
                </a:lnTo>
                <a:lnTo>
                  <a:pt x="171450" y="476250"/>
                </a:lnTo>
                <a:lnTo>
                  <a:pt x="180975" y="476250"/>
                </a:lnTo>
                <a:lnTo>
                  <a:pt x="180975" y="485775"/>
                </a:lnTo>
                <a:lnTo>
                  <a:pt x="171450" y="485775"/>
                </a:lnTo>
                <a:lnTo>
                  <a:pt x="171450" y="495300"/>
                </a:lnTo>
                <a:lnTo>
                  <a:pt x="161925" y="495300"/>
                </a:lnTo>
                <a:lnTo>
                  <a:pt x="161925" y="523875"/>
                </a:lnTo>
                <a:lnTo>
                  <a:pt x="133350" y="523875"/>
                </a:lnTo>
                <a:lnTo>
                  <a:pt x="133350" y="533400"/>
                </a:lnTo>
                <a:lnTo>
                  <a:pt x="123825" y="533400"/>
                </a:lnTo>
                <a:close/>
                <a:moveTo>
                  <a:pt x="552450" y="409575"/>
                </a:moveTo>
                <a:lnTo>
                  <a:pt x="561975" y="409575"/>
                </a:lnTo>
                <a:lnTo>
                  <a:pt x="561975" y="419100"/>
                </a:lnTo>
                <a:lnTo>
                  <a:pt x="571500" y="419100"/>
                </a:lnTo>
                <a:lnTo>
                  <a:pt x="571500" y="409575"/>
                </a:lnTo>
                <a:lnTo>
                  <a:pt x="581025" y="409575"/>
                </a:lnTo>
                <a:lnTo>
                  <a:pt x="581025" y="457200"/>
                </a:lnTo>
                <a:lnTo>
                  <a:pt x="552450" y="457200"/>
                </a:lnTo>
                <a:lnTo>
                  <a:pt x="552450" y="447675"/>
                </a:lnTo>
                <a:lnTo>
                  <a:pt x="542925" y="447675"/>
                </a:lnTo>
                <a:lnTo>
                  <a:pt x="542925" y="428625"/>
                </a:lnTo>
                <a:lnTo>
                  <a:pt x="552450" y="428625"/>
                </a:lnTo>
                <a:close/>
                <a:moveTo>
                  <a:pt x="276225" y="428625"/>
                </a:moveTo>
                <a:lnTo>
                  <a:pt x="285750" y="428625"/>
                </a:lnTo>
                <a:lnTo>
                  <a:pt x="285750" y="438150"/>
                </a:lnTo>
                <a:lnTo>
                  <a:pt x="276225" y="438150"/>
                </a:lnTo>
                <a:close/>
                <a:moveTo>
                  <a:pt x="85725" y="438150"/>
                </a:moveTo>
                <a:lnTo>
                  <a:pt x="95250" y="438150"/>
                </a:lnTo>
                <a:lnTo>
                  <a:pt x="95250" y="485775"/>
                </a:lnTo>
                <a:lnTo>
                  <a:pt x="85725" y="485775"/>
                </a:lnTo>
                <a:close/>
                <a:moveTo>
                  <a:pt x="638175" y="438150"/>
                </a:moveTo>
                <a:lnTo>
                  <a:pt x="647700" y="438150"/>
                </a:lnTo>
                <a:lnTo>
                  <a:pt x="647700" y="447675"/>
                </a:lnTo>
                <a:lnTo>
                  <a:pt x="666750" y="447675"/>
                </a:lnTo>
                <a:lnTo>
                  <a:pt x="666750" y="438150"/>
                </a:lnTo>
                <a:lnTo>
                  <a:pt x="676275" y="438150"/>
                </a:lnTo>
                <a:lnTo>
                  <a:pt x="676275" y="447675"/>
                </a:lnTo>
                <a:lnTo>
                  <a:pt x="666750" y="447675"/>
                </a:lnTo>
                <a:lnTo>
                  <a:pt x="666750" y="457200"/>
                </a:lnTo>
                <a:lnTo>
                  <a:pt x="657225" y="457200"/>
                </a:lnTo>
                <a:lnTo>
                  <a:pt x="657225" y="466725"/>
                </a:lnTo>
                <a:lnTo>
                  <a:pt x="647700" y="466725"/>
                </a:lnTo>
                <a:lnTo>
                  <a:pt x="647700" y="476250"/>
                </a:lnTo>
                <a:lnTo>
                  <a:pt x="638175" y="476250"/>
                </a:lnTo>
                <a:lnTo>
                  <a:pt x="638175" y="485775"/>
                </a:lnTo>
                <a:lnTo>
                  <a:pt x="619125" y="485775"/>
                </a:lnTo>
                <a:lnTo>
                  <a:pt x="619125" y="466725"/>
                </a:lnTo>
                <a:lnTo>
                  <a:pt x="628650" y="466725"/>
                </a:lnTo>
                <a:lnTo>
                  <a:pt x="628650" y="457200"/>
                </a:lnTo>
                <a:lnTo>
                  <a:pt x="638175" y="457200"/>
                </a:lnTo>
                <a:close/>
                <a:moveTo>
                  <a:pt x="228600" y="447675"/>
                </a:moveTo>
                <a:lnTo>
                  <a:pt x="238125" y="447675"/>
                </a:lnTo>
                <a:lnTo>
                  <a:pt x="238125" y="457200"/>
                </a:lnTo>
                <a:lnTo>
                  <a:pt x="228600" y="457200"/>
                </a:lnTo>
                <a:close/>
                <a:moveTo>
                  <a:pt x="228600" y="466725"/>
                </a:moveTo>
                <a:lnTo>
                  <a:pt x="238125" y="466725"/>
                </a:lnTo>
                <a:lnTo>
                  <a:pt x="238125" y="476250"/>
                </a:lnTo>
                <a:lnTo>
                  <a:pt x="228600" y="476250"/>
                </a:lnTo>
                <a:close/>
                <a:moveTo>
                  <a:pt x="371475" y="466725"/>
                </a:moveTo>
                <a:lnTo>
                  <a:pt x="381000" y="466725"/>
                </a:lnTo>
                <a:lnTo>
                  <a:pt x="381000" y="476250"/>
                </a:lnTo>
                <a:lnTo>
                  <a:pt x="371475" y="476250"/>
                </a:lnTo>
                <a:close/>
                <a:moveTo>
                  <a:pt x="561975" y="466725"/>
                </a:moveTo>
                <a:lnTo>
                  <a:pt x="590550" y="466725"/>
                </a:lnTo>
                <a:lnTo>
                  <a:pt x="590550" y="485775"/>
                </a:lnTo>
                <a:lnTo>
                  <a:pt x="561975" y="485775"/>
                </a:lnTo>
                <a:close/>
                <a:moveTo>
                  <a:pt x="238125" y="476250"/>
                </a:moveTo>
                <a:lnTo>
                  <a:pt x="257175" y="476250"/>
                </a:lnTo>
                <a:lnTo>
                  <a:pt x="257175" y="495300"/>
                </a:lnTo>
                <a:lnTo>
                  <a:pt x="247650" y="495300"/>
                </a:lnTo>
                <a:lnTo>
                  <a:pt x="247650" y="485775"/>
                </a:lnTo>
                <a:lnTo>
                  <a:pt x="238125" y="485775"/>
                </a:lnTo>
                <a:close/>
                <a:moveTo>
                  <a:pt x="514350" y="476250"/>
                </a:moveTo>
                <a:lnTo>
                  <a:pt x="533400" y="476250"/>
                </a:lnTo>
                <a:lnTo>
                  <a:pt x="533400" y="485775"/>
                </a:lnTo>
                <a:lnTo>
                  <a:pt x="514350" y="485775"/>
                </a:lnTo>
                <a:close/>
                <a:moveTo>
                  <a:pt x="733425" y="476250"/>
                </a:moveTo>
                <a:lnTo>
                  <a:pt x="742950" y="476250"/>
                </a:lnTo>
                <a:lnTo>
                  <a:pt x="742950" y="485775"/>
                </a:lnTo>
                <a:lnTo>
                  <a:pt x="733425" y="485775"/>
                </a:lnTo>
                <a:close/>
                <a:moveTo>
                  <a:pt x="495300" y="485775"/>
                </a:moveTo>
                <a:lnTo>
                  <a:pt x="504825" y="485775"/>
                </a:lnTo>
                <a:lnTo>
                  <a:pt x="504825" y="495300"/>
                </a:lnTo>
                <a:lnTo>
                  <a:pt x="495300" y="495300"/>
                </a:lnTo>
                <a:close/>
                <a:moveTo>
                  <a:pt x="609600" y="485775"/>
                </a:moveTo>
                <a:lnTo>
                  <a:pt x="619125" y="485775"/>
                </a:lnTo>
                <a:lnTo>
                  <a:pt x="619125" y="495300"/>
                </a:lnTo>
                <a:lnTo>
                  <a:pt x="609600" y="495300"/>
                </a:lnTo>
                <a:close/>
                <a:moveTo>
                  <a:pt x="1038225" y="485775"/>
                </a:moveTo>
                <a:lnTo>
                  <a:pt x="1047750" y="485775"/>
                </a:lnTo>
                <a:lnTo>
                  <a:pt x="1047750" y="495300"/>
                </a:lnTo>
                <a:lnTo>
                  <a:pt x="1038225" y="495300"/>
                </a:lnTo>
                <a:close/>
                <a:moveTo>
                  <a:pt x="590550" y="495300"/>
                </a:moveTo>
                <a:lnTo>
                  <a:pt x="600075" y="495300"/>
                </a:lnTo>
                <a:lnTo>
                  <a:pt x="600075" y="504825"/>
                </a:lnTo>
                <a:lnTo>
                  <a:pt x="590550" y="504825"/>
                </a:lnTo>
                <a:close/>
                <a:moveTo>
                  <a:pt x="409575" y="514350"/>
                </a:moveTo>
                <a:lnTo>
                  <a:pt x="419100" y="514350"/>
                </a:lnTo>
                <a:lnTo>
                  <a:pt x="419100" y="533400"/>
                </a:lnTo>
                <a:lnTo>
                  <a:pt x="409575" y="533400"/>
                </a:lnTo>
                <a:close/>
                <a:moveTo>
                  <a:pt x="85725" y="523875"/>
                </a:moveTo>
                <a:lnTo>
                  <a:pt x="95250" y="523875"/>
                </a:lnTo>
                <a:lnTo>
                  <a:pt x="95250" y="542925"/>
                </a:lnTo>
                <a:lnTo>
                  <a:pt x="85725" y="542925"/>
                </a:lnTo>
                <a:close/>
                <a:moveTo>
                  <a:pt x="790575" y="523875"/>
                </a:moveTo>
                <a:lnTo>
                  <a:pt x="800100" y="523875"/>
                </a:lnTo>
                <a:lnTo>
                  <a:pt x="800100" y="533400"/>
                </a:lnTo>
                <a:lnTo>
                  <a:pt x="790575" y="533400"/>
                </a:lnTo>
                <a:close/>
                <a:moveTo>
                  <a:pt x="800100" y="533400"/>
                </a:moveTo>
                <a:lnTo>
                  <a:pt x="809625" y="533400"/>
                </a:lnTo>
                <a:lnTo>
                  <a:pt x="809625" y="542925"/>
                </a:lnTo>
                <a:lnTo>
                  <a:pt x="800100" y="542925"/>
                </a:lnTo>
                <a:close/>
                <a:moveTo>
                  <a:pt x="809625" y="542925"/>
                </a:moveTo>
                <a:lnTo>
                  <a:pt x="819150" y="542925"/>
                </a:lnTo>
                <a:lnTo>
                  <a:pt x="819150" y="552450"/>
                </a:lnTo>
                <a:lnTo>
                  <a:pt x="809625" y="552450"/>
                </a:lnTo>
                <a:close/>
                <a:moveTo>
                  <a:pt x="95250" y="552450"/>
                </a:moveTo>
                <a:lnTo>
                  <a:pt x="104775" y="552450"/>
                </a:lnTo>
                <a:lnTo>
                  <a:pt x="104775" y="609600"/>
                </a:lnTo>
                <a:lnTo>
                  <a:pt x="95250" y="609600"/>
                </a:lnTo>
                <a:close/>
                <a:moveTo>
                  <a:pt x="447675" y="552450"/>
                </a:moveTo>
                <a:lnTo>
                  <a:pt x="466725" y="552450"/>
                </a:lnTo>
                <a:lnTo>
                  <a:pt x="466725" y="561975"/>
                </a:lnTo>
                <a:lnTo>
                  <a:pt x="495300" y="561975"/>
                </a:lnTo>
                <a:lnTo>
                  <a:pt x="495300" y="571500"/>
                </a:lnTo>
                <a:lnTo>
                  <a:pt x="533400" y="571500"/>
                </a:lnTo>
                <a:lnTo>
                  <a:pt x="533400" y="581025"/>
                </a:lnTo>
                <a:lnTo>
                  <a:pt x="590550" y="581025"/>
                </a:lnTo>
                <a:lnTo>
                  <a:pt x="590550" y="609600"/>
                </a:lnTo>
                <a:lnTo>
                  <a:pt x="581025" y="609600"/>
                </a:lnTo>
                <a:lnTo>
                  <a:pt x="581025" y="590550"/>
                </a:lnTo>
                <a:lnTo>
                  <a:pt x="533400" y="590550"/>
                </a:lnTo>
                <a:lnTo>
                  <a:pt x="533400" y="600075"/>
                </a:lnTo>
                <a:lnTo>
                  <a:pt x="504825" y="600075"/>
                </a:lnTo>
                <a:lnTo>
                  <a:pt x="504825" y="609600"/>
                </a:lnTo>
                <a:lnTo>
                  <a:pt x="485775" y="609600"/>
                </a:lnTo>
                <a:lnTo>
                  <a:pt x="485775" y="628650"/>
                </a:lnTo>
                <a:lnTo>
                  <a:pt x="438150" y="628650"/>
                </a:lnTo>
                <a:lnTo>
                  <a:pt x="438150" y="619125"/>
                </a:lnTo>
                <a:lnTo>
                  <a:pt x="447675" y="619125"/>
                </a:lnTo>
                <a:lnTo>
                  <a:pt x="447675" y="609600"/>
                </a:lnTo>
                <a:lnTo>
                  <a:pt x="428625" y="609600"/>
                </a:lnTo>
                <a:lnTo>
                  <a:pt x="428625" y="600075"/>
                </a:lnTo>
                <a:lnTo>
                  <a:pt x="400050" y="600075"/>
                </a:lnTo>
                <a:lnTo>
                  <a:pt x="400050" y="590550"/>
                </a:lnTo>
                <a:lnTo>
                  <a:pt x="419100" y="590550"/>
                </a:lnTo>
                <a:lnTo>
                  <a:pt x="419100" y="581025"/>
                </a:lnTo>
                <a:lnTo>
                  <a:pt x="438150" y="581025"/>
                </a:lnTo>
                <a:lnTo>
                  <a:pt x="438150" y="571500"/>
                </a:lnTo>
                <a:lnTo>
                  <a:pt x="457200" y="571500"/>
                </a:lnTo>
                <a:lnTo>
                  <a:pt x="457200" y="561975"/>
                </a:lnTo>
                <a:lnTo>
                  <a:pt x="447675" y="561975"/>
                </a:lnTo>
                <a:close/>
                <a:moveTo>
                  <a:pt x="228600" y="561975"/>
                </a:moveTo>
                <a:lnTo>
                  <a:pt x="238125" y="561975"/>
                </a:lnTo>
                <a:lnTo>
                  <a:pt x="238125" y="571500"/>
                </a:lnTo>
                <a:lnTo>
                  <a:pt x="228600" y="571500"/>
                </a:lnTo>
                <a:close/>
                <a:moveTo>
                  <a:pt x="895350" y="571500"/>
                </a:moveTo>
                <a:lnTo>
                  <a:pt x="914400" y="571500"/>
                </a:lnTo>
                <a:lnTo>
                  <a:pt x="914400" y="581025"/>
                </a:lnTo>
                <a:lnTo>
                  <a:pt x="933450" y="581025"/>
                </a:lnTo>
                <a:lnTo>
                  <a:pt x="933450" y="609600"/>
                </a:lnTo>
                <a:lnTo>
                  <a:pt x="923925" y="609600"/>
                </a:lnTo>
                <a:lnTo>
                  <a:pt x="923925" y="619125"/>
                </a:lnTo>
                <a:lnTo>
                  <a:pt x="914400" y="619125"/>
                </a:lnTo>
                <a:lnTo>
                  <a:pt x="914400" y="638175"/>
                </a:lnTo>
                <a:lnTo>
                  <a:pt x="904875" y="638175"/>
                </a:lnTo>
                <a:lnTo>
                  <a:pt x="904875" y="628650"/>
                </a:lnTo>
                <a:lnTo>
                  <a:pt x="895350" y="628650"/>
                </a:lnTo>
                <a:lnTo>
                  <a:pt x="895350" y="619125"/>
                </a:lnTo>
                <a:lnTo>
                  <a:pt x="885825" y="619125"/>
                </a:lnTo>
                <a:lnTo>
                  <a:pt x="885825" y="609600"/>
                </a:lnTo>
                <a:lnTo>
                  <a:pt x="876300" y="609600"/>
                </a:lnTo>
                <a:lnTo>
                  <a:pt x="876300" y="600075"/>
                </a:lnTo>
                <a:lnTo>
                  <a:pt x="866775" y="600075"/>
                </a:lnTo>
                <a:lnTo>
                  <a:pt x="866775" y="590550"/>
                </a:lnTo>
                <a:lnTo>
                  <a:pt x="857250" y="590550"/>
                </a:lnTo>
                <a:lnTo>
                  <a:pt x="857250" y="581025"/>
                </a:lnTo>
                <a:lnTo>
                  <a:pt x="895350" y="581025"/>
                </a:lnTo>
                <a:close/>
                <a:moveTo>
                  <a:pt x="371475" y="600075"/>
                </a:moveTo>
                <a:lnTo>
                  <a:pt x="400050" y="600075"/>
                </a:lnTo>
                <a:lnTo>
                  <a:pt x="400050" y="609600"/>
                </a:lnTo>
                <a:lnTo>
                  <a:pt x="371475" y="609600"/>
                </a:lnTo>
                <a:close/>
                <a:moveTo>
                  <a:pt x="361950" y="619125"/>
                </a:moveTo>
                <a:lnTo>
                  <a:pt x="390525" y="619125"/>
                </a:lnTo>
                <a:lnTo>
                  <a:pt x="390525" y="628650"/>
                </a:lnTo>
                <a:lnTo>
                  <a:pt x="361950" y="628650"/>
                </a:lnTo>
                <a:close/>
                <a:moveTo>
                  <a:pt x="104775" y="628650"/>
                </a:moveTo>
                <a:lnTo>
                  <a:pt x="114300" y="628650"/>
                </a:lnTo>
                <a:lnTo>
                  <a:pt x="114300" y="638175"/>
                </a:lnTo>
                <a:lnTo>
                  <a:pt x="104775" y="638175"/>
                </a:lnTo>
                <a:close/>
                <a:moveTo>
                  <a:pt x="742950" y="628650"/>
                </a:moveTo>
                <a:lnTo>
                  <a:pt x="752475" y="628650"/>
                </a:lnTo>
                <a:lnTo>
                  <a:pt x="752475" y="638175"/>
                </a:lnTo>
                <a:lnTo>
                  <a:pt x="762000" y="638175"/>
                </a:lnTo>
                <a:lnTo>
                  <a:pt x="762000" y="647700"/>
                </a:lnTo>
                <a:lnTo>
                  <a:pt x="771525" y="647700"/>
                </a:lnTo>
                <a:lnTo>
                  <a:pt x="771525" y="657225"/>
                </a:lnTo>
                <a:lnTo>
                  <a:pt x="781050" y="657225"/>
                </a:lnTo>
                <a:lnTo>
                  <a:pt x="781050" y="666750"/>
                </a:lnTo>
                <a:lnTo>
                  <a:pt x="790575" y="666750"/>
                </a:lnTo>
                <a:lnTo>
                  <a:pt x="790575" y="676275"/>
                </a:lnTo>
                <a:lnTo>
                  <a:pt x="800100" y="676275"/>
                </a:lnTo>
                <a:lnTo>
                  <a:pt x="800100" y="685800"/>
                </a:lnTo>
                <a:lnTo>
                  <a:pt x="790575" y="685800"/>
                </a:lnTo>
                <a:lnTo>
                  <a:pt x="790575" y="695325"/>
                </a:lnTo>
                <a:lnTo>
                  <a:pt x="762000" y="695325"/>
                </a:lnTo>
                <a:lnTo>
                  <a:pt x="762000" y="685800"/>
                </a:lnTo>
                <a:lnTo>
                  <a:pt x="752475" y="685800"/>
                </a:lnTo>
                <a:lnTo>
                  <a:pt x="752475" y="676275"/>
                </a:lnTo>
                <a:lnTo>
                  <a:pt x="733425" y="676275"/>
                </a:lnTo>
                <a:lnTo>
                  <a:pt x="733425" y="666750"/>
                </a:lnTo>
                <a:lnTo>
                  <a:pt x="723900" y="666750"/>
                </a:lnTo>
                <a:lnTo>
                  <a:pt x="723900" y="638175"/>
                </a:lnTo>
                <a:lnTo>
                  <a:pt x="742950" y="638175"/>
                </a:lnTo>
                <a:close/>
                <a:moveTo>
                  <a:pt x="114300" y="638175"/>
                </a:moveTo>
                <a:lnTo>
                  <a:pt x="123825" y="638175"/>
                </a:lnTo>
                <a:lnTo>
                  <a:pt x="123825" y="647700"/>
                </a:lnTo>
                <a:lnTo>
                  <a:pt x="114300" y="647700"/>
                </a:lnTo>
                <a:close/>
                <a:moveTo>
                  <a:pt x="914400" y="638175"/>
                </a:moveTo>
                <a:lnTo>
                  <a:pt x="923925" y="638175"/>
                </a:lnTo>
                <a:lnTo>
                  <a:pt x="923925" y="657225"/>
                </a:lnTo>
                <a:lnTo>
                  <a:pt x="914400" y="657225"/>
                </a:lnTo>
                <a:close/>
                <a:moveTo>
                  <a:pt x="142875" y="647700"/>
                </a:moveTo>
                <a:lnTo>
                  <a:pt x="323850" y="647700"/>
                </a:lnTo>
                <a:lnTo>
                  <a:pt x="323850" y="657225"/>
                </a:lnTo>
                <a:lnTo>
                  <a:pt x="142875" y="657225"/>
                </a:lnTo>
                <a:close/>
                <a:moveTo>
                  <a:pt x="438150" y="647700"/>
                </a:moveTo>
                <a:lnTo>
                  <a:pt x="571500" y="647700"/>
                </a:lnTo>
                <a:lnTo>
                  <a:pt x="571500" y="657225"/>
                </a:lnTo>
                <a:lnTo>
                  <a:pt x="438150" y="657225"/>
                </a:lnTo>
                <a:close/>
                <a:moveTo>
                  <a:pt x="390525" y="657225"/>
                </a:moveTo>
                <a:lnTo>
                  <a:pt x="400050" y="657225"/>
                </a:lnTo>
                <a:lnTo>
                  <a:pt x="400050" y="666750"/>
                </a:lnTo>
                <a:lnTo>
                  <a:pt x="390525" y="666750"/>
                </a:lnTo>
                <a:close/>
                <a:moveTo>
                  <a:pt x="723900" y="685800"/>
                </a:moveTo>
                <a:lnTo>
                  <a:pt x="733425" y="685800"/>
                </a:lnTo>
                <a:lnTo>
                  <a:pt x="733425" y="695325"/>
                </a:lnTo>
                <a:lnTo>
                  <a:pt x="723900" y="695325"/>
                </a:lnTo>
                <a:close/>
                <a:moveTo>
                  <a:pt x="838200" y="714375"/>
                </a:moveTo>
                <a:lnTo>
                  <a:pt x="847725" y="714375"/>
                </a:lnTo>
                <a:lnTo>
                  <a:pt x="847725" y="723900"/>
                </a:lnTo>
                <a:lnTo>
                  <a:pt x="838200" y="723900"/>
                </a:lnTo>
                <a:close/>
                <a:moveTo>
                  <a:pt x="381000" y="771525"/>
                </a:moveTo>
                <a:lnTo>
                  <a:pt x="390525" y="771525"/>
                </a:lnTo>
                <a:lnTo>
                  <a:pt x="390525" y="781050"/>
                </a:lnTo>
                <a:lnTo>
                  <a:pt x="381000" y="781050"/>
                </a:lnTo>
                <a:close/>
                <a:moveTo>
                  <a:pt x="847725" y="800100"/>
                </a:moveTo>
                <a:lnTo>
                  <a:pt x="857250" y="800100"/>
                </a:lnTo>
                <a:lnTo>
                  <a:pt x="857250" y="809625"/>
                </a:lnTo>
                <a:lnTo>
                  <a:pt x="847725" y="809625"/>
                </a:lnTo>
                <a:close/>
              </a:path>
            </a:pathLst>
          </a:custGeom>
          <a:solidFill xmlns:a="http://schemas.openxmlformats.org/drawingml/2006/main">
            <a:srgbClr val="F6F7F2"/>
          </a:solidFill>
          <a:ln xmlns:a="http://schemas.openxmlformats.org/drawingml/2006/main" w="0">
            <a:noFill/>
          </a:ln>
        </p:spPr>
      </p:sp>
      <p:sp>
        <p:nvSpPr>
          <p:cNvPr id="86" name="v02 vector #e3e9e3">
            <a:extLst xmlns:a="http://schemas.openxmlformats.org/drawingml/2006/main">
              <a:ext uri="{FF2B5EF4-FFF2-40B4-BE49-F238E27FC236}">
                <a16:creationId xmlns:a16="http://schemas.microsoft.com/office/drawing/2014/main" id="{E859A948-6B60-42B0-9201-442CB21689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10675" y="2362200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142875" y="28575"/>
                </a:moveTo>
                <a:lnTo>
                  <a:pt x="571500" y="28575"/>
                </a:lnTo>
                <a:lnTo>
                  <a:pt x="571500" y="38100"/>
                </a:lnTo>
                <a:lnTo>
                  <a:pt x="142875" y="38100"/>
                </a:lnTo>
                <a:close/>
                <a:moveTo>
                  <a:pt x="114300" y="38100"/>
                </a:moveTo>
                <a:lnTo>
                  <a:pt x="123825" y="38100"/>
                </a:lnTo>
                <a:lnTo>
                  <a:pt x="123825" y="47625"/>
                </a:lnTo>
                <a:lnTo>
                  <a:pt x="114300" y="47625"/>
                </a:lnTo>
                <a:close/>
                <a:moveTo>
                  <a:pt x="104775" y="47625"/>
                </a:moveTo>
                <a:lnTo>
                  <a:pt x="114300" y="47625"/>
                </a:lnTo>
                <a:lnTo>
                  <a:pt x="114300" y="57150"/>
                </a:lnTo>
                <a:lnTo>
                  <a:pt x="104775" y="57150"/>
                </a:lnTo>
                <a:close/>
                <a:moveTo>
                  <a:pt x="571500" y="57150"/>
                </a:moveTo>
                <a:lnTo>
                  <a:pt x="581025" y="57150"/>
                </a:lnTo>
                <a:lnTo>
                  <a:pt x="581025" y="66675"/>
                </a:lnTo>
                <a:lnTo>
                  <a:pt x="571500" y="66675"/>
                </a:lnTo>
                <a:close/>
                <a:moveTo>
                  <a:pt x="600075" y="57150"/>
                </a:moveTo>
                <a:lnTo>
                  <a:pt x="609600" y="57150"/>
                </a:lnTo>
                <a:lnTo>
                  <a:pt x="609600" y="66675"/>
                </a:lnTo>
                <a:lnTo>
                  <a:pt x="600075" y="66675"/>
                </a:lnTo>
                <a:close/>
                <a:moveTo>
                  <a:pt x="581025" y="66675"/>
                </a:moveTo>
                <a:lnTo>
                  <a:pt x="590550" y="66675"/>
                </a:lnTo>
                <a:lnTo>
                  <a:pt x="590550" y="76200"/>
                </a:lnTo>
                <a:lnTo>
                  <a:pt x="581025" y="76200"/>
                </a:lnTo>
                <a:close/>
                <a:moveTo>
                  <a:pt x="95250" y="85725"/>
                </a:moveTo>
                <a:lnTo>
                  <a:pt x="104775" y="85725"/>
                </a:lnTo>
                <a:lnTo>
                  <a:pt x="104775" y="152400"/>
                </a:lnTo>
                <a:lnTo>
                  <a:pt x="95250" y="152400"/>
                </a:lnTo>
                <a:close/>
                <a:moveTo>
                  <a:pt x="171450" y="123825"/>
                </a:moveTo>
                <a:lnTo>
                  <a:pt x="180975" y="123825"/>
                </a:lnTo>
                <a:lnTo>
                  <a:pt x="180975" y="133350"/>
                </a:lnTo>
                <a:lnTo>
                  <a:pt x="171450" y="133350"/>
                </a:lnTo>
                <a:close/>
                <a:moveTo>
                  <a:pt x="238125" y="123825"/>
                </a:moveTo>
                <a:lnTo>
                  <a:pt x="247650" y="123825"/>
                </a:lnTo>
                <a:lnTo>
                  <a:pt x="247650" y="133350"/>
                </a:lnTo>
                <a:lnTo>
                  <a:pt x="238125" y="133350"/>
                </a:lnTo>
                <a:close/>
                <a:moveTo>
                  <a:pt x="161925" y="133350"/>
                </a:moveTo>
                <a:lnTo>
                  <a:pt x="171450" y="133350"/>
                </a:lnTo>
                <a:lnTo>
                  <a:pt x="171450" y="200025"/>
                </a:lnTo>
                <a:lnTo>
                  <a:pt x="161925" y="200025"/>
                </a:lnTo>
                <a:close/>
                <a:moveTo>
                  <a:pt x="247650" y="133350"/>
                </a:moveTo>
                <a:lnTo>
                  <a:pt x="257175" y="133350"/>
                </a:lnTo>
                <a:lnTo>
                  <a:pt x="257175" y="200025"/>
                </a:lnTo>
                <a:lnTo>
                  <a:pt x="247650" y="200025"/>
                </a:lnTo>
                <a:close/>
                <a:moveTo>
                  <a:pt x="285750" y="133350"/>
                </a:moveTo>
                <a:lnTo>
                  <a:pt x="514350" y="133350"/>
                </a:lnTo>
                <a:lnTo>
                  <a:pt x="514350" y="152400"/>
                </a:lnTo>
                <a:lnTo>
                  <a:pt x="533400" y="152400"/>
                </a:lnTo>
                <a:lnTo>
                  <a:pt x="533400" y="142875"/>
                </a:lnTo>
                <a:lnTo>
                  <a:pt x="542925" y="142875"/>
                </a:lnTo>
                <a:lnTo>
                  <a:pt x="542925" y="152400"/>
                </a:lnTo>
                <a:lnTo>
                  <a:pt x="533400" y="152400"/>
                </a:lnTo>
                <a:lnTo>
                  <a:pt x="533400" y="161925"/>
                </a:lnTo>
                <a:lnTo>
                  <a:pt x="542925" y="161925"/>
                </a:lnTo>
                <a:lnTo>
                  <a:pt x="542925" y="171450"/>
                </a:lnTo>
                <a:lnTo>
                  <a:pt x="504825" y="171450"/>
                </a:lnTo>
                <a:lnTo>
                  <a:pt x="504825" y="180975"/>
                </a:lnTo>
                <a:lnTo>
                  <a:pt x="495300" y="180975"/>
                </a:lnTo>
                <a:lnTo>
                  <a:pt x="495300" y="161925"/>
                </a:lnTo>
                <a:lnTo>
                  <a:pt x="457200" y="161925"/>
                </a:lnTo>
                <a:lnTo>
                  <a:pt x="457200" y="171450"/>
                </a:lnTo>
                <a:lnTo>
                  <a:pt x="447675" y="171450"/>
                </a:lnTo>
                <a:lnTo>
                  <a:pt x="447675" y="180975"/>
                </a:lnTo>
                <a:lnTo>
                  <a:pt x="295275" y="180975"/>
                </a:lnTo>
                <a:lnTo>
                  <a:pt x="295275" y="200025"/>
                </a:lnTo>
                <a:lnTo>
                  <a:pt x="285750" y="200025"/>
                </a:lnTo>
                <a:lnTo>
                  <a:pt x="285750" y="171450"/>
                </a:lnTo>
                <a:lnTo>
                  <a:pt x="295275" y="171450"/>
                </a:lnTo>
                <a:lnTo>
                  <a:pt x="295275" y="161925"/>
                </a:lnTo>
                <a:lnTo>
                  <a:pt x="285750" y="161925"/>
                </a:lnTo>
                <a:close/>
                <a:moveTo>
                  <a:pt x="95250" y="161925"/>
                </a:moveTo>
                <a:lnTo>
                  <a:pt x="104775" y="161925"/>
                </a:lnTo>
                <a:lnTo>
                  <a:pt x="104775" y="266700"/>
                </a:lnTo>
                <a:lnTo>
                  <a:pt x="95250" y="266700"/>
                </a:lnTo>
                <a:close/>
                <a:moveTo>
                  <a:pt x="1200150" y="161925"/>
                </a:moveTo>
                <a:lnTo>
                  <a:pt x="1209675" y="161925"/>
                </a:lnTo>
                <a:lnTo>
                  <a:pt x="1209675" y="171450"/>
                </a:lnTo>
                <a:lnTo>
                  <a:pt x="1200150" y="171450"/>
                </a:lnTo>
                <a:close/>
                <a:moveTo>
                  <a:pt x="447675" y="180975"/>
                </a:moveTo>
                <a:lnTo>
                  <a:pt x="466725" y="180975"/>
                </a:lnTo>
                <a:lnTo>
                  <a:pt x="466725" y="190500"/>
                </a:lnTo>
                <a:lnTo>
                  <a:pt x="447675" y="190500"/>
                </a:lnTo>
                <a:close/>
                <a:moveTo>
                  <a:pt x="171450" y="200025"/>
                </a:moveTo>
                <a:lnTo>
                  <a:pt x="180975" y="200025"/>
                </a:lnTo>
                <a:lnTo>
                  <a:pt x="180975" y="209550"/>
                </a:lnTo>
                <a:lnTo>
                  <a:pt x="171450" y="209550"/>
                </a:lnTo>
                <a:close/>
                <a:moveTo>
                  <a:pt x="238125" y="200025"/>
                </a:moveTo>
                <a:lnTo>
                  <a:pt x="247650" y="200025"/>
                </a:lnTo>
                <a:lnTo>
                  <a:pt x="247650" y="209550"/>
                </a:lnTo>
                <a:lnTo>
                  <a:pt x="238125" y="209550"/>
                </a:lnTo>
                <a:close/>
                <a:moveTo>
                  <a:pt x="428625" y="200025"/>
                </a:moveTo>
                <a:lnTo>
                  <a:pt x="438150" y="200025"/>
                </a:lnTo>
                <a:lnTo>
                  <a:pt x="438150" y="219075"/>
                </a:lnTo>
                <a:lnTo>
                  <a:pt x="428625" y="219075"/>
                </a:lnTo>
                <a:close/>
                <a:moveTo>
                  <a:pt x="1200150" y="200025"/>
                </a:moveTo>
                <a:lnTo>
                  <a:pt x="1209675" y="200025"/>
                </a:lnTo>
                <a:lnTo>
                  <a:pt x="1209675" y="209550"/>
                </a:lnTo>
                <a:lnTo>
                  <a:pt x="1200150" y="209550"/>
                </a:lnTo>
                <a:close/>
                <a:moveTo>
                  <a:pt x="695325" y="219075"/>
                </a:moveTo>
                <a:lnTo>
                  <a:pt x="704850" y="219075"/>
                </a:lnTo>
                <a:lnTo>
                  <a:pt x="704850" y="228600"/>
                </a:lnTo>
                <a:lnTo>
                  <a:pt x="695325" y="228600"/>
                </a:lnTo>
                <a:close/>
                <a:moveTo>
                  <a:pt x="704850" y="228600"/>
                </a:moveTo>
                <a:lnTo>
                  <a:pt x="714375" y="228600"/>
                </a:lnTo>
                <a:lnTo>
                  <a:pt x="714375" y="238125"/>
                </a:lnTo>
                <a:lnTo>
                  <a:pt x="704850" y="238125"/>
                </a:lnTo>
                <a:close/>
                <a:moveTo>
                  <a:pt x="171450" y="238125"/>
                </a:moveTo>
                <a:lnTo>
                  <a:pt x="180975" y="238125"/>
                </a:lnTo>
                <a:lnTo>
                  <a:pt x="180975" y="247650"/>
                </a:lnTo>
                <a:lnTo>
                  <a:pt x="171450" y="247650"/>
                </a:lnTo>
                <a:close/>
                <a:moveTo>
                  <a:pt x="238125" y="238125"/>
                </a:moveTo>
                <a:lnTo>
                  <a:pt x="247650" y="238125"/>
                </a:lnTo>
                <a:lnTo>
                  <a:pt x="247650" y="247650"/>
                </a:lnTo>
                <a:lnTo>
                  <a:pt x="238125" y="247650"/>
                </a:lnTo>
                <a:close/>
                <a:moveTo>
                  <a:pt x="514350" y="238125"/>
                </a:moveTo>
                <a:lnTo>
                  <a:pt x="523875" y="238125"/>
                </a:lnTo>
                <a:lnTo>
                  <a:pt x="523875" y="276225"/>
                </a:lnTo>
                <a:lnTo>
                  <a:pt x="552450" y="276225"/>
                </a:lnTo>
                <a:lnTo>
                  <a:pt x="552450" y="257175"/>
                </a:lnTo>
                <a:lnTo>
                  <a:pt x="571500" y="257175"/>
                </a:lnTo>
                <a:lnTo>
                  <a:pt x="571500" y="266700"/>
                </a:lnTo>
                <a:lnTo>
                  <a:pt x="581025" y="266700"/>
                </a:lnTo>
                <a:lnTo>
                  <a:pt x="581025" y="276225"/>
                </a:lnTo>
                <a:lnTo>
                  <a:pt x="571500" y="276225"/>
                </a:lnTo>
                <a:lnTo>
                  <a:pt x="571500" y="285750"/>
                </a:lnTo>
                <a:lnTo>
                  <a:pt x="542925" y="285750"/>
                </a:lnTo>
                <a:lnTo>
                  <a:pt x="542925" y="295275"/>
                </a:lnTo>
                <a:lnTo>
                  <a:pt x="504825" y="295275"/>
                </a:lnTo>
                <a:lnTo>
                  <a:pt x="504825" y="276225"/>
                </a:lnTo>
                <a:lnTo>
                  <a:pt x="495300" y="276225"/>
                </a:lnTo>
                <a:lnTo>
                  <a:pt x="495300" y="295275"/>
                </a:lnTo>
                <a:lnTo>
                  <a:pt x="457200" y="295275"/>
                </a:lnTo>
                <a:lnTo>
                  <a:pt x="457200" y="276225"/>
                </a:lnTo>
                <a:lnTo>
                  <a:pt x="476250" y="276225"/>
                </a:lnTo>
                <a:lnTo>
                  <a:pt x="476250" y="266700"/>
                </a:lnTo>
                <a:lnTo>
                  <a:pt x="495300" y="266700"/>
                </a:lnTo>
                <a:lnTo>
                  <a:pt x="495300" y="247650"/>
                </a:lnTo>
                <a:lnTo>
                  <a:pt x="514350" y="247650"/>
                </a:lnTo>
                <a:close/>
                <a:moveTo>
                  <a:pt x="590550" y="238125"/>
                </a:moveTo>
                <a:lnTo>
                  <a:pt x="600075" y="238125"/>
                </a:lnTo>
                <a:lnTo>
                  <a:pt x="600075" y="247650"/>
                </a:lnTo>
                <a:lnTo>
                  <a:pt x="590550" y="247650"/>
                </a:lnTo>
                <a:close/>
                <a:moveTo>
                  <a:pt x="161925" y="247650"/>
                </a:moveTo>
                <a:lnTo>
                  <a:pt x="171450" y="247650"/>
                </a:lnTo>
                <a:lnTo>
                  <a:pt x="171450" y="314325"/>
                </a:lnTo>
                <a:lnTo>
                  <a:pt x="161925" y="314325"/>
                </a:lnTo>
                <a:close/>
                <a:moveTo>
                  <a:pt x="247650" y="247650"/>
                </a:moveTo>
                <a:lnTo>
                  <a:pt x="257175" y="247650"/>
                </a:lnTo>
                <a:lnTo>
                  <a:pt x="257175" y="314325"/>
                </a:lnTo>
                <a:lnTo>
                  <a:pt x="247650" y="314325"/>
                </a:lnTo>
                <a:close/>
                <a:moveTo>
                  <a:pt x="619125" y="247650"/>
                </a:moveTo>
                <a:lnTo>
                  <a:pt x="628650" y="247650"/>
                </a:lnTo>
                <a:lnTo>
                  <a:pt x="628650" y="257175"/>
                </a:lnTo>
                <a:lnTo>
                  <a:pt x="619125" y="257175"/>
                </a:lnTo>
                <a:close/>
                <a:moveTo>
                  <a:pt x="285750" y="257175"/>
                </a:moveTo>
                <a:lnTo>
                  <a:pt x="295275" y="257175"/>
                </a:lnTo>
                <a:lnTo>
                  <a:pt x="295275" y="276225"/>
                </a:lnTo>
                <a:lnTo>
                  <a:pt x="285750" y="276225"/>
                </a:lnTo>
                <a:close/>
                <a:moveTo>
                  <a:pt x="361950" y="276225"/>
                </a:moveTo>
                <a:lnTo>
                  <a:pt x="371475" y="276225"/>
                </a:lnTo>
                <a:lnTo>
                  <a:pt x="371475" y="295275"/>
                </a:lnTo>
                <a:lnTo>
                  <a:pt x="361950" y="295275"/>
                </a:lnTo>
                <a:close/>
                <a:moveTo>
                  <a:pt x="285750" y="295275"/>
                </a:moveTo>
                <a:lnTo>
                  <a:pt x="295275" y="295275"/>
                </a:lnTo>
                <a:lnTo>
                  <a:pt x="295275" y="314325"/>
                </a:lnTo>
                <a:lnTo>
                  <a:pt x="285750" y="314325"/>
                </a:lnTo>
                <a:close/>
                <a:moveTo>
                  <a:pt x="676275" y="304800"/>
                </a:moveTo>
                <a:lnTo>
                  <a:pt x="685800" y="304800"/>
                </a:lnTo>
                <a:lnTo>
                  <a:pt x="685800" y="314325"/>
                </a:lnTo>
                <a:lnTo>
                  <a:pt x="676275" y="314325"/>
                </a:lnTo>
                <a:close/>
                <a:moveTo>
                  <a:pt x="171450" y="314325"/>
                </a:moveTo>
                <a:lnTo>
                  <a:pt x="180975" y="314325"/>
                </a:lnTo>
                <a:lnTo>
                  <a:pt x="180975" y="323850"/>
                </a:lnTo>
                <a:lnTo>
                  <a:pt x="171450" y="323850"/>
                </a:lnTo>
                <a:close/>
                <a:moveTo>
                  <a:pt x="238125" y="314325"/>
                </a:moveTo>
                <a:lnTo>
                  <a:pt x="247650" y="314325"/>
                </a:lnTo>
                <a:lnTo>
                  <a:pt x="247650" y="323850"/>
                </a:lnTo>
                <a:lnTo>
                  <a:pt x="238125" y="323850"/>
                </a:lnTo>
                <a:close/>
                <a:moveTo>
                  <a:pt x="752475" y="314325"/>
                </a:moveTo>
                <a:lnTo>
                  <a:pt x="762000" y="314325"/>
                </a:lnTo>
                <a:lnTo>
                  <a:pt x="762000" y="323850"/>
                </a:lnTo>
                <a:lnTo>
                  <a:pt x="752475" y="323850"/>
                </a:lnTo>
                <a:close/>
                <a:moveTo>
                  <a:pt x="180975" y="323850"/>
                </a:moveTo>
                <a:lnTo>
                  <a:pt x="238125" y="323850"/>
                </a:lnTo>
                <a:lnTo>
                  <a:pt x="238125" y="333375"/>
                </a:lnTo>
                <a:lnTo>
                  <a:pt x="180975" y="333375"/>
                </a:lnTo>
                <a:close/>
                <a:moveTo>
                  <a:pt x="352425" y="323850"/>
                </a:moveTo>
                <a:lnTo>
                  <a:pt x="361950" y="323850"/>
                </a:lnTo>
                <a:lnTo>
                  <a:pt x="361950" y="333375"/>
                </a:lnTo>
                <a:lnTo>
                  <a:pt x="352425" y="333375"/>
                </a:lnTo>
                <a:close/>
                <a:moveTo>
                  <a:pt x="685800" y="333375"/>
                </a:moveTo>
                <a:lnTo>
                  <a:pt x="695325" y="333375"/>
                </a:lnTo>
                <a:lnTo>
                  <a:pt x="695325" y="342900"/>
                </a:lnTo>
                <a:lnTo>
                  <a:pt x="685800" y="342900"/>
                </a:lnTo>
                <a:close/>
                <a:moveTo>
                  <a:pt x="1200150" y="333375"/>
                </a:moveTo>
                <a:lnTo>
                  <a:pt x="1209675" y="333375"/>
                </a:lnTo>
                <a:lnTo>
                  <a:pt x="1209675" y="361950"/>
                </a:lnTo>
                <a:lnTo>
                  <a:pt x="1200150" y="361950"/>
                </a:lnTo>
                <a:close/>
                <a:moveTo>
                  <a:pt x="419100" y="342900"/>
                </a:moveTo>
                <a:lnTo>
                  <a:pt x="428625" y="342900"/>
                </a:lnTo>
                <a:lnTo>
                  <a:pt x="428625" y="371475"/>
                </a:lnTo>
                <a:lnTo>
                  <a:pt x="419100" y="371475"/>
                </a:lnTo>
                <a:close/>
                <a:moveTo>
                  <a:pt x="190500" y="352425"/>
                </a:moveTo>
                <a:lnTo>
                  <a:pt x="238125" y="352425"/>
                </a:lnTo>
                <a:lnTo>
                  <a:pt x="238125" y="361950"/>
                </a:lnTo>
                <a:lnTo>
                  <a:pt x="190500" y="361950"/>
                </a:lnTo>
                <a:close/>
                <a:moveTo>
                  <a:pt x="171450" y="361950"/>
                </a:moveTo>
                <a:lnTo>
                  <a:pt x="180975" y="361950"/>
                </a:lnTo>
                <a:lnTo>
                  <a:pt x="180975" y="371475"/>
                </a:lnTo>
                <a:lnTo>
                  <a:pt x="171450" y="371475"/>
                </a:lnTo>
                <a:close/>
                <a:moveTo>
                  <a:pt x="238125" y="361950"/>
                </a:moveTo>
                <a:lnTo>
                  <a:pt x="247650" y="361950"/>
                </a:lnTo>
                <a:lnTo>
                  <a:pt x="247650" y="371475"/>
                </a:lnTo>
                <a:lnTo>
                  <a:pt x="238125" y="371475"/>
                </a:lnTo>
                <a:close/>
                <a:moveTo>
                  <a:pt x="161925" y="371475"/>
                </a:moveTo>
                <a:lnTo>
                  <a:pt x="171450" y="371475"/>
                </a:lnTo>
                <a:lnTo>
                  <a:pt x="171450" y="438150"/>
                </a:lnTo>
                <a:lnTo>
                  <a:pt x="161925" y="438150"/>
                </a:lnTo>
                <a:close/>
                <a:moveTo>
                  <a:pt x="247650" y="371475"/>
                </a:moveTo>
                <a:lnTo>
                  <a:pt x="257175" y="371475"/>
                </a:lnTo>
                <a:lnTo>
                  <a:pt x="257175" y="438150"/>
                </a:lnTo>
                <a:lnTo>
                  <a:pt x="247650" y="438150"/>
                </a:lnTo>
                <a:close/>
                <a:moveTo>
                  <a:pt x="285750" y="371475"/>
                </a:moveTo>
                <a:lnTo>
                  <a:pt x="295275" y="371475"/>
                </a:lnTo>
                <a:lnTo>
                  <a:pt x="295275" y="390525"/>
                </a:lnTo>
                <a:lnTo>
                  <a:pt x="352425" y="390525"/>
                </a:lnTo>
                <a:lnTo>
                  <a:pt x="352425" y="400050"/>
                </a:lnTo>
                <a:lnTo>
                  <a:pt x="361950" y="400050"/>
                </a:lnTo>
                <a:lnTo>
                  <a:pt x="361950" y="409575"/>
                </a:lnTo>
                <a:lnTo>
                  <a:pt x="352425" y="409575"/>
                </a:lnTo>
                <a:lnTo>
                  <a:pt x="352425" y="419100"/>
                </a:lnTo>
                <a:lnTo>
                  <a:pt x="342900" y="419100"/>
                </a:lnTo>
                <a:lnTo>
                  <a:pt x="342900" y="428625"/>
                </a:lnTo>
                <a:lnTo>
                  <a:pt x="352425" y="428625"/>
                </a:lnTo>
                <a:lnTo>
                  <a:pt x="352425" y="438150"/>
                </a:lnTo>
                <a:lnTo>
                  <a:pt x="285750" y="438150"/>
                </a:lnTo>
                <a:lnTo>
                  <a:pt x="285750" y="428625"/>
                </a:lnTo>
                <a:lnTo>
                  <a:pt x="276225" y="428625"/>
                </a:lnTo>
                <a:lnTo>
                  <a:pt x="276225" y="419100"/>
                </a:lnTo>
                <a:lnTo>
                  <a:pt x="285750" y="419100"/>
                </a:lnTo>
                <a:lnTo>
                  <a:pt x="285750" y="390525"/>
                </a:lnTo>
                <a:lnTo>
                  <a:pt x="276225" y="390525"/>
                </a:lnTo>
                <a:lnTo>
                  <a:pt x="276225" y="381000"/>
                </a:lnTo>
                <a:lnTo>
                  <a:pt x="285750" y="381000"/>
                </a:lnTo>
                <a:close/>
                <a:moveTo>
                  <a:pt x="428625" y="390525"/>
                </a:moveTo>
                <a:lnTo>
                  <a:pt x="495300" y="390525"/>
                </a:lnTo>
                <a:lnTo>
                  <a:pt x="495300" y="409575"/>
                </a:lnTo>
                <a:lnTo>
                  <a:pt x="542925" y="409575"/>
                </a:lnTo>
                <a:lnTo>
                  <a:pt x="542925" y="419100"/>
                </a:lnTo>
                <a:lnTo>
                  <a:pt x="438150" y="419100"/>
                </a:lnTo>
                <a:lnTo>
                  <a:pt x="438150" y="409575"/>
                </a:lnTo>
                <a:lnTo>
                  <a:pt x="428625" y="409575"/>
                </a:lnTo>
                <a:close/>
                <a:moveTo>
                  <a:pt x="685800" y="400050"/>
                </a:moveTo>
                <a:lnTo>
                  <a:pt x="695325" y="400050"/>
                </a:lnTo>
                <a:lnTo>
                  <a:pt x="695325" y="419100"/>
                </a:lnTo>
                <a:lnTo>
                  <a:pt x="685800" y="419100"/>
                </a:lnTo>
                <a:close/>
                <a:moveTo>
                  <a:pt x="542925" y="419100"/>
                </a:moveTo>
                <a:lnTo>
                  <a:pt x="552450" y="419100"/>
                </a:lnTo>
                <a:lnTo>
                  <a:pt x="552450" y="428625"/>
                </a:lnTo>
                <a:lnTo>
                  <a:pt x="542925" y="428625"/>
                </a:lnTo>
                <a:close/>
                <a:moveTo>
                  <a:pt x="752475" y="419100"/>
                </a:moveTo>
                <a:lnTo>
                  <a:pt x="762000" y="419100"/>
                </a:lnTo>
                <a:lnTo>
                  <a:pt x="762000" y="428625"/>
                </a:lnTo>
                <a:lnTo>
                  <a:pt x="752475" y="428625"/>
                </a:lnTo>
                <a:close/>
                <a:moveTo>
                  <a:pt x="95250" y="428625"/>
                </a:moveTo>
                <a:lnTo>
                  <a:pt x="104775" y="428625"/>
                </a:lnTo>
                <a:lnTo>
                  <a:pt x="104775" y="552450"/>
                </a:lnTo>
                <a:lnTo>
                  <a:pt x="95250" y="552450"/>
                </a:lnTo>
                <a:close/>
                <a:moveTo>
                  <a:pt x="295275" y="428625"/>
                </a:moveTo>
                <a:lnTo>
                  <a:pt x="333375" y="428625"/>
                </a:lnTo>
                <a:lnTo>
                  <a:pt x="333375" y="409575"/>
                </a:lnTo>
                <a:lnTo>
                  <a:pt x="295275" y="409575"/>
                </a:lnTo>
                <a:close/>
                <a:moveTo>
                  <a:pt x="676275" y="428625"/>
                </a:moveTo>
                <a:lnTo>
                  <a:pt x="685800" y="428625"/>
                </a:lnTo>
                <a:lnTo>
                  <a:pt x="685800" y="438150"/>
                </a:lnTo>
                <a:lnTo>
                  <a:pt x="676275" y="438150"/>
                </a:lnTo>
                <a:close/>
                <a:moveTo>
                  <a:pt x="171450" y="438150"/>
                </a:moveTo>
                <a:lnTo>
                  <a:pt x="180975" y="438150"/>
                </a:lnTo>
                <a:lnTo>
                  <a:pt x="180975" y="447675"/>
                </a:lnTo>
                <a:lnTo>
                  <a:pt x="171450" y="447675"/>
                </a:lnTo>
                <a:close/>
                <a:moveTo>
                  <a:pt x="238125" y="438150"/>
                </a:moveTo>
                <a:lnTo>
                  <a:pt x="247650" y="438150"/>
                </a:lnTo>
                <a:lnTo>
                  <a:pt x="247650" y="447675"/>
                </a:lnTo>
                <a:lnTo>
                  <a:pt x="238125" y="447675"/>
                </a:lnTo>
                <a:close/>
                <a:moveTo>
                  <a:pt x="742950" y="447675"/>
                </a:moveTo>
                <a:lnTo>
                  <a:pt x="752475" y="447675"/>
                </a:lnTo>
                <a:lnTo>
                  <a:pt x="752475" y="457200"/>
                </a:lnTo>
                <a:lnTo>
                  <a:pt x="742950" y="457200"/>
                </a:lnTo>
                <a:close/>
                <a:moveTo>
                  <a:pt x="657225" y="457200"/>
                </a:moveTo>
                <a:lnTo>
                  <a:pt x="666750" y="457200"/>
                </a:lnTo>
                <a:lnTo>
                  <a:pt x="666750" y="466725"/>
                </a:lnTo>
                <a:lnTo>
                  <a:pt x="657225" y="466725"/>
                </a:lnTo>
                <a:close/>
                <a:moveTo>
                  <a:pt x="647700" y="466725"/>
                </a:moveTo>
                <a:lnTo>
                  <a:pt x="657225" y="466725"/>
                </a:lnTo>
                <a:lnTo>
                  <a:pt x="657225" y="476250"/>
                </a:lnTo>
                <a:lnTo>
                  <a:pt x="647700" y="476250"/>
                </a:lnTo>
                <a:close/>
                <a:moveTo>
                  <a:pt x="733425" y="466725"/>
                </a:moveTo>
                <a:lnTo>
                  <a:pt x="742950" y="466725"/>
                </a:lnTo>
                <a:lnTo>
                  <a:pt x="742950" y="476250"/>
                </a:lnTo>
                <a:lnTo>
                  <a:pt x="733425" y="476250"/>
                </a:lnTo>
                <a:close/>
                <a:moveTo>
                  <a:pt x="180975" y="476250"/>
                </a:moveTo>
                <a:lnTo>
                  <a:pt x="190500" y="476250"/>
                </a:lnTo>
                <a:lnTo>
                  <a:pt x="190500" y="485775"/>
                </a:lnTo>
                <a:lnTo>
                  <a:pt x="180975" y="485775"/>
                </a:lnTo>
                <a:close/>
                <a:moveTo>
                  <a:pt x="228600" y="476250"/>
                </a:moveTo>
                <a:lnTo>
                  <a:pt x="238125" y="476250"/>
                </a:lnTo>
                <a:lnTo>
                  <a:pt x="238125" y="485775"/>
                </a:lnTo>
                <a:lnTo>
                  <a:pt x="228600" y="485775"/>
                </a:lnTo>
                <a:close/>
                <a:moveTo>
                  <a:pt x="381000" y="476250"/>
                </a:moveTo>
                <a:lnTo>
                  <a:pt x="390525" y="476250"/>
                </a:lnTo>
                <a:lnTo>
                  <a:pt x="390525" y="485775"/>
                </a:lnTo>
                <a:lnTo>
                  <a:pt x="381000" y="485775"/>
                </a:lnTo>
                <a:close/>
                <a:moveTo>
                  <a:pt x="638175" y="476250"/>
                </a:moveTo>
                <a:lnTo>
                  <a:pt x="647700" y="476250"/>
                </a:lnTo>
                <a:lnTo>
                  <a:pt x="647700" y="485775"/>
                </a:lnTo>
                <a:lnTo>
                  <a:pt x="638175" y="485775"/>
                </a:lnTo>
                <a:close/>
                <a:moveTo>
                  <a:pt x="238125" y="485775"/>
                </a:moveTo>
                <a:lnTo>
                  <a:pt x="247650" y="485775"/>
                </a:lnTo>
                <a:lnTo>
                  <a:pt x="247650" y="495300"/>
                </a:lnTo>
                <a:lnTo>
                  <a:pt x="238125" y="495300"/>
                </a:lnTo>
                <a:close/>
                <a:moveTo>
                  <a:pt x="485775" y="485775"/>
                </a:moveTo>
                <a:lnTo>
                  <a:pt x="495300" y="485775"/>
                </a:lnTo>
                <a:lnTo>
                  <a:pt x="495300" y="495300"/>
                </a:lnTo>
                <a:lnTo>
                  <a:pt x="485775" y="495300"/>
                </a:lnTo>
                <a:close/>
                <a:moveTo>
                  <a:pt x="619125" y="485775"/>
                </a:moveTo>
                <a:lnTo>
                  <a:pt x="628650" y="485775"/>
                </a:lnTo>
                <a:lnTo>
                  <a:pt x="628650" y="495300"/>
                </a:lnTo>
                <a:lnTo>
                  <a:pt x="619125" y="495300"/>
                </a:lnTo>
                <a:close/>
                <a:moveTo>
                  <a:pt x="733425" y="485775"/>
                </a:moveTo>
                <a:lnTo>
                  <a:pt x="742950" y="485775"/>
                </a:lnTo>
                <a:lnTo>
                  <a:pt x="742950" y="495300"/>
                </a:lnTo>
                <a:lnTo>
                  <a:pt x="733425" y="495300"/>
                </a:lnTo>
                <a:close/>
                <a:moveTo>
                  <a:pt x="247650" y="495300"/>
                </a:moveTo>
                <a:lnTo>
                  <a:pt x="257175" y="495300"/>
                </a:lnTo>
                <a:lnTo>
                  <a:pt x="257175" y="552450"/>
                </a:lnTo>
                <a:lnTo>
                  <a:pt x="247650" y="552450"/>
                </a:lnTo>
                <a:close/>
                <a:moveTo>
                  <a:pt x="285750" y="495300"/>
                </a:moveTo>
                <a:lnTo>
                  <a:pt x="295275" y="495300"/>
                </a:lnTo>
                <a:lnTo>
                  <a:pt x="295275" y="514350"/>
                </a:lnTo>
                <a:lnTo>
                  <a:pt x="285750" y="514350"/>
                </a:lnTo>
                <a:close/>
                <a:moveTo>
                  <a:pt x="504825" y="495300"/>
                </a:moveTo>
                <a:lnTo>
                  <a:pt x="514350" y="495300"/>
                </a:lnTo>
                <a:lnTo>
                  <a:pt x="514350" y="504825"/>
                </a:lnTo>
                <a:lnTo>
                  <a:pt x="504825" y="504825"/>
                </a:lnTo>
                <a:close/>
                <a:moveTo>
                  <a:pt x="600075" y="495300"/>
                </a:moveTo>
                <a:lnTo>
                  <a:pt x="609600" y="495300"/>
                </a:lnTo>
                <a:lnTo>
                  <a:pt x="609600" y="504825"/>
                </a:lnTo>
                <a:lnTo>
                  <a:pt x="600075" y="504825"/>
                </a:lnTo>
                <a:close/>
                <a:moveTo>
                  <a:pt x="742950" y="495300"/>
                </a:moveTo>
                <a:lnTo>
                  <a:pt x="752475" y="495300"/>
                </a:lnTo>
                <a:lnTo>
                  <a:pt x="752475" y="504825"/>
                </a:lnTo>
                <a:lnTo>
                  <a:pt x="742950" y="504825"/>
                </a:lnTo>
                <a:close/>
                <a:moveTo>
                  <a:pt x="190500" y="504825"/>
                </a:moveTo>
                <a:lnTo>
                  <a:pt x="228600" y="504825"/>
                </a:lnTo>
                <a:lnTo>
                  <a:pt x="228600" y="542925"/>
                </a:lnTo>
                <a:lnTo>
                  <a:pt x="219075" y="542925"/>
                </a:lnTo>
                <a:lnTo>
                  <a:pt x="219075" y="552450"/>
                </a:lnTo>
                <a:lnTo>
                  <a:pt x="228600" y="552450"/>
                </a:lnTo>
                <a:lnTo>
                  <a:pt x="228600" y="571500"/>
                </a:lnTo>
                <a:lnTo>
                  <a:pt x="190500" y="571500"/>
                </a:lnTo>
                <a:close/>
                <a:moveTo>
                  <a:pt x="285750" y="533400"/>
                </a:moveTo>
                <a:lnTo>
                  <a:pt x="295275" y="533400"/>
                </a:lnTo>
                <a:lnTo>
                  <a:pt x="295275" y="552450"/>
                </a:lnTo>
                <a:lnTo>
                  <a:pt x="285750" y="552450"/>
                </a:lnTo>
                <a:close/>
                <a:moveTo>
                  <a:pt x="161925" y="542925"/>
                </a:moveTo>
                <a:lnTo>
                  <a:pt x="171450" y="542925"/>
                </a:lnTo>
                <a:lnTo>
                  <a:pt x="171450" y="552450"/>
                </a:lnTo>
                <a:lnTo>
                  <a:pt x="161925" y="552450"/>
                </a:lnTo>
                <a:close/>
                <a:moveTo>
                  <a:pt x="657225" y="542925"/>
                </a:moveTo>
                <a:lnTo>
                  <a:pt x="666750" y="542925"/>
                </a:lnTo>
                <a:lnTo>
                  <a:pt x="666750" y="552450"/>
                </a:lnTo>
                <a:lnTo>
                  <a:pt x="657225" y="552450"/>
                </a:lnTo>
                <a:close/>
                <a:moveTo>
                  <a:pt x="676275" y="542925"/>
                </a:moveTo>
                <a:lnTo>
                  <a:pt x="695325" y="542925"/>
                </a:lnTo>
                <a:lnTo>
                  <a:pt x="695325" y="571500"/>
                </a:lnTo>
                <a:lnTo>
                  <a:pt x="685800" y="571500"/>
                </a:lnTo>
                <a:lnTo>
                  <a:pt x="685800" y="552450"/>
                </a:lnTo>
                <a:lnTo>
                  <a:pt x="676275" y="552450"/>
                </a:lnTo>
                <a:close/>
                <a:moveTo>
                  <a:pt x="171450" y="552450"/>
                </a:moveTo>
                <a:lnTo>
                  <a:pt x="180975" y="552450"/>
                </a:lnTo>
                <a:lnTo>
                  <a:pt x="180975" y="561975"/>
                </a:lnTo>
                <a:lnTo>
                  <a:pt x="171450" y="561975"/>
                </a:lnTo>
                <a:close/>
                <a:moveTo>
                  <a:pt x="238125" y="552450"/>
                </a:moveTo>
                <a:lnTo>
                  <a:pt x="247650" y="552450"/>
                </a:lnTo>
                <a:lnTo>
                  <a:pt x="247650" y="561975"/>
                </a:lnTo>
                <a:lnTo>
                  <a:pt x="238125" y="561975"/>
                </a:lnTo>
                <a:close/>
                <a:moveTo>
                  <a:pt x="466725" y="552450"/>
                </a:moveTo>
                <a:lnTo>
                  <a:pt x="476250" y="552450"/>
                </a:lnTo>
                <a:lnTo>
                  <a:pt x="476250" y="561975"/>
                </a:lnTo>
                <a:lnTo>
                  <a:pt x="466725" y="561975"/>
                </a:lnTo>
                <a:close/>
                <a:moveTo>
                  <a:pt x="638175" y="552450"/>
                </a:moveTo>
                <a:lnTo>
                  <a:pt x="647700" y="552450"/>
                </a:lnTo>
                <a:lnTo>
                  <a:pt x="647700" y="561975"/>
                </a:lnTo>
                <a:lnTo>
                  <a:pt x="638175" y="561975"/>
                </a:lnTo>
                <a:close/>
                <a:moveTo>
                  <a:pt x="819150" y="552450"/>
                </a:moveTo>
                <a:lnTo>
                  <a:pt x="828675" y="552450"/>
                </a:lnTo>
                <a:lnTo>
                  <a:pt x="828675" y="561975"/>
                </a:lnTo>
                <a:lnTo>
                  <a:pt x="819150" y="561975"/>
                </a:lnTo>
                <a:close/>
                <a:moveTo>
                  <a:pt x="1200150" y="552450"/>
                </a:moveTo>
                <a:lnTo>
                  <a:pt x="1209675" y="552450"/>
                </a:lnTo>
                <a:lnTo>
                  <a:pt x="1209675" y="561975"/>
                </a:lnTo>
                <a:lnTo>
                  <a:pt x="1200150" y="561975"/>
                </a:lnTo>
                <a:close/>
                <a:moveTo>
                  <a:pt x="495300" y="561975"/>
                </a:moveTo>
                <a:lnTo>
                  <a:pt x="504825" y="561975"/>
                </a:lnTo>
                <a:lnTo>
                  <a:pt x="504825" y="571500"/>
                </a:lnTo>
                <a:lnTo>
                  <a:pt x="495300" y="571500"/>
                </a:lnTo>
                <a:close/>
                <a:moveTo>
                  <a:pt x="619125" y="561975"/>
                </a:moveTo>
                <a:lnTo>
                  <a:pt x="628650" y="561975"/>
                </a:lnTo>
                <a:lnTo>
                  <a:pt x="628650" y="571500"/>
                </a:lnTo>
                <a:lnTo>
                  <a:pt x="619125" y="571500"/>
                </a:lnTo>
                <a:close/>
                <a:moveTo>
                  <a:pt x="828675" y="561975"/>
                </a:moveTo>
                <a:lnTo>
                  <a:pt x="838200" y="561975"/>
                </a:lnTo>
                <a:lnTo>
                  <a:pt x="838200" y="571500"/>
                </a:lnTo>
                <a:lnTo>
                  <a:pt x="828675" y="571500"/>
                </a:lnTo>
                <a:close/>
                <a:moveTo>
                  <a:pt x="533400" y="571500"/>
                </a:moveTo>
                <a:lnTo>
                  <a:pt x="581025" y="571500"/>
                </a:lnTo>
                <a:lnTo>
                  <a:pt x="581025" y="581025"/>
                </a:lnTo>
                <a:lnTo>
                  <a:pt x="533400" y="581025"/>
                </a:lnTo>
                <a:close/>
                <a:moveTo>
                  <a:pt x="609600" y="571500"/>
                </a:moveTo>
                <a:lnTo>
                  <a:pt x="619125" y="571500"/>
                </a:lnTo>
                <a:lnTo>
                  <a:pt x="619125" y="581025"/>
                </a:lnTo>
                <a:lnTo>
                  <a:pt x="609600" y="581025"/>
                </a:lnTo>
                <a:close/>
                <a:moveTo>
                  <a:pt x="838200" y="571500"/>
                </a:moveTo>
                <a:lnTo>
                  <a:pt x="847725" y="571500"/>
                </a:lnTo>
                <a:lnTo>
                  <a:pt x="847725" y="581025"/>
                </a:lnTo>
                <a:lnTo>
                  <a:pt x="838200" y="581025"/>
                </a:lnTo>
                <a:close/>
                <a:moveTo>
                  <a:pt x="847725" y="581025"/>
                </a:moveTo>
                <a:lnTo>
                  <a:pt x="857250" y="581025"/>
                </a:lnTo>
                <a:lnTo>
                  <a:pt x="857250" y="590550"/>
                </a:lnTo>
                <a:lnTo>
                  <a:pt x="847725" y="590550"/>
                </a:lnTo>
                <a:close/>
                <a:moveTo>
                  <a:pt x="1200150" y="581025"/>
                </a:moveTo>
                <a:lnTo>
                  <a:pt x="1209675" y="581025"/>
                </a:lnTo>
                <a:lnTo>
                  <a:pt x="1209675" y="590550"/>
                </a:lnTo>
                <a:lnTo>
                  <a:pt x="1200150" y="590550"/>
                </a:lnTo>
                <a:close/>
                <a:moveTo>
                  <a:pt x="857250" y="590550"/>
                </a:moveTo>
                <a:lnTo>
                  <a:pt x="866775" y="590550"/>
                </a:lnTo>
                <a:lnTo>
                  <a:pt x="866775" y="600075"/>
                </a:lnTo>
                <a:lnTo>
                  <a:pt x="857250" y="600075"/>
                </a:lnTo>
                <a:close/>
                <a:moveTo>
                  <a:pt x="723900" y="600075"/>
                </a:moveTo>
                <a:lnTo>
                  <a:pt x="733425" y="600075"/>
                </a:lnTo>
                <a:lnTo>
                  <a:pt x="733425" y="609600"/>
                </a:lnTo>
                <a:lnTo>
                  <a:pt x="723900" y="609600"/>
                </a:lnTo>
                <a:close/>
                <a:moveTo>
                  <a:pt x="866775" y="600075"/>
                </a:moveTo>
                <a:lnTo>
                  <a:pt x="876300" y="600075"/>
                </a:lnTo>
                <a:lnTo>
                  <a:pt x="876300" y="609600"/>
                </a:lnTo>
                <a:lnTo>
                  <a:pt x="866775" y="609600"/>
                </a:lnTo>
                <a:close/>
                <a:moveTo>
                  <a:pt x="581025" y="609600"/>
                </a:moveTo>
                <a:lnTo>
                  <a:pt x="590550" y="609600"/>
                </a:lnTo>
                <a:lnTo>
                  <a:pt x="590550" y="619125"/>
                </a:lnTo>
                <a:lnTo>
                  <a:pt x="581025" y="619125"/>
                </a:lnTo>
                <a:close/>
                <a:moveTo>
                  <a:pt x="733425" y="609600"/>
                </a:moveTo>
                <a:lnTo>
                  <a:pt x="742950" y="609600"/>
                </a:lnTo>
                <a:lnTo>
                  <a:pt x="742950" y="619125"/>
                </a:lnTo>
                <a:lnTo>
                  <a:pt x="733425" y="619125"/>
                </a:lnTo>
                <a:close/>
                <a:moveTo>
                  <a:pt x="876300" y="609600"/>
                </a:moveTo>
                <a:lnTo>
                  <a:pt x="885825" y="609600"/>
                </a:lnTo>
                <a:lnTo>
                  <a:pt x="885825" y="619125"/>
                </a:lnTo>
                <a:lnTo>
                  <a:pt x="876300" y="619125"/>
                </a:lnTo>
                <a:close/>
                <a:moveTo>
                  <a:pt x="571500" y="619125"/>
                </a:moveTo>
                <a:lnTo>
                  <a:pt x="581025" y="619125"/>
                </a:lnTo>
                <a:lnTo>
                  <a:pt x="581025" y="628650"/>
                </a:lnTo>
                <a:lnTo>
                  <a:pt x="571500" y="628650"/>
                </a:lnTo>
                <a:close/>
                <a:moveTo>
                  <a:pt x="600075" y="619125"/>
                </a:moveTo>
                <a:lnTo>
                  <a:pt x="609600" y="619125"/>
                </a:lnTo>
                <a:lnTo>
                  <a:pt x="609600" y="628650"/>
                </a:lnTo>
                <a:lnTo>
                  <a:pt x="600075" y="628650"/>
                </a:lnTo>
                <a:close/>
                <a:moveTo>
                  <a:pt x="742950" y="619125"/>
                </a:moveTo>
                <a:lnTo>
                  <a:pt x="752475" y="619125"/>
                </a:lnTo>
                <a:lnTo>
                  <a:pt x="752475" y="628650"/>
                </a:lnTo>
                <a:lnTo>
                  <a:pt x="742950" y="628650"/>
                </a:lnTo>
                <a:close/>
                <a:moveTo>
                  <a:pt x="885825" y="619125"/>
                </a:moveTo>
                <a:lnTo>
                  <a:pt x="895350" y="619125"/>
                </a:lnTo>
                <a:lnTo>
                  <a:pt x="895350" y="628650"/>
                </a:lnTo>
                <a:lnTo>
                  <a:pt x="885825" y="628650"/>
                </a:lnTo>
                <a:close/>
                <a:moveTo>
                  <a:pt x="752475" y="628650"/>
                </a:moveTo>
                <a:lnTo>
                  <a:pt x="762000" y="628650"/>
                </a:lnTo>
                <a:lnTo>
                  <a:pt x="762000" y="638175"/>
                </a:lnTo>
                <a:lnTo>
                  <a:pt x="752475" y="638175"/>
                </a:lnTo>
                <a:close/>
                <a:moveTo>
                  <a:pt x="895350" y="628650"/>
                </a:moveTo>
                <a:lnTo>
                  <a:pt x="904875" y="628650"/>
                </a:lnTo>
                <a:lnTo>
                  <a:pt x="904875" y="638175"/>
                </a:lnTo>
                <a:lnTo>
                  <a:pt x="895350" y="638175"/>
                </a:lnTo>
                <a:close/>
                <a:moveTo>
                  <a:pt x="762000" y="638175"/>
                </a:moveTo>
                <a:lnTo>
                  <a:pt x="771525" y="638175"/>
                </a:lnTo>
                <a:lnTo>
                  <a:pt x="771525" y="647700"/>
                </a:lnTo>
                <a:lnTo>
                  <a:pt x="762000" y="647700"/>
                </a:lnTo>
                <a:close/>
                <a:moveTo>
                  <a:pt x="904875" y="638175"/>
                </a:moveTo>
                <a:lnTo>
                  <a:pt x="914400" y="638175"/>
                </a:lnTo>
                <a:lnTo>
                  <a:pt x="914400" y="647700"/>
                </a:lnTo>
                <a:lnTo>
                  <a:pt x="904875" y="647700"/>
                </a:lnTo>
                <a:close/>
                <a:moveTo>
                  <a:pt x="323850" y="647700"/>
                </a:moveTo>
                <a:lnTo>
                  <a:pt x="438150" y="647700"/>
                </a:lnTo>
                <a:lnTo>
                  <a:pt x="438150" y="657225"/>
                </a:lnTo>
                <a:lnTo>
                  <a:pt x="323850" y="657225"/>
                </a:lnTo>
                <a:close/>
                <a:moveTo>
                  <a:pt x="771525" y="647700"/>
                </a:moveTo>
                <a:lnTo>
                  <a:pt x="781050" y="647700"/>
                </a:lnTo>
                <a:lnTo>
                  <a:pt x="781050" y="657225"/>
                </a:lnTo>
                <a:lnTo>
                  <a:pt x="771525" y="657225"/>
                </a:lnTo>
                <a:close/>
                <a:moveTo>
                  <a:pt x="781050" y="657225"/>
                </a:moveTo>
                <a:lnTo>
                  <a:pt x="790575" y="657225"/>
                </a:lnTo>
                <a:lnTo>
                  <a:pt x="790575" y="666750"/>
                </a:lnTo>
                <a:lnTo>
                  <a:pt x="781050" y="666750"/>
                </a:lnTo>
                <a:close/>
                <a:moveTo>
                  <a:pt x="790575" y="666750"/>
                </a:moveTo>
                <a:lnTo>
                  <a:pt x="800100" y="666750"/>
                </a:lnTo>
                <a:lnTo>
                  <a:pt x="800100" y="676275"/>
                </a:lnTo>
                <a:lnTo>
                  <a:pt x="790575" y="676275"/>
                </a:lnTo>
                <a:close/>
                <a:moveTo>
                  <a:pt x="800100" y="676275"/>
                </a:moveTo>
                <a:lnTo>
                  <a:pt x="809625" y="676275"/>
                </a:lnTo>
                <a:lnTo>
                  <a:pt x="809625" y="685800"/>
                </a:lnTo>
                <a:lnTo>
                  <a:pt x="800100" y="685800"/>
                </a:lnTo>
                <a:close/>
                <a:moveTo>
                  <a:pt x="809625" y="685800"/>
                </a:moveTo>
                <a:lnTo>
                  <a:pt x="819150" y="685800"/>
                </a:lnTo>
                <a:lnTo>
                  <a:pt x="819150" y="695325"/>
                </a:lnTo>
                <a:lnTo>
                  <a:pt x="809625" y="695325"/>
                </a:lnTo>
                <a:close/>
                <a:moveTo>
                  <a:pt x="819150" y="695325"/>
                </a:moveTo>
                <a:lnTo>
                  <a:pt x="828675" y="695325"/>
                </a:lnTo>
                <a:lnTo>
                  <a:pt x="828675" y="704850"/>
                </a:lnTo>
                <a:lnTo>
                  <a:pt x="819150" y="704850"/>
                </a:lnTo>
                <a:close/>
                <a:moveTo>
                  <a:pt x="914400" y="695325"/>
                </a:moveTo>
                <a:lnTo>
                  <a:pt x="923925" y="695325"/>
                </a:lnTo>
                <a:lnTo>
                  <a:pt x="923925" y="704850"/>
                </a:lnTo>
                <a:lnTo>
                  <a:pt x="914400" y="704850"/>
                </a:lnTo>
                <a:close/>
                <a:moveTo>
                  <a:pt x="828675" y="704850"/>
                </a:moveTo>
                <a:lnTo>
                  <a:pt x="838200" y="704850"/>
                </a:lnTo>
                <a:lnTo>
                  <a:pt x="838200" y="714375"/>
                </a:lnTo>
                <a:lnTo>
                  <a:pt x="828675" y="714375"/>
                </a:lnTo>
                <a:close/>
                <a:moveTo>
                  <a:pt x="904875" y="704850"/>
                </a:moveTo>
                <a:lnTo>
                  <a:pt x="914400" y="704850"/>
                </a:lnTo>
                <a:lnTo>
                  <a:pt x="914400" y="714375"/>
                </a:lnTo>
                <a:lnTo>
                  <a:pt x="904875" y="714375"/>
                </a:lnTo>
                <a:close/>
                <a:moveTo>
                  <a:pt x="895350" y="714375"/>
                </a:moveTo>
                <a:lnTo>
                  <a:pt x="904875" y="714375"/>
                </a:lnTo>
                <a:lnTo>
                  <a:pt x="904875" y="723900"/>
                </a:lnTo>
                <a:lnTo>
                  <a:pt x="895350" y="723900"/>
                </a:lnTo>
                <a:close/>
                <a:moveTo>
                  <a:pt x="857250" y="723900"/>
                </a:moveTo>
                <a:lnTo>
                  <a:pt x="885825" y="723900"/>
                </a:lnTo>
                <a:lnTo>
                  <a:pt x="885825" y="733425"/>
                </a:lnTo>
                <a:lnTo>
                  <a:pt x="857250" y="733425"/>
                </a:lnTo>
                <a:close/>
              </a:path>
            </a:pathLst>
          </a:custGeom>
          <a:solidFill xmlns:a="http://schemas.openxmlformats.org/drawingml/2006/main">
            <a:srgbClr val="E3E9E3"/>
          </a:solidFill>
          <a:ln xmlns:a="http://schemas.openxmlformats.org/drawingml/2006/main" w="0">
            <a:noFill/>
          </a:ln>
        </p:spPr>
      </p:sp>
      <p:sp>
        <p:nvSpPr>
          <p:cNvPr id="87" name="v02 vector #a4ada6">
            <a:extLst xmlns:a="http://schemas.openxmlformats.org/drawingml/2006/main">
              <a:ext uri="{FF2B5EF4-FFF2-40B4-BE49-F238E27FC236}">
                <a16:creationId xmlns:a16="http://schemas.microsoft.com/office/drawing/2014/main" id="{0AC40649-F6C1-4A69-9506-46CA679BE96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10675" y="2362200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123825" y="38100"/>
                </a:moveTo>
                <a:lnTo>
                  <a:pt x="590550" y="38100"/>
                </a:lnTo>
                <a:lnTo>
                  <a:pt x="590550" y="47625"/>
                </a:lnTo>
                <a:lnTo>
                  <a:pt x="571500" y="47625"/>
                </a:lnTo>
                <a:lnTo>
                  <a:pt x="571500" y="57150"/>
                </a:lnTo>
                <a:lnTo>
                  <a:pt x="133350" y="57150"/>
                </a:lnTo>
                <a:lnTo>
                  <a:pt x="133350" y="47625"/>
                </a:lnTo>
                <a:lnTo>
                  <a:pt x="123825" y="47625"/>
                </a:lnTo>
                <a:close/>
                <a:moveTo>
                  <a:pt x="114300" y="47625"/>
                </a:moveTo>
                <a:lnTo>
                  <a:pt x="123825" y="47625"/>
                </a:lnTo>
                <a:lnTo>
                  <a:pt x="123825" y="57150"/>
                </a:lnTo>
                <a:lnTo>
                  <a:pt x="114300" y="57150"/>
                </a:lnTo>
                <a:close/>
                <a:moveTo>
                  <a:pt x="590550" y="47625"/>
                </a:moveTo>
                <a:lnTo>
                  <a:pt x="600075" y="47625"/>
                </a:lnTo>
                <a:lnTo>
                  <a:pt x="600075" y="66675"/>
                </a:lnTo>
                <a:lnTo>
                  <a:pt x="590550" y="66675"/>
                </a:lnTo>
                <a:close/>
                <a:moveTo>
                  <a:pt x="600075" y="66675"/>
                </a:moveTo>
                <a:lnTo>
                  <a:pt x="609600" y="66675"/>
                </a:lnTo>
                <a:lnTo>
                  <a:pt x="609600" y="76200"/>
                </a:lnTo>
                <a:lnTo>
                  <a:pt x="600075" y="76200"/>
                </a:lnTo>
                <a:close/>
                <a:moveTo>
                  <a:pt x="104775" y="76200"/>
                </a:moveTo>
                <a:lnTo>
                  <a:pt x="123825" y="76200"/>
                </a:lnTo>
                <a:lnTo>
                  <a:pt x="123825" y="619125"/>
                </a:lnTo>
                <a:lnTo>
                  <a:pt x="114300" y="619125"/>
                </a:lnTo>
                <a:lnTo>
                  <a:pt x="114300" y="628650"/>
                </a:lnTo>
                <a:lnTo>
                  <a:pt x="104775" y="628650"/>
                </a:lnTo>
                <a:close/>
                <a:moveTo>
                  <a:pt x="514350" y="133350"/>
                </a:moveTo>
                <a:lnTo>
                  <a:pt x="533400" y="133350"/>
                </a:lnTo>
                <a:lnTo>
                  <a:pt x="533400" y="152400"/>
                </a:lnTo>
                <a:lnTo>
                  <a:pt x="514350" y="152400"/>
                </a:lnTo>
                <a:close/>
                <a:moveTo>
                  <a:pt x="504825" y="171450"/>
                </a:moveTo>
                <a:lnTo>
                  <a:pt x="533400" y="171450"/>
                </a:lnTo>
                <a:lnTo>
                  <a:pt x="533400" y="180975"/>
                </a:lnTo>
                <a:lnTo>
                  <a:pt x="504825" y="180975"/>
                </a:lnTo>
                <a:close/>
                <a:moveTo>
                  <a:pt x="1200150" y="171450"/>
                </a:moveTo>
                <a:lnTo>
                  <a:pt x="1209675" y="171450"/>
                </a:lnTo>
                <a:lnTo>
                  <a:pt x="1209675" y="200025"/>
                </a:lnTo>
                <a:lnTo>
                  <a:pt x="1200150" y="200025"/>
                </a:lnTo>
                <a:close/>
                <a:moveTo>
                  <a:pt x="295275" y="180975"/>
                </a:moveTo>
                <a:lnTo>
                  <a:pt x="447675" y="180975"/>
                </a:lnTo>
                <a:lnTo>
                  <a:pt x="447675" y="190500"/>
                </a:lnTo>
                <a:lnTo>
                  <a:pt x="466725" y="190500"/>
                </a:lnTo>
                <a:lnTo>
                  <a:pt x="466725" y="200025"/>
                </a:lnTo>
                <a:lnTo>
                  <a:pt x="457200" y="200025"/>
                </a:lnTo>
                <a:lnTo>
                  <a:pt x="457200" y="209550"/>
                </a:lnTo>
                <a:lnTo>
                  <a:pt x="438150" y="209550"/>
                </a:lnTo>
                <a:lnTo>
                  <a:pt x="438150" y="200025"/>
                </a:lnTo>
                <a:lnTo>
                  <a:pt x="295275" y="200025"/>
                </a:lnTo>
                <a:close/>
                <a:moveTo>
                  <a:pt x="476250" y="180975"/>
                </a:moveTo>
                <a:lnTo>
                  <a:pt x="485775" y="180975"/>
                </a:lnTo>
                <a:lnTo>
                  <a:pt x="485775" y="190500"/>
                </a:lnTo>
                <a:lnTo>
                  <a:pt x="476250" y="190500"/>
                </a:lnTo>
                <a:close/>
                <a:moveTo>
                  <a:pt x="628650" y="180975"/>
                </a:moveTo>
                <a:lnTo>
                  <a:pt x="638175" y="180975"/>
                </a:lnTo>
                <a:lnTo>
                  <a:pt x="638175" y="190500"/>
                </a:lnTo>
                <a:lnTo>
                  <a:pt x="628650" y="190500"/>
                </a:lnTo>
                <a:close/>
                <a:moveTo>
                  <a:pt x="171450" y="190500"/>
                </a:moveTo>
                <a:lnTo>
                  <a:pt x="180975" y="190500"/>
                </a:lnTo>
                <a:lnTo>
                  <a:pt x="180975" y="200025"/>
                </a:lnTo>
                <a:lnTo>
                  <a:pt x="171450" y="200025"/>
                </a:lnTo>
                <a:close/>
                <a:moveTo>
                  <a:pt x="238125" y="190500"/>
                </a:moveTo>
                <a:lnTo>
                  <a:pt x="247650" y="190500"/>
                </a:lnTo>
                <a:lnTo>
                  <a:pt x="247650" y="200025"/>
                </a:lnTo>
                <a:lnTo>
                  <a:pt x="238125" y="200025"/>
                </a:lnTo>
                <a:close/>
                <a:moveTo>
                  <a:pt x="647700" y="190500"/>
                </a:moveTo>
                <a:lnTo>
                  <a:pt x="657225" y="190500"/>
                </a:lnTo>
                <a:lnTo>
                  <a:pt x="657225" y="200025"/>
                </a:lnTo>
                <a:lnTo>
                  <a:pt x="647700" y="200025"/>
                </a:lnTo>
                <a:close/>
                <a:moveTo>
                  <a:pt x="180975" y="200025"/>
                </a:moveTo>
                <a:lnTo>
                  <a:pt x="190500" y="200025"/>
                </a:lnTo>
                <a:lnTo>
                  <a:pt x="190500" y="209550"/>
                </a:lnTo>
                <a:lnTo>
                  <a:pt x="180975" y="209550"/>
                </a:lnTo>
                <a:close/>
                <a:moveTo>
                  <a:pt x="228600" y="200025"/>
                </a:moveTo>
                <a:lnTo>
                  <a:pt x="238125" y="200025"/>
                </a:lnTo>
                <a:lnTo>
                  <a:pt x="238125" y="209550"/>
                </a:lnTo>
                <a:lnTo>
                  <a:pt x="228600" y="209550"/>
                </a:lnTo>
                <a:close/>
                <a:moveTo>
                  <a:pt x="666750" y="200025"/>
                </a:moveTo>
                <a:lnTo>
                  <a:pt x="676275" y="200025"/>
                </a:lnTo>
                <a:lnTo>
                  <a:pt x="676275" y="209550"/>
                </a:lnTo>
                <a:lnTo>
                  <a:pt x="666750" y="209550"/>
                </a:lnTo>
                <a:close/>
                <a:moveTo>
                  <a:pt x="676275" y="209550"/>
                </a:moveTo>
                <a:lnTo>
                  <a:pt x="685800" y="209550"/>
                </a:lnTo>
                <a:lnTo>
                  <a:pt x="685800" y="219075"/>
                </a:lnTo>
                <a:lnTo>
                  <a:pt x="676275" y="219075"/>
                </a:lnTo>
                <a:close/>
                <a:moveTo>
                  <a:pt x="419100" y="219075"/>
                </a:moveTo>
                <a:lnTo>
                  <a:pt x="428625" y="219075"/>
                </a:lnTo>
                <a:lnTo>
                  <a:pt x="428625" y="228600"/>
                </a:lnTo>
                <a:lnTo>
                  <a:pt x="419100" y="228600"/>
                </a:lnTo>
                <a:close/>
                <a:moveTo>
                  <a:pt x="409575" y="228600"/>
                </a:moveTo>
                <a:lnTo>
                  <a:pt x="419100" y="228600"/>
                </a:lnTo>
                <a:lnTo>
                  <a:pt x="419100" y="238125"/>
                </a:lnTo>
                <a:lnTo>
                  <a:pt x="409575" y="238125"/>
                </a:lnTo>
                <a:close/>
                <a:moveTo>
                  <a:pt x="533400" y="228600"/>
                </a:moveTo>
                <a:lnTo>
                  <a:pt x="581025" y="228600"/>
                </a:lnTo>
                <a:lnTo>
                  <a:pt x="581025" y="238125"/>
                </a:lnTo>
                <a:lnTo>
                  <a:pt x="533400" y="238125"/>
                </a:lnTo>
                <a:close/>
                <a:moveTo>
                  <a:pt x="180975" y="238125"/>
                </a:moveTo>
                <a:lnTo>
                  <a:pt x="238125" y="238125"/>
                </a:lnTo>
                <a:lnTo>
                  <a:pt x="238125" y="247650"/>
                </a:lnTo>
                <a:lnTo>
                  <a:pt x="180975" y="247650"/>
                </a:lnTo>
                <a:close/>
                <a:moveTo>
                  <a:pt x="400050" y="238125"/>
                </a:moveTo>
                <a:lnTo>
                  <a:pt x="409575" y="238125"/>
                </a:lnTo>
                <a:lnTo>
                  <a:pt x="409575" y="247650"/>
                </a:lnTo>
                <a:lnTo>
                  <a:pt x="400050" y="247650"/>
                </a:lnTo>
                <a:close/>
                <a:moveTo>
                  <a:pt x="504825" y="238125"/>
                </a:moveTo>
                <a:lnTo>
                  <a:pt x="514350" y="238125"/>
                </a:lnTo>
                <a:lnTo>
                  <a:pt x="514350" y="247650"/>
                </a:lnTo>
                <a:lnTo>
                  <a:pt x="504825" y="247650"/>
                </a:lnTo>
                <a:close/>
                <a:moveTo>
                  <a:pt x="600075" y="238125"/>
                </a:moveTo>
                <a:lnTo>
                  <a:pt x="609600" y="238125"/>
                </a:lnTo>
                <a:lnTo>
                  <a:pt x="609600" y="247650"/>
                </a:lnTo>
                <a:lnTo>
                  <a:pt x="600075" y="247650"/>
                </a:lnTo>
                <a:close/>
                <a:moveTo>
                  <a:pt x="171450" y="247650"/>
                </a:moveTo>
                <a:lnTo>
                  <a:pt x="180975" y="247650"/>
                </a:lnTo>
                <a:lnTo>
                  <a:pt x="180975" y="257175"/>
                </a:lnTo>
                <a:lnTo>
                  <a:pt x="171450" y="257175"/>
                </a:lnTo>
                <a:close/>
                <a:moveTo>
                  <a:pt x="238125" y="247650"/>
                </a:moveTo>
                <a:lnTo>
                  <a:pt x="247650" y="247650"/>
                </a:lnTo>
                <a:lnTo>
                  <a:pt x="247650" y="257175"/>
                </a:lnTo>
                <a:lnTo>
                  <a:pt x="238125" y="257175"/>
                </a:lnTo>
                <a:close/>
                <a:moveTo>
                  <a:pt x="390525" y="247650"/>
                </a:moveTo>
                <a:lnTo>
                  <a:pt x="400050" y="247650"/>
                </a:lnTo>
                <a:lnTo>
                  <a:pt x="400050" y="257175"/>
                </a:lnTo>
                <a:lnTo>
                  <a:pt x="390525" y="257175"/>
                </a:lnTo>
                <a:close/>
                <a:moveTo>
                  <a:pt x="485775" y="247650"/>
                </a:moveTo>
                <a:lnTo>
                  <a:pt x="495300" y="247650"/>
                </a:lnTo>
                <a:lnTo>
                  <a:pt x="495300" y="266700"/>
                </a:lnTo>
                <a:lnTo>
                  <a:pt x="485775" y="266700"/>
                </a:lnTo>
                <a:close/>
                <a:moveTo>
                  <a:pt x="714375" y="247650"/>
                </a:moveTo>
                <a:lnTo>
                  <a:pt x="723900" y="247650"/>
                </a:lnTo>
                <a:lnTo>
                  <a:pt x="723900" y="257175"/>
                </a:lnTo>
                <a:lnTo>
                  <a:pt x="714375" y="257175"/>
                </a:lnTo>
                <a:close/>
                <a:moveTo>
                  <a:pt x="523875" y="257175"/>
                </a:moveTo>
                <a:lnTo>
                  <a:pt x="552450" y="257175"/>
                </a:lnTo>
                <a:lnTo>
                  <a:pt x="552450" y="276225"/>
                </a:lnTo>
                <a:lnTo>
                  <a:pt x="523875" y="276225"/>
                </a:lnTo>
                <a:close/>
                <a:moveTo>
                  <a:pt x="638175" y="257175"/>
                </a:moveTo>
                <a:lnTo>
                  <a:pt x="647700" y="257175"/>
                </a:lnTo>
                <a:lnTo>
                  <a:pt x="647700" y="266700"/>
                </a:lnTo>
                <a:lnTo>
                  <a:pt x="638175" y="266700"/>
                </a:lnTo>
                <a:close/>
                <a:moveTo>
                  <a:pt x="723900" y="257175"/>
                </a:moveTo>
                <a:lnTo>
                  <a:pt x="733425" y="257175"/>
                </a:lnTo>
                <a:lnTo>
                  <a:pt x="733425" y="266700"/>
                </a:lnTo>
                <a:lnTo>
                  <a:pt x="723900" y="266700"/>
                </a:lnTo>
                <a:close/>
                <a:moveTo>
                  <a:pt x="647700" y="266700"/>
                </a:moveTo>
                <a:lnTo>
                  <a:pt x="657225" y="266700"/>
                </a:lnTo>
                <a:lnTo>
                  <a:pt x="657225" y="276225"/>
                </a:lnTo>
                <a:lnTo>
                  <a:pt x="647700" y="276225"/>
                </a:lnTo>
                <a:close/>
                <a:moveTo>
                  <a:pt x="447675" y="276225"/>
                </a:moveTo>
                <a:lnTo>
                  <a:pt x="457200" y="276225"/>
                </a:lnTo>
                <a:lnTo>
                  <a:pt x="457200" y="295275"/>
                </a:lnTo>
                <a:lnTo>
                  <a:pt x="447675" y="295275"/>
                </a:lnTo>
                <a:close/>
                <a:moveTo>
                  <a:pt x="657225" y="276225"/>
                </a:moveTo>
                <a:lnTo>
                  <a:pt x="666750" y="276225"/>
                </a:lnTo>
                <a:lnTo>
                  <a:pt x="666750" y="285750"/>
                </a:lnTo>
                <a:lnTo>
                  <a:pt x="657225" y="285750"/>
                </a:lnTo>
                <a:close/>
                <a:moveTo>
                  <a:pt x="733425" y="276225"/>
                </a:moveTo>
                <a:lnTo>
                  <a:pt x="742950" y="276225"/>
                </a:lnTo>
                <a:lnTo>
                  <a:pt x="742950" y="285750"/>
                </a:lnTo>
                <a:lnTo>
                  <a:pt x="733425" y="285750"/>
                </a:lnTo>
                <a:close/>
                <a:moveTo>
                  <a:pt x="666750" y="285750"/>
                </a:moveTo>
                <a:lnTo>
                  <a:pt x="676275" y="285750"/>
                </a:lnTo>
                <a:lnTo>
                  <a:pt x="676275" y="295275"/>
                </a:lnTo>
                <a:lnTo>
                  <a:pt x="666750" y="295275"/>
                </a:lnTo>
                <a:close/>
                <a:moveTo>
                  <a:pt x="457200" y="295275"/>
                </a:moveTo>
                <a:lnTo>
                  <a:pt x="533400" y="295275"/>
                </a:lnTo>
                <a:lnTo>
                  <a:pt x="533400" y="314325"/>
                </a:lnTo>
                <a:lnTo>
                  <a:pt x="457200" y="314325"/>
                </a:lnTo>
                <a:close/>
                <a:moveTo>
                  <a:pt x="742950" y="295275"/>
                </a:moveTo>
                <a:lnTo>
                  <a:pt x="752475" y="295275"/>
                </a:lnTo>
                <a:lnTo>
                  <a:pt x="752475" y="304800"/>
                </a:lnTo>
                <a:lnTo>
                  <a:pt x="742950" y="304800"/>
                </a:lnTo>
                <a:close/>
                <a:moveTo>
                  <a:pt x="685800" y="323850"/>
                </a:moveTo>
                <a:lnTo>
                  <a:pt x="695325" y="323850"/>
                </a:lnTo>
                <a:lnTo>
                  <a:pt x="695325" y="333375"/>
                </a:lnTo>
                <a:lnTo>
                  <a:pt x="685800" y="333375"/>
                </a:lnTo>
                <a:close/>
                <a:moveTo>
                  <a:pt x="752475" y="323850"/>
                </a:moveTo>
                <a:lnTo>
                  <a:pt x="762000" y="323850"/>
                </a:lnTo>
                <a:lnTo>
                  <a:pt x="762000" y="342900"/>
                </a:lnTo>
                <a:lnTo>
                  <a:pt x="752475" y="342900"/>
                </a:lnTo>
                <a:close/>
                <a:moveTo>
                  <a:pt x="352425" y="333375"/>
                </a:moveTo>
                <a:lnTo>
                  <a:pt x="361950" y="333375"/>
                </a:lnTo>
                <a:lnTo>
                  <a:pt x="361950" y="371475"/>
                </a:lnTo>
                <a:lnTo>
                  <a:pt x="352425" y="371475"/>
                </a:lnTo>
                <a:lnTo>
                  <a:pt x="352425" y="390525"/>
                </a:lnTo>
                <a:lnTo>
                  <a:pt x="295275" y="390525"/>
                </a:lnTo>
                <a:lnTo>
                  <a:pt x="295275" y="371475"/>
                </a:lnTo>
                <a:lnTo>
                  <a:pt x="342900" y="371475"/>
                </a:lnTo>
                <a:lnTo>
                  <a:pt x="342900" y="361950"/>
                </a:lnTo>
                <a:lnTo>
                  <a:pt x="352425" y="361950"/>
                </a:lnTo>
                <a:close/>
                <a:moveTo>
                  <a:pt x="419100" y="333375"/>
                </a:moveTo>
                <a:lnTo>
                  <a:pt x="428625" y="333375"/>
                </a:lnTo>
                <a:lnTo>
                  <a:pt x="428625" y="342900"/>
                </a:lnTo>
                <a:lnTo>
                  <a:pt x="419100" y="342900"/>
                </a:lnTo>
                <a:close/>
                <a:moveTo>
                  <a:pt x="695325" y="361950"/>
                </a:moveTo>
                <a:lnTo>
                  <a:pt x="704850" y="361950"/>
                </a:lnTo>
                <a:lnTo>
                  <a:pt x="704850" y="381000"/>
                </a:lnTo>
                <a:lnTo>
                  <a:pt x="695325" y="381000"/>
                </a:lnTo>
                <a:close/>
                <a:moveTo>
                  <a:pt x="419100" y="371475"/>
                </a:moveTo>
                <a:lnTo>
                  <a:pt x="504825" y="371475"/>
                </a:lnTo>
                <a:lnTo>
                  <a:pt x="504825" y="390525"/>
                </a:lnTo>
                <a:lnTo>
                  <a:pt x="428625" y="390525"/>
                </a:lnTo>
                <a:lnTo>
                  <a:pt x="428625" y="409575"/>
                </a:lnTo>
                <a:lnTo>
                  <a:pt x="419100" y="409575"/>
                </a:lnTo>
                <a:close/>
                <a:moveTo>
                  <a:pt x="295275" y="409575"/>
                </a:moveTo>
                <a:lnTo>
                  <a:pt x="333375" y="409575"/>
                </a:lnTo>
                <a:lnTo>
                  <a:pt x="333375" y="428625"/>
                </a:lnTo>
                <a:lnTo>
                  <a:pt x="295275" y="428625"/>
                </a:lnTo>
                <a:close/>
                <a:moveTo>
                  <a:pt x="428625" y="409575"/>
                </a:moveTo>
                <a:lnTo>
                  <a:pt x="438150" y="409575"/>
                </a:lnTo>
                <a:lnTo>
                  <a:pt x="438150" y="419100"/>
                </a:lnTo>
                <a:lnTo>
                  <a:pt x="542925" y="419100"/>
                </a:lnTo>
                <a:lnTo>
                  <a:pt x="542925" y="438150"/>
                </a:lnTo>
                <a:lnTo>
                  <a:pt x="447675" y="438150"/>
                </a:lnTo>
                <a:lnTo>
                  <a:pt x="447675" y="457200"/>
                </a:lnTo>
                <a:lnTo>
                  <a:pt x="438150" y="457200"/>
                </a:lnTo>
                <a:lnTo>
                  <a:pt x="438150" y="428625"/>
                </a:lnTo>
                <a:lnTo>
                  <a:pt x="428625" y="428625"/>
                </a:lnTo>
                <a:close/>
                <a:moveTo>
                  <a:pt x="752475" y="409575"/>
                </a:moveTo>
                <a:lnTo>
                  <a:pt x="762000" y="409575"/>
                </a:lnTo>
                <a:lnTo>
                  <a:pt x="762000" y="419100"/>
                </a:lnTo>
                <a:lnTo>
                  <a:pt x="752475" y="419100"/>
                </a:lnTo>
                <a:close/>
                <a:moveTo>
                  <a:pt x="342900" y="419100"/>
                </a:moveTo>
                <a:lnTo>
                  <a:pt x="352425" y="419100"/>
                </a:lnTo>
                <a:lnTo>
                  <a:pt x="352425" y="428625"/>
                </a:lnTo>
                <a:lnTo>
                  <a:pt x="342900" y="428625"/>
                </a:lnTo>
                <a:close/>
                <a:moveTo>
                  <a:pt x="171450" y="428625"/>
                </a:moveTo>
                <a:lnTo>
                  <a:pt x="180975" y="428625"/>
                </a:lnTo>
                <a:lnTo>
                  <a:pt x="180975" y="438150"/>
                </a:lnTo>
                <a:lnTo>
                  <a:pt x="171450" y="438150"/>
                </a:lnTo>
                <a:close/>
                <a:moveTo>
                  <a:pt x="238125" y="428625"/>
                </a:moveTo>
                <a:lnTo>
                  <a:pt x="247650" y="428625"/>
                </a:lnTo>
                <a:lnTo>
                  <a:pt x="247650" y="438150"/>
                </a:lnTo>
                <a:lnTo>
                  <a:pt x="238125" y="438150"/>
                </a:lnTo>
                <a:close/>
                <a:moveTo>
                  <a:pt x="352425" y="428625"/>
                </a:moveTo>
                <a:lnTo>
                  <a:pt x="361950" y="428625"/>
                </a:lnTo>
                <a:lnTo>
                  <a:pt x="361950" y="438150"/>
                </a:lnTo>
                <a:lnTo>
                  <a:pt x="352425" y="438150"/>
                </a:lnTo>
                <a:close/>
                <a:moveTo>
                  <a:pt x="180975" y="438150"/>
                </a:moveTo>
                <a:lnTo>
                  <a:pt x="238125" y="438150"/>
                </a:lnTo>
                <a:lnTo>
                  <a:pt x="238125" y="447675"/>
                </a:lnTo>
                <a:lnTo>
                  <a:pt x="180975" y="447675"/>
                </a:lnTo>
                <a:close/>
                <a:moveTo>
                  <a:pt x="361950" y="438150"/>
                </a:moveTo>
                <a:lnTo>
                  <a:pt x="371475" y="438150"/>
                </a:lnTo>
                <a:lnTo>
                  <a:pt x="371475" y="447675"/>
                </a:lnTo>
                <a:lnTo>
                  <a:pt x="361950" y="447675"/>
                </a:lnTo>
                <a:close/>
                <a:moveTo>
                  <a:pt x="742950" y="438150"/>
                </a:moveTo>
                <a:lnTo>
                  <a:pt x="752475" y="438150"/>
                </a:lnTo>
                <a:lnTo>
                  <a:pt x="752475" y="447675"/>
                </a:lnTo>
                <a:lnTo>
                  <a:pt x="742950" y="447675"/>
                </a:lnTo>
                <a:close/>
                <a:moveTo>
                  <a:pt x="666750" y="447675"/>
                </a:moveTo>
                <a:lnTo>
                  <a:pt x="676275" y="447675"/>
                </a:lnTo>
                <a:lnTo>
                  <a:pt x="676275" y="457200"/>
                </a:lnTo>
                <a:lnTo>
                  <a:pt x="666750" y="457200"/>
                </a:lnTo>
                <a:close/>
                <a:moveTo>
                  <a:pt x="371475" y="457200"/>
                </a:moveTo>
                <a:lnTo>
                  <a:pt x="381000" y="457200"/>
                </a:lnTo>
                <a:lnTo>
                  <a:pt x="381000" y="466725"/>
                </a:lnTo>
                <a:lnTo>
                  <a:pt x="371475" y="466725"/>
                </a:lnTo>
                <a:close/>
                <a:moveTo>
                  <a:pt x="447675" y="457200"/>
                </a:moveTo>
                <a:lnTo>
                  <a:pt x="457200" y="457200"/>
                </a:lnTo>
                <a:lnTo>
                  <a:pt x="457200" y="466725"/>
                </a:lnTo>
                <a:lnTo>
                  <a:pt x="447675" y="466725"/>
                </a:lnTo>
                <a:close/>
                <a:moveTo>
                  <a:pt x="457200" y="466725"/>
                </a:moveTo>
                <a:lnTo>
                  <a:pt x="466725" y="466725"/>
                </a:lnTo>
                <a:lnTo>
                  <a:pt x="466725" y="476250"/>
                </a:lnTo>
                <a:lnTo>
                  <a:pt x="457200" y="476250"/>
                </a:lnTo>
                <a:close/>
                <a:moveTo>
                  <a:pt x="190500" y="476250"/>
                </a:moveTo>
                <a:lnTo>
                  <a:pt x="228600" y="476250"/>
                </a:lnTo>
                <a:lnTo>
                  <a:pt x="228600" y="485775"/>
                </a:lnTo>
                <a:lnTo>
                  <a:pt x="238125" y="485775"/>
                </a:lnTo>
                <a:lnTo>
                  <a:pt x="238125" y="495300"/>
                </a:lnTo>
                <a:lnTo>
                  <a:pt x="228600" y="495300"/>
                </a:lnTo>
                <a:lnTo>
                  <a:pt x="228600" y="504825"/>
                </a:lnTo>
                <a:lnTo>
                  <a:pt x="190500" y="504825"/>
                </a:lnTo>
                <a:lnTo>
                  <a:pt x="190500" y="495300"/>
                </a:lnTo>
                <a:lnTo>
                  <a:pt x="180975" y="495300"/>
                </a:lnTo>
                <a:lnTo>
                  <a:pt x="180975" y="504825"/>
                </a:lnTo>
                <a:lnTo>
                  <a:pt x="190500" y="504825"/>
                </a:lnTo>
                <a:lnTo>
                  <a:pt x="190500" y="542925"/>
                </a:lnTo>
                <a:lnTo>
                  <a:pt x="180975" y="542925"/>
                </a:lnTo>
                <a:lnTo>
                  <a:pt x="180975" y="552450"/>
                </a:lnTo>
                <a:lnTo>
                  <a:pt x="171450" y="552450"/>
                </a:lnTo>
                <a:lnTo>
                  <a:pt x="171450" y="542925"/>
                </a:lnTo>
                <a:lnTo>
                  <a:pt x="161925" y="542925"/>
                </a:lnTo>
                <a:lnTo>
                  <a:pt x="161925" y="495300"/>
                </a:lnTo>
                <a:lnTo>
                  <a:pt x="171450" y="495300"/>
                </a:lnTo>
                <a:lnTo>
                  <a:pt x="171450" y="485775"/>
                </a:lnTo>
                <a:lnTo>
                  <a:pt x="190500" y="485775"/>
                </a:lnTo>
                <a:close/>
                <a:moveTo>
                  <a:pt x="466725" y="476250"/>
                </a:moveTo>
                <a:lnTo>
                  <a:pt x="476250" y="476250"/>
                </a:lnTo>
                <a:lnTo>
                  <a:pt x="476250" y="485775"/>
                </a:lnTo>
                <a:lnTo>
                  <a:pt x="466725" y="485775"/>
                </a:lnTo>
                <a:close/>
                <a:moveTo>
                  <a:pt x="381000" y="485775"/>
                </a:moveTo>
                <a:lnTo>
                  <a:pt x="390525" y="485775"/>
                </a:lnTo>
                <a:lnTo>
                  <a:pt x="390525" y="495300"/>
                </a:lnTo>
                <a:lnTo>
                  <a:pt x="381000" y="495300"/>
                </a:lnTo>
                <a:close/>
                <a:moveTo>
                  <a:pt x="628650" y="485775"/>
                </a:moveTo>
                <a:lnTo>
                  <a:pt x="638175" y="485775"/>
                </a:lnTo>
                <a:lnTo>
                  <a:pt x="638175" y="495300"/>
                </a:lnTo>
                <a:lnTo>
                  <a:pt x="628650" y="495300"/>
                </a:lnTo>
                <a:close/>
                <a:moveTo>
                  <a:pt x="238125" y="495300"/>
                </a:moveTo>
                <a:lnTo>
                  <a:pt x="247650" y="495300"/>
                </a:lnTo>
                <a:lnTo>
                  <a:pt x="247650" y="542925"/>
                </a:lnTo>
                <a:lnTo>
                  <a:pt x="228600" y="542925"/>
                </a:lnTo>
                <a:lnTo>
                  <a:pt x="228600" y="504825"/>
                </a:lnTo>
                <a:lnTo>
                  <a:pt x="238125" y="504825"/>
                </a:lnTo>
                <a:close/>
                <a:moveTo>
                  <a:pt x="495300" y="495300"/>
                </a:moveTo>
                <a:lnTo>
                  <a:pt x="504825" y="495300"/>
                </a:lnTo>
                <a:lnTo>
                  <a:pt x="504825" y="504825"/>
                </a:lnTo>
                <a:lnTo>
                  <a:pt x="495300" y="504825"/>
                </a:lnTo>
                <a:close/>
                <a:moveTo>
                  <a:pt x="609600" y="495300"/>
                </a:moveTo>
                <a:lnTo>
                  <a:pt x="619125" y="495300"/>
                </a:lnTo>
                <a:lnTo>
                  <a:pt x="619125" y="504825"/>
                </a:lnTo>
                <a:lnTo>
                  <a:pt x="609600" y="504825"/>
                </a:lnTo>
                <a:close/>
                <a:moveTo>
                  <a:pt x="533400" y="504825"/>
                </a:moveTo>
                <a:lnTo>
                  <a:pt x="590550" y="504825"/>
                </a:lnTo>
                <a:lnTo>
                  <a:pt x="590550" y="514350"/>
                </a:lnTo>
                <a:lnTo>
                  <a:pt x="533400" y="514350"/>
                </a:lnTo>
                <a:close/>
                <a:moveTo>
                  <a:pt x="762000" y="504825"/>
                </a:moveTo>
                <a:lnTo>
                  <a:pt x="771525" y="504825"/>
                </a:lnTo>
                <a:lnTo>
                  <a:pt x="771525" y="514350"/>
                </a:lnTo>
                <a:lnTo>
                  <a:pt x="762000" y="514350"/>
                </a:lnTo>
                <a:close/>
                <a:moveTo>
                  <a:pt x="666750" y="533400"/>
                </a:moveTo>
                <a:lnTo>
                  <a:pt x="685800" y="533400"/>
                </a:lnTo>
                <a:lnTo>
                  <a:pt x="685800" y="542925"/>
                </a:lnTo>
                <a:lnTo>
                  <a:pt x="666750" y="542925"/>
                </a:lnTo>
                <a:close/>
                <a:moveTo>
                  <a:pt x="219075" y="542925"/>
                </a:moveTo>
                <a:lnTo>
                  <a:pt x="228600" y="542925"/>
                </a:lnTo>
                <a:lnTo>
                  <a:pt x="228600" y="552450"/>
                </a:lnTo>
                <a:lnTo>
                  <a:pt x="219075" y="552450"/>
                </a:lnTo>
                <a:close/>
                <a:moveTo>
                  <a:pt x="438150" y="542925"/>
                </a:moveTo>
                <a:lnTo>
                  <a:pt x="457200" y="542925"/>
                </a:lnTo>
                <a:lnTo>
                  <a:pt x="457200" y="552450"/>
                </a:lnTo>
                <a:lnTo>
                  <a:pt x="438150" y="552450"/>
                </a:lnTo>
                <a:close/>
                <a:moveTo>
                  <a:pt x="180975" y="552450"/>
                </a:moveTo>
                <a:lnTo>
                  <a:pt x="190500" y="552450"/>
                </a:lnTo>
                <a:lnTo>
                  <a:pt x="190500" y="561975"/>
                </a:lnTo>
                <a:lnTo>
                  <a:pt x="180975" y="561975"/>
                </a:lnTo>
                <a:close/>
                <a:moveTo>
                  <a:pt x="476250" y="552450"/>
                </a:moveTo>
                <a:lnTo>
                  <a:pt x="485775" y="552450"/>
                </a:lnTo>
                <a:lnTo>
                  <a:pt x="485775" y="561975"/>
                </a:lnTo>
                <a:lnTo>
                  <a:pt x="476250" y="561975"/>
                </a:lnTo>
                <a:close/>
                <a:moveTo>
                  <a:pt x="628650" y="552450"/>
                </a:moveTo>
                <a:lnTo>
                  <a:pt x="638175" y="552450"/>
                </a:lnTo>
                <a:lnTo>
                  <a:pt x="638175" y="561975"/>
                </a:lnTo>
                <a:lnTo>
                  <a:pt x="628650" y="561975"/>
                </a:lnTo>
                <a:close/>
                <a:moveTo>
                  <a:pt x="504825" y="561975"/>
                </a:moveTo>
                <a:lnTo>
                  <a:pt x="514350" y="561975"/>
                </a:lnTo>
                <a:lnTo>
                  <a:pt x="514350" y="571500"/>
                </a:lnTo>
                <a:lnTo>
                  <a:pt x="504825" y="571500"/>
                </a:lnTo>
                <a:close/>
                <a:moveTo>
                  <a:pt x="609600" y="561975"/>
                </a:moveTo>
                <a:lnTo>
                  <a:pt x="619125" y="561975"/>
                </a:lnTo>
                <a:lnTo>
                  <a:pt x="619125" y="571500"/>
                </a:lnTo>
                <a:lnTo>
                  <a:pt x="609600" y="571500"/>
                </a:lnTo>
                <a:close/>
                <a:moveTo>
                  <a:pt x="695325" y="571500"/>
                </a:moveTo>
                <a:lnTo>
                  <a:pt x="704850" y="571500"/>
                </a:lnTo>
                <a:lnTo>
                  <a:pt x="704850" y="581025"/>
                </a:lnTo>
                <a:lnTo>
                  <a:pt x="695325" y="581025"/>
                </a:lnTo>
                <a:close/>
                <a:moveTo>
                  <a:pt x="1200150" y="571500"/>
                </a:moveTo>
                <a:lnTo>
                  <a:pt x="1209675" y="571500"/>
                </a:lnTo>
                <a:lnTo>
                  <a:pt x="1209675" y="581025"/>
                </a:lnTo>
                <a:lnTo>
                  <a:pt x="1200150" y="581025"/>
                </a:lnTo>
                <a:close/>
                <a:moveTo>
                  <a:pt x="704850" y="581025"/>
                </a:moveTo>
                <a:lnTo>
                  <a:pt x="714375" y="581025"/>
                </a:lnTo>
                <a:lnTo>
                  <a:pt x="714375" y="590550"/>
                </a:lnTo>
                <a:lnTo>
                  <a:pt x="704850" y="590550"/>
                </a:lnTo>
                <a:close/>
                <a:moveTo>
                  <a:pt x="714375" y="590550"/>
                </a:moveTo>
                <a:lnTo>
                  <a:pt x="723900" y="590550"/>
                </a:lnTo>
                <a:lnTo>
                  <a:pt x="723900" y="600075"/>
                </a:lnTo>
                <a:lnTo>
                  <a:pt x="714375" y="600075"/>
                </a:lnTo>
                <a:close/>
                <a:moveTo>
                  <a:pt x="590550" y="609600"/>
                </a:moveTo>
                <a:lnTo>
                  <a:pt x="609600" y="609600"/>
                </a:lnTo>
                <a:lnTo>
                  <a:pt x="609600" y="619125"/>
                </a:lnTo>
                <a:lnTo>
                  <a:pt x="600075" y="619125"/>
                </a:lnTo>
                <a:lnTo>
                  <a:pt x="600075" y="638175"/>
                </a:lnTo>
                <a:lnTo>
                  <a:pt x="590550" y="638175"/>
                </a:lnTo>
                <a:lnTo>
                  <a:pt x="590550" y="647700"/>
                </a:lnTo>
                <a:lnTo>
                  <a:pt x="533400" y="647700"/>
                </a:lnTo>
                <a:lnTo>
                  <a:pt x="533400" y="628650"/>
                </a:lnTo>
                <a:lnTo>
                  <a:pt x="581025" y="628650"/>
                </a:lnTo>
                <a:lnTo>
                  <a:pt x="581025" y="619125"/>
                </a:lnTo>
                <a:lnTo>
                  <a:pt x="590550" y="619125"/>
                </a:lnTo>
                <a:close/>
                <a:moveTo>
                  <a:pt x="114300" y="628650"/>
                </a:moveTo>
                <a:lnTo>
                  <a:pt x="123825" y="628650"/>
                </a:lnTo>
                <a:lnTo>
                  <a:pt x="123825" y="638175"/>
                </a:lnTo>
                <a:lnTo>
                  <a:pt x="114300" y="638175"/>
                </a:lnTo>
                <a:close/>
                <a:moveTo>
                  <a:pt x="133350" y="628650"/>
                </a:moveTo>
                <a:lnTo>
                  <a:pt x="161925" y="628650"/>
                </a:lnTo>
                <a:lnTo>
                  <a:pt x="161925" y="647700"/>
                </a:lnTo>
                <a:lnTo>
                  <a:pt x="123825" y="647700"/>
                </a:lnTo>
                <a:lnTo>
                  <a:pt x="123825" y="638175"/>
                </a:lnTo>
                <a:lnTo>
                  <a:pt x="133350" y="638175"/>
                </a:lnTo>
                <a:close/>
                <a:moveTo>
                  <a:pt x="914400" y="657225"/>
                </a:moveTo>
                <a:lnTo>
                  <a:pt x="923925" y="657225"/>
                </a:lnTo>
                <a:lnTo>
                  <a:pt x="923925" y="666750"/>
                </a:lnTo>
                <a:lnTo>
                  <a:pt x="914400" y="666750"/>
                </a:lnTo>
                <a:close/>
                <a:moveTo>
                  <a:pt x="914400" y="685800"/>
                </a:moveTo>
                <a:lnTo>
                  <a:pt x="923925" y="685800"/>
                </a:lnTo>
                <a:lnTo>
                  <a:pt x="923925" y="695325"/>
                </a:lnTo>
                <a:lnTo>
                  <a:pt x="914400" y="695325"/>
                </a:lnTo>
                <a:close/>
              </a:path>
            </a:pathLst>
          </a:custGeom>
          <a:solidFill xmlns:a="http://schemas.openxmlformats.org/drawingml/2006/main">
            <a:srgbClr val="A4ADA6"/>
          </a:solidFill>
          <a:ln xmlns:a="http://schemas.openxmlformats.org/drawingml/2006/main" w="0">
            <a:noFill/>
          </a:ln>
        </p:spPr>
      </p:sp>
      <p:sp>
        <p:nvSpPr>
          <p:cNvPr id="88" name="v02 vector #607267">
            <a:extLst xmlns:a="http://schemas.openxmlformats.org/drawingml/2006/main">
              <a:ext uri="{FF2B5EF4-FFF2-40B4-BE49-F238E27FC236}">
                <a16:creationId xmlns:a16="http://schemas.microsoft.com/office/drawing/2014/main" id="{0C606A36-595B-40B8-BB41-9C8B3595A0E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10675" y="2362200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123825" y="47625"/>
                </a:moveTo>
                <a:lnTo>
                  <a:pt x="133350" y="47625"/>
                </a:lnTo>
                <a:lnTo>
                  <a:pt x="133350" y="66675"/>
                </a:lnTo>
                <a:lnTo>
                  <a:pt x="123825" y="66675"/>
                </a:lnTo>
                <a:lnTo>
                  <a:pt x="123825" y="76200"/>
                </a:lnTo>
                <a:lnTo>
                  <a:pt x="104775" y="76200"/>
                </a:lnTo>
                <a:lnTo>
                  <a:pt x="104775" y="57150"/>
                </a:lnTo>
                <a:lnTo>
                  <a:pt x="123825" y="57150"/>
                </a:lnTo>
                <a:close/>
                <a:moveTo>
                  <a:pt x="571500" y="47625"/>
                </a:moveTo>
                <a:lnTo>
                  <a:pt x="590550" y="47625"/>
                </a:lnTo>
                <a:lnTo>
                  <a:pt x="590550" y="66675"/>
                </a:lnTo>
                <a:lnTo>
                  <a:pt x="581025" y="66675"/>
                </a:lnTo>
                <a:lnTo>
                  <a:pt x="581025" y="57150"/>
                </a:lnTo>
                <a:lnTo>
                  <a:pt x="571500" y="57150"/>
                </a:lnTo>
                <a:close/>
                <a:moveTo>
                  <a:pt x="590550" y="66675"/>
                </a:moveTo>
                <a:lnTo>
                  <a:pt x="600075" y="66675"/>
                </a:lnTo>
                <a:lnTo>
                  <a:pt x="600075" y="76200"/>
                </a:lnTo>
                <a:lnTo>
                  <a:pt x="609600" y="76200"/>
                </a:lnTo>
                <a:lnTo>
                  <a:pt x="609600" y="171450"/>
                </a:lnTo>
                <a:lnTo>
                  <a:pt x="619125" y="171450"/>
                </a:lnTo>
                <a:lnTo>
                  <a:pt x="619125" y="180975"/>
                </a:lnTo>
                <a:lnTo>
                  <a:pt x="533400" y="180975"/>
                </a:lnTo>
                <a:lnTo>
                  <a:pt x="533400" y="171450"/>
                </a:lnTo>
                <a:lnTo>
                  <a:pt x="581025" y="171450"/>
                </a:lnTo>
                <a:lnTo>
                  <a:pt x="581025" y="161925"/>
                </a:lnTo>
                <a:lnTo>
                  <a:pt x="590550" y="161925"/>
                </a:lnTo>
                <a:close/>
                <a:moveTo>
                  <a:pt x="180975" y="123825"/>
                </a:moveTo>
                <a:lnTo>
                  <a:pt x="238125" y="123825"/>
                </a:lnTo>
                <a:lnTo>
                  <a:pt x="238125" y="133350"/>
                </a:lnTo>
                <a:lnTo>
                  <a:pt x="180975" y="133350"/>
                </a:lnTo>
                <a:close/>
                <a:moveTo>
                  <a:pt x="171450" y="133350"/>
                </a:moveTo>
                <a:lnTo>
                  <a:pt x="180975" y="133350"/>
                </a:lnTo>
                <a:lnTo>
                  <a:pt x="180975" y="142875"/>
                </a:lnTo>
                <a:lnTo>
                  <a:pt x="171450" y="142875"/>
                </a:lnTo>
                <a:close/>
                <a:moveTo>
                  <a:pt x="238125" y="133350"/>
                </a:moveTo>
                <a:lnTo>
                  <a:pt x="247650" y="133350"/>
                </a:lnTo>
                <a:lnTo>
                  <a:pt x="247650" y="142875"/>
                </a:lnTo>
                <a:lnTo>
                  <a:pt x="238125" y="142875"/>
                </a:lnTo>
                <a:close/>
                <a:moveTo>
                  <a:pt x="485775" y="180975"/>
                </a:moveTo>
                <a:lnTo>
                  <a:pt x="495300" y="180975"/>
                </a:lnTo>
                <a:lnTo>
                  <a:pt x="495300" y="190500"/>
                </a:lnTo>
                <a:lnTo>
                  <a:pt x="485775" y="190500"/>
                </a:lnTo>
                <a:close/>
                <a:moveTo>
                  <a:pt x="619125" y="180975"/>
                </a:moveTo>
                <a:lnTo>
                  <a:pt x="628650" y="180975"/>
                </a:lnTo>
                <a:lnTo>
                  <a:pt x="628650" y="190500"/>
                </a:lnTo>
                <a:lnTo>
                  <a:pt x="619125" y="190500"/>
                </a:lnTo>
                <a:close/>
                <a:moveTo>
                  <a:pt x="466725" y="190500"/>
                </a:moveTo>
                <a:lnTo>
                  <a:pt x="476250" y="190500"/>
                </a:lnTo>
                <a:lnTo>
                  <a:pt x="476250" y="200025"/>
                </a:lnTo>
                <a:lnTo>
                  <a:pt x="466725" y="200025"/>
                </a:lnTo>
                <a:close/>
                <a:moveTo>
                  <a:pt x="190500" y="200025"/>
                </a:moveTo>
                <a:lnTo>
                  <a:pt x="228600" y="200025"/>
                </a:lnTo>
                <a:lnTo>
                  <a:pt x="228600" y="209550"/>
                </a:lnTo>
                <a:lnTo>
                  <a:pt x="190500" y="209550"/>
                </a:lnTo>
                <a:close/>
                <a:moveTo>
                  <a:pt x="438150" y="209550"/>
                </a:moveTo>
                <a:lnTo>
                  <a:pt x="447675" y="209550"/>
                </a:lnTo>
                <a:lnTo>
                  <a:pt x="447675" y="219075"/>
                </a:lnTo>
                <a:lnTo>
                  <a:pt x="438150" y="219075"/>
                </a:lnTo>
                <a:close/>
                <a:moveTo>
                  <a:pt x="685800" y="219075"/>
                </a:moveTo>
                <a:lnTo>
                  <a:pt x="695325" y="219075"/>
                </a:lnTo>
                <a:lnTo>
                  <a:pt x="695325" y="228600"/>
                </a:lnTo>
                <a:lnTo>
                  <a:pt x="685800" y="228600"/>
                </a:lnTo>
                <a:close/>
                <a:moveTo>
                  <a:pt x="523875" y="228600"/>
                </a:moveTo>
                <a:lnTo>
                  <a:pt x="533400" y="228600"/>
                </a:lnTo>
                <a:lnTo>
                  <a:pt x="533400" y="238125"/>
                </a:lnTo>
                <a:lnTo>
                  <a:pt x="523875" y="238125"/>
                </a:lnTo>
                <a:close/>
                <a:moveTo>
                  <a:pt x="581025" y="228600"/>
                </a:moveTo>
                <a:lnTo>
                  <a:pt x="590550" y="228600"/>
                </a:lnTo>
                <a:lnTo>
                  <a:pt x="590550" y="238125"/>
                </a:lnTo>
                <a:lnTo>
                  <a:pt x="581025" y="238125"/>
                </a:lnTo>
                <a:close/>
                <a:moveTo>
                  <a:pt x="695325" y="228600"/>
                </a:moveTo>
                <a:lnTo>
                  <a:pt x="704850" y="228600"/>
                </a:lnTo>
                <a:lnTo>
                  <a:pt x="704850" y="238125"/>
                </a:lnTo>
                <a:lnTo>
                  <a:pt x="695325" y="238125"/>
                </a:lnTo>
                <a:close/>
                <a:moveTo>
                  <a:pt x="495300" y="238125"/>
                </a:moveTo>
                <a:lnTo>
                  <a:pt x="504825" y="238125"/>
                </a:lnTo>
                <a:lnTo>
                  <a:pt x="504825" y="247650"/>
                </a:lnTo>
                <a:lnTo>
                  <a:pt x="495300" y="247650"/>
                </a:lnTo>
                <a:close/>
                <a:moveTo>
                  <a:pt x="609600" y="238125"/>
                </a:moveTo>
                <a:lnTo>
                  <a:pt x="619125" y="238125"/>
                </a:lnTo>
                <a:lnTo>
                  <a:pt x="619125" y="247650"/>
                </a:lnTo>
                <a:lnTo>
                  <a:pt x="609600" y="247650"/>
                </a:lnTo>
                <a:close/>
                <a:moveTo>
                  <a:pt x="704850" y="238125"/>
                </a:moveTo>
                <a:lnTo>
                  <a:pt x="714375" y="238125"/>
                </a:lnTo>
                <a:lnTo>
                  <a:pt x="714375" y="247650"/>
                </a:lnTo>
                <a:lnTo>
                  <a:pt x="704850" y="247650"/>
                </a:lnTo>
                <a:close/>
                <a:moveTo>
                  <a:pt x="628650" y="247650"/>
                </a:moveTo>
                <a:lnTo>
                  <a:pt x="638175" y="247650"/>
                </a:lnTo>
                <a:lnTo>
                  <a:pt x="638175" y="257175"/>
                </a:lnTo>
                <a:lnTo>
                  <a:pt x="628650" y="257175"/>
                </a:lnTo>
                <a:close/>
                <a:moveTo>
                  <a:pt x="295275" y="257175"/>
                </a:moveTo>
                <a:lnTo>
                  <a:pt x="390525" y="257175"/>
                </a:lnTo>
                <a:lnTo>
                  <a:pt x="390525" y="266700"/>
                </a:lnTo>
                <a:lnTo>
                  <a:pt x="381000" y="266700"/>
                </a:lnTo>
                <a:lnTo>
                  <a:pt x="381000" y="295275"/>
                </a:lnTo>
                <a:lnTo>
                  <a:pt x="371475" y="295275"/>
                </a:lnTo>
                <a:lnTo>
                  <a:pt x="371475" y="276225"/>
                </a:lnTo>
                <a:lnTo>
                  <a:pt x="295275" y="276225"/>
                </a:lnTo>
                <a:close/>
                <a:moveTo>
                  <a:pt x="476250" y="257175"/>
                </a:moveTo>
                <a:lnTo>
                  <a:pt x="485775" y="257175"/>
                </a:lnTo>
                <a:lnTo>
                  <a:pt x="485775" y="266700"/>
                </a:lnTo>
                <a:lnTo>
                  <a:pt x="476250" y="266700"/>
                </a:lnTo>
                <a:close/>
                <a:moveTo>
                  <a:pt x="466725" y="266700"/>
                </a:moveTo>
                <a:lnTo>
                  <a:pt x="476250" y="266700"/>
                </a:lnTo>
                <a:lnTo>
                  <a:pt x="476250" y="276225"/>
                </a:lnTo>
                <a:lnTo>
                  <a:pt x="466725" y="276225"/>
                </a:lnTo>
                <a:close/>
                <a:moveTo>
                  <a:pt x="723900" y="266700"/>
                </a:moveTo>
                <a:lnTo>
                  <a:pt x="733425" y="266700"/>
                </a:lnTo>
                <a:lnTo>
                  <a:pt x="733425" y="276225"/>
                </a:lnTo>
                <a:lnTo>
                  <a:pt x="723900" y="276225"/>
                </a:lnTo>
                <a:close/>
                <a:moveTo>
                  <a:pt x="438150" y="285750"/>
                </a:moveTo>
                <a:lnTo>
                  <a:pt x="447675" y="285750"/>
                </a:lnTo>
                <a:lnTo>
                  <a:pt x="447675" y="295275"/>
                </a:lnTo>
                <a:lnTo>
                  <a:pt x="457200" y="295275"/>
                </a:lnTo>
                <a:lnTo>
                  <a:pt x="457200" y="314325"/>
                </a:lnTo>
                <a:lnTo>
                  <a:pt x="438150" y="314325"/>
                </a:lnTo>
                <a:lnTo>
                  <a:pt x="438150" y="323850"/>
                </a:lnTo>
                <a:lnTo>
                  <a:pt x="428625" y="323850"/>
                </a:lnTo>
                <a:lnTo>
                  <a:pt x="428625" y="304800"/>
                </a:lnTo>
                <a:lnTo>
                  <a:pt x="438150" y="304800"/>
                </a:lnTo>
                <a:close/>
                <a:moveTo>
                  <a:pt x="295275" y="295275"/>
                </a:moveTo>
                <a:lnTo>
                  <a:pt x="371475" y="295275"/>
                </a:lnTo>
                <a:lnTo>
                  <a:pt x="371475" y="314325"/>
                </a:lnTo>
                <a:lnTo>
                  <a:pt x="361950" y="314325"/>
                </a:lnTo>
                <a:lnTo>
                  <a:pt x="361950" y="323850"/>
                </a:lnTo>
                <a:lnTo>
                  <a:pt x="352425" y="323850"/>
                </a:lnTo>
                <a:lnTo>
                  <a:pt x="352425" y="314325"/>
                </a:lnTo>
                <a:lnTo>
                  <a:pt x="295275" y="314325"/>
                </a:lnTo>
                <a:close/>
                <a:moveTo>
                  <a:pt x="676275" y="295275"/>
                </a:moveTo>
                <a:lnTo>
                  <a:pt x="685800" y="295275"/>
                </a:lnTo>
                <a:lnTo>
                  <a:pt x="685800" y="304800"/>
                </a:lnTo>
                <a:lnTo>
                  <a:pt x="676275" y="304800"/>
                </a:lnTo>
                <a:close/>
                <a:moveTo>
                  <a:pt x="742950" y="304800"/>
                </a:moveTo>
                <a:lnTo>
                  <a:pt x="752475" y="304800"/>
                </a:lnTo>
                <a:lnTo>
                  <a:pt x="752475" y="314325"/>
                </a:lnTo>
                <a:lnTo>
                  <a:pt x="742950" y="314325"/>
                </a:lnTo>
                <a:close/>
                <a:moveTo>
                  <a:pt x="685800" y="314325"/>
                </a:moveTo>
                <a:lnTo>
                  <a:pt x="695325" y="314325"/>
                </a:lnTo>
                <a:lnTo>
                  <a:pt x="695325" y="323850"/>
                </a:lnTo>
                <a:lnTo>
                  <a:pt x="685800" y="323850"/>
                </a:lnTo>
                <a:close/>
                <a:moveTo>
                  <a:pt x="419100" y="323850"/>
                </a:moveTo>
                <a:lnTo>
                  <a:pt x="428625" y="323850"/>
                </a:lnTo>
                <a:lnTo>
                  <a:pt x="428625" y="333375"/>
                </a:lnTo>
                <a:lnTo>
                  <a:pt x="419100" y="333375"/>
                </a:lnTo>
                <a:close/>
                <a:moveTo>
                  <a:pt x="695325" y="342900"/>
                </a:moveTo>
                <a:lnTo>
                  <a:pt x="704850" y="342900"/>
                </a:lnTo>
                <a:lnTo>
                  <a:pt x="704850" y="361950"/>
                </a:lnTo>
                <a:lnTo>
                  <a:pt x="695325" y="361950"/>
                </a:lnTo>
                <a:close/>
                <a:moveTo>
                  <a:pt x="752475" y="342900"/>
                </a:moveTo>
                <a:lnTo>
                  <a:pt x="762000" y="342900"/>
                </a:lnTo>
                <a:lnTo>
                  <a:pt x="762000" y="409575"/>
                </a:lnTo>
                <a:lnTo>
                  <a:pt x="752475" y="409575"/>
                </a:lnTo>
                <a:close/>
                <a:moveTo>
                  <a:pt x="228600" y="361950"/>
                </a:moveTo>
                <a:lnTo>
                  <a:pt x="238125" y="361950"/>
                </a:lnTo>
                <a:lnTo>
                  <a:pt x="238125" y="371475"/>
                </a:lnTo>
                <a:lnTo>
                  <a:pt x="228600" y="371475"/>
                </a:lnTo>
                <a:close/>
                <a:moveTo>
                  <a:pt x="238125" y="371475"/>
                </a:moveTo>
                <a:lnTo>
                  <a:pt x="247650" y="371475"/>
                </a:lnTo>
                <a:lnTo>
                  <a:pt x="247650" y="381000"/>
                </a:lnTo>
                <a:lnTo>
                  <a:pt x="238125" y="381000"/>
                </a:lnTo>
                <a:close/>
                <a:moveTo>
                  <a:pt x="695325" y="381000"/>
                </a:moveTo>
                <a:lnTo>
                  <a:pt x="704850" y="381000"/>
                </a:lnTo>
                <a:lnTo>
                  <a:pt x="704850" y="400050"/>
                </a:lnTo>
                <a:lnTo>
                  <a:pt x="695325" y="400050"/>
                </a:lnTo>
                <a:close/>
                <a:moveTo>
                  <a:pt x="419100" y="409575"/>
                </a:moveTo>
                <a:lnTo>
                  <a:pt x="428625" y="409575"/>
                </a:lnTo>
                <a:lnTo>
                  <a:pt x="428625" y="419100"/>
                </a:lnTo>
                <a:lnTo>
                  <a:pt x="419100" y="419100"/>
                </a:lnTo>
                <a:close/>
                <a:moveTo>
                  <a:pt x="352425" y="419100"/>
                </a:moveTo>
                <a:lnTo>
                  <a:pt x="361950" y="419100"/>
                </a:lnTo>
                <a:lnTo>
                  <a:pt x="361950" y="428625"/>
                </a:lnTo>
                <a:lnTo>
                  <a:pt x="352425" y="428625"/>
                </a:lnTo>
                <a:close/>
                <a:moveTo>
                  <a:pt x="685800" y="419100"/>
                </a:moveTo>
                <a:lnTo>
                  <a:pt x="695325" y="419100"/>
                </a:lnTo>
                <a:lnTo>
                  <a:pt x="695325" y="428625"/>
                </a:lnTo>
                <a:lnTo>
                  <a:pt x="685800" y="428625"/>
                </a:lnTo>
                <a:close/>
                <a:moveTo>
                  <a:pt x="428625" y="428625"/>
                </a:moveTo>
                <a:lnTo>
                  <a:pt x="438150" y="428625"/>
                </a:lnTo>
                <a:lnTo>
                  <a:pt x="438150" y="447675"/>
                </a:lnTo>
                <a:lnTo>
                  <a:pt x="428625" y="447675"/>
                </a:lnTo>
                <a:close/>
                <a:moveTo>
                  <a:pt x="742950" y="428625"/>
                </a:moveTo>
                <a:lnTo>
                  <a:pt x="752475" y="428625"/>
                </a:lnTo>
                <a:lnTo>
                  <a:pt x="752475" y="438150"/>
                </a:lnTo>
                <a:lnTo>
                  <a:pt x="742950" y="438150"/>
                </a:lnTo>
                <a:close/>
                <a:moveTo>
                  <a:pt x="676275" y="438150"/>
                </a:moveTo>
                <a:lnTo>
                  <a:pt x="685800" y="438150"/>
                </a:lnTo>
                <a:lnTo>
                  <a:pt x="685800" y="447675"/>
                </a:lnTo>
                <a:lnTo>
                  <a:pt x="676275" y="447675"/>
                </a:lnTo>
                <a:close/>
                <a:moveTo>
                  <a:pt x="371475" y="447675"/>
                </a:moveTo>
                <a:lnTo>
                  <a:pt x="381000" y="447675"/>
                </a:lnTo>
                <a:lnTo>
                  <a:pt x="381000" y="457200"/>
                </a:lnTo>
                <a:lnTo>
                  <a:pt x="371475" y="457200"/>
                </a:lnTo>
                <a:close/>
                <a:moveTo>
                  <a:pt x="733425" y="457200"/>
                </a:moveTo>
                <a:lnTo>
                  <a:pt x="742950" y="457200"/>
                </a:lnTo>
                <a:lnTo>
                  <a:pt x="742950" y="466725"/>
                </a:lnTo>
                <a:lnTo>
                  <a:pt x="733425" y="466725"/>
                </a:lnTo>
                <a:close/>
                <a:moveTo>
                  <a:pt x="381000" y="466725"/>
                </a:moveTo>
                <a:lnTo>
                  <a:pt x="390525" y="466725"/>
                </a:lnTo>
                <a:lnTo>
                  <a:pt x="390525" y="476250"/>
                </a:lnTo>
                <a:lnTo>
                  <a:pt x="381000" y="476250"/>
                </a:lnTo>
                <a:close/>
                <a:moveTo>
                  <a:pt x="657225" y="466725"/>
                </a:moveTo>
                <a:lnTo>
                  <a:pt x="666750" y="466725"/>
                </a:lnTo>
                <a:lnTo>
                  <a:pt x="666750" y="476250"/>
                </a:lnTo>
                <a:lnTo>
                  <a:pt x="657225" y="476250"/>
                </a:lnTo>
                <a:close/>
                <a:moveTo>
                  <a:pt x="647700" y="476250"/>
                </a:moveTo>
                <a:lnTo>
                  <a:pt x="657225" y="476250"/>
                </a:lnTo>
                <a:lnTo>
                  <a:pt x="657225" y="485775"/>
                </a:lnTo>
                <a:lnTo>
                  <a:pt x="647700" y="485775"/>
                </a:lnTo>
                <a:close/>
                <a:moveTo>
                  <a:pt x="723900" y="476250"/>
                </a:moveTo>
                <a:lnTo>
                  <a:pt x="733425" y="476250"/>
                </a:lnTo>
                <a:lnTo>
                  <a:pt x="733425" y="495300"/>
                </a:lnTo>
                <a:lnTo>
                  <a:pt x="723900" y="495300"/>
                </a:lnTo>
                <a:close/>
                <a:moveTo>
                  <a:pt x="390525" y="485775"/>
                </a:moveTo>
                <a:lnTo>
                  <a:pt x="400050" y="485775"/>
                </a:lnTo>
                <a:lnTo>
                  <a:pt x="400050" y="504825"/>
                </a:lnTo>
                <a:lnTo>
                  <a:pt x="409575" y="504825"/>
                </a:lnTo>
                <a:lnTo>
                  <a:pt x="409575" y="514350"/>
                </a:lnTo>
                <a:lnTo>
                  <a:pt x="295275" y="514350"/>
                </a:lnTo>
                <a:lnTo>
                  <a:pt x="295275" y="495300"/>
                </a:lnTo>
                <a:lnTo>
                  <a:pt x="390525" y="495300"/>
                </a:lnTo>
                <a:close/>
                <a:moveTo>
                  <a:pt x="476250" y="485775"/>
                </a:moveTo>
                <a:lnTo>
                  <a:pt x="485775" y="485775"/>
                </a:lnTo>
                <a:lnTo>
                  <a:pt x="485775" y="495300"/>
                </a:lnTo>
                <a:lnTo>
                  <a:pt x="476250" y="495300"/>
                </a:lnTo>
                <a:close/>
                <a:moveTo>
                  <a:pt x="180975" y="495300"/>
                </a:moveTo>
                <a:lnTo>
                  <a:pt x="190500" y="495300"/>
                </a:lnTo>
                <a:lnTo>
                  <a:pt x="190500" y="504825"/>
                </a:lnTo>
                <a:lnTo>
                  <a:pt x="180975" y="504825"/>
                </a:lnTo>
                <a:close/>
                <a:moveTo>
                  <a:pt x="228600" y="495300"/>
                </a:moveTo>
                <a:lnTo>
                  <a:pt x="238125" y="495300"/>
                </a:lnTo>
                <a:lnTo>
                  <a:pt x="238125" y="504825"/>
                </a:lnTo>
                <a:lnTo>
                  <a:pt x="228600" y="504825"/>
                </a:lnTo>
                <a:close/>
                <a:moveTo>
                  <a:pt x="733425" y="495300"/>
                </a:moveTo>
                <a:lnTo>
                  <a:pt x="742950" y="495300"/>
                </a:lnTo>
                <a:lnTo>
                  <a:pt x="742950" y="504825"/>
                </a:lnTo>
                <a:lnTo>
                  <a:pt x="733425" y="504825"/>
                </a:lnTo>
                <a:close/>
                <a:moveTo>
                  <a:pt x="523875" y="504825"/>
                </a:moveTo>
                <a:lnTo>
                  <a:pt x="533400" y="504825"/>
                </a:lnTo>
                <a:lnTo>
                  <a:pt x="533400" y="514350"/>
                </a:lnTo>
                <a:lnTo>
                  <a:pt x="523875" y="514350"/>
                </a:lnTo>
                <a:close/>
                <a:moveTo>
                  <a:pt x="590550" y="504825"/>
                </a:moveTo>
                <a:lnTo>
                  <a:pt x="600075" y="504825"/>
                </a:lnTo>
                <a:lnTo>
                  <a:pt x="600075" y="514350"/>
                </a:lnTo>
                <a:lnTo>
                  <a:pt x="590550" y="514350"/>
                </a:lnTo>
                <a:close/>
                <a:moveTo>
                  <a:pt x="419100" y="514350"/>
                </a:moveTo>
                <a:lnTo>
                  <a:pt x="428625" y="514350"/>
                </a:lnTo>
                <a:lnTo>
                  <a:pt x="428625" y="523875"/>
                </a:lnTo>
                <a:lnTo>
                  <a:pt x="438150" y="523875"/>
                </a:lnTo>
                <a:lnTo>
                  <a:pt x="438150" y="533400"/>
                </a:lnTo>
                <a:lnTo>
                  <a:pt x="447675" y="533400"/>
                </a:lnTo>
                <a:lnTo>
                  <a:pt x="447675" y="542925"/>
                </a:lnTo>
                <a:lnTo>
                  <a:pt x="438150" y="542925"/>
                </a:lnTo>
                <a:lnTo>
                  <a:pt x="438150" y="552450"/>
                </a:lnTo>
                <a:lnTo>
                  <a:pt x="295275" y="552450"/>
                </a:lnTo>
                <a:lnTo>
                  <a:pt x="295275" y="533400"/>
                </a:lnTo>
                <a:lnTo>
                  <a:pt x="419100" y="533400"/>
                </a:lnTo>
                <a:close/>
                <a:moveTo>
                  <a:pt x="771525" y="514350"/>
                </a:moveTo>
                <a:lnTo>
                  <a:pt x="781050" y="514350"/>
                </a:lnTo>
                <a:lnTo>
                  <a:pt x="781050" y="523875"/>
                </a:lnTo>
                <a:lnTo>
                  <a:pt x="771525" y="523875"/>
                </a:lnTo>
                <a:close/>
                <a:moveTo>
                  <a:pt x="781050" y="523875"/>
                </a:moveTo>
                <a:lnTo>
                  <a:pt x="790575" y="523875"/>
                </a:lnTo>
                <a:lnTo>
                  <a:pt x="790575" y="533400"/>
                </a:lnTo>
                <a:lnTo>
                  <a:pt x="781050" y="533400"/>
                </a:lnTo>
                <a:close/>
                <a:moveTo>
                  <a:pt x="790575" y="533400"/>
                </a:moveTo>
                <a:lnTo>
                  <a:pt x="800100" y="533400"/>
                </a:lnTo>
                <a:lnTo>
                  <a:pt x="800100" y="542925"/>
                </a:lnTo>
                <a:lnTo>
                  <a:pt x="790575" y="542925"/>
                </a:lnTo>
                <a:close/>
                <a:moveTo>
                  <a:pt x="180975" y="542925"/>
                </a:moveTo>
                <a:lnTo>
                  <a:pt x="190500" y="542925"/>
                </a:lnTo>
                <a:lnTo>
                  <a:pt x="190500" y="552450"/>
                </a:lnTo>
                <a:lnTo>
                  <a:pt x="180975" y="552450"/>
                </a:lnTo>
                <a:close/>
                <a:moveTo>
                  <a:pt x="228600" y="542925"/>
                </a:moveTo>
                <a:lnTo>
                  <a:pt x="247650" y="542925"/>
                </a:lnTo>
                <a:lnTo>
                  <a:pt x="247650" y="552450"/>
                </a:lnTo>
                <a:lnTo>
                  <a:pt x="238125" y="552450"/>
                </a:lnTo>
                <a:lnTo>
                  <a:pt x="238125" y="561975"/>
                </a:lnTo>
                <a:lnTo>
                  <a:pt x="228600" y="561975"/>
                </a:lnTo>
                <a:close/>
                <a:moveTo>
                  <a:pt x="457200" y="542925"/>
                </a:moveTo>
                <a:lnTo>
                  <a:pt x="466725" y="542925"/>
                </a:lnTo>
                <a:lnTo>
                  <a:pt x="466725" y="552450"/>
                </a:lnTo>
                <a:lnTo>
                  <a:pt x="457200" y="552450"/>
                </a:lnTo>
                <a:close/>
                <a:moveTo>
                  <a:pt x="647700" y="542925"/>
                </a:moveTo>
                <a:lnTo>
                  <a:pt x="657225" y="542925"/>
                </a:lnTo>
                <a:lnTo>
                  <a:pt x="657225" y="552450"/>
                </a:lnTo>
                <a:lnTo>
                  <a:pt x="647700" y="552450"/>
                </a:lnTo>
                <a:close/>
                <a:moveTo>
                  <a:pt x="800100" y="542925"/>
                </a:moveTo>
                <a:lnTo>
                  <a:pt x="809625" y="542925"/>
                </a:lnTo>
                <a:lnTo>
                  <a:pt x="809625" y="552450"/>
                </a:lnTo>
                <a:lnTo>
                  <a:pt x="800100" y="552450"/>
                </a:lnTo>
                <a:close/>
                <a:moveTo>
                  <a:pt x="809625" y="552450"/>
                </a:moveTo>
                <a:lnTo>
                  <a:pt x="819150" y="552450"/>
                </a:lnTo>
                <a:lnTo>
                  <a:pt x="819150" y="561975"/>
                </a:lnTo>
                <a:lnTo>
                  <a:pt x="809625" y="561975"/>
                </a:lnTo>
                <a:close/>
                <a:moveTo>
                  <a:pt x="514350" y="561975"/>
                </a:moveTo>
                <a:lnTo>
                  <a:pt x="533400" y="561975"/>
                </a:lnTo>
                <a:lnTo>
                  <a:pt x="533400" y="571500"/>
                </a:lnTo>
                <a:lnTo>
                  <a:pt x="514350" y="571500"/>
                </a:lnTo>
                <a:close/>
                <a:moveTo>
                  <a:pt x="590550" y="561975"/>
                </a:moveTo>
                <a:lnTo>
                  <a:pt x="609600" y="561975"/>
                </a:lnTo>
                <a:lnTo>
                  <a:pt x="609600" y="609600"/>
                </a:lnTo>
                <a:lnTo>
                  <a:pt x="590550" y="609600"/>
                </a:lnTo>
                <a:lnTo>
                  <a:pt x="590550" y="581025"/>
                </a:lnTo>
                <a:lnTo>
                  <a:pt x="581025" y="581025"/>
                </a:lnTo>
                <a:lnTo>
                  <a:pt x="581025" y="571500"/>
                </a:lnTo>
                <a:lnTo>
                  <a:pt x="590550" y="571500"/>
                </a:lnTo>
                <a:close/>
                <a:moveTo>
                  <a:pt x="695325" y="561975"/>
                </a:moveTo>
                <a:lnTo>
                  <a:pt x="704850" y="561975"/>
                </a:lnTo>
                <a:lnTo>
                  <a:pt x="704850" y="571500"/>
                </a:lnTo>
                <a:lnTo>
                  <a:pt x="695325" y="571500"/>
                </a:lnTo>
                <a:close/>
                <a:moveTo>
                  <a:pt x="819150" y="561975"/>
                </a:moveTo>
                <a:lnTo>
                  <a:pt x="828675" y="561975"/>
                </a:lnTo>
                <a:lnTo>
                  <a:pt x="828675" y="571500"/>
                </a:lnTo>
                <a:lnTo>
                  <a:pt x="819150" y="571500"/>
                </a:lnTo>
                <a:close/>
                <a:moveTo>
                  <a:pt x="1200150" y="561975"/>
                </a:moveTo>
                <a:lnTo>
                  <a:pt x="1209675" y="561975"/>
                </a:lnTo>
                <a:lnTo>
                  <a:pt x="1209675" y="571500"/>
                </a:lnTo>
                <a:lnTo>
                  <a:pt x="1200150" y="571500"/>
                </a:lnTo>
                <a:close/>
                <a:moveTo>
                  <a:pt x="828675" y="571500"/>
                </a:moveTo>
                <a:lnTo>
                  <a:pt x="838200" y="571500"/>
                </a:lnTo>
                <a:lnTo>
                  <a:pt x="838200" y="581025"/>
                </a:lnTo>
                <a:lnTo>
                  <a:pt x="828675" y="581025"/>
                </a:lnTo>
                <a:close/>
                <a:moveTo>
                  <a:pt x="838200" y="581025"/>
                </a:moveTo>
                <a:lnTo>
                  <a:pt x="847725" y="581025"/>
                </a:lnTo>
                <a:lnTo>
                  <a:pt x="847725" y="590550"/>
                </a:lnTo>
                <a:lnTo>
                  <a:pt x="838200" y="590550"/>
                </a:lnTo>
                <a:close/>
                <a:moveTo>
                  <a:pt x="847725" y="590550"/>
                </a:moveTo>
                <a:lnTo>
                  <a:pt x="857250" y="590550"/>
                </a:lnTo>
                <a:lnTo>
                  <a:pt x="857250" y="600075"/>
                </a:lnTo>
                <a:lnTo>
                  <a:pt x="847725" y="600075"/>
                </a:lnTo>
                <a:close/>
                <a:moveTo>
                  <a:pt x="857250" y="600075"/>
                </a:moveTo>
                <a:lnTo>
                  <a:pt x="866775" y="600075"/>
                </a:lnTo>
                <a:lnTo>
                  <a:pt x="866775" y="609600"/>
                </a:lnTo>
                <a:lnTo>
                  <a:pt x="857250" y="609600"/>
                </a:lnTo>
                <a:close/>
                <a:moveTo>
                  <a:pt x="866775" y="609600"/>
                </a:moveTo>
                <a:lnTo>
                  <a:pt x="876300" y="609600"/>
                </a:lnTo>
                <a:lnTo>
                  <a:pt x="876300" y="619125"/>
                </a:lnTo>
                <a:lnTo>
                  <a:pt x="866775" y="619125"/>
                </a:lnTo>
                <a:close/>
                <a:moveTo>
                  <a:pt x="114300" y="619125"/>
                </a:moveTo>
                <a:lnTo>
                  <a:pt x="133350" y="619125"/>
                </a:lnTo>
                <a:lnTo>
                  <a:pt x="133350" y="638175"/>
                </a:lnTo>
                <a:lnTo>
                  <a:pt x="123825" y="638175"/>
                </a:lnTo>
                <a:lnTo>
                  <a:pt x="123825" y="628650"/>
                </a:lnTo>
                <a:lnTo>
                  <a:pt x="114300" y="628650"/>
                </a:lnTo>
                <a:close/>
                <a:moveTo>
                  <a:pt x="876300" y="619125"/>
                </a:moveTo>
                <a:lnTo>
                  <a:pt x="885825" y="619125"/>
                </a:lnTo>
                <a:lnTo>
                  <a:pt x="885825" y="628650"/>
                </a:lnTo>
                <a:lnTo>
                  <a:pt x="876300" y="628650"/>
                </a:lnTo>
                <a:close/>
                <a:moveTo>
                  <a:pt x="161925" y="628650"/>
                </a:moveTo>
                <a:lnTo>
                  <a:pt x="533400" y="628650"/>
                </a:lnTo>
                <a:lnTo>
                  <a:pt x="533400" y="647700"/>
                </a:lnTo>
                <a:lnTo>
                  <a:pt x="161925" y="647700"/>
                </a:lnTo>
                <a:close/>
                <a:moveTo>
                  <a:pt x="885825" y="628650"/>
                </a:moveTo>
                <a:lnTo>
                  <a:pt x="895350" y="628650"/>
                </a:lnTo>
                <a:lnTo>
                  <a:pt x="895350" y="638175"/>
                </a:lnTo>
                <a:lnTo>
                  <a:pt x="885825" y="638175"/>
                </a:lnTo>
                <a:close/>
                <a:moveTo>
                  <a:pt x="895350" y="638175"/>
                </a:moveTo>
                <a:lnTo>
                  <a:pt x="904875" y="638175"/>
                </a:lnTo>
                <a:lnTo>
                  <a:pt x="904875" y="647700"/>
                </a:lnTo>
                <a:lnTo>
                  <a:pt x="895350" y="647700"/>
                </a:lnTo>
                <a:close/>
                <a:moveTo>
                  <a:pt x="904875" y="647700"/>
                </a:moveTo>
                <a:lnTo>
                  <a:pt x="914400" y="647700"/>
                </a:lnTo>
                <a:lnTo>
                  <a:pt x="914400" y="657225"/>
                </a:lnTo>
                <a:lnTo>
                  <a:pt x="904875" y="657225"/>
                </a:lnTo>
                <a:close/>
                <a:moveTo>
                  <a:pt x="914400" y="666750"/>
                </a:moveTo>
                <a:lnTo>
                  <a:pt x="923925" y="666750"/>
                </a:lnTo>
                <a:lnTo>
                  <a:pt x="923925" y="685800"/>
                </a:lnTo>
                <a:lnTo>
                  <a:pt x="914400" y="685800"/>
                </a:lnTo>
                <a:close/>
                <a:moveTo>
                  <a:pt x="904875" y="695325"/>
                </a:moveTo>
                <a:lnTo>
                  <a:pt x="914400" y="695325"/>
                </a:lnTo>
                <a:lnTo>
                  <a:pt x="914400" y="704850"/>
                </a:lnTo>
                <a:lnTo>
                  <a:pt x="904875" y="704850"/>
                </a:lnTo>
                <a:close/>
                <a:moveTo>
                  <a:pt x="838200" y="704850"/>
                </a:moveTo>
                <a:lnTo>
                  <a:pt x="847725" y="704850"/>
                </a:lnTo>
                <a:lnTo>
                  <a:pt x="847725" y="714375"/>
                </a:lnTo>
                <a:lnTo>
                  <a:pt x="838200" y="714375"/>
                </a:lnTo>
                <a:close/>
                <a:moveTo>
                  <a:pt x="895350" y="704850"/>
                </a:moveTo>
                <a:lnTo>
                  <a:pt x="904875" y="704850"/>
                </a:lnTo>
                <a:lnTo>
                  <a:pt x="904875" y="714375"/>
                </a:lnTo>
                <a:lnTo>
                  <a:pt x="895350" y="714375"/>
                </a:lnTo>
                <a:close/>
                <a:moveTo>
                  <a:pt x="847725" y="714375"/>
                </a:moveTo>
                <a:lnTo>
                  <a:pt x="857250" y="714375"/>
                </a:lnTo>
                <a:lnTo>
                  <a:pt x="857250" y="723900"/>
                </a:lnTo>
                <a:lnTo>
                  <a:pt x="847725" y="723900"/>
                </a:lnTo>
                <a:close/>
                <a:moveTo>
                  <a:pt x="885825" y="714375"/>
                </a:moveTo>
                <a:lnTo>
                  <a:pt x="895350" y="714375"/>
                </a:lnTo>
                <a:lnTo>
                  <a:pt x="895350" y="723900"/>
                </a:lnTo>
                <a:lnTo>
                  <a:pt x="885825" y="723900"/>
                </a:lnTo>
                <a:close/>
              </a:path>
            </a:pathLst>
          </a:custGeom>
          <a:solidFill xmlns:a="http://schemas.openxmlformats.org/drawingml/2006/main">
            <a:srgbClr val="607267"/>
          </a:solidFill>
          <a:ln xmlns:a="http://schemas.openxmlformats.org/drawingml/2006/main" w="0">
            <a:noFill/>
          </a:ln>
        </p:spPr>
      </p:sp>
      <p:sp>
        <p:nvSpPr>
          <p:cNvPr id="89" name="v02 vector #2e503e">
            <a:extLst xmlns:a="http://schemas.openxmlformats.org/drawingml/2006/main">
              <a:ext uri="{FF2B5EF4-FFF2-40B4-BE49-F238E27FC236}">
                <a16:creationId xmlns:a16="http://schemas.microsoft.com/office/drawing/2014/main" id="{B418D3E6-07CF-47ED-B7FC-A77C1A00BB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10675" y="2362200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180975" y="133350"/>
                </a:moveTo>
                <a:lnTo>
                  <a:pt x="238125" y="133350"/>
                </a:lnTo>
                <a:lnTo>
                  <a:pt x="238125" y="142875"/>
                </a:lnTo>
                <a:lnTo>
                  <a:pt x="228600" y="142875"/>
                </a:lnTo>
                <a:lnTo>
                  <a:pt x="228600" y="152400"/>
                </a:lnTo>
                <a:lnTo>
                  <a:pt x="238125" y="152400"/>
                </a:lnTo>
                <a:lnTo>
                  <a:pt x="238125" y="142875"/>
                </a:lnTo>
                <a:lnTo>
                  <a:pt x="247650" y="142875"/>
                </a:lnTo>
                <a:lnTo>
                  <a:pt x="247650" y="190500"/>
                </a:lnTo>
                <a:lnTo>
                  <a:pt x="238125" y="190500"/>
                </a:lnTo>
                <a:lnTo>
                  <a:pt x="238125" y="200025"/>
                </a:lnTo>
                <a:lnTo>
                  <a:pt x="180975" y="200025"/>
                </a:lnTo>
                <a:lnTo>
                  <a:pt x="180975" y="190500"/>
                </a:lnTo>
                <a:lnTo>
                  <a:pt x="171450" y="190500"/>
                </a:lnTo>
                <a:lnTo>
                  <a:pt x="171450" y="142875"/>
                </a:lnTo>
                <a:lnTo>
                  <a:pt x="180975" y="142875"/>
                </a:lnTo>
                <a:close/>
                <a:moveTo>
                  <a:pt x="180975" y="152400"/>
                </a:moveTo>
                <a:lnTo>
                  <a:pt x="190500" y="152400"/>
                </a:lnTo>
                <a:lnTo>
                  <a:pt x="190500" y="142875"/>
                </a:lnTo>
                <a:lnTo>
                  <a:pt x="180975" y="142875"/>
                </a:lnTo>
                <a:close/>
                <a:moveTo>
                  <a:pt x="495300" y="180975"/>
                </a:moveTo>
                <a:lnTo>
                  <a:pt x="504825" y="180975"/>
                </a:lnTo>
                <a:lnTo>
                  <a:pt x="504825" y="200025"/>
                </a:lnTo>
                <a:lnTo>
                  <a:pt x="523875" y="200025"/>
                </a:lnTo>
                <a:lnTo>
                  <a:pt x="523875" y="180975"/>
                </a:lnTo>
                <a:lnTo>
                  <a:pt x="571500" y="180975"/>
                </a:lnTo>
                <a:lnTo>
                  <a:pt x="571500" y="190500"/>
                </a:lnTo>
                <a:lnTo>
                  <a:pt x="552450" y="190500"/>
                </a:lnTo>
                <a:lnTo>
                  <a:pt x="552450" y="209550"/>
                </a:lnTo>
                <a:lnTo>
                  <a:pt x="533400" y="209550"/>
                </a:lnTo>
                <a:lnTo>
                  <a:pt x="533400" y="219075"/>
                </a:lnTo>
                <a:lnTo>
                  <a:pt x="542925" y="219075"/>
                </a:lnTo>
                <a:lnTo>
                  <a:pt x="542925" y="228600"/>
                </a:lnTo>
                <a:lnTo>
                  <a:pt x="523875" y="228600"/>
                </a:lnTo>
                <a:lnTo>
                  <a:pt x="523875" y="238125"/>
                </a:lnTo>
                <a:lnTo>
                  <a:pt x="504825" y="238125"/>
                </a:lnTo>
                <a:lnTo>
                  <a:pt x="504825" y="228600"/>
                </a:lnTo>
                <a:lnTo>
                  <a:pt x="495300" y="228600"/>
                </a:lnTo>
                <a:lnTo>
                  <a:pt x="495300" y="247650"/>
                </a:lnTo>
                <a:lnTo>
                  <a:pt x="485775" y="247650"/>
                </a:lnTo>
                <a:lnTo>
                  <a:pt x="485775" y="257175"/>
                </a:lnTo>
                <a:lnTo>
                  <a:pt x="476250" y="257175"/>
                </a:lnTo>
                <a:lnTo>
                  <a:pt x="476250" y="266700"/>
                </a:lnTo>
                <a:lnTo>
                  <a:pt x="466725" y="266700"/>
                </a:lnTo>
                <a:lnTo>
                  <a:pt x="466725" y="276225"/>
                </a:lnTo>
                <a:lnTo>
                  <a:pt x="447675" y="276225"/>
                </a:lnTo>
                <a:lnTo>
                  <a:pt x="447675" y="285750"/>
                </a:lnTo>
                <a:lnTo>
                  <a:pt x="438150" y="285750"/>
                </a:lnTo>
                <a:lnTo>
                  <a:pt x="438150" y="304800"/>
                </a:lnTo>
                <a:lnTo>
                  <a:pt x="428625" y="304800"/>
                </a:lnTo>
                <a:lnTo>
                  <a:pt x="428625" y="323850"/>
                </a:lnTo>
                <a:lnTo>
                  <a:pt x="419100" y="323850"/>
                </a:lnTo>
                <a:lnTo>
                  <a:pt x="419100" y="333375"/>
                </a:lnTo>
                <a:lnTo>
                  <a:pt x="400050" y="333375"/>
                </a:lnTo>
                <a:lnTo>
                  <a:pt x="400050" y="371475"/>
                </a:lnTo>
                <a:lnTo>
                  <a:pt x="409575" y="371475"/>
                </a:lnTo>
                <a:lnTo>
                  <a:pt x="409575" y="361950"/>
                </a:lnTo>
                <a:lnTo>
                  <a:pt x="419100" y="361950"/>
                </a:lnTo>
                <a:lnTo>
                  <a:pt x="419100" y="419100"/>
                </a:lnTo>
                <a:lnTo>
                  <a:pt x="428625" y="419100"/>
                </a:lnTo>
                <a:lnTo>
                  <a:pt x="428625" y="447675"/>
                </a:lnTo>
                <a:lnTo>
                  <a:pt x="438150" y="447675"/>
                </a:lnTo>
                <a:lnTo>
                  <a:pt x="438150" y="457200"/>
                </a:lnTo>
                <a:lnTo>
                  <a:pt x="447675" y="457200"/>
                </a:lnTo>
                <a:lnTo>
                  <a:pt x="447675" y="466725"/>
                </a:lnTo>
                <a:lnTo>
                  <a:pt x="457200" y="466725"/>
                </a:lnTo>
                <a:lnTo>
                  <a:pt x="457200" y="476250"/>
                </a:lnTo>
                <a:lnTo>
                  <a:pt x="466725" y="476250"/>
                </a:lnTo>
                <a:lnTo>
                  <a:pt x="466725" y="485775"/>
                </a:lnTo>
                <a:lnTo>
                  <a:pt x="476250" y="485775"/>
                </a:lnTo>
                <a:lnTo>
                  <a:pt x="476250" y="495300"/>
                </a:lnTo>
                <a:lnTo>
                  <a:pt x="495300" y="495300"/>
                </a:lnTo>
                <a:lnTo>
                  <a:pt x="495300" y="504825"/>
                </a:lnTo>
                <a:lnTo>
                  <a:pt x="523875" y="504825"/>
                </a:lnTo>
                <a:lnTo>
                  <a:pt x="523875" y="514350"/>
                </a:lnTo>
                <a:lnTo>
                  <a:pt x="600075" y="514350"/>
                </a:lnTo>
                <a:lnTo>
                  <a:pt x="600075" y="504825"/>
                </a:lnTo>
                <a:lnTo>
                  <a:pt x="609600" y="504825"/>
                </a:lnTo>
                <a:lnTo>
                  <a:pt x="609600" y="514350"/>
                </a:lnTo>
                <a:lnTo>
                  <a:pt x="619125" y="514350"/>
                </a:lnTo>
                <a:lnTo>
                  <a:pt x="619125" y="495300"/>
                </a:lnTo>
                <a:lnTo>
                  <a:pt x="628650" y="495300"/>
                </a:lnTo>
                <a:lnTo>
                  <a:pt x="628650" y="504825"/>
                </a:lnTo>
                <a:lnTo>
                  <a:pt x="647700" y="504825"/>
                </a:lnTo>
                <a:lnTo>
                  <a:pt x="647700" y="523875"/>
                </a:lnTo>
                <a:lnTo>
                  <a:pt x="628650" y="523875"/>
                </a:lnTo>
                <a:lnTo>
                  <a:pt x="628650" y="533400"/>
                </a:lnTo>
                <a:lnTo>
                  <a:pt x="600075" y="533400"/>
                </a:lnTo>
                <a:lnTo>
                  <a:pt x="600075" y="523875"/>
                </a:lnTo>
                <a:lnTo>
                  <a:pt x="581025" y="523875"/>
                </a:lnTo>
                <a:lnTo>
                  <a:pt x="581025" y="533400"/>
                </a:lnTo>
                <a:lnTo>
                  <a:pt x="590550" y="533400"/>
                </a:lnTo>
                <a:lnTo>
                  <a:pt x="590550" y="542925"/>
                </a:lnTo>
                <a:lnTo>
                  <a:pt x="542925" y="542925"/>
                </a:lnTo>
                <a:lnTo>
                  <a:pt x="542925" y="533400"/>
                </a:lnTo>
                <a:lnTo>
                  <a:pt x="552450" y="533400"/>
                </a:lnTo>
                <a:lnTo>
                  <a:pt x="552450" y="523875"/>
                </a:lnTo>
                <a:lnTo>
                  <a:pt x="504825" y="523875"/>
                </a:lnTo>
                <a:lnTo>
                  <a:pt x="504825" y="514350"/>
                </a:lnTo>
                <a:lnTo>
                  <a:pt x="495300" y="514350"/>
                </a:lnTo>
                <a:lnTo>
                  <a:pt x="495300" y="523875"/>
                </a:lnTo>
                <a:lnTo>
                  <a:pt x="504825" y="523875"/>
                </a:lnTo>
                <a:lnTo>
                  <a:pt x="504825" y="533400"/>
                </a:lnTo>
                <a:lnTo>
                  <a:pt x="495300" y="533400"/>
                </a:lnTo>
                <a:lnTo>
                  <a:pt x="495300" y="561975"/>
                </a:lnTo>
                <a:lnTo>
                  <a:pt x="485775" y="561975"/>
                </a:lnTo>
                <a:lnTo>
                  <a:pt x="485775" y="552450"/>
                </a:lnTo>
                <a:lnTo>
                  <a:pt x="466725" y="552450"/>
                </a:lnTo>
                <a:lnTo>
                  <a:pt x="466725" y="533400"/>
                </a:lnTo>
                <a:lnTo>
                  <a:pt x="457200" y="533400"/>
                </a:lnTo>
                <a:lnTo>
                  <a:pt x="457200" y="542925"/>
                </a:lnTo>
                <a:lnTo>
                  <a:pt x="447675" y="542925"/>
                </a:lnTo>
                <a:lnTo>
                  <a:pt x="447675" y="533400"/>
                </a:lnTo>
                <a:lnTo>
                  <a:pt x="438150" y="533400"/>
                </a:lnTo>
                <a:lnTo>
                  <a:pt x="438150" y="523875"/>
                </a:lnTo>
                <a:lnTo>
                  <a:pt x="428625" y="523875"/>
                </a:lnTo>
                <a:lnTo>
                  <a:pt x="428625" y="514350"/>
                </a:lnTo>
                <a:lnTo>
                  <a:pt x="409575" y="514350"/>
                </a:lnTo>
                <a:lnTo>
                  <a:pt x="409575" y="504825"/>
                </a:lnTo>
                <a:lnTo>
                  <a:pt x="400050" y="504825"/>
                </a:lnTo>
                <a:lnTo>
                  <a:pt x="400050" y="495300"/>
                </a:lnTo>
                <a:lnTo>
                  <a:pt x="409575" y="495300"/>
                </a:lnTo>
                <a:lnTo>
                  <a:pt x="409575" y="485775"/>
                </a:lnTo>
                <a:lnTo>
                  <a:pt x="390525" y="485775"/>
                </a:lnTo>
                <a:lnTo>
                  <a:pt x="390525" y="466725"/>
                </a:lnTo>
                <a:lnTo>
                  <a:pt x="381000" y="466725"/>
                </a:lnTo>
                <a:lnTo>
                  <a:pt x="381000" y="447675"/>
                </a:lnTo>
                <a:lnTo>
                  <a:pt x="371475" y="447675"/>
                </a:lnTo>
                <a:lnTo>
                  <a:pt x="371475" y="438150"/>
                </a:lnTo>
                <a:lnTo>
                  <a:pt x="361950" y="438150"/>
                </a:lnTo>
                <a:lnTo>
                  <a:pt x="361950" y="428625"/>
                </a:lnTo>
                <a:lnTo>
                  <a:pt x="381000" y="428625"/>
                </a:lnTo>
                <a:lnTo>
                  <a:pt x="381000" y="400050"/>
                </a:lnTo>
                <a:lnTo>
                  <a:pt x="371475" y="400050"/>
                </a:lnTo>
                <a:lnTo>
                  <a:pt x="371475" y="390525"/>
                </a:lnTo>
                <a:lnTo>
                  <a:pt x="361950" y="390525"/>
                </a:lnTo>
                <a:lnTo>
                  <a:pt x="361950" y="400050"/>
                </a:lnTo>
                <a:lnTo>
                  <a:pt x="352425" y="400050"/>
                </a:lnTo>
                <a:lnTo>
                  <a:pt x="352425" y="371475"/>
                </a:lnTo>
                <a:lnTo>
                  <a:pt x="361950" y="371475"/>
                </a:lnTo>
                <a:lnTo>
                  <a:pt x="361950" y="352425"/>
                </a:lnTo>
                <a:lnTo>
                  <a:pt x="381000" y="352425"/>
                </a:lnTo>
                <a:lnTo>
                  <a:pt x="381000" y="266700"/>
                </a:lnTo>
                <a:lnTo>
                  <a:pt x="390525" y="266700"/>
                </a:lnTo>
                <a:lnTo>
                  <a:pt x="390525" y="257175"/>
                </a:lnTo>
                <a:lnTo>
                  <a:pt x="400050" y="257175"/>
                </a:lnTo>
                <a:lnTo>
                  <a:pt x="400050" y="247650"/>
                </a:lnTo>
                <a:lnTo>
                  <a:pt x="409575" y="247650"/>
                </a:lnTo>
                <a:lnTo>
                  <a:pt x="409575" y="257175"/>
                </a:lnTo>
                <a:lnTo>
                  <a:pt x="419100" y="257175"/>
                </a:lnTo>
                <a:lnTo>
                  <a:pt x="419100" y="247650"/>
                </a:lnTo>
                <a:lnTo>
                  <a:pt x="428625" y="247650"/>
                </a:lnTo>
                <a:lnTo>
                  <a:pt x="428625" y="238125"/>
                </a:lnTo>
                <a:lnTo>
                  <a:pt x="438150" y="238125"/>
                </a:lnTo>
                <a:lnTo>
                  <a:pt x="438150" y="228600"/>
                </a:lnTo>
                <a:lnTo>
                  <a:pt x="428625" y="228600"/>
                </a:lnTo>
                <a:lnTo>
                  <a:pt x="428625" y="219075"/>
                </a:lnTo>
                <a:lnTo>
                  <a:pt x="447675" y="219075"/>
                </a:lnTo>
                <a:lnTo>
                  <a:pt x="447675" y="209550"/>
                </a:lnTo>
                <a:lnTo>
                  <a:pt x="457200" y="209550"/>
                </a:lnTo>
                <a:lnTo>
                  <a:pt x="457200" y="200025"/>
                </a:lnTo>
                <a:lnTo>
                  <a:pt x="466725" y="200025"/>
                </a:lnTo>
                <a:lnTo>
                  <a:pt x="466725" y="209550"/>
                </a:lnTo>
                <a:lnTo>
                  <a:pt x="476250" y="209550"/>
                </a:lnTo>
                <a:lnTo>
                  <a:pt x="476250" y="190500"/>
                </a:lnTo>
                <a:lnTo>
                  <a:pt x="495300" y="190500"/>
                </a:lnTo>
                <a:close/>
                <a:moveTo>
                  <a:pt x="180975" y="190500"/>
                </a:moveTo>
                <a:lnTo>
                  <a:pt x="190500" y="190500"/>
                </a:lnTo>
                <a:lnTo>
                  <a:pt x="190500" y="180975"/>
                </a:lnTo>
                <a:lnTo>
                  <a:pt x="180975" y="180975"/>
                </a:lnTo>
                <a:close/>
                <a:moveTo>
                  <a:pt x="638175" y="190500"/>
                </a:moveTo>
                <a:lnTo>
                  <a:pt x="647700" y="190500"/>
                </a:lnTo>
                <a:lnTo>
                  <a:pt x="647700" y="200025"/>
                </a:lnTo>
                <a:lnTo>
                  <a:pt x="638175" y="200025"/>
                </a:lnTo>
                <a:close/>
                <a:moveTo>
                  <a:pt x="657225" y="200025"/>
                </a:moveTo>
                <a:lnTo>
                  <a:pt x="666750" y="200025"/>
                </a:lnTo>
                <a:lnTo>
                  <a:pt x="666750" y="209550"/>
                </a:lnTo>
                <a:lnTo>
                  <a:pt x="657225" y="209550"/>
                </a:lnTo>
                <a:close/>
                <a:moveTo>
                  <a:pt x="666750" y="209550"/>
                </a:moveTo>
                <a:lnTo>
                  <a:pt x="676275" y="209550"/>
                </a:lnTo>
                <a:lnTo>
                  <a:pt x="676275" y="219075"/>
                </a:lnTo>
                <a:lnTo>
                  <a:pt x="666750" y="219075"/>
                </a:lnTo>
                <a:close/>
                <a:moveTo>
                  <a:pt x="676275" y="219075"/>
                </a:moveTo>
                <a:lnTo>
                  <a:pt x="685800" y="219075"/>
                </a:lnTo>
                <a:lnTo>
                  <a:pt x="685800" y="228600"/>
                </a:lnTo>
                <a:lnTo>
                  <a:pt x="695325" y="228600"/>
                </a:lnTo>
                <a:lnTo>
                  <a:pt x="695325" y="238125"/>
                </a:lnTo>
                <a:lnTo>
                  <a:pt x="704850" y="238125"/>
                </a:lnTo>
                <a:lnTo>
                  <a:pt x="704850" y="247650"/>
                </a:lnTo>
                <a:lnTo>
                  <a:pt x="714375" y="247650"/>
                </a:lnTo>
                <a:lnTo>
                  <a:pt x="714375" y="257175"/>
                </a:lnTo>
                <a:lnTo>
                  <a:pt x="723900" y="257175"/>
                </a:lnTo>
                <a:lnTo>
                  <a:pt x="723900" y="276225"/>
                </a:lnTo>
                <a:lnTo>
                  <a:pt x="733425" y="276225"/>
                </a:lnTo>
                <a:lnTo>
                  <a:pt x="733425" y="285750"/>
                </a:lnTo>
                <a:lnTo>
                  <a:pt x="742950" y="285750"/>
                </a:lnTo>
                <a:lnTo>
                  <a:pt x="742950" y="314325"/>
                </a:lnTo>
                <a:lnTo>
                  <a:pt x="752475" y="314325"/>
                </a:lnTo>
                <a:lnTo>
                  <a:pt x="752475" y="323850"/>
                </a:lnTo>
                <a:lnTo>
                  <a:pt x="733425" y="323850"/>
                </a:lnTo>
                <a:lnTo>
                  <a:pt x="733425" y="342900"/>
                </a:lnTo>
                <a:lnTo>
                  <a:pt x="714375" y="342900"/>
                </a:lnTo>
                <a:lnTo>
                  <a:pt x="714375" y="371475"/>
                </a:lnTo>
                <a:lnTo>
                  <a:pt x="704850" y="371475"/>
                </a:lnTo>
                <a:lnTo>
                  <a:pt x="704850" y="342900"/>
                </a:lnTo>
                <a:lnTo>
                  <a:pt x="695325" y="342900"/>
                </a:lnTo>
                <a:lnTo>
                  <a:pt x="695325" y="314325"/>
                </a:lnTo>
                <a:lnTo>
                  <a:pt x="685800" y="314325"/>
                </a:lnTo>
                <a:lnTo>
                  <a:pt x="685800" y="295275"/>
                </a:lnTo>
                <a:lnTo>
                  <a:pt x="676275" y="295275"/>
                </a:lnTo>
                <a:lnTo>
                  <a:pt x="676275" y="266700"/>
                </a:lnTo>
                <a:lnTo>
                  <a:pt x="666750" y="266700"/>
                </a:lnTo>
                <a:lnTo>
                  <a:pt x="666750" y="257175"/>
                </a:lnTo>
                <a:lnTo>
                  <a:pt x="657225" y="257175"/>
                </a:lnTo>
                <a:lnTo>
                  <a:pt x="657225" y="228600"/>
                </a:lnTo>
                <a:lnTo>
                  <a:pt x="676275" y="228600"/>
                </a:lnTo>
                <a:close/>
                <a:moveTo>
                  <a:pt x="590550" y="228600"/>
                </a:moveTo>
                <a:lnTo>
                  <a:pt x="600075" y="228600"/>
                </a:lnTo>
                <a:lnTo>
                  <a:pt x="600075" y="238125"/>
                </a:lnTo>
                <a:lnTo>
                  <a:pt x="590550" y="238125"/>
                </a:lnTo>
                <a:close/>
                <a:moveTo>
                  <a:pt x="180975" y="247650"/>
                </a:moveTo>
                <a:lnTo>
                  <a:pt x="238125" y="247650"/>
                </a:lnTo>
                <a:lnTo>
                  <a:pt x="238125" y="257175"/>
                </a:lnTo>
                <a:lnTo>
                  <a:pt x="219075" y="257175"/>
                </a:lnTo>
                <a:lnTo>
                  <a:pt x="219075" y="266700"/>
                </a:lnTo>
                <a:lnTo>
                  <a:pt x="228600" y="266700"/>
                </a:lnTo>
                <a:lnTo>
                  <a:pt x="228600" y="314325"/>
                </a:lnTo>
                <a:lnTo>
                  <a:pt x="238125" y="314325"/>
                </a:lnTo>
                <a:lnTo>
                  <a:pt x="238125" y="304800"/>
                </a:lnTo>
                <a:lnTo>
                  <a:pt x="247650" y="304800"/>
                </a:lnTo>
                <a:lnTo>
                  <a:pt x="247650" y="314325"/>
                </a:lnTo>
                <a:lnTo>
                  <a:pt x="238125" y="314325"/>
                </a:lnTo>
                <a:lnTo>
                  <a:pt x="238125" y="323850"/>
                </a:lnTo>
                <a:lnTo>
                  <a:pt x="180975" y="323850"/>
                </a:lnTo>
                <a:lnTo>
                  <a:pt x="180975" y="314325"/>
                </a:lnTo>
                <a:lnTo>
                  <a:pt x="171450" y="314325"/>
                </a:lnTo>
                <a:lnTo>
                  <a:pt x="171450" y="304800"/>
                </a:lnTo>
                <a:lnTo>
                  <a:pt x="190500" y="304800"/>
                </a:lnTo>
                <a:lnTo>
                  <a:pt x="190500" y="266700"/>
                </a:lnTo>
                <a:lnTo>
                  <a:pt x="200025" y="266700"/>
                </a:lnTo>
                <a:lnTo>
                  <a:pt x="200025" y="257175"/>
                </a:lnTo>
                <a:lnTo>
                  <a:pt x="180975" y="257175"/>
                </a:lnTo>
                <a:close/>
                <a:moveTo>
                  <a:pt x="180975" y="361950"/>
                </a:moveTo>
                <a:lnTo>
                  <a:pt x="228600" y="361950"/>
                </a:lnTo>
                <a:lnTo>
                  <a:pt x="228600" y="381000"/>
                </a:lnTo>
                <a:lnTo>
                  <a:pt x="219075" y="381000"/>
                </a:lnTo>
                <a:lnTo>
                  <a:pt x="219075" y="390525"/>
                </a:lnTo>
                <a:lnTo>
                  <a:pt x="228600" y="390525"/>
                </a:lnTo>
                <a:lnTo>
                  <a:pt x="228600" y="419100"/>
                </a:lnTo>
                <a:lnTo>
                  <a:pt x="219075" y="419100"/>
                </a:lnTo>
                <a:lnTo>
                  <a:pt x="219075" y="428625"/>
                </a:lnTo>
                <a:lnTo>
                  <a:pt x="238125" y="428625"/>
                </a:lnTo>
                <a:lnTo>
                  <a:pt x="238125" y="438150"/>
                </a:lnTo>
                <a:lnTo>
                  <a:pt x="190500" y="438150"/>
                </a:lnTo>
                <a:lnTo>
                  <a:pt x="190500" y="428625"/>
                </a:lnTo>
                <a:lnTo>
                  <a:pt x="200025" y="428625"/>
                </a:lnTo>
                <a:lnTo>
                  <a:pt x="200025" y="419100"/>
                </a:lnTo>
                <a:lnTo>
                  <a:pt x="190500" y="419100"/>
                </a:lnTo>
                <a:lnTo>
                  <a:pt x="190500" y="381000"/>
                </a:lnTo>
                <a:lnTo>
                  <a:pt x="171450" y="381000"/>
                </a:lnTo>
                <a:lnTo>
                  <a:pt x="171450" y="371475"/>
                </a:lnTo>
                <a:lnTo>
                  <a:pt x="180975" y="371475"/>
                </a:lnTo>
                <a:close/>
                <a:moveTo>
                  <a:pt x="695325" y="400050"/>
                </a:moveTo>
                <a:lnTo>
                  <a:pt x="704850" y="400050"/>
                </a:lnTo>
                <a:lnTo>
                  <a:pt x="704850" y="409575"/>
                </a:lnTo>
                <a:lnTo>
                  <a:pt x="695325" y="409575"/>
                </a:lnTo>
                <a:close/>
                <a:moveTo>
                  <a:pt x="352425" y="409575"/>
                </a:moveTo>
                <a:lnTo>
                  <a:pt x="361950" y="409575"/>
                </a:lnTo>
                <a:lnTo>
                  <a:pt x="361950" y="419100"/>
                </a:lnTo>
                <a:lnTo>
                  <a:pt x="352425" y="419100"/>
                </a:lnTo>
                <a:close/>
                <a:moveTo>
                  <a:pt x="666750" y="457200"/>
                </a:moveTo>
                <a:lnTo>
                  <a:pt x="676275" y="457200"/>
                </a:lnTo>
                <a:lnTo>
                  <a:pt x="676275" y="466725"/>
                </a:lnTo>
                <a:lnTo>
                  <a:pt x="666750" y="466725"/>
                </a:lnTo>
                <a:close/>
                <a:moveTo>
                  <a:pt x="733425" y="504825"/>
                </a:moveTo>
                <a:lnTo>
                  <a:pt x="762000" y="504825"/>
                </a:lnTo>
                <a:lnTo>
                  <a:pt x="762000" y="514350"/>
                </a:lnTo>
                <a:lnTo>
                  <a:pt x="771525" y="514350"/>
                </a:lnTo>
                <a:lnTo>
                  <a:pt x="771525" y="523875"/>
                </a:lnTo>
                <a:lnTo>
                  <a:pt x="762000" y="523875"/>
                </a:lnTo>
                <a:lnTo>
                  <a:pt x="762000" y="533400"/>
                </a:lnTo>
                <a:lnTo>
                  <a:pt x="771525" y="533400"/>
                </a:lnTo>
                <a:lnTo>
                  <a:pt x="771525" y="542925"/>
                </a:lnTo>
                <a:lnTo>
                  <a:pt x="781050" y="542925"/>
                </a:lnTo>
                <a:lnTo>
                  <a:pt x="781050" y="533400"/>
                </a:lnTo>
                <a:lnTo>
                  <a:pt x="790575" y="533400"/>
                </a:lnTo>
                <a:lnTo>
                  <a:pt x="790575" y="542925"/>
                </a:lnTo>
                <a:lnTo>
                  <a:pt x="800100" y="542925"/>
                </a:lnTo>
                <a:lnTo>
                  <a:pt x="800100" y="552450"/>
                </a:lnTo>
                <a:lnTo>
                  <a:pt x="809625" y="552450"/>
                </a:lnTo>
                <a:lnTo>
                  <a:pt x="809625" y="561975"/>
                </a:lnTo>
                <a:lnTo>
                  <a:pt x="819150" y="561975"/>
                </a:lnTo>
                <a:lnTo>
                  <a:pt x="819150" y="571500"/>
                </a:lnTo>
                <a:lnTo>
                  <a:pt x="828675" y="571500"/>
                </a:lnTo>
                <a:lnTo>
                  <a:pt x="828675" y="581025"/>
                </a:lnTo>
                <a:lnTo>
                  <a:pt x="809625" y="581025"/>
                </a:lnTo>
                <a:lnTo>
                  <a:pt x="809625" y="590550"/>
                </a:lnTo>
                <a:lnTo>
                  <a:pt x="800100" y="590550"/>
                </a:lnTo>
                <a:lnTo>
                  <a:pt x="800100" y="600075"/>
                </a:lnTo>
                <a:lnTo>
                  <a:pt x="771525" y="600075"/>
                </a:lnTo>
                <a:lnTo>
                  <a:pt x="771525" y="590550"/>
                </a:lnTo>
                <a:lnTo>
                  <a:pt x="742950" y="590550"/>
                </a:lnTo>
                <a:lnTo>
                  <a:pt x="742950" y="581025"/>
                </a:lnTo>
                <a:lnTo>
                  <a:pt x="723900" y="581025"/>
                </a:lnTo>
                <a:lnTo>
                  <a:pt x="723900" y="542925"/>
                </a:lnTo>
                <a:lnTo>
                  <a:pt x="714375" y="542925"/>
                </a:lnTo>
                <a:lnTo>
                  <a:pt x="714375" y="514350"/>
                </a:lnTo>
                <a:lnTo>
                  <a:pt x="723900" y="514350"/>
                </a:lnTo>
                <a:lnTo>
                  <a:pt x="723900" y="523875"/>
                </a:lnTo>
                <a:lnTo>
                  <a:pt x="733425" y="523875"/>
                </a:lnTo>
                <a:close/>
                <a:moveTo>
                  <a:pt x="514350" y="533400"/>
                </a:moveTo>
                <a:lnTo>
                  <a:pt x="523875" y="533400"/>
                </a:lnTo>
                <a:lnTo>
                  <a:pt x="523875" y="542925"/>
                </a:lnTo>
                <a:lnTo>
                  <a:pt x="514350" y="542925"/>
                </a:lnTo>
                <a:close/>
                <a:moveTo>
                  <a:pt x="657225" y="533400"/>
                </a:moveTo>
                <a:lnTo>
                  <a:pt x="666750" y="533400"/>
                </a:lnTo>
                <a:lnTo>
                  <a:pt x="666750" y="542925"/>
                </a:lnTo>
                <a:lnTo>
                  <a:pt x="657225" y="542925"/>
                </a:lnTo>
                <a:close/>
                <a:moveTo>
                  <a:pt x="685800" y="533400"/>
                </a:moveTo>
                <a:lnTo>
                  <a:pt x="695325" y="533400"/>
                </a:lnTo>
                <a:lnTo>
                  <a:pt x="695325" y="542925"/>
                </a:lnTo>
                <a:lnTo>
                  <a:pt x="685800" y="542925"/>
                </a:lnTo>
                <a:close/>
                <a:moveTo>
                  <a:pt x="695325" y="542925"/>
                </a:moveTo>
                <a:lnTo>
                  <a:pt x="714375" y="542925"/>
                </a:lnTo>
                <a:lnTo>
                  <a:pt x="714375" y="581025"/>
                </a:lnTo>
                <a:lnTo>
                  <a:pt x="704850" y="581025"/>
                </a:lnTo>
                <a:lnTo>
                  <a:pt x="704850" y="561975"/>
                </a:lnTo>
                <a:lnTo>
                  <a:pt x="695325" y="561975"/>
                </a:lnTo>
                <a:close/>
                <a:moveTo>
                  <a:pt x="533400" y="561975"/>
                </a:moveTo>
                <a:lnTo>
                  <a:pt x="590550" y="561975"/>
                </a:lnTo>
                <a:lnTo>
                  <a:pt x="590550" y="571500"/>
                </a:lnTo>
                <a:lnTo>
                  <a:pt x="533400" y="571500"/>
                </a:lnTo>
                <a:close/>
                <a:moveTo>
                  <a:pt x="733425" y="561975"/>
                </a:moveTo>
                <a:lnTo>
                  <a:pt x="742950" y="561975"/>
                </a:lnTo>
                <a:lnTo>
                  <a:pt x="742950" y="542925"/>
                </a:lnTo>
                <a:lnTo>
                  <a:pt x="733425" y="542925"/>
                </a:lnTo>
                <a:close/>
                <a:moveTo>
                  <a:pt x="752475" y="561975"/>
                </a:moveTo>
                <a:lnTo>
                  <a:pt x="762000" y="561975"/>
                </a:lnTo>
                <a:lnTo>
                  <a:pt x="762000" y="552450"/>
                </a:lnTo>
                <a:lnTo>
                  <a:pt x="752475" y="552450"/>
                </a:lnTo>
                <a:close/>
                <a:moveTo>
                  <a:pt x="733425" y="600075"/>
                </a:moveTo>
                <a:lnTo>
                  <a:pt x="752475" y="600075"/>
                </a:lnTo>
                <a:lnTo>
                  <a:pt x="752475" y="619125"/>
                </a:lnTo>
                <a:lnTo>
                  <a:pt x="742950" y="619125"/>
                </a:lnTo>
                <a:lnTo>
                  <a:pt x="742950" y="609600"/>
                </a:lnTo>
                <a:lnTo>
                  <a:pt x="733425" y="609600"/>
                </a:lnTo>
                <a:close/>
                <a:moveTo>
                  <a:pt x="752475" y="619125"/>
                </a:moveTo>
                <a:lnTo>
                  <a:pt x="762000" y="619125"/>
                </a:lnTo>
                <a:lnTo>
                  <a:pt x="762000" y="628650"/>
                </a:lnTo>
                <a:lnTo>
                  <a:pt x="752475" y="628650"/>
                </a:lnTo>
                <a:close/>
                <a:moveTo>
                  <a:pt x="762000" y="628650"/>
                </a:moveTo>
                <a:lnTo>
                  <a:pt x="771525" y="628650"/>
                </a:lnTo>
                <a:lnTo>
                  <a:pt x="771525" y="638175"/>
                </a:lnTo>
                <a:lnTo>
                  <a:pt x="762000" y="638175"/>
                </a:lnTo>
                <a:close/>
                <a:moveTo>
                  <a:pt x="771525" y="638175"/>
                </a:moveTo>
                <a:lnTo>
                  <a:pt x="781050" y="638175"/>
                </a:lnTo>
                <a:lnTo>
                  <a:pt x="781050" y="647700"/>
                </a:lnTo>
                <a:lnTo>
                  <a:pt x="771525" y="647700"/>
                </a:lnTo>
                <a:close/>
                <a:moveTo>
                  <a:pt x="781050" y="647700"/>
                </a:moveTo>
                <a:lnTo>
                  <a:pt x="790575" y="647700"/>
                </a:lnTo>
                <a:lnTo>
                  <a:pt x="790575" y="657225"/>
                </a:lnTo>
                <a:lnTo>
                  <a:pt x="781050" y="657225"/>
                </a:lnTo>
                <a:close/>
                <a:moveTo>
                  <a:pt x="790575" y="657225"/>
                </a:moveTo>
                <a:lnTo>
                  <a:pt x="800100" y="657225"/>
                </a:lnTo>
                <a:lnTo>
                  <a:pt x="800100" y="666750"/>
                </a:lnTo>
                <a:lnTo>
                  <a:pt x="790575" y="666750"/>
                </a:lnTo>
                <a:close/>
                <a:moveTo>
                  <a:pt x="857250" y="657225"/>
                </a:moveTo>
                <a:lnTo>
                  <a:pt x="895350" y="657225"/>
                </a:lnTo>
                <a:lnTo>
                  <a:pt x="895350" y="666750"/>
                </a:lnTo>
                <a:lnTo>
                  <a:pt x="904875" y="666750"/>
                </a:lnTo>
                <a:lnTo>
                  <a:pt x="904875" y="657225"/>
                </a:lnTo>
                <a:lnTo>
                  <a:pt x="914400" y="657225"/>
                </a:lnTo>
                <a:lnTo>
                  <a:pt x="914400" y="695325"/>
                </a:lnTo>
                <a:lnTo>
                  <a:pt x="904875" y="695325"/>
                </a:lnTo>
                <a:lnTo>
                  <a:pt x="904875" y="704850"/>
                </a:lnTo>
                <a:lnTo>
                  <a:pt x="895350" y="704850"/>
                </a:lnTo>
                <a:lnTo>
                  <a:pt x="895350" y="714375"/>
                </a:lnTo>
                <a:lnTo>
                  <a:pt x="885825" y="714375"/>
                </a:lnTo>
                <a:lnTo>
                  <a:pt x="885825" y="723900"/>
                </a:lnTo>
                <a:lnTo>
                  <a:pt x="857250" y="723900"/>
                </a:lnTo>
                <a:lnTo>
                  <a:pt x="857250" y="714375"/>
                </a:lnTo>
                <a:lnTo>
                  <a:pt x="847725" y="714375"/>
                </a:lnTo>
                <a:lnTo>
                  <a:pt x="847725" y="704850"/>
                </a:lnTo>
                <a:lnTo>
                  <a:pt x="828675" y="704850"/>
                </a:lnTo>
                <a:lnTo>
                  <a:pt x="828675" y="695325"/>
                </a:lnTo>
                <a:lnTo>
                  <a:pt x="819150" y="695325"/>
                </a:lnTo>
                <a:lnTo>
                  <a:pt x="819150" y="685800"/>
                </a:lnTo>
                <a:lnTo>
                  <a:pt x="809625" y="685800"/>
                </a:lnTo>
                <a:lnTo>
                  <a:pt x="809625" y="676275"/>
                </a:lnTo>
                <a:lnTo>
                  <a:pt x="800100" y="676275"/>
                </a:lnTo>
                <a:lnTo>
                  <a:pt x="800100" y="666750"/>
                </a:lnTo>
                <a:lnTo>
                  <a:pt x="809625" y="666750"/>
                </a:lnTo>
                <a:lnTo>
                  <a:pt x="809625" y="676275"/>
                </a:lnTo>
                <a:lnTo>
                  <a:pt x="847725" y="676275"/>
                </a:lnTo>
                <a:lnTo>
                  <a:pt x="847725" y="666750"/>
                </a:lnTo>
                <a:lnTo>
                  <a:pt x="857250" y="666750"/>
                </a:lnTo>
                <a:close/>
                <a:moveTo>
                  <a:pt x="857250" y="714375"/>
                </a:moveTo>
                <a:lnTo>
                  <a:pt x="876300" y="714375"/>
                </a:lnTo>
                <a:lnTo>
                  <a:pt x="876300" y="704850"/>
                </a:lnTo>
                <a:lnTo>
                  <a:pt x="857250" y="704850"/>
                </a:lnTo>
                <a:close/>
              </a:path>
            </a:pathLst>
          </a:custGeom>
          <a:solidFill xmlns:a="http://schemas.openxmlformats.org/drawingml/2006/main">
            <a:srgbClr val="2E503E"/>
          </a:solidFill>
          <a:ln xmlns:a="http://schemas.openxmlformats.org/drawingml/2006/main" w="0">
            <a:noFill/>
          </a:ln>
        </p:spPr>
      </p:sp>
      <p:sp>
        <p:nvSpPr>
          <p:cNvPr id="90" name="v02 vector #2b4939">
            <a:extLst xmlns:a="http://schemas.openxmlformats.org/drawingml/2006/main">
              <a:ext uri="{FF2B5EF4-FFF2-40B4-BE49-F238E27FC236}">
                <a16:creationId xmlns:a16="http://schemas.microsoft.com/office/drawing/2014/main" id="{8DAD1B13-1ABC-4108-8278-A4243A0245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10675" y="2362200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180975" y="142875"/>
                </a:moveTo>
                <a:lnTo>
                  <a:pt x="190500" y="142875"/>
                </a:lnTo>
                <a:lnTo>
                  <a:pt x="190500" y="152400"/>
                </a:lnTo>
                <a:lnTo>
                  <a:pt x="180975" y="152400"/>
                </a:lnTo>
                <a:close/>
                <a:moveTo>
                  <a:pt x="228600" y="142875"/>
                </a:moveTo>
                <a:lnTo>
                  <a:pt x="238125" y="142875"/>
                </a:lnTo>
                <a:lnTo>
                  <a:pt x="238125" y="152400"/>
                </a:lnTo>
                <a:lnTo>
                  <a:pt x="228600" y="152400"/>
                </a:lnTo>
                <a:close/>
                <a:moveTo>
                  <a:pt x="180975" y="180975"/>
                </a:moveTo>
                <a:lnTo>
                  <a:pt x="190500" y="180975"/>
                </a:lnTo>
                <a:lnTo>
                  <a:pt x="190500" y="190500"/>
                </a:lnTo>
                <a:lnTo>
                  <a:pt x="180975" y="190500"/>
                </a:lnTo>
                <a:close/>
                <a:moveTo>
                  <a:pt x="504825" y="180975"/>
                </a:moveTo>
                <a:lnTo>
                  <a:pt x="523875" y="180975"/>
                </a:lnTo>
                <a:lnTo>
                  <a:pt x="523875" y="200025"/>
                </a:lnTo>
                <a:lnTo>
                  <a:pt x="504825" y="200025"/>
                </a:lnTo>
                <a:close/>
                <a:moveTo>
                  <a:pt x="571500" y="180975"/>
                </a:moveTo>
                <a:lnTo>
                  <a:pt x="619125" y="180975"/>
                </a:lnTo>
                <a:lnTo>
                  <a:pt x="619125" y="190500"/>
                </a:lnTo>
                <a:lnTo>
                  <a:pt x="638175" y="190500"/>
                </a:lnTo>
                <a:lnTo>
                  <a:pt x="638175" y="200025"/>
                </a:lnTo>
                <a:lnTo>
                  <a:pt x="657225" y="200025"/>
                </a:lnTo>
                <a:lnTo>
                  <a:pt x="657225" y="209550"/>
                </a:lnTo>
                <a:lnTo>
                  <a:pt x="666750" y="209550"/>
                </a:lnTo>
                <a:lnTo>
                  <a:pt x="666750" y="219075"/>
                </a:lnTo>
                <a:lnTo>
                  <a:pt x="676275" y="219075"/>
                </a:lnTo>
                <a:lnTo>
                  <a:pt x="676275" y="228600"/>
                </a:lnTo>
                <a:lnTo>
                  <a:pt x="657225" y="228600"/>
                </a:lnTo>
                <a:lnTo>
                  <a:pt x="657225" y="257175"/>
                </a:lnTo>
                <a:lnTo>
                  <a:pt x="666750" y="257175"/>
                </a:lnTo>
                <a:lnTo>
                  <a:pt x="666750" y="266700"/>
                </a:lnTo>
                <a:lnTo>
                  <a:pt x="676275" y="266700"/>
                </a:lnTo>
                <a:lnTo>
                  <a:pt x="676275" y="285750"/>
                </a:lnTo>
                <a:lnTo>
                  <a:pt x="666750" y="285750"/>
                </a:lnTo>
                <a:lnTo>
                  <a:pt x="666750" y="276225"/>
                </a:lnTo>
                <a:lnTo>
                  <a:pt x="657225" y="276225"/>
                </a:lnTo>
                <a:lnTo>
                  <a:pt x="657225" y="266700"/>
                </a:lnTo>
                <a:lnTo>
                  <a:pt x="647700" y="266700"/>
                </a:lnTo>
                <a:lnTo>
                  <a:pt x="647700" y="257175"/>
                </a:lnTo>
                <a:lnTo>
                  <a:pt x="638175" y="257175"/>
                </a:lnTo>
                <a:lnTo>
                  <a:pt x="638175" y="247650"/>
                </a:lnTo>
                <a:lnTo>
                  <a:pt x="619125" y="247650"/>
                </a:lnTo>
                <a:lnTo>
                  <a:pt x="619125" y="238125"/>
                </a:lnTo>
                <a:lnTo>
                  <a:pt x="600075" y="238125"/>
                </a:lnTo>
                <a:lnTo>
                  <a:pt x="600075" y="228600"/>
                </a:lnTo>
                <a:lnTo>
                  <a:pt x="542925" y="228600"/>
                </a:lnTo>
                <a:lnTo>
                  <a:pt x="542925" y="219075"/>
                </a:lnTo>
                <a:lnTo>
                  <a:pt x="533400" y="219075"/>
                </a:lnTo>
                <a:lnTo>
                  <a:pt x="533400" y="209550"/>
                </a:lnTo>
                <a:lnTo>
                  <a:pt x="552450" y="209550"/>
                </a:lnTo>
                <a:lnTo>
                  <a:pt x="552450" y="190500"/>
                </a:lnTo>
                <a:lnTo>
                  <a:pt x="571500" y="190500"/>
                </a:lnTo>
                <a:close/>
                <a:moveTo>
                  <a:pt x="466725" y="200025"/>
                </a:moveTo>
                <a:lnTo>
                  <a:pt x="476250" y="200025"/>
                </a:lnTo>
                <a:lnTo>
                  <a:pt x="476250" y="209550"/>
                </a:lnTo>
                <a:lnTo>
                  <a:pt x="466725" y="209550"/>
                </a:lnTo>
                <a:close/>
                <a:moveTo>
                  <a:pt x="419100" y="228600"/>
                </a:moveTo>
                <a:lnTo>
                  <a:pt x="438150" y="228600"/>
                </a:lnTo>
                <a:lnTo>
                  <a:pt x="438150" y="238125"/>
                </a:lnTo>
                <a:lnTo>
                  <a:pt x="428625" y="238125"/>
                </a:lnTo>
                <a:lnTo>
                  <a:pt x="428625" y="247650"/>
                </a:lnTo>
                <a:lnTo>
                  <a:pt x="419100" y="247650"/>
                </a:lnTo>
                <a:lnTo>
                  <a:pt x="419100" y="257175"/>
                </a:lnTo>
                <a:lnTo>
                  <a:pt x="409575" y="257175"/>
                </a:lnTo>
                <a:lnTo>
                  <a:pt x="409575" y="238125"/>
                </a:lnTo>
                <a:lnTo>
                  <a:pt x="419100" y="238125"/>
                </a:lnTo>
                <a:close/>
                <a:moveTo>
                  <a:pt x="495300" y="228600"/>
                </a:moveTo>
                <a:lnTo>
                  <a:pt x="504825" y="228600"/>
                </a:lnTo>
                <a:lnTo>
                  <a:pt x="504825" y="238125"/>
                </a:lnTo>
                <a:lnTo>
                  <a:pt x="495300" y="238125"/>
                </a:lnTo>
                <a:close/>
                <a:moveTo>
                  <a:pt x="171450" y="257175"/>
                </a:moveTo>
                <a:lnTo>
                  <a:pt x="200025" y="257175"/>
                </a:lnTo>
                <a:lnTo>
                  <a:pt x="200025" y="266700"/>
                </a:lnTo>
                <a:lnTo>
                  <a:pt x="190500" y="266700"/>
                </a:lnTo>
                <a:lnTo>
                  <a:pt x="190500" y="304800"/>
                </a:lnTo>
                <a:lnTo>
                  <a:pt x="171450" y="304800"/>
                </a:lnTo>
                <a:close/>
                <a:moveTo>
                  <a:pt x="219075" y="257175"/>
                </a:moveTo>
                <a:lnTo>
                  <a:pt x="247650" y="257175"/>
                </a:lnTo>
                <a:lnTo>
                  <a:pt x="247650" y="304800"/>
                </a:lnTo>
                <a:lnTo>
                  <a:pt x="238125" y="304800"/>
                </a:lnTo>
                <a:lnTo>
                  <a:pt x="238125" y="314325"/>
                </a:lnTo>
                <a:lnTo>
                  <a:pt x="228600" y="314325"/>
                </a:lnTo>
                <a:lnTo>
                  <a:pt x="228600" y="266700"/>
                </a:lnTo>
                <a:lnTo>
                  <a:pt x="219075" y="266700"/>
                </a:lnTo>
                <a:close/>
                <a:moveTo>
                  <a:pt x="371475" y="295275"/>
                </a:moveTo>
                <a:lnTo>
                  <a:pt x="381000" y="295275"/>
                </a:lnTo>
                <a:lnTo>
                  <a:pt x="381000" y="352425"/>
                </a:lnTo>
                <a:lnTo>
                  <a:pt x="361950" y="352425"/>
                </a:lnTo>
                <a:lnTo>
                  <a:pt x="361950" y="314325"/>
                </a:lnTo>
                <a:lnTo>
                  <a:pt x="371475" y="314325"/>
                </a:lnTo>
                <a:close/>
                <a:moveTo>
                  <a:pt x="733425" y="323850"/>
                </a:moveTo>
                <a:lnTo>
                  <a:pt x="752475" y="323850"/>
                </a:lnTo>
                <a:lnTo>
                  <a:pt x="752475" y="428625"/>
                </a:lnTo>
                <a:lnTo>
                  <a:pt x="742950" y="428625"/>
                </a:lnTo>
                <a:lnTo>
                  <a:pt x="742950" y="457200"/>
                </a:lnTo>
                <a:lnTo>
                  <a:pt x="733425" y="457200"/>
                </a:lnTo>
                <a:lnTo>
                  <a:pt x="733425" y="476250"/>
                </a:lnTo>
                <a:lnTo>
                  <a:pt x="723900" y="476250"/>
                </a:lnTo>
                <a:lnTo>
                  <a:pt x="723900" y="495300"/>
                </a:lnTo>
                <a:lnTo>
                  <a:pt x="733425" y="495300"/>
                </a:lnTo>
                <a:lnTo>
                  <a:pt x="733425" y="523875"/>
                </a:lnTo>
                <a:lnTo>
                  <a:pt x="723900" y="523875"/>
                </a:lnTo>
                <a:lnTo>
                  <a:pt x="723900" y="514350"/>
                </a:lnTo>
                <a:lnTo>
                  <a:pt x="714375" y="514350"/>
                </a:lnTo>
                <a:lnTo>
                  <a:pt x="714375" y="542925"/>
                </a:lnTo>
                <a:lnTo>
                  <a:pt x="695325" y="542925"/>
                </a:lnTo>
                <a:lnTo>
                  <a:pt x="695325" y="533400"/>
                </a:lnTo>
                <a:lnTo>
                  <a:pt x="657225" y="533400"/>
                </a:lnTo>
                <a:lnTo>
                  <a:pt x="657225" y="542925"/>
                </a:lnTo>
                <a:lnTo>
                  <a:pt x="647700" y="542925"/>
                </a:lnTo>
                <a:lnTo>
                  <a:pt x="647700" y="552450"/>
                </a:lnTo>
                <a:lnTo>
                  <a:pt x="628650" y="552450"/>
                </a:lnTo>
                <a:lnTo>
                  <a:pt x="628650" y="561975"/>
                </a:lnTo>
                <a:lnTo>
                  <a:pt x="495300" y="561975"/>
                </a:lnTo>
                <a:lnTo>
                  <a:pt x="495300" y="533400"/>
                </a:lnTo>
                <a:lnTo>
                  <a:pt x="504825" y="533400"/>
                </a:lnTo>
                <a:lnTo>
                  <a:pt x="504825" y="523875"/>
                </a:lnTo>
                <a:lnTo>
                  <a:pt x="495300" y="523875"/>
                </a:lnTo>
                <a:lnTo>
                  <a:pt x="495300" y="514350"/>
                </a:lnTo>
                <a:lnTo>
                  <a:pt x="504825" y="514350"/>
                </a:lnTo>
                <a:lnTo>
                  <a:pt x="504825" y="523875"/>
                </a:lnTo>
                <a:lnTo>
                  <a:pt x="552450" y="523875"/>
                </a:lnTo>
                <a:lnTo>
                  <a:pt x="552450" y="533400"/>
                </a:lnTo>
                <a:lnTo>
                  <a:pt x="542925" y="533400"/>
                </a:lnTo>
                <a:lnTo>
                  <a:pt x="542925" y="542925"/>
                </a:lnTo>
                <a:lnTo>
                  <a:pt x="590550" y="542925"/>
                </a:lnTo>
                <a:lnTo>
                  <a:pt x="590550" y="533400"/>
                </a:lnTo>
                <a:lnTo>
                  <a:pt x="581025" y="533400"/>
                </a:lnTo>
                <a:lnTo>
                  <a:pt x="581025" y="523875"/>
                </a:lnTo>
                <a:lnTo>
                  <a:pt x="600075" y="523875"/>
                </a:lnTo>
                <a:lnTo>
                  <a:pt x="600075" y="533400"/>
                </a:lnTo>
                <a:lnTo>
                  <a:pt x="628650" y="533400"/>
                </a:lnTo>
                <a:lnTo>
                  <a:pt x="628650" y="523875"/>
                </a:lnTo>
                <a:lnTo>
                  <a:pt x="647700" y="523875"/>
                </a:lnTo>
                <a:lnTo>
                  <a:pt x="647700" y="504825"/>
                </a:lnTo>
                <a:lnTo>
                  <a:pt x="628650" y="504825"/>
                </a:lnTo>
                <a:lnTo>
                  <a:pt x="628650" y="495300"/>
                </a:lnTo>
                <a:lnTo>
                  <a:pt x="638175" y="495300"/>
                </a:lnTo>
                <a:lnTo>
                  <a:pt x="638175" y="485775"/>
                </a:lnTo>
                <a:lnTo>
                  <a:pt x="657225" y="485775"/>
                </a:lnTo>
                <a:lnTo>
                  <a:pt x="657225" y="476250"/>
                </a:lnTo>
                <a:lnTo>
                  <a:pt x="666750" y="476250"/>
                </a:lnTo>
                <a:lnTo>
                  <a:pt x="666750" y="466725"/>
                </a:lnTo>
                <a:lnTo>
                  <a:pt x="676275" y="466725"/>
                </a:lnTo>
                <a:lnTo>
                  <a:pt x="676275" y="447675"/>
                </a:lnTo>
                <a:lnTo>
                  <a:pt x="685800" y="447675"/>
                </a:lnTo>
                <a:lnTo>
                  <a:pt x="685800" y="428625"/>
                </a:lnTo>
                <a:lnTo>
                  <a:pt x="695325" y="428625"/>
                </a:lnTo>
                <a:lnTo>
                  <a:pt x="695325" y="409575"/>
                </a:lnTo>
                <a:lnTo>
                  <a:pt x="704850" y="409575"/>
                </a:lnTo>
                <a:lnTo>
                  <a:pt x="704850" y="371475"/>
                </a:lnTo>
                <a:lnTo>
                  <a:pt x="714375" y="371475"/>
                </a:lnTo>
                <a:lnTo>
                  <a:pt x="714375" y="342900"/>
                </a:lnTo>
                <a:lnTo>
                  <a:pt x="733425" y="342900"/>
                </a:lnTo>
                <a:close/>
                <a:moveTo>
                  <a:pt x="400050" y="333375"/>
                </a:moveTo>
                <a:lnTo>
                  <a:pt x="419100" y="333375"/>
                </a:lnTo>
                <a:lnTo>
                  <a:pt x="419100" y="361950"/>
                </a:lnTo>
                <a:lnTo>
                  <a:pt x="409575" y="361950"/>
                </a:lnTo>
                <a:lnTo>
                  <a:pt x="409575" y="371475"/>
                </a:lnTo>
                <a:lnTo>
                  <a:pt x="400050" y="371475"/>
                </a:lnTo>
                <a:close/>
                <a:moveTo>
                  <a:pt x="228600" y="371475"/>
                </a:moveTo>
                <a:lnTo>
                  <a:pt x="238125" y="371475"/>
                </a:lnTo>
                <a:lnTo>
                  <a:pt x="238125" y="381000"/>
                </a:lnTo>
                <a:lnTo>
                  <a:pt x="247650" y="381000"/>
                </a:lnTo>
                <a:lnTo>
                  <a:pt x="247650" y="428625"/>
                </a:lnTo>
                <a:lnTo>
                  <a:pt x="219075" y="428625"/>
                </a:lnTo>
                <a:lnTo>
                  <a:pt x="219075" y="419100"/>
                </a:lnTo>
                <a:lnTo>
                  <a:pt x="228600" y="419100"/>
                </a:lnTo>
                <a:lnTo>
                  <a:pt x="228600" y="390525"/>
                </a:lnTo>
                <a:lnTo>
                  <a:pt x="219075" y="390525"/>
                </a:lnTo>
                <a:lnTo>
                  <a:pt x="219075" y="381000"/>
                </a:lnTo>
                <a:lnTo>
                  <a:pt x="228600" y="381000"/>
                </a:lnTo>
                <a:close/>
                <a:moveTo>
                  <a:pt x="171450" y="381000"/>
                </a:moveTo>
                <a:lnTo>
                  <a:pt x="190500" y="381000"/>
                </a:lnTo>
                <a:lnTo>
                  <a:pt x="190500" y="419100"/>
                </a:lnTo>
                <a:lnTo>
                  <a:pt x="200025" y="419100"/>
                </a:lnTo>
                <a:lnTo>
                  <a:pt x="200025" y="428625"/>
                </a:lnTo>
                <a:lnTo>
                  <a:pt x="190500" y="428625"/>
                </a:lnTo>
                <a:lnTo>
                  <a:pt x="190500" y="438150"/>
                </a:lnTo>
                <a:lnTo>
                  <a:pt x="180975" y="438150"/>
                </a:lnTo>
                <a:lnTo>
                  <a:pt x="180975" y="428625"/>
                </a:lnTo>
                <a:lnTo>
                  <a:pt x="171450" y="428625"/>
                </a:lnTo>
                <a:close/>
                <a:moveTo>
                  <a:pt x="361950" y="390525"/>
                </a:moveTo>
                <a:lnTo>
                  <a:pt x="371475" y="390525"/>
                </a:lnTo>
                <a:lnTo>
                  <a:pt x="371475" y="400050"/>
                </a:lnTo>
                <a:lnTo>
                  <a:pt x="381000" y="400050"/>
                </a:lnTo>
                <a:lnTo>
                  <a:pt x="381000" y="428625"/>
                </a:lnTo>
                <a:lnTo>
                  <a:pt x="361950" y="428625"/>
                </a:lnTo>
                <a:close/>
                <a:moveTo>
                  <a:pt x="400050" y="485775"/>
                </a:moveTo>
                <a:lnTo>
                  <a:pt x="409575" y="485775"/>
                </a:lnTo>
                <a:lnTo>
                  <a:pt x="409575" y="495300"/>
                </a:lnTo>
                <a:lnTo>
                  <a:pt x="400050" y="495300"/>
                </a:lnTo>
                <a:close/>
                <a:moveTo>
                  <a:pt x="609600" y="504825"/>
                </a:moveTo>
                <a:lnTo>
                  <a:pt x="619125" y="504825"/>
                </a:lnTo>
                <a:lnTo>
                  <a:pt x="619125" y="514350"/>
                </a:lnTo>
                <a:lnTo>
                  <a:pt x="609600" y="514350"/>
                </a:lnTo>
                <a:close/>
                <a:moveTo>
                  <a:pt x="762000" y="523875"/>
                </a:moveTo>
                <a:lnTo>
                  <a:pt x="781050" y="523875"/>
                </a:lnTo>
                <a:lnTo>
                  <a:pt x="781050" y="542925"/>
                </a:lnTo>
                <a:lnTo>
                  <a:pt x="771525" y="542925"/>
                </a:lnTo>
                <a:lnTo>
                  <a:pt x="771525" y="533400"/>
                </a:lnTo>
                <a:lnTo>
                  <a:pt x="762000" y="533400"/>
                </a:lnTo>
                <a:close/>
                <a:moveTo>
                  <a:pt x="457200" y="533400"/>
                </a:moveTo>
                <a:lnTo>
                  <a:pt x="466725" y="533400"/>
                </a:lnTo>
                <a:lnTo>
                  <a:pt x="466725" y="542925"/>
                </a:lnTo>
                <a:lnTo>
                  <a:pt x="457200" y="542925"/>
                </a:lnTo>
                <a:close/>
                <a:moveTo>
                  <a:pt x="514350" y="542925"/>
                </a:moveTo>
                <a:lnTo>
                  <a:pt x="523875" y="542925"/>
                </a:lnTo>
                <a:lnTo>
                  <a:pt x="523875" y="533400"/>
                </a:lnTo>
                <a:lnTo>
                  <a:pt x="514350" y="533400"/>
                </a:lnTo>
                <a:close/>
                <a:moveTo>
                  <a:pt x="714375" y="542925"/>
                </a:moveTo>
                <a:lnTo>
                  <a:pt x="723900" y="542925"/>
                </a:lnTo>
                <a:lnTo>
                  <a:pt x="723900" y="581025"/>
                </a:lnTo>
                <a:lnTo>
                  <a:pt x="742950" y="581025"/>
                </a:lnTo>
                <a:lnTo>
                  <a:pt x="742950" y="590550"/>
                </a:lnTo>
                <a:lnTo>
                  <a:pt x="771525" y="590550"/>
                </a:lnTo>
                <a:lnTo>
                  <a:pt x="771525" y="600075"/>
                </a:lnTo>
                <a:lnTo>
                  <a:pt x="800100" y="600075"/>
                </a:lnTo>
                <a:lnTo>
                  <a:pt x="800100" y="590550"/>
                </a:lnTo>
                <a:lnTo>
                  <a:pt x="809625" y="590550"/>
                </a:lnTo>
                <a:lnTo>
                  <a:pt x="809625" y="581025"/>
                </a:lnTo>
                <a:lnTo>
                  <a:pt x="838200" y="581025"/>
                </a:lnTo>
                <a:lnTo>
                  <a:pt x="838200" y="590550"/>
                </a:lnTo>
                <a:lnTo>
                  <a:pt x="847725" y="590550"/>
                </a:lnTo>
                <a:lnTo>
                  <a:pt x="847725" y="600075"/>
                </a:lnTo>
                <a:lnTo>
                  <a:pt x="857250" y="600075"/>
                </a:lnTo>
                <a:lnTo>
                  <a:pt x="857250" y="609600"/>
                </a:lnTo>
                <a:lnTo>
                  <a:pt x="866775" y="609600"/>
                </a:lnTo>
                <a:lnTo>
                  <a:pt x="866775" y="619125"/>
                </a:lnTo>
                <a:lnTo>
                  <a:pt x="876300" y="619125"/>
                </a:lnTo>
                <a:lnTo>
                  <a:pt x="876300" y="628650"/>
                </a:lnTo>
                <a:lnTo>
                  <a:pt x="885825" y="628650"/>
                </a:lnTo>
                <a:lnTo>
                  <a:pt x="885825" y="638175"/>
                </a:lnTo>
                <a:lnTo>
                  <a:pt x="895350" y="638175"/>
                </a:lnTo>
                <a:lnTo>
                  <a:pt x="895350" y="647700"/>
                </a:lnTo>
                <a:lnTo>
                  <a:pt x="904875" y="647700"/>
                </a:lnTo>
                <a:lnTo>
                  <a:pt x="904875" y="666750"/>
                </a:lnTo>
                <a:lnTo>
                  <a:pt x="895350" y="666750"/>
                </a:lnTo>
                <a:lnTo>
                  <a:pt x="895350" y="657225"/>
                </a:lnTo>
                <a:lnTo>
                  <a:pt x="857250" y="657225"/>
                </a:lnTo>
                <a:lnTo>
                  <a:pt x="857250" y="666750"/>
                </a:lnTo>
                <a:lnTo>
                  <a:pt x="847725" y="666750"/>
                </a:lnTo>
                <a:lnTo>
                  <a:pt x="847725" y="676275"/>
                </a:lnTo>
                <a:lnTo>
                  <a:pt x="809625" y="676275"/>
                </a:lnTo>
                <a:lnTo>
                  <a:pt x="809625" y="666750"/>
                </a:lnTo>
                <a:lnTo>
                  <a:pt x="800100" y="666750"/>
                </a:lnTo>
                <a:lnTo>
                  <a:pt x="800100" y="657225"/>
                </a:lnTo>
                <a:lnTo>
                  <a:pt x="790575" y="657225"/>
                </a:lnTo>
                <a:lnTo>
                  <a:pt x="790575" y="647700"/>
                </a:lnTo>
                <a:lnTo>
                  <a:pt x="781050" y="647700"/>
                </a:lnTo>
                <a:lnTo>
                  <a:pt x="781050" y="638175"/>
                </a:lnTo>
                <a:lnTo>
                  <a:pt x="771525" y="638175"/>
                </a:lnTo>
                <a:lnTo>
                  <a:pt x="771525" y="628650"/>
                </a:lnTo>
                <a:lnTo>
                  <a:pt x="762000" y="628650"/>
                </a:lnTo>
                <a:lnTo>
                  <a:pt x="762000" y="619125"/>
                </a:lnTo>
                <a:lnTo>
                  <a:pt x="752475" y="619125"/>
                </a:lnTo>
                <a:lnTo>
                  <a:pt x="752475" y="600075"/>
                </a:lnTo>
                <a:lnTo>
                  <a:pt x="723900" y="600075"/>
                </a:lnTo>
                <a:lnTo>
                  <a:pt x="723900" y="590550"/>
                </a:lnTo>
                <a:lnTo>
                  <a:pt x="714375" y="590550"/>
                </a:lnTo>
                <a:close/>
                <a:moveTo>
                  <a:pt x="733425" y="542925"/>
                </a:moveTo>
                <a:lnTo>
                  <a:pt x="742950" y="542925"/>
                </a:lnTo>
                <a:lnTo>
                  <a:pt x="742950" y="561975"/>
                </a:lnTo>
                <a:lnTo>
                  <a:pt x="733425" y="561975"/>
                </a:lnTo>
                <a:close/>
                <a:moveTo>
                  <a:pt x="752475" y="552450"/>
                </a:moveTo>
                <a:lnTo>
                  <a:pt x="762000" y="552450"/>
                </a:lnTo>
                <a:lnTo>
                  <a:pt x="762000" y="561975"/>
                </a:lnTo>
                <a:lnTo>
                  <a:pt x="752475" y="561975"/>
                </a:lnTo>
                <a:close/>
                <a:moveTo>
                  <a:pt x="857250" y="704850"/>
                </a:moveTo>
                <a:lnTo>
                  <a:pt x="876300" y="704850"/>
                </a:lnTo>
                <a:lnTo>
                  <a:pt x="876300" y="714375"/>
                </a:lnTo>
                <a:lnTo>
                  <a:pt x="857250" y="714375"/>
                </a:lnTo>
                <a:close/>
              </a:path>
            </a:pathLst>
          </a:custGeom>
          <a:solidFill xmlns:a="http://schemas.openxmlformats.org/drawingml/2006/main">
            <a:srgbClr val="2B4939"/>
          </a:solidFill>
          <a:ln xmlns:a="http://schemas.openxmlformats.org/drawingml/2006/main" w="0">
            <a:noFill/>
          </a:ln>
        </p:spPr>
      </p:sp>
      <p:sp>
        <p:nvSpPr>
          <p:cNvPr id="91" name="">
            <a:extLst xmlns:a="http://schemas.openxmlformats.org/drawingml/2006/main">
              <a:ext uri="{FF2B5EF4-FFF2-40B4-BE49-F238E27FC236}">
                <a16:creationId xmlns:a16="http://schemas.microsoft.com/office/drawing/2014/main" id="{96A9296B-3C3B-4AAB-B09D-D2D17F8A54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420350" y="2324100"/>
            <a:ext cx="1905000" cy="1000125"/>
          </a:xfrm>
          <a:prstGeom xmlns:a="http://schemas.openxmlformats.org/drawingml/2006/main" prst="rect">
            <a:avLst/>
          </a:prstGeom>
          <a:solidFill xmlns:a="http://schemas.openxmlformats.org/drawingml/2006/main">
            <a:srgbClr val="FAFAF6"/>
          </a:solidFill>
          <a:ln xmlns:a="http://schemas.openxmlformats.org/drawingml/2006/main" w="0">
            <a:noFill/>
          </a:ln>
        </p:spPr>
      </p:sp>
      <p:sp>
        <p:nvSpPr>
          <p:cNvPr id="92" name="">
            <a:extLst xmlns:a="http://schemas.openxmlformats.org/drawingml/2006/main">
              <a:ext uri="{FF2B5EF4-FFF2-40B4-BE49-F238E27FC236}">
                <a16:creationId xmlns:a16="http://schemas.microsoft.com/office/drawing/2014/main" id="{D390C219-D636-44F3-A274-008E659242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706100" y="2428875"/>
            <a:ext cx="1638300" cy="93345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l"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defPPr>
            <a:lvl1pPr algn="l"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1pPr>
            <a:lvl2pPr algn="l"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2pPr>
            <a:lvl3pPr algn="l"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3pPr>
            <a:lvl4pPr algn="l"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4pPr>
            <a:lvl5pPr algn="l"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5pPr>
            <a:lvl6pPr algn="l"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6pPr>
            <a:lvl7pPr algn="l"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7pPr>
            <a:lvl8pPr algn="l"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8pPr>
            <a:lvl9pPr algn="l"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l">
              <a:lnSpc>
                <a:spcPct val="105000"/>
              </a:lnSpc>
              <a:buNone/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pPr>
            <a:r>
              <a:rPr sz="1500" b="0">
                <a:solidFill>
                  <a:srgbClr val="1D4333"/>
                </a:solidFill>
                <a:latin typeface="Arial"/>
                <a:ea typeface="Arial"/>
                <a:cs typeface="Arial"/>
              </a:rPr>
              <a:t>Consultar qué se</a:t>
            </a:r>
          </a:p>
          <a:p xmlns:a="http://schemas.openxmlformats.org/drawingml/2006/main">
            <a:pPr algn="l">
              <a:lnSpc>
                <a:spcPct val="105000"/>
              </a:lnSpc>
              <a:buNone/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pPr>
            <a:r>
              <a:rPr sz="1500" b="0">
                <a:solidFill>
                  <a:srgbClr val="1D4333"/>
                </a:solidFill>
                <a:latin typeface="Arial"/>
                <a:ea typeface="Arial"/>
                <a:cs typeface="Arial"/>
              </a:rPr>
              <a:t>vendió durante</a:t>
            </a:r>
          </a:p>
          <a:p xmlns:a="http://schemas.openxmlformats.org/drawingml/2006/main">
            <a:pPr algn="l">
              <a:lnSpc>
                <a:spcPct val="105000"/>
              </a:lnSpc>
              <a:buNone/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pPr>
            <a:r>
              <a:rPr sz="1500" b="0">
                <a:solidFill>
                  <a:srgbClr val="1D4333"/>
                </a:solidFill>
                <a:latin typeface="Arial"/>
                <a:ea typeface="Arial"/>
                <a:cs typeface="Arial"/>
              </a:rPr>
              <a:t>cada turno</a:t>
            </a:r>
          </a:p>
        </p:txBody>
      </p:sp>
      <p:sp>
        <p:nvSpPr>
          <p:cNvPr id="93" name="">
            <a:extLst xmlns:a="http://schemas.openxmlformats.org/drawingml/2006/main">
              <a:ext uri="{FF2B5EF4-FFF2-40B4-BE49-F238E27FC236}">
                <a16:creationId xmlns:a16="http://schemas.microsoft.com/office/drawing/2014/main" id="{E431B76E-2DC4-4FF0-96FC-08E5153BE6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23900" y="3495675"/>
            <a:ext cx="3343275" cy="1143000"/>
          </a:xfrm>
          <a:prstGeom xmlns:a="http://schemas.openxmlformats.org/drawingml/2006/main" prst="roundRect">
            <a:avLst>
              <a:gd name="adj" fmla="val 18333"/>
            </a:avLst>
          </a:prstGeom>
          <a:solidFill xmlns:a="http://schemas.openxmlformats.org/drawingml/2006/main">
            <a:srgbClr val="FAFAF6"/>
          </a:solidFill>
          <a:ln xmlns:a="http://schemas.openxmlformats.org/drawingml/2006/main" w="23813">
            <a:solidFill>
              <a:srgbClr val="1D4333"/>
            </a:solidFill>
          </a:ln>
        </p:spPr>
      </p:sp>
      <p:sp>
        <p:nvSpPr>
          <p:cNvPr id="94" name="">
            <a:extLst xmlns:a="http://schemas.openxmlformats.org/drawingml/2006/main">
              <a:ext uri="{FF2B5EF4-FFF2-40B4-BE49-F238E27FC236}">
                <a16:creationId xmlns:a16="http://schemas.microsoft.com/office/drawing/2014/main" id="{75F112FF-EF37-408C-A18C-CA52F832B2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95350" y="3609975"/>
            <a:ext cx="1428750" cy="962025"/>
          </a:xfrm>
          <a:prstGeom xmlns:a="http://schemas.openxmlformats.org/drawingml/2006/main" prst="rect">
            <a:avLst/>
          </a:prstGeom>
          <a:solidFill xmlns:a="http://schemas.openxmlformats.org/drawingml/2006/main">
            <a:srgbClr val="F5F2E8"/>
          </a:solidFill>
          <a:ln xmlns:a="http://schemas.openxmlformats.org/drawingml/2006/main" w="0">
            <a:noFill/>
          </a:ln>
        </p:spPr>
      </p:sp>
      <p:sp>
        <p:nvSpPr>
          <p:cNvPr id="95" name="v10 vector #fafbf6">
            <a:extLst xmlns:a="http://schemas.openxmlformats.org/drawingml/2006/main">
              <a:ext uri="{FF2B5EF4-FFF2-40B4-BE49-F238E27FC236}">
                <a16:creationId xmlns:a16="http://schemas.microsoft.com/office/drawing/2014/main" id="{0E8FFD62-5079-4E72-87D9-721BBFBCDD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5350" y="3609975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733425" y="38100"/>
                </a:moveTo>
                <a:lnTo>
                  <a:pt x="752475" y="38100"/>
                </a:lnTo>
                <a:lnTo>
                  <a:pt x="752475" y="57150"/>
                </a:lnTo>
                <a:lnTo>
                  <a:pt x="733425" y="57150"/>
                </a:lnTo>
                <a:close/>
                <a:moveTo>
                  <a:pt x="1114425" y="38100"/>
                </a:moveTo>
                <a:lnTo>
                  <a:pt x="1123950" y="38100"/>
                </a:lnTo>
                <a:lnTo>
                  <a:pt x="1123950" y="47625"/>
                </a:lnTo>
                <a:lnTo>
                  <a:pt x="1114425" y="47625"/>
                </a:lnTo>
                <a:close/>
                <a:moveTo>
                  <a:pt x="1162050" y="47625"/>
                </a:moveTo>
                <a:lnTo>
                  <a:pt x="1171575" y="47625"/>
                </a:lnTo>
                <a:lnTo>
                  <a:pt x="1171575" y="57150"/>
                </a:lnTo>
                <a:lnTo>
                  <a:pt x="1162050" y="57150"/>
                </a:lnTo>
                <a:close/>
                <a:moveTo>
                  <a:pt x="666750" y="76200"/>
                </a:moveTo>
                <a:lnTo>
                  <a:pt x="676275" y="76200"/>
                </a:lnTo>
                <a:lnTo>
                  <a:pt x="676275" y="95250"/>
                </a:lnTo>
                <a:lnTo>
                  <a:pt x="666750" y="95250"/>
                </a:lnTo>
                <a:lnTo>
                  <a:pt x="666750" y="104775"/>
                </a:lnTo>
                <a:lnTo>
                  <a:pt x="657225" y="104775"/>
                </a:lnTo>
                <a:lnTo>
                  <a:pt x="657225" y="85725"/>
                </a:lnTo>
                <a:lnTo>
                  <a:pt x="666750" y="85725"/>
                </a:lnTo>
                <a:close/>
                <a:moveTo>
                  <a:pt x="1200150" y="95250"/>
                </a:moveTo>
                <a:lnTo>
                  <a:pt x="1209675" y="95250"/>
                </a:lnTo>
                <a:lnTo>
                  <a:pt x="1209675" y="666750"/>
                </a:lnTo>
                <a:lnTo>
                  <a:pt x="1200150" y="666750"/>
                </a:lnTo>
                <a:close/>
                <a:moveTo>
                  <a:pt x="638175" y="114300"/>
                </a:moveTo>
                <a:lnTo>
                  <a:pt x="647700" y="114300"/>
                </a:lnTo>
                <a:lnTo>
                  <a:pt x="647700" y="171450"/>
                </a:lnTo>
                <a:lnTo>
                  <a:pt x="638175" y="171450"/>
                </a:lnTo>
                <a:close/>
                <a:moveTo>
                  <a:pt x="238125" y="123825"/>
                </a:moveTo>
                <a:lnTo>
                  <a:pt x="247650" y="123825"/>
                </a:lnTo>
                <a:lnTo>
                  <a:pt x="247650" y="142875"/>
                </a:lnTo>
                <a:lnTo>
                  <a:pt x="219075" y="142875"/>
                </a:lnTo>
                <a:lnTo>
                  <a:pt x="219075" y="152400"/>
                </a:lnTo>
                <a:lnTo>
                  <a:pt x="190500" y="152400"/>
                </a:lnTo>
                <a:lnTo>
                  <a:pt x="190500" y="142875"/>
                </a:lnTo>
                <a:lnTo>
                  <a:pt x="209550" y="142875"/>
                </a:lnTo>
                <a:lnTo>
                  <a:pt x="209550" y="133350"/>
                </a:lnTo>
                <a:lnTo>
                  <a:pt x="238125" y="133350"/>
                </a:lnTo>
                <a:close/>
                <a:moveTo>
                  <a:pt x="276225" y="123825"/>
                </a:moveTo>
                <a:lnTo>
                  <a:pt x="295275" y="123825"/>
                </a:lnTo>
                <a:lnTo>
                  <a:pt x="295275" y="133350"/>
                </a:lnTo>
                <a:lnTo>
                  <a:pt x="314325" y="133350"/>
                </a:lnTo>
                <a:lnTo>
                  <a:pt x="314325" y="142875"/>
                </a:lnTo>
                <a:lnTo>
                  <a:pt x="333375" y="142875"/>
                </a:lnTo>
                <a:lnTo>
                  <a:pt x="333375" y="152400"/>
                </a:lnTo>
                <a:lnTo>
                  <a:pt x="352425" y="152400"/>
                </a:lnTo>
                <a:lnTo>
                  <a:pt x="352425" y="161925"/>
                </a:lnTo>
                <a:lnTo>
                  <a:pt x="361950" y="161925"/>
                </a:lnTo>
                <a:lnTo>
                  <a:pt x="361950" y="171450"/>
                </a:lnTo>
                <a:lnTo>
                  <a:pt x="352425" y="171450"/>
                </a:lnTo>
                <a:lnTo>
                  <a:pt x="352425" y="180975"/>
                </a:lnTo>
                <a:lnTo>
                  <a:pt x="342900" y="180975"/>
                </a:lnTo>
                <a:lnTo>
                  <a:pt x="342900" y="190500"/>
                </a:lnTo>
                <a:lnTo>
                  <a:pt x="333375" y="190500"/>
                </a:lnTo>
                <a:lnTo>
                  <a:pt x="333375" y="200025"/>
                </a:lnTo>
                <a:lnTo>
                  <a:pt x="314325" y="200025"/>
                </a:lnTo>
                <a:lnTo>
                  <a:pt x="314325" y="190500"/>
                </a:lnTo>
                <a:lnTo>
                  <a:pt x="304800" y="190500"/>
                </a:lnTo>
                <a:lnTo>
                  <a:pt x="304800" y="180975"/>
                </a:lnTo>
                <a:lnTo>
                  <a:pt x="295275" y="180975"/>
                </a:lnTo>
                <a:lnTo>
                  <a:pt x="295275" y="171450"/>
                </a:lnTo>
                <a:lnTo>
                  <a:pt x="285750" y="171450"/>
                </a:lnTo>
                <a:lnTo>
                  <a:pt x="285750" y="161925"/>
                </a:lnTo>
                <a:lnTo>
                  <a:pt x="276225" y="161925"/>
                </a:lnTo>
                <a:lnTo>
                  <a:pt x="276225" y="152400"/>
                </a:lnTo>
                <a:lnTo>
                  <a:pt x="266700" y="152400"/>
                </a:lnTo>
                <a:lnTo>
                  <a:pt x="266700" y="142875"/>
                </a:lnTo>
                <a:lnTo>
                  <a:pt x="257175" y="142875"/>
                </a:lnTo>
                <a:lnTo>
                  <a:pt x="257175" y="133350"/>
                </a:lnTo>
                <a:lnTo>
                  <a:pt x="276225" y="133350"/>
                </a:lnTo>
                <a:close/>
                <a:moveTo>
                  <a:pt x="600075" y="142875"/>
                </a:moveTo>
                <a:lnTo>
                  <a:pt x="609600" y="142875"/>
                </a:lnTo>
                <a:lnTo>
                  <a:pt x="609600" y="152400"/>
                </a:lnTo>
                <a:lnTo>
                  <a:pt x="600075" y="152400"/>
                </a:lnTo>
                <a:close/>
                <a:moveTo>
                  <a:pt x="619125" y="142875"/>
                </a:moveTo>
                <a:lnTo>
                  <a:pt x="628650" y="142875"/>
                </a:lnTo>
                <a:lnTo>
                  <a:pt x="628650" y="152400"/>
                </a:lnTo>
                <a:lnTo>
                  <a:pt x="619125" y="152400"/>
                </a:lnTo>
                <a:close/>
                <a:moveTo>
                  <a:pt x="1076325" y="180975"/>
                </a:moveTo>
                <a:lnTo>
                  <a:pt x="1085850" y="180975"/>
                </a:lnTo>
                <a:lnTo>
                  <a:pt x="1085850" y="200025"/>
                </a:lnTo>
                <a:lnTo>
                  <a:pt x="1076325" y="200025"/>
                </a:lnTo>
                <a:close/>
                <a:moveTo>
                  <a:pt x="771525" y="190500"/>
                </a:moveTo>
                <a:lnTo>
                  <a:pt x="781050" y="190500"/>
                </a:lnTo>
                <a:lnTo>
                  <a:pt x="781050" y="209550"/>
                </a:lnTo>
                <a:lnTo>
                  <a:pt x="790575" y="209550"/>
                </a:lnTo>
                <a:lnTo>
                  <a:pt x="790575" y="219075"/>
                </a:lnTo>
                <a:lnTo>
                  <a:pt x="781050" y="219075"/>
                </a:lnTo>
                <a:lnTo>
                  <a:pt x="781050" y="228600"/>
                </a:lnTo>
                <a:lnTo>
                  <a:pt x="771525" y="228600"/>
                </a:lnTo>
                <a:lnTo>
                  <a:pt x="771525" y="219075"/>
                </a:lnTo>
                <a:lnTo>
                  <a:pt x="762000" y="219075"/>
                </a:lnTo>
                <a:lnTo>
                  <a:pt x="762000" y="200025"/>
                </a:lnTo>
                <a:lnTo>
                  <a:pt x="771525" y="200025"/>
                </a:lnTo>
                <a:close/>
                <a:moveTo>
                  <a:pt x="1076325" y="209550"/>
                </a:moveTo>
                <a:lnTo>
                  <a:pt x="1095375" y="209550"/>
                </a:lnTo>
                <a:lnTo>
                  <a:pt x="1095375" y="219075"/>
                </a:lnTo>
                <a:lnTo>
                  <a:pt x="1076325" y="219075"/>
                </a:lnTo>
                <a:close/>
                <a:moveTo>
                  <a:pt x="28575" y="247650"/>
                </a:moveTo>
                <a:lnTo>
                  <a:pt x="38100" y="247650"/>
                </a:lnTo>
                <a:lnTo>
                  <a:pt x="38100" y="257175"/>
                </a:lnTo>
                <a:lnTo>
                  <a:pt x="47625" y="257175"/>
                </a:lnTo>
                <a:lnTo>
                  <a:pt x="47625" y="276225"/>
                </a:lnTo>
                <a:lnTo>
                  <a:pt x="57150" y="276225"/>
                </a:lnTo>
                <a:lnTo>
                  <a:pt x="57150" y="285750"/>
                </a:lnTo>
                <a:lnTo>
                  <a:pt x="66675" y="285750"/>
                </a:lnTo>
                <a:lnTo>
                  <a:pt x="66675" y="295275"/>
                </a:lnTo>
                <a:lnTo>
                  <a:pt x="76200" y="295275"/>
                </a:lnTo>
                <a:lnTo>
                  <a:pt x="76200" y="304800"/>
                </a:lnTo>
                <a:lnTo>
                  <a:pt x="66675" y="304800"/>
                </a:lnTo>
                <a:lnTo>
                  <a:pt x="66675" y="314325"/>
                </a:lnTo>
                <a:lnTo>
                  <a:pt x="57150" y="314325"/>
                </a:lnTo>
                <a:lnTo>
                  <a:pt x="57150" y="304800"/>
                </a:lnTo>
                <a:lnTo>
                  <a:pt x="47625" y="304800"/>
                </a:lnTo>
                <a:lnTo>
                  <a:pt x="47625" y="285750"/>
                </a:lnTo>
                <a:lnTo>
                  <a:pt x="38100" y="285750"/>
                </a:lnTo>
                <a:lnTo>
                  <a:pt x="38100" y="276225"/>
                </a:lnTo>
                <a:lnTo>
                  <a:pt x="28575" y="276225"/>
                </a:lnTo>
                <a:close/>
                <a:moveTo>
                  <a:pt x="619125" y="304800"/>
                </a:moveTo>
                <a:lnTo>
                  <a:pt x="647700" y="304800"/>
                </a:lnTo>
                <a:lnTo>
                  <a:pt x="647700" y="361950"/>
                </a:lnTo>
                <a:lnTo>
                  <a:pt x="638175" y="361950"/>
                </a:lnTo>
                <a:lnTo>
                  <a:pt x="638175" y="333375"/>
                </a:lnTo>
                <a:lnTo>
                  <a:pt x="619125" y="333375"/>
                </a:lnTo>
                <a:lnTo>
                  <a:pt x="619125" y="323850"/>
                </a:lnTo>
                <a:lnTo>
                  <a:pt x="609600" y="323850"/>
                </a:lnTo>
                <a:lnTo>
                  <a:pt x="609600" y="314325"/>
                </a:lnTo>
                <a:lnTo>
                  <a:pt x="619125" y="314325"/>
                </a:lnTo>
                <a:close/>
                <a:moveTo>
                  <a:pt x="571500" y="323850"/>
                </a:moveTo>
                <a:lnTo>
                  <a:pt x="600075" y="323850"/>
                </a:lnTo>
                <a:lnTo>
                  <a:pt x="600075" y="342900"/>
                </a:lnTo>
                <a:lnTo>
                  <a:pt x="581025" y="342900"/>
                </a:lnTo>
                <a:lnTo>
                  <a:pt x="581025" y="333375"/>
                </a:lnTo>
                <a:lnTo>
                  <a:pt x="571500" y="333375"/>
                </a:lnTo>
                <a:close/>
                <a:moveTo>
                  <a:pt x="771525" y="352425"/>
                </a:moveTo>
                <a:lnTo>
                  <a:pt x="781050" y="352425"/>
                </a:lnTo>
                <a:lnTo>
                  <a:pt x="781050" y="361950"/>
                </a:lnTo>
                <a:lnTo>
                  <a:pt x="771525" y="361950"/>
                </a:lnTo>
                <a:close/>
                <a:moveTo>
                  <a:pt x="19050" y="361950"/>
                </a:moveTo>
                <a:lnTo>
                  <a:pt x="47625" y="361950"/>
                </a:lnTo>
                <a:lnTo>
                  <a:pt x="47625" y="371475"/>
                </a:lnTo>
                <a:lnTo>
                  <a:pt x="38100" y="371475"/>
                </a:lnTo>
                <a:lnTo>
                  <a:pt x="38100" y="381000"/>
                </a:lnTo>
                <a:lnTo>
                  <a:pt x="19050" y="381000"/>
                </a:lnTo>
                <a:close/>
                <a:moveTo>
                  <a:pt x="600075" y="361950"/>
                </a:moveTo>
                <a:lnTo>
                  <a:pt x="609600" y="361950"/>
                </a:lnTo>
                <a:lnTo>
                  <a:pt x="609600" y="371475"/>
                </a:lnTo>
                <a:lnTo>
                  <a:pt x="600075" y="371475"/>
                </a:lnTo>
                <a:close/>
                <a:moveTo>
                  <a:pt x="762000" y="371475"/>
                </a:moveTo>
                <a:lnTo>
                  <a:pt x="781050" y="371475"/>
                </a:lnTo>
                <a:lnTo>
                  <a:pt x="781050" y="447675"/>
                </a:lnTo>
                <a:lnTo>
                  <a:pt x="771525" y="447675"/>
                </a:lnTo>
                <a:lnTo>
                  <a:pt x="771525" y="419100"/>
                </a:lnTo>
                <a:lnTo>
                  <a:pt x="762000" y="419100"/>
                </a:lnTo>
                <a:close/>
                <a:moveTo>
                  <a:pt x="638175" y="409575"/>
                </a:moveTo>
                <a:lnTo>
                  <a:pt x="647700" y="409575"/>
                </a:lnTo>
                <a:lnTo>
                  <a:pt x="647700" y="419100"/>
                </a:lnTo>
                <a:lnTo>
                  <a:pt x="638175" y="419100"/>
                </a:lnTo>
                <a:close/>
                <a:moveTo>
                  <a:pt x="57150" y="428625"/>
                </a:moveTo>
                <a:lnTo>
                  <a:pt x="76200" y="428625"/>
                </a:lnTo>
                <a:lnTo>
                  <a:pt x="76200" y="438150"/>
                </a:lnTo>
                <a:lnTo>
                  <a:pt x="95250" y="438150"/>
                </a:lnTo>
                <a:lnTo>
                  <a:pt x="95250" y="457200"/>
                </a:lnTo>
                <a:lnTo>
                  <a:pt x="76200" y="457200"/>
                </a:lnTo>
                <a:lnTo>
                  <a:pt x="76200" y="447675"/>
                </a:lnTo>
                <a:lnTo>
                  <a:pt x="66675" y="447675"/>
                </a:lnTo>
                <a:lnTo>
                  <a:pt x="66675" y="438150"/>
                </a:lnTo>
                <a:lnTo>
                  <a:pt x="57150" y="438150"/>
                </a:lnTo>
                <a:close/>
                <a:moveTo>
                  <a:pt x="571500" y="428625"/>
                </a:moveTo>
                <a:lnTo>
                  <a:pt x="581025" y="428625"/>
                </a:lnTo>
                <a:lnTo>
                  <a:pt x="581025" y="447675"/>
                </a:lnTo>
                <a:lnTo>
                  <a:pt x="571500" y="447675"/>
                </a:lnTo>
                <a:lnTo>
                  <a:pt x="571500" y="485775"/>
                </a:lnTo>
                <a:lnTo>
                  <a:pt x="552450" y="485775"/>
                </a:lnTo>
                <a:lnTo>
                  <a:pt x="552450" y="438150"/>
                </a:lnTo>
                <a:lnTo>
                  <a:pt x="571500" y="438150"/>
                </a:lnTo>
                <a:close/>
                <a:moveTo>
                  <a:pt x="771525" y="466725"/>
                </a:moveTo>
                <a:lnTo>
                  <a:pt x="781050" y="466725"/>
                </a:lnTo>
                <a:lnTo>
                  <a:pt x="781050" y="476250"/>
                </a:lnTo>
                <a:lnTo>
                  <a:pt x="771525" y="476250"/>
                </a:lnTo>
                <a:close/>
                <a:moveTo>
                  <a:pt x="876300" y="466725"/>
                </a:moveTo>
                <a:lnTo>
                  <a:pt x="895350" y="466725"/>
                </a:lnTo>
                <a:lnTo>
                  <a:pt x="895350" y="476250"/>
                </a:lnTo>
                <a:lnTo>
                  <a:pt x="876300" y="476250"/>
                </a:lnTo>
                <a:close/>
                <a:moveTo>
                  <a:pt x="495300" y="600075"/>
                </a:moveTo>
                <a:lnTo>
                  <a:pt x="533400" y="600075"/>
                </a:lnTo>
                <a:lnTo>
                  <a:pt x="533400" y="609600"/>
                </a:lnTo>
                <a:lnTo>
                  <a:pt x="523875" y="609600"/>
                </a:lnTo>
                <a:lnTo>
                  <a:pt x="523875" y="619125"/>
                </a:lnTo>
                <a:lnTo>
                  <a:pt x="514350" y="619125"/>
                </a:lnTo>
                <a:lnTo>
                  <a:pt x="514350" y="628650"/>
                </a:lnTo>
                <a:lnTo>
                  <a:pt x="485775" y="628650"/>
                </a:lnTo>
                <a:lnTo>
                  <a:pt x="485775" y="609600"/>
                </a:lnTo>
                <a:lnTo>
                  <a:pt x="495300" y="609600"/>
                </a:lnTo>
                <a:close/>
                <a:moveTo>
                  <a:pt x="1028700" y="600075"/>
                </a:moveTo>
                <a:lnTo>
                  <a:pt x="1095375" y="600075"/>
                </a:lnTo>
                <a:lnTo>
                  <a:pt x="1095375" y="609600"/>
                </a:lnTo>
                <a:lnTo>
                  <a:pt x="1104900" y="609600"/>
                </a:lnTo>
                <a:lnTo>
                  <a:pt x="1104900" y="619125"/>
                </a:lnTo>
                <a:lnTo>
                  <a:pt x="1095375" y="619125"/>
                </a:lnTo>
                <a:lnTo>
                  <a:pt x="1095375" y="638175"/>
                </a:lnTo>
                <a:lnTo>
                  <a:pt x="1057275" y="638175"/>
                </a:lnTo>
                <a:lnTo>
                  <a:pt x="1057275" y="628650"/>
                </a:lnTo>
                <a:lnTo>
                  <a:pt x="1047750" y="628650"/>
                </a:lnTo>
                <a:lnTo>
                  <a:pt x="1047750" y="619125"/>
                </a:lnTo>
                <a:lnTo>
                  <a:pt x="1019175" y="619125"/>
                </a:lnTo>
                <a:lnTo>
                  <a:pt x="1019175" y="609600"/>
                </a:lnTo>
                <a:lnTo>
                  <a:pt x="1028700" y="609600"/>
                </a:lnTo>
                <a:close/>
                <a:moveTo>
                  <a:pt x="762000" y="609600"/>
                </a:moveTo>
                <a:lnTo>
                  <a:pt x="771525" y="609600"/>
                </a:lnTo>
                <a:lnTo>
                  <a:pt x="771525" y="619125"/>
                </a:lnTo>
                <a:lnTo>
                  <a:pt x="762000" y="619125"/>
                </a:lnTo>
                <a:close/>
                <a:moveTo>
                  <a:pt x="523875" y="628650"/>
                </a:moveTo>
                <a:lnTo>
                  <a:pt x="533400" y="628650"/>
                </a:lnTo>
                <a:lnTo>
                  <a:pt x="533400" y="638175"/>
                </a:lnTo>
                <a:lnTo>
                  <a:pt x="523875" y="638175"/>
                </a:lnTo>
                <a:close/>
                <a:moveTo>
                  <a:pt x="200025" y="638175"/>
                </a:moveTo>
                <a:lnTo>
                  <a:pt x="228600" y="638175"/>
                </a:lnTo>
                <a:lnTo>
                  <a:pt x="228600" y="647700"/>
                </a:lnTo>
                <a:lnTo>
                  <a:pt x="247650" y="647700"/>
                </a:lnTo>
                <a:lnTo>
                  <a:pt x="247650" y="657225"/>
                </a:lnTo>
                <a:lnTo>
                  <a:pt x="219075" y="657225"/>
                </a:lnTo>
                <a:lnTo>
                  <a:pt x="219075" y="647700"/>
                </a:lnTo>
                <a:lnTo>
                  <a:pt x="200025" y="647700"/>
                </a:lnTo>
                <a:close/>
                <a:moveTo>
                  <a:pt x="638175" y="638175"/>
                </a:moveTo>
                <a:lnTo>
                  <a:pt x="647700" y="638175"/>
                </a:lnTo>
                <a:lnTo>
                  <a:pt x="647700" y="647700"/>
                </a:lnTo>
                <a:lnTo>
                  <a:pt x="638175" y="647700"/>
                </a:lnTo>
                <a:close/>
                <a:moveTo>
                  <a:pt x="723900" y="666750"/>
                </a:moveTo>
                <a:lnTo>
                  <a:pt x="733425" y="666750"/>
                </a:lnTo>
                <a:lnTo>
                  <a:pt x="733425" y="676275"/>
                </a:lnTo>
                <a:lnTo>
                  <a:pt x="742950" y="676275"/>
                </a:lnTo>
                <a:lnTo>
                  <a:pt x="742950" y="695325"/>
                </a:lnTo>
                <a:lnTo>
                  <a:pt x="733425" y="695325"/>
                </a:lnTo>
                <a:lnTo>
                  <a:pt x="733425" y="685800"/>
                </a:lnTo>
                <a:lnTo>
                  <a:pt x="723900" y="685800"/>
                </a:lnTo>
                <a:close/>
                <a:moveTo>
                  <a:pt x="1190625" y="800100"/>
                </a:moveTo>
                <a:lnTo>
                  <a:pt x="1209675" y="800100"/>
                </a:lnTo>
                <a:lnTo>
                  <a:pt x="1209675" y="809625"/>
                </a:lnTo>
                <a:lnTo>
                  <a:pt x="1190625" y="809625"/>
                </a:lnTo>
                <a:close/>
              </a:path>
            </a:pathLst>
          </a:custGeom>
          <a:solidFill xmlns:a="http://schemas.openxmlformats.org/drawingml/2006/main">
            <a:srgbClr val="FAFBF6"/>
          </a:solidFill>
          <a:ln xmlns:a="http://schemas.openxmlformats.org/drawingml/2006/main" w="0">
            <a:noFill/>
          </a:ln>
        </p:spPr>
      </p:sp>
      <p:sp>
        <p:nvSpPr>
          <p:cNvPr id="96" name="v10 vector #f9f9f5">
            <a:extLst xmlns:a="http://schemas.openxmlformats.org/drawingml/2006/main">
              <a:ext uri="{FF2B5EF4-FFF2-40B4-BE49-F238E27FC236}">
                <a16:creationId xmlns:a16="http://schemas.microsoft.com/office/drawing/2014/main" id="{EFB1F510-A847-40A5-A678-2FF1BB6768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5350" y="3609975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66675" y="0"/>
                </a:moveTo>
                <a:lnTo>
                  <a:pt x="76200" y="0"/>
                </a:lnTo>
                <a:lnTo>
                  <a:pt x="76200" y="19050"/>
                </a:lnTo>
                <a:lnTo>
                  <a:pt x="66675" y="19050"/>
                </a:lnTo>
                <a:close/>
                <a:moveTo>
                  <a:pt x="228600" y="0"/>
                </a:moveTo>
                <a:lnTo>
                  <a:pt x="257175" y="0"/>
                </a:lnTo>
                <a:lnTo>
                  <a:pt x="257175" y="9525"/>
                </a:lnTo>
                <a:lnTo>
                  <a:pt x="247650" y="9525"/>
                </a:lnTo>
                <a:lnTo>
                  <a:pt x="247650" y="19050"/>
                </a:lnTo>
                <a:lnTo>
                  <a:pt x="228600" y="19050"/>
                </a:lnTo>
                <a:close/>
                <a:moveTo>
                  <a:pt x="561975" y="0"/>
                </a:moveTo>
                <a:lnTo>
                  <a:pt x="571500" y="0"/>
                </a:lnTo>
                <a:lnTo>
                  <a:pt x="571500" y="9525"/>
                </a:lnTo>
                <a:lnTo>
                  <a:pt x="561975" y="9525"/>
                </a:lnTo>
                <a:close/>
                <a:moveTo>
                  <a:pt x="685800" y="0"/>
                </a:moveTo>
                <a:lnTo>
                  <a:pt x="714375" y="0"/>
                </a:lnTo>
                <a:lnTo>
                  <a:pt x="714375" y="19050"/>
                </a:lnTo>
                <a:lnTo>
                  <a:pt x="704850" y="19050"/>
                </a:lnTo>
                <a:lnTo>
                  <a:pt x="704850" y="9525"/>
                </a:lnTo>
                <a:lnTo>
                  <a:pt x="695325" y="9525"/>
                </a:lnTo>
                <a:lnTo>
                  <a:pt x="695325" y="19050"/>
                </a:lnTo>
                <a:lnTo>
                  <a:pt x="685800" y="19050"/>
                </a:lnTo>
                <a:close/>
                <a:moveTo>
                  <a:pt x="962025" y="0"/>
                </a:moveTo>
                <a:lnTo>
                  <a:pt x="981075" y="0"/>
                </a:lnTo>
                <a:lnTo>
                  <a:pt x="981075" y="19050"/>
                </a:lnTo>
                <a:lnTo>
                  <a:pt x="962025" y="19050"/>
                </a:lnTo>
                <a:close/>
                <a:moveTo>
                  <a:pt x="1076325" y="0"/>
                </a:moveTo>
                <a:lnTo>
                  <a:pt x="1085850" y="0"/>
                </a:lnTo>
                <a:lnTo>
                  <a:pt x="1085850" y="19050"/>
                </a:lnTo>
                <a:lnTo>
                  <a:pt x="1076325" y="19050"/>
                </a:lnTo>
                <a:close/>
                <a:moveTo>
                  <a:pt x="638175" y="19050"/>
                </a:moveTo>
                <a:lnTo>
                  <a:pt x="676275" y="19050"/>
                </a:lnTo>
                <a:lnTo>
                  <a:pt x="676275" y="28575"/>
                </a:lnTo>
                <a:lnTo>
                  <a:pt x="695325" y="28575"/>
                </a:lnTo>
                <a:lnTo>
                  <a:pt x="695325" y="38100"/>
                </a:lnTo>
                <a:lnTo>
                  <a:pt x="704850" y="38100"/>
                </a:lnTo>
                <a:lnTo>
                  <a:pt x="704850" y="28575"/>
                </a:lnTo>
                <a:lnTo>
                  <a:pt x="752475" y="28575"/>
                </a:lnTo>
                <a:lnTo>
                  <a:pt x="752475" y="19050"/>
                </a:lnTo>
                <a:lnTo>
                  <a:pt x="771525" y="19050"/>
                </a:lnTo>
                <a:lnTo>
                  <a:pt x="771525" y="28575"/>
                </a:lnTo>
                <a:lnTo>
                  <a:pt x="762000" y="28575"/>
                </a:lnTo>
                <a:lnTo>
                  <a:pt x="762000" y="57150"/>
                </a:lnTo>
                <a:lnTo>
                  <a:pt x="752475" y="57150"/>
                </a:lnTo>
                <a:lnTo>
                  <a:pt x="752475" y="38100"/>
                </a:lnTo>
                <a:lnTo>
                  <a:pt x="733425" y="38100"/>
                </a:lnTo>
                <a:lnTo>
                  <a:pt x="733425" y="47625"/>
                </a:lnTo>
                <a:lnTo>
                  <a:pt x="714375" y="47625"/>
                </a:lnTo>
                <a:lnTo>
                  <a:pt x="714375" y="57150"/>
                </a:lnTo>
                <a:lnTo>
                  <a:pt x="704850" y="57150"/>
                </a:lnTo>
                <a:lnTo>
                  <a:pt x="704850" y="66675"/>
                </a:lnTo>
                <a:lnTo>
                  <a:pt x="685800" y="66675"/>
                </a:lnTo>
                <a:lnTo>
                  <a:pt x="685800" y="47625"/>
                </a:lnTo>
                <a:lnTo>
                  <a:pt x="657225" y="47625"/>
                </a:lnTo>
                <a:lnTo>
                  <a:pt x="657225" y="57150"/>
                </a:lnTo>
                <a:lnTo>
                  <a:pt x="647700" y="57150"/>
                </a:lnTo>
                <a:lnTo>
                  <a:pt x="647700" y="38100"/>
                </a:lnTo>
                <a:lnTo>
                  <a:pt x="638175" y="38100"/>
                </a:lnTo>
                <a:close/>
                <a:moveTo>
                  <a:pt x="990600" y="28575"/>
                </a:moveTo>
                <a:lnTo>
                  <a:pt x="1009650" y="28575"/>
                </a:lnTo>
                <a:lnTo>
                  <a:pt x="1009650" y="47625"/>
                </a:lnTo>
                <a:lnTo>
                  <a:pt x="990600" y="47625"/>
                </a:lnTo>
                <a:close/>
                <a:moveTo>
                  <a:pt x="1114425" y="28575"/>
                </a:moveTo>
                <a:lnTo>
                  <a:pt x="1133475" y="28575"/>
                </a:lnTo>
                <a:lnTo>
                  <a:pt x="1133475" y="38100"/>
                </a:lnTo>
                <a:lnTo>
                  <a:pt x="1143000" y="38100"/>
                </a:lnTo>
                <a:lnTo>
                  <a:pt x="1143000" y="47625"/>
                </a:lnTo>
                <a:lnTo>
                  <a:pt x="1133475" y="47625"/>
                </a:lnTo>
                <a:lnTo>
                  <a:pt x="1133475" y="57150"/>
                </a:lnTo>
                <a:lnTo>
                  <a:pt x="1095375" y="57150"/>
                </a:lnTo>
                <a:lnTo>
                  <a:pt x="1095375" y="47625"/>
                </a:lnTo>
                <a:lnTo>
                  <a:pt x="1104900" y="47625"/>
                </a:lnTo>
                <a:lnTo>
                  <a:pt x="1104900" y="38100"/>
                </a:lnTo>
                <a:lnTo>
                  <a:pt x="1114425" y="38100"/>
                </a:lnTo>
                <a:close/>
                <a:moveTo>
                  <a:pt x="1171575" y="38100"/>
                </a:moveTo>
                <a:lnTo>
                  <a:pt x="1200150" y="38100"/>
                </a:lnTo>
                <a:lnTo>
                  <a:pt x="1200150" y="57150"/>
                </a:lnTo>
                <a:lnTo>
                  <a:pt x="1190625" y="57150"/>
                </a:lnTo>
                <a:lnTo>
                  <a:pt x="1190625" y="66675"/>
                </a:lnTo>
                <a:lnTo>
                  <a:pt x="1171575" y="66675"/>
                </a:lnTo>
                <a:close/>
                <a:moveTo>
                  <a:pt x="790575" y="47625"/>
                </a:moveTo>
                <a:lnTo>
                  <a:pt x="800100" y="47625"/>
                </a:lnTo>
                <a:lnTo>
                  <a:pt x="800100" y="57150"/>
                </a:lnTo>
                <a:lnTo>
                  <a:pt x="790575" y="57150"/>
                </a:lnTo>
                <a:close/>
                <a:moveTo>
                  <a:pt x="1114425" y="47625"/>
                </a:moveTo>
                <a:lnTo>
                  <a:pt x="1123950" y="47625"/>
                </a:lnTo>
                <a:lnTo>
                  <a:pt x="1123950" y="38100"/>
                </a:lnTo>
                <a:lnTo>
                  <a:pt x="1114425" y="38100"/>
                </a:lnTo>
                <a:close/>
                <a:moveTo>
                  <a:pt x="638175" y="66675"/>
                </a:moveTo>
                <a:lnTo>
                  <a:pt x="647700" y="66675"/>
                </a:lnTo>
                <a:lnTo>
                  <a:pt x="647700" y="76200"/>
                </a:lnTo>
                <a:lnTo>
                  <a:pt x="638175" y="76200"/>
                </a:lnTo>
                <a:close/>
                <a:moveTo>
                  <a:pt x="666750" y="66675"/>
                </a:moveTo>
                <a:lnTo>
                  <a:pt x="676275" y="66675"/>
                </a:lnTo>
                <a:lnTo>
                  <a:pt x="676275" y="76200"/>
                </a:lnTo>
                <a:lnTo>
                  <a:pt x="666750" y="76200"/>
                </a:lnTo>
                <a:close/>
                <a:moveTo>
                  <a:pt x="771525" y="66675"/>
                </a:moveTo>
                <a:lnTo>
                  <a:pt x="800100" y="66675"/>
                </a:lnTo>
                <a:lnTo>
                  <a:pt x="800100" y="76200"/>
                </a:lnTo>
                <a:lnTo>
                  <a:pt x="771525" y="76200"/>
                </a:lnTo>
                <a:close/>
                <a:moveTo>
                  <a:pt x="657225" y="76200"/>
                </a:moveTo>
                <a:lnTo>
                  <a:pt x="666750" y="76200"/>
                </a:lnTo>
                <a:lnTo>
                  <a:pt x="666750" y="85725"/>
                </a:lnTo>
                <a:lnTo>
                  <a:pt x="657225" y="85725"/>
                </a:lnTo>
                <a:close/>
                <a:moveTo>
                  <a:pt x="1076325" y="76200"/>
                </a:moveTo>
                <a:lnTo>
                  <a:pt x="1095375" y="76200"/>
                </a:lnTo>
                <a:lnTo>
                  <a:pt x="1095375" y="95250"/>
                </a:lnTo>
                <a:lnTo>
                  <a:pt x="1085850" y="95250"/>
                </a:lnTo>
                <a:lnTo>
                  <a:pt x="1085850" y="123825"/>
                </a:lnTo>
                <a:lnTo>
                  <a:pt x="1095375" y="123825"/>
                </a:lnTo>
                <a:lnTo>
                  <a:pt x="1095375" y="133350"/>
                </a:lnTo>
                <a:lnTo>
                  <a:pt x="1085850" y="133350"/>
                </a:lnTo>
                <a:lnTo>
                  <a:pt x="1085850" y="171450"/>
                </a:lnTo>
                <a:lnTo>
                  <a:pt x="1076325" y="171450"/>
                </a:lnTo>
                <a:lnTo>
                  <a:pt x="1076325" y="133350"/>
                </a:lnTo>
                <a:lnTo>
                  <a:pt x="1066800" y="133350"/>
                </a:lnTo>
                <a:lnTo>
                  <a:pt x="1066800" y="123825"/>
                </a:lnTo>
                <a:lnTo>
                  <a:pt x="1057275" y="123825"/>
                </a:lnTo>
                <a:lnTo>
                  <a:pt x="1057275" y="104775"/>
                </a:lnTo>
                <a:lnTo>
                  <a:pt x="1076325" y="104775"/>
                </a:lnTo>
                <a:close/>
                <a:moveTo>
                  <a:pt x="1200150" y="76200"/>
                </a:moveTo>
                <a:lnTo>
                  <a:pt x="1209675" y="76200"/>
                </a:lnTo>
                <a:lnTo>
                  <a:pt x="1209675" y="95250"/>
                </a:lnTo>
                <a:lnTo>
                  <a:pt x="1200150" y="95250"/>
                </a:lnTo>
                <a:close/>
                <a:moveTo>
                  <a:pt x="361950" y="85725"/>
                </a:moveTo>
                <a:lnTo>
                  <a:pt x="381000" y="85725"/>
                </a:lnTo>
                <a:lnTo>
                  <a:pt x="381000" y="104775"/>
                </a:lnTo>
                <a:lnTo>
                  <a:pt x="361950" y="104775"/>
                </a:lnTo>
                <a:close/>
                <a:moveTo>
                  <a:pt x="638175" y="104775"/>
                </a:moveTo>
                <a:lnTo>
                  <a:pt x="657225" y="104775"/>
                </a:lnTo>
                <a:lnTo>
                  <a:pt x="657225" y="161925"/>
                </a:lnTo>
                <a:lnTo>
                  <a:pt x="647700" y="161925"/>
                </a:lnTo>
                <a:lnTo>
                  <a:pt x="647700" y="114300"/>
                </a:lnTo>
                <a:lnTo>
                  <a:pt x="638175" y="114300"/>
                </a:lnTo>
                <a:close/>
                <a:moveTo>
                  <a:pt x="219075" y="114300"/>
                </a:moveTo>
                <a:lnTo>
                  <a:pt x="228600" y="114300"/>
                </a:lnTo>
                <a:lnTo>
                  <a:pt x="228600" y="123825"/>
                </a:lnTo>
                <a:lnTo>
                  <a:pt x="238125" y="123825"/>
                </a:lnTo>
                <a:lnTo>
                  <a:pt x="238125" y="133350"/>
                </a:lnTo>
                <a:lnTo>
                  <a:pt x="219075" y="133350"/>
                </a:lnTo>
                <a:close/>
                <a:moveTo>
                  <a:pt x="276225" y="114300"/>
                </a:moveTo>
                <a:lnTo>
                  <a:pt x="285750" y="114300"/>
                </a:lnTo>
                <a:lnTo>
                  <a:pt x="285750" y="123825"/>
                </a:lnTo>
                <a:lnTo>
                  <a:pt x="276225" y="123825"/>
                </a:lnTo>
                <a:close/>
                <a:moveTo>
                  <a:pt x="600075" y="114300"/>
                </a:moveTo>
                <a:lnTo>
                  <a:pt x="619125" y="114300"/>
                </a:lnTo>
                <a:lnTo>
                  <a:pt x="619125" y="123825"/>
                </a:lnTo>
                <a:lnTo>
                  <a:pt x="638175" y="123825"/>
                </a:lnTo>
                <a:lnTo>
                  <a:pt x="638175" y="161925"/>
                </a:lnTo>
                <a:lnTo>
                  <a:pt x="628650" y="161925"/>
                </a:lnTo>
                <a:lnTo>
                  <a:pt x="628650" y="180975"/>
                </a:lnTo>
                <a:lnTo>
                  <a:pt x="619125" y="180975"/>
                </a:lnTo>
                <a:lnTo>
                  <a:pt x="619125" y="171450"/>
                </a:lnTo>
                <a:lnTo>
                  <a:pt x="600075" y="171450"/>
                </a:lnTo>
                <a:lnTo>
                  <a:pt x="600075" y="180975"/>
                </a:lnTo>
                <a:lnTo>
                  <a:pt x="571500" y="180975"/>
                </a:lnTo>
                <a:lnTo>
                  <a:pt x="571500" y="161925"/>
                </a:lnTo>
                <a:lnTo>
                  <a:pt x="581025" y="161925"/>
                </a:lnTo>
                <a:lnTo>
                  <a:pt x="581025" y="142875"/>
                </a:lnTo>
                <a:lnTo>
                  <a:pt x="590550" y="142875"/>
                </a:lnTo>
                <a:lnTo>
                  <a:pt x="590550" y="123825"/>
                </a:lnTo>
                <a:lnTo>
                  <a:pt x="600075" y="123825"/>
                </a:lnTo>
                <a:close/>
                <a:moveTo>
                  <a:pt x="266700" y="123825"/>
                </a:moveTo>
                <a:lnTo>
                  <a:pt x="276225" y="123825"/>
                </a:lnTo>
                <a:lnTo>
                  <a:pt x="276225" y="133350"/>
                </a:lnTo>
                <a:lnTo>
                  <a:pt x="266700" y="133350"/>
                </a:lnTo>
                <a:close/>
                <a:moveTo>
                  <a:pt x="295275" y="123825"/>
                </a:moveTo>
                <a:lnTo>
                  <a:pt x="304800" y="123825"/>
                </a:lnTo>
                <a:lnTo>
                  <a:pt x="304800" y="133350"/>
                </a:lnTo>
                <a:lnTo>
                  <a:pt x="295275" y="133350"/>
                </a:lnTo>
                <a:close/>
                <a:moveTo>
                  <a:pt x="200025" y="133350"/>
                </a:moveTo>
                <a:lnTo>
                  <a:pt x="209550" y="133350"/>
                </a:lnTo>
                <a:lnTo>
                  <a:pt x="209550" y="142875"/>
                </a:lnTo>
                <a:lnTo>
                  <a:pt x="200025" y="142875"/>
                </a:lnTo>
                <a:close/>
                <a:moveTo>
                  <a:pt x="333375" y="133350"/>
                </a:moveTo>
                <a:lnTo>
                  <a:pt x="342900" y="133350"/>
                </a:lnTo>
                <a:lnTo>
                  <a:pt x="342900" y="142875"/>
                </a:lnTo>
                <a:lnTo>
                  <a:pt x="361950" y="142875"/>
                </a:lnTo>
                <a:lnTo>
                  <a:pt x="361950" y="152400"/>
                </a:lnTo>
                <a:lnTo>
                  <a:pt x="371475" y="152400"/>
                </a:lnTo>
                <a:lnTo>
                  <a:pt x="371475" y="161925"/>
                </a:lnTo>
                <a:lnTo>
                  <a:pt x="352425" y="161925"/>
                </a:lnTo>
                <a:lnTo>
                  <a:pt x="352425" y="152400"/>
                </a:lnTo>
                <a:lnTo>
                  <a:pt x="333375" y="152400"/>
                </a:lnTo>
                <a:close/>
                <a:moveTo>
                  <a:pt x="495300" y="133350"/>
                </a:moveTo>
                <a:lnTo>
                  <a:pt x="504825" y="133350"/>
                </a:lnTo>
                <a:lnTo>
                  <a:pt x="504825" y="142875"/>
                </a:lnTo>
                <a:lnTo>
                  <a:pt x="495300" y="142875"/>
                </a:lnTo>
                <a:close/>
                <a:moveTo>
                  <a:pt x="0" y="142875"/>
                </a:moveTo>
                <a:lnTo>
                  <a:pt x="9525" y="142875"/>
                </a:lnTo>
                <a:lnTo>
                  <a:pt x="9525" y="152400"/>
                </a:lnTo>
                <a:lnTo>
                  <a:pt x="0" y="152400"/>
                </a:lnTo>
                <a:close/>
                <a:moveTo>
                  <a:pt x="219075" y="142875"/>
                </a:moveTo>
                <a:lnTo>
                  <a:pt x="228600" y="142875"/>
                </a:lnTo>
                <a:lnTo>
                  <a:pt x="228600" y="152400"/>
                </a:lnTo>
                <a:lnTo>
                  <a:pt x="219075" y="152400"/>
                </a:lnTo>
                <a:close/>
                <a:moveTo>
                  <a:pt x="819150" y="142875"/>
                </a:moveTo>
                <a:lnTo>
                  <a:pt x="828675" y="142875"/>
                </a:lnTo>
                <a:lnTo>
                  <a:pt x="828675" y="152400"/>
                </a:lnTo>
                <a:lnTo>
                  <a:pt x="819150" y="152400"/>
                </a:lnTo>
                <a:close/>
                <a:moveTo>
                  <a:pt x="838200" y="142875"/>
                </a:moveTo>
                <a:lnTo>
                  <a:pt x="847725" y="142875"/>
                </a:lnTo>
                <a:lnTo>
                  <a:pt x="847725" y="152400"/>
                </a:lnTo>
                <a:lnTo>
                  <a:pt x="838200" y="152400"/>
                </a:lnTo>
                <a:close/>
                <a:moveTo>
                  <a:pt x="600075" y="152400"/>
                </a:moveTo>
                <a:lnTo>
                  <a:pt x="609600" y="152400"/>
                </a:lnTo>
                <a:lnTo>
                  <a:pt x="609600" y="142875"/>
                </a:lnTo>
                <a:lnTo>
                  <a:pt x="600075" y="142875"/>
                </a:lnTo>
                <a:close/>
                <a:moveTo>
                  <a:pt x="619125" y="152400"/>
                </a:moveTo>
                <a:lnTo>
                  <a:pt x="628650" y="152400"/>
                </a:lnTo>
                <a:lnTo>
                  <a:pt x="628650" y="142875"/>
                </a:lnTo>
                <a:lnTo>
                  <a:pt x="619125" y="142875"/>
                </a:lnTo>
                <a:close/>
                <a:moveTo>
                  <a:pt x="19050" y="161925"/>
                </a:moveTo>
                <a:lnTo>
                  <a:pt x="28575" y="161925"/>
                </a:lnTo>
                <a:lnTo>
                  <a:pt x="28575" y="171450"/>
                </a:lnTo>
                <a:lnTo>
                  <a:pt x="38100" y="171450"/>
                </a:lnTo>
                <a:lnTo>
                  <a:pt x="38100" y="180975"/>
                </a:lnTo>
                <a:lnTo>
                  <a:pt x="19050" y="180975"/>
                </a:lnTo>
                <a:close/>
                <a:moveTo>
                  <a:pt x="152400" y="161925"/>
                </a:moveTo>
                <a:lnTo>
                  <a:pt x="161925" y="161925"/>
                </a:lnTo>
                <a:lnTo>
                  <a:pt x="161925" y="171450"/>
                </a:lnTo>
                <a:lnTo>
                  <a:pt x="152400" y="171450"/>
                </a:lnTo>
                <a:close/>
                <a:moveTo>
                  <a:pt x="638175" y="171450"/>
                </a:moveTo>
                <a:lnTo>
                  <a:pt x="647700" y="171450"/>
                </a:lnTo>
                <a:lnTo>
                  <a:pt x="647700" y="238125"/>
                </a:lnTo>
                <a:lnTo>
                  <a:pt x="619125" y="238125"/>
                </a:lnTo>
                <a:lnTo>
                  <a:pt x="619125" y="228600"/>
                </a:lnTo>
                <a:lnTo>
                  <a:pt x="638175" y="228600"/>
                </a:lnTo>
                <a:lnTo>
                  <a:pt x="638175" y="200025"/>
                </a:lnTo>
                <a:lnTo>
                  <a:pt x="619125" y="200025"/>
                </a:lnTo>
                <a:lnTo>
                  <a:pt x="619125" y="190500"/>
                </a:lnTo>
                <a:lnTo>
                  <a:pt x="638175" y="190500"/>
                </a:lnTo>
                <a:close/>
                <a:moveTo>
                  <a:pt x="533400" y="180975"/>
                </a:moveTo>
                <a:lnTo>
                  <a:pt x="542925" y="180975"/>
                </a:lnTo>
                <a:lnTo>
                  <a:pt x="542925" y="190500"/>
                </a:lnTo>
                <a:lnTo>
                  <a:pt x="533400" y="190500"/>
                </a:lnTo>
                <a:close/>
                <a:moveTo>
                  <a:pt x="771525" y="180975"/>
                </a:moveTo>
                <a:lnTo>
                  <a:pt x="781050" y="180975"/>
                </a:lnTo>
                <a:lnTo>
                  <a:pt x="781050" y="190500"/>
                </a:lnTo>
                <a:lnTo>
                  <a:pt x="771525" y="190500"/>
                </a:lnTo>
                <a:close/>
                <a:moveTo>
                  <a:pt x="762000" y="190500"/>
                </a:moveTo>
                <a:lnTo>
                  <a:pt x="771525" y="190500"/>
                </a:lnTo>
                <a:lnTo>
                  <a:pt x="771525" y="200025"/>
                </a:lnTo>
                <a:lnTo>
                  <a:pt x="762000" y="200025"/>
                </a:lnTo>
                <a:close/>
                <a:moveTo>
                  <a:pt x="781050" y="190500"/>
                </a:moveTo>
                <a:lnTo>
                  <a:pt x="809625" y="190500"/>
                </a:lnTo>
                <a:lnTo>
                  <a:pt x="809625" y="200025"/>
                </a:lnTo>
                <a:lnTo>
                  <a:pt x="790575" y="200025"/>
                </a:lnTo>
                <a:lnTo>
                  <a:pt x="790575" y="209550"/>
                </a:lnTo>
                <a:lnTo>
                  <a:pt x="781050" y="209550"/>
                </a:lnTo>
                <a:close/>
                <a:moveTo>
                  <a:pt x="47625" y="200025"/>
                </a:moveTo>
                <a:lnTo>
                  <a:pt x="76200" y="200025"/>
                </a:lnTo>
                <a:lnTo>
                  <a:pt x="76200" y="209550"/>
                </a:lnTo>
                <a:lnTo>
                  <a:pt x="57150" y="209550"/>
                </a:lnTo>
                <a:lnTo>
                  <a:pt x="57150" y="219075"/>
                </a:lnTo>
                <a:lnTo>
                  <a:pt x="47625" y="219075"/>
                </a:lnTo>
                <a:close/>
                <a:moveTo>
                  <a:pt x="1076325" y="200025"/>
                </a:moveTo>
                <a:lnTo>
                  <a:pt x="1085850" y="200025"/>
                </a:lnTo>
                <a:lnTo>
                  <a:pt x="1085850" y="209550"/>
                </a:lnTo>
                <a:lnTo>
                  <a:pt x="1076325" y="209550"/>
                </a:lnTo>
                <a:close/>
                <a:moveTo>
                  <a:pt x="790575" y="209550"/>
                </a:moveTo>
                <a:lnTo>
                  <a:pt x="857250" y="209550"/>
                </a:lnTo>
                <a:lnTo>
                  <a:pt x="857250" y="219075"/>
                </a:lnTo>
                <a:lnTo>
                  <a:pt x="790575" y="219075"/>
                </a:lnTo>
                <a:close/>
                <a:moveTo>
                  <a:pt x="9525" y="238125"/>
                </a:moveTo>
                <a:lnTo>
                  <a:pt x="28575" y="238125"/>
                </a:lnTo>
                <a:lnTo>
                  <a:pt x="28575" y="276225"/>
                </a:lnTo>
                <a:lnTo>
                  <a:pt x="19050" y="276225"/>
                </a:lnTo>
                <a:lnTo>
                  <a:pt x="19050" y="304800"/>
                </a:lnTo>
                <a:lnTo>
                  <a:pt x="28575" y="304800"/>
                </a:lnTo>
                <a:lnTo>
                  <a:pt x="28575" y="314325"/>
                </a:lnTo>
                <a:lnTo>
                  <a:pt x="19050" y="314325"/>
                </a:lnTo>
                <a:lnTo>
                  <a:pt x="19050" y="323850"/>
                </a:lnTo>
                <a:lnTo>
                  <a:pt x="0" y="323850"/>
                </a:lnTo>
                <a:lnTo>
                  <a:pt x="0" y="266700"/>
                </a:lnTo>
                <a:lnTo>
                  <a:pt x="9525" y="266700"/>
                </a:lnTo>
                <a:close/>
                <a:moveTo>
                  <a:pt x="600075" y="276225"/>
                </a:moveTo>
                <a:lnTo>
                  <a:pt x="609600" y="276225"/>
                </a:lnTo>
                <a:lnTo>
                  <a:pt x="609600" y="295275"/>
                </a:lnTo>
                <a:lnTo>
                  <a:pt x="600075" y="295275"/>
                </a:lnTo>
                <a:close/>
                <a:moveTo>
                  <a:pt x="38100" y="285750"/>
                </a:moveTo>
                <a:lnTo>
                  <a:pt x="47625" y="285750"/>
                </a:lnTo>
                <a:lnTo>
                  <a:pt x="47625" y="295275"/>
                </a:lnTo>
                <a:lnTo>
                  <a:pt x="38100" y="295275"/>
                </a:lnTo>
                <a:close/>
                <a:moveTo>
                  <a:pt x="47625" y="304800"/>
                </a:moveTo>
                <a:lnTo>
                  <a:pt x="57150" y="304800"/>
                </a:lnTo>
                <a:lnTo>
                  <a:pt x="57150" y="314325"/>
                </a:lnTo>
                <a:lnTo>
                  <a:pt x="66675" y="314325"/>
                </a:lnTo>
                <a:lnTo>
                  <a:pt x="66675" y="304800"/>
                </a:lnTo>
                <a:lnTo>
                  <a:pt x="85725" y="304800"/>
                </a:lnTo>
                <a:lnTo>
                  <a:pt x="85725" y="323850"/>
                </a:lnTo>
                <a:lnTo>
                  <a:pt x="66675" y="323850"/>
                </a:lnTo>
                <a:lnTo>
                  <a:pt x="66675" y="333375"/>
                </a:lnTo>
                <a:lnTo>
                  <a:pt x="57150" y="333375"/>
                </a:lnTo>
                <a:lnTo>
                  <a:pt x="57150" y="323850"/>
                </a:lnTo>
                <a:lnTo>
                  <a:pt x="47625" y="323850"/>
                </a:lnTo>
                <a:close/>
                <a:moveTo>
                  <a:pt x="609600" y="304800"/>
                </a:moveTo>
                <a:lnTo>
                  <a:pt x="619125" y="304800"/>
                </a:lnTo>
                <a:lnTo>
                  <a:pt x="619125" y="314325"/>
                </a:lnTo>
                <a:lnTo>
                  <a:pt x="609600" y="314325"/>
                </a:lnTo>
                <a:close/>
                <a:moveTo>
                  <a:pt x="590550" y="314325"/>
                </a:moveTo>
                <a:lnTo>
                  <a:pt x="609600" y="314325"/>
                </a:lnTo>
                <a:lnTo>
                  <a:pt x="609600" y="323850"/>
                </a:lnTo>
                <a:lnTo>
                  <a:pt x="619125" y="323850"/>
                </a:lnTo>
                <a:lnTo>
                  <a:pt x="619125" y="333375"/>
                </a:lnTo>
                <a:lnTo>
                  <a:pt x="638175" y="333375"/>
                </a:lnTo>
                <a:lnTo>
                  <a:pt x="638175" y="361950"/>
                </a:lnTo>
                <a:lnTo>
                  <a:pt x="628650" y="361950"/>
                </a:lnTo>
                <a:lnTo>
                  <a:pt x="628650" y="381000"/>
                </a:lnTo>
                <a:lnTo>
                  <a:pt x="638175" y="381000"/>
                </a:lnTo>
                <a:lnTo>
                  <a:pt x="638175" y="361950"/>
                </a:lnTo>
                <a:lnTo>
                  <a:pt x="647700" y="361950"/>
                </a:lnTo>
                <a:lnTo>
                  <a:pt x="647700" y="409575"/>
                </a:lnTo>
                <a:lnTo>
                  <a:pt x="638175" y="409575"/>
                </a:lnTo>
                <a:lnTo>
                  <a:pt x="638175" y="419100"/>
                </a:lnTo>
                <a:lnTo>
                  <a:pt x="647700" y="419100"/>
                </a:lnTo>
                <a:lnTo>
                  <a:pt x="647700" y="409575"/>
                </a:lnTo>
                <a:lnTo>
                  <a:pt x="657225" y="409575"/>
                </a:lnTo>
                <a:lnTo>
                  <a:pt x="657225" y="428625"/>
                </a:lnTo>
                <a:lnTo>
                  <a:pt x="647700" y="428625"/>
                </a:lnTo>
                <a:lnTo>
                  <a:pt x="647700" y="438150"/>
                </a:lnTo>
                <a:lnTo>
                  <a:pt x="638175" y="438150"/>
                </a:lnTo>
                <a:lnTo>
                  <a:pt x="638175" y="428625"/>
                </a:lnTo>
                <a:lnTo>
                  <a:pt x="628650" y="428625"/>
                </a:lnTo>
                <a:lnTo>
                  <a:pt x="628650" y="409575"/>
                </a:lnTo>
                <a:lnTo>
                  <a:pt x="619125" y="409575"/>
                </a:lnTo>
                <a:lnTo>
                  <a:pt x="619125" y="371475"/>
                </a:lnTo>
                <a:lnTo>
                  <a:pt x="609600" y="371475"/>
                </a:lnTo>
                <a:lnTo>
                  <a:pt x="609600" y="361950"/>
                </a:lnTo>
                <a:lnTo>
                  <a:pt x="600075" y="361950"/>
                </a:lnTo>
                <a:lnTo>
                  <a:pt x="600075" y="352425"/>
                </a:lnTo>
                <a:lnTo>
                  <a:pt x="590550" y="352425"/>
                </a:lnTo>
                <a:lnTo>
                  <a:pt x="590550" y="342900"/>
                </a:lnTo>
                <a:lnTo>
                  <a:pt x="600075" y="342900"/>
                </a:lnTo>
                <a:lnTo>
                  <a:pt x="600075" y="323850"/>
                </a:lnTo>
                <a:lnTo>
                  <a:pt x="590550" y="323850"/>
                </a:lnTo>
                <a:close/>
                <a:moveTo>
                  <a:pt x="647700" y="314325"/>
                </a:moveTo>
                <a:lnTo>
                  <a:pt x="657225" y="314325"/>
                </a:lnTo>
                <a:lnTo>
                  <a:pt x="657225" y="352425"/>
                </a:lnTo>
                <a:lnTo>
                  <a:pt x="647700" y="352425"/>
                </a:lnTo>
                <a:close/>
                <a:moveTo>
                  <a:pt x="38100" y="342900"/>
                </a:moveTo>
                <a:lnTo>
                  <a:pt x="47625" y="342900"/>
                </a:lnTo>
                <a:lnTo>
                  <a:pt x="47625" y="361950"/>
                </a:lnTo>
                <a:lnTo>
                  <a:pt x="19050" y="361950"/>
                </a:lnTo>
                <a:lnTo>
                  <a:pt x="19050" y="381000"/>
                </a:lnTo>
                <a:lnTo>
                  <a:pt x="9525" y="381000"/>
                </a:lnTo>
                <a:lnTo>
                  <a:pt x="9525" y="371475"/>
                </a:lnTo>
                <a:lnTo>
                  <a:pt x="0" y="371475"/>
                </a:lnTo>
                <a:lnTo>
                  <a:pt x="0" y="352425"/>
                </a:lnTo>
                <a:lnTo>
                  <a:pt x="38100" y="352425"/>
                </a:lnTo>
                <a:close/>
                <a:moveTo>
                  <a:pt x="1038225" y="342900"/>
                </a:moveTo>
                <a:lnTo>
                  <a:pt x="1057275" y="342900"/>
                </a:lnTo>
                <a:lnTo>
                  <a:pt x="1057275" y="352425"/>
                </a:lnTo>
                <a:lnTo>
                  <a:pt x="1066800" y="352425"/>
                </a:lnTo>
                <a:lnTo>
                  <a:pt x="1066800" y="361950"/>
                </a:lnTo>
                <a:lnTo>
                  <a:pt x="1028700" y="361950"/>
                </a:lnTo>
                <a:lnTo>
                  <a:pt x="1028700" y="352425"/>
                </a:lnTo>
                <a:lnTo>
                  <a:pt x="1038225" y="352425"/>
                </a:lnTo>
                <a:close/>
                <a:moveTo>
                  <a:pt x="904875" y="352425"/>
                </a:moveTo>
                <a:lnTo>
                  <a:pt x="933450" y="352425"/>
                </a:lnTo>
                <a:lnTo>
                  <a:pt x="933450" y="361950"/>
                </a:lnTo>
                <a:lnTo>
                  <a:pt x="904875" y="361950"/>
                </a:lnTo>
                <a:close/>
                <a:moveTo>
                  <a:pt x="771525" y="361950"/>
                </a:moveTo>
                <a:lnTo>
                  <a:pt x="781050" y="361950"/>
                </a:lnTo>
                <a:lnTo>
                  <a:pt x="781050" y="371475"/>
                </a:lnTo>
                <a:lnTo>
                  <a:pt x="771525" y="371475"/>
                </a:lnTo>
                <a:close/>
                <a:moveTo>
                  <a:pt x="1076325" y="381000"/>
                </a:moveTo>
                <a:lnTo>
                  <a:pt x="1085850" y="381000"/>
                </a:lnTo>
                <a:lnTo>
                  <a:pt x="1085850" y="409575"/>
                </a:lnTo>
                <a:lnTo>
                  <a:pt x="1076325" y="409575"/>
                </a:lnTo>
                <a:close/>
                <a:moveTo>
                  <a:pt x="781050" y="390525"/>
                </a:moveTo>
                <a:lnTo>
                  <a:pt x="790575" y="390525"/>
                </a:lnTo>
                <a:lnTo>
                  <a:pt x="790575" y="438150"/>
                </a:lnTo>
                <a:lnTo>
                  <a:pt x="781050" y="438150"/>
                </a:lnTo>
                <a:close/>
                <a:moveTo>
                  <a:pt x="47625" y="419100"/>
                </a:moveTo>
                <a:lnTo>
                  <a:pt x="57150" y="419100"/>
                </a:lnTo>
                <a:lnTo>
                  <a:pt x="57150" y="428625"/>
                </a:lnTo>
                <a:lnTo>
                  <a:pt x="47625" y="428625"/>
                </a:lnTo>
                <a:close/>
                <a:moveTo>
                  <a:pt x="590550" y="419100"/>
                </a:moveTo>
                <a:lnTo>
                  <a:pt x="600075" y="419100"/>
                </a:lnTo>
                <a:lnTo>
                  <a:pt x="600075" y="428625"/>
                </a:lnTo>
                <a:lnTo>
                  <a:pt x="590550" y="428625"/>
                </a:lnTo>
                <a:close/>
                <a:moveTo>
                  <a:pt x="762000" y="419100"/>
                </a:moveTo>
                <a:lnTo>
                  <a:pt x="771525" y="419100"/>
                </a:lnTo>
                <a:lnTo>
                  <a:pt x="771525" y="428625"/>
                </a:lnTo>
                <a:lnTo>
                  <a:pt x="762000" y="428625"/>
                </a:lnTo>
                <a:close/>
                <a:moveTo>
                  <a:pt x="76200" y="428625"/>
                </a:moveTo>
                <a:lnTo>
                  <a:pt x="85725" y="428625"/>
                </a:lnTo>
                <a:lnTo>
                  <a:pt x="85725" y="438150"/>
                </a:lnTo>
                <a:lnTo>
                  <a:pt x="76200" y="438150"/>
                </a:lnTo>
                <a:close/>
                <a:moveTo>
                  <a:pt x="809625" y="428625"/>
                </a:moveTo>
                <a:lnTo>
                  <a:pt x="828675" y="428625"/>
                </a:lnTo>
                <a:lnTo>
                  <a:pt x="828675" y="438150"/>
                </a:lnTo>
                <a:lnTo>
                  <a:pt x="809625" y="438150"/>
                </a:lnTo>
                <a:close/>
                <a:moveTo>
                  <a:pt x="57150" y="438150"/>
                </a:moveTo>
                <a:lnTo>
                  <a:pt x="66675" y="438150"/>
                </a:lnTo>
                <a:lnTo>
                  <a:pt x="66675" y="447675"/>
                </a:lnTo>
                <a:lnTo>
                  <a:pt x="57150" y="447675"/>
                </a:lnTo>
                <a:close/>
                <a:moveTo>
                  <a:pt x="790575" y="438150"/>
                </a:moveTo>
                <a:lnTo>
                  <a:pt x="800100" y="438150"/>
                </a:lnTo>
                <a:lnTo>
                  <a:pt x="800100" y="447675"/>
                </a:lnTo>
                <a:lnTo>
                  <a:pt x="790575" y="447675"/>
                </a:lnTo>
                <a:close/>
                <a:moveTo>
                  <a:pt x="828675" y="438150"/>
                </a:moveTo>
                <a:lnTo>
                  <a:pt x="838200" y="438150"/>
                </a:lnTo>
                <a:lnTo>
                  <a:pt x="838200" y="447675"/>
                </a:lnTo>
                <a:lnTo>
                  <a:pt x="847725" y="447675"/>
                </a:lnTo>
                <a:lnTo>
                  <a:pt x="847725" y="438150"/>
                </a:lnTo>
                <a:lnTo>
                  <a:pt x="857250" y="438150"/>
                </a:lnTo>
                <a:lnTo>
                  <a:pt x="857250" y="457200"/>
                </a:lnTo>
                <a:lnTo>
                  <a:pt x="847725" y="457200"/>
                </a:lnTo>
                <a:lnTo>
                  <a:pt x="847725" y="466725"/>
                </a:lnTo>
                <a:lnTo>
                  <a:pt x="876300" y="466725"/>
                </a:lnTo>
                <a:lnTo>
                  <a:pt x="876300" y="476250"/>
                </a:lnTo>
                <a:lnTo>
                  <a:pt x="838200" y="476250"/>
                </a:lnTo>
                <a:lnTo>
                  <a:pt x="838200" y="457200"/>
                </a:lnTo>
                <a:lnTo>
                  <a:pt x="828675" y="457200"/>
                </a:lnTo>
                <a:close/>
                <a:moveTo>
                  <a:pt x="66675" y="447675"/>
                </a:moveTo>
                <a:lnTo>
                  <a:pt x="76200" y="447675"/>
                </a:lnTo>
                <a:lnTo>
                  <a:pt x="76200" y="457200"/>
                </a:lnTo>
                <a:lnTo>
                  <a:pt x="85725" y="457200"/>
                </a:lnTo>
                <a:lnTo>
                  <a:pt x="85725" y="466725"/>
                </a:lnTo>
                <a:lnTo>
                  <a:pt x="66675" y="466725"/>
                </a:lnTo>
                <a:close/>
                <a:moveTo>
                  <a:pt x="771525" y="447675"/>
                </a:moveTo>
                <a:lnTo>
                  <a:pt x="781050" y="447675"/>
                </a:lnTo>
                <a:lnTo>
                  <a:pt x="781050" y="457200"/>
                </a:lnTo>
                <a:lnTo>
                  <a:pt x="771525" y="457200"/>
                </a:lnTo>
                <a:close/>
                <a:moveTo>
                  <a:pt x="885825" y="447675"/>
                </a:moveTo>
                <a:lnTo>
                  <a:pt x="895350" y="447675"/>
                </a:lnTo>
                <a:lnTo>
                  <a:pt x="895350" y="457200"/>
                </a:lnTo>
                <a:lnTo>
                  <a:pt x="885825" y="457200"/>
                </a:lnTo>
                <a:close/>
                <a:moveTo>
                  <a:pt x="638175" y="466725"/>
                </a:moveTo>
                <a:lnTo>
                  <a:pt x="647700" y="466725"/>
                </a:lnTo>
                <a:lnTo>
                  <a:pt x="647700" y="476250"/>
                </a:lnTo>
                <a:lnTo>
                  <a:pt x="638175" y="476250"/>
                </a:lnTo>
                <a:close/>
                <a:moveTo>
                  <a:pt x="552450" y="485775"/>
                </a:moveTo>
                <a:lnTo>
                  <a:pt x="571500" y="485775"/>
                </a:lnTo>
                <a:lnTo>
                  <a:pt x="571500" y="495300"/>
                </a:lnTo>
                <a:lnTo>
                  <a:pt x="552450" y="495300"/>
                </a:lnTo>
                <a:close/>
                <a:moveTo>
                  <a:pt x="638175" y="542925"/>
                </a:moveTo>
                <a:lnTo>
                  <a:pt x="647700" y="542925"/>
                </a:lnTo>
                <a:lnTo>
                  <a:pt x="647700" y="590550"/>
                </a:lnTo>
                <a:lnTo>
                  <a:pt x="638175" y="590550"/>
                </a:lnTo>
                <a:lnTo>
                  <a:pt x="638175" y="581025"/>
                </a:lnTo>
                <a:lnTo>
                  <a:pt x="619125" y="581025"/>
                </a:lnTo>
                <a:lnTo>
                  <a:pt x="619125" y="552450"/>
                </a:lnTo>
                <a:lnTo>
                  <a:pt x="628650" y="552450"/>
                </a:lnTo>
                <a:lnTo>
                  <a:pt x="628650" y="561975"/>
                </a:lnTo>
                <a:lnTo>
                  <a:pt x="638175" y="561975"/>
                </a:lnTo>
                <a:close/>
                <a:moveTo>
                  <a:pt x="95250" y="581025"/>
                </a:moveTo>
                <a:lnTo>
                  <a:pt x="104775" y="581025"/>
                </a:lnTo>
                <a:lnTo>
                  <a:pt x="104775" y="590550"/>
                </a:lnTo>
                <a:lnTo>
                  <a:pt x="95250" y="590550"/>
                </a:lnTo>
                <a:close/>
                <a:moveTo>
                  <a:pt x="104775" y="590550"/>
                </a:moveTo>
                <a:lnTo>
                  <a:pt x="123825" y="590550"/>
                </a:lnTo>
                <a:lnTo>
                  <a:pt x="123825" y="600075"/>
                </a:lnTo>
                <a:lnTo>
                  <a:pt x="133350" y="600075"/>
                </a:lnTo>
                <a:lnTo>
                  <a:pt x="133350" y="619125"/>
                </a:lnTo>
                <a:lnTo>
                  <a:pt x="123825" y="619125"/>
                </a:lnTo>
                <a:lnTo>
                  <a:pt x="123825" y="609600"/>
                </a:lnTo>
                <a:lnTo>
                  <a:pt x="104775" y="609600"/>
                </a:lnTo>
                <a:close/>
                <a:moveTo>
                  <a:pt x="523875" y="590550"/>
                </a:moveTo>
                <a:lnTo>
                  <a:pt x="533400" y="590550"/>
                </a:lnTo>
                <a:lnTo>
                  <a:pt x="533400" y="600075"/>
                </a:lnTo>
                <a:lnTo>
                  <a:pt x="523875" y="600075"/>
                </a:lnTo>
                <a:close/>
                <a:moveTo>
                  <a:pt x="771525" y="600075"/>
                </a:moveTo>
                <a:lnTo>
                  <a:pt x="790575" y="600075"/>
                </a:lnTo>
                <a:lnTo>
                  <a:pt x="790575" y="619125"/>
                </a:lnTo>
                <a:lnTo>
                  <a:pt x="771525" y="619125"/>
                </a:lnTo>
                <a:close/>
                <a:moveTo>
                  <a:pt x="0" y="609600"/>
                </a:moveTo>
                <a:lnTo>
                  <a:pt x="9525" y="609600"/>
                </a:lnTo>
                <a:lnTo>
                  <a:pt x="9525" y="619125"/>
                </a:lnTo>
                <a:lnTo>
                  <a:pt x="0" y="619125"/>
                </a:lnTo>
                <a:close/>
                <a:moveTo>
                  <a:pt x="523875" y="609600"/>
                </a:moveTo>
                <a:lnTo>
                  <a:pt x="542925" y="609600"/>
                </a:lnTo>
                <a:lnTo>
                  <a:pt x="542925" y="619125"/>
                </a:lnTo>
                <a:lnTo>
                  <a:pt x="552450" y="619125"/>
                </a:lnTo>
                <a:lnTo>
                  <a:pt x="552450" y="638175"/>
                </a:lnTo>
                <a:lnTo>
                  <a:pt x="533400" y="638175"/>
                </a:lnTo>
                <a:lnTo>
                  <a:pt x="533400" y="628650"/>
                </a:lnTo>
                <a:lnTo>
                  <a:pt x="523875" y="628650"/>
                </a:lnTo>
                <a:lnTo>
                  <a:pt x="523875" y="638175"/>
                </a:lnTo>
                <a:lnTo>
                  <a:pt x="533400" y="638175"/>
                </a:lnTo>
                <a:lnTo>
                  <a:pt x="533400" y="647700"/>
                </a:lnTo>
                <a:lnTo>
                  <a:pt x="504825" y="647700"/>
                </a:lnTo>
                <a:lnTo>
                  <a:pt x="504825" y="638175"/>
                </a:lnTo>
                <a:lnTo>
                  <a:pt x="495300" y="638175"/>
                </a:lnTo>
                <a:lnTo>
                  <a:pt x="495300" y="628650"/>
                </a:lnTo>
                <a:lnTo>
                  <a:pt x="514350" y="628650"/>
                </a:lnTo>
                <a:lnTo>
                  <a:pt x="514350" y="619125"/>
                </a:lnTo>
                <a:lnTo>
                  <a:pt x="523875" y="619125"/>
                </a:lnTo>
                <a:close/>
                <a:moveTo>
                  <a:pt x="1009650" y="609600"/>
                </a:moveTo>
                <a:lnTo>
                  <a:pt x="1019175" y="609600"/>
                </a:lnTo>
                <a:lnTo>
                  <a:pt x="1019175" y="619125"/>
                </a:lnTo>
                <a:lnTo>
                  <a:pt x="1009650" y="619125"/>
                </a:lnTo>
                <a:close/>
                <a:moveTo>
                  <a:pt x="161925" y="619125"/>
                </a:moveTo>
                <a:lnTo>
                  <a:pt x="171450" y="619125"/>
                </a:lnTo>
                <a:lnTo>
                  <a:pt x="171450" y="628650"/>
                </a:lnTo>
                <a:lnTo>
                  <a:pt x="161925" y="628650"/>
                </a:lnTo>
                <a:close/>
                <a:moveTo>
                  <a:pt x="476250" y="619125"/>
                </a:moveTo>
                <a:lnTo>
                  <a:pt x="485775" y="619125"/>
                </a:lnTo>
                <a:lnTo>
                  <a:pt x="485775" y="628650"/>
                </a:lnTo>
                <a:lnTo>
                  <a:pt x="476250" y="628650"/>
                </a:lnTo>
                <a:close/>
                <a:moveTo>
                  <a:pt x="1038225" y="619125"/>
                </a:moveTo>
                <a:lnTo>
                  <a:pt x="1047750" y="619125"/>
                </a:lnTo>
                <a:lnTo>
                  <a:pt x="1047750" y="628650"/>
                </a:lnTo>
                <a:lnTo>
                  <a:pt x="1038225" y="628650"/>
                </a:lnTo>
                <a:close/>
                <a:moveTo>
                  <a:pt x="1095375" y="619125"/>
                </a:moveTo>
                <a:lnTo>
                  <a:pt x="1104900" y="619125"/>
                </a:lnTo>
                <a:lnTo>
                  <a:pt x="1104900" y="638175"/>
                </a:lnTo>
                <a:lnTo>
                  <a:pt x="1123950" y="638175"/>
                </a:lnTo>
                <a:lnTo>
                  <a:pt x="1123950" y="647700"/>
                </a:lnTo>
                <a:lnTo>
                  <a:pt x="1133475" y="647700"/>
                </a:lnTo>
                <a:lnTo>
                  <a:pt x="1133475" y="666750"/>
                </a:lnTo>
                <a:lnTo>
                  <a:pt x="1085850" y="666750"/>
                </a:lnTo>
                <a:lnTo>
                  <a:pt x="1085850" y="657225"/>
                </a:lnTo>
                <a:lnTo>
                  <a:pt x="1076325" y="657225"/>
                </a:lnTo>
                <a:lnTo>
                  <a:pt x="1076325" y="647700"/>
                </a:lnTo>
                <a:lnTo>
                  <a:pt x="1066800" y="647700"/>
                </a:lnTo>
                <a:lnTo>
                  <a:pt x="1066800" y="638175"/>
                </a:lnTo>
                <a:lnTo>
                  <a:pt x="1095375" y="638175"/>
                </a:lnTo>
                <a:close/>
                <a:moveTo>
                  <a:pt x="638175" y="628650"/>
                </a:moveTo>
                <a:lnTo>
                  <a:pt x="647700" y="628650"/>
                </a:lnTo>
                <a:lnTo>
                  <a:pt x="647700" y="638175"/>
                </a:lnTo>
                <a:lnTo>
                  <a:pt x="638175" y="638175"/>
                </a:lnTo>
                <a:close/>
                <a:moveTo>
                  <a:pt x="1047750" y="628650"/>
                </a:moveTo>
                <a:lnTo>
                  <a:pt x="1057275" y="628650"/>
                </a:lnTo>
                <a:lnTo>
                  <a:pt x="1057275" y="638175"/>
                </a:lnTo>
                <a:lnTo>
                  <a:pt x="1047750" y="638175"/>
                </a:lnTo>
                <a:close/>
                <a:moveTo>
                  <a:pt x="619125" y="638175"/>
                </a:moveTo>
                <a:lnTo>
                  <a:pt x="638175" y="638175"/>
                </a:lnTo>
                <a:lnTo>
                  <a:pt x="638175" y="647700"/>
                </a:lnTo>
                <a:lnTo>
                  <a:pt x="647700" y="647700"/>
                </a:lnTo>
                <a:lnTo>
                  <a:pt x="647700" y="666750"/>
                </a:lnTo>
                <a:lnTo>
                  <a:pt x="638175" y="666750"/>
                </a:lnTo>
                <a:lnTo>
                  <a:pt x="638175" y="657225"/>
                </a:lnTo>
                <a:lnTo>
                  <a:pt x="628650" y="657225"/>
                </a:lnTo>
                <a:lnTo>
                  <a:pt x="628650" y="666750"/>
                </a:lnTo>
                <a:lnTo>
                  <a:pt x="619125" y="666750"/>
                </a:lnTo>
                <a:close/>
                <a:moveTo>
                  <a:pt x="847725" y="638175"/>
                </a:moveTo>
                <a:lnTo>
                  <a:pt x="857250" y="638175"/>
                </a:lnTo>
                <a:lnTo>
                  <a:pt x="857250" y="647700"/>
                </a:lnTo>
                <a:lnTo>
                  <a:pt x="847725" y="647700"/>
                </a:lnTo>
                <a:close/>
                <a:moveTo>
                  <a:pt x="209550" y="647700"/>
                </a:moveTo>
                <a:lnTo>
                  <a:pt x="219075" y="647700"/>
                </a:lnTo>
                <a:lnTo>
                  <a:pt x="219075" y="657225"/>
                </a:lnTo>
                <a:lnTo>
                  <a:pt x="209550" y="657225"/>
                </a:lnTo>
                <a:close/>
                <a:moveTo>
                  <a:pt x="238125" y="657225"/>
                </a:moveTo>
                <a:lnTo>
                  <a:pt x="247650" y="657225"/>
                </a:lnTo>
                <a:lnTo>
                  <a:pt x="247650" y="666750"/>
                </a:lnTo>
                <a:lnTo>
                  <a:pt x="238125" y="666750"/>
                </a:lnTo>
                <a:close/>
                <a:moveTo>
                  <a:pt x="1009650" y="657225"/>
                </a:moveTo>
                <a:lnTo>
                  <a:pt x="1019175" y="657225"/>
                </a:lnTo>
                <a:lnTo>
                  <a:pt x="1019175" y="695325"/>
                </a:lnTo>
                <a:lnTo>
                  <a:pt x="1009650" y="695325"/>
                </a:lnTo>
                <a:lnTo>
                  <a:pt x="1009650" y="685800"/>
                </a:lnTo>
                <a:lnTo>
                  <a:pt x="1000125" y="685800"/>
                </a:lnTo>
                <a:lnTo>
                  <a:pt x="1000125" y="676275"/>
                </a:lnTo>
                <a:lnTo>
                  <a:pt x="1009650" y="676275"/>
                </a:lnTo>
                <a:close/>
                <a:moveTo>
                  <a:pt x="733425" y="666750"/>
                </a:moveTo>
                <a:lnTo>
                  <a:pt x="742950" y="666750"/>
                </a:lnTo>
                <a:lnTo>
                  <a:pt x="742950" y="676275"/>
                </a:lnTo>
                <a:lnTo>
                  <a:pt x="733425" y="676275"/>
                </a:lnTo>
                <a:close/>
                <a:moveTo>
                  <a:pt x="714375" y="676275"/>
                </a:moveTo>
                <a:lnTo>
                  <a:pt x="723900" y="676275"/>
                </a:lnTo>
                <a:lnTo>
                  <a:pt x="723900" y="685800"/>
                </a:lnTo>
                <a:lnTo>
                  <a:pt x="733425" y="685800"/>
                </a:lnTo>
                <a:lnTo>
                  <a:pt x="733425" y="695325"/>
                </a:lnTo>
                <a:lnTo>
                  <a:pt x="742950" y="695325"/>
                </a:lnTo>
                <a:lnTo>
                  <a:pt x="742950" y="676275"/>
                </a:lnTo>
                <a:lnTo>
                  <a:pt x="752475" y="676275"/>
                </a:lnTo>
                <a:lnTo>
                  <a:pt x="752475" y="695325"/>
                </a:lnTo>
                <a:lnTo>
                  <a:pt x="742950" y="695325"/>
                </a:lnTo>
                <a:lnTo>
                  <a:pt x="742950" y="704850"/>
                </a:lnTo>
                <a:lnTo>
                  <a:pt x="723900" y="704850"/>
                </a:lnTo>
                <a:lnTo>
                  <a:pt x="723900" y="695325"/>
                </a:lnTo>
                <a:lnTo>
                  <a:pt x="714375" y="695325"/>
                </a:lnTo>
                <a:close/>
                <a:moveTo>
                  <a:pt x="676275" y="695325"/>
                </a:moveTo>
                <a:lnTo>
                  <a:pt x="695325" y="695325"/>
                </a:lnTo>
                <a:lnTo>
                  <a:pt x="695325" y="704850"/>
                </a:lnTo>
                <a:lnTo>
                  <a:pt x="676275" y="704850"/>
                </a:lnTo>
                <a:close/>
                <a:moveTo>
                  <a:pt x="828675" y="723900"/>
                </a:moveTo>
                <a:lnTo>
                  <a:pt x="838200" y="723900"/>
                </a:lnTo>
                <a:lnTo>
                  <a:pt x="838200" y="733425"/>
                </a:lnTo>
                <a:lnTo>
                  <a:pt x="828675" y="733425"/>
                </a:lnTo>
                <a:close/>
                <a:moveTo>
                  <a:pt x="962025" y="781050"/>
                </a:moveTo>
                <a:lnTo>
                  <a:pt x="981075" y="781050"/>
                </a:lnTo>
                <a:lnTo>
                  <a:pt x="981075" y="790575"/>
                </a:lnTo>
                <a:lnTo>
                  <a:pt x="990600" y="790575"/>
                </a:lnTo>
                <a:lnTo>
                  <a:pt x="990600" y="800100"/>
                </a:lnTo>
                <a:lnTo>
                  <a:pt x="981075" y="800100"/>
                </a:lnTo>
                <a:lnTo>
                  <a:pt x="981075" y="809625"/>
                </a:lnTo>
                <a:lnTo>
                  <a:pt x="962025" y="809625"/>
                </a:lnTo>
                <a:close/>
                <a:moveTo>
                  <a:pt x="552450" y="800100"/>
                </a:moveTo>
                <a:lnTo>
                  <a:pt x="581025" y="800100"/>
                </a:lnTo>
                <a:lnTo>
                  <a:pt x="581025" y="809625"/>
                </a:lnTo>
                <a:lnTo>
                  <a:pt x="552450" y="809625"/>
                </a:lnTo>
                <a:close/>
                <a:moveTo>
                  <a:pt x="657225" y="800100"/>
                </a:moveTo>
                <a:lnTo>
                  <a:pt x="666750" y="800100"/>
                </a:lnTo>
                <a:lnTo>
                  <a:pt x="666750" y="809625"/>
                </a:lnTo>
                <a:lnTo>
                  <a:pt x="657225" y="809625"/>
                </a:lnTo>
                <a:close/>
                <a:moveTo>
                  <a:pt x="876300" y="800100"/>
                </a:moveTo>
                <a:lnTo>
                  <a:pt x="885825" y="800100"/>
                </a:lnTo>
                <a:lnTo>
                  <a:pt x="885825" y="809625"/>
                </a:lnTo>
                <a:lnTo>
                  <a:pt x="876300" y="809625"/>
                </a:lnTo>
                <a:close/>
              </a:path>
            </a:pathLst>
          </a:custGeom>
          <a:solidFill xmlns:a="http://schemas.openxmlformats.org/drawingml/2006/main">
            <a:srgbClr val="F9F9F5"/>
          </a:solidFill>
          <a:ln xmlns:a="http://schemas.openxmlformats.org/drawingml/2006/main" w="0">
            <a:noFill/>
          </a:ln>
        </p:spPr>
      </p:sp>
      <p:sp>
        <p:nvSpPr>
          <p:cNvPr id="97" name="v10 vector #f9f9f4">
            <a:extLst xmlns:a="http://schemas.openxmlformats.org/drawingml/2006/main">
              <a:ext uri="{FF2B5EF4-FFF2-40B4-BE49-F238E27FC236}">
                <a16:creationId xmlns:a16="http://schemas.microsoft.com/office/drawing/2014/main" id="{F1065B83-75D3-4C04-83CC-B9C6BDA63E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5350" y="3609975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85725" y="0"/>
                </a:moveTo>
                <a:lnTo>
                  <a:pt x="123825" y="0"/>
                </a:lnTo>
                <a:lnTo>
                  <a:pt x="123825" y="28575"/>
                </a:lnTo>
                <a:lnTo>
                  <a:pt x="114300" y="28575"/>
                </a:lnTo>
                <a:lnTo>
                  <a:pt x="114300" y="19050"/>
                </a:lnTo>
                <a:lnTo>
                  <a:pt x="104775" y="19050"/>
                </a:lnTo>
                <a:lnTo>
                  <a:pt x="104775" y="9525"/>
                </a:lnTo>
                <a:lnTo>
                  <a:pt x="85725" y="9525"/>
                </a:lnTo>
                <a:close/>
                <a:moveTo>
                  <a:pt x="152400" y="0"/>
                </a:moveTo>
                <a:lnTo>
                  <a:pt x="180975" y="0"/>
                </a:lnTo>
                <a:lnTo>
                  <a:pt x="180975" y="19050"/>
                </a:lnTo>
                <a:lnTo>
                  <a:pt x="161925" y="19050"/>
                </a:lnTo>
                <a:lnTo>
                  <a:pt x="161925" y="9525"/>
                </a:lnTo>
                <a:lnTo>
                  <a:pt x="152400" y="9525"/>
                </a:lnTo>
                <a:close/>
                <a:moveTo>
                  <a:pt x="295275" y="0"/>
                </a:moveTo>
                <a:lnTo>
                  <a:pt x="314325" y="0"/>
                </a:lnTo>
                <a:lnTo>
                  <a:pt x="314325" y="9525"/>
                </a:lnTo>
                <a:lnTo>
                  <a:pt x="352425" y="9525"/>
                </a:lnTo>
                <a:lnTo>
                  <a:pt x="352425" y="38100"/>
                </a:lnTo>
                <a:lnTo>
                  <a:pt x="342900" y="38100"/>
                </a:lnTo>
                <a:lnTo>
                  <a:pt x="342900" y="57150"/>
                </a:lnTo>
                <a:lnTo>
                  <a:pt x="333375" y="57150"/>
                </a:lnTo>
                <a:lnTo>
                  <a:pt x="333375" y="38100"/>
                </a:lnTo>
                <a:lnTo>
                  <a:pt x="323850" y="38100"/>
                </a:lnTo>
                <a:lnTo>
                  <a:pt x="323850" y="28575"/>
                </a:lnTo>
                <a:lnTo>
                  <a:pt x="314325" y="28575"/>
                </a:lnTo>
                <a:lnTo>
                  <a:pt x="314325" y="19050"/>
                </a:lnTo>
                <a:lnTo>
                  <a:pt x="304800" y="19050"/>
                </a:lnTo>
                <a:lnTo>
                  <a:pt x="304800" y="9525"/>
                </a:lnTo>
                <a:lnTo>
                  <a:pt x="295275" y="9525"/>
                </a:lnTo>
                <a:close/>
                <a:moveTo>
                  <a:pt x="390525" y="0"/>
                </a:moveTo>
                <a:lnTo>
                  <a:pt x="400050" y="0"/>
                </a:lnTo>
                <a:lnTo>
                  <a:pt x="400050" y="9525"/>
                </a:lnTo>
                <a:lnTo>
                  <a:pt x="390525" y="9525"/>
                </a:lnTo>
                <a:close/>
                <a:moveTo>
                  <a:pt x="428625" y="0"/>
                </a:moveTo>
                <a:lnTo>
                  <a:pt x="447675" y="0"/>
                </a:lnTo>
                <a:lnTo>
                  <a:pt x="447675" y="9525"/>
                </a:lnTo>
                <a:lnTo>
                  <a:pt x="457200" y="9525"/>
                </a:lnTo>
                <a:lnTo>
                  <a:pt x="457200" y="38100"/>
                </a:lnTo>
                <a:lnTo>
                  <a:pt x="447675" y="38100"/>
                </a:lnTo>
                <a:lnTo>
                  <a:pt x="447675" y="28575"/>
                </a:lnTo>
                <a:lnTo>
                  <a:pt x="438150" y="28575"/>
                </a:lnTo>
                <a:lnTo>
                  <a:pt x="438150" y="19050"/>
                </a:lnTo>
                <a:lnTo>
                  <a:pt x="428625" y="19050"/>
                </a:lnTo>
                <a:close/>
                <a:moveTo>
                  <a:pt x="504825" y="0"/>
                </a:moveTo>
                <a:lnTo>
                  <a:pt x="533400" y="0"/>
                </a:lnTo>
                <a:lnTo>
                  <a:pt x="533400" y="47625"/>
                </a:lnTo>
                <a:lnTo>
                  <a:pt x="523875" y="47625"/>
                </a:lnTo>
                <a:lnTo>
                  <a:pt x="523875" y="28575"/>
                </a:lnTo>
                <a:lnTo>
                  <a:pt x="504825" y="28575"/>
                </a:lnTo>
                <a:lnTo>
                  <a:pt x="504825" y="19050"/>
                </a:lnTo>
                <a:lnTo>
                  <a:pt x="495300" y="19050"/>
                </a:lnTo>
                <a:lnTo>
                  <a:pt x="495300" y="9525"/>
                </a:lnTo>
                <a:lnTo>
                  <a:pt x="504825" y="9525"/>
                </a:lnTo>
                <a:close/>
                <a:moveTo>
                  <a:pt x="552450" y="0"/>
                </a:moveTo>
                <a:lnTo>
                  <a:pt x="561975" y="0"/>
                </a:lnTo>
                <a:lnTo>
                  <a:pt x="561975" y="9525"/>
                </a:lnTo>
                <a:lnTo>
                  <a:pt x="552450" y="9525"/>
                </a:lnTo>
                <a:close/>
                <a:moveTo>
                  <a:pt x="571500" y="0"/>
                </a:moveTo>
                <a:lnTo>
                  <a:pt x="590550" y="0"/>
                </a:lnTo>
                <a:lnTo>
                  <a:pt x="590550" y="19050"/>
                </a:lnTo>
                <a:lnTo>
                  <a:pt x="561975" y="19050"/>
                </a:lnTo>
                <a:lnTo>
                  <a:pt x="561975" y="9525"/>
                </a:lnTo>
                <a:lnTo>
                  <a:pt x="571500" y="9525"/>
                </a:lnTo>
                <a:close/>
                <a:moveTo>
                  <a:pt x="714375" y="0"/>
                </a:moveTo>
                <a:lnTo>
                  <a:pt x="723900" y="0"/>
                </a:lnTo>
                <a:lnTo>
                  <a:pt x="723900" y="19050"/>
                </a:lnTo>
                <a:lnTo>
                  <a:pt x="742950" y="19050"/>
                </a:lnTo>
                <a:lnTo>
                  <a:pt x="742950" y="0"/>
                </a:lnTo>
                <a:lnTo>
                  <a:pt x="762000" y="0"/>
                </a:lnTo>
                <a:lnTo>
                  <a:pt x="762000" y="9525"/>
                </a:lnTo>
                <a:lnTo>
                  <a:pt x="771525" y="9525"/>
                </a:lnTo>
                <a:lnTo>
                  <a:pt x="771525" y="19050"/>
                </a:lnTo>
                <a:lnTo>
                  <a:pt x="752475" y="19050"/>
                </a:lnTo>
                <a:lnTo>
                  <a:pt x="752475" y="28575"/>
                </a:lnTo>
                <a:lnTo>
                  <a:pt x="704850" y="28575"/>
                </a:lnTo>
                <a:lnTo>
                  <a:pt x="704850" y="38100"/>
                </a:lnTo>
                <a:lnTo>
                  <a:pt x="695325" y="38100"/>
                </a:lnTo>
                <a:lnTo>
                  <a:pt x="695325" y="28575"/>
                </a:lnTo>
                <a:lnTo>
                  <a:pt x="676275" y="28575"/>
                </a:lnTo>
                <a:lnTo>
                  <a:pt x="676275" y="19050"/>
                </a:lnTo>
                <a:lnTo>
                  <a:pt x="695325" y="19050"/>
                </a:lnTo>
                <a:lnTo>
                  <a:pt x="695325" y="9525"/>
                </a:lnTo>
                <a:lnTo>
                  <a:pt x="704850" y="9525"/>
                </a:lnTo>
                <a:lnTo>
                  <a:pt x="704850" y="19050"/>
                </a:lnTo>
                <a:lnTo>
                  <a:pt x="714375" y="19050"/>
                </a:lnTo>
                <a:close/>
                <a:moveTo>
                  <a:pt x="819150" y="0"/>
                </a:moveTo>
                <a:lnTo>
                  <a:pt x="828675" y="0"/>
                </a:lnTo>
                <a:lnTo>
                  <a:pt x="828675" y="9525"/>
                </a:lnTo>
                <a:lnTo>
                  <a:pt x="838200" y="9525"/>
                </a:lnTo>
                <a:lnTo>
                  <a:pt x="838200" y="28575"/>
                </a:lnTo>
                <a:lnTo>
                  <a:pt x="828675" y="28575"/>
                </a:lnTo>
                <a:lnTo>
                  <a:pt x="828675" y="47625"/>
                </a:lnTo>
                <a:lnTo>
                  <a:pt x="819150" y="47625"/>
                </a:lnTo>
                <a:lnTo>
                  <a:pt x="819150" y="66675"/>
                </a:lnTo>
                <a:lnTo>
                  <a:pt x="809625" y="66675"/>
                </a:lnTo>
                <a:lnTo>
                  <a:pt x="809625" y="76200"/>
                </a:lnTo>
                <a:lnTo>
                  <a:pt x="828675" y="76200"/>
                </a:lnTo>
                <a:lnTo>
                  <a:pt x="828675" y="85725"/>
                </a:lnTo>
                <a:lnTo>
                  <a:pt x="800100" y="85725"/>
                </a:lnTo>
                <a:lnTo>
                  <a:pt x="800100" y="66675"/>
                </a:lnTo>
                <a:lnTo>
                  <a:pt x="752475" y="66675"/>
                </a:lnTo>
                <a:lnTo>
                  <a:pt x="752475" y="57150"/>
                </a:lnTo>
                <a:lnTo>
                  <a:pt x="762000" y="57150"/>
                </a:lnTo>
                <a:lnTo>
                  <a:pt x="762000" y="47625"/>
                </a:lnTo>
                <a:lnTo>
                  <a:pt x="790575" y="47625"/>
                </a:lnTo>
                <a:lnTo>
                  <a:pt x="790575" y="57150"/>
                </a:lnTo>
                <a:lnTo>
                  <a:pt x="800100" y="57150"/>
                </a:lnTo>
                <a:lnTo>
                  <a:pt x="800100" y="47625"/>
                </a:lnTo>
                <a:lnTo>
                  <a:pt x="809625" y="47625"/>
                </a:lnTo>
                <a:lnTo>
                  <a:pt x="809625" y="19050"/>
                </a:lnTo>
                <a:lnTo>
                  <a:pt x="819150" y="19050"/>
                </a:lnTo>
                <a:close/>
                <a:moveTo>
                  <a:pt x="904875" y="0"/>
                </a:moveTo>
                <a:lnTo>
                  <a:pt x="914400" y="0"/>
                </a:lnTo>
                <a:lnTo>
                  <a:pt x="914400" y="9525"/>
                </a:lnTo>
                <a:lnTo>
                  <a:pt x="904875" y="9525"/>
                </a:lnTo>
                <a:close/>
                <a:moveTo>
                  <a:pt x="981075" y="0"/>
                </a:moveTo>
                <a:lnTo>
                  <a:pt x="1028700" y="0"/>
                </a:lnTo>
                <a:lnTo>
                  <a:pt x="1028700" y="9525"/>
                </a:lnTo>
                <a:lnTo>
                  <a:pt x="1038225" y="9525"/>
                </a:lnTo>
                <a:lnTo>
                  <a:pt x="1038225" y="0"/>
                </a:lnTo>
                <a:lnTo>
                  <a:pt x="1066800" y="0"/>
                </a:lnTo>
                <a:lnTo>
                  <a:pt x="1066800" y="9525"/>
                </a:lnTo>
                <a:lnTo>
                  <a:pt x="1047750" y="9525"/>
                </a:lnTo>
                <a:lnTo>
                  <a:pt x="1047750" y="19050"/>
                </a:lnTo>
                <a:lnTo>
                  <a:pt x="1019175" y="19050"/>
                </a:lnTo>
                <a:lnTo>
                  <a:pt x="1019175" y="28575"/>
                </a:lnTo>
                <a:lnTo>
                  <a:pt x="1028700" y="28575"/>
                </a:lnTo>
                <a:lnTo>
                  <a:pt x="1028700" y="38100"/>
                </a:lnTo>
                <a:lnTo>
                  <a:pt x="1019175" y="38100"/>
                </a:lnTo>
                <a:lnTo>
                  <a:pt x="1019175" y="47625"/>
                </a:lnTo>
                <a:lnTo>
                  <a:pt x="1009650" y="47625"/>
                </a:lnTo>
                <a:lnTo>
                  <a:pt x="1009650" y="28575"/>
                </a:lnTo>
                <a:lnTo>
                  <a:pt x="990600" y="28575"/>
                </a:lnTo>
                <a:lnTo>
                  <a:pt x="990600" y="47625"/>
                </a:lnTo>
                <a:lnTo>
                  <a:pt x="981075" y="47625"/>
                </a:lnTo>
                <a:lnTo>
                  <a:pt x="981075" y="38100"/>
                </a:lnTo>
                <a:lnTo>
                  <a:pt x="971550" y="38100"/>
                </a:lnTo>
                <a:lnTo>
                  <a:pt x="971550" y="19050"/>
                </a:lnTo>
                <a:lnTo>
                  <a:pt x="981075" y="19050"/>
                </a:lnTo>
                <a:close/>
                <a:moveTo>
                  <a:pt x="1133475" y="0"/>
                </a:moveTo>
                <a:lnTo>
                  <a:pt x="1171575" y="0"/>
                </a:lnTo>
                <a:lnTo>
                  <a:pt x="1171575" y="9525"/>
                </a:lnTo>
                <a:lnTo>
                  <a:pt x="1190625" y="9525"/>
                </a:lnTo>
                <a:lnTo>
                  <a:pt x="1190625" y="19050"/>
                </a:lnTo>
                <a:lnTo>
                  <a:pt x="1209675" y="19050"/>
                </a:lnTo>
                <a:lnTo>
                  <a:pt x="1209675" y="57150"/>
                </a:lnTo>
                <a:lnTo>
                  <a:pt x="1200150" y="57150"/>
                </a:lnTo>
                <a:lnTo>
                  <a:pt x="1200150" y="38100"/>
                </a:lnTo>
                <a:lnTo>
                  <a:pt x="1171575" y="38100"/>
                </a:lnTo>
                <a:lnTo>
                  <a:pt x="1171575" y="47625"/>
                </a:lnTo>
                <a:lnTo>
                  <a:pt x="1162050" y="47625"/>
                </a:lnTo>
                <a:lnTo>
                  <a:pt x="1162050" y="57150"/>
                </a:lnTo>
                <a:lnTo>
                  <a:pt x="1133475" y="57150"/>
                </a:lnTo>
                <a:lnTo>
                  <a:pt x="1133475" y="47625"/>
                </a:lnTo>
                <a:lnTo>
                  <a:pt x="1152525" y="47625"/>
                </a:lnTo>
                <a:lnTo>
                  <a:pt x="1152525" y="38100"/>
                </a:lnTo>
                <a:lnTo>
                  <a:pt x="1162050" y="38100"/>
                </a:lnTo>
                <a:lnTo>
                  <a:pt x="1162050" y="28575"/>
                </a:lnTo>
                <a:lnTo>
                  <a:pt x="1152525" y="28575"/>
                </a:lnTo>
                <a:lnTo>
                  <a:pt x="1152525" y="19050"/>
                </a:lnTo>
                <a:lnTo>
                  <a:pt x="1133475" y="19050"/>
                </a:lnTo>
                <a:close/>
                <a:moveTo>
                  <a:pt x="57150" y="9525"/>
                </a:moveTo>
                <a:lnTo>
                  <a:pt x="66675" y="9525"/>
                </a:lnTo>
                <a:lnTo>
                  <a:pt x="66675" y="19050"/>
                </a:lnTo>
                <a:lnTo>
                  <a:pt x="76200" y="19050"/>
                </a:lnTo>
                <a:lnTo>
                  <a:pt x="76200" y="9525"/>
                </a:lnTo>
                <a:lnTo>
                  <a:pt x="85725" y="9525"/>
                </a:lnTo>
                <a:lnTo>
                  <a:pt x="85725" y="28575"/>
                </a:lnTo>
                <a:lnTo>
                  <a:pt x="95250" y="28575"/>
                </a:lnTo>
                <a:lnTo>
                  <a:pt x="95250" y="57150"/>
                </a:lnTo>
                <a:lnTo>
                  <a:pt x="85725" y="57150"/>
                </a:lnTo>
                <a:lnTo>
                  <a:pt x="85725" y="66675"/>
                </a:lnTo>
                <a:lnTo>
                  <a:pt x="76200" y="66675"/>
                </a:lnTo>
                <a:lnTo>
                  <a:pt x="76200" y="76200"/>
                </a:lnTo>
                <a:lnTo>
                  <a:pt x="66675" y="76200"/>
                </a:lnTo>
                <a:lnTo>
                  <a:pt x="66675" y="57150"/>
                </a:lnTo>
                <a:lnTo>
                  <a:pt x="76200" y="57150"/>
                </a:lnTo>
                <a:lnTo>
                  <a:pt x="76200" y="38100"/>
                </a:lnTo>
                <a:lnTo>
                  <a:pt x="66675" y="38100"/>
                </a:lnTo>
                <a:lnTo>
                  <a:pt x="66675" y="28575"/>
                </a:lnTo>
                <a:lnTo>
                  <a:pt x="47625" y="28575"/>
                </a:lnTo>
                <a:lnTo>
                  <a:pt x="47625" y="19050"/>
                </a:lnTo>
                <a:lnTo>
                  <a:pt x="57150" y="19050"/>
                </a:lnTo>
                <a:close/>
                <a:moveTo>
                  <a:pt x="361950" y="9525"/>
                </a:moveTo>
                <a:lnTo>
                  <a:pt x="390525" y="9525"/>
                </a:lnTo>
                <a:lnTo>
                  <a:pt x="390525" y="28575"/>
                </a:lnTo>
                <a:lnTo>
                  <a:pt x="381000" y="28575"/>
                </a:lnTo>
                <a:lnTo>
                  <a:pt x="381000" y="19050"/>
                </a:lnTo>
                <a:lnTo>
                  <a:pt x="371475" y="19050"/>
                </a:lnTo>
                <a:lnTo>
                  <a:pt x="371475" y="28575"/>
                </a:lnTo>
                <a:lnTo>
                  <a:pt x="361950" y="28575"/>
                </a:lnTo>
                <a:close/>
                <a:moveTo>
                  <a:pt x="628650" y="9525"/>
                </a:moveTo>
                <a:lnTo>
                  <a:pt x="647700" y="9525"/>
                </a:lnTo>
                <a:lnTo>
                  <a:pt x="647700" y="19050"/>
                </a:lnTo>
                <a:lnTo>
                  <a:pt x="628650" y="19050"/>
                </a:lnTo>
                <a:close/>
                <a:moveTo>
                  <a:pt x="1114425" y="9525"/>
                </a:moveTo>
                <a:lnTo>
                  <a:pt x="1123950" y="9525"/>
                </a:lnTo>
                <a:lnTo>
                  <a:pt x="1123950" y="28575"/>
                </a:lnTo>
                <a:lnTo>
                  <a:pt x="1085850" y="28575"/>
                </a:lnTo>
                <a:lnTo>
                  <a:pt x="1085850" y="38100"/>
                </a:lnTo>
                <a:lnTo>
                  <a:pt x="1076325" y="38100"/>
                </a:lnTo>
                <a:lnTo>
                  <a:pt x="1076325" y="19050"/>
                </a:lnTo>
                <a:lnTo>
                  <a:pt x="1114425" y="19050"/>
                </a:lnTo>
                <a:close/>
                <a:moveTo>
                  <a:pt x="0" y="19050"/>
                </a:moveTo>
                <a:lnTo>
                  <a:pt x="9525" y="19050"/>
                </a:lnTo>
                <a:lnTo>
                  <a:pt x="9525" y="28575"/>
                </a:lnTo>
                <a:lnTo>
                  <a:pt x="0" y="28575"/>
                </a:lnTo>
                <a:close/>
                <a:moveTo>
                  <a:pt x="161925" y="28575"/>
                </a:moveTo>
                <a:lnTo>
                  <a:pt x="171450" y="28575"/>
                </a:lnTo>
                <a:lnTo>
                  <a:pt x="171450" y="57150"/>
                </a:lnTo>
                <a:lnTo>
                  <a:pt x="161925" y="57150"/>
                </a:lnTo>
                <a:close/>
                <a:moveTo>
                  <a:pt x="323850" y="28575"/>
                </a:moveTo>
                <a:lnTo>
                  <a:pt x="333375" y="28575"/>
                </a:lnTo>
                <a:lnTo>
                  <a:pt x="333375" y="19050"/>
                </a:lnTo>
                <a:lnTo>
                  <a:pt x="323850" y="19050"/>
                </a:lnTo>
                <a:close/>
                <a:moveTo>
                  <a:pt x="428625" y="28575"/>
                </a:moveTo>
                <a:lnTo>
                  <a:pt x="438150" y="28575"/>
                </a:lnTo>
                <a:lnTo>
                  <a:pt x="438150" y="38100"/>
                </a:lnTo>
                <a:lnTo>
                  <a:pt x="428625" y="38100"/>
                </a:lnTo>
                <a:close/>
                <a:moveTo>
                  <a:pt x="485775" y="28575"/>
                </a:moveTo>
                <a:lnTo>
                  <a:pt x="495300" y="28575"/>
                </a:lnTo>
                <a:lnTo>
                  <a:pt x="495300" y="38100"/>
                </a:lnTo>
                <a:lnTo>
                  <a:pt x="504825" y="38100"/>
                </a:lnTo>
                <a:lnTo>
                  <a:pt x="504825" y="66675"/>
                </a:lnTo>
                <a:lnTo>
                  <a:pt x="485775" y="66675"/>
                </a:lnTo>
                <a:lnTo>
                  <a:pt x="485775" y="57150"/>
                </a:lnTo>
                <a:lnTo>
                  <a:pt x="466725" y="57150"/>
                </a:lnTo>
                <a:lnTo>
                  <a:pt x="466725" y="38100"/>
                </a:lnTo>
                <a:lnTo>
                  <a:pt x="485775" y="38100"/>
                </a:lnTo>
                <a:close/>
                <a:moveTo>
                  <a:pt x="1133475" y="28575"/>
                </a:moveTo>
                <a:lnTo>
                  <a:pt x="1143000" y="28575"/>
                </a:lnTo>
                <a:lnTo>
                  <a:pt x="1143000" y="38100"/>
                </a:lnTo>
                <a:lnTo>
                  <a:pt x="1133475" y="38100"/>
                </a:lnTo>
                <a:close/>
                <a:moveTo>
                  <a:pt x="0" y="38100"/>
                </a:moveTo>
                <a:lnTo>
                  <a:pt x="19050" y="38100"/>
                </a:lnTo>
                <a:lnTo>
                  <a:pt x="19050" y="47625"/>
                </a:lnTo>
                <a:lnTo>
                  <a:pt x="38100" y="47625"/>
                </a:lnTo>
                <a:lnTo>
                  <a:pt x="38100" y="57150"/>
                </a:lnTo>
                <a:lnTo>
                  <a:pt x="28575" y="57150"/>
                </a:lnTo>
                <a:lnTo>
                  <a:pt x="28575" y="66675"/>
                </a:lnTo>
                <a:lnTo>
                  <a:pt x="0" y="66675"/>
                </a:lnTo>
                <a:close/>
                <a:moveTo>
                  <a:pt x="400050" y="38100"/>
                </a:moveTo>
                <a:lnTo>
                  <a:pt x="419100" y="38100"/>
                </a:lnTo>
                <a:lnTo>
                  <a:pt x="419100" y="47625"/>
                </a:lnTo>
                <a:lnTo>
                  <a:pt x="400050" y="47625"/>
                </a:lnTo>
                <a:close/>
                <a:moveTo>
                  <a:pt x="895350" y="38100"/>
                </a:moveTo>
                <a:lnTo>
                  <a:pt x="923925" y="38100"/>
                </a:lnTo>
                <a:lnTo>
                  <a:pt x="923925" y="47625"/>
                </a:lnTo>
                <a:lnTo>
                  <a:pt x="895350" y="47625"/>
                </a:lnTo>
                <a:close/>
                <a:moveTo>
                  <a:pt x="285750" y="47625"/>
                </a:moveTo>
                <a:lnTo>
                  <a:pt x="314325" y="47625"/>
                </a:lnTo>
                <a:lnTo>
                  <a:pt x="314325" y="66675"/>
                </a:lnTo>
                <a:lnTo>
                  <a:pt x="285750" y="66675"/>
                </a:lnTo>
                <a:close/>
                <a:moveTo>
                  <a:pt x="657225" y="47625"/>
                </a:moveTo>
                <a:lnTo>
                  <a:pt x="685800" y="47625"/>
                </a:lnTo>
                <a:lnTo>
                  <a:pt x="685800" y="57150"/>
                </a:lnTo>
                <a:lnTo>
                  <a:pt x="666750" y="57150"/>
                </a:lnTo>
                <a:lnTo>
                  <a:pt x="666750" y="76200"/>
                </a:lnTo>
                <a:lnTo>
                  <a:pt x="657225" y="76200"/>
                </a:lnTo>
                <a:lnTo>
                  <a:pt x="657225" y="66675"/>
                </a:lnTo>
                <a:lnTo>
                  <a:pt x="647700" y="66675"/>
                </a:lnTo>
                <a:lnTo>
                  <a:pt x="647700" y="57150"/>
                </a:lnTo>
                <a:lnTo>
                  <a:pt x="657225" y="57150"/>
                </a:lnTo>
                <a:close/>
                <a:moveTo>
                  <a:pt x="714375" y="47625"/>
                </a:moveTo>
                <a:lnTo>
                  <a:pt x="723900" y="47625"/>
                </a:lnTo>
                <a:lnTo>
                  <a:pt x="723900" y="57150"/>
                </a:lnTo>
                <a:lnTo>
                  <a:pt x="714375" y="57150"/>
                </a:lnTo>
                <a:close/>
                <a:moveTo>
                  <a:pt x="847725" y="47625"/>
                </a:moveTo>
                <a:lnTo>
                  <a:pt x="857250" y="47625"/>
                </a:lnTo>
                <a:lnTo>
                  <a:pt x="857250" y="57150"/>
                </a:lnTo>
                <a:lnTo>
                  <a:pt x="847725" y="57150"/>
                </a:lnTo>
                <a:close/>
                <a:moveTo>
                  <a:pt x="990600" y="47625"/>
                </a:moveTo>
                <a:lnTo>
                  <a:pt x="1009650" y="47625"/>
                </a:lnTo>
                <a:lnTo>
                  <a:pt x="1009650" y="57150"/>
                </a:lnTo>
                <a:lnTo>
                  <a:pt x="990600" y="57150"/>
                </a:lnTo>
                <a:close/>
                <a:moveTo>
                  <a:pt x="1038225" y="47625"/>
                </a:moveTo>
                <a:lnTo>
                  <a:pt x="1057275" y="47625"/>
                </a:lnTo>
                <a:lnTo>
                  <a:pt x="1057275" y="57150"/>
                </a:lnTo>
                <a:lnTo>
                  <a:pt x="1066800" y="57150"/>
                </a:lnTo>
                <a:lnTo>
                  <a:pt x="1066800" y="66675"/>
                </a:lnTo>
                <a:lnTo>
                  <a:pt x="1028700" y="66675"/>
                </a:lnTo>
                <a:lnTo>
                  <a:pt x="1028700" y="57150"/>
                </a:lnTo>
                <a:lnTo>
                  <a:pt x="1038225" y="57150"/>
                </a:lnTo>
                <a:close/>
                <a:moveTo>
                  <a:pt x="114300" y="57150"/>
                </a:moveTo>
                <a:lnTo>
                  <a:pt x="123825" y="57150"/>
                </a:lnTo>
                <a:lnTo>
                  <a:pt x="123825" y="76200"/>
                </a:lnTo>
                <a:lnTo>
                  <a:pt x="104775" y="76200"/>
                </a:lnTo>
                <a:lnTo>
                  <a:pt x="104775" y="66675"/>
                </a:lnTo>
                <a:lnTo>
                  <a:pt x="114300" y="66675"/>
                </a:lnTo>
                <a:close/>
                <a:moveTo>
                  <a:pt x="371475" y="57150"/>
                </a:moveTo>
                <a:lnTo>
                  <a:pt x="381000" y="57150"/>
                </a:lnTo>
                <a:lnTo>
                  <a:pt x="381000" y="66675"/>
                </a:lnTo>
                <a:lnTo>
                  <a:pt x="371475" y="66675"/>
                </a:lnTo>
                <a:close/>
                <a:moveTo>
                  <a:pt x="390525" y="57150"/>
                </a:moveTo>
                <a:lnTo>
                  <a:pt x="400050" y="57150"/>
                </a:lnTo>
                <a:lnTo>
                  <a:pt x="400050" y="76200"/>
                </a:lnTo>
                <a:lnTo>
                  <a:pt x="390525" y="76200"/>
                </a:lnTo>
                <a:close/>
                <a:moveTo>
                  <a:pt x="447675" y="57150"/>
                </a:moveTo>
                <a:lnTo>
                  <a:pt x="466725" y="57150"/>
                </a:lnTo>
                <a:lnTo>
                  <a:pt x="466725" y="66675"/>
                </a:lnTo>
                <a:lnTo>
                  <a:pt x="447675" y="66675"/>
                </a:lnTo>
                <a:close/>
                <a:moveTo>
                  <a:pt x="1076325" y="57150"/>
                </a:moveTo>
                <a:lnTo>
                  <a:pt x="1095375" y="57150"/>
                </a:lnTo>
                <a:lnTo>
                  <a:pt x="1095375" y="66675"/>
                </a:lnTo>
                <a:lnTo>
                  <a:pt x="1085850" y="66675"/>
                </a:lnTo>
                <a:lnTo>
                  <a:pt x="1085850" y="76200"/>
                </a:lnTo>
                <a:lnTo>
                  <a:pt x="1076325" y="76200"/>
                </a:lnTo>
                <a:close/>
                <a:moveTo>
                  <a:pt x="1190625" y="57150"/>
                </a:moveTo>
                <a:lnTo>
                  <a:pt x="1200150" y="57150"/>
                </a:lnTo>
                <a:lnTo>
                  <a:pt x="1200150" y="76200"/>
                </a:lnTo>
                <a:lnTo>
                  <a:pt x="1190625" y="76200"/>
                </a:lnTo>
                <a:close/>
                <a:moveTo>
                  <a:pt x="247650" y="66675"/>
                </a:moveTo>
                <a:lnTo>
                  <a:pt x="257175" y="66675"/>
                </a:lnTo>
                <a:lnTo>
                  <a:pt x="257175" y="76200"/>
                </a:lnTo>
                <a:lnTo>
                  <a:pt x="266700" y="76200"/>
                </a:lnTo>
                <a:lnTo>
                  <a:pt x="266700" y="85725"/>
                </a:lnTo>
                <a:lnTo>
                  <a:pt x="247650" y="85725"/>
                </a:lnTo>
                <a:close/>
                <a:moveTo>
                  <a:pt x="428625" y="66675"/>
                </a:moveTo>
                <a:lnTo>
                  <a:pt x="447675" y="66675"/>
                </a:lnTo>
                <a:lnTo>
                  <a:pt x="447675" y="85725"/>
                </a:lnTo>
                <a:lnTo>
                  <a:pt x="438150" y="85725"/>
                </a:lnTo>
                <a:lnTo>
                  <a:pt x="438150" y="76200"/>
                </a:lnTo>
                <a:lnTo>
                  <a:pt x="428625" y="76200"/>
                </a:lnTo>
                <a:close/>
                <a:moveTo>
                  <a:pt x="57150" y="76200"/>
                </a:moveTo>
                <a:lnTo>
                  <a:pt x="66675" y="76200"/>
                </a:lnTo>
                <a:lnTo>
                  <a:pt x="66675" y="85725"/>
                </a:lnTo>
                <a:lnTo>
                  <a:pt x="57150" y="85725"/>
                </a:lnTo>
                <a:close/>
                <a:moveTo>
                  <a:pt x="180975" y="76200"/>
                </a:moveTo>
                <a:lnTo>
                  <a:pt x="190500" y="76200"/>
                </a:lnTo>
                <a:lnTo>
                  <a:pt x="190500" y="85725"/>
                </a:lnTo>
                <a:lnTo>
                  <a:pt x="180975" y="85725"/>
                </a:lnTo>
                <a:close/>
                <a:moveTo>
                  <a:pt x="361950" y="76200"/>
                </a:moveTo>
                <a:lnTo>
                  <a:pt x="381000" y="76200"/>
                </a:lnTo>
                <a:lnTo>
                  <a:pt x="381000" y="85725"/>
                </a:lnTo>
                <a:lnTo>
                  <a:pt x="361950" y="85725"/>
                </a:lnTo>
                <a:close/>
                <a:moveTo>
                  <a:pt x="628650" y="76200"/>
                </a:moveTo>
                <a:lnTo>
                  <a:pt x="657225" y="76200"/>
                </a:lnTo>
                <a:lnTo>
                  <a:pt x="657225" y="104775"/>
                </a:lnTo>
                <a:lnTo>
                  <a:pt x="638175" y="104775"/>
                </a:lnTo>
                <a:lnTo>
                  <a:pt x="638175" y="85725"/>
                </a:lnTo>
                <a:lnTo>
                  <a:pt x="628650" y="85725"/>
                </a:lnTo>
                <a:close/>
                <a:moveTo>
                  <a:pt x="876300" y="76200"/>
                </a:moveTo>
                <a:lnTo>
                  <a:pt x="904875" y="76200"/>
                </a:lnTo>
                <a:lnTo>
                  <a:pt x="904875" y="85725"/>
                </a:lnTo>
                <a:lnTo>
                  <a:pt x="914400" y="85725"/>
                </a:lnTo>
                <a:lnTo>
                  <a:pt x="914400" y="95250"/>
                </a:lnTo>
                <a:lnTo>
                  <a:pt x="923925" y="95250"/>
                </a:lnTo>
                <a:lnTo>
                  <a:pt x="923925" y="114300"/>
                </a:lnTo>
                <a:lnTo>
                  <a:pt x="933450" y="114300"/>
                </a:lnTo>
                <a:lnTo>
                  <a:pt x="933450" y="123825"/>
                </a:lnTo>
                <a:lnTo>
                  <a:pt x="914400" y="123825"/>
                </a:lnTo>
                <a:lnTo>
                  <a:pt x="914400" y="114300"/>
                </a:lnTo>
                <a:lnTo>
                  <a:pt x="904875" y="114300"/>
                </a:lnTo>
                <a:lnTo>
                  <a:pt x="904875" y="104775"/>
                </a:lnTo>
                <a:lnTo>
                  <a:pt x="866775" y="104775"/>
                </a:lnTo>
                <a:lnTo>
                  <a:pt x="866775" y="95250"/>
                </a:lnTo>
                <a:lnTo>
                  <a:pt x="876300" y="95250"/>
                </a:lnTo>
                <a:close/>
                <a:moveTo>
                  <a:pt x="1009650" y="76200"/>
                </a:moveTo>
                <a:lnTo>
                  <a:pt x="1019175" y="76200"/>
                </a:lnTo>
                <a:lnTo>
                  <a:pt x="1019175" y="85725"/>
                </a:lnTo>
                <a:lnTo>
                  <a:pt x="1028700" y="85725"/>
                </a:lnTo>
                <a:lnTo>
                  <a:pt x="1028700" y="76200"/>
                </a:lnTo>
                <a:lnTo>
                  <a:pt x="1038225" y="76200"/>
                </a:lnTo>
                <a:lnTo>
                  <a:pt x="1038225" y="85725"/>
                </a:lnTo>
                <a:lnTo>
                  <a:pt x="1028700" y="85725"/>
                </a:lnTo>
                <a:lnTo>
                  <a:pt x="1028700" y="95250"/>
                </a:lnTo>
                <a:lnTo>
                  <a:pt x="1038225" y="95250"/>
                </a:lnTo>
                <a:lnTo>
                  <a:pt x="1038225" y="114300"/>
                </a:lnTo>
                <a:lnTo>
                  <a:pt x="1057275" y="114300"/>
                </a:lnTo>
                <a:lnTo>
                  <a:pt x="1057275" y="123825"/>
                </a:lnTo>
                <a:lnTo>
                  <a:pt x="1019175" y="123825"/>
                </a:lnTo>
                <a:lnTo>
                  <a:pt x="1019175" y="133350"/>
                </a:lnTo>
                <a:lnTo>
                  <a:pt x="1009650" y="133350"/>
                </a:lnTo>
                <a:lnTo>
                  <a:pt x="1009650" y="95250"/>
                </a:lnTo>
                <a:lnTo>
                  <a:pt x="1000125" y="95250"/>
                </a:lnTo>
                <a:lnTo>
                  <a:pt x="1000125" y="85725"/>
                </a:lnTo>
                <a:lnTo>
                  <a:pt x="1009650" y="85725"/>
                </a:lnTo>
                <a:close/>
                <a:moveTo>
                  <a:pt x="1066800" y="76200"/>
                </a:moveTo>
                <a:lnTo>
                  <a:pt x="1076325" y="76200"/>
                </a:lnTo>
                <a:lnTo>
                  <a:pt x="1076325" y="104775"/>
                </a:lnTo>
                <a:lnTo>
                  <a:pt x="1066800" y="104775"/>
                </a:lnTo>
                <a:close/>
                <a:moveTo>
                  <a:pt x="38100" y="85725"/>
                </a:moveTo>
                <a:lnTo>
                  <a:pt x="47625" y="85725"/>
                </a:lnTo>
                <a:lnTo>
                  <a:pt x="47625" y="123825"/>
                </a:lnTo>
                <a:lnTo>
                  <a:pt x="28575" y="123825"/>
                </a:lnTo>
                <a:lnTo>
                  <a:pt x="28575" y="114300"/>
                </a:lnTo>
                <a:lnTo>
                  <a:pt x="9525" y="114300"/>
                </a:lnTo>
                <a:lnTo>
                  <a:pt x="9525" y="123825"/>
                </a:lnTo>
                <a:lnTo>
                  <a:pt x="0" y="123825"/>
                </a:lnTo>
                <a:lnTo>
                  <a:pt x="0" y="104775"/>
                </a:lnTo>
                <a:lnTo>
                  <a:pt x="19050" y="104775"/>
                </a:lnTo>
                <a:lnTo>
                  <a:pt x="19050" y="95250"/>
                </a:lnTo>
                <a:lnTo>
                  <a:pt x="38100" y="95250"/>
                </a:lnTo>
                <a:close/>
                <a:moveTo>
                  <a:pt x="219075" y="85725"/>
                </a:moveTo>
                <a:lnTo>
                  <a:pt x="228600" y="85725"/>
                </a:lnTo>
                <a:lnTo>
                  <a:pt x="228600" y="95250"/>
                </a:lnTo>
                <a:lnTo>
                  <a:pt x="238125" y="95250"/>
                </a:lnTo>
                <a:lnTo>
                  <a:pt x="238125" y="104775"/>
                </a:lnTo>
                <a:lnTo>
                  <a:pt x="247650" y="104775"/>
                </a:lnTo>
                <a:lnTo>
                  <a:pt x="247650" y="114300"/>
                </a:lnTo>
                <a:lnTo>
                  <a:pt x="276225" y="114300"/>
                </a:lnTo>
                <a:lnTo>
                  <a:pt x="276225" y="123825"/>
                </a:lnTo>
                <a:lnTo>
                  <a:pt x="266700" y="123825"/>
                </a:lnTo>
                <a:lnTo>
                  <a:pt x="266700" y="133350"/>
                </a:lnTo>
                <a:lnTo>
                  <a:pt x="257175" y="133350"/>
                </a:lnTo>
                <a:lnTo>
                  <a:pt x="257175" y="142875"/>
                </a:lnTo>
                <a:lnTo>
                  <a:pt x="247650" y="142875"/>
                </a:lnTo>
                <a:lnTo>
                  <a:pt x="247650" y="123825"/>
                </a:lnTo>
                <a:lnTo>
                  <a:pt x="228600" y="123825"/>
                </a:lnTo>
                <a:lnTo>
                  <a:pt x="228600" y="114300"/>
                </a:lnTo>
                <a:lnTo>
                  <a:pt x="219075" y="114300"/>
                </a:lnTo>
                <a:close/>
                <a:moveTo>
                  <a:pt x="352425" y="85725"/>
                </a:moveTo>
                <a:lnTo>
                  <a:pt x="361950" y="85725"/>
                </a:lnTo>
                <a:lnTo>
                  <a:pt x="361950" y="104775"/>
                </a:lnTo>
                <a:lnTo>
                  <a:pt x="381000" y="104775"/>
                </a:lnTo>
                <a:lnTo>
                  <a:pt x="381000" y="114300"/>
                </a:lnTo>
                <a:lnTo>
                  <a:pt x="342900" y="114300"/>
                </a:lnTo>
                <a:lnTo>
                  <a:pt x="342900" y="95250"/>
                </a:lnTo>
                <a:lnTo>
                  <a:pt x="352425" y="95250"/>
                </a:lnTo>
                <a:close/>
                <a:moveTo>
                  <a:pt x="381000" y="85725"/>
                </a:moveTo>
                <a:lnTo>
                  <a:pt x="390525" y="85725"/>
                </a:lnTo>
                <a:lnTo>
                  <a:pt x="390525" y="95250"/>
                </a:lnTo>
                <a:lnTo>
                  <a:pt x="381000" y="95250"/>
                </a:lnTo>
                <a:close/>
                <a:moveTo>
                  <a:pt x="85725" y="95250"/>
                </a:moveTo>
                <a:lnTo>
                  <a:pt x="95250" y="95250"/>
                </a:lnTo>
                <a:lnTo>
                  <a:pt x="95250" y="123825"/>
                </a:lnTo>
                <a:lnTo>
                  <a:pt x="85725" y="123825"/>
                </a:lnTo>
                <a:lnTo>
                  <a:pt x="85725" y="114300"/>
                </a:lnTo>
                <a:lnTo>
                  <a:pt x="76200" y="114300"/>
                </a:lnTo>
                <a:lnTo>
                  <a:pt x="76200" y="104775"/>
                </a:lnTo>
                <a:lnTo>
                  <a:pt x="85725" y="104775"/>
                </a:lnTo>
                <a:close/>
                <a:moveTo>
                  <a:pt x="933450" y="95250"/>
                </a:moveTo>
                <a:lnTo>
                  <a:pt x="942975" y="95250"/>
                </a:lnTo>
                <a:lnTo>
                  <a:pt x="942975" y="104775"/>
                </a:lnTo>
                <a:lnTo>
                  <a:pt x="933450" y="104775"/>
                </a:lnTo>
                <a:close/>
                <a:moveTo>
                  <a:pt x="952500" y="95250"/>
                </a:moveTo>
                <a:lnTo>
                  <a:pt x="962025" y="95250"/>
                </a:lnTo>
                <a:lnTo>
                  <a:pt x="962025" y="104775"/>
                </a:lnTo>
                <a:lnTo>
                  <a:pt x="952500" y="104775"/>
                </a:lnTo>
                <a:close/>
                <a:moveTo>
                  <a:pt x="590550" y="104775"/>
                </a:moveTo>
                <a:lnTo>
                  <a:pt x="619125" y="104775"/>
                </a:lnTo>
                <a:lnTo>
                  <a:pt x="619125" y="114300"/>
                </a:lnTo>
                <a:lnTo>
                  <a:pt x="600075" y="114300"/>
                </a:lnTo>
                <a:lnTo>
                  <a:pt x="600075" y="123825"/>
                </a:lnTo>
                <a:lnTo>
                  <a:pt x="590550" y="123825"/>
                </a:lnTo>
                <a:lnTo>
                  <a:pt x="590550" y="142875"/>
                </a:lnTo>
                <a:lnTo>
                  <a:pt x="581025" y="142875"/>
                </a:lnTo>
                <a:lnTo>
                  <a:pt x="581025" y="161925"/>
                </a:lnTo>
                <a:lnTo>
                  <a:pt x="571500" y="161925"/>
                </a:lnTo>
                <a:lnTo>
                  <a:pt x="571500" y="200025"/>
                </a:lnTo>
                <a:lnTo>
                  <a:pt x="552450" y="200025"/>
                </a:lnTo>
                <a:lnTo>
                  <a:pt x="552450" y="190500"/>
                </a:lnTo>
                <a:lnTo>
                  <a:pt x="542925" y="190500"/>
                </a:lnTo>
                <a:lnTo>
                  <a:pt x="542925" y="152400"/>
                </a:lnTo>
                <a:lnTo>
                  <a:pt x="561975" y="152400"/>
                </a:lnTo>
                <a:lnTo>
                  <a:pt x="561975" y="133350"/>
                </a:lnTo>
                <a:lnTo>
                  <a:pt x="581025" y="133350"/>
                </a:lnTo>
                <a:lnTo>
                  <a:pt x="581025" y="114300"/>
                </a:lnTo>
                <a:lnTo>
                  <a:pt x="590550" y="114300"/>
                </a:lnTo>
                <a:close/>
                <a:moveTo>
                  <a:pt x="285750" y="114300"/>
                </a:moveTo>
                <a:lnTo>
                  <a:pt x="295275" y="114300"/>
                </a:lnTo>
                <a:lnTo>
                  <a:pt x="295275" y="123825"/>
                </a:lnTo>
                <a:lnTo>
                  <a:pt x="285750" y="123825"/>
                </a:lnTo>
                <a:close/>
                <a:moveTo>
                  <a:pt x="333375" y="114300"/>
                </a:moveTo>
                <a:lnTo>
                  <a:pt x="342900" y="114300"/>
                </a:lnTo>
                <a:lnTo>
                  <a:pt x="342900" y="123825"/>
                </a:lnTo>
                <a:lnTo>
                  <a:pt x="333375" y="123825"/>
                </a:lnTo>
                <a:close/>
                <a:moveTo>
                  <a:pt x="819150" y="114300"/>
                </a:moveTo>
                <a:lnTo>
                  <a:pt x="828675" y="114300"/>
                </a:lnTo>
                <a:lnTo>
                  <a:pt x="828675" y="123825"/>
                </a:lnTo>
                <a:lnTo>
                  <a:pt x="819150" y="123825"/>
                </a:lnTo>
                <a:close/>
                <a:moveTo>
                  <a:pt x="304800" y="123825"/>
                </a:moveTo>
                <a:lnTo>
                  <a:pt x="333375" y="123825"/>
                </a:lnTo>
                <a:lnTo>
                  <a:pt x="333375" y="142875"/>
                </a:lnTo>
                <a:lnTo>
                  <a:pt x="314325" y="142875"/>
                </a:lnTo>
                <a:lnTo>
                  <a:pt x="314325" y="133350"/>
                </a:lnTo>
                <a:lnTo>
                  <a:pt x="304800" y="133350"/>
                </a:lnTo>
                <a:close/>
                <a:moveTo>
                  <a:pt x="495300" y="123825"/>
                </a:moveTo>
                <a:lnTo>
                  <a:pt x="514350" y="123825"/>
                </a:lnTo>
                <a:lnTo>
                  <a:pt x="514350" y="133350"/>
                </a:lnTo>
                <a:lnTo>
                  <a:pt x="495300" y="133350"/>
                </a:lnTo>
                <a:close/>
                <a:moveTo>
                  <a:pt x="828675" y="123825"/>
                </a:moveTo>
                <a:lnTo>
                  <a:pt x="838200" y="123825"/>
                </a:lnTo>
                <a:lnTo>
                  <a:pt x="838200" y="133350"/>
                </a:lnTo>
                <a:lnTo>
                  <a:pt x="857250" y="133350"/>
                </a:lnTo>
                <a:lnTo>
                  <a:pt x="857250" y="152400"/>
                </a:lnTo>
                <a:lnTo>
                  <a:pt x="866775" y="152400"/>
                </a:lnTo>
                <a:lnTo>
                  <a:pt x="866775" y="171450"/>
                </a:lnTo>
                <a:lnTo>
                  <a:pt x="857250" y="171450"/>
                </a:lnTo>
                <a:lnTo>
                  <a:pt x="857250" y="161925"/>
                </a:lnTo>
                <a:lnTo>
                  <a:pt x="828675" y="161925"/>
                </a:lnTo>
                <a:lnTo>
                  <a:pt x="828675" y="171450"/>
                </a:lnTo>
                <a:lnTo>
                  <a:pt x="819150" y="171450"/>
                </a:lnTo>
                <a:lnTo>
                  <a:pt x="819150" y="180975"/>
                </a:lnTo>
                <a:lnTo>
                  <a:pt x="800100" y="180975"/>
                </a:lnTo>
                <a:lnTo>
                  <a:pt x="800100" y="190500"/>
                </a:lnTo>
                <a:lnTo>
                  <a:pt x="781050" y="190500"/>
                </a:lnTo>
                <a:lnTo>
                  <a:pt x="781050" y="180975"/>
                </a:lnTo>
                <a:lnTo>
                  <a:pt x="771525" y="180975"/>
                </a:lnTo>
                <a:lnTo>
                  <a:pt x="771525" y="161925"/>
                </a:lnTo>
                <a:lnTo>
                  <a:pt x="781050" y="161925"/>
                </a:lnTo>
                <a:lnTo>
                  <a:pt x="781050" y="171450"/>
                </a:lnTo>
                <a:lnTo>
                  <a:pt x="790575" y="171450"/>
                </a:lnTo>
                <a:lnTo>
                  <a:pt x="790575" y="161925"/>
                </a:lnTo>
                <a:lnTo>
                  <a:pt x="819150" y="161925"/>
                </a:lnTo>
                <a:lnTo>
                  <a:pt x="819150" y="152400"/>
                </a:lnTo>
                <a:lnTo>
                  <a:pt x="828675" y="152400"/>
                </a:lnTo>
                <a:lnTo>
                  <a:pt x="828675" y="142875"/>
                </a:lnTo>
                <a:lnTo>
                  <a:pt x="809625" y="142875"/>
                </a:lnTo>
                <a:lnTo>
                  <a:pt x="809625" y="133350"/>
                </a:lnTo>
                <a:lnTo>
                  <a:pt x="828675" y="133350"/>
                </a:lnTo>
                <a:close/>
                <a:moveTo>
                  <a:pt x="1057275" y="123825"/>
                </a:moveTo>
                <a:lnTo>
                  <a:pt x="1066800" y="123825"/>
                </a:lnTo>
                <a:lnTo>
                  <a:pt x="1066800" y="133350"/>
                </a:lnTo>
                <a:lnTo>
                  <a:pt x="1057275" y="133350"/>
                </a:lnTo>
                <a:close/>
                <a:moveTo>
                  <a:pt x="457200" y="133350"/>
                </a:moveTo>
                <a:lnTo>
                  <a:pt x="495300" y="133350"/>
                </a:lnTo>
                <a:lnTo>
                  <a:pt x="495300" y="142875"/>
                </a:lnTo>
                <a:lnTo>
                  <a:pt x="457200" y="142875"/>
                </a:lnTo>
                <a:close/>
                <a:moveTo>
                  <a:pt x="904875" y="133350"/>
                </a:moveTo>
                <a:lnTo>
                  <a:pt x="914400" y="133350"/>
                </a:lnTo>
                <a:lnTo>
                  <a:pt x="914400" y="142875"/>
                </a:lnTo>
                <a:lnTo>
                  <a:pt x="904875" y="142875"/>
                </a:lnTo>
                <a:close/>
                <a:moveTo>
                  <a:pt x="923925" y="133350"/>
                </a:moveTo>
                <a:lnTo>
                  <a:pt x="933450" y="133350"/>
                </a:lnTo>
                <a:lnTo>
                  <a:pt x="933450" y="142875"/>
                </a:lnTo>
                <a:lnTo>
                  <a:pt x="923925" y="142875"/>
                </a:lnTo>
                <a:close/>
                <a:moveTo>
                  <a:pt x="1066800" y="133350"/>
                </a:moveTo>
                <a:lnTo>
                  <a:pt x="1076325" y="133350"/>
                </a:lnTo>
                <a:lnTo>
                  <a:pt x="1076325" y="171450"/>
                </a:lnTo>
                <a:lnTo>
                  <a:pt x="1066800" y="171450"/>
                </a:lnTo>
                <a:close/>
                <a:moveTo>
                  <a:pt x="1009650" y="142875"/>
                </a:moveTo>
                <a:lnTo>
                  <a:pt x="1019175" y="142875"/>
                </a:lnTo>
                <a:lnTo>
                  <a:pt x="1019175" y="161925"/>
                </a:lnTo>
                <a:lnTo>
                  <a:pt x="990600" y="161925"/>
                </a:lnTo>
                <a:lnTo>
                  <a:pt x="990600" y="152400"/>
                </a:lnTo>
                <a:lnTo>
                  <a:pt x="1009650" y="152400"/>
                </a:lnTo>
                <a:close/>
                <a:moveTo>
                  <a:pt x="0" y="152400"/>
                </a:moveTo>
                <a:lnTo>
                  <a:pt x="19050" y="152400"/>
                </a:lnTo>
                <a:lnTo>
                  <a:pt x="19050" y="161925"/>
                </a:lnTo>
                <a:lnTo>
                  <a:pt x="0" y="161925"/>
                </a:lnTo>
                <a:close/>
                <a:moveTo>
                  <a:pt x="57150" y="152400"/>
                </a:moveTo>
                <a:lnTo>
                  <a:pt x="66675" y="152400"/>
                </a:lnTo>
                <a:lnTo>
                  <a:pt x="66675" y="161925"/>
                </a:lnTo>
                <a:lnTo>
                  <a:pt x="57150" y="161925"/>
                </a:lnTo>
                <a:close/>
                <a:moveTo>
                  <a:pt x="838200" y="152400"/>
                </a:moveTo>
                <a:lnTo>
                  <a:pt x="847725" y="152400"/>
                </a:lnTo>
                <a:lnTo>
                  <a:pt x="847725" y="142875"/>
                </a:lnTo>
                <a:lnTo>
                  <a:pt x="838200" y="142875"/>
                </a:lnTo>
                <a:close/>
                <a:moveTo>
                  <a:pt x="28575" y="161925"/>
                </a:moveTo>
                <a:lnTo>
                  <a:pt x="47625" y="161925"/>
                </a:lnTo>
                <a:lnTo>
                  <a:pt x="47625" y="171450"/>
                </a:lnTo>
                <a:lnTo>
                  <a:pt x="28575" y="171450"/>
                </a:lnTo>
                <a:close/>
                <a:moveTo>
                  <a:pt x="942975" y="161925"/>
                </a:moveTo>
                <a:lnTo>
                  <a:pt x="952500" y="161925"/>
                </a:lnTo>
                <a:lnTo>
                  <a:pt x="952500" y="171450"/>
                </a:lnTo>
                <a:lnTo>
                  <a:pt x="942975" y="171450"/>
                </a:lnTo>
                <a:close/>
                <a:moveTo>
                  <a:pt x="600075" y="171450"/>
                </a:moveTo>
                <a:lnTo>
                  <a:pt x="619125" y="171450"/>
                </a:lnTo>
                <a:lnTo>
                  <a:pt x="619125" y="180975"/>
                </a:lnTo>
                <a:lnTo>
                  <a:pt x="600075" y="180975"/>
                </a:lnTo>
                <a:close/>
                <a:moveTo>
                  <a:pt x="1038225" y="171450"/>
                </a:moveTo>
                <a:lnTo>
                  <a:pt x="1057275" y="171450"/>
                </a:lnTo>
                <a:lnTo>
                  <a:pt x="1057275" y="180975"/>
                </a:lnTo>
                <a:lnTo>
                  <a:pt x="1038225" y="180975"/>
                </a:lnTo>
                <a:close/>
                <a:moveTo>
                  <a:pt x="1076325" y="171450"/>
                </a:moveTo>
                <a:lnTo>
                  <a:pt x="1095375" y="171450"/>
                </a:lnTo>
                <a:lnTo>
                  <a:pt x="1095375" y="200025"/>
                </a:lnTo>
                <a:lnTo>
                  <a:pt x="1085850" y="200025"/>
                </a:lnTo>
                <a:lnTo>
                  <a:pt x="1085850" y="180975"/>
                </a:lnTo>
                <a:lnTo>
                  <a:pt x="1076325" y="180975"/>
                </a:lnTo>
                <a:close/>
                <a:moveTo>
                  <a:pt x="104775" y="180975"/>
                </a:moveTo>
                <a:lnTo>
                  <a:pt x="123825" y="180975"/>
                </a:lnTo>
                <a:lnTo>
                  <a:pt x="123825" y="190500"/>
                </a:lnTo>
                <a:lnTo>
                  <a:pt x="104775" y="190500"/>
                </a:lnTo>
                <a:close/>
                <a:moveTo>
                  <a:pt x="1057275" y="180975"/>
                </a:moveTo>
                <a:lnTo>
                  <a:pt x="1076325" y="180975"/>
                </a:lnTo>
                <a:lnTo>
                  <a:pt x="1076325" y="190500"/>
                </a:lnTo>
                <a:lnTo>
                  <a:pt x="1057275" y="190500"/>
                </a:lnTo>
                <a:close/>
                <a:moveTo>
                  <a:pt x="57150" y="190500"/>
                </a:moveTo>
                <a:lnTo>
                  <a:pt x="85725" y="190500"/>
                </a:lnTo>
                <a:lnTo>
                  <a:pt x="85725" y="200025"/>
                </a:lnTo>
                <a:lnTo>
                  <a:pt x="57150" y="200025"/>
                </a:lnTo>
                <a:close/>
                <a:moveTo>
                  <a:pt x="38100" y="209550"/>
                </a:moveTo>
                <a:lnTo>
                  <a:pt x="47625" y="209550"/>
                </a:lnTo>
                <a:lnTo>
                  <a:pt x="47625" y="219075"/>
                </a:lnTo>
                <a:lnTo>
                  <a:pt x="38100" y="219075"/>
                </a:lnTo>
                <a:close/>
                <a:moveTo>
                  <a:pt x="619125" y="209550"/>
                </a:moveTo>
                <a:lnTo>
                  <a:pt x="638175" y="209550"/>
                </a:lnTo>
                <a:lnTo>
                  <a:pt x="638175" y="228600"/>
                </a:lnTo>
                <a:lnTo>
                  <a:pt x="619125" y="228600"/>
                </a:lnTo>
                <a:close/>
                <a:moveTo>
                  <a:pt x="0" y="247650"/>
                </a:moveTo>
                <a:lnTo>
                  <a:pt x="9525" y="247650"/>
                </a:lnTo>
                <a:lnTo>
                  <a:pt x="9525" y="257175"/>
                </a:lnTo>
                <a:lnTo>
                  <a:pt x="0" y="257175"/>
                </a:lnTo>
                <a:close/>
                <a:moveTo>
                  <a:pt x="609600" y="266700"/>
                </a:moveTo>
                <a:lnTo>
                  <a:pt x="619125" y="266700"/>
                </a:lnTo>
                <a:lnTo>
                  <a:pt x="619125" y="295275"/>
                </a:lnTo>
                <a:lnTo>
                  <a:pt x="609600" y="295275"/>
                </a:lnTo>
                <a:close/>
                <a:moveTo>
                  <a:pt x="19050" y="295275"/>
                </a:moveTo>
                <a:lnTo>
                  <a:pt x="28575" y="295275"/>
                </a:lnTo>
                <a:lnTo>
                  <a:pt x="28575" y="304800"/>
                </a:lnTo>
                <a:lnTo>
                  <a:pt x="19050" y="304800"/>
                </a:lnTo>
                <a:close/>
                <a:moveTo>
                  <a:pt x="19050" y="314325"/>
                </a:moveTo>
                <a:lnTo>
                  <a:pt x="28575" y="314325"/>
                </a:lnTo>
                <a:lnTo>
                  <a:pt x="28575" y="333375"/>
                </a:lnTo>
                <a:lnTo>
                  <a:pt x="0" y="333375"/>
                </a:lnTo>
                <a:lnTo>
                  <a:pt x="0" y="323850"/>
                </a:lnTo>
                <a:lnTo>
                  <a:pt x="19050" y="323850"/>
                </a:lnTo>
                <a:close/>
                <a:moveTo>
                  <a:pt x="19050" y="342900"/>
                </a:moveTo>
                <a:lnTo>
                  <a:pt x="28575" y="342900"/>
                </a:lnTo>
                <a:lnTo>
                  <a:pt x="28575" y="352425"/>
                </a:lnTo>
                <a:lnTo>
                  <a:pt x="19050" y="352425"/>
                </a:lnTo>
                <a:close/>
                <a:moveTo>
                  <a:pt x="876300" y="342900"/>
                </a:moveTo>
                <a:lnTo>
                  <a:pt x="885825" y="342900"/>
                </a:lnTo>
                <a:lnTo>
                  <a:pt x="885825" y="361950"/>
                </a:lnTo>
                <a:lnTo>
                  <a:pt x="857250" y="361950"/>
                </a:lnTo>
                <a:lnTo>
                  <a:pt x="857250" y="352425"/>
                </a:lnTo>
                <a:lnTo>
                  <a:pt x="876300" y="352425"/>
                </a:lnTo>
                <a:close/>
                <a:moveTo>
                  <a:pt x="1066800" y="352425"/>
                </a:moveTo>
                <a:lnTo>
                  <a:pt x="1076325" y="352425"/>
                </a:lnTo>
                <a:lnTo>
                  <a:pt x="1076325" y="361950"/>
                </a:lnTo>
                <a:lnTo>
                  <a:pt x="1066800" y="361950"/>
                </a:lnTo>
                <a:close/>
                <a:moveTo>
                  <a:pt x="781050" y="381000"/>
                </a:moveTo>
                <a:lnTo>
                  <a:pt x="790575" y="381000"/>
                </a:lnTo>
                <a:lnTo>
                  <a:pt x="790575" y="390525"/>
                </a:lnTo>
                <a:lnTo>
                  <a:pt x="781050" y="390525"/>
                </a:lnTo>
                <a:close/>
                <a:moveTo>
                  <a:pt x="1085850" y="381000"/>
                </a:moveTo>
                <a:lnTo>
                  <a:pt x="1095375" y="381000"/>
                </a:lnTo>
                <a:lnTo>
                  <a:pt x="1095375" y="390525"/>
                </a:lnTo>
                <a:lnTo>
                  <a:pt x="1085850" y="390525"/>
                </a:lnTo>
                <a:close/>
                <a:moveTo>
                  <a:pt x="1066800" y="390525"/>
                </a:moveTo>
                <a:lnTo>
                  <a:pt x="1076325" y="390525"/>
                </a:lnTo>
                <a:lnTo>
                  <a:pt x="1076325" y="409575"/>
                </a:lnTo>
                <a:lnTo>
                  <a:pt x="1066800" y="409575"/>
                </a:lnTo>
                <a:close/>
                <a:moveTo>
                  <a:pt x="647700" y="400050"/>
                </a:moveTo>
                <a:lnTo>
                  <a:pt x="657225" y="400050"/>
                </a:lnTo>
                <a:lnTo>
                  <a:pt x="657225" y="409575"/>
                </a:lnTo>
                <a:lnTo>
                  <a:pt x="647700" y="409575"/>
                </a:lnTo>
                <a:close/>
                <a:moveTo>
                  <a:pt x="790575" y="400050"/>
                </a:moveTo>
                <a:lnTo>
                  <a:pt x="800100" y="400050"/>
                </a:lnTo>
                <a:lnTo>
                  <a:pt x="800100" y="419100"/>
                </a:lnTo>
                <a:lnTo>
                  <a:pt x="790575" y="419100"/>
                </a:lnTo>
                <a:close/>
                <a:moveTo>
                  <a:pt x="9525" y="409575"/>
                </a:moveTo>
                <a:lnTo>
                  <a:pt x="38100" y="409575"/>
                </a:lnTo>
                <a:lnTo>
                  <a:pt x="38100" y="419100"/>
                </a:lnTo>
                <a:lnTo>
                  <a:pt x="47625" y="419100"/>
                </a:lnTo>
                <a:lnTo>
                  <a:pt x="47625" y="428625"/>
                </a:lnTo>
                <a:lnTo>
                  <a:pt x="38100" y="428625"/>
                </a:lnTo>
                <a:lnTo>
                  <a:pt x="38100" y="438150"/>
                </a:lnTo>
                <a:lnTo>
                  <a:pt x="28575" y="438150"/>
                </a:lnTo>
                <a:lnTo>
                  <a:pt x="28575" y="428625"/>
                </a:lnTo>
                <a:lnTo>
                  <a:pt x="19050" y="428625"/>
                </a:lnTo>
                <a:lnTo>
                  <a:pt x="19050" y="419100"/>
                </a:lnTo>
                <a:lnTo>
                  <a:pt x="9525" y="419100"/>
                </a:lnTo>
                <a:close/>
                <a:moveTo>
                  <a:pt x="962025" y="409575"/>
                </a:moveTo>
                <a:lnTo>
                  <a:pt x="990600" y="409575"/>
                </a:lnTo>
                <a:lnTo>
                  <a:pt x="990600" y="438150"/>
                </a:lnTo>
                <a:lnTo>
                  <a:pt x="981075" y="438150"/>
                </a:lnTo>
                <a:lnTo>
                  <a:pt x="981075" y="428625"/>
                </a:lnTo>
                <a:lnTo>
                  <a:pt x="952500" y="428625"/>
                </a:lnTo>
                <a:lnTo>
                  <a:pt x="952500" y="438150"/>
                </a:lnTo>
                <a:lnTo>
                  <a:pt x="923925" y="438150"/>
                </a:lnTo>
                <a:lnTo>
                  <a:pt x="923925" y="428625"/>
                </a:lnTo>
                <a:lnTo>
                  <a:pt x="933450" y="428625"/>
                </a:lnTo>
                <a:lnTo>
                  <a:pt x="933450" y="419100"/>
                </a:lnTo>
                <a:lnTo>
                  <a:pt x="962025" y="419100"/>
                </a:lnTo>
                <a:close/>
                <a:moveTo>
                  <a:pt x="1019175" y="409575"/>
                </a:moveTo>
                <a:lnTo>
                  <a:pt x="1028700" y="409575"/>
                </a:lnTo>
                <a:lnTo>
                  <a:pt x="1028700" y="419100"/>
                </a:lnTo>
                <a:lnTo>
                  <a:pt x="1019175" y="419100"/>
                </a:lnTo>
                <a:close/>
                <a:moveTo>
                  <a:pt x="0" y="428625"/>
                </a:moveTo>
                <a:lnTo>
                  <a:pt x="19050" y="428625"/>
                </a:lnTo>
                <a:lnTo>
                  <a:pt x="19050" y="438150"/>
                </a:lnTo>
                <a:lnTo>
                  <a:pt x="0" y="438150"/>
                </a:lnTo>
                <a:close/>
                <a:moveTo>
                  <a:pt x="581025" y="428625"/>
                </a:moveTo>
                <a:lnTo>
                  <a:pt x="590550" y="428625"/>
                </a:lnTo>
                <a:lnTo>
                  <a:pt x="590550" y="438150"/>
                </a:lnTo>
                <a:lnTo>
                  <a:pt x="581025" y="438150"/>
                </a:lnTo>
                <a:close/>
                <a:moveTo>
                  <a:pt x="790575" y="428625"/>
                </a:moveTo>
                <a:lnTo>
                  <a:pt x="809625" y="428625"/>
                </a:lnTo>
                <a:lnTo>
                  <a:pt x="809625" y="438150"/>
                </a:lnTo>
                <a:lnTo>
                  <a:pt x="828675" y="438150"/>
                </a:lnTo>
                <a:lnTo>
                  <a:pt x="828675" y="457200"/>
                </a:lnTo>
                <a:lnTo>
                  <a:pt x="838200" y="457200"/>
                </a:lnTo>
                <a:lnTo>
                  <a:pt x="838200" y="476250"/>
                </a:lnTo>
                <a:lnTo>
                  <a:pt x="809625" y="476250"/>
                </a:lnTo>
                <a:lnTo>
                  <a:pt x="809625" y="457200"/>
                </a:lnTo>
                <a:lnTo>
                  <a:pt x="800100" y="457200"/>
                </a:lnTo>
                <a:lnTo>
                  <a:pt x="800100" y="438150"/>
                </a:lnTo>
                <a:lnTo>
                  <a:pt x="790575" y="438150"/>
                </a:lnTo>
                <a:close/>
                <a:moveTo>
                  <a:pt x="866775" y="428625"/>
                </a:moveTo>
                <a:lnTo>
                  <a:pt x="885825" y="428625"/>
                </a:lnTo>
                <a:lnTo>
                  <a:pt x="885825" y="438150"/>
                </a:lnTo>
                <a:lnTo>
                  <a:pt x="895350" y="438150"/>
                </a:lnTo>
                <a:lnTo>
                  <a:pt x="895350" y="447675"/>
                </a:lnTo>
                <a:lnTo>
                  <a:pt x="885825" y="447675"/>
                </a:lnTo>
                <a:lnTo>
                  <a:pt x="885825" y="457200"/>
                </a:lnTo>
                <a:lnTo>
                  <a:pt x="895350" y="457200"/>
                </a:lnTo>
                <a:lnTo>
                  <a:pt x="895350" y="447675"/>
                </a:lnTo>
                <a:lnTo>
                  <a:pt x="923925" y="447675"/>
                </a:lnTo>
                <a:lnTo>
                  <a:pt x="923925" y="457200"/>
                </a:lnTo>
                <a:lnTo>
                  <a:pt x="914400" y="457200"/>
                </a:lnTo>
                <a:lnTo>
                  <a:pt x="914400" y="476250"/>
                </a:lnTo>
                <a:lnTo>
                  <a:pt x="895350" y="476250"/>
                </a:lnTo>
                <a:lnTo>
                  <a:pt x="895350" y="466725"/>
                </a:lnTo>
                <a:lnTo>
                  <a:pt x="876300" y="466725"/>
                </a:lnTo>
                <a:lnTo>
                  <a:pt x="876300" y="457200"/>
                </a:lnTo>
                <a:lnTo>
                  <a:pt x="857250" y="457200"/>
                </a:lnTo>
                <a:lnTo>
                  <a:pt x="857250" y="438150"/>
                </a:lnTo>
                <a:lnTo>
                  <a:pt x="866775" y="438150"/>
                </a:lnTo>
                <a:close/>
                <a:moveTo>
                  <a:pt x="638175" y="438150"/>
                </a:moveTo>
                <a:lnTo>
                  <a:pt x="647700" y="438150"/>
                </a:lnTo>
                <a:lnTo>
                  <a:pt x="647700" y="466725"/>
                </a:lnTo>
                <a:lnTo>
                  <a:pt x="638175" y="466725"/>
                </a:lnTo>
                <a:close/>
                <a:moveTo>
                  <a:pt x="1066800" y="438150"/>
                </a:moveTo>
                <a:lnTo>
                  <a:pt x="1076325" y="438150"/>
                </a:lnTo>
                <a:lnTo>
                  <a:pt x="1076325" y="447675"/>
                </a:lnTo>
                <a:lnTo>
                  <a:pt x="1066800" y="447675"/>
                </a:lnTo>
                <a:close/>
                <a:moveTo>
                  <a:pt x="1076325" y="447675"/>
                </a:moveTo>
                <a:lnTo>
                  <a:pt x="1085850" y="447675"/>
                </a:lnTo>
                <a:lnTo>
                  <a:pt x="1085850" y="457200"/>
                </a:lnTo>
                <a:lnTo>
                  <a:pt x="1076325" y="457200"/>
                </a:lnTo>
                <a:close/>
                <a:moveTo>
                  <a:pt x="847725" y="457200"/>
                </a:moveTo>
                <a:lnTo>
                  <a:pt x="857250" y="457200"/>
                </a:lnTo>
                <a:lnTo>
                  <a:pt x="857250" y="466725"/>
                </a:lnTo>
                <a:lnTo>
                  <a:pt x="847725" y="466725"/>
                </a:lnTo>
                <a:close/>
                <a:moveTo>
                  <a:pt x="571500" y="476250"/>
                </a:moveTo>
                <a:lnTo>
                  <a:pt x="581025" y="476250"/>
                </a:lnTo>
                <a:lnTo>
                  <a:pt x="581025" y="485775"/>
                </a:lnTo>
                <a:lnTo>
                  <a:pt x="571500" y="485775"/>
                </a:lnTo>
                <a:close/>
                <a:moveTo>
                  <a:pt x="619125" y="476250"/>
                </a:moveTo>
                <a:lnTo>
                  <a:pt x="628650" y="476250"/>
                </a:lnTo>
                <a:lnTo>
                  <a:pt x="628650" y="485775"/>
                </a:lnTo>
                <a:lnTo>
                  <a:pt x="619125" y="485775"/>
                </a:lnTo>
                <a:close/>
                <a:moveTo>
                  <a:pt x="638175" y="476250"/>
                </a:moveTo>
                <a:lnTo>
                  <a:pt x="647700" y="476250"/>
                </a:lnTo>
                <a:lnTo>
                  <a:pt x="647700" y="495300"/>
                </a:lnTo>
                <a:lnTo>
                  <a:pt x="638175" y="495300"/>
                </a:lnTo>
                <a:close/>
                <a:moveTo>
                  <a:pt x="876300" y="476250"/>
                </a:moveTo>
                <a:lnTo>
                  <a:pt x="885825" y="476250"/>
                </a:lnTo>
                <a:lnTo>
                  <a:pt x="885825" y="485775"/>
                </a:lnTo>
                <a:lnTo>
                  <a:pt x="876300" y="485775"/>
                </a:lnTo>
                <a:close/>
                <a:moveTo>
                  <a:pt x="9525" y="485775"/>
                </a:moveTo>
                <a:lnTo>
                  <a:pt x="19050" y="485775"/>
                </a:lnTo>
                <a:lnTo>
                  <a:pt x="19050" y="495300"/>
                </a:lnTo>
                <a:lnTo>
                  <a:pt x="28575" y="495300"/>
                </a:lnTo>
                <a:lnTo>
                  <a:pt x="28575" y="504825"/>
                </a:lnTo>
                <a:lnTo>
                  <a:pt x="9525" y="504825"/>
                </a:lnTo>
                <a:close/>
                <a:moveTo>
                  <a:pt x="609600" y="485775"/>
                </a:moveTo>
                <a:lnTo>
                  <a:pt x="619125" y="485775"/>
                </a:lnTo>
                <a:lnTo>
                  <a:pt x="619125" y="495300"/>
                </a:lnTo>
                <a:lnTo>
                  <a:pt x="609600" y="495300"/>
                </a:lnTo>
                <a:close/>
                <a:moveTo>
                  <a:pt x="76200" y="495300"/>
                </a:moveTo>
                <a:lnTo>
                  <a:pt x="85725" y="495300"/>
                </a:lnTo>
                <a:lnTo>
                  <a:pt x="85725" y="542925"/>
                </a:lnTo>
                <a:lnTo>
                  <a:pt x="76200" y="542925"/>
                </a:lnTo>
                <a:close/>
                <a:moveTo>
                  <a:pt x="28575" y="504825"/>
                </a:moveTo>
                <a:lnTo>
                  <a:pt x="38100" y="504825"/>
                </a:lnTo>
                <a:lnTo>
                  <a:pt x="38100" y="514350"/>
                </a:lnTo>
                <a:lnTo>
                  <a:pt x="28575" y="514350"/>
                </a:lnTo>
                <a:close/>
                <a:moveTo>
                  <a:pt x="0" y="514350"/>
                </a:moveTo>
                <a:lnTo>
                  <a:pt x="19050" y="514350"/>
                </a:lnTo>
                <a:lnTo>
                  <a:pt x="19050" y="523875"/>
                </a:lnTo>
                <a:lnTo>
                  <a:pt x="9525" y="523875"/>
                </a:lnTo>
                <a:lnTo>
                  <a:pt x="9525" y="542925"/>
                </a:lnTo>
                <a:lnTo>
                  <a:pt x="19050" y="542925"/>
                </a:lnTo>
                <a:lnTo>
                  <a:pt x="19050" y="552450"/>
                </a:lnTo>
                <a:lnTo>
                  <a:pt x="0" y="552450"/>
                </a:lnTo>
                <a:close/>
                <a:moveTo>
                  <a:pt x="47625" y="523875"/>
                </a:moveTo>
                <a:lnTo>
                  <a:pt x="66675" y="523875"/>
                </a:lnTo>
                <a:lnTo>
                  <a:pt x="66675" y="542925"/>
                </a:lnTo>
                <a:lnTo>
                  <a:pt x="57150" y="542925"/>
                </a:lnTo>
                <a:lnTo>
                  <a:pt x="57150" y="533400"/>
                </a:lnTo>
                <a:lnTo>
                  <a:pt x="47625" y="533400"/>
                </a:lnTo>
                <a:close/>
                <a:moveTo>
                  <a:pt x="638175" y="533400"/>
                </a:moveTo>
                <a:lnTo>
                  <a:pt x="647700" y="533400"/>
                </a:lnTo>
                <a:lnTo>
                  <a:pt x="647700" y="542925"/>
                </a:lnTo>
                <a:lnTo>
                  <a:pt x="638175" y="542925"/>
                </a:lnTo>
                <a:close/>
                <a:moveTo>
                  <a:pt x="628650" y="542925"/>
                </a:moveTo>
                <a:lnTo>
                  <a:pt x="638175" y="542925"/>
                </a:lnTo>
                <a:lnTo>
                  <a:pt x="638175" y="561975"/>
                </a:lnTo>
                <a:lnTo>
                  <a:pt x="628650" y="561975"/>
                </a:lnTo>
                <a:close/>
                <a:moveTo>
                  <a:pt x="76200" y="552450"/>
                </a:moveTo>
                <a:lnTo>
                  <a:pt x="85725" y="552450"/>
                </a:lnTo>
                <a:lnTo>
                  <a:pt x="85725" y="561975"/>
                </a:lnTo>
                <a:lnTo>
                  <a:pt x="76200" y="561975"/>
                </a:lnTo>
                <a:close/>
                <a:moveTo>
                  <a:pt x="0" y="571500"/>
                </a:moveTo>
                <a:lnTo>
                  <a:pt x="9525" y="571500"/>
                </a:lnTo>
                <a:lnTo>
                  <a:pt x="9525" y="581025"/>
                </a:lnTo>
                <a:lnTo>
                  <a:pt x="0" y="581025"/>
                </a:lnTo>
                <a:close/>
                <a:moveTo>
                  <a:pt x="38100" y="581025"/>
                </a:moveTo>
                <a:lnTo>
                  <a:pt x="47625" y="581025"/>
                </a:lnTo>
                <a:lnTo>
                  <a:pt x="47625" y="590550"/>
                </a:lnTo>
                <a:lnTo>
                  <a:pt x="76200" y="590550"/>
                </a:lnTo>
                <a:lnTo>
                  <a:pt x="76200" y="581025"/>
                </a:lnTo>
                <a:lnTo>
                  <a:pt x="95250" y="581025"/>
                </a:lnTo>
                <a:lnTo>
                  <a:pt x="95250" y="590550"/>
                </a:lnTo>
                <a:lnTo>
                  <a:pt x="104775" y="590550"/>
                </a:lnTo>
                <a:lnTo>
                  <a:pt x="104775" y="600075"/>
                </a:lnTo>
                <a:lnTo>
                  <a:pt x="76200" y="600075"/>
                </a:lnTo>
                <a:lnTo>
                  <a:pt x="76200" y="609600"/>
                </a:lnTo>
                <a:lnTo>
                  <a:pt x="57150" y="609600"/>
                </a:lnTo>
                <a:lnTo>
                  <a:pt x="57150" y="600075"/>
                </a:lnTo>
                <a:lnTo>
                  <a:pt x="47625" y="600075"/>
                </a:lnTo>
                <a:lnTo>
                  <a:pt x="47625" y="609600"/>
                </a:lnTo>
                <a:lnTo>
                  <a:pt x="38100" y="609600"/>
                </a:lnTo>
                <a:close/>
                <a:moveTo>
                  <a:pt x="0" y="590550"/>
                </a:moveTo>
                <a:lnTo>
                  <a:pt x="9525" y="590550"/>
                </a:lnTo>
                <a:lnTo>
                  <a:pt x="9525" y="609600"/>
                </a:lnTo>
                <a:lnTo>
                  <a:pt x="0" y="609600"/>
                </a:lnTo>
                <a:close/>
                <a:moveTo>
                  <a:pt x="533400" y="590550"/>
                </a:moveTo>
                <a:lnTo>
                  <a:pt x="552450" y="590550"/>
                </a:lnTo>
                <a:lnTo>
                  <a:pt x="552450" y="600075"/>
                </a:lnTo>
                <a:lnTo>
                  <a:pt x="542925" y="600075"/>
                </a:lnTo>
                <a:lnTo>
                  <a:pt x="542925" y="609600"/>
                </a:lnTo>
                <a:lnTo>
                  <a:pt x="533400" y="609600"/>
                </a:lnTo>
                <a:close/>
                <a:moveTo>
                  <a:pt x="552450" y="600075"/>
                </a:moveTo>
                <a:lnTo>
                  <a:pt x="561975" y="600075"/>
                </a:lnTo>
                <a:lnTo>
                  <a:pt x="561975" y="619125"/>
                </a:lnTo>
                <a:lnTo>
                  <a:pt x="552450" y="619125"/>
                </a:lnTo>
                <a:close/>
                <a:moveTo>
                  <a:pt x="9525" y="609600"/>
                </a:moveTo>
                <a:lnTo>
                  <a:pt x="19050" y="609600"/>
                </a:lnTo>
                <a:lnTo>
                  <a:pt x="19050" y="628650"/>
                </a:lnTo>
                <a:lnTo>
                  <a:pt x="9525" y="628650"/>
                </a:lnTo>
                <a:close/>
                <a:moveTo>
                  <a:pt x="161925" y="609600"/>
                </a:moveTo>
                <a:lnTo>
                  <a:pt x="171450" y="609600"/>
                </a:lnTo>
                <a:lnTo>
                  <a:pt x="171450" y="619125"/>
                </a:lnTo>
                <a:lnTo>
                  <a:pt x="161925" y="619125"/>
                </a:lnTo>
                <a:close/>
                <a:moveTo>
                  <a:pt x="790575" y="609600"/>
                </a:moveTo>
                <a:lnTo>
                  <a:pt x="809625" y="609600"/>
                </a:lnTo>
                <a:lnTo>
                  <a:pt x="809625" y="619125"/>
                </a:lnTo>
                <a:lnTo>
                  <a:pt x="800100" y="619125"/>
                </a:lnTo>
                <a:lnTo>
                  <a:pt x="800100" y="628650"/>
                </a:lnTo>
                <a:lnTo>
                  <a:pt x="771525" y="628650"/>
                </a:lnTo>
                <a:lnTo>
                  <a:pt x="771525" y="619125"/>
                </a:lnTo>
                <a:lnTo>
                  <a:pt x="790575" y="619125"/>
                </a:lnTo>
                <a:close/>
                <a:moveTo>
                  <a:pt x="152400" y="619125"/>
                </a:moveTo>
                <a:lnTo>
                  <a:pt x="161925" y="619125"/>
                </a:lnTo>
                <a:lnTo>
                  <a:pt x="161925" y="628650"/>
                </a:lnTo>
                <a:lnTo>
                  <a:pt x="171450" y="628650"/>
                </a:lnTo>
                <a:lnTo>
                  <a:pt x="171450" y="619125"/>
                </a:lnTo>
                <a:lnTo>
                  <a:pt x="180975" y="619125"/>
                </a:lnTo>
                <a:lnTo>
                  <a:pt x="180975" y="628650"/>
                </a:lnTo>
                <a:lnTo>
                  <a:pt x="200025" y="628650"/>
                </a:lnTo>
                <a:lnTo>
                  <a:pt x="200025" y="647700"/>
                </a:lnTo>
                <a:lnTo>
                  <a:pt x="190500" y="647700"/>
                </a:lnTo>
                <a:lnTo>
                  <a:pt x="190500" y="638175"/>
                </a:lnTo>
                <a:lnTo>
                  <a:pt x="152400" y="638175"/>
                </a:lnTo>
                <a:close/>
                <a:moveTo>
                  <a:pt x="590550" y="619125"/>
                </a:moveTo>
                <a:lnTo>
                  <a:pt x="619125" y="619125"/>
                </a:lnTo>
                <a:lnTo>
                  <a:pt x="619125" y="628650"/>
                </a:lnTo>
                <a:lnTo>
                  <a:pt x="628650" y="628650"/>
                </a:lnTo>
                <a:lnTo>
                  <a:pt x="628650" y="638175"/>
                </a:lnTo>
                <a:lnTo>
                  <a:pt x="600075" y="638175"/>
                </a:lnTo>
                <a:lnTo>
                  <a:pt x="600075" y="647700"/>
                </a:lnTo>
                <a:lnTo>
                  <a:pt x="590550" y="647700"/>
                </a:lnTo>
                <a:close/>
                <a:moveTo>
                  <a:pt x="19050" y="628650"/>
                </a:moveTo>
                <a:lnTo>
                  <a:pt x="28575" y="628650"/>
                </a:lnTo>
                <a:lnTo>
                  <a:pt x="28575" y="638175"/>
                </a:lnTo>
                <a:lnTo>
                  <a:pt x="19050" y="638175"/>
                </a:lnTo>
                <a:close/>
                <a:moveTo>
                  <a:pt x="85725" y="628650"/>
                </a:moveTo>
                <a:lnTo>
                  <a:pt x="95250" y="628650"/>
                </a:lnTo>
                <a:lnTo>
                  <a:pt x="95250" y="638175"/>
                </a:lnTo>
                <a:lnTo>
                  <a:pt x="85725" y="638175"/>
                </a:lnTo>
                <a:close/>
                <a:moveTo>
                  <a:pt x="485775" y="628650"/>
                </a:moveTo>
                <a:lnTo>
                  <a:pt x="495300" y="628650"/>
                </a:lnTo>
                <a:lnTo>
                  <a:pt x="495300" y="638175"/>
                </a:lnTo>
                <a:lnTo>
                  <a:pt x="485775" y="638175"/>
                </a:lnTo>
                <a:close/>
                <a:moveTo>
                  <a:pt x="847725" y="628650"/>
                </a:moveTo>
                <a:lnTo>
                  <a:pt x="857250" y="628650"/>
                </a:lnTo>
                <a:lnTo>
                  <a:pt x="857250" y="638175"/>
                </a:lnTo>
                <a:lnTo>
                  <a:pt x="847725" y="638175"/>
                </a:lnTo>
                <a:close/>
                <a:moveTo>
                  <a:pt x="990600" y="628650"/>
                </a:moveTo>
                <a:lnTo>
                  <a:pt x="1000125" y="628650"/>
                </a:lnTo>
                <a:lnTo>
                  <a:pt x="1000125" y="638175"/>
                </a:lnTo>
                <a:lnTo>
                  <a:pt x="1009650" y="638175"/>
                </a:lnTo>
                <a:lnTo>
                  <a:pt x="1009650" y="647700"/>
                </a:lnTo>
                <a:lnTo>
                  <a:pt x="1038225" y="647700"/>
                </a:lnTo>
                <a:lnTo>
                  <a:pt x="1038225" y="628650"/>
                </a:lnTo>
                <a:lnTo>
                  <a:pt x="1047750" y="628650"/>
                </a:lnTo>
                <a:lnTo>
                  <a:pt x="1047750" y="638175"/>
                </a:lnTo>
                <a:lnTo>
                  <a:pt x="1066800" y="638175"/>
                </a:lnTo>
                <a:lnTo>
                  <a:pt x="1066800" y="647700"/>
                </a:lnTo>
                <a:lnTo>
                  <a:pt x="1076325" y="647700"/>
                </a:lnTo>
                <a:lnTo>
                  <a:pt x="1076325" y="657225"/>
                </a:lnTo>
                <a:lnTo>
                  <a:pt x="1085850" y="657225"/>
                </a:lnTo>
                <a:lnTo>
                  <a:pt x="1085850" y="666750"/>
                </a:lnTo>
                <a:lnTo>
                  <a:pt x="1057275" y="666750"/>
                </a:lnTo>
                <a:lnTo>
                  <a:pt x="1057275" y="657225"/>
                </a:lnTo>
                <a:lnTo>
                  <a:pt x="1028700" y="657225"/>
                </a:lnTo>
                <a:lnTo>
                  <a:pt x="1028700" y="666750"/>
                </a:lnTo>
                <a:lnTo>
                  <a:pt x="1019175" y="666750"/>
                </a:lnTo>
                <a:lnTo>
                  <a:pt x="1019175" y="657225"/>
                </a:lnTo>
                <a:lnTo>
                  <a:pt x="1000125" y="657225"/>
                </a:lnTo>
                <a:lnTo>
                  <a:pt x="1000125" y="666750"/>
                </a:lnTo>
                <a:lnTo>
                  <a:pt x="1009650" y="666750"/>
                </a:lnTo>
                <a:lnTo>
                  <a:pt x="1009650" y="676275"/>
                </a:lnTo>
                <a:lnTo>
                  <a:pt x="1000125" y="676275"/>
                </a:lnTo>
                <a:lnTo>
                  <a:pt x="1000125" y="685800"/>
                </a:lnTo>
                <a:lnTo>
                  <a:pt x="1009650" y="685800"/>
                </a:lnTo>
                <a:lnTo>
                  <a:pt x="1009650" y="695325"/>
                </a:lnTo>
                <a:lnTo>
                  <a:pt x="971550" y="695325"/>
                </a:lnTo>
                <a:lnTo>
                  <a:pt x="971550" y="685800"/>
                </a:lnTo>
                <a:lnTo>
                  <a:pt x="981075" y="685800"/>
                </a:lnTo>
                <a:lnTo>
                  <a:pt x="981075" y="676275"/>
                </a:lnTo>
                <a:lnTo>
                  <a:pt x="971550" y="676275"/>
                </a:lnTo>
                <a:lnTo>
                  <a:pt x="971550" y="666750"/>
                </a:lnTo>
                <a:lnTo>
                  <a:pt x="962025" y="666750"/>
                </a:lnTo>
                <a:lnTo>
                  <a:pt x="962025" y="657225"/>
                </a:lnTo>
                <a:lnTo>
                  <a:pt x="971550" y="657225"/>
                </a:lnTo>
                <a:lnTo>
                  <a:pt x="971550" y="638175"/>
                </a:lnTo>
                <a:lnTo>
                  <a:pt x="990600" y="638175"/>
                </a:lnTo>
                <a:close/>
                <a:moveTo>
                  <a:pt x="1104900" y="628650"/>
                </a:moveTo>
                <a:lnTo>
                  <a:pt x="1114425" y="628650"/>
                </a:lnTo>
                <a:lnTo>
                  <a:pt x="1114425" y="638175"/>
                </a:lnTo>
                <a:lnTo>
                  <a:pt x="1104900" y="638175"/>
                </a:lnTo>
                <a:close/>
                <a:moveTo>
                  <a:pt x="438150" y="638175"/>
                </a:moveTo>
                <a:lnTo>
                  <a:pt x="447675" y="638175"/>
                </a:lnTo>
                <a:lnTo>
                  <a:pt x="447675" y="647700"/>
                </a:lnTo>
                <a:lnTo>
                  <a:pt x="438150" y="647700"/>
                </a:lnTo>
                <a:close/>
                <a:moveTo>
                  <a:pt x="495300" y="638175"/>
                </a:moveTo>
                <a:lnTo>
                  <a:pt x="504825" y="638175"/>
                </a:lnTo>
                <a:lnTo>
                  <a:pt x="504825" y="647700"/>
                </a:lnTo>
                <a:lnTo>
                  <a:pt x="495300" y="647700"/>
                </a:lnTo>
                <a:close/>
                <a:moveTo>
                  <a:pt x="542925" y="638175"/>
                </a:moveTo>
                <a:lnTo>
                  <a:pt x="561975" y="638175"/>
                </a:lnTo>
                <a:lnTo>
                  <a:pt x="561975" y="647700"/>
                </a:lnTo>
                <a:lnTo>
                  <a:pt x="542925" y="647700"/>
                </a:lnTo>
                <a:close/>
                <a:moveTo>
                  <a:pt x="742950" y="638175"/>
                </a:moveTo>
                <a:lnTo>
                  <a:pt x="752475" y="638175"/>
                </a:lnTo>
                <a:lnTo>
                  <a:pt x="752475" y="647700"/>
                </a:lnTo>
                <a:lnTo>
                  <a:pt x="742950" y="647700"/>
                </a:lnTo>
                <a:close/>
                <a:moveTo>
                  <a:pt x="9525" y="647700"/>
                </a:moveTo>
                <a:lnTo>
                  <a:pt x="28575" y="647700"/>
                </a:lnTo>
                <a:lnTo>
                  <a:pt x="28575" y="657225"/>
                </a:lnTo>
                <a:lnTo>
                  <a:pt x="9525" y="657225"/>
                </a:lnTo>
                <a:close/>
                <a:moveTo>
                  <a:pt x="200025" y="647700"/>
                </a:moveTo>
                <a:lnTo>
                  <a:pt x="209550" y="647700"/>
                </a:lnTo>
                <a:lnTo>
                  <a:pt x="209550" y="657225"/>
                </a:lnTo>
                <a:lnTo>
                  <a:pt x="200025" y="657225"/>
                </a:lnTo>
                <a:close/>
                <a:moveTo>
                  <a:pt x="561975" y="647700"/>
                </a:moveTo>
                <a:lnTo>
                  <a:pt x="571500" y="647700"/>
                </a:lnTo>
                <a:lnTo>
                  <a:pt x="571500" y="657225"/>
                </a:lnTo>
                <a:lnTo>
                  <a:pt x="561975" y="657225"/>
                </a:lnTo>
                <a:close/>
                <a:moveTo>
                  <a:pt x="209550" y="657225"/>
                </a:moveTo>
                <a:lnTo>
                  <a:pt x="238125" y="657225"/>
                </a:lnTo>
                <a:lnTo>
                  <a:pt x="238125" y="666750"/>
                </a:lnTo>
                <a:lnTo>
                  <a:pt x="209550" y="666750"/>
                </a:lnTo>
                <a:close/>
                <a:moveTo>
                  <a:pt x="571500" y="657225"/>
                </a:moveTo>
                <a:lnTo>
                  <a:pt x="590550" y="657225"/>
                </a:lnTo>
                <a:lnTo>
                  <a:pt x="590550" y="666750"/>
                </a:lnTo>
                <a:lnTo>
                  <a:pt x="600075" y="666750"/>
                </a:lnTo>
                <a:lnTo>
                  <a:pt x="600075" y="676275"/>
                </a:lnTo>
                <a:lnTo>
                  <a:pt x="609600" y="676275"/>
                </a:lnTo>
                <a:lnTo>
                  <a:pt x="609600" y="714375"/>
                </a:lnTo>
                <a:lnTo>
                  <a:pt x="590550" y="714375"/>
                </a:lnTo>
                <a:lnTo>
                  <a:pt x="590550" y="676275"/>
                </a:lnTo>
                <a:lnTo>
                  <a:pt x="571500" y="676275"/>
                </a:lnTo>
                <a:close/>
                <a:moveTo>
                  <a:pt x="628650" y="657225"/>
                </a:moveTo>
                <a:lnTo>
                  <a:pt x="638175" y="657225"/>
                </a:lnTo>
                <a:lnTo>
                  <a:pt x="638175" y="666750"/>
                </a:lnTo>
                <a:lnTo>
                  <a:pt x="647700" y="666750"/>
                </a:lnTo>
                <a:lnTo>
                  <a:pt x="647700" y="685800"/>
                </a:lnTo>
                <a:lnTo>
                  <a:pt x="638175" y="685800"/>
                </a:lnTo>
                <a:lnTo>
                  <a:pt x="638175" y="676275"/>
                </a:lnTo>
                <a:lnTo>
                  <a:pt x="628650" y="676275"/>
                </a:lnTo>
                <a:close/>
                <a:moveTo>
                  <a:pt x="733425" y="657225"/>
                </a:moveTo>
                <a:lnTo>
                  <a:pt x="752475" y="657225"/>
                </a:lnTo>
                <a:lnTo>
                  <a:pt x="752475" y="666750"/>
                </a:lnTo>
                <a:lnTo>
                  <a:pt x="733425" y="666750"/>
                </a:lnTo>
                <a:close/>
                <a:moveTo>
                  <a:pt x="1200150" y="666750"/>
                </a:moveTo>
                <a:lnTo>
                  <a:pt x="1209675" y="666750"/>
                </a:lnTo>
                <a:lnTo>
                  <a:pt x="1209675" y="685800"/>
                </a:lnTo>
                <a:lnTo>
                  <a:pt x="1200150" y="685800"/>
                </a:lnTo>
                <a:close/>
                <a:moveTo>
                  <a:pt x="38100" y="676275"/>
                </a:moveTo>
                <a:lnTo>
                  <a:pt x="47625" y="676275"/>
                </a:lnTo>
                <a:lnTo>
                  <a:pt x="47625" y="685800"/>
                </a:lnTo>
                <a:lnTo>
                  <a:pt x="38100" y="685800"/>
                </a:lnTo>
                <a:close/>
                <a:moveTo>
                  <a:pt x="847725" y="676275"/>
                </a:moveTo>
                <a:lnTo>
                  <a:pt x="866775" y="676275"/>
                </a:lnTo>
                <a:lnTo>
                  <a:pt x="866775" y="695325"/>
                </a:lnTo>
                <a:lnTo>
                  <a:pt x="847725" y="695325"/>
                </a:lnTo>
                <a:close/>
                <a:moveTo>
                  <a:pt x="1057275" y="676275"/>
                </a:moveTo>
                <a:lnTo>
                  <a:pt x="1066800" y="676275"/>
                </a:lnTo>
                <a:lnTo>
                  <a:pt x="1066800" y="685800"/>
                </a:lnTo>
                <a:lnTo>
                  <a:pt x="1057275" y="685800"/>
                </a:lnTo>
                <a:close/>
                <a:moveTo>
                  <a:pt x="9525" y="685800"/>
                </a:moveTo>
                <a:lnTo>
                  <a:pt x="19050" y="685800"/>
                </a:lnTo>
                <a:lnTo>
                  <a:pt x="19050" y="695325"/>
                </a:lnTo>
                <a:lnTo>
                  <a:pt x="9525" y="695325"/>
                </a:lnTo>
                <a:close/>
                <a:moveTo>
                  <a:pt x="752475" y="685800"/>
                </a:moveTo>
                <a:lnTo>
                  <a:pt x="762000" y="685800"/>
                </a:lnTo>
                <a:lnTo>
                  <a:pt x="762000" y="695325"/>
                </a:lnTo>
                <a:lnTo>
                  <a:pt x="752475" y="695325"/>
                </a:lnTo>
                <a:close/>
                <a:moveTo>
                  <a:pt x="790575" y="685800"/>
                </a:moveTo>
                <a:lnTo>
                  <a:pt x="800100" y="685800"/>
                </a:lnTo>
                <a:lnTo>
                  <a:pt x="800100" y="695325"/>
                </a:lnTo>
                <a:lnTo>
                  <a:pt x="790575" y="695325"/>
                </a:lnTo>
                <a:close/>
                <a:moveTo>
                  <a:pt x="923925" y="685800"/>
                </a:moveTo>
                <a:lnTo>
                  <a:pt x="933450" y="685800"/>
                </a:lnTo>
                <a:lnTo>
                  <a:pt x="933450" y="695325"/>
                </a:lnTo>
                <a:lnTo>
                  <a:pt x="942975" y="695325"/>
                </a:lnTo>
                <a:lnTo>
                  <a:pt x="942975" y="685800"/>
                </a:lnTo>
                <a:lnTo>
                  <a:pt x="952500" y="685800"/>
                </a:lnTo>
                <a:lnTo>
                  <a:pt x="952500" y="695325"/>
                </a:lnTo>
                <a:lnTo>
                  <a:pt x="942975" y="695325"/>
                </a:lnTo>
                <a:lnTo>
                  <a:pt x="942975" y="704850"/>
                </a:lnTo>
                <a:lnTo>
                  <a:pt x="923925" y="704850"/>
                </a:lnTo>
                <a:close/>
                <a:moveTo>
                  <a:pt x="1047750" y="685800"/>
                </a:moveTo>
                <a:lnTo>
                  <a:pt x="1057275" y="685800"/>
                </a:lnTo>
                <a:lnTo>
                  <a:pt x="1057275" y="695325"/>
                </a:lnTo>
                <a:lnTo>
                  <a:pt x="1047750" y="695325"/>
                </a:lnTo>
                <a:close/>
                <a:moveTo>
                  <a:pt x="542925" y="695325"/>
                </a:moveTo>
                <a:lnTo>
                  <a:pt x="561975" y="695325"/>
                </a:lnTo>
                <a:lnTo>
                  <a:pt x="561975" y="704850"/>
                </a:lnTo>
                <a:lnTo>
                  <a:pt x="571500" y="704850"/>
                </a:lnTo>
                <a:lnTo>
                  <a:pt x="571500" y="714375"/>
                </a:lnTo>
                <a:lnTo>
                  <a:pt x="552450" y="714375"/>
                </a:lnTo>
                <a:lnTo>
                  <a:pt x="552450" y="704850"/>
                </a:lnTo>
                <a:lnTo>
                  <a:pt x="542925" y="704850"/>
                </a:lnTo>
                <a:close/>
                <a:moveTo>
                  <a:pt x="666750" y="695325"/>
                </a:moveTo>
                <a:lnTo>
                  <a:pt x="676275" y="695325"/>
                </a:lnTo>
                <a:lnTo>
                  <a:pt x="676275" y="704850"/>
                </a:lnTo>
                <a:lnTo>
                  <a:pt x="666750" y="704850"/>
                </a:lnTo>
                <a:close/>
                <a:moveTo>
                  <a:pt x="714375" y="695325"/>
                </a:moveTo>
                <a:lnTo>
                  <a:pt x="723900" y="695325"/>
                </a:lnTo>
                <a:lnTo>
                  <a:pt x="723900" y="704850"/>
                </a:lnTo>
                <a:lnTo>
                  <a:pt x="714375" y="704850"/>
                </a:lnTo>
                <a:close/>
                <a:moveTo>
                  <a:pt x="742950" y="695325"/>
                </a:moveTo>
                <a:lnTo>
                  <a:pt x="752475" y="695325"/>
                </a:lnTo>
                <a:lnTo>
                  <a:pt x="752475" y="704850"/>
                </a:lnTo>
                <a:lnTo>
                  <a:pt x="742950" y="704850"/>
                </a:lnTo>
                <a:close/>
                <a:moveTo>
                  <a:pt x="1162050" y="695325"/>
                </a:moveTo>
                <a:lnTo>
                  <a:pt x="1181100" y="695325"/>
                </a:lnTo>
                <a:lnTo>
                  <a:pt x="1181100" y="704850"/>
                </a:lnTo>
                <a:lnTo>
                  <a:pt x="1162050" y="704850"/>
                </a:lnTo>
                <a:close/>
                <a:moveTo>
                  <a:pt x="733425" y="704850"/>
                </a:moveTo>
                <a:lnTo>
                  <a:pt x="742950" y="704850"/>
                </a:lnTo>
                <a:lnTo>
                  <a:pt x="742950" y="714375"/>
                </a:lnTo>
                <a:lnTo>
                  <a:pt x="733425" y="714375"/>
                </a:lnTo>
                <a:close/>
                <a:moveTo>
                  <a:pt x="752475" y="704850"/>
                </a:moveTo>
                <a:lnTo>
                  <a:pt x="762000" y="704850"/>
                </a:lnTo>
                <a:lnTo>
                  <a:pt x="762000" y="714375"/>
                </a:lnTo>
                <a:lnTo>
                  <a:pt x="781050" y="714375"/>
                </a:lnTo>
                <a:lnTo>
                  <a:pt x="781050" y="723900"/>
                </a:lnTo>
                <a:lnTo>
                  <a:pt x="752475" y="723900"/>
                </a:lnTo>
                <a:close/>
                <a:moveTo>
                  <a:pt x="800100" y="704850"/>
                </a:moveTo>
                <a:lnTo>
                  <a:pt x="828675" y="704850"/>
                </a:lnTo>
                <a:lnTo>
                  <a:pt x="828675" y="723900"/>
                </a:lnTo>
                <a:lnTo>
                  <a:pt x="819150" y="723900"/>
                </a:lnTo>
                <a:lnTo>
                  <a:pt x="819150" y="714375"/>
                </a:lnTo>
                <a:lnTo>
                  <a:pt x="800100" y="714375"/>
                </a:lnTo>
                <a:close/>
                <a:moveTo>
                  <a:pt x="838200" y="704850"/>
                </a:moveTo>
                <a:lnTo>
                  <a:pt x="847725" y="704850"/>
                </a:lnTo>
                <a:lnTo>
                  <a:pt x="847725" y="714375"/>
                </a:lnTo>
                <a:lnTo>
                  <a:pt x="838200" y="714375"/>
                </a:lnTo>
                <a:close/>
                <a:moveTo>
                  <a:pt x="942975" y="704850"/>
                </a:moveTo>
                <a:lnTo>
                  <a:pt x="971550" y="704850"/>
                </a:lnTo>
                <a:lnTo>
                  <a:pt x="971550" y="733425"/>
                </a:lnTo>
                <a:lnTo>
                  <a:pt x="990600" y="733425"/>
                </a:lnTo>
                <a:lnTo>
                  <a:pt x="990600" y="752475"/>
                </a:lnTo>
                <a:lnTo>
                  <a:pt x="1000125" y="752475"/>
                </a:lnTo>
                <a:lnTo>
                  <a:pt x="1000125" y="762000"/>
                </a:lnTo>
                <a:lnTo>
                  <a:pt x="962025" y="762000"/>
                </a:lnTo>
                <a:lnTo>
                  <a:pt x="962025" y="771525"/>
                </a:lnTo>
                <a:lnTo>
                  <a:pt x="981075" y="771525"/>
                </a:lnTo>
                <a:lnTo>
                  <a:pt x="981075" y="781050"/>
                </a:lnTo>
                <a:lnTo>
                  <a:pt x="962025" y="781050"/>
                </a:lnTo>
                <a:lnTo>
                  <a:pt x="962025" y="800100"/>
                </a:lnTo>
                <a:lnTo>
                  <a:pt x="942975" y="800100"/>
                </a:lnTo>
                <a:lnTo>
                  <a:pt x="942975" y="762000"/>
                </a:lnTo>
                <a:lnTo>
                  <a:pt x="952500" y="762000"/>
                </a:lnTo>
                <a:lnTo>
                  <a:pt x="952500" y="752475"/>
                </a:lnTo>
                <a:lnTo>
                  <a:pt x="942975" y="752475"/>
                </a:lnTo>
                <a:close/>
                <a:moveTo>
                  <a:pt x="1104900" y="704850"/>
                </a:moveTo>
                <a:lnTo>
                  <a:pt x="1133475" y="704850"/>
                </a:lnTo>
                <a:lnTo>
                  <a:pt x="1133475" y="714375"/>
                </a:lnTo>
                <a:lnTo>
                  <a:pt x="1152525" y="714375"/>
                </a:lnTo>
                <a:lnTo>
                  <a:pt x="1152525" y="723900"/>
                </a:lnTo>
                <a:lnTo>
                  <a:pt x="1162050" y="723900"/>
                </a:lnTo>
                <a:lnTo>
                  <a:pt x="1162050" y="714375"/>
                </a:lnTo>
                <a:lnTo>
                  <a:pt x="1171575" y="714375"/>
                </a:lnTo>
                <a:lnTo>
                  <a:pt x="1171575" y="723900"/>
                </a:lnTo>
                <a:lnTo>
                  <a:pt x="1162050" y="723900"/>
                </a:lnTo>
                <a:lnTo>
                  <a:pt x="1162050" y="752475"/>
                </a:lnTo>
                <a:lnTo>
                  <a:pt x="1143000" y="752475"/>
                </a:lnTo>
                <a:lnTo>
                  <a:pt x="1143000" y="762000"/>
                </a:lnTo>
                <a:lnTo>
                  <a:pt x="1152525" y="762000"/>
                </a:lnTo>
                <a:lnTo>
                  <a:pt x="1152525" y="781050"/>
                </a:lnTo>
                <a:lnTo>
                  <a:pt x="1133475" y="781050"/>
                </a:lnTo>
                <a:lnTo>
                  <a:pt x="1133475" y="771525"/>
                </a:lnTo>
                <a:lnTo>
                  <a:pt x="1123950" y="771525"/>
                </a:lnTo>
                <a:lnTo>
                  <a:pt x="1123950" y="762000"/>
                </a:lnTo>
                <a:lnTo>
                  <a:pt x="1114425" y="762000"/>
                </a:lnTo>
                <a:lnTo>
                  <a:pt x="1114425" y="752475"/>
                </a:lnTo>
                <a:lnTo>
                  <a:pt x="1104900" y="752475"/>
                </a:lnTo>
                <a:lnTo>
                  <a:pt x="1104900" y="742950"/>
                </a:lnTo>
                <a:lnTo>
                  <a:pt x="1076325" y="742950"/>
                </a:lnTo>
                <a:lnTo>
                  <a:pt x="1076325" y="714375"/>
                </a:lnTo>
                <a:lnTo>
                  <a:pt x="1104900" y="714375"/>
                </a:lnTo>
                <a:close/>
                <a:moveTo>
                  <a:pt x="504825" y="714375"/>
                </a:moveTo>
                <a:lnTo>
                  <a:pt x="523875" y="714375"/>
                </a:lnTo>
                <a:lnTo>
                  <a:pt x="523875" y="723900"/>
                </a:lnTo>
                <a:lnTo>
                  <a:pt x="504825" y="723900"/>
                </a:lnTo>
                <a:close/>
                <a:moveTo>
                  <a:pt x="628650" y="714375"/>
                </a:moveTo>
                <a:lnTo>
                  <a:pt x="638175" y="714375"/>
                </a:lnTo>
                <a:lnTo>
                  <a:pt x="638175" y="723900"/>
                </a:lnTo>
                <a:lnTo>
                  <a:pt x="628650" y="723900"/>
                </a:lnTo>
                <a:close/>
                <a:moveTo>
                  <a:pt x="876300" y="723900"/>
                </a:moveTo>
                <a:lnTo>
                  <a:pt x="895350" y="723900"/>
                </a:lnTo>
                <a:lnTo>
                  <a:pt x="895350" y="733425"/>
                </a:lnTo>
                <a:lnTo>
                  <a:pt x="876300" y="733425"/>
                </a:lnTo>
                <a:close/>
                <a:moveTo>
                  <a:pt x="742950" y="742950"/>
                </a:moveTo>
                <a:lnTo>
                  <a:pt x="752475" y="742950"/>
                </a:lnTo>
                <a:lnTo>
                  <a:pt x="752475" y="771525"/>
                </a:lnTo>
                <a:lnTo>
                  <a:pt x="733425" y="771525"/>
                </a:lnTo>
                <a:lnTo>
                  <a:pt x="733425" y="762000"/>
                </a:lnTo>
                <a:lnTo>
                  <a:pt x="723900" y="762000"/>
                </a:lnTo>
                <a:lnTo>
                  <a:pt x="723900" y="752475"/>
                </a:lnTo>
                <a:lnTo>
                  <a:pt x="742950" y="752475"/>
                </a:lnTo>
                <a:close/>
                <a:moveTo>
                  <a:pt x="1047750" y="742950"/>
                </a:moveTo>
                <a:lnTo>
                  <a:pt x="1057275" y="742950"/>
                </a:lnTo>
                <a:lnTo>
                  <a:pt x="1057275" y="762000"/>
                </a:lnTo>
                <a:lnTo>
                  <a:pt x="1038225" y="762000"/>
                </a:lnTo>
                <a:lnTo>
                  <a:pt x="1038225" y="752475"/>
                </a:lnTo>
                <a:lnTo>
                  <a:pt x="1047750" y="752475"/>
                </a:lnTo>
                <a:close/>
                <a:moveTo>
                  <a:pt x="9525" y="752475"/>
                </a:moveTo>
                <a:lnTo>
                  <a:pt x="38100" y="752475"/>
                </a:lnTo>
                <a:lnTo>
                  <a:pt x="38100" y="762000"/>
                </a:lnTo>
                <a:lnTo>
                  <a:pt x="47625" y="762000"/>
                </a:lnTo>
                <a:lnTo>
                  <a:pt x="47625" y="771525"/>
                </a:lnTo>
                <a:lnTo>
                  <a:pt x="57150" y="771525"/>
                </a:lnTo>
                <a:lnTo>
                  <a:pt x="57150" y="781050"/>
                </a:lnTo>
                <a:lnTo>
                  <a:pt x="76200" y="781050"/>
                </a:lnTo>
                <a:lnTo>
                  <a:pt x="76200" y="790575"/>
                </a:lnTo>
                <a:lnTo>
                  <a:pt x="85725" y="790575"/>
                </a:lnTo>
                <a:lnTo>
                  <a:pt x="85725" y="809625"/>
                </a:lnTo>
                <a:lnTo>
                  <a:pt x="76200" y="809625"/>
                </a:lnTo>
                <a:lnTo>
                  <a:pt x="76200" y="800100"/>
                </a:lnTo>
                <a:lnTo>
                  <a:pt x="66675" y="800100"/>
                </a:lnTo>
                <a:lnTo>
                  <a:pt x="66675" y="809625"/>
                </a:lnTo>
                <a:lnTo>
                  <a:pt x="38100" y="809625"/>
                </a:lnTo>
                <a:lnTo>
                  <a:pt x="38100" y="800100"/>
                </a:lnTo>
                <a:lnTo>
                  <a:pt x="47625" y="800100"/>
                </a:lnTo>
                <a:lnTo>
                  <a:pt x="47625" y="781050"/>
                </a:lnTo>
                <a:lnTo>
                  <a:pt x="38100" y="781050"/>
                </a:lnTo>
                <a:lnTo>
                  <a:pt x="38100" y="771525"/>
                </a:lnTo>
                <a:lnTo>
                  <a:pt x="28575" y="771525"/>
                </a:lnTo>
                <a:lnTo>
                  <a:pt x="28575" y="762000"/>
                </a:lnTo>
                <a:lnTo>
                  <a:pt x="9525" y="762000"/>
                </a:lnTo>
                <a:close/>
                <a:moveTo>
                  <a:pt x="219075" y="752475"/>
                </a:moveTo>
                <a:lnTo>
                  <a:pt x="238125" y="752475"/>
                </a:lnTo>
                <a:lnTo>
                  <a:pt x="238125" y="762000"/>
                </a:lnTo>
                <a:lnTo>
                  <a:pt x="247650" y="762000"/>
                </a:lnTo>
                <a:lnTo>
                  <a:pt x="247650" y="771525"/>
                </a:lnTo>
                <a:lnTo>
                  <a:pt x="257175" y="771525"/>
                </a:lnTo>
                <a:lnTo>
                  <a:pt x="257175" y="781050"/>
                </a:lnTo>
                <a:lnTo>
                  <a:pt x="228600" y="781050"/>
                </a:lnTo>
                <a:lnTo>
                  <a:pt x="228600" y="771525"/>
                </a:lnTo>
                <a:lnTo>
                  <a:pt x="219075" y="771525"/>
                </a:lnTo>
                <a:close/>
                <a:moveTo>
                  <a:pt x="590550" y="752475"/>
                </a:moveTo>
                <a:lnTo>
                  <a:pt x="628650" y="752475"/>
                </a:lnTo>
                <a:lnTo>
                  <a:pt x="628650" y="771525"/>
                </a:lnTo>
                <a:lnTo>
                  <a:pt x="609600" y="771525"/>
                </a:lnTo>
                <a:lnTo>
                  <a:pt x="609600" y="762000"/>
                </a:lnTo>
                <a:lnTo>
                  <a:pt x="590550" y="762000"/>
                </a:lnTo>
                <a:close/>
                <a:moveTo>
                  <a:pt x="1123950" y="752475"/>
                </a:moveTo>
                <a:lnTo>
                  <a:pt x="1133475" y="752475"/>
                </a:lnTo>
                <a:lnTo>
                  <a:pt x="1133475" y="733425"/>
                </a:lnTo>
                <a:lnTo>
                  <a:pt x="1123950" y="733425"/>
                </a:lnTo>
                <a:close/>
                <a:moveTo>
                  <a:pt x="1104900" y="762000"/>
                </a:moveTo>
                <a:lnTo>
                  <a:pt x="1114425" y="762000"/>
                </a:lnTo>
                <a:lnTo>
                  <a:pt x="1114425" y="771525"/>
                </a:lnTo>
                <a:lnTo>
                  <a:pt x="1104900" y="771525"/>
                </a:lnTo>
                <a:close/>
                <a:moveTo>
                  <a:pt x="838200" y="771525"/>
                </a:moveTo>
                <a:lnTo>
                  <a:pt x="857250" y="771525"/>
                </a:lnTo>
                <a:lnTo>
                  <a:pt x="857250" y="781050"/>
                </a:lnTo>
                <a:lnTo>
                  <a:pt x="838200" y="781050"/>
                </a:lnTo>
                <a:close/>
                <a:moveTo>
                  <a:pt x="1181100" y="771525"/>
                </a:moveTo>
                <a:lnTo>
                  <a:pt x="1190625" y="771525"/>
                </a:lnTo>
                <a:lnTo>
                  <a:pt x="1190625" y="781050"/>
                </a:lnTo>
                <a:lnTo>
                  <a:pt x="1181100" y="781050"/>
                </a:lnTo>
                <a:close/>
                <a:moveTo>
                  <a:pt x="114300" y="781050"/>
                </a:moveTo>
                <a:lnTo>
                  <a:pt x="123825" y="781050"/>
                </a:lnTo>
                <a:lnTo>
                  <a:pt x="123825" y="790575"/>
                </a:lnTo>
                <a:lnTo>
                  <a:pt x="114300" y="790575"/>
                </a:lnTo>
                <a:close/>
                <a:moveTo>
                  <a:pt x="628650" y="781050"/>
                </a:moveTo>
                <a:lnTo>
                  <a:pt x="657225" y="781050"/>
                </a:lnTo>
                <a:lnTo>
                  <a:pt x="657225" y="790575"/>
                </a:lnTo>
                <a:lnTo>
                  <a:pt x="666750" y="790575"/>
                </a:lnTo>
                <a:lnTo>
                  <a:pt x="666750" y="800100"/>
                </a:lnTo>
                <a:lnTo>
                  <a:pt x="657225" y="800100"/>
                </a:lnTo>
                <a:lnTo>
                  <a:pt x="657225" y="809625"/>
                </a:lnTo>
                <a:lnTo>
                  <a:pt x="609600" y="809625"/>
                </a:lnTo>
                <a:lnTo>
                  <a:pt x="609600" y="800100"/>
                </a:lnTo>
                <a:lnTo>
                  <a:pt x="619125" y="800100"/>
                </a:lnTo>
                <a:lnTo>
                  <a:pt x="619125" y="790575"/>
                </a:lnTo>
                <a:lnTo>
                  <a:pt x="628650" y="790575"/>
                </a:lnTo>
                <a:close/>
                <a:moveTo>
                  <a:pt x="895350" y="781050"/>
                </a:moveTo>
                <a:lnTo>
                  <a:pt x="904875" y="781050"/>
                </a:lnTo>
                <a:lnTo>
                  <a:pt x="904875" y="790575"/>
                </a:lnTo>
                <a:lnTo>
                  <a:pt x="914400" y="790575"/>
                </a:lnTo>
                <a:lnTo>
                  <a:pt x="914400" y="800100"/>
                </a:lnTo>
                <a:lnTo>
                  <a:pt x="923925" y="800100"/>
                </a:lnTo>
                <a:lnTo>
                  <a:pt x="923925" y="809625"/>
                </a:lnTo>
                <a:lnTo>
                  <a:pt x="885825" y="809625"/>
                </a:lnTo>
                <a:lnTo>
                  <a:pt x="885825" y="800100"/>
                </a:lnTo>
                <a:lnTo>
                  <a:pt x="876300" y="800100"/>
                </a:lnTo>
                <a:lnTo>
                  <a:pt x="876300" y="790575"/>
                </a:lnTo>
                <a:lnTo>
                  <a:pt x="895350" y="790575"/>
                </a:lnTo>
                <a:close/>
                <a:moveTo>
                  <a:pt x="1019175" y="781050"/>
                </a:moveTo>
                <a:lnTo>
                  <a:pt x="1028700" y="781050"/>
                </a:lnTo>
                <a:lnTo>
                  <a:pt x="1028700" y="790575"/>
                </a:lnTo>
                <a:lnTo>
                  <a:pt x="1038225" y="790575"/>
                </a:lnTo>
                <a:lnTo>
                  <a:pt x="1038225" y="809625"/>
                </a:lnTo>
                <a:lnTo>
                  <a:pt x="1009650" y="809625"/>
                </a:lnTo>
                <a:lnTo>
                  <a:pt x="1009650" y="800100"/>
                </a:lnTo>
                <a:lnTo>
                  <a:pt x="1019175" y="800100"/>
                </a:lnTo>
                <a:close/>
                <a:moveTo>
                  <a:pt x="1085850" y="781050"/>
                </a:moveTo>
                <a:lnTo>
                  <a:pt x="1095375" y="781050"/>
                </a:lnTo>
                <a:lnTo>
                  <a:pt x="1095375" y="790575"/>
                </a:lnTo>
                <a:lnTo>
                  <a:pt x="1085850" y="790575"/>
                </a:lnTo>
                <a:close/>
                <a:moveTo>
                  <a:pt x="104775" y="790575"/>
                </a:moveTo>
                <a:lnTo>
                  <a:pt x="114300" y="790575"/>
                </a:lnTo>
                <a:lnTo>
                  <a:pt x="114300" y="809625"/>
                </a:lnTo>
                <a:lnTo>
                  <a:pt x="95250" y="809625"/>
                </a:lnTo>
                <a:lnTo>
                  <a:pt x="95250" y="800100"/>
                </a:lnTo>
                <a:lnTo>
                  <a:pt x="104775" y="800100"/>
                </a:lnTo>
                <a:close/>
                <a:moveTo>
                  <a:pt x="266700" y="790575"/>
                </a:moveTo>
                <a:lnTo>
                  <a:pt x="276225" y="790575"/>
                </a:lnTo>
                <a:lnTo>
                  <a:pt x="276225" y="800100"/>
                </a:lnTo>
                <a:lnTo>
                  <a:pt x="266700" y="800100"/>
                </a:lnTo>
                <a:close/>
                <a:moveTo>
                  <a:pt x="561975" y="790575"/>
                </a:moveTo>
                <a:lnTo>
                  <a:pt x="581025" y="790575"/>
                </a:lnTo>
                <a:lnTo>
                  <a:pt x="581025" y="800100"/>
                </a:lnTo>
                <a:lnTo>
                  <a:pt x="561975" y="800100"/>
                </a:lnTo>
                <a:close/>
                <a:moveTo>
                  <a:pt x="828675" y="790575"/>
                </a:moveTo>
                <a:lnTo>
                  <a:pt x="857250" y="790575"/>
                </a:lnTo>
                <a:lnTo>
                  <a:pt x="857250" y="800100"/>
                </a:lnTo>
                <a:lnTo>
                  <a:pt x="847725" y="800100"/>
                </a:lnTo>
                <a:lnTo>
                  <a:pt x="847725" y="809625"/>
                </a:lnTo>
                <a:lnTo>
                  <a:pt x="828675" y="809625"/>
                </a:lnTo>
                <a:close/>
                <a:moveTo>
                  <a:pt x="1171575" y="790575"/>
                </a:moveTo>
                <a:lnTo>
                  <a:pt x="1181100" y="790575"/>
                </a:lnTo>
                <a:lnTo>
                  <a:pt x="1181100" y="809625"/>
                </a:lnTo>
                <a:lnTo>
                  <a:pt x="1171575" y="809625"/>
                </a:lnTo>
                <a:close/>
                <a:moveTo>
                  <a:pt x="742950" y="800100"/>
                </a:moveTo>
                <a:lnTo>
                  <a:pt x="752475" y="800100"/>
                </a:lnTo>
                <a:lnTo>
                  <a:pt x="752475" y="809625"/>
                </a:lnTo>
                <a:lnTo>
                  <a:pt x="742950" y="809625"/>
                </a:lnTo>
                <a:close/>
                <a:moveTo>
                  <a:pt x="981075" y="800100"/>
                </a:moveTo>
                <a:lnTo>
                  <a:pt x="990600" y="800100"/>
                </a:lnTo>
                <a:lnTo>
                  <a:pt x="990600" y="809625"/>
                </a:lnTo>
                <a:lnTo>
                  <a:pt x="981075" y="809625"/>
                </a:lnTo>
                <a:close/>
                <a:moveTo>
                  <a:pt x="1047750" y="800100"/>
                </a:moveTo>
                <a:lnTo>
                  <a:pt x="1057275" y="800100"/>
                </a:lnTo>
                <a:lnTo>
                  <a:pt x="1057275" y="809625"/>
                </a:lnTo>
                <a:lnTo>
                  <a:pt x="1047750" y="809625"/>
                </a:lnTo>
                <a:close/>
                <a:moveTo>
                  <a:pt x="1066800" y="800100"/>
                </a:moveTo>
                <a:lnTo>
                  <a:pt x="1085850" y="800100"/>
                </a:lnTo>
                <a:lnTo>
                  <a:pt x="1085850" y="809625"/>
                </a:lnTo>
                <a:lnTo>
                  <a:pt x="1066800" y="809625"/>
                </a:lnTo>
                <a:close/>
              </a:path>
            </a:pathLst>
          </a:custGeom>
          <a:solidFill xmlns:a="http://schemas.openxmlformats.org/drawingml/2006/main">
            <a:srgbClr val="F9F9F4"/>
          </a:solidFill>
          <a:ln xmlns:a="http://schemas.openxmlformats.org/drawingml/2006/main" w="0">
            <a:noFill/>
          </a:ln>
        </p:spPr>
      </p:sp>
      <p:sp>
        <p:nvSpPr>
          <p:cNvPr id="98" name="v10 vector #f9f9f3">
            <a:extLst xmlns:a="http://schemas.openxmlformats.org/drawingml/2006/main">
              <a:ext uri="{FF2B5EF4-FFF2-40B4-BE49-F238E27FC236}">
                <a16:creationId xmlns:a16="http://schemas.microsoft.com/office/drawing/2014/main" id="{0D5AA9C5-2E6D-470B-A988-74F9E0AC21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5350" y="3609975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828675" y="0"/>
                </a:moveTo>
                <a:lnTo>
                  <a:pt x="838200" y="0"/>
                </a:lnTo>
                <a:lnTo>
                  <a:pt x="838200" y="9525"/>
                </a:lnTo>
                <a:lnTo>
                  <a:pt x="828675" y="9525"/>
                </a:lnTo>
                <a:close/>
                <a:moveTo>
                  <a:pt x="809625" y="9525"/>
                </a:moveTo>
                <a:lnTo>
                  <a:pt x="819150" y="9525"/>
                </a:lnTo>
                <a:lnTo>
                  <a:pt x="819150" y="19050"/>
                </a:lnTo>
                <a:lnTo>
                  <a:pt x="809625" y="19050"/>
                </a:lnTo>
                <a:close/>
                <a:moveTo>
                  <a:pt x="838200" y="9525"/>
                </a:moveTo>
                <a:lnTo>
                  <a:pt x="847725" y="9525"/>
                </a:lnTo>
                <a:lnTo>
                  <a:pt x="847725" y="19050"/>
                </a:lnTo>
                <a:lnTo>
                  <a:pt x="838200" y="19050"/>
                </a:lnTo>
                <a:close/>
                <a:moveTo>
                  <a:pt x="885825" y="9525"/>
                </a:moveTo>
                <a:lnTo>
                  <a:pt x="895350" y="9525"/>
                </a:lnTo>
                <a:lnTo>
                  <a:pt x="895350" y="19050"/>
                </a:lnTo>
                <a:lnTo>
                  <a:pt x="885825" y="19050"/>
                </a:lnTo>
                <a:close/>
                <a:moveTo>
                  <a:pt x="1047750" y="9525"/>
                </a:moveTo>
                <a:lnTo>
                  <a:pt x="1057275" y="9525"/>
                </a:lnTo>
                <a:lnTo>
                  <a:pt x="1057275" y="19050"/>
                </a:lnTo>
                <a:lnTo>
                  <a:pt x="1047750" y="19050"/>
                </a:lnTo>
                <a:close/>
                <a:moveTo>
                  <a:pt x="104775" y="19050"/>
                </a:moveTo>
                <a:lnTo>
                  <a:pt x="114300" y="19050"/>
                </a:lnTo>
                <a:lnTo>
                  <a:pt x="114300" y="28575"/>
                </a:lnTo>
                <a:lnTo>
                  <a:pt x="104775" y="28575"/>
                </a:lnTo>
                <a:close/>
                <a:moveTo>
                  <a:pt x="438150" y="28575"/>
                </a:moveTo>
                <a:lnTo>
                  <a:pt x="447675" y="28575"/>
                </a:lnTo>
                <a:lnTo>
                  <a:pt x="447675" y="38100"/>
                </a:lnTo>
                <a:lnTo>
                  <a:pt x="438150" y="38100"/>
                </a:lnTo>
                <a:close/>
                <a:moveTo>
                  <a:pt x="923925" y="28575"/>
                </a:moveTo>
                <a:lnTo>
                  <a:pt x="933450" y="28575"/>
                </a:lnTo>
                <a:lnTo>
                  <a:pt x="933450" y="47625"/>
                </a:lnTo>
                <a:lnTo>
                  <a:pt x="923925" y="47625"/>
                </a:lnTo>
                <a:close/>
                <a:moveTo>
                  <a:pt x="19050" y="38100"/>
                </a:moveTo>
                <a:lnTo>
                  <a:pt x="28575" y="38100"/>
                </a:lnTo>
                <a:lnTo>
                  <a:pt x="28575" y="47625"/>
                </a:lnTo>
                <a:lnTo>
                  <a:pt x="19050" y="47625"/>
                </a:lnTo>
                <a:close/>
                <a:moveTo>
                  <a:pt x="38100" y="38100"/>
                </a:moveTo>
                <a:lnTo>
                  <a:pt x="47625" y="38100"/>
                </a:lnTo>
                <a:lnTo>
                  <a:pt x="47625" y="47625"/>
                </a:lnTo>
                <a:lnTo>
                  <a:pt x="38100" y="47625"/>
                </a:lnTo>
                <a:close/>
                <a:moveTo>
                  <a:pt x="142875" y="38100"/>
                </a:moveTo>
                <a:lnTo>
                  <a:pt x="152400" y="38100"/>
                </a:lnTo>
                <a:lnTo>
                  <a:pt x="152400" y="47625"/>
                </a:lnTo>
                <a:lnTo>
                  <a:pt x="142875" y="47625"/>
                </a:lnTo>
                <a:close/>
                <a:moveTo>
                  <a:pt x="209550" y="38100"/>
                </a:moveTo>
                <a:lnTo>
                  <a:pt x="219075" y="38100"/>
                </a:lnTo>
                <a:lnTo>
                  <a:pt x="219075" y="47625"/>
                </a:lnTo>
                <a:lnTo>
                  <a:pt x="209550" y="47625"/>
                </a:lnTo>
                <a:close/>
                <a:moveTo>
                  <a:pt x="1143000" y="38100"/>
                </a:moveTo>
                <a:lnTo>
                  <a:pt x="1152525" y="38100"/>
                </a:lnTo>
                <a:lnTo>
                  <a:pt x="1152525" y="47625"/>
                </a:lnTo>
                <a:lnTo>
                  <a:pt x="1143000" y="47625"/>
                </a:lnTo>
                <a:close/>
                <a:moveTo>
                  <a:pt x="457200" y="47625"/>
                </a:moveTo>
                <a:lnTo>
                  <a:pt x="466725" y="47625"/>
                </a:lnTo>
                <a:lnTo>
                  <a:pt x="466725" y="57150"/>
                </a:lnTo>
                <a:lnTo>
                  <a:pt x="457200" y="57150"/>
                </a:lnTo>
                <a:close/>
                <a:moveTo>
                  <a:pt x="171450" y="66675"/>
                </a:moveTo>
                <a:lnTo>
                  <a:pt x="180975" y="66675"/>
                </a:lnTo>
                <a:lnTo>
                  <a:pt x="180975" y="76200"/>
                </a:lnTo>
                <a:lnTo>
                  <a:pt x="171450" y="76200"/>
                </a:lnTo>
                <a:close/>
                <a:moveTo>
                  <a:pt x="447675" y="66675"/>
                </a:moveTo>
                <a:lnTo>
                  <a:pt x="466725" y="66675"/>
                </a:lnTo>
                <a:lnTo>
                  <a:pt x="466725" y="76200"/>
                </a:lnTo>
                <a:lnTo>
                  <a:pt x="457200" y="76200"/>
                </a:lnTo>
                <a:lnTo>
                  <a:pt x="457200" y="85725"/>
                </a:lnTo>
                <a:lnTo>
                  <a:pt x="447675" y="85725"/>
                </a:lnTo>
                <a:close/>
                <a:moveTo>
                  <a:pt x="428625" y="76200"/>
                </a:moveTo>
                <a:lnTo>
                  <a:pt x="438150" y="76200"/>
                </a:lnTo>
                <a:lnTo>
                  <a:pt x="438150" y="85725"/>
                </a:lnTo>
                <a:lnTo>
                  <a:pt x="447675" y="85725"/>
                </a:lnTo>
                <a:lnTo>
                  <a:pt x="447675" y="95250"/>
                </a:lnTo>
                <a:lnTo>
                  <a:pt x="428625" y="95250"/>
                </a:lnTo>
                <a:close/>
                <a:moveTo>
                  <a:pt x="561975" y="76200"/>
                </a:moveTo>
                <a:lnTo>
                  <a:pt x="571500" y="76200"/>
                </a:lnTo>
                <a:lnTo>
                  <a:pt x="571500" y="85725"/>
                </a:lnTo>
                <a:lnTo>
                  <a:pt x="561975" y="85725"/>
                </a:lnTo>
                <a:close/>
                <a:moveTo>
                  <a:pt x="942975" y="76200"/>
                </a:moveTo>
                <a:lnTo>
                  <a:pt x="952500" y="76200"/>
                </a:lnTo>
                <a:lnTo>
                  <a:pt x="952500" y="104775"/>
                </a:lnTo>
                <a:lnTo>
                  <a:pt x="942975" y="104775"/>
                </a:lnTo>
                <a:close/>
                <a:moveTo>
                  <a:pt x="571500" y="85725"/>
                </a:moveTo>
                <a:lnTo>
                  <a:pt x="581025" y="85725"/>
                </a:lnTo>
                <a:lnTo>
                  <a:pt x="581025" y="104775"/>
                </a:lnTo>
                <a:lnTo>
                  <a:pt x="561975" y="104775"/>
                </a:lnTo>
                <a:lnTo>
                  <a:pt x="561975" y="95250"/>
                </a:lnTo>
                <a:lnTo>
                  <a:pt x="571500" y="95250"/>
                </a:lnTo>
                <a:close/>
                <a:moveTo>
                  <a:pt x="809625" y="85725"/>
                </a:moveTo>
                <a:lnTo>
                  <a:pt x="819150" y="85725"/>
                </a:lnTo>
                <a:lnTo>
                  <a:pt x="819150" y="95250"/>
                </a:lnTo>
                <a:lnTo>
                  <a:pt x="809625" y="95250"/>
                </a:lnTo>
                <a:close/>
                <a:moveTo>
                  <a:pt x="914400" y="85725"/>
                </a:moveTo>
                <a:lnTo>
                  <a:pt x="923925" y="85725"/>
                </a:lnTo>
                <a:lnTo>
                  <a:pt x="923925" y="95250"/>
                </a:lnTo>
                <a:lnTo>
                  <a:pt x="914400" y="95250"/>
                </a:lnTo>
                <a:close/>
                <a:moveTo>
                  <a:pt x="142875" y="95250"/>
                </a:moveTo>
                <a:lnTo>
                  <a:pt x="152400" y="95250"/>
                </a:lnTo>
                <a:lnTo>
                  <a:pt x="152400" y="104775"/>
                </a:lnTo>
                <a:lnTo>
                  <a:pt x="142875" y="104775"/>
                </a:lnTo>
                <a:close/>
                <a:moveTo>
                  <a:pt x="238125" y="95250"/>
                </a:moveTo>
                <a:lnTo>
                  <a:pt x="247650" y="95250"/>
                </a:lnTo>
                <a:lnTo>
                  <a:pt x="247650" y="104775"/>
                </a:lnTo>
                <a:lnTo>
                  <a:pt x="238125" y="104775"/>
                </a:lnTo>
                <a:close/>
                <a:moveTo>
                  <a:pt x="923925" y="95250"/>
                </a:moveTo>
                <a:lnTo>
                  <a:pt x="933450" y="95250"/>
                </a:lnTo>
                <a:lnTo>
                  <a:pt x="933450" y="104775"/>
                </a:lnTo>
                <a:lnTo>
                  <a:pt x="923925" y="104775"/>
                </a:lnTo>
                <a:close/>
                <a:moveTo>
                  <a:pt x="161925" y="104775"/>
                </a:moveTo>
                <a:lnTo>
                  <a:pt x="171450" y="104775"/>
                </a:lnTo>
                <a:lnTo>
                  <a:pt x="171450" y="114300"/>
                </a:lnTo>
                <a:lnTo>
                  <a:pt x="161925" y="114300"/>
                </a:lnTo>
                <a:close/>
                <a:moveTo>
                  <a:pt x="247650" y="104775"/>
                </a:moveTo>
                <a:lnTo>
                  <a:pt x="257175" y="104775"/>
                </a:lnTo>
                <a:lnTo>
                  <a:pt x="257175" y="114300"/>
                </a:lnTo>
                <a:lnTo>
                  <a:pt x="247650" y="114300"/>
                </a:lnTo>
                <a:close/>
                <a:moveTo>
                  <a:pt x="581025" y="104775"/>
                </a:moveTo>
                <a:lnTo>
                  <a:pt x="590550" y="104775"/>
                </a:lnTo>
                <a:lnTo>
                  <a:pt x="590550" y="114300"/>
                </a:lnTo>
                <a:lnTo>
                  <a:pt x="581025" y="114300"/>
                </a:lnTo>
                <a:close/>
                <a:moveTo>
                  <a:pt x="800100" y="114300"/>
                </a:moveTo>
                <a:lnTo>
                  <a:pt x="809625" y="114300"/>
                </a:lnTo>
                <a:lnTo>
                  <a:pt x="809625" y="123825"/>
                </a:lnTo>
                <a:lnTo>
                  <a:pt x="800100" y="123825"/>
                </a:lnTo>
                <a:close/>
                <a:moveTo>
                  <a:pt x="847725" y="123825"/>
                </a:moveTo>
                <a:lnTo>
                  <a:pt x="857250" y="123825"/>
                </a:lnTo>
                <a:lnTo>
                  <a:pt x="857250" y="133350"/>
                </a:lnTo>
                <a:lnTo>
                  <a:pt x="847725" y="133350"/>
                </a:lnTo>
                <a:close/>
                <a:moveTo>
                  <a:pt x="857250" y="133350"/>
                </a:moveTo>
                <a:lnTo>
                  <a:pt x="866775" y="133350"/>
                </a:lnTo>
                <a:lnTo>
                  <a:pt x="866775" y="142875"/>
                </a:lnTo>
                <a:lnTo>
                  <a:pt x="857250" y="142875"/>
                </a:lnTo>
                <a:close/>
                <a:moveTo>
                  <a:pt x="552450" y="142875"/>
                </a:moveTo>
                <a:lnTo>
                  <a:pt x="561975" y="142875"/>
                </a:lnTo>
                <a:lnTo>
                  <a:pt x="561975" y="152400"/>
                </a:lnTo>
                <a:lnTo>
                  <a:pt x="552450" y="152400"/>
                </a:lnTo>
                <a:close/>
                <a:moveTo>
                  <a:pt x="904875" y="142875"/>
                </a:moveTo>
                <a:lnTo>
                  <a:pt x="923925" y="142875"/>
                </a:lnTo>
                <a:lnTo>
                  <a:pt x="923925" y="161925"/>
                </a:lnTo>
                <a:lnTo>
                  <a:pt x="914400" y="161925"/>
                </a:lnTo>
                <a:lnTo>
                  <a:pt x="914400" y="152400"/>
                </a:lnTo>
                <a:lnTo>
                  <a:pt x="904875" y="152400"/>
                </a:lnTo>
                <a:close/>
                <a:moveTo>
                  <a:pt x="47625" y="161925"/>
                </a:moveTo>
                <a:lnTo>
                  <a:pt x="57150" y="161925"/>
                </a:lnTo>
                <a:lnTo>
                  <a:pt x="57150" y="171450"/>
                </a:lnTo>
                <a:lnTo>
                  <a:pt x="47625" y="171450"/>
                </a:lnTo>
                <a:close/>
                <a:moveTo>
                  <a:pt x="66675" y="161925"/>
                </a:moveTo>
                <a:lnTo>
                  <a:pt x="76200" y="161925"/>
                </a:lnTo>
                <a:lnTo>
                  <a:pt x="76200" y="180975"/>
                </a:lnTo>
                <a:lnTo>
                  <a:pt x="66675" y="180975"/>
                </a:lnTo>
                <a:close/>
                <a:moveTo>
                  <a:pt x="885825" y="400050"/>
                </a:moveTo>
                <a:lnTo>
                  <a:pt x="895350" y="400050"/>
                </a:lnTo>
                <a:lnTo>
                  <a:pt x="895350" y="409575"/>
                </a:lnTo>
                <a:lnTo>
                  <a:pt x="885825" y="409575"/>
                </a:lnTo>
                <a:close/>
                <a:moveTo>
                  <a:pt x="1009650" y="400050"/>
                </a:moveTo>
                <a:lnTo>
                  <a:pt x="1019175" y="400050"/>
                </a:lnTo>
                <a:lnTo>
                  <a:pt x="1019175" y="419100"/>
                </a:lnTo>
                <a:lnTo>
                  <a:pt x="1009650" y="419100"/>
                </a:lnTo>
                <a:close/>
                <a:moveTo>
                  <a:pt x="876300" y="419100"/>
                </a:moveTo>
                <a:lnTo>
                  <a:pt x="885825" y="419100"/>
                </a:lnTo>
                <a:lnTo>
                  <a:pt x="885825" y="428625"/>
                </a:lnTo>
                <a:lnTo>
                  <a:pt x="876300" y="428625"/>
                </a:lnTo>
                <a:close/>
                <a:moveTo>
                  <a:pt x="990600" y="419100"/>
                </a:moveTo>
                <a:lnTo>
                  <a:pt x="1000125" y="419100"/>
                </a:lnTo>
                <a:lnTo>
                  <a:pt x="1000125" y="428625"/>
                </a:lnTo>
                <a:lnTo>
                  <a:pt x="990600" y="428625"/>
                </a:lnTo>
                <a:close/>
                <a:moveTo>
                  <a:pt x="1076325" y="466725"/>
                </a:moveTo>
                <a:lnTo>
                  <a:pt x="1085850" y="466725"/>
                </a:lnTo>
                <a:lnTo>
                  <a:pt x="1085850" y="476250"/>
                </a:lnTo>
                <a:lnTo>
                  <a:pt x="1076325" y="476250"/>
                </a:lnTo>
                <a:close/>
                <a:moveTo>
                  <a:pt x="38100" y="571500"/>
                </a:moveTo>
                <a:lnTo>
                  <a:pt x="47625" y="571500"/>
                </a:lnTo>
                <a:lnTo>
                  <a:pt x="47625" y="581025"/>
                </a:lnTo>
                <a:lnTo>
                  <a:pt x="38100" y="581025"/>
                </a:lnTo>
                <a:close/>
                <a:moveTo>
                  <a:pt x="19050" y="619125"/>
                </a:moveTo>
                <a:lnTo>
                  <a:pt x="28575" y="619125"/>
                </a:lnTo>
                <a:lnTo>
                  <a:pt x="28575" y="628650"/>
                </a:lnTo>
                <a:lnTo>
                  <a:pt x="19050" y="628650"/>
                </a:lnTo>
                <a:close/>
                <a:moveTo>
                  <a:pt x="895350" y="647700"/>
                </a:moveTo>
                <a:lnTo>
                  <a:pt x="914400" y="647700"/>
                </a:lnTo>
                <a:lnTo>
                  <a:pt x="914400" y="657225"/>
                </a:lnTo>
                <a:lnTo>
                  <a:pt x="895350" y="657225"/>
                </a:lnTo>
                <a:close/>
                <a:moveTo>
                  <a:pt x="752475" y="676275"/>
                </a:moveTo>
                <a:lnTo>
                  <a:pt x="762000" y="676275"/>
                </a:lnTo>
                <a:lnTo>
                  <a:pt x="762000" y="685800"/>
                </a:lnTo>
                <a:lnTo>
                  <a:pt x="752475" y="685800"/>
                </a:lnTo>
                <a:close/>
                <a:moveTo>
                  <a:pt x="600075" y="714375"/>
                </a:moveTo>
                <a:lnTo>
                  <a:pt x="609600" y="714375"/>
                </a:lnTo>
                <a:lnTo>
                  <a:pt x="609600" y="723900"/>
                </a:lnTo>
                <a:lnTo>
                  <a:pt x="600075" y="723900"/>
                </a:lnTo>
                <a:close/>
                <a:moveTo>
                  <a:pt x="876300" y="733425"/>
                </a:moveTo>
                <a:lnTo>
                  <a:pt x="885825" y="733425"/>
                </a:lnTo>
                <a:lnTo>
                  <a:pt x="885825" y="742950"/>
                </a:lnTo>
                <a:lnTo>
                  <a:pt x="876300" y="742950"/>
                </a:lnTo>
                <a:close/>
                <a:moveTo>
                  <a:pt x="9525" y="742950"/>
                </a:moveTo>
                <a:lnTo>
                  <a:pt x="28575" y="742950"/>
                </a:lnTo>
                <a:lnTo>
                  <a:pt x="28575" y="752475"/>
                </a:lnTo>
                <a:lnTo>
                  <a:pt x="9525" y="752475"/>
                </a:lnTo>
                <a:close/>
                <a:moveTo>
                  <a:pt x="1038225" y="742950"/>
                </a:moveTo>
                <a:lnTo>
                  <a:pt x="1047750" y="742950"/>
                </a:lnTo>
                <a:lnTo>
                  <a:pt x="1047750" y="752475"/>
                </a:lnTo>
                <a:lnTo>
                  <a:pt x="1038225" y="752475"/>
                </a:lnTo>
                <a:close/>
                <a:moveTo>
                  <a:pt x="619125" y="781050"/>
                </a:moveTo>
                <a:lnTo>
                  <a:pt x="628650" y="781050"/>
                </a:lnTo>
                <a:lnTo>
                  <a:pt x="628650" y="790575"/>
                </a:lnTo>
                <a:lnTo>
                  <a:pt x="619125" y="790575"/>
                </a:lnTo>
                <a:close/>
                <a:moveTo>
                  <a:pt x="85725" y="800100"/>
                </a:moveTo>
                <a:lnTo>
                  <a:pt x="95250" y="800100"/>
                </a:lnTo>
                <a:lnTo>
                  <a:pt x="95250" y="809625"/>
                </a:lnTo>
                <a:lnTo>
                  <a:pt x="85725" y="809625"/>
                </a:lnTo>
                <a:close/>
              </a:path>
            </a:pathLst>
          </a:custGeom>
          <a:solidFill xmlns:a="http://schemas.openxmlformats.org/drawingml/2006/main">
            <a:srgbClr val="F9F9F3"/>
          </a:solidFill>
          <a:ln xmlns:a="http://schemas.openxmlformats.org/drawingml/2006/main" w="0">
            <a:noFill/>
          </a:ln>
        </p:spPr>
      </p:sp>
      <p:sp>
        <p:nvSpPr>
          <p:cNvPr id="99" name="v10 vector #faf8f4">
            <a:extLst xmlns:a="http://schemas.openxmlformats.org/drawingml/2006/main">
              <a:ext uri="{FF2B5EF4-FFF2-40B4-BE49-F238E27FC236}">
                <a16:creationId xmlns:a16="http://schemas.microsoft.com/office/drawing/2014/main" id="{7F333F14-5413-4A17-8F8B-08FC45E6FE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5350" y="3609975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676275" y="0"/>
                </a:moveTo>
                <a:lnTo>
                  <a:pt x="685800" y="0"/>
                </a:lnTo>
                <a:lnTo>
                  <a:pt x="685800" y="19050"/>
                </a:lnTo>
                <a:lnTo>
                  <a:pt x="676275" y="19050"/>
                </a:lnTo>
                <a:close/>
                <a:moveTo>
                  <a:pt x="47625" y="9525"/>
                </a:moveTo>
                <a:lnTo>
                  <a:pt x="57150" y="9525"/>
                </a:lnTo>
                <a:lnTo>
                  <a:pt x="57150" y="19050"/>
                </a:lnTo>
                <a:lnTo>
                  <a:pt x="47625" y="19050"/>
                </a:lnTo>
                <a:close/>
                <a:moveTo>
                  <a:pt x="895350" y="9525"/>
                </a:moveTo>
                <a:lnTo>
                  <a:pt x="914400" y="9525"/>
                </a:lnTo>
                <a:lnTo>
                  <a:pt x="914400" y="28575"/>
                </a:lnTo>
                <a:lnTo>
                  <a:pt x="904875" y="28575"/>
                </a:lnTo>
                <a:lnTo>
                  <a:pt x="904875" y="19050"/>
                </a:lnTo>
                <a:lnTo>
                  <a:pt x="895350" y="19050"/>
                </a:lnTo>
                <a:close/>
                <a:moveTo>
                  <a:pt x="180975" y="85725"/>
                </a:moveTo>
                <a:lnTo>
                  <a:pt x="200025" y="85725"/>
                </a:lnTo>
                <a:lnTo>
                  <a:pt x="200025" y="95250"/>
                </a:lnTo>
                <a:lnTo>
                  <a:pt x="180975" y="95250"/>
                </a:lnTo>
                <a:close/>
                <a:moveTo>
                  <a:pt x="1047750" y="104775"/>
                </a:moveTo>
                <a:lnTo>
                  <a:pt x="1057275" y="104775"/>
                </a:lnTo>
                <a:lnTo>
                  <a:pt x="1057275" y="114300"/>
                </a:lnTo>
                <a:lnTo>
                  <a:pt x="1047750" y="114300"/>
                </a:lnTo>
                <a:close/>
                <a:moveTo>
                  <a:pt x="333375" y="123825"/>
                </a:moveTo>
                <a:lnTo>
                  <a:pt x="342900" y="123825"/>
                </a:lnTo>
                <a:lnTo>
                  <a:pt x="342900" y="133350"/>
                </a:lnTo>
                <a:lnTo>
                  <a:pt x="333375" y="133350"/>
                </a:lnTo>
                <a:close/>
                <a:moveTo>
                  <a:pt x="1028700" y="123825"/>
                </a:moveTo>
                <a:lnTo>
                  <a:pt x="1057275" y="123825"/>
                </a:lnTo>
                <a:lnTo>
                  <a:pt x="1057275" y="142875"/>
                </a:lnTo>
                <a:lnTo>
                  <a:pt x="1047750" y="142875"/>
                </a:lnTo>
                <a:lnTo>
                  <a:pt x="1047750" y="152400"/>
                </a:lnTo>
                <a:lnTo>
                  <a:pt x="1038225" y="152400"/>
                </a:lnTo>
                <a:lnTo>
                  <a:pt x="1038225" y="142875"/>
                </a:lnTo>
                <a:lnTo>
                  <a:pt x="1028700" y="142875"/>
                </a:lnTo>
                <a:close/>
                <a:moveTo>
                  <a:pt x="0" y="133350"/>
                </a:moveTo>
                <a:lnTo>
                  <a:pt x="9525" y="133350"/>
                </a:lnTo>
                <a:lnTo>
                  <a:pt x="9525" y="142875"/>
                </a:lnTo>
                <a:lnTo>
                  <a:pt x="0" y="142875"/>
                </a:lnTo>
                <a:close/>
                <a:moveTo>
                  <a:pt x="9525" y="142875"/>
                </a:moveTo>
                <a:lnTo>
                  <a:pt x="19050" y="142875"/>
                </a:lnTo>
                <a:lnTo>
                  <a:pt x="19050" y="152400"/>
                </a:lnTo>
                <a:lnTo>
                  <a:pt x="9525" y="152400"/>
                </a:lnTo>
                <a:close/>
                <a:moveTo>
                  <a:pt x="28575" y="180975"/>
                </a:moveTo>
                <a:lnTo>
                  <a:pt x="38100" y="180975"/>
                </a:lnTo>
                <a:lnTo>
                  <a:pt x="38100" y="200025"/>
                </a:lnTo>
                <a:lnTo>
                  <a:pt x="28575" y="200025"/>
                </a:lnTo>
                <a:close/>
                <a:moveTo>
                  <a:pt x="19050" y="381000"/>
                </a:moveTo>
                <a:lnTo>
                  <a:pt x="28575" y="381000"/>
                </a:lnTo>
                <a:lnTo>
                  <a:pt x="28575" y="390525"/>
                </a:lnTo>
                <a:lnTo>
                  <a:pt x="19050" y="390525"/>
                </a:lnTo>
                <a:close/>
                <a:moveTo>
                  <a:pt x="1038225" y="409575"/>
                </a:moveTo>
                <a:lnTo>
                  <a:pt x="1047750" y="409575"/>
                </a:lnTo>
                <a:lnTo>
                  <a:pt x="1047750" y="419100"/>
                </a:lnTo>
                <a:lnTo>
                  <a:pt x="1038225" y="419100"/>
                </a:lnTo>
                <a:close/>
                <a:moveTo>
                  <a:pt x="38100" y="428625"/>
                </a:moveTo>
                <a:lnTo>
                  <a:pt x="57150" y="428625"/>
                </a:lnTo>
                <a:lnTo>
                  <a:pt x="57150" y="466725"/>
                </a:lnTo>
                <a:lnTo>
                  <a:pt x="47625" y="466725"/>
                </a:lnTo>
                <a:lnTo>
                  <a:pt x="47625" y="457200"/>
                </a:lnTo>
                <a:lnTo>
                  <a:pt x="38100" y="457200"/>
                </a:lnTo>
                <a:close/>
                <a:moveTo>
                  <a:pt x="609600" y="495300"/>
                </a:moveTo>
                <a:lnTo>
                  <a:pt x="619125" y="495300"/>
                </a:lnTo>
                <a:lnTo>
                  <a:pt x="619125" y="504825"/>
                </a:lnTo>
                <a:lnTo>
                  <a:pt x="609600" y="504825"/>
                </a:lnTo>
                <a:close/>
                <a:moveTo>
                  <a:pt x="581025" y="542925"/>
                </a:moveTo>
                <a:lnTo>
                  <a:pt x="600075" y="542925"/>
                </a:lnTo>
                <a:lnTo>
                  <a:pt x="600075" y="561975"/>
                </a:lnTo>
                <a:lnTo>
                  <a:pt x="590550" y="561975"/>
                </a:lnTo>
                <a:lnTo>
                  <a:pt x="590550" y="552450"/>
                </a:lnTo>
                <a:lnTo>
                  <a:pt x="581025" y="552450"/>
                </a:lnTo>
                <a:close/>
                <a:moveTo>
                  <a:pt x="104775" y="609600"/>
                </a:moveTo>
                <a:lnTo>
                  <a:pt x="123825" y="609600"/>
                </a:lnTo>
                <a:lnTo>
                  <a:pt x="123825" y="638175"/>
                </a:lnTo>
                <a:lnTo>
                  <a:pt x="114300" y="638175"/>
                </a:lnTo>
                <a:lnTo>
                  <a:pt x="114300" y="647700"/>
                </a:lnTo>
                <a:lnTo>
                  <a:pt x="104775" y="647700"/>
                </a:lnTo>
                <a:lnTo>
                  <a:pt x="104775" y="638175"/>
                </a:lnTo>
                <a:lnTo>
                  <a:pt x="95250" y="638175"/>
                </a:lnTo>
                <a:lnTo>
                  <a:pt x="95250" y="619125"/>
                </a:lnTo>
                <a:lnTo>
                  <a:pt x="104775" y="619125"/>
                </a:lnTo>
                <a:close/>
                <a:moveTo>
                  <a:pt x="552450" y="619125"/>
                </a:moveTo>
                <a:lnTo>
                  <a:pt x="561975" y="619125"/>
                </a:lnTo>
                <a:lnTo>
                  <a:pt x="561975" y="628650"/>
                </a:lnTo>
                <a:lnTo>
                  <a:pt x="552450" y="628650"/>
                </a:lnTo>
                <a:close/>
                <a:moveTo>
                  <a:pt x="923925" y="676275"/>
                </a:moveTo>
                <a:lnTo>
                  <a:pt x="942975" y="676275"/>
                </a:lnTo>
                <a:lnTo>
                  <a:pt x="942975" y="685800"/>
                </a:lnTo>
                <a:lnTo>
                  <a:pt x="923925" y="685800"/>
                </a:lnTo>
                <a:close/>
                <a:moveTo>
                  <a:pt x="1019175" y="685800"/>
                </a:moveTo>
                <a:lnTo>
                  <a:pt x="1028700" y="685800"/>
                </a:lnTo>
                <a:lnTo>
                  <a:pt x="1028700" y="714375"/>
                </a:lnTo>
                <a:lnTo>
                  <a:pt x="1019175" y="714375"/>
                </a:lnTo>
                <a:lnTo>
                  <a:pt x="1019175" y="723900"/>
                </a:lnTo>
                <a:lnTo>
                  <a:pt x="1009650" y="723900"/>
                </a:lnTo>
                <a:lnTo>
                  <a:pt x="1009650" y="714375"/>
                </a:lnTo>
                <a:lnTo>
                  <a:pt x="1000125" y="714375"/>
                </a:lnTo>
                <a:lnTo>
                  <a:pt x="1000125" y="695325"/>
                </a:lnTo>
                <a:lnTo>
                  <a:pt x="1019175" y="695325"/>
                </a:lnTo>
                <a:close/>
                <a:moveTo>
                  <a:pt x="1152525" y="695325"/>
                </a:moveTo>
                <a:lnTo>
                  <a:pt x="1162050" y="695325"/>
                </a:lnTo>
                <a:lnTo>
                  <a:pt x="1162050" y="704850"/>
                </a:lnTo>
                <a:lnTo>
                  <a:pt x="1152525" y="704850"/>
                </a:lnTo>
                <a:close/>
                <a:moveTo>
                  <a:pt x="104775" y="704850"/>
                </a:moveTo>
                <a:lnTo>
                  <a:pt x="114300" y="704850"/>
                </a:lnTo>
                <a:lnTo>
                  <a:pt x="114300" y="714375"/>
                </a:lnTo>
                <a:lnTo>
                  <a:pt x="104775" y="714375"/>
                </a:lnTo>
                <a:close/>
                <a:moveTo>
                  <a:pt x="1019175" y="723900"/>
                </a:moveTo>
                <a:lnTo>
                  <a:pt x="1028700" y="723900"/>
                </a:lnTo>
                <a:lnTo>
                  <a:pt x="1028700" y="733425"/>
                </a:lnTo>
                <a:lnTo>
                  <a:pt x="1019175" y="733425"/>
                </a:lnTo>
                <a:close/>
                <a:moveTo>
                  <a:pt x="838200" y="733425"/>
                </a:moveTo>
                <a:lnTo>
                  <a:pt x="857250" y="733425"/>
                </a:lnTo>
                <a:lnTo>
                  <a:pt x="857250" y="752475"/>
                </a:lnTo>
                <a:lnTo>
                  <a:pt x="838200" y="752475"/>
                </a:lnTo>
                <a:close/>
                <a:moveTo>
                  <a:pt x="1028700" y="733425"/>
                </a:moveTo>
                <a:lnTo>
                  <a:pt x="1038225" y="733425"/>
                </a:lnTo>
                <a:lnTo>
                  <a:pt x="1038225" y="752475"/>
                </a:lnTo>
                <a:lnTo>
                  <a:pt x="1028700" y="752475"/>
                </a:lnTo>
                <a:close/>
                <a:moveTo>
                  <a:pt x="523875" y="742950"/>
                </a:moveTo>
                <a:lnTo>
                  <a:pt x="533400" y="742950"/>
                </a:lnTo>
                <a:lnTo>
                  <a:pt x="533400" y="762000"/>
                </a:lnTo>
                <a:lnTo>
                  <a:pt x="523875" y="762000"/>
                </a:lnTo>
                <a:lnTo>
                  <a:pt x="523875" y="771525"/>
                </a:lnTo>
                <a:lnTo>
                  <a:pt x="514350" y="771525"/>
                </a:lnTo>
                <a:lnTo>
                  <a:pt x="514350" y="752475"/>
                </a:lnTo>
                <a:lnTo>
                  <a:pt x="523875" y="752475"/>
                </a:lnTo>
                <a:close/>
                <a:moveTo>
                  <a:pt x="714375" y="742950"/>
                </a:moveTo>
                <a:lnTo>
                  <a:pt x="723900" y="742950"/>
                </a:lnTo>
                <a:lnTo>
                  <a:pt x="723900" y="752475"/>
                </a:lnTo>
                <a:lnTo>
                  <a:pt x="714375" y="752475"/>
                </a:lnTo>
                <a:close/>
                <a:moveTo>
                  <a:pt x="876300" y="742950"/>
                </a:moveTo>
                <a:lnTo>
                  <a:pt x="885825" y="742950"/>
                </a:lnTo>
                <a:lnTo>
                  <a:pt x="885825" y="762000"/>
                </a:lnTo>
                <a:lnTo>
                  <a:pt x="857250" y="762000"/>
                </a:lnTo>
                <a:lnTo>
                  <a:pt x="857250" y="752475"/>
                </a:lnTo>
                <a:lnTo>
                  <a:pt x="876300" y="752475"/>
                </a:lnTo>
                <a:close/>
                <a:moveTo>
                  <a:pt x="152400" y="771525"/>
                </a:moveTo>
                <a:lnTo>
                  <a:pt x="161925" y="771525"/>
                </a:lnTo>
                <a:lnTo>
                  <a:pt x="161925" y="781050"/>
                </a:lnTo>
                <a:lnTo>
                  <a:pt x="152400" y="781050"/>
                </a:lnTo>
                <a:close/>
                <a:moveTo>
                  <a:pt x="857250" y="771525"/>
                </a:moveTo>
                <a:lnTo>
                  <a:pt x="866775" y="771525"/>
                </a:lnTo>
                <a:lnTo>
                  <a:pt x="866775" y="790575"/>
                </a:lnTo>
                <a:lnTo>
                  <a:pt x="857250" y="790575"/>
                </a:lnTo>
                <a:close/>
                <a:moveTo>
                  <a:pt x="800100" y="781050"/>
                </a:moveTo>
                <a:lnTo>
                  <a:pt x="819150" y="781050"/>
                </a:lnTo>
                <a:lnTo>
                  <a:pt x="819150" y="790575"/>
                </a:lnTo>
                <a:lnTo>
                  <a:pt x="809625" y="790575"/>
                </a:lnTo>
                <a:lnTo>
                  <a:pt x="809625" y="800100"/>
                </a:lnTo>
                <a:lnTo>
                  <a:pt x="800100" y="800100"/>
                </a:lnTo>
                <a:close/>
              </a:path>
            </a:pathLst>
          </a:custGeom>
          <a:solidFill xmlns:a="http://schemas.openxmlformats.org/drawingml/2006/main">
            <a:srgbClr val="FAF8F4"/>
          </a:solidFill>
          <a:ln xmlns:a="http://schemas.openxmlformats.org/drawingml/2006/main" w="0">
            <a:noFill/>
          </a:ln>
        </p:spPr>
      </p:sp>
      <p:sp>
        <p:nvSpPr>
          <p:cNvPr id="100" name="v10 vector #f9f8f5">
            <a:extLst xmlns:a="http://schemas.openxmlformats.org/drawingml/2006/main">
              <a:ext uri="{FF2B5EF4-FFF2-40B4-BE49-F238E27FC236}">
                <a16:creationId xmlns:a16="http://schemas.microsoft.com/office/drawing/2014/main" id="{DE04D37F-DAD7-44A0-8C28-530C69CE18A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5350" y="3609975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247650" y="9525"/>
                </a:moveTo>
                <a:lnTo>
                  <a:pt x="257175" y="9525"/>
                </a:lnTo>
                <a:lnTo>
                  <a:pt x="257175" y="19050"/>
                </a:lnTo>
                <a:lnTo>
                  <a:pt x="247650" y="19050"/>
                </a:lnTo>
                <a:close/>
                <a:moveTo>
                  <a:pt x="762000" y="28575"/>
                </a:moveTo>
                <a:lnTo>
                  <a:pt x="781050" y="28575"/>
                </a:lnTo>
                <a:lnTo>
                  <a:pt x="781050" y="38100"/>
                </a:lnTo>
                <a:lnTo>
                  <a:pt x="771525" y="38100"/>
                </a:lnTo>
                <a:lnTo>
                  <a:pt x="771525" y="47625"/>
                </a:lnTo>
                <a:lnTo>
                  <a:pt x="762000" y="47625"/>
                </a:lnTo>
                <a:close/>
                <a:moveTo>
                  <a:pt x="638175" y="38100"/>
                </a:moveTo>
                <a:lnTo>
                  <a:pt x="647700" y="38100"/>
                </a:lnTo>
                <a:lnTo>
                  <a:pt x="647700" y="47625"/>
                </a:lnTo>
                <a:lnTo>
                  <a:pt x="638175" y="47625"/>
                </a:lnTo>
                <a:close/>
                <a:moveTo>
                  <a:pt x="619125" y="104775"/>
                </a:moveTo>
                <a:lnTo>
                  <a:pt x="628650" y="104775"/>
                </a:lnTo>
                <a:lnTo>
                  <a:pt x="628650" y="114300"/>
                </a:lnTo>
                <a:lnTo>
                  <a:pt x="638175" y="114300"/>
                </a:lnTo>
                <a:lnTo>
                  <a:pt x="638175" y="123825"/>
                </a:lnTo>
                <a:lnTo>
                  <a:pt x="619125" y="123825"/>
                </a:lnTo>
                <a:close/>
                <a:moveTo>
                  <a:pt x="342900" y="133350"/>
                </a:moveTo>
                <a:lnTo>
                  <a:pt x="352425" y="133350"/>
                </a:lnTo>
                <a:lnTo>
                  <a:pt x="352425" y="142875"/>
                </a:lnTo>
                <a:lnTo>
                  <a:pt x="342900" y="142875"/>
                </a:lnTo>
                <a:close/>
                <a:moveTo>
                  <a:pt x="200025" y="152400"/>
                </a:moveTo>
                <a:lnTo>
                  <a:pt x="209550" y="152400"/>
                </a:lnTo>
                <a:lnTo>
                  <a:pt x="209550" y="161925"/>
                </a:lnTo>
                <a:lnTo>
                  <a:pt x="200025" y="161925"/>
                </a:lnTo>
                <a:close/>
                <a:moveTo>
                  <a:pt x="1057275" y="161925"/>
                </a:moveTo>
                <a:lnTo>
                  <a:pt x="1066800" y="161925"/>
                </a:lnTo>
                <a:lnTo>
                  <a:pt x="1066800" y="171450"/>
                </a:lnTo>
                <a:lnTo>
                  <a:pt x="1057275" y="171450"/>
                </a:lnTo>
                <a:close/>
                <a:moveTo>
                  <a:pt x="800100" y="180975"/>
                </a:moveTo>
                <a:lnTo>
                  <a:pt x="828675" y="180975"/>
                </a:lnTo>
                <a:lnTo>
                  <a:pt x="828675" y="190500"/>
                </a:lnTo>
                <a:lnTo>
                  <a:pt x="838200" y="190500"/>
                </a:lnTo>
                <a:lnTo>
                  <a:pt x="838200" y="200025"/>
                </a:lnTo>
                <a:lnTo>
                  <a:pt x="828675" y="200025"/>
                </a:lnTo>
                <a:lnTo>
                  <a:pt x="828675" y="209550"/>
                </a:lnTo>
                <a:lnTo>
                  <a:pt x="790575" y="209550"/>
                </a:lnTo>
                <a:lnTo>
                  <a:pt x="790575" y="200025"/>
                </a:lnTo>
                <a:lnTo>
                  <a:pt x="809625" y="200025"/>
                </a:lnTo>
                <a:lnTo>
                  <a:pt x="809625" y="190500"/>
                </a:lnTo>
                <a:lnTo>
                  <a:pt x="800100" y="190500"/>
                </a:lnTo>
                <a:close/>
                <a:moveTo>
                  <a:pt x="781050" y="219075"/>
                </a:moveTo>
                <a:lnTo>
                  <a:pt x="809625" y="219075"/>
                </a:lnTo>
                <a:lnTo>
                  <a:pt x="809625" y="228600"/>
                </a:lnTo>
                <a:lnTo>
                  <a:pt x="781050" y="228600"/>
                </a:lnTo>
                <a:close/>
                <a:moveTo>
                  <a:pt x="28575" y="276225"/>
                </a:moveTo>
                <a:lnTo>
                  <a:pt x="38100" y="276225"/>
                </a:lnTo>
                <a:lnTo>
                  <a:pt x="38100" y="285750"/>
                </a:lnTo>
                <a:lnTo>
                  <a:pt x="28575" y="285750"/>
                </a:lnTo>
                <a:close/>
                <a:moveTo>
                  <a:pt x="38100" y="323850"/>
                </a:moveTo>
                <a:lnTo>
                  <a:pt x="57150" y="323850"/>
                </a:lnTo>
                <a:lnTo>
                  <a:pt x="57150" y="333375"/>
                </a:lnTo>
                <a:lnTo>
                  <a:pt x="38100" y="333375"/>
                </a:lnTo>
                <a:close/>
                <a:moveTo>
                  <a:pt x="28575" y="342900"/>
                </a:moveTo>
                <a:lnTo>
                  <a:pt x="38100" y="342900"/>
                </a:lnTo>
                <a:lnTo>
                  <a:pt x="38100" y="352425"/>
                </a:lnTo>
                <a:lnTo>
                  <a:pt x="28575" y="352425"/>
                </a:lnTo>
                <a:close/>
                <a:moveTo>
                  <a:pt x="885825" y="342900"/>
                </a:moveTo>
                <a:lnTo>
                  <a:pt x="895350" y="342900"/>
                </a:lnTo>
                <a:lnTo>
                  <a:pt x="895350" y="352425"/>
                </a:lnTo>
                <a:lnTo>
                  <a:pt x="904875" y="352425"/>
                </a:lnTo>
                <a:lnTo>
                  <a:pt x="904875" y="361950"/>
                </a:lnTo>
                <a:lnTo>
                  <a:pt x="885825" y="361950"/>
                </a:lnTo>
                <a:close/>
                <a:moveTo>
                  <a:pt x="628650" y="361950"/>
                </a:moveTo>
                <a:lnTo>
                  <a:pt x="638175" y="361950"/>
                </a:lnTo>
                <a:lnTo>
                  <a:pt x="638175" y="381000"/>
                </a:lnTo>
                <a:lnTo>
                  <a:pt x="628650" y="381000"/>
                </a:lnTo>
                <a:close/>
                <a:moveTo>
                  <a:pt x="1038225" y="361950"/>
                </a:moveTo>
                <a:lnTo>
                  <a:pt x="1057275" y="361950"/>
                </a:lnTo>
                <a:lnTo>
                  <a:pt x="1057275" y="381000"/>
                </a:lnTo>
                <a:lnTo>
                  <a:pt x="1047750" y="381000"/>
                </a:lnTo>
                <a:lnTo>
                  <a:pt x="1047750" y="371475"/>
                </a:lnTo>
                <a:lnTo>
                  <a:pt x="1038225" y="371475"/>
                </a:lnTo>
                <a:close/>
                <a:moveTo>
                  <a:pt x="609600" y="371475"/>
                </a:moveTo>
                <a:lnTo>
                  <a:pt x="619125" y="371475"/>
                </a:lnTo>
                <a:lnTo>
                  <a:pt x="619125" y="381000"/>
                </a:lnTo>
                <a:lnTo>
                  <a:pt x="609600" y="381000"/>
                </a:lnTo>
                <a:close/>
                <a:moveTo>
                  <a:pt x="609600" y="400050"/>
                </a:moveTo>
                <a:lnTo>
                  <a:pt x="619125" y="400050"/>
                </a:lnTo>
                <a:lnTo>
                  <a:pt x="619125" y="409575"/>
                </a:lnTo>
                <a:lnTo>
                  <a:pt x="609600" y="409575"/>
                </a:lnTo>
                <a:close/>
                <a:moveTo>
                  <a:pt x="619125" y="409575"/>
                </a:moveTo>
                <a:lnTo>
                  <a:pt x="628650" y="409575"/>
                </a:lnTo>
                <a:lnTo>
                  <a:pt x="628650" y="419100"/>
                </a:lnTo>
                <a:lnTo>
                  <a:pt x="619125" y="419100"/>
                </a:lnTo>
                <a:close/>
                <a:moveTo>
                  <a:pt x="828675" y="409575"/>
                </a:moveTo>
                <a:lnTo>
                  <a:pt x="838200" y="409575"/>
                </a:lnTo>
                <a:lnTo>
                  <a:pt x="838200" y="438150"/>
                </a:lnTo>
                <a:lnTo>
                  <a:pt x="828675" y="438150"/>
                </a:lnTo>
                <a:close/>
                <a:moveTo>
                  <a:pt x="590550" y="428625"/>
                </a:moveTo>
                <a:lnTo>
                  <a:pt x="600075" y="428625"/>
                </a:lnTo>
                <a:lnTo>
                  <a:pt x="600075" y="438150"/>
                </a:lnTo>
                <a:lnTo>
                  <a:pt x="590550" y="438150"/>
                </a:lnTo>
                <a:close/>
                <a:moveTo>
                  <a:pt x="57150" y="447675"/>
                </a:moveTo>
                <a:lnTo>
                  <a:pt x="66675" y="447675"/>
                </a:lnTo>
                <a:lnTo>
                  <a:pt x="66675" y="466725"/>
                </a:lnTo>
                <a:lnTo>
                  <a:pt x="57150" y="466725"/>
                </a:lnTo>
                <a:close/>
                <a:moveTo>
                  <a:pt x="600075" y="552450"/>
                </a:moveTo>
                <a:lnTo>
                  <a:pt x="619125" y="552450"/>
                </a:lnTo>
                <a:lnTo>
                  <a:pt x="619125" y="581025"/>
                </a:lnTo>
                <a:lnTo>
                  <a:pt x="609600" y="581025"/>
                </a:lnTo>
                <a:lnTo>
                  <a:pt x="609600" y="571500"/>
                </a:lnTo>
                <a:lnTo>
                  <a:pt x="590550" y="571500"/>
                </a:lnTo>
                <a:lnTo>
                  <a:pt x="590550" y="561975"/>
                </a:lnTo>
                <a:lnTo>
                  <a:pt x="600075" y="561975"/>
                </a:lnTo>
                <a:close/>
                <a:moveTo>
                  <a:pt x="619125" y="581025"/>
                </a:moveTo>
                <a:lnTo>
                  <a:pt x="628650" y="581025"/>
                </a:lnTo>
                <a:lnTo>
                  <a:pt x="628650" y="590550"/>
                </a:lnTo>
                <a:lnTo>
                  <a:pt x="619125" y="590550"/>
                </a:lnTo>
                <a:close/>
                <a:moveTo>
                  <a:pt x="1019175" y="619125"/>
                </a:moveTo>
                <a:lnTo>
                  <a:pt x="1028700" y="619125"/>
                </a:lnTo>
                <a:lnTo>
                  <a:pt x="1028700" y="628650"/>
                </a:lnTo>
                <a:lnTo>
                  <a:pt x="1019175" y="628650"/>
                </a:lnTo>
                <a:close/>
                <a:moveTo>
                  <a:pt x="1028700" y="657225"/>
                </a:moveTo>
                <a:lnTo>
                  <a:pt x="1057275" y="657225"/>
                </a:lnTo>
                <a:lnTo>
                  <a:pt x="1057275" y="666750"/>
                </a:lnTo>
                <a:lnTo>
                  <a:pt x="1028700" y="666750"/>
                </a:lnTo>
                <a:close/>
                <a:moveTo>
                  <a:pt x="542925" y="676275"/>
                </a:moveTo>
                <a:lnTo>
                  <a:pt x="561975" y="676275"/>
                </a:lnTo>
                <a:lnTo>
                  <a:pt x="561975" y="695325"/>
                </a:lnTo>
                <a:lnTo>
                  <a:pt x="542925" y="695325"/>
                </a:lnTo>
                <a:close/>
                <a:moveTo>
                  <a:pt x="1000125" y="714375"/>
                </a:moveTo>
                <a:lnTo>
                  <a:pt x="1009650" y="714375"/>
                </a:lnTo>
                <a:lnTo>
                  <a:pt x="1009650" y="723900"/>
                </a:lnTo>
                <a:lnTo>
                  <a:pt x="1000125" y="723900"/>
                </a:lnTo>
                <a:close/>
                <a:moveTo>
                  <a:pt x="714375" y="733425"/>
                </a:moveTo>
                <a:lnTo>
                  <a:pt x="723900" y="733425"/>
                </a:lnTo>
                <a:lnTo>
                  <a:pt x="723900" y="742950"/>
                </a:lnTo>
                <a:lnTo>
                  <a:pt x="714375" y="742950"/>
                </a:lnTo>
                <a:close/>
                <a:moveTo>
                  <a:pt x="0" y="781050"/>
                </a:moveTo>
                <a:lnTo>
                  <a:pt x="28575" y="781050"/>
                </a:lnTo>
                <a:lnTo>
                  <a:pt x="28575" y="790575"/>
                </a:lnTo>
                <a:lnTo>
                  <a:pt x="19050" y="790575"/>
                </a:lnTo>
                <a:lnTo>
                  <a:pt x="19050" y="800100"/>
                </a:lnTo>
                <a:lnTo>
                  <a:pt x="9525" y="800100"/>
                </a:lnTo>
                <a:lnTo>
                  <a:pt x="9525" y="809625"/>
                </a:lnTo>
                <a:lnTo>
                  <a:pt x="0" y="809625"/>
                </a:lnTo>
                <a:close/>
              </a:path>
            </a:pathLst>
          </a:custGeom>
          <a:solidFill xmlns:a="http://schemas.openxmlformats.org/drawingml/2006/main">
            <a:srgbClr val="F9F8F5"/>
          </a:solidFill>
          <a:ln xmlns:a="http://schemas.openxmlformats.org/drawingml/2006/main" w="0">
            <a:noFill/>
          </a:ln>
        </p:spPr>
      </p:sp>
      <p:sp>
        <p:nvSpPr>
          <p:cNvPr id="101" name="v10 vector #f9f8f4">
            <a:extLst xmlns:a="http://schemas.openxmlformats.org/drawingml/2006/main">
              <a:ext uri="{FF2B5EF4-FFF2-40B4-BE49-F238E27FC236}">
                <a16:creationId xmlns:a16="http://schemas.microsoft.com/office/drawing/2014/main" id="{551AD463-3E31-4364-BD14-EE3E8A968F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5350" y="3609975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0" y="0"/>
                </a:moveTo>
                <a:lnTo>
                  <a:pt x="28575" y="0"/>
                </a:lnTo>
                <a:lnTo>
                  <a:pt x="28575" y="9525"/>
                </a:lnTo>
                <a:lnTo>
                  <a:pt x="38100" y="9525"/>
                </a:lnTo>
                <a:lnTo>
                  <a:pt x="38100" y="0"/>
                </a:lnTo>
                <a:lnTo>
                  <a:pt x="47625" y="0"/>
                </a:lnTo>
                <a:lnTo>
                  <a:pt x="47625" y="28575"/>
                </a:lnTo>
                <a:lnTo>
                  <a:pt x="38100" y="28575"/>
                </a:lnTo>
                <a:lnTo>
                  <a:pt x="38100" y="19050"/>
                </a:lnTo>
                <a:lnTo>
                  <a:pt x="0" y="19050"/>
                </a:lnTo>
                <a:close/>
                <a:moveTo>
                  <a:pt x="180975" y="0"/>
                </a:moveTo>
                <a:lnTo>
                  <a:pt x="190500" y="0"/>
                </a:lnTo>
                <a:lnTo>
                  <a:pt x="190500" y="9525"/>
                </a:lnTo>
                <a:lnTo>
                  <a:pt x="180975" y="9525"/>
                </a:lnTo>
                <a:close/>
                <a:moveTo>
                  <a:pt x="257175" y="0"/>
                </a:moveTo>
                <a:lnTo>
                  <a:pt x="266700" y="0"/>
                </a:lnTo>
                <a:lnTo>
                  <a:pt x="266700" y="28575"/>
                </a:lnTo>
                <a:lnTo>
                  <a:pt x="238125" y="28575"/>
                </a:lnTo>
                <a:lnTo>
                  <a:pt x="238125" y="38100"/>
                </a:lnTo>
                <a:lnTo>
                  <a:pt x="228600" y="38100"/>
                </a:lnTo>
                <a:lnTo>
                  <a:pt x="228600" y="47625"/>
                </a:lnTo>
                <a:lnTo>
                  <a:pt x="219075" y="47625"/>
                </a:lnTo>
                <a:lnTo>
                  <a:pt x="219075" y="28575"/>
                </a:lnTo>
                <a:lnTo>
                  <a:pt x="228600" y="28575"/>
                </a:lnTo>
                <a:lnTo>
                  <a:pt x="228600" y="19050"/>
                </a:lnTo>
                <a:lnTo>
                  <a:pt x="257175" y="19050"/>
                </a:lnTo>
                <a:close/>
                <a:moveTo>
                  <a:pt x="314325" y="0"/>
                </a:moveTo>
                <a:lnTo>
                  <a:pt x="333375" y="0"/>
                </a:lnTo>
                <a:lnTo>
                  <a:pt x="333375" y="9525"/>
                </a:lnTo>
                <a:lnTo>
                  <a:pt x="314325" y="9525"/>
                </a:lnTo>
                <a:close/>
                <a:moveTo>
                  <a:pt x="371475" y="0"/>
                </a:moveTo>
                <a:lnTo>
                  <a:pt x="390525" y="0"/>
                </a:lnTo>
                <a:lnTo>
                  <a:pt x="390525" y="9525"/>
                </a:lnTo>
                <a:lnTo>
                  <a:pt x="371475" y="9525"/>
                </a:lnTo>
                <a:close/>
                <a:moveTo>
                  <a:pt x="447675" y="0"/>
                </a:moveTo>
                <a:lnTo>
                  <a:pt x="476250" y="0"/>
                </a:lnTo>
                <a:lnTo>
                  <a:pt x="476250" y="28575"/>
                </a:lnTo>
                <a:lnTo>
                  <a:pt x="485775" y="28575"/>
                </a:lnTo>
                <a:lnTo>
                  <a:pt x="485775" y="19050"/>
                </a:lnTo>
                <a:lnTo>
                  <a:pt x="495300" y="19050"/>
                </a:lnTo>
                <a:lnTo>
                  <a:pt x="495300" y="28575"/>
                </a:lnTo>
                <a:lnTo>
                  <a:pt x="485775" y="28575"/>
                </a:lnTo>
                <a:lnTo>
                  <a:pt x="485775" y="38100"/>
                </a:lnTo>
                <a:lnTo>
                  <a:pt x="466725" y="38100"/>
                </a:lnTo>
                <a:lnTo>
                  <a:pt x="466725" y="28575"/>
                </a:lnTo>
                <a:lnTo>
                  <a:pt x="457200" y="28575"/>
                </a:lnTo>
                <a:lnTo>
                  <a:pt x="457200" y="9525"/>
                </a:lnTo>
                <a:lnTo>
                  <a:pt x="447675" y="9525"/>
                </a:lnTo>
                <a:close/>
                <a:moveTo>
                  <a:pt x="495300" y="0"/>
                </a:moveTo>
                <a:lnTo>
                  <a:pt x="504825" y="0"/>
                </a:lnTo>
                <a:lnTo>
                  <a:pt x="504825" y="9525"/>
                </a:lnTo>
                <a:lnTo>
                  <a:pt x="495300" y="9525"/>
                </a:lnTo>
                <a:close/>
                <a:moveTo>
                  <a:pt x="533400" y="0"/>
                </a:moveTo>
                <a:lnTo>
                  <a:pt x="552450" y="0"/>
                </a:lnTo>
                <a:lnTo>
                  <a:pt x="552450" y="9525"/>
                </a:lnTo>
                <a:lnTo>
                  <a:pt x="533400" y="9525"/>
                </a:lnTo>
                <a:close/>
                <a:moveTo>
                  <a:pt x="600075" y="0"/>
                </a:moveTo>
                <a:lnTo>
                  <a:pt x="609600" y="0"/>
                </a:lnTo>
                <a:lnTo>
                  <a:pt x="609600" y="9525"/>
                </a:lnTo>
                <a:lnTo>
                  <a:pt x="600075" y="9525"/>
                </a:lnTo>
                <a:close/>
                <a:moveTo>
                  <a:pt x="619125" y="0"/>
                </a:moveTo>
                <a:lnTo>
                  <a:pt x="657225" y="0"/>
                </a:lnTo>
                <a:lnTo>
                  <a:pt x="657225" y="9525"/>
                </a:lnTo>
                <a:lnTo>
                  <a:pt x="666750" y="9525"/>
                </a:lnTo>
                <a:lnTo>
                  <a:pt x="666750" y="0"/>
                </a:lnTo>
                <a:lnTo>
                  <a:pt x="676275" y="0"/>
                </a:lnTo>
                <a:lnTo>
                  <a:pt x="676275" y="19050"/>
                </a:lnTo>
                <a:lnTo>
                  <a:pt x="647700" y="19050"/>
                </a:lnTo>
                <a:lnTo>
                  <a:pt x="647700" y="9525"/>
                </a:lnTo>
                <a:lnTo>
                  <a:pt x="619125" y="9525"/>
                </a:lnTo>
                <a:close/>
                <a:moveTo>
                  <a:pt x="762000" y="0"/>
                </a:moveTo>
                <a:lnTo>
                  <a:pt x="771525" y="0"/>
                </a:lnTo>
                <a:lnTo>
                  <a:pt x="771525" y="9525"/>
                </a:lnTo>
                <a:lnTo>
                  <a:pt x="762000" y="9525"/>
                </a:lnTo>
                <a:close/>
                <a:moveTo>
                  <a:pt x="895350" y="0"/>
                </a:moveTo>
                <a:lnTo>
                  <a:pt x="904875" y="0"/>
                </a:lnTo>
                <a:lnTo>
                  <a:pt x="904875" y="9525"/>
                </a:lnTo>
                <a:lnTo>
                  <a:pt x="895350" y="9525"/>
                </a:lnTo>
                <a:close/>
                <a:moveTo>
                  <a:pt x="933450" y="0"/>
                </a:moveTo>
                <a:lnTo>
                  <a:pt x="962025" y="0"/>
                </a:lnTo>
                <a:lnTo>
                  <a:pt x="962025" y="19050"/>
                </a:lnTo>
                <a:lnTo>
                  <a:pt x="942975" y="19050"/>
                </a:lnTo>
                <a:lnTo>
                  <a:pt x="942975" y="9525"/>
                </a:lnTo>
                <a:lnTo>
                  <a:pt x="933450" y="9525"/>
                </a:lnTo>
                <a:close/>
                <a:moveTo>
                  <a:pt x="1066800" y="0"/>
                </a:moveTo>
                <a:lnTo>
                  <a:pt x="1076325" y="0"/>
                </a:lnTo>
                <a:lnTo>
                  <a:pt x="1076325" y="28575"/>
                </a:lnTo>
                <a:lnTo>
                  <a:pt x="1066800" y="28575"/>
                </a:lnTo>
                <a:lnTo>
                  <a:pt x="1066800" y="19050"/>
                </a:lnTo>
                <a:lnTo>
                  <a:pt x="1057275" y="19050"/>
                </a:lnTo>
                <a:lnTo>
                  <a:pt x="1057275" y="9525"/>
                </a:lnTo>
                <a:lnTo>
                  <a:pt x="1066800" y="9525"/>
                </a:lnTo>
                <a:close/>
                <a:moveTo>
                  <a:pt x="85725" y="9525"/>
                </a:moveTo>
                <a:lnTo>
                  <a:pt x="95250" y="9525"/>
                </a:lnTo>
                <a:lnTo>
                  <a:pt x="95250" y="19050"/>
                </a:lnTo>
                <a:lnTo>
                  <a:pt x="85725" y="19050"/>
                </a:lnTo>
                <a:close/>
                <a:moveTo>
                  <a:pt x="152400" y="9525"/>
                </a:moveTo>
                <a:lnTo>
                  <a:pt x="161925" y="9525"/>
                </a:lnTo>
                <a:lnTo>
                  <a:pt x="161925" y="19050"/>
                </a:lnTo>
                <a:lnTo>
                  <a:pt x="152400" y="19050"/>
                </a:lnTo>
                <a:close/>
                <a:moveTo>
                  <a:pt x="771525" y="9525"/>
                </a:moveTo>
                <a:lnTo>
                  <a:pt x="781050" y="9525"/>
                </a:lnTo>
                <a:lnTo>
                  <a:pt x="781050" y="28575"/>
                </a:lnTo>
                <a:lnTo>
                  <a:pt x="771525" y="28575"/>
                </a:lnTo>
                <a:close/>
                <a:moveTo>
                  <a:pt x="1123950" y="9525"/>
                </a:moveTo>
                <a:lnTo>
                  <a:pt x="1133475" y="9525"/>
                </a:lnTo>
                <a:lnTo>
                  <a:pt x="1133475" y="19050"/>
                </a:lnTo>
                <a:lnTo>
                  <a:pt x="1152525" y="19050"/>
                </a:lnTo>
                <a:lnTo>
                  <a:pt x="1152525" y="28575"/>
                </a:lnTo>
                <a:lnTo>
                  <a:pt x="1123950" y="28575"/>
                </a:lnTo>
                <a:close/>
                <a:moveTo>
                  <a:pt x="1190625" y="9525"/>
                </a:moveTo>
                <a:lnTo>
                  <a:pt x="1209675" y="9525"/>
                </a:lnTo>
                <a:lnTo>
                  <a:pt x="1209675" y="19050"/>
                </a:lnTo>
                <a:lnTo>
                  <a:pt x="1190625" y="19050"/>
                </a:lnTo>
                <a:close/>
                <a:moveTo>
                  <a:pt x="161925" y="19050"/>
                </a:moveTo>
                <a:lnTo>
                  <a:pt x="171450" y="19050"/>
                </a:lnTo>
                <a:lnTo>
                  <a:pt x="171450" y="28575"/>
                </a:lnTo>
                <a:lnTo>
                  <a:pt x="161925" y="28575"/>
                </a:lnTo>
                <a:close/>
                <a:moveTo>
                  <a:pt x="323850" y="19050"/>
                </a:moveTo>
                <a:lnTo>
                  <a:pt x="333375" y="19050"/>
                </a:lnTo>
                <a:lnTo>
                  <a:pt x="333375" y="28575"/>
                </a:lnTo>
                <a:lnTo>
                  <a:pt x="323850" y="28575"/>
                </a:lnTo>
                <a:close/>
                <a:moveTo>
                  <a:pt x="571500" y="19050"/>
                </a:moveTo>
                <a:lnTo>
                  <a:pt x="581025" y="19050"/>
                </a:lnTo>
                <a:lnTo>
                  <a:pt x="581025" y="28575"/>
                </a:lnTo>
                <a:lnTo>
                  <a:pt x="571500" y="28575"/>
                </a:lnTo>
                <a:close/>
                <a:moveTo>
                  <a:pt x="914400" y="19050"/>
                </a:moveTo>
                <a:lnTo>
                  <a:pt x="923925" y="19050"/>
                </a:lnTo>
                <a:lnTo>
                  <a:pt x="923925" y="28575"/>
                </a:lnTo>
                <a:lnTo>
                  <a:pt x="914400" y="28575"/>
                </a:lnTo>
                <a:close/>
                <a:moveTo>
                  <a:pt x="962025" y="19050"/>
                </a:moveTo>
                <a:lnTo>
                  <a:pt x="971550" y="19050"/>
                </a:lnTo>
                <a:lnTo>
                  <a:pt x="971550" y="28575"/>
                </a:lnTo>
                <a:lnTo>
                  <a:pt x="962025" y="28575"/>
                </a:lnTo>
                <a:close/>
                <a:moveTo>
                  <a:pt x="1019175" y="19050"/>
                </a:moveTo>
                <a:lnTo>
                  <a:pt x="1038225" y="19050"/>
                </a:lnTo>
                <a:lnTo>
                  <a:pt x="1038225" y="38100"/>
                </a:lnTo>
                <a:lnTo>
                  <a:pt x="1028700" y="38100"/>
                </a:lnTo>
                <a:lnTo>
                  <a:pt x="1028700" y="28575"/>
                </a:lnTo>
                <a:lnTo>
                  <a:pt x="1019175" y="28575"/>
                </a:lnTo>
                <a:close/>
                <a:moveTo>
                  <a:pt x="0" y="28575"/>
                </a:moveTo>
                <a:lnTo>
                  <a:pt x="19050" y="28575"/>
                </a:lnTo>
                <a:lnTo>
                  <a:pt x="19050" y="38100"/>
                </a:lnTo>
                <a:lnTo>
                  <a:pt x="0" y="38100"/>
                </a:lnTo>
                <a:close/>
                <a:moveTo>
                  <a:pt x="152400" y="28575"/>
                </a:moveTo>
                <a:lnTo>
                  <a:pt x="161925" y="28575"/>
                </a:lnTo>
                <a:lnTo>
                  <a:pt x="161925" y="38100"/>
                </a:lnTo>
                <a:lnTo>
                  <a:pt x="152400" y="38100"/>
                </a:lnTo>
                <a:close/>
                <a:moveTo>
                  <a:pt x="895350" y="28575"/>
                </a:moveTo>
                <a:lnTo>
                  <a:pt x="914400" y="28575"/>
                </a:lnTo>
                <a:lnTo>
                  <a:pt x="914400" y="38100"/>
                </a:lnTo>
                <a:lnTo>
                  <a:pt x="895350" y="38100"/>
                </a:lnTo>
                <a:close/>
                <a:moveTo>
                  <a:pt x="1085850" y="28575"/>
                </a:moveTo>
                <a:lnTo>
                  <a:pt x="1114425" y="28575"/>
                </a:lnTo>
                <a:lnTo>
                  <a:pt x="1114425" y="38100"/>
                </a:lnTo>
                <a:lnTo>
                  <a:pt x="1104900" y="38100"/>
                </a:lnTo>
                <a:lnTo>
                  <a:pt x="1104900" y="47625"/>
                </a:lnTo>
                <a:lnTo>
                  <a:pt x="1076325" y="47625"/>
                </a:lnTo>
                <a:lnTo>
                  <a:pt x="1076325" y="38100"/>
                </a:lnTo>
                <a:lnTo>
                  <a:pt x="1085850" y="38100"/>
                </a:lnTo>
                <a:close/>
                <a:moveTo>
                  <a:pt x="1152525" y="28575"/>
                </a:moveTo>
                <a:lnTo>
                  <a:pt x="1162050" y="28575"/>
                </a:lnTo>
                <a:lnTo>
                  <a:pt x="1162050" y="38100"/>
                </a:lnTo>
                <a:lnTo>
                  <a:pt x="1152525" y="38100"/>
                </a:lnTo>
                <a:close/>
                <a:moveTo>
                  <a:pt x="428625" y="38100"/>
                </a:moveTo>
                <a:lnTo>
                  <a:pt x="457200" y="38100"/>
                </a:lnTo>
                <a:lnTo>
                  <a:pt x="457200" y="57150"/>
                </a:lnTo>
                <a:lnTo>
                  <a:pt x="447675" y="57150"/>
                </a:lnTo>
                <a:lnTo>
                  <a:pt x="447675" y="66675"/>
                </a:lnTo>
                <a:lnTo>
                  <a:pt x="428625" y="66675"/>
                </a:lnTo>
                <a:lnTo>
                  <a:pt x="428625" y="76200"/>
                </a:lnTo>
                <a:lnTo>
                  <a:pt x="400050" y="76200"/>
                </a:lnTo>
                <a:lnTo>
                  <a:pt x="400050" y="57150"/>
                </a:lnTo>
                <a:lnTo>
                  <a:pt x="390525" y="57150"/>
                </a:lnTo>
                <a:lnTo>
                  <a:pt x="390525" y="47625"/>
                </a:lnTo>
                <a:lnTo>
                  <a:pt x="428625" y="47625"/>
                </a:lnTo>
                <a:close/>
                <a:moveTo>
                  <a:pt x="504825" y="38100"/>
                </a:moveTo>
                <a:lnTo>
                  <a:pt x="514350" y="38100"/>
                </a:lnTo>
                <a:lnTo>
                  <a:pt x="514350" y="47625"/>
                </a:lnTo>
                <a:lnTo>
                  <a:pt x="504825" y="47625"/>
                </a:lnTo>
                <a:close/>
                <a:moveTo>
                  <a:pt x="771525" y="38100"/>
                </a:moveTo>
                <a:lnTo>
                  <a:pt x="809625" y="38100"/>
                </a:lnTo>
                <a:lnTo>
                  <a:pt x="809625" y="47625"/>
                </a:lnTo>
                <a:lnTo>
                  <a:pt x="771525" y="47625"/>
                </a:lnTo>
                <a:close/>
                <a:moveTo>
                  <a:pt x="1038225" y="38100"/>
                </a:moveTo>
                <a:lnTo>
                  <a:pt x="1066800" y="38100"/>
                </a:lnTo>
                <a:lnTo>
                  <a:pt x="1066800" y="47625"/>
                </a:lnTo>
                <a:lnTo>
                  <a:pt x="1038225" y="47625"/>
                </a:lnTo>
                <a:close/>
                <a:moveTo>
                  <a:pt x="152400" y="47625"/>
                </a:moveTo>
                <a:lnTo>
                  <a:pt x="161925" y="47625"/>
                </a:lnTo>
                <a:lnTo>
                  <a:pt x="161925" y="57150"/>
                </a:lnTo>
                <a:lnTo>
                  <a:pt x="152400" y="57150"/>
                </a:lnTo>
                <a:close/>
                <a:moveTo>
                  <a:pt x="523875" y="47625"/>
                </a:moveTo>
                <a:lnTo>
                  <a:pt x="552450" y="47625"/>
                </a:lnTo>
                <a:lnTo>
                  <a:pt x="552450" y="66675"/>
                </a:lnTo>
                <a:lnTo>
                  <a:pt x="561975" y="66675"/>
                </a:lnTo>
                <a:lnTo>
                  <a:pt x="561975" y="57150"/>
                </a:lnTo>
                <a:lnTo>
                  <a:pt x="571500" y="57150"/>
                </a:lnTo>
                <a:lnTo>
                  <a:pt x="571500" y="66675"/>
                </a:lnTo>
                <a:lnTo>
                  <a:pt x="561975" y="66675"/>
                </a:lnTo>
                <a:lnTo>
                  <a:pt x="561975" y="76200"/>
                </a:lnTo>
                <a:lnTo>
                  <a:pt x="542925" y="76200"/>
                </a:lnTo>
                <a:lnTo>
                  <a:pt x="542925" y="57150"/>
                </a:lnTo>
                <a:lnTo>
                  <a:pt x="523875" y="57150"/>
                </a:lnTo>
                <a:close/>
                <a:moveTo>
                  <a:pt x="638175" y="47625"/>
                </a:moveTo>
                <a:lnTo>
                  <a:pt x="647700" y="47625"/>
                </a:lnTo>
                <a:lnTo>
                  <a:pt x="647700" y="66675"/>
                </a:lnTo>
                <a:lnTo>
                  <a:pt x="638175" y="66675"/>
                </a:lnTo>
                <a:lnTo>
                  <a:pt x="638175" y="76200"/>
                </a:lnTo>
                <a:lnTo>
                  <a:pt x="628650" y="76200"/>
                </a:lnTo>
                <a:lnTo>
                  <a:pt x="628650" y="104775"/>
                </a:lnTo>
                <a:lnTo>
                  <a:pt x="619125" y="104775"/>
                </a:lnTo>
                <a:lnTo>
                  <a:pt x="619125" y="85725"/>
                </a:lnTo>
                <a:lnTo>
                  <a:pt x="609600" y="85725"/>
                </a:lnTo>
                <a:lnTo>
                  <a:pt x="609600" y="57150"/>
                </a:lnTo>
                <a:lnTo>
                  <a:pt x="638175" y="57150"/>
                </a:lnTo>
                <a:close/>
                <a:moveTo>
                  <a:pt x="57150" y="57150"/>
                </a:moveTo>
                <a:lnTo>
                  <a:pt x="66675" y="57150"/>
                </a:lnTo>
                <a:lnTo>
                  <a:pt x="66675" y="76200"/>
                </a:lnTo>
                <a:lnTo>
                  <a:pt x="57150" y="76200"/>
                </a:lnTo>
                <a:close/>
                <a:moveTo>
                  <a:pt x="504825" y="57150"/>
                </a:moveTo>
                <a:lnTo>
                  <a:pt x="514350" y="57150"/>
                </a:lnTo>
                <a:lnTo>
                  <a:pt x="514350" y="66675"/>
                </a:lnTo>
                <a:lnTo>
                  <a:pt x="504825" y="66675"/>
                </a:lnTo>
                <a:close/>
                <a:moveTo>
                  <a:pt x="1009650" y="57150"/>
                </a:moveTo>
                <a:lnTo>
                  <a:pt x="1019175" y="57150"/>
                </a:lnTo>
                <a:lnTo>
                  <a:pt x="1019175" y="76200"/>
                </a:lnTo>
                <a:lnTo>
                  <a:pt x="1009650" y="76200"/>
                </a:lnTo>
                <a:close/>
                <a:moveTo>
                  <a:pt x="1200150" y="57150"/>
                </a:moveTo>
                <a:lnTo>
                  <a:pt x="1209675" y="57150"/>
                </a:lnTo>
                <a:lnTo>
                  <a:pt x="1209675" y="76200"/>
                </a:lnTo>
                <a:lnTo>
                  <a:pt x="1200150" y="76200"/>
                </a:lnTo>
                <a:close/>
                <a:moveTo>
                  <a:pt x="0" y="66675"/>
                </a:moveTo>
                <a:lnTo>
                  <a:pt x="19050" y="66675"/>
                </a:lnTo>
                <a:lnTo>
                  <a:pt x="19050" y="76200"/>
                </a:lnTo>
                <a:lnTo>
                  <a:pt x="0" y="76200"/>
                </a:lnTo>
                <a:close/>
                <a:moveTo>
                  <a:pt x="333375" y="66675"/>
                </a:moveTo>
                <a:lnTo>
                  <a:pt x="342900" y="66675"/>
                </a:lnTo>
                <a:lnTo>
                  <a:pt x="342900" y="85725"/>
                </a:lnTo>
                <a:lnTo>
                  <a:pt x="352425" y="85725"/>
                </a:lnTo>
                <a:lnTo>
                  <a:pt x="352425" y="95250"/>
                </a:lnTo>
                <a:lnTo>
                  <a:pt x="323850" y="95250"/>
                </a:lnTo>
                <a:lnTo>
                  <a:pt x="323850" y="76200"/>
                </a:lnTo>
                <a:lnTo>
                  <a:pt x="333375" y="76200"/>
                </a:lnTo>
                <a:close/>
                <a:moveTo>
                  <a:pt x="647700" y="66675"/>
                </a:moveTo>
                <a:lnTo>
                  <a:pt x="657225" y="66675"/>
                </a:lnTo>
                <a:lnTo>
                  <a:pt x="657225" y="76200"/>
                </a:lnTo>
                <a:lnTo>
                  <a:pt x="647700" y="76200"/>
                </a:lnTo>
                <a:close/>
                <a:moveTo>
                  <a:pt x="1038225" y="66675"/>
                </a:moveTo>
                <a:lnTo>
                  <a:pt x="1047750" y="66675"/>
                </a:lnTo>
                <a:lnTo>
                  <a:pt x="1047750" y="76200"/>
                </a:lnTo>
                <a:lnTo>
                  <a:pt x="1038225" y="76200"/>
                </a:lnTo>
                <a:close/>
                <a:moveTo>
                  <a:pt x="190500" y="76200"/>
                </a:moveTo>
                <a:lnTo>
                  <a:pt x="200025" y="76200"/>
                </a:lnTo>
                <a:lnTo>
                  <a:pt x="200025" y="85725"/>
                </a:lnTo>
                <a:lnTo>
                  <a:pt x="190500" y="85725"/>
                </a:lnTo>
                <a:close/>
                <a:moveTo>
                  <a:pt x="390525" y="76200"/>
                </a:moveTo>
                <a:lnTo>
                  <a:pt x="400050" y="76200"/>
                </a:lnTo>
                <a:lnTo>
                  <a:pt x="400050" y="85725"/>
                </a:lnTo>
                <a:lnTo>
                  <a:pt x="409575" y="85725"/>
                </a:lnTo>
                <a:lnTo>
                  <a:pt x="409575" y="104775"/>
                </a:lnTo>
                <a:lnTo>
                  <a:pt x="400050" y="104775"/>
                </a:lnTo>
                <a:lnTo>
                  <a:pt x="400050" y="114300"/>
                </a:lnTo>
                <a:lnTo>
                  <a:pt x="381000" y="114300"/>
                </a:lnTo>
                <a:lnTo>
                  <a:pt x="381000" y="95250"/>
                </a:lnTo>
                <a:lnTo>
                  <a:pt x="390525" y="95250"/>
                </a:lnTo>
                <a:close/>
                <a:moveTo>
                  <a:pt x="1057275" y="76200"/>
                </a:moveTo>
                <a:lnTo>
                  <a:pt x="1066800" y="76200"/>
                </a:lnTo>
                <a:lnTo>
                  <a:pt x="1066800" y="104775"/>
                </a:lnTo>
                <a:lnTo>
                  <a:pt x="1047750" y="104775"/>
                </a:lnTo>
                <a:lnTo>
                  <a:pt x="1047750" y="114300"/>
                </a:lnTo>
                <a:lnTo>
                  <a:pt x="1038225" y="114300"/>
                </a:lnTo>
                <a:lnTo>
                  <a:pt x="1038225" y="95250"/>
                </a:lnTo>
                <a:lnTo>
                  <a:pt x="1028700" y="95250"/>
                </a:lnTo>
                <a:lnTo>
                  <a:pt x="1028700" y="85725"/>
                </a:lnTo>
                <a:lnTo>
                  <a:pt x="1038225" y="85725"/>
                </a:lnTo>
                <a:lnTo>
                  <a:pt x="1038225" y="95250"/>
                </a:lnTo>
                <a:lnTo>
                  <a:pt x="1057275" y="95250"/>
                </a:lnTo>
                <a:close/>
                <a:moveTo>
                  <a:pt x="200025" y="85725"/>
                </a:moveTo>
                <a:lnTo>
                  <a:pt x="219075" y="85725"/>
                </a:lnTo>
                <a:lnTo>
                  <a:pt x="219075" y="114300"/>
                </a:lnTo>
                <a:lnTo>
                  <a:pt x="200025" y="114300"/>
                </a:lnTo>
                <a:lnTo>
                  <a:pt x="200025" y="104775"/>
                </a:lnTo>
                <a:lnTo>
                  <a:pt x="180975" y="104775"/>
                </a:lnTo>
                <a:lnTo>
                  <a:pt x="180975" y="95250"/>
                </a:lnTo>
                <a:lnTo>
                  <a:pt x="200025" y="95250"/>
                </a:lnTo>
                <a:close/>
                <a:moveTo>
                  <a:pt x="0" y="95250"/>
                </a:moveTo>
                <a:lnTo>
                  <a:pt x="19050" y="95250"/>
                </a:lnTo>
                <a:lnTo>
                  <a:pt x="19050" y="104775"/>
                </a:lnTo>
                <a:lnTo>
                  <a:pt x="0" y="104775"/>
                </a:lnTo>
                <a:close/>
                <a:moveTo>
                  <a:pt x="590550" y="95250"/>
                </a:moveTo>
                <a:lnTo>
                  <a:pt x="609600" y="95250"/>
                </a:lnTo>
                <a:lnTo>
                  <a:pt x="609600" y="104775"/>
                </a:lnTo>
                <a:lnTo>
                  <a:pt x="590550" y="104775"/>
                </a:lnTo>
                <a:close/>
                <a:moveTo>
                  <a:pt x="142875" y="104775"/>
                </a:moveTo>
                <a:lnTo>
                  <a:pt x="152400" y="104775"/>
                </a:lnTo>
                <a:lnTo>
                  <a:pt x="152400" y="114300"/>
                </a:lnTo>
                <a:lnTo>
                  <a:pt x="142875" y="114300"/>
                </a:lnTo>
                <a:close/>
                <a:moveTo>
                  <a:pt x="571500" y="104775"/>
                </a:moveTo>
                <a:lnTo>
                  <a:pt x="581025" y="104775"/>
                </a:lnTo>
                <a:lnTo>
                  <a:pt x="581025" y="133350"/>
                </a:lnTo>
                <a:lnTo>
                  <a:pt x="552450" y="133350"/>
                </a:lnTo>
                <a:lnTo>
                  <a:pt x="552450" y="123825"/>
                </a:lnTo>
                <a:lnTo>
                  <a:pt x="542925" y="123825"/>
                </a:lnTo>
                <a:lnTo>
                  <a:pt x="542925" y="114300"/>
                </a:lnTo>
                <a:lnTo>
                  <a:pt x="571500" y="114300"/>
                </a:lnTo>
                <a:close/>
                <a:moveTo>
                  <a:pt x="628650" y="104775"/>
                </a:moveTo>
                <a:lnTo>
                  <a:pt x="638175" y="104775"/>
                </a:lnTo>
                <a:lnTo>
                  <a:pt x="638175" y="114300"/>
                </a:lnTo>
                <a:lnTo>
                  <a:pt x="628650" y="114300"/>
                </a:lnTo>
                <a:close/>
                <a:moveTo>
                  <a:pt x="895350" y="104775"/>
                </a:moveTo>
                <a:lnTo>
                  <a:pt x="904875" y="104775"/>
                </a:lnTo>
                <a:lnTo>
                  <a:pt x="904875" y="114300"/>
                </a:lnTo>
                <a:lnTo>
                  <a:pt x="895350" y="114300"/>
                </a:lnTo>
                <a:close/>
                <a:moveTo>
                  <a:pt x="9525" y="114300"/>
                </a:moveTo>
                <a:lnTo>
                  <a:pt x="28575" y="114300"/>
                </a:lnTo>
                <a:lnTo>
                  <a:pt x="28575" y="123825"/>
                </a:lnTo>
                <a:lnTo>
                  <a:pt x="19050" y="123825"/>
                </a:lnTo>
                <a:lnTo>
                  <a:pt x="19050" y="142875"/>
                </a:lnTo>
                <a:lnTo>
                  <a:pt x="9525" y="142875"/>
                </a:lnTo>
                <a:lnTo>
                  <a:pt x="9525" y="133350"/>
                </a:lnTo>
                <a:lnTo>
                  <a:pt x="0" y="133350"/>
                </a:lnTo>
                <a:lnTo>
                  <a:pt x="0" y="123825"/>
                </a:lnTo>
                <a:lnTo>
                  <a:pt x="9525" y="123825"/>
                </a:lnTo>
                <a:close/>
                <a:moveTo>
                  <a:pt x="66675" y="114300"/>
                </a:moveTo>
                <a:lnTo>
                  <a:pt x="76200" y="114300"/>
                </a:lnTo>
                <a:lnTo>
                  <a:pt x="76200" y="123825"/>
                </a:lnTo>
                <a:lnTo>
                  <a:pt x="66675" y="123825"/>
                </a:lnTo>
                <a:close/>
                <a:moveTo>
                  <a:pt x="342900" y="114300"/>
                </a:moveTo>
                <a:lnTo>
                  <a:pt x="361950" y="114300"/>
                </a:lnTo>
                <a:lnTo>
                  <a:pt x="361950" y="123825"/>
                </a:lnTo>
                <a:lnTo>
                  <a:pt x="352425" y="123825"/>
                </a:lnTo>
                <a:lnTo>
                  <a:pt x="352425" y="133350"/>
                </a:lnTo>
                <a:lnTo>
                  <a:pt x="342900" y="133350"/>
                </a:lnTo>
                <a:close/>
                <a:moveTo>
                  <a:pt x="447675" y="123825"/>
                </a:moveTo>
                <a:lnTo>
                  <a:pt x="466725" y="123825"/>
                </a:lnTo>
                <a:lnTo>
                  <a:pt x="466725" y="133350"/>
                </a:lnTo>
                <a:lnTo>
                  <a:pt x="447675" y="133350"/>
                </a:lnTo>
                <a:close/>
                <a:moveTo>
                  <a:pt x="514350" y="123825"/>
                </a:moveTo>
                <a:lnTo>
                  <a:pt x="533400" y="123825"/>
                </a:lnTo>
                <a:lnTo>
                  <a:pt x="533400" y="133350"/>
                </a:lnTo>
                <a:lnTo>
                  <a:pt x="523875" y="133350"/>
                </a:lnTo>
                <a:lnTo>
                  <a:pt x="523875" y="152400"/>
                </a:lnTo>
                <a:lnTo>
                  <a:pt x="485775" y="152400"/>
                </a:lnTo>
                <a:lnTo>
                  <a:pt x="485775" y="142875"/>
                </a:lnTo>
                <a:lnTo>
                  <a:pt x="504825" y="142875"/>
                </a:lnTo>
                <a:lnTo>
                  <a:pt x="504825" y="133350"/>
                </a:lnTo>
                <a:lnTo>
                  <a:pt x="514350" y="133350"/>
                </a:lnTo>
                <a:close/>
                <a:moveTo>
                  <a:pt x="809625" y="123825"/>
                </a:moveTo>
                <a:lnTo>
                  <a:pt x="828675" y="123825"/>
                </a:lnTo>
                <a:lnTo>
                  <a:pt x="828675" y="133350"/>
                </a:lnTo>
                <a:lnTo>
                  <a:pt x="809625" y="133350"/>
                </a:lnTo>
                <a:close/>
                <a:moveTo>
                  <a:pt x="1000125" y="123825"/>
                </a:moveTo>
                <a:lnTo>
                  <a:pt x="1009650" y="123825"/>
                </a:lnTo>
                <a:lnTo>
                  <a:pt x="1009650" y="133350"/>
                </a:lnTo>
                <a:lnTo>
                  <a:pt x="1000125" y="133350"/>
                </a:lnTo>
                <a:close/>
                <a:moveTo>
                  <a:pt x="1019175" y="123825"/>
                </a:moveTo>
                <a:lnTo>
                  <a:pt x="1028700" y="123825"/>
                </a:lnTo>
                <a:lnTo>
                  <a:pt x="1028700" y="142875"/>
                </a:lnTo>
                <a:lnTo>
                  <a:pt x="1009650" y="142875"/>
                </a:lnTo>
                <a:lnTo>
                  <a:pt x="1009650" y="133350"/>
                </a:lnTo>
                <a:lnTo>
                  <a:pt x="1019175" y="133350"/>
                </a:lnTo>
                <a:close/>
                <a:moveTo>
                  <a:pt x="352425" y="133350"/>
                </a:moveTo>
                <a:lnTo>
                  <a:pt x="361950" y="133350"/>
                </a:lnTo>
                <a:lnTo>
                  <a:pt x="361950" y="142875"/>
                </a:lnTo>
                <a:lnTo>
                  <a:pt x="352425" y="142875"/>
                </a:lnTo>
                <a:close/>
                <a:moveTo>
                  <a:pt x="1057275" y="133350"/>
                </a:moveTo>
                <a:lnTo>
                  <a:pt x="1066800" y="133350"/>
                </a:lnTo>
                <a:lnTo>
                  <a:pt x="1066800" y="161925"/>
                </a:lnTo>
                <a:lnTo>
                  <a:pt x="1057275" y="161925"/>
                </a:lnTo>
                <a:lnTo>
                  <a:pt x="1057275" y="171450"/>
                </a:lnTo>
                <a:lnTo>
                  <a:pt x="1038225" y="171450"/>
                </a:lnTo>
                <a:lnTo>
                  <a:pt x="1038225" y="152400"/>
                </a:lnTo>
                <a:lnTo>
                  <a:pt x="1028700" y="152400"/>
                </a:lnTo>
                <a:lnTo>
                  <a:pt x="1028700" y="142875"/>
                </a:lnTo>
                <a:lnTo>
                  <a:pt x="1038225" y="142875"/>
                </a:lnTo>
                <a:lnTo>
                  <a:pt x="1038225" y="152400"/>
                </a:lnTo>
                <a:lnTo>
                  <a:pt x="1047750" y="152400"/>
                </a:lnTo>
                <a:lnTo>
                  <a:pt x="1047750" y="142875"/>
                </a:lnTo>
                <a:lnTo>
                  <a:pt x="1057275" y="142875"/>
                </a:lnTo>
                <a:close/>
                <a:moveTo>
                  <a:pt x="857250" y="142875"/>
                </a:moveTo>
                <a:lnTo>
                  <a:pt x="866775" y="142875"/>
                </a:lnTo>
                <a:lnTo>
                  <a:pt x="866775" y="152400"/>
                </a:lnTo>
                <a:lnTo>
                  <a:pt x="857250" y="152400"/>
                </a:lnTo>
                <a:close/>
                <a:moveTo>
                  <a:pt x="828675" y="161925"/>
                </a:moveTo>
                <a:lnTo>
                  <a:pt x="847725" y="161925"/>
                </a:lnTo>
                <a:lnTo>
                  <a:pt x="847725" y="171450"/>
                </a:lnTo>
                <a:lnTo>
                  <a:pt x="828675" y="171450"/>
                </a:lnTo>
                <a:close/>
                <a:moveTo>
                  <a:pt x="933450" y="161925"/>
                </a:moveTo>
                <a:lnTo>
                  <a:pt x="942975" y="161925"/>
                </a:lnTo>
                <a:lnTo>
                  <a:pt x="942975" y="171450"/>
                </a:lnTo>
                <a:lnTo>
                  <a:pt x="933450" y="171450"/>
                </a:lnTo>
                <a:close/>
                <a:moveTo>
                  <a:pt x="990600" y="161925"/>
                </a:moveTo>
                <a:lnTo>
                  <a:pt x="1009650" y="161925"/>
                </a:lnTo>
                <a:lnTo>
                  <a:pt x="1009650" y="180975"/>
                </a:lnTo>
                <a:lnTo>
                  <a:pt x="1000125" y="180975"/>
                </a:lnTo>
                <a:lnTo>
                  <a:pt x="1000125" y="171450"/>
                </a:lnTo>
                <a:lnTo>
                  <a:pt x="990600" y="171450"/>
                </a:lnTo>
                <a:close/>
                <a:moveTo>
                  <a:pt x="38100" y="171450"/>
                </a:moveTo>
                <a:lnTo>
                  <a:pt x="47625" y="171450"/>
                </a:lnTo>
                <a:lnTo>
                  <a:pt x="47625" y="190500"/>
                </a:lnTo>
                <a:lnTo>
                  <a:pt x="57150" y="190500"/>
                </a:lnTo>
                <a:lnTo>
                  <a:pt x="57150" y="200025"/>
                </a:lnTo>
                <a:lnTo>
                  <a:pt x="47625" y="200025"/>
                </a:lnTo>
                <a:lnTo>
                  <a:pt x="47625" y="209550"/>
                </a:lnTo>
                <a:lnTo>
                  <a:pt x="38100" y="209550"/>
                </a:lnTo>
                <a:lnTo>
                  <a:pt x="38100" y="219075"/>
                </a:lnTo>
                <a:lnTo>
                  <a:pt x="28575" y="219075"/>
                </a:lnTo>
                <a:lnTo>
                  <a:pt x="28575" y="200025"/>
                </a:lnTo>
                <a:lnTo>
                  <a:pt x="38100" y="200025"/>
                </a:lnTo>
                <a:close/>
                <a:moveTo>
                  <a:pt x="57150" y="171450"/>
                </a:moveTo>
                <a:lnTo>
                  <a:pt x="66675" y="171450"/>
                </a:lnTo>
                <a:lnTo>
                  <a:pt x="66675" y="180975"/>
                </a:lnTo>
                <a:lnTo>
                  <a:pt x="57150" y="180975"/>
                </a:lnTo>
                <a:close/>
                <a:moveTo>
                  <a:pt x="1028700" y="171450"/>
                </a:moveTo>
                <a:lnTo>
                  <a:pt x="1038225" y="171450"/>
                </a:lnTo>
                <a:lnTo>
                  <a:pt x="1038225" y="180975"/>
                </a:lnTo>
                <a:lnTo>
                  <a:pt x="1057275" y="180975"/>
                </a:lnTo>
                <a:lnTo>
                  <a:pt x="1057275" y="171450"/>
                </a:lnTo>
                <a:lnTo>
                  <a:pt x="1076325" y="171450"/>
                </a:lnTo>
                <a:lnTo>
                  <a:pt x="1076325" y="180975"/>
                </a:lnTo>
                <a:lnTo>
                  <a:pt x="1057275" y="180975"/>
                </a:lnTo>
                <a:lnTo>
                  <a:pt x="1057275" y="190500"/>
                </a:lnTo>
                <a:lnTo>
                  <a:pt x="1076325" y="190500"/>
                </a:lnTo>
                <a:lnTo>
                  <a:pt x="1076325" y="200025"/>
                </a:lnTo>
                <a:lnTo>
                  <a:pt x="1066800" y="200025"/>
                </a:lnTo>
                <a:lnTo>
                  <a:pt x="1066800" y="209550"/>
                </a:lnTo>
                <a:lnTo>
                  <a:pt x="1076325" y="209550"/>
                </a:lnTo>
                <a:lnTo>
                  <a:pt x="1076325" y="219075"/>
                </a:lnTo>
                <a:lnTo>
                  <a:pt x="1038225" y="219075"/>
                </a:lnTo>
                <a:lnTo>
                  <a:pt x="1038225" y="209550"/>
                </a:lnTo>
                <a:lnTo>
                  <a:pt x="1057275" y="209550"/>
                </a:lnTo>
                <a:lnTo>
                  <a:pt x="1057275" y="200025"/>
                </a:lnTo>
                <a:lnTo>
                  <a:pt x="1028700" y="200025"/>
                </a:lnTo>
                <a:close/>
                <a:moveTo>
                  <a:pt x="0" y="180975"/>
                </a:moveTo>
                <a:lnTo>
                  <a:pt x="28575" y="180975"/>
                </a:lnTo>
                <a:lnTo>
                  <a:pt x="28575" y="190500"/>
                </a:lnTo>
                <a:lnTo>
                  <a:pt x="19050" y="190500"/>
                </a:lnTo>
                <a:lnTo>
                  <a:pt x="19050" y="200025"/>
                </a:lnTo>
                <a:lnTo>
                  <a:pt x="9525" y="200025"/>
                </a:lnTo>
                <a:lnTo>
                  <a:pt x="9525" y="219075"/>
                </a:lnTo>
                <a:lnTo>
                  <a:pt x="28575" y="219075"/>
                </a:lnTo>
                <a:lnTo>
                  <a:pt x="28575" y="238125"/>
                </a:lnTo>
                <a:lnTo>
                  <a:pt x="9525" y="238125"/>
                </a:lnTo>
                <a:lnTo>
                  <a:pt x="9525" y="247650"/>
                </a:lnTo>
                <a:lnTo>
                  <a:pt x="0" y="247650"/>
                </a:lnTo>
                <a:close/>
                <a:moveTo>
                  <a:pt x="66675" y="180975"/>
                </a:moveTo>
                <a:lnTo>
                  <a:pt x="95250" y="180975"/>
                </a:lnTo>
                <a:lnTo>
                  <a:pt x="95250" y="190500"/>
                </a:lnTo>
                <a:lnTo>
                  <a:pt x="104775" y="190500"/>
                </a:lnTo>
                <a:lnTo>
                  <a:pt x="104775" y="200025"/>
                </a:lnTo>
                <a:lnTo>
                  <a:pt x="85725" y="200025"/>
                </a:lnTo>
                <a:lnTo>
                  <a:pt x="85725" y="190500"/>
                </a:lnTo>
                <a:lnTo>
                  <a:pt x="66675" y="190500"/>
                </a:lnTo>
                <a:close/>
                <a:moveTo>
                  <a:pt x="828675" y="180975"/>
                </a:moveTo>
                <a:lnTo>
                  <a:pt x="847725" y="180975"/>
                </a:lnTo>
                <a:lnTo>
                  <a:pt x="847725" y="190500"/>
                </a:lnTo>
                <a:lnTo>
                  <a:pt x="857250" y="190500"/>
                </a:lnTo>
                <a:lnTo>
                  <a:pt x="857250" y="209550"/>
                </a:lnTo>
                <a:lnTo>
                  <a:pt x="828675" y="209550"/>
                </a:lnTo>
                <a:lnTo>
                  <a:pt x="828675" y="200025"/>
                </a:lnTo>
                <a:lnTo>
                  <a:pt x="838200" y="200025"/>
                </a:lnTo>
                <a:lnTo>
                  <a:pt x="838200" y="190500"/>
                </a:lnTo>
                <a:lnTo>
                  <a:pt x="828675" y="190500"/>
                </a:lnTo>
                <a:close/>
                <a:moveTo>
                  <a:pt x="609600" y="228600"/>
                </a:moveTo>
                <a:lnTo>
                  <a:pt x="619125" y="228600"/>
                </a:lnTo>
                <a:lnTo>
                  <a:pt x="619125" y="238125"/>
                </a:lnTo>
                <a:lnTo>
                  <a:pt x="609600" y="238125"/>
                </a:lnTo>
                <a:close/>
                <a:moveTo>
                  <a:pt x="0" y="257175"/>
                </a:moveTo>
                <a:lnTo>
                  <a:pt x="9525" y="257175"/>
                </a:lnTo>
                <a:lnTo>
                  <a:pt x="9525" y="266700"/>
                </a:lnTo>
                <a:lnTo>
                  <a:pt x="0" y="266700"/>
                </a:lnTo>
                <a:close/>
                <a:moveTo>
                  <a:pt x="19050" y="276225"/>
                </a:moveTo>
                <a:lnTo>
                  <a:pt x="28575" y="276225"/>
                </a:lnTo>
                <a:lnTo>
                  <a:pt x="28575" y="285750"/>
                </a:lnTo>
                <a:lnTo>
                  <a:pt x="38100" y="285750"/>
                </a:lnTo>
                <a:lnTo>
                  <a:pt x="38100" y="295275"/>
                </a:lnTo>
                <a:lnTo>
                  <a:pt x="47625" y="295275"/>
                </a:lnTo>
                <a:lnTo>
                  <a:pt x="47625" y="323850"/>
                </a:lnTo>
                <a:lnTo>
                  <a:pt x="38100" y="323850"/>
                </a:lnTo>
                <a:lnTo>
                  <a:pt x="38100" y="333375"/>
                </a:lnTo>
                <a:lnTo>
                  <a:pt x="28575" y="333375"/>
                </a:lnTo>
                <a:lnTo>
                  <a:pt x="28575" y="295275"/>
                </a:lnTo>
                <a:lnTo>
                  <a:pt x="19050" y="295275"/>
                </a:lnTo>
                <a:close/>
                <a:moveTo>
                  <a:pt x="0" y="333375"/>
                </a:moveTo>
                <a:lnTo>
                  <a:pt x="19050" y="333375"/>
                </a:lnTo>
                <a:lnTo>
                  <a:pt x="19050" y="352425"/>
                </a:lnTo>
                <a:lnTo>
                  <a:pt x="0" y="352425"/>
                </a:lnTo>
                <a:close/>
                <a:moveTo>
                  <a:pt x="942975" y="342900"/>
                </a:moveTo>
                <a:lnTo>
                  <a:pt x="971550" y="342900"/>
                </a:lnTo>
                <a:lnTo>
                  <a:pt x="971550" y="352425"/>
                </a:lnTo>
                <a:lnTo>
                  <a:pt x="1000125" y="352425"/>
                </a:lnTo>
                <a:lnTo>
                  <a:pt x="1000125" y="361950"/>
                </a:lnTo>
                <a:lnTo>
                  <a:pt x="990600" y="361950"/>
                </a:lnTo>
                <a:lnTo>
                  <a:pt x="990600" y="371475"/>
                </a:lnTo>
                <a:lnTo>
                  <a:pt x="1000125" y="371475"/>
                </a:lnTo>
                <a:lnTo>
                  <a:pt x="1000125" y="381000"/>
                </a:lnTo>
                <a:lnTo>
                  <a:pt x="971550" y="381000"/>
                </a:lnTo>
                <a:lnTo>
                  <a:pt x="971550" y="371475"/>
                </a:lnTo>
                <a:lnTo>
                  <a:pt x="952500" y="371475"/>
                </a:lnTo>
                <a:lnTo>
                  <a:pt x="952500" y="381000"/>
                </a:lnTo>
                <a:lnTo>
                  <a:pt x="914400" y="381000"/>
                </a:lnTo>
                <a:lnTo>
                  <a:pt x="914400" y="371475"/>
                </a:lnTo>
                <a:lnTo>
                  <a:pt x="895350" y="371475"/>
                </a:lnTo>
                <a:lnTo>
                  <a:pt x="895350" y="381000"/>
                </a:lnTo>
                <a:lnTo>
                  <a:pt x="885825" y="381000"/>
                </a:lnTo>
                <a:lnTo>
                  <a:pt x="885825" y="400050"/>
                </a:lnTo>
                <a:lnTo>
                  <a:pt x="866775" y="400050"/>
                </a:lnTo>
                <a:lnTo>
                  <a:pt x="866775" y="438150"/>
                </a:lnTo>
                <a:lnTo>
                  <a:pt x="847725" y="438150"/>
                </a:lnTo>
                <a:lnTo>
                  <a:pt x="847725" y="428625"/>
                </a:lnTo>
                <a:lnTo>
                  <a:pt x="838200" y="428625"/>
                </a:lnTo>
                <a:lnTo>
                  <a:pt x="838200" y="409575"/>
                </a:lnTo>
                <a:lnTo>
                  <a:pt x="828675" y="409575"/>
                </a:lnTo>
                <a:lnTo>
                  <a:pt x="828675" y="381000"/>
                </a:lnTo>
                <a:lnTo>
                  <a:pt x="847725" y="381000"/>
                </a:lnTo>
                <a:lnTo>
                  <a:pt x="847725" y="371475"/>
                </a:lnTo>
                <a:lnTo>
                  <a:pt x="866775" y="371475"/>
                </a:lnTo>
                <a:lnTo>
                  <a:pt x="866775" y="361950"/>
                </a:lnTo>
                <a:lnTo>
                  <a:pt x="933450" y="361950"/>
                </a:lnTo>
                <a:lnTo>
                  <a:pt x="933450" y="352425"/>
                </a:lnTo>
                <a:lnTo>
                  <a:pt x="942975" y="352425"/>
                </a:lnTo>
                <a:close/>
                <a:moveTo>
                  <a:pt x="1028700" y="342900"/>
                </a:moveTo>
                <a:lnTo>
                  <a:pt x="1038225" y="342900"/>
                </a:lnTo>
                <a:lnTo>
                  <a:pt x="1038225" y="352425"/>
                </a:lnTo>
                <a:lnTo>
                  <a:pt x="1028700" y="352425"/>
                </a:lnTo>
                <a:close/>
                <a:moveTo>
                  <a:pt x="809625" y="352425"/>
                </a:moveTo>
                <a:lnTo>
                  <a:pt x="857250" y="352425"/>
                </a:lnTo>
                <a:lnTo>
                  <a:pt x="857250" y="361950"/>
                </a:lnTo>
                <a:lnTo>
                  <a:pt x="809625" y="361950"/>
                </a:lnTo>
                <a:close/>
                <a:moveTo>
                  <a:pt x="1028700" y="361950"/>
                </a:moveTo>
                <a:lnTo>
                  <a:pt x="1038225" y="361950"/>
                </a:lnTo>
                <a:lnTo>
                  <a:pt x="1038225" y="371475"/>
                </a:lnTo>
                <a:lnTo>
                  <a:pt x="1047750" y="371475"/>
                </a:lnTo>
                <a:lnTo>
                  <a:pt x="1047750" y="381000"/>
                </a:lnTo>
                <a:lnTo>
                  <a:pt x="1057275" y="381000"/>
                </a:lnTo>
                <a:lnTo>
                  <a:pt x="1057275" y="361950"/>
                </a:lnTo>
                <a:lnTo>
                  <a:pt x="1066800" y="361950"/>
                </a:lnTo>
                <a:lnTo>
                  <a:pt x="1066800" y="371475"/>
                </a:lnTo>
                <a:lnTo>
                  <a:pt x="1085850" y="371475"/>
                </a:lnTo>
                <a:lnTo>
                  <a:pt x="1085850" y="381000"/>
                </a:lnTo>
                <a:lnTo>
                  <a:pt x="1076325" y="381000"/>
                </a:lnTo>
                <a:lnTo>
                  <a:pt x="1076325" y="390525"/>
                </a:lnTo>
                <a:lnTo>
                  <a:pt x="1066800" y="390525"/>
                </a:lnTo>
                <a:lnTo>
                  <a:pt x="1066800" y="409575"/>
                </a:lnTo>
                <a:lnTo>
                  <a:pt x="1057275" y="409575"/>
                </a:lnTo>
                <a:lnTo>
                  <a:pt x="1057275" y="390525"/>
                </a:lnTo>
                <a:lnTo>
                  <a:pt x="1047750" y="390525"/>
                </a:lnTo>
                <a:lnTo>
                  <a:pt x="1047750" y="409575"/>
                </a:lnTo>
                <a:lnTo>
                  <a:pt x="1038225" y="409575"/>
                </a:lnTo>
                <a:lnTo>
                  <a:pt x="1038225" y="419100"/>
                </a:lnTo>
                <a:lnTo>
                  <a:pt x="1028700" y="419100"/>
                </a:lnTo>
                <a:lnTo>
                  <a:pt x="1028700" y="409575"/>
                </a:lnTo>
                <a:lnTo>
                  <a:pt x="1019175" y="409575"/>
                </a:lnTo>
                <a:lnTo>
                  <a:pt x="1019175" y="381000"/>
                </a:lnTo>
                <a:lnTo>
                  <a:pt x="1028700" y="381000"/>
                </a:lnTo>
                <a:close/>
                <a:moveTo>
                  <a:pt x="0" y="371475"/>
                </a:moveTo>
                <a:lnTo>
                  <a:pt x="9525" y="371475"/>
                </a:lnTo>
                <a:lnTo>
                  <a:pt x="9525" y="381000"/>
                </a:lnTo>
                <a:lnTo>
                  <a:pt x="19050" y="381000"/>
                </a:lnTo>
                <a:lnTo>
                  <a:pt x="19050" y="390525"/>
                </a:lnTo>
                <a:lnTo>
                  <a:pt x="28575" y="390525"/>
                </a:lnTo>
                <a:lnTo>
                  <a:pt x="28575" y="409575"/>
                </a:lnTo>
                <a:lnTo>
                  <a:pt x="9525" y="409575"/>
                </a:lnTo>
                <a:lnTo>
                  <a:pt x="9525" y="419100"/>
                </a:lnTo>
                <a:lnTo>
                  <a:pt x="19050" y="419100"/>
                </a:lnTo>
                <a:lnTo>
                  <a:pt x="19050" y="428625"/>
                </a:lnTo>
                <a:lnTo>
                  <a:pt x="0" y="428625"/>
                </a:lnTo>
                <a:close/>
                <a:moveTo>
                  <a:pt x="781050" y="371475"/>
                </a:moveTo>
                <a:lnTo>
                  <a:pt x="790575" y="371475"/>
                </a:lnTo>
                <a:lnTo>
                  <a:pt x="790575" y="381000"/>
                </a:lnTo>
                <a:lnTo>
                  <a:pt x="781050" y="381000"/>
                </a:lnTo>
                <a:close/>
                <a:moveTo>
                  <a:pt x="971550" y="371475"/>
                </a:moveTo>
                <a:lnTo>
                  <a:pt x="981075" y="371475"/>
                </a:lnTo>
                <a:lnTo>
                  <a:pt x="981075" y="361950"/>
                </a:lnTo>
                <a:lnTo>
                  <a:pt x="971550" y="361950"/>
                </a:lnTo>
                <a:close/>
                <a:moveTo>
                  <a:pt x="647700" y="390525"/>
                </a:moveTo>
                <a:lnTo>
                  <a:pt x="657225" y="390525"/>
                </a:lnTo>
                <a:lnTo>
                  <a:pt x="657225" y="400050"/>
                </a:lnTo>
                <a:lnTo>
                  <a:pt x="647700" y="400050"/>
                </a:lnTo>
                <a:close/>
                <a:moveTo>
                  <a:pt x="790575" y="390525"/>
                </a:moveTo>
                <a:lnTo>
                  <a:pt x="800100" y="390525"/>
                </a:lnTo>
                <a:lnTo>
                  <a:pt x="800100" y="400050"/>
                </a:lnTo>
                <a:lnTo>
                  <a:pt x="790575" y="400050"/>
                </a:lnTo>
                <a:close/>
                <a:moveTo>
                  <a:pt x="857250" y="390525"/>
                </a:moveTo>
                <a:lnTo>
                  <a:pt x="866775" y="390525"/>
                </a:lnTo>
                <a:lnTo>
                  <a:pt x="866775" y="381000"/>
                </a:lnTo>
                <a:lnTo>
                  <a:pt x="857250" y="381000"/>
                </a:lnTo>
                <a:close/>
                <a:moveTo>
                  <a:pt x="971550" y="390525"/>
                </a:moveTo>
                <a:lnTo>
                  <a:pt x="981075" y="390525"/>
                </a:lnTo>
                <a:lnTo>
                  <a:pt x="981075" y="400050"/>
                </a:lnTo>
                <a:lnTo>
                  <a:pt x="990600" y="400050"/>
                </a:lnTo>
                <a:lnTo>
                  <a:pt x="990600" y="409575"/>
                </a:lnTo>
                <a:lnTo>
                  <a:pt x="962025" y="409575"/>
                </a:lnTo>
                <a:lnTo>
                  <a:pt x="962025" y="400050"/>
                </a:lnTo>
                <a:lnTo>
                  <a:pt x="971550" y="400050"/>
                </a:lnTo>
                <a:close/>
                <a:moveTo>
                  <a:pt x="895350" y="400050"/>
                </a:moveTo>
                <a:lnTo>
                  <a:pt x="904875" y="400050"/>
                </a:lnTo>
                <a:lnTo>
                  <a:pt x="904875" y="409575"/>
                </a:lnTo>
                <a:lnTo>
                  <a:pt x="933450" y="409575"/>
                </a:lnTo>
                <a:lnTo>
                  <a:pt x="933450" y="428625"/>
                </a:lnTo>
                <a:lnTo>
                  <a:pt x="923925" y="428625"/>
                </a:lnTo>
                <a:lnTo>
                  <a:pt x="923925" y="438150"/>
                </a:lnTo>
                <a:lnTo>
                  <a:pt x="952500" y="438150"/>
                </a:lnTo>
                <a:lnTo>
                  <a:pt x="952500" y="428625"/>
                </a:lnTo>
                <a:lnTo>
                  <a:pt x="981075" y="428625"/>
                </a:lnTo>
                <a:lnTo>
                  <a:pt x="981075" y="438150"/>
                </a:lnTo>
                <a:lnTo>
                  <a:pt x="990600" y="438150"/>
                </a:lnTo>
                <a:lnTo>
                  <a:pt x="990600" y="428625"/>
                </a:lnTo>
                <a:lnTo>
                  <a:pt x="1000125" y="428625"/>
                </a:lnTo>
                <a:lnTo>
                  <a:pt x="1000125" y="457200"/>
                </a:lnTo>
                <a:lnTo>
                  <a:pt x="981075" y="457200"/>
                </a:lnTo>
                <a:lnTo>
                  <a:pt x="981075" y="466725"/>
                </a:lnTo>
                <a:lnTo>
                  <a:pt x="990600" y="466725"/>
                </a:lnTo>
                <a:lnTo>
                  <a:pt x="990600" y="476250"/>
                </a:lnTo>
                <a:lnTo>
                  <a:pt x="971550" y="476250"/>
                </a:lnTo>
                <a:lnTo>
                  <a:pt x="971550" y="457200"/>
                </a:lnTo>
                <a:lnTo>
                  <a:pt x="942975" y="457200"/>
                </a:lnTo>
                <a:lnTo>
                  <a:pt x="942975" y="447675"/>
                </a:lnTo>
                <a:lnTo>
                  <a:pt x="914400" y="447675"/>
                </a:lnTo>
                <a:lnTo>
                  <a:pt x="914400" y="428625"/>
                </a:lnTo>
                <a:lnTo>
                  <a:pt x="904875" y="428625"/>
                </a:lnTo>
                <a:lnTo>
                  <a:pt x="904875" y="419100"/>
                </a:lnTo>
                <a:lnTo>
                  <a:pt x="895350" y="419100"/>
                </a:lnTo>
                <a:close/>
                <a:moveTo>
                  <a:pt x="800100" y="409575"/>
                </a:moveTo>
                <a:lnTo>
                  <a:pt x="809625" y="409575"/>
                </a:lnTo>
                <a:lnTo>
                  <a:pt x="809625" y="419100"/>
                </a:lnTo>
                <a:lnTo>
                  <a:pt x="800100" y="419100"/>
                </a:lnTo>
                <a:close/>
                <a:moveTo>
                  <a:pt x="990600" y="409575"/>
                </a:moveTo>
                <a:lnTo>
                  <a:pt x="1000125" y="409575"/>
                </a:lnTo>
                <a:lnTo>
                  <a:pt x="1000125" y="419100"/>
                </a:lnTo>
                <a:lnTo>
                  <a:pt x="990600" y="419100"/>
                </a:lnTo>
                <a:close/>
                <a:moveTo>
                  <a:pt x="790575" y="419100"/>
                </a:moveTo>
                <a:lnTo>
                  <a:pt x="800100" y="419100"/>
                </a:lnTo>
                <a:lnTo>
                  <a:pt x="800100" y="428625"/>
                </a:lnTo>
                <a:lnTo>
                  <a:pt x="790575" y="428625"/>
                </a:lnTo>
                <a:close/>
                <a:moveTo>
                  <a:pt x="1019175" y="419100"/>
                </a:moveTo>
                <a:lnTo>
                  <a:pt x="1028700" y="419100"/>
                </a:lnTo>
                <a:lnTo>
                  <a:pt x="1028700" y="428625"/>
                </a:lnTo>
                <a:lnTo>
                  <a:pt x="1019175" y="428625"/>
                </a:lnTo>
                <a:close/>
                <a:moveTo>
                  <a:pt x="1057275" y="428625"/>
                </a:moveTo>
                <a:lnTo>
                  <a:pt x="1076325" y="428625"/>
                </a:lnTo>
                <a:lnTo>
                  <a:pt x="1076325" y="438150"/>
                </a:lnTo>
                <a:lnTo>
                  <a:pt x="1066800" y="438150"/>
                </a:lnTo>
                <a:lnTo>
                  <a:pt x="1066800" y="447675"/>
                </a:lnTo>
                <a:lnTo>
                  <a:pt x="1057275" y="447675"/>
                </a:lnTo>
                <a:lnTo>
                  <a:pt x="1057275" y="457200"/>
                </a:lnTo>
                <a:lnTo>
                  <a:pt x="1028700" y="457200"/>
                </a:lnTo>
                <a:lnTo>
                  <a:pt x="1028700" y="447675"/>
                </a:lnTo>
                <a:lnTo>
                  <a:pt x="1038225" y="447675"/>
                </a:lnTo>
                <a:lnTo>
                  <a:pt x="1038225" y="438150"/>
                </a:lnTo>
                <a:lnTo>
                  <a:pt x="1057275" y="438150"/>
                </a:lnTo>
                <a:close/>
                <a:moveTo>
                  <a:pt x="28575" y="438150"/>
                </a:moveTo>
                <a:lnTo>
                  <a:pt x="38100" y="438150"/>
                </a:lnTo>
                <a:lnTo>
                  <a:pt x="38100" y="457200"/>
                </a:lnTo>
                <a:lnTo>
                  <a:pt x="28575" y="457200"/>
                </a:lnTo>
                <a:close/>
                <a:moveTo>
                  <a:pt x="581025" y="438150"/>
                </a:moveTo>
                <a:lnTo>
                  <a:pt x="600075" y="438150"/>
                </a:lnTo>
                <a:lnTo>
                  <a:pt x="600075" y="447675"/>
                </a:lnTo>
                <a:lnTo>
                  <a:pt x="628650" y="447675"/>
                </a:lnTo>
                <a:lnTo>
                  <a:pt x="628650" y="476250"/>
                </a:lnTo>
                <a:lnTo>
                  <a:pt x="619125" y="476250"/>
                </a:lnTo>
                <a:lnTo>
                  <a:pt x="619125" y="485775"/>
                </a:lnTo>
                <a:lnTo>
                  <a:pt x="609600" y="485775"/>
                </a:lnTo>
                <a:lnTo>
                  <a:pt x="609600" y="504825"/>
                </a:lnTo>
                <a:lnTo>
                  <a:pt x="619125" y="504825"/>
                </a:lnTo>
                <a:lnTo>
                  <a:pt x="619125" y="485775"/>
                </a:lnTo>
                <a:lnTo>
                  <a:pt x="628650" y="485775"/>
                </a:lnTo>
                <a:lnTo>
                  <a:pt x="628650" y="514350"/>
                </a:lnTo>
                <a:lnTo>
                  <a:pt x="619125" y="514350"/>
                </a:lnTo>
                <a:lnTo>
                  <a:pt x="619125" y="523875"/>
                </a:lnTo>
                <a:lnTo>
                  <a:pt x="609600" y="523875"/>
                </a:lnTo>
                <a:lnTo>
                  <a:pt x="609600" y="533400"/>
                </a:lnTo>
                <a:lnTo>
                  <a:pt x="628650" y="533400"/>
                </a:lnTo>
                <a:lnTo>
                  <a:pt x="628650" y="552450"/>
                </a:lnTo>
                <a:lnTo>
                  <a:pt x="600075" y="552450"/>
                </a:lnTo>
                <a:lnTo>
                  <a:pt x="600075" y="542925"/>
                </a:lnTo>
                <a:lnTo>
                  <a:pt x="590550" y="542925"/>
                </a:lnTo>
                <a:lnTo>
                  <a:pt x="590550" y="533400"/>
                </a:lnTo>
                <a:lnTo>
                  <a:pt x="581025" y="533400"/>
                </a:lnTo>
                <a:lnTo>
                  <a:pt x="581025" y="523875"/>
                </a:lnTo>
                <a:lnTo>
                  <a:pt x="600075" y="523875"/>
                </a:lnTo>
                <a:lnTo>
                  <a:pt x="600075" y="495300"/>
                </a:lnTo>
                <a:lnTo>
                  <a:pt x="590550" y="495300"/>
                </a:lnTo>
                <a:lnTo>
                  <a:pt x="590550" y="485775"/>
                </a:lnTo>
                <a:lnTo>
                  <a:pt x="581025" y="485775"/>
                </a:lnTo>
                <a:lnTo>
                  <a:pt x="581025" y="476250"/>
                </a:lnTo>
                <a:lnTo>
                  <a:pt x="571500" y="476250"/>
                </a:lnTo>
                <a:lnTo>
                  <a:pt x="571500" y="447675"/>
                </a:lnTo>
                <a:lnTo>
                  <a:pt x="581025" y="447675"/>
                </a:lnTo>
                <a:close/>
                <a:moveTo>
                  <a:pt x="781050" y="447675"/>
                </a:moveTo>
                <a:lnTo>
                  <a:pt x="800100" y="447675"/>
                </a:lnTo>
                <a:lnTo>
                  <a:pt x="800100" y="457200"/>
                </a:lnTo>
                <a:lnTo>
                  <a:pt x="809625" y="457200"/>
                </a:lnTo>
                <a:lnTo>
                  <a:pt x="809625" y="476250"/>
                </a:lnTo>
                <a:lnTo>
                  <a:pt x="781050" y="476250"/>
                </a:lnTo>
                <a:lnTo>
                  <a:pt x="781050" y="466725"/>
                </a:lnTo>
                <a:lnTo>
                  <a:pt x="771525" y="466725"/>
                </a:lnTo>
                <a:lnTo>
                  <a:pt x="771525" y="457200"/>
                </a:lnTo>
                <a:lnTo>
                  <a:pt x="781050" y="457200"/>
                </a:lnTo>
                <a:close/>
                <a:moveTo>
                  <a:pt x="38100" y="457200"/>
                </a:moveTo>
                <a:lnTo>
                  <a:pt x="47625" y="457200"/>
                </a:lnTo>
                <a:lnTo>
                  <a:pt x="47625" y="466725"/>
                </a:lnTo>
                <a:lnTo>
                  <a:pt x="57150" y="466725"/>
                </a:lnTo>
                <a:lnTo>
                  <a:pt x="57150" y="476250"/>
                </a:lnTo>
                <a:lnTo>
                  <a:pt x="47625" y="476250"/>
                </a:lnTo>
                <a:lnTo>
                  <a:pt x="47625" y="504825"/>
                </a:lnTo>
                <a:lnTo>
                  <a:pt x="57150" y="504825"/>
                </a:lnTo>
                <a:lnTo>
                  <a:pt x="57150" y="495300"/>
                </a:lnTo>
                <a:lnTo>
                  <a:pt x="66675" y="495300"/>
                </a:lnTo>
                <a:lnTo>
                  <a:pt x="66675" y="514350"/>
                </a:lnTo>
                <a:lnTo>
                  <a:pt x="76200" y="514350"/>
                </a:lnTo>
                <a:lnTo>
                  <a:pt x="76200" y="533400"/>
                </a:lnTo>
                <a:lnTo>
                  <a:pt x="66675" y="533400"/>
                </a:lnTo>
                <a:lnTo>
                  <a:pt x="66675" y="523875"/>
                </a:lnTo>
                <a:lnTo>
                  <a:pt x="47625" y="523875"/>
                </a:lnTo>
                <a:lnTo>
                  <a:pt x="47625" y="514350"/>
                </a:lnTo>
                <a:lnTo>
                  <a:pt x="38100" y="514350"/>
                </a:lnTo>
                <a:lnTo>
                  <a:pt x="38100" y="504825"/>
                </a:lnTo>
                <a:lnTo>
                  <a:pt x="28575" y="504825"/>
                </a:lnTo>
                <a:lnTo>
                  <a:pt x="28575" y="495300"/>
                </a:lnTo>
                <a:lnTo>
                  <a:pt x="19050" y="495300"/>
                </a:lnTo>
                <a:lnTo>
                  <a:pt x="19050" y="485775"/>
                </a:lnTo>
                <a:lnTo>
                  <a:pt x="9525" y="485775"/>
                </a:lnTo>
                <a:lnTo>
                  <a:pt x="9525" y="504825"/>
                </a:lnTo>
                <a:lnTo>
                  <a:pt x="19050" y="504825"/>
                </a:lnTo>
                <a:lnTo>
                  <a:pt x="19050" y="514350"/>
                </a:lnTo>
                <a:lnTo>
                  <a:pt x="0" y="514350"/>
                </a:lnTo>
                <a:lnTo>
                  <a:pt x="0" y="466725"/>
                </a:lnTo>
                <a:lnTo>
                  <a:pt x="9525" y="466725"/>
                </a:lnTo>
                <a:lnTo>
                  <a:pt x="9525" y="476250"/>
                </a:lnTo>
                <a:lnTo>
                  <a:pt x="28575" y="476250"/>
                </a:lnTo>
                <a:lnTo>
                  <a:pt x="28575" y="466725"/>
                </a:lnTo>
                <a:lnTo>
                  <a:pt x="38100" y="466725"/>
                </a:lnTo>
                <a:close/>
                <a:moveTo>
                  <a:pt x="857250" y="457200"/>
                </a:moveTo>
                <a:lnTo>
                  <a:pt x="876300" y="457200"/>
                </a:lnTo>
                <a:lnTo>
                  <a:pt x="876300" y="466725"/>
                </a:lnTo>
                <a:lnTo>
                  <a:pt x="857250" y="466725"/>
                </a:lnTo>
                <a:close/>
                <a:moveTo>
                  <a:pt x="781050" y="466725"/>
                </a:moveTo>
                <a:lnTo>
                  <a:pt x="790575" y="466725"/>
                </a:lnTo>
                <a:lnTo>
                  <a:pt x="790575" y="457200"/>
                </a:lnTo>
                <a:lnTo>
                  <a:pt x="781050" y="457200"/>
                </a:lnTo>
                <a:close/>
                <a:moveTo>
                  <a:pt x="638175" y="495300"/>
                </a:moveTo>
                <a:lnTo>
                  <a:pt x="647700" y="495300"/>
                </a:lnTo>
                <a:lnTo>
                  <a:pt x="647700" y="504825"/>
                </a:lnTo>
                <a:lnTo>
                  <a:pt x="638175" y="504825"/>
                </a:lnTo>
                <a:close/>
                <a:moveTo>
                  <a:pt x="19050" y="542925"/>
                </a:moveTo>
                <a:lnTo>
                  <a:pt x="38100" y="542925"/>
                </a:lnTo>
                <a:lnTo>
                  <a:pt x="38100" y="552450"/>
                </a:lnTo>
                <a:lnTo>
                  <a:pt x="19050" y="552450"/>
                </a:lnTo>
                <a:close/>
                <a:moveTo>
                  <a:pt x="0" y="552450"/>
                </a:moveTo>
                <a:lnTo>
                  <a:pt x="19050" y="552450"/>
                </a:lnTo>
                <a:lnTo>
                  <a:pt x="19050" y="571500"/>
                </a:lnTo>
                <a:lnTo>
                  <a:pt x="0" y="571500"/>
                </a:lnTo>
                <a:close/>
                <a:moveTo>
                  <a:pt x="647700" y="552450"/>
                </a:moveTo>
                <a:lnTo>
                  <a:pt x="657225" y="552450"/>
                </a:lnTo>
                <a:lnTo>
                  <a:pt x="657225" y="571500"/>
                </a:lnTo>
                <a:lnTo>
                  <a:pt x="647700" y="571500"/>
                </a:lnTo>
                <a:close/>
                <a:moveTo>
                  <a:pt x="590550" y="571500"/>
                </a:moveTo>
                <a:lnTo>
                  <a:pt x="609600" y="571500"/>
                </a:lnTo>
                <a:lnTo>
                  <a:pt x="609600" y="581025"/>
                </a:lnTo>
                <a:lnTo>
                  <a:pt x="619125" y="581025"/>
                </a:lnTo>
                <a:lnTo>
                  <a:pt x="619125" y="590550"/>
                </a:lnTo>
                <a:lnTo>
                  <a:pt x="590550" y="590550"/>
                </a:lnTo>
                <a:close/>
                <a:moveTo>
                  <a:pt x="628650" y="581025"/>
                </a:moveTo>
                <a:lnTo>
                  <a:pt x="638175" y="581025"/>
                </a:lnTo>
                <a:lnTo>
                  <a:pt x="638175" y="590550"/>
                </a:lnTo>
                <a:lnTo>
                  <a:pt x="647700" y="590550"/>
                </a:lnTo>
                <a:lnTo>
                  <a:pt x="647700" y="609600"/>
                </a:lnTo>
                <a:lnTo>
                  <a:pt x="638175" y="609600"/>
                </a:lnTo>
                <a:lnTo>
                  <a:pt x="638175" y="600075"/>
                </a:lnTo>
                <a:lnTo>
                  <a:pt x="619125" y="600075"/>
                </a:lnTo>
                <a:lnTo>
                  <a:pt x="619125" y="590550"/>
                </a:lnTo>
                <a:lnTo>
                  <a:pt x="628650" y="590550"/>
                </a:lnTo>
                <a:close/>
                <a:moveTo>
                  <a:pt x="561975" y="590550"/>
                </a:moveTo>
                <a:lnTo>
                  <a:pt x="571500" y="590550"/>
                </a:lnTo>
                <a:lnTo>
                  <a:pt x="571500" y="609600"/>
                </a:lnTo>
                <a:lnTo>
                  <a:pt x="581025" y="609600"/>
                </a:lnTo>
                <a:lnTo>
                  <a:pt x="581025" y="619125"/>
                </a:lnTo>
                <a:lnTo>
                  <a:pt x="561975" y="619125"/>
                </a:lnTo>
                <a:close/>
                <a:moveTo>
                  <a:pt x="76200" y="600075"/>
                </a:moveTo>
                <a:lnTo>
                  <a:pt x="104775" y="600075"/>
                </a:lnTo>
                <a:lnTo>
                  <a:pt x="104775" y="619125"/>
                </a:lnTo>
                <a:lnTo>
                  <a:pt x="95250" y="619125"/>
                </a:lnTo>
                <a:lnTo>
                  <a:pt x="95250" y="628650"/>
                </a:lnTo>
                <a:lnTo>
                  <a:pt x="85725" y="628650"/>
                </a:lnTo>
                <a:lnTo>
                  <a:pt x="85725" y="638175"/>
                </a:lnTo>
                <a:lnTo>
                  <a:pt x="104775" y="638175"/>
                </a:lnTo>
                <a:lnTo>
                  <a:pt x="104775" y="647700"/>
                </a:lnTo>
                <a:lnTo>
                  <a:pt x="114300" y="647700"/>
                </a:lnTo>
                <a:lnTo>
                  <a:pt x="114300" y="638175"/>
                </a:lnTo>
                <a:lnTo>
                  <a:pt x="123825" y="638175"/>
                </a:lnTo>
                <a:lnTo>
                  <a:pt x="123825" y="619125"/>
                </a:lnTo>
                <a:lnTo>
                  <a:pt x="133350" y="619125"/>
                </a:lnTo>
                <a:lnTo>
                  <a:pt x="133350" y="638175"/>
                </a:lnTo>
                <a:lnTo>
                  <a:pt x="142875" y="638175"/>
                </a:lnTo>
                <a:lnTo>
                  <a:pt x="142875" y="628650"/>
                </a:lnTo>
                <a:lnTo>
                  <a:pt x="152400" y="628650"/>
                </a:lnTo>
                <a:lnTo>
                  <a:pt x="152400" y="638175"/>
                </a:lnTo>
                <a:lnTo>
                  <a:pt x="190500" y="638175"/>
                </a:lnTo>
                <a:lnTo>
                  <a:pt x="190500" y="647700"/>
                </a:lnTo>
                <a:lnTo>
                  <a:pt x="200025" y="647700"/>
                </a:lnTo>
                <a:lnTo>
                  <a:pt x="200025" y="657225"/>
                </a:lnTo>
                <a:lnTo>
                  <a:pt x="209550" y="657225"/>
                </a:lnTo>
                <a:lnTo>
                  <a:pt x="209550" y="666750"/>
                </a:lnTo>
                <a:lnTo>
                  <a:pt x="219075" y="666750"/>
                </a:lnTo>
                <a:lnTo>
                  <a:pt x="219075" y="676275"/>
                </a:lnTo>
                <a:lnTo>
                  <a:pt x="200025" y="676275"/>
                </a:lnTo>
                <a:lnTo>
                  <a:pt x="200025" y="685800"/>
                </a:lnTo>
                <a:lnTo>
                  <a:pt x="190500" y="685800"/>
                </a:lnTo>
                <a:lnTo>
                  <a:pt x="190500" y="666750"/>
                </a:lnTo>
                <a:lnTo>
                  <a:pt x="171450" y="666750"/>
                </a:lnTo>
                <a:lnTo>
                  <a:pt x="171450" y="657225"/>
                </a:lnTo>
                <a:lnTo>
                  <a:pt x="142875" y="657225"/>
                </a:lnTo>
                <a:lnTo>
                  <a:pt x="142875" y="666750"/>
                </a:lnTo>
                <a:lnTo>
                  <a:pt x="123825" y="666750"/>
                </a:lnTo>
                <a:lnTo>
                  <a:pt x="123825" y="657225"/>
                </a:lnTo>
                <a:lnTo>
                  <a:pt x="66675" y="657225"/>
                </a:lnTo>
                <a:lnTo>
                  <a:pt x="66675" y="666750"/>
                </a:lnTo>
                <a:lnTo>
                  <a:pt x="57150" y="666750"/>
                </a:lnTo>
                <a:lnTo>
                  <a:pt x="57150" y="657225"/>
                </a:lnTo>
                <a:lnTo>
                  <a:pt x="28575" y="657225"/>
                </a:lnTo>
                <a:lnTo>
                  <a:pt x="28575" y="628650"/>
                </a:lnTo>
                <a:lnTo>
                  <a:pt x="38100" y="628650"/>
                </a:lnTo>
                <a:lnTo>
                  <a:pt x="38100" y="638175"/>
                </a:lnTo>
                <a:lnTo>
                  <a:pt x="57150" y="638175"/>
                </a:lnTo>
                <a:lnTo>
                  <a:pt x="57150" y="609600"/>
                </a:lnTo>
                <a:lnTo>
                  <a:pt x="76200" y="609600"/>
                </a:lnTo>
                <a:close/>
                <a:moveTo>
                  <a:pt x="542925" y="600075"/>
                </a:moveTo>
                <a:lnTo>
                  <a:pt x="552450" y="600075"/>
                </a:lnTo>
                <a:lnTo>
                  <a:pt x="552450" y="619125"/>
                </a:lnTo>
                <a:lnTo>
                  <a:pt x="542925" y="619125"/>
                </a:lnTo>
                <a:close/>
                <a:moveTo>
                  <a:pt x="66675" y="628650"/>
                </a:moveTo>
                <a:lnTo>
                  <a:pt x="76200" y="628650"/>
                </a:lnTo>
                <a:lnTo>
                  <a:pt x="76200" y="619125"/>
                </a:lnTo>
                <a:lnTo>
                  <a:pt x="66675" y="619125"/>
                </a:lnTo>
                <a:close/>
                <a:moveTo>
                  <a:pt x="476250" y="628650"/>
                </a:moveTo>
                <a:lnTo>
                  <a:pt x="485775" y="628650"/>
                </a:lnTo>
                <a:lnTo>
                  <a:pt x="485775" y="638175"/>
                </a:lnTo>
                <a:lnTo>
                  <a:pt x="495300" y="638175"/>
                </a:lnTo>
                <a:lnTo>
                  <a:pt x="495300" y="647700"/>
                </a:lnTo>
                <a:lnTo>
                  <a:pt x="485775" y="647700"/>
                </a:lnTo>
                <a:lnTo>
                  <a:pt x="485775" y="657225"/>
                </a:lnTo>
                <a:lnTo>
                  <a:pt x="476250" y="657225"/>
                </a:lnTo>
                <a:close/>
                <a:moveTo>
                  <a:pt x="552450" y="628650"/>
                </a:moveTo>
                <a:lnTo>
                  <a:pt x="571500" y="628650"/>
                </a:lnTo>
                <a:lnTo>
                  <a:pt x="571500" y="638175"/>
                </a:lnTo>
                <a:lnTo>
                  <a:pt x="552450" y="638175"/>
                </a:lnTo>
                <a:close/>
                <a:moveTo>
                  <a:pt x="800100" y="628650"/>
                </a:moveTo>
                <a:lnTo>
                  <a:pt x="809625" y="628650"/>
                </a:lnTo>
                <a:lnTo>
                  <a:pt x="809625" y="638175"/>
                </a:lnTo>
                <a:lnTo>
                  <a:pt x="819150" y="638175"/>
                </a:lnTo>
                <a:lnTo>
                  <a:pt x="819150" y="647700"/>
                </a:lnTo>
                <a:lnTo>
                  <a:pt x="828675" y="647700"/>
                </a:lnTo>
                <a:lnTo>
                  <a:pt x="828675" y="638175"/>
                </a:lnTo>
                <a:lnTo>
                  <a:pt x="847725" y="638175"/>
                </a:lnTo>
                <a:lnTo>
                  <a:pt x="847725" y="647700"/>
                </a:lnTo>
                <a:lnTo>
                  <a:pt x="857250" y="647700"/>
                </a:lnTo>
                <a:lnTo>
                  <a:pt x="857250" y="628650"/>
                </a:lnTo>
                <a:lnTo>
                  <a:pt x="866775" y="628650"/>
                </a:lnTo>
                <a:lnTo>
                  <a:pt x="866775" y="638175"/>
                </a:lnTo>
                <a:lnTo>
                  <a:pt x="876300" y="638175"/>
                </a:lnTo>
                <a:lnTo>
                  <a:pt x="876300" y="657225"/>
                </a:lnTo>
                <a:lnTo>
                  <a:pt x="857250" y="657225"/>
                </a:lnTo>
                <a:lnTo>
                  <a:pt x="857250" y="666750"/>
                </a:lnTo>
                <a:lnTo>
                  <a:pt x="876300" y="666750"/>
                </a:lnTo>
                <a:lnTo>
                  <a:pt x="876300" y="676275"/>
                </a:lnTo>
                <a:lnTo>
                  <a:pt x="847725" y="676275"/>
                </a:lnTo>
                <a:lnTo>
                  <a:pt x="847725" y="685800"/>
                </a:lnTo>
                <a:lnTo>
                  <a:pt x="838200" y="685800"/>
                </a:lnTo>
                <a:lnTo>
                  <a:pt x="838200" y="676275"/>
                </a:lnTo>
                <a:lnTo>
                  <a:pt x="828675" y="676275"/>
                </a:lnTo>
                <a:lnTo>
                  <a:pt x="828675" y="666750"/>
                </a:lnTo>
                <a:lnTo>
                  <a:pt x="819150" y="666750"/>
                </a:lnTo>
                <a:lnTo>
                  <a:pt x="819150" y="676275"/>
                </a:lnTo>
                <a:lnTo>
                  <a:pt x="809625" y="676275"/>
                </a:lnTo>
                <a:lnTo>
                  <a:pt x="809625" y="704850"/>
                </a:lnTo>
                <a:lnTo>
                  <a:pt x="790575" y="704850"/>
                </a:lnTo>
                <a:lnTo>
                  <a:pt x="790575" y="714375"/>
                </a:lnTo>
                <a:lnTo>
                  <a:pt x="762000" y="714375"/>
                </a:lnTo>
                <a:lnTo>
                  <a:pt x="762000" y="704850"/>
                </a:lnTo>
                <a:lnTo>
                  <a:pt x="752475" y="704850"/>
                </a:lnTo>
                <a:lnTo>
                  <a:pt x="752475" y="695325"/>
                </a:lnTo>
                <a:lnTo>
                  <a:pt x="771525" y="695325"/>
                </a:lnTo>
                <a:lnTo>
                  <a:pt x="771525" y="666750"/>
                </a:lnTo>
                <a:lnTo>
                  <a:pt x="762000" y="666750"/>
                </a:lnTo>
                <a:lnTo>
                  <a:pt x="762000" y="657225"/>
                </a:lnTo>
                <a:lnTo>
                  <a:pt x="790575" y="657225"/>
                </a:lnTo>
                <a:lnTo>
                  <a:pt x="790575" y="647700"/>
                </a:lnTo>
                <a:lnTo>
                  <a:pt x="800100" y="647700"/>
                </a:lnTo>
                <a:close/>
                <a:moveTo>
                  <a:pt x="1000125" y="628650"/>
                </a:moveTo>
                <a:lnTo>
                  <a:pt x="1038225" y="628650"/>
                </a:lnTo>
                <a:lnTo>
                  <a:pt x="1038225" y="647700"/>
                </a:lnTo>
                <a:lnTo>
                  <a:pt x="1009650" y="647700"/>
                </a:lnTo>
                <a:lnTo>
                  <a:pt x="1009650" y="638175"/>
                </a:lnTo>
                <a:lnTo>
                  <a:pt x="1000125" y="638175"/>
                </a:lnTo>
                <a:close/>
                <a:moveTo>
                  <a:pt x="533400" y="638175"/>
                </a:moveTo>
                <a:lnTo>
                  <a:pt x="542925" y="638175"/>
                </a:lnTo>
                <a:lnTo>
                  <a:pt x="542925" y="647700"/>
                </a:lnTo>
                <a:lnTo>
                  <a:pt x="561975" y="647700"/>
                </a:lnTo>
                <a:lnTo>
                  <a:pt x="561975" y="657225"/>
                </a:lnTo>
                <a:lnTo>
                  <a:pt x="571500" y="657225"/>
                </a:lnTo>
                <a:lnTo>
                  <a:pt x="571500" y="676275"/>
                </a:lnTo>
                <a:lnTo>
                  <a:pt x="590550" y="676275"/>
                </a:lnTo>
                <a:lnTo>
                  <a:pt x="590550" y="685800"/>
                </a:lnTo>
                <a:lnTo>
                  <a:pt x="581025" y="685800"/>
                </a:lnTo>
                <a:lnTo>
                  <a:pt x="581025" y="695325"/>
                </a:lnTo>
                <a:lnTo>
                  <a:pt x="571500" y="695325"/>
                </a:lnTo>
                <a:lnTo>
                  <a:pt x="571500" y="704850"/>
                </a:lnTo>
                <a:lnTo>
                  <a:pt x="561975" y="704850"/>
                </a:lnTo>
                <a:lnTo>
                  <a:pt x="561975" y="676275"/>
                </a:lnTo>
                <a:lnTo>
                  <a:pt x="542925" y="676275"/>
                </a:lnTo>
                <a:lnTo>
                  <a:pt x="542925" y="695325"/>
                </a:lnTo>
                <a:lnTo>
                  <a:pt x="514350" y="695325"/>
                </a:lnTo>
                <a:lnTo>
                  <a:pt x="514350" y="714375"/>
                </a:lnTo>
                <a:lnTo>
                  <a:pt x="504825" y="714375"/>
                </a:lnTo>
                <a:lnTo>
                  <a:pt x="504825" y="666750"/>
                </a:lnTo>
                <a:lnTo>
                  <a:pt x="514350" y="666750"/>
                </a:lnTo>
                <a:lnTo>
                  <a:pt x="514350" y="657225"/>
                </a:lnTo>
                <a:lnTo>
                  <a:pt x="504825" y="657225"/>
                </a:lnTo>
                <a:lnTo>
                  <a:pt x="504825" y="647700"/>
                </a:lnTo>
                <a:lnTo>
                  <a:pt x="533400" y="647700"/>
                </a:lnTo>
                <a:close/>
                <a:moveTo>
                  <a:pt x="600075" y="638175"/>
                </a:moveTo>
                <a:lnTo>
                  <a:pt x="619125" y="638175"/>
                </a:lnTo>
                <a:lnTo>
                  <a:pt x="619125" y="666750"/>
                </a:lnTo>
                <a:lnTo>
                  <a:pt x="628650" y="666750"/>
                </a:lnTo>
                <a:lnTo>
                  <a:pt x="628650" y="676275"/>
                </a:lnTo>
                <a:lnTo>
                  <a:pt x="638175" y="676275"/>
                </a:lnTo>
                <a:lnTo>
                  <a:pt x="638175" y="704850"/>
                </a:lnTo>
                <a:lnTo>
                  <a:pt x="695325" y="704850"/>
                </a:lnTo>
                <a:lnTo>
                  <a:pt x="695325" y="695325"/>
                </a:lnTo>
                <a:lnTo>
                  <a:pt x="714375" y="695325"/>
                </a:lnTo>
                <a:lnTo>
                  <a:pt x="714375" y="704850"/>
                </a:lnTo>
                <a:lnTo>
                  <a:pt x="695325" y="704850"/>
                </a:lnTo>
                <a:lnTo>
                  <a:pt x="695325" y="723900"/>
                </a:lnTo>
                <a:lnTo>
                  <a:pt x="666750" y="723900"/>
                </a:lnTo>
                <a:lnTo>
                  <a:pt x="666750" y="714375"/>
                </a:lnTo>
                <a:lnTo>
                  <a:pt x="657225" y="714375"/>
                </a:lnTo>
                <a:lnTo>
                  <a:pt x="657225" y="733425"/>
                </a:lnTo>
                <a:lnTo>
                  <a:pt x="647700" y="733425"/>
                </a:lnTo>
                <a:lnTo>
                  <a:pt x="647700" y="752475"/>
                </a:lnTo>
                <a:lnTo>
                  <a:pt x="638175" y="752475"/>
                </a:lnTo>
                <a:lnTo>
                  <a:pt x="638175" y="714375"/>
                </a:lnTo>
                <a:lnTo>
                  <a:pt x="609600" y="714375"/>
                </a:lnTo>
                <a:lnTo>
                  <a:pt x="609600" y="676275"/>
                </a:lnTo>
                <a:lnTo>
                  <a:pt x="600075" y="676275"/>
                </a:lnTo>
                <a:lnTo>
                  <a:pt x="600075" y="666750"/>
                </a:lnTo>
                <a:lnTo>
                  <a:pt x="590550" y="666750"/>
                </a:lnTo>
                <a:lnTo>
                  <a:pt x="590550" y="647700"/>
                </a:lnTo>
                <a:lnTo>
                  <a:pt x="600075" y="647700"/>
                </a:lnTo>
                <a:close/>
                <a:moveTo>
                  <a:pt x="962025" y="638175"/>
                </a:moveTo>
                <a:lnTo>
                  <a:pt x="971550" y="638175"/>
                </a:lnTo>
                <a:lnTo>
                  <a:pt x="971550" y="657225"/>
                </a:lnTo>
                <a:lnTo>
                  <a:pt x="962025" y="657225"/>
                </a:lnTo>
                <a:lnTo>
                  <a:pt x="962025" y="666750"/>
                </a:lnTo>
                <a:lnTo>
                  <a:pt x="971550" y="666750"/>
                </a:lnTo>
                <a:lnTo>
                  <a:pt x="971550" y="676275"/>
                </a:lnTo>
                <a:lnTo>
                  <a:pt x="962025" y="676275"/>
                </a:lnTo>
                <a:lnTo>
                  <a:pt x="962025" y="685800"/>
                </a:lnTo>
                <a:lnTo>
                  <a:pt x="942975" y="685800"/>
                </a:lnTo>
                <a:lnTo>
                  <a:pt x="942975" y="676275"/>
                </a:lnTo>
                <a:lnTo>
                  <a:pt x="923925" y="676275"/>
                </a:lnTo>
                <a:lnTo>
                  <a:pt x="923925" y="695325"/>
                </a:lnTo>
                <a:lnTo>
                  <a:pt x="914400" y="695325"/>
                </a:lnTo>
                <a:lnTo>
                  <a:pt x="914400" y="676275"/>
                </a:lnTo>
                <a:lnTo>
                  <a:pt x="904875" y="676275"/>
                </a:lnTo>
                <a:lnTo>
                  <a:pt x="904875" y="657225"/>
                </a:lnTo>
                <a:lnTo>
                  <a:pt x="914400" y="657225"/>
                </a:lnTo>
                <a:lnTo>
                  <a:pt x="914400" y="666750"/>
                </a:lnTo>
                <a:lnTo>
                  <a:pt x="942975" y="666750"/>
                </a:lnTo>
                <a:lnTo>
                  <a:pt x="942975" y="657225"/>
                </a:lnTo>
                <a:lnTo>
                  <a:pt x="952500" y="657225"/>
                </a:lnTo>
                <a:lnTo>
                  <a:pt x="952500" y="647700"/>
                </a:lnTo>
                <a:lnTo>
                  <a:pt x="962025" y="647700"/>
                </a:lnTo>
                <a:close/>
                <a:moveTo>
                  <a:pt x="0" y="647700"/>
                </a:moveTo>
                <a:lnTo>
                  <a:pt x="9525" y="647700"/>
                </a:lnTo>
                <a:lnTo>
                  <a:pt x="9525" y="657225"/>
                </a:lnTo>
                <a:lnTo>
                  <a:pt x="28575" y="657225"/>
                </a:lnTo>
                <a:lnTo>
                  <a:pt x="28575" y="676275"/>
                </a:lnTo>
                <a:lnTo>
                  <a:pt x="38100" y="676275"/>
                </a:lnTo>
                <a:lnTo>
                  <a:pt x="38100" y="685800"/>
                </a:lnTo>
                <a:lnTo>
                  <a:pt x="47625" y="685800"/>
                </a:lnTo>
                <a:lnTo>
                  <a:pt x="47625" y="714375"/>
                </a:lnTo>
                <a:lnTo>
                  <a:pt x="66675" y="714375"/>
                </a:lnTo>
                <a:lnTo>
                  <a:pt x="66675" y="733425"/>
                </a:lnTo>
                <a:lnTo>
                  <a:pt x="85725" y="733425"/>
                </a:lnTo>
                <a:lnTo>
                  <a:pt x="85725" y="742950"/>
                </a:lnTo>
                <a:lnTo>
                  <a:pt x="95250" y="742950"/>
                </a:lnTo>
                <a:lnTo>
                  <a:pt x="95250" y="733425"/>
                </a:lnTo>
                <a:lnTo>
                  <a:pt x="104775" y="733425"/>
                </a:lnTo>
                <a:lnTo>
                  <a:pt x="104775" y="752475"/>
                </a:lnTo>
                <a:lnTo>
                  <a:pt x="66675" y="752475"/>
                </a:lnTo>
                <a:lnTo>
                  <a:pt x="66675" y="742950"/>
                </a:lnTo>
                <a:lnTo>
                  <a:pt x="57150" y="742950"/>
                </a:lnTo>
                <a:lnTo>
                  <a:pt x="57150" y="733425"/>
                </a:lnTo>
                <a:lnTo>
                  <a:pt x="38100" y="733425"/>
                </a:lnTo>
                <a:lnTo>
                  <a:pt x="38100" y="714375"/>
                </a:lnTo>
                <a:lnTo>
                  <a:pt x="28575" y="714375"/>
                </a:lnTo>
                <a:lnTo>
                  <a:pt x="28575" y="704850"/>
                </a:lnTo>
                <a:lnTo>
                  <a:pt x="19050" y="704850"/>
                </a:lnTo>
                <a:lnTo>
                  <a:pt x="19050" y="685800"/>
                </a:lnTo>
                <a:lnTo>
                  <a:pt x="9525" y="685800"/>
                </a:lnTo>
                <a:lnTo>
                  <a:pt x="9525" y="695325"/>
                </a:lnTo>
                <a:lnTo>
                  <a:pt x="0" y="695325"/>
                </a:lnTo>
                <a:close/>
                <a:moveTo>
                  <a:pt x="1028700" y="666750"/>
                </a:moveTo>
                <a:lnTo>
                  <a:pt x="1057275" y="666750"/>
                </a:lnTo>
                <a:lnTo>
                  <a:pt x="1057275" y="685800"/>
                </a:lnTo>
                <a:lnTo>
                  <a:pt x="1047750" y="685800"/>
                </a:lnTo>
                <a:lnTo>
                  <a:pt x="1047750" y="695325"/>
                </a:lnTo>
                <a:lnTo>
                  <a:pt x="1057275" y="695325"/>
                </a:lnTo>
                <a:lnTo>
                  <a:pt x="1057275" y="733425"/>
                </a:lnTo>
                <a:lnTo>
                  <a:pt x="1066800" y="733425"/>
                </a:lnTo>
                <a:lnTo>
                  <a:pt x="1066800" y="723900"/>
                </a:lnTo>
                <a:lnTo>
                  <a:pt x="1076325" y="723900"/>
                </a:lnTo>
                <a:lnTo>
                  <a:pt x="1076325" y="752475"/>
                </a:lnTo>
                <a:lnTo>
                  <a:pt x="1066800" y="752475"/>
                </a:lnTo>
                <a:lnTo>
                  <a:pt x="1066800" y="762000"/>
                </a:lnTo>
                <a:lnTo>
                  <a:pt x="1057275" y="762000"/>
                </a:lnTo>
                <a:lnTo>
                  <a:pt x="1057275" y="742950"/>
                </a:lnTo>
                <a:lnTo>
                  <a:pt x="1038225" y="742950"/>
                </a:lnTo>
                <a:lnTo>
                  <a:pt x="1038225" y="733425"/>
                </a:lnTo>
                <a:lnTo>
                  <a:pt x="1047750" y="733425"/>
                </a:lnTo>
                <a:lnTo>
                  <a:pt x="1047750" y="723900"/>
                </a:lnTo>
                <a:lnTo>
                  <a:pt x="1019175" y="723900"/>
                </a:lnTo>
                <a:lnTo>
                  <a:pt x="1019175" y="714375"/>
                </a:lnTo>
                <a:lnTo>
                  <a:pt x="1038225" y="714375"/>
                </a:lnTo>
                <a:lnTo>
                  <a:pt x="1038225" y="704850"/>
                </a:lnTo>
                <a:lnTo>
                  <a:pt x="1028700" y="704850"/>
                </a:lnTo>
                <a:lnTo>
                  <a:pt x="1028700" y="685800"/>
                </a:lnTo>
                <a:lnTo>
                  <a:pt x="1038225" y="685800"/>
                </a:lnTo>
                <a:lnTo>
                  <a:pt x="1038225" y="676275"/>
                </a:lnTo>
                <a:lnTo>
                  <a:pt x="1028700" y="676275"/>
                </a:lnTo>
                <a:close/>
                <a:moveTo>
                  <a:pt x="1095375" y="666750"/>
                </a:moveTo>
                <a:lnTo>
                  <a:pt x="1123950" y="666750"/>
                </a:lnTo>
                <a:lnTo>
                  <a:pt x="1123950" y="676275"/>
                </a:lnTo>
                <a:lnTo>
                  <a:pt x="1114425" y="676275"/>
                </a:lnTo>
                <a:lnTo>
                  <a:pt x="1114425" y="685800"/>
                </a:lnTo>
                <a:lnTo>
                  <a:pt x="1095375" y="685800"/>
                </a:lnTo>
                <a:close/>
                <a:moveTo>
                  <a:pt x="76200" y="676275"/>
                </a:moveTo>
                <a:lnTo>
                  <a:pt x="104775" y="676275"/>
                </a:lnTo>
                <a:lnTo>
                  <a:pt x="104775" y="685800"/>
                </a:lnTo>
                <a:lnTo>
                  <a:pt x="114300" y="685800"/>
                </a:lnTo>
                <a:lnTo>
                  <a:pt x="114300" y="695325"/>
                </a:lnTo>
                <a:lnTo>
                  <a:pt x="123825" y="695325"/>
                </a:lnTo>
                <a:lnTo>
                  <a:pt x="123825" y="704850"/>
                </a:lnTo>
                <a:lnTo>
                  <a:pt x="133350" y="704850"/>
                </a:lnTo>
                <a:lnTo>
                  <a:pt x="133350" y="695325"/>
                </a:lnTo>
                <a:lnTo>
                  <a:pt x="142875" y="695325"/>
                </a:lnTo>
                <a:lnTo>
                  <a:pt x="142875" y="685800"/>
                </a:lnTo>
                <a:lnTo>
                  <a:pt x="161925" y="685800"/>
                </a:lnTo>
                <a:lnTo>
                  <a:pt x="161925" y="704850"/>
                </a:lnTo>
                <a:lnTo>
                  <a:pt x="152400" y="704850"/>
                </a:lnTo>
                <a:lnTo>
                  <a:pt x="152400" y="695325"/>
                </a:lnTo>
                <a:lnTo>
                  <a:pt x="142875" y="695325"/>
                </a:lnTo>
                <a:lnTo>
                  <a:pt x="142875" y="704850"/>
                </a:lnTo>
                <a:lnTo>
                  <a:pt x="152400" y="704850"/>
                </a:lnTo>
                <a:lnTo>
                  <a:pt x="152400" y="714375"/>
                </a:lnTo>
                <a:lnTo>
                  <a:pt x="142875" y="714375"/>
                </a:lnTo>
                <a:lnTo>
                  <a:pt x="142875" y="723900"/>
                </a:lnTo>
                <a:lnTo>
                  <a:pt x="123825" y="723900"/>
                </a:lnTo>
                <a:lnTo>
                  <a:pt x="123825" y="714375"/>
                </a:lnTo>
                <a:lnTo>
                  <a:pt x="114300" y="714375"/>
                </a:lnTo>
                <a:lnTo>
                  <a:pt x="114300" y="704850"/>
                </a:lnTo>
                <a:lnTo>
                  <a:pt x="76200" y="704850"/>
                </a:lnTo>
                <a:close/>
                <a:moveTo>
                  <a:pt x="971550" y="676275"/>
                </a:moveTo>
                <a:lnTo>
                  <a:pt x="981075" y="676275"/>
                </a:lnTo>
                <a:lnTo>
                  <a:pt x="981075" y="685800"/>
                </a:lnTo>
                <a:lnTo>
                  <a:pt x="971550" y="685800"/>
                </a:lnTo>
                <a:close/>
                <a:moveTo>
                  <a:pt x="476250" y="685800"/>
                </a:moveTo>
                <a:lnTo>
                  <a:pt x="495300" y="685800"/>
                </a:lnTo>
                <a:lnTo>
                  <a:pt x="495300" y="704850"/>
                </a:lnTo>
                <a:lnTo>
                  <a:pt x="476250" y="704850"/>
                </a:lnTo>
                <a:close/>
                <a:moveTo>
                  <a:pt x="676275" y="685800"/>
                </a:moveTo>
                <a:lnTo>
                  <a:pt x="685800" y="685800"/>
                </a:lnTo>
                <a:lnTo>
                  <a:pt x="685800" y="695325"/>
                </a:lnTo>
                <a:lnTo>
                  <a:pt x="676275" y="695325"/>
                </a:lnTo>
                <a:close/>
                <a:moveTo>
                  <a:pt x="933450" y="685800"/>
                </a:moveTo>
                <a:lnTo>
                  <a:pt x="942975" y="685800"/>
                </a:lnTo>
                <a:lnTo>
                  <a:pt x="942975" y="695325"/>
                </a:lnTo>
                <a:lnTo>
                  <a:pt x="933450" y="695325"/>
                </a:lnTo>
                <a:close/>
                <a:moveTo>
                  <a:pt x="257175" y="695325"/>
                </a:moveTo>
                <a:lnTo>
                  <a:pt x="266700" y="695325"/>
                </a:lnTo>
                <a:lnTo>
                  <a:pt x="266700" y="723900"/>
                </a:lnTo>
                <a:lnTo>
                  <a:pt x="276225" y="723900"/>
                </a:lnTo>
                <a:lnTo>
                  <a:pt x="276225" y="733425"/>
                </a:lnTo>
                <a:lnTo>
                  <a:pt x="285750" y="733425"/>
                </a:lnTo>
                <a:lnTo>
                  <a:pt x="285750" y="742950"/>
                </a:lnTo>
                <a:lnTo>
                  <a:pt x="247650" y="742950"/>
                </a:lnTo>
                <a:lnTo>
                  <a:pt x="247650" y="714375"/>
                </a:lnTo>
                <a:lnTo>
                  <a:pt x="257175" y="714375"/>
                </a:lnTo>
                <a:close/>
                <a:moveTo>
                  <a:pt x="276225" y="695325"/>
                </a:moveTo>
                <a:lnTo>
                  <a:pt x="285750" y="695325"/>
                </a:lnTo>
                <a:lnTo>
                  <a:pt x="285750" y="704850"/>
                </a:lnTo>
                <a:lnTo>
                  <a:pt x="304800" y="704850"/>
                </a:lnTo>
                <a:lnTo>
                  <a:pt x="304800" y="714375"/>
                </a:lnTo>
                <a:lnTo>
                  <a:pt x="323850" y="714375"/>
                </a:lnTo>
                <a:lnTo>
                  <a:pt x="323850" y="723900"/>
                </a:lnTo>
                <a:lnTo>
                  <a:pt x="333375" y="723900"/>
                </a:lnTo>
                <a:lnTo>
                  <a:pt x="333375" y="733425"/>
                </a:lnTo>
                <a:lnTo>
                  <a:pt x="352425" y="733425"/>
                </a:lnTo>
                <a:lnTo>
                  <a:pt x="352425" y="752475"/>
                </a:lnTo>
                <a:lnTo>
                  <a:pt x="314325" y="752475"/>
                </a:lnTo>
                <a:lnTo>
                  <a:pt x="314325" y="742950"/>
                </a:lnTo>
                <a:lnTo>
                  <a:pt x="304800" y="742950"/>
                </a:lnTo>
                <a:lnTo>
                  <a:pt x="304800" y="733425"/>
                </a:lnTo>
                <a:lnTo>
                  <a:pt x="295275" y="733425"/>
                </a:lnTo>
                <a:lnTo>
                  <a:pt x="295275" y="714375"/>
                </a:lnTo>
                <a:lnTo>
                  <a:pt x="276225" y="714375"/>
                </a:lnTo>
                <a:close/>
                <a:moveTo>
                  <a:pt x="790575" y="695325"/>
                </a:moveTo>
                <a:lnTo>
                  <a:pt x="800100" y="695325"/>
                </a:lnTo>
                <a:lnTo>
                  <a:pt x="800100" y="685800"/>
                </a:lnTo>
                <a:lnTo>
                  <a:pt x="790575" y="685800"/>
                </a:lnTo>
                <a:close/>
                <a:moveTo>
                  <a:pt x="990600" y="695325"/>
                </a:moveTo>
                <a:lnTo>
                  <a:pt x="1000125" y="695325"/>
                </a:lnTo>
                <a:lnTo>
                  <a:pt x="1000125" y="723900"/>
                </a:lnTo>
                <a:lnTo>
                  <a:pt x="990600" y="723900"/>
                </a:lnTo>
                <a:lnTo>
                  <a:pt x="990600" y="714375"/>
                </a:lnTo>
                <a:lnTo>
                  <a:pt x="981075" y="714375"/>
                </a:lnTo>
                <a:lnTo>
                  <a:pt x="981075" y="704850"/>
                </a:lnTo>
                <a:lnTo>
                  <a:pt x="990600" y="704850"/>
                </a:lnTo>
                <a:close/>
                <a:moveTo>
                  <a:pt x="1143000" y="695325"/>
                </a:moveTo>
                <a:lnTo>
                  <a:pt x="1152525" y="695325"/>
                </a:lnTo>
                <a:lnTo>
                  <a:pt x="1152525" y="704850"/>
                </a:lnTo>
                <a:lnTo>
                  <a:pt x="1162050" y="704850"/>
                </a:lnTo>
                <a:lnTo>
                  <a:pt x="1162050" y="723900"/>
                </a:lnTo>
                <a:lnTo>
                  <a:pt x="1152525" y="723900"/>
                </a:lnTo>
                <a:lnTo>
                  <a:pt x="1152525" y="714375"/>
                </a:lnTo>
                <a:lnTo>
                  <a:pt x="1133475" y="714375"/>
                </a:lnTo>
                <a:lnTo>
                  <a:pt x="1133475" y="704850"/>
                </a:lnTo>
                <a:lnTo>
                  <a:pt x="1143000" y="704850"/>
                </a:lnTo>
                <a:close/>
                <a:moveTo>
                  <a:pt x="1181100" y="695325"/>
                </a:moveTo>
                <a:lnTo>
                  <a:pt x="1190625" y="695325"/>
                </a:lnTo>
                <a:lnTo>
                  <a:pt x="1190625" y="704850"/>
                </a:lnTo>
                <a:lnTo>
                  <a:pt x="1181100" y="704850"/>
                </a:lnTo>
                <a:close/>
                <a:moveTo>
                  <a:pt x="742950" y="704850"/>
                </a:moveTo>
                <a:lnTo>
                  <a:pt x="752475" y="704850"/>
                </a:lnTo>
                <a:lnTo>
                  <a:pt x="752475" y="714375"/>
                </a:lnTo>
                <a:lnTo>
                  <a:pt x="742950" y="714375"/>
                </a:lnTo>
                <a:close/>
                <a:moveTo>
                  <a:pt x="828675" y="704850"/>
                </a:moveTo>
                <a:lnTo>
                  <a:pt x="838200" y="704850"/>
                </a:lnTo>
                <a:lnTo>
                  <a:pt x="838200" y="714375"/>
                </a:lnTo>
                <a:lnTo>
                  <a:pt x="847725" y="714375"/>
                </a:lnTo>
                <a:lnTo>
                  <a:pt x="847725" y="723900"/>
                </a:lnTo>
                <a:lnTo>
                  <a:pt x="857250" y="723900"/>
                </a:lnTo>
                <a:lnTo>
                  <a:pt x="857250" y="733425"/>
                </a:lnTo>
                <a:lnTo>
                  <a:pt x="838200" y="733425"/>
                </a:lnTo>
                <a:lnTo>
                  <a:pt x="838200" y="723900"/>
                </a:lnTo>
                <a:lnTo>
                  <a:pt x="828675" y="723900"/>
                </a:lnTo>
                <a:close/>
                <a:moveTo>
                  <a:pt x="933450" y="704850"/>
                </a:moveTo>
                <a:lnTo>
                  <a:pt x="942975" y="704850"/>
                </a:lnTo>
                <a:lnTo>
                  <a:pt x="942975" y="790575"/>
                </a:lnTo>
                <a:lnTo>
                  <a:pt x="933450" y="790575"/>
                </a:lnTo>
                <a:lnTo>
                  <a:pt x="933450" y="781050"/>
                </a:lnTo>
                <a:lnTo>
                  <a:pt x="914400" y="781050"/>
                </a:lnTo>
                <a:lnTo>
                  <a:pt x="914400" y="723900"/>
                </a:lnTo>
                <a:lnTo>
                  <a:pt x="923925" y="723900"/>
                </a:lnTo>
                <a:lnTo>
                  <a:pt x="923925" y="733425"/>
                </a:lnTo>
                <a:lnTo>
                  <a:pt x="933450" y="733425"/>
                </a:lnTo>
                <a:close/>
                <a:moveTo>
                  <a:pt x="1085850" y="704850"/>
                </a:moveTo>
                <a:lnTo>
                  <a:pt x="1104900" y="704850"/>
                </a:lnTo>
                <a:lnTo>
                  <a:pt x="1104900" y="714375"/>
                </a:lnTo>
                <a:lnTo>
                  <a:pt x="1085850" y="714375"/>
                </a:lnTo>
                <a:close/>
                <a:moveTo>
                  <a:pt x="0" y="714375"/>
                </a:moveTo>
                <a:lnTo>
                  <a:pt x="9525" y="714375"/>
                </a:lnTo>
                <a:lnTo>
                  <a:pt x="9525" y="733425"/>
                </a:lnTo>
                <a:lnTo>
                  <a:pt x="0" y="733425"/>
                </a:lnTo>
                <a:close/>
                <a:moveTo>
                  <a:pt x="800100" y="714375"/>
                </a:moveTo>
                <a:lnTo>
                  <a:pt x="819150" y="714375"/>
                </a:lnTo>
                <a:lnTo>
                  <a:pt x="819150" y="723900"/>
                </a:lnTo>
                <a:lnTo>
                  <a:pt x="828675" y="723900"/>
                </a:lnTo>
                <a:lnTo>
                  <a:pt x="828675" y="733425"/>
                </a:lnTo>
                <a:lnTo>
                  <a:pt x="838200" y="733425"/>
                </a:lnTo>
                <a:lnTo>
                  <a:pt x="838200" y="742950"/>
                </a:lnTo>
                <a:lnTo>
                  <a:pt x="828675" y="742950"/>
                </a:lnTo>
                <a:lnTo>
                  <a:pt x="828675" y="752475"/>
                </a:lnTo>
                <a:lnTo>
                  <a:pt x="819150" y="752475"/>
                </a:lnTo>
                <a:lnTo>
                  <a:pt x="819150" y="771525"/>
                </a:lnTo>
                <a:lnTo>
                  <a:pt x="809625" y="771525"/>
                </a:lnTo>
                <a:lnTo>
                  <a:pt x="809625" y="762000"/>
                </a:lnTo>
                <a:lnTo>
                  <a:pt x="800100" y="762000"/>
                </a:lnTo>
                <a:close/>
                <a:moveTo>
                  <a:pt x="885825" y="714375"/>
                </a:moveTo>
                <a:lnTo>
                  <a:pt x="904875" y="714375"/>
                </a:lnTo>
                <a:lnTo>
                  <a:pt x="904875" y="752475"/>
                </a:lnTo>
                <a:lnTo>
                  <a:pt x="895350" y="752475"/>
                </a:lnTo>
                <a:lnTo>
                  <a:pt x="895350" y="723900"/>
                </a:lnTo>
                <a:lnTo>
                  <a:pt x="885825" y="723900"/>
                </a:lnTo>
                <a:close/>
                <a:moveTo>
                  <a:pt x="971550" y="723900"/>
                </a:moveTo>
                <a:lnTo>
                  <a:pt x="981075" y="723900"/>
                </a:lnTo>
                <a:lnTo>
                  <a:pt x="981075" y="733425"/>
                </a:lnTo>
                <a:lnTo>
                  <a:pt x="971550" y="733425"/>
                </a:lnTo>
                <a:close/>
                <a:moveTo>
                  <a:pt x="1000125" y="723900"/>
                </a:moveTo>
                <a:lnTo>
                  <a:pt x="1019175" y="723900"/>
                </a:lnTo>
                <a:lnTo>
                  <a:pt x="1019175" y="733425"/>
                </a:lnTo>
                <a:lnTo>
                  <a:pt x="1000125" y="733425"/>
                </a:lnTo>
                <a:close/>
                <a:moveTo>
                  <a:pt x="1162050" y="723900"/>
                </a:moveTo>
                <a:lnTo>
                  <a:pt x="1171575" y="723900"/>
                </a:lnTo>
                <a:lnTo>
                  <a:pt x="1171575" y="742950"/>
                </a:lnTo>
                <a:lnTo>
                  <a:pt x="1162050" y="742950"/>
                </a:lnTo>
                <a:close/>
                <a:moveTo>
                  <a:pt x="1200150" y="723900"/>
                </a:moveTo>
                <a:lnTo>
                  <a:pt x="1209675" y="723900"/>
                </a:lnTo>
                <a:lnTo>
                  <a:pt x="1209675" y="733425"/>
                </a:lnTo>
                <a:lnTo>
                  <a:pt x="1200150" y="733425"/>
                </a:lnTo>
                <a:close/>
                <a:moveTo>
                  <a:pt x="19050" y="733425"/>
                </a:moveTo>
                <a:lnTo>
                  <a:pt x="28575" y="733425"/>
                </a:lnTo>
                <a:lnTo>
                  <a:pt x="28575" y="742950"/>
                </a:lnTo>
                <a:lnTo>
                  <a:pt x="19050" y="742950"/>
                </a:lnTo>
                <a:close/>
                <a:moveTo>
                  <a:pt x="390525" y="733425"/>
                </a:moveTo>
                <a:lnTo>
                  <a:pt x="409575" y="733425"/>
                </a:lnTo>
                <a:lnTo>
                  <a:pt x="409575" y="742950"/>
                </a:lnTo>
                <a:lnTo>
                  <a:pt x="390525" y="742950"/>
                </a:lnTo>
                <a:close/>
                <a:moveTo>
                  <a:pt x="571500" y="733425"/>
                </a:moveTo>
                <a:lnTo>
                  <a:pt x="581025" y="733425"/>
                </a:lnTo>
                <a:lnTo>
                  <a:pt x="581025" y="752475"/>
                </a:lnTo>
                <a:lnTo>
                  <a:pt x="571500" y="752475"/>
                </a:lnTo>
                <a:close/>
                <a:moveTo>
                  <a:pt x="657225" y="733425"/>
                </a:moveTo>
                <a:lnTo>
                  <a:pt x="666750" y="733425"/>
                </a:lnTo>
                <a:lnTo>
                  <a:pt x="666750" y="752475"/>
                </a:lnTo>
                <a:lnTo>
                  <a:pt x="657225" y="752475"/>
                </a:lnTo>
                <a:close/>
                <a:moveTo>
                  <a:pt x="704850" y="733425"/>
                </a:moveTo>
                <a:lnTo>
                  <a:pt x="714375" y="733425"/>
                </a:lnTo>
                <a:lnTo>
                  <a:pt x="714375" y="752475"/>
                </a:lnTo>
                <a:lnTo>
                  <a:pt x="704850" y="752475"/>
                </a:lnTo>
                <a:close/>
                <a:moveTo>
                  <a:pt x="723900" y="733425"/>
                </a:moveTo>
                <a:lnTo>
                  <a:pt x="742950" y="733425"/>
                </a:lnTo>
                <a:lnTo>
                  <a:pt x="742950" y="752475"/>
                </a:lnTo>
                <a:lnTo>
                  <a:pt x="723900" y="752475"/>
                </a:lnTo>
                <a:close/>
                <a:moveTo>
                  <a:pt x="990600" y="733425"/>
                </a:moveTo>
                <a:lnTo>
                  <a:pt x="1000125" y="733425"/>
                </a:lnTo>
                <a:lnTo>
                  <a:pt x="1000125" y="742950"/>
                </a:lnTo>
                <a:lnTo>
                  <a:pt x="990600" y="742950"/>
                </a:lnTo>
                <a:close/>
                <a:moveTo>
                  <a:pt x="1123950" y="733425"/>
                </a:moveTo>
                <a:lnTo>
                  <a:pt x="1133475" y="733425"/>
                </a:lnTo>
                <a:lnTo>
                  <a:pt x="1133475" y="752475"/>
                </a:lnTo>
                <a:lnTo>
                  <a:pt x="1123950" y="752475"/>
                </a:lnTo>
                <a:close/>
                <a:moveTo>
                  <a:pt x="0" y="752475"/>
                </a:moveTo>
                <a:lnTo>
                  <a:pt x="9525" y="752475"/>
                </a:lnTo>
                <a:lnTo>
                  <a:pt x="9525" y="762000"/>
                </a:lnTo>
                <a:lnTo>
                  <a:pt x="19050" y="762000"/>
                </a:lnTo>
                <a:lnTo>
                  <a:pt x="19050" y="781050"/>
                </a:lnTo>
                <a:lnTo>
                  <a:pt x="0" y="781050"/>
                </a:lnTo>
                <a:close/>
                <a:moveTo>
                  <a:pt x="152400" y="752475"/>
                </a:moveTo>
                <a:lnTo>
                  <a:pt x="171450" y="752475"/>
                </a:lnTo>
                <a:lnTo>
                  <a:pt x="171450" y="762000"/>
                </a:lnTo>
                <a:lnTo>
                  <a:pt x="180975" y="762000"/>
                </a:lnTo>
                <a:lnTo>
                  <a:pt x="180975" y="781050"/>
                </a:lnTo>
                <a:lnTo>
                  <a:pt x="190500" y="781050"/>
                </a:lnTo>
                <a:lnTo>
                  <a:pt x="190500" y="809625"/>
                </a:lnTo>
                <a:lnTo>
                  <a:pt x="114300" y="809625"/>
                </a:lnTo>
                <a:lnTo>
                  <a:pt x="114300" y="790575"/>
                </a:lnTo>
                <a:lnTo>
                  <a:pt x="123825" y="790575"/>
                </a:lnTo>
                <a:lnTo>
                  <a:pt x="123825" y="781050"/>
                </a:lnTo>
                <a:lnTo>
                  <a:pt x="114300" y="781050"/>
                </a:lnTo>
                <a:lnTo>
                  <a:pt x="114300" y="771525"/>
                </a:lnTo>
                <a:lnTo>
                  <a:pt x="104775" y="771525"/>
                </a:lnTo>
                <a:lnTo>
                  <a:pt x="104775" y="762000"/>
                </a:lnTo>
                <a:lnTo>
                  <a:pt x="133350" y="762000"/>
                </a:lnTo>
                <a:lnTo>
                  <a:pt x="133350" y="771525"/>
                </a:lnTo>
                <a:lnTo>
                  <a:pt x="142875" y="771525"/>
                </a:lnTo>
                <a:lnTo>
                  <a:pt x="142875" y="790575"/>
                </a:lnTo>
                <a:lnTo>
                  <a:pt x="171450" y="790575"/>
                </a:lnTo>
                <a:lnTo>
                  <a:pt x="171450" y="781050"/>
                </a:lnTo>
                <a:lnTo>
                  <a:pt x="161925" y="781050"/>
                </a:lnTo>
                <a:lnTo>
                  <a:pt x="161925" y="771525"/>
                </a:lnTo>
                <a:lnTo>
                  <a:pt x="152400" y="771525"/>
                </a:lnTo>
                <a:close/>
                <a:moveTo>
                  <a:pt x="285750" y="752475"/>
                </a:moveTo>
                <a:lnTo>
                  <a:pt x="295275" y="752475"/>
                </a:lnTo>
                <a:lnTo>
                  <a:pt x="295275" y="762000"/>
                </a:lnTo>
                <a:lnTo>
                  <a:pt x="285750" y="762000"/>
                </a:lnTo>
                <a:close/>
                <a:moveTo>
                  <a:pt x="352425" y="752475"/>
                </a:moveTo>
                <a:lnTo>
                  <a:pt x="361950" y="752475"/>
                </a:lnTo>
                <a:lnTo>
                  <a:pt x="361950" y="762000"/>
                </a:lnTo>
                <a:lnTo>
                  <a:pt x="371475" y="762000"/>
                </a:lnTo>
                <a:lnTo>
                  <a:pt x="371475" y="771525"/>
                </a:lnTo>
                <a:lnTo>
                  <a:pt x="352425" y="771525"/>
                </a:lnTo>
                <a:close/>
                <a:moveTo>
                  <a:pt x="409575" y="752475"/>
                </a:moveTo>
                <a:lnTo>
                  <a:pt x="419100" y="752475"/>
                </a:lnTo>
                <a:lnTo>
                  <a:pt x="419100" y="809625"/>
                </a:lnTo>
                <a:lnTo>
                  <a:pt x="371475" y="809625"/>
                </a:lnTo>
                <a:lnTo>
                  <a:pt x="371475" y="800100"/>
                </a:lnTo>
                <a:lnTo>
                  <a:pt x="381000" y="800100"/>
                </a:lnTo>
                <a:lnTo>
                  <a:pt x="381000" y="790575"/>
                </a:lnTo>
                <a:lnTo>
                  <a:pt x="371475" y="790575"/>
                </a:lnTo>
                <a:lnTo>
                  <a:pt x="371475" y="781050"/>
                </a:lnTo>
                <a:lnTo>
                  <a:pt x="381000" y="781050"/>
                </a:lnTo>
                <a:lnTo>
                  <a:pt x="381000" y="790575"/>
                </a:lnTo>
                <a:lnTo>
                  <a:pt x="390525" y="790575"/>
                </a:lnTo>
                <a:lnTo>
                  <a:pt x="390525" y="771525"/>
                </a:lnTo>
                <a:lnTo>
                  <a:pt x="409575" y="771525"/>
                </a:lnTo>
                <a:close/>
                <a:moveTo>
                  <a:pt x="1171575" y="752475"/>
                </a:moveTo>
                <a:lnTo>
                  <a:pt x="1181100" y="752475"/>
                </a:lnTo>
                <a:lnTo>
                  <a:pt x="1181100" y="790575"/>
                </a:lnTo>
                <a:lnTo>
                  <a:pt x="1171575" y="790575"/>
                </a:lnTo>
                <a:lnTo>
                  <a:pt x="1171575" y="800100"/>
                </a:lnTo>
                <a:lnTo>
                  <a:pt x="1152525" y="800100"/>
                </a:lnTo>
                <a:lnTo>
                  <a:pt x="1152525" y="762000"/>
                </a:lnTo>
                <a:lnTo>
                  <a:pt x="1171575" y="762000"/>
                </a:lnTo>
                <a:close/>
                <a:moveTo>
                  <a:pt x="47625" y="762000"/>
                </a:moveTo>
                <a:lnTo>
                  <a:pt x="66675" y="762000"/>
                </a:lnTo>
                <a:lnTo>
                  <a:pt x="66675" y="781050"/>
                </a:lnTo>
                <a:lnTo>
                  <a:pt x="57150" y="781050"/>
                </a:lnTo>
                <a:lnTo>
                  <a:pt x="57150" y="771525"/>
                </a:lnTo>
                <a:lnTo>
                  <a:pt x="47625" y="771525"/>
                </a:lnTo>
                <a:close/>
                <a:moveTo>
                  <a:pt x="504825" y="762000"/>
                </a:moveTo>
                <a:lnTo>
                  <a:pt x="514350" y="762000"/>
                </a:lnTo>
                <a:lnTo>
                  <a:pt x="514350" y="781050"/>
                </a:lnTo>
                <a:lnTo>
                  <a:pt x="504825" y="781050"/>
                </a:lnTo>
                <a:close/>
                <a:moveTo>
                  <a:pt x="600075" y="762000"/>
                </a:moveTo>
                <a:lnTo>
                  <a:pt x="609600" y="762000"/>
                </a:lnTo>
                <a:lnTo>
                  <a:pt x="609600" y="771525"/>
                </a:lnTo>
                <a:lnTo>
                  <a:pt x="600075" y="771525"/>
                </a:lnTo>
                <a:close/>
                <a:moveTo>
                  <a:pt x="895350" y="762000"/>
                </a:moveTo>
                <a:lnTo>
                  <a:pt x="904875" y="762000"/>
                </a:lnTo>
                <a:lnTo>
                  <a:pt x="904875" y="781050"/>
                </a:lnTo>
                <a:lnTo>
                  <a:pt x="895350" y="781050"/>
                </a:lnTo>
                <a:close/>
                <a:moveTo>
                  <a:pt x="990600" y="762000"/>
                </a:moveTo>
                <a:lnTo>
                  <a:pt x="1000125" y="762000"/>
                </a:lnTo>
                <a:lnTo>
                  <a:pt x="1000125" y="771525"/>
                </a:lnTo>
                <a:lnTo>
                  <a:pt x="990600" y="771525"/>
                </a:lnTo>
                <a:close/>
                <a:moveTo>
                  <a:pt x="1085850" y="762000"/>
                </a:moveTo>
                <a:lnTo>
                  <a:pt x="1095375" y="762000"/>
                </a:lnTo>
                <a:lnTo>
                  <a:pt x="1095375" y="771525"/>
                </a:lnTo>
                <a:lnTo>
                  <a:pt x="1085850" y="771525"/>
                </a:lnTo>
                <a:close/>
                <a:moveTo>
                  <a:pt x="28575" y="771525"/>
                </a:moveTo>
                <a:lnTo>
                  <a:pt x="38100" y="771525"/>
                </a:lnTo>
                <a:lnTo>
                  <a:pt x="38100" y="781050"/>
                </a:lnTo>
                <a:lnTo>
                  <a:pt x="47625" y="781050"/>
                </a:lnTo>
                <a:lnTo>
                  <a:pt x="47625" y="800100"/>
                </a:lnTo>
                <a:lnTo>
                  <a:pt x="38100" y="800100"/>
                </a:lnTo>
                <a:lnTo>
                  <a:pt x="38100" y="809625"/>
                </a:lnTo>
                <a:lnTo>
                  <a:pt x="9525" y="809625"/>
                </a:lnTo>
                <a:lnTo>
                  <a:pt x="9525" y="800100"/>
                </a:lnTo>
                <a:lnTo>
                  <a:pt x="19050" y="800100"/>
                </a:lnTo>
                <a:lnTo>
                  <a:pt x="19050" y="790575"/>
                </a:lnTo>
                <a:lnTo>
                  <a:pt x="28575" y="790575"/>
                </a:lnTo>
                <a:close/>
                <a:moveTo>
                  <a:pt x="257175" y="771525"/>
                </a:moveTo>
                <a:lnTo>
                  <a:pt x="266700" y="771525"/>
                </a:lnTo>
                <a:lnTo>
                  <a:pt x="266700" y="781050"/>
                </a:lnTo>
                <a:lnTo>
                  <a:pt x="276225" y="781050"/>
                </a:lnTo>
                <a:lnTo>
                  <a:pt x="276225" y="790575"/>
                </a:lnTo>
                <a:lnTo>
                  <a:pt x="266700" y="790575"/>
                </a:lnTo>
                <a:lnTo>
                  <a:pt x="266700" y="800100"/>
                </a:lnTo>
                <a:lnTo>
                  <a:pt x="257175" y="800100"/>
                </a:lnTo>
                <a:lnTo>
                  <a:pt x="257175" y="809625"/>
                </a:lnTo>
                <a:lnTo>
                  <a:pt x="209550" y="809625"/>
                </a:lnTo>
                <a:lnTo>
                  <a:pt x="209550" y="800100"/>
                </a:lnTo>
                <a:lnTo>
                  <a:pt x="219075" y="800100"/>
                </a:lnTo>
                <a:lnTo>
                  <a:pt x="219075" y="790575"/>
                </a:lnTo>
                <a:lnTo>
                  <a:pt x="238125" y="790575"/>
                </a:lnTo>
                <a:lnTo>
                  <a:pt x="238125" y="781050"/>
                </a:lnTo>
                <a:lnTo>
                  <a:pt x="257175" y="781050"/>
                </a:lnTo>
                <a:close/>
                <a:moveTo>
                  <a:pt x="447675" y="771525"/>
                </a:moveTo>
                <a:lnTo>
                  <a:pt x="466725" y="771525"/>
                </a:lnTo>
                <a:lnTo>
                  <a:pt x="466725" y="790575"/>
                </a:lnTo>
                <a:lnTo>
                  <a:pt x="438150" y="790575"/>
                </a:lnTo>
                <a:lnTo>
                  <a:pt x="438150" y="781050"/>
                </a:lnTo>
                <a:lnTo>
                  <a:pt x="447675" y="781050"/>
                </a:lnTo>
                <a:close/>
                <a:moveTo>
                  <a:pt x="781050" y="771525"/>
                </a:moveTo>
                <a:lnTo>
                  <a:pt x="790575" y="771525"/>
                </a:lnTo>
                <a:lnTo>
                  <a:pt x="790575" y="781050"/>
                </a:lnTo>
                <a:lnTo>
                  <a:pt x="781050" y="781050"/>
                </a:lnTo>
                <a:close/>
                <a:moveTo>
                  <a:pt x="828675" y="771525"/>
                </a:moveTo>
                <a:lnTo>
                  <a:pt x="838200" y="771525"/>
                </a:lnTo>
                <a:lnTo>
                  <a:pt x="838200" y="781050"/>
                </a:lnTo>
                <a:lnTo>
                  <a:pt x="857250" y="781050"/>
                </a:lnTo>
                <a:lnTo>
                  <a:pt x="857250" y="790575"/>
                </a:lnTo>
                <a:lnTo>
                  <a:pt x="828675" y="790575"/>
                </a:lnTo>
                <a:lnTo>
                  <a:pt x="828675" y="809625"/>
                </a:lnTo>
                <a:lnTo>
                  <a:pt x="800100" y="809625"/>
                </a:lnTo>
                <a:lnTo>
                  <a:pt x="800100" y="800100"/>
                </a:lnTo>
                <a:lnTo>
                  <a:pt x="809625" y="800100"/>
                </a:lnTo>
                <a:lnTo>
                  <a:pt x="809625" y="790575"/>
                </a:lnTo>
                <a:lnTo>
                  <a:pt x="819150" y="790575"/>
                </a:lnTo>
                <a:lnTo>
                  <a:pt x="819150" y="781050"/>
                </a:lnTo>
                <a:lnTo>
                  <a:pt x="828675" y="781050"/>
                </a:lnTo>
                <a:close/>
                <a:moveTo>
                  <a:pt x="866775" y="781050"/>
                </a:moveTo>
                <a:lnTo>
                  <a:pt x="895350" y="781050"/>
                </a:lnTo>
                <a:lnTo>
                  <a:pt x="895350" y="790575"/>
                </a:lnTo>
                <a:lnTo>
                  <a:pt x="876300" y="790575"/>
                </a:lnTo>
                <a:lnTo>
                  <a:pt x="876300" y="809625"/>
                </a:lnTo>
                <a:lnTo>
                  <a:pt x="847725" y="809625"/>
                </a:lnTo>
                <a:lnTo>
                  <a:pt x="847725" y="800100"/>
                </a:lnTo>
                <a:lnTo>
                  <a:pt x="857250" y="800100"/>
                </a:lnTo>
                <a:lnTo>
                  <a:pt x="857250" y="790575"/>
                </a:lnTo>
                <a:lnTo>
                  <a:pt x="866775" y="790575"/>
                </a:lnTo>
                <a:close/>
                <a:moveTo>
                  <a:pt x="1028700" y="781050"/>
                </a:moveTo>
                <a:lnTo>
                  <a:pt x="1038225" y="781050"/>
                </a:lnTo>
                <a:lnTo>
                  <a:pt x="1038225" y="790575"/>
                </a:lnTo>
                <a:lnTo>
                  <a:pt x="1028700" y="790575"/>
                </a:lnTo>
                <a:close/>
                <a:moveTo>
                  <a:pt x="400050" y="790575"/>
                </a:moveTo>
                <a:lnTo>
                  <a:pt x="409575" y="790575"/>
                </a:lnTo>
                <a:lnTo>
                  <a:pt x="409575" y="781050"/>
                </a:lnTo>
                <a:lnTo>
                  <a:pt x="400050" y="781050"/>
                </a:lnTo>
                <a:close/>
                <a:moveTo>
                  <a:pt x="238125" y="800100"/>
                </a:moveTo>
                <a:lnTo>
                  <a:pt x="247650" y="800100"/>
                </a:lnTo>
                <a:lnTo>
                  <a:pt x="247650" y="790575"/>
                </a:lnTo>
                <a:lnTo>
                  <a:pt x="238125" y="790575"/>
                </a:lnTo>
                <a:close/>
              </a:path>
            </a:pathLst>
          </a:custGeom>
          <a:solidFill xmlns:a="http://schemas.openxmlformats.org/drawingml/2006/main">
            <a:srgbClr val="F9F8F4"/>
          </a:solidFill>
          <a:ln xmlns:a="http://schemas.openxmlformats.org/drawingml/2006/main" w="0">
            <a:noFill/>
          </a:ln>
        </p:spPr>
      </p:sp>
      <p:sp>
        <p:nvSpPr>
          <p:cNvPr id="102" name="v10 vector #f9f8f3">
            <a:extLst xmlns:a="http://schemas.openxmlformats.org/drawingml/2006/main">
              <a:ext uri="{FF2B5EF4-FFF2-40B4-BE49-F238E27FC236}">
                <a16:creationId xmlns:a16="http://schemas.microsoft.com/office/drawing/2014/main" id="{E47A4007-BA5D-4114-AA14-A5BC1E9971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5350" y="3609975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28575" y="0"/>
                </a:moveTo>
                <a:lnTo>
                  <a:pt x="38100" y="0"/>
                </a:lnTo>
                <a:lnTo>
                  <a:pt x="38100" y="9525"/>
                </a:lnTo>
                <a:lnTo>
                  <a:pt x="28575" y="9525"/>
                </a:lnTo>
                <a:close/>
                <a:moveTo>
                  <a:pt x="47625" y="0"/>
                </a:moveTo>
                <a:lnTo>
                  <a:pt x="66675" y="0"/>
                </a:lnTo>
                <a:lnTo>
                  <a:pt x="66675" y="9525"/>
                </a:lnTo>
                <a:lnTo>
                  <a:pt x="47625" y="9525"/>
                </a:lnTo>
                <a:close/>
                <a:moveTo>
                  <a:pt x="123825" y="0"/>
                </a:moveTo>
                <a:lnTo>
                  <a:pt x="142875" y="0"/>
                </a:lnTo>
                <a:lnTo>
                  <a:pt x="142875" y="19050"/>
                </a:lnTo>
                <a:lnTo>
                  <a:pt x="133350" y="19050"/>
                </a:lnTo>
                <a:lnTo>
                  <a:pt x="133350" y="28575"/>
                </a:lnTo>
                <a:lnTo>
                  <a:pt x="123825" y="28575"/>
                </a:lnTo>
                <a:close/>
                <a:moveTo>
                  <a:pt x="476250" y="0"/>
                </a:moveTo>
                <a:lnTo>
                  <a:pt x="495300" y="0"/>
                </a:lnTo>
                <a:lnTo>
                  <a:pt x="495300" y="19050"/>
                </a:lnTo>
                <a:lnTo>
                  <a:pt x="476250" y="19050"/>
                </a:lnTo>
                <a:close/>
                <a:moveTo>
                  <a:pt x="809625" y="0"/>
                </a:moveTo>
                <a:lnTo>
                  <a:pt x="819150" y="0"/>
                </a:lnTo>
                <a:lnTo>
                  <a:pt x="819150" y="9525"/>
                </a:lnTo>
                <a:lnTo>
                  <a:pt x="809625" y="9525"/>
                </a:lnTo>
                <a:close/>
                <a:moveTo>
                  <a:pt x="885825" y="0"/>
                </a:moveTo>
                <a:lnTo>
                  <a:pt x="895350" y="0"/>
                </a:lnTo>
                <a:lnTo>
                  <a:pt x="895350" y="9525"/>
                </a:lnTo>
                <a:lnTo>
                  <a:pt x="885825" y="9525"/>
                </a:lnTo>
                <a:close/>
                <a:moveTo>
                  <a:pt x="1190625" y="0"/>
                </a:moveTo>
                <a:lnTo>
                  <a:pt x="1209675" y="0"/>
                </a:lnTo>
                <a:lnTo>
                  <a:pt x="1209675" y="9525"/>
                </a:lnTo>
                <a:lnTo>
                  <a:pt x="1190625" y="9525"/>
                </a:lnTo>
                <a:close/>
                <a:moveTo>
                  <a:pt x="9525" y="19050"/>
                </a:moveTo>
                <a:lnTo>
                  <a:pt x="38100" y="19050"/>
                </a:lnTo>
                <a:lnTo>
                  <a:pt x="38100" y="28575"/>
                </a:lnTo>
                <a:lnTo>
                  <a:pt x="47625" y="28575"/>
                </a:lnTo>
                <a:lnTo>
                  <a:pt x="47625" y="38100"/>
                </a:lnTo>
                <a:lnTo>
                  <a:pt x="38100" y="38100"/>
                </a:lnTo>
                <a:lnTo>
                  <a:pt x="38100" y="47625"/>
                </a:lnTo>
                <a:lnTo>
                  <a:pt x="28575" y="47625"/>
                </a:lnTo>
                <a:lnTo>
                  <a:pt x="28575" y="38100"/>
                </a:lnTo>
                <a:lnTo>
                  <a:pt x="19050" y="38100"/>
                </a:lnTo>
                <a:lnTo>
                  <a:pt x="19050" y="28575"/>
                </a:lnTo>
                <a:lnTo>
                  <a:pt x="9525" y="28575"/>
                </a:lnTo>
                <a:close/>
                <a:moveTo>
                  <a:pt x="142875" y="19050"/>
                </a:moveTo>
                <a:lnTo>
                  <a:pt x="161925" y="19050"/>
                </a:lnTo>
                <a:lnTo>
                  <a:pt x="161925" y="28575"/>
                </a:lnTo>
                <a:lnTo>
                  <a:pt x="152400" y="28575"/>
                </a:lnTo>
                <a:lnTo>
                  <a:pt x="152400" y="38100"/>
                </a:lnTo>
                <a:lnTo>
                  <a:pt x="142875" y="38100"/>
                </a:lnTo>
                <a:close/>
                <a:moveTo>
                  <a:pt x="895350" y="19050"/>
                </a:moveTo>
                <a:lnTo>
                  <a:pt x="904875" y="19050"/>
                </a:lnTo>
                <a:lnTo>
                  <a:pt x="904875" y="28575"/>
                </a:lnTo>
                <a:lnTo>
                  <a:pt x="895350" y="28575"/>
                </a:lnTo>
                <a:close/>
                <a:moveTo>
                  <a:pt x="942975" y="19050"/>
                </a:moveTo>
                <a:lnTo>
                  <a:pt x="952500" y="19050"/>
                </a:lnTo>
                <a:lnTo>
                  <a:pt x="952500" y="28575"/>
                </a:lnTo>
                <a:lnTo>
                  <a:pt x="942975" y="28575"/>
                </a:lnTo>
                <a:close/>
                <a:moveTo>
                  <a:pt x="1038225" y="19050"/>
                </a:moveTo>
                <a:lnTo>
                  <a:pt x="1066800" y="19050"/>
                </a:lnTo>
                <a:lnTo>
                  <a:pt x="1066800" y="38100"/>
                </a:lnTo>
                <a:lnTo>
                  <a:pt x="1038225" y="38100"/>
                </a:lnTo>
                <a:close/>
                <a:moveTo>
                  <a:pt x="457200" y="28575"/>
                </a:moveTo>
                <a:lnTo>
                  <a:pt x="466725" y="28575"/>
                </a:lnTo>
                <a:lnTo>
                  <a:pt x="466725" y="47625"/>
                </a:lnTo>
                <a:lnTo>
                  <a:pt x="457200" y="47625"/>
                </a:lnTo>
                <a:close/>
                <a:moveTo>
                  <a:pt x="914400" y="28575"/>
                </a:moveTo>
                <a:lnTo>
                  <a:pt x="923925" y="28575"/>
                </a:lnTo>
                <a:lnTo>
                  <a:pt x="923925" y="38100"/>
                </a:lnTo>
                <a:lnTo>
                  <a:pt x="914400" y="38100"/>
                </a:lnTo>
                <a:close/>
                <a:moveTo>
                  <a:pt x="1143000" y="28575"/>
                </a:moveTo>
                <a:lnTo>
                  <a:pt x="1152525" y="28575"/>
                </a:lnTo>
                <a:lnTo>
                  <a:pt x="1152525" y="38100"/>
                </a:lnTo>
                <a:lnTo>
                  <a:pt x="1143000" y="38100"/>
                </a:lnTo>
                <a:close/>
                <a:moveTo>
                  <a:pt x="152400" y="38100"/>
                </a:moveTo>
                <a:lnTo>
                  <a:pt x="161925" y="38100"/>
                </a:lnTo>
                <a:lnTo>
                  <a:pt x="161925" y="47625"/>
                </a:lnTo>
                <a:lnTo>
                  <a:pt x="152400" y="47625"/>
                </a:lnTo>
                <a:close/>
                <a:moveTo>
                  <a:pt x="609600" y="38100"/>
                </a:moveTo>
                <a:lnTo>
                  <a:pt x="628650" y="38100"/>
                </a:lnTo>
                <a:lnTo>
                  <a:pt x="628650" y="47625"/>
                </a:lnTo>
                <a:lnTo>
                  <a:pt x="638175" y="47625"/>
                </a:lnTo>
                <a:lnTo>
                  <a:pt x="638175" y="57150"/>
                </a:lnTo>
                <a:lnTo>
                  <a:pt x="609600" y="57150"/>
                </a:lnTo>
                <a:lnTo>
                  <a:pt x="609600" y="95250"/>
                </a:lnTo>
                <a:lnTo>
                  <a:pt x="590550" y="95250"/>
                </a:lnTo>
                <a:lnTo>
                  <a:pt x="590550" y="104775"/>
                </a:lnTo>
                <a:lnTo>
                  <a:pt x="581025" y="104775"/>
                </a:lnTo>
                <a:lnTo>
                  <a:pt x="581025" y="85725"/>
                </a:lnTo>
                <a:lnTo>
                  <a:pt x="571500" y="85725"/>
                </a:lnTo>
                <a:lnTo>
                  <a:pt x="571500" y="76200"/>
                </a:lnTo>
                <a:lnTo>
                  <a:pt x="561975" y="76200"/>
                </a:lnTo>
                <a:lnTo>
                  <a:pt x="561975" y="66675"/>
                </a:lnTo>
                <a:lnTo>
                  <a:pt x="571500" y="66675"/>
                </a:lnTo>
                <a:lnTo>
                  <a:pt x="571500" y="57150"/>
                </a:lnTo>
                <a:lnTo>
                  <a:pt x="590550" y="57150"/>
                </a:lnTo>
                <a:lnTo>
                  <a:pt x="590550" y="47625"/>
                </a:lnTo>
                <a:lnTo>
                  <a:pt x="609600" y="47625"/>
                </a:lnTo>
                <a:close/>
                <a:moveTo>
                  <a:pt x="314325" y="66675"/>
                </a:moveTo>
                <a:lnTo>
                  <a:pt x="333375" y="66675"/>
                </a:lnTo>
                <a:lnTo>
                  <a:pt x="333375" y="76200"/>
                </a:lnTo>
                <a:lnTo>
                  <a:pt x="314325" y="76200"/>
                </a:lnTo>
                <a:close/>
                <a:moveTo>
                  <a:pt x="485775" y="66675"/>
                </a:moveTo>
                <a:lnTo>
                  <a:pt x="514350" y="66675"/>
                </a:lnTo>
                <a:lnTo>
                  <a:pt x="514350" y="85725"/>
                </a:lnTo>
                <a:lnTo>
                  <a:pt x="504825" y="85725"/>
                </a:lnTo>
                <a:lnTo>
                  <a:pt x="504825" y="95250"/>
                </a:lnTo>
                <a:lnTo>
                  <a:pt x="485775" y="95250"/>
                </a:lnTo>
                <a:close/>
                <a:moveTo>
                  <a:pt x="0" y="76200"/>
                </a:moveTo>
                <a:lnTo>
                  <a:pt x="19050" y="76200"/>
                </a:lnTo>
                <a:lnTo>
                  <a:pt x="19050" y="85725"/>
                </a:lnTo>
                <a:lnTo>
                  <a:pt x="28575" y="85725"/>
                </a:lnTo>
                <a:lnTo>
                  <a:pt x="28575" y="95250"/>
                </a:lnTo>
                <a:lnTo>
                  <a:pt x="0" y="95250"/>
                </a:lnTo>
                <a:close/>
                <a:moveTo>
                  <a:pt x="200025" y="76200"/>
                </a:moveTo>
                <a:lnTo>
                  <a:pt x="209550" y="76200"/>
                </a:lnTo>
                <a:lnTo>
                  <a:pt x="209550" y="85725"/>
                </a:lnTo>
                <a:lnTo>
                  <a:pt x="200025" y="85725"/>
                </a:lnTo>
                <a:close/>
                <a:moveTo>
                  <a:pt x="409575" y="76200"/>
                </a:moveTo>
                <a:lnTo>
                  <a:pt x="428625" y="76200"/>
                </a:lnTo>
                <a:lnTo>
                  <a:pt x="428625" y="95250"/>
                </a:lnTo>
                <a:lnTo>
                  <a:pt x="419100" y="95250"/>
                </a:lnTo>
                <a:lnTo>
                  <a:pt x="419100" y="114300"/>
                </a:lnTo>
                <a:lnTo>
                  <a:pt x="400050" y="114300"/>
                </a:lnTo>
                <a:lnTo>
                  <a:pt x="400050" y="104775"/>
                </a:lnTo>
                <a:lnTo>
                  <a:pt x="409575" y="104775"/>
                </a:lnTo>
                <a:close/>
                <a:moveTo>
                  <a:pt x="1038225" y="76200"/>
                </a:moveTo>
                <a:lnTo>
                  <a:pt x="1047750" y="76200"/>
                </a:lnTo>
                <a:lnTo>
                  <a:pt x="1047750" y="85725"/>
                </a:lnTo>
                <a:lnTo>
                  <a:pt x="1057275" y="85725"/>
                </a:lnTo>
                <a:lnTo>
                  <a:pt x="1057275" y="95250"/>
                </a:lnTo>
                <a:lnTo>
                  <a:pt x="1038225" y="95250"/>
                </a:lnTo>
                <a:close/>
                <a:moveTo>
                  <a:pt x="447675" y="85725"/>
                </a:moveTo>
                <a:lnTo>
                  <a:pt x="457200" y="85725"/>
                </a:lnTo>
                <a:lnTo>
                  <a:pt x="457200" y="95250"/>
                </a:lnTo>
                <a:lnTo>
                  <a:pt x="447675" y="95250"/>
                </a:lnTo>
                <a:close/>
                <a:moveTo>
                  <a:pt x="933450" y="85725"/>
                </a:moveTo>
                <a:lnTo>
                  <a:pt x="942975" y="85725"/>
                </a:lnTo>
                <a:lnTo>
                  <a:pt x="942975" y="95250"/>
                </a:lnTo>
                <a:lnTo>
                  <a:pt x="933450" y="95250"/>
                </a:lnTo>
                <a:close/>
                <a:moveTo>
                  <a:pt x="609600" y="95250"/>
                </a:moveTo>
                <a:lnTo>
                  <a:pt x="619125" y="95250"/>
                </a:lnTo>
                <a:lnTo>
                  <a:pt x="619125" y="104775"/>
                </a:lnTo>
                <a:lnTo>
                  <a:pt x="609600" y="104775"/>
                </a:lnTo>
                <a:close/>
                <a:moveTo>
                  <a:pt x="800100" y="95250"/>
                </a:moveTo>
                <a:lnTo>
                  <a:pt x="819150" y="95250"/>
                </a:lnTo>
                <a:lnTo>
                  <a:pt x="819150" y="123825"/>
                </a:lnTo>
                <a:lnTo>
                  <a:pt x="809625" y="123825"/>
                </a:lnTo>
                <a:lnTo>
                  <a:pt x="809625" y="114300"/>
                </a:lnTo>
                <a:lnTo>
                  <a:pt x="800100" y="114300"/>
                </a:lnTo>
                <a:close/>
                <a:moveTo>
                  <a:pt x="133350" y="104775"/>
                </a:moveTo>
                <a:lnTo>
                  <a:pt x="142875" y="104775"/>
                </a:lnTo>
                <a:lnTo>
                  <a:pt x="142875" y="114300"/>
                </a:lnTo>
                <a:lnTo>
                  <a:pt x="133350" y="114300"/>
                </a:lnTo>
                <a:close/>
                <a:moveTo>
                  <a:pt x="152400" y="104775"/>
                </a:moveTo>
                <a:lnTo>
                  <a:pt x="161925" y="104775"/>
                </a:lnTo>
                <a:lnTo>
                  <a:pt x="161925" y="114300"/>
                </a:lnTo>
                <a:lnTo>
                  <a:pt x="180975" y="114300"/>
                </a:lnTo>
                <a:lnTo>
                  <a:pt x="180975" y="104775"/>
                </a:lnTo>
                <a:lnTo>
                  <a:pt x="200025" y="104775"/>
                </a:lnTo>
                <a:lnTo>
                  <a:pt x="200025" y="114300"/>
                </a:lnTo>
                <a:lnTo>
                  <a:pt x="180975" y="114300"/>
                </a:lnTo>
                <a:lnTo>
                  <a:pt x="180975" y="123825"/>
                </a:lnTo>
                <a:lnTo>
                  <a:pt x="152400" y="123825"/>
                </a:lnTo>
                <a:close/>
                <a:moveTo>
                  <a:pt x="561975" y="104775"/>
                </a:moveTo>
                <a:lnTo>
                  <a:pt x="571500" y="104775"/>
                </a:lnTo>
                <a:lnTo>
                  <a:pt x="571500" y="114300"/>
                </a:lnTo>
                <a:lnTo>
                  <a:pt x="561975" y="114300"/>
                </a:lnTo>
                <a:close/>
                <a:moveTo>
                  <a:pt x="847725" y="114300"/>
                </a:moveTo>
                <a:lnTo>
                  <a:pt x="857250" y="114300"/>
                </a:lnTo>
                <a:lnTo>
                  <a:pt x="857250" y="123825"/>
                </a:lnTo>
                <a:lnTo>
                  <a:pt x="847725" y="123825"/>
                </a:lnTo>
                <a:close/>
                <a:moveTo>
                  <a:pt x="19050" y="123825"/>
                </a:moveTo>
                <a:lnTo>
                  <a:pt x="47625" y="123825"/>
                </a:lnTo>
                <a:lnTo>
                  <a:pt x="47625" y="133350"/>
                </a:lnTo>
                <a:lnTo>
                  <a:pt x="28575" y="133350"/>
                </a:lnTo>
                <a:lnTo>
                  <a:pt x="28575" y="142875"/>
                </a:lnTo>
                <a:lnTo>
                  <a:pt x="19050" y="142875"/>
                </a:lnTo>
                <a:close/>
                <a:moveTo>
                  <a:pt x="352425" y="123825"/>
                </a:moveTo>
                <a:lnTo>
                  <a:pt x="361950" y="123825"/>
                </a:lnTo>
                <a:lnTo>
                  <a:pt x="361950" y="133350"/>
                </a:lnTo>
                <a:lnTo>
                  <a:pt x="352425" y="133350"/>
                </a:lnTo>
                <a:close/>
                <a:moveTo>
                  <a:pt x="542925" y="123825"/>
                </a:moveTo>
                <a:lnTo>
                  <a:pt x="552450" y="123825"/>
                </a:lnTo>
                <a:lnTo>
                  <a:pt x="552450" y="133350"/>
                </a:lnTo>
                <a:lnTo>
                  <a:pt x="561975" y="133350"/>
                </a:lnTo>
                <a:lnTo>
                  <a:pt x="561975" y="142875"/>
                </a:lnTo>
                <a:lnTo>
                  <a:pt x="542925" y="142875"/>
                </a:lnTo>
                <a:close/>
                <a:moveTo>
                  <a:pt x="923925" y="142875"/>
                </a:moveTo>
                <a:lnTo>
                  <a:pt x="933450" y="142875"/>
                </a:lnTo>
                <a:lnTo>
                  <a:pt x="933450" y="152400"/>
                </a:lnTo>
                <a:lnTo>
                  <a:pt x="942975" y="152400"/>
                </a:lnTo>
                <a:lnTo>
                  <a:pt x="942975" y="161925"/>
                </a:lnTo>
                <a:lnTo>
                  <a:pt x="933450" y="161925"/>
                </a:lnTo>
                <a:lnTo>
                  <a:pt x="933450" y="171450"/>
                </a:lnTo>
                <a:lnTo>
                  <a:pt x="923925" y="171450"/>
                </a:lnTo>
                <a:close/>
                <a:moveTo>
                  <a:pt x="1019175" y="142875"/>
                </a:moveTo>
                <a:lnTo>
                  <a:pt x="1028700" y="142875"/>
                </a:lnTo>
                <a:lnTo>
                  <a:pt x="1028700" y="152400"/>
                </a:lnTo>
                <a:lnTo>
                  <a:pt x="1038225" y="152400"/>
                </a:lnTo>
                <a:lnTo>
                  <a:pt x="1038225" y="171450"/>
                </a:lnTo>
                <a:lnTo>
                  <a:pt x="1028700" y="171450"/>
                </a:lnTo>
                <a:lnTo>
                  <a:pt x="1028700" y="161925"/>
                </a:lnTo>
                <a:lnTo>
                  <a:pt x="1019175" y="161925"/>
                </a:lnTo>
                <a:close/>
                <a:moveTo>
                  <a:pt x="866775" y="152400"/>
                </a:moveTo>
                <a:lnTo>
                  <a:pt x="876300" y="152400"/>
                </a:lnTo>
                <a:lnTo>
                  <a:pt x="876300" y="161925"/>
                </a:lnTo>
                <a:lnTo>
                  <a:pt x="866775" y="161925"/>
                </a:lnTo>
                <a:close/>
                <a:moveTo>
                  <a:pt x="57150" y="161925"/>
                </a:moveTo>
                <a:lnTo>
                  <a:pt x="66675" y="161925"/>
                </a:lnTo>
                <a:lnTo>
                  <a:pt x="66675" y="171450"/>
                </a:lnTo>
                <a:lnTo>
                  <a:pt x="57150" y="171450"/>
                </a:lnTo>
                <a:close/>
                <a:moveTo>
                  <a:pt x="47625" y="171450"/>
                </a:moveTo>
                <a:lnTo>
                  <a:pt x="57150" y="171450"/>
                </a:lnTo>
                <a:lnTo>
                  <a:pt x="57150" y="180975"/>
                </a:lnTo>
                <a:lnTo>
                  <a:pt x="66675" y="180975"/>
                </a:lnTo>
                <a:lnTo>
                  <a:pt x="66675" y="190500"/>
                </a:lnTo>
                <a:lnTo>
                  <a:pt x="47625" y="190500"/>
                </a:lnTo>
                <a:close/>
                <a:moveTo>
                  <a:pt x="76200" y="171450"/>
                </a:moveTo>
                <a:lnTo>
                  <a:pt x="85725" y="171450"/>
                </a:lnTo>
                <a:lnTo>
                  <a:pt x="85725" y="180975"/>
                </a:lnTo>
                <a:lnTo>
                  <a:pt x="76200" y="180975"/>
                </a:lnTo>
                <a:close/>
                <a:moveTo>
                  <a:pt x="990600" y="171450"/>
                </a:moveTo>
                <a:lnTo>
                  <a:pt x="1000125" y="171450"/>
                </a:lnTo>
                <a:lnTo>
                  <a:pt x="1000125" y="200025"/>
                </a:lnTo>
                <a:lnTo>
                  <a:pt x="990600" y="200025"/>
                </a:lnTo>
                <a:close/>
                <a:moveTo>
                  <a:pt x="95250" y="180975"/>
                </a:moveTo>
                <a:lnTo>
                  <a:pt x="104775" y="180975"/>
                </a:lnTo>
                <a:lnTo>
                  <a:pt x="104775" y="190500"/>
                </a:lnTo>
                <a:lnTo>
                  <a:pt x="95250" y="190500"/>
                </a:lnTo>
                <a:close/>
                <a:moveTo>
                  <a:pt x="19050" y="190500"/>
                </a:moveTo>
                <a:lnTo>
                  <a:pt x="28575" y="190500"/>
                </a:lnTo>
                <a:lnTo>
                  <a:pt x="28575" y="219075"/>
                </a:lnTo>
                <a:lnTo>
                  <a:pt x="9525" y="219075"/>
                </a:lnTo>
                <a:lnTo>
                  <a:pt x="9525" y="200025"/>
                </a:lnTo>
                <a:lnTo>
                  <a:pt x="19050" y="200025"/>
                </a:lnTo>
                <a:close/>
                <a:moveTo>
                  <a:pt x="819150" y="371475"/>
                </a:moveTo>
                <a:lnTo>
                  <a:pt x="847725" y="371475"/>
                </a:lnTo>
                <a:lnTo>
                  <a:pt x="847725" y="381000"/>
                </a:lnTo>
                <a:lnTo>
                  <a:pt x="819150" y="381000"/>
                </a:lnTo>
                <a:close/>
                <a:moveTo>
                  <a:pt x="962025" y="381000"/>
                </a:moveTo>
                <a:lnTo>
                  <a:pt x="981075" y="381000"/>
                </a:lnTo>
                <a:lnTo>
                  <a:pt x="981075" y="390525"/>
                </a:lnTo>
                <a:lnTo>
                  <a:pt x="971550" y="390525"/>
                </a:lnTo>
                <a:lnTo>
                  <a:pt x="971550" y="400050"/>
                </a:lnTo>
                <a:lnTo>
                  <a:pt x="962025" y="400050"/>
                </a:lnTo>
                <a:close/>
                <a:moveTo>
                  <a:pt x="895350" y="390525"/>
                </a:moveTo>
                <a:lnTo>
                  <a:pt x="904875" y="390525"/>
                </a:lnTo>
                <a:lnTo>
                  <a:pt x="904875" y="400050"/>
                </a:lnTo>
                <a:lnTo>
                  <a:pt x="895350" y="400050"/>
                </a:lnTo>
                <a:close/>
                <a:moveTo>
                  <a:pt x="1047750" y="390525"/>
                </a:moveTo>
                <a:lnTo>
                  <a:pt x="1057275" y="390525"/>
                </a:lnTo>
                <a:lnTo>
                  <a:pt x="1057275" y="409575"/>
                </a:lnTo>
                <a:lnTo>
                  <a:pt x="1066800" y="409575"/>
                </a:lnTo>
                <a:lnTo>
                  <a:pt x="1066800" y="428625"/>
                </a:lnTo>
                <a:lnTo>
                  <a:pt x="1057275" y="428625"/>
                </a:lnTo>
                <a:lnTo>
                  <a:pt x="1057275" y="438150"/>
                </a:lnTo>
                <a:lnTo>
                  <a:pt x="1038225" y="438150"/>
                </a:lnTo>
                <a:lnTo>
                  <a:pt x="1038225" y="447675"/>
                </a:lnTo>
                <a:lnTo>
                  <a:pt x="1028700" y="447675"/>
                </a:lnTo>
                <a:lnTo>
                  <a:pt x="1028700" y="419100"/>
                </a:lnTo>
                <a:lnTo>
                  <a:pt x="1047750" y="419100"/>
                </a:lnTo>
                <a:close/>
                <a:moveTo>
                  <a:pt x="866775" y="400050"/>
                </a:moveTo>
                <a:lnTo>
                  <a:pt x="885825" y="400050"/>
                </a:lnTo>
                <a:lnTo>
                  <a:pt x="885825" y="409575"/>
                </a:lnTo>
                <a:lnTo>
                  <a:pt x="876300" y="409575"/>
                </a:lnTo>
                <a:lnTo>
                  <a:pt x="876300" y="428625"/>
                </a:lnTo>
                <a:lnTo>
                  <a:pt x="866775" y="428625"/>
                </a:lnTo>
                <a:close/>
                <a:moveTo>
                  <a:pt x="904875" y="400050"/>
                </a:moveTo>
                <a:lnTo>
                  <a:pt x="923925" y="400050"/>
                </a:lnTo>
                <a:lnTo>
                  <a:pt x="923925" y="409575"/>
                </a:lnTo>
                <a:lnTo>
                  <a:pt x="904875" y="409575"/>
                </a:lnTo>
                <a:close/>
                <a:moveTo>
                  <a:pt x="57150" y="419100"/>
                </a:moveTo>
                <a:lnTo>
                  <a:pt x="66675" y="419100"/>
                </a:lnTo>
                <a:lnTo>
                  <a:pt x="66675" y="428625"/>
                </a:lnTo>
                <a:lnTo>
                  <a:pt x="57150" y="428625"/>
                </a:lnTo>
                <a:close/>
                <a:moveTo>
                  <a:pt x="600075" y="438150"/>
                </a:moveTo>
                <a:lnTo>
                  <a:pt x="628650" y="438150"/>
                </a:lnTo>
                <a:lnTo>
                  <a:pt x="628650" y="447675"/>
                </a:lnTo>
                <a:lnTo>
                  <a:pt x="600075" y="447675"/>
                </a:lnTo>
                <a:close/>
                <a:moveTo>
                  <a:pt x="619125" y="514350"/>
                </a:moveTo>
                <a:lnTo>
                  <a:pt x="628650" y="514350"/>
                </a:lnTo>
                <a:lnTo>
                  <a:pt x="628650" y="533400"/>
                </a:lnTo>
                <a:lnTo>
                  <a:pt x="609600" y="533400"/>
                </a:lnTo>
                <a:lnTo>
                  <a:pt x="609600" y="523875"/>
                </a:lnTo>
                <a:lnTo>
                  <a:pt x="619125" y="523875"/>
                </a:lnTo>
                <a:close/>
                <a:moveTo>
                  <a:pt x="638175" y="523875"/>
                </a:moveTo>
                <a:lnTo>
                  <a:pt x="647700" y="523875"/>
                </a:lnTo>
                <a:lnTo>
                  <a:pt x="647700" y="533400"/>
                </a:lnTo>
                <a:lnTo>
                  <a:pt x="638175" y="533400"/>
                </a:lnTo>
                <a:close/>
                <a:moveTo>
                  <a:pt x="628650" y="533400"/>
                </a:moveTo>
                <a:lnTo>
                  <a:pt x="638175" y="533400"/>
                </a:lnTo>
                <a:lnTo>
                  <a:pt x="638175" y="542925"/>
                </a:lnTo>
                <a:lnTo>
                  <a:pt x="628650" y="542925"/>
                </a:lnTo>
                <a:close/>
                <a:moveTo>
                  <a:pt x="19050" y="552450"/>
                </a:moveTo>
                <a:lnTo>
                  <a:pt x="38100" y="552450"/>
                </a:lnTo>
                <a:lnTo>
                  <a:pt x="38100" y="561975"/>
                </a:lnTo>
                <a:lnTo>
                  <a:pt x="28575" y="561975"/>
                </a:lnTo>
                <a:lnTo>
                  <a:pt x="28575" y="571500"/>
                </a:lnTo>
                <a:lnTo>
                  <a:pt x="19050" y="571500"/>
                </a:lnTo>
                <a:close/>
                <a:moveTo>
                  <a:pt x="581025" y="552450"/>
                </a:moveTo>
                <a:lnTo>
                  <a:pt x="590550" y="552450"/>
                </a:lnTo>
                <a:lnTo>
                  <a:pt x="590550" y="561975"/>
                </a:lnTo>
                <a:lnTo>
                  <a:pt x="581025" y="561975"/>
                </a:lnTo>
                <a:close/>
                <a:moveTo>
                  <a:pt x="581025" y="571500"/>
                </a:moveTo>
                <a:lnTo>
                  <a:pt x="590550" y="571500"/>
                </a:lnTo>
                <a:lnTo>
                  <a:pt x="590550" y="590550"/>
                </a:lnTo>
                <a:lnTo>
                  <a:pt x="600075" y="590550"/>
                </a:lnTo>
                <a:lnTo>
                  <a:pt x="600075" y="600075"/>
                </a:lnTo>
                <a:lnTo>
                  <a:pt x="590550" y="600075"/>
                </a:lnTo>
                <a:lnTo>
                  <a:pt x="590550" y="609600"/>
                </a:lnTo>
                <a:lnTo>
                  <a:pt x="600075" y="609600"/>
                </a:lnTo>
                <a:lnTo>
                  <a:pt x="600075" y="619125"/>
                </a:lnTo>
                <a:lnTo>
                  <a:pt x="590550" y="619125"/>
                </a:lnTo>
                <a:lnTo>
                  <a:pt x="590550" y="638175"/>
                </a:lnTo>
                <a:lnTo>
                  <a:pt x="571500" y="638175"/>
                </a:lnTo>
                <a:lnTo>
                  <a:pt x="571500" y="628650"/>
                </a:lnTo>
                <a:lnTo>
                  <a:pt x="561975" y="628650"/>
                </a:lnTo>
                <a:lnTo>
                  <a:pt x="561975" y="619125"/>
                </a:lnTo>
                <a:lnTo>
                  <a:pt x="581025" y="619125"/>
                </a:lnTo>
                <a:lnTo>
                  <a:pt x="581025" y="609600"/>
                </a:lnTo>
                <a:lnTo>
                  <a:pt x="571500" y="609600"/>
                </a:lnTo>
                <a:lnTo>
                  <a:pt x="571500" y="590550"/>
                </a:lnTo>
                <a:lnTo>
                  <a:pt x="581025" y="590550"/>
                </a:lnTo>
                <a:close/>
                <a:moveTo>
                  <a:pt x="647700" y="571500"/>
                </a:moveTo>
                <a:lnTo>
                  <a:pt x="657225" y="571500"/>
                </a:lnTo>
                <a:lnTo>
                  <a:pt x="657225" y="581025"/>
                </a:lnTo>
                <a:lnTo>
                  <a:pt x="647700" y="581025"/>
                </a:lnTo>
                <a:close/>
                <a:moveTo>
                  <a:pt x="9525" y="600075"/>
                </a:moveTo>
                <a:lnTo>
                  <a:pt x="28575" y="600075"/>
                </a:lnTo>
                <a:lnTo>
                  <a:pt x="28575" y="619125"/>
                </a:lnTo>
                <a:lnTo>
                  <a:pt x="19050" y="619125"/>
                </a:lnTo>
                <a:lnTo>
                  <a:pt x="19050" y="609600"/>
                </a:lnTo>
                <a:lnTo>
                  <a:pt x="9525" y="609600"/>
                </a:lnTo>
                <a:close/>
                <a:moveTo>
                  <a:pt x="38100" y="628650"/>
                </a:moveTo>
                <a:lnTo>
                  <a:pt x="57150" y="628650"/>
                </a:lnTo>
                <a:lnTo>
                  <a:pt x="57150" y="638175"/>
                </a:lnTo>
                <a:lnTo>
                  <a:pt x="38100" y="638175"/>
                </a:lnTo>
                <a:close/>
                <a:moveTo>
                  <a:pt x="790575" y="628650"/>
                </a:moveTo>
                <a:lnTo>
                  <a:pt x="800100" y="628650"/>
                </a:lnTo>
                <a:lnTo>
                  <a:pt x="800100" y="647700"/>
                </a:lnTo>
                <a:lnTo>
                  <a:pt x="790575" y="647700"/>
                </a:lnTo>
                <a:close/>
                <a:moveTo>
                  <a:pt x="866775" y="628650"/>
                </a:moveTo>
                <a:lnTo>
                  <a:pt x="876300" y="628650"/>
                </a:lnTo>
                <a:lnTo>
                  <a:pt x="876300" y="638175"/>
                </a:lnTo>
                <a:lnTo>
                  <a:pt x="866775" y="638175"/>
                </a:lnTo>
                <a:close/>
                <a:moveTo>
                  <a:pt x="904875" y="628650"/>
                </a:moveTo>
                <a:lnTo>
                  <a:pt x="914400" y="628650"/>
                </a:lnTo>
                <a:lnTo>
                  <a:pt x="914400" y="647700"/>
                </a:lnTo>
                <a:lnTo>
                  <a:pt x="904875" y="647700"/>
                </a:lnTo>
                <a:close/>
                <a:moveTo>
                  <a:pt x="981075" y="628650"/>
                </a:moveTo>
                <a:lnTo>
                  <a:pt x="990600" y="628650"/>
                </a:lnTo>
                <a:lnTo>
                  <a:pt x="990600" y="638175"/>
                </a:lnTo>
                <a:lnTo>
                  <a:pt x="981075" y="638175"/>
                </a:lnTo>
                <a:close/>
                <a:moveTo>
                  <a:pt x="428625" y="638175"/>
                </a:moveTo>
                <a:lnTo>
                  <a:pt x="438150" y="638175"/>
                </a:lnTo>
                <a:lnTo>
                  <a:pt x="438150" y="647700"/>
                </a:lnTo>
                <a:lnTo>
                  <a:pt x="457200" y="647700"/>
                </a:lnTo>
                <a:lnTo>
                  <a:pt x="457200" y="657225"/>
                </a:lnTo>
                <a:lnTo>
                  <a:pt x="466725" y="657225"/>
                </a:lnTo>
                <a:lnTo>
                  <a:pt x="466725" y="666750"/>
                </a:lnTo>
                <a:lnTo>
                  <a:pt x="438150" y="666750"/>
                </a:lnTo>
                <a:lnTo>
                  <a:pt x="438150" y="657225"/>
                </a:lnTo>
                <a:lnTo>
                  <a:pt x="428625" y="657225"/>
                </a:lnTo>
                <a:close/>
                <a:moveTo>
                  <a:pt x="923925" y="638175"/>
                </a:moveTo>
                <a:lnTo>
                  <a:pt x="933450" y="638175"/>
                </a:lnTo>
                <a:lnTo>
                  <a:pt x="933450" y="657225"/>
                </a:lnTo>
                <a:lnTo>
                  <a:pt x="942975" y="657225"/>
                </a:lnTo>
                <a:lnTo>
                  <a:pt x="942975" y="638175"/>
                </a:lnTo>
                <a:lnTo>
                  <a:pt x="962025" y="638175"/>
                </a:lnTo>
                <a:lnTo>
                  <a:pt x="962025" y="647700"/>
                </a:lnTo>
                <a:lnTo>
                  <a:pt x="952500" y="647700"/>
                </a:lnTo>
                <a:lnTo>
                  <a:pt x="952500" y="657225"/>
                </a:lnTo>
                <a:lnTo>
                  <a:pt x="942975" y="657225"/>
                </a:lnTo>
                <a:lnTo>
                  <a:pt x="942975" y="666750"/>
                </a:lnTo>
                <a:lnTo>
                  <a:pt x="914400" y="666750"/>
                </a:lnTo>
                <a:lnTo>
                  <a:pt x="914400" y="657225"/>
                </a:lnTo>
                <a:lnTo>
                  <a:pt x="923925" y="657225"/>
                </a:lnTo>
                <a:close/>
                <a:moveTo>
                  <a:pt x="485775" y="647700"/>
                </a:moveTo>
                <a:lnTo>
                  <a:pt x="504825" y="647700"/>
                </a:lnTo>
                <a:lnTo>
                  <a:pt x="504825" y="657225"/>
                </a:lnTo>
                <a:lnTo>
                  <a:pt x="485775" y="657225"/>
                </a:lnTo>
                <a:close/>
                <a:moveTo>
                  <a:pt x="66675" y="657225"/>
                </a:moveTo>
                <a:lnTo>
                  <a:pt x="85725" y="657225"/>
                </a:lnTo>
                <a:lnTo>
                  <a:pt x="85725" y="666750"/>
                </a:lnTo>
                <a:lnTo>
                  <a:pt x="66675" y="666750"/>
                </a:lnTo>
                <a:close/>
                <a:moveTo>
                  <a:pt x="104775" y="657225"/>
                </a:moveTo>
                <a:lnTo>
                  <a:pt x="114300" y="657225"/>
                </a:lnTo>
                <a:lnTo>
                  <a:pt x="114300" y="666750"/>
                </a:lnTo>
                <a:lnTo>
                  <a:pt x="104775" y="666750"/>
                </a:lnTo>
                <a:close/>
                <a:moveTo>
                  <a:pt x="142875" y="657225"/>
                </a:moveTo>
                <a:lnTo>
                  <a:pt x="171450" y="657225"/>
                </a:lnTo>
                <a:lnTo>
                  <a:pt x="171450" y="666750"/>
                </a:lnTo>
                <a:lnTo>
                  <a:pt x="161925" y="666750"/>
                </a:lnTo>
                <a:lnTo>
                  <a:pt x="161925" y="685800"/>
                </a:lnTo>
                <a:lnTo>
                  <a:pt x="152400" y="685800"/>
                </a:lnTo>
                <a:lnTo>
                  <a:pt x="152400" y="676275"/>
                </a:lnTo>
                <a:lnTo>
                  <a:pt x="142875" y="676275"/>
                </a:lnTo>
                <a:close/>
                <a:moveTo>
                  <a:pt x="752475" y="657225"/>
                </a:moveTo>
                <a:lnTo>
                  <a:pt x="762000" y="657225"/>
                </a:lnTo>
                <a:lnTo>
                  <a:pt x="762000" y="666750"/>
                </a:lnTo>
                <a:lnTo>
                  <a:pt x="771525" y="666750"/>
                </a:lnTo>
                <a:lnTo>
                  <a:pt x="771525" y="685800"/>
                </a:lnTo>
                <a:lnTo>
                  <a:pt x="762000" y="685800"/>
                </a:lnTo>
                <a:lnTo>
                  <a:pt x="762000" y="676275"/>
                </a:lnTo>
                <a:lnTo>
                  <a:pt x="752475" y="676275"/>
                </a:lnTo>
                <a:close/>
                <a:moveTo>
                  <a:pt x="857250" y="657225"/>
                </a:moveTo>
                <a:lnTo>
                  <a:pt x="866775" y="657225"/>
                </a:lnTo>
                <a:lnTo>
                  <a:pt x="866775" y="666750"/>
                </a:lnTo>
                <a:lnTo>
                  <a:pt x="857250" y="666750"/>
                </a:lnTo>
                <a:close/>
                <a:moveTo>
                  <a:pt x="904875" y="676275"/>
                </a:moveTo>
                <a:lnTo>
                  <a:pt x="914400" y="676275"/>
                </a:lnTo>
                <a:lnTo>
                  <a:pt x="914400" y="685800"/>
                </a:lnTo>
                <a:lnTo>
                  <a:pt x="904875" y="685800"/>
                </a:lnTo>
                <a:close/>
                <a:moveTo>
                  <a:pt x="161925" y="685800"/>
                </a:moveTo>
                <a:lnTo>
                  <a:pt x="190500" y="685800"/>
                </a:lnTo>
                <a:lnTo>
                  <a:pt x="190500" y="704850"/>
                </a:lnTo>
                <a:lnTo>
                  <a:pt x="171450" y="704850"/>
                </a:lnTo>
                <a:lnTo>
                  <a:pt x="171450" y="695325"/>
                </a:lnTo>
                <a:lnTo>
                  <a:pt x="161925" y="695325"/>
                </a:lnTo>
                <a:close/>
                <a:moveTo>
                  <a:pt x="466725" y="685800"/>
                </a:moveTo>
                <a:lnTo>
                  <a:pt x="476250" y="685800"/>
                </a:lnTo>
                <a:lnTo>
                  <a:pt x="476250" y="695325"/>
                </a:lnTo>
                <a:lnTo>
                  <a:pt x="466725" y="695325"/>
                </a:lnTo>
                <a:close/>
                <a:moveTo>
                  <a:pt x="581025" y="685800"/>
                </a:moveTo>
                <a:lnTo>
                  <a:pt x="590550" y="685800"/>
                </a:lnTo>
                <a:lnTo>
                  <a:pt x="590550" y="695325"/>
                </a:lnTo>
                <a:lnTo>
                  <a:pt x="581025" y="695325"/>
                </a:lnTo>
                <a:close/>
                <a:moveTo>
                  <a:pt x="1085850" y="685800"/>
                </a:moveTo>
                <a:lnTo>
                  <a:pt x="1123950" y="685800"/>
                </a:lnTo>
                <a:lnTo>
                  <a:pt x="1123950" y="704850"/>
                </a:lnTo>
                <a:lnTo>
                  <a:pt x="1085850" y="704850"/>
                </a:lnTo>
                <a:close/>
                <a:moveTo>
                  <a:pt x="1190625" y="685800"/>
                </a:moveTo>
                <a:lnTo>
                  <a:pt x="1209675" y="685800"/>
                </a:lnTo>
                <a:lnTo>
                  <a:pt x="1209675" y="723900"/>
                </a:lnTo>
                <a:lnTo>
                  <a:pt x="1200150" y="723900"/>
                </a:lnTo>
                <a:lnTo>
                  <a:pt x="1200150" y="714375"/>
                </a:lnTo>
                <a:lnTo>
                  <a:pt x="1190625" y="714375"/>
                </a:lnTo>
                <a:close/>
                <a:moveTo>
                  <a:pt x="571500" y="695325"/>
                </a:moveTo>
                <a:lnTo>
                  <a:pt x="581025" y="695325"/>
                </a:lnTo>
                <a:lnTo>
                  <a:pt x="581025" y="704850"/>
                </a:lnTo>
                <a:lnTo>
                  <a:pt x="571500" y="704850"/>
                </a:lnTo>
                <a:close/>
                <a:moveTo>
                  <a:pt x="76200" y="704850"/>
                </a:moveTo>
                <a:lnTo>
                  <a:pt x="104775" y="704850"/>
                </a:lnTo>
                <a:lnTo>
                  <a:pt x="104775" y="714375"/>
                </a:lnTo>
                <a:lnTo>
                  <a:pt x="123825" y="714375"/>
                </a:lnTo>
                <a:lnTo>
                  <a:pt x="123825" y="723900"/>
                </a:lnTo>
                <a:lnTo>
                  <a:pt x="114300" y="723900"/>
                </a:lnTo>
                <a:lnTo>
                  <a:pt x="114300" y="742950"/>
                </a:lnTo>
                <a:lnTo>
                  <a:pt x="123825" y="742950"/>
                </a:lnTo>
                <a:lnTo>
                  <a:pt x="123825" y="762000"/>
                </a:lnTo>
                <a:lnTo>
                  <a:pt x="47625" y="762000"/>
                </a:lnTo>
                <a:lnTo>
                  <a:pt x="47625" y="752475"/>
                </a:lnTo>
                <a:lnTo>
                  <a:pt x="28575" y="752475"/>
                </a:lnTo>
                <a:lnTo>
                  <a:pt x="28575" y="733425"/>
                </a:lnTo>
                <a:lnTo>
                  <a:pt x="57150" y="733425"/>
                </a:lnTo>
                <a:lnTo>
                  <a:pt x="57150" y="742950"/>
                </a:lnTo>
                <a:lnTo>
                  <a:pt x="66675" y="742950"/>
                </a:lnTo>
                <a:lnTo>
                  <a:pt x="66675" y="752475"/>
                </a:lnTo>
                <a:lnTo>
                  <a:pt x="104775" y="752475"/>
                </a:lnTo>
                <a:lnTo>
                  <a:pt x="104775" y="733425"/>
                </a:lnTo>
                <a:lnTo>
                  <a:pt x="85725" y="733425"/>
                </a:lnTo>
                <a:lnTo>
                  <a:pt x="85725" y="723900"/>
                </a:lnTo>
                <a:lnTo>
                  <a:pt x="66675" y="723900"/>
                </a:lnTo>
                <a:lnTo>
                  <a:pt x="66675" y="714375"/>
                </a:lnTo>
                <a:lnTo>
                  <a:pt x="76200" y="714375"/>
                </a:lnTo>
                <a:close/>
                <a:moveTo>
                  <a:pt x="152400" y="704850"/>
                </a:moveTo>
                <a:lnTo>
                  <a:pt x="161925" y="704850"/>
                </a:lnTo>
                <a:lnTo>
                  <a:pt x="161925" y="742950"/>
                </a:lnTo>
                <a:lnTo>
                  <a:pt x="171450" y="742950"/>
                </a:lnTo>
                <a:lnTo>
                  <a:pt x="171450" y="752475"/>
                </a:lnTo>
                <a:lnTo>
                  <a:pt x="142875" y="752475"/>
                </a:lnTo>
                <a:lnTo>
                  <a:pt x="142875" y="733425"/>
                </a:lnTo>
                <a:lnTo>
                  <a:pt x="133350" y="733425"/>
                </a:lnTo>
                <a:lnTo>
                  <a:pt x="133350" y="723900"/>
                </a:lnTo>
                <a:lnTo>
                  <a:pt x="142875" y="723900"/>
                </a:lnTo>
                <a:lnTo>
                  <a:pt x="142875" y="714375"/>
                </a:lnTo>
                <a:lnTo>
                  <a:pt x="152400" y="714375"/>
                </a:lnTo>
                <a:close/>
                <a:moveTo>
                  <a:pt x="381000" y="704850"/>
                </a:moveTo>
                <a:lnTo>
                  <a:pt x="390525" y="704850"/>
                </a:lnTo>
                <a:lnTo>
                  <a:pt x="390525" y="714375"/>
                </a:lnTo>
                <a:lnTo>
                  <a:pt x="400050" y="714375"/>
                </a:lnTo>
                <a:lnTo>
                  <a:pt x="400050" y="723900"/>
                </a:lnTo>
                <a:lnTo>
                  <a:pt x="371475" y="723900"/>
                </a:lnTo>
                <a:lnTo>
                  <a:pt x="371475" y="714375"/>
                </a:lnTo>
                <a:lnTo>
                  <a:pt x="381000" y="714375"/>
                </a:lnTo>
                <a:close/>
                <a:moveTo>
                  <a:pt x="428625" y="704850"/>
                </a:moveTo>
                <a:lnTo>
                  <a:pt x="438150" y="704850"/>
                </a:lnTo>
                <a:lnTo>
                  <a:pt x="438150" y="714375"/>
                </a:lnTo>
                <a:lnTo>
                  <a:pt x="428625" y="714375"/>
                </a:lnTo>
                <a:close/>
                <a:moveTo>
                  <a:pt x="1028700" y="704850"/>
                </a:moveTo>
                <a:lnTo>
                  <a:pt x="1038225" y="704850"/>
                </a:lnTo>
                <a:lnTo>
                  <a:pt x="1038225" y="714375"/>
                </a:lnTo>
                <a:lnTo>
                  <a:pt x="1028700" y="714375"/>
                </a:lnTo>
                <a:close/>
                <a:moveTo>
                  <a:pt x="323850" y="714375"/>
                </a:moveTo>
                <a:lnTo>
                  <a:pt x="342900" y="714375"/>
                </a:lnTo>
                <a:lnTo>
                  <a:pt x="342900" y="723900"/>
                </a:lnTo>
                <a:lnTo>
                  <a:pt x="361950" y="723900"/>
                </a:lnTo>
                <a:lnTo>
                  <a:pt x="361950" y="742950"/>
                </a:lnTo>
                <a:lnTo>
                  <a:pt x="371475" y="742950"/>
                </a:lnTo>
                <a:lnTo>
                  <a:pt x="371475" y="762000"/>
                </a:lnTo>
                <a:lnTo>
                  <a:pt x="361950" y="762000"/>
                </a:lnTo>
                <a:lnTo>
                  <a:pt x="361950" y="752475"/>
                </a:lnTo>
                <a:lnTo>
                  <a:pt x="352425" y="752475"/>
                </a:lnTo>
                <a:lnTo>
                  <a:pt x="352425" y="733425"/>
                </a:lnTo>
                <a:lnTo>
                  <a:pt x="333375" y="733425"/>
                </a:lnTo>
                <a:lnTo>
                  <a:pt x="333375" y="723900"/>
                </a:lnTo>
                <a:lnTo>
                  <a:pt x="323850" y="723900"/>
                </a:lnTo>
                <a:close/>
                <a:moveTo>
                  <a:pt x="609600" y="714375"/>
                </a:moveTo>
                <a:lnTo>
                  <a:pt x="628650" y="714375"/>
                </a:lnTo>
                <a:lnTo>
                  <a:pt x="628650" y="723900"/>
                </a:lnTo>
                <a:lnTo>
                  <a:pt x="638175" y="723900"/>
                </a:lnTo>
                <a:lnTo>
                  <a:pt x="638175" y="752475"/>
                </a:lnTo>
                <a:lnTo>
                  <a:pt x="581025" y="752475"/>
                </a:lnTo>
                <a:lnTo>
                  <a:pt x="581025" y="742950"/>
                </a:lnTo>
                <a:lnTo>
                  <a:pt x="609600" y="742950"/>
                </a:lnTo>
                <a:close/>
                <a:moveTo>
                  <a:pt x="876300" y="714375"/>
                </a:moveTo>
                <a:lnTo>
                  <a:pt x="885825" y="714375"/>
                </a:lnTo>
                <a:lnTo>
                  <a:pt x="885825" y="723900"/>
                </a:lnTo>
                <a:lnTo>
                  <a:pt x="876300" y="723900"/>
                </a:lnTo>
                <a:close/>
                <a:moveTo>
                  <a:pt x="866775" y="723900"/>
                </a:moveTo>
                <a:lnTo>
                  <a:pt x="876300" y="723900"/>
                </a:lnTo>
                <a:lnTo>
                  <a:pt x="876300" y="752475"/>
                </a:lnTo>
                <a:lnTo>
                  <a:pt x="857250" y="752475"/>
                </a:lnTo>
                <a:lnTo>
                  <a:pt x="857250" y="733425"/>
                </a:lnTo>
                <a:lnTo>
                  <a:pt x="866775" y="733425"/>
                </a:lnTo>
                <a:close/>
                <a:moveTo>
                  <a:pt x="1028700" y="723900"/>
                </a:moveTo>
                <a:lnTo>
                  <a:pt x="1047750" y="723900"/>
                </a:lnTo>
                <a:lnTo>
                  <a:pt x="1047750" y="733425"/>
                </a:lnTo>
                <a:lnTo>
                  <a:pt x="1028700" y="733425"/>
                </a:lnTo>
                <a:close/>
                <a:moveTo>
                  <a:pt x="0" y="733425"/>
                </a:moveTo>
                <a:lnTo>
                  <a:pt x="19050" y="733425"/>
                </a:lnTo>
                <a:lnTo>
                  <a:pt x="19050" y="742950"/>
                </a:lnTo>
                <a:lnTo>
                  <a:pt x="9525" y="742950"/>
                </a:lnTo>
                <a:lnTo>
                  <a:pt x="9525" y="752475"/>
                </a:lnTo>
                <a:lnTo>
                  <a:pt x="0" y="752475"/>
                </a:lnTo>
                <a:close/>
                <a:moveTo>
                  <a:pt x="200025" y="733425"/>
                </a:moveTo>
                <a:lnTo>
                  <a:pt x="219075" y="733425"/>
                </a:lnTo>
                <a:lnTo>
                  <a:pt x="219075" y="742950"/>
                </a:lnTo>
                <a:lnTo>
                  <a:pt x="228600" y="742950"/>
                </a:lnTo>
                <a:lnTo>
                  <a:pt x="228600" y="752475"/>
                </a:lnTo>
                <a:lnTo>
                  <a:pt x="209550" y="752475"/>
                </a:lnTo>
                <a:lnTo>
                  <a:pt x="209550" y="742950"/>
                </a:lnTo>
                <a:lnTo>
                  <a:pt x="200025" y="742950"/>
                </a:lnTo>
                <a:close/>
                <a:moveTo>
                  <a:pt x="447675" y="733425"/>
                </a:moveTo>
                <a:lnTo>
                  <a:pt x="466725" y="733425"/>
                </a:lnTo>
                <a:lnTo>
                  <a:pt x="466725" y="742950"/>
                </a:lnTo>
                <a:lnTo>
                  <a:pt x="457200" y="742950"/>
                </a:lnTo>
                <a:lnTo>
                  <a:pt x="457200" y="752475"/>
                </a:lnTo>
                <a:lnTo>
                  <a:pt x="466725" y="752475"/>
                </a:lnTo>
                <a:lnTo>
                  <a:pt x="466725" y="762000"/>
                </a:lnTo>
                <a:lnTo>
                  <a:pt x="457200" y="762000"/>
                </a:lnTo>
                <a:lnTo>
                  <a:pt x="457200" y="771525"/>
                </a:lnTo>
                <a:lnTo>
                  <a:pt x="419100" y="771525"/>
                </a:lnTo>
                <a:lnTo>
                  <a:pt x="419100" y="742950"/>
                </a:lnTo>
                <a:lnTo>
                  <a:pt x="447675" y="742950"/>
                </a:lnTo>
                <a:close/>
                <a:moveTo>
                  <a:pt x="561975" y="733425"/>
                </a:moveTo>
                <a:lnTo>
                  <a:pt x="571500" y="733425"/>
                </a:lnTo>
                <a:lnTo>
                  <a:pt x="571500" y="752475"/>
                </a:lnTo>
                <a:lnTo>
                  <a:pt x="552450" y="752475"/>
                </a:lnTo>
                <a:lnTo>
                  <a:pt x="552450" y="742950"/>
                </a:lnTo>
                <a:lnTo>
                  <a:pt x="561975" y="742950"/>
                </a:lnTo>
                <a:close/>
                <a:moveTo>
                  <a:pt x="647700" y="733425"/>
                </a:moveTo>
                <a:lnTo>
                  <a:pt x="657225" y="733425"/>
                </a:lnTo>
                <a:lnTo>
                  <a:pt x="657225" y="752475"/>
                </a:lnTo>
                <a:lnTo>
                  <a:pt x="647700" y="752475"/>
                </a:lnTo>
                <a:close/>
                <a:moveTo>
                  <a:pt x="685800" y="733425"/>
                </a:moveTo>
                <a:lnTo>
                  <a:pt x="704850" y="733425"/>
                </a:lnTo>
                <a:lnTo>
                  <a:pt x="704850" y="752475"/>
                </a:lnTo>
                <a:lnTo>
                  <a:pt x="714375" y="752475"/>
                </a:lnTo>
                <a:lnTo>
                  <a:pt x="714375" y="762000"/>
                </a:lnTo>
                <a:lnTo>
                  <a:pt x="704850" y="762000"/>
                </a:lnTo>
                <a:lnTo>
                  <a:pt x="704850" y="790575"/>
                </a:lnTo>
                <a:lnTo>
                  <a:pt x="695325" y="790575"/>
                </a:lnTo>
                <a:lnTo>
                  <a:pt x="695325" y="771525"/>
                </a:lnTo>
                <a:lnTo>
                  <a:pt x="685800" y="771525"/>
                </a:lnTo>
                <a:close/>
                <a:moveTo>
                  <a:pt x="885825" y="733425"/>
                </a:moveTo>
                <a:lnTo>
                  <a:pt x="895350" y="733425"/>
                </a:lnTo>
                <a:lnTo>
                  <a:pt x="895350" y="771525"/>
                </a:lnTo>
                <a:lnTo>
                  <a:pt x="885825" y="771525"/>
                </a:lnTo>
                <a:lnTo>
                  <a:pt x="885825" y="781050"/>
                </a:lnTo>
                <a:lnTo>
                  <a:pt x="866775" y="781050"/>
                </a:lnTo>
                <a:lnTo>
                  <a:pt x="866775" y="771525"/>
                </a:lnTo>
                <a:lnTo>
                  <a:pt x="828675" y="771525"/>
                </a:lnTo>
                <a:lnTo>
                  <a:pt x="828675" y="762000"/>
                </a:lnTo>
                <a:lnTo>
                  <a:pt x="819150" y="762000"/>
                </a:lnTo>
                <a:lnTo>
                  <a:pt x="819150" y="752475"/>
                </a:lnTo>
                <a:lnTo>
                  <a:pt x="828675" y="752475"/>
                </a:lnTo>
                <a:lnTo>
                  <a:pt x="828675" y="742950"/>
                </a:lnTo>
                <a:lnTo>
                  <a:pt x="838200" y="742950"/>
                </a:lnTo>
                <a:lnTo>
                  <a:pt x="838200" y="752475"/>
                </a:lnTo>
                <a:lnTo>
                  <a:pt x="857250" y="752475"/>
                </a:lnTo>
                <a:lnTo>
                  <a:pt x="857250" y="762000"/>
                </a:lnTo>
                <a:lnTo>
                  <a:pt x="885825" y="762000"/>
                </a:lnTo>
                <a:close/>
                <a:moveTo>
                  <a:pt x="1000125" y="733425"/>
                </a:moveTo>
                <a:lnTo>
                  <a:pt x="1028700" y="733425"/>
                </a:lnTo>
                <a:lnTo>
                  <a:pt x="1028700" y="742950"/>
                </a:lnTo>
                <a:lnTo>
                  <a:pt x="1009650" y="742950"/>
                </a:lnTo>
                <a:lnTo>
                  <a:pt x="1009650" y="762000"/>
                </a:lnTo>
                <a:lnTo>
                  <a:pt x="1000125" y="762000"/>
                </a:lnTo>
                <a:lnTo>
                  <a:pt x="1000125" y="752475"/>
                </a:lnTo>
                <a:lnTo>
                  <a:pt x="990600" y="752475"/>
                </a:lnTo>
                <a:lnTo>
                  <a:pt x="990600" y="742950"/>
                </a:lnTo>
                <a:lnTo>
                  <a:pt x="1000125" y="742950"/>
                </a:lnTo>
                <a:close/>
                <a:moveTo>
                  <a:pt x="533400" y="742950"/>
                </a:moveTo>
                <a:lnTo>
                  <a:pt x="542925" y="742950"/>
                </a:lnTo>
                <a:lnTo>
                  <a:pt x="542925" y="752475"/>
                </a:lnTo>
                <a:lnTo>
                  <a:pt x="552450" y="752475"/>
                </a:lnTo>
                <a:lnTo>
                  <a:pt x="552450" y="762000"/>
                </a:lnTo>
                <a:lnTo>
                  <a:pt x="542925" y="762000"/>
                </a:lnTo>
                <a:lnTo>
                  <a:pt x="542925" y="781050"/>
                </a:lnTo>
                <a:lnTo>
                  <a:pt x="523875" y="781050"/>
                </a:lnTo>
                <a:lnTo>
                  <a:pt x="523875" y="809625"/>
                </a:lnTo>
                <a:lnTo>
                  <a:pt x="514350" y="809625"/>
                </a:lnTo>
                <a:lnTo>
                  <a:pt x="514350" y="771525"/>
                </a:lnTo>
                <a:lnTo>
                  <a:pt x="523875" y="771525"/>
                </a:lnTo>
                <a:lnTo>
                  <a:pt x="523875" y="762000"/>
                </a:lnTo>
                <a:lnTo>
                  <a:pt x="533400" y="762000"/>
                </a:lnTo>
                <a:close/>
                <a:moveTo>
                  <a:pt x="171450" y="752475"/>
                </a:moveTo>
                <a:lnTo>
                  <a:pt x="180975" y="752475"/>
                </a:lnTo>
                <a:lnTo>
                  <a:pt x="180975" y="762000"/>
                </a:lnTo>
                <a:lnTo>
                  <a:pt x="171450" y="762000"/>
                </a:lnTo>
                <a:close/>
                <a:moveTo>
                  <a:pt x="342900" y="752475"/>
                </a:moveTo>
                <a:lnTo>
                  <a:pt x="352425" y="752475"/>
                </a:lnTo>
                <a:lnTo>
                  <a:pt x="352425" y="762000"/>
                </a:lnTo>
                <a:lnTo>
                  <a:pt x="342900" y="762000"/>
                </a:lnTo>
                <a:close/>
                <a:moveTo>
                  <a:pt x="504825" y="752475"/>
                </a:moveTo>
                <a:lnTo>
                  <a:pt x="514350" y="752475"/>
                </a:lnTo>
                <a:lnTo>
                  <a:pt x="514350" y="762000"/>
                </a:lnTo>
                <a:lnTo>
                  <a:pt x="504825" y="762000"/>
                </a:lnTo>
                <a:close/>
                <a:moveTo>
                  <a:pt x="790575" y="752475"/>
                </a:moveTo>
                <a:lnTo>
                  <a:pt x="800100" y="752475"/>
                </a:lnTo>
                <a:lnTo>
                  <a:pt x="800100" y="762000"/>
                </a:lnTo>
                <a:lnTo>
                  <a:pt x="809625" y="762000"/>
                </a:lnTo>
                <a:lnTo>
                  <a:pt x="809625" y="771525"/>
                </a:lnTo>
                <a:lnTo>
                  <a:pt x="828675" y="771525"/>
                </a:lnTo>
                <a:lnTo>
                  <a:pt x="828675" y="781050"/>
                </a:lnTo>
                <a:lnTo>
                  <a:pt x="800100" y="781050"/>
                </a:lnTo>
                <a:lnTo>
                  <a:pt x="800100" y="809625"/>
                </a:lnTo>
                <a:lnTo>
                  <a:pt x="790575" y="809625"/>
                </a:lnTo>
                <a:lnTo>
                  <a:pt x="790575" y="800100"/>
                </a:lnTo>
                <a:lnTo>
                  <a:pt x="781050" y="800100"/>
                </a:lnTo>
                <a:lnTo>
                  <a:pt x="781050" y="790575"/>
                </a:lnTo>
                <a:lnTo>
                  <a:pt x="771525" y="790575"/>
                </a:lnTo>
                <a:lnTo>
                  <a:pt x="771525" y="771525"/>
                </a:lnTo>
                <a:lnTo>
                  <a:pt x="781050" y="771525"/>
                </a:lnTo>
                <a:lnTo>
                  <a:pt x="781050" y="762000"/>
                </a:lnTo>
                <a:lnTo>
                  <a:pt x="790575" y="762000"/>
                </a:lnTo>
                <a:close/>
                <a:moveTo>
                  <a:pt x="1066800" y="752475"/>
                </a:moveTo>
                <a:lnTo>
                  <a:pt x="1076325" y="752475"/>
                </a:lnTo>
                <a:lnTo>
                  <a:pt x="1076325" y="771525"/>
                </a:lnTo>
                <a:lnTo>
                  <a:pt x="1057275" y="771525"/>
                </a:lnTo>
                <a:lnTo>
                  <a:pt x="1057275" y="762000"/>
                </a:lnTo>
                <a:lnTo>
                  <a:pt x="1066800" y="762000"/>
                </a:lnTo>
                <a:close/>
                <a:moveTo>
                  <a:pt x="495300" y="762000"/>
                </a:moveTo>
                <a:lnTo>
                  <a:pt x="504825" y="762000"/>
                </a:lnTo>
                <a:lnTo>
                  <a:pt x="504825" y="790575"/>
                </a:lnTo>
                <a:lnTo>
                  <a:pt x="495300" y="790575"/>
                </a:lnTo>
                <a:close/>
                <a:moveTo>
                  <a:pt x="1181100" y="762000"/>
                </a:moveTo>
                <a:lnTo>
                  <a:pt x="1190625" y="762000"/>
                </a:lnTo>
                <a:lnTo>
                  <a:pt x="1190625" y="771525"/>
                </a:lnTo>
                <a:lnTo>
                  <a:pt x="1181100" y="771525"/>
                </a:lnTo>
                <a:close/>
                <a:moveTo>
                  <a:pt x="142875" y="771525"/>
                </a:moveTo>
                <a:lnTo>
                  <a:pt x="152400" y="771525"/>
                </a:lnTo>
                <a:lnTo>
                  <a:pt x="152400" y="781050"/>
                </a:lnTo>
                <a:lnTo>
                  <a:pt x="171450" y="781050"/>
                </a:lnTo>
                <a:lnTo>
                  <a:pt x="171450" y="790575"/>
                </a:lnTo>
                <a:lnTo>
                  <a:pt x="142875" y="790575"/>
                </a:lnTo>
                <a:close/>
                <a:moveTo>
                  <a:pt x="781050" y="781050"/>
                </a:moveTo>
                <a:lnTo>
                  <a:pt x="790575" y="781050"/>
                </a:lnTo>
                <a:lnTo>
                  <a:pt x="790575" y="771525"/>
                </a:lnTo>
                <a:lnTo>
                  <a:pt x="781050" y="771525"/>
                </a:lnTo>
                <a:close/>
                <a:moveTo>
                  <a:pt x="447675" y="790575"/>
                </a:moveTo>
                <a:lnTo>
                  <a:pt x="476250" y="790575"/>
                </a:lnTo>
                <a:lnTo>
                  <a:pt x="476250" y="800100"/>
                </a:lnTo>
                <a:lnTo>
                  <a:pt x="495300" y="800100"/>
                </a:lnTo>
                <a:lnTo>
                  <a:pt x="495300" y="809625"/>
                </a:lnTo>
                <a:lnTo>
                  <a:pt x="457200" y="809625"/>
                </a:lnTo>
                <a:lnTo>
                  <a:pt x="457200" y="800100"/>
                </a:lnTo>
                <a:lnTo>
                  <a:pt x="447675" y="800100"/>
                </a:lnTo>
                <a:close/>
                <a:moveTo>
                  <a:pt x="66675" y="800100"/>
                </a:moveTo>
                <a:lnTo>
                  <a:pt x="76200" y="800100"/>
                </a:lnTo>
                <a:lnTo>
                  <a:pt x="76200" y="809625"/>
                </a:lnTo>
                <a:lnTo>
                  <a:pt x="66675" y="809625"/>
                </a:lnTo>
                <a:close/>
                <a:moveTo>
                  <a:pt x="714375" y="800100"/>
                </a:moveTo>
                <a:lnTo>
                  <a:pt x="742950" y="800100"/>
                </a:lnTo>
                <a:lnTo>
                  <a:pt x="742950" y="809625"/>
                </a:lnTo>
                <a:lnTo>
                  <a:pt x="714375" y="809625"/>
                </a:lnTo>
                <a:close/>
              </a:path>
            </a:pathLst>
          </a:custGeom>
          <a:solidFill xmlns:a="http://schemas.openxmlformats.org/drawingml/2006/main">
            <a:srgbClr val="F9F8F3"/>
          </a:solidFill>
          <a:ln xmlns:a="http://schemas.openxmlformats.org/drawingml/2006/main" w="0">
            <a:noFill/>
          </a:ln>
        </p:spPr>
      </p:sp>
      <p:sp>
        <p:nvSpPr>
          <p:cNvPr id="103" name="v10 vector #f7faf5">
            <a:extLst xmlns:a="http://schemas.openxmlformats.org/drawingml/2006/main">
              <a:ext uri="{FF2B5EF4-FFF2-40B4-BE49-F238E27FC236}">
                <a16:creationId xmlns:a16="http://schemas.microsoft.com/office/drawing/2014/main" id="{93FDBA2C-1E30-41B2-9C6C-11A2F57EF1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5350" y="3609975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676275" y="57150"/>
                </a:moveTo>
                <a:lnTo>
                  <a:pt x="685800" y="57150"/>
                </a:lnTo>
                <a:lnTo>
                  <a:pt x="685800" y="66675"/>
                </a:lnTo>
                <a:lnTo>
                  <a:pt x="695325" y="66675"/>
                </a:lnTo>
                <a:lnTo>
                  <a:pt x="695325" y="76200"/>
                </a:lnTo>
                <a:lnTo>
                  <a:pt x="685800" y="76200"/>
                </a:lnTo>
                <a:lnTo>
                  <a:pt x="685800" y="85725"/>
                </a:lnTo>
                <a:lnTo>
                  <a:pt x="676275" y="85725"/>
                </a:lnTo>
                <a:close/>
                <a:moveTo>
                  <a:pt x="1152525" y="57150"/>
                </a:moveTo>
                <a:lnTo>
                  <a:pt x="1171575" y="57150"/>
                </a:lnTo>
                <a:lnTo>
                  <a:pt x="1171575" y="66675"/>
                </a:lnTo>
                <a:lnTo>
                  <a:pt x="1181100" y="66675"/>
                </a:lnTo>
                <a:lnTo>
                  <a:pt x="1181100" y="76200"/>
                </a:lnTo>
                <a:lnTo>
                  <a:pt x="1162050" y="76200"/>
                </a:lnTo>
                <a:lnTo>
                  <a:pt x="1162050" y="66675"/>
                </a:lnTo>
                <a:lnTo>
                  <a:pt x="1152525" y="66675"/>
                </a:lnTo>
                <a:close/>
                <a:moveTo>
                  <a:pt x="1085850" y="114300"/>
                </a:moveTo>
                <a:lnTo>
                  <a:pt x="1095375" y="114300"/>
                </a:lnTo>
                <a:lnTo>
                  <a:pt x="1095375" y="123825"/>
                </a:lnTo>
                <a:lnTo>
                  <a:pt x="1085850" y="123825"/>
                </a:lnTo>
                <a:close/>
                <a:moveTo>
                  <a:pt x="171450" y="152400"/>
                </a:moveTo>
                <a:lnTo>
                  <a:pt x="200025" y="152400"/>
                </a:lnTo>
                <a:lnTo>
                  <a:pt x="200025" y="161925"/>
                </a:lnTo>
                <a:lnTo>
                  <a:pt x="180975" y="161925"/>
                </a:lnTo>
                <a:lnTo>
                  <a:pt x="180975" y="171450"/>
                </a:lnTo>
                <a:lnTo>
                  <a:pt x="161925" y="171450"/>
                </a:lnTo>
                <a:lnTo>
                  <a:pt x="161925" y="161925"/>
                </a:lnTo>
                <a:lnTo>
                  <a:pt x="171450" y="161925"/>
                </a:lnTo>
                <a:close/>
                <a:moveTo>
                  <a:pt x="342900" y="180975"/>
                </a:moveTo>
                <a:lnTo>
                  <a:pt x="352425" y="180975"/>
                </a:lnTo>
                <a:lnTo>
                  <a:pt x="352425" y="190500"/>
                </a:lnTo>
                <a:lnTo>
                  <a:pt x="342900" y="190500"/>
                </a:lnTo>
                <a:close/>
                <a:moveTo>
                  <a:pt x="523875" y="180975"/>
                </a:moveTo>
                <a:lnTo>
                  <a:pt x="533400" y="180975"/>
                </a:lnTo>
                <a:lnTo>
                  <a:pt x="533400" y="190500"/>
                </a:lnTo>
                <a:lnTo>
                  <a:pt x="542925" y="190500"/>
                </a:lnTo>
                <a:lnTo>
                  <a:pt x="542925" y="200025"/>
                </a:lnTo>
                <a:lnTo>
                  <a:pt x="523875" y="200025"/>
                </a:lnTo>
                <a:close/>
                <a:moveTo>
                  <a:pt x="304800" y="190500"/>
                </a:moveTo>
                <a:lnTo>
                  <a:pt x="314325" y="190500"/>
                </a:lnTo>
                <a:lnTo>
                  <a:pt x="314325" y="200025"/>
                </a:lnTo>
                <a:lnTo>
                  <a:pt x="304800" y="200025"/>
                </a:lnTo>
                <a:close/>
                <a:moveTo>
                  <a:pt x="333375" y="190500"/>
                </a:moveTo>
                <a:lnTo>
                  <a:pt x="342900" y="190500"/>
                </a:lnTo>
                <a:lnTo>
                  <a:pt x="342900" y="200025"/>
                </a:lnTo>
                <a:lnTo>
                  <a:pt x="333375" y="200025"/>
                </a:lnTo>
                <a:close/>
                <a:moveTo>
                  <a:pt x="314325" y="200025"/>
                </a:moveTo>
                <a:lnTo>
                  <a:pt x="333375" y="200025"/>
                </a:lnTo>
                <a:lnTo>
                  <a:pt x="333375" y="209550"/>
                </a:lnTo>
                <a:lnTo>
                  <a:pt x="314325" y="209550"/>
                </a:lnTo>
                <a:close/>
                <a:moveTo>
                  <a:pt x="619125" y="238125"/>
                </a:moveTo>
                <a:lnTo>
                  <a:pt x="647700" y="238125"/>
                </a:lnTo>
                <a:lnTo>
                  <a:pt x="647700" y="257175"/>
                </a:lnTo>
                <a:lnTo>
                  <a:pt x="638175" y="257175"/>
                </a:lnTo>
                <a:lnTo>
                  <a:pt x="638175" y="247650"/>
                </a:lnTo>
                <a:lnTo>
                  <a:pt x="619125" y="247650"/>
                </a:lnTo>
                <a:close/>
                <a:moveTo>
                  <a:pt x="609600" y="247650"/>
                </a:moveTo>
                <a:lnTo>
                  <a:pt x="619125" y="247650"/>
                </a:lnTo>
                <a:lnTo>
                  <a:pt x="619125" y="257175"/>
                </a:lnTo>
                <a:lnTo>
                  <a:pt x="609600" y="257175"/>
                </a:lnTo>
                <a:close/>
                <a:moveTo>
                  <a:pt x="47625" y="266700"/>
                </a:moveTo>
                <a:lnTo>
                  <a:pt x="57150" y="266700"/>
                </a:lnTo>
                <a:lnTo>
                  <a:pt x="57150" y="276225"/>
                </a:lnTo>
                <a:lnTo>
                  <a:pt x="47625" y="276225"/>
                </a:lnTo>
                <a:close/>
                <a:moveTo>
                  <a:pt x="600075" y="266700"/>
                </a:moveTo>
                <a:lnTo>
                  <a:pt x="609600" y="266700"/>
                </a:lnTo>
                <a:lnTo>
                  <a:pt x="609600" y="276225"/>
                </a:lnTo>
                <a:lnTo>
                  <a:pt x="600075" y="276225"/>
                </a:lnTo>
                <a:close/>
                <a:moveTo>
                  <a:pt x="571500" y="295275"/>
                </a:moveTo>
                <a:lnTo>
                  <a:pt x="581025" y="295275"/>
                </a:lnTo>
                <a:lnTo>
                  <a:pt x="581025" y="304800"/>
                </a:lnTo>
                <a:lnTo>
                  <a:pt x="590550" y="304800"/>
                </a:lnTo>
                <a:lnTo>
                  <a:pt x="590550" y="323850"/>
                </a:lnTo>
                <a:lnTo>
                  <a:pt x="571500" y="323850"/>
                </a:lnTo>
                <a:lnTo>
                  <a:pt x="571500" y="333375"/>
                </a:lnTo>
                <a:lnTo>
                  <a:pt x="561975" y="333375"/>
                </a:lnTo>
                <a:lnTo>
                  <a:pt x="561975" y="304800"/>
                </a:lnTo>
                <a:lnTo>
                  <a:pt x="571500" y="304800"/>
                </a:lnTo>
                <a:close/>
                <a:moveTo>
                  <a:pt x="638175" y="295275"/>
                </a:moveTo>
                <a:lnTo>
                  <a:pt x="647700" y="295275"/>
                </a:lnTo>
                <a:lnTo>
                  <a:pt x="647700" y="304800"/>
                </a:lnTo>
                <a:lnTo>
                  <a:pt x="638175" y="304800"/>
                </a:lnTo>
                <a:close/>
                <a:moveTo>
                  <a:pt x="66675" y="323850"/>
                </a:moveTo>
                <a:lnTo>
                  <a:pt x="85725" y="323850"/>
                </a:lnTo>
                <a:lnTo>
                  <a:pt x="85725" y="333375"/>
                </a:lnTo>
                <a:lnTo>
                  <a:pt x="66675" y="333375"/>
                </a:lnTo>
                <a:close/>
                <a:moveTo>
                  <a:pt x="571500" y="333375"/>
                </a:moveTo>
                <a:lnTo>
                  <a:pt x="581025" y="333375"/>
                </a:lnTo>
                <a:lnTo>
                  <a:pt x="581025" y="342900"/>
                </a:lnTo>
                <a:lnTo>
                  <a:pt x="571500" y="342900"/>
                </a:lnTo>
                <a:close/>
                <a:moveTo>
                  <a:pt x="581025" y="342900"/>
                </a:moveTo>
                <a:lnTo>
                  <a:pt x="590550" y="342900"/>
                </a:lnTo>
                <a:lnTo>
                  <a:pt x="590550" y="352425"/>
                </a:lnTo>
                <a:lnTo>
                  <a:pt x="581025" y="352425"/>
                </a:lnTo>
                <a:close/>
                <a:moveTo>
                  <a:pt x="762000" y="428625"/>
                </a:moveTo>
                <a:lnTo>
                  <a:pt x="771525" y="428625"/>
                </a:lnTo>
                <a:lnTo>
                  <a:pt x="771525" y="438150"/>
                </a:lnTo>
                <a:lnTo>
                  <a:pt x="762000" y="438150"/>
                </a:lnTo>
                <a:close/>
                <a:moveTo>
                  <a:pt x="85725" y="457200"/>
                </a:moveTo>
                <a:lnTo>
                  <a:pt x="95250" y="457200"/>
                </a:lnTo>
                <a:lnTo>
                  <a:pt x="95250" y="466725"/>
                </a:lnTo>
                <a:lnTo>
                  <a:pt x="85725" y="466725"/>
                </a:lnTo>
                <a:close/>
                <a:moveTo>
                  <a:pt x="104775" y="581025"/>
                </a:moveTo>
                <a:lnTo>
                  <a:pt x="114300" y="581025"/>
                </a:lnTo>
                <a:lnTo>
                  <a:pt x="114300" y="590550"/>
                </a:lnTo>
                <a:lnTo>
                  <a:pt x="104775" y="590550"/>
                </a:lnTo>
                <a:close/>
                <a:moveTo>
                  <a:pt x="514350" y="590550"/>
                </a:moveTo>
                <a:lnTo>
                  <a:pt x="523875" y="590550"/>
                </a:lnTo>
                <a:lnTo>
                  <a:pt x="523875" y="600075"/>
                </a:lnTo>
                <a:lnTo>
                  <a:pt x="514350" y="600075"/>
                </a:lnTo>
                <a:close/>
                <a:moveTo>
                  <a:pt x="762000" y="600075"/>
                </a:moveTo>
                <a:lnTo>
                  <a:pt x="771525" y="600075"/>
                </a:lnTo>
                <a:lnTo>
                  <a:pt x="771525" y="609600"/>
                </a:lnTo>
                <a:lnTo>
                  <a:pt x="762000" y="609600"/>
                </a:lnTo>
                <a:close/>
                <a:moveTo>
                  <a:pt x="1019175" y="600075"/>
                </a:moveTo>
                <a:lnTo>
                  <a:pt x="1028700" y="600075"/>
                </a:lnTo>
                <a:lnTo>
                  <a:pt x="1028700" y="609600"/>
                </a:lnTo>
                <a:lnTo>
                  <a:pt x="1019175" y="609600"/>
                </a:lnTo>
                <a:close/>
                <a:moveTo>
                  <a:pt x="476250" y="609600"/>
                </a:moveTo>
                <a:lnTo>
                  <a:pt x="485775" y="609600"/>
                </a:lnTo>
                <a:lnTo>
                  <a:pt x="485775" y="619125"/>
                </a:lnTo>
                <a:lnTo>
                  <a:pt x="476250" y="619125"/>
                </a:lnTo>
                <a:close/>
                <a:moveTo>
                  <a:pt x="752475" y="609600"/>
                </a:moveTo>
                <a:lnTo>
                  <a:pt x="762000" y="609600"/>
                </a:lnTo>
                <a:lnTo>
                  <a:pt x="762000" y="619125"/>
                </a:lnTo>
                <a:lnTo>
                  <a:pt x="771525" y="619125"/>
                </a:lnTo>
                <a:lnTo>
                  <a:pt x="771525" y="628650"/>
                </a:lnTo>
                <a:lnTo>
                  <a:pt x="762000" y="628650"/>
                </a:lnTo>
                <a:lnTo>
                  <a:pt x="762000" y="638175"/>
                </a:lnTo>
                <a:lnTo>
                  <a:pt x="752475" y="638175"/>
                </a:lnTo>
                <a:close/>
                <a:moveTo>
                  <a:pt x="228600" y="638175"/>
                </a:moveTo>
                <a:lnTo>
                  <a:pt x="238125" y="638175"/>
                </a:lnTo>
                <a:lnTo>
                  <a:pt x="238125" y="647700"/>
                </a:lnTo>
                <a:lnTo>
                  <a:pt x="228600" y="647700"/>
                </a:lnTo>
                <a:close/>
                <a:moveTo>
                  <a:pt x="1143000" y="676275"/>
                </a:moveTo>
                <a:lnTo>
                  <a:pt x="1152525" y="676275"/>
                </a:lnTo>
                <a:lnTo>
                  <a:pt x="1152525" y="685800"/>
                </a:lnTo>
                <a:lnTo>
                  <a:pt x="1143000" y="685800"/>
                </a:lnTo>
                <a:close/>
                <a:moveTo>
                  <a:pt x="952500" y="800100"/>
                </a:moveTo>
                <a:lnTo>
                  <a:pt x="962025" y="800100"/>
                </a:lnTo>
                <a:lnTo>
                  <a:pt x="962025" y="809625"/>
                </a:lnTo>
                <a:lnTo>
                  <a:pt x="952500" y="809625"/>
                </a:lnTo>
                <a:close/>
              </a:path>
            </a:pathLst>
          </a:custGeom>
          <a:solidFill xmlns:a="http://schemas.openxmlformats.org/drawingml/2006/main">
            <a:srgbClr val="F7FAF5"/>
          </a:solidFill>
          <a:ln xmlns:a="http://schemas.openxmlformats.org/drawingml/2006/main" w="0">
            <a:noFill/>
          </a:ln>
        </p:spPr>
      </p:sp>
      <p:sp>
        <p:nvSpPr>
          <p:cNvPr id="104" name="v10 vector #f8f9f4">
            <a:extLst xmlns:a="http://schemas.openxmlformats.org/drawingml/2006/main">
              <a:ext uri="{FF2B5EF4-FFF2-40B4-BE49-F238E27FC236}">
                <a16:creationId xmlns:a16="http://schemas.microsoft.com/office/drawing/2014/main" id="{ED52D23F-45B2-4066-905F-690051EA8B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5350" y="3609975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333375" y="0"/>
                </a:moveTo>
                <a:lnTo>
                  <a:pt x="342900" y="0"/>
                </a:lnTo>
                <a:lnTo>
                  <a:pt x="342900" y="9525"/>
                </a:lnTo>
                <a:lnTo>
                  <a:pt x="333375" y="9525"/>
                </a:lnTo>
                <a:close/>
                <a:moveTo>
                  <a:pt x="923925" y="0"/>
                </a:moveTo>
                <a:lnTo>
                  <a:pt x="933450" y="0"/>
                </a:lnTo>
                <a:lnTo>
                  <a:pt x="933450" y="9525"/>
                </a:lnTo>
                <a:lnTo>
                  <a:pt x="923925" y="9525"/>
                </a:lnTo>
                <a:close/>
                <a:moveTo>
                  <a:pt x="1028700" y="0"/>
                </a:moveTo>
                <a:lnTo>
                  <a:pt x="1038225" y="0"/>
                </a:lnTo>
                <a:lnTo>
                  <a:pt x="1038225" y="9525"/>
                </a:lnTo>
                <a:lnTo>
                  <a:pt x="1028700" y="9525"/>
                </a:lnTo>
                <a:close/>
                <a:moveTo>
                  <a:pt x="1085850" y="0"/>
                </a:moveTo>
                <a:lnTo>
                  <a:pt x="1095375" y="0"/>
                </a:lnTo>
                <a:lnTo>
                  <a:pt x="1095375" y="9525"/>
                </a:lnTo>
                <a:lnTo>
                  <a:pt x="1114425" y="9525"/>
                </a:lnTo>
                <a:lnTo>
                  <a:pt x="1114425" y="19050"/>
                </a:lnTo>
                <a:lnTo>
                  <a:pt x="1085850" y="19050"/>
                </a:lnTo>
                <a:close/>
                <a:moveTo>
                  <a:pt x="180975" y="9525"/>
                </a:moveTo>
                <a:lnTo>
                  <a:pt x="190500" y="9525"/>
                </a:lnTo>
                <a:lnTo>
                  <a:pt x="190500" y="19050"/>
                </a:lnTo>
                <a:lnTo>
                  <a:pt x="180975" y="19050"/>
                </a:lnTo>
                <a:close/>
                <a:moveTo>
                  <a:pt x="295275" y="9525"/>
                </a:moveTo>
                <a:lnTo>
                  <a:pt x="304800" y="9525"/>
                </a:lnTo>
                <a:lnTo>
                  <a:pt x="304800" y="19050"/>
                </a:lnTo>
                <a:lnTo>
                  <a:pt x="314325" y="19050"/>
                </a:lnTo>
                <a:lnTo>
                  <a:pt x="314325" y="28575"/>
                </a:lnTo>
                <a:lnTo>
                  <a:pt x="323850" y="28575"/>
                </a:lnTo>
                <a:lnTo>
                  <a:pt x="323850" y="38100"/>
                </a:lnTo>
                <a:lnTo>
                  <a:pt x="333375" y="38100"/>
                </a:lnTo>
                <a:lnTo>
                  <a:pt x="333375" y="57150"/>
                </a:lnTo>
                <a:lnTo>
                  <a:pt x="323850" y="57150"/>
                </a:lnTo>
                <a:lnTo>
                  <a:pt x="323850" y="47625"/>
                </a:lnTo>
                <a:lnTo>
                  <a:pt x="285750" y="47625"/>
                </a:lnTo>
                <a:lnTo>
                  <a:pt x="285750" y="19050"/>
                </a:lnTo>
                <a:lnTo>
                  <a:pt x="295275" y="19050"/>
                </a:lnTo>
                <a:close/>
                <a:moveTo>
                  <a:pt x="390525" y="9525"/>
                </a:moveTo>
                <a:lnTo>
                  <a:pt x="400050" y="9525"/>
                </a:lnTo>
                <a:lnTo>
                  <a:pt x="400050" y="19050"/>
                </a:lnTo>
                <a:lnTo>
                  <a:pt x="390525" y="19050"/>
                </a:lnTo>
                <a:close/>
                <a:moveTo>
                  <a:pt x="590550" y="9525"/>
                </a:moveTo>
                <a:lnTo>
                  <a:pt x="600075" y="9525"/>
                </a:lnTo>
                <a:lnTo>
                  <a:pt x="600075" y="28575"/>
                </a:lnTo>
                <a:lnTo>
                  <a:pt x="590550" y="28575"/>
                </a:lnTo>
                <a:close/>
                <a:moveTo>
                  <a:pt x="619125" y="9525"/>
                </a:moveTo>
                <a:lnTo>
                  <a:pt x="628650" y="9525"/>
                </a:lnTo>
                <a:lnTo>
                  <a:pt x="628650" y="19050"/>
                </a:lnTo>
                <a:lnTo>
                  <a:pt x="638175" y="19050"/>
                </a:lnTo>
                <a:lnTo>
                  <a:pt x="638175" y="28575"/>
                </a:lnTo>
                <a:lnTo>
                  <a:pt x="619125" y="28575"/>
                </a:lnTo>
                <a:close/>
                <a:moveTo>
                  <a:pt x="171450" y="19050"/>
                </a:moveTo>
                <a:lnTo>
                  <a:pt x="180975" y="19050"/>
                </a:lnTo>
                <a:lnTo>
                  <a:pt x="180975" y="57150"/>
                </a:lnTo>
                <a:lnTo>
                  <a:pt x="171450" y="57150"/>
                </a:lnTo>
                <a:close/>
                <a:moveTo>
                  <a:pt x="352425" y="19050"/>
                </a:moveTo>
                <a:lnTo>
                  <a:pt x="361950" y="19050"/>
                </a:lnTo>
                <a:lnTo>
                  <a:pt x="361950" y="28575"/>
                </a:lnTo>
                <a:lnTo>
                  <a:pt x="371475" y="28575"/>
                </a:lnTo>
                <a:lnTo>
                  <a:pt x="371475" y="19050"/>
                </a:lnTo>
                <a:lnTo>
                  <a:pt x="381000" y="19050"/>
                </a:lnTo>
                <a:lnTo>
                  <a:pt x="381000" y="47625"/>
                </a:lnTo>
                <a:lnTo>
                  <a:pt x="371475" y="47625"/>
                </a:lnTo>
                <a:lnTo>
                  <a:pt x="371475" y="66675"/>
                </a:lnTo>
                <a:lnTo>
                  <a:pt x="390525" y="66675"/>
                </a:lnTo>
                <a:lnTo>
                  <a:pt x="390525" y="85725"/>
                </a:lnTo>
                <a:lnTo>
                  <a:pt x="381000" y="85725"/>
                </a:lnTo>
                <a:lnTo>
                  <a:pt x="381000" y="76200"/>
                </a:lnTo>
                <a:lnTo>
                  <a:pt x="361950" y="76200"/>
                </a:lnTo>
                <a:lnTo>
                  <a:pt x="361950" y="85725"/>
                </a:lnTo>
                <a:lnTo>
                  <a:pt x="342900" y="85725"/>
                </a:lnTo>
                <a:lnTo>
                  <a:pt x="342900" y="66675"/>
                </a:lnTo>
                <a:lnTo>
                  <a:pt x="333375" y="66675"/>
                </a:lnTo>
                <a:lnTo>
                  <a:pt x="333375" y="57150"/>
                </a:lnTo>
                <a:lnTo>
                  <a:pt x="342900" y="57150"/>
                </a:lnTo>
                <a:lnTo>
                  <a:pt x="342900" y="38100"/>
                </a:lnTo>
                <a:lnTo>
                  <a:pt x="352425" y="38100"/>
                </a:lnTo>
                <a:close/>
                <a:moveTo>
                  <a:pt x="419100" y="19050"/>
                </a:moveTo>
                <a:lnTo>
                  <a:pt x="438150" y="19050"/>
                </a:lnTo>
                <a:lnTo>
                  <a:pt x="438150" y="28575"/>
                </a:lnTo>
                <a:lnTo>
                  <a:pt x="428625" y="28575"/>
                </a:lnTo>
                <a:lnTo>
                  <a:pt x="428625" y="38100"/>
                </a:lnTo>
                <a:lnTo>
                  <a:pt x="409575" y="38100"/>
                </a:lnTo>
                <a:lnTo>
                  <a:pt x="409575" y="28575"/>
                </a:lnTo>
                <a:lnTo>
                  <a:pt x="419100" y="28575"/>
                </a:lnTo>
                <a:close/>
                <a:moveTo>
                  <a:pt x="495300" y="19050"/>
                </a:moveTo>
                <a:lnTo>
                  <a:pt x="504825" y="19050"/>
                </a:lnTo>
                <a:lnTo>
                  <a:pt x="504825" y="38100"/>
                </a:lnTo>
                <a:lnTo>
                  <a:pt x="495300" y="38100"/>
                </a:lnTo>
                <a:close/>
                <a:moveTo>
                  <a:pt x="866775" y="19050"/>
                </a:moveTo>
                <a:lnTo>
                  <a:pt x="885825" y="19050"/>
                </a:lnTo>
                <a:lnTo>
                  <a:pt x="885825" y="28575"/>
                </a:lnTo>
                <a:lnTo>
                  <a:pt x="895350" y="28575"/>
                </a:lnTo>
                <a:lnTo>
                  <a:pt x="895350" y="47625"/>
                </a:lnTo>
                <a:lnTo>
                  <a:pt x="904875" y="47625"/>
                </a:lnTo>
                <a:lnTo>
                  <a:pt x="904875" y="66675"/>
                </a:lnTo>
                <a:lnTo>
                  <a:pt x="895350" y="66675"/>
                </a:lnTo>
                <a:lnTo>
                  <a:pt x="895350" y="76200"/>
                </a:lnTo>
                <a:lnTo>
                  <a:pt x="876300" y="76200"/>
                </a:lnTo>
                <a:lnTo>
                  <a:pt x="876300" y="95250"/>
                </a:lnTo>
                <a:lnTo>
                  <a:pt x="857250" y="95250"/>
                </a:lnTo>
                <a:lnTo>
                  <a:pt x="857250" y="76200"/>
                </a:lnTo>
                <a:lnTo>
                  <a:pt x="838200" y="76200"/>
                </a:lnTo>
                <a:lnTo>
                  <a:pt x="838200" y="95250"/>
                </a:lnTo>
                <a:lnTo>
                  <a:pt x="828675" y="95250"/>
                </a:lnTo>
                <a:lnTo>
                  <a:pt x="828675" y="76200"/>
                </a:lnTo>
                <a:lnTo>
                  <a:pt x="809625" y="76200"/>
                </a:lnTo>
                <a:lnTo>
                  <a:pt x="809625" y="66675"/>
                </a:lnTo>
                <a:lnTo>
                  <a:pt x="819150" y="66675"/>
                </a:lnTo>
                <a:lnTo>
                  <a:pt x="819150" y="57150"/>
                </a:lnTo>
                <a:lnTo>
                  <a:pt x="828675" y="57150"/>
                </a:lnTo>
                <a:lnTo>
                  <a:pt x="828675" y="28575"/>
                </a:lnTo>
                <a:lnTo>
                  <a:pt x="857250" y="28575"/>
                </a:lnTo>
                <a:lnTo>
                  <a:pt x="857250" y="38100"/>
                </a:lnTo>
                <a:lnTo>
                  <a:pt x="866775" y="38100"/>
                </a:lnTo>
                <a:close/>
                <a:moveTo>
                  <a:pt x="533400" y="28575"/>
                </a:moveTo>
                <a:lnTo>
                  <a:pt x="542925" y="28575"/>
                </a:lnTo>
                <a:lnTo>
                  <a:pt x="542925" y="47625"/>
                </a:lnTo>
                <a:lnTo>
                  <a:pt x="533400" y="47625"/>
                </a:lnTo>
                <a:close/>
                <a:moveTo>
                  <a:pt x="95250" y="38100"/>
                </a:moveTo>
                <a:lnTo>
                  <a:pt x="133350" y="38100"/>
                </a:lnTo>
                <a:lnTo>
                  <a:pt x="133350" y="85725"/>
                </a:lnTo>
                <a:lnTo>
                  <a:pt x="104775" y="85725"/>
                </a:lnTo>
                <a:lnTo>
                  <a:pt x="104775" y="76200"/>
                </a:lnTo>
                <a:lnTo>
                  <a:pt x="95250" y="76200"/>
                </a:lnTo>
                <a:lnTo>
                  <a:pt x="95250" y="85725"/>
                </a:lnTo>
                <a:lnTo>
                  <a:pt x="104775" y="85725"/>
                </a:lnTo>
                <a:lnTo>
                  <a:pt x="104775" y="123825"/>
                </a:lnTo>
                <a:lnTo>
                  <a:pt x="95250" y="123825"/>
                </a:lnTo>
                <a:lnTo>
                  <a:pt x="95250" y="95250"/>
                </a:lnTo>
                <a:lnTo>
                  <a:pt x="85725" y="95250"/>
                </a:lnTo>
                <a:lnTo>
                  <a:pt x="85725" y="104775"/>
                </a:lnTo>
                <a:lnTo>
                  <a:pt x="76200" y="104775"/>
                </a:lnTo>
                <a:lnTo>
                  <a:pt x="76200" y="114300"/>
                </a:lnTo>
                <a:lnTo>
                  <a:pt x="47625" y="114300"/>
                </a:lnTo>
                <a:lnTo>
                  <a:pt x="47625" y="85725"/>
                </a:lnTo>
                <a:lnTo>
                  <a:pt x="38100" y="85725"/>
                </a:lnTo>
                <a:lnTo>
                  <a:pt x="38100" y="76200"/>
                </a:lnTo>
                <a:lnTo>
                  <a:pt x="28575" y="76200"/>
                </a:lnTo>
                <a:lnTo>
                  <a:pt x="28575" y="57150"/>
                </a:lnTo>
                <a:lnTo>
                  <a:pt x="57150" y="57150"/>
                </a:lnTo>
                <a:lnTo>
                  <a:pt x="57150" y="85725"/>
                </a:lnTo>
                <a:lnTo>
                  <a:pt x="66675" y="85725"/>
                </a:lnTo>
                <a:lnTo>
                  <a:pt x="66675" y="76200"/>
                </a:lnTo>
                <a:lnTo>
                  <a:pt x="76200" y="76200"/>
                </a:lnTo>
                <a:lnTo>
                  <a:pt x="76200" y="66675"/>
                </a:lnTo>
                <a:lnTo>
                  <a:pt x="85725" y="66675"/>
                </a:lnTo>
                <a:lnTo>
                  <a:pt x="85725" y="57150"/>
                </a:lnTo>
                <a:lnTo>
                  <a:pt x="95250" y="57150"/>
                </a:lnTo>
                <a:close/>
                <a:moveTo>
                  <a:pt x="971550" y="38100"/>
                </a:moveTo>
                <a:lnTo>
                  <a:pt x="981075" y="38100"/>
                </a:lnTo>
                <a:lnTo>
                  <a:pt x="981075" y="47625"/>
                </a:lnTo>
                <a:lnTo>
                  <a:pt x="971550" y="47625"/>
                </a:lnTo>
                <a:close/>
                <a:moveTo>
                  <a:pt x="1019175" y="38100"/>
                </a:moveTo>
                <a:lnTo>
                  <a:pt x="1028700" y="38100"/>
                </a:lnTo>
                <a:lnTo>
                  <a:pt x="1028700" y="47625"/>
                </a:lnTo>
                <a:lnTo>
                  <a:pt x="1038225" y="47625"/>
                </a:lnTo>
                <a:lnTo>
                  <a:pt x="1038225" y="57150"/>
                </a:lnTo>
                <a:lnTo>
                  <a:pt x="1028700" y="57150"/>
                </a:lnTo>
                <a:lnTo>
                  <a:pt x="1028700" y="66675"/>
                </a:lnTo>
                <a:lnTo>
                  <a:pt x="1038225" y="66675"/>
                </a:lnTo>
                <a:lnTo>
                  <a:pt x="1038225" y="76200"/>
                </a:lnTo>
                <a:lnTo>
                  <a:pt x="1028700" y="76200"/>
                </a:lnTo>
                <a:lnTo>
                  <a:pt x="1028700" y="85725"/>
                </a:lnTo>
                <a:lnTo>
                  <a:pt x="1019175" y="85725"/>
                </a:lnTo>
                <a:lnTo>
                  <a:pt x="1019175" y="57150"/>
                </a:lnTo>
                <a:lnTo>
                  <a:pt x="1009650" y="57150"/>
                </a:lnTo>
                <a:lnTo>
                  <a:pt x="1009650" y="47625"/>
                </a:lnTo>
                <a:lnTo>
                  <a:pt x="1019175" y="47625"/>
                </a:lnTo>
                <a:close/>
                <a:moveTo>
                  <a:pt x="723900" y="47625"/>
                </a:moveTo>
                <a:lnTo>
                  <a:pt x="733425" y="47625"/>
                </a:lnTo>
                <a:lnTo>
                  <a:pt x="733425" y="57150"/>
                </a:lnTo>
                <a:lnTo>
                  <a:pt x="723900" y="57150"/>
                </a:lnTo>
                <a:close/>
                <a:moveTo>
                  <a:pt x="981075" y="47625"/>
                </a:moveTo>
                <a:lnTo>
                  <a:pt x="990600" y="47625"/>
                </a:lnTo>
                <a:lnTo>
                  <a:pt x="990600" y="57150"/>
                </a:lnTo>
                <a:lnTo>
                  <a:pt x="1009650" y="57150"/>
                </a:lnTo>
                <a:lnTo>
                  <a:pt x="1009650" y="66675"/>
                </a:lnTo>
                <a:lnTo>
                  <a:pt x="1000125" y="66675"/>
                </a:lnTo>
                <a:lnTo>
                  <a:pt x="1000125" y="76200"/>
                </a:lnTo>
                <a:lnTo>
                  <a:pt x="990600" y="76200"/>
                </a:lnTo>
                <a:lnTo>
                  <a:pt x="990600" y="85725"/>
                </a:lnTo>
                <a:lnTo>
                  <a:pt x="1000125" y="85725"/>
                </a:lnTo>
                <a:lnTo>
                  <a:pt x="1000125" y="95250"/>
                </a:lnTo>
                <a:lnTo>
                  <a:pt x="1009650" y="95250"/>
                </a:lnTo>
                <a:lnTo>
                  <a:pt x="1009650" y="123825"/>
                </a:lnTo>
                <a:lnTo>
                  <a:pt x="990600" y="123825"/>
                </a:lnTo>
                <a:lnTo>
                  <a:pt x="990600" y="114300"/>
                </a:lnTo>
                <a:lnTo>
                  <a:pt x="971550" y="114300"/>
                </a:lnTo>
                <a:lnTo>
                  <a:pt x="971550" y="85725"/>
                </a:lnTo>
                <a:lnTo>
                  <a:pt x="952500" y="85725"/>
                </a:lnTo>
                <a:lnTo>
                  <a:pt x="952500" y="76200"/>
                </a:lnTo>
                <a:lnTo>
                  <a:pt x="962025" y="76200"/>
                </a:lnTo>
                <a:lnTo>
                  <a:pt x="962025" y="66675"/>
                </a:lnTo>
                <a:lnTo>
                  <a:pt x="971550" y="66675"/>
                </a:lnTo>
                <a:lnTo>
                  <a:pt x="971550" y="57150"/>
                </a:lnTo>
                <a:lnTo>
                  <a:pt x="981075" y="57150"/>
                </a:lnTo>
                <a:close/>
                <a:moveTo>
                  <a:pt x="1057275" y="47625"/>
                </a:moveTo>
                <a:lnTo>
                  <a:pt x="1066800" y="47625"/>
                </a:lnTo>
                <a:lnTo>
                  <a:pt x="1066800" y="57150"/>
                </a:lnTo>
                <a:lnTo>
                  <a:pt x="1057275" y="57150"/>
                </a:lnTo>
                <a:close/>
                <a:moveTo>
                  <a:pt x="1076325" y="47625"/>
                </a:moveTo>
                <a:lnTo>
                  <a:pt x="1095375" y="47625"/>
                </a:lnTo>
                <a:lnTo>
                  <a:pt x="1095375" y="57150"/>
                </a:lnTo>
                <a:lnTo>
                  <a:pt x="1076325" y="57150"/>
                </a:lnTo>
                <a:close/>
                <a:moveTo>
                  <a:pt x="247650" y="57150"/>
                </a:moveTo>
                <a:lnTo>
                  <a:pt x="257175" y="57150"/>
                </a:lnTo>
                <a:lnTo>
                  <a:pt x="257175" y="66675"/>
                </a:lnTo>
                <a:lnTo>
                  <a:pt x="247650" y="66675"/>
                </a:lnTo>
                <a:close/>
                <a:moveTo>
                  <a:pt x="666750" y="57150"/>
                </a:moveTo>
                <a:lnTo>
                  <a:pt x="676275" y="57150"/>
                </a:lnTo>
                <a:lnTo>
                  <a:pt x="676275" y="66675"/>
                </a:lnTo>
                <a:lnTo>
                  <a:pt x="666750" y="66675"/>
                </a:lnTo>
                <a:close/>
                <a:moveTo>
                  <a:pt x="847725" y="57150"/>
                </a:moveTo>
                <a:lnTo>
                  <a:pt x="857250" y="57150"/>
                </a:lnTo>
                <a:lnTo>
                  <a:pt x="857250" y="47625"/>
                </a:lnTo>
                <a:lnTo>
                  <a:pt x="847725" y="47625"/>
                </a:lnTo>
                <a:lnTo>
                  <a:pt x="847725" y="38100"/>
                </a:lnTo>
                <a:lnTo>
                  <a:pt x="838200" y="38100"/>
                </a:lnTo>
                <a:lnTo>
                  <a:pt x="838200" y="66675"/>
                </a:lnTo>
                <a:lnTo>
                  <a:pt x="847725" y="66675"/>
                </a:lnTo>
                <a:close/>
                <a:moveTo>
                  <a:pt x="1066800" y="57150"/>
                </a:moveTo>
                <a:lnTo>
                  <a:pt x="1076325" y="57150"/>
                </a:lnTo>
                <a:lnTo>
                  <a:pt x="1076325" y="76200"/>
                </a:lnTo>
                <a:lnTo>
                  <a:pt x="1057275" y="76200"/>
                </a:lnTo>
                <a:lnTo>
                  <a:pt x="1057275" y="66675"/>
                </a:lnTo>
                <a:lnTo>
                  <a:pt x="1066800" y="66675"/>
                </a:lnTo>
                <a:close/>
                <a:moveTo>
                  <a:pt x="1095375" y="57150"/>
                </a:moveTo>
                <a:lnTo>
                  <a:pt x="1104900" y="57150"/>
                </a:lnTo>
                <a:lnTo>
                  <a:pt x="1104900" y="66675"/>
                </a:lnTo>
                <a:lnTo>
                  <a:pt x="1095375" y="66675"/>
                </a:lnTo>
                <a:close/>
                <a:moveTo>
                  <a:pt x="238125" y="66675"/>
                </a:moveTo>
                <a:lnTo>
                  <a:pt x="247650" y="66675"/>
                </a:lnTo>
                <a:lnTo>
                  <a:pt x="247650" y="85725"/>
                </a:lnTo>
                <a:lnTo>
                  <a:pt x="257175" y="85725"/>
                </a:lnTo>
                <a:lnTo>
                  <a:pt x="257175" y="95250"/>
                </a:lnTo>
                <a:lnTo>
                  <a:pt x="228600" y="95250"/>
                </a:lnTo>
                <a:lnTo>
                  <a:pt x="228600" y="85725"/>
                </a:lnTo>
                <a:lnTo>
                  <a:pt x="219075" y="85725"/>
                </a:lnTo>
                <a:lnTo>
                  <a:pt x="219075" y="76200"/>
                </a:lnTo>
                <a:lnTo>
                  <a:pt x="238125" y="76200"/>
                </a:lnTo>
                <a:close/>
                <a:moveTo>
                  <a:pt x="257175" y="66675"/>
                </a:moveTo>
                <a:lnTo>
                  <a:pt x="266700" y="66675"/>
                </a:lnTo>
                <a:lnTo>
                  <a:pt x="266700" y="76200"/>
                </a:lnTo>
                <a:lnTo>
                  <a:pt x="257175" y="76200"/>
                </a:lnTo>
                <a:close/>
                <a:moveTo>
                  <a:pt x="285750" y="66675"/>
                </a:moveTo>
                <a:lnTo>
                  <a:pt x="304800" y="66675"/>
                </a:lnTo>
                <a:lnTo>
                  <a:pt x="304800" y="76200"/>
                </a:lnTo>
                <a:lnTo>
                  <a:pt x="285750" y="76200"/>
                </a:lnTo>
                <a:close/>
                <a:moveTo>
                  <a:pt x="762000" y="66675"/>
                </a:moveTo>
                <a:lnTo>
                  <a:pt x="771525" y="66675"/>
                </a:lnTo>
                <a:lnTo>
                  <a:pt x="771525" y="76200"/>
                </a:lnTo>
                <a:lnTo>
                  <a:pt x="762000" y="76200"/>
                </a:lnTo>
                <a:close/>
                <a:moveTo>
                  <a:pt x="1085850" y="66675"/>
                </a:moveTo>
                <a:lnTo>
                  <a:pt x="1095375" y="66675"/>
                </a:lnTo>
                <a:lnTo>
                  <a:pt x="1095375" y="76200"/>
                </a:lnTo>
                <a:lnTo>
                  <a:pt x="1085850" y="76200"/>
                </a:lnTo>
                <a:close/>
                <a:moveTo>
                  <a:pt x="1181100" y="66675"/>
                </a:moveTo>
                <a:lnTo>
                  <a:pt x="1190625" y="66675"/>
                </a:lnTo>
                <a:lnTo>
                  <a:pt x="1190625" y="76200"/>
                </a:lnTo>
                <a:lnTo>
                  <a:pt x="1200150" y="76200"/>
                </a:lnTo>
                <a:lnTo>
                  <a:pt x="1200150" y="95250"/>
                </a:lnTo>
                <a:lnTo>
                  <a:pt x="1190625" y="95250"/>
                </a:lnTo>
                <a:lnTo>
                  <a:pt x="1190625" y="85725"/>
                </a:lnTo>
                <a:lnTo>
                  <a:pt x="1181100" y="85725"/>
                </a:lnTo>
                <a:close/>
                <a:moveTo>
                  <a:pt x="104775" y="76200"/>
                </a:moveTo>
                <a:lnTo>
                  <a:pt x="123825" y="76200"/>
                </a:lnTo>
                <a:lnTo>
                  <a:pt x="123825" y="57150"/>
                </a:lnTo>
                <a:lnTo>
                  <a:pt x="114300" y="57150"/>
                </a:lnTo>
                <a:lnTo>
                  <a:pt x="114300" y="66675"/>
                </a:lnTo>
                <a:lnTo>
                  <a:pt x="104775" y="66675"/>
                </a:lnTo>
                <a:close/>
                <a:moveTo>
                  <a:pt x="266700" y="76200"/>
                </a:moveTo>
                <a:lnTo>
                  <a:pt x="276225" y="76200"/>
                </a:lnTo>
                <a:lnTo>
                  <a:pt x="276225" y="85725"/>
                </a:lnTo>
                <a:lnTo>
                  <a:pt x="285750" y="85725"/>
                </a:lnTo>
                <a:lnTo>
                  <a:pt x="285750" y="95250"/>
                </a:lnTo>
                <a:lnTo>
                  <a:pt x="295275" y="95250"/>
                </a:lnTo>
                <a:lnTo>
                  <a:pt x="295275" y="104775"/>
                </a:lnTo>
                <a:lnTo>
                  <a:pt x="323850" y="104775"/>
                </a:lnTo>
                <a:lnTo>
                  <a:pt x="323850" y="114300"/>
                </a:lnTo>
                <a:lnTo>
                  <a:pt x="333375" y="114300"/>
                </a:lnTo>
                <a:lnTo>
                  <a:pt x="333375" y="123825"/>
                </a:lnTo>
                <a:lnTo>
                  <a:pt x="295275" y="123825"/>
                </a:lnTo>
                <a:lnTo>
                  <a:pt x="295275" y="114300"/>
                </a:lnTo>
                <a:lnTo>
                  <a:pt x="266700" y="114300"/>
                </a:lnTo>
                <a:close/>
                <a:moveTo>
                  <a:pt x="771525" y="76200"/>
                </a:moveTo>
                <a:lnTo>
                  <a:pt x="800100" y="76200"/>
                </a:lnTo>
                <a:lnTo>
                  <a:pt x="800100" y="85725"/>
                </a:lnTo>
                <a:lnTo>
                  <a:pt x="781050" y="85725"/>
                </a:lnTo>
                <a:lnTo>
                  <a:pt x="781050" y="95250"/>
                </a:lnTo>
                <a:lnTo>
                  <a:pt x="771525" y="95250"/>
                </a:lnTo>
                <a:close/>
                <a:moveTo>
                  <a:pt x="28575" y="85725"/>
                </a:moveTo>
                <a:lnTo>
                  <a:pt x="38100" y="85725"/>
                </a:lnTo>
                <a:lnTo>
                  <a:pt x="38100" y="95250"/>
                </a:lnTo>
                <a:lnTo>
                  <a:pt x="28575" y="95250"/>
                </a:lnTo>
                <a:close/>
                <a:moveTo>
                  <a:pt x="466725" y="95250"/>
                </a:moveTo>
                <a:lnTo>
                  <a:pt x="476250" y="95250"/>
                </a:lnTo>
                <a:lnTo>
                  <a:pt x="476250" y="104775"/>
                </a:lnTo>
                <a:lnTo>
                  <a:pt x="495300" y="104775"/>
                </a:lnTo>
                <a:lnTo>
                  <a:pt x="495300" y="114300"/>
                </a:lnTo>
                <a:lnTo>
                  <a:pt x="504825" y="114300"/>
                </a:lnTo>
                <a:lnTo>
                  <a:pt x="504825" y="123825"/>
                </a:lnTo>
                <a:lnTo>
                  <a:pt x="495300" y="123825"/>
                </a:lnTo>
                <a:lnTo>
                  <a:pt x="495300" y="133350"/>
                </a:lnTo>
                <a:lnTo>
                  <a:pt x="466725" y="133350"/>
                </a:lnTo>
                <a:close/>
                <a:moveTo>
                  <a:pt x="533400" y="95250"/>
                </a:moveTo>
                <a:lnTo>
                  <a:pt x="542925" y="95250"/>
                </a:lnTo>
                <a:lnTo>
                  <a:pt x="542925" y="104775"/>
                </a:lnTo>
                <a:lnTo>
                  <a:pt x="552450" y="104775"/>
                </a:lnTo>
                <a:lnTo>
                  <a:pt x="552450" y="114300"/>
                </a:lnTo>
                <a:lnTo>
                  <a:pt x="542925" y="114300"/>
                </a:lnTo>
                <a:lnTo>
                  <a:pt x="542925" y="123825"/>
                </a:lnTo>
                <a:lnTo>
                  <a:pt x="514350" y="123825"/>
                </a:lnTo>
                <a:lnTo>
                  <a:pt x="514350" y="114300"/>
                </a:lnTo>
                <a:lnTo>
                  <a:pt x="523875" y="114300"/>
                </a:lnTo>
                <a:lnTo>
                  <a:pt x="523875" y="104775"/>
                </a:lnTo>
                <a:lnTo>
                  <a:pt x="533400" y="104775"/>
                </a:lnTo>
                <a:close/>
                <a:moveTo>
                  <a:pt x="1085850" y="95250"/>
                </a:moveTo>
                <a:lnTo>
                  <a:pt x="1095375" y="95250"/>
                </a:lnTo>
                <a:lnTo>
                  <a:pt x="1095375" y="114300"/>
                </a:lnTo>
                <a:lnTo>
                  <a:pt x="1085850" y="114300"/>
                </a:lnTo>
                <a:close/>
                <a:moveTo>
                  <a:pt x="828675" y="104775"/>
                </a:moveTo>
                <a:lnTo>
                  <a:pt x="838200" y="104775"/>
                </a:lnTo>
                <a:lnTo>
                  <a:pt x="838200" y="114300"/>
                </a:lnTo>
                <a:lnTo>
                  <a:pt x="828675" y="114300"/>
                </a:lnTo>
                <a:close/>
                <a:moveTo>
                  <a:pt x="866775" y="104775"/>
                </a:moveTo>
                <a:lnTo>
                  <a:pt x="885825" y="104775"/>
                </a:lnTo>
                <a:lnTo>
                  <a:pt x="885825" y="114300"/>
                </a:lnTo>
                <a:lnTo>
                  <a:pt x="866775" y="114300"/>
                </a:lnTo>
                <a:close/>
                <a:moveTo>
                  <a:pt x="923925" y="104775"/>
                </a:moveTo>
                <a:lnTo>
                  <a:pt x="942975" y="104775"/>
                </a:lnTo>
                <a:lnTo>
                  <a:pt x="942975" y="114300"/>
                </a:lnTo>
                <a:lnTo>
                  <a:pt x="923925" y="114300"/>
                </a:lnTo>
                <a:close/>
                <a:moveTo>
                  <a:pt x="76200" y="114300"/>
                </a:moveTo>
                <a:lnTo>
                  <a:pt x="85725" y="114300"/>
                </a:lnTo>
                <a:lnTo>
                  <a:pt x="85725" y="123825"/>
                </a:lnTo>
                <a:lnTo>
                  <a:pt x="76200" y="123825"/>
                </a:lnTo>
                <a:close/>
                <a:moveTo>
                  <a:pt x="123825" y="114300"/>
                </a:moveTo>
                <a:lnTo>
                  <a:pt x="142875" y="114300"/>
                </a:lnTo>
                <a:lnTo>
                  <a:pt x="142875" y="123825"/>
                </a:lnTo>
                <a:lnTo>
                  <a:pt x="133350" y="123825"/>
                </a:lnTo>
                <a:lnTo>
                  <a:pt x="133350" y="133350"/>
                </a:lnTo>
                <a:lnTo>
                  <a:pt x="114300" y="133350"/>
                </a:lnTo>
                <a:lnTo>
                  <a:pt x="114300" y="142875"/>
                </a:lnTo>
                <a:lnTo>
                  <a:pt x="123825" y="142875"/>
                </a:lnTo>
                <a:lnTo>
                  <a:pt x="123825" y="152400"/>
                </a:lnTo>
                <a:lnTo>
                  <a:pt x="114300" y="152400"/>
                </a:lnTo>
                <a:lnTo>
                  <a:pt x="114300" y="161925"/>
                </a:lnTo>
                <a:lnTo>
                  <a:pt x="142875" y="161925"/>
                </a:lnTo>
                <a:lnTo>
                  <a:pt x="142875" y="171450"/>
                </a:lnTo>
                <a:lnTo>
                  <a:pt x="152400" y="171450"/>
                </a:lnTo>
                <a:lnTo>
                  <a:pt x="152400" y="180975"/>
                </a:lnTo>
                <a:lnTo>
                  <a:pt x="142875" y="180975"/>
                </a:lnTo>
                <a:lnTo>
                  <a:pt x="142875" y="190500"/>
                </a:lnTo>
                <a:lnTo>
                  <a:pt x="123825" y="190500"/>
                </a:lnTo>
                <a:lnTo>
                  <a:pt x="123825" y="180975"/>
                </a:lnTo>
                <a:lnTo>
                  <a:pt x="114300" y="180975"/>
                </a:lnTo>
                <a:lnTo>
                  <a:pt x="114300" y="171450"/>
                </a:lnTo>
                <a:lnTo>
                  <a:pt x="104775" y="171450"/>
                </a:lnTo>
                <a:lnTo>
                  <a:pt x="104775" y="161925"/>
                </a:lnTo>
                <a:lnTo>
                  <a:pt x="66675" y="161925"/>
                </a:lnTo>
                <a:lnTo>
                  <a:pt x="66675" y="152400"/>
                </a:lnTo>
                <a:lnTo>
                  <a:pt x="57150" y="152400"/>
                </a:lnTo>
                <a:lnTo>
                  <a:pt x="57150" y="142875"/>
                </a:lnTo>
                <a:lnTo>
                  <a:pt x="76200" y="142875"/>
                </a:lnTo>
                <a:lnTo>
                  <a:pt x="76200" y="152400"/>
                </a:lnTo>
                <a:lnTo>
                  <a:pt x="85725" y="152400"/>
                </a:lnTo>
                <a:lnTo>
                  <a:pt x="85725" y="142875"/>
                </a:lnTo>
                <a:lnTo>
                  <a:pt x="104775" y="142875"/>
                </a:lnTo>
                <a:lnTo>
                  <a:pt x="104775" y="123825"/>
                </a:lnTo>
                <a:lnTo>
                  <a:pt x="123825" y="123825"/>
                </a:lnTo>
                <a:close/>
                <a:moveTo>
                  <a:pt x="180975" y="114300"/>
                </a:moveTo>
                <a:lnTo>
                  <a:pt x="190500" y="114300"/>
                </a:lnTo>
                <a:lnTo>
                  <a:pt x="190500" y="123825"/>
                </a:lnTo>
                <a:lnTo>
                  <a:pt x="200025" y="123825"/>
                </a:lnTo>
                <a:lnTo>
                  <a:pt x="200025" y="142875"/>
                </a:lnTo>
                <a:lnTo>
                  <a:pt x="190500" y="142875"/>
                </a:lnTo>
                <a:lnTo>
                  <a:pt x="190500" y="152400"/>
                </a:lnTo>
                <a:lnTo>
                  <a:pt x="171450" y="152400"/>
                </a:lnTo>
                <a:lnTo>
                  <a:pt x="171450" y="133350"/>
                </a:lnTo>
                <a:lnTo>
                  <a:pt x="180975" y="133350"/>
                </a:lnTo>
                <a:close/>
                <a:moveTo>
                  <a:pt x="904875" y="114300"/>
                </a:moveTo>
                <a:lnTo>
                  <a:pt x="914400" y="114300"/>
                </a:lnTo>
                <a:lnTo>
                  <a:pt x="914400" y="133350"/>
                </a:lnTo>
                <a:lnTo>
                  <a:pt x="904875" y="133350"/>
                </a:lnTo>
                <a:close/>
                <a:moveTo>
                  <a:pt x="1085850" y="133350"/>
                </a:moveTo>
                <a:lnTo>
                  <a:pt x="1095375" y="133350"/>
                </a:lnTo>
                <a:lnTo>
                  <a:pt x="1095375" y="152400"/>
                </a:lnTo>
                <a:lnTo>
                  <a:pt x="1085850" y="152400"/>
                </a:lnTo>
                <a:close/>
                <a:moveTo>
                  <a:pt x="361950" y="142875"/>
                </a:moveTo>
                <a:lnTo>
                  <a:pt x="371475" y="142875"/>
                </a:lnTo>
                <a:lnTo>
                  <a:pt x="371475" y="152400"/>
                </a:lnTo>
                <a:lnTo>
                  <a:pt x="361950" y="152400"/>
                </a:lnTo>
                <a:close/>
                <a:moveTo>
                  <a:pt x="809625" y="142875"/>
                </a:moveTo>
                <a:lnTo>
                  <a:pt x="819150" y="142875"/>
                </a:lnTo>
                <a:lnTo>
                  <a:pt x="819150" y="161925"/>
                </a:lnTo>
                <a:lnTo>
                  <a:pt x="790575" y="161925"/>
                </a:lnTo>
                <a:lnTo>
                  <a:pt x="790575" y="152400"/>
                </a:lnTo>
                <a:lnTo>
                  <a:pt x="809625" y="152400"/>
                </a:lnTo>
                <a:close/>
                <a:moveTo>
                  <a:pt x="1000125" y="142875"/>
                </a:moveTo>
                <a:lnTo>
                  <a:pt x="1009650" y="142875"/>
                </a:lnTo>
                <a:lnTo>
                  <a:pt x="1009650" y="152400"/>
                </a:lnTo>
                <a:lnTo>
                  <a:pt x="1000125" y="152400"/>
                </a:lnTo>
                <a:close/>
                <a:moveTo>
                  <a:pt x="19050" y="152400"/>
                </a:moveTo>
                <a:lnTo>
                  <a:pt x="28575" y="152400"/>
                </a:lnTo>
                <a:lnTo>
                  <a:pt x="28575" y="161925"/>
                </a:lnTo>
                <a:lnTo>
                  <a:pt x="19050" y="161925"/>
                </a:lnTo>
                <a:close/>
                <a:moveTo>
                  <a:pt x="38100" y="152400"/>
                </a:moveTo>
                <a:lnTo>
                  <a:pt x="57150" y="152400"/>
                </a:lnTo>
                <a:lnTo>
                  <a:pt x="57150" y="161925"/>
                </a:lnTo>
                <a:lnTo>
                  <a:pt x="38100" y="161925"/>
                </a:lnTo>
                <a:close/>
                <a:moveTo>
                  <a:pt x="152400" y="152400"/>
                </a:moveTo>
                <a:lnTo>
                  <a:pt x="171450" y="152400"/>
                </a:lnTo>
                <a:lnTo>
                  <a:pt x="171450" y="161925"/>
                </a:lnTo>
                <a:lnTo>
                  <a:pt x="152400" y="161925"/>
                </a:lnTo>
                <a:close/>
                <a:moveTo>
                  <a:pt x="523875" y="152400"/>
                </a:moveTo>
                <a:lnTo>
                  <a:pt x="533400" y="152400"/>
                </a:lnTo>
                <a:lnTo>
                  <a:pt x="533400" y="161925"/>
                </a:lnTo>
                <a:lnTo>
                  <a:pt x="542925" y="161925"/>
                </a:lnTo>
                <a:lnTo>
                  <a:pt x="542925" y="180975"/>
                </a:lnTo>
                <a:lnTo>
                  <a:pt x="523875" y="180975"/>
                </a:lnTo>
                <a:lnTo>
                  <a:pt x="523875" y="190500"/>
                </a:lnTo>
                <a:lnTo>
                  <a:pt x="514350" y="190500"/>
                </a:lnTo>
                <a:lnTo>
                  <a:pt x="514350" y="180975"/>
                </a:lnTo>
                <a:lnTo>
                  <a:pt x="504825" y="180975"/>
                </a:lnTo>
                <a:lnTo>
                  <a:pt x="504825" y="171450"/>
                </a:lnTo>
                <a:lnTo>
                  <a:pt x="514350" y="171450"/>
                </a:lnTo>
                <a:lnTo>
                  <a:pt x="514350" y="161925"/>
                </a:lnTo>
                <a:lnTo>
                  <a:pt x="523875" y="161925"/>
                </a:lnTo>
                <a:close/>
                <a:moveTo>
                  <a:pt x="771525" y="152400"/>
                </a:moveTo>
                <a:lnTo>
                  <a:pt x="781050" y="152400"/>
                </a:lnTo>
                <a:lnTo>
                  <a:pt x="781050" y="161925"/>
                </a:lnTo>
                <a:lnTo>
                  <a:pt x="771525" y="161925"/>
                </a:lnTo>
                <a:close/>
                <a:moveTo>
                  <a:pt x="0" y="161925"/>
                </a:moveTo>
                <a:lnTo>
                  <a:pt x="19050" y="161925"/>
                </a:lnTo>
                <a:lnTo>
                  <a:pt x="19050" y="180975"/>
                </a:lnTo>
                <a:lnTo>
                  <a:pt x="9525" y="180975"/>
                </a:lnTo>
                <a:lnTo>
                  <a:pt x="9525" y="171450"/>
                </a:lnTo>
                <a:lnTo>
                  <a:pt x="0" y="171450"/>
                </a:lnTo>
                <a:close/>
                <a:moveTo>
                  <a:pt x="628650" y="161925"/>
                </a:moveTo>
                <a:lnTo>
                  <a:pt x="638175" y="161925"/>
                </a:lnTo>
                <a:lnTo>
                  <a:pt x="638175" y="171450"/>
                </a:lnTo>
                <a:lnTo>
                  <a:pt x="628650" y="171450"/>
                </a:lnTo>
                <a:close/>
                <a:moveTo>
                  <a:pt x="847725" y="161925"/>
                </a:moveTo>
                <a:lnTo>
                  <a:pt x="857250" y="161925"/>
                </a:lnTo>
                <a:lnTo>
                  <a:pt x="857250" y="171450"/>
                </a:lnTo>
                <a:lnTo>
                  <a:pt x="866775" y="171450"/>
                </a:lnTo>
                <a:lnTo>
                  <a:pt x="866775" y="180975"/>
                </a:lnTo>
                <a:lnTo>
                  <a:pt x="847725" y="180975"/>
                </a:lnTo>
                <a:close/>
                <a:moveTo>
                  <a:pt x="952500" y="161925"/>
                </a:moveTo>
                <a:lnTo>
                  <a:pt x="962025" y="161925"/>
                </a:lnTo>
                <a:lnTo>
                  <a:pt x="962025" y="171450"/>
                </a:lnTo>
                <a:lnTo>
                  <a:pt x="952500" y="171450"/>
                </a:lnTo>
                <a:close/>
                <a:moveTo>
                  <a:pt x="819150" y="171450"/>
                </a:moveTo>
                <a:lnTo>
                  <a:pt x="828675" y="171450"/>
                </a:lnTo>
                <a:lnTo>
                  <a:pt x="828675" y="180975"/>
                </a:lnTo>
                <a:lnTo>
                  <a:pt x="819150" y="180975"/>
                </a:lnTo>
                <a:close/>
                <a:moveTo>
                  <a:pt x="571500" y="180975"/>
                </a:moveTo>
                <a:lnTo>
                  <a:pt x="581025" y="180975"/>
                </a:lnTo>
                <a:lnTo>
                  <a:pt x="581025" y="190500"/>
                </a:lnTo>
                <a:lnTo>
                  <a:pt x="571500" y="190500"/>
                </a:lnTo>
                <a:close/>
                <a:moveTo>
                  <a:pt x="600075" y="180975"/>
                </a:moveTo>
                <a:lnTo>
                  <a:pt x="638175" y="180975"/>
                </a:lnTo>
                <a:lnTo>
                  <a:pt x="638175" y="190500"/>
                </a:lnTo>
                <a:lnTo>
                  <a:pt x="619125" y="190500"/>
                </a:lnTo>
                <a:lnTo>
                  <a:pt x="619125" y="200025"/>
                </a:lnTo>
                <a:lnTo>
                  <a:pt x="609600" y="200025"/>
                </a:lnTo>
                <a:lnTo>
                  <a:pt x="609600" y="190500"/>
                </a:lnTo>
                <a:lnTo>
                  <a:pt x="600075" y="190500"/>
                </a:lnTo>
                <a:close/>
                <a:moveTo>
                  <a:pt x="762000" y="180975"/>
                </a:moveTo>
                <a:lnTo>
                  <a:pt x="771525" y="180975"/>
                </a:lnTo>
                <a:lnTo>
                  <a:pt x="771525" y="190500"/>
                </a:lnTo>
                <a:lnTo>
                  <a:pt x="762000" y="190500"/>
                </a:lnTo>
                <a:close/>
                <a:moveTo>
                  <a:pt x="542925" y="190500"/>
                </a:moveTo>
                <a:lnTo>
                  <a:pt x="552450" y="190500"/>
                </a:lnTo>
                <a:lnTo>
                  <a:pt x="552450" y="200025"/>
                </a:lnTo>
                <a:lnTo>
                  <a:pt x="542925" y="200025"/>
                </a:lnTo>
                <a:close/>
                <a:moveTo>
                  <a:pt x="561975" y="200025"/>
                </a:moveTo>
                <a:lnTo>
                  <a:pt x="571500" y="200025"/>
                </a:lnTo>
                <a:lnTo>
                  <a:pt x="571500" y="209550"/>
                </a:lnTo>
                <a:lnTo>
                  <a:pt x="561975" y="209550"/>
                </a:lnTo>
                <a:close/>
                <a:moveTo>
                  <a:pt x="619125" y="200025"/>
                </a:moveTo>
                <a:lnTo>
                  <a:pt x="638175" y="200025"/>
                </a:lnTo>
                <a:lnTo>
                  <a:pt x="638175" y="209550"/>
                </a:lnTo>
                <a:lnTo>
                  <a:pt x="619125" y="209550"/>
                </a:lnTo>
                <a:close/>
                <a:moveTo>
                  <a:pt x="647700" y="200025"/>
                </a:moveTo>
                <a:lnTo>
                  <a:pt x="657225" y="200025"/>
                </a:lnTo>
                <a:lnTo>
                  <a:pt x="657225" y="257175"/>
                </a:lnTo>
                <a:lnTo>
                  <a:pt x="647700" y="257175"/>
                </a:lnTo>
                <a:close/>
                <a:moveTo>
                  <a:pt x="1085850" y="200025"/>
                </a:moveTo>
                <a:lnTo>
                  <a:pt x="1095375" y="200025"/>
                </a:lnTo>
                <a:lnTo>
                  <a:pt x="1095375" y="209550"/>
                </a:lnTo>
                <a:lnTo>
                  <a:pt x="1085850" y="209550"/>
                </a:lnTo>
                <a:close/>
                <a:moveTo>
                  <a:pt x="57150" y="209550"/>
                </a:moveTo>
                <a:lnTo>
                  <a:pt x="66675" y="209550"/>
                </a:lnTo>
                <a:lnTo>
                  <a:pt x="66675" y="219075"/>
                </a:lnTo>
                <a:lnTo>
                  <a:pt x="57150" y="219075"/>
                </a:lnTo>
                <a:close/>
                <a:moveTo>
                  <a:pt x="609600" y="209550"/>
                </a:moveTo>
                <a:lnTo>
                  <a:pt x="619125" y="209550"/>
                </a:lnTo>
                <a:lnTo>
                  <a:pt x="619125" y="228600"/>
                </a:lnTo>
                <a:lnTo>
                  <a:pt x="609600" y="228600"/>
                </a:lnTo>
                <a:close/>
                <a:moveTo>
                  <a:pt x="857250" y="209550"/>
                </a:moveTo>
                <a:lnTo>
                  <a:pt x="895350" y="209550"/>
                </a:lnTo>
                <a:lnTo>
                  <a:pt x="895350" y="219075"/>
                </a:lnTo>
                <a:lnTo>
                  <a:pt x="857250" y="219075"/>
                </a:lnTo>
                <a:close/>
                <a:moveTo>
                  <a:pt x="619125" y="247650"/>
                </a:moveTo>
                <a:lnTo>
                  <a:pt x="638175" y="247650"/>
                </a:lnTo>
                <a:lnTo>
                  <a:pt x="638175" y="257175"/>
                </a:lnTo>
                <a:lnTo>
                  <a:pt x="619125" y="257175"/>
                </a:lnTo>
                <a:close/>
                <a:moveTo>
                  <a:pt x="600075" y="257175"/>
                </a:moveTo>
                <a:lnTo>
                  <a:pt x="619125" y="257175"/>
                </a:lnTo>
                <a:lnTo>
                  <a:pt x="619125" y="266700"/>
                </a:lnTo>
                <a:lnTo>
                  <a:pt x="600075" y="266700"/>
                </a:lnTo>
                <a:close/>
                <a:moveTo>
                  <a:pt x="590550" y="276225"/>
                </a:moveTo>
                <a:lnTo>
                  <a:pt x="600075" y="276225"/>
                </a:lnTo>
                <a:lnTo>
                  <a:pt x="600075" y="295275"/>
                </a:lnTo>
                <a:lnTo>
                  <a:pt x="619125" y="295275"/>
                </a:lnTo>
                <a:lnTo>
                  <a:pt x="619125" y="285750"/>
                </a:lnTo>
                <a:lnTo>
                  <a:pt x="628650" y="285750"/>
                </a:lnTo>
                <a:lnTo>
                  <a:pt x="628650" y="295275"/>
                </a:lnTo>
                <a:lnTo>
                  <a:pt x="638175" y="295275"/>
                </a:lnTo>
                <a:lnTo>
                  <a:pt x="638175" y="285750"/>
                </a:lnTo>
                <a:lnTo>
                  <a:pt x="647700" y="285750"/>
                </a:lnTo>
                <a:lnTo>
                  <a:pt x="647700" y="295275"/>
                </a:lnTo>
                <a:lnTo>
                  <a:pt x="638175" y="295275"/>
                </a:lnTo>
                <a:lnTo>
                  <a:pt x="638175" y="304800"/>
                </a:lnTo>
                <a:lnTo>
                  <a:pt x="609600" y="304800"/>
                </a:lnTo>
                <a:lnTo>
                  <a:pt x="609600" y="314325"/>
                </a:lnTo>
                <a:lnTo>
                  <a:pt x="590550" y="314325"/>
                </a:lnTo>
                <a:lnTo>
                  <a:pt x="590550" y="304800"/>
                </a:lnTo>
                <a:lnTo>
                  <a:pt x="581025" y="304800"/>
                </a:lnTo>
                <a:lnTo>
                  <a:pt x="581025" y="285750"/>
                </a:lnTo>
                <a:lnTo>
                  <a:pt x="590550" y="285750"/>
                </a:lnTo>
                <a:close/>
                <a:moveTo>
                  <a:pt x="647700" y="295275"/>
                </a:moveTo>
                <a:lnTo>
                  <a:pt x="657225" y="295275"/>
                </a:lnTo>
                <a:lnTo>
                  <a:pt x="657225" y="314325"/>
                </a:lnTo>
                <a:lnTo>
                  <a:pt x="647700" y="314325"/>
                </a:lnTo>
                <a:close/>
                <a:moveTo>
                  <a:pt x="57150" y="333375"/>
                </a:moveTo>
                <a:lnTo>
                  <a:pt x="66675" y="333375"/>
                </a:lnTo>
                <a:lnTo>
                  <a:pt x="66675" y="352425"/>
                </a:lnTo>
                <a:lnTo>
                  <a:pt x="57150" y="352425"/>
                </a:lnTo>
                <a:lnTo>
                  <a:pt x="57150" y="361950"/>
                </a:lnTo>
                <a:lnTo>
                  <a:pt x="47625" y="361950"/>
                </a:lnTo>
                <a:lnTo>
                  <a:pt x="47625" y="342900"/>
                </a:lnTo>
                <a:lnTo>
                  <a:pt x="57150" y="342900"/>
                </a:lnTo>
                <a:close/>
                <a:moveTo>
                  <a:pt x="771525" y="342900"/>
                </a:moveTo>
                <a:lnTo>
                  <a:pt x="781050" y="342900"/>
                </a:lnTo>
                <a:lnTo>
                  <a:pt x="781050" y="352425"/>
                </a:lnTo>
                <a:lnTo>
                  <a:pt x="771525" y="352425"/>
                </a:lnTo>
                <a:close/>
                <a:moveTo>
                  <a:pt x="914400" y="342900"/>
                </a:moveTo>
                <a:lnTo>
                  <a:pt x="933450" y="342900"/>
                </a:lnTo>
                <a:lnTo>
                  <a:pt x="933450" y="352425"/>
                </a:lnTo>
                <a:lnTo>
                  <a:pt x="914400" y="352425"/>
                </a:lnTo>
                <a:close/>
                <a:moveTo>
                  <a:pt x="1057275" y="342900"/>
                </a:moveTo>
                <a:lnTo>
                  <a:pt x="1095375" y="342900"/>
                </a:lnTo>
                <a:lnTo>
                  <a:pt x="1095375" y="361950"/>
                </a:lnTo>
                <a:lnTo>
                  <a:pt x="1085850" y="361950"/>
                </a:lnTo>
                <a:lnTo>
                  <a:pt x="1085850" y="371475"/>
                </a:lnTo>
                <a:lnTo>
                  <a:pt x="1076325" y="371475"/>
                </a:lnTo>
                <a:lnTo>
                  <a:pt x="1076325" y="352425"/>
                </a:lnTo>
                <a:lnTo>
                  <a:pt x="1057275" y="352425"/>
                </a:lnTo>
                <a:close/>
                <a:moveTo>
                  <a:pt x="590550" y="352425"/>
                </a:moveTo>
                <a:lnTo>
                  <a:pt x="600075" y="352425"/>
                </a:lnTo>
                <a:lnTo>
                  <a:pt x="600075" y="361950"/>
                </a:lnTo>
                <a:lnTo>
                  <a:pt x="590550" y="361950"/>
                </a:lnTo>
                <a:close/>
                <a:moveTo>
                  <a:pt x="1085850" y="390525"/>
                </a:moveTo>
                <a:lnTo>
                  <a:pt x="1095375" y="390525"/>
                </a:lnTo>
                <a:lnTo>
                  <a:pt x="1095375" y="419100"/>
                </a:lnTo>
                <a:lnTo>
                  <a:pt x="1085850" y="419100"/>
                </a:lnTo>
                <a:lnTo>
                  <a:pt x="1085850" y="438150"/>
                </a:lnTo>
                <a:lnTo>
                  <a:pt x="1095375" y="438150"/>
                </a:lnTo>
                <a:lnTo>
                  <a:pt x="1095375" y="457200"/>
                </a:lnTo>
                <a:lnTo>
                  <a:pt x="1085850" y="457200"/>
                </a:lnTo>
                <a:lnTo>
                  <a:pt x="1085850" y="447675"/>
                </a:lnTo>
                <a:lnTo>
                  <a:pt x="1076325" y="447675"/>
                </a:lnTo>
                <a:lnTo>
                  <a:pt x="1076325" y="419100"/>
                </a:lnTo>
                <a:lnTo>
                  <a:pt x="1066800" y="419100"/>
                </a:lnTo>
                <a:lnTo>
                  <a:pt x="1066800" y="409575"/>
                </a:lnTo>
                <a:lnTo>
                  <a:pt x="1085850" y="409575"/>
                </a:lnTo>
                <a:close/>
                <a:moveTo>
                  <a:pt x="38100" y="409575"/>
                </a:moveTo>
                <a:lnTo>
                  <a:pt x="47625" y="409575"/>
                </a:lnTo>
                <a:lnTo>
                  <a:pt x="47625" y="419100"/>
                </a:lnTo>
                <a:lnTo>
                  <a:pt x="38100" y="419100"/>
                </a:lnTo>
                <a:close/>
                <a:moveTo>
                  <a:pt x="819150" y="419100"/>
                </a:moveTo>
                <a:lnTo>
                  <a:pt x="828675" y="419100"/>
                </a:lnTo>
                <a:lnTo>
                  <a:pt x="828675" y="428625"/>
                </a:lnTo>
                <a:lnTo>
                  <a:pt x="819150" y="428625"/>
                </a:lnTo>
                <a:close/>
                <a:moveTo>
                  <a:pt x="19050" y="428625"/>
                </a:moveTo>
                <a:lnTo>
                  <a:pt x="28575" y="428625"/>
                </a:lnTo>
                <a:lnTo>
                  <a:pt x="28575" y="438150"/>
                </a:lnTo>
                <a:lnTo>
                  <a:pt x="19050" y="438150"/>
                </a:lnTo>
                <a:close/>
                <a:moveTo>
                  <a:pt x="561975" y="428625"/>
                </a:moveTo>
                <a:lnTo>
                  <a:pt x="571500" y="428625"/>
                </a:lnTo>
                <a:lnTo>
                  <a:pt x="571500" y="438150"/>
                </a:lnTo>
                <a:lnTo>
                  <a:pt x="561975" y="438150"/>
                </a:lnTo>
                <a:close/>
                <a:moveTo>
                  <a:pt x="628650" y="428625"/>
                </a:moveTo>
                <a:lnTo>
                  <a:pt x="638175" y="428625"/>
                </a:lnTo>
                <a:lnTo>
                  <a:pt x="638175" y="438150"/>
                </a:lnTo>
                <a:lnTo>
                  <a:pt x="628650" y="438150"/>
                </a:lnTo>
                <a:close/>
                <a:moveTo>
                  <a:pt x="647700" y="428625"/>
                </a:moveTo>
                <a:lnTo>
                  <a:pt x="657225" y="428625"/>
                </a:lnTo>
                <a:lnTo>
                  <a:pt x="657225" y="447675"/>
                </a:lnTo>
                <a:lnTo>
                  <a:pt x="647700" y="447675"/>
                </a:lnTo>
                <a:close/>
                <a:moveTo>
                  <a:pt x="762000" y="438150"/>
                </a:moveTo>
                <a:lnTo>
                  <a:pt x="771525" y="438150"/>
                </a:lnTo>
                <a:lnTo>
                  <a:pt x="771525" y="447675"/>
                </a:lnTo>
                <a:lnTo>
                  <a:pt x="762000" y="447675"/>
                </a:lnTo>
                <a:close/>
                <a:moveTo>
                  <a:pt x="781050" y="438150"/>
                </a:moveTo>
                <a:lnTo>
                  <a:pt x="790575" y="438150"/>
                </a:lnTo>
                <a:lnTo>
                  <a:pt x="790575" y="447675"/>
                </a:lnTo>
                <a:lnTo>
                  <a:pt x="781050" y="447675"/>
                </a:lnTo>
                <a:close/>
                <a:moveTo>
                  <a:pt x="895350" y="438150"/>
                </a:moveTo>
                <a:lnTo>
                  <a:pt x="914400" y="438150"/>
                </a:lnTo>
                <a:lnTo>
                  <a:pt x="914400" y="447675"/>
                </a:lnTo>
                <a:lnTo>
                  <a:pt x="895350" y="447675"/>
                </a:lnTo>
                <a:close/>
                <a:moveTo>
                  <a:pt x="1009650" y="438150"/>
                </a:moveTo>
                <a:lnTo>
                  <a:pt x="1019175" y="438150"/>
                </a:lnTo>
                <a:lnTo>
                  <a:pt x="1019175" y="457200"/>
                </a:lnTo>
                <a:lnTo>
                  <a:pt x="1000125" y="457200"/>
                </a:lnTo>
                <a:lnTo>
                  <a:pt x="1000125" y="447675"/>
                </a:lnTo>
                <a:lnTo>
                  <a:pt x="1009650" y="447675"/>
                </a:lnTo>
                <a:close/>
                <a:moveTo>
                  <a:pt x="914400" y="457200"/>
                </a:moveTo>
                <a:lnTo>
                  <a:pt x="933450" y="457200"/>
                </a:lnTo>
                <a:lnTo>
                  <a:pt x="933450" y="466725"/>
                </a:lnTo>
                <a:lnTo>
                  <a:pt x="962025" y="466725"/>
                </a:lnTo>
                <a:lnTo>
                  <a:pt x="962025" y="476250"/>
                </a:lnTo>
                <a:lnTo>
                  <a:pt x="942975" y="476250"/>
                </a:lnTo>
                <a:lnTo>
                  <a:pt x="942975" y="485775"/>
                </a:lnTo>
                <a:lnTo>
                  <a:pt x="914400" y="485775"/>
                </a:lnTo>
                <a:close/>
                <a:moveTo>
                  <a:pt x="76200" y="466725"/>
                </a:moveTo>
                <a:lnTo>
                  <a:pt x="85725" y="466725"/>
                </a:lnTo>
                <a:lnTo>
                  <a:pt x="85725" y="476250"/>
                </a:lnTo>
                <a:lnTo>
                  <a:pt x="76200" y="476250"/>
                </a:lnTo>
                <a:close/>
                <a:moveTo>
                  <a:pt x="628650" y="466725"/>
                </a:moveTo>
                <a:lnTo>
                  <a:pt x="638175" y="466725"/>
                </a:lnTo>
                <a:lnTo>
                  <a:pt x="638175" y="476250"/>
                </a:lnTo>
                <a:lnTo>
                  <a:pt x="628650" y="476250"/>
                </a:lnTo>
                <a:close/>
                <a:moveTo>
                  <a:pt x="828675" y="476250"/>
                </a:moveTo>
                <a:lnTo>
                  <a:pt x="838200" y="476250"/>
                </a:lnTo>
                <a:lnTo>
                  <a:pt x="838200" y="485775"/>
                </a:lnTo>
                <a:lnTo>
                  <a:pt x="828675" y="485775"/>
                </a:lnTo>
                <a:close/>
                <a:moveTo>
                  <a:pt x="19050" y="504825"/>
                </a:moveTo>
                <a:lnTo>
                  <a:pt x="28575" y="504825"/>
                </a:lnTo>
                <a:lnTo>
                  <a:pt x="28575" y="514350"/>
                </a:lnTo>
                <a:lnTo>
                  <a:pt x="47625" y="514350"/>
                </a:lnTo>
                <a:lnTo>
                  <a:pt x="47625" y="533400"/>
                </a:lnTo>
                <a:lnTo>
                  <a:pt x="57150" y="533400"/>
                </a:lnTo>
                <a:lnTo>
                  <a:pt x="57150" y="542925"/>
                </a:lnTo>
                <a:lnTo>
                  <a:pt x="66675" y="542925"/>
                </a:lnTo>
                <a:lnTo>
                  <a:pt x="66675" y="561975"/>
                </a:lnTo>
                <a:lnTo>
                  <a:pt x="57150" y="561975"/>
                </a:lnTo>
                <a:lnTo>
                  <a:pt x="57150" y="552450"/>
                </a:lnTo>
                <a:lnTo>
                  <a:pt x="47625" y="552450"/>
                </a:lnTo>
                <a:lnTo>
                  <a:pt x="47625" y="542925"/>
                </a:lnTo>
                <a:lnTo>
                  <a:pt x="28575" y="542925"/>
                </a:lnTo>
                <a:lnTo>
                  <a:pt x="28575" y="533400"/>
                </a:lnTo>
                <a:lnTo>
                  <a:pt x="19050" y="533400"/>
                </a:lnTo>
                <a:lnTo>
                  <a:pt x="19050" y="542925"/>
                </a:lnTo>
                <a:lnTo>
                  <a:pt x="9525" y="542925"/>
                </a:lnTo>
                <a:lnTo>
                  <a:pt x="9525" y="523875"/>
                </a:lnTo>
                <a:lnTo>
                  <a:pt x="19050" y="523875"/>
                </a:lnTo>
                <a:close/>
                <a:moveTo>
                  <a:pt x="76200" y="542925"/>
                </a:moveTo>
                <a:lnTo>
                  <a:pt x="85725" y="542925"/>
                </a:lnTo>
                <a:lnTo>
                  <a:pt x="85725" y="552450"/>
                </a:lnTo>
                <a:lnTo>
                  <a:pt x="76200" y="552450"/>
                </a:lnTo>
                <a:close/>
                <a:moveTo>
                  <a:pt x="76200" y="561975"/>
                </a:moveTo>
                <a:lnTo>
                  <a:pt x="85725" y="561975"/>
                </a:lnTo>
                <a:lnTo>
                  <a:pt x="85725" y="571500"/>
                </a:lnTo>
                <a:lnTo>
                  <a:pt x="104775" y="571500"/>
                </a:lnTo>
                <a:lnTo>
                  <a:pt x="104775" y="581025"/>
                </a:lnTo>
                <a:lnTo>
                  <a:pt x="76200" y="581025"/>
                </a:lnTo>
                <a:close/>
                <a:moveTo>
                  <a:pt x="47625" y="571500"/>
                </a:moveTo>
                <a:lnTo>
                  <a:pt x="66675" y="571500"/>
                </a:lnTo>
                <a:lnTo>
                  <a:pt x="66675" y="581025"/>
                </a:lnTo>
                <a:lnTo>
                  <a:pt x="76200" y="581025"/>
                </a:lnTo>
                <a:lnTo>
                  <a:pt x="76200" y="590550"/>
                </a:lnTo>
                <a:lnTo>
                  <a:pt x="47625" y="590550"/>
                </a:lnTo>
                <a:close/>
                <a:moveTo>
                  <a:pt x="0" y="581025"/>
                </a:moveTo>
                <a:lnTo>
                  <a:pt x="9525" y="581025"/>
                </a:lnTo>
                <a:lnTo>
                  <a:pt x="9525" y="590550"/>
                </a:lnTo>
                <a:lnTo>
                  <a:pt x="0" y="590550"/>
                </a:lnTo>
                <a:close/>
                <a:moveTo>
                  <a:pt x="542925" y="581025"/>
                </a:moveTo>
                <a:lnTo>
                  <a:pt x="552450" y="581025"/>
                </a:lnTo>
                <a:lnTo>
                  <a:pt x="552450" y="590550"/>
                </a:lnTo>
                <a:lnTo>
                  <a:pt x="542925" y="590550"/>
                </a:lnTo>
                <a:close/>
                <a:moveTo>
                  <a:pt x="552450" y="590550"/>
                </a:moveTo>
                <a:lnTo>
                  <a:pt x="561975" y="590550"/>
                </a:lnTo>
                <a:lnTo>
                  <a:pt x="561975" y="600075"/>
                </a:lnTo>
                <a:lnTo>
                  <a:pt x="552450" y="600075"/>
                </a:lnTo>
                <a:close/>
                <a:moveTo>
                  <a:pt x="47625" y="600075"/>
                </a:moveTo>
                <a:lnTo>
                  <a:pt x="57150" y="600075"/>
                </a:lnTo>
                <a:lnTo>
                  <a:pt x="57150" y="609600"/>
                </a:lnTo>
                <a:lnTo>
                  <a:pt x="47625" y="609600"/>
                </a:lnTo>
                <a:close/>
                <a:moveTo>
                  <a:pt x="133350" y="600075"/>
                </a:moveTo>
                <a:lnTo>
                  <a:pt x="142875" y="600075"/>
                </a:lnTo>
                <a:lnTo>
                  <a:pt x="142875" y="609600"/>
                </a:lnTo>
                <a:lnTo>
                  <a:pt x="161925" y="609600"/>
                </a:lnTo>
                <a:lnTo>
                  <a:pt x="161925" y="619125"/>
                </a:lnTo>
                <a:lnTo>
                  <a:pt x="152400" y="619125"/>
                </a:lnTo>
                <a:lnTo>
                  <a:pt x="152400" y="628650"/>
                </a:lnTo>
                <a:lnTo>
                  <a:pt x="142875" y="628650"/>
                </a:lnTo>
                <a:lnTo>
                  <a:pt x="142875" y="619125"/>
                </a:lnTo>
                <a:lnTo>
                  <a:pt x="133350" y="619125"/>
                </a:lnTo>
                <a:close/>
                <a:moveTo>
                  <a:pt x="790575" y="600075"/>
                </a:moveTo>
                <a:lnTo>
                  <a:pt x="800100" y="600075"/>
                </a:lnTo>
                <a:lnTo>
                  <a:pt x="800100" y="609600"/>
                </a:lnTo>
                <a:lnTo>
                  <a:pt x="790575" y="609600"/>
                </a:lnTo>
                <a:close/>
                <a:moveTo>
                  <a:pt x="809625" y="600075"/>
                </a:moveTo>
                <a:lnTo>
                  <a:pt x="847725" y="600075"/>
                </a:lnTo>
                <a:lnTo>
                  <a:pt x="847725" y="609600"/>
                </a:lnTo>
                <a:lnTo>
                  <a:pt x="866775" y="609600"/>
                </a:lnTo>
                <a:lnTo>
                  <a:pt x="866775" y="619125"/>
                </a:lnTo>
                <a:lnTo>
                  <a:pt x="847725" y="619125"/>
                </a:lnTo>
                <a:lnTo>
                  <a:pt x="847725" y="628650"/>
                </a:lnTo>
                <a:lnTo>
                  <a:pt x="809625" y="628650"/>
                </a:lnTo>
                <a:close/>
                <a:moveTo>
                  <a:pt x="1009650" y="600075"/>
                </a:moveTo>
                <a:lnTo>
                  <a:pt x="1019175" y="600075"/>
                </a:lnTo>
                <a:lnTo>
                  <a:pt x="1019175" y="609600"/>
                </a:lnTo>
                <a:lnTo>
                  <a:pt x="1009650" y="609600"/>
                </a:lnTo>
                <a:close/>
                <a:moveTo>
                  <a:pt x="638175" y="609600"/>
                </a:moveTo>
                <a:lnTo>
                  <a:pt x="647700" y="609600"/>
                </a:lnTo>
                <a:lnTo>
                  <a:pt x="647700" y="619125"/>
                </a:lnTo>
                <a:lnTo>
                  <a:pt x="657225" y="619125"/>
                </a:lnTo>
                <a:lnTo>
                  <a:pt x="657225" y="676275"/>
                </a:lnTo>
                <a:lnTo>
                  <a:pt x="666750" y="676275"/>
                </a:lnTo>
                <a:lnTo>
                  <a:pt x="666750" y="685800"/>
                </a:lnTo>
                <a:lnTo>
                  <a:pt x="676275" y="685800"/>
                </a:lnTo>
                <a:lnTo>
                  <a:pt x="676275" y="695325"/>
                </a:lnTo>
                <a:lnTo>
                  <a:pt x="666750" y="695325"/>
                </a:lnTo>
                <a:lnTo>
                  <a:pt x="666750" y="704850"/>
                </a:lnTo>
                <a:lnTo>
                  <a:pt x="638175" y="704850"/>
                </a:lnTo>
                <a:lnTo>
                  <a:pt x="638175" y="685800"/>
                </a:lnTo>
                <a:lnTo>
                  <a:pt x="647700" y="685800"/>
                </a:lnTo>
                <a:lnTo>
                  <a:pt x="647700" y="628650"/>
                </a:lnTo>
                <a:lnTo>
                  <a:pt x="638175" y="628650"/>
                </a:lnTo>
                <a:close/>
                <a:moveTo>
                  <a:pt x="1000125" y="609600"/>
                </a:moveTo>
                <a:lnTo>
                  <a:pt x="1009650" y="609600"/>
                </a:lnTo>
                <a:lnTo>
                  <a:pt x="1009650" y="619125"/>
                </a:lnTo>
                <a:lnTo>
                  <a:pt x="1019175" y="619125"/>
                </a:lnTo>
                <a:lnTo>
                  <a:pt x="1019175" y="628650"/>
                </a:lnTo>
                <a:lnTo>
                  <a:pt x="1000125" y="628650"/>
                </a:lnTo>
                <a:close/>
                <a:moveTo>
                  <a:pt x="0" y="619125"/>
                </a:moveTo>
                <a:lnTo>
                  <a:pt x="9525" y="619125"/>
                </a:lnTo>
                <a:lnTo>
                  <a:pt x="9525" y="628650"/>
                </a:lnTo>
                <a:lnTo>
                  <a:pt x="19050" y="628650"/>
                </a:lnTo>
                <a:lnTo>
                  <a:pt x="19050" y="638175"/>
                </a:lnTo>
                <a:lnTo>
                  <a:pt x="28575" y="638175"/>
                </a:lnTo>
                <a:lnTo>
                  <a:pt x="28575" y="647700"/>
                </a:lnTo>
                <a:lnTo>
                  <a:pt x="9525" y="647700"/>
                </a:lnTo>
                <a:lnTo>
                  <a:pt x="9525" y="638175"/>
                </a:lnTo>
                <a:lnTo>
                  <a:pt x="0" y="638175"/>
                </a:lnTo>
                <a:close/>
                <a:moveTo>
                  <a:pt x="466725" y="619125"/>
                </a:moveTo>
                <a:lnTo>
                  <a:pt x="476250" y="619125"/>
                </a:lnTo>
                <a:lnTo>
                  <a:pt x="476250" y="628650"/>
                </a:lnTo>
                <a:lnTo>
                  <a:pt x="466725" y="628650"/>
                </a:lnTo>
                <a:close/>
                <a:moveTo>
                  <a:pt x="1028700" y="619125"/>
                </a:moveTo>
                <a:lnTo>
                  <a:pt x="1038225" y="619125"/>
                </a:lnTo>
                <a:lnTo>
                  <a:pt x="1038225" y="628650"/>
                </a:lnTo>
                <a:lnTo>
                  <a:pt x="1028700" y="628650"/>
                </a:lnTo>
                <a:close/>
                <a:moveTo>
                  <a:pt x="200025" y="628650"/>
                </a:moveTo>
                <a:lnTo>
                  <a:pt x="209550" y="628650"/>
                </a:lnTo>
                <a:lnTo>
                  <a:pt x="209550" y="638175"/>
                </a:lnTo>
                <a:lnTo>
                  <a:pt x="200025" y="638175"/>
                </a:lnTo>
                <a:close/>
                <a:moveTo>
                  <a:pt x="447675" y="628650"/>
                </a:moveTo>
                <a:lnTo>
                  <a:pt x="466725" y="628650"/>
                </a:lnTo>
                <a:lnTo>
                  <a:pt x="466725" y="638175"/>
                </a:lnTo>
                <a:lnTo>
                  <a:pt x="457200" y="638175"/>
                </a:lnTo>
                <a:lnTo>
                  <a:pt x="457200" y="647700"/>
                </a:lnTo>
                <a:lnTo>
                  <a:pt x="447675" y="647700"/>
                </a:lnTo>
                <a:close/>
                <a:moveTo>
                  <a:pt x="628650" y="628650"/>
                </a:moveTo>
                <a:lnTo>
                  <a:pt x="638175" y="628650"/>
                </a:lnTo>
                <a:lnTo>
                  <a:pt x="638175" y="638175"/>
                </a:lnTo>
                <a:lnTo>
                  <a:pt x="628650" y="638175"/>
                </a:lnTo>
                <a:close/>
                <a:moveTo>
                  <a:pt x="762000" y="628650"/>
                </a:moveTo>
                <a:lnTo>
                  <a:pt x="771525" y="628650"/>
                </a:lnTo>
                <a:lnTo>
                  <a:pt x="771525" y="638175"/>
                </a:lnTo>
                <a:lnTo>
                  <a:pt x="762000" y="638175"/>
                </a:lnTo>
                <a:close/>
                <a:moveTo>
                  <a:pt x="561975" y="638175"/>
                </a:moveTo>
                <a:lnTo>
                  <a:pt x="581025" y="638175"/>
                </a:lnTo>
                <a:lnTo>
                  <a:pt x="581025" y="647700"/>
                </a:lnTo>
                <a:lnTo>
                  <a:pt x="590550" y="647700"/>
                </a:lnTo>
                <a:lnTo>
                  <a:pt x="590550" y="657225"/>
                </a:lnTo>
                <a:lnTo>
                  <a:pt x="571500" y="657225"/>
                </a:lnTo>
                <a:lnTo>
                  <a:pt x="571500" y="647700"/>
                </a:lnTo>
                <a:lnTo>
                  <a:pt x="561975" y="647700"/>
                </a:lnTo>
                <a:close/>
                <a:moveTo>
                  <a:pt x="752475" y="638175"/>
                </a:moveTo>
                <a:lnTo>
                  <a:pt x="762000" y="638175"/>
                </a:lnTo>
                <a:lnTo>
                  <a:pt x="762000" y="647700"/>
                </a:lnTo>
                <a:lnTo>
                  <a:pt x="752475" y="647700"/>
                </a:lnTo>
                <a:close/>
                <a:moveTo>
                  <a:pt x="247650" y="647700"/>
                </a:moveTo>
                <a:lnTo>
                  <a:pt x="257175" y="647700"/>
                </a:lnTo>
                <a:lnTo>
                  <a:pt x="257175" y="657225"/>
                </a:lnTo>
                <a:lnTo>
                  <a:pt x="266700" y="657225"/>
                </a:lnTo>
                <a:lnTo>
                  <a:pt x="266700" y="676275"/>
                </a:lnTo>
                <a:lnTo>
                  <a:pt x="238125" y="676275"/>
                </a:lnTo>
                <a:lnTo>
                  <a:pt x="238125" y="666750"/>
                </a:lnTo>
                <a:lnTo>
                  <a:pt x="247650" y="666750"/>
                </a:lnTo>
                <a:close/>
                <a:moveTo>
                  <a:pt x="733425" y="647700"/>
                </a:moveTo>
                <a:lnTo>
                  <a:pt x="752475" y="647700"/>
                </a:lnTo>
                <a:lnTo>
                  <a:pt x="752475" y="657225"/>
                </a:lnTo>
                <a:lnTo>
                  <a:pt x="733425" y="657225"/>
                </a:lnTo>
                <a:close/>
                <a:moveTo>
                  <a:pt x="38100" y="657225"/>
                </a:moveTo>
                <a:lnTo>
                  <a:pt x="47625" y="657225"/>
                </a:lnTo>
                <a:lnTo>
                  <a:pt x="47625" y="676275"/>
                </a:lnTo>
                <a:lnTo>
                  <a:pt x="38100" y="676275"/>
                </a:lnTo>
                <a:close/>
                <a:moveTo>
                  <a:pt x="723900" y="657225"/>
                </a:moveTo>
                <a:lnTo>
                  <a:pt x="733425" y="657225"/>
                </a:lnTo>
                <a:lnTo>
                  <a:pt x="733425" y="666750"/>
                </a:lnTo>
                <a:lnTo>
                  <a:pt x="723900" y="666750"/>
                </a:lnTo>
                <a:close/>
                <a:moveTo>
                  <a:pt x="1000125" y="657225"/>
                </a:moveTo>
                <a:lnTo>
                  <a:pt x="1009650" y="657225"/>
                </a:lnTo>
                <a:lnTo>
                  <a:pt x="1009650" y="666750"/>
                </a:lnTo>
                <a:lnTo>
                  <a:pt x="1000125" y="666750"/>
                </a:lnTo>
                <a:close/>
                <a:moveTo>
                  <a:pt x="1066800" y="666750"/>
                </a:moveTo>
                <a:lnTo>
                  <a:pt x="1085850" y="666750"/>
                </a:lnTo>
                <a:lnTo>
                  <a:pt x="1085850" y="685800"/>
                </a:lnTo>
                <a:lnTo>
                  <a:pt x="1076325" y="685800"/>
                </a:lnTo>
                <a:lnTo>
                  <a:pt x="1076325" y="695325"/>
                </a:lnTo>
                <a:lnTo>
                  <a:pt x="1066800" y="695325"/>
                </a:lnTo>
                <a:close/>
                <a:moveTo>
                  <a:pt x="57150" y="685800"/>
                </a:moveTo>
                <a:lnTo>
                  <a:pt x="66675" y="685800"/>
                </a:lnTo>
                <a:lnTo>
                  <a:pt x="66675" y="695325"/>
                </a:lnTo>
                <a:lnTo>
                  <a:pt x="57150" y="695325"/>
                </a:lnTo>
                <a:close/>
                <a:moveTo>
                  <a:pt x="838200" y="685800"/>
                </a:moveTo>
                <a:lnTo>
                  <a:pt x="847725" y="685800"/>
                </a:lnTo>
                <a:lnTo>
                  <a:pt x="847725" y="695325"/>
                </a:lnTo>
                <a:lnTo>
                  <a:pt x="866775" y="695325"/>
                </a:lnTo>
                <a:lnTo>
                  <a:pt x="866775" y="704850"/>
                </a:lnTo>
                <a:lnTo>
                  <a:pt x="857250" y="704850"/>
                </a:lnTo>
                <a:lnTo>
                  <a:pt x="857250" y="714375"/>
                </a:lnTo>
                <a:lnTo>
                  <a:pt x="847725" y="714375"/>
                </a:lnTo>
                <a:lnTo>
                  <a:pt x="847725" y="704850"/>
                </a:lnTo>
                <a:lnTo>
                  <a:pt x="838200" y="704850"/>
                </a:lnTo>
                <a:close/>
                <a:moveTo>
                  <a:pt x="952500" y="685800"/>
                </a:moveTo>
                <a:lnTo>
                  <a:pt x="971550" y="685800"/>
                </a:lnTo>
                <a:lnTo>
                  <a:pt x="971550" y="704850"/>
                </a:lnTo>
                <a:lnTo>
                  <a:pt x="942975" y="704850"/>
                </a:lnTo>
                <a:lnTo>
                  <a:pt x="942975" y="695325"/>
                </a:lnTo>
                <a:lnTo>
                  <a:pt x="952500" y="695325"/>
                </a:lnTo>
                <a:close/>
                <a:moveTo>
                  <a:pt x="9525" y="695325"/>
                </a:moveTo>
                <a:lnTo>
                  <a:pt x="19050" y="695325"/>
                </a:lnTo>
                <a:lnTo>
                  <a:pt x="19050" y="704850"/>
                </a:lnTo>
                <a:lnTo>
                  <a:pt x="9525" y="704850"/>
                </a:lnTo>
                <a:close/>
                <a:moveTo>
                  <a:pt x="47625" y="695325"/>
                </a:moveTo>
                <a:lnTo>
                  <a:pt x="57150" y="695325"/>
                </a:lnTo>
                <a:lnTo>
                  <a:pt x="57150" y="704850"/>
                </a:lnTo>
                <a:lnTo>
                  <a:pt x="47625" y="704850"/>
                </a:lnTo>
                <a:close/>
                <a:moveTo>
                  <a:pt x="228600" y="695325"/>
                </a:moveTo>
                <a:lnTo>
                  <a:pt x="247650" y="695325"/>
                </a:lnTo>
                <a:lnTo>
                  <a:pt x="247650" y="704850"/>
                </a:lnTo>
                <a:lnTo>
                  <a:pt x="257175" y="704850"/>
                </a:lnTo>
                <a:lnTo>
                  <a:pt x="257175" y="714375"/>
                </a:lnTo>
                <a:lnTo>
                  <a:pt x="238125" y="714375"/>
                </a:lnTo>
                <a:lnTo>
                  <a:pt x="238125" y="704850"/>
                </a:lnTo>
                <a:lnTo>
                  <a:pt x="228600" y="704850"/>
                </a:lnTo>
                <a:close/>
                <a:moveTo>
                  <a:pt x="0" y="704850"/>
                </a:moveTo>
                <a:lnTo>
                  <a:pt x="9525" y="704850"/>
                </a:lnTo>
                <a:lnTo>
                  <a:pt x="9525" y="714375"/>
                </a:lnTo>
                <a:lnTo>
                  <a:pt x="0" y="714375"/>
                </a:lnTo>
                <a:close/>
                <a:moveTo>
                  <a:pt x="542925" y="704850"/>
                </a:moveTo>
                <a:lnTo>
                  <a:pt x="552450" y="704850"/>
                </a:lnTo>
                <a:lnTo>
                  <a:pt x="552450" y="714375"/>
                </a:lnTo>
                <a:lnTo>
                  <a:pt x="542925" y="714375"/>
                </a:lnTo>
                <a:close/>
                <a:moveTo>
                  <a:pt x="571500" y="704850"/>
                </a:moveTo>
                <a:lnTo>
                  <a:pt x="590550" y="704850"/>
                </a:lnTo>
                <a:lnTo>
                  <a:pt x="590550" y="733425"/>
                </a:lnTo>
                <a:lnTo>
                  <a:pt x="571500" y="733425"/>
                </a:lnTo>
                <a:lnTo>
                  <a:pt x="571500" y="723900"/>
                </a:lnTo>
                <a:lnTo>
                  <a:pt x="561975" y="723900"/>
                </a:lnTo>
                <a:lnTo>
                  <a:pt x="561975" y="714375"/>
                </a:lnTo>
                <a:lnTo>
                  <a:pt x="571500" y="714375"/>
                </a:lnTo>
                <a:close/>
                <a:moveTo>
                  <a:pt x="504825" y="723900"/>
                </a:moveTo>
                <a:lnTo>
                  <a:pt x="514350" y="723900"/>
                </a:lnTo>
                <a:lnTo>
                  <a:pt x="514350" y="733425"/>
                </a:lnTo>
                <a:lnTo>
                  <a:pt x="504825" y="733425"/>
                </a:lnTo>
                <a:close/>
                <a:moveTo>
                  <a:pt x="752475" y="723900"/>
                </a:moveTo>
                <a:lnTo>
                  <a:pt x="771525" y="723900"/>
                </a:lnTo>
                <a:lnTo>
                  <a:pt x="771525" y="733425"/>
                </a:lnTo>
                <a:lnTo>
                  <a:pt x="762000" y="733425"/>
                </a:lnTo>
                <a:lnTo>
                  <a:pt x="762000" y="762000"/>
                </a:lnTo>
                <a:lnTo>
                  <a:pt x="752475" y="762000"/>
                </a:lnTo>
                <a:close/>
                <a:moveTo>
                  <a:pt x="228600" y="742950"/>
                </a:moveTo>
                <a:lnTo>
                  <a:pt x="238125" y="742950"/>
                </a:lnTo>
                <a:lnTo>
                  <a:pt x="238125" y="752475"/>
                </a:lnTo>
                <a:lnTo>
                  <a:pt x="228600" y="752475"/>
                </a:lnTo>
                <a:close/>
                <a:moveTo>
                  <a:pt x="238125" y="752475"/>
                </a:moveTo>
                <a:lnTo>
                  <a:pt x="247650" y="752475"/>
                </a:lnTo>
                <a:lnTo>
                  <a:pt x="247650" y="762000"/>
                </a:lnTo>
                <a:lnTo>
                  <a:pt x="238125" y="762000"/>
                </a:lnTo>
                <a:close/>
                <a:moveTo>
                  <a:pt x="628650" y="752475"/>
                </a:moveTo>
                <a:lnTo>
                  <a:pt x="638175" y="752475"/>
                </a:lnTo>
                <a:lnTo>
                  <a:pt x="638175" y="781050"/>
                </a:lnTo>
                <a:lnTo>
                  <a:pt x="619125" y="781050"/>
                </a:lnTo>
                <a:lnTo>
                  <a:pt x="619125" y="771525"/>
                </a:lnTo>
                <a:lnTo>
                  <a:pt x="628650" y="771525"/>
                </a:lnTo>
                <a:close/>
                <a:moveTo>
                  <a:pt x="942975" y="752475"/>
                </a:moveTo>
                <a:lnTo>
                  <a:pt x="952500" y="752475"/>
                </a:lnTo>
                <a:lnTo>
                  <a:pt x="952500" y="762000"/>
                </a:lnTo>
                <a:lnTo>
                  <a:pt x="942975" y="762000"/>
                </a:lnTo>
                <a:close/>
                <a:moveTo>
                  <a:pt x="1143000" y="752475"/>
                </a:moveTo>
                <a:lnTo>
                  <a:pt x="1152525" y="752475"/>
                </a:lnTo>
                <a:lnTo>
                  <a:pt x="1152525" y="762000"/>
                </a:lnTo>
                <a:lnTo>
                  <a:pt x="1143000" y="762000"/>
                </a:lnTo>
                <a:close/>
                <a:moveTo>
                  <a:pt x="590550" y="762000"/>
                </a:moveTo>
                <a:lnTo>
                  <a:pt x="600075" y="762000"/>
                </a:lnTo>
                <a:lnTo>
                  <a:pt x="600075" y="771525"/>
                </a:lnTo>
                <a:lnTo>
                  <a:pt x="590550" y="771525"/>
                </a:lnTo>
                <a:close/>
                <a:moveTo>
                  <a:pt x="1009650" y="762000"/>
                </a:moveTo>
                <a:lnTo>
                  <a:pt x="1019175" y="762000"/>
                </a:lnTo>
                <a:lnTo>
                  <a:pt x="1019175" y="771525"/>
                </a:lnTo>
                <a:lnTo>
                  <a:pt x="1028700" y="771525"/>
                </a:lnTo>
                <a:lnTo>
                  <a:pt x="1028700" y="781050"/>
                </a:lnTo>
                <a:lnTo>
                  <a:pt x="1019175" y="781050"/>
                </a:lnTo>
                <a:lnTo>
                  <a:pt x="1019175" y="800100"/>
                </a:lnTo>
                <a:lnTo>
                  <a:pt x="1009650" y="800100"/>
                </a:lnTo>
                <a:lnTo>
                  <a:pt x="1009650" y="809625"/>
                </a:lnTo>
                <a:lnTo>
                  <a:pt x="990600" y="809625"/>
                </a:lnTo>
                <a:lnTo>
                  <a:pt x="990600" y="790575"/>
                </a:lnTo>
                <a:lnTo>
                  <a:pt x="981075" y="790575"/>
                </a:lnTo>
                <a:lnTo>
                  <a:pt x="981075" y="771525"/>
                </a:lnTo>
                <a:lnTo>
                  <a:pt x="1009650" y="771525"/>
                </a:lnTo>
                <a:close/>
                <a:moveTo>
                  <a:pt x="1114425" y="762000"/>
                </a:moveTo>
                <a:lnTo>
                  <a:pt x="1123950" y="762000"/>
                </a:lnTo>
                <a:lnTo>
                  <a:pt x="1123950" y="771525"/>
                </a:lnTo>
                <a:lnTo>
                  <a:pt x="1114425" y="771525"/>
                </a:lnTo>
                <a:close/>
                <a:moveTo>
                  <a:pt x="1200150" y="762000"/>
                </a:moveTo>
                <a:lnTo>
                  <a:pt x="1209675" y="762000"/>
                </a:lnTo>
                <a:lnTo>
                  <a:pt x="1209675" y="771525"/>
                </a:lnTo>
                <a:lnTo>
                  <a:pt x="1200150" y="771525"/>
                </a:lnTo>
                <a:close/>
                <a:moveTo>
                  <a:pt x="1076325" y="771525"/>
                </a:moveTo>
                <a:lnTo>
                  <a:pt x="1104900" y="771525"/>
                </a:lnTo>
                <a:lnTo>
                  <a:pt x="1104900" y="790575"/>
                </a:lnTo>
                <a:lnTo>
                  <a:pt x="1095375" y="790575"/>
                </a:lnTo>
                <a:lnTo>
                  <a:pt x="1095375" y="781050"/>
                </a:lnTo>
                <a:lnTo>
                  <a:pt x="1085850" y="781050"/>
                </a:lnTo>
                <a:lnTo>
                  <a:pt x="1085850" y="790575"/>
                </a:lnTo>
                <a:lnTo>
                  <a:pt x="1095375" y="790575"/>
                </a:lnTo>
                <a:lnTo>
                  <a:pt x="1095375" y="800100"/>
                </a:lnTo>
                <a:lnTo>
                  <a:pt x="1066800" y="800100"/>
                </a:lnTo>
                <a:lnTo>
                  <a:pt x="1066800" y="809625"/>
                </a:lnTo>
                <a:lnTo>
                  <a:pt x="1057275" y="809625"/>
                </a:lnTo>
                <a:lnTo>
                  <a:pt x="1057275" y="790575"/>
                </a:lnTo>
                <a:lnTo>
                  <a:pt x="1066800" y="790575"/>
                </a:lnTo>
                <a:lnTo>
                  <a:pt x="1066800" y="781050"/>
                </a:lnTo>
                <a:lnTo>
                  <a:pt x="1076325" y="781050"/>
                </a:lnTo>
                <a:close/>
                <a:moveTo>
                  <a:pt x="104775" y="781050"/>
                </a:moveTo>
                <a:lnTo>
                  <a:pt x="114300" y="781050"/>
                </a:lnTo>
                <a:lnTo>
                  <a:pt x="114300" y="790575"/>
                </a:lnTo>
                <a:lnTo>
                  <a:pt x="104775" y="790575"/>
                </a:lnTo>
                <a:close/>
                <a:moveTo>
                  <a:pt x="657225" y="781050"/>
                </a:moveTo>
                <a:lnTo>
                  <a:pt x="666750" y="781050"/>
                </a:lnTo>
                <a:lnTo>
                  <a:pt x="666750" y="790575"/>
                </a:lnTo>
                <a:lnTo>
                  <a:pt x="657225" y="790575"/>
                </a:lnTo>
                <a:close/>
                <a:moveTo>
                  <a:pt x="904875" y="781050"/>
                </a:moveTo>
                <a:lnTo>
                  <a:pt x="923925" y="781050"/>
                </a:lnTo>
                <a:lnTo>
                  <a:pt x="923925" y="790575"/>
                </a:lnTo>
                <a:lnTo>
                  <a:pt x="933450" y="790575"/>
                </a:lnTo>
                <a:lnTo>
                  <a:pt x="933450" y="800100"/>
                </a:lnTo>
                <a:lnTo>
                  <a:pt x="914400" y="800100"/>
                </a:lnTo>
                <a:lnTo>
                  <a:pt x="914400" y="790575"/>
                </a:lnTo>
                <a:lnTo>
                  <a:pt x="904875" y="790575"/>
                </a:lnTo>
                <a:close/>
                <a:moveTo>
                  <a:pt x="276225" y="790575"/>
                </a:moveTo>
                <a:lnTo>
                  <a:pt x="295275" y="790575"/>
                </a:lnTo>
                <a:lnTo>
                  <a:pt x="295275" y="809625"/>
                </a:lnTo>
                <a:lnTo>
                  <a:pt x="266700" y="809625"/>
                </a:lnTo>
                <a:lnTo>
                  <a:pt x="266700" y="800100"/>
                </a:lnTo>
                <a:lnTo>
                  <a:pt x="276225" y="800100"/>
                </a:lnTo>
                <a:close/>
                <a:moveTo>
                  <a:pt x="552450" y="790575"/>
                </a:moveTo>
                <a:lnTo>
                  <a:pt x="561975" y="790575"/>
                </a:lnTo>
                <a:lnTo>
                  <a:pt x="561975" y="800100"/>
                </a:lnTo>
                <a:lnTo>
                  <a:pt x="552450" y="800100"/>
                </a:lnTo>
                <a:close/>
                <a:moveTo>
                  <a:pt x="666750" y="790575"/>
                </a:moveTo>
                <a:lnTo>
                  <a:pt x="676275" y="790575"/>
                </a:lnTo>
                <a:lnTo>
                  <a:pt x="676275" y="800100"/>
                </a:lnTo>
                <a:lnTo>
                  <a:pt x="695325" y="800100"/>
                </a:lnTo>
                <a:lnTo>
                  <a:pt x="695325" y="809625"/>
                </a:lnTo>
                <a:lnTo>
                  <a:pt x="666750" y="809625"/>
                </a:lnTo>
                <a:close/>
                <a:moveTo>
                  <a:pt x="1181100" y="790575"/>
                </a:moveTo>
                <a:lnTo>
                  <a:pt x="1200150" y="790575"/>
                </a:lnTo>
                <a:lnTo>
                  <a:pt x="1200150" y="800100"/>
                </a:lnTo>
                <a:lnTo>
                  <a:pt x="1181100" y="800100"/>
                </a:lnTo>
                <a:close/>
                <a:moveTo>
                  <a:pt x="419100" y="800100"/>
                </a:moveTo>
                <a:lnTo>
                  <a:pt x="428625" y="800100"/>
                </a:lnTo>
                <a:lnTo>
                  <a:pt x="428625" y="809625"/>
                </a:lnTo>
                <a:lnTo>
                  <a:pt x="419100" y="809625"/>
                </a:lnTo>
                <a:close/>
                <a:moveTo>
                  <a:pt x="523875" y="800100"/>
                </a:moveTo>
                <a:lnTo>
                  <a:pt x="552450" y="800100"/>
                </a:lnTo>
                <a:lnTo>
                  <a:pt x="552450" y="809625"/>
                </a:lnTo>
                <a:lnTo>
                  <a:pt x="523875" y="809625"/>
                </a:lnTo>
                <a:close/>
                <a:moveTo>
                  <a:pt x="590550" y="800100"/>
                </a:moveTo>
                <a:lnTo>
                  <a:pt x="600075" y="800100"/>
                </a:lnTo>
                <a:lnTo>
                  <a:pt x="600075" y="809625"/>
                </a:lnTo>
                <a:lnTo>
                  <a:pt x="590550" y="809625"/>
                </a:lnTo>
                <a:close/>
                <a:moveTo>
                  <a:pt x="942975" y="800100"/>
                </a:moveTo>
                <a:lnTo>
                  <a:pt x="952500" y="800100"/>
                </a:lnTo>
                <a:lnTo>
                  <a:pt x="952500" y="809625"/>
                </a:lnTo>
                <a:lnTo>
                  <a:pt x="942975" y="809625"/>
                </a:lnTo>
                <a:close/>
                <a:moveTo>
                  <a:pt x="1114425" y="800100"/>
                </a:moveTo>
                <a:lnTo>
                  <a:pt x="1133475" y="800100"/>
                </a:lnTo>
                <a:lnTo>
                  <a:pt x="1133475" y="809625"/>
                </a:lnTo>
                <a:lnTo>
                  <a:pt x="1114425" y="809625"/>
                </a:lnTo>
                <a:close/>
              </a:path>
            </a:pathLst>
          </a:custGeom>
          <a:solidFill xmlns:a="http://schemas.openxmlformats.org/drawingml/2006/main">
            <a:srgbClr val="F8F9F4"/>
          </a:solidFill>
          <a:ln xmlns:a="http://schemas.openxmlformats.org/drawingml/2006/main" w="0">
            <a:noFill/>
          </a:ln>
        </p:spPr>
      </p:sp>
      <p:sp>
        <p:nvSpPr>
          <p:cNvPr id="105" name="v10 vector #f8f9f3">
            <a:extLst xmlns:a="http://schemas.openxmlformats.org/drawingml/2006/main">
              <a:ext uri="{FF2B5EF4-FFF2-40B4-BE49-F238E27FC236}">
                <a16:creationId xmlns:a16="http://schemas.microsoft.com/office/drawing/2014/main" id="{02BEA264-802D-4B55-B641-8ACFC386B6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5350" y="3609975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200025" y="0"/>
                </a:moveTo>
                <a:lnTo>
                  <a:pt x="219075" y="0"/>
                </a:lnTo>
                <a:lnTo>
                  <a:pt x="219075" y="38100"/>
                </a:lnTo>
                <a:lnTo>
                  <a:pt x="209550" y="38100"/>
                </a:lnTo>
                <a:lnTo>
                  <a:pt x="209550" y="47625"/>
                </a:lnTo>
                <a:lnTo>
                  <a:pt x="219075" y="47625"/>
                </a:lnTo>
                <a:lnTo>
                  <a:pt x="219075" y="57150"/>
                </a:lnTo>
                <a:lnTo>
                  <a:pt x="209550" y="57150"/>
                </a:lnTo>
                <a:lnTo>
                  <a:pt x="209550" y="76200"/>
                </a:lnTo>
                <a:lnTo>
                  <a:pt x="180975" y="76200"/>
                </a:lnTo>
                <a:lnTo>
                  <a:pt x="180975" y="66675"/>
                </a:lnTo>
                <a:lnTo>
                  <a:pt x="171450" y="66675"/>
                </a:lnTo>
                <a:lnTo>
                  <a:pt x="171450" y="57150"/>
                </a:lnTo>
                <a:lnTo>
                  <a:pt x="180975" y="57150"/>
                </a:lnTo>
                <a:lnTo>
                  <a:pt x="180975" y="19050"/>
                </a:lnTo>
                <a:lnTo>
                  <a:pt x="190500" y="19050"/>
                </a:lnTo>
                <a:lnTo>
                  <a:pt x="190500" y="9525"/>
                </a:lnTo>
                <a:lnTo>
                  <a:pt x="200025" y="9525"/>
                </a:lnTo>
                <a:close/>
                <a:moveTo>
                  <a:pt x="781050" y="0"/>
                </a:moveTo>
                <a:lnTo>
                  <a:pt x="809625" y="0"/>
                </a:lnTo>
                <a:lnTo>
                  <a:pt x="809625" y="19050"/>
                </a:lnTo>
                <a:lnTo>
                  <a:pt x="800100" y="19050"/>
                </a:lnTo>
                <a:lnTo>
                  <a:pt x="800100" y="9525"/>
                </a:lnTo>
                <a:lnTo>
                  <a:pt x="781050" y="9525"/>
                </a:lnTo>
                <a:close/>
                <a:moveTo>
                  <a:pt x="1095375" y="0"/>
                </a:moveTo>
                <a:lnTo>
                  <a:pt x="1114425" y="0"/>
                </a:lnTo>
                <a:lnTo>
                  <a:pt x="1114425" y="9525"/>
                </a:lnTo>
                <a:lnTo>
                  <a:pt x="1095375" y="9525"/>
                </a:lnTo>
                <a:close/>
                <a:moveTo>
                  <a:pt x="1171575" y="0"/>
                </a:moveTo>
                <a:lnTo>
                  <a:pt x="1181100" y="0"/>
                </a:lnTo>
                <a:lnTo>
                  <a:pt x="1181100" y="9525"/>
                </a:lnTo>
                <a:lnTo>
                  <a:pt x="1171575" y="9525"/>
                </a:lnTo>
                <a:close/>
                <a:moveTo>
                  <a:pt x="400050" y="9525"/>
                </a:moveTo>
                <a:lnTo>
                  <a:pt x="409575" y="9525"/>
                </a:lnTo>
                <a:lnTo>
                  <a:pt x="409575" y="19050"/>
                </a:lnTo>
                <a:lnTo>
                  <a:pt x="419100" y="19050"/>
                </a:lnTo>
                <a:lnTo>
                  <a:pt x="419100" y="28575"/>
                </a:lnTo>
                <a:lnTo>
                  <a:pt x="409575" y="28575"/>
                </a:lnTo>
                <a:lnTo>
                  <a:pt x="409575" y="38100"/>
                </a:lnTo>
                <a:lnTo>
                  <a:pt x="381000" y="38100"/>
                </a:lnTo>
                <a:lnTo>
                  <a:pt x="381000" y="28575"/>
                </a:lnTo>
                <a:lnTo>
                  <a:pt x="390525" y="28575"/>
                </a:lnTo>
                <a:lnTo>
                  <a:pt x="390525" y="19050"/>
                </a:lnTo>
                <a:lnTo>
                  <a:pt x="400050" y="19050"/>
                </a:lnTo>
                <a:close/>
                <a:moveTo>
                  <a:pt x="552450" y="9525"/>
                </a:moveTo>
                <a:lnTo>
                  <a:pt x="561975" y="9525"/>
                </a:lnTo>
                <a:lnTo>
                  <a:pt x="561975" y="19050"/>
                </a:lnTo>
                <a:lnTo>
                  <a:pt x="552450" y="19050"/>
                </a:lnTo>
                <a:close/>
                <a:moveTo>
                  <a:pt x="533400" y="19050"/>
                </a:moveTo>
                <a:lnTo>
                  <a:pt x="542925" y="19050"/>
                </a:lnTo>
                <a:lnTo>
                  <a:pt x="542925" y="28575"/>
                </a:lnTo>
                <a:lnTo>
                  <a:pt x="533400" y="28575"/>
                </a:lnTo>
                <a:close/>
                <a:moveTo>
                  <a:pt x="838200" y="19050"/>
                </a:moveTo>
                <a:lnTo>
                  <a:pt x="847725" y="19050"/>
                </a:lnTo>
                <a:lnTo>
                  <a:pt x="847725" y="28575"/>
                </a:lnTo>
                <a:lnTo>
                  <a:pt x="838200" y="28575"/>
                </a:lnTo>
                <a:close/>
                <a:moveTo>
                  <a:pt x="885825" y="19050"/>
                </a:moveTo>
                <a:lnTo>
                  <a:pt x="895350" y="19050"/>
                </a:lnTo>
                <a:lnTo>
                  <a:pt x="895350" y="28575"/>
                </a:lnTo>
                <a:lnTo>
                  <a:pt x="885825" y="28575"/>
                </a:lnTo>
                <a:close/>
                <a:moveTo>
                  <a:pt x="57150" y="28575"/>
                </a:moveTo>
                <a:lnTo>
                  <a:pt x="66675" y="28575"/>
                </a:lnTo>
                <a:lnTo>
                  <a:pt x="66675" y="38100"/>
                </a:lnTo>
                <a:lnTo>
                  <a:pt x="76200" y="38100"/>
                </a:lnTo>
                <a:lnTo>
                  <a:pt x="76200" y="47625"/>
                </a:lnTo>
                <a:lnTo>
                  <a:pt x="57150" y="47625"/>
                </a:lnTo>
                <a:close/>
                <a:moveTo>
                  <a:pt x="104775" y="28575"/>
                </a:moveTo>
                <a:lnTo>
                  <a:pt x="123825" y="28575"/>
                </a:lnTo>
                <a:lnTo>
                  <a:pt x="123825" y="38100"/>
                </a:lnTo>
                <a:lnTo>
                  <a:pt x="104775" y="38100"/>
                </a:lnTo>
                <a:close/>
                <a:moveTo>
                  <a:pt x="266700" y="28575"/>
                </a:moveTo>
                <a:lnTo>
                  <a:pt x="285750" y="28575"/>
                </a:lnTo>
                <a:lnTo>
                  <a:pt x="285750" y="76200"/>
                </a:lnTo>
                <a:lnTo>
                  <a:pt x="304800" y="76200"/>
                </a:lnTo>
                <a:lnTo>
                  <a:pt x="304800" y="66675"/>
                </a:lnTo>
                <a:lnTo>
                  <a:pt x="314325" y="66675"/>
                </a:lnTo>
                <a:lnTo>
                  <a:pt x="314325" y="47625"/>
                </a:lnTo>
                <a:lnTo>
                  <a:pt x="323850" y="47625"/>
                </a:lnTo>
                <a:lnTo>
                  <a:pt x="323850" y="57150"/>
                </a:lnTo>
                <a:lnTo>
                  <a:pt x="333375" y="57150"/>
                </a:lnTo>
                <a:lnTo>
                  <a:pt x="333375" y="66675"/>
                </a:lnTo>
                <a:lnTo>
                  <a:pt x="314325" y="66675"/>
                </a:lnTo>
                <a:lnTo>
                  <a:pt x="314325" y="95250"/>
                </a:lnTo>
                <a:lnTo>
                  <a:pt x="323850" y="95250"/>
                </a:lnTo>
                <a:lnTo>
                  <a:pt x="323850" y="104775"/>
                </a:lnTo>
                <a:lnTo>
                  <a:pt x="295275" y="104775"/>
                </a:lnTo>
                <a:lnTo>
                  <a:pt x="295275" y="95250"/>
                </a:lnTo>
                <a:lnTo>
                  <a:pt x="285750" y="95250"/>
                </a:lnTo>
                <a:lnTo>
                  <a:pt x="285750" y="85725"/>
                </a:lnTo>
                <a:lnTo>
                  <a:pt x="276225" y="85725"/>
                </a:lnTo>
                <a:lnTo>
                  <a:pt x="276225" y="76200"/>
                </a:lnTo>
                <a:lnTo>
                  <a:pt x="266700" y="76200"/>
                </a:lnTo>
                <a:lnTo>
                  <a:pt x="266700" y="66675"/>
                </a:lnTo>
                <a:lnTo>
                  <a:pt x="257175" y="66675"/>
                </a:lnTo>
                <a:lnTo>
                  <a:pt x="257175" y="57150"/>
                </a:lnTo>
                <a:lnTo>
                  <a:pt x="247650" y="57150"/>
                </a:lnTo>
                <a:lnTo>
                  <a:pt x="247650" y="47625"/>
                </a:lnTo>
                <a:lnTo>
                  <a:pt x="266700" y="47625"/>
                </a:lnTo>
                <a:close/>
                <a:moveTo>
                  <a:pt x="590550" y="28575"/>
                </a:moveTo>
                <a:lnTo>
                  <a:pt x="600075" y="28575"/>
                </a:lnTo>
                <a:lnTo>
                  <a:pt x="600075" y="38100"/>
                </a:lnTo>
                <a:lnTo>
                  <a:pt x="590550" y="38100"/>
                </a:lnTo>
                <a:close/>
                <a:moveTo>
                  <a:pt x="628650" y="28575"/>
                </a:moveTo>
                <a:lnTo>
                  <a:pt x="638175" y="28575"/>
                </a:lnTo>
                <a:lnTo>
                  <a:pt x="638175" y="38100"/>
                </a:lnTo>
                <a:lnTo>
                  <a:pt x="628650" y="38100"/>
                </a:lnTo>
                <a:close/>
                <a:moveTo>
                  <a:pt x="133350" y="38100"/>
                </a:moveTo>
                <a:lnTo>
                  <a:pt x="142875" y="38100"/>
                </a:lnTo>
                <a:lnTo>
                  <a:pt x="142875" y="47625"/>
                </a:lnTo>
                <a:lnTo>
                  <a:pt x="152400" y="47625"/>
                </a:lnTo>
                <a:lnTo>
                  <a:pt x="152400" y="85725"/>
                </a:lnTo>
                <a:lnTo>
                  <a:pt x="171450" y="85725"/>
                </a:lnTo>
                <a:lnTo>
                  <a:pt x="171450" y="76200"/>
                </a:lnTo>
                <a:lnTo>
                  <a:pt x="180975" y="76200"/>
                </a:lnTo>
                <a:lnTo>
                  <a:pt x="180975" y="104775"/>
                </a:lnTo>
                <a:lnTo>
                  <a:pt x="152400" y="104775"/>
                </a:lnTo>
                <a:lnTo>
                  <a:pt x="152400" y="95250"/>
                </a:lnTo>
                <a:lnTo>
                  <a:pt x="133350" y="95250"/>
                </a:lnTo>
                <a:lnTo>
                  <a:pt x="133350" y="114300"/>
                </a:lnTo>
                <a:lnTo>
                  <a:pt x="123825" y="114300"/>
                </a:lnTo>
                <a:lnTo>
                  <a:pt x="123825" y="123825"/>
                </a:lnTo>
                <a:lnTo>
                  <a:pt x="104775" y="123825"/>
                </a:lnTo>
                <a:lnTo>
                  <a:pt x="104775" y="85725"/>
                </a:lnTo>
                <a:lnTo>
                  <a:pt x="95250" y="85725"/>
                </a:lnTo>
                <a:lnTo>
                  <a:pt x="95250" y="76200"/>
                </a:lnTo>
                <a:lnTo>
                  <a:pt x="104775" y="76200"/>
                </a:lnTo>
                <a:lnTo>
                  <a:pt x="104775" y="85725"/>
                </a:lnTo>
                <a:lnTo>
                  <a:pt x="133350" y="85725"/>
                </a:lnTo>
                <a:close/>
                <a:moveTo>
                  <a:pt x="228600" y="38100"/>
                </a:moveTo>
                <a:lnTo>
                  <a:pt x="238125" y="38100"/>
                </a:lnTo>
                <a:lnTo>
                  <a:pt x="238125" y="47625"/>
                </a:lnTo>
                <a:lnTo>
                  <a:pt x="228600" y="47625"/>
                </a:lnTo>
                <a:close/>
                <a:moveTo>
                  <a:pt x="933450" y="38100"/>
                </a:moveTo>
                <a:lnTo>
                  <a:pt x="971550" y="38100"/>
                </a:lnTo>
                <a:lnTo>
                  <a:pt x="971550" y="47625"/>
                </a:lnTo>
                <a:lnTo>
                  <a:pt x="981075" y="47625"/>
                </a:lnTo>
                <a:lnTo>
                  <a:pt x="981075" y="57150"/>
                </a:lnTo>
                <a:lnTo>
                  <a:pt x="971550" y="57150"/>
                </a:lnTo>
                <a:lnTo>
                  <a:pt x="971550" y="66675"/>
                </a:lnTo>
                <a:lnTo>
                  <a:pt x="962025" y="66675"/>
                </a:lnTo>
                <a:lnTo>
                  <a:pt x="962025" y="76200"/>
                </a:lnTo>
                <a:lnTo>
                  <a:pt x="942975" y="76200"/>
                </a:lnTo>
                <a:lnTo>
                  <a:pt x="942975" y="66675"/>
                </a:lnTo>
                <a:lnTo>
                  <a:pt x="933450" y="66675"/>
                </a:lnTo>
                <a:lnTo>
                  <a:pt x="933450" y="95250"/>
                </a:lnTo>
                <a:lnTo>
                  <a:pt x="923925" y="95250"/>
                </a:lnTo>
                <a:lnTo>
                  <a:pt x="923925" y="85725"/>
                </a:lnTo>
                <a:lnTo>
                  <a:pt x="904875" y="85725"/>
                </a:lnTo>
                <a:lnTo>
                  <a:pt x="904875" y="66675"/>
                </a:lnTo>
                <a:lnTo>
                  <a:pt x="923925" y="66675"/>
                </a:lnTo>
                <a:lnTo>
                  <a:pt x="923925" y="57150"/>
                </a:lnTo>
                <a:lnTo>
                  <a:pt x="904875" y="57150"/>
                </a:lnTo>
                <a:lnTo>
                  <a:pt x="904875" y="47625"/>
                </a:lnTo>
                <a:lnTo>
                  <a:pt x="933450" y="47625"/>
                </a:lnTo>
                <a:close/>
                <a:moveTo>
                  <a:pt x="38100" y="47625"/>
                </a:moveTo>
                <a:lnTo>
                  <a:pt x="47625" y="47625"/>
                </a:lnTo>
                <a:lnTo>
                  <a:pt x="47625" y="57150"/>
                </a:lnTo>
                <a:lnTo>
                  <a:pt x="38100" y="57150"/>
                </a:lnTo>
                <a:close/>
                <a:moveTo>
                  <a:pt x="371475" y="47625"/>
                </a:moveTo>
                <a:lnTo>
                  <a:pt x="381000" y="47625"/>
                </a:lnTo>
                <a:lnTo>
                  <a:pt x="381000" y="57150"/>
                </a:lnTo>
                <a:lnTo>
                  <a:pt x="371475" y="57150"/>
                </a:lnTo>
                <a:close/>
                <a:moveTo>
                  <a:pt x="819150" y="47625"/>
                </a:moveTo>
                <a:lnTo>
                  <a:pt x="828675" y="47625"/>
                </a:lnTo>
                <a:lnTo>
                  <a:pt x="828675" y="57150"/>
                </a:lnTo>
                <a:lnTo>
                  <a:pt x="819150" y="57150"/>
                </a:lnTo>
                <a:close/>
                <a:moveTo>
                  <a:pt x="1066800" y="47625"/>
                </a:moveTo>
                <a:lnTo>
                  <a:pt x="1076325" y="47625"/>
                </a:lnTo>
                <a:lnTo>
                  <a:pt x="1076325" y="57150"/>
                </a:lnTo>
                <a:lnTo>
                  <a:pt x="1066800" y="57150"/>
                </a:lnTo>
                <a:close/>
                <a:moveTo>
                  <a:pt x="466725" y="57150"/>
                </a:moveTo>
                <a:lnTo>
                  <a:pt x="485775" y="57150"/>
                </a:lnTo>
                <a:lnTo>
                  <a:pt x="485775" y="76200"/>
                </a:lnTo>
                <a:lnTo>
                  <a:pt x="466725" y="76200"/>
                </a:lnTo>
                <a:close/>
                <a:moveTo>
                  <a:pt x="838200" y="57150"/>
                </a:moveTo>
                <a:lnTo>
                  <a:pt x="847725" y="57150"/>
                </a:lnTo>
                <a:lnTo>
                  <a:pt x="847725" y="66675"/>
                </a:lnTo>
                <a:lnTo>
                  <a:pt x="838200" y="66675"/>
                </a:lnTo>
                <a:close/>
                <a:moveTo>
                  <a:pt x="457200" y="76200"/>
                </a:moveTo>
                <a:lnTo>
                  <a:pt x="466725" y="76200"/>
                </a:lnTo>
                <a:lnTo>
                  <a:pt x="466725" y="85725"/>
                </a:lnTo>
                <a:lnTo>
                  <a:pt x="457200" y="85725"/>
                </a:lnTo>
                <a:close/>
                <a:moveTo>
                  <a:pt x="552450" y="76200"/>
                </a:moveTo>
                <a:lnTo>
                  <a:pt x="561975" y="76200"/>
                </a:lnTo>
                <a:lnTo>
                  <a:pt x="561975" y="85725"/>
                </a:lnTo>
                <a:lnTo>
                  <a:pt x="571500" y="85725"/>
                </a:lnTo>
                <a:lnTo>
                  <a:pt x="571500" y="95250"/>
                </a:lnTo>
                <a:lnTo>
                  <a:pt x="561975" y="95250"/>
                </a:lnTo>
                <a:lnTo>
                  <a:pt x="561975" y="104775"/>
                </a:lnTo>
                <a:lnTo>
                  <a:pt x="542925" y="104775"/>
                </a:lnTo>
                <a:lnTo>
                  <a:pt x="542925" y="95250"/>
                </a:lnTo>
                <a:lnTo>
                  <a:pt x="533400" y="95250"/>
                </a:lnTo>
                <a:lnTo>
                  <a:pt x="533400" y="85725"/>
                </a:lnTo>
                <a:lnTo>
                  <a:pt x="552450" y="85725"/>
                </a:lnTo>
                <a:close/>
                <a:moveTo>
                  <a:pt x="838200" y="76200"/>
                </a:moveTo>
                <a:lnTo>
                  <a:pt x="857250" y="76200"/>
                </a:lnTo>
                <a:lnTo>
                  <a:pt x="857250" y="104775"/>
                </a:lnTo>
                <a:lnTo>
                  <a:pt x="819150" y="104775"/>
                </a:lnTo>
                <a:lnTo>
                  <a:pt x="819150" y="85725"/>
                </a:lnTo>
                <a:lnTo>
                  <a:pt x="828675" y="85725"/>
                </a:lnTo>
                <a:lnTo>
                  <a:pt x="828675" y="95250"/>
                </a:lnTo>
                <a:lnTo>
                  <a:pt x="838200" y="95250"/>
                </a:lnTo>
                <a:close/>
                <a:moveTo>
                  <a:pt x="781050" y="85725"/>
                </a:moveTo>
                <a:lnTo>
                  <a:pt x="800100" y="85725"/>
                </a:lnTo>
                <a:lnTo>
                  <a:pt x="800100" y="104775"/>
                </a:lnTo>
                <a:lnTo>
                  <a:pt x="781050" y="104775"/>
                </a:lnTo>
                <a:lnTo>
                  <a:pt x="781050" y="123825"/>
                </a:lnTo>
                <a:lnTo>
                  <a:pt x="771525" y="123825"/>
                </a:lnTo>
                <a:lnTo>
                  <a:pt x="771525" y="95250"/>
                </a:lnTo>
                <a:lnTo>
                  <a:pt x="781050" y="95250"/>
                </a:lnTo>
                <a:close/>
                <a:moveTo>
                  <a:pt x="247650" y="95250"/>
                </a:moveTo>
                <a:lnTo>
                  <a:pt x="266700" y="95250"/>
                </a:lnTo>
                <a:lnTo>
                  <a:pt x="266700" y="114300"/>
                </a:lnTo>
                <a:lnTo>
                  <a:pt x="257175" y="114300"/>
                </a:lnTo>
                <a:lnTo>
                  <a:pt x="257175" y="104775"/>
                </a:lnTo>
                <a:lnTo>
                  <a:pt x="247650" y="104775"/>
                </a:lnTo>
                <a:close/>
                <a:moveTo>
                  <a:pt x="523875" y="95250"/>
                </a:moveTo>
                <a:lnTo>
                  <a:pt x="533400" y="95250"/>
                </a:lnTo>
                <a:lnTo>
                  <a:pt x="533400" y="104775"/>
                </a:lnTo>
                <a:lnTo>
                  <a:pt x="523875" y="104775"/>
                </a:lnTo>
                <a:close/>
                <a:moveTo>
                  <a:pt x="323850" y="104775"/>
                </a:moveTo>
                <a:lnTo>
                  <a:pt x="342900" y="104775"/>
                </a:lnTo>
                <a:lnTo>
                  <a:pt x="342900" y="114300"/>
                </a:lnTo>
                <a:lnTo>
                  <a:pt x="323850" y="114300"/>
                </a:lnTo>
                <a:close/>
                <a:moveTo>
                  <a:pt x="495300" y="104775"/>
                </a:moveTo>
                <a:lnTo>
                  <a:pt x="504825" y="104775"/>
                </a:lnTo>
                <a:lnTo>
                  <a:pt x="504825" y="114300"/>
                </a:lnTo>
                <a:lnTo>
                  <a:pt x="495300" y="114300"/>
                </a:lnTo>
                <a:close/>
                <a:moveTo>
                  <a:pt x="514350" y="104775"/>
                </a:moveTo>
                <a:lnTo>
                  <a:pt x="523875" y="104775"/>
                </a:lnTo>
                <a:lnTo>
                  <a:pt x="523875" y="114300"/>
                </a:lnTo>
                <a:lnTo>
                  <a:pt x="514350" y="114300"/>
                </a:lnTo>
                <a:close/>
                <a:moveTo>
                  <a:pt x="885825" y="104775"/>
                </a:moveTo>
                <a:lnTo>
                  <a:pt x="895350" y="104775"/>
                </a:lnTo>
                <a:lnTo>
                  <a:pt x="895350" y="123825"/>
                </a:lnTo>
                <a:lnTo>
                  <a:pt x="904875" y="123825"/>
                </a:lnTo>
                <a:lnTo>
                  <a:pt x="904875" y="152400"/>
                </a:lnTo>
                <a:lnTo>
                  <a:pt x="914400" y="152400"/>
                </a:lnTo>
                <a:lnTo>
                  <a:pt x="914400" y="161925"/>
                </a:lnTo>
                <a:lnTo>
                  <a:pt x="923925" y="161925"/>
                </a:lnTo>
                <a:lnTo>
                  <a:pt x="923925" y="190500"/>
                </a:lnTo>
                <a:lnTo>
                  <a:pt x="895350" y="190500"/>
                </a:lnTo>
                <a:lnTo>
                  <a:pt x="895350" y="200025"/>
                </a:lnTo>
                <a:lnTo>
                  <a:pt x="885825" y="200025"/>
                </a:lnTo>
                <a:lnTo>
                  <a:pt x="885825" y="180975"/>
                </a:lnTo>
                <a:lnTo>
                  <a:pt x="895350" y="180975"/>
                </a:lnTo>
                <a:lnTo>
                  <a:pt x="895350" y="171450"/>
                </a:lnTo>
                <a:lnTo>
                  <a:pt x="885825" y="171450"/>
                </a:lnTo>
                <a:lnTo>
                  <a:pt x="885825" y="152400"/>
                </a:lnTo>
                <a:lnTo>
                  <a:pt x="876300" y="152400"/>
                </a:lnTo>
                <a:lnTo>
                  <a:pt x="876300" y="142875"/>
                </a:lnTo>
                <a:lnTo>
                  <a:pt x="866775" y="142875"/>
                </a:lnTo>
                <a:lnTo>
                  <a:pt x="866775" y="133350"/>
                </a:lnTo>
                <a:lnTo>
                  <a:pt x="857250" y="133350"/>
                </a:lnTo>
                <a:lnTo>
                  <a:pt x="857250" y="114300"/>
                </a:lnTo>
                <a:lnTo>
                  <a:pt x="885825" y="114300"/>
                </a:lnTo>
                <a:close/>
                <a:moveTo>
                  <a:pt x="942975" y="104775"/>
                </a:moveTo>
                <a:lnTo>
                  <a:pt x="971550" y="104775"/>
                </a:lnTo>
                <a:lnTo>
                  <a:pt x="971550" y="114300"/>
                </a:lnTo>
                <a:lnTo>
                  <a:pt x="962025" y="114300"/>
                </a:lnTo>
                <a:lnTo>
                  <a:pt x="962025" y="123825"/>
                </a:lnTo>
                <a:lnTo>
                  <a:pt x="971550" y="123825"/>
                </a:lnTo>
                <a:lnTo>
                  <a:pt x="971550" y="114300"/>
                </a:lnTo>
                <a:lnTo>
                  <a:pt x="981075" y="114300"/>
                </a:lnTo>
                <a:lnTo>
                  <a:pt x="981075" y="133350"/>
                </a:lnTo>
                <a:lnTo>
                  <a:pt x="990600" y="133350"/>
                </a:lnTo>
                <a:lnTo>
                  <a:pt x="990600" y="142875"/>
                </a:lnTo>
                <a:lnTo>
                  <a:pt x="971550" y="142875"/>
                </a:lnTo>
                <a:lnTo>
                  <a:pt x="971550" y="133350"/>
                </a:lnTo>
                <a:lnTo>
                  <a:pt x="952500" y="133350"/>
                </a:lnTo>
                <a:lnTo>
                  <a:pt x="952500" y="142875"/>
                </a:lnTo>
                <a:lnTo>
                  <a:pt x="971550" y="142875"/>
                </a:lnTo>
                <a:lnTo>
                  <a:pt x="971550" y="161925"/>
                </a:lnTo>
                <a:lnTo>
                  <a:pt x="942975" y="161925"/>
                </a:lnTo>
                <a:lnTo>
                  <a:pt x="942975" y="142875"/>
                </a:lnTo>
                <a:lnTo>
                  <a:pt x="933450" y="142875"/>
                </a:lnTo>
                <a:lnTo>
                  <a:pt x="933450" y="133350"/>
                </a:lnTo>
                <a:lnTo>
                  <a:pt x="923925" y="133350"/>
                </a:lnTo>
                <a:lnTo>
                  <a:pt x="923925" y="142875"/>
                </a:lnTo>
                <a:lnTo>
                  <a:pt x="914400" y="142875"/>
                </a:lnTo>
                <a:lnTo>
                  <a:pt x="914400" y="123825"/>
                </a:lnTo>
                <a:lnTo>
                  <a:pt x="933450" y="123825"/>
                </a:lnTo>
                <a:lnTo>
                  <a:pt x="933450" y="114300"/>
                </a:lnTo>
                <a:lnTo>
                  <a:pt x="942975" y="114300"/>
                </a:lnTo>
                <a:close/>
                <a:moveTo>
                  <a:pt x="142875" y="114300"/>
                </a:moveTo>
                <a:lnTo>
                  <a:pt x="152400" y="114300"/>
                </a:lnTo>
                <a:lnTo>
                  <a:pt x="152400" y="123825"/>
                </a:lnTo>
                <a:lnTo>
                  <a:pt x="142875" y="123825"/>
                </a:lnTo>
                <a:close/>
                <a:moveTo>
                  <a:pt x="390525" y="114300"/>
                </a:moveTo>
                <a:lnTo>
                  <a:pt x="400050" y="114300"/>
                </a:lnTo>
                <a:lnTo>
                  <a:pt x="400050" y="123825"/>
                </a:lnTo>
                <a:lnTo>
                  <a:pt x="409575" y="123825"/>
                </a:lnTo>
                <a:lnTo>
                  <a:pt x="409575" y="133350"/>
                </a:lnTo>
                <a:lnTo>
                  <a:pt x="381000" y="133350"/>
                </a:lnTo>
                <a:lnTo>
                  <a:pt x="381000" y="123825"/>
                </a:lnTo>
                <a:lnTo>
                  <a:pt x="390525" y="123825"/>
                </a:lnTo>
                <a:close/>
                <a:moveTo>
                  <a:pt x="504825" y="114300"/>
                </a:moveTo>
                <a:lnTo>
                  <a:pt x="514350" y="114300"/>
                </a:lnTo>
                <a:lnTo>
                  <a:pt x="514350" y="123825"/>
                </a:lnTo>
                <a:lnTo>
                  <a:pt x="504825" y="123825"/>
                </a:lnTo>
                <a:close/>
                <a:moveTo>
                  <a:pt x="790575" y="114300"/>
                </a:moveTo>
                <a:lnTo>
                  <a:pt x="800100" y="114300"/>
                </a:lnTo>
                <a:lnTo>
                  <a:pt x="800100" y="123825"/>
                </a:lnTo>
                <a:lnTo>
                  <a:pt x="790575" y="123825"/>
                </a:lnTo>
                <a:close/>
                <a:moveTo>
                  <a:pt x="95250" y="123825"/>
                </a:moveTo>
                <a:lnTo>
                  <a:pt x="104775" y="123825"/>
                </a:lnTo>
                <a:lnTo>
                  <a:pt x="104775" y="133350"/>
                </a:lnTo>
                <a:lnTo>
                  <a:pt x="95250" y="133350"/>
                </a:lnTo>
                <a:close/>
                <a:moveTo>
                  <a:pt x="133350" y="123825"/>
                </a:moveTo>
                <a:lnTo>
                  <a:pt x="142875" y="123825"/>
                </a:lnTo>
                <a:lnTo>
                  <a:pt x="142875" y="133350"/>
                </a:lnTo>
                <a:lnTo>
                  <a:pt x="133350" y="133350"/>
                </a:lnTo>
                <a:close/>
                <a:moveTo>
                  <a:pt x="171450" y="123825"/>
                </a:moveTo>
                <a:lnTo>
                  <a:pt x="180975" y="123825"/>
                </a:lnTo>
                <a:lnTo>
                  <a:pt x="180975" y="133350"/>
                </a:lnTo>
                <a:lnTo>
                  <a:pt x="171450" y="133350"/>
                </a:lnTo>
                <a:close/>
                <a:moveTo>
                  <a:pt x="114300" y="133350"/>
                </a:moveTo>
                <a:lnTo>
                  <a:pt x="133350" y="133350"/>
                </a:lnTo>
                <a:lnTo>
                  <a:pt x="133350" y="161925"/>
                </a:lnTo>
                <a:lnTo>
                  <a:pt x="114300" y="161925"/>
                </a:lnTo>
                <a:lnTo>
                  <a:pt x="114300" y="152400"/>
                </a:lnTo>
                <a:lnTo>
                  <a:pt x="123825" y="152400"/>
                </a:lnTo>
                <a:lnTo>
                  <a:pt x="123825" y="142875"/>
                </a:lnTo>
                <a:lnTo>
                  <a:pt x="114300" y="142875"/>
                </a:lnTo>
                <a:close/>
                <a:moveTo>
                  <a:pt x="161925" y="133350"/>
                </a:moveTo>
                <a:lnTo>
                  <a:pt x="171450" y="133350"/>
                </a:lnTo>
                <a:lnTo>
                  <a:pt x="171450" y="152400"/>
                </a:lnTo>
                <a:lnTo>
                  <a:pt x="161925" y="152400"/>
                </a:lnTo>
                <a:close/>
                <a:moveTo>
                  <a:pt x="438150" y="133350"/>
                </a:moveTo>
                <a:lnTo>
                  <a:pt x="457200" y="133350"/>
                </a:lnTo>
                <a:lnTo>
                  <a:pt x="457200" y="142875"/>
                </a:lnTo>
                <a:lnTo>
                  <a:pt x="466725" y="142875"/>
                </a:lnTo>
                <a:lnTo>
                  <a:pt x="466725" y="152400"/>
                </a:lnTo>
                <a:lnTo>
                  <a:pt x="447675" y="152400"/>
                </a:lnTo>
                <a:lnTo>
                  <a:pt x="447675" y="142875"/>
                </a:lnTo>
                <a:lnTo>
                  <a:pt x="438150" y="142875"/>
                </a:lnTo>
                <a:close/>
                <a:moveTo>
                  <a:pt x="38100" y="142875"/>
                </a:moveTo>
                <a:lnTo>
                  <a:pt x="57150" y="142875"/>
                </a:lnTo>
                <a:lnTo>
                  <a:pt x="57150" y="152400"/>
                </a:lnTo>
                <a:lnTo>
                  <a:pt x="38100" y="152400"/>
                </a:lnTo>
                <a:close/>
                <a:moveTo>
                  <a:pt x="542925" y="142875"/>
                </a:moveTo>
                <a:lnTo>
                  <a:pt x="552450" y="142875"/>
                </a:lnTo>
                <a:lnTo>
                  <a:pt x="552450" y="152400"/>
                </a:lnTo>
                <a:lnTo>
                  <a:pt x="542925" y="152400"/>
                </a:lnTo>
                <a:close/>
                <a:moveTo>
                  <a:pt x="28575" y="152400"/>
                </a:moveTo>
                <a:lnTo>
                  <a:pt x="38100" y="152400"/>
                </a:lnTo>
                <a:lnTo>
                  <a:pt x="38100" y="161925"/>
                </a:lnTo>
                <a:lnTo>
                  <a:pt x="28575" y="161925"/>
                </a:lnTo>
                <a:close/>
                <a:moveTo>
                  <a:pt x="533400" y="152400"/>
                </a:moveTo>
                <a:lnTo>
                  <a:pt x="542925" y="152400"/>
                </a:lnTo>
                <a:lnTo>
                  <a:pt x="542925" y="161925"/>
                </a:lnTo>
                <a:lnTo>
                  <a:pt x="533400" y="161925"/>
                </a:lnTo>
                <a:close/>
                <a:moveTo>
                  <a:pt x="981075" y="152400"/>
                </a:moveTo>
                <a:lnTo>
                  <a:pt x="990600" y="152400"/>
                </a:lnTo>
                <a:lnTo>
                  <a:pt x="990600" y="161925"/>
                </a:lnTo>
                <a:lnTo>
                  <a:pt x="981075" y="161925"/>
                </a:lnTo>
                <a:close/>
                <a:moveTo>
                  <a:pt x="1085850" y="152400"/>
                </a:moveTo>
                <a:lnTo>
                  <a:pt x="1095375" y="152400"/>
                </a:lnTo>
                <a:lnTo>
                  <a:pt x="1095375" y="171450"/>
                </a:lnTo>
                <a:lnTo>
                  <a:pt x="1085850" y="171450"/>
                </a:lnTo>
                <a:close/>
                <a:moveTo>
                  <a:pt x="76200" y="161925"/>
                </a:moveTo>
                <a:lnTo>
                  <a:pt x="95250" y="161925"/>
                </a:lnTo>
                <a:lnTo>
                  <a:pt x="95250" y="171450"/>
                </a:lnTo>
                <a:lnTo>
                  <a:pt x="76200" y="171450"/>
                </a:lnTo>
                <a:close/>
                <a:moveTo>
                  <a:pt x="647700" y="161925"/>
                </a:moveTo>
                <a:lnTo>
                  <a:pt x="657225" y="161925"/>
                </a:lnTo>
                <a:lnTo>
                  <a:pt x="657225" y="171450"/>
                </a:lnTo>
                <a:lnTo>
                  <a:pt x="647700" y="171450"/>
                </a:lnTo>
                <a:close/>
                <a:moveTo>
                  <a:pt x="0" y="171450"/>
                </a:moveTo>
                <a:lnTo>
                  <a:pt x="9525" y="171450"/>
                </a:lnTo>
                <a:lnTo>
                  <a:pt x="9525" y="180975"/>
                </a:lnTo>
                <a:lnTo>
                  <a:pt x="0" y="180975"/>
                </a:lnTo>
                <a:close/>
                <a:moveTo>
                  <a:pt x="628650" y="171450"/>
                </a:moveTo>
                <a:lnTo>
                  <a:pt x="638175" y="171450"/>
                </a:lnTo>
                <a:lnTo>
                  <a:pt x="638175" y="180975"/>
                </a:lnTo>
                <a:lnTo>
                  <a:pt x="628650" y="180975"/>
                </a:lnTo>
                <a:close/>
                <a:moveTo>
                  <a:pt x="590550" y="180975"/>
                </a:moveTo>
                <a:lnTo>
                  <a:pt x="600075" y="180975"/>
                </a:lnTo>
                <a:lnTo>
                  <a:pt x="600075" y="190500"/>
                </a:lnTo>
                <a:lnTo>
                  <a:pt x="590550" y="190500"/>
                </a:lnTo>
                <a:close/>
                <a:moveTo>
                  <a:pt x="647700" y="180975"/>
                </a:moveTo>
                <a:lnTo>
                  <a:pt x="657225" y="180975"/>
                </a:lnTo>
                <a:lnTo>
                  <a:pt x="657225" y="190500"/>
                </a:lnTo>
                <a:lnTo>
                  <a:pt x="647700" y="190500"/>
                </a:lnTo>
                <a:close/>
                <a:moveTo>
                  <a:pt x="571500" y="190500"/>
                </a:moveTo>
                <a:lnTo>
                  <a:pt x="581025" y="190500"/>
                </a:lnTo>
                <a:lnTo>
                  <a:pt x="581025" y="200025"/>
                </a:lnTo>
                <a:lnTo>
                  <a:pt x="571500" y="200025"/>
                </a:lnTo>
                <a:close/>
                <a:moveTo>
                  <a:pt x="552450" y="200025"/>
                </a:moveTo>
                <a:lnTo>
                  <a:pt x="561975" y="200025"/>
                </a:lnTo>
                <a:lnTo>
                  <a:pt x="561975" y="209550"/>
                </a:lnTo>
                <a:lnTo>
                  <a:pt x="552450" y="209550"/>
                </a:lnTo>
                <a:close/>
                <a:moveTo>
                  <a:pt x="1085850" y="361950"/>
                </a:moveTo>
                <a:lnTo>
                  <a:pt x="1095375" y="361950"/>
                </a:lnTo>
                <a:lnTo>
                  <a:pt x="1095375" y="381000"/>
                </a:lnTo>
                <a:lnTo>
                  <a:pt x="1085850" y="381000"/>
                </a:lnTo>
                <a:close/>
                <a:moveTo>
                  <a:pt x="876300" y="409575"/>
                </a:moveTo>
                <a:lnTo>
                  <a:pt x="895350" y="409575"/>
                </a:lnTo>
                <a:lnTo>
                  <a:pt x="895350" y="438150"/>
                </a:lnTo>
                <a:lnTo>
                  <a:pt x="885825" y="438150"/>
                </a:lnTo>
                <a:lnTo>
                  <a:pt x="885825" y="419100"/>
                </a:lnTo>
                <a:lnTo>
                  <a:pt x="876300" y="419100"/>
                </a:lnTo>
                <a:close/>
                <a:moveTo>
                  <a:pt x="1000125" y="409575"/>
                </a:moveTo>
                <a:lnTo>
                  <a:pt x="1009650" y="409575"/>
                </a:lnTo>
                <a:lnTo>
                  <a:pt x="1009650" y="419100"/>
                </a:lnTo>
                <a:lnTo>
                  <a:pt x="1000125" y="419100"/>
                </a:lnTo>
                <a:close/>
                <a:moveTo>
                  <a:pt x="1009650" y="419100"/>
                </a:moveTo>
                <a:lnTo>
                  <a:pt x="1019175" y="419100"/>
                </a:lnTo>
                <a:lnTo>
                  <a:pt x="1019175" y="428625"/>
                </a:lnTo>
                <a:lnTo>
                  <a:pt x="1009650" y="428625"/>
                </a:lnTo>
                <a:close/>
                <a:moveTo>
                  <a:pt x="1085850" y="419100"/>
                </a:moveTo>
                <a:lnTo>
                  <a:pt x="1095375" y="419100"/>
                </a:lnTo>
                <a:lnTo>
                  <a:pt x="1095375" y="438150"/>
                </a:lnTo>
                <a:lnTo>
                  <a:pt x="1085850" y="438150"/>
                </a:lnTo>
                <a:close/>
                <a:moveTo>
                  <a:pt x="9525" y="438150"/>
                </a:moveTo>
                <a:lnTo>
                  <a:pt x="28575" y="438150"/>
                </a:lnTo>
                <a:lnTo>
                  <a:pt x="28575" y="457200"/>
                </a:lnTo>
                <a:lnTo>
                  <a:pt x="19050" y="457200"/>
                </a:lnTo>
                <a:lnTo>
                  <a:pt x="19050" y="447675"/>
                </a:lnTo>
                <a:lnTo>
                  <a:pt x="9525" y="447675"/>
                </a:lnTo>
                <a:close/>
                <a:moveTo>
                  <a:pt x="1066800" y="447675"/>
                </a:moveTo>
                <a:lnTo>
                  <a:pt x="1076325" y="447675"/>
                </a:lnTo>
                <a:lnTo>
                  <a:pt x="1076325" y="457200"/>
                </a:lnTo>
                <a:lnTo>
                  <a:pt x="1066800" y="457200"/>
                </a:lnTo>
                <a:close/>
                <a:moveTo>
                  <a:pt x="1076325" y="457200"/>
                </a:moveTo>
                <a:lnTo>
                  <a:pt x="1085850" y="457200"/>
                </a:lnTo>
                <a:lnTo>
                  <a:pt x="1085850" y="466725"/>
                </a:lnTo>
                <a:lnTo>
                  <a:pt x="1076325" y="466725"/>
                </a:lnTo>
                <a:close/>
                <a:moveTo>
                  <a:pt x="1000125" y="466725"/>
                </a:moveTo>
                <a:lnTo>
                  <a:pt x="1019175" y="466725"/>
                </a:lnTo>
                <a:lnTo>
                  <a:pt x="1019175" y="476250"/>
                </a:lnTo>
                <a:lnTo>
                  <a:pt x="1000125" y="476250"/>
                </a:lnTo>
                <a:close/>
                <a:moveTo>
                  <a:pt x="1066800" y="466725"/>
                </a:moveTo>
                <a:lnTo>
                  <a:pt x="1076325" y="466725"/>
                </a:lnTo>
                <a:lnTo>
                  <a:pt x="1076325" y="476250"/>
                </a:lnTo>
                <a:lnTo>
                  <a:pt x="1066800" y="476250"/>
                </a:lnTo>
                <a:close/>
                <a:moveTo>
                  <a:pt x="628650" y="476250"/>
                </a:moveTo>
                <a:lnTo>
                  <a:pt x="638175" y="476250"/>
                </a:lnTo>
                <a:lnTo>
                  <a:pt x="638175" y="485775"/>
                </a:lnTo>
                <a:lnTo>
                  <a:pt x="628650" y="485775"/>
                </a:lnTo>
                <a:close/>
                <a:moveTo>
                  <a:pt x="76200" y="485775"/>
                </a:moveTo>
                <a:lnTo>
                  <a:pt x="85725" y="485775"/>
                </a:lnTo>
                <a:lnTo>
                  <a:pt x="85725" y="495300"/>
                </a:lnTo>
                <a:lnTo>
                  <a:pt x="76200" y="495300"/>
                </a:lnTo>
                <a:close/>
                <a:moveTo>
                  <a:pt x="66675" y="504825"/>
                </a:moveTo>
                <a:lnTo>
                  <a:pt x="76200" y="504825"/>
                </a:lnTo>
                <a:lnTo>
                  <a:pt x="76200" y="514350"/>
                </a:lnTo>
                <a:lnTo>
                  <a:pt x="66675" y="514350"/>
                </a:lnTo>
                <a:close/>
                <a:moveTo>
                  <a:pt x="561975" y="514350"/>
                </a:moveTo>
                <a:lnTo>
                  <a:pt x="571500" y="514350"/>
                </a:lnTo>
                <a:lnTo>
                  <a:pt x="571500" y="561975"/>
                </a:lnTo>
                <a:lnTo>
                  <a:pt x="561975" y="561975"/>
                </a:lnTo>
                <a:lnTo>
                  <a:pt x="561975" y="542925"/>
                </a:lnTo>
                <a:lnTo>
                  <a:pt x="552450" y="542925"/>
                </a:lnTo>
                <a:lnTo>
                  <a:pt x="552450" y="533400"/>
                </a:lnTo>
                <a:lnTo>
                  <a:pt x="561975" y="533400"/>
                </a:lnTo>
                <a:close/>
                <a:moveTo>
                  <a:pt x="38100" y="609600"/>
                </a:moveTo>
                <a:lnTo>
                  <a:pt x="57150" y="609600"/>
                </a:lnTo>
                <a:lnTo>
                  <a:pt x="57150" y="619125"/>
                </a:lnTo>
                <a:lnTo>
                  <a:pt x="38100" y="619125"/>
                </a:lnTo>
                <a:close/>
                <a:moveTo>
                  <a:pt x="990600" y="609600"/>
                </a:moveTo>
                <a:lnTo>
                  <a:pt x="1000125" y="609600"/>
                </a:lnTo>
                <a:lnTo>
                  <a:pt x="1000125" y="628650"/>
                </a:lnTo>
                <a:lnTo>
                  <a:pt x="990600" y="628650"/>
                </a:lnTo>
                <a:close/>
                <a:moveTo>
                  <a:pt x="628650" y="619125"/>
                </a:moveTo>
                <a:lnTo>
                  <a:pt x="638175" y="619125"/>
                </a:lnTo>
                <a:lnTo>
                  <a:pt x="638175" y="628650"/>
                </a:lnTo>
                <a:lnTo>
                  <a:pt x="628650" y="628650"/>
                </a:lnTo>
                <a:close/>
                <a:moveTo>
                  <a:pt x="438150" y="628650"/>
                </a:moveTo>
                <a:lnTo>
                  <a:pt x="447675" y="628650"/>
                </a:lnTo>
                <a:lnTo>
                  <a:pt x="447675" y="638175"/>
                </a:lnTo>
                <a:lnTo>
                  <a:pt x="438150" y="638175"/>
                </a:lnTo>
                <a:close/>
                <a:moveTo>
                  <a:pt x="742950" y="628650"/>
                </a:moveTo>
                <a:lnTo>
                  <a:pt x="752475" y="628650"/>
                </a:lnTo>
                <a:lnTo>
                  <a:pt x="752475" y="638175"/>
                </a:lnTo>
                <a:lnTo>
                  <a:pt x="742950" y="638175"/>
                </a:lnTo>
                <a:close/>
                <a:moveTo>
                  <a:pt x="771525" y="628650"/>
                </a:moveTo>
                <a:lnTo>
                  <a:pt x="790575" y="628650"/>
                </a:lnTo>
                <a:lnTo>
                  <a:pt x="790575" y="647700"/>
                </a:lnTo>
                <a:lnTo>
                  <a:pt x="762000" y="647700"/>
                </a:lnTo>
                <a:lnTo>
                  <a:pt x="762000" y="638175"/>
                </a:lnTo>
                <a:lnTo>
                  <a:pt x="771525" y="638175"/>
                </a:lnTo>
                <a:close/>
                <a:moveTo>
                  <a:pt x="0" y="638175"/>
                </a:moveTo>
                <a:lnTo>
                  <a:pt x="9525" y="638175"/>
                </a:lnTo>
                <a:lnTo>
                  <a:pt x="9525" y="647700"/>
                </a:lnTo>
                <a:lnTo>
                  <a:pt x="0" y="647700"/>
                </a:lnTo>
                <a:close/>
                <a:moveTo>
                  <a:pt x="581025" y="638175"/>
                </a:moveTo>
                <a:lnTo>
                  <a:pt x="590550" y="638175"/>
                </a:lnTo>
                <a:lnTo>
                  <a:pt x="590550" y="647700"/>
                </a:lnTo>
                <a:lnTo>
                  <a:pt x="581025" y="647700"/>
                </a:lnTo>
                <a:close/>
                <a:moveTo>
                  <a:pt x="885825" y="647700"/>
                </a:moveTo>
                <a:lnTo>
                  <a:pt x="895350" y="647700"/>
                </a:lnTo>
                <a:lnTo>
                  <a:pt x="895350" y="666750"/>
                </a:lnTo>
                <a:lnTo>
                  <a:pt x="876300" y="666750"/>
                </a:lnTo>
                <a:lnTo>
                  <a:pt x="876300" y="657225"/>
                </a:lnTo>
                <a:lnTo>
                  <a:pt x="885825" y="657225"/>
                </a:lnTo>
                <a:close/>
                <a:moveTo>
                  <a:pt x="47625" y="657225"/>
                </a:moveTo>
                <a:lnTo>
                  <a:pt x="57150" y="657225"/>
                </a:lnTo>
                <a:lnTo>
                  <a:pt x="57150" y="666750"/>
                </a:lnTo>
                <a:lnTo>
                  <a:pt x="47625" y="666750"/>
                </a:lnTo>
                <a:close/>
                <a:moveTo>
                  <a:pt x="485775" y="666750"/>
                </a:moveTo>
                <a:lnTo>
                  <a:pt x="495300" y="666750"/>
                </a:lnTo>
                <a:lnTo>
                  <a:pt x="495300" y="685800"/>
                </a:lnTo>
                <a:lnTo>
                  <a:pt x="485775" y="685800"/>
                </a:lnTo>
                <a:close/>
                <a:moveTo>
                  <a:pt x="742950" y="666750"/>
                </a:moveTo>
                <a:lnTo>
                  <a:pt x="752475" y="666750"/>
                </a:lnTo>
                <a:lnTo>
                  <a:pt x="752475" y="676275"/>
                </a:lnTo>
                <a:lnTo>
                  <a:pt x="742950" y="676275"/>
                </a:lnTo>
                <a:close/>
                <a:moveTo>
                  <a:pt x="47625" y="676275"/>
                </a:moveTo>
                <a:lnTo>
                  <a:pt x="66675" y="676275"/>
                </a:lnTo>
                <a:lnTo>
                  <a:pt x="66675" y="685800"/>
                </a:lnTo>
                <a:lnTo>
                  <a:pt x="57150" y="685800"/>
                </a:lnTo>
                <a:lnTo>
                  <a:pt x="57150" y="695325"/>
                </a:lnTo>
                <a:lnTo>
                  <a:pt x="47625" y="695325"/>
                </a:lnTo>
                <a:close/>
                <a:moveTo>
                  <a:pt x="828675" y="676275"/>
                </a:moveTo>
                <a:lnTo>
                  <a:pt x="838200" y="676275"/>
                </a:lnTo>
                <a:lnTo>
                  <a:pt x="838200" y="704850"/>
                </a:lnTo>
                <a:lnTo>
                  <a:pt x="809625" y="704850"/>
                </a:lnTo>
                <a:lnTo>
                  <a:pt x="809625" y="695325"/>
                </a:lnTo>
                <a:lnTo>
                  <a:pt x="828675" y="695325"/>
                </a:lnTo>
                <a:close/>
                <a:moveTo>
                  <a:pt x="219075" y="695325"/>
                </a:moveTo>
                <a:lnTo>
                  <a:pt x="228600" y="695325"/>
                </a:lnTo>
                <a:lnTo>
                  <a:pt x="228600" y="704850"/>
                </a:lnTo>
                <a:lnTo>
                  <a:pt x="238125" y="704850"/>
                </a:lnTo>
                <a:lnTo>
                  <a:pt x="238125" y="714375"/>
                </a:lnTo>
                <a:lnTo>
                  <a:pt x="219075" y="714375"/>
                </a:lnTo>
                <a:close/>
                <a:moveTo>
                  <a:pt x="533400" y="695325"/>
                </a:moveTo>
                <a:lnTo>
                  <a:pt x="542925" y="695325"/>
                </a:lnTo>
                <a:lnTo>
                  <a:pt x="542925" y="714375"/>
                </a:lnTo>
                <a:lnTo>
                  <a:pt x="561975" y="714375"/>
                </a:lnTo>
                <a:lnTo>
                  <a:pt x="561975" y="723900"/>
                </a:lnTo>
                <a:lnTo>
                  <a:pt x="523875" y="723900"/>
                </a:lnTo>
                <a:lnTo>
                  <a:pt x="523875" y="704850"/>
                </a:lnTo>
                <a:lnTo>
                  <a:pt x="533400" y="704850"/>
                </a:lnTo>
                <a:close/>
                <a:moveTo>
                  <a:pt x="9525" y="704850"/>
                </a:moveTo>
                <a:lnTo>
                  <a:pt x="19050" y="704850"/>
                </a:lnTo>
                <a:lnTo>
                  <a:pt x="19050" y="714375"/>
                </a:lnTo>
                <a:lnTo>
                  <a:pt x="9525" y="714375"/>
                </a:lnTo>
                <a:close/>
                <a:moveTo>
                  <a:pt x="238125" y="714375"/>
                </a:moveTo>
                <a:lnTo>
                  <a:pt x="247650" y="714375"/>
                </a:lnTo>
                <a:lnTo>
                  <a:pt x="247650" y="723900"/>
                </a:lnTo>
                <a:lnTo>
                  <a:pt x="238125" y="723900"/>
                </a:lnTo>
                <a:close/>
                <a:moveTo>
                  <a:pt x="590550" y="714375"/>
                </a:moveTo>
                <a:lnTo>
                  <a:pt x="600075" y="714375"/>
                </a:lnTo>
                <a:lnTo>
                  <a:pt x="600075" y="733425"/>
                </a:lnTo>
                <a:lnTo>
                  <a:pt x="590550" y="733425"/>
                </a:lnTo>
                <a:close/>
                <a:moveTo>
                  <a:pt x="771525" y="733425"/>
                </a:moveTo>
                <a:lnTo>
                  <a:pt x="781050" y="733425"/>
                </a:lnTo>
                <a:lnTo>
                  <a:pt x="781050" y="742950"/>
                </a:lnTo>
                <a:lnTo>
                  <a:pt x="771525" y="742950"/>
                </a:lnTo>
                <a:close/>
                <a:moveTo>
                  <a:pt x="1104900" y="752475"/>
                </a:moveTo>
                <a:lnTo>
                  <a:pt x="1114425" y="752475"/>
                </a:lnTo>
                <a:lnTo>
                  <a:pt x="1114425" y="762000"/>
                </a:lnTo>
                <a:lnTo>
                  <a:pt x="1104900" y="762000"/>
                </a:lnTo>
                <a:close/>
                <a:moveTo>
                  <a:pt x="723900" y="762000"/>
                </a:moveTo>
                <a:lnTo>
                  <a:pt x="733425" y="762000"/>
                </a:lnTo>
                <a:lnTo>
                  <a:pt x="733425" y="771525"/>
                </a:lnTo>
                <a:lnTo>
                  <a:pt x="723900" y="771525"/>
                </a:lnTo>
                <a:close/>
                <a:moveTo>
                  <a:pt x="752475" y="762000"/>
                </a:moveTo>
                <a:lnTo>
                  <a:pt x="762000" y="762000"/>
                </a:lnTo>
                <a:lnTo>
                  <a:pt x="762000" y="781050"/>
                </a:lnTo>
                <a:lnTo>
                  <a:pt x="733425" y="781050"/>
                </a:lnTo>
                <a:lnTo>
                  <a:pt x="733425" y="771525"/>
                </a:lnTo>
                <a:lnTo>
                  <a:pt x="752475" y="771525"/>
                </a:lnTo>
                <a:close/>
                <a:moveTo>
                  <a:pt x="962025" y="762000"/>
                </a:moveTo>
                <a:lnTo>
                  <a:pt x="990600" y="762000"/>
                </a:lnTo>
                <a:lnTo>
                  <a:pt x="990600" y="771525"/>
                </a:lnTo>
                <a:lnTo>
                  <a:pt x="962025" y="771525"/>
                </a:lnTo>
                <a:close/>
                <a:moveTo>
                  <a:pt x="1019175" y="762000"/>
                </a:moveTo>
                <a:lnTo>
                  <a:pt x="1028700" y="762000"/>
                </a:lnTo>
                <a:lnTo>
                  <a:pt x="1028700" y="771525"/>
                </a:lnTo>
                <a:lnTo>
                  <a:pt x="1019175" y="771525"/>
                </a:lnTo>
                <a:close/>
                <a:moveTo>
                  <a:pt x="1038225" y="762000"/>
                </a:moveTo>
                <a:lnTo>
                  <a:pt x="1057275" y="762000"/>
                </a:lnTo>
                <a:lnTo>
                  <a:pt x="1057275" y="771525"/>
                </a:lnTo>
                <a:lnTo>
                  <a:pt x="1038225" y="771525"/>
                </a:lnTo>
                <a:close/>
                <a:moveTo>
                  <a:pt x="1095375" y="762000"/>
                </a:moveTo>
                <a:lnTo>
                  <a:pt x="1104900" y="762000"/>
                </a:lnTo>
                <a:lnTo>
                  <a:pt x="1104900" y="771525"/>
                </a:lnTo>
                <a:lnTo>
                  <a:pt x="1095375" y="771525"/>
                </a:lnTo>
                <a:close/>
                <a:moveTo>
                  <a:pt x="1104900" y="771525"/>
                </a:moveTo>
                <a:lnTo>
                  <a:pt x="1123950" y="771525"/>
                </a:lnTo>
                <a:lnTo>
                  <a:pt x="1123950" y="781050"/>
                </a:lnTo>
                <a:lnTo>
                  <a:pt x="1114425" y="781050"/>
                </a:lnTo>
                <a:lnTo>
                  <a:pt x="1114425" y="790575"/>
                </a:lnTo>
                <a:lnTo>
                  <a:pt x="1104900" y="790575"/>
                </a:lnTo>
                <a:close/>
                <a:moveTo>
                  <a:pt x="85725" y="781050"/>
                </a:moveTo>
                <a:lnTo>
                  <a:pt x="95250" y="781050"/>
                </a:lnTo>
                <a:lnTo>
                  <a:pt x="95250" y="790575"/>
                </a:lnTo>
                <a:lnTo>
                  <a:pt x="104775" y="790575"/>
                </a:lnTo>
                <a:lnTo>
                  <a:pt x="104775" y="800100"/>
                </a:lnTo>
                <a:lnTo>
                  <a:pt x="85725" y="800100"/>
                </a:lnTo>
                <a:close/>
                <a:moveTo>
                  <a:pt x="342900" y="781050"/>
                </a:moveTo>
                <a:lnTo>
                  <a:pt x="352425" y="781050"/>
                </a:lnTo>
                <a:lnTo>
                  <a:pt x="352425" y="790575"/>
                </a:lnTo>
                <a:lnTo>
                  <a:pt x="342900" y="790575"/>
                </a:lnTo>
                <a:close/>
                <a:moveTo>
                  <a:pt x="1057275" y="781050"/>
                </a:moveTo>
                <a:lnTo>
                  <a:pt x="1066800" y="781050"/>
                </a:lnTo>
                <a:lnTo>
                  <a:pt x="1066800" y="790575"/>
                </a:lnTo>
                <a:lnTo>
                  <a:pt x="1057275" y="790575"/>
                </a:lnTo>
                <a:close/>
                <a:moveTo>
                  <a:pt x="523875" y="790575"/>
                </a:moveTo>
                <a:lnTo>
                  <a:pt x="552450" y="790575"/>
                </a:lnTo>
                <a:lnTo>
                  <a:pt x="552450" y="800100"/>
                </a:lnTo>
                <a:lnTo>
                  <a:pt x="523875" y="800100"/>
                </a:lnTo>
                <a:close/>
                <a:moveTo>
                  <a:pt x="609600" y="790575"/>
                </a:moveTo>
                <a:lnTo>
                  <a:pt x="619125" y="790575"/>
                </a:lnTo>
                <a:lnTo>
                  <a:pt x="619125" y="800100"/>
                </a:lnTo>
                <a:lnTo>
                  <a:pt x="609600" y="800100"/>
                </a:lnTo>
                <a:close/>
                <a:moveTo>
                  <a:pt x="933450" y="790575"/>
                </a:moveTo>
                <a:lnTo>
                  <a:pt x="942975" y="790575"/>
                </a:lnTo>
                <a:lnTo>
                  <a:pt x="942975" y="809625"/>
                </a:lnTo>
                <a:lnTo>
                  <a:pt x="923925" y="809625"/>
                </a:lnTo>
                <a:lnTo>
                  <a:pt x="923925" y="800100"/>
                </a:lnTo>
                <a:lnTo>
                  <a:pt x="933450" y="800100"/>
                </a:lnTo>
                <a:close/>
                <a:moveTo>
                  <a:pt x="1047750" y="790575"/>
                </a:moveTo>
                <a:lnTo>
                  <a:pt x="1057275" y="790575"/>
                </a:lnTo>
                <a:lnTo>
                  <a:pt x="1057275" y="800100"/>
                </a:lnTo>
                <a:lnTo>
                  <a:pt x="1047750" y="800100"/>
                </a:lnTo>
                <a:close/>
                <a:moveTo>
                  <a:pt x="1200150" y="790575"/>
                </a:moveTo>
                <a:lnTo>
                  <a:pt x="1209675" y="790575"/>
                </a:lnTo>
                <a:lnTo>
                  <a:pt x="1209675" y="800100"/>
                </a:lnTo>
                <a:lnTo>
                  <a:pt x="1200150" y="800100"/>
                </a:lnTo>
                <a:close/>
                <a:moveTo>
                  <a:pt x="600075" y="800100"/>
                </a:moveTo>
                <a:lnTo>
                  <a:pt x="609600" y="800100"/>
                </a:lnTo>
                <a:lnTo>
                  <a:pt x="609600" y="809625"/>
                </a:lnTo>
                <a:lnTo>
                  <a:pt x="600075" y="809625"/>
                </a:lnTo>
                <a:close/>
                <a:moveTo>
                  <a:pt x="1038225" y="800100"/>
                </a:moveTo>
                <a:lnTo>
                  <a:pt x="1047750" y="800100"/>
                </a:lnTo>
                <a:lnTo>
                  <a:pt x="1047750" y="809625"/>
                </a:lnTo>
                <a:lnTo>
                  <a:pt x="1038225" y="809625"/>
                </a:lnTo>
                <a:close/>
                <a:moveTo>
                  <a:pt x="1133475" y="800100"/>
                </a:moveTo>
                <a:lnTo>
                  <a:pt x="1143000" y="800100"/>
                </a:lnTo>
                <a:lnTo>
                  <a:pt x="1143000" y="809625"/>
                </a:lnTo>
                <a:lnTo>
                  <a:pt x="1133475" y="809625"/>
                </a:lnTo>
                <a:close/>
                <a:moveTo>
                  <a:pt x="1152525" y="800100"/>
                </a:moveTo>
                <a:lnTo>
                  <a:pt x="1171575" y="800100"/>
                </a:lnTo>
                <a:lnTo>
                  <a:pt x="1171575" y="809625"/>
                </a:lnTo>
                <a:lnTo>
                  <a:pt x="1152525" y="809625"/>
                </a:lnTo>
                <a:close/>
                <a:moveTo>
                  <a:pt x="1181100" y="800100"/>
                </a:moveTo>
                <a:lnTo>
                  <a:pt x="1190625" y="800100"/>
                </a:lnTo>
                <a:lnTo>
                  <a:pt x="1190625" y="809625"/>
                </a:lnTo>
                <a:lnTo>
                  <a:pt x="1181100" y="809625"/>
                </a:lnTo>
                <a:close/>
              </a:path>
            </a:pathLst>
          </a:custGeom>
          <a:solidFill xmlns:a="http://schemas.openxmlformats.org/drawingml/2006/main">
            <a:srgbClr val="F8F9F3"/>
          </a:solidFill>
          <a:ln xmlns:a="http://schemas.openxmlformats.org/drawingml/2006/main" w="0">
            <a:noFill/>
          </a:ln>
        </p:spPr>
      </p:sp>
      <p:sp>
        <p:nvSpPr>
          <p:cNvPr id="106" name="v10 vector #f6f9f3">
            <a:extLst xmlns:a="http://schemas.openxmlformats.org/drawingml/2006/main">
              <a:ext uri="{FF2B5EF4-FFF2-40B4-BE49-F238E27FC236}">
                <a16:creationId xmlns:a16="http://schemas.microsoft.com/office/drawing/2014/main" id="{97747861-7A6D-40A9-8B24-1E1B07D50B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5350" y="3609975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247650" y="38100"/>
                </a:moveTo>
                <a:lnTo>
                  <a:pt x="257175" y="38100"/>
                </a:lnTo>
                <a:lnTo>
                  <a:pt x="257175" y="47625"/>
                </a:lnTo>
                <a:lnTo>
                  <a:pt x="247650" y="47625"/>
                </a:lnTo>
                <a:close/>
                <a:moveTo>
                  <a:pt x="904875" y="57150"/>
                </a:moveTo>
                <a:lnTo>
                  <a:pt x="923925" y="57150"/>
                </a:lnTo>
                <a:lnTo>
                  <a:pt x="923925" y="66675"/>
                </a:lnTo>
                <a:lnTo>
                  <a:pt x="904875" y="66675"/>
                </a:lnTo>
                <a:close/>
                <a:moveTo>
                  <a:pt x="1104900" y="57150"/>
                </a:moveTo>
                <a:lnTo>
                  <a:pt x="1114425" y="57150"/>
                </a:lnTo>
                <a:lnTo>
                  <a:pt x="1114425" y="66675"/>
                </a:lnTo>
                <a:lnTo>
                  <a:pt x="1104900" y="66675"/>
                </a:lnTo>
                <a:close/>
                <a:moveTo>
                  <a:pt x="1095375" y="66675"/>
                </a:moveTo>
                <a:lnTo>
                  <a:pt x="1104900" y="66675"/>
                </a:lnTo>
                <a:lnTo>
                  <a:pt x="1104900" y="95250"/>
                </a:lnTo>
                <a:lnTo>
                  <a:pt x="1095375" y="95250"/>
                </a:lnTo>
                <a:close/>
                <a:moveTo>
                  <a:pt x="1171575" y="76200"/>
                </a:moveTo>
                <a:lnTo>
                  <a:pt x="1181100" y="76200"/>
                </a:lnTo>
                <a:lnTo>
                  <a:pt x="1181100" y="85725"/>
                </a:lnTo>
                <a:lnTo>
                  <a:pt x="1171575" y="85725"/>
                </a:lnTo>
                <a:close/>
                <a:moveTo>
                  <a:pt x="1181100" y="85725"/>
                </a:moveTo>
                <a:lnTo>
                  <a:pt x="1190625" y="85725"/>
                </a:lnTo>
                <a:lnTo>
                  <a:pt x="1190625" y="95250"/>
                </a:lnTo>
                <a:lnTo>
                  <a:pt x="1181100" y="95250"/>
                </a:lnTo>
                <a:close/>
                <a:moveTo>
                  <a:pt x="1190625" y="95250"/>
                </a:moveTo>
                <a:lnTo>
                  <a:pt x="1200150" y="95250"/>
                </a:lnTo>
                <a:lnTo>
                  <a:pt x="1200150" y="104775"/>
                </a:lnTo>
                <a:lnTo>
                  <a:pt x="1190625" y="104775"/>
                </a:lnTo>
                <a:close/>
                <a:moveTo>
                  <a:pt x="781050" y="114300"/>
                </a:moveTo>
                <a:lnTo>
                  <a:pt x="790575" y="114300"/>
                </a:lnTo>
                <a:lnTo>
                  <a:pt x="790575" y="123825"/>
                </a:lnTo>
                <a:lnTo>
                  <a:pt x="781050" y="123825"/>
                </a:lnTo>
                <a:close/>
                <a:moveTo>
                  <a:pt x="981075" y="114300"/>
                </a:moveTo>
                <a:lnTo>
                  <a:pt x="990600" y="114300"/>
                </a:lnTo>
                <a:lnTo>
                  <a:pt x="990600" y="133350"/>
                </a:lnTo>
                <a:lnTo>
                  <a:pt x="981075" y="133350"/>
                </a:lnTo>
                <a:close/>
                <a:moveTo>
                  <a:pt x="409575" y="123825"/>
                </a:moveTo>
                <a:lnTo>
                  <a:pt x="419100" y="123825"/>
                </a:lnTo>
                <a:lnTo>
                  <a:pt x="419100" y="142875"/>
                </a:lnTo>
                <a:lnTo>
                  <a:pt x="381000" y="142875"/>
                </a:lnTo>
                <a:lnTo>
                  <a:pt x="381000" y="133350"/>
                </a:lnTo>
                <a:lnTo>
                  <a:pt x="409575" y="133350"/>
                </a:lnTo>
                <a:close/>
                <a:moveTo>
                  <a:pt x="428625" y="133350"/>
                </a:moveTo>
                <a:lnTo>
                  <a:pt x="438150" y="133350"/>
                </a:lnTo>
                <a:lnTo>
                  <a:pt x="438150" y="142875"/>
                </a:lnTo>
                <a:lnTo>
                  <a:pt x="447675" y="142875"/>
                </a:lnTo>
                <a:lnTo>
                  <a:pt x="447675" y="161925"/>
                </a:lnTo>
                <a:lnTo>
                  <a:pt x="438150" y="161925"/>
                </a:lnTo>
                <a:lnTo>
                  <a:pt x="438150" y="152400"/>
                </a:lnTo>
                <a:lnTo>
                  <a:pt x="419100" y="152400"/>
                </a:lnTo>
                <a:lnTo>
                  <a:pt x="419100" y="142875"/>
                </a:lnTo>
                <a:lnTo>
                  <a:pt x="428625" y="142875"/>
                </a:lnTo>
                <a:close/>
                <a:moveTo>
                  <a:pt x="762000" y="142875"/>
                </a:moveTo>
                <a:lnTo>
                  <a:pt x="771525" y="142875"/>
                </a:lnTo>
                <a:lnTo>
                  <a:pt x="771525" y="152400"/>
                </a:lnTo>
                <a:lnTo>
                  <a:pt x="762000" y="152400"/>
                </a:lnTo>
                <a:close/>
                <a:moveTo>
                  <a:pt x="457200" y="152400"/>
                </a:moveTo>
                <a:lnTo>
                  <a:pt x="466725" y="152400"/>
                </a:lnTo>
                <a:lnTo>
                  <a:pt x="466725" y="161925"/>
                </a:lnTo>
                <a:lnTo>
                  <a:pt x="476250" y="161925"/>
                </a:lnTo>
                <a:lnTo>
                  <a:pt x="476250" y="171450"/>
                </a:lnTo>
                <a:lnTo>
                  <a:pt x="457200" y="171450"/>
                </a:lnTo>
                <a:close/>
                <a:moveTo>
                  <a:pt x="180975" y="161925"/>
                </a:moveTo>
                <a:lnTo>
                  <a:pt x="190500" y="161925"/>
                </a:lnTo>
                <a:lnTo>
                  <a:pt x="190500" y="171450"/>
                </a:lnTo>
                <a:lnTo>
                  <a:pt x="180975" y="171450"/>
                </a:lnTo>
                <a:close/>
                <a:moveTo>
                  <a:pt x="647700" y="171450"/>
                </a:moveTo>
                <a:lnTo>
                  <a:pt x="657225" y="171450"/>
                </a:lnTo>
                <a:lnTo>
                  <a:pt x="657225" y="180975"/>
                </a:lnTo>
                <a:lnTo>
                  <a:pt x="647700" y="180975"/>
                </a:lnTo>
                <a:close/>
                <a:moveTo>
                  <a:pt x="1095375" y="190500"/>
                </a:moveTo>
                <a:lnTo>
                  <a:pt x="1104900" y="190500"/>
                </a:lnTo>
                <a:lnTo>
                  <a:pt x="1104900" y="219075"/>
                </a:lnTo>
                <a:lnTo>
                  <a:pt x="1095375" y="219075"/>
                </a:lnTo>
                <a:close/>
                <a:moveTo>
                  <a:pt x="590550" y="266700"/>
                </a:moveTo>
                <a:lnTo>
                  <a:pt x="600075" y="266700"/>
                </a:lnTo>
                <a:lnTo>
                  <a:pt x="600075" y="276225"/>
                </a:lnTo>
                <a:lnTo>
                  <a:pt x="590550" y="276225"/>
                </a:lnTo>
                <a:close/>
                <a:moveTo>
                  <a:pt x="66675" y="333375"/>
                </a:moveTo>
                <a:lnTo>
                  <a:pt x="76200" y="333375"/>
                </a:lnTo>
                <a:lnTo>
                  <a:pt x="76200" y="342900"/>
                </a:lnTo>
                <a:lnTo>
                  <a:pt x="66675" y="342900"/>
                </a:lnTo>
                <a:close/>
                <a:moveTo>
                  <a:pt x="1095375" y="352425"/>
                </a:moveTo>
                <a:lnTo>
                  <a:pt x="1104900" y="352425"/>
                </a:lnTo>
                <a:lnTo>
                  <a:pt x="1104900" y="476250"/>
                </a:lnTo>
                <a:lnTo>
                  <a:pt x="1095375" y="476250"/>
                </a:lnTo>
                <a:lnTo>
                  <a:pt x="1095375" y="485775"/>
                </a:lnTo>
                <a:lnTo>
                  <a:pt x="1085850" y="485775"/>
                </a:lnTo>
                <a:lnTo>
                  <a:pt x="1085850" y="457200"/>
                </a:lnTo>
                <a:lnTo>
                  <a:pt x="1095375" y="457200"/>
                </a:lnTo>
                <a:close/>
                <a:moveTo>
                  <a:pt x="1009650" y="457200"/>
                </a:moveTo>
                <a:lnTo>
                  <a:pt x="1019175" y="457200"/>
                </a:lnTo>
                <a:lnTo>
                  <a:pt x="1019175" y="466725"/>
                </a:lnTo>
                <a:lnTo>
                  <a:pt x="1009650" y="466725"/>
                </a:lnTo>
                <a:close/>
                <a:moveTo>
                  <a:pt x="85725" y="466725"/>
                </a:moveTo>
                <a:lnTo>
                  <a:pt x="95250" y="466725"/>
                </a:lnTo>
                <a:lnTo>
                  <a:pt x="95250" y="476250"/>
                </a:lnTo>
                <a:lnTo>
                  <a:pt x="85725" y="476250"/>
                </a:lnTo>
                <a:close/>
                <a:moveTo>
                  <a:pt x="85725" y="495300"/>
                </a:moveTo>
                <a:lnTo>
                  <a:pt x="95250" y="495300"/>
                </a:lnTo>
                <a:lnTo>
                  <a:pt x="95250" y="523875"/>
                </a:lnTo>
                <a:lnTo>
                  <a:pt x="85725" y="523875"/>
                </a:lnTo>
                <a:close/>
                <a:moveTo>
                  <a:pt x="552450" y="495300"/>
                </a:moveTo>
                <a:lnTo>
                  <a:pt x="571500" y="495300"/>
                </a:lnTo>
                <a:lnTo>
                  <a:pt x="571500" y="504825"/>
                </a:lnTo>
                <a:lnTo>
                  <a:pt x="552450" y="504825"/>
                </a:lnTo>
                <a:close/>
                <a:moveTo>
                  <a:pt x="552450" y="514350"/>
                </a:moveTo>
                <a:lnTo>
                  <a:pt x="561975" y="514350"/>
                </a:lnTo>
                <a:lnTo>
                  <a:pt x="561975" y="533400"/>
                </a:lnTo>
                <a:lnTo>
                  <a:pt x="552450" y="533400"/>
                </a:lnTo>
                <a:close/>
                <a:moveTo>
                  <a:pt x="552450" y="542925"/>
                </a:moveTo>
                <a:lnTo>
                  <a:pt x="561975" y="542925"/>
                </a:lnTo>
                <a:lnTo>
                  <a:pt x="561975" y="561975"/>
                </a:lnTo>
                <a:lnTo>
                  <a:pt x="552450" y="561975"/>
                </a:lnTo>
                <a:close/>
                <a:moveTo>
                  <a:pt x="142875" y="600075"/>
                </a:moveTo>
                <a:lnTo>
                  <a:pt x="152400" y="600075"/>
                </a:lnTo>
                <a:lnTo>
                  <a:pt x="152400" y="609600"/>
                </a:lnTo>
                <a:lnTo>
                  <a:pt x="142875" y="609600"/>
                </a:lnTo>
                <a:close/>
                <a:moveTo>
                  <a:pt x="923925" y="600075"/>
                </a:moveTo>
                <a:lnTo>
                  <a:pt x="942975" y="600075"/>
                </a:lnTo>
                <a:lnTo>
                  <a:pt x="942975" y="609600"/>
                </a:lnTo>
                <a:lnTo>
                  <a:pt x="923925" y="609600"/>
                </a:lnTo>
                <a:close/>
                <a:moveTo>
                  <a:pt x="990600" y="600075"/>
                </a:moveTo>
                <a:lnTo>
                  <a:pt x="1009650" y="600075"/>
                </a:lnTo>
                <a:lnTo>
                  <a:pt x="1009650" y="609600"/>
                </a:lnTo>
                <a:lnTo>
                  <a:pt x="990600" y="609600"/>
                </a:lnTo>
                <a:close/>
                <a:moveTo>
                  <a:pt x="209550" y="628650"/>
                </a:moveTo>
                <a:lnTo>
                  <a:pt x="219075" y="628650"/>
                </a:lnTo>
                <a:lnTo>
                  <a:pt x="219075" y="638175"/>
                </a:lnTo>
                <a:lnTo>
                  <a:pt x="209550" y="638175"/>
                </a:lnTo>
                <a:close/>
                <a:moveTo>
                  <a:pt x="733425" y="638175"/>
                </a:moveTo>
                <a:lnTo>
                  <a:pt x="742950" y="638175"/>
                </a:lnTo>
                <a:lnTo>
                  <a:pt x="742950" y="647700"/>
                </a:lnTo>
                <a:lnTo>
                  <a:pt x="733425" y="647700"/>
                </a:lnTo>
                <a:close/>
                <a:moveTo>
                  <a:pt x="714375" y="666750"/>
                </a:moveTo>
                <a:lnTo>
                  <a:pt x="723900" y="666750"/>
                </a:lnTo>
                <a:lnTo>
                  <a:pt x="723900" y="676275"/>
                </a:lnTo>
                <a:lnTo>
                  <a:pt x="714375" y="676275"/>
                </a:lnTo>
                <a:close/>
                <a:moveTo>
                  <a:pt x="704850" y="676275"/>
                </a:moveTo>
                <a:lnTo>
                  <a:pt x="714375" y="676275"/>
                </a:lnTo>
                <a:lnTo>
                  <a:pt x="714375" y="685800"/>
                </a:lnTo>
                <a:lnTo>
                  <a:pt x="704850" y="685800"/>
                </a:lnTo>
                <a:close/>
                <a:moveTo>
                  <a:pt x="342900" y="790575"/>
                </a:moveTo>
                <a:lnTo>
                  <a:pt x="352425" y="790575"/>
                </a:lnTo>
                <a:lnTo>
                  <a:pt x="352425" y="800100"/>
                </a:lnTo>
                <a:lnTo>
                  <a:pt x="342900" y="800100"/>
                </a:lnTo>
                <a:close/>
              </a:path>
            </a:pathLst>
          </a:custGeom>
          <a:solidFill xmlns:a="http://schemas.openxmlformats.org/drawingml/2006/main">
            <a:srgbClr val="F6F9F3"/>
          </a:solidFill>
          <a:ln xmlns:a="http://schemas.openxmlformats.org/drawingml/2006/main" w="0">
            <a:noFill/>
          </a:ln>
        </p:spPr>
      </p:sp>
      <p:sp>
        <p:nvSpPr>
          <p:cNvPr id="107" name="v10 vector #f8f8f4">
            <a:extLst xmlns:a="http://schemas.openxmlformats.org/drawingml/2006/main">
              <a:ext uri="{FF2B5EF4-FFF2-40B4-BE49-F238E27FC236}">
                <a16:creationId xmlns:a16="http://schemas.microsoft.com/office/drawing/2014/main" id="{53B9EFE6-CA7B-4C97-A55F-1EB0E18DA7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5350" y="3609975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190500" y="0"/>
                </a:moveTo>
                <a:lnTo>
                  <a:pt x="200025" y="0"/>
                </a:lnTo>
                <a:lnTo>
                  <a:pt x="200025" y="9525"/>
                </a:lnTo>
                <a:lnTo>
                  <a:pt x="190500" y="9525"/>
                </a:lnTo>
                <a:close/>
                <a:moveTo>
                  <a:pt x="266700" y="0"/>
                </a:moveTo>
                <a:lnTo>
                  <a:pt x="276225" y="0"/>
                </a:lnTo>
                <a:lnTo>
                  <a:pt x="276225" y="19050"/>
                </a:lnTo>
                <a:lnTo>
                  <a:pt x="266700" y="19050"/>
                </a:lnTo>
                <a:close/>
                <a:moveTo>
                  <a:pt x="342900" y="0"/>
                </a:moveTo>
                <a:lnTo>
                  <a:pt x="352425" y="0"/>
                </a:lnTo>
                <a:lnTo>
                  <a:pt x="352425" y="9525"/>
                </a:lnTo>
                <a:lnTo>
                  <a:pt x="342900" y="9525"/>
                </a:lnTo>
                <a:close/>
                <a:moveTo>
                  <a:pt x="361950" y="0"/>
                </a:moveTo>
                <a:lnTo>
                  <a:pt x="371475" y="0"/>
                </a:lnTo>
                <a:lnTo>
                  <a:pt x="371475" y="9525"/>
                </a:lnTo>
                <a:lnTo>
                  <a:pt x="361950" y="9525"/>
                </a:lnTo>
                <a:close/>
                <a:moveTo>
                  <a:pt x="419100" y="0"/>
                </a:moveTo>
                <a:lnTo>
                  <a:pt x="428625" y="0"/>
                </a:lnTo>
                <a:lnTo>
                  <a:pt x="428625" y="19050"/>
                </a:lnTo>
                <a:lnTo>
                  <a:pt x="419100" y="19050"/>
                </a:lnTo>
                <a:close/>
                <a:moveTo>
                  <a:pt x="590550" y="0"/>
                </a:moveTo>
                <a:lnTo>
                  <a:pt x="600075" y="0"/>
                </a:lnTo>
                <a:lnTo>
                  <a:pt x="600075" y="9525"/>
                </a:lnTo>
                <a:lnTo>
                  <a:pt x="590550" y="9525"/>
                </a:lnTo>
                <a:close/>
                <a:moveTo>
                  <a:pt x="657225" y="0"/>
                </a:moveTo>
                <a:lnTo>
                  <a:pt x="666750" y="0"/>
                </a:lnTo>
                <a:lnTo>
                  <a:pt x="666750" y="9525"/>
                </a:lnTo>
                <a:lnTo>
                  <a:pt x="657225" y="9525"/>
                </a:lnTo>
                <a:close/>
                <a:moveTo>
                  <a:pt x="723900" y="0"/>
                </a:moveTo>
                <a:lnTo>
                  <a:pt x="742950" y="0"/>
                </a:lnTo>
                <a:lnTo>
                  <a:pt x="742950" y="19050"/>
                </a:lnTo>
                <a:lnTo>
                  <a:pt x="723900" y="19050"/>
                </a:lnTo>
                <a:close/>
                <a:moveTo>
                  <a:pt x="352425" y="9525"/>
                </a:moveTo>
                <a:lnTo>
                  <a:pt x="361950" y="9525"/>
                </a:lnTo>
                <a:lnTo>
                  <a:pt x="361950" y="19050"/>
                </a:lnTo>
                <a:lnTo>
                  <a:pt x="352425" y="19050"/>
                </a:lnTo>
                <a:close/>
                <a:moveTo>
                  <a:pt x="600075" y="9525"/>
                </a:moveTo>
                <a:lnTo>
                  <a:pt x="609600" y="9525"/>
                </a:lnTo>
                <a:lnTo>
                  <a:pt x="609600" y="28575"/>
                </a:lnTo>
                <a:lnTo>
                  <a:pt x="600075" y="28575"/>
                </a:lnTo>
                <a:close/>
                <a:moveTo>
                  <a:pt x="923925" y="9525"/>
                </a:moveTo>
                <a:lnTo>
                  <a:pt x="942975" y="9525"/>
                </a:lnTo>
                <a:lnTo>
                  <a:pt x="942975" y="19050"/>
                </a:lnTo>
                <a:lnTo>
                  <a:pt x="933450" y="19050"/>
                </a:lnTo>
                <a:lnTo>
                  <a:pt x="933450" y="28575"/>
                </a:lnTo>
                <a:lnTo>
                  <a:pt x="923925" y="28575"/>
                </a:lnTo>
                <a:close/>
                <a:moveTo>
                  <a:pt x="219075" y="19050"/>
                </a:moveTo>
                <a:lnTo>
                  <a:pt x="228600" y="19050"/>
                </a:lnTo>
                <a:lnTo>
                  <a:pt x="228600" y="28575"/>
                </a:lnTo>
                <a:lnTo>
                  <a:pt x="219075" y="28575"/>
                </a:lnTo>
                <a:close/>
                <a:moveTo>
                  <a:pt x="561975" y="19050"/>
                </a:moveTo>
                <a:lnTo>
                  <a:pt x="571500" y="19050"/>
                </a:lnTo>
                <a:lnTo>
                  <a:pt x="571500" y="28575"/>
                </a:lnTo>
                <a:lnTo>
                  <a:pt x="561975" y="28575"/>
                </a:lnTo>
                <a:close/>
                <a:moveTo>
                  <a:pt x="581025" y="19050"/>
                </a:moveTo>
                <a:lnTo>
                  <a:pt x="590550" y="19050"/>
                </a:lnTo>
                <a:lnTo>
                  <a:pt x="590550" y="28575"/>
                </a:lnTo>
                <a:lnTo>
                  <a:pt x="581025" y="28575"/>
                </a:lnTo>
                <a:close/>
                <a:moveTo>
                  <a:pt x="781050" y="19050"/>
                </a:moveTo>
                <a:lnTo>
                  <a:pt x="790575" y="19050"/>
                </a:lnTo>
                <a:lnTo>
                  <a:pt x="790575" y="28575"/>
                </a:lnTo>
                <a:lnTo>
                  <a:pt x="800100" y="28575"/>
                </a:lnTo>
                <a:lnTo>
                  <a:pt x="800100" y="19050"/>
                </a:lnTo>
                <a:lnTo>
                  <a:pt x="809625" y="19050"/>
                </a:lnTo>
                <a:lnTo>
                  <a:pt x="809625" y="38100"/>
                </a:lnTo>
                <a:lnTo>
                  <a:pt x="781050" y="38100"/>
                </a:lnTo>
                <a:close/>
                <a:moveTo>
                  <a:pt x="504825" y="28575"/>
                </a:moveTo>
                <a:lnTo>
                  <a:pt x="523875" y="28575"/>
                </a:lnTo>
                <a:lnTo>
                  <a:pt x="523875" y="47625"/>
                </a:lnTo>
                <a:lnTo>
                  <a:pt x="514350" y="47625"/>
                </a:lnTo>
                <a:lnTo>
                  <a:pt x="514350" y="38100"/>
                </a:lnTo>
                <a:lnTo>
                  <a:pt x="504825" y="38100"/>
                </a:lnTo>
                <a:close/>
                <a:moveTo>
                  <a:pt x="1066800" y="28575"/>
                </a:moveTo>
                <a:lnTo>
                  <a:pt x="1076325" y="28575"/>
                </a:lnTo>
                <a:lnTo>
                  <a:pt x="1076325" y="38100"/>
                </a:lnTo>
                <a:lnTo>
                  <a:pt x="1066800" y="38100"/>
                </a:lnTo>
                <a:close/>
                <a:moveTo>
                  <a:pt x="419100" y="38100"/>
                </a:moveTo>
                <a:lnTo>
                  <a:pt x="428625" y="38100"/>
                </a:lnTo>
                <a:lnTo>
                  <a:pt x="428625" y="47625"/>
                </a:lnTo>
                <a:lnTo>
                  <a:pt x="419100" y="47625"/>
                </a:lnTo>
                <a:close/>
                <a:moveTo>
                  <a:pt x="66675" y="47625"/>
                </a:moveTo>
                <a:lnTo>
                  <a:pt x="76200" y="47625"/>
                </a:lnTo>
                <a:lnTo>
                  <a:pt x="76200" y="57150"/>
                </a:lnTo>
                <a:lnTo>
                  <a:pt x="66675" y="57150"/>
                </a:lnTo>
                <a:close/>
                <a:moveTo>
                  <a:pt x="552450" y="47625"/>
                </a:moveTo>
                <a:lnTo>
                  <a:pt x="561975" y="47625"/>
                </a:lnTo>
                <a:lnTo>
                  <a:pt x="561975" y="66675"/>
                </a:lnTo>
                <a:lnTo>
                  <a:pt x="552450" y="66675"/>
                </a:lnTo>
                <a:close/>
                <a:moveTo>
                  <a:pt x="838200" y="47625"/>
                </a:moveTo>
                <a:lnTo>
                  <a:pt x="847725" y="47625"/>
                </a:lnTo>
                <a:lnTo>
                  <a:pt x="847725" y="57150"/>
                </a:lnTo>
                <a:lnTo>
                  <a:pt x="838200" y="57150"/>
                </a:lnTo>
                <a:close/>
                <a:moveTo>
                  <a:pt x="381000" y="57150"/>
                </a:moveTo>
                <a:lnTo>
                  <a:pt x="390525" y="57150"/>
                </a:lnTo>
                <a:lnTo>
                  <a:pt x="390525" y="66675"/>
                </a:lnTo>
                <a:lnTo>
                  <a:pt x="381000" y="66675"/>
                </a:lnTo>
                <a:close/>
                <a:moveTo>
                  <a:pt x="533400" y="57150"/>
                </a:moveTo>
                <a:lnTo>
                  <a:pt x="542925" y="57150"/>
                </a:lnTo>
                <a:lnTo>
                  <a:pt x="542925" y="66675"/>
                </a:lnTo>
                <a:lnTo>
                  <a:pt x="533400" y="66675"/>
                </a:lnTo>
                <a:close/>
                <a:moveTo>
                  <a:pt x="19050" y="66675"/>
                </a:moveTo>
                <a:lnTo>
                  <a:pt x="28575" y="66675"/>
                </a:lnTo>
                <a:lnTo>
                  <a:pt x="28575" y="76200"/>
                </a:lnTo>
                <a:lnTo>
                  <a:pt x="38100" y="76200"/>
                </a:lnTo>
                <a:lnTo>
                  <a:pt x="38100" y="85725"/>
                </a:lnTo>
                <a:lnTo>
                  <a:pt x="19050" y="85725"/>
                </a:lnTo>
                <a:close/>
                <a:moveTo>
                  <a:pt x="1000125" y="66675"/>
                </a:moveTo>
                <a:lnTo>
                  <a:pt x="1009650" y="66675"/>
                </a:lnTo>
                <a:lnTo>
                  <a:pt x="1009650" y="85725"/>
                </a:lnTo>
                <a:lnTo>
                  <a:pt x="990600" y="85725"/>
                </a:lnTo>
                <a:lnTo>
                  <a:pt x="990600" y="76200"/>
                </a:lnTo>
                <a:lnTo>
                  <a:pt x="1000125" y="76200"/>
                </a:lnTo>
                <a:close/>
                <a:moveTo>
                  <a:pt x="1047750" y="66675"/>
                </a:moveTo>
                <a:lnTo>
                  <a:pt x="1057275" y="66675"/>
                </a:lnTo>
                <a:lnTo>
                  <a:pt x="1057275" y="76200"/>
                </a:lnTo>
                <a:lnTo>
                  <a:pt x="1047750" y="76200"/>
                </a:lnTo>
                <a:close/>
                <a:moveTo>
                  <a:pt x="400050" y="76200"/>
                </a:moveTo>
                <a:lnTo>
                  <a:pt x="409575" y="76200"/>
                </a:lnTo>
                <a:lnTo>
                  <a:pt x="409575" y="85725"/>
                </a:lnTo>
                <a:lnTo>
                  <a:pt x="400050" y="85725"/>
                </a:lnTo>
                <a:close/>
                <a:moveTo>
                  <a:pt x="257175" y="85725"/>
                </a:moveTo>
                <a:lnTo>
                  <a:pt x="266700" y="85725"/>
                </a:lnTo>
                <a:lnTo>
                  <a:pt x="266700" y="95250"/>
                </a:lnTo>
                <a:lnTo>
                  <a:pt x="257175" y="95250"/>
                </a:lnTo>
                <a:close/>
                <a:moveTo>
                  <a:pt x="628650" y="85725"/>
                </a:moveTo>
                <a:lnTo>
                  <a:pt x="638175" y="85725"/>
                </a:lnTo>
                <a:lnTo>
                  <a:pt x="638175" y="104775"/>
                </a:lnTo>
                <a:lnTo>
                  <a:pt x="628650" y="104775"/>
                </a:lnTo>
                <a:close/>
                <a:moveTo>
                  <a:pt x="952500" y="85725"/>
                </a:moveTo>
                <a:lnTo>
                  <a:pt x="971550" y="85725"/>
                </a:lnTo>
                <a:lnTo>
                  <a:pt x="971550" y="104775"/>
                </a:lnTo>
                <a:lnTo>
                  <a:pt x="962025" y="104775"/>
                </a:lnTo>
                <a:lnTo>
                  <a:pt x="962025" y="95250"/>
                </a:lnTo>
                <a:lnTo>
                  <a:pt x="952500" y="95250"/>
                </a:lnTo>
                <a:close/>
                <a:moveTo>
                  <a:pt x="447675" y="95250"/>
                </a:moveTo>
                <a:lnTo>
                  <a:pt x="466725" y="95250"/>
                </a:lnTo>
                <a:lnTo>
                  <a:pt x="466725" y="123825"/>
                </a:lnTo>
                <a:lnTo>
                  <a:pt x="447675" y="123825"/>
                </a:lnTo>
                <a:lnTo>
                  <a:pt x="447675" y="133350"/>
                </a:lnTo>
                <a:lnTo>
                  <a:pt x="438150" y="133350"/>
                </a:lnTo>
                <a:lnTo>
                  <a:pt x="438150" y="104775"/>
                </a:lnTo>
                <a:lnTo>
                  <a:pt x="447675" y="104775"/>
                </a:lnTo>
                <a:close/>
                <a:moveTo>
                  <a:pt x="476250" y="95250"/>
                </a:moveTo>
                <a:lnTo>
                  <a:pt x="495300" y="95250"/>
                </a:lnTo>
                <a:lnTo>
                  <a:pt x="495300" y="104775"/>
                </a:lnTo>
                <a:lnTo>
                  <a:pt x="476250" y="104775"/>
                </a:lnTo>
                <a:close/>
                <a:moveTo>
                  <a:pt x="552450" y="104775"/>
                </a:moveTo>
                <a:lnTo>
                  <a:pt x="561975" y="104775"/>
                </a:lnTo>
                <a:lnTo>
                  <a:pt x="561975" y="114300"/>
                </a:lnTo>
                <a:lnTo>
                  <a:pt x="552450" y="114300"/>
                </a:lnTo>
                <a:close/>
                <a:moveTo>
                  <a:pt x="819150" y="104775"/>
                </a:moveTo>
                <a:lnTo>
                  <a:pt x="828675" y="104775"/>
                </a:lnTo>
                <a:lnTo>
                  <a:pt x="828675" y="114300"/>
                </a:lnTo>
                <a:lnTo>
                  <a:pt x="819150" y="114300"/>
                </a:lnTo>
                <a:close/>
                <a:moveTo>
                  <a:pt x="47625" y="114300"/>
                </a:moveTo>
                <a:lnTo>
                  <a:pt x="66675" y="114300"/>
                </a:lnTo>
                <a:lnTo>
                  <a:pt x="66675" y="123825"/>
                </a:lnTo>
                <a:lnTo>
                  <a:pt x="76200" y="123825"/>
                </a:lnTo>
                <a:lnTo>
                  <a:pt x="76200" y="142875"/>
                </a:lnTo>
                <a:lnTo>
                  <a:pt x="57150" y="142875"/>
                </a:lnTo>
                <a:lnTo>
                  <a:pt x="57150" y="123825"/>
                </a:lnTo>
                <a:lnTo>
                  <a:pt x="47625" y="123825"/>
                </a:lnTo>
                <a:close/>
                <a:moveTo>
                  <a:pt x="200025" y="123825"/>
                </a:moveTo>
                <a:lnTo>
                  <a:pt x="219075" y="123825"/>
                </a:lnTo>
                <a:lnTo>
                  <a:pt x="219075" y="133350"/>
                </a:lnTo>
                <a:lnTo>
                  <a:pt x="200025" y="133350"/>
                </a:lnTo>
                <a:close/>
                <a:moveTo>
                  <a:pt x="838200" y="123825"/>
                </a:moveTo>
                <a:lnTo>
                  <a:pt x="847725" y="123825"/>
                </a:lnTo>
                <a:lnTo>
                  <a:pt x="847725" y="133350"/>
                </a:lnTo>
                <a:lnTo>
                  <a:pt x="838200" y="133350"/>
                </a:lnTo>
                <a:close/>
                <a:moveTo>
                  <a:pt x="1000125" y="133350"/>
                </a:moveTo>
                <a:lnTo>
                  <a:pt x="1009650" y="133350"/>
                </a:lnTo>
                <a:lnTo>
                  <a:pt x="1009650" y="142875"/>
                </a:lnTo>
                <a:lnTo>
                  <a:pt x="1000125" y="142875"/>
                </a:lnTo>
                <a:close/>
                <a:moveTo>
                  <a:pt x="76200" y="142875"/>
                </a:moveTo>
                <a:lnTo>
                  <a:pt x="85725" y="142875"/>
                </a:lnTo>
                <a:lnTo>
                  <a:pt x="85725" y="152400"/>
                </a:lnTo>
                <a:lnTo>
                  <a:pt x="76200" y="152400"/>
                </a:lnTo>
                <a:close/>
                <a:moveTo>
                  <a:pt x="466725" y="142875"/>
                </a:moveTo>
                <a:lnTo>
                  <a:pt x="485775" y="142875"/>
                </a:lnTo>
                <a:lnTo>
                  <a:pt x="485775" y="152400"/>
                </a:lnTo>
                <a:lnTo>
                  <a:pt x="466725" y="152400"/>
                </a:lnTo>
                <a:close/>
                <a:moveTo>
                  <a:pt x="800100" y="142875"/>
                </a:moveTo>
                <a:lnTo>
                  <a:pt x="809625" y="142875"/>
                </a:lnTo>
                <a:lnTo>
                  <a:pt x="809625" y="152400"/>
                </a:lnTo>
                <a:lnTo>
                  <a:pt x="800100" y="152400"/>
                </a:lnTo>
                <a:close/>
                <a:moveTo>
                  <a:pt x="990600" y="142875"/>
                </a:moveTo>
                <a:lnTo>
                  <a:pt x="1000125" y="142875"/>
                </a:lnTo>
                <a:lnTo>
                  <a:pt x="1000125" y="152400"/>
                </a:lnTo>
                <a:lnTo>
                  <a:pt x="990600" y="152400"/>
                </a:lnTo>
                <a:close/>
                <a:moveTo>
                  <a:pt x="504825" y="152400"/>
                </a:moveTo>
                <a:lnTo>
                  <a:pt x="523875" y="152400"/>
                </a:lnTo>
                <a:lnTo>
                  <a:pt x="523875" y="161925"/>
                </a:lnTo>
                <a:lnTo>
                  <a:pt x="504825" y="161925"/>
                </a:lnTo>
                <a:close/>
                <a:moveTo>
                  <a:pt x="142875" y="161925"/>
                </a:moveTo>
                <a:lnTo>
                  <a:pt x="152400" y="161925"/>
                </a:lnTo>
                <a:lnTo>
                  <a:pt x="152400" y="171450"/>
                </a:lnTo>
                <a:lnTo>
                  <a:pt x="142875" y="171450"/>
                </a:lnTo>
                <a:close/>
                <a:moveTo>
                  <a:pt x="828675" y="171450"/>
                </a:moveTo>
                <a:lnTo>
                  <a:pt x="847725" y="171450"/>
                </a:lnTo>
                <a:lnTo>
                  <a:pt x="847725" y="180975"/>
                </a:lnTo>
                <a:lnTo>
                  <a:pt x="828675" y="180975"/>
                </a:lnTo>
                <a:close/>
                <a:moveTo>
                  <a:pt x="866775" y="171450"/>
                </a:moveTo>
                <a:lnTo>
                  <a:pt x="876300" y="171450"/>
                </a:lnTo>
                <a:lnTo>
                  <a:pt x="876300" y="180975"/>
                </a:lnTo>
                <a:lnTo>
                  <a:pt x="866775" y="180975"/>
                </a:lnTo>
                <a:close/>
                <a:moveTo>
                  <a:pt x="933450" y="171450"/>
                </a:moveTo>
                <a:lnTo>
                  <a:pt x="952500" y="171450"/>
                </a:lnTo>
                <a:lnTo>
                  <a:pt x="952500" y="180975"/>
                </a:lnTo>
                <a:lnTo>
                  <a:pt x="933450" y="180975"/>
                </a:lnTo>
                <a:close/>
                <a:moveTo>
                  <a:pt x="847725" y="180975"/>
                </a:moveTo>
                <a:lnTo>
                  <a:pt x="866775" y="180975"/>
                </a:lnTo>
                <a:lnTo>
                  <a:pt x="866775" y="190500"/>
                </a:lnTo>
                <a:lnTo>
                  <a:pt x="847725" y="190500"/>
                </a:lnTo>
                <a:close/>
                <a:moveTo>
                  <a:pt x="76200" y="200025"/>
                </a:moveTo>
                <a:lnTo>
                  <a:pt x="95250" y="200025"/>
                </a:lnTo>
                <a:lnTo>
                  <a:pt x="95250" y="209550"/>
                </a:lnTo>
                <a:lnTo>
                  <a:pt x="76200" y="209550"/>
                </a:lnTo>
                <a:close/>
                <a:moveTo>
                  <a:pt x="1066800" y="200025"/>
                </a:moveTo>
                <a:lnTo>
                  <a:pt x="1076325" y="200025"/>
                </a:lnTo>
                <a:lnTo>
                  <a:pt x="1076325" y="209550"/>
                </a:lnTo>
                <a:lnTo>
                  <a:pt x="1066800" y="209550"/>
                </a:lnTo>
                <a:close/>
                <a:moveTo>
                  <a:pt x="28575" y="219075"/>
                </a:moveTo>
                <a:lnTo>
                  <a:pt x="47625" y="219075"/>
                </a:lnTo>
                <a:lnTo>
                  <a:pt x="47625" y="228600"/>
                </a:lnTo>
                <a:lnTo>
                  <a:pt x="28575" y="228600"/>
                </a:lnTo>
                <a:close/>
                <a:moveTo>
                  <a:pt x="809625" y="219075"/>
                </a:moveTo>
                <a:lnTo>
                  <a:pt x="838200" y="219075"/>
                </a:lnTo>
                <a:lnTo>
                  <a:pt x="838200" y="228600"/>
                </a:lnTo>
                <a:lnTo>
                  <a:pt x="809625" y="228600"/>
                </a:lnTo>
                <a:close/>
                <a:moveTo>
                  <a:pt x="847725" y="219075"/>
                </a:moveTo>
                <a:lnTo>
                  <a:pt x="857250" y="219075"/>
                </a:lnTo>
                <a:lnTo>
                  <a:pt x="857250" y="228600"/>
                </a:lnTo>
                <a:lnTo>
                  <a:pt x="847725" y="228600"/>
                </a:lnTo>
                <a:close/>
                <a:moveTo>
                  <a:pt x="1076325" y="219075"/>
                </a:moveTo>
                <a:lnTo>
                  <a:pt x="1085850" y="219075"/>
                </a:lnTo>
                <a:lnTo>
                  <a:pt x="1085850" y="228600"/>
                </a:lnTo>
                <a:lnTo>
                  <a:pt x="1076325" y="228600"/>
                </a:lnTo>
                <a:close/>
                <a:moveTo>
                  <a:pt x="619125" y="257175"/>
                </a:moveTo>
                <a:lnTo>
                  <a:pt x="628650" y="257175"/>
                </a:lnTo>
                <a:lnTo>
                  <a:pt x="628650" y="285750"/>
                </a:lnTo>
                <a:lnTo>
                  <a:pt x="619125" y="285750"/>
                </a:lnTo>
                <a:close/>
                <a:moveTo>
                  <a:pt x="638175" y="257175"/>
                </a:moveTo>
                <a:lnTo>
                  <a:pt x="647700" y="257175"/>
                </a:lnTo>
                <a:lnTo>
                  <a:pt x="647700" y="285750"/>
                </a:lnTo>
                <a:lnTo>
                  <a:pt x="638175" y="285750"/>
                </a:lnTo>
                <a:close/>
                <a:moveTo>
                  <a:pt x="628650" y="285750"/>
                </a:moveTo>
                <a:lnTo>
                  <a:pt x="638175" y="285750"/>
                </a:lnTo>
                <a:lnTo>
                  <a:pt x="638175" y="295275"/>
                </a:lnTo>
                <a:lnTo>
                  <a:pt x="628650" y="295275"/>
                </a:lnTo>
                <a:close/>
                <a:moveTo>
                  <a:pt x="19050" y="333375"/>
                </a:moveTo>
                <a:lnTo>
                  <a:pt x="57150" y="333375"/>
                </a:lnTo>
                <a:lnTo>
                  <a:pt x="57150" y="342900"/>
                </a:lnTo>
                <a:lnTo>
                  <a:pt x="19050" y="342900"/>
                </a:lnTo>
                <a:close/>
                <a:moveTo>
                  <a:pt x="819150" y="342900"/>
                </a:moveTo>
                <a:lnTo>
                  <a:pt x="876300" y="342900"/>
                </a:lnTo>
                <a:lnTo>
                  <a:pt x="876300" y="352425"/>
                </a:lnTo>
                <a:lnTo>
                  <a:pt x="819150" y="352425"/>
                </a:lnTo>
                <a:close/>
                <a:moveTo>
                  <a:pt x="895350" y="342900"/>
                </a:moveTo>
                <a:lnTo>
                  <a:pt x="914400" y="342900"/>
                </a:lnTo>
                <a:lnTo>
                  <a:pt x="914400" y="352425"/>
                </a:lnTo>
                <a:lnTo>
                  <a:pt x="895350" y="352425"/>
                </a:lnTo>
                <a:close/>
                <a:moveTo>
                  <a:pt x="933450" y="342900"/>
                </a:moveTo>
                <a:lnTo>
                  <a:pt x="942975" y="342900"/>
                </a:lnTo>
                <a:lnTo>
                  <a:pt x="942975" y="352425"/>
                </a:lnTo>
                <a:lnTo>
                  <a:pt x="933450" y="352425"/>
                </a:lnTo>
                <a:close/>
                <a:moveTo>
                  <a:pt x="971550" y="342900"/>
                </a:moveTo>
                <a:lnTo>
                  <a:pt x="981075" y="342900"/>
                </a:lnTo>
                <a:lnTo>
                  <a:pt x="981075" y="352425"/>
                </a:lnTo>
                <a:lnTo>
                  <a:pt x="971550" y="352425"/>
                </a:lnTo>
                <a:close/>
                <a:moveTo>
                  <a:pt x="762000" y="352425"/>
                </a:moveTo>
                <a:lnTo>
                  <a:pt x="771525" y="352425"/>
                </a:lnTo>
                <a:lnTo>
                  <a:pt x="771525" y="371475"/>
                </a:lnTo>
                <a:lnTo>
                  <a:pt x="762000" y="371475"/>
                </a:lnTo>
                <a:close/>
                <a:moveTo>
                  <a:pt x="781050" y="352425"/>
                </a:moveTo>
                <a:lnTo>
                  <a:pt x="800100" y="352425"/>
                </a:lnTo>
                <a:lnTo>
                  <a:pt x="800100" y="361950"/>
                </a:lnTo>
                <a:lnTo>
                  <a:pt x="790575" y="361950"/>
                </a:lnTo>
                <a:lnTo>
                  <a:pt x="790575" y="371475"/>
                </a:lnTo>
                <a:lnTo>
                  <a:pt x="781050" y="371475"/>
                </a:lnTo>
                <a:close/>
                <a:moveTo>
                  <a:pt x="819150" y="361950"/>
                </a:moveTo>
                <a:lnTo>
                  <a:pt x="828675" y="361950"/>
                </a:lnTo>
                <a:lnTo>
                  <a:pt x="828675" y="371475"/>
                </a:lnTo>
                <a:lnTo>
                  <a:pt x="819150" y="371475"/>
                </a:lnTo>
                <a:close/>
                <a:moveTo>
                  <a:pt x="857250" y="361950"/>
                </a:moveTo>
                <a:lnTo>
                  <a:pt x="866775" y="361950"/>
                </a:lnTo>
                <a:lnTo>
                  <a:pt x="866775" y="371475"/>
                </a:lnTo>
                <a:lnTo>
                  <a:pt x="857250" y="371475"/>
                </a:lnTo>
                <a:close/>
                <a:moveTo>
                  <a:pt x="971550" y="361950"/>
                </a:moveTo>
                <a:lnTo>
                  <a:pt x="981075" y="361950"/>
                </a:lnTo>
                <a:lnTo>
                  <a:pt x="981075" y="371475"/>
                </a:lnTo>
                <a:lnTo>
                  <a:pt x="971550" y="371475"/>
                </a:lnTo>
                <a:close/>
                <a:moveTo>
                  <a:pt x="1066800" y="361950"/>
                </a:moveTo>
                <a:lnTo>
                  <a:pt x="1076325" y="361950"/>
                </a:lnTo>
                <a:lnTo>
                  <a:pt x="1076325" y="371475"/>
                </a:lnTo>
                <a:lnTo>
                  <a:pt x="1066800" y="371475"/>
                </a:lnTo>
                <a:close/>
                <a:moveTo>
                  <a:pt x="1000125" y="371475"/>
                </a:moveTo>
                <a:lnTo>
                  <a:pt x="1019175" y="371475"/>
                </a:lnTo>
                <a:lnTo>
                  <a:pt x="1019175" y="381000"/>
                </a:lnTo>
                <a:lnTo>
                  <a:pt x="1009650" y="381000"/>
                </a:lnTo>
                <a:lnTo>
                  <a:pt x="1009650" y="390525"/>
                </a:lnTo>
                <a:lnTo>
                  <a:pt x="1000125" y="390525"/>
                </a:lnTo>
                <a:lnTo>
                  <a:pt x="1000125" y="400050"/>
                </a:lnTo>
                <a:lnTo>
                  <a:pt x="981075" y="400050"/>
                </a:lnTo>
                <a:lnTo>
                  <a:pt x="981075" y="381000"/>
                </a:lnTo>
                <a:lnTo>
                  <a:pt x="1000125" y="381000"/>
                </a:lnTo>
                <a:close/>
                <a:moveTo>
                  <a:pt x="790575" y="381000"/>
                </a:moveTo>
                <a:lnTo>
                  <a:pt x="800100" y="381000"/>
                </a:lnTo>
                <a:lnTo>
                  <a:pt x="800100" y="390525"/>
                </a:lnTo>
                <a:lnTo>
                  <a:pt x="790575" y="390525"/>
                </a:lnTo>
                <a:close/>
                <a:moveTo>
                  <a:pt x="857250" y="381000"/>
                </a:moveTo>
                <a:lnTo>
                  <a:pt x="866775" y="381000"/>
                </a:lnTo>
                <a:lnTo>
                  <a:pt x="866775" y="390525"/>
                </a:lnTo>
                <a:lnTo>
                  <a:pt x="857250" y="390525"/>
                </a:lnTo>
                <a:close/>
                <a:moveTo>
                  <a:pt x="28575" y="400050"/>
                </a:moveTo>
                <a:lnTo>
                  <a:pt x="38100" y="400050"/>
                </a:lnTo>
                <a:lnTo>
                  <a:pt x="38100" y="409575"/>
                </a:lnTo>
                <a:lnTo>
                  <a:pt x="28575" y="409575"/>
                </a:lnTo>
                <a:close/>
                <a:moveTo>
                  <a:pt x="800100" y="400050"/>
                </a:moveTo>
                <a:lnTo>
                  <a:pt x="809625" y="400050"/>
                </a:lnTo>
                <a:lnTo>
                  <a:pt x="809625" y="409575"/>
                </a:lnTo>
                <a:lnTo>
                  <a:pt x="800100" y="409575"/>
                </a:lnTo>
                <a:close/>
                <a:moveTo>
                  <a:pt x="819150" y="400050"/>
                </a:moveTo>
                <a:lnTo>
                  <a:pt x="828675" y="400050"/>
                </a:lnTo>
                <a:lnTo>
                  <a:pt x="828675" y="419100"/>
                </a:lnTo>
                <a:lnTo>
                  <a:pt x="819150" y="419100"/>
                </a:lnTo>
                <a:lnTo>
                  <a:pt x="819150" y="428625"/>
                </a:lnTo>
                <a:lnTo>
                  <a:pt x="800100" y="428625"/>
                </a:lnTo>
                <a:lnTo>
                  <a:pt x="800100" y="419100"/>
                </a:lnTo>
                <a:lnTo>
                  <a:pt x="809625" y="419100"/>
                </a:lnTo>
                <a:lnTo>
                  <a:pt x="809625" y="409575"/>
                </a:lnTo>
                <a:lnTo>
                  <a:pt x="819150" y="409575"/>
                </a:lnTo>
                <a:close/>
                <a:moveTo>
                  <a:pt x="942975" y="400050"/>
                </a:moveTo>
                <a:lnTo>
                  <a:pt x="952500" y="400050"/>
                </a:lnTo>
                <a:lnTo>
                  <a:pt x="952500" y="409575"/>
                </a:lnTo>
                <a:lnTo>
                  <a:pt x="962025" y="409575"/>
                </a:lnTo>
                <a:lnTo>
                  <a:pt x="962025" y="419100"/>
                </a:lnTo>
                <a:lnTo>
                  <a:pt x="933450" y="419100"/>
                </a:lnTo>
                <a:lnTo>
                  <a:pt x="933450" y="409575"/>
                </a:lnTo>
                <a:lnTo>
                  <a:pt x="942975" y="409575"/>
                </a:lnTo>
                <a:close/>
                <a:moveTo>
                  <a:pt x="600075" y="409575"/>
                </a:moveTo>
                <a:lnTo>
                  <a:pt x="619125" y="409575"/>
                </a:lnTo>
                <a:lnTo>
                  <a:pt x="619125" y="419100"/>
                </a:lnTo>
                <a:lnTo>
                  <a:pt x="628650" y="419100"/>
                </a:lnTo>
                <a:lnTo>
                  <a:pt x="628650" y="438150"/>
                </a:lnTo>
                <a:lnTo>
                  <a:pt x="600075" y="438150"/>
                </a:lnTo>
                <a:close/>
                <a:moveTo>
                  <a:pt x="1066800" y="419100"/>
                </a:moveTo>
                <a:lnTo>
                  <a:pt x="1076325" y="419100"/>
                </a:lnTo>
                <a:lnTo>
                  <a:pt x="1076325" y="428625"/>
                </a:lnTo>
                <a:lnTo>
                  <a:pt x="1066800" y="428625"/>
                </a:lnTo>
                <a:close/>
                <a:moveTo>
                  <a:pt x="838200" y="428625"/>
                </a:moveTo>
                <a:lnTo>
                  <a:pt x="847725" y="428625"/>
                </a:lnTo>
                <a:lnTo>
                  <a:pt x="847725" y="447675"/>
                </a:lnTo>
                <a:lnTo>
                  <a:pt x="838200" y="447675"/>
                </a:lnTo>
                <a:close/>
                <a:moveTo>
                  <a:pt x="1000125" y="438150"/>
                </a:moveTo>
                <a:lnTo>
                  <a:pt x="1009650" y="438150"/>
                </a:lnTo>
                <a:lnTo>
                  <a:pt x="1009650" y="447675"/>
                </a:lnTo>
                <a:lnTo>
                  <a:pt x="1000125" y="447675"/>
                </a:lnTo>
                <a:close/>
                <a:moveTo>
                  <a:pt x="1019175" y="438150"/>
                </a:moveTo>
                <a:lnTo>
                  <a:pt x="1028700" y="438150"/>
                </a:lnTo>
                <a:lnTo>
                  <a:pt x="1028700" y="457200"/>
                </a:lnTo>
                <a:lnTo>
                  <a:pt x="1019175" y="457200"/>
                </a:lnTo>
                <a:close/>
                <a:moveTo>
                  <a:pt x="952500" y="457200"/>
                </a:moveTo>
                <a:lnTo>
                  <a:pt x="971550" y="457200"/>
                </a:lnTo>
                <a:lnTo>
                  <a:pt x="971550" y="476250"/>
                </a:lnTo>
                <a:lnTo>
                  <a:pt x="962025" y="476250"/>
                </a:lnTo>
                <a:lnTo>
                  <a:pt x="962025" y="466725"/>
                </a:lnTo>
                <a:lnTo>
                  <a:pt x="952500" y="466725"/>
                </a:lnTo>
                <a:close/>
                <a:moveTo>
                  <a:pt x="57150" y="466725"/>
                </a:moveTo>
                <a:lnTo>
                  <a:pt x="66675" y="466725"/>
                </a:lnTo>
                <a:lnTo>
                  <a:pt x="66675" y="476250"/>
                </a:lnTo>
                <a:lnTo>
                  <a:pt x="57150" y="476250"/>
                </a:lnTo>
                <a:close/>
                <a:moveTo>
                  <a:pt x="990600" y="466725"/>
                </a:moveTo>
                <a:lnTo>
                  <a:pt x="1000125" y="466725"/>
                </a:lnTo>
                <a:lnTo>
                  <a:pt x="1000125" y="476250"/>
                </a:lnTo>
                <a:lnTo>
                  <a:pt x="990600" y="476250"/>
                </a:lnTo>
                <a:close/>
                <a:moveTo>
                  <a:pt x="1028700" y="466725"/>
                </a:moveTo>
                <a:lnTo>
                  <a:pt x="1047750" y="466725"/>
                </a:lnTo>
                <a:lnTo>
                  <a:pt x="1047750" y="476250"/>
                </a:lnTo>
                <a:lnTo>
                  <a:pt x="1028700" y="476250"/>
                </a:lnTo>
                <a:close/>
                <a:moveTo>
                  <a:pt x="47625" y="476250"/>
                </a:moveTo>
                <a:lnTo>
                  <a:pt x="57150" y="476250"/>
                </a:lnTo>
                <a:lnTo>
                  <a:pt x="57150" y="504825"/>
                </a:lnTo>
                <a:lnTo>
                  <a:pt x="47625" y="504825"/>
                </a:lnTo>
                <a:close/>
                <a:moveTo>
                  <a:pt x="571500" y="485775"/>
                </a:moveTo>
                <a:lnTo>
                  <a:pt x="581025" y="485775"/>
                </a:lnTo>
                <a:lnTo>
                  <a:pt x="581025" y="495300"/>
                </a:lnTo>
                <a:lnTo>
                  <a:pt x="571500" y="495300"/>
                </a:lnTo>
                <a:close/>
                <a:moveTo>
                  <a:pt x="628650" y="485775"/>
                </a:moveTo>
                <a:lnTo>
                  <a:pt x="638175" y="485775"/>
                </a:lnTo>
                <a:lnTo>
                  <a:pt x="638175" y="495300"/>
                </a:lnTo>
                <a:lnTo>
                  <a:pt x="628650" y="495300"/>
                </a:lnTo>
                <a:close/>
                <a:moveTo>
                  <a:pt x="590550" y="495300"/>
                </a:moveTo>
                <a:lnTo>
                  <a:pt x="600075" y="495300"/>
                </a:lnTo>
                <a:lnTo>
                  <a:pt x="600075" y="504825"/>
                </a:lnTo>
                <a:lnTo>
                  <a:pt x="590550" y="504825"/>
                </a:lnTo>
                <a:close/>
                <a:moveTo>
                  <a:pt x="19050" y="533400"/>
                </a:moveTo>
                <a:lnTo>
                  <a:pt x="28575" y="533400"/>
                </a:lnTo>
                <a:lnTo>
                  <a:pt x="28575" y="542925"/>
                </a:lnTo>
                <a:lnTo>
                  <a:pt x="19050" y="542925"/>
                </a:lnTo>
                <a:close/>
                <a:moveTo>
                  <a:pt x="66675" y="533400"/>
                </a:moveTo>
                <a:lnTo>
                  <a:pt x="76200" y="533400"/>
                </a:lnTo>
                <a:lnTo>
                  <a:pt x="76200" y="542925"/>
                </a:lnTo>
                <a:lnTo>
                  <a:pt x="66675" y="542925"/>
                </a:lnTo>
                <a:close/>
                <a:moveTo>
                  <a:pt x="38100" y="542925"/>
                </a:moveTo>
                <a:lnTo>
                  <a:pt x="47625" y="542925"/>
                </a:lnTo>
                <a:lnTo>
                  <a:pt x="47625" y="552450"/>
                </a:lnTo>
                <a:lnTo>
                  <a:pt x="38100" y="552450"/>
                </a:lnTo>
                <a:close/>
                <a:moveTo>
                  <a:pt x="47625" y="552450"/>
                </a:moveTo>
                <a:lnTo>
                  <a:pt x="57150" y="552450"/>
                </a:lnTo>
                <a:lnTo>
                  <a:pt x="57150" y="561975"/>
                </a:lnTo>
                <a:lnTo>
                  <a:pt x="47625" y="561975"/>
                </a:lnTo>
                <a:close/>
                <a:moveTo>
                  <a:pt x="66675" y="552450"/>
                </a:moveTo>
                <a:lnTo>
                  <a:pt x="76200" y="552450"/>
                </a:lnTo>
                <a:lnTo>
                  <a:pt x="76200" y="581025"/>
                </a:lnTo>
                <a:lnTo>
                  <a:pt x="66675" y="581025"/>
                </a:lnTo>
                <a:lnTo>
                  <a:pt x="66675" y="571500"/>
                </a:lnTo>
                <a:lnTo>
                  <a:pt x="57150" y="571500"/>
                </a:lnTo>
                <a:lnTo>
                  <a:pt x="57150" y="561975"/>
                </a:lnTo>
                <a:lnTo>
                  <a:pt x="66675" y="561975"/>
                </a:lnTo>
                <a:close/>
                <a:moveTo>
                  <a:pt x="581025" y="561975"/>
                </a:moveTo>
                <a:lnTo>
                  <a:pt x="590550" y="561975"/>
                </a:lnTo>
                <a:lnTo>
                  <a:pt x="590550" y="571500"/>
                </a:lnTo>
                <a:lnTo>
                  <a:pt x="581025" y="571500"/>
                </a:lnTo>
                <a:close/>
                <a:moveTo>
                  <a:pt x="9525" y="581025"/>
                </a:moveTo>
                <a:lnTo>
                  <a:pt x="19050" y="581025"/>
                </a:lnTo>
                <a:lnTo>
                  <a:pt x="19050" y="590550"/>
                </a:lnTo>
                <a:lnTo>
                  <a:pt x="9525" y="590550"/>
                </a:lnTo>
                <a:close/>
                <a:moveTo>
                  <a:pt x="28575" y="581025"/>
                </a:moveTo>
                <a:lnTo>
                  <a:pt x="38100" y="581025"/>
                </a:lnTo>
                <a:lnTo>
                  <a:pt x="38100" y="590550"/>
                </a:lnTo>
                <a:lnTo>
                  <a:pt x="28575" y="590550"/>
                </a:lnTo>
                <a:close/>
                <a:moveTo>
                  <a:pt x="600075" y="590550"/>
                </a:moveTo>
                <a:lnTo>
                  <a:pt x="619125" y="590550"/>
                </a:lnTo>
                <a:lnTo>
                  <a:pt x="619125" y="600075"/>
                </a:lnTo>
                <a:lnTo>
                  <a:pt x="628650" y="600075"/>
                </a:lnTo>
                <a:lnTo>
                  <a:pt x="628650" y="609600"/>
                </a:lnTo>
                <a:lnTo>
                  <a:pt x="619125" y="609600"/>
                </a:lnTo>
                <a:lnTo>
                  <a:pt x="619125" y="619125"/>
                </a:lnTo>
                <a:lnTo>
                  <a:pt x="600075" y="619125"/>
                </a:lnTo>
                <a:close/>
                <a:moveTo>
                  <a:pt x="133350" y="619125"/>
                </a:moveTo>
                <a:lnTo>
                  <a:pt x="142875" y="619125"/>
                </a:lnTo>
                <a:lnTo>
                  <a:pt x="142875" y="638175"/>
                </a:lnTo>
                <a:lnTo>
                  <a:pt x="133350" y="638175"/>
                </a:lnTo>
                <a:close/>
                <a:moveTo>
                  <a:pt x="800100" y="619125"/>
                </a:moveTo>
                <a:lnTo>
                  <a:pt x="809625" y="619125"/>
                </a:lnTo>
                <a:lnTo>
                  <a:pt x="809625" y="628650"/>
                </a:lnTo>
                <a:lnTo>
                  <a:pt x="800100" y="628650"/>
                </a:lnTo>
                <a:close/>
                <a:moveTo>
                  <a:pt x="466725" y="628650"/>
                </a:moveTo>
                <a:lnTo>
                  <a:pt x="476250" y="628650"/>
                </a:lnTo>
                <a:lnTo>
                  <a:pt x="476250" y="647700"/>
                </a:lnTo>
                <a:lnTo>
                  <a:pt x="457200" y="647700"/>
                </a:lnTo>
                <a:lnTo>
                  <a:pt x="457200" y="638175"/>
                </a:lnTo>
                <a:lnTo>
                  <a:pt x="466725" y="638175"/>
                </a:lnTo>
                <a:close/>
                <a:moveTo>
                  <a:pt x="809625" y="628650"/>
                </a:moveTo>
                <a:lnTo>
                  <a:pt x="847725" y="628650"/>
                </a:lnTo>
                <a:lnTo>
                  <a:pt x="847725" y="638175"/>
                </a:lnTo>
                <a:lnTo>
                  <a:pt x="828675" y="638175"/>
                </a:lnTo>
                <a:lnTo>
                  <a:pt x="828675" y="647700"/>
                </a:lnTo>
                <a:lnTo>
                  <a:pt x="819150" y="647700"/>
                </a:lnTo>
                <a:lnTo>
                  <a:pt x="819150" y="638175"/>
                </a:lnTo>
                <a:lnTo>
                  <a:pt x="809625" y="638175"/>
                </a:lnTo>
                <a:close/>
                <a:moveTo>
                  <a:pt x="133350" y="666750"/>
                </a:moveTo>
                <a:lnTo>
                  <a:pt x="142875" y="666750"/>
                </a:lnTo>
                <a:lnTo>
                  <a:pt x="142875" y="676275"/>
                </a:lnTo>
                <a:lnTo>
                  <a:pt x="152400" y="676275"/>
                </a:lnTo>
                <a:lnTo>
                  <a:pt x="152400" y="685800"/>
                </a:lnTo>
                <a:lnTo>
                  <a:pt x="142875" y="685800"/>
                </a:lnTo>
                <a:lnTo>
                  <a:pt x="142875" y="695325"/>
                </a:lnTo>
                <a:lnTo>
                  <a:pt x="133350" y="695325"/>
                </a:lnTo>
                <a:lnTo>
                  <a:pt x="133350" y="704850"/>
                </a:lnTo>
                <a:lnTo>
                  <a:pt x="123825" y="704850"/>
                </a:lnTo>
                <a:lnTo>
                  <a:pt x="123825" y="695325"/>
                </a:lnTo>
                <a:lnTo>
                  <a:pt x="114300" y="695325"/>
                </a:lnTo>
                <a:lnTo>
                  <a:pt x="114300" y="685800"/>
                </a:lnTo>
                <a:lnTo>
                  <a:pt x="123825" y="685800"/>
                </a:lnTo>
                <a:lnTo>
                  <a:pt x="123825" y="676275"/>
                </a:lnTo>
                <a:lnTo>
                  <a:pt x="133350" y="676275"/>
                </a:lnTo>
                <a:close/>
                <a:moveTo>
                  <a:pt x="219075" y="666750"/>
                </a:moveTo>
                <a:lnTo>
                  <a:pt x="238125" y="666750"/>
                </a:lnTo>
                <a:lnTo>
                  <a:pt x="238125" y="676275"/>
                </a:lnTo>
                <a:lnTo>
                  <a:pt x="266700" y="676275"/>
                </a:lnTo>
                <a:lnTo>
                  <a:pt x="266700" y="666750"/>
                </a:lnTo>
                <a:lnTo>
                  <a:pt x="276225" y="666750"/>
                </a:lnTo>
                <a:lnTo>
                  <a:pt x="276225" y="676275"/>
                </a:lnTo>
                <a:lnTo>
                  <a:pt x="285750" y="676275"/>
                </a:lnTo>
                <a:lnTo>
                  <a:pt x="285750" y="685800"/>
                </a:lnTo>
                <a:lnTo>
                  <a:pt x="266700" y="685800"/>
                </a:lnTo>
                <a:lnTo>
                  <a:pt x="266700" y="695325"/>
                </a:lnTo>
                <a:lnTo>
                  <a:pt x="257175" y="695325"/>
                </a:lnTo>
                <a:lnTo>
                  <a:pt x="257175" y="704850"/>
                </a:lnTo>
                <a:lnTo>
                  <a:pt x="247650" y="704850"/>
                </a:lnTo>
                <a:lnTo>
                  <a:pt x="247650" y="695325"/>
                </a:lnTo>
                <a:lnTo>
                  <a:pt x="219075" y="695325"/>
                </a:lnTo>
                <a:lnTo>
                  <a:pt x="219075" y="685800"/>
                </a:lnTo>
                <a:lnTo>
                  <a:pt x="200025" y="685800"/>
                </a:lnTo>
                <a:lnTo>
                  <a:pt x="200025" y="676275"/>
                </a:lnTo>
                <a:lnTo>
                  <a:pt x="219075" y="676275"/>
                </a:lnTo>
                <a:close/>
                <a:moveTo>
                  <a:pt x="1019175" y="666750"/>
                </a:moveTo>
                <a:lnTo>
                  <a:pt x="1028700" y="666750"/>
                </a:lnTo>
                <a:lnTo>
                  <a:pt x="1028700" y="676275"/>
                </a:lnTo>
                <a:lnTo>
                  <a:pt x="1038225" y="676275"/>
                </a:lnTo>
                <a:lnTo>
                  <a:pt x="1038225" y="685800"/>
                </a:lnTo>
                <a:lnTo>
                  <a:pt x="1019175" y="685800"/>
                </a:lnTo>
                <a:close/>
                <a:moveTo>
                  <a:pt x="1057275" y="666750"/>
                </a:moveTo>
                <a:lnTo>
                  <a:pt x="1066800" y="666750"/>
                </a:lnTo>
                <a:lnTo>
                  <a:pt x="1066800" y="676275"/>
                </a:lnTo>
                <a:lnTo>
                  <a:pt x="1057275" y="676275"/>
                </a:lnTo>
                <a:close/>
                <a:moveTo>
                  <a:pt x="1085850" y="666750"/>
                </a:moveTo>
                <a:lnTo>
                  <a:pt x="1095375" y="666750"/>
                </a:lnTo>
                <a:lnTo>
                  <a:pt x="1095375" y="685800"/>
                </a:lnTo>
                <a:lnTo>
                  <a:pt x="1085850" y="685800"/>
                </a:lnTo>
                <a:close/>
                <a:moveTo>
                  <a:pt x="1123950" y="666750"/>
                </a:moveTo>
                <a:lnTo>
                  <a:pt x="1143000" y="666750"/>
                </a:lnTo>
                <a:lnTo>
                  <a:pt x="1143000" y="695325"/>
                </a:lnTo>
                <a:lnTo>
                  <a:pt x="1133475" y="695325"/>
                </a:lnTo>
                <a:lnTo>
                  <a:pt x="1133475" y="676275"/>
                </a:lnTo>
                <a:lnTo>
                  <a:pt x="1123950" y="676275"/>
                </a:lnTo>
                <a:close/>
                <a:moveTo>
                  <a:pt x="866775" y="676275"/>
                </a:moveTo>
                <a:lnTo>
                  <a:pt x="876300" y="676275"/>
                </a:lnTo>
                <a:lnTo>
                  <a:pt x="876300" y="685800"/>
                </a:lnTo>
                <a:lnTo>
                  <a:pt x="885825" y="685800"/>
                </a:lnTo>
                <a:lnTo>
                  <a:pt x="885825" y="695325"/>
                </a:lnTo>
                <a:lnTo>
                  <a:pt x="876300" y="695325"/>
                </a:lnTo>
                <a:lnTo>
                  <a:pt x="876300" y="723900"/>
                </a:lnTo>
                <a:lnTo>
                  <a:pt x="866775" y="723900"/>
                </a:lnTo>
                <a:lnTo>
                  <a:pt x="866775" y="714375"/>
                </a:lnTo>
                <a:lnTo>
                  <a:pt x="857250" y="714375"/>
                </a:lnTo>
                <a:lnTo>
                  <a:pt x="857250" y="704850"/>
                </a:lnTo>
                <a:lnTo>
                  <a:pt x="866775" y="704850"/>
                </a:lnTo>
                <a:close/>
                <a:moveTo>
                  <a:pt x="962025" y="676275"/>
                </a:moveTo>
                <a:lnTo>
                  <a:pt x="971550" y="676275"/>
                </a:lnTo>
                <a:lnTo>
                  <a:pt x="971550" y="685800"/>
                </a:lnTo>
                <a:lnTo>
                  <a:pt x="962025" y="685800"/>
                </a:lnTo>
                <a:close/>
                <a:moveTo>
                  <a:pt x="1057275" y="685800"/>
                </a:moveTo>
                <a:lnTo>
                  <a:pt x="1066800" y="685800"/>
                </a:lnTo>
                <a:lnTo>
                  <a:pt x="1066800" y="704850"/>
                </a:lnTo>
                <a:lnTo>
                  <a:pt x="1057275" y="704850"/>
                </a:lnTo>
                <a:close/>
                <a:moveTo>
                  <a:pt x="57150" y="695325"/>
                </a:moveTo>
                <a:lnTo>
                  <a:pt x="76200" y="695325"/>
                </a:lnTo>
                <a:lnTo>
                  <a:pt x="76200" y="704850"/>
                </a:lnTo>
                <a:lnTo>
                  <a:pt x="57150" y="704850"/>
                </a:lnTo>
                <a:close/>
                <a:moveTo>
                  <a:pt x="142875" y="695325"/>
                </a:moveTo>
                <a:lnTo>
                  <a:pt x="152400" y="695325"/>
                </a:lnTo>
                <a:lnTo>
                  <a:pt x="152400" y="704850"/>
                </a:lnTo>
                <a:lnTo>
                  <a:pt x="142875" y="704850"/>
                </a:lnTo>
                <a:close/>
                <a:moveTo>
                  <a:pt x="914400" y="695325"/>
                </a:moveTo>
                <a:lnTo>
                  <a:pt x="923925" y="695325"/>
                </a:lnTo>
                <a:lnTo>
                  <a:pt x="923925" y="704850"/>
                </a:lnTo>
                <a:lnTo>
                  <a:pt x="933450" y="704850"/>
                </a:lnTo>
                <a:lnTo>
                  <a:pt x="933450" y="733425"/>
                </a:lnTo>
                <a:lnTo>
                  <a:pt x="923925" y="733425"/>
                </a:lnTo>
                <a:lnTo>
                  <a:pt x="923925" y="723900"/>
                </a:lnTo>
                <a:lnTo>
                  <a:pt x="914400" y="723900"/>
                </a:lnTo>
                <a:lnTo>
                  <a:pt x="914400" y="742950"/>
                </a:lnTo>
                <a:lnTo>
                  <a:pt x="904875" y="742950"/>
                </a:lnTo>
                <a:lnTo>
                  <a:pt x="904875" y="704850"/>
                </a:lnTo>
                <a:lnTo>
                  <a:pt x="914400" y="704850"/>
                </a:lnTo>
                <a:close/>
                <a:moveTo>
                  <a:pt x="971550" y="695325"/>
                </a:moveTo>
                <a:lnTo>
                  <a:pt x="981075" y="695325"/>
                </a:lnTo>
                <a:lnTo>
                  <a:pt x="981075" y="714375"/>
                </a:lnTo>
                <a:lnTo>
                  <a:pt x="990600" y="714375"/>
                </a:lnTo>
                <a:lnTo>
                  <a:pt x="990600" y="723900"/>
                </a:lnTo>
                <a:lnTo>
                  <a:pt x="1000125" y="723900"/>
                </a:lnTo>
                <a:lnTo>
                  <a:pt x="1000125" y="733425"/>
                </a:lnTo>
                <a:lnTo>
                  <a:pt x="981075" y="733425"/>
                </a:lnTo>
                <a:lnTo>
                  <a:pt x="981075" y="723900"/>
                </a:lnTo>
                <a:lnTo>
                  <a:pt x="971550" y="723900"/>
                </a:lnTo>
                <a:close/>
                <a:moveTo>
                  <a:pt x="47625" y="704850"/>
                </a:moveTo>
                <a:lnTo>
                  <a:pt x="57150" y="704850"/>
                </a:lnTo>
                <a:lnTo>
                  <a:pt x="57150" y="714375"/>
                </a:lnTo>
                <a:lnTo>
                  <a:pt x="47625" y="714375"/>
                </a:lnTo>
                <a:close/>
                <a:moveTo>
                  <a:pt x="695325" y="704850"/>
                </a:moveTo>
                <a:lnTo>
                  <a:pt x="733425" y="704850"/>
                </a:lnTo>
                <a:lnTo>
                  <a:pt x="733425" y="714375"/>
                </a:lnTo>
                <a:lnTo>
                  <a:pt x="742950" y="714375"/>
                </a:lnTo>
                <a:lnTo>
                  <a:pt x="742950" y="723900"/>
                </a:lnTo>
                <a:lnTo>
                  <a:pt x="752475" y="723900"/>
                </a:lnTo>
                <a:lnTo>
                  <a:pt x="752475" y="742950"/>
                </a:lnTo>
                <a:lnTo>
                  <a:pt x="742950" y="742950"/>
                </a:lnTo>
                <a:lnTo>
                  <a:pt x="742950" y="733425"/>
                </a:lnTo>
                <a:lnTo>
                  <a:pt x="685800" y="733425"/>
                </a:lnTo>
                <a:lnTo>
                  <a:pt x="685800" y="752475"/>
                </a:lnTo>
                <a:lnTo>
                  <a:pt x="676275" y="752475"/>
                </a:lnTo>
                <a:lnTo>
                  <a:pt x="676275" y="742950"/>
                </a:lnTo>
                <a:lnTo>
                  <a:pt x="666750" y="742950"/>
                </a:lnTo>
                <a:lnTo>
                  <a:pt x="666750" y="733425"/>
                </a:lnTo>
                <a:lnTo>
                  <a:pt x="657225" y="733425"/>
                </a:lnTo>
                <a:lnTo>
                  <a:pt x="657225" y="714375"/>
                </a:lnTo>
                <a:lnTo>
                  <a:pt x="666750" y="714375"/>
                </a:lnTo>
                <a:lnTo>
                  <a:pt x="666750" y="723900"/>
                </a:lnTo>
                <a:lnTo>
                  <a:pt x="695325" y="723900"/>
                </a:lnTo>
                <a:close/>
                <a:moveTo>
                  <a:pt x="885825" y="704850"/>
                </a:moveTo>
                <a:lnTo>
                  <a:pt x="895350" y="704850"/>
                </a:lnTo>
                <a:lnTo>
                  <a:pt x="895350" y="714375"/>
                </a:lnTo>
                <a:lnTo>
                  <a:pt x="885825" y="714375"/>
                </a:lnTo>
                <a:close/>
                <a:moveTo>
                  <a:pt x="1162050" y="704850"/>
                </a:moveTo>
                <a:lnTo>
                  <a:pt x="1190625" y="704850"/>
                </a:lnTo>
                <a:lnTo>
                  <a:pt x="1190625" y="723900"/>
                </a:lnTo>
                <a:lnTo>
                  <a:pt x="1181100" y="723900"/>
                </a:lnTo>
                <a:lnTo>
                  <a:pt x="1181100" y="733425"/>
                </a:lnTo>
                <a:lnTo>
                  <a:pt x="1171575" y="733425"/>
                </a:lnTo>
                <a:lnTo>
                  <a:pt x="1171575" y="714375"/>
                </a:lnTo>
                <a:lnTo>
                  <a:pt x="1162050" y="714375"/>
                </a:lnTo>
                <a:close/>
                <a:moveTo>
                  <a:pt x="495300" y="714375"/>
                </a:moveTo>
                <a:lnTo>
                  <a:pt x="504825" y="714375"/>
                </a:lnTo>
                <a:lnTo>
                  <a:pt x="504825" y="723900"/>
                </a:lnTo>
                <a:lnTo>
                  <a:pt x="495300" y="723900"/>
                </a:lnTo>
                <a:close/>
                <a:moveTo>
                  <a:pt x="847725" y="714375"/>
                </a:moveTo>
                <a:lnTo>
                  <a:pt x="857250" y="714375"/>
                </a:lnTo>
                <a:lnTo>
                  <a:pt x="857250" y="723900"/>
                </a:lnTo>
                <a:lnTo>
                  <a:pt x="847725" y="723900"/>
                </a:lnTo>
                <a:close/>
                <a:moveTo>
                  <a:pt x="85725" y="733425"/>
                </a:moveTo>
                <a:lnTo>
                  <a:pt x="95250" y="733425"/>
                </a:lnTo>
                <a:lnTo>
                  <a:pt x="95250" y="742950"/>
                </a:lnTo>
                <a:lnTo>
                  <a:pt x="85725" y="742950"/>
                </a:lnTo>
                <a:close/>
                <a:moveTo>
                  <a:pt x="762000" y="733425"/>
                </a:moveTo>
                <a:lnTo>
                  <a:pt x="771525" y="733425"/>
                </a:lnTo>
                <a:lnTo>
                  <a:pt x="771525" y="762000"/>
                </a:lnTo>
                <a:lnTo>
                  <a:pt x="762000" y="762000"/>
                </a:lnTo>
                <a:close/>
                <a:moveTo>
                  <a:pt x="238125" y="742950"/>
                </a:moveTo>
                <a:lnTo>
                  <a:pt x="257175" y="742950"/>
                </a:lnTo>
                <a:lnTo>
                  <a:pt x="257175" y="752475"/>
                </a:lnTo>
                <a:lnTo>
                  <a:pt x="238125" y="752475"/>
                </a:lnTo>
                <a:close/>
                <a:moveTo>
                  <a:pt x="638175" y="752475"/>
                </a:moveTo>
                <a:lnTo>
                  <a:pt x="647700" y="752475"/>
                </a:lnTo>
                <a:lnTo>
                  <a:pt x="647700" y="781050"/>
                </a:lnTo>
                <a:lnTo>
                  <a:pt x="638175" y="781050"/>
                </a:lnTo>
                <a:close/>
                <a:moveTo>
                  <a:pt x="904875" y="752475"/>
                </a:moveTo>
                <a:lnTo>
                  <a:pt x="914400" y="752475"/>
                </a:lnTo>
                <a:lnTo>
                  <a:pt x="914400" y="781050"/>
                </a:lnTo>
                <a:lnTo>
                  <a:pt x="904875" y="781050"/>
                </a:lnTo>
                <a:close/>
                <a:moveTo>
                  <a:pt x="1152525" y="752475"/>
                </a:moveTo>
                <a:lnTo>
                  <a:pt x="1162050" y="752475"/>
                </a:lnTo>
                <a:lnTo>
                  <a:pt x="1162050" y="762000"/>
                </a:lnTo>
                <a:lnTo>
                  <a:pt x="1152525" y="762000"/>
                </a:lnTo>
                <a:close/>
                <a:moveTo>
                  <a:pt x="19050" y="762000"/>
                </a:moveTo>
                <a:lnTo>
                  <a:pt x="28575" y="762000"/>
                </a:lnTo>
                <a:lnTo>
                  <a:pt x="28575" y="781050"/>
                </a:lnTo>
                <a:lnTo>
                  <a:pt x="19050" y="781050"/>
                </a:lnTo>
                <a:close/>
                <a:moveTo>
                  <a:pt x="66675" y="762000"/>
                </a:moveTo>
                <a:lnTo>
                  <a:pt x="76200" y="762000"/>
                </a:lnTo>
                <a:lnTo>
                  <a:pt x="76200" y="781050"/>
                </a:lnTo>
                <a:lnTo>
                  <a:pt x="66675" y="781050"/>
                </a:lnTo>
                <a:close/>
                <a:moveTo>
                  <a:pt x="285750" y="762000"/>
                </a:moveTo>
                <a:lnTo>
                  <a:pt x="304800" y="762000"/>
                </a:lnTo>
                <a:lnTo>
                  <a:pt x="304800" y="781050"/>
                </a:lnTo>
                <a:lnTo>
                  <a:pt x="314325" y="781050"/>
                </a:lnTo>
                <a:lnTo>
                  <a:pt x="314325" y="809625"/>
                </a:lnTo>
                <a:lnTo>
                  <a:pt x="295275" y="809625"/>
                </a:lnTo>
                <a:lnTo>
                  <a:pt x="295275" y="790575"/>
                </a:lnTo>
                <a:lnTo>
                  <a:pt x="276225" y="790575"/>
                </a:lnTo>
                <a:lnTo>
                  <a:pt x="276225" y="781050"/>
                </a:lnTo>
                <a:lnTo>
                  <a:pt x="266700" y="781050"/>
                </a:lnTo>
                <a:lnTo>
                  <a:pt x="266700" y="771525"/>
                </a:lnTo>
                <a:lnTo>
                  <a:pt x="285750" y="771525"/>
                </a:lnTo>
                <a:close/>
                <a:moveTo>
                  <a:pt x="371475" y="762000"/>
                </a:moveTo>
                <a:lnTo>
                  <a:pt x="381000" y="762000"/>
                </a:lnTo>
                <a:lnTo>
                  <a:pt x="381000" y="771525"/>
                </a:lnTo>
                <a:lnTo>
                  <a:pt x="390525" y="771525"/>
                </a:lnTo>
                <a:lnTo>
                  <a:pt x="390525" y="790575"/>
                </a:lnTo>
                <a:lnTo>
                  <a:pt x="381000" y="790575"/>
                </a:lnTo>
                <a:lnTo>
                  <a:pt x="381000" y="781050"/>
                </a:lnTo>
                <a:lnTo>
                  <a:pt x="371475" y="781050"/>
                </a:lnTo>
                <a:lnTo>
                  <a:pt x="371475" y="790575"/>
                </a:lnTo>
                <a:lnTo>
                  <a:pt x="381000" y="790575"/>
                </a:lnTo>
                <a:lnTo>
                  <a:pt x="381000" y="800100"/>
                </a:lnTo>
                <a:lnTo>
                  <a:pt x="361950" y="800100"/>
                </a:lnTo>
                <a:lnTo>
                  <a:pt x="361950" y="781050"/>
                </a:lnTo>
                <a:lnTo>
                  <a:pt x="352425" y="781050"/>
                </a:lnTo>
                <a:lnTo>
                  <a:pt x="352425" y="771525"/>
                </a:lnTo>
                <a:lnTo>
                  <a:pt x="371475" y="771525"/>
                </a:lnTo>
                <a:close/>
                <a:moveTo>
                  <a:pt x="1000125" y="762000"/>
                </a:moveTo>
                <a:lnTo>
                  <a:pt x="1009650" y="762000"/>
                </a:lnTo>
                <a:lnTo>
                  <a:pt x="1009650" y="771525"/>
                </a:lnTo>
                <a:lnTo>
                  <a:pt x="1000125" y="771525"/>
                </a:lnTo>
                <a:close/>
                <a:moveTo>
                  <a:pt x="1190625" y="762000"/>
                </a:moveTo>
                <a:lnTo>
                  <a:pt x="1200150" y="762000"/>
                </a:lnTo>
                <a:lnTo>
                  <a:pt x="1200150" y="771525"/>
                </a:lnTo>
                <a:lnTo>
                  <a:pt x="1209675" y="771525"/>
                </a:lnTo>
                <a:lnTo>
                  <a:pt x="1209675" y="781050"/>
                </a:lnTo>
                <a:lnTo>
                  <a:pt x="1190625" y="781050"/>
                </a:lnTo>
                <a:close/>
                <a:moveTo>
                  <a:pt x="104775" y="771525"/>
                </a:moveTo>
                <a:lnTo>
                  <a:pt x="114300" y="771525"/>
                </a:lnTo>
                <a:lnTo>
                  <a:pt x="114300" y="781050"/>
                </a:lnTo>
                <a:lnTo>
                  <a:pt x="104775" y="781050"/>
                </a:lnTo>
                <a:close/>
                <a:moveTo>
                  <a:pt x="219075" y="771525"/>
                </a:moveTo>
                <a:lnTo>
                  <a:pt x="228600" y="771525"/>
                </a:lnTo>
                <a:lnTo>
                  <a:pt x="228600" y="790575"/>
                </a:lnTo>
                <a:lnTo>
                  <a:pt x="219075" y="790575"/>
                </a:lnTo>
                <a:close/>
                <a:moveTo>
                  <a:pt x="581025" y="771525"/>
                </a:moveTo>
                <a:lnTo>
                  <a:pt x="609600" y="771525"/>
                </a:lnTo>
                <a:lnTo>
                  <a:pt x="609600" y="790575"/>
                </a:lnTo>
                <a:lnTo>
                  <a:pt x="600075" y="790575"/>
                </a:lnTo>
                <a:lnTo>
                  <a:pt x="600075" y="800100"/>
                </a:lnTo>
                <a:lnTo>
                  <a:pt x="590550" y="800100"/>
                </a:lnTo>
                <a:lnTo>
                  <a:pt x="590550" y="809625"/>
                </a:lnTo>
                <a:lnTo>
                  <a:pt x="581025" y="809625"/>
                </a:lnTo>
                <a:lnTo>
                  <a:pt x="581025" y="790575"/>
                </a:lnTo>
                <a:lnTo>
                  <a:pt x="561975" y="790575"/>
                </a:lnTo>
                <a:lnTo>
                  <a:pt x="561975" y="781050"/>
                </a:lnTo>
                <a:lnTo>
                  <a:pt x="581025" y="781050"/>
                </a:lnTo>
                <a:close/>
                <a:moveTo>
                  <a:pt x="1066800" y="771525"/>
                </a:moveTo>
                <a:lnTo>
                  <a:pt x="1076325" y="771525"/>
                </a:lnTo>
                <a:lnTo>
                  <a:pt x="1076325" y="781050"/>
                </a:lnTo>
                <a:lnTo>
                  <a:pt x="1066800" y="781050"/>
                </a:lnTo>
                <a:close/>
                <a:moveTo>
                  <a:pt x="1123950" y="771525"/>
                </a:moveTo>
                <a:lnTo>
                  <a:pt x="1133475" y="771525"/>
                </a:lnTo>
                <a:lnTo>
                  <a:pt x="1133475" y="781050"/>
                </a:lnTo>
                <a:lnTo>
                  <a:pt x="1123950" y="781050"/>
                </a:lnTo>
                <a:close/>
                <a:moveTo>
                  <a:pt x="76200" y="781050"/>
                </a:moveTo>
                <a:lnTo>
                  <a:pt x="85725" y="781050"/>
                </a:lnTo>
                <a:lnTo>
                  <a:pt x="85725" y="790575"/>
                </a:lnTo>
                <a:lnTo>
                  <a:pt x="76200" y="790575"/>
                </a:lnTo>
                <a:close/>
                <a:moveTo>
                  <a:pt x="666750" y="781050"/>
                </a:moveTo>
                <a:lnTo>
                  <a:pt x="676275" y="781050"/>
                </a:lnTo>
                <a:lnTo>
                  <a:pt x="676275" y="790575"/>
                </a:lnTo>
                <a:lnTo>
                  <a:pt x="666750" y="790575"/>
                </a:lnTo>
                <a:close/>
                <a:moveTo>
                  <a:pt x="923925" y="781050"/>
                </a:moveTo>
                <a:lnTo>
                  <a:pt x="933450" y="781050"/>
                </a:lnTo>
                <a:lnTo>
                  <a:pt x="933450" y="790575"/>
                </a:lnTo>
                <a:lnTo>
                  <a:pt x="923925" y="790575"/>
                </a:lnTo>
                <a:close/>
                <a:moveTo>
                  <a:pt x="209550" y="790575"/>
                </a:moveTo>
                <a:lnTo>
                  <a:pt x="219075" y="790575"/>
                </a:lnTo>
                <a:lnTo>
                  <a:pt x="219075" y="800100"/>
                </a:lnTo>
                <a:lnTo>
                  <a:pt x="209550" y="800100"/>
                </a:lnTo>
                <a:close/>
                <a:moveTo>
                  <a:pt x="676275" y="790575"/>
                </a:moveTo>
                <a:lnTo>
                  <a:pt x="685800" y="790575"/>
                </a:lnTo>
                <a:lnTo>
                  <a:pt x="685800" y="800100"/>
                </a:lnTo>
                <a:lnTo>
                  <a:pt x="676275" y="800100"/>
                </a:lnTo>
                <a:close/>
              </a:path>
            </a:pathLst>
          </a:custGeom>
          <a:solidFill xmlns:a="http://schemas.openxmlformats.org/drawingml/2006/main">
            <a:srgbClr val="F8F8F4"/>
          </a:solidFill>
          <a:ln xmlns:a="http://schemas.openxmlformats.org/drawingml/2006/main" w="0">
            <a:noFill/>
          </a:ln>
        </p:spPr>
      </p:sp>
      <p:sp>
        <p:nvSpPr>
          <p:cNvPr id="108" name="v10 vector #f8f8f3">
            <a:extLst xmlns:a="http://schemas.openxmlformats.org/drawingml/2006/main">
              <a:ext uri="{FF2B5EF4-FFF2-40B4-BE49-F238E27FC236}">
                <a16:creationId xmlns:a16="http://schemas.microsoft.com/office/drawing/2014/main" id="{D89F3096-9670-4D93-B0B4-8EE2885F4E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5350" y="3609975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76200" y="0"/>
                </a:moveTo>
                <a:lnTo>
                  <a:pt x="85725" y="0"/>
                </a:lnTo>
                <a:lnTo>
                  <a:pt x="85725" y="9525"/>
                </a:lnTo>
                <a:lnTo>
                  <a:pt x="76200" y="9525"/>
                </a:lnTo>
                <a:close/>
                <a:moveTo>
                  <a:pt x="142875" y="0"/>
                </a:moveTo>
                <a:lnTo>
                  <a:pt x="152400" y="0"/>
                </a:lnTo>
                <a:lnTo>
                  <a:pt x="152400" y="19050"/>
                </a:lnTo>
                <a:lnTo>
                  <a:pt x="142875" y="19050"/>
                </a:lnTo>
                <a:close/>
                <a:moveTo>
                  <a:pt x="219075" y="0"/>
                </a:moveTo>
                <a:lnTo>
                  <a:pt x="228600" y="0"/>
                </a:lnTo>
                <a:lnTo>
                  <a:pt x="228600" y="19050"/>
                </a:lnTo>
                <a:lnTo>
                  <a:pt x="219075" y="19050"/>
                </a:lnTo>
                <a:close/>
                <a:moveTo>
                  <a:pt x="276225" y="0"/>
                </a:moveTo>
                <a:lnTo>
                  <a:pt x="295275" y="0"/>
                </a:lnTo>
                <a:lnTo>
                  <a:pt x="295275" y="19050"/>
                </a:lnTo>
                <a:lnTo>
                  <a:pt x="285750" y="19050"/>
                </a:lnTo>
                <a:lnTo>
                  <a:pt x="285750" y="28575"/>
                </a:lnTo>
                <a:lnTo>
                  <a:pt x="266700" y="28575"/>
                </a:lnTo>
                <a:lnTo>
                  <a:pt x="266700" y="19050"/>
                </a:lnTo>
                <a:lnTo>
                  <a:pt x="276225" y="19050"/>
                </a:lnTo>
                <a:close/>
                <a:moveTo>
                  <a:pt x="352425" y="0"/>
                </a:moveTo>
                <a:lnTo>
                  <a:pt x="361950" y="0"/>
                </a:lnTo>
                <a:lnTo>
                  <a:pt x="361950" y="9525"/>
                </a:lnTo>
                <a:lnTo>
                  <a:pt x="352425" y="9525"/>
                </a:lnTo>
                <a:close/>
                <a:moveTo>
                  <a:pt x="400050" y="0"/>
                </a:moveTo>
                <a:lnTo>
                  <a:pt x="419100" y="0"/>
                </a:lnTo>
                <a:lnTo>
                  <a:pt x="419100" y="19050"/>
                </a:lnTo>
                <a:lnTo>
                  <a:pt x="409575" y="19050"/>
                </a:lnTo>
                <a:lnTo>
                  <a:pt x="409575" y="9525"/>
                </a:lnTo>
                <a:lnTo>
                  <a:pt x="400050" y="9525"/>
                </a:lnTo>
                <a:close/>
                <a:moveTo>
                  <a:pt x="609600" y="0"/>
                </a:moveTo>
                <a:lnTo>
                  <a:pt x="619125" y="0"/>
                </a:lnTo>
                <a:lnTo>
                  <a:pt x="619125" y="28575"/>
                </a:lnTo>
                <a:lnTo>
                  <a:pt x="628650" y="28575"/>
                </a:lnTo>
                <a:lnTo>
                  <a:pt x="628650" y="38100"/>
                </a:lnTo>
                <a:lnTo>
                  <a:pt x="609600" y="38100"/>
                </a:lnTo>
                <a:lnTo>
                  <a:pt x="609600" y="47625"/>
                </a:lnTo>
                <a:lnTo>
                  <a:pt x="590550" y="47625"/>
                </a:lnTo>
                <a:lnTo>
                  <a:pt x="590550" y="57150"/>
                </a:lnTo>
                <a:lnTo>
                  <a:pt x="561975" y="57150"/>
                </a:lnTo>
                <a:lnTo>
                  <a:pt x="561975" y="47625"/>
                </a:lnTo>
                <a:lnTo>
                  <a:pt x="542925" y="47625"/>
                </a:lnTo>
                <a:lnTo>
                  <a:pt x="542925" y="19050"/>
                </a:lnTo>
                <a:lnTo>
                  <a:pt x="533400" y="19050"/>
                </a:lnTo>
                <a:lnTo>
                  <a:pt x="533400" y="9525"/>
                </a:lnTo>
                <a:lnTo>
                  <a:pt x="552450" y="9525"/>
                </a:lnTo>
                <a:lnTo>
                  <a:pt x="552450" y="19050"/>
                </a:lnTo>
                <a:lnTo>
                  <a:pt x="561975" y="19050"/>
                </a:lnTo>
                <a:lnTo>
                  <a:pt x="561975" y="28575"/>
                </a:lnTo>
                <a:lnTo>
                  <a:pt x="590550" y="28575"/>
                </a:lnTo>
                <a:lnTo>
                  <a:pt x="590550" y="38100"/>
                </a:lnTo>
                <a:lnTo>
                  <a:pt x="600075" y="38100"/>
                </a:lnTo>
                <a:lnTo>
                  <a:pt x="600075" y="28575"/>
                </a:lnTo>
                <a:lnTo>
                  <a:pt x="609600" y="28575"/>
                </a:lnTo>
                <a:close/>
                <a:moveTo>
                  <a:pt x="771525" y="0"/>
                </a:moveTo>
                <a:lnTo>
                  <a:pt x="781050" y="0"/>
                </a:lnTo>
                <a:lnTo>
                  <a:pt x="781050" y="9525"/>
                </a:lnTo>
                <a:lnTo>
                  <a:pt x="771525" y="9525"/>
                </a:lnTo>
                <a:close/>
                <a:moveTo>
                  <a:pt x="876300" y="0"/>
                </a:moveTo>
                <a:lnTo>
                  <a:pt x="885825" y="0"/>
                </a:lnTo>
                <a:lnTo>
                  <a:pt x="885825" y="19050"/>
                </a:lnTo>
                <a:lnTo>
                  <a:pt x="866775" y="19050"/>
                </a:lnTo>
                <a:lnTo>
                  <a:pt x="866775" y="9525"/>
                </a:lnTo>
                <a:lnTo>
                  <a:pt x="876300" y="9525"/>
                </a:lnTo>
                <a:close/>
                <a:moveTo>
                  <a:pt x="914400" y="0"/>
                </a:moveTo>
                <a:lnTo>
                  <a:pt x="923925" y="0"/>
                </a:lnTo>
                <a:lnTo>
                  <a:pt x="923925" y="19050"/>
                </a:lnTo>
                <a:lnTo>
                  <a:pt x="914400" y="19050"/>
                </a:lnTo>
                <a:close/>
                <a:moveTo>
                  <a:pt x="1114425" y="0"/>
                </a:moveTo>
                <a:lnTo>
                  <a:pt x="1133475" y="0"/>
                </a:lnTo>
                <a:lnTo>
                  <a:pt x="1133475" y="9525"/>
                </a:lnTo>
                <a:lnTo>
                  <a:pt x="1114425" y="9525"/>
                </a:lnTo>
                <a:close/>
                <a:moveTo>
                  <a:pt x="1181100" y="0"/>
                </a:moveTo>
                <a:lnTo>
                  <a:pt x="1190625" y="0"/>
                </a:lnTo>
                <a:lnTo>
                  <a:pt x="1190625" y="9525"/>
                </a:lnTo>
                <a:lnTo>
                  <a:pt x="1181100" y="9525"/>
                </a:lnTo>
                <a:close/>
                <a:moveTo>
                  <a:pt x="95250" y="9525"/>
                </a:moveTo>
                <a:lnTo>
                  <a:pt x="104775" y="9525"/>
                </a:lnTo>
                <a:lnTo>
                  <a:pt x="104775" y="38100"/>
                </a:lnTo>
                <a:lnTo>
                  <a:pt x="95250" y="38100"/>
                </a:lnTo>
                <a:lnTo>
                  <a:pt x="95250" y="28575"/>
                </a:lnTo>
                <a:lnTo>
                  <a:pt x="85725" y="28575"/>
                </a:lnTo>
                <a:lnTo>
                  <a:pt x="85725" y="19050"/>
                </a:lnTo>
                <a:lnTo>
                  <a:pt x="95250" y="19050"/>
                </a:lnTo>
                <a:close/>
                <a:moveTo>
                  <a:pt x="781050" y="9525"/>
                </a:moveTo>
                <a:lnTo>
                  <a:pt x="800100" y="9525"/>
                </a:lnTo>
                <a:lnTo>
                  <a:pt x="800100" y="28575"/>
                </a:lnTo>
                <a:lnTo>
                  <a:pt x="790575" y="28575"/>
                </a:lnTo>
                <a:lnTo>
                  <a:pt x="790575" y="19050"/>
                </a:lnTo>
                <a:lnTo>
                  <a:pt x="781050" y="19050"/>
                </a:lnTo>
                <a:close/>
                <a:moveTo>
                  <a:pt x="133350" y="19050"/>
                </a:moveTo>
                <a:lnTo>
                  <a:pt x="142875" y="19050"/>
                </a:lnTo>
                <a:lnTo>
                  <a:pt x="142875" y="38100"/>
                </a:lnTo>
                <a:lnTo>
                  <a:pt x="123825" y="38100"/>
                </a:lnTo>
                <a:lnTo>
                  <a:pt x="123825" y="28575"/>
                </a:lnTo>
                <a:lnTo>
                  <a:pt x="133350" y="28575"/>
                </a:lnTo>
                <a:close/>
                <a:moveTo>
                  <a:pt x="476250" y="19050"/>
                </a:moveTo>
                <a:lnTo>
                  <a:pt x="485775" y="19050"/>
                </a:lnTo>
                <a:lnTo>
                  <a:pt x="485775" y="28575"/>
                </a:lnTo>
                <a:lnTo>
                  <a:pt x="476250" y="28575"/>
                </a:lnTo>
                <a:close/>
                <a:moveTo>
                  <a:pt x="847725" y="19050"/>
                </a:moveTo>
                <a:lnTo>
                  <a:pt x="866775" y="19050"/>
                </a:lnTo>
                <a:lnTo>
                  <a:pt x="866775" y="38100"/>
                </a:lnTo>
                <a:lnTo>
                  <a:pt x="857250" y="38100"/>
                </a:lnTo>
                <a:lnTo>
                  <a:pt x="857250" y="28575"/>
                </a:lnTo>
                <a:lnTo>
                  <a:pt x="847725" y="28575"/>
                </a:lnTo>
                <a:close/>
                <a:moveTo>
                  <a:pt x="933450" y="19050"/>
                </a:moveTo>
                <a:lnTo>
                  <a:pt x="942975" y="19050"/>
                </a:lnTo>
                <a:lnTo>
                  <a:pt x="942975" y="28575"/>
                </a:lnTo>
                <a:lnTo>
                  <a:pt x="952500" y="28575"/>
                </a:lnTo>
                <a:lnTo>
                  <a:pt x="952500" y="19050"/>
                </a:lnTo>
                <a:lnTo>
                  <a:pt x="962025" y="19050"/>
                </a:lnTo>
                <a:lnTo>
                  <a:pt x="962025" y="28575"/>
                </a:lnTo>
                <a:lnTo>
                  <a:pt x="971550" y="28575"/>
                </a:lnTo>
                <a:lnTo>
                  <a:pt x="971550" y="38100"/>
                </a:lnTo>
                <a:lnTo>
                  <a:pt x="933450" y="38100"/>
                </a:lnTo>
                <a:close/>
                <a:moveTo>
                  <a:pt x="47625" y="28575"/>
                </a:moveTo>
                <a:lnTo>
                  <a:pt x="57150" y="28575"/>
                </a:lnTo>
                <a:lnTo>
                  <a:pt x="57150" y="47625"/>
                </a:lnTo>
                <a:lnTo>
                  <a:pt x="66675" y="47625"/>
                </a:lnTo>
                <a:lnTo>
                  <a:pt x="66675" y="57150"/>
                </a:lnTo>
                <a:lnTo>
                  <a:pt x="47625" y="57150"/>
                </a:lnTo>
                <a:close/>
                <a:moveTo>
                  <a:pt x="238125" y="28575"/>
                </a:moveTo>
                <a:lnTo>
                  <a:pt x="266700" y="28575"/>
                </a:lnTo>
                <a:lnTo>
                  <a:pt x="266700" y="38100"/>
                </a:lnTo>
                <a:lnTo>
                  <a:pt x="238125" y="38100"/>
                </a:lnTo>
                <a:close/>
                <a:moveTo>
                  <a:pt x="381000" y="38100"/>
                </a:moveTo>
                <a:lnTo>
                  <a:pt x="400050" y="38100"/>
                </a:lnTo>
                <a:lnTo>
                  <a:pt x="400050" y="47625"/>
                </a:lnTo>
                <a:lnTo>
                  <a:pt x="390525" y="47625"/>
                </a:lnTo>
                <a:lnTo>
                  <a:pt x="390525" y="57150"/>
                </a:lnTo>
                <a:lnTo>
                  <a:pt x="381000" y="57150"/>
                </a:lnTo>
                <a:close/>
                <a:moveTo>
                  <a:pt x="628650" y="38100"/>
                </a:moveTo>
                <a:lnTo>
                  <a:pt x="638175" y="38100"/>
                </a:lnTo>
                <a:lnTo>
                  <a:pt x="638175" y="47625"/>
                </a:lnTo>
                <a:lnTo>
                  <a:pt x="628650" y="47625"/>
                </a:lnTo>
                <a:close/>
                <a:moveTo>
                  <a:pt x="1028700" y="38100"/>
                </a:moveTo>
                <a:lnTo>
                  <a:pt x="1038225" y="38100"/>
                </a:lnTo>
                <a:lnTo>
                  <a:pt x="1038225" y="47625"/>
                </a:lnTo>
                <a:lnTo>
                  <a:pt x="1028700" y="47625"/>
                </a:lnTo>
                <a:close/>
                <a:moveTo>
                  <a:pt x="1066800" y="38100"/>
                </a:moveTo>
                <a:lnTo>
                  <a:pt x="1076325" y="38100"/>
                </a:lnTo>
                <a:lnTo>
                  <a:pt x="1076325" y="47625"/>
                </a:lnTo>
                <a:lnTo>
                  <a:pt x="1066800" y="47625"/>
                </a:lnTo>
                <a:close/>
                <a:moveTo>
                  <a:pt x="219075" y="47625"/>
                </a:moveTo>
                <a:lnTo>
                  <a:pt x="247650" y="47625"/>
                </a:lnTo>
                <a:lnTo>
                  <a:pt x="247650" y="66675"/>
                </a:lnTo>
                <a:lnTo>
                  <a:pt x="238125" y="66675"/>
                </a:lnTo>
                <a:lnTo>
                  <a:pt x="238125" y="76200"/>
                </a:lnTo>
                <a:lnTo>
                  <a:pt x="219075" y="76200"/>
                </a:lnTo>
                <a:lnTo>
                  <a:pt x="219075" y="85725"/>
                </a:lnTo>
                <a:lnTo>
                  <a:pt x="209550" y="85725"/>
                </a:lnTo>
                <a:lnTo>
                  <a:pt x="209550" y="57150"/>
                </a:lnTo>
                <a:lnTo>
                  <a:pt x="219075" y="57150"/>
                </a:lnTo>
                <a:close/>
                <a:moveTo>
                  <a:pt x="504825" y="47625"/>
                </a:moveTo>
                <a:lnTo>
                  <a:pt x="523875" y="47625"/>
                </a:lnTo>
                <a:lnTo>
                  <a:pt x="523875" y="57150"/>
                </a:lnTo>
                <a:lnTo>
                  <a:pt x="533400" y="57150"/>
                </a:lnTo>
                <a:lnTo>
                  <a:pt x="533400" y="66675"/>
                </a:lnTo>
                <a:lnTo>
                  <a:pt x="542925" y="66675"/>
                </a:lnTo>
                <a:lnTo>
                  <a:pt x="542925" y="76200"/>
                </a:lnTo>
                <a:lnTo>
                  <a:pt x="552450" y="76200"/>
                </a:lnTo>
                <a:lnTo>
                  <a:pt x="552450" y="85725"/>
                </a:lnTo>
                <a:lnTo>
                  <a:pt x="533400" y="85725"/>
                </a:lnTo>
                <a:lnTo>
                  <a:pt x="533400" y="95250"/>
                </a:lnTo>
                <a:lnTo>
                  <a:pt x="523875" y="95250"/>
                </a:lnTo>
                <a:lnTo>
                  <a:pt x="523875" y="104775"/>
                </a:lnTo>
                <a:lnTo>
                  <a:pt x="514350" y="104775"/>
                </a:lnTo>
                <a:lnTo>
                  <a:pt x="514350" y="95250"/>
                </a:lnTo>
                <a:lnTo>
                  <a:pt x="504825" y="95250"/>
                </a:lnTo>
                <a:lnTo>
                  <a:pt x="504825" y="85725"/>
                </a:lnTo>
                <a:lnTo>
                  <a:pt x="514350" y="85725"/>
                </a:lnTo>
                <a:lnTo>
                  <a:pt x="514350" y="57150"/>
                </a:lnTo>
                <a:lnTo>
                  <a:pt x="504825" y="57150"/>
                </a:lnTo>
                <a:close/>
                <a:moveTo>
                  <a:pt x="561975" y="47625"/>
                </a:moveTo>
                <a:lnTo>
                  <a:pt x="571500" y="47625"/>
                </a:lnTo>
                <a:lnTo>
                  <a:pt x="571500" y="38100"/>
                </a:lnTo>
                <a:lnTo>
                  <a:pt x="561975" y="38100"/>
                </a:lnTo>
                <a:close/>
                <a:moveTo>
                  <a:pt x="152400" y="57150"/>
                </a:moveTo>
                <a:lnTo>
                  <a:pt x="171450" y="57150"/>
                </a:lnTo>
                <a:lnTo>
                  <a:pt x="171450" y="76200"/>
                </a:lnTo>
                <a:lnTo>
                  <a:pt x="161925" y="76200"/>
                </a:lnTo>
                <a:lnTo>
                  <a:pt x="161925" y="85725"/>
                </a:lnTo>
                <a:lnTo>
                  <a:pt x="152400" y="85725"/>
                </a:lnTo>
                <a:close/>
                <a:moveTo>
                  <a:pt x="895350" y="66675"/>
                </a:moveTo>
                <a:lnTo>
                  <a:pt x="904875" y="66675"/>
                </a:lnTo>
                <a:lnTo>
                  <a:pt x="904875" y="76200"/>
                </a:lnTo>
                <a:lnTo>
                  <a:pt x="895350" y="76200"/>
                </a:lnTo>
                <a:close/>
                <a:moveTo>
                  <a:pt x="933450" y="66675"/>
                </a:moveTo>
                <a:lnTo>
                  <a:pt x="942975" y="66675"/>
                </a:lnTo>
                <a:lnTo>
                  <a:pt x="942975" y="85725"/>
                </a:lnTo>
                <a:lnTo>
                  <a:pt x="933450" y="85725"/>
                </a:lnTo>
                <a:close/>
                <a:moveTo>
                  <a:pt x="314325" y="76200"/>
                </a:moveTo>
                <a:lnTo>
                  <a:pt x="323850" y="76200"/>
                </a:lnTo>
                <a:lnTo>
                  <a:pt x="323850" y="95250"/>
                </a:lnTo>
                <a:lnTo>
                  <a:pt x="314325" y="95250"/>
                </a:lnTo>
                <a:close/>
                <a:moveTo>
                  <a:pt x="466725" y="76200"/>
                </a:moveTo>
                <a:lnTo>
                  <a:pt x="485775" y="76200"/>
                </a:lnTo>
                <a:lnTo>
                  <a:pt x="485775" y="95250"/>
                </a:lnTo>
                <a:lnTo>
                  <a:pt x="457200" y="95250"/>
                </a:lnTo>
                <a:lnTo>
                  <a:pt x="457200" y="85725"/>
                </a:lnTo>
                <a:lnTo>
                  <a:pt x="466725" y="85725"/>
                </a:lnTo>
                <a:close/>
                <a:moveTo>
                  <a:pt x="1047750" y="76200"/>
                </a:moveTo>
                <a:lnTo>
                  <a:pt x="1057275" y="76200"/>
                </a:lnTo>
                <a:lnTo>
                  <a:pt x="1057275" y="85725"/>
                </a:lnTo>
                <a:lnTo>
                  <a:pt x="1047750" y="85725"/>
                </a:lnTo>
                <a:close/>
                <a:moveTo>
                  <a:pt x="609600" y="85725"/>
                </a:moveTo>
                <a:lnTo>
                  <a:pt x="619125" y="85725"/>
                </a:lnTo>
                <a:lnTo>
                  <a:pt x="619125" y="95250"/>
                </a:lnTo>
                <a:lnTo>
                  <a:pt x="609600" y="95250"/>
                </a:lnTo>
                <a:close/>
                <a:moveTo>
                  <a:pt x="800100" y="85725"/>
                </a:moveTo>
                <a:lnTo>
                  <a:pt x="809625" y="85725"/>
                </a:lnTo>
                <a:lnTo>
                  <a:pt x="809625" y="95250"/>
                </a:lnTo>
                <a:lnTo>
                  <a:pt x="800100" y="95250"/>
                </a:lnTo>
                <a:close/>
                <a:moveTo>
                  <a:pt x="133350" y="95250"/>
                </a:moveTo>
                <a:lnTo>
                  <a:pt x="142875" y="95250"/>
                </a:lnTo>
                <a:lnTo>
                  <a:pt x="142875" y="104775"/>
                </a:lnTo>
                <a:lnTo>
                  <a:pt x="133350" y="104775"/>
                </a:lnTo>
                <a:close/>
                <a:moveTo>
                  <a:pt x="323850" y="95250"/>
                </a:moveTo>
                <a:lnTo>
                  <a:pt x="342900" y="95250"/>
                </a:lnTo>
                <a:lnTo>
                  <a:pt x="342900" y="104775"/>
                </a:lnTo>
                <a:lnTo>
                  <a:pt x="323850" y="104775"/>
                </a:lnTo>
                <a:close/>
                <a:moveTo>
                  <a:pt x="419100" y="95250"/>
                </a:moveTo>
                <a:lnTo>
                  <a:pt x="438150" y="95250"/>
                </a:lnTo>
                <a:lnTo>
                  <a:pt x="438150" y="123825"/>
                </a:lnTo>
                <a:lnTo>
                  <a:pt x="428625" y="123825"/>
                </a:lnTo>
                <a:lnTo>
                  <a:pt x="428625" y="114300"/>
                </a:lnTo>
                <a:lnTo>
                  <a:pt x="419100" y="114300"/>
                </a:lnTo>
                <a:close/>
                <a:moveTo>
                  <a:pt x="495300" y="95250"/>
                </a:moveTo>
                <a:lnTo>
                  <a:pt x="504825" y="95250"/>
                </a:lnTo>
                <a:lnTo>
                  <a:pt x="504825" y="104775"/>
                </a:lnTo>
                <a:lnTo>
                  <a:pt x="495300" y="104775"/>
                </a:lnTo>
                <a:close/>
                <a:moveTo>
                  <a:pt x="857250" y="95250"/>
                </a:moveTo>
                <a:lnTo>
                  <a:pt x="866775" y="95250"/>
                </a:lnTo>
                <a:lnTo>
                  <a:pt x="866775" y="114300"/>
                </a:lnTo>
                <a:lnTo>
                  <a:pt x="847725" y="114300"/>
                </a:lnTo>
                <a:lnTo>
                  <a:pt x="847725" y="123825"/>
                </a:lnTo>
                <a:lnTo>
                  <a:pt x="828675" y="123825"/>
                </a:lnTo>
                <a:lnTo>
                  <a:pt x="828675" y="114300"/>
                </a:lnTo>
                <a:lnTo>
                  <a:pt x="838200" y="114300"/>
                </a:lnTo>
                <a:lnTo>
                  <a:pt x="838200" y="104775"/>
                </a:lnTo>
                <a:lnTo>
                  <a:pt x="857250" y="104775"/>
                </a:lnTo>
                <a:close/>
                <a:moveTo>
                  <a:pt x="171450" y="104775"/>
                </a:moveTo>
                <a:lnTo>
                  <a:pt x="180975" y="104775"/>
                </a:lnTo>
                <a:lnTo>
                  <a:pt x="180975" y="114300"/>
                </a:lnTo>
                <a:lnTo>
                  <a:pt x="171450" y="114300"/>
                </a:lnTo>
                <a:close/>
                <a:moveTo>
                  <a:pt x="790575" y="104775"/>
                </a:moveTo>
                <a:lnTo>
                  <a:pt x="800100" y="104775"/>
                </a:lnTo>
                <a:lnTo>
                  <a:pt x="800100" y="114300"/>
                </a:lnTo>
                <a:lnTo>
                  <a:pt x="790575" y="114300"/>
                </a:lnTo>
                <a:close/>
                <a:moveTo>
                  <a:pt x="190500" y="114300"/>
                </a:moveTo>
                <a:lnTo>
                  <a:pt x="219075" y="114300"/>
                </a:lnTo>
                <a:lnTo>
                  <a:pt x="219075" y="123825"/>
                </a:lnTo>
                <a:lnTo>
                  <a:pt x="190500" y="123825"/>
                </a:lnTo>
                <a:close/>
                <a:moveTo>
                  <a:pt x="361950" y="114300"/>
                </a:moveTo>
                <a:lnTo>
                  <a:pt x="390525" y="114300"/>
                </a:lnTo>
                <a:lnTo>
                  <a:pt x="390525" y="123825"/>
                </a:lnTo>
                <a:lnTo>
                  <a:pt x="371475" y="123825"/>
                </a:lnTo>
                <a:lnTo>
                  <a:pt x="371475" y="142875"/>
                </a:lnTo>
                <a:lnTo>
                  <a:pt x="361950" y="142875"/>
                </a:lnTo>
                <a:close/>
                <a:moveTo>
                  <a:pt x="400050" y="114300"/>
                </a:moveTo>
                <a:lnTo>
                  <a:pt x="419100" y="114300"/>
                </a:lnTo>
                <a:lnTo>
                  <a:pt x="419100" y="123825"/>
                </a:lnTo>
                <a:lnTo>
                  <a:pt x="400050" y="123825"/>
                </a:lnTo>
                <a:close/>
                <a:moveTo>
                  <a:pt x="895350" y="114300"/>
                </a:moveTo>
                <a:lnTo>
                  <a:pt x="904875" y="114300"/>
                </a:lnTo>
                <a:lnTo>
                  <a:pt x="904875" y="123825"/>
                </a:lnTo>
                <a:lnTo>
                  <a:pt x="895350" y="123825"/>
                </a:lnTo>
                <a:close/>
                <a:moveTo>
                  <a:pt x="962025" y="114300"/>
                </a:moveTo>
                <a:lnTo>
                  <a:pt x="971550" y="114300"/>
                </a:lnTo>
                <a:lnTo>
                  <a:pt x="971550" y="123825"/>
                </a:lnTo>
                <a:lnTo>
                  <a:pt x="962025" y="123825"/>
                </a:lnTo>
                <a:close/>
                <a:moveTo>
                  <a:pt x="47625" y="123825"/>
                </a:moveTo>
                <a:lnTo>
                  <a:pt x="57150" y="123825"/>
                </a:lnTo>
                <a:lnTo>
                  <a:pt x="57150" y="142875"/>
                </a:lnTo>
                <a:lnTo>
                  <a:pt x="38100" y="142875"/>
                </a:lnTo>
                <a:lnTo>
                  <a:pt x="38100" y="152400"/>
                </a:lnTo>
                <a:lnTo>
                  <a:pt x="19050" y="152400"/>
                </a:lnTo>
                <a:lnTo>
                  <a:pt x="19050" y="142875"/>
                </a:lnTo>
                <a:lnTo>
                  <a:pt x="28575" y="142875"/>
                </a:lnTo>
                <a:lnTo>
                  <a:pt x="28575" y="133350"/>
                </a:lnTo>
                <a:lnTo>
                  <a:pt x="47625" y="133350"/>
                </a:lnTo>
                <a:close/>
                <a:moveTo>
                  <a:pt x="76200" y="123825"/>
                </a:moveTo>
                <a:lnTo>
                  <a:pt x="95250" y="123825"/>
                </a:lnTo>
                <a:lnTo>
                  <a:pt x="95250" y="133350"/>
                </a:lnTo>
                <a:lnTo>
                  <a:pt x="104775" y="133350"/>
                </a:lnTo>
                <a:lnTo>
                  <a:pt x="104775" y="142875"/>
                </a:lnTo>
                <a:lnTo>
                  <a:pt x="76200" y="142875"/>
                </a:lnTo>
                <a:close/>
                <a:moveTo>
                  <a:pt x="142875" y="123825"/>
                </a:moveTo>
                <a:lnTo>
                  <a:pt x="152400" y="123825"/>
                </a:lnTo>
                <a:lnTo>
                  <a:pt x="152400" y="133350"/>
                </a:lnTo>
                <a:lnTo>
                  <a:pt x="161925" y="133350"/>
                </a:lnTo>
                <a:lnTo>
                  <a:pt x="161925" y="123825"/>
                </a:lnTo>
                <a:lnTo>
                  <a:pt x="171450" y="123825"/>
                </a:lnTo>
                <a:lnTo>
                  <a:pt x="171450" y="133350"/>
                </a:lnTo>
                <a:lnTo>
                  <a:pt x="161925" y="133350"/>
                </a:lnTo>
                <a:lnTo>
                  <a:pt x="161925" y="152400"/>
                </a:lnTo>
                <a:lnTo>
                  <a:pt x="152400" y="152400"/>
                </a:lnTo>
                <a:lnTo>
                  <a:pt x="152400" y="161925"/>
                </a:lnTo>
                <a:lnTo>
                  <a:pt x="133350" y="161925"/>
                </a:lnTo>
                <a:lnTo>
                  <a:pt x="133350" y="133350"/>
                </a:lnTo>
                <a:lnTo>
                  <a:pt x="142875" y="133350"/>
                </a:lnTo>
                <a:close/>
                <a:moveTo>
                  <a:pt x="533400" y="123825"/>
                </a:moveTo>
                <a:lnTo>
                  <a:pt x="542925" y="123825"/>
                </a:lnTo>
                <a:lnTo>
                  <a:pt x="542925" y="152400"/>
                </a:lnTo>
                <a:lnTo>
                  <a:pt x="523875" y="152400"/>
                </a:lnTo>
                <a:lnTo>
                  <a:pt x="523875" y="133350"/>
                </a:lnTo>
                <a:lnTo>
                  <a:pt x="533400" y="133350"/>
                </a:lnTo>
                <a:close/>
                <a:moveTo>
                  <a:pt x="790575" y="123825"/>
                </a:moveTo>
                <a:lnTo>
                  <a:pt x="809625" y="123825"/>
                </a:lnTo>
                <a:lnTo>
                  <a:pt x="809625" y="142875"/>
                </a:lnTo>
                <a:lnTo>
                  <a:pt x="800100" y="142875"/>
                </a:lnTo>
                <a:lnTo>
                  <a:pt x="800100" y="152400"/>
                </a:lnTo>
                <a:lnTo>
                  <a:pt x="790575" y="152400"/>
                </a:lnTo>
                <a:lnTo>
                  <a:pt x="790575" y="171450"/>
                </a:lnTo>
                <a:lnTo>
                  <a:pt x="781050" y="171450"/>
                </a:lnTo>
                <a:lnTo>
                  <a:pt x="781050" y="152400"/>
                </a:lnTo>
                <a:lnTo>
                  <a:pt x="771525" y="152400"/>
                </a:lnTo>
                <a:lnTo>
                  <a:pt x="771525" y="133350"/>
                </a:lnTo>
                <a:lnTo>
                  <a:pt x="781050" y="133350"/>
                </a:lnTo>
                <a:lnTo>
                  <a:pt x="781050" y="142875"/>
                </a:lnTo>
                <a:lnTo>
                  <a:pt x="790575" y="142875"/>
                </a:lnTo>
                <a:close/>
                <a:moveTo>
                  <a:pt x="990600" y="123825"/>
                </a:moveTo>
                <a:lnTo>
                  <a:pt x="1000125" y="123825"/>
                </a:lnTo>
                <a:lnTo>
                  <a:pt x="1000125" y="142875"/>
                </a:lnTo>
                <a:lnTo>
                  <a:pt x="990600" y="142875"/>
                </a:lnTo>
                <a:close/>
                <a:moveTo>
                  <a:pt x="952500" y="133350"/>
                </a:moveTo>
                <a:lnTo>
                  <a:pt x="971550" y="133350"/>
                </a:lnTo>
                <a:lnTo>
                  <a:pt x="971550" y="142875"/>
                </a:lnTo>
                <a:lnTo>
                  <a:pt x="952500" y="142875"/>
                </a:lnTo>
                <a:close/>
                <a:moveTo>
                  <a:pt x="866775" y="142875"/>
                </a:moveTo>
                <a:lnTo>
                  <a:pt x="876300" y="142875"/>
                </a:lnTo>
                <a:lnTo>
                  <a:pt x="876300" y="152400"/>
                </a:lnTo>
                <a:lnTo>
                  <a:pt x="866775" y="152400"/>
                </a:lnTo>
                <a:close/>
                <a:moveTo>
                  <a:pt x="933450" y="142875"/>
                </a:moveTo>
                <a:lnTo>
                  <a:pt x="942975" y="142875"/>
                </a:lnTo>
                <a:lnTo>
                  <a:pt x="942975" y="152400"/>
                </a:lnTo>
                <a:lnTo>
                  <a:pt x="933450" y="152400"/>
                </a:lnTo>
                <a:close/>
                <a:moveTo>
                  <a:pt x="971550" y="142875"/>
                </a:moveTo>
                <a:lnTo>
                  <a:pt x="990600" y="142875"/>
                </a:lnTo>
                <a:lnTo>
                  <a:pt x="990600" y="152400"/>
                </a:lnTo>
                <a:lnTo>
                  <a:pt x="981075" y="152400"/>
                </a:lnTo>
                <a:lnTo>
                  <a:pt x="981075" y="171450"/>
                </a:lnTo>
                <a:lnTo>
                  <a:pt x="990600" y="171450"/>
                </a:lnTo>
                <a:lnTo>
                  <a:pt x="990600" y="180975"/>
                </a:lnTo>
                <a:lnTo>
                  <a:pt x="952500" y="180975"/>
                </a:lnTo>
                <a:lnTo>
                  <a:pt x="952500" y="171450"/>
                </a:lnTo>
                <a:lnTo>
                  <a:pt x="962025" y="171450"/>
                </a:lnTo>
                <a:lnTo>
                  <a:pt x="962025" y="161925"/>
                </a:lnTo>
                <a:lnTo>
                  <a:pt x="971550" y="161925"/>
                </a:lnTo>
                <a:close/>
                <a:moveTo>
                  <a:pt x="466725" y="152400"/>
                </a:moveTo>
                <a:lnTo>
                  <a:pt x="504825" y="152400"/>
                </a:lnTo>
                <a:lnTo>
                  <a:pt x="504825" y="161925"/>
                </a:lnTo>
                <a:lnTo>
                  <a:pt x="514350" y="161925"/>
                </a:lnTo>
                <a:lnTo>
                  <a:pt x="514350" y="171450"/>
                </a:lnTo>
                <a:lnTo>
                  <a:pt x="504825" y="171450"/>
                </a:lnTo>
                <a:lnTo>
                  <a:pt x="504825" y="180975"/>
                </a:lnTo>
                <a:lnTo>
                  <a:pt x="495300" y="180975"/>
                </a:lnTo>
                <a:lnTo>
                  <a:pt x="495300" y="171450"/>
                </a:lnTo>
                <a:lnTo>
                  <a:pt x="485775" y="171450"/>
                </a:lnTo>
                <a:lnTo>
                  <a:pt x="485775" y="161925"/>
                </a:lnTo>
                <a:lnTo>
                  <a:pt x="466725" y="161925"/>
                </a:lnTo>
                <a:close/>
                <a:moveTo>
                  <a:pt x="876300" y="152400"/>
                </a:moveTo>
                <a:lnTo>
                  <a:pt x="885825" y="152400"/>
                </a:lnTo>
                <a:lnTo>
                  <a:pt x="885825" y="171450"/>
                </a:lnTo>
                <a:lnTo>
                  <a:pt x="895350" y="171450"/>
                </a:lnTo>
                <a:lnTo>
                  <a:pt x="895350" y="180975"/>
                </a:lnTo>
                <a:lnTo>
                  <a:pt x="885825" y="180975"/>
                </a:lnTo>
                <a:lnTo>
                  <a:pt x="885825" y="200025"/>
                </a:lnTo>
                <a:lnTo>
                  <a:pt x="866775" y="200025"/>
                </a:lnTo>
                <a:lnTo>
                  <a:pt x="866775" y="209550"/>
                </a:lnTo>
                <a:lnTo>
                  <a:pt x="857250" y="209550"/>
                </a:lnTo>
                <a:lnTo>
                  <a:pt x="857250" y="190500"/>
                </a:lnTo>
                <a:lnTo>
                  <a:pt x="866775" y="190500"/>
                </a:lnTo>
                <a:lnTo>
                  <a:pt x="866775" y="180975"/>
                </a:lnTo>
                <a:lnTo>
                  <a:pt x="876300" y="180975"/>
                </a:lnTo>
                <a:lnTo>
                  <a:pt x="876300" y="171450"/>
                </a:lnTo>
                <a:lnTo>
                  <a:pt x="866775" y="171450"/>
                </a:lnTo>
                <a:lnTo>
                  <a:pt x="866775" y="161925"/>
                </a:lnTo>
                <a:lnTo>
                  <a:pt x="876300" y="161925"/>
                </a:lnTo>
                <a:close/>
                <a:moveTo>
                  <a:pt x="95250" y="161925"/>
                </a:moveTo>
                <a:lnTo>
                  <a:pt x="104775" y="161925"/>
                </a:lnTo>
                <a:lnTo>
                  <a:pt x="104775" y="171450"/>
                </a:lnTo>
                <a:lnTo>
                  <a:pt x="114300" y="171450"/>
                </a:lnTo>
                <a:lnTo>
                  <a:pt x="114300" y="180975"/>
                </a:lnTo>
                <a:lnTo>
                  <a:pt x="85725" y="180975"/>
                </a:lnTo>
                <a:lnTo>
                  <a:pt x="85725" y="171450"/>
                </a:lnTo>
                <a:lnTo>
                  <a:pt x="95250" y="171450"/>
                </a:lnTo>
                <a:close/>
                <a:moveTo>
                  <a:pt x="1009650" y="161925"/>
                </a:moveTo>
                <a:lnTo>
                  <a:pt x="1028700" y="161925"/>
                </a:lnTo>
                <a:lnTo>
                  <a:pt x="1028700" y="200025"/>
                </a:lnTo>
                <a:lnTo>
                  <a:pt x="1057275" y="200025"/>
                </a:lnTo>
                <a:lnTo>
                  <a:pt x="1057275" y="209550"/>
                </a:lnTo>
                <a:lnTo>
                  <a:pt x="1038225" y="209550"/>
                </a:lnTo>
                <a:lnTo>
                  <a:pt x="1038225" y="219075"/>
                </a:lnTo>
                <a:lnTo>
                  <a:pt x="1047750" y="219075"/>
                </a:lnTo>
                <a:lnTo>
                  <a:pt x="1047750" y="228600"/>
                </a:lnTo>
                <a:lnTo>
                  <a:pt x="1019175" y="228600"/>
                </a:lnTo>
                <a:lnTo>
                  <a:pt x="1019175" y="219075"/>
                </a:lnTo>
                <a:lnTo>
                  <a:pt x="990600" y="219075"/>
                </a:lnTo>
                <a:lnTo>
                  <a:pt x="990600" y="209550"/>
                </a:lnTo>
                <a:lnTo>
                  <a:pt x="1009650" y="209550"/>
                </a:lnTo>
                <a:lnTo>
                  <a:pt x="1009650" y="200025"/>
                </a:lnTo>
                <a:lnTo>
                  <a:pt x="1000125" y="200025"/>
                </a:lnTo>
                <a:lnTo>
                  <a:pt x="1000125" y="190500"/>
                </a:lnTo>
                <a:lnTo>
                  <a:pt x="1009650" y="190500"/>
                </a:lnTo>
                <a:close/>
                <a:moveTo>
                  <a:pt x="923925" y="171450"/>
                </a:moveTo>
                <a:lnTo>
                  <a:pt x="933450" y="171450"/>
                </a:lnTo>
                <a:lnTo>
                  <a:pt x="933450" y="180975"/>
                </a:lnTo>
                <a:lnTo>
                  <a:pt x="952500" y="180975"/>
                </a:lnTo>
                <a:lnTo>
                  <a:pt x="952500" y="190500"/>
                </a:lnTo>
                <a:lnTo>
                  <a:pt x="923925" y="190500"/>
                </a:lnTo>
                <a:close/>
                <a:moveTo>
                  <a:pt x="581025" y="180975"/>
                </a:moveTo>
                <a:lnTo>
                  <a:pt x="590550" y="180975"/>
                </a:lnTo>
                <a:lnTo>
                  <a:pt x="590550" y="190500"/>
                </a:lnTo>
                <a:lnTo>
                  <a:pt x="609600" y="190500"/>
                </a:lnTo>
                <a:lnTo>
                  <a:pt x="609600" y="200025"/>
                </a:lnTo>
                <a:lnTo>
                  <a:pt x="600075" y="200025"/>
                </a:lnTo>
                <a:lnTo>
                  <a:pt x="600075" y="209550"/>
                </a:lnTo>
                <a:lnTo>
                  <a:pt x="571500" y="209550"/>
                </a:lnTo>
                <a:lnTo>
                  <a:pt x="571500" y="200025"/>
                </a:lnTo>
                <a:lnTo>
                  <a:pt x="581025" y="200025"/>
                </a:lnTo>
                <a:close/>
                <a:moveTo>
                  <a:pt x="104775" y="190500"/>
                </a:moveTo>
                <a:lnTo>
                  <a:pt x="123825" y="190500"/>
                </a:lnTo>
                <a:lnTo>
                  <a:pt x="123825" y="200025"/>
                </a:lnTo>
                <a:lnTo>
                  <a:pt x="104775" y="200025"/>
                </a:lnTo>
                <a:close/>
                <a:moveTo>
                  <a:pt x="609600" y="200025"/>
                </a:moveTo>
                <a:lnTo>
                  <a:pt x="619125" y="200025"/>
                </a:lnTo>
                <a:lnTo>
                  <a:pt x="619125" y="209550"/>
                </a:lnTo>
                <a:lnTo>
                  <a:pt x="609600" y="209550"/>
                </a:lnTo>
                <a:close/>
                <a:moveTo>
                  <a:pt x="838200" y="219075"/>
                </a:moveTo>
                <a:lnTo>
                  <a:pt x="847725" y="219075"/>
                </a:lnTo>
                <a:lnTo>
                  <a:pt x="847725" y="228600"/>
                </a:lnTo>
                <a:lnTo>
                  <a:pt x="838200" y="228600"/>
                </a:lnTo>
                <a:close/>
                <a:moveTo>
                  <a:pt x="857250" y="219075"/>
                </a:moveTo>
                <a:lnTo>
                  <a:pt x="866775" y="219075"/>
                </a:lnTo>
                <a:lnTo>
                  <a:pt x="866775" y="228600"/>
                </a:lnTo>
                <a:lnTo>
                  <a:pt x="857250" y="228600"/>
                </a:lnTo>
                <a:close/>
                <a:moveTo>
                  <a:pt x="28575" y="228600"/>
                </a:moveTo>
                <a:lnTo>
                  <a:pt x="38100" y="228600"/>
                </a:lnTo>
                <a:lnTo>
                  <a:pt x="38100" y="238125"/>
                </a:lnTo>
                <a:lnTo>
                  <a:pt x="28575" y="238125"/>
                </a:lnTo>
                <a:close/>
                <a:moveTo>
                  <a:pt x="628650" y="276225"/>
                </a:moveTo>
                <a:lnTo>
                  <a:pt x="638175" y="276225"/>
                </a:lnTo>
                <a:lnTo>
                  <a:pt x="638175" y="285750"/>
                </a:lnTo>
                <a:lnTo>
                  <a:pt x="628650" y="285750"/>
                </a:lnTo>
                <a:close/>
                <a:moveTo>
                  <a:pt x="1019175" y="342900"/>
                </a:moveTo>
                <a:lnTo>
                  <a:pt x="1028700" y="342900"/>
                </a:lnTo>
                <a:lnTo>
                  <a:pt x="1028700" y="381000"/>
                </a:lnTo>
                <a:lnTo>
                  <a:pt x="1019175" y="381000"/>
                </a:lnTo>
                <a:lnTo>
                  <a:pt x="1019175" y="371475"/>
                </a:lnTo>
                <a:lnTo>
                  <a:pt x="990600" y="371475"/>
                </a:lnTo>
                <a:lnTo>
                  <a:pt x="990600" y="361950"/>
                </a:lnTo>
                <a:lnTo>
                  <a:pt x="1000125" y="361950"/>
                </a:lnTo>
                <a:lnTo>
                  <a:pt x="1000125" y="352425"/>
                </a:lnTo>
                <a:lnTo>
                  <a:pt x="1019175" y="352425"/>
                </a:lnTo>
                <a:close/>
                <a:moveTo>
                  <a:pt x="647700" y="352425"/>
                </a:moveTo>
                <a:lnTo>
                  <a:pt x="657225" y="352425"/>
                </a:lnTo>
                <a:lnTo>
                  <a:pt x="657225" y="371475"/>
                </a:lnTo>
                <a:lnTo>
                  <a:pt x="647700" y="371475"/>
                </a:lnTo>
                <a:close/>
                <a:moveTo>
                  <a:pt x="800100" y="352425"/>
                </a:moveTo>
                <a:lnTo>
                  <a:pt x="809625" y="352425"/>
                </a:lnTo>
                <a:lnTo>
                  <a:pt x="809625" y="361950"/>
                </a:lnTo>
                <a:lnTo>
                  <a:pt x="819150" y="361950"/>
                </a:lnTo>
                <a:lnTo>
                  <a:pt x="819150" y="381000"/>
                </a:lnTo>
                <a:lnTo>
                  <a:pt x="828675" y="381000"/>
                </a:lnTo>
                <a:lnTo>
                  <a:pt x="828675" y="400050"/>
                </a:lnTo>
                <a:lnTo>
                  <a:pt x="819150" y="400050"/>
                </a:lnTo>
                <a:lnTo>
                  <a:pt x="819150" y="409575"/>
                </a:lnTo>
                <a:lnTo>
                  <a:pt x="809625" y="409575"/>
                </a:lnTo>
                <a:lnTo>
                  <a:pt x="809625" y="400050"/>
                </a:lnTo>
                <a:lnTo>
                  <a:pt x="800100" y="400050"/>
                </a:lnTo>
                <a:lnTo>
                  <a:pt x="800100" y="381000"/>
                </a:lnTo>
                <a:lnTo>
                  <a:pt x="790575" y="381000"/>
                </a:lnTo>
                <a:lnTo>
                  <a:pt x="790575" y="361950"/>
                </a:lnTo>
                <a:lnTo>
                  <a:pt x="800100" y="361950"/>
                </a:lnTo>
                <a:close/>
                <a:moveTo>
                  <a:pt x="828675" y="361950"/>
                </a:moveTo>
                <a:lnTo>
                  <a:pt x="857250" y="361950"/>
                </a:lnTo>
                <a:lnTo>
                  <a:pt x="857250" y="371475"/>
                </a:lnTo>
                <a:lnTo>
                  <a:pt x="828675" y="371475"/>
                </a:lnTo>
                <a:close/>
                <a:moveTo>
                  <a:pt x="895350" y="371475"/>
                </a:moveTo>
                <a:lnTo>
                  <a:pt x="914400" y="371475"/>
                </a:lnTo>
                <a:lnTo>
                  <a:pt x="914400" y="381000"/>
                </a:lnTo>
                <a:lnTo>
                  <a:pt x="952500" y="381000"/>
                </a:lnTo>
                <a:lnTo>
                  <a:pt x="952500" y="371475"/>
                </a:lnTo>
                <a:lnTo>
                  <a:pt x="971550" y="371475"/>
                </a:lnTo>
                <a:lnTo>
                  <a:pt x="971550" y="381000"/>
                </a:lnTo>
                <a:lnTo>
                  <a:pt x="962025" y="381000"/>
                </a:lnTo>
                <a:lnTo>
                  <a:pt x="962025" y="409575"/>
                </a:lnTo>
                <a:lnTo>
                  <a:pt x="952500" y="409575"/>
                </a:lnTo>
                <a:lnTo>
                  <a:pt x="952500" y="400050"/>
                </a:lnTo>
                <a:lnTo>
                  <a:pt x="942975" y="400050"/>
                </a:lnTo>
                <a:lnTo>
                  <a:pt x="942975" y="409575"/>
                </a:lnTo>
                <a:lnTo>
                  <a:pt x="923925" y="409575"/>
                </a:lnTo>
                <a:lnTo>
                  <a:pt x="923925" y="400050"/>
                </a:lnTo>
                <a:lnTo>
                  <a:pt x="904875" y="400050"/>
                </a:lnTo>
                <a:lnTo>
                  <a:pt x="904875" y="390525"/>
                </a:lnTo>
                <a:lnTo>
                  <a:pt x="895350" y="390525"/>
                </a:lnTo>
                <a:lnTo>
                  <a:pt x="895350" y="400050"/>
                </a:lnTo>
                <a:lnTo>
                  <a:pt x="885825" y="400050"/>
                </a:lnTo>
                <a:lnTo>
                  <a:pt x="885825" y="381000"/>
                </a:lnTo>
                <a:lnTo>
                  <a:pt x="895350" y="381000"/>
                </a:lnTo>
                <a:close/>
                <a:moveTo>
                  <a:pt x="1009650" y="381000"/>
                </a:moveTo>
                <a:lnTo>
                  <a:pt x="1019175" y="381000"/>
                </a:lnTo>
                <a:lnTo>
                  <a:pt x="1019175" y="400050"/>
                </a:lnTo>
                <a:lnTo>
                  <a:pt x="1009650" y="400050"/>
                </a:lnTo>
                <a:lnTo>
                  <a:pt x="1009650" y="409575"/>
                </a:lnTo>
                <a:lnTo>
                  <a:pt x="990600" y="409575"/>
                </a:lnTo>
                <a:lnTo>
                  <a:pt x="990600" y="400050"/>
                </a:lnTo>
                <a:lnTo>
                  <a:pt x="1000125" y="400050"/>
                </a:lnTo>
                <a:lnTo>
                  <a:pt x="1000125" y="390525"/>
                </a:lnTo>
                <a:lnTo>
                  <a:pt x="1009650" y="390525"/>
                </a:lnTo>
                <a:close/>
                <a:moveTo>
                  <a:pt x="581025" y="419100"/>
                </a:moveTo>
                <a:lnTo>
                  <a:pt x="590550" y="419100"/>
                </a:lnTo>
                <a:lnTo>
                  <a:pt x="590550" y="428625"/>
                </a:lnTo>
                <a:lnTo>
                  <a:pt x="581025" y="428625"/>
                </a:lnTo>
                <a:close/>
                <a:moveTo>
                  <a:pt x="895350" y="419100"/>
                </a:moveTo>
                <a:lnTo>
                  <a:pt x="904875" y="419100"/>
                </a:lnTo>
                <a:lnTo>
                  <a:pt x="904875" y="428625"/>
                </a:lnTo>
                <a:lnTo>
                  <a:pt x="914400" y="428625"/>
                </a:lnTo>
                <a:lnTo>
                  <a:pt x="914400" y="438150"/>
                </a:lnTo>
                <a:lnTo>
                  <a:pt x="895350" y="438150"/>
                </a:lnTo>
                <a:close/>
                <a:moveTo>
                  <a:pt x="1000125" y="419100"/>
                </a:moveTo>
                <a:lnTo>
                  <a:pt x="1009650" y="419100"/>
                </a:lnTo>
                <a:lnTo>
                  <a:pt x="1009650" y="428625"/>
                </a:lnTo>
                <a:lnTo>
                  <a:pt x="1028700" y="428625"/>
                </a:lnTo>
                <a:lnTo>
                  <a:pt x="1028700" y="438150"/>
                </a:lnTo>
                <a:lnTo>
                  <a:pt x="1000125" y="438150"/>
                </a:lnTo>
                <a:close/>
                <a:moveTo>
                  <a:pt x="0" y="438150"/>
                </a:moveTo>
                <a:lnTo>
                  <a:pt x="9525" y="438150"/>
                </a:lnTo>
                <a:lnTo>
                  <a:pt x="9525" y="447675"/>
                </a:lnTo>
                <a:lnTo>
                  <a:pt x="19050" y="447675"/>
                </a:lnTo>
                <a:lnTo>
                  <a:pt x="19050" y="457200"/>
                </a:lnTo>
                <a:lnTo>
                  <a:pt x="38100" y="457200"/>
                </a:lnTo>
                <a:lnTo>
                  <a:pt x="38100" y="466725"/>
                </a:lnTo>
                <a:lnTo>
                  <a:pt x="28575" y="466725"/>
                </a:lnTo>
                <a:lnTo>
                  <a:pt x="28575" y="476250"/>
                </a:lnTo>
                <a:lnTo>
                  <a:pt x="9525" y="476250"/>
                </a:lnTo>
                <a:lnTo>
                  <a:pt x="9525" y="466725"/>
                </a:lnTo>
                <a:lnTo>
                  <a:pt x="0" y="466725"/>
                </a:lnTo>
                <a:close/>
                <a:moveTo>
                  <a:pt x="628650" y="438150"/>
                </a:moveTo>
                <a:lnTo>
                  <a:pt x="638175" y="438150"/>
                </a:lnTo>
                <a:lnTo>
                  <a:pt x="638175" y="466725"/>
                </a:lnTo>
                <a:lnTo>
                  <a:pt x="628650" y="466725"/>
                </a:lnTo>
                <a:close/>
                <a:moveTo>
                  <a:pt x="923925" y="447675"/>
                </a:moveTo>
                <a:lnTo>
                  <a:pt x="942975" y="447675"/>
                </a:lnTo>
                <a:lnTo>
                  <a:pt x="942975" y="457200"/>
                </a:lnTo>
                <a:lnTo>
                  <a:pt x="952500" y="457200"/>
                </a:lnTo>
                <a:lnTo>
                  <a:pt x="952500" y="466725"/>
                </a:lnTo>
                <a:lnTo>
                  <a:pt x="933450" y="466725"/>
                </a:lnTo>
                <a:lnTo>
                  <a:pt x="933450" y="457200"/>
                </a:lnTo>
                <a:lnTo>
                  <a:pt x="923925" y="457200"/>
                </a:lnTo>
                <a:close/>
                <a:moveTo>
                  <a:pt x="1057275" y="447675"/>
                </a:moveTo>
                <a:lnTo>
                  <a:pt x="1066800" y="447675"/>
                </a:lnTo>
                <a:lnTo>
                  <a:pt x="1066800" y="457200"/>
                </a:lnTo>
                <a:lnTo>
                  <a:pt x="1057275" y="457200"/>
                </a:lnTo>
                <a:close/>
                <a:moveTo>
                  <a:pt x="981075" y="457200"/>
                </a:moveTo>
                <a:lnTo>
                  <a:pt x="1000125" y="457200"/>
                </a:lnTo>
                <a:lnTo>
                  <a:pt x="1000125" y="466725"/>
                </a:lnTo>
                <a:lnTo>
                  <a:pt x="981075" y="466725"/>
                </a:lnTo>
                <a:close/>
                <a:moveTo>
                  <a:pt x="1028700" y="457200"/>
                </a:moveTo>
                <a:lnTo>
                  <a:pt x="1047750" y="457200"/>
                </a:lnTo>
                <a:lnTo>
                  <a:pt x="1047750" y="466725"/>
                </a:lnTo>
                <a:lnTo>
                  <a:pt x="1028700" y="466725"/>
                </a:lnTo>
                <a:close/>
                <a:moveTo>
                  <a:pt x="1019175" y="466725"/>
                </a:moveTo>
                <a:lnTo>
                  <a:pt x="1028700" y="466725"/>
                </a:lnTo>
                <a:lnTo>
                  <a:pt x="1028700" y="476250"/>
                </a:lnTo>
                <a:lnTo>
                  <a:pt x="1019175" y="476250"/>
                </a:lnTo>
                <a:close/>
                <a:moveTo>
                  <a:pt x="57150" y="476250"/>
                </a:moveTo>
                <a:lnTo>
                  <a:pt x="66675" y="476250"/>
                </a:lnTo>
                <a:lnTo>
                  <a:pt x="66675" y="495300"/>
                </a:lnTo>
                <a:lnTo>
                  <a:pt x="57150" y="495300"/>
                </a:lnTo>
                <a:close/>
                <a:moveTo>
                  <a:pt x="809625" y="476250"/>
                </a:moveTo>
                <a:lnTo>
                  <a:pt x="819150" y="476250"/>
                </a:lnTo>
                <a:lnTo>
                  <a:pt x="819150" y="485775"/>
                </a:lnTo>
                <a:lnTo>
                  <a:pt x="809625" y="485775"/>
                </a:lnTo>
                <a:close/>
                <a:moveTo>
                  <a:pt x="847725" y="476250"/>
                </a:moveTo>
                <a:lnTo>
                  <a:pt x="876300" y="476250"/>
                </a:lnTo>
                <a:lnTo>
                  <a:pt x="876300" y="485775"/>
                </a:lnTo>
                <a:lnTo>
                  <a:pt x="847725" y="485775"/>
                </a:lnTo>
                <a:close/>
                <a:moveTo>
                  <a:pt x="885825" y="476250"/>
                </a:moveTo>
                <a:lnTo>
                  <a:pt x="914400" y="476250"/>
                </a:lnTo>
                <a:lnTo>
                  <a:pt x="914400" y="485775"/>
                </a:lnTo>
                <a:lnTo>
                  <a:pt x="885825" y="485775"/>
                </a:lnTo>
                <a:close/>
                <a:moveTo>
                  <a:pt x="581025" y="485775"/>
                </a:moveTo>
                <a:lnTo>
                  <a:pt x="590550" y="485775"/>
                </a:lnTo>
                <a:lnTo>
                  <a:pt x="590550" y="504825"/>
                </a:lnTo>
                <a:lnTo>
                  <a:pt x="600075" y="504825"/>
                </a:lnTo>
                <a:lnTo>
                  <a:pt x="600075" y="523875"/>
                </a:lnTo>
                <a:lnTo>
                  <a:pt x="581025" y="523875"/>
                </a:lnTo>
                <a:lnTo>
                  <a:pt x="581025" y="533400"/>
                </a:lnTo>
                <a:lnTo>
                  <a:pt x="590550" y="533400"/>
                </a:lnTo>
                <a:lnTo>
                  <a:pt x="590550" y="542925"/>
                </a:lnTo>
                <a:lnTo>
                  <a:pt x="581025" y="542925"/>
                </a:lnTo>
                <a:lnTo>
                  <a:pt x="581025" y="561975"/>
                </a:lnTo>
                <a:lnTo>
                  <a:pt x="571500" y="561975"/>
                </a:lnTo>
                <a:lnTo>
                  <a:pt x="571500" y="514350"/>
                </a:lnTo>
                <a:lnTo>
                  <a:pt x="581025" y="514350"/>
                </a:lnTo>
                <a:close/>
                <a:moveTo>
                  <a:pt x="66675" y="495300"/>
                </a:moveTo>
                <a:lnTo>
                  <a:pt x="76200" y="495300"/>
                </a:lnTo>
                <a:lnTo>
                  <a:pt x="76200" y="504825"/>
                </a:lnTo>
                <a:lnTo>
                  <a:pt x="66675" y="504825"/>
                </a:lnTo>
                <a:close/>
                <a:moveTo>
                  <a:pt x="628650" y="495300"/>
                </a:moveTo>
                <a:lnTo>
                  <a:pt x="638175" y="495300"/>
                </a:lnTo>
                <a:lnTo>
                  <a:pt x="638175" y="504825"/>
                </a:lnTo>
                <a:lnTo>
                  <a:pt x="647700" y="504825"/>
                </a:lnTo>
                <a:lnTo>
                  <a:pt x="647700" y="523875"/>
                </a:lnTo>
                <a:lnTo>
                  <a:pt x="638175" y="523875"/>
                </a:lnTo>
                <a:lnTo>
                  <a:pt x="638175" y="533400"/>
                </a:lnTo>
                <a:lnTo>
                  <a:pt x="628650" y="533400"/>
                </a:lnTo>
                <a:close/>
                <a:moveTo>
                  <a:pt x="66675" y="542925"/>
                </a:moveTo>
                <a:lnTo>
                  <a:pt x="76200" y="542925"/>
                </a:lnTo>
                <a:lnTo>
                  <a:pt x="76200" y="552450"/>
                </a:lnTo>
                <a:lnTo>
                  <a:pt x="66675" y="552450"/>
                </a:lnTo>
                <a:close/>
                <a:moveTo>
                  <a:pt x="38100" y="552450"/>
                </a:moveTo>
                <a:lnTo>
                  <a:pt x="47625" y="552450"/>
                </a:lnTo>
                <a:lnTo>
                  <a:pt x="47625" y="561975"/>
                </a:lnTo>
                <a:lnTo>
                  <a:pt x="57150" y="561975"/>
                </a:lnTo>
                <a:lnTo>
                  <a:pt x="57150" y="571500"/>
                </a:lnTo>
                <a:lnTo>
                  <a:pt x="38100" y="571500"/>
                </a:lnTo>
                <a:lnTo>
                  <a:pt x="38100" y="581025"/>
                </a:lnTo>
                <a:lnTo>
                  <a:pt x="28575" y="581025"/>
                </a:lnTo>
                <a:lnTo>
                  <a:pt x="28575" y="590550"/>
                </a:lnTo>
                <a:lnTo>
                  <a:pt x="38100" y="590550"/>
                </a:lnTo>
                <a:lnTo>
                  <a:pt x="38100" y="619125"/>
                </a:lnTo>
                <a:lnTo>
                  <a:pt x="57150" y="619125"/>
                </a:lnTo>
                <a:lnTo>
                  <a:pt x="57150" y="628650"/>
                </a:lnTo>
                <a:lnTo>
                  <a:pt x="28575" y="628650"/>
                </a:lnTo>
                <a:lnTo>
                  <a:pt x="28575" y="600075"/>
                </a:lnTo>
                <a:lnTo>
                  <a:pt x="9525" y="600075"/>
                </a:lnTo>
                <a:lnTo>
                  <a:pt x="9525" y="590550"/>
                </a:lnTo>
                <a:lnTo>
                  <a:pt x="19050" y="590550"/>
                </a:lnTo>
                <a:lnTo>
                  <a:pt x="19050" y="581025"/>
                </a:lnTo>
                <a:lnTo>
                  <a:pt x="9525" y="581025"/>
                </a:lnTo>
                <a:lnTo>
                  <a:pt x="9525" y="571500"/>
                </a:lnTo>
                <a:lnTo>
                  <a:pt x="28575" y="571500"/>
                </a:lnTo>
                <a:lnTo>
                  <a:pt x="28575" y="561975"/>
                </a:lnTo>
                <a:lnTo>
                  <a:pt x="38100" y="561975"/>
                </a:lnTo>
                <a:close/>
                <a:moveTo>
                  <a:pt x="552450" y="581025"/>
                </a:moveTo>
                <a:lnTo>
                  <a:pt x="581025" y="581025"/>
                </a:lnTo>
                <a:lnTo>
                  <a:pt x="581025" y="590550"/>
                </a:lnTo>
                <a:lnTo>
                  <a:pt x="552450" y="590550"/>
                </a:lnTo>
                <a:close/>
                <a:moveTo>
                  <a:pt x="647700" y="581025"/>
                </a:moveTo>
                <a:lnTo>
                  <a:pt x="657225" y="581025"/>
                </a:lnTo>
                <a:lnTo>
                  <a:pt x="657225" y="590550"/>
                </a:lnTo>
                <a:lnTo>
                  <a:pt x="647700" y="590550"/>
                </a:lnTo>
                <a:close/>
                <a:moveTo>
                  <a:pt x="590550" y="600075"/>
                </a:moveTo>
                <a:lnTo>
                  <a:pt x="600075" y="600075"/>
                </a:lnTo>
                <a:lnTo>
                  <a:pt x="600075" y="609600"/>
                </a:lnTo>
                <a:lnTo>
                  <a:pt x="590550" y="609600"/>
                </a:lnTo>
                <a:close/>
                <a:moveTo>
                  <a:pt x="628650" y="600075"/>
                </a:moveTo>
                <a:lnTo>
                  <a:pt x="638175" y="600075"/>
                </a:lnTo>
                <a:lnTo>
                  <a:pt x="638175" y="619125"/>
                </a:lnTo>
                <a:lnTo>
                  <a:pt x="628650" y="619125"/>
                </a:lnTo>
                <a:lnTo>
                  <a:pt x="628650" y="628650"/>
                </a:lnTo>
                <a:lnTo>
                  <a:pt x="619125" y="628650"/>
                </a:lnTo>
                <a:lnTo>
                  <a:pt x="619125" y="609600"/>
                </a:lnTo>
                <a:lnTo>
                  <a:pt x="628650" y="609600"/>
                </a:lnTo>
                <a:close/>
                <a:moveTo>
                  <a:pt x="866775" y="609600"/>
                </a:moveTo>
                <a:lnTo>
                  <a:pt x="876300" y="609600"/>
                </a:lnTo>
                <a:lnTo>
                  <a:pt x="876300" y="628650"/>
                </a:lnTo>
                <a:lnTo>
                  <a:pt x="857250" y="628650"/>
                </a:lnTo>
                <a:lnTo>
                  <a:pt x="857250" y="619125"/>
                </a:lnTo>
                <a:lnTo>
                  <a:pt x="866775" y="619125"/>
                </a:lnTo>
                <a:close/>
                <a:moveTo>
                  <a:pt x="942975" y="609600"/>
                </a:moveTo>
                <a:lnTo>
                  <a:pt x="990600" y="609600"/>
                </a:lnTo>
                <a:lnTo>
                  <a:pt x="990600" y="628650"/>
                </a:lnTo>
                <a:lnTo>
                  <a:pt x="981075" y="628650"/>
                </a:lnTo>
                <a:lnTo>
                  <a:pt x="981075" y="619125"/>
                </a:lnTo>
                <a:lnTo>
                  <a:pt x="942975" y="619125"/>
                </a:lnTo>
                <a:close/>
                <a:moveTo>
                  <a:pt x="66675" y="619125"/>
                </a:moveTo>
                <a:lnTo>
                  <a:pt x="76200" y="619125"/>
                </a:lnTo>
                <a:lnTo>
                  <a:pt x="76200" y="628650"/>
                </a:lnTo>
                <a:lnTo>
                  <a:pt x="66675" y="628650"/>
                </a:lnTo>
                <a:close/>
                <a:moveTo>
                  <a:pt x="180975" y="619125"/>
                </a:moveTo>
                <a:lnTo>
                  <a:pt x="190500" y="619125"/>
                </a:lnTo>
                <a:lnTo>
                  <a:pt x="190500" y="628650"/>
                </a:lnTo>
                <a:lnTo>
                  <a:pt x="180975" y="628650"/>
                </a:lnTo>
                <a:close/>
                <a:moveTo>
                  <a:pt x="876300" y="628650"/>
                </a:moveTo>
                <a:lnTo>
                  <a:pt x="885825" y="628650"/>
                </a:lnTo>
                <a:lnTo>
                  <a:pt x="885825" y="638175"/>
                </a:lnTo>
                <a:lnTo>
                  <a:pt x="904875" y="638175"/>
                </a:lnTo>
                <a:lnTo>
                  <a:pt x="904875" y="647700"/>
                </a:lnTo>
                <a:lnTo>
                  <a:pt x="885825" y="647700"/>
                </a:lnTo>
                <a:lnTo>
                  <a:pt x="885825" y="657225"/>
                </a:lnTo>
                <a:lnTo>
                  <a:pt x="876300" y="657225"/>
                </a:lnTo>
                <a:close/>
                <a:moveTo>
                  <a:pt x="914400" y="628650"/>
                </a:moveTo>
                <a:lnTo>
                  <a:pt x="952500" y="628650"/>
                </a:lnTo>
                <a:lnTo>
                  <a:pt x="952500" y="638175"/>
                </a:lnTo>
                <a:lnTo>
                  <a:pt x="942975" y="638175"/>
                </a:lnTo>
                <a:lnTo>
                  <a:pt x="942975" y="657225"/>
                </a:lnTo>
                <a:lnTo>
                  <a:pt x="933450" y="657225"/>
                </a:lnTo>
                <a:lnTo>
                  <a:pt x="933450" y="638175"/>
                </a:lnTo>
                <a:lnTo>
                  <a:pt x="923925" y="638175"/>
                </a:lnTo>
                <a:lnTo>
                  <a:pt x="923925" y="657225"/>
                </a:lnTo>
                <a:lnTo>
                  <a:pt x="914400" y="657225"/>
                </a:lnTo>
                <a:close/>
                <a:moveTo>
                  <a:pt x="962025" y="628650"/>
                </a:moveTo>
                <a:lnTo>
                  <a:pt x="981075" y="628650"/>
                </a:lnTo>
                <a:lnTo>
                  <a:pt x="981075" y="638175"/>
                </a:lnTo>
                <a:lnTo>
                  <a:pt x="962025" y="638175"/>
                </a:lnTo>
                <a:close/>
                <a:moveTo>
                  <a:pt x="419100" y="647700"/>
                </a:moveTo>
                <a:lnTo>
                  <a:pt x="428625" y="647700"/>
                </a:lnTo>
                <a:lnTo>
                  <a:pt x="428625" y="657225"/>
                </a:lnTo>
                <a:lnTo>
                  <a:pt x="419100" y="657225"/>
                </a:lnTo>
                <a:close/>
                <a:moveTo>
                  <a:pt x="457200" y="647700"/>
                </a:moveTo>
                <a:lnTo>
                  <a:pt x="476250" y="647700"/>
                </a:lnTo>
                <a:lnTo>
                  <a:pt x="476250" y="657225"/>
                </a:lnTo>
                <a:lnTo>
                  <a:pt x="514350" y="657225"/>
                </a:lnTo>
                <a:lnTo>
                  <a:pt x="514350" y="666750"/>
                </a:lnTo>
                <a:lnTo>
                  <a:pt x="504825" y="666750"/>
                </a:lnTo>
                <a:lnTo>
                  <a:pt x="504825" y="714375"/>
                </a:lnTo>
                <a:lnTo>
                  <a:pt x="485775" y="714375"/>
                </a:lnTo>
                <a:lnTo>
                  <a:pt x="485775" y="723900"/>
                </a:lnTo>
                <a:lnTo>
                  <a:pt x="476250" y="723900"/>
                </a:lnTo>
                <a:lnTo>
                  <a:pt x="476250" y="733425"/>
                </a:lnTo>
                <a:lnTo>
                  <a:pt x="485775" y="733425"/>
                </a:lnTo>
                <a:lnTo>
                  <a:pt x="485775" y="742950"/>
                </a:lnTo>
                <a:lnTo>
                  <a:pt x="495300" y="742950"/>
                </a:lnTo>
                <a:lnTo>
                  <a:pt x="495300" y="752475"/>
                </a:lnTo>
                <a:lnTo>
                  <a:pt x="504825" y="752475"/>
                </a:lnTo>
                <a:lnTo>
                  <a:pt x="504825" y="762000"/>
                </a:lnTo>
                <a:lnTo>
                  <a:pt x="495300" y="762000"/>
                </a:lnTo>
                <a:lnTo>
                  <a:pt x="495300" y="790575"/>
                </a:lnTo>
                <a:lnTo>
                  <a:pt x="504825" y="790575"/>
                </a:lnTo>
                <a:lnTo>
                  <a:pt x="504825" y="781050"/>
                </a:lnTo>
                <a:lnTo>
                  <a:pt x="514350" y="781050"/>
                </a:lnTo>
                <a:lnTo>
                  <a:pt x="514350" y="809625"/>
                </a:lnTo>
                <a:lnTo>
                  <a:pt x="495300" y="809625"/>
                </a:lnTo>
                <a:lnTo>
                  <a:pt x="495300" y="800100"/>
                </a:lnTo>
                <a:lnTo>
                  <a:pt x="476250" y="800100"/>
                </a:lnTo>
                <a:lnTo>
                  <a:pt x="476250" y="790575"/>
                </a:lnTo>
                <a:lnTo>
                  <a:pt x="466725" y="790575"/>
                </a:lnTo>
                <a:lnTo>
                  <a:pt x="466725" y="771525"/>
                </a:lnTo>
                <a:lnTo>
                  <a:pt x="457200" y="771525"/>
                </a:lnTo>
                <a:lnTo>
                  <a:pt x="457200" y="762000"/>
                </a:lnTo>
                <a:lnTo>
                  <a:pt x="466725" y="762000"/>
                </a:lnTo>
                <a:lnTo>
                  <a:pt x="466725" y="752475"/>
                </a:lnTo>
                <a:lnTo>
                  <a:pt x="457200" y="752475"/>
                </a:lnTo>
                <a:lnTo>
                  <a:pt x="457200" y="742950"/>
                </a:lnTo>
                <a:lnTo>
                  <a:pt x="466725" y="742950"/>
                </a:lnTo>
                <a:lnTo>
                  <a:pt x="466725" y="733425"/>
                </a:lnTo>
                <a:lnTo>
                  <a:pt x="457200" y="733425"/>
                </a:lnTo>
                <a:lnTo>
                  <a:pt x="457200" y="714375"/>
                </a:lnTo>
                <a:lnTo>
                  <a:pt x="466725" y="714375"/>
                </a:lnTo>
                <a:lnTo>
                  <a:pt x="466725" y="695325"/>
                </a:lnTo>
                <a:lnTo>
                  <a:pt x="476250" y="695325"/>
                </a:lnTo>
                <a:lnTo>
                  <a:pt x="476250" y="704850"/>
                </a:lnTo>
                <a:lnTo>
                  <a:pt x="495300" y="704850"/>
                </a:lnTo>
                <a:lnTo>
                  <a:pt x="495300" y="666750"/>
                </a:lnTo>
                <a:lnTo>
                  <a:pt x="485775" y="666750"/>
                </a:lnTo>
                <a:lnTo>
                  <a:pt x="485775" y="685800"/>
                </a:lnTo>
                <a:lnTo>
                  <a:pt x="466725" y="685800"/>
                </a:lnTo>
                <a:lnTo>
                  <a:pt x="466725" y="676275"/>
                </a:lnTo>
                <a:lnTo>
                  <a:pt x="457200" y="676275"/>
                </a:lnTo>
                <a:lnTo>
                  <a:pt x="457200" y="666750"/>
                </a:lnTo>
                <a:lnTo>
                  <a:pt x="466725" y="666750"/>
                </a:lnTo>
                <a:lnTo>
                  <a:pt x="466725" y="657225"/>
                </a:lnTo>
                <a:lnTo>
                  <a:pt x="457200" y="657225"/>
                </a:lnTo>
                <a:close/>
                <a:moveTo>
                  <a:pt x="752475" y="647700"/>
                </a:moveTo>
                <a:lnTo>
                  <a:pt x="790575" y="647700"/>
                </a:lnTo>
                <a:lnTo>
                  <a:pt x="790575" y="657225"/>
                </a:lnTo>
                <a:lnTo>
                  <a:pt x="752475" y="657225"/>
                </a:lnTo>
                <a:close/>
                <a:moveTo>
                  <a:pt x="28575" y="657225"/>
                </a:moveTo>
                <a:lnTo>
                  <a:pt x="38100" y="657225"/>
                </a:lnTo>
                <a:lnTo>
                  <a:pt x="38100" y="676275"/>
                </a:lnTo>
                <a:lnTo>
                  <a:pt x="28575" y="676275"/>
                </a:lnTo>
                <a:close/>
                <a:moveTo>
                  <a:pt x="85725" y="657225"/>
                </a:moveTo>
                <a:lnTo>
                  <a:pt x="104775" y="657225"/>
                </a:lnTo>
                <a:lnTo>
                  <a:pt x="104775" y="666750"/>
                </a:lnTo>
                <a:lnTo>
                  <a:pt x="114300" y="666750"/>
                </a:lnTo>
                <a:lnTo>
                  <a:pt x="114300" y="657225"/>
                </a:lnTo>
                <a:lnTo>
                  <a:pt x="123825" y="657225"/>
                </a:lnTo>
                <a:lnTo>
                  <a:pt x="123825" y="666750"/>
                </a:lnTo>
                <a:lnTo>
                  <a:pt x="133350" y="666750"/>
                </a:lnTo>
                <a:lnTo>
                  <a:pt x="133350" y="676275"/>
                </a:lnTo>
                <a:lnTo>
                  <a:pt x="123825" y="676275"/>
                </a:lnTo>
                <a:lnTo>
                  <a:pt x="123825" y="685800"/>
                </a:lnTo>
                <a:lnTo>
                  <a:pt x="104775" y="685800"/>
                </a:lnTo>
                <a:lnTo>
                  <a:pt x="104775" y="676275"/>
                </a:lnTo>
                <a:lnTo>
                  <a:pt x="76200" y="676275"/>
                </a:lnTo>
                <a:lnTo>
                  <a:pt x="76200" y="695325"/>
                </a:lnTo>
                <a:lnTo>
                  <a:pt x="66675" y="695325"/>
                </a:lnTo>
                <a:lnTo>
                  <a:pt x="66675" y="676275"/>
                </a:lnTo>
                <a:lnTo>
                  <a:pt x="47625" y="676275"/>
                </a:lnTo>
                <a:lnTo>
                  <a:pt x="47625" y="666750"/>
                </a:lnTo>
                <a:lnTo>
                  <a:pt x="85725" y="666750"/>
                </a:lnTo>
                <a:close/>
                <a:moveTo>
                  <a:pt x="266700" y="657225"/>
                </a:moveTo>
                <a:lnTo>
                  <a:pt x="276225" y="657225"/>
                </a:lnTo>
                <a:lnTo>
                  <a:pt x="276225" y="666750"/>
                </a:lnTo>
                <a:lnTo>
                  <a:pt x="266700" y="666750"/>
                </a:lnTo>
                <a:close/>
                <a:moveTo>
                  <a:pt x="866775" y="657225"/>
                </a:moveTo>
                <a:lnTo>
                  <a:pt x="876300" y="657225"/>
                </a:lnTo>
                <a:lnTo>
                  <a:pt x="876300" y="666750"/>
                </a:lnTo>
                <a:lnTo>
                  <a:pt x="866775" y="666750"/>
                </a:lnTo>
                <a:close/>
                <a:moveTo>
                  <a:pt x="895350" y="657225"/>
                </a:moveTo>
                <a:lnTo>
                  <a:pt x="904875" y="657225"/>
                </a:lnTo>
                <a:lnTo>
                  <a:pt x="904875" y="685800"/>
                </a:lnTo>
                <a:lnTo>
                  <a:pt x="914400" y="685800"/>
                </a:lnTo>
                <a:lnTo>
                  <a:pt x="914400" y="704850"/>
                </a:lnTo>
                <a:lnTo>
                  <a:pt x="904875" y="704850"/>
                </a:lnTo>
                <a:lnTo>
                  <a:pt x="904875" y="714375"/>
                </a:lnTo>
                <a:lnTo>
                  <a:pt x="895350" y="714375"/>
                </a:lnTo>
                <a:lnTo>
                  <a:pt x="895350" y="704850"/>
                </a:lnTo>
                <a:lnTo>
                  <a:pt x="885825" y="704850"/>
                </a:lnTo>
                <a:lnTo>
                  <a:pt x="885825" y="714375"/>
                </a:lnTo>
                <a:lnTo>
                  <a:pt x="876300" y="714375"/>
                </a:lnTo>
                <a:lnTo>
                  <a:pt x="876300" y="695325"/>
                </a:lnTo>
                <a:lnTo>
                  <a:pt x="885825" y="695325"/>
                </a:lnTo>
                <a:lnTo>
                  <a:pt x="885825" y="685800"/>
                </a:lnTo>
                <a:lnTo>
                  <a:pt x="876300" y="685800"/>
                </a:lnTo>
                <a:lnTo>
                  <a:pt x="876300" y="666750"/>
                </a:lnTo>
                <a:lnTo>
                  <a:pt x="895350" y="666750"/>
                </a:lnTo>
                <a:close/>
                <a:moveTo>
                  <a:pt x="161925" y="666750"/>
                </a:moveTo>
                <a:lnTo>
                  <a:pt x="190500" y="666750"/>
                </a:lnTo>
                <a:lnTo>
                  <a:pt x="190500" y="685800"/>
                </a:lnTo>
                <a:lnTo>
                  <a:pt x="161925" y="685800"/>
                </a:lnTo>
                <a:close/>
                <a:moveTo>
                  <a:pt x="276225" y="666750"/>
                </a:moveTo>
                <a:lnTo>
                  <a:pt x="285750" y="666750"/>
                </a:lnTo>
                <a:lnTo>
                  <a:pt x="285750" y="676275"/>
                </a:lnTo>
                <a:lnTo>
                  <a:pt x="276225" y="676275"/>
                </a:lnTo>
                <a:close/>
                <a:moveTo>
                  <a:pt x="819150" y="666750"/>
                </a:moveTo>
                <a:lnTo>
                  <a:pt x="828675" y="666750"/>
                </a:lnTo>
                <a:lnTo>
                  <a:pt x="828675" y="685800"/>
                </a:lnTo>
                <a:lnTo>
                  <a:pt x="819150" y="685800"/>
                </a:lnTo>
                <a:lnTo>
                  <a:pt x="819150" y="695325"/>
                </a:lnTo>
                <a:lnTo>
                  <a:pt x="809625" y="695325"/>
                </a:lnTo>
                <a:lnTo>
                  <a:pt x="809625" y="676275"/>
                </a:lnTo>
                <a:lnTo>
                  <a:pt x="819150" y="676275"/>
                </a:lnTo>
                <a:close/>
                <a:moveTo>
                  <a:pt x="285750" y="676275"/>
                </a:moveTo>
                <a:lnTo>
                  <a:pt x="295275" y="676275"/>
                </a:lnTo>
                <a:lnTo>
                  <a:pt x="295275" y="685800"/>
                </a:lnTo>
                <a:lnTo>
                  <a:pt x="342900" y="685800"/>
                </a:lnTo>
                <a:lnTo>
                  <a:pt x="342900" y="695325"/>
                </a:lnTo>
                <a:lnTo>
                  <a:pt x="333375" y="695325"/>
                </a:lnTo>
                <a:lnTo>
                  <a:pt x="333375" y="714375"/>
                </a:lnTo>
                <a:lnTo>
                  <a:pt x="304800" y="714375"/>
                </a:lnTo>
                <a:lnTo>
                  <a:pt x="304800" y="704850"/>
                </a:lnTo>
                <a:lnTo>
                  <a:pt x="285750" y="704850"/>
                </a:lnTo>
                <a:lnTo>
                  <a:pt x="285750" y="695325"/>
                </a:lnTo>
                <a:lnTo>
                  <a:pt x="276225" y="695325"/>
                </a:lnTo>
                <a:lnTo>
                  <a:pt x="276225" y="714375"/>
                </a:lnTo>
                <a:lnTo>
                  <a:pt x="295275" y="714375"/>
                </a:lnTo>
                <a:lnTo>
                  <a:pt x="295275" y="733425"/>
                </a:lnTo>
                <a:lnTo>
                  <a:pt x="304800" y="733425"/>
                </a:lnTo>
                <a:lnTo>
                  <a:pt x="304800" y="742950"/>
                </a:lnTo>
                <a:lnTo>
                  <a:pt x="314325" y="742950"/>
                </a:lnTo>
                <a:lnTo>
                  <a:pt x="314325" y="752475"/>
                </a:lnTo>
                <a:lnTo>
                  <a:pt x="342900" y="752475"/>
                </a:lnTo>
                <a:lnTo>
                  <a:pt x="342900" y="762000"/>
                </a:lnTo>
                <a:lnTo>
                  <a:pt x="352425" y="762000"/>
                </a:lnTo>
                <a:lnTo>
                  <a:pt x="352425" y="781050"/>
                </a:lnTo>
                <a:lnTo>
                  <a:pt x="342900" y="781050"/>
                </a:lnTo>
                <a:lnTo>
                  <a:pt x="342900" y="790575"/>
                </a:lnTo>
                <a:lnTo>
                  <a:pt x="333375" y="790575"/>
                </a:lnTo>
                <a:lnTo>
                  <a:pt x="333375" y="809625"/>
                </a:lnTo>
                <a:lnTo>
                  <a:pt x="314325" y="809625"/>
                </a:lnTo>
                <a:lnTo>
                  <a:pt x="314325" y="781050"/>
                </a:lnTo>
                <a:lnTo>
                  <a:pt x="304800" y="781050"/>
                </a:lnTo>
                <a:lnTo>
                  <a:pt x="304800" y="762000"/>
                </a:lnTo>
                <a:lnTo>
                  <a:pt x="295275" y="762000"/>
                </a:lnTo>
                <a:lnTo>
                  <a:pt x="295275" y="752475"/>
                </a:lnTo>
                <a:lnTo>
                  <a:pt x="285750" y="752475"/>
                </a:lnTo>
                <a:lnTo>
                  <a:pt x="285750" y="771525"/>
                </a:lnTo>
                <a:lnTo>
                  <a:pt x="247650" y="771525"/>
                </a:lnTo>
                <a:lnTo>
                  <a:pt x="247650" y="752475"/>
                </a:lnTo>
                <a:lnTo>
                  <a:pt x="257175" y="752475"/>
                </a:lnTo>
                <a:lnTo>
                  <a:pt x="257175" y="742950"/>
                </a:lnTo>
                <a:lnTo>
                  <a:pt x="285750" y="742950"/>
                </a:lnTo>
                <a:lnTo>
                  <a:pt x="285750" y="733425"/>
                </a:lnTo>
                <a:lnTo>
                  <a:pt x="276225" y="733425"/>
                </a:lnTo>
                <a:lnTo>
                  <a:pt x="276225" y="723900"/>
                </a:lnTo>
                <a:lnTo>
                  <a:pt x="266700" y="723900"/>
                </a:lnTo>
                <a:lnTo>
                  <a:pt x="266700" y="685800"/>
                </a:lnTo>
                <a:lnTo>
                  <a:pt x="285750" y="685800"/>
                </a:lnTo>
                <a:close/>
                <a:moveTo>
                  <a:pt x="1114425" y="676275"/>
                </a:moveTo>
                <a:lnTo>
                  <a:pt x="1133475" y="676275"/>
                </a:lnTo>
                <a:lnTo>
                  <a:pt x="1133475" y="695325"/>
                </a:lnTo>
                <a:lnTo>
                  <a:pt x="1143000" y="695325"/>
                </a:lnTo>
                <a:lnTo>
                  <a:pt x="1143000" y="685800"/>
                </a:lnTo>
                <a:lnTo>
                  <a:pt x="1190625" y="685800"/>
                </a:lnTo>
                <a:lnTo>
                  <a:pt x="1190625" y="676275"/>
                </a:lnTo>
                <a:lnTo>
                  <a:pt x="1200150" y="676275"/>
                </a:lnTo>
                <a:lnTo>
                  <a:pt x="1200150" y="685800"/>
                </a:lnTo>
                <a:lnTo>
                  <a:pt x="1190625" y="685800"/>
                </a:lnTo>
                <a:lnTo>
                  <a:pt x="1190625" y="695325"/>
                </a:lnTo>
                <a:lnTo>
                  <a:pt x="1143000" y="695325"/>
                </a:lnTo>
                <a:lnTo>
                  <a:pt x="1143000" y="704850"/>
                </a:lnTo>
                <a:lnTo>
                  <a:pt x="1123950" y="704850"/>
                </a:lnTo>
                <a:lnTo>
                  <a:pt x="1123950" y="685800"/>
                </a:lnTo>
                <a:lnTo>
                  <a:pt x="1114425" y="685800"/>
                </a:lnTo>
                <a:close/>
                <a:moveTo>
                  <a:pt x="190500" y="685800"/>
                </a:moveTo>
                <a:lnTo>
                  <a:pt x="219075" y="685800"/>
                </a:lnTo>
                <a:lnTo>
                  <a:pt x="219075" y="704850"/>
                </a:lnTo>
                <a:lnTo>
                  <a:pt x="209550" y="704850"/>
                </a:lnTo>
                <a:lnTo>
                  <a:pt x="209550" y="723900"/>
                </a:lnTo>
                <a:lnTo>
                  <a:pt x="219075" y="723900"/>
                </a:lnTo>
                <a:lnTo>
                  <a:pt x="219075" y="733425"/>
                </a:lnTo>
                <a:lnTo>
                  <a:pt x="200025" y="733425"/>
                </a:lnTo>
                <a:lnTo>
                  <a:pt x="200025" y="742950"/>
                </a:lnTo>
                <a:lnTo>
                  <a:pt x="209550" y="742950"/>
                </a:lnTo>
                <a:lnTo>
                  <a:pt x="209550" y="752475"/>
                </a:lnTo>
                <a:lnTo>
                  <a:pt x="219075" y="752475"/>
                </a:lnTo>
                <a:lnTo>
                  <a:pt x="219075" y="790575"/>
                </a:lnTo>
                <a:lnTo>
                  <a:pt x="209550" y="790575"/>
                </a:lnTo>
                <a:lnTo>
                  <a:pt x="209550" y="809625"/>
                </a:lnTo>
                <a:lnTo>
                  <a:pt x="190500" y="809625"/>
                </a:lnTo>
                <a:lnTo>
                  <a:pt x="190500" y="781050"/>
                </a:lnTo>
                <a:lnTo>
                  <a:pt x="180975" y="781050"/>
                </a:lnTo>
                <a:lnTo>
                  <a:pt x="180975" y="752475"/>
                </a:lnTo>
                <a:lnTo>
                  <a:pt x="171450" y="752475"/>
                </a:lnTo>
                <a:lnTo>
                  <a:pt x="171450" y="742950"/>
                </a:lnTo>
                <a:lnTo>
                  <a:pt x="161925" y="742950"/>
                </a:lnTo>
                <a:lnTo>
                  <a:pt x="161925" y="723900"/>
                </a:lnTo>
                <a:lnTo>
                  <a:pt x="171450" y="723900"/>
                </a:lnTo>
                <a:lnTo>
                  <a:pt x="171450" y="714375"/>
                </a:lnTo>
                <a:lnTo>
                  <a:pt x="161925" y="714375"/>
                </a:lnTo>
                <a:lnTo>
                  <a:pt x="161925" y="695325"/>
                </a:lnTo>
                <a:lnTo>
                  <a:pt x="171450" y="695325"/>
                </a:lnTo>
                <a:lnTo>
                  <a:pt x="171450" y="704850"/>
                </a:lnTo>
                <a:lnTo>
                  <a:pt x="190500" y="704850"/>
                </a:lnTo>
                <a:close/>
                <a:moveTo>
                  <a:pt x="685800" y="685800"/>
                </a:moveTo>
                <a:lnTo>
                  <a:pt x="714375" y="685800"/>
                </a:lnTo>
                <a:lnTo>
                  <a:pt x="714375" y="695325"/>
                </a:lnTo>
                <a:lnTo>
                  <a:pt x="685800" y="695325"/>
                </a:lnTo>
                <a:close/>
                <a:moveTo>
                  <a:pt x="762000" y="685800"/>
                </a:moveTo>
                <a:lnTo>
                  <a:pt x="771525" y="685800"/>
                </a:lnTo>
                <a:lnTo>
                  <a:pt x="771525" y="695325"/>
                </a:lnTo>
                <a:lnTo>
                  <a:pt x="762000" y="695325"/>
                </a:lnTo>
                <a:close/>
                <a:moveTo>
                  <a:pt x="1076325" y="685800"/>
                </a:moveTo>
                <a:lnTo>
                  <a:pt x="1085850" y="685800"/>
                </a:lnTo>
                <a:lnTo>
                  <a:pt x="1085850" y="714375"/>
                </a:lnTo>
                <a:lnTo>
                  <a:pt x="1076325" y="714375"/>
                </a:lnTo>
                <a:lnTo>
                  <a:pt x="1076325" y="704850"/>
                </a:lnTo>
                <a:lnTo>
                  <a:pt x="1066800" y="704850"/>
                </a:lnTo>
                <a:lnTo>
                  <a:pt x="1066800" y="695325"/>
                </a:lnTo>
                <a:lnTo>
                  <a:pt x="1076325" y="695325"/>
                </a:lnTo>
                <a:close/>
                <a:moveTo>
                  <a:pt x="0" y="695325"/>
                </a:moveTo>
                <a:lnTo>
                  <a:pt x="9525" y="695325"/>
                </a:lnTo>
                <a:lnTo>
                  <a:pt x="9525" y="704850"/>
                </a:lnTo>
                <a:lnTo>
                  <a:pt x="0" y="704850"/>
                </a:lnTo>
                <a:close/>
                <a:moveTo>
                  <a:pt x="514350" y="695325"/>
                </a:moveTo>
                <a:lnTo>
                  <a:pt x="533400" y="695325"/>
                </a:lnTo>
                <a:lnTo>
                  <a:pt x="533400" y="704850"/>
                </a:lnTo>
                <a:lnTo>
                  <a:pt x="523875" y="704850"/>
                </a:lnTo>
                <a:lnTo>
                  <a:pt x="523875" y="714375"/>
                </a:lnTo>
                <a:lnTo>
                  <a:pt x="514350" y="714375"/>
                </a:lnTo>
                <a:close/>
                <a:moveTo>
                  <a:pt x="581025" y="695325"/>
                </a:moveTo>
                <a:lnTo>
                  <a:pt x="590550" y="695325"/>
                </a:lnTo>
                <a:lnTo>
                  <a:pt x="590550" y="704850"/>
                </a:lnTo>
                <a:lnTo>
                  <a:pt x="581025" y="704850"/>
                </a:lnTo>
                <a:close/>
                <a:moveTo>
                  <a:pt x="981075" y="695325"/>
                </a:moveTo>
                <a:lnTo>
                  <a:pt x="990600" y="695325"/>
                </a:lnTo>
                <a:lnTo>
                  <a:pt x="990600" y="704850"/>
                </a:lnTo>
                <a:lnTo>
                  <a:pt x="981075" y="704850"/>
                </a:lnTo>
                <a:close/>
                <a:moveTo>
                  <a:pt x="19050" y="704850"/>
                </a:moveTo>
                <a:lnTo>
                  <a:pt x="28575" y="704850"/>
                </a:lnTo>
                <a:lnTo>
                  <a:pt x="28575" y="714375"/>
                </a:lnTo>
                <a:lnTo>
                  <a:pt x="38100" y="714375"/>
                </a:lnTo>
                <a:lnTo>
                  <a:pt x="38100" y="733425"/>
                </a:lnTo>
                <a:lnTo>
                  <a:pt x="9525" y="733425"/>
                </a:lnTo>
                <a:lnTo>
                  <a:pt x="9525" y="714375"/>
                </a:lnTo>
                <a:lnTo>
                  <a:pt x="19050" y="714375"/>
                </a:lnTo>
                <a:close/>
                <a:moveTo>
                  <a:pt x="57150" y="704850"/>
                </a:moveTo>
                <a:lnTo>
                  <a:pt x="76200" y="704850"/>
                </a:lnTo>
                <a:lnTo>
                  <a:pt x="76200" y="714375"/>
                </a:lnTo>
                <a:lnTo>
                  <a:pt x="57150" y="714375"/>
                </a:lnTo>
                <a:close/>
                <a:moveTo>
                  <a:pt x="361950" y="704850"/>
                </a:moveTo>
                <a:lnTo>
                  <a:pt x="381000" y="704850"/>
                </a:lnTo>
                <a:lnTo>
                  <a:pt x="381000" y="714375"/>
                </a:lnTo>
                <a:lnTo>
                  <a:pt x="371475" y="714375"/>
                </a:lnTo>
                <a:lnTo>
                  <a:pt x="371475" y="723900"/>
                </a:lnTo>
                <a:lnTo>
                  <a:pt x="409575" y="723900"/>
                </a:lnTo>
                <a:lnTo>
                  <a:pt x="409575" y="714375"/>
                </a:lnTo>
                <a:lnTo>
                  <a:pt x="419100" y="714375"/>
                </a:lnTo>
                <a:lnTo>
                  <a:pt x="419100" y="723900"/>
                </a:lnTo>
                <a:lnTo>
                  <a:pt x="428625" y="723900"/>
                </a:lnTo>
                <a:lnTo>
                  <a:pt x="428625" y="742950"/>
                </a:lnTo>
                <a:lnTo>
                  <a:pt x="419100" y="742950"/>
                </a:lnTo>
                <a:lnTo>
                  <a:pt x="419100" y="752475"/>
                </a:lnTo>
                <a:lnTo>
                  <a:pt x="409575" y="752475"/>
                </a:lnTo>
                <a:lnTo>
                  <a:pt x="409575" y="771525"/>
                </a:lnTo>
                <a:lnTo>
                  <a:pt x="381000" y="771525"/>
                </a:lnTo>
                <a:lnTo>
                  <a:pt x="381000" y="762000"/>
                </a:lnTo>
                <a:lnTo>
                  <a:pt x="371475" y="762000"/>
                </a:lnTo>
                <a:lnTo>
                  <a:pt x="371475" y="742950"/>
                </a:lnTo>
                <a:lnTo>
                  <a:pt x="361950" y="742950"/>
                </a:lnTo>
                <a:lnTo>
                  <a:pt x="361950" y="723900"/>
                </a:lnTo>
                <a:lnTo>
                  <a:pt x="342900" y="723900"/>
                </a:lnTo>
                <a:lnTo>
                  <a:pt x="342900" y="714375"/>
                </a:lnTo>
                <a:lnTo>
                  <a:pt x="361950" y="714375"/>
                </a:lnTo>
                <a:close/>
                <a:moveTo>
                  <a:pt x="790575" y="704850"/>
                </a:moveTo>
                <a:lnTo>
                  <a:pt x="800100" y="704850"/>
                </a:lnTo>
                <a:lnTo>
                  <a:pt x="800100" y="752475"/>
                </a:lnTo>
                <a:lnTo>
                  <a:pt x="790575" y="752475"/>
                </a:lnTo>
                <a:lnTo>
                  <a:pt x="790575" y="762000"/>
                </a:lnTo>
                <a:lnTo>
                  <a:pt x="781050" y="762000"/>
                </a:lnTo>
                <a:lnTo>
                  <a:pt x="781050" y="771525"/>
                </a:lnTo>
                <a:lnTo>
                  <a:pt x="771525" y="771525"/>
                </a:lnTo>
                <a:lnTo>
                  <a:pt x="771525" y="790575"/>
                </a:lnTo>
                <a:lnTo>
                  <a:pt x="781050" y="790575"/>
                </a:lnTo>
                <a:lnTo>
                  <a:pt x="781050" y="800100"/>
                </a:lnTo>
                <a:lnTo>
                  <a:pt x="790575" y="800100"/>
                </a:lnTo>
                <a:lnTo>
                  <a:pt x="790575" y="809625"/>
                </a:lnTo>
                <a:lnTo>
                  <a:pt x="752475" y="809625"/>
                </a:lnTo>
                <a:lnTo>
                  <a:pt x="752475" y="800100"/>
                </a:lnTo>
                <a:lnTo>
                  <a:pt x="714375" y="800100"/>
                </a:lnTo>
                <a:lnTo>
                  <a:pt x="714375" y="809625"/>
                </a:lnTo>
                <a:lnTo>
                  <a:pt x="695325" y="809625"/>
                </a:lnTo>
                <a:lnTo>
                  <a:pt x="695325" y="800100"/>
                </a:lnTo>
                <a:lnTo>
                  <a:pt x="685800" y="800100"/>
                </a:lnTo>
                <a:lnTo>
                  <a:pt x="685800" y="790575"/>
                </a:lnTo>
                <a:lnTo>
                  <a:pt x="676275" y="790575"/>
                </a:lnTo>
                <a:lnTo>
                  <a:pt x="676275" y="781050"/>
                </a:lnTo>
                <a:lnTo>
                  <a:pt x="647700" y="781050"/>
                </a:lnTo>
                <a:lnTo>
                  <a:pt x="647700" y="752475"/>
                </a:lnTo>
                <a:lnTo>
                  <a:pt x="666750" y="752475"/>
                </a:lnTo>
                <a:lnTo>
                  <a:pt x="666750" y="742950"/>
                </a:lnTo>
                <a:lnTo>
                  <a:pt x="676275" y="742950"/>
                </a:lnTo>
                <a:lnTo>
                  <a:pt x="676275" y="752475"/>
                </a:lnTo>
                <a:lnTo>
                  <a:pt x="685800" y="752475"/>
                </a:lnTo>
                <a:lnTo>
                  <a:pt x="685800" y="771525"/>
                </a:lnTo>
                <a:lnTo>
                  <a:pt x="695325" y="771525"/>
                </a:lnTo>
                <a:lnTo>
                  <a:pt x="695325" y="790575"/>
                </a:lnTo>
                <a:lnTo>
                  <a:pt x="704850" y="790575"/>
                </a:lnTo>
                <a:lnTo>
                  <a:pt x="704850" y="762000"/>
                </a:lnTo>
                <a:lnTo>
                  <a:pt x="714375" y="762000"/>
                </a:lnTo>
                <a:lnTo>
                  <a:pt x="714375" y="752475"/>
                </a:lnTo>
                <a:lnTo>
                  <a:pt x="723900" y="752475"/>
                </a:lnTo>
                <a:lnTo>
                  <a:pt x="723900" y="771525"/>
                </a:lnTo>
                <a:lnTo>
                  <a:pt x="733425" y="771525"/>
                </a:lnTo>
                <a:lnTo>
                  <a:pt x="733425" y="781050"/>
                </a:lnTo>
                <a:lnTo>
                  <a:pt x="762000" y="781050"/>
                </a:lnTo>
                <a:lnTo>
                  <a:pt x="762000" y="762000"/>
                </a:lnTo>
                <a:lnTo>
                  <a:pt x="771525" y="762000"/>
                </a:lnTo>
                <a:lnTo>
                  <a:pt x="771525" y="742950"/>
                </a:lnTo>
                <a:lnTo>
                  <a:pt x="781050" y="742950"/>
                </a:lnTo>
                <a:lnTo>
                  <a:pt x="781050" y="733425"/>
                </a:lnTo>
                <a:lnTo>
                  <a:pt x="771525" y="733425"/>
                </a:lnTo>
                <a:lnTo>
                  <a:pt x="771525" y="723900"/>
                </a:lnTo>
                <a:lnTo>
                  <a:pt x="781050" y="723900"/>
                </a:lnTo>
                <a:lnTo>
                  <a:pt x="781050" y="714375"/>
                </a:lnTo>
                <a:lnTo>
                  <a:pt x="790575" y="714375"/>
                </a:lnTo>
                <a:close/>
                <a:moveTo>
                  <a:pt x="1057275" y="704850"/>
                </a:moveTo>
                <a:lnTo>
                  <a:pt x="1066800" y="704850"/>
                </a:lnTo>
                <a:lnTo>
                  <a:pt x="1066800" y="714375"/>
                </a:lnTo>
                <a:lnTo>
                  <a:pt x="1076325" y="714375"/>
                </a:lnTo>
                <a:lnTo>
                  <a:pt x="1076325" y="723900"/>
                </a:lnTo>
                <a:lnTo>
                  <a:pt x="1066800" y="723900"/>
                </a:lnTo>
                <a:lnTo>
                  <a:pt x="1066800" y="733425"/>
                </a:lnTo>
                <a:lnTo>
                  <a:pt x="1057275" y="733425"/>
                </a:lnTo>
                <a:close/>
                <a:moveTo>
                  <a:pt x="190500" y="714375"/>
                </a:moveTo>
                <a:lnTo>
                  <a:pt x="200025" y="714375"/>
                </a:lnTo>
                <a:lnTo>
                  <a:pt x="200025" y="704850"/>
                </a:lnTo>
                <a:lnTo>
                  <a:pt x="190500" y="704850"/>
                </a:lnTo>
                <a:close/>
                <a:moveTo>
                  <a:pt x="228600" y="714375"/>
                </a:moveTo>
                <a:lnTo>
                  <a:pt x="238125" y="714375"/>
                </a:lnTo>
                <a:lnTo>
                  <a:pt x="238125" y="723900"/>
                </a:lnTo>
                <a:lnTo>
                  <a:pt x="247650" y="723900"/>
                </a:lnTo>
                <a:lnTo>
                  <a:pt x="247650" y="742950"/>
                </a:lnTo>
                <a:lnTo>
                  <a:pt x="219075" y="742950"/>
                </a:lnTo>
                <a:lnTo>
                  <a:pt x="219075" y="733425"/>
                </a:lnTo>
                <a:lnTo>
                  <a:pt x="228600" y="733425"/>
                </a:lnTo>
                <a:close/>
                <a:moveTo>
                  <a:pt x="742950" y="714375"/>
                </a:moveTo>
                <a:lnTo>
                  <a:pt x="752475" y="714375"/>
                </a:lnTo>
                <a:lnTo>
                  <a:pt x="752475" y="723900"/>
                </a:lnTo>
                <a:lnTo>
                  <a:pt x="742950" y="723900"/>
                </a:lnTo>
                <a:close/>
                <a:moveTo>
                  <a:pt x="857250" y="714375"/>
                </a:moveTo>
                <a:lnTo>
                  <a:pt x="866775" y="714375"/>
                </a:lnTo>
                <a:lnTo>
                  <a:pt x="866775" y="733425"/>
                </a:lnTo>
                <a:lnTo>
                  <a:pt x="857250" y="733425"/>
                </a:lnTo>
                <a:close/>
                <a:moveTo>
                  <a:pt x="1190625" y="714375"/>
                </a:moveTo>
                <a:lnTo>
                  <a:pt x="1200150" y="714375"/>
                </a:lnTo>
                <a:lnTo>
                  <a:pt x="1200150" y="733425"/>
                </a:lnTo>
                <a:lnTo>
                  <a:pt x="1209675" y="733425"/>
                </a:lnTo>
                <a:lnTo>
                  <a:pt x="1209675" y="762000"/>
                </a:lnTo>
                <a:lnTo>
                  <a:pt x="1181100" y="762000"/>
                </a:lnTo>
                <a:lnTo>
                  <a:pt x="1181100" y="752475"/>
                </a:lnTo>
                <a:lnTo>
                  <a:pt x="1171575" y="752475"/>
                </a:lnTo>
                <a:lnTo>
                  <a:pt x="1171575" y="762000"/>
                </a:lnTo>
                <a:lnTo>
                  <a:pt x="1162050" y="762000"/>
                </a:lnTo>
                <a:lnTo>
                  <a:pt x="1162050" y="742950"/>
                </a:lnTo>
                <a:lnTo>
                  <a:pt x="1171575" y="742950"/>
                </a:lnTo>
                <a:lnTo>
                  <a:pt x="1171575" y="733425"/>
                </a:lnTo>
                <a:lnTo>
                  <a:pt x="1181100" y="733425"/>
                </a:lnTo>
                <a:lnTo>
                  <a:pt x="1181100" y="723900"/>
                </a:lnTo>
                <a:lnTo>
                  <a:pt x="1190625" y="723900"/>
                </a:lnTo>
                <a:close/>
                <a:moveTo>
                  <a:pt x="66675" y="723900"/>
                </a:moveTo>
                <a:lnTo>
                  <a:pt x="85725" y="723900"/>
                </a:lnTo>
                <a:lnTo>
                  <a:pt x="85725" y="733425"/>
                </a:lnTo>
                <a:lnTo>
                  <a:pt x="66675" y="733425"/>
                </a:lnTo>
                <a:close/>
                <a:moveTo>
                  <a:pt x="114300" y="723900"/>
                </a:moveTo>
                <a:lnTo>
                  <a:pt x="133350" y="723900"/>
                </a:lnTo>
                <a:lnTo>
                  <a:pt x="133350" y="733425"/>
                </a:lnTo>
                <a:lnTo>
                  <a:pt x="142875" y="733425"/>
                </a:lnTo>
                <a:lnTo>
                  <a:pt x="142875" y="752475"/>
                </a:lnTo>
                <a:lnTo>
                  <a:pt x="152400" y="752475"/>
                </a:lnTo>
                <a:lnTo>
                  <a:pt x="152400" y="771525"/>
                </a:lnTo>
                <a:lnTo>
                  <a:pt x="133350" y="771525"/>
                </a:lnTo>
                <a:lnTo>
                  <a:pt x="133350" y="762000"/>
                </a:lnTo>
                <a:lnTo>
                  <a:pt x="123825" y="762000"/>
                </a:lnTo>
                <a:lnTo>
                  <a:pt x="123825" y="742950"/>
                </a:lnTo>
                <a:lnTo>
                  <a:pt x="114300" y="742950"/>
                </a:lnTo>
                <a:close/>
                <a:moveTo>
                  <a:pt x="514350" y="723900"/>
                </a:moveTo>
                <a:lnTo>
                  <a:pt x="571500" y="723900"/>
                </a:lnTo>
                <a:lnTo>
                  <a:pt x="571500" y="733425"/>
                </a:lnTo>
                <a:lnTo>
                  <a:pt x="561975" y="733425"/>
                </a:lnTo>
                <a:lnTo>
                  <a:pt x="561975" y="742950"/>
                </a:lnTo>
                <a:lnTo>
                  <a:pt x="552450" y="742950"/>
                </a:lnTo>
                <a:lnTo>
                  <a:pt x="552450" y="752475"/>
                </a:lnTo>
                <a:lnTo>
                  <a:pt x="542925" y="752475"/>
                </a:lnTo>
                <a:lnTo>
                  <a:pt x="542925" y="742950"/>
                </a:lnTo>
                <a:lnTo>
                  <a:pt x="523875" y="742950"/>
                </a:lnTo>
                <a:lnTo>
                  <a:pt x="523875" y="752475"/>
                </a:lnTo>
                <a:lnTo>
                  <a:pt x="514350" y="752475"/>
                </a:lnTo>
                <a:close/>
                <a:moveTo>
                  <a:pt x="600075" y="723900"/>
                </a:moveTo>
                <a:lnTo>
                  <a:pt x="609600" y="723900"/>
                </a:lnTo>
                <a:lnTo>
                  <a:pt x="609600" y="742950"/>
                </a:lnTo>
                <a:lnTo>
                  <a:pt x="581025" y="742950"/>
                </a:lnTo>
                <a:lnTo>
                  <a:pt x="581025" y="733425"/>
                </a:lnTo>
                <a:lnTo>
                  <a:pt x="600075" y="733425"/>
                </a:lnTo>
                <a:close/>
                <a:moveTo>
                  <a:pt x="171450" y="742950"/>
                </a:moveTo>
                <a:lnTo>
                  <a:pt x="180975" y="742950"/>
                </a:lnTo>
                <a:lnTo>
                  <a:pt x="180975" y="723900"/>
                </a:lnTo>
                <a:lnTo>
                  <a:pt x="171450" y="723900"/>
                </a:lnTo>
                <a:close/>
                <a:moveTo>
                  <a:pt x="390525" y="742950"/>
                </a:moveTo>
                <a:lnTo>
                  <a:pt x="409575" y="742950"/>
                </a:lnTo>
                <a:lnTo>
                  <a:pt x="409575" y="733425"/>
                </a:lnTo>
                <a:lnTo>
                  <a:pt x="390525" y="733425"/>
                </a:lnTo>
                <a:close/>
                <a:moveTo>
                  <a:pt x="904875" y="742950"/>
                </a:moveTo>
                <a:lnTo>
                  <a:pt x="914400" y="742950"/>
                </a:lnTo>
                <a:lnTo>
                  <a:pt x="914400" y="752475"/>
                </a:lnTo>
                <a:lnTo>
                  <a:pt x="904875" y="752475"/>
                </a:lnTo>
                <a:close/>
                <a:moveTo>
                  <a:pt x="1009650" y="742950"/>
                </a:moveTo>
                <a:lnTo>
                  <a:pt x="1028700" y="742950"/>
                </a:lnTo>
                <a:lnTo>
                  <a:pt x="1028700" y="752475"/>
                </a:lnTo>
                <a:lnTo>
                  <a:pt x="1038225" y="752475"/>
                </a:lnTo>
                <a:lnTo>
                  <a:pt x="1038225" y="771525"/>
                </a:lnTo>
                <a:lnTo>
                  <a:pt x="1066800" y="771525"/>
                </a:lnTo>
                <a:lnTo>
                  <a:pt x="1066800" y="781050"/>
                </a:lnTo>
                <a:lnTo>
                  <a:pt x="1057275" y="781050"/>
                </a:lnTo>
                <a:lnTo>
                  <a:pt x="1057275" y="790575"/>
                </a:lnTo>
                <a:lnTo>
                  <a:pt x="1047750" y="790575"/>
                </a:lnTo>
                <a:lnTo>
                  <a:pt x="1047750" y="800100"/>
                </a:lnTo>
                <a:lnTo>
                  <a:pt x="1038225" y="800100"/>
                </a:lnTo>
                <a:lnTo>
                  <a:pt x="1038225" y="781050"/>
                </a:lnTo>
                <a:lnTo>
                  <a:pt x="1028700" y="781050"/>
                </a:lnTo>
                <a:lnTo>
                  <a:pt x="1028700" y="762000"/>
                </a:lnTo>
                <a:lnTo>
                  <a:pt x="1009650" y="762000"/>
                </a:lnTo>
                <a:close/>
                <a:moveTo>
                  <a:pt x="1076325" y="742950"/>
                </a:moveTo>
                <a:lnTo>
                  <a:pt x="1104900" y="742950"/>
                </a:lnTo>
                <a:lnTo>
                  <a:pt x="1104900" y="762000"/>
                </a:lnTo>
                <a:lnTo>
                  <a:pt x="1095375" y="762000"/>
                </a:lnTo>
                <a:lnTo>
                  <a:pt x="1095375" y="752475"/>
                </a:lnTo>
                <a:lnTo>
                  <a:pt x="1085850" y="752475"/>
                </a:lnTo>
                <a:lnTo>
                  <a:pt x="1085850" y="771525"/>
                </a:lnTo>
                <a:lnTo>
                  <a:pt x="1076325" y="771525"/>
                </a:lnTo>
                <a:close/>
                <a:moveTo>
                  <a:pt x="38100" y="752475"/>
                </a:moveTo>
                <a:lnTo>
                  <a:pt x="47625" y="752475"/>
                </a:lnTo>
                <a:lnTo>
                  <a:pt x="47625" y="762000"/>
                </a:lnTo>
                <a:lnTo>
                  <a:pt x="38100" y="762000"/>
                </a:lnTo>
                <a:close/>
                <a:moveTo>
                  <a:pt x="552450" y="752475"/>
                </a:moveTo>
                <a:lnTo>
                  <a:pt x="590550" y="752475"/>
                </a:lnTo>
                <a:lnTo>
                  <a:pt x="590550" y="771525"/>
                </a:lnTo>
                <a:lnTo>
                  <a:pt x="581025" y="771525"/>
                </a:lnTo>
                <a:lnTo>
                  <a:pt x="581025" y="781050"/>
                </a:lnTo>
                <a:lnTo>
                  <a:pt x="561975" y="781050"/>
                </a:lnTo>
                <a:lnTo>
                  <a:pt x="561975" y="790575"/>
                </a:lnTo>
                <a:lnTo>
                  <a:pt x="523875" y="790575"/>
                </a:lnTo>
                <a:lnTo>
                  <a:pt x="523875" y="781050"/>
                </a:lnTo>
                <a:lnTo>
                  <a:pt x="542925" y="781050"/>
                </a:lnTo>
                <a:lnTo>
                  <a:pt x="542925" y="762000"/>
                </a:lnTo>
                <a:lnTo>
                  <a:pt x="552450" y="762000"/>
                </a:lnTo>
                <a:close/>
                <a:moveTo>
                  <a:pt x="895350" y="752475"/>
                </a:moveTo>
                <a:lnTo>
                  <a:pt x="904875" y="752475"/>
                </a:lnTo>
                <a:lnTo>
                  <a:pt x="904875" y="762000"/>
                </a:lnTo>
                <a:lnTo>
                  <a:pt x="895350" y="762000"/>
                </a:lnTo>
                <a:close/>
                <a:moveTo>
                  <a:pt x="76200" y="762000"/>
                </a:moveTo>
                <a:lnTo>
                  <a:pt x="104775" y="762000"/>
                </a:lnTo>
                <a:lnTo>
                  <a:pt x="104775" y="790575"/>
                </a:lnTo>
                <a:lnTo>
                  <a:pt x="95250" y="790575"/>
                </a:lnTo>
                <a:lnTo>
                  <a:pt x="95250" y="781050"/>
                </a:lnTo>
                <a:lnTo>
                  <a:pt x="76200" y="781050"/>
                </a:lnTo>
                <a:close/>
                <a:moveTo>
                  <a:pt x="819150" y="762000"/>
                </a:moveTo>
                <a:lnTo>
                  <a:pt x="828675" y="762000"/>
                </a:lnTo>
                <a:lnTo>
                  <a:pt x="828675" y="771525"/>
                </a:lnTo>
                <a:lnTo>
                  <a:pt x="819150" y="771525"/>
                </a:lnTo>
                <a:close/>
                <a:moveTo>
                  <a:pt x="419100" y="771525"/>
                </a:moveTo>
                <a:lnTo>
                  <a:pt x="447675" y="771525"/>
                </a:lnTo>
                <a:lnTo>
                  <a:pt x="447675" y="781050"/>
                </a:lnTo>
                <a:lnTo>
                  <a:pt x="438150" y="781050"/>
                </a:lnTo>
                <a:lnTo>
                  <a:pt x="438150" y="790575"/>
                </a:lnTo>
                <a:lnTo>
                  <a:pt x="447675" y="790575"/>
                </a:lnTo>
                <a:lnTo>
                  <a:pt x="447675" y="800100"/>
                </a:lnTo>
                <a:lnTo>
                  <a:pt x="457200" y="800100"/>
                </a:lnTo>
                <a:lnTo>
                  <a:pt x="457200" y="809625"/>
                </a:lnTo>
                <a:lnTo>
                  <a:pt x="428625" y="809625"/>
                </a:lnTo>
                <a:lnTo>
                  <a:pt x="428625" y="800100"/>
                </a:lnTo>
                <a:lnTo>
                  <a:pt x="419100" y="800100"/>
                </a:lnTo>
                <a:close/>
                <a:moveTo>
                  <a:pt x="609600" y="771525"/>
                </a:moveTo>
                <a:lnTo>
                  <a:pt x="619125" y="771525"/>
                </a:lnTo>
                <a:lnTo>
                  <a:pt x="619125" y="790575"/>
                </a:lnTo>
                <a:lnTo>
                  <a:pt x="609600" y="790575"/>
                </a:lnTo>
                <a:close/>
                <a:moveTo>
                  <a:pt x="885825" y="771525"/>
                </a:moveTo>
                <a:lnTo>
                  <a:pt x="895350" y="771525"/>
                </a:lnTo>
                <a:lnTo>
                  <a:pt x="895350" y="781050"/>
                </a:lnTo>
                <a:lnTo>
                  <a:pt x="885825" y="781050"/>
                </a:lnTo>
                <a:close/>
                <a:moveTo>
                  <a:pt x="228600" y="781050"/>
                </a:moveTo>
                <a:lnTo>
                  <a:pt x="238125" y="781050"/>
                </a:lnTo>
                <a:lnTo>
                  <a:pt x="238125" y="790575"/>
                </a:lnTo>
                <a:lnTo>
                  <a:pt x="228600" y="790575"/>
                </a:lnTo>
                <a:close/>
                <a:moveTo>
                  <a:pt x="352425" y="781050"/>
                </a:moveTo>
                <a:lnTo>
                  <a:pt x="361950" y="781050"/>
                </a:lnTo>
                <a:lnTo>
                  <a:pt x="361950" y="800100"/>
                </a:lnTo>
                <a:lnTo>
                  <a:pt x="352425" y="800100"/>
                </a:lnTo>
                <a:close/>
                <a:moveTo>
                  <a:pt x="400050" y="781050"/>
                </a:moveTo>
                <a:lnTo>
                  <a:pt x="409575" y="781050"/>
                </a:lnTo>
                <a:lnTo>
                  <a:pt x="409575" y="790575"/>
                </a:lnTo>
                <a:lnTo>
                  <a:pt x="400050" y="790575"/>
                </a:lnTo>
                <a:close/>
                <a:moveTo>
                  <a:pt x="1114425" y="781050"/>
                </a:moveTo>
                <a:lnTo>
                  <a:pt x="1123950" y="781050"/>
                </a:lnTo>
                <a:lnTo>
                  <a:pt x="1123950" y="790575"/>
                </a:lnTo>
                <a:lnTo>
                  <a:pt x="1114425" y="790575"/>
                </a:lnTo>
                <a:close/>
                <a:moveTo>
                  <a:pt x="1133475" y="781050"/>
                </a:moveTo>
                <a:lnTo>
                  <a:pt x="1152525" y="781050"/>
                </a:lnTo>
                <a:lnTo>
                  <a:pt x="1152525" y="800100"/>
                </a:lnTo>
                <a:lnTo>
                  <a:pt x="1143000" y="800100"/>
                </a:lnTo>
                <a:lnTo>
                  <a:pt x="1143000" y="790575"/>
                </a:lnTo>
                <a:lnTo>
                  <a:pt x="1133475" y="790575"/>
                </a:lnTo>
                <a:close/>
                <a:moveTo>
                  <a:pt x="1181100" y="781050"/>
                </a:moveTo>
                <a:lnTo>
                  <a:pt x="1209675" y="781050"/>
                </a:lnTo>
                <a:lnTo>
                  <a:pt x="1209675" y="790575"/>
                </a:lnTo>
                <a:lnTo>
                  <a:pt x="1181100" y="790575"/>
                </a:lnTo>
                <a:close/>
                <a:moveTo>
                  <a:pt x="238125" y="790575"/>
                </a:moveTo>
                <a:lnTo>
                  <a:pt x="247650" y="790575"/>
                </a:lnTo>
                <a:lnTo>
                  <a:pt x="247650" y="800100"/>
                </a:lnTo>
                <a:lnTo>
                  <a:pt x="238125" y="800100"/>
                </a:lnTo>
                <a:close/>
                <a:moveTo>
                  <a:pt x="600075" y="790575"/>
                </a:moveTo>
                <a:lnTo>
                  <a:pt x="609600" y="790575"/>
                </a:lnTo>
                <a:lnTo>
                  <a:pt x="609600" y="800100"/>
                </a:lnTo>
                <a:lnTo>
                  <a:pt x="600075" y="800100"/>
                </a:lnTo>
                <a:close/>
                <a:moveTo>
                  <a:pt x="1095375" y="790575"/>
                </a:moveTo>
                <a:lnTo>
                  <a:pt x="1114425" y="790575"/>
                </a:lnTo>
                <a:lnTo>
                  <a:pt x="1114425" y="800100"/>
                </a:lnTo>
                <a:lnTo>
                  <a:pt x="1095375" y="800100"/>
                </a:lnTo>
                <a:close/>
                <a:moveTo>
                  <a:pt x="257175" y="800100"/>
                </a:moveTo>
                <a:lnTo>
                  <a:pt x="266700" y="800100"/>
                </a:lnTo>
                <a:lnTo>
                  <a:pt x="266700" y="809625"/>
                </a:lnTo>
                <a:lnTo>
                  <a:pt x="257175" y="809625"/>
                </a:lnTo>
                <a:close/>
                <a:moveTo>
                  <a:pt x="361950" y="800100"/>
                </a:moveTo>
                <a:lnTo>
                  <a:pt x="371475" y="800100"/>
                </a:lnTo>
                <a:lnTo>
                  <a:pt x="371475" y="809625"/>
                </a:lnTo>
                <a:lnTo>
                  <a:pt x="361950" y="809625"/>
                </a:lnTo>
                <a:close/>
                <a:moveTo>
                  <a:pt x="1085850" y="800100"/>
                </a:moveTo>
                <a:lnTo>
                  <a:pt x="1095375" y="800100"/>
                </a:lnTo>
                <a:lnTo>
                  <a:pt x="1095375" y="809625"/>
                </a:lnTo>
                <a:lnTo>
                  <a:pt x="1085850" y="809625"/>
                </a:lnTo>
                <a:close/>
              </a:path>
            </a:pathLst>
          </a:custGeom>
          <a:solidFill xmlns:a="http://schemas.openxmlformats.org/drawingml/2006/main">
            <a:srgbClr val="F8F8F3"/>
          </a:solidFill>
          <a:ln xmlns:a="http://schemas.openxmlformats.org/drawingml/2006/main" w="0">
            <a:noFill/>
          </a:ln>
        </p:spPr>
      </p:sp>
      <p:sp>
        <p:nvSpPr>
          <p:cNvPr id="109" name="v10 vector #f8f8f2">
            <a:extLst xmlns:a="http://schemas.openxmlformats.org/drawingml/2006/main">
              <a:ext uri="{FF2B5EF4-FFF2-40B4-BE49-F238E27FC236}">
                <a16:creationId xmlns:a16="http://schemas.microsoft.com/office/drawing/2014/main" id="{A4D128C7-6912-4C0E-A23B-411722A388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5350" y="3609975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838200" y="0"/>
                </a:moveTo>
                <a:lnTo>
                  <a:pt x="876300" y="0"/>
                </a:lnTo>
                <a:lnTo>
                  <a:pt x="876300" y="9525"/>
                </a:lnTo>
                <a:lnTo>
                  <a:pt x="866775" y="9525"/>
                </a:lnTo>
                <a:lnTo>
                  <a:pt x="866775" y="19050"/>
                </a:lnTo>
                <a:lnTo>
                  <a:pt x="847725" y="19050"/>
                </a:lnTo>
                <a:lnTo>
                  <a:pt x="847725" y="9525"/>
                </a:lnTo>
                <a:lnTo>
                  <a:pt x="838200" y="9525"/>
                </a:lnTo>
                <a:close/>
                <a:moveTo>
                  <a:pt x="161925" y="76200"/>
                </a:moveTo>
                <a:lnTo>
                  <a:pt x="171450" y="76200"/>
                </a:lnTo>
                <a:lnTo>
                  <a:pt x="171450" y="85725"/>
                </a:lnTo>
                <a:lnTo>
                  <a:pt x="161925" y="85725"/>
                </a:lnTo>
                <a:close/>
                <a:moveTo>
                  <a:pt x="781050" y="104775"/>
                </a:moveTo>
                <a:lnTo>
                  <a:pt x="790575" y="104775"/>
                </a:lnTo>
                <a:lnTo>
                  <a:pt x="790575" y="114300"/>
                </a:lnTo>
                <a:lnTo>
                  <a:pt x="781050" y="114300"/>
                </a:lnTo>
                <a:close/>
                <a:moveTo>
                  <a:pt x="152400" y="123825"/>
                </a:moveTo>
                <a:lnTo>
                  <a:pt x="161925" y="123825"/>
                </a:lnTo>
                <a:lnTo>
                  <a:pt x="161925" y="133350"/>
                </a:lnTo>
                <a:lnTo>
                  <a:pt x="152400" y="133350"/>
                </a:lnTo>
                <a:close/>
                <a:moveTo>
                  <a:pt x="781050" y="133350"/>
                </a:moveTo>
                <a:lnTo>
                  <a:pt x="790575" y="133350"/>
                </a:lnTo>
                <a:lnTo>
                  <a:pt x="790575" y="142875"/>
                </a:lnTo>
                <a:lnTo>
                  <a:pt x="781050" y="142875"/>
                </a:lnTo>
                <a:close/>
                <a:moveTo>
                  <a:pt x="981075" y="161925"/>
                </a:moveTo>
                <a:lnTo>
                  <a:pt x="990600" y="161925"/>
                </a:lnTo>
                <a:lnTo>
                  <a:pt x="990600" y="171450"/>
                </a:lnTo>
                <a:lnTo>
                  <a:pt x="981075" y="171450"/>
                </a:lnTo>
                <a:close/>
                <a:moveTo>
                  <a:pt x="962025" y="180975"/>
                </a:moveTo>
                <a:lnTo>
                  <a:pt x="990600" y="180975"/>
                </a:lnTo>
                <a:lnTo>
                  <a:pt x="990600" y="200025"/>
                </a:lnTo>
                <a:lnTo>
                  <a:pt x="1000125" y="200025"/>
                </a:lnTo>
                <a:lnTo>
                  <a:pt x="1000125" y="209550"/>
                </a:lnTo>
                <a:lnTo>
                  <a:pt x="971550" y="209550"/>
                </a:lnTo>
                <a:lnTo>
                  <a:pt x="971550" y="200025"/>
                </a:lnTo>
                <a:lnTo>
                  <a:pt x="962025" y="200025"/>
                </a:lnTo>
                <a:close/>
                <a:moveTo>
                  <a:pt x="923925" y="190500"/>
                </a:moveTo>
                <a:lnTo>
                  <a:pt x="933450" y="190500"/>
                </a:lnTo>
                <a:lnTo>
                  <a:pt x="933450" y="200025"/>
                </a:lnTo>
                <a:lnTo>
                  <a:pt x="923925" y="200025"/>
                </a:lnTo>
                <a:close/>
                <a:moveTo>
                  <a:pt x="895350" y="200025"/>
                </a:moveTo>
                <a:lnTo>
                  <a:pt x="914400" y="200025"/>
                </a:lnTo>
                <a:lnTo>
                  <a:pt x="914400" y="219075"/>
                </a:lnTo>
                <a:lnTo>
                  <a:pt x="895350" y="219075"/>
                </a:lnTo>
                <a:close/>
                <a:moveTo>
                  <a:pt x="933450" y="200025"/>
                </a:moveTo>
                <a:lnTo>
                  <a:pt x="962025" y="200025"/>
                </a:lnTo>
                <a:lnTo>
                  <a:pt x="962025" y="209550"/>
                </a:lnTo>
                <a:lnTo>
                  <a:pt x="952500" y="209550"/>
                </a:lnTo>
                <a:lnTo>
                  <a:pt x="952500" y="219075"/>
                </a:lnTo>
                <a:lnTo>
                  <a:pt x="933450" y="219075"/>
                </a:lnTo>
                <a:close/>
                <a:moveTo>
                  <a:pt x="1047750" y="219075"/>
                </a:moveTo>
                <a:lnTo>
                  <a:pt x="1076325" y="219075"/>
                </a:lnTo>
                <a:lnTo>
                  <a:pt x="1076325" y="228600"/>
                </a:lnTo>
                <a:lnTo>
                  <a:pt x="1047750" y="228600"/>
                </a:lnTo>
                <a:close/>
                <a:moveTo>
                  <a:pt x="981075" y="342900"/>
                </a:moveTo>
                <a:lnTo>
                  <a:pt x="990600" y="342900"/>
                </a:lnTo>
                <a:lnTo>
                  <a:pt x="990600" y="352425"/>
                </a:lnTo>
                <a:lnTo>
                  <a:pt x="981075" y="352425"/>
                </a:lnTo>
                <a:close/>
                <a:moveTo>
                  <a:pt x="781050" y="457200"/>
                </a:moveTo>
                <a:lnTo>
                  <a:pt x="790575" y="457200"/>
                </a:lnTo>
                <a:lnTo>
                  <a:pt x="790575" y="466725"/>
                </a:lnTo>
                <a:lnTo>
                  <a:pt x="781050" y="466725"/>
                </a:lnTo>
                <a:close/>
                <a:moveTo>
                  <a:pt x="85725" y="476250"/>
                </a:moveTo>
                <a:lnTo>
                  <a:pt x="95250" y="476250"/>
                </a:lnTo>
                <a:lnTo>
                  <a:pt x="95250" y="495300"/>
                </a:lnTo>
                <a:lnTo>
                  <a:pt x="85725" y="495300"/>
                </a:lnTo>
                <a:close/>
                <a:moveTo>
                  <a:pt x="771525" y="476250"/>
                </a:moveTo>
                <a:lnTo>
                  <a:pt x="809625" y="476250"/>
                </a:lnTo>
                <a:lnTo>
                  <a:pt x="809625" y="485775"/>
                </a:lnTo>
                <a:lnTo>
                  <a:pt x="771525" y="485775"/>
                </a:lnTo>
                <a:close/>
                <a:moveTo>
                  <a:pt x="647700" y="533400"/>
                </a:moveTo>
                <a:lnTo>
                  <a:pt x="657225" y="533400"/>
                </a:lnTo>
                <a:lnTo>
                  <a:pt x="657225" y="542925"/>
                </a:lnTo>
                <a:lnTo>
                  <a:pt x="647700" y="542925"/>
                </a:lnTo>
                <a:close/>
                <a:moveTo>
                  <a:pt x="866775" y="600075"/>
                </a:moveTo>
                <a:lnTo>
                  <a:pt x="885825" y="600075"/>
                </a:lnTo>
                <a:lnTo>
                  <a:pt x="885825" y="609600"/>
                </a:lnTo>
                <a:lnTo>
                  <a:pt x="904875" y="609600"/>
                </a:lnTo>
                <a:lnTo>
                  <a:pt x="904875" y="638175"/>
                </a:lnTo>
                <a:lnTo>
                  <a:pt x="885825" y="638175"/>
                </a:lnTo>
                <a:lnTo>
                  <a:pt x="885825" y="628650"/>
                </a:lnTo>
                <a:lnTo>
                  <a:pt x="876300" y="628650"/>
                </a:lnTo>
                <a:lnTo>
                  <a:pt x="876300" y="609600"/>
                </a:lnTo>
                <a:lnTo>
                  <a:pt x="866775" y="609600"/>
                </a:lnTo>
                <a:close/>
                <a:moveTo>
                  <a:pt x="914400" y="609600"/>
                </a:moveTo>
                <a:lnTo>
                  <a:pt x="923925" y="609600"/>
                </a:lnTo>
                <a:lnTo>
                  <a:pt x="923925" y="628650"/>
                </a:lnTo>
                <a:lnTo>
                  <a:pt x="914400" y="628650"/>
                </a:lnTo>
                <a:close/>
                <a:moveTo>
                  <a:pt x="457200" y="619125"/>
                </a:moveTo>
                <a:lnTo>
                  <a:pt x="466725" y="619125"/>
                </a:lnTo>
                <a:lnTo>
                  <a:pt x="466725" y="628650"/>
                </a:lnTo>
                <a:lnTo>
                  <a:pt x="457200" y="628650"/>
                </a:lnTo>
                <a:close/>
                <a:moveTo>
                  <a:pt x="952500" y="619125"/>
                </a:moveTo>
                <a:lnTo>
                  <a:pt x="962025" y="619125"/>
                </a:lnTo>
                <a:lnTo>
                  <a:pt x="962025" y="638175"/>
                </a:lnTo>
                <a:lnTo>
                  <a:pt x="952500" y="638175"/>
                </a:lnTo>
                <a:close/>
                <a:moveTo>
                  <a:pt x="409575" y="647700"/>
                </a:moveTo>
                <a:lnTo>
                  <a:pt x="419100" y="647700"/>
                </a:lnTo>
                <a:lnTo>
                  <a:pt x="419100" y="657225"/>
                </a:lnTo>
                <a:lnTo>
                  <a:pt x="438150" y="657225"/>
                </a:lnTo>
                <a:lnTo>
                  <a:pt x="438150" y="666750"/>
                </a:lnTo>
                <a:lnTo>
                  <a:pt x="457200" y="666750"/>
                </a:lnTo>
                <a:lnTo>
                  <a:pt x="457200" y="676275"/>
                </a:lnTo>
                <a:lnTo>
                  <a:pt x="466725" y="676275"/>
                </a:lnTo>
                <a:lnTo>
                  <a:pt x="466725" y="714375"/>
                </a:lnTo>
                <a:lnTo>
                  <a:pt x="457200" y="714375"/>
                </a:lnTo>
                <a:lnTo>
                  <a:pt x="457200" y="733425"/>
                </a:lnTo>
                <a:lnTo>
                  <a:pt x="447675" y="733425"/>
                </a:lnTo>
                <a:lnTo>
                  <a:pt x="447675" y="742950"/>
                </a:lnTo>
                <a:lnTo>
                  <a:pt x="428625" y="742950"/>
                </a:lnTo>
                <a:lnTo>
                  <a:pt x="428625" y="723900"/>
                </a:lnTo>
                <a:lnTo>
                  <a:pt x="419100" y="723900"/>
                </a:lnTo>
                <a:lnTo>
                  <a:pt x="419100" y="714375"/>
                </a:lnTo>
                <a:lnTo>
                  <a:pt x="409575" y="714375"/>
                </a:lnTo>
                <a:lnTo>
                  <a:pt x="409575" y="723900"/>
                </a:lnTo>
                <a:lnTo>
                  <a:pt x="400050" y="723900"/>
                </a:lnTo>
                <a:lnTo>
                  <a:pt x="400050" y="714375"/>
                </a:lnTo>
                <a:lnTo>
                  <a:pt x="390525" y="714375"/>
                </a:lnTo>
                <a:lnTo>
                  <a:pt x="390525" y="704850"/>
                </a:lnTo>
                <a:lnTo>
                  <a:pt x="361950" y="704850"/>
                </a:lnTo>
                <a:lnTo>
                  <a:pt x="361950" y="714375"/>
                </a:lnTo>
                <a:lnTo>
                  <a:pt x="333375" y="714375"/>
                </a:lnTo>
                <a:lnTo>
                  <a:pt x="333375" y="695325"/>
                </a:lnTo>
                <a:lnTo>
                  <a:pt x="342900" y="695325"/>
                </a:lnTo>
                <a:lnTo>
                  <a:pt x="342900" y="676275"/>
                </a:lnTo>
                <a:lnTo>
                  <a:pt x="352425" y="676275"/>
                </a:lnTo>
                <a:lnTo>
                  <a:pt x="352425" y="685800"/>
                </a:lnTo>
                <a:lnTo>
                  <a:pt x="390525" y="685800"/>
                </a:lnTo>
                <a:lnTo>
                  <a:pt x="390525" y="676275"/>
                </a:lnTo>
                <a:lnTo>
                  <a:pt x="381000" y="676275"/>
                </a:lnTo>
                <a:lnTo>
                  <a:pt x="381000" y="666750"/>
                </a:lnTo>
                <a:lnTo>
                  <a:pt x="400050" y="666750"/>
                </a:lnTo>
                <a:lnTo>
                  <a:pt x="400050" y="657225"/>
                </a:lnTo>
                <a:lnTo>
                  <a:pt x="409575" y="657225"/>
                </a:lnTo>
                <a:close/>
                <a:moveTo>
                  <a:pt x="190500" y="704850"/>
                </a:moveTo>
                <a:lnTo>
                  <a:pt x="200025" y="704850"/>
                </a:lnTo>
                <a:lnTo>
                  <a:pt x="200025" y="714375"/>
                </a:lnTo>
                <a:lnTo>
                  <a:pt x="190500" y="714375"/>
                </a:lnTo>
                <a:close/>
                <a:moveTo>
                  <a:pt x="209550" y="704850"/>
                </a:moveTo>
                <a:lnTo>
                  <a:pt x="219075" y="704850"/>
                </a:lnTo>
                <a:lnTo>
                  <a:pt x="219075" y="714375"/>
                </a:lnTo>
                <a:lnTo>
                  <a:pt x="228600" y="714375"/>
                </a:lnTo>
                <a:lnTo>
                  <a:pt x="228600" y="733425"/>
                </a:lnTo>
                <a:lnTo>
                  <a:pt x="219075" y="733425"/>
                </a:lnTo>
                <a:lnTo>
                  <a:pt x="219075" y="723900"/>
                </a:lnTo>
                <a:lnTo>
                  <a:pt x="209550" y="723900"/>
                </a:lnTo>
                <a:close/>
                <a:moveTo>
                  <a:pt x="1066800" y="704850"/>
                </a:moveTo>
                <a:lnTo>
                  <a:pt x="1076325" y="704850"/>
                </a:lnTo>
                <a:lnTo>
                  <a:pt x="1076325" y="714375"/>
                </a:lnTo>
                <a:lnTo>
                  <a:pt x="1066800" y="714375"/>
                </a:lnTo>
                <a:close/>
                <a:moveTo>
                  <a:pt x="161925" y="714375"/>
                </a:moveTo>
                <a:lnTo>
                  <a:pt x="171450" y="714375"/>
                </a:lnTo>
                <a:lnTo>
                  <a:pt x="171450" y="723900"/>
                </a:lnTo>
                <a:lnTo>
                  <a:pt x="161925" y="723900"/>
                </a:lnTo>
                <a:close/>
                <a:moveTo>
                  <a:pt x="428625" y="714375"/>
                </a:moveTo>
                <a:lnTo>
                  <a:pt x="438150" y="714375"/>
                </a:lnTo>
                <a:lnTo>
                  <a:pt x="438150" y="704850"/>
                </a:lnTo>
                <a:lnTo>
                  <a:pt x="428625" y="704850"/>
                </a:lnTo>
                <a:close/>
                <a:moveTo>
                  <a:pt x="171450" y="723900"/>
                </a:moveTo>
                <a:lnTo>
                  <a:pt x="180975" y="723900"/>
                </a:lnTo>
                <a:lnTo>
                  <a:pt x="180975" y="742950"/>
                </a:lnTo>
                <a:lnTo>
                  <a:pt x="171450" y="742950"/>
                </a:lnTo>
                <a:close/>
                <a:moveTo>
                  <a:pt x="1085850" y="752475"/>
                </a:moveTo>
                <a:lnTo>
                  <a:pt x="1095375" y="752475"/>
                </a:lnTo>
                <a:lnTo>
                  <a:pt x="1095375" y="762000"/>
                </a:lnTo>
                <a:lnTo>
                  <a:pt x="1085850" y="762000"/>
                </a:lnTo>
                <a:close/>
              </a:path>
            </a:pathLst>
          </a:custGeom>
          <a:solidFill xmlns:a="http://schemas.openxmlformats.org/drawingml/2006/main">
            <a:srgbClr val="F8F8F2"/>
          </a:solidFill>
          <a:ln xmlns:a="http://schemas.openxmlformats.org/drawingml/2006/main" w="0">
            <a:noFill/>
          </a:ln>
        </p:spPr>
      </p:sp>
      <p:sp>
        <p:nvSpPr>
          <p:cNvPr id="110" name="v10 vector #f7f8f3">
            <a:extLst xmlns:a="http://schemas.openxmlformats.org/drawingml/2006/main">
              <a:ext uri="{FF2B5EF4-FFF2-40B4-BE49-F238E27FC236}">
                <a16:creationId xmlns:a16="http://schemas.microsoft.com/office/drawing/2014/main" id="{B4376B77-D533-453B-86F7-3011C326CB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5350" y="3609975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238125" y="38100"/>
                </a:moveTo>
                <a:lnTo>
                  <a:pt x="247650" y="38100"/>
                </a:lnTo>
                <a:lnTo>
                  <a:pt x="247650" y="47625"/>
                </a:lnTo>
                <a:lnTo>
                  <a:pt x="238125" y="47625"/>
                </a:lnTo>
                <a:close/>
                <a:moveTo>
                  <a:pt x="257175" y="38100"/>
                </a:moveTo>
                <a:lnTo>
                  <a:pt x="266700" y="38100"/>
                </a:lnTo>
                <a:lnTo>
                  <a:pt x="266700" y="47625"/>
                </a:lnTo>
                <a:lnTo>
                  <a:pt x="257175" y="47625"/>
                </a:lnTo>
                <a:close/>
                <a:moveTo>
                  <a:pt x="561975" y="38100"/>
                </a:moveTo>
                <a:lnTo>
                  <a:pt x="571500" y="38100"/>
                </a:lnTo>
                <a:lnTo>
                  <a:pt x="571500" y="47625"/>
                </a:lnTo>
                <a:lnTo>
                  <a:pt x="561975" y="47625"/>
                </a:lnTo>
                <a:close/>
                <a:moveTo>
                  <a:pt x="838200" y="38100"/>
                </a:moveTo>
                <a:lnTo>
                  <a:pt x="847725" y="38100"/>
                </a:lnTo>
                <a:lnTo>
                  <a:pt x="847725" y="47625"/>
                </a:lnTo>
                <a:lnTo>
                  <a:pt x="838200" y="47625"/>
                </a:lnTo>
                <a:close/>
                <a:moveTo>
                  <a:pt x="762000" y="76200"/>
                </a:moveTo>
                <a:lnTo>
                  <a:pt x="771525" y="76200"/>
                </a:lnTo>
                <a:lnTo>
                  <a:pt x="771525" y="95250"/>
                </a:lnTo>
                <a:lnTo>
                  <a:pt x="762000" y="95250"/>
                </a:lnTo>
                <a:close/>
                <a:moveTo>
                  <a:pt x="438150" y="95250"/>
                </a:moveTo>
                <a:lnTo>
                  <a:pt x="447675" y="95250"/>
                </a:lnTo>
                <a:lnTo>
                  <a:pt x="447675" y="104775"/>
                </a:lnTo>
                <a:lnTo>
                  <a:pt x="438150" y="104775"/>
                </a:lnTo>
                <a:close/>
                <a:moveTo>
                  <a:pt x="504825" y="95250"/>
                </a:moveTo>
                <a:lnTo>
                  <a:pt x="514350" y="95250"/>
                </a:lnTo>
                <a:lnTo>
                  <a:pt x="514350" y="114300"/>
                </a:lnTo>
                <a:lnTo>
                  <a:pt x="504825" y="114300"/>
                </a:lnTo>
                <a:close/>
                <a:moveTo>
                  <a:pt x="419100" y="114300"/>
                </a:moveTo>
                <a:lnTo>
                  <a:pt x="428625" y="114300"/>
                </a:lnTo>
                <a:lnTo>
                  <a:pt x="428625" y="123825"/>
                </a:lnTo>
                <a:lnTo>
                  <a:pt x="438150" y="123825"/>
                </a:lnTo>
                <a:lnTo>
                  <a:pt x="438150" y="133350"/>
                </a:lnTo>
                <a:lnTo>
                  <a:pt x="428625" y="133350"/>
                </a:lnTo>
                <a:lnTo>
                  <a:pt x="428625" y="142875"/>
                </a:lnTo>
                <a:lnTo>
                  <a:pt x="419100" y="142875"/>
                </a:lnTo>
                <a:close/>
                <a:moveTo>
                  <a:pt x="371475" y="123825"/>
                </a:moveTo>
                <a:lnTo>
                  <a:pt x="381000" y="123825"/>
                </a:lnTo>
                <a:lnTo>
                  <a:pt x="381000" y="152400"/>
                </a:lnTo>
                <a:lnTo>
                  <a:pt x="371475" y="152400"/>
                </a:lnTo>
                <a:close/>
                <a:moveTo>
                  <a:pt x="771525" y="123825"/>
                </a:moveTo>
                <a:lnTo>
                  <a:pt x="790575" y="123825"/>
                </a:lnTo>
                <a:lnTo>
                  <a:pt x="790575" y="133350"/>
                </a:lnTo>
                <a:lnTo>
                  <a:pt x="771525" y="133350"/>
                </a:lnTo>
                <a:close/>
                <a:moveTo>
                  <a:pt x="447675" y="152400"/>
                </a:moveTo>
                <a:lnTo>
                  <a:pt x="457200" y="152400"/>
                </a:lnTo>
                <a:lnTo>
                  <a:pt x="457200" y="161925"/>
                </a:lnTo>
                <a:lnTo>
                  <a:pt x="447675" y="161925"/>
                </a:lnTo>
                <a:close/>
                <a:moveTo>
                  <a:pt x="762000" y="152400"/>
                </a:moveTo>
                <a:lnTo>
                  <a:pt x="771525" y="152400"/>
                </a:lnTo>
                <a:lnTo>
                  <a:pt x="771525" y="180975"/>
                </a:lnTo>
                <a:lnTo>
                  <a:pt x="762000" y="180975"/>
                </a:lnTo>
                <a:close/>
                <a:moveTo>
                  <a:pt x="476250" y="161925"/>
                </a:moveTo>
                <a:lnTo>
                  <a:pt x="485775" y="161925"/>
                </a:lnTo>
                <a:lnTo>
                  <a:pt x="485775" y="171450"/>
                </a:lnTo>
                <a:lnTo>
                  <a:pt x="476250" y="171450"/>
                </a:lnTo>
                <a:close/>
                <a:moveTo>
                  <a:pt x="152400" y="171450"/>
                </a:moveTo>
                <a:lnTo>
                  <a:pt x="161925" y="171450"/>
                </a:lnTo>
                <a:lnTo>
                  <a:pt x="161925" y="180975"/>
                </a:lnTo>
                <a:lnTo>
                  <a:pt x="152400" y="180975"/>
                </a:lnTo>
                <a:close/>
                <a:moveTo>
                  <a:pt x="485775" y="171450"/>
                </a:moveTo>
                <a:lnTo>
                  <a:pt x="495300" y="171450"/>
                </a:lnTo>
                <a:lnTo>
                  <a:pt x="495300" y="180975"/>
                </a:lnTo>
                <a:lnTo>
                  <a:pt x="485775" y="180975"/>
                </a:lnTo>
                <a:close/>
                <a:moveTo>
                  <a:pt x="504825" y="180975"/>
                </a:moveTo>
                <a:lnTo>
                  <a:pt x="514350" y="180975"/>
                </a:lnTo>
                <a:lnTo>
                  <a:pt x="514350" y="190500"/>
                </a:lnTo>
                <a:lnTo>
                  <a:pt x="504825" y="190500"/>
                </a:lnTo>
                <a:close/>
                <a:moveTo>
                  <a:pt x="952500" y="180975"/>
                </a:moveTo>
                <a:lnTo>
                  <a:pt x="962025" y="180975"/>
                </a:lnTo>
                <a:lnTo>
                  <a:pt x="962025" y="200025"/>
                </a:lnTo>
                <a:lnTo>
                  <a:pt x="933450" y="200025"/>
                </a:lnTo>
                <a:lnTo>
                  <a:pt x="933450" y="190500"/>
                </a:lnTo>
                <a:lnTo>
                  <a:pt x="952500" y="190500"/>
                </a:lnTo>
                <a:close/>
                <a:moveTo>
                  <a:pt x="1000125" y="180975"/>
                </a:moveTo>
                <a:lnTo>
                  <a:pt x="1009650" y="180975"/>
                </a:lnTo>
                <a:lnTo>
                  <a:pt x="1009650" y="190500"/>
                </a:lnTo>
                <a:lnTo>
                  <a:pt x="1000125" y="190500"/>
                </a:lnTo>
                <a:close/>
                <a:moveTo>
                  <a:pt x="647700" y="190500"/>
                </a:moveTo>
                <a:lnTo>
                  <a:pt x="657225" y="190500"/>
                </a:lnTo>
                <a:lnTo>
                  <a:pt x="657225" y="200025"/>
                </a:lnTo>
                <a:lnTo>
                  <a:pt x="647700" y="200025"/>
                </a:lnTo>
                <a:close/>
                <a:moveTo>
                  <a:pt x="895350" y="190500"/>
                </a:moveTo>
                <a:lnTo>
                  <a:pt x="923925" y="190500"/>
                </a:lnTo>
                <a:lnTo>
                  <a:pt x="923925" y="219075"/>
                </a:lnTo>
                <a:lnTo>
                  <a:pt x="914400" y="219075"/>
                </a:lnTo>
                <a:lnTo>
                  <a:pt x="914400" y="200025"/>
                </a:lnTo>
                <a:lnTo>
                  <a:pt x="895350" y="200025"/>
                </a:lnTo>
                <a:close/>
                <a:moveTo>
                  <a:pt x="600075" y="200025"/>
                </a:moveTo>
                <a:lnTo>
                  <a:pt x="609600" y="200025"/>
                </a:lnTo>
                <a:lnTo>
                  <a:pt x="609600" y="219075"/>
                </a:lnTo>
                <a:lnTo>
                  <a:pt x="590550" y="219075"/>
                </a:lnTo>
                <a:lnTo>
                  <a:pt x="590550" y="209550"/>
                </a:lnTo>
                <a:lnTo>
                  <a:pt x="600075" y="209550"/>
                </a:lnTo>
                <a:close/>
                <a:moveTo>
                  <a:pt x="866775" y="200025"/>
                </a:moveTo>
                <a:lnTo>
                  <a:pt x="895350" y="200025"/>
                </a:lnTo>
                <a:lnTo>
                  <a:pt x="895350" y="209550"/>
                </a:lnTo>
                <a:lnTo>
                  <a:pt x="866775" y="209550"/>
                </a:lnTo>
                <a:close/>
                <a:moveTo>
                  <a:pt x="1000125" y="200025"/>
                </a:moveTo>
                <a:lnTo>
                  <a:pt x="1009650" y="200025"/>
                </a:lnTo>
                <a:lnTo>
                  <a:pt x="1009650" y="209550"/>
                </a:lnTo>
                <a:lnTo>
                  <a:pt x="1000125" y="209550"/>
                </a:lnTo>
                <a:close/>
                <a:moveTo>
                  <a:pt x="952500" y="209550"/>
                </a:moveTo>
                <a:lnTo>
                  <a:pt x="990600" y="209550"/>
                </a:lnTo>
                <a:lnTo>
                  <a:pt x="990600" y="219075"/>
                </a:lnTo>
                <a:lnTo>
                  <a:pt x="1019175" y="219075"/>
                </a:lnTo>
                <a:lnTo>
                  <a:pt x="1019175" y="228600"/>
                </a:lnTo>
                <a:lnTo>
                  <a:pt x="971550" y="228600"/>
                </a:lnTo>
                <a:lnTo>
                  <a:pt x="971550" y="219075"/>
                </a:lnTo>
                <a:lnTo>
                  <a:pt x="952500" y="219075"/>
                </a:lnTo>
                <a:close/>
                <a:moveTo>
                  <a:pt x="866775" y="219075"/>
                </a:moveTo>
                <a:lnTo>
                  <a:pt x="885825" y="219075"/>
                </a:lnTo>
                <a:lnTo>
                  <a:pt x="885825" y="228600"/>
                </a:lnTo>
                <a:lnTo>
                  <a:pt x="866775" y="228600"/>
                </a:lnTo>
                <a:close/>
                <a:moveTo>
                  <a:pt x="895350" y="219075"/>
                </a:moveTo>
                <a:lnTo>
                  <a:pt x="904875" y="219075"/>
                </a:lnTo>
                <a:lnTo>
                  <a:pt x="904875" y="228600"/>
                </a:lnTo>
                <a:lnTo>
                  <a:pt x="895350" y="228600"/>
                </a:lnTo>
                <a:close/>
                <a:moveTo>
                  <a:pt x="1085850" y="219075"/>
                </a:moveTo>
                <a:lnTo>
                  <a:pt x="1095375" y="219075"/>
                </a:lnTo>
                <a:lnTo>
                  <a:pt x="1095375" y="228600"/>
                </a:lnTo>
                <a:lnTo>
                  <a:pt x="1085850" y="228600"/>
                </a:lnTo>
                <a:close/>
                <a:moveTo>
                  <a:pt x="628650" y="257175"/>
                </a:moveTo>
                <a:lnTo>
                  <a:pt x="638175" y="257175"/>
                </a:lnTo>
                <a:lnTo>
                  <a:pt x="638175" y="276225"/>
                </a:lnTo>
                <a:lnTo>
                  <a:pt x="628650" y="276225"/>
                </a:lnTo>
                <a:close/>
                <a:moveTo>
                  <a:pt x="647700" y="257175"/>
                </a:moveTo>
                <a:lnTo>
                  <a:pt x="657225" y="257175"/>
                </a:lnTo>
                <a:lnTo>
                  <a:pt x="657225" y="295275"/>
                </a:lnTo>
                <a:lnTo>
                  <a:pt x="647700" y="295275"/>
                </a:lnTo>
                <a:close/>
                <a:moveTo>
                  <a:pt x="781050" y="342900"/>
                </a:moveTo>
                <a:lnTo>
                  <a:pt x="819150" y="342900"/>
                </a:lnTo>
                <a:lnTo>
                  <a:pt x="819150" y="352425"/>
                </a:lnTo>
                <a:lnTo>
                  <a:pt x="781050" y="352425"/>
                </a:lnTo>
                <a:close/>
                <a:moveTo>
                  <a:pt x="990600" y="342900"/>
                </a:moveTo>
                <a:lnTo>
                  <a:pt x="1019175" y="342900"/>
                </a:lnTo>
                <a:lnTo>
                  <a:pt x="1019175" y="352425"/>
                </a:lnTo>
                <a:lnTo>
                  <a:pt x="990600" y="352425"/>
                </a:lnTo>
                <a:close/>
                <a:moveTo>
                  <a:pt x="647700" y="371475"/>
                </a:moveTo>
                <a:lnTo>
                  <a:pt x="657225" y="371475"/>
                </a:lnTo>
                <a:lnTo>
                  <a:pt x="657225" y="390525"/>
                </a:lnTo>
                <a:lnTo>
                  <a:pt x="647700" y="390525"/>
                </a:lnTo>
                <a:close/>
                <a:moveTo>
                  <a:pt x="647700" y="447675"/>
                </a:moveTo>
                <a:lnTo>
                  <a:pt x="657225" y="447675"/>
                </a:lnTo>
                <a:lnTo>
                  <a:pt x="657225" y="476250"/>
                </a:lnTo>
                <a:lnTo>
                  <a:pt x="647700" y="476250"/>
                </a:lnTo>
                <a:close/>
                <a:moveTo>
                  <a:pt x="762000" y="447675"/>
                </a:moveTo>
                <a:lnTo>
                  <a:pt x="771525" y="447675"/>
                </a:lnTo>
                <a:lnTo>
                  <a:pt x="771525" y="476250"/>
                </a:lnTo>
                <a:lnTo>
                  <a:pt x="762000" y="476250"/>
                </a:lnTo>
                <a:close/>
                <a:moveTo>
                  <a:pt x="1000125" y="457200"/>
                </a:moveTo>
                <a:lnTo>
                  <a:pt x="1009650" y="457200"/>
                </a:lnTo>
                <a:lnTo>
                  <a:pt x="1009650" y="466725"/>
                </a:lnTo>
                <a:lnTo>
                  <a:pt x="1000125" y="466725"/>
                </a:lnTo>
                <a:close/>
                <a:moveTo>
                  <a:pt x="1019175" y="457200"/>
                </a:moveTo>
                <a:lnTo>
                  <a:pt x="1028700" y="457200"/>
                </a:lnTo>
                <a:lnTo>
                  <a:pt x="1028700" y="466725"/>
                </a:lnTo>
                <a:lnTo>
                  <a:pt x="1019175" y="466725"/>
                </a:lnTo>
                <a:close/>
                <a:moveTo>
                  <a:pt x="1047750" y="457200"/>
                </a:moveTo>
                <a:lnTo>
                  <a:pt x="1076325" y="457200"/>
                </a:lnTo>
                <a:lnTo>
                  <a:pt x="1076325" y="466725"/>
                </a:lnTo>
                <a:lnTo>
                  <a:pt x="1066800" y="466725"/>
                </a:lnTo>
                <a:lnTo>
                  <a:pt x="1066800" y="476250"/>
                </a:lnTo>
                <a:lnTo>
                  <a:pt x="1085850" y="476250"/>
                </a:lnTo>
                <a:lnTo>
                  <a:pt x="1085850" y="485775"/>
                </a:lnTo>
                <a:lnTo>
                  <a:pt x="942975" y="485775"/>
                </a:lnTo>
                <a:lnTo>
                  <a:pt x="942975" y="476250"/>
                </a:lnTo>
                <a:lnTo>
                  <a:pt x="1047750" y="476250"/>
                </a:lnTo>
                <a:close/>
                <a:moveTo>
                  <a:pt x="66675" y="466725"/>
                </a:moveTo>
                <a:lnTo>
                  <a:pt x="76200" y="466725"/>
                </a:lnTo>
                <a:lnTo>
                  <a:pt x="76200" y="476250"/>
                </a:lnTo>
                <a:lnTo>
                  <a:pt x="85725" y="476250"/>
                </a:lnTo>
                <a:lnTo>
                  <a:pt x="85725" y="485775"/>
                </a:lnTo>
                <a:lnTo>
                  <a:pt x="76200" y="485775"/>
                </a:lnTo>
                <a:lnTo>
                  <a:pt x="76200" y="495300"/>
                </a:lnTo>
                <a:lnTo>
                  <a:pt x="66675" y="495300"/>
                </a:lnTo>
                <a:close/>
                <a:moveTo>
                  <a:pt x="819150" y="476250"/>
                </a:moveTo>
                <a:lnTo>
                  <a:pt x="828675" y="476250"/>
                </a:lnTo>
                <a:lnTo>
                  <a:pt x="828675" y="485775"/>
                </a:lnTo>
                <a:lnTo>
                  <a:pt x="819150" y="485775"/>
                </a:lnTo>
                <a:close/>
                <a:moveTo>
                  <a:pt x="838200" y="476250"/>
                </a:moveTo>
                <a:lnTo>
                  <a:pt x="847725" y="476250"/>
                </a:lnTo>
                <a:lnTo>
                  <a:pt x="847725" y="485775"/>
                </a:lnTo>
                <a:lnTo>
                  <a:pt x="838200" y="485775"/>
                </a:lnTo>
                <a:close/>
                <a:moveTo>
                  <a:pt x="571500" y="495300"/>
                </a:moveTo>
                <a:lnTo>
                  <a:pt x="581025" y="495300"/>
                </a:lnTo>
                <a:lnTo>
                  <a:pt x="581025" y="514350"/>
                </a:lnTo>
                <a:lnTo>
                  <a:pt x="552450" y="514350"/>
                </a:lnTo>
                <a:lnTo>
                  <a:pt x="552450" y="504825"/>
                </a:lnTo>
                <a:lnTo>
                  <a:pt x="571500" y="504825"/>
                </a:lnTo>
                <a:close/>
                <a:moveTo>
                  <a:pt x="647700" y="504825"/>
                </a:moveTo>
                <a:lnTo>
                  <a:pt x="657225" y="504825"/>
                </a:lnTo>
                <a:lnTo>
                  <a:pt x="657225" y="514350"/>
                </a:lnTo>
                <a:lnTo>
                  <a:pt x="647700" y="514350"/>
                </a:lnTo>
                <a:close/>
                <a:moveTo>
                  <a:pt x="85725" y="523875"/>
                </a:moveTo>
                <a:lnTo>
                  <a:pt x="95250" y="523875"/>
                </a:lnTo>
                <a:lnTo>
                  <a:pt x="95250" y="571500"/>
                </a:lnTo>
                <a:lnTo>
                  <a:pt x="85725" y="571500"/>
                </a:lnTo>
                <a:close/>
                <a:moveTo>
                  <a:pt x="647700" y="523875"/>
                </a:moveTo>
                <a:lnTo>
                  <a:pt x="657225" y="523875"/>
                </a:lnTo>
                <a:lnTo>
                  <a:pt x="657225" y="533400"/>
                </a:lnTo>
                <a:lnTo>
                  <a:pt x="647700" y="533400"/>
                </a:lnTo>
                <a:close/>
                <a:moveTo>
                  <a:pt x="647700" y="542925"/>
                </a:moveTo>
                <a:lnTo>
                  <a:pt x="657225" y="542925"/>
                </a:lnTo>
                <a:lnTo>
                  <a:pt x="657225" y="552450"/>
                </a:lnTo>
                <a:lnTo>
                  <a:pt x="647700" y="552450"/>
                </a:lnTo>
                <a:close/>
                <a:moveTo>
                  <a:pt x="552450" y="561975"/>
                </a:moveTo>
                <a:lnTo>
                  <a:pt x="581025" y="561975"/>
                </a:lnTo>
                <a:lnTo>
                  <a:pt x="581025" y="581025"/>
                </a:lnTo>
                <a:lnTo>
                  <a:pt x="552450" y="581025"/>
                </a:lnTo>
                <a:close/>
                <a:moveTo>
                  <a:pt x="800100" y="600075"/>
                </a:moveTo>
                <a:lnTo>
                  <a:pt x="809625" y="600075"/>
                </a:lnTo>
                <a:lnTo>
                  <a:pt x="809625" y="609600"/>
                </a:lnTo>
                <a:lnTo>
                  <a:pt x="800100" y="609600"/>
                </a:lnTo>
                <a:close/>
                <a:moveTo>
                  <a:pt x="847725" y="600075"/>
                </a:moveTo>
                <a:lnTo>
                  <a:pt x="866775" y="600075"/>
                </a:lnTo>
                <a:lnTo>
                  <a:pt x="866775" y="609600"/>
                </a:lnTo>
                <a:lnTo>
                  <a:pt x="847725" y="609600"/>
                </a:lnTo>
                <a:close/>
                <a:moveTo>
                  <a:pt x="942975" y="600075"/>
                </a:moveTo>
                <a:lnTo>
                  <a:pt x="952500" y="600075"/>
                </a:lnTo>
                <a:lnTo>
                  <a:pt x="952500" y="609600"/>
                </a:lnTo>
                <a:lnTo>
                  <a:pt x="942975" y="609600"/>
                </a:lnTo>
                <a:close/>
                <a:moveTo>
                  <a:pt x="962025" y="600075"/>
                </a:moveTo>
                <a:lnTo>
                  <a:pt x="971550" y="600075"/>
                </a:lnTo>
                <a:lnTo>
                  <a:pt x="971550" y="609600"/>
                </a:lnTo>
                <a:lnTo>
                  <a:pt x="962025" y="609600"/>
                </a:lnTo>
                <a:close/>
                <a:moveTo>
                  <a:pt x="981075" y="600075"/>
                </a:moveTo>
                <a:lnTo>
                  <a:pt x="990600" y="600075"/>
                </a:lnTo>
                <a:lnTo>
                  <a:pt x="990600" y="609600"/>
                </a:lnTo>
                <a:lnTo>
                  <a:pt x="981075" y="609600"/>
                </a:lnTo>
                <a:close/>
                <a:moveTo>
                  <a:pt x="647700" y="609600"/>
                </a:moveTo>
                <a:lnTo>
                  <a:pt x="657225" y="609600"/>
                </a:lnTo>
                <a:lnTo>
                  <a:pt x="657225" y="619125"/>
                </a:lnTo>
                <a:lnTo>
                  <a:pt x="647700" y="619125"/>
                </a:lnTo>
                <a:close/>
                <a:moveTo>
                  <a:pt x="904875" y="609600"/>
                </a:moveTo>
                <a:lnTo>
                  <a:pt x="914400" y="609600"/>
                </a:lnTo>
                <a:lnTo>
                  <a:pt x="914400" y="628650"/>
                </a:lnTo>
                <a:lnTo>
                  <a:pt x="904875" y="628650"/>
                </a:lnTo>
                <a:close/>
                <a:moveTo>
                  <a:pt x="923925" y="609600"/>
                </a:moveTo>
                <a:lnTo>
                  <a:pt x="942975" y="609600"/>
                </a:lnTo>
                <a:lnTo>
                  <a:pt x="942975" y="619125"/>
                </a:lnTo>
                <a:lnTo>
                  <a:pt x="952500" y="619125"/>
                </a:lnTo>
                <a:lnTo>
                  <a:pt x="952500" y="628650"/>
                </a:lnTo>
                <a:lnTo>
                  <a:pt x="923925" y="628650"/>
                </a:lnTo>
                <a:close/>
                <a:moveTo>
                  <a:pt x="847725" y="619125"/>
                </a:moveTo>
                <a:lnTo>
                  <a:pt x="857250" y="619125"/>
                </a:lnTo>
                <a:lnTo>
                  <a:pt x="857250" y="628650"/>
                </a:lnTo>
                <a:lnTo>
                  <a:pt x="847725" y="628650"/>
                </a:lnTo>
                <a:close/>
                <a:moveTo>
                  <a:pt x="962025" y="619125"/>
                </a:moveTo>
                <a:lnTo>
                  <a:pt x="981075" y="619125"/>
                </a:lnTo>
                <a:lnTo>
                  <a:pt x="981075" y="628650"/>
                </a:lnTo>
                <a:lnTo>
                  <a:pt x="962025" y="628650"/>
                </a:lnTo>
                <a:close/>
                <a:moveTo>
                  <a:pt x="419100" y="638175"/>
                </a:moveTo>
                <a:lnTo>
                  <a:pt x="428625" y="638175"/>
                </a:lnTo>
                <a:lnTo>
                  <a:pt x="428625" y="647700"/>
                </a:lnTo>
                <a:lnTo>
                  <a:pt x="419100" y="647700"/>
                </a:lnTo>
                <a:close/>
                <a:moveTo>
                  <a:pt x="285750" y="666750"/>
                </a:moveTo>
                <a:lnTo>
                  <a:pt x="295275" y="666750"/>
                </a:lnTo>
                <a:lnTo>
                  <a:pt x="295275" y="676275"/>
                </a:lnTo>
                <a:lnTo>
                  <a:pt x="285750" y="676275"/>
                </a:lnTo>
                <a:close/>
                <a:moveTo>
                  <a:pt x="352425" y="666750"/>
                </a:moveTo>
                <a:lnTo>
                  <a:pt x="381000" y="666750"/>
                </a:lnTo>
                <a:lnTo>
                  <a:pt x="381000" y="685800"/>
                </a:lnTo>
                <a:lnTo>
                  <a:pt x="352425" y="685800"/>
                </a:lnTo>
                <a:close/>
                <a:moveTo>
                  <a:pt x="295275" y="676275"/>
                </a:moveTo>
                <a:lnTo>
                  <a:pt x="304800" y="676275"/>
                </a:lnTo>
                <a:lnTo>
                  <a:pt x="304800" y="685800"/>
                </a:lnTo>
                <a:lnTo>
                  <a:pt x="295275" y="685800"/>
                </a:lnTo>
                <a:close/>
                <a:moveTo>
                  <a:pt x="333375" y="676275"/>
                </a:moveTo>
                <a:lnTo>
                  <a:pt x="342900" y="676275"/>
                </a:lnTo>
                <a:lnTo>
                  <a:pt x="342900" y="685800"/>
                </a:lnTo>
                <a:lnTo>
                  <a:pt x="333375" y="685800"/>
                </a:lnTo>
                <a:close/>
                <a:moveTo>
                  <a:pt x="819150" y="685800"/>
                </a:moveTo>
                <a:lnTo>
                  <a:pt x="828675" y="685800"/>
                </a:lnTo>
                <a:lnTo>
                  <a:pt x="828675" y="695325"/>
                </a:lnTo>
                <a:lnTo>
                  <a:pt x="819150" y="695325"/>
                </a:lnTo>
                <a:close/>
                <a:moveTo>
                  <a:pt x="485775" y="714375"/>
                </a:moveTo>
                <a:lnTo>
                  <a:pt x="495300" y="714375"/>
                </a:lnTo>
                <a:lnTo>
                  <a:pt x="495300" y="723900"/>
                </a:lnTo>
                <a:lnTo>
                  <a:pt x="504825" y="723900"/>
                </a:lnTo>
                <a:lnTo>
                  <a:pt x="504825" y="733425"/>
                </a:lnTo>
                <a:lnTo>
                  <a:pt x="514350" y="733425"/>
                </a:lnTo>
                <a:lnTo>
                  <a:pt x="514350" y="752475"/>
                </a:lnTo>
                <a:lnTo>
                  <a:pt x="495300" y="752475"/>
                </a:lnTo>
                <a:lnTo>
                  <a:pt x="495300" y="742950"/>
                </a:lnTo>
                <a:lnTo>
                  <a:pt x="485775" y="742950"/>
                </a:lnTo>
                <a:lnTo>
                  <a:pt x="485775" y="733425"/>
                </a:lnTo>
                <a:lnTo>
                  <a:pt x="476250" y="733425"/>
                </a:lnTo>
                <a:lnTo>
                  <a:pt x="476250" y="723900"/>
                </a:lnTo>
                <a:lnTo>
                  <a:pt x="485775" y="723900"/>
                </a:lnTo>
                <a:close/>
                <a:moveTo>
                  <a:pt x="1123950" y="781050"/>
                </a:moveTo>
                <a:lnTo>
                  <a:pt x="1133475" y="781050"/>
                </a:lnTo>
                <a:lnTo>
                  <a:pt x="1133475" y="790575"/>
                </a:lnTo>
                <a:lnTo>
                  <a:pt x="1143000" y="790575"/>
                </a:lnTo>
                <a:lnTo>
                  <a:pt x="1143000" y="800100"/>
                </a:lnTo>
                <a:lnTo>
                  <a:pt x="1114425" y="800100"/>
                </a:lnTo>
                <a:lnTo>
                  <a:pt x="1114425" y="790575"/>
                </a:lnTo>
                <a:lnTo>
                  <a:pt x="1123950" y="790575"/>
                </a:lnTo>
                <a:close/>
                <a:moveTo>
                  <a:pt x="333375" y="790575"/>
                </a:moveTo>
                <a:lnTo>
                  <a:pt x="342900" y="790575"/>
                </a:lnTo>
                <a:lnTo>
                  <a:pt x="342900" y="800100"/>
                </a:lnTo>
                <a:lnTo>
                  <a:pt x="361950" y="800100"/>
                </a:lnTo>
                <a:lnTo>
                  <a:pt x="361950" y="809625"/>
                </a:lnTo>
                <a:lnTo>
                  <a:pt x="333375" y="809625"/>
                </a:lnTo>
                <a:close/>
                <a:moveTo>
                  <a:pt x="1095375" y="800100"/>
                </a:moveTo>
                <a:lnTo>
                  <a:pt x="1114425" y="800100"/>
                </a:lnTo>
                <a:lnTo>
                  <a:pt x="1114425" y="809625"/>
                </a:lnTo>
                <a:lnTo>
                  <a:pt x="1095375" y="809625"/>
                </a:lnTo>
                <a:close/>
                <a:moveTo>
                  <a:pt x="1143000" y="800100"/>
                </a:moveTo>
                <a:lnTo>
                  <a:pt x="1152525" y="800100"/>
                </a:lnTo>
                <a:lnTo>
                  <a:pt x="1152525" y="809625"/>
                </a:lnTo>
                <a:lnTo>
                  <a:pt x="1143000" y="809625"/>
                </a:lnTo>
                <a:close/>
              </a:path>
            </a:pathLst>
          </a:custGeom>
          <a:solidFill xmlns:a="http://schemas.openxmlformats.org/drawingml/2006/main">
            <a:srgbClr val="F7F8F3"/>
          </a:solidFill>
          <a:ln xmlns:a="http://schemas.openxmlformats.org/drawingml/2006/main" w="0">
            <a:noFill/>
          </a:ln>
        </p:spPr>
      </p:sp>
      <p:sp>
        <p:nvSpPr>
          <p:cNvPr id="111" name="v10 vector #f6f6ef">
            <a:extLst xmlns:a="http://schemas.openxmlformats.org/drawingml/2006/main">
              <a:ext uri="{FF2B5EF4-FFF2-40B4-BE49-F238E27FC236}">
                <a16:creationId xmlns:a16="http://schemas.microsoft.com/office/drawing/2014/main" id="{BF52B260-E455-4250-9953-94E257DBB3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5350" y="3609975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762000" y="95250"/>
                </a:moveTo>
                <a:lnTo>
                  <a:pt x="771525" y="95250"/>
                </a:lnTo>
                <a:lnTo>
                  <a:pt x="771525" y="142875"/>
                </a:lnTo>
                <a:lnTo>
                  <a:pt x="762000" y="142875"/>
                </a:lnTo>
                <a:close/>
                <a:moveTo>
                  <a:pt x="1095375" y="95250"/>
                </a:moveTo>
                <a:lnTo>
                  <a:pt x="1104900" y="95250"/>
                </a:lnTo>
                <a:lnTo>
                  <a:pt x="1104900" y="190500"/>
                </a:lnTo>
                <a:lnTo>
                  <a:pt x="1095375" y="190500"/>
                </a:lnTo>
                <a:close/>
                <a:moveTo>
                  <a:pt x="228600" y="142875"/>
                </a:moveTo>
                <a:lnTo>
                  <a:pt x="238125" y="142875"/>
                </a:lnTo>
                <a:lnTo>
                  <a:pt x="238125" y="152400"/>
                </a:lnTo>
                <a:lnTo>
                  <a:pt x="228600" y="152400"/>
                </a:lnTo>
                <a:close/>
                <a:moveTo>
                  <a:pt x="409575" y="142875"/>
                </a:moveTo>
                <a:lnTo>
                  <a:pt x="419100" y="142875"/>
                </a:lnTo>
                <a:lnTo>
                  <a:pt x="419100" y="152400"/>
                </a:lnTo>
                <a:lnTo>
                  <a:pt x="409575" y="152400"/>
                </a:lnTo>
                <a:close/>
                <a:moveTo>
                  <a:pt x="161925" y="171450"/>
                </a:moveTo>
                <a:lnTo>
                  <a:pt x="171450" y="171450"/>
                </a:lnTo>
                <a:lnTo>
                  <a:pt x="171450" y="180975"/>
                </a:lnTo>
                <a:lnTo>
                  <a:pt x="161925" y="180975"/>
                </a:lnTo>
                <a:close/>
                <a:moveTo>
                  <a:pt x="285750" y="171450"/>
                </a:moveTo>
                <a:lnTo>
                  <a:pt x="295275" y="171450"/>
                </a:lnTo>
                <a:lnTo>
                  <a:pt x="295275" y="180975"/>
                </a:lnTo>
                <a:lnTo>
                  <a:pt x="285750" y="180975"/>
                </a:lnTo>
                <a:close/>
                <a:moveTo>
                  <a:pt x="352425" y="171450"/>
                </a:moveTo>
                <a:lnTo>
                  <a:pt x="361950" y="171450"/>
                </a:lnTo>
                <a:lnTo>
                  <a:pt x="361950" y="180975"/>
                </a:lnTo>
                <a:lnTo>
                  <a:pt x="352425" y="180975"/>
                </a:lnTo>
                <a:close/>
                <a:moveTo>
                  <a:pt x="476250" y="171450"/>
                </a:moveTo>
                <a:lnTo>
                  <a:pt x="485775" y="171450"/>
                </a:lnTo>
                <a:lnTo>
                  <a:pt x="485775" y="180975"/>
                </a:lnTo>
                <a:lnTo>
                  <a:pt x="476250" y="180975"/>
                </a:lnTo>
                <a:close/>
                <a:moveTo>
                  <a:pt x="295275" y="180975"/>
                </a:moveTo>
                <a:lnTo>
                  <a:pt x="304800" y="180975"/>
                </a:lnTo>
                <a:lnTo>
                  <a:pt x="304800" y="190500"/>
                </a:lnTo>
                <a:lnTo>
                  <a:pt x="295275" y="190500"/>
                </a:lnTo>
                <a:close/>
                <a:moveTo>
                  <a:pt x="923925" y="200025"/>
                </a:moveTo>
                <a:lnTo>
                  <a:pt x="933450" y="200025"/>
                </a:lnTo>
                <a:lnTo>
                  <a:pt x="933450" y="219075"/>
                </a:lnTo>
                <a:lnTo>
                  <a:pt x="971550" y="219075"/>
                </a:lnTo>
                <a:lnTo>
                  <a:pt x="971550" y="228600"/>
                </a:lnTo>
                <a:lnTo>
                  <a:pt x="904875" y="228600"/>
                </a:lnTo>
                <a:lnTo>
                  <a:pt x="904875" y="219075"/>
                </a:lnTo>
                <a:lnTo>
                  <a:pt x="923925" y="219075"/>
                </a:lnTo>
                <a:close/>
                <a:moveTo>
                  <a:pt x="962025" y="200025"/>
                </a:moveTo>
                <a:lnTo>
                  <a:pt x="971550" y="200025"/>
                </a:lnTo>
                <a:lnTo>
                  <a:pt x="971550" y="209550"/>
                </a:lnTo>
                <a:lnTo>
                  <a:pt x="962025" y="209550"/>
                </a:lnTo>
                <a:close/>
                <a:moveTo>
                  <a:pt x="66675" y="209550"/>
                </a:moveTo>
                <a:lnTo>
                  <a:pt x="76200" y="209550"/>
                </a:lnTo>
                <a:lnTo>
                  <a:pt x="76200" y="219075"/>
                </a:lnTo>
                <a:lnTo>
                  <a:pt x="66675" y="219075"/>
                </a:lnTo>
                <a:close/>
                <a:moveTo>
                  <a:pt x="571500" y="209550"/>
                </a:moveTo>
                <a:lnTo>
                  <a:pt x="590550" y="209550"/>
                </a:lnTo>
                <a:lnTo>
                  <a:pt x="590550" y="219075"/>
                </a:lnTo>
                <a:lnTo>
                  <a:pt x="571500" y="219075"/>
                </a:lnTo>
                <a:close/>
                <a:moveTo>
                  <a:pt x="600075" y="219075"/>
                </a:moveTo>
                <a:lnTo>
                  <a:pt x="609600" y="219075"/>
                </a:lnTo>
                <a:lnTo>
                  <a:pt x="609600" y="228600"/>
                </a:lnTo>
                <a:lnTo>
                  <a:pt x="600075" y="228600"/>
                </a:lnTo>
                <a:close/>
                <a:moveTo>
                  <a:pt x="885825" y="219075"/>
                </a:moveTo>
                <a:lnTo>
                  <a:pt x="895350" y="219075"/>
                </a:lnTo>
                <a:lnTo>
                  <a:pt x="895350" y="228600"/>
                </a:lnTo>
                <a:lnTo>
                  <a:pt x="885825" y="228600"/>
                </a:lnTo>
                <a:close/>
                <a:moveTo>
                  <a:pt x="742950" y="266700"/>
                </a:moveTo>
                <a:lnTo>
                  <a:pt x="904875" y="266700"/>
                </a:lnTo>
                <a:lnTo>
                  <a:pt x="904875" y="276225"/>
                </a:lnTo>
                <a:lnTo>
                  <a:pt x="742950" y="276225"/>
                </a:lnTo>
                <a:close/>
                <a:moveTo>
                  <a:pt x="38100" y="371475"/>
                </a:moveTo>
                <a:lnTo>
                  <a:pt x="47625" y="371475"/>
                </a:lnTo>
                <a:lnTo>
                  <a:pt x="47625" y="381000"/>
                </a:lnTo>
                <a:lnTo>
                  <a:pt x="38100" y="381000"/>
                </a:lnTo>
                <a:close/>
                <a:moveTo>
                  <a:pt x="28575" y="381000"/>
                </a:moveTo>
                <a:lnTo>
                  <a:pt x="38100" y="381000"/>
                </a:lnTo>
                <a:lnTo>
                  <a:pt x="38100" y="390525"/>
                </a:lnTo>
                <a:lnTo>
                  <a:pt x="28575" y="390525"/>
                </a:lnTo>
                <a:close/>
                <a:moveTo>
                  <a:pt x="609600" y="381000"/>
                </a:moveTo>
                <a:lnTo>
                  <a:pt x="619125" y="381000"/>
                </a:lnTo>
                <a:lnTo>
                  <a:pt x="619125" y="390525"/>
                </a:lnTo>
                <a:lnTo>
                  <a:pt x="609600" y="390525"/>
                </a:lnTo>
                <a:close/>
                <a:moveTo>
                  <a:pt x="647700" y="476250"/>
                </a:moveTo>
                <a:lnTo>
                  <a:pt x="657225" y="476250"/>
                </a:lnTo>
                <a:lnTo>
                  <a:pt x="657225" y="504825"/>
                </a:lnTo>
                <a:lnTo>
                  <a:pt x="647700" y="504825"/>
                </a:lnTo>
                <a:close/>
                <a:moveTo>
                  <a:pt x="647700" y="514350"/>
                </a:moveTo>
                <a:lnTo>
                  <a:pt x="657225" y="514350"/>
                </a:lnTo>
                <a:lnTo>
                  <a:pt x="657225" y="523875"/>
                </a:lnTo>
                <a:lnTo>
                  <a:pt x="647700" y="523875"/>
                </a:lnTo>
                <a:close/>
                <a:moveTo>
                  <a:pt x="904875" y="523875"/>
                </a:moveTo>
                <a:lnTo>
                  <a:pt x="971550" y="523875"/>
                </a:lnTo>
                <a:lnTo>
                  <a:pt x="971550" y="533400"/>
                </a:lnTo>
                <a:lnTo>
                  <a:pt x="904875" y="533400"/>
                </a:lnTo>
                <a:close/>
                <a:moveTo>
                  <a:pt x="542925" y="571500"/>
                </a:moveTo>
                <a:lnTo>
                  <a:pt x="552450" y="571500"/>
                </a:lnTo>
                <a:lnTo>
                  <a:pt x="552450" y="581025"/>
                </a:lnTo>
                <a:lnTo>
                  <a:pt x="542925" y="581025"/>
                </a:lnTo>
                <a:close/>
                <a:moveTo>
                  <a:pt x="533400" y="581025"/>
                </a:moveTo>
                <a:lnTo>
                  <a:pt x="542925" y="581025"/>
                </a:lnTo>
                <a:lnTo>
                  <a:pt x="542925" y="590550"/>
                </a:lnTo>
                <a:lnTo>
                  <a:pt x="533400" y="590550"/>
                </a:lnTo>
                <a:close/>
                <a:moveTo>
                  <a:pt x="123825" y="590550"/>
                </a:moveTo>
                <a:lnTo>
                  <a:pt x="133350" y="590550"/>
                </a:lnTo>
                <a:lnTo>
                  <a:pt x="133350" y="600075"/>
                </a:lnTo>
                <a:lnTo>
                  <a:pt x="123825" y="600075"/>
                </a:lnTo>
                <a:close/>
                <a:moveTo>
                  <a:pt x="647700" y="590550"/>
                </a:moveTo>
                <a:lnTo>
                  <a:pt x="657225" y="590550"/>
                </a:lnTo>
                <a:lnTo>
                  <a:pt x="657225" y="609600"/>
                </a:lnTo>
                <a:lnTo>
                  <a:pt x="647700" y="609600"/>
                </a:lnTo>
                <a:close/>
                <a:moveTo>
                  <a:pt x="885825" y="600075"/>
                </a:moveTo>
                <a:lnTo>
                  <a:pt x="923925" y="600075"/>
                </a:lnTo>
                <a:lnTo>
                  <a:pt x="923925" y="609600"/>
                </a:lnTo>
                <a:lnTo>
                  <a:pt x="885825" y="609600"/>
                </a:lnTo>
                <a:close/>
                <a:moveTo>
                  <a:pt x="952500" y="600075"/>
                </a:moveTo>
                <a:lnTo>
                  <a:pt x="962025" y="600075"/>
                </a:lnTo>
                <a:lnTo>
                  <a:pt x="962025" y="609600"/>
                </a:lnTo>
                <a:lnTo>
                  <a:pt x="952500" y="609600"/>
                </a:lnTo>
                <a:close/>
                <a:moveTo>
                  <a:pt x="971550" y="600075"/>
                </a:moveTo>
                <a:lnTo>
                  <a:pt x="981075" y="600075"/>
                </a:lnTo>
                <a:lnTo>
                  <a:pt x="981075" y="609600"/>
                </a:lnTo>
                <a:lnTo>
                  <a:pt x="971550" y="609600"/>
                </a:lnTo>
                <a:close/>
                <a:moveTo>
                  <a:pt x="714375" y="609600"/>
                </a:moveTo>
                <a:lnTo>
                  <a:pt x="733425" y="609600"/>
                </a:lnTo>
                <a:lnTo>
                  <a:pt x="733425" y="619125"/>
                </a:lnTo>
                <a:lnTo>
                  <a:pt x="714375" y="619125"/>
                </a:lnTo>
                <a:close/>
                <a:moveTo>
                  <a:pt x="190500" y="619125"/>
                </a:moveTo>
                <a:lnTo>
                  <a:pt x="200025" y="619125"/>
                </a:lnTo>
                <a:lnTo>
                  <a:pt x="200025" y="628650"/>
                </a:lnTo>
                <a:lnTo>
                  <a:pt x="190500" y="628650"/>
                </a:lnTo>
                <a:close/>
                <a:moveTo>
                  <a:pt x="1104900" y="619125"/>
                </a:moveTo>
                <a:lnTo>
                  <a:pt x="1114425" y="619125"/>
                </a:lnTo>
                <a:lnTo>
                  <a:pt x="1114425" y="628650"/>
                </a:lnTo>
                <a:lnTo>
                  <a:pt x="1104900" y="628650"/>
                </a:lnTo>
                <a:close/>
                <a:moveTo>
                  <a:pt x="295275" y="628650"/>
                </a:moveTo>
                <a:lnTo>
                  <a:pt x="304800" y="628650"/>
                </a:lnTo>
                <a:lnTo>
                  <a:pt x="304800" y="638175"/>
                </a:lnTo>
                <a:lnTo>
                  <a:pt x="295275" y="638175"/>
                </a:lnTo>
                <a:close/>
                <a:moveTo>
                  <a:pt x="390525" y="647700"/>
                </a:moveTo>
                <a:lnTo>
                  <a:pt x="409575" y="647700"/>
                </a:lnTo>
                <a:lnTo>
                  <a:pt x="409575" y="657225"/>
                </a:lnTo>
                <a:lnTo>
                  <a:pt x="400050" y="657225"/>
                </a:lnTo>
                <a:lnTo>
                  <a:pt x="400050" y="666750"/>
                </a:lnTo>
                <a:lnTo>
                  <a:pt x="371475" y="666750"/>
                </a:lnTo>
                <a:lnTo>
                  <a:pt x="371475" y="657225"/>
                </a:lnTo>
                <a:lnTo>
                  <a:pt x="390525" y="657225"/>
                </a:lnTo>
                <a:close/>
                <a:moveTo>
                  <a:pt x="276225" y="657225"/>
                </a:moveTo>
                <a:lnTo>
                  <a:pt x="285750" y="657225"/>
                </a:lnTo>
                <a:lnTo>
                  <a:pt x="285750" y="666750"/>
                </a:lnTo>
                <a:lnTo>
                  <a:pt x="276225" y="666750"/>
                </a:lnTo>
                <a:close/>
                <a:moveTo>
                  <a:pt x="1133475" y="657225"/>
                </a:moveTo>
                <a:lnTo>
                  <a:pt x="1143000" y="657225"/>
                </a:lnTo>
                <a:lnTo>
                  <a:pt x="1143000" y="666750"/>
                </a:lnTo>
                <a:lnTo>
                  <a:pt x="1133475" y="666750"/>
                </a:lnTo>
                <a:close/>
                <a:moveTo>
                  <a:pt x="295275" y="666750"/>
                </a:moveTo>
                <a:lnTo>
                  <a:pt x="304800" y="666750"/>
                </a:lnTo>
                <a:lnTo>
                  <a:pt x="304800" y="676275"/>
                </a:lnTo>
                <a:lnTo>
                  <a:pt x="295275" y="676275"/>
                </a:lnTo>
                <a:close/>
                <a:moveTo>
                  <a:pt x="304800" y="676275"/>
                </a:moveTo>
                <a:lnTo>
                  <a:pt x="333375" y="676275"/>
                </a:lnTo>
                <a:lnTo>
                  <a:pt x="333375" y="685800"/>
                </a:lnTo>
                <a:lnTo>
                  <a:pt x="304800" y="685800"/>
                </a:lnTo>
                <a:close/>
                <a:moveTo>
                  <a:pt x="381000" y="676275"/>
                </a:moveTo>
                <a:lnTo>
                  <a:pt x="390525" y="676275"/>
                </a:lnTo>
                <a:lnTo>
                  <a:pt x="390525" y="685800"/>
                </a:lnTo>
                <a:lnTo>
                  <a:pt x="381000" y="685800"/>
                </a:lnTo>
                <a:close/>
              </a:path>
            </a:pathLst>
          </a:custGeom>
          <a:solidFill xmlns:a="http://schemas.openxmlformats.org/drawingml/2006/main">
            <a:srgbClr val="F6F6EF"/>
          </a:solidFill>
          <a:ln xmlns:a="http://schemas.openxmlformats.org/drawingml/2006/main" w="0">
            <a:noFill/>
          </a:ln>
        </p:spPr>
      </p:sp>
      <p:sp>
        <p:nvSpPr>
          <p:cNvPr id="112" name="v10 vector #ede9de">
            <a:extLst xmlns:a="http://schemas.openxmlformats.org/drawingml/2006/main">
              <a:ext uri="{FF2B5EF4-FFF2-40B4-BE49-F238E27FC236}">
                <a16:creationId xmlns:a16="http://schemas.microsoft.com/office/drawing/2014/main" id="{EE17DBCC-E6C2-415F-8655-A5ED5C2289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5350" y="3609975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704850" y="57150"/>
                </a:moveTo>
                <a:lnTo>
                  <a:pt x="714375" y="57150"/>
                </a:lnTo>
                <a:lnTo>
                  <a:pt x="714375" y="66675"/>
                </a:lnTo>
                <a:lnTo>
                  <a:pt x="704850" y="66675"/>
                </a:lnTo>
                <a:close/>
                <a:moveTo>
                  <a:pt x="1123950" y="104775"/>
                </a:moveTo>
                <a:lnTo>
                  <a:pt x="1143000" y="104775"/>
                </a:lnTo>
                <a:lnTo>
                  <a:pt x="1143000" y="247650"/>
                </a:lnTo>
                <a:lnTo>
                  <a:pt x="1123950" y="247650"/>
                </a:lnTo>
                <a:close/>
                <a:moveTo>
                  <a:pt x="276225" y="161925"/>
                </a:moveTo>
                <a:lnTo>
                  <a:pt x="285750" y="161925"/>
                </a:lnTo>
                <a:lnTo>
                  <a:pt x="285750" y="171450"/>
                </a:lnTo>
                <a:lnTo>
                  <a:pt x="276225" y="171450"/>
                </a:lnTo>
                <a:close/>
                <a:moveTo>
                  <a:pt x="361950" y="161925"/>
                </a:moveTo>
                <a:lnTo>
                  <a:pt x="371475" y="161925"/>
                </a:lnTo>
                <a:lnTo>
                  <a:pt x="371475" y="171450"/>
                </a:lnTo>
                <a:lnTo>
                  <a:pt x="361950" y="171450"/>
                </a:lnTo>
                <a:close/>
                <a:moveTo>
                  <a:pt x="400050" y="171450"/>
                </a:moveTo>
                <a:lnTo>
                  <a:pt x="409575" y="171450"/>
                </a:lnTo>
                <a:lnTo>
                  <a:pt x="409575" y="180975"/>
                </a:lnTo>
                <a:lnTo>
                  <a:pt x="428625" y="180975"/>
                </a:lnTo>
                <a:lnTo>
                  <a:pt x="428625" y="190500"/>
                </a:lnTo>
                <a:lnTo>
                  <a:pt x="466725" y="190500"/>
                </a:lnTo>
                <a:lnTo>
                  <a:pt x="466725" y="200025"/>
                </a:lnTo>
                <a:lnTo>
                  <a:pt x="485775" y="200025"/>
                </a:lnTo>
                <a:lnTo>
                  <a:pt x="485775" y="209550"/>
                </a:lnTo>
                <a:lnTo>
                  <a:pt x="504825" y="209550"/>
                </a:lnTo>
                <a:lnTo>
                  <a:pt x="504825" y="219075"/>
                </a:lnTo>
                <a:lnTo>
                  <a:pt x="533400" y="219075"/>
                </a:lnTo>
                <a:lnTo>
                  <a:pt x="533400" y="238125"/>
                </a:lnTo>
                <a:lnTo>
                  <a:pt x="495300" y="238125"/>
                </a:lnTo>
                <a:lnTo>
                  <a:pt x="495300" y="247650"/>
                </a:lnTo>
                <a:lnTo>
                  <a:pt x="485775" y="247650"/>
                </a:lnTo>
                <a:lnTo>
                  <a:pt x="485775" y="257175"/>
                </a:lnTo>
                <a:lnTo>
                  <a:pt x="476250" y="257175"/>
                </a:lnTo>
                <a:lnTo>
                  <a:pt x="476250" y="266700"/>
                </a:lnTo>
                <a:lnTo>
                  <a:pt x="428625" y="266700"/>
                </a:lnTo>
                <a:lnTo>
                  <a:pt x="428625" y="257175"/>
                </a:lnTo>
                <a:lnTo>
                  <a:pt x="400050" y="257175"/>
                </a:lnTo>
                <a:lnTo>
                  <a:pt x="400050" y="247650"/>
                </a:lnTo>
                <a:lnTo>
                  <a:pt x="381000" y="247650"/>
                </a:lnTo>
                <a:lnTo>
                  <a:pt x="381000" y="238125"/>
                </a:lnTo>
                <a:lnTo>
                  <a:pt x="371475" y="238125"/>
                </a:lnTo>
                <a:lnTo>
                  <a:pt x="371475" y="228600"/>
                </a:lnTo>
                <a:lnTo>
                  <a:pt x="352425" y="228600"/>
                </a:lnTo>
                <a:lnTo>
                  <a:pt x="352425" y="209550"/>
                </a:lnTo>
                <a:lnTo>
                  <a:pt x="361950" y="209550"/>
                </a:lnTo>
                <a:lnTo>
                  <a:pt x="361950" y="200025"/>
                </a:lnTo>
                <a:lnTo>
                  <a:pt x="371475" y="200025"/>
                </a:lnTo>
                <a:lnTo>
                  <a:pt x="371475" y="190500"/>
                </a:lnTo>
                <a:lnTo>
                  <a:pt x="381000" y="190500"/>
                </a:lnTo>
                <a:lnTo>
                  <a:pt x="381000" y="180975"/>
                </a:lnTo>
                <a:lnTo>
                  <a:pt x="400050" y="180975"/>
                </a:lnTo>
                <a:close/>
                <a:moveTo>
                  <a:pt x="495300" y="180975"/>
                </a:moveTo>
                <a:lnTo>
                  <a:pt x="504825" y="180975"/>
                </a:lnTo>
                <a:lnTo>
                  <a:pt x="504825" y="190500"/>
                </a:lnTo>
                <a:lnTo>
                  <a:pt x="495300" y="190500"/>
                </a:lnTo>
                <a:close/>
                <a:moveTo>
                  <a:pt x="95250" y="200025"/>
                </a:moveTo>
                <a:lnTo>
                  <a:pt x="104775" y="200025"/>
                </a:lnTo>
                <a:lnTo>
                  <a:pt x="104775" y="209550"/>
                </a:lnTo>
                <a:lnTo>
                  <a:pt x="95250" y="209550"/>
                </a:lnTo>
                <a:close/>
                <a:moveTo>
                  <a:pt x="542925" y="200025"/>
                </a:moveTo>
                <a:lnTo>
                  <a:pt x="552450" y="200025"/>
                </a:lnTo>
                <a:lnTo>
                  <a:pt x="552450" y="209550"/>
                </a:lnTo>
                <a:lnTo>
                  <a:pt x="542925" y="209550"/>
                </a:lnTo>
                <a:close/>
                <a:moveTo>
                  <a:pt x="285750" y="209550"/>
                </a:moveTo>
                <a:lnTo>
                  <a:pt x="295275" y="209550"/>
                </a:lnTo>
                <a:lnTo>
                  <a:pt x="295275" y="228600"/>
                </a:lnTo>
                <a:lnTo>
                  <a:pt x="276225" y="228600"/>
                </a:lnTo>
                <a:lnTo>
                  <a:pt x="276225" y="219075"/>
                </a:lnTo>
                <a:lnTo>
                  <a:pt x="285750" y="219075"/>
                </a:lnTo>
                <a:close/>
                <a:moveTo>
                  <a:pt x="400050" y="209550"/>
                </a:moveTo>
                <a:lnTo>
                  <a:pt x="409575" y="209550"/>
                </a:lnTo>
                <a:lnTo>
                  <a:pt x="409575" y="190500"/>
                </a:lnTo>
                <a:lnTo>
                  <a:pt x="390525" y="190500"/>
                </a:lnTo>
                <a:lnTo>
                  <a:pt x="390525" y="200025"/>
                </a:lnTo>
                <a:lnTo>
                  <a:pt x="381000" y="200025"/>
                </a:lnTo>
                <a:lnTo>
                  <a:pt x="381000" y="209550"/>
                </a:lnTo>
                <a:lnTo>
                  <a:pt x="371475" y="209550"/>
                </a:lnTo>
                <a:lnTo>
                  <a:pt x="371475" y="219075"/>
                </a:lnTo>
                <a:lnTo>
                  <a:pt x="381000" y="219075"/>
                </a:lnTo>
                <a:lnTo>
                  <a:pt x="381000" y="228600"/>
                </a:lnTo>
                <a:lnTo>
                  <a:pt x="390525" y="228600"/>
                </a:lnTo>
                <a:lnTo>
                  <a:pt x="390525" y="219075"/>
                </a:lnTo>
                <a:lnTo>
                  <a:pt x="400050" y="219075"/>
                </a:lnTo>
                <a:close/>
                <a:moveTo>
                  <a:pt x="28575" y="238125"/>
                </a:moveTo>
                <a:lnTo>
                  <a:pt x="38100" y="238125"/>
                </a:lnTo>
                <a:lnTo>
                  <a:pt x="38100" y="247650"/>
                </a:lnTo>
                <a:lnTo>
                  <a:pt x="28575" y="247650"/>
                </a:lnTo>
                <a:close/>
                <a:moveTo>
                  <a:pt x="76200" y="238125"/>
                </a:moveTo>
                <a:lnTo>
                  <a:pt x="114300" y="238125"/>
                </a:lnTo>
                <a:lnTo>
                  <a:pt x="114300" y="247650"/>
                </a:lnTo>
                <a:lnTo>
                  <a:pt x="104775" y="247650"/>
                </a:lnTo>
                <a:lnTo>
                  <a:pt x="104775" y="257175"/>
                </a:lnTo>
                <a:lnTo>
                  <a:pt x="114300" y="257175"/>
                </a:lnTo>
                <a:lnTo>
                  <a:pt x="114300" y="266700"/>
                </a:lnTo>
                <a:lnTo>
                  <a:pt x="123825" y="266700"/>
                </a:lnTo>
                <a:lnTo>
                  <a:pt x="123825" y="276225"/>
                </a:lnTo>
                <a:lnTo>
                  <a:pt x="133350" y="276225"/>
                </a:lnTo>
                <a:lnTo>
                  <a:pt x="133350" y="285750"/>
                </a:lnTo>
                <a:lnTo>
                  <a:pt x="152400" y="285750"/>
                </a:lnTo>
                <a:lnTo>
                  <a:pt x="152400" y="295275"/>
                </a:lnTo>
                <a:lnTo>
                  <a:pt x="142875" y="295275"/>
                </a:lnTo>
                <a:lnTo>
                  <a:pt x="142875" y="304800"/>
                </a:lnTo>
                <a:lnTo>
                  <a:pt x="104775" y="304800"/>
                </a:lnTo>
                <a:lnTo>
                  <a:pt x="104775" y="295275"/>
                </a:lnTo>
                <a:lnTo>
                  <a:pt x="95250" y="295275"/>
                </a:lnTo>
                <a:lnTo>
                  <a:pt x="95250" y="276225"/>
                </a:lnTo>
                <a:lnTo>
                  <a:pt x="85725" y="276225"/>
                </a:lnTo>
                <a:lnTo>
                  <a:pt x="85725" y="266700"/>
                </a:lnTo>
                <a:lnTo>
                  <a:pt x="76200" y="266700"/>
                </a:lnTo>
                <a:close/>
                <a:moveTo>
                  <a:pt x="609600" y="238125"/>
                </a:moveTo>
                <a:lnTo>
                  <a:pt x="619125" y="238125"/>
                </a:lnTo>
                <a:lnTo>
                  <a:pt x="619125" y="247650"/>
                </a:lnTo>
                <a:lnTo>
                  <a:pt x="609600" y="247650"/>
                </a:lnTo>
                <a:close/>
                <a:moveTo>
                  <a:pt x="209550" y="247650"/>
                </a:moveTo>
                <a:lnTo>
                  <a:pt x="238125" y="247650"/>
                </a:lnTo>
                <a:lnTo>
                  <a:pt x="238125" y="257175"/>
                </a:lnTo>
                <a:lnTo>
                  <a:pt x="219075" y="257175"/>
                </a:lnTo>
                <a:lnTo>
                  <a:pt x="219075" y="266700"/>
                </a:lnTo>
                <a:lnTo>
                  <a:pt x="200025" y="266700"/>
                </a:lnTo>
                <a:lnTo>
                  <a:pt x="200025" y="257175"/>
                </a:lnTo>
                <a:lnTo>
                  <a:pt x="209550" y="257175"/>
                </a:lnTo>
                <a:close/>
                <a:moveTo>
                  <a:pt x="561975" y="247650"/>
                </a:moveTo>
                <a:lnTo>
                  <a:pt x="571500" y="247650"/>
                </a:lnTo>
                <a:lnTo>
                  <a:pt x="571500" y="257175"/>
                </a:lnTo>
                <a:lnTo>
                  <a:pt x="561975" y="257175"/>
                </a:lnTo>
                <a:close/>
                <a:moveTo>
                  <a:pt x="904875" y="266700"/>
                </a:moveTo>
                <a:lnTo>
                  <a:pt x="1114425" y="266700"/>
                </a:lnTo>
                <a:lnTo>
                  <a:pt x="1114425" y="276225"/>
                </a:lnTo>
                <a:lnTo>
                  <a:pt x="904875" y="276225"/>
                </a:lnTo>
                <a:close/>
                <a:moveTo>
                  <a:pt x="57150" y="276225"/>
                </a:moveTo>
                <a:lnTo>
                  <a:pt x="66675" y="276225"/>
                </a:lnTo>
                <a:lnTo>
                  <a:pt x="66675" y="285750"/>
                </a:lnTo>
                <a:lnTo>
                  <a:pt x="57150" y="285750"/>
                </a:lnTo>
                <a:close/>
                <a:moveTo>
                  <a:pt x="581025" y="276225"/>
                </a:moveTo>
                <a:lnTo>
                  <a:pt x="590550" y="276225"/>
                </a:lnTo>
                <a:lnTo>
                  <a:pt x="590550" y="285750"/>
                </a:lnTo>
                <a:lnTo>
                  <a:pt x="581025" y="285750"/>
                </a:lnTo>
                <a:close/>
                <a:moveTo>
                  <a:pt x="742950" y="276225"/>
                </a:moveTo>
                <a:lnTo>
                  <a:pt x="762000" y="276225"/>
                </a:lnTo>
                <a:lnTo>
                  <a:pt x="762000" y="285750"/>
                </a:lnTo>
                <a:lnTo>
                  <a:pt x="742950" y="285750"/>
                </a:lnTo>
                <a:close/>
                <a:moveTo>
                  <a:pt x="533400" y="342900"/>
                </a:moveTo>
                <a:lnTo>
                  <a:pt x="542925" y="342900"/>
                </a:lnTo>
                <a:lnTo>
                  <a:pt x="542925" y="352425"/>
                </a:lnTo>
                <a:lnTo>
                  <a:pt x="533400" y="352425"/>
                </a:lnTo>
                <a:close/>
                <a:moveTo>
                  <a:pt x="57150" y="352425"/>
                </a:moveTo>
                <a:lnTo>
                  <a:pt x="66675" y="352425"/>
                </a:lnTo>
                <a:lnTo>
                  <a:pt x="66675" y="361950"/>
                </a:lnTo>
                <a:lnTo>
                  <a:pt x="57150" y="361950"/>
                </a:lnTo>
                <a:close/>
                <a:moveTo>
                  <a:pt x="95250" y="352425"/>
                </a:moveTo>
                <a:lnTo>
                  <a:pt x="114300" y="352425"/>
                </a:lnTo>
                <a:lnTo>
                  <a:pt x="114300" y="371475"/>
                </a:lnTo>
                <a:lnTo>
                  <a:pt x="123825" y="371475"/>
                </a:lnTo>
                <a:lnTo>
                  <a:pt x="123825" y="381000"/>
                </a:lnTo>
                <a:lnTo>
                  <a:pt x="133350" y="381000"/>
                </a:lnTo>
                <a:lnTo>
                  <a:pt x="133350" y="390525"/>
                </a:lnTo>
                <a:lnTo>
                  <a:pt x="180975" y="390525"/>
                </a:lnTo>
                <a:lnTo>
                  <a:pt x="180975" y="381000"/>
                </a:lnTo>
                <a:lnTo>
                  <a:pt x="171450" y="381000"/>
                </a:lnTo>
                <a:lnTo>
                  <a:pt x="171450" y="361950"/>
                </a:lnTo>
                <a:lnTo>
                  <a:pt x="180975" y="361950"/>
                </a:lnTo>
                <a:lnTo>
                  <a:pt x="180975" y="371475"/>
                </a:lnTo>
                <a:lnTo>
                  <a:pt x="209550" y="371475"/>
                </a:lnTo>
                <a:lnTo>
                  <a:pt x="209550" y="381000"/>
                </a:lnTo>
                <a:lnTo>
                  <a:pt x="219075" y="381000"/>
                </a:lnTo>
                <a:lnTo>
                  <a:pt x="219075" y="390525"/>
                </a:lnTo>
                <a:lnTo>
                  <a:pt x="190500" y="390525"/>
                </a:lnTo>
                <a:lnTo>
                  <a:pt x="190500" y="419100"/>
                </a:lnTo>
                <a:lnTo>
                  <a:pt x="180975" y="419100"/>
                </a:lnTo>
                <a:lnTo>
                  <a:pt x="180975" y="428625"/>
                </a:lnTo>
                <a:lnTo>
                  <a:pt x="171450" y="428625"/>
                </a:lnTo>
                <a:lnTo>
                  <a:pt x="171450" y="438150"/>
                </a:lnTo>
                <a:lnTo>
                  <a:pt x="152400" y="438150"/>
                </a:lnTo>
                <a:lnTo>
                  <a:pt x="152400" y="428625"/>
                </a:lnTo>
                <a:lnTo>
                  <a:pt x="133350" y="428625"/>
                </a:lnTo>
                <a:lnTo>
                  <a:pt x="133350" y="419100"/>
                </a:lnTo>
                <a:lnTo>
                  <a:pt x="104775" y="419100"/>
                </a:lnTo>
                <a:lnTo>
                  <a:pt x="104775" y="409575"/>
                </a:lnTo>
                <a:lnTo>
                  <a:pt x="85725" y="409575"/>
                </a:lnTo>
                <a:lnTo>
                  <a:pt x="85725" y="400050"/>
                </a:lnTo>
                <a:lnTo>
                  <a:pt x="76200" y="400050"/>
                </a:lnTo>
                <a:lnTo>
                  <a:pt x="76200" y="390525"/>
                </a:lnTo>
                <a:lnTo>
                  <a:pt x="66675" y="390525"/>
                </a:lnTo>
                <a:lnTo>
                  <a:pt x="66675" y="381000"/>
                </a:lnTo>
                <a:lnTo>
                  <a:pt x="76200" y="381000"/>
                </a:lnTo>
                <a:lnTo>
                  <a:pt x="76200" y="371475"/>
                </a:lnTo>
                <a:lnTo>
                  <a:pt x="85725" y="371475"/>
                </a:lnTo>
                <a:lnTo>
                  <a:pt x="85725" y="361950"/>
                </a:lnTo>
                <a:lnTo>
                  <a:pt x="95250" y="361950"/>
                </a:lnTo>
                <a:close/>
                <a:moveTo>
                  <a:pt x="1123950" y="352425"/>
                </a:moveTo>
                <a:lnTo>
                  <a:pt x="1143000" y="352425"/>
                </a:lnTo>
                <a:lnTo>
                  <a:pt x="1143000" y="504825"/>
                </a:lnTo>
                <a:lnTo>
                  <a:pt x="1123950" y="504825"/>
                </a:lnTo>
                <a:close/>
                <a:moveTo>
                  <a:pt x="47625" y="361950"/>
                </a:moveTo>
                <a:lnTo>
                  <a:pt x="57150" y="361950"/>
                </a:lnTo>
                <a:lnTo>
                  <a:pt x="57150" y="371475"/>
                </a:lnTo>
                <a:lnTo>
                  <a:pt x="47625" y="371475"/>
                </a:lnTo>
                <a:close/>
                <a:moveTo>
                  <a:pt x="590550" y="361950"/>
                </a:moveTo>
                <a:lnTo>
                  <a:pt x="600075" y="361950"/>
                </a:lnTo>
                <a:lnTo>
                  <a:pt x="600075" y="371475"/>
                </a:lnTo>
                <a:lnTo>
                  <a:pt x="590550" y="371475"/>
                </a:lnTo>
                <a:close/>
                <a:moveTo>
                  <a:pt x="447675" y="371475"/>
                </a:moveTo>
                <a:lnTo>
                  <a:pt x="457200" y="371475"/>
                </a:lnTo>
                <a:lnTo>
                  <a:pt x="457200" y="381000"/>
                </a:lnTo>
                <a:lnTo>
                  <a:pt x="447675" y="381000"/>
                </a:lnTo>
                <a:close/>
                <a:moveTo>
                  <a:pt x="600075" y="371475"/>
                </a:moveTo>
                <a:lnTo>
                  <a:pt x="609600" y="371475"/>
                </a:lnTo>
                <a:lnTo>
                  <a:pt x="609600" y="381000"/>
                </a:lnTo>
                <a:lnTo>
                  <a:pt x="600075" y="381000"/>
                </a:lnTo>
                <a:close/>
                <a:moveTo>
                  <a:pt x="428625" y="381000"/>
                </a:moveTo>
                <a:lnTo>
                  <a:pt x="438150" y="381000"/>
                </a:lnTo>
                <a:lnTo>
                  <a:pt x="438150" y="390525"/>
                </a:lnTo>
                <a:lnTo>
                  <a:pt x="428625" y="390525"/>
                </a:lnTo>
                <a:close/>
                <a:moveTo>
                  <a:pt x="457200" y="381000"/>
                </a:moveTo>
                <a:lnTo>
                  <a:pt x="514350" y="381000"/>
                </a:lnTo>
                <a:lnTo>
                  <a:pt x="514350" y="390525"/>
                </a:lnTo>
                <a:lnTo>
                  <a:pt x="552450" y="390525"/>
                </a:lnTo>
                <a:lnTo>
                  <a:pt x="552450" y="381000"/>
                </a:lnTo>
                <a:lnTo>
                  <a:pt x="581025" y="381000"/>
                </a:lnTo>
                <a:lnTo>
                  <a:pt x="581025" y="400050"/>
                </a:lnTo>
                <a:lnTo>
                  <a:pt x="561975" y="400050"/>
                </a:lnTo>
                <a:lnTo>
                  <a:pt x="561975" y="409575"/>
                </a:lnTo>
                <a:lnTo>
                  <a:pt x="542925" y="409575"/>
                </a:lnTo>
                <a:lnTo>
                  <a:pt x="542925" y="419100"/>
                </a:lnTo>
                <a:lnTo>
                  <a:pt x="523875" y="419100"/>
                </a:lnTo>
                <a:lnTo>
                  <a:pt x="523875" y="428625"/>
                </a:lnTo>
                <a:lnTo>
                  <a:pt x="504825" y="428625"/>
                </a:lnTo>
                <a:lnTo>
                  <a:pt x="504825" y="438150"/>
                </a:lnTo>
                <a:lnTo>
                  <a:pt x="485775" y="438150"/>
                </a:lnTo>
                <a:lnTo>
                  <a:pt x="485775" y="447675"/>
                </a:lnTo>
                <a:lnTo>
                  <a:pt x="447675" y="447675"/>
                </a:lnTo>
                <a:lnTo>
                  <a:pt x="447675" y="428625"/>
                </a:lnTo>
                <a:lnTo>
                  <a:pt x="457200" y="428625"/>
                </a:lnTo>
                <a:lnTo>
                  <a:pt x="457200" y="409575"/>
                </a:lnTo>
                <a:lnTo>
                  <a:pt x="447675" y="409575"/>
                </a:lnTo>
                <a:lnTo>
                  <a:pt x="447675" y="400050"/>
                </a:lnTo>
                <a:lnTo>
                  <a:pt x="438150" y="400050"/>
                </a:lnTo>
                <a:lnTo>
                  <a:pt x="438150" y="390525"/>
                </a:lnTo>
                <a:lnTo>
                  <a:pt x="457200" y="390525"/>
                </a:lnTo>
                <a:close/>
                <a:moveTo>
                  <a:pt x="28575" y="390525"/>
                </a:moveTo>
                <a:lnTo>
                  <a:pt x="38100" y="390525"/>
                </a:lnTo>
                <a:lnTo>
                  <a:pt x="38100" y="400050"/>
                </a:lnTo>
                <a:lnTo>
                  <a:pt x="28575" y="400050"/>
                </a:lnTo>
                <a:close/>
                <a:moveTo>
                  <a:pt x="609600" y="390525"/>
                </a:moveTo>
                <a:lnTo>
                  <a:pt x="619125" y="390525"/>
                </a:lnTo>
                <a:lnTo>
                  <a:pt x="619125" y="400050"/>
                </a:lnTo>
                <a:lnTo>
                  <a:pt x="609600" y="400050"/>
                </a:lnTo>
                <a:close/>
                <a:moveTo>
                  <a:pt x="276225" y="419100"/>
                </a:moveTo>
                <a:lnTo>
                  <a:pt x="295275" y="419100"/>
                </a:lnTo>
                <a:lnTo>
                  <a:pt x="295275" y="428625"/>
                </a:lnTo>
                <a:lnTo>
                  <a:pt x="276225" y="428625"/>
                </a:lnTo>
                <a:close/>
                <a:moveTo>
                  <a:pt x="438150" y="447675"/>
                </a:moveTo>
                <a:lnTo>
                  <a:pt x="447675" y="447675"/>
                </a:lnTo>
                <a:lnTo>
                  <a:pt x="447675" y="457200"/>
                </a:lnTo>
                <a:lnTo>
                  <a:pt x="438150" y="457200"/>
                </a:lnTo>
                <a:close/>
                <a:moveTo>
                  <a:pt x="133350" y="457200"/>
                </a:moveTo>
                <a:lnTo>
                  <a:pt x="142875" y="457200"/>
                </a:lnTo>
                <a:lnTo>
                  <a:pt x="142875" y="476250"/>
                </a:lnTo>
                <a:lnTo>
                  <a:pt x="133350" y="476250"/>
                </a:lnTo>
                <a:close/>
                <a:moveTo>
                  <a:pt x="295275" y="457200"/>
                </a:moveTo>
                <a:lnTo>
                  <a:pt x="314325" y="457200"/>
                </a:lnTo>
                <a:lnTo>
                  <a:pt x="314325" y="638175"/>
                </a:lnTo>
                <a:lnTo>
                  <a:pt x="304800" y="638175"/>
                </a:lnTo>
                <a:lnTo>
                  <a:pt x="304800" y="628650"/>
                </a:lnTo>
                <a:lnTo>
                  <a:pt x="295275" y="628650"/>
                </a:lnTo>
                <a:lnTo>
                  <a:pt x="295275" y="638175"/>
                </a:lnTo>
                <a:lnTo>
                  <a:pt x="276225" y="638175"/>
                </a:lnTo>
                <a:lnTo>
                  <a:pt x="276225" y="628650"/>
                </a:lnTo>
                <a:lnTo>
                  <a:pt x="257175" y="628650"/>
                </a:lnTo>
                <a:lnTo>
                  <a:pt x="257175" y="619125"/>
                </a:lnTo>
                <a:lnTo>
                  <a:pt x="228600" y="619125"/>
                </a:lnTo>
                <a:lnTo>
                  <a:pt x="228600" y="609600"/>
                </a:lnTo>
                <a:lnTo>
                  <a:pt x="209550" y="609600"/>
                </a:lnTo>
                <a:lnTo>
                  <a:pt x="209550" y="600075"/>
                </a:lnTo>
                <a:lnTo>
                  <a:pt x="190500" y="600075"/>
                </a:lnTo>
                <a:lnTo>
                  <a:pt x="190500" y="590550"/>
                </a:lnTo>
                <a:lnTo>
                  <a:pt x="180975" y="590550"/>
                </a:lnTo>
                <a:lnTo>
                  <a:pt x="180975" y="581025"/>
                </a:lnTo>
                <a:lnTo>
                  <a:pt x="171450" y="581025"/>
                </a:lnTo>
                <a:lnTo>
                  <a:pt x="171450" y="571500"/>
                </a:lnTo>
                <a:lnTo>
                  <a:pt x="180975" y="571500"/>
                </a:lnTo>
                <a:lnTo>
                  <a:pt x="180975" y="552450"/>
                </a:lnTo>
                <a:lnTo>
                  <a:pt x="209550" y="552450"/>
                </a:lnTo>
                <a:lnTo>
                  <a:pt x="209550" y="542925"/>
                </a:lnTo>
                <a:lnTo>
                  <a:pt x="219075" y="542925"/>
                </a:lnTo>
                <a:lnTo>
                  <a:pt x="219075" y="533400"/>
                </a:lnTo>
                <a:lnTo>
                  <a:pt x="228600" y="533400"/>
                </a:lnTo>
                <a:lnTo>
                  <a:pt x="228600" y="514350"/>
                </a:lnTo>
                <a:lnTo>
                  <a:pt x="238125" y="514350"/>
                </a:lnTo>
                <a:lnTo>
                  <a:pt x="238125" y="504825"/>
                </a:lnTo>
                <a:lnTo>
                  <a:pt x="266700" y="504825"/>
                </a:lnTo>
                <a:lnTo>
                  <a:pt x="266700" y="495300"/>
                </a:lnTo>
                <a:lnTo>
                  <a:pt x="276225" y="495300"/>
                </a:lnTo>
                <a:lnTo>
                  <a:pt x="276225" y="485775"/>
                </a:lnTo>
                <a:lnTo>
                  <a:pt x="285750" y="485775"/>
                </a:lnTo>
                <a:lnTo>
                  <a:pt x="285750" y="476250"/>
                </a:lnTo>
                <a:lnTo>
                  <a:pt x="295275" y="476250"/>
                </a:lnTo>
                <a:close/>
                <a:moveTo>
                  <a:pt x="333375" y="457200"/>
                </a:moveTo>
                <a:lnTo>
                  <a:pt x="352425" y="457200"/>
                </a:lnTo>
                <a:lnTo>
                  <a:pt x="352425" y="466725"/>
                </a:lnTo>
                <a:lnTo>
                  <a:pt x="361950" y="466725"/>
                </a:lnTo>
                <a:lnTo>
                  <a:pt x="361950" y="476250"/>
                </a:lnTo>
                <a:lnTo>
                  <a:pt x="371475" y="476250"/>
                </a:lnTo>
                <a:lnTo>
                  <a:pt x="371475" y="495300"/>
                </a:lnTo>
                <a:lnTo>
                  <a:pt x="381000" y="495300"/>
                </a:lnTo>
                <a:lnTo>
                  <a:pt x="381000" y="504825"/>
                </a:lnTo>
                <a:lnTo>
                  <a:pt x="419100" y="504825"/>
                </a:lnTo>
                <a:lnTo>
                  <a:pt x="419100" y="495300"/>
                </a:lnTo>
                <a:lnTo>
                  <a:pt x="447675" y="495300"/>
                </a:lnTo>
                <a:lnTo>
                  <a:pt x="447675" y="552450"/>
                </a:lnTo>
                <a:lnTo>
                  <a:pt x="457200" y="552450"/>
                </a:lnTo>
                <a:lnTo>
                  <a:pt x="457200" y="571500"/>
                </a:lnTo>
                <a:lnTo>
                  <a:pt x="485775" y="571500"/>
                </a:lnTo>
                <a:lnTo>
                  <a:pt x="485775" y="581025"/>
                </a:lnTo>
                <a:lnTo>
                  <a:pt x="476250" y="581025"/>
                </a:lnTo>
                <a:lnTo>
                  <a:pt x="476250" y="590550"/>
                </a:lnTo>
                <a:lnTo>
                  <a:pt x="457200" y="590550"/>
                </a:lnTo>
                <a:lnTo>
                  <a:pt x="457200" y="600075"/>
                </a:lnTo>
                <a:lnTo>
                  <a:pt x="438150" y="600075"/>
                </a:lnTo>
                <a:lnTo>
                  <a:pt x="438150" y="609600"/>
                </a:lnTo>
                <a:lnTo>
                  <a:pt x="409575" y="609600"/>
                </a:lnTo>
                <a:lnTo>
                  <a:pt x="409575" y="590550"/>
                </a:lnTo>
                <a:lnTo>
                  <a:pt x="400050" y="590550"/>
                </a:lnTo>
                <a:lnTo>
                  <a:pt x="400050" y="581025"/>
                </a:lnTo>
                <a:lnTo>
                  <a:pt x="371475" y="581025"/>
                </a:lnTo>
                <a:lnTo>
                  <a:pt x="371475" y="590550"/>
                </a:lnTo>
                <a:lnTo>
                  <a:pt x="361950" y="590550"/>
                </a:lnTo>
                <a:lnTo>
                  <a:pt x="361950" y="609600"/>
                </a:lnTo>
                <a:lnTo>
                  <a:pt x="352425" y="609600"/>
                </a:lnTo>
                <a:lnTo>
                  <a:pt x="352425" y="619125"/>
                </a:lnTo>
                <a:lnTo>
                  <a:pt x="361950" y="619125"/>
                </a:lnTo>
                <a:lnTo>
                  <a:pt x="361950" y="638175"/>
                </a:lnTo>
                <a:lnTo>
                  <a:pt x="352425" y="638175"/>
                </a:lnTo>
                <a:lnTo>
                  <a:pt x="352425" y="647700"/>
                </a:lnTo>
                <a:lnTo>
                  <a:pt x="342900" y="647700"/>
                </a:lnTo>
                <a:lnTo>
                  <a:pt x="342900" y="638175"/>
                </a:lnTo>
                <a:lnTo>
                  <a:pt x="333375" y="638175"/>
                </a:lnTo>
                <a:close/>
                <a:moveTo>
                  <a:pt x="400050" y="457200"/>
                </a:moveTo>
                <a:lnTo>
                  <a:pt x="409575" y="457200"/>
                </a:lnTo>
                <a:lnTo>
                  <a:pt x="409575" y="476250"/>
                </a:lnTo>
                <a:lnTo>
                  <a:pt x="400050" y="476250"/>
                </a:lnTo>
                <a:close/>
                <a:moveTo>
                  <a:pt x="419100" y="457200"/>
                </a:moveTo>
                <a:lnTo>
                  <a:pt x="428625" y="457200"/>
                </a:lnTo>
                <a:lnTo>
                  <a:pt x="428625" y="466725"/>
                </a:lnTo>
                <a:lnTo>
                  <a:pt x="419100" y="466725"/>
                </a:lnTo>
                <a:close/>
                <a:moveTo>
                  <a:pt x="504825" y="457200"/>
                </a:moveTo>
                <a:lnTo>
                  <a:pt x="514350" y="457200"/>
                </a:lnTo>
                <a:lnTo>
                  <a:pt x="514350" y="476250"/>
                </a:lnTo>
                <a:lnTo>
                  <a:pt x="504825" y="476250"/>
                </a:lnTo>
                <a:close/>
                <a:moveTo>
                  <a:pt x="742950" y="523875"/>
                </a:moveTo>
                <a:lnTo>
                  <a:pt x="904875" y="523875"/>
                </a:lnTo>
                <a:lnTo>
                  <a:pt x="904875" y="533400"/>
                </a:lnTo>
                <a:lnTo>
                  <a:pt x="742950" y="533400"/>
                </a:lnTo>
                <a:close/>
                <a:moveTo>
                  <a:pt x="971550" y="523875"/>
                </a:moveTo>
                <a:lnTo>
                  <a:pt x="1114425" y="523875"/>
                </a:lnTo>
                <a:lnTo>
                  <a:pt x="1114425" y="533400"/>
                </a:lnTo>
                <a:lnTo>
                  <a:pt x="971550" y="533400"/>
                </a:lnTo>
                <a:close/>
                <a:moveTo>
                  <a:pt x="504825" y="552450"/>
                </a:moveTo>
                <a:lnTo>
                  <a:pt x="514350" y="552450"/>
                </a:lnTo>
                <a:lnTo>
                  <a:pt x="514350" y="561975"/>
                </a:lnTo>
                <a:lnTo>
                  <a:pt x="504825" y="561975"/>
                </a:lnTo>
                <a:close/>
                <a:moveTo>
                  <a:pt x="171450" y="609600"/>
                </a:moveTo>
                <a:lnTo>
                  <a:pt x="180975" y="609600"/>
                </a:lnTo>
                <a:lnTo>
                  <a:pt x="180975" y="619125"/>
                </a:lnTo>
                <a:lnTo>
                  <a:pt x="171450" y="619125"/>
                </a:lnTo>
                <a:close/>
                <a:moveTo>
                  <a:pt x="428625" y="628650"/>
                </a:moveTo>
                <a:lnTo>
                  <a:pt x="438150" y="628650"/>
                </a:lnTo>
                <a:lnTo>
                  <a:pt x="438150" y="638175"/>
                </a:lnTo>
                <a:lnTo>
                  <a:pt x="428625" y="638175"/>
                </a:lnTo>
                <a:close/>
                <a:moveTo>
                  <a:pt x="295275" y="638175"/>
                </a:moveTo>
                <a:lnTo>
                  <a:pt x="304800" y="638175"/>
                </a:lnTo>
                <a:lnTo>
                  <a:pt x="304800" y="647700"/>
                </a:lnTo>
                <a:lnTo>
                  <a:pt x="295275" y="647700"/>
                </a:lnTo>
                <a:close/>
                <a:moveTo>
                  <a:pt x="409575" y="638175"/>
                </a:moveTo>
                <a:lnTo>
                  <a:pt x="419100" y="638175"/>
                </a:lnTo>
                <a:lnTo>
                  <a:pt x="419100" y="647700"/>
                </a:lnTo>
                <a:lnTo>
                  <a:pt x="409575" y="647700"/>
                </a:lnTo>
                <a:close/>
                <a:moveTo>
                  <a:pt x="257175" y="647700"/>
                </a:moveTo>
                <a:lnTo>
                  <a:pt x="266700" y="647700"/>
                </a:lnTo>
                <a:lnTo>
                  <a:pt x="266700" y="657225"/>
                </a:lnTo>
                <a:lnTo>
                  <a:pt x="257175" y="657225"/>
                </a:lnTo>
                <a:close/>
                <a:moveTo>
                  <a:pt x="342900" y="666750"/>
                </a:moveTo>
                <a:lnTo>
                  <a:pt x="352425" y="666750"/>
                </a:lnTo>
                <a:lnTo>
                  <a:pt x="352425" y="676275"/>
                </a:lnTo>
                <a:lnTo>
                  <a:pt x="342900" y="676275"/>
                </a:lnTo>
                <a:close/>
                <a:moveTo>
                  <a:pt x="657225" y="666750"/>
                </a:moveTo>
                <a:lnTo>
                  <a:pt x="666750" y="666750"/>
                </a:lnTo>
                <a:lnTo>
                  <a:pt x="666750" y="676275"/>
                </a:lnTo>
                <a:lnTo>
                  <a:pt x="657225" y="676275"/>
                </a:lnTo>
                <a:close/>
                <a:moveTo>
                  <a:pt x="666750" y="676275"/>
                </a:moveTo>
                <a:lnTo>
                  <a:pt x="676275" y="676275"/>
                </a:lnTo>
                <a:lnTo>
                  <a:pt x="676275" y="685800"/>
                </a:lnTo>
                <a:lnTo>
                  <a:pt x="666750" y="685800"/>
                </a:lnTo>
                <a:close/>
              </a:path>
            </a:pathLst>
          </a:custGeom>
          <a:solidFill xmlns:a="http://schemas.openxmlformats.org/drawingml/2006/main">
            <a:srgbClr val="EDE9DE"/>
          </a:solidFill>
          <a:ln xmlns:a="http://schemas.openxmlformats.org/drawingml/2006/main" w="0">
            <a:noFill/>
          </a:ln>
        </p:spPr>
      </p:sp>
      <p:sp>
        <p:nvSpPr>
          <p:cNvPr id="113" name="v10 vector #ebe5d8">
            <a:extLst xmlns:a="http://schemas.openxmlformats.org/drawingml/2006/main">
              <a:ext uri="{FF2B5EF4-FFF2-40B4-BE49-F238E27FC236}">
                <a16:creationId xmlns:a16="http://schemas.microsoft.com/office/drawing/2014/main" id="{9C2FE51F-BD74-464F-BFC6-A3CD400ECB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5350" y="3609975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714375" y="114300"/>
                </a:moveTo>
                <a:lnTo>
                  <a:pt x="733425" y="114300"/>
                </a:lnTo>
                <a:lnTo>
                  <a:pt x="733425" y="247650"/>
                </a:lnTo>
                <a:lnTo>
                  <a:pt x="714375" y="247650"/>
                </a:lnTo>
                <a:close/>
                <a:moveTo>
                  <a:pt x="209550" y="152400"/>
                </a:moveTo>
                <a:lnTo>
                  <a:pt x="219075" y="152400"/>
                </a:lnTo>
                <a:lnTo>
                  <a:pt x="219075" y="161925"/>
                </a:lnTo>
                <a:lnTo>
                  <a:pt x="209550" y="161925"/>
                </a:lnTo>
                <a:close/>
                <a:moveTo>
                  <a:pt x="228600" y="171450"/>
                </a:moveTo>
                <a:lnTo>
                  <a:pt x="257175" y="171450"/>
                </a:lnTo>
                <a:lnTo>
                  <a:pt x="257175" y="180975"/>
                </a:lnTo>
                <a:lnTo>
                  <a:pt x="266700" y="180975"/>
                </a:lnTo>
                <a:lnTo>
                  <a:pt x="266700" y="190500"/>
                </a:lnTo>
                <a:lnTo>
                  <a:pt x="276225" y="190500"/>
                </a:lnTo>
                <a:lnTo>
                  <a:pt x="276225" y="200025"/>
                </a:lnTo>
                <a:lnTo>
                  <a:pt x="285750" y="200025"/>
                </a:lnTo>
                <a:lnTo>
                  <a:pt x="285750" y="219075"/>
                </a:lnTo>
                <a:lnTo>
                  <a:pt x="276225" y="219075"/>
                </a:lnTo>
                <a:lnTo>
                  <a:pt x="276225" y="228600"/>
                </a:lnTo>
                <a:lnTo>
                  <a:pt x="295275" y="228600"/>
                </a:lnTo>
                <a:lnTo>
                  <a:pt x="295275" y="238125"/>
                </a:lnTo>
                <a:lnTo>
                  <a:pt x="266700" y="238125"/>
                </a:lnTo>
                <a:lnTo>
                  <a:pt x="266700" y="247650"/>
                </a:lnTo>
                <a:lnTo>
                  <a:pt x="247650" y="247650"/>
                </a:lnTo>
                <a:lnTo>
                  <a:pt x="247650" y="257175"/>
                </a:lnTo>
                <a:lnTo>
                  <a:pt x="238125" y="257175"/>
                </a:lnTo>
                <a:lnTo>
                  <a:pt x="238125" y="247650"/>
                </a:lnTo>
                <a:lnTo>
                  <a:pt x="209550" y="247650"/>
                </a:lnTo>
                <a:lnTo>
                  <a:pt x="209550" y="257175"/>
                </a:lnTo>
                <a:lnTo>
                  <a:pt x="200025" y="257175"/>
                </a:lnTo>
                <a:lnTo>
                  <a:pt x="200025" y="276225"/>
                </a:lnTo>
                <a:lnTo>
                  <a:pt x="180975" y="276225"/>
                </a:lnTo>
                <a:lnTo>
                  <a:pt x="180975" y="285750"/>
                </a:lnTo>
                <a:lnTo>
                  <a:pt x="161925" y="285750"/>
                </a:lnTo>
                <a:lnTo>
                  <a:pt x="161925" y="295275"/>
                </a:lnTo>
                <a:lnTo>
                  <a:pt x="152400" y="295275"/>
                </a:lnTo>
                <a:lnTo>
                  <a:pt x="152400" y="285750"/>
                </a:lnTo>
                <a:lnTo>
                  <a:pt x="133350" y="285750"/>
                </a:lnTo>
                <a:lnTo>
                  <a:pt x="133350" y="276225"/>
                </a:lnTo>
                <a:lnTo>
                  <a:pt x="123825" y="276225"/>
                </a:lnTo>
                <a:lnTo>
                  <a:pt x="123825" y="266700"/>
                </a:lnTo>
                <a:lnTo>
                  <a:pt x="114300" y="266700"/>
                </a:lnTo>
                <a:lnTo>
                  <a:pt x="114300" y="257175"/>
                </a:lnTo>
                <a:lnTo>
                  <a:pt x="104775" y="257175"/>
                </a:lnTo>
                <a:lnTo>
                  <a:pt x="104775" y="247650"/>
                </a:lnTo>
                <a:lnTo>
                  <a:pt x="114300" y="247650"/>
                </a:lnTo>
                <a:lnTo>
                  <a:pt x="114300" y="238125"/>
                </a:lnTo>
                <a:lnTo>
                  <a:pt x="95250" y="238125"/>
                </a:lnTo>
                <a:lnTo>
                  <a:pt x="95250" y="228600"/>
                </a:lnTo>
                <a:lnTo>
                  <a:pt x="114300" y="228600"/>
                </a:lnTo>
                <a:lnTo>
                  <a:pt x="114300" y="219075"/>
                </a:lnTo>
                <a:lnTo>
                  <a:pt x="142875" y="219075"/>
                </a:lnTo>
                <a:lnTo>
                  <a:pt x="142875" y="209550"/>
                </a:lnTo>
                <a:lnTo>
                  <a:pt x="161925" y="209550"/>
                </a:lnTo>
                <a:lnTo>
                  <a:pt x="161925" y="200025"/>
                </a:lnTo>
                <a:lnTo>
                  <a:pt x="190500" y="200025"/>
                </a:lnTo>
                <a:lnTo>
                  <a:pt x="190500" y="190500"/>
                </a:lnTo>
                <a:lnTo>
                  <a:pt x="209550" y="190500"/>
                </a:lnTo>
                <a:lnTo>
                  <a:pt x="209550" y="180975"/>
                </a:lnTo>
                <a:lnTo>
                  <a:pt x="228600" y="180975"/>
                </a:lnTo>
                <a:close/>
                <a:moveTo>
                  <a:pt x="390525" y="171450"/>
                </a:moveTo>
                <a:lnTo>
                  <a:pt x="400050" y="171450"/>
                </a:lnTo>
                <a:lnTo>
                  <a:pt x="400050" y="180975"/>
                </a:lnTo>
                <a:lnTo>
                  <a:pt x="390525" y="180975"/>
                </a:lnTo>
                <a:close/>
                <a:moveTo>
                  <a:pt x="409575" y="171450"/>
                </a:moveTo>
                <a:lnTo>
                  <a:pt x="419100" y="171450"/>
                </a:lnTo>
                <a:lnTo>
                  <a:pt x="419100" y="180975"/>
                </a:lnTo>
                <a:lnTo>
                  <a:pt x="409575" y="180975"/>
                </a:lnTo>
                <a:close/>
                <a:moveTo>
                  <a:pt x="142875" y="180975"/>
                </a:moveTo>
                <a:lnTo>
                  <a:pt x="152400" y="180975"/>
                </a:lnTo>
                <a:lnTo>
                  <a:pt x="152400" y="190500"/>
                </a:lnTo>
                <a:lnTo>
                  <a:pt x="142875" y="190500"/>
                </a:lnTo>
                <a:close/>
                <a:moveTo>
                  <a:pt x="428625" y="180975"/>
                </a:moveTo>
                <a:lnTo>
                  <a:pt x="438150" y="180975"/>
                </a:lnTo>
                <a:lnTo>
                  <a:pt x="438150" y="190500"/>
                </a:lnTo>
                <a:lnTo>
                  <a:pt x="428625" y="190500"/>
                </a:lnTo>
                <a:close/>
                <a:moveTo>
                  <a:pt x="390525" y="190500"/>
                </a:moveTo>
                <a:lnTo>
                  <a:pt x="409575" y="190500"/>
                </a:lnTo>
                <a:lnTo>
                  <a:pt x="409575" y="209550"/>
                </a:lnTo>
                <a:lnTo>
                  <a:pt x="400050" y="209550"/>
                </a:lnTo>
                <a:lnTo>
                  <a:pt x="400050" y="219075"/>
                </a:lnTo>
                <a:lnTo>
                  <a:pt x="390525" y="219075"/>
                </a:lnTo>
                <a:lnTo>
                  <a:pt x="390525" y="228600"/>
                </a:lnTo>
                <a:lnTo>
                  <a:pt x="381000" y="228600"/>
                </a:lnTo>
                <a:lnTo>
                  <a:pt x="381000" y="219075"/>
                </a:lnTo>
                <a:lnTo>
                  <a:pt x="371475" y="219075"/>
                </a:lnTo>
                <a:lnTo>
                  <a:pt x="371475" y="209550"/>
                </a:lnTo>
                <a:lnTo>
                  <a:pt x="381000" y="209550"/>
                </a:lnTo>
                <a:lnTo>
                  <a:pt x="381000" y="200025"/>
                </a:lnTo>
                <a:lnTo>
                  <a:pt x="390525" y="200025"/>
                </a:lnTo>
                <a:close/>
                <a:moveTo>
                  <a:pt x="504825" y="209550"/>
                </a:moveTo>
                <a:lnTo>
                  <a:pt x="514350" y="209550"/>
                </a:lnTo>
                <a:lnTo>
                  <a:pt x="514350" y="219075"/>
                </a:lnTo>
                <a:lnTo>
                  <a:pt x="504825" y="219075"/>
                </a:lnTo>
                <a:close/>
                <a:moveTo>
                  <a:pt x="47625" y="219075"/>
                </a:moveTo>
                <a:lnTo>
                  <a:pt x="57150" y="219075"/>
                </a:lnTo>
                <a:lnTo>
                  <a:pt x="57150" y="228600"/>
                </a:lnTo>
                <a:lnTo>
                  <a:pt x="47625" y="228600"/>
                </a:lnTo>
                <a:close/>
                <a:moveTo>
                  <a:pt x="590550" y="219075"/>
                </a:moveTo>
                <a:lnTo>
                  <a:pt x="600075" y="219075"/>
                </a:lnTo>
                <a:lnTo>
                  <a:pt x="600075" y="228600"/>
                </a:lnTo>
                <a:lnTo>
                  <a:pt x="590550" y="228600"/>
                </a:lnTo>
                <a:close/>
                <a:moveTo>
                  <a:pt x="657225" y="219075"/>
                </a:moveTo>
                <a:lnTo>
                  <a:pt x="666750" y="219075"/>
                </a:lnTo>
                <a:lnTo>
                  <a:pt x="666750" y="266700"/>
                </a:lnTo>
                <a:lnTo>
                  <a:pt x="657225" y="266700"/>
                </a:lnTo>
                <a:close/>
                <a:moveTo>
                  <a:pt x="762000" y="219075"/>
                </a:moveTo>
                <a:lnTo>
                  <a:pt x="771525" y="219075"/>
                </a:lnTo>
                <a:lnTo>
                  <a:pt x="771525" y="228600"/>
                </a:lnTo>
                <a:lnTo>
                  <a:pt x="762000" y="228600"/>
                </a:lnTo>
                <a:close/>
                <a:moveTo>
                  <a:pt x="361950" y="228600"/>
                </a:moveTo>
                <a:lnTo>
                  <a:pt x="371475" y="228600"/>
                </a:lnTo>
                <a:lnTo>
                  <a:pt x="371475" y="238125"/>
                </a:lnTo>
                <a:lnTo>
                  <a:pt x="361950" y="238125"/>
                </a:lnTo>
                <a:close/>
                <a:moveTo>
                  <a:pt x="533400" y="228600"/>
                </a:moveTo>
                <a:lnTo>
                  <a:pt x="552450" y="228600"/>
                </a:lnTo>
                <a:lnTo>
                  <a:pt x="552450" y="238125"/>
                </a:lnTo>
                <a:lnTo>
                  <a:pt x="571500" y="238125"/>
                </a:lnTo>
                <a:lnTo>
                  <a:pt x="571500" y="247650"/>
                </a:lnTo>
                <a:lnTo>
                  <a:pt x="561975" y="247650"/>
                </a:lnTo>
                <a:lnTo>
                  <a:pt x="561975" y="257175"/>
                </a:lnTo>
                <a:lnTo>
                  <a:pt x="571500" y="257175"/>
                </a:lnTo>
                <a:lnTo>
                  <a:pt x="571500" y="247650"/>
                </a:lnTo>
                <a:lnTo>
                  <a:pt x="581025" y="247650"/>
                </a:lnTo>
                <a:lnTo>
                  <a:pt x="581025" y="257175"/>
                </a:lnTo>
                <a:lnTo>
                  <a:pt x="571500" y="257175"/>
                </a:lnTo>
                <a:lnTo>
                  <a:pt x="571500" y="266700"/>
                </a:lnTo>
                <a:lnTo>
                  <a:pt x="561975" y="266700"/>
                </a:lnTo>
                <a:lnTo>
                  <a:pt x="561975" y="276225"/>
                </a:lnTo>
                <a:lnTo>
                  <a:pt x="552450" y="276225"/>
                </a:lnTo>
                <a:lnTo>
                  <a:pt x="552450" y="285750"/>
                </a:lnTo>
                <a:lnTo>
                  <a:pt x="542925" y="285750"/>
                </a:lnTo>
                <a:lnTo>
                  <a:pt x="542925" y="295275"/>
                </a:lnTo>
                <a:lnTo>
                  <a:pt x="533400" y="295275"/>
                </a:lnTo>
                <a:lnTo>
                  <a:pt x="533400" y="304800"/>
                </a:lnTo>
                <a:lnTo>
                  <a:pt x="514350" y="304800"/>
                </a:lnTo>
                <a:lnTo>
                  <a:pt x="514350" y="295275"/>
                </a:lnTo>
                <a:lnTo>
                  <a:pt x="495300" y="295275"/>
                </a:lnTo>
                <a:lnTo>
                  <a:pt x="495300" y="285750"/>
                </a:lnTo>
                <a:lnTo>
                  <a:pt x="466725" y="285750"/>
                </a:lnTo>
                <a:lnTo>
                  <a:pt x="466725" y="276225"/>
                </a:lnTo>
                <a:lnTo>
                  <a:pt x="447675" y="276225"/>
                </a:lnTo>
                <a:lnTo>
                  <a:pt x="447675" y="266700"/>
                </a:lnTo>
                <a:lnTo>
                  <a:pt x="476250" y="266700"/>
                </a:lnTo>
                <a:lnTo>
                  <a:pt x="476250" y="257175"/>
                </a:lnTo>
                <a:lnTo>
                  <a:pt x="485775" y="257175"/>
                </a:lnTo>
                <a:lnTo>
                  <a:pt x="485775" y="247650"/>
                </a:lnTo>
                <a:lnTo>
                  <a:pt x="495300" y="247650"/>
                </a:lnTo>
                <a:lnTo>
                  <a:pt x="495300" y="238125"/>
                </a:lnTo>
                <a:lnTo>
                  <a:pt x="533400" y="238125"/>
                </a:lnTo>
                <a:close/>
                <a:moveTo>
                  <a:pt x="66675" y="247650"/>
                </a:moveTo>
                <a:lnTo>
                  <a:pt x="76200" y="247650"/>
                </a:lnTo>
                <a:lnTo>
                  <a:pt x="76200" y="257175"/>
                </a:lnTo>
                <a:lnTo>
                  <a:pt x="66675" y="257175"/>
                </a:lnTo>
                <a:close/>
                <a:moveTo>
                  <a:pt x="219075" y="257175"/>
                </a:moveTo>
                <a:lnTo>
                  <a:pt x="228600" y="257175"/>
                </a:lnTo>
                <a:lnTo>
                  <a:pt x="228600" y="266700"/>
                </a:lnTo>
                <a:lnTo>
                  <a:pt x="219075" y="266700"/>
                </a:lnTo>
                <a:close/>
                <a:moveTo>
                  <a:pt x="419100" y="257175"/>
                </a:moveTo>
                <a:lnTo>
                  <a:pt x="428625" y="257175"/>
                </a:lnTo>
                <a:lnTo>
                  <a:pt x="428625" y="266700"/>
                </a:lnTo>
                <a:lnTo>
                  <a:pt x="419100" y="266700"/>
                </a:lnTo>
                <a:close/>
                <a:moveTo>
                  <a:pt x="752475" y="257175"/>
                </a:moveTo>
                <a:lnTo>
                  <a:pt x="1104900" y="257175"/>
                </a:lnTo>
                <a:lnTo>
                  <a:pt x="1104900" y="266700"/>
                </a:lnTo>
                <a:lnTo>
                  <a:pt x="752475" y="266700"/>
                </a:lnTo>
                <a:close/>
                <a:moveTo>
                  <a:pt x="1114425" y="266700"/>
                </a:moveTo>
                <a:lnTo>
                  <a:pt x="1123950" y="266700"/>
                </a:lnTo>
                <a:lnTo>
                  <a:pt x="1123950" y="276225"/>
                </a:lnTo>
                <a:lnTo>
                  <a:pt x="1114425" y="276225"/>
                </a:lnTo>
                <a:close/>
                <a:moveTo>
                  <a:pt x="762000" y="276225"/>
                </a:moveTo>
                <a:lnTo>
                  <a:pt x="1114425" y="276225"/>
                </a:lnTo>
                <a:lnTo>
                  <a:pt x="1114425" y="285750"/>
                </a:lnTo>
                <a:lnTo>
                  <a:pt x="762000" y="285750"/>
                </a:lnTo>
                <a:close/>
                <a:moveTo>
                  <a:pt x="523875" y="333375"/>
                </a:moveTo>
                <a:lnTo>
                  <a:pt x="542925" y="333375"/>
                </a:lnTo>
                <a:lnTo>
                  <a:pt x="542925" y="342900"/>
                </a:lnTo>
                <a:lnTo>
                  <a:pt x="533400" y="342900"/>
                </a:lnTo>
                <a:lnTo>
                  <a:pt x="533400" y="352425"/>
                </a:lnTo>
                <a:lnTo>
                  <a:pt x="542925" y="352425"/>
                </a:lnTo>
                <a:lnTo>
                  <a:pt x="542925" y="342900"/>
                </a:lnTo>
                <a:lnTo>
                  <a:pt x="552450" y="342900"/>
                </a:lnTo>
                <a:lnTo>
                  <a:pt x="552450" y="361950"/>
                </a:lnTo>
                <a:lnTo>
                  <a:pt x="561975" y="361950"/>
                </a:lnTo>
                <a:lnTo>
                  <a:pt x="561975" y="371475"/>
                </a:lnTo>
                <a:lnTo>
                  <a:pt x="571500" y="371475"/>
                </a:lnTo>
                <a:lnTo>
                  <a:pt x="571500" y="381000"/>
                </a:lnTo>
                <a:lnTo>
                  <a:pt x="552450" y="381000"/>
                </a:lnTo>
                <a:lnTo>
                  <a:pt x="552450" y="390525"/>
                </a:lnTo>
                <a:lnTo>
                  <a:pt x="514350" y="390525"/>
                </a:lnTo>
                <a:lnTo>
                  <a:pt x="514350" y="381000"/>
                </a:lnTo>
                <a:lnTo>
                  <a:pt x="457200" y="381000"/>
                </a:lnTo>
                <a:lnTo>
                  <a:pt x="457200" y="361950"/>
                </a:lnTo>
                <a:lnTo>
                  <a:pt x="476250" y="361950"/>
                </a:lnTo>
                <a:lnTo>
                  <a:pt x="476250" y="352425"/>
                </a:lnTo>
                <a:lnTo>
                  <a:pt x="504825" y="352425"/>
                </a:lnTo>
                <a:lnTo>
                  <a:pt x="504825" y="342900"/>
                </a:lnTo>
                <a:lnTo>
                  <a:pt x="523875" y="342900"/>
                </a:lnTo>
                <a:close/>
                <a:moveTo>
                  <a:pt x="104775" y="342900"/>
                </a:moveTo>
                <a:lnTo>
                  <a:pt x="142875" y="342900"/>
                </a:lnTo>
                <a:lnTo>
                  <a:pt x="142875" y="352425"/>
                </a:lnTo>
                <a:lnTo>
                  <a:pt x="171450" y="352425"/>
                </a:lnTo>
                <a:lnTo>
                  <a:pt x="171450" y="381000"/>
                </a:lnTo>
                <a:lnTo>
                  <a:pt x="180975" y="381000"/>
                </a:lnTo>
                <a:lnTo>
                  <a:pt x="180975" y="390525"/>
                </a:lnTo>
                <a:lnTo>
                  <a:pt x="133350" y="390525"/>
                </a:lnTo>
                <a:lnTo>
                  <a:pt x="133350" y="381000"/>
                </a:lnTo>
                <a:lnTo>
                  <a:pt x="123825" y="381000"/>
                </a:lnTo>
                <a:lnTo>
                  <a:pt x="123825" y="371475"/>
                </a:lnTo>
                <a:lnTo>
                  <a:pt x="114300" y="371475"/>
                </a:lnTo>
                <a:lnTo>
                  <a:pt x="114300" y="352425"/>
                </a:lnTo>
                <a:lnTo>
                  <a:pt x="104775" y="352425"/>
                </a:lnTo>
                <a:close/>
                <a:moveTo>
                  <a:pt x="714375" y="352425"/>
                </a:moveTo>
                <a:lnTo>
                  <a:pt x="733425" y="352425"/>
                </a:lnTo>
                <a:lnTo>
                  <a:pt x="733425" y="438150"/>
                </a:lnTo>
                <a:lnTo>
                  <a:pt x="714375" y="438150"/>
                </a:lnTo>
                <a:close/>
                <a:moveTo>
                  <a:pt x="180975" y="361950"/>
                </a:moveTo>
                <a:lnTo>
                  <a:pt x="190500" y="361950"/>
                </a:lnTo>
                <a:lnTo>
                  <a:pt x="190500" y="371475"/>
                </a:lnTo>
                <a:lnTo>
                  <a:pt x="180975" y="371475"/>
                </a:lnTo>
                <a:close/>
                <a:moveTo>
                  <a:pt x="438150" y="371475"/>
                </a:moveTo>
                <a:lnTo>
                  <a:pt x="447675" y="371475"/>
                </a:lnTo>
                <a:lnTo>
                  <a:pt x="447675" y="381000"/>
                </a:lnTo>
                <a:lnTo>
                  <a:pt x="457200" y="381000"/>
                </a:lnTo>
                <a:lnTo>
                  <a:pt x="457200" y="390525"/>
                </a:lnTo>
                <a:lnTo>
                  <a:pt x="438150" y="390525"/>
                </a:lnTo>
                <a:close/>
                <a:moveTo>
                  <a:pt x="219075" y="381000"/>
                </a:moveTo>
                <a:lnTo>
                  <a:pt x="228600" y="381000"/>
                </a:lnTo>
                <a:lnTo>
                  <a:pt x="228600" y="390525"/>
                </a:lnTo>
                <a:lnTo>
                  <a:pt x="247650" y="390525"/>
                </a:lnTo>
                <a:lnTo>
                  <a:pt x="247650" y="400050"/>
                </a:lnTo>
                <a:lnTo>
                  <a:pt x="276225" y="400050"/>
                </a:lnTo>
                <a:lnTo>
                  <a:pt x="276225" y="409575"/>
                </a:lnTo>
                <a:lnTo>
                  <a:pt x="295275" y="409575"/>
                </a:lnTo>
                <a:lnTo>
                  <a:pt x="295275" y="419100"/>
                </a:lnTo>
                <a:lnTo>
                  <a:pt x="276225" y="419100"/>
                </a:lnTo>
                <a:lnTo>
                  <a:pt x="276225" y="428625"/>
                </a:lnTo>
                <a:lnTo>
                  <a:pt x="295275" y="428625"/>
                </a:lnTo>
                <a:lnTo>
                  <a:pt x="295275" y="438150"/>
                </a:lnTo>
                <a:lnTo>
                  <a:pt x="285750" y="438150"/>
                </a:lnTo>
                <a:lnTo>
                  <a:pt x="285750" y="447675"/>
                </a:lnTo>
                <a:lnTo>
                  <a:pt x="276225" y="447675"/>
                </a:lnTo>
                <a:lnTo>
                  <a:pt x="276225" y="457200"/>
                </a:lnTo>
                <a:lnTo>
                  <a:pt x="266700" y="457200"/>
                </a:lnTo>
                <a:lnTo>
                  <a:pt x="266700" y="466725"/>
                </a:lnTo>
                <a:lnTo>
                  <a:pt x="257175" y="466725"/>
                </a:lnTo>
                <a:lnTo>
                  <a:pt x="257175" y="476250"/>
                </a:lnTo>
                <a:lnTo>
                  <a:pt x="238125" y="476250"/>
                </a:lnTo>
                <a:lnTo>
                  <a:pt x="238125" y="466725"/>
                </a:lnTo>
                <a:lnTo>
                  <a:pt x="209550" y="466725"/>
                </a:lnTo>
                <a:lnTo>
                  <a:pt x="209550" y="457200"/>
                </a:lnTo>
                <a:lnTo>
                  <a:pt x="190500" y="457200"/>
                </a:lnTo>
                <a:lnTo>
                  <a:pt x="190500" y="447675"/>
                </a:lnTo>
                <a:lnTo>
                  <a:pt x="171450" y="447675"/>
                </a:lnTo>
                <a:lnTo>
                  <a:pt x="171450" y="428625"/>
                </a:lnTo>
                <a:lnTo>
                  <a:pt x="180975" y="428625"/>
                </a:lnTo>
                <a:lnTo>
                  <a:pt x="180975" y="419100"/>
                </a:lnTo>
                <a:lnTo>
                  <a:pt x="190500" y="419100"/>
                </a:lnTo>
                <a:lnTo>
                  <a:pt x="190500" y="390525"/>
                </a:lnTo>
                <a:lnTo>
                  <a:pt x="219075" y="390525"/>
                </a:lnTo>
                <a:close/>
                <a:moveTo>
                  <a:pt x="419100" y="381000"/>
                </a:moveTo>
                <a:lnTo>
                  <a:pt x="428625" y="381000"/>
                </a:lnTo>
                <a:lnTo>
                  <a:pt x="428625" y="390525"/>
                </a:lnTo>
                <a:lnTo>
                  <a:pt x="438150" y="390525"/>
                </a:lnTo>
                <a:lnTo>
                  <a:pt x="438150" y="400050"/>
                </a:lnTo>
                <a:lnTo>
                  <a:pt x="447675" y="400050"/>
                </a:lnTo>
                <a:lnTo>
                  <a:pt x="447675" y="409575"/>
                </a:lnTo>
                <a:lnTo>
                  <a:pt x="457200" y="409575"/>
                </a:lnTo>
                <a:lnTo>
                  <a:pt x="457200" y="428625"/>
                </a:lnTo>
                <a:lnTo>
                  <a:pt x="447675" y="428625"/>
                </a:lnTo>
                <a:lnTo>
                  <a:pt x="447675" y="447675"/>
                </a:lnTo>
                <a:lnTo>
                  <a:pt x="438150" y="447675"/>
                </a:lnTo>
                <a:lnTo>
                  <a:pt x="438150" y="466725"/>
                </a:lnTo>
                <a:lnTo>
                  <a:pt x="428625" y="466725"/>
                </a:lnTo>
                <a:lnTo>
                  <a:pt x="428625" y="457200"/>
                </a:lnTo>
                <a:lnTo>
                  <a:pt x="419100" y="457200"/>
                </a:lnTo>
                <a:lnTo>
                  <a:pt x="419100" y="476250"/>
                </a:lnTo>
                <a:lnTo>
                  <a:pt x="409575" y="476250"/>
                </a:lnTo>
                <a:lnTo>
                  <a:pt x="409575" y="457200"/>
                </a:lnTo>
                <a:lnTo>
                  <a:pt x="400050" y="457200"/>
                </a:lnTo>
                <a:lnTo>
                  <a:pt x="400050" y="476250"/>
                </a:lnTo>
                <a:lnTo>
                  <a:pt x="390525" y="476250"/>
                </a:lnTo>
                <a:lnTo>
                  <a:pt x="390525" y="466725"/>
                </a:lnTo>
                <a:lnTo>
                  <a:pt x="381000" y="466725"/>
                </a:lnTo>
                <a:lnTo>
                  <a:pt x="381000" y="457200"/>
                </a:lnTo>
                <a:lnTo>
                  <a:pt x="371475" y="457200"/>
                </a:lnTo>
                <a:lnTo>
                  <a:pt x="371475" y="447675"/>
                </a:lnTo>
                <a:lnTo>
                  <a:pt x="361950" y="447675"/>
                </a:lnTo>
                <a:lnTo>
                  <a:pt x="361950" y="438150"/>
                </a:lnTo>
                <a:lnTo>
                  <a:pt x="352425" y="438150"/>
                </a:lnTo>
                <a:lnTo>
                  <a:pt x="352425" y="419100"/>
                </a:lnTo>
                <a:lnTo>
                  <a:pt x="361950" y="419100"/>
                </a:lnTo>
                <a:lnTo>
                  <a:pt x="361950" y="409575"/>
                </a:lnTo>
                <a:lnTo>
                  <a:pt x="371475" y="409575"/>
                </a:lnTo>
                <a:lnTo>
                  <a:pt x="371475" y="400050"/>
                </a:lnTo>
                <a:lnTo>
                  <a:pt x="400050" y="400050"/>
                </a:lnTo>
                <a:lnTo>
                  <a:pt x="400050" y="390525"/>
                </a:lnTo>
                <a:lnTo>
                  <a:pt x="419100" y="390525"/>
                </a:lnTo>
                <a:close/>
                <a:moveTo>
                  <a:pt x="123825" y="419100"/>
                </a:moveTo>
                <a:lnTo>
                  <a:pt x="133350" y="419100"/>
                </a:lnTo>
                <a:lnTo>
                  <a:pt x="133350" y="428625"/>
                </a:lnTo>
                <a:lnTo>
                  <a:pt x="123825" y="428625"/>
                </a:lnTo>
                <a:close/>
                <a:moveTo>
                  <a:pt x="142875" y="428625"/>
                </a:moveTo>
                <a:lnTo>
                  <a:pt x="152400" y="428625"/>
                </a:lnTo>
                <a:lnTo>
                  <a:pt x="152400" y="438150"/>
                </a:lnTo>
                <a:lnTo>
                  <a:pt x="142875" y="438150"/>
                </a:lnTo>
                <a:close/>
                <a:moveTo>
                  <a:pt x="447675" y="447675"/>
                </a:moveTo>
                <a:lnTo>
                  <a:pt x="466725" y="447675"/>
                </a:lnTo>
                <a:lnTo>
                  <a:pt x="466725" y="457200"/>
                </a:lnTo>
                <a:lnTo>
                  <a:pt x="447675" y="457200"/>
                </a:lnTo>
                <a:close/>
                <a:moveTo>
                  <a:pt x="123825" y="457200"/>
                </a:moveTo>
                <a:lnTo>
                  <a:pt x="133350" y="457200"/>
                </a:lnTo>
                <a:lnTo>
                  <a:pt x="133350" y="476250"/>
                </a:lnTo>
                <a:lnTo>
                  <a:pt x="142875" y="476250"/>
                </a:lnTo>
                <a:lnTo>
                  <a:pt x="142875" y="457200"/>
                </a:lnTo>
                <a:lnTo>
                  <a:pt x="152400" y="457200"/>
                </a:lnTo>
                <a:lnTo>
                  <a:pt x="152400" y="466725"/>
                </a:lnTo>
                <a:lnTo>
                  <a:pt x="171450" y="466725"/>
                </a:lnTo>
                <a:lnTo>
                  <a:pt x="171450" y="476250"/>
                </a:lnTo>
                <a:lnTo>
                  <a:pt x="190500" y="476250"/>
                </a:lnTo>
                <a:lnTo>
                  <a:pt x="190500" y="485775"/>
                </a:lnTo>
                <a:lnTo>
                  <a:pt x="219075" y="485775"/>
                </a:lnTo>
                <a:lnTo>
                  <a:pt x="219075" y="495300"/>
                </a:lnTo>
                <a:lnTo>
                  <a:pt x="238125" y="495300"/>
                </a:lnTo>
                <a:lnTo>
                  <a:pt x="238125" y="514350"/>
                </a:lnTo>
                <a:lnTo>
                  <a:pt x="228600" y="514350"/>
                </a:lnTo>
                <a:lnTo>
                  <a:pt x="228600" y="533400"/>
                </a:lnTo>
                <a:lnTo>
                  <a:pt x="219075" y="533400"/>
                </a:lnTo>
                <a:lnTo>
                  <a:pt x="219075" y="542925"/>
                </a:lnTo>
                <a:lnTo>
                  <a:pt x="209550" y="542925"/>
                </a:lnTo>
                <a:lnTo>
                  <a:pt x="209550" y="552450"/>
                </a:lnTo>
                <a:lnTo>
                  <a:pt x="161925" y="552450"/>
                </a:lnTo>
                <a:lnTo>
                  <a:pt x="161925" y="542925"/>
                </a:lnTo>
                <a:lnTo>
                  <a:pt x="152400" y="542925"/>
                </a:lnTo>
                <a:lnTo>
                  <a:pt x="152400" y="533400"/>
                </a:lnTo>
                <a:lnTo>
                  <a:pt x="133350" y="533400"/>
                </a:lnTo>
                <a:lnTo>
                  <a:pt x="133350" y="523875"/>
                </a:lnTo>
                <a:lnTo>
                  <a:pt x="123825" y="523875"/>
                </a:lnTo>
                <a:close/>
                <a:moveTo>
                  <a:pt x="495300" y="457200"/>
                </a:moveTo>
                <a:lnTo>
                  <a:pt x="504825" y="457200"/>
                </a:lnTo>
                <a:lnTo>
                  <a:pt x="504825" y="476250"/>
                </a:lnTo>
                <a:lnTo>
                  <a:pt x="514350" y="476250"/>
                </a:lnTo>
                <a:lnTo>
                  <a:pt x="514350" y="457200"/>
                </a:lnTo>
                <a:lnTo>
                  <a:pt x="523875" y="457200"/>
                </a:lnTo>
                <a:lnTo>
                  <a:pt x="523875" y="561975"/>
                </a:lnTo>
                <a:lnTo>
                  <a:pt x="514350" y="561975"/>
                </a:lnTo>
                <a:lnTo>
                  <a:pt x="514350" y="552450"/>
                </a:lnTo>
                <a:lnTo>
                  <a:pt x="504825" y="552450"/>
                </a:lnTo>
                <a:lnTo>
                  <a:pt x="504825" y="561975"/>
                </a:lnTo>
                <a:lnTo>
                  <a:pt x="514350" y="561975"/>
                </a:lnTo>
                <a:lnTo>
                  <a:pt x="514350" y="571500"/>
                </a:lnTo>
                <a:lnTo>
                  <a:pt x="495300" y="571500"/>
                </a:lnTo>
                <a:lnTo>
                  <a:pt x="495300" y="581025"/>
                </a:lnTo>
                <a:lnTo>
                  <a:pt x="485775" y="581025"/>
                </a:lnTo>
                <a:lnTo>
                  <a:pt x="485775" y="571500"/>
                </a:lnTo>
                <a:lnTo>
                  <a:pt x="457200" y="571500"/>
                </a:lnTo>
                <a:lnTo>
                  <a:pt x="457200" y="552450"/>
                </a:lnTo>
                <a:lnTo>
                  <a:pt x="447675" y="552450"/>
                </a:lnTo>
                <a:lnTo>
                  <a:pt x="447675" y="495300"/>
                </a:lnTo>
                <a:lnTo>
                  <a:pt x="438150" y="495300"/>
                </a:lnTo>
                <a:lnTo>
                  <a:pt x="438150" y="485775"/>
                </a:lnTo>
                <a:lnTo>
                  <a:pt x="457200" y="485775"/>
                </a:lnTo>
                <a:lnTo>
                  <a:pt x="457200" y="476250"/>
                </a:lnTo>
                <a:lnTo>
                  <a:pt x="476250" y="476250"/>
                </a:lnTo>
                <a:lnTo>
                  <a:pt x="476250" y="466725"/>
                </a:lnTo>
                <a:lnTo>
                  <a:pt x="495300" y="466725"/>
                </a:lnTo>
                <a:close/>
                <a:moveTo>
                  <a:pt x="371475" y="485775"/>
                </a:moveTo>
                <a:lnTo>
                  <a:pt x="381000" y="485775"/>
                </a:lnTo>
                <a:lnTo>
                  <a:pt x="381000" y="495300"/>
                </a:lnTo>
                <a:lnTo>
                  <a:pt x="371475" y="495300"/>
                </a:lnTo>
                <a:close/>
                <a:moveTo>
                  <a:pt x="381000" y="495300"/>
                </a:moveTo>
                <a:lnTo>
                  <a:pt x="390525" y="495300"/>
                </a:lnTo>
                <a:lnTo>
                  <a:pt x="390525" y="504825"/>
                </a:lnTo>
                <a:lnTo>
                  <a:pt x="381000" y="504825"/>
                </a:lnTo>
                <a:close/>
                <a:moveTo>
                  <a:pt x="409575" y="495300"/>
                </a:moveTo>
                <a:lnTo>
                  <a:pt x="419100" y="495300"/>
                </a:lnTo>
                <a:lnTo>
                  <a:pt x="419100" y="504825"/>
                </a:lnTo>
                <a:lnTo>
                  <a:pt x="409575" y="504825"/>
                </a:lnTo>
                <a:close/>
                <a:moveTo>
                  <a:pt x="752475" y="514350"/>
                </a:moveTo>
                <a:lnTo>
                  <a:pt x="1114425" y="514350"/>
                </a:lnTo>
                <a:lnTo>
                  <a:pt x="1114425" y="523875"/>
                </a:lnTo>
                <a:lnTo>
                  <a:pt x="752475" y="523875"/>
                </a:lnTo>
                <a:close/>
                <a:moveTo>
                  <a:pt x="1114425" y="523875"/>
                </a:moveTo>
                <a:lnTo>
                  <a:pt x="1123950" y="523875"/>
                </a:lnTo>
                <a:lnTo>
                  <a:pt x="1123950" y="542925"/>
                </a:lnTo>
                <a:lnTo>
                  <a:pt x="742950" y="542925"/>
                </a:lnTo>
                <a:lnTo>
                  <a:pt x="742950" y="533400"/>
                </a:lnTo>
                <a:lnTo>
                  <a:pt x="1114425" y="533400"/>
                </a:lnTo>
                <a:close/>
                <a:moveTo>
                  <a:pt x="657225" y="552450"/>
                </a:moveTo>
                <a:lnTo>
                  <a:pt x="666750" y="552450"/>
                </a:lnTo>
                <a:lnTo>
                  <a:pt x="666750" y="581025"/>
                </a:lnTo>
                <a:lnTo>
                  <a:pt x="657225" y="581025"/>
                </a:lnTo>
                <a:close/>
                <a:moveTo>
                  <a:pt x="171450" y="561975"/>
                </a:moveTo>
                <a:lnTo>
                  <a:pt x="180975" y="561975"/>
                </a:lnTo>
                <a:lnTo>
                  <a:pt x="180975" y="571500"/>
                </a:lnTo>
                <a:lnTo>
                  <a:pt x="171450" y="571500"/>
                </a:lnTo>
                <a:close/>
                <a:moveTo>
                  <a:pt x="171450" y="581025"/>
                </a:moveTo>
                <a:lnTo>
                  <a:pt x="180975" y="581025"/>
                </a:lnTo>
                <a:lnTo>
                  <a:pt x="180975" y="590550"/>
                </a:lnTo>
                <a:lnTo>
                  <a:pt x="171450" y="590550"/>
                </a:lnTo>
                <a:close/>
                <a:moveTo>
                  <a:pt x="371475" y="581025"/>
                </a:moveTo>
                <a:lnTo>
                  <a:pt x="400050" y="581025"/>
                </a:lnTo>
                <a:lnTo>
                  <a:pt x="400050" y="590550"/>
                </a:lnTo>
                <a:lnTo>
                  <a:pt x="409575" y="590550"/>
                </a:lnTo>
                <a:lnTo>
                  <a:pt x="409575" y="609600"/>
                </a:lnTo>
                <a:lnTo>
                  <a:pt x="419100" y="609600"/>
                </a:lnTo>
                <a:lnTo>
                  <a:pt x="419100" y="619125"/>
                </a:lnTo>
                <a:lnTo>
                  <a:pt x="400050" y="619125"/>
                </a:lnTo>
                <a:lnTo>
                  <a:pt x="400050" y="628650"/>
                </a:lnTo>
                <a:lnTo>
                  <a:pt x="371475" y="628650"/>
                </a:lnTo>
                <a:lnTo>
                  <a:pt x="371475" y="638175"/>
                </a:lnTo>
                <a:lnTo>
                  <a:pt x="361950" y="638175"/>
                </a:lnTo>
                <a:lnTo>
                  <a:pt x="361950" y="619125"/>
                </a:lnTo>
                <a:lnTo>
                  <a:pt x="352425" y="619125"/>
                </a:lnTo>
                <a:lnTo>
                  <a:pt x="352425" y="609600"/>
                </a:lnTo>
                <a:lnTo>
                  <a:pt x="361950" y="609600"/>
                </a:lnTo>
                <a:lnTo>
                  <a:pt x="361950" y="590550"/>
                </a:lnTo>
                <a:lnTo>
                  <a:pt x="371475" y="590550"/>
                </a:lnTo>
                <a:close/>
                <a:moveTo>
                  <a:pt x="476250" y="581025"/>
                </a:moveTo>
                <a:lnTo>
                  <a:pt x="485775" y="581025"/>
                </a:lnTo>
                <a:lnTo>
                  <a:pt x="485775" y="590550"/>
                </a:lnTo>
                <a:lnTo>
                  <a:pt x="476250" y="590550"/>
                </a:lnTo>
                <a:close/>
                <a:moveTo>
                  <a:pt x="466725" y="609600"/>
                </a:moveTo>
                <a:lnTo>
                  <a:pt x="476250" y="609600"/>
                </a:lnTo>
                <a:lnTo>
                  <a:pt x="476250" y="619125"/>
                </a:lnTo>
                <a:lnTo>
                  <a:pt x="466725" y="619125"/>
                </a:lnTo>
                <a:close/>
                <a:moveTo>
                  <a:pt x="447675" y="619125"/>
                </a:moveTo>
                <a:lnTo>
                  <a:pt x="457200" y="619125"/>
                </a:lnTo>
                <a:lnTo>
                  <a:pt x="457200" y="628650"/>
                </a:lnTo>
                <a:lnTo>
                  <a:pt x="447675" y="628650"/>
                </a:lnTo>
                <a:close/>
                <a:moveTo>
                  <a:pt x="333375" y="638175"/>
                </a:moveTo>
                <a:lnTo>
                  <a:pt x="342900" y="638175"/>
                </a:lnTo>
                <a:lnTo>
                  <a:pt x="342900" y="647700"/>
                </a:lnTo>
                <a:lnTo>
                  <a:pt x="333375" y="647700"/>
                </a:lnTo>
                <a:close/>
                <a:moveTo>
                  <a:pt x="723900" y="647700"/>
                </a:moveTo>
                <a:lnTo>
                  <a:pt x="733425" y="647700"/>
                </a:lnTo>
                <a:lnTo>
                  <a:pt x="733425" y="657225"/>
                </a:lnTo>
                <a:lnTo>
                  <a:pt x="723900" y="657225"/>
                </a:lnTo>
                <a:close/>
                <a:moveTo>
                  <a:pt x="657225" y="657225"/>
                </a:moveTo>
                <a:lnTo>
                  <a:pt x="666750" y="657225"/>
                </a:lnTo>
                <a:lnTo>
                  <a:pt x="666750" y="666750"/>
                </a:lnTo>
                <a:lnTo>
                  <a:pt x="657225" y="666750"/>
                </a:lnTo>
                <a:close/>
              </a:path>
            </a:pathLst>
          </a:custGeom>
          <a:solidFill xmlns:a="http://schemas.openxmlformats.org/drawingml/2006/main">
            <a:srgbClr val="EBE5D8"/>
          </a:solidFill>
          <a:ln xmlns:a="http://schemas.openxmlformats.org/drawingml/2006/main" w="0">
            <a:noFill/>
          </a:ln>
        </p:spPr>
      </p:sp>
      <p:sp>
        <p:nvSpPr>
          <p:cNvPr id="114" name="v10 vector #d5dbcf">
            <a:extLst xmlns:a="http://schemas.openxmlformats.org/drawingml/2006/main">
              <a:ext uri="{FF2B5EF4-FFF2-40B4-BE49-F238E27FC236}">
                <a16:creationId xmlns:a16="http://schemas.microsoft.com/office/drawing/2014/main" id="{7693C907-A038-4806-AC75-30C41A9BE3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5350" y="3609975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1143000" y="57150"/>
                </a:moveTo>
                <a:lnTo>
                  <a:pt x="1152525" y="57150"/>
                </a:lnTo>
                <a:lnTo>
                  <a:pt x="1152525" y="66675"/>
                </a:lnTo>
                <a:lnTo>
                  <a:pt x="1143000" y="66675"/>
                </a:lnTo>
                <a:close/>
                <a:moveTo>
                  <a:pt x="695325" y="66675"/>
                </a:moveTo>
                <a:lnTo>
                  <a:pt x="704850" y="66675"/>
                </a:lnTo>
                <a:lnTo>
                  <a:pt x="704850" y="76200"/>
                </a:lnTo>
                <a:lnTo>
                  <a:pt x="695325" y="76200"/>
                </a:lnTo>
                <a:close/>
                <a:moveTo>
                  <a:pt x="657225" y="104775"/>
                </a:moveTo>
                <a:lnTo>
                  <a:pt x="666750" y="104775"/>
                </a:lnTo>
                <a:lnTo>
                  <a:pt x="666750" y="219075"/>
                </a:lnTo>
                <a:lnTo>
                  <a:pt x="657225" y="219075"/>
                </a:lnTo>
                <a:close/>
                <a:moveTo>
                  <a:pt x="1162050" y="123825"/>
                </a:moveTo>
                <a:lnTo>
                  <a:pt x="1181100" y="123825"/>
                </a:lnTo>
                <a:lnTo>
                  <a:pt x="1181100" y="647700"/>
                </a:lnTo>
                <a:lnTo>
                  <a:pt x="1162050" y="647700"/>
                </a:lnTo>
                <a:close/>
                <a:moveTo>
                  <a:pt x="257175" y="142875"/>
                </a:moveTo>
                <a:lnTo>
                  <a:pt x="266700" y="142875"/>
                </a:lnTo>
                <a:lnTo>
                  <a:pt x="266700" y="152400"/>
                </a:lnTo>
                <a:lnTo>
                  <a:pt x="257175" y="152400"/>
                </a:lnTo>
                <a:close/>
                <a:moveTo>
                  <a:pt x="381000" y="142875"/>
                </a:moveTo>
                <a:lnTo>
                  <a:pt x="390525" y="142875"/>
                </a:lnTo>
                <a:lnTo>
                  <a:pt x="390525" y="152400"/>
                </a:lnTo>
                <a:lnTo>
                  <a:pt x="381000" y="152400"/>
                </a:lnTo>
                <a:close/>
                <a:moveTo>
                  <a:pt x="266700" y="152400"/>
                </a:moveTo>
                <a:lnTo>
                  <a:pt x="276225" y="152400"/>
                </a:lnTo>
                <a:lnTo>
                  <a:pt x="276225" y="161925"/>
                </a:lnTo>
                <a:lnTo>
                  <a:pt x="266700" y="161925"/>
                </a:lnTo>
                <a:close/>
                <a:moveTo>
                  <a:pt x="371475" y="152400"/>
                </a:moveTo>
                <a:lnTo>
                  <a:pt x="381000" y="152400"/>
                </a:lnTo>
                <a:lnTo>
                  <a:pt x="381000" y="161925"/>
                </a:lnTo>
                <a:lnTo>
                  <a:pt x="371475" y="161925"/>
                </a:lnTo>
                <a:close/>
                <a:moveTo>
                  <a:pt x="428625" y="152400"/>
                </a:moveTo>
                <a:lnTo>
                  <a:pt x="438150" y="152400"/>
                </a:lnTo>
                <a:lnTo>
                  <a:pt x="438150" y="161925"/>
                </a:lnTo>
                <a:lnTo>
                  <a:pt x="428625" y="161925"/>
                </a:lnTo>
                <a:close/>
                <a:moveTo>
                  <a:pt x="190500" y="161925"/>
                </a:moveTo>
                <a:lnTo>
                  <a:pt x="200025" y="161925"/>
                </a:lnTo>
                <a:lnTo>
                  <a:pt x="200025" y="171450"/>
                </a:lnTo>
                <a:lnTo>
                  <a:pt x="190500" y="171450"/>
                </a:lnTo>
                <a:close/>
                <a:moveTo>
                  <a:pt x="257175" y="171450"/>
                </a:moveTo>
                <a:lnTo>
                  <a:pt x="266700" y="171450"/>
                </a:lnTo>
                <a:lnTo>
                  <a:pt x="266700" y="180975"/>
                </a:lnTo>
                <a:lnTo>
                  <a:pt x="257175" y="180975"/>
                </a:lnTo>
                <a:close/>
                <a:moveTo>
                  <a:pt x="200025" y="180975"/>
                </a:moveTo>
                <a:lnTo>
                  <a:pt x="209550" y="180975"/>
                </a:lnTo>
                <a:lnTo>
                  <a:pt x="209550" y="190500"/>
                </a:lnTo>
                <a:lnTo>
                  <a:pt x="200025" y="190500"/>
                </a:lnTo>
                <a:close/>
                <a:moveTo>
                  <a:pt x="438150" y="180975"/>
                </a:moveTo>
                <a:lnTo>
                  <a:pt x="447675" y="180975"/>
                </a:lnTo>
                <a:lnTo>
                  <a:pt x="447675" y="190500"/>
                </a:lnTo>
                <a:lnTo>
                  <a:pt x="438150" y="190500"/>
                </a:lnTo>
                <a:close/>
                <a:moveTo>
                  <a:pt x="123825" y="190500"/>
                </a:moveTo>
                <a:lnTo>
                  <a:pt x="133350" y="190500"/>
                </a:lnTo>
                <a:lnTo>
                  <a:pt x="133350" y="200025"/>
                </a:lnTo>
                <a:lnTo>
                  <a:pt x="123825" y="200025"/>
                </a:lnTo>
                <a:close/>
                <a:moveTo>
                  <a:pt x="180975" y="190500"/>
                </a:moveTo>
                <a:lnTo>
                  <a:pt x="190500" y="190500"/>
                </a:lnTo>
                <a:lnTo>
                  <a:pt x="190500" y="200025"/>
                </a:lnTo>
                <a:lnTo>
                  <a:pt x="180975" y="200025"/>
                </a:lnTo>
                <a:close/>
                <a:moveTo>
                  <a:pt x="514350" y="190500"/>
                </a:moveTo>
                <a:lnTo>
                  <a:pt x="523875" y="190500"/>
                </a:lnTo>
                <a:lnTo>
                  <a:pt x="523875" y="200025"/>
                </a:lnTo>
                <a:lnTo>
                  <a:pt x="514350" y="200025"/>
                </a:lnTo>
                <a:close/>
                <a:moveTo>
                  <a:pt x="485775" y="200025"/>
                </a:moveTo>
                <a:lnTo>
                  <a:pt x="495300" y="200025"/>
                </a:lnTo>
                <a:lnTo>
                  <a:pt x="495300" y="209550"/>
                </a:lnTo>
                <a:lnTo>
                  <a:pt x="485775" y="209550"/>
                </a:lnTo>
                <a:close/>
                <a:moveTo>
                  <a:pt x="76200" y="209550"/>
                </a:moveTo>
                <a:lnTo>
                  <a:pt x="85725" y="209550"/>
                </a:lnTo>
                <a:lnTo>
                  <a:pt x="85725" y="219075"/>
                </a:lnTo>
                <a:lnTo>
                  <a:pt x="76200" y="219075"/>
                </a:lnTo>
                <a:close/>
                <a:moveTo>
                  <a:pt x="133350" y="209550"/>
                </a:moveTo>
                <a:lnTo>
                  <a:pt x="142875" y="209550"/>
                </a:lnTo>
                <a:lnTo>
                  <a:pt x="142875" y="219075"/>
                </a:lnTo>
                <a:lnTo>
                  <a:pt x="133350" y="219075"/>
                </a:lnTo>
                <a:close/>
                <a:moveTo>
                  <a:pt x="561975" y="209550"/>
                </a:moveTo>
                <a:lnTo>
                  <a:pt x="571500" y="209550"/>
                </a:lnTo>
                <a:lnTo>
                  <a:pt x="571500" y="219075"/>
                </a:lnTo>
                <a:lnTo>
                  <a:pt x="561975" y="219075"/>
                </a:lnTo>
                <a:close/>
                <a:moveTo>
                  <a:pt x="1095375" y="219075"/>
                </a:moveTo>
                <a:lnTo>
                  <a:pt x="1104900" y="219075"/>
                </a:lnTo>
                <a:lnTo>
                  <a:pt x="1104900" y="228600"/>
                </a:lnTo>
                <a:lnTo>
                  <a:pt x="1095375" y="228600"/>
                </a:lnTo>
                <a:close/>
                <a:moveTo>
                  <a:pt x="352425" y="228600"/>
                </a:moveTo>
                <a:lnTo>
                  <a:pt x="361950" y="228600"/>
                </a:lnTo>
                <a:lnTo>
                  <a:pt x="361950" y="238125"/>
                </a:lnTo>
                <a:lnTo>
                  <a:pt x="352425" y="238125"/>
                </a:lnTo>
                <a:close/>
                <a:moveTo>
                  <a:pt x="552450" y="228600"/>
                </a:moveTo>
                <a:lnTo>
                  <a:pt x="561975" y="228600"/>
                </a:lnTo>
                <a:lnTo>
                  <a:pt x="561975" y="238125"/>
                </a:lnTo>
                <a:lnTo>
                  <a:pt x="552450" y="238125"/>
                </a:lnTo>
                <a:close/>
                <a:moveTo>
                  <a:pt x="600075" y="228600"/>
                </a:moveTo>
                <a:lnTo>
                  <a:pt x="609600" y="228600"/>
                </a:lnTo>
                <a:lnTo>
                  <a:pt x="609600" y="238125"/>
                </a:lnTo>
                <a:lnTo>
                  <a:pt x="600075" y="238125"/>
                </a:lnTo>
                <a:close/>
                <a:moveTo>
                  <a:pt x="771525" y="228600"/>
                </a:moveTo>
                <a:lnTo>
                  <a:pt x="1095375" y="228600"/>
                </a:lnTo>
                <a:lnTo>
                  <a:pt x="1095375" y="238125"/>
                </a:lnTo>
                <a:lnTo>
                  <a:pt x="771525" y="238125"/>
                </a:lnTo>
                <a:close/>
                <a:moveTo>
                  <a:pt x="266700" y="238125"/>
                </a:moveTo>
                <a:lnTo>
                  <a:pt x="276225" y="238125"/>
                </a:lnTo>
                <a:lnTo>
                  <a:pt x="276225" y="247650"/>
                </a:lnTo>
                <a:lnTo>
                  <a:pt x="266700" y="247650"/>
                </a:lnTo>
                <a:close/>
                <a:moveTo>
                  <a:pt x="247650" y="247650"/>
                </a:moveTo>
                <a:lnTo>
                  <a:pt x="257175" y="247650"/>
                </a:lnTo>
                <a:lnTo>
                  <a:pt x="257175" y="257175"/>
                </a:lnTo>
                <a:lnTo>
                  <a:pt x="247650" y="257175"/>
                </a:lnTo>
                <a:close/>
                <a:moveTo>
                  <a:pt x="714375" y="247650"/>
                </a:moveTo>
                <a:lnTo>
                  <a:pt x="733425" y="247650"/>
                </a:lnTo>
                <a:lnTo>
                  <a:pt x="733425" y="257175"/>
                </a:lnTo>
                <a:lnTo>
                  <a:pt x="714375" y="257175"/>
                </a:lnTo>
                <a:close/>
                <a:moveTo>
                  <a:pt x="1104900" y="257175"/>
                </a:moveTo>
                <a:lnTo>
                  <a:pt x="1114425" y="257175"/>
                </a:lnTo>
                <a:lnTo>
                  <a:pt x="1114425" y="266700"/>
                </a:lnTo>
                <a:lnTo>
                  <a:pt x="1104900" y="266700"/>
                </a:lnTo>
                <a:close/>
                <a:moveTo>
                  <a:pt x="200025" y="266700"/>
                </a:moveTo>
                <a:lnTo>
                  <a:pt x="209550" y="266700"/>
                </a:lnTo>
                <a:lnTo>
                  <a:pt x="209550" y="276225"/>
                </a:lnTo>
                <a:lnTo>
                  <a:pt x="200025" y="276225"/>
                </a:lnTo>
                <a:close/>
                <a:moveTo>
                  <a:pt x="438150" y="266700"/>
                </a:moveTo>
                <a:lnTo>
                  <a:pt x="447675" y="266700"/>
                </a:lnTo>
                <a:lnTo>
                  <a:pt x="447675" y="276225"/>
                </a:lnTo>
                <a:lnTo>
                  <a:pt x="438150" y="276225"/>
                </a:lnTo>
                <a:close/>
                <a:moveTo>
                  <a:pt x="657225" y="266700"/>
                </a:moveTo>
                <a:lnTo>
                  <a:pt x="666750" y="266700"/>
                </a:lnTo>
                <a:lnTo>
                  <a:pt x="666750" y="552450"/>
                </a:lnTo>
                <a:lnTo>
                  <a:pt x="657225" y="552450"/>
                </a:lnTo>
                <a:close/>
                <a:moveTo>
                  <a:pt x="85725" y="276225"/>
                </a:moveTo>
                <a:lnTo>
                  <a:pt x="95250" y="276225"/>
                </a:lnTo>
                <a:lnTo>
                  <a:pt x="95250" y="285750"/>
                </a:lnTo>
                <a:lnTo>
                  <a:pt x="85725" y="285750"/>
                </a:lnTo>
                <a:close/>
                <a:moveTo>
                  <a:pt x="1114425" y="276225"/>
                </a:moveTo>
                <a:lnTo>
                  <a:pt x="1123950" y="276225"/>
                </a:lnTo>
                <a:lnTo>
                  <a:pt x="1123950" y="285750"/>
                </a:lnTo>
                <a:lnTo>
                  <a:pt x="1114425" y="285750"/>
                </a:lnTo>
                <a:close/>
                <a:moveTo>
                  <a:pt x="66675" y="285750"/>
                </a:moveTo>
                <a:lnTo>
                  <a:pt x="76200" y="285750"/>
                </a:lnTo>
                <a:lnTo>
                  <a:pt x="76200" y="295275"/>
                </a:lnTo>
                <a:lnTo>
                  <a:pt x="66675" y="295275"/>
                </a:lnTo>
                <a:close/>
                <a:moveTo>
                  <a:pt x="485775" y="285750"/>
                </a:moveTo>
                <a:lnTo>
                  <a:pt x="495300" y="285750"/>
                </a:lnTo>
                <a:lnTo>
                  <a:pt x="495300" y="295275"/>
                </a:lnTo>
                <a:lnTo>
                  <a:pt x="485775" y="295275"/>
                </a:lnTo>
                <a:close/>
                <a:moveTo>
                  <a:pt x="542925" y="285750"/>
                </a:moveTo>
                <a:lnTo>
                  <a:pt x="552450" y="285750"/>
                </a:lnTo>
                <a:lnTo>
                  <a:pt x="552450" y="295275"/>
                </a:lnTo>
                <a:lnTo>
                  <a:pt x="542925" y="295275"/>
                </a:lnTo>
                <a:close/>
                <a:moveTo>
                  <a:pt x="571500" y="285750"/>
                </a:moveTo>
                <a:lnTo>
                  <a:pt x="581025" y="285750"/>
                </a:lnTo>
                <a:lnTo>
                  <a:pt x="581025" y="295275"/>
                </a:lnTo>
                <a:lnTo>
                  <a:pt x="571500" y="295275"/>
                </a:lnTo>
                <a:close/>
                <a:moveTo>
                  <a:pt x="504825" y="295275"/>
                </a:moveTo>
                <a:lnTo>
                  <a:pt x="514350" y="295275"/>
                </a:lnTo>
                <a:lnTo>
                  <a:pt x="514350" y="304800"/>
                </a:lnTo>
                <a:lnTo>
                  <a:pt x="504825" y="304800"/>
                </a:lnTo>
                <a:close/>
                <a:moveTo>
                  <a:pt x="533400" y="295275"/>
                </a:moveTo>
                <a:lnTo>
                  <a:pt x="542925" y="295275"/>
                </a:lnTo>
                <a:lnTo>
                  <a:pt x="542925" y="304800"/>
                </a:lnTo>
                <a:lnTo>
                  <a:pt x="533400" y="304800"/>
                </a:lnTo>
                <a:close/>
                <a:moveTo>
                  <a:pt x="723900" y="304800"/>
                </a:moveTo>
                <a:lnTo>
                  <a:pt x="752475" y="304800"/>
                </a:lnTo>
                <a:lnTo>
                  <a:pt x="752475" y="323850"/>
                </a:lnTo>
                <a:lnTo>
                  <a:pt x="723900" y="323850"/>
                </a:lnTo>
                <a:close/>
                <a:moveTo>
                  <a:pt x="828675" y="304800"/>
                </a:moveTo>
                <a:lnTo>
                  <a:pt x="1133475" y="304800"/>
                </a:lnTo>
                <a:lnTo>
                  <a:pt x="1133475" y="323850"/>
                </a:lnTo>
                <a:lnTo>
                  <a:pt x="828675" y="323850"/>
                </a:lnTo>
                <a:close/>
                <a:moveTo>
                  <a:pt x="76200" y="333375"/>
                </a:moveTo>
                <a:lnTo>
                  <a:pt x="85725" y="333375"/>
                </a:lnTo>
                <a:lnTo>
                  <a:pt x="85725" y="342900"/>
                </a:lnTo>
                <a:lnTo>
                  <a:pt x="76200" y="342900"/>
                </a:lnTo>
                <a:close/>
                <a:moveTo>
                  <a:pt x="104775" y="333375"/>
                </a:moveTo>
                <a:lnTo>
                  <a:pt x="123825" y="333375"/>
                </a:lnTo>
                <a:lnTo>
                  <a:pt x="123825" y="342900"/>
                </a:lnTo>
                <a:lnTo>
                  <a:pt x="104775" y="342900"/>
                </a:lnTo>
                <a:close/>
                <a:moveTo>
                  <a:pt x="66675" y="342900"/>
                </a:moveTo>
                <a:lnTo>
                  <a:pt x="76200" y="342900"/>
                </a:lnTo>
                <a:lnTo>
                  <a:pt x="76200" y="352425"/>
                </a:lnTo>
                <a:lnTo>
                  <a:pt x="66675" y="352425"/>
                </a:lnTo>
                <a:close/>
                <a:moveTo>
                  <a:pt x="95250" y="342900"/>
                </a:moveTo>
                <a:lnTo>
                  <a:pt x="104775" y="342900"/>
                </a:lnTo>
                <a:lnTo>
                  <a:pt x="104775" y="352425"/>
                </a:lnTo>
                <a:lnTo>
                  <a:pt x="95250" y="352425"/>
                </a:lnTo>
                <a:close/>
                <a:moveTo>
                  <a:pt x="142875" y="342900"/>
                </a:moveTo>
                <a:lnTo>
                  <a:pt x="152400" y="342900"/>
                </a:lnTo>
                <a:lnTo>
                  <a:pt x="152400" y="352425"/>
                </a:lnTo>
                <a:lnTo>
                  <a:pt x="142875" y="352425"/>
                </a:lnTo>
                <a:close/>
                <a:moveTo>
                  <a:pt x="495300" y="342900"/>
                </a:moveTo>
                <a:lnTo>
                  <a:pt x="504825" y="342900"/>
                </a:lnTo>
                <a:lnTo>
                  <a:pt x="504825" y="352425"/>
                </a:lnTo>
                <a:lnTo>
                  <a:pt x="495300" y="352425"/>
                </a:lnTo>
                <a:close/>
                <a:moveTo>
                  <a:pt x="571500" y="342900"/>
                </a:moveTo>
                <a:lnTo>
                  <a:pt x="581025" y="342900"/>
                </a:lnTo>
                <a:lnTo>
                  <a:pt x="581025" y="352425"/>
                </a:lnTo>
                <a:lnTo>
                  <a:pt x="571500" y="352425"/>
                </a:lnTo>
                <a:close/>
                <a:moveTo>
                  <a:pt x="85725" y="352425"/>
                </a:moveTo>
                <a:lnTo>
                  <a:pt x="95250" y="352425"/>
                </a:lnTo>
                <a:lnTo>
                  <a:pt x="95250" y="361950"/>
                </a:lnTo>
                <a:lnTo>
                  <a:pt x="85725" y="361950"/>
                </a:lnTo>
                <a:close/>
                <a:moveTo>
                  <a:pt x="552450" y="352425"/>
                </a:moveTo>
                <a:lnTo>
                  <a:pt x="561975" y="352425"/>
                </a:lnTo>
                <a:lnTo>
                  <a:pt x="561975" y="361950"/>
                </a:lnTo>
                <a:lnTo>
                  <a:pt x="552450" y="361950"/>
                </a:lnTo>
                <a:close/>
                <a:moveTo>
                  <a:pt x="581025" y="352425"/>
                </a:moveTo>
                <a:lnTo>
                  <a:pt x="590550" y="352425"/>
                </a:lnTo>
                <a:lnTo>
                  <a:pt x="590550" y="361950"/>
                </a:lnTo>
                <a:lnTo>
                  <a:pt x="581025" y="361950"/>
                </a:lnTo>
                <a:close/>
                <a:moveTo>
                  <a:pt x="561975" y="361950"/>
                </a:moveTo>
                <a:lnTo>
                  <a:pt x="571500" y="361950"/>
                </a:lnTo>
                <a:lnTo>
                  <a:pt x="571500" y="371475"/>
                </a:lnTo>
                <a:lnTo>
                  <a:pt x="561975" y="371475"/>
                </a:lnTo>
                <a:close/>
                <a:moveTo>
                  <a:pt x="209550" y="371475"/>
                </a:moveTo>
                <a:lnTo>
                  <a:pt x="219075" y="371475"/>
                </a:lnTo>
                <a:lnTo>
                  <a:pt x="219075" y="381000"/>
                </a:lnTo>
                <a:lnTo>
                  <a:pt x="209550" y="381000"/>
                </a:lnTo>
                <a:close/>
                <a:moveTo>
                  <a:pt x="571500" y="371475"/>
                </a:moveTo>
                <a:lnTo>
                  <a:pt x="581025" y="371475"/>
                </a:lnTo>
                <a:lnTo>
                  <a:pt x="581025" y="381000"/>
                </a:lnTo>
                <a:lnTo>
                  <a:pt x="571500" y="381000"/>
                </a:lnTo>
                <a:close/>
                <a:moveTo>
                  <a:pt x="228600" y="381000"/>
                </a:moveTo>
                <a:lnTo>
                  <a:pt x="238125" y="381000"/>
                </a:lnTo>
                <a:lnTo>
                  <a:pt x="238125" y="390525"/>
                </a:lnTo>
                <a:lnTo>
                  <a:pt x="228600" y="390525"/>
                </a:lnTo>
                <a:close/>
                <a:moveTo>
                  <a:pt x="66675" y="390525"/>
                </a:moveTo>
                <a:lnTo>
                  <a:pt x="76200" y="390525"/>
                </a:lnTo>
                <a:lnTo>
                  <a:pt x="76200" y="400050"/>
                </a:lnTo>
                <a:lnTo>
                  <a:pt x="66675" y="400050"/>
                </a:lnTo>
                <a:close/>
                <a:moveTo>
                  <a:pt x="247650" y="390525"/>
                </a:moveTo>
                <a:lnTo>
                  <a:pt x="257175" y="390525"/>
                </a:lnTo>
                <a:lnTo>
                  <a:pt x="257175" y="400050"/>
                </a:lnTo>
                <a:lnTo>
                  <a:pt x="247650" y="400050"/>
                </a:lnTo>
                <a:close/>
                <a:moveTo>
                  <a:pt x="390525" y="390525"/>
                </a:moveTo>
                <a:lnTo>
                  <a:pt x="400050" y="390525"/>
                </a:lnTo>
                <a:lnTo>
                  <a:pt x="400050" y="400050"/>
                </a:lnTo>
                <a:lnTo>
                  <a:pt x="390525" y="400050"/>
                </a:lnTo>
                <a:close/>
                <a:moveTo>
                  <a:pt x="76200" y="400050"/>
                </a:moveTo>
                <a:lnTo>
                  <a:pt x="85725" y="400050"/>
                </a:lnTo>
                <a:lnTo>
                  <a:pt x="85725" y="409575"/>
                </a:lnTo>
                <a:lnTo>
                  <a:pt x="76200" y="409575"/>
                </a:lnTo>
                <a:close/>
                <a:moveTo>
                  <a:pt x="561975" y="400050"/>
                </a:moveTo>
                <a:lnTo>
                  <a:pt x="571500" y="400050"/>
                </a:lnTo>
                <a:lnTo>
                  <a:pt x="571500" y="409575"/>
                </a:lnTo>
                <a:lnTo>
                  <a:pt x="561975" y="409575"/>
                </a:lnTo>
                <a:close/>
                <a:moveTo>
                  <a:pt x="47625" y="409575"/>
                </a:moveTo>
                <a:lnTo>
                  <a:pt x="57150" y="409575"/>
                </a:lnTo>
                <a:lnTo>
                  <a:pt x="57150" y="419100"/>
                </a:lnTo>
                <a:lnTo>
                  <a:pt x="47625" y="419100"/>
                </a:lnTo>
                <a:close/>
                <a:moveTo>
                  <a:pt x="352425" y="409575"/>
                </a:moveTo>
                <a:lnTo>
                  <a:pt x="361950" y="409575"/>
                </a:lnTo>
                <a:lnTo>
                  <a:pt x="361950" y="419100"/>
                </a:lnTo>
                <a:lnTo>
                  <a:pt x="352425" y="419100"/>
                </a:lnTo>
                <a:close/>
                <a:moveTo>
                  <a:pt x="542925" y="409575"/>
                </a:moveTo>
                <a:lnTo>
                  <a:pt x="552450" y="409575"/>
                </a:lnTo>
                <a:lnTo>
                  <a:pt x="552450" y="419100"/>
                </a:lnTo>
                <a:lnTo>
                  <a:pt x="542925" y="419100"/>
                </a:lnTo>
                <a:close/>
                <a:moveTo>
                  <a:pt x="590550" y="409575"/>
                </a:moveTo>
                <a:lnTo>
                  <a:pt x="600075" y="409575"/>
                </a:lnTo>
                <a:lnTo>
                  <a:pt x="600075" y="419100"/>
                </a:lnTo>
                <a:lnTo>
                  <a:pt x="590550" y="419100"/>
                </a:lnTo>
                <a:close/>
                <a:moveTo>
                  <a:pt x="66675" y="419100"/>
                </a:moveTo>
                <a:lnTo>
                  <a:pt x="76200" y="419100"/>
                </a:lnTo>
                <a:lnTo>
                  <a:pt x="76200" y="428625"/>
                </a:lnTo>
                <a:lnTo>
                  <a:pt x="66675" y="428625"/>
                </a:lnTo>
                <a:close/>
                <a:moveTo>
                  <a:pt x="295275" y="419100"/>
                </a:moveTo>
                <a:lnTo>
                  <a:pt x="304800" y="419100"/>
                </a:lnTo>
                <a:lnTo>
                  <a:pt x="304800" y="428625"/>
                </a:lnTo>
                <a:lnTo>
                  <a:pt x="295275" y="428625"/>
                </a:lnTo>
                <a:close/>
                <a:moveTo>
                  <a:pt x="571500" y="419100"/>
                </a:moveTo>
                <a:lnTo>
                  <a:pt x="581025" y="419100"/>
                </a:lnTo>
                <a:lnTo>
                  <a:pt x="581025" y="428625"/>
                </a:lnTo>
                <a:lnTo>
                  <a:pt x="571500" y="428625"/>
                </a:lnTo>
                <a:close/>
                <a:moveTo>
                  <a:pt x="161925" y="438150"/>
                </a:moveTo>
                <a:lnTo>
                  <a:pt x="171450" y="438150"/>
                </a:lnTo>
                <a:lnTo>
                  <a:pt x="171450" y="447675"/>
                </a:lnTo>
                <a:lnTo>
                  <a:pt x="161925" y="447675"/>
                </a:lnTo>
                <a:close/>
                <a:moveTo>
                  <a:pt x="714375" y="438150"/>
                </a:moveTo>
                <a:lnTo>
                  <a:pt x="733425" y="438150"/>
                </a:lnTo>
                <a:lnTo>
                  <a:pt x="733425" y="514350"/>
                </a:lnTo>
                <a:lnTo>
                  <a:pt x="714375" y="514350"/>
                </a:lnTo>
                <a:close/>
                <a:moveTo>
                  <a:pt x="180975" y="447675"/>
                </a:moveTo>
                <a:lnTo>
                  <a:pt x="190500" y="447675"/>
                </a:lnTo>
                <a:lnTo>
                  <a:pt x="190500" y="457200"/>
                </a:lnTo>
                <a:lnTo>
                  <a:pt x="180975" y="457200"/>
                </a:lnTo>
                <a:close/>
                <a:moveTo>
                  <a:pt x="514350" y="447675"/>
                </a:moveTo>
                <a:lnTo>
                  <a:pt x="523875" y="447675"/>
                </a:lnTo>
                <a:lnTo>
                  <a:pt x="523875" y="457200"/>
                </a:lnTo>
                <a:lnTo>
                  <a:pt x="514350" y="457200"/>
                </a:lnTo>
                <a:close/>
                <a:moveTo>
                  <a:pt x="152400" y="457200"/>
                </a:moveTo>
                <a:lnTo>
                  <a:pt x="161925" y="457200"/>
                </a:lnTo>
                <a:lnTo>
                  <a:pt x="161925" y="466725"/>
                </a:lnTo>
                <a:lnTo>
                  <a:pt x="152400" y="466725"/>
                </a:lnTo>
                <a:close/>
                <a:moveTo>
                  <a:pt x="438150" y="457200"/>
                </a:moveTo>
                <a:lnTo>
                  <a:pt x="447675" y="457200"/>
                </a:lnTo>
                <a:lnTo>
                  <a:pt x="447675" y="466725"/>
                </a:lnTo>
                <a:lnTo>
                  <a:pt x="438150" y="466725"/>
                </a:lnTo>
                <a:close/>
                <a:moveTo>
                  <a:pt x="523875" y="457200"/>
                </a:moveTo>
                <a:lnTo>
                  <a:pt x="533400" y="457200"/>
                </a:lnTo>
                <a:lnTo>
                  <a:pt x="533400" y="561975"/>
                </a:lnTo>
                <a:lnTo>
                  <a:pt x="523875" y="561975"/>
                </a:lnTo>
                <a:close/>
                <a:moveTo>
                  <a:pt x="171450" y="466725"/>
                </a:moveTo>
                <a:lnTo>
                  <a:pt x="180975" y="466725"/>
                </a:lnTo>
                <a:lnTo>
                  <a:pt x="180975" y="476250"/>
                </a:lnTo>
                <a:lnTo>
                  <a:pt x="171450" y="476250"/>
                </a:lnTo>
                <a:close/>
                <a:moveTo>
                  <a:pt x="228600" y="466725"/>
                </a:moveTo>
                <a:lnTo>
                  <a:pt x="238125" y="466725"/>
                </a:lnTo>
                <a:lnTo>
                  <a:pt x="238125" y="476250"/>
                </a:lnTo>
                <a:lnTo>
                  <a:pt x="228600" y="476250"/>
                </a:lnTo>
                <a:close/>
                <a:moveTo>
                  <a:pt x="285750" y="466725"/>
                </a:moveTo>
                <a:lnTo>
                  <a:pt x="295275" y="466725"/>
                </a:lnTo>
                <a:lnTo>
                  <a:pt x="295275" y="476250"/>
                </a:lnTo>
                <a:lnTo>
                  <a:pt x="285750" y="476250"/>
                </a:lnTo>
                <a:close/>
                <a:moveTo>
                  <a:pt x="190500" y="476250"/>
                </a:moveTo>
                <a:lnTo>
                  <a:pt x="200025" y="476250"/>
                </a:lnTo>
                <a:lnTo>
                  <a:pt x="200025" y="485775"/>
                </a:lnTo>
                <a:lnTo>
                  <a:pt x="190500" y="485775"/>
                </a:lnTo>
                <a:close/>
                <a:moveTo>
                  <a:pt x="276225" y="476250"/>
                </a:moveTo>
                <a:lnTo>
                  <a:pt x="285750" y="476250"/>
                </a:lnTo>
                <a:lnTo>
                  <a:pt x="285750" y="485775"/>
                </a:lnTo>
                <a:lnTo>
                  <a:pt x="276225" y="485775"/>
                </a:lnTo>
                <a:close/>
                <a:moveTo>
                  <a:pt x="762000" y="476250"/>
                </a:moveTo>
                <a:lnTo>
                  <a:pt x="771525" y="476250"/>
                </a:lnTo>
                <a:lnTo>
                  <a:pt x="771525" y="485775"/>
                </a:lnTo>
                <a:lnTo>
                  <a:pt x="762000" y="485775"/>
                </a:lnTo>
                <a:close/>
                <a:moveTo>
                  <a:pt x="428625" y="485775"/>
                </a:moveTo>
                <a:lnTo>
                  <a:pt x="438150" y="485775"/>
                </a:lnTo>
                <a:lnTo>
                  <a:pt x="438150" y="495300"/>
                </a:lnTo>
                <a:lnTo>
                  <a:pt x="428625" y="495300"/>
                </a:lnTo>
                <a:close/>
                <a:moveTo>
                  <a:pt x="771525" y="485775"/>
                </a:moveTo>
                <a:lnTo>
                  <a:pt x="819150" y="485775"/>
                </a:lnTo>
                <a:lnTo>
                  <a:pt x="819150" y="495300"/>
                </a:lnTo>
                <a:lnTo>
                  <a:pt x="771525" y="495300"/>
                </a:lnTo>
                <a:close/>
                <a:moveTo>
                  <a:pt x="847725" y="485775"/>
                </a:moveTo>
                <a:lnTo>
                  <a:pt x="1009650" y="485775"/>
                </a:lnTo>
                <a:lnTo>
                  <a:pt x="1009650" y="495300"/>
                </a:lnTo>
                <a:lnTo>
                  <a:pt x="914400" y="495300"/>
                </a:lnTo>
                <a:lnTo>
                  <a:pt x="914400" y="504825"/>
                </a:lnTo>
                <a:lnTo>
                  <a:pt x="1009650" y="504825"/>
                </a:lnTo>
                <a:lnTo>
                  <a:pt x="1009650" y="514350"/>
                </a:lnTo>
                <a:lnTo>
                  <a:pt x="866775" y="514350"/>
                </a:lnTo>
                <a:lnTo>
                  <a:pt x="866775" y="504825"/>
                </a:lnTo>
                <a:lnTo>
                  <a:pt x="895350" y="504825"/>
                </a:lnTo>
                <a:lnTo>
                  <a:pt x="895350" y="495300"/>
                </a:lnTo>
                <a:lnTo>
                  <a:pt x="847725" y="495300"/>
                </a:lnTo>
                <a:close/>
                <a:moveTo>
                  <a:pt x="95250" y="495300"/>
                </a:moveTo>
                <a:lnTo>
                  <a:pt x="104775" y="495300"/>
                </a:lnTo>
                <a:lnTo>
                  <a:pt x="104775" y="571500"/>
                </a:lnTo>
                <a:lnTo>
                  <a:pt x="95250" y="571500"/>
                </a:lnTo>
                <a:close/>
                <a:moveTo>
                  <a:pt x="123825" y="523875"/>
                </a:moveTo>
                <a:lnTo>
                  <a:pt x="133350" y="523875"/>
                </a:lnTo>
                <a:lnTo>
                  <a:pt x="133350" y="533400"/>
                </a:lnTo>
                <a:lnTo>
                  <a:pt x="152400" y="533400"/>
                </a:lnTo>
                <a:lnTo>
                  <a:pt x="152400" y="542925"/>
                </a:lnTo>
                <a:lnTo>
                  <a:pt x="161925" y="542925"/>
                </a:lnTo>
                <a:lnTo>
                  <a:pt x="161925" y="552450"/>
                </a:lnTo>
                <a:lnTo>
                  <a:pt x="180975" y="552450"/>
                </a:lnTo>
                <a:lnTo>
                  <a:pt x="180975" y="561975"/>
                </a:lnTo>
                <a:lnTo>
                  <a:pt x="171450" y="561975"/>
                </a:lnTo>
                <a:lnTo>
                  <a:pt x="171450" y="581025"/>
                </a:lnTo>
                <a:lnTo>
                  <a:pt x="142875" y="581025"/>
                </a:lnTo>
                <a:lnTo>
                  <a:pt x="142875" y="571500"/>
                </a:lnTo>
                <a:lnTo>
                  <a:pt x="133350" y="571500"/>
                </a:lnTo>
                <a:lnTo>
                  <a:pt x="133350" y="561975"/>
                </a:lnTo>
                <a:lnTo>
                  <a:pt x="123825" y="561975"/>
                </a:lnTo>
                <a:close/>
                <a:moveTo>
                  <a:pt x="514350" y="561975"/>
                </a:moveTo>
                <a:lnTo>
                  <a:pt x="523875" y="561975"/>
                </a:lnTo>
                <a:lnTo>
                  <a:pt x="523875" y="571500"/>
                </a:lnTo>
                <a:lnTo>
                  <a:pt x="514350" y="571500"/>
                </a:lnTo>
                <a:close/>
                <a:moveTo>
                  <a:pt x="742950" y="561975"/>
                </a:moveTo>
                <a:lnTo>
                  <a:pt x="1133475" y="561975"/>
                </a:lnTo>
                <a:lnTo>
                  <a:pt x="1133475" y="581025"/>
                </a:lnTo>
                <a:lnTo>
                  <a:pt x="742950" y="581025"/>
                </a:lnTo>
                <a:close/>
                <a:moveTo>
                  <a:pt x="495300" y="571500"/>
                </a:moveTo>
                <a:lnTo>
                  <a:pt x="504825" y="571500"/>
                </a:lnTo>
                <a:lnTo>
                  <a:pt x="504825" y="581025"/>
                </a:lnTo>
                <a:lnTo>
                  <a:pt x="495300" y="581025"/>
                </a:lnTo>
                <a:close/>
                <a:moveTo>
                  <a:pt x="657225" y="581025"/>
                </a:moveTo>
                <a:lnTo>
                  <a:pt x="666750" y="581025"/>
                </a:lnTo>
                <a:lnTo>
                  <a:pt x="666750" y="657225"/>
                </a:lnTo>
                <a:lnTo>
                  <a:pt x="657225" y="657225"/>
                </a:lnTo>
                <a:close/>
                <a:moveTo>
                  <a:pt x="457200" y="590550"/>
                </a:moveTo>
                <a:lnTo>
                  <a:pt x="466725" y="590550"/>
                </a:lnTo>
                <a:lnTo>
                  <a:pt x="466725" y="600075"/>
                </a:lnTo>
                <a:lnTo>
                  <a:pt x="457200" y="600075"/>
                </a:lnTo>
                <a:close/>
                <a:moveTo>
                  <a:pt x="504825" y="590550"/>
                </a:moveTo>
                <a:lnTo>
                  <a:pt x="514350" y="590550"/>
                </a:lnTo>
                <a:lnTo>
                  <a:pt x="514350" y="600075"/>
                </a:lnTo>
                <a:lnTo>
                  <a:pt x="504825" y="600075"/>
                </a:lnTo>
                <a:close/>
                <a:moveTo>
                  <a:pt x="152400" y="600075"/>
                </a:moveTo>
                <a:lnTo>
                  <a:pt x="161925" y="600075"/>
                </a:lnTo>
                <a:lnTo>
                  <a:pt x="161925" y="609600"/>
                </a:lnTo>
                <a:lnTo>
                  <a:pt x="152400" y="609600"/>
                </a:lnTo>
                <a:close/>
                <a:moveTo>
                  <a:pt x="438150" y="600075"/>
                </a:moveTo>
                <a:lnTo>
                  <a:pt x="447675" y="600075"/>
                </a:lnTo>
                <a:lnTo>
                  <a:pt x="447675" y="609600"/>
                </a:lnTo>
                <a:lnTo>
                  <a:pt x="438150" y="609600"/>
                </a:lnTo>
                <a:close/>
                <a:moveTo>
                  <a:pt x="485775" y="600075"/>
                </a:moveTo>
                <a:lnTo>
                  <a:pt x="495300" y="600075"/>
                </a:lnTo>
                <a:lnTo>
                  <a:pt x="495300" y="609600"/>
                </a:lnTo>
                <a:lnTo>
                  <a:pt x="485775" y="609600"/>
                </a:lnTo>
                <a:close/>
                <a:moveTo>
                  <a:pt x="247650" y="619125"/>
                </a:moveTo>
                <a:lnTo>
                  <a:pt x="257175" y="619125"/>
                </a:lnTo>
                <a:lnTo>
                  <a:pt x="257175" y="628650"/>
                </a:lnTo>
                <a:lnTo>
                  <a:pt x="247650" y="628650"/>
                </a:lnTo>
                <a:close/>
                <a:moveTo>
                  <a:pt x="266700" y="628650"/>
                </a:moveTo>
                <a:lnTo>
                  <a:pt x="276225" y="628650"/>
                </a:lnTo>
                <a:lnTo>
                  <a:pt x="276225" y="638175"/>
                </a:lnTo>
                <a:lnTo>
                  <a:pt x="266700" y="638175"/>
                </a:lnTo>
                <a:close/>
                <a:moveTo>
                  <a:pt x="371475" y="628650"/>
                </a:moveTo>
                <a:lnTo>
                  <a:pt x="381000" y="628650"/>
                </a:lnTo>
                <a:lnTo>
                  <a:pt x="381000" y="638175"/>
                </a:lnTo>
                <a:lnTo>
                  <a:pt x="371475" y="638175"/>
                </a:lnTo>
                <a:close/>
                <a:moveTo>
                  <a:pt x="1114425" y="628650"/>
                </a:moveTo>
                <a:lnTo>
                  <a:pt x="1123950" y="628650"/>
                </a:lnTo>
                <a:lnTo>
                  <a:pt x="1123950" y="638175"/>
                </a:lnTo>
                <a:lnTo>
                  <a:pt x="1114425" y="638175"/>
                </a:lnTo>
                <a:close/>
                <a:moveTo>
                  <a:pt x="238125" y="638175"/>
                </a:moveTo>
                <a:lnTo>
                  <a:pt x="247650" y="638175"/>
                </a:lnTo>
                <a:lnTo>
                  <a:pt x="247650" y="647700"/>
                </a:lnTo>
                <a:lnTo>
                  <a:pt x="238125" y="647700"/>
                </a:lnTo>
                <a:close/>
                <a:moveTo>
                  <a:pt x="285750" y="638175"/>
                </a:moveTo>
                <a:lnTo>
                  <a:pt x="295275" y="638175"/>
                </a:lnTo>
                <a:lnTo>
                  <a:pt x="295275" y="647700"/>
                </a:lnTo>
                <a:lnTo>
                  <a:pt x="285750" y="647700"/>
                </a:lnTo>
                <a:close/>
                <a:moveTo>
                  <a:pt x="304800" y="638175"/>
                </a:moveTo>
                <a:lnTo>
                  <a:pt x="314325" y="638175"/>
                </a:lnTo>
                <a:lnTo>
                  <a:pt x="314325" y="647700"/>
                </a:lnTo>
                <a:lnTo>
                  <a:pt x="304800" y="647700"/>
                </a:lnTo>
                <a:close/>
                <a:moveTo>
                  <a:pt x="352425" y="638175"/>
                </a:moveTo>
                <a:lnTo>
                  <a:pt x="361950" y="638175"/>
                </a:lnTo>
                <a:lnTo>
                  <a:pt x="361950" y="647700"/>
                </a:lnTo>
                <a:lnTo>
                  <a:pt x="352425" y="647700"/>
                </a:lnTo>
                <a:close/>
                <a:moveTo>
                  <a:pt x="361950" y="657225"/>
                </a:moveTo>
                <a:lnTo>
                  <a:pt x="371475" y="657225"/>
                </a:lnTo>
                <a:lnTo>
                  <a:pt x="371475" y="666750"/>
                </a:lnTo>
                <a:lnTo>
                  <a:pt x="361950" y="666750"/>
                </a:lnTo>
                <a:close/>
                <a:moveTo>
                  <a:pt x="1143000" y="666750"/>
                </a:moveTo>
                <a:lnTo>
                  <a:pt x="1152525" y="666750"/>
                </a:lnTo>
                <a:lnTo>
                  <a:pt x="1152525" y="676275"/>
                </a:lnTo>
                <a:lnTo>
                  <a:pt x="1143000" y="676275"/>
                </a:lnTo>
                <a:close/>
                <a:moveTo>
                  <a:pt x="1190625" y="666750"/>
                </a:moveTo>
                <a:lnTo>
                  <a:pt x="1200150" y="666750"/>
                </a:lnTo>
                <a:lnTo>
                  <a:pt x="1200150" y="676275"/>
                </a:lnTo>
                <a:lnTo>
                  <a:pt x="1190625" y="676275"/>
                </a:lnTo>
                <a:close/>
                <a:moveTo>
                  <a:pt x="1152525" y="676275"/>
                </a:moveTo>
                <a:lnTo>
                  <a:pt x="1190625" y="676275"/>
                </a:lnTo>
                <a:lnTo>
                  <a:pt x="1190625" y="685800"/>
                </a:lnTo>
                <a:lnTo>
                  <a:pt x="1152525" y="685800"/>
                </a:lnTo>
                <a:close/>
              </a:path>
            </a:pathLst>
          </a:custGeom>
          <a:solidFill xmlns:a="http://schemas.openxmlformats.org/drawingml/2006/main">
            <a:srgbClr val="D5DBCF"/>
          </a:solidFill>
          <a:ln xmlns:a="http://schemas.openxmlformats.org/drawingml/2006/main" w="0">
            <a:noFill/>
          </a:ln>
        </p:spPr>
      </p:sp>
      <p:sp>
        <p:nvSpPr>
          <p:cNvPr id="115" name="v10 vector #bbc1b5">
            <a:extLst xmlns:a="http://schemas.openxmlformats.org/drawingml/2006/main">
              <a:ext uri="{FF2B5EF4-FFF2-40B4-BE49-F238E27FC236}">
                <a16:creationId xmlns:a16="http://schemas.microsoft.com/office/drawing/2014/main" id="{B7769FA0-DA71-4436-9E89-B8BB29EE77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5350" y="3609975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714375" y="57150"/>
                </a:moveTo>
                <a:lnTo>
                  <a:pt x="723900" y="57150"/>
                </a:lnTo>
                <a:lnTo>
                  <a:pt x="723900" y="66675"/>
                </a:lnTo>
                <a:lnTo>
                  <a:pt x="714375" y="66675"/>
                </a:lnTo>
                <a:close/>
                <a:moveTo>
                  <a:pt x="742950" y="57150"/>
                </a:moveTo>
                <a:lnTo>
                  <a:pt x="752475" y="57150"/>
                </a:lnTo>
                <a:lnTo>
                  <a:pt x="752475" y="66675"/>
                </a:lnTo>
                <a:lnTo>
                  <a:pt x="742950" y="66675"/>
                </a:lnTo>
                <a:close/>
                <a:moveTo>
                  <a:pt x="1114425" y="57150"/>
                </a:moveTo>
                <a:lnTo>
                  <a:pt x="1123950" y="57150"/>
                </a:lnTo>
                <a:lnTo>
                  <a:pt x="1123950" y="66675"/>
                </a:lnTo>
                <a:lnTo>
                  <a:pt x="1114425" y="66675"/>
                </a:lnTo>
                <a:close/>
                <a:moveTo>
                  <a:pt x="704850" y="66675"/>
                </a:moveTo>
                <a:lnTo>
                  <a:pt x="714375" y="66675"/>
                </a:lnTo>
                <a:lnTo>
                  <a:pt x="714375" y="76200"/>
                </a:lnTo>
                <a:lnTo>
                  <a:pt x="704850" y="76200"/>
                </a:lnTo>
                <a:close/>
                <a:moveTo>
                  <a:pt x="752475" y="66675"/>
                </a:moveTo>
                <a:lnTo>
                  <a:pt x="762000" y="66675"/>
                </a:lnTo>
                <a:lnTo>
                  <a:pt x="762000" y="228600"/>
                </a:lnTo>
                <a:lnTo>
                  <a:pt x="742950" y="228600"/>
                </a:lnTo>
                <a:lnTo>
                  <a:pt x="742950" y="247650"/>
                </a:lnTo>
                <a:lnTo>
                  <a:pt x="733425" y="247650"/>
                </a:lnTo>
                <a:lnTo>
                  <a:pt x="733425" y="114300"/>
                </a:lnTo>
                <a:lnTo>
                  <a:pt x="714375" y="114300"/>
                </a:lnTo>
                <a:lnTo>
                  <a:pt x="714375" y="104775"/>
                </a:lnTo>
                <a:lnTo>
                  <a:pt x="723900" y="104775"/>
                </a:lnTo>
                <a:lnTo>
                  <a:pt x="723900" y="95250"/>
                </a:lnTo>
                <a:lnTo>
                  <a:pt x="733425" y="95250"/>
                </a:lnTo>
                <a:lnTo>
                  <a:pt x="733425" y="104775"/>
                </a:lnTo>
                <a:lnTo>
                  <a:pt x="742950" y="104775"/>
                </a:lnTo>
                <a:lnTo>
                  <a:pt x="742950" y="95250"/>
                </a:lnTo>
                <a:lnTo>
                  <a:pt x="752475" y="95250"/>
                </a:lnTo>
                <a:close/>
                <a:moveTo>
                  <a:pt x="1104900" y="66675"/>
                </a:moveTo>
                <a:lnTo>
                  <a:pt x="1114425" y="66675"/>
                </a:lnTo>
                <a:lnTo>
                  <a:pt x="1114425" y="76200"/>
                </a:lnTo>
                <a:lnTo>
                  <a:pt x="1104900" y="76200"/>
                </a:lnTo>
                <a:close/>
                <a:moveTo>
                  <a:pt x="685800" y="76200"/>
                </a:moveTo>
                <a:lnTo>
                  <a:pt x="695325" y="76200"/>
                </a:lnTo>
                <a:lnTo>
                  <a:pt x="695325" y="85725"/>
                </a:lnTo>
                <a:lnTo>
                  <a:pt x="685800" y="85725"/>
                </a:lnTo>
                <a:close/>
                <a:moveTo>
                  <a:pt x="390525" y="142875"/>
                </a:moveTo>
                <a:lnTo>
                  <a:pt x="409575" y="142875"/>
                </a:lnTo>
                <a:lnTo>
                  <a:pt x="409575" y="152400"/>
                </a:lnTo>
                <a:lnTo>
                  <a:pt x="390525" y="152400"/>
                </a:lnTo>
                <a:close/>
                <a:moveTo>
                  <a:pt x="238125" y="161925"/>
                </a:moveTo>
                <a:lnTo>
                  <a:pt x="257175" y="161925"/>
                </a:lnTo>
                <a:lnTo>
                  <a:pt x="257175" y="171450"/>
                </a:lnTo>
                <a:lnTo>
                  <a:pt x="238125" y="171450"/>
                </a:lnTo>
                <a:close/>
                <a:moveTo>
                  <a:pt x="390525" y="161925"/>
                </a:moveTo>
                <a:lnTo>
                  <a:pt x="409575" y="161925"/>
                </a:lnTo>
                <a:lnTo>
                  <a:pt x="409575" y="171450"/>
                </a:lnTo>
                <a:lnTo>
                  <a:pt x="390525" y="171450"/>
                </a:lnTo>
                <a:close/>
                <a:moveTo>
                  <a:pt x="447675" y="161925"/>
                </a:moveTo>
                <a:lnTo>
                  <a:pt x="457200" y="161925"/>
                </a:lnTo>
                <a:lnTo>
                  <a:pt x="457200" y="171450"/>
                </a:lnTo>
                <a:lnTo>
                  <a:pt x="447675" y="171450"/>
                </a:lnTo>
                <a:close/>
                <a:moveTo>
                  <a:pt x="171450" y="171450"/>
                </a:moveTo>
                <a:lnTo>
                  <a:pt x="180975" y="171450"/>
                </a:lnTo>
                <a:lnTo>
                  <a:pt x="180975" y="180975"/>
                </a:lnTo>
                <a:lnTo>
                  <a:pt x="171450" y="180975"/>
                </a:lnTo>
                <a:close/>
                <a:moveTo>
                  <a:pt x="219075" y="171450"/>
                </a:moveTo>
                <a:lnTo>
                  <a:pt x="228600" y="171450"/>
                </a:lnTo>
                <a:lnTo>
                  <a:pt x="228600" y="180975"/>
                </a:lnTo>
                <a:lnTo>
                  <a:pt x="219075" y="180975"/>
                </a:lnTo>
                <a:close/>
                <a:moveTo>
                  <a:pt x="381000" y="171450"/>
                </a:moveTo>
                <a:lnTo>
                  <a:pt x="390525" y="171450"/>
                </a:lnTo>
                <a:lnTo>
                  <a:pt x="390525" y="180975"/>
                </a:lnTo>
                <a:lnTo>
                  <a:pt x="381000" y="180975"/>
                </a:lnTo>
                <a:close/>
                <a:moveTo>
                  <a:pt x="419100" y="171450"/>
                </a:moveTo>
                <a:lnTo>
                  <a:pt x="428625" y="171450"/>
                </a:lnTo>
                <a:lnTo>
                  <a:pt x="428625" y="180975"/>
                </a:lnTo>
                <a:lnTo>
                  <a:pt x="419100" y="180975"/>
                </a:lnTo>
                <a:close/>
                <a:moveTo>
                  <a:pt x="466725" y="171450"/>
                </a:moveTo>
                <a:lnTo>
                  <a:pt x="476250" y="171450"/>
                </a:lnTo>
                <a:lnTo>
                  <a:pt x="476250" y="180975"/>
                </a:lnTo>
                <a:lnTo>
                  <a:pt x="466725" y="180975"/>
                </a:lnTo>
                <a:close/>
                <a:moveTo>
                  <a:pt x="266700" y="180975"/>
                </a:moveTo>
                <a:lnTo>
                  <a:pt x="276225" y="180975"/>
                </a:lnTo>
                <a:lnTo>
                  <a:pt x="276225" y="190500"/>
                </a:lnTo>
                <a:lnTo>
                  <a:pt x="266700" y="190500"/>
                </a:lnTo>
                <a:close/>
                <a:moveTo>
                  <a:pt x="371475" y="180975"/>
                </a:moveTo>
                <a:lnTo>
                  <a:pt x="381000" y="180975"/>
                </a:lnTo>
                <a:lnTo>
                  <a:pt x="381000" y="190500"/>
                </a:lnTo>
                <a:lnTo>
                  <a:pt x="371475" y="190500"/>
                </a:lnTo>
                <a:close/>
                <a:moveTo>
                  <a:pt x="466725" y="190500"/>
                </a:moveTo>
                <a:lnTo>
                  <a:pt x="476250" y="190500"/>
                </a:lnTo>
                <a:lnTo>
                  <a:pt x="476250" y="200025"/>
                </a:lnTo>
                <a:lnTo>
                  <a:pt x="466725" y="200025"/>
                </a:lnTo>
                <a:close/>
                <a:moveTo>
                  <a:pt x="104775" y="200025"/>
                </a:moveTo>
                <a:lnTo>
                  <a:pt x="114300" y="200025"/>
                </a:lnTo>
                <a:lnTo>
                  <a:pt x="114300" y="209550"/>
                </a:lnTo>
                <a:lnTo>
                  <a:pt x="104775" y="209550"/>
                </a:lnTo>
                <a:close/>
                <a:moveTo>
                  <a:pt x="152400" y="200025"/>
                </a:moveTo>
                <a:lnTo>
                  <a:pt x="161925" y="200025"/>
                </a:lnTo>
                <a:lnTo>
                  <a:pt x="161925" y="209550"/>
                </a:lnTo>
                <a:lnTo>
                  <a:pt x="152400" y="209550"/>
                </a:lnTo>
                <a:close/>
                <a:moveTo>
                  <a:pt x="304800" y="200025"/>
                </a:moveTo>
                <a:lnTo>
                  <a:pt x="314325" y="200025"/>
                </a:lnTo>
                <a:lnTo>
                  <a:pt x="314325" y="209550"/>
                </a:lnTo>
                <a:lnTo>
                  <a:pt x="304800" y="209550"/>
                </a:lnTo>
                <a:close/>
                <a:moveTo>
                  <a:pt x="314325" y="209550"/>
                </a:moveTo>
                <a:lnTo>
                  <a:pt x="323850" y="209550"/>
                </a:lnTo>
                <a:lnTo>
                  <a:pt x="323850" y="219075"/>
                </a:lnTo>
                <a:lnTo>
                  <a:pt x="314325" y="219075"/>
                </a:lnTo>
                <a:close/>
                <a:moveTo>
                  <a:pt x="295275" y="219075"/>
                </a:moveTo>
                <a:lnTo>
                  <a:pt x="304800" y="219075"/>
                </a:lnTo>
                <a:lnTo>
                  <a:pt x="304800" y="228600"/>
                </a:lnTo>
                <a:lnTo>
                  <a:pt x="295275" y="228600"/>
                </a:lnTo>
                <a:close/>
                <a:moveTo>
                  <a:pt x="533400" y="219075"/>
                </a:moveTo>
                <a:lnTo>
                  <a:pt x="542925" y="219075"/>
                </a:lnTo>
                <a:lnTo>
                  <a:pt x="542925" y="228600"/>
                </a:lnTo>
                <a:lnTo>
                  <a:pt x="533400" y="228600"/>
                </a:lnTo>
                <a:close/>
                <a:moveTo>
                  <a:pt x="38100" y="228600"/>
                </a:moveTo>
                <a:lnTo>
                  <a:pt x="47625" y="228600"/>
                </a:lnTo>
                <a:lnTo>
                  <a:pt x="47625" y="238125"/>
                </a:lnTo>
                <a:lnTo>
                  <a:pt x="38100" y="238125"/>
                </a:lnTo>
                <a:close/>
                <a:moveTo>
                  <a:pt x="85725" y="228600"/>
                </a:moveTo>
                <a:lnTo>
                  <a:pt x="95250" y="228600"/>
                </a:lnTo>
                <a:lnTo>
                  <a:pt x="95250" y="238125"/>
                </a:lnTo>
                <a:lnTo>
                  <a:pt x="85725" y="238125"/>
                </a:lnTo>
                <a:close/>
                <a:moveTo>
                  <a:pt x="762000" y="228600"/>
                </a:moveTo>
                <a:lnTo>
                  <a:pt x="771525" y="228600"/>
                </a:lnTo>
                <a:lnTo>
                  <a:pt x="771525" y="238125"/>
                </a:lnTo>
                <a:lnTo>
                  <a:pt x="762000" y="238125"/>
                </a:lnTo>
                <a:close/>
                <a:moveTo>
                  <a:pt x="66675" y="238125"/>
                </a:moveTo>
                <a:lnTo>
                  <a:pt x="76200" y="238125"/>
                </a:lnTo>
                <a:lnTo>
                  <a:pt x="76200" y="247650"/>
                </a:lnTo>
                <a:lnTo>
                  <a:pt x="66675" y="247650"/>
                </a:lnTo>
                <a:close/>
                <a:moveTo>
                  <a:pt x="371475" y="238125"/>
                </a:moveTo>
                <a:lnTo>
                  <a:pt x="381000" y="238125"/>
                </a:lnTo>
                <a:lnTo>
                  <a:pt x="381000" y="247650"/>
                </a:lnTo>
                <a:lnTo>
                  <a:pt x="371475" y="247650"/>
                </a:lnTo>
                <a:close/>
                <a:moveTo>
                  <a:pt x="571500" y="238125"/>
                </a:moveTo>
                <a:lnTo>
                  <a:pt x="581025" y="238125"/>
                </a:lnTo>
                <a:lnTo>
                  <a:pt x="581025" y="247650"/>
                </a:lnTo>
                <a:lnTo>
                  <a:pt x="571500" y="247650"/>
                </a:lnTo>
                <a:close/>
                <a:moveTo>
                  <a:pt x="771525" y="238125"/>
                </a:moveTo>
                <a:lnTo>
                  <a:pt x="1095375" y="238125"/>
                </a:lnTo>
                <a:lnTo>
                  <a:pt x="1095375" y="247650"/>
                </a:lnTo>
                <a:lnTo>
                  <a:pt x="1104900" y="247650"/>
                </a:lnTo>
                <a:lnTo>
                  <a:pt x="1104900" y="257175"/>
                </a:lnTo>
                <a:lnTo>
                  <a:pt x="762000" y="257175"/>
                </a:lnTo>
                <a:lnTo>
                  <a:pt x="762000" y="247650"/>
                </a:lnTo>
                <a:lnTo>
                  <a:pt x="771525" y="247650"/>
                </a:lnTo>
                <a:close/>
                <a:moveTo>
                  <a:pt x="390525" y="247650"/>
                </a:moveTo>
                <a:lnTo>
                  <a:pt x="400050" y="247650"/>
                </a:lnTo>
                <a:lnTo>
                  <a:pt x="400050" y="257175"/>
                </a:lnTo>
                <a:lnTo>
                  <a:pt x="390525" y="257175"/>
                </a:lnTo>
                <a:close/>
                <a:moveTo>
                  <a:pt x="228600" y="257175"/>
                </a:moveTo>
                <a:lnTo>
                  <a:pt x="238125" y="257175"/>
                </a:lnTo>
                <a:lnTo>
                  <a:pt x="238125" y="266700"/>
                </a:lnTo>
                <a:lnTo>
                  <a:pt x="228600" y="266700"/>
                </a:lnTo>
                <a:close/>
                <a:moveTo>
                  <a:pt x="409575" y="257175"/>
                </a:moveTo>
                <a:lnTo>
                  <a:pt x="419100" y="257175"/>
                </a:lnTo>
                <a:lnTo>
                  <a:pt x="419100" y="266700"/>
                </a:lnTo>
                <a:lnTo>
                  <a:pt x="409575" y="266700"/>
                </a:lnTo>
                <a:close/>
                <a:moveTo>
                  <a:pt x="76200" y="266700"/>
                </a:moveTo>
                <a:lnTo>
                  <a:pt x="85725" y="266700"/>
                </a:lnTo>
                <a:lnTo>
                  <a:pt x="85725" y="276225"/>
                </a:lnTo>
                <a:lnTo>
                  <a:pt x="76200" y="276225"/>
                </a:lnTo>
                <a:close/>
                <a:moveTo>
                  <a:pt x="180975" y="276225"/>
                </a:moveTo>
                <a:lnTo>
                  <a:pt x="190500" y="276225"/>
                </a:lnTo>
                <a:lnTo>
                  <a:pt x="190500" y="285750"/>
                </a:lnTo>
                <a:lnTo>
                  <a:pt x="180975" y="285750"/>
                </a:lnTo>
                <a:close/>
                <a:moveTo>
                  <a:pt x="552450" y="276225"/>
                </a:moveTo>
                <a:lnTo>
                  <a:pt x="561975" y="276225"/>
                </a:lnTo>
                <a:lnTo>
                  <a:pt x="561975" y="285750"/>
                </a:lnTo>
                <a:lnTo>
                  <a:pt x="552450" y="285750"/>
                </a:lnTo>
                <a:close/>
                <a:moveTo>
                  <a:pt x="733425" y="276225"/>
                </a:moveTo>
                <a:lnTo>
                  <a:pt x="742950" y="276225"/>
                </a:lnTo>
                <a:lnTo>
                  <a:pt x="742950" y="285750"/>
                </a:lnTo>
                <a:lnTo>
                  <a:pt x="1038225" y="285750"/>
                </a:lnTo>
                <a:lnTo>
                  <a:pt x="1038225" y="304800"/>
                </a:lnTo>
                <a:lnTo>
                  <a:pt x="828675" y="304800"/>
                </a:lnTo>
                <a:lnTo>
                  <a:pt x="828675" y="323850"/>
                </a:lnTo>
                <a:lnTo>
                  <a:pt x="752475" y="323850"/>
                </a:lnTo>
                <a:lnTo>
                  <a:pt x="752475" y="304800"/>
                </a:lnTo>
                <a:lnTo>
                  <a:pt x="723900" y="304800"/>
                </a:lnTo>
                <a:lnTo>
                  <a:pt x="723900" y="295275"/>
                </a:lnTo>
                <a:lnTo>
                  <a:pt x="733425" y="295275"/>
                </a:lnTo>
                <a:close/>
                <a:moveTo>
                  <a:pt x="76200" y="295275"/>
                </a:moveTo>
                <a:lnTo>
                  <a:pt x="85725" y="295275"/>
                </a:lnTo>
                <a:lnTo>
                  <a:pt x="85725" y="304800"/>
                </a:lnTo>
                <a:lnTo>
                  <a:pt x="76200" y="304800"/>
                </a:lnTo>
                <a:close/>
                <a:moveTo>
                  <a:pt x="561975" y="295275"/>
                </a:moveTo>
                <a:lnTo>
                  <a:pt x="571500" y="295275"/>
                </a:lnTo>
                <a:lnTo>
                  <a:pt x="571500" y="304800"/>
                </a:lnTo>
                <a:lnTo>
                  <a:pt x="561975" y="304800"/>
                </a:lnTo>
                <a:close/>
                <a:moveTo>
                  <a:pt x="85725" y="314325"/>
                </a:moveTo>
                <a:lnTo>
                  <a:pt x="95250" y="314325"/>
                </a:lnTo>
                <a:lnTo>
                  <a:pt x="95250" y="333375"/>
                </a:lnTo>
                <a:lnTo>
                  <a:pt x="85725" y="333375"/>
                </a:lnTo>
                <a:close/>
                <a:moveTo>
                  <a:pt x="123825" y="333375"/>
                </a:moveTo>
                <a:lnTo>
                  <a:pt x="133350" y="333375"/>
                </a:lnTo>
                <a:lnTo>
                  <a:pt x="133350" y="342900"/>
                </a:lnTo>
                <a:lnTo>
                  <a:pt x="123825" y="342900"/>
                </a:lnTo>
                <a:close/>
                <a:moveTo>
                  <a:pt x="514350" y="333375"/>
                </a:moveTo>
                <a:lnTo>
                  <a:pt x="523875" y="333375"/>
                </a:lnTo>
                <a:lnTo>
                  <a:pt x="523875" y="342900"/>
                </a:lnTo>
                <a:lnTo>
                  <a:pt x="514350" y="342900"/>
                </a:lnTo>
                <a:close/>
                <a:moveTo>
                  <a:pt x="561975" y="333375"/>
                </a:moveTo>
                <a:lnTo>
                  <a:pt x="571500" y="333375"/>
                </a:lnTo>
                <a:lnTo>
                  <a:pt x="571500" y="342900"/>
                </a:lnTo>
                <a:lnTo>
                  <a:pt x="561975" y="342900"/>
                </a:lnTo>
                <a:close/>
                <a:moveTo>
                  <a:pt x="723900" y="342900"/>
                </a:moveTo>
                <a:lnTo>
                  <a:pt x="733425" y="342900"/>
                </a:lnTo>
                <a:lnTo>
                  <a:pt x="733425" y="352425"/>
                </a:lnTo>
                <a:lnTo>
                  <a:pt x="723900" y="352425"/>
                </a:lnTo>
                <a:close/>
                <a:moveTo>
                  <a:pt x="762000" y="342900"/>
                </a:moveTo>
                <a:lnTo>
                  <a:pt x="771525" y="342900"/>
                </a:lnTo>
                <a:lnTo>
                  <a:pt x="771525" y="352425"/>
                </a:lnTo>
                <a:lnTo>
                  <a:pt x="762000" y="352425"/>
                </a:lnTo>
                <a:close/>
                <a:moveTo>
                  <a:pt x="171450" y="352425"/>
                </a:moveTo>
                <a:lnTo>
                  <a:pt x="180975" y="352425"/>
                </a:lnTo>
                <a:lnTo>
                  <a:pt x="180975" y="361950"/>
                </a:lnTo>
                <a:lnTo>
                  <a:pt x="171450" y="361950"/>
                </a:lnTo>
                <a:close/>
                <a:moveTo>
                  <a:pt x="733425" y="352425"/>
                </a:moveTo>
                <a:lnTo>
                  <a:pt x="762000" y="352425"/>
                </a:lnTo>
                <a:lnTo>
                  <a:pt x="762000" y="485775"/>
                </a:lnTo>
                <a:lnTo>
                  <a:pt x="742950" y="485775"/>
                </a:lnTo>
                <a:lnTo>
                  <a:pt x="742950" y="495300"/>
                </a:lnTo>
                <a:lnTo>
                  <a:pt x="733425" y="495300"/>
                </a:lnTo>
                <a:close/>
                <a:moveTo>
                  <a:pt x="76200" y="361950"/>
                </a:moveTo>
                <a:lnTo>
                  <a:pt x="85725" y="361950"/>
                </a:lnTo>
                <a:lnTo>
                  <a:pt x="85725" y="371475"/>
                </a:lnTo>
                <a:lnTo>
                  <a:pt x="76200" y="371475"/>
                </a:lnTo>
                <a:close/>
                <a:moveTo>
                  <a:pt x="190500" y="361950"/>
                </a:moveTo>
                <a:lnTo>
                  <a:pt x="200025" y="361950"/>
                </a:lnTo>
                <a:lnTo>
                  <a:pt x="200025" y="371475"/>
                </a:lnTo>
                <a:lnTo>
                  <a:pt x="190500" y="371475"/>
                </a:lnTo>
                <a:close/>
                <a:moveTo>
                  <a:pt x="66675" y="371475"/>
                </a:moveTo>
                <a:lnTo>
                  <a:pt x="76200" y="371475"/>
                </a:lnTo>
                <a:lnTo>
                  <a:pt x="76200" y="381000"/>
                </a:lnTo>
                <a:lnTo>
                  <a:pt x="66675" y="381000"/>
                </a:lnTo>
                <a:close/>
                <a:moveTo>
                  <a:pt x="428625" y="371475"/>
                </a:moveTo>
                <a:lnTo>
                  <a:pt x="438150" y="371475"/>
                </a:lnTo>
                <a:lnTo>
                  <a:pt x="438150" y="381000"/>
                </a:lnTo>
                <a:lnTo>
                  <a:pt x="428625" y="381000"/>
                </a:lnTo>
                <a:close/>
                <a:moveTo>
                  <a:pt x="409575" y="381000"/>
                </a:moveTo>
                <a:lnTo>
                  <a:pt x="419100" y="381000"/>
                </a:lnTo>
                <a:lnTo>
                  <a:pt x="419100" y="390525"/>
                </a:lnTo>
                <a:lnTo>
                  <a:pt x="409575" y="390525"/>
                </a:lnTo>
                <a:close/>
                <a:moveTo>
                  <a:pt x="581025" y="381000"/>
                </a:moveTo>
                <a:lnTo>
                  <a:pt x="590550" y="381000"/>
                </a:lnTo>
                <a:lnTo>
                  <a:pt x="590550" y="390525"/>
                </a:lnTo>
                <a:lnTo>
                  <a:pt x="581025" y="390525"/>
                </a:lnTo>
                <a:close/>
                <a:moveTo>
                  <a:pt x="38100" y="400050"/>
                </a:moveTo>
                <a:lnTo>
                  <a:pt x="47625" y="400050"/>
                </a:lnTo>
                <a:lnTo>
                  <a:pt x="47625" y="409575"/>
                </a:lnTo>
                <a:lnTo>
                  <a:pt x="38100" y="409575"/>
                </a:lnTo>
                <a:close/>
                <a:moveTo>
                  <a:pt x="276225" y="400050"/>
                </a:moveTo>
                <a:lnTo>
                  <a:pt x="285750" y="400050"/>
                </a:lnTo>
                <a:lnTo>
                  <a:pt x="285750" y="409575"/>
                </a:lnTo>
                <a:lnTo>
                  <a:pt x="276225" y="409575"/>
                </a:lnTo>
                <a:close/>
                <a:moveTo>
                  <a:pt x="600075" y="400050"/>
                </a:moveTo>
                <a:lnTo>
                  <a:pt x="609600" y="400050"/>
                </a:lnTo>
                <a:lnTo>
                  <a:pt x="609600" y="409575"/>
                </a:lnTo>
                <a:lnTo>
                  <a:pt x="600075" y="409575"/>
                </a:lnTo>
                <a:close/>
                <a:moveTo>
                  <a:pt x="95250" y="409575"/>
                </a:moveTo>
                <a:lnTo>
                  <a:pt x="104775" y="409575"/>
                </a:lnTo>
                <a:lnTo>
                  <a:pt x="104775" y="419100"/>
                </a:lnTo>
                <a:lnTo>
                  <a:pt x="95250" y="419100"/>
                </a:lnTo>
                <a:close/>
                <a:moveTo>
                  <a:pt x="342900" y="419100"/>
                </a:moveTo>
                <a:lnTo>
                  <a:pt x="352425" y="419100"/>
                </a:lnTo>
                <a:lnTo>
                  <a:pt x="352425" y="428625"/>
                </a:lnTo>
                <a:lnTo>
                  <a:pt x="342900" y="428625"/>
                </a:lnTo>
                <a:close/>
                <a:moveTo>
                  <a:pt x="523875" y="419100"/>
                </a:moveTo>
                <a:lnTo>
                  <a:pt x="533400" y="419100"/>
                </a:lnTo>
                <a:lnTo>
                  <a:pt x="533400" y="428625"/>
                </a:lnTo>
                <a:lnTo>
                  <a:pt x="523875" y="428625"/>
                </a:lnTo>
                <a:close/>
                <a:moveTo>
                  <a:pt x="85725" y="428625"/>
                </a:moveTo>
                <a:lnTo>
                  <a:pt x="95250" y="428625"/>
                </a:lnTo>
                <a:lnTo>
                  <a:pt x="95250" y="438150"/>
                </a:lnTo>
                <a:lnTo>
                  <a:pt x="85725" y="438150"/>
                </a:lnTo>
                <a:close/>
                <a:moveTo>
                  <a:pt x="552450" y="428625"/>
                </a:moveTo>
                <a:lnTo>
                  <a:pt x="561975" y="428625"/>
                </a:lnTo>
                <a:lnTo>
                  <a:pt x="561975" y="438150"/>
                </a:lnTo>
                <a:lnTo>
                  <a:pt x="552450" y="438150"/>
                </a:lnTo>
                <a:close/>
                <a:moveTo>
                  <a:pt x="95250" y="438150"/>
                </a:moveTo>
                <a:lnTo>
                  <a:pt x="104775" y="438150"/>
                </a:lnTo>
                <a:lnTo>
                  <a:pt x="104775" y="495300"/>
                </a:lnTo>
                <a:lnTo>
                  <a:pt x="95250" y="495300"/>
                </a:lnTo>
                <a:close/>
                <a:moveTo>
                  <a:pt x="542925" y="438150"/>
                </a:moveTo>
                <a:lnTo>
                  <a:pt x="552450" y="438150"/>
                </a:lnTo>
                <a:lnTo>
                  <a:pt x="552450" y="514350"/>
                </a:lnTo>
                <a:lnTo>
                  <a:pt x="533400" y="514350"/>
                </a:lnTo>
                <a:lnTo>
                  <a:pt x="533400" y="447675"/>
                </a:lnTo>
                <a:lnTo>
                  <a:pt x="542925" y="447675"/>
                </a:lnTo>
                <a:close/>
                <a:moveTo>
                  <a:pt x="133350" y="447675"/>
                </a:moveTo>
                <a:lnTo>
                  <a:pt x="142875" y="447675"/>
                </a:lnTo>
                <a:lnTo>
                  <a:pt x="142875" y="457200"/>
                </a:lnTo>
                <a:lnTo>
                  <a:pt x="133350" y="457200"/>
                </a:lnTo>
                <a:close/>
                <a:moveTo>
                  <a:pt x="504825" y="447675"/>
                </a:moveTo>
                <a:lnTo>
                  <a:pt x="514350" y="447675"/>
                </a:lnTo>
                <a:lnTo>
                  <a:pt x="514350" y="457200"/>
                </a:lnTo>
                <a:lnTo>
                  <a:pt x="504825" y="457200"/>
                </a:lnTo>
                <a:close/>
                <a:moveTo>
                  <a:pt x="200025" y="457200"/>
                </a:moveTo>
                <a:lnTo>
                  <a:pt x="209550" y="457200"/>
                </a:lnTo>
                <a:lnTo>
                  <a:pt x="209550" y="466725"/>
                </a:lnTo>
                <a:lnTo>
                  <a:pt x="200025" y="466725"/>
                </a:lnTo>
                <a:close/>
                <a:moveTo>
                  <a:pt x="266700" y="457200"/>
                </a:moveTo>
                <a:lnTo>
                  <a:pt x="276225" y="457200"/>
                </a:lnTo>
                <a:lnTo>
                  <a:pt x="276225" y="466725"/>
                </a:lnTo>
                <a:lnTo>
                  <a:pt x="266700" y="466725"/>
                </a:lnTo>
                <a:close/>
                <a:moveTo>
                  <a:pt x="485775" y="457200"/>
                </a:moveTo>
                <a:lnTo>
                  <a:pt x="495300" y="457200"/>
                </a:lnTo>
                <a:lnTo>
                  <a:pt x="495300" y="466725"/>
                </a:lnTo>
                <a:lnTo>
                  <a:pt x="485775" y="466725"/>
                </a:lnTo>
                <a:close/>
                <a:moveTo>
                  <a:pt x="257175" y="466725"/>
                </a:moveTo>
                <a:lnTo>
                  <a:pt x="266700" y="466725"/>
                </a:lnTo>
                <a:lnTo>
                  <a:pt x="266700" y="476250"/>
                </a:lnTo>
                <a:lnTo>
                  <a:pt x="257175" y="476250"/>
                </a:lnTo>
                <a:close/>
                <a:moveTo>
                  <a:pt x="381000" y="466725"/>
                </a:moveTo>
                <a:lnTo>
                  <a:pt x="390525" y="466725"/>
                </a:lnTo>
                <a:lnTo>
                  <a:pt x="390525" y="476250"/>
                </a:lnTo>
                <a:lnTo>
                  <a:pt x="381000" y="476250"/>
                </a:lnTo>
                <a:close/>
                <a:moveTo>
                  <a:pt x="419100" y="466725"/>
                </a:moveTo>
                <a:lnTo>
                  <a:pt x="428625" y="466725"/>
                </a:lnTo>
                <a:lnTo>
                  <a:pt x="428625" y="476250"/>
                </a:lnTo>
                <a:lnTo>
                  <a:pt x="419100" y="476250"/>
                </a:lnTo>
                <a:close/>
                <a:moveTo>
                  <a:pt x="466725" y="466725"/>
                </a:moveTo>
                <a:lnTo>
                  <a:pt x="476250" y="466725"/>
                </a:lnTo>
                <a:lnTo>
                  <a:pt x="476250" y="476250"/>
                </a:lnTo>
                <a:lnTo>
                  <a:pt x="466725" y="476250"/>
                </a:lnTo>
                <a:close/>
                <a:moveTo>
                  <a:pt x="390525" y="476250"/>
                </a:moveTo>
                <a:lnTo>
                  <a:pt x="409575" y="476250"/>
                </a:lnTo>
                <a:lnTo>
                  <a:pt x="409575" y="485775"/>
                </a:lnTo>
                <a:lnTo>
                  <a:pt x="390525" y="485775"/>
                </a:lnTo>
                <a:close/>
                <a:moveTo>
                  <a:pt x="447675" y="476250"/>
                </a:moveTo>
                <a:lnTo>
                  <a:pt x="457200" y="476250"/>
                </a:lnTo>
                <a:lnTo>
                  <a:pt x="457200" y="485775"/>
                </a:lnTo>
                <a:lnTo>
                  <a:pt x="447675" y="485775"/>
                </a:lnTo>
                <a:close/>
                <a:moveTo>
                  <a:pt x="1095375" y="476250"/>
                </a:moveTo>
                <a:lnTo>
                  <a:pt x="1104900" y="476250"/>
                </a:lnTo>
                <a:lnTo>
                  <a:pt x="1104900" y="485775"/>
                </a:lnTo>
                <a:lnTo>
                  <a:pt x="1095375" y="485775"/>
                </a:lnTo>
                <a:close/>
                <a:moveTo>
                  <a:pt x="266700" y="485775"/>
                </a:moveTo>
                <a:lnTo>
                  <a:pt x="276225" y="485775"/>
                </a:lnTo>
                <a:lnTo>
                  <a:pt x="276225" y="495300"/>
                </a:lnTo>
                <a:lnTo>
                  <a:pt x="266700" y="495300"/>
                </a:lnTo>
                <a:close/>
                <a:moveTo>
                  <a:pt x="762000" y="485775"/>
                </a:moveTo>
                <a:lnTo>
                  <a:pt x="771525" y="485775"/>
                </a:lnTo>
                <a:lnTo>
                  <a:pt x="771525" y="495300"/>
                </a:lnTo>
                <a:lnTo>
                  <a:pt x="819150" y="495300"/>
                </a:lnTo>
                <a:lnTo>
                  <a:pt x="819150" y="485775"/>
                </a:lnTo>
                <a:lnTo>
                  <a:pt x="847725" y="485775"/>
                </a:lnTo>
                <a:lnTo>
                  <a:pt x="847725" y="495300"/>
                </a:lnTo>
                <a:lnTo>
                  <a:pt x="895350" y="495300"/>
                </a:lnTo>
                <a:lnTo>
                  <a:pt x="895350" y="504825"/>
                </a:lnTo>
                <a:lnTo>
                  <a:pt x="866775" y="504825"/>
                </a:lnTo>
                <a:lnTo>
                  <a:pt x="866775" y="514350"/>
                </a:lnTo>
                <a:lnTo>
                  <a:pt x="752475" y="514350"/>
                </a:lnTo>
                <a:lnTo>
                  <a:pt x="752475" y="504825"/>
                </a:lnTo>
                <a:lnTo>
                  <a:pt x="762000" y="504825"/>
                </a:lnTo>
                <a:close/>
                <a:moveTo>
                  <a:pt x="1009650" y="485775"/>
                </a:moveTo>
                <a:lnTo>
                  <a:pt x="1095375" y="485775"/>
                </a:lnTo>
                <a:lnTo>
                  <a:pt x="1095375" y="504825"/>
                </a:lnTo>
                <a:lnTo>
                  <a:pt x="1104900" y="504825"/>
                </a:lnTo>
                <a:lnTo>
                  <a:pt x="1104900" y="514350"/>
                </a:lnTo>
                <a:lnTo>
                  <a:pt x="1009650" y="514350"/>
                </a:lnTo>
                <a:lnTo>
                  <a:pt x="1009650" y="504825"/>
                </a:lnTo>
                <a:lnTo>
                  <a:pt x="914400" y="504825"/>
                </a:lnTo>
                <a:lnTo>
                  <a:pt x="914400" y="495300"/>
                </a:lnTo>
                <a:lnTo>
                  <a:pt x="1009650" y="495300"/>
                </a:lnTo>
                <a:close/>
                <a:moveTo>
                  <a:pt x="238125" y="495300"/>
                </a:moveTo>
                <a:lnTo>
                  <a:pt x="266700" y="495300"/>
                </a:lnTo>
                <a:lnTo>
                  <a:pt x="266700" y="504825"/>
                </a:lnTo>
                <a:lnTo>
                  <a:pt x="238125" y="504825"/>
                </a:lnTo>
                <a:close/>
                <a:moveTo>
                  <a:pt x="1133475" y="504825"/>
                </a:moveTo>
                <a:lnTo>
                  <a:pt x="1143000" y="504825"/>
                </a:lnTo>
                <a:lnTo>
                  <a:pt x="1143000" y="514350"/>
                </a:lnTo>
                <a:lnTo>
                  <a:pt x="1133475" y="514350"/>
                </a:lnTo>
                <a:close/>
                <a:moveTo>
                  <a:pt x="742950" y="514350"/>
                </a:moveTo>
                <a:lnTo>
                  <a:pt x="752475" y="514350"/>
                </a:lnTo>
                <a:lnTo>
                  <a:pt x="752475" y="523875"/>
                </a:lnTo>
                <a:lnTo>
                  <a:pt x="742950" y="523875"/>
                </a:lnTo>
                <a:close/>
                <a:moveTo>
                  <a:pt x="733425" y="523875"/>
                </a:moveTo>
                <a:lnTo>
                  <a:pt x="742950" y="523875"/>
                </a:lnTo>
                <a:lnTo>
                  <a:pt x="742950" y="542925"/>
                </a:lnTo>
                <a:lnTo>
                  <a:pt x="733425" y="542925"/>
                </a:lnTo>
                <a:close/>
                <a:moveTo>
                  <a:pt x="838200" y="542925"/>
                </a:moveTo>
                <a:lnTo>
                  <a:pt x="1085850" y="542925"/>
                </a:lnTo>
                <a:lnTo>
                  <a:pt x="1085850" y="561975"/>
                </a:lnTo>
                <a:lnTo>
                  <a:pt x="838200" y="561975"/>
                </a:lnTo>
                <a:close/>
                <a:moveTo>
                  <a:pt x="723900" y="552450"/>
                </a:moveTo>
                <a:lnTo>
                  <a:pt x="742950" y="552450"/>
                </a:lnTo>
                <a:lnTo>
                  <a:pt x="742950" y="581025"/>
                </a:lnTo>
                <a:lnTo>
                  <a:pt x="723900" y="581025"/>
                </a:lnTo>
                <a:close/>
                <a:moveTo>
                  <a:pt x="542925" y="561975"/>
                </a:moveTo>
                <a:lnTo>
                  <a:pt x="552450" y="561975"/>
                </a:lnTo>
                <a:lnTo>
                  <a:pt x="552450" y="571500"/>
                </a:lnTo>
                <a:lnTo>
                  <a:pt x="542925" y="571500"/>
                </a:lnTo>
                <a:close/>
                <a:moveTo>
                  <a:pt x="104775" y="571500"/>
                </a:moveTo>
                <a:lnTo>
                  <a:pt x="114300" y="571500"/>
                </a:lnTo>
                <a:lnTo>
                  <a:pt x="114300" y="581025"/>
                </a:lnTo>
                <a:lnTo>
                  <a:pt x="104775" y="581025"/>
                </a:lnTo>
                <a:close/>
                <a:moveTo>
                  <a:pt x="533400" y="571500"/>
                </a:moveTo>
                <a:lnTo>
                  <a:pt x="542925" y="571500"/>
                </a:lnTo>
                <a:lnTo>
                  <a:pt x="542925" y="581025"/>
                </a:lnTo>
                <a:lnTo>
                  <a:pt x="533400" y="581025"/>
                </a:lnTo>
                <a:close/>
                <a:moveTo>
                  <a:pt x="114300" y="581025"/>
                </a:moveTo>
                <a:lnTo>
                  <a:pt x="123825" y="581025"/>
                </a:lnTo>
                <a:lnTo>
                  <a:pt x="123825" y="590550"/>
                </a:lnTo>
                <a:lnTo>
                  <a:pt x="114300" y="590550"/>
                </a:lnTo>
                <a:close/>
                <a:moveTo>
                  <a:pt x="161925" y="581025"/>
                </a:moveTo>
                <a:lnTo>
                  <a:pt x="171450" y="581025"/>
                </a:lnTo>
                <a:lnTo>
                  <a:pt x="171450" y="590550"/>
                </a:lnTo>
                <a:lnTo>
                  <a:pt x="161925" y="590550"/>
                </a:lnTo>
                <a:close/>
                <a:moveTo>
                  <a:pt x="523875" y="581025"/>
                </a:moveTo>
                <a:lnTo>
                  <a:pt x="533400" y="581025"/>
                </a:lnTo>
                <a:lnTo>
                  <a:pt x="533400" y="590550"/>
                </a:lnTo>
                <a:lnTo>
                  <a:pt x="523875" y="590550"/>
                </a:lnTo>
                <a:close/>
                <a:moveTo>
                  <a:pt x="752475" y="581025"/>
                </a:moveTo>
                <a:lnTo>
                  <a:pt x="809625" y="581025"/>
                </a:lnTo>
                <a:lnTo>
                  <a:pt x="809625" y="600075"/>
                </a:lnTo>
                <a:lnTo>
                  <a:pt x="762000" y="600075"/>
                </a:lnTo>
                <a:lnTo>
                  <a:pt x="762000" y="590550"/>
                </a:lnTo>
                <a:lnTo>
                  <a:pt x="752475" y="590550"/>
                </a:lnTo>
                <a:close/>
                <a:moveTo>
                  <a:pt x="133350" y="590550"/>
                </a:moveTo>
                <a:lnTo>
                  <a:pt x="142875" y="590550"/>
                </a:lnTo>
                <a:lnTo>
                  <a:pt x="142875" y="600075"/>
                </a:lnTo>
                <a:lnTo>
                  <a:pt x="133350" y="600075"/>
                </a:lnTo>
                <a:close/>
                <a:moveTo>
                  <a:pt x="180975" y="590550"/>
                </a:moveTo>
                <a:lnTo>
                  <a:pt x="190500" y="590550"/>
                </a:lnTo>
                <a:lnTo>
                  <a:pt x="190500" y="600075"/>
                </a:lnTo>
                <a:lnTo>
                  <a:pt x="180975" y="600075"/>
                </a:lnTo>
                <a:close/>
                <a:moveTo>
                  <a:pt x="200025" y="600075"/>
                </a:moveTo>
                <a:lnTo>
                  <a:pt x="209550" y="600075"/>
                </a:lnTo>
                <a:lnTo>
                  <a:pt x="209550" y="609600"/>
                </a:lnTo>
                <a:lnTo>
                  <a:pt x="200025" y="609600"/>
                </a:lnTo>
                <a:close/>
                <a:moveTo>
                  <a:pt x="752475" y="600075"/>
                </a:moveTo>
                <a:lnTo>
                  <a:pt x="762000" y="600075"/>
                </a:lnTo>
                <a:lnTo>
                  <a:pt x="762000" y="609600"/>
                </a:lnTo>
                <a:lnTo>
                  <a:pt x="752475" y="609600"/>
                </a:lnTo>
                <a:close/>
                <a:moveTo>
                  <a:pt x="1095375" y="600075"/>
                </a:moveTo>
                <a:lnTo>
                  <a:pt x="1104900" y="600075"/>
                </a:lnTo>
                <a:lnTo>
                  <a:pt x="1104900" y="609600"/>
                </a:lnTo>
                <a:lnTo>
                  <a:pt x="1095375" y="609600"/>
                </a:lnTo>
                <a:close/>
                <a:moveTo>
                  <a:pt x="419100" y="609600"/>
                </a:moveTo>
                <a:lnTo>
                  <a:pt x="428625" y="609600"/>
                </a:lnTo>
                <a:lnTo>
                  <a:pt x="428625" y="619125"/>
                </a:lnTo>
                <a:lnTo>
                  <a:pt x="419100" y="619125"/>
                </a:lnTo>
                <a:close/>
                <a:moveTo>
                  <a:pt x="666750" y="619125"/>
                </a:moveTo>
                <a:lnTo>
                  <a:pt x="695325" y="619125"/>
                </a:lnTo>
                <a:lnTo>
                  <a:pt x="695325" y="657225"/>
                </a:lnTo>
                <a:lnTo>
                  <a:pt x="666750" y="657225"/>
                </a:lnTo>
                <a:close/>
                <a:moveTo>
                  <a:pt x="742950" y="619125"/>
                </a:moveTo>
                <a:lnTo>
                  <a:pt x="752475" y="619125"/>
                </a:lnTo>
                <a:lnTo>
                  <a:pt x="752475" y="628650"/>
                </a:lnTo>
                <a:lnTo>
                  <a:pt x="742950" y="628650"/>
                </a:lnTo>
                <a:close/>
                <a:moveTo>
                  <a:pt x="219075" y="628650"/>
                </a:moveTo>
                <a:lnTo>
                  <a:pt x="228600" y="628650"/>
                </a:lnTo>
                <a:lnTo>
                  <a:pt x="228600" y="638175"/>
                </a:lnTo>
                <a:lnTo>
                  <a:pt x="219075" y="638175"/>
                </a:lnTo>
                <a:close/>
                <a:moveTo>
                  <a:pt x="400050" y="638175"/>
                </a:moveTo>
                <a:lnTo>
                  <a:pt x="409575" y="638175"/>
                </a:lnTo>
                <a:lnTo>
                  <a:pt x="409575" y="647700"/>
                </a:lnTo>
                <a:lnTo>
                  <a:pt x="400050" y="647700"/>
                </a:lnTo>
                <a:close/>
                <a:moveTo>
                  <a:pt x="1123950" y="638175"/>
                </a:moveTo>
                <a:lnTo>
                  <a:pt x="1133475" y="638175"/>
                </a:lnTo>
                <a:lnTo>
                  <a:pt x="1133475" y="647700"/>
                </a:lnTo>
                <a:lnTo>
                  <a:pt x="1123950" y="647700"/>
                </a:lnTo>
                <a:close/>
                <a:moveTo>
                  <a:pt x="381000" y="647700"/>
                </a:moveTo>
                <a:lnTo>
                  <a:pt x="390525" y="647700"/>
                </a:lnTo>
                <a:lnTo>
                  <a:pt x="390525" y="657225"/>
                </a:lnTo>
                <a:lnTo>
                  <a:pt x="381000" y="657225"/>
                </a:lnTo>
                <a:close/>
                <a:moveTo>
                  <a:pt x="1162050" y="647700"/>
                </a:moveTo>
                <a:lnTo>
                  <a:pt x="1181100" y="647700"/>
                </a:lnTo>
                <a:lnTo>
                  <a:pt x="1181100" y="657225"/>
                </a:lnTo>
                <a:lnTo>
                  <a:pt x="1162050" y="657225"/>
                </a:lnTo>
                <a:close/>
                <a:moveTo>
                  <a:pt x="714375" y="657225"/>
                </a:moveTo>
                <a:lnTo>
                  <a:pt x="723900" y="657225"/>
                </a:lnTo>
                <a:lnTo>
                  <a:pt x="723900" y="666750"/>
                </a:lnTo>
                <a:lnTo>
                  <a:pt x="714375" y="666750"/>
                </a:lnTo>
                <a:close/>
                <a:moveTo>
                  <a:pt x="666750" y="666750"/>
                </a:moveTo>
                <a:lnTo>
                  <a:pt x="676275" y="666750"/>
                </a:lnTo>
                <a:lnTo>
                  <a:pt x="676275" y="676275"/>
                </a:lnTo>
                <a:lnTo>
                  <a:pt x="666750" y="676275"/>
                </a:lnTo>
                <a:close/>
                <a:moveTo>
                  <a:pt x="704850" y="666750"/>
                </a:moveTo>
                <a:lnTo>
                  <a:pt x="714375" y="666750"/>
                </a:lnTo>
                <a:lnTo>
                  <a:pt x="714375" y="676275"/>
                </a:lnTo>
                <a:lnTo>
                  <a:pt x="704850" y="676275"/>
                </a:lnTo>
                <a:close/>
                <a:moveTo>
                  <a:pt x="1152525" y="666750"/>
                </a:moveTo>
                <a:lnTo>
                  <a:pt x="1162050" y="666750"/>
                </a:lnTo>
                <a:lnTo>
                  <a:pt x="1162050" y="676275"/>
                </a:lnTo>
                <a:lnTo>
                  <a:pt x="1152525" y="676275"/>
                </a:lnTo>
                <a:close/>
                <a:moveTo>
                  <a:pt x="676275" y="676275"/>
                </a:moveTo>
                <a:lnTo>
                  <a:pt x="704850" y="676275"/>
                </a:lnTo>
                <a:lnTo>
                  <a:pt x="704850" y="685800"/>
                </a:lnTo>
                <a:lnTo>
                  <a:pt x="676275" y="685800"/>
                </a:lnTo>
                <a:close/>
              </a:path>
            </a:pathLst>
          </a:custGeom>
          <a:solidFill xmlns:a="http://schemas.openxmlformats.org/drawingml/2006/main">
            <a:srgbClr val="BBC1B5"/>
          </a:solidFill>
          <a:ln xmlns:a="http://schemas.openxmlformats.org/drawingml/2006/main" w="0">
            <a:noFill/>
          </a:ln>
        </p:spPr>
      </p:sp>
      <p:sp>
        <p:nvSpPr>
          <p:cNvPr id="116" name="v10 vector #a3ada1">
            <a:extLst xmlns:a="http://schemas.openxmlformats.org/drawingml/2006/main">
              <a:ext uri="{FF2B5EF4-FFF2-40B4-BE49-F238E27FC236}">
                <a16:creationId xmlns:a16="http://schemas.microsoft.com/office/drawing/2014/main" id="{252BDC13-16D2-46F2-BC43-EA19D30443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5350" y="3609975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723900" y="57150"/>
                </a:moveTo>
                <a:lnTo>
                  <a:pt x="742950" y="57150"/>
                </a:lnTo>
                <a:lnTo>
                  <a:pt x="742950" y="66675"/>
                </a:lnTo>
                <a:lnTo>
                  <a:pt x="723900" y="66675"/>
                </a:lnTo>
                <a:close/>
                <a:moveTo>
                  <a:pt x="1123950" y="57150"/>
                </a:moveTo>
                <a:lnTo>
                  <a:pt x="1143000" y="57150"/>
                </a:lnTo>
                <a:lnTo>
                  <a:pt x="1143000" y="66675"/>
                </a:lnTo>
                <a:lnTo>
                  <a:pt x="1123950" y="66675"/>
                </a:lnTo>
                <a:close/>
                <a:moveTo>
                  <a:pt x="714375" y="66675"/>
                </a:moveTo>
                <a:lnTo>
                  <a:pt x="723900" y="66675"/>
                </a:lnTo>
                <a:lnTo>
                  <a:pt x="723900" y="76200"/>
                </a:lnTo>
                <a:lnTo>
                  <a:pt x="714375" y="76200"/>
                </a:lnTo>
                <a:close/>
                <a:moveTo>
                  <a:pt x="1143000" y="66675"/>
                </a:moveTo>
                <a:lnTo>
                  <a:pt x="1162050" y="66675"/>
                </a:lnTo>
                <a:lnTo>
                  <a:pt x="1162050" y="76200"/>
                </a:lnTo>
                <a:lnTo>
                  <a:pt x="1143000" y="76200"/>
                </a:lnTo>
                <a:close/>
                <a:moveTo>
                  <a:pt x="1162050" y="76200"/>
                </a:moveTo>
                <a:lnTo>
                  <a:pt x="1171575" y="76200"/>
                </a:lnTo>
                <a:lnTo>
                  <a:pt x="1171575" y="85725"/>
                </a:lnTo>
                <a:lnTo>
                  <a:pt x="1162050" y="85725"/>
                </a:lnTo>
                <a:close/>
                <a:moveTo>
                  <a:pt x="676275" y="85725"/>
                </a:moveTo>
                <a:lnTo>
                  <a:pt x="685800" y="85725"/>
                </a:lnTo>
                <a:lnTo>
                  <a:pt x="685800" y="95250"/>
                </a:lnTo>
                <a:lnTo>
                  <a:pt x="676275" y="95250"/>
                </a:lnTo>
                <a:close/>
                <a:moveTo>
                  <a:pt x="666750" y="95250"/>
                </a:moveTo>
                <a:lnTo>
                  <a:pt x="676275" y="95250"/>
                </a:lnTo>
                <a:lnTo>
                  <a:pt x="676275" y="123825"/>
                </a:lnTo>
                <a:lnTo>
                  <a:pt x="695325" y="123825"/>
                </a:lnTo>
                <a:lnTo>
                  <a:pt x="695325" y="619125"/>
                </a:lnTo>
                <a:lnTo>
                  <a:pt x="666750" y="619125"/>
                </a:lnTo>
                <a:close/>
                <a:moveTo>
                  <a:pt x="1190625" y="104775"/>
                </a:moveTo>
                <a:lnTo>
                  <a:pt x="1200150" y="104775"/>
                </a:lnTo>
                <a:lnTo>
                  <a:pt x="1200150" y="666750"/>
                </a:lnTo>
                <a:lnTo>
                  <a:pt x="1190625" y="666750"/>
                </a:lnTo>
                <a:lnTo>
                  <a:pt x="1190625" y="676275"/>
                </a:lnTo>
                <a:lnTo>
                  <a:pt x="1162050" y="676275"/>
                </a:lnTo>
                <a:lnTo>
                  <a:pt x="1162050" y="666750"/>
                </a:lnTo>
                <a:lnTo>
                  <a:pt x="1181100" y="666750"/>
                </a:lnTo>
                <a:lnTo>
                  <a:pt x="1181100" y="114300"/>
                </a:lnTo>
                <a:lnTo>
                  <a:pt x="1190625" y="114300"/>
                </a:lnTo>
                <a:close/>
                <a:moveTo>
                  <a:pt x="1143000" y="114300"/>
                </a:moveTo>
                <a:lnTo>
                  <a:pt x="1152525" y="114300"/>
                </a:lnTo>
                <a:lnTo>
                  <a:pt x="1152525" y="123825"/>
                </a:lnTo>
                <a:lnTo>
                  <a:pt x="1162050" y="123825"/>
                </a:lnTo>
                <a:lnTo>
                  <a:pt x="1162050" y="276225"/>
                </a:lnTo>
                <a:lnTo>
                  <a:pt x="1152525" y="276225"/>
                </a:lnTo>
                <a:lnTo>
                  <a:pt x="1152525" y="266700"/>
                </a:lnTo>
                <a:lnTo>
                  <a:pt x="1133475" y="266700"/>
                </a:lnTo>
                <a:lnTo>
                  <a:pt x="1133475" y="257175"/>
                </a:lnTo>
                <a:lnTo>
                  <a:pt x="1123950" y="257175"/>
                </a:lnTo>
                <a:lnTo>
                  <a:pt x="1123950" y="247650"/>
                </a:lnTo>
                <a:lnTo>
                  <a:pt x="1143000" y="247650"/>
                </a:lnTo>
                <a:close/>
                <a:moveTo>
                  <a:pt x="238125" y="142875"/>
                </a:moveTo>
                <a:lnTo>
                  <a:pt x="257175" y="142875"/>
                </a:lnTo>
                <a:lnTo>
                  <a:pt x="257175" y="152400"/>
                </a:lnTo>
                <a:lnTo>
                  <a:pt x="238125" y="152400"/>
                </a:lnTo>
                <a:close/>
                <a:moveTo>
                  <a:pt x="219075" y="152400"/>
                </a:moveTo>
                <a:lnTo>
                  <a:pt x="238125" y="152400"/>
                </a:lnTo>
                <a:lnTo>
                  <a:pt x="238125" y="171450"/>
                </a:lnTo>
                <a:lnTo>
                  <a:pt x="228600" y="171450"/>
                </a:lnTo>
                <a:lnTo>
                  <a:pt x="228600" y="161925"/>
                </a:lnTo>
                <a:lnTo>
                  <a:pt x="219075" y="161925"/>
                </a:lnTo>
                <a:close/>
                <a:moveTo>
                  <a:pt x="409575" y="152400"/>
                </a:moveTo>
                <a:lnTo>
                  <a:pt x="428625" y="152400"/>
                </a:lnTo>
                <a:lnTo>
                  <a:pt x="428625" y="161925"/>
                </a:lnTo>
                <a:lnTo>
                  <a:pt x="419100" y="161925"/>
                </a:lnTo>
                <a:lnTo>
                  <a:pt x="419100" y="171450"/>
                </a:lnTo>
                <a:lnTo>
                  <a:pt x="409575" y="171450"/>
                </a:lnTo>
                <a:close/>
                <a:moveTo>
                  <a:pt x="180975" y="171450"/>
                </a:moveTo>
                <a:lnTo>
                  <a:pt x="190500" y="171450"/>
                </a:lnTo>
                <a:lnTo>
                  <a:pt x="190500" y="180975"/>
                </a:lnTo>
                <a:lnTo>
                  <a:pt x="200025" y="180975"/>
                </a:lnTo>
                <a:lnTo>
                  <a:pt x="200025" y="190500"/>
                </a:lnTo>
                <a:lnTo>
                  <a:pt x="180975" y="190500"/>
                </a:lnTo>
                <a:close/>
                <a:moveTo>
                  <a:pt x="457200" y="171450"/>
                </a:moveTo>
                <a:lnTo>
                  <a:pt x="466725" y="171450"/>
                </a:lnTo>
                <a:lnTo>
                  <a:pt x="466725" y="190500"/>
                </a:lnTo>
                <a:lnTo>
                  <a:pt x="447675" y="190500"/>
                </a:lnTo>
                <a:lnTo>
                  <a:pt x="447675" y="180975"/>
                </a:lnTo>
                <a:lnTo>
                  <a:pt x="457200" y="180975"/>
                </a:lnTo>
                <a:close/>
                <a:moveTo>
                  <a:pt x="152400" y="180975"/>
                </a:moveTo>
                <a:lnTo>
                  <a:pt x="171450" y="180975"/>
                </a:lnTo>
                <a:lnTo>
                  <a:pt x="171450" y="190500"/>
                </a:lnTo>
                <a:lnTo>
                  <a:pt x="180975" y="190500"/>
                </a:lnTo>
                <a:lnTo>
                  <a:pt x="180975" y="200025"/>
                </a:lnTo>
                <a:lnTo>
                  <a:pt x="161925" y="200025"/>
                </a:lnTo>
                <a:lnTo>
                  <a:pt x="161925" y="190500"/>
                </a:lnTo>
                <a:lnTo>
                  <a:pt x="152400" y="190500"/>
                </a:lnTo>
                <a:close/>
                <a:moveTo>
                  <a:pt x="285750" y="180975"/>
                </a:moveTo>
                <a:lnTo>
                  <a:pt x="295275" y="180975"/>
                </a:lnTo>
                <a:lnTo>
                  <a:pt x="295275" y="190500"/>
                </a:lnTo>
                <a:lnTo>
                  <a:pt x="285750" y="190500"/>
                </a:lnTo>
                <a:close/>
                <a:moveTo>
                  <a:pt x="352425" y="180975"/>
                </a:moveTo>
                <a:lnTo>
                  <a:pt x="361950" y="180975"/>
                </a:lnTo>
                <a:lnTo>
                  <a:pt x="361950" y="190500"/>
                </a:lnTo>
                <a:lnTo>
                  <a:pt x="352425" y="190500"/>
                </a:lnTo>
                <a:close/>
                <a:moveTo>
                  <a:pt x="476250" y="180975"/>
                </a:moveTo>
                <a:lnTo>
                  <a:pt x="495300" y="180975"/>
                </a:lnTo>
                <a:lnTo>
                  <a:pt x="495300" y="190500"/>
                </a:lnTo>
                <a:lnTo>
                  <a:pt x="485775" y="190500"/>
                </a:lnTo>
                <a:lnTo>
                  <a:pt x="485775" y="200025"/>
                </a:lnTo>
                <a:lnTo>
                  <a:pt x="476250" y="200025"/>
                </a:lnTo>
                <a:close/>
                <a:moveTo>
                  <a:pt x="276225" y="190500"/>
                </a:moveTo>
                <a:lnTo>
                  <a:pt x="285750" y="190500"/>
                </a:lnTo>
                <a:lnTo>
                  <a:pt x="285750" y="200025"/>
                </a:lnTo>
                <a:lnTo>
                  <a:pt x="276225" y="200025"/>
                </a:lnTo>
                <a:close/>
                <a:moveTo>
                  <a:pt x="295275" y="190500"/>
                </a:moveTo>
                <a:lnTo>
                  <a:pt x="304800" y="190500"/>
                </a:lnTo>
                <a:lnTo>
                  <a:pt x="304800" y="200025"/>
                </a:lnTo>
                <a:lnTo>
                  <a:pt x="295275" y="200025"/>
                </a:lnTo>
                <a:close/>
                <a:moveTo>
                  <a:pt x="342900" y="190500"/>
                </a:moveTo>
                <a:lnTo>
                  <a:pt x="352425" y="190500"/>
                </a:lnTo>
                <a:lnTo>
                  <a:pt x="352425" y="200025"/>
                </a:lnTo>
                <a:lnTo>
                  <a:pt x="342900" y="200025"/>
                </a:lnTo>
                <a:close/>
                <a:moveTo>
                  <a:pt x="361950" y="190500"/>
                </a:moveTo>
                <a:lnTo>
                  <a:pt x="371475" y="190500"/>
                </a:lnTo>
                <a:lnTo>
                  <a:pt x="371475" y="200025"/>
                </a:lnTo>
                <a:lnTo>
                  <a:pt x="361950" y="200025"/>
                </a:lnTo>
                <a:close/>
                <a:moveTo>
                  <a:pt x="285750" y="200025"/>
                </a:moveTo>
                <a:lnTo>
                  <a:pt x="295275" y="200025"/>
                </a:lnTo>
                <a:lnTo>
                  <a:pt x="295275" y="209550"/>
                </a:lnTo>
                <a:lnTo>
                  <a:pt x="285750" y="209550"/>
                </a:lnTo>
                <a:close/>
                <a:moveTo>
                  <a:pt x="333375" y="200025"/>
                </a:moveTo>
                <a:lnTo>
                  <a:pt x="342900" y="200025"/>
                </a:lnTo>
                <a:lnTo>
                  <a:pt x="342900" y="209550"/>
                </a:lnTo>
                <a:lnTo>
                  <a:pt x="333375" y="209550"/>
                </a:lnTo>
                <a:close/>
                <a:moveTo>
                  <a:pt x="352425" y="200025"/>
                </a:moveTo>
                <a:lnTo>
                  <a:pt x="361950" y="200025"/>
                </a:lnTo>
                <a:lnTo>
                  <a:pt x="361950" y="209550"/>
                </a:lnTo>
                <a:lnTo>
                  <a:pt x="352425" y="209550"/>
                </a:lnTo>
                <a:close/>
                <a:moveTo>
                  <a:pt x="523875" y="200025"/>
                </a:moveTo>
                <a:lnTo>
                  <a:pt x="542925" y="200025"/>
                </a:lnTo>
                <a:lnTo>
                  <a:pt x="542925" y="209550"/>
                </a:lnTo>
                <a:lnTo>
                  <a:pt x="533400" y="209550"/>
                </a:lnTo>
                <a:lnTo>
                  <a:pt x="533400" y="219075"/>
                </a:lnTo>
                <a:lnTo>
                  <a:pt x="514350" y="219075"/>
                </a:lnTo>
                <a:lnTo>
                  <a:pt x="514350" y="209550"/>
                </a:lnTo>
                <a:lnTo>
                  <a:pt x="523875" y="209550"/>
                </a:lnTo>
                <a:close/>
                <a:moveTo>
                  <a:pt x="323850" y="209550"/>
                </a:moveTo>
                <a:lnTo>
                  <a:pt x="333375" y="209550"/>
                </a:lnTo>
                <a:lnTo>
                  <a:pt x="333375" y="219075"/>
                </a:lnTo>
                <a:lnTo>
                  <a:pt x="323850" y="219075"/>
                </a:lnTo>
                <a:close/>
                <a:moveTo>
                  <a:pt x="57150" y="219075"/>
                </a:moveTo>
                <a:lnTo>
                  <a:pt x="66675" y="219075"/>
                </a:lnTo>
                <a:lnTo>
                  <a:pt x="66675" y="228600"/>
                </a:lnTo>
                <a:lnTo>
                  <a:pt x="57150" y="228600"/>
                </a:lnTo>
                <a:close/>
                <a:moveTo>
                  <a:pt x="104775" y="219075"/>
                </a:moveTo>
                <a:lnTo>
                  <a:pt x="114300" y="219075"/>
                </a:lnTo>
                <a:lnTo>
                  <a:pt x="114300" y="228600"/>
                </a:lnTo>
                <a:lnTo>
                  <a:pt x="104775" y="228600"/>
                </a:lnTo>
                <a:close/>
                <a:moveTo>
                  <a:pt x="342900" y="219075"/>
                </a:moveTo>
                <a:lnTo>
                  <a:pt x="352425" y="219075"/>
                </a:lnTo>
                <a:lnTo>
                  <a:pt x="352425" y="228600"/>
                </a:lnTo>
                <a:lnTo>
                  <a:pt x="342900" y="228600"/>
                </a:lnTo>
                <a:close/>
                <a:moveTo>
                  <a:pt x="571500" y="219075"/>
                </a:moveTo>
                <a:lnTo>
                  <a:pt x="590550" y="219075"/>
                </a:lnTo>
                <a:lnTo>
                  <a:pt x="590550" y="228600"/>
                </a:lnTo>
                <a:lnTo>
                  <a:pt x="581025" y="228600"/>
                </a:lnTo>
                <a:lnTo>
                  <a:pt x="581025" y="238125"/>
                </a:lnTo>
                <a:lnTo>
                  <a:pt x="561975" y="238125"/>
                </a:lnTo>
                <a:lnTo>
                  <a:pt x="561975" y="228600"/>
                </a:lnTo>
                <a:lnTo>
                  <a:pt x="571500" y="228600"/>
                </a:lnTo>
                <a:close/>
                <a:moveTo>
                  <a:pt x="47625" y="228600"/>
                </a:moveTo>
                <a:lnTo>
                  <a:pt x="57150" y="228600"/>
                </a:lnTo>
                <a:lnTo>
                  <a:pt x="57150" y="238125"/>
                </a:lnTo>
                <a:lnTo>
                  <a:pt x="47625" y="238125"/>
                </a:lnTo>
                <a:close/>
                <a:moveTo>
                  <a:pt x="590550" y="228600"/>
                </a:moveTo>
                <a:lnTo>
                  <a:pt x="600075" y="228600"/>
                </a:lnTo>
                <a:lnTo>
                  <a:pt x="600075" y="238125"/>
                </a:lnTo>
                <a:lnTo>
                  <a:pt x="590550" y="238125"/>
                </a:lnTo>
                <a:close/>
                <a:moveTo>
                  <a:pt x="742950" y="228600"/>
                </a:moveTo>
                <a:lnTo>
                  <a:pt x="752475" y="228600"/>
                </a:lnTo>
                <a:lnTo>
                  <a:pt x="752475" y="238125"/>
                </a:lnTo>
                <a:lnTo>
                  <a:pt x="742950" y="238125"/>
                </a:lnTo>
                <a:close/>
                <a:moveTo>
                  <a:pt x="38100" y="238125"/>
                </a:moveTo>
                <a:lnTo>
                  <a:pt x="47625" y="238125"/>
                </a:lnTo>
                <a:lnTo>
                  <a:pt x="47625" y="247650"/>
                </a:lnTo>
                <a:lnTo>
                  <a:pt x="66675" y="247650"/>
                </a:lnTo>
                <a:lnTo>
                  <a:pt x="66675" y="257175"/>
                </a:lnTo>
                <a:lnTo>
                  <a:pt x="76200" y="257175"/>
                </a:lnTo>
                <a:lnTo>
                  <a:pt x="76200" y="266700"/>
                </a:lnTo>
                <a:lnTo>
                  <a:pt x="66675" y="266700"/>
                </a:lnTo>
                <a:lnTo>
                  <a:pt x="66675" y="276225"/>
                </a:lnTo>
                <a:lnTo>
                  <a:pt x="57150" y="276225"/>
                </a:lnTo>
                <a:lnTo>
                  <a:pt x="57150" y="266700"/>
                </a:lnTo>
                <a:lnTo>
                  <a:pt x="47625" y="266700"/>
                </a:lnTo>
                <a:lnTo>
                  <a:pt x="47625" y="257175"/>
                </a:lnTo>
                <a:lnTo>
                  <a:pt x="38100" y="257175"/>
                </a:lnTo>
                <a:close/>
                <a:moveTo>
                  <a:pt x="276225" y="238125"/>
                </a:moveTo>
                <a:lnTo>
                  <a:pt x="285750" y="238125"/>
                </a:lnTo>
                <a:lnTo>
                  <a:pt x="285750" y="247650"/>
                </a:lnTo>
                <a:lnTo>
                  <a:pt x="276225" y="247650"/>
                </a:lnTo>
                <a:close/>
                <a:moveTo>
                  <a:pt x="600075" y="238125"/>
                </a:moveTo>
                <a:lnTo>
                  <a:pt x="609600" y="238125"/>
                </a:lnTo>
                <a:lnTo>
                  <a:pt x="609600" y="257175"/>
                </a:lnTo>
                <a:lnTo>
                  <a:pt x="600075" y="257175"/>
                </a:lnTo>
                <a:close/>
                <a:moveTo>
                  <a:pt x="762000" y="238125"/>
                </a:moveTo>
                <a:lnTo>
                  <a:pt x="771525" y="238125"/>
                </a:lnTo>
                <a:lnTo>
                  <a:pt x="771525" y="247650"/>
                </a:lnTo>
                <a:lnTo>
                  <a:pt x="762000" y="247650"/>
                </a:lnTo>
                <a:close/>
                <a:moveTo>
                  <a:pt x="752475" y="247650"/>
                </a:moveTo>
                <a:lnTo>
                  <a:pt x="762000" y="247650"/>
                </a:lnTo>
                <a:lnTo>
                  <a:pt x="762000" y="257175"/>
                </a:lnTo>
                <a:lnTo>
                  <a:pt x="752475" y="257175"/>
                </a:lnTo>
                <a:close/>
                <a:moveTo>
                  <a:pt x="742950" y="257175"/>
                </a:moveTo>
                <a:lnTo>
                  <a:pt x="752475" y="257175"/>
                </a:lnTo>
                <a:lnTo>
                  <a:pt x="752475" y="266700"/>
                </a:lnTo>
                <a:lnTo>
                  <a:pt x="742950" y="266700"/>
                </a:lnTo>
                <a:close/>
                <a:moveTo>
                  <a:pt x="209550" y="266700"/>
                </a:moveTo>
                <a:lnTo>
                  <a:pt x="219075" y="266700"/>
                </a:lnTo>
                <a:lnTo>
                  <a:pt x="219075" y="276225"/>
                </a:lnTo>
                <a:lnTo>
                  <a:pt x="209550" y="276225"/>
                </a:lnTo>
                <a:close/>
                <a:moveTo>
                  <a:pt x="428625" y="266700"/>
                </a:moveTo>
                <a:lnTo>
                  <a:pt x="438150" y="266700"/>
                </a:lnTo>
                <a:lnTo>
                  <a:pt x="438150" y="276225"/>
                </a:lnTo>
                <a:lnTo>
                  <a:pt x="428625" y="276225"/>
                </a:lnTo>
                <a:close/>
                <a:moveTo>
                  <a:pt x="561975" y="266700"/>
                </a:moveTo>
                <a:lnTo>
                  <a:pt x="571500" y="266700"/>
                </a:lnTo>
                <a:lnTo>
                  <a:pt x="571500" y="276225"/>
                </a:lnTo>
                <a:lnTo>
                  <a:pt x="561975" y="276225"/>
                </a:lnTo>
                <a:close/>
                <a:moveTo>
                  <a:pt x="733425" y="266700"/>
                </a:moveTo>
                <a:lnTo>
                  <a:pt x="742950" y="266700"/>
                </a:lnTo>
                <a:lnTo>
                  <a:pt x="742950" y="276225"/>
                </a:lnTo>
                <a:lnTo>
                  <a:pt x="733425" y="276225"/>
                </a:lnTo>
                <a:close/>
                <a:moveTo>
                  <a:pt x="457200" y="276225"/>
                </a:moveTo>
                <a:lnTo>
                  <a:pt x="466725" y="276225"/>
                </a:lnTo>
                <a:lnTo>
                  <a:pt x="466725" y="285750"/>
                </a:lnTo>
                <a:lnTo>
                  <a:pt x="457200" y="285750"/>
                </a:lnTo>
                <a:close/>
                <a:moveTo>
                  <a:pt x="723900" y="276225"/>
                </a:moveTo>
                <a:lnTo>
                  <a:pt x="733425" y="276225"/>
                </a:lnTo>
                <a:lnTo>
                  <a:pt x="733425" y="285750"/>
                </a:lnTo>
                <a:lnTo>
                  <a:pt x="723900" y="285750"/>
                </a:lnTo>
                <a:close/>
                <a:moveTo>
                  <a:pt x="1123950" y="276225"/>
                </a:moveTo>
                <a:lnTo>
                  <a:pt x="1133475" y="276225"/>
                </a:lnTo>
                <a:lnTo>
                  <a:pt x="1133475" y="295275"/>
                </a:lnTo>
                <a:lnTo>
                  <a:pt x="1143000" y="295275"/>
                </a:lnTo>
                <a:lnTo>
                  <a:pt x="1143000" y="342900"/>
                </a:lnTo>
                <a:lnTo>
                  <a:pt x="1162050" y="342900"/>
                </a:lnTo>
                <a:lnTo>
                  <a:pt x="1162050" y="533400"/>
                </a:lnTo>
                <a:lnTo>
                  <a:pt x="1152525" y="533400"/>
                </a:lnTo>
                <a:lnTo>
                  <a:pt x="1152525" y="523875"/>
                </a:lnTo>
                <a:lnTo>
                  <a:pt x="1133475" y="523875"/>
                </a:lnTo>
                <a:lnTo>
                  <a:pt x="1133475" y="514350"/>
                </a:lnTo>
                <a:lnTo>
                  <a:pt x="1143000" y="514350"/>
                </a:lnTo>
                <a:lnTo>
                  <a:pt x="1143000" y="352425"/>
                </a:lnTo>
                <a:lnTo>
                  <a:pt x="1123950" y="352425"/>
                </a:lnTo>
                <a:lnTo>
                  <a:pt x="1123950" y="342900"/>
                </a:lnTo>
                <a:lnTo>
                  <a:pt x="1133475" y="342900"/>
                </a:lnTo>
                <a:lnTo>
                  <a:pt x="1133475" y="333375"/>
                </a:lnTo>
                <a:lnTo>
                  <a:pt x="1123950" y="333375"/>
                </a:lnTo>
                <a:lnTo>
                  <a:pt x="1123950" y="323850"/>
                </a:lnTo>
                <a:lnTo>
                  <a:pt x="1133475" y="323850"/>
                </a:lnTo>
                <a:lnTo>
                  <a:pt x="1133475" y="304800"/>
                </a:lnTo>
                <a:lnTo>
                  <a:pt x="1038225" y="304800"/>
                </a:lnTo>
                <a:lnTo>
                  <a:pt x="1038225" y="285750"/>
                </a:lnTo>
                <a:lnTo>
                  <a:pt x="1123950" y="285750"/>
                </a:lnTo>
                <a:close/>
                <a:moveTo>
                  <a:pt x="161925" y="285750"/>
                </a:moveTo>
                <a:lnTo>
                  <a:pt x="171450" y="285750"/>
                </a:lnTo>
                <a:lnTo>
                  <a:pt x="171450" y="295275"/>
                </a:lnTo>
                <a:lnTo>
                  <a:pt x="161925" y="295275"/>
                </a:lnTo>
                <a:close/>
                <a:moveTo>
                  <a:pt x="476250" y="285750"/>
                </a:moveTo>
                <a:lnTo>
                  <a:pt x="485775" y="285750"/>
                </a:lnTo>
                <a:lnTo>
                  <a:pt x="485775" y="295275"/>
                </a:lnTo>
                <a:lnTo>
                  <a:pt x="476250" y="295275"/>
                </a:lnTo>
                <a:close/>
                <a:moveTo>
                  <a:pt x="142875" y="295275"/>
                </a:moveTo>
                <a:lnTo>
                  <a:pt x="152400" y="295275"/>
                </a:lnTo>
                <a:lnTo>
                  <a:pt x="152400" y="304800"/>
                </a:lnTo>
                <a:lnTo>
                  <a:pt x="142875" y="304800"/>
                </a:lnTo>
                <a:close/>
                <a:moveTo>
                  <a:pt x="85725" y="304800"/>
                </a:moveTo>
                <a:lnTo>
                  <a:pt x="95250" y="304800"/>
                </a:lnTo>
                <a:lnTo>
                  <a:pt x="95250" y="314325"/>
                </a:lnTo>
                <a:lnTo>
                  <a:pt x="85725" y="314325"/>
                </a:lnTo>
                <a:close/>
                <a:moveTo>
                  <a:pt x="114300" y="304800"/>
                </a:moveTo>
                <a:lnTo>
                  <a:pt x="133350" y="304800"/>
                </a:lnTo>
                <a:lnTo>
                  <a:pt x="133350" y="314325"/>
                </a:lnTo>
                <a:lnTo>
                  <a:pt x="114300" y="314325"/>
                </a:lnTo>
                <a:close/>
                <a:moveTo>
                  <a:pt x="552450" y="304800"/>
                </a:moveTo>
                <a:lnTo>
                  <a:pt x="561975" y="304800"/>
                </a:lnTo>
                <a:lnTo>
                  <a:pt x="561975" y="333375"/>
                </a:lnTo>
                <a:lnTo>
                  <a:pt x="552450" y="333375"/>
                </a:lnTo>
                <a:close/>
                <a:moveTo>
                  <a:pt x="1152525" y="304800"/>
                </a:moveTo>
                <a:lnTo>
                  <a:pt x="1162050" y="304800"/>
                </a:lnTo>
                <a:lnTo>
                  <a:pt x="1162050" y="323850"/>
                </a:lnTo>
                <a:lnTo>
                  <a:pt x="1152525" y="323850"/>
                </a:lnTo>
                <a:close/>
                <a:moveTo>
                  <a:pt x="723900" y="323850"/>
                </a:moveTo>
                <a:lnTo>
                  <a:pt x="733425" y="323850"/>
                </a:lnTo>
                <a:lnTo>
                  <a:pt x="733425" y="342900"/>
                </a:lnTo>
                <a:lnTo>
                  <a:pt x="723900" y="342900"/>
                </a:lnTo>
                <a:close/>
                <a:moveTo>
                  <a:pt x="762000" y="323850"/>
                </a:moveTo>
                <a:lnTo>
                  <a:pt x="1104900" y="323850"/>
                </a:lnTo>
                <a:lnTo>
                  <a:pt x="1104900" y="333375"/>
                </a:lnTo>
                <a:lnTo>
                  <a:pt x="1095375" y="333375"/>
                </a:lnTo>
                <a:lnTo>
                  <a:pt x="1095375" y="342900"/>
                </a:lnTo>
                <a:lnTo>
                  <a:pt x="762000" y="342900"/>
                </a:lnTo>
                <a:close/>
                <a:moveTo>
                  <a:pt x="152400" y="342900"/>
                </a:moveTo>
                <a:lnTo>
                  <a:pt x="161925" y="342900"/>
                </a:lnTo>
                <a:lnTo>
                  <a:pt x="161925" y="352425"/>
                </a:lnTo>
                <a:lnTo>
                  <a:pt x="152400" y="352425"/>
                </a:lnTo>
                <a:close/>
                <a:moveTo>
                  <a:pt x="485775" y="342900"/>
                </a:moveTo>
                <a:lnTo>
                  <a:pt x="495300" y="342900"/>
                </a:lnTo>
                <a:lnTo>
                  <a:pt x="495300" y="352425"/>
                </a:lnTo>
                <a:lnTo>
                  <a:pt x="485775" y="352425"/>
                </a:lnTo>
                <a:close/>
                <a:moveTo>
                  <a:pt x="714375" y="342900"/>
                </a:moveTo>
                <a:lnTo>
                  <a:pt x="723900" y="342900"/>
                </a:lnTo>
                <a:lnTo>
                  <a:pt x="723900" y="352425"/>
                </a:lnTo>
                <a:lnTo>
                  <a:pt x="714375" y="352425"/>
                </a:lnTo>
                <a:close/>
                <a:moveTo>
                  <a:pt x="733425" y="342900"/>
                </a:moveTo>
                <a:lnTo>
                  <a:pt x="742950" y="342900"/>
                </a:lnTo>
                <a:lnTo>
                  <a:pt x="742950" y="352425"/>
                </a:lnTo>
                <a:lnTo>
                  <a:pt x="733425" y="352425"/>
                </a:lnTo>
                <a:close/>
                <a:moveTo>
                  <a:pt x="752475" y="342900"/>
                </a:moveTo>
                <a:lnTo>
                  <a:pt x="762000" y="342900"/>
                </a:lnTo>
                <a:lnTo>
                  <a:pt x="762000" y="352425"/>
                </a:lnTo>
                <a:lnTo>
                  <a:pt x="752475" y="352425"/>
                </a:lnTo>
                <a:close/>
                <a:moveTo>
                  <a:pt x="1095375" y="342900"/>
                </a:moveTo>
                <a:lnTo>
                  <a:pt x="1104900" y="342900"/>
                </a:lnTo>
                <a:lnTo>
                  <a:pt x="1104900" y="352425"/>
                </a:lnTo>
                <a:lnTo>
                  <a:pt x="1095375" y="352425"/>
                </a:lnTo>
                <a:close/>
                <a:moveTo>
                  <a:pt x="466725" y="352425"/>
                </a:moveTo>
                <a:lnTo>
                  <a:pt x="476250" y="352425"/>
                </a:lnTo>
                <a:lnTo>
                  <a:pt x="476250" y="361950"/>
                </a:lnTo>
                <a:lnTo>
                  <a:pt x="466725" y="361950"/>
                </a:lnTo>
                <a:close/>
                <a:moveTo>
                  <a:pt x="447675" y="361950"/>
                </a:moveTo>
                <a:lnTo>
                  <a:pt x="457200" y="361950"/>
                </a:lnTo>
                <a:lnTo>
                  <a:pt x="457200" y="371475"/>
                </a:lnTo>
                <a:lnTo>
                  <a:pt x="447675" y="371475"/>
                </a:lnTo>
                <a:close/>
                <a:moveTo>
                  <a:pt x="57150" y="381000"/>
                </a:moveTo>
                <a:lnTo>
                  <a:pt x="66675" y="381000"/>
                </a:lnTo>
                <a:lnTo>
                  <a:pt x="66675" y="390525"/>
                </a:lnTo>
                <a:lnTo>
                  <a:pt x="57150" y="390525"/>
                </a:lnTo>
                <a:close/>
                <a:moveTo>
                  <a:pt x="238125" y="381000"/>
                </a:moveTo>
                <a:lnTo>
                  <a:pt x="247650" y="381000"/>
                </a:lnTo>
                <a:lnTo>
                  <a:pt x="247650" y="390525"/>
                </a:lnTo>
                <a:lnTo>
                  <a:pt x="238125" y="390525"/>
                </a:lnTo>
                <a:close/>
                <a:moveTo>
                  <a:pt x="257175" y="390525"/>
                </a:moveTo>
                <a:lnTo>
                  <a:pt x="266700" y="390525"/>
                </a:lnTo>
                <a:lnTo>
                  <a:pt x="266700" y="400050"/>
                </a:lnTo>
                <a:lnTo>
                  <a:pt x="257175" y="400050"/>
                </a:lnTo>
                <a:close/>
                <a:moveTo>
                  <a:pt x="381000" y="390525"/>
                </a:moveTo>
                <a:lnTo>
                  <a:pt x="390525" y="390525"/>
                </a:lnTo>
                <a:lnTo>
                  <a:pt x="390525" y="400050"/>
                </a:lnTo>
                <a:lnTo>
                  <a:pt x="381000" y="400050"/>
                </a:lnTo>
                <a:close/>
                <a:moveTo>
                  <a:pt x="581025" y="390525"/>
                </a:moveTo>
                <a:lnTo>
                  <a:pt x="590550" y="390525"/>
                </a:lnTo>
                <a:lnTo>
                  <a:pt x="590550" y="400050"/>
                </a:lnTo>
                <a:lnTo>
                  <a:pt x="581025" y="400050"/>
                </a:lnTo>
                <a:close/>
                <a:moveTo>
                  <a:pt x="361950" y="400050"/>
                </a:moveTo>
                <a:lnTo>
                  <a:pt x="371475" y="400050"/>
                </a:lnTo>
                <a:lnTo>
                  <a:pt x="371475" y="409575"/>
                </a:lnTo>
                <a:lnTo>
                  <a:pt x="361950" y="409575"/>
                </a:lnTo>
                <a:close/>
                <a:moveTo>
                  <a:pt x="571500" y="400050"/>
                </a:moveTo>
                <a:lnTo>
                  <a:pt x="581025" y="400050"/>
                </a:lnTo>
                <a:lnTo>
                  <a:pt x="581025" y="409575"/>
                </a:lnTo>
                <a:lnTo>
                  <a:pt x="571500" y="409575"/>
                </a:lnTo>
                <a:close/>
                <a:moveTo>
                  <a:pt x="581025" y="409575"/>
                </a:moveTo>
                <a:lnTo>
                  <a:pt x="590550" y="409575"/>
                </a:lnTo>
                <a:lnTo>
                  <a:pt x="590550" y="419100"/>
                </a:lnTo>
                <a:lnTo>
                  <a:pt x="581025" y="419100"/>
                </a:lnTo>
                <a:close/>
                <a:moveTo>
                  <a:pt x="114300" y="419100"/>
                </a:moveTo>
                <a:lnTo>
                  <a:pt x="123825" y="419100"/>
                </a:lnTo>
                <a:lnTo>
                  <a:pt x="123825" y="428625"/>
                </a:lnTo>
                <a:lnTo>
                  <a:pt x="114300" y="428625"/>
                </a:lnTo>
                <a:close/>
                <a:moveTo>
                  <a:pt x="133350" y="428625"/>
                </a:moveTo>
                <a:lnTo>
                  <a:pt x="142875" y="428625"/>
                </a:lnTo>
                <a:lnTo>
                  <a:pt x="142875" y="438150"/>
                </a:lnTo>
                <a:lnTo>
                  <a:pt x="133350" y="438150"/>
                </a:lnTo>
                <a:close/>
                <a:moveTo>
                  <a:pt x="295275" y="428625"/>
                </a:moveTo>
                <a:lnTo>
                  <a:pt x="304800" y="428625"/>
                </a:lnTo>
                <a:lnTo>
                  <a:pt x="304800" y="438150"/>
                </a:lnTo>
                <a:lnTo>
                  <a:pt x="295275" y="438150"/>
                </a:lnTo>
                <a:close/>
                <a:moveTo>
                  <a:pt x="504825" y="428625"/>
                </a:moveTo>
                <a:lnTo>
                  <a:pt x="523875" y="428625"/>
                </a:lnTo>
                <a:lnTo>
                  <a:pt x="523875" y="447675"/>
                </a:lnTo>
                <a:lnTo>
                  <a:pt x="514350" y="447675"/>
                </a:lnTo>
                <a:lnTo>
                  <a:pt x="514350" y="438150"/>
                </a:lnTo>
                <a:lnTo>
                  <a:pt x="504825" y="438150"/>
                </a:lnTo>
                <a:close/>
                <a:moveTo>
                  <a:pt x="285750" y="438150"/>
                </a:moveTo>
                <a:lnTo>
                  <a:pt x="295275" y="438150"/>
                </a:lnTo>
                <a:lnTo>
                  <a:pt x="295275" y="447675"/>
                </a:lnTo>
                <a:lnTo>
                  <a:pt x="285750" y="447675"/>
                </a:lnTo>
                <a:close/>
                <a:moveTo>
                  <a:pt x="485775" y="438150"/>
                </a:moveTo>
                <a:lnTo>
                  <a:pt x="504825" y="438150"/>
                </a:lnTo>
                <a:lnTo>
                  <a:pt x="504825" y="457200"/>
                </a:lnTo>
                <a:lnTo>
                  <a:pt x="495300" y="457200"/>
                </a:lnTo>
                <a:lnTo>
                  <a:pt x="495300" y="447675"/>
                </a:lnTo>
                <a:lnTo>
                  <a:pt x="485775" y="447675"/>
                </a:lnTo>
                <a:close/>
                <a:moveTo>
                  <a:pt x="104775" y="447675"/>
                </a:moveTo>
                <a:lnTo>
                  <a:pt x="114300" y="447675"/>
                </a:lnTo>
                <a:lnTo>
                  <a:pt x="114300" y="457200"/>
                </a:lnTo>
                <a:lnTo>
                  <a:pt x="123825" y="457200"/>
                </a:lnTo>
                <a:lnTo>
                  <a:pt x="123825" y="447675"/>
                </a:lnTo>
                <a:lnTo>
                  <a:pt x="133350" y="447675"/>
                </a:lnTo>
                <a:lnTo>
                  <a:pt x="133350" y="457200"/>
                </a:lnTo>
                <a:lnTo>
                  <a:pt x="123825" y="457200"/>
                </a:lnTo>
                <a:lnTo>
                  <a:pt x="123825" y="561975"/>
                </a:lnTo>
                <a:lnTo>
                  <a:pt x="104775" y="561975"/>
                </a:lnTo>
                <a:close/>
                <a:moveTo>
                  <a:pt x="276225" y="447675"/>
                </a:moveTo>
                <a:lnTo>
                  <a:pt x="285750" y="447675"/>
                </a:lnTo>
                <a:lnTo>
                  <a:pt x="285750" y="457200"/>
                </a:lnTo>
                <a:lnTo>
                  <a:pt x="276225" y="457200"/>
                </a:lnTo>
                <a:close/>
                <a:moveTo>
                  <a:pt x="295275" y="447675"/>
                </a:moveTo>
                <a:lnTo>
                  <a:pt x="304800" y="447675"/>
                </a:lnTo>
                <a:lnTo>
                  <a:pt x="304800" y="457200"/>
                </a:lnTo>
                <a:lnTo>
                  <a:pt x="295275" y="457200"/>
                </a:lnTo>
                <a:close/>
                <a:moveTo>
                  <a:pt x="333375" y="447675"/>
                </a:moveTo>
                <a:lnTo>
                  <a:pt x="352425" y="447675"/>
                </a:lnTo>
                <a:lnTo>
                  <a:pt x="352425" y="457200"/>
                </a:lnTo>
                <a:lnTo>
                  <a:pt x="333375" y="457200"/>
                </a:lnTo>
                <a:close/>
                <a:moveTo>
                  <a:pt x="466725" y="447675"/>
                </a:moveTo>
                <a:lnTo>
                  <a:pt x="485775" y="447675"/>
                </a:lnTo>
                <a:lnTo>
                  <a:pt x="485775" y="466725"/>
                </a:lnTo>
                <a:lnTo>
                  <a:pt x="476250" y="466725"/>
                </a:lnTo>
                <a:lnTo>
                  <a:pt x="476250" y="457200"/>
                </a:lnTo>
                <a:lnTo>
                  <a:pt x="466725" y="457200"/>
                </a:lnTo>
                <a:close/>
                <a:moveTo>
                  <a:pt x="523875" y="447675"/>
                </a:moveTo>
                <a:lnTo>
                  <a:pt x="533400" y="447675"/>
                </a:lnTo>
                <a:lnTo>
                  <a:pt x="533400" y="457200"/>
                </a:lnTo>
                <a:lnTo>
                  <a:pt x="523875" y="457200"/>
                </a:lnTo>
                <a:close/>
                <a:moveTo>
                  <a:pt x="371475" y="457200"/>
                </a:moveTo>
                <a:lnTo>
                  <a:pt x="381000" y="457200"/>
                </a:lnTo>
                <a:lnTo>
                  <a:pt x="381000" y="466725"/>
                </a:lnTo>
                <a:lnTo>
                  <a:pt x="371475" y="466725"/>
                </a:lnTo>
                <a:close/>
                <a:moveTo>
                  <a:pt x="209550" y="466725"/>
                </a:moveTo>
                <a:lnTo>
                  <a:pt x="228600" y="466725"/>
                </a:lnTo>
                <a:lnTo>
                  <a:pt x="228600" y="476250"/>
                </a:lnTo>
                <a:lnTo>
                  <a:pt x="219075" y="476250"/>
                </a:lnTo>
                <a:lnTo>
                  <a:pt x="219075" y="485775"/>
                </a:lnTo>
                <a:lnTo>
                  <a:pt x="200025" y="485775"/>
                </a:lnTo>
                <a:lnTo>
                  <a:pt x="200025" y="476250"/>
                </a:lnTo>
                <a:lnTo>
                  <a:pt x="209550" y="476250"/>
                </a:lnTo>
                <a:close/>
                <a:moveTo>
                  <a:pt x="228600" y="476250"/>
                </a:moveTo>
                <a:lnTo>
                  <a:pt x="257175" y="476250"/>
                </a:lnTo>
                <a:lnTo>
                  <a:pt x="257175" y="485775"/>
                </a:lnTo>
                <a:lnTo>
                  <a:pt x="238125" y="485775"/>
                </a:lnTo>
                <a:lnTo>
                  <a:pt x="238125" y="495300"/>
                </a:lnTo>
                <a:lnTo>
                  <a:pt x="219075" y="495300"/>
                </a:lnTo>
                <a:lnTo>
                  <a:pt x="219075" y="485775"/>
                </a:lnTo>
                <a:lnTo>
                  <a:pt x="228600" y="485775"/>
                </a:lnTo>
                <a:close/>
                <a:moveTo>
                  <a:pt x="409575" y="476250"/>
                </a:moveTo>
                <a:lnTo>
                  <a:pt x="419100" y="476250"/>
                </a:lnTo>
                <a:lnTo>
                  <a:pt x="419100" y="485775"/>
                </a:lnTo>
                <a:lnTo>
                  <a:pt x="428625" y="485775"/>
                </a:lnTo>
                <a:lnTo>
                  <a:pt x="428625" y="495300"/>
                </a:lnTo>
                <a:lnTo>
                  <a:pt x="409575" y="495300"/>
                </a:lnTo>
                <a:close/>
                <a:moveTo>
                  <a:pt x="742950" y="485775"/>
                </a:moveTo>
                <a:lnTo>
                  <a:pt x="752475" y="485775"/>
                </a:lnTo>
                <a:lnTo>
                  <a:pt x="752475" y="495300"/>
                </a:lnTo>
                <a:lnTo>
                  <a:pt x="742950" y="495300"/>
                </a:lnTo>
                <a:close/>
                <a:moveTo>
                  <a:pt x="390525" y="495300"/>
                </a:moveTo>
                <a:lnTo>
                  <a:pt x="409575" y="495300"/>
                </a:lnTo>
                <a:lnTo>
                  <a:pt x="409575" y="504825"/>
                </a:lnTo>
                <a:lnTo>
                  <a:pt x="390525" y="504825"/>
                </a:lnTo>
                <a:close/>
                <a:moveTo>
                  <a:pt x="733425" y="495300"/>
                </a:moveTo>
                <a:lnTo>
                  <a:pt x="742950" y="495300"/>
                </a:lnTo>
                <a:lnTo>
                  <a:pt x="742950" y="504825"/>
                </a:lnTo>
                <a:lnTo>
                  <a:pt x="733425" y="504825"/>
                </a:lnTo>
                <a:close/>
                <a:moveTo>
                  <a:pt x="1095375" y="495300"/>
                </a:moveTo>
                <a:lnTo>
                  <a:pt x="1104900" y="495300"/>
                </a:lnTo>
                <a:lnTo>
                  <a:pt x="1104900" y="504825"/>
                </a:lnTo>
                <a:lnTo>
                  <a:pt x="1095375" y="504825"/>
                </a:lnTo>
                <a:close/>
                <a:moveTo>
                  <a:pt x="533400" y="514350"/>
                </a:moveTo>
                <a:lnTo>
                  <a:pt x="552450" y="514350"/>
                </a:lnTo>
                <a:lnTo>
                  <a:pt x="552450" y="561975"/>
                </a:lnTo>
                <a:lnTo>
                  <a:pt x="542925" y="561975"/>
                </a:lnTo>
                <a:lnTo>
                  <a:pt x="542925" y="571500"/>
                </a:lnTo>
                <a:lnTo>
                  <a:pt x="533400" y="571500"/>
                </a:lnTo>
                <a:close/>
                <a:moveTo>
                  <a:pt x="723900" y="533400"/>
                </a:moveTo>
                <a:lnTo>
                  <a:pt x="733425" y="533400"/>
                </a:lnTo>
                <a:lnTo>
                  <a:pt x="733425" y="542925"/>
                </a:lnTo>
                <a:lnTo>
                  <a:pt x="723900" y="542925"/>
                </a:lnTo>
                <a:close/>
                <a:moveTo>
                  <a:pt x="1123950" y="533400"/>
                </a:moveTo>
                <a:lnTo>
                  <a:pt x="1133475" y="533400"/>
                </a:lnTo>
                <a:lnTo>
                  <a:pt x="1133475" y="552450"/>
                </a:lnTo>
                <a:lnTo>
                  <a:pt x="1143000" y="552450"/>
                </a:lnTo>
                <a:lnTo>
                  <a:pt x="1143000" y="600075"/>
                </a:lnTo>
                <a:lnTo>
                  <a:pt x="1162050" y="600075"/>
                </a:lnTo>
                <a:lnTo>
                  <a:pt x="1162050" y="638175"/>
                </a:lnTo>
                <a:lnTo>
                  <a:pt x="1152525" y="638175"/>
                </a:lnTo>
                <a:lnTo>
                  <a:pt x="1152525" y="628650"/>
                </a:lnTo>
                <a:lnTo>
                  <a:pt x="1133475" y="628650"/>
                </a:lnTo>
                <a:lnTo>
                  <a:pt x="1133475" y="619125"/>
                </a:lnTo>
                <a:lnTo>
                  <a:pt x="1123950" y="619125"/>
                </a:lnTo>
                <a:lnTo>
                  <a:pt x="1123950" y="600075"/>
                </a:lnTo>
                <a:lnTo>
                  <a:pt x="1133475" y="600075"/>
                </a:lnTo>
                <a:lnTo>
                  <a:pt x="1133475" y="590550"/>
                </a:lnTo>
                <a:lnTo>
                  <a:pt x="1123950" y="590550"/>
                </a:lnTo>
                <a:lnTo>
                  <a:pt x="1123950" y="581025"/>
                </a:lnTo>
                <a:lnTo>
                  <a:pt x="1133475" y="581025"/>
                </a:lnTo>
                <a:lnTo>
                  <a:pt x="1133475" y="561975"/>
                </a:lnTo>
                <a:lnTo>
                  <a:pt x="1085850" y="561975"/>
                </a:lnTo>
                <a:lnTo>
                  <a:pt x="1085850" y="542925"/>
                </a:lnTo>
                <a:lnTo>
                  <a:pt x="1123950" y="542925"/>
                </a:lnTo>
                <a:close/>
                <a:moveTo>
                  <a:pt x="733425" y="542925"/>
                </a:moveTo>
                <a:lnTo>
                  <a:pt x="838200" y="542925"/>
                </a:lnTo>
                <a:lnTo>
                  <a:pt x="838200" y="561975"/>
                </a:lnTo>
                <a:lnTo>
                  <a:pt x="742950" y="561975"/>
                </a:lnTo>
                <a:lnTo>
                  <a:pt x="742950" y="552450"/>
                </a:lnTo>
                <a:lnTo>
                  <a:pt x="733425" y="552450"/>
                </a:lnTo>
                <a:close/>
                <a:moveTo>
                  <a:pt x="123825" y="561975"/>
                </a:moveTo>
                <a:lnTo>
                  <a:pt x="133350" y="561975"/>
                </a:lnTo>
                <a:lnTo>
                  <a:pt x="133350" y="571500"/>
                </a:lnTo>
                <a:lnTo>
                  <a:pt x="123825" y="571500"/>
                </a:lnTo>
                <a:close/>
                <a:moveTo>
                  <a:pt x="1152525" y="561975"/>
                </a:moveTo>
                <a:lnTo>
                  <a:pt x="1162050" y="561975"/>
                </a:lnTo>
                <a:lnTo>
                  <a:pt x="1162050" y="581025"/>
                </a:lnTo>
                <a:lnTo>
                  <a:pt x="1152525" y="581025"/>
                </a:lnTo>
                <a:close/>
                <a:moveTo>
                  <a:pt x="504825" y="571500"/>
                </a:moveTo>
                <a:lnTo>
                  <a:pt x="523875" y="571500"/>
                </a:lnTo>
                <a:lnTo>
                  <a:pt x="523875" y="590550"/>
                </a:lnTo>
                <a:lnTo>
                  <a:pt x="514350" y="590550"/>
                </a:lnTo>
                <a:lnTo>
                  <a:pt x="514350" y="581025"/>
                </a:lnTo>
                <a:lnTo>
                  <a:pt x="504825" y="581025"/>
                </a:lnTo>
                <a:close/>
                <a:moveTo>
                  <a:pt x="485775" y="581025"/>
                </a:moveTo>
                <a:lnTo>
                  <a:pt x="504825" y="581025"/>
                </a:lnTo>
                <a:lnTo>
                  <a:pt x="504825" y="600075"/>
                </a:lnTo>
                <a:lnTo>
                  <a:pt x="495300" y="600075"/>
                </a:lnTo>
                <a:lnTo>
                  <a:pt x="495300" y="590550"/>
                </a:lnTo>
                <a:lnTo>
                  <a:pt x="485775" y="590550"/>
                </a:lnTo>
                <a:close/>
                <a:moveTo>
                  <a:pt x="723900" y="581025"/>
                </a:moveTo>
                <a:lnTo>
                  <a:pt x="733425" y="581025"/>
                </a:lnTo>
                <a:lnTo>
                  <a:pt x="733425" y="590550"/>
                </a:lnTo>
                <a:lnTo>
                  <a:pt x="723900" y="590550"/>
                </a:lnTo>
                <a:close/>
                <a:moveTo>
                  <a:pt x="809625" y="581025"/>
                </a:moveTo>
                <a:lnTo>
                  <a:pt x="1104900" y="581025"/>
                </a:lnTo>
                <a:lnTo>
                  <a:pt x="1104900" y="590550"/>
                </a:lnTo>
                <a:lnTo>
                  <a:pt x="1095375" y="590550"/>
                </a:lnTo>
                <a:lnTo>
                  <a:pt x="1095375" y="600075"/>
                </a:lnTo>
                <a:lnTo>
                  <a:pt x="809625" y="600075"/>
                </a:lnTo>
                <a:close/>
                <a:moveTo>
                  <a:pt x="190500" y="600075"/>
                </a:moveTo>
                <a:lnTo>
                  <a:pt x="200025" y="600075"/>
                </a:lnTo>
                <a:lnTo>
                  <a:pt x="200025" y="619125"/>
                </a:lnTo>
                <a:lnTo>
                  <a:pt x="180975" y="619125"/>
                </a:lnTo>
                <a:lnTo>
                  <a:pt x="180975" y="609600"/>
                </a:lnTo>
                <a:lnTo>
                  <a:pt x="190500" y="609600"/>
                </a:lnTo>
                <a:close/>
                <a:moveTo>
                  <a:pt x="714375" y="600075"/>
                </a:moveTo>
                <a:lnTo>
                  <a:pt x="733425" y="600075"/>
                </a:lnTo>
                <a:lnTo>
                  <a:pt x="733425" y="609600"/>
                </a:lnTo>
                <a:lnTo>
                  <a:pt x="714375" y="609600"/>
                </a:lnTo>
                <a:close/>
                <a:moveTo>
                  <a:pt x="209550" y="609600"/>
                </a:moveTo>
                <a:lnTo>
                  <a:pt x="228600" y="609600"/>
                </a:lnTo>
                <a:lnTo>
                  <a:pt x="228600" y="619125"/>
                </a:lnTo>
                <a:lnTo>
                  <a:pt x="219075" y="619125"/>
                </a:lnTo>
                <a:lnTo>
                  <a:pt x="219075" y="628650"/>
                </a:lnTo>
                <a:lnTo>
                  <a:pt x="200025" y="628650"/>
                </a:lnTo>
                <a:lnTo>
                  <a:pt x="200025" y="619125"/>
                </a:lnTo>
                <a:lnTo>
                  <a:pt x="209550" y="619125"/>
                </a:lnTo>
                <a:close/>
                <a:moveTo>
                  <a:pt x="1104900" y="609600"/>
                </a:moveTo>
                <a:lnTo>
                  <a:pt x="1114425" y="609600"/>
                </a:lnTo>
                <a:lnTo>
                  <a:pt x="1114425" y="619125"/>
                </a:lnTo>
                <a:lnTo>
                  <a:pt x="1104900" y="619125"/>
                </a:lnTo>
                <a:close/>
                <a:moveTo>
                  <a:pt x="228600" y="619125"/>
                </a:moveTo>
                <a:lnTo>
                  <a:pt x="247650" y="619125"/>
                </a:lnTo>
                <a:lnTo>
                  <a:pt x="247650" y="628650"/>
                </a:lnTo>
                <a:lnTo>
                  <a:pt x="238125" y="628650"/>
                </a:lnTo>
                <a:lnTo>
                  <a:pt x="238125" y="638175"/>
                </a:lnTo>
                <a:lnTo>
                  <a:pt x="228600" y="638175"/>
                </a:lnTo>
                <a:close/>
                <a:moveTo>
                  <a:pt x="400050" y="619125"/>
                </a:moveTo>
                <a:lnTo>
                  <a:pt x="419100" y="619125"/>
                </a:lnTo>
                <a:lnTo>
                  <a:pt x="419100" y="628650"/>
                </a:lnTo>
                <a:lnTo>
                  <a:pt x="428625" y="628650"/>
                </a:lnTo>
                <a:lnTo>
                  <a:pt x="428625" y="638175"/>
                </a:lnTo>
                <a:lnTo>
                  <a:pt x="409575" y="638175"/>
                </a:lnTo>
                <a:lnTo>
                  <a:pt x="409575" y="628650"/>
                </a:lnTo>
                <a:lnTo>
                  <a:pt x="400050" y="628650"/>
                </a:lnTo>
                <a:close/>
                <a:moveTo>
                  <a:pt x="714375" y="619125"/>
                </a:moveTo>
                <a:lnTo>
                  <a:pt x="742950" y="619125"/>
                </a:lnTo>
                <a:lnTo>
                  <a:pt x="742950" y="638175"/>
                </a:lnTo>
                <a:lnTo>
                  <a:pt x="733425" y="638175"/>
                </a:lnTo>
                <a:lnTo>
                  <a:pt x="733425" y="647700"/>
                </a:lnTo>
                <a:lnTo>
                  <a:pt x="723900" y="647700"/>
                </a:lnTo>
                <a:lnTo>
                  <a:pt x="723900" y="628650"/>
                </a:lnTo>
                <a:lnTo>
                  <a:pt x="714375" y="628650"/>
                </a:lnTo>
                <a:close/>
                <a:moveTo>
                  <a:pt x="1114425" y="619125"/>
                </a:moveTo>
                <a:lnTo>
                  <a:pt x="1123950" y="619125"/>
                </a:lnTo>
                <a:lnTo>
                  <a:pt x="1123950" y="628650"/>
                </a:lnTo>
                <a:lnTo>
                  <a:pt x="1114425" y="628650"/>
                </a:lnTo>
                <a:close/>
                <a:moveTo>
                  <a:pt x="381000" y="628650"/>
                </a:moveTo>
                <a:lnTo>
                  <a:pt x="400050" y="628650"/>
                </a:lnTo>
                <a:lnTo>
                  <a:pt x="400050" y="647700"/>
                </a:lnTo>
                <a:lnTo>
                  <a:pt x="390525" y="647700"/>
                </a:lnTo>
                <a:lnTo>
                  <a:pt x="390525" y="638175"/>
                </a:lnTo>
                <a:lnTo>
                  <a:pt x="381000" y="638175"/>
                </a:lnTo>
                <a:close/>
                <a:moveTo>
                  <a:pt x="276225" y="638175"/>
                </a:moveTo>
                <a:lnTo>
                  <a:pt x="285750" y="638175"/>
                </a:lnTo>
                <a:lnTo>
                  <a:pt x="285750" y="657225"/>
                </a:lnTo>
                <a:lnTo>
                  <a:pt x="266700" y="657225"/>
                </a:lnTo>
                <a:lnTo>
                  <a:pt x="266700" y="647700"/>
                </a:lnTo>
                <a:lnTo>
                  <a:pt x="276225" y="647700"/>
                </a:lnTo>
                <a:close/>
                <a:moveTo>
                  <a:pt x="295275" y="647700"/>
                </a:moveTo>
                <a:lnTo>
                  <a:pt x="304800" y="647700"/>
                </a:lnTo>
                <a:lnTo>
                  <a:pt x="304800" y="666750"/>
                </a:lnTo>
                <a:lnTo>
                  <a:pt x="285750" y="666750"/>
                </a:lnTo>
                <a:lnTo>
                  <a:pt x="285750" y="657225"/>
                </a:lnTo>
                <a:lnTo>
                  <a:pt x="295275" y="657225"/>
                </a:lnTo>
                <a:close/>
                <a:moveTo>
                  <a:pt x="666750" y="657225"/>
                </a:moveTo>
                <a:lnTo>
                  <a:pt x="676275" y="657225"/>
                </a:lnTo>
                <a:lnTo>
                  <a:pt x="676275" y="666750"/>
                </a:lnTo>
                <a:lnTo>
                  <a:pt x="666750" y="666750"/>
                </a:lnTo>
                <a:close/>
                <a:moveTo>
                  <a:pt x="304800" y="666750"/>
                </a:moveTo>
                <a:lnTo>
                  <a:pt x="314325" y="666750"/>
                </a:lnTo>
                <a:lnTo>
                  <a:pt x="314325" y="676275"/>
                </a:lnTo>
                <a:lnTo>
                  <a:pt x="304800" y="676275"/>
                </a:lnTo>
                <a:close/>
                <a:moveTo>
                  <a:pt x="333375" y="666750"/>
                </a:moveTo>
                <a:lnTo>
                  <a:pt x="342900" y="666750"/>
                </a:lnTo>
                <a:lnTo>
                  <a:pt x="342900" y="676275"/>
                </a:lnTo>
                <a:lnTo>
                  <a:pt x="333375" y="676275"/>
                </a:lnTo>
                <a:close/>
                <a:moveTo>
                  <a:pt x="676275" y="666750"/>
                </a:moveTo>
                <a:lnTo>
                  <a:pt x="695325" y="666750"/>
                </a:lnTo>
                <a:lnTo>
                  <a:pt x="695325" y="676275"/>
                </a:lnTo>
                <a:lnTo>
                  <a:pt x="676275" y="676275"/>
                </a:lnTo>
                <a:close/>
              </a:path>
            </a:pathLst>
          </a:custGeom>
          <a:solidFill xmlns:a="http://schemas.openxmlformats.org/drawingml/2006/main">
            <a:srgbClr val="A3ADA1"/>
          </a:solidFill>
          <a:ln xmlns:a="http://schemas.openxmlformats.org/drawingml/2006/main" w="0">
            <a:noFill/>
          </a:ln>
        </p:spPr>
      </p:sp>
      <p:sp>
        <p:nvSpPr>
          <p:cNvPr id="117" name="v10 vector #757f73">
            <a:extLst xmlns:a="http://schemas.openxmlformats.org/drawingml/2006/main">
              <a:ext uri="{FF2B5EF4-FFF2-40B4-BE49-F238E27FC236}">
                <a16:creationId xmlns:a16="http://schemas.microsoft.com/office/drawing/2014/main" id="{2B3CD021-7BAF-4EE4-B3BC-B33483B6736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5350" y="3609975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723900" y="66675"/>
                </a:moveTo>
                <a:lnTo>
                  <a:pt x="733425" y="66675"/>
                </a:lnTo>
                <a:lnTo>
                  <a:pt x="733425" y="76200"/>
                </a:lnTo>
                <a:lnTo>
                  <a:pt x="723900" y="76200"/>
                </a:lnTo>
                <a:close/>
                <a:moveTo>
                  <a:pt x="742950" y="66675"/>
                </a:moveTo>
                <a:lnTo>
                  <a:pt x="752475" y="66675"/>
                </a:lnTo>
                <a:lnTo>
                  <a:pt x="752475" y="76200"/>
                </a:lnTo>
                <a:lnTo>
                  <a:pt x="742950" y="76200"/>
                </a:lnTo>
                <a:close/>
                <a:moveTo>
                  <a:pt x="1133475" y="66675"/>
                </a:moveTo>
                <a:lnTo>
                  <a:pt x="1143000" y="66675"/>
                </a:lnTo>
                <a:lnTo>
                  <a:pt x="1143000" y="76200"/>
                </a:lnTo>
                <a:lnTo>
                  <a:pt x="1133475" y="76200"/>
                </a:lnTo>
                <a:close/>
                <a:moveTo>
                  <a:pt x="695325" y="76200"/>
                </a:moveTo>
                <a:lnTo>
                  <a:pt x="714375" y="76200"/>
                </a:lnTo>
                <a:lnTo>
                  <a:pt x="714375" y="85725"/>
                </a:lnTo>
                <a:lnTo>
                  <a:pt x="733425" y="85725"/>
                </a:lnTo>
                <a:lnTo>
                  <a:pt x="733425" y="95250"/>
                </a:lnTo>
                <a:lnTo>
                  <a:pt x="723900" y="95250"/>
                </a:lnTo>
                <a:lnTo>
                  <a:pt x="723900" y="104775"/>
                </a:lnTo>
                <a:lnTo>
                  <a:pt x="704850" y="104775"/>
                </a:lnTo>
                <a:lnTo>
                  <a:pt x="704850" y="85725"/>
                </a:lnTo>
                <a:lnTo>
                  <a:pt x="695325" y="85725"/>
                </a:lnTo>
                <a:close/>
                <a:moveTo>
                  <a:pt x="1143000" y="76200"/>
                </a:moveTo>
                <a:lnTo>
                  <a:pt x="1162050" y="76200"/>
                </a:lnTo>
                <a:lnTo>
                  <a:pt x="1162050" y="85725"/>
                </a:lnTo>
                <a:lnTo>
                  <a:pt x="1181100" y="85725"/>
                </a:lnTo>
                <a:lnTo>
                  <a:pt x="1181100" y="95250"/>
                </a:lnTo>
                <a:lnTo>
                  <a:pt x="1162050" y="95250"/>
                </a:lnTo>
                <a:lnTo>
                  <a:pt x="1162050" y="123825"/>
                </a:lnTo>
                <a:lnTo>
                  <a:pt x="1152525" y="123825"/>
                </a:lnTo>
                <a:lnTo>
                  <a:pt x="1152525" y="114300"/>
                </a:lnTo>
                <a:lnTo>
                  <a:pt x="1143000" y="114300"/>
                </a:lnTo>
                <a:lnTo>
                  <a:pt x="1143000" y="104775"/>
                </a:lnTo>
                <a:lnTo>
                  <a:pt x="1123950" y="104775"/>
                </a:lnTo>
                <a:lnTo>
                  <a:pt x="1123950" y="257175"/>
                </a:lnTo>
                <a:lnTo>
                  <a:pt x="1133475" y="257175"/>
                </a:lnTo>
                <a:lnTo>
                  <a:pt x="1133475" y="276225"/>
                </a:lnTo>
                <a:lnTo>
                  <a:pt x="1123950" y="276225"/>
                </a:lnTo>
                <a:lnTo>
                  <a:pt x="1123950" y="266700"/>
                </a:lnTo>
                <a:lnTo>
                  <a:pt x="1114425" y="266700"/>
                </a:lnTo>
                <a:lnTo>
                  <a:pt x="1114425" y="257175"/>
                </a:lnTo>
                <a:lnTo>
                  <a:pt x="1104900" y="257175"/>
                </a:lnTo>
                <a:lnTo>
                  <a:pt x="1104900" y="247650"/>
                </a:lnTo>
                <a:lnTo>
                  <a:pt x="1095375" y="247650"/>
                </a:lnTo>
                <a:lnTo>
                  <a:pt x="1095375" y="238125"/>
                </a:lnTo>
                <a:lnTo>
                  <a:pt x="1104900" y="238125"/>
                </a:lnTo>
                <a:lnTo>
                  <a:pt x="1104900" y="85725"/>
                </a:lnTo>
                <a:lnTo>
                  <a:pt x="1114425" y="85725"/>
                </a:lnTo>
                <a:lnTo>
                  <a:pt x="1114425" y="95250"/>
                </a:lnTo>
                <a:lnTo>
                  <a:pt x="1123950" y="95250"/>
                </a:lnTo>
                <a:lnTo>
                  <a:pt x="1123950" y="85725"/>
                </a:lnTo>
                <a:lnTo>
                  <a:pt x="1143000" y="85725"/>
                </a:lnTo>
                <a:close/>
                <a:moveTo>
                  <a:pt x="685800" y="85725"/>
                </a:moveTo>
                <a:lnTo>
                  <a:pt x="695325" y="85725"/>
                </a:lnTo>
                <a:lnTo>
                  <a:pt x="695325" y="95250"/>
                </a:lnTo>
                <a:lnTo>
                  <a:pt x="685800" y="95250"/>
                </a:lnTo>
                <a:close/>
                <a:moveTo>
                  <a:pt x="1181100" y="95250"/>
                </a:moveTo>
                <a:lnTo>
                  <a:pt x="1190625" y="95250"/>
                </a:lnTo>
                <a:lnTo>
                  <a:pt x="1190625" y="114300"/>
                </a:lnTo>
                <a:lnTo>
                  <a:pt x="1181100" y="114300"/>
                </a:lnTo>
                <a:close/>
                <a:moveTo>
                  <a:pt x="676275" y="114300"/>
                </a:moveTo>
                <a:lnTo>
                  <a:pt x="714375" y="114300"/>
                </a:lnTo>
                <a:lnTo>
                  <a:pt x="714375" y="257175"/>
                </a:lnTo>
                <a:lnTo>
                  <a:pt x="733425" y="257175"/>
                </a:lnTo>
                <a:lnTo>
                  <a:pt x="733425" y="247650"/>
                </a:lnTo>
                <a:lnTo>
                  <a:pt x="742950" y="247650"/>
                </a:lnTo>
                <a:lnTo>
                  <a:pt x="742950" y="266700"/>
                </a:lnTo>
                <a:lnTo>
                  <a:pt x="733425" y="266700"/>
                </a:lnTo>
                <a:lnTo>
                  <a:pt x="733425" y="276225"/>
                </a:lnTo>
                <a:lnTo>
                  <a:pt x="723900" y="276225"/>
                </a:lnTo>
                <a:lnTo>
                  <a:pt x="723900" y="285750"/>
                </a:lnTo>
                <a:lnTo>
                  <a:pt x="704850" y="285750"/>
                </a:lnTo>
                <a:lnTo>
                  <a:pt x="704850" y="295275"/>
                </a:lnTo>
                <a:lnTo>
                  <a:pt x="723900" y="295275"/>
                </a:lnTo>
                <a:lnTo>
                  <a:pt x="723900" y="285750"/>
                </a:lnTo>
                <a:lnTo>
                  <a:pt x="733425" y="285750"/>
                </a:lnTo>
                <a:lnTo>
                  <a:pt x="733425" y="295275"/>
                </a:lnTo>
                <a:lnTo>
                  <a:pt x="723900" y="295275"/>
                </a:lnTo>
                <a:lnTo>
                  <a:pt x="723900" y="342900"/>
                </a:lnTo>
                <a:lnTo>
                  <a:pt x="714375" y="342900"/>
                </a:lnTo>
                <a:lnTo>
                  <a:pt x="714375" y="514350"/>
                </a:lnTo>
                <a:lnTo>
                  <a:pt x="733425" y="514350"/>
                </a:lnTo>
                <a:lnTo>
                  <a:pt x="733425" y="533400"/>
                </a:lnTo>
                <a:lnTo>
                  <a:pt x="714375" y="533400"/>
                </a:lnTo>
                <a:lnTo>
                  <a:pt x="714375" y="542925"/>
                </a:lnTo>
                <a:lnTo>
                  <a:pt x="704850" y="542925"/>
                </a:lnTo>
                <a:lnTo>
                  <a:pt x="704850" y="552450"/>
                </a:lnTo>
                <a:lnTo>
                  <a:pt x="714375" y="552450"/>
                </a:lnTo>
                <a:lnTo>
                  <a:pt x="714375" y="561975"/>
                </a:lnTo>
                <a:lnTo>
                  <a:pt x="723900" y="561975"/>
                </a:lnTo>
                <a:lnTo>
                  <a:pt x="723900" y="590550"/>
                </a:lnTo>
                <a:lnTo>
                  <a:pt x="733425" y="590550"/>
                </a:lnTo>
                <a:lnTo>
                  <a:pt x="733425" y="600075"/>
                </a:lnTo>
                <a:lnTo>
                  <a:pt x="714375" y="600075"/>
                </a:lnTo>
                <a:lnTo>
                  <a:pt x="714375" y="628650"/>
                </a:lnTo>
                <a:lnTo>
                  <a:pt x="723900" y="628650"/>
                </a:lnTo>
                <a:lnTo>
                  <a:pt x="723900" y="657225"/>
                </a:lnTo>
                <a:lnTo>
                  <a:pt x="714375" y="657225"/>
                </a:lnTo>
                <a:lnTo>
                  <a:pt x="714375" y="666750"/>
                </a:lnTo>
                <a:lnTo>
                  <a:pt x="704850" y="666750"/>
                </a:lnTo>
                <a:lnTo>
                  <a:pt x="704850" y="676275"/>
                </a:lnTo>
                <a:lnTo>
                  <a:pt x="695325" y="676275"/>
                </a:lnTo>
                <a:lnTo>
                  <a:pt x="695325" y="666750"/>
                </a:lnTo>
                <a:lnTo>
                  <a:pt x="685800" y="666750"/>
                </a:lnTo>
                <a:lnTo>
                  <a:pt x="685800" y="657225"/>
                </a:lnTo>
                <a:lnTo>
                  <a:pt x="695325" y="657225"/>
                </a:lnTo>
                <a:lnTo>
                  <a:pt x="695325" y="123825"/>
                </a:lnTo>
                <a:lnTo>
                  <a:pt x="676275" y="123825"/>
                </a:lnTo>
                <a:close/>
                <a:moveTo>
                  <a:pt x="238125" y="152400"/>
                </a:moveTo>
                <a:lnTo>
                  <a:pt x="266700" y="152400"/>
                </a:lnTo>
                <a:lnTo>
                  <a:pt x="266700" y="161925"/>
                </a:lnTo>
                <a:lnTo>
                  <a:pt x="238125" y="161925"/>
                </a:lnTo>
                <a:close/>
                <a:moveTo>
                  <a:pt x="381000" y="152400"/>
                </a:moveTo>
                <a:lnTo>
                  <a:pt x="409575" y="152400"/>
                </a:lnTo>
                <a:lnTo>
                  <a:pt x="409575" y="161925"/>
                </a:lnTo>
                <a:lnTo>
                  <a:pt x="381000" y="161925"/>
                </a:lnTo>
                <a:close/>
                <a:moveTo>
                  <a:pt x="200025" y="161925"/>
                </a:moveTo>
                <a:lnTo>
                  <a:pt x="228600" y="161925"/>
                </a:lnTo>
                <a:lnTo>
                  <a:pt x="228600" y="171450"/>
                </a:lnTo>
                <a:lnTo>
                  <a:pt x="219075" y="171450"/>
                </a:lnTo>
                <a:lnTo>
                  <a:pt x="219075" y="180975"/>
                </a:lnTo>
                <a:lnTo>
                  <a:pt x="190500" y="180975"/>
                </a:lnTo>
                <a:lnTo>
                  <a:pt x="190500" y="171450"/>
                </a:lnTo>
                <a:lnTo>
                  <a:pt x="200025" y="171450"/>
                </a:lnTo>
                <a:close/>
                <a:moveTo>
                  <a:pt x="266700" y="161925"/>
                </a:moveTo>
                <a:lnTo>
                  <a:pt x="276225" y="161925"/>
                </a:lnTo>
                <a:lnTo>
                  <a:pt x="276225" y="171450"/>
                </a:lnTo>
                <a:lnTo>
                  <a:pt x="285750" y="171450"/>
                </a:lnTo>
                <a:lnTo>
                  <a:pt x="285750" y="190500"/>
                </a:lnTo>
                <a:lnTo>
                  <a:pt x="276225" y="190500"/>
                </a:lnTo>
                <a:lnTo>
                  <a:pt x="276225" y="180975"/>
                </a:lnTo>
                <a:lnTo>
                  <a:pt x="266700" y="180975"/>
                </a:lnTo>
                <a:close/>
                <a:moveTo>
                  <a:pt x="371475" y="161925"/>
                </a:moveTo>
                <a:lnTo>
                  <a:pt x="381000" y="161925"/>
                </a:lnTo>
                <a:lnTo>
                  <a:pt x="381000" y="180975"/>
                </a:lnTo>
                <a:lnTo>
                  <a:pt x="371475" y="180975"/>
                </a:lnTo>
                <a:lnTo>
                  <a:pt x="371475" y="190500"/>
                </a:lnTo>
                <a:lnTo>
                  <a:pt x="361950" y="190500"/>
                </a:lnTo>
                <a:lnTo>
                  <a:pt x="361950" y="171450"/>
                </a:lnTo>
                <a:lnTo>
                  <a:pt x="371475" y="171450"/>
                </a:lnTo>
                <a:close/>
                <a:moveTo>
                  <a:pt x="419100" y="161925"/>
                </a:moveTo>
                <a:lnTo>
                  <a:pt x="447675" y="161925"/>
                </a:lnTo>
                <a:lnTo>
                  <a:pt x="447675" y="171450"/>
                </a:lnTo>
                <a:lnTo>
                  <a:pt x="457200" y="171450"/>
                </a:lnTo>
                <a:lnTo>
                  <a:pt x="457200" y="180975"/>
                </a:lnTo>
                <a:lnTo>
                  <a:pt x="428625" y="180975"/>
                </a:lnTo>
                <a:lnTo>
                  <a:pt x="428625" y="171450"/>
                </a:lnTo>
                <a:lnTo>
                  <a:pt x="419100" y="171450"/>
                </a:lnTo>
                <a:close/>
                <a:moveTo>
                  <a:pt x="171450" y="180975"/>
                </a:moveTo>
                <a:lnTo>
                  <a:pt x="180975" y="180975"/>
                </a:lnTo>
                <a:lnTo>
                  <a:pt x="180975" y="190500"/>
                </a:lnTo>
                <a:lnTo>
                  <a:pt x="171450" y="190500"/>
                </a:lnTo>
                <a:close/>
                <a:moveTo>
                  <a:pt x="466725" y="180975"/>
                </a:moveTo>
                <a:lnTo>
                  <a:pt x="476250" y="180975"/>
                </a:lnTo>
                <a:lnTo>
                  <a:pt x="476250" y="190500"/>
                </a:lnTo>
                <a:lnTo>
                  <a:pt x="466725" y="190500"/>
                </a:lnTo>
                <a:close/>
                <a:moveTo>
                  <a:pt x="133350" y="190500"/>
                </a:moveTo>
                <a:lnTo>
                  <a:pt x="161925" y="190500"/>
                </a:lnTo>
                <a:lnTo>
                  <a:pt x="161925" y="200025"/>
                </a:lnTo>
                <a:lnTo>
                  <a:pt x="152400" y="200025"/>
                </a:lnTo>
                <a:lnTo>
                  <a:pt x="152400" y="209550"/>
                </a:lnTo>
                <a:lnTo>
                  <a:pt x="133350" y="209550"/>
                </a:lnTo>
                <a:lnTo>
                  <a:pt x="133350" y="219075"/>
                </a:lnTo>
                <a:lnTo>
                  <a:pt x="104775" y="219075"/>
                </a:lnTo>
                <a:lnTo>
                  <a:pt x="104775" y="228600"/>
                </a:lnTo>
                <a:lnTo>
                  <a:pt x="85725" y="228600"/>
                </a:lnTo>
                <a:lnTo>
                  <a:pt x="85725" y="238125"/>
                </a:lnTo>
                <a:lnTo>
                  <a:pt x="57150" y="238125"/>
                </a:lnTo>
                <a:lnTo>
                  <a:pt x="57150" y="228600"/>
                </a:lnTo>
                <a:lnTo>
                  <a:pt x="66675" y="228600"/>
                </a:lnTo>
                <a:lnTo>
                  <a:pt x="66675" y="219075"/>
                </a:lnTo>
                <a:lnTo>
                  <a:pt x="85725" y="219075"/>
                </a:lnTo>
                <a:lnTo>
                  <a:pt x="85725" y="209550"/>
                </a:lnTo>
                <a:lnTo>
                  <a:pt x="114300" y="209550"/>
                </a:lnTo>
                <a:lnTo>
                  <a:pt x="114300" y="200025"/>
                </a:lnTo>
                <a:lnTo>
                  <a:pt x="133350" y="200025"/>
                </a:lnTo>
                <a:close/>
                <a:moveTo>
                  <a:pt x="285750" y="190500"/>
                </a:moveTo>
                <a:lnTo>
                  <a:pt x="295275" y="190500"/>
                </a:lnTo>
                <a:lnTo>
                  <a:pt x="295275" y="200025"/>
                </a:lnTo>
                <a:lnTo>
                  <a:pt x="285750" y="200025"/>
                </a:lnTo>
                <a:close/>
                <a:moveTo>
                  <a:pt x="352425" y="190500"/>
                </a:moveTo>
                <a:lnTo>
                  <a:pt x="361950" y="190500"/>
                </a:lnTo>
                <a:lnTo>
                  <a:pt x="361950" y="200025"/>
                </a:lnTo>
                <a:lnTo>
                  <a:pt x="352425" y="200025"/>
                </a:lnTo>
                <a:close/>
                <a:moveTo>
                  <a:pt x="485775" y="190500"/>
                </a:moveTo>
                <a:lnTo>
                  <a:pt x="514350" y="190500"/>
                </a:lnTo>
                <a:lnTo>
                  <a:pt x="514350" y="200025"/>
                </a:lnTo>
                <a:lnTo>
                  <a:pt x="523875" y="200025"/>
                </a:lnTo>
                <a:lnTo>
                  <a:pt x="523875" y="209550"/>
                </a:lnTo>
                <a:lnTo>
                  <a:pt x="495300" y="209550"/>
                </a:lnTo>
                <a:lnTo>
                  <a:pt x="495300" y="200025"/>
                </a:lnTo>
                <a:lnTo>
                  <a:pt x="485775" y="200025"/>
                </a:lnTo>
                <a:close/>
                <a:moveTo>
                  <a:pt x="295275" y="200025"/>
                </a:moveTo>
                <a:lnTo>
                  <a:pt x="304800" y="200025"/>
                </a:lnTo>
                <a:lnTo>
                  <a:pt x="304800" y="209550"/>
                </a:lnTo>
                <a:lnTo>
                  <a:pt x="314325" y="209550"/>
                </a:lnTo>
                <a:lnTo>
                  <a:pt x="314325" y="228600"/>
                </a:lnTo>
                <a:lnTo>
                  <a:pt x="304800" y="228600"/>
                </a:lnTo>
                <a:lnTo>
                  <a:pt x="304800" y="219075"/>
                </a:lnTo>
                <a:lnTo>
                  <a:pt x="295275" y="219075"/>
                </a:lnTo>
                <a:close/>
                <a:moveTo>
                  <a:pt x="342900" y="200025"/>
                </a:moveTo>
                <a:lnTo>
                  <a:pt x="352425" y="200025"/>
                </a:lnTo>
                <a:lnTo>
                  <a:pt x="352425" y="219075"/>
                </a:lnTo>
                <a:lnTo>
                  <a:pt x="333375" y="219075"/>
                </a:lnTo>
                <a:lnTo>
                  <a:pt x="333375" y="209550"/>
                </a:lnTo>
                <a:lnTo>
                  <a:pt x="342900" y="209550"/>
                </a:lnTo>
                <a:close/>
                <a:moveTo>
                  <a:pt x="533400" y="209550"/>
                </a:moveTo>
                <a:lnTo>
                  <a:pt x="561975" y="209550"/>
                </a:lnTo>
                <a:lnTo>
                  <a:pt x="561975" y="219075"/>
                </a:lnTo>
                <a:lnTo>
                  <a:pt x="571500" y="219075"/>
                </a:lnTo>
                <a:lnTo>
                  <a:pt x="571500" y="228600"/>
                </a:lnTo>
                <a:lnTo>
                  <a:pt x="542925" y="228600"/>
                </a:lnTo>
                <a:lnTo>
                  <a:pt x="542925" y="219075"/>
                </a:lnTo>
                <a:lnTo>
                  <a:pt x="533400" y="219075"/>
                </a:lnTo>
                <a:close/>
                <a:moveTo>
                  <a:pt x="295275" y="228600"/>
                </a:moveTo>
                <a:lnTo>
                  <a:pt x="304800" y="228600"/>
                </a:lnTo>
                <a:lnTo>
                  <a:pt x="304800" y="238125"/>
                </a:lnTo>
                <a:lnTo>
                  <a:pt x="295275" y="238125"/>
                </a:lnTo>
                <a:close/>
                <a:moveTo>
                  <a:pt x="581025" y="228600"/>
                </a:moveTo>
                <a:lnTo>
                  <a:pt x="590550" y="228600"/>
                </a:lnTo>
                <a:lnTo>
                  <a:pt x="590550" y="238125"/>
                </a:lnTo>
                <a:lnTo>
                  <a:pt x="581025" y="238125"/>
                </a:lnTo>
                <a:close/>
                <a:moveTo>
                  <a:pt x="361950" y="238125"/>
                </a:moveTo>
                <a:lnTo>
                  <a:pt x="371475" y="238125"/>
                </a:lnTo>
                <a:lnTo>
                  <a:pt x="371475" y="247650"/>
                </a:lnTo>
                <a:lnTo>
                  <a:pt x="361950" y="247650"/>
                </a:lnTo>
                <a:close/>
                <a:moveTo>
                  <a:pt x="257175" y="247650"/>
                </a:moveTo>
                <a:lnTo>
                  <a:pt x="266700" y="247650"/>
                </a:lnTo>
                <a:lnTo>
                  <a:pt x="266700" y="257175"/>
                </a:lnTo>
                <a:lnTo>
                  <a:pt x="257175" y="257175"/>
                </a:lnTo>
                <a:close/>
                <a:moveTo>
                  <a:pt x="381000" y="247650"/>
                </a:moveTo>
                <a:lnTo>
                  <a:pt x="390525" y="247650"/>
                </a:lnTo>
                <a:lnTo>
                  <a:pt x="390525" y="257175"/>
                </a:lnTo>
                <a:lnTo>
                  <a:pt x="381000" y="257175"/>
                </a:lnTo>
                <a:close/>
                <a:moveTo>
                  <a:pt x="581025" y="247650"/>
                </a:moveTo>
                <a:lnTo>
                  <a:pt x="600075" y="247650"/>
                </a:lnTo>
                <a:lnTo>
                  <a:pt x="600075" y="266700"/>
                </a:lnTo>
                <a:lnTo>
                  <a:pt x="590550" y="266700"/>
                </a:lnTo>
                <a:lnTo>
                  <a:pt x="590550" y="276225"/>
                </a:lnTo>
                <a:lnTo>
                  <a:pt x="581025" y="276225"/>
                </a:lnTo>
                <a:lnTo>
                  <a:pt x="581025" y="285750"/>
                </a:lnTo>
                <a:lnTo>
                  <a:pt x="571500" y="285750"/>
                </a:lnTo>
                <a:lnTo>
                  <a:pt x="571500" y="257175"/>
                </a:lnTo>
                <a:lnTo>
                  <a:pt x="581025" y="257175"/>
                </a:lnTo>
                <a:close/>
                <a:moveTo>
                  <a:pt x="238125" y="257175"/>
                </a:moveTo>
                <a:lnTo>
                  <a:pt x="247650" y="257175"/>
                </a:lnTo>
                <a:lnTo>
                  <a:pt x="247650" y="266700"/>
                </a:lnTo>
                <a:lnTo>
                  <a:pt x="238125" y="266700"/>
                </a:lnTo>
                <a:close/>
                <a:moveTo>
                  <a:pt x="400050" y="257175"/>
                </a:moveTo>
                <a:lnTo>
                  <a:pt x="409575" y="257175"/>
                </a:lnTo>
                <a:lnTo>
                  <a:pt x="409575" y="266700"/>
                </a:lnTo>
                <a:lnTo>
                  <a:pt x="400050" y="266700"/>
                </a:lnTo>
                <a:close/>
                <a:moveTo>
                  <a:pt x="66675" y="266700"/>
                </a:moveTo>
                <a:lnTo>
                  <a:pt x="76200" y="266700"/>
                </a:lnTo>
                <a:lnTo>
                  <a:pt x="76200" y="276225"/>
                </a:lnTo>
                <a:lnTo>
                  <a:pt x="85725" y="276225"/>
                </a:lnTo>
                <a:lnTo>
                  <a:pt x="85725" y="285750"/>
                </a:lnTo>
                <a:lnTo>
                  <a:pt x="95250" y="285750"/>
                </a:lnTo>
                <a:lnTo>
                  <a:pt x="95250" y="295275"/>
                </a:lnTo>
                <a:lnTo>
                  <a:pt x="104775" y="295275"/>
                </a:lnTo>
                <a:lnTo>
                  <a:pt x="104775" y="304800"/>
                </a:lnTo>
                <a:lnTo>
                  <a:pt x="114300" y="304800"/>
                </a:lnTo>
                <a:lnTo>
                  <a:pt x="114300" y="314325"/>
                </a:lnTo>
                <a:lnTo>
                  <a:pt x="104775" y="314325"/>
                </a:lnTo>
                <a:lnTo>
                  <a:pt x="104775" y="323850"/>
                </a:lnTo>
                <a:lnTo>
                  <a:pt x="95250" y="323850"/>
                </a:lnTo>
                <a:lnTo>
                  <a:pt x="95250" y="304800"/>
                </a:lnTo>
                <a:lnTo>
                  <a:pt x="85725" y="304800"/>
                </a:lnTo>
                <a:lnTo>
                  <a:pt x="85725" y="295275"/>
                </a:lnTo>
                <a:lnTo>
                  <a:pt x="76200" y="295275"/>
                </a:lnTo>
                <a:lnTo>
                  <a:pt x="76200" y="285750"/>
                </a:lnTo>
                <a:lnTo>
                  <a:pt x="66675" y="285750"/>
                </a:lnTo>
                <a:close/>
                <a:moveTo>
                  <a:pt x="190500" y="276225"/>
                </a:moveTo>
                <a:lnTo>
                  <a:pt x="200025" y="276225"/>
                </a:lnTo>
                <a:lnTo>
                  <a:pt x="200025" y="285750"/>
                </a:lnTo>
                <a:lnTo>
                  <a:pt x="190500" y="285750"/>
                </a:lnTo>
                <a:close/>
                <a:moveTo>
                  <a:pt x="447675" y="276225"/>
                </a:moveTo>
                <a:lnTo>
                  <a:pt x="457200" y="276225"/>
                </a:lnTo>
                <a:lnTo>
                  <a:pt x="457200" y="285750"/>
                </a:lnTo>
                <a:lnTo>
                  <a:pt x="447675" y="285750"/>
                </a:lnTo>
                <a:close/>
                <a:moveTo>
                  <a:pt x="171450" y="285750"/>
                </a:moveTo>
                <a:lnTo>
                  <a:pt x="180975" y="285750"/>
                </a:lnTo>
                <a:lnTo>
                  <a:pt x="180975" y="295275"/>
                </a:lnTo>
                <a:lnTo>
                  <a:pt x="171450" y="295275"/>
                </a:lnTo>
                <a:close/>
                <a:moveTo>
                  <a:pt x="552450" y="285750"/>
                </a:moveTo>
                <a:lnTo>
                  <a:pt x="561975" y="285750"/>
                </a:lnTo>
                <a:lnTo>
                  <a:pt x="561975" y="304800"/>
                </a:lnTo>
                <a:lnTo>
                  <a:pt x="552450" y="304800"/>
                </a:lnTo>
                <a:lnTo>
                  <a:pt x="552450" y="333375"/>
                </a:lnTo>
                <a:lnTo>
                  <a:pt x="561975" y="333375"/>
                </a:lnTo>
                <a:lnTo>
                  <a:pt x="561975" y="352425"/>
                </a:lnTo>
                <a:lnTo>
                  <a:pt x="552450" y="352425"/>
                </a:lnTo>
                <a:lnTo>
                  <a:pt x="552450" y="342900"/>
                </a:lnTo>
                <a:lnTo>
                  <a:pt x="542925" y="342900"/>
                </a:lnTo>
                <a:lnTo>
                  <a:pt x="542925" y="333375"/>
                </a:lnTo>
                <a:lnTo>
                  <a:pt x="523875" y="333375"/>
                </a:lnTo>
                <a:lnTo>
                  <a:pt x="523875" y="314325"/>
                </a:lnTo>
                <a:lnTo>
                  <a:pt x="514350" y="314325"/>
                </a:lnTo>
                <a:lnTo>
                  <a:pt x="514350" y="304800"/>
                </a:lnTo>
                <a:lnTo>
                  <a:pt x="542925" y="304800"/>
                </a:lnTo>
                <a:lnTo>
                  <a:pt x="542925" y="295275"/>
                </a:lnTo>
                <a:lnTo>
                  <a:pt x="552450" y="295275"/>
                </a:lnTo>
                <a:close/>
                <a:moveTo>
                  <a:pt x="495300" y="295275"/>
                </a:moveTo>
                <a:lnTo>
                  <a:pt x="504825" y="295275"/>
                </a:lnTo>
                <a:lnTo>
                  <a:pt x="504825" y="304800"/>
                </a:lnTo>
                <a:lnTo>
                  <a:pt x="495300" y="304800"/>
                </a:lnTo>
                <a:close/>
                <a:moveTo>
                  <a:pt x="733425" y="323850"/>
                </a:moveTo>
                <a:lnTo>
                  <a:pt x="762000" y="323850"/>
                </a:lnTo>
                <a:lnTo>
                  <a:pt x="762000" y="333375"/>
                </a:lnTo>
                <a:lnTo>
                  <a:pt x="733425" y="333375"/>
                </a:lnTo>
                <a:close/>
                <a:moveTo>
                  <a:pt x="1152525" y="323850"/>
                </a:moveTo>
                <a:lnTo>
                  <a:pt x="1162050" y="323850"/>
                </a:lnTo>
                <a:lnTo>
                  <a:pt x="1162050" y="342900"/>
                </a:lnTo>
                <a:lnTo>
                  <a:pt x="1152525" y="342900"/>
                </a:lnTo>
                <a:close/>
                <a:moveTo>
                  <a:pt x="133350" y="333375"/>
                </a:moveTo>
                <a:lnTo>
                  <a:pt x="142875" y="333375"/>
                </a:lnTo>
                <a:lnTo>
                  <a:pt x="142875" y="342900"/>
                </a:lnTo>
                <a:lnTo>
                  <a:pt x="133350" y="342900"/>
                </a:lnTo>
                <a:close/>
                <a:moveTo>
                  <a:pt x="504825" y="333375"/>
                </a:moveTo>
                <a:lnTo>
                  <a:pt x="514350" y="333375"/>
                </a:lnTo>
                <a:lnTo>
                  <a:pt x="514350" y="342900"/>
                </a:lnTo>
                <a:lnTo>
                  <a:pt x="504825" y="342900"/>
                </a:lnTo>
                <a:close/>
                <a:moveTo>
                  <a:pt x="1123950" y="333375"/>
                </a:moveTo>
                <a:lnTo>
                  <a:pt x="1133475" y="333375"/>
                </a:lnTo>
                <a:lnTo>
                  <a:pt x="1133475" y="342900"/>
                </a:lnTo>
                <a:lnTo>
                  <a:pt x="1123950" y="342900"/>
                </a:lnTo>
                <a:close/>
                <a:moveTo>
                  <a:pt x="742950" y="342900"/>
                </a:moveTo>
                <a:lnTo>
                  <a:pt x="752475" y="342900"/>
                </a:lnTo>
                <a:lnTo>
                  <a:pt x="752475" y="352425"/>
                </a:lnTo>
                <a:lnTo>
                  <a:pt x="742950" y="352425"/>
                </a:lnTo>
                <a:close/>
                <a:moveTo>
                  <a:pt x="1104900" y="342900"/>
                </a:moveTo>
                <a:lnTo>
                  <a:pt x="1123950" y="342900"/>
                </a:lnTo>
                <a:lnTo>
                  <a:pt x="1123950" y="504825"/>
                </a:lnTo>
                <a:lnTo>
                  <a:pt x="1133475" y="504825"/>
                </a:lnTo>
                <a:lnTo>
                  <a:pt x="1133475" y="523875"/>
                </a:lnTo>
                <a:lnTo>
                  <a:pt x="1143000" y="523875"/>
                </a:lnTo>
                <a:lnTo>
                  <a:pt x="1143000" y="542925"/>
                </a:lnTo>
                <a:lnTo>
                  <a:pt x="1133475" y="542925"/>
                </a:lnTo>
                <a:lnTo>
                  <a:pt x="1133475" y="533400"/>
                </a:lnTo>
                <a:lnTo>
                  <a:pt x="1123950" y="533400"/>
                </a:lnTo>
                <a:lnTo>
                  <a:pt x="1123950" y="523875"/>
                </a:lnTo>
                <a:lnTo>
                  <a:pt x="1114425" y="523875"/>
                </a:lnTo>
                <a:lnTo>
                  <a:pt x="1114425" y="514350"/>
                </a:lnTo>
                <a:lnTo>
                  <a:pt x="1104900" y="514350"/>
                </a:lnTo>
                <a:close/>
                <a:moveTo>
                  <a:pt x="66675" y="352425"/>
                </a:moveTo>
                <a:lnTo>
                  <a:pt x="76200" y="352425"/>
                </a:lnTo>
                <a:lnTo>
                  <a:pt x="76200" y="371475"/>
                </a:lnTo>
                <a:lnTo>
                  <a:pt x="66675" y="371475"/>
                </a:lnTo>
                <a:lnTo>
                  <a:pt x="66675" y="381000"/>
                </a:lnTo>
                <a:lnTo>
                  <a:pt x="57150" y="381000"/>
                </a:lnTo>
                <a:lnTo>
                  <a:pt x="57150" y="390525"/>
                </a:lnTo>
                <a:lnTo>
                  <a:pt x="47625" y="390525"/>
                </a:lnTo>
                <a:lnTo>
                  <a:pt x="47625" y="400050"/>
                </a:lnTo>
                <a:lnTo>
                  <a:pt x="38100" y="400050"/>
                </a:lnTo>
                <a:lnTo>
                  <a:pt x="38100" y="381000"/>
                </a:lnTo>
                <a:lnTo>
                  <a:pt x="47625" y="381000"/>
                </a:lnTo>
                <a:lnTo>
                  <a:pt x="47625" y="371475"/>
                </a:lnTo>
                <a:lnTo>
                  <a:pt x="57150" y="371475"/>
                </a:lnTo>
                <a:lnTo>
                  <a:pt x="57150" y="361950"/>
                </a:lnTo>
                <a:lnTo>
                  <a:pt x="66675" y="361950"/>
                </a:lnTo>
                <a:close/>
                <a:moveTo>
                  <a:pt x="180975" y="352425"/>
                </a:moveTo>
                <a:lnTo>
                  <a:pt x="190500" y="352425"/>
                </a:lnTo>
                <a:lnTo>
                  <a:pt x="190500" y="361950"/>
                </a:lnTo>
                <a:lnTo>
                  <a:pt x="180975" y="361950"/>
                </a:lnTo>
                <a:close/>
                <a:moveTo>
                  <a:pt x="200025" y="361950"/>
                </a:moveTo>
                <a:lnTo>
                  <a:pt x="209550" y="361950"/>
                </a:lnTo>
                <a:lnTo>
                  <a:pt x="209550" y="371475"/>
                </a:lnTo>
                <a:lnTo>
                  <a:pt x="200025" y="371475"/>
                </a:lnTo>
                <a:close/>
                <a:moveTo>
                  <a:pt x="438150" y="361950"/>
                </a:moveTo>
                <a:lnTo>
                  <a:pt x="447675" y="361950"/>
                </a:lnTo>
                <a:lnTo>
                  <a:pt x="447675" y="371475"/>
                </a:lnTo>
                <a:lnTo>
                  <a:pt x="438150" y="371475"/>
                </a:lnTo>
                <a:close/>
                <a:moveTo>
                  <a:pt x="219075" y="371475"/>
                </a:moveTo>
                <a:lnTo>
                  <a:pt x="228600" y="371475"/>
                </a:lnTo>
                <a:lnTo>
                  <a:pt x="228600" y="381000"/>
                </a:lnTo>
                <a:lnTo>
                  <a:pt x="219075" y="381000"/>
                </a:lnTo>
                <a:close/>
                <a:moveTo>
                  <a:pt x="419100" y="371475"/>
                </a:moveTo>
                <a:lnTo>
                  <a:pt x="428625" y="371475"/>
                </a:lnTo>
                <a:lnTo>
                  <a:pt x="428625" y="381000"/>
                </a:lnTo>
                <a:lnTo>
                  <a:pt x="419100" y="381000"/>
                </a:lnTo>
                <a:close/>
                <a:moveTo>
                  <a:pt x="590550" y="371475"/>
                </a:moveTo>
                <a:lnTo>
                  <a:pt x="600075" y="371475"/>
                </a:lnTo>
                <a:lnTo>
                  <a:pt x="600075" y="381000"/>
                </a:lnTo>
                <a:lnTo>
                  <a:pt x="609600" y="381000"/>
                </a:lnTo>
                <a:lnTo>
                  <a:pt x="609600" y="400050"/>
                </a:lnTo>
                <a:lnTo>
                  <a:pt x="600075" y="400050"/>
                </a:lnTo>
                <a:lnTo>
                  <a:pt x="600075" y="409575"/>
                </a:lnTo>
                <a:lnTo>
                  <a:pt x="581025" y="409575"/>
                </a:lnTo>
                <a:lnTo>
                  <a:pt x="581025" y="400050"/>
                </a:lnTo>
                <a:lnTo>
                  <a:pt x="590550" y="400050"/>
                </a:lnTo>
                <a:close/>
                <a:moveTo>
                  <a:pt x="400050" y="381000"/>
                </a:moveTo>
                <a:lnTo>
                  <a:pt x="409575" y="381000"/>
                </a:lnTo>
                <a:lnTo>
                  <a:pt x="409575" y="390525"/>
                </a:lnTo>
                <a:lnTo>
                  <a:pt x="400050" y="390525"/>
                </a:lnTo>
                <a:close/>
                <a:moveTo>
                  <a:pt x="57150" y="390525"/>
                </a:moveTo>
                <a:lnTo>
                  <a:pt x="66675" y="390525"/>
                </a:lnTo>
                <a:lnTo>
                  <a:pt x="66675" y="400050"/>
                </a:lnTo>
                <a:lnTo>
                  <a:pt x="76200" y="400050"/>
                </a:lnTo>
                <a:lnTo>
                  <a:pt x="76200" y="409575"/>
                </a:lnTo>
                <a:lnTo>
                  <a:pt x="95250" y="409575"/>
                </a:lnTo>
                <a:lnTo>
                  <a:pt x="95250" y="419100"/>
                </a:lnTo>
                <a:lnTo>
                  <a:pt x="114300" y="419100"/>
                </a:lnTo>
                <a:lnTo>
                  <a:pt x="114300" y="428625"/>
                </a:lnTo>
                <a:lnTo>
                  <a:pt x="133350" y="428625"/>
                </a:lnTo>
                <a:lnTo>
                  <a:pt x="133350" y="438150"/>
                </a:lnTo>
                <a:lnTo>
                  <a:pt x="161925" y="438150"/>
                </a:lnTo>
                <a:lnTo>
                  <a:pt x="161925" y="447675"/>
                </a:lnTo>
                <a:lnTo>
                  <a:pt x="180975" y="447675"/>
                </a:lnTo>
                <a:lnTo>
                  <a:pt x="180975" y="457200"/>
                </a:lnTo>
                <a:lnTo>
                  <a:pt x="200025" y="457200"/>
                </a:lnTo>
                <a:lnTo>
                  <a:pt x="200025" y="466725"/>
                </a:lnTo>
                <a:lnTo>
                  <a:pt x="209550" y="466725"/>
                </a:lnTo>
                <a:lnTo>
                  <a:pt x="209550" y="476250"/>
                </a:lnTo>
                <a:lnTo>
                  <a:pt x="180975" y="476250"/>
                </a:lnTo>
                <a:lnTo>
                  <a:pt x="180975" y="466725"/>
                </a:lnTo>
                <a:lnTo>
                  <a:pt x="161925" y="466725"/>
                </a:lnTo>
                <a:lnTo>
                  <a:pt x="161925" y="457200"/>
                </a:lnTo>
                <a:lnTo>
                  <a:pt x="142875" y="457200"/>
                </a:lnTo>
                <a:lnTo>
                  <a:pt x="142875" y="447675"/>
                </a:lnTo>
                <a:lnTo>
                  <a:pt x="123825" y="447675"/>
                </a:lnTo>
                <a:lnTo>
                  <a:pt x="123825" y="438150"/>
                </a:lnTo>
                <a:lnTo>
                  <a:pt x="114300" y="438150"/>
                </a:lnTo>
                <a:lnTo>
                  <a:pt x="114300" y="447675"/>
                </a:lnTo>
                <a:lnTo>
                  <a:pt x="104775" y="447675"/>
                </a:lnTo>
                <a:lnTo>
                  <a:pt x="104775" y="438150"/>
                </a:lnTo>
                <a:lnTo>
                  <a:pt x="95250" y="438150"/>
                </a:lnTo>
                <a:lnTo>
                  <a:pt x="95250" y="428625"/>
                </a:lnTo>
                <a:lnTo>
                  <a:pt x="76200" y="428625"/>
                </a:lnTo>
                <a:lnTo>
                  <a:pt x="76200" y="419100"/>
                </a:lnTo>
                <a:lnTo>
                  <a:pt x="57150" y="419100"/>
                </a:lnTo>
                <a:lnTo>
                  <a:pt x="57150" y="409575"/>
                </a:lnTo>
                <a:lnTo>
                  <a:pt x="47625" y="409575"/>
                </a:lnTo>
                <a:lnTo>
                  <a:pt x="47625" y="400050"/>
                </a:lnTo>
                <a:lnTo>
                  <a:pt x="57150" y="400050"/>
                </a:lnTo>
                <a:close/>
                <a:moveTo>
                  <a:pt x="266700" y="390525"/>
                </a:moveTo>
                <a:lnTo>
                  <a:pt x="276225" y="390525"/>
                </a:lnTo>
                <a:lnTo>
                  <a:pt x="276225" y="400050"/>
                </a:lnTo>
                <a:lnTo>
                  <a:pt x="266700" y="400050"/>
                </a:lnTo>
                <a:close/>
                <a:moveTo>
                  <a:pt x="285750" y="400050"/>
                </a:moveTo>
                <a:lnTo>
                  <a:pt x="295275" y="400050"/>
                </a:lnTo>
                <a:lnTo>
                  <a:pt x="295275" y="409575"/>
                </a:lnTo>
                <a:lnTo>
                  <a:pt x="285750" y="409575"/>
                </a:lnTo>
                <a:close/>
                <a:moveTo>
                  <a:pt x="295275" y="409575"/>
                </a:moveTo>
                <a:lnTo>
                  <a:pt x="304800" y="409575"/>
                </a:lnTo>
                <a:lnTo>
                  <a:pt x="304800" y="419100"/>
                </a:lnTo>
                <a:lnTo>
                  <a:pt x="295275" y="419100"/>
                </a:lnTo>
                <a:close/>
                <a:moveTo>
                  <a:pt x="552450" y="409575"/>
                </a:moveTo>
                <a:lnTo>
                  <a:pt x="581025" y="409575"/>
                </a:lnTo>
                <a:lnTo>
                  <a:pt x="581025" y="419100"/>
                </a:lnTo>
                <a:lnTo>
                  <a:pt x="571500" y="419100"/>
                </a:lnTo>
                <a:lnTo>
                  <a:pt x="571500" y="428625"/>
                </a:lnTo>
                <a:lnTo>
                  <a:pt x="552450" y="428625"/>
                </a:lnTo>
                <a:lnTo>
                  <a:pt x="552450" y="438150"/>
                </a:lnTo>
                <a:lnTo>
                  <a:pt x="542925" y="438150"/>
                </a:lnTo>
                <a:lnTo>
                  <a:pt x="542925" y="447675"/>
                </a:lnTo>
                <a:lnTo>
                  <a:pt x="533400" y="447675"/>
                </a:lnTo>
                <a:lnTo>
                  <a:pt x="533400" y="438150"/>
                </a:lnTo>
                <a:lnTo>
                  <a:pt x="523875" y="438150"/>
                </a:lnTo>
                <a:lnTo>
                  <a:pt x="523875" y="428625"/>
                </a:lnTo>
                <a:lnTo>
                  <a:pt x="533400" y="428625"/>
                </a:lnTo>
                <a:lnTo>
                  <a:pt x="533400" y="419100"/>
                </a:lnTo>
                <a:lnTo>
                  <a:pt x="552450" y="419100"/>
                </a:lnTo>
                <a:close/>
                <a:moveTo>
                  <a:pt x="304800" y="419100"/>
                </a:moveTo>
                <a:lnTo>
                  <a:pt x="314325" y="419100"/>
                </a:lnTo>
                <a:lnTo>
                  <a:pt x="314325" y="457200"/>
                </a:lnTo>
                <a:lnTo>
                  <a:pt x="304800" y="457200"/>
                </a:lnTo>
                <a:lnTo>
                  <a:pt x="304800" y="447675"/>
                </a:lnTo>
                <a:lnTo>
                  <a:pt x="295275" y="447675"/>
                </a:lnTo>
                <a:lnTo>
                  <a:pt x="295275" y="438150"/>
                </a:lnTo>
                <a:lnTo>
                  <a:pt x="304800" y="438150"/>
                </a:lnTo>
                <a:close/>
                <a:moveTo>
                  <a:pt x="342900" y="428625"/>
                </a:moveTo>
                <a:lnTo>
                  <a:pt x="352425" y="428625"/>
                </a:lnTo>
                <a:lnTo>
                  <a:pt x="352425" y="438150"/>
                </a:lnTo>
                <a:lnTo>
                  <a:pt x="361950" y="438150"/>
                </a:lnTo>
                <a:lnTo>
                  <a:pt x="361950" y="447675"/>
                </a:lnTo>
                <a:lnTo>
                  <a:pt x="371475" y="447675"/>
                </a:lnTo>
                <a:lnTo>
                  <a:pt x="371475" y="466725"/>
                </a:lnTo>
                <a:lnTo>
                  <a:pt x="381000" y="466725"/>
                </a:lnTo>
                <a:lnTo>
                  <a:pt x="381000" y="476250"/>
                </a:lnTo>
                <a:lnTo>
                  <a:pt x="390525" y="476250"/>
                </a:lnTo>
                <a:lnTo>
                  <a:pt x="390525" y="485775"/>
                </a:lnTo>
                <a:lnTo>
                  <a:pt x="409575" y="485775"/>
                </a:lnTo>
                <a:lnTo>
                  <a:pt x="409575" y="495300"/>
                </a:lnTo>
                <a:lnTo>
                  <a:pt x="381000" y="495300"/>
                </a:lnTo>
                <a:lnTo>
                  <a:pt x="381000" y="485775"/>
                </a:lnTo>
                <a:lnTo>
                  <a:pt x="371475" y="485775"/>
                </a:lnTo>
                <a:lnTo>
                  <a:pt x="371475" y="476250"/>
                </a:lnTo>
                <a:lnTo>
                  <a:pt x="361950" y="476250"/>
                </a:lnTo>
                <a:lnTo>
                  <a:pt x="361950" y="466725"/>
                </a:lnTo>
                <a:lnTo>
                  <a:pt x="352425" y="466725"/>
                </a:lnTo>
                <a:lnTo>
                  <a:pt x="352425" y="447675"/>
                </a:lnTo>
                <a:lnTo>
                  <a:pt x="342900" y="447675"/>
                </a:lnTo>
                <a:close/>
                <a:moveTo>
                  <a:pt x="504825" y="438150"/>
                </a:moveTo>
                <a:lnTo>
                  <a:pt x="514350" y="438150"/>
                </a:lnTo>
                <a:lnTo>
                  <a:pt x="514350" y="447675"/>
                </a:lnTo>
                <a:lnTo>
                  <a:pt x="504825" y="447675"/>
                </a:lnTo>
                <a:close/>
                <a:moveTo>
                  <a:pt x="114300" y="447675"/>
                </a:moveTo>
                <a:lnTo>
                  <a:pt x="123825" y="447675"/>
                </a:lnTo>
                <a:lnTo>
                  <a:pt x="123825" y="457200"/>
                </a:lnTo>
                <a:lnTo>
                  <a:pt x="114300" y="457200"/>
                </a:lnTo>
                <a:close/>
                <a:moveTo>
                  <a:pt x="285750" y="447675"/>
                </a:moveTo>
                <a:lnTo>
                  <a:pt x="295275" y="447675"/>
                </a:lnTo>
                <a:lnTo>
                  <a:pt x="295275" y="466725"/>
                </a:lnTo>
                <a:lnTo>
                  <a:pt x="285750" y="466725"/>
                </a:lnTo>
                <a:lnTo>
                  <a:pt x="285750" y="476250"/>
                </a:lnTo>
                <a:lnTo>
                  <a:pt x="276225" y="476250"/>
                </a:lnTo>
                <a:lnTo>
                  <a:pt x="276225" y="457200"/>
                </a:lnTo>
                <a:lnTo>
                  <a:pt x="285750" y="457200"/>
                </a:lnTo>
                <a:close/>
                <a:moveTo>
                  <a:pt x="447675" y="457200"/>
                </a:moveTo>
                <a:lnTo>
                  <a:pt x="476250" y="457200"/>
                </a:lnTo>
                <a:lnTo>
                  <a:pt x="476250" y="466725"/>
                </a:lnTo>
                <a:lnTo>
                  <a:pt x="466725" y="466725"/>
                </a:lnTo>
                <a:lnTo>
                  <a:pt x="466725" y="476250"/>
                </a:lnTo>
                <a:lnTo>
                  <a:pt x="447675" y="476250"/>
                </a:lnTo>
                <a:lnTo>
                  <a:pt x="447675" y="485775"/>
                </a:lnTo>
                <a:lnTo>
                  <a:pt x="419100" y="485775"/>
                </a:lnTo>
                <a:lnTo>
                  <a:pt x="419100" y="476250"/>
                </a:lnTo>
                <a:lnTo>
                  <a:pt x="428625" y="476250"/>
                </a:lnTo>
                <a:lnTo>
                  <a:pt x="428625" y="466725"/>
                </a:lnTo>
                <a:lnTo>
                  <a:pt x="447675" y="466725"/>
                </a:lnTo>
                <a:close/>
                <a:moveTo>
                  <a:pt x="219075" y="476250"/>
                </a:moveTo>
                <a:lnTo>
                  <a:pt x="228600" y="476250"/>
                </a:lnTo>
                <a:lnTo>
                  <a:pt x="228600" y="485775"/>
                </a:lnTo>
                <a:lnTo>
                  <a:pt x="219075" y="485775"/>
                </a:lnTo>
                <a:close/>
                <a:moveTo>
                  <a:pt x="238125" y="485775"/>
                </a:moveTo>
                <a:lnTo>
                  <a:pt x="266700" y="485775"/>
                </a:lnTo>
                <a:lnTo>
                  <a:pt x="266700" y="495300"/>
                </a:lnTo>
                <a:lnTo>
                  <a:pt x="238125" y="495300"/>
                </a:lnTo>
                <a:close/>
                <a:moveTo>
                  <a:pt x="104775" y="561975"/>
                </a:moveTo>
                <a:lnTo>
                  <a:pt x="123825" y="561975"/>
                </a:lnTo>
                <a:lnTo>
                  <a:pt x="123825" y="571500"/>
                </a:lnTo>
                <a:lnTo>
                  <a:pt x="142875" y="571500"/>
                </a:lnTo>
                <a:lnTo>
                  <a:pt x="142875" y="581025"/>
                </a:lnTo>
                <a:lnTo>
                  <a:pt x="161925" y="581025"/>
                </a:lnTo>
                <a:lnTo>
                  <a:pt x="161925" y="590550"/>
                </a:lnTo>
                <a:lnTo>
                  <a:pt x="180975" y="590550"/>
                </a:lnTo>
                <a:lnTo>
                  <a:pt x="180975" y="600075"/>
                </a:lnTo>
                <a:lnTo>
                  <a:pt x="190500" y="600075"/>
                </a:lnTo>
                <a:lnTo>
                  <a:pt x="190500" y="609600"/>
                </a:lnTo>
                <a:lnTo>
                  <a:pt x="161925" y="609600"/>
                </a:lnTo>
                <a:lnTo>
                  <a:pt x="161925" y="600075"/>
                </a:lnTo>
                <a:lnTo>
                  <a:pt x="142875" y="600075"/>
                </a:lnTo>
                <a:lnTo>
                  <a:pt x="142875" y="590550"/>
                </a:lnTo>
                <a:lnTo>
                  <a:pt x="123825" y="590550"/>
                </a:lnTo>
                <a:lnTo>
                  <a:pt x="123825" y="581025"/>
                </a:lnTo>
                <a:lnTo>
                  <a:pt x="114300" y="581025"/>
                </a:lnTo>
                <a:lnTo>
                  <a:pt x="114300" y="571500"/>
                </a:lnTo>
                <a:lnTo>
                  <a:pt x="104775" y="571500"/>
                </a:lnTo>
                <a:close/>
                <a:moveTo>
                  <a:pt x="523875" y="561975"/>
                </a:moveTo>
                <a:lnTo>
                  <a:pt x="533400" y="561975"/>
                </a:lnTo>
                <a:lnTo>
                  <a:pt x="533400" y="581025"/>
                </a:lnTo>
                <a:lnTo>
                  <a:pt x="523875" y="581025"/>
                </a:lnTo>
                <a:close/>
                <a:moveTo>
                  <a:pt x="504825" y="581025"/>
                </a:moveTo>
                <a:lnTo>
                  <a:pt x="514350" y="581025"/>
                </a:lnTo>
                <a:lnTo>
                  <a:pt x="514350" y="590550"/>
                </a:lnTo>
                <a:lnTo>
                  <a:pt x="504825" y="590550"/>
                </a:lnTo>
                <a:close/>
                <a:moveTo>
                  <a:pt x="1104900" y="581025"/>
                </a:moveTo>
                <a:lnTo>
                  <a:pt x="1123950" y="581025"/>
                </a:lnTo>
                <a:lnTo>
                  <a:pt x="1123950" y="590550"/>
                </a:lnTo>
                <a:lnTo>
                  <a:pt x="1104900" y="590550"/>
                </a:lnTo>
                <a:close/>
                <a:moveTo>
                  <a:pt x="1152525" y="581025"/>
                </a:moveTo>
                <a:lnTo>
                  <a:pt x="1162050" y="581025"/>
                </a:lnTo>
                <a:lnTo>
                  <a:pt x="1162050" y="600075"/>
                </a:lnTo>
                <a:lnTo>
                  <a:pt x="1152525" y="600075"/>
                </a:lnTo>
                <a:close/>
                <a:moveTo>
                  <a:pt x="466725" y="590550"/>
                </a:moveTo>
                <a:lnTo>
                  <a:pt x="495300" y="590550"/>
                </a:lnTo>
                <a:lnTo>
                  <a:pt x="495300" y="600075"/>
                </a:lnTo>
                <a:lnTo>
                  <a:pt x="485775" y="600075"/>
                </a:lnTo>
                <a:lnTo>
                  <a:pt x="485775" y="609600"/>
                </a:lnTo>
                <a:lnTo>
                  <a:pt x="466725" y="609600"/>
                </a:lnTo>
                <a:lnTo>
                  <a:pt x="466725" y="619125"/>
                </a:lnTo>
                <a:lnTo>
                  <a:pt x="447675" y="619125"/>
                </a:lnTo>
                <a:lnTo>
                  <a:pt x="447675" y="628650"/>
                </a:lnTo>
                <a:lnTo>
                  <a:pt x="419100" y="628650"/>
                </a:lnTo>
                <a:lnTo>
                  <a:pt x="419100" y="619125"/>
                </a:lnTo>
                <a:lnTo>
                  <a:pt x="428625" y="619125"/>
                </a:lnTo>
                <a:lnTo>
                  <a:pt x="428625" y="609600"/>
                </a:lnTo>
                <a:lnTo>
                  <a:pt x="447675" y="609600"/>
                </a:lnTo>
                <a:lnTo>
                  <a:pt x="447675" y="600075"/>
                </a:lnTo>
                <a:lnTo>
                  <a:pt x="466725" y="600075"/>
                </a:lnTo>
                <a:close/>
                <a:moveTo>
                  <a:pt x="1095375" y="590550"/>
                </a:moveTo>
                <a:lnTo>
                  <a:pt x="1104900" y="590550"/>
                </a:lnTo>
                <a:lnTo>
                  <a:pt x="1104900" y="600075"/>
                </a:lnTo>
                <a:lnTo>
                  <a:pt x="1095375" y="600075"/>
                </a:lnTo>
                <a:close/>
                <a:moveTo>
                  <a:pt x="733425" y="600075"/>
                </a:moveTo>
                <a:lnTo>
                  <a:pt x="752475" y="600075"/>
                </a:lnTo>
                <a:lnTo>
                  <a:pt x="752475" y="619125"/>
                </a:lnTo>
                <a:lnTo>
                  <a:pt x="733425" y="619125"/>
                </a:lnTo>
                <a:close/>
                <a:moveTo>
                  <a:pt x="1104900" y="600075"/>
                </a:moveTo>
                <a:lnTo>
                  <a:pt x="1123950" y="600075"/>
                </a:lnTo>
                <a:lnTo>
                  <a:pt x="1123950" y="619125"/>
                </a:lnTo>
                <a:lnTo>
                  <a:pt x="1114425" y="619125"/>
                </a:lnTo>
                <a:lnTo>
                  <a:pt x="1114425" y="609600"/>
                </a:lnTo>
                <a:lnTo>
                  <a:pt x="1104900" y="609600"/>
                </a:lnTo>
                <a:close/>
                <a:moveTo>
                  <a:pt x="200025" y="609600"/>
                </a:moveTo>
                <a:lnTo>
                  <a:pt x="209550" y="609600"/>
                </a:lnTo>
                <a:lnTo>
                  <a:pt x="209550" y="619125"/>
                </a:lnTo>
                <a:lnTo>
                  <a:pt x="200025" y="619125"/>
                </a:lnTo>
                <a:close/>
                <a:moveTo>
                  <a:pt x="219075" y="619125"/>
                </a:moveTo>
                <a:lnTo>
                  <a:pt x="228600" y="619125"/>
                </a:lnTo>
                <a:lnTo>
                  <a:pt x="228600" y="628650"/>
                </a:lnTo>
                <a:lnTo>
                  <a:pt x="219075" y="628650"/>
                </a:lnTo>
                <a:close/>
                <a:moveTo>
                  <a:pt x="1123950" y="619125"/>
                </a:moveTo>
                <a:lnTo>
                  <a:pt x="1133475" y="619125"/>
                </a:lnTo>
                <a:lnTo>
                  <a:pt x="1133475" y="628650"/>
                </a:lnTo>
                <a:lnTo>
                  <a:pt x="1152525" y="628650"/>
                </a:lnTo>
                <a:lnTo>
                  <a:pt x="1152525" y="638175"/>
                </a:lnTo>
                <a:lnTo>
                  <a:pt x="1143000" y="638175"/>
                </a:lnTo>
                <a:lnTo>
                  <a:pt x="1143000" y="657225"/>
                </a:lnTo>
                <a:lnTo>
                  <a:pt x="1133475" y="657225"/>
                </a:lnTo>
                <a:lnTo>
                  <a:pt x="1133475" y="638175"/>
                </a:lnTo>
                <a:lnTo>
                  <a:pt x="1123950" y="638175"/>
                </a:lnTo>
                <a:close/>
                <a:moveTo>
                  <a:pt x="238125" y="628650"/>
                </a:moveTo>
                <a:lnTo>
                  <a:pt x="266700" y="628650"/>
                </a:lnTo>
                <a:lnTo>
                  <a:pt x="266700" y="638175"/>
                </a:lnTo>
                <a:lnTo>
                  <a:pt x="276225" y="638175"/>
                </a:lnTo>
                <a:lnTo>
                  <a:pt x="276225" y="647700"/>
                </a:lnTo>
                <a:lnTo>
                  <a:pt x="247650" y="647700"/>
                </a:lnTo>
                <a:lnTo>
                  <a:pt x="247650" y="638175"/>
                </a:lnTo>
                <a:lnTo>
                  <a:pt x="238125" y="638175"/>
                </a:lnTo>
                <a:close/>
                <a:moveTo>
                  <a:pt x="400050" y="628650"/>
                </a:moveTo>
                <a:lnTo>
                  <a:pt x="409575" y="628650"/>
                </a:lnTo>
                <a:lnTo>
                  <a:pt x="409575" y="638175"/>
                </a:lnTo>
                <a:lnTo>
                  <a:pt x="400050" y="638175"/>
                </a:lnTo>
                <a:close/>
                <a:moveTo>
                  <a:pt x="314325" y="638175"/>
                </a:moveTo>
                <a:lnTo>
                  <a:pt x="333375" y="638175"/>
                </a:lnTo>
                <a:lnTo>
                  <a:pt x="333375" y="647700"/>
                </a:lnTo>
                <a:lnTo>
                  <a:pt x="361950" y="647700"/>
                </a:lnTo>
                <a:lnTo>
                  <a:pt x="361950" y="638175"/>
                </a:lnTo>
                <a:lnTo>
                  <a:pt x="390525" y="638175"/>
                </a:lnTo>
                <a:lnTo>
                  <a:pt x="390525" y="647700"/>
                </a:lnTo>
                <a:lnTo>
                  <a:pt x="381000" y="647700"/>
                </a:lnTo>
                <a:lnTo>
                  <a:pt x="381000" y="657225"/>
                </a:lnTo>
                <a:lnTo>
                  <a:pt x="361950" y="657225"/>
                </a:lnTo>
                <a:lnTo>
                  <a:pt x="361950" y="666750"/>
                </a:lnTo>
                <a:lnTo>
                  <a:pt x="333375" y="666750"/>
                </a:lnTo>
                <a:lnTo>
                  <a:pt x="333375" y="657225"/>
                </a:lnTo>
                <a:lnTo>
                  <a:pt x="314325" y="657225"/>
                </a:lnTo>
                <a:lnTo>
                  <a:pt x="314325" y="666750"/>
                </a:lnTo>
                <a:lnTo>
                  <a:pt x="304800" y="666750"/>
                </a:lnTo>
                <a:lnTo>
                  <a:pt x="304800" y="647700"/>
                </a:lnTo>
                <a:lnTo>
                  <a:pt x="314325" y="647700"/>
                </a:lnTo>
                <a:close/>
                <a:moveTo>
                  <a:pt x="1152525" y="638175"/>
                </a:moveTo>
                <a:lnTo>
                  <a:pt x="1162050" y="638175"/>
                </a:lnTo>
                <a:lnTo>
                  <a:pt x="1162050" y="647700"/>
                </a:lnTo>
                <a:lnTo>
                  <a:pt x="1152525" y="647700"/>
                </a:lnTo>
                <a:close/>
                <a:moveTo>
                  <a:pt x="285750" y="647700"/>
                </a:moveTo>
                <a:lnTo>
                  <a:pt x="295275" y="647700"/>
                </a:lnTo>
                <a:lnTo>
                  <a:pt x="295275" y="657225"/>
                </a:lnTo>
                <a:lnTo>
                  <a:pt x="285750" y="657225"/>
                </a:lnTo>
                <a:close/>
              </a:path>
            </a:pathLst>
          </a:custGeom>
          <a:solidFill xmlns:a="http://schemas.openxmlformats.org/drawingml/2006/main">
            <a:srgbClr val="757F73"/>
          </a:solidFill>
          <a:ln xmlns:a="http://schemas.openxmlformats.org/drawingml/2006/main" w="0">
            <a:noFill/>
          </a:ln>
        </p:spPr>
      </p:sp>
      <p:sp>
        <p:nvSpPr>
          <p:cNvPr id="118" name="v10 vector #354f40">
            <a:extLst xmlns:a="http://schemas.openxmlformats.org/drawingml/2006/main">
              <a:ext uri="{FF2B5EF4-FFF2-40B4-BE49-F238E27FC236}">
                <a16:creationId xmlns:a16="http://schemas.microsoft.com/office/drawing/2014/main" id="{4BFAAD61-1E46-4AAC-A968-E0114C1AE1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5350" y="3609975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733425" y="66675"/>
                </a:moveTo>
                <a:lnTo>
                  <a:pt x="742950" y="66675"/>
                </a:lnTo>
                <a:lnTo>
                  <a:pt x="742950" y="76200"/>
                </a:lnTo>
                <a:lnTo>
                  <a:pt x="752475" y="76200"/>
                </a:lnTo>
                <a:lnTo>
                  <a:pt x="752475" y="95250"/>
                </a:lnTo>
                <a:lnTo>
                  <a:pt x="742950" y="95250"/>
                </a:lnTo>
                <a:lnTo>
                  <a:pt x="742950" y="104775"/>
                </a:lnTo>
                <a:lnTo>
                  <a:pt x="733425" y="104775"/>
                </a:lnTo>
                <a:lnTo>
                  <a:pt x="733425" y="85725"/>
                </a:lnTo>
                <a:lnTo>
                  <a:pt x="714375" y="85725"/>
                </a:lnTo>
                <a:lnTo>
                  <a:pt x="714375" y="76200"/>
                </a:lnTo>
                <a:lnTo>
                  <a:pt x="733425" y="76200"/>
                </a:lnTo>
                <a:close/>
                <a:moveTo>
                  <a:pt x="1114425" y="66675"/>
                </a:moveTo>
                <a:lnTo>
                  <a:pt x="1133475" y="66675"/>
                </a:lnTo>
                <a:lnTo>
                  <a:pt x="1133475" y="76200"/>
                </a:lnTo>
                <a:lnTo>
                  <a:pt x="1143000" y="76200"/>
                </a:lnTo>
                <a:lnTo>
                  <a:pt x="1143000" y="85725"/>
                </a:lnTo>
                <a:lnTo>
                  <a:pt x="1123950" y="85725"/>
                </a:lnTo>
                <a:lnTo>
                  <a:pt x="1123950" y="95250"/>
                </a:lnTo>
                <a:lnTo>
                  <a:pt x="1114425" y="95250"/>
                </a:lnTo>
                <a:lnTo>
                  <a:pt x="1114425" y="85725"/>
                </a:lnTo>
                <a:lnTo>
                  <a:pt x="1104900" y="85725"/>
                </a:lnTo>
                <a:lnTo>
                  <a:pt x="1104900" y="76200"/>
                </a:lnTo>
                <a:lnTo>
                  <a:pt x="1114425" y="76200"/>
                </a:lnTo>
                <a:close/>
                <a:moveTo>
                  <a:pt x="695325" y="85725"/>
                </a:moveTo>
                <a:lnTo>
                  <a:pt x="704850" y="85725"/>
                </a:lnTo>
                <a:lnTo>
                  <a:pt x="704850" y="104775"/>
                </a:lnTo>
                <a:lnTo>
                  <a:pt x="714375" y="104775"/>
                </a:lnTo>
                <a:lnTo>
                  <a:pt x="714375" y="114300"/>
                </a:lnTo>
                <a:lnTo>
                  <a:pt x="676275" y="114300"/>
                </a:lnTo>
                <a:lnTo>
                  <a:pt x="676275" y="95250"/>
                </a:lnTo>
                <a:lnTo>
                  <a:pt x="695325" y="95250"/>
                </a:lnTo>
                <a:close/>
                <a:moveTo>
                  <a:pt x="1162050" y="95250"/>
                </a:moveTo>
                <a:lnTo>
                  <a:pt x="1181100" y="95250"/>
                </a:lnTo>
                <a:lnTo>
                  <a:pt x="1181100" y="123825"/>
                </a:lnTo>
                <a:lnTo>
                  <a:pt x="1162050" y="123825"/>
                </a:lnTo>
                <a:close/>
                <a:moveTo>
                  <a:pt x="257175" y="161925"/>
                </a:moveTo>
                <a:lnTo>
                  <a:pt x="266700" y="161925"/>
                </a:lnTo>
                <a:lnTo>
                  <a:pt x="266700" y="171450"/>
                </a:lnTo>
                <a:lnTo>
                  <a:pt x="257175" y="171450"/>
                </a:lnTo>
                <a:close/>
                <a:moveTo>
                  <a:pt x="381000" y="161925"/>
                </a:moveTo>
                <a:lnTo>
                  <a:pt x="390525" y="161925"/>
                </a:lnTo>
                <a:lnTo>
                  <a:pt x="390525" y="171450"/>
                </a:lnTo>
                <a:lnTo>
                  <a:pt x="381000" y="171450"/>
                </a:lnTo>
                <a:close/>
                <a:moveTo>
                  <a:pt x="314325" y="219075"/>
                </a:moveTo>
                <a:lnTo>
                  <a:pt x="342900" y="219075"/>
                </a:lnTo>
                <a:lnTo>
                  <a:pt x="342900" y="228600"/>
                </a:lnTo>
                <a:lnTo>
                  <a:pt x="352425" y="228600"/>
                </a:lnTo>
                <a:lnTo>
                  <a:pt x="352425" y="238125"/>
                </a:lnTo>
                <a:lnTo>
                  <a:pt x="361950" y="238125"/>
                </a:lnTo>
                <a:lnTo>
                  <a:pt x="361950" y="247650"/>
                </a:lnTo>
                <a:lnTo>
                  <a:pt x="381000" y="247650"/>
                </a:lnTo>
                <a:lnTo>
                  <a:pt x="381000" y="257175"/>
                </a:lnTo>
                <a:lnTo>
                  <a:pt x="400050" y="257175"/>
                </a:lnTo>
                <a:lnTo>
                  <a:pt x="400050" y="266700"/>
                </a:lnTo>
                <a:lnTo>
                  <a:pt x="428625" y="266700"/>
                </a:lnTo>
                <a:lnTo>
                  <a:pt x="428625" y="276225"/>
                </a:lnTo>
                <a:lnTo>
                  <a:pt x="447675" y="276225"/>
                </a:lnTo>
                <a:lnTo>
                  <a:pt x="447675" y="285750"/>
                </a:lnTo>
                <a:lnTo>
                  <a:pt x="476250" y="285750"/>
                </a:lnTo>
                <a:lnTo>
                  <a:pt x="476250" y="295275"/>
                </a:lnTo>
                <a:lnTo>
                  <a:pt x="495300" y="295275"/>
                </a:lnTo>
                <a:lnTo>
                  <a:pt x="495300" y="304800"/>
                </a:lnTo>
                <a:lnTo>
                  <a:pt x="514350" y="304800"/>
                </a:lnTo>
                <a:lnTo>
                  <a:pt x="514350" y="314325"/>
                </a:lnTo>
                <a:lnTo>
                  <a:pt x="523875" y="314325"/>
                </a:lnTo>
                <a:lnTo>
                  <a:pt x="523875" y="333375"/>
                </a:lnTo>
                <a:lnTo>
                  <a:pt x="504825" y="333375"/>
                </a:lnTo>
                <a:lnTo>
                  <a:pt x="504825" y="342900"/>
                </a:lnTo>
                <a:lnTo>
                  <a:pt x="485775" y="342900"/>
                </a:lnTo>
                <a:lnTo>
                  <a:pt x="485775" y="352425"/>
                </a:lnTo>
                <a:lnTo>
                  <a:pt x="466725" y="352425"/>
                </a:lnTo>
                <a:lnTo>
                  <a:pt x="466725" y="361950"/>
                </a:lnTo>
                <a:lnTo>
                  <a:pt x="438150" y="361950"/>
                </a:lnTo>
                <a:lnTo>
                  <a:pt x="438150" y="371475"/>
                </a:lnTo>
                <a:lnTo>
                  <a:pt x="419100" y="371475"/>
                </a:lnTo>
                <a:lnTo>
                  <a:pt x="419100" y="381000"/>
                </a:lnTo>
                <a:lnTo>
                  <a:pt x="400050" y="381000"/>
                </a:lnTo>
                <a:lnTo>
                  <a:pt x="400050" y="390525"/>
                </a:lnTo>
                <a:lnTo>
                  <a:pt x="381000" y="390525"/>
                </a:lnTo>
                <a:lnTo>
                  <a:pt x="381000" y="400050"/>
                </a:lnTo>
                <a:lnTo>
                  <a:pt x="361950" y="400050"/>
                </a:lnTo>
                <a:lnTo>
                  <a:pt x="361950" y="409575"/>
                </a:lnTo>
                <a:lnTo>
                  <a:pt x="352425" y="409575"/>
                </a:lnTo>
                <a:lnTo>
                  <a:pt x="352425" y="419100"/>
                </a:lnTo>
                <a:lnTo>
                  <a:pt x="342900" y="419100"/>
                </a:lnTo>
                <a:lnTo>
                  <a:pt x="342900" y="447675"/>
                </a:lnTo>
                <a:lnTo>
                  <a:pt x="333375" y="447675"/>
                </a:lnTo>
                <a:lnTo>
                  <a:pt x="333375" y="638175"/>
                </a:lnTo>
                <a:lnTo>
                  <a:pt x="314325" y="638175"/>
                </a:lnTo>
                <a:lnTo>
                  <a:pt x="314325" y="419100"/>
                </a:lnTo>
                <a:lnTo>
                  <a:pt x="304800" y="419100"/>
                </a:lnTo>
                <a:lnTo>
                  <a:pt x="304800" y="409575"/>
                </a:lnTo>
                <a:lnTo>
                  <a:pt x="295275" y="409575"/>
                </a:lnTo>
                <a:lnTo>
                  <a:pt x="295275" y="400050"/>
                </a:lnTo>
                <a:lnTo>
                  <a:pt x="276225" y="400050"/>
                </a:lnTo>
                <a:lnTo>
                  <a:pt x="276225" y="390525"/>
                </a:lnTo>
                <a:lnTo>
                  <a:pt x="247650" y="390525"/>
                </a:lnTo>
                <a:lnTo>
                  <a:pt x="247650" y="381000"/>
                </a:lnTo>
                <a:lnTo>
                  <a:pt x="228600" y="381000"/>
                </a:lnTo>
                <a:lnTo>
                  <a:pt x="228600" y="371475"/>
                </a:lnTo>
                <a:lnTo>
                  <a:pt x="209550" y="371475"/>
                </a:lnTo>
                <a:lnTo>
                  <a:pt x="209550" y="361950"/>
                </a:lnTo>
                <a:lnTo>
                  <a:pt x="190500" y="361950"/>
                </a:lnTo>
                <a:lnTo>
                  <a:pt x="190500" y="352425"/>
                </a:lnTo>
                <a:lnTo>
                  <a:pt x="161925" y="352425"/>
                </a:lnTo>
                <a:lnTo>
                  <a:pt x="161925" y="342900"/>
                </a:lnTo>
                <a:lnTo>
                  <a:pt x="142875" y="342900"/>
                </a:lnTo>
                <a:lnTo>
                  <a:pt x="142875" y="333375"/>
                </a:lnTo>
                <a:lnTo>
                  <a:pt x="104775" y="333375"/>
                </a:lnTo>
                <a:lnTo>
                  <a:pt x="104775" y="342900"/>
                </a:lnTo>
                <a:lnTo>
                  <a:pt x="95250" y="342900"/>
                </a:lnTo>
                <a:lnTo>
                  <a:pt x="95250" y="352425"/>
                </a:lnTo>
                <a:lnTo>
                  <a:pt x="85725" y="352425"/>
                </a:lnTo>
                <a:lnTo>
                  <a:pt x="85725" y="361950"/>
                </a:lnTo>
                <a:lnTo>
                  <a:pt x="76200" y="361950"/>
                </a:lnTo>
                <a:lnTo>
                  <a:pt x="76200" y="342900"/>
                </a:lnTo>
                <a:lnTo>
                  <a:pt x="85725" y="342900"/>
                </a:lnTo>
                <a:lnTo>
                  <a:pt x="85725" y="333375"/>
                </a:lnTo>
                <a:lnTo>
                  <a:pt x="95250" y="333375"/>
                </a:lnTo>
                <a:lnTo>
                  <a:pt x="95250" y="323850"/>
                </a:lnTo>
                <a:lnTo>
                  <a:pt x="104775" y="323850"/>
                </a:lnTo>
                <a:lnTo>
                  <a:pt x="104775" y="314325"/>
                </a:lnTo>
                <a:lnTo>
                  <a:pt x="133350" y="314325"/>
                </a:lnTo>
                <a:lnTo>
                  <a:pt x="133350" y="304800"/>
                </a:lnTo>
                <a:lnTo>
                  <a:pt x="152400" y="304800"/>
                </a:lnTo>
                <a:lnTo>
                  <a:pt x="152400" y="295275"/>
                </a:lnTo>
                <a:lnTo>
                  <a:pt x="180975" y="295275"/>
                </a:lnTo>
                <a:lnTo>
                  <a:pt x="180975" y="285750"/>
                </a:lnTo>
                <a:lnTo>
                  <a:pt x="200025" y="285750"/>
                </a:lnTo>
                <a:lnTo>
                  <a:pt x="200025" y="276225"/>
                </a:lnTo>
                <a:lnTo>
                  <a:pt x="219075" y="276225"/>
                </a:lnTo>
                <a:lnTo>
                  <a:pt x="219075" y="266700"/>
                </a:lnTo>
                <a:lnTo>
                  <a:pt x="247650" y="266700"/>
                </a:lnTo>
                <a:lnTo>
                  <a:pt x="247650" y="257175"/>
                </a:lnTo>
                <a:lnTo>
                  <a:pt x="266700" y="257175"/>
                </a:lnTo>
                <a:lnTo>
                  <a:pt x="266700" y="247650"/>
                </a:lnTo>
                <a:lnTo>
                  <a:pt x="285750" y="247650"/>
                </a:lnTo>
                <a:lnTo>
                  <a:pt x="285750" y="238125"/>
                </a:lnTo>
                <a:lnTo>
                  <a:pt x="304800" y="238125"/>
                </a:lnTo>
                <a:lnTo>
                  <a:pt x="304800" y="228600"/>
                </a:lnTo>
                <a:lnTo>
                  <a:pt x="314325" y="228600"/>
                </a:lnTo>
                <a:close/>
                <a:moveTo>
                  <a:pt x="752475" y="228600"/>
                </a:moveTo>
                <a:lnTo>
                  <a:pt x="762000" y="228600"/>
                </a:lnTo>
                <a:lnTo>
                  <a:pt x="762000" y="247650"/>
                </a:lnTo>
                <a:lnTo>
                  <a:pt x="752475" y="247650"/>
                </a:lnTo>
                <a:lnTo>
                  <a:pt x="752475" y="257175"/>
                </a:lnTo>
                <a:lnTo>
                  <a:pt x="742950" y="257175"/>
                </a:lnTo>
                <a:lnTo>
                  <a:pt x="742950" y="238125"/>
                </a:lnTo>
                <a:lnTo>
                  <a:pt x="752475" y="238125"/>
                </a:lnTo>
                <a:close/>
                <a:moveTo>
                  <a:pt x="1095375" y="228600"/>
                </a:moveTo>
                <a:lnTo>
                  <a:pt x="1104900" y="228600"/>
                </a:lnTo>
                <a:lnTo>
                  <a:pt x="1104900" y="238125"/>
                </a:lnTo>
                <a:lnTo>
                  <a:pt x="1095375" y="238125"/>
                </a:lnTo>
                <a:close/>
                <a:moveTo>
                  <a:pt x="47625" y="238125"/>
                </a:moveTo>
                <a:lnTo>
                  <a:pt x="66675" y="238125"/>
                </a:lnTo>
                <a:lnTo>
                  <a:pt x="66675" y="247650"/>
                </a:lnTo>
                <a:lnTo>
                  <a:pt x="47625" y="247650"/>
                </a:lnTo>
                <a:close/>
                <a:moveTo>
                  <a:pt x="581025" y="238125"/>
                </a:moveTo>
                <a:lnTo>
                  <a:pt x="600075" y="238125"/>
                </a:lnTo>
                <a:lnTo>
                  <a:pt x="600075" y="247650"/>
                </a:lnTo>
                <a:lnTo>
                  <a:pt x="581025" y="247650"/>
                </a:lnTo>
                <a:close/>
                <a:moveTo>
                  <a:pt x="1133475" y="266700"/>
                </a:moveTo>
                <a:lnTo>
                  <a:pt x="1152525" y="266700"/>
                </a:lnTo>
                <a:lnTo>
                  <a:pt x="1152525" y="276225"/>
                </a:lnTo>
                <a:lnTo>
                  <a:pt x="1162050" y="276225"/>
                </a:lnTo>
                <a:lnTo>
                  <a:pt x="1162050" y="304800"/>
                </a:lnTo>
                <a:lnTo>
                  <a:pt x="1152525" y="304800"/>
                </a:lnTo>
                <a:lnTo>
                  <a:pt x="1152525" y="342900"/>
                </a:lnTo>
                <a:lnTo>
                  <a:pt x="1143000" y="342900"/>
                </a:lnTo>
                <a:lnTo>
                  <a:pt x="1143000" y="295275"/>
                </a:lnTo>
                <a:lnTo>
                  <a:pt x="1133475" y="295275"/>
                </a:lnTo>
                <a:close/>
                <a:moveTo>
                  <a:pt x="561975" y="276225"/>
                </a:moveTo>
                <a:lnTo>
                  <a:pt x="571500" y="276225"/>
                </a:lnTo>
                <a:lnTo>
                  <a:pt x="571500" y="295275"/>
                </a:lnTo>
                <a:lnTo>
                  <a:pt x="561975" y="295275"/>
                </a:lnTo>
                <a:close/>
                <a:moveTo>
                  <a:pt x="704850" y="285750"/>
                </a:moveTo>
                <a:lnTo>
                  <a:pt x="723900" y="285750"/>
                </a:lnTo>
                <a:lnTo>
                  <a:pt x="723900" y="295275"/>
                </a:lnTo>
                <a:lnTo>
                  <a:pt x="704850" y="295275"/>
                </a:lnTo>
                <a:close/>
                <a:moveTo>
                  <a:pt x="1104900" y="323850"/>
                </a:moveTo>
                <a:lnTo>
                  <a:pt x="1123950" y="323850"/>
                </a:lnTo>
                <a:lnTo>
                  <a:pt x="1123950" y="342900"/>
                </a:lnTo>
                <a:lnTo>
                  <a:pt x="1095375" y="342900"/>
                </a:lnTo>
                <a:lnTo>
                  <a:pt x="1095375" y="333375"/>
                </a:lnTo>
                <a:lnTo>
                  <a:pt x="1104900" y="333375"/>
                </a:lnTo>
                <a:close/>
                <a:moveTo>
                  <a:pt x="733425" y="333375"/>
                </a:moveTo>
                <a:lnTo>
                  <a:pt x="762000" y="333375"/>
                </a:lnTo>
                <a:lnTo>
                  <a:pt x="762000" y="342900"/>
                </a:lnTo>
                <a:lnTo>
                  <a:pt x="733425" y="342900"/>
                </a:lnTo>
                <a:close/>
                <a:moveTo>
                  <a:pt x="561975" y="342900"/>
                </a:moveTo>
                <a:lnTo>
                  <a:pt x="571500" y="342900"/>
                </a:lnTo>
                <a:lnTo>
                  <a:pt x="571500" y="352425"/>
                </a:lnTo>
                <a:lnTo>
                  <a:pt x="581025" y="352425"/>
                </a:lnTo>
                <a:lnTo>
                  <a:pt x="581025" y="361950"/>
                </a:lnTo>
                <a:lnTo>
                  <a:pt x="590550" y="361950"/>
                </a:lnTo>
                <a:lnTo>
                  <a:pt x="590550" y="381000"/>
                </a:lnTo>
                <a:lnTo>
                  <a:pt x="581025" y="381000"/>
                </a:lnTo>
                <a:lnTo>
                  <a:pt x="581025" y="371475"/>
                </a:lnTo>
                <a:lnTo>
                  <a:pt x="571500" y="371475"/>
                </a:lnTo>
                <a:lnTo>
                  <a:pt x="571500" y="361950"/>
                </a:lnTo>
                <a:lnTo>
                  <a:pt x="561975" y="361950"/>
                </a:lnTo>
                <a:close/>
                <a:moveTo>
                  <a:pt x="47625" y="390525"/>
                </a:moveTo>
                <a:lnTo>
                  <a:pt x="57150" y="390525"/>
                </a:lnTo>
                <a:lnTo>
                  <a:pt x="57150" y="400050"/>
                </a:lnTo>
                <a:lnTo>
                  <a:pt x="47625" y="400050"/>
                </a:lnTo>
                <a:close/>
                <a:moveTo>
                  <a:pt x="114300" y="438150"/>
                </a:moveTo>
                <a:lnTo>
                  <a:pt x="123825" y="438150"/>
                </a:lnTo>
                <a:lnTo>
                  <a:pt x="123825" y="447675"/>
                </a:lnTo>
                <a:lnTo>
                  <a:pt x="114300" y="447675"/>
                </a:lnTo>
                <a:close/>
                <a:moveTo>
                  <a:pt x="523875" y="438150"/>
                </a:moveTo>
                <a:lnTo>
                  <a:pt x="533400" y="438150"/>
                </a:lnTo>
                <a:lnTo>
                  <a:pt x="533400" y="447675"/>
                </a:lnTo>
                <a:lnTo>
                  <a:pt x="523875" y="447675"/>
                </a:lnTo>
                <a:close/>
                <a:moveTo>
                  <a:pt x="485775" y="447675"/>
                </a:moveTo>
                <a:lnTo>
                  <a:pt x="495300" y="447675"/>
                </a:lnTo>
                <a:lnTo>
                  <a:pt x="495300" y="457200"/>
                </a:lnTo>
                <a:lnTo>
                  <a:pt x="485775" y="457200"/>
                </a:lnTo>
                <a:close/>
                <a:moveTo>
                  <a:pt x="266700" y="466725"/>
                </a:moveTo>
                <a:lnTo>
                  <a:pt x="276225" y="466725"/>
                </a:lnTo>
                <a:lnTo>
                  <a:pt x="276225" y="485775"/>
                </a:lnTo>
                <a:lnTo>
                  <a:pt x="257175" y="485775"/>
                </a:lnTo>
                <a:lnTo>
                  <a:pt x="257175" y="476250"/>
                </a:lnTo>
                <a:lnTo>
                  <a:pt x="266700" y="476250"/>
                </a:lnTo>
                <a:close/>
                <a:moveTo>
                  <a:pt x="752475" y="485775"/>
                </a:moveTo>
                <a:lnTo>
                  <a:pt x="762000" y="485775"/>
                </a:lnTo>
                <a:lnTo>
                  <a:pt x="762000" y="504825"/>
                </a:lnTo>
                <a:lnTo>
                  <a:pt x="752475" y="504825"/>
                </a:lnTo>
                <a:lnTo>
                  <a:pt x="752475" y="514350"/>
                </a:lnTo>
                <a:lnTo>
                  <a:pt x="742950" y="514350"/>
                </a:lnTo>
                <a:lnTo>
                  <a:pt x="742950" y="523875"/>
                </a:lnTo>
                <a:lnTo>
                  <a:pt x="733425" y="523875"/>
                </a:lnTo>
                <a:lnTo>
                  <a:pt x="733425" y="504825"/>
                </a:lnTo>
                <a:lnTo>
                  <a:pt x="742950" y="504825"/>
                </a:lnTo>
                <a:lnTo>
                  <a:pt x="742950" y="495300"/>
                </a:lnTo>
                <a:lnTo>
                  <a:pt x="752475" y="495300"/>
                </a:lnTo>
                <a:close/>
                <a:moveTo>
                  <a:pt x="1095375" y="485775"/>
                </a:moveTo>
                <a:lnTo>
                  <a:pt x="1104900" y="485775"/>
                </a:lnTo>
                <a:lnTo>
                  <a:pt x="1104900" y="495300"/>
                </a:lnTo>
                <a:lnTo>
                  <a:pt x="1095375" y="495300"/>
                </a:lnTo>
                <a:close/>
                <a:moveTo>
                  <a:pt x="1143000" y="523875"/>
                </a:moveTo>
                <a:lnTo>
                  <a:pt x="1152525" y="523875"/>
                </a:lnTo>
                <a:lnTo>
                  <a:pt x="1152525" y="533400"/>
                </a:lnTo>
                <a:lnTo>
                  <a:pt x="1162050" y="533400"/>
                </a:lnTo>
                <a:lnTo>
                  <a:pt x="1162050" y="561975"/>
                </a:lnTo>
                <a:lnTo>
                  <a:pt x="1152525" y="561975"/>
                </a:lnTo>
                <a:lnTo>
                  <a:pt x="1152525" y="600075"/>
                </a:lnTo>
                <a:lnTo>
                  <a:pt x="1143000" y="600075"/>
                </a:lnTo>
                <a:lnTo>
                  <a:pt x="1143000" y="552450"/>
                </a:lnTo>
                <a:lnTo>
                  <a:pt x="1133475" y="552450"/>
                </a:lnTo>
                <a:lnTo>
                  <a:pt x="1133475" y="542925"/>
                </a:lnTo>
                <a:lnTo>
                  <a:pt x="1143000" y="542925"/>
                </a:lnTo>
                <a:close/>
                <a:moveTo>
                  <a:pt x="714375" y="533400"/>
                </a:moveTo>
                <a:lnTo>
                  <a:pt x="723900" y="533400"/>
                </a:lnTo>
                <a:lnTo>
                  <a:pt x="723900" y="542925"/>
                </a:lnTo>
                <a:lnTo>
                  <a:pt x="733425" y="542925"/>
                </a:lnTo>
                <a:lnTo>
                  <a:pt x="733425" y="552450"/>
                </a:lnTo>
                <a:lnTo>
                  <a:pt x="723900" y="552450"/>
                </a:lnTo>
                <a:lnTo>
                  <a:pt x="723900" y="561975"/>
                </a:lnTo>
                <a:lnTo>
                  <a:pt x="714375" y="561975"/>
                </a:lnTo>
                <a:lnTo>
                  <a:pt x="714375" y="552450"/>
                </a:lnTo>
                <a:lnTo>
                  <a:pt x="704850" y="552450"/>
                </a:lnTo>
                <a:lnTo>
                  <a:pt x="704850" y="542925"/>
                </a:lnTo>
                <a:lnTo>
                  <a:pt x="714375" y="542925"/>
                </a:lnTo>
                <a:close/>
                <a:moveTo>
                  <a:pt x="733425" y="581025"/>
                </a:moveTo>
                <a:lnTo>
                  <a:pt x="752475" y="581025"/>
                </a:lnTo>
                <a:lnTo>
                  <a:pt x="752475" y="590550"/>
                </a:lnTo>
                <a:lnTo>
                  <a:pt x="762000" y="590550"/>
                </a:lnTo>
                <a:lnTo>
                  <a:pt x="762000" y="600075"/>
                </a:lnTo>
                <a:lnTo>
                  <a:pt x="733425" y="600075"/>
                </a:lnTo>
                <a:close/>
                <a:moveTo>
                  <a:pt x="1104900" y="590550"/>
                </a:moveTo>
                <a:lnTo>
                  <a:pt x="1133475" y="590550"/>
                </a:lnTo>
                <a:lnTo>
                  <a:pt x="1133475" y="600075"/>
                </a:lnTo>
                <a:lnTo>
                  <a:pt x="1104900" y="600075"/>
                </a:lnTo>
                <a:close/>
                <a:moveTo>
                  <a:pt x="1143000" y="638175"/>
                </a:moveTo>
                <a:lnTo>
                  <a:pt x="1152525" y="638175"/>
                </a:lnTo>
                <a:lnTo>
                  <a:pt x="1152525" y="647700"/>
                </a:lnTo>
                <a:lnTo>
                  <a:pt x="1162050" y="647700"/>
                </a:lnTo>
                <a:lnTo>
                  <a:pt x="1162050" y="657225"/>
                </a:lnTo>
                <a:lnTo>
                  <a:pt x="1181100" y="657225"/>
                </a:lnTo>
                <a:lnTo>
                  <a:pt x="1181100" y="666750"/>
                </a:lnTo>
                <a:lnTo>
                  <a:pt x="1143000" y="666750"/>
                </a:lnTo>
                <a:close/>
                <a:moveTo>
                  <a:pt x="314325" y="657225"/>
                </a:moveTo>
                <a:lnTo>
                  <a:pt x="333375" y="657225"/>
                </a:lnTo>
                <a:lnTo>
                  <a:pt x="333375" y="676275"/>
                </a:lnTo>
                <a:lnTo>
                  <a:pt x="314325" y="676275"/>
                </a:lnTo>
                <a:close/>
                <a:moveTo>
                  <a:pt x="676275" y="657225"/>
                </a:moveTo>
                <a:lnTo>
                  <a:pt x="685800" y="657225"/>
                </a:lnTo>
                <a:lnTo>
                  <a:pt x="685800" y="666750"/>
                </a:lnTo>
                <a:lnTo>
                  <a:pt x="676275" y="666750"/>
                </a:lnTo>
                <a:close/>
              </a:path>
            </a:pathLst>
          </a:custGeom>
          <a:solidFill xmlns:a="http://schemas.openxmlformats.org/drawingml/2006/main">
            <a:srgbClr val="354F40"/>
          </a:solidFill>
          <a:ln xmlns:a="http://schemas.openxmlformats.org/drawingml/2006/main" w="0">
            <a:noFill/>
          </a:ln>
        </p:spPr>
      </p:sp>
      <p:sp>
        <p:nvSpPr>
          <p:cNvPr id="119" name="">
            <a:extLst xmlns:a="http://schemas.openxmlformats.org/drawingml/2006/main">
              <a:ext uri="{FF2B5EF4-FFF2-40B4-BE49-F238E27FC236}">
                <a16:creationId xmlns:a16="http://schemas.microsoft.com/office/drawing/2014/main" id="{83F08E47-0711-4358-9B7F-ED6BCD6365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514600" y="3676650"/>
            <a:ext cx="1495425" cy="93345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l"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defPPr>
            <a:lvl1pPr algn="l"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1pPr>
            <a:lvl2pPr algn="l"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2pPr>
            <a:lvl3pPr algn="l"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3pPr>
            <a:lvl4pPr algn="l"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4pPr>
            <a:lvl5pPr algn="l"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5pPr>
            <a:lvl6pPr algn="l"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6pPr>
            <a:lvl7pPr algn="l"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7pPr>
            <a:lvl8pPr algn="l"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8pPr>
            <a:lvl9pPr algn="l"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l">
              <a:lnSpc>
                <a:spcPct val="105000"/>
              </a:lnSpc>
              <a:buNone/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pPr>
            <a:r>
              <a:rPr sz="1500" b="0">
                <a:solidFill>
                  <a:srgbClr val="1D4333"/>
                </a:solidFill>
                <a:latin typeface="Arial"/>
                <a:ea typeface="Arial"/>
                <a:cs typeface="Arial"/>
              </a:rPr>
              <a:t>Dudas sobre</a:t>
            </a:r>
          </a:p>
          <a:p xmlns:a="http://schemas.openxmlformats.org/drawingml/2006/main">
            <a:pPr algn="l">
              <a:lnSpc>
                <a:spcPct val="105000"/>
              </a:lnSpc>
              <a:buNone/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pPr>
            <a:r>
              <a:rPr sz="1500" b="0">
                <a:solidFill>
                  <a:srgbClr val="1D4333"/>
                </a:solidFill>
                <a:latin typeface="Arial"/>
                <a:ea typeface="Arial"/>
                <a:cs typeface="Arial"/>
              </a:rPr>
              <a:t>cuánto queda</a:t>
            </a:r>
          </a:p>
        </p:txBody>
      </p:sp>
      <p:sp>
        <p:nvSpPr>
          <p:cNvPr id="120" name="">
            <a:extLst xmlns:a="http://schemas.openxmlformats.org/drawingml/2006/main">
              <a:ext uri="{FF2B5EF4-FFF2-40B4-BE49-F238E27FC236}">
                <a16:creationId xmlns:a16="http://schemas.microsoft.com/office/drawing/2014/main" id="{AAAF9B0E-DCB5-4689-A783-A76F9E5545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200525" y="3867150"/>
            <a:ext cx="619125" cy="42862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l">
              <a:defRPr sz="3075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defPPr>
            <a:lvl1pPr algn="l">
              <a:defRPr sz="3075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1pPr>
            <a:lvl2pPr algn="l">
              <a:defRPr sz="3075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2pPr>
            <a:lvl3pPr algn="l">
              <a:defRPr sz="3075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3pPr>
            <a:lvl4pPr algn="l">
              <a:defRPr sz="3075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4pPr>
            <a:lvl5pPr algn="l">
              <a:defRPr sz="3075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5pPr>
            <a:lvl6pPr algn="l">
              <a:defRPr sz="3075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6pPr>
            <a:lvl7pPr algn="l">
              <a:defRPr sz="3075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7pPr>
            <a:lvl8pPr algn="l">
              <a:defRPr sz="3075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8pPr>
            <a:lvl9pPr algn="l">
              <a:defRPr sz="3075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l">
              <a:lnSpc>
                <a:spcPct val="105000"/>
              </a:lnSpc>
              <a:buNone/>
              <a:defRPr sz="3075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pPr>
            <a:r>
              <a:rPr sz="3075" b="0">
                <a:solidFill>
                  <a:srgbClr val="1D4333"/>
                </a:solidFill>
                <a:latin typeface="Arial"/>
                <a:ea typeface="Arial"/>
                <a:cs typeface="Arial"/>
              </a:rPr>
              <a:t>⟶</a:t>
            </a:r>
          </a:p>
        </p:txBody>
      </p:sp>
      <p:sp>
        <p:nvSpPr>
          <p:cNvPr id="121" name="">
            <a:extLst xmlns:a="http://schemas.openxmlformats.org/drawingml/2006/main">
              <a:ext uri="{FF2B5EF4-FFF2-40B4-BE49-F238E27FC236}">
                <a16:creationId xmlns:a16="http://schemas.microsoft.com/office/drawing/2014/main" id="{6849A79F-47B2-4632-9829-AEC225A7C6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876800" y="3495675"/>
            <a:ext cx="3343275" cy="1143000"/>
          </a:xfrm>
          <a:prstGeom xmlns:a="http://schemas.openxmlformats.org/drawingml/2006/main" prst="roundRect">
            <a:avLst>
              <a:gd name="adj" fmla="val 18333"/>
            </a:avLst>
          </a:prstGeom>
          <a:solidFill xmlns:a="http://schemas.openxmlformats.org/drawingml/2006/main">
            <a:srgbClr val="FAFAF6"/>
          </a:solidFill>
          <a:ln xmlns:a="http://schemas.openxmlformats.org/drawingml/2006/main" w="23813">
            <a:solidFill>
              <a:srgbClr val="9E654A"/>
            </a:solidFill>
          </a:ln>
        </p:spPr>
      </p:sp>
      <p:sp>
        <p:nvSpPr>
          <p:cNvPr id="122" name="">
            <a:extLst xmlns:a="http://schemas.openxmlformats.org/drawingml/2006/main">
              <a:ext uri="{FF2B5EF4-FFF2-40B4-BE49-F238E27FC236}">
                <a16:creationId xmlns:a16="http://schemas.microsoft.com/office/drawing/2014/main" id="{1218060C-2647-45FB-806A-B33AE36390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048250" y="3609975"/>
            <a:ext cx="1428750" cy="962025"/>
          </a:xfrm>
          <a:prstGeom xmlns:a="http://schemas.openxmlformats.org/drawingml/2006/main" prst="rect">
            <a:avLst/>
          </a:prstGeom>
          <a:solidFill xmlns:a="http://schemas.openxmlformats.org/drawingml/2006/main">
            <a:srgbClr val="F5F2E8"/>
          </a:solidFill>
          <a:ln xmlns:a="http://schemas.openxmlformats.org/drawingml/2006/main" w="0">
            <a:noFill/>
          </a:ln>
        </p:spPr>
      </p:sp>
      <p:sp>
        <p:nvSpPr>
          <p:cNvPr id="123" name="v11 vector #fafbf6">
            <a:extLst xmlns:a="http://schemas.openxmlformats.org/drawingml/2006/main">
              <a:ext uri="{FF2B5EF4-FFF2-40B4-BE49-F238E27FC236}">
                <a16:creationId xmlns:a16="http://schemas.microsoft.com/office/drawing/2014/main" id="{0B0CC57E-69E5-40E3-A69C-17A94AEDFE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8250" y="3609975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1047750" y="28575"/>
                </a:moveTo>
                <a:lnTo>
                  <a:pt x="1057275" y="28575"/>
                </a:lnTo>
                <a:lnTo>
                  <a:pt x="1057275" y="38100"/>
                </a:lnTo>
                <a:lnTo>
                  <a:pt x="1076325" y="38100"/>
                </a:lnTo>
                <a:lnTo>
                  <a:pt x="1076325" y="47625"/>
                </a:lnTo>
                <a:lnTo>
                  <a:pt x="1047750" y="47625"/>
                </a:lnTo>
                <a:close/>
                <a:moveTo>
                  <a:pt x="1085850" y="28575"/>
                </a:moveTo>
                <a:lnTo>
                  <a:pt x="1095375" y="28575"/>
                </a:lnTo>
                <a:lnTo>
                  <a:pt x="1095375" y="47625"/>
                </a:lnTo>
                <a:lnTo>
                  <a:pt x="1085850" y="47625"/>
                </a:lnTo>
                <a:close/>
                <a:moveTo>
                  <a:pt x="28575" y="104775"/>
                </a:moveTo>
                <a:lnTo>
                  <a:pt x="38100" y="104775"/>
                </a:lnTo>
                <a:lnTo>
                  <a:pt x="38100" y="123825"/>
                </a:lnTo>
                <a:lnTo>
                  <a:pt x="47625" y="123825"/>
                </a:lnTo>
                <a:lnTo>
                  <a:pt x="47625" y="152400"/>
                </a:lnTo>
                <a:lnTo>
                  <a:pt x="38100" y="152400"/>
                </a:lnTo>
                <a:lnTo>
                  <a:pt x="38100" y="161925"/>
                </a:lnTo>
                <a:lnTo>
                  <a:pt x="28575" y="161925"/>
                </a:lnTo>
                <a:lnTo>
                  <a:pt x="28575" y="152400"/>
                </a:lnTo>
                <a:lnTo>
                  <a:pt x="9525" y="152400"/>
                </a:lnTo>
                <a:lnTo>
                  <a:pt x="9525" y="133350"/>
                </a:lnTo>
                <a:lnTo>
                  <a:pt x="0" y="133350"/>
                </a:lnTo>
                <a:lnTo>
                  <a:pt x="0" y="114300"/>
                </a:lnTo>
                <a:lnTo>
                  <a:pt x="28575" y="114300"/>
                </a:lnTo>
                <a:close/>
                <a:moveTo>
                  <a:pt x="257175" y="152400"/>
                </a:moveTo>
                <a:lnTo>
                  <a:pt x="285750" y="152400"/>
                </a:lnTo>
                <a:lnTo>
                  <a:pt x="285750" y="171450"/>
                </a:lnTo>
                <a:lnTo>
                  <a:pt x="257175" y="171450"/>
                </a:lnTo>
                <a:close/>
                <a:moveTo>
                  <a:pt x="85725" y="161925"/>
                </a:moveTo>
                <a:lnTo>
                  <a:pt x="95250" y="161925"/>
                </a:lnTo>
                <a:lnTo>
                  <a:pt x="95250" y="171450"/>
                </a:lnTo>
                <a:lnTo>
                  <a:pt x="85725" y="171450"/>
                </a:lnTo>
                <a:close/>
                <a:moveTo>
                  <a:pt x="1028700" y="161925"/>
                </a:moveTo>
                <a:lnTo>
                  <a:pt x="1038225" y="161925"/>
                </a:lnTo>
                <a:lnTo>
                  <a:pt x="1038225" y="171450"/>
                </a:lnTo>
                <a:lnTo>
                  <a:pt x="1028700" y="171450"/>
                </a:lnTo>
                <a:close/>
                <a:moveTo>
                  <a:pt x="1076325" y="161925"/>
                </a:moveTo>
                <a:lnTo>
                  <a:pt x="1085850" y="161925"/>
                </a:lnTo>
                <a:lnTo>
                  <a:pt x="1085850" y="190500"/>
                </a:lnTo>
                <a:lnTo>
                  <a:pt x="1076325" y="190500"/>
                </a:lnTo>
                <a:close/>
                <a:moveTo>
                  <a:pt x="247650" y="180975"/>
                </a:moveTo>
                <a:lnTo>
                  <a:pt x="257175" y="180975"/>
                </a:lnTo>
                <a:lnTo>
                  <a:pt x="257175" y="200025"/>
                </a:lnTo>
                <a:lnTo>
                  <a:pt x="247650" y="200025"/>
                </a:lnTo>
                <a:close/>
                <a:moveTo>
                  <a:pt x="571500" y="180975"/>
                </a:moveTo>
                <a:lnTo>
                  <a:pt x="590550" y="180975"/>
                </a:lnTo>
                <a:lnTo>
                  <a:pt x="590550" y="200025"/>
                </a:lnTo>
                <a:lnTo>
                  <a:pt x="581025" y="200025"/>
                </a:lnTo>
                <a:lnTo>
                  <a:pt x="581025" y="190500"/>
                </a:lnTo>
                <a:lnTo>
                  <a:pt x="571500" y="190500"/>
                </a:lnTo>
                <a:close/>
                <a:moveTo>
                  <a:pt x="1028700" y="180975"/>
                </a:moveTo>
                <a:lnTo>
                  <a:pt x="1038225" y="180975"/>
                </a:lnTo>
                <a:lnTo>
                  <a:pt x="1038225" y="190500"/>
                </a:lnTo>
                <a:lnTo>
                  <a:pt x="1047750" y="190500"/>
                </a:lnTo>
                <a:lnTo>
                  <a:pt x="1047750" y="219075"/>
                </a:lnTo>
                <a:lnTo>
                  <a:pt x="1028700" y="219075"/>
                </a:lnTo>
                <a:close/>
                <a:moveTo>
                  <a:pt x="180975" y="200025"/>
                </a:moveTo>
                <a:lnTo>
                  <a:pt x="209550" y="200025"/>
                </a:lnTo>
                <a:lnTo>
                  <a:pt x="209550" y="209550"/>
                </a:lnTo>
                <a:lnTo>
                  <a:pt x="200025" y="209550"/>
                </a:lnTo>
                <a:lnTo>
                  <a:pt x="200025" y="219075"/>
                </a:lnTo>
                <a:lnTo>
                  <a:pt x="171450" y="219075"/>
                </a:lnTo>
                <a:lnTo>
                  <a:pt x="171450" y="209550"/>
                </a:lnTo>
                <a:lnTo>
                  <a:pt x="180975" y="209550"/>
                </a:lnTo>
                <a:close/>
                <a:moveTo>
                  <a:pt x="628650" y="209550"/>
                </a:moveTo>
                <a:lnTo>
                  <a:pt x="638175" y="209550"/>
                </a:lnTo>
                <a:lnTo>
                  <a:pt x="638175" y="219075"/>
                </a:lnTo>
                <a:lnTo>
                  <a:pt x="647700" y="219075"/>
                </a:lnTo>
                <a:lnTo>
                  <a:pt x="647700" y="228600"/>
                </a:lnTo>
                <a:lnTo>
                  <a:pt x="657225" y="228600"/>
                </a:lnTo>
                <a:lnTo>
                  <a:pt x="657225" y="247650"/>
                </a:lnTo>
                <a:lnTo>
                  <a:pt x="647700" y="247650"/>
                </a:lnTo>
                <a:lnTo>
                  <a:pt x="647700" y="238125"/>
                </a:lnTo>
                <a:lnTo>
                  <a:pt x="638175" y="238125"/>
                </a:lnTo>
                <a:lnTo>
                  <a:pt x="638175" y="228600"/>
                </a:lnTo>
                <a:lnTo>
                  <a:pt x="628650" y="228600"/>
                </a:lnTo>
                <a:close/>
                <a:moveTo>
                  <a:pt x="9525" y="266700"/>
                </a:moveTo>
                <a:lnTo>
                  <a:pt x="19050" y="266700"/>
                </a:lnTo>
                <a:lnTo>
                  <a:pt x="19050" y="276225"/>
                </a:lnTo>
                <a:lnTo>
                  <a:pt x="9525" y="276225"/>
                </a:lnTo>
                <a:close/>
                <a:moveTo>
                  <a:pt x="28575" y="266700"/>
                </a:moveTo>
                <a:lnTo>
                  <a:pt x="38100" y="266700"/>
                </a:lnTo>
                <a:lnTo>
                  <a:pt x="38100" y="276225"/>
                </a:lnTo>
                <a:lnTo>
                  <a:pt x="28575" y="276225"/>
                </a:lnTo>
                <a:close/>
                <a:moveTo>
                  <a:pt x="428625" y="323850"/>
                </a:moveTo>
                <a:lnTo>
                  <a:pt x="447675" y="323850"/>
                </a:lnTo>
                <a:lnTo>
                  <a:pt x="447675" y="342900"/>
                </a:lnTo>
                <a:lnTo>
                  <a:pt x="457200" y="342900"/>
                </a:lnTo>
                <a:lnTo>
                  <a:pt x="457200" y="361950"/>
                </a:lnTo>
                <a:lnTo>
                  <a:pt x="466725" y="361950"/>
                </a:lnTo>
                <a:lnTo>
                  <a:pt x="466725" y="371475"/>
                </a:lnTo>
                <a:lnTo>
                  <a:pt x="476250" y="371475"/>
                </a:lnTo>
                <a:lnTo>
                  <a:pt x="476250" y="381000"/>
                </a:lnTo>
                <a:lnTo>
                  <a:pt x="485775" y="381000"/>
                </a:lnTo>
                <a:lnTo>
                  <a:pt x="485775" y="390525"/>
                </a:lnTo>
                <a:lnTo>
                  <a:pt x="495300" y="390525"/>
                </a:lnTo>
                <a:lnTo>
                  <a:pt x="495300" y="400050"/>
                </a:lnTo>
                <a:lnTo>
                  <a:pt x="504825" y="400050"/>
                </a:lnTo>
                <a:lnTo>
                  <a:pt x="504825" y="409575"/>
                </a:lnTo>
                <a:lnTo>
                  <a:pt x="533400" y="409575"/>
                </a:lnTo>
                <a:lnTo>
                  <a:pt x="533400" y="419100"/>
                </a:lnTo>
                <a:lnTo>
                  <a:pt x="600075" y="419100"/>
                </a:lnTo>
                <a:lnTo>
                  <a:pt x="600075" y="428625"/>
                </a:lnTo>
                <a:lnTo>
                  <a:pt x="581025" y="428625"/>
                </a:lnTo>
                <a:lnTo>
                  <a:pt x="581025" y="438150"/>
                </a:lnTo>
                <a:lnTo>
                  <a:pt x="571500" y="438150"/>
                </a:lnTo>
                <a:lnTo>
                  <a:pt x="571500" y="447675"/>
                </a:lnTo>
                <a:lnTo>
                  <a:pt x="552450" y="447675"/>
                </a:lnTo>
                <a:lnTo>
                  <a:pt x="552450" y="438150"/>
                </a:lnTo>
                <a:lnTo>
                  <a:pt x="514350" y="438150"/>
                </a:lnTo>
                <a:lnTo>
                  <a:pt x="514350" y="428625"/>
                </a:lnTo>
                <a:lnTo>
                  <a:pt x="495300" y="428625"/>
                </a:lnTo>
                <a:lnTo>
                  <a:pt x="495300" y="419100"/>
                </a:lnTo>
                <a:lnTo>
                  <a:pt x="485775" y="419100"/>
                </a:lnTo>
                <a:lnTo>
                  <a:pt x="485775" y="409575"/>
                </a:lnTo>
                <a:lnTo>
                  <a:pt x="476250" y="409575"/>
                </a:lnTo>
                <a:lnTo>
                  <a:pt x="476250" y="400050"/>
                </a:lnTo>
                <a:lnTo>
                  <a:pt x="466725" y="400050"/>
                </a:lnTo>
                <a:lnTo>
                  <a:pt x="466725" y="390525"/>
                </a:lnTo>
                <a:lnTo>
                  <a:pt x="457200" y="390525"/>
                </a:lnTo>
                <a:lnTo>
                  <a:pt x="457200" y="381000"/>
                </a:lnTo>
                <a:lnTo>
                  <a:pt x="447675" y="381000"/>
                </a:lnTo>
                <a:lnTo>
                  <a:pt x="447675" y="371475"/>
                </a:lnTo>
                <a:lnTo>
                  <a:pt x="438150" y="371475"/>
                </a:lnTo>
                <a:lnTo>
                  <a:pt x="438150" y="361950"/>
                </a:lnTo>
                <a:lnTo>
                  <a:pt x="428625" y="361950"/>
                </a:lnTo>
                <a:lnTo>
                  <a:pt x="428625" y="352425"/>
                </a:lnTo>
                <a:lnTo>
                  <a:pt x="419100" y="352425"/>
                </a:lnTo>
                <a:lnTo>
                  <a:pt x="419100" y="342900"/>
                </a:lnTo>
                <a:lnTo>
                  <a:pt x="428625" y="342900"/>
                </a:lnTo>
                <a:close/>
                <a:moveTo>
                  <a:pt x="1076325" y="333375"/>
                </a:moveTo>
                <a:lnTo>
                  <a:pt x="1085850" y="333375"/>
                </a:lnTo>
                <a:lnTo>
                  <a:pt x="1085850" y="342900"/>
                </a:lnTo>
                <a:lnTo>
                  <a:pt x="1076325" y="342900"/>
                </a:lnTo>
                <a:close/>
                <a:moveTo>
                  <a:pt x="666750" y="342900"/>
                </a:moveTo>
                <a:lnTo>
                  <a:pt x="676275" y="342900"/>
                </a:lnTo>
                <a:lnTo>
                  <a:pt x="676275" y="352425"/>
                </a:lnTo>
                <a:lnTo>
                  <a:pt x="666750" y="352425"/>
                </a:lnTo>
                <a:close/>
                <a:moveTo>
                  <a:pt x="723900" y="352425"/>
                </a:moveTo>
                <a:lnTo>
                  <a:pt x="733425" y="352425"/>
                </a:lnTo>
                <a:lnTo>
                  <a:pt x="733425" y="361950"/>
                </a:lnTo>
                <a:lnTo>
                  <a:pt x="742950" y="361950"/>
                </a:lnTo>
                <a:lnTo>
                  <a:pt x="742950" y="400050"/>
                </a:lnTo>
                <a:lnTo>
                  <a:pt x="723900" y="400050"/>
                </a:lnTo>
                <a:lnTo>
                  <a:pt x="723900" y="390525"/>
                </a:lnTo>
                <a:lnTo>
                  <a:pt x="714375" y="390525"/>
                </a:lnTo>
                <a:lnTo>
                  <a:pt x="714375" y="381000"/>
                </a:lnTo>
                <a:lnTo>
                  <a:pt x="704850" y="381000"/>
                </a:lnTo>
                <a:lnTo>
                  <a:pt x="704850" y="371475"/>
                </a:lnTo>
                <a:lnTo>
                  <a:pt x="714375" y="371475"/>
                </a:lnTo>
                <a:lnTo>
                  <a:pt x="714375" y="361950"/>
                </a:lnTo>
                <a:lnTo>
                  <a:pt x="723900" y="361950"/>
                </a:lnTo>
                <a:close/>
                <a:moveTo>
                  <a:pt x="1076325" y="352425"/>
                </a:moveTo>
                <a:lnTo>
                  <a:pt x="1085850" y="352425"/>
                </a:lnTo>
                <a:lnTo>
                  <a:pt x="1085850" y="561975"/>
                </a:lnTo>
                <a:lnTo>
                  <a:pt x="1076325" y="561975"/>
                </a:lnTo>
                <a:lnTo>
                  <a:pt x="1076325" y="504825"/>
                </a:lnTo>
                <a:lnTo>
                  <a:pt x="1066800" y="504825"/>
                </a:lnTo>
                <a:lnTo>
                  <a:pt x="1066800" y="361950"/>
                </a:lnTo>
                <a:lnTo>
                  <a:pt x="1076325" y="361950"/>
                </a:lnTo>
                <a:close/>
                <a:moveTo>
                  <a:pt x="352425" y="361950"/>
                </a:moveTo>
                <a:lnTo>
                  <a:pt x="371475" y="361950"/>
                </a:lnTo>
                <a:lnTo>
                  <a:pt x="371475" y="371475"/>
                </a:lnTo>
                <a:lnTo>
                  <a:pt x="361950" y="371475"/>
                </a:lnTo>
                <a:lnTo>
                  <a:pt x="361950" y="390525"/>
                </a:lnTo>
                <a:lnTo>
                  <a:pt x="352425" y="390525"/>
                </a:lnTo>
                <a:lnTo>
                  <a:pt x="352425" y="400050"/>
                </a:lnTo>
                <a:lnTo>
                  <a:pt x="333375" y="400050"/>
                </a:lnTo>
                <a:lnTo>
                  <a:pt x="333375" y="381000"/>
                </a:lnTo>
                <a:lnTo>
                  <a:pt x="342900" y="381000"/>
                </a:lnTo>
                <a:lnTo>
                  <a:pt x="342900" y="371475"/>
                </a:lnTo>
                <a:lnTo>
                  <a:pt x="352425" y="371475"/>
                </a:lnTo>
                <a:close/>
                <a:moveTo>
                  <a:pt x="1028700" y="390525"/>
                </a:moveTo>
                <a:lnTo>
                  <a:pt x="1047750" y="390525"/>
                </a:lnTo>
                <a:lnTo>
                  <a:pt x="1047750" y="504825"/>
                </a:lnTo>
                <a:lnTo>
                  <a:pt x="1038225" y="504825"/>
                </a:lnTo>
                <a:lnTo>
                  <a:pt x="1038225" y="523875"/>
                </a:lnTo>
                <a:lnTo>
                  <a:pt x="1028700" y="523875"/>
                </a:lnTo>
                <a:lnTo>
                  <a:pt x="1028700" y="438150"/>
                </a:lnTo>
                <a:lnTo>
                  <a:pt x="1019175" y="438150"/>
                </a:lnTo>
                <a:lnTo>
                  <a:pt x="1019175" y="409575"/>
                </a:lnTo>
                <a:lnTo>
                  <a:pt x="1028700" y="409575"/>
                </a:lnTo>
                <a:close/>
                <a:moveTo>
                  <a:pt x="838200" y="409575"/>
                </a:moveTo>
                <a:lnTo>
                  <a:pt x="866775" y="409575"/>
                </a:lnTo>
                <a:lnTo>
                  <a:pt x="866775" y="419100"/>
                </a:lnTo>
                <a:lnTo>
                  <a:pt x="885825" y="419100"/>
                </a:lnTo>
                <a:lnTo>
                  <a:pt x="885825" y="428625"/>
                </a:lnTo>
                <a:lnTo>
                  <a:pt x="866775" y="428625"/>
                </a:lnTo>
                <a:lnTo>
                  <a:pt x="866775" y="438150"/>
                </a:lnTo>
                <a:lnTo>
                  <a:pt x="847725" y="438150"/>
                </a:lnTo>
                <a:lnTo>
                  <a:pt x="847725" y="428625"/>
                </a:lnTo>
                <a:lnTo>
                  <a:pt x="828675" y="428625"/>
                </a:lnTo>
                <a:lnTo>
                  <a:pt x="828675" y="419100"/>
                </a:lnTo>
                <a:lnTo>
                  <a:pt x="838200" y="419100"/>
                </a:lnTo>
                <a:close/>
                <a:moveTo>
                  <a:pt x="609600" y="447675"/>
                </a:moveTo>
                <a:lnTo>
                  <a:pt x="619125" y="447675"/>
                </a:lnTo>
                <a:lnTo>
                  <a:pt x="619125" y="457200"/>
                </a:lnTo>
                <a:lnTo>
                  <a:pt x="628650" y="457200"/>
                </a:lnTo>
                <a:lnTo>
                  <a:pt x="628650" y="466725"/>
                </a:lnTo>
                <a:lnTo>
                  <a:pt x="638175" y="466725"/>
                </a:lnTo>
                <a:lnTo>
                  <a:pt x="638175" y="495300"/>
                </a:lnTo>
                <a:lnTo>
                  <a:pt x="619125" y="495300"/>
                </a:lnTo>
                <a:lnTo>
                  <a:pt x="619125" y="466725"/>
                </a:lnTo>
                <a:lnTo>
                  <a:pt x="609600" y="466725"/>
                </a:lnTo>
                <a:close/>
                <a:moveTo>
                  <a:pt x="323850" y="457200"/>
                </a:moveTo>
                <a:lnTo>
                  <a:pt x="333375" y="457200"/>
                </a:lnTo>
                <a:lnTo>
                  <a:pt x="333375" y="495300"/>
                </a:lnTo>
                <a:lnTo>
                  <a:pt x="342900" y="495300"/>
                </a:lnTo>
                <a:lnTo>
                  <a:pt x="342900" y="533400"/>
                </a:lnTo>
                <a:lnTo>
                  <a:pt x="200025" y="533400"/>
                </a:lnTo>
                <a:lnTo>
                  <a:pt x="200025" y="523875"/>
                </a:lnTo>
                <a:lnTo>
                  <a:pt x="190500" y="523875"/>
                </a:lnTo>
                <a:lnTo>
                  <a:pt x="190500" y="514350"/>
                </a:lnTo>
                <a:lnTo>
                  <a:pt x="314325" y="514350"/>
                </a:lnTo>
                <a:lnTo>
                  <a:pt x="314325" y="504825"/>
                </a:lnTo>
                <a:lnTo>
                  <a:pt x="323850" y="504825"/>
                </a:lnTo>
                <a:close/>
                <a:moveTo>
                  <a:pt x="171450" y="485775"/>
                </a:moveTo>
                <a:lnTo>
                  <a:pt x="200025" y="485775"/>
                </a:lnTo>
                <a:lnTo>
                  <a:pt x="200025" y="504825"/>
                </a:lnTo>
                <a:lnTo>
                  <a:pt x="171450" y="504825"/>
                </a:lnTo>
                <a:close/>
                <a:moveTo>
                  <a:pt x="28575" y="504825"/>
                </a:moveTo>
                <a:lnTo>
                  <a:pt x="38100" y="504825"/>
                </a:lnTo>
                <a:lnTo>
                  <a:pt x="38100" y="514350"/>
                </a:lnTo>
                <a:lnTo>
                  <a:pt x="28575" y="514350"/>
                </a:lnTo>
                <a:close/>
                <a:moveTo>
                  <a:pt x="819150" y="514350"/>
                </a:moveTo>
                <a:lnTo>
                  <a:pt x="895350" y="514350"/>
                </a:lnTo>
                <a:lnTo>
                  <a:pt x="895350" y="523875"/>
                </a:lnTo>
                <a:lnTo>
                  <a:pt x="885825" y="523875"/>
                </a:lnTo>
                <a:lnTo>
                  <a:pt x="885825" y="533400"/>
                </a:lnTo>
                <a:lnTo>
                  <a:pt x="828675" y="533400"/>
                </a:lnTo>
                <a:lnTo>
                  <a:pt x="828675" y="523875"/>
                </a:lnTo>
                <a:lnTo>
                  <a:pt x="819150" y="523875"/>
                </a:lnTo>
                <a:close/>
                <a:moveTo>
                  <a:pt x="933450" y="514350"/>
                </a:moveTo>
                <a:lnTo>
                  <a:pt x="952500" y="514350"/>
                </a:lnTo>
                <a:lnTo>
                  <a:pt x="952500" y="523875"/>
                </a:lnTo>
                <a:lnTo>
                  <a:pt x="962025" y="523875"/>
                </a:lnTo>
                <a:lnTo>
                  <a:pt x="962025" y="533400"/>
                </a:lnTo>
                <a:lnTo>
                  <a:pt x="942975" y="533400"/>
                </a:lnTo>
                <a:lnTo>
                  <a:pt x="942975" y="523875"/>
                </a:lnTo>
                <a:lnTo>
                  <a:pt x="933450" y="523875"/>
                </a:lnTo>
                <a:close/>
                <a:moveTo>
                  <a:pt x="419100" y="581025"/>
                </a:moveTo>
                <a:lnTo>
                  <a:pt x="428625" y="581025"/>
                </a:lnTo>
                <a:lnTo>
                  <a:pt x="428625" y="590550"/>
                </a:lnTo>
                <a:lnTo>
                  <a:pt x="438150" y="590550"/>
                </a:lnTo>
                <a:lnTo>
                  <a:pt x="438150" y="609600"/>
                </a:lnTo>
                <a:lnTo>
                  <a:pt x="447675" y="609600"/>
                </a:lnTo>
                <a:lnTo>
                  <a:pt x="447675" y="619125"/>
                </a:lnTo>
                <a:lnTo>
                  <a:pt x="457200" y="619125"/>
                </a:lnTo>
                <a:lnTo>
                  <a:pt x="457200" y="628650"/>
                </a:lnTo>
                <a:lnTo>
                  <a:pt x="409575" y="628650"/>
                </a:lnTo>
                <a:lnTo>
                  <a:pt x="409575" y="619125"/>
                </a:lnTo>
                <a:lnTo>
                  <a:pt x="400050" y="619125"/>
                </a:lnTo>
                <a:lnTo>
                  <a:pt x="400050" y="590550"/>
                </a:lnTo>
                <a:lnTo>
                  <a:pt x="419100" y="590550"/>
                </a:lnTo>
                <a:close/>
                <a:moveTo>
                  <a:pt x="0" y="619125"/>
                </a:moveTo>
                <a:lnTo>
                  <a:pt x="19050" y="619125"/>
                </a:lnTo>
                <a:lnTo>
                  <a:pt x="19050" y="628650"/>
                </a:lnTo>
                <a:lnTo>
                  <a:pt x="28575" y="628650"/>
                </a:lnTo>
                <a:lnTo>
                  <a:pt x="28575" y="619125"/>
                </a:lnTo>
                <a:lnTo>
                  <a:pt x="38100" y="619125"/>
                </a:lnTo>
                <a:lnTo>
                  <a:pt x="38100" y="628650"/>
                </a:lnTo>
                <a:lnTo>
                  <a:pt x="47625" y="628650"/>
                </a:lnTo>
                <a:lnTo>
                  <a:pt x="47625" y="647700"/>
                </a:lnTo>
                <a:lnTo>
                  <a:pt x="38100" y="647700"/>
                </a:lnTo>
                <a:lnTo>
                  <a:pt x="38100" y="676275"/>
                </a:lnTo>
                <a:lnTo>
                  <a:pt x="57150" y="676275"/>
                </a:lnTo>
                <a:lnTo>
                  <a:pt x="57150" y="695325"/>
                </a:lnTo>
                <a:lnTo>
                  <a:pt x="66675" y="695325"/>
                </a:lnTo>
                <a:lnTo>
                  <a:pt x="66675" y="704850"/>
                </a:lnTo>
                <a:lnTo>
                  <a:pt x="76200" y="704850"/>
                </a:lnTo>
                <a:lnTo>
                  <a:pt x="76200" y="714375"/>
                </a:lnTo>
                <a:lnTo>
                  <a:pt x="47625" y="714375"/>
                </a:lnTo>
                <a:lnTo>
                  <a:pt x="47625" y="704850"/>
                </a:lnTo>
                <a:lnTo>
                  <a:pt x="9525" y="704850"/>
                </a:lnTo>
                <a:lnTo>
                  <a:pt x="9525" y="695325"/>
                </a:lnTo>
                <a:lnTo>
                  <a:pt x="0" y="695325"/>
                </a:lnTo>
                <a:close/>
                <a:moveTo>
                  <a:pt x="552450" y="628650"/>
                </a:moveTo>
                <a:lnTo>
                  <a:pt x="581025" y="628650"/>
                </a:lnTo>
                <a:lnTo>
                  <a:pt x="581025" y="638175"/>
                </a:lnTo>
                <a:lnTo>
                  <a:pt x="590550" y="638175"/>
                </a:lnTo>
                <a:lnTo>
                  <a:pt x="590550" y="647700"/>
                </a:lnTo>
                <a:lnTo>
                  <a:pt x="552450" y="647700"/>
                </a:lnTo>
                <a:close/>
                <a:moveTo>
                  <a:pt x="200025" y="638175"/>
                </a:moveTo>
                <a:lnTo>
                  <a:pt x="219075" y="638175"/>
                </a:lnTo>
                <a:lnTo>
                  <a:pt x="219075" y="647700"/>
                </a:lnTo>
                <a:lnTo>
                  <a:pt x="200025" y="647700"/>
                </a:lnTo>
                <a:close/>
                <a:moveTo>
                  <a:pt x="1066800" y="657225"/>
                </a:moveTo>
                <a:lnTo>
                  <a:pt x="1085850" y="657225"/>
                </a:lnTo>
                <a:lnTo>
                  <a:pt x="1085850" y="666750"/>
                </a:lnTo>
                <a:lnTo>
                  <a:pt x="1095375" y="666750"/>
                </a:lnTo>
                <a:lnTo>
                  <a:pt x="1095375" y="685800"/>
                </a:lnTo>
                <a:lnTo>
                  <a:pt x="1114425" y="685800"/>
                </a:lnTo>
                <a:lnTo>
                  <a:pt x="1114425" y="695325"/>
                </a:lnTo>
                <a:lnTo>
                  <a:pt x="1104900" y="695325"/>
                </a:lnTo>
                <a:lnTo>
                  <a:pt x="1104900" y="714375"/>
                </a:lnTo>
                <a:lnTo>
                  <a:pt x="1085850" y="714375"/>
                </a:lnTo>
                <a:lnTo>
                  <a:pt x="1085850" y="723900"/>
                </a:lnTo>
                <a:lnTo>
                  <a:pt x="1066800" y="723900"/>
                </a:lnTo>
                <a:lnTo>
                  <a:pt x="1066800" y="733425"/>
                </a:lnTo>
                <a:lnTo>
                  <a:pt x="1019175" y="733425"/>
                </a:lnTo>
                <a:lnTo>
                  <a:pt x="1019175" y="723900"/>
                </a:lnTo>
                <a:lnTo>
                  <a:pt x="1028700" y="723900"/>
                </a:lnTo>
                <a:lnTo>
                  <a:pt x="1028700" y="714375"/>
                </a:lnTo>
                <a:lnTo>
                  <a:pt x="1038225" y="714375"/>
                </a:lnTo>
                <a:lnTo>
                  <a:pt x="1038225" y="704850"/>
                </a:lnTo>
                <a:lnTo>
                  <a:pt x="1047750" y="704850"/>
                </a:lnTo>
                <a:lnTo>
                  <a:pt x="1047750" y="695325"/>
                </a:lnTo>
                <a:lnTo>
                  <a:pt x="1057275" y="695325"/>
                </a:lnTo>
                <a:lnTo>
                  <a:pt x="1057275" y="685800"/>
                </a:lnTo>
                <a:lnTo>
                  <a:pt x="1066800" y="685800"/>
                </a:lnTo>
                <a:close/>
                <a:moveTo>
                  <a:pt x="76200" y="714375"/>
                </a:moveTo>
                <a:lnTo>
                  <a:pt x="85725" y="714375"/>
                </a:lnTo>
                <a:lnTo>
                  <a:pt x="85725" y="723900"/>
                </a:lnTo>
                <a:lnTo>
                  <a:pt x="76200" y="723900"/>
                </a:lnTo>
                <a:close/>
                <a:moveTo>
                  <a:pt x="95250" y="723900"/>
                </a:moveTo>
                <a:lnTo>
                  <a:pt x="104775" y="723900"/>
                </a:lnTo>
                <a:lnTo>
                  <a:pt x="104775" y="733425"/>
                </a:lnTo>
                <a:lnTo>
                  <a:pt x="95250" y="733425"/>
                </a:lnTo>
                <a:close/>
                <a:moveTo>
                  <a:pt x="285750" y="723900"/>
                </a:moveTo>
                <a:lnTo>
                  <a:pt x="304800" y="723900"/>
                </a:lnTo>
                <a:lnTo>
                  <a:pt x="304800" y="733425"/>
                </a:lnTo>
                <a:lnTo>
                  <a:pt x="285750" y="733425"/>
                </a:lnTo>
                <a:close/>
              </a:path>
            </a:pathLst>
          </a:custGeom>
          <a:solidFill xmlns:a="http://schemas.openxmlformats.org/drawingml/2006/main">
            <a:srgbClr val="FAFBF6"/>
          </a:solidFill>
          <a:ln xmlns:a="http://schemas.openxmlformats.org/drawingml/2006/main" w="0">
            <a:noFill/>
          </a:ln>
        </p:spPr>
      </p:sp>
      <p:sp>
        <p:nvSpPr>
          <p:cNvPr id="124" name="v11 vector #faf9f5">
            <a:extLst xmlns:a="http://schemas.openxmlformats.org/drawingml/2006/main">
              <a:ext uri="{FF2B5EF4-FFF2-40B4-BE49-F238E27FC236}">
                <a16:creationId xmlns:a16="http://schemas.microsoft.com/office/drawing/2014/main" id="{76FBDE09-4024-40D1-8209-66E9BC97A3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8250" y="3609975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0" y="0"/>
                </a:moveTo>
                <a:lnTo>
                  <a:pt x="9525" y="0"/>
                </a:lnTo>
                <a:lnTo>
                  <a:pt x="9525" y="19050"/>
                </a:lnTo>
                <a:lnTo>
                  <a:pt x="0" y="19050"/>
                </a:lnTo>
                <a:close/>
                <a:moveTo>
                  <a:pt x="95250" y="9525"/>
                </a:moveTo>
                <a:lnTo>
                  <a:pt x="104775" y="9525"/>
                </a:lnTo>
                <a:lnTo>
                  <a:pt x="104775" y="19050"/>
                </a:lnTo>
                <a:lnTo>
                  <a:pt x="95250" y="19050"/>
                </a:lnTo>
                <a:close/>
                <a:moveTo>
                  <a:pt x="1066800" y="28575"/>
                </a:moveTo>
                <a:lnTo>
                  <a:pt x="1085850" y="28575"/>
                </a:lnTo>
                <a:lnTo>
                  <a:pt x="1085850" y="57150"/>
                </a:lnTo>
                <a:lnTo>
                  <a:pt x="1076325" y="57150"/>
                </a:lnTo>
                <a:lnTo>
                  <a:pt x="1076325" y="38100"/>
                </a:lnTo>
                <a:lnTo>
                  <a:pt x="1066800" y="38100"/>
                </a:lnTo>
                <a:close/>
                <a:moveTo>
                  <a:pt x="1095375" y="38100"/>
                </a:moveTo>
                <a:lnTo>
                  <a:pt x="1104900" y="38100"/>
                </a:lnTo>
                <a:lnTo>
                  <a:pt x="1104900" y="47625"/>
                </a:lnTo>
                <a:lnTo>
                  <a:pt x="1095375" y="47625"/>
                </a:lnTo>
                <a:close/>
                <a:moveTo>
                  <a:pt x="0" y="57150"/>
                </a:moveTo>
                <a:lnTo>
                  <a:pt x="9525" y="57150"/>
                </a:lnTo>
                <a:lnTo>
                  <a:pt x="9525" y="66675"/>
                </a:lnTo>
                <a:lnTo>
                  <a:pt x="19050" y="66675"/>
                </a:lnTo>
                <a:lnTo>
                  <a:pt x="19050" y="76200"/>
                </a:lnTo>
                <a:lnTo>
                  <a:pt x="38100" y="76200"/>
                </a:lnTo>
                <a:lnTo>
                  <a:pt x="38100" y="104775"/>
                </a:lnTo>
                <a:lnTo>
                  <a:pt x="28575" y="104775"/>
                </a:lnTo>
                <a:lnTo>
                  <a:pt x="28575" y="114300"/>
                </a:lnTo>
                <a:lnTo>
                  <a:pt x="0" y="114300"/>
                </a:lnTo>
                <a:close/>
                <a:moveTo>
                  <a:pt x="19050" y="95250"/>
                </a:moveTo>
                <a:lnTo>
                  <a:pt x="28575" y="95250"/>
                </a:lnTo>
                <a:lnTo>
                  <a:pt x="28575" y="85725"/>
                </a:lnTo>
                <a:lnTo>
                  <a:pt x="19050" y="85725"/>
                </a:lnTo>
                <a:close/>
                <a:moveTo>
                  <a:pt x="0" y="133350"/>
                </a:moveTo>
                <a:lnTo>
                  <a:pt x="9525" y="133350"/>
                </a:lnTo>
                <a:lnTo>
                  <a:pt x="9525" y="152400"/>
                </a:lnTo>
                <a:lnTo>
                  <a:pt x="0" y="152400"/>
                </a:lnTo>
                <a:close/>
                <a:moveTo>
                  <a:pt x="1133475" y="142875"/>
                </a:moveTo>
                <a:lnTo>
                  <a:pt x="1152525" y="142875"/>
                </a:lnTo>
                <a:lnTo>
                  <a:pt x="1152525" y="171450"/>
                </a:lnTo>
                <a:lnTo>
                  <a:pt x="1133475" y="171450"/>
                </a:lnTo>
                <a:close/>
                <a:moveTo>
                  <a:pt x="19050" y="152400"/>
                </a:moveTo>
                <a:lnTo>
                  <a:pt x="28575" y="152400"/>
                </a:lnTo>
                <a:lnTo>
                  <a:pt x="28575" y="161925"/>
                </a:lnTo>
                <a:lnTo>
                  <a:pt x="19050" y="161925"/>
                </a:lnTo>
                <a:close/>
                <a:moveTo>
                  <a:pt x="304800" y="161925"/>
                </a:moveTo>
                <a:lnTo>
                  <a:pt x="314325" y="161925"/>
                </a:lnTo>
                <a:lnTo>
                  <a:pt x="314325" y="171450"/>
                </a:lnTo>
                <a:lnTo>
                  <a:pt x="304800" y="171450"/>
                </a:lnTo>
                <a:close/>
                <a:moveTo>
                  <a:pt x="85725" y="171450"/>
                </a:moveTo>
                <a:lnTo>
                  <a:pt x="95250" y="171450"/>
                </a:lnTo>
                <a:lnTo>
                  <a:pt x="95250" y="190500"/>
                </a:lnTo>
                <a:lnTo>
                  <a:pt x="85725" y="190500"/>
                </a:lnTo>
                <a:close/>
                <a:moveTo>
                  <a:pt x="266700" y="180975"/>
                </a:moveTo>
                <a:lnTo>
                  <a:pt x="276225" y="180975"/>
                </a:lnTo>
                <a:lnTo>
                  <a:pt x="276225" y="200025"/>
                </a:lnTo>
                <a:lnTo>
                  <a:pt x="266700" y="200025"/>
                </a:lnTo>
                <a:close/>
                <a:moveTo>
                  <a:pt x="285750" y="180975"/>
                </a:moveTo>
                <a:lnTo>
                  <a:pt x="314325" y="180975"/>
                </a:lnTo>
                <a:lnTo>
                  <a:pt x="314325" y="190500"/>
                </a:lnTo>
                <a:lnTo>
                  <a:pt x="285750" y="190500"/>
                </a:lnTo>
                <a:close/>
                <a:moveTo>
                  <a:pt x="590550" y="180975"/>
                </a:moveTo>
                <a:lnTo>
                  <a:pt x="600075" y="180975"/>
                </a:lnTo>
                <a:lnTo>
                  <a:pt x="600075" y="200025"/>
                </a:lnTo>
                <a:lnTo>
                  <a:pt x="590550" y="200025"/>
                </a:lnTo>
                <a:close/>
                <a:moveTo>
                  <a:pt x="200025" y="190500"/>
                </a:moveTo>
                <a:lnTo>
                  <a:pt x="209550" y="190500"/>
                </a:lnTo>
                <a:lnTo>
                  <a:pt x="209550" y="200025"/>
                </a:lnTo>
                <a:lnTo>
                  <a:pt x="200025" y="200025"/>
                </a:lnTo>
                <a:close/>
                <a:moveTo>
                  <a:pt x="0" y="200025"/>
                </a:moveTo>
                <a:lnTo>
                  <a:pt x="9525" y="200025"/>
                </a:lnTo>
                <a:lnTo>
                  <a:pt x="9525" y="228600"/>
                </a:lnTo>
                <a:lnTo>
                  <a:pt x="0" y="228600"/>
                </a:lnTo>
                <a:close/>
                <a:moveTo>
                  <a:pt x="171450" y="200025"/>
                </a:moveTo>
                <a:lnTo>
                  <a:pt x="180975" y="200025"/>
                </a:lnTo>
                <a:lnTo>
                  <a:pt x="180975" y="209550"/>
                </a:lnTo>
                <a:lnTo>
                  <a:pt x="171450" y="209550"/>
                </a:lnTo>
                <a:close/>
                <a:moveTo>
                  <a:pt x="1123950" y="200025"/>
                </a:moveTo>
                <a:lnTo>
                  <a:pt x="1143000" y="200025"/>
                </a:lnTo>
                <a:lnTo>
                  <a:pt x="1143000" y="219075"/>
                </a:lnTo>
                <a:lnTo>
                  <a:pt x="1152525" y="219075"/>
                </a:lnTo>
                <a:lnTo>
                  <a:pt x="1152525" y="228600"/>
                </a:lnTo>
                <a:lnTo>
                  <a:pt x="1162050" y="228600"/>
                </a:lnTo>
                <a:lnTo>
                  <a:pt x="1162050" y="257175"/>
                </a:lnTo>
                <a:lnTo>
                  <a:pt x="1152525" y="257175"/>
                </a:lnTo>
                <a:lnTo>
                  <a:pt x="1152525" y="247650"/>
                </a:lnTo>
                <a:lnTo>
                  <a:pt x="1143000" y="247650"/>
                </a:lnTo>
                <a:lnTo>
                  <a:pt x="1143000" y="238125"/>
                </a:lnTo>
                <a:lnTo>
                  <a:pt x="1133475" y="238125"/>
                </a:lnTo>
                <a:lnTo>
                  <a:pt x="1133475" y="228600"/>
                </a:lnTo>
                <a:lnTo>
                  <a:pt x="1123950" y="228600"/>
                </a:lnTo>
                <a:close/>
                <a:moveTo>
                  <a:pt x="28575" y="209550"/>
                </a:moveTo>
                <a:lnTo>
                  <a:pt x="38100" y="209550"/>
                </a:lnTo>
                <a:lnTo>
                  <a:pt x="38100" y="238125"/>
                </a:lnTo>
                <a:lnTo>
                  <a:pt x="28575" y="238125"/>
                </a:lnTo>
                <a:close/>
                <a:moveTo>
                  <a:pt x="161925" y="209550"/>
                </a:moveTo>
                <a:lnTo>
                  <a:pt x="171450" y="209550"/>
                </a:lnTo>
                <a:lnTo>
                  <a:pt x="171450" y="219075"/>
                </a:lnTo>
                <a:lnTo>
                  <a:pt x="161925" y="219075"/>
                </a:lnTo>
                <a:close/>
                <a:moveTo>
                  <a:pt x="1028700" y="219075"/>
                </a:moveTo>
                <a:lnTo>
                  <a:pt x="1038225" y="219075"/>
                </a:lnTo>
                <a:lnTo>
                  <a:pt x="1038225" y="228600"/>
                </a:lnTo>
                <a:lnTo>
                  <a:pt x="1028700" y="228600"/>
                </a:lnTo>
                <a:close/>
                <a:moveTo>
                  <a:pt x="9525" y="228600"/>
                </a:moveTo>
                <a:lnTo>
                  <a:pt x="19050" y="228600"/>
                </a:lnTo>
                <a:lnTo>
                  <a:pt x="19050" y="238125"/>
                </a:lnTo>
                <a:lnTo>
                  <a:pt x="9525" y="238125"/>
                </a:lnTo>
                <a:close/>
                <a:moveTo>
                  <a:pt x="0" y="247650"/>
                </a:moveTo>
                <a:lnTo>
                  <a:pt x="38100" y="247650"/>
                </a:lnTo>
                <a:lnTo>
                  <a:pt x="38100" y="266700"/>
                </a:lnTo>
                <a:lnTo>
                  <a:pt x="28575" y="266700"/>
                </a:lnTo>
                <a:lnTo>
                  <a:pt x="28575" y="257175"/>
                </a:lnTo>
                <a:lnTo>
                  <a:pt x="19050" y="257175"/>
                </a:lnTo>
                <a:lnTo>
                  <a:pt x="19050" y="266700"/>
                </a:lnTo>
                <a:lnTo>
                  <a:pt x="9525" y="266700"/>
                </a:lnTo>
                <a:lnTo>
                  <a:pt x="9525" y="276225"/>
                </a:lnTo>
                <a:lnTo>
                  <a:pt x="19050" y="276225"/>
                </a:lnTo>
                <a:lnTo>
                  <a:pt x="19050" y="266700"/>
                </a:lnTo>
                <a:lnTo>
                  <a:pt x="28575" y="266700"/>
                </a:lnTo>
                <a:lnTo>
                  <a:pt x="28575" y="276225"/>
                </a:lnTo>
                <a:lnTo>
                  <a:pt x="19050" y="276225"/>
                </a:lnTo>
                <a:lnTo>
                  <a:pt x="19050" y="285750"/>
                </a:lnTo>
                <a:lnTo>
                  <a:pt x="9525" y="285750"/>
                </a:lnTo>
                <a:lnTo>
                  <a:pt x="9525" y="295275"/>
                </a:lnTo>
                <a:lnTo>
                  <a:pt x="0" y="295275"/>
                </a:lnTo>
                <a:close/>
                <a:moveTo>
                  <a:pt x="390525" y="257175"/>
                </a:moveTo>
                <a:lnTo>
                  <a:pt x="400050" y="257175"/>
                </a:lnTo>
                <a:lnTo>
                  <a:pt x="400050" y="266700"/>
                </a:lnTo>
                <a:lnTo>
                  <a:pt x="390525" y="266700"/>
                </a:lnTo>
                <a:close/>
                <a:moveTo>
                  <a:pt x="28575" y="276225"/>
                </a:moveTo>
                <a:lnTo>
                  <a:pt x="38100" y="276225"/>
                </a:lnTo>
                <a:lnTo>
                  <a:pt x="38100" y="314325"/>
                </a:lnTo>
                <a:lnTo>
                  <a:pt x="28575" y="314325"/>
                </a:lnTo>
                <a:close/>
                <a:moveTo>
                  <a:pt x="85725" y="295275"/>
                </a:moveTo>
                <a:lnTo>
                  <a:pt x="95250" y="295275"/>
                </a:lnTo>
                <a:lnTo>
                  <a:pt x="95250" y="304800"/>
                </a:lnTo>
                <a:lnTo>
                  <a:pt x="85725" y="304800"/>
                </a:lnTo>
                <a:close/>
                <a:moveTo>
                  <a:pt x="685800" y="295275"/>
                </a:moveTo>
                <a:lnTo>
                  <a:pt x="695325" y="295275"/>
                </a:lnTo>
                <a:lnTo>
                  <a:pt x="695325" y="304800"/>
                </a:lnTo>
                <a:lnTo>
                  <a:pt x="685800" y="304800"/>
                </a:lnTo>
                <a:close/>
                <a:moveTo>
                  <a:pt x="428625" y="304800"/>
                </a:moveTo>
                <a:lnTo>
                  <a:pt x="438150" y="304800"/>
                </a:lnTo>
                <a:lnTo>
                  <a:pt x="438150" y="314325"/>
                </a:lnTo>
                <a:lnTo>
                  <a:pt x="447675" y="314325"/>
                </a:lnTo>
                <a:lnTo>
                  <a:pt x="447675" y="323850"/>
                </a:lnTo>
                <a:lnTo>
                  <a:pt x="428625" y="323850"/>
                </a:lnTo>
                <a:close/>
                <a:moveTo>
                  <a:pt x="981075" y="304800"/>
                </a:moveTo>
                <a:lnTo>
                  <a:pt x="1000125" y="304800"/>
                </a:lnTo>
                <a:lnTo>
                  <a:pt x="1000125" y="333375"/>
                </a:lnTo>
                <a:lnTo>
                  <a:pt x="981075" y="333375"/>
                </a:lnTo>
                <a:close/>
                <a:moveTo>
                  <a:pt x="676275" y="314325"/>
                </a:moveTo>
                <a:lnTo>
                  <a:pt x="695325" y="314325"/>
                </a:lnTo>
                <a:lnTo>
                  <a:pt x="695325" y="342900"/>
                </a:lnTo>
                <a:lnTo>
                  <a:pt x="685800" y="342900"/>
                </a:lnTo>
                <a:lnTo>
                  <a:pt x="685800" y="361950"/>
                </a:lnTo>
                <a:lnTo>
                  <a:pt x="676275" y="361950"/>
                </a:lnTo>
                <a:lnTo>
                  <a:pt x="676275" y="371475"/>
                </a:lnTo>
                <a:lnTo>
                  <a:pt x="666750" y="371475"/>
                </a:lnTo>
                <a:lnTo>
                  <a:pt x="666750" y="352425"/>
                </a:lnTo>
                <a:lnTo>
                  <a:pt x="676275" y="352425"/>
                </a:lnTo>
                <a:lnTo>
                  <a:pt x="676275" y="342900"/>
                </a:lnTo>
                <a:lnTo>
                  <a:pt x="666750" y="342900"/>
                </a:lnTo>
                <a:lnTo>
                  <a:pt x="666750" y="323850"/>
                </a:lnTo>
                <a:lnTo>
                  <a:pt x="676275" y="323850"/>
                </a:lnTo>
                <a:close/>
                <a:moveTo>
                  <a:pt x="28575" y="323850"/>
                </a:moveTo>
                <a:lnTo>
                  <a:pt x="38100" y="323850"/>
                </a:lnTo>
                <a:lnTo>
                  <a:pt x="38100" y="342900"/>
                </a:lnTo>
                <a:lnTo>
                  <a:pt x="28575" y="342900"/>
                </a:lnTo>
                <a:close/>
                <a:moveTo>
                  <a:pt x="419100" y="323850"/>
                </a:moveTo>
                <a:lnTo>
                  <a:pt x="428625" y="323850"/>
                </a:lnTo>
                <a:lnTo>
                  <a:pt x="428625" y="342900"/>
                </a:lnTo>
                <a:lnTo>
                  <a:pt x="409575" y="342900"/>
                </a:lnTo>
                <a:lnTo>
                  <a:pt x="409575" y="333375"/>
                </a:lnTo>
                <a:lnTo>
                  <a:pt x="419100" y="333375"/>
                </a:lnTo>
                <a:close/>
                <a:moveTo>
                  <a:pt x="9525" y="333375"/>
                </a:moveTo>
                <a:lnTo>
                  <a:pt x="19050" y="333375"/>
                </a:lnTo>
                <a:lnTo>
                  <a:pt x="19050" y="342900"/>
                </a:lnTo>
                <a:lnTo>
                  <a:pt x="9525" y="342900"/>
                </a:lnTo>
                <a:close/>
                <a:moveTo>
                  <a:pt x="371475" y="333375"/>
                </a:moveTo>
                <a:lnTo>
                  <a:pt x="381000" y="333375"/>
                </a:lnTo>
                <a:lnTo>
                  <a:pt x="381000" y="342900"/>
                </a:lnTo>
                <a:lnTo>
                  <a:pt x="390525" y="342900"/>
                </a:lnTo>
                <a:lnTo>
                  <a:pt x="390525" y="371475"/>
                </a:lnTo>
                <a:lnTo>
                  <a:pt x="371475" y="371475"/>
                </a:lnTo>
                <a:lnTo>
                  <a:pt x="371475" y="361950"/>
                </a:lnTo>
                <a:lnTo>
                  <a:pt x="361950" y="361950"/>
                </a:lnTo>
                <a:lnTo>
                  <a:pt x="361950" y="352425"/>
                </a:lnTo>
                <a:lnTo>
                  <a:pt x="371475" y="352425"/>
                </a:lnTo>
                <a:close/>
                <a:moveTo>
                  <a:pt x="981075" y="342900"/>
                </a:moveTo>
                <a:lnTo>
                  <a:pt x="1000125" y="342900"/>
                </a:lnTo>
                <a:lnTo>
                  <a:pt x="1000125" y="371475"/>
                </a:lnTo>
                <a:lnTo>
                  <a:pt x="981075" y="371475"/>
                </a:lnTo>
                <a:close/>
                <a:moveTo>
                  <a:pt x="409575" y="352425"/>
                </a:moveTo>
                <a:lnTo>
                  <a:pt x="428625" y="352425"/>
                </a:lnTo>
                <a:lnTo>
                  <a:pt x="428625" y="361950"/>
                </a:lnTo>
                <a:lnTo>
                  <a:pt x="438150" y="361950"/>
                </a:lnTo>
                <a:lnTo>
                  <a:pt x="438150" y="371475"/>
                </a:lnTo>
                <a:lnTo>
                  <a:pt x="447675" y="371475"/>
                </a:lnTo>
                <a:lnTo>
                  <a:pt x="447675" y="381000"/>
                </a:lnTo>
                <a:lnTo>
                  <a:pt x="428625" y="381000"/>
                </a:lnTo>
                <a:lnTo>
                  <a:pt x="428625" y="371475"/>
                </a:lnTo>
                <a:lnTo>
                  <a:pt x="419100" y="371475"/>
                </a:lnTo>
                <a:lnTo>
                  <a:pt x="419100" y="361950"/>
                </a:lnTo>
                <a:lnTo>
                  <a:pt x="409575" y="361950"/>
                </a:lnTo>
                <a:close/>
                <a:moveTo>
                  <a:pt x="704850" y="352425"/>
                </a:moveTo>
                <a:lnTo>
                  <a:pt x="723900" y="352425"/>
                </a:lnTo>
                <a:lnTo>
                  <a:pt x="723900" y="361950"/>
                </a:lnTo>
                <a:lnTo>
                  <a:pt x="714375" y="361950"/>
                </a:lnTo>
                <a:lnTo>
                  <a:pt x="714375" y="371475"/>
                </a:lnTo>
                <a:lnTo>
                  <a:pt x="704850" y="371475"/>
                </a:lnTo>
                <a:lnTo>
                  <a:pt x="704850" y="381000"/>
                </a:lnTo>
                <a:lnTo>
                  <a:pt x="695325" y="381000"/>
                </a:lnTo>
                <a:lnTo>
                  <a:pt x="695325" y="371475"/>
                </a:lnTo>
                <a:lnTo>
                  <a:pt x="685800" y="371475"/>
                </a:lnTo>
                <a:lnTo>
                  <a:pt x="685800" y="361950"/>
                </a:lnTo>
                <a:lnTo>
                  <a:pt x="704850" y="361950"/>
                </a:lnTo>
                <a:close/>
                <a:moveTo>
                  <a:pt x="85725" y="371475"/>
                </a:moveTo>
                <a:lnTo>
                  <a:pt x="95250" y="371475"/>
                </a:lnTo>
                <a:lnTo>
                  <a:pt x="95250" y="381000"/>
                </a:lnTo>
                <a:lnTo>
                  <a:pt x="85725" y="381000"/>
                </a:lnTo>
                <a:close/>
                <a:moveTo>
                  <a:pt x="361950" y="371475"/>
                </a:moveTo>
                <a:lnTo>
                  <a:pt x="371475" y="371475"/>
                </a:lnTo>
                <a:lnTo>
                  <a:pt x="371475" y="381000"/>
                </a:lnTo>
                <a:lnTo>
                  <a:pt x="390525" y="381000"/>
                </a:lnTo>
                <a:lnTo>
                  <a:pt x="390525" y="390525"/>
                </a:lnTo>
                <a:lnTo>
                  <a:pt x="361950" y="390525"/>
                </a:lnTo>
                <a:close/>
                <a:moveTo>
                  <a:pt x="704850" y="381000"/>
                </a:moveTo>
                <a:lnTo>
                  <a:pt x="714375" y="381000"/>
                </a:lnTo>
                <a:lnTo>
                  <a:pt x="714375" y="390525"/>
                </a:lnTo>
                <a:lnTo>
                  <a:pt x="704850" y="390525"/>
                </a:lnTo>
                <a:close/>
                <a:moveTo>
                  <a:pt x="1028700" y="381000"/>
                </a:moveTo>
                <a:lnTo>
                  <a:pt x="1047750" y="381000"/>
                </a:lnTo>
                <a:lnTo>
                  <a:pt x="1047750" y="390525"/>
                </a:lnTo>
                <a:lnTo>
                  <a:pt x="1028700" y="390525"/>
                </a:lnTo>
                <a:close/>
                <a:moveTo>
                  <a:pt x="352425" y="390525"/>
                </a:moveTo>
                <a:lnTo>
                  <a:pt x="361950" y="390525"/>
                </a:lnTo>
                <a:lnTo>
                  <a:pt x="361950" y="409575"/>
                </a:lnTo>
                <a:lnTo>
                  <a:pt x="342900" y="409575"/>
                </a:lnTo>
                <a:lnTo>
                  <a:pt x="342900" y="400050"/>
                </a:lnTo>
                <a:lnTo>
                  <a:pt x="352425" y="400050"/>
                </a:lnTo>
                <a:close/>
                <a:moveTo>
                  <a:pt x="457200" y="390525"/>
                </a:moveTo>
                <a:lnTo>
                  <a:pt x="466725" y="390525"/>
                </a:lnTo>
                <a:lnTo>
                  <a:pt x="466725" y="400050"/>
                </a:lnTo>
                <a:lnTo>
                  <a:pt x="457200" y="400050"/>
                </a:lnTo>
                <a:close/>
                <a:moveTo>
                  <a:pt x="714375" y="390525"/>
                </a:moveTo>
                <a:lnTo>
                  <a:pt x="723900" y="390525"/>
                </a:lnTo>
                <a:lnTo>
                  <a:pt x="723900" y="400050"/>
                </a:lnTo>
                <a:lnTo>
                  <a:pt x="742950" y="400050"/>
                </a:lnTo>
                <a:lnTo>
                  <a:pt x="742950" y="409575"/>
                </a:lnTo>
                <a:lnTo>
                  <a:pt x="714375" y="409575"/>
                </a:lnTo>
                <a:close/>
                <a:moveTo>
                  <a:pt x="1019175" y="390525"/>
                </a:moveTo>
                <a:lnTo>
                  <a:pt x="1028700" y="390525"/>
                </a:lnTo>
                <a:lnTo>
                  <a:pt x="1028700" y="409575"/>
                </a:lnTo>
                <a:lnTo>
                  <a:pt x="1019175" y="409575"/>
                </a:lnTo>
                <a:close/>
                <a:moveTo>
                  <a:pt x="0" y="400050"/>
                </a:moveTo>
                <a:lnTo>
                  <a:pt x="9525" y="400050"/>
                </a:lnTo>
                <a:lnTo>
                  <a:pt x="9525" y="409575"/>
                </a:lnTo>
                <a:lnTo>
                  <a:pt x="0" y="409575"/>
                </a:lnTo>
                <a:close/>
                <a:moveTo>
                  <a:pt x="171450" y="400050"/>
                </a:moveTo>
                <a:lnTo>
                  <a:pt x="190500" y="400050"/>
                </a:lnTo>
                <a:lnTo>
                  <a:pt x="190500" y="409575"/>
                </a:lnTo>
                <a:lnTo>
                  <a:pt x="171450" y="409575"/>
                </a:lnTo>
                <a:close/>
                <a:moveTo>
                  <a:pt x="466725" y="400050"/>
                </a:moveTo>
                <a:lnTo>
                  <a:pt x="476250" y="400050"/>
                </a:lnTo>
                <a:lnTo>
                  <a:pt x="476250" y="409575"/>
                </a:lnTo>
                <a:lnTo>
                  <a:pt x="466725" y="409575"/>
                </a:lnTo>
                <a:close/>
                <a:moveTo>
                  <a:pt x="161925" y="409575"/>
                </a:moveTo>
                <a:lnTo>
                  <a:pt x="171450" y="409575"/>
                </a:lnTo>
                <a:lnTo>
                  <a:pt x="171450" y="419100"/>
                </a:lnTo>
                <a:lnTo>
                  <a:pt x="161925" y="419100"/>
                </a:lnTo>
                <a:close/>
                <a:moveTo>
                  <a:pt x="476250" y="409575"/>
                </a:moveTo>
                <a:lnTo>
                  <a:pt x="485775" y="409575"/>
                </a:lnTo>
                <a:lnTo>
                  <a:pt x="485775" y="419100"/>
                </a:lnTo>
                <a:lnTo>
                  <a:pt x="476250" y="419100"/>
                </a:lnTo>
                <a:close/>
                <a:moveTo>
                  <a:pt x="800100" y="409575"/>
                </a:moveTo>
                <a:lnTo>
                  <a:pt x="838200" y="409575"/>
                </a:lnTo>
                <a:lnTo>
                  <a:pt x="838200" y="419100"/>
                </a:lnTo>
                <a:lnTo>
                  <a:pt x="828675" y="419100"/>
                </a:lnTo>
                <a:lnTo>
                  <a:pt x="828675" y="428625"/>
                </a:lnTo>
                <a:lnTo>
                  <a:pt x="800100" y="428625"/>
                </a:lnTo>
                <a:close/>
                <a:moveTo>
                  <a:pt x="1009650" y="409575"/>
                </a:moveTo>
                <a:lnTo>
                  <a:pt x="1019175" y="409575"/>
                </a:lnTo>
                <a:lnTo>
                  <a:pt x="1019175" y="438150"/>
                </a:lnTo>
                <a:lnTo>
                  <a:pt x="1028700" y="438150"/>
                </a:lnTo>
                <a:lnTo>
                  <a:pt x="1028700" y="447675"/>
                </a:lnTo>
                <a:lnTo>
                  <a:pt x="1019175" y="447675"/>
                </a:lnTo>
                <a:lnTo>
                  <a:pt x="1019175" y="457200"/>
                </a:lnTo>
                <a:lnTo>
                  <a:pt x="990600" y="457200"/>
                </a:lnTo>
                <a:lnTo>
                  <a:pt x="990600" y="447675"/>
                </a:lnTo>
                <a:lnTo>
                  <a:pt x="1000125" y="447675"/>
                </a:lnTo>
                <a:lnTo>
                  <a:pt x="1000125" y="438150"/>
                </a:lnTo>
                <a:lnTo>
                  <a:pt x="1009650" y="438150"/>
                </a:lnTo>
                <a:close/>
                <a:moveTo>
                  <a:pt x="838200" y="428625"/>
                </a:moveTo>
                <a:lnTo>
                  <a:pt x="847725" y="428625"/>
                </a:lnTo>
                <a:lnTo>
                  <a:pt x="847725" y="438150"/>
                </a:lnTo>
                <a:lnTo>
                  <a:pt x="838200" y="438150"/>
                </a:lnTo>
                <a:close/>
                <a:moveTo>
                  <a:pt x="314325" y="447675"/>
                </a:moveTo>
                <a:lnTo>
                  <a:pt x="333375" y="447675"/>
                </a:lnTo>
                <a:lnTo>
                  <a:pt x="333375" y="457200"/>
                </a:lnTo>
                <a:lnTo>
                  <a:pt x="323850" y="457200"/>
                </a:lnTo>
                <a:lnTo>
                  <a:pt x="323850" y="476250"/>
                </a:lnTo>
                <a:lnTo>
                  <a:pt x="314325" y="476250"/>
                </a:lnTo>
                <a:close/>
                <a:moveTo>
                  <a:pt x="333375" y="457200"/>
                </a:moveTo>
                <a:lnTo>
                  <a:pt x="361950" y="457200"/>
                </a:lnTo>
                <a:lnTo>
                  <a:pt x="361950" y="466725"/>
                </a:lnTo>
                <a:lnTo>
                  <a:pt x="352425" y="466725"/>
                </a:lnTo>
                <a:lnTo>
                  <a:pt x="352425" y="495300"/>
                </a:lnTo>
                <a:lnTo>
                  <a:pt x="361950" y="495300"/>
                </a:lnTo>
                <a:lnTo>
                  <a:pt x="361950" y="504825"/>
                </a:lnTo>
                <a:lnTo>
                  <a:pt x="352425" y="504825"/>
                </a:lnTo>
                <a:lnTo>
                  <a:pt x="352425" y="523875"/>
                </a:lnTo>
                <a:lnTo>
                  <a:pt x="342900" y="523875"/>
                </a:lnTo>
                <a:lnTo>
                  <a:pt x="342900" y="495300"/>
                </a:lnTo>
                <a:lnTo>
                  <a:pt x="333375" y="495300"/>
                </a:lnTo>
                <a:close/>
                <a:moveTo>
                  <a:pt x="628650" y="457200"/>
                </a:moveTo>
                <a:lnTo>
                  <a:pt x="638175" y="457200"/>
                </a:lnTo>
                <a:lnTo>
                  <a:pt x="638175" y="466725"/>
                </a:lnTo>
                <a:lnTo>
                  <a:pt x="628650" y="466725"/>
                </a:lnTo>
                <a:close/>
                <a:moveTo>
                  <a:pt x="161925" y="466725"/>
                </a:moveTo>
                <a:lnTo>
                  <a:pt x="209550" y="466725"/>
                </a:lnTo>
                <a:lnTo>
                  <a:pt x="209550" y="495300"/>
                </a:lnTo>
                <a:lnTo>
                  <a:pt x="200025" y="495300"/>
                </a:lnTo>
                <a:lnTo>
                  <a:pt x="200025" y="485775"/>
                </a:lnTo>
                <a:lnTo>
                  <a:pt x="171450" y="485775"/>
                </a:lnTo>
                <a:lnTo>
                  <a:pt x="171450" y="504825"/>
                </a:lnTo>
                <a:lnTo>
                  <a:pt x="161925" y="504825"/>
                </a:lnTo>
                <a:close/>
                <a:moveTo>
                  <a:pt x="638175" y="466725"/>
                </a:moveTo>
                <a:lnTo>
                  <a:pt x="647700" y="466725"/>
                </a:lnTo>
                <a:lnTo>
                  <a:pt x="647700" y="476250"/>
                </a:lnTo>
                <a:lnTo>
                  <a:pt x="657225" y="476250"/>
                </a:lnTo>
                <a:lnTo>
                  <a:pt x="657225" y="495300"/>
                </a:lnTo>
                <a:lnTo>
                  <a:pt x="638175" y="495300"/>
                </a:lnTo>
                <a:close/>
                <a:moveTo>
                  <a:pt x="676275" y="466725"/>
                </a:moveTo>
                <a:lnTo>
                  <a:pt x="685800" y="466725"/>
                </a:lnTo>
                <a:lnTo>
                  <a:pt x="685800" y="476250"/>
                </a:lnTo>
                <a:lnTo>
                  <a:pt x="676275" y="476250"/>
                </a:lnTo>
                <a:close/>
                <a:moveTo>
                  <a:pt x="1019175" y="476250"/>
                </a:moveTo>
                <a:lnTo>
                  <a:pt x="1028700" y="476250"/>
                </a:lnTo>
                <a:lnTo>
                  <a:pt x="1028700" y="504825"/>
                </a:lnTo>
                <a:lnTo>
                  <a:pt x="1019175" y="504825"/>
                </a:lnTo>
                <a:close/>
                <a:moveTo>
                  <a:pt x="28575" y="485775"/>
                </a:moveTo>
                <a:lnTo>
                  <a:pt x="38100" y="485775"/>
                </a:lnTo>
                <a:lnTo>
                  <a:pt x="38100" y="504825"/>
                </a:lnTo>
                <a:lnTo>
                  <a:pt x="28575" y="504825"/>
                </a:lnTo>
                <a:close/>
                <a:moveTo>
                  <a:pt x="942975" y="485775"/>
                </a:moveTo>
                <a:lnTo>
                  <a:pt x="952500" y="485775"/>
                </a:lnTo>
                <a:lnTo>
                  <a:pt x="952500" y="495300"/>
                </a:lnTo>
                <a:lnTo>
                  <a:pt x="962025" y="495300"/>
                </a:lnTo>
                <a:lnTo>
                  <a:pt x="962025" y="514350"/>
                </a:lnTo>
                <a:lnTo>
                  <a:pt x="933450" y="514350"/>
                </a:lnTo>
                <a:lnTo>
                  <a:pt x="933450" y="504825"/>
                </a:lnTo>
                <a:lnTo>
                  <a:pt x="923925" y="504825"/>
                </a:lnTo>
                <a:lnTo>
                  <a:pt x="923925" y="495300"/>
                </a:lnTo>
                <a:lnTo>
                  <a:pt x="942975" y="495300"/>
                </a:lnTo>
                <a:close/>
                <a:moveTo>
                  <a:pt x="19050" y="504825"/>
                </a:moveTo>
                <a:lnTo>
                  <a:pt x="28575" y="504825"/>
                </a:lnTo>
                <a:lnTo>
                  <a:pt x="28575" y="514350"/>
                </a:lnTo>
                <a:lnTo>
                  <a:pt x="19050" y="514350"/>
                </a:lnTo>
                <a:close/>
                <a:moveTo>
                  <a:pt x="171450" y="504825"/>
                </a:moveTo>
                <a:lnTo>
                  <a:pt x="209550" y="504825"/>
                </a:lnTo>
                <a:lnTo>
                  <a:pt x="209550" y="514350"/>
                </a:lnTo>
                <a:lnTo>
                  <a:pt x="190500" y="514350"/>
                </a:lnTo>
                <a:lnTo>
                  <a:pt x="190500" y="523875"/>
                </a:lnTo>
                <a:lnTo>
                  <a:pt x="200025" y="523875"/>
                </a:lnTo>
                <a:lnTo>
                  <a:pt x="200025" y="533400"/>
                </a:lnTo>
                <a:lnTo>
                  <a:pt x="180975" y="533400"/>
                </a:lnTo>
                <a:lnTo>
                  <a:pt x="180975" y="514350"/>
                </a:lnTo>
                <a:lnTo>
                  <a:pt x="171450" y="514350"/>
                </a:lnTo>
                <a:close/>
                <a:moveTo>
                  <a:pt x="895350" y="504825"/>
                </a:moveTo>
                <a:lnTo>
                  <a:pt x="904875" y="504825"/>
                </a:lnTo>
                <a:lnTo>
                  <a:pt x="904875" y="514350"/>
                </a:lnTo>
                <a:lnTo>
                  <a:pt x="933450" y="514350"/>
                </a:lnTo>
                <a:lnTo>
                  <a:pt x="933450" y="523875"/>
                </a:lnTo>
                <a:lnTo>
                  <a:pt x="895350" y="523875"/>
                </a:lnTo>
                <a:close/>
                <a:moveTo>
                  <a:pt x="28575" y="514350"/>
                </a:moveTo>
                <a:lnTo>
                  <a:pt x="38100" y="514350"/>
                </a:lnTo>
                <a:lnTo>
                  <a:pt x="38100" y="533400"/>
                </a:lnTo>
                <a:lnTo>
                  <a:pt x="28575" y="533400"/>
                </a:lnTo>
                <a:close/>
                <a:moveTo>
                  <a:pt x="809625" y="514350"/>
                </a:moveTo>
                <a:lnTo>
                  <a:pt x="819150" y="514350"/>
                </a:lnTo>
                <a:lnTo>
                  <a:pt x="819150" y="523875"/>
                </a:lnTo>
                <a:lnTo>
                  <a:pt x="809625" y="523875"/>
                </a:lnTo>
                <a:close/>
                <a:moveTo>
                  <a:pt x="819150" y="523875"/>
                </a:moveTo>
                <a:lnTo>
                  <a:pt x="828675" y="523875"/>
                </a:lnTo>
                <a:lnTo>
                  <a:pt x="828675" y="533400"/>
                </a:lnTo>
                <a:lnTo>
                  <a:pt x="819150" y="533400"/>
                </a:lnTo>
                <a:close/>
                <a:moveTo>
                  <a:pt x="133350" y="552450"/>
                </a:moveTo>
                <a:lnTo>
                  <a:pt x="142875" y="552450"/>
                </a:lnTo>
                <a:lnTo>
                  <a:pt x="142875" y="561975"/>
                </a:lnTo>
                <a:lnTo>
                  <a:pt x="133350" y="561975"/>
                </a:lnTo>
                <a:close/>
                <a:moveTo>
                  <a:pt x="1152525" y="561975"/>
                </a:moveTo>
                <a:lnTo>
                  <a:pt x="1162050" y="561975"/>
                </a:lnTo>
                <a:lnTo>
                  <a:pt x="1162050" y="571500"/>
                </a:lnTo>
                <a:lnTo>
                  <a:pt x="1152525" y="571500"/>
                </a:lnTo>
                <a:close/>
                <a:moveTo>
                  <a:pt x="400050" y="581025"/>
                </a:moveTo>
                <a:lnTo>
                  <a:pt x="419100" y="581025"/>
                </a:lnTo>
                <a:lnTo>
                  <a:pt x="419100" y="590550"/>
                </a:lnTo>
                <a:lnTo>
                  <a:pt x="400050" y="590550"/>
                </a:lnTo>
                <a:close/>
                <a:moveTo>
                  <a:pt x="0" y="590550"/>
                </a:moveTo>
                <a:lnTo>
                  <a:pt x="19050" y="590550"/>
                </a:lnTo>
                <a:lnTo>
                  <a:pt x="19050" y="600075"/>
                </a:lnTo>
                <a:lnTo>
                  <a:pt x="9525" y="600075"/>
                </a:lnTo>
                <a:lnTo>
                  <a:pt x="9525" y="609600"/>
                </a:lnTo>
                <a:lnTo>
                  <a:pt x="0" y="609600"/>
                </a:lnTo>
                <a:close/>
                <a:moveTo>
                  <a:pt x="9525" y="609600"/>
                </a:moveTo>
                <a:lnTo>
                  <a:pt x="19050" y="609600"/>
                </a:lnTo>
                <a:lnTo>
                  <a:pt x="19050" y="619125"/>
                </a:lnTo>
                <a:lnTo>
                  <a:pt x="9525" y="619125"/>
                </a:lnTo>
                <a:close/>
                <a:moveTo>
                  <a:pt x="28575" y="609600"/>
                </a:moveTo>
                <a:lnTo>
                  <a:pt x="38100" y="609600"/>
                </a:lnTo>
                <a:lnTo>
                  <a:pt x="38100" y="619125"/>
                </a:lnTo>
                <a:lnTo>
                  <a:pt x="28575" y="619125"/>
                </a:lnTo>
                <a:close/>
                <a:moveTo>
                  <a:pt x="390525" y="609600"/>
                </a:moveTo>
                <a:lnTo>
                  <a:pt x="400050" y="609600"/>
                </a:lnTo>
                <a:lnTo>
                  <a:pt x="400050" y="619125"/>
                </a:lnTo>
                <a:lnTo>
                  <a:pt x="409575" y="619125"/>
                </a:lnTo>
                <a:lnTo>
                  <a:pt x="409575" y="628650"/>
                </a:lnTo>
                <a:lnTo>
                  <a:pt x="390525" y="628650"/>
                </a:lnTo>
                <a:close/>
                <a:moveTo>
                  <a:pt x="19050" y="619125"/>
                </a:moveTo>
                <a:lnTo>
                  <a:pt x="28575" y="619125"/>
                </a:lnTo>
                <a:lnTo>
                  <a:pt x="28575" y="628650"/>
                </a:lnTo>
                <a:lnTo>
                  <a:pt x="19050" y="628650"/>
                </a:lnTo>
                <a:close/>
                <a:moveTo>
                  <a:pt x="200025" y="628650"/>
                </a:moveTo>
                <a:lnTo>
                  <a:pt x="219075" y="628650"/>
                </a:lnTo>
                <a:lnTo>
                  <a:pt x="219075" y="638175"/>
                </a:lnTo>
                <a:lnTo>
                  <a:pt x="200025" y="638175"/>
                </a:lnTo>
                <a:close/>
                <a:moveTo>
                  <a:pt x="409575" y="628650"/>
                </a:moveTo>
                <a:lnTo>
                  <a:pt x="457200" y="628650"/>
                </a:lnTo>
                <a:lnTo>
                  <a:pt x="457200" y="647700"/>
                </a:lnTo>
                <a:lnTo>
                  <a:pt x="438150" y="647700"/>
                </a:lnTo>
                <a:lnTo>
                  <a:pt x="438150" y="657225"/>
                </a:lnTo>
                <a:lnTo>
                  <a:pt x="428625" y="657225"/>
                </a:lnTo>
                <a:lnTo>
                  <a:pt x="428625" y="638175"/>
                </a:lnTo>
                <a:lnTo>
                  <a:pt x="409575" y="638175"/>
                </a:lnTo>
                <a:close/>
                <a:moveTo>
                  <a:pt x="533400" y="628650"/>
                </a:moveTo>
                <a:lnTo>
                  <a:pt x="552450" y="628650"/>
                </a:lnTo>
                <a:lnTo>
                  <a:pt x="552450" y="647700"/>
                </a:lnTo>
                <a:lnTo>
                  <a:pt x="533400" y="647700"/>
                </a:lnTo>
                <a:close/>
                <a:moveTo>
                  <a:pt x="581025" y="628650"/>
                </a:moveTo>
                <a:lnTo>
                  <a:pt x="609600" y="628650"/>
                </a:lnTo>
                <a:lnTo>
                  <a:pt x="609600" y="638175"/>
                </a:lnTo>
                <a:lnTo>
                  <a:pt x="619125" y="638175"/>
                </a:lnTo>
                <a:lnTo>
                  <a:pt x="619125" y="647700"/>
                </a:lnTo>
                <a:lnTo>
                  <a:pt x="590550" y="647700"/>
                </a:lnTo>
                <a:lnTo>
                  <a:pt x="590550" y="638175"/>
                </a:lnTo>
                <a:lnTo>
                  <a:pt x="581025" y="638175"/>
                </a:lnTo>
                <a:close/>
                <a:moveTo>
                  <a:pt x="1085850" y="628650"/>
                </a:moveTo>
                <a:lnTo>
                  <a:pt x="1095375" y="628650"/>
                </a:lnTo>
                <a:lnTo>
                  <a:pt x="1095375" y="638175"/>
                </a:lnTo>
                <a:lnTo>
                  <a:pt x="1085850" y="638175"/>
                </a:lnTo>
                <a:close/>
                <a:moveTo>
                  <a:pt x="76200" y="638175"/>
                </a:moveTo>
                <a:lnTo>
                  <a:pt x="95250" y="638175"/>
                </a:lnTo>
                <a:lnTo>
                  <a:pt x="95250" y="666750"/>
                </a:lnTo>
                <a:lnTo>
                  <a:pt x="85725" y="666750"/>
                </a:lnTo>
                <a:lnTo>
                  <a:pt x="85725" y="657225"/>
                </a:lnTo>
                <a:lnTo>
                  <a:pt x="76200" y="657225"/>
                </a:lnTo>
                <a:close/>
                <a:moveTo>
                  <a:pt x="180975" y="638175"/>
                </a:moveTo>
                <a:lnTo>
                  <a:pt x="200025" y="638175"/>
                </a:lnTo>
                <a:lnTo>
                  <a:pt x="200025" y="647700"/>
                </a:lnTo>
                <a:lnTo>
                  <a:pt x="180975" y="647700"/>
                </a:lnTo>
                <a:close/>
                <a:moveTo>
                  <a:pt x="219075" y="638175"/>
                </a:moveTo>
                <a:lnTo>
                  <a:pt x="247650" y="638175"/>
                </a:lnTo>
                <a:lnTo>
                  <a:pt x="247650" y="647700"/>
                </a:lnTo>
                <a:lnTo>
                  <a:pt x="228600" y="647700"/>
                </a:lnTo>
                <a:lnTo>
                  <a:pt x="228600" y="657225"/>
                </a:lnTo>
                <a:lnTo>
                  <a:pt x="200025" y="657225"/>
                </a:lnTo>
                <a:lnTo>
                  <a:pt x="200025" y="647700"/>
                </a:lnTo>
                <a:lnTo>
                  <a:pt x="219075" y="647700"/>
                </a:lnTo>
                <a:close/>
                <a:moveTo>
                  <a:pt x="1162050" y="638175"/>
                </a:moveTo>
                <a:lnTo>
                  <a:pt x="1190625" y="638175"/>
                </a:lnTo>
                <a:lnTo>
                  <a:pt x="1190625" y="647700"/>
                </a:lnTo>
                <a:lnTo>
                  <a:pt x="1181100" y="647700"/>
                </a:lnTo>
                <a:lnTo>
                  <a:pt x="1181100" y="657225"/>
                </a:lnTo>
                <a:lnTo>
                  <a:pt x="1171575" y="657225"/>
                </a:lnTo>
                <a:lnTo>
                  <a:pt x="1171575" y="647700"/>
                </a:lnTo>
                <a:lnTo>
                  <a:pt x="1162050" y="647700"/>
                </a:lnTo>
                <a:close/>
                <a:moveTo>
                  <a:pt x="38100" y="647700"/>
                </a:moveTo>
                <a:lnTo>
                  <a:pt x="47625" y="647700"/>
                </a:lnTo>
                <a:lnTo>
                  <a:pt x="47625" y="676275"/>
                </a:lnTo>
                <a:lnTo>
                  <a:pt x="38100" y="676275"/>
                </a:lnTo>
                <a:close/>
                <a:moveTo>
                  <a:pt x="1028700" y="647700"/>
                </a:moveTo>
                <a:lnTo>
                  <a:pt x="1038225" y="647700"/>
                </a:lnTo>
                <a:lnTo>
                  <a:pt x="1038225" y="666750"/>
                </a:lnTo>
                <a:lnTo>
                  <a:pt x="1028700" y="666750"/>
                </a:lnTo>
                <a:close/>
                <a:moveTo>
                  <a:pt x="1085850" y="657225"/>
                </a:moveTo>
                <a:lnTo>
                  <a:pt x="1095375" y="657225"/>
                </a:lnTo>
                <a:lnTo>
                  <a:pt x="1095375" y="666750"/>
                </a:lnTo>
                <a:lnTo>
                  <a:pt x="1085850" y="666750"/>
                </a:lnTo>
                <a:close/>
                <a:moveTo>
                  <a:pt x="133350" y="666750"/>
                </a:moveTo>
                <a:lnTo>
                  <a:pt x="180975" y="666750"/>
                </a:lnTo>
                <a:lnTo>
                  <a:pt x="180975" y="676275"/>
                </a:lnTo>
                <a:lnTo>
                  <a:pt x="171450" y="676275"/>
                </a:lnTo>
                <a:lnTo>
                  <a:pt x="171450" y="685800"/>
                </a:lnTo>
                <a:lnTo>
                  <a:pt x="142875" y="685800"/>
                </a:lnTo>
                <a:lnTo>
                  <a:pt x="142875" y="676275"/>
                </a:lnTo>
                <a:lnTo>
                  <a:pt x="133350" y="676275"/>
                </a:lnTo>
                <a:close/>
                <a:moveTo>
                  <a:pt x="219075" y="666750"/>
                </a:moveTo>
                <a:lnTo>
                  <a:pt x="228600" y="666750"/>
                </a:lnTo>
                <a:lnTo>
                  <a:pt x="228600" y="676275"/>
                </a:lnTo>
                <a:lnTo>
                  <a:pt x="219075" y="676275"/>
                </a:lnTo>
                <a:close/>
                <a:moveTo>
                  <a:pt x="371475" y="666750"/>
                </a:moveTo>
                <a:lnTo>
                  <a:pt x="390525" y="666750"/>
                </a:lnTo>
                <a:lnTo>
                  <a:pt x="390525" y="676275"/>
                </a:lnTo>
                <a:lnTo>
                  <a:pt x="371475" y="676275"/>
                </a:lnTo>
                <a:close/>
                <a:moveTo>
                  <a:pt x="428625" y="666750"/>
                </a:moveTo>
                <a:lnTo>
                  <a:pt x="438150" y="666750"/>
                </a:lnTo>
                <a:lnTo>
                  <a:pt x="438150" y="676275"/>
                </a:lnTo>
                <a:lnTo>
                  <a:pt x="428625" y="676275"/>
                </a:lnTo>
                <a:close/>
                <a:moveTo>
                  <a:pt x="1095375" y="666750"/>
                </a:moveTo>
                <a:lnTo>
                  <a:pt x="1114425" y="666750"/>
                </a:lnTo>
                <a:lnTo>
                  <a:pt x="1114425" y="676275"/>
                </a:lnTo>
                <a:lnTo>
                  <a:pt x="1133475" y="676275"/>
                </a:lnTo>
                <a:lnTo>
                  <a:pt x="1133475" y="685800"/>
                </a:lnTo>
                <a:lnTo>
                  <a:pt x="1123950" y="685800"/>
                </a:lnTo>
                <a:lnTo>
                  <a:pt x="1123950" y="695325"/>
                </a:lnTo>
                <a:lnTo>
                  <a:pt x="1114425" y="695325"/>
                </a:lnTo>
                <a:lnTo>
                  <a:pt x="1114425" y="685800"/>
                </a:lnTo>
                <a:lnTo>
                  <a:pt x="1095375" y="685800"/>
                </a:lnTo>
                <a:close/>
                <a:moveTo>
                  <a:pt x="0" y="695325"/>
                </a:moveTo>
                <a:lnTo>
                  <a:pt x="9525" y="695325"/>
                </a:lnTo>
                <a:lnTo>
                  <a:pt x="9525" y="704850"/>
                </a:lnTo>
                <a:lnTo>
                  <a:pt x="0" y="704850"/>
                </a:lnTo>
                <a:close/>
                <a:moveTo>
                  <a:pt x="1104900" y="695325"/>
                </a:moveTo>
                <a:lnTo>
                  <a:pt x="1114425" y="695325"/>
                </a:lnTo>
                <a:lnTo>
                  <a:pt x="1114425" y="704850"/>
                </a:lnTo>
                <a:lnTo>
                  <a:pt x="1104900" y="704850"/>
                </a:lnTo>
                <a:close/>
                <a:moveTo>
                  <a:pt x="19050" y="704850"/>
                </a:moveTo>
                <a:lnTo>
                  <a:pt x="47625" y="704850"/>
                </a:lnTo>
                <a:lnTo>
                  <a:pt x="47625" y="714375"/>
                </a:lnTo>
                <a:lnTo>
                  <a:pt x="19050" y="714375"/>
                </a:lnTo>
                <a:close/>
                <a:moveTo>
                  <a:pt x="76200" y="704850"/>
                </a:moveTo>
                <a:lnTo>
                  <a:pt x="85725" y="704850"/>
                </a:lnTo>
                <a:lnTo>
                  <a:pt x="85725" y="714375"/>
                </a:lnTo>
                <a:lnTo>
                  <a:pt x="76200" y="714375"/>
                </a:lnTo>
                <a:close/>
                <a:moveTo>
                  <a:pt x="57150" y="714375"/>
                </a:moveTo>
                <a:lnTo>
                  <a:pt x="76200" y="714375"/>
                </a:lnTo>
                <a:lnTo>
                  <a:pt x="76200" y="723900"/>
                </a:lnTo>
                <a:lnTo>
                  <a:pt x="57150" y="723900"/>
                </a:lnTo>
                <a:close/>
                <a:moveTo>
                  <a:pt x="85725" y="714375"/>
                </a:moveTo>
                <a:lnTo>
                  <a:pt x="104775" y="714375"/>
                </a:lnTo>
                <a:lnTo>
                  <a:pt x="104775" y="723900"/>
                </a:lnTo>
                <a:lnTo>
                  <a:pt x="95250" y="723900"/>
                </a:lnTo>
                <a:lnTo>
                  <a:pt x="95250" y="733425"/>
                </a:lnTo>
                <a:lnTo>
                  <a:pt x="76200" y="733425"/>
                </a:lnTo>
                <a:lnTo>
                  <a:pt x="76200" y="723900"/>
                </a:lnTo>
                <a:lnTo>
                  <a:pt x="85725" y="723900"/>
                </a:lnTo>
                <a:close/>
                <a:moveTo>
                  <a:pt x="600075" y="714375"/>
                </a:moveTo>
                <a:lnTo>
                  <a:pt x="619125" y="714375"/>
                </a:lnTo>
                <a:lnTo>
                  <a:pt x="619125" y="723900"/>
                </a:lnTo>
                <a:lnTo>
                  <a:pt x="628650" y="723900"/>
                </a:lnTo>
                <a:lnTo>
                  <a:pt x="628650" y="733425"/>
                </a:lnTo>
                <a:lnTo>
                  <a:pt x="581025" y="733425"/>
                </a:lnTo>
                <a:lnTo>
                  <a:pt x="581025" y="723900"/>
                </a:lnTo>
                <a:lnTo>
                  <a:pt x="600075" y="723900"/>
                </a:lnTo>
                <a:close/>
                <a:moveTo>
                  <a:pt x="704850" y="714375"/>
                </a:moveTo>
                <a:lnTo>
                  <a:pt x="733425" y="714375"/>
                </a:lnTo>
                <a:lnTo>
                  <a:pt x="733425" y="733425"/>
                </a:lnTo>
                <a:lnTo>
                  <a:pt x="704850" y="733425"/>
                </a:lnTo>
                <a:close/>
                <a:moveTo>
                  <a:pt x="800100" y="714375"/>
                </a:moveTo>
                <a:lnTo>
                  <a:pt x="809625" y="714375"/>
                </a:lnTo>
                <a:lnTo>
                  <a:pt x="809625" y="723900"/>
                </a:lnTo>
                <a:lnTo>
                  <a:pt x="828675" y="723900"/>
                </a:lnTo>
                <a:lnTo>
                  <a:pt x="828675" y="733425"/>
                </a:lnTo>
                <a:lnTo>
                  <a:pt x="781050" y="733425"/>
                </a:lnTo>
                <a:lnTo>
                  <a:pt x="781050" y="723900"/>
                </a:lnTo>
                <a:lnTo>
                  <a:pt x="800100" y="723900"/>
                </a:lnTo>
                <a:close/>
                <a:moveTo>
                  <a:pt x="914400" y="714375"/>
                </a:moveTo>
                <a:lnTo>
                  <a:pt x="942975" y="714375"/>
                </a:lnTo>
                <a:lnTo>
                  <a:pt x="942975" y="723900"/>
                </a:lnTo>
                <a:lnTo>
                  <a:pt x="1000125" y="723900"/>
                </a:lnTo>
                <a:lnTo>
                  <a:pt x="1000125" y="733425"/>
                </a:lnTo>
                <a:lnTo>
                  <a:pt x="942975" y="733425"/>
                </a:lnTo>
                <a:lnTo>
                  <a:pt x="942975" y="742950"/>
                </a:lnTo>
                <a:lnTo>
                  <a:pt x="933450" y="742950"/>
                </a:lnTo>
                <a:lnTo>
                  <a:pt x="933450" y="752475"/>
                </a:lnTo>
                <a:lnTo>
                  <a:pt x="923925" y="752475"/>
                </a:lnTo>
                <a:lnTo>
                  <a:pt x="923925" y="742950"/>
                </a:lnTo>
                <a:lnTo>
                  <a:pt x="914400" y="742950"/>
                </a:lnTo>
                <a:lnTo>
                  <a:pt x="914400" y="733425"/>
                </a:lnTo>
                <a:lnTo>
                  <a:pt x="866775" y="733425"/>
                </a:lnTo>
                <a:lnTo>
                  <a:pt x="866775" y="723900"/>
                </a:lnTo>
                <a:lnTo>
                  <a:pt x="914400" y="723900"/>
                </a:lnTo>
                <a:close/>
                <a:moveTo>
                  <a:pt x="1019175" y="714375"/>
                </a:moveTo>
                <a:lnTo>
                  <a:pt x="1028700" y="714375"/>
                </a:lnTo>
                <a:lnTo>
                  <a:pt x="1028700" y="723900"/>
                </a:lnTo>
                <a:lnTo>
                  <a:pt x="1019175" y="723900"/>
                </a:lnTo>
                <a:close/>
                <a:moveTo>
                  <a:pt x="104775" y="723900"/>
                </a:moveTo>
                <a:lnTo>
                  <a:pt x="114300" y="723900"/>
                </a:lnTo>
                <a:lnTo>
                  <a:pt x="114300" y="733425"/>
                </a:lnTo>
                <a:lnTo>
                  <a:pt x="104775" y="733425"/>
                </a:lnTo>
                <a:close/>
                <a:moveTo>
                  <a:pt x="133350" y="723900"/>
                </a:moveTo>
                <a:lnTo>
                  <a:pt x="180975" y="723900"/>
                </a:lnTo>
                <a:lnTo>
                  <a:pt x="180975" y="733425"/>
                </a:lnTo>
                <a:lnTo>
                  <a:pt x="133350" y="733425"/>
                </a:lnTo>
                <a:close/>
                <a:moveTo>
                  <a:pt x="200025" y="723900"/>
                </a:moveTo>
                <a:lnTo>
                  <a:pt x="228600" y="723900"/>
                </a:lnTo>
                <a:lnTo>
                  <a:pt x="228600" y="733425"/>
                </a:lnTo>
                <a:lnTo>
                  <a:pt x="200025" y="733425"/>
                </a:lnTo>
                <a:close/>
                <a:moveTo>
                  <a:pt x="238125" y="723900"/>
                </a:moveTo>
                <a:lnTo>
                  <a:pt x="247650" y="723900"/>
                </a:lnTo>
                <a:lnTo>
                  <a:pt x="247650" y="733425"/>
                </a:lnTo>
                <a:lnTo>
                  <a:pt x="238125" y="733425"/>
                </a:lnTo>
                <a:close/>
                <a:moveTo>
                  <a:pt x="257175" y="723900"/>
                </a:moveTo>
                <a:lnTo>
                  <a:pt x="266700" y="723900"/>
                </a:lnTo>
                <a:lnTo>
                  <a:pt x="266700" y="733425"/>
                </a:lnTo>
                <a:lnTo>
                  <a:pt x="257175" y="733425"/>
                </a:lnTo>
                <a:close/>
                <a:moveTo>
                  <a:pt x="276225" y="723900"/>
                </a:moveTo>
                <a:lnTo>
                  <a:pt x="285750" y="723900"/>
                </a:lnTo>
                <a:lnTo>
                  <a:pt x="285750" y="733425"/>
                </a:lnTo>
                <a:lnTo>
                  <a:pt x="276225" y="733425"/>
                </a:lnTo>
                <a:close/>
                <a:moveTo>
                  <a:pt x="323850" y="723900"/>
                </a:moveTo>
                <a:lnTo>
                  <a:pt x="371475" y="723900"/>
                </a:lnTo>
                <a:lnTo>
                  <a:pt x="371475" y="733425"/>
                </a:lnTo>
                <a:lnTo>
                  <a:pt x="323850" y="733425"/>
                </a:lnTo>
                <a:close/>
                <a:moveTo>
                  <a:pt x="400050" y="723900"/>
                </a:moveTo>
                <a:lnTo>
                  <a:pt x="428625" y="723900"/>
                </a:lnTo>
                <a:lnTo>
                  <a:pt x="428625" y="733425"/>
                </a:lnTo>
                <a:lnTo>
                  <a:pt x="400050" y="733425"/>
                </a:lnTo>
                <a:close/>
                <a:moveTo>
                  <a:pt x="457200" y="723900"/>
                </a:moveTo>
                <a:lnTo>
                  <a:pt x="485775" y="723900"/>
                </a:lnTo>
                <a:lnTo>
                  <a:pt x="485775" y="733425"/>
                </a:lnTo>
                <a:lnTo>
                  <a:pt x="457200" y="733425"/>
                </a:lnTo>
                <a:close/>
                <a:moveTo>
                  <a:pt x="561975" y="723900"/>
                </a:moveTo>
                <a:lnTo>
                  <a:pt x="571500" y="723900"/>
                </a:lnTo>
                <a:lnTo>
                  <a:pt x="571500" y="733425"/>
                </a:lnTo>
                <a:lnTo>
                  <a:pt x="561975" y="733425"/>
                </a:lnTo>
                <a:close/>
                <a:moveTo>
                  <a:pt x="666750" y="723900"/>
                </a:moveTo>
                <a:lnTo>
                  <a:pt x="676275" y="723900"/>
                </a:lnTo>
                <a:lnTo>
                  <a:pt x="676275" y="733425"/>
                </a:lnTo>
                <a:lnTo>
                  <a:pt x="666750" y="733425"/>
                </a:lnTo>
                <a:close/>
                <a:moveTo>
                  <a:pt x="1066800" y="723900"/>
                </a:moveTo>
                <a:lnTo>
                  <a:pt x="1076325" y="723900"/>
                </a:lnTo>
                <a:lnTo>
                  <a:pt x="1076325" y="742950"/>
                </a:lnTo>
                <a:lnTo>
                  <a:pt x="1057275" y="742950"/>
                </a:lnTo>
                <a:lnTo>
                  <a:pt x="1057275" y="752475"/>
                </a:lnTo>
                <a:lnTo>
                  <a:pt x="1047750" y="752475"/>
                </a:lnTo>
                <a:lnTo>
                  <a:pt x="1047750" y="742950"/>
                </a:lnTo>
                <a:lnTo>
                  <a:pt x="1028700" y="742950"/>
                </a:lnTo>
                <a:lnTo>
                  <a:pt x="1028700" y="733425"/>
                </a:lnTo>
                <a:lnTo>
                  <a:pt x="1066800" y="733425"/>
                </a:lnTo>
                <a:close/>
                <a:moveTo>
                  <a:pt x="285750" y="733425"/>
                </a:moveTo>
                <a:lnTo>
                  <a:pt x="304800" y="733425"/>
                </a:lnTo>
                <a:lnTo>
                  <a:pt x="304800" y="742950"/>
                </a:lnTo>
                <a:lnTo>
                  <a:pt x="314325" y="742950"/>
                </a:lnTo>
                <a:lnTo>
                  <a:pt x="314325" y="771525"/>
                </a:lnTo>
                <a:lnTo>
                  <a:pt x="304800" y="771525"/>
                </a:lnTo>
                <a:lnTo>
                  <a:pt x="304800" y="752475"/>
                </a:lnTo>
                <a:lnTo>
                  <a:pt x="295275" y="752475"/>
                </a:lnTo>
                <a:lnTo>
                  <a:pt x="295275" y="742950"/>
                </a:lnTo>
                <a:lnTo>
                  <a:pt x="285750" y="742950"/>
                </a:lnTo>
                <a:close/>
                <a:moveTo>
                  <a:pt x="171450" y="742950"/>
                </a:moveTo>
                <a:lnTo>
                  <a:pt x="180975" y="742950"/>
                </a:lnTo>
                <a:lnTo>
                  <a:pt x="180975" y="771525"/>
                </a:lnTo>
                <a:lnTo>
                  <a:pt x="171450" y="771525"/>
                </a:lnTo>
                <a:close/>
                <a:moveTo>
                  <a:pt x="819150" y="742950"/>
                </a:moveTo>
                <a:lnTo>
                  <a:pt x="828675" y="742950"/>
                </a:lnTo>
                <a:lnTo>
                  <a:pt x="828675" y="752475"/>
                </a:lnTo>
                <a:lnTo>
                  <a:pt x="847725" y="752475"/>
                </a:lnTo>
                <a:lnTo>
                  <a:pt x="847725" y="762000"/>
                </a:lnTo>
                <a:lnTo>
                  <a:pt x="866775" y="762000"/>
                </a:lnTo>
                <a:lnTo>
                  <a:pt x="866775" y="771525"/>
                </a:lnTo>
                <a:lnTo>
                  <a:pt x="876300" y="771525"/>
                </a:lnTo>
                <a:lnTo>
                  <a:pt x="876300" y="781050"/>
                </a:lnTo>
                <a:lnTo>
                  <a:pt x="847725" y="781050"/>
                </a:lnTo>
                <a:lnTo>
                  <a:pt x="847725" y="771525"/>
                </a:lnTo>
                <a:lnTo>
                  <a:pt x="809625" y="771525"/>
                </a:lnTo>
                <a:lnTo>
                  <a:pt x="809625" y="762000"/>
                </a:lnTo>
                <a:lnTo>
                  <a:pt x="819150" y="762000"/>
                </a:lnTo>
                <a:close/>
                <a:moveTo>
                  <a:pt x="885825" y="742950"/>
                </a:moveTo>
                <a:lnTo>
                  <a:pt x="895350" y="742950"/>
                </a:lnTo>
                <a:lnTo>
                  <a:pt x="895350" y="752475"/>
                </a:lnTo>
                <a:lnTo>
                  <a:pt x="904875" y="752475"/>
                </a:lnTo>
                <a:lnTo>
                  <a:pt x="904875" y="762000"/>
                </a:lnTo>
                <a:lnTo>
                  <a:pt x="885825" y="762000"/>
                </a:lnTo>
                <a:close/>
                <a:moveTo>
                  <a:pt x="942975" y="742950"/>
                </a:moveTo>
                <a:lnTo>
                  <a:pt x="952500" y="742950"/>
                </a:lnTo>
                <a:lnTo>
                  <a:pt x="952500" y="762000"/>
                </a:lnTo>
                <a:lnTo>
                  <a:pt x="942975" y="762000"/>
                </a:lnTo>
                <a:close/>
                <a:moveTo>
                  <a:pt x="266700" y="752475"/>
                </a:moveTo>
                <a:lnTo>
                  <a:pt x="276225" y="752475"/>
                </a:lnTo>
                <a:lnTo>
                  <a:pt x="276225" y="762000"/>
                </a:lnTo>
                <a:lnTo>
                  <a:pt x="285750" y="762000"/>
                </a:lnTo>
                <a:lnTo>
                  <a:pt x="285750" y="771525"/>
                </a:lnTo>
                <a:lnTo>
                  <a:pt x="295275" y="771525"/>
                </a:lnTo>
                <a:lnTo>
                  <a:pt x="295275" y="781050"/>
                </a:lnTo>
                <a:lnTo>
                  <a:pt x="304800" y="781050"/>
                </a:lnTo>
                <a:lnTo>
                  <a:pt x="304800" y="790575"/>
                </a:lnTo>
                <a:lnTo>
                  <a:pt x="285750" y="790575"/>
                </a:lnTo>
                <a:lnTo>
                  <a:pt x="285750" y="781050"/>
                </a:lnTo>
                <a:lnTo>
                  <a:pt x="266700" y="781050"/>
                </a:lnTo>
                <a:close/>
                <a:moveTo>
                  <a:pt x="228600" y="762000"/>
                </a:moveTo>
                <a:lnTo>
                  <a:pt x="247650" y="762000"/>
                </a:lnTo>
                <a:lnTo>
                  <a:pt x="247650" y="771525"/>
                </a:lnTo>
                <a:lnTo>
                  <a:pt x="228600" y="771525"/>
                </a:lnTo>
                <a:close/>
                <a:moveTo>
                  <a:pt x="95250" y="771525"/>
                </a:moveTo>
                <a:lnTo>
                  <a:pt x="104775" y="771525"/>
                </a:lnTo>
                <a:lnTo>
                  <a:pt x="104775" y="790575"/>
                </a:lnTo>
                <a:lnTo>
                  <a:pt x="95250" y="790575"/>
                </a:lnTo>
                <a:close/>
                <a:moveTo>
                  <a:pt x="990600" y="771525"/>
                </a:moveTo>
                <a:lnTo>
                  <a:pt x="1019175" y="771525"/>
                </a:lnTo>
                <a:lnTo>
                  <a:pt x="1019175" y="781050"/>
                </a:lnTo>
                <a:lnTo>
                  <a:pt x="1009650" y="781050"/>
                </a:lnTo>
                <a:lnTo>
                  <a:pt x="1009650" y="790575"/>
                </a:lnTo>
                <a:lnTo>
                  <a:pt x="1000125" y="790575"/>
                </a:lnTo>
                <a:lnTo>
                  <a:pt x="1000125" y="809625"/>
                </a:lnTo>
                <a:lnTo>
                  <a:pt x="981075" y="809625"/>
                </a:lnTo>
                <a:lnTo>
                  <a:pt x="981075" y="800100"/>
                </a:lnTo>
                <a:lnTo>
                  <a:pt x="990600" y="800100"/>
                </a:lnTo>
                <a:close/>
                <a:moveTo>
                  <a:pt x="790575" y="781050"/>
                </a:moveTo>
                <a:lnTo>
                  <a:pt x="800100" y="781050"/>
                </a:lnTo>
                <a:lnTo>
                  <a:pt x="800100" y="790575"/>
                </a:lnTo>
                <a:lnTo>
                  <a:pt x="790575" y="790575"/>
                </a:lnTo>
                <a:close/>
                <a:moveTo>
                  <a:pt x="676275" y="790575"/>
                </a:moveTo>
                <a:lnTo>
                  <a:pt x="695325" y="790575"/>
                </a:lnTo>
                <a:lnTo>
                  <a:pt x="695325" y="800100"/>
                </a:lnTo>
                <a:lnTo>
                  <a:pt x="704850" y="800100"/>
                </a:lnTo>
                <a:lnTo>
                  <a:pt x="704850" y="809625"/>
                </a:lnTo>
                <a:lnTo>
                  <a:pt x="666750" y="809625"/>
                </a:lnTo>
                <a:lnTo>
                  <a:pt x="666750" y="800100"/>
                </a:lnTo>
                <a:lnTo>
                  <a:pt x="676275" y="800100"/>
                </a:lnTo>
                <a:close/>
                <a:moveTo>
                  <a:pt x="247650" y="800100"/>
                </a:moveTo>
                <a:lnTo>
                  <a:pt x="266700" y="800100"/>
                </a:lnTo>
                <a:lnTo>
                  <a:pt x="266700" y="809625"/>
                </a:lnTo>
                <a:lnTo>
                  <a:pt x="247650" y="809625"/>
                </a:lnTo>
                <a:close/>
                <a:moveTo>
                  <a:pt x="314325" y="800100"/>
                </a:moveTo>
                <a:lnTo>
                  <a:pt x="342900" y="800100"/>
                </a:lnTo>
                <a:lnTo>
                  <a:pt x="342900" y="809625"/>
                </a:lnTo>
                <a:lnTo>
                  <a:pt x="314325" y="809625"/>
                </a:lnTo>
                <a:close/>
                <a:moveTo>
                  <a:pt x="371475" y="800100"/>
                </a:moveTo>
                <a:lnTo>
                  <a:pt x="390525" y="800100"/>
                </a:lnTo>
                <a:lnTo>
                  <a:pt x="390525" y="809625"/>
                </a:lnTo>
                <a:lnTo>
                  <a:pt x="371475" y="809625"/>
                </a:lnTo>
                <a:close/>
                <a:moveTo>
                  <a:pt x="523875" y="800100"/>
                </a:moveTo>
                <a:lnTo>
                  <a:pt x="542925" y="800100"/>
                </a:lnTo>
                <a:lnTo>
                  <a:pt x="542925" y="809625"/>
                </a:lnTo>
                <a:lnTo>
                  <a:pt x="523875" y="809625"/>
                </a:lnTo>
                <a:close/>
                <a:moveTo>
                  <a:pt x="1076325" y="800100"/>
                </a:moveTo>
                <a:lnTo>
                  <a:pt x="1095375" y="800100"/>
                </a:lnTo>
                <a:lnTo>
                  <a:pt x="1095375" y="809625"/>
                </a:lnTo>
                <a:lnTo>
                  <a:pt x="1076325" y="809625"/>
                </a:lnTo>
                <a:close/>
              </a:path>
            </a:pathLst>
          </a:custGeom>
          <a:solidFill xmlns:a="http://schemas.openxmlformats.org/drawingml/2006/main">
            <a:srgbClr val="FAF9F5"/>
          </a:solidFill>
          <a:ln xmlns:a="http://schemas.openxmlformats.org/drawingml/2006/main" w="0">
            <a:noFill/>
          </a:ln>
        </p:spPr>
      </p:sp>
      <p:sp>
        <p:nvSpPr>
          <p:cNvPr id="125" name="v11 vector #f9f9f4">
            <a:extLst xmlns:a="http://schemas.openxmlformats.org/drawingml/2006/main">
              <a:ext uri="{FF2B5EF4-FFF2-40B4-BE49-F238E27FC236}">
                <a16:creationId xmlns:a16="http://schemas.microsoft.com/office/drawing/2014/main" id="{E6FCCC09-6850-40B8-8713-504E6AAED5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8250" y="3609975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9525" y="0"/>
                </a:moveTo>
                <a:lnTo>
                  <a:pt x="19050" y="0"/>
                </a:lnTo>
                <a:lnTo>
                  <a:pt x="19050" y="19050"/>
                </a:lnTo>
                <a:lnTo>
                  <a:pt x="9525" y="19050"/>
                </a:lnTo>
                <a:close/>
                <a:moveTo>
                  <a:pt x="285750" y="9525"/>
                </a:moveTo>
                <a:lnTo>
                  <a:pt x="295275" y="9525"/>
                </a:lnTo>
                <a:lnTo>
                  <a:pt x="295275" y="19050"/>
                </a:lnTo>
                <a:lnTo>
                  <a:pt x="285750" y="19050"/>
                </a:lnTo>
                <a:close/>
                <a:moveTo>
                  <a:pt x="333375" y="9525"/>
                </a:moveTo>
                <a:lnTo>
                  <a:pt x="361950" y="9525"/>
                </a:lnTo>
                <a:lnTo>
                  <a:pt x="361950" y="19050"/>
                </a:lnTo>
                <a:lnTo>
                  <a:pt x="333375" y="19050"/>
                </a:lnTo>
                <a:close/>
                <a:moveTo>
                  <a:pt x="657225" y="9525"/>
                </a:moveTo>
                <a:lnTo>
                  <a:pt x="666750" y="9525"/>
                </a:lnTo>
                <a:lnTo>
                  <a:pt x="666750" y="19050"/>
                </a:lnTo>
                <a:lnTo>
                  <a:pt x="657225" y="19050"/>
                </a:lnTo>
                <a:close/>
                <a:moveTo>
                  <a:pt x="914400" y="9525"/>
                </a:moveTo>
                <a:lnTo>
                  <a:pt x="923925" y="9525"/>
                </a:lnTo>
                <a:lnTo>
                  <a:pt x="923925" y="19050"/>
                </a:lnTo>
                <a:lnTo>
                  <a:pt x="914400" y="19050"/>
                </a:lnTo>
                <a:close/>
                <a:moveTo>
                  <a:pt x="1085850" y="9525"/>
                </a:moveTo>
                <a:lnTo>
                  <a:pt x="1095375" y="9525"/>
                </a:lnTo>
                <a:lnTo>
                  <a:pt x="1095375" y="19050"/>
                </a:lnTo>
                <a:lnTo>
                  <a:pt x="1114425" y="19050"/>
                </a:lnTo>
                <a:lnTo>
                  <a:pt x="1114425" y="57150"/>
                </a:lnTo>
                <a:lnTo>
                  <a:pt x="1085850" y="57150"/>
                </a:lnTo>
                <a:lnTo>
                  <a:pt x="1085850" y="47625"/>
                </a:lnTo>
                <a:lnTo>
                  <a:pt x="1104900" y="47625"/>
                </a:lnTo>
                <a:lnTo>
                  <a:pt x="1104900" y="38100"/>
                </a:lnTo>
                <a:lnTo>
                  <a:pt x="1095375" y="38100"/>
                </a:lnTo>
                <a:lnTo>
                  <a:pt x="1095375" y="28575"/>
                </a:lnTo>
                <a:lnTo>
                  <a:pt x="1066800" y="28575"/>
                </a:lnTo>
                <a:lnTo>
                  <a:pt x="1066800" y="19050"/>
                </a:lnTo>
                <a:lnTo>
                  <a:pt x="1085850" y="19050"/>
                </a:lnTo>
                <a:close/>
                <a:moveTo>
                  <a:pt x="1038225" y="19050"/>
                </a:moveTo>
                <a:lnTo>
                  <a:pt x="1057275" y="19050"/>
                </a:lnTo>
                <a:lnTo>
                  <a:pt x="1057275" y="28575"/>
                </a:lnTo>
                <a:lnTo>
                  <a:pt x="1038225" y="28575"/>
                </a:lnTo>
                <a:close/>
                <a:moveTo>
                  <a:pt x="1057275" y="28575"/>
                </a:moveTo>
                <a:lnTo>
                  <a:pt x="1066800" y="28575"/>
                </a:lnTo>
                <a:lnTo>
                  <a:pt x="1066800" y="38100"/>
                </a:lnTo>
                <a:lnTo>
                  <a:pt x="1057275" y="38100"/>
                </a:lnTo>
                <a:close/>
                <a:moveTo>
                  <a:pt x="1152525" y="47625"/>
                </a:moveTo>
                <a:lnTo>
                  <a:pt x="1162050" y="47625"/>
                </a:lnTo>
                <a:lnTo>
                  <a:pt x="1162050" y="66675"/>
                </a:lnTo>
                <a:lnTo>
                  <a:pt x="1152525" y="66675"/>
                </a:lnTo>
                <a:close/>
                <a:moveTo>
                  <a:pt x="9525" y="57150"/>
                </a:moveTo>
                <a:lnTo>
                  <a:pt x="19050" y="57150"/>
                </a:lnTo>
                <a:lnTo>
                  <a:pt x="19050" y="66675"/>
                </a:lnTo>
                <a:lnTo>
                  <a:pt x="9525" y="66675"/>
                </a:lnTo>
                <a:close/>
                <a:moveTo>
                  <a:pt x="19050" y="66675"/>
                </a:moveTo>
                <a:lnTo>
                  <a:pt x="28575" y="66675"/>
                </a:lnTo>
                <a:lnTo>
                  <a:pt x="28575" y="76200"/>
                </a:lnTo>
                <a:lnTo>
                  <a:pt x="19050" y="76200"/>
                </a:lnTo>
                <a:close/>
                <a:moveTo>
                  <a:pt x="19050" y="85725"/>
                </a:moveTo>
                <a:lnTo>
                  <a:pt x="28575" y="85725"/>
                </a:lnTo>
                <a:lnTo>
                  <a:pt x="28575" y="95250"/>
                </a:lnTo>
                <a:lnTo>
                  <a:pt x="19050" y="95250"/>
                </a:lnTo>
                <a:close/>
                <a:moveTo>
                  <a:pt x="38100" y="114300"/>
                </a:moveTo>
                <a:lnTo>
                  <a:pt x="47625" y="114300"/>
                </a:lnTo>
                <a:lnTo>
                  <a:pt x="47625" y="123825"/>
                </a:lnTo>
                <a:lnTo>
                  <a:pt x="38100" y="123825"/>
                </a:lnTo>
                <a:close/>
                <a:moveTo>
                  <a:pt x="1104900" y="123825"/>
                </a:moveTo>
                <a:lnTo>
                  <a:pt x="1114425" y="123825"/>
                </a:lnTo>
                <a:lnTo>
                  <a:pt x="1114425" y="152400"/>
                </a:lnTo>
                <a:lnTo>
                  <a:pt x="1104900" y="152400"/>
                </a:lnTo>
                <a:close/>
                <a:moveTo>
                  <a:pt x="1085850" y="133350"/>
                </a:moveTo>
                <a:lnTo>
                  <a:pt x="1095375" y="133350"/>
                </a:lnTo>
                <a:lnTo>
                  <a:pt x="1095375" y="152400"/>
                </a:lnTo>
                <a:lnTo>
                  <a:pt x="1085850" y="152400"/>
                </a:lnTo>
                <a:close/>
                <a:moveTo>
                  <a:pt x="1133475" y="133350"/>
                </a:moveTo>
                <a:lnTo>
                  <a:pt x="1143000" y="133350"/>
                </a:lnTo>
                <a:lnTo>
                  <a:pt x="1143000" y="142875"/>
                </a:lnTo>
                <a:lnTo>
                  <a:pt x="1133475" y="142875"/>
                </a:lnTo>
                <a:close/>
                <a:moveTo>
                  <a:pt x="1171575" y="133350"/>
                </a:moveTo>
                <a:lnTo>
                  <a:pt x="1181100" y="133350"/>
                </a:lnTo>
                <a:lnTo>
                  <a:pt x="1181100" y="142875"/>
                </a:lnTo>
                <a:lnTo>
                  <a:pt x="1190625" y="142875"/>
                </a:lnTo>
                <a:lnTo>
                  <a:pt x="1190625" y="152400"/>
                </a:lnTo>
                <a:lnTo>
                  <a:pt x="1171575" y="152400"/>
                </a:lnTo>
                <a:close/>
                <a:moveTo>
                  <a:pt x="1123950" y="142875"/>
                </a:moveTo>
                <a:lnTo>
                  <a:pt x="1133475" y="142875"/>
                </a:lnTo>
                <a:lnTo>
                  <a:pt x="1133475" y="152400"/>
                </a:lnTo>
                <a:lnTo>
                  <a:pt x="1123950" y="152400"/>
                </a:lnTo>
                <a:close/>
                <a:moveTo>
                  <a:pt x="0" y="152400"/>
                </a:moveTo>
                <a:lnTo>
                  <a:pt x="19050" y="152400"/>
                </a:lnTo>
                <a:lnTo>
                  <a:pt x="19050" y="171450"/>
                </a:lnTo>
                <a:lnTo>
                  <a:pt x="0" y="171450"/>
                </a:lnTo>
                <a:close/>
                <a:moveTo>
                  <a:pt x="1152525" y="152400"/>
                </a:moveTo>
                <a:lnTo>
                  <a:pt x="1162050" y="152400"/>
                </a:lnTo>
                <a:lnTo>
                  <a:pt x="1162050" y="190500"/>
                </a:lnTo>
                <a:lnTo>
                  <a:pt x="1152525" y="190500"/>
                </a:lnTo>
                <a:lnTo>
                  <a:pt x="1152525" y="219075"/>
                </a:lnTo>
                <a:lnTo>
                  <a:pt x="1143000" y="219075"/>
                </a:lnTo>
                <a:lnTo>
                  <a:pt x="1143000" y="200025"/>
                </a:lnTo>
                <a:lnTo>
                  <a:pt x="1123950" y="200025"/>
                </a:lnTo>
                <a:lnTo>
                  <a:pt x="1123950" y="190500"/>
                </a:lnTo>
                <a:lnTo>
                  <a:pt x="1133475" y="190500"/>
                </a:lnTo>
                <a:lnTo>
                  <a:pt x="1133475" y="171450"/>
                </a:lnTo>
                <a:lnTo>
                  <a:pt x="1123950" y="171450"/>
                </a:lnTo>
                <a:lnTo>
                  <a:pt x="1123950" y="161925"/>
                </a:lnTo>
                <a:lnTo>
                  <a:pt x="1133475" y="161925"/>
                </a:lnTo>
                <a:lnTo>
                  <a:pt x="1133475" y="171450"/>
                </a:lnTo>
                <a:lnTo>
                  <a:pt x="1152525" y="171450"/>
                </a:lnTo>
                <a:close/>
                <a:moveTo>
                  <a:pt x="28575" y="161925"/>
                </a:moveTo>
                <a:lnTo>
                  <a:pt x="38100" y="161925"/>
                </a:lnTo>
                <a:lnTo>
                  <a:pt x="38100" y="171450"/>
                </a:lnTo>
                <a:lnTo>
                  <a:pt x="28575" y="171450"/>
                </a:lnTo>
                <a:close/>
                <a:moveTo>
                  <a:pt x="314325" y="161925"/>
                </a:moveTo>
                <a:lnTo>
                  <a:pt x="361950" y="161925"/>
                </a:lnTo>
                <a:lnTo>
                  <a:pt x="361950" y="171450"/>
                </a:lnTo>
                <a:lnTo>
                  <a:pt x="314325" y="171450"/>
                </a:lnTo>
                <a:close/>
                <a:moveTo>
                  <a:pt x="571500" y="161925"/>
                </a:moveTo>
                <a:lnTo>
                  <a:pt x="600075" y="161925"/>
                </a:lnTo>
                <a:lnTo>
                  <a:pt x="600075" y="171450"/>
                </a:lnTo>
                <a:lnTo>
                  <a:pt x="571500" y="171450"/>
                </a:lnTo>
                <a:close/>
                <a:moveTo>
                  <a:pt x="304800" y="171450"/>
                </a:moveTo>
                <a:lnTo>
                  <a:pt x="314325" y="171450"/>
                </a:lnTo>
                <a:lnTo>
                  <a:pt x="314325" y="180975"/>
                </a:lnTo>
                <a:lnTo>
                  <a:pt x="304800" y="180975"/>
                </a:lnTo>
                <a:close/>
                <a:moveTo>
                  <a:pt x="276225" y="180975"/>
                </a:moveTo>
                <a:lnTo>
                  <a:pt x="285750" y="180975"/>
                </a:lnTo>
                <a:lnTo>
                  <a:pt x="285750" y="190500"/>
                </a:lnTo>
                <a:lnTo>
                  <a:pt x="276225" y="190500"/>
                </a:lnTo>
                <a:close/>
                <a:moveTo>
                  <a:pt x="314325" y="180975"/>
                </a:moveTo>
                <a:lnTo>
                  <a:pt x="361950" y="180975"/>
                </a:lnTo>
                <a:lnTo>
                  <a:pt x="361950" y="209550"/>
                </a:lnTo>
                <a:lnTo>
                  <a:pt x="342900" y="209550"/>
                </a:lnTo>
                <a:lnTo>
                  <a:pt x="342900" y="190500"/>
                </a:lnTo>
                <a:lnTo>
                  <a:pt x="314325" y="190500"/>
                </a:lnTo>
                <a:close/>
                <a:moveTo>
                  <a:pt x="600075" y="180975"/>
                </a:moveTo>
                <a:lnTo>
                  <a:pt x="609600" y="180975"/>
                </a:lnTo>
                <a:lnTo>
                  <a:pt x="609600" y="200025"/>
                </a:lnTo>
                <a:lnTo>
                  <a:pt x="600075" y="200025"/>
                </a:lnTo>
                <a:close/>
                <a:moveTo>
                  <a:pt x="781050" y="180975"/>
                </a:moveTo>
                <a:lnTo>
                  <a:pt x="828675" y="180975"/>
                </a:lnTo>
                <a:lnTo>
                  <a:pt x="828675" y="200025"/>
                </a:lnTo>
                <a:lnTo>
                  <a:pt x="819150" y="200025"/>
                </a:lnTo>
                <a:lnTo>
                  <a:pt x="819150" y="190500"/>
                </a:lnTo>
                <a:lnTo>
                  <a:pt x="781050" y="190500"/>
                </a:lnTo>
                <a:close/>
                <a:moveTo>
                  <a:pt x="838200" y="180975"/>
                </a:moveTo>
                <a:lnTo>
                  <a:pt x="857250" y="180975"/>
                </a:lnTo>
                <a:lnTo>
                  <a:pt x="857250" y="190500"/>
                </a:lnTo>
                <a:lnTo>
                  <a:pt x="838200" y="190500"/>
                </a:lnTo>
                <a:close/>
                <a:moveTo>
                  <a:pt x="1009650" y="190500"/>
                </a:moveTo>
                <a:lnTo>
                  <a:pt x="1019175" y="190500"/>
                </a:lnTo>
                <a:lnTo>
                  <a:pt x="1019175" y="200025"/>
                </a:lnTo>
                <a:lnTo>
                  <a:pt x="1009650" y="200025"/>
                </a:lnTo>
                <a:close/>
                <a:moveTo>
                  <a:pt x="9525" y="200025"/>
                </a:moveTo>
                <a:lnTo>
                  <a:pt x="19050" y="200025"/>
                </a:lnTo>
                <a:lnTo>
                  <a:pt x="19050" y="219075"/>
                </a:lnTo>
                <a:lnTo>
                  <a:pt x="28575" y="219075"/>
                </a:lnTo>
                <a:lnTo>
                  <a:pt x="28575" y="238125"/>
                </a:lnTo>
                <a:lnTo>
                  <a:pt x="38100" y="238125"/>
                </a:lnTo>
                <a:lnTo>
                  <a:pt x="38100" y="247650"/>
                </a:lnTo>
                <a:lnTo>
                  <a:pt x="0" y="247650"/>
                </a:lnTo>
                <a:lnTo>
                  <a:pt x="0" y="228600"/>
                </a:lnTo>
                <a:lnTo>
                  <a:pt x="9525" y="228600"/>
                </a:lnTo>
                <a:close/>
                <a:moveTo>
                  <a:pt x="28575" y="200025"/>
                </a:moveTo>
                <a:lnTo>
                  <a:pt x="38100" y="200025"/>
                </a:lnTo>
                <a:lnTo>
                  <a:pt x="38100" y="209550"/>
                </a:lnTo>
                <a:lnTo>
                  <a:pt x="28575" y="209550"/>
                </a:lnTo>
                <a:close/>
                <a:moveTo>
                  <a:pt x="114300" y="200025"/>
                </a:moveTo>
                <a:lnTo>
                  <a:pt x="123825" y="200025"/>
                </a:lnTo>
                <a:lnTo>
                  <a:pt x="123825" y="209550"/>
                </a:lnTo>
                <a:lnTo>
                  <a:pt x="114300" y="209550"/>
                </a:lnTo>
                <a:close/>
                <a:moveTo>
                  <a:pt x="619125" y="200025"/>
                </a:moveTo>
                <a:lnTo>
                  <a:pt x="638175" y="200025"/>
                </a:lnTo>
                <a:lnTo>
                  <a:pt x="638175" y="209550"/>
                </a:lnTo>
                <a:lnTo>
                  <a:pt x="619125" y="209550"/>
                </a:lnTo>
                <a:close/>
                <a:moveTo>
                  <a:pt x="1019175" y="200025"/>
                </a:moveTo>
                <a:lnTo>
                  <a:pt x="1028700" y="200025"/>
                </a:lnTo>
                <a:lnTo>
                  <a:pt x="1028700" y="219075"/>
                </a:lnTo>
                <a:lnTo>
                  <a:pt x="1019175" y="219075"/>
                </a:lnTo>
                <a:close/>
                <a:moveTo>
                  <a:pt x="1114425" y="200025"/>
                </a:moveTo>
                <a:lnTo>
                  <a:pt x="1123950" y="200025"/>
                </a:lnTo>
                <a:lnTo>
                  <a:pt x="1123950" y="219075"/>
                </a:lnTo>
                <a:lnTo>
                  <a:pt x="1114425" y="219075"/>
                </a:lnTo>
                <a:close/>
                <a:moveTo>
                  <a:pt x="990600" y="209550"/>
                </a:moveTo>
                <a:lnTo>
                  <a:pt x="1000125" y="209550"/>
                </a:lnTo>
                <a:lnTo>
                  <a:pt x="1000125" y="219075"/>
                </a:lnTo>
                <a:lnTo>
                  <a:pt x="990600" y="219075"/>
                </a:lnTo>
                <a:close/>
                <a:moveTo>
                  <a:pt x="161925" y="219075"/>
                </a:moveTo>
                <a:lnTo>
                  <a:pt x="180975" y="219075"/>
                </a:lnTo>
                <a:lnTo>
                  <a:pt x="180975" y="228600"/>
                </a:lnTo>
                <a:lnTo>
                  <a:pt x="171450" y="228600"/>
                </a:lnTo>
                <a:lnTo>
                  <a:pt x="171450" y="238125"/>
                </a:lnTo>
                <a:lnTo>
                  <a:pt x="161925" y="238125"/>
                </a:lnTo>
                <a:lnTo>
                  <a:pt x="161925" y="247650"/>
                </a:lnTo>
                <a:lnTo>
                  <a:pt x="142875" y="247650"/>
                </a:lnTo>
                <a:lnTo>
                  <a:pt x="142875" y="238125"/>
                </a:lnTo>
                <a:lnTo>
                  <a:pt x="152400" y="238125"/>
                </a:lnTo>
                <a:lnTo>
                  <a:pt x="152400" y="228600"/>
                </a:lnTo>
                <a:lnTo>
                  <a:pt x="161925" y="228600"/>
                </a:lnTo>
                <a:close/>
                <a:moveTo>
                  <a:pt x="1152525" y="219075"/>
                </a:moveTo>
                <a:lnTo>
                  <a:pt x="1162050" y="219075"/>
                </a:lnTo>
                <a:lnTo>
                  <a:pt x="1162050" y="228600"/>
                </a:lnTo>
                <a:lnTo>
                  <a:pt x="1152525" y="228600"/>
                </a:lnTo>
                <a:close/>
                <a:moveTo>
                  <a:pt x="390525" y="228600"/>
                </a:moveTo>
                <a:lnTo>
                  <a:pt x="409575" y="228600"/>
                </a:lnTo>
                <a:lnTo>
                  <a:pt x="409575" y="266700"/>
                </a:lnTo>
                <a:lnTo>
                  <a:pt x="400050" y="266700"/>
                </a:lnTo>
                <a:lnTo>
                  <a:pt x="400050" y="257175"/>
                </a:lnTo>
                <a:lnTo>
                  <a:pt x="390525" y="257175"/>
                </a:lnTo>
                <a:close/>
                <a:moveTo>
                  <a:pt x="990600" y="228600"/>
                </a:moveTo>
                <a:lnTo>
                  <a:pt x="1000125" y="228600"/>
                </a:lnTo>
                <a:lnTo>
                  <a:pt x="1000125" y="247650"/>
                </a:lnTo>
                <a:lnTo>
                  <a:pt x="990600" y="247650"/>
                </a:lnTo>
                <a:close/>
                <a:moveTo>
                  <a:pt x="9525" y="238125"/>
                </a:moveTo>
                <a:lnTo>
                  <a:pt x="19050" y="238125"/>
                </a:lnTo>
                <a:lnTo>
                  <a:pt x="19050" y="228600"/>
                </a:lnTo>
                <a:lnTo>
                  <a:pt x="9525" y="228600"/>
                </a:lnTo>
                <a:close/>
                <a:moveTo>
                  <a:pt x="1143000" y="247650"/>
                </a:moveTo>
                <a:lnTo>
                  <a:pt x="1152525" y="247650"/>
                </a:lnTo>
                <a:lnTo>
                  <a:pt x="1152525" y="257175"/>
                </a:lnTo>
                <a:lnTo>
                  <a:pt x="1143000" y="257175"/>
                </a:lnTo>
                <a:close/>
                <a:moveTo>
                  <a:pt x="19050" y="257175"/>
                </a:moveTo>
                <a:lnTo>
                  <a:pt x="28575" y="257175"/>
                </a:lnTo>
                <a:lnTo>
                  <a:pt x="28575" y="266700"/>
                </a:lnTo>
                <a:lnTo>
                  <a:pt x="19050" y="266700"/>
                </a:lnTo>
                <a:close/>
                <a:moveTo>
                  <a:pt x="1171575" y="266700"/>
                </a:moveTo>
                <a:lnTo>
                  <a:pt x="1200150" y="266700"/>
                </a:lnTo>
                <a:lnTo>
                  <a:pt x="1200150" y="276225"/>
                </a:lnTo>
                <a:lnTo>
                  <a:pt x="1190625" y="276225"/>
                </a:lnTo>
                <a:lnTo>
                  <a:pt x="1190625" y="285750"/>
                </a:lnTo>
                <a:lnTo>
                  <a:pt x="1171575" y="285750"/>
                </a:lnTo>
                <a:close/>
                <a:moveTo>
                  <a:pt x="19050" y="276225"/>
                </a:moveTo>
                <a:lnTo>
                  <a:pt x="28575" y="276225"/>
                </a:lnTo>
                <a:lnTo>
                  <a:pt x="28575" y="285750"/>
                </a:lnTo>
                <a:lnTo>
                  <a:pt x="19050" y="285750"/>
                </a:lnTo>
                <a:close/>
                <a:moveTo>
                  <a:pt x="9525" y="285750"/>
                </a:moveTo>
                <a:lnTo>
                  <a:pt x="19050" y="285750"/>
                </a:lnTo>
                <a:lnTo>
                  <a:pt x="19050" y="333375"/>
                </a:lnTo>
                <a:lnTo>
                  <a:pt x="9525" y="333375"/>
                </a:lnTo>
                <a:lnTo>
                  <a:pt x="9525" y="342900"/>
                </a:lnTo>
                <a:lnTo>
                  <a:pt x="0" y="342900"/>
                </a:lnTo>
                <a:lnTo>
                  <a:pt x="0" y="295275"/>
                </a:lnTo>
                <a:lnTo>
                  <a:pt x="9525" y="295275"/>
                </a:lnTo>
                <a:close/>
                <a:moveTo>
                  <a:pt x="409575" y="295275"/>
                </a:moveTo>
                <a:lnTo>
                  <a:pt x="419100" y="295275"/>
                </a:lnTo>
                <a:lnTo>
                  <a:pt x="419100" y="304800"/>
                </a:lnTo>
                <a:lnTo>
                  <a:pt x="428625" y="304800"/>
                </a:lnTo>
                <a:lnTo>
                  <a:pt x="428625" y="295275"/>
                </a:lnTo>
                <a:lnTo>
                  <a:pt x="438150" y="295275"/>
                </a:lnTo>
                <a:lnTo>
                  <a:pt x="438150" y="304800"/>
                </a:lnTo>
                <a:lnTo>
                  <a:pt x="428625" y="304800"/>
                </a:lnTo>
                <a:lnTo>
                  <a:pt x="428625" y="323850"/>
                </a:lnTo>
                <a:lnTo>
                  <a:pt x="409575" y="323850"/>
                </a:lnTo>
                <a:close/>
                <a:moveTo>
                  <a:pt x="381000" y="304800"/>
                </a:moveTo>
                <a:lnTo>
                  <a:pt x="390525" y="304800"/>
                </a:lnTo>
                <a:lnTo>
                  <a:pt x="390525" y="342900"/>
                </a:lnTo>
                <a:lnTo>
                  <a:pt x="381000" y="342900"/>
                </a:lnTo>
                <a:lnTo>
                  <a:pt x="381000" y="333375"/>
                </a:lnTo>
                <a:lnTo>
                  <a:pt x="371475" y="333375"/>
                </a:lnTo>
                <a:lnTo>
                  <a:pt x="371475" y="323850"/>
                </a:lnTo>
                <a:lnTo>
                  <a:pt x="381000" y="323850"/>
                </a:lnTo>
                <a:close/>
                <a:moveTo>
                  <a:pt x="685800" y="304800"/>
                </a:moveTo>
                <a:lnTo>
                  <a:pt x="704850" y="304800"/>
                </a:lnTo>
                <a:lnTo>
                  <a:pt x="704850" y="333375"/>
                </a:lnTo>
                <a:lnTo>
                  <a:pt x="695325" y="333375"/>
                </a:lnTo>
                <a:lnTo>
                  <a:pt x="695325" y="314325"/>
                </a:lnTo>
                <a:lnTo>
                  <a:pt x="685800" y="314325"/>
                </a:lnTo>
                <a:close/>
                <a:moveTo>
                  <a:pt x="28575" y="314325"/>
                </a:moveTo>
                <a:lnTo>
                  <a:pt x="38100" y="314325"/>
                </a:lnTo>
                <a:lnTo>
                  <a:pt x="38100" y="323850"/>
                </a:lnTo>
                <a:lnTo>
                  <a:pt x="28575" y="323850"/>
                </a:lnTo>
                <a:close/>
                <a:moveTo>
                  <a:pt x="85725" y="314325"/>
                </a:moveTo>
                <a:lnTo>
                  <a:pt x="95250" y="314325"/>
                </a:lnTo>
                <a:lnTo>
                  <a:pt x="95250" y="323850"/>
                </a:lnTo>
                <a:lnTo>
                  <a:pt x="85725" y="323850"/>
                </a:lnTo>
                <a:close/>
                <a:moveTo>
                  <a:pt x="1000125" y="314325"/>
                </a:moveTo>
                <a:lnTo>
                  <a:pt x="1019175" y="314325"/>
                </a:lnTo>
                <a:lnTo>
                  <a:pt x="1019175" y="333375"/>
                </a:lnTo>
                <a:lnTo>
                  <a:pt x="1009650" y="333375"/>
                </a:lnTo>
                <a:lnTo>
                  <a:pt x="1009650" y="371475"/>
                </a:lnTo>
                <a:lnTo>
                  <a:pt x="1000125" y="371475"/>
                </a:lnTo>
                <a:lnTo>
                  <a:pt x="1000125" y="342900"/>
                </a:lnTo>
                <a:lnTo>
                  <a:pt x="981075" y="342900"/>
                </a:lnTo>
                <a:lnTo>
                  <a:pt x="981075" y="333375"/>
                </a:lnTo>
                <a:lnTo>
                  <a:pt x="1000125" y="333375"/>
                </a:lnTo>
                <a:close/>
                <a:moveTo>
                  <a:pt x="19050" y="333375"/>
                </a:moveTo>
                <a:lnTo>
                  <a:pt x="28575" y="333375"/>
                </a:lnTo>
                <a:lnTo>
                  <a:pt x="28575" y="342900"/>
                </a:lnTo>
                <a:lnTo>
                  <a:pt x="19050" y="342900"/>
                </a:lnTo>
                <a:close/>
                <a:moveTo>
                  <a:pt x="9525" y="342900"/>
                </a:moveTo>
                <a:lnTo>
                  <a:pt x="19050" y="342900"/>
                </a:lnTo>
                <a:lnTo>
                  <a:pt x="19050" y="352425"/>
                </a:lnTo>
                <a:lnTo>
                  <a:pt x="9525" y="352425"/>
                </a:lnTo>
                <a:close/>
                <a:moveTo>
                  <a:pt x="28575" y="342900"/>
                </a:moveTo>
                <a:lnTo>
                  <a:pt x="38100" y="342900"/>
                </a:lnTo>
                <a:lnTo>
                  <a:pt x="38100" y="352425"/>
                </a:lnTo>
                <a:lnTo>
                  <a:pt x="28575" y="352425"/>
                </a:lnTo>
                <a:close/>
                <a:moveTo>
                  <a:pt x="733425" y="352425"/>
                </a:moveTo>
                <a:lnTo>
                  <a:pt x="742950" y="352425"/>
                </a:lnTo>
                <a:lnTo>
                  <a:pt x="742950" y="361950"/>
                </a:lnTo>
                <a:lnTo>
                  <a:pt x="733425" y="361950"/>
                </a:lnTo>
                <a:close/>
                <a:moveTo>
                  <a:pt x="0" y="371475"/>
                </a:moveTo>
                <a:lnTo>
                  <a:pt x="19050" y="371475"/>
                </a:lnTo>
                <a:lnTo>
                  <a:pt x="19050" y="419100"/>
                </a:lnTo>
                <a:lnTo>
                  <a:pt x="9525" y="419100"/>
                </a:lnTo>
                <a:lnTo>
                  <a:pt x="9525" y="428625"/>
                </a:lnTo>
                <a:lnTo>
                  <a:pt x="0" y="428625"/>
                </a:lnTo>
                <a:lnTo>
                  <a:pt x="0" y="409575"/>
                </a:lnTo>
                <a:lnTo>
                  <a:pt x="9525" y="409575"/>
                </a:lnTo>
                <a:lnTo>
                  <a:pt x="9525" y="400050"/>
                </a:lnTo>
                <a:lnTo>
                  <a:pt x="0" y="400050"/>
                </a:lnTo>
                <a:close/>
                <a:moveTo>
                  <a:pt x="1028700" y="371475"/>
                </a:moveTo>
                <a:lnTo>
                  <a:pt x="1038225" y="371475"/>
                </a:lnTo>
                <a:lnTo>
                  <a:pt x="1038225" y="381000"/>
                </a:lnTo>
                <a:lnTo>
                  <a:pt x="1028700" y="381000"/>
                </a:lnTo>
                <a:close/>
                <a:moveTo>
                  <a:pt x="133350" y="381000"/>
                </a:moveTo>
                <a:lnTo>
                  <a:pt x="142875" y="381000"/>
                </a:lnTo>
                <a:lnTo>
                  <a:pt x="142875" y="390525"/>
                </a:lnTo>
                <a:lnTo>
                  <a:pt x="133350" y="390525"/>
                </a:lnTo>
                <a:close/>
                <a:moveTo>
                  <a:pt x="447675" y="381000"/>
                </a:moveTo>
                <a:lnTo>
                  <a:pt x="457200" y="381000"/>
                </a:lnTo>
                <a:lnTo>
                  <a:pt x="457200" y="390525"/>
                </a:lnTo>
                <a:lnTo>
                  <a:pt x="447675" y="390525"/>
                </a:lnTo>
                <a:close/>
                <a:moveTo>
                  <a:pt x="1019175" y="381000"/>
                </a:moveTo>
                <a:lnTo>
                  <a:pt x="1028700" y="381000"/>
                </a:lnTo>
                <a:lnTo>
                  <a:pt x="1028700" y="390525"/>
                </a:lnTo>
                <a:lnTo>
                  <a:pt x="1019175" y="390525"/>
                </a:lnTo>
                <a:close/>
                <a:moveTo>
                  <a:pt x="361950" y="390525"/>
                </a:moveTo>
                <a:lnTo>
                  <a:pt x="381000" y="390525"/>
                </a:lnTo>
                <a:lnTo>
                  <a:pt x="381000" y="409575"/>
                </a:lnTo>
                <a:lnTo>
                  <a:pt x="361950" y="409575"/>
                </a:lnTo>
                <a:close/>
                <a:moveTo>
                  <a:pt x="704850" y="390525"/>
                </a:moveTo>
                <a:lnTo>
                  <a:pt x="714375" y="390525"/>
                </a:lnTo>
                <a:lnTo>
                  <a:pt x="714375" y="400050"/>
                </a:lnTo>
                <a:lnTo>
                  <a:pt x="704850" y="400050"/>
                </a:lnTo>
                <a:close/>
                <a:moveTo>
                  <a:pt x="161925" y="400050"/>
                </a:moveTo>
                <a:lnTo>
                  <a:pt x="171450" y="400050"/>
                </a:lnTo>
                <a:lnTo>
                  <a:pt x="171450" y="409575"/>
                </a:lnTo>
                <a:lnTo>
                  <a:pt x="161925" y="409575"/>
                </a:lnTo>
                <a:close/>
                <a:moveTo>
                  <a:pt x="333375" y="400050"/>
                </a:moveTo>
                <a:lnTo>
                  <a:pt x="342900" y="400050"/>
                </a:lnTo>
                <a:lnTo>
                  <a:pt x="342900" y="409575"/>
                </a:lnTo>
                <a:lnTo>
                  <a:pt x="333375" y="409575"/>
                </a:lnTo>
                <a:close/>
                <a:moveTo>
                  <a:pt x="457200" y="400050"/>
                </a:moveTo>
                <a:lnTo>
                  <a:pt x="466725" y="400050"/>
                </a:lnTo>
                <a:lnTo>
                  <a:pt x="466725" y="409575"/>
                </a:lnTo>
                <a:lnTo>
                  <a:pt x="457200" y="409575"/>
                </a:lnTo>
                <a:close/>
                <a:moveTo>
                  <a:pt x="152400" y="409575"/>
                </a:moveTo>
                <a:lnTo>
                  <a:pt x="161925" y="409575"/>
                </a:lnTo>
                <a:lnTo>
                  <a:pt x="161925" y="419100"/>
                </a:lnTo>
                <a:lnTo>
                  <a:pt x="152400" y="419100"/>
                </a:lnTo>
                <a:close/>
                <a:moveTo>
                  <a:pt x="171450" y="409575"/>
                </a:moveTo>
                <a:lnTo>
                  <a:pt x="190500" y="409575"/>
                </a:lnTo>
                <a:lnTo>
                  <a:pt x="190500" y="419100"/>
                </a:lnTo>
                <a:lnTo>
                  <a:pt x="200025" y="419100"/>
                </a:lnTo>
                <a:lnTo>
                  <a:pt x="200025" y="428625"/>
                </a:lnTo>
                <a:lnTo>
                  <a:pt x="180975" y="428625"/>
                </a:lnTo>
                <a:lnTo>
                  <a:pt x="180975" y="438150"/>
                </a:lnTo>
                <a:lnTo>
                  <a:pt x="171450" y="438150"/>
                </a:lnTo>
                <a:lnTo>
                  <a:pt x="171450" y="428625"/>
                </a:lnTo>
                <a:lnTo>
                  <a:pt x="161925" y="428625"/>
                </a:lnTo>
                <a:lnTo>
                  <a:pt x="161925" y="419100"/>
                </a:lnTo>
                <a:lnTo>
                  <a:pt x="171450" y="419100"/>
                </a:lnTo>
                <a:close/>
                <a:moveTo>
                  <a:pt x="466725" y="409575"/>
                </a:moveTo>
                <a:lnTo>
                  <a:pt x="476250" y="409575"/>
                </a:lnTo>
                <a:lnTo>
                  <a:pt x="476250" y="419100"/>
                </a:lnTo>
                <a:lnTo>
                  <a:pt x="466725" y="419100"/>
                </a:lnTo>
                <a:close/>
                <a:moveTo>
                  <a:pt x="714375" y="409575"/>
                </a:moveTo>
                <a:lnTo>
                  <a:pt x="733425" y="409575"/>
                </a:lnTo>
                <a:lnTo>
                  <a:pt x="733425" y="419100"/>
                </a:lnTo>
                <a:lnTo>
                  <a:pt x="723900" y="419100"/>
                </a:lnTo>
                <a:lnTo>
                  <a:pt x="723900" y="438150"/>
                </a:lnTo>
                <a:lnTo>
                  <a:pt x="714375" y="438150"/>
                </a:lnTo>
                <a:lnTo>
                  <a:pt x="714375" y="447675"/>
                </a:lnTo>
                <a:lnTo>
                  <a:pt x="695325" y="447675"/>
                </a:lnTo>
                <a:lnTo>
                  <a:pt x="695325" y="438150"/>
                </a:lnTo>
                <a:lnTo>
                  <a:pt x="704850" y="438150"/>
                </a:lnTo>
                <a:lnTo>
                  <a:pt x="704850" y="428625"/>
                </a:lnTo>
                <a:lnTo>
                  <a:pt x="714375" y="428625"/>
                </a:lnTo>
                <a:close/>
                <a:moveTo>
                  <a:pt x="781050" y="409575"/>
                </a:moveTo>
                <a:lnTo>
                  <a:pt x="800100" y="409575"/>
                </a:lnTo>
                <a:lnTo>
                  <a:pt x="800100" y="428625"/>
                </a:lnTo>
                <a:lnTo>
                  <a:pt x="781050" y="428625"/>
                </a:lnTo>
                <a:close/>
                <a:moveTo>
                  <a:pt x="85725" y="419100"/>
                </a:moveTo>
                <a:lnTo>
                  <a:pt x="95250" y="419100"/>
                </a:lnTo>
                <a:lnTo>
                  <a:pt x="95250" y="466725"/>
                </a:lnTo>
                <a:lnTo>
                  <a:pt x="85725" y="466725"/>
                </a:lnTo>
                <a:lnTo>
                  <a:pt x="85725" y="447675"/>
                </a:lnTo>
                <a:lnTo>
                  <a:pt x="76200" y="447675"/>
                </a:lnTo>
                <a:lnTo>
                  <a:pt x="76200" y="438150"/>
                </a:lnTo>
                <a:lnTo>
                  <a:pt x="85725" y="438150"/>
                </a:lnTo>
                <a:close/>
                <a:moveTo>
                  <a:pt x="485775" y="419100"/>
                </a:moveTo>
                <a:lnTo>
                  <a:pt x="495300" y="419100"/>
                </a:lnTo>
                <a:lnTo>
                  <a:pt x="495300" y="428625"/>
                </a:lnTo>
                <a:lnTo>
                  <a:pt x="485775" y="428625"/>
                </a:lnTo>
                <a:close/>
                <a:moveTo>
                  <a:pt x="600075" y="419100"/>
                </a:moveTo>
                <a:lnTo>
                  <a:pt x="609600" y="419100"/>
                </a:lnTo>
                <a:lnTo>
                  <a:pt x="609600" y="428625"/>
                </a:lnTo>
                <a:lnTo>
                  <a:pt x="600075" y="428625"/>
                </a:lnTo>
                <a:close/>
                <a:moveTo>
                  <a:pt x="885825" y="419100"/>
                </a:moveTo>
                <a:lnTo>
                  <a:pt x="895350" y="419100"/>
                </a:lnTo>
                <a:lnTo>
                  <a:pt x="895350" y="428625"/>
                </a:lnTo>
                <a:lnTo>
                  <a:pt x="885825" y="428625"/>
                </a:lnTo>
                <a:close/>
                <a:moveTo>
                  <a:pt x="504825" y="428625"/>
                </a:moveTo>
                <a:lnTo>
                  <a:pt x="514350" y="428625"/>
                </a:lnTo>
                <a:lnTo>
                  <a:pt x="514350" y="438150"/>
                </a:lnTo>
                <a:lnTo>
                  <a:pt x="504825" y="438150"/>
                </a:lnTo>
                <a:close/>
                <a:moveTo>
                  <a:pt x="1000125" y="428625"/>
                </a:moveTo>
                <a:lnTo>
                  <a:pt x="1009650" y="428625"/>
                </a:lnTo>
                <a:lnTo>
                  <a:pt x="1009650" y="438150"/>
                </a:lnTo>
                <a:lnTo>
                  <a:pt x="1000125" y="438150"/>
                </a:lnTo>
                <a:close/>
                <a:moveTo>
                  <a:pt x="190500" y="438150"/>
                </a:moveTo>
                <a:lnTo>
                  <a:pt x="200025" y="438150"/>
                </a:lnTo>
                <a:lnTo>
                  <a:pt x="200025" y="447675"/>
                </a:lnTo>
                <a:lnTo>
                  <a:pt x="190500" y="447675"/>
                </a:lnTo>
                <a:close/>
                <a:moveTo>
                  <a:pt x="333375" y="438150"/>
                </a:moveTo>
                <a:lnTo>
                  <a:pt x="342900" y="438150"/>
                </a:lnTo>
                <a:lnTo>
                  <a:pt x="342900" y="447675"/>
                </a:lnTo>
                <a:lnTo>
                  <a:pt x="352425" y="447675"/>
                </a:lnTo>
                <a:lnTo>
                  <a:pt x="352425" y="457200"/>
                </a:lnTo>
                <a:lnTo>
                  <a:pt x="333375" y="457200"/>
                </a:lnTo>
                <a:close/>
                <a:moveTo>
                  <a:pt x="600075" y="438150"/>
                </a:moveTo>
                <a:lnTo>
                  <a:pt x="628650" y="438150"/>
                </a:lnTo>
                <a:lnTo>
                  <a:pt x="628650" y="457200"/>
                </a:lnTo>
                <a:lnTo>
                  <a:pt x="619125" y="457200"/>
                </a:lnTo>
                <a:lnTo>
                  <a:pt x="619125" y="447675"/>
                </a:lnTo>
                <a:lnTo>
                  <a:pt x="600075" y="447675"/>
                </a:lnTo>
                <a:close/>
                <a:moveTo>
                  <a:pt x="666750" y="438150"/>
                </a:moveTo>
                <a:lnTo>
                  <a:pt x="685800" y="438150"/>
                </a:lnTo>
                <a:lnTo>
                  <a:pt x="685800" y="457200"/>
                </a:lnTo>
                <a:lnTo>
                  <a:pt x="695325" y="457200"/>
                </a:lnTo>
                <a:lnTo>
                  <a:pt x="695325" y="476250"/>
                </a:lnTo>
                <a:lnTo>
                  <a:pt x="714375" y="476250"/>
                </a:lnTo>
                <a:lnTo>
                  <a:pt x="714375" y="495300"/>
                </a:lnTo>
                <a:lnTo>
                  <a:pt x="685800" y="495300"/>
                </a:lnTo>
                <a:lnTo>
                  <a:pt x="685800" y="485775"/>
                </a:lnTo>
                <a:lnTo>
                  <a:pt x="666750" y="485775"/>
                </a:lnTo>
                <a:lnTo>
                  <a:pt x="666750" y="495300"/>
                </a:lnTo>
                <a:lnTo>
                  <a:pt x="657225" y="495300"/>
                </a:lnTo>
                <a:lnTo>
                  <a:pt x="657225" y="476250"/>
                </a:lnTo>
                <a:lnTo>
                  <a:pt x="666750" y="476250"/>
                </a:lnTo>
                <a:close/>
                <a:moveTo>
                  <a:pt x="1019175" y="447675"/>
                </a:moveTo>
                <a:lnTo>
                  <a:pt x="1028700" y="447675"/>
                </a:lnTo>
                <a:lnTo>
                  <a:pt x="1028700" y="476250"/>
                </a:lnTo>
                <a:lnTo>
                  <a:pt x="1019175" y="476250"/>
                </a:lnTo>
                <a:lnTo>
                  <a:pt x="1019175" y="504825"/>
                </a:lnTo>
                <a:lnTo>
                  <a:pt x="1028700" y="504825"/>
                </a:lnTo>
                <a:lnTo>
                  <a:pt x="1028700" y="514350"/>
                </a:lnTo>
                <a:lnTo>
                  <a:pt x="1019175" y="514350"/>
                </a:lnTo>
                <a:lnTo>
                  <a:pt x="1019175" y="523875"/>
                </a:lnTo>
                <a:lnTo>
                  <a:pt x="1009650" y="523875"/>
                </a:lnTo>
                <a:lnTo>
                  <a:pt x="1009650" y="504825"/>
                </a:lnTo>
                <a:lnTo>
                  <a:pt x="1000125" y="504825"/>
                </a:lnTo>
                <a:lnTo>
                  <a:pt x="1000125" y="495300"/>
                </a:lnTo>
                <a:lnTo>
                  <a:pt x="1009650" y="495300"/>
                </a:lnTo>
                <a:lnTo>
                  <a:pt x="1009650" y="457200"/>
                </a:lnTo>
                <a:lnTo>
                  <a:pt x="1019175" y="457200"/>
                </a:lnTo>
                <a:close/>
                <a:moveTo>
                  <a:pt x="180975" y="457200"/>
                </a:moveTo>
                <a:lnTo>
                  <a:pt x="200025" y="457200"/>
                </a:lnTo>
                <a:lnTo>
                  <a:pt x="200025" y="466725"/>
                </a:lnTo>
                <a:lnTo>
                  <a:pt x="180975" y="466725"/>
                </a:lnTo>
                <a:close/>
                <a:moveTo>
                  <a:pt x="28575" y="466725"/>
                </a:moveTo>
                <a:lnTo>
                  <a:pt x="38100" y="466725"/>
                </a:lnTo>
                <a:lnTo>
                  <a:pt x="38100" y="485775"/>
                </a:lnTo>
                <a:lnTo>
                  <a:pt x="28575" y="485775"/>
                </a:lnTo>
                <a:close/>
                <a:moveTo>
                  <a:pt x="352425" y="466725"/>
                </a:moveTo>
                <a:lnTo>
                  <a:pt x="361950" y="466725"/>
                </a:lnTo>
                <a:lnTo>
                  <a:pt x="361950" y="476250"/>
                </a:lnTo>
                <a:lnTo>
                  <a:pt x="371475" y="476250"/>
                </a:lnTo>
                <a:lnTo>
                  <a:pt x="371475" y="504825"/>
                </a:lnTo>
                <a:lnTo>
                  <a:pt x="361950" y="504825"/>
                </a:lnTo>
                <a:lnTo>
                  <a:pt x="361950" y="495300"/>
                </a:lnTo>
                <a:lnTo>
                  <a:pt x="352425" y="495300"/>
                </a:lnTo>
                <a:close/>
                <a:moveTo>
                  <a:pt x="962025" y="466725"/>
                </a:moveTo>
                <a:lnTo>
                  <a:pt x="1000125" y="466725"/>
                </a:lnTo>
                <a:lnTo>
                  <a:pt x="1000125" y="476250"/>
                </a:lnTo>
                <a:lnTo>
                  <a:pt x="981075" y="476250"/>
                </a:lnTo>
                <a:lnTo>
                  <a:pt x="981075" y="495300"/>
                </a:lnTo>
                <a:lnTo>
                  <a:pt x="971550" y="495300"/>
                </a:lnTo>
                <a:lnTo>
                  <a:pt x="971550" y="533400"/>
                </a:lnTo>
                <a:lnTo>
                  <a:pt x="962025" y="533400"/>
                </a:lnTo>
                <a:lnTo>
                  <a:pt x="962025" y="523875"/>
                </a:lnTo>
                <a:lnTo>
                  <a:pt x="952500" y="523875"/>
                </a:lnTo>
                <a:lnTo>
                  <a:pt x="952500" y="514350"/>
                </a:lnTo>
                <a:lnTo>
                  <a:pt x="962025" y="514350"/>
                </a:lnTo>
                <a:lnTo>
                  <a:pt x="962025" y="495300"/>
                </a:lnTo>
                <a:lnTo>
                  <a:pt x="952500" y="495300"/>
                </a:lnTo>
                <a:lnTo>
                  <a:pt x="952500" y="485775"/>
                </a:lnTo>
                <a:lnTo>
                  <a:pt x="962025" y="485775"/>
                </a:lnTo>
                <a:close/>
                <a:moveTo>
                  <a:pt x="9525" y="476250"/>
                </a:moveTo>
                <a:lnTo>
                  <a:pt x="19050" y="476250"/>
                </a:lnTo>
                <a:lnTo>
                  <a:pt x="19050" y="485775"/>
                </a:lnTo>
                <a:lnTo>
                  <a:pt x="28575" y="485775"/>
                </a:lnTo>
                <a:lnTo>
                  <a:pt x="28575" y="504825"/>
                </a:lnTo>
                <a:lnTo>
                  <a:pt x="19050" y="504825"/>
                </a:lnTo>
                <a:lnTo>
                  <a:pt x="19050" y="523875"/>
                </a:lnTo>
                <a:lnTo>
                  <a:pt x="28575" y="523875"/>
                </a:lnTo>
                <a:lnTo>
                  <a:pt x="28575" y="533400"/>
                </a:lnTo>
                <a:lnTo>
                  <a:pt x="9525" y="533400"/>
                </a:lnTo>
                <a:lnTo>
                  <a:pt x="9525" y="514350"/>
                </a:lnTo>
                <a:lnTo>
                  <a:pt x="0" y="514350"/>
                </a:lnTo>
                <a:lnTo>
                  <a:pt x="0" y="485775"/>
                </a:lnTo>
                <a:lnTo>
                  <a:pt x="9525" y="485775"/>
                </a:lnTo>
                <a:close/>
                <a:moveTo>
                  <a:pt x="85725" y="476250"/>
                </a:moveTo>
                <a:lnTo>
                  <a:pt x="95250" y="476250"/>
                </a:lnTo>
                <a:lnTo>
                  <a:pt x="95250" y="485775"/>
                </a:lnTo>
                <a:lnTo>
                  <a:pt x="85725" y="485775"/>
                </a:lnTo>
                <a:close/>
                <a:moveTo>
                  <a:pt x="676275" y="476250"/>
                </a:moveTo>
                <a:lnTo>
                  <a:pt x="685800" y="476250"/>
                </a:lnTo>
                <a:lnTo>
                  <a:pt x="685800" y="466725"/>
                </a:lnTo>
                <a:lnTo>
                  <a:pt x="676275" y="466725"/>
                </a:lnTo>
                <a:close/>
                <a:moveTo>
                  <a:pt x="1085850" y="485775"/>
                </a:moveTo>
                <a:lnTo>
                  <a:pt x="1095375" y="485775"/>
                </a:lnTo>
                <a:lnTo>
                  <a:pt x="1095375" y="495300"/>
                </a:lnTo>
                <a:lnTo>
                  <a:pt x="1085850" y="495300"/>
                </a:lnTo>
                <a:close/>
                <a:moveTo>
                  <a:pt x="85725" y="495300"/>
                </a:moveTo>
                <a:lnTo>
                  <a:pt x="95250" y="495300"/>
                </a:lnTo>
                <a:lnTo>
                  <a:pt x="95250" y="514350"/>
                </a:lnTo>
                <a:lnTo>
                  <a:pt x="85725" y="514350"/>
                </a:lnTo>
                <a:close/>
                <a:moveTo>
                  <a:pt x="133350" y="495300"/>
                </a:moveTo>
                <a:lnTo>
                  <a:pt x="142875" y="495300"/>
                </a:lnTo>
                <a:lnTo>
                  <a:pt x="142875" y="514350"/>
                </a:lnTo>
                <a:lnTo>
                  <a:pt x="133350" y="514350"/>
                </a:lnTo>
                <a:close/>
                <a:moveTo>
                  <a:pt x="152400" y="495300"/>
                </a:moveTo>
                <a:lnTo>
                  <a:pt x="161925" y="495300"/>
                </a:lnTo>
                <a:lnTo>
                  <a:pt x="161925" y="504825"/>
                </a:lnTo>
                <a:lnTo>
                  <a:pt x="152400" y="504825"/>
                </a:lnTo>
                <a:close/>
                <a:moveTo>
                  <a:pt x="628650" y="495300"/>
                </a:moveTo>
                <a:lnTo>
                  <a:pt x="657225" y="495300"/>
                </a:lnTo>
                <a:lnTo>
                  <a:pt x="657225" y="504825"/>
                </a:lnTo>
                <a:lnTo>
                  <a:pt x="628650" y="504825"/>
                </a:lnTo>
                <a:close/>
                <a:moveTo>
                  <a:pt x="904875" y="495300"/>
                </a:moveTo>
                <a:lnTo>
                  <a:pt x="914400" y="495300"/>
                </a:lnTo>
                <a:lnTo>
                  <a:pt x="914400" y="504825"/>
                </a:lnTo>
                <a:lnTo>
                  <a:pt x="923925" y="504825"/>
                </a:lnTo>
                <a:lnTo>
                  <a:pt x="923925" y="514350"/>
                </a:lnTo>
                <a:lnTo>
                  <a:pt x="904875" y="514350"/>
                </a:lnTo>
                <a:close/>
                <a:moveTo>
                  <a:pt x="1143000" y="495300"/>
                </a:moveTo>
                <a:lnTo>
                  <a:pt x="1162050" y="495300"/>
                </a:lnTo>
                <a:lnTo>
                  <a:pt x="1162050" y="514350"/>
                </a:lnTo>
                <a:lnTo>
                  <a:pt x="1143000" y="514350"/>
                </a:lnTo>
                <a:lnTo>
                  <a:pt x="1143000" y="523875"/>
                </a:lnTo>
                <a:lnTo>
                  <a:pt x="1133475" y="523875"/>
                </a:lnTo>
                <a:lnTo>
                  <a:pt x="1133475" y="504825"/>
                </a:lnTo>
                <a:lnTo>
                  <a:pt x="1143000" y="504825"/>
                </a:lnTo>
                <a:close/>
                <a:moveTo>
                  <a:pt x="352425" y="504825"/>
                </a:moveTo>
                <a:lnTo>
                  <a:pt x="361950" y="504825"/>
                </a:lnTo>
                <a:lnTo>
                  <a:pt x="361950" y="523875"/>
                </a:lnTo>
                <a:lnTo>
                  <a:pt x="352425" y="523875"/>
                </a:lnTo>
                <a:close/>
                <a:moveTo>
                  <a:pt x="1181100" y="504825"/>
                </a:moveTo>
                <a:lnTo>
                  <a:pt x="1190625" y="504825"/>
                </a:lnTo>
                <a:lnTo>
                  <a:pt x="1190625" y="523875"/>
                </a:lnTo>
                <a:lnTo>
                  <a:pt x="1181100" y="523875"/>
                </a:lnTo>
                <a:close/>
                <a:moveTo>
                  <a:pt x="171450" y="514350"/>
                </a:moveTo>
                <a:lnTo>
                  <a:pt x="180975" y="514350"/>
                </a:lnTo>
                <a:lnTo>
                  <a:pt x="180975" y="533400"/>
                </a:lnTo>
                <a:lnTo>
                  <a:pt x="171450" y="533400"/>
                </a:lnTo>
                <a:close/>
                <a:moveTo>
                  <a:pt x="152400" y="523875"/>
                </a:moveTo>
                <a:lnTo>
                  <a:pt x="161925" y="523875"/>
                </a:lnTo>
                <a:lnTo>
                  <a:pt x="161925" y="533400"/>
                </a:lnTo>
                <a:lnTo>
                  <a:pt x="152400" y="533400"/>
                </a:lnTo>
                <a:close/>
                <a:moveTo>
                  <a:pt x="342900" y="523875"/>
                </a:moveTo>
                <a:lnTo>
                  <a:pt x="352425" y="523875"/>
                </a:lnTo>
                <a:lnTo>
                  <a:pt x="352425" y="533400"/>
                </a:lnTo>
                <a:lnTo>
                  <a:pt x="342900" y="533400"/>
                </a:lnTo>
                <a:close/>
                <a:moveTo>
                  <a:pt x="647700" y="523875"/>
                </a:moveTo>
                <a:lnTo>
                  <a:pt x="666750" y="523875"/>
                </a:lnTo>
                <a:lnTo>
                  <a:pt x="666750" y="542925"/>
                </a:lnTo>
                <a:lnTo>
                  <a:pt x="647700" y="542925"/>
                </a:lnTo>
                <a:close/>
                <a:moveTo>
                  <a:pt x="762000" y="523875"/>
                </a:moveTo>
                <a:lnTo>
                  <a:pt x="771525" y="523875"/>
                </a:lnTo>
                <a:lnTo>
                  <a:pt x="771525" y="533400"/>
                </a:lnTo>
                <a:lnTo>
                  <a:pt x="762000" y="533400"/>
                </a:lnTo>
                <a:close/>
                <a:moveTo>
                  <a:pt x="914400" y="523875"/>
                </a:moveTo>
                <a:lnTo>
                  <a:pt x="942975" y="523875"/>
                </a:lnTo>
                <a:lnTo>
                  <a:pt x="942975" y="533400"/>
                </a:lnTo>
                <a:lnTo>
                  <a:pt x="914400" y="533400"/>
                </a:lnTo>
                <a:close/>
                <a:moveTo>
                  <a:pt x="1028700" y="523875"/>
                </a:moveTo>
                <a:lnTo>
                  <a:pt x="1038225" y="523875"/>
                </a:lnTo>
                <a:lnTo>
                  <a:pt x="1038225" y="533400"/>
                </a:lnTo>
                <a:lnTo>
                  <a:pt x="1028700" y="533400"/>
                </a:lnTo>
                <a:close/>
                <a:moveTo>
                  <a:pt x="28575" y="533400"/>
                </a:moveTo>
                <a:lnTo>
                  <a:pt x="38100" y="533400"/>
                </a:lnTo>
                <a:lnTo>
                  <a:pt x="38100" y="542925"/>
                </a:lnTo>
                <a:lnTo>
                  <a:pt x="28575" y="542925"/>
                </a:lnTo>
                <a:close/>
                <a:moveTo>
                  <a:pt x="123825" y="533400"/>
                </a:moveTo>
                <a:lnTo>
                  <a:pt x="152400" y="533400"/>
                </a:lnTo>
                <a:lnTo>
                  <a:pt x="152400" y="552450"/>
                </a:lnTo>
                <a:lnTo>
                  <a:pt x="133350" y="552450"/>
                </a:lnTo>
                <a:lnTo>
                  <a:pt x="133350" y="561975"/>
                </a:lnTo>
                <a:lnTo>
                  <a:pt x="114300" y="561975"/>
                </a:lnTo>
                <a:lnTo>
                  <a:pt x="114300" y="552450"/>
                </a:lnTo>
                <a:lnTo>
                  <a:pt x="123825" y="552450"/>
                </a:lnTo>
                <a:close/>
                <a:moveTo>
                  <a:pt x="752475" y="533400"/>
                </a:moveTo>
                <a:lnTo>
                  <a:pt x="762000" y="533400"/>
                </a:lnTo>
                <a:lnTo>
                  <a:pt x="762000" y="542925"/>
                </a:lnTo>
                <a:lnTo>
                  <a:pt x="752475" y="542925"/>
                </a:lnTo>
                <a:close/>
                <a:moveTo>
                  <a:pt x="1133475" y="552450"/>
                </a:moveTo>
                <a:lnTo>
                  <a:pt x="1162050" y="552450"/>
                </a:lnTo>
                <a:lnTo>
                  <a:pt x="1162050" y="561975"/>
                </a:lnTo>
                <a:lnTo>
                  <a:pt x="1152525" y="561975"/>
                </a:lnTo>
                <a:lnTo>
                  <a:pt x="1152525" y="571500"/>
                </a:lnTo>
                <a:lnTo>
                  <a:pt x="1143000" y="571500"/>
                </a:lnTo>
                <a:lnTo>
                  <a:pt x="1143000" y="561975"/>
                </a:lnTo>
                <a:lnTo>
                  <a:pt x="1133475" y="561975"/>
                </a:lnTo>
                <a:close/>
                <a:moveTo>
                  <a:pt x="114300" y="571500"/>
                </a:moveTo>
                <a:lnTo>
                  <a:pt x="123825" y="571500"/>
                </a:lnTo>
                <a:lnTo>
                  <a:pt x="123825" y="590550"/>
                </a:lnTo>
                <a:lnTo>
                  <a:pt x="114300" y="590550"/>
                </a:lnTo>
                <a:close/>
                <a:moveTo>
                  <a:pt x="1085850" y="571500"/>
                </a:moveTo>
                <a:lnTo>
                  <a:pt x="1095375" y="571500"/>
                </a:lnTo>
                <a:lnTo>
                  <a:pt x="1095375" y="581025"/>
                </a:lnTo>
                <a:lnTo>
                  <a:pt x="1085850" y="581025"/>
                </a:lnTo>
                <a:close/>
                <a:moveTo>
                  <a:pt x="0" y="581025"/>
                </a:moveTo>
                <a:lnTo>
                  <a:pt x="19050" y="581025"/>
                </a:lnTo>
                <a:lnTo>
                  <a:pt x="19050" y="590550"/>
                </a:lnTo>
                <a:lnTo>
                  <a:pt x="0" y="590550"/>
                </a:lnTo>
                <a:close/>
                <a:moveTo>
                  <a:pt x="1171575" y="581025"/>
                </a:moveTo>
                <a:lnTo>
                  <a:pt x="1190625" y="581025"/>
                </a:lnTo>
                <a:lnTo>
                  <a:pt x="1190625" y="590550"/>
                </a:lnTo>
                <a:lnTo>
                  <a:pt x="1200150" y="590550"/>
                </a:lnTo>
                <a:lnTo>
                  <a:pt x="1200150" y="600075"/>
                </a:lnTo>
                <a:lnTo>
                  <a:pt x="1190625" y="600075"/>
                </a:lnTo>
                <a:lnTo>
                  <a:pt x="1190625" y="609600"/>
                </a:lnTo>
                <a:lnTo>
                  <a:pt x="1181100" y="609600"/>
                </a:lnTo>
                <a:lnTo>
                  <a:pt x="1181100" y="619125"/>
                </a:lnTo>
                <a:lnTo>
                  <a:pt x="1171575" y="619125"/>
                </a:lnTo>
                <a:lnTo>
                  <a:pt x="1171575" y="628650"/>
                </a:lnTo>
                <a:lnTo>
                  <a:pt x="1152525" y="628650"/>
                </a:lnTo>
                <a:lnTo>
                  <a:pt x="1152525" y="638175"/>
                </a:lnTo>
                <a:lnTo>
                  <a:pt x="1162050" y="638175"/>
                </a:lnTo>
                <a:lnTo>
                  <a:pt x="1162050" y="647700"/>
                </a:lnTo>
                <a:lnTo>
                  <a:pt x="1171575" y="647700"/>
                </a:lnTo>
                <a:lnTo>
                  <a:pt x="1171575" y="657225"/>
                </a:lnTo>
                <a:lnTo>
                  <a:pt x="1162050" y="657225"/>
                </a:lnTo>
                <a:lnTo>
                  <a:pt x="1162050" y="676275"/>
                </a:lnTo>
                <a:lnTo>
                  <a:pt x="1152525" y="676275"/>
                </a:lnTo>
                <a:lnTo>
                  <a:pt x="1152525" y="685800"/>
                </a:lnTo>
                <a:lnTo>
                  <a:pt x="1171575" y="685800"/>
                </a:lnTo>
                <a:lnTo>
                  <a:pt x="1171575" y="695325"/>
                </a:lnTo>
                <a:lnTo>
                  <a:pt x="1162050" y="695325"/>
                </a:lnTo>
                <a:lnTo>
                  <a:pt x="1162050" y="704850"/>
                </a:lnTo>
                <a:lnTo>
                  <a:pt x="1152525" y="704850"/>
                </a:lnTo>
                <a:lnTo>
                  <a:pt x="1152525" y="695325"/>
                </a:lnTo>
                <a:lnTo>
                  <a:pt x="1143000" y="695325"/>
                </a:lnTo>
                <a:lnTo>
                  <a:pt x="1143000" y="676275"/>
                </a:lnTo>
                <a:lnTo>
                  <a:pt x="1114425" y="676275"/>
                </a:lnTo>
                <a:lnTo>
                  <a:pt x="1114425" y="666750"/>
                </a:lnTo>
                <a:lnTo>
                  <a:pt x="1123950" y="666750"/>
                </a:lnTo>
                <a:lnTo>
                  <a:pt x="1123950" y="657225"/>
                </a:lnTo>
                <a:lnTo>
                  <a:pt x="1143000" y="657225"/>
                </a:lnTo>
                <a:lnTo>
                  <a:pt x="1143000" y="609600"/>
                </a:lnTo>
                <a:lnTo>
                  <a:pt x="1152525" y="609600"/>
                </a:lnTo>
                <a:lnTo>
                  <a:pt x="1152525" y="600075"/>
                </a:lnTo>
                <a:lnTo>
                  <a:pt x="1171575" y="600075"/>
                </a:lnTo>
                <a:close/>
                <a:moveTo>
                  <a:pt x="19050" y="590550"/>
                </a:moveTo>
                <a:lnTo>
                  <a:pt x="38100" y="590550"/>
                </a:lnTo>
                <a:lnTo>
                  <a:pt x="38100" y="609600"/>
                </a:lnTo>
                <a:lnTo>
                  <a:pt x="28575" y="609600"/>
                </a:lnTo>
                <a:lnTo>
                  <a:pt x="28575" y="600075"/>
                </a:lnTo>
                <a:lnTo>
                  <a:pt x="19050" y="600075"/>
                </a:lnTo>
                <a:close/>
                <a:moveTo>
                  <a:pt x="1000125" y="590550"/>
                </a:moveTo>
                <a:lnTo>
                  <a:pt x="1009650" y="590550"/>
                </a:lnTo>
                <a:lnTo>
                  <a:pt x="1009650" y="600075"/>
                </a:lnTo>
                <a:lnTo>
                  <a:pt x="1000125" y="600075"/>
                </a:lnTo>
                <a:close/>
                <a:moveTo>
                  <a:pt x="9525" y="600075"/>
                </a:moveTo>
                <a:lnTo>
                  <a:pt x="19050" y="600075"/>
                </a:lnTo>
                <a:lnTo>
                  <a:pt x="19050" y="609600"/>
                </a:lnTo>
                <a:lnTo>
                  <a:pt x="9525" y="609600"/>
                </a:lnTo>
                <a:close/>
                <a:moveTo>
                  <a:pt x="1085850" y="600075"/>
                </a:moveTo>
                <a:lnTo>
                  <a:pt x="1095375" y="600075"/>
                </a:lnTo>
                <a:lnTo>
                  <a:pt x="1095375" y="609600"/>
                </a:lnTo>
                <a:lnTo>
                  <a:pt x="1085850" y="609600"/>
                </a:lnTo>
                <a:close/>
                <a:moveTo>
                  <a:pt x="0" y="609600"/>
                </a:moveTo>
                <a:lnTo>
                  <a:pt x="9525" y="609600"/>
                </a:lnTo>
                <a:lnTo>
                  <a:pt x="9525" y="619125"/>
                </a:lnTo>
                <a:lnTo>
                  <a:pt x="0" y="619125"/>
                </a:lnTo>
                <a:close/>
                <a:moveTo>
                  <a:pt x="19050" y="609600"/>
                </a:moveTo>
                <a:lnTo>
                  <a:pt x="28575" y="609600"/>
                </a:lnTo>
                <a:lnTo>
                  <a:pt x="28575" y="619125"/>
                </a:lnTo>
                <a:lnTo>
                  <a:pt x="19050" y="619125"/>
                </a:lnTo>
                <a:close/>
                <a:moveTo>
                  <a:pt x="85725" y="619125"/>
                </a:moveTo>
                <a:lnTo>
                  <a:pt x="95250" y="619125"/>
                </a:lnTo>
                <a:lnTo>
                  <a:pt x="95250" y="638175"/>
                </a:lnTo>
                <a:lnTo>
                  <a:pt x="85725" y="638175"/>
                </a:lnTo>
                <a:close/>
                <a:moveTo>
                  <a:pt x="133350" y="619125"/>
                </a:moveTo>
                <a:lnTo>
                  <a:pt x="142875" y="619125"/>
                </a:lnTo>
                <a:lnTo>
                  <a:pt x="142875" y="628650"/>
                </a:lnTo>
                <a:lnTo>
                  <a:pt x="133350" y="628650"/>
                </a:lnTo>
                <a:close/>
                <a:moveTo>
                  <a:pt x="142875" y="628650"/>
                </a:moveTo>
                <a:lnTo>
                  <a:pt x="171450" y="628650"/>
                </a:lnTo>
                <a:lnTo>
                  <a:pt x="171450" y="638175"/>
                </a:lnTo>
                <a:lnTo>
                  <a:pt x="180975" y="638175"/>
                </a:lnTo>
                <a:lnTo>
                  <a:pt x="180975" y="647700"/>
                </a:lnTo>
                <a:lnTo>
                  <a:pt x="200025" y="647700"/>
                </a:lnTo>
                <a:lnTo>
                  <a:pt x="200025" y="657225"/>
                </a:lnTo>
                <a:lnTo>
                  <a:pt x="228600" y="657225"/>
                </a:lnTo>
                <a:lnTo>
                  <a:pt x="228600" y="666750"/>
                </a:lnTo>
                <a:lnTo>
                  <a:pt x="219075" y="666750"/>
                </a:lnTo>
                <a:lnTo>
                  <a:pt x="219075" y="676275"/>
                </a:lnTo>
                <a:lnTo>
                  <a:pt x="180975" y="676275"/>
                </a:lnTo>
                <a:lnTo>
                  <a:pt x="180975" y="666750"/>
                </a:lnTo>
                <a:lnTo>
                  <a:pt x="142875" y="666750"/>
                </a:lnTo>
                <a:lnTo>
                  <a:pt x="142875" y="657225"/>
                </a:lnTo>
                <a:lnTo>
                  <a:pt x="161925" y="657225"/>
                </a:lnTo>
                <a:lnTo>
                  <a:pt x="161925" y="638175"/>
                </a:lnTo>
                <a:lnTo>
                  <a:pt x="142875" y="638175"/>
                </a:lnTo>
                <a:close/>
                <a:moveTo>
                  <a:pt x="190500" y="628650"/>
                </a:moveTo>
                <a:lnTo>
                  <a:pt x="200025" y="628650"/>
                </a:lnTo>
                <a:lnTo>
                  <a:pt x="200025" y="638175"/>
                </a:lnTo>
                <a:lnTo>
                  <a:pt x="190500" y="638175"/>
                </a:lnTo>
                <a:close/>
                <a:moveTo>
                  <a:pt x="390525" y="628650"/>
                </a:moveTo>
                <a:lnTo>
                  <a:pt x="409575" y="628650"/>
                </a:lnTo>
                <a:lnTo>
                  <a:pt x="409575" y="638175"/>
                </a:lnTo>
                <a:lnTo>
                  <a:pt x="400050" y="638175"/>
                </a:lnTo>
                <a:lnTo>
                  <a:pt x="400050" y="657225"/>
                </a:lnTo>
                <a:lnTo>
                  <a:pt x="381000" y="657225"/>
                </a:lnTo>
                <a:lnTo>
                  <a:pt x="381000" y="647700"/>
                </a:lnTo>
                <a:lnTo>
                  <a:pt x="390525" y="647700"/>
                </a:lnTo>
                <a:close/>
                <a:moveTo>
                  <a:pt x="457200" y="628650"/>
                </a:moveTo>
                <a:lnTo>
                  <a:pt x="466725" y="628650"/>
                </a:lnTo>
                <a:lnTo>
                  <a:pt x="466725" y="647700"/>
                </a:lnTo>
                <a:lnTo>
                  <a:pt x="457200" y="647700"/>
                </a:lnTo>
                <a:close/>
                <a:moveTo>
                  <a:pt x="609600" y="628650"/>
                </a:moveTo>
                <a:lnTo>
                  <a:pt x="619125" y="628650"/>
                </a:lnTo>
                <a:lnTo>
                  <a:pt x="619125" y="638175"/>
                </a:lnTo>
                <a:lnTo>
                  <a:pt x="609600" y="638175"/>
                </a:lnTo>
                <a:close/>
                <a:moveTo>
                  <a:pt x="1028700" y="628650"/>
                </a:moveTo>
                <a:lnTo>
                  <a:pt x="1038225" y="628650"/>
                </a:lnTo>
                <a:lnTo>
                  <a:pt x="1038225" y="647700"/>
                </a:lnTo>
                <a:lnTo>
                  <a:pt x="1028700" y="647700"/>
                </a:lnTo>
                <a:close/>
                <a:moveTo>
                  <a:pt x="247650" y="638175"/>
                </a:moveTo>
                <a:lnTo>
                  <a:pt x="257175" y="638175"/>
                </a:lnTo>
                <a:lnTo>
                  <a:pt x="257175" y="647700"/>
                </a:lnTo>
                <a:lnTo>
                  <a:pt x="247650" y="647700"/>
                </a:lnTo>
                <a:close/>
                <a:moveTo>
                  <a:pt x="419100" y="638175"/>
                </a:moveTo>
                <a:lnTo>
                  <a:pt x="428625" y="638175"/>
                </a:lnTo>
                <a:lnTo>
                  <a:pt x="428625" y="657225"/>
                </a:lnTo>
                <a:lnTo>
                  <a:pt x="438150" y="657225"/>
                </a:lnTo>
                <a:lnTo>
                  <a:pt x="438150" y="647700"/>
                </a:lnTo>
                <a:lnTo>
                  <a:pt x="457200" y="647700"/>
                </a:lnTo>
                <a:lnTo>
                  <a:pt x="457200" y="657225"/>
                </a:lnTo>
                <a:lnTo>
                  <a:pt x="447675" y="657225"/>
                </a:lnTo>
                <a:lnTo>
                  <a:pt x="447675" y="666750"/>
                </a:lnTo>
                <a:lnTo>
                  <a:pt x="457200" y="666750"/>
                </a:lnTo>
                <a:lnTo>
                  <a:pt x="457200" y="676275"/>
                </a:lnTo>
                <a:lnTo>
                  <a:pt x="438150" y="676275"/>
                </a:lnTo>
                <a:lnTo>
                  <a:pt x="438150" y="666750"/>
                </a:lnTo>
                <a:lnTo>
                  <a:pt x="428625" y="666750"/>
                </a:lnTo>
                <a:lnTo>
                  <a:pt x="428625" y="676275"/>
                </a:lnTo>
                <a:lnTo>
                  <a:pt x="390525" y="676275"/>
                </a:lnTo>
                <a:lnTo>
                  <a:pt x="390525" y="666750"/>
                </a:lnTo>
                <a:lnTo>
                  <a:pt x="419100" y="666750"/>
                </a:lnTo>
                <a:close/>
                <a:moveTo>
                  <a:pt x="514350" y="638175"/>
                </a:moveTo>
                <a:lnTo>
                  <a:pt x="533400" y="638175"/>
                </a:lnTo>
                <a:lnTo>
                  <a:pt x="533400" y="647700"/>
                </a:lnTo>
                <a:lnTo>
                  <a:pt x="514350" y="647700"/>
                </a:lnTo>
                <a:close/>
                <a:moveTo>
                  <a:pt x="619125" y="638175"/>
                </a:moveTo>
                <a:lnTo>
                  <a:pt x="628650" y="638175"/>
                </a:lnTo>
                <a:lnTo>
                  <a:pt x="628650" y="647700"/>
                </a:lnTo>
                <a:lnTo>
                  <a:pt x="619125" y="647700"/>
                </a:lnTo>
                <a:close/>
                <a:moveTo>
                  <a:pt x="561975" y="647700"/>
                </a:moveTo>
                <a:lnTo>
                  <a:pt x="571500" y="647700"/>
                </a:lnTo>
                <a:lnTo>
                  <a:pt x="571500" y="657225"/>
                </a:lnTo>
                <a:lnTo>
                  <a:pt x="561975" y="657225"/>
                </a:lnTo>
                <a:close/>
                <a:moveTo>
                  <a:pt x="1181100" y="647700"/>
                </a:moveTo>
                <a:lnTo>
                  <a:pt x="1190625" y="647700"/>
                </a:lnTo>
                <a:lnTo>
                  <a:pt x="1190625" y="657225"/>
                </a:lnTo>
                <a:lnTo>
                  <a:pt x="1181100" y="657225"/>
                </a:lnTo>
                <a:close/>
                <a:moveTo>
                  <a:pt x="123825" y="666750"/>
                </a:moveTo>
                <a:lnTo>
                  <a:pt x="133350" y="666750"/>
                </a:lnTo>
                <a:lnTo>
                  <a:pt x="133350" y="676275"/>
                </a:lnTo>
                <a:lnTo>
                  <a:pt x="123825" y="676275"/>
                </a:lnTo>
                <a:close/>
                <a:moveTo>
                  <a:pt x="228600" y="666750"/>
                </a:moveTo>
                <a:lnTo>
                  <a:pt x="238125" y="666750"/>
                </a:lnTo>
                <a:lnTo>
                  <a:pt x="238125" y="676275"/>
                </a:lnTo>
                <a:lnTo>
                  <a:pt x="228600" y="676275"/>
                </a:lnTo>
                <a:close/>
                <a:moveTo>
                  <a:pt x="342900" y="666750"/>
                </a:moveTo>
                <a:lnTo>
                  <a:pt x="371475" y="666750"/>
                </a:lnTo>
                <a:lnTo>
                  <a:pt x="371475" y="676275"/>
                </a:lnTo>
                <a:lnTo>
                  <a:pt x="342900" y="676275"/>
                </a:lnTo>
                <a:close/>
                <a:moveTo>
                  <a:pt x="0" y="704850"/>
                </a:moveTo>
                <a:lnTo>
                  <a:pt x="19050" y="704850"/>
                </a:lnTo>
                <a:lnTo>
                  <a:pt x="19050" y="714375"/>
                </a:lnTo>
                <a:lnTo>
                  <a:pt x="0" y="714375"/>
                </a:lnTo>
                <a:close/>
                <a:moveTo>
                  <a:pt x="19050" y="714375"/>
                </a:moveTo>
                <a:lnTo>
                  <a:pt x="57150" y="714375"/>
                </a:lnTo>
                <a:lnTo>
                  <a:pt x="57150" y="723900"/>
                </a:lnTo>
                <a:lnTo>
                  <a:pt x="47625" y="723900"/>
                </a:lnTo>
                <a:lnTo>
                  <a:pt x="47625" y="733425"/>
                </a:lnTo>
                <a:lnTo>
                  <a:pt x="38100" y="733425"/>
                </a:lnTo>
                <a:lnTo>
                  <a:pt x="38100" y="723900"/>
                </a:lnTo>
                <a:lnTo>
                  <a:pt x="19050" y="723900"/>
                </a:lnTo>
                <a:close/>
                <a:moveTo>
                  <a:pt x="161925" y="714375"/>
                </a:moveTo>
                <a:lnTo>
                  <a:pt x="171450" y="714375"/>
                </a:lnTo>
                <a:lnTo>
                  <a:pt x="171450" y="723900"/>
                </a:lnTo>
                <a:lnTo>
                  <a:pt x="161925" y="723900"/>
                </a:lnTo>
                <a:close/>
                <a:moveTo>
                  <a:pt x="180975" y="714375"/>
                </a:moveTo>
                <a:lnTo>
                  <a:pt x="238125" y="714375"/>
                </a:lnTo>
                <a:lnTo>
                  <a:pt x="238125" y="733425"/>
                </a:lnTo>
                <a:lnTo>
                  <a:pt x="228600" y="733425"/>
                </a:lnTo>
                <a:lnTo>
                  <a:pt x="228600" y="723900"/>
                </a:lnTo>
                <a:lnTo>
                  <a:pt x="200025" y="723900"/>
                </a:lnTo>
                <a:lnTo>
                  <a:pt x="200025" y="733425"/>
                </a:lnTo>
                <a:lnTo>
                  <a:pt x="180975" y="733425"/>
                </a:lnTo>
                <a:close/>
                <a:moveTo>
                  <a:pt x="266700" y="714375"/>
                </a:moveTo>
                <a:lnTo>
                  <a:pt x="304800" y="714375"/>
                </a:lnTo>
                <a:lnTo>
                  <a:pt x="304800" y="723900"/>
                </a:lnTo>
                <a:lnTo>
                  <a:pt x="276225" y="723900"/>
                </a:lnTo>
                <a:lnTo>
                  <a:pt x="276225" y="733425"/>
                </a:lnTo>
                <a:lnTo>
                  <a:pt x="285750" y="733425"/>
                </a:lnTo>
                <a:lnTo>
                  <a:pt x="285750" y="742950"/>
                </a:lnTo>
                <a:lnTo>
                  <a:pt x="266700" y="742950"/>
                </a:lnTo>
                <a:close/>
                <a:moveTo>
                  <a:pt x="323850" y="714375"/>
                </a:moveTo>
                <a:lnTo>
                  <a:pt x="342900" y="714375"/>
                </a:lnTo>
                <a:lnTo>
                  <a:pt x="342900" y="723900"/>
                </a:lnTo>
                <a:lnTo>
                  <a:pt x="323850" y="723900"/>
                </a:lnTo>
                <a:close/>
                <a:moveTo>
                  <a:pt x="400050" y="714375"/>
                </a:moveTo>
                <a:lnTo>
                  <a:pt x="409575" y="714375"/>
                </a:lnTo>
                <a:lnTo>
                  <a:pt x="409575" y="723900"/>
                </a:lnTo>
                <a:lnTo>
                  <a:pt x="400050" y="723900"/>
                </a:lnTo>
                <a:close/>
                <a:moveTo>
                  <a:pt x="457200" y="714375"/>
                </a:moveTo>
                <a:lnTo>
                  <a:pt x="495300" y="714375"/>
                </a:lnTo>
                <a:lnTo>
                  <a:pt x="495300" y="733425"/>
                </a:lnTo>
                <a:lnTo>
                  <a:pt x="485775" y="733425"/>
                </a:lnTo>
                <a:lnTo>
                  <a:pt x="485775" y="723900"/>
                </a:lnTo>
                <a:lnTo>
                  <a:pt x="457200" y="723900"/>
                </a:lnTo>
                <a:close/>
                <a:moveTo>
                  <a:pt x="514350" y="714375"/>
                </a:moveTo>
                <a:lnTo>
                  <a:pt x="552450" y="714375"/>
                </a:lnTo>
                <a:lnTo>
                  <a:pt x="552450" y="723900"/>
                </a:lnTo>
                <a:lnTo>
                  <a:pt x="561975" y="723900"/>
                </a:lnTo>
                <a:lnTo>
                  <a:pt x="561975" y="714375"/>
                </a:lnTo>
                <a:lnTo>
                  <a:pt x="571500" y="714375"/>
                </a:lnTo>
                <a:lnTo>
                  <a:pt x="571500" y="723900"/>
                </a:lnTo>
                <a:lnTo>
                  <a:pt x="561975" y="723900"/>
                </a:lnTo>
                <a:lnTo>
                  <a:pt x="561975" y="733425"/>
                </a:lnTo>
                <a:lnTo>
                  <a:pt x="514350" y="733425"/>
                </a:lnTo>
                <a:close/>
                <a:moveTo>
                  <a:pt x="619125" y="714375"/>
                </a:moveTo>
                <a:lnTo>
                  <a:pt x="628650" y="714375"/>
                </a:lnTo>
                <a:lnTo>
                  <a:pt x="628650" y="723900"/>
                </a:lnTo>
                <a:lnTo>
                  <a:pt x="619125" y="723900"/>
                </a:lnTo>
                <a:close/>
                <a:moveTo>
                  <a:pt x="647700" y="714375"/>
                </a:moveTo>
                <a:lnTo>
                  <a:pt x="666750" y="714375"/>
                </a:lnTo>
                <a:lnTo>
                  <a:pt x="666750" y="733425"/>
                </a:lnTo>
                <a:lnTo>
                  <a:pt x="647700" y="733425"/>
                </a:lnTo>
                <a:close/>
                <a:moveTo>
                  <a:pt x="685800" y="714375"/>
                </a:moveTo>
                <a:lnTo>
                  <a:pt x="704850" y="714375"/>
                </a:lnTo>
                <a:lnTo>
                  <a:pt x="704850" y="733425"/>
                </a:lnTo>
                <a:lnTo>
                  <a:pt x="695325" y="733425"/>
                </a:lnTo>
                <a:lnTo>
                  <a:pt x="695325" y="742950"/>
                </a:lnTo>
                <a:lnTo>
                  <a:pt x="685800" y="742950"/>
                </a:lnTo>
                <a:lnTo>
                  <a:pt x="685800" y="733425"/>
                </a:lnTo>
                <a:lnTo>
                  <a:pt x="676275" y="733425"/>
                </a:lnTo>
                <a:lnTo>
                  <a:pt x="676275" y="723900"/>
                </a:lnTo>
                <a:lnTo>
                  <a:pt x="685800" y="723900"/>
                </a:lnTo>
                <a:close/>
                <a:moveTo>
                  <a:pt x="762000" y="714375"/>
                </a:moveTo>
                <a:lnTo>
                  <a:pt x="800100" y="714375"/>
                </a:lnTo>
                <a:lnTo>
                  <a:pt x="800100" y="723900"/>
                </a:lnTo>
                <a:lnTo>
                  <a:pt x="781050" y="723900"/>
                </a:lnTo>
                <a:lnTo>
                  <a:pt x="781050" y="733425"/>
                </a:lnTo>
                <a:lnTo>
                  <a:pt x="733425" y="733425"/>
                </a:lnTo>
                <a:lnTo>
                  <a:pt x="733425" y="723900"/>
                </a:lnTo>
                <a:lnTo>
                  <a:pt x="762000" y="723900"/>
                </a:lnTo>
                <a:close/>
                <a:moveTo>
                  <a:pt x="809625" y="714375"/>
                </a:moveTo>
                <a:lnTo>
                  <a:pt x="857250" y="714375"/>
                </a:lnTo>
                <a:lnTo>
                  <a:pt x="857250" y="723900"/>
                </a:lnTo>
                <a:lnTo>
                  <a:pt x="866775" y="723900"/>
                </a:lnTo>
                <a:lnTo>
                  <a:pt x="866775" y="733425"/>
                </a:lnTo>
                <a:lnTo>
                  <a:pt x="895350" y="733425"/>
                </a:lnTo>
                <a:lnTo>
                  <a:pt x="895350" y="742950"/>
                </a:lnTo>
                <a:lnTo>
                  <a:pt x="885825" y="742950"/>
                </a:lnTo>
                <a:lnTo>
                  <a:pt x="885825" y="762000"/>
                </a:lnTo>
                <a:lnTo>
                  <a:pt x="847725" y="762000"/>
                </a:lnTo>
                <a:lnTo>
                  <a:pt x="847725" y="752475"/>
                </a:lnTo>
                <a:lnTo>
                  <a:pt x="828675" y="752475"/>
                </a:lnTo>
                <a:lnTo>
                  <a:pt x="828675" y="742950"/>
                </a:lnTo>
                <a:lnTo>
                  <a:pt x="781050" y="742950"/>
                </a:lnTo>
                <a:lnTo>
                  <a:pt x="781050" y="733425"/>
                </a:lnTo>
                <a:lnTo>
                  <a:pt x="828675" y="733425"/>
                </a:lnTo>
                <a:lnTo>
                  <a:pt x="828675" y="723900"/>
                </a:lnTo>
                <a:lnTo>
                  <a:pt x="809625" y="723900"/>
                </a:lnTo>
                <a:close/>
                <a:moveTo>
                  <a:pt x="895350" y="714375"/>
                </a:moveTo>
                <a:lnTo>
                  <a:pt x="914400" y="714375"/>
                </a:lnTo>
                <a:lnTo>
                  <a:pt x="914400" y="723900"/>
                </a:lnTo>
                <a:lnTo>
                  <a:pt x="895350" y="723900"/>
                </a:lnTo>
                <a:close/>
                <a:moveTo>
                  <a:pt x="942975" y="714375"/>
                </a:moveTo>
                <a:lnTo>
                  <a:pt x="1019175" y="714375"/>
                </a:lnTo>
                <a:lnTo>
                  <a:pt x="1019175" y="733425"/>
                </a:lnTo>
                <a:lnTo>
                  <a:pt x="1028700" y="733425"/>
                </a:lnTo>
                <a:lnTo>
                  <a:pt x="1028700" y="742950"/>
                </a:lnTo>
                <a:lnTo>
                  <a:pt x="1047750" y="742950"/>
                </a:lnTo>
                <a:lnTo>
                  <a:pt x="1047750" y="752475"/>
                </a:lnTo>
                <a:lnTo>
                  <a:pt x="1038225" y="752475"/>
                </a:lnTo>
                <a:lnTo>
                  <a:pt x="1038225" y="762000"/>
                </a:lnTo>
                <a:lnTo>
                  <a:pt x="1019175" y="762000"/>
                </a:lnTo>
                <a:lnTo>
                  <a:pt x="1019175" y="771525"/>
                </a:lnTo>
                <a:lnTo>
                  <a:pt x="1009650" y="771525"/>
                </a:lnTo>
                <a:lnTo>
                  <a:pt x="1009650" y="733425"/>
                </a:lnTo>
                <a:lnTo>
                  <a:pt x="1000125" y="733425"/>
                </a:lnTo>
                <a:lnTo>
                  <a:pt x="1000125" y="723900"/>
                </a:lnTo>
                <a:lnTo>
                  <a:pt x="942975" y="723900"/>
                </a:lnTo>
                <a:close/>
                <a:moveTo>
                  <a:pt x="247650" y="723900"/>
                </a:moveTo>
                <a:lnTo>
                  <a:pt x="257175" y="723900"/>
                </a:lnTo>
                <a:lnTo>
                  <a:pt x="257175" y="733425"/>
                </a:lnTo>
                <a:lnTo>
                  <a:pt x="247650" y="733425"/>
                </a:lnTo>
                <a:close/>
                <a:moveTo>
                  <a:pt x="304800" y="723900"/>
                </a:moveTo>
                <a:lnTo>
                  <a:pt x="314325" y="723900"/>
                </a:lnTo>
                <a:lnTo>
                  <a:pt x="314325" y="733425"/>
                </a:lnTo>
                <a:lnTo>
                  <a:pt x="304800" y="733425"/>
                </a:lnTo>
                <a:close/>
                <a:moveTo>
                  <a:pt x="571500" y="723900"/>
                </a:moveTo>
                <a:lnTo>
                  <a:pt x="581025" y="723900"/>
                </a:lnTo>
                <a:lnTo>
                  <a:pt x="581025" y="733425"/>
                </a:lnTo>
                <a:lnTo>
                  <a:pt x="571500" y="733425"/>
                </a:lnTo>
                <a:close/>
                <a:moveTo>
                  <a:pt x="628650" y="723900"/>
                </a:moveTo>
                <a:lnTo>
                  <a:pt x="638175" y="723900"/>
                </a:lnTo>
                <a:lnTo>
                  <a:pt x="638175" y="733425"/>
                </a:lnTo>
                <a:lnTo>
                  <a:pt x="628650" y="733425"/>
                </a:lnTo>
                <a:close/>
                <a:moveTo>
                  <a:pt x="76200" y="733425"/>
                </a:moveTo>
                <a:lnTo>
                  <a:pt x="114300" y="733425"/>
                </a:lnTo>
                <a:lnTo>
                  <a:pt x="114300" y="742950"/>
                </a:lnTo>
                <a:lnTo>
                  <a:pt x="95250" y="742950"/>
                </a:lnTo>
                <a:lnTo>
                  <a:pt x="95250" y="752475"/>
                </a:lnTo>
                <a:lnTo>
                  <a:pt x="76200" y="752475"/>
                </a:lnTo>
                <a:lnTo>
                  <a:pt x="76200" y="762000"/>
                </a:lnTo>
                <a:lnTo>
                  <a:pt x="104775" y="762000"/>
                </a:lnTo>
                <a:lnTo>
                  <a:pt x="104775" y="752475"/>
                </a:lnTo>
                <a:lnTo>
                  <a:pt x="114300" y="752475"/>
                </a:lnTo>
                <a:lnTo>
                  <a:pt x="114300" y="800100"/>
                </a:lnTo>
                <a:lnTo>
                  <a:pt x="123825" y="800100"/>
                </a:lnTo>
                <a:lnTo>
                  <a:pt x="123825" y="809625"/>
                </a:lnTo>
                <a:lnTo>
                  <a:pt x="104775" y="809625"/>
                </a:lnTo>
                <a:lnTo>
                  <a:pt x="104775" y="800100"/>
                </a:lnTo>
                <a:lnTo>
                  <a:pt x="95250" y="800100"/>
                </a:lnTo>
                <a:lnTo>
                  <a:pt x="95250" y="809625"/>
                </a:lnTo>
                <a:lnTo>
                  <a:pt x="76200" y="809625"/>
                </a:lnTo>
                <a:lnTo>
                  <a:pt x="76200" y="781050"/>
                </a:lnTo>
                <a:lnTo>
                  <a:pt x="66675" y="781050"/>
                </a:lnTo>
                <a:lnTo>
                  <a:pt x="66675" y="762000"/>
                </a:lnTo>
                <a:lnTo>
                  <a:pt x="47625" y="762000"/>
                </a:lnTo>
                <a:lnTo>
                  <a:pt x="47625" y="781050"/>
                </a:lnTo>
                <a:lnTo>
                  <a:pt x="38100" y="781050"/>
                </a:lnTo>
                <a:lnTo>
                  <a:pt x="38100" y="790575"/>
                </a:lnTo>
                <a:lnTo>
                  <a:pt x="28575" y="790575"/>
                </a:lnTo>
                <a:lnTo>
                  <a:pt x="28575" y="800100"/>
                </a:lnTo>
                <a:lnTo>
                  <a:pt x="19050" y="800100"/>
                </a:lnTo>
                <a:lnTo>
                  <a:pt x="19050" y="781050"/>
                </a:lnTo>
                <a:lnTo>
                  <a:pt x="28575" y="781050"/>
                </a:lnTo>
                <a:lnTo>
                  <a:pt x="28575" y="762000"/>
                </a:lnTo>
                <a:lnTo>
                  <a:pt x="38100" y="762000"/>
                </a:lnTo>
                <a:lnTo>
                  <a:pt x="38100" y="752475"/>
                </a:lnTo>
                <a:lnTo>
                  <a:pt x="66675" y="752475"/>
                </a:lnTo>
                <a:lnTo>
                  <a:pt x="66675" y="742950"/>
                </a:lnTo>
                <a:lnTo>
                  <a:pt x="76200" y="742950"/>
                </a:lnTo>
                <a:close/>
                <a:moveTo>
                  <a:pt x="161925" y="733425"/>
                </a:moveTo>
                <a:lnTo>
                  <a:pt x="171450" y="733425"/>
                </a:lnTo>
                <a:lnTo>
                  <a:pt x="171450" y="742950"/>
                </a:lnTo>
                <a:lnTo>
                  <a:pt x="161925" y="742950"/>
                </a:lnTo>
                <a:close/>
                <a:moveTo>
                  <a:pt x="209550" y="733425"/>
                </a:moveTo>
                <a:lnTo>
                  <a:pt x="228600" y="733425"/>
                </a:lnTo>
                <a:lnTo>
                  <a:pt x="228600" y="742950"/>
                </a:lnTo>
                <a:lnTo>
                  <a:pt x="209550" y="742950"/>
                </a:lnTo>
                <a:close/>
                <a:moveTo>
                  <a:pt x="361950" y="733425"/>
                </a:moveTo>
                <a:lnTo>
                  <a:pt x="371475" y="733425"/>
                </a:lnTo>
                <a:lnTo>
                  <a:pt x="371475" y="752475"/>
                </a:lnTo>
                <a:lnTo>
                  <a:pt x="352425" y="752475"/>
                </a:lnTo>
                <a:lnTo>
                  <a:pt x="352425" y="742950"/>
                </a:lnTo>
                <a:lnTo>
                  <a:pt x="361950" y="742950"/>
                </a:lnTo>
                <a:close/>
                <a:moveTo>
                  <a:pt x="466725" y="733425"/>
                </a:moveTo>
                <a:lnTo>
                  <a:pt x="485775" y="733425"/>
                </a:lnTo>
                <a:lnTo>
                  <a:pt x="485775" y="742950"/>
                </a:lnTo>
                <a:lnTo>
                  <a:pt x="466725" y="742950"/>
                </a:lnTo>
                <a:close/>
                <a:moveTo>
                  <a:pt x="942975" y="733425"/>
                </a:moveTo>
                <a:lnTo>
                  <a:pt x="952500" y="733425"/>
                </a:lnTo>
                <a:lnTo>
                  <a:pt x="952500" y="742950"/>
                </a:lnTo>
                <a:lnTo>
                  <a:pt x="942975" y="742950"/>
                </a:lnTo>
                <a:close/>
                <a:moveTo>
                  <a:pt x="161925" y="762000"/>
                </a:moveTo>
                <a:lnTo>
                  <a:pt x="171450" y="762000"/>
                </a:lnTo>
                <a:lnTo>
                  <a:pt x="171450" y="771525"/>
                </a:lnTo>
                <a:lnTo>
                  <a:pt x="180975" y="771525"/>
                </a:lnTo>
                <a:lnTo>
                  <a:pt x="180975" y="781050"/>
                </a:lnTo>
                <a:lnTo>
                  <a:pt x="171450" y="781050"/>
                </a:lnTo>
                <a:lnTo>
                  <a:pt x="171450" y="790575"/>
                </a:lnTo>
                <a:lnTo>
                  <a:pt x="161925" y="790575"/>
                </a:lnTo>
                <a:lnTo>
                  <a:pt x="161925" y="809625"/>
                </a:lnTo>
                <a:lnTo>
                  <a:pt x="152400" y="809625"/>
                </a:lnTo>
                <a:lnTo>
                  <a:pt x="152400" y="790575"/>
                </a:lnTo>
                <a:lnTo>
                  <a:pt x="142875" y="790575"/>
                </a:lnTo>
                <a:lnTo>
                  <a:pt x="142875" y="771525"/>
                </a:lnTo>
                <a:lnTo>
                  <a:pt x="161925" y="771525"/>
                </a:lnTo>
                <a:close/>
                <a:moveTo>
                  <a:pt x="714375" y="762000"/>
                </a:moveTo>
                <a:lnTo>
                  <a:pt x="723900" y="762000"/>
                </a:lnTo>
                <a:lnTo>
                  <a:pt x="723900" y="771525"/>
                </a:lnTo>
                <a:lnTo>
                  <a:pt x="733425" y="771525"/>
                </a:lnTo>
                <a:lnTo>
                  <a:pt x="733425" y="781050"/>
                </a:lnTo>
                <a:lnTo>
                  <a:pt x="742950" y="781050"/>
                </a:lnTo>
                <a:lnTo>
                  <a:pt x="742950" y="800100"/>
                </a:lnTo>
                <a:lnTo>
                  <a:pt x="752475" y="800100"/>
                </a:lnTo>
                <a:lnTo>
                  <a:pt x="752475" y="790575"/>
                </a:lnTo>
                <a:lnTo>
                  <a:pt x="762000" y="790575"/>
                </a:lnTo>
                <a:lnTo>
                  <a:pt x="762000" y="781050"/>
                </a:lnTo>
                <a:lnTo>
                  <a:pt x="790575" y="781050"/>
                </a:lnTo>
                <a:lnTo>
                  <a:pt x="790575" y="790575"/>
                </a:lnTo>
                <a:lnTo>
                  <a:pt x="781050" y="790575"/>
                </a:lnTo>
                <a:lnTo>
                  <a:pt x="781050" y="809625"/>
                </a:lnTo>
                <a:lnTo>
                  <a:pt x="733425" y="809625"/>
                </a:lnTo>
                <a:lnTo>
                  <a:pt x="733425" y="790575"/>
                </a:lnTo>
                <a:lnTo>
                  <a:pt x="723900" y="790575"/>
                </a:lnTo>
                <a:lnTo>
                  <a:pt x="723900" y="809625"/>
                </a:lnTo>
                <a:lnTo>
                  <a:pt x="714375" y="809625"/>
                </a:lnTo>
                <a:close/>
                <a:moveTo>
                  <a:pt x="885825" y="762000"/>
                </a:moveTo>
                <a:lnTo>
                  <a:pt x="904875" y="762000"/>
                </a:lnTo>
                <a:lnTo>
                  <a:pt x="904875" y="771525"/>
                </a:lnTo>
                <a:lnTo>
                  <a:pt x="895350" y="771525"/>
                </a:lnTo>
                <a:lnTo>
                  <a:pt x="895350" y="781050"/>
                </a:lnTo>
                <a:lnTo>
                  <a:pt x="885825" y="781050"/>
                </a:lnTo>
                <a:lnTo>
                  <a:pt x="885825" y="800100"/>
                </a:lnTo>
                <a:lnTo>
                  <a:pt x="876300" y="800100"/>
                </a:lnTo>
                <a:lnTo>
                  <a:pt x="876300" y="790575"/>
                </a:lnTo>
                <a:lnTo>
                  <a:pt x="866775" y="790575"/>
                </a:lnTo>
                <a:lnTo>
                  <a:pt x="866775" y="781050"/>
                </a:lnTo>
                <a:lnTo>
                  <a:pt x="876300" y="781050"/>
                </a:lnTo>
                <a:lnTo>
                  <a:pt x="876300" y="771525"/>
                </a:lnTo>
                <a:lnTo>
                  <a:pt x="885825" y="771525"/>
                </a:lnTo>
                <a:close/>
                <a:moveTo>
                  <a:pt x="342900" y="771525"/>
                </a:moveTo>
                <a:lnTo>
                  <a:pt x="352425" y="771525"/>
                </a:lnTo>
                <a:lnTo>
                  <a:pt x="352425" y="781050"/>
                </a:lnTo>
                <a:lnTo>
                  <a:pt x="361950" y="781050"/>
                </a:lnTo>
                <a:lnTo>
                  <a:pt x="361950" y="790575"/>
                </a:lnTo>
                <a:lnTo>
                  <a:pt x="352425" y="790575"/>
                </a:lnTo>
                <a:lnTo>
                  <a:pt x="352425" y="800100"/>
                </a:lnTo>
                <a:lnTo>
                  <a:pt x="314325" y="800100"/>
                </a:lnTo>
                <a:lnTo>
                  <a:pt x="314325" y="809625"/>
                </a:lnTo>
                <a:lnTo>
                  <a:pt x="295275" y="809625"/>
                </a:lnTo>
                <a:lnTo>
                  <a:pt x="295275" y="790575"/>
                </a:lnTo>
                <a:lnTo>
                  <a:pt x="333375" y="790575"/>
                </a:lnTo>
                <a:lnTo>
                  <a:pt x="333375" y="781050"/>
                </a:lnTo>
                <a:lnTo>
                  <a:pt x="342900" y="781050"/>
                </a:lnTo>
                <a:close/>
                <a:moveTo>
                  <a:pt x="95250" y="790575"/>
                </a:moveTo>
                <a:lnTo>
                  <a:pt x="104775" y="790575"/>
                </a:lnTo>
                <a:lnTo>
                  <a:pt x="104775" y="771525"/>
                </a:lnTo>
                <a:lnTo>
                  <a:pt x="95250" y="771525"/>
                </a:lnTo>
                <a:close/>
                <a:moveTo>
                  <a:pt x="209550" y="790575"/>
                </a:moveTo>
                <a:lnTo>
                  <a:pt x="228600" y="790575"/>
                </a:lnTo>
                <a:lnTo>
                  <a:pt x="228600" y="800100"/>
                </a:lnTo>
                <a:lnTo>
                  <a:pt x="247650" y="800100"/>
                </a:lnTo>
                <a:lnTo>
                  <a:pt x="247650" y="790575"/>
                </a:lnTo>
                <a:lnTo>
                  <a:pt x="257175" y="790575"/>
                </a:lnTo>
                <a:lnTo>
                  <a:pt x="257175" y="800100"/>
                </a:lnTo>
                <a:lnTo>
                  <a:pt x="247650" y="800100"/>
                </a:lnTo>
                <a:lnTo>
                  <a:pt x="247650" y="809625"/>
                </a:lnTo>
                <a:lnTo>
                  <a:pt x="219075" y="809625"/>
                </a:lnTo>
                <a:lnTo>
                  <a:pt x="219075" y="800100"/>
                </a:lnTo>
                <a:lnTo>
                  <a:pt x="209550" y="800100"/>
                </a:lnTo>
                <a:close/>
                <a:moveTo>
                  <a:pt x="390525" y="790575"/>
                </a:moveTo>
                <a:lnTo>
                  <a:pt x="400050" y="790575"/>
                </a:lnTo>
                <a:lnTo>
                  <a:pt x="400050" y="800100"/>
                </a:lnTo>
                <a:lnTo>
                  <a:pt x="409575" y="800100"/>
                </a:lnTo>
                <a:lnTo>
                  <a:pt x="409575" y="809625"/>
                </a:lnTo>
                <a:lnTo>
                  <a:pt x="390525" y="809625"/>
                </a:lnTo>
                <a:close/>
                <a:moveTo>
                  <a:pt x="923925" y="790575"/>
                </a:moveTo>
                <a:lnTo>
                  <a:pt x="942975" y="790575"/>
                </a:lnTo>
                <a:lnTo>
                  <a:pt x="942975" y="800100"/>
                </a:lnTo>
                <a:lnTo>
                  <a:pt x="923925" y="800100"/>
                </a:lnTo>
                <a:close/>
                <a:moveTo>
                  <a:pt x="1000125" y="790575"/>
                </a:moveTo>
                <a:lnTo>
                  <a:pt x="1019175" y="790575"/>
                </a:lnTo>
                <a:lnTo>
                  <a:pt x="1019175" y="800100"/>
                </a:lnTo>
                <a:lnTo>
                  <a:pt x="1028700" y="800100"/>
                </a:lnTo>
                <a:lnTo>
                  <a:pt x="1028700" y="809625"/>
                </a:lnTo>
                <a:lnTo>
                  <a:pt x="1000125" y="809625"/>
                </a:lnTo>
                <a:close/>
                <a:moveTo>
                  <a:pt x="200025" y="800100"/>
                </a:moveTo>
                <a:lnTo>
                  <a:pt x="209550" y="800100"/>
                </a:lnTo>
                <a:lnTo>
                  <a:pt x="209550" y="809625"/>
                </a:lnTo>
                <a:lnTo>
                  <a:pt x="200025" y="809625"/>
                </a:lnTo>
                <a:close/>
                <a:moveTo>
                  <a:pt x="809625" y="800100"/>
                </a:moveTo>
                <a:lnTo>
                  <a:pt x="819150" y="800100"/>
                </a:lnTo>
                <a:lnTo>
                  <a:pt x="819150" y="809625"/>
                </a:lnTo>
                <a:lnTo>
                  <a:pt x="809625" y="809625"/>
                </a:lnTo>
                <a:close/>
                <a:moveTo>
                  <a:pt x="895350" y="800100"/>
                </a:moveTo>
                <a:lnTo>
                  <a:pt x="904875" y="800100"/>
                </a:lnTo>
                <a:lnTo>
                  <a:pt x="904875" y="809625"/>
                </a:lnTo>
                <a:lnTo>
                  <a:pt x="895350" y="809625"/>
                </a:lnTo>
                <a:close/>
              </a:path>
            </a:pathLst>
          </a:custGeom>
          <a:solidFill xmlns:a="http://schemas.openxmlformats.org/drawingml/2006/main">
            <a:srgbClr val="F9F9F4"/>
          </a:solidFill>
          <a:ln xmlns:a="http://schemas.openxmlformats.org/drawingml/2006/main" w="0">
            <a:noFill/>
          </a:ln>
        </p:spPr>
      </p:sp>
      <p:sp>
        <p:nvSpPr>
          <p:cNvPr id="126" name="v11 vector #f9f9f3">
            <a:extLst xmlns:a="http://schemas.openxmlformats.org/drawingml/2006/main">
              <a:ext uri="{FF2B5EF4-FFF2-40B4-BE49-F238E27FC236}">
                <a16:creationId xmlns:a16="http://schemas.microsoft.com/office/drawing/2014/main" id="{C40CD220-B5E8-4505-ACCE-27E5C09626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8250" y="3609975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600075" y="9525"/>
                </a:moveTo>
                <a:lnTo>
                  <a:pt x="619125" y="9525"/>
                </a:lnTo>
                <a:lnTo>
                  <a:pt x="619125" y="19050"/>
                </a:lnTo>
                <a:lnTo>
                  <a:pt x="600075" y="19050"/>
                </a:lnTo>
                <a:close/>
                <a:moveTo>
                  <a:pt x="666750" y="9525"/>
                </a:moveTo>
                <a:lnTo>
                  <a:pt x="676275" y="9525"/>
                </a:lnTo>
                <a:lnTo>
                  <a:pt x="676275" y="19050"/>
                </a:lnTo>
                <a:lnTo>
                  <a:pt x="666750" y="19050"/>
                </a:lnTo>
                <a:close/>
                <a:moveTo>
                  <a:pt x="781050" y="9525"/>
                </a:moveTo>
                <a:lnTo>
                  <a:pt x="790575" y="9525"/>
                </a:lnTo>
                <a:lnTo>
                  <a:pt x="790575" y="19050"/>
                </a:lnTo>
                <a:lnTo>
                  <a:pt x="781050" y="19050"/>
                </a:lnTo>
                <a:close/>
                <a:moveTo>
                  <a:pt x="857250" y="9525"/>
                </a:moveTo>
                <a:lnTo>
                  <a:pt x="876300" y="9525"/>
                </a:lnTo>
                <a:lnTo>
                  <a:pt x="876300" y="19050"/>
                </a:lnTo>
                <a:lnTo>
                  <a:pt x="857250" y="19050"/>
                </a:lnTo>
                <a:close/>
                <a:moveTo>
                  <a:pt x="1133475" y="47625"/>
                </a:moveTo>
                <a:lnTo>
                  <a:pt x="1143000" y="47625"/>
                </a:lnTo>
                <a:lnTo>
                  <a:pt x="1143000" y="66675"/>
                </a:lnTo>
                <a:lnTo>
                  <a:pt x="1133475" y="66675"/>
                </a:lnTo>
                <a:close/>
                <a:moveTo>
                  <a:pt x="1095375" y="57150"/>
                </a:moveTo>
                <a:lnTo>
                  <a:pt x="1104900" y="57150"/>
                </a:lnTo>
                <a:lnTo>
                  <a:pt x="1104900" y="66675"/>
                </a:lnTo>
                <a:lnTo>
                  <a:pt x="1095375" y="66675"/>
                </a:lnTo>
                <a:close/>
                <a:moveTo>
                  <a:pt x="1181100" y="133350"/>
                </a:moveTo>
                <a:lnTo>
                  <a:pt x="1190625" y="133350"/>
                </a:lnTo>
                <a:lnTo>
                  <a:pt x="1190625" y="142875"/>
                </a:lnTo>
                <a:lnTo>
                  <a:pt x="1181100" y="142875"/>
                </a:lnTo>
                <a:close/>
                <a:moveTo>
                  <a:pt x="1114425" y="142875"/>
                </a:moveTo>
                <a:lnTo>
                  <a:pt x="1123950" y="142875"/>
                </a:lnTo>
                <a:lnTo>
                  <a:pt x="1123950" y="152400"/>
                </a:lnTo>
                <a:lnTo>
                  <a:pt x="1114425" y="152400"/>
                </a:lnTo>
                <a:close/>
                <a:moveTo>
                  <a:pt x="1123950" y="152400"/>
                </a:moveTo>
                <a:lnTo>
                  <a:pt x="1133475" y="152400"/>
                </a:lnTo>
                <a:lnTo>
                  <a:pt x="1133475" y="161925"/>
                </a:lnTo>
                <a:lnTo>
                  <a:pt x="1123950" y="161925"/>
                </a:lnTo>
                <a:close/>
                <a:moveTo>
                  <a:pt x="9525" y="180975"/>
                </a:moveTo>
                <a:lnTo>
                  <a:pt x="19050" y="180975"/>
                </a:lnTo>
                <a:lnTo>
                  <a:pt x="19050" y="190500"/>
                </a:lnTo>
                <a:lnTo>
                  <a:pt x="9525" y="190500"/>
                </a:lnTo>
                <a:close/>
                <a:moveTo>
                  <a:pt x="28575" y="180975"/>
                </a:moveTo>
                <a:lnTo>
                  <a:pt x="38100" y="180975"/>
                </a:lnTo>
                <a:lnTo>
                  <a:pt x="38100" y="190500"/>
                </a:lnTo>
                <a:lnTo>
                  <a:pt x="28575" y="190500"/>
                </a:lnTo>
                <a:close/>
                <a:moveTo>
                  <a:pt x="904875" y="180975"/>
                </a:moveTo>
                <a:lnTo>
                  <a:pt x="933450" y="180975"/>
                </a:lnTo>
                <a:lnTo>
                  <a:pt x="933450" y="190500"/>
                </a:lnTo>
                <a:lnTo>
                  <a:pt x="923925" y="190500"/>
                </a:lnTo>
                <a:lnTo>
                  <a:pt x="923925" y="200025"/>
                </a:lnTo>
                <a:lnTo>
                  <a:pt x="914400" y="200025"/>
                </a:lnTo>
                <a:lnTo>
                  <a:pt x="914400" y="190500"/>
                </a:lnTo>
                <a:lnTo>
                  <a:pt x="904875" y="190500"/>
                </a:lnTo>
                <a:close/>
                <a:moveTo>
                  <a:pt x="781050" y="190500"/>
                </a:moveTo>
                <a:lnTo>
                  <a:pt x="809625" y="190500"/>
                </a:lnTo>
                <a:lnTo>
                  <a:pt x="809625" y="200025"/>
                </a:lnTo>
                <a:lnTo>
                  <a:pt x="781050" y="200025"/>
                </a:lnTo>
                <a:close/>
                <a:moveTo>
                  <a:pt x="104775" y="200025"/>
                </a:moveTo>
                <a:lnTo>
                  <a:pt x="114300" y="200025"/>
                </a:lnTo>
                <a:lnTo>
                  <a:pt x="114300" y="209550"/>
                </a:lnTo>
                <a:lnTo>
                  <a:pt x="104775" y="209550"/>
                </a:lnTo>
                <a:close/>
                <a:moveTo>
                  <a:pt x="1114425" y="219075"/>
                </a:moveTo>
                <a:lnTo>
                  <a:pt x="1123950" y="219075"/>
                </a:lnTo>
                <a:lnTo>
                  <a:pt x="1123950" y="228600"/>
                </a:lnTo>
                <a:lnTo>
                  <a:pt x="1114425" y="228600"/>
                </a:lnTo>
                <a:close/>
                <a:moveTo>
                  <a:pt x="371475" y="304800"/>
                </a:moveTo>
                <a:lnTo>
                  <a:pt x="381000" y="304800"/>
                </a:lnTo>
                <a:lnTo>
                  <a:pt x="381000" y="314325"/>
                </a:lnTo>
                <a:lnTo>
                  <a:pt x="371475" y="314325"/>
                </a:lnTo>
                <a:close/>
                <a:moveTo>
                  <a:pt x="990600" y="371475"/>
                </a:moveTo>
                <a:lnTo>
                  <a:pt x="1000125" y="371475"/>
                </a:lnTo>
                <a:lnTo>
                  <a:pt x="1000125" y="381000"/>
                </a:lnTo>
                <a:lnTo>
                  <a:pt x="990600" y="381000"/>
                </a:lnTo>
                <a:close/>
                <a:moveTo>
                  <a:pt x="28575" y="390525"/>
                </a:moveTo>
                <a:lnTo>
                  <a:pt x="38100" y="390525"/>
                </a:lnTo>
                <a:lnTo>
                  <a:pt x="38100" y="419100"/>
                </a:lnTo>
                <a:lnTo>
                  <a:pt x="28575" y="419100"/>
                </a:lnTo>
                <a:lnTo>
                  <a:pt x="28575" y="409575"/>
                </a:lnTo>
                <a:lnTo>
                  <a:pt x="19050" y="409575"/>
                </a:lnTo>
                <a:lnTo>
                  <a:pt x="19050" y="400050"/>
                </a:lnTo>
                <a:lnTo>
                  <a:pt x="28575" y="400050"/>
                </a:lnTo>
                <a:close/>
                <a:moveTo>
                  <a:pt x="352425" y="409575"/>
                </a:moveTo>
                <a:lnTo>
                  <a:pt x="371475" y="409575"/>
                </a:lnTo>
                <a:lnTo>
                  <a:pt x="371475" y="419100"/>
                </a:lnTo>
                <a:lnTo>
                  <a:pt x="352425" y="419100"/>
                </a:lnTo>
                <a:close/>
                <a:moveTo>
                  <a:pt x="657225" y="504825"/>
                </a:moveTo>
                <a:lnTo>
                  <a:pt x="666750" y="504825"/>
                </a:lnTo>
                <a:lnTo>
                  <a:pt x="666750" y="514350"/>
                </a:lnTo>
                <a:lnTo>
                  <a:pt x="657225" y="514350"/>
                </a:lnTo>
                <a:close/>
                <a:moveTo>
                  <a:pt x="1171575" y="514350"/>
                </a:moveTo>
                <a:lnTo>
                  <a:pt x="1181100" y="514350"/>
                </a:lnTo>
                <a:lnTo>
                  <a:pt x="1181100" y="523875"/>
                </a:lnTo>
                <a:lnTo>
                  <a:pt x="1171575" y="523875"/>
                </a:lnTo>
                <a:close/>
                <a:moveTo>
                  <a:pt x="1181100" y="523875"/>
                </a:moveTo>
                <a:lnTo>
                  <a:pt x="1190625" y="523875"/>
                </a:lnTo>
                <a:lnTo>
                  <a:pt x="1190625" y="533400"/>
                </a:lnTo>
                <a:lnTo>
                  <a:pt x="1181100" y="533400"/>
                </a:lnTo>
                <a:close/>
                <a:moveTo>
                  <a:pt x="114300" y="533400"/>
                </a:moveTo>
                <a:lnTo>
                  <a:pt x="123825" y="533400"/>
                </a:lnTo>
                <a:lnTo>
                  <a:pt x="123825" y="542925"/>
                </a:lnTo>
                <a:lnTo>
                  <a:pt x="114300" y="542925"/>
                </a:lnTo>
                <a:close/>
                <a:moveTo>
                  <a:pt x="276225" y="638175"/>
                </a:moveTo>
                <a:lnTo>
                  <a:pt x="295275" y="638175"/>
                </a:lnTo>
                <a:lnTo>
                  <a:pt x="295275" y="647700"/>
                </a:lnTo>
                <a:lnTo>
                  <a:pt x="276225" y="647700"/>
                </a:lnTo>
                <a:close/>
                <a:moveTo>
                  <a:pt x="1162050" y="657225"/>
                </a:moveTo>
                <a:lnTo>
                  <a:pt x="1171575" y="657225"/>
                </a:lnTo>
                <a:lnTo>
                  <a:pt x="1171575" y="685800"/>
                </a:lnTo>
                <a:lnTo>
                  <a:pt x="1152525" y="685800"/>
                </a:lnTo>
                <a:lnTo>
                  <a:pt x="1152525" y="676275"/>
                </a:lnTo>
                <a:lnTo>
                  <a:pt x="1162050" y="676275"/>
                </a:lnTo>
                <a:close/>
                <a:moveTo>
                  <a:pt x="1181100" y="657225"/>
                </a:moveTo>
                <a:lnTo>
                  <a:pt x="1190625" y="657225"/>
                </a:lnTo>
                <a:lnTo>
                  <a:pt x="1190625" y="666750"/>
                </a:lnTo>
                <a:lnTo>
                  <a:pt x="1181100" y="666750"/>
                </a:lnTo>
                <a:close/>
                <a:moveTo>
                  <a:pt x="266700" y="666750"/>
                </a:moveTo>
                <a:lnTo>
                  <a:pt x="276225" y="666750"/>
                </a:lnTo>
                <a:lnTo>
                  <a:pt x="276225" y="676275"/>
                </a:lnTo>
                <a:lnTo>
                  <a:pt x="266700" y="676275"/>
                </a:lnTo>
                <a:close/>
                <a:moveTo>
                  <a:pt x="333375" y="666750"/>
                </a:moveTo>
                <a:lnTo>
                  <a:pt x="342900" y="666750"/>
                </a:lnTo>
                <a:lnTo>
                  <a:pt x="342900" y="676275"/>
                </a:lnTo>
                <a:lnTo>
                  <a:pt x="333375" y="676275"/>
                </a:lnTo>
                <a:close/>
                <a:moveTo>
                  <a:pt x="38100" y="733425"/>
                </a:moveTo>
                <a:lnTo>
                  <a:pt x="47625" y="733425"/>
                </a:lnTo>
                <a:lnTo>
                  <a:pt x="47625" y="752475"/>
                </a:lnTo>
                <a:lnTo>
                  <a:pt x="38100" y="752475"/>
                </a:lnTo>
                <a:close/>
                <a:moveTo>
                  <a:pt x="19050" y="771525"/>
                </a:moveTo>
                <a:lnTo>
                  <a:pt x="28575" y="771525"/>
                </a:lnTo>
                <a:lnTo>
                  <a:pt x="28575" y="781050"/>
                </a:lnTo>
                <a:lnTo>
                  <a:pt x="19050" y="781050"/>
                </a:lnTo>
                <a:close/>
                <a:moveTo>
                  <a:pt x="866775" y="790575"/>
                </a:moveTo>
                <a:lnTo>
                  <a:pt x="876300" y="790575"/>
                </a:lnTo>
                <a:lnTo>
                  <a:pt x="876300" y="800100"/>
                </a:lnTo>
                <a:lnTo>
                  <a:pt x="866775" y="800100"/>
                </a:lnTo>
                <a:close/>
                <a:moveTo>
                  <a:pt x="209550" y="800100"/>
                </a:moveTo>
                <a:lnTo>
                  <a:pt x="219075" y="800100"/>
                </a:lnTo>
                <a:lnTo>
                  <a:pt x="219075" y="809625"/>
                </a:lnTo>
                <a:lnTo>
                  <a:pt x="209550" y="809625"/>
                </a:lnTo>
                <a:close/>
                <a:moveTo>
                  <a:pt x="876300" y="800100"/>
                </a:moveTo>
                <a:lnTo>
                  <a:pt x="885825" y="800100"/>
                </a:lnTo>
                <a:lnTo>
                  <a:pt x="885825" y="809625"/>
                </a:lnTo>
                <a:lnTo>
                  <a:pt x="876300" y="809625"/>
                </a:lnTo>
                <a:close/>
              </a:path>
            </a:pathLst>
          </a:custGeom>
          <a:solidFill xmlns:a="http://schemas.openxmlformats.org/drawingml/2006/main">
            <a:srgbClr val="F9F9F3"/>
          </a:solidFill>
          <a:ln xmlns:a="http://schemas.openxmlformats.org/drawingml/2006/main" w="0">
            <a:noFill/>
          </a:ln>
        </p:spPr>
      </p:sp>
      <p:sp>
        <p:nvSpPr>
          <p:cNvPr id="127" name="v11 vector #faf8f4">
            <a:extLst xmlns:a="http://schemas.openxmlformats.org/drawingml/2006/main">
              <a:ext uri="{FF2B5EF4-FFF2-40B4-BE49-F238E27FC236}">
                <a16:creationId xmlns:a16="http://schemas.microsoft.com/office/drawing/2014/main" id="{0F9EEA41-A98F-404F-BEB1-9CA1B57A48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8250" y="3609975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85725" y="190500"/>
                </a:moveTo>
                <a:lnTo>
                  <a:pt x="95250" y="190500"/>
                </a:lnTo>
                <a:lnTo>
                  <a:pt x="95250" y="200025"/>
                </a:lnTo>
                <a:lnTo>
                  <a:pt x="85725" y="200025"/>
                </a:lnTo>
                <a:close/>
                <a:moveTo>
                  <a:pt x="171450" y="190500"/>
                </a:moveTo>
                <a:lnTo>
                  <a:pt x="200025" y="190500"/>
                </a:lnTo>
                <a:lnTo>
                  <a:pt x="200025" y="200025"/>
                </a:lnTo>
                <a:lnTo>
                  <a:pt x="171450" y="200025"/>
                </a:lnTo>
                <a:close/>
                <a:moveTo>
                  <a:pt x="723900" y="219075"/>
                </a:moveTo>
                <a:lnTo>
                  <a:pt x="733425" y="219075"/>
                </a:lnTo>
                <a:lnTo>
                  <a:pt x="733425" y="257175"/>
                </a:lnTo>
                <a:lnTo>
                  <a:pt x="723900" y="257175"/>
                </a:lnTo>
                <a:close/>
                <a:moveTo>
                  <a:pt x="1162050" y="238125"/>
                </a:moveTo>
                <a:lnTo>
                  <a:pt x="1171575" y="238125"/>
                </a:lnTo>
                <a:lnTo>
                  <a:pt x="1171575" y="276225"/>
                </a:lnTo>
                <a:lnTo>
                  <a:pt x="1152525" y="276225"/>
                </a:lnTo>
                <a:lnTo>
                  <a:pt x="1152525" y="257175"/>
                </a:lnTo>
                <a:lnTo>
                  <a:pt x="1162050" y="257175"/>
                </a:lnTo>
                <a:close/>
                <a:moveTo>
                  <a:pt x="723900" y="304800"/>
                </a:moveTo>
                <a:lnTo>
                  <a:pt x="733425" y="304800"/>
                </a:lnTo>
                <a:lnTo>
                  <a:pt x="733425" y="323850"/>
                </a:lnTo>
                <a:lnTo>
                  <a:pt x="723900" y="323850"/>
                </a:lnTo>
                <a:close/>
                <a:moveTo>
                  <a:pt x="400050" y="333375"/>
                </a:moveTo>
                <a:lnTo>
                  <a:pt x="409575" y="333375"/>
                </a:lnTo>
                <a:lnTo>
                  <a:pt x="409575" y="342900"/>
                </a:lnTo>
                <a:lnTo>
                  <a:pt x="419100" y="342900"/>
                </a:lnTo>
                <a:lnTo>
                  <a:pt x="419100" y="352425"/>
                </a:lnTo>
                <a:lnTo>
                  <a:pt x="409575" y="352425"/>
                </a:lnTo>
                <a:lnTo>
                  <a:pt x="409575" y="361950"/>
                </a:lnTo>
                <a:lnTo>
                  <a:pt x="419100" y="361950"/>
                </a:lnTo>
                <a:lnTo>
                  <a:pt x="419100" y="371475"/>
                </a:lnTo>
                <a:lnTo>
                  <a:pt x="400050" y="371475"/>
                </a:lnTo>
                <a:lnTo>
                  <a:pt x="400050" y="390525"/>
                </a:lnTo>
                <a:lnTo>
                  <a:pt x="390525" y="390525"/>
                </a:lnTo>
                <a:lnTo>
                  <a:pt x="390525" y="381000"/>
                </a:lnTo>
                <a:lnTo>
                  <a:pt x="371475" y="381000"/>
                </a:lnTo>
                <a:lnTo>
                  <a:pt x="371475" y="371475"/>
                </a:lnTo>
                <a:lnTo>
                  <a:pt x="390525" y="371475"/>
                </a:lnTo>
                <a:lnTo>
                  <a:pt x="390525" y="342900"/>
                </a:lnTo>
                <a:lnTo>
                  <a:pt x="400050" y="342900"/>
                </a:lnTo>
                <a:close/>
                <a:moveTo>
                  <a:pt x="685800" y="342900"/>
                </a:moveTo>
                <a:lnTo>
                  <a:pt x="714375" y="342900"/>
                </a:lnTo>
                <a:lnTo>
                  <a:pt x="714375" y="352425"/>
                </a:lnTo>
                <a:lnTo>
                  <a:pt x="704850" y="352425"/>
                </a:lnTo>
                <a:lnTo>
                  <a:pt x="704850" y="361950"/>
                </a:lnTo>
                <a:lnTo>
                  <a:pt x="685800" y="361950"/>
                </a:lnTo>
                <a:close/>
                <a:moveTo>
                  <a:pt x="676275" y="361950"/>
                </a:moveTo>
                <a:lnTo>
                  <a:pt x="685800" y="361950"/>
                </a:lnTo>
                <a:lnTo>
                  <a:pt x="685800" y="371475"/>
                </a:lnTo>
                <a:lnTo>
                  <a:pt x="676275" y="371475"/>
                </a:lnTo>
                <a:close/>
                <a:moveTo>
                  <a:pt x="685800" y="371475"/>
                </a:moveTo>
                <a:lnTo>
                  <a:pt x="695325" y="371475"/>
                </a:lnTo>
                <a:lnTo>
                  <a:pt x="695325" y="381000"/>
                </a:lnTo>
                <a:lnTo>
                  <a:pt x="685800" y="381000"/>
                </a:lnTo>
                <a:close/>
                <a:moveTo>
                  <a:pt x="657225" y="400050"/>
                </a:moveTo>
                <a:lnTo>
                  <a:pt x="666750" y="400050"/>
                </a:lnTo>
                <a:lnTo>
                  <a:pt x="666750" y="409575"/>
                </a:lnTo>
                <a:lnTo>
                  <a:pt x="676275" y="409575"/>
                </a:lnTo>
                <a:lnTo>
                  <a:pt x="676275" y="400050"/>
                </a:lnTo>
                <a:lnTo>
                  <a:pt x="685800" y="400050"/>
                </a:lnTo>
                <a:lnTo>
                  <a:pt x="685800" y="419100"/>
                </a:lnTo>
                <a:lnTo>
                  <a:pt x="676275" y="419100"/>
                </a:lnTo>
                <a:lnTo>
                  <a:pt x="676275" y="428625"/>
                </a:lnTo>
                <a:lnTo>
                  <a:pt x="657225" y="428625"/>
                </a:lnTo>
                <a:close/>
                <a:moveTo>
                  <a:pt x="114300" y="419100"/>
                </a:moveTo>
                <a:lnTo>
                  <a:pt x="133350" y="419100"/>
                </a:lnTo>
                <a:lnTo>
                  <a:pt x="133350" y="428625"/>
                </a:lnTo>
                <a:lnTo>
                  <a:pt x="142875" y="428625"/>
                </a:lnTo>
                <a:lnTo>
                  <a:pt x="142875" y="447675"/>
                </a:lnTo>
                <a:lnTo>
                  <a:pt x="114300" y="447675"/>
                </a:lnTo>
                <a:lnTo>
                  <a:pt x="114300" y="438150"/>
                </a:lnTo>
                <a:lnTo>
                  <a:pt x="104775" y="438150"/>
                </a:lnTo>
                <a:lnTo>
                  <a:pt x="104775" y="428625"/>
                </a:lnTo>
                <a:lnTo>
                  <a:pt x="114300" y="428625"/>
                </a:lnTo>
                <a:close/>
                <a:moveTo>
                  <a:pt x="647700" y="438150"/>
                </a:moveTo>
                <a:lnTo>
                  <a:pt x="657225" y="438150"/>
                </a:lnTo>
                <a:lnTo>
                  <a:pt x="657225" y="447675"/>
                </a:lnTo>
                <a:lnTo>
                  <a:pt x="666750" y="447675"/>
                </a:lnTo>
                <a:lnTo>
                  <a:pt x="666750" y="457200"/>
                </a:lnTo>
                <a:lnTo>
                  <a:pt x="647700" y="457200"/>
                </a:lnTo>
                <a:lnTo>
                  <a:pt x="647700" y="466725"/>
                </a:lnTo>
                <a:lnTo>
                  <a:pt x="638175" y="466725"/>
                </a:lnTo>
                <a:lnTo>
                  <a:pt x="638175" y="457200"/>
                </a:lnTo>
                <a:lnTo>
                  <a:pt x="628650" y="457200"/>
                </a:lnTo>
                <a:lnTo>
                  <a:pt x="628650" y="447675"/>
                </a:lnTo>
                <a:lnTo>
                  <a:pt x="647700" y="447675"/>
                </a:lnTo>
                <a:close/>
                <a:moveTo>
                  <a:pt x="361950" y="457200"/>
                </a:moveTo>
                <a:lnTo>
                  <a:pt x="371475" y="457200"/>
                </a:lnTo>
                <a:lnTo>
                  <a:pt x="371475" y="466725"/>
                </a:lnTo>
                <a:lnTo>
                  <a:pt x="361950" y="466725"/>
                </a:lnTo>
                <a:close/>
                <a:moveTo>
                  <a:pt x="933450" y="476250"/>
                </a:moveTo>
                <a:lnTo>
                  <a:pt x="942975" y="476250"/>
                </a:lnTo>
                <a:lnTo>
                  <a:pt x="942975" y="495300"/>
                </a:lnTo>
                <a:lnTo>
                  <a:pt x="923925" y="495300"/>
                </a:lnTo>
                <a:lnTo>
                  <a:pt x="923925" y="485775"/>
                </a:lnTo>
                <a:lnTo>
                  <a:pt x="933450" y="485775"/>
                </a:lnTo>
                <a:close/>
                <a:moveTo>
                  <a:pt x="133350" y="514350"/>
                </a:moveTo>
                <a:lnTo>
                  <a:pt x="142875" y="514350"/>
                </a:lnTo>
                <a:lnTo>
                  <a:pt x="142875" y="523875"/>
                </a:lnTo>
                <a:lnTo>
                  <a:pt x="133350" y="523875"/>
                </a:lnTo>
                <a:close/>
                <a:moveTo>
                  <a:pt x="1162050" y="628650"/>
                </a:moveTo>
                <a:lnTo>
                  <a:pt x="1181100" y="628650"/>
                </a:lnTo>
                <a:lnTo>
                  <a:pt x="1181100" y="638175"/>
                </a:lnTo>
                <a:lnTo>
                  <a:pt x="1162050" y="638175"/>
                </a:lnTo>
                <a:close/>
                <a:moveTo>
                  <a:pt x="514350" y="666750"/>
                </a:moveTo>
                <a:lnTo>
                  <a:pt x="533400" y="666750"/>
                </a:lnTo>
                <a:lnTo>
                  <a:pt x="533400" y="676275"/>
                </a:lnTo>
                <a:lnTo>
                  <a:pt x="514350" y="676275"/>
                </a:lnTo>
                <a:close/>
                <a:moveTo>
                  <a:pt x="66675" y="723900"/>
                </a:moveTo>
                <a:lnTo>
                  <a:pt x="76200" y="723900"/>
                </a:lnTo>
                <a:lnTo>
                  <a:pt x="76200" y="733425"/>
                </a:lnTo>
                <a:lnTo>
                  <a:pt x="66675" y="733425"/>
                </a:lnTo>
                <a:close/>
                <a:moveTo>
                  <a:pt x="123825" y="723900"/>
                </a:moveTo>
                <a:lnTo>
                  <a:pt x="133350" y="723900"/>
                </a:lnTo>
                <a:lnTo>
                  <a:pt x="133350" y="733425"/>
                </a:lnTo>
                <a:lnTo>
                  <a:pt x="123825" y="733425"/>
                </a:lnTo>
                <a:close/>
                <a:moveTo>
                  <a:pt x="1076325" y="723900"/>
                </a:moveTo>
                <a:lnTo>
                  <a:pt x="1085850" y="723900"/>
                </a:lnTo>
                <a:lnTo>
                  <a:pt x="1085850" y="733425"/>
                </a:lnTo>
                <a:lnTo>
                  <a:pt x="1076325" y="733425"/>
                </a:lnTo>
                <a:close/>
                <a:moveTo>
                  <a:pt x="142875" y="733425"/>
                </a:moveTo>
                <a:lnTo>
                  <a:pt x="161925" y="733425"/>
                </a:lnTo>
                <a:lnTo>
                  <a:pt x="161925" y="752475"/>
                </a:lnTo>
                <a:lnTo>
                  <a:pt x="152400" y="752475"/>
                </a:lnTo>
                <a:lnTo>
                  <a:pt x="152400" y="742950"/>
                </a:lnTo>
                <a:lnTo>
                  <a:pt x="142875" y="742950"/>
                </a:lnTo>
                <a:close/>
                <a:moveTo>
                  <a:pt x="400050" y="733425"/>
                </a:moveTo>
                <a:lnTo>
                  <a:pt x="428625" y="733425"/>
                </a:lnTo>
                <a:lnTo>
                  <a:pt x="428625" y="742950"/>
                </a:lnTo>
                <a:lnTo>
                  <a:pt x="419100" y="742950"/>
                </a:lnTo>
                <a:lnTo>
                  <a:pt x="419100" y="752475"/>
                </a:lnTo>
                <a:lnTo>
                  <a:pt x="400050" y="752475"/>
                </a:lnTo>
                <a:lnTo>
                  <a:pt x="400050" y="762000"/>
                </a:lnTo>
                <a:lnTo>
                  <a:pt x="390525" y="762000"/>
                </a:lnTo>
                <a:lnTo>
                  <a:pt x="390525" y="742950"/>
                </a:lnTo>
                <a:lnTo>
                  <a:pt x="400050" y="742950"/>
                </a:lnTo>
                <a:close/>
                <a:moveTo>
                  <a:pt x="952500" y="733425"/>
                </a:moveTo>
                <a:lnTo>
                  <a:pt x="962025" y="733425"/>
                </a:lnTo>
                <a:lnTo>
                  <a:pt x="962025" y="742950"/>
                </a:lnTo>
                <a:lnTo>
                  <a:pt x="981075" y="742950"/>
                </a:lnTo>
                <a:lnTo>
                  <a:pt x="981075" y="752475"/>
                </a:lnTo>
                <a:lnTo>
                  <a:pt x="971550" y="752475"/>
                </a:lnTo>
                <a:lnTo>
                  <a:pt x="971550" y="762000"/>
                </a:lnTo>
                <a:lnTo>
                  <a:pt x="981075" y="762000"/>
                </a:lnTo>
                <a:lnTo>
                  <a:pt x="981075" y="781050"/>
                </a:lnTo>
                <a:lnTo>
                  <a:pt x="942975" y="781050"/>
                </a:lnTo>
                <a:lnTo>
                  <a:pt x="942975" y="762000"/>
                </a:lnTo>
                <a:lnTo>
                  <a:pt x="952500" y="762000"/>
                </a:lnTo>
                <a:close/>
                <a:moveTo>
                  <a:pt x="809625" y="742950"/>
                </a:moveTo>
                <a:lnTo>
                  <a:pt x="819150" y="742950"/>
                </a:lnTo>
                <a:lnTo>
                  <a:pt x="819150" y="762000"/>
                </a:lnTo>
                <a:lnTo>
                  <a:pt x="809625" y="762000"/>
                </a:lnTo>
                <a:close/>
                <a:moveTo>
                  <a:pt x="895350" y="742950"/>
                </a:moveTo>
                <a:lnTo>
                  <a:pt x="914400" y="742950"/>
                </a:lnTo>
                <a:lnTo>
                  <a:pt x="914400" y="752475"/>
                </a:lnTo>
                <a:lnTo>
                  <a:pt x="895350" y="752475"/>
                </a:lnTo>
                <a:close/>
                <a:moveTo>
                  <a:pt x="1057275" y="742950"/>
                </a:moveTo>
                <a:lnTo>
                  <a:pt x="1076325" y="742950"/>
                </a:lnTo>
                <a:lnTo>
                  <a:pt x="1076325" y="762000"/>
                </a:lnTo>
                <a:lnTo>
                  <a:pt x="1066800" y="762000"/>
                </a:lnTo>
                <a:lnTo>
                  <a:pt x="1066800" y="781050"/>
                </a:lnTo>
                <a:lnTo>
                  <a:pt x="1047750" y="781050"/>
                </a:lnTo>
                <a:lnTo>
                  <a:pt x="1047750" y="790575"/>
                </a:lnTo>
                <a:lnTo>
                  <a:pt x="1019175" y="790575"/>
                </a:lnTo>
                <a:lnTo>
                  <a:pt x="1019175" y="771525"/>
                </a:lnTo>
                <a:lnTo>
                  <a:pt x="1028700" y="771525"/>
                </a:lnTo>
                <a:lnTo>
                  <a:pt x="1028700" y="762000"/>
                </a:lnTo>
                <a:lnTo>
                  <a:pt x="1038225" y="762000"/>
                </a:lnTo>
                <a:lnTo>
                  <a:pt x="1038225" y="752475"/>
                </a:lnTo>
                <a:lnTo>
                  <a:pt x="1057275" y="752475"/>
                </a:lnTo>
                <a:close/>
                <a:moveTo>
                  <a:pt x="295275" y="771525"/>
                </a:moveTo>
                <a:lnTo>
                  <a:pt x="314325" y="771525"/>
                </a:lnTo>
                <a:lnTo>
                  <a:pt x="314325" y="781050"/>
                </a:lnTo>
                <a:lnTo>
                  <a:pt x="295275" y="781050"/>
                </a:lnTo>
                <a:close/>
                <a:moveTo>
                  <a:pt x="819150" y="771525"/>
                </a:moveTo>
                <a:lnTo>
                  <a:pt x="828675" y="771525"/>
                </a:lnTo>
                <a:lnTo>
                  <a:pt x="828675" y="781050"/>
                </a:lnTo>
                <a:lnTo>
                  <a:pt x="819150" y="781050"/>
                </a:lnTo>
                <a:close/>
                <a:moveTo>
                  <a:pt x="276225" y="781050"/>
                </a:moveTo>
                <a:lnTo>
                  <a:pt x="285750" y="781050"/>
                </a:lnTo>
                <a:lnTo>
                  <a:pt x="285750" y="790575"/>
                </a:lnTo>
                <a:lnTo>
                  <a:pt x="276225" y="790575"/>
                </a:lnTo>
                <a:close/>
                <a:moveTo>
                  <a:pt x="428625" y="781050"/>
                </a:moveTo>
                <a:lnTo>
                  <a:pt x="447675" y="781050"/>
                </a:lnTo>
                <a:lnTo>
                  <a:pt x="447675" y="790575"/>
                </a:lnTo>
                <a:lnTo>
                  <a:pt x="438150" y="790575"/>
                </a:lnTo>
                <a:lnTo>
                  <a:pt x="438150" y="800100"/>
                </a:lnTo>
                <a:lnTo>
                  <a:pt x="457200" y="800100"/>
                </a:lnTo>
                <a:lnTo>
                  <a:pt x="457200" y="809625"/>
                </a:lnTo>
                <a:lnTo>
                  <a:pt x="419100" y="809625"/>
                </a:lnTo>
                <a:lnTo>
                  <a:pt x="419100" y="800100"/>
                </a:lnTo>
                <a:lnTo>
                  <a:pt x="428625" y="800100"/>
                </a:lnTo>
                <a:close/>
                <a:moveTo>
                  <a:pt x="133350" y="790575"/>
                </a:moveTo>
                <a:lnTo>
                  <a:pt x="142875" y="790575"/>
                </a:lnTo>
                <a:lnTo>
                  <a:pt x="142875" y="809625"/>
                </a:lnTo>
                <a:lnTo>
                  <a:pt x="133350" y="809625"/>
                </a:lnTo>
                <a:close/>
                <a:moveTo>
                  <a:pt x="371475" y="790575"/>
                </a:moveTo>
                <a:lnTo>
                  <a:pt x="390525" y="790575"/>
                </a:lnTo>
                <a:lnTo>
                  <a:pt x="390525" y="800100"/>
                </a:lnTo>
                <a:lnTo>
                  <a:pt x="371475" y="800100"/>
                </a:lnTo>
                <a:close/>
                <a:moveTo>
                  <a:pt x="1085850" y="790575"/>
                </a:moveTo>
                <a:lnTo>
                  <a:pt x="1095375" y="790575"/>
                </a:lnTo>
                <a:lnTo>
                  <a:pt x="1095375" y="800100"/>
                </a:lnTo>
                <a:lnTo>
                  <a:pt x="1085850" y="800100"/>
                </a:lnTo>
                <a:close/>
                <a:moveTo>
                  <a:pt x="971550" y="800100"/>
                </a:moveTo>
                <a:lnTo>
                  <a:pt x="981075" y="800100"/>
                </a:lnTo>
                <a:lnTo>
                  <a:pt x="981075" y="809625"/>
                </a:lnTo>
                <a:lnTo>
                  <a:pt x="971550" y="809625"/>
                </a:lnTo>
                <a:close/>
              </a:path>
            </a:pathLst>
          </a:custGeom>
          <a:solidFill xmlns:a="http://schemas.openxmlformats.org/drawingml/2006/main">
            <a:srgbClr val="FAF8F4"/>
          </a:solidFill>
          <a:ln xmlns:a="http://schemas.openxmlformats.org/drawingml/2006/main" w="0">
            <a:noFill/>
          </a:ln>
        </p:spPr>
      </p:sp>
      <p:sp>
        <p:nvSpPr>
          <p:cNvPr id="128" name="v11 vector #f9f8f5">
            <a:extLst xmlns:a="http://schemas.openxmlformats.org/drawingml/2006/main">
              <a:ext uri="{FF2B5EF4-FFF2-40B4-BE49-F238E27FC236}">
                <a16:creationId xmlns:a16="http://schemas.microsoft.com/office/drawing/2014/main" id="{CFA73437-16FF-4A01-8A8F-42D67AB2C09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8250" y="3609975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1057275" y="19050"/>
                </a:moveTo>
                <a:lnTo>
                  <a:pt x="1066800" y="19050"/>
                </a:lnTo>
                <a:lnTo>
                  <a:pt x="1066800" y="28575"/>
                </a:lnTo>
                <a:lnTo>
                  <a:pt x="1057275" y="28575"/>
                </a:lnTo>
                <a:close/>
                <a:moveTo>
                  <a:pt x="247650" y="161925"/>
                </a:moveTo>
                <a:lnTo>
                  <a:pt x="257175" y="161925"/>
                </a:lnTo>
                <a:lnTo>
                  <a:pt x="257175" y="171450"/>
                </a:lnTo>
                <a:lnTo>
                  <a:pt x="247650" y="171450"/>
                </a:lnTo>
                <a:close/>
                <a:moveTo>
                  <a:pt x="257175" y="171450"/>
                </a:moveTo>
                <a:lnTo>
                  <a:pt x="266700" y="171450"/>
                </a:lnTo>
                <a:lnTo>
                  <a:pt x="266700" y="200025"/>
                </a:lnTo>
                <a:lnTo>
                  <a:pt x="257175" y="200025"/>
                </a:lnTo>
                <a:close/>
                <a:moveTo>
                  <a:pt x="666750" y="209550"/>
                </a:moveTo>
                <a:lnTo>
                  <a:pt x="685800" y="209550"/>
                </a:lnTo>
                <a:lnTo>
                  <a:pt x="685800" y="219075"/>
                </a:lnTo>
                <a:lnTo>
                  <a:pt x="666750" y="219075"/>
                </a:lnTo>
                <a:close/>
                <a:moveTo>
                  <a:pt x="428625" y="219075"/>
                </a:moveTo>
                <a:lnTo>
                  <a:pt x="438150" y="219075"/>
                </a:lnTo>
                <a:lnTo>
                  <a:pt x="438150" y="228600"/>
                </a:lnTo>
                <a:lnTo>
                  <a:pt x="428625" y="228600"/>
                </a:lnTo>
                <a:close/>
                <a:moveTo>
                  <a:pt x="1171575" y="247650"/>
                </a:moveTo>
                <a:lnTo>
                  <a:pt x="1181100" y="247650"/>
                </a:lnTo>
                <a:lnTo>
                  <a:pt x="1181100" y="257175"/>
                </a:lnTo>
                <a:lnTo>
                  <a:pt x="1190625" y="257175"/>
                </a:lnTo>
                <a:lnTo>
                  <a:pt x="1190625" y="266700"/>
                </a:lnTo>
                <a:lnTo>
                  <a:pt x="1171575" y="266700"/>
                </a:lnTo>
                <a:close/>
                <a:moveTo>
                  <a:pt x="390525" y="266700"/>
                </a:moveTo>
                <a:lnTo>
                  <a:pt x="419100" y="266700"/>
                </a:lnTo>
                <a:lnTo>
                  <a:pt x="419100" y="285750"/>
                </a:lnTo>
                <a:lnTo>
                  <a:pt x="390525" y="285750"/>
                </a:lnTo>
                <a:close/>
                <a:moveTo>
                  <a:pt x="19050" y="295275"/>
                </a:moveTo>
                <a:lnTo>
                  <a:pt x="28575" y="295275"/>
                </a:lnTo>
                <a:lnTo>
                  <a:pt x="28575" y="304800"/>
                </a:lnTo>
                <a:lnTo>
                  <a:pt x="19050" y="304800"/>
                </a:lnTo>
                <a:close/>
                <a:moveTo>
                  <a:pt x="704850" y="304800"/>
                </a:moveTo>
                <a:lnTo>
                  <a:pt x="714375" y="304800"/>
                </a:lnTo>
                <a:lnTo>
                  <a:pt x="714375" y="323850"/>
                </a:lnTo>
                <a:lnTo>
                  <a:pt x="704850" y="323850"/>
                </a:lnTo>
                <a:close/>
                <a:moveTo>
                  <a:pt x="400050" y="371475"/>
                </a:moveTo>
                <a:lnTo>
                  <a:pt x="428625" y="371475"/>
                </a:lnTo>
                <a:lnTo>
                  <a:pt x="428625" y="381000"/>
                </a:lnTo>
                <a:lnTo>
                  <a:pt x="438150" y="381000"/>
                </a:lnTo>
                <a:lnTo>
                  <a:pt x="438150" y="390525"/>
                </a:lnTo>
                <a:lnTo>
                  <a:pt x="419100" y="390525"/>
                </a:lnTo>
                <a:lnTo>
                  <a:pt x="419100" y="400050"/>
                </a:lnTo>
                <a:lnTo>
                  <a:pt x="400050" y="400050"/>
                </a:lnTo>
                <a:close/>
                <a:moveTo>
                  <a:pt x="695325" y="381000"/>
                </a:moveTo>
                <a:lnTo>
                  <a:pt x="704850" y="381000"/>
                </a:lnTo>
                <a:lnTo>
                  <a:pt x="704850" y="390525"/>
                </a:lnTo>
                <a:lnTo>
                  <a:pt x="695325" y="390525"/>
                </a:lnTo>
                <a:close/>
                <a:moveTo>
                  <a:pt x="990600" y="457200"/>
                </a:moveTo>
                <a:lnTo>
                  <a:pt x="1009650" y="457200"/>
                </a:lnTo>
                <a:lnTo>
                  <a:pt x="1009650" y="466725"/>
                </a:lnTo>
                <a:lnTo>
                  <a:pt x="990600" y="466725"/>
                </a:lnTo>
                <a:close/>
                <a:moveTo>
                  <a:pt x="990600" y="485775"/>
                </a:moveTo>
                <a:lnTo>
                  <a:pt x="1009650" y="485775"/>
                </a:lnTo>
                <a:lnTo>
                  <a:pt x="1009650" y="495300"/>
                </a:lnTo>
                <a:lnTo>
                  <a:pt x="1000125" y="495300"/>
                </a:lnTo>
                <a:lnTo>
                  <a:pt x="1000125" y="504825"/>
                </a:lnTo>
                <a:lnTo>
                  <a:pt x="990600" y="504825"/>
                </a:lnTo>
                <a:lnTo>
                  <a:pt x="990600" y="514350"/>
                </a:lnTo>
                <a:lnTo>
                  <a:pt x="981075" y="514350"/>
                </a:lnTo>
                <a:lnTo>
                  <a:pt x="981075" y="523875"/>
                </a:lnTo>
                <a:lnTo>
                  <a:pt x="971550" y="523875"/>
                </a:lnTo>
                <a:lnTo>
                  <a:pt x="971550" y="495300"/>
                </a:lnTo>
                <a:lnTo>
                  <a:pt x="990600" y="495300"/>
                </a:lnTo>
                <a:close/>
                <a:moveTo>
                  <a:pt x="923925" y="504825"/>
                </a:moveTo>
                <a:lnTo>
                  <a:pt x="933450" y="504825"/>
                </a:lnTo>
                <a:lnTo>
                  <a:pt x="933450" y="514350"/>
                </a:lnTo>
                <a:lnTo>
                  <a:pt x="923925" y="514350"/>
                </a:lnTo>
                <a:close/>
                <a:moveTo>
                  <a:pt x="800100" y="514350"/>
                </a:moveTo>
                <a:lnTo>
                  <a:pt x="809625" y="514350"/>
                </a:lnTo>
                <a:lnTo>
                  <a:pt x="809625" y="523875"/>
                </a:lnTo>
                <a:lnTo>
                  <a:pt x="819150" y="523875"/>
                </a:lnTo>
                <a:lnTo>
                  <a:pt x="819150" y="533400"/>
                </a:lnTo>
                <a:lnTo>
                  <a:pt x="800100" y="533400"/>
                </a:lnTo>
                <a:close/>
                <a:moveTo>
                  <a:pt x="123825" y="561975"/>
                </a:moveTo>
                <a:lnTo>
                  <a:pt x="133350" y="561975"/>
                </a:lnTo>
                <a:lnTo>
                  <a:pt x="133350" y="571500"/>
                </a:lnTo>
                <a:lnTo>
                  <a:pt x="123825" y="571500"/>
                </a:lnTo>
                <a:close/>
                <a:moveTo>
                  <a:pt x="1171575" y="619125"/>
                </a:moveTo>
                <a:lnTo>
                  <a:pt x="1181100" y="619125"/>
                </a:lnTo>
                <a:lnTo>
                  <a:pt x="1181100" y="628650"/>
                </a:lnTo>
                <a:lnTo>
                  <a:pt x="1171575" y="628650"/>
                </a:lnTo>
                <a:close/>
                <a:moveTo>
                  <a:pt x="800100" y="666750"/>
                </a:moveTo>
                <a:lnTo>
                  <a:pt x="809625" y="666750"/>
                </a:lnTo>
                <a:lnTo>
                  <a:pt x="809625" y="676275"/>
                </a:lnTo>
                <a:lnTo>
                  <a:pt x="800100" y="676275"/>
                </a:lnTo>
                <a:close/>
                <a:moveTo>
                  <a:pt x="1009650" y="666750"/>
                </a:moveTo>
                <a:lnTo>
                  <a:pt x="1019175" y="666750"/>
                </a:lnTo>
                <a:lnTo>
                  <a:pt x="1019175" y="676275"/>
                </a:lnTo>
                <a:lnTo>
                  <a:pt x="1009650" y="676275"/>
                </a:lnTo>
                <a:close/>
                <a:moveTo>
                  <a:pt x="1123950" y="685800"/>
                </a:moveTo>
                <a:lnTo>
                  <a:pt x="1133475" y="685800"/>
                </a:lnTo>
                <a:lnTo>
                  <a:pt x="1133475" y="714375"/>
                </a:lnTo>
                <a:lnTo>
                  <a:pt x="1104900" y="714375"/>
                </a:lnTo>
                <a:lnTo>
                  <a:pt x="1104900" y="704850"/>
                </a:lnTo>
                <a:lnTo>
                  <a:pt x="1114425" y="704850"/>
                </a:lnTo>
                <a:lnTo>
                  <a:pt x="1114425" y="695325"/>
                </a:lnTo>
                <a:lnTo>
                  <a:pt x="1123950" y="695325"/>
                </a:lnTo>
                <a:close/>
                <a:moveTo>
                  <a:pt x="133350" y="714375"/>
                </a:moveTo>
                <a:lnTo>
                  <a:pt x="152400" y="714375"/>
                </a:lnTo>
                <a:lnTo>
                  <a:pt x="152400" y="723900"/>
                </a:lnTo>
                <a:lnTo>
                  <a:pt x="133350" y="723900"/>
                </a:lnTo>
                <a:close/>
                <a:moveTo>
                  <a:pt x="238125" y="714375"/>
                </a:moveTo>
                <a:lnTo>
                  <a:pt x="266700" y="714375"/>
                </a:lnTo>
                <a:lnTo>
                  <a:pt x="266700" y="723900"/>
                </a:lnTo>
                <a:lnTo>
                  <a:pt x="238125" y="723900"/>
                </a:lnTo>
                <a:close/>
                <a:moveTo>
                  <a:pt x="342900" y="714375"/>
                </a:moveTo>
                <a:lnTo>
                  <a:pt x="352425" y="714375"/>
                </a:lnTo>
                <a:lnTo>
                  <a:pt x="352425" y="723900"/>
                </a:lnTo>
                <a:lnTo>
                  <a:pt x="342900" y="723900"/>
                </a:lnTo>
                <a:close/>
                <a:moveTo>
                  <a:pt x="419100" y="714375"/>
                </a:moveTo>
                <a:lnTo>
                  <a:pt x="428625" y="714375"/>
                </a:lnTo>
                <a:lnTo>
                  <a:pt x="428625" y="723900"/>
                </a:lnTo>
                <a:lnTo>
                  <a:pt x="419100" y="723900"/>
                </a:lnTo>
                <a:close/>
                <a:moveTo>
                  <a:pt x="733425" y="714375"/>
                </a:moveTo>
                <a:lnTo>
                  <a:pt x="752475" y="714375"/>
                </a:lnTo>
                <a:lnTo>
                  <a:pt x="752475" y="723900"/>
                </a:lnTo>
                <a:lnTo>
                  <a:pt x="733425" y="723900"/>
                </a:lnTo>
                <a:close/>
                <a:moveTo>
                  <a:pt x="114300" y="723900"/>
                </a:moveTo>
                <a:lnTo>
                  <a:pt x="123825" y="723900"/>
                </a:lnTo>
                <a:lnTo>
                  <a:pt x="123825" y="733425"/>
                </a:lnTo>
                <a:lnTo>
                  <a:pt x="114300" y="733425"/>
                </a:lnTo>
                <a:close/>
                <a:moveTo>
                  <a:pt x="428625" y="723900"/>
                </a:moveTo>
                <a:lnTo>
                  <a:pt x="457200" y="723900"/>
                </a:lnTo>
                <a:lnTo>
                  <a:pt x="457200" y="733425"/>
                </a:lnTo>
                <a:lnTo>
                  <a:pt x="466725" y="733425"/>
                </a:lnTo>
                <a:lnTo>
                  <a:pt x="466725" y="752475"/>
                </a:lnTo>
                <a:lnTo>
                  <a:pt x="457200" y="752475"/>
                </a:lnTo>
                <a:lnTo>
                  <a:pt x="457200" y="742950"/>
                </a:lnTo>
                <a:lnTo>
                  <a:pt x="447675" y="742950"/>
                </a:lnTo>
                <a:lnTo>
                  <a:pt x="447675" y="733425"/>
                </a:lnTo>
                <a:lnTo>
                  <a:pt x="428625" y="733425"/>
                </a:lnTo>
                <a:close/>
                <a:moveTo>
                  <a:pt x="133350" y="733425"/>
                </a:moveTo>
                <a:lnTo>
                  <a:pt x="142875" y="733425"/>
                </a:lnTo>
                <a:lnTo>
                  <a:pt x="142875" y="742950"/>
                </a:lnTo>
                <a:lnTo>
                  <a:pt x="133350" y="742950"/>
                </a:lnTo>
                <a:close/>
                <a:moveTo>
                  <a:pt x="257175" y="733425"/>
                </a:moveTo>
                <a:lnTo>
                  <a:pt x="266700" y="733425"/>
                </a:lnTo>
                <a:lnTo>
                  <a:pt x="266700" y="742950"/>
                </a:lnTo>
                <a:lnTo>
                  <a:pt x="257175" y="742950"/>
                </a:lnTo>
                <a:close/>
                <a:moveTo>
                  <a:pt x="342900" y="733425"/>
                </a:moveTo>
                <a:lnTo>
                  <a:pt x="361950" y="733425"/>
                </a:lnTo>
                <a:lnTo>
                  <a:pt x="361950" y="742950"/>
                </a:lnTo>
                <a:lnTo>
                  <a:pt x="342900" y="742950"/>
                </a:lnTo>
                <a:close/>
                <a:moveTo>
                  <a:pt x="295275" y="752475"/>
                </a:moveTo>
                <a:lnTo>
                  <a:pt x="304800" y="752475"/>
                </a:lnTo>
                <a:lnTo>
                  <a:pt x="304800" y="771525"/>
                </a:lnTo>
                <a:lnTo>
                  <a:pt x="295275" y="771525"/>
                </a:lnTo>
                <a:close/>
                <a:moveTo>
                  <a:pt x="904875" y="800100"/>
                </a:moveTo>
                <a:lnTo>
                  <a:pt x="914400" y="800100"/>
                </a:lnTo>
                <a:lnTo>
                  <a:pt x="914400" y="809625"/>
                </a:lnTo>
                <a:lnTo>
                  <a:pt x="904875" y="809625"/>
                </a:lnTo>
                <a:close/>
              </a:path>
            </a:pathLst>
          </a:custGeom>
          <a:solidFill xmlns:a="http://schemas.openxmlformats.org/drawingml/2006/main">
            <a:srgbClr val="F9F8F5"/>
          </a:solidFill>
          <a:ln xmlns:a="http://schemas.openxmlformats.org/drawingml/2006/main" w="0">
            <a:noFill/>
          </a:ln>
        </p:spPr>
      </p:sp>
      <p:sp>
        <p:nvSpPr>
          <p:cNvPr id="129" name="v11 vector #f9f8f4">
            <a:extLst xmlns:a="http://schemas.openxmlformats.org/drawingml/2006/main">
              <a:ext uri="{FF2B5EF4-FFF2-40B4-BE49-F238E27FC236}">
                <a16:creationId xmlns:a16="http://schemas.microsoft.com/office/drawing/2014/main" id="{811F8D40-6B40-49C5-B6FC-5A0AED6112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8250" y="3609975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76200" y="0"/>
                </a:moveTo>
                <a:lnTo>
                  <a:pt x="85725" y="0"/>
                </a:lnTo>
                <a:lnTo>
                  <a:pt x="85725" y="9525"/>
                </a:lnTo>
                <a:lnTo>
                  <a:pt x="76200" y="9525"/>
                </a:lnTo>
                <a:close/>
                <a:moveTo>
                  <a:pt x="352425" y="0"/>
                </a:moveTo>
                <a:lnTo>
                  <a:pt x="361950" y="0"/>
                </a:lnTo>
                <a:lnTo>
                  <a:pt x="361950" y="9525"/>
                </a:lnTo>
                <a:lnTo>
                  <a:pt x="352425" y="9525"/>
                </a:lnTo>
                <a:close/>
                <a:moveTo>
                  <a:pt x="1085850" y="0"/>
                </a:moveTo>
                <a:lnTo>
                  <a:pt x="1095375" y="0"/>
                </a:lnTo>
                <a:lnTo>
                  <a:pt x="1095375" y="9525"/>
                </a:lnTo>
                <a:lnTo>
                  <a:pt x="1085850" y="9525"/>
                </a:lnTo>
                <a:close/>
                <a:moveTo>
                  <a:pt x="1114425" y="0"/>
                </a:moveTo>
                <a:lnTo>
                  <a:pt x="1133475" y="0"/>
                </a:lnTo>
                <a:lnTo>
                  <a:pt x="1133475" y="38100"/>
                </a:lnTo>
                <a:lnTo>
                  <a:pt x="1143000" y="38100"/>
                </a:lnTo>
                <a:lnTo>
                  <a:pt x="1143000" y="28575"/>
                </a:lnTo>
                <a:lnTo>
                  <a:pt x="1152525" y="28575"/>
                </a:lnTo>
                <a:lnTo>
                  <a:pt x="1152525" y="38100"/>
                </a:lnTo>
                <a:lnTo>
                  <a:pt x="1162050" y="38100"/>
                </a:lnTo>
                <a:lnTo>
                  <a:pt x="1162050" y="47625"/>
                </a:lnTo>
                <a:lnTo>
                  <a:pt x="1114425" y="47625"/>
                </a:lnTo>
                <a:lnTo>
                  <a:pt x="1114425" y="19050"/>
                </a:lnTo>
                <a:lnTo>
                  <a:pt x="1095375" y="19050"/>
                </a:lnTo>
                <a:lnTo>
                  <a:pt x="1095375" y="9525"/>
                </a:lnTo>
                <a:lnTo>
                  <a:pt x="1114425" y="9525"/>
                </a:lnTo>
                <a:close/>
                <a:moveTo>
                  <a:pt x="228600" y="9525"/>
                </a:moveTo>
                <a:lnTo>
                  <a:pt x="238125" y="9525"/>
                </a:lnTo>
                <a:lnTo>
                  <a:pt x="238125" y="19050"/>
                </a:lnTo>
                <a:lnTo>
                  <a:pt x="228600" y="19050"/>
                </a:lnTo>
                <a:close/>
                <a:moveTo>
                  <a:pt x="247650" y="9525"/>
                </a:moveTo>
                <a:lnTo>
                  <a:pt x="257175" y="9525"/>
                </a:lnTo>
                <a:lnTo>
                  <a:pt x="257175" y="19050"/>
                </a:lnTo>
                <a:lnTo>
                  <a:pt x="247650" y="19050"/>
                </a:lnTo>
                <a:close/>
                <a:moveTo>
                  <a:pt x="266700" y="9525"/>
                </a:moveTo>
                <a:lnTo>
                  <a:pt x="285750" y="9525"/>
                </a:lnTo>
                <a:lnTo>
                  <a:pt x="285750" y="19050"/>
                </a:lnTo>
                <a:lnTo>
                  <a:pt x="266700" y="19050"/>
                </a:lnTo>
                <a:close/>
                <a:moveTo>
                  <a:pt x="361950" y="9525"/>
                </a:moveTo>
                <a:lnTo>
                  <a:pt x="371475" y="9525"/>
                </a:lnTo>
                <a:lnTo>
                  <a:pt x="371475" y="19050"/>
                </a:lnTo>
                <a:lnTo>
                  <a:pt x="361950" y="19050"/>
                </a:lnTo>
                <a:close/>
                <a:moveTo>
                  <a:pt x="466725" y="9525"/>
                </a:moveTo>
                <a:lnTo>
                  <a:pt x="485775" y="9525"/>
                </a:lnTo>
                <a:lnTo>
                  <a:pt x="485775" y="19050"/>
                </a:lnTo>
                <a:lnTo>
                  <a:pt x="466725" y="19050"/>
                </a:lnTo>
                <a:close/>
                <a:moveTo>
                  <a:pt x="676275" y="9525"/>
                </a:moveTo>
                <a:lnTo>
                  <a:pt x="685800" y="9525"/>
                </a:lnTo>
                <a:lnTo>
                  <a:pt x="685800" y="19050"/>
                </a:lnTo>
                <a:lnTo>
                  <a:pt x="676275" y="19050"/>
                </a:lnTo>
                <a:close/>
                <a:moveTo>
                  <a:pt x="933450" y="9525"/>
                </a:moveTo>
                <a:lnTo>
                  <a:pt x="942975" y="9525"/>
                </a:lnTo>
                <a:lnTo>
                  <a:pt x="942975" y="19050"/>
                </a:lnTo>
                <a:lnTo>
                  <a:pt x="933450" y="19050"/>
                </a:lnTo>
                <a:close/>
                <a:moveTo>
                  <a:pt x="1000125" y="9525"/>
                </a:moveTo>
                <a:lnTo>
                  <a:pt x="1009650" y="9525"/>
                </a:lnTo>
                <a:lnTo>
                  <a:pt x="1009650" y="19050"/>
                </a:lnTo>
                <a:lnTo>
                  <a:pt x="1000125" y="19050"/>
                </a:lnTo>
                <a:close/>
                <a:moveTo>
                  <a:pt x="1047750" y="9525"/>
                </a:moveTo>
                <a:lnTo>
                  <a:pt x="1085850" y="9525"/>
                </a:lnTo>
                <a:lnTo>
                  <a:pt x="1085850" y="19050"/>
                </a:lnTo>
                <a:lnTo>
                  <a:pt x="1047750" y="19050"/>
                </a:lnTo>
                <a:close/>
                <a:moveTo>
                  <a:pt x="1181100" y="9525"/>
                </a:moveTo>
                <a:lnTo>
                  <a:pt x="1200150" y="9525"/>
                </a:lnTo>
                <a:lnTo>
                  <a:pt x="1200150" y="19050"/>
                </a:lnTo>
                <a:lnTo>
                  <a:pt x="1181100" y="19050"/>
                </a:lnTo>
                <a:close/>
                <a:moveTo>
                  <a:pt x="1162050" y="47625"/>
                </a:moveTo>
                <a:lnTo>
                  <a:pt x="1171575" y="47625"/>
                </a:lnTo>
                <a:lnTo>
                  <a:pt x="1171575" y="66675"/>
                </a:lnTo>
                <a:lnTo>
                  <a:pt x="1162050" y="66675"/>
                </a:lnTo>
                <a:close/>
                <a:moveTo>
                  <a:pt x="1190625" y="57150"/>
                </a:moveTo>
                <a:lnTo>
                  <a:pt x="1209675" y="57150"/>
                </a:lnTo>
                <a:lnTo>
                  <a:pt x="1209675" y="85725"/>
                </a:lnTo>
                <a:lnTo>
                  <a:pt x="1190625" y="85725"/>
                </a:lnTo>
                <a:lnTo>
                  <a:pt x="1190625" y="104775"/>
                </a:lnTo>
                <a:lnTo>
                  <a:pt x="1171575" y="104775"/>
                </a:lnTo>
                <a:lnTo>
                  <a:pt x="1171575" y="114300"/>
                </a:lnTo>
                <a:lnTo>
                  <a:pt x="1162050" y="114300"/>
                </a:lnTo>
                <a:lnTo>
                  <a:pt x="1162050" y="104775"/>
                </a:lnTo>
                <a:lnTo>
                  <a:pt x="1152525" y="104775"/>
                </a:lnTo>
                <a:lnTo>
                  <a:pt x="1152525" y="95250"/>
                </a:lnTo>
                <a:lnTo>
                  <a:pt x="1181100" y="95250"/>
                </a:lnTo>
                <a:lnTo>
                  <a:pt x="1181100" y="76200"/>
                </a:lnTo>
                <a:lnTo>
                  <a:pt x="1190625" y="76200"/>
                </a:lnTo>
                <a:close/>
                <a:moveTo>
                  <a:pt x="1143000" y="123825"/>
                </a:moveTo>
                <a:lnTo>
                  <a:pt x="1152525" y="123825"/>
                </a:lnTo>
                <a:lnTo>
                  <a:pt x="1152525" y="133350"/>
                </a:lnTo>
                <a:lnTo>
                  <a:pt x="1143000" y="133350"/>
                </a:lnTo>
                <a:close/>
                <a:moveTo>
                  <a:pt x="1181100" y="123825"/>
                </a:moveTo>
                <a:lnTo>
                  <a:pt x="1190625" y="123825"/>
                </a:lnTo>
                <a:lnTo>
                  <a:pt x="1190625" y="133350"/>
                </a:lnTo>
                <a:lnTo>
                  <a:pt x="1181100" y="133350"/>
                </a:lnTo>
                <a:close/>
                <a:moveTo>
                  <a:pt x="1190625" y="133350"/>
                </a:moveTo>
                <a:lnTo>
                  <a:pt x="1209675" y="133350"/>
                </a:lnTo>
                <a:lnTo>
                  <a:pt x="1209675" y="142875"/>
                </a:lnTo>
                <a:lnTo>
                  <a:pt x="1190625" y="142875"/>
                </a:lnTo>
                <a:close/>
                <a:moveTo>
                  <a:pt x="1085850" y="152400"/>
                </a:moveTo>
                <a:lnTo>
                  <a:pt x="1095375" y="152400"/>
                </a:lnTo>
                <a:lnTo>
                  <a:pt x="1095375" y="200025"/>
                </a:lnTo>
                <a:lnTo>
                  <a:pt x="1085850" y="200025"/>
                </a:lnTo>
                <a:close/>
                <a:moveTo>
                  <a:pt x="1162050" y="152400"/>
                </a:moveTo>
                <a:lnTo>
                  <a:pt x="1181100" y="152400"/>
                </a:lnTo>
                <a:lnTo>
                  <a:pt x="1181100" y="161925"/>
                </a:lnTo>
                <a:lnTo>
                  <a:pt x="1190625" y="161925"/>
                </a:lnTo>
                <a:lnTo>
                  <a:pt x="1190625" y="171450"/>
                </a:lnTo>
                <a:lnTo>
                  <a:pt x="1181100" y="171450"/>
                </a:lnTo>
                <a:lnTo>
                  <a:pt x="1181100" y="180975"/>
                </a:lnTo>
                <a:lnTo>
                  <a:pt x="1200150" y="180975"/>
                </a:lnTo>
                <a:lnTo>
                  <a:pt x="1200150" y="200025"/>
                </a:lnTo>
                <a:lnTo>
                  <a:pt x="1209675" y="200025"/>
                </a:lnTo>
                <a:lnTo>
                  <a:pt x="1209675" y="219075"/>
                </a:lnTo>
                <a:lnTo>
                  <a:pt x="1181100" y="219075"/>
                </a:lnTo>
                <a:lnTo>
                  <a:pt x="1181100" y="209550"/>
                </a:lnTo>
                <a:lnTo>
                  <a:pt x="1171575" y="209550"/>
                </a:lnTo>
                <a:lnTo>
                  <a:pt x="1171575" y="200025"/>
                </a:lnTo>
                <a:lnTo>
                  <a:pt x="1152525" y="200025"/>
                </a:lnTo>
                <a:lnTo>
                  <a:pt x="1152525" y="190500"/>
                </a:lnTo>
                <a:lnTo>
                  <a:pt x="1162050" y="190500"/>
                </a:lnTo>
                <a:close/>
                <a:moveTo>
                  <a:pt x="600075" y="161925"/>
                </a:moveTo>
                <a:lnTo>
                  <a:pt x="628650" y="161925"/>
                </a:lnTo>
                <a:lnTo>
                  <a:pt x="628650" y="171450"/>
                </a:lnTo>
                <a:lnTo>
                  <a:pt x="619125" y="171450"/>
                </a:lnTo>
                <a:lnTo>
                  <a:pt x="619125" y="180975"/>
                </a:lnTo>
                <a:lnTo>
                  <a:pt x="638175" y="180975"/>
                </a:lnTo>
                <a:lnTo>
                  <a:pt x="638175" y="200025"/>
                </a:lnTo>
                <a:lnTo>
                  <a:pt x="609600" y="200025"/>
                </a:lnTo>
                <a:lnTo>
                  <a:pt x="609600" y="180975"/>
                </a:lnTo>
                <a:lnTo>
                  <a:pt x="590550" y="180975"/>
                </a:lnTo>
                <a:lnTo>
                  <a:pt x="590550" y="171450"/>
                </a:lnTo>
                <a:lnTo>
                  <a:pt x="600075" y="171450"/>
                </a:lnTo>
                <a:close/>
                <a:moveTo>
                  <a:pt x="314325" y="171450"/>
                </a:moveTo>
                <a:lnTo>
                  <a:pt x="371475" y="171450"/>
                </a:lnTo>
                <a:lnTo>
                  <a:pt x="371475" y="219075"/>
                </a:lnTo>
                <a:lnTo>
                  <a:pt x="361950" y="219075"/>
                </a:lnTo>
                <a:lnTo>
                  <a:pt x="361950" y="180975"/>
                </a:lnTo>
                <a:lnTo>
                  <a:pt x="314325" y="180975"/>
                </a:lnTo>
                <a:close/>
                <a:moveTo>
                  <a:pt x="133350" y="180975"/>
                </a:moveTo>
                <a:lnTo>
                  <a:pt x="152400" y="180975"/>
                </a:lnTo>
                <a:lnTo>
                  <a:pt x="152400" y="190500"/>
                </a:lnTo>
                <a:lnTo>
                  <a:pt x="171450" y="190500"/>
                </a:lnTo>
                <a:lnTo>
                  <a:pt x="171450" y="209550"/>
                </a:lnTo>
                <a:lnTo>
                  <a:pt x="161925" y="209550"/>
                </a:lnTo>
                <a:lnTo>
                  <a:pt x="161925" y="228600"/>
                </a:lnTo>
                <a:lnTo>
                  <a:pt x="152400" y="228600"/>
                </a:lnTo>
                <a:lnTo>
                  <a:pt x="152400" y="238125"/>
                </a:lnTo>
                <a:lnTo>
                  <a:pt x="133350" y="238125"/>
                </a:lnTo>
                <a:lnTo>
                  <a:pt x="133350" y="228600"/>
                </a:lnTo>
                <a:lnTo>
                  <a:pt x="123825" y="228600"/>
                </a:lnTo>
                <a:lnTo>
                  <a:pt x="123825" y="219075"/>
                </a:lnTo>
                <a:lnTo>
                  <a:pt x="114300" y="219075"/>
                </a:lnTo>
                <a:lnTo>
                  <a:pt x="114300" y="209550"/>
                </a:lnTo>
                <a:lnTo>
                  <a:pt x="123825" y="209550"/>
                </a:lnTo>
                <a:lnTo>
                  <a:pt x="123825" y="190500"/>
                </a:lnTo>
                <a:lnTo>
                  <a:pt x="133350" y="190500"/>
                </a:lnTo>
                <a:close/>
                <a:moveTo>
                  <a:pt x="752475" y="180975"/>
                </a:moveTo>
                <a:lnTo>
                  <a:pt x="762000" y="180975"/>
                </a:lnTo>
                <a:lnTo>
                  <a:pt x="762000" y="200025"/>
                </a:lnTo>
                <a:lnTo>
                  <a:pt x="752475" y="200025"/>
                </a:lnTo>
                <a:lnTo>
                  <a:pt x="752475" y="209550"/>
                </a:lnTo>
                <a:lnTo>
                  <a:pt x="733425" y="209550"/>
                </a:lnTo>
                <a:lnTo>
                  <a:pt x="733425" y="190500"/>
                </a:lnTo>
                <a:lnTo>
                  <a:pt x="752475" y="190500"/>
                </a:lnTo>
                <a:close/>
                <a:moveTo>
                  <a:pt x="771525" y="180975"/>
                </a:moveTo>
                <a:lnTo>
                  <a:pt x="781050" y="180975"/>
                </a:lnTo>
                <a:lnTo>
                  <a:pt x="781050" y="200025"/>
                </a:lnTo>
                <a:lnTo>
                  <a:pt x="771525" y="200025"/>
                </a:lnTo>
                <a:close/>
                <a:moveTo>
                  <a:pt x="828675" y="180975"/>
                </a:moveTo>
                <a:lnTo>
                  <a:pt x="838200" y="180975"/>
                </a:lnTo>
                <a:lnTo>
                  <a:pt x="838200" y="200025"/>
                </a:lnTo>
                <a:lnTo>
                  <a:pt x="828675" y="200025"/>
                </a:lnTo>
                <a:close/>
                <a:moveTo>
                  <a:pt x="0" y="190500"/>
                </a:moveTo>
                <a:lnTo>
                  <a:pt x="9525" y="190500"/>
                </a:lnTo>
                <a:lnTo>
                  <a:pt x="9525" y="200025"/>
                </a:lnTo>
                <a:lnTo>
                  <a:pt x="0" y="200025"/>
                </a:lnTo>
                <a:close/>
                <a:moveTo>
                  <a:pt x="333375" y="190500"/>
                </a:moveTo>
                <a:lnTo>
                  <a:pt x="342900" y="190500"/>
                </a:lnTo>
                <a:lnTo>
                  <a:pt x="342900" y="200025"/>
                </a:lnTo>
                <a:lnTo>
                  <a:pt x="333375" y="200025"/>
                </a:lnTo>
                <a:close/>
                <a:moveTo>
                  <a:pt x="666750" y="190500"/>
                </a:moveTo>
                <a:lnTo>
                  <a:pt x="676275" y="190500"/>
                </a:lnTo>
                <a:lnTo>
                  <a:pt x="676275" y="209550"/>
                </a:lnTo>
                <a:lnTo>
                  <a:pt x="657225" y="209550"/>
                </a:lnTo>
                <a:lnTo>
                  <a:pt x="657225" y="200025"/>
                </a:lnTo>
                <a:lnTo>
                  <a:pt x="666750" y="200025"/>
                </a:lnTo>
                <a:close/>
                <a:moveTo>
                  <a:pt x="85725" y="200025"/>
                </a:moveTo>
                <a:lnTo>
                  <a:pt x="95250" y="200025"/>
                </a:lnTo>
                <a:lnTo>
                  <a:pt x="95250" y="219075"/>
                </a:lnTo>
                <a:lnTo>
                  <a:pt x="85725" y="219075"/>
                </a:lnTo>
                <a:close/>
                <a:moveTo>
                  <a:pt x="1009650" y="200025"/>
                </a:moveTo>
                <a:lnTo>
                  <a:pt x="1019175" y="200025"/>
                </a:lnTo>
                <a:lnTo>
                  <a:pt x="1019175" y="209550"/>
                </a:lnTo>
                <a:lnTo>
                  <a:pt x="1009650" y="209550"/>
                </a:lnTo>
                <a:close/>
                <a:moveTo>
                  <a:pt x="704850" y="209550"/>
                </a:moveTo>
                <a:lnTo>
                  <a:pt x="714375" y="209550"/>
                </a:lnTo>
                <a:lnTo>
                  <a:pt x="714375" y="228600"/>
                </a:lnTo>
                <a:lnTo>
                  <a:pt x="704850" y="228600"/>
                </a:lnTo>
                <a:lnTo>
                  <a:pt x="704850" y="247650"/>
                </a:lnTo>
                <a:lnTo>
                  <a:pt x="676275" y="247650"/>
                </a:lnTo>
                <a:lnTo>
                  <a:pt x="676275" y="219075"/>
                </a:lnTo>
                <a:lnTo>
                  <a:pt x="704850" y="219075"/>
                </a:lnTo>
                <a:close/>
                <a:moveTo>
                  <a:pt x="723900" y="209550"/>
                </a:moveTo>
                <a:lnTo>
                  <a:pt x="733425" y="209550"/>
                </a:lnTo>
                <a:lnTo>
                  <a:pt x="733425" y="219075"/>
                </a:lnTo>
                <a:lnTo>
                  <a:pt x="723900" y="219075"/>
                </a:lnTo>
                <a:close/>
                <a:moveTo>
                  <a:pt x="1085850" y="209550"/>
                </a:moveTo>
                <a:lnTo>
                  <a:pt x="1095375" y="209550"/>
                </a:lnTo>
                <a:lnTo>
                  <a:pt x="1095375" y="247650"/>
                </a:lnTo>
                <a:lnTo>
                  <a:pt x="1085850" y="247650"/>
                </a:lnTo>
                <a:close/>
                <a:moveTo>
                  <a:pt x="1152525" y="209550"/>
                </a:moveTo>
                <a:lnTo>
                  <a:pt x="1171575" y="209550"/>
                </a:lnTo>
                <a:lnTo>
                  <a:pt x="1171575" y="219075"/>
                </a:lnTo>
                <a:lnTo>
                  <a:pt x="1152525" y="219075"/>
                </a:lnTo>
                <a:close/>
                <a:moveTo>
                  <a:pt x="142875" y="219075"/>
                </a:moveTo>
                <a:lnTo>
                  <a:pt x="152400" y="219075"/>
                </a:lnTo>
                <a:lnTo>
                  <a:pt x="152400" y="209550"/>
                </a:lnTo>
                <a:lnTo>
                  <a:pt x="142875" y="209550"/>
                </a:lnTo>
                <a:close/>
                <a:moveTo>
                  <a:pt x="381000" y="219075"/>
                </a:moveTo>
                <a:lnTo>
                  <a:pt x="400050" y="219075"/>
                </a:lnTo>
                <a:lnTo>
                  <a:pt x="400050" y="228600"/>
                </a:lnTo>
                <a:lnTo>
                  <a:pt x="390525" y="228600"/>
                </a:lnTo>
                <a:lnTo>
                  <a:pt x="390525" y="247650"/>
                </a:lnTo>
                <a:lnTo>
                  <a:pt x="381000" y="247650"/>
                </a:lnTo>
                <a:close/>
                <a:moveTo>
                  <a:pt x="409575" y="219075"/>
                </a:moveTo>
                <a:lnTo>
                  <a:pt x="428625" y="219075"/>
                </a:lnTo>
                <a:lnTo>
                  <a:pt x="428625" y="228600"/>
                </a:lnTo>
                <a:lnTo>
                  <a:pt x="438150" y="228600"/>
                </a:lnTo>
                <a:lnTo>
                  <a:pt x="438150" y="247650"/>
                </a:lnTo>
                <a:lnTo>
                  <a:pt x="428625" y="247650"/>
                </a:lnTo>
                <a:lnTo>
                  <a:pt x="428625" y="266700"/>
                </a:lnTo>
                <a:lnTo>
                  <a:pt x="409575" y="266700"/>
                </a:lnTo>
                <a:close/>
                <a:moveTo>
                  <a:pt x="1162050" y="228600"/>
                </a:moveTo>
                <a:lnTo>
                  <a:pt x="1171575" y="228600"/>
                </a:lnTo>
                <a:lnTo>
                  <a:pt x="1171575" y="238125"/>
                </a:lnTo>
                <a:lnTo>
                  <a:pt x="1162050" y="238125"/>
                </a:lnTo>
                <a:close/>
                <a:moveTo>
                  <a:pt x="990600" y="247650"/>
                </a:moveTo>
                <a:lnTo>
                  <a:pt x="1000125" y="247650"/>
                </a:lnTo>
                <a:lnTo>
                  <a:pt x="1000125" y="257175"/>
                </a:lnTo>
                <a:lnTo>
                  <a:pt x="990600" y="257175"/>
                </a:lnTo>
                <a:close/>
                <a:moveTo>
                  <a:pt x="1190625" y="247650"/>
                </a:moveTo>
                <a:lnTo>
                  <a:pt x="1209675" y="247650"/>
                </a:lnTo>
                <a:lnTo>
                  <a:pt x="1209675" y="266700"/>
                </a:lnTo>
                <a:lnTo>
                  <a:pt x="1190625" y="266700"/>
                </a:lnTo>
                <a:close/>
                <a:moveTo>
                  <a:pt x="381000" y="257175"/>
                </a:moveTo>
                <a:lnTo>
                  <a:pt x="390525" y="257175"/>
                </a:lnTo>
                <a:lnTo>
                  <a:pt x="390525" y="285750"/>
                </a:lnTo>
                <a:lnTo>
                  <a:pt x="419100" y="285750"/>
                </a:lnTo>
                <a:lnTo>
                  <a:pt x="419100" y="295275"/>
                </a:lnTo>
                <a:lnTo>
                  <a:pt x="409575" y="295275"/>
                </a:lnTo>
                <a:lnTo>
                  <a:pt x="409575" y="323850"/>
                </a:lnTo>
                <a:lnTo>
                  <a:pt x="419100" y="323850"/>
                </a:lnTo>
                <a:lnTo>
                  <a:pt x="419100" y="333375"/>
                </a:lnTo>
                <a:lnTo>
                  <a:pt x="400050" y="333375"/>
                </a:lnTo>
                <a:lnTo>
                  <a:pt x="400050" y="342900"/>
                </a:lnTo>
                <a:lnTo>
                  <a:pt x="390525" y="342900"/>
                </a:lnTo>
                <a:lnTo>
                  <a:pt x="390525" y="304800"/>
                </a:lnTo>
                <a:lnTo>
                  <a:pt x="381000" y="304800"/>
                </a:lnTo>
                <a:lnTo>
                  <a:pt x="381000" y="295275"/>
                </a:lnTo>
                <a:lnTo>
                  <a:pt x="371475" y="295275"/>
                </a:lnTo>
                <a:lnTo>
                  <a:pt x="371475" y="276225"/>
                </a:lnTo>
                <a:lnTo>
                  <a:pt x="381000" y="276225"/>
                </a:lnTo>
                <a:close/>
                <a:moveTo>
                  <a:pt x="1104900" y="257175"/>
                </a:moveTo>
                <a:lnTo>
                  <a:pt x="1123950" y="257175"/>
                </a:lnTo>
                <a:lnTo>
                  <a:pt x="1123950" y="266700"/>
                </a:lnTo>
                <a:lnTo>
                  <a:pt x="1133475" y="266700"/>
                </a:lnTo>
                <a:lnTo>
                  <a:pt x="1133475" y="276225"/>
                </a:lnTo>
                <a:lnTo>
                  <a:pt x="1114425" y="276225"/>
                </a:lnTo>
                <a:lnTo>
                  <a:pt x="1114425" y="285750"/>
                </a:lnTo>
                <a:lnTo>
                  <a:pt x="1104900" y="285750"/>
                </a:lnTo>
                <a:close/>
                <a:moveTo>
                  <a:pt x="1085850" y="266700"/>
                </a:moveTo>
                <a:lnTo>
                  <a:pt x="1095375" y="266700"/>
                </a:lnTo>
                <a:lnTo>
                  <a:pt x="1095375" y="323850"/>
                </a:lnTo>
                <a:lnTo>
                  <a:pt x="1085850" y="323850"/>
                </a:lnTo>
                <a:close/>
                <a:moveTo>
                  <a:pt x="676275" y="276225"/>
                </a:moveTo>
                <a:lnTo>
                  <a:pt x="695325" y="276225"/>
                </a:lnTo>
                <a:lnTo>
                  <a:pt x="695325" y="285750"/>
                </a:lnTo>
                <a:lnTo>
                  <a:pt x="714375" y="285750"/>
                </a:lnTo>
                <a:lnTo>
                  <a:pt x="714375" y="304800"/>
                </a:lnTo>
                <a:lnTo>
                  <a:pt x="695325" y="304800"/>
                </a:lnTo>
                <a:lnTo>
                  <a:pt x="695325" y="295275"/>
                </a:lnTo>
                <a:lnTo>
                  <a:pt x="685800" y="295275"/>
                </a:lnTo>
                <a:lnTo>
                  <a:pt x="685800" y="285750"/>
                </a:lnTo>
                <a:lnTo>
                  <a:pt x="676275" y="285750"/>
                </a:lnTo>
                <a:close/>
                <a:moveTo>
                  <a:pt x="1162050" y="276225"/>
                </a:moveTo>
                <a:lnTo>
                  <a:pt x="1171575" y="276225"/>
                </a:lnTo>
                <a:lnTo>
                  <a:pt x="1171575" y="285750"/>
                </a:lnTo>
                <a:lnTo>
                  <a:pt x="1162050" y="285750"/>
                </a:lnTo>
                <a:close/>
                <a:moveTo>
                  <a:pt x="19050" y="285750"/>
                </a:moveTo>
                <a:lnTo>
                  <a:pt x="28575" y="285750"/>
                </a:lnTo>
                <a:lnTo>
                  <a:pt x="28575" y="295275"/>
                </a:lnTo>
                <a:lnTo>
                  <a:pt x="19050" y="295275"/>
                </a:lnTo>
                <a:close/>
                <a:moveTo>
                  <a:pt x="85725" y="285750"/>
                </a:moveTo>
                <a:lnTo>
                  <a:pt x="95250" y="285750"/>
                </a:lnTo>
                <a:lnTo>
                  <a:pt x="95250" y="295275"/>
                </a:lnTo>
                <a:lnTo>
                  <a:pt x="85725" y="295275"/>
                </a:lnTo>
                <a:close/>
                <a:moveTo>
                  <a:pt x="104775" y="285750"/>
                </a:moveTo>
                <a:lnTo>
                  <a:pt x="114300" y="285750"/>
                </a:lnTo>
                <a:lnTo>
                  <a:pt x="114300" y="304800"/>
                </a:lnTo>
                <a:lnTo>
                  <a:pt x="104775" y="304800"/>
                </a:lnTo>
                <a:close/>
                <a:moveTo>
                  <a:pt x="419100" y="295275"/>
                </a:moveTo>
                <a:lnTo>
                  <a:pt x="428625" y="295275"/>
                </a:lnTo>
                <a:lnTo>
                  <a:pt x="428625" y="304800"/>
                </a:lnTo>
                <a:lnTo>
                  <a:pt x="419100" y="304800"/>
                </a:lnTo>
                <a:close/>
                <a:moveTo>
                  <a:pt x="990600" y="295275"/>
                </a:moveTo>
                <a:lnTo>
                  <a:pt x="1000125" y="295275"/>
                </a:lnTo>
                <a:lnTo>
                  <a:pt x="1000125" y="304800"/>
                </a:lnTo>
                <a:lnTo>
                  <a:pt x="990600" y="304800"/>
                </a:lnTo>
                <a:close/>
                <a:moveTo>
                  <a:pt x="85725" y="304800"/>
                </a:moveTo>
                <a:lnTo>
                  <a:pt x="95250" y="304800"/>
                </a:lnTo>
                <a:lnTo>
                  <a:pt x="95250" y="314325"/>
                </a:lnTo>
                <a:lnTo>
                  <a:pt x="85725" y="314325"/>
                </a:lnTo>
                <a:close/>
                <a:moveTo>
                  <a:pt x="714375" y="304800"/>
                </a:moveTo>
                <a:lnTo>
                  <a:pt x="723900" y="304800"/>
                </a:lnTo>
                <a:lnTo>
                  <a:pt x="723900" y="314325"/>
                </a:lnTo>
                <a:lnTo>
                  <a:pt x="714375" y="314325"/>
                </a:lnTo>
                <a:close/>
                <a:moveTo>
                  <a:pt x="1000125" y="304800"/>
                </a:moveTo>
                <a:lnTo>
                  <a:pt x="1009650" y="304800"/>
                </a:lnTo>
                <a:lnTo>
                  <a:pt x="1009650" y="314325"/>
                </a:lnTo>
                <a:lnTo>
                  <a:pt x="1000125" y="314325"/>
                </a:lnTo>
                <a:close/>
                <a:moveTo>
                  <a:pt x="1181100" y="314325"/>
                </a:moveTo>
                <a:lnTo>
                  <a:pt x="1200150" y="314325"/>
                </a:lnTo>
                <a:lnTo>
                  <a:pt x="1200150" y="323850"/>
                </a:lnTo>
                <a:lnTo>
                  <a:pt x="1209675" y="323850"/>
                </a:lnTo>
                <a:lnTo>
                  <a:pt x="1209675" y="352425"/>
                </a:lnTo>
                <a:lnTo>
                  <a:pt x="1200150" y="352425"/>
                </a:lnTo>
                <a:lnTo>
                  <a:pt x="1200150" y="342900"/>
                </a:lnTo>
                <a:lnTo>
                  <a:pt x="1190625" y="342900"/>
                </a:lnTo>
                <a:lnTo>
                  <a:pt x="1190625" y="333375"/>
                </a:lnTo>
                <a:lnTo>
                  <a:pt x="1181100" y="333375"/>
                </a:lnTo>
                <a:close/>
                <a:moveTo>
                  <a:pt x="85725" y="323850"/>
                </a:moveTo>
                <a:lnTo>
                  <a:pt x="95250" y="323850"/>
                </a:lnTo>
                <a:lnTo>
                  <a:pt x="95250" y="371475"/>
                </a:lnTo>
                <a:lnTo>
                  <a:pt x="85725" y="371475"/>
                </a:lnTo>
                <a:close/>
                <a:moveTo>
                  <a:pt x="695325" y="333375"/>
                </a:moveTo>
                <a:lnTo>
                  <a:pt x="714375" y="333375"/>
                </a:lnTo>
                <a:lnTo>
                  <a:pt x="714375" y="342900"/>
                </a:lnTo>
                <a:lnTo>
                  <a:pt x="695325" y="342900"/>
                </a:lnTo>
                <a:close/>
                <a:moveTo>
                  <a:pt x="1085850" y="333375"/>
                </a:moveTo>
                <a:lnTo>
                  <a:pt x="1095375" y="333375"/>
                </a:lnTo>
                <a:lnTo>
                  <a:pt x="1095375" y="342900"/>
                </a:lnTo>
                <a:lnTo>
                  <a:pt x="1085850" y="342900"/>
                </a:lnTo>
                <a:close/>
                <a:moveTo>
                  <a:pt x="714375" y="342900"/>
                </a:moveTo>
                <a:lnTo>
                  <a:pt x="742950" y="342900"/>
                </a:lnTo>
                <a:lnTo>
                  <a:pt x="742950" y="352425"/>
                </a:lnTo>
                <a:lnTo>
                  <a:pt x="714375" y="352425"/>
                </a:lnTo>
                <a:close/>
                <a:moveTo>
                  <a:pt x="657225" y="352425"/>
                </a:moveTo>
                <a:lnTo>
                  <a:pt x="666750" y="352425"/>
                </a:lnTo>
                <a:lnTo>
                  <a:pt x="666750" y="371475"/>
                </a:lnTo>
                <a:lnTo>
                  <a:pt x="657225" y="371475"/>
                </a:lnTo>
                <a:close/>
                <a:moveTo>
                  <a:pt x="1085850" y="352425"/>
                </a:moveTo>
                <a:lnTo>
                  <a:pt x="1095375" y="352425"/>
                </a:lnTo>
                <a:lnTo>
                  <a:pt x="1095375" y="361950"/>
                </a:lnTo>
                <a:lnTo>
                  <a:pt x="1085850" y="361950"/>
                </a:lnTo>
                <a:close/>
                <a:moveTo>
                  <a:pt x="123825" y="361950"/>
                </a:moveTo>
                <a:lnTo>
                  <a:pt x="133350" y="361950"/>
                </a:lnTo>
                <a:lnTo>
                  <a:pt x="133350" y="371475"/>
                </a:lnTo>
                <a:lnTo>
                  <a:pt x="142875" y="371475"/>
                </a:lnTo>
                <a:lnTo>
                  <a:pt x="142875" y="381000"/>
                </a:lnTo>
                <a:lnTo>
                  <a:pt x="133350" y="381000"/>
                </a:lnTo>
                <a:lnTo>
                  <a:pt x="133350" y="400050"/>
                </a:lnTo>
                <a:lnTo>
                  <a:pt x="123825" y="400050"/>
                </a:lnTo>
                <a:close/>
                <a:moveTo>
                  <a:pt x="1009650" y="361950"/>
                </a:moveTo>
                <a:lnTo>
                  <a:pt x="1019175" y="361950"/>
                </a:lnTo>
                <a:lnTo>
                  <a:pt x="1019175" y="409575"/>
                </a:lnTo>
                <a:lnTo>
                  <a:pt x="1009650" y="409575"/>
                </a:lnTo>
                <a:lnTo>
                  <a:pt x="1009650" y="428625"/>
                </a:lnTo>
                <a:lnTo>
                  <a:pt x="1000125" y="428625"/>
                </a:lnTo>
                <a:lnTo>
                  <a:pt x="1000125" y="438150"/>
                </a:lnTo>
                <a:lnTo>
                  <a:pt x="990600" y="438150"/>
                </a:lnTo>
                <a:lnTo>
                  <a:pt x="990600" y="428625"/>
                </a:lnTo>
                <a:lnTo>
                  <a:pt x="971550" y="428625"/>
                </a:lnTo>
                <a:lnTo>
                  <a:pt x="971550" y="409575"/>
                </a:lnTo>
                <a:lnTo>
                  <a:pt x="981075" y="409575"/>
                </a:lnTo>
                <a:lnTo>
                  <a:pt x="981075" y="390525"/>
                </a:lnTo>
                <a:lnTo>
                  <a:pt x="990600" y="390525"/>
                </a:lnTo>
                <a:lnTo>
                  <a:pt x="990600" y="381000"/>
                </a:lnTo>
                <a:lnTo>
                  <a:pt x="1009650" y="381000"/>
                </a:lnTo>
                <a:close/>
                <a:moveTo>
                  <a:pt x="76200" y="371475"/>
                </a:moveTo>
                <a:lnTo>
                  <a:pt x="85725" y="371475"/>
                </a:lnTo>
                <a:lnTo>
                  <a:pt x="85725" y="381000"/>
                </a:lnTo>
                <a:lnTo>
                  <a:pt x="95250" y="381000"/>
                </a:lnTo>
                <a:lnTo>
                  <a:pt x="95250" y="371475"/>
                </a:lnTo>
                <a:lnTo>
                  <a:pt x="104775" y="371475"/>
                </a:lnTo>
                <a:lnTo>
                  <a:pt x="104775" y="390525"/>
                </a:lnTo>
                <a:lnTo>
                  <a:pt x="95250" y="390525"/>
                </a:lnTo>
                <a:lnTo>
                  <a:pt x="95250" y="419100"/>
                </a:lnTo>
                <a:lnTo>
                  <a:pt x="85725" y="419100"/>
                </a:lnTo>
                <a:lnTo>
                  <a:pt x="85725" y="390525"/>
                </a:lnTo>
                <a:lnTo>
                  <a:pt x="76200" y="390525"/>
                </a:lnTo>
                <a:close/>
                <a:moveTo>
                  <a:pt x="676275" y="371475"/>
                </a:moveTo>
                <a:lnTo>
                  <a:pt x="685800" y="371475"/>
                </a:lnTo>
                <a:lnTo>
                  <a:pt x="685800" y="381000"/>
                </a:lnTo>
                <a:lnTo>
                  <a:pt x="676275" y="381000"/>
                </a:lnTo>
                <a:close/>
                <a:moveTo>
                  <a:pt x="1085850" y="371475"/>
                </a:moveTo>
                <a:lnTo>
                  <a:pt x="1095375" y="371475"/>
                </a:lnTo>
                <a:lnTo>
                  <a:pt x="1095375" y="381000"/>
                </a:lnTo>
                <a:lnTo>
                  <a:pt x="1085850" y="381000"/>
                </a:lnTo>
                <a:close/>
                <a:moveTo>
                  <a:pt x="438150" y="381000"/>
                </a:moveTo>
                <a:lnTo>
                  <a:pt x="447675" y="381000"/>
                </a:lnTo>
                <a:lnTo>
                  <a:pt x="447675" y="390525"/>
                </a:lnTo>
                <a:lnTo>
                  <a:pt x="438150" y="390525"/>
                </a:lnTo>
                <a:close/>
                <a:moveTo>
                  <a:pt x="685800" y="381000"/>
                </a:moveTo>
                <a:lnTo>
                  <a:pt x="695325" y="381000"/>
                </a:lnTo>
                <a:lnTo>
                  <a:pt x="695325" y="390525"/>
                </a:lnTo>
                <a:lnTo>
                  <a:pt x="704850" y="390525"/>
                </a:lnTo>
                <a:lnTo>
                  <a:pt x="704850" y="400050"/>
                </a:lnTo>
                <a:lnTo>
                  <a:pt x="714375" y="400050"/>
                </a:lnTo>
                <a:lnTo>
                  <a:pt x="714375" y="428625"/>
                </a:lnTo>
                <a:lnTo>
                  <a:pt x="704850" y="428625"/>
                </a:lnTo>
                <a:lnTo>
                  <a:pt x="704850" y="438150"/>
                </a:lnTo>
                <a:lnTo>
                  <a:pt x="666750" y="438150"/>
                </a:lnTo>
                <a:lnTo>
                  <a:pt x="666750" y="428625"/>
                </a:lnTo>
                <a:lnTo>
                  <a:pt x="676275" y="428625"/>
                </a:lnTo>
                <a:lnTo>
                  <a:pt x="676275" y="419100"/>
                </a:lnTo>
                <a:lnTo>
                  <a:pt x="685800" y="419100"/>
                </a:lnTo>
                <a:close/>
                <a:moveTo>
                  <a:pt x="381000" y="390525"/>
                </a:moveTo>
                <a:lnTo>
                  <a:pt x="400050" y="390525"/>
                </a:lnTo>
                <a:lnTo>
                  <a:pt x="400050" y="400050"/>
                </a:lnTo>
                <a:lnTo>
                  <a:pt x="419100" y="400050"/>
                </a:lnTo>
                <a:lnTo>
                  <a:pt x="419100" y="390525"/>
                </a:lnTo>
                <a:lnTo>
                  <a:pt x="428625" y="390525"/>
                </a:lnTo>
                <a:lnTo>
                  <a:pt x="428625" y="400050"/>
                </a:lnTo>
                <a:lnTo>
                  <a:pt x="419100" y="400050"/>
                </a:lnTo>
                <a:lnTo>
                  <a:pt x="419100" y="409575"/>
                </a:lnTo>
                <a:lnTo>
                  <a:pt x="400050" y="409575"/>
                </a:lnTo>
                <a:lnTo>
                  <a:pt x="400050" y="419100"/>
                </a:lnTo>
                <a:lnTo>
                  <a:pt x="390525" y="419100"/>
                </a:lnTo>
                <a:lnTo>
                  <a:pt x="390525" y="409575"/>
                </a:lnTo>
                <a:lnTo>
                  <a:pt x="381000" y="409575"/>
                </a:lnTo>
                <a:close/>
                <a:moveTo>
                  <a:pt x="447675" y="390525"/>
                </a:moveTo>
                <a:lnTo>
                  <a:pt x="457200" y="390525"/>
                </a:lnTo>
                <a:lnTo>
                  <a:pt x="457200" y="400050"/>
                </a:lnTo>
                <a:lnTo>
                  <a:pt x="447675" y="400050"/>
                </a:lnTo>
                <a:close/>
                <a:moveTo>
                  <a:pt x="1133475" y="390525"/>
                </a:moveTo>
                <a:lnTo>
                  <a:pt x="1143000" y="390525"/>
                </a:lnTo>
                <a:lnTo>
                  <a:pt x="1143000" y="409575"/>
                </a:lnTo>
                <a:lnTo>
                  <a:pt x="1123950" y="409575"/>
                </a:lnTo>
                <a:lnTo>
                  <a:pt x="1123950" y="400050"/>
                </a:lnTo>
                <a:lnTo>
                  <a:pt x="1133475" y="400050"/>
                </a:lnTo>
                <a:close/>
                <a:moveTo>
                  <a:pt x="457200" y="409575"/>
                </a:moveTo>
                <a:lnTo>
                  <a:pt x="466725" y="409575"/>
                </a:lnTo>
                <a:lnTo>
                  <a:pt x="466725" y="419100"/>
                </a:lnTo>
                <a:lnTo>
                  <a:pt x="457200" y="419100"/>
                </a:lnTo>
                <a:close/>
                <a:moveTo>
                  <a:pt x="733425" y="409575"/>
                </a:moveTo>
                <a:lnTo>
                  <a:pt x="742950" y="409575"/>
                </a:lnTo>
                <a:lnTo>
                  <a:pt x="742950" y="419100"/>
                </a:lnTo>
                <a:lnTo>
                  <a:pt x="733425" y="419100"/>
                </a:lnTo>
                <a:close/>
                <a:moveTo>
                  <a:pt x="1143000" y="409575"/>
                </a:moveTo>
                <a:lnTo>
                  <a:pt x="1152525" y="409575"/>
                </a:lnTo>
                <a:lnTo>
                  <a:pt x="1152525" y="419100"/>
                </a:lnTo>
                <a:lnTo>
                  <a:pt x="1143000" y="419100"/>
                </a:lnTo>
                <a:close/>
                <a:moveTo>
                  <a:pt x="76200" y="419100"/>
                </a:moveTo>
                <a:lnTo>
                  <a:pt x="85725" y="419100"/>
                </a:lnTo>
                <a:lnTo>
                  <a:pt x="85725" y="428625"/>
                </a:lnTo>
                <a:lnTo>
                  <a:pt x="76200" y="428625"/>
                </a:lnTo>
                <a:close/>
                <a:moveTo>
                  <a:pt x="95250" y="419100"/>
                </a:moveTo>
                <a:lnTo>
                  <a:pt x="104775" y="419100"/>
                </a:lnTo>
                <a:lnTo>
                  <a:pt x="104775" y="428625"/>
                </a:lnTo>
                <a:lnTo>
                  <a:pt x="95250" y="428625"/>
                </a:lnTo>
                <a:close/>
                <a:moveTo>
                  <a:pt x="723900" y="419100"/>
                </a:moveTo>
                <a:lnTo>
                  <a:pt x="733425" y="419100"/>
                </a:lnTo>
                <a:lnTo>
                  <a:pt x="733425" y="428625"/>
                </a:lnTo>
                <a:lnTo>
                  <a:pt x="723900" y="428625"/>
                </a:lnTo>
                <a:close/>
                <a:moveTo>
                  <a:pt x="1085850" y="419100"/>
                </a:moveTo>
                <a:lnTo>
                  <a:pt x="1095375" y="419100"/>
                </a:lnTo>
                <a:lnTo>
                  <a:pt x="1095375" y="447675"/>
                </a:lnTo>
                <a:lnTo>
                  <a:pt x="1085850" y="447675"/>
                </a:lnTo>
                <a:close/>
                <a:moveTo>
                  <a:pt x="180975" y="428625"/>
                </a:moveTo>
                <a:lnTo>
                  <a:pt x="200025" y="428625"/>
                </a:lnTo>
                <a:lnTo>
                  <a:pt x="200025" y="438150"/>
                </a:lnTo>
                <a:lnTo>
                  <a:pt x="190500" y="438150"/>
                </a:lnTo>
                <a:lnTo>
                  <a:pt x="190500" y="447675"/>
                </a:lnTo>
                <a:lnTo>
                  <a:pt x="180975" y="447675"/>
                </a:lnTo>
                <a:close/>
                <a:moveTo>
                  <a:pt x="495300" y="428625"/>
                </a:moveTo>
                <a:lnTo>
                  <a:pt x="504825" y="428625"/>
                </a:lnTo>
                <a:lnTo>
                  <a:pt x="504825" y="438150"/>
                </a:lnTo>
                <a:lnTo>
                  <a:pt x="495300" y="438150"/>
                </a:lnTo>
                <a:close/>
                <a:moveTo>
                  <a:pt x="1152525" y="428625"/>
                </a:moveTo>
                <a:lnTo>
                  <a:pt x="1162050" y="428625"/>
                </a:lnTo>
                <a:lnTo>
                  <a:pt x="1162050" y="447675"/>
                </a:lnTo>
                <a:lnTo>
                  <a:pt x="1152525" y="447675"/>
                </a:lnTo>
                <a:close/>
                <a:moveTo>
                  <a:pt x="142875" y="438150"/>
                </a:moveTo>
                <a:lnTo>
                  <a:pt x="161925" y="438150"/>
                </a:lnTo>
                <a:lnTo>
                  <a:pt x="161925" y="457200"/>
                </a:lnTo>
                <a:lnTo>
                  <a:pt x="180975" y="457200"/>
                </a:lnTo>
                <a:lnTo>
                  <a:pt x="180975" y="466725"/>
                </a:lnTo>
                <a:lnTo>
                  <a:pt x="161925" y="466725"/>
                </a:lnTo>
                <a:lnTo>
                  <a:pt x="161925" y="495300"/>
                </a:lnTo>
                <a:lnTo>
                  <a:pt x="152400" y="495300"/>
                </a:lnTo>
                <a:lnTo>
                  <a:pt x="152400" y="504825"/>
                </a:lnTo>
                <a:lnTo>
                  <a:pt x="171450" y="504825"/>
                </a:lnTo>
                <a:lnTo>
                  <a:pt x="171450" y="514350"/>
                </a:lnTo>
                <a:lnTo>
                  <a:pt x="161925" y="514350"/>
                </a:lnTo>
                <a:lnTo>
                  <a:pt x="161925" y="523875"/>
                </a:lnTo>
                <a:lnTo>
                  <a:pt x="152400" y="523875"/>
                </a:lnTo>
                <a:lnTo>
                  <a:pt x="152400" y="533400"/>
                </a:lnTo>
                <a:lnTo>
                  <a:pt x="123825" y="533400"/>
                </a:lnTo>
                <a:lnTo>
                  <a:pt x="123825" y="523875"/>
                </a:lnTo>
                <a:lnTo>
                  <a:pt x="114300" y="523875"/>
                </a:lnTo>
                <a:lnTo>
                  <a:pt x="114300" y="504825"/>
                </a:lnTo>
                <a:lnTo>
                  <a:pt x="123825" y="504825"/>
                </a:lnTo>
                <a:lnTo>
                  <a:pt x="123825" y="485775"/>
                </a:lnTo>
                <a:lnTo>
                  <a:pt x="142875" y="485775"/>
                </a:lnTo>
                <a:lnTo>
                  <a:pt x="142875" y="476250"/>
                </a:lnTo>
                <a:lnTo>
                  <a:pt x="133350" y="476250"/>
                </a:lnTo>
                <a:lnTo>
                  <a:pt x="133350" y="457200"/>
                </a:lnTo>
                <a:lnTo>
                  <a:pt x="123825" y="457200"/>
                </a:lnTo>
                <a:lnTo>
                  <a:pt x="123825" y="447675"/>
                </a:lnTo>
                <a:lnTo>
                  <a:pt x="142875" y="447675"/>
                </a:lnTo>
                <a:close/>
                <a:moveTo>
                  <a:pt x="876300" y="438150"/>
                </a:moveTo>
                <a:lnTo>
                  <a:pt x="885825" y="438150"/>
                </a:lnTo>
                <a:lnTo>
                  <a:pt x="885825" y="447675"/>
                </a:lnTo>
                <a:lnTo>
                  <a:pt x="876300" y="447675"/>
                </a:lnTo>
                <a:close/>
                <a:moveTo>
                  <a:pt x="742950" y="447675"/>
                </a:moveTo>
                <a:lnTo>
                  <a:pt x="762000" y="447675"/>
                </a:lnTo>
                <a:lnTo>
                  <a:pt x="762000" y="457200"/>
                </a:lnTo>
                <a:lnTo>
                  <a:pt x="742950" y="457200"/>
                </a:lnTo>
                <a:close/>
                <a:moveTo>
                  <a:pt x="647700" y="457200"/>
                </a:moveTo>
                <a:lnTo>
                  <a:pt x="666750" y="457200"/>
                </a:lnTo>
                <a:lnTo>
                  <a:pt x="666750" y="476250"/>
                </a:lnTo>
                <a:lnTo>
                  <a:pt x="647700" y="476250"/>
                </a:lnTo>
                <a:close/>
                <a:moveTo>
                  <a:pt x="952500" y="457200"/>
                </a:moveTo>
                <a:lnTo>
                  <a:pt x="990600" y="457200"/>
                </a:lnTo>
                <a:lnTo>
                  <a:pt x="990600" y="466725"/>
                </a:lnTo>
                <a:lnTo>
                  <a:pt x="962025" y="466725"/>
                </a:lnTo>
                <a:lnTo>
                  <a:pt x="962025" y="485775"/>
                </a:lnTo>
                <a:lnTo>
                  <a:pt x="942975" y="485775"/>
                </a:lnTo>
                <a:lnTo>
                  <a:pt x="942975" y="466725"/>
                </a:lnTo>
                <a:lnTo>
                  <a:pt x="952500" y="466725"/>
                </a:lnTo>
                <a:close/>
                <a:moveTo>
                  <a:pt x="85725" y="466725"/>
                </a:moveTo>
                <a:lnTo>
                  <a:pt x="95250" y="466725"/>
                </a:lnTo>
                <a:lnTo>
                  <a:pt x="95250" y="476250"/>
                </a:lnTo>
                <a:lnTo>
                  <a:pt x="85725" y="476250"/>
                </a:lnTo>
                <a:close/>
                <a:moveTo>
                  <a:pt x="361950" y="466725"/>
                </a:moveTo>
                <a:lnTo>
                  <a:pt x="371475" y="466725"/>
                </a:lnTo>
                <a:lnTo>
                  <a:pt x="371475" y="476250"/>
                </a:lnTo>
                <a:lnTo>
                  <a:pt x="361950" y="476250"/>
                </a:lnTo>
                <a:close/>
                <a:moveTo>
                  <a:pt x="1000125" y="466725"/>
                </a:moveTo>
                <a:lnTo>
                  <a:pt x="1009650" y="466725"/>
                </a:lnTo>
                <a:lnTo>
                  <a:pt x="1009650" y="485775"/>
                </a:lnTo>
                <a:lnTo>
                  <a:pt x="990600" y="485775"/>
                </a:lnTo>
                <a:lnTo>
                  <a:pt x="990600" y="495300"/>
                </a:lnTo>
                <a:lnTo>
                  <a:pt x="981075" y="495300"/>
                </a:lnTo>
                <a:lnTo>
                  <a:pt x="981075" y="476250"/>
                </a:lnTo>
                <a:lnTo>
                  <a:pt x="1000125" y="476250"/>
                </a:lnTo>
                <a:close/>
                <a:moveTo>
                  <a:pt x="1085850" y="466725"/>
                </a:moveTo>
                <a:lnTo>
                  <a:pt x="1095375" y="466725"/>
                </a:lnTo>
                <a:lnTo>
                  <a:pt x="1095375" y="485775"/>
                </a:lnTo>
                <a:lnTo>
                  <a:pt x="1085850" y="485775"/>
                </a:lnTo>
                <a:close/>
                <a:moveTo>
                  <a:pt x="371475" y="476250"/>
                </a:moveTo>
                <a:lnTo>
                  <a:pt x="381000" y="476250"/>
                </a:lnTo>
                <a:lnTo>
                  <a:pt x="381000" y="485775"/>
                </a:lnTo>
                <a:lnTo>
                  <a:pt x="371475" y="485775"/>
                </a:lnTo>
                <a:close/>
                <a:moveTo>
                  <a:pt x="428625" y="476250"/>
                </a:moveTo>
                <a:lnTo>
                  <a:pt x="438150" y="476250"/>
                </a:lnTo>
                <a:lnTo>
                  <a:pt x="438150" y="485775"/>
                </a:lnTo>
                <a:lnTo>
                  <a:pt x="428625" y="485775"/>
                </a:lnTo>
                <a:close/>
                <a:moveTo>
                  <a:pt x="666750" y="485775"/>
                </a:moveTo>
                <a:lnTo>
                  <a:pt x="685800" y="485775"/>
                </a:lnTo>
                <a:lnTo>
                  <a:pt x="685800" y="495300"/>
                </a:lnTo>
                <a:lnTo>
                  <a:pt x="666750" y="495300"/>
                </a:lnTo>
                <a:close/>
                <a:moveTo>
                  <a:pt x="714375" y="485775"/>
                </a:moveTo>
                <a:lnTo>
                  <a:pt x="733425" y="485775"/>
                </a:lnTo>
                <a:lnTo>
                  <a:pt x="733425" y="504825"/>
                </a:lnTo>
                <a:lnTo>
                  <a:pt x="742950" y="504825"/>
                </a:lnTo>
                <a:lnTo>
                  <a:pt x="742950" y="514350"/>
                </a:lnTo>
                <a:lnTo>
                  <a:pt x="723900" y="514350"/>
                </a:lnTo>
                <a:lnTo>
                  <a:pt x="723900" y="504825"/>
                </a:lnTo>
                <a:lnTo>
                  <a:pt x="704850" y="504825"/>
                </a:lnTo>
                <a:lnTo>
                  <a:pt x="704850" y="495300"/>
                </a:lnTo>
                <a:lnTo>
                  <a:pt x="714375" y="495300"/>
                </a:lnTo>
                <a:close/>
                <a:moveTo>
                  <a:pt x="1143000" y="485775"/>
                </a:moveTo>
                <a:lnTo>
                  <a:pt x="1171575" y="485775"/>
                </a:lnTo>
                <a:lnTo>
                  <a:pt x="1171575" y="504825"/>
                </a:lnTo>
                <a:lnTo>
                  <a:pt x="1181100" y="504825"/>
                </a:lnTo>
                <a:lnTo>
                  <a:pt x="1181100" y="514350"/>
                </a:lnTo>
                <a:lnTo>
                  <a:pt x="1162050" y="514350"/>
                </a:lnTo>
                <a:lnTo>
                  <a:pt x="1162050" y="495300"/>
                </a:lnTo>
                <a:lnTo>
                  <a:pt x="1143000" y="495300"/>
                </a:lnTo>
                <a:close/>
                <a:moveTo>
                  <a:pt x="685800" y="495300"/>
                </a:moveTo>
                <a:lnTo>
                  <a:pt x="695325" y="495300"/>
                </a:lnTo>
                <a:lnTo>
                  <a:pt x="695325" y="504825"/>
                </a:lnTo>
                <a:lnTo>
                  <a:pt x="685800" y="504825"/>
                </a:lnTo>
                <a:close/>
                <a:moveTo>
                  <a:pt x="914400" y="495300"/>
                </a:moveTo>
                <a:lnTo>
                  <a:pt x="923925" y="495300"/>
                </a:lnTo>
                <a:lnTo>
                  <a:pt x="923925" y="504825"/>
                </a:lnTo>
                <a:lnTo>
                  <a:pt x="914400" y="504825"/>
                </a:lnTo>
                <a:close/>
                <a:moveTo>
                  <a:pt x="1000125" y="504825"/>
                </a:moveTo>
                <a:lnTo>
                  <a:pt x="1009650" y="504825"/>
                </a:lnTo>
                <a:lnTo>
                  <a:pt x="1009650" y="523875"/>
                </a:lnTo>
                <a:lnTo>
                  <a:pt x="1000125" y="523875"/>
                </a:lnTo>
                <a:close/>
                <a:moveTo>
                  <a:pt x="0" y="514350"/>
                </a:moveTo>
                <a:lnTo>
                  <a:pt x="9525" y="514350"/>
                </a:lnTo>
                <a:lnTo>
                  <a:pt x="9525" y="533400"/>
                </a:lnTo>
                <a:lnTo>
                  <a:pt x="19050" y="533400"/>
                </a:lnTo>
                <a:lnTo>
                  <a:pt x="19050" y="552450"/>
                </a:lnTo>
                <a:lnTo>
                  <a:pt x="9525" y="552450"/>
                </a:lnTo>
                <a:lnTo>
                  <a:pt x="9525" y="571500"/>
                </a:lnTo>
                <a:lnTo>
                  <a:pt x="19050" y="571500"/>
                </a:lnTo>
                <a:lnTo>
                  <a:pt x="19050" y="581025"/>
                </a:lnTo>
                <a:lnTo>
                  <a:pt x="0" y="581025"/>
                </a:lnTo>
                <a:close/>
                <a:moveTo>
                  <a:pt x="85725" y="514350"/>
                </a:moveTo>
                <a:lnTo>
                  <a:pt x="95250" y="514350"/>
                </a:lnTo>
                <a:lnTo>
                  <a:pt x="95250" y="552450"/>
                </a:lnTo>
                <a:lnTo>
                  <a:pt x="85725" y="552450"/>
                </a:lnTo>
                <a:lnTo>
                  <a:pt x="85725" y="533400"/>
                </a:lnTo>
                <a:lnTo>
                  <a:pt x="76200" y="533400"/>
                </a:lnTo>
                <a:lnTo>
                  <a:pt x="76200" y="523875"/>
                </a:lnTo>
                <a:lnTo>
                  <a:pt x="85725" y="523875"/>
                </a:lnTo>
                <a:close/>
                <a:moveTo>
                  <a:pt x="666750" y="514350"/>
                </a:moveTo>
                <a:lnTo>
                  <a:pt x="676275" y="514350"/>
                </a:lnTo>
                <a:lnTo>
                  <a:pt x="676275" y="523875"/>
                </a:lnTo>
                <a:lnTo>
                  <a:pt x="666750" y="523875"/>
                </a:lnTo>
                <a:close/>
                <a:moveTo>
                  <a:pt x="771525" y="514350"/>
                </a:moveTo>
                <a:lnTo>
                  <a:pt x="800100" y="514350"/>
                </a:lnTo>
                <a:lnTo>
                  <a:pt x="800100" y="523875"/>
                </a:lnTo>
                <a:lnTo>
                  <a:pt x="781050" y="523875"/>
                </a:lnTo>
                <a:lnTo>
                  <a:pt x="781050" y="533400"/>
                </a:lnTo>
                <a:lnTo>
                  <a:pt x="771525" y="533400"/>
                </a:lnTo>
                <a:close/>
                <a:moveTo>
                  <a:pt x="133350" y="523875"/>
                </a:moveTo>
                <a:lnTo>
                  <a:pt x="142875" y="523875"/>
                </a:lnTo>
                <a:lnTo>
                  <a:pt x="142875" y="495300"/>
                </a:lnTo>
                <a:lnTo>
                  <a:pt x="133350" y="495300"/>
                </a:lnTo>
                <a:close/>
                <a:moveTo>
                  <a:pt x="1009650" y="523875"/>
                </a:moveTo>
                <a:lnTo>
                  <a:pt x="1019175" y="523875"/>
                </a:lnTo>
                <a:lnTo>
                  <a:pt x="1019175" y="533400"/>
                </a:lnTo>
                <a:lnTo>
                  <a:pt x="1009650" y="533400"/>
                </a:lnTo>
                <a:close/>
                <a:moveTo>
                  <a:pt x="1133475" y="523875"/>
                </a:moveTo>
                <a:lnTo>
                  <a:pt x="1143000" y="523875"/>
                </a:lnTo>
                <a:lnTo>
                  <a:pt x="1143000" y="533400"/>
                </a:lnTo>
                <a:lnTo>
                  <a:pt x="1133475" y="533400"/>
                </a:lnTo>
                <a:close/>
                <a:moveTo>
                  <a:pt x="1085850" y="533400"/>
                </a:moveTo>
                <a:lnTo>
                  <a:pt x="1095375" y="533400"/>
                </a:lnTo>
                <a:lnTo>
                  <a:pt x="1095375" y="571500"/>
                </a:lnTo>
                <a:lnTo>
                  <a:pt x="1085850" y="571500"/>
                </a:lnTo>
                <a:close/>
                <a:moveTo>
                  <a:pt x="1133475" y="542925"/>
                </a:moveTo>
                <a:lnTo>
                  <a:pt x="1143000" y="542925"/>
                </a:lnTo>
                <a:lnTo>
                  <a:pt x="1143000" y="552450"/>
                </a:lnTo>
                <a:lnTo>
                  <a:pt x="1133475" y="552450"/>
                </a:lnTo>
                <a:close/>
                <a:moveTo>
                  <a:pt x="1152525" y="542925"/>
                </a:moveTo>
                <a:lnTo>
                  <a:pt x="1162050" y="542925"/>
                </a:lnTo>
                <a:lnTo>
                  <a:pt x="1162050" y="552450"/>
                </a:lnTo>
                <a:lnTo>
                  <a:pt x="1152525" y="552450"/>
                </a:lnTo>
                <a:close/>
                <a:moveTo>
                  <a:pt x="114300" y="561975"/>
                </a:moveTo>
                <a:lnTo>
                  <a:pt x="123825" y="561975"/>
                </a:lnTo>
                <a:lnTo>
                  <a:pt x="123825" y="571500"/>
                </a:lnTo>
                <a:lnTo>
                  <a:pt x="114300" y="571500"/>
                </a:lnTo>
                <a:close/>
                <a:moveTo>
                  <a:pt x="1133475" y="561975"/>
                </a:moveTo>
                <a:lnTo>
                  <a:pt x="1143000" y="561975"/>
                </a:lnTo>
                <a:lnTo>
                  <a:pt x="1143000" y="581025"/>
                </a:lnTo>
                <a:lnTo>
                  <a:pt x="1133475" y="581025"/>
                </a:lnTo>
                <a:close/>
                <a:moveTo>
                  <a:pt x="85725" y="571500"/>
                </a:moveTo>
                <a:lnTo>
                  <a:pt x="95250" y="571500"/>
                </a:lnTo>
                <a:lnTo>
                  <a:pt x="95250" y="581025"/>
                </a:lnTo>
                <a:lnTo>
                  <a:pt x="85725" y="581025"/>
                </a:lnTo>
                <a:close/>
                <a:moveTo>
                  <a:pt x="1114425" y="590550"/>
                </a:moveTo>
                <a:lnTo>
                  <a:pt x="1133475" y="590550"/>
                </a:lnTo>
                <a:lnTo>
                  <a:pt x="1133475" y="600075"/>
                </a:lnTo>
                <a:lnTo>
                  <a:pt x="1114425" y="600075"/>
                </a:lnTo>
                <a:close/>
                <a:moveTo>
                  <a:pt x="1162050" y="590550"/>
                </a:moveTo>
                <a:lnTo>
                  <a:pt x="1171575" y="590550"/>
                </a:lnTo>
                <a:lnTo>
                  <a:pt x="1171575" y="600075"/>
                </a:lnTo>
                <a:lnTo>
                  <a:pt x="1162050" y="600075"/>
                </a:lnTo>
                <a:close/>
                <a:moveTo>
                  <a:pt x="19050" y="600075"/>
                </a:moveTo>
                <a:lnTo>
                  <a:pt x="28575" y="600075"/>
                </a:lnTo>
                <a:lnTo>
                  <a:pt x="28575" y="609600"/>
                </a:lnTo>
                <a:lnTo>
                  <a:pt x="19050" y="609600"/>
                </a:lnTo>
                <a:close/>
                <a:moveTo>
                  <a:pt x="85725" y="600075"/>
                </a:moveTo>
                <a:lnTo>
                  <a:pt x="123825" y="600075"/>
                </a:lnTo>
                <a:lnTo>
                  <a:pt x="123825" y="619125"/>
                </a:lnTo>
                <a:lnTo>
                  <a:pt x="133350" y="619125"/>
                </a:lnTo>
                <a:lnTo>
                  <a:pt x="133350" y="628650"/>
                </a:lnTo>
                <a:lnTo>
                  <a:pt x="142875" y="628650"/>
                </a:lnTo>
                <a:lnTo>
                  <a:pt x="142875" y="638175"/>
                </a:lnTo>
                <a:lnTo>
                  <a:pt x="161925" y="638175"/>
                </a:lnTo>
                <a:lnTo>
                  <a:pt x="161925" y="657225"/>
                </a:lnTo>
                <a:lnTo>
                  <a:pt x="142875" y="657225"/>
                </a:lnTo>
                <a:lnTo>
                  <a:pt x="142875" y="666750"/>
                </a:lnTo>
                <a:lnTo>
                  <a:pt x="133350" y="666750"/>
                </a:lnTo>
                <a:lnTo>
                  <a:pt x="133350" y="647700"/>
                </a:lnTo>
                <a:lnTo>
                  <a:pt x="123825" y="647700"/>
                </a:lnTo>
                <a:lnTo>
                  <a:pt x="123825" y="628650"/>
                </a:lnTo>
                <a:lnTo>
                  <a:pt x="95250" y="628650"/>
                </a:lnTo>
                <a:lnTo>
                  <a:pt x="95250" y="619125"/>
                </a:lnTo>
                <a:lnTo>
                  <a:pt x="85725" y="619125"/>
                </a:lnTo>
                <a:close/>
                <a:moveTo>
                  <a:pt x="1000125" y="600075"/>
                </a:moveTo>
                <a:lnTo>
                  <a:pt x="1009650" y="600075"/>
                </a:lnTo>
                <a:lnTo>
                  <a:pt x="1009650" y="609600"/>
                </a:lnTo>
                <a:lnTo>
                  <a:pt x="1019175" y="609600"/>
                </a:lnTo>
                <a:lnTo>
                  <a:pt x="1019175" y="638175"/>
                </a:lnTo>
                <a:lnTo>
                  <a:pt x="1009650" y="638175"/>
                </a:lnTo>
                <a:lnTo>
                  <a:pt x="1009650" y="647700"/>
                </a:lnTo>
                <a:lnTo>
                  <a:pt x="990600" y="647700"/>
                </a:lnTo>
                <a:lnTo>
                  <a:pt x="990600" y="628650"/>
                </a:lnTo>
                <a:lnTo>
                  <a:pt x="1000125" y="628650"/>
                </a:lnTo>
                <a:close/>
                <a:moveTo>
                  <a:pt x="1190625" y="600075"/>
                </a:moveTo>
                <a:lnTo>
                  <a:pt x="1209675" y="600075"/>
                </a:lnTo>
                <a:lnTo>
                  <a:pt x="1209675" y="609600"/>
                </a:lnTo>
                <a:lnTo>
                  <a:pt x="1200150" y="609600"/>
                </a:lnTo>
                <a:lnTo>
                  <a:pt x="1200150" y="619125"/>
                </a:lnTo>
                <a:lnTo>
                  <a:pt x="1190625" y="619125"/>
                </a:lnTo>
                <a:lnTo>
                  <a:pt x="1190625" y="628650"/>
                </a:lnTo>
                <a:lnTo>
                  <a:pt x="1200150" y="628650"/>
                </a:lnTo>
                <a:lnTo>
                  <a:pt x="1200150" y="647700"/>
                </a:lnTo>
                <a:lnTo>
                  <a:pt x="1209675" y="647700"/>
                </a:lnTo>
                <a:lnTo>
                  <a:pt x="1209675" y="657225"/>
                </a:lnTo>
                <a:lnTo>
                  <a:pt x="1190625" y="657225"/>
                </a:lnTo>
                <a:lnTo>
                  <a:pt x="1190625" y="638175"/>
                </a:lnTo>
                <a:lnTo>
                  <a:pt x="1181100" y="638175"/>
                </a:lnTo>
                <a:lnTo>
                  <a:pt x="1181100" y="609600"/>
                </a:lnTo>
                <a:lnTo>
                  <a:pt x="1190625" y="609600"/>
                </a:lnTo>
                <a:close/>
                <a:moveTo>
                  <a:pt x="1085850" y="619125"/>
                </a:moveTo>
                <a:lnTo>
                  <a:pt x="1095375" y="619125"/>
                </a:lnTo>
                <a:lnTo>
                  <a:pt x="1095375" y="628650"/>
                </a:lnTo>
                <a:lnTo>
                  <a:pt x="1085850" y="628650"/>
                </a:lnTo>
                <a:close/>
                <a:moveTo>
                  <a:pt x="1152525" y="628650"/>
                </a:moveTo>
                <a:lnTo>
                  <a:pt x="1162050" y="628650"/>
                </a:lnTo>
                <a:lnTo>
                  <a:pt x="1162050" y="638175"/>
                </a:lnTo>
                <a:lnTo>
                  <a:pt x="1152525" y="638175"/>
                </a:lnTo>
                <a:close/>
                <a:moveTo>
                  <a:pt x="400050" y="638175"/>
                </a:moveTo>
                <a:lnTo>
                  <a:pt x="419100" y="638175"/>
                </a:lnTo>
                <a:lnTo>
                  <a:pt x="419100" y="666750"/>
                </a:lnTo>
                <a:lnTo>
                  <a:pt x="400050" y="666750"/>
                </a:lnTo>
                <a:close/>
                <a:moveTo>
                  <a:pt x="1085850" y="638175"/>
                </a:moveTo>
                <a:lnTo>
                  <a:pt x="1095375" y="638175"/>
                </a:lnTo>
                <a:lnTo>
                  <a:pt x="1095375" y="647700"/>
                </a:lnTo>
                <a:lnTo>
                  <a:pt x="1085850" y="647700"/>
                </a:lnTo>
                <a:close/>
                <a:moveTo>
                  <a:pt x="533400" y="647700"/>
                </a:moveTo>
                <a:lnTo>
                  <a:pt x="561975" y="647700"/>
                </a:lnTo>
                <a:lnTo>
                  <a:pt x="561975" y="657225"/>
                </a:lnTo>
                <a:lnTo>
                  <a:pt x="533400" y="657225"/>
                </a:lnTo>
                <a:close/>
                <a:moveTo>
                  <a:pt x="571500" y="647700"/>
                </a:moveTo>
                <a:lnTo>
                  <a:pt x="619125" y="647700"/>
                </a:lnTo>
                <a:lnTo>
                  <a:pt x="619125" y="657225"/>
                </a:lnTo>
                <a:lnTo>
                  <a:pt x="571500" y="657225"/>
                </a:lnTo>
                <a:close/>
                <a:moveTo>
                  <a:pt x="1009650" y="647700"/>
                </a:moveTo>
                <a:lnTo>
                  <a:pt x="1019175" y="647700"/>
                </a:lnTo>
                <a:lnTo>
                  <a:pt x="1019175" y="657225"/>
                </a:lnTo>
                <a:lnTo>
                  <a:pt x="1009650" y="657225"/>
                </a:lnTo>
                <a:close/>
                <a:moveTo>
                  <a:pt x="542925" y="666750"/>
                </a:moveTo>
                <a:lnTo>
                  <a:pt x="561975" y="666750"/>
                </a:lnTo>
                <a:lnTo>
                  <a:pt x="561975" y="676275"/>
                </a:lnTo>
                <a:lnTo>
                  <a:pt x="542925" y="676275"/>
                </a:lnTo>
                <a:close/>
                <a:moveTo>
                  <a:pt x="590550" y="666750"/>
                </a:moveTo>
                <a:lnTo>
                  <a:pt x="619125" y="666750"/>
                </a:lnTo>
                <a:lnTo>
                  <a:pt x="619125" y="676275"/>
                </a:lnTo>
                <a:lnTo>
                  <a:pt x="590550" y="676275"/>
                </a:lnTo>
                <a:close/>
                <a:moveTo>
                  <a:pt x="666750" y="666750"/>
                </a:moveTo>
                <a:lnTo>
                  <a:pt x="685800" y="666750"/>
                </a:lnTo>
                <a:lnTo>
                  <a:pt x="685800" y="676275"/>
                </a:lnTo>
                <a:lnTo>
                  <a:pt x="666750" y="676275"/>
                </a:lnTo>
                <a:close/>
                <a:moveTo>
                  <a:pt x="771525" y="666750"/>
                </a:moveTo>
                <a:lnTo>
                  <a:pt x="800100" y="666750"/>
                </a:lnTo>
                <a:lnTo>
                  <a:pt x="800100" y="676275"/>
                </a:lnTo>
                <a:lnTo>
                  <a:pt x="771525" y="676275"/>
                </a:lnTo>
                <a:close/>
                <a:moveTo>
                  <a:pt x="952500" y="666750"/>
                </a:moveTo>
                <a:lnTo>
                  <a:pt x="971550" y="666750"/>
                </a:lnTo>
                <a:lnTo>
                  <a:pt x="971550" y="676275"/>
                </a:lnTo>
                <a:lnTo>
                  <a:pt x="952500" y="676275"/>
                </a:lnTo>
                <a:close/>
                <a:moveTo>
                  <a:pt x="409575" y="676275"/>
                </a:moveTo>
                <a:lnTo>
                  <a:pt x="428625" y="676275"/>
                </a:lnTo>
                <a:lnTo>
                  <a:pt x="428625" y="685800"/>
                </a:lnTo>
                <a:lnTo>
                  <a:pt x="409575" y="685800"/>
                </a:lnTo>
                <a:close/>
                <a:moveTo>
                  <a:pt x="1133475" y="676275"/>
                </a:moveTo>
                <a:lnTo>
                  <a:pt x="1143000" y="676275"/>
                </a:lnTo>
                <a:lnTo>
                  <a:pt x="1143000" y="685800"/>
                </a:lnTo>
                <a:lnTo>
                  <a:pt x="1133475" y="685800"/>
                </a:lnTo>
                <a:close/>
                <a:moveTo>
                  <a:pt x="1162050" y="695325"/>
                </a:moveTo>
                <a:lnTo>
                  <a:pt x="1171575" y="695325"/>
                </a:lnTo>
                <a:lnTo>
                  <a:pt x="1171575" y="704850"/>
                </a:lnTo>
                <a:lnTo>
                  <a:pt x="1162050" y="704850"/>
                </a:lnTo>
                <a:close/>
                <a:moveTo>
                  <a:pt x="1133475" y="704850"/>
                </a:moveTo>
                <a:lnTo>
                  <a:pt x="1143000" y="704850"/>
                </a:lnTo>
                <a:lnTo>
                  <a:pt x="1143000" y="714375"/>
                </a:lnTo>
                <a:lnTo>
                  <a:pt x="1152525" y="714375"/>
                </a:lnTo>
                <a:lnTo>
                  <a:pt x="1152525" y="733425"/>
                </a:lnTo>
                <a:lnTo>
                  <a:pt x="1123950" y="733425"/>
                </a:lnTo>
                <a:lnTo>
                  <a:pt x="1123950" y="723900"/>
                </a:lnTo>
                <a:lnTo>
                  <a:pt x="1095375" y="723900"/>
                </a:lnTo>
                <a:lnTo>
                  <a:pt x="1095375" y="771525"/>
                </a:lnTo>
                <a:lnTo>
                  <a:pt x="1085850" y="771525"/>
                </a:lnTo>
                <a:lnTo>
                  <a:pt x="1085850" y="800100"/>
                </a:lnTo>
                <a:lnTo>
                  <a:pt x="1076325" y="800100"/>
                </a:lnTo>
                <a:lnTo>
                  <a:pt x="1076325" y="809625"/>
                </a:lnTo>
                <a:lnTo>
                  <a:pt x="1057275" y="809625"/>
                </a:lnTo>
                <a:lnTo>
                  <a:pt x="1057275" y="800100"/>
                </a:lnTo>
                <a:lnTo>
                  <a:pt x="1038225" y="800100"/>
                </a:lnTo>
                <a:lnTo>
                  <a:pt x="1038225" y="809625"/>
                </a:lnTo>
                <a:lnTo>
                  <a:pt x="1028700" y="809625"/>
                </a:lnTo>
                <a:lnTo>
                  <a:pt x="1028700" y="800100"/>
                </a:lnTo>
                <a:lnTo>
                  <a:pt x="1019175" y="800100"/>
                </a:lnTo>
                <a:lnTo>
                  <a:pt x="1019175" y="790575"/>
                </a:lnTo>
                <a:lnTo>
                  <a:pt x="1009650" y="790575"/>
                </a:lnTo>
                <a:lnTo>
                  <a:pt x="1009650" y="781050"/>
                </a:lnTo>
                <a:lnTo>
                  <a:pt x="1019175" y="781050"/>
                </a:lnTo>
                <a:lnTo>
                  <a:pt x="1019175" y="790575"/>
                </a:lnTo>
                <a:lnTo>
                  <a:pt x="1047750" y="790575"/>
                </a:lnTo>
                <a:lnTo>
                  <a:pt x="1047750" y="781050"/>
                </a:lnTo>
                <a:lnTo>
                  <a:pt x="1066800" y="781050"/>
                </a:lnTo>
                <a:lnTo>
                  <a:pt x="1066800" y="762000"/>
                </a:lnTo>
                <a:lnTo>
                  <a:pt x="1076325" y="762000"/>
                </a:lnTo>
                <a:lnTo>
                  <a:pt x="1076325" y="733425"/>
                </a:lnTo>
                <a:lnTo>
                  <a:pt x="1085850" y="733425"/>
                </a:lnTo>
                <a:lnTo>
                  <a:pt x="1085850" y="714375"/>
                </a:lnTo>
                <a:lnTo>
                  <a:pt x="1133475" y="714375"/>
                </a:lnTo>
                <a:close/>
                <a:moveTo>
                  <a:pt x="409575" y="714375"/>
                </a:moveTo>
                <a:lnTo>
                  <a:pt x="419100" y="714375"/>
                </a:lnTo>
                <a:lnTo>
                  <a:pt x="419100" y="723900"/>
                </a:lnTo>
                <a:lnTo>
                  <a:pt x="409575" y="723900"/>
                </a:lnTo>
                <a:close/>
                <a:moveTo>
                  <a:pt x="581025" y="714375"/>
                </a:moveTo>
                <a:lnTo>
                  <a:pt x="600075" y="714375"/>
                </a:lnTo>
                <a:lnTo>
                  <a:pt x="600075" y="723900"/>
                </a:lnTo>
                <a:lnTo>
                  <a:pt x="581025" y="723900"/>
                </a:lnTo>
                <a:close/>
                <a:moveTo>
                  <a:pt x="628650" y="714375"/>
                </a:moveTo>
                <a:lnTo>
                  <a:pt x="647700" y="714375"/>
                </a:lnTo>
                <a:lnTo>
                  <a:pt x="647700" y="733425"/>
                </a:lnTo>
                <a:lnTo>
                  <a:pt x="685800" y="733425"/>
                </a:lnTo>
                <a:lnTo>
                  <a:pt x="685800" y="742950"/>
                </a:lnTo>
                <a:lnTo>
                  <a:pt x="695325" y="742950"/>
                </a:lnTo>
                <a:lnTo>
                  <a:pt x="695325" y="733425"/>
                </a:lnTo>
                <a:lnTo>
                  <a:pt x="781050" y="733425"/>
                </a:lnTo>
                <a:lnTo>
                  <a:pt x="781050" y="742950"/>
                </a:lnTo>
                <a:lnTo>
                  <a:pt x="771525" y="742950"/>
                </a:lnTo>
                <a:lnTo>
                  <a:pt x="771525" y="752475"/>
                </a:lnTo>
                <a:lnTo>
                  <a:pt x="781050" y="752475"/>
                </a:lnTo>
                <a:lnTo>
                  <a:pt x="781050" y="742950"/>
                </a:lnTo>
                <a:lnTo>
                  <a:pt x="809625" y="742950"/>
                </a:lnTo>
                <a:lnTo>
                  <a:pt x="809625" y="771525"/>
                </a:lnTo>
                <a:lnTo>
                  <a:pt x="819150" y="771525"/>
                </a:lnTo>
                <a:lnTo>
                  <a:pt x="819150" y="781050"/>
                </a:lnTo>
                <a:lnTo>
                  <a:pt x="828675" y="781050"/>
                </a:lnTo>
                <a:lnTo>
                  <a:pt x="828675" y="771525"/>
                </a:lnTo>
                <a:lnTo>
                  <a:pt x="847725" y="771525"/>
                </a:lnTo>
                <a:lnTo>
                  <a:pt x="847725" y="790575"/>
                </a:lnTo>
                <a:lnTo>
                  <a:pt x="828675" y="790575"/>
                </a:lnTo>
                <a:lnTo>
                  <a:pt x="828675" y="800100"/>
                </a:lnTo>
                <a:lnTo>
                  <a:pt x="809625" y="800100"/>
                </a:lnTo>
                <a:lnTo>
                  <a:pt x="809625" y="809625"/>
                </a:lnTo>
                <a:lnTo>
                  <a:pt x="781050" y="809625"/>
                </a:lnTo>
                <a:lnTo>
                  <a:pt x="781050" y="790575"/>
                </a:lnTo>
                <a:lnTo>
                  <a:pt x="800100" y="790575"/>
                </a:lnTo>
                <a:lnTo>
                  <a:pt x="800100" y="781050"/>
                </a:lnTo>
                <a:lnTo>
                  <a:pt x="771525" y="781050"/>
                </a:lnTo>
                <a:lnTo>
                  <a:pt x="771525" y="762000"/>
                </a:lnTo>
                <a:lnTo>
                  <a:pt x="762000" y="762000"/>
                </a:lnTo>
                <a:lnTo>
                  <a:pt x="762000" y="752475"/>
                </a:lnTo>
                <a:lnTo>
                  <a:pt x="742950" y="752475"/>
                </a:lnTo>
                <a:lnTo>
                  <a:pt x="742950" y="742950"/>
                </a:lnTo>
                <a:lnTo>
                  <a:pt x="704850" y="742950"/>
                </a:lnTo>
                <a:lnTo>
                  <a:pt x="704850" y="762000"/>
                </a:lnTo>
                <a:lnTo>
                  <a:pt x="695325" y="762000"/>
                </a:lnTo>
                <a:lnTo>
                  <a:pt x="695325" y="790575"/>
                </a:lnTo>
                <a:lnTo>
                  <a:pt x="676275" y="790575"/>
                </a:lnTo>
                <a:lnTo>
                  <a:pt x="676275" y="800100"/>
                </a:lnTo>
                <a:lnTo>
                  <a:pt x="666750" y="800100"/>
                </a:lnTo>
                <a:lnTo>
                  <a:pt x="666750" y="809625"/>
                </a:lnTo>
                <a:lnTo>
                  <a:pt x="638175" y="809625"/>
                </a:lnTo>
                <a:lnTo>
                  <a:pt x="638175" y="800100"/>
                </a:lnTo>
                <a:lnTo>
                  <a:pt x="647700" y="800100"/>
                </a:lnTo>
                <a:lnTo>
                  <a:pt x="647700" y="781050"/>
                </a:lnTo>
                <a:lnTo>
                  <a:pt x="657225" y="781050"/>
                </a:lnTo>
                <a:lnTo>
                  <a:pt x="657225" y="752475"/>
                </a:lnTo>
                <a:lnTo>
                  <a:pt x="647700" y="752475"/>
                </a:lnTo>
                <a:lnTo>
                  <a:pt x="647700" y="771525"/>
                </a:lnTo>
                <a:lnTo>
                  <a:pt x="638175" y="771525"/>
                </a:lnTo>
                <a:lnTo>
                  <a:pt x="638175" y="790575"/>
                </a:lnTo>
                <a:lnTo>
                  <a:pt x="628650" y="790575"/>
                </a:lnTo>
                <a:lnTo>
                  <a:pt x="628650" y="800100"/>
                </a:lnTo>
                <a:lnTo>
                  <a:pt x="619125" y="800100"/>
                </a:lnTo>
                <a:lnTo>
                  <a:pt x="619125" y="809625"/>
                </a:lnTo>
                <a:lnTo>
                  <a:pt x="581025" y="809625"/>
                </a:lnTo>
                <a:lnTo>
                  <a:pt x="581025" y="800100"/>
                </a:lnTo>
                <a:lnTo>
                  <a:pt x="600075" y="800100"/>
                </a:lnTo>
                <a:lnTo>
                  <a:pt x="600075" y="781050"/>
                </a:lnTo>
                <a:lnTo>
                  <a:pt x="609600" y="781050"/>
                </a:lnTo>
                <a:lnTo>
                  <a:pt x="609600" y="771525"/>
                </a:lnTo>
                <a:lnTo>
                  <a:pt x="600075" y="771525"/>
                </a:lnTo>
                <a:lnTo>
                  <a:pt x="600075" y="742950"/>
                </a:lnTo>
                <a:lnTo>
                  <a:pt x="590550" y="742950"/>
                </a:lnTo>
                <a:lnTo>
                  <a:pt x="590550" y="733425"/>
                </a:lnTo>
                <a:lnTo>
                  <a:pt x="628650" y="733425"/>
                </a:lnTo>
                <a:lnTo>
                  <a:pt x="628650" y="752475"/>
                </a:lnTo>
                <a:lnTo>
                  <a:pt x="638175" y="752475"/>
                </a:lnTo>
                <a:lnTo>
                  <a:pt x="638175" y="723900"/>
                </a:lnTo>
                <a:lnTo>
                  <a:pt x="628650" y="723900"/>
                </a:lnTo>
                <a:close/>
                <a:moveTo>
                  <a:pt x="666750" y="714375"/>
                </a:moveTo>
                <a:lnTo>
                  <a:pt x="685800" y="714375"/>
                </a:lnTo>
                <a:lnTo>
                  <a:pt x="685800" y="723900"/>
                </a:lnTo>
                <a:lnTo>
                  <a:pt x="666750" y="723900"/>
                </a:lnTo>
                <a:close/>
                <a:moveTo>
                  <a:pt x="752475" y="714375"/>
                </a:moveTo>
                <a:lnTo>
                  <a:pt x="762000" y="714375"/>
                </a:lnTo>
                <a:lnTo>
                  <a:pt x="762000" y="723900"/>
                </a:lnTo>
                <a:lnTo>
                  <a:pt x="752475" y="723900"/>
                </a:lnTo>
                <a:close/>
                <a:moveTo>
                  <a:pt x="47625" y="723900"/>
                </a:moveTo>
                <a:lnTo>
                  <a:pt x="66675" y="723900"/>
                </a:lnTo>
                <a:lnTo>
                  <a:pt x="66675" y="733425"/>
                </a:lnTo>
                <a:lnTo>
                  <a:pt x="76200" y="733425"/>
                </a:lnTo>
                <a:lnTo>
                  <a:pt x="76200" y="742950"/>
                </a:lnTo>
                <a:lnTo>
                  <a:pt x="66675" y="742950"/>
                </a:lnTo>
                <a:lnTo>
                  <a:pt x="66675" y="752475"/>
                </a:lnTo>
                <a:lnTo>
                  <a:pt x="57150" y="752475"/>
                </a:lnTo>
                <a:lnTo>
                  <a:pt x="57150" y="733425"/>
                </a:lnTo>
                <a:lnTo>
                  <a:pt x="47625" y="733425"/>
                </a:lnTo>
                <a:close/>
                <a:moveTo>
                  <a:pt x="314325" y="723900"/>
                </a:moveTo>
                <a:lnTo>
                  <a:pt x="323850" y="723900"/>
                </a:lnTo>
                <a:lnTo>
                  <a:pt x="323850" y="733425"/>
                </a:lnTo>
                <a:lnTo>
                  <a:pt x="342900" y="733425"/>
                </a:lnTo>
                <a:lnTo>
                  <a:pt x="342900" y="742950"/>
                </a:lnTo>
                <a:lnTo>
                  <a:pt x="352425" y="742950"/>
                </a:lnTo>
                <a:lnTo>
                  <a:pt x="352425" y="771525"/>
                </a:lnTo>
                <a:lnTo>
                  <a:pt x="314325" y="771525"/>
                </a:lnTo>
                <a:lnTo>
                  <a:pt x="314325" y="742950"/>
                </a:lnTo>
                <a:lnTo>
                  <a:pt x="304800" y="742950"/>
                </a:lnTo>
                <a:lnTo>
                  <a:pt x="304800" y="733425"/>
                </a:lnTo>
                <a:lnTo>
                  <a:pt x="314325" y="733425"/>
                </a:lnTo>
                <a:close/>
                <a:moveTo>
                  <a:pt x="495300" y="723900"/>
                </a:moveTo>
                <a:lnTo>
                  <a:pt x="514350" y="723900"/>
                </a:lnTo>
                <a:lnTo>
                  <a:pt x="514350" y="733425"/>
                </a:lnTo>
                <a:lnTo>
                  <a:pt x="571500" y="733425"/>
                </a:lnTo>
                <a:lnTo>
                  <a:pt x="571500" y="771525"/>
                </a:lnTo>
                <a:lnTo>
                  <a:pt x="552450" y="771525"/>
                </a:lnTo>
                <a:lnTo>
                  <a:pt x="552450" y="790575"/>
                </a:lnTo>
                <a:lnTo>
                  <a:pt x="542925" y="790575"/>
                </a:lnTo>
                <a:lnTo>
                  <a:pt x="542925" y="781050"/>
                </a:lnTo>
                <a:lnTo>
                  <a:pt x="533400" y="781050"/>
                </a:lnTo>
                <a:lnTo>
                  <a:pt x="533400" y="790575"/>
                </a:lnTo>
                <a:lnTo>
                  <a:pt x="542925" y="790575"/>
                </a:lnTo>
                <a:lnTo>
                  <a:pt x="542925" y="800100"/>
                </a:lnTo>
                <a:lnTo>
                  <a:pt x="523875" y="800100"/>
                </a:lnTo>
                <a:lnTo>
                  <a:pt x="523875" y="809625"/>
                </a:lnTo>
                <a:lnTo>
                  <a:pt x="457200" y="809625"/>
                </a:lnTo>
                <a:lnTo>
                  <a:pt x="457200" y="790575"/>
                </a:lnTo>
                <a:lnTo>
                  <a:pt x="466725" y="790575"/>
                </a:lnTo>
                <a:lnTo>
                  <a:pt x="466725" y="771525"/>
                </a:lnTo>
                <a:lnTo>
                  <a:pt x="485775" y="771525"/>
                </a:lnTo>
                <a:lnTo>
                  <a:pt x="485775" y="781050"/>
                </a:lnTo>
                <a:lnTo>
                  <a:pt x="504825" y="781050"/>
                </a:lnTo>
                <a:lnTo>
                  <a:pt x="504825" y="733425"/>
                </a:lnTo>
                <a:lnTo>
                  <a:pt x="495300" y="733425"/>
                </a:lnTo>
                <a:close/>
                <a:moveTo>
                  <a:pt x="114300" y="733425"/>
                </a:moveTo>
                <a:lnTo>
                  <a:pt x="133350" y="733425"/>
                </a:lnTo>
                <a:lnTo>
                  <a:pt x="133350" y="742950"/>
                </a:lnTo>
                <a:lnTo>
                  <a:pt x="114300" y="742950"/>
                </a:lnTo>
                <a:close/>
                <a:moveTo>
                  <a:pt x="171450" y="733425"/>
                </a:moveTo>
                <a:lnTo>
                  <a:pt x="209550" y="733425"/>
                </a:lnTo>
                <a:lnTo>
                  <a:pt x="209550" y="742950"/>
                </a:lnTo>
                <a:lnTo>
                  <a:pt x="200025" y="742950"/>
                </a:lnTo>
                <a:lnTo>
                  <a:pt x="200025" y="762000"/>
                </a:lnTo>
                <a:lnTo>
                  <a:pt x="209550" y="762000"/>
                </a:lnTo>
                <a:lnTo>
                  <a:pt x="209550" y="771525"/>
                </a:lnTo>
                <a:lnTo>
                  <a:pt x="219075" y="771525"/>
                </a:lnTo>
                <a:lnTo>
                  <a:pt x="219075" y="752475"/>
                </a:lnTo>
                <a:lnTo>
                  <a:pt x="209550" y="752475"/>
                </a:lnTo>
                <a:lnTo>
                  <a:pt x="209550" y="742950"/>
                </a:lnTo>
                <a:lnTo>
                  <a:pt x="228600" y="742950"/>
                </a:lnTo>
                <a:lnTo>
                  <a:pt x="228600" y="733425"/>
                </a:lnTo>
                <a:lnTo>
                  <a:pt x="257175" y="733425"/>
                </a:lnTo>
                <a:lnTo>
                  <a:pt x="257175" y="742950"/>
                </a:lnTo>
                <a:lnTo>
                  <a:pt x="295275" y="742950"/>
                </a:lnTo>
                <a:lnTo>
                  <a:pt x="295275" y="771525"/>
                </a:lnTo>
                <a:lnTo>
                  <a:pt x="285750" y="771525"/>
                </a:lnTo>
                <a:lnTo>
                  <a:pt x="285750" y="762000"/>
                </a:lnTo>
                <a:lnTo>
                  <a:pt x="276225" y="762000"/>
                </a:lnTo>
                <a:lnTo>
                  <a:pt x="276225" y="752475"/>
                </a:lnTo>
                <a:lnTo>
                  <a:pt x="266700" y="752475"/>
                </a:lnTo>
                <a:lnTo>
                  <a:pt x="266700" y="781050"/>
                </a:lnTo>
                <a:lnTo>
                  <a:pt x="276225" y="781050"/>
                </a:lnTo>
                <a:lnTo>
                  <a:pt x="276225" y="790575"/>
                </a:lnTo>
                <a:lnTo>
                  <a:pt x="295275" y="790575"/>
                </a:lnTo>
                <a:lnTo>
                  <a:pt x="295275" y="809625"/>
                </a:lnTo>
                <a:lnTo>
                  <a:pt x="266700" y="809625"/>
                </a:lnTo>
                <a:lnTo>
                  <a:pt x="266700" y="800100"/>
                </a:lnTo>
                <a:lnTo>
                  <a:pt x="257175" y="800100"/>
                </a:lnTo>
                <a:lnTo>
                  <a:pt x="257175" y="790575"/>
                </a:lnTo>
                <a:lnTo>
                  <a:pt x="247650" y="790575"/>
                </a:lnTo>
                <a:lnTo>
                  <a:pt x="247650" y="800100"/>
                </a:lnTo>
                <a:lnTo>
                  <a:pt x="228600" y="800100"/>
                </a:lnTo>
                <a:lnTo>
                  <a:pt x="228600" y="790575"/>
                </a:lnTo>
                <a:lnTo>
                  <a:pt x="209550" y="790575"/>
                </a:lnTo>
                <a:lnTo>
                  <a:pt x="209550" y="800100"/>
                </a:lnTo>
                <a:lnTo>
                  <a:pt x="200025" y="800100"/>
                </a:lnTo>
                <a:lnTo>
                  <a:pt x="200025" y="781050"/>
                </a:lnTo>
                <a:lnTo>
                  <a:pt x="190500" y="781050"/>
                </a:lnTo>
                <a:lnTo>
                  <a:pt x="190500" y="809625"/>
                </a:lnTo>
                <a:lnTo>
                  <a:pt x="161925" y="809625"/>
                </a:lnTo>
                <a:lnTo>
                  <a:pt x="161925" y="790575"/>
                </a:lnTo>
                <a:lnTo>
                  <a:pt x="171450" y="790575"/>
                </a:lnTo>
                <a:lnTo>
                  <a:pt x="171450" y="781050"/>
                </a:lnTo>
                <a:lnTo>
                  <a:pt x="180975" y="781050"/>
                </a:lnTo>
                <a:lnTo>
                  <a:pt x="180975" y="742950"/>
                </a:lnTo>
                <a:lnTo>
                  <a:pt x="171450" y="742950"/>
                </a:lnTo>
                <a:close/>
                <a:moveTo>
                  <a:pt x="428625" y="733425"/>
                </a:moveTo>
                <a:lnTo>
                  <a:pt x="438150" y="733425"/>
                </a:lnTo>
                <a:lnTo>
                  <a:pt x="438150" y="781050"/>
                </a:lnTo>
                <a:lnTo>
                  <a:pt x="419100" y="781050"/>
                </a:lnTo>
                <a:lnTo>
                  <a:pt x="419100" y="771525"/>
                </a:lnTo>
                <a:lnTo>
                  <a:pt x="409575" y="771525"/>
                </a:lnTo>
                <a:lnTo>
                  <a:pt x="409575" y="762000"/>
                </a:lnTo>
                <a:lnTo>
                  <a:pt x="428625" y="762000"/>
                </a:lnTo>
                <a:close/>
                <a:moveTo>
                  <a:pt x="485775" y="733425"/>
                </a:moveTo>
                <a:lnTo>
                  <a:pt x="495300" y="733425"/>
                </a:lnTo>
                <a:lnTo>
                  <a:pt x="495300" y="742950"/>
                </a:lnTo>
                <a:lnTo>
                  <a:pt x="485775" y="742950"/>
                </a:lnTo>
                <a:close/>
                <a:moveTo>
                  <a:pt x="895350" y="733425"/>
                </a:moveTo>
                <a:lnTo>
                  <a:pt x="914400" y="733425"/>
                </a:lnTo>
                <a:lnTo>
                  <a:pt x="914400" y="742950"/>
                </a:lnTo>
                <a:lnTo>
                  <a:pt x="895350" y="742950"/>
                </a:lnTo>
                <a:close/>
                <a:moveTo>
                  <a:pt x="962025" y="733425"/>
                </a:moveTo>
                <a:lnTo>
                  <a:pt x="1009650" y="733425"/>
                </a:lnTo>
                <a:lnTo>
                  <a:pt x="1009650" y="771525"/>
                </a:lnTo>
                <a:lnTo>
                  <a:pt x="990600" y="771525"/>
                </a:lnTo>
                <a:lnTo>
                  <a:pt x="990600" y="800100"/>
                </a:lnTo>
                <a:lnTo>
                  <a:pt x="971550" y="800100"/>
                </a:lnTo>
                <a:lnTo>
                  <a:pt x="971550" y="790575"/>
                </a:lnTo>
                <a:lnTo>
                  <a:pt x="952500" y="790575"/>
                </a:lnTo>
                <a:lnTo>
                  <a:pt x="952500" y="800100"/>
                </a:lnTo>
                <a:lnTo>
                  <a:pt x="942975" y="800100"/>
                </a:lnTo>
                <a:lnTo>
                  <a:pt x="942975" y="790575"/>
                </a:lnTo>
                <a:lnTo>
                  <a:pt x="923925" y="790575"/>
                </a:lnTo>
                <a:lnTo>
                  <a:pt x="923925" y="809625"/>
                </a:lnTo>
                <a:lnTo>
                  <a:pt x="914400" y="809625"/>
                </a:lnTo>
                <a:lnTo>
                  <a:pt x="914400" y="800100"/>
                </a:lnTo>
                <a:lnTo>
                  <a:pt x="904875" y="800100"/>
                </a:lnTo>
                <a:lnTo>
                  <a:pt x="904875" y="790575"/>
                </a:lnTo>
                <a:lnTo>
                  <a:pt x="914400" y="790575"/>
                </a:lnTo>
                <a:lnTo>
                  <a:pt x="914400" y="781050"/>
                </a:lnTo>
                <a:lnTo>
                  <a:pt x="895350" y="781050"/>
                </a:lnTo>
                <a:lnTo>
                  <a:pt x="895350" y="771525"/>
                </a:lnTo>
                <a:lnTo>
                  <a:pt x="904875" y="771525"/>
                </a:lnTo>
                <a:lnTo>
                  <a:pt x="904875" y="752475"/>
                </a:lnTo>
                <a:lnTo>
                  <a:pt x="914400" y="752475"/>
                </a:lnTo>
                <a:lnTo>
                  <a:pt x="914400" y="742950"/>
                </a:lnTo>
                <a:lnTo>
                  <a:pt x="923925" y="742950"/>
                </a:lnTo>
                <a:lnTo>
                  <a:pt x="923925" y="752475"/>
                </a:lnTo>
                <a:lnTo>
                  <a:pt x="933450" y="752475"/>
                </a:lnTo>
                <a:lnTo>
                  <a:pt x="933450" y="742950"/>
                </a:lnTo>
                <a:lnTo>
                  <a:pt x="942975" y="742950"/>
                </a:lnTo>
                <a:lnTo>
                  <a:pt x="942975" y="781050"/>
                </a:lnTo>
                <a:lnTo>
                  <a:pt x="981075" y="781050"/>
                </a:lnTo>
                <a:lnTo>
                  <a:pt x="981075" y="762000"/>
                </a:lnTo>
                <a:lnTo>
                  <a:pt x="971550" y="762000"/>
                </a:lnTo>
                <a:lnTo>
                  <a:pt x="971550" y="752475"/>
                </a:lnTo>
                <a:lnTo>
                  <a:pt x="981075" y="752475"/>
                </a:lnTo>
                <a:lnTo>
                  <a:pt x="981075" y="742950"/>
                </a:lnTo>
                <a:lnTo>
                  <a:pt x="962025" y="742950"/>
                </a:lnTo>
                <a:close/>
                <a:moveTo>
                  <a:pt x="95250" y="742950"/>
                </a:moveTo>
                <a:lnTo>
                  <a:pt x="114300" y="742950"/>
                </a:lnTo>
                <a:lnTo>
                  <a:pt x="114300" y="752475"/>
                </a:lnTo>
                <a:lnTo>
                  <a:pt x="95250" y="752475"/>
                </a:lnTo>
                <a:close/>
                <a:moveTo>
                  <a:pt x="142875" y="742950"/>
                </a:moveTo>
                <a:lnTo>
                  <a:pt x="152400" y="742950"/>
                </a:lnTo>
                <a:lnTo>
                  <a:pt x="152400" y="752475"/>
                </a:lnTo>
                <a:lnTo>
                  <a:pt x="142875" y="752475"/>
                </a:lnTo>
                <a:close/>
                <a:moveTo>
                  <a:pt x="161925" y="742950"/>
                </a:moveTo>
                <a:lnTo>
                  <a:pt x="171450" y="742950"/>
                </a:lnTo>
                <a:lnTo>
                  <a:pt x="171450" y="762000"/>
                </a:lnTo>
                <a:lnTo>
                  <a:pt x="161925" y="762000"/>
                </a:lnTo>
                <a:close/>
                <a:moveTo>
                  <a:pt x="371475" y="742950"/>
                </a:moveTo>
                <a:lnTo>
                  <a:pt x="390525" y="742950"/>
                </a:lnTo>
                <a:lnTo>
                  <a:pt x="390525" y="771525"/>
                </a:lnTo>
                <a:lnTo>
                  <a:pt x="381000" y="771525"/>
                </a:lnTo>
                <a:lnTo>
                  <a:pt x="381000" y="781050"/>
                </a:lnTo>
                <a:lnTo>
                  <a:pt x="371475" y="781050"/>
                </a:lnTo>
                <a:lnTo>
                  <a:pt x="371475" y="809625"/>
                </a:lnTo>
                <a:lnTo>
                  <a:pt x="342900" y="809625"/>
                </a:lnTo>
                <a:lnTo>
                  <a:pt x="342900" y="800100"/>
                </a:lnTo>
                <a:lnTo>
                  <a:pt x="352425" y="800100"/>
                </a:lnTo>
                <a:lnTo>
                  <a:pt x="352425" y="790575"/>
                </a:lnTo>
                <a:lnTo>
                  <a:pt x="361950" y="790575"/>
                </a:lnTo>
                <a:lnTo>
                  <a:pt x="361950" y="781050"/>
                </a:lnTo>
                <a:lnTo>
                  <a:pt x="352425" y="781050"/>
                </a:lnTo>
                <a:lnTo>
                  <a:pt x="352425" y="771525"/>
                </a:lnTo>
                <a:lnTo>
                  <a:pt x="371475" y="771525"/>
                </a:lnTo>
                <a:close/>
                <a:moveTo>
                  <a:pt x="714375" y="752475"/>
                </a:moveTo>
                <a:lnTo>
                  <a:pt x="723900" y="752475"/>
                </a:lnTo>
                <a:lnTo>
                  <a:pt x="723900" y="762000"/>
                </a:lnTo>
                <a:lnTo>
                  <a:pt x="714375" y="762000"/>
                </a:lnTo>
                <a:close/>
                <a:moveTo>
                  <a:pt x="1152525" y="752475"/>
                </a:moveTo>
                <a:lnTo>
                  <a:pt x="1162050" y="752475"/>
                </a:lnTo>
                <a:lnTo>
                  <a:pt x="1162050" y="781050"/>
                </a:lnTo>
                <a:lnTo>
                  <a:pt x="1152525" y="781050"/>
                </a:lnTo>
                <a:close/>
                <a:moveTo>
                  <a:pt x="19050" y="762000"/>
                </a:moveTo>
                <a:lnTo>
                  <a:pt x="28575" y="762000"/>
                </a:lnTo>
                <a:lnTo>
                  <a:pt x="28575" y="771525"/>
                </a:lnTo>
                <a:lnTo>
                  <a:pt x="19050" y="771525"/>
                </a:lnTo>
                <a:close/>
                <a:moveTo>
                  <a:pt x="152400" y="762000"/>
                </a:moveTo>
                <a:lnTo>
                  <a:pt x="161925" y="762000"/>
                </a:lnTo>
                <a:lnTo>
                  <a:pt x="161925" y="771525"/>
                </a:lnTo>
                <a:lnTo>
                  <a:pt x="152400" y="771525"/>
                </a:lnTo>
                <a:close/>
                <a:moveTo>
                  <a:pt x="723900" y="762000"/>
                </a:moveTo>
                <a:lnTo>
                  <a:pt x="742950" y="762000"/>
                </a:lnTo>
                <a:lnTo>
                  <a:pt x="742950" y="771525"/>
                </a:lnTo>
                <a:lnTo>
                  <a:pt x="762000" y="771525"/>
                </a:lnTo>
                <a:lnTo>
                  <a:pt x="762000" y="790575"/>
                </a:lnTo>
                <a:lnTo>
                  <a:pt x="752475" y="790575"/>
                </a:lnTo>
                <a:lnTo>
                  <a:pt x="752475" y="800100"/>
                </a:lnTo>
                <a:lnTo>
                  <a:pt x="742950" y="800100"/>
                </a:lnTo>
                <a:lnTo>
                  <a:pt x="742950" y="781050"/>
                </a:lnTo>
                <a:lnTo>
                  <a:pt x="733425" y="781050"/>
                </a:lnTo>
                <a:lnTo>
                  <a:pt x="733425" y="771525"/>
                </a:lnTo>
                <a:lnTo>
                  <a:pt x="723900" y="771525"/>
                </a:lnTo>
                <a:close/>
                <a:moveTo>
                  <a:pt x="866775" y="762000"/>
                </a:moveTo>
                <a:lnTo>
                  <a:pt x="885825" y="762000"/>
                </a:lnTo>
                <a:lnTo>
                  <a:pt x="885825" y="771525"/>
                </a:lnTo>
                <a:lnTo>
                  <a:pt x="866775" y="771525"/>
                </a:lnTo>
                <a:close/>
                <a:moveTo>
                  <a:pt x="1019175" y="762000"/>
                </a:moveTo>
                <a:lnTo>
                  <a:pt x="1028700" y="762000"/>
                </a:lnTo>
                <a:lnTo>
                  <a:pt x="1028700" y="771525"/>
                </a:lnTo>
                <a:lnTo>
                  <a:pt x="1019175" y="771525"/>
                </a:lnTo>
                <a:close/>
                <a:moveTo>
                  <a:pt x="1123950" y="762000"/>
                </a:moveTo>
                <a:lnTo>
                  <a:pt x="1133475" y="762000"/>
                </a:lnTo>
                <a:lnTo>
                  <a:pt x="1133475" y="771525"/>
                </a:lnTo>
                <a:lnTo>
                  <a:pt x="1143000" y="771525"/>
                </a:lnTo>
                <a:lnTo>
                  <a:pt x="1143000" y="790575"/>
                </a:lnTo>
                <a:lnTo>
                  <a:pt x="1104900" y="790575"/>
                </a:lnTo>
                <a:lnTo>
                  <a:pt x="1104900" y="781050"/>
                </a:lnTo>
                <a:lnTo>
                  <a:pt x="1114425" y="781050"/>
                </a:lnTo>
                <a:lnTo>
                  <a:pt x="1114425" y="771525"/>
                </a:lnTo>
                <a:lnTo>
                  <a:pt x="1123950" y="771525"/>
                </a:lnTo>
                <a:close/>
                <a:moveTo>
                  <a:pt x="47625" y="771525"/>
                </a:moveTo>
                <a:lnTo>
                  <a:pt x="66675" y="771525"/>
                </a:lnTo>
                <a:lnTo>
                  <a:pt x="66675" y="781050"/>
                </a:lnTo>
                <a:lnTo>
                  <a:pt x="47625" y="781050"/>
                </a:lnTo>
                <a:close/>
                <a:moveTo>
                  <a:pt x="228600" y="771525"/>
                </a:moveTo>
                <a:lnTo>
                  <a:pt x="247650" y="771525"/>
                </a:lnTo>
                <a:lnTo>
                  <a:pt x="247650" y="762000"/>
                </a:lnTo>
                <a:lnTo>
                  <a:pt x="228600" y="762000"/>
                </a:lnTo>
                <a:close/>
                <a:moveTo>
                  <a:pt x="533400" y="771525"/>
                </a:moveTo>
                <a:lnTo>
                  <a:pt x="542925" y="771525"/>
                </a:lnTo>
                <a:lnTo>
                  <a:pt x="542925" y="762000"/>
                </a:lnTo>
                <a:lnTo>
                  <a:pt x="533400" y="762000"/>
                </a:lnTo>
                <a:close/>
                <a:moveTo>
                  <a:pt x="38100" y="781050"/>
                </a:moveTo>
                <a:lnTo>
                  <a:pt x="47625" y="781050"/>
                </a:lnTo>
                <a:lnTo>
                  <a:pt x="47625" y="800100"/>
                </a:lnTo>
                <a:lnTo>
                  <a:pt x="57150" y="800100"/>
                </a:lnTo>
                <a:lnTo>
                  <a:pt x="57150" y="790575"/>
                </a:lnTo>
                <a:lnTo>
                  <a:pt x="66675" y="790575"/>
                </a:lnTo>
                <a:lnTo>
                  <a:pt x="66675" y="809625"/>
                </a:lnTo>
                <a:lnTo>
                  <a:pt x="19050" y="809625"/>
                </a:lnTo>
                <a:lnTo>
                  <a:pt x="19050" y="800100"/>
                </a:lnTo>
                <a:lnTo>
                  <a:pt x="28575" y="800100"/>
                </a:lnTo>
                <a:lnTo>
                  <a:pt x="28575" y="790575"/>
                </a:lnTo>
                <a:lnTo>
                  <a:pt x="38100" y="790575"/>
                </a:lnTo>
                <a:close/>
                <a:moveTo>
                  <a:pt x="114300" y="781050"/>
                </a:moveTo>
                <a:lnTo>
                  <a:pt x="142875" y="781050"/>
                </a:lnTo>
                <a:lnTo>
                  <a:pt x="142875" y="790575"/>
                </a:lnTo>
                <a:lnTo>
                  <a:pt x="133350" y="790575"/>
                </a:lnTo>
                <a:lnTo>
                  <a:pt x="133350" y="809625"/>
                </a:lnTo>
                <a:lnTo>
                  <a:pt x="123825" y="809625"/>
                </a:lnTo>
                <a:lnTo>
                  <a:pt x="123825" y="800100"/>
                </a:lnTo>
                <a:lnTo>
                  <a:pt x="114300" y="800100"/>
                </a:lnTo>
                <a:close/>
                <a:moveTo>
                  <a:pt x="304800" y="781050"/>
                </a:moveTo>
                <a:lnTo>
                  <a:pt x="314325" y="781050"/>
                </a:lnTo>
                <a:lnTo>
                  <a:pt x="314325" y="790575"/>
                </a:lnTo>
                <a:lnTo>
                  <a:pt x="304800" y="790575"/>
                </a:lnTo>
                <a:close/>
                <a:moveTo>
                  <a:pt x="857250" y="781050"/>
                </a:moveTo>
                <a:lnTo>
                  <a:pt x="866775" y="781050"/>
                </a:lnTo>
                <a:lnTo>
                  <a:pt x="866775" y="790575"/>
                </a:lnTo>
                <a:lnTo>
                  <a:pt x="857250" y="790575"/>
                </a:lnTo>
                <a:close/>
                <a:moveTo>
                  <a:pt x="142875" y="790575"/>
                </a:moveTo>
                <a:lnTo>
                  <a:pt x="152400" y="790575"/>
                </a:lnTo>
                <a:lnTo>
                  <a:pt x="152400" y="809625"/>
                </a:lnTo>
                <a:lnTo>
                  <a:pt x="142875" y="809625"/>
                </a:lnTo>
                <a:close/>
                <a:moveTo>
                  <a:pt x="695325" y="790575"/>
                </a:moveTo>
                <a:lnTo>
                  <a:pt x="714375" y="790575"/>
                </a:lnTo>
                <a:lnTo>
                  <a:pt x="714375" y="809625"/>
                </a:lnTo>
                <a:lnTo>
                  <a:pt x="704850" y="809625"/>
                </a:lnTo>
                <a:lnTo>
                  <a:pt x="704850" y="800100"/>
                </a:lnTo>
                <a:lnTo>
                  <a:pt x="695325" y="800100"/>
                </a:lnTo>
                <a:close/>
                <a:moveTo>
                  <a:pt x="95250" y="800100"/>
                </a:moveTo>
                <a:lnTo>
                  <a:pt x="104775" y="800100"/>
                </a:lnTo>
                <a:lnTo>
                  <a:pt x="104775" y="809625"/>
                </a:lnTo>
                <a:lnTo>
                  <a:pt x="95250" y="809625"/>
                </a:lnTo>
                <a:close/>
              </a:path>
            </a:pathLst>
          </a:custGeom>
          <a:solidFill xmlns:a="http://schemas.openxmlformats.org/drawingml/2006/main">
            <a:srgbClr val="F9F8F4"/>
          </a:solidFill>
          <a:ln xmlns:a="http://schemas.openxmlformats.org/drawingml/2006/main" w="0">
            <a:noFill/>
          </a:ln>
        </p:spPr>
      </p:sp>
      <p:sp>
        <p:nvSpPr>
          <p:cNvPr id="130" name="v11 vector #f9f8f3">
            <a:extLst xmlns:a="http://schemas.openxmlformats.org/drawingml/2006/main">
              <a:ext uri="{FF2B5EF4-FFF2-40B4-BE49-F238E27FC236}">
                <a16:creationId xmlns:a16="http://schemas.microsoft.com/office/drawing/2014/main" id="{C9545EEB-DD69-461E-98F9-7F4933FEC0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8250" y="3609975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19050" y="0"/>
                </a:moveTo>
                <a:lnTo>
                  <a:pt x="38100" y="0"/>
                </a:lnTo>
                <a:lnTo>
                  <a:pt x="38100" y="28575"/>
                </a:lnTo>
                <a:lnTo>
                  <a:pt x="19050" y="28575"/>
                </a:lnTo>
                <a:close/>
                <a:moveTo>
                  <a:pt x="361950" y="0"/>
                </a:moveTo>
                <a:lnTo>
                  <a:pt x="371475" y="0"/>
                </a:lnTo>
                <a:lnTo>
                  <a:pt x="371475" y="9525"/>
                </a:lnTo>
                <a:lnTo>
                  <a:pt x="361950" y="9525"/>
                </a:lnTo>
                <a:close/>
                <a:moveTo>
                  <a:pt x="866775" y="0"/>
                </a:moveTo>
                <a:lnTo>
                  <a:pt x="885825" y="0"/>
                </a:lnTo>
                <a:lnTo>
                  <a:pt x="885825" y="9525"/>
                </a:lnTo>
                <a:lnTo>
                  <a:pt x="904875" y="9525"/>
                </a:lnTo>
                <a:lnTo>
                  <a:pt x="904875" y="19050"/>
                </a:lnTo>
                <a:lnTo>
                  <a:pt x="876300" y="19050"/>
                </a:lnTo>
                <a:lnTo>
                  <a:pt x="876300" y="9525"/>
                </a:lnTo>
                <a:lnTo>
                  <a:pt x="866775" y="9525"/>
                </a:lnTo>
                <a:close/>
                <a:moveTo>
                  <a:pt x="1095375" y="0"/>
                </a:moveTo>
                <a:lnTo>
                  <a:pt x="1114425" y="0"/>
                </a:lnTo>
                <a:lnTo>
                  <a:pt x="1114425" y="9525"/>
                </a:lnTo>
                <a:lnTo>
                  <a:pt x="1095375" y="9525"/>
                </a:lnTo>
                <a:close/>
                <a:moveTo>
                  <a:pt x="1162050" y="0"/>
                </a:moveTo>
                <a:lnTo>
                  <a:pt x="1190625" y="0"/>
                </a:lnTo>
                <a:lnTo>
                  <a:pt x="1190625" y="9525"/>
                </a:lnTo>
                <a:lnTo>
                  <a:pt x="1181100" y="9525"/>
                </a:lnTo>
                <a:lnTo>
                  <a:pt x="1181100" y="19050"/>
                </a:lnTo>
                <a:lnTo>
                  <a:pt x="1171575" y="19050"/>
                </a:lnTo>
                <a:lnTo>
                  <a:pt x="1171575" y="9525"/>
                </a:lnTo>
                <a:lnTo>
                  <a:pt x="1162050" y="9525"/>
                </a:lnTo>
                <a:close/>
                <a:moveTo>
                  <a:pt x="371475" y="9525"/>
                </a:moveTo>
                <a:lnTo>
                  <a:pt x="381000" y="9525"/>
                </a:lnTo>
                <a:lnTo>
                  <a:pt x="381000" y="19050"/>
                </a:lnTo>
                <a:lnTo>
                  <a:pt x="371475" y="19050"/>
                </a:lnTo>
                <a:close/>
                <a:moveTo>
                  <a:pt x="1181100" y="19050"/>
                </a:moveTo>
                <a:lnTo>
                  <a:pt x="1190625" y="19050"/>
                </a:lnTo>
                <a:lnTo>
                  <a:pt x="1190625" y="28575"/>
                </a:lnTo>
                <a:lnTo>
                  <a:pt x="1181100" y="28575"/>
                </a:lnTo>
                <a:close/>
                <a:moveTo>
                  <a:pt x="1162050" y="38100"/>
                </a:moveTo>
                <a:lnTo>
                  <a:pt x="1171575" y="38100"/>
                </a:lnTo>
                <a:lnTo>
                  <a:pt x="1171575" y="47625"/>
                </a:lnTo>
                <a:lnTo>
                  <a:pt x="1162050" y="47625"/>
                </a:lnTo>
                <a:close/>
                <a:moveTo>
                  <a:pt x="0" y="47625"/>
                </a:moveTo>
                <a:lnTo>
                  <a:pt x="19050" y="47625"/>
                </a:lnTo>
                <a:lnTo>
                  <a:pt x="19050" y="57150"/>
                </a:lnTo>
                <a:lnTo>
                  <a:pt x="0" y="57150"/>
                </a:lnTo>
                <a:close/>
                <a:moveTo>
                  <a:pt x="1171575" y="47625"/>
                </a:moveTo>
                <a:lnTo>
                  <a:pt x="1190625" y="47625"/>
                </a:lnTo>
                <a:lnTo>
                  <a:pt x="1190625" y="76200"/>
                </a:lnTo>
                <a:lnTo>
                  <a:pt x="1181100" y="76200"/>
                </a:lnTo>
                <a:lnTo>
                  <a:pt x="1181100" y="66675"/>
                </a:lnTo>
                <a:lnTo>
                  <a:pt x="1171575" y="66675"/>
                </a:lnTo>
                <a:close/>
                <a:moveTo>
                  <a:pt x="1104900" y="57150"/>
                </a:moveTo>
                <a:lnTo>
                  <a:pt x="1123950" y="57150"/>
                </a:lnTo>
                <a:lnTo>
                  <a:pt x="1123950" y="66675"/>
                </a:lnTo>
                <a:lnTo>
                  <a:pt x="1104900" y="66675"/>
                </a:lnTo>
                <a:close/>
                <a:moveTo>
                  <a:pt x="1114425" y="76200"/>
                </a:moveTo>
                <a:lnTo>
                  <a:pt x="1123950" y="76200"/>
                </a:lnTo>
                <a:lnTo>
                  <a:pt x="1123950" y="85725"/>
                </a:lnTo>
                <a:lnTo>
                  <a:pt x="1114425" y="85725"/>
                </a:lnTo>
                <a:close/>
                <a:moveTo>
                  <a:pt x="1143000" y="104775"/>
                </a:moveTo>
                <a:lnTo>
                  <a:pt x="1162050" y="104775"/>
                </a:lnTo>
                <a:lnTo>
                  <a:pt x="1162050" y="114300"/>
                </a:lnTo>
                <a:lnTo>
                  <a:pt x="1171575" y="114300"/>
                </a:lnTo>
                <a:lnTo>
                  <a:pt x="1171575" y="104775"/>
                </a:lnTo>
                <a:lnTo>
                  <a:pt x="1181100" y="104775"/>
                </a:lnTo>
                <a:lnTo>
                  <a:pt x="1181100" y="133350"/>
                </a:lnTo>
                <a:lnTo>
                  <a:pt x="1162050" y="133350"/>
                </a:lnTo>
                <a:lnTo>
                  <a:pt x="1162050" y="123825"/>
                </a:lnTo>
                <a:lnTo>
                  <a:pt x="1152525" y="123825"/>
                </a:lnTo>
                <a:lnTo>
                  <a:pt x="1152525" y="114300"/>
                </a:lnTo>
                <a:lnTo>
                  <a:pt x="1143000" y="114300"/>
                </a:lnTo>
                <a:close/>
                <a:moveTo>
                  <a:pt x="1133475" y="114300"/>
                </a:moveTo>
                <a:lnTo>
                  <a:pt x="1143000" y="114300"/>
                </a:lnTo>
                <a:lnTo>
                  <a:pt x="1143000" y="133350"/>
                </a:lnTo>
                <a:lnTo>
                  <a:pt x="1133475" y="133350"/>
                </a:lnTo>
                <a:lnTo>
                  <a:pt x="1133475" y="142875"/>
                </a:lnTo>
                <a:lnTo>
                  <a:pt x="1114425" y="142875"/>
                </a:lnTo>
                <a:lnTo>
                  <a:pt x="1114425" y="123825"/>
                </a:lnTo>
                <a:lnTo>
                  <a:pt x="1133475" y="123825"/>
                </a:lnTo>
                <a:close/>
                <a:moveTo>
                  <a:pt x="1104900" y="180975"/>
                </a:moveTo>
                <a:lnTo>
                  <a:pt x="1114425" y="180975"/>
                </a:lnTo>
                <a:lnTo>
                  <a:pt x="1114425" y="190500"/>
                </a:lnTo>
                <a:lnTo>
                  <a:pt x="1104900" y="190500"/>
                </a:lnTo>
                <a:close/>
                <a:moveTo>
                  <a:pt x="838200" y="190500"/>
                </a:moveTo>
                <a:lnTo>
                  <a:pt x="847725" y="190500"/>
                </a:lnTo>
                <a:lnTo>
                  <a:pt x="847725" y="200025"/>
                </a:lnTo>
                <a:lnTo>
                  <a:pt x="838200" y="200025"/>
                </a:lnTo>
                <a:close/>
                <a:moveTo>
                  <a:pt x="1000125" y="190500"/>
                </a:moveTo>
                <a:lnTo>
                  <a:pt x="1009650" y="190500"/>
                </a:lnTo>
                <a:lnTo>
                  <a:pt x="1009650" y="209550"/>
                </a:lnTo>
                <a:lnTo>
                  <a:pt x="990600" y="209550"/>
                </a:lnTo>
                <a:lnTo>
                  <a:pt x="990600" y="200025"/>
                </a:lnTo>
                <a:lnTo>
                  <a:pt x="1000125" y="200025"/>
                </a:lnTo>
                <a:close/>
                <a:moveTo>
                  <a:pt x="1200150" y="190500"/>
                </a:moveTo>
                <a:lnTo>
                  <a:pt x="1209675" y="190500"/>
                </a:lnTo>
                <a:lnTo>
                  <a:pt x="1209675" y="200025"/>
                </a:lnTo>
                <a:lnTo>
                  <a:pt x="1200150" y="200025"/>
                </a:lnTo>
                <a:close/>
                <a:moveTo>
                  <a:pt x="104775" y="209550"/>
                </a:moveTo>
                <a:lnTo>
                  <a:pt x="114300" y="209550"/>
                </a:lnTo>
                <a:lnTo>
                  <a:pt x="114300" y="219075"/>
                </a:lnTo>
                <a:lnTo>
                  <a:pt x="123825" y="219075"/>
                </a:lnTo>
                <a:lnTo>
                  <a:pt x="123825" y="228600"/>
                </a:lnTo>
                <a:lnTo>
                  <a:pt x="114300" y="228600"/>
                </a:lnTo>
                <a:lnTo>
                  <a:pt x="114300" y="238125"/>
                </a:lnTo>
                <a:lnTo>
                  <a:pt x="95250" y="238125"/>
                </a:lnTo>
                <a:lnTo>
                  <a:pt x="95250" y="247650"/>
                </a:lnTo>
                <a:lnTo>
                  <a:pt x="85725" y="247650"/>
                </a:lnTo>
                <a:lnTo>
                  <a:pt x="85725" y="219075"/>
                </a:lnTo>
                <a:lnTo>
                  <a:pt x="104775" y="219075"/>
                </a:lnTo>
                <a:close/>
                <a:moveTo>
                  <a:pt x="142875" y="209550"/>
                </a:moveTo>
                <a:lnTo>
                  <a:pt x="152400" y="209550"/>
                </a:lnTo>
                <a:lnTo>
                  <a:pt x="152400" y="219075"/>
                </a:lnTo>
                <a:lnTo>
                  <a:pt x="142875" y="219075"/>
                </a:lnTo>
                <a:close/>
                <a:moveTo>
                  <a:pt x="381000" y="209550"/>
                </a:moveTo>
                <a:lnTo>
                  <a:pt x="390525" y="209550"/>
                </a:lnTo>
                <a:lnTo>
                  <a:pt x="390525" y="219075"/>
                </a:lnTo>
                <a:lnTo>
                  <a:pt x="381000" y="219075"/>
                </a:lnTo>
                <a:close/>
                <a:moveTo>
                  <a:pt x="714375" y="209550"/>
                </a:moveTo>
                <a:lnTo>
                  <a:pt x="723900" y="209550"/>
                </a:lnTo>
                <a:lnTo>
                  <a:pt x="723900" y="228600"/>
                </a:lnTo>
                <a:lnTo>
                  <a:pt x="714375" y="228600"/>
                </a:lnTo>
                <a:close/>
                <a:moveTo>
                  <a:pt x="733425" y="209550"/>
                </a:moveTo>
                <a:lnTo>
                  <a:pt x="742950" y="209550"/>
                </a:lnTo>
                <a:lnTo>
                  <a:pt x="742950" y="219075"/>
                </a:lnTo>
                <a:lnTo>
                  <a:pt x="733425" y="219075"/>
                </a:lnTo>
                <a:close/>
                <a:moveTo>
                  <a:pt x="1104900" y="219075"/>
                </a:moveTo>
                <a:lnTo>
                  <a:pt x="1114425" y="219075"/>
                </a:lnTo>
                <a:lnTo>
                  <a:pt x="1114425" y="238125"/>
                </a:lnTo>
                <a:lnTo>
                  <a:pt x="1104900" y="238125"/>
                </a:lnTo>
                <a:close/>
                <a:moveTo>
                  <a:pt x="123825" y="228600"/>
                </a:moveTo>
                <a:lnTo>
                  <a:pt x="133350" y="228600"/>
                </a:lnTo>
                <a:lnTo>
                  <a:pt x="133350" y="238125"/>
                </a:lnTo>
                <a:lnTo>
                  <a:pt x="123825" y="238125"/>
                </a:lnTo>
                <a:close/>
                <a:moveTo>
                  <a:pt x="1123950" y="228600"/>
                </a:moveTo>
                <a:lnTo>
                  <a:pt x="1133475" y="228600"/>
                </a:lnTo>
                <a:lnTo>
                  <a:pt x="1133475" y="238125"/>
                </a:lnTo>
                <a:lnTo>
                  <a:pt x="1123950" y="238125"/>
                </a:lnTo>
                <a:close/>
                <a:moveTo>
                  <a:pt x="723900" y="257175"/>
                </a:moveTo>
                <a:lnTo>
                  <a:pt x="733425" y="257175"/>
                </a:lnTo>
                <a:lnTo>
                  <a:pt x="733425" y="266700"/>
                </a:lnTo>
                <a:lnTo>
                  <a:pt x="723900" y="266700"/>
                </a:lnTo>
                <a:close/>
                <a:moveTo>
                  <a:pt x="85725" y="266700"/>
                </a:moveTo>
                <a:lnTo>
                  <a:pt x="95250" y="266700"/>
                </a:lnTo>
                <a:lnTo>
                  <a:pt x="95250" y="285750"/>
                </a:lnTo>
                <a:lnTo>
                  <a:pt x="85725" y="285750"/>
                </a:lnTo>
                <a:close/>
                <a:moveTo>
                  <a:pt x="104775" y="276225"/>
                </a:moveTo>
                <a:lnTo>
                  <a:pt x="114300" y="276225"/>
                </a:lnTo>
                <a:lnTo>
                  <a:pt x="114300" y="285750"/>
                </a:lnTo>
                <a:lnTo>
                  <a:pt x="104775" y="285750"/>
                </a:lnTo>
                <a:close/>
                <a:moveTo>
                  <a:pt x="419100" y="276225"/>
                </a:moveTo>
                <a:lnTo>
                  <a:pt x="428625" y="276225"/>
                </a:lnTo>
                <a:lnTo>
                  <a:pt x="428625" y="285750"/>
                </a:lnTo>
                <a:lnTo>
                  <a:pt x="419100" y="285750"/>
                </a:lnTo>
                <a:close/>
                <a:moveTo>
                  <a:pt x="1114425" y="276225"/>
                </a:moveTo>
                <a:lnTo>
                  <a:pt x="1123950" y="276225"/>
                </a:lnTo>
                <a:lnTo>
                  <a:pt x="1123950" y="285750"/>
                </a:lnTo>
                <a:lnTo>
                  <a:pt x="1114425" y="285750"/>
                </a:lnTo>
                <a:close/>
                <a:moveTo>
                  <a:pt x="371475" y="295275"/>
                </a:moveTo>
                <a:lnTo>
                  <a:pt x="381000" y="295275"/>
                </a:lnTo>
                <a:lnTo>
                  <a:pt x="381000" y="304800"/>
                </a:lnTo>
                <a:lnTo>
                  <a:pt x="371475" y="304800"/>
                </a:lnTo>
                <a:close/>
                <a:moveTo>
                  <a:pt x="723900" y="295275"/>
                </a:moveTo>
                <a:lnTo>
                  <a:pt x="733425" y="295275"/>
                </a:lnTo>
                <a:lnTo>
                  <a:pt x="733425" y="304800"/>
                </a:lnTo>
                <a:lnTo>
                  <a:pt x="723900" y="304800"/>
                </a:lnTo>
                <a:close/>
                <a:moveTo>
                  <a:pt x="104775" y="304800"/>
                </a:moveTo>
                <a:lnTo>
                  <a:pt x="114300" y="304800"/>
                </a:lnTo>
                <a:lnTo>
                  <a:pt x="114300" y="314325"/>
                </a:lnTo>
                <a:lnTo>
                  <a:pt x="104775" y="314325"/>
                </a:lnTo>
                <a:close/>
                <a:moveTo>
                  <a:pt x="1133475" y="304800"/>
                </a:moveTo>
                <a:lnTo>
                  <a:pt x="1143000" y="304800"/>
                </a:lnTo>
                <a:lnTo>
                  <a:pt x="1143000" y="323850"/>
                </a:lnTo>
                <a:lnTo>
                  <a:pt x="1123950" y="323850"/>
                </a:lnTo>
                <a:lnTo>
                  <a:pt x="1123950" y="314325"/>
                </a:lnTo>
                <a:lnTo>
                  <a:pt x="1133475" y="314325"/>
                </a:lnTo>
                <a:close/>
                <a:moveTo>
                  <a:pt x="1171575" y="314325"/>
                </a:moveTo>
                <a:lnTo>
                  <a:pt x="1181100" y="314325"/>
                </a:lnTo>
                <a:lnTo>
                  <a:pt x="1181100" y="342900"/>
                </a:lnTo>
                <a:lnTo>
                  <a:pt x="1171575" y="342900"/>
                </a:lnTo>
                <a:close/>
                <a:moveTo>
                  <a:pt x="1085850" y="323850"/>
                </a:moveTo>
                <a:lnTo>
                  <a:pt x="1095375" y="323850"/>
                </a:lnTo>
                <a:lnTo>
                  <a:pt x="1095375" y="333375"/>
                </a:lnTo>
                <a:lnTo>
                  <a:pt x="1085850" y="333375"/>
                </a:lnTo>
                <a:close/>
                <a:moveTo>
                  <a:pt x="723900" y="333375"/>
                </a:moveTo>
                <a:lnTo>
                  <a:pt x="733425" y="333375"/>
                </a:lnTo>
                <a:lnTo>
                  <a:pt x="733425" y="342900"/>
                </a:lnTo>
                <a:lnTo>
                  <a:pt x="723900" y="342900"/>
                </a:lnTo>
                <a:close/>
                <a:moveTo>
                  <a:pt x="1200150" y="352425"/>
                </a:moveTo>
                <a:lnTo>
                  <a:pt x="1209675" y="352425"/>
                </a:lnTo>
                <a:lnTo>
                  <a:pt x="1209675" y="361950"/>
                </a:lnTo>
                <a:lnTo>
                  <a:pt x="1200150" y="361950"/>
                </a:lnTo>
                <a:close/>
                <a:moveTo>
                  <a:pt x="95250" y="361950"/>
                </a:moveTo>
                <a:lnTo>
                  <a:pt x="123825" y="361950"/>
                </a:lnTo>
                <a:lnTo>
                  <a:pt x="123825" y="419100"/>
                </a:lnTo>
                <a:lnTo>
                  <a:pt x="114300" y="419100"/>
                </a:lnTo>
                <a:lnTo>
                  <a:pt x="114300" y="428625"/>
                </a:lnTo>
                <a:lnTo>
                  <a:pt x="104775" y="428625"/>
                </a:lnTo>
                <a:lnTo>
                  <a:pt x="104775" y="419100"/>
                </a:lnTo>
                <a:lnTo>
                  <a:pt x="95250" y="419100"/>
                </a:lnTo>
                <a:lnTo>
                  <a:pt x="95250" y="390525"/>
                </a:lnTo>
                <a:lnTo>
                  <a:pt x="104775" y="390525"/>
                </a:lnTo>
                <a:lnTo>
                  <a:pt x="104775" y="371475"/>
                </a:lnTo>
                <a:lnTo>
                  <a:pt x="95250" y="371475"/>
                </a:lnTo>
                <a:close/>
                <a:moveTo>
                  <a:pt x="981075" y="371475"/>
                </a:moveTo>
                <a:lnTo>
                  <a:pt x="990600" y="371475"/>
                </a:lnTo>
                <a:lnTo>
                  <a:pt x="990600" y="390525"/>
                </a:lnTo>
                <a:lnTo>
                  <a:pt x="981075" y="390525"/>
                </a:lnTo>
                <a:close/>
                <a:moveTo>
                  <a:pt x="1000125" y="371475"/>
                </a:moveTo>
                <a:lnTo>
                  <a:pt x="1009650" y="371475"/>
                </a:lnTo>
                <a:lnTo>
                  <a:pt x="1009650" y="381000"/>
                </a:lnTo>
                <a:lnTo>
                  <a:pt x="1000125" y="381000"/>
                </a:lnTo>
                <a:close/>
                <a:moveTo>
                  <a:pt x="419100" y="400050"/>
                </a:moveTo>
                <a:lnTo>
                  <a:pt x="428625" y="400050"/>
                </a:lnTo>
                <a:lnTo>
                  <a:pt x="428625" y="409575"/>
                </a:lnTo>
                <a:lnTo>
                  <a:pt x="447675" y="409575"/>
                </a:lnTo>
                <a:lnTo>
                  <a:pt x="447675" y="400050"/>
                </a:lnTo>
                <a:lnTo>
                  <a:pt x="457200" y="400050"/>
                </a:lnTo>
                <a:lnTo>
                  <a:pt x="457200" y="419100"/>
                </a:lnTo>
                <a:lnTo>
                  <a:pt x="438150" y="419100"/>
                </a:lnTo>
                <a:lnTo>
                  <a:pt x="438150" y="438150"/>
                </a:lnTo>
                <a:lnTo>
                  <a:pt x="428625" y="438150"/>
                </a:lnTo>
                <a:lnTo>
                  <a:pt x="428625" y="428625"/>
                </a:lnTo>
                <a:lnTo>
                  <a:pt x="400050" y="428625"/>
                </a:lnTo>
                <a:lnTo>
                  <a:pt x="400050" y="438150"/>
                </a:lnTo>
                <a:lnTo>
                  <a:pt x="390525" y="438150"/>
                </a:lnTo>
                <a:lnTo>
                  <a:pt x="390525" y="447675"/>
                </a:lnTo>
                <a:lnTo>
                  <a:pt x="361950" y="447675"/>
                </a:lnTo>
                <a:lnTo>
                  <a:pt x="361950" y="428625"/>
                </a:lnTo>
                <a:lnTo>
                  <a:pt x="342900" y="428625"/>
                </a:lnTo>
                <a:lnTo>
                  <a:pt x="342900" y="409575"/>
                </a:lnTo>
                <a:lnTo>
                  <a:pt x="352425" y="409575"/>
                </a:lnTo>
                <a:lnTo>
                  <a:pt x="352425" y="419100"/>
                </a:lnTo>
                <a:lnTo>
                  <a:pt x="371475" y="419100"/>
                </a:lnTo>
                <a:lnTo>
                  <a:pt x="371475" y="409575"/>
                </a:lnTo>
                <a:lnTo>
                  <a:pt x="390525" y="409575"/>
                </a:lnTo>
                <a:lnTo>
                  <a:pt x="390525" y="419100"/>
                </a:lnTo>
                <a:lnTo>
                  <a:pt x="400050" y="419100"/>
                </a:lnTo>
                <a:lnTo>
                  <a:pt x="400050" y="409575"/>
                </a:lnTo>
                <a:lnTo>
                  <a:pt x="419100" y="409575"/>
                </a:lnTo>
                <a:close/>
                <a:moveTo>
                  <a:pt x="1181100" y="400050"/>
                </a:moveTo>
                <a:lnTo>
                  <a:pt x="1190625" y="400050"/>
                </a:lnTo>
                <a:lnTo>
                  <a:pt x="1190625" y="409575"/>
                </a:lnTo>
                <a:lnTo>
                  <a:pt x="1181100" y="409575"/>
                </a:lnTo>
                <a:close/>
                <a:moveTo>
                  <a:pt x="638175" y="409575"/>
                </a:moveTo>
                <a:lnTo>
                  <a:pt x="657225" y="409575"/>
                </a:lnTo>
                <a:lnTo>
                  <a:pt x="657225" y="428625"/>
                </a:lnTo>
                <a:lnTo>
                  <a:pt x="666750" y="428625"/>
                </a:lnTo>
                <a:lnTo>
                  <a:pt x="666750" y="447675"/>
                </a:lnTo>
                <a:lnTo>
                  <a:pt x="657225" y="447675"/>
                </a:lnTo>
                <a:lnTo>
                  <a:pt x="657225" y="438150"/>
                </a:lnTo>
                <a:lnTo>
                  <a:pt x="647700" y="438150"/>
                </a:lnTo>
                <a:lnTo>
                  <a:pt x="647700" y="447675"/>
                </a:lnTo>
                <a:lnTo>
                  <a:pt x="638175" y="447675"/>
                </a:lnTo>
                <a:close/>
                <a:moveTo>
                  <a:pt x="742950" y="409575"/>
                </a:moveTo>
                <a:lnTo>
                  <a:pt x="762000" y="409575"/>
                </a:lnTo>
                <a:lnTo>
                  <a:pt x="762000" y="438150"/>
                </a:lnTo>
                <a:lnTo>
                  <a:pt x="752475" y="438150"/>
                </a:lnTo>
                <a:lnTo>
                  <a:pt x="752475" y="447675"/>
                </a:lnTo>
                <a:lnTo>
                  <a:pt x="742950" y="447675"/>
                </a:lnTo>
                <a:lnTo>
                  <a:pt x="742950" y="438150"/>
                </a:lnTo>
                <a:lnTo>
                  <a:pt x="723900" y="438150"/>
                </a:lnTo>
                <a:lnTo>
                  <a:pt x="723900" y="428625"/>
                </a:lnTo>
                <a:lnTo>
                  <a:pt x="733425" y="428625"/>
                </a:lnTo>
                <a:lnTo>
                  <a:pt x="733425" y="419100"/>
                </a:lnTo>
                <a:lnTo>
                  <a:pt x="742950" y="419100"/>
                </a:lnTo>
                <a:close/>
                <a:moveTo>
                  <a:pt x="466725" y="419100"/>
                </a:moveTo>
                <a:lnTo>
                  <a:pt x="485775" y="419100"/>
                </a:lnTo>
                <a:lnTo>
                  <a:pt x="485775" y="428625"/>
                </a:lnTo>
                <a:lnTo>
                  <a:pt x="466725" y="428625"/>
                </a:lnTo>
                <a:close/>
                <a:moveTo>
                  <a:pt x="1143000" y="419100"/>
                </a:moveTo>
                <a:lnTo>
                  <a:pt x="1152525" y="419100"/>
                </a:lnTo>
                <a:lnTo>
                  <a:pt x="1152525" y="438150"/>
                </a:lnTo>
                <a:lnTo>
                  <a:pt x="1143000" y="438150"/>
                </a:lnTo>
                <a:close/>
                <a:moveTo>
                  <a:pt x="1162050" y="419100"/>
                </a:moveTo>
                <a:lnTo>
                  <a:pt x="1181100" y="419100"/>
                </a:lnTo>
                <a:lnTo>
                  <a:pt x="1181100" y="428625"/>
                </a:lnTo>
                <a:lnTo>
                  <a:pt x="1171575" y="428625"/>
                </a:lnTo>
                <a:lnTo>
                  <a:pt x="1171575" y="447675"/>
                </a:lnTo>
                <a:lnTo>
                  <a:pt x="1162050" y="447675"/>
                </a:lnTo>
                <a:close/>
                <a:moveTo>
                  <a:pt x="95250" y="428625"/>
                </a:moveTo>
                <a:lnTo>
                  <a:pt x="104775" y="428625"/>
                </a:lnTo>
                <a:lnTo>
                  <a:pt x="104775" y="438150"/>
                </a:lnTo>
                <a:lnTo>
                  <a:pt x="114300" y="438150"/>
                </a:lnTo>
                <a:lnTo>
                  <a:pt x="114300" y="447675"/>
                </a:lnTo>
                <a:lnTo>
                  <a:pt x="95250" y="447675"/>
                </a:lnTo>
                <a:close/>
                <a:moveTo>
                  <a:pt x="971550" y="428625"/>
                </a:moveTo>
                <a:lnTo>
                  <a:pt x="981075" y="428625"/>
                </a:lnTo>
                <a:lnTo>
                  <a:pt x="981075" y="457200"/>
                </a:lnTo>
                <a:lnTo>
                  <a:pt x="971550" y="457200"/>
                </a:lnTo>
                <a:close/>
                <a:moveTo>
                  <a:pt x="1133475" y="438150"/>
                </a:moveTo>
                <a:lnTo>
                  <a:pt x="1143000" y="438150"/>
                </a:lnTo>
                <a:lnTo>
                  <a:pt x="1143000" y="447675"/>
                </a:lnTo>
                <a:lnTo>
                  <a:pt x="1133475" y="447675"/>
                </a:lnTo>
                <a:close/>
                <a:moveTo>
                  <a:pt x="161925" y="447675"/>
                </a:moveTo>
                <a:lnTo>
                  <a:pt x="171450" y="447675"/>
                </a:lnTo>
                <a:lnTo>
                  <a:pt x="171450" y="457200"/>
                </a:lnTo>
                <a:lnTo>
                  <a:pt x="161925" y="457200"/>
                </a:lnTo>
                <a:close/>
                <a:moveTo>
                  <a:pt x="180975" y="447675"/>
                </a:moveTo>
                <a:lnTo>
                  <a:pt x="190500" y="447675"/>
                </a:lnTo>
                <a:lnTo>
                  <a:pt x="190500" y="457200"/>
                </a:lnTo>
                <a:lnTo>
                  <a:pt x="180975" y="457200"/>
                </a:lnTo>
                <a:close/>
                <a:moveTo>
                  <a:pt x="409575" y="447675"/>
                </a:moveTo>
                <a:lnTo>
                  <a:pt x="447675" y="447675"/>
                </a:lnTo>
                <a:lnTo>
                  <a:pt x="447675" y="457200"/>
                </a:lnTo>
                <a:lnTo>
                  <a:pt x="428625" y="457200"/>
                </a:lnTo>
                <a:lnTo>
                  <a:pt x="428625" y="485775"/>
                </a:lnTo>
                <a:lnTo>
                  <a:pt x="419100" y="485775"/>
                </a:lnTo>
                <a:lnTo>
                  <a:pt x="419100" y="476250"/>
                </a:lnTo>
                <a:lnTo>
                  <a:pt x="409575" y="476250"/>
                </a:lnTo>
                <a:close/>
                <a:moveTo>
                  <a:pt x="733425" y="447675"/>
                </a:moveTo>
                <a:lnTo>
                  <a:pt x="742950" y="447675"/>
                </a:lnTo>
                <a:lnTo>
                  <a:pt x="742950" y="457200"/>
                </a:lnTo>
                <a:lnTo>
                  <a:pt x="733425" y="457200"/>
                </a:lnTo>
                <a:close/>
                <a:moveTo>
                  <a:pt x="1085850" y="447675"/>
                </a:moveTo>
                <a:lnTo>
                  <a:pt x="1095375" y="447675"/>
                </a:lnTo>
                <a:lnTo>
                  <a:pt x="1095375" y="466725"/>
                </a:lnTo>
                <a:lnTo>
                  <a:pt x="1085850" y="466725"/>
                </a:lnTo>
                <a:close/>
                <a:moveTo>
                  <a:pt x="1114425" y="447675"/>
                </a:moveTo>
                <a:lnTo>
                  <a:pt x="1133475" y="447675"/>
                </a:lnTo>
                <a:lnTo>
                  <a:pt x="1133475" y="457200"/>
                </a:lnTo>
                <a:lnTo>
                  <a:pt x="1143000" y="457200"/>
                </a:lnTo>
                <a:lnTo>
                  <a:pt x="1143000" y="466725"/>
                </a:lnTo>
                <a:lnTo>
                  <a:pt x="1133475" y="466725"/>
                </a:lnTo>
                <a:lnTo>
                  <a:pt x="1133475" y="476250"/>
                </a:lnTo>
                <a:lnTo>
                  <a:pt x="1123950" y="476250"/>
                </a:lnTo>
                <a:lnTo>
                  <a:pt x="1123950" y="466725"/>
                </a:lnTo>
                <a:lnTo>
                  <a:pt x="1114425" y="466725"/>
                </a:lnTo>
                <a:close/>
                <a:moveTo>
                  <a:pt x="123825" y="457200"/>
                </a:moveTo>
                <a:lnTo>
                  <a:pt x="133350" y="457200"/>
                </a:lnTo>
                <a:lnTo>
                  <a:pt x="133350" y="466725"/>
                </a:lnTo>
                <a:lnTo>
                  <a:pt x="123825" y="466725"/>
                </a:lnTo>
                <a:close/>
                <a:moveTo>
                  <a:pt x="457200" y="457200"/>
                </a:moveTo>
                <a:lnTo>
                  <a:pt x="466725" y="457200"/>
                </a:lnTo>
                <a:lnTo>
                  <a:pt x="466725" y="466725"/>
                </a:lnTo>
                <a:lnTo>
                  <a:pt x="457200" y="466725"/>
                </a:lnTo>
                <a:close/>
                <a:moveTo>
                  <a:pt x="914400" y="457200"/>
                </a:moveTo>
                <a:lnTo>
                  <a:pt x="923925" y="457200"/>
                </a:lnTo>
                <a:lnTo>
                  <a:pt x="923925" y="466725"/>
                </a:lnTo>
                <a:lnTo>
                  <a:pt x="914400" y="466725"/>
                </a:lnTo>
                <a:close/>
                <a:moveTo>
                  <a:pt x="19050" y="476250"/>
                </a:moveTo>
                <a:lnTo>
                  <a:pt x="28575" y="476250"/>
                </a:lnTo>
                <a:lnTo>
                  <a:pt x="28575" y="485775"/>
                </a:lnTo>
                <a:lnTo>
                  <a:pt x="19050" y="485775"/>
                </a:lnTo>
                <a:close/>
                <a:moveTo>
                  <a:pt x="104775" y="476250"/>
                </a:moveTo>
                <a:lnTo>
                  <a:pt x="114300" y="476250"/>
                </a:lnTo>
                <a:lnTo>
                  <a:pt x="114300" y="485775"/>
                </a:lnTo>
                <a:lnTo>
                  <a:pt x="104775" y="485775"/>
                </a:lnTo>
                <a:close/>
                <a:moveTo>
                  <a:pt x="133350" y="476250"/>
                </a:moveTo>
                <a:lnTo>
                  <a:pt x="142875" y="476250"/>
                </a:lnTo>
                <a:lnTo>
                  <a:pt x="142875" y="485775"/>
                </a:lnTo>
                <a:lnTo>
                  <a:pt x="133350" y="485775"/>
                </a:lnTo>
                <a:close/>
                <a:moveTo>
                  <a:pt x="714375" y="476250"/>
                </a:moveTo>
                <a:lnTo>
                  <a:pt x="723900" y="476250"/>
                </a:lnTo>
                <a:lnTo>
                  <a:pt x="723900" y="485775"/>
                </a:lnTo>
                <a:lnTo>
                  <a:pt x="714375" y="485775"/>
                </a:lnTo>
                <a:close/>
                <a:moveTo>
                  <a:pt x="114300" y="485775"/>
                </a:moveTo>
                <a:lnTo>
                  <a:pt x="123825" y="485775"/>
                </a:lnTo>
                <a:lnTo>
                  <a:pt x="123825" y="504825"/>
                </a:lnTo>
                <a:lnTo>
                  <a:pt x="104775" y="504825"/>
                </a:lnTo>
                <a:lnTo>
                  <a:pt x="104775" y="495300"/>
                </a:lnTo>
                <a:lnTo>
                  <a:pt x="114300" y="495300"/>
                </a:lnTo>
                <a:close/>
                <a:moveTo>
                  <a:pt x="657225" y="495300"/>
                </a:moveTo>
                <a:lnTo>
                  <a:pt x="685800" y="495300"/>
                </a:lnTo>
                <a:lnTo>
                  <a:pt x="685800" y="504825"/>
                </a:lnTo>
                <a:lnTo>
                  <a:pt x="695325" y="504825"/>
                </a:lnTo>
                <a:lnTo>
                  <a:pt x="695325" y="514350"/>
                </a:lnTo>
                <a:lnTo>
                  <a:pt x="685800" y="514350"/>
                </a:lnTo>
                <a:lnTo>
                  <a:pt x="685800" y="523875"/>
                </a:lnTo>
                <a:lnTo>
                  <a:pt x="676275" y="523875"/>
                </a:lnTo>
                <a:lnTo>
                  <a:pt x="676275" y="514350"/>
                </a:lnTo>
                <a:lnTo>
                  <a:pt x="666750" y="514350"/>
                </a:lnTo>
                <a:lnTo>
                  <a:pt x="666750" y="504825"/>
                </a:lnTo>
                <a:lnTo>
                  <a:pt x="657225" y="504825"/>
                </a:lnTo>
                <a:close/>
                <a:moveTo>
                  <a:pt x="733425" y="495300"/>
                </a:moveTo>
                <a:lnTo>
                  <a:pt x="742950" y="495300"/>
                </a:lnTo>
                <a:lnTo>
                  <a:pt x="742950" y="504825"/>
                </a:lnTo>
                <a:lnTo>
                  <a:pt x="733425" y="504825"/>
                </a:lnTo>
                <a:close/>
                <a:moveTo>
                  <a:pt x="1171575" y="495300"/>
                </a:moveTo>
                <a:lnTo>
                  <a:pt x="1190625" y="495300"/>
                </a:lnTo>
                <a:lnTo>
                  <a:pt x="1190625" y="504825"/>
                </a:lnTo>
                <a:lnTo>
                  <a:pt x="1171575" y="504825"/>
                </a:lnTo>
                <a:close/>
                <a:moveTo>
                  <a:pt x="1085850" y="504825"/>
                </a:moveTo>
                <a:lnTo>
                  <a:pt x="1095375" y="504825"/>
                </a:lnTo>
                <a:lnTo>
                  <a:pt x="1095375" y="514350"/>
                </a:lnTo>
                <a:lnTo>
                  <a:pt x="1085850" y="514350"/>
                </a:lnTo>
                <a:close/>
                <a:moveTo>
                  <a:pt x="1190625" y="504825"/>
                </a:moveTo>
                <a:lnTo>
                  <a:pt x="1200150" y="504825"/>
                </a:lnTo>
                <a:lnTo>
                  <a:pt x="1200150" y="533400"/>
                </a:lnTo>
                <a:lnTo>
                  <a:pt x="1190625" y="533400"/>
                </a:lnTo>
                <a:close/>
                <a:moveTo>
                  <a:pt x="1123950" y="514350"/>
                </a:moveTo>
                <a:lnTo>
                  <a:pt x="1133475" y="514350"/>
                </a:lnTo>
                <a:lnTo>
                  <a:pt x="1133475" y="533400"/>
                </a:lnTo>
                <a:lnTo>
                  <a:pt x="1123950" y="533400"/>
                </a:lnTo>
                <a:close/>
                <a:moveTo>
                  <a:pt x="114300" y="523875"/>
                </a:moveTo>
                <a:lnTo>
                  <a:pt x="123825" y="523875"/>
                </a:lnTo>
                <a:lnTo>
                  <a:pt x="123825" y="533400"/>
                </a:lnTo>
                <a:lnTo>
                  <a:pt x="114300" y="533400"/>
                </a:lnTo>
                <a:close/>
                <a:moveTo>
                  <a:pt x="1085850" y="523875"/>
                </a:moveTo>
                <a:lnTo>
                  <a:pt x="1095375" y="523875"/>
                </a:lnTo>
                <a:lnTo>
                  <a:pt x="1095375" y="533400"/>
                </a:lnTo>
                <a:lnTo>
                  <a:pt x="1085850" y="533400"/>
                </a:lnTo>
                <a:close/>
                <a:moveTo>
                  <a:pt x="104775" y="542925"/>
                </a:moveTo>
                <a:lnTo>
                  <a:pt x="123825" y="542925"/>
                </a:lnTo>
                <a:lnTo>
                  <a:pt x="123825" y="552450"/>
                </a:lnTo>
                <a:lnTo>
                  <a:pt x="114300" y="552450"/>
                </a:lnTo>
                <a:lnTo>
                  <a:pt x="114300" y="571500"/>
                </a:lnTo>
                <a:lnTo>
                  <a:pt x="85725" y="571500"/>
                </a:lnTo>
                <a:lnTo>
                  <a:pt x="85725" y="552450"/>
                </a:lnTo>
                <a:lnTo>
                  <a:pt x="95250" y="552450"/>
                </a:lnTo>
                <a:lnTo>
                  <a:pt x="95250" y="561975"/>
                </a:lnTo>
                <a:lnTo>
                  <a:pt x="104775" y="561975"/>
                </a:lnTo>
                <a:close/>
                <a:moveTo>
                  <a:pt x="1009650" y="542925"/>
                </a:moveTo>
                <a:lnTo>
                  <a:pt x="1019175" y="542925"/>
                </a:lnTo>
                <a:lnTo>
                  <a:pt x="1019175" y="552450"/>
                </a:lnTo>
                <a:lnTo>
                  <a:pt x="1009650" y="552450"/>
                </a:lnTo>
                <a:close/>
                <a:moveTo>
                  <a:pt x="1162050" y="542925"/>
                </a:moveTo>
                <a:lnTo>
                  <a:pt x="1181100" y="542925"/>
                </a:lnTo>
                <a:lnTo>
                  <a:pt x="1181100" y="571500"/>
                </a:lnTo>
                <a:lnTo>
                  <a:pt x="1190625" y="571500"/>
                </a:lnTo>
                <a:lnTo>
                  <a:pt x="1190625" y="581025"/>
                </a:lnTo>
                <a:lnTo>
                  <a:pt x="1171575" y="581025"/>
                </a:lnTo>
                <a:lnTo>
                  <a:pt x="1171575" y="590550"/>
                </a:lnTo>
                <a:lnTo>
                  <a:pt x="1162050" y="590550"/>
                </a:lnTo>
                <a:lnTo>
                  <a:pt x="1162050" y="600075"/>
                </a:lnTo>
                <a:lnTo>
                  <a:pt x="1152525" y="600075"/>
                </a:lnTo>
                <a:lnTo>
                  <a:pt x="1152525" y="590550"/>
                </a:lnTo>
                <a:lnTo>
                  <a:pt x="1143000" y="590550"/>
                </a:lnTo>
                <a:lnTo>
                  <a:pt x="1143000" y="571500"/>
                </a:lnTo>
                <a:lnTo>
                  <a:pt x="1162050" y="571500"/>
                </a:lnTo>
                <a:close/>
                <a:moveTo>
                  <a:pt x="9525" y="552450"/>
                </a:moveTo>
                <a:lnTo>
                  <a:pt x="19050" y="552450"/>
                </a:lnTo>
                <a:lnTo>
                  <a:pt x="19050" y="571500"/>
                </a:lnTo>
                <a:lnTo>
                  <a:pt x="9525" y="571500"/>
                </a:lnTo>
                <a:close/>
                <a:moveTo>
                  <a:pt x="1085850" y="609600"/>
                </a:moveTo>
                <a:lnTo>
                  <a:pt x="1095375" y="609600"/>
                </a:lnTo>
                <a:lnTo>
                  <a:pt x="1095375" y="619125"/>
                </a:lnTo>
                <a:lnTo>
                  <a:pt x="1085850" y="619125"/>
                </a:lnTo>
                <a:close/>
                <a:moveTo>
                  <a:pt x="1200150" y="609600"/>
                </a:moveTo>
                <a:lnTo>
                  <a:pt x="1209675" y="609600"/>
                </a:lnTo>
                <a:lnTo>
                  <a:pt x="1209675" y="619125"/>
                </a:lnTo>
                <a:lnTo>
                  <a:pt x="1200150" y="619125"/>
                </a:lnTo>
                <a:close/>
                <a:moveTo>
                  <a:pt x="1095375" y="619125"/>
                </a:moveTo>
                <a:lnTo>
                  <a:pt x="1104900" y="619125"/>
                </a:lnTo>
                <a:lnTo>
                  <a:pt x="1104900" y="628650"/>
                </a:lnTo>
                <a:lnTo>
                  <a:pt x="1114425" y="628650"/>
                </a:lnTo>
                <a:lnTo>
                  <a:pt x="1114425" y="647700"/>
                </a:lnTo>
                <a:lnTo>
                  <a:pt x="1104900" y="647700"/>
                </a:lnTo>
                <a:lnTo>
                  <a:pt x="1104900" y="666750"/>
                </a:lnTo>
                <a:lnTo>
                  <a:pt x="1095375" y="666750"/>
                </a:lnTo>
                <a:lnTo>
                  <a:pt x="1095375" y="657225"/>
                </a:lnTo>
                <a:lnTo>
                  <a:pt x="1085850" y="657225"/>
                </a:lnTo>
                <a:lnTo>
                  <a:pt x="1085850" y="647700"/>
                </a:lnTo>
                <a:lnTo>
                  <a:pt x="1095375" y="647700"/>
                </a:lnTo>
                <a:close/>
                <a:moveTo>
                  <a:pt x="1190625" y="619125"/>
                </a:moveTo>
                <a:lnTo>
                  <a:pt x="1200150" y="619125"/>
                </a:lnTo>
                <a:lnTo>
                  <a:pt x="1200150" y="628650"/>
                </a:lnTo>
                <a:lnTo>
                  <a:pt x="1190625" y="628650"/>
                </a:lnTo>
                <a:close/>
                <a:moveTo>
                  <a:pt x="295275" y="638175"/>
                </a:moveTo>
                <a:lnTo>
                  <a:pt x="304800" y="638175"/>
                </a:lnTo>
                <a:lnTo>
                  <a:pt x="304800" y="647700"/>
                </a:lnTo>
                <a:lnTo>
                  <a:pt x="295275" y="647700"/>
                </a:lnTo>
                <a:close/>
                <a:moveTo>
                  <a:pt x="866775" y="638175"/>
                </a:moveTo>
                <a:lnTo>
                  <a:pt x="895350" y="638175"/>
                </a:lnTo>
                <a:lnTo>
                  <a:pt x="895350" y="647700"/>
                </a:lnTo>
                <a:lnTo>
                  <a:pt x="866775" y="647700"/>
                </a:lnTo>
                <a:close/>
                <a:moveTo>
                  <a:pt x="1009650" y="638175"/>
                </a:moveTo>
                <a:lnTo>
                  <a:pt x="1019175" y="638175"/>
                </a:lnTo>
                <a:lnTo>
                  <a:pt x="1019175" y="647700"/>
                </a:lnTo>
                <a:lnTo>
                  <a:pt x="1009650" y="647700"/>
                </a:lnTo>
                <a:close/>
                <a:moveTo>
                  <a:pt x="276225" y="647700"/>
                </a:moveTo>
                <a:lnTo>
                  <a:pt x="295275" y="647700"/>
                </a:lnTo>
                <a:lnTo>
                  <a:pt x="295275" y="666750"/>
                </a:lnTo>
                <a:lnTo>
                  <a:pt x="304800" y="666750"/>
                </a:lnTo>
                <a:lnTo>
                  <a:pt x="304800" y="676275"/>
                </a:lnTo>
                <a:lnTo>
                  <a:pt x="276225" y="676275"/>
                </a:lnTo>
                <a:close/>
                <a:moveTo>
                  <a:pt x="514350" y="647700"/>
                </a:moveTo>
                <a:lnTo>
                  <a:pt x="533400" y="647700"/>
                </a:lnTo>
                <a:lnTo>
                  <a:pt x="533400" y="657225"/>
                </a:lnTo>
                <a:lnTo>
                  <a:pt x="561975" y="657225"/>
                </a:lnTo>
                <a:lnTo>
                  <a:pt x="561975" y="666750"/>
                </a:lnTo>
                <a:lnTo>
                  <a:pt x="542925" y="666750"/>
                </a:lnTo>
                <a:lnTo>
                  <a:pt x="542925" y="676275"/>
                </a:lnTo>
                <a:lnTo>
                  <a:pt x="533400" y="676275"/>
                </a:lnTo>
                <a:lnTo>
                  <a:pt x="533400" y="666750"/>
                </a:lnTo>
                <a:lnTo>
                  <a:pt x="523875" y="666750"/>
                </a:lnTo>
                <a:lnTo>
                  <a:pt x="523875" y="657225"/>
                </a:lnTo>
                <a:lnTo>
                  <a:pt x="514350" y="657225"/>
                </a:lnTo>
                <a:close/>
                <a:moveTo>
                  <a:pt x="971550" y="647700"/>
                </a:moveTo>
                <a:lnTo>
                  <a:pt x="981075" y="647700"/>
                </a:lnTo>
                <a:lnTo>
                  <a:pt x="981075" y="657225"/>
                </a:lnTo>
                <a:lnTo>
                  <a:pt x="971550" y="657225"/>
                </a:lnTo>
                <a:close/>
                <a:moveTo>
                  <a:pt x="990600" y="647700"/>
                </a:moveTo>
                <a:lnTo>
                  <a:pt x="1000125" y="647700"/>
                </a:lnTo>
                <a:lnTo>
                  <a:pt x="1000125" y="657225"/>
                </a:lnTo>
                <a:lnTo>
                  <a:pt x="990600" y="657225"/>
                </a:lnTo>
                <a:close/>
                <a:moveTo>
                  <a:pt x="1190625" y="657225"/>
                </a:moveTo>
                <a:lnTo>
                  <a:pt x="1209675" y="657225"/>
                </a:lnTo>
                <a:lnTo>
                  <a:pt x="1209675" y="666750"/>
                </a:lnTo>
                <a:lnTo>
                  <a:pt x="1190625" y="666750"/>
                </a:lnTo>
                <a:close/>
                <a:moveTo>
                  <a:pt x="561975" y="666750"/>
                </a:moveTo>
                <a:lnTo>
                  <a:pt x="581025" y="666750"/>
                </a:lnTo>
                <a:lnTo>
                  <a:pt x="581025" y="676275"/>
                </a:lnTo>
                <a:lnTo>
                  <a:pt x="561975" y="676275"/>
                </a:lnTo>
                <a:close/>
                <a:moveTo>
                  <a:pt x="838200" y="666750"/>
                </a:moveTo>
                <a:lnTo>
                  <a:pt x="876300" y="666750"/>
                </a:lnTo>
                <a:lnTo>
                  <a:pt x="876300" y="676275"/>
                </a:lnTo>
                <a:lnTo>
                  <a:pt x="838200" y="676275"/>
                </a:lnTo>
                <a:close/>
                <a:moveTo>
                  <a:pt x="971550" y="666750"/>
                </a:moveTo>
                <a:lnTo>
                  <a:pt x="981075" y="666750"/>
                </a:lnTo>
                <a:lnTo>
                  <a:pt x="981075" y="676275"/>
                </a:lnTo>
                <a:lnTo>
                  <a:pt x="971550" y="676275"/>
                </a:lnTo>
                <a:close/>
                <a:moveTo>
                  <a:pt x="990600" y="666750"/>
                </a:moveTo>
                <a:lnTo>
                  <a:pt x="1000125" y="666750"/>
                </a:lnTo>
                <a:lnTo>
                  <a:pt x="1000125" y="676275"/>
                </a:lnTo>
                <a:lnTo>
                  <a:pt x="990600" y="676275"/>
                </a:lnTo>
                <a:close/>
                <a:moveTo>
                  <a:pt x="1171575" y="685800"/>
                </a:moveTo>
                <a:lnTo>
                  <a:pt x="1181100" y="685800"/>
                </a:lnTo>
                <a:lnTo>
                  <a:pt x="1181100" y="714375"/>
                </a:lnTo>
                <a:lnTo>
                  <a:pt x="1162050" y="714375"/>
                </a:lnTo>
                <a:lnTo>
                  <a:pt x="1162050" y="733425"/>
                </a:lnTo>
                <a:lnTo>
                  <a:pt x="1152525" y="733425"/>
                </a:lnTo>
                <a:lnTo>
                  <a:pt x="1152525" y="714375"/>
                </a:lnTo>
                <a:lnTo>
                  <a:pt x="1143000" y="714375"/>
                </a:lnTo>
                <a:lnTo>
                  <a:pt x="1143000" y="704850"/>
                </a:lnTo>
                <a:lnTo>
                  <a:pt x="1171575" y="704850"/>
                </a:lnTo>
                <a:close/>
                <a:moveTo>
                  <a:pt x="28575" y="723900"/>
                </a:moveTo>
                <a:lnTo>
                  <a:pt x="38100" y="723900"/>
                </a:lnTo>
                <a:lnTo>
                  <a:pt x="38100" y="733425"/>
                </a:lnTo>
                <a:lnTo>
                  <a:pt x="28575" y="733425"/>
                </a:lnTo>
                <a:close/>
                <a:moveTo>
                  <a:pt x="371475" y="723900"/>
                </a:moveTo>
                <a:lnTo>
                  <a:pt x="400050" y="723900"/>
                </a:lnTo>
                <a:lnTo>
                  <a:pt x="400050" y="742950"/>
                </a:lnTo>
                <a:lnTo>
                  <a:pt x="371475" y="742950"/>
                </a:lnTo>
                <a:close/>
                <a:moveTo>
                  <a:pt x="47625" y="733425"/>
                </a:moveTo>
                <a:lnTo>
                  <a:pt x="57150" y="733425"/>
                </a:lnTo>
                <a:lnTo>
                  <a:pt x="57150" y="752475"/>
                </a:lnTo>
                <a:lnTo>
                  <a:pt x="47625" y="752475"/>
                </a:lnTo>
                <a:close/>
                <a:moveTo>
                  <a:pt x="495300" y="733425"/>
                </a:moveTo>
                <a:lnTo>
                  <a:pt x="504825" y="733425"/>
                </a:lnTo>
                <a:lnTo>
                  <a:pt x="504825" y="752475"/>
                </a:lnTo>
                <a:lnTo>
                  <a:pt x="495300" y="752475"/>
                </a:lnTo>
                <a:close/>
                <a:moveTo>
                  <a:pt x="628650" y="733425"/>
                </a:moveTo>
                <a:lnTo>
                  <a:pt x="638175" y="733425"/>
                </a:lnTo>
                <a:lnTo>
                  <a:pt x="638175" y="752475"/>
                </a:lnTo>
                <a:lnTo>
                  <a:pt x="628650" y="752475"/>
                </a:lnTo>
                <a:close/>
                <a:moveTo>
                  <a:pt x="1133475" y="733425"/>
                </a:moveTo>
                <a:lnTo>
                  <a:pt x="1152525" y="733425"/>
                </a:lnTo>
                <a:lnTo>
                  <a:pt x="1152525" y="781050"/>
                </a:lnTo>
                <a:lnTo>
                  <a:pt x="1143000" y="781050"/>
                </a:lnTo>
                <a:lnTo>
                  <a:pt x="1143000" y="771525"/>
                </a:lnTo>
                <a:lnTo>
                  <a:pt x="1133475" y="771525"/>
                </a:lnTo>
                <a:close/>
                <a:moveTo>
                  <a:pt x="123825" y="742950"/>
                </a:moveTo>
                <a:lnTo>
                  <a:pt x="142875" y="742950"/>
                </a:lnTo>
                <a:lnTo>
                  <a:pt x="142875" y="752475"/>
                </a:lnTo>
                <a:lnTo>
                  <a:pt x="161925" y="752475"/>
                </a:lnTo>
                <a:lnTo>
                  <a:pt x="161925" y="762000"/>
                </a:lnTo>
                <a:lnTo>
                  <a:pt x="152400" y="762000"/>
                </a:lnTo>
                <a:lnTo>
                  <a:pt x="152400" y="771525"/>
                </a:lnTo>
                <a:lnTo>
                  <a:pt x="142875" y="771525"/>
                </a:lnTo>
                <a:lnTo>
                  <a:pt x="142875" y="781050"/>
                </a:lnTo>
                <a:lnTo>
                  <a:pt x="114300" y="781050"/>
                </a:lnTo>
                <a:lnTo>
                  <a:pt x="114300" y="762000"/>
                </a:lnTo>
                <a:lnTo>
                  <a:pt x="123825" y="762000"/>
                </a:lnTo>
                <a:close/>
                <a:moveTo>
                  <a:pt x="200025" y="742950"/>
                </a:moveTo>
                <a:lnTo>
                  <a:pt x="209550" y="742950"/>
                </a:lnTo>
                <a:lnTo>
                  <a:pt x="209550" y="752475"/>
                </a:lnTo>
                <a:lnTo>
                  <a:pt x="219075" y="752475"/>
                </a:lnTo>
                <a:lnTo>
                  <a:pt x="219075" y="771525"/>
                </a:lnTo>
                <a:lnTo>
                  <a:pt x="209550" y="771525"/>
                </a:lnTo>
                <a:lnTo>
                  <a:pt x="209550" y="762000"/>
                </a:lnTo>
                <a:lnTo>
                  <a:pt x="200025" y="762000"/>
                </a:lnTo>
                <a:close/>
                <a:moveTo>
                  <a:pt x="419100" y="742950"/>
                </a:moveTo>
                <a:lnTo>
                  <a:pt x="428625" y="742950"/>
                </a:lnTo>
                <a:lnTo>
                  <a:pt x="428625" y="752475"/>
                </a:lnTo>
                <a:lnTo>
                  <a:pt x="419100" y="752475"/>
                </a:lnTo>
                <a:close/>
                <a:moveTo>
                  <a:pt x="704850" y="742950"/>
                </a:moveTo>
                <a:lnTo>
                  <a:pt x="742950" y="742950"/>
                </a:lnTo>
                <a:lnTo>
                  <a:pt x="742950" y="752475"/>
                </a:lnTo>
                <a:lnTo>
                  <a:pt x="733425" y="752475"/>
                </a:lnTo>
                <a:lnTo>
                  <a:pt x="733425" y="762000"/>
                </a:lnTo>
                <a:lnTo>
                  <a:pt x="723900" y="762000"/>
                </a:lnTo>
                <a:lnTo>
                  <a:pt x="723900" y="752475"/>
                </a:lnTo>
                <a:lnTo>
                  <a:pt x="714375" y="752475"/>
                </a:lnTo>
                <a:lnTo>
                  <a:pt x="714375" y="762000"/>
                </a:lnTo>
                <a:lnTo>
                  <a:pt x="704850" y="762000"/>
                </a:lnTo>
                <a:close/>
                <a:moveTo>
                  <a:pt x="771525" y="742950"/>
                </a:moveTo>
                <a:lnTo>
                  <a:pt x="781050" y="742950"/>
                </a:lnTo>
                <a:lnTo>
                  <a:pt x="781050" y="752475"/>
                </a:lnTo>
                <a:lnTo>
                  <a:pt x="771525" y="752475"/>
                </a:lnTo>
                <a:close/>
                <a:moveTo>
                  <a:pt x="0" y="752475"/>
                </a:moveTo>
                <a:lnTo>
                  <a:pt x="38100" y="752475"/>
                </a:lnTo>
                <a:lnTo>
                  <a:pt x="38100" y="762000"/>
                </a:lnTo>
                <a:lnTo>
                  <a:pt x="19050" y="762000"/>
                </a:lnTo>
                <a:lnTo>
                  <a:pt x="19050" y="781050"/>
                </a:lnTo>
                <a:lnTo>
                  <a:pt x="9525" y="781050"/>
                </a:lnTo>
                <a:lnTo>
                  <a:pt x="9525" y="771525"/>
                </a:lnTo>
                <a:lnTo>
                  <a:pt x="0" y="771525"/>
                </a:lnTo>
                <a:close/>
                <a:moveTo>
                  <a:pt x="647700" y="752475"/>
                </a:moveTo>
                <a:lnTo>
                  <a:pt x="657225" y="752475"/>
                </a:lnTo>
                <a:lnTo>
                  <a:pt x="657225" y="771525"/>
                </a:lnTo>
                <a:lnTo>
                  <a:pt x="647700" y="771525"/>
                </a:lnTo>
                <a:close/>
                <a:moveTo>
                  <a:pt x="390525" y="762000"/>
                </a:moveTo>
                <a:lnTo>
                  <a:pt x="409575" y="762000"/>
                </a:lnTo>
                <a:lnTo>
                  <a:pt x="409575" y="771525"/>
                </a:lnTo>
                <a:lnTo>
                  <a:pt x="419100" y="771525"/>
                </a:lnTo>
                <a:lnTo>
                  <a:pt x="419100" y="781050"/>
                </a:lnTo>
                <a:lnTo>
                  <a:pt x="428625" y="781050"/>
                </a:lnTo>
                <a:lnTo>
                  <a:pt x="428625" y="800100"/>
                </a:lnTo>
                <a:lnTo>
                  <a:pt x="419100" y="800100"/>
                </a:lnTo>
                <a:lnTo>
                  <a:pt x="419100" y="809625"/>
                </a:lnTo>
                <a:lnTo>
                  <a:pt x="409575" y="809625"/>
                </a:lnTo>
                <a:lnTo>
                  <a:pt x="409575" y="800100"/>
                </a:lnTo>
                <a:lnTo>
                  <a:pt x="400050" y="800100"/>
                </a:lnTo>
                <a:lnTo>
                  <a:pt x="400050" y="781050"/>
                </a:lnTo>
                <a:lnTo>
                  <a:pt x="390525" y="781050"/>
                </a:lnTo>
                <a:close/>
                <a:moveTo>
                  <a:pt x="571500" y="762000"/>
                </a:moveTo>
                <a:lnTo>
                  <a:pt x="581025" y="762000"/>
                </a:lnTo>
                <a:lnTo>
                  <a:pt x="581025" y="781050"/>
                </a:lnTo>
                <a:lnTo>
                  <a:pt x="571500" y="781050"/>
                </a:lnTo>
                <a:lnTo>
                  <a:pt x="571500" y="800100"/>
                </a:lnTo>
                <a:lnTo>
                  <a:pt x="581025" y="800100"/>
                </a:lnTo>
                <a:lnTo>
                  <a:pt x="581025" y="790575"/>
                </a:lnTo>
                <a:lnTo>
                  <a:pt x="590550" y="790575"/>
                </a:lnTo>
                <a:lnTo>
                  <a:pt x="590550" y="781050"/>
                </a:lnTo>
                <a:lnTo>
                  <a:pt x="600075" y="781050"/>
                </a:lnTo>
                <a:lnTo>
                  <a:pt x="600075" y="771525"/>
                </a:lnTo>
                <a:lnTo>
                  <a:pt x="609600" y="771525"/>
                </a:lnTo>
                <a:lnTo>
                  <a:pt x="609600" y="781050"/>
                </a:lnTo>
                <a:lnTo>
                  <a:pt x="600075" y="781050"/>
                </a:lnTo>
                <a:lnTo>
                  <a:pt x="600075" y="800100"/>
                </a:lnTo>
                <a:lnTo>
                  <a:pt x="581025" y="800100"/>
                </a:lnTo>
                <a:lnTo>
                  <a:pt x="581025" y="809625"/>
                </a:lnTo>
                <a:lnTo>
                  <a:pt x="561975" y="809625"/>
                </a:lnTo>
                <a:lnTo>
                  <a:pt x="561975" y="781050"/>
                </a:lnTo>
                <a:lnTo>
                  <a:pt x="552450" y="781050"/>
                </a:lnTo>
                <a:lnTo>
                  <a:pt x="552450" y="771525"/>
                </a:lnTo>
                <a:lnTo>
                  <a:pt x="571500" y="771525"/>
                </a:lnTo>
                <a:close/>
                <a:moveTo>
                  <a:pt x="1095375" y="762000"/>
                </a:moveTo>
                <a:lnTo>
                  <a:pt x="1104900" y="762000"/>
                </a:lnTo>
                <a:lnTo>
                  <a:pt x="1104900" y="771525"/>
                </a:lnTo>
                <a:lnTo>
                  <a:pt x="1095375" y="771525"/>
                </a:lnTo>
                <a:close/>
                <a:moveTo>
                  <a:pt x="314325" y="771525"/>
                </a:moveTo>
                <a:lnTo>
                  <a:pt x="323850" y="771525"/>
                </a:lnTo>
                <a:lnTo>
                  <a:pt x="323850" y="790575"/>
                </a:lnTo>
                <a:lnTo>
                  <a:pt x="314325" y="790575"/>
                </a:lnTo>
                <a:close/>
                <a:moveTo>
                  <a:pt x="485775" y="771525"/>
                </a:moveTo>
                <a:lnTo>
                  <a:pt x="504825" y="771525"/>
                </a:lnTo>
                <a:lnTo>
                  <a:pt x="504825" y="781050"/>
                </a:lnTo>
                <a:lnTo>
                  <a:pt x="485775" y="781050"/>
                </a:lnTo>
                <a:close/>
                <a:moveTo>
                  <a:pt x="638175" y="771525"/>
                </a:moveTo>
                <a:lnTo>
                  <a:pt x="647700" y="771525"/>
                </a:lnTo>
                <a:lnTo>
                  <a:pt x="647700" y="800100"/>
                </a:lnTo>
                <a:lnTo>
                  <a:pt x="638175" y="800100"/>
                </a:lnTo>
                <a:lnTo>
                  <a:pt x="638175" y="809625"/>
                </a:lnTo>
                <a:lnTo>
                  <a:pt x="619125" y="809625"/>
                </a:lnTo>
                <a:lnTo>
                  <a:pt x="619125" y="800100"/>
                </a:lnTo>
                <a:lnTo>
                  <a:pt x="628650" y="800100"/>
                </a:lnTo>
                <a:lnTo>
                  <a:pt x="628650" y="790575"/>
                </a:lnTo>
                <a:lnTo>
                  <a:pt x="638175" y="790575"/>
                </a:lnTo>
                <a:close/>
                <a:moveTo>
                  <a:pt x="847725" y="781050"/>
                </a:moveTo>
                <a:lnTo>
                  <a:pt x="857250" y="781050"/>
                </a:lnTo>
                <a:lnTo>
                  <a:pt x="857250" y="790575"/>
                </a:lnTo>
                <a:lnTo>
                  <a:pt x="866775" y="790575"/>
                </a:lnTo>
                <a:lnTo>
                  <a:pt x="866775" y="800100"/>
                </a:lnTo>
                <a:lnTo>
                  <a:pt x="876300" y="800100"/>
                </a:lnTo>
                <a:lnTo>
                  <a:pt x="876300" y="809625"/>
                </a:lnTo>
                <a:lnTo>
                  <a:pt x="857250" y="809625"/>
                </a:lnTo>
                <a:lnTo>
                  <a:pt x="857250" y="800100"/>
                </a:lnTo>
                <a:lnTo>
                  <a:pt x="847725" y="800100"/>
                </a:lnTo>
                <a:lnTo>
                  <a:pt x="847725" y="809625"/>
                </a:lnTo>
                <a:lnTo>
                  <a:pt x="838200" y="809625"/>
                </a:lnTo>
                <a:lnTo>
                  <a:pt x="838200" y="790575"/>
                </a:lnTo>
                <a:lnTo>
                  <a:pt x="847725" y="790575"/>
                </a:lnTo>
                <a:close/>
                <a:moveTo>
                  <a:pt x="542925" y="790575"/>
                </a:moveTo>
                <a:lnTo>
                  <a:pt x="552450" y="790575"/>
                </a:lnTo>
                <a:lnTo>
                  <a:pt x="552450" y="809625"/>
                </a:lnTo>
                <a:lnTo>
                  <a:pt x="542925" y="809625"/>
                </a:lnTo>
                <a:close/>
                <a:moveTo>
                  <a:pt x="723900" y="790575"/>
                </a:moveTo>
                <a:lnTo>
                  <a:pt x="733425" y="790575"/>
                </a:lnTo>
                <a:lnTo>
                  <a:pt x="733425" y="809625"/>
                </a:lnTo>
                <a:lnTo>
                  <a:pt x="723900" y="809625"/>
                </a:lnTo>
                <a:close/>
                <a:moveTo>
                  <a:pt x="952500" y="790575"/>
                </a:moveTo>
                <a:lnTo>
                  <a:pt x="971550" y="790575"/>
                </a:lnTo>
                <a:lnTo>
                  <a:pt x="971550" y="809625"/>
                </a:lnTo>
                <a:lnTo>
                  <a:pt x="942975" y="809625"/>
                </a:lnTo>
                <a:lnTo>
                  <a:pt x="942975" y="800100"/>
                </a:lnTo>
                <a:lnTo>
                  <a:pt x="952500" y="800100"/>
                </a:lnTo>
                <a:close/>
                <a:moveTo>
                  <a:pt x="1104900" y="790575"/>
                </a:moveTo>
                <a:lnTo>
                  <a:pt x="1143000" y="790575"/>
                </a:lnTo>
                <a:lnTo>
                  <a:pt x="1143000" y="800100"/>
                </a:lnTo>
                <a:lnTo>
                  <a:pt x="1133475" y="800100"/>
                </a:lnTo>
                <a:lnTo>
                  <a:pt x="1133475" y="809625"/>
                </a:lnTo>
                <a:lnTo>
                  <a:pt x="1104900" y="809625"/>
                </a:lnTo>
                <a:close/>
                <a:moveTo>
                  <a:pt x="1038225" y="800100"/>
                </a:moveTo>
                <a:lnTo>
                  <a:pt x="1057275" y="800100"/>
                </a:lnTo>
                <a:lnTo>
                  <a:pt x="1057275" y="809625"/>
                </a:lnTo>
                <a:lnTo>
                  <a:pt x="1038225" y="809625"/>
                </a:lnTo>
                <a:close/>
              </a:path>
            </a:pathLst>
          </a:custGeom>
          <a:solidFill xmlns:a="http://schemas.openxmlformats.org/drawingml/2006/main">
            <a:srgbClr val="F9F8F3"/>
          </a:solidFill>
          <a:ln xmlns:a="http://schemas.openxmlformats.org/drawingml/2006/main" w="0">
            <a:noFill/>
          </a:ln>
        </p:spPr>
      </p:sp>
      <p:sp>
        <p:nvSpPr>
          <p:cNvPr id="131" name="v11 vector #f9f7f3">
            <a:extLst xmlns:a="http://schemas.openxmlformats.org/drawingml/2006/main">
              <a:ext uri="{FF2B5EF4-FFF2-40B4-BE49-F238E27FC236}">
                <a16:creationId xmlns:a16="http://schemas.microsoft.com/office/drawing/2014/main" id="{144A58D4-7DF9-4354-B19D-748D27B08A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8250" y="3609975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1047750" y="0"/>
                </a:moveTo>
                <a:lnTo>
                  <a:pt x="1066800" y="0"/>
                </a:lnTo>
                <a:lnTo>
                  <a:pt x="1066800" y="9525"/>
                </a:lnTo>
                <a:lnTo>
                  <a:pt x="1047750" y="9525"/>
                </a:lnTo>
                <a:close/>
                <a:moveTo>
                  <a:pt x="38100" y="19050"/>
                </a:moveTo>
                <a:lnTo>
                  <a:pt x="47625" y="19050"/>
                </a:lnTo>
                <a:lnTo>
                  <a:pt x="47625" y="28575"/>
                </a:lnTo>
                <a:lnTo>
                  <a:pt x="38100" y="28575"/>
                </a:lnTo>
                <a:close/>
                <a:moveTo>
                  <a:pt x="1133475" y="28575"/>
                </a:moveTo>
                <a:lnTo>
                  <a:pt x="1143000" y="28575"/>
                </a:lnTo>
                <a:lnTo>
                  <a:pt x="1143000" y="38100"/>
                </a:lnTo>
                <a:lnTo>
                  <a:pt x="1133475" y="38100"/>
                </a:lnTo>
                <a:close/>
                <a:moveTo>
                  <a:pt x="1114425" y="47625"/>
                </a:moveTo>
                <a:lnTo>
                  <a:pt x="1123950" y="47625"/>
                </a:lnTo>
                <a:lnTo>
                  <a:pt x="1123950" y="57150"/>
                </a:lnTo>
                <a:lnTo>
                  <a:pt x="1114425" y="57150"/>
                </a:lnTo>
                <a:close/>
                <a:moveTo>
                  <a:pt x="1114425" y="66675"/>
                </a:moveTo>
                <a:lnTo>
                  <a:pt x="1123950" y="66675"/>
                </a:lnTo>
                <a:lnTo>
                  <a:pt x="1123950" y="76200"/>
                </a:lnTo>
                <a:lnTo>
                  <a:pt x="1114425" y="76200"/>
                </a:lnTo>
                <a:close/>
                <a:moveTo>
                  <a:pt x="171450" y="180975"/>
                </a:moveTo>
                <a:lnTo>
                  <a:pt x="190500" y="180975"/>
                </a:lnTo>
                <a:lnTo>
                  <a:pt x="190500" y="190500"/>
                </a:lnTo>
                <a:lnTo>
                  <a:pt x="171450" y="190500"/>
                </a:lnTo>
                <a:close/>
                <a:moveTo>
                  <a:pt x="685800" y="180975"/>
                </a:moveTo>
                <a:lnTo>
                  <a:pt x="704850" y="180975"/>
                </a:lnTo>
                <a:lnTo>
                  <a:pt x="704850" y="200025"/>
                </a:lnTo>
                <a:lnTo>
                  <a:pt x="733425" y="200025"/>
                </a:lnTo>
                <a:lnTo>
                  <a:pt x="733425" y="209550"/>
                </a:lnTo>
                <a:lnTo>
                  <a:pt x="704850" y="209550"/>
                </a:lnTo>
                <a:lnTo>
                  <a:pt x="704850" y="219075"/>
                </a:lnTo>
                <a:lnTo>
                  <a:pt x="685800" y="219075"/>
                </a:lnTo>
                <a:lnTo>
                  <a:pt x="685800" y="209550"/>
                </a:lnTo>
                <a:lnTo>
                  <a:pt x="676275" y="209550"/>
                </a:lnTo>
                <a:lnTo>
                  <a:pt x="676275" y="190500"/>
                </a:lnTo>
                <a:lnTo>
                  <a:pt x="685800" y="190500"/>
                </a:lnTo>
                <a:close/>
                <a:moveTo>
                  <a:pt x="733425" y="180975"/>
                </a:moveTo>
                <a:lnTo>
                  <a:pt x="752475" y="180975"/>
                </a:lnTo>
                <a:lnTo>
                  <a:pt x="752475" y="190500"/>
                </a:lnTo>
                <a:lnTo>
                  <a:pt x="733425" y="190500"/>
                </a:lnTo>
                <a:close/>
                <a:moveTo>
                  <a:pt x="438150" y="219075"/>
                </a:moveTo>
                <a:lnTo>
                  <a:pt x="447675" y="219075"/>
                </a:lnTo>
                <a:lnTo>
                  <a:pt x="447675" y="228600"/>
                </a:lnTo>
                <a:lnTo>
                  <a:pt x="438150" y="228600"/>
                </a:lnTo>
                <a:close/>
                <a:moveTo>
                  <a:pt x="733425" y="219075"/>
                </a:moveTo>
                <a:lnTo>
                  <a:pt x="742950" y="219075"/>
                </a:lnTo>
                <a:lnTo>
                  <a:pt x="742950" y="257175"/>
                </a:lnTo>
                <a:lnTo>
                  <a:pt x="733425" y="257175"/>
                </a:lnTo>
                <a:close/>
                <a:moveTo>
                  <a:pt x="1200150" y="219075"/>
                </a:moveTo>
                <a:lnTo>
                  <a:pt x="1209675" y="219075"/>
                </a:lnTo>
                <a:lnTo>
                  <a:pt x="1209675" y="247650"/>
                </a:lnTo>
                <a:lnTo>
                  <a:pt x="1200150" y="247650"/>
                </a:lnTo>
                <a:close/>
                <a:moveTo>
                  <a:pt x="704850" y="228600"/>
                </a:moveTo>
                <a:lnTo>
                  <a:pt x="723900" y="228600"/>
                </a:lnTo>
                <a:lnTo>
                  <a:pt x="723900" y="257175"/>
                </a:lnTo>
                <a:lnTo>
                  <a:pt x="714375" y="257175"/>
                </a:lnTo>
                <a:lnTo>
                  <a:pt x="714375" y="247650"/>
                </a:lnTo>
                <a:lnTo>
                  <a:pt x="704850" y="247650"/>
                </a:lnTo>
                <a:close/>
                <a:moveTo>
                  <a:pt x="1181100" y="295275"/>
                </a:moveTo>
                <a:lnTo>
                  <a:pt x="1190625" y="295275"/>
                </a:lnTo>
                <a:lnTo>
                  <a:pt x="1190625" y="304800"/>
                </a:lnTo>
                <a:lnTo>
                  <a:pt x="1209675" y="304800"/>
                </a:lnTo>
                <a:lnTo>
                  <a:pt x="1209675" y="323850"/>
                </a:lnTo>
                <a:lnTo>
                  <a:pt x="1200150" y="323850"/>
                </a:lnTo>
                <a:lnTo>
                  <a:pt x="1200150" y="314325"/>
                </a:lnTo>
                <a:lnTo>
                  <a:pt x="1171575" y="314325"/>
                </a:lnTo>
                <a:lnTo>
                  <a:pt x="1171575" y="304800"/>
                </a:lnTo>
                <a:lnTo>
                  <a:pt x="1181100" y="304800"/>
                </a:lnTo>
                <a:close/>
                <a:moveTo>
                  <a:pt x="714375" y="314325"/>
                </a:moveTo>
                <a:lnTo>
                  <a:pt x="723900" y="314325"/>
                </a:lnTo>
                <a:lnTo>
                  <a:pt x="723900" y="323850"/>
                </a:lnTo>
                <a:lnTo>
                  <a:pt x="733425" y="323850"/>
                </a:lnTo>
                <a:lnTo>
                  <a:pt x="733425" y="333375"/>
                </a:lnTo>
                <a:lnTo>
                  <a:pt x="723900" y="333375"/>
                </a:lnTo>
                <a:lnTo>
                  <a:pt x="723900" y="342900"/>
                </a:lnTo>
                <a:lnTo>
                  <a:pt x="714375" y="342900"/>
                </a:lnTo>
                <a:lnTo>
                  <a:pt x="714375" y="333375"/>
                </a:lnTo>
                <a:lnTo>
                  <a:pt x="704850" y="333375"/>
                </a:lnTo>
                <a:lnTo>
                  <a:pt x="704850" y="323850"/>
                </a:lnTo>
                <a:lnTo>
                  <a:pt x="714375" y="323850"/>
                </a:lnTo>
                <a:close/>
                <a:moveTo>
                  <a:pt x="1181100" y="333375"/>
                </a:moveTo>
                <a:lnTo>
                  <a:pt x="1190625" y="333375"/>
                </a:lnTo>
                <a:lnTo>
                  <a:pt x="1190625" y="342900"/>
                </a:lnTo>
                <a:lnTo>
                  <a:pt x="1200150" y="342900"/>
                </a:lnTo>
                <a:lnTo>
                  <a:pt x="1200150" y="361950"/>
                </a:lnTo>
                <a:lnTo>
                  <a:pt x="1171575" y="361950"/>
                </a:lnTo>
                <a:lnTo>
                  <a:pt x="1171575" y="342900"/>
                </a:lnTo>
                <a:lnTo>
                  <a:pt x="1181100" y="342900"/>
                </a:lnTo>
                <a:close/>
                <a:moveTo>
                  <a:pt x="676275" y="381000"/>
                </a:moveTo>
                <a:lnTo>
                  <a:pt x="685800" y="381000"/>
                </a:lnTo>
                <a:lnTo>
                  <a:pt x="685800" y="400050"/>
                </a:lnTo>
                <a:lnTo>
                  <a:pt x="676275" y="400050"/>
                </a:lnTo>
                <a:close/>
                <a:moveTo>
                  <a:pt x="666750" y="400050"/>
                </a:moveTo>
                <a:lnTo>
                  <a:pt x="676275" y="400050"/>
                </a:lnTo>
                <a:lnTo>
                  <a:pt x="676275" y="409575"/>
                </a:lnTo>
                <a:lnTo>
                  <a:pt x="666750" y="409575"/>
                </a:lnTo>
                <a:close/>
                <a:moveTo>
                  <a:pt x="1171575" y="400050"/>
                </a:moveTo>
                <a:lnTo>
                  <a:pt x="1181100" y="400050"/>
                </a:lnTo>
                <a:lnTo>
                  <a:pt x="1181100" y="419100"/>
                </a:lnTo>
                <a:lnTo>
                  <a:pt x="1162050" y="419100"/>
                </a:lnTo>
                <a:lnTo>
                  <a:pt x="1162050" y="409575"/>
                </a:lnTo>
                <a:lnTo>
                  <a:pt x="1171575" y="409575"/>
                </a:lnTo>
                <a:close/>
                <a:moveTo>
                  <a:pt x="1152525" y="419100"/>
                </a:moveTo>
                <a:lnTo>
                  <a:pt x="1162050" y="419100"/>
                </a:lnTo>
                <a:lnTo>
                  <a:pt x="1162050" y="428625"/>
                </a:lnTo>
                <a:lnTo>
                  <a:pt x="1152525" y="428625"/>
                </a:lnTo>
                <a:close/>
                <a:moveTo>
                  <a:pt x="962025" y="428625"/>
                </a:moveTo>
                <a:lnTo>
                  <a:pt x="971550" y="428625"/>
                </a:lnTo>
                <a:lnTo>
                  <a:pt x="971550" y="457200"/>
                </a:lnTo>
                <a:lnTo>
                  <a:pt x="952500" y="457200"/>
                </a:lnTo>
                <a:lnTo>
                  <a:pt x="952500" y="438150"/>
                </a:lnTo>
                <a:lnTo>
                  <a:pt x="962025" y="438150"/>
                </a:lnTo>
                <a:close/>
                <a:moveTo>
                  <a:pt x="1104900" y="438150"/>
                </a:moveTo>
                <a:lnTo>
                  <a:pt x="1133475" y="438150"/>
                </a:lnTo>
                <a:lnTo>
                  <a:pt x="1133475" y="447675"/>
                </a:lnTo>
                <a:lnTo>
                  <a:pt x="1114425" y="447675"/>
                </a:lnTo>
                <a:lnTo>
                  <a:pt x="1114425" y="457200"/>
                </a:lnTo>
                <a:lnTo>
                  <a:pt x="1104900" y="457200"/>
                </a:lnTo>
                <a:close/>
                <a:moveTo>
                  <a:pt x="352425" y="447675"/>
                </a:moveTo>
                <a:lnTo>
                  <a:pt x="381000" y="447675"/>
                </a:lnTo>
                <a:lnTo>
                  <a:pt x="381000" y="457200"/>
                </a:lnTo>
                <a:lnTo>
                  <a:pt x="352425" y="457200"/>
                </a:lnTo>
                <a:close/>
                <a:moveTo>
                  <a:pt x="923925" y="457200"/>
                </a:moveTo>
                <a:lnTo>
                  <a:pt x="933450" y="457200"/>
                </a:lnTo>
                <a:lnTo>
                  <a:pt x="933450" y="466725"/>
                </a:lnTo>
                <a:lnTo>
                  <a:pt x="942975" y="466725"/>
                </a:lnTo>
                <a:lnTo>
                  <a:pt x="942975" y="476250"/>
                </a:lnTo>
                <a:lnTo>
                  <a:pt x="933450" y="476250"/>
                </a:lnTo>
                <a:lnTo>
                  <a:pt x="933450" y="485775"/>
                </a:lnTo>
                <a:lnTo>
                  <a:pt x="914400" y="485775"/>
                </a:lnTo>
                <a:lnTo>
                  <a:pt x="914400" y="466725"/>
                </a:lnTo>
                <a:lnTo>
                  <a:pt x="923925" y="466725"/>
                </a:lnTo>
                <a:close/>
                <a:moveTo>
                  <a:pt x="409575" y="476250"/>
                </a:moveTo>
                <a:lnTo>
                  <a:pt x="419100" y="476250"/>
                </a:lnTo>
                <a:lnTo>
                  <a:pt x="419100" y="485775"/>
                </a:lnTo>
                <a:lnTo>
                  <a:pt x="438150" y="485775"/>
                </a:lnTo>
                <a:lnTo>
                  <a:pt x="438150" y="495300"/>
                </a:lnTo>
                <a:lnTo>
                  <a:pt x="400050" y="495300"/>
                </a:lnTo>
                <a:lnTo>
                  <a:pt x="400050" y="485775"/>
                </a:lnTo>
                <a:lnTo>
                  <a:pt x="409575" y="485775"/>
                </a:lnTo>
                <a:close/>
                <a:moveTo>
                  <a:pt x="1181100" y="476250"/>
                </a:moveTo>
                <a:lnTo>
                  <a:pt x="1200150" y="476250"/>
                </a:lnTo>
                <a:lnTo>
                  <a:pt x="1200150" y="485775"/>
                </a:lnTo>
                <a:lnTo>
                  <a:pt x="1209675" y="485775"/>
                </a:lnTo>
                <a:lnTo>
                  <a:pt x="1209675" y="523875"/>
                </a:lnTo>
                <a:lnTo>
                  <a:pt x="1200150" y="523875"/>
                </a:lnTo>
                <a:lnTo>
                  <a:pt x="1200150" y="504825"/>
                </a:lnTo>
                <a:lnTo>
                  <a:pt x="1190625" y="504825"/>
                </a:lnTo>
                <a:lnTo>
                  <a:pt x="1190625" y="495300"/>
                </a:lnTo>
                <a:lnTo>
                  <a:pt x="1171575" y="495300"/>
                </a:lnTo>
                <a:lnTo>
                  <a:pt x="1171575" y="485775"/>
                </a:lnTo>
                <a:lnTo>
                  <a:pt x="1181100" y="485775"/>
                </a:lnTo>
                <a:close/>
                <a:moveTo>
                  <a:pt x="695325" y="495300"/>
                </a:moveTo>
                <a:lnTo>
                  <a:pt x="704850" y="495300"/>
                </a:lnTo>
                <a:lnTo>
                  <a:pt x="704850" y="504825"/>
                </a:lnTo>
                <a:lnTo>
                  <a:pt x="714375" y="504825"/>
                </a:lnTo>
                <a:lnTo>
                  <a:pt x="714375" y="514350"/>
                </a:lnTo>
                <a:lnTo>
                  <a:pt x="695325" y="514350"/>
                </a:lnTo>
                <a:close/>
                <a:moveTo>
                  <a:pt x="685800" y="514350"/>
                </a:moveTo>
                <a:lnTo>
                  <a:pt x="695325" y="514350"/>
                </a:lnTo>
                <a:lnTo>
                  <a:pt x="695325" y="523875"/>
                </a:lnTo>
                <a:lnTo>
                  <a:pt x="685800" y="523875"/>
                </a:lnTo>
                <a:close/>
                <a:moveTo>
                  <a:pt x="1181100" y="561975"/>
                </a:moveTo>
                <a:lnTo>
                  <a:pt x="1190625" y="561975"/>
                </a:lnTo>
                <a:lnTo>
                  <a:pt x="1190625" y="571500"/>
                </a:lnTo>
                <a:lnTo>
                  <a:pt x="1181100" y="571500"/>
                </a:lnTo>
                <a:close/>
                <a:moveTo>
                  <a:pt x="581025" y="666750"/>
                </a:moveTo>
                <a:lnTo>
                  <a:pt x="590550" y="666750"/>
                </a:lnTo>
                <a:lnTo>
                  <a:pt x="590550" y="676275"/>
                </a:lnTo>
                <a:lnTo>
                  <a:pt x="581025" y="676275"/>
                </a:lnTo>
                <a:close/>
                <a:moveTo>
                  <a:pt x="1181100" y="695325"/>
                </a:moveTo>
                <a:lnTo>
                  <a:pt x="1200150" y="695325"/>
                </a:lnTo>
                <a:lnTo>
                  <a:pt x="1200150" y="704850"/>
                </a:lnTo>
                <a:lnTo>
                  <a:pt x="1181100" y="704850"/>
                </a:lnTo>
                <a:close/>
                <a:moveTo>
                  <a:pt x="1095375" y="723900"/>
                </a:moveTo>
                <a:lnTo>
                  <a:pt x="1104900" y="723900"/>
                </a:lnTo>
                <a:lnTo>
                  <a:pt x="1104900" y="733425"/>
                </a:lnTo>
                <a:lnTo>
                  <a:pt x="1095375" y="733425"/>
                </a:lnTo>
                <a:close/>
                <a:moveTo>
                  <a:pt x="400050" y="752475"/>
                </a:moveTo>
                <a:lnTo>
                  <a:pt x="428625" y="752475"/>
                </a:lnTo>
                <a:lnTo>
                  <a:pt x="428625" y="762000"/>
                </a:lnTo>
                <a:lnTo>
                  <a:pt x="400050" y="762000"/>
                </a:lnTo>
                <a:close/>
                <a:moveTo>
                  <a:pt x="733425" y="752475"/>
                </a:moveTo>
                <a:lnTo>
                  <a:pt x="742950" y="752475"/>
                </a:lnTo>
                <a:lnTo>
                  <a:pt x="742950" y="762000"/>
                </a:lnTo>
                <a:lnTo>
                  <a:pt x="733425" y="762000"/>
                </a:lnTo>
                <a:close/>
                <a:moveTo>
                  <a:pt x="1114425" y="762000"/>
                </a:moveTo>
                <a:lnTo>
                  <a:pt x="1123950" y="762000"/>
                </a:lnTo>
                <a:lnTo>
                  <a:pt x="1123950" y="771525"/>
                </a:lnTo>
                <a:lnTo>
                  <a:pt x="1114425" y="771525"/>
                </a:lnTo>
                <a:close/>
                <a:moveTo>
                  <a:pt x="381000" y="771525"/>
                </a:moveTo>
                <a:lnTo>
                  <a:pt x="390525" y="771525"/>
                </a:lnTo>
                <a:lnTo>
                  <a:pt x="390525" y="781050"/>
                </a:lnTo>
                <a:lnTo>
                  <a:pt x="400050" y="781050"/>
                </a:lnTo>
                <a:lnTo>
                  <a:pt x="400050" y="790575"/>
                </a:lnTo>
                <a:lnTo>
                  <a:pt x="371475" y="790575"/>
                </a:lnTo>
                <a:lnTo>
                  <a:pt x="371475" y="781050"/>
                </a:lnTo>
                <a:lnTo>
                  <a:pt x="381000" y="781050"/>
                </a:lnTo>
                <a:close/>
                <a:moveTo>
                  <a:pt x="438150" y="771525"/>
                </a:moveTo>
                <a:lnTo>
                  <a:pt x="447675" y="771525"/>
                </a:lnTo>
                <a:lnTo>
                  <a:pt x="447675" y="781050"/>
                </a:lnTo>
                <a:lnTo>
                  <a:pt x="438150" y="781050"/>
                </a:lnTo>
                <a:close/>
                <a:moveTo>
                  <a:pt x="1085850" y="771525"/>
                </a:moveTo>
                <a:lnTo>
                  <a:pt x="1114425" y="771525"/>
                </a:lnTo>
                <a:lnTo>
                  <a:pt x="1114425" y="781050"/>
                </a:lnTo>
                <a:lnTo>
                  <a:pt x="1104900" y="781050"/>
                </a:lnTo>
                <a:lnTo>
                  <a:pt x="1104900" y="809625"/>
                </a:lnTo>
                <a:lnTo>
                  <a:pt x="1095375" y="809625"/>
                </a:lnTo>
                <a:lnTo>
                  <a:pt x="1095375" y="790575"/>
                </a:lnTo>
                <a:lnTo>
                  <a:pt x="1085850" y="790575"/>
                </a:lnTo>
                <a:close/>
                <a:moveTo>
                  <a:pt x="571500" y="781050"/>
                </a:moveTo>
                <a:lnTo>
                  <a:pt x="581025" y="781050"/>
                </a:lnTo>
                <a:lnTo>
                  <a:pt x="581025" y="800100"/>
                </a:lnTo>
                <a:lnTo>
                  <a:pt x="571500" y="800100"/>
                </a:lnTo>
                <a:close/>
                <a:moveTo>
                  <a:pt x="47625" y="790575"/>
                </a:moveTo>
                <a:lnTo>
                  <a:pt x="57150" y="790575"/>
                </a:lnTo>
                <a:lnTo>
                  <a:pt x="57150" y="800100"/>
                </a:lnTo>
                <a:lnTo>
                  <a:pt x="47625" y="800100"/>
                </a:lnTo>
                <a:close/>
                <a:moveTo>
                  <a:pt x="438150" y="790575"/>
                </a:moveTo>
                <a:lnTo>
                  <a:pt x="457200" y="790575"/>
                </a:lnTo>
                <a:lnTo>
                  <a:pt x="457200" y="800100"/>
                </a:lnTo>
                <a:lnTo>
                  <a:pt x="438150" y="800100"/>
                </a:lnTo>
                <a:close/>
              </a:path>
            </a:pathLst>
          </a:custGeom>
          <a:solidFill xmlns:a="http://schemas.openxmlformats.org/drawingml/2006/main">
            <a:srgbClr val="F9F7F3"/>
          </a:solidFill>
          <a:ln xmlns:a="http://schemas.openxmlformats.org/drawingml/2006/main" w="0">
            <a:noFill/>
          </a:ln>
        </p:spPr>
      </p:sp>
      <p:sp>
        <p:nvSpPr>
          <p:cNvPr id="132" name="v11 vector #f8f9f4">
            <a:extLst xmlns:a="http://schemas.openxmlformats.org/drawingml/2006/main">
              <a:ext uri="{FF2B5EF4-FFF2-40B4-BE49-F238E27FC236}">
                <a16:creationId xmlns:a16="http://schemas.microsoft.com/office/drawing/2014/main" id="{337A93CB-C195-40FC-8A57-DE938A7538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8250" y="3609975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47625" y="0"/>
                </a:moveTo>
                <a:lnTo>
                  <a:pt x="57150" y="0"/>
                </a:lnTo>
                <a:lnTo>
                  <a:pt x="57150" y="9525"/>
                </a:lnTo>
                <a:lnTo>
                  <a:pt x="47625" y="9525"/>
                </a:lnTo>
                <a:close/>
                <a:moveTo>
                  <a:pt x="95250" y="0"/>
                </a:moveTo>
                <a:lnTo>
                  <a:pt x="123825" y="0"/>
                </a:lnTo>
                <a:lnTo>
                  <a:pt x="123825" y="9525"/>
                </a:lnTo>
                <a:lnTo>
                  <a:pt x="133350" y="9525"/>
                </a:lnTo>
                <a:lnTo>
                  <a:pt x="133350" y="19050"/>
                </a:lnTo>
                <a:lnTo>
                  <a:pt x="123825" y="19050"/>
                </a:lnTo>
                <a:lnTo>
                  <a:pt x="123825" y="28575"/>
                </a:lnTo>
                <a:lnTo>
                  <a:pt x="66675" y="28575"/>
                </a:lnTo>
                <a:lnTo>
                  <a:pt x="66675" y="19050"/>
                </a:lnTo>
                <a:lnTo>
                  <a:pt x="76200" y="19050"/>
                </a:lnTo>
                <a:lnTo>
                  <a:pt x="76200" y="9525"/>
                </a:lnTo>
                <a:lnTo>
                  <a:pt x="95250" y="9525"/>
                </a:lnTo>
                <a:close/>
                <a:moveTo>
                  <a:pt x="400050" y="0"/>
                </a:moveTo>
                <a:lnTo>
                  <a:pt x="409575" y="0"/>
                </a:lnTo>
                <a:lnTo>
                  <a:pt x="409575" y="9525"/>
                </a:lnTo>
                <a:lnTo>
                  <a:pt x="428625" y="9525"/>
                </a:lnTo>
                <a:lnTo>
                  <a:pt x="428625" y="19050"/>
                </a:lnTo>
                <a:lnTo>
                  <a:pt x="390525" y="19050"/>
                </a:lnTo>
                <a:lnTo>
                  <a:pt x="390525" y="9525"/>
                </a:lnTo>
                <a:lnTo>
                  <a:pt x="400050" y="9525"/>
                </a:lnTo>
                <a:close/>
                <a:moveTo>
                  <a:pt x="504825" y="0"/>
                </a:moveTo>
                <a:lnTo>
                  <a:pt x="514350" y="0"/>
                </a:lnTo>
                <a:lnTo>
                  <a:pt x="514350" y="9525"/>
                </a:lnTo>
                <a:lnTo>
                  <a:pt x="523875" y="9525"/>
                </a:lnTo>
                <a:lnTo>
                  <a:pt x="523875" y="0"/>
                </a:lnTo>
                <a:lnTo>
                  <a:pt x="533400" y="0"/>
                </a:lnTo>
                <a:lnTo>
                  <a:pt x="533400" y="9525"/>
                </a:lnTo>
                <a:lnTo>
                  <a:pt x="561975" y="9525"/>
                </a:lnTo>
                <a:lnTo>
                  <a:pt x="561975" y="19050"/>
                </a:lnTo>
                <a:lnTo>
                  <a:pt x="504825" y="19050"/>
                </a:lnTo>
                <a:close/>
                <a:moveTo>
                  <a:pt x="590550" y="0"/>
                </a:moveTo>
                <a:lnTo>
                  <a:pt x="600075" y="0"/>
                </a:lnTo>
                <a:lnTo>
                  <a:pt x="600075" y="19050"/>
                </a:lnTo>
                <a:lnTo>
                  <a:pt x="619125" y="19050"/>
                </a:lnTo>
                <a:lnTo>
                  <a:pt x="619125" y="9525"/>
                </a:lnTo>
                <a:lnTo>
                  <a:pt x="609600" y="9525"/>
                </a:lnTo>
                <a:lnTo>
                  <a:pt x="609600" y="0"/>
                </a:lnTo>
                <a:lnTo>
                  <a:pt x="628650" y="0"/>
                </a:lnTo>
                <a:lnTo>
                  <a:pt x="628650" y="9525"/>
                </a:lnTo>
                <a:lnTo>
                  <a:pt x="647700" y="9525"/>
                </a:lnTo>
                <a:lnTo>
                  <a:pt x="647700" y="0"/>
                </a:lnTo>
                <a:lnTo>
                  <a:pt x="676275" y="0"/>
                </a:lnTo>
                <a:lnTo>
                  <a:pt x="676275" y="9525"/>
                </a:lnTo>
                <a:lnTo>
                  <a:pt x="657225" y="9525"/>
                </a:lnTo>
                <a:lnTo>
                  <a:pt x="657225" y="19050"/>
                </a:lnTo>
                <a:lnTo>
                  <a:pt x="619125" y="19050"/>
                </a:lnTo>
                <a:lnTo>
                  <a:pt x="619125" y="28575"/>
                </a:lnTo>
                <a:lnTo>
                  <a:pt x="590550" y="28575"/>
                </a:lnTo>
                <a:lnTo>
                  <a:pt x="590550" y="19050"/>
                </a:lnTo>
                <a:lnTo>
                  <a:pt x="571500" y="19050"/>
                </a:lnTo>
                <a:lnTo>
                  <a:pt x="571500" y="9525"/>
                </a:lnTo>
                <a:lnTo>
                  <a:pt x="590550" y="9525"/>
                </a:lnTo>
                <a:close/>
                <a:moveTo>
                  <a:pt x="200025" y="9525"/>
                </a:moveTo>
                <a:lnTo>
                  <a:pt x="219075" y="9525"/>
                </a:lnTo>
                <a:lnTo>
                  <a:pt x="219075" y="19050"/>
                </a:lnTo>
                <a:lnTo>
                  <a:pt x="200025" y="19050"/>
                </a:lnTo>
                <a:close/>
                <a:moveTo>
                  <a:pt x="295275" y="9525"/>
                </a:moveTo>
                <a:lnTo>
                  <a:pt x="333375" y="9525"/>
                </a:lnTo>
                <a:lnTo>
                  <a:pt x="333375" y="19050"/>
                </a:lnTo>
                <a:lnTo>
                  <a:pt x="342900" y="19050"/>
                </a:lnTo>
                <a:lnTo>
                  <a:pt x="342900" y="28575"/>
                </a:lnTo>
                <a:lnTo>
                  <a:pt x="304800" y="28575"/>
                </a:lnTo>
                <a:lnTo>
                  <a:pt x="304800" y="19050"/>
                </a:lnTo>
                <a:lnTo>
                  <a:pt x="295275" y="19050"/>
                </a:lnTo>
                <a:close/>
                <a:moveTo>
                  <a:pt x="790575" y="9525"/>
                </a:moveTo>
                <a:lnTo>
                  <a:pt x="800100" y="9525"/>
                </a:lnTo>
                <a:lnTo>
                  <a:pt x="800100" y="19050"/>
                </a:lnTo>
                <a:lnTo>
                  <a:pt x="790575" y="19050"/>
                </a:lnTo>
                <a:close/>
                <a:moveTo>
                  <a:pt x="847725" y="9525"/>
                </a:moveTo>
                <a:lnTo>
                  <a:pt x="857250" y="9525"/>
                </a:lnTo>
                <a:lnTo>
                  <a:pt x="857250" y="19050"/>
                </a:lnTo>
                <a:lnTo>
                  <a:pt x="847725" y="19050"/>
                </a:lnTo>
                <a:close/>
                <a:moveTo>
                  <a:pt x="981075" y="9525"/>
                </a:moveTo>
                <a:lnTo>
                  <a:pt x="1000125" y="9525"/>
                </a:lnTo>
                <a:lnTo>
                  <a:pt x="1000125" y="19050"/>
                </a:lnTo>
                <a:lnTo>
                  <a:pt x="981075" y="19050"/>
                </a:lnTo>
                <a:close/>
                <a:moveTo>
                  <a:pt x="9525" y="19050"/>
                </a:moveTo>
                <a:lnTo>
                  <a:pt x="19050" y="19050"/>
                </a:lnTo>
                <a:lnTo>
                  <a:pt x="19050" y="28575"/>
                </a:lnTo>
                <a:lnTo>
                  <a:pt x="9525" y="28575"/>
                </a:lnTo>
                <a:close/>
                <a:moveTo>
                  <a:pt x="95250" y="19050"/>
                </a:moveTo>
                <a:lnTo>
                  <a:pt x="104775" y="19050"/>
                </a:lnTo>
                <a:lnTo>
                  <a:pt x="104775" y="9525"/>
                </a:lnTo>
                <a:lnTo>
                  <a:pt x="95250" y="9525"/>
                </a:lnTo>
                <a:close/>
                <a:moveTo>
                  <a:pt x="1038225" y="28575"/>
                </a:moveTo>
                <a:lnTo>
                  <a:pt x="1047750" y="28575"/>
                </a:lnTo>
                <a:lnTo>
                  <a:pt x="1047750" y="38100"/>
                </a:lnTo>
                <a:lnTo>
                  <a:pt x="1038225" y="38100"/>
                </a:lnTo>
                <a:close/>
                <a:moveTo>
                  <a:pt x="1057275" y="47625"/>
                </a:moveTo>
                <a:lnTo>
                  <a:pt x="1076325" y="47625"/>
                </a:lnTo>
                <a:lnTo>
                  <a:pt x="1076325" y="57150"/>
                </a:lnTo>
                <a:lnTo>
                  <a:pt x="1095375" y="57150"/>
                </a:lnTo>
                <a:lnTo>
                  <a:pt x="1095375" y="66675"/>
                </a:lnTo>
                <a:lnTo>
                  <a:pt x="1066800" y="66675"/>
                </a:lnTo>
                <a:lnTo>
                  <a:pt x="1066800" y="57150"/>
                </a:lnTo>
                <a:lnTo>
                  <a:pt x="1057275" y="57150"/>
                </a:lnTo>
                <a:close/>
                <a:moveTo>
                  <a:pt x="1143000" y="47625"/>
                </a:moveTo>
                <a:lnTo>
                  <a:pt x="1152525" y="47625"/>
                </a:lnTo>
                <a:lnTo>
                  <a:pt x="1152525" y="66675"/>
                </a:lnTo>
                <a:lnTo>
                  <a:pt x="1162050" y="66675"/>
                </a:lnTo>
                <a:lnTo>
                  <a:pt x="1162050" y="76200"/>
                </a:lnTo>
                <a:lnTo>
                  <a:pt x="1143000" y="76200"/>
                </a:lnTo>
                <a:close/>
                <a:moveTo>
                  <a:pt x="28575" y="66675"/>
                </a:moveTo>
                <a:lnTo>
                  <a:pt x="38100" y="66675"/>
                </a:lnTo>
                <a:lnTo>
                  <a:pt x="38100" y="76200"/>
                </a:lnTo>
                <a:lnTo>
                  <a:pt x="28575" y="76200"/>
                </a:lnTo>
                <a:close/>
                <a:moveTo>
                  <a:pt x="38100" y="104775"/>
                </a:moveTo>
                <a:lnTo>
                  <a:pt x="47625" y="104775"/>
                </a:lnTo>
                <a:lnTo>
                  <a:pt x="47625" y="114300"/>
                </a:lnTo>
                <a:lnTo>
                  <a:pt x="38100" y="114300"/>
                </a:lnTo>
                <a:close/>
                <a:moveTo>
                  <a:pt x="1190625" y="114300"/>
                </a:moveTo>
                <a:lnTo>
                  <a:pt x="1209675" y="114300"/>
                </a:lnTo>
                <a:lnTo>
                  <a:pt x="1209675" y="133350"/>
                </a:lnTo>
                <a:lnTo>
                  <a:pt x="1190625" y="133350"/>
                </a:lnTo>
                <a:close/>
                <a:moveTo>
                  <a:pt x="1076325" y="123825"/>
                </a:moveTo>
                <a:lnTo>
                  <a:pt x="1095375" y="123825"/>
                </a:lnTo>
                <a:lnTo>
                  <a:pt x="1095375" y="133350"/>
                </a:lnTo>
                <a:lnTo>
                  <a:pt x="1085850" y="133350"/>
                </a:lnTo>
                <a:lnTo>
                  <a:pt x="1085850" y="161925"/>
                </a:lnTo>
                <a:lnTo>
                  <a:pt x="1076325" y="161925"/>
                </a:lnTo>
                <a:close/>
                <a:moveTo>
                  <a:pt x="1143000" y="133350"/>
                </a:moveTo>
                <a:lnTo>
                  <a:pt x="1152525" y="133350"/>
                </a:lnTo>
                <a:lnTo>
                  <a:pt x="1152525" y="142875"/>
                </a:lnTo>
                <a:lnTo>
                  <a:pt x="1143000" y="142875"/>
                </a:lnTo>
                <a:close/>
                <a:moveTo>
                  <a:pt x="38100" y="152400"/>
                </a:moveTo>
                <a:lnTo>
                  <a:pt x="47625" y="152400"/>
                </a:lnTo>
                <a:lnTo>
                  <a:pt x="47625" y="161925"/>
                </a:lnTo>
                <a:lnTo>
                  <a:pt x="38100" y="161925"/>
                </a:lnTo>
                <a:close/>
                <a:moveTo>
                  <a:pt x="85725" y="152400"/>
                </a:moveTo>
                <a:lnTo>
                  <a:pt x="133350" y="152400"/>
                </a:lnTo>
                <a:lnTo>
                  <a:pt x="133350" y="161925"/>
                </a:lnTo>
                <a:lnTo>
                  <a:pt x="142875" y="161925"/>
                </a:lnTo>
                <a:lnTo>
                  <a:pt x="142875" y="171450"/>
                </a:lnTo>
                <a:lnTo>
                  <a:pt x="133350" y="171450"/>
                </a:lnTo>
                <a:lnTo>
                  <a:pt x="133350" y="180975"/>
                </a:lnTo>
                <a:lnTo>
                  <a:pt x="95250" y="180975"/>
                </a:lnTo>
                <a:lnTo>
                  <a:pt x="95250" y="161925"/>
                </a:lnTo>
                <a:lnTo>
                  <a:pt x="85725" y="161925"/>
                </a:lnTo>
                <a:close/>
                <a:moveTo>
                  <a:pt x="247650" y="152400"/>
                </a:moveTo>
                <a:lnTo>
                  <a:pt x="257175" y="152400"/>
                </a:lnTo>
                <a:lnTo>
                  <a:pt x="257175" y="161925"/>
                </a:lnTo>
                <a:lnTo>
                  <a:pt x="247650" y="161925"/>
                </a:lnTo>
                <a:close/>
                <a:moveTo>
                  <a:pt x="1104900" y="152400"/>
                </a:moveTo>
                <a:lnTo>
                  <a:pt x="1123950" y="152400"/>
                </a:lnTo>
                <a:lnTo>
                  <a:pt x="1123950" y="171450"/>
                </a:lnTo>
                <a:lnTo>
                  <a:pt x="1133475" y="171450"/>
                </a:lnTo>
                <a:lnTo>
                  <a:pt x="1133475" y="190500"/>
                </a:lnTo>
                <a:lnTo>
                  <a:pt x="1123950" y="190500"/>
                </a:lnTo>
                <a:lnTo>
                  <a:pt x="1123950" y="200025"/>
                </a:lnTo>
                <a:lnTo>
                  <a:pt x="1114425" y="200025"/>
                </a:lnTo>
                <a:lnTo>
                  <a:pt x="1114425" y="180975"/>
                </a:lnTo>
                <a:lnTo>
                  <a:pt x="1104900" y="180975"/>
                </a:lnTo>
                <a:close/>
                <a:moveTo>
                  <a:pt x="1181100" y="152400"/>
                </a:moveTo>
                <a:lnTo>
                  <a:pt x="1190625" y="152400"/>
                </a:lnTo>
                <a:lnTo>
                  <a:pt x="1190625" y="161925"/>
                </a:lnTo>
                <a:lnTo>
                  <a:pt x="1181100" y="161925"/>
                </a:lnTo>
                <a:close/>
                <a:moveTo>
                  <a:pt x="19050" y="161925"/>
                </a:moveTo>
                <a:lnTo>
                  <a:pt x="28575" y="161925"/>
                </a:lnTo>
                <a:lnTo>
                  <a:pt x="28575" y="171450"/>
                </a:lnTo>
                <a:lnTo>
                  <a:pt x="19050" y="171450"/>
                </a:lnTo>
                <a:close/>
                <a:moveTo>
                  <a:pt x="76200" y="161925"/>
                </a:moveTo>
                <a:lnTo>
                  <a:pt x="85725" y="161925"/>
                </a:lnTo>
                <a:lnTo>
                  <a:pt x="85725" y="180975"/>
                </a:lnTo>
                <a:lnTo>
                  <a:pt x="76200" y="180975"/>
                </a:lnTo>
                <a:close/>
                <a:moveTo>
                  <a:pt x="285750" y="161925"/>
                </a:moveTo>
                <a:lnTo>
                  <a:pt x="304800" y="161925"/>
                </a:lnTo>
                <a:lnTo>
                  <a:pt x="304800" y="180975"/>
                </a:lnTo>
                <a:lnTo>
                  <a:pt x="266700" y="180975"/>
                </a:lnTo>
                <a:lnTo>
                  <a:pt x="266700" y="171450"/>
                </a:lnTo>
                <a:lnTo>
                  <a:pt x="285750" y="171450"/>
                </a:lnTo>
                <a:close/>
                <a:moveTo>
                  <a:pt x="361950" y="161925"/>
                </a:moveTo>
                <a:lnTo>
                  <a:pt x="381000" y="161925"/>
                </a:lnTo>
                <a:lnTo>
                  <a:pt x="381000" y="171450"/>
                </a:lnTo>
                <a:lnTo>
                  <a:pt x="361950" y="171450"/>
                </a:lnTo>
                <a:close/>
                <a:moveTo>
                  <a:pt x="561975" y="161925"/>
                </a:moveTo>
                <a:lnTo>
                  <a:pt x="571500" y="161925"/>
                </a:lnTo>
                <a:lnTo>
                  <a:pt x="571500" y="171450"/>
                </a:lnTo>
                <a:lnTo>
                  <a:pt x="590550" y="171450"/>
                </a:lnTo>
                <a:lnTo>
                  <a:pt x="590550" y="180975"/>
                </a:lnTo>
                <a:lnTo>
                  <a:pt x="571500" y="180975"/>
                </a:lnTo>
                <a:lnTo>
                  <a:pt x="571500" y="190500"/>
                </a:lnTo>
                <a:lnTo>
                  <a:pt x="581025" y="190500"/>
                </a:lnTo>
                <a:lnTo>
                  <a:pt x="581025" y="200025"/>
                </a:lnTo>
                <a:lnTo>
                  <a:pt x="552450" y="200025"/>
                </a:lnTo>
                <a:lnTo>
                  <a:pt x="552450" y="190500"/>
                </a:lnTo>
                <a:lnTo>
                  <a:pt x="542925" y="190500"/>
                </a:lnTo>
                <a:lnTo>
                  <a:pt x="542925" y="180975"/>
                </a:lnTo>
                <a:lnTo>
                  <a:pt x="552450" y="180975"/>
                </a:lnTo>
                <a:lnTo>
                  <a:pt x="552450" y="171450"/>
                </a:lnTo>
                <a:lnTo>
                  <a:pt x="561975" y="171450"/>
                </a:lnTo>
                <a:close/>
                <a:moveTo>
                  <a:pt x="857250" y="161925"/>
                </a:moveTo>
                <a:lnTo>
                  <a:pt x="866775" y="161925"/>
                </a:lnTo>
                <a:lnTo>
                  <a:pt x="866775" y="171450"/>
                </a:lnTo>
                <a:lnTo>
                  <a:pt x="857250" y="171450"/>
                </a:lnTo>
                <a:close/>
                <a:moveTo>
                  <a:pt x="895350" y="161925"/>
                </a:moveTo>
                <a:lnTo>
                  <a:pt x="904875" y="161925"/>
                </a:lnTo>
                <a:lnTo>
                  <a:pt x="904875" y="171450"/>
                </a:lnTo>
                <a:lnTo>
                  <a:pt x="895350" y="171450"/>
                </a:lnTo>
                <a:close/>
                <a:moveTo>
                  <a:pt x="914400" y="161925"/>
                </a:moveTo>
                <a:lnTo>
                  <a:pt x="942975" y="161925"/>
                </a:lnTo>
                <a:lnTo>
                  <a:pt x="942975" y="171450"/>
                </a:lnTo>
                <a:lnTo>
                  <a:pt x="914400" y="171450"/>
                </a:lnTo>
                <a:close/>
                <a:moveTo>
                  <a:pt x="1190625" y="161925"/>
                </a:moveTo>
                <a:lnTo>
                  <a:pt x="1209675" y="161925"/>
                </a:lnTo>
                <a:lnTo>
                  <a:pt x="1209675" y="180975"/>
                </a:lnTo>
                <a:lnTo>
                  <a:pt x="1200150" y="180975"/>
                </a:lnTo>
                <a:lnTo>
                  <a:pt x="1200150" y="171450"/>
                </a:lnTo>
                <a:lnTo>
                  <a:pt x="1190625" y="171450"/>
                </a:lnTo>
                <a:close/>
                <a:moveTo>
                  <a:pt x="28575" y="171450"/>
                </a:moveTo>
                <a:lnTo>
                  <a:pt x="38100" y="171450"/>
                </a:lnTo>
                <a:lnTo>
                  <a:pt x="38100" y="180975"/>
                </a:lnTo>
                <a:lnTo>
                  <a:pt x="28575" y="180975"/>
                </a:lnTo>
                <a:close/>
                <a:moveTo>
                  <a:pt x="247650" y="171450"/>
                </a:moveTo>
                <a:lnTo>
                  <a:pt x="257175" y="171450"/>
                </a:lnTo>
                <a:lnTo>
                  <a:pt x="257175" y="180975"/>
                </a:lnTo>
                <a:lnTo>
                  <a:pt x="247650" y="180975"/>
                </a:lnTo>
                <a:close/>
                <a:moveTo>
                  <a:pt x="1019175" y="171450"/>
                </a:moveTo>
                <a:lnTo>
                  <a:pt x="1047750" y="171450"/>
                </a:lnTo>
                <a:lnTo>
                  <a:pt x="1047750" y="190500"/>
                </a:lnTo>
                <a:lnTo>
                  <a:pt x="1038225" y="190500"/>
                </a:lnTo>
                <a:lnTo>
                  <a:pt x="1038225" y="180975"/>
                </a:lnTo>
                <a:lnTo>
                  <a:pt x="1028700" y="180975"/>
                </a:lnTo>
                <a:lnTo>
                  <a:pt x="1028700" y="200025"/>
                </a:lnTo>
                <a:lnTo>
                  <a:pt x="1019175" y="200025"/>
                </a:lnTo>
                <a:lnTo>
                  <a:pt x="1019175" y="190500"/>
                </a:lnTo>
                <a:lnTo>
                  <a:pt x="1009650" y="190500"/>
                </a:lnTo>
                <a:lnTo>
                  <a:pt x="1009650" y="180975"/>
                </a:lnTo>
                <a:lnTo>
                  <a:pt x="1019175" y="180975"/>
                </a:lnTo>
                <a:close/>
                <a:moveTo>
                  <a:pt x="0" y="180975"/>
                </a:moveTo>
                <a:lnTo>
                  <a:pt x="9525" y="180975"/>
                </a:lnTo>
                <a:lnTo>
                  <a:pt x="9525" y="190500"/>
                </a:lnTo>
                <a:lnTo>
                  <a:pt x="0" y="190500"/>
                </a:lnTo>
                <a:close/>
                <a:moveTo>
                  <a:pt x="219075" y="180975"/>
                </a:moveTo>
                <a:lnTo>
                  <a:pt x="247650" y="180975"/>
                </a:lnTo>
                <a:lnTo>
                  <a:pt x="247650" y="200025"/>
                </a:lnTo>
                <a:lnTo>
                  <a:pt x="209550" y="200025"/>
                </a:lnTo>
                <a:lnTo>
                  <a:pt x="209550" y="190500"/>
                </a:lnTo>
                <a:lnTo>
                  <a:pt x="219075" y="190500"/>
                </a:lnTo>
                <a:close/>
                <a:moveTo>
                  <a:pt x="381000" y="180975"/>
                </a:moveTo>
                <a:lnTo>
                  <a:pt x="409575" y="180975"/>
                </a:lnTo>
                <a:lnTo>
                  <a:pt x="409575" y="190500"/>
                </a:lnTo>
                <a:lnTo>
                  <a:pt x="419100" y="190500"/>
                </a:lnTo>
                <a:lnTo>
                  <a:pt x="419100" y="219075"/>
                </a:lnTo>
                <a:lnTo>
                  <a:pt x="409575" y="219075"/>
                </a:lnTo>
                <a:lnTo>
                  <a:pt x="409575" y="228600"/>
                </a:lnTo>
                <a:lnTo>
                  <a:pt x="400050" y="228600"/>
                </a:lnTo>
                <a:lnTo>
                  <a:pt x="400050" y="209550"/>
                </a:lnTo>
                <a:lnTo>
                  <a:pt x="409575" y="209550"/>
                </a:lnTo>
                <a:lnTo>
                  <a:pt x="409575" y="200025"/>
                </a:lnTo>
                <a:lnTo>
                  <a:pt x="390525" y="200025"/>
                </a:lnTo>
                <a:lnTo>
                  <a:pt x="390525" y="190500"/>
                </a:lnTo>
                <a:lnTo>
                  <a:pt x="381000" y="190500"/>
                </a:lnTo>
                <a:close/>
                <a:moveTo>
                  <a:pt x="857250" y="180975"/>
                </a:moveTo>
                <a:lnTo>
                  <a:pt x="895350" y="180975"/>
                </a:lnTo>
                <a:lnTo>
                  <a:pt x="895350" y="190500"/>
                </a:lnTo>
                <a:lnTo>
                  <a:pt x="885825" y="190500"/>
                </a:lnTo>
                <a:lnTo>
                  <a:pt x="885825" y="200025"/>
                </a:lnTo>
                <a:lnTo>
                  <a:pt x="847725" y="200025"/>
                </a:lnTo>
                <a:lnTo>
                  <a:pt x="847725" y="190500"/>
                </a:lnTo>
                <a:lnTo>
                  <a:pt x="857250" y="190500"/>
                </a:lnTo>
                <a:close/>
                <a:moveTo>
                  <a:pt x="9525" y="190500"/>
                </a:moveTo>
                <a:lnTo>
                  <a:pt x="19050" y="190500"/>
                </a:lnTo>
                <a:lnTo>
                  <a:pt x="19050" y="200025"/>
                </a:lnTo>
                <a:lnTo>
                  <a:pt x="9525" y="200025"/>
                </a:lnTo>
                <a:close/>
                <a:moveTo>
                  <a:pt x="28575" y="190500"/>
                </a:moveTo>
                <a:lnTo>
                  <a:pt x="38100" y="190500"/>
                </a:lnTo>
                <a:lnTo>
                  <a:pt x="38100" y="200025"/>
                </a:lnTo>
                <a:lnTo>
                  <a:pt x="28575" y="200025"/>
                </a:lnTo>
                <a:close/>
                <a:moveTo>
                  <a:pt x="276225" y="190500"/>
                </a:moveTo>
                <a:lnTo>
                  <a:pt x="323850" y="190500"/>
                </a:lnTo>
                <a:lnTo>
                  <a:pt x="323850" y="209550"/>
                </a:lnTo>
                <a:lnTo>
                  <a:pt x="304800" y="209550"/>
                </a:lnTo>
                <a:lnTo>
                  <a:pt x="304800" y="200025"/>
                </a:lnTo>
                <a:lnTo>
                  <a:pt x="276225" y="200025"/>
                </a:lnTo>
                <a:close/>
                <a:moveTo>
                  <a:pt x="809625" y="190500"/>
                </a:moveTo>
                <a:lnTo>
                  <a:pt x="819150" y="190500"/>
                </a:lnTo>
                <a:lnTo>
                  <a:pt x="819150" y="200025"/>
                </a:lnTo>
                <a:lnTo>
                  <a:pt x="809625" y="200025"/>
                </a:lnTo>
                <a:close/>
                <a:moveTo>
                  <a:pt x="1076325" y="190500"/>
                </a:moveTo>
                <a:lnTo>
                  <a:pt x="1085850" y="190500"/>
                </a:lnTo>
                <a:lnTo>
                  <a:pt x="1085850" y="247650"/>
                </a:lnTo>
                <a:lnTo>
                  <a:pt x="1095375" y="247650"/>
                </a:lnTo>
                <a:lnTo>
                  <a:pt x="1095375" y="257175"/>
                </a:lnTo>
                <a:lnTo>
                  <a:pt x="1085850" y="257175"/>
                </a:lnTo>
                <a:lnTo>
                  <a:pt x="1085850" y="333375"/>
                </a:lnTo>
                <a:lnTo>
                  <a:pt x="1076325" y="333375"/>
                </a:lnTo>
                <a:close/>
                <a:moveTo>
                  <a:pt x="19050" y="200025"/>
                </a:moveTo>
                <a:lnTo>
                  <a:pt x="28575" y="200025"/>
                </a:lnTo>
                <a:lnTo>
                  <a:pt x="28575" y="219075"/>
                </a:lnTo>
                <a:lnTo>
                  <a:pt x="19050" y="219075"/>
                </a:lnTo>
                <a:close/>
                <a:moveTo>
                  <a:pt x="333375" y="200025"/>
                </a:moveTo>
                <a:lnTo>
                  <a:pt x="342900" y="200025"/>
                </a:lnTo>
                <a:lnTo>
                  <a:pt x="342900" y="209550"/>
                </a:lnTo>
                <a:lnTo>
                  <a:pt x="333375" y="209550"/>
                </a:lnTo>
                <a:close/>
                <a:moveTo>
                  <a:pt x="609600" y="200025"/>
                </a:moveTo>
                <a:lnTo>
                  <a:pt x="619125" y="200025"/>
                </a:lnTo>
                <a:lnTo>
                  <a:pt x="619125" y="209550"/>
                </a:lnTo>
                <a:lnTo>
                  <a:pt x="609600" y="209550"/>
                </a:lnTo>
                <a:close/>
                <a:moveTo>
                  <a:pt x="342900" y="209550"/>
                </a:moveTo>
                <a:lnTo>
                  <a:pt x="352425" y="209550"/>
                </a:lnTo>
                <a:lnTo>
                  <a:pt x="352425" y="219075"/>
                </a:lnTo>
                <a:lnTo>
                  <a:pt x="342900" y="219075"/>
                </a:lnTo>
                <a:close/>
                <a:moveTo>
                  <a:pt x="619125" y="209550"/>
                </a:moveTo>
                <a:lnTo>
                  <a:pt x="628650" y="209550"/>
                </a:lnTo>
                <a:lnTo>
                  <a:pt x="628650" y="219075"/>
                </a:lnTo>
                <a:lnTo>
                  <a:pt x="619125" y="219075"/>
                </a:lnTo>
                <a:close/>
                <a:moveTo>
                  <a:pt x="981075" y="209550"/>
                </a:moveTo>
                <a:lnTo>
                  <a:pt x="990600" y="209550"/>
                </a:lnTo>
                <a:lnTo>
                  <a:pt x="990600" y="219075"/>
                </a:lnTo>
                <a:lnTo>
                  <a:pt x="1000125" y="219075"/>
                </a:lnTo>
                <a:lnTo>
                  <a:pt x="1000125" y="228600"/>
                </a:lnTo>
                <a:lnTo>
                  <a:pt x="990600" y="228600"/>
                </a:lnTo>
                <a:lnTo>
                  <a:pt x="990600" y="247650"/>
                </a:lnTo>
                <a:lnTo>
                  <a:pt x="981075" y="247650"/>
                </a:lnTo>
                <a:close/>
                <a:moveTo>
                  <a:pt x="1038225" y="219075"/>
                </a:moveTo>
                <a:lnTo>
                  <a:pt x="1047750" y="219075"/>
                </a:lnTo>
                <a:lnTo>
                  <a:pt x="1047750" y="247650"/>
                </a:lnTo>
                <a:lnTo>
                  <a:pt x="1038225" y="247650"/>
                </a:lnTo>
                <a:lnTo>
                  <a:pt x="1038225" y="257175"/>
                </a:lnTo>
                <a:lnTo>
                  <a:pt x="1028700" y="257175"/>
                </a:lnTo>
                <a:lnTo>
                  <a:pt x="1028700" y="238125"/>
                </a:lnTo>
                <a:lnTo>
                  <a:pt x="1019175" y="238125"/>
                </a:lnTo>
                <a:lnTo>
                  <a:pt x="1019175" y="228600"/>
                </a:lnTo>
                <a:lnTo>
                  <a:pt x="1038225" y="228600"/>
                </a:lnTo>
                <a:close/>
                <a:moveTo>
                  <a:pt x="657225" y="228600"/>
                </a:moveTo>
                <a:lnTo>
                  <a:pt x="666750" y="228600"/>
                </a:lnTo>
                <a:lnTo>
                  <a:pt x="666750" y="238125"/>
                </a:lnTo>
                <a:lnTo>
                  <a:pt x="676275" y="238125"/>
                </a:lnTo>
                <a:lnTo>
                  <a:pt x="676275" y="266700"/>
                </a:lnTo>
                <a:lnTo>
                  <a:pt x="666750" y="266700"/>
                </a:lnTo>
                <a:lnTo>
                  <a:pt x="666750" y="257175"/>
                </a:lnTo>
                <a:lnTo>
                  <a:pt x="657225" y="257175"/>
                </a:lnTo>
                <a:close/>
                <a:moveTo>
                  <a:pt x="1133475" y="238125"/>
                </a:moveTo>
                <a:lnTo>
                  <a:pt x="1143000" y="238125"/>
                </a:lnTo>
                <a:lnTo>
                  <a:pt x="1143000" y="257175"/>
                </a:lnTo>
                <a:lnTo>
                  <a:pt x="1152525" y="257175"/>
                </a:lnTo>
                <a:lnTo>
                  <a:pt x="1152525" y="266700"/>
                </a:lnTo>
                <a:lnTo>
                  <a:pt x="1133475" y="266700"/>
                </a:lnTo>
                <a:close/>
                <a:moveTo>
                  <a:pt x="142875" y="247650"/>
                </a:moveTo>
                <a:lnTo>
                  <a:pt x="161925" y="247650"/>
                </a:lnTo>
                <a:lnTo>
                  <a:pt x="161925" y="257175"/>
                </a:lnTo>
                <a:lnTo>
                  <a:pt x="152400" y="257175"/>
                </a:lnTo>
                <a:lnTo>
                  <a:pt x="152400" y="266700"/>
                </a:lnTo>
                <a:lnTo>
                  <a:pt x="142875" y="266700"/>
                </a:lnTo>
                <a:close/>
                <a:moveTo>
                  <a:pt x="438150" y="257175"/>
                </a:moveTo>
                <a:lnTo>
                  <a:pt x="457200" y="257175"/>
                </a:lnTo>
                <a:lnTo>
                  <a:pt x="457200" y="266700"/>
                </a:lnTo>
                <a:lnTo>
                  <a:pt x="438150" y="266700"/>
                </a:lnTo>
                <a:close/>
                <a:moveTo>
                  <a:pt x="676275" y="295275"/>
                </a:moveTo>
                <a:lnTo>
                  <a:pt x="685800" y="295275"/>
                </a:lnTo>
                <a:lnTo>
                  <a:pt x="685800" y="314325"/>
                </a:lnTo>
                <a:lnTo>
                  <a:pt x="676275" y="314325"/>
                </a:lnTo>
                <a:close/>
                <a:moveTo>
                  <a:pt x="438150" y="304800"/>
                </a:moveTo>
                <a:lnTo>
                  <a:pt x="447675" y="304800"/>
                </a:lnTo>
                <a:lnTo>
                  <a:pt x="447675" y="314325"/>
                </a:lnTo>
                <a:lnTo>
                  <a:pt x="438150" y="314325"/>
                </a:lnTo>
                <a:close/>
                <a:moveTo>
                  <a:pt x="1028700" y="304800"/>
                </a:moveTo>
                <a:lnTo>
                  <a:pt x="1038225" y="304800"/>
                </a:lnTo>
                <a:lnTo>
                  <a:pt x="1038225" y="352425"/>
                </a:lnTo>
                <a:lnTo>
                  <a:pt x="1047750" y="352425"/>
                </a:lnTo>
                <a:lnTo>
                  <a:pt x="1047750" y="381000"/>
                </a:lnTo>
                <a:lnTo>
                  <a:pt x="1038225" y="381000"/>
                </a:lnTo>
                <a:lnTo>
                  <a:pt x="1038225" y="371475"/>
                </a:lnTo>
                <a:lnTo>
                  <a:pt x="1028700" y="371475"/>
                </a:lnTo>
                <a:lnTo>
                  <a:pt x="1028700" y="381000"/>
                </a:lnTo>
                <a:lnTo>
                  <a:pt x="1019175" y="381000"/>
                </a:lnTo>
                <a:lnTo>
                  <a:pt x="1019175" y="361950"/>
                </a:lnTo>
                <a:lnTo>
                  <a:pt x="1009650" y="361950"/>
                </a:lnTo>
                <a:lnTo>
                  <a:pt x="1009650" y="333375"/>
                </a:lnTo>
                <a:lnTo>
                  <a:pt x="1019175" y="333375"/>
                </a:lnTo>
                <a:lnTo>
                  <a:pt x="1019175" y="314325"/>
                </a:lnTo>
                <a:lnTo>
                  <a:pt x="1028700" y="314325"/>
                </a:lnTo>
                <a:close/>
                <a:moveTo>
                  <a:pt x="19050" y="314325"/>
                </a:moveTo>
                <a:lnTo>
                  <a:pt x="28575" y="314325"/>
                </a:lnTo>
                <a:lnTo>
                  <a:pt x="28575" y="333375"/>
                </a:lnTo>
                <a:lnTo>
                  <a:pt x="19050" y="333375"/>
                </a:lnTo>
                <a:close/>
                <a:moveTo>
                  <a:pt x="371475" y="314325"/>
                </a:moveTo>
                <a:lnTo>
                  <a:pt x="381000" y="314325"/>
                </a:lnTo>
                <a:lnTo>
                  <a:pt x="381000" y="323850"/>
                </a:lnTo>
                <a:lnTo>
                  <a:pt x="371475" y="323850"/>
                </a:lnTo>
                <a:close/>
                <a:moveTo>
                  <a:pt x="361950" y="333375"/>
                </a:moveTo>
                <a:lnTo>
                  <a:pt x="371475" y="333375"/>
                </a:lnTo>
                <a:lnTo>
                  <a:pt x="371475" y="352425"/>
                </a:lnTo>
                <a:lnTo>
                  <a:pt x="361950" y="352425"/>
                </a:lnTo>
                <a:close/>
                <a:moveTo>
                  <a:pt x="447675" y="333375"/>
                </a:moveTo>
                <a:lnTo>
                  <a:pt x="457200" y="333375"/>
                </a:lnTo>
                <a:lnTo>
                  <a:pt x="457200" y="342900"/>
                </a:lnTo>
                <a:lnTo>
                  <a:pt x="447675" y="342900"/>
                </a:lnTo>
                <a:close/>
                <a:moveTo>
                  <a:pt x="1066800" y="333375"/>
                </a:moveTo>
                <a:lnTo>
                  <a:pt x="1076325" y="333375"/>
                </a:lnTo>
                <a:lnTo>
                  <a:pt x="1076325" y="342900"/>
                </a:lnTo>
                <a:lnTo>
                  <a:pt x="1085850" y="342900"/>
                </a:lnTo>
                <a:lnTo>
                  <a:pt x="1085850" y="352425"/>
                </a:lnTo>
                <a:lnTo>
                  <a:pt x="1076325" y="352425"/>
                </a:lnTo>
                <a:lnTo>
                  <a:pt x="1076325" y="361950"/>
                </a:lnTo>
                <a:lnTo>
                  <a:pt x="1066800" y="361950"/>
                </a:lnTo>
                <a:close/>
                <a:moveTo>
                  <a:pt x="0" y="342900"/>
                </a:moveTo>
                <a:lnTo>
                  <a:pt x="9525" y="342900"/>
                </a:lnTo>
                <a:lnTo>
                  <a:pt x="9525" y="371475"/>
                </a:lnTo>
                <a:lnTo>
                  <a:pt x="0" y="371475"/>
                </a:lnTo>
                <a:close/>
                <a:moveTo>
                  <a:pt x="142875" y="371475"/>
                </a:moveTo>
                <a:lnTo>
                  <a:pt x="171450" y="371475"/>
                </a:lnTo>
                <a:lnTo>
                  <a:pt x="171450" y="381000"/>
                </a:lnTo>
                <a:lnTo>
                  <a:pt x="180975" y="381000"/>
                </a:lnTo>
                <a:lnTo>
                  <a:pt x="180975" y="390525"/>
                </a:lnTo>
                <a:lnTo>
                  <a:pt x="190500" y="390525"/>
                </a:lnTo>
                <a:lnTo>
                  <a:pt x="190500" y="400050"/>
                </a:lnTo>
                <a:lnTo>
                  <a:pt x="161925" y="400050"/>
                </a:lnTo>
                <a:lnTo>
                  <a:pt x="161925" y="409575"/>
                </a:lnTo>
                <a:lnTo>
                  <a:pt x="152400" y="409575"/>
                </a:lnTo>
                <a:lnTo>
                  <a:pt x="152400" y="419100"/>
                </a:lnTo>
                <a:lnTo>
                  <a:pt x="161925" y="419100"/>
                </a:lnTo>
                <a:lnTo>
                  <a:pt x="161925" y="428625"/>
                </a:lnTo>
                <a:lnTo>
                  <a:pt x="171450" y="428625"/>
                </a:lnTo>
                <a:lnTo>
                  <a:pt x="171450" y="447675"/>
                </a:lnTo>
                <a:lnTo>
                  <a:pt x="161925" y="447675"/>
                </a:lnTo>
                <a:lnTo>
                  <a:pt x="161925" y="438150"/>
                </a:lnTo>
                <a:lnTo>
                  <a:pt x="152400" y="438150"/>
                </a:lnTo>
                <a:lnTo>
                  <a:pt x="152400" y="428625"/>
                </a:lnTo>
                <a:lnTo>
                  <a:pt x="142875" y="428625"/>
                </a:lnTo>
                <a:lnTo>
                  <a:pt x="142875" y="419100"/>
                </a:lnTo>
                <a:lnTo>
                  <a:pt x="133350" y="419100"/>
                </a:lnTo>
                <a:lnTo>
                  <a:pt x="133350" y="390525"/>
                </a:lnTo>
                <a:lnTo>
                  <a:pt x="142875" y="390525"/>
                </a:lnTo>
                <a:close/>
                <a:moveTo>
                  <a:pt x="19050" y="381000"/>
                </a:moveTo>
                <a:lnTo>
                  <a:pt x="38100" y="381000"/>
                </a:lnTo>
                <a:lnTo>
                  <a:pt x="38100" y="390525"/>
                </a:lnTo>
                <a:lnTo>
                  <a:pt x="28575" y="390525"/>
                </a:lnTo>
                <a:lnTo>
                  <a:pt x="28575" y="400050"/>
                </a:lnTo>
                <a:lnTo>
                  <a:pt x="19050" y="400050"/>
                </a:lnTo>
                <a:close/>
                <a:moveTo>
                  <a:pt x="323850" y="390525"/>
                </a:moveTo>
                <a:lnTo>
                  <a:pt x="333375" y="390525"/>
                </a:lnTo>
                <a:lnTo>
                  <a:pt x="333375" y="409575"/>
                </a:lnTo>
                <a:lnTo>
                  <a:pt x="323850" y="409575"/>
                </a:lnTo>
                <a:close/>
                <a:moveTo>
                  <a:pt x="190500" y="400050"/>
                </a:moveTo>
                <a:lnTo>
                  <a:pt x="200025" y="400050"/>
                </a:lnTo>
                <a:lnTo>
                  <a:pt x="200025" y="409575"/>
                </a:lnTo>
                <a:lnTo>
                  <a:pt x="209550" y="409575"/>
                </a:lnTo>
                <a:lnTo>
                  <a:pt x="209550" y="419100"/>
                </a:lnTo>
                <a:lnTo>
                  <a:pt x="228600" y="419100"/>
                </a:lnTo>
                <a:lnTo>
                  <a:pt x="228600" y="428625"/>
                </a:lnTo>
                <a:lnTo>
                  <a:pt x="209550" y="428625"/>
                </a:lnTo>
                <a:lnTo>
                  <a:pt x="209550" y="457200"/>
                </a:lnTo>
                <a:lnTo>
                  <a:pt x="200025" y="457200"/>
                </a:lnTo>
                <a:lnTo>
                  <a:pt x="200025" y="419100"/>
                </a:lnTo>
                <a:lnTo>
                  <a:pt x="190500" y="419100"/>
                </a:lnTo>
                <a:close/>
                <a:moveTo>
                  <a:pt x="609600" y="400050"/>
                </a:moveTo>
                <a:lnTo>
                  <a:pt x="628650" y="400050"/>
                </a:lnTo>
                <a:lnTo>
                  <a:pt x="628650" y="438150"/>
                </a:lnTo>
                <a:lnTo>
                  <a:pt x="581025" y="438150"/>
                </a:lnTo>
                <a:lnTo>
                  <a:pt x="581025" y="428625"/>
                </a:lnTo>
                <a:lnTo>
                  <a:pt x="609600" y="428625"/>
                </a:lnTo>
                <a:lnTo>
                  <a:pt x="609600" y="419100"/>
                </a:lnTo>
                <a:lnTo>
                  <a:pt x="581025" y="419100"/>
                </a:lnTo>
                <a:lnTo>
                  <a:pt x="581025" y="409575"/>
                </a:lnTo>
                <a:lnTo>
                  <a:pt x="609600" y="409575"/>
                </a:lnTo>
                <a:close/>
                <a:moveTo>
                  <a:pt x="19050" y="409575"/>
                </a:moveTo>
                <a:lnTo>
                  <a:pt x="28575" y="409575"/>
                </a:lnTo>
                <a:lnTo>
                  <a:pt x="28575" y="419100"/>
                </a:lnTo>
                <a:lnTo>
                  <a:pt x="38100" y="419100"/>
                </a:lnTo>
                <a:lnTo>
                  <a:pt x="38100" y="438150"/>
                </a:lnTo>
                <a:lnTo>
                  <a:pt x="28575" y="438150"/>
                </a:lnTo>
                <a:lnTo>
                  <a:pt x="28575" y="428625"/>
                </a:lnTo>
                <a:lnTo>
                  <a:pt x="19050" y="428625"/>
                </a:lnTo>
                <a:lnTo>
                  <a:pt x="19050" y="476250"/>
                </a:lnTo>
                <a:lnTo>
                  <a:pt x="9525" y="476250"/>
                </a:lnTo>
                <a:lnTo>
                  <a:pt x="9525" y="485775"/>
                </a:lnTo>
                <a:lnTo>
                  <a:pt x="0" y="485775"/>
                </a:lnTo>
                <a:lnTo>
                  <a:pt x="0" y="428625"/>
                </a:lnTo>
                <a:lnTo>
                  <a:pt x="9525" y="428625"/>
                </a:lnTo>
                <a:lnTo>
                  <a:pt x="9525" y="419100"/>
                </a:lnTo>
                <a:lnTo>
                  <a:pt x="19050" y="419100"/>
                </a:lnTo>
                <a:close/>
                <a:moveTo>
                  <a:pt x="762000" y="409575"/>
                </a:moveTo>
                <a:lnTo>
                  <a:pt x="781050" y="409575"/>
                </a:lnTo>
                <a:lnTo>
                  <a:pt x="781050" y="428625"/>
                </a:lnTo>
                <a:lnTo>
                  <a:pt x="762000" y="428625"/>
                </a:lnTo>
                <a:close/>
                <a:moveTo>
                  <a:pt x="866775" y="409575"/>
                </a:moveTo>
                <a:lnTo>
                  <a:pt x="885825" y="409575"/>
                </a:lnTo>
                <a:lnTo>
                  <a:pt x="885825" y="419100"/>
                </a:lnTo>
                <a:lnTo>
                  <a:pt x="866775" y="419100"/>
                </a:lnTo>
                <a:close/>
                <a:moveTo>
                  <a:pt x="285750" y="419100"/>
                </a:moveTo>
                <a:lnTo>
                  <a:pt x="295275" y="419100"/>
                </a:lnTo>
                <a:lnTo>
                  <a:pt x="295275" y="428625"/>
                </a:lnTo>
                <a:lnTo>
                  <a:pt x="285750" y="428625"/>
                </a:lnTo>
                <a:close/>
                <a:moveTo>
                  <a:pt x="866775" y="428625"/>
                </a:moveTo>
                <a:lnTo>
                  <a:pt x="885825" y="428625"/>
                </a:lnTo>
                <a:lnTo>
                  <a:pt x="885825" y="438150"/>
                </a:lnTo>
                <a:lnTo>
                  <a:pt x="866775" y="438150"/>
                </a:lnTo>
                <a:close/>
                <a:moveTo>
                  <a:pt x="304800" y="438150"/>
                </a:moveTo>
                <a:lnTo>
                  <a:pt x="333375" y="438150"/>
                </a:lnTo>
                <a:lnTo>
                  <a:pt x="333375" y="447675"/>
                </a:lnTo>
                <a:lnTo>
                  <a:pt x="304800" y="447675"/>
                </a:lnTo>
                <a:close/>
                <a:moveTo>
                  <a:pt x="514350" y="438150"/>
                </a:moveTo>
                <a:lnTo>
                  <a:pt x="533400" y="438150"/>
                </a:lnTo>
                <a:lnTo>
                  <a:pt x="533400" y="447675"/>
                </a:lnTo>
                <a:lnTo>
                  <a:pt x="514350" y="447675"/>
                </a:lnTo>
                <a:close/>
                <a:moveTo>
                  <a:pt x="542925" y="438150"/>
                </a:moveTo>
                <a:lnTo>
                  <a:pt x="552450" y="438150"/>
                </a:lnTo>
                <a:lnTo>
                  <a:pt x="552450" y="447675"/>
                </a:lnTo>
                <a:lnTo>
                  <a:pt x="542925" y="447675"/>
                </a:lnTo>
                <a:close/>
                <a:moveTo>
                  <a:pt x="685800" y="438150"/>
                </a:moveTo>
                <a:lnTo>
                  <a:pt x="695325" y="438150"/>
                </a:lnTo>
                <a:lnTo>
                  <a:pt x="695325" y="447675"/>
                </a:lnTo>
                <a:lnTo>
                  <a:pt x="714375" y="447675"/>
                </a:lnTo>
                <a:lnTo>
                  <a:pt x="714375" y="438150"/>
                </a:lnTo>
                <a:lnTo>
                  <a:pt x="733425" y="438150"/>
                </a:lnTo>
                <a:lnTo>
                  <a:pt x="733425" y="447675"/>
                </a:lnTo>
                <a:lnTo>
                  <a:pt x="723900" y="447675"/>
                </a:lnTo>
                <a:lnTo>
                  <a:pt x="723900" y="457200"/>
                </a:lnTo>
                <a:lnTo>
                  <a:pt x="685800" y="457200"/>
                </a:lnTo>
                <a:close/>
                <a:moveTo>
                  <a:pt x="990600" y="438150"/>
                </a:moveTo>
                <a:lnTo>
                  <a:pt x="1000125" y="438150"/>
                </a:lnTo>
                <a:lnTo>
                  <a:pt x="1000125" y="447675"/>
                </a:lnTo>
                <a:lnTo>
                  <a:pt x="990600" y="447675"/>
                </a:lnTo>
                <a:close/>
                <a:moveTo>
                  <a:pt x="885825" y="447675"/>
                </a:moveTo>
                <a:lnTo>
                  <a:pt x="904875" y="447675"/>
                </a:lnTo>
                <a:lnTo>
                  <a:pt x="904875" y="466725"/>
                </a:lnTo>
                <a:lnTo>
                  <a:pt x="895350" y="466725"/>
                </a:lnTo>
                <a:lnTo>
                  <a:pt x="895350" y="457200"/>
                </a:lnTo>
                <a:lnTo>
                  <a:pt x="885825" y="457200"/>
                </a:lnTo>
                <a:close/>
                <a:moveTo>
                  <a:pt x="1181100" y="447675"/>
                </a:moveTo>
                <a:lnTo>
                  <a:pt x="1200150" y="447675"/>
                </a:lnTo>
                <a:lnTo>
                  <a:pt x="1200150" y="466725"/>
                </a:lnTo>
                <a:lnTo>
                  <a:pt x="1181100" y="466725"/>
                </a:lnTo>
                <a:close/>
                <a:moveTo>
                  <a:pt x="28575" y="457200"/>
                </a:moveTo>
                <a:lnTo>
                  <a:pt x="38100" y="457200"/>
                </a:lnTo>
                <a:lnTo>
                  <a:pt x="38100" y="466725"/>
                </a:lnTo>
                <a:lnTo>
                  <a:pt x="28575" y="466725"/>
                </a:lnTo>
                <a:close/>
                <a:moveTo>
                  <a:pt x="314325" y="476250"/>
                </a:moveTo>
                <a:lnTo>
                  <a:pt x="323850" y="476250"/>
                </a:lnTo>
                <a:lnTo>
                  <a:pt x="323850" y="504825"/>
                </a:lnTo>
                <a:lnTo>
                  <a:pt x="314325" y="504825"/>
                </a:lnTo>
                <a:close/>
                <a:moveTo>
                  <a:pt x="76200" y="485775"/>
                </a:moveTo>
                <a:lnTo>
                  <a:pt x="95250" y="485775"/>
                </a:lnTo>
                <a:lnTo>
                  <a:pt x="95250" y="495300"/>
                </a:lnTo>
                <a:lnTo>
                  <a:pt x="76200" y="495300"/>
                </a:lnTo>
                <a:close/>
                <a:moveTo>
                  <a:pt x="895350" y="485775"/>
                </a:moveTo>
                <a:lnTo>
                  <a:pt x="904875" y="485775"/>
                </a:lnTo>
                <a:lnTo>
                  <a:pt x="904875" y="504825"/>
                </a:lnTo>
                <a:lnTo>
                  <a:pt x="895350" y="504825"/>
                </a:lnTo>
                <a:lnTo>
                  <a:pt x="895350" y="514350"/>
                </a:lnTo>
                <a:lnTo>
                  <a:pt x="876300" y="514350"/>
                </a:lnTo>
                <a:lnTo>
                  <a:pt x="876300" y="504825"/>
                </a:lnTo>
                <a:lnTo>
                  <a:pt x="885825" y="504825"/>
                </a:lnTo>
                <a:lnTo>
                  <a:pt x="885825" y="495300"/>
                </a:lnTo>
                <a:lnTo>
                  <a:pt x="895350" y="495300"/>
                </a:lnTo>
                <a:close/>
                <a:moveTo>
                  <a:pt x="619125" y="495300"/>
                </a:moveTo>
                <a:lnTo>
                  <a:pt x="628650" y="495300"/>
                </a:lnTo>
                <a:lnTo>
                  <a:pt x="628650" y="504825"/>
                </a:lnTo>
                <a:lnTo>
                  <a:pt x="619125" y="504825"/>
                </a:lnTo>
                <a:close/>
                <a:moveTo>
                  <a:pt x="1085850" y="495300"/>
                </a:moveTo>
                <a:lnTo>
                  <a:pt x="1095375" y="495300"/>
                </a:lnTo>
                <a:lnTo>
                  <a:pt x="1095375" y="504825"/>
                </a:lnTo>
                <a:lnTo>
                  <a:pt x="1085850" y="504825"/>
                </a:lnTo>
                <a:close/>
                <a:moveTo>
                  <a:pt x="38100" y="504825"/>
                </a:moveTo>
                <a:lnTo>
                  <a:pt x="47625" y="504825"/>
                </a:lnTo>
                <a:lnTo>
                  <a:pt x="47625" y="514350"/>
                </a:lnTo>
                <a:lnTo>
                  <a:pt x="38100" y="514350"/>
                </a:lnTo>
                <a:close/>
                <a:moveTo>
                  <a:pt x="304800" y="504825"/>
                </a:moveTo>
                <a:lnTo>
                  <a:pt x="314325" y="504825"/>
                </a:lnTo>
                <a:lnTo>
                  <a:pt x="314325" y="514350"/>
                </a:lnTo>
                <a:lnTo>
                  <a:pt x="304800" y="514350"/>
                </a:lnTo>
                <a:close/>
                <a:moveTo>
                  <a:pt x="361950" y="504825"/>
                </a:moveTo>
                <a:lnTo>
                  <a:pt x="390525" y="504825"/>
                </a:lnTo>
                <a:lnTo>
                  <a:pt x="390525" y="523875"/>
                </a:lnTo>
                <a:lnTo>
                  <a:pt x="381000" y="523875"/>
                </a:lnTo>
                <a:lnTo>
                  <a:pt x="381000" y="514350"/>
                </a:lnTo>
                <a:lnTo>
                  <a:pt x="361950" y="514350"/>
                </a:lnTo>
                <a:close/>
                <a:moveTo>
                  <a:pt x="1038225" y="504825"/>
                </a:moveTo>
                <a:lnTo>
                  <a:pt x="1047750" y="504825"/>
                </a:lnTo>
                <a:lnTo>
                  <a:pt x="1047750" y="523875"/>
                </a:lnTo>
                <a:lnTo>
                  <a:pt x="1038225" y="523875"/>
                </a:lnTo>
                <a:close/>
                <a:moveTo>
                  <a:pt x="1066800" y="504825"/>
                </a:moveTo>
                <a:lnTo>
                  <a:pt x="1076325" y="504825"/>
                </a:lnTo>
                <a:lnTo>
                  <a:pt x="1076325" y="561975"/>
                </a:lnTo>
                <a:lnTo>
                  <a:pt x="1066800" y="561975"/>
                </a:lnTo>
                <a:close/>
                <a:moveTo>
                  <a:pt x="19050" y="514350"/>
                </a:moveTo>
                <a:lnTo>
                  <a:pt x="28575" y="514350"/>
                </a:lnTo>
                <a:lnTo>
                  <a:pt x="28575" y="523875"/>
                </a:lnTo>
                <a:lnTo>
                  <a:pt x="19050" y="523875"/>
                </a:lnTo>
                <a:close/>
                <a:moveTo>
                  <a:pt x="495300" y="514350"/>
                </a:moveTo>
                <a:lnTo>
                  <a:pt x="533400" y="514350"/>
                </a:lnTo>
                <a:lnTo>
                  <a:pt x="533400" y="523875"/>
                </a:lnTo>
                <a:lnTo>
                  <a:pt x="495300" y="523875"/>
                </a:lnTo>
                <a:close/>
                <a:moveTo>
                  <a:pt x="542925" y="514350"/>
                </a:moveTo>
                <a:lnTo>
                  <a:pt x="552450" y="514350"/>
                </a:lnTo>
                <a:lnTo>
                  <a:pt x="552450" y="523875"/>
                </a:lnTo>
                <a:lnTo>
                  <a:pt x="542925" y="523875"/>
                </a:lnTo>
                <a:close/>
                <a:moveTo>
                  <a:pt x="609600" y="514350"/>
                </a:moveTo>
                <a:lnTo>
                  <a:pt x="619125" y="514350"/>
                </a:lnTo>
                <a:lnTo>
                  <a:pt x="619125" y="523875"/>
                </a:lnTo>
                <a:lnTo>
                  <a:pt x="609600" y="523875"/>
                </a:lnTo>
                <a:close/>
                <a:moveTo>
                  <a:pt x="638175" y="514350"/>
                </a:moveTo>
                <a:lnTo>
                  <a:pt x="666750" y="514350"/>
                </a:lnTo>
                <a:lnTo>
                  <a:pt x="666750" y="523875"/>
                </a:lnTo>
                <a:lnTo>
                  <a:pt x="647700" y="523875"/>
                </a:lnTo>
                <a:lnTo>
                  <a:pt x="647700" y="533400"/>
                </a:lnTo>
                <a:lnTo>
                  <a:pt x="638175" y="533400"/>
                </a:lnTo>
                <a:close/>
                <a:moveTo>
                  <a:pt x="1019175" y="514350"/>
                </a:moveTo>
                <a:lnTo>
                  <a:pt x="1028700" y="514350"/>
                </a:lnTo>
                <a:lnTo>
                  <a:pt x="1028700" y="523875"/>
                </a:lnTo>
                <a:lnTo>
                  <a:pt x="1019175" y="523875"/>
                </a:lnTo>
                <a:close/>
                <a:moveTo>
                  <a:pt x="1143000" y="514350"/>
                </a:moveTo>
                <a:lnTo>
                  <a:pt x="1152525" y="514350"/>
                </a:lnTo>
                <a:lnTo>
                  <a:pt x="1152525" y="523875"/>
                </a:lnTo>
                <a:lnTo>
                  <a:pt x="1143000" y="523875"/>
                </a:lnTo>
                <a:close/>
                <a:moveTo>
                  <a:pt x="352425" y="523875"/>
                </a:moveTo>
                <a:lnTo>
                  <a:pt x="361950" y="523875"/>
                </a:lnTo>
                <a:lnTo>
                  <a:pt x="361950" y="533400"/>
                </a:lnTo>
                <a:lnTo>
                  <a:pt x="352425" y="533400"/>
                </a:lnTo>
                <a:close/>
                <a:moveTo>
                  <a:pt x="752475" y="523875"/>
                </a:moveTo>
                <a:lnTo>
                  <a:pt x="762000" y="523875"/>
                </a:lnTo>
                <a:lnTo>
                  <a:pt x="762000" y="533400"/>
                </a:lnTo>
                <a:lnTo>
                  <a:pt x="752475" y="533400"/>
                </a:lnTo>
                <a:close/>
                <a:moveTo>
                  <a:pt x="885825" y="523875"/>
                </a:moveTo>
                <a:lnTo>
                  <a:pt x="914400" y="523875"/>
                </a:lnTo>
                <a:lnTo>
                  <a:pt x="914400" y="533400"/>
                </a:lnTo>
                <a:lnTo>
                  <a:pt x="885825" y="533400"/>
                </a:lnTo>
                <a:close/>
                <a:moveTo>
                  <a:pt x="152400" y="533400"/>
                </a:moveTo>
                <a:lnTo>
                  <a:pt x="161925" y="533400"/>
                </a:lnTo>
                <a:lnTo>
                  <a:pt x="161925" y="542925"/>
                </a:lnTo>
                <a:lnTo>
                  <a:pt x="152400" y="542925"/>
                </a:lnTo>
                <a:close/>
                <a:moveTo>
                  <a:pt x="742950" y="533400"/>
                </a:moveTo>
                <a:lnTo>
                  <a:pt x="752475" y="533400"/>
                </a:lnTo>
                <a:lnTo>
                  <a:pt x="752475" y="552450"/>
                </a:lnTo>
                <a:lnTo>
                  <a:pt x="733425" y="552450"/>
                </a:lnTo>
                <a:lnTo>
                  <a:pt x="733425" y="542925"/>
                </a:lnTo>
                <a:lnTo>
                  <a:pt x="742950" y="542925"/>
                </a:lnTo>
                <a:close/>
                <a:moveTo>
                  <a:pt x="762000" y="533400"/>
                </a:moveTo>
                <a:lnTo>
                  <a:pt x="771525" y="533400"/>
                </a:lnTo>
                <a:lnTo>
                  <a:pt x="771525" y="542925"/>
                </a:lnTo>
                <a:lnTo>
                  <a:pt x="762000" y="542925"/>
                </a:lnTo>
                <a:close/>
                <a:moveTo>
                  <a:pt x="952500" y="533400"/>
                </a:moveTo>
                <a:lnTo>
                  <a:pt x="971550" y="533400"/>
                </a:lnTo>
                <a:lnTo>
                  <a:pt x="971550" y="542925"/>
                </a:lnTo>
                <a:lnTo>
                  <a:pt x="952500" y="542925"/>
                </a:lnTo>
                <a:close/>
                <a:moveTo>
                  <a:pt x="1028700" y="533400"/>
                </a:moveTo>
                <a:lnTo>
                  <a:pt x="1038225" y="533400"/>
                </a:lnTo>
                <a:lnTo>
                  <a:pt x="1038225" y="542925"/>
                </a:lnTo>
                <a:lnTo>
                  <a:pt x="1028700" y="542925"/>
                </a:lnTo>
                <a:close/>
                <a:moveTo>
                  <a:pt x="1200150" y="533400"/>
                </a:moveTo>
                <a:lnTo>
                  <a:pt x="1209675" y="533400"/>
                </a:lnTo>
                <a:lnTo>
                  <a:pt x="1209675" y="552450"/>
                </a:lnTo>
                <a:lnTo>
                  <a:pt x="1200150" y="552450"/>
                </a:lnTo>
                <a:close/>
                <a:moveTo>
                  <a:pt x="1143000" y="542925"/>
                </a:moveTo>
                <a:lnTo>
                  <a:pt x="1152525" y="542925"/>
                </a:lnTo>
                <a:lnTo>
                  <a:pt x="1152525" y="552450"/>
                </a:lnTo>
                <a:lnTo>
                  <a:pt x="1143000" y="552450"/>
                </a:lnTo>
                <a:close/>
                <a:moveTo>
                  <a:pt x="419100" y="561975"/>
                </a:moveTo>
                <a:lnTo>
                  <a:pt x="438150" y="561975"/>
                </a:lnTo>
                <a:lnTo>
                  <a:pt x="438150" y="590550"/>
                </a:lnTo>
                <a:lnTo>
                  <a:pt x="428625" y="590550"/>
                </a:lnTo>
                <a:lnTo>
                  <a:pt x="428625" y="581025"/>
                </a:lnTo>
                <a:lnTo>
                  <a:pt x="400050" y="581025"/>
                </a:lnTo>
                <a:lnTo>
                  <a:pt x="400050" y="609600"/>
                </a:lnTo>
                <a:lnTo>
                  <a:pt x="390525" y="609600"/>
                </a:lnTo>
                <a:lnTo>
                  <a:pt x="390525" y="647700"/>
                </a:lnTo>
                <a:lnTo>
                  <a:pt x="381000" y="647700"/>
                </a:lnTo>
                <a:lnTo>
                  <a:pt x="381000" y="657225"/>
                </a:lnTo>
                <a:lnTo>
                  <a:pt x="400050" y="657225"/>
                </a:lnTo>
                <a:lnTo>
                  <a:pt x="400050" y="666750"/>
                </a:lnTo>
                <a:lnTo>
                  <a:pt x="352425" y="666750"/>
                </a:lnTo>
                <a:lnTo>
                  <a:pt x="352425" y="647700"/>
                </a:lnTo>
                <a:lnTo>
                  <a:pt x="342900" y="647700"/>
                </a:lnTo>
                <a:lnTo>
                  <a:pt x="342900" y="638175"/>
                </a:lnTo>
                <a:lnTo>
                  <a:pt x="352425" y="638175"/>
                </a:lnTo>
                <a:lnTo>
                  <a:pt x="352425" y="647700"/>
                </a:lnTo>
                <a:lnTo>
                  <a:pt x="361950" y="647700"/>
                </a:lnTo>
                <a:lnTo>
                  <a:pt x="361950" y="638175"/>
                </a:lnTo>
                <a:lnTo>
                  <a:pt x="371475" y="638175"/>
                </a:lnTo>
                <a:lnTo>
                  <a:pt x="371475" y="628650"/>
                </a:lnTo>
                <a:lnTo>
                  <a:pt x="361950" y="628650"/>
                </a:lnTo>
                <a:lnTo>
                  <a:pt x="361950" y="619125"/>
                </a:lnTo>
                <a:lnTo>
                  <a:pt x="371475" y="619125"/>
                </a:lnTo>
                <a:lnTo>
                  <a:pt x="371475" y="609600"/>
                </a:lnTo>
                <a:lnTo>
                  <a:pt x="381000" y="609600"/>
                </a:lnTo>
                <a:lnTo>
                  <a:pt x="381000" y="590550"/>
                </a:lnTo>
                <a:lnTo>
                  <a:pt x="390525" y="590550"/>
                </a:lnTo>
                <a:lnTo>
                  <a:pt x="390525" y="571500"/>
                </a:lnTo>
                <a:lnTo>
                  <a:pt x="419100" y="571500"/>
                </a:lnTo>
                <a:close/>
                <a:moveTo>
                  <a:pt x="990600" y="561975"/>
                </a:moveTo>
                <a:lnTo>
                  <a:pt x="1000125" y="561975"/>
                </a:lnTo>
                <a:lnTo>
                  <a:pt x="1000125" y="571500"/>
                </a:lnTo>
                <a:lnTo>
                  <a:pt x="1009650" y="571500"/>
                </a:lnTo>
                <a:lnTo>
                  <a:pt x="1009650" y="590550"/>
                </a:lnTo>
                <a:lnTo>
                  <a:pt x="1000125" y="590550"/>
                </a:lnTo>
                <a:lnTo>
                  <a:pt x="1000125" y="609600"/>
                </a:lnTo>
                <a:lnTo>
                  <a:pt x="990600" y="609600"/>
                </a:lnTo>
                <a:lnTo>
                  <a:pt x="990600" y="619125"/>
                </a:lnTo>
                <a:lnTo>
                  <a:pt x="981075" y="619125"/>
                </a:lnTo>
                <a:lnTo>
                  <a:pt x="981075" y="638175"/>
                </a:lnTo>
                <a:lnTo>
                  <a:pt x="971550" y="638175"/>
                </a:lnTo>
                <a:lnTo>
                  <a:pt x="971550" y="628650"/>
                </a:lnTo>
                <a:lnTo>
                  <a:pt x="962025" y="628650"/>
                </a:lnTo>
                <a:lnTo>
                  <a:pt x="962025" y="619125"/>
                </a:lnTo>
                <a:lnTo>
                  <a:pt x="971550" y="619125"/>
                </a:lnTo>
                <a:lnTo>
                  <a:pt x="971550" y="609600"/>
                </a:lnTo>
                <a:lnTo>
                  <a:pt x="981075" y="609600"/>
                </a:lnTo>
                <a:lnTo>
                  <a:pt x="981075" y="590550"/>
                </a:lnTo>
                <a:lnTo>
                  <a:pt x="990600" y="590550"/>
                </a:lnTo>
                <a:close/>
                <a:moveTo>
                  <a:pt x="1076325" y="561975"/>
                </a:moveTo>
                <a:lnTo>
                  <a:pt x="1085850" y="561975"/>
                </a:lnTo>
                <a:lnTo>
                  <a:pt x="1085850" y="581025"/>
                </a:lnTo>
                <a:lnTo>
                  <a:pt x="1095375" y="581025"/>
                </a:lnTo>
                <a:lnTo>
                  <a:pt x="1095375" y="600075"/>
                </a:lnTo>
                <a:lnTo>
                  <a:pt x="1085850" y="600075"/>
                </a:lnTo>
                <a:lnTo>
                  <a:pt x="1085850" y="628650"/>
                </a:lnTo>
                <a:lnTo>
                  <a:pt x="1076325" y="628650"/>
                </a:lnTo>
                <a:close/>
                <a:moveTo>
                  <a:pt x="1104900" y="561975"/>
                </a:moveTo>
                <a:lnTo>
                  <a:pt x="1114425" y="561975"/>
                </a:lnTo>
                <a:lnTo>
                  <a:pt x="1114425" y="571500"/>
                </a:lnTo>
                <a:lnTo>
                  <a:pt x="1104900" y="571500"/>
                </a:lnTo>
                <a:close/>
                <a:moveTo>
                  <a:pt x="285750" y="571500"/>
                </a:moveTo>
                <a:lnTo>
                  <a:pt x="295275" y="571500"/>
                </a:lnTo>
                <a:lnTo>
                  <a:pt x="295275" y="581025"/>
                </a:lnTo>
                <a:lnTo>
                  <a:pt x="285750" y="581025"/>
                </a:lnTo>
                <a:close/>
                <a:moveTo>
                  <a:pt x="28575" y="581025"/>
                </a:moveTo>
                <a:lnTo>
                  <a:pt x="38100" y="581025"/>
                </a:lnTo>
                <a:lnTo>
                  <a:pt x="38100" y="590550"/>
                </a:lnTo>
                <a:lnTo>
                  <a:pt x="28575" y="590550"/>
                </a:lnTo>
                <a:close/>
                <a:moveTo>
                  <a:pt x="85725" y="581025"/>
                </a:moveTo>
                <a:lnTo>
                  <a:pt x="95250" y="581025"/>
                </a:lnTo>
                <a:lnTo>
                  <a:pt x="95250" y="600075"/>
                </a:lnTo>
                <a:lnTo>
                  <a:pt x="85725" y="600075"/>
                </a:lnTo>
                <a:close/>
                <a:moveTo>
                  <a:pt x="1190625" y="581025"/>
                </a:moveTo>
                <a:lnTo>
                  <a:pt x="1209675" y="581025"/>
                </a:lnTo>
                <a:lnTo>
                  <a:pt x="1209675" y="590550"/>
                </a:lnTo>
                <a:lnTo>
                  <a:pt x="1190625" y="590550"/>
                </a:lnTo>
                <a:close/>
                <a:moveTo>
                  <a:pt x="114300" y="590550"/>
                </a:moveTo>
                <a:lnTo>
                  <a:pt x="133350" y="590550"/>
                </a:lnTo>
                <a:lnTo>
                  <a:pt x="133350" y="600075"/>
                </a:lnTo>
                <a:lnTo>
                  <a:pt x="142875" y="600075"/>
                </a:lnTo>
                <a:lnTo>
                  <a:pt x="142875" y="609600"/>
                </a:lnTo>
                <a:lnTo>
                  <a:pt x="152400" y="609600"/>
                </a:lnTo>
                <a:lnTo>
                  <a:pt x="152400" y="619125"/>
                </a:lnTo>
                <a:lnTo>
                  <a:pt x="161925" y="619125"/>
                </a:lnTo>
                <a:lnTo>
                  <a:pt x="161925" y="628650"/>
                </a:lnTo>
                <a:lnTo>
                  <a:pt x="142875" y="628650"/>
                </a:lnTo>
                <a:lnTo>
                  <a:pt x="142875" y="619125"/>
                </a:lnTo>
                <a:lnTo>
                  <a:pt x="123825" y="619125"/>
                </a:lnTo>
                <a:lnTo>
                  <a:pt x="123825" y="600075"/>
                </a:lnTo>
                <a:lnTo>
                  <a:pt x="114300" y="600075"/>
                </a:lnTo>
                <a:close/>
                <a:moveTo>
                  <a:pt x="1133475" y="590550"/>
                </a:moveTo>
                <a:lnTo>
                  <a:pt x="1152525" y="590550"/>
                </a:lnTo>
                <a:lnTo>
                  <a:pt x="1152525" y="609600"/>
                </a:lnTo>
                <a:lnTo>
                  <a:pt x="1133475" y="609600"/>
                </a:lnTo>
                <a:close/>
                <a:moveTo>
                  <a:pt x="1104900" y="609600"/>
                </a:moveTo>
                <a:lnTo>
                  <a:pt x="1114425" y="609600"/>
                </a:lnTo>
                <a:lnTo>
                  <a:pt x="1114425" y="619125"/>
                </a:lnTo>
                <a:lnTo>
                  <a:pt x="1104900" y="619125"/>
                </a:lnTo>
                <a:close/>
                <a:moveTo>
                  <a:pt x="38100" y="619125"/>
                </a:moveTo>
                <a:lnTo>
                  <a:pt x="47625" y="619125"/>
                </a:lnTo>
                <a:lnTo>
                  <a:pt x="47625" y="628650"/>
                </a:lnTo>
                <a:lnTo>
                  <a:pt x="38100" y="628650"/>
                </a:lnTo>
                <a:close/>
                <a:moveTo>
                  <a:pt x="1028700" y="619125"/>
                </a:moveTo>
                <a:lnTo>
                  <a:pt x="1047750" y="619125"/>
                </a:lnTo>
                <a:lnTo>
                  <a:pt x="1047750" y="666750"/>
                </a:lnTo>
                <a:lnTo>
                  <a:pt x="1038225" y="666750"/>
                </a:lnTo>
                <a:lnTo>
                  <a:pt x="1038225" y="628650"/>
                </a:lnTo>
                <a:lnTo>
                  <a:pt x="1028700" y="628650"/>
                </a:lnTo>
                <a:close/>
                <a:moveTo>
                  <a:pt x="76200" y="628650"/>
                </a:moveTo>
                <a:lnTo>
                  <a:pt x="85725" y="628650"/>
                </a:lnTo>
                <a:lnTo>
                  <a:pt x="85725" y="638175"/>
                </a:lnTo>
                <a:lnTo>
                  <a:pt x="76200" y="638175"/>
                </a:lnTo>
                <a:close/>
                <a:moveTo>
                  <a:pt x="95250" y="628650"/>
                </a:moveTo>
                <a:lnTo>
                  <a:pt x="104775" y="628650"/>
                </a:lnTo>
                <a:lnTo>
                  <a:pt x="104775" y="638175"/>
                </a:lnTo>
                <a:lnTo>
                  <a:pt x="114300" y="638175"/>
                </a:lnTo>
                <a:lnTo>
                  <a:pt x="114300" y="657225"/>
                </a:lnTo>
                <a:lnTo>
                  <a:pt x="104775" y="657225"/>
                </a:lnTo>
                <a:lnTo>
                  <a:pt x="104775" y="666750"/>
                </a:lnTo>
                <a:lnTo>
                  <a:pt x="114300" y="666750"/>
                </a:lnTo>
                <a:lnTo>
                  <a:pt x="114300" y="676275"/>
                </a:lnTo>
                <a:lnTo>
                  <a:pt x="76200" y="676275"/>
                </a:lnTo>
                <a:lnTo>
                  <a:pt x="76200" y="657225"/>
                </a:lnTo>
                <a:lnTo>
                  <a:pt x="85725" y="657225"/>
                </a:lnTo>
                <a:lnTo>
                  <a:pt x="85725" y="666750"/>
                </a:lnTo>
                <a:lnTo>
                  <a:pt x="95250" y="666750"/>
                </a:lnTo>
                <a:close/>
                <a:moveTo>
                  <a:pt x="171450" y="628650"/>
                </a:moveTo>
                <a:lnTo>
                  <a:pt x="190500" y="628650"/>
                </a:lnTo>
                <a:lnTo>
                  <a:pt x="190500" y="638175"/>
                </a:lnTo>
                <a:lnTo>
                  <a:pt x="171450" y="638175"/>
                </a:lnTo>
                <a:close/>
                <a:moveTo>
                  <a:pt x="219075" y="628650"/>
                </a:moveTo>
                <a:lnTo>
                  <a:pt x="238125" y="628650"/>
                </a:lnTo>
                <a:lnTo>
                  <a:pt x="238125" y="638175"/>
                </a:lnTo>
                <a:lnTo>
                  <a:pt x="219075" y="638175"/>
                </a:lnTo>
                <a:close/>
                <a:moveTo>
                  <a:pt x="485775" y="628650"/>
                </a:moveTo>
                <a:lnTo>
                  <a:pt x="533400" y="628650"/>
                </a:lnTo>
                <a:lnTo>
                  <a:pt x="533400" y="638175"/>
                </a:lnTo>
                <a:lnTo>
                  <a:pt x="514350" y="638175"/>
                </a:lnTo>
                <a:lnTo>
                  <a:pt x="514350" y="647700"/>
                </a:lnTo>
                <a:lnTo>
                  <a:pt x="466725" y="647700"/>
                </a:lnTo>
                <a:lnTo>
                  <a:pt x="466725" y="638175"/>
                </a:lnTo>
                <a:lnTo>
                  <a:pt x="485775" y="638175"/>
                </a:lnTo>
                <a:close/>
                <a:moveTo>
                  <a:pt x="619125" y="628650"/>
                </a:moveTo>
                <a:lnTo>
                  <a:pt x="638175" y="628650"/>
                </a:lnTo>
                <a:lnTo>
                  <a:pt x="638175" y="647700"/>
                </a:lnTo>
                <a:lnTo>
                  <a:pt x="628650" y="647700"/>
                </a:lnTo>
                <a:lnTo>
                  <a:pt x="628650" y="638175"/>
                </a:lnTo>
                <a:lnTo>
                  <a:pt x="619125" y="638175"/>
                </a:lnTo>
                <a:close/>
                <a:moveTo>
                  <a:pt x="952500" y="628650"/>
                </a:moveTo>
                <a:lnTo>
                  <a:pt x="962025" y="628650"/>
                </a:lnTo>
                <a:lnTo>
                  <a:pt x="962025" y="647700"/>
                </a:lnTo>
                <a:lnTo>
                  <a:pt x="933450" y="647700"/>
                </a:lnTo>
                <a:lnTo>
                  <a:pt x="933450" y="638175"/>
                </a:lnTo>
                <a:lnTo>
                  <a:pt x="952500" y="638175"/>
                </a:lnTo>
                <a:close/>
                <a:moveTo>
                  <a:pt x="1133475" y="628650"/>
                </a:moveTo>
                <a:lnTo>
                  <a:pt x="1143000" y="628650"/>
                </a:lnTo>
                <a:lnTo>
                  <a:pt x="1143000" y="657225"/>
                </a:lnTo>
                <a:lnTo>
                  <a:pt x="1123950" y="657225"/>
                </a:lnTo>
                <a:lnTo>
                  <a:pt x="1123950" y="647700"/>
                </a:lnTo>
                <a:lnTo>
                  <a:pt x="1133475" y="647700"/>
                </a:lnTo>
                <a:close/>
                <a:moveTo>
                  <a:pt x="257175" y="638175"/>
                </a:moveTo>
                <a:lnTo>
                  <a:pt x="276225" y="638175"/>
                </a:lnTo>
                <a:lnTo>
                  <a:pt x="276225" y="666750"/>
                </a:lnTo>
                <a:lnTo>
                  <a:pt x="266700" y="666750"/>
                </a:lnTo>
                <a:lnTo>
                  <a:pt x="266700" y="676275"/>
                </a:lnTo>
                <a:lnTo>
                  <a:pt x="257175" y="676275"/>
                </a:lnTo>
                <a:lnTo>
                  <a:pt x="257175" y="685800"/>
                </a:lnTo>
                <a:lnTo>
                  <a:pt x="247650" y="685800"/>
                </a:lnTo>
                <a:lnTo>
                  <a:pt x="247650" y="676275"/>
                </a:lnTo>
                <a:lnTo>
                  <a:pt x="238125" y="676275"/>
                </a:lnTo>
                <a:lnTo>
                  <a:pt x="238125" y="666750"/>
                </a:lnTo>
                <a:lnTo>
                  <a:pt x="228600" y="666750"/>
                </a:lnTo>
                <a:lnTo>
                  <a:pt x="228600" y="647700"/>
                </a:lnTo>
                <a:lnTo>
                  <a:pt x="257175" y="647700"/>
                </a:lnTo>
                <a:close/>
                <a:moveTo>
                  <a:pt x="1019175" y="638175"/>
                </a:moveTo>
                <a:lnTo>
                  <a:pt x="1028700" y="638175"/>
                </a:lnTo>
                <a:lnTo>
                  <a:pt x="1028700" y="657225"/>
                </a:lnTo>
                <a:lnTo>
                  <a:pt x="1019175" y="657225"/>
                </a:lnTo>
                <a:close/>
                <a:moveTo>
                  <a:pt x="457200" y="647700"/>
                </a:moveTo>
                <a:lnTo>
                  <a:pt x="466725" y="647700"/>
                </a:lnTo>
                <a:lnTo>
                  <a:pt x="466725" y="657225"/>
                </a:lnTo>
                <a:lnTo>
                  <a:pt x="457200" y="657225"/>
                </a:lnTo>
                <a:close/>
                <a:moveTo>
                  <a:pt x="447675" y="657225"/>
                </a:moveTo>
                <a:lnTo>
                  <a:pt x="457200" y="657225"/>
                </a:lnTo>
                <a:lnTo>
                  <a:pt x="457200" y="666750"/>
                </a:lnTo>
                <a:lnTo>
                  <a:pt x="447675" y="666750"/>
                </a:lnTo>
                <a:close/>
                <a:moveTo>
                  <a:pt x="1104900" y="657225"/>
                </a:moveTo>
                <a:lnTo>
                  <a:pt x="1123950" y="657225"/>
                </a:lnTo>
                <a:lnTo>
                  <a:pt x="1123950" y="666750"/>
                </a:lnTo>
                <a:lnTo>
                  <a:pt x="1104900" y="666750"/>
                </a:lnTo>
                <a:close/>
                <a:moveTo>
                  <a:pt x="1171575" y="657225"/>
                </a:moveTo>
                <a:lnTo>
                  <a:pt x="1181100" y="657225"/>
                </a:lnTo>
                <a:lnTo>
                  <a:pt x="1181100" y="676275"/>
                </a:lnTo>
                <a:lnTo>
                  <a:pt x="1171575" y="676275"/>
                </a:lnTo>
                <a:close/>
                <a:moveTo>
                  <a:pt x="457200" y="666750"/>
                </a:moveTo>
                <a:lnTo>
                  <a:pt x="476250" y="666750"/>
                </a:lnTo>
                <a:lnTo>
                  <a:pt x="476250" y="676275"/>
                </a:lnTo>
                <a:lnTo>
                  <a:pt x="457200" y="676275"/>
                </a:lnTo>
                <a:close/>
                <a:moveTo>
                  <a:pt x="1019175" y="666750"/>
                </a:moveTo>
                <a:lnTo>
                  <a:pt x="1038225" y="666750"/>
                </a:lnTo>
                <a:lnTo>
                  <a:pt x="1038225" y="676275"/>
                </a:lnTo>
                <a:lnTo>
                  <a:pt x="1019175" y="676275"/>
                </a:lnTo>
                <a:close/>
                <a:moveTo>
                  <a:pt x="133350" y="676275"/>
                </a:moveTo>
                <a:lnTo>
                  <a:pt x="142875" y="676275"/>
                </a:lnTo>
                <a:lnTo>
                  <a:pt x="142875" y="685800"/>
                </a:lnTo>
                <a:lnTo>
                  <a:pt x="133350" y="685800"/>
                </a:lnTo>
                <a:close/>
                <a:moveTo>
                  <a:pt x="190500" y="676275"/>
                </a:moveTo>
                <a:lnTo>
                  <a:pt x="219075" y="676275"/>
                </a:lnTo>
                <a:lnTo>
                  <a:pt x="219075" y="685800"/>
                </a:lnTo>
                <a:lnTo>
                  <a:pt x="190500" y="685800"/>
                </a:lnTo>
                <a:close/>
                <a:moveTo>
                  <a:pt x="266700" y="676275"/>
                </a:moveTo>
                <a:lnTo>
                  <a:pt x="276225" y="676275"/>
                </a:lnTo>
                <a:lnTo>
                  <a:pt x="276225" y="685800"/>
                </a:lnTo>
                <a:lnTo>
                  <a:pt x="266700" y="685800"/>
                </a:lnTo>
                <a:close/>
                <a:moveTo>
                  <a:pt x="361950" y="676275"/>
                </a:moveTo>
                <a:lnTo>
                  <a:pt x="409575" y="676275"/>
                </a:lnTo>
                <a:lnTo>
                  <a:pt x="409575" y="685800"/>
                </a:lnTo>
                <a:lnTo>
                  <a:pt x="361950" y="685800"/>
                </a:lnTo>
                <a:close/>
                <a:moveTo>
                  <a:pt x="428625" y="676275"/>
                </a:moveTo>
                <a:lnTo>
                  <a:pt x="447675" y="676275"/>
                </a:lnTo>
                <a:lnTo>
                  <a:pt x="447675" y="685800"/>
                </a:lnTo>
                <a:lnTo>
                  <a:pt x="428625" y="685800"/>
                </a:lnTo>
                <a:close/>
                <a:moveTo>
                  <a:pt x="1143000" y="695325"/>
                </a:moveTo>
                <a:lnTo>
                  <a:pt x="1152525" y="695325"/>
                </a:lnTo>
                <a:lnTo>
                  <a:pt x="1152525" y="704850"/>
                </a:lnTo>
                <a:lnTo>
                  <a:pt x="1143000" y="704850"/>
                </a:lnTo>
                <a:close/>
                <a:moveTo>
                  <a:pt x="0" y="714375"/>
                </a:moveTo>
                <a:lnTo>
                  <a:pt x="19050" y="714375"/>
                </a:lnTo>
                <a:lnTo>
                  <a:pt x="19050" y="723900"/>
                </a:lnTo>
                <a:lnTo>
                  <a:pt x="28575" y="723900"/>
                </a:lnTo>
                <a:lnTo>
                  <a:pt x="28575" y="733425"/>
                </a:lnTo>
                <a:lnTo>
                  <a:pt x="0" y="733425"/>
                </a:lnTo>
                <a:close/>
                <a:moveTo>
                  <a:pt x="104775" y="714375"/>
                </a:moveTo>
                <a:lnTo>
                  <a:pt x="114300" y="714375"/>
                </a:lnTo>
                <a:lnTo>
                  <a:pt x="114300" y="723900"/>
                </a:lnTo>
                <a:lnTo>
                  <a:pt x="104775" y="723900"/>
                </a:lnTo>
                <a:close/>
                <a:moveTo>
                  <a:pt x="857250" y="714375"/>
                </a:moveTo>
                <a:lnTo>
                  <a:pt x="895350" y="714375"/>
                </a:lnTo>
                <a:lnTo>
                  <a:pt x="895350" y="723900"/>
                </a:lnTo>
                <a:lnTo>
                  <a:pt x="857250" y="723900"/>
                </a:lnTo>
                <a:close/>
                <a:moveTo>
                  <a:pt x="85725" y="752475"/>
                </a:moveTo>
                <a:lnTo>
                  <a:pt x="95250" y="752475"/>
                </a:lnTo>
                <a:lnTo>
                  <a:pt x="95250" y="762000"/>
                </a:lnTo>
                <a:lnTo>
                  <a:pt x="85725" y="762000"/>
                </a:lnTo>
                <a:close/>
                <a:moveTo>
                  <a:pt x="752475" y="752475"/>
                </a:moveTo>
                <a:lnTo>
                  <a:pt x="762000" y="752475"/>
                </a:lnTo>
                <a:lnTo>
                  <a:pt x="762000" y="771525"/>
                </a:lnTo>
                <a:lnTo>
                  <a:pt x="742950" y="771525"/>
                </a:lnTo>
                <a:lnTo>
                  <a:pt x="742950" y="762000"/>
                </a:lnTo>
                <a:lnTo>
                  <a:pt x="752475" y="762000"/>
                </a:lnTo>
                <a:close/>
                <a:moveTo>
                  <a:pt x="47625" y="762000"/>
                </a:moveTo>
                <a:lnTo>
                  <a:pt x="66675" y="762000"/>
                </a:lnTo>
                <a:lnTo>
                  <a:pt x="66675" y="771525"/>
                </a:lnTo>
                <a:lnTo>
                  <a:pt x="47625" y="771525"/>
                </a:lnTo>
                <a:close/>
                <a:moveTo>
                  <a:pt x="704850" y="762000"/>
                </a:moveTo>
                <a:lnTo>
                  <a:pt x="714375" y="762000"/>
                </a:lnTo>
                <a:lnTo>
                  <a:pt x="714375" y="781050"/>
                </a:lnTo>
                <a:lnTo>
                  <a:pt x="704850" y="781050"/>
                </a:lnTo>
                <a:close/>
                <a:moveTo>
                  <a:pt x="9525" y="781050"/>
                </a:moveTo>
                <a:lnTo>
                  <a:pt x="19050" y="781050"/>
                </a:lnTo>
                <a:lnTo>
                  <a:pt x="19050" y="809625"/>
                </a:lnTo>
                <a:lnTo>
                  <a:pt x="0" y="809625"/>
                </a:lnTo>
                <a:lnTo>
                  <a:pt x="0" y="790575"/>
                </a:lnTo>
                <a:lnTo>
                  <a:pt x="9525" y="790575"/>
                </a:lnTo>
                <a:close/>
                <a:moveTo>
                  <a:pt x="66675" y="781050"/>
                </a:moveTo>
                <a:lnTo>
                  <a:pt x="76200" y="781050"/>
                </a:lnTo>
                <a:lnTo>
                  <a:pt x="76200" y="809625"/>
                </a:lnTo>
                <a:lnTo>
                  <a:pt x="66675" y="809625"/>
                </a:lnTo>
                <a:close/>
                <a:moveTo>
                  <a:pt x="885825" y="781050"/>
                </a:moveTo>
                <a:lnTo>
                  <a:pt x="895350" y="781050"/>
                </a:lnTo>
                <a:lnTo>
                  <a:pt x="895350" y="809625"/>
                </a:lnTo>
                <a:lnTo>
                  <a:pt x="885825" y="809625"/>
                </a:lnTo>
                <a:close/>
                <a:moveTo>
                  <a:pt x="819150" y="800100"/>
                </a:moveTo>
                <a:lnTo>
                  <a:pt x="838200" y="800100"/>
                </a:lnTo>
                <a:lnTo>
                  <a:pt x="838200" y="809625"/>
                </a:lnTo>
                <a:lnTo>
                  <a:pt x="819150" y="809625"/>
                </a:lnTo>
                <a:close/>
                <a:moveTo>
                  <a:pt x="923925" y="800100"/>
                </a:moveTo>
                <a:lnTo>
                  <a:pt x="942975" y="800100"/>
                </a:lnTo>
                <a:lnTo>
                  <a:pt x="942975" y="809625"/>
                </a:lnTo>
                <a:lnTo>
                  <a:pt x="923925" y="809625"/>
                </a:lnTo>
                <a:close/>
              </a:path>
            </a:pathLst>
          </a:custGeom>
          <a:solidFill xmlns:a="http://schemas.openxmlformats.org/drawingml/2006/main">
            <a:srgbClr val="F8F9F4"/>
          </a:solidFill>
          <a:ln xmlns:a="http://schemas.openxmlformats.org/drawingml/2006/main" w="0">
            <a:noFill/>
          </a:ln>
        </p:spPr>
      </p:sp>
      <p:sp>
        <p:nvSpPr>
          <p:cNvPr id="133" name="v11 vector #f8f8f4">
            <a:extLst xmlns:a="http://schemas.openxmlformats.org/drawingml/2006/main">
              <a:ext uri="{FF2B5EF4-FFF2-40B4-BE49-F238E27FC236}">
                <a16:creationId xmlns:a16="http://schemas.microsoft.com/office/drawing/2014/main" id="{3770BEC6-589F-4075-9453-D3AD64C5EAC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8250" y="3609975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66675" y="0"/>
                </a:moveTo>
                <a:lnTo>
                  <a:pt x="76200" y="0"/>
                </a:lnTo>
                <a:lnTo>
                  <a:pt x="76200" y="9525"/>
                </a:lnTo>
                <a:lnTo>
                  <a:pt x="66675" y="9525"/>
                </a:lnTo>
                <a:close/>
                <a:moveTo>
                  <a:pt x="200025" y="0"/>
                </a:moveTo>
                <a:lnTo>
                  <a:pt x="219075" y="0"/>
                </a:lnTo>
                <a:lnTo>
                  <a:pt x="219075" y="9525"/>
                </a:lnTo>
                <a:lnTo>
                  <a:pt x="200025" y="9525"/>
                </a:lnTo>
                <a:close/>
                <a:moveTo>
                  <a:pt x="285750" y="0"/>
                </a:moveTo>
                <a:lnTo>
                  <a:pt x="304800" y="0"/>
                </a:lnTo>
                <a:lnTo>
                  <a:pt x="304800" y="9525"/>
                </a:lnTo>
                <a:lnTo>
                  <a:pt x="285750" y="9525"/>
                </a:lnTo>
                <a:close/>
                <a:moveTo>
                  <a:pt x="314325" y="0"/>
                </a:moveTo>
                <a:lnTo>
                  <a:pt x="323850" y="0"/>
                </a:lnTo>
                <a:lnTo>
                  <a:pt x="323850" y="9525"/>
                </a:lnTo>
                <a:lnTo>
                  <a:pt x="314325" y="9525"/>
                </a:lnTo>
                <a:close/>
                <a:moveTo>
                  <a:pt x="333375" y="0"/>
                </a:moveTo>
                <a:lnTo>
                  <a:pt x="352425" y="0"/>
                </a:lnTo>
                <a:lnTo>
                  <a:pt x="352425" y="9525"/>
                </a:lnTo>
                <a:lnTo>
                  <a:pt x="333375" y="9525"/>
                </a:lnTo>
                <a:close/>
                <a:moveTo>
                  <a:pt x="933450" y="0"/>
                </a:moveTo>
                <a:lnTo>
                  <a:pt x="942975" y="0"/>
                </a:lnTo>
                <a:lnTo>
                  <a:pt x="942975" y="9525"/>
                </a:lnTo>
                <a:lnTo>
                  <a:pt x="933450" y="9525"/>
                </a:lnTo>
                <a:close/>
                <a:moveTo>
                  <a:pt x="1133475" y="0"/>
                </a:moveTo>
                <a:lnTo>
                  <a:pt x="1143000" y="0"/>
                </a:lnTo>
                <a:lnTo>
                  <a:pt x="1143000" y="19050"/>
                </a:lnTo>
                <a:lnTo>
                  <a:pt x="1133475" y="19050"/>
                </a:lnTo>
                <a:close/>
                <a:moveTo>
                  <a:pt x="1190625" y="0"/>
                </a:moveTo>
                <a:lnTo>
                  <a:pt x="1209675" y="0"/>
                </a:lnTo>
                <a:lnTo>
                  <a:pt x="1209675" y="9525"/>
                </a:lnTo>
                <a:lnTo>
                  <a:pt x="1190625" y="9525"/>
                </a:lnTo>
                <a:close/>
                <a:moveTo>
                  <a:pt x="190500" y="9525"/>
                </a:moveTo>
                <a:lnTo>
                  <a:pt x="200025" y="9525"/>
                </a:lnTo>
                <a:lnTo>
                  <a:pt x="200025" y="19050"/>
                </a:lnTo>
                <a:lnTo>
                  <a:pt x="190500" y="19050"/>
                </a:lnTo>
                <a:close/>
                <a:moveTo>
                  <a:pt x="219075" y="9525"/>
                </a:moveTo>
                <a:lnTo>
                  <a:pt x="228600" y="9525"/>
                </a:lnTo>
                <a:lnTo>
                  <a:pt x="228600" y="19050"/>
                </a:lnTo>
                <a:lnTo>
                  <a:pt x="219075" y="19050"/>
                </a:lnTo>
                <a:close/>
                <a:moveTo>
                  <a:pt x="485775" y="9525"/>
                </a:moveTo>
                <a:lnTo>
                  <a:pt x="495300" y="9525"/>
                </a:lnTo>
                <a:lnTo>
                  <a:pt x="495300" y="19050"/>
                </a:lnTo>
                <a:lnTo>
                  <a:pt x="485775" y="19050"/>
                </a:lnTo>
                <a:close/>
                <a:moveTo>
                  <a:pt x="942975" y="9525"/>
                </a:moveTo>
                <a:lnTo>
                  <a:pt x="962025" y="9525"/>
                </a:lnTo>
                <a:lnTo>
                  <a:pt x="962025" y="19050"/>
                </a:lnTo>
                <a:lnTo>
                  <a:pt x="942975" y="19050"/>
                </a:lnTo>
                <a:close/>
                <a:moveTo>
                  <a:pt x="1038225" y="9525"/>
                </a:moveTo>
                <a:lnTo>
                  <a:pt x="1047750" y="9525"/>
                </a:lnTo>
                <a:lnTo>
                  <a:pt x="1047750" y="19050"/>
                </a:lnTo>
                <a:lnTo>
                  <a:pt x="1038225" y="19050"/>
                </a:lnTo>
                <a:close/>
                <a:moveTo>
                  <a:pt x="1028700" y="19050"/>
                </a:moveTo>
                <a:lnTo>
                  <a:pt x="1038225" y="19050"/>
                </a:lnTo>
                <a:lnTo>
                  <a:pt x="1038225" y="28575"/>
                </a:lnTo>
                <a:lnTo>
                  <a:pt x="1028700" y="28575"/>
                </a:lnTo>
                <a:close/>
                <a:moveTo>
                  <a:pt x="1133475" y="76200"/>
                </a:moveTo>
                <a:lnTo>
                  <a:pt x="1152525" y="76200"/>
                </a:lnTo>
                <a:lnTo>
                  <a:pt x="1152525" y="85725"/>
                </a:lnTo>
                <a:lnTo>
                  <a:pt x="1133475" y="85725"/>
                </a:lnTo>
                <a:close/>
                <a:moveTo>
                  <a:pt x="1095375" y="133350"/>
                </a:moveTo>
                <a:lnTo>
                  <a:pt x="1104900" y="133350"/>
                </a:lnTo>
                <a:lnTo>
                  <a:pt x="1104900" y="152400"/>
                </a:lnTo>
                <a:lnTo>
                  <a:pt x="1095375" y="152400"/>
                </a:lnTo>
                <a:close/>
                <a:moveTo>
                  <a:pt x="1152525" y="133350"/>
                </a:moveTo>
                <a:lnTo>
                  <a:pt x="1162050" y="133350"/>
                </a:lnTo>
                <a:lnTo>
                  <a:pt x="1162050" y="142875"/>
                </a:lnTo>
                <a:lnTo>
                  <a:pt x="1152525" y="142875"/>
                </a:lnTo>
                <a:close/>
                <a:moveTo>
                  <a:pt x="1190625" y="142875"/>
                </a:moveTo>
                <a:lnTo>
                  <a:pt x="1200150" y="142875"/>
                </a:lnTo>
                <a:lnTo>
                  <a:pt x="1200150" y="152400"/>
                </a:lnTo>
                <a:lnTo>
                  <a:pt x="1209675" y="152400"/>
                </a:lnTo>
                <a:lnTo>
                  <a:pt x="1209675" y="161925"/>
                </a:lnTo>
                <a:lnTo>
                  <a:pt x="1190625" y="161925"/>
                </a:lnTo>
                <a:close/>
                <a:moveTo>
                  <a:pt x="285750" y="152400"/>
                </a:moveTo>
                <a:lnTo>
                  <a:pt x="295275" y="152400"/>
                </a:lnTo>
                <a:lnTo>
                  <a:pt x="295275" y="161925"/>
                </a:lnTo>
                <a:lnTo>
                  <a:pt x="285750" y="161925"/>
                </a:lnTo>
                <a:close/>
                <a:moveTo>
                  <a:pt x="628650" y="161925"/>
                </a:moveTo>
                <a:lnTo>
                  <a:pt x="638175" y="161925"/>
                </a:lnTo>
                <a:lnTo>
                  <a:pt x="638175" y="171450"/>
                </a:lnTo>
                <a:lnTo>
                  <a:pt x="628650" y="171450"/>
                </a:lnTo>
                <a:close/>
                <a:moveTo>
                  <a:pt x="742950" y="161925"/>
                </a:moveTo>
                <a:lnTo>
                  <a:pt x="762000" y="161925"/>
                </a:lnTo>
                <a:lnTo>
                  <a:pt x="762000" y="171450"/>
                </a:lnTo>
                <a:lnTo>
                  <a:pt x="742950" y="171450"/>
                </a:lnTo>
                <a:close/>
                <a:moveTo>
                  <a:pt x="771525" y="161925"/>
                </a:moveTo>
                <a:lnTo>
                  <a:pt x="809625" y="161925"/>
                </a:lnTo>
                <a:lnTo>
                  <a:pt x="809625" y="171450"/>
                </a:lnTo>
                <a:lnTo>
                  <a:pt x="800100" y="171450"/>
                </a:lnTo>
                <a:lnTo>
                  <a:pt x="800100" y="180975"/>
                </a:lnTo>
                <a:lnTo>
                  <a:pt x="771525" y="180975"/>
                </a:lnTo>
                <a:close/>
                <a:moveTo>
                  <a:pt x="838200" y="161925"/>
                </a:moveTo>
                <a:lnTo>
                  <a:pt x="857250" y="161925"/>
                </a:lnTo>
                <a:lnTo>
                  <a:pt x="857250" y="171450"/>
                </a:lnTo>
                <a:lnTo>
                  <a:pt x="847725" y="171450"/>
                </a:lnTo>
                <a:lnTo>
                  <a:pt x="847725" y="180975"/>
                </a:lnTo>
                <a:lnTo>
                  <a:pt x="838200" y="180975"/>
                </a:lnTo>
                <a:close/>
                <a:moveTo>
                  <a:pt x="962025" y="161925"/>
                </a:moveTo>
                <a:lnTo>
                  <a:pt x="971550" y="161925"/>
                </a:lnTo>
                <a:lnTo>
                  <a:pt x="971550" y="171450"/>
                </a:lnTo>
                <a:lnTo>
                  <a:pt x="962025" y="171450"/>
                </a:lnTo>
                <a:close/>
                <a:moveTo>
                  <a:pt x="619125" y="171450"/>
                </a:moveTo>
                <a:lnTo>
                  <a:pt x="628650" y="171450"/>
                </a:lnTo>
                <a:lnTo>
                  <a:pt x="628650" y="180975"/>
                </a:lnTo>
                <a:lnTo>
                  <a:pt x="619125" y="180975"/>
                </a:lnTo>
                <a:close/>
                <a:moveTo>
                  <a:pt x="1181100" y="171450"/>
                </a:moveTo>
                <a:lnTo>
                  <a:pt x="1200150" y="171450"/>
                </a:lnTo>
                <a:lnTo>
                  <a:pt x="1200150" y="180975"/>
                </a:lnTo>
                <a:lnTo>
                  <a:pt x="1181100" y="180975"/>
                </a:lnTo>
                <a:close/>
                <a:moveTo>
                  <a:pt x="76200" y="180975"/>
                </a:moveTo>
                <a:lnTo>
                  <a:pt x="85725" y="180975"/>
                </a:lnTo>
                <a:lnTo>
                  <a:pt x="85725" y="190500"/>
                </a:lnTo>
                <a:lnTo>
                  <a:pt x="76200" y="190500"/>
                </a:lnTo>
                <a:close/>
                <a:moveTo>
                  <a:pt x="95250" y="180975"/>
                </a:moveTo>
                <a:lnTo>
                  <a:pt x="104775" y="180975"/>
                </a:lnTo>
                <a:lnTo>
                  <a:pt x="104775" y="190500"/>
                </a:lnTo>
                <a:lnTo>
                  <a:pt x="95250" y="190500"/>
                </a:lnTo>
                <a:close/>
                <a:moveTo>
                  <a:pt x="123825" y="180975"/>
                </a:moveTo>
                <a:lnTo>
                  <a:pt x="133350" y="180975"/>
                </a:lnTo>
                <a:lnTo>
                  <a:pt x="133350" y="190500"/>
                </a:lnTo>
                <a:lnTo>
                  <a:pt x="123825" y="190500"/>
                </a:lnTo>
                <a:close/>
                <a:moveTo>
                  <a:pt x="152400" y="180975"/>
                </a:moveTo>
                <a:lnTo>
                  <a:pt x="171450" y="180975"/>
                </a:lnTo>
                <a:lnTo>
                  <a:pt x="171450" y="190500"/>
                </a:lnTo>
                <a:lnTo>
                  <a:pt x="152400" y="190500"/>
                </a:lnTo>
                <a:close/>
                <a:moveTo>
                  <a:pt x="371475" y="180975"/>
                </a:moveTo>
                <a:lnTo>
                  <a:pt x="381000" y="180975"/>
                </a:lnTo>
                <a:lnTo>
                  <a:pt x="381000" y="190500"/>
                </a:lnTo>
                <a:lnTo>
                  <a:pt x="371475" y="190500"/>
                </a:lnTo>
                <a:close/>
                <a:moveTo>
                  <a:pt x="762000" y="180975"/>
                </a:moveTo>
                <a:lnTo>
                  <a:pt x="771525" y="180975"/>
                </a:lnTo>
                <a:lnTo>
                  <a:pt x="771525" y="190500"/>
                </a:lnTo>
                <a:lnTo>
                  <a:pt x="762000" y="190500"/>
                </a:lnTo>
                <a:close/>
                <a:moveTo>
                  <a:pt x="323850" y="190500"/>
                </a:moveTo>
                <a:lnTo>
                  <a:pt x="333375" y="190500"/>
                </a:lnTo>
                <a:lnTo>
                  <a:pt x="333375" y="200025"/>
                </a:lnTo>
                <a:lnTo>
                  <a:pt x="323850" y="200025"/>
                </a:lnTo>
                <a:close/>
                <a:moveTo>
                  <a:pt x="381000" y="190500"/>
                </a:moveTo>
                <a:lnTo>
                  <a:pt x="390525" y="190500"/>
                </a:lnTo>
                <a:lnTo>
                  <a:pt x="390525" y="200025"/>
                </a:lnTo>
                <a:lnTo>
                  <a:pt x="381000" y="200025"/>
                </a:lnTo>
                <a:close/>
                <a:moveTo>
                  <a:pt x="419100" y="200025"/>
                </a:moveTo>
                <a:lnTo>
                  <a:pt x="428625" y="200025"/>
                </a:lnTo>
                <a:lnTo>
                  <a:pt x="428625" y="219075"/>
                </a:lnTo>
                <a:lnTo>
                  <a:pt x="419100" y="219075"/>
                </a:lnTo>
                <a:close/>
                <a:moveTo>
                  <a:pt x="1085850" y="200025"/>
                </a:moveTo>
                <a:lnTo>
                  <a:pt x="1095375" y="200025"/>
                </a:lnTo>
                <a:lnTo>
                  <a:pt x="1095375" y="209550"/>
                </a:lnTo>
                <a:lnTo>
                  <a:pt x="1085850" y="209550"/>
                </a:lnTo>
                <a:close/>
                <a:moveTo>
                  <a:pt x="1152525" y="200025"/>
                </a:moveTo>
                <a:lnTo>
                  <a:pt x="1171575" y="200025"/>
                </a:lnTo>
                <a:lnTo>
                  <a:pt x="1171575" y="209550"/>
                </a:lnTo>
                <a:lnTo>
                  <a:pt x="1152525" y="209550"/>
                </a:lnTo>
                <a:close/>
                <a:moveTo>
                  <a:pt x="638175" y="209550"/>
                </a:moveTo>
                <a:lnTo>
                  <a:pt x="657225" y="209550"/>
                </a:lnTo>
                <a:lnTo>
                  <a:pt x="657225" y="228600"/>
                </a:lnTo>
                <a:lnTo>
                  <a:pt x="647700" y="228600"/>
                </a:lnTo>
                <a:lnTo>
                  <a:pt x="647700" y="219075"/>
                </a:lnTo>
                <a:lnTo>
                  <a:pt x="638175" y="219075"/>
                </a:lnTo>
                <a:close/>
                <a:moveTo>
                  <a:pt x="1000125" y="209550"/>
                </a:moveTo>
                <a:lnTo>
                  <a:pt x="1019175" y="209550"/>
                </a:lnTo>
                <a:lnTo>
                  <a:pt x="1019175" y="219075"/>
                </a:lnTo>
                <a:lnTo>
                  <a:pt x="1009650" y="219075"/>
                </a:lnTo>
                <a:lnTo>
                  <a:pt x="1009650" y="228600"/>
                </a:lnTo>
                <a:lnTo>
                  <a:pt x="1019175" y="228600"/>
                </a:lnTo>
                <a:lnTo>
                  <a:pt x="1019175" y="219075"/>
                </a:lnTo>
                <a:lnTo>
                  <a:pt x="1028700" y="219075"/>
                </a:lnTo>
                <a:lnTo>
                  <a:pt x="1028700" y="228600"/>
                </a:lnTo>
                <a:lnTo>
                  <a:pt x="1019175" y="228600"/>
                </a:lnTo>
                <a:lnTo>
                  <a:pt x="1019175" y="247650"/>
                </a:lnTo>
                <a:lnTo>
                  <a:pt x="1000125" y="247650"/>
                </a:lnTo>
                <a:close/>
                <a:moveTo>
                  <a:pt x="1171575" y="209550"/>
                </a:moveTo>
                <a:lnTo>
                  <a:pt x="1181100" y="209550"/>
                </a:lnTo>
                <a:lnTo>
                  <a:pt x="1181100" y="219075"/>
                </a:lnTo>
                <a:lnTo>
                  <a:pt x="1171575" y="219075"/>
                </a:lnTo>
                <a:close/>
                <a:moveTo>
                  <a:pt x="666750" y="219075"/>
                </a:moveTo>
                <a:lnTo>
                  <a:pt x="676275" y="219075"/>
                </a:lnTo>
                <a:lnTo>
                  <a:pt x="676275" y="238125"/>
                </a:lnTo>
                <a:lnTo>
                  <a:pt x="666750" y="238125"/>
                </a:lnTo>
                <a:close/>
                <a:moveTo>
                  <a:pt x="1162050" y="219075"/>
                </a:moveTo>
                <a:lnTo>
                  <a:pt x="1171575" y="219075"/>
                </a:lnTo>
                <a:lnTo>
                  <a:pt x="1171575" y="228600"/>
                </a:lnTo>
                <a:lnTo>
                  <a:pt x="1162050" y="228600"/>
                </a:lnTo>
                <a:close/>
                <a:moveTo>
                  <a:pt x="447675" y="228600"/>
                </a:moveTo>
                <a:lnTo>
                  <a:pt x="466725" y="228600"/>
                </a:lnTo>
                <a:lnTo>
                  <a:pt x="466725" y="247650"/>
                </a:lnTo>
                <a:lnTo>
                  <a:pt x="457200" y="247650"/>
                </a:lnTo>
                <a:lnTo>
                  <a:pt x="457200" y="257175"/>
                </a:lnTo>
                <a:lnTo>
                  <a:pt x="438150" y="257175"/>
                </a:lnTo>
                <a:lnTo>
                  <a:pt x="438150" y="238125"/>
                </a:lnTo>
                <a:lnTo>
                  <a:pt x="447675" y="238125"/>
                </a:lnTo>
                <a:close/>
                <a:moveTo>
                  <a:pt x="133350" y="238125"/>
                </a:moveTo>
                <a:lnTo>
                  <a:pt x="142875" y="238125"/>
                </a:lnTo>
                <a:lnTo>
                  <a:pt x="142875" y="257175"/>
                </a:lnTo>
                <a:lnTo>
                  <a:pt x="133350" y="257175"/>
                </a:lnTo>
                <a:close/>
                <a:moveTo>
                  <a:pt x="676275" y="247650"/>
                </a:moveTo>
                <a:lnTo>
                  <a:pt x="685800" y="247650"/>
                </a:lnTo>
                <a:lnTo>
                  <a:pt x="685800" y="266700"/>
                </a:lnTo>
                <a:lnTo>
                  <a:pt x="676275" y="266700"/>
                </a:lnTo>
                <a:close/>
                <a:moveTo>
                  <a:pt x="1123950" y="247650"/>
                </a:moveTo>
                <a:lnTo>
                  <a:pt x="1133475" y="247650"/>
                </a:lnTo>
                <a:lnTo>
                  <a:pt x="1133475" y="266700"/>
                </a:lnTo>
                <a:lnTo>
                  <a:pt x="1123950" y="266700"/>
                </a:lnTo>
                <a:close/>
                <a:moveTo>
                  <a:pt x="1181100" y="247650"/>
                </a:moveTo>
                <a:lnTo>
                  <a:pt x="1190625" y="247650"/>
                </a:lnTo>
                <a:lnTo>
                  <a:pt x="1190625" y="257175"/>
                </a:lnTo>
                <a:lnTo>
                  <a:pt x="1181100" y="257175"/>
                </a:lnTo>
                <a:close/>
                <a:moveTo>
                  <a:pt x="428625" y="257175"/>
                </a:moveTo>
                <a:lnTo>
                  <a:pt x="438150" y="257175"/>
                </a:lnTo>
                <a:lnTo>
                  <a:pt x="438150" y="266700"/>
                </a:lnTo>
                <a:lnTo>
                  <a:pt x="428625" y="266700"/>
                </a:lnTo>
                <a:close/>
                <a:moveTo>
                  <a:pt x="1085850" y="257175"/>
                </a:moveTo>
                <a:lnTo>
                  <a:pt x="1095375" y="257175"/>
                </a:lnTo>
                <a:lnTo>
                  <a:pt x="1095375" y="266700"/>
                </a:lnTo>
                <a:lnTo>
                  <a:pt x="1085850" y="266700"/>
                </a:lnTo>
                <a:close/>
                <a:moveTo>
                  <a:pt x="371475" y="266700"/>
                </a:moveTo>
                <a:lnTo>
                  <a:pt x="381000" y="266700"/>
                </a:lnTo>
                <a:lnTo>
                  <a:pt x="381000" y="276225"/>
                </a:lnTo>
                <a:lnTo>
                  <a:pt x="371475" y="276225"/>
                </a:lnTo>
                <a:close/>
                <a:moveTo>
                  <a:pt x="666750" y="266700"/>
                </a:moveTo>
                <a:lnTo>
                  <a:pt x="676275" y="266700"/>
                </a:lnTo>
                <a:lnTo>
                  <a:pt x="676275" y="285750"/>
                </a:lnTo>
                <a:lnTo>
                  <a:pt x="666750" y="285750"/>
                </a:lnTo>
                <a:close/>
                <a:moveTo>
                  <a:pt x="1200150" y="266700"/>
                </a:moveTo>
                <a:lnTo>
                  <a:pt x="1209675" y="266700"/>
                </a:lnTo>
                <a:lnTo>
                  <a:pt x="1209675" y="276225"/>
                </a:lnTo>
                <a:lnTo>
                  <a:pt x="1200150" y="276225"/>
                </a:lnTo>
                <a:close/>
                <a:moveTo>
                  <a:pt x="428625" y="276225"/>
                </a:moveTo>
                <a:lnTo>
                  <a:pt x="438150" y="276225"/>
                </a:lnTo>
                <a:lnTo>
                  <a:pt x="438150" y="295275"/>
                </a:lnTo>
                <a:lnTo>
                  <a:pt x="428625" y="295275"/>
                </a:lnTo>
                <a:close/>
                <a:moveTo>
                  <a:pt x="676275" y="285750"/>
                </a:moveTo>
                <a:lnTo>
                  <a:pt x="685800" y="285750"/>
                </a:lnTo>
                <a:lnTo>
                  <a:pt x="685800" y="295275"/>
                </a:lnTo>
                <a:lnTo>
                  <a:pt x="676275" y="295275"/>
                </a:lnTo>
                <a:close/>
                <a:moveTo>
                  <a:pt x="1171575" y="285750"/>
                </a:moveTo>
                <a:lnTo>
                  <a:pt x="1181100" y="285750"/>
                </a:lnTo>
                <a:lnTo>
                  <a:pt x="1181100" y="295275"/>
                </a:lnTo>
                <a:lnTo>
                  <a:pt x="1171575" y="295275"/>
                </a:lnTo>
                <a:close/>
                <a:moveTo>
                  <a:pt x="95250" y="295275"/>
                </a:moveTo>
                <a:lnTo>
                  <a:pt x="104775" y="295275"/>
                </a:lnTo>
                <a:lnTo>
                  <a:pt x="104775" y="304800"/>
                </a:lnTo>
                <a:lnTo>
                  <a:pt x="95250" y="304800"/>
                </a:lnTo>
                <a:close/>
                <a:moveTo>
                  <a:pt x="19050" y="304800"/>
                </a:moveTo>
                <a:lnTo>
                  <a:pt x="28575" y="304800"/>
                </a:lnTo>
                <a:lnTo>
                  <a:pt x="28575" y="314325"/>
                </a:lnTo>
                <a:lnTo>
                  <a:pt x="19050" y="314325"/>
                </a:lnTo>
                <a:close/>
                <a:moveTo>
                  <a:pt x="1009650" y="304800"/>
                </a:moveTo>
                <a:lnTo>
                  <a:pt x="1019175" y="304800"/>
                </a:lnTo>
                <a:lnTo>
                  <a:pt x="1019175" y="314325"/>
                </a:lnTo>
                <a:lnTo>
                  <a:pt x="1009650" y="314325"/>
                </a:lnTo>
                <a:close/>
                <a:moveTo>
                  <a:pt x="76200" y="314325"/>
                </a:moveTo>
                <a:lnTo>
                  <a:pt x="85725" y="314325"/>
                </a:lnTo>
                <a:lnTo>
                  <a:pt x="85725" y="323850"/>
                </a:lnTo>
                <a:lnTo>
                  <a:pt x="76200" y="323850"/>
                </a:lnTo>
                <a:close/>
                <a:moveTo>
                  <a:pt x="76200" y="333375"/>
                </a:moveTo>
                <a:lnTo>
                  <a:pt x="85725" y="333375"/>
                </a:lnTo>
                <a:lnTo>
                  <a:pt x="85725" y="342900"/>
                </a:lnTo>
                <a:lnTo>
                  <a:pt x="76200" y="342900"/>
                </a:lnTo>
                <a:close/>
                <a:moveTo>
                  <a:pt x="9525" y="352425"/>
                </a:moveTo>
                <a:lnTo>
                  <a:pt x="19050" y="352425"/>
                </a:lnTo>
                <a:lnTo>
                  <a:pt x="19050" y="361950"/>
                </a:lnTo>
                <a:lnTo>
                  <a:pt x="9525" y="361950"/>
                </a:lnTo>
                <a:close/>
                <a:moveTo>
                  <a:pt x="133350" y="361950"/>
                </a:moveTo>
                <a:lnTo>
                  <a:pt x="142875" y="361950"/>
                </a:lnTo>
                <a:lnTo>
                  <a:pt x="142875" y="371475"/>
                </a:lnTo>
                <a:lnTo>
                  <a:pt x="133350" y="371475"/>
                </a:lnTo>
                <a:close/>
                <a:moveTo>
                  <a:pt x="428625" y="390525"/>
                </a:moveTo>
                <a:lnTo>
                  <a:pt x="438150" y="390525"/>
                </a:lnTo>
                <a:lnTo>
                  <a:pt x="438150" y="400050"/>
                </a:lnTo>
                <a:lnTo>
                  <a:pt x="428625" y="400050"/>
                </a:lnTo>
                <a:close/>
                <a:moveTo>
                  <a:pt x="971550" y="400050"/>
                </a:moveTo>
                <a:lnTo>
                  <a:pt x="981075" y="400050"/>
                </a:lnTo>
                <a:lnTo>
                  <a:pt x="981075" y="409575"/>
                </a:lnTo>
                <a:lnTo>
                  <a:pt x="971550" y="409575"/>
                </a:lnTo>
                <a:close/>
                <a:moveTo>
                  <a:pt x="1133475" y="409575"/>
                </a:moveTo>
                <a:lnTo>
                  <a:pt x="1143000" y="409575"/>
                </a:lnTo>
                <a:lnTo>
                  <a:pt x="1143000" y="419100"/>
                </a:lnTo>
                <a:lnTo>
                  <a:pt x="1133475" y="419100"/>
                </a:lnTo>
                <a:close/>
                <a:moveTo>
                  <a:pt x="142875" y="428625"/>
                </a:moveTo>
                <a:lnTo>
                  <a:pt x="152400" y="428625"/>
                </a:lnTo>
                <a:lnTo>
                  <a:pt x="152400" y="438150"/>
                </a:lnTo>
                <a:lnTo>
                  <a:pt x="142875" y="438150"/>
                </a:lnTo>
                <a:close/>
                <a:moveTo>
                  <a:pt x="171450" y="438150"/>
                </a:moveTo>
                <a:lnTo>
                  <a:pt x="180975" y="438150"/>
                </a:lnTo>
                <a:lnTo>
                  <a:pt x="180975" y="447675"/>
                </a:lnTo>
                <a:lnTo>
                  <a:pt x="171450" y="447675"/>
                </a:lnTo>
                <a:close/>
                <a:moveTo>
                  <a:pt x="419100" y="438150"/>
                </a:moveTo>
                <a:lnTo>
                  <a:pt x="428625" y="438150"/>
                </a:lnTo>
                <a:lnTo>
                  <a:pt x="428625" y="447675"/>
                </a:lnTo>
                <a:lnTo>
                  <a:pt x="419100" y="447675"/>
                </a:lnTo>
                <a:close/>
                <a:moveTo>
                  <a:pt x="504825" y="438150"/>
                </a:moveTo>
                <a:lnTo>
                  <a:pt x="514350" y="438150"/>
                </a:lnTo>
                <a:lnTo>
                  <a:pt x="514350" y="447675"/>
                </a:lnTo>
                <a:lnTo>
                  <a:pt x="504825" y="447675"/>
                </a:lnTo>
                <a:close/>
                <a:moveTo>
                  <a:pt x="885825" y="438150"/>
                </a:moveTo>
                <a:lnTo>
                  <a:pt x="904875" y="438150"/>
                </a:lnTo>
                <a:lnTo>
                  <a:pt x="904875" y="447675"/>
                </a:lnTo>
                <a:lnTo>
                  <a:pt x="885825" y="447675"/>
                </a:lnTo>
                <a:close/>
                <a:moveTo>
                  <a:pt x="190500" y="447675"/>
                </a:moveTo>
                <a:lnTo>
                  <a:pt x="200025" y="447675"/>
                </a:lnTo>
                <a:lnTo>
                  <a:pt x="200025" y="457200"/>
                </a:lnTo>
                <a:lnTo>
                  <a:pt x="190500" y="457200"/>
                </a:lnTo>
                <a:close/>
                <a:moveTo>
                  <a:pt x="390525" y="447675"/>
                </a:moveTo>
                <a:lnTo>
                  <a:pt x="409575" y="447675"/>
                </a:lnTo>
                <a:lnTo>
                  <a:pt x="409575" y="457200"/>
                </a:lnTo>
                <a:lnTo>
                  <a:pt x="390525" y="457200"/>
                </a:lnTo>
                <a:close/>
                <a:moveTo>
                  <a:pt x="695325" y="457200"/>
                </a:moveTo>
                <a:lnTo>
                  <a:pt x="704850" y="457200"/>
                </a:lnTo>
                <a:lnTo>
                  <a:pt x="704850" y="476250"/>
                </a:lnTo>
                <a:lnTo>
                  <a:pt x="695325" y="476250"/>
                </a:lnTo>
                <a:close/>
                <a:moveTo>
                  <a:pt x="438150" y="476250"/>
                </a:moveTo>
                <a:lnTo>
                  <a:pt x="447675" y="476250"/>
                </a:lnTo>
                <a:lnTo>
                  <a:pt x="447675" y="485775"/>
                </a:lnTo>
                <a:lnTo>
                  <a:pt x="457200" y="485775"/>
                </a:lnTo>
                <a:lnTo>
                  <a:pt x="457200" y="495300"/>
                </a:lnTo>
                <a:lnTo>
                  <a:pt x="438150" y="495300"/>
                </a:lnTo>
                <a:close/>
                <a:moveTo>
                  <a:pt x="1143000" y="476250"/>
                </a:moveTo>
                <a:lnTo>
                  <a:pt x="1152525" y="476250"/>
                </a:lnTo>
                <a:lnTo>
                  <a:pt x="1152525" y="485775"/>
                </a:lnTo>
                <a:lnTo>
                  <a:pt x="1143000" y="485775"/>
                </a:lnTo>
                <a:close/>
                <a:moveTo>
                  <a:pt x="809625" y="504825"/>
                </a:moveTo>
                <a:lnTo>
                  <a:pt x="828675" y="504825"/>
                </a:lnTo>
                <a:lnTo>
                  <a:pt x="828675" y="514350"/>
                </a:lnTo>
                <a:lnTo>
                  <a:pt x="809625" y="514350"/>
                </a:lnTo>
                <a:close/>
                <a:moveTo>
                  <a:pt x="990600" y="504825"/>
                </a:moveTo>
                <a:lnTo>
                  <a:pt x="1000125" y="504825"/>
                </a:lnTo>
                <a:lnTo>
                  <a:pt x="1000125" y="523875"/>
                </a:lnTo>
                <a:lnTo>
                  <a:pt x="1009650" y="523875"/>
                </a:lnTo>
                <a:lnTo>
                  <a:pt x="1009650" y="533400"/>
                </a:lnTo>
                <a:lnTo>
                  <a:pt x="1000125" y="533400"/>
                </a:lnTo>
                <a:lnTo>
                  <a:pt x="1000125" y="552450"/>
                </a:lnTo>
                <a:lnTo>
                  <a:pt x="1009650" y="552450"/>
                </a:lnTo>
                <a:lnTo>
                  <a:pt x="1009650" y="571500"/>
                </a:lnTo>
                <a:lnTo>
                  <a:pt x="1000125" y="571500"/>
                </a:lnTo>
                <a:lnTo>
                  <a:pt x="1000125" y="561975"/>
                </a:lnTo>
                <a:lnTo>
                  <a:pt x="990600" y="561975"/>
                </a:lnTo>
                <a:lnTo>
                  <a:pt x="990600" y="542925"/>
                </a:lnTo>
                <a:lnTo>
                  <a:pt x="971550" y="542925"/>
                </a:lnTo>
                <a:lnTo>
                  <a:pt x="971550" y="523875"/>
                </a:lnTo>
                <a:lnTo>
                  <a:pt x="981075" y="523875"/>
                </a:lnTo>
                <a:lnTo>
                  <a:pt x="981075" y="514350"/>
                </a:lnTo>
                <a:lnTo>
                  <a:pt x="990600" y="514350"/>
                </a:lnTo>
                <a:close/>
                <a:moveTo>
                  <a:pt x="161925" y="514350"/>
                </a:moveTo>
                <a:lnTo>
                  <a:pt x="171450" y="514350"/>
                </a:lnTo>
                <a:lnTo>
                  <a:pt x="171450" y="533400"/>
                </a:lnTo>
                <a:lnTo>
                  <a:pt x="161925" y="533400"/>
                </a:lnTo>
                <a:close/>
                <a:moveTo>
                  <a:pt x="752475" y="514350"/>
                </a:moveTo>
                <a:lnTo>
                  <a:pt x="771525" y="514350"/>
                </a:lnTo>
                <a:lnTo>
                  <a:pt x="771525" y="523875"/>
                </a:lnTo>
                <a:lnTo>
                  <a:pt x="752475" y="523875"/>
                </a:lnTo>
                <a:close/>
                <a:moveTo>
                  <a:pt x="742950" y="523875"/>
                </a:moveTo>
                <a:lnTo>
                  <a:pt x="752475" y="523875"/>
                </a:lnTo>
                <a:lnTo>
                  <a:pt x="752475" y="533400"/>
                </a:lnTo>
                <a:lnTo>
                  <a:pt x="742950" y="533400"/>
                </a:lnTo>
                <a:close/>
                <a:moveTo>
                  <a:pt x="1019175" y="523875"/>
                </a:moveTo>
                <a:lnTo>
                  <a:pt x="1028700" y="523875"/>
                </a:lnTo>
                <a:lnTo>
                  <a:pt x="1028700" y="533400"/>
                </a:lnTo>
                <a:lnTo>
                  <a:pt x="1019175" y="533400"/>
                </a:lnTo>
                <a:close/>
                <a:moveTo>
                  <a:pt x="666750" y="533400"/>
                </a:moveTo>
                <a:lnTo>
                  <a:pt x="676275" y="533400"/>
                </a:lnTo>
                <a:lnTo>
                  <a:pt x="676275" y="542925"/>
                </a:lnTo>
                <a:lnTo>
                  <a:pt x="666750" y="542925"/>
                </a:lnTo>
                <a:close/>
                <a:moveTo>
                  <a:pt x="733425" y="533400"/>
                </a:moveTo>
                <a:lnTo>
                  <a:pt x="742950" y="533400"/>
                </a:lnTo>
                <a:lnTo>
                  <a:pt x="742950" y="542925"/>
                </a:lnTo>
                <a:lnTo>
                  <a:pt x="733425" y="542925"/>
                </a:lnTo>
                <a:close/>
                <a:moveTo>
                  <a:pt x="1133475" y="533400"/>
                </a:moveTo>
                <a:lnTo>
                  <a:pt x="1143000" y="533400"/>
                </a:lnTo>
                <a:lnTo>
                  <a:pt x="1143000" y="542925"/>
                </a:lnTo>
                <a:lnTo>
                  <a:pt x="1133475" y="542925"/>
                </a:lnTo>
                <a:close/>
                <a:moveTo>
                  <a:pt x="104775" y="571500"/>
                </a:moveTo>
                <a:lnTo>
                  <a:pt x="114300" y="571500"/>
                </a:lnTo>
                <a:lnTo>
                  <a:pt x="114300" y="600075"/>
                </a:lnTo>
                <a:lnTo>
                  <a:pt x="104775" y="600075"/>
                </a:lnTo>
                <a:lnTo>
                  <a:pt x="104775" y="590550"/>
                </a:lnTo>
                <a:lnTo>
                  <a:pt x="95250" y="590550"/>
                </a:lnTo>
                <a:lnTo>
                  <a:pt x="95250" y="581025"/>
                </a:lnTo>
                <a:lnTo>
                  <a:pt x="104775" y="581025"/>
                </a:lnTo>
                <a:close/>
                <a:moveTo>
                  <a:pt x="123825" y="571500"/>
                </a:moveTo>
                <a:lnTo>
                  <a:pt x="133350" y="571500"/>
                </a:lnTo>
                <a:lnTo>
                  <a:pt x="133350" y="590550"/>
                </a:lnTo>
                <a:lnTo>
                  <a:pt x="123825" y="590550"/>
                </a:lnTo>
                <a:close/>
                <a:moveTo>
                  <a:pt x="1095375" y="571500"/>
                </a:moveTo>
                <a:lnTo>
                  <a:pt x="1114425" y="571500"/>
                </a:lnTo>
                <a:lnTo>
                  <a:pt x="1114425" y="600075"/>
                </a:lnTo>
                <a:lnTo>
                  <a:pt x="1104900" y="600075"/>
                </a:lnTo>
                <a:lnTo>
                  <a:pt x="1104900" y="590550"/>
                </a:lnTo>
                <a:lnTo>
                  <a:pt x="1095375" y="590550"/>
                </a:lnTo>
                <a:close/>
                <a:moveTo>
                  <a:pt x="1200150" y="571500"/>
                </a:moveTo>
                <a:lnTo>
                  <a:pt x="1209675" y="571500"/>
                </a:lnTo>
                <a:lnTo>
                  <a:pt x="1209675" y="581025"/>
                </a:lnTo>
                <a:lnTo>
                  <a:pt x="1200150" y="581025"/>
                </a:lnTo>
                <a:close/>
                <a:moveTo>
                  <a:pt x="1200150" y="590550"/>
                </a:moveTo>
                <a:lnTo>
                  <a:pt x="1209675" y="590550"/>
                </a:lnTo>
                <a:lnTo>
                  <a:pt x="1209675" y="600075"/>
                </a:lnTo>
                <a:lnTo>
                  <a:pt x="1200150" y="600075"/>
                </a:lnTo>
                <a:close/>
                <a:moveTo>
                  <a:pt x="1019175" y="600075"/>
                </a:moveTo>
                <a:lnTo>
                  <a:pt x="1038225" y="600075"/>
                </a:lnTo>
                <a:lnTo>
                  <a:pt x="1038225" y="619125"/>
                </a:lnTo>
                <a:lnTo>
                  <a:pt x="1028700" y="619125"/>
                </a:lnTo>
                <a:lnTo>
                  <a:pt x="1028700" y="638175"/>
                </a:lnTo>
                <a:lnTo>
                  <a:pt x="1019175" y="638175"/>
                </a:lnTo>
                <a:close/>
                <a:moveTo>
                  <a:pt x="104775" y="628650"/>
                </a:moveTo>
                <a:lnTo>
                  <a:pt x="114300" y="628650"/>
                </a:lnTo>
                <a:lnTo>
                  <a:pt x="114300" y="638175"/>
                </a:lnTo>
                <a:lnTo>
                  <a:pt x="104775" y="638175"/>
                </a:lnTo>
                <a:close/>
                <a:moveTo>
                  <a:pt x="638175" y="638175"/>
                </a:moveTo>
                <a:lnTo>
                  <a:pt x="647700" y="638175"/>
                </a:lnTo>
                <a:lnTo>
                  <a:pt x="647700" y="647700"/>
                </a:lnTo>
                <a:lnTo>
                  <a:pt x="638175" y="647700"/>
                </a:lnTo>
                <a:close/>
                <a:moveTo>
                  <a:pt x="619125" y="647700"/>
                </a:moveTo>
                <a:lnTo>
                  <a:pt x="628650" y="647700"/>
                </a:lnTo>
                <a:lnTo>
                  <a:pt x="628650" y="657225"/>
                </a:lnTo>
                <a:lnTo>
                  <a:pt x="619125" y="657225"/>
                </a:lnTo>
                <a:close/>
                <a:moveTo>
                  <a:pt x="1076325" y="647700"/>
                </a:moveTo>
                <a:lnTo>
                  <a:pt x="1085850" y="647700"/>
                </a:lnTo>
                <a:lnTo>
                  <a:pt x="1085850" y="657225"/>
                </a:lnTo>
                <a:lnTo>
                  <a:pt x="1076325" y="657225"/>
                </a:lnTo>
                <a:close/>
                <a:moveTo>
                  <a:pt x="457200" y="657225"/>
                </a:moveTo>
                <a:lnTo>
                  <a:pt x="466725" y="657225"/>
                </a:lnTo>
                <a:lnTo>
                  <a:pt x="466725" y="666750"/>
                </a:lnTo>
                <a:lnTo>
                  <a:pt x="457200" y="666750"/>
                </a:lnTo>
                <a:close/>
                <a:moveTo>
                  <a:pt x="1019175" y="657225"/>
                </a:moveTo>
                <a:lnTo>
                  <a:pt x="1028700" y="657225"/>
                </a:lnTo>
                <a:lnTo>
                  <a:pt x="1028700" y="666750"/>
                </a:lnTo>
                <a:lnTo>
                  <a:pt x="1019175" y="666750"/>
                </a:lnTo>
                <a:close/>
                <a:moveTo>
                  <a:pt x="619125" y="666750"/>
                </a:moveTo>
                <a:lnTo>
                  <a:pt x="638175" y="666750"/>
                </a:lnTo>
                <a:lnTo>
                  <a:pt x="638175" y="676275"/>
                </a:lnTo>
                <a:lnTo>
                  <a:pt x="619125" y="676275"/>
                </a:lnTo>
                <a:close/>
                <a:moveTo>
                  <a:pt x="657225" y="666750"/>
                </a:moveTo>
                <a:lnTo>
                  <a:pt x="666750" y="666750"/>
                </a:lnTo>
                <a:lnTo>
                  <a:pt x="666750" y="676275"/>
                </a:lnTo>
                <a:lnTo>
                  <a:pt x="657225" y="676275"/>
                </a:lnTo>
                <a:close/>
                <a:moveTo>
                  <a:pt x="809625" y="666750"/>
                </a:moveTo>
                <a:lnTo>
                  <a:pt x="838200" y="666750"/>
                </a:lnTo>
                <a:lnTo>
                  <a:pt x="838200" y="685800"/>
                </a:lnTo>
                <a:lnTo>
                  <a:pt x="800100" y="685800"/>
                </a:lnTo>
                <a:lnTo>
                  <a:pt x="800100" y="676275"/>
                </a:lnTo>
                <a:lnTo>
                  <a:pt x="809625" y="676275"/>
                </a:lnTo>
                <a:close/>
                <a:moveTo>
                  <a:pt x="1019175" y="676275"/>
                </a:moveTo>
                <a:lnTo>
                  <a:pt x="1028700" y="676275"/>
                </a:lnTo>
                <a:lnTo>
                  <a:pt x="1028700" y="685800"/>
                </a:lnTo>
                <a:lnTo>
                  <a:pt x="1019175" y="685800"/>
                </a:lnTo>
                <a:close/>
                <a:moveTo>
                  <a:pt x="114300" y="714375"/>
                </a:moveTo>
                <a:lnTo>
                  <a:pt x="133350" y="714375"/>
                </a:lnTo>
                <a:lnTo>
                  <a:pt x="133350" y="723900"/>
                </a:lnTo>
                <a:lnTo>
                  <a:pt x="114300" y="723900"/>
                </a:lnTo>
                <a:close/>
                <a:moveTo>
                  <a:pt x="152400" y="714375"/>
                </a:moveTo>
                <a:lnTo>
                  <a:pt x="161925" y="714375"/>
                </a:lnTo>
                <a:lnTo>
                  <a:pt x="161925" y="723900"/>
                </a:lnTo>
                <a:lnTo>
                  <a:pt x="152400" y="723900"/>
                </a:lnTo>
                <a:close/>
                <a:moveTo>
                  <a:pt x="171450" y="714375"/>
                </a:moveTo>
                <a:lnTo>
                  <a:pt x="180975" y="714375"/>
                </a:lnTo>
                <a:lnTo>
                  <a:pt x="180975" y="723900"/>
                </a:lnTo>
                <a:lnTo>
                  <a:pt x="171450" y="723900"/>
                </a:lnTo>
                <a:close/>
                <a:moveTo>
                  <a:pt x="304800" y="714375"/>
                </a:moveTo>
                <a:lnTo>
                  <a:pt x="323850" y="714375"/>
                </a:lnTo>
                <a:lnTo>
                  <a:pt x="323850" y="723900"/>
                </a:lnTo>
                <a:lnTo>
                  <a:pt x="304800" y="723900"/>
                </a:lnTo>
                <a:close/>
                <a:moveTo>
                  <a:pt x="352425" y="714375"/>
                </a:moveTo>
                <a:lnTo>
                  <a:pt x="361950" y="714375"/>
                </a:lnTo>
                <a:lnTo>
                  <a:pt x="361950" y="723900"/>
                </a:lnTo>
                <a:lnTo>
                  <a:pt x="352425" y="723900"/>
                </a:lnTo>
                <a:close/>
                <a:moveTo>
                  <a:pt x="428625" y="714375"/>
                </a:moveTo>
                <a:lnTo>
                  <a:pt x="457200" y="714375"/>
                </a:lnTo>
                <a:lnTo>
                  <a:pt x="457200" y="723900"/>
                </a:lnTo>
                <a:lnTo>
                  <a:pt x="428625" y="723900"/>
                </a:lnTo>
                <a:close/>
                <a:moveTo>
                  <a:pt x="552450" y="714375"/>
                </a:moveTo>
                <a:lnTo>
                  <a:pt x="561975" y="714375"/>
                </a:lnTo>
                <a:lnTo>
                  <a:pt x="561975" y="723900"/>
                </a:lnTo>
                <a:lnTo>
                  <a:pt x="552450" y="723900"/>
                </a:lnTo>
                <a:close/>
                <a:moveTo>
                  <a:pt x="1104900" y="723900"/>
                </a:moveTo>
                <a:lnTo>
                  <a:pt x="1123950" y="723900"/>
                </a:lnTo>
                <a:lnTo>
                  <a:pt x="1123950" y="733425"/>
                </a:lnTo>
                <a:lnTo>
                  <a:pt x="1114425" y="733425"/>
                </a:lnTo>
                <a:lnTo>
                  <a:pt x="1114425" y="742950"/>
                </a:lnTo>
                <a:lnTo>
                  <a:pt x="1104900" y="742950"/>
                </a:lnTo>
                <a:close/>
                <a:moveTo>
                  <a:pt x="438150" y="733425"/>
                </a:moveTo>
                <a:lnTo>
                  <a:pt x="447675" y="733425"/>
                </a:lnTo>
                <a:lnTo>
                  <a:pt x="447675" y="742950"/>
                </a:lnTo>
                <a:lnTo>
                  <a:pt x="438150" y="742950"/>
                </a:lnTo>
                <a:close/>
                <a:moveTo>
                  <a:pt x="1123950" y="733425"/>
                </a:moveTo>
                <a:lnTo>
                  <a:pt x="1133475" y="733425"/>
                </a:lnTo>
                <a:lnTo>
                  <a:pt x="1133475" y="742950"/>
                </a:lnTo>
                <a:lnTo>
                  <a:pt x="1123950" y="742950"/>
                </a:lnTo>
                <a:close/>
                <a:moveTo>
                  <a:pt x="447675" y="742950"/>
                </a:moveTo>
                <a:lnTo>
                  <a:pt x="457200" y="742950"/>
                </a:lnTo>
                <a:lnTo>
                  <a:pt x="457200" y="752475"/>
                </a:lnTo>
                <a:lnTo>
                  <a:pt x="466725" y="752475"/>
                </a:lnTo>
                <a:lnTo>
                  <a:pt x="466725" y="742950"/>
                </a:lnTo>
                <a:lnTo>
                  <a:pt x="476250" y="742950"/>
                </a:lnTo>
                <a:lnTo>
                  <a:pt x="476250" y="752475"/>
                </a:lnTo>
                <a:lnTo>
                  <a:pt x="466725" y="752475"/>
                </a:lnTo>
                <a:lnTo>
                  <a:pt x="466725" y="762000"/>
                </a:lnTo>
                <a:lnTo>
                  <a:pt x="447675" y="762000"/>
                </a:lnTo>
                <a:lnTo>
                  <a:pt x="447675" y="771525"/>
                </a:lnTo>
                <a:lnTo>
                  <a:pt x="438150" y="771525"/>
                </a:lnTo>
                <a:lnTo>
                  <a:pt x="438150" y="752475"/>
                </a:lnTo>
                <a:lnTo>
                  <a:pt x="447675" y="752475"/>
                </a:lnTo>
                <a:close/>
                <a:moveTo>
                  <a:pt x="1095375" y="742950"/>
                </a:moveTo>
                <a:lnTo>
                  <a:pt x="1104900" y="742950"/>
                </a:lnTo>
                <a:lnTo>
                  <a:pt x="1104900" y="752475"/>
                </a:lnTo>
                <a:lnTo>
                  <a:pt x="1095375" y="752475"/>
                </a:lnTo>
                <a:close/>
                <a:moveTo>
                  <a:pt x="352425" y="752475"/>
                </a:moveTo>
                <a:lnTo>
                  <a:pt x="371475" y="752475"/>
                </a:lnTo>
                <a:lnTo>
                  <a:pt x="371475" y="771525"/>
                </a:lnTo>
                <a:lnTo>
                  <a:pt x="352425" y="771525"/>
                </a:lnTo>
                <a:close/>
                <a:moveTo>
                  <a:pt x="1162050" y="752475"/>
                </a:moveTo>
                <a:lnTo>
                  <a:pt x="1171575" y="752475"/>
                </a:lnTo>
                <a:lnTo>
                  <a:pt x="1171575" y="771525"/>
                </a:lnTo>
                <a:lnTo>
                  <a:pt x="1162050" y="771525"/>
                </a:lnTo>
                <a:close/>
                <a:moveTo>
                  <a:pt x="695325" y="762000"/>
                </a:moveTo>
                <a:lnTo>
                  <a:pt x="704850" y="762000"/>
                </a:lnTo>
                <a:lnTo>
                  <a:pt x="704850" y="781050"/>
                </a:lnTo>
                <a:lnTo>
                  <a:pt x="714375" y="781050"/>
                </a:lnTo>
                <a:lnTo>
                  <a:pt x="714375" y="790575"/>
                </a:lnTo>
                <a:lnTo>
                  <a:pt x="695325" y="790575"/>
                </a:lnTo>
                <a:close/>
                <a:moveTo>
                  <a:pt x="762000" y="762000"/>
                </a:moveTo>
                <a:lnTo>
                  <a:pt x="771525" y="762000"/>
                </a:lnTo>
                <a:lnTo>
                  <a:pt x="771525" y="781050"/>
                </a:lnTo>
                <a:lnTo>
                  <a:pt x="762000" y="781050"/>
                </a:lnTo>
                <a:close/>
                <a:moveTo>
                  <a:pt x="333375" y="771525"/>
                </a:moveTo>
                <a:lnTo>
                  <a:pt x="342900" y="771525"/>
                </a:lnTo>
                <a:lnTo>
                  <a:pt x="342900" y="781050"/>
                </a:lnTo>
                <a:lnTo>
                  <a:pt x="333375" y="781050"/>
                </a:lnTo>
                <a:close/>
                <a:moveTo>
                  <a:pt x="1171575" y="771525"/>
                </a:moveTo>
                <a:lnTo>
                  <a:pt x="1190625" y="771525"/>
                </a:lnTo>
                <a:lnTo>
                  <a:pt x="1190625" y="781050"/>
                </a:lnTo>
                <a:lnTo>
                  <a:pt x="1209675" y="781050"/>
                </a:lnTo>
                <a:lnTo>
                  <a:pt x="1209675" y="790575"/>
                </a:lnTo>
                <a:lnTo>
                  <a:pt x="1181100" y="790575"/>
                </a:lnTo>
                <a:lnTo>
                  <a:pt x="1181100" y="781050"/>
                </a:lnTo>
                <a:lnTo>
                  <a:pt x="1171575" y="781050"/>
                </a:lnTo>
                <a:close/>
                <a:moveTo>
                  <a:pt x="895350" y="781050"/>
                </a:moveTo>
                <a:lnTo>
                  <a:pt x="914400" y="781050"/>
                </a:lnTo>
                <a:lnTo>
                  <a:pt x="914400" y="790575"/>
                </a:lnTo>
                <a:lnTo>
                  <a:pt x="904875" y="790575"/>
                </a:lnTo>
                <a:lnTo>
                  <a:pt x="904875" y="800100"/>
                </a:lnTo>
                <a:lnTo>
                  <a:pt x="895350" y="800100"/>
                </a:lnTo>
                <a:close/>
              </a:path>
            </a:pathLst>
          </a:custGeom>
          <a:solidFill xmlns:a="http://schemas.openxmlformats.org/drawingml/2006/main">
            <a:srgbClr val="F8F8F4"/>
          </a:solidFill>
          <a:ln xmlns:a="http://schemas.openxmlformats.org/drawingml/2006/main" w="0">
            <a:noFill/>
          </a:ln>
        </p:spPr>
      </p:sp>
      <p:sp>
        <p:nvSpPr>
          <p:cNvPr id="134" name="v11 vector #f8f8f3">
            <a:extLst xmlns:a="http://schemas.openxmlformats.org/drawingml/2006/main">
              <a:ext uri="{FF2B5EF4-FFF2-40B4-BE49-F238E27FC236}">
                <a16:creationId xmlns:a16="http://schemas.microsoft.com/office/drawing/2014/main" id="{8EE72AC5-B1CE-4074-94C0-6EEF053DED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8250" y="3609975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38100" y="0"/>
                </a:moveTo>
                <a:lnTo>
                  <a:pt x="47625" y="0"/>
                </a:lnTo>
                <a:lnTo>
                  <a:pt x="47625" y="9525"/>
                </a:lnTo>
                <a:lnTo>
                  <a:pt x="57150" y="9525"/>
                </a:lnTo>
                <a:lnTo>
                  <a:pt x="57150" y="0"/>
                </a:lnTo>
                <a:lnTo>
                  <a:pt x="66675" y="0"/>
                </a:lnTo>
                <a:lnTo>
                  <a:pt x="66675" y="9525"/>
                </a:lnTo>
                <a:lnTo>
                  <a:pt x="76200" y="9525"/>
                </a:lnTo>
                <a:lnTo>
                  <a:pt x="76200" y="19050"/>
                </a:lnTo>
                <a:lnTo>
                  <a:pt x="66675" y="19050"/>
                </a:lnTo>
                <a:lnTo>
                  <a:pt x="66675" y="28575"/>
                </a:lnTo>
                <a:lnTo>
                  <a:pt x="57150" y="28575"/>
                </a:lnTo>
                <a:lnTo>
                  <a:pt x="57150" y="19050"/>
                </a:lnTo>
                <a:lnTo>
                  <a:pt x="38100" y="19050"/>
                </a:lnTo>
                <a:close/>
                <a:moveTo>
                  <a:pt x="85725" y="0"/>
                </a:moveTo>
                <a:lnTo>
                  <a:pt x="95250" y="0"/>
                </a:lnTo>
                <a:lnTo>
                  <a:pt x="95250" y="9525"/>
                </a:lnTo>
                <a:lnTo>
                  <a:pt x="85725" y="9525"/>
                </a:lnTo>
                <a:close/>
                <a:moveTo>
                  <a:pt x="247650" y="0"/>
                </a:moveTo>
                <a:lnTo>
                  <a:pt x="257175" y="0"/>
                </a:lnTo>
                <a:lnTo>
                  <a:pt x="257175" y="9525"/>
                </a:lnTo>
                <a:lnTo>
                  <a:pt x="247650" y="9525"/>
                </a:lnTo>
                <a:close/>
                <a:moveTo>
                  <a:pt x="266700" y="0"/>
                </a:moveTo>
                <a:lnTo>
                  <a:pt x="276225" y="0"/>
                </a:lnTo>
                <a:lnTo>
                  <a:pt x="276225" y="9525"/>
                </a:lnTo>
                <a:lnTo>
                  <a:pt x="266700" y="9525"/>
                </a:lnTo>
                <a:close/>
                <a:moveTo>
                  <a:pt x="371475" y="0"/>
                </a:moveTo>
                <a:lnTo>
                  <a:pt x="400050" y="0"/>
                </a:lnTo>
                <a:lnTo>
                  <a:pt x="400050" y="9525"/>
                </a:lnTo>
                <a:lnTo>
                  <a:pt x="390525" y="9525"/>
                </a:lnTo>
                <a:lnTo>
                  <a:pt x="390525" y="19050"/>
                </a:lnTo>
                <a:lnTo>
                  <a:pt x="381000" y="19050"/>
                </a:lnTo>
                <a:lnTo>
                  <a:pt x="381000" y="9525"/>
                </a:lnTo>
                <a:lnTo>
                  <a:pt x="371475" y="9525"/>
                </a:lnTo>
                <a:close/>
                <a:moveTo>
                  <a:pt x="457200" y="0"/>
                </a:moveTo>
                <a:lnTo>
                  <a:pt x="476250" y="0"/>
                </a:lnTo>
                <a:lnTo>
                  <a:pt x="476250" y="9525"/>
                </a:lnTo>
                <a:lnTo>
                  <a:pt x="466725" y="9525"/>
                </a:lnTo>
                <a:lnTo>
                  <a:pt x="466725" y="19050"/>
                </a:lnTo>
                <a:lnTo>
                  <a:pt x="438150" y="19050"/>
                </a:lnTo>
                <a:lnTo>
                  <a:pt x="438150" y="9525"/>
                </a:lnTo>
                <a:lnTo>
                  <a:pt x="457200" y="9525"/>
                </a:lnTo>
                <a:close/>
                <a:moveTo>
                  <a:pt x="600075" y="0"/>
                </a:moveTo>
                <a:lnTo>
                  <a:pt x="609600" y="0"/>
                </a:lnTo>
                <a:lnTo>
                  <a:pt x="609600" y="9525"/>
                </a:lnTo>
                <a:lnTo>
                  <a:pt x="600075" y="9525"/>
                </a:lnTo>
                <a:close/>
                <a:moveTo>
                  <a:pt x="676275" y="0"/>
                </a:moveTo>
                <a:lnTo>
                  <a:pt x="685800" y="0"/>
                </a:lnTo>
                <a:lnTo>
                  <a:pt x="685800" y="9525"/>
                </a:lnTo>
                <a:lnTo>
                  <a:pt x="676275" y="9525"/>
                </a:lnTo>
                <a:close/>
                <a:moveTo>
                  <a:pt x="714375" y="0"/>
                </a:moveTo>
                <a:lnTo>
                  <a:pt x="733425" y="0"/>
                </a:lnTo>
                <a:lnTo>
                  <a:pt x="733425" y="9525"/>
                </a:lnTo>
                <a:lnTo>
                  <a:pt x="781050" y="9525"/>
                </a:lnTo>
                <a:lnTo>
                  <a:pt x="781050" y="0"/>
                </a:lnTo>
                <a:lnTo>
                  <a:pt x="819150" y="0"/>
                </a:lnTo>
                <a:lnTo>
                  <a:pt x="819150" y="9525"/>
                </a:lnTo>
                <a:lnTo>
                  <a:pt x="847725" y="9525"/>
                </a:lnTo>
                <a:lnTo>
                  <a:pt x="847725" y="0"/>
                </a:lnTo>
                <a:lnTo>
                  <a:pt x="866775" y="0"/>
                </a:lnTo>
                <a:lnTo>
                  <a:pt x="866775" y="9525"/>
                </a:lnTo>
                <a:lnTo>
                  <a:pt x="847725" y="9525"/>
                </a:lnTo>
                <a:lnTo>
                  <a:pt x="847725" y="19050"/>
                </a:lnTo>
                <a:lnTo>
                  <a:pt x="800100" y="19050"/>
                </a:lnTo>
                <a:lnTo>
                  <a:pt x="800100" y="9525"/>
                </a:lnTo>
                <a:lnTo>
                  <a:pt x="781050" y="9525"/>
                </a:lnTo>
                <a:lnTo>
                  <a:pt x="781050" y="19050"/>
                </a:lnTo>
                <a:lnTo>
                  <a:pt x="685800" y="19050"/>
                </a:lnTo>
                <a:lnTo>
                  <a:pt x="685800" y="9525"/>
                </a:lnTo>
                <a:lnTo>
                  <a:pt x="714375" y="9525"/>
                </a:lnTo>
                <a:close/>
                <a:moveTo>
                  <a:pt x="981075" y="0"/>
                </a:moveTo>
                <a:lnTo>
                  <a:pt x="1000125" y="0"/>
                </a:lnTo>
                <a:lnTo>
                  <a:pt x="1000125" y="9525"/>
                </a:lnTo>
                <a:lnTo>
                  <a:pt x="981075" y="9525"/>
                </a:lnTo>
                <a:close/>
                <a:moveTo>
                  <a:pt x="1038225" y="0"/>
                </a:moveTo>
                <a:lnTo>
                  <a:pt x="1047750" y="0"/>
                </a:lnTo>
                <a:lnTo>
                  <a:pt x="1047750" y="9525"/>
                </a:lnTo>
                <a:lnTo>
                  <a:pt x="1038225" y="9525"/>
                </a:lnTo>
                <a:close/>
                <a:moveTo>
                  <a:pt x="152400" y="9525"/>
                </a:moveTo>
                <a:lnTo>
                  <a:pt x="161925" y="9525"/>
                </a:lnTo>
                <a:lnTo>
                  <a:pt x="161925" y="19050"/>
                </a:lnTo>
                <a:lnTo>
                  <a:pt x="152400" y="19050"/>
                </a:lnTo>
                <a:close/>
                <a:moveTo>
                  <a:pt x="257175" y="9525"/>
                </a:moveTo>
                <a:lnTo>
                  <a:pt x="266700" y="9525"/>
                </a:lnTo>
                <a:lnTo>
                  <a:pt x="266700" y="19050"/>
                </a:lnTo>
                <a:lnTo>
                  <a:pt x="257175" y="19050"/>
                </a:lnTo>
                <a:close/>
                <a:moveTo>
                  <a:pt x="923925" y="9525"/>
                </a:moveTo>
                <a:lnTo>
                  <a:pt x="933450" y="9525"/>
                </a:lnTo>
                <a:lnTo>
                  <a:pt x="933450" y="19050"/>
                </a:lnTo>
                <a:lnTo>
                  <a:pt x="923925" y="19050"/>
                </a:lnTo>
                <a:close/>
                <a:moveTo>
                  <a:pt x="962025" y="9525"/>
                </a:moveTo>
                <a:lnTo>
                  <a:pt x="981075" y="9525"/>
                </a:lnTo>
                <a:lnTo>
                  <a:pt x="981075" y="19050"/>
                </a:lnTo>
                <a:lnTo>
                  <a:pt x="962025" y="19050"/>
                </a:lnTo>
                <a:close/>
                <a:moveTo>
                  <a:pt x="1019175" y="9525"/>
                </a:moveTo>
                <a:lnTo>
                  <a:pt x="1038225" y="9525"/>
                </a:lnTo>
                <a:lnTo>
                  <a:pt x="1038225" y="19050"/>
                </a:lnTo>
                <a:lnTo>
                  <a:pt x="1019175" y="19050"/>
                </a:lnTo>
                <a:close/>
                <a:moveTo>
                  <a:pt x="1162050" y="9525"/>
                </a:moveTo>
                <a:lnTo>
                  <a:pt x="1171575" y="9525"/>
                </a:lnTo>
                <a:lnTo>
                  <a:pt x="1171575" y="19050"/>
                </a:lnTo>
                <a:lnTo>
                  <a:pt x="1181100" y="19050"/>
                </a:lnTo>
                <a:lnTo>
                  <a:pt x="1181100" y="28575"/>
                </a:lnTo>
                <a:lnTo>
                  <a:pt x="1190625" y="28575"/>
                </a:lnTo>
                <a:lnTo>
                  <a:pt x="1190625" y="19050"/>
                </a:lnTo>
                <a:lnTo>
                  <a:pt x="1200150" y="19050"/>
                </a:lnTo>
                <a:lnTo>
                  <a:pt x="1200150" y="38100"/>
                </a:lnTo>
                <a:lnTo>
                  <a:pt x="1209675" y="38100"/>
                </a:lnTo>
                <a:lnTo>
                  <a:pt x="1209675" y="57150"/>
                </a:lnTo>
                <a:lnTo>
                  <a:pt x="1190625" y="57150"/>
                </a:lnTo>
                <a:lnTo>
                  <a:pt x="1190625" y="38100"/>
                </a:lnTo>
                <a:lnTo>
                  <a:pt x="1181100" y="38100"/>
                </a:lnTo>
                <a:lnTo>
                  <a:pt x="1181100" y="47625"/>
                </a:lnTo>
                <a:lnTo>
                  <a:pt x="1171575" y="47625"/>
                </a:lnTo>
                <a:lnTo>
                  <a:pt x="1171575" y="38100"/>
                </a:lnTo>
                <a:lnTo>
                  <a:pt x="1162050" y="38100"/>
                </a:lnTo>
                <a:close/>
                <a:moveTo>
                  <a:pt x="0" y="19050"/>
                </a:moveTo>
                <a:lnTo>
                  <a:pt x="9525" y="19050"/>
                </a:lnTo>
                <a:lnTo>
                  <a:pt x="9525" y="28575"/>
                </a:lnTo>
                <a:lnTo>
                  <a:pt x="19050" y="28575"/>
                </a:lnTo>
                <a:lnTo>
                  <a:pt x="19050" y="38100"/>
                </a:lnTo>
                <a:lnTo>
                  <a:pt x="0" y="38100"/>
                </a:lnTo>
                <a:close/>
                <a:moveTo>
                  <a:pt x="1123950" y="47625"/>
                </a:moveTo>
                <a:lnTo>
                  <a:pt x="1133475" y="47625"/>
                </a:lnTo>
                <a:lnTo>
                  <a:pt x="1133475" y="66675"/>
                </a:lnTo>
                <a:lnTo>
                  <a:pt x="1143000" y="66675"/>
                </a:lnTo>
                <a:lnTo>
                  <a:pt x="1143000" y="76200"/>
                </a:lnTo>
                <a:lnTo>
                  <a:pt x="1133475" y="76200"/>
                </a:lnTo>
                <a:lnTo>
                  <a:pt x="1133475" y="85725"/>
                </a:lnTo>
                <a:lnTo>
                  <a:pt x="1123950" y="85725"/>
                </a:lnTo>
                <a:close/>
                <a:moveTo>
                  <a:pt x="1095375" y="66675"/>
                </a:moveTo>
                <a:lnTo>
                  <a:pt x="1114425" y="66675"/>
                </a:lnTo>
                <a:lnTo>
                  <a:pt x="1114425" y="85725"/>
                </a:lnTo>
                <a:lnTo>
                  <a:pt x="1104900" y="85725"/>
                </a:lnTo>
                <a:lnTo>
                  <a:pt x="1104900" y="76200"/>
                </a:lnTo>
                <a:lnTo>
                  <a:pt x="1095375" y="76200"/>
                </a:lnTo>
                <a:close/>
                <a:moveTo>
                  <a:pt x="1162050" y="66675"/>
                </a:moveTo>
                <a:lnTo>
                  <a:pt x="1181100" y="66675"/>
                </a:lnTo>
                <a:lnTo>
                  <a:pt x="1181100" y="95250"/>
                </a:lnTo>
                <a:lnTo>
                  <a:pt x="1162050" y="95250"/>
                </a:lnTo>
                <a:lnTo>
                  <a:pt x="1162050" y="85725"/>
                </a:lnTo>
                <a:lnTo>
                  <a:pt x="1171575" y="85725"/>
                </a:lnTo>
                <a:lnTo>
                  <a:pt x="1171575" y="76200"/>
                </a:lnTo>
                <a:lnTo>
                  <a:pt x="1162050" y="76200"/>
                </a:lnTo>
                <a:close/>
                <a:moveTo>
                  <a:pt x="1190625" y="85725"/>
                </a:moveTo>
                <a:lnTo>
                  <a:pt x="1209675" y="85725"/>
                </a:lnTo>
                <a:lnTo>
                  <a:pt x="1209675" y="95250"/>
                </a:lnTo>
                <a:lnTo>
                  <a:pt x="1190625" y="95250"/>
                </a:lnTo>
                <a:close/>
                <a:moveTo>
                  <a:pt x="1181100" y="104775"/>
                </a:moveTo>
                <a:lnTo>
                  <a:pt x="1190625" y="104775"/>
                </a:lnTo>
                <a:lnTo>
                  <a:pt x="1190625" y="123825"/>
                </a:lnTo>
                <a:lnTo>
                  <a:pt x="1181100" y="123825"/>
                </a:lnTo>
                <a:close/>
                <a:moveTo>
                  <a:pt x="1200150" y="104775"/>
                </a:moveTo>
                <a:lnTo>
                  <a:pt x="1209675" y="104775"/>
                </a:lnTo>
                <a:lnTo>
                  <a:pt x="1209675" y="114300"/>
                </a:lnTo>
                <a:lnTo>
                  <a:pt x="1200150" y="114300"/>
                </a:lnTo>
                <a:close/>
                <a:moveTo>
                  <a:pt x="1085850" y="114300"/>
                </a:moveTo>
                <a:lnTo>
                  <a:pt x="1095375" y="114300"/>
                </a:lnTo>
                <a:lnTo>
                  <a:pt x="1095375" y="123825"/>
                </a:lnTo>
                <a:lnTo>
                  <a:pt x="1085850" y="123825"/>
                </a:lnTo>
                <a:close/>
                <a:moveTo>
                  <a:pt x="1104900" y="114300"/>
                </a:moveTo>
                <a:lnTo>
                  <a:pt x="1133475" y="114300"/>
                </a:lnTo>
                <a:lnTo>
                  <a:pt x="1133475" y="123825"/>
                </a:lnTo>
                <a:lnTo>
                  <a:pt x="1104900" y="123825"/>
                </a:lnTo>
                <a:close/>
                <a:moveTo>
                  <a:pt x="1143000" y="114300"/>
                </a:moveTo>
                <a:lnTo>
                  <a:pt x="1152525" y="114300"/>
                </a:lnTo>
                <a:lnTo>
                  <a:pt x="1152525" y="123825"/>
                </a:lnTo>
                <a:lnTo>
                  <a:pt x="1143000" y="123825"/>
                </a:lnTo>
                <a:close/>
                <a:moveTo>
                  <a:pt x="1095375" y="123825"/>
                </a:moveTo>
                <a:lnTo>
                  <a:pt x="1104900" y="123825"/>
                </a:lnTo>
                <a:lnTo>
                  <a:pt x="1104900" y="133350"/>
                </a:lnTo>
                <a:lnTo>
                  <a:pt x="1095375" y="133350"/>
                </a:lnTo>
                <a:close/>
                <a:moveTo>
                  <a:pt x="1152525" y="123825"/>
                </a:moveTo>
                <a:lnTo>
                  <a:pt x="1162050" y="123825"/>
                </a:lnTo>
                <a:lnTo>
                  <a:pt x="1162050" y="133350"/>
                </a:lnTo>
                <a:lnTo>
                  <a:pt x="1152525" y="133350"/>
                </a:lnTo>
                <a:close/>
                <a:moveTo>
                  <a:pt x="1162050" y="133350"/>
                </a:moveTo>
                <a:lnTo>
                  <a:pt x="1171575" y="133350"/>
                </a:lnTo>
                <a:lnTo>
                  <a:pt x="1171575" y="152400"/>
                </a:lnTo>
                <a:lnTo>
                  <a:pt x="1152525" y="152400"/>
                </a:lnTo>
                <a:lnTo>
                  <a:pt x="1152525" y="142875"/>
                </a:lnTo>
                <a:lnTo>
                  <a:pt x="1162050" y="142875"/>
                </a:lnTo>
                <a:close/>
                <a:moveTo>
                  <a:pt x="1200150" y="142875"/>
                </a:moveTo>
                <a:lnTo>
                  <a:pt x="1209675" y="142875"/>
                </a:lnTo>
                <a:lnTo>
                  <a:pt x="1209675" y="152400"/>
                </a:lnTo>
                <a:lnTo>
                  <a:pt x="1200150" y="152400"/>
                </a:lnTo>
                <a:close/>
                <a:moveTo>
                  <a:pt x="1095375" y="152400"/>
                </a:moveTo>
                <a:lnTo>
                  <a:pt x="1104900" y="152400"/>
                </a:lnTo>
                <a:lnTo>
                  <a:pt x="1104900" y="190500"/>
                </a:lnTo>
                <a:lnTo>
                  <a:pt x="1095375" y="190500"/>
                </a:lnTo>
                <a:close/>
                <a:moveTo>
                  <a:pt x="638175" y="161925"/>
                </a:moveTo>
                <a:lnTo>
                  <a:pt x="666750" y="161925"/>
                </a:lnTo>
                <a:lnTo>
                  <a:pt x="666750" y="171450"/>
                </a:lnTo>
                <a:lnTo>
                  <a:pt x="676275" y="171450"/>
                </a:lnTo>
                <a:lnTo>
                  <a:pt x="676275" y="190500"/>
                </a:lnTo>
                <a:lnTo>
                  <a:pt x="657225" y="190500"/>
                </a:lnTo>
                <a:lnTo>
                  <a:pt x="657225" y="171450"/>
                </a:lnTo>
                <a:lnTo>
                  <a:pt x="647700" y="171450"/>
                </a:lnTo>
                <a:lnTo>
                  <a:pt x="647700" y="190500"/>
                </a:lnTo>
                <a:lnTo>
                  <a:pt x="638175" y="190500"/>
                </a:lnTo>
                <a:lnTo>
                  <a:pt x="638175" y="180975"/>
                </a:lnTo>
                <a:lnTo>
                  <a:pt x="628650" y="180975"/>
                </a:lnTo>
                <a:lnTo>
                  <a:pt x="628650" y="171450"/>
                </a:lnTo>
                <a:lnTo>
                  <a:pt x="638175" y="171450"/>
                </a:lnTo>
                <a:close/>
                <a:moveTo>
                  <a:pt x="762000" y="161925"/>
                </a:moveTo>
                <a:lnTo>
                  <a:pt x="771525" y="161925"/>
                </a:lnTo>
                <a:lnTo>
                  <a:pt x="771525" y="171450"/>
                </a:lnTo>
                <a:lnTo>
                  <a:pt x="762000" y="171450"/>
                </a:lnTo>
                <a:close/>
                <a:moveTo>
                  <a:pt x="0" y="171450"/>
                </a:moveTo>
                <a:lnTo>
                  <a:pt x="28575" y="171450"/>
                </a:lnTo>
                <a:lnTo>
                  <a:pt x="28575" y="200025"/>
                </a:lnTo>
                <a:lnTo>
                  <a:pt x="19050" y="200025"/>
                </a:lnTo>
                <a:lnTo>
                  <a:pt x="19050" y="180975"/>
                </a:lnTo>
                <a:lnTo>
                  <a:pt x="0" y="180975"/>
                </a:lnTo>
                <a:close/>
                <a:moveTo>
                  <a:pt x="133350" y="171450"/>
                </a:moveTo>
                <a:lnTo>
                  <a:pt x="171450" y="171450"/>
                </a:lnTo>
                <a:lnTo>
                  <a:pt x="171450" y="180975"/>
                </a:lnTo>
                <a:lnTo>
                  <a:pt x="133350" y="180975"/>
                </a:lnTo>
                <a:close/>
                <a:moveTo>
                  <a:pt x="371475" y="171450"/>
                </a:moveTo>
                <a:lnTo>
                  <a:pt x="390525" y="171450"/>
                </a:lnTo>
                <a:lnTo>
                  <a:pt x="390525" y="180975"/>
                </a:lnTo>
                <a:lnTo>
                  <a:pt x="371475" y="180975"/>
                </a:lnTo>
                <a:close/>
                <a:moveTo>
                  <a:pt x="847725" y="171450"/>
                </a:moveTo>
                <a:lnTo>
                  <a:pt x="857250" y="171450"/>
                </a:lnTo>
                <a:lnTo>
                  <a:pt x="857250" y="180975"/>
                </a:lnTo>
                <a:lnTo>
                  <a:pt x="847725" y="180975"/>
                </a:lnTo>
                <a:close/>
                <a:moveTo>
                  <a:pt x="895350" y="171450"/>
                </a:moveTo>
                <a:lnTo>
                  <a:pt x="904875" y="171450"/>
                </a:lnTo>
                <a:lnTo>
                  <a:pt x="904875" y="180975"/>
                </a:lnTo>
                <a:lnTo>
                  <a:pt x="895350" y="180975"/>
                </a:lnTo>
                <a:close/>
                <a:moveTo>
                  <a:pt x="914400" y="171450"/>
                </a:moveTo>
                <a:lnTo>
                  <a:pt x="933450" y="171450"/>
                </a:lnTo>
                <a:lnTo>
                  <a:pt x="933450" y="180975"/>
                </a:lnTo>
                <a:lnTo>
                  <a:pt x="914400" y="180975"/>
                </a:lnTo>
                <a:close/>
                <a:moveTo>
                  <a:pt x="104775" y="180975"/>
                </a:moveTo>
                <a:lnTo>
                  <a:pt x="123825" y="180975"/>
                </a:lnTo>
                <a:lnTo>
                  <a:pt x="123825" y="200025"/>
                </a:lnTo>
                <a:lnTo>
                  <a:pt x="104775" y="200025"/>
                </a:lnTo>
                <a:lnTo>
                  <a:pt x="104775" y="219075"/>
                </a:lnTo>
                <a:lnTo>
                  <a:pt x="95250" y="219075"/>
                </a:lnTo>
                <a:lnTo>
                  <a:pt x="95250" y="190500"/>
                </a:lnTo>
                <a:lnTo>
                  <a:pt x="104775" y="190500"/>
                </a:lnTo>
                <a:close/>
                <a:moveTo>
                  <a:pt x="409575" y="180975"/>
                </a:moveTo>
                <a:lnTo>
                  <a:pt x="419100" y="180975"/>
                </a:lnTo>
                <a:lnTo>
                  <a:pt x="419100" y="190500"/>
                </a:lnTo>
                <a:lnTo>
                  <a:pt x="409575" y="190500"/>
                </a:lnTo>
                <a:close/>
                <a:moveTo>
                  <a:pt x="438150" y="180975"/>
                </a:moveTo>
                <a:lnTo>
                  <a:pt x="457200" y="180975"/>
                </a:lnTo>
                <a:lnTo>
                  <a:pt x="457200" y="190500"/>
                </a:lnTo>
                <a:lnTo>
                  <a:pt x="438150" y="190500"/>
                </a:lnTo>
                <a:close/>
                <a:moveTo>
                  <a:pt x="933450" y="180975"/>
                </a:moveTo>
                <a:lnTo>
                  <a:pt x="971550" y="180975"/>
                </a:lnTo>
                <a:lnTo>
                  <a:pt x="971550" y="190500"/>
                </a:lnTo>
                <a:lnTo>
                  <a:pt x="933450" y="190500"/>
                </a:lnTo>
                <a:close/>
                <a:moveTo>
                  <a:pt x="1000125" y="180975"/>
                </a:moveTo>
                <a:lnTo>
                  <a:pt x="1009650" y="180975"/>
                </a:lnTo>
                <a:lnTo>
                  <a:pt x="1009650" y="190500"/>
                </a:lnTo>
                <a:lnTo>
                  <a:pt x="1000125" y="190500"/>
                </a:lnTo>
                <a:close/>
                <a:moveTo>
                  <a:pt x="1200150" y="180975"/>
                </a:moveTo>
                <a:lnTo>
                  <a:pt x="1209675" y="180975"/>
                </a:lnTo>
                <a:lnTo>
                  <a:pt x="1209675" y="190500"/>
                </a:lnTo>
                <a:lnTo>
                  <a:pt x="1200150" y="190500"/>
                </a:lnTo>
                <a:close/>
                <a:moveTo>
                  <a:pt x="76200" y="190500"/>
                </a:moveTo>
                <a:lnTo>
                  <a:pt x="85725" y="190500"/>
                </a:lnTo>
                <a:lnTo>
                  <a:pt x="85725" y="200025"/>
                </a:lnTo>
                <a:lnTo>
                  <a:pt x="76200" y="200025"/>
                </a:lnTo>
                <a:close/>
                <a:moveTo>
                  <a:pt x="371475" y="190500"/>
                </a:moveTo>
                <a:lnTo>
                  <a:pt x="381000" y="190500"/>
                </a:lnTo>
                <a:lnTo>
                  <a:pt x="381000" y="200025"/>
                </a:lnTo>
                <a:lnTo>
                  <a:pt x="409575" y="200025"/>
                </a:lnTo>
                <a:lnTo>
                  <a:pt x="409575" y="209550"/>
                </a:lnTo>
                <a:lnTo>
                  <a:pt x="400050" y="209550"/>
                </a:lnTo>
                <a:lnTo>
                  <a:pt x="400050" y="219075"/>
                </a:lnTo>
                <a:lnTo>
                  <a:pt x="390525" y="219075"/>
                </a:lnTo>
                <a:lnTo>
                  <a:pt x="390525" y="209550"/>
                </a:lnTo>
                <a:lnTo>
                  <a:pt x="371475" y="209550"/>
                </a:lnTo>
                <a:close/>
                <a:moveTo>
                  <a:pt x="990600" y="190500"/>
                </a:moveTo>
                <a:lnTo>
                  <a:pt x="1000125" y="190500"/>
                </a:lnTo>
                <a:lnTo>
                  <a:pt x="1000125" y="200025"/>
                </a:lnTo>
                <a:lnTo>
                  <a:pt x="990600" y="200025"/>
                </a:lnTo>
                <a:close/>
                <a:moveTo>
                  <a:pt x="1104900" y="190500"/>
                </a:moveTo>
                <a:lnTo>
                  <a:pt x="1114425" y="190500"/>
                </a:lnTo>
                <a:lnTo>
                  <a:pt x="1114425" y="219075"/>
                </a:lnTo>
                <a:lnTo>
                  <a:pt x="1104900" y="219075"/>
                </a:lnTo>
                <a:close/>
                <a:moveTo>
                  <a:pt x="457200" y="200025"/>
                </a:moveTo>
                <a:lnTo>
                  <a:pt x="466725" y="200025"/>
                </a:lnTo>
                <a:lnTo>
                  <a:pt x="466725" y="228600"/>
                </a:lnTo>
                <a:lnTo>
                  <a:pt x="447675" y="228600"/>
                </a:lnTo>
                <a:lnTo>
                  <a:pt x="447675" y="219075"/>
                </a:lnTo>
                <a:lnTo>
                  <a:pt x="457200" y="219075"/>
                </a:lnTo>
                <a:close/>
                <a:moveTo>
                  <a:pt x="638175" y="200025"/>
                </a:moveTo>
                <a:lnTo>
                  <a:pt x="657225" y="200025"/>
                </a:lnTo>
                <a:lnTo>
                  <a:pt x="657225" y="209550"/>
                </a:lnTo>
                <a:lnTo>
                  <a:pt x="638175" y="209550"/>
                </a:lnTo>
                <a:close/>
                <a:moveTo>
                  <a:pt x="981075" y="200025"/>
                </a:moveTo>
                <a:lnTo>
                  <a:pt x="990600" y="200025"/>
                </a:lnTo>
                <a:lnTo>
                  <a:pt x="990600" y="209550"/>
                </a:lnTo>
                <a:lnTo>
                  <a:pt x="981075" y="209550"/>
                </a:lnTo>
                <a:close/>
                <a:moveTo>
                  <a:pt x="352425" y="209550"/>
                </a:moveTo>
                <a:lnTo>
                  <a:pt x="361950" y="209550"/>
                </a:lnTo>
                <a:lnTo>
                  <a:pt x="361950" y="219075"/>
                </a:lnTo>
                <a:lnTo>
                  <a:pt x="371475" y="219075"/>
                </a:lnTo>
                <a:lnTo>
                  <a:pt x="371475" y="228600"/>
                </a:lnTo>
                <a:lnTo>
                  <a:pt x="361950" y="228600"/>
                </a:lnTo>
                <a:lnTo>
                  <a:pt x="361950" y="247650"/>
                </a:lnTo>
                <a:lnTo>
                  <a:pt x="352425" y="247650"/>
                </a:lnTo>
                <a:close/>
                <a:moveTo>
                  <a:pt x="1095375" y="219075"/>
                </a:moveTo>
                <a:lnTo>
                  <a:pt x="1104900" y="219075"/>
                </a:lnTo>
                <a:lnTo>
                  <a:pt x="1104900" y="238125"/>
                </a:lnTo>
                <a:lnTo>
                  <a:pt x="1114425" y="238125"/>
                </a:lnTo>
                <a:lnTo>
                  <a:pt x="1114425" y="228600"/>
                </a:lnTo>
                <a:lnTo>
                  <a:pt x="1123950" y="228600"/>
                </a:lnTo>
                <a:lnTo>
                  <a:pt x="1123950" y="238125"/>
                </a:lnTo>
                <a:lnTo>
                  <a:pt x="1133475" y="238125"/>
                </a:lnTo>
                <a:lnTo>
                  <a:pt x="1133475" y="247650"/>
                </a:lnTo>
                <a:lnTo>
                  <a:pt x="1123950" y="247650"/>
                </a:lnTo>
                <a:lnTo>
                  <a:pt x="1123950" y="257175"/>
                </a:lnTo>
                <a:lnTo>
                  <a:pt x="1104900" y="257175"/>
                </a:lnTo>
                <a:lnTo>
                  <a:pt x="1104900" y="285750"/>
                </a:lnTo>
                <a:lnTo>
                  <a:pt x="1114425" y="285750"/>
                </a:lnTo>
                <a:lnTo>
                  <a:pt x="1114425" y="295275"/>
                </a:lnTo>
                <a:lnTo>
                  <a:pt x="1123950" y="295275"/>
                </a:lnTo>
                <a:lnTo>
                  <a:pt x="1123950" y="304800"/>
                </a:lnTo>
                <a:lnTo>
                  <a:pt x="1133475" y="304800"/>
                </a:lnTo>
                <a:lnTo>
                  <a:pt x="1133475" y="314325"/>
                </a:lnTo>
                <a:lnTo>
                  <a:pt x="1123950" y="314325"/>
                </a:lnTo>
                <a:lnTo>
                  <a:pt x="1123950" y="323850"/>
                </a:lnTo>
                <a:lnTo>
                  <a:pt x="1104900" y="323850"/>
                </a:lnTo>
                <a:lnTo>
                  <a:pt x="1104900" y="314325"/>
                </a:lnTo>
                <a:lnTo>
                  <a:pt x="1095375" y="314325"/>
                </a:lnTo>
                <a:close/>
                <a:moveTo>
                  <a:pt x="1171575" y="219075"/>
                </a:moveTo>
                <a:lnTo>
                  <a:pt x="1200150" y="219075"/>
                </a:lnTo>
                <a:lnTo>
                  <a:pt x="1200150" y="228600"/>
                </a:lnTo>
                <a:lnTo>
                  <a:pt x="1190625" y="228600"/>
                </a:lnTo>
                <a:lnTo>
                  <a:pt x="1190625" y="238125"/>
                </a:lnTo>
                <a:lnTo>
                  <a:pt x="1200150" y="238125"/>
                </a:lnTo>
                <a:lnTo>
                  <a:pt x="1200150" y="247650"/>
                </a:lnTo>
                <a:lnTo>
                  <a:pt x="1171575" y="247650"/>
                </a:lnTo>
                <a:close/>
                <a:moveTo>
                  <a:pt x="76200" y="228600"/>
                </a:moveTo>
                <a:lnTo>
                  <a:pt x="85725" y="228600"/>
                </a:lnTo>
                <a:lnTo>
                  <a:pt x="85725" y="238125"/>
                </a:lnTo>
                <a:lnTo>
                  <a:pt x="76200" y="238125"/>
                </a:lnTo>
                <a:close/>
                <a:moveTo>
                  <a:pt x="85725" y="247650"/>
                </a:moveTo>
                <a:lnTo>
                  <a:pt x="95250" y="247650"/>
                </a:lnTo>
                <a:lnTo>
                  <a:pt x="95250" y="266700"/>
                </a:lnTo>
                <a:lnTo>
                  <a:pt x="85725" y="266700"/>
                </a:lnTo>
                <a:close/>
                <a:moveTo>
                  <a:pt x="123825" y="247650"/>
                </a:moveTo>
                <a:lnTo>
                  <a:pt x="133350" y="247650"/>
                </a:lnTo>
                <a:lnTo>
                  <a:pt x="133350" y="266700"/>
                </a:lnTo>
                <a:lnTo>
                  <a:pt x="123825" y="266700"/>
                </a:lnTo>
                <a:lnTo>
                  <a:pt x="123825" y="323850"/>
                </a:lnTo>
                <a:lnTo>
                  <a:pt x="114300" y="323850"/>
                </a:lnTo>
                <a:lnTo>
                  <a:pt x="114300" y="352425"/>
                </a:lnTo>
                <a:lnTo>
                  <a:pt x="133350" y="352425"/>
                </a:lnTo>
                <a:lnTo>
                  <a:pt x="133350" y="361950"/>
                </a:lnTo>
                <a:lnTo>
                  <a:pt x="95250" y="361950"/>
                </a:lnTo>
                <a:lnTo>
                  <a:pt x="95250" y="304800"/>
                </a:lnTo>
                <a:lnTo>
                  <a:pt x="104775" y="304800"/>
                </a:lnTo>
                <a:lnTo>
                  <a:pt x="104775" y="314325"/>
                </a:lnTo>
                <a:lnTo>
                  <a:pt x="114300" y="314325"/>
                </a:lnTo>
                <a:lnTo>
                  <a:pt x="114300" y="276225"/>
                </a:lnTo>
                <a:lnTo>
                  <a:pt x="104775" y="276225"/>
                </a:lnTo>
                <a:lnTo>
                  <a:pt x="104775" y="295275"/>
                </a:lnTo>
                <a:lnTo>
                  <a:pt x="95250" y="295275"/>
                </a:lnTo>
                <a:lnTo>
                  <a:pt x="95250" y="266700"/>
                </a:lnTo>
                <a:lnTo>
                  <a:pt x="104775" y="266700"/>
                </a:lnTo>
                <a:lnTo>
                  <a:pt x="104775" y="257175"/>
                </a:lnTo>
                <a:lnTo>
                  <a:pt x="123825" y="257175"/>
                </a:lnTo>
                <a:close/>
                <a:moveTo>
                  <a:pt x="428625" y="247650"/>
                </a:moveTo>
                <a:lnTo>
                  <a:pt x="438150" y="247650"/>
                </a:lnTo>
                <a:lnTo>
                  <a:pt x="438150" y="257175"/>
                </a:lnTo>
                <a:lnTo>
                  <a:pt x="428625" y="257175"/>
                </a:lnTo>
                <a:close/>
                <a:moveTo>
                  <a:pt x="685800" y="247650"/>
                </a:moveTo>
                <a:lnTo>
                  <a:pt x="695325" y="247650"/>
                </a:lnTo>
                <a:lnTo>
                  <a:pt x="695325" y="257175"/>
                </a:lnTo>
                <a:lnTo>
                  <a:pt x="685800" y="257175"/>
                </a:lnTo>
                <a:close/>
                <a:moveTo>
                  <a:pt x="981075" y="247650"/>
                </a:moveTo>
                <a:lnTo>
                  <a:pt x="990600" y="247650"/>
                </a:lnTo>
                <a:lnTo>
                  <a:pt x="990600" y="257175"/>
                </a:lnTo>
                <a:lnTo>
                  <a:pt x="981075" y="257175"/>
                </a:lnTo>
                <a:close/>
                <a:moveTo>
                  <a:pt x="1000125" y="247650"/>
                </a:moveTo>
                <a:lnTo>
                  <a:pt x="1019175" y="247650"/>
                </a:lnTo>
                <a:lnTo>
                  <a:pt x="1019175" y="257175"/>
                </a:lnTo>
                <a:lnTo>
                  <a:pt x="1000125" y="257175"/>
                </a:lnTo>
                <a:close/>
                <a:moveTo>
                  <a:pt x="361950" y="257175"/>
                </a:moveTo>
                <a:lnTo>
                  <a:pt x="381000" y="257175"/>
                </a:lnTo>
                <a:lnTo>
                  <a:pt x="381000" y="266700"/>
                </a:lnTo>
                <a:lnTo>
                  <a:pt x="361950" y="266700"/>
                </a:lnTo>
                <a:close/>
                <a:moveTo>
                  <a:pt x="76200" y="266700"/>
                </a:moveTo>
                <a:lnTo>
                  <a:pt x="85725" y="266700"/>
                </a:lnTo>
                <a:lnTo>
                  <a:pt x="85725" y="285750"/>
                </a:lnTo>
                <a:lnTo>
                  <a:pt x="76200" y="285750"/>
                </a:lnTo>
                <a:close/>
                <a:moveTo>
                  <a:pt x="419100" y="266700"/>
                </a:moveTo>
                <a:lnTo>
                  <a:pt x="447675" y="266700"/>
                </a:lnTo>
                <a:lnTo>
                  <a:pt x="447675" y="276225"/>
                </a:lnTo>
                <a:lnTo>
                  <a:pt x="419100" y="276225"/>
                </a:lnTo>
                <a:close/>
                <a:moveTo>
                  <a:pt x="1133475" y="266700"/>
                </a:moveTo>
                <a:lnTo>
                  <a:pt x="1152525" y="266700"/>
                </a:lnTo>
                <a:lnTo>
                  <a:pt x="1152525" y="276225"/>
                </a:lnTo>
                <a:lnTo>
                  <a:pt x="1162050" y="276225"/>
                </a:lnTo>
                <a:lnTo>
                  <a:pt x="1162050" y="285750"/>
                </a:lnTo>
                <a:lnTo>
                  <a:pt x="1143000" y="285750"/>
                </a:lnTo>
                <a:lnTo>
                  <a:pt x="1143000" y="276225"/>
                </a:lnTo>
                <a:lnTo>
                  <a:pt x="1133475" y="276225"/>
                </a:lnTo>
                <a:close/>
                <a:moveTo>
                  <a:pt x="1123950" y="276225"/>
                </a:moveTo>
                <a:lnTo>
                  <a:pt x="1133475" y="276225"/>
                </a:lnTo>
                <a:lnTo>
                  <a:pt x="1133475" y="285750"/>
                </a:lnTo>
                <a:lnTo>
                  <a:pt x="1123950" y="285750"/>
                </a:lnTo>
                <a:close/>
                <a:moveTo>
                  <a:pt x="1190625" y="276225"/>
                </a:moveTo>
                <a:lnTo>
                  <a:pt x="1200150" y="276225"/>
                </a:lnTo>
                <a:lnTo>
                  <a:pt x="1200150" y="285750"/>
                </a:lnTo>
                <a:lnTo>
                  <a:pt x="1190625" y="285750"/>
                </a:lnTo>
                <a:close/>
                <a:moveTo>
                  <a:pt x="419100" y="285750"/>
                </a:moveTo>
                <a:lnTo>
                  <a:pt x="428625" y="285750"/>
                </a:lnTo>
                <a:lnTo>
                  <a:pt x="428625" y="295275"/>
                </a:lnTo>
                <a:lnTo>
                  <a:pt x="419100" y="295275"/>
                </a:lnTo>
                <a:close/>
                <a:moveTo>
                  <a:pt x="990600" y="285750"/>
                </a:moveTo>
                <a:lnTo>
                  <a:pt x="1000125" y="285750"/>
                </a:lnTo>
                <a:lnTo>
                  <a:pt x="1000125" y="295275"/>
                </a:lnTo>
                <a:lnTo>
                  <a:pt x="990600" y="295275"/>
                </a:lnTo>
                <a:close/>
                <a:moveTo>
                  <a:pt x="1162050" y="285750"/>
                </a:moveTo>
                <a:lnTo>
                  <a:pt x="1171575" y="285750"/>
                </a:lnTo>
                <a:lnTo>
                  <a:pt x="1171575" y="295275"/>
                </a:lnTo>
                <a:lnTo>
                  <a:pt x="1162050" y="295275"/>
                </a:lnTo>
                <a:close/>
                <a:moveTo>
                  <a:pt x="1181100" y="285750"/>
                </a:moveTo>
                <a:lnTo>
                  <a:pt x="1190625" y="285750"/>
                </a:lnTo>
                <a:lnTo>
                  <a:pt x="1190625" y="295275"/>
                </a:lnTo>
                <a:lnTo>
                  <a:pt x="1181100" y="295275"/>
                </a:lnTo>
                <a:close/>
                <a:moveTo>
                  <a:pt x="981075" y="295275"/>
                </a:moveTo>
                <a:lnTo>
                  <a:pt x="990600" y="295275"/>
                </a:lnTo>
                <a:lnTo>
                  <a:pt x="990600" y="304800"/>
                </a:lnTo>
                <a:lnTo>
                  <a:pt x="981075" y="304800"/>
                </a:lnTo>
                <a:close/>
                <a:moveTo>
                  <a:pt x="1000125" y="295275"/>
                </a:moveTo>
                <a:lnTo>
                  <a:pt x="1009650" y="295275"/>
                </a:lnTo>
                <a:lnTo>
                  <a:pt x="1009650" y="304800"/>
                </a:lnTo>
                <a:lnTo>
                  <a:pt x="1000125" y="304800"/>
                </a:lnTo>
                <a:close/>
                <a:moveTo>
                  <a:pt x="76200" y="304800"/>
                </a:moveTo>
                <a:lnTo>
                  <a:pt x="85725" y="304800"/>
                </a:lnTo>
                <a:lnTo>
                  <a:pt x="85725" y="314325"/>
                </a:lnTo>
                <a:lnTo>
                  <a:pt x="76200" y="314325"/>
                </a:lnTo>
                <a:close/>
                <a:moveTo>
                  <a:pt x="1143000" y="304800"/>
                </a:moveTo>
                <a:lnTo>
                  <a:pt x="1152525" y="304800"/>
                </a:lnTo>
                <a:lnTo>
                  <a:pt x="1152525" y="323850"/>
                </a:lnTo>
                <a:lnTo>
                  <a:pt x="1162050" y="323850"/>
                </a:lnTo>
                <a:lnTo>
                  <a:pt x="1162050" y="342900"/>
                </a:lnTo>
                <a:lnTo>
                  <a:pt x="1152525" y="342900"/>
                </a:lnTo>
                <a:lnTo>
                  <a:pt x="1152525" y="333375"/>
                </a:lnTo>
                <a:lnTo>
                  <a:pt x="1123950" y="333375"/>
                </a:lnTo>
                <a:lnTo>
                  <a:pt x="1123950" y="323850"/>
                </a:lnTo>
                <a:lnTo>
                  <a:pt x="1143000" y="323850"/>
                </a:lnTo>
                <a:close/>
                <a:moveTo>
                  <a:pt x="76200" y="323850"/>
                </a:moveTo>
                <a:lnTo>
                  <a:pt x="85725" y="323850"/>
                </a:lnTo>
                <a:lnTo>
                  <a:pt x="85725" y="333375"/>
                </a:lnTo>
                <a:lnTo>
                  <a:pt x="76200" y="333375"/>
                </a:lnTo>
                <a:close/>
                <a:moveTo>
                  <a:pt x="19050" y="342900"/>
                </a:moveTo>
                <a:lnTo>
                  <a:pt x="28575" y="342900"/>
                </a:lnTo>
                <a:lnTo>
                  <a:pt x="28575" y="352425"/>
                </a:lnTo>
                <a:lnTo>
                  <a:pt x="38100" y="352425"/>
                </a:lnTo>
                <a:lnTo>
                  <a:pt x="38100" y="381000"/>
                </a:lnTo>
                <a:lnTo>
                  <a:pt x="19050" y="381000"/>
                </a:lnTo>
                <a:lnTo>
                  <a:pt x="19050" y="371475"/>
                </a:lnTo>
                <a:lnTo>
                  <a:pt x="9525" y="371475"/>
                </a:lnTo>
                <a:lnTo>
                  <a:pt x="9525" y="361950"/>
                </a:lnTo>
                <a:lnTo>
                  <a:pt x="19050" y="361950"/>
                </a:lnTo>
                <a:close/>
                <a:moveTo>
                  <a:pt x="76200" y="342900"/>
                </a:moveTo>
                <a:lnTo>
                  <a:pt x="85725" y="342900"/>
                </a:lnTo>
                <a:lnTo>
                  <a:pt x="85725" y="352425"/>
                </a:lnTo>
                <a:lnTo>
                  <a:pt x="76200" y="352425"/>
                </a:lnTo>
                <a:close/>
                <a:moveTo>
                  <a:pt x="1085850" y="342900"/>
                </a:moveTo>
                <a:lnTo>
                  <a:pt x="1095375" y="342900"/>
                </a:lnTo>
                <a:lnTo>
                  <a:pt x="1095375" y="352425"/>
                </a:lnTo>
                <a:lnTo>
                  <a:pt x="1085850" y="352425"/>
                </a:lnTo>
                <a:close/>
                <a:moveTo>
                  <a:pt x="1104900" y="352425"/>
                </a:moveTo>
                <a:lnTo>
                  <a:pt x="1114425" y="352425"/>
                </a:lnTo>
                <a:lnTo>
                  <a:pt x="1114425" y="361950"/>
                </a:lnTo>
                <a:lnTo>
                  <a:pt x="1104900" y="361950"/>
                </a:lnTo>
                <a:close/>
                <a:moveTo>
                  <a:pt x="1085850" y="361950"/>
                </a:moveTo>
                <a:lnTo>
                  <a:pt x="1095375" y="361950"/>
                </a:lnTo>
                <a:lnTo>
                  <a:pt x="1095375" y="371475"/>
                </a:lnTo>
                <a:lnTo>
                  <a:pt x="1085850" y="371475"/>
                </a:lnTo>
                <a:close/>
                <a:moveTo>
                  <a:pt x="19050" y="371475"/>
                </a:moveTo>
                <a:lnTo>
                  <a:pt x="28575" y="371475"/>
                </a:lnTo>
                <a:lnTo>
                  <a:pt x="28575" y="361950"/>
                </a:lnTo>
                <a:lnTo>
                  <a:pt x="19050" y="361950"/>
                </a:lnTo>
                <a:close/>
                <a:moveTo>
                  <a:pt x="1085850" y="381000"/>
                </a:moveTo>
                <a:lnTo>
                  <a:pt x="1095375" y="381000"/>
                </a:lnTo>
                <a:lnTo>
                  <a:pt x="1095375" y="400050"/>
                </a:lnTo>
                <a:lnTo>
                  <a:pt x="1085850" y="400050"/>
                </a:lnTo>
                <a:close/>
                <a:moveTo>
                  <a:pt x="1123950" y="381000"/>
                </a:moveTo>
                <a:lnTo>
                  <a:pt x="1152525" y="381000"/>
                </a:lnTo>
                <a:lnTo>
                  <a:pt x="1152525" y="409575"/>
                </a:lnTo>
                <a:lnTo>
                  <a:pt x="1143000" y="409575"/>
                </a:lnTo>
                <a:lnTo>
                  <a:pt x="1143000" y="390525"/>
                </a:lnTo>
                <a:lnTo>
                  <a:pt x="1133475" y="390525"/>
                </a:lnTo>
                <a:lnTo>
                  <a:pt x="1133475" y="400050"/>
                </a:lnTo>
                <a:lnTo>
                  <a:pt x="1123950" y="400050"/>
                </a:lnTo>
                <a:close/>
                <a:moveTo>
                  <a:pt x="438150" y="390525"/>
                </a:moveTo>
                <a:lnTo>
                  <a:pt x="447675" y="390525"/>
                </a:lnTo>
                <a:lnTo>
                  <a:pt x="447675" y="409575"/>
                </a:lnTo>
                <a:lnTo>
                  <a:pt x="428625" y="409575"/>
                </a:lnTo>
                <a:lnTo>
                  <a:pt x="428625" y="400050"/>
                </a:lnTo>
                <a:lnTo>
                  <a:pt x="438150" y="400050"/>
                </a:lnTo>
                <a:close/>
                <a:moveTo>
                  <a:pt x="123825" y="400050"/>
                </a:moveTo>
                <a:lnTo>
                  <a:pt x="133350" y="400050"/>
                </a:lnTo>
                <a:lnTo>
                  <a:pt x="133350" y="419100"/>
                </a:lnTo>
                <a:lnTo>
                  <a:pt x="123825" y="419100"/>
                </a:lnTo>
                <a:close/>
                <a:moveTo>
                  <a:pt x="742950" y="400050"/>
                </a:moveTo>
                <a:lnTo>
                  <a:pt x="752475" y="400050"/>
                </a:lnTo>
                <a:lnTo>
                  <a:pt x="752475" y="409575"/>
                </a:lnTo>
                <a:lnTo>
                  <a:pt x="742950" y="409575"/>
                </a:lnTo>
                <a:close/>
                <a:moveTo>
                  <a:pt x="1114425" y="400050"/>
                </a:moveTo>
                <a:lnTo>
                  <a:pt x="1123950" y="400050"/>
                </a:lnTo>
                <a:lnTo>
                  <a:pt x="1123950" y="409575"/>
                </a:lnTo>
                <a:lnTo>
                  <a:pt x="1114425" y="409575"/>
                </a:lnTo>
                <a:close/>
                <a:moveTo>
                  <a:pt x="1190625" y="400050"/>
                </a:moveTo>
                <a:lnTo>
                  <a:pt x="1200150" y="400050"/>
                </a:lnTo>
                <a:lnTo>
                  <a:pt x="1200150" y="409575"/>
                </a:lnTo>
                <a:lnTo>
                  <a:pt x="1190625" y="409575"/>
                </a:lnTo>
                <a:close/>
                <a:moveTo>
                  <a:pt x="333375" y="409575"/>
                </a:moveTo>
                <a:lnTo>
                  <a:pt x="342900" y="409575"/>
                </a:lnTo>
                <a:lnTo>
                  <a:pt x="342900" y="419100"/>
                </a:lnTo>
                <a:lnTo>
                  <a:pt x="333375" y="419100"/>
                </a:lnTo>
                <a:close/>
                <a:moveTo>
                  <a:pt x="628650" y="409575"/>
                </a:moveTo>
                <a:lnTo>
                  <a:pt x="638175" y="409575"/>
                </a:lnTo>
                <a:lnTo>
                  <a:pt x="638175" y="447675"/>
                </a:lnTo>
                <a:lnTo>
                  <a:pt x="628650" y="447675"/>
                </a:lnTo>
                <a:close/>
                <a:moveTo>
                  <a:pt x="885825" y="409575"/>
                </a:moveTo>
                <a:lnTo>
                  <a:pt x="904875" y="409575"/>
                </a:lnTo>
                <a:lnTo>
                  <a:pt x="904875" y="438150"/>
                </a:lnTo>
                <a:lnTo>
                  <a:pt x="885825" y="438150"/>
                </a:lnTo>
                <a:lnTo>
                  <a:pt x="885825" y="428625"/>
                </a:lnTo>
                <a:lnTo>
                  <a:pt x="895350" y="428625"/>
                </a:lnTo>
                <a:lnTo>
                  <a:pt x="895350" y="419100"/>
                </a:lnTo>
                <a:lnTo>
                  <a:pt x="885825" y="419100"/>
                </a:lnTo>
                <a:close/>
                <a:moveTo>
                  <a:pt x="1200150" y="409575"/>
                </a:moveTo>
                <a:lnTo>
                  <a:pt x="1209675" y="409575"/>
                </a:lnTo>
                <a:lnTo>
                  <a:pt x="1209675" y="466725"/>
                </a:lnTo>
                <a:lnTo>
                  <a:pt x="1200150" y="466725"/>
                </a:lnTo>
                <a:lnTo>
                  <a:pt x="1200150" y="447675"/>
                </a:lnTo>
                <a:lnTo>
                  <a:pt x="1181100" y="447675"/>
                </a:lnTo>
                <a:lnTo>
                  <a:pt x="1181100" y="466725"/>
                </a:lnTo>
                <a:lnTo>
                  <a:pt x="1200150" y="466725"/>
                </a:lnTo>
                <a:lnTo>
                  <a:pt x="1200150" y="476250"/>
                </a:lnTo>
                <a:lnTo>
                  <a:pt x="1171575" y="476250"/>
                </a:lnTo>
                <a:lnTo>
                  <a:pt x="1171575" y="485775"/>
                </a:lnTo>
                <a:lnTo>
                  <a:pt x="1162050" y="485775"/>
                </a:lnTo>
                <a:lnTo>
                  <a:pt x="1162050" y="466725"/>
                </a:lnTo>
                <a:lnTo>
                  <a:pt x="1171575" y="466725"/>
                </a:lnTo>
                <a:lnTo>
                  <a:pt x="1171575" y="438150"/>
                </a:lnTo>
                <a:lnTo>
                  <a:pt x="1190625" y="438150"/>
                </a:lnTo>
                <a:lnTo>
                  <a:pt x="1190625" y="428625"/>
                </a:lnTo>
                <a:lnTo>
                  <a:pt x="1181100" y="428625"/>
                </a:lnTo>
                <a:lnTo>
                  <a:pt x="1181100" y="419100"/>
                </a:lnTo>
                <a:lnTo>
                  <a:pt x="1200150" y="419100"/>
                </a:lnTo>
                <a:close/>
                <a:moveTo>
                  <a:pt x="133350" y="419100"/>
                </a:moveTo>
                <a:lnTo>
                  <a:pt x="142875" y="419100"/>
                </a:lnTo>
                <a:lnTo>
                  <a:pt x="142875" y="428625"/>
                </a:lnTo>
                <a:lnTo>
                  <a:pt x="133350" y="428625"/>
                </a:lnTo>
                <a:close/>
                <a:moveTo>
                  <a:pt x="438150" y="419100"/>
                </a:moveTo>
                <a:lnTo>
                  <a:pt x="466725" y="419100"/>
                </a:lnTo>
                <a:lnTo>
                  <a:pt x="466725" y="428625"/>
                </a:lnTo>
                <a:lnTo>
                  <a:pt x="447675" y="428625"/>
                </a:lnTo>
                <a:lnTo>
                  <a:pt x="447675" y="447675"/>
                </a:lnTo>
                <a:lnTo>
                  <a:pt x="428625" y="447675"/>
                </a:lnTo>
                <a:lnTo>
                  <a:pt x="428625" y="438150"/>
                </a:lnTo>
                <a:lnTo>
                  <a:pt x="419100" y="438150"/>
                </a:lnTo>
                <a:lnTo>
                  <a:pt x="419100" y="428625"/>
                </a:lnTo>
                <a:lnTo>
                  <a:pt x="428625" y="428625"/>
                </a:lnTo>
                <a:lnTo>
                  <a:pt x="428625" y="438150"/>
                </a:lnTo>
                <a:lnTo>
                  <a:pt x="438150" y="438150"/>
                </a:lnTo>
                <a:close/>
                <a:moveTo>
                  <a:pt x="952500" y="419100"/>
                </a:moveTo>
                <a:lnTo>
                  <a:pt x="971550" y="419100"/>
                </a:lnTo>
                <a:lnTo>
                  <a:pt x="971550" y="428625"/>
                </a:lnTo>
                <a:lnTo>
                  <a:pt x="952500" y="428625"/>
                </a:lnTo>
                <a:close/>
                <a:moveTo>
                  <a:pt x="1133475" y="419100"/>
                </a:moveTo>
                <a:lnTo>
                  <a:pt x="1143000" y="419100"/>
                </a:lnTo>
                <a:lnTo>
                  <a:pt x="1143000" y="438150"/>
                </a:lnTo>
                <a:lnTo>
                  <a:pt x="1133475" y="438150"/>
                </a:lnTo>
                <a:close/>
                <a:moveTo>
                  <a:pt x="76200" y="428625"/>
                </a:moveTo>
                <a:lnTo>
                  <a:pt x="85725" y="428625"/>
                </a:lnTo>
                <a:lnTo>
                  <a:pt x="85725" y="438150"/>
                </a:lnTo>
                <a:lnTo>
                  <a:pt x="76200" y="438150"/>
                </a:lnTo>
                <a:close/>
                <a:moveTo>
                  <a:pt x="323850" y="428625"/>
                </a:moveTo>
                <a:lnTo>
                  <a:pt x="352425" y="428625"/>
                </a:lnTo>
                <a:lnTo>
                  <a:pt x="352425" y="438150"/>
                </a:lnTo>
                <a:lnTo>
                  <a:pt x="323850" y="438150"/>
                </a:lnTo>
                <a:close/>
                <a:moveTo>
                  <a:pt x="762000" y="428625"/>
                </a:moveTo>
                <a:lnTo>
                  <a:pt x="771525" y="428625"/>
                </a:lnTo>
                <a:lnTo>
                  <a:pt x="771525" y="438150"/>
                </a:lnTo>
                <a:lnTo>
                  <a:pt x="762000" y="438150"/>
                </a:lnTo>
                <a:close/>
                <a:moveTo>
                  <a:pt x="981075" y="428625"/>
                </a:moveTo>
                <a:lnTo>
                  <a:pt x="990600" y="428625"/>
                </a:lnTo>
                <a:lnTo>
                  <a:pt x="990600" y="457200"/>
                </a:lnTo>
                <a:lnTo>
                  <a:pt x="981075" y="457200"/>
                </a:lnTo>
                <a:close/>
                <a:moveTo>
                  <a:pt x="28575" y="438150"/>
                </a:moveTo>
                <a:lnTo>
                  <a:pt x="38100" y="438150"/>
                </a:lnTo>
                <a:lnTo>
                  <a:pt x="38100" y="457200"/>
                </a:lnTo>
                <a:lnTo>
                  <a:pt x="28575" y="457200"/>
                </a:lnTo>
                <a:close/>
                <a:moveTo>
                  <a:pt x="733425" y="438150"/>
                </a:moveTo>
                <a:lnTo>
                  <a:pt x="742950" y="438150"/>
                </a:lnTo>
                <a:lnTo>
                  <a:pt x="742950" y="447675"/>
                </a:lnTo>
                <a:lnTo>
                  <a:pt x="733425" y="447675"/>
                </a:lnTo>
                <a:close/>
                <a:moveTo>
                  <a:pt x="1143000" y="438150"/>
                </a:moveTo>
                <a:lnTo>
                  <a:pt x="1152525" y="438150"/>
                </a:lnTo>
                <a:lnTo>
                  <a:pt x="1152525" y="447675"/>
                </a:lnTo>
                <a:lnTo>
                  <a:pt x="1143000" y="447675"/>
                </a:lnTo>
                <a:close/>
                <a:moveTo>
                  <a:pt x="76200" y="447675"/>
                </a:moveTo>
                <a:lnTo>
                  <a:pt x="85725" y="447675"/>
                </a:lnTo>
                <a:lnTo>
                  <a:pt x="85725" y="485775"/>
                </a:lnTo>
                <a:lnTo>
                  <a:pt x="76200" y="485775"/>
                </a:lnTo>
                <a:close/>
                <a:moveTo>
                  <a:pt x="95250" y="447675"/>
                </a:moveTo>
                <a:lnTo>
                  <a:pt x="123825" y="447675"/>
                </a:lnTo>
                <a:lnTo>
                  <a:pt x="123825" y="466725"/>
                </a:lnTo>
                <a:lnTo>
                  <a:pt x="104775" y="466725"/>
                </a:lnTo>
                <a:lnTo>
                  <a:pt x="104775" y="485775"/>
                </a:lnTo>
                <a:lnTo>
                  <a:pt x="114300" y="485775"/>
                </a:lnTo>
                <a:lnTo>
                  <a:pt x="114300" y="495300"/>
                </a:lnTo>
                <a:lnTo>
                  <a:pt x="104775" y="495300"/>
                </a:lnTo>
                <a:lnTo>
                  <a:pt x="104775" y="504825"/>
                </a:lnTo>
                <a:lnTo>
                  <a:pt x="114300" y="504825"/>
                </a:lnTo>
                <a:lnTo>
                  <a:pt x="114300" y="542925"/>
                </a:lnTo>
                <a:lnTo>
                  <a:pt x="104775" y="542925"/>
                </a:lnTo>
                <a:lnTo>
                  <a:pt x="104775" y="533400"/>
                </a:lnTo>
                <a:lnTo>
                  <a:pt x="95250" y="533400"/>
                </a:lnTo>
                <a:close/>
                <a:moveTo>
                  <a:pt x="381000" y="447675"/>
                </a:moveTo>
                <a:lnTo>
                  <a:pt x="390525" y="447675"/>
                </a:lnTo>
                <a:lnTo>
                  <a:pt x="390525" y="457200"/>
                </a:lnTo>
                <a:lnTo>
                  <a:pt x="381000" y="457200"/>
                </a:lnTo>
                <a:close/>
                <a:moveTo>
                  <a:pt x="723900" y="447675"/>
                </a:moveTo>
                <a:lnTo>
                  <a:pt x="733425" y="447675"/>
                </a:lnTo>
                <a:lnTo>
                  <a:pt x="733425" y="457200"/>
                </a:lnTo>
                <a:lnTo>
                  <a:pt x="742950" y="457200"/>
                </a:lnTo>
                <a:lnTo>
                  <a:pt x="742950" y="466725"/>
                </a:lnTo>
                <a:lnTo>
                  <a:pt x="771525" y="466725"/>
                </a:lnTo>
                <a:lnTo>
                  <a:pt x="771525" y="495300"/>
                </a:lnTo>
                <a:lnTo>
                  <a:pt x="762000" y="495300"/>
                </a:lnTo>
                <a:lnTo>
                  <a:pt x="762000" y="504825"/>
                </a:lnTo>
                <a:lnTo>
                  <a:pt x="752475" y="504825"/>
                </a:lnTo>
                <a:lnTo>
                  <a:pt x="752475" y="476250"/>
                </a:lnTo>
                <a:lnTo>
                  <a:pt x="704850" y="476250"/>
                </a:lnTo>
                <a:lnTo>
                  <a:pt x="704850" y="457200"/>
                </a:lnTo>
                <a:lnTo>
                  <a:pt x="723900" y="457200"/>
                </a:lnTo>
                <a:close/>
                <a:moveTo>
                  <a:pt x="904875" y="447675"/>
                </a:moveTo>
                <a:lnTo>
                  <a:pt x="923925" y="447675"/>
                </a:lnTo>
                <a:lnTo>
                  <a:pt x="923925" y="457200"/>
                </a:lnTo>
                <a:lnTo>
                  <a:pt x="914400" y="457200"/>
                </a:lnTo>
                <a:lnTo>
                  <a:pt x="914400" y="476250"/>
                </a:lnTo>
                <a:lnTo>
                  <a:pt x="895350" y="476250"/>
                </a:lnTo>
                <a:lnTo>
                  <a:pt x="895350" y="466725"/>
                </a:lnTo>
                <a:lnTo>
                  <a:pt x="904875" y="466725"/>
                </a:lnTo>
                <a:close/>
                <a:moveTo>
                  <a:pt x="1133475" y="447675"/>
                </a:moveTo>
                <a:lnTo>
                  <a:pt x="1143000" y="447675"/>
                </a:lnTo>
                <a:lnTo>
                  <a:pt x="1143000" y="457200"/>
                </a:lnTo>
                <a:lnTo>
                  <a:pt x="1133475" y="457200"/>
                </a:lnTo>
                <a:close/>
                <a:moveTo>
                  <a:pt x="1152525" y="447675"/>
                </a:moveTo>
                <a:lnTo>
                  <a:pt x="1162050" y="447675"/>
                </a:lnTo>
                <a:lnTo>
                  <a:pt x="1162050" y="457200"/>
                </a:lnTo>
                <a:lnTo>
                  <a:pt x="1152525" y="457200"/>
                </a:lnTo>
                <a:close/>
                <a:moveTo>
                  <a:pt x="19050" y="457200"/>
                </a:moveTo>
                <a:lnTo>
                  <a:pt x="28575" y="457200"/>
                </a:lnTo>
                <a:lnTo>
                  <a:pt x="28575" y="476250"/>
                </a:lnTo>
                <a:lnTo>
                  <a:pt x="19050" y="476250"/>
                </a:lnTo>
                <a:close/>
                <a:moveTo>
                  <a:pt x="400050" y="457200"/>
                </a:moveTo>
                <a:lnTo>
                  <a:pt x="409575" y="457200"/>
                </a:lnTo>
                <a:lnTo>
                  <a:pt x="409575" y="466725"/>
                </a:lnTo>
                <a:lnTo>
                  <a:pt x="400050" y="466725"/>
                </a:lnTo>
                <a:close/>
                <a:moveTo>
                  <a:pt x="438150" y="457200"/>
                </a:moveTo>
                <a:lnTo>
                  <a:pt x="447675" y="457200"/>
                </a:lnTo>
                <a:lnTo>
                  <a:pt x="447675" y="466725"/>
                </a:lnTo>
                <a:lnTo>
                  <a:pt x="438150" y="466725"/>
                </a:lnTo>
                <a:close/>
                <a:moveTo>
                  <a:pt x="428625" y="466725"/>
                </a:moveTo>
                <a:lnTo>
                  <a:pt x="438150" y="466725"/>
                </a:lnTo>
                <a:lnTo>
                  <a:pt x="438150" y="476250"/>
                </a:lnTo>
                <a:lnTo>
                  <a:pt x="428625" y="476250"/>
                </a:lnTo>
                <a:close/>
                <a:moveTo>
                  <a:pt x="1104900" y="466725"/>
                </a:moveTo>
                <a:lnTo>
                  <a:pt x="1123950" y="466725"/>
                </a:lnTo>
                <a:lnTo>
                  <a:pt x="1123950" y="476250"/>
                </a:lnTo>
                <a:lnTo>
                  <a:pt x="1143000" y="476250"/>
                </a:lnTo>
                <a:lnTo>
                  <a:pt x="1143000" y="504825"/>
                </a:lnTo>
                <a:lnTo>
                  <a:pt x="1133475" y="504825"/>
                </a:lnTo>
                <a:lnTo>
                  <a:pt x="1133475" y="514350"/>
                </a:lnTo>
                <a:lnTo>
                  <a:pt x="1123950" y="514350"/>
                </a:lnTo>
                <a:lnTo>
                  <a:pt x="1123950" y="485775"/>
                </a:lnTo>
                <a:lnTo>
                  <a:pt x="1104900" y="485775"/>
                </a:lnTo>
                <a:close/>
                <a:moveTo>
                  <a:pt x="123825" y="476250"/>
                </a:moveTo>
                <a:lnTo>
                  <a:pt x="133350" y="476250"/>
                </a:lnTo>
                <a:lnTo>
                  <a:pt x="133350" y="485775"/>
                </a:lnTo>
                <a:lnTo>
                  <a:pt x="123825" y="485775"/>
                </a:lnTo>
                <a:close/>
                <a:moveTo>
                  <a:pt x="371475" y="485775"/>
                </a:moveTo>
                <a:lnTo>
                  <a:pt x="390525" y="485775"/>
                </a:lnTo>
                <a:lnTo>
                  <a:pt x="390525" y="495300"/>
                </a:lnTo>
                <a:lnTo>
                  <a:pt x="400050" y="495300"/>
                </a:lnTo>
                <a:lnTo>
                  <a:pt x="400050" y="514350"/>
                </a:lnTo>
                <a:lnTo>
                  <a:pt x="390525" y="514350"/>
                </a:lnTo>
                <a:lnTo>
                  <a:pt x="390525" y="504825"/>
                </a:lnTo>
                <a:lnTo>
                  <a:pt x="371475" y="504825"/>
                </a:lnTo>
                <a:close/>
                <a:moveTo>
                  <a:pt x="476250" y="485775"/>
                </a:moveTo>
                <a:lnTo>
                  <a:pt x="485775" y="485775"/>
                </a:lnTo>
                <a:lnTo>
                  <a:pt x="485775" y="514350"/>
                </a:lnTo>
                <a:lnTo>
                  <a:pt x="476250" y="514350"/>
                </a:lnTo>
                <a:close/>
                <a:moveTo>
                  <a:pt x="904875" y="485775"/>
                </a:moveTo>
                <a:lnTo>
                  <a:pt x="914400" y="485775"/>
                </a:lnTo>
                <a:lnTo>
                  <a:pt x="914400" y="495300"/>
                </a:lnTo>
                <a:lnTo>
                  <a:pt x="904875" y="495300"/>
                </a:lnTo>
                <a:close/>
                <a:moveTo>
                  <a:pt x="809625" y="495300"/>
                </a:moveTo>
                <a:lnTo>
                  <a:pt x="819150" y="495300"/>
                </a:lnTo>
                <a:lnTo>
                  <a:pt x="819150" y="504825"/>
                </a:lnTo>
                <a:lnTo>
                  <a:pt x="809625" y="504825"/>
                </a:lnTo>
                <a:close/>
                <a:moveTo>
                  <a:pt x="1095375" y="495300"/>
                </a:moveTo>
                <a:lnTo>
                  <a:pt x="1104900" y="495300"/>
                </a:lnTo>
                <a:lnTo>
                  <a:pt x="1104900" y="504825"/>
                </a:lnTo>
                <a:lnTo>
                  <a:pt x="1095375" y="504825"/>
                </a:lnTo>
                <a:close/>
                <a:moveTo>
                  <a:pt x="447675" y="504825"/>
                </a:moveTo>
                <a:lnTo>
                  <a:pt x="457200" y="504825"/>
                </a:lnTo>
                <a:lnTo>
                  <a:pt x="457200" y="514350"/>
                </a:lnTo>
                <a:lnTo>
                  <a:pt x="447675" y="514350"/>
                </a:lnTo>
                <a:close/>
                <a:moveTo>
                  <a:pt x="628650" y="504825"/>
                </a:moveTo>
                <a:lnTo>
                  <a:pt x="657225" y="504825"/>
                </a:lnTo>
                <a:lnTo>
                  <a:pt x="657225" y="514350"/>
                </a:lnTo>
                <a:lnTo>
                  <a:pt x="638175" y="514350"/>
                </a:lnTo>
                <a:lnTo>
                  <a:pt x="638175" y="523875"/>
                </a:lnTo>
                <a:lnTo>
                  <a:pt x="628650" y="523875"/>
                </a:lnTo>
                <a:close/>
                <a:moveTo>
                  <a:pt x="800100" y="504825"/>
                </a:moveTo>
                <a:lnTo>
                  <a:pt x="809625" y="504825"/>
                </a:lnTo>
                <a:lnTo>
                  <a:pt x="809625" y="514350"/>
                </a:lnTo>
                <a:lnTo>
                  <a:pt x="800100" y="514350"/>
                </a:lnTo>
                <a:close/>
                <a:moveTo>
                  <a:pt x="76200" y="514350"/>
                </a:moveTo>
                <a:lnTo>
                  <a:pt x="85725" y="514350"/>
                </a:lnTo>
                <a:lnTo>
                  <a:pt x="85725" y="523875"/>
                </a:lnTo>
                <a:lnTo>
                  <a:pt x="76200" y="523875"/>
                </a:lnTo>
                <a:close/>
                <a:moveTo>
                  <a:pt x="361950" y="514350"/>
                </a:moveTo>
                <a:lnTo>
                  <a:pt x="381000" y="514350"/>
                </a:lnTo>
                <a:lnTo>
                  <a:pt x="381000" y="523875"/>
                </a:lnTo>
                <a:lnTo>
                  <a:pt x="361950" y="523875"/>
                </a:lnTo>
                <a:close/>
                <a:moveTo>
                  <a:pt x="428625" y="514350"/>
                </a:moveTo>
                <a:lnTo>
                  <a:pt x="447675" y="514350"/>
                </a:lnTo>
                <a:lnTo>
                  <a:pt x="447675" y="523875"/>
                </a:lnTo>
                <a:lnTo>
                  <a:pt x="428625" y="523875"/>
                </a:lnTo>
                <a:close/>
                <a:moveTo>
                  <a:pt x="1085850" y="514350"/>
                </a:moveTo>
                <a:lnTo>
                  <a:pt x="1095375" y="514350"/>
                </a:lnTo>
                <a:lnTo>
                  <a:pt x="1095375" y="523875"/>
                </a:lnTo>
                <a:lnTo>
                  <a:pt x="1085850" y="523875"/>
                </a:lnTo>
                <a:close/>
                <a:moveTo>
                  <a:pt x="1152525" y="514350"/>
                </a:moveTo>
                <a:lnTo>
                  <a:pt x="1171575" y="514350"/>
                </a:lnTo>
                <a:lnTo>
                  <a:pt x="1171575" y="523875"/>
                </a:lnTo>
                <a:lnTo>
                  <a:pt x="1181100" y="523875"/>
                </a:lnTo>
                <a:lnTo>
                  <a:pt x="1181100" y="533400"/>
                </a:lnTo>
                <a:lnTo>
                  <a:pt x="1200150" y="533400"/>
                </a:lnTo>
                <a:lnTo>
                  <a:pt x="1200150" y="523875"/>
                </a:lnTo>
                <a:lnTo>
                  <a:pt x="1209675" y="523875"/>
                </a:lnTo>
                <a:lnTo>
                  <a:pt x="1209675" y="533400"/>
                </a:lnTo>
                <a:lnTo>
                  <a:pt x="1200150" y="533400"/>
                </a:lnTo>
                <a:lnTo>
                  <a:pt x="1200150" y="561975"/>
                </a:lnTo>
                <a:lnTo>
                  <a:pt x="1181100" y="561975"/>
                </a:lnTo>
                <a:lnTo>
                  <a:pt x="1181100" y="542925"/>
                </a:lnTo>
                <a:lnTo>
                  <a:pt x="1152525" y="542925"/>
                </a:lnTo>
                <a:close/>
                <a:moveTo>
                  <a:pt x="666750" y="523875"/>
                </a:moveTo>
                <a:lnTo>
                  <a:pt x="685800" y="523875"/>
                </a:lnTo>
                <a:lnTo>
                  <a:pt x="685800" y="533400"/>
                </a:lnTo>
                <a:lnTo>
                  <a:pt x="666750" y="533400"/>
                </a:lnTo>
                <a:close/>
                <a:moveTo>
                  <a:pt x="723900" y="523875"/>
                </a:moveTo>
                <a:lnTo>
                  <a:pt x="742950" y="523875"/>
                </a:lnTo>
                <a:lnTo>
                  <a:pt x="742950" y="533400"/>
                </a:lnTo>
                <a:lnTo>
                  <a:pt x="733425" y="533400"/>
                </a:lnTo>
                <a:lnTo>
                  <a:pt x="733425" y="542925"/>
                </a:lnTo>
                <a:lnTo>
                  <a:pt x="723900" y="542925"/>
                </a:lnTo>
                <a:lnTo>
                  <a:pt x="723900" y="552450"/>
                </a:lnTo>
                <a:lnTo>
                  <a:pt x="714375" y="552450"/>
                </a:lnTo>
                <a:lnTo>
                  <a:pt x="714375" y="533400"/>
                </a:lnTo>
                <a:lnTo>
                  <a:pt x="723900" y="533400"/>
                </a:lnTo>
                <a:close/>
                <a:moveTo>
                  <a:pt x="1104900" y="523875"/>
                </a:moveTo>
                <a:lnTo>
                  <a:pt x="1123950" y="523875"/>
                </a:lnTo>
                <a:lnTo>
                  <a:pt x="1123950" y="533400"/>
                </a:lnTo>
                <a:lnTo>
                  <a:pt x="1114425" y="533400"/>
                </a:lnTo>
                <a:lnTo>
                  <a:pt x="1114425" y="542925"/>
                </a:lnTo>
                <a:lnTo>
                  <a:pt x="1123950" y="542925"/>
                </a:lnTo>
                <a:lnTo>
                  <a:pt x="1123950" y="533400"/>
                </a:lnTo>
                <a:lnTo>
                  <a:pt x="1133475" y="533400"/>
                </a:lnTo>
                <a:lnTo>
                  <a:pt x="1133475" y="561975"/>
                </a:lnTo>
                <a:lnTo>
                  <a:pt x="1123950" y="561975"/>
                </a:lnTo>
                <a:lnTo>
                  <a:pt x="1123950" y="581025"/>
                </a:lnTo>
                <a:lnTo>
                  <a:pt x="1114425" y="581025"/>
                </a:lnTo>
                <a:lnTo>
                  <a:pt x="1114425" y="561975"/>
                </a:lnTo>
                <a:lnTo>
                  <a:pt x="1104900" y="561975"/>
                </a:lnTo>
                <a:lnTo>
                  <a:pt x="1104900" y="571500"/>
                </a:lnTo>
                <a:lnTo>
                  <a:pt x="1095375" y="571500"/>
                </a:lnTo>
                <a:lnTo>
                  <a:pt x="1095375" y="542925"/>
                </a:lnTo>
                <a:lnTo>
                  <a:pt x="1104900" y="542925"/>
                </a:lnTo>
                <a:close/>
                <a:moveTo>
                  <a:pt x="19050" y="533400"/>
                </a:moveTo>
                <a:lnTo>
                  <a:pt x="28575" y="533400"/>
                </a:lnTo>
                <a:lnTo>
                  <a:pt x="28575" y="542925"/>
                </a:lnTo>
                <a:lnTo>
                  <a:pt x="19050" y="542925"/>
                </a:lnTo>
                <a:close/>
                <a:moveTo>
                  <a:pt x="1000125" y="533400"/>
                </a:moveTo>
                <a:lnTo>
                  <a:pt x="1019175" y="533400"/>
                </a:lnTo>
                <a:lnTo>
                  <a:pt x="1019175" y="542925"/>
                </a:lnTo>
                <a:lnTo>
                  <a:pt x="1009650" y="542925"/>
                </a:lnTo>
                <a:lnTo>
                  <a:pt x="1009650" y="552450"/>
                </a:lnTo>
                <a:lnTo>
                  <a:pt x="1000125" y="552450"/>
                </a:lnTo>
                <a:close/>
                <a:moveTo>
                  <a:pt x="28575" y="542925"/>
                </a:moveTo>
                <a:lnTo>
                  <a:pt x="38100" y="542925"/>
                </a:lnTo>
                <a:lnTo>
                  <a:pt x="38100" y="581025"/>
                </a:lnTo>
                <a:lnTo>
                  <a:pt x="28575" y="581025"/>
                </a:lnTo>
                <a:lnTo>
                  <a:pt x="28575" y="590550"/>
                </a:lnTo>
                <a:lnTo>
                  <a:pt x="19050" y="590550"/>
                </a:lnTo>
                <a:lnTo>
                  <a:pt x="19050" y="561975"/>
                </a:lnTo>
                <a:lnTo>
                  <a:pt x="28575" y="561975"/>
                </a:lnTo>
                <a:close/>
                <a:moveTo>
                  <a:pt x="76200" y="542925"/>
                </a:moveTo>
                <a:lnTo>
                  <a:pt x="85725" y="542925"/>
                </a:lnTo>
                <a:lnTo>
                  <a:pt x="85725" y="561975"/>
                </a:lnTo>
                <a:lnTo>
                  <a:pt x="76200" y="561975"/>
                </a:lnTo>
                <a:close/>
                <a:moveTo>
                  <a:pt x="95250" y="542925"/>
                </a:moveTo>
                <a:lnTo>
                  <a:pt x="104775" y="542925"/>
                </a:lnTo>
                <a:lnTo>
                  <a:pt x="104775" y="561975"/>
                </a:lnTo>
                <a:lnTo>
                  <a:pt x="95250" y="561975"/>
                </a:lnTo>
                <a:close/>
                <a:moveTo>
                  <a:pt x="1019175" y="542925"/>
                </a:moveTo>
                <a:lnTo>
                  <a:pt x="1038225" y="542925"/>
                </a:lnTo>
                <a:lnTo>
                  <a:pt x="1038225" y="581025"/>
                </a:lnTo>
                <a:lnTo>
                  <a:pt x="1028700" y="581025"/>
                </a:lnTo>
                <a:lnTo>
                  <a:pt x="1028700" y="561975"/>
                </a:lnTo>
                <a:lnTo>
                  <a:pt x="1019175" y="561975"/>
                </a:lnTo>
                <a:lnTo>
                  <a:pt x="1019175" y="590550"/>
                </a:lnTo>
                <a:lnTo>
                  <a:pt x="1038225" y="590550"/>
                </a:lnTo>
                <a:lnTo>
                  <a:pt x="1038225" y="600075"/>
                </a:lnTo>
                <a:lnTo>
                  <a:pt x="1019175" y="600075"/>
                </a:lnTo>
                <a:lnTo>
                  <a:pt x="1019175" y="609600"/>
                </a:lnTo>
                <a:lnTo>
                  <a:pt x="1009650" y="609600"/>
                </a:lnTo>
                <a:lnTo>
                  <a:pt x="1009650" y="552450"/>
                </a:lnTo>
                <a:lnTo>
                  <a:pt x="1019175" y="552450"/>
                </a:lnTo>
                <a:close/>
                <a:moveTo>
                  <a:pt x="95250" y="571500"/>
                </a:moveTo>
                <a:lnTo>
                  <a:pt x="104775" y="571500"/>
                </a:lnTo>
                <a:lnTo>
                  <a:pt x="104775" y="581025"/>
                </a:lnTo>
                <a:lnTo>
                  <a:pt x="95250" y="581025"/>
                </a:lnTo>
                <a:close/>
                <a:moveTo>
                  <a:pt x="1190625" y="571500"/>
                </a:moveTo>
                <a:lnTo>
                  <a:pt x="1200150" y="571500"/>
                </a:lnTo>
                <a:lnTo>
                  <a:pt x="1200150" y="581025"/>
                </a:lnTo>
                <a:lnTo>
                  <a:pt x="1190625" y="581025"/>
                </a:lnTo>
                <a:close/>
                <a:moveTo>
                  <a:pt x="1133475" y="581025"/>
                </a:moveTo>
                <a:lnTo>
                  <a:pt x="1143000" y="581025"/>
                </a:lnTo>
                <a:lnTo>
                  <a:pt x="1143000" y="590550"/>
                </a:lnTo>
                <a:lnTo>
                  <a:pt x="1133475" y="590550"/>
                </a:lnTo>
                <a:close/>
                <a:moveTo>
                  <a:pt x="95250" y="590550"/>
                </a:moveTo>
                <a:lnTo>
                  <a:pt x="104775" y="590550"/>
                </a:lnTo>
                <a:lnTo>
                  <a:pt x="104775" y="600075"/>
                </a:lnTo>
                <a:lnTo>
                  <a:pt x="95250" y="600075"/>
                </a:lnTo>
                <a:close/>
                <a:moveTo>
                  <a:pt x="1095375" y="590550"/>
                </a:moveTo>
                <a:lnTo>
                  <a:pt x="1104900" y="590550"/>
                </a:lnTo>
                <a:lnTo>
                  <a:pt x="1104900" y="600075"/>
                </a:lnTo>
                <a:lnTo>
                  <a:pt x="1133475" y="600075"/>
                </a:lnTo>
                <a:lnTo>
                  <a:pt x="1133475" y="609600"/>
                </a:lnTo>
                <a:lnTo>
                  <a:pt x="1143000" y="609600"/>
                </a:lnTo>
                <a:lnTo>
                  <a:pt x="1143000" y="628650"/>
                </a:lnTo>
                <a:lnTo>
                  <a:pt x="1133475" y="628650"/>
                </a:lnTo>
                <a:lnTo>
                  <a:pt x="1133475" y="619125"/>
                </a:lnTo>
                <a:lnTo>
                  <a:pt x="1114425" y="619125"/>
                </a:lnTo>
                <a:lnTo>
                  <a:pt x="1114425" y="609600"/>
                </a:lnTo>
                <a:lnTo>
                  <a:pt x="1104900" y="609600"/>
                </a:lnTo>
                <a:lnTo>
                  <a:pt x="1104900" y="619125"/>
                </a:lnTo>
                <a:lnTo>
                  <a:pt x="1095375" y="619125"/>
                </a:lnTo>
                <a:close/>
                <a:moveTo>
                  <a:pt x="38100" y="600075"/>
                </a:moveTo>
                <a:lnTo>
                  <a:pt x="47625" y="600075"/>
                </a:lnTo>
                <a:lnTo>
                  <a:pt x="47625" y="619125"/>
                </a:lnTo>
                <a:lnTo>
                  <a:pt x="38100" y="619125"/>
                </a:lnTo>
                <a:close/>
                <a:moveTo>
                  <a:pt x="990600" y="609600"/>
                </a:moveTo>
                <a:lnTo>
                  <a:pt x="1000125" y="609600"/>
                </a:lnTo>
                <a:lnTo>
                  <a:pt x="1000125" y="628650"/>
                </a:lnTo>
                <a:lnTo>
                  <a:pt x="990600" y="628650"/>
                </a:lnTo>
                <a:lnTo>
                  <a:pt x="990600" y="647700"/>
                </a:lnTo>
                <a:lnTo>
                  <a:pt x="971550" y="647700"/>
                </a:lnTo>
                <a:lnTo>
                  <a:pt x="971550" y="666750"/>
                </a:lnTo>
                <a:lnTo>
                  <a:pt x="952500" y="666750"/>
                </a:lnTo>
                <a:lnTo>
                  <a:pt x="952500" y="676275"/>
                </a:lnTo>
                <a:lnTo>
                  <a:pt x="933450" y="676275"/>
                </a:lnTo>
                <a:lnTo>
                  <a:pt x="933450" y="666750"/>
                </a:lnTo>
                <a:lnTo>
                  <a:pt x="942975" y="666750"/>
                </a:lnTo>
                <a:lnTo>
                  <a:pt x="942975" y="647700"/>
                </a:lnTo>
                <a:lnTo>
                  <a:pt x="952500" y="647700"/>
                </a:lnTo>
                <a:lnTo>
                  <a:pt x="952500" y="657225"/>
                </a:lnTo>
                <a:lnTo>
                  <a:pt x="962025" y="657225"/>
                </a:lnTo>
                <a:lnTo>
                  <a:pt x="962025" y="638175"/>
                </a:lnTo>
                <a:lnTo>
                  <a:pt x="981075" y="638175"/>
                </a:lnTo>
                <a:lnTo>
                  <a:pt x="981075" y="619125"/>
                </a:lnTo>
                <a:lnTo>
                  <a:pt x="990600" y="619125"/>
                </a:lnTo>
                <a:close/>
                <a:moveTo>
                  <a:pt x="1104900" y="619125"/>
                </a:moveTo>
                <a:lnTo>
                  <a:pt x="1114425" y="619125"/>
                </a:lnTo>
                <a:lnTo>
                  <a:pt x="1114425" y="628650"/>
                </a:lnTo>
                <a:lnTo>
                  <a:pt x="1104900" y="628650"/>
                </a:lnTo>
                <a:close/>
                <a:moveTo>
                  <a:pt x="1200150" y="619125"/>
                </a:moveTo>
                <a:lnTo>
                  <a:pt x="1209675" y="619125"/>
                </a:lnTo>
                <a:lnTo>
                  <a:pt x="1209675" y="647700"/>
                </a:lnTo>
                <a:lnTo>
                  <a:pt x="1200150" y="647700"/>
                </a:lnTo>
                <a:close/>
                <a:moveTo>
                  <a:pt x="114300" y="628650"/>
                </a:moveTo>
                <a:lnTo>
                  <a:pt x="123825" y="628650"/>
                </a:lnTo>
                <a:lnTo>
                  <a:pt x="123825" y="647700"/>
                </a:lnTo>
                <a:lnTo>
                  <a:pt x="133350" y="647700"/>
                </a:lnTo>
                <a:lnTo>
                  <a:pt x="133350" y="666750"/>
                </a:lnTo>
                <a:lnTo>
                  <a:pt x="123825" y="666750"/>
                </a:lnTo>
                <a:lnTo>
                  <a:pt x="123825" y="657225"/>
                </a:lnTo>
                <a:lnTo>
                  <a:pt x="114300" y="657225"/>
                </a:lnTo>
                <a:close/>
                <a:moveTo>
                  <a:pt x="638175" y="628650"/>
                </a:moveTo>
                <a:lnTo>
                  <a:pt x="666750" y="628650"/>
                </a:lnTo>
                <a:lnTo>
                  <a:pt x="666750" y="638175"/>
                </a:lnTo>
                <a:lnTo>
                  <a:pt x="638175" y="638175"/>
                </a:lnTo>
                <a:close/>
                <a:moveTo>
                  <a:pt x="1076325" y="628650"/>
                </a:moveTo>
                <a:lnTo>
                  <a:pt x="1085850" y="628650"/>
                </a:lnTo>
                <a:lnTo>
                  <a:pt x="1085850" y="647700"/>
                </a:lnTo>
                <a:lnTo>
                  <a:pt x="1076325" y="647700"/>
                </a:lnTo>
                <a:close/>
                <a:moveTo>
                  <a:pt x="1114425" y="628650"/>
                </a:moveTo>
                <a:lnTo>
                  <a:pt x="1133475" y="628650"/>
                </a:lnTo>
                <a:lnTo>
                  <a:pt x="1133475" y="638175"/>
                </a:lnTo>
                <a:lnTo>
                  <a:pt x="1123950" y="638175"/>
                </a:lnTo>
                <a:lnTo>
                  <a:pt x="1123950" y="657225"/>
                </a:lnTo>
                <a:lnTo>
                  <a:pt x="1104900" y="657225"/>
                </a:lnTo>
                <a:lnTo>
                  <a:pt x="1104900" y="647700"/>
                </a:lnTo>
                <a:lnTo>
                  <a:pt x="1114425" y="647700"/>
                </a:lnTo>
                <a:close/>
                <a:moveTo>
                  <a:pt x="304800" y="638175"/>
                </a:moveTo>
                <a:lnTo>
                  <a:pt x="323850" y="638175"/>
                </a:lnTo>
                <a:lnTo>
                  <a:pt x="323850" y="647700"/>
                </a:lnTo>
                <a:lnTo>
                  <a:pt x="304800" y="647700"/>
                </a:lnTo>
                <a:close/>
                <a:moveTo>
                  <a:pt x="781050" y="638175"/>
                </a:moveTo>
                <a:lnTo>
                  <a:pt x="866775" y="638175"/>
                </a:lnTo>
                <a:lnTo>
                  <a:pt x="866775" y="647700"/>
                </a:lnTo>
                <a:lnTo>
                  <a:pt x="885825" y="647700"/>
                </a:lnTo>
                <a:lnTo>
                  <a:pt x="885825" y="657225"/>
                </a:lnTo>
                <a:lnTo>
                  <a:pt x="866775" y="657225"/>
                </a:lnTo>
                <a:lnTo>
                  <a:pt x="866775" y="666750"/>
                </a:lnTo>
                <a:lnTo>
                  <a:pt x="847725" y="666750"/>
                </a:lnTo>
                <a:lnTo>
                  <a:pt x="847725" y="647700"/>
                </a:lnTo>
                <a:lnTo>
                  <a:pt x="800100" y="647700"/>
                </a:lnTo>
                <a:lnTo>
                  <a:pt x="800100" y="657225"/>
                </a:lnTo>
                <a:lnTo>
                  <a:pt x="790575" y="657225"/>
                </a:lnTo>
                <a:lnTo>
                  <a:pt x="790575" y="666750"/>
                </a:lnTo>
                <a:lnTo>
                  <a:pt x="781050" y="666750"/>
                </a:lnTo>
                <a:close/>
                <a:moveTo>
                  <a:pt x="895350" y="638175"/>
                </a:moveTo>
                <a:lnTo>
                  <a:pt x="904875" y="638175"/>
                </a:lnTo>
                <a:lnTo>
                  <a:pt x="904875" y="647700"/>
                </a:lnTo>
                <a:lnTo>
                  <a:pt x="895350" y="647700"/>
                </a:lnTo>
                <a:close/>
                <a:moveTo>
                  <a:pt x="923925" y="638175"/>
                </a:moveTo>
                <a:lnTo>
                  <a:pt x="933450" y="638175"/>
                </a:lnTo>
                <a:lnTo>
                  <a:pt x="933450" y="647700"/>
                </a:lnTo>
                <a:lnTo>
                  <a:pt x="923925" y="647700"/>
                </a:lnTo>
                <a:close/>
                <a:moveTo>
                  <a:pt x="295275" y="647700"/>
                </a:moveTo>
                <a:lnTo>
                  <a:pt x="304800" y="647700"/>
                </a:lnTo>
                <a:lnTo>
                  <a:pt x="304800" y="666750"/>
                </a:lnTo>
                <a:lnTo>
                  <a:pt x="295275" y="666750"/>
                </a:lnTo>
                <a:close/>
                <a:moveTo>
                  <a:pt x="342900" y="647700"/>
                </a:moveTo>
                <a:lnTo>
                  <a:pt x="352425" y="647700"/>
                </a:lnTo>
                <a:lnTo>
                  <a:pt x="352425" y="666750"/>
                </a:lnTo>
                <a:lnTo>
                  <a:pt x="342900" y="666750"/>
                </a:lnTo>
                <a:close/>
                <a:moveTo>
                  <a:pt x="466725" y="647700"/>
                </a:moveTo>
                <a:lnTo>
                  <a:pt x="476250" y="647700"/>
                </a:lnTo>
                <a:lnTo>
                  <a:pt x="476250" y="657225"/>
                </a:lnTo>
                <a:lnTo>
                  <a:pt x="466725" y="657225"/>
                </a:lnTo>
                <a:close/>
                <a:moveTo>
                  <a:pt x="504825" y="647700"/>
                </a:moveTo>
                <a:lnTo>
                  <a:pt x="514350" y="647700"/>
                </a:lnTo>
                <a:lnTo>
                  <a:pt x="514350" y="657225"/>
                </a:lnTo>
                <a:lnTo>
                  <a:pt x="504825" y="657225"/>
                </a:lnTo>
                <a:close/>
                <a:moveTo>
                  <a:pt x="561975" y="657225"/>
                </a:moveTo>
                <a:lnTo>
                  <a:pt x="571500" y="657225"/>
                </a:lnTo>
                <a:lnTo>
                  <a:pt x="571500" y="666750"/>
                </a:lnTo>
                <a:lnTo>
                  <a:pt x="561975" y="666750"/>
                </a:lnTo>
                <a:close/>
                <a:moveTo>
                  <a:pt x="990600" y="657225"/>
                </a:moveTo>
                <a:lnTo>
                  <a:pt x="1019175" y="657225"/>
                </a:lnTo>
                <a:lnTo>
                  <a:pt x="1019175" y="666750"/>
                </a:lnTo>
                <a:lnTo>
                  <a:pt x="1009650" y="666750"/>
                </a:lnTo>
                <a:lnTo>
                  <a:pt x="1009650" y="676275"/>
                </a:lnTo>
                <a:lnTo>
                  <a:pt x="1000125" y="676275"/>
                </a:lnTo>
                <a:lnTo>
                  <a:pt x="1000125" y="666750"/>
                </a:lnTo>
                <a:lnTo>
                  <a:pt x="990600" y="666750"/>
                </a:lnTo>
                <a:close/>
                <a:moveTo>
                  <a:pt x="114300" y="666750"/>
                </a:moveTo>
                <a:lnTo>
                  <a:pt x="123825" y="666750"/>
                </a:lnTo>
                <a:lnTo>
                  <a:pt x="123825" y="676275"/>
                </a:lnTo>
                <a:lnTo>
                  <a:pt x="114300" y="676275"/>
                </a:lnTo>
                <a:close/>
                <a:moveTo>
                  <a:pt x="304800" y="666750"/>
                </a:moveTo>
                <a:lnTo>
                  <a:pt x="314325" y="666750"/>
                </a:lnTo>
                <a:lnTo>
                  <a:pt x="314325" y="676275"/>
                </a:lnTo>
                <a:lnTo>
                  <a:pt x="304800" y="676275"/>
                </a:lnTo>
                <a:close/>
                <a:moveTo>
                  <a:pt x="504825" y="666750"/>
                </a:moveTo>
                <a:lnTo>
                  <a:pt x="514350" y="666750"/>
                </a:lnTo>
                <a:lnTo>
                  <a:pt x="514350" y="676275"/>
                </a:lnTo>
                <a:lnTo>
                  <a:pt x="504825" y="676275"/>
                </a:lnTo>
                <a:close/>
                <a:moveTo>
                  <a:pt x="685800" y="666750"/>
                </a:moveTo>
                <a:lnTo>
                  <a:pt x="704850" y="666750"/>
                </a:lnTo>
                <a:lnTo>
                  <a:pt x="704850" y="676275"/>
                </a:lnTo>
                <a:lnTo>
                  <a:pt x="685800" y="676275"/>
                </a:lnTo>
                <a:close/>
                <a:moveTo>
                  <a:pt x="981075" y="666750"/>
                </a:moveTo>
                <a:lnTo>
                  <a:pt x="990600" y="666750"/>
                </a:lnTo>
                <a:lnTo>
                  <a:pt x="990600" y="676275"/>
                </a:lnTo>
                <a:lnTo>
                  <a:pt x="981075" y="676275"/>
                </a:lnTo>
                <a:close/>
                <a:moveTo>
                  <a:pt x="1181100" y="666750"/>
                </a:moveTo>
                <a:lnTo>
                  <a:pt x="1209675" y="666750"/>
                </a:lnTo>
                <a:lnTo>
                  <a:pt x="1209675" y="676275"/>
                </a:lnTo>
                <a:lnTo>
                  <a:pt x="1200150" y="676275"/>
                </a:lnTo>
                <a:lnTo>
                  <a:pt x="1200150" y="685800"/>
                </a:lnTo>
                <a:lnTo>
                  <a:pt x="1209675" y="685800"/>
                </a:lnTo>
                <a:lnTo>
                  <a:pt x="1209675" y="695325"/>
                </a:lnTo>
                <a:lnTo>
                  <a:pt x="1181100" y="695325"/>
                </a:lnTo>
                <a:lnTo>
                  <a:pt x="1181100" y="685800"/>
                </a:lnTo>
                <a:lnTo>
                  <a:pt x="1171575" y="685800"/>
                </a:lnTo>
                <a:lnTo>
                  <a:pt x="1171575" y="676275"/>
                </a:lnTo>
                <a:lnTo>
                  <a:pt x="1181100" y="676275"/>
                </a:lnTo>
                <a:close/>
                <a:moveTo>
                  <a:pt x="342900" y="676275"/>
                </a:moveTo>
                <a:lnTo>
                  <a:pt x="361950" y="676275"/>
                </a:lnTo>
                <a:lnTo>
                  <a:pt x="361950" y="685800"/>
                </a:lnTo>
                <a:lnTo>
                  <a:pt x="342900" y="685800"/>
                </a:lnTo>
                <a:close/>
                <a:moveTo>
                  <a:pt x="447675" y="676275"/>
                </a:moveTo>
                <a:lnTo>
                  <a:pt x="457200" y="676275"/>
                </a:lnTo>
                <a:lnTo>
                  <a:pt x="457200" y="685800"/>
                </a:lnTo>
                <a:lnTo>
                  <a:pt x="447675" y="685800"/>
                </a:lnTo>
                <a:close/>
                <a:moveTo>
                  <a:pt x="542925" y="676275"/>
                </a:moveTo>
                <a:lnTo>
                  <a:pt x="552450" y="676275"/>
                </a:lnTo>
                <a:lnTo>
                  <a:pt x="552450" y="685800"/>
                </a:lnTo>
                <a:lnTo>
                  <a:pt x="542925" y="685800"/>
                </a:lnTo>
                <a:close/>
                <a:moveTo>
                  <a:pt x="962025" y="676275"/>
                </a:moveTo>
                <a:lnTo>
                  <a:pt x="971550" y="676275"/>
                </a:lnTo>
                <a:lnTo>
                  <a:pt x="971550" y="685800"/>
                </a:lnTo>
                <a:lnTo>
                  <a:pt x="962025" y="685800"/>
                </a:lnTo>
                <a:close/>
                <a:moveTo>
                  <a:pt x="1133475" y="685800"/>
                </a:moveTo>
                <a:lnTo>
                  <a:pt x="1143000" y="685800"/>
                </a:lnTo>
                <a:lnTo>
                  <a:pt x="1143000" y="704850"/>
                </a:lnTo>
                <a:lnTo>
                  <a:pt x="1133475" y="704850"/>
                </a:lnTo>
                <a:close/>
                <a:moveTo>
                  <a:pt x="361950" y="714375"/>
                </a:moveTo>
                <a:lnTo>
                  <a:pt x="400050" y="714375"/>
                </a:lnTo>
                <a:lnTo>
                  <a:pt x="400050" y="723900"/>
                </a:lnTo>
                <a:lnTo>
                  <a:pt x="361950" y="723900"/>
                </a:lnTo>
                <a:close/>
                <a:moveTo>
                  <a:pt x="495300" y="714375"/>
                </a:moveTo>
                <a:lnTo>
                  <a:pt x="514350" y="714375"/>
                </a:lnTo>
                <a:lnTo>
                  <a:pt x="514350" y="723900"/>
                </a:lnTo>
                <a:lnTo>
                  <a:pt x="495300" y="723900"/>
                </a:lnTo>
                <a:close/>
                <a:moveTo>
                  <a:pt x="571500" y="714375"/>
                </a:moveTo>
                <a:lnTo>
                  <a:pt x="581025" y="714375"/>
                </a:lnTo>
                <a:lnTo>
                  <a:pt x="581025" y="723900"/>
                </a:lnTo>
                <a:lnTo>
                  <a:pt x="571500" y="723900"/>
                </a:lnTo>
                <a:close/>
                <a:moveTo>
                  <a:pt x="1162050" y="714375"/>
                </a:moveTo>
                <a:lnTo>
                  <a:pt x="1190625" y="714375"/>
                </a:lnTo>
                <a:lnTo>
                  <a:pt x="1190625" y="723900"/>
                </a:lnTo>
                <a:lnTo>
                  <a:pt x="1200150" y="723900"/>
                </a:lnTo>
                <a:lnTo>
                  <a:pt x="1200150" y="733425"/>
                </a:lnTo>
                <a:lnTo>
                  <a:pt x="1209675" y="733425"/>
                </a:lnTo>
                <a:lnTo>
                  <a:pt x="1209675" y="742950"/>
                </a:lnTo>
                <a:lnTo>
                  <a:pt x="1181100" y="742950"/>
                </a:lnTo>
                <a:lnTo>
                  <a:pt x="1181100" y="733425"/>
                </a:lnTo>
                <a:lnTo>
                  <a:pt x="1171575" y="733425"/>
                </a:lnTo>
                <a:lnTo>
                  <a:pt x="1171575" y="752475"/>
                </a:lnTo>
                <a:lnTo>
                  <a:pt x="1152525" y="752475"/>
                </a:lnTo>
                <a:lnTo>
                  <a:pt x="1152525" y="733425"/>
                </a:lnTo>
                <a:lnTo>
                  <a:pt x="1162050" y="733425"/>
                </a:lnTo>
                <a:close/>
                <a:moveTo>
                  <a:pt x="0" y="733425"/>
                </a:moveTo>
                <a:lnTo>
                  <a:pt x="38100" y="733425"/>
                </a:lnTo>
                <a:lnTo>
                  <a:pt x="38100" y="752475"/>
                </a:lnTo>
                <a:lnTo>
                  <a:pt x="0" y="752475"/>
                </a:lnTo>
                <a:close/>
                <a:moveTo>
                  <a:pt x="571500" y="733425"/>
                </a:moveTo>
                <a:lnTo>
                  <a:pt x="590550" y="733425"/>
                </a:lnTo>
                <a:lnTo>
                  <a:pt x="590550" y="742950"/>
                </a:lnTo>
                <a:lnTo>
                  <a:pt x="571500" y="742950"/>
                </a:lnTo>
                <a:close/>
                <a:moveTo>
                  <a:pt x="1114425" y="733425"/>
                </a:moveTo>
                <a:lnTo>
                  <a:pt x="1123950" y="733425"/>
                </a:lnTo>
                <a:lnTo>
                  <a:pt x="1123950" y="742950"/>
                </a:lnTo>
                <a:lnTo>
                  <a:pt x="1114425" y="742950"/>
                </a:lnTo>
                <a:close/>
                <a:moveTo>
                  <a:pt x="114300" y="742950"/>
                </a:moveTo>
                <a:lnTo>
                  <a:pt x="123825" y="742950"/>
                </a:lnTo>
                <a:lnTo>
                  <a:pt x="123825" y="752475"/>
                </a:lnTo>
                <a:lnTo>
                  <a:pt x="114300" y="752475"/>
                </a:lnTo>
                <a:close/>
                <a:moveTo>
                  <a:pt x="1104900" y="742950"/>
                </a:moveTo>
                <a:lnTo>
                  <a:pt x="1114425" y="742950"/>
                </a:lnTo>
                <a:lnTo>
                  <a:pt x="1114425" y="752475"/>
                </a:lnTo>
                <a:lnTo>
                  <a:pt x="1104900" y="752475"/>
                </a:lnTo>
                <a:close/>
                <a:moveTo>
                  <a:pt x="1123950" y="742950"/>
                </a:moveTo>
                <a:lnTo>
                  <a:pt x="1133475" y="742950"/>
                </a:lnTo>
                <a:lnTo>
                  <a:pt x="1133475" y="752475"/>
                </a:lnTo>
                <a:lnTo>
                  <a:pt x="1123950" y="752475"/>
                </a:lnTo>
                <a:close/>
                <a:moveTo>
                  <a:pt x="76200" y="752475"/>
                </a:moveTo>
                <a:lnTo>
                  <a:pt x="85725" y="752475"/>
                </a:lnTo>
                <a:lnTo>
                  <a:pt x="85725" y="762000"/>
                </a:lnTo>
                <a:lnTo>
                  <a:pt x="76200" y="762000"/>
                </a:lnTo>
                <a:close/>
                <a:moveTo>
                  <a:pt x="95250" y="752475"/>
                </a:moveTo>
                <a:lnTo>
                  <a:pt x="104775" y="752475"/>
                </a:lnTo>
                <a:lnTo>
                  <a:pt x="104775" y="762000"/>
                </a:lnTo>
                <a:lnTo>
                  <a:pt x="95250" y="762000"/>
                </a:lnTo>
                <a:close/>
                <a:moveTo>
                  <a:pt x="1095375" y="752475"/>
                </a:moveTo>
                <a:lnTo>
                  <a:pt x="1104900" y="752475"/>
                </a:lnTo>
                <a:lnTo>
                  <a:pt x="1104900" y="762000"/>
                </a:lnTo>
                <a:lnTo>
                  <a:pt x="1095375" y="762000"/>
                </a:lnTo>
                <a:close/>
                <a:moveTo>
                  <a:pt x="1200150" y="752475"/>
                </a:moveTo>
                <a:lnTo>
                  <a:pt x="1209675" y="752475"/>
                </a:lnTo>
                <a:lnTo>
                  <a:pt x="1209675" y="762000"/>
                </a:lnTo>
                <a:lnTo>
                  <a:pt x="1200150" y="762000"/>
                </a:lnTo>
                <a:close/>
                <a:moveTo>
                  <a:pt x="581025" y="762000"/>
                </a:moveTo>
                <a:lnTo>
                  <a:pt x="600075" y="762000"/>
                </a:lnTo>
                <a:lnTo>
                  <a:pt x="600075" y="781050"/>
                </a:lnTo>
                <a:lnTo>
                  <a:pt x="581025" y="781050"/>
                </a:lnTo>
                <a:close/>
                <a:moveTo>
                  <a:pt x="0" y="771525"/>
                </a:moveTo>
                <a:lnTo>
                  <a:pt x="9525" y="771525"/>
                </a:lnTo>
                <a:lnTo>
                  <a:pt x="9525" y="790575"/>
                </a:lnTo>
                <a:lnTo>
                  <a:pt x="0" y="790575"/>
                </a:lnTo>
                <a:close/>
                <a:moveTo>
                  <a:pt x="323850" y="771525"/>
                </a:moveTo>
                <a:lnTo>
                  <a:pt x="333375" y="771525"/>
                </a:lnTo>
                <a:lnTo>
                  <a:pt x="333375" y="790575"/>
                </a:lnTo>
                <a:lnTo>
                  <a:pt x="323850" y="790575"/>
                </a:lnTo>
                <a:close/>
                <a:moveTo>
                  <a:pt x="1162050" y="771525"/>
                </a:moveTo>
                <a:lnTo>
                  <a:pt x="1171575" y="771525"/>
                </a:lnTo>
                <a:lnTo>
                  <a:pt x="1171575" y="781050"/>
                </a:lnTo>
                <a:lnTo>
                  <a:pt x="1181100" y="781050"/>
                </a:lnTo>
                <a:lnTo>
                  <a:pt x="1181100" y="790575"/>
                </a:lnTo>
                <a:lnTo>
                  <a:pt x="1200150" y="790575"/>
                </a:lnTo>
                <a:lnTo>
                  <a:pt x="1200150" y="800100"/>
                </a:lnTo>
                <a:lnTo>
                  <a:pt x="1171575" y="800100"/>
                </a:lnTo>
                <a:lnTo>
                  <a:pt x="1171575" y="809625"/>
                </a:lnTo>
                <a:lnTo>
                  <a:pt x="1133475" y="809625"/>
                </a:lnTo>
                <a:lnTo>
                  <a:pt x="1133475" y="800100"/>
                </a:lnTo>
                <a:lnTo>
                  <a:pt x="1143000" y="800100"/>
                </a:lnTo>
                <a:lnTo>
                  <a:pt x="1143000" y="781050"/>
                </a:lnTo>
                <a:lnTo>
                  <a:pt x="1162050" y="781050"/>
                </a:lnTo>
                <a:close/>
                <a:moveTo>
                  <a:pt x="57150" y="781050"/>
                </a:moveTo>
                <a:lnTo>
                  <a:pt x="66675" y="781050"/>
                </a:lnTo>
                <a:lnTo>
                  <a:pt x="66675" y="790575"/>
                </a:lnTo>
                <a:lnTo>
                  <a:pt x="57150" y="790575"/>
                </a:lnTo>
                <a:close/>
                <a:moveTo>
                  <a:pt x="828675" y="790575"/>
                </a:moveTo>
                <a:lnTo>
                  <a:pt x="838200" y="790575"/>
                </a:lnTo>
                <a:lnTo>
                  <a:pt x="838200" y="800100"/>
                </a:lnTo>
                <a:lnTo>
                  <a:pt x="828675" y="800100"/>
                </a:lnTo>
                <a:close/>
                <a:moveTo>
                  <a:pt x="190500" y="800100"/>
                </a:moveTo>
                <a:lnTo>
                  <a:pt x="200025" y="800100"/>
                </a:lnTo>
                <a:lnTo>
                  <a:pt x="200025" y="809625"/>
                </a:lnTo>
                <a:lnTo>
                  <a:pt x="190500" y="809625"/>
                </a:lnTo>
                <a:close/>
                <a:moveTo>
                  <a:pt x="847725" y="800100"/>
                </a:moveTo>
                <a:lnTo>
                  <a:pt x="857250" y="800100"/>
                </a:lnTo>
                <a:lnTo>
                  <a:pt x="857250" y="809625"/>
                </a:lnTo>
                <a:lnTo>
                  <a:pt x="847725" y="809625"/>
                </a:lnTo>
                <a:close/>
              </a:path>
            </a:pathLst>
          </a:custGeom>
          <a:solidFill xmlns:a="http://schemas.openxmlformats.org/drawingml/2006/main">
            <a:srgbClr val="F8F8F3"/>
          </a:solidFill>
          <a:ln xmlns:a="http://schemas.openxmlformats.org/drawingml/2006/main" w="0">
            <a:noFill/>
          </a:ln>
        </p:spPr>
      </p:sp>
      <p:sp>
        <p:nvSpPr>
          <p:cNvPr id="135" name="v11 vector #f8f8f2">
            <a:extLst xmlns:a="http://schemas.openxmlformats.org/drawingml/2006/main">
              <a:ext uri="{FF2B5EF4-FFF2-40B4-BE49-F238E27FC236}">
                <a16:creationId xmlns:a16="http://schemas.microsoft.com/office/drawing/2014/main" id="{EF8E07D4-9458-46CD-BDC7-9F50FEED4F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8250" y="3609975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19050" y="28575"/>
                </a:moveTo>
                <a:lnTo>
                  <a:pt x="28575" y="28575"/>
                </a:lnTo>
                <a:lnTo>
                  <a:pt x="28575" y="38100"/>
                </a:lnTo>
                <a:lnTo>
                  <a:pt x="19050" y="38100"/>
                </a:lnTo>
                <a:close/>
                <a:moveTo>
                  <a:pt x="9525" y="38100"/>
                </a:moveTo>
                <a:lnTo>
                  <a:pt x="19050" y="38100"/>
                </a:lnTo>
                <a:lnTo>
                  <a:pt x="19050" y="47625"/>
                </a:lnTo>
                <a:lnTo>
                  <a:pt x="9525" y="47625"/>
                </a:lnTo>
                <a:close/>
                <a:moveTo>
                  <a:pt x="1181100" y="38100"/>
                </a:moveTo>
                <a:lnTo>
                  <a:pt x="1190625" y="38100"/>
                </a:lnTo>
                <a:lnTo>
                  <a:pt x="1190625" y="47625"/>
                </a:lnTo>
                <a:lnTo>
                  <a:pt x="1181100" y="47625"/>
                </a:lnTo>
                <a:close/>
                <a:moveTo>
                  <a:pt x="19050" y="57150"/>
                </a:moveTo>
                <a:lnTo>
                  <a:pt x="28575" y="57150"/>
                </a:lnTo>
                <a:lnTo>
                  <a:pt x="28575" y="66675"/>
                </a:lnTo>
                <a:lnTo>
                  <a:pt x="19050" y="66675"/>
                </a:lnTo>
                <a:close/>
                <a:moveTo>
                  <a:pt x="1095375" y="76200"/>
                </a:moveTo>
                <a:lnTo>
                  <a:pt x="1104900" y="76200"/>
                </a:lnTo>
                <a:lnTo>
                  <a:pt x="1104900" y="85725"/>
                </a:lnTo>
                <a:lnTo>
                  <a:pt x="1095375" y="85725"/>
                </a:lnTo>
                <a:close/>
                <a:moveTo>
                  <a:pt x="1000125" y="171450"/>
                </a:moveTo>
                <a:lnTo>
                  <a:pt x="1019175" y="171450"/>
                </a:lnTo>
                <a:lnTo>
                  <a:pt x="1019175" y="180975"/>
                </a:lnTo>
                <a:lnTo>
                  <a:pt x="1000125" y="180975"/>
                </a:lnTo>
                <a:close/>
                <a:moveTo>
                  <a:pt x="466725" y="180975"/>
                </a:moveTo>
                <a:lnTo>
                  <a:pt x="476250" y="180975"/>
                </a:lnTo>
                <a:lnTo>
                  <a:pt x="476250" y="200025"/>
                </a:lnTo>
                <a:lnTo>
                  <a:pt x="466725" y="200025"/>
                </a:lnTo>
                <a:close/>
                <a:moveTo>
                  <a:pt x="895350" y="180975"/>
                </a:moveTo>
                <a:lnTo>
                  <a:pt x="904875" y="180975"/>
                </a:lnTo>
                <a:lnTo>
                  <a:pt x="904875" y="190500"/>
                </a:lnTo>
                <a:lnTo>
                  <a:pt x="914400" y="190500"/>
                </a:lnTo>
                <a:lnTo>
                  <a:pt x="914400" y="200025"/>
                </a:lnTo>
                <a:lnTo>
                  <a:pt x="885825" y="200025"/>
                </a:lnTo>
                <a:lnTo>
                  <a:pt x="885825" y="190500"/>
                </a:lnTo>
                <a:lnTo>
                  <a:pt x="895350" y="190500"/>
                </a:lnTo>
                <a:close/>
                <a:moveTo>
                  <a:pt x="990600" y="180975"/>
                </a:moveTo>
                <a:lnTo>
                  <a:pt x="1000125" y="180975"/>
                </a:lnTo>
                <a:lnTo>
                  <a:pt x="1000125" y="190500"/>
                </a:lnTo>
                <a:lnTo>
                  <a:pt x="990600" y="190500"/>
                </a:lnTo>
                <a:close/>
                <a:moveTo>
                  <a:pt x="923925" y="190500"/>
                </a:moveTo>
                <a:lnTo>
                  <a:pt x="962025" y="190500"/>
                </a:lnTo>
                <a:lnTo>
                  <a:pt x="962025" y="200025"/>
                </a:lnTo>
                <a:lnTo>
                  <a:pt x="923925" y="200025"/>
                </a:lnTo>
                <a:close/>
                <a:moveTo>
                  <a:pt x="733425" y="266700"/>
                </a:moveTo>
                <a:lnTo>
                  <a:pt x="742950" y="266700"/>
                </a:lnTo>
                <a:lnTo>
                  <a:pt x="742950" y="304800"/>
                </a:lnTo>
                <a:lnTo>
                  <a:pt x="733425" y="304800"/>
                </a:lnTo>
                <a:close/>
                <a:moveTo>
                  <a:pt x="38100" y="342900"/>
                </a:moveTo>
                <a:lnTo>
                  <a:pt x="47625" y="342900"/>
                </a:lnTo>
                <a:lnTo>
                  <a:pt x="47625" y="352425"/>
                </a:lnTo>
                <a:lnTo>
                  <a:pt x="38100" y="352425"/>
                </a:lnTo>
                <a:close/>
                <a:moveTo>
                  <a:pt x="638175" y="381000"/>
                </a:moveTo>
                <a:lnTo>
                  <a:pt x="647700" y="381000"/>
                </a:lnTo>
                <a:lnTo>
                  <a:pt x="647700" y="400050"/>
                </a:lnTo>
                <a:lnTo>
                  <a:pt x="628650" y="400050"/>
                </a:lnTo>
                <a:lnTo>
                  <a:pt x="628650" y="390525"/>
                </a:lnTo>
                <a:lnTo>
                  <a:pt x="638175" y="390525"/>
                </a:lnTo>
                <a:close/>
                <a:moveTo>
                  <a:pt x="323850" y="409575"/>
                </a:moveTo>
                <a:lnTo>
                  <a:pt x="333375" y="409575"/>
                </a:lnTo>
                <a:lnTo>
                  <a:pt x="333375" y="419100"/>
                </a:lnTo>
                <a:lnTo>
                  <a:pt x="323850" y="419100"/>
                </a:lnTo>
                <a:close/>
                <a:moveTo>
                  <a:pt x="942975" y="409575"/>
                </a:moveTo>
                <a:lnTo>
                  <a:pt x="952500" y="409575"/>
                </a:lnTo>
                <a:lnTo>
                  <a:pt x="952500" y="419100"/>
                </a:lnTo>
                <a:lnTo>
                  <a:pt x="942975" y="419100"/>
                </a:lnTo>
                <a:close/>
                <a:moveTo>
                  <a:pt x="333375" y="419100"/>
                </a:moveTo>
                <a:lnTo>
                  <a:pt x="342900" y="419100"/>
                </a:lnTo>
                <a:lnTo>
                  <a:pt x="342900" y="428625"/>
                </a:lnTo>
                <a:lnTo>
                  <a:pt x="333375" y="428625"/>
                </a:lnTo>
                <a:close/>
                <a:moveTo>
                  <a:pt x="933450" y="419100"/>
                </a:moveTo>
                <a:lnTo>
                  <a:pt x="942975" y="419100"/>
                </a:lnTo>
                <a:lnTo>
                  <a:pt x="942975" y="428625"/>
                </a:lnTo>
                <a:lnTo>
                  <a:pt x="933450" y="428625"/>
                </a:lnTo>
                <a:close/>
                <a:moveTo>
                  <a:pt x="314325" y="428625"/>
                </a:moveTo>
                <a:lnTo>
                  <a:pt x="323850" y="428625"/>
                </a:lnTo>
                <a:lnTo>
                  <a:pt x="323850" y="438150"/>
                </a:lnTo>
                <a:lnTo>
                  <a:pt x="314325" y="438150"/>
                </a:lnTo>
                <a:close/>
                <a:moveTo>
                  <a:pt x="809625" y="428625"/>
                </a:moveTo>
                <a:lnTo>
                  <a:pt x="819150" y="428625"/>
                </a:lnTo>
                <a:lnTo>
                  <a:pt x="819150" y="447675"/>
                </a:lnTo>
                <a:lnTo>
                  <a:pt x="800100" y="447675"/>
                </a:lnTo>
                <a:lnTo>
                  <a:pt x="800100" y="438150"/>
                </a:lnTo>
                <a:lnTo>
                  <a:pt x="809625" y="438150"/>
                </a:lnTo>
                <a:close/>
                <a:moveTo>
                  <a:pt x="342900" y="438150"/>
                </a:moveTo>
                <a:lnTo>
                  <a:pt x="352425" y="438150"/>
                </a:lnTo>
                <a:lnTo>
                  <a:pt x="352425" y="447675"/>
                </a:lnTo>
                <a:lnTo>
                  <a:pt x="342900" y="447675"/>
                </a:lnTo>
                <a:close/>
                <a:moveTo>
                  <a:pt x="466725" y="438150"/>
                </a:moveTo>
                <a:lnTo>
                  <a:pt x="476250" y="438150"/>
                </a:lnTo>
                <a:lnTo>
                  <a:pt x="476250" y="447675"/>
                </a:lnTo>
                <a:lnTo>
                  <a:pt x="495300" y="447675"/>
                </a:lnTo>
                <a:lnTo>
                  <a:pt x="495300" y="457200"/>
                </a:lnTo>
                <a:lnTo>
                  <a:pt x="485775" y="457200"/>
                </a:lnTo>
                <a:lnTo>
                  <a:pt x="485775" y="476250"/>
                </a:lnTo>
                <a:lnTo>
                  <a:pt x="476250" y="476250"/>
                </a:lnTo>
                <a:lnTo>
                  <a:pt x="476250" y="466725"/>
                </a:lnTo>
                <a:lnTo>
                  <a:pt x="466725" y="466725"/>
                </a:lnTo>
                <a:close/>
                <a:moveTo>
                  <a:pt x="171450" y="447675"/>
                </a:moveTo>
                <a:lnTo>
                  <a:pt x="180975" y="447675"/>
                </a:lnTo>
                <a:lnTo>
                  <a:pt x="180975" y="457200"/>
                </a:lnTo>
                <a:lnTo>
                  <a:pt x="171450" y="457200"/>
                </a:lnTo>
                <a:close/>
                <a:moveTo>
                  <a:pt x="790575" y="447675"/>
                </a:moveTo>
                <a:lnTo>
                  <a:pt x="800100" y="447675"/>
                </a:lnTo>
                <a:lnTo>
                  <a:pt x="800100" y="457200"/>
                </a:lnTo>
                <a:lnTo>
                  <a:pt x="790575" y="457200"/>
                </a:lnTo>
                <a:close/>
                <a:moveTo>
                  <a:pt x="485775" y="476250"/>
                </a:moveTo>
                <a:lnTo>
                  <a:pt x="495300" y="476250"/>
                </a:lnTo>
                <a:lnTo>
                  <a:pt x="495300" y="485775"/>
                </a:lnTo>
                <a:lnTo>
                  <a:pt x="485775" y="485775"/>
                </a:lnTo>
                <a:close/>
                <a:moveTo>
                  <a:pt x="1104900" y="495300"/>
                </a:moveTo>
                <a:lnTo>
                  <a:pt x="1114425" y="495300"/>
                </a:lnTo>
                <a:lnTo>
                  <a:pt x="1114425" y="504825"/>
                </a:lnTo>
                <a:lnTo>
                  <a:pt x="1123950" y="504825"/>
                </a:lnTo>
                <a:lnTo>
                  <a:pt x="1123950" y="523875"/>
                </a:lnTo>
                <a:lnTo>
                  <a:pt x="1114425" y="523875"/>
                </a:lnTo>
                <a:lnTo>
                  <a:pt x="1114425" y="514350"/>
                </a:lnTo>
                <a:lnTo>
                  <a:pt x="1095375" y="514350"/>
                </a:lnTo>
                <a:lnTo>
                  <a:pt x="1095375" y="504825"/>
                </a:lnTo>
                <a:lnTo>
                  <a:pt x="1104900" y="504825"/>
                </a:lnTo>
                <a:close/>
                <a:moveTo>
                  <a:pt x="400050" y="504825"/>
                </a:moveTo>
                <a:lnTo>
                  <a:pt x="409575" y="504825"/>
                </a:lnTo>
                <a:lnTo>
                  <a:pt x="409575" y="514350"/>
                </a:lnTo>
                <a:lnTo>
                  <a:pt x="400050" y="514350"/>
                </a:lnTo>
                <a:close/>
                <a:moveTo>
                  <a:pt x="466725" y="504825"/>
                </a:moveTo>
                <a:lnTo>
                  <a:pt x="476250" y="504825"/>
                </a:lnTo>
                <a:lnTo>
                  <a:pt x="476250" y="523875"/>
                </a:lnTo>
                <a:lnTo>
                  <a:pt x="466725" y="523875"/>
                </a:lnTo>
                <a:close/>
                <a:moveTo>
                  <a:pt x="619125" y="504825"/>
                </a:moveTo>
                <a:lnTo>
                  <a:pt x="628650" y="504825"/>
                </a:lnTo>
                <a:lnTo>
                  <a:pt x="628650" y="523875"/>
                </a:lnTo>
                <a:lnTo>
                  <a:pt x="619125" y="523875"/>
                </a:lnTo>
                <a:close/>
                <a:moveTo>
                  <a:pt x="447675" y="514350"/>
                </a:moveTo>
                <a:lnTo>
                  <a:pt x="457200" y="514350"/>
                </a:lnTo>
                <a:lnTo>
                  <a:pt x="457200" y="523875"/>
                </a:lnTo>
                <a:lnTo>
                  <a:pt x="447675" y="523875"/>
                </a:lnTo>
                <a:close/>
                <a:moveTo>
                  <a:pt x="381000" y="523875"/>
                </a:moveTo>
                <a:lnTo>
                  <a:pt x="400050" y="523875"/>
                </a:lnTo>
                <a:lnTo>
                  <a:pt x="400050" y="533400"/>
                </a:lnTo>
                <a:lnTo>
                  <a:pt x="381000" y="533400"/>
                </a:lnTo>
                <a:close/>
                <a:moveTo>
                  <a:pt x="628650" y="523875"/>
                </a:moveTo>
                <a:lnTo>
                  <a:pt x="638175" y="523875"/>
                </a:lnTo>
                <a:lnTo>
                  <a:pt x="638175" y="533400"/>
                </a:lnTo>
                <a:lnTo>
                  <a:pt x="628650" y="533400"/>
                </a:lnTo>
                <a:close/>
                <a:moveTo>
                  <a:pt x="1114425" y="533400"/>
                </a:moveTo>
                <a:lnTo>
                  <a:pt x="1123950" y="533400"/>
                </a:lnTo>
                <a:lnTo>
                  <a:pt x="1123950" y="542925"/>
                </a:lnTo>
                <a:lnTo>
                  <a:pt x="1114425" y="542925"/>
                </a:lnTo>
                <a:close/>
                <a:moveTo>
                  <a:pt x="390525" y="552450"/>
                </a:moveTo>
                <a:lnTo>
                  <a:pt x="400050" y="552450"/>
                </a:lnTo>
                <a:lnTo>
                  <a:pt x="400050" y="561975"/>
                </a:lnTo>
                <a:lnTo>
                  <a:pt x="390525" y="561975"/>
                </a:lnTo>
                <a:close/>
                <a:moveTo>
                  <a:pt x="304800" y="628650"/>
                </a:moveTo>
                <a:lnTo>
                  <a:pt x="314325" y="628650"/>
                </a:lnTo>
                <a:lnTo>
                  <a:pt x="314325" y="638175"/>
                </a:lnTo>
                <a:lnTo>
                  <a:pt x="304800" y="638175"/>
                </a:lnTo>
                <a:close/>
                <a:moveTo>
                  <a:pt x="733425" y="628650"/>
                </a:moveTo>
                <a:lnTo>
                  <a:pt x="742950" y="628650"/>
                </a:lnTo>
                <a:lnTo>
                  <a:pt x="742950" y="638175"/>
                </a:lnTo>
                <a:lnTo>
                  <a:pt x="733425" y="638175"/>
                </a:lnTo>
                <a:close/>
                <a:moveTo>
                  <a:pt x="323850" y="638175"/>
                </a:moveTo>
                <a:lnTo>
                  <a:pt x="342900" y="638175"/>
                </a:lnTo>
                <a:lnTo>
                  <a:pt x="342900" y="657225"/>
                </a:lnTo>
                <a:lnTo>
                  <a:pt x="314325" y="657225"/>
                </a:lnTo>
                <a:lnTo>
                  <a:pt x="314325" y="666750"/>
                </a:lnTo>
                <a:lnTo>
                  <a:pt x="304800" y="666750"/>
                </a:lnTo>
                <a:lnTo>
                  <a:pt x="304800" y="647700"/>
                </a:lnTo>
                <a:lnTo>
                  <a:pt x="323850" y="647700"/>
                </a:lnTo>
                <a:close/>
                <a:moveTo>
                  <a:pt x="914400" y="647700"/>
                </a:moveTo>
                <a:lnTo>
                  <a:pt x="923925" y="647700"/>
                </a:lnTo>
                <a:lnTo>
                  <a:pt x="923925" y="657225"/>
                </a:lnTo>
                <a:lnTo>
                  <a:pt x="914400" y="657225"/>
                </a:lnTo>
                <a:close/>
                <a:moveTo>
                  <a:pt x="876300" y="666750"/>
                </a:moveTo>
                <a:lnTo>
                  <a:pt x="885825" y="666750"/>
                </a:lnTo>
                <a:lnTo>
                  <a:pt x="885825" y="676275"/>
                </a:lnTo>
                <a:lnTo>
                  <a:pt x="876300" y="676275"/>
                </a:lnTo>
                <a:close/>
                <a:moveTo>
                  <a:pt x="571500" y="676275"/>
                </a:moveTo>
                <a:lnTo>
                  <a:pt x="581025" y="676275"/>
                </a:lnTo>
                <a:lnTo>
                  <a:pt x="581025" y="685800"/>
                </a:lnTo>
                <a:lnTo>
                  <a:pt x="571500" y="685800"/>
                </a:lnTo>
                <a:close/>
                <a:moveTo>
                  <a:pt x="114300" y="752475"/>
                </a:moveTo>
                <a:lnTo>
                  <a:pt x="123825" y="752475"/>
                </a:lnTo>
                <a:lnTo>
                  <a:pt x="123825" y="762000"/>
                </a:lnTo>
                <a:lnTo>
                  <a:pt x="114300" y="762000"/>
                </a:lnTo>
                <a:close/>
              </a:path>
            </a:pathLst>
          </a:custGeom>
          <a:solidFill xmlns:a="http://schemas.openxmlformats.org/drawingml/2006/main">
            <a:srgbClr val="F8F8F2"/>
          </a:solidFill>
          <a:ln xmlns:a="http://schemas.openxmlformats.org/drawingml/2006/main" w="0">
            <a:noFill/>
          </a:ln>
        </p:spPr>
      </p:sp>
      <p:sp>
        <p:nvSpPr>
          <p:cNvPr id="136" name="v11 vector #f8f7f3">
            <a:extLst xmlns:a="http://schemas.openxmlformats.org/drawingml/2006/main">
              <a:ext uri="{FF2B5EF4-FFF2-40B4-BE49-F238E27FC236}">
                <a16:creationId xmlns:a16="http://schemas.microsoft.com/office/drawing/2014/main" id="{6EA75778-55C0-463C-8858-9978DC94D3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8250" y="3609975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161925" y="0"/>
                </a:moveTo>
                <a:lnTo>
                  <a:pt x="200025" y="0"/>
                </a:lnTo>
                <a:lnTo>
                  <a:pt x="200025" y="9525"/>
                </a:lnTo>
                <a:lnTo>
                  <a:pt x="190500" y="9525"/>
                </a:lnTo>
                <a:lnTo>
                  <a:pt x="190500" y="19050"/>
                </a:lnTo>
                <a:lnTo>
                  <a:pt x="161925" y="19050"/>
                </a:lnTo>
                <a:close/>
                <a:moveTo>
                  <a:pt x="685800" y="0"/>
                </a:moveTo>
                <a:lnTo>
                  <a:pt x="714375" y="0"/>
                </a:lnTo>
                <a:lnTo>
                  <a:pt x="714375" y="9525"/>
                </a:lnTo>
                <a:lnTo>
                  <a:pt x="685800" y="9525"/>
                </a:lnTo>
                <a:close/>
                <a:moveTo>
                  <a:pt x="733425" y="0"/>
                </a:moveTo>
                <a:lnTo>
                  <a:pt x="781050" y="0"/>
                </a:lnTo>
                <a:lnTo>
                  <a:pt x="781050" y="9525"/>
                </a:lnTo>
                <a:lnTo>
                  <a:pt x="733425" y="9525"/>
                </a:lnTo>
                <a:close/>
                <a:moveTo>
                  <a:pt x="942975" y="0"/>
                </a:moveTo>
                <a:lnTo>
                  <a:pt x="981075" y="0"/>
                </a:lnTo>
                <a:lnTo>
                  <a:pt x="981075" y="9525"/>
                </a:lnTo>
                <a:lnTo>
                  <a:pt x="942975" y="9525"/>
                </a:lnTo>
                <a:close/>
                <a:moveTo>
                  <a:pt x="1019175" y="0"/>
                </a:moveTo>
                <a:lnTo>
                  <a:pt x="1038225" y="0"/>
                </a:lnTo>
                <a:lnTo>
                  <a:pt x="1038225" y="9525"/>
                </a:lnTo>
                <a:lnTo>
                  <a:pt x="1019175" y="9525"/>
                </a:lnTo>
                <a:close/>
                <a:moveTo>
                  <a:pt x="1066800" y="0"/>
                </a:moveTo>
                <a:lnTo>
                  <a:pt x="1076325" y="0"/>
                </a:lnTo>
                <a:lnTo>
                  <a:pt x="1076325" y="9525"/>
                </a:lnTo>
                <a:lnTo>
                  <a:pt x="1066800" y="9525"/>
                </a:lnTo>
                <a:close/>
                <a:moveTo>
                  <a:pt x="1143000" y="0"/>
                </a:moveTo>
                <a:lnTo>
                  <a:pt x="1162050" y="0"/>
                </a:lnTo>
                <a:lnTo>
                  <a:pt x="1162050" y="38100"/>
                </a:lnTo>
                <a:lnTo>
                  <a:pt x="1152525" y="38100"/>
                </a:lnTo>
                <a:lnTo>
                  <a:pt x="1152525" y="28575"/>
                </a:lnTo>
                <a:lnTo>
                  <a:pt x="1133475" y="28575"/>
                </a:lnTo>
                <a:lnTo>
                  <a:pt x="1133475" y="19050"/>
                </a:lnTo>
                <a:lnTo>
                  <a:pt x="1143000" y="19050"/>
                </a:lnTo>
                <a:close/>
                <a:moveTo>
                  <a:pt x="1200150" y="9525"/>
                </a:moveTo>
                <a:lnTo>
                  <a:pt x="1209675" y="9525"/>
                </a:lnTo>
                <a:lnTo>
                  <a:pt x="1209675" y="38100"/>
                </a:lnTo>
                <a:lnTo>
                  <a:pt x="1200150" y="38100"/>
                </a:lnTo>
                <a:close/>
                <a:moveTo>
                  <a:pt x="47625" y="19050"/>
                </a:moveTo>
                <a:lnTo>
                  <a:pt x="57150" y="19050"/>
                </a:lnTo>
                <a:lnTo>
                  <a:pt x="57150" y="28575"/>
                </a:lnTo>
                <a:lnTo>
                  <a:pt x="47625" y="28575"/>
                </a:lnTo>
                <a:close/>
                <a:moveTo>
                  <a:pt x="28575" y="28575"/>
                </a:moveTo>
                <a:lnTo>
                  <a:pt x="47625" y="28575"/>
                </a:lnTo>
                <a:lnTo>
                  <a:pt x="47625" y="38100"/>
                </a:lnTo>
                <a:lnTo>
                  <a:pt x="38100" y="38100"/>
                </a:lnTo>
                <a:lnTo>
                  <a:pt x="38100" y="57150"/>
                </a:lnTo>
                <a:lnTo>
                  <a:pt x="19050" y="57150"/>
                </a:lnTo>
                <a:lnTo>
                  <a:pt x="19050" y="38100"/>
                </a:lnTo>
                <a:lnTo>
                  <a:pt x="28575" y="38100"/>
                </a:lnTo>
                <a:close/>
                <a:moveTo>
                  <a:pt x="0" y="38100"/>
                </a:moveTo>
                <a:lnTo>
                  <a:pt x="9525" y="38100"/>
                </a:lnTo>
                <a:lnTo>
                  <a:pt x="9525" y="47625"/>
                </a:lnTo>
                <a:lnTo>
                  <a:pt x="0" y="47625"/>
                </a:lnTo>
                <a:close/>
                <a:moveTo>
                  <a:pt x="1152525" y="76200"/>
                </a:moveTo>
                <a:lnTo>
                  <a:pt x="1171575" y="76200"/>
                </a:lnTo>
                <a:lnTo>
                  <a:pt x="1171575" y="85725"/>
                </a:lnTo>
                <a:lnTo>
                  <a:pt x="1162050" y="85725"/>
                </a:lnTo>
                <a:lnTo>
                  <a:pt x="1162050" y="95250"/>
                </a:lnTo>
                <a:lnTo>
                  <a:pt x="1152525" y="95250"/>
                </a:lnTo>
                <a:lnTo>
                  <a:pt x="1152525" y="104775"/>
                </a:lnTo>
                <a:lnTo>
                  <a:pt x="1143000" y="104775"/>
                </a:lnTo>
                <a:lnTo>
                  <a:pt x="1143000" y="114300"/>
                </a:lnTo>
                <a:lnTo>
                  <a:pt x="1123950" y="114300"/>
                </a:lnTo>
                <a:lnTo>
                  <a:pt x="1123950" y="95250"/>
                </a:lnTo>
                <a:lnTo>
                  <a:pt x="1114425" y="95250"/>
                </a:lnTo>
                <a:lnTo>
                  <a:pt x="1114425" y="85725"/>
                </a:lnTo>
                <a:lnTo>
                  <a:pt x="1152525" y="85725"/>
                </a:lnTo>
                <a:close/>
                <a:moveTo>
                  <a:pt x="1190625" y="95250"/>
                </a:moveTo>
                <a:lnTo>
                  <a:pt x="1209675" y="95250"/>
                </a:lnTo>
                <a:lnTo>
                  <a:pt x="1209675" y="104775"/>
                </a:lnTo>
                <a:lnTo>
                  <a:pt x="1200150" y="104775"/>
                </a:lnTo>
                <a:lnTo>
                  <a:pt x="1200150" y="114300"/>
                </a:lnTo>
                <a:lnTo>
                  <a:pt x="1190625" y="114300"/>
                </a:lnTo>
                <a:close/>
                <a:moveTo>
                  <a:pt x="733425" y="161925"/>
                </a:moveTo>
                <a:lnTo>
                  <a:pt x="742950" y="161925"/>
                </a:lnTo>
                <a:lnTo>
                  <a:pt x="742950" y="171450"/>
                </a:lnTo>
                <a:lnTo>
                  <a:pt x="771525" y="171450"/>
                </a:lnTo>
                <a:lnTo>
                  <a:pt x="771525" y="180975"/>
                </a:lnTo>
                <a:lnTo>
                  <a:pt x="733425" y="180975"/>
                </a:lnTo>
                <a:lnTo>
                  <a:pt x="733425" y="200025"/>
                </a:lnTo>
                <a:lnTo>
                  <a:pt x="704850" y="200025"/>
                </a:lnTo>
                <a:lnTo>
                  <a:pt x="704850" y="180975"/>
                </a:lnTo>
                <a:lnTo>
                  <a:pt x="685800" y="180975"/>
                </a:lnTo>
                <a:lnTo>
                  <a:pt x="685800" y="190500"/>
                </a:lnTo>
                <a:lnTo>
                  <a:pt x="676275" y="190500"/>
                </a:lnTo>
                <a:lnTo>
                  <a:pt x="676275" y="171450"/>
                </a:lnTo>
                <a:lnTo>
                  <a:pt x="733425" y="171450"/>
                </a:lnTo>
                <a:close/>
                <a:moveTo>
                  <a:pt x="809625" y="161925"/>
                </a:moveTo>
                <a:lnTo>
                  <a:pt x="838200" y="161925"/>
                </a:lnTo>
                <a:lnTo>
                  <a:pt x="838200" y="180975"/>
                </a:lnTo>
                <a:lnTo>
                  <a:pt x="800100" y="180975"/>
                </a:lnTo>
                <a:lnTo>
                  <a:pt x="800100" y="171450"/>
                </a:lnTo>
                <a:lnTo>
                  <a:pt x="809625" y="171450"/>
                </a:lnTo>
                <a:close/>
                <a:moveTo>
                  <a:pt x="171450" y="171450"/>
                </a:moveTo>
                <a:lnTo>
                  <a:pt x="180975" y="171450"/>
                </a:lnTo>
                <a:lnTo>
                  <a:pt x="180975" y="180975"/>
                </a:lnTo>
                <a:lnTo>
                  <a:pt x="171450" y="180975"/>
                </a:lnTo>
                <a:close/>
                <a:moveTo>
                  <a:pt x="200025" y="171450"/>
                </a:moveTo>
                <a:lnTo>
                  <a:pt x="209550" y="171450"/>
                </a:lnTo>
                <a:lnTo>
                  <a:pt x="209550" y="180975"/>
                </a:lnTo>
                <a:lnTo>
                  <a:pt x="200025" y="180975"/>
                </a:lnTo>
                <a:close/>
                <a:moveTo>
                  <a:pt x="428625" y="171450"/>
                </a:moveTo>
                <a:lnTo>
                  <a:pt x="438150" y="171450"/>
                </a:lnTo>
                <a:lnTo>
                  <a:pt x="438150" y="190500"/>
                </a:lnTo>
                <a:lnTo>
                  <a:pt x="466725" y="190500"/>
                </a:lnTo>
                <a:lnTo>
                  <a:pt x="466725" y="200025"/>
                </a:lnTo>
                <a:lnTo>
                  <a:pt x="457200" y="200025"/>
                </a:lnTo>
                <a:lnTo>
                  <a:pt x="457200" y="219075"/>
                </a:lnTo>
                <a:lnTo>
                  <a:pt x="428625" y="219075"/>
                </a:lnTo>
                <a:lnTo>
                  <a:pt x="428625" y="200025"/>
                </a:lnTo>
                <a:lnTo>
                  <a:pt x="419100" y="200025"/>
                </a:lnTo>
                <a:lnTo>
                  <a:pt x="419100" y="180975"/>
                </a:lnTo>
                <a:lnTo>
                  <a:pt x="428625" y="180975"/>
                </a:lnTo>
                <a:close/>
                <a:moveTo>
                  <a:pt x="647700" y="171450"/>
                </a:moveTo>
                <a:lnTo>
                  <a:pt x="657225" y="171450"/>
                </a:lnTo>
                <a:lnTo>
                  <a:pt x="657225" y="190500"/>
                </a:lnTo>
                <a:lnTo>
                  <a:pt x="666750" y="190500"/>
                </a:lnTo>
                <a:lnTo>
                  <a:pt x="666750" y="200025"/>
                </a:lnTo>
                <a:lnTo>
                  <a:pt x="638175" y="200025"/>
                </a:lnTo>
                <a:lnTo>
                  <a:pt x="638175" y="190500"/>
                </a:lnTo>
                <a:lnTo>
                  <a:pt x="647700" y="190500"/>
                </a:lnTo>
                <a:close/>
                <a:moveTo>
                  <a:pt x="762000" y="190500"/>
                </a:moveTo>
                <a:lnTo>
                  <a:pt x="771525" y="190500"/>
                </a:lnTo>
                <a:lnTo>
                  <a:pt x="771525" y="200025"/>
                </a:lnTo>
                <a:lnTo>
                  <a:pt x="762000" y="200025"/>
                </a:lnTo>
                <a:close/>
                <a:moveTo>
                  <a:pt x="981075" y="190500"/>
                </a:moveTo>
                <a:lnTo>
                  <a:pt x="990600" y="190500"/>
                </a:lnTo>
                <a:lnTo>
                  <a:pt x="990600" y="200025"/>
                </a:lnTo>
                <a:lnTo>
                  <a:pt x="981075" y="200025"/>
                </a:lnTo>
                <a:close/>
                <a:moveTo>
                  <a:pt x="371475" y="209550"/>
                </a:moveTo>
                <a:lnTo>
                  <a:pt x="381000" y="209550"/>
                </a:lnTo>
                <a:lnTo>
                  <a:pt x="381000" y="247650"/>
                </a:lnTo>
                <a:lnTo>
                  <a:pt x="390525" y="247650"/>
                </a:lnTo>
                <a:lnTo>
                  <a:pt x="390525" y="257175"/>
                </a:lnTo>
                <a:lnTo>
                  <a:pt x="361950" y="257175"/>
                </a:lnTo>
                <a:lnTo>
                  <a:pt x="361950" y="228600"/>
                </a:lnTo>
                <a:lnTo>
                  <a:pt x="371475" y="228600"/>
                </a:lnTo>
                <a:close/>
                <a:moveTo>
                  <a:pt x="657225" y="209550"/>
                </a:moveTo>
                <a:lnTo>
                  <a:pt x="666750" y="209550"/>
                </a:lnTo>
                <a:lnTo>
                  <a:pt x="666750" y="228600"/>
                </a:lnTo>
                <a:lnTo>
                  <a:pt x="657225" y="228600"/>
                </a:lnTo>
                <a:close/>
                <a:moveTo>
                  <a:pt x="1009650" y="219075"/>
                </a:moveTo>
                <a:lnTo>
                  <a:pt x="1019175" y="219075"/>
                </a:lnTo>
                <a:lnTo>
                  <a:pt x="1019175" y="228600"/>
                </a:lnTo>
                <a:lnTo>
                  <a:pt x="1009650" y="228600"/>
                </a:lnTo>
                <a:close/>
                <a:moveTo>
                  <a:pt x="114300" y="228600"/>
                </a:moveTo>
                <a:lnTo>
                  <a:pt x="123825" y="228600"/>
                </a:lnTo>
                <a:lnTo>
                  <a:pt x="123825" y="238125"/>
                </a:lnTo>
                <a:lnTo>
                  <a:pt x="133350" y="238125"/>
                </a:lnTo>
                <a:lnTo>
                  <a:pt x="133350" y="247650"/>
                </a:lnTo>
                <a:lnTo>
                  <a:pt x="123825" y="247650"/>
                </a:lnTo>
                <a:lnTo>
                  <a:pt x="123825" y="257175"/>
                </a:lnTo>
                <a:lnTo>
                  <a:pt x="104775" y="257175"/>
                </a:lnTo>
                <a:lnTo>
                  <a:pt x="104775" y="266700"/>
                </a:lnTo>
                <a:lnTo>
                  <a:pt x="95250" y="266700"/>
                </a:lnTo>
                <a:lnTo>
                  <a:pt x="95250" y="238125"/>
                </a:lnTo>
                <a:lnTo>
                  <a:pt x="114300" y="238125"/>
                </a:lnTo>
                <a:close/>
                <a:moveTo>
                  <a:pt x="438150" y="228600"/>
                </a:moveTo>
                <a:lnTo>
                  <a:pt x="447675" y="228600"/>
                </a:lnTo>
                <a:lnTo>
                  <a:pt x="447675" y="238125"/>
                </a:lnTo>
                <a:lnTo>
                  <a:pt x="438150" y="238125"/>
                </a:lnTo>
                <a:close/>
                <a:moveTo>
                  <a:pt x="1190625" y="228600"/>
                </a:moveTo>
                <a:lnTo>
                  <a:pt x="1200150" y="228600"/>
                </a:lnTo>
                <a:lnTo>
                  <a:pt x="1200150" y="238125"/>
                </a:lnTo>
                <a:lnTo>
                  <a:pt x="1190625" y="238125"/>
                </a:lnTo>
                <a:close/>
                <a:moveTo>
                  <a:pt x="76200" y="238125"/>
                </a:moveTo>
                <a:lnTo>
                  <a:pt x="85725" y="238125"/>
                </a:lnTo>
                <a:lnTo>
                  <a:pt x="85725" y="266700"/>
                </a:lnTo>
                <a:lnTo>
                  <a:pt x="76200" y="266700"/>
                </a:lnTo>
                <a:close/>
                <a:moveTo>
                  <a:pt x="695325" y="247650"/>
                </a:moveTo>
                <a:lnTo>
                  <a:pt x="714375" y="247650"/>
                </a:lnTo>
                <a:lnTo>
                  <a:pt x="714375" y="257175"/>
                </a:lnTo>
                <a:lnTo>
                  <a:pt x="723900" y="257175"/>
                </a:lnTo>
                <a:lnTo>
                  <a:pt x="723900" y="266700"/>
                </a:lnTo>
                <a:lnTo>
                  <a:pt x="733425" y="266700"/>
                </a:lnTo>
                <a:lnTo>
                  <a:pt x="733425" y="257175"/>
                </a:lnTo>
                <a:lnTo>
                  <a:pt x="742950" y="257175"/>
                </a:lnTo>
                <a:lnTo>
                  <a:pt x="742950" y="266700"/>
                </a:lnTo>
                <a:lnTo>
                  <a:pt x="733425" y="266700"/>
                </a:lnTo>
                <a:lnTo>
                  <a:pt x="733425" y="295275"/>
                </a:lnTo>
                <a:lnTo>
                  <a:pt x="723900" y="295275"/>
                </a:lnTo>
                <a:lnTo>
                  <a:pt x="723900" y="304800"/>
                </a:lnTo>
                <a:lnTo>
                  <a:pt x="714375" y="304800"/>
                </a:lnTo>
                <a:lnTo>
                  <a:pt x="714375" y="285750"/>
                </a:lnTo>
                <a:lnTo>
                  <a:pt x="695325" y="285750"/>
                </a:lnTo>
                <a:lnTo>
                  <a:pt x="695325" y="276225"/>
                </a:lnTo>
                <a:lnTo>
                  <a:pt x="676275" y="276225"/>
                </a:lnTo>
                <a:lnTo>
                  <a:pt x="676275" y="266700"/>
                </a:lnTo>
                <a:lnTo>
                  <a:pt x="685800" y="266700"/>
                </a:lnTo>
                <a:lnTo>
                  <a:pt x="685800" y="257175"/>
                </a:lnTo>
                <a:lnTo>
                  <a:pt x="695325" y="257175"/>
                </a:lnTo>
                <a:close/>
                <a:moveTo>
                  <a:pt x="981075" y="257175"/>
                </a:moveTo>
                <a:lnTo>
                  <a:pt x="1009650" y="257175"/>
                </a:lnTo>
                <a:lnTo>
                  <a:pt x="1009650" y="276225"/>
                </a:lnTo>
                <a:lnTo>
                  <a:pt x="990600" y="276225"/>
                </a:lnTo>
                <a:lnTo>
                  <a:pt x="990600" y="266700"/>
                </a:lnTo>
                <a:lnTo>
                  <a:pt x="981075" y="266700"/>
                </a:lnTo>
                <a:close/>
                <a:moveTo>
                  <a:pt x="1133475" y="276225"/>
                </a:moveTo>
                <a:lnTo>
                  <a:pt x="1143000" y="276225"/>
                </a:lnTo>
                <a:lnTo>
                  <a:pt x="1143000" y="285750"/>
                </a:lnTo>
                <a:lnTo>
                  <a:pt x="1162050" y="285750"/>
                </a:lnTo>
                <a:lnTo>
                  <a:pt x="1162050" y="295275"/>
                </a:lnTo>
                <a:lnTo>
                  <a:pt x="1181100" y="295275"/>
                </a:lnTo>
                <a:lnTo>
                  <a:pt x="1181100" y="304800"/>
                </a:lnTo>
                <a:lnTo>
                  <a:pt x="1171575" y="304800"/>
                </a:lnTo>
                <a:lnTo>
                  <a:pt x="1171575" y="361950"/>
                </a:lnTo>
                <a:lnTo>
                  <a:pt x="1209675" y="361950"/>
                </a:lnTo>
                <a:lnTo>
                  <a:pt x="1209675" y="409575"/>
                </a:lnTo>
                <a:lnTo>
                  <a:pt x="1200150" y="409575"/>
                </a:lnTo>
                <a:lnTo>
                  <a:pt x="1200150" y="400050"/>
                </a:lnTo>
                <a:lnTo>
                  <a:pt x="1171575" y="400050"/>
                </a:lnTo>
                <a:lnTo>
                  <a:pt x="1171575" y="409575"/>
                </a:lnTo>
                <a:lnTo>
                  <a:pt x="1162050" y="409575"/>
                </a:lnTo>
                <a:lnTo>
                  <a:pt x="1162050" y="419100"/>
                </a:lnTo>
                <a:lnTo>
                  <a:pt x="1152525" y="419100"/>
                </a:lnTo>
                <a:lnTo>
                  <a:pt x="1152525" y="381000"/>
                </a:lnTo>
                <a:lnTo>
                  <a:pt x="1123950" y="381000"/>
                </a:lnTo>
                <a:lnTo>
                  <a:pt x="1123950" y="400050"/>
                </a:lnTo>
                <a:lnTo>
                  <a:pt x="1114425" y="400050"/>
                </a:lnTo>
                <a:lnTo>
                  <a:pt x="1114425" y="409575"/>
                </a:lnTo>
                <a:lnTo>
                  <a:pt x="1133475" y="409575"/>
                </a:lnTo>
                <a:lnTo>
                  <a:pt x="1133475" y="438150"/>
                </a:lnTo>
                <a:lnTo>
                  <a:pt x="1104900" y="438150"/>
                </a:lnTo>
                <a:lnTo>
                  <a:pt x="1104900" y="457200"/>
                </a:lnTo>
                <a:lnTo>
                  <a:pt x="1114425" y="457200"/>
                </a:lnTo>
                <a:lnTo>
                  <a:pt x="1114425" y="466725"/>
                </a:lnTo>
                <a:lnTo>
                  <a:pt x="1104900" y="466725"/>
                </a:lnTo>
                <a:lnTo>
                  <a:pt x="1104900" y="476250"/>
                </a:lnTo>
                <a:lnTo>
                  <a:pt x="1095375" y="476250"/>
                </a:lnTo>
                <a:lnTo>
                  <a:pt x="1095375" y="419100"/>
                </a:lnTo>
                <a:lnTo>
                  <a:pt x="1085850" y="419100"/>
                </a:lnTo>
                <a:lnTo>
                  <a:pt x="1085850" y="400050"/>
                </a:lnTo>
                <a:lnTo>
                  <a:pt x="1095375" y="400050"/>
                </a:lnTo>
                <a:lnTo>
                  <a:pt x="1095375" y="314325"/>
                </a:lnTo>
                <a:lnTo>
                  <a:pt x="1104900" y="314325"/>
                </a:lnTo>
                <a:lnTo>
                  <a:pt x="1104900" y="323850"/>
                </a:lnTo>
                <a:lnTo>
                  <a:pt x="1123950" y="323850"/>
                </a:lnTo>
                <a:lnTo>
                  <a:pt x="1123950" y="333375"/>
                </a:lnTo>
                <a:lnTo>
                  <a:pt x="1152525" y="333375"/>
                </a:lnTo>
                <a:lnTo>
                  <a:pt x="1152525" y="342900"/>
                </a:lnTo>
                <a:lnTo>
                  <a:pt x="1162050" y="342900"/>
                </a:lnTo>
                <a:lnTo>
                  <a:pt x="1162050" y="323850"/>
                </a:lnTo>
                <a:lnTo>
                  <a:pt x="1152525" y="323850"/>
                </a:lnTo>
                <a:lnTo>
                  <a:pt x="1152525" y="304800"/>
                </a:lnTo>
                <a:lnTo>
                  <a:pt x="1123950" y="304800"/>
                </a:lnTo>
                <a:lnTo>
                  <a:pt x="1123950" y="295275"/>
                </a:lnTo>
                <a:lnTo>
                  <a:pt x="1114425" y="295275"/>
                </a:lnTo>
                <a:lnTo>
                  <a:pt x="1114425" y="285750"/>
                </a:lnTo>
                <a:lnTo>
                  <a:pt x="1133475" y="285750"/>
                </a:lnTo>
                <a:close/>
                <a:moveTo>
                  <a:pt x="1200150" y="276225"/>
                </a:moveTo>
                <a:lnTo>
                  <a:pt x="1209675" y="276225"/>
                </a:lnTo>
                <a:lnTo>
                  <a:pt x="1209675" y="304800"/>
                </a:lnTo>
                <a:lnTo>
                  <a:pt x="1190625" y="304800"/>
                </a:lnTo>
                <a:lnTo>
                  <a:pt x="1190625" y="285750"/>
                </a:lnTo>
                <a:lnTo>
                  <a:pt x="1200150" y="285750"/>
                </a:lnTo>
                <a:close/>
                <a:moveTo>
                  <a:pt x="76200" y="285750"/>
                </a:moveTo>
                <a:lnTo>
                  <a:pt x="85725" y="285750"/>
                </a:lnTo>
                <a:lnTo>
                  <a:pt x="85725" y="304800"/>
                </a:lnTo>
                <a:lnTo>
                  <a:pt x="76200" y="304800"/>
                </a:lnTo>
                <a:close/>
                <a:moveTo>
                  <a:pt x="733425" y="304800"/>
                </a:moveTo>
                <a:lnTo>
                  <a:pt x="742950" y="304800"/>
                </a:lnTo>
                <a:lnTo>
                  <a:pt x="742950" y="342900"/>
                </a:lnTo>
                <a:lnTo>
                  <a:pt x="733425" y="342900"/>
                </a:lnTo>
                <a:close/>
                <a:moveTo>
                  <a:pt x="76200" y="352425"/>
                </a:moveTo>
                <a:lnTo>
                  <a:pt x="85725" y="352425"/>
                </a:lnTo>
                <a:lnTo>
                  <a:pt x="85725" y="371475"/>
                </a:lnTo>
                <a:lnTo>
                  <a:pt x="76200" y="371475"/>
                </a:lnTo>
                <a:close/>
                <a:moveTo>
                  <a:pt x="1104900" y="361950"/>
                </a:moveTo>
                <a:lnTo>
                  <a:pt x="1114425" y="361950"/>
                </a:lnTo>
                <a:lnTo>
                  <a:pt x="1114425" y="352425"/>
                </a:lnTo>
                <a:lnTo>
                  <a:pt x="1104900" y="352425"/>
                </a:lnTo>
                <a:close/>
                <a:moveTo>
                  <a:pt x="657225" y="371475"/>
                </a:moveTo>
                <a:lnTo>
                  <a:pt x="676275" y="371475"/>
                </a:lnTo>
                <a:lnTo>
                  <a:pt x="676275" y="400050"/>
                </a:lnTo>
                <a:lnTo>
                  <a:pt x="657225" y="400050"/>
                </a:lnTo>
                <a:lnTo>
                  <a:pt x="657225" y="409575"/>
                </a:lnTo>
                <a:lnTo>
                  <a:pt x="638175" y="409575"/>
                </a:lnTo>
                <a:lnTo>
                  <a:pt x="638175" y="400050"/>
                </a:lnTo>
                <a:lnTo>
                  <a:pt x="647700" y="400050"/>
                </a:lnTo>
                <a:lnTo>
                  <a:pt x="647700" y="390525"/>
                </a:lnTo>
                <a:lnTo>
                  <a:pt x="657225" y="390525"/>
                </a:lnTo>
                <a:close/>
                <a:moveTo>
                  <a:pt x="76200" y="390525"/>
                </a:moveTo>
                <a:lnTo>
                  <a:pt x="85725" y="390525"/>
                </a:lnTo>
                <a:lnTo>
                  <a:pt x="85725" y="419100"/>
                </a:lnTo>
                <a:lnTo>
                  <a:pt x="76200" y="419100"/>
                </a:lnTo>
                <a:close/>
                <a:moveTo>
                  <a:pt x="1181100" y="409575"/>
                </a:moveTo>
                <a:lnTo>
                  <a:pt x="1200150" y="409575"/>
                </a:lnTo>
                <a:lnTo>
                  <a:pt x="1200150" y="419100"/>
                </a:lnTo>
                <a:lnTo>
                  <a:pt x="1181100" y="419100"/>
                </a:lnTo>
                <a:close/>
                <a:moveTo>
                  <a:pt x="904875" y="419100"/>
                </a:moveTo>
                <a:lnTo>
                  <a:pt x="933450" y="419100"/>
                </a:lnTo>
                <a:lnTo>
                  <a:pt x="933450" y="428625"/>
                </a:lnTo>
                <a:lnTo>
                  <a:pt x="962025" y="428625"/>
                </a:lnTo>
                <a:lnTo>
                  <a:pt x="962025" y="438150"/>
                </a:lnTo>
                <a:lnTo>
                  <a:pt x="952500" y="438150"/>
                </a:lnTo>
                <a:lnTo>
                  <a:pt x="952500" y="466725"/>
                </a:lnTo>
                <a:lnTo>
                  <a:pt x="933450" y="466725"/>
                </a:lnTo>
                <a:lnTo>
                  <a:pt x="933450" y="457200"/>
                </a:lnTo>
                <a:lnTo>
                  <a:pt x="923925" y="457200"/>
                </a:lnTo>
                <a:lnTo>
                  <a:pt x="923925" y="447675"/>
                </a:lnTo>
                <a:lnTo>
                  <a:pt x="904875" y="447675"/>
                </a:lnTo>
                <a:close/>
                <a:moveTo>
                  <a:pt x="352425" y="428625"/>
                </a:moveTo>
                <a:lnTo>
                  <a:pt x="361950" y="428625"/>
                </a:lnTo>
                <a:lnTo>
                  <a:pt x="361950" y="447675"/>
                </a:lnTo>
                <a:lnTo>
                  <a:pt x="352425" y="447675"/>
                </a:lnTo>
                <a:close/>
                <a:moveTo>
                  <a:pt x="400050" y="428625"/>
                </a:moveTo>
                <a:lnTo>
                  <a:pt x="419100" y="428625"/>
                </a:lnTo>
                <a:lnTo>
                  <a:pt x="419100" y="447675"/>
                </a:lnTo>
                <a:lnTo>
                  <a:pt x="390525" y="447675"/>
                </a:lnTo>
                <a:lnTo>
                  <a:pt x="390525" y="438150"/>
                </a:lnTo>
                <a:lnTo>
                  <a:pt x="400050" y="438150"/>
                </a:lnTo>
                <a:close/>
                <a:moveTo>
                  <a:pt x="447675" y="428625"/>
                </a:moveTo>
                <a:lnTo>
                  <a:pt x="457200" y="428625"/>
                </a:lnTo>
                <a:lnTo>
                  <a:pt x="457200" y="438150"/>
                </a:lnTo>
                <a:lnTo>
                  <a:pt x="466725" y="438150"/>
                </a:lnTo>
                <a:lnTo>
                  <a:pt x="466725" y="428625"/>
                </a:lnTo>
                <a:lnTo>
                  <a:pt x="495300" y="428625"/>
                </a:lnTo>
                <a:lnTo>
                  <a:pt x="495300" y="438150"/>
                </a:lnTo>
                <a:lnTo>
                  <a:pt x="504825" y="438150"/>
                </a:lnTo>
                <a:lnTo>
                  <a:pt x="504825" y="447675"/>
                </a:lnTo>
                <a:lnTo>
                  <a:pt x="476250" y="447675"/>
                </a:lnTo>
                <a:lnTo>
                  <a:pt x="476250" y="438150"/>
                </a:lnTo>
                <a:lnTo>
                  <a:pt x="466725" y="438150"/>
                </a:lnTo>
                <a:lnTo>
                  <a:pt x="466725" y="457200"/>
                </a:lnTo>
                <a:lnTo>
                  <a:pt x="457200" y="457200"/>
                </a:lnTo>
                <a:lnTo>
                  <a:pt x="457200" y="466725"/>
                </a:lnTo>
                <a:lnTo>
                  <a:pt x="476250" y="466725"/>
                </a:lnTo>
                <a:lnTo>
                  <a:pt x="476250" y="476250"/>
                </a:lnTo>
                <a:lnTo>
                  <a:pt x="466725" y="476250"/>
                </a:lnTo>
                <a:lnTo>
                  <a:pt x="466725" y="485775"/>
                </a:lnTo>
                <a:lnTo>
                  <a:pt x="476250" y="485775"/>
                </a:lnTo>
                <a:lnTo>
                  <a:pt x="476250" y="504825"/>
                </a:lnTo>
                <a:lnTo>
                  <a:pt x="466725" y="504825"/>
                </a:lnTo>
                <a:lnTo>
                  <a:pt x="466725" y="523875"/>
                </a:lnTo>
                <a:lnTo>
                  <a:pt x="457200" y="523875"/>
                </a:lnTo>
                <a:lnTo>
                  <a:pt x="457200" y="504825"/>
                </a:lnTo>
                <a:lnTo>
                  <a:pt x="447675" y="504825"/>
                </a:lnTo>
                <a:lnTo>
                  <a:pt x="447675" y="514350"/>
                </a:lnTo>
                <a:lnTo>
                  <a:pt x="428625" y="514350"/>
                </a:lnTo>
                <a:lnTo>
                  <a:pt x="428625" y="533400"/>
                </a:lnTo>
                <a:lnTo>
                  <a:pt x="419100" y="533400"/>
                </a:lnTo>
                <a:lnTo>
                  <a:pt x="419100" y="514350"/>
                </a:lnTo>
                <a:lnTo>
                  <a:pt x="409575" y="514350"/>
                </a:lnTo>
                <a:lnTo>
                  <a:pt x="409575" y="504825"/>
                </a:lnTo>
                <a:lnTo>
                  <a:pt x="400050" y="504825"/>
                </a:lnTo>
                <a:lnTo>
                  <a:pt x="400050" y="495300"/>
                </a:lnTo>
                <a:lnTo>
                  <a:pt x="390525" y="495300"/>
                </a:lnTo>
                <a:lnTo>
                  <a:pt x="390525" y="485775"/>
                </a:lnTo>
                <a:lnTo>
                  <a:pt x="381000" y="485775"/>
                </a:lnTo>
                <a:lnTo>
                  <a:pt x="381000" y="476250"/>
                </a:lnTo>
                <a:lnTo>
                  <a:pt x="371475" y="476250"/>
                </a:lnTo>
                <a:lnTo>
                  <a:pt x="371475" y="457200"/>
                </a:lnTo>
                <a:lnTo>
                  <a:pt x="400050" y="457200"/>
                </a:lnTo>
                <a:lnTo>
                  <a:pt x="400050" y="466725"/>
                </a:lnTo>
                <a:lnTo>
                  <a:pt x="409575" y="466725"/>
                </a:lnTo>
                <a:lnTo>
                  <a:pt x="409575" y="485775"/>
                </a:lnTo>
                <a:lnTo>
                  <a:pt x="400050" y="485775"/>
                </a:lnTo>
                <a:lnTo>
                  <a:pt x="400050" y="495300"/>
                </a:lnTo>
                <a:lnTo>
                  <a:pt x="457200" y="495300"/>
                </a:lnTo>
                <a:lnTo>
                  <a:pt x="457200" y="485775"/>
                </a:lnTo>
                <a:lnTo>
                  <a:pt x="447675" y="485775"/>
                </a:lnTo>
                <a:close/>
                <a:moveTo>
                  <a:pt x="771525" y="428625"/>
                </a:moveTo>
                <a:lnTo>
                  <a:pt x="809625" y="428625"/>
                </a:lnTo>
                <a:lnTo>
                  <a:pt x="809625" y="438150"/>
                </a:lnTo>
                <a:lnTo>
                  <a:pt x="800100" y="438150"/>
                </a:lnTo>
                <a:lnTo>
                  <a:pt x="800100" y="447675"/>
                </a:lnTo>
                <a:lnTo>
                  <a:pt x="790575" y="447675"/>
                </a:lnTo>
                <a:lnTo>
                  <a:pt x="790575" y="457200"/>
                </a:lnTo>
                <a:lnTo>
                  <a:pt x="800100" y="457200"/>
                </a:lnTo>
                <a:lnTo>
                  <a:pt x="800100" y="485775"/>
                </a:lnTo>
                <a:lnTo>
                  <a:pt x="809625" y="485775"/>
                </a:lnTo>
                <a:lnTo>
                  <a:pt x="809625" y="504825"/>
                </a:lnTo>
                <a:lnTo>
                  <a:pt x="800100" y="504825"/>
                </a:lnTo>
                <a:lnTo>
                  <a:pt x="800100" y="514350"/>
                </a:lnTo>
                <a:lnTo>
                  <a:pt x="752475" y="514350"/>
                </a:lnTo>
                <a:lnTo>
                  <a:pt x="752475" y="523875"/>
                </a:lnTo>
                <a:lnTo>
                  <a:pt x="723900" y="523875"/>
                </a:lnTo>
                <a:lnTo>
                  <a:pt x="723900" y="533400"/>
                </a:lnTo>
                <a:lnTo>
                  <a:pt x="714375" y="533400"/>
                </a:lnTo>
                <a:lnTo>
                  <a:pt x="714375" y="552450"/>
                </a:lnTo>
                <a:lnTo>
                  <a:pt x="695325" y="552450"/>
                </a:lnTo>
                <a:lnTo>
                  <a:pt x="695325" y="533400"/>
                </a:lnTo>
                <a:lnTo>
                  <a:pt x="685800" y="533400"/>
                </a:lnTo>
                <a:lnTo>
                  <a:pt x="685800" y="523875"/>
                </a:lnTo>
                <a:lnTo>
                  <a:pt x="695325" y="523875"/>
                </a:lnTo>
                <a:lnTo>
                  <a:pt x="695325" y="514350"/>
                </a:lnTo>
                <a:lnTo>
                  <a:pt x="714375" y="514350"/>
                </a:lnTo>
                <a:lnTo>
                  <a:pt x="714375" y="504825"/>
                </a:lnTo>
                <a:lnTo>
                  <a:pt x="723900" y="504825"/>
                </a:lnTo>
                <a:lnTo>
                  <a:pt x="723900" y="514350"/>
                </a:lnTo>
                <a:lnTo>
                  <a:pt x="742950" y="514350"/>
                </a:lnTo>
                <a:lnTo>
                  <a:pt x="742950" y="495300"/>
                </a:lnTo>
                <a:lnTo>
                  <a:pt x="733425" y="495300"/>
                </a:lnTo>
                <a:lnTo>
                  <a:pt x="733425" y="485775"/>
                </a:lnTo>
                <a:lnTo>
                  <a:pt x="723900" y="485775"/>
                </a:lnTo>
                <a:lnTo>
                  <a:pt x="723900" y="476250"/>
                </a:lnTo>
                <a:lnTo>
                  <a:pt x="752475" y="476250"/>
                </a:lnTo>
                <a:lnTo>
                  <a:pt x="752475" y="504825"/>
                </a:lnTo>
                <a:lnTo>
                  <a:pt x="762000" y="504825"/>
                </a:lnTo>
                <a:lnTo>
                  <a:pt x="762000" y="495300"/>
                </a:lnTo>
                <a:lnTo>
                  <a:pt x="771525" y="495300"/>
                </a:lnTo>
                <a:lnTo>
                  <a:pt x="771525" y="466725"/>
                </a:lnTo>
                <a:lnTo>
                  <a:pt x="742950" y="466725"/>
                </a:lnTo>
                <a:lnTo>
                  <a:pt x="742950" y="457200"/>
                </a:lnTo>
                <a:lnTo>
                  <a:pt x="762000" y="457200"/>
                </a:lnTo>
                <a:lnTo>
                  <a:pt x="762000" y="447675"/>
                </a:lnTo>
                <a:lnTo>
                  <a:pt x="752475" y="447675"/>
                </a:lnTo>
                <a:lnTo>
                  <a:pt x="752475" y="438150"/>
                </a:lnTo>
                <a:lnTo>
                  <a:pt x="771525" y="438150"/>
                </a:lnTo>
                <a:close/>
                <a:moveTo>
                  <a:pt x="1171575" y="428625"/>
                </a:moveTo>
                <a:lnTo>
                  <a:pt x="1190625" y="428625"/>
                </a:lnTo>
                <a:lnTo>
                  <a:pt x="1190625" y="438150"/>
                </a:lnTo>
                <a:lnTo>
                  <a:pt x="1171575" y="438150"/>
                </a:lnTo>
                <a:close/>
                <a:moveTo>
                  <a:pt x="1143000" y="447675"/>
                </a:moveTo>
                <a:lnTo>
                  <a:pt x="1152525" y="447675"/>
                </a:lnTo>
                <a:lnTo>
                  <a:pt x="1152525" y="457200"/>
                </a:lnTo>
                <a:lnTo>
                  <a:pt x="1162050" y="457200"/>
                </a:lnTo>
                <a:lnTo>
                  <a:pt x="1162050" y="447675"/>
                </a:lnTo>
                <a:lnTo>
                  <a:pt x="1171575" y="447675"/>
                </a:lnTo>
                <a:lnTo>
                  <a:pt x="1171575" y="466725"/>
                </a:lnTo>
                <a:lnTo>
                  <a:pt x="1162050" y="466725"/>
                </a:lnTo>
                <a:lnTo>
                  <a:pt x="1162050" y="485775"/>
                </a:lnTo>
                <a:lnTo>
                  <a:pt x="1152525" y="485775"/>
                </a:lnTo>
                <a:lnTo>
                  <a:pt x="1152525" y="476250"/>
                </a:lnTo>
                <a:lnTo>
                  <a:pt x="1133475" y="476250"/>
                </a:lnTo>
                <a:lnTo>
                  <a:pt x="1133475" y="466725"/>
                </a:lnTo>
                <a:lnTo>
                  <a:pt x="1143000" y="466725"/>
                </a:lnTo>
                <a:close/>
                <a:moveTo>
                  <a:pt x="104775" y="466725"/>
                </a:moveTo>
                <a:lnTo>
                  <a:pt x="133350" y="466725"/>
                </a:lnTo>
                <a:lnTo>
                  <a:pt x="133350" y="476250"/>
                </a:lnTo>
                <a:lnTo>
                  <a:pt x="123825" y="476250"/>
                </a:lnTo>
                <a:lnTo>
                  <a:pt x="123825" y="485775"/>
                </a:lnTo>
                <a:lnTo>
                  <a:pt x="114300" y="485775"/>
                </a:lnTo>
                <a:lnTo>
                  <a:pt x="114300" y="476250"/>
                </a:lnTo>
                <a:lnTo>
                  <a:pt x="104775" y="476250"/>
                </a:lnTo>
                <a:close/>
                <a:moveTo>
                  <a:pt x="1200150" y="466725"/>
                </a:moveTo>
                <a:lnTo>
                  <a:pt x="1209675" y="466725"/>
                </a:lnTo>
                <a:lnTo>
                  <a:pt x="1209675" y="485775"/>
                </a:lnTo>
                <a:lnTo>
                  <a:pt x="1200150" y="485775"/>
                </a:lnTo>
                <a:close/>
                <a:moveTo>
                  <a:pt x="904875" y="476250"/>
                </a:moveTo>
                <a:lnTo>
                  <a:pt x="914400" y="476250"/>
                </a:lnTo>
                <a:lnTo>
                  <a:pt x="914400" y="485775"/>
                </a:lnTo>
                <a:lnTo>
                  <a:pt x="904875" y="485775"/>
                </a:lnTo>
                <a:close/>
                <a:moveTo>
                  <a:pt x="1171575" y="476250"/>
                </a:moveTo>
                <a:lnTo>
                  <a:pt x="1181100" y="476250"/>
                </a:lnTo>
                <a:lnTo>
                  <a:pt x="1181100" y="485775"/>
                </a:lnTo>
                <a:lnTo>
                  <a:pt x="1171575" y="485775"/>
                </a:lnTo>
                <a:close/>
                <a:moveTo>
                  <a:pt x="914400" y="485775"/>
                </a:moveTo>
                <a:lnTo>
                  <a:pt x="923925" y="485775"/>
                </a:lnTo>
                <a:lnTo>
                  <a:pt x="923925" y="495300"/>
                </a:lnTo>
                <a:lnTo>
                  <a:pt x="914400" y="495300"/>
                </a:lnTo>
                <a:close/>
                <a:moveTo>
                  <a:pt x="1095375" y="514350"/>
                </a:moveTo>
                <a:lnTo>
                  <a:pt x="1114425" y="514350"/>
                </a:lnTo>
                <a:lnTo>
                  <a:pt x="1114425" y="523875"/>
                </a:lnTo>
                <a:lnTo>
                  <a:pt x="1104900" y="523875"/>
                </a:lnTo>
                <a:lnTo>
                  <a:pt x="1104900" y="542925"/>
                </a:lnTo>
                <a:lnTo>
                  <a:pt x="1095375" y="542925"/>
                </a:lnTo>
                <a:close/>
                <a:moveTo>
                  <a:pt x="781050" y="523875"/>
                </a:moveTo>
                <a:lnTo>
                  <a:pt x="800100" y="523875"/>
                </a:lnTo>
                <a:lnTo>
                  <a:pt x="800100" y="533400"/>
                </a:lnTo>
                <a:lnTo>
                  <a:pt x="781050" y="533400"/>
                </a:lnTo>
                <a:close/>
                <a:moveTo>
                  <a:pt x="1143000" y="523875"/>
                </a:moveTo>
                <a:lnTo>
                  <a:pt x="1152525" y="523875"/>
                </a:lnTo>
                <a:lnTo>
                  <a:pt x="1152525" y="542925"/>
                </a:lnTo>
                <a:lnTo>
                  <a:pt x="1143000" y="542925"/>
                </a:lnTo>
                <a:close/>
                <a:moveTo>
                  <a:pt x="76200" y="533400"/>
                </a:moveTo>
                <a:lnTo>
                  <a:pt x="85725" y="533400"/>
                </a:lnTo>
                <a:lnTo>
                  <a:pt x="85725" y="542925"/>
                </a:lnTo>
                <a:lnTo>
                  <a:pt x="76200" y="542925"/>
                </a:lnTo>
                <a:close/>
                <a:moveTo>
                  <a:pt x="95250" y="533400"/>
                </a:moveTo>
                <a:lnTo>
                  <a:pt x="104775" y="533400"/>
                </a:lnTo>
                <a:lnTo>
                  <a:pt x="104775" y="542925"/>
                </a:lnTo>
                <a:lnTo>
                  <a:pt x="95250" y="542925"/>
                </a:lnTo>
                <a:close/>
                <a:moveTo>
                  <a:pt x="1019175" y="533400"/>
                </a:moveTo>
                <a:lnTo>
                  <a:pt x="1028700" y="533400"/>
                </a:lnTo>
                <a:lnTo>
                  <a:pt x="1028700" y="542925"/>
                </a:lnTo>
                <a:lnTo>
                  <a:pt x="1019175" y="542925"/>
                </a:lnTo>
                <a:close/>
                <a:moveTo>
                  <a:pt x="19050" y="542925"/>
                </a:moveTo>
                <a:lnTo>
                  <a:pt x="28575" y="542925"/>
                </a:lnTo>
                <a:lnTo>
                  <a:pt x="28575" y="561975"/>
                </a:lnTo>
                <a:lnTo>
                  <a:pt x="19050" y="561975"/>
                </a:lnTo>
                <a:close/>
                <a:moveTo>
                  <a:pt x="1123950" y="561975"/>
                </a:moveTo>
                <a:lnTo>
                  <a:pt x="1133475" y="561975"/>
                </a:lnTo>
                <a:lnTo>
                  <a:pt x="1133475" y="590550"/>
                </a:lnTo>
                <a:lnTo>
                  <a:pt x="1114425" y="590550"/>
                </a:lnTo>
                <a:lnTo>
                  <a:pt x="1114425" y="581025"/>
                </a:lnTo>
                <a:lnTo>
                  <a:pt x="1123950" y="581025"/>
                </a:lnTo>
                <a:close/>
                <a:moveTo>
                  <a:pt x="1190625" y="561975"/>
                </a:moveTo>
                <a:lnTo>
                  <a:pt x="1209675" y="561975"/>
                </a:lnTo>
                <a:lnTo>
                  <a:pt x="1209675" y="571500"/>
                </a:lnTo>
                <a:lnTo>
                  <a:pt x="1190625" y="571500"/>
                </a:lnTo>
                <a:close/>
                <a:moveTo>
                  <a:pt x="676275" y="600075"/>
                </a:moveTo>
                <a:lnTo>
                  <a:pt x="685800" y="600075"/>
                </a:lnTo>
                <a:lnTo>
                  <a:pt x="685800" y="609600"/>
                </a:lnTo>
                <a:lnTo>
                  <a:pt x="676275" y="609600"/>
                </a:lnTo>
                <a:close/>
                <a:moveTo>
                  <a:pt x="695325" y="600075"/>
                </a:moveTo>
                <a:lnTo>
                  <a:pt x="704850" y="600075"/>
                </a:lnTo>
                <a:lnTo>
                  <a:pt x="704850" y="609600"/>
                </a:lnTo>
                <a:lnTo>
                  <a:pt x="695325" y="609600"/>
                </a:lnTo>
                <a:close/>
                <a:moveTo>
                  <a:pt x="685800" y="609600"/>
                </a:moveTo>
                <a:lnTo>
                  <a:pt x="695325" y="609600"/>
                </a:lnTo>
                <a:lnTo>
                  <a:pt x="695325" y="619125"/>
                </a:lnTo>
                <a:lnTo>
                  <a:pt x="723900" y="619125"/>
                </a:lnTo>
                <a:lnTo>
                  <a:pt x="723900" y="628650"/>
                </a:lnTo>
                <a:lnTo>
                  <a:pt x="733425" y="628650"/>
                </a:lnTo>
                <a:lnTo>
                  <a:pt x="733425" y="638175"/>
                </a:lnTo>
                <a:lnTo>
                  <a:pt x="742950" y="638175"/>
                </a:lnTo>
                <a:lnTo>
                  <a:pt x="742950" y="657225"/>
                </a:lnTo>
                <a:lnTo>
                  <a:pt x="762000" y="657225"/>
                </a:lnTo>
                <a:lnTo>
                  <a:pt x="762000" y="666750"/>
                </a:lnTo>
                <a:lnTo>
                  <a:pt x="771525" y="666750"/>
                </a:lnTo>
                <a:lnTo>
                  <a:pt x="771525" y="657225"/>
                </a:lnTo>
                <a:lnTo>
                  <a:pt x="781050" y="657225"/>
                </a:lnTo>
                <a:lnTo>
                  <a:pt x="781050" y="666750"/>
                </a:lnTo>
                <a:lnTo>
                  <a:pt x="771525" y="666750"/>
                </a:lnTo>
                <a:lnTo>
                  <a:pt x="771525" y="685800"/>
                </a:lnTo>
                <a:lnTo>
                  <a:pt x="742950" y="685800"/>
                </a:lnTo>
                <a:lnTo>
                  <a:pt x="742950" y="676275"/>
                </a:lnTo>
                <a:lnTo>
                  <a:pt x="704850" y="676275"/>
                </a:lnTo>
                <a:lnTo>
                  <a:pt x="704850" y="666750"/>
                </a:lnTo>
                <a:lnTo>
                  <a:pt x="723900" y="666750"/>
                </a:lnTo>
                <a:lnTo>
                  <a:pt x="723900" y="657225"/>
                </a:lnTo>
                <a:lnTo>
                  <a:pt x="676275" y="657225"/>
                </a:lnTo>
                <a:lnTo>
                  <a:pt x="676275" y="666750"/>
                </a:lnTo>
                <a:lnTo>
                  <a:pt x="666750" y="666750"/>
                </a:lnTo>
                <a:lnTo>
                  <a:pt x="666750" y="657225"/>
                </a:lnTo>
                <a:lnTo>
                  <a:pt x="628650" y="657225"/>
                </a:lnTo>
                <a:lnTo>
                  <a:pt x="628650" y="647700"/>
                </a:lnTo>
                <a:lnTo>
                  <a:pt x="647700" y="647700"/>
                </a:lnTo>
                <a:lnTo>
                  <a:pt x="647700" y="638175"/>
                </a:lnTo>
                <a:lnTo>
                  <a:pt x="666750" y="638175"/>
                </a:lnTo>
                <a:lnTo>
                  <a:pt x="666750" y="628650"/>
                </a:lnTo>
                <a:lnTo>
                  <a:pt x="657225" y="628650"/>
                </a:lnTo>
                <a:lnTo>
                  <a:pt x="657225" y="619125"/>
                </a:lnTo>
                <a:lnTo>
                  <a:pt x="685800" y="619125"/>
                </a:lnTo>
                <a:close/>
                <a:moveTo>
                  <a:pt x="476250" y="647700"/>
                </a:moveTo>
                <a:lnTo>
                  <a:pt x="504825" y="647700"/>
                </a:lnTo>
                <a:lnTo>
                  <a:pt x="504825" y="657225"/>
                </a:lnTo>
                <a:lnTo>
                  <a:pt x="523875" y="657225"/>
                </a:lnTo>
                <a:lnTo>
                  <a:pt x="523875" y="666750"/>
                </a:lnTo>
                <a:lnTo>
                  <a:pt x="504825" y="666750"/>
                </a:lnTo>
                <a:lnTo>
                  <a:pt x="504825" y="676275"/>
                </a:lnTo>
                <a:lnTo>
                  <a:pt x="495300" y="676275"/>
                </a:lnTo>
                <a:lnTo>
                  <a:pt x="495300" y="685800"/>
                </a:lnTo>
                <a:lnTo>
                  <a:pt x="457200" y="685800"/>
                </a:lnTo>
                <a:lnTo>
                  <a:pt x="457200" y="676275"/>
                </a:lnTo>
                <a:lnTo>
                  <a:pt x="476250" y="676275"/>
                </a:lnTo>
                <a:lnTo>
                  <a:pt x="476250" y="666750"/>
                </a:lnTo>
                <a:lnTo>
                  <a:pt x="466725" y="666750"/>
                </a:lnTo>
                <a:lnTo>
                  <a:pt x="466725" y="657225"/>
                </a:lnTo>
                <a:lnTo>
                  <a:pt x="476250" y="657225"/>
                </a:lnTo>
                <a:close/>
                <a:moveTo>
                  <a:pt x="800100" y="647700"/>
                </a:moveTo>
                <a:lnTo>
                  <a:pt x="847725" y="647700"/>
                </a:lnTo>
                <a:lnTo>
                  <a:pt x="847725" y="666750"/>
                </a:lnTo>
                <a:lnTo>
                  <a:pt x="790575" y="666750"/>
                </a:lnTo>
                <a:lnTo>
                  <a:pt x="790575" y="657225"/>
                </a:lnTo>
                <a:lnTo>
                  <a:pt x="800100" y="657225"/>
                </a:lnTo>
                <a:close/>
                <a:moveTo>
                  <a:pt x="933450" y="647700"/>
                </a:moveTo>
                <a:lnTo>
                  <a:pt x="942975" y="647700"/>
                </a:lnTo>
                <a:lnTo>
                  <a:pt x="942975" y="657225"/>
                </a:lnTo>
                <a:lnTo>
                  <a:pt x="933450" y="657225"/>
                </a:lnTo>
                <a:close/>
                <a:moveTo>
                  <a:pt x="981075" y="647700"/>
                </a:moveTo>
                <a:lnTo>
                  <a:pt x="990600" y="647700"/>
                </a:lnTo>
                <a:lnTo>
                  <a:pt x="990600" y="666750"/>
                </a:lnTo>
                <a:lnTo>
                  <a:pt x="971550" y="666750"/>
                </a:lnTo>
                <a:lnTo>
                  <a:pt x="971550" y="657225"/>
                </a:lnTo>
                <a:lnTo>
                  <a:pt x="981075" y="657225"/>
                </a:lnTo>
                <a:close/>
                <a:moveTo>
                  <a:pt x="1000125" y="647700"/>
                </a:moveTo>
                <a:lnTo>
                  <a:pt x="1009650" y="647700"/>
                </a:lnTo>
                <a:lnTo>
                  <a:pt x="1009650" y="657225"/>
                </a:lnTo>
                <a:lnTo>
                  <a:pt x="1000125" y="657225"/>
                </a:lnTo>
                <a:close/>
                <a:moveTo>
                  <a:pt x="571500" y="657225"/>
                </a:moveTo>
                <a:lnTo>
                  <a:pt x="628650" y="657225"/>
                </a:lnTo>
                <a:lnTo>
                  <a:pt x="628650" y="666750"/>
                </a:lnTo>
                <a:lnTo>
                  <a:pt x="571500" y="666750"/>
                </a:lnTo>
                <a:close/>
                <a:moveTo>
                  <a:pt x="866775" y="657225"/>
                </a:moveTo>
                <a:lnTo>
                  <a:pt x="885825" y="657225"/>
                </a:lnTo>
                <a:lnTo>
                  <a:pt x="885825" y="666750"/>
                </a:lnTo>
                <a:lnTo>
                  <a:pt x="866775" y="666750"/>
                </a:lnTo>
                <a:close/>
                <a:moveTo>
                  <a:pt x="647700" y="666750"/>
                </a:moveTo>
                <a:lnTo>
                  <a:pt x="657225" y="666750"/>
                </a:lnTo>
                <a:lnTo>
                  <a:pt x="657225" y="676275"/>
                </a:lnTo>
                <a:lnTo>
                  <a:pt x="647700" y="676275"/>
                </a:lnTo>
                <a:close/>
                <a:moveTo>
                  <a:pt x="600075" y="676275"/>
                </a:moveTo>
                <a:lnTo>
                  <a:pt x="619125" y="676275"/>
                </a:lnTo>
                <a:lnTo>
                  <a:pt x="619125" y="685800"/>
                </a:lnTo>
                <a:lnTo>
                  <a:pt x="600075" y="685800"/>
                </a:lnTo>
                <a:close/>
                <a:moveTo>
                  <a:pt x="1200150" y="676275"/>
                </a:moveTo>
                <a:lnTo>
                  <a:pt x="1209675" y="676275"/>
                </a:lnTo>
                <a:lnTo>
                  <a:pt x="1209675" y="685800"/>
                </a:lnTo>
                <a:lnTo>
                  <a:pt x="1200150" y="685800"/>
                </a:lnTo>
                <a:close/>
                <a:moveTo>
                  <a:pt x="1200150" y="695325"/>
                </a:moveTo>
                <a:lnTo>
                  <a:pt x="1209675" y="695325"/>
                </a:lnTo>
                <a:lnTo>
                  <a:pt x="1209675" y="733425"/>
                </a:lnTo>
                <a:lnTo>
                  <a:pt x="1200150" y="733425"/>
                </a:lnTo>
                <a:lnTo>
                  <a:pt x="1200150" y="723900"/>
                </a:lnTo>
                <a:lnTo>
                  <a:pt x="1190625" y="723900"/>
                </a:lnTo>
                <a:lnTo>
                  <a:pt x="1190625" y="714375"/>
                </a:lnTo>
                <a:lnTo>
                  <a:pt x="1181100" y="714375"/>
                </a:lnTo>
                <a:lnTo>
                  <a:pt x="1181100" y="704850"/>
                </a:lnTo>
                <a:lnTo>
                  <a:pt x="1200150" y="704850"/>
                </a:lnTo>
                <a:close/>
                <a:moveTo>
                  <a:pt x="1095375" y="733425"/>
                </a:moveTo>
                <a:lnTo>
                  <a:pt x="1104900" y="733425"/>
                </a:lnTo>
                <a:lnTo>
                  <a:pt x="1104900" y="742950"/>
                </a:lnTo>
                <a:lnTo>
                  <a:pt x="1095375" y="742950"/>
                </a:lnTo>
                <a:close/>
                <a:moveTo>
                  <a:pt x="438150" y="742950"/>
                </a:moveTo>
                <a:lnTo>
                  <a:pt x="447675" y="742950"/>
                </a:lnTo>
                <a:lnTo>
                  <a:pt x="447675" y="752475"/>
                </a:lnTo>
                <a:lnTo>
                  <a:pt x="438150" y="752475"/>
                </a:lnTo>
                <a:close/>
                <a:moveTo>
                  <a:pt x="476250" y="742950"/>
                </a:moveTo>
                <a:lnTo>
                  <a:pt x="495300" y="742950"/>
                </a:lnTo>
                <a:lnTo>
                  <a:pt x="495300" y="752475"/>
                </a:lnTo>
                <a:lnTo>
                  <a:pt x="504825" y="752475"/>
                </a:lnTo>
                <a:lnTo>
                  <a:pt x="504825" y="771525"/>
                </a:lnTo>
                <a:lnTo>
                  <a:pt x="466725" y="771525"/>
                </a:lnTo>
                <a:lnTo>
                  <a:pt x="466725" y="790575"/>
                </a:lnTo>
                <a:lnTo>
                  <a:pt x="447675" y="790575"/>
                </a:lnTo>
                <a:lnTo>
                  <a:pt x="447675" y="762000"/>
                </a:lnTo>
                <a:lnTo>
                  <a:pt x="466725" y="762000"/>
                </a:lnTo>
                <a:lnTo>
                  <a:pt x="466725" y="752475"/>
                </a:lnTo>
                <a:lnTo>
                  <a:pt x="476250" y="752475"/>
                </a:lnTo>
                <a:close/>
                <a:moveTo>
                  <a:pt x="571500" y="742950"/>
                </a:moveTo>
                <a:lnTo>
                  <a:pt x="600075" y="742950"/>
                </a:lnTo>
                <a:lnTo>
                  <a:pt x="600075" y="762000"/>
                </a:lnTo>
                <a:lnTo>
                  <a:pt x="571500" y="762000"/>
                </a:lnTo>
                <a:close/>
                <a:moveTo>
                  <a:pt x="1114425" y="742950"/>
                </a:moveTo>
                <a:lnTo>
                  <a:pt x="1123950" y="742950"/>
                </a:lnTo>
                <a:lnTo>
                  <a:pt x="1123950" y="752475"/>
                </a:lnTo>
                <a:lnTo>
                  <a:pt x="1133475" y="752475"/>
                </a:lnTo>
                <a:lnTo>
                  <a:pt x="1133475" y="762000"/>
                </a:lnTo>
                <a:lnTo>
                  <a:pt x="1114425" y="762000"/>
                </a:lnTo>
                <a:lnTo>
                  <a:pt x="1114425" y="771525"/>
                </a:lnTo>
                <a:lnTo>
                  <a:pt x="1104900" y="771525"/>
                </a:lnTo>
                <a:lnTo>
                  <a:pt x="1104900" y="752475"/>
                </a:lnTo>
                <a:lnTo>
                  <a:pt x="1114425" y="752475"/>
                </a:lnTo>
                <a:close/>
                <a:moveTo>
                  <a:pt x="1200150" y="742950"/>
                </a:moveTo>
                <a:lnTo>
                  <a:pt x="1209675" y="742950"/>
                </a:lnTo>
                <a:lnTo>
                  <a:pt x="1209675" y="752475"/>
                </a:lnTo>
                <a:lnTo>
                  <a:pt x="1200150" y="752475"/>
                </a:lnTo>
                <a:close/>
                <a:moveTo>
                  <a:pt x="742950" y="752475"/>
                </a:moveTo>
                <a:lnTo>
                  <a:pt x="752475" y="752475"/>
                </a:lnTo>
                <a:lnTo>
                  <a:pt x="752475" y="762000"/>
                </a:lnTo>
                <a:lnTo>
                  <a:pt x="742950" y="762000"/>
                </a:lnTo>
                <a:close/>
                <a:moveTo>
                  <a:pt x="533400" y="762000"/>
                </a:moveTo>
                <a:lnTo>
                  <a:pt x="542925" y="762000"/>
                </a:lnTo>
                <a:lnTo>
                  <a:pt x="542925" y="771525"/>
                </a:lnTo>
                <a:lnTo>
                  <a:pt x="533400" y="771525"/>
                </a:lnTo>
                <a:close/>
                <a:moveTo>
                  <a:pt x="647700" y="771525"/>
                </a:moveTo>
                <a:lnTo>
                  <a:pt x="657225" y="771525"/>
                </a:lnTo>
                <a:lnTo>
                  <a:pt x="657225" y="781050"/>
                </a:lnTo>
                <a:lnTo>
                  <a:pt x="647700" y="781050"/>
                </a:lnTo>
                <a:close/>
                <a:moveTo>
                  <a:pt x="47625" y="781050"/>
                </a:moveTo>
                <a:lnTo>
                  <a:pt x="57150" y="781050"/>
                </a:lnTo>
                <a:lnTo>
                  <a:pt x="57150" y="790575"/>
                </a:lnTo>
                <a:lnTo>
                  <a:pt x="47625" y="790575"/>
                </a:lnTo>
                <a:close/>
                <a:moveTo>
                  <a:pt x="190500" y="781050"/>
                </a:moveTo>
                <a:lnTo>
                  <a:pt x="200025" y="781050"/>
                </a:lnTo>
                <a:lnTo>
                  <a:pt x="200025" y="800100"/>
                </a:lnTo>
                <a:lnTo>
                  <a:pt x="190500" y="800100"/>
                </a:lnTo>
                <a:close/>
                <a:moveTo>
                  <a:pt x="533400" y="781050"/>
                </a:moveTo>
                <a:lnTo>
                  <a:pt x="542925" y="781050"/>
                </a:lnTo>
                <a:lnTo>
                  <a:pt x="542925" y="790575"/>
                </a:lnTo>
                <a:lnTo>
                  <a:pt x="533400" y="790575"/>
                </a:lnTo>
                <a:close/>
                <a:moveTo>
                  <a:pt x="552450" y="781050"/>
                </a:moveTo>
                <a:lnTo>
                  <a:pt x="561975" y="781050"/>
                </a:lnTo>
                <a:lnTo>
                  <a:pt x="561975" y="809625"/>
                </a:lnTo>
                <a:lnTo>
                  <a:pt x="552450" y="809625"/>
                </a:lnTo>
                <a:close/>
                <a:moveTo>
                  <a:pt x="581025" y="781050"/>
                </a:moveTo>
                <a:lnTo>
                  <a:pt x="590550" y="781050"/>
                </a:lnTo>
                <a:lnTo>
                  <a:pt x="590550" y="790575"/>
                </a:lnTo>
                <a:lnTo>
                  <a:pt x="581025" y="790575"/>
                </a:lnTo>
                <a:close/>
                <a:moveTo>
                  <a:pt x="1200150" y="790575"/>
                </a:moveTo>
                <a:lnTo>
                  <a:pt x="1209675" y="790575"/>
                </a:lnTo>
                <a:lnTo>
                  <a:pt x="1209675" y="809625"/>
                </a:lnTo>
                <a:lnTo>
                  <a:pt x="1171575" y="809625"/>
                </a:lnTo>
                <a:lnTo>
                  <a:pt x="1171575" y="800100"/>
                </a:lnTo>
                <a:lnTo>
                  <a:pt x="1200150" y="800100"/>
                </a:lnTo>
                <a:close/>
              </a:path>
            </a:pathLst>
          </a:custGeom>
          <a:solidFill xmlns:a="http://schemas.openxmlformats.org/drawingml/2006/main">
            <a:srgbClr val="F8F7F3"/>
          </a:solidFill>
          <a:ln xmlns:a="http://schemas.openxmlformats.org/drawingml/2006/main" w="0">
            <a:noFill/>
          </a:ln>
        </p:spPr>
      </p:sp>
      <p:sp>
        <p:nvSpPr>
          <p:cNvPr id="137" name="v11 vector #f7f8f3">
            <a:extLst xmlns:a="http://schemas.openxmlformats.org/drawingml/2006/main">
              <a:ext uri="{FF2B5EF4-FFF2-40B4-BE49-F238E27FC236}">
                <a16:creationId xmlns:a16="http://schemas.microsoft.com/office/drawing/2014/main" id="{ACCF71A0-9DB6-4ADC-A175-DC070387D4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8250" y="3609975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123825" y="0"/>
                </a:moveTo>
                <a:lnTo>
                  <a:pt x="161925" y="0"/>
                </a:lnTo>
                <a:lnTo>
                  <a:pt x="161925" y="9525"/>
                </a:lnTo>
                <a:lnTo>
                  <a:pt x="152400" y="9525"/>
                </a:lnTo>
                <a:lnTo>
                  <a:pt x="152400" y="28575"/>
                </a:lnTo>
                <a:lnTo>
                  <a:pt x="123825" y="28575"/>
                </a:lnTo>
                <a:lnTo>
                  <a:pt x="123825" y="19050"/>
                </a:lnTo>
                <a:lnTo>
                  <a:pt x="133350" y="19050"/>
                </a:lnTo>
                <a:lnTo>
                  <a:pt x="133350" y="9525"/>
                </a:lnTo>
                <a:lnTo>
                  <a:pt x="123825" y="9525"/>
                </a:lnTo>
                <a:close/>
                <a:moveTo>
                  <a:pt x="219075" y="0"/>
                </a:moveTo>
                <a:lnTo>
                  <a:pt x="247650" y="0"/>
                </a:lnTo>
                <a:lnTo>
                  <a:pt x="247650" y="19050"/>
                </a:lnTo>
                <a:lnTo>
                  <a:pt x="304800" y="19050"/>
                </a:lnTo>
                <a:lnTo>
                  <a:pt x="304800" y="28575"/>
                </a:lnTo>
                <a:lnTo>
                  <a:pt x="209550" y="28575"/>
                </a:lnTo>
                <a:lnTo>
                  <a:pt x="209550" y="19050"/>
                </a:lnTo>
                <a:lnTo>
                  <a:pt x="238125" y="19050"/>
                </a:lnTo>
                <a:lnTo>
                  <a:pt x="238125" y="9525"/>
                </a:lnTo>
                <a:lnTo>
                  <a:pt x="219075" y="9525"/>
                </a:lnTo>
                <a:close/>
                <a:moveTo>
                  <a:pt x="257175" y="0"/>
                </a:moveTo>
                <a:lnTo>
                  <a:pt x="266700" y="0"/>
                </a:lnTo>
                <a:lnTo>
                  <a:pt x="266700" y="9525"/>
                </a:lnTo>
                <a:lnTo>
                  <a:pt x="257175" y="9525"/>
                </a:lnTo>
                <a:close/>
                <a:moveTo>
                  <a:pt x="276225" y="0"/>
                </a:moveTo>
                <a:lnTo>
                  <a:pt x="285750" y="0"/>
                </a:lnTo>
                <a:lnTo>
                  <a:pt x="285750" y="9525"/>
                </a:lnTo>
                <a:lnTo>
                  <a:pt x="276225" y="9525"/>
                </a:lnTo>
                <a:close/>
                <a:moveTo>
                  <a:pt x="304800" y="0"/>
                </a:moveTo>
                <a:lnTo>
                  <a:pt x="314325" y="0"/>
                </a:lnTo>
                <a:lnTo>
                  <a:pt x="314325" y="9525"/>
                </a:lnTo>
                <a:lnTo>
                  <a:pt x="304800" y="9525"/>
                </a:lnTo>
                <a:close/>
                <a:moveTo>
                  <a:pt x="323850" y="0"/>
                </a:moveTo>
                <a:lnTo>
                  <a:pt x="333375" y="0"/>
                </a:lnTo>
                <a:lnTo>
                  <a:pt x="333375" y="9525"/>
                </a:lnTo>
                <a:lnTo>
                  <a:pt x="323850" y="9525"/>
                </a:lnTo>
                <a:close/>
                <a:moveTo>
                  <a:pt x="409575" y="0"/>
                </a:moveTo>
                <a:lnTo>
                  <a:pt x="457200" y="0"/>
                </a:lnTo>
                <a:lnTo>
                  <a:pt x="457200" y="9525"/>
                </a:lnTo>
                <a:lnTo>
                  <a:pt x="438150" y="9525"/>
                </a:lnTo>
                <a:lnTo>
                  <a:pt x="438150" y="19050"/>
                </a:lnTo>
                <a:lnTo>
                  <a:pt x="495300" y="19050"/>
                </a:lnTo>
                <a:lnTo>
                  <a:pt x="495300" y="9525"/>
                </a:lnTo>
                <a:lnTo>
                  <a:pt x="476250" y="9525"/>
                </a:lnTo>
                <a:lnTo>
                  <a:pt x="476250" y="0"/>
                </a:lnTo>
                <a:lnTo>
                  <a:pt x="504825" y="0"/>
                </a:lnTo>
                <a:lnTo>
                  <a:pt x="504825" y="19050"/>
                </a:lnTo>
                <a:lnTo>
                  <a:pt x="561975" y="19050"/>
                </a:lnTo>
                <a:lnTo>
                  <a:pt x="561975" y="9525"/>
                </a:lnTo>
                <a:lnTo>
                  <a:pt x="533400" y="9525"/>
                </a:lnTo>
                <a:lnTo>
                  <a:pt x="533400" y="0"/>
                </a:lnTo>
                <a:lnTo>
                  <a:pt x="590550" y="0"/>
                </a:lnTo>
                <a:lnTo>
                  <a:pt x="590550" y="9525"/>
                </a:lnTo>
                <a:lnTo>
                  <a:pt x="571500" y="9525"/>
                </a:lnTo>
                <a:lnTo>
                  <a:pt x="571500" y="19050"/>
                </a:lnTo>
                <a:lnTo>
                  <a:pt x="590550" y="19050"/>
                </a:lnTo>
                <a:lnTo>
                  <a:pt x="590550" y="28575"/>
                </a:lnTo>
                <a:lnTo>
                  <a:pt x="342900" y="28575"/>
                </a:lnTo>
                <a:lnTo>
                  <a:pt x="342900" y="19050"/>
                </a:lnTo>
                <a:lnTo>
                  <a:pt x="428625" y="19050"/>
                </a:lnTo>
                <a:lnTo>
                  <a:pt x="428625" y="9525"/>
                </a:lnTo>
                <a:lnTo>
                  <a:pt x="409575" y="9525"/>
                </a:lnTo>
                <a:close/>
                <a:moveTo>
                  <a:pt x="514350" y="0"/>
                </a:moveTo>
                <a:lnTo>
                  <a:pt x="523875" y="0"/>
                </a:lnTo>
                <a:lnTo>
                  <a:pt x="523875" y="9525"/>
                </a:lnTo>
                <a:lnTo>
                  <a:pt x="514350" y="9525"/>
                </a:lnTo>
                <a:close/>
                <a:moveTo>
                  <a:pt x="628650" y="0"/>
                </a:moveTo>
                <a:lnTo>
                  <a:pt x="647700" y="0"/>
                </a:lnTo>
                <a:lnTo>
                  <a:pt x="647700" y="9525"/>
                </a:lnTo>
                <a:lnTo>
                  <a:pt x="628650" y="9525"/>
                </a:lnTo>
                <a:close/>
                <a:moveTo>
                  <a:pt x="819150" y="0"/>
                </a:moveTo>
                <a:lnTo>
                  <a:pt x="847725" y="0"/>
                </a:lnTo>
                <a:lnTo>
                  <a:pt x="847725" y="9525"/>
                </a:lnTo>
                <a:lnTo>
                  <a:pt x="819150" y="9525"/>
                </a:lnTo>
                <a:close/>
                <a:moveTo>
                  <a:pt x="885825" y="0"/>
                </a:moveTo>
                <a:lnTo>
                  <a:pt x="933450" y="0"/>
                </a:lnTo>
                <a:lnTo>
                  <a:pt x="933450" y="9525"/>
                </a:lnTo>
                <a:lnTo>
                  <a:pt x="914400" y="9525"/>
                </a:lnTo>
                <a:lnTo>
                  <a:pt x="914400" y="19050"/>
                </a:lnTo>
                <a:lnTo>
                  <a:pt x="1009650" y="19050"/>
                </a:lnTo>
                <a:lnTo>
                  <a:pt x="1009650" y="9525"/>
                </a:lnTo>
                <a:lnTo>
                  <a:pt x="1000125" y="9525"/>
                </a:lnTo>
                <a:lnTo>
                  <a:pt x="1000125" y="0"/>
                </a:lnTo>
                <a:lnTo>
                  <a:pt x="1019175" y="0"/>
                </a:lnTo>
                <a:lnTo>
                  <a:pt x="1019175" y="19050"/>
                </a:lnTo>
                <a:lnTo>
                  <a:pt x="1028700" y="19050"/>
                </a:lnTo>
                <a:lnTo>
                  <a:pt x="1028700" y="28575"/>
                </a:lnTo>
                <a:lnTo>
                  <a:pt x="619125" y="28575"/>
                </a:lnTo>
                <a:lnTo>
                  <a:pt x="619125" y="19050"/>
                </a:lnTo>
                <a:lnTo>
                  <a:pt x="904875" y="19050"/>
                </a:lnTo>
                <a:lnTo>
                  <a:pt x="904875" y="9525"/>
                </a:lnTo>
                <a:lnTo>
                  <a:pt x="885825" y="9525"/>
                </a:lnTo>
                <a:close/>
                <a:moveTo>
                  <a:pt x="1076325" y="0"/>
                </a:moveTo>
                <a:lnTo>
                  <a:pt x="1085850" y="0"/>
                </a:lnTo>
                <a:lnTo>
                  <a:pt x="1085850" y="9525"/>
                </a:lnTo>
                <a:lnTo>
                  <a:pt x="1076325" y="9525"/>
                </a:lnTo>
                <a:close/>
                <a:moveTo>
                  <a:pt x="47625" y="28575"/>
                </a:moveTo>
                <a:lnTo>
                  <a:pt x="85725" y="28575"/>
                </a:lnTo>
                <a:lnTo>
                  <a:pt x="85725" y="38100"/>
                </a:lnTo>
                <a:lnTo>
                  <a:pt x="57150" y="38100"/>
                </a:lnTo>
                <a:lnTo>
                  <a:pt x="57150" y="57150"/>
                </a:lnTo>
                <a:lnTo>
                  <a:pt x="47625" y="57150"/>
                </a:lnTo>
                <a:lnTo>
                  <a:pt x="47625" y="104775"/>
                </a:lnTo>
                <a:lnTo>
                  <a:pt x="38100" y="104775"/>
                </a:lnTo>
                <a:lnTo>
                  <a:pt x="38100" y="66675"/>
                </a:lnTo>
                <a:lnTo>
                  <a:pt x="28575" y="66675"/>
                </a:lnTo>
                <a:lnTo>
                  <a:pt x="28575" y="57150"/>
                </a:lnTo>
                <a:lnTo>
                  <a:pt x="38100" y="57150"/>
                </a:lnTo>
                <a:lnTo>
                  <a:pt x="38100" y="38100"/>
                </a:lnTo>
                <a:lnTo>
                  <a:pt x="47625" y="38100"/>
                </a:lnTo>
                <a:close/>
                <a:moveTo>
                  <a:pt x="1076325" y="66675"/>
                </a:moveTo>
                <a:lnTo>
                  <a:pt x="1095375" y="66675"/>
                </a:lnTo>
                <a:lnTo>
                  <a:pt x="1095375" y="76200"/>
                </a:lnTo>
                <a:lnTo>
                  <a:pt x="1076325" y="76200"/>
                </a:lnTo>
                <a:close/>
                <a:moveTo>
                  <a:pt x="1085850" y="85725"/>
                </a:moveTo>
                <a:lnTo>
                  <a:pt x="1114425" y="85725"/>
                </a:lnTo>
                <a:lnTo>
                  <a:pt x="1114425" y="95250"/>
                </a:lnTo>
                <a:lnTo>
                  <a:pt x="1123950" y="95250"/>
                </a:lnTo>
                <a:lnTo>
                  <a:pt x="1123950" y="114300"/>
                </a:lnTo>
                <a:lnTo>
                  <a:pt x="1104900" y="114300"/>
                </a:lnTo>
                <a:lnTo>
                  <a:pt x="1104900" y="123825"/>
                </a:lnTo>
                <a:lnTo>
                  <a:pt x="1095375" y="123825"/>
                </a:lnTo>
                <a:lnTo>
                  <a:pt x="1095375" y="114300"/>
                </a:lnTo>
                <a:lnTo>
                  <a:pt x="1085850" y="114300"/>
                </a:lnTo>
                <a:close/>
                <a:moveTo>
                  <a:pt x="133350" y="152400"/>
                </a:moveTo>
                <a:lnTo>
                  <a:pt x="152400" y="152400"/>
                </a:lnTo>
                <a:lnTo>
                  <a:pt x="152400" y="161925"/>
                </a:lnTo>
                <a:lnTo>
                  <a:pt x="200025" y="161925"/>
                </a:lnTo>
                <a:lnTo>
                  <a:pt x="200025" y="180975"/>
                </a:lnTo>
                <a:lnTo>
                  <a:pt x="209550" y="180975"/>
                </a:lnTo>
                <a:lnTo>
                  <a:pt x="209550" y="171450"/>
                </a:lnTo>
                <a:lnTo>
                  <a:pt x="219075" y="171450"/>
                </a:lnTo>
                <a:lnTo>
                  <a:pt x="219075" y="161925"/>
                </a:lnTo>
                <a:lnTo>
                  <a:pt x="228600" y="161925"/>
                </a:lnTo>
                <a:lnTo>
                  <a:pt x="228600" y="152400"/>
                </a:lnTo>
                <a:lnTo>
                  <a:pt x="247650" y="152400"/>
                </a:lnTo>
                <a:lnTo>
                  <a:pt x="247650" y="180975"/>
                </a:lnTo>
                <a:lnTo>
                  <a:pt x="219075" y="180975"/>
                </a:lnTo>
                <a:lnTo>
                  <a:pt x="219075" y="190500"/>
                </a:lnTo>
                <a:lnTo>
                  <a:pt x="190500" y="190500"/>
                </a:lnTo>
                <a:lnTo>
                  <a:pt x="190500" y="180975"/>
                </a:lnTo>
                <a:lnTo>
                  <a:pt x="180975" y="180975"/>
                </a:lnTo>
                <a:lnTo>
                  <a:pt x="180975" y="171450"/>
                </a:lnTo>
                <a:lnTo>
                  <a:pt x="142875" y="171450"/>
                </a:lnTo>
                <a:lnTo>
                  <a:pt x="142875" y="161925"/>
                </a:lnTo>
                <a:lnTo>
                  <a:pt x="133350" y="161925"/>
                </a:lnTo>
                <a:close/>
                <a:moveTo>
                  <a:pt x="314325" y="152400"/>
                </a:moveTo>
                <a:lnTo>
                  <a:pt x="381000" y="152400"/>
                </a:lnTo>
                <a:lnTo>
                  <a:pt x="381000" y="161925"/>
                </a:lnTo>
                <a:lnTo>
                  <a:pt x="314325" y="161925"/>
                </a:lnTo>
                <a:close/>
                <a:moveTo>
                  <a:pt x="590550" y="152400"/>
                </a:moveTo>
                <a:lnTo>
                  <a:pt x="666750" y="152400"/>
                </a:lnTo>
                <a:lnTo>
                  <a:pt x="666750" y="161925"/>
                </a:lnTo>
                <a:lnTo>
                  <a:pt x="590550" y="161925"/>
                </a:lnTo>
                <a:close/>
                <a:moveTo>
                  <a:pt x="676275" y="152400"/>
                </a:moveTo>
                <a:lnTo>
                  <a:pt x="914400" y="152400"/>
                </a:lnTo>
                <a:lnTo>
                  <a:pt x="914400" y="180975"/>
                </a:lnTo>
                <a:lnTo>
                  <a:pt x="904875" y="180975"/>
                </a:lnTo>
                <a:lnTo>
                  <a:pt x="904875" y="161925"/>
                </a:lnTo>
                <a:lnTo>
                  <a:pt x="895350" y="161925"/>
                </a:lnTo>
                <a:lnTo>
                  <a:pt x="895350" y="180975"/>
                </a:lnTo>
                <a:lnTo>
                  <a:pt x="857250" y="180975"/>
                </a:lnTo>
                <a:lnTo>
                  <a:pt x="857250" y="171450"/>
                </a:lnTo>
                <a:lnTo>
                  <a:pt x="866775" y="171450"/>
                </a:lnTo>
                <a:lnTo>
                  <a:pt x="866775" y="161925"/>
                </a:lnTo>
                <a:lnTo>
                  <a:pt x="733425" y="161925"/>
                </a:lnTo>
                <a:lnTo>
                  <a:pt x="733425" y="171450"/>
                </a:lnTo>
                <a:lnTo>
                  <a:pt x="666750" y="171450"/>
                </a:lnTo>
                <a:lnTo>
                  <a:pt x="666750" y="161925"/>
                </a:lnTo>
                <a:lnTo>
                  <a:pt x="676275" y="161925"/>
                </a:lnTo>
                <a:close/>
                <a:moveTo>
                  <a:pt x="962025" y="152400"/>
                </a:moveTo>
                <a:lnTo>
                  <a:pt x="990600" y="152400"/>
                </a:lnTo>
                <a:lnTo>
                  <a:pt x="990600" y="161925"/>
                </a:lnTo>
                <a:lnTo>
                  <a:pt x="1009650" y="161925"/>
                </a:lnTo>
                <a:lnTo>
                  <a:pt x="1009650" y="171450"/>
                </a:lnTo>
                <a:lnTo>
                  <a:pt x="1000125" y="171450"/>
                </a:lnTo>
                <a:lnTo>
                  <a:pt x="1000125" y="180975"/>
                </a:lnTo>
                <a:lnTo>
                  <a:pt x="990600" y="180975"/>
                </a:lnTo>
                <a:lnTo>
                  <a:pt x="990600" y="190500"/>
                </a:lnTo>
                <a:lnTo>
                  <a:pt x="981075" y="190500"/>
                </a:lnTo>
                <a:lnTo>
                  <a:pt x="981075" y="209550"/>
                </a:lnTo>
                <a:lnTo>
                  <a:pt x="971550" y="209550"/>
                </a:lnTo>
                <a:lnTo>
                  <a:pt x="971550" y="200025"/>
                </a:lnTo>
                <a:lnTo>
                  <a:pt x="962025" y="200025"/>
                </a:lnTo>
                <a:lnTo>
                  <a:pt x="962025" y="190500"/>
                </a:lnTo>
                <a:lnTo>
                  <a:pt x="971550" y="190500"/>
                </a:lnTo>
                <a:lnTo>
                  <a:pt x="971550" y="180975"/>
                </a:lnTo>
                <a:lnTo>
                  <a:pt x="933450" y="180975"/>
                </a:lnTo>
                <a:lnTo>
                  <a:pt x="933450" y="171450"/>
                </a:lnTo>
                <a:lnTo>
                  <a:pt x="942975" y="171450"/>
                </a:lnTo>
                <a:lnTo>
                  <a:pt x="942975" y="161925"/>
                </a:lnTo>
                <a:lnTo>
                  <a:pt x="962025" y="161925"/>
                </a:lnTo>
                <a:close/>
                <a:moveTo>
                  <a:pt x="38100" y="161925"/>
                </a:moveTo>
                <a:lnTo>
                  <a:pt x="47625" y="161925"/>
                </a:lnTo>
                <a:lnTo>
                  <a:pt x="47625" y="171450"/>
                </a:lnTo>
                <a:lnTo>
                  <a:pt x="38100" y="171450"/>
                </a:lnTo>
                <a:close/>
                <a:moveTo>
                  <a:pt x="381000" y="161925"/>
                </a:moveTo>
                <a:lnTo>
                  <a:pt x="419100" y="161925"/>
                </a:lnTo>
                <a:lnTo>
                  <a:pt x="419100" y="171450"/>
                </a:lnTo>
                <a:lnTo>
                  <a:pt x="428625" y="171450"/>
                </a:lnTo>
                <a:lnTo>
                  <a:pt x="428625" y="180975"/>
                </a:lnTo>
                <a:lnTo>
                  <a:pt x="390525" y="180975"/>
                </a:lnTo>
                <a:lnTo>
                  <a:pt x="390525" y="171450"/>
                </a:lnTo>
                <a:lnTo>
                  <a:pt x="381000" y="171450"/>
                </a:lnTo>
                <a:close/>
                <a:moveTo>
                  <a:pt x="542925" y="161925"/>
                </a:moveTo>
                <a:lnTo>
                  <a:pt x="561975" y="161925"/>
                </a:lnTo>
                <a:lnTo>
                  <a:pt x="561975" y="171450"/>
                </a:lnTo>
                <a:lnTo>
                  <a:pt x="552450" y="171450"/>
                </a:lnTo>
                <a:lnTo>
                  <a:pt x="552450" y="180975"/>
                </a:lnTo>
                <a:lnTo>
                  <a:pt x="542925" y="180975"/>
                </a:lnTo>
                <a:lnTo>
                  <a:pt x="542925" y="190500"/>
                </a:lnTo>
                <a:lnTo>
                  <a:pt x="523875" y="190500"/>
                </a:lnTo>
                <a:lnTo>
                  <a:pt x="523875" y="180975"/>
                </a:lnTo>
                <a:lnTo>
                  <a:pt x="533400" y="180975"/>
                </a:lnTo>
                <a:lnTo>
                  <a:pt x="533400" y="171450"/>
                </a:lnTo>
                <a:lnTo>
                  <a:pt x="542925" y="171450"/>
                </a:lnTo>
                <a:close/>
                <a:moveTo>
                  <a:pt x="438150" y="171450"/>
                </a:moveTo>
                <a:lnTo>
                  <a:pt x="457200" y="171450"/>
                </a:lnTo>
                <a:lnTo>
                  <a:pt x="457200" y="180975"/>
                </a:lnTo>
                <a:lnTo>
                  <a:pt x="438150" y="180975"/>
                </a:lnTo>
                <a:close/>
                <a:moveTo>
                  <a:pt x="962025" y="171450"/>
                </a:moveTo>
                <a:lnTo>
                  <a:pt x="971550" y="171450"/>
                </a:lnTo>
                <a:lnTo>
                  <a:pt x="971550" y="161925"/>
                </a:lnTo>
                <a:lnTo>
                  <a:pt x="962025" y="161925"/>
                </a:lnTo>
                <a:close/>
                <a:moveTo>
                  <a:pt x="457200" y="180975"/>
                </a:moveTo>
                <a:lnTo>
                  <a:pt x="466725" y="180975"/>
                </a:lnTo>
                <a:lnTo>
                  <a:pt x="466725" y="190500"/>
                </a:lnTo>
                <a:lnTo>
                  <a:pt x="457200" y="190500"/>
                </a:lnTo>
                <a:close/>
                <a:moveTo>
                  <a:pt x="542925" y="190500"/>
                </a:moveTo>
                <a:lnTo>
                  <a:pt x="552450" y="190500"/>
                </a:lnTo>
                <a:lnTo>
                  <a:pt x="552450" y="200025"/>
                </a:lnTo>
                <a:lnTo>
                  <a:pt x="542925" y="200025"/>
                </a:lnTo>
                <a:close/>
                <a:moveTo>
                  <a:pt x="1095375" y="190500"/>
                </a:moveTo>
                <a:lnTo>
                  <a:pt x="1104900" y="190500"/>
                </a:lnTo>
                <a:lnTo>
                  <a:pt x="1104900" y="219075"/>
                </a:lnTo>
                <a:lnTo>
                  <a:pt x="1095375" y="219075"/>
                </a:lnTo>
                <a:close/>
                <a:moveTo>
                  <a:pt x="76200" y="200025"/>
                </a:moveTo>
                <a:lnTo>
                  <a:pt x="85725" y="200025"/>
                </a:lnTo>
                <a:lnTo>
                  <a:pt x="85725" y="228600"/>
                </a:lnTo>
                <a:lnTo>
                  <a:pt x="76200" y="228600"/>
                </a:lnTo>
                <a:close/>
                <a:moveTo>
                  <a:pt x="323850" y="200025"/>
                </a:moveTo>
                <a:lnTo>
                  <a:pt x="333375" y="200025"/>
                </a:lnTo>
                <a:lnTo>
                  <a:pt x="333375" y="209550"/>
                </a:lnTo>
                <a:lnTo>
                  <a:pt x="342900" y="209550"/>
                </a:lnTo>
                <a:lnTo>
                  <a:pt x="342900" y="219075"/>
                </a:lnTo>
                <a:lnTo>
                  <a:pt x="352425" y="219075"/>
                </a:lnTo>
                <a:lnTo>
                  <a:pt x="352425" y="238125"/>
                </a:lnTo>
                <a:lnTo>
                  <a:pt x="342900" y="238125"/>
                </a:lnTo>
                <a:lnTo>
                  <a:pt x="342900" y="228600"/>
                </a:lnTo>
                <a:lnTo>
                  <a:pt x="333375" y="228600"/>
                </a:lnTo>
                <a:lnTo>
                  <a:pt x="333375" y="219075"/>
                </a:lnTo>
                <a:lnTo>
                  <a:pt x="323850" y="219075"/>
                </a:lnTo>
                <a:close/>
                <a:moveTo>
                  <a:pt x="466725" y="200025"/>
                </a:moveTo>
                <a:lnTo>
                  <a:pt x="485775" y="200025"/>
                </a:lnTo>
                <a:lnTo>
                  <a:pt x="485775" y="228600"/>
                </a:lnTo>
                <a:lnTo>
                  <a:pt x="476250" y="228600"/>
                </a:lnTo>
                <a:lnTo>
                  <a:pt x="476250" y="238125"/>
                </a:lnTo>
                <a:lnTo>
                  <a:pt x="466725" y="238125"/>
                </a:lnTo>
                <a:close/>
                <a:moveTo>
                  <a:pt x="38100" y="209550"/>
                </a:moveTo>
                <a:lnTo>
                  <a:pt x="47625" y="209550"/>
                </a:lnTo>
                <a:lnTo>
                  <a:pt x="47625" y="228600"/>
                </a:lnTo>
                <a:lnTo>
                  <a:pt x="38100" y="228600"/>
                </a:lnTo>
                <a:close/>
                <a:moveTo>
                  <a:pt x="161925" y="238125"/>
                </a:moveTo>
                <a:lnTo>
                  <a:pt x="171450" y="238125"/>
                </a:lnTo>
                <a:lnTo>
                  <a:pt x="171450" y="247650"/>
                </a:lnTo>
                <a:lnTo>
                  <a:pt x="161925" y="247650"/>
                </a:lnTo>
                <a:close/>
                <a:moveTo>
                  <a:pt x="1019175" y="238125"/>
                </a:moveTo>
                <a:lnTo>
                  <a:pt x="1028700" y="238125"/>
                </a:lnTo>
                <a:lnTo>
                  <a:pt x="1028700" y="257175"/>
                </a:lnTo>
                <a:lnTo>
                  <a:pt x="1038225" y="257175"/>
                </a:lnTo>
                <a:lnTo>
                  <a:pt x="1038225" y="247650"/>
                </a:lnTo>
                <a:lnTo>
                  <a:pt x="1047750" y="247650"/>
                </a:lnTo>
                <a:lnTo>
                  <a:pt x="1047750" y="266700"/>
                </a:lnTo>
                <a:lnTo>
                  <a:pt x="1038225" y="266700"/>
                </a:lnTo>
                <a:lnTo>
                  <a:pt x="1038225" y="285750"/>
                </a:lnTo>
                <a:lnTo>
                  <a:pt x="1047750" y="285750"/>
                </a:lnTo>
                <a:lnTo>
                  <a:pt x="1047750" y="323850"/>
                </a:lnTo>
                <a:lnTo>
                  <a:pt x="1038225" y="323850"/>
                </a:lnTo>
                <a:lnTo>
                  <a:pt x="1038225" y="304800"/>
                </a:lnTo>
                <a:lnTo>
                  <a:pt x="1028700" y="304800"/>
                </a:lnTo>
                <a:lnTo>
                  <a:pt x="1028700" y="314325"/>
                </a:lnTo>
                <a:lnTo>
                  <a:pt x="1019175" y="314325"/>
                </a:lnTo>
                <a:lnTo>
                  <a:pt x="1019175" y="304800"/>
                </a:lnTo>
                <a:lnTo>
                  <a:pt x="1009650" y="304800"/>
                </a:lnTo>
                <a:lnTo>
                  <a:pt x="1009650" y="295275"/>
                </a:lnTo>
                <a:lnTo>
                  <a:pt x="1000125" y="295275"/>
                </a:lnTo>
                <a:lnTo>
                  <a:pt x="1000125" y="285750"/>
                </a:lnTo>
                <a:lnTo>
                  <a:pt x="990600" y="285750"/>
                </a:lnTo>
                <a:lnTo>
                  <a:pt x="990600" y="276225"/>
                </a:lnTo>
                <a:lnTo>
                  <a:pt x="1009650" y="276225"/>
                </a:lnTo>
                <a:lnTo>
                  <a:pt x="1009650" y="257175"/>
                </a:lnTo>
                <a:lnTo>
                  <a:pt x="1019175" y="257175"/>
                </a:lnTo>
                <a:close/>
                <a:moveTo>
                  <a:pt x="352425" y="247650"/>
                </a:moveTo>
                <a:lnTo>
                  <a:pt x="361950" y="247650"/>
                </a:lnTo>
                <a:lnTo>
                  <a:pt x="361950" y="257175"/>
                </a:lnTo>
                <a:lnTo>
                  <a:pt x="352425" y="257175"/>
                </a:lnTo>
                <a:close/>
                <a:moveTo>
                  <a:pt x="457200" y="247650"/>
                </a:moveTo>
                <a:lnTo>
                  <a:pt x="466725" y="247650"/>
                </a:lnTo>
                <a:lnTo>
                  <a:pt x="466725" y="257175"/>
                </a:lnTo>
                <a:lnTo>
                  <a:pt x="457200" y="257175"/>
                </a:lnTo>
                <a:close/>
                <a:moveTo>
                  <a:pt x="38100" y="257175"/>
                </a:moveTo>
                <a:lnTo>
                  <a:pt x="47625" y="257175"/>
                </a:lnTo>
                <a:lnTo>
                  <a:pt x="47625" y="342900"/>
                </a:lnTo>
                <a:lnTo>
                  <a:pt x="38100" y="342900"/>
                </a:lnTo>
                <a:close/>
                <a:moveTo>
                  <a:pt x="133350" y="257175"/>
                </a:moveTo>
                <a:lnTo>
                  <a:pt x="142875" y="257175"/>
                </a:lnTo>
                <a:lnTo>
                  <a:pt x="142875" y="266700"/>
                </a:lnTo>
                <a:lnTo>
                  <a:pt x="152400" y="266700"/>
                </a:lnTo>
                <a:lnTo>
                  <a:pt x="152400" y="295275"/>
                </a:lnTo>
                <a:lnTo>
                  <a:pt x="142875" y="295275"/>
                </a:lnTo>
                <a:lnTo>
                  <a:pt x="142875" y="342900"/>
                </a:lnTo>
                <a:lnTo>
                  <a:pt x="152400" y="342900"/>
                </a:lnTo>
                <a:lnTo>
                  <a:pt x="152400" y="352425"/>
                </a:lnTo>
                <a:lnTo>
                  <a:pt x="161925" y="352425"/>
                </a:lnTo>
                <a:lnTo>
                  <a:pt x="161925" y="371475"/>
                </a:lnTo>
                <a:lnTo>
                  <a:pt x="142875" y="371475"/>
                </a:lnTo>
                <a:lnTo>
                  <a:pt x="142875" y="361950"/>
                </a:lnTo>
                <a:lnTo>
                  <a:pt x="133350" y="361950"/>
                </a:lnTo>
                <a:lnTo>
                  <a:pt x="133350" y="352425"/>
                </a:lnTo>
                <a:lnTo>
                  <a:pt x="114300" y="352425"/>
                </a:lnTo>
                <a:lnTo>
                  <a:pt x="114300" y="323850"/>
                </a:lnTo>
                <a:lnTo>
                  <a:pt x="123825" y="323850"/>
                </a:lnTo>
                <a:lnTo>
                  <a:pt x="123825" y="266700"/>
                </a:lnTo>
                <a:lnTo>
                  <a:pt x="133350" y="266700"/>
                </a:lnTo>
                <a:close/>
                <a:moveTo>
                  <a:pt x="361950" y="266700"/>
                </a:moveTo>
                <a:lnTo>
                  <a:pt x="371475" y="266700"/>
                </a:lnTo>
                <a:lnTo>
                  <a:pt x="371475" y="276225"/>
                </a:lnTo>
                <a:lnTo>
                  <a:pt x="361950" y="276225"/>
                </a:lnTo>
                <a:close/>
                <a:moveTo>
                  <a:pt x="447675" y="266700"/>
                </a:moveTo>
                <a:lnTo>
                  <a:pt x="457200" y="266700"/>
                </a:lnTo>
                <a:lnTo>
                  <a:pt x="457200" y="276225"/>
                </a:lnTo>
                <a:lnTo>
                  <a:pt x="447675" y="276225"/>
                </a:lnTo>
                <a:close/>
                <a:moveTo>
                  <a:pt x="438150" y="276225"/>
                </a:moveTo>
                <a:lnTo>
                  <a:pt x="447675" y="276225"/>
                </a:lnTo>
                <a:lnTo>
                  <a:pt x="447675" y="304800"/>
                </a:lnTo>
                <a:lnTo>
                  <a:pt x="438150" y="304800"/>
                </a:lnTo>
                <a:close/>
                <a:moveTo>
                  <a:pt x="981075" y="285750"/>
                </a:moveTo>
                <a:lnTo>
                  <a:pt x="990600" y="285750"/>
                </a:lnTo>
                <a:lnTo>
                  <a:pt x="990600" y="295275"/>
                </a:lnTo>
                <a:lnTo>
                  <a:pt x="981075" y="295275"/>
                </a:lnTo>
                <a:close/>
                <a:moveTo>
                  <a:pt x="1038225" y="333375"/>
                </a:moveTo>
                <a:lnTo>
                  <a:pt x="1047750" y="333375"/>
                </a:lnTo>
                <a:lnTo>
                  <a:pt x="1047750" y="352425"/>
                </a:lnTo>
                <a:lnTo>
                  <a:pt x="1038225" y="352425"/>
                </a:lnTo>
                <a:close/>
                <a:moveTo>
                  <a:pt x="19050" y="361950"/>
                </a:moveTo>
                <a:lnTo>
                  <a:pt x="28575" y="361950"/>
                </a:lnTo>
                <a:lnTo>
                  <a:pt x="28575" y="371475"/>
                </a:lnTo>
                <a:lnTo>
                  <a:pt x="19050" y="371475"/>
                </a:lnTo>
                <a:close/>
                <a:moveTo>
                  <a:pt x="647700" y="381000"/>
                </a:moveTo>
                <a:lnTo>
                  <a:pt x="657225" y="381000"/>
                </a:lnTo>
                <a:lnTo>
                  <a:pt x="657225" y="390525"/>
                </a:lnTo>
                <a:lnTo>
                  <a:pt x="647700" y="390525"/>
                </a:lnTo>
                <a:close/>
                <a:moveTo>
                  <a:pt x="628650" y="400050"/>
                </a:moveTo>
                <a:lnTo>
                  <a:pt x="638175" y="400050"/>
                </a:lnTo>
                <a:lnTo>
                  <a:pt x="638175" y="409575"/>
                </a:lnTo>
                <a:lnTo>
                  <a:pt x="628650" y="409575"/>
                </a:lnTo>
                <a:close/>
                <a:moveTo>
                  <a:pt x="209550" y="409575"/>
                </a:moveTo>
                <a:lnTo>
                  <a:pt x="219075" y="409575"/>
                </a:lnTo>
                <a:lnTo>
                  <a:pt x="219075" y="419100"/>
                </a:lnTo>
                <a:lnTo>
                  <a:pt x="209550" y="419100"/>
                </a:lnTo>
                <a:close/>
                <a:moveTo>
                  <a:pt x="904875" y="409575"/>
                </a:moveTo>
                <a:lnTo>
                  <a:pt x="942975" y="409575"/>
                </a:lnTo>
                <a:lnTo>
                  <a:pt x="942975" y="419100"/>
                </a:lnTo>
                <a:lnTo>
                  <a:pt x="904875" y="419100"/>
                </a:lnTo>
                <a:close/>
                <a:moveTo>
                  <a:pt x="952500" y="409575"/>
                </a:moveTo>
                <a:lnTo>
                  <a:pt x="971550" y="409575"/>
                </a:lnTo>
                <a:lnTo>
                  <a:pt x="971550" y="419100"/>
                </a:lnTo>
                <a:lnTo>
                  <a:pt x="952500" y="419100"/>
                </a:lnTo>
                <a:close/>
                <a:moveTo>
                  <a:pt x="295275" y="419100"/>
                </a:moveTo>
                <a:lnTo>
                  <a:pt x="304800" y="419100"/>
                </a:lnTo>
                <a:lnTo>
                  <a:pt x="304800" y="428625"/>
                </a:lnTo>
                <a:lnTo>
                  <a:pt x="295275" y="428625"/>
                </a:lnTo>
                <a:close/>
                <a:moveTo>
                  <a:pt x="323850" y="419100"/>
                </a:moveTo>
                <a:lnTo>
                  <a:pt x="333375" y="419100"/>
                </a:lnTo>
                <a:lnTo>
                  <a:pt x="333375" y="428625"/>
                </a:lnTo>
                <a:lnTo>
                  <a:pt x="323850" y="428625"/>
                </a:lnTo>
                <a:close/>
                <a:moveTo>
                  <a:pt x="942975" y="419100"/>
                </a:moveTo>
                <a:lnTo>
                  <a:pt x="952500" y="419100"/>
                </a:lnTo>
                <a:lnTo>
                  <a:pt x="952500" y="428625"/>
                </a:lnTo>
                <a:lnTo>
                  <a:pt x="942975" y="428625"/>
                </a:lnTo>
                <a:close/>
                <a:moveTo>
                  <a:pt x="19050" y="428625"/>
                </a:moveTo>
                <a:lnTo>
                  <a:pt x="28575" y="428625"/>
                </a:lnTo>
                <a:lnTo>
                  <a:pt x="28575" y="457200"/>
                </a:lnTo>
                <a:lnTo>
                  <a:pt x="19050" y="457200"/>
                </a:lnTo>
                <a:close/>
                <a:moveTo>
                  <a:pt x="209550" y="428625"/>
                </a:moveTo>
                <a:lnTo>
                  <a:pt x="228600" y="428625"/>
                </a:lnTo>
                <a:lnTo>
                  <a:pt x="228600" y="438150"/>
                </a:lnTo>
                <a:lnTo>
                  <a:pt x="219075" y="438150"/>
                </a:lnTo>
                <a:lnTo>
                  <a:pt x="219075" y="447675"/>
                </a:lnTo>
                <a:lnTo>
                  <a:pt x="209550" y="447675"/>
                </a:lnTo>
                <a:close/>
                <a:moveTo>
                  <a:pt x="304800" y="428625"/>
                </a:moveTo>
                <a:lnTo>
                  <a:pt x="314325" y="428625"/>
                </a:lnTo>
                <a:lnTo>
                  <a:pt x="314325" y="438150"/>
                </a:lnTo>
                <a:lnTo>
                  <a:pt x="304800" y="438150"/>
                </a:lnTo>
                <a:close/>
                <a:moveTo>
                  <a:pt x="457200" y="428625"/>
                </a:moveTo>
                <a:lnTo>
                  <a:pt x="466725" y="428625"/>
                </a:lnTo>
                <a:lnTo>
                  <a:pt x="466725" y="438150"/>
                </a:lnTo>
                <a:lnTo>
                  <a:pt x="457200" y="438150"/>
                </a:lnTo>
                <a:close/>
                <a:moveTo>
                  <a:pt x="819150" y="428625"/>
                </a:moveTo>
                <a:lnTo>
                  <a:pt x="838200" y="428625"/>
                </a:lnTo>
                <a:lnTo>
                  <a:pt x="838200" y="438150"/>
                </a:lnTo>
                <a:lnTo>
                  <a:pt x="819150" y="438150"/>
                </a:lnTo>
                <a:close/>
                <a:moveTo>
                  <a:pt x="495300" y="447675"/>
                </a:moveTo>
                <a:lnTo>
                  <a:pt x="523875" y="447675"/>
                </a:lnTo>
                <a:lnTo>
                  <a:pt x="523875" y="457200"/>
                </a:lnTo>
                <a:lnTo>
                  <a:pt x="495300" y="457200"/>
                </a:lnTo>
                <a:close/>
                <a:moveTo>
                  <a:pt x="428625" y="457200"/>
                </a:moveTo>
                <a:lnTo>
                  <a:pt x="438150" y="457200"/>
                </a:lnTo>
                <a:lnTo>
                  <a:pt x="438150" y="466725"/>
                </a:lnTo>
                <a:lnTo>
                  <a:pt x="428625" y="466725"/>
                </a:lnTo>
                <a:close/>
                <a:moveTo>
                  <a:pt x="885825" y="457200"/>
                </a:moveTo>
                <a:lnTo>
                  <a:pt x="895350" y="457200"/>
                </a:lnTo>
                <a:lnTo>
                  <a:pt x="895350" y="476250"/>
                </a:lnTo>
                <a:lnTo>
                  <a:pt x="885825" y="476250"/>
                </a:lnTo>
                <a:close/>
                <a:moveTo>
                  <a:pt x="38100" y="466725"/>
                </a:moveTo>
                <a:lnTo>
                  <a:pt x="47625" y="466725"/>
                </a:lnTo>
                <a:lnTo>
                  <a:pt x="47625" y="504825"/>
                </a:lnTo>
                <a:lnTo>
                  <a:pt x="38100" y="504825"/>
                </a:lnTo>
                <a:close/>
                <a:moveTo>
                  <a:pt x="438150" y="466725"/>
                </a:moveTo>
                <a:lnTo>
                  <a:pt x="447675" y="466725"/>
                </a:lnTo>
                <a:lnTo>
                  <a:pt x="447675" y="476250"/>
                </a:lnTo>
                <a:lnTo>
                  <a:pt x="438150" y="476250"/>
                </a:lnTo>
                <a:close/>
                <a:moveTo>
                  <a:pt x="800100" y="466725"/>
                </a:moveTo>
                <a:lnTo>
                  <a:pt x="819150" y="466725"/>
                </a:lnTo>
                <a:lnTo>
                  <a:pt x="819150" y="476250"/>
                </a:lnTo>
                <a:lnTo>
                  <a:pt x="828675" y="476250"/>
                </a:lnTo>
                <a:lnTo>
                  <a:pt x="828675" y="504825"/>
                </a:lnTo>
                <a:lnTo>
                  <a:pt x="819150" y="504825"/>
                </a:lnTo>
                <a:lnTo>
                  <a:pt x="819150" y="495300"/>
                </a:lnTo>
                <a:lnTo>
                  <a:pt x="809625" y="495300"/>
                </a:lnTo>
                <a:lnTo>
                  <a:pt x="809625" y="485775"/>
                </a:lnTo>
                <a:lnTo>
                  <a:pt x="800100" y="485775"/>
                </a:lnTo>
                <a:close/>
                <a:moveTo>
                  <a:pt x="466725" y="476250"/>
                </a:moveTo>
                <a:lnTo>
                  <a:pt x="485775" y="476250"/>
                </a:lnTo>
                <a:lnTo>
                  <a:pt x="485775" y="485775"/>
                </a:lnTo>
                <a:lnTo>
                  <a:pt x="466725" y="485775"/>
                </a:lnTo>
                <a:close/>
                <a:moveTo>
                  <a:pt x="895350" y="476250"/>
                </a:moveTo>
                <a:lnTo>
                  <a:pt x="904875" y="476250"/>
                </a:lnTo>
                <a:lnTo>
                  <a:pt x="904875" y="485775"/>
                </a:lnTo>
                <a:lnTo>
                  <a:pt x="895350" y="485775"/>
                </a:lnTo>
                <a:close/>
                <a:moveTo>
                  <a:pt x="1095375" y="476250"/>
                </a:moveTo>
                <a:lnTo>
                  <a:pt x="1104900" y="476250"/>
                </a:lnTo>
                <a:lnTo>
                  <a:pt x="1104900" y="485775"/>
                </a:lnTo>
                <a:lnTo>
                  <a:pt x="1123950" y="485775"/>
                </a:lnTo>
                <a:lnTo>
                  <a:pt x="1123950" y="504825"/>
                </a:lnTo>
                <a:lnTo>
                  <a:pt x="1114425" y="504825"/>
                </a:lnTo>
                <a:lnTo>
                  <a:pt x="1114425" y="495300"/>
                </a:lnTo>
                <a:lnTo>
                  <a:pt x="1095375" y="495300"/>
                </a:lnTo>
                <a:close/>
                <a:moveTo>
                  <a:pt x="485775" y="485775"/>
                </a:moveTo>
                <a:lnTo>
                  <a:pt x="495300" y="485775"/>
                </a:lnTo>
                <a:lnTo>
                  <a:pt x="495300" y="495300"/>
                </a:lnTo>
                <a:lnTo>
                  <a:pt x="504825" y="495300"/>
                </a:lnTo>
                <a:lnTo>
                  <a:pt x="504825" y="504825"/>
                </a:lnTo>
                <a:lnTo>
                  <a:pt x="495300" y="504825"/>
                </a:lnTo>
                <a:lnTo>
                  <a:pt x="495300" y="523875"/>
                </a:lnTo>
                <a:lnTo>
                  <a:pt x="485775" y="523875"/>
                </a:lnTo>
                <a:lnTo>
                  <a:pt x="485775" y="533400"/>
                </a:lnTo>
                <a:lnTo>
                  <a:pt x="466725" y="533400"/>
                </a:lnTo>
                <a:lnTo>
                  <a:pt x="466725" y="542925"/>
                </a:lnTo>
                <a:lnTo>
                  <a:pt x="438150" y="542925"/>
                </a:lnTo>
                <a:lnTo>
                  <a:pt x="438150" y="561975"/>
                </a:lnTo>
                <a:lnTo>
                  <a:pt x="419100" y="561975"/>
                </a:lnTo>
                <a:lnTo>
                  <a:pt x="419100" y="533400"/>
                </a:lnTo>
                <a:lnTo>
                  <a:pt x="400050" y="533400"/>
                </a:lnTo>
                <a:lnTo>
                  <a:pt x="400050" y="523875"/>
                </a:lnTo>
                <a:lnTo>
                  <a:pt x="390525" y="523875"/>
                </a:lnTo>
                <a:lnTo>
                  <a:pt x="390525" y="514350"/>
                </a:lnTo>
                <a:lnTo>
                  <a:pt x="419100" y="514350"/>
                </a:lnTo>
                <a:lnTo>
                  <a:pt x="419100" y="533400"/>
                </a:lnTo>
                <a:lnTo>
                  <a:pt x="428625" y="533400"/>
                </a:lnTo>
                <a:lnTo>
                  <a:pt x="428625" y="523875"/>
                </a:lnTo>
                <a:lnTo>
                  <a:pt x="476250" y="523875"/>
                </a:lnTo>
                <a:lnTo>
                  <a:pt x="476250" y="514350"/>
                </a:lnTo>
                <a:lnTo>
                  <a:pt x="485775" y="514350"/>
                </a:lnTo>
                <a:close/>
                <a:moveTo>
                  <a:pt x="76200" y="495300"/>
                </a:moveTo>
                <a:lnTo>
                  <a:pt x="85725" y="495300"/>
                </a:lnTo>
                <a:lnTo>
                  <a:pt x="85725" y="514350"/>
                </a:lnTo>
                <a:lnTo>
                  <a:pt x="76200" y="514350"/>
                </a:lnTo>
                <a:close/>
                <a:moveTo>
                  <a:pt x="828675" y="504825"/>
                </a:moveTo>
                <a:lnTo>
                  <a:pt x="838200" y="504825"/>
                </a:lnTo>
                <a:lnTo>
                  <a:pt x="838200" y="514350"/>
                </a:lnTo>
                <a:lnTo>
                  <a:pt x="828675" y="514350"/>
                </a:lnTo>
                <a:close/>
                <a:moveTo>
                  <a:pt x="38100" y="514350"/>
                </a:moveTo>
                <a:lnTo>
                  <a:pt x="47625" y="514350"/>
                </a:lnTo>
                <a:lnTo>
                  <a:pt x="47625" y="542925"/>
                </a:lnTo>
                <a:lnTo>
                  <a:pt x="38100" y="542925"/>
                </a:lnTo>
                <a:close/>
                <a:moveTo>
                  <a:pt x="361950" y="523875"/>
                </a:moveTo>
                <a:lnTo>
                  <a:pt x="371475" y="523875"/>
                </a:lnTo>
                <a:lnTo>
                  <a:pt x="371475" y="533400"/>
                </a:lnTo>
                <a:lnTo>
                  <a:pt x="361950" y="533400"/>
                </a:lnTo>
                <a:close/>
                <a:moveTo>
                  <a:pt x="619125" y="523875"/>
                </a:moveTo>
                <a:lnTo>
                  <a:pt x="628650" y="523875"/>
                </a:lnTo>
                <a:lnTo>
                  <a:pt x="628650" y="533400"/>
                </a:lnTo>
                <a:lnTo>
                  <a:pt x="619125" y="533400"/>
                </a:lnTo>
                <a:close/>
                <a:moveTo>
                  <a:pt x="1038225" y="523875"/>
                </a:moveTo>
                <a:lnTo>
                  <a:pt x="1047750" y="523875"/>
                </a:lnTo>
                <a:lnTo>
                  <a:pt x="1047750" y="561975"/>
                </a:lnTo>
                <a:lnTo>
                  <a:pt x="1038225" y="561975"/>
                </a:lnTo>
                <a:close/>
                <a:moveTo>
                  <a:pt x="161925" y="533400"/>
                </a:moveTo>
                <a:lnTo>
                  <a:pt x="171450" y="533400"/>
                </a:lnTo>
                <a:lnTo>
                  <a:pt x="171450" y="542925"/>
                </a:lnTo>
                <a:lnTo>
                  <a:pt x="161925" y="542925"/>
                </a:lnTo>
                <a:close/>
                <a:moveTo>
                  <a:pt x="676275" y="533400"/>
                </a:moveTo>
                <a:lnTo>
                  <a:pt x="695325" y="533400"/>
                </a:lnTo>
                <a:lnTo>
                  <a:pt x="695325" y="552450"/>
                </a:lnTo>
                <a:lnTo>
                  <a:pt x="704850" y="552450"/>
                </a:lnTo>
                <a:lnTo>
                  <a:pt x="704850" y="561975"/>
                </a:lnTo>
                <a:lnTo>
                  <a:pt x="676275" y="561975"/>
                </a:lnTo>
                <a:lnTo>
                  <a:pt x="676275" y="552450"/>
                </a:lnTo>
                <a:lnTo>
                  <a:pt x="666750" y="552450"/>
                </a:lnTo>
                <a:lnTo>
                  <a:pt x="666750" y="542925"/>
                </a:lnTo>
                <a:lnTo>
                  <a:pt x="676275" y="542925"/>
                </a:lnTo>
                <a:close/>
                <a:moveTo>
                  <a:pt x="723900" y="542925"/>
                </a:moveTo>
                <a:lnTo>
                  <a:pt x="733425" y="542925"/>
                </a:lnTo>
                <a:lnTo>
                  <a:pt x="733425" y="552450"/>
                </a:lnTo>
                <a:lnTo>
                  <a:pt x="742950" y="552450"/>
                </a:lnTo>
                <a:lnTo>
                  <a:pt x="742950" y="561975"/>
                </a:lnTo>
                <a:lnTo>
                  <a:pt x="714375" y="561975"/>
                </a:lnTo>
                <a:lnTo>
                  <a:pt x="714375" y="552450"/>
                </a:lnTo>
                <a:lnTo>
                  <a:pt x="723900" y="552450"/>
                </a:lnTo>
                <a:close/>
                <a:moveTo>
                  <a:pt x="971550" y="542925"/>
                </a:moveTo>
                <a:lnTo>
                  <a:pt x="990600" y="542925"/>
                </a:lnTo>
                <a:lnTo>
                  <a:pt x="990600" y="571500"/>
                </a:lnTo>
                <a:lnTo>
                  <a:pt x="981075" y="571500"/>
                </a:lnTo>
                <a:lnTo>
                  <a:pt x="981075" y="552450"/>
                </a:lnTo>
                <a:lnTo>
                  <a:pt x="971550" y="552450"/>
                </a:lnTo>
                <a:close/>
                <a:moveTo>
                  <a:pt x="1200150" y="552450"/>
                </a:moveTo>
                <a:lnTo>
                  <a:pt x="1209675" y="552450"/>
                </a:lnTo>
                <a:lnTo>
                  <a:pt x="1209675" y="561975"/>
                </a:lnTo>
                <a:lnTo>
                  <a:pt x="1200150" y="561975"/>
                </a:lnTo>
                <a:close/>
                <a:moveTo>
                  <a:pt x="76200" y="561975"/>
                </a:moveTo>
                <a:lnTo>
                  <a:pt x="85725" y="561975"/>
                </a:lnTo>
                <a:lnTo>
                  <a:pt x="85725" y="628650"/>
                </a:lnTo>
                <a:lnTo>
                  <a:pt x="76200" y="628650"/>
                </a:lnTo>
                <a:close/>
                <a:moveTo>
                  <a:pt x="390525" y="561975"/>
                </a:moveTo>
                <a:lnTo>
                  <a:pt x="419100" y="561975"/>
                </a:lnTo>
                <a:lnTo>
                  <a:pt x="419100" y="571500"/>
                </a:lnTo>
                <a:lnTo>
                  <a:pt x="390525" y="571500"/>
                </a:lnTo>
                <a:close/>
                <a:moveTo>
                  <a:pt x="1019175" y="561975"/>
                </a:moveTo>
                <a:lnTo>
                  <a:pt x="1028700" y="561975"/>
                </a:lnTo>
                <a:lnTo>
                  <a:pt x="1028700" y="581025"/>
                </a:lnTo>
                <a:lnTo>
                  <a:pt x="1047750" y="581025"/>
                </a:lnTo>
                <a:lnTo>
                  <a:pt x="1047750" y="619125"/>
                </a:lnTo>
                <a:lnTo>
                  <a:pt x="1038225" y="619125"/>
                </a:lnTo>
                <a:lnTo>
                  <a:pt x="1038225" y="590550"/>
                </a:lnTo>
                <a:lnTo>
                  <a:pt x="1019175" y="590550"/>
                </a:lnTo>
                <a:close/>
                <a:moveTo>
                  <a:pt x="38100" y="590550"/>
                </a:moveTo>
                <a:lnTo>
                  <a:pt x="47625" y="590550"/>
                </a:lnTo>
                <a:lnTo>
                  <a:pt x="47625" y="600075"/>
                </a:lnTo>
                <a:lnTo>
                  <a:pt x="38100" y="600075"/>
                </a:lnTo>
                <a:close/>
                <a:moveTo>
                  <a:pt x="685800" y="600075"/>
                </a:moveTo>
                <a:lnTo>
                  <a:pt x="695325" y="600075"/>
                </a:lnTo>
                <a:lnTo>
                  <a:pt x="695325" y="609600"/>
                </a:lnTo>
                <a:lnTo>
                  <a:pt x="685800" y="609600"/>
                </a:lnTo>
                <a:close/>
                <a:moveTo>
                  <a:pt x="676275" y="609600"/>
                </a:moveTo>
                <a:lnTo>
                  <a:pt x="685800" y="609600"/>
                </a:lnTo>
                <a:lnTo>
                  <a:pt x="685800" y="619125"/>
                </a:lnTo>
                <a:lnTo>
                  <a:pt x="676275" y="619125"/>
                </a:lnTo>
                <a:close/>
                <a:moveTo>
                  <a:pt x="695325" y="609600"/>
                </a:moveTo>
                <a:lnTo>
                  <a:pt x="704850" y="609600"/>
                </a:lnTo>
                <a:lnTo>
                  <a:pt x="704850" y="619125"/>
                </a:lnTo>
                <a:lnTo>
                  <a:pt x="695325" y="619125"/>
                </a:lnTo>
                <a:close/>
                <a:moveTo>
                  <a:pt x="1114425" y="619125"/>
                </a:moveTo>
                <a:lnTo>
                  <a:pt x="1133475" y="619125"/>
                </a:lnTo>
                <a:lnTo>
                  <a:pt x="1133475" y="628650"/>
                </a:lnTo>
                <a:lnTo>
                  <a:pt x="1114425" y="628650"/>
                </a:lnTo>
                <a:close/>
                <a:moveTo>
                  <a:pt x="238125" y="628650"/>
                </a:moveTo>
                <a:lnTo>
                  <a:pt x="304800" y="628650"/>
                </a:lnTo>
                <a:lnTo>
                  <a:pt x="304800" y="638175"/>
                </a:lnTo>
                <a:lnTo>
                  <a:pt x="238125" y="638175"/>
                </a:lnTo>
                <a:close/>
                <a:moveTo>
                  <a:pt x="352425" y="628650"/>
                </a:moveTo>
                <a:lnTo>
                  <a:pt x="371475" y="628650"/>
                </a:lnTo>
                <a:lnTo>
                  <a:pt x="371475" y="638175"/>
                </a:lnTo>
                <a:lnTo>
                  <a:pt x="361950" y="638175"/>
                </a:lnTo>
                <a:lnTo>
                  <a:pt x="361950" y="647700"/>
                </a:lnTo>
                <a:lnTo>
                  <a:pt x="352425" y="647700"/>
                </a:lnTo>
                <a:close/>
                <a:moveTo>
                  <a:pt x="466725" y="628650"/>
                </a:moveTo>
                <a:lnTo>
                  <a:pt x="485775" y="628650"/>
                </a:lnTo>
                <a:lnTo>
                  <a:pt x="485775" y="638175"/>
                </a:lnTo>
                <a:lnTo>
                  <a:pt x="466725" y="638175"/>
                </a:lnTo>
                <a:close/>
                <a:moveTo>
                  <a:pt x="742950" y="628650"/>
                </a:moveTo>
                <a:lnTo>
                  <a:pt x="895350" y="628650"/>
                </a:lnTo>
                <a:lnTo>
                  <a:pt x="895350" y="638175"/>
                </a:lnTo>
                <a:lnTo>
                  <a:pt x="781050" y="638175"/>
                </a:lnTo>
                <a:lnTo>
                  <a:pt x="781050" y="657225"/>
                </a:lnTo>
                <a:lnTo>
                  <a:pt x="771525" y="657225"/>
                </a:lnTo>
                <a:lnTo>
                  <a:pt x="771525" y="666750"/>
                </a:lnTo>
                <a:lnTo>
                  <a:pt x="762000" y="666750"/>
                </a:lnTo>
                <a:lnTo>
                  <a:pt x="762000" y="657225"/>
                </a:lnTo>
                <a:lnTo>
                  <a:pt x="742950" y="657225"/>
                </a:lnTo>
                <a:close/>
                <a:moveTo>
                  <a:pt x="923925" y="628650"/>
                </a:moveTo>
                <a:lnTo>
                  <a:pt x="952500" y="628650"/>
                </a:lnTo>
                <a:lnTo>
                  <a:pt x="952500" y="638175"/>
                </a:lnTo>
                <a:lnTo>
                  <a:pt x="923925" y="638175"/>
                </a:lnTo>
                <a:close/>
                <a:moveTo>
                  <a:pt x="962025" y="628650"/>
                </a:moveTo>
                <a:lnTo>
                  <a:pt x="971550" y="628650"/>
                </a:lnTo>
                <a:lnTo>
                  <a:pt x="971550" y="638175"/>
                </a:lnTo>
                <a:lnTo>
                  <a:pt x="962025" y="638175"/>
                </a:lnTo>
                <a:close/>
                <a:moveTo>
                  <a:pt x="914400" y="638175"/>
                </a:moveTo>
                <a:lnTo>
                  <a:pt x="923925" y="638175"/>
                </a:lnTo>
                <a:lnTo>
                  <a:pt x="923925" y="647700"/>
                </a:lnTo>
                <a:lnTo>
                  <a:pt x="914400" y="647700"/>
                </a:lnTo>
                <a:close/>
                <a:moveTo>
                  <a:pt x="1123950" y="638175"/>
                </a:moveTo>
                <a:lnTo>
                  <a:pt x="1133475" y="638175"/>
                </a:lnTo>
                <a:lnTo>
                  <a:pt x="1133475" y="647700"/>
                </a:lnTo>
                <a:lnTo>
                  <a:pt x="1123950" y="647700"/>
                </a:lnTo>
                <a:close/>
                <a:moveTo>
                  <a:pt x="885825" y="647700"/>
                </a:moveTo>
                <a:lnTo>
                  <a:pt x="904875" y="647700"/>
                </a:lnTo>
                <a:lnTo>
                  <a:pt x="904875" y="666750"/>
                </a:lnTo>
                <a:lnTo>
                  <a:pt x="923925" y="666750"/>
                </a:lnTo>
                <a:lnTo>
                  <a:pt x="923925" y="647700"/>
                </a:lnTo>
                <a:lnTo>
                  <a:pt x="933450" y="647700"/>
                </a:lnTo>
                <a:lnTo>
                  <a:pt x="933450" y="657225"/>
                </a:lnTo>
                <a:lnTo>
                  <a:pt x="942975" y="657225"/>
                </a:lnTo>
                <a:lnTo>
                  <a:pt x="942975" y="666750"/>
                </a:lnTo>
                <a:lnTo>
                  <a:pt x="933450" y="666750"/>
                </a:lnTo>
                <a:lnTo>
                  <a:pt x="933450" y="676275"/>
                </a:lnTo>
                <a:lnTo>
                  <a:pt x="885825" y="676275"/>
                </a:lnTo>
                <a:close/>
                <a:moveTo>
                  <a:pt x="952500" y="647700"/>
                </a:moveTo>
                <a:lnTo>
                  <a:pt x="962025" y="647700"/>
                </a:lnTo>
                <a:lnTo>
                  <a:pt x="962025" y="657225"/>
                </a:lnTo>
                <a:lnTo>
                  <a:pt x="952500" y="657225"/>
                </a:lnTo>
                <a:close/>
                <a:moveTo>
                  <a:pt x="104775" y="657225"/>
                </a:moveTo>
                <a:lnTo>
                  <a:pt x="123825" y="657225"/>
                </a:lnTo>
                <a:lnTo>
                  <a:pt x="123825" y="666750"/>
                </a:lnTo>
                <a:lnTo>
                  <a:pt x="104775" y="666750"/>
                </a:lnTo>
                <a:close/>
                <a:moveTo>
                  <a:pt x="314325" y="657225"/>
                </a:moveTo>
                <a:lnTo>
                  <a:pt x="342900" y="657225"/>
                </a:lnTo>
                <a:lnTo>
                  <a:pt x="342900" y="666750"/>
                </a:lnTo>
                <a:lnTo>
                  <a:pt x="333375" y="666750"/>
                </a:lnTo>
                <a:lnTo>
                  <a:pt x="333375" y="676275"/>
                </a:lnTo>
                <a:lnTo>
                  <a:pt x="342900" y="676275"/>
                </a:lnTo>
                <a:lnTo>
                  <a:pt x="342900" y="685800"/>
                </a:lnTo>
                <a:lnTo>
                  <a:pt x="276225" y="685800"/>
                </a:lnTo>
                <a:lnTo>
                  <a:pt x="276225" y="676275"/>
                </a:lnTo>
                <a:lnTo>
                  <a:pt x="314325" y="676275"/>
                </a:lnTo>
                <a:close/>
                <a:moveTo>
                  <a:pt x="628650" y="657225"/>
                </a:moveTo>
                <a:lnTo>
                  <a:pt x="666750" y="657225"/>
                </a:lnTo>
                <a:lnTo>
                  <a:pt x="666750" y="666750"/>
                </a:lnTo>
                <a:lnTo>
                  <a:pt x="647700" y="666750"/>
                </a:lnTo>
                <a:lnTo>
                  <a:pt x="647700" y="676275"/>
                </a:lnTo>
                <a:lnTo>
                  <a:pt x="742950" y="676275"/>
                </a:lnTo>
                <a:lnTo>
                  <a:pt x="742950" y="685800"/>
                </a:lnTo>
                <a:lnTo>
                  <a:pt x="619125" y="685800"/>
                </a:lnTo>
                <a:lnTo>
                  <a:pt x="619125" y="676275"/>
                </a:lnTo>
                <a:lnTo>
                  <a:pt x="638175" y="676275"/>
                </a:lnTo>
                <a:lnTo>
                  <a:pt x="638175" y="666750"/>
                </a:lnTo>
                <a:lnTo>
                  <a:pt x="628650" y="666750"/>
                </a:lnTo>
                <a:close/>
                <a:moveTo>
                  <a:pt x="676275" y="657225"/>
                </a:moveTo>
                <a:lnTo>
                  <a:pt x="723900" y="657225"/>
                </a:lnTo>
                <a:lnTo>
                  <a:pt x="723900" y="666750"/>
                </a:lnTo>
                <a:lnTo>
                  <a:pt x="676275" y="666750"/>
                </a:lnTo>
                <a:close/>
                <a:moveTo>
                  <a:pt x="95250" y="676275"/>
                </a:moveTo>
                <a:lnTo>
                  <a:pt x="133350" y="676275"/>
                </a:lnTo>
                <a:lnTo>
                  <a:pt x="133350" y="685800"/>
                </a:lnTo>
                <a:lnTo>
                  <a:pt x="95250" y="685800"/>
                </a:lnTo>
                <a:close/>
                <a:moveTo>
                  <a:pt x="171450" y="676275"/>
                </a:moveTo>
                <a:lnTo>
                  <a:pt x="190500" y="676275"/>
                </a:lnTo>
                <a:lnTo>
                  <a:pt x="190500" y="685800"/>
                </a:lnTo>
                <a:lnTo>
                  <a:pt x="171450" y="685800"/>
                </a:lnTo>
                <a:close/>
                <a:moveTo>
                  <a:pt x="219075" y="676275"/>
                </a:moveTo>
                <a:lnTo>
                  <a:pt x="247650" y="676275"/>
                </a:lnTo>
                <a:lnTo>
                  <a:pt x="247650" y="685800"/>
                </a:lnTo>
                <a:lnTo>
                  <a:pt x="219075" y="685800"/>
                </a:lnTo>
                <a:close/>
                <a:moveTo>
                  <a:pt x="257175" y="676275"/>
                </a:moveTo>
                <a:lnTo>
                  <a:pt x="266700" y="676275"/>
                </a:lnTo>
                <a:lnTo>
                  <a:pt x="266700" y="685800"/>
                </a:lnTo>
                <a:lnTo>
                  <a:pt x="257175" y="685800"/>
                </a:lnTo>
                <a:close/>
                <a:moveTo>
                  <a:pt x="495300" y="676275"/>
                </a:moveTo>
                <a:lnTo>
                  <a:pt x="542925" y="676275"/>
                </a:lnTo>
                <a:lnTo>
                  <a:pt x="542925" y="685800"/>
                </a:lnTo>
                <a:lnTo>
                  <a:pt x="495300" y="685800"/>
                </a:lnTo>
                <a:close/>
                <a:moveTo>
                  <a:pt x="552450" y="676275"/>
                </a:moveTo>
                <a:lnTo>
                  <a:pt x="571500" y="676275"/>
                </a:lnTo>
                <a:lnTo>
                  <a:pt x="571500" y="685800"/>
                </a:lnTo>
                <a:lnTo>
                  <a:pt x="552450" y="685800"/>
                </a:lnTo>
                <a:close/>
                <a:moveTo>
                  <a:pt x="771525" y="676275"/>
                </a:moveTo>
                <a:lnTo>
                  <a:pt x="800100" y="676275"/>
                </a:lnTo>
                <a:lnTo>
                  <a:pt x="800100" y="685800"/>
                </a:lnTo>
                <a:lnTo>
                  <a:pt x="771525" y="685800"/>
                </a:lnTo>
                <a:close/>
                <a:moveTo>
                  <a:pt x="838200" y="676275"/>
                </a:moveTo>
                <a:lnTo>
                  <a:pt x="885825" y="676275"/>
                </a:lnTo>
                <a:lnTo>
                  <a:pt x="885825" y="685800"/>
                </a:lnTo>
                <a:lnTo>
                  <a:pt x="838200" y="685800"/>
                </a:lnTo>
                <a:close/>
                <a:moveTo>
                  <a:pt x="933450" y="676275"/>
                </a:moveTo>
                <a:lnTo>
                  <a:pt x="962025" y="676275"/>
                </a:lnTo>
                <a:lnTo>
                  <a:pt x="962025" y="685800"/>
                </a:lnTo>
                <a:lnTo>
                  <a:pt x="933450" y="685800"/>
                </a:lnTo>
                <a:close/>
                <a:moveTo>
                  <a:pt x="971550" y="676275"/>
                </a:moveTo>
                <a:lnTo>
                  <a:pt x="1019175" y="676275"/>
                </a:lnTo>
                <a:lnTo>
                  <a:pt x="1019175" y="685800"/>
                </a:lnTo>
                <a:lnTo>
                  <a:pt x="971550" y="685800"/>
                </a:lnTo>
                <a:close/>
                <a:moveTo>
                  <a:pt x="1171575" y="733425"/>
                </a:moveTo>
                <a:lnTo>
                  <a:pt x="1181100" y="733425"/>
                </a:lnTo>
                <a:lnTo>
                  <a:pt x="1181100" y="742950"/>
                </a:lnTo>
                <a:lnTo>
                  <a:pt x="1200150" y="742950"/>
                </a:lnTo>
                <a:lnTo>
                  <a:pt x="1200150" y="762000"/>
                </a:lnTo>
                <a:lnTo>
                  <a:pt x="1209675" y="762000"/>
                </a:lnTo>
                <a:lnTo>
                  <a:pt x="1209675" y="781050"/>
                </a:lnTo>
                <a:lnTo>
                  <a:pt x="1190625" y="781050"/>
                </a:lnTo>
                <a:lnTo>
                  <a:pt x="1190625" y="771525"/>
                </a:lnTo>
                <a:lnTo>
                  <a:pt x="1171575" y="771525"/>
                </a:lnTo>
                <a:close/>
              </a:path>
            </a:pathLst>
          </a:custGeom>
          <a:solidFill xmlns:a="http://schemas.openxmlformats.org/drawingml/2006/main">
            <a:srgbClr val="F7F8F3"/>
          </a:solidFill>
          <a:ln xmlns:a="http://schemas.openxmlformats.org/drawingml/2006/main" w="0">
            <a:noFill/>
          </a:ln>
        </p:spPr>
      </p:sp>
      <p:sp>
        <p:nvSpPr>
          <p:cNvPr id="138" name="v11 vector #f4f8f2">
            <a:extLst xmlns:a="http://schemas.openxmlformats.org/drawingml/2006/main">
              <a:ext uri="{FF2B5EF4-FFF2-40B4-BE49-F238E27FC236}">
                <a16:creationId xmlns:a16="http://schemas.microsoft.com/office/drawing/2014/main" id="{BF229CB7-9AD0-474B-9A37-1E284F27FA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8250" y="3609975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152400" y="19050"/>
                </a:moveTo>
                <a:lnTo>
                  <a:pt x="209550" y="19050"/>
                </a:lnTo>
                <a:lnTo>
                  <a:pt x="209550" y="28575"/>
                </a:lnTo>
                <a:lnTo>
                  <a:pt x="152400" y="28575"/>
                </a:lnTo>
                <a:close/>
                <a:moveTo>
                  <a:pt x="57150" y="38100"/>
                </a:moveTo>
                <a:lnTo>
                  <a:pt x="66675" y="38100"/>
                </a:lnTo>
                <a:lnTo>
                  <a:pt x="66675" y="47625"/>
                </a:lnTo>
                <a:lnTo>
                  <a:pt x="57150" y="47625"/>
                </a:lnTo>
                <a:close/>
                <a:moveTo>
                  <a:pt x="47625" y="57150"/>
                </a:moveTo>
                <a:lnTo>
                  <a:pt x="57150" y="57150"/>
                </a:lnTo>
                <a:lnTo>
                  <a:pt x="57150" y="66675"/>
                </a:lnTo>
                <a:lnTo>
                  <a:pt x="47625" y="66675"/>
                </a:lnTo>
                <a:close/>
                <a:moveTo>
                  <a:pt x="1066800" y="66675"/>
                </a:moveTo>
                <a:lnTo>
                  <a:pt x="1076325" y="66675"/>
                </a:lnTo>
                <a:lnTo>
                  <a:pt x="1076325" y="76200"/>
                </a:lnTo>
                <a:lnTo>
                  <a:pt x="1095375" y="76200"/>
                </a:lnTo>
                <a:lnTo>
                  <a:pt x="1095375" y="85725"/>
                </a:lnTo>
                <a:lnTo>
                  <a:pt x="1085850" y="85725"/>
                </a:lnTo>
                <a:lnTo>
                  <a:pt x="1085850" y="123825"/>
                </a:lnTo>
                <a:lnTo>
                  <a:pt x="1076325" y="123825"/>
                </a:lnTo>
                <a:lnTo>
                  <a:pt x="1076325" y="333375"/>
                </a:lnTo>
                <a:lnTo>
                  <a:pt x="1066800" y="333375"/>
                </a:lnTo>
                <a:close/>
                <a:moveTo>
                  <a:pt x="180975" y="85725"/>
                </a:moveTo>
                <a:lnTo>
                  <a:pt x="200025" y="85725"/>
                </a:lnTo>
                <a:lnTo>
                  <a:pt x="200025" y="95250"/>
                </a:lnTo>
                <a:lnTo>
                  <a:pt x="180975" y="95250"/>
                </a:lnTo>
                <a:close/>
                <a:moveTo>
                  <a:pt x="247650" y="85725"/>
                </a:moveTo>
                <a:lnTo>
                  <a:pt x="257175" y="85725"/>
                </a:lnTo>
                <a:lnTo>
                  <a:pt x="257175" y="104775"/>
                </a:lnTo>
                <a:lnTo>
                  <a:pt x="247650" y="104775"/>
                </a:lnTo>
                <a:close/>
                <a:moveTo>
                  <a:pt x="152400" y="152400"/>
                </a:moveTo>
                <a:lnTo>
                  <a:pt x="228600" y="152400"/>
                </a:lnTo>
                <a:lnTo>
                  <a:pt x="228600" y="161925"/>
                </a:lnTo>
                <a:lnTo>
                  <a:pt x="219075" y="161925"/>
                </a:lnTo>
                <a:lnTo>
                  <a:pt x="219075" y="171450"/>
                </a:lnTo>
                <a:lnTo>
                  <a:pt x="200025" y="171450"/>
                </a:lnTo>
                <a:lnTo>
                  <a:pt x="200025" y="161925"/>
                </a:lnTo>
                <a:lnTo>
                  <a:pt x="152400" y="161925"/>
                </a:lnTo>
                <a:close/>
                <a:moveTo>
                  <a:pt x="295275" y="152400"/>
                </a:moveTo>
                <a:lnTo>
                  <a:pt x="314325" y="152400"/>
                </a:lnTo>
                <a:lnTo>
                  <a:pt x="314325" y="161925"/>
                </a:lnTo>
                <a:lnTo>
                  <a:pt x="295275" y="161925"/>
                </a:lnTo>
                <a:close/>
                <a:moveTo>
                  <a:pt x="381000" y="152400"/>
                </a:moveTo>
                <a:lnTo>
                  <a:pt x="590550" y="152400"/>
                </a:lnTo>
                <a:lnTo>
                  <a:pt x="590550" y="161925"/>
                </a:lnTo>
                <a:lnTo>
                  <a:pt x="542925" y="161925"/>
                </a:lnTo>
                <a:lnTo>
                  <a:pt x="542925" y="171450"/>
                </a:lnTo>
                <a:lnTo>
                  <a:pt x="533400" y="171450"/>
                </a:lnTo>
                <a:lnTo>
                  <a:pt x="533400" y="180975"/>
                </a:lnTo>
                <a:lnTo>
                  <a:pt x="523875" y="180975"/>
                </a:lnTo>
                <a:lnTo>
                  <a:pt x="523875" y="190500"/>
                </a:lnTo>
                <a:lnTo>
                  <a:pt x="542925" y="190500"/>
                </a:lnTo>
                <a:lnTo>
                  <a:pt x="542925" y="200025"/>
                </a:lnTo>
                <a:lnTo>
                  <a:pt x="514350" y="200025"/>
                </a:lnTo>
                <a:lnTo>
                  <a:pt x="514350" y="209550"/>
                </a:lnTo>
                <a:lnTo>
                  <a:pt x="495300" y="209550"/>
                </a:lnTo>
                <a:lnTo>
                  <a:pt x="495300" y="219075"/>
                </a:lnTo>
                <a:lnTo>
                  <a:pt x="485775" y="219075"/>
                </a:lnTo>
                <a:lnTo>
                  <a:pt x="485775" y="200025"/>
                </a:lnTo>
                <a:lnTo>
                  <a:pt x="476250" y="200025"/>
                </a:lnTo>
                <a:lnTo>
                  <a:pt x="476250" y="180975"/>
                </a:lnTo>
                <a:lnTo>
                  <a:pt x="457200" y="180975"/>
                </a:lnTo>
                <a:lnTo>
                  <a:pt x="457200" y="171450"/>
                </a:lnTo>
                <a:lnTo>
                  <a:pt x="419100" y="171450"/>
                </a:lnTo>
                <a:lnTo>
                  <a:pt x="419100" y="161925"/>
                </a:lnTo>
                <a:lnTo>
                  <a:pt x="381000" y="161925"/>
                </a:lnTo>
                <a:close/>
                <a:moveTo>
                  <a:pt x="666750" y="152400"/>
                </a:moveTo>
                <a:lnTo>
                  <a:pt x="676275" y="152400"/>
                </a:lnTo>
                <a:lnTo>
                  <a:pt x="676275" y="161925"/>
                </a:lnTo>
                <a:lnTo>
                  <a:pt x="666750" y="161925"/>
                </a:lnTo>
                <a:close/>
                <a:moveTo>
                  <a:pt x="914400" y="152400"/>
                </a:moveTo>
                <a:lnTo>
                  <a:pt x="962025" y="152400"/>
                </a:lnTo>
                <a:lnTo>
                  <a:pt x="962025" y="161925"/>
                </a:lnTo>
                <a:lnTo>
                  <a:pt x="914400" y="161925"/>
                </a:lnTo>
                <a:close/>
                <a:moveTo>
                  <a:pt x="990600" y="152400"/>
                </a:moveTo>
                <a:lnTo>
                  <a:pt x="1038225" y="152400"/>
                </a:lnTo>
                <a:lnTo>
                  <a:pt x="1038225" y="161925"/>
                </a:lnTo>
                <a:lnTo>
                  <a:pt x="1028700" y="161925"/>
                </a:lnTo>
                <a:lnTo>
                  <a:pt x="1028700" y="171450"/>
                </a:lnTo>
                <a:lnTo>
                  <a:pt x="1009650" y="171450"/>
                </a:lnTo>
                <a:lnTo>
                  <a:pt x="1009650" y="161925"/>
                </a:lnTo>
                <a:lnTo>
                  <a:pt x="990600" y="161925"/>
                </a:lnTo>
                <a:close/>
                <a:moveTo>
                  <a:pt x="1038225" y="161925"/>
                </a:moveTo>
                <a:lnTo>
                  <a:pt x="1047750" y="161925"/>
                </a:lnTo>
                <a:lnTo>
                  <a:pt x="1047750" y="171450"/>
                </a:lnTo>
                <a:lnTo>
                  <a:pt x="1038225" y="171450"/>
                </a:lnTo>
                <a:close/>
                <a:moveTo>
                  <a:pt x="38100" y="171450"/>
                </a:moveTo>
                <a:lnTo>
                  <a:pt x="47625" y="171450"/>
                </a:lnTo>
                <a:lnTo>
                  <a:pt x="47625" y="209550"/>
                </a:lnTo>
                <a:lnTo>
                  <a:pt x="38100" y="209550"/>
                </a:lnTo>
                <a:close/>
                <a:moveTo>
                  <a:pt x="209550" y="200025"/>
                </a:moveTo>
                <a:lnTo>
                  <a:pt x="219075" y="200025"/>
                </a:lnTo>
                <a:lnTo>
                  <a:pt x="219075" y="209550"/>
                </a:lnTo>
                <a:lnTo>
                  <a:pt x="209550" y="209550"/>
                </a:lnTo>
                <a:close/>
                <a:moveTo>
                  <a:pt x="295275" y="200025"/>
                </a:moveTo>
                <a:lnTo>
                  <a:pt x="304800" y="200025"/>
                </a:lnTo>
                <a:lnTo>
                  <a:pt x="304800" y="209550"/>
                </a:lnTo>
                <a:lnTo>
                  <a:pt x="295275" y="209550"/>
                </a:lnTo>
                <a:close/>
                <a:moveTo>
                  <a:pt x="600075" y="200025"/>
                </a:moveTo>
                <a:lnTo>
                  <a:pt x="609600" y="200025"/>
                </a:lnTo>
                <a:lnTo>
                  <a:pt x="609600" y="209550"/>
                </a:lnTo>
                <a:lnTo>
                  <a:pt x="600075" y="209550"/>
                </a:lnTo>
                <a:close/>
                <a:moveTo>
                  <a:pt x="752475" y="200025"/>
                </a:moveTo>
                <a:lnTo>
                  <a:pt x="771525" y="200025"/>
                </a:lnTo>
                <a:lnTo>
                  <a:pt x="771525" y="209550"/>
                </a:lnTo>
                <a:lnTo>
                  <a:pt x="752475" y="209550"/>
                </a:lnTo>
                <a:close/>
                <a:moveTo>
                  <a:pt x="819150" y="200025"/>
                </a:moveTo>
                <a:lnTo>
                  <a:pt x="876300" y="200025"/>
                </a:lnTo>
                <a:lnTo>
                  <a:pt x="876300" y="209550"/>
                </a:lnTo>
                <a:lnTo>
                  <a:pt x="819150" y="209550"/>
                </a:lnTo>
                <a:close/>
                <a:moveTo>
                  <a:pt x="933450" y="200025"/>
                </a:moveTo>
                <a:lnTo>
                  <a:pt x="952500" y="200025"/>
                </a:lnTo>
                <a:lnTo>
                  <a:pt x="952500" y="209550"/>
                </a:lnTo>
                <a:lnTo>
                  <a:pt x="933450" y="209550"/>
                </a:lnTo>
                <a:close/>
                <a:moveTo>
                  <a:pt x="314325" y="209550"/>
                </a:moveTo>
                <a:lnTo>
                  <a:pt x="323850" y="209550"/>
                </a:lnTo>
                <a:lnTo>
                  <a:pt x="323850" y="219075"/>
                </a:lnTo>
                <a:lnTo>
                  <a:pt x="314325" y="219075"/>
                </a:lnTo>
                <a:close/>
                <a:moveTo>
                  <a:pt x="742950" y="209550"/>
                </a:moveTo>
                <a:lnTo>
                  <a:pt x="752475" y="209550"/>
                </a:lnTo>
                <a:lnTo>
                  <a:pt x="752475" y="219075"/>
                </a:lnTo>
                <a:lnTo>
                  <a:pt x="742950" y="219075"/>
                </a:lnTo>
                <a:close/>
                <a:moveTo>
                  <a:pt x="180975" y="219075"/>
                </a:moveTo>
                <a:lnTo>
                  <a:pt x="190500" y="219075"/>
                </a:lnTo>
                <a:lnTo>
                  <a:pt x="190500" y="228600"/>
                </a:lnTo>
                <a:lnTo>
                  <a:pt x="180975" y="228600"/>
                </a:lnTo>
                <a:close/>
                <a:moveTo>
                  <a:pt x="38100" y="228600"/>
                </a:moveTo>
                <a:lnTo>
                  <a:pt x="47625" y="228600"/>
                </a:lnTo>
                <a:lnTo>
                  <a:pt x="47625" y="257175"/>
                </a:lnTo>
                <a:lnTo>
                  <a:pt x="38100" y="257175"/>
                </a:lnTo>
                <a:close/>
                <a:moveTo>
                  <a:pt x="171450" y="228600"/>
                </a:moveTo>
                <a:lnTo>
                  <a:pt x="180975" y="228600"/>
                </a:lnTo>
                <a:lnTo>
                  <a:pt x="180975" y="238125"/>
                </a:lnTo>
                <a:lnTo>
                  <a:pt x="171450" y="238125"/>
                </a:lnTo>
                <a:close/>
                <a:moveTo>
                  <a:pt x="152400" y="257175"/>
                </a:moveTo>
                <a:lnTo>
                  <a:pt x="161925" y="257175"/>
                </a:lnTo>
                <a:lnTo>
                  <a:pt x="161925" y="266700"/>
                </a:lnTo>
                <a:lnTo>
                  <a:pt x="152400" y="266700"/>
                </a:lnTo>
                <a:close/>
                <a:moveTo>
                  <a:pt x="657225" y="257175"/>
                </a:moveTo>
                <a:lnTo>
                  <a:pt x="666750" y="257175"/>
                </a:lnTo>
                <a:lnTo>
                  <a:pt x="666750" y="266700"/>
                </a:lnTo>
                <a:lnTo>
                  <a:pt x="657225" y="266700"/>
                </a:lnTo>
                <a:close/>
                <a:moveTo>
                  <a:pt x="981075" y="266700"/>
                </a:moveTo>
                <a:lnTo>
                  <a:pt x="990600" y="266700"/>
                </a:lnTo>
                <a:lnTo>
                  <a:pt x="990600" y="285750"/>
                </a:lnTo>
                <a:lnTo>
                  <a:pt x="981075" y="285750"/>
                </a:lnTo>
                <a:close/>
                <a:moveTo>
                  <a:pt x="1038225" y="266700"/>
                </a:moveTo>
                <a:lnTo>
                  <a:pt x="1047750" y="266700"/>
                </a:lnTo>
                <a:lnTo>
                  <a:pt x="1047750" y="285750"/>
                </a:lnTo>
                <a:lnTo>
                  <a:pt x="1038225" y="285750"/>
                </a:lnTo>
                <a:close/>
                <a:moveTo>
                  <a:pt x="361950" y="276225"/>
                </a:moveTo>
                <a:lnTo>
                  <a:pt x="371475" y="276225"/>
                </a:lnTo>
                <a:lnTo>
                  <a:pt x="371475" y="285750"/>
                </a:lnTo>
                <a:lnTo>
                  <a:pt x="361950" y="285750"/>
                </a:lnTo>
                <a:close/>
                <a:moveTo>
                  <a:pt x="581025" y="285750"/>
                </a:moveTo>
                <a:lnTo>
                  <a:pt x="590550" y="285750"/>
                </a:lnTo>
                <a:lnTo>
                  <a:pt x="590550" y="304800"/>
                </a:lnTo>
                <a:lnTo>
                  <a:pt x="581025" y="304800"/>
                </a:lnTo>
                <a:lnTo>
                  <a:pt x="581025" y="314325"/>
                </a:lnTo>
                <a:lnTo>
                  <a:pt x="571500" y="314325"/>
                </a:lnTo>
                <a:lnTo>
                  <a:pt x="571500" y="295275"/>
                </a:lnTo>
                <a:lnTo>
                  <a:pt x="581025" y="295275"/>
                </a:lnTo>
                <a:close/>
                <a:moveTo>
                  <a:pt x="666750" y="285750"/>
                </a:moveTo>
                <a:lnTo>
                  <a:pt x="676275" y="285750"/>
                </a:lnTo>
                <a:lnTo>
                  <a:pt x="676275" y="295275"/>
                </a:lnTo>
                <a:lnTo>
                  <a:pt x="666750" y="295275"/>
                </a:lnTo>
                <a:close/>
                <a:moveTo>
                  <a:pt x="142875" y="295275"/>
                </a:moveTo>
                <a:lnTo>
                  <a:pt x="152400" y="295275"/>
                </a:lnTo>
                <a:lnTo>
                  <a:pt x="152400" y="342900"/>
                </a:lnTo>
                <a:lnTo>
                  <a:pt x="142875" y="342900"/>
                </a:lnTo>
                <a:close/>
                <a:moveTo>
                  <a:pt x="523875" y="314325"/>
                </a:moveTo>
                <a:lnTo>
                  <a:pt x="533400" y="314325"/>
                </a:lnTo>
                <a:lnTo>
                  <a:pt x="533400" y="323850"/>
                </a:lnTo>
                <a:lnTo>
                  <a:pt x="552450" y="323850"/>
                </a:lnTo>
                <a:lnTo>
                  <a:pt x="552450" y="342900"/>
                </a:lnTo>
                <a:lnTo>
                  <a:pt x="533400" y="342900"/>
                </a:lnTo>
                <a:lnTo>
                  <a:pt x="533400" y="333375"/>
                </a:lnTo>
                <a:lnTo>
                  <a:pt x="523875" y="333375"/>
                </a:lnTo>
                <a:close/>
                <a:moveTo>
                  <a:pt x="666750" y="314325"/>
                </a:moveTo>
                <a:lnTo>
                  <a:pt x="676275" y="314325"/>
                </a:lnTo>
                <a:lnTo>
                  <a:pt x="676275" y="323850"/>
                </a:lnTo>
                <a:lnTo>
                  <a:pt x="666750" y="323850"/>
                </a:lnTo>
                <a:close/>
                <a:moveTo>
                  <a:pt x="1038225" y="323850"/>
                </a:moveTo>
                <a:lnTo>
                  <a:pt x="1047750" y="323850"/>
                </a:lnTo>
                <a:lnTo>
                  <a:pt x="1047750" y="333375"/>
                </a:lnTo>
                <a:lnTo>
                  <a:pt x="1038225" y="333375"/>
                </a:lnTo>
                <a:close/>
                <a:moveTo>
                  <a:pt x="38100" y="352425"/>
                </a:moveTo>
                <a:lnTo>
                  <a:pt x="47625" y="352425"/>
                </a:lnTo>
                <a:lnTo>
                  <a:pt x="47625" y="466725"/>
                </a:lnTo>
                <a:lnTo>
                  <a:pt x="38100" y="466725"/>
                </a:lnTo>
                <a:close/>
                <a:moveTo>
                  <a:pt x="742950" y="361950"/>
                </a:moveTo>
                <a:lnTo>
                  <a:pt x="752475" y="361950"/>
                </a:lnTo>
                <a:lnTo>
                  <a:pt x="752475" y="381000"/>
                </a:lnTo>
                <a:lnTo>
                  <a:pt x="742950" y="381000"/>
                </a:lnTo>
                <a:close/>
                <a:moveTo>
                  <a:pt x="647700" y="371475"/>
                </a:moveTo>
                <a:lnTo>
                  <a:pt x="657225" y="371475"/>
                </a:lnTo>
                <a:lnTo>
                  <a:pt x="657225" y="381000"/>
                </a:lnTo>
                <a:lnTo>
                  <a:pt x="647700" y="381000"/>
                </a:lnTo>
                <a:close/>
                <a:moveTo>
                  <a:pt x="742950" y="390525"/>
                </a:moveTo>
                <a:lnTo>
                  <a:pt x="752475" y="390525"/>
                </a:lnTo>
                <a:lnTo>
                  <a:pt x="752475" y="400050"/>
                </a:lnTo>
                <a:lnTo>
                  <a:pt x="742950" y="400050"/>
                </a:lnTo>
                <a:close/>
                <a:moveTo>
                  <a:pt x="200025" y="400050"/>
                </a:moveTo>
                <a:lnTo>
                  <a:pt x="209550" y="400050"/>
                </a:lnTo>
                <a:lnTo>
                  <a:pt x="209550" y="409575"/>
                </a:lnTo>
                <a:lnTo>
                  <a:pt x="200025" y="409575"/>
                </a:lnTo>
                <a:close/>
                <a:moveTo>
                  <a:pt x="304800" y="400050"/>
                </a:moveTo>
                <a:lnTo>
                  <a:pt x="323850" y="400050"/>
                </a:lnTo>
                <a:lnTo>
                  <a:pt x="323850" y="428625"/>
                </a:lnTo>
                <a:lnTo>
                  <a:pt x="304800" y="428625"/>
                </a:lnTo>
                <a:lnTo>
                  <a:pt x="304800" y="419100"/>
                </a:lnTo>
                <a:lnTo>
                  <a:pt x="285750" y="419100"/>
                </a:lnTo>
                <a:lnTo>
                  <a:pt x="285750" y="428625"/>
                </a:lnTo>
                <a:lnTo>
                  <a:pt x="304800" y="428625"/>
                </a:lnTo>
                <a:lnTo>
                  <a:pt x="304800" y="447675"/>
                </a:lnTo>
                <a:lnTo>
                  <a:pt x="295275" y="447675"/>
                </a:lnTo>
                <a:lnTo>
                  <a:pt x="295275" y="438150"/>
                </a:lnTo>
                <a:lnTo>
                  <a:pt x="276225" y="438150"/>
                </a:lnTo>
                <a:lnTo>
                  <a:pt x="276225" y="447675"/>
                </a:lnTo>
                <a:lnTo>
                  <a:pt x="238125" y="447675"/>
                </a:lnTo>
                <a:lnTo>
                  <a:pt x="238125" y="438150"/>
                </a:lnTo>
                <a:lnTo>
                  <a:pt x="228600" y="438150"/>
                </a:lnTo>
                <a:lnTo>
                  <a:pt x="228600" y="419100"/>
                </a:lnTo>
                <a:lnTo>
                  <a:pt x="219075" y="419100"/>
                </a:lnTo>
                <a:lnTo>
                  <a:pt x="219075" y="409575"/>
                </a:lnTo>
                <a:lnTo>
                  <a:pt x="238125" y="409575"/>
                </a:lnTo>
                <a:lnTo>
                  <a:pt x="238125" y="419100"/>
                </a:lnTo>
                <a:lnTo>
                  <a:pt x="276225" y="419100"/>
                </a:lnTo>
                <a:lnTo>
                  <a:pt x="276225" y="409575"/>
                </a:lnTo>
                <a:lnTo>
                  <a:pt x="304800" y="409575"/>
                </a:lnTo>
                <a:close/>
                <a:moveTo>
                  <a:pt x="752475" y="400050"/>
                </a:moveTo>
                <a:lnTo>
                  <a:pt x="762000" y="400050"/>
                </a:lnTo>
                <a:lnTo>
                  <a:pt x="762000" y="409575"/>
                </a:lnTo>
                <a:lnTo>
                  <a:pt x="752475" y="409575"/>
                </a:lnTo>
                <a:close/>
                <a:moveTo>
                  <a:pt x="533400" y="409575"/>
                </a:moveTo>
                <a:lnTo>
                  <a:pt x="542925" y="409575"/>
                </a:lnTo>
                <a:lnTo>
                  <a:pt x="542925" y="419100"/>
                </a:lnTo>
                <a:lnTo>
                  <a:pt x="533400" y="419100"/>
                </a:lnTo>
                <a:close/>
                <a:moveTo>
                  <a:pt x="533400" y="438150"/>
                </a:moveTo>
                <a:lnTo>
                  <a:pt x="542925" y="438150"/>
                </a:lnTo>
                <a:lnTo>
                  <a:pt x="542925" y="447675"/>
                </a:lnTo>
                <a:lnTo>
                  <a:pt x="533400" y="447675"/>
                </a:lnTo>
                <a:close/>
                <a:moveTo>
                  <a:pt x="571500" y="438150"/>
                </a:moveTo>
                <a:lnTo>
                  <a:pt x="581025" y="438150"/>
                </a:lnTo>
                <a:lnTo>
                  <a:pt x="581025" y="447675"/>
                </a:lnTo>
                <a:lnTo>
                  <a:pt x="571500" y="447675"/>
                </a:lnTo>
                <a:close/>
                <a:moveTo>
                  <a:pt x="819150" y="438150"/>
                </a:moveTo>
                <a:lnTo>
                  <a:pt x="847725" y="438150"/>
                </a:lnTo>
                <a:lnTo>
                  <a:pt x="847725" y="447675"/>
                </a:lnTo>
                <a:lnTo>
                  <a:pt x="838200" y="447675"/>
                </a:lnTo>
                <a:lnTo>
                  <a:pt x="838200" y="457200"/>
                </a:lnTo>
                <a:lnTo>
                  <a:pt x="828675" y="457200"/>
                </a:lnTo>
                <a:lnTo>
                  <a:pt x="828675" y="476250"/>
                </a:lnTo>
                <a:lnTo>
                  <a:pt x="819150" y="476250"/>
                </a:lnTo>
                <a:lnTo>
                  <a:pt x="819150" y="466725"/>
                </a:lnTo>
                <a:lnTo>
                  <a:pt x="800100" y="466725"/>
                </a:lnTo>
                <a:lnTo>
                  <a:pt x="800100" y="447675"/>
                </a:lnTo>
                <a:lnTo>
                  <a:pt x="819150" y="447675"/>
                </a:lnTo>
                <a:close/>
                <a:moveTo>
                  <a:pt x="304800" y="447675"/>
                </a:moveTo>
                <a:lnTo>
                  <a:pt x="314325" y="447675"/>
                </a:lnTo>
                <a:lnTo>
                  <a:pt x="314325" y="457200"/>
                </a:lnTo>
                <a:lnTo>
                  <a:pt x="304800" y="457200"/>
                </a:lnTo>
                <a:close/>
                <a:moveTo>
                  <a:pt x="552450" y="447675"/>
                </a:moveTo>
                <a:lnTo>
                  <a:pt x="571500" y="447675"/>
                </a:lnTo>
                <a:lnTo>
                  <a:pt x="571500" y="457200"/>
                </a:lnTo>
                <a:lnTo>
                  <a:pt x="552450" y="457200"/>
                </a:lnTo>
                <a:close/>
                <a:moveTo>
                  <a:pt x="485775" y="457200"/>
                </a:moveTo>
                <a:lnTo>
                  <a:pt x="514350" y="457200"/>
                </a:lnTo>
                <a:lnTo>
                  <a:pt x="514350" y="466725"/>
                </a:lnTo>
                <a:lnTo>
                  <a:pt x="504825" y="466725"/>
                </a:lnTo>
                <a:lnTo>
                  <a:pt x="504825" y="476250"/>
                </a:lnTo>
                <a:lnTo>
                  <a:pt x="485775" y="476250"/>
                </a:lnTo>
                <a:close/>
                <a:moveTo>
                  <a:pt x="209550" y="476250"/>
                </a:moveTo>
                <a:lnTo>
                  <a:pt x="219075" y="476250"/>
                </a:lnTo>
                <a:lnTo>
                  <a:pt x="219075" y="485775"/>
                </a:lnTo>
                <a:lnTo>
                  <a:pt x="209550" y="485775"/>
                </a:lnTo>
                <a:close/>
                <a:moveTo>
                  <a:pt x="885825" y="476250"/>
                </a:moveTo>
                <a:lnTo>
                  <a:pt x="895350" y="476250"/>
                </a:lnTo>
                <a:lnTo>
                  <a:pt x="895350" y="495300"/>
                </a:lnTo>
                <a:lnTo>
                  <a:pt x="885825" y="495300"/>
                </a:lnTo>
                <a:close/>
                <a:moveTo>
                  <a:pt x="495300" y="504825"/>
                </a:moveTo>
                <a:lnTo>
                  <a:pt x="523875" y="504825"/>
                </a:lnTo>
                <a:lnTo>
                  <a:pt x="523875" y="514350"/>
                </a:lnTo>
                <a:lnTo>
                  <a:pt x="495300" y="514350"/>
                </a:lnTo>
                <a:close/>
                <a:moveTo>
                  <a:pt x="609600" y="504825"/>
                </a:moveTo>
                <a:lnTo>
                  <a:pt x="619125" y="504825"/>
                </a:lnTo>
                <a:lnTo>
                  <a:pt x="619125" y="514350"/>
                </a:lnTo>
                <a:lnTo>
                  <a:pt x="609600" y="514350"/>
                </a:lnTo>
                <a:close/>
                <a:moveTo>
                  <a:pt x="533400" y="514350"/>
                </a:moveTo>
                <a:lnTo>
                  <a:pt x="542925" y="514350"/>
                </a:lnTo>
                <a:lnTo>
                  <a:pt x="542925" y="523875"/>
                </a:lnTo>
                <a:lnTo>
                  <a:pt x="552450" y="523875"/>
                </a:lnTo>
                <a:lnTo>
                  <a:pt x="552450" y="514350"/>
                </a:lnTo>
                <a:lnTo>
                  <a:pt x="609600" y="514350"/>
                </a:lnTo>
                <a:lnTo>
                  <a:pt x="609600" y="523875"/>
                </a:lnTo>
                <a:lnTo>
                  <a:pt x="619125" y="523875"/>
                </a:lnTo>
                <a:lnTo>
                  <a:pt x="619125" y="533400"/>
                </a:lnTo>
                <a:lnTo>
                  <a:pt x="485775" y="533400"/>
                </a:lnTo>
                <a:lnTo>
                  <a:pt x="485775" y="523875"/>
                </a:lnTo>
                <a:lnTo>
                  <a:pt x="533400" y="523875"/>
                </a:lnTo>
                <a:close/>
                <a:moveTo>
                  <a:pt x="371475" y="523875"/>
                </a:moveTo>
                <a:lnTo>
                  <a:pt x="381000" y="523875"/>
                </a:lnTo>
                <a:lnTo>
                  <a:pt x="381000" y="533400"/>
                </a:lnTo>
                <a:lnTo>
                  <a:pt x="419100" y="533400"/>
                </a:lnTo>
                <a:lnTo>
                  <a:pt x="419100" y="561975"/>
                </a:lnTo>
                <a:lnTo>
                  <a:pt x="400050" y="561975"/>
                </a:lnTo>
                <a:lnTo>
                  <a:pt x="400050" y="552450"/>
                </a:lnTo>
                <a:lnTo>
                  <a:pt x="390525" y="552450"/>
                </a:lnTo>
                <a:lnTo>
                  <a:pt x="390525" y="571500"/>
                </a:lnTo>
                <a:lnTo>
                  <a:pt x="381000" y="571500"/>
                </a:lnTo>
                <a:lnTo>
                  <a:pt x="381000" y="552450"/>
                </a:lnTo>
                <a:lnTo>
                  <a:pt x="371475" y="552450"/>
                </a:lnTo>
                <a:lnTo>
                  <a:pt x="371475" y="542925"/>
                </a:lnTo>
                <a:lnTo>
                  <a:pt x="342900" y="542925"/>
                </a:lnTo>
                <a:lnTo>
                  <a:pt x="342900" y="533400"/>
                </a:lnTo>
                <a:lnTo>
                  <a:pt x="371475" y="533400"/>
                </a:lnTo>
                <a:close/>
                <a:moveTo>
                  <a:pt x="466725" y="533400"/>
                </a:moveTo>
                <a:lnTo>
                  <a:pt x="476250" y="533400"/>
                </a:lnTo>
                <a:lnTo>
                  <a:pt x="476250" y="542925"/>
                </a:lnTo>
                <a:lnTo>
                  <a:pt x="466725" y="542925"/>
                </a:lnTo>
                <a:close/>
                <a:moveTo>
                  <a:pt x="638175" y="533400"/>
                </a:moveTo>
                <a:lnTo>
                  <a:pt x="647700" y="533400"/>
                </a:lnTo>
                <a:lnTo>
                  <a:pt x="647700" y="542925"/>
                </a:lnTo>
                <a:lnTo>
                  <a:pt x="638175" y="542925"/>
                </a:lnTo>
                <a:close/>
                <a:moveTo>
                  <a:pt x="876300" y="533400"/>
                </a:moveTo>
                <a:lnTo>
                  <a:pt x="952500" y="533400"/>
                </a:lnTo>
                <a:lnTo>
                  <a:pt x="952500" y="542925"/>
                </a:lnTo>
                <a:lnTo>
                  <a:pt x="876300" y="542925"/>
                </a:lnTo>
                <a:close/>
                <a:moveTo>
                  <a:pt x="38100" y="542925"/>
                </a:moveTo>
                <a:lnTo>
                  <a:pt x="47625" y="542925"/>
                </a:lnTo>
                <a:lnTo>
                  <a:pt x="47625" y="590550"/>
                </a:lnTo>
                <a:lnTo>
                  <a:pt x="38100" y="590550"/>
                </a:lnTo>
                <a:close/>
                <a:moveTo>
                  <a:pt x="438150" y="542925"/>
                </a:moveTo>
                <a:lnTo>
                  <a:pt x="457200" y="542925"/>
                </a:lnTo>
                <a:lnTo>
                  <a:pt x="457200" y="552450"/>
                </a:lnTo>
                <a:lnTo>
                  <a:pt x="447675" y="552450"/>
                </a:lnTo>
                <a:lnTo>
                  <a:pt x="447675" y="561975"/>
                </a:lnTo>
                <a:lnTo>
                  <a:pt x="438150" y="561975"/>
                </a:lnTo>
                <a:close/>
                <a:moveTo>
                  <a:pt x="704850" y="552450"/>
                </a:moveTo>
                <a:lnTo>
                  <a:pt x="714375" y="552450"/>
                </a:lnTo>
                <a:lnTo>
                  <a:pt x="714375" y="561975"/>
                </a:lnTo>
                <a:lnTo>
                  <a:pt x="733425" y="561975"/>
                </a:lnTo>
                <a:lnTo>
                  <a:pt x="733425" y="609600"/>
                </a:lnTo>
                <a:lnTo>
                  <a:pt x="742950" y="609600"/>
                </a:lnTo>
                <a:lnTo>
                  <a:pt x="742950" y="619125"/>
                </a:lnTo>
                <a:lnTo>
                  <a:pt x="762000" y="619125"/>
                </a:lnTo>
                <a:lnTo>
                  <a:pt x="762000" y="628650"/>
                </a:lnTo>
                <a:lnTo>
                  <a:pt x="723900" y="628650"/>
                </a:lnTo>
                <a:lnTo>
                  <a:pt x="723900" y="619125"/>
                </a:lnTo>
                <a:lnTo>
                  <a:pt x="704850" y="619125"/>
                </a:lnTo>
                <a:lnTo>
                  <a:pt x="704850" y="600075"/>
                </a:lnTo>
                <a:lnTo>
                  <a:pt x="685800" y="600075"/>
                </a:lnTo>
                <a:lnTo>
                  <a:pt x="685800" y="561975"/>
                </a:lnTo>
                <a:lnTo>
                  <a:pt x="704850" y="561975"/>
                </a:lnTo>
                <a:close/>
                <a:moveTo>
                  <a:pt x="923925" y="561975"/>
                </a:moveTo>
                <a:lnTo>
                  <a:pt x="952500" y="561975"/>
                </a:lnTo>
                <a:lnTo>
                  <a:pt x="952500" y="571500"/>
                </a:lnTo>
                <a:lnTo>
                  <a:pt x="962025" y="571500"/>
                </a:lnTo>
                <a:lnTo>
                  <a:pt x="962025" y="590550"/>
                </a:lnTo>
                <a:lnTo>
                  <a:pt x="952500" y="590550"/>
                </a:lnTo>
                <a:lnTo>
                  <a:pt x="952500" y="600075"/>
                </a:lnTo>
                <a:lnTo>
                  <a:pt x="942975" y="600075"/>
                </a:lnTo>
                <a:lnTo>
                  <a:pt x="942975" y="609600"/>
                </a:lnTo>
                <a:lnTo>
                  <a:pt x="933450" y="609600"/>
                </a:lnTo>
                <a:lnTo>
                  <a:pt x="933450" y="600075"/>
                </a:lnTo>
                <a:lnTo>
                  <a:pt x="923925" y="600075"/>
                </a:lnTo>
                <a:lnTo>
                  <a:pt x="923925" y="581025"/>
                </a:lnTo>
                <a:lnTo>
                  <a:pt x="914400" y="581025"/>
                </a:lnTo>
                <a:lnTo>
                  <a:pt x="914400" y="571500"/>
                </a:lnTo>
                <a:lnTo>
                  <a:pt x="923925" y="571500"/>
                </a:lnTo>
                <a:close/>
                <a:moveTo>
                  <a:pt x="1038225" y="561975"/>
                </a:moveTo>
                <a:lnTo>
                  <a:pt x="1047750" y="561975"/>
                </a:lnTo>
                <a:lnTo>
                  <a:pt x="1047750" y="581025"/>
                </a:lnTo>
                <a:lnTo>
                  <a:pt x="1038225" y="581025"/>
                </a:lnTo>
                <a:close/>
                <a:moveTo>
                  <a:pt x="1066800" y="561975"/>
                </a:moveTo>
                <a:lnTo>
                  <a:pt x="1076325" y="561975"/>
                </a:lnTo>
                <a:lnTo>
                  <a:pt x="1076325" y="657225"/>
                </a:lnTo>
                <a:lnTo>
                  <a:pt x="1066800" y="657225"/>
                </a:lnTo>
                <a:close/>
                <a:moveTo>
                  <a:pt x="276225" y="571500"/>
                </a:moveTo>
                <a:lnTo>
                  <a:pt x="285750" y="571500"/>
                </a:lnTo>
                <a:lnTo>
                  <a:pt x="285750" y="581025"/>
                </a:lnTo>
                <a:lnTo>
                  <a:pt x="276225" y="581025"/>
                </a:lnTo>
                <a:close/>
                <a:moveTo>
                  <a:pt x="342900" y="571500"/>
                </a:moveTo>
                <a:lnTo>
                  <a:pt x="352425" y="571500"/>
                </a:lnTo>
                <a:lnTo>
                  <a:pt x="352425" y="581025"/>
                </a:lnTo>
                <a:lnTo>
                  <a:pt x="342900" y="581025"/>
                </a:lnTo>
                <a:close/>
                <a:moveTo>
                  <a:pt x="638175" y="571500"/>
                </a:moveTo>
                <a:lnTo>
                  <a:pt x="647700" y="571500"/>
                </a:lnTo>
                <a:lnTo>
                  <a:pt x="647700" y="581025"/>
                </a:lnTo>
                <a:lnTo>
                  <a:pt x="638175" y="581025"/>
                </a:lnTo>
                <a:close/>
                <a:moveTo>
                  <a:pt x="666750" y="609600"/>
                </a:moveTo>
                <a:lnTo>
                  <a:pt x="676275" y="609600"/>
                </a:lnTo>
                <a:lnTo>
                  <a:pt x="676275" y="619125"/>
                </a:lnTo>
                <a:lnTo>
                  <a:pt x="666750" y="619125"/>
                </a:lnTo>
                <a:close/>
                <a:moveTo>
                  <a:pt x="314325" y="628650"/>
                </a:moveTo>
                <a:lnTo>
                  <a:pt x="352425" y="628650"/>
                </a:lnTo>
                <a:lnTo>
                  <a:pt x="352425" y="638175"/>
                </a:lnTo>
                <a:lnTo>
                  <a:pt x="314325" y="638175"/>
                </a:lnTo>
                <a:close/>
                <a:moveTo>
                  <a:pt x="895350" y="628650"/>
                </a:moveTo>
                <a:lnTo>
                  <a:pt x="923925" y="628650"/>
                </a:lnTo>
                <a:lnTo>
                  <a:pt x="923925" y="638175"/>
                </a:lnTo>
                <a:lnTo>
                  <a:pt x="914400" y="638175"/>
                </a:lnTo>
                <a:lnTo>
                  <a:pt x="914400" y="657225"/>
                </a:lnTo>
                <a:lnTo>
                  <a:pt x="923925" y="657225"/>
                </a:lnTo>
                <a:lnTo>
                  <a:pt x="923925" y="666750"/>
                </a:lnTo>
                <a:lnTo>
                  <a:pt x="904875" y="666750"/>
                </a:lnTo>
                <a:lnTo>
                  <a:pt x="904875" y="638175"/>
                </a:lnTo>
                <a:lnTo>
                  <a:pt x="895350" y="638175"/>
                </a:lnTo>
                <a:close/>
                <a:moveTo>
                  <a:pt x="85725" y="676275"/>
                </a:moveTo>
                <a:lnTo>
                  <a:pt x="95250" y="676275"/>
                </a:lnTo>
                <a:lnTo>
                  <a:pt x="95250" y="685800"/>
                </a:lnTo>
                <a:lnTo>
                  <a:pt x="85725" y="685800"/>
                </a:lnTo>
                <a:close/>
                <a:moveTo>
                  <a:pt x="581025" y="676275"/>
                </a:moveTo>
                <a:lnTo>
                  <a:pt x="600075" y="676275"/>
                </a:lnTo>
                <a:lnTo>
                  <a:pt x="600075" y="685800"/>
                </a:lnTo>
                <a:lnTo>
                  <a:pt x="581025" y="685800"/>
                </a:lnTo>
                <a:close/>
                <a:moveTo>
                  <a:pt x="885825" y="676275"/>
                </a:moveTo>
                <a:lnTo>
                  <a:pt x="933450" y="676275"/>
                </a:lnTo>
                <a:lnTo>
                  <a:pt x="933450" y="685800"/>
                </a:lnTo>
                <a:lnTo>
                  <a:pt x="885825" y="685800"/>
                </a:lnTo>
                <a:close/>
              </a:path>
            </a:pathLst>
          </a:custGeom>
          <a:solidFill xmlns:a="http://schemas.openxmlformats.org/drawingml/2006/main">
            <a:srgbClr val="F4F8F2"/>
          </a:solidFill>
          <a:ln xmlns:a="http://schemas.openxmlformats.org/drawingml/2006/main" w="0">
            <a:noFill/>
          </a:ln>
        </p:spPr>
      </p:sp>
      <p:sp>
        <p:nvSpPr>
          <p:cNvPr id="139" name="v11 vector #ebefe6">
            <a:extLst xmlns:a="http://schemas.openxmlformats.org/drawingml/2006/main">
              <a:ext uri="{FF2B5EF4-FFF2-40B4-BE49-F238E27FC236}">
                <a16:creationId xmlns:a16="http://schemas.microsoft.com/office/drawing/2014/main" id="{C242042F-8E79-49CB-94C1-129D688DEC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8250" y="3609975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1028700" y="28575"/>
                </a:moveTo>
                <a:lnTo>
                  <a:pt x="1038225" y="28575"/>
                </a:lnTo>
                <a:lnTo>
                  <a:pt x="1038225" y="38100"/>
                </a:lnTo>
                <a:lnTo>
                  <a:pt x="1028700" y="38100"/>
                </a:lnTo>
                <a:close/>
                <a:moveTo>
                  <a:pt x="66675" y="38100"/>
                </a:moveTo>
                <a:lnTo>
                  <a:pt x="76200" y="38100"/>
                </a:lnTo>
                <a:lnTo>
                  <a:pt x="76200" y="47625"/>
                </a:lnTo>
                <a:lnTo>
                  <a:pt x="66675" y="47625"/>
                </a:lnTo>
                <a:close/>
                <a:moveTo>
                  <a:pt x="57150" y="47625"/>
                </a:moveTo>
                <a:lnTo>
                  <a:pt x="66675" y="47625"/>
                </a:lnTo>
                <a:lnTo>
                  <a:pt x="66675" y="57150"/>
                </a:lnTo>
                <a:lnTo>
                  <a:pt x="57150" y="57150"/>
                </a:lnTo>
                <a:close/>
                <a:moveTo>
                  <a:pt x="47625" y="66675"/>
                </a:moveTo>
                <a:lnTo>
                  <a:pt x="57150" y="66675"/>
                </a:lnTo>
                <a:lnTo>
                  <a:pt x="57150" y="76200"/>
                </a:lnTo>
                <a:lnTo>
                  <a:pt x="47625" y="76200"/>
                </a:lnTo>
                <a:close/>
                <a:moveTo>
                  <a:pt x="180975" y="76200"/>
                </a:moveTo>
                <a:lnTo>
                  <a:pt x="190500" y="76200"/>
                </a:lnTo>
                <a:lnTo>
                  <a:pt x="190500" y="85725"/>
                </a:lnTo>
                <a:lnTo>
                  <a:pt x="180975" y="85725"/>
                </a:lnTo>
                <a:close/>
                <a:moveTo>
                  <a:pt x="114300" y="85725"/>
                </a:moveTo>
                <a:lnTo>
                  <a:pt x="133350" y="85725"/>
                </a:lnTo>
                <a:lnTo>
                  <a:pt x="133350" y="104775"/>
                </a:lnTo>
                <a:lnTo>
                  <a:pt x="123825" y="104775"/>
                </a:lnTo>
                <a:lnTo>
                  <a:pt x="123825" y="95250"/>
                </a:lnTo>
                <a:lnTo>
                  <a:pt x="114300" y="95250"/>
                </a:lnTo>
                <a:close/>
                <a:moveTo>
                  <a:pt x="238125" y="85725"/>
                </a:moveTo>
                <a:lnTo>
                  <a:pt x="247650" y="85725"/>
                </a:lnTo>
                <a:lnTo>
                  <a:pt x="247650" y="95250"/>
                </a:lnTo>
                <a:lnTo>
                  <a:pt x="238125" y="95250"/>
                </a:lnTo>
                <a:close/>
                <a:moveTo>
                  <a:pt x="257175" y="85725"/>
                </a:moveTo>
                <a:lnTo>
                  <a:pt x="266700" y="85725"/>
                </a:lnTo>
                <a:lnTo>
                  <a:pt x="266700" y="95250"/>
                </a:lnTo>
                <a:lnTo>
                  <a:pt x="257175" y="95250"/>
                </a:lnTo>
                <a:close/>
                <a:moveTo>
                  <a:pt x="180975" y="95250"/>
                </a:moveTo>
                <a:lnTo>
                  <a:pt x="190500" y="95250"/>
                </a:lnTo>
                <a:lnTo>
                  <a:pt x="190500" y="104775"/>
                </a:lnTo>
                <a:lnTo>
                  <a:pt x="180975" y="104775"/>
                </a:lnTo>
                <a:close/>
                <a:moveTo>
                  <a:pt x="219075" y="200025"/>
                </a:moveTo>
                <a:lnTo>
                  <a:pt x="228600" y="200025"/>
                </a:lnTo>
                <a:lnTo>
                  <a:pt x="228600" y="209550"/>
                </a:lnTo>
                <a:lnTo>
                  <a:pt x="219075" y="209550"/>
                </a:lnTo>
                <a:close/>
                <a:moveTo>
                  <a:pt x="514350" y="200025"/>
                </a:moveTo>
                <a:lnTo>
                  <a:pt x="523875" y="200025"/>
                </a:lnTo>
                <a:lnTo>
                  <a:pt x="523875" y="209550"/>
                </a:lnTo>
                <a:lnTo>
                  <a:pt x="514350" y="209550"/>
                </a:lnTo>
                <a:close/>
                <a:moveTo>
                  <a:pt x="771525" y="200025"/>
                </a:moveTo>
                <a:lnTo>
                  <a:pt x="819150" y="200025"/>
                </a:lnTo>
                <a:lnTo>
                  <a:pt x="819150" y="209550"/>
                </a:lnTo>
                <a:lnTo>
                  <a:pt x="790575" y="209550"/>
                </a:lnTo>
                <a:lnTo>
                  <a:pt x="790575" y="228600"/>
                </a:lnTo>
                <a:lnTo>
                  <a:pt x="800100" y="228600"/>
                </a:lnTo>
                <a:lnTo>
                  <a:pt x="800100" y="247650"/>
                </a:lnTo>
                <a:lnTo>
                  <a:pt x="819150" y="247650"/>
                </a:lnTo>
                <a:lnTo>
                  <a:pt x="819150" y="257175"/>
                </a:lnTo>
                <a:lnTo>
                  <a:pt x="838200" y="257175"/>
                </a:lnTo>
                <a:lnTo>
                  <a:pt x="838200" y="276225"/>
                </a:lnTo>
                <a:lnTo>
                  <a:pt x="847725" y="276225"/>
                </a:lnTo>
                <a:lnTo>
                  <a:pt x="847725" y="285750"/>
                </a:lnTo>
                <a:lnTo>
                  <a:pt x="857250" y="285750"/>
                </a:lnTo>
                <a:lnTo>
                  <a:pt x="857250" y="304800"/>
                </a:lnTo>
                <a:lnTo>
                  <a:pt x="809625" y="304800"/>
                </a:lnTo>
                <a:lnTo>
                  <a:pt x="809625" y="295275"/>
                </a:lnTo>
                <a:lnTo>
                  <a:pt x="800100" y="295275"/>
                </a:lnTo>
                <a:lnTo>
                  <a:pt x="800100" y="285750"/>
                </a:lnTo>
                <a:lnTo>
                  <a:pt x="781050" y="285750"/>
                </a:lnTo>
                <a:lnTo>
                  <a:pt x="781050" y="276225"/>
                </a:lnTo>
                <a:lnTo>
                  <a:pt x="771525" y="276225"/>
                </a:lnTo>
                <a:lnTo>
                  <a:pt x="771525" y="266700"/>
                </a:lnTo>
                <a:lnTo>
                  <a:pt x="752475" y="266700"/>
                </a:lnTo>
                <a:lnTo>
                  <a:pt x="752475" y="342900"/>
                </a:lnTo>
                <a:lnTo>
                  <a:pt x="762000" y="342900"/>
                </a:lnTo>
                <a:lnTo>
                  <a:pt x="762000" y="361950"/>
                </a:lnTo>
                <a:lnTo>
                  <a:pt x="742950" y="361950"/>
                </a:lnTo>
                <a:lnTo>
                  <a:pt x="742950" y="219075"/>
                </a:lnTo>
                <a:lnTo>
                  <a:pt x="752475" y="219075"/>
                </a:lnTo>
                <a:lnTo>
                  <a:pt x="752475" y="209550"/>
                </a:lnTo>
                <a:lnTo>
                  <a:pt x="771525" y="209550"/>
                </a:lnTo>
                <a:close/>
                <a:moveTo>
                  <a:pt x="876300" y="200025"/>
                </a:moveTo>
                <a:lnTo>
                  <a:pt x="933450" y="200025"/>
                </a:lnTo>
                <a:lnTo>
                  <a:pt x="933450" y="209550"/>
                </a:lnTo>
                <a:lnTo>
                  <a:pt x="876300" y="209550"/>
                </a:lnTo>
                <a:close/>
                <a:moveTo>
                  <a:pt x="952500" y="200025"/>
                </a:moveTo>
                <a:lnTo>
                  <a:pt x="962025" y="200025"/>
                </a:lnTo>
                <a:lnTo>
                  <a:pt x="962025" y="209550"/>
                </a:lnTo>
                <a:lnTo>
                  <a:pt x="952500" y="209550"/>
                </a:lnTo>
                <a:close/>
                <a:moveTo>
                  <a:pt x="495300" y="209550"/>
                </a:moveTo>
                <a:lnTo>
                  <a:pt x="504825" y="209550"/>
                </a:lnTo>
                <a:lnTo>
                  <a:pt x="504825" y="219075"/>
                </a:lnTo>
                <a:lnTo>
                  <a:pt x="495300" y="219075"/>
                </a:lnTo>
                <a:close/>
                <a:moveTo>
                  <a:pt x="323850" y="219075"/>
                </a:moveTo>
                <a:lnTo>
                  <a:pt x="333375" y="219075"/>
                </a:lnTo>
                <a:lnTo>
                  <a:pt x="333375" y="228600"/>
                </a:lnTo>
                <a:lnTo>
                  <a:pt x="323850" y="228600"/>
                </a:lnTo>
                <a:close/>
                <a:moveTo>
                  <a:pt x="333375" y="228600"/>
                </a:moveTo>
                <a:lnTo>
                  <a:pt x="342900" y="228600"/>
                </a:lnTo>
                <a:lnTo>
                  <a:pt x="342900" y="238125"/>
                </a:lnTo>
                <a:lnTo>
                  <a:pt x="333375" y="238125"/>
                </a:lnTo>
                <a:close/>
                <a:moveTo>
                  <a:pt x="762000" y="228600"/>
                </a:moveTo>
                <a:lnTo>
                  <a:pt x="771525" y="228600"/>
                </a:lnTo>
                <a:lnTo>
                  <a:pt x="771525" y="219075"/>
                </a:lnTo>
                <a:lnTo>
                  <a:pt x="762000" y="219075"/>
                </a:lnTo>
                <a:close/>
                <a:moveTo>
                  <a:pt x="342900" y="238125"/>
                </a:moveTo>
                <a:lnTo>
                  <a:pt x="352425" y="238125"/>
                </a:lnTo>
                <a:lnTo>
                  <a:pt x="352425" y="247650"/>
                </a:lnTo>
                <a:lnTo>
                  <a:pt x="342900" y="247650"/>
                </a:lnTo>
                <a:close/>
                <a:moveTo>
                  <a:pt x="466725" y="238125"/>
                </a:moveTo>
                <a:lnTo>
                  <a:pt x="476250" y="238125"/>
                </a:lnTo>
                <a:lnTo>
                  <a:pt x="476250" y="247650"/>
                </a:lnTo>
                <a:lnTo>
                  <a:pt x="466725" y="247650"/>
                </a:lnTo>
                <a:close/>
                <a:moveTo>
                  <a:pt x="447675" y="276225"/>
                </a:moveTo>
                <a:lnTo>
                  <a:pt x="457200" y="276225"/>
                </a:lnTo>
                <a:lnTo>
                  <a:pt x="457200" y="285750"/>
                </a:lnTo>
                <a:lnTo>
                  <a:pt x="447675" y="285750"/>
                </a:lnTo>
                <a:close/>
                <a:moveTo>
                  <a:pt x="590550" y="276225"/>
                </a:moveTo>
                <a:lnTo>
                  <a:pt x="600075" y="276225"/>
                </a:lnTo>
                <a:lnTo>
                  <a:pt x="600075" y="295275"/>
                </a:lnTo>
                <a:lnTo>
                  <a:pt x="590550" y="295275"/>
                </a:lnTo>
                <a:close/>
                <a:moveTo>
                  <a:pt x="361950" y="285750"/>
                </a:moveTo>
                <a:lnTo>
                  <a:pt x="371475" y="285750"/>
                </a:lnTo>
                <a:lnTo>
                  <a:pt x="371475" y="333375"/>
                </a:lnTo>
                <a:lnTo>
                  <a:pt x="361950" y="333375"/>
                </a:lnTo>
                <a:close/>
                <a:moveTo>
                  <a:pt x="666750" y="295275"/>
                </a:moveTo>
                <a:lnTo>
                  <a:pt x="676275" y="295275"/>
                </a:lnTo>
                <a:lnTo>
                  <a:pt x="676275" y="314325"/>
                </a:lnTo>
                <a:lnTo>
                  <a:pt x="666750" y="314325"/>
                </a:lnTo>
                <a:close/>
                <a:moveTo>
                  <a:pt x="923925" y="295275"/>
                </a:moveTo>
                <a:lnTo>
                  <a:pt x="942975" y="295275"/>
                </a:lnTo>
                <a:lnTo>
                  <a:pt x="942975" y="361950"/>
                </a:lnTo>
                <a:lnTo>
                  <a:pt x="923925" y="361950"/>
                </a:lnTo>
                <a:close/>
                <a:moveTo>
                  <a:pt x="561975" y="304800"/>
                </a:moveTo>
                <a:lnTo>
                  <a:pt x="571500" y="304800"/>
                </a:lnTo>
                <a:lnTo>
                  <a:pt x="571500" y="323850"/>
                </a:lnTo>
                <a:lnTo>
                  <a:pt x="561975" y="323850"/>
                </a:lnTo>
                <a:lnTo>
                  <a:pt x="561975" y="333375"/>
                </a:lnTo>
                <a:lnTo>
                  <a:pt x="552450" y="333375"/>
                </a:lnTo>
                <a:lnTo>
                  <a:pt x="552450" y="314325"/>
                </a:lnTo>
                <a:lnTo>
                  <a:pt x="561975" y="314325"/>
                </a:lnTo>
                <a:close/>
                <a:moveTo>
                  <a:pt x="447675" y="323850"/>
                </a:moveTo>
                <a:lnTo>
                  <a:pt x="457200" y="323850"/>
                </a:lnTo>
                <a:lnTo>
                  <a:pt x="457200" y="333375"/>
                </a:lnTo>
                <a:lnTo>
                  <a:pt x="447675" y="333375"/>
                </a:lnTo>
                <a:close/>
                <a:moveTo>
                  <a:pt x="152400" y="342900"/>
                </a:moveTo>
                <a:lnTo>
                  <a:pt x="161925" y="342900"/>
                </a:lnTo>
                <a:lnTo>
                  <a:pt x="161925" y="352425"/>
                </a:lnTo>
                <a:lnTo>
                  <a:pt x="152400" y="352425"/>
                </a:lnTo>
                <a:close/>
                <a:moveTo>
                  <a:pt x="657225" y="342900"/>
                </a:moveTo>
                <a:lnTo>
                  <a:pt x="666750" y="342900"/>
                </a:lnTo>
                <a:lnTo>
                  <a:pt x="666750" y="352425"/>
                </a:lnTo>
                <a:lnTo>
                  <a:pt x="657225" y="352425"/>
                </a:lnTo>
                <a:close/>
                <a:moveTo>
                  <a:pt x="352425" y="352425"/>
                </a:moveTo>
                <a:lnTo>
                  <a:pt x="361950" y="352425"/>
                </a:lnTo>
                <a:lnTo>
                  <a:pt x="361950" y="361950"/>
                </a:lnTo>
                <a:lnTo>
                  <a:pt x="352425" y="361950"/>
                </a:lnTo>
                <a:close/>
                <a:moveTo>
                  <a:pt x="457200" y="352425"/>
                </a:moveTo>
                <a:lnTo>
                  <a:pt x="466725" y="352425"/>
                </a:lnTo>
                <a:lnTo>
                  <a:pt x="466725" y="361950"/>
                </a:lnTo>
                <a:lnTo>
                  <a:pt x="457200" y="361950"/>
                </a:lnTo>
                <a:close/>
                <a:moveTo>
                  <a:pt x="161925" y="361950"/>
                </a:moveTo>
                <a:lnTo>
                  <a:pt x="171450" y="361950"/>
                </a:lnTo>
                <a:lnTo>
                  <a:pt x="171450" y="371475"/>
                </a:lnTo>
                <a:lnTo>
                  <a:pt x="161925" y="371475"/>
                </a:lnTo>
                <a:close/>
                <a:moveTo>
                  <a:pt x="647700" y="361950"/>
                </a:moveTo>
                <a:lnTo>
                  <a:pt x="657225" y="361950"/>
                </a:lnTo>
                <a:lnTo>
                  <a:pt x="657225" y="371475"/>
                </a:lnTo>
                <a:lnTo>
                  <a:pt x="647700" y="371475"/>
                </a:lnTo>
                <a:close/>
                <a:moveTo>
                  <a:pt x="742950" y="381000"/>
                </a:moveTo>
                <a:lnTo>
                  <a:pt x="752475" y="381000"/>
                </a:lnTo>
                <a:lnTo>
                  <a:pt x="752475" y="390525"/>
                </a:lnTo>
                <a:lnTo>
                  <a:pt x="742950" y="390525"/>
                </a:lnTo>
                <a:close/>
                <a:moveTo>
                  <a:pt x="190500" y="390525"/>
                </a:moveTo>
                <a:lnTo>
                  <a:pt x="200025" y="390525"/>
                </a:lnTo>
                <a:lnTo>
                  <a:pt x="200025" y="400050"/>
                </a:lnTo>
                <a:lnTo>
                  <a:pt x="190500" y="400050"/>
                </a:lnTo>
                <a:close/>
                <a:moveTo>
                  <a:pt x="619125" y="390525"/>
                </a:moveTo>
                <a:lnTo>
                  <a:pt x="628650" y="390525"/>
                </a:lnTo>
                <a:lnTo>
                  <a:pt x="628650" y="400050"/>
                </a:lnTo>
                <a:lnTo>
                  <a:pt x="619125" y="400050"/>
                </a:lnTo>
                <a:close/>
                <a:moveTo>
                  <a:pt x="504825" y="400050"/>
                </a:moveTo>
                <a:lnTo>
                  <a:pt x="514350" y="400050"/>
                </a:lnTo>
                <a:lnTo>
                  <a:pt x="514350" y="409575"/>
                </a:lnTo>
                <a:lnTo>
                  <a:pt x="504825" y="409575"/>
                </a:lnTo>
                <a:close/>
                <a:moveTo>
                  <a:pt x="238125" y="409575"/>
                </a:moveTo>
                <a:lnTo>
                  <a:pt x="276225" y="409575"/>
                </a:lnTo>
                <a:lnTo>
                  <a:pt x="276225" y="419100"/>
                </a:lnTo>
                <a:lnTo>
                  <a:pt x="238125" y="419100"/>
                </a:lnTo>
                <a:close/>
                <a:moveTo>
                  <a:pt x="542925" y="409575"/>
                </a:moveTo>
                <a:lnTo>
                  <a:pt x="581025" y="409575"/>
                </a:lnTo>
                <a:lnTo>
                  <a:pt x="581025" y="419100"/>
                </a:lnTo>
                <a:lnTo>
                  <a:pt x="542925" y="419100"/>
                </a:lnTo>
                <a:close/>
                <a:moveTo>
                  <a:pt x="219075" y="438150"/>
                </a:moveTo>
                <a:lnTo>
                  <a:pt x="238125" y="438150"/>
                </a:lnTo>
                <a:lnTo>
                  <a:pt x="238125" y="447675"/>
                </a:lnTo>
                <a:lnTo>
                  <a:pt x="219075" y="447675"/>
                </a:lnTo>
                <a:close/>
                <a:moveTo>
                  <a:pt x="276225" y="438150"/>
                </a:moveTo>
                <a:lnTo>
                  <a:pt x="295275" y="438150"/>
                </a:lnTo>
                <a:lnTo>
                  <a:pt x="295275" y="447675"/>
                </a:lnTo>
                <a:lnTo>
                  <a:pt x="276225" y="447675"/>
                </a:lnTo>
                <a:close/>
                <a:moveTo>
                  <a:pt x="581025" y="438150"/>
                </a:moveTo>
                <a:lnTo>
                  <a:pt x="600075" y="438150"/>
                </a:lnTo>
                <a:lnTo>
                  <a:pt x="600075" y="447675"/>
                </a:lnTo>
                <a:lnTo>
                  <a:pt x="581025" y="447675"/>
                </a:lnTo>
                <a:close/>
                <a:moveTo>
                  <a:pt x="847725" y="438150"/>
                </a:moveTo>
                <a:lnTo>
                  <a:pt x="876300" y="438150"/>
                </a:lnTo>
                <a:lnTo>
                  <a:pt x="876300" y="447675"/>
                </a:lnTo>
                <a:lnTo>
                  <a:pt x="847725" y="447675"/>
                </a:lnTo>
                <a:close/>
                <a:moveTo>
                  <a:pt x="247650" y="447675"/>
                </a:moveTo>
                <a:lnTo>
                  <a:pt x="276225" y="447675"/>
                </a:lnTo>
                <a:lnTo>
                  <a:pt x="276225" y="457200"/>
                </a:lnTo>
                <a:lnTo>
                  <a:pt x="266700" y="457200"/>
                </a:lnTo>
                <a:lnTo>
                  <a:pt x="266700" y="466725"/>
                </a:lnTo>
                <a:lnTo>
                  <a:pt x="276225" y="466725"/>
                </a:lnTo>
                <a:lnTo>
                  <a:pt x="276225" y="495300"/>
                </a:lnTo>
                <a:lnTo>
                  <a:pt x="257175" y="495300"/>
                </a:lnTo>
                <a:lnTo>
                  <a:pt x="257175" y="457200"/>
                </a:lnTo>
                <a:lnTo>
                  <a:pt x="247650" y="457200"/>
                </a:lnTo>
                <a:close/>
                <a:moveTo>
                  <a:pt x="542925" y="447675"/>
                </a:moveTo>
                <a:lnTo>
                  <a:pt x="552450" y="447675"/>
                </a:lnTo>
                <a:lnTo>
                  <a:pt x="552450" y="457200"/>
                </a:lnTo>
                <a:lnTo>
                  <a:pt x="542925" y="457200"/>
                </a:lnTo>
                <a:close/>
                <a:moveTo>
                  <a:pt x="600075" y="447675"/>
                </a:moveTo>
                <a:lnTo>
                  <a:pt x="609600" y="447675"/>
                </a:lnTo>
                <a:lnTo>
                  <a:pt x="609600" y="457200"/>
                </a:lnTo>
                <a:lnTo>
                  <a:pt x="600075" y="457200"/>
                </a:lnTo>
                <a:close/>
                <a:moveTo>
                  <a:pt x="838200" y="447675"/>
                </a:moveTo>
                <a:lnTo>
                  <a:pt x="847725" y="447675"/>
                </a:lnTo>
                <a:lnTo>
                  <a:pt x="847725" y="457200"/>
                </a:lnTo>
                <a:lnTo>
                  <a:pt x="838200" y="457200"/>
                </a:lnTo>
                <a:close/>
                <a:moveTo>
                  <a:pt x="876300" y="447675"/>
                </a:moveTo>
                <a:lnTo>
                  <a:pt x="885825" y="447675"/>
                </a:lnTo>
                <a:lnTo>
                  <a:pt x="885825" y="476250"/>
                </a:lnTo>
                <a:lnTo>
                  <a:pt x="876300" y="476250"/>
                </a:lnTo>
                <a:close/>
                <a:moveTo>
                  <a:pt x="200025" y="457200"/>
                </a:moveTo>
                <a:lnTo>
                  <a:pt x="209550" y="457200"/>
                </a:lnTo>
                <a:lnTo>
                  <a:pt x="209550" y="466725"/>
                </a:lnTo>
                <a:lnTo>
                  <a:pt x="200025" y="466725"/>
                </a:lnTo>
                <a:close/>
                <a:moveTo>
                  <a:pt x="828675" y="457200"/>
                </a:moveTo>
                <a:lnTo>
                  <a:pt x="838200" y="457200"/>
                </a:lnTo>
                <a:lnTo>
                  <a:pt x="838200" y="504825"/>
                </a:lnTo>
                <a:lnTo>
                  <a:pt x="828675" y="504825"/>
                </a:lnTo>
                <a:close/>
                <a:moveTo>
                  <a:pt x="209550" y="466725"/>
                </a:moveTo>
                <a:lnTo>
                  <a:pt x="219075" y="466725"/>
                </a:lnTo>
                <a:lnTo>
                  <a:pt x="219075" y="476250"/>
                </a:lnTo>
                <a:lnTo>
                  <a:pt x="209550" y="476250"/>
                </a:lnTo>
                <a:close/>
                <a:moveTo>
                  <a:pt x="609600" y="466725"/>
                </a:moveTo>
                <a:lnTo>
                  <a:pt x="619125" y="466725"/>
                </a:lnTo>
                <a:lnTo>
                  <a:pt x="619125" y="504825"/>
                </a:lnTo>
                <a:lnTo>
                  <a:pt x="609600" y="504825"/>
                </a:lnTo>
                <a:close/>
                <a:moveTo>
                  <a:pt x="219075" y="476250"/>
                </a:moveTo>
                <a:lnTo>
                  <a:pt x="228600" y="476250"/>
                </a:lnTo>
                <a:lnTo>
                  <a:pt x="228600" y="485775"/>
                </a:lnTo>
                <a:lnTo>
                  <a:pt x="219075" y="485775"/>
                </a:lnTo>
                <a:close/>
                <a:moveTo>
                  <a:pt x="495300" y="476250"/>
                </a:moveTo>
                <a:lnTo>
                  <a:pt x="504825" y="476250"/>
                </a:lnTo>
                <a:lnTo>
                  <a:pt x="504825" y="485775"/>
                </a:lnTo>
                <a:lnTo>
                  <a:pt x="495300" y="485775"/>
                </a:lnTo>
                <a:close/>
                <a:moveTo>
                  <a:pt x="209550" y="485775"/>
                </a:moveTo>
                <a:lnTo>
                  <a:pt x="219075" y="485775"/>
                </a:lnTo>
                <a:lnTo>
                  <a:pt x="219075" y="495300"/>
                </a:lnTo>
                <a:lnTo>
                  <a:pt x="209550" y="495300"/>
                </a:lnTo>
                <a:close/>
                <a:moveTo>
                  <a:pt x="200025" y="495300"/>
                </a:moveTo>
                <a:lnTo>
                  <a:pt x="209550" y="495300"/>
                </a:lnTo>
                <a:lnTo>
                  <a:pt x="209550" y="504825"/>
                </a:lnTo>
                <a:lnTo>
                  <a:pt x="200025" y="504825"/>
                </a:lnTo>
                <a:close/>
                <a:moveTo>
                  <a:pt x="247650" y="504825"/>
                </a:moveTo>
                <a:lnTo>
                  <a:pt x="276225" y="504825"/>
                </a:lnTo>
                <a:lnTo>
                  <a:pt x="276225" y="514350"/>
                </a:lnTo>
                <a:lnTo>
                  <a:pt x="247650" y="514350"/>
                </a:lnTo>
                <a:close/>
                <a:moveTo>
                  <a:pt x="542925" y="504825"/>
                </a:moveTo>
                <a:lnTo>
                  <a:pt x="571500" y="504825"/>
                </a:lnTo>
                <a:lnTo>
                  <a:pt x="571500" y="514350"/>
                </a:lnTo>
                <a:lnTo>
                  <a:pt x="542925" y="514350"/>
                </a:lnTo>
                <a:close/>
                <a:moveTo>
                  <a:pt x="600075" y="504825"/>
                </a:moveTo>
                <a:lnTo>
                  <a:pt x="609600" y="504825"/>
                </a:lnTo>
                <a:lnTo>
                  <a:pt x="609600" y="514350"/>
                </a:lnTo>
                <a:lnTo>
                  <a:pt x="600075" y="514350"/>
                </a:lnTo>
                <a:close/>
                <a:moveTo>
                  <a:pt x="171450" y="533400"/>
                </a:moveTo>
                <a:lnTo>
                  <a:pt x="342900" y="533400"/>
                </a:lnTo>
                <a:lnTo>
                  <a:pt x="342900" y="542925"/>
                </a:lnTo>
                <a:lnTo>
                  <a:pt x="171450" y="542925"/>
                </a:lnTo>
                <a:close/>
                <a:moveTo>
                  <a:pt x="476250" y="533400"/>
                </a:moveTo>
                <a:lnTo>
                  <a:pt x="638175" y="533400"/>
                </a:lnTo>
                <a:lnTo>
                  <a:pt x="638175" y="542925"/>
                </a:lnTo>
                <a:lnTo>
                  <a:pt x="476250" y="542925"/>
                </a:lnTo>
                <a:close/>
                <a:moveTo>
                  <a:pt x="771525" y="533400"/>
                </a:moveTo>
                <a:lnTo>
                  <a:pt x="876300" y="533400"/>
                </a:lnTo>
                <a:lnTo>
                  <a:pt x="876300" y="542925"/>
                </a:lnTo>
                <a:lnTo>
                  <a:pt x="771525" y="542925"/>
                </a:lnTo>
                <a:close/>
                <a:moveTo>
                  <a:pt x="361950" y="542925"/>
                </a:moveTo>
                <a:lnTo>
                  <a:pt x="371475" y="542925"/>
                </a:lnTo>
                <a:lnTo>
                  <a:pt x="371475" y="552450"/>
                </a:lnTo>
                <a:lnTo>
                  <a:pt x="361950" y="552450"/>
                </a:lnTo>
                <a:close/>
                <a:moveTo>
                  <a:pt x="962025" y="542925"/>
                </a:moveTo>
                <a:lnTo>
                  <a:pt x="971550" y="542925"/>
                </a:lnTo>
                <a:lnTo>
                  <a:pt x="971550" y="552450"/>
                </a:lnTo>
                <a:lnTo>
                  <a:pt x="962025" y="552450"/>
                </a:lnTo>
                <a:close/>
                <a:moveTo>
                  <a:pt x="371475" y="552450"/>
                </a:moveTo>
                <a:lnTo>
                  <a:pt x="381000" y="552450"/>
                </a:lnTo>
                <a:lnTo>
                  <a:pt x="381000" y="561975"/>
                </a:lnTo>
                <a:lnTo>
                  <a:pt x="371475" y="561975"/>
                </a:lnTo>
                <a:close/>
                <a:moveTo>
                  <a:pt x="971550" y="552450"/>
                </a:moveTo>
                <a:lnTo>
                  <a:pt x="981075" y="552450"/>
                </a:lnTo>
                <a:lnTo>
                  <a:pt x="981075" y="561975"/>
                </a:lnTo>
                <a:lnTo>
                  <a:pt x="971550" y="561975"/>
                </a:lnTo>
                <a:close/>
                <a:moveTo>
                  <a:pt x="133350" y="561975"/>
                </a:moveTo>
                <a:lnTo>
                  <a:pt x="142875" y="561975"/>
                </a:lnTo>
                <a:lnTo>
                  <a:pt x="142875" y="571500"/>
                </a:lnTo>
                <a:lnTo>
                  <a:pt x="133350" y="571500"/>
                </a:lnTo>
                <a:close/>
                <a:moveTo>
                  <a:pt x="276225" y="561975"/>
                </a:moveTo>
                <a:lnTo>
                  <a:pt x="352425" y="561975"/>
                </a:lnTo>
                <a:lnTo>
                  <a:pt x="352425" y="571500"/>
                </a:lnTo>
                <a:lnTo>
                  <a:pt x="342900" y="571500"/>
                </a:lnTo>
                <a:lnTo>
                  <a:pt x="342900" y="581025"/>
                </a:lnTo>
                <a:lnTo>
                  <a:pt x="352425" y="581025"/>
                </a:lnTo>
                <a:lnTo>
                  <a:pt x="352425" y="571500"/>
                </a:lnTo>
                <a:lnTo>
                  <a:pt x="361950" y="571500"/>
                </a:lnTo>
                <a:lnTo>
                  <a:pt x="361950" y="600075"/>
                </a:lnTo>
                <a:lnTo>
                  <a:pt x="352425" y="600075"/>
                </a:lnTo>
                <a:lnTo>
                  <a:pt x="352425" y="609600"/>
                </a:lnTo>
                <a:lnTo>
                  <a:pt x="276225" y="609600"/>
                </a:lnTo>
                <a:lnTo>
                  <a:pt x="276225" y="600075"/>
                </a:lnTo>
                <a:lnTo>
                  <a:pt x="266700" y="600075"/>
                </a:lnTo>
                <a:lnTo>
                  <a:pt x="266700" y="590550"/>
                </a:lnTo>
                <a:lnTo>
                  <a:pt x="276225" y="590550"/>
                </a:lnTo>
                <a:lnTo>
                  <a:pt x="276225" y="581025"/>
                </a:lnTo>
                <a:lnTo>
                  <a:pt x="295275" y="581025"/>
                </a:lnTo>
                <a:lnTo>
                  <a:pt x="295275" y="571500"/>
                </a:lnTo>
                <a:lnTo>
                  <a:pt x="276225" y="571500"/>
                </a:lnTo>
                <a:close/>
                <a:moveTo>
                  <a:pt x="600075" y="561975"/>
                </a:moveTo>
                <a:lnTo>
                  <a:pt x="647700" y="561975"/>
                </a:lnTo>
                <a:lnTo>
                  <a:pt x="647700" y="571500"/>
                </a:lnTo>
                <a:lnTo>
                  <a:pt x="638175" y="571500"/>
                </a:lnTo>
                <a:lnTo>
                  <a:pt x="638175" y="581025"/>
                </a:lnTo>
                <a:lnTo>
                  <a:pt x="647700" y="581025"/>
                </a:lnTo>
                <a:lnTo>
                  <a:pt x="647700" y="571500"/>
                </a:lnTo>
                <a:lnTo>
                  <a:pt x="657225" y="571500"/>
                </a:lnTo>
                <a:lnTo>
                  <a:pt x="657225" y="600075"/>
                </a:lnTo>
                <a:lnTo>
                  <a:pt x="647700" y="600075"/>
                </a:lnTo>
                <a:lnTo>
                  <a:pt x="647700" y="609600"/>
                </a:lnTo>
                <a:lnTo>
                  <a:pt x="600075" y="609600"/>
                </a:lnTo>
                <a:close/>
                <a:moveTo>
                  <a:pt x="676275" y="561975"/>
                </a:moveTo>
                <a:lnTo>
                  <a:pt x="685800" y="561975"/>
                </a:lnTo>
                <a:lnTo>
                  <a:pt x="685800" y="571500"/>
                </a:lnTo>
                <a:lnTo>
                  <a:pt x="676275" y="571500"/>
                </a:lnTo>
                <a:close/>
                <a:moveTo>
                  <a:pt x="733425" y="561975"/>
                </a:moveTo>
                <a:lnTo>
                  <a:pt x="742950" y="561975"/>
                </a:lnTo>
                <a:lnTo>
                  <a:pt x="742950" y="571500"/>
                </a:lnTo>
                <a:lnTo>
                  <a:pt x="733425" y="571500"/>
                </a:lnTo>
                <a:close/>
                <a:moveTo>
                  <a:pt x="914400" y="561975"/>
                </a:moveTo>
                <a:lnTo>
                  <a:pt x="923925" y="561975"/>
                </a:lnTo>
                <a:lnTo>
                  <a:pt x="923925" y="571500"/>
                </a:lnTo>
                <a:lnTo>
                  <a:pt x="914400" y="571500"/>
                </a:lnTo>
                <a:close/>
                <a:moveTo>
                  <a:pt x="381000" y="571500"/>
                </a:moveTo>
                <a:lnTo>
                  <a:pt x="390525" y="571500"/>
                </a:lnTo>
                <a:lnTo>
                  <a:pt x="390525" y="590550"/>
                </a:lnTo>
                <a:lnTo>
                  <a:pt x="381000" y="590550"/>
                </a:lnTo>
                <a:close/>
                <a:moveTo>
                  <a:pt x="904875" y="571500"/>
                </a:moveTo>
                <a:lnTo>
                  <a:pt x="914400" y="571500"/>
                </a:lnTo>
                <a:lnTo>
                  <a:pt x="914400" y="581025"/>
                </a:lnTo>
                <a:lnTo>
                  <a:pt x="904875" y="581025"/>
                </a:lnTo>
                <a:close/>
                <a:moveTo>
                  <a:pt x="981075" y="571500"/>
                </a:moveTo>
                <a:lnTo>
                  <a:pt x="990600" y="571500"/>
                </a:lnTo>
                <a:lnTo>
                  <a:pt x="990600" y="590550"/>
                </a:lnTo>
                <a:lnTo>
                  <a:pt x="981075" y="590550"/>
                </a:lnTo>
                <a:close/>
                <a:moveTo>
                  <a:pt x="914400" y="581025"/>
                </a:moveTo>
                <a:lnTo>
                  <a:pt x="923925" y="581025"/>
                </a:lnTo>
                <a:lnTo>
                  <a:pt x="923925" y="600075"/>
                </a:lnTo>
                <a:lnTo>
                  <a:pt x="933450" y="600075"/>
                </a:lnTo>
                <a:lnTo>
                  <a:pt x="933450" y="609600"/>
                </a:lnTo>
                <a:lnTo>
                  <a:pt x="914400" y="609600"/>
                </a:lnTo>
                <a:lnTo>
                  <a:pt x="914400" y="600075"/>
                </a:lnTo>
                <a:lnTo>
                  <a:pt x="904875" y="600075"/>
                </a:lnTo>
                <a:lnTo>
                  <a:pt x="904875" y="590550"/>
                </a:lnTo>
                <a:lnTo>
                  <a:pt x="914400" y="590550"/>
                </a:lnTo>
                <a:close/>
                <a:moveTo>
                  <a:pt x="952500" y="590550"/>
                </a:moveTo>
                <a:lnTo>
                  <a:pt x="962025" y="590550"/>
                </a:lnTo>
                <a:lnTo>
                  <a:pt x="962025" y="600075"/>
                </a:lnTo>
                <a:lnTo>
                  <a:pt x="952500" y="600075"/>
                </a:lnTo>
                <a:close/>
                <a:moveTo>
                  <a:pt x="733425" y="600075"/>
                </a:moveTo>
                <a:lnTo>
                  <a:pt x="742950" y="600075"/>
                </a:lnTo>
                <a:lnTo>
                  <a:pt x="742950" y="609600"/>
                </a:lnTo>
                <a:lnTo>
                  <a:pt x="733425" y="609600"/>
                </a:lnTo>
                <a:close/>
                <a:moveTo>
                  <a:pt x="942975" y="600075"/>
                </a:moveTo>
                <a:lnTo>
                  <a:pt x="952500" y="600075"/>
                </a:lnTo>
                <a:lnTo>
                  <a:pt x="952500" y="609600"/>
                </a:lnTo>
                <a:lnTo>
                  <a:pt x="942975" y="609600"/>
                </a:lnTo>
                <a:close/>
                <a:moveTo>
                  <a:pt x="742950" y="609600"/>
                </a:moveTo>
                <a:lnTo>
                  <a:pt x="752475" y="609600"/>
                </a:lnTo>
                <a:lnTo>
                  <a:pt x="752475" y="619125"/>
                </a:lnTo>
                <a:lnTo>
                  <a:pt x="742950" y="619125"/>
                </a:lnTo>
                <a:close/>
                <a:moveTo>
                  <a:pt x="352425" y="619125"/>
                </a:moveTo>
                <a:lnTo>
                  <a:pt x="361950" y="619125"/>
                </a:lnTo>
                <a:lnTo>
                  <a:pt x="361950" y="628650"/>
                </a:lnTo>
                <a:lnTo>
                  <a:pt x="352425" y="628650"/>
                </a:lnTo>
                <a:close/>
                <a:moveTo>
                  <a:pt x="457200" y="619125"/>
                </a:moveTo>
                <a:lnTo>
                  <a:pt x="466725" y="619125"/>
                </a:lnTo>
                <a:lnTo>
                  <a:pt x="466725" y="628650"/>
                </a:lnTo>
                <a:lnTo>
                  <a:pt x="457200" y="628650"/>
                </a:lnTo>
                <a:close/>
                <a:moveTo>
                  <a:pt x="952500" y="619125"/>
                </a:moveTo>
                <a:lnTo>
                  <a:pt x="962025" y="619125"/>
                </a:lnTo>
                <a:lnTo>
                  <a:pt x="962025" y="628650"/>
                </a:lnTo>
                <a:lnTo>
                  <a:pt x="952500" y="628650"/>
                </a:lnTo>
                <a:close/>
                <a:moveTo>
                  <a:pt x="47625" y="666750"/>
                </a:moveTo>
                <a:lnTo>
                  <a:pt x="57150" y="666750"/>
                </a:lnTo>
                <a:lnTo>
                  <a:pt x="57150" y="676275"/>
                </a:lnTo>
                <a:lnTo>
                  <a:pt x="47625" y="676275"/>
                </a:lnTo>
                <a:close/>
                <a:moveTo>
                  <a:pt x="1038225" y="666750"/>
                </a:moveTo>
                <a:lnTo>
                  <a:pt x="1047750" y="666750"/>
                </a:lnTo>
                <a:lnTo>
                  <a:pt x="1047750" y="676275"/>
                </a:lnTo>
                <a:lnTo>
                  <a:pt x="1038225" y="676275"/>
                </a:lnTo>
                <a:close/>
                <a:moveTo>
                  <a:pt x="1028700" y="676275"/>
                </a:moveTo>
                <a:lnTo>
                  <a:pt x="1038225" y="676275"/>
                </a:lnTo>
                <a:lnTo>
                  <a:pt x="1038225" y="685800"/>
                </a:lnTo>
                <a:lnTo>
                  <a:pt x="1028700" y="685800"/>
                </a:lnTo>
                <a:close/>
                <a:moveTo>
                  <a:pt x="57150" y="685800"/>
                </a:moveTo>
                <a:lnTo>
                  <a:pt x="66675" y="685800"/>
                </a:lnTo>
                <a:lnTo>
                  <a:pt x="66675" y="695325"/>
                </a:lnTo>
                <a:lnTo>
                  <a:pt x="57150" y="695325"/>
                </a:lnTo>
                <a:close/>
                <a:moveTo>
                  <a:pt x="66675" y="695325"/>
                </a:moveTo>
                <a:lnTo>
                  <a:pt x="76200" y="695325"/>
                </a:lnTo>
                <a:lnTo>
                  <a:pt x="76200" y="704850"/>
                </a:lnTo>
                <a:lnTo>
                  <a:pt x="66675" y="704850"/>
                </a:lnTo>
                <a:close/>
                <a:moveTo>
                  <a:pt x="85725" y="704850"/>
                </a:moveTo>
                <a:lnTo>
                  <a:pt x="95250" y="704850"/>
                </a:lnTo>
                <a:lnTo>
                  <a:pt x="95250" y="714375"/>
                </a:lnTo>
                <a:lnTo>
                  <a:pt x="85725" y="714375"/>
                </a:lnTo>
                <a:close/>
                <a:moveTo>
                  <a:pt x="1019175" y="704850"/>
                </a:moveTo>
                <a:lnTo>
                  <a:pt x="1038225" y="704850"/>
                </a:lnTo>
                <a:lnTo>
                  <a:pt x="1038225" y="714375"/>
                </a:lnTo>
                <a:lnTo>
                  <a:pt x="1019175" y="714375"/>
                </a:lnTo>
                <a:close/>
              </a:path>
            </a:pathLst>
          </a:custGeom>
          <a:solidFill xmlns:a="http://schemas.openxmlformats.org/drawingml/2006/main">
            <a:srgbClr val="EBEFE6"/>
          </a:solidFill>
          <a:ln xmlns:a="http://schemas.openxmlformats.org/drawingml/2006/main" w="0">
            <a:noFill/>
          </a:ln>
        </p:spPr>
      </p:sp>
      <p:sp>
        <p:nvSpPr>
          <p:cNvPr id="140" name="v11 vector #d0d6ca">
            <a:extLst xmlns:a="http://schemas.openxmlformats.org/drawingml/2006/main">
              <a:ext uri="{FF2B5EF4-FFF2-40B4-BE49-F238E27FC236}">
                <a16:creationId xmlns:a16="http://schemas.microsoft.com/office/drawing/2014/main" id="{D2242C1A-A25C-4B58-92C0-1599BD19BD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8250" y="3609975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85725" y="28575"/>
                </a:moveTo>
                <a:lnTo>
                  <a:pt x="95250" y="28575"/>
                </a:lnTo>
                <a:lnTo>
                  <a:pt x="95250" y="38100"/>
                </a:lnTo>
                <a:lnTo>
                  <a:pt x="85725" y="38100"/>
                </a:lnTo>
                <a:close/>
                <a:moveTo>
                  <a:pt x="47625" y="76200"/>
                </a:moveTo>
                <a:lnTo>
                  <a:pt x="57150" y="76200"/>
                </a:lnTo>
                <a:lnTo>
                  <a:pt x="57150" y="390525"/>
                </a:lnTo>
                <a:lnTo>
                  <a:pt x="47625" y="390525"/>
                </a:lnTo>
                <a:close/>
                <a:moveTo>
                  <a:pt x="123825" y="76200"/>
                </a:moveTo>
                <a:lnTo>
                  <a:pt x="133350" y="76200"/>
                </a:lnTo>
                <a:lnTo>
                  <a:pt x="133350" y="85725"/>
                </a:lnTo>
                <a:lnTo>
                  <a:pt x="123825" y="85725"/>
                </a:lnTo>
                <a:close/>
                <a:moveTo>
                  <a:pt x="190500" y="76200"/>
                </a:moveTo>
                <a:lnTo>
                  <a:pt x="200025" y="76200"/>
                </a:lnTo>
                <a:lnTo>
                  <a:pt x="200025" y="85725"/>
                </a:lnTo>
                <a:lnTo>
                  <a:pt x="190500" y="85725"/>
                </a:lnTo>
                <a:close/>
                <a:moveTo>
                  <a:pt x="247650" y="76200"/>
                </a:moveTo>
                <a:lnTo>
                  <a:pt x="257175" y="76200"/>
                </a:lnTo>
                <a:lnTo>
                  <a:pt x="257175" y="85725"/>
                </a:lnTo>
                <a:lnTo>
                  <a:pt x="247650" y="85725"/>
                </a:lnTo>
                <a:close/>
                <a:moveTo>
                  <a:pt x="171450" y="85725"/>
                </a:moveTo>
                <a:lnTo>
                  <a:pt x="180975" y="85725"/>
                </a:lnTo>
                <a:lnTo>
                  <a:pt x="180975" y="95250"/>
                </a:lnTo>
                <a:lnTo>
                  <a:pt x="171450" y="95250"/>
                </a:lnTo>
                <a:close/>
                <a:moveTo>
                  <a:pt x="190500" y="95250"/>
                </a:moveTo>
                <a:lnTo>
                  <a:pt x="200025" y="95250"/>
                </a:lnTo>
                <a:lnTo>
                  <a:pt x="200025" y="104775"/>
                </a:lnTo>
                <a:lnTo>
                  <a:pt x="190500" y="104775"/>
                </a:lnTo>
                <a:close/>
                <a:moveTo>
                  <a:pt x="76200" y="152400"/>
                </a:moveTo>
                <a:lnTo>
                  <a:pt x="85725" y="152400"/>
                </a:lnTo>
                <a:lnTo>
                  <a:pt x="85725" y="161925"/>
                </a:lnTo>
                <a:lnTo>
                  <a:pt x="76200" y="161925"/>
                </a:lnTo>
                <a:close/>
                <a:moveTo>
                  <a:pt x="285750" y="200025"/>
                </a:moveTo>
                <a:lnTo>
                  <a:pt x="295275" y="200025"/>
                </a:lnTo>
                <a:lnTo>
                  <a:pt x="295275" y="209550"/>
                </a:lnTo>
                <a:lnTo>
                  <a:pt x="285750" y="209550"/>
                </a:lnTo>
                <a:close/>
                <a:moveTo>
                  <a:pt x="523875" y="200025"/>
                </a:moveTo>
                <a:lnTo>
                  <a:pt x="533400" y="200025"/>
                </a:lnTo>
                <a:lnTo>
                  <a:pt x="533400" y="209550"/>
                </a:lnTo>
                <a:lnTo>
                  <a:pt x="523875" y="209550"/>
                </a:lnTo>
                <a:close/>
                <a:moveTo>
                  <a:pt x="590550" y="200025"/>
                </a:moveTo>
                <a:lnTo>
                  <a:pt x="600075" y="200025"/>
                </a:lnTo>
                <a:lnTo>
                  <a:pt x="600075" y="209550"/>
                </a:lnTo>
                <a:lnTo>
                  <a:pt x="590550" y="209550"/>
                </a:lnTo>
                <a:close/>
                <a:moveTo>
                  <a:pt x="962025" y="200025"/>
                </a:moveTo>
                <a:lnTo>
                  <a:pt x="971550" y="200025"/>
                </a:lnTo>
                <a:lnTo>
                  <a:pt x="971550" y="209550"/>
                </a:lnTo>
                <a:lnTo>
                  <a:pt x="962025" y="209550"/>
                </a:lnTo>
                <a:close/>
                <a:moveTo>
                  <a:pt x="200025" y="209550"/>
                </a:moveTo>
                <a:lnTo>
                  <a:pt x="209550" y="209550"/>
                </a:lnTo>
                <a:lnTo>
                  <a:pt x="209550" y="219075"/>
                </a:lnTo>
                <a:lnTo>
                  <a:pt x="200025" y="219075"/>
                </a:lnTo>
                <a:close/>
                <a:moveTo>
                  <a:pt x="609600" y="209550"/>
                </a:moveTo>
                <a:lnTo>
                  <a:pt x="619125" y="209550"/>
                </a:lnTo>
                <a:lnTo>
                  <a:pt x="619125" y="219075"/>
                </a:lnTo>
                <a:lnTo>
                  <a:pt x="609600" y="219075"/>
                </a:lnTo>
                <a:close/>
                <a:moveTo>
                  <a:pt x="790575" y="209550"/>
                </a:moveTo>
                <a:lnTo>
                  <a:pt x="952500" y="209550"/>
                </a:lnTo>
                <a:lnTo>
                  <a:pt x="952500" y="247650"/>
                </a:lnTo>
                <a:lnTo>
                  <a:pt x="933450" y="247650"/>
                </a:lnTo>
                <a:lnTo>
                  <a:pt x="933450" y="238125"/>
                </a:lnTo>
                <a:lnTo>
                  <a:pt x="904875" y="238125"/>
                </a:lnTo>
                <a:lnTo>
                  <a:pt x="904875" y="247650"/>
                </a:lnTo>
                <a:lnTo>
                  <a:pt x="895350" y="247650"/>
                </a:lnTo>
                <a:lnTo>
                  <a:pt x="895350" y="276225"/>
                </a:lnTo>
                <a:lnTo>
                  <a:pt x="885825" y="276225"/>
                </a:lnTo>
                <a:lnTo>
                  <a:pt x="885825" y="285750"/>
                </a:lnTo>
                <a:lnTo>
                  <a:pt x="876300" y="285750"/>
                </a:lnTo>
                <a:lnTo>
                  <a:pt x="876300" y="295275"/>
                </a:lnTo>
                <a:lnTo>
                  <a:pt x="866775" y="295275"/>
                </a:lnTo>
                <a:lnTo>
                  <a:pt x="866775" y="304800"/>
                </a:lnTo>
                <a:lnTo>
                  <a:pt x="857250" y="304800"/>
                </a:lnTo>
                <a:lnTo>
                  <a:pt x="857250" y="285750"/>
                </a:lnTo>
                <a:lnTo>
                  <a:pt x="847725" y="285750"/>
                </a:lnTo>
                <a:lnTo>
                  <a:pt x="847725" y="276225"/>
                </a:lnTo>
                <a:lnTo>
                  <a:pt x="838200" y="276225"/>
                </a:lnTo>
                <a:lnTo>
                  <a:pt x="838200" y="257175"/>
                </a:lnTo>
                <a:lnTo>
                  <a:pt x="819150" y="257175"/>
                </a:lnTo>
                <a:lnTo>
                  <a:pt x="819150" y="247650"/>
                </a:lnTo>
                <a:lnTo>
                  <a:pt x="800100" y="247650"/>
                </a:lnTo>
                <a:lnTo>
                  <a:pt x="800100" y="228600"/>
                </a:lnTo>
                <a:lnTo>
                  <a:pt x="790575" y="228600"/>
                </a:lnTo>
                <a:close/>
                <a:moveTo>
                  <a:pt x="485775" y="219075"/>
                </a:moveTo>
                <a:lnTo>
                  <a:pt x="495300" y="219075"/>
                </a:lnTo>
                <a:lnTo>
                  <a:pt x="495300" y="228600"/>
                </a:lnTo>
                <a:lnTo>
                  <a:pt x="485775" y="228600"/>
                </a:lnTo>
                <a:close/>
                <a:moveTo>
                  <a:pt x="762000" y="219075"/>
                </a:moveTo>
                <a:lnTo>
                  <a:pt x="771525" y="219075"/>
                </a:lnTo>
                <a:lnTo>
                  <a:pt x="771525" y="228600"/>
                </a:lnTo>
                <a:lnTo>
                  <a:pt x="762000" y="228600"/>
                </a:lnTo>
                <a:close/>
                <a:moveTo>
                  <a:pt x="476250" y="228600"/>
                </a:moveTo>
                <a:lnTo>
                  <a:pt x="485775" y="228600"/>
                </a:lnTo>
                <a:lnTo>
                  <a:pt x="485775" y="238125"/>
                </a:lnTo>
                <a:lnTo>
                  <a:pt x="476250" y="238125"/>
                </a:lnTo>
                <a:close/>
                <a:moveTo>
                  <a:pt x="161925" y="247650"/>
                </a:moveTo>
                <a:lnTo>
                  <a:pt x="171450" y="247650"/>
                </a:lnTo>
                <a:lnTo>
                  <a:pt x="171450" y="257175"/>
                </a:lnTo>
                <a:lnTo>
                  <a:pt x="161925" y="257175"/>
                </a:lnTo>
                <a:close/>
                <a:moveTo>
                  <a:pt x="352425" y="257175"/>
                </a:moveTo>
                <a:lnTo>
                  <a:pt x="361950" y="257175"/>
                </a:lnTo>
                <a:lnTo>
                  <a:pt x="361950" y="266700"/>
                </a:lnTo>
                <a:lnTo>
                  <a:pt x="352425" y="266700"/>
                </a:lnTo>
                <a:close/>
                <a:moveTo>
                  <a:pt x="152400" y="266700"/>
                </a:moveTo>
                <a:lnTo>
                  <a:pt x="161925" y="266700"/>
                </a:lnTo>
                <a:lnTo>
                  <a:pt x="161925" y="276225"/>
                </a:lnTo>
                <a:lnTo>
                  <a:pt x="152400" y="276225"/>
                </a:lnTo>
                <a:close/>
                <a:moveTo>
                  <a:pt x="752475" y="266700"/>
                </a:moveTo>
                <a:lnTo>
                  <a:pt x="771525" y="266700"/>
                </a:lnTo>
                <a:lnTo>
                  <a:pt x="771525" y="276225"/>
                </a:lnTo>
                <a:lnTo>
                  <a:pt x="781050" y="276225"/>
                </a:lnTo>
                <a:lnTo>
                  <a:pt x="781050" y="285750"/>
                </a:lnTo>
                <a:lnTo>
                  <a:pt x="800100" y="285750"/>
                </a:lnTo>
                <a:lnTo>
                  <a:pt x="800100" y="295275"/>
                </a:lnTo>
                <a:lnTo>
                  <a:pt x="809625" y="295275"/>
                </a:lnTo>
                <a:lnTo>
                  <a:pt x="809625" y="314325"/>
                </a:lnTo>
                <a:lnTo>
                  <a:pt x="800100" y="314325"/>
                </a:lnTo>
                <a:lnTo>
                  <a:pt x="800100" y="323850"/>
                </a:lnTo>
                <a:lnTo>
                  <a:pt x="790575" y="323850"/>
                </a:lnTo>
                <a:lnTo>
                  <a:pt x="790575" y="333375"/>
                </a:lnTo>
                <a:lnTo>
                  <a:pt x="781050" y="333375"/>
                </a:lnTo>
                <a:lnTo>
                  <a:pt x="781050" y="342900"/>
                </a:lnTo>
                <a:lnTo>
                  <a:pt x="771525" y="342900"/>
                </a:lnTo>
                <a:lnTo>
                  <a:pt x="771525" y="352425"/>
                </a:lnTo>
                <a:lnTo>
                  <a:pt x="762000" y="352425"/>
                </a:lnTo>
                <a:lnTo>
                  <a:pt x="762000" y="342900"/>
                </a:lnTo>
                <a:lnTo>
                  <a:pt x="752475" y="342900"/>
                </a:lnTo>
                <a:close/>
                <a:moveTo>
                  <a:pt x="942975" y="266700"/>
                </a:moveTo>
                <a:lnTo>
                  <a:pt x="952500" y="266700"/>
                </a:lnTo>
                <a:lnTo>
                  <a:pt x="952500" y="276225"/>
                </a:lnTo>
                <a:lnTo>
                  <a:pt x="962025" y="276225"/>
                </a:lnTo>
                <a:lnTo>
                  <a:pt x="962025" y="381000"/>
                </a:lnTo>
                <a:lnTo>
                  <a:pt x="952500" y="381000"/>
                </a:lnTo>
                <a:lnTo>
                  <a:pt x="952500" y="390525"/>
                </a:lnTo>
                <a:lnTo>
                  <a:pt x="933450" y="390525"/>
                </a:lnTo>
                <a:lnTo>
                  <a:pt x="933450" y="381000"/>
                </a:lnTo>
                <a:lnTo>
                  <a:pt x="923925" y="381000"/>
                </a:lnTo>
                <a:lnTo>
                  <a:pt x="923925" y="361950"/>
                </a:lnTo>
                <a:lnTo>
                  <a:pt x="914400" y="361950"/>
                </a:lnTo>
                <a:lnTo>
                  <a:pt x="914400" y="342900"/>
                </a:lnTo>
                <a:lnTo>
                  <a:pt x="895350" y="342900"/>
                </a:lnTo>
                <a:lnTo>
                  <a:pt x="895350" y="390525"/>
                </a:lnTo>
                <a:lnTo>
                  <a:pt x="857250" y="390525"/>
                </a:lnTo>
                <a:lnTo>
                  <a:pt x="857250" y="381000"/>
                </a:lnTo>
                <a:lnTo>
                  <a:pt x="838200" y="381000"/>
                </a:lnTo>
                <a:lnTo>
                  <a:pt x="838200" y="390525"/>
                </a:lnTo>
                <a:lnTo>
                  <a:pt x="800100" y="390525"/>
                </a:lnTo>
                <a:lnTo>
                  <a:pt x="800100" y="381000"/>
                </a:lnTo>
                <a:lnTo>
                  <a:pt x="790575" y="381000"/>
                </a:lnTo>
                <a:lnTo>
                  <a:pt x="790575" y="361950"/>
                </a:lnTo>
                <a:lnTo>
                  <a:pt x="800100" y="361950"/>
                </a:lnTo>
                <a:lnTo>
                  <a:pt x="800100" y="352425"/>
                </a:lnTo>
                <a:lnTo>
                  <a:pt x="809625" y="352425"/>
                </a:lnTo>
                <a:lnTo>
                  <a:pt x="809625" y="342900"/>
                </a:lnTo>
                <a:lnTo>
                  <a:pt x="828675" y="342900"/>
                </a:lnTo>
                <a:lnTo>
                  <a:pt x="828675" y="352425"/>
                </a:lnTo>
                <a:lnTo>
                  <a:pt x="838200" y="352425"/>
                </a:lnTo>
                <a:lnTo>
                  <a:pt x="838200" y="371475"/>
                </a:lnTo>
                <a:lnTo>
                  <a:pt x="857250" y="371475"/>
                </a:lnTo>
                <a:lnTo>
                  <a:pt x="857250" y="361950"/>
                </a:lnTo>
                <a:lnTo>
                  <a:pt x="847725" y="361950"/>
                </a:lnTo>
                <a:lnTo>
                  <a:pt x="847725" y="352425"/>
                </a:lnTo>
                <a:lnTo>
                  <a:pt x="857250" y="352425"/>
                </a:lnTo>
                <a:lnTo>
                  <a:pt x="857250" y="333375"/>
                </a:lnTo>
                <a:lnTo>
                  <a:pt x="866775" y="333375"/>
                </a:lnTo>
                <a:lnTo>
                  <a:pt x="866775" y="323850"/>
                </a:lnTo>
                <a:lnTo>
                  <a:pt x="876300" y="323850"/>
                </a:lnTo>
                <a:lnTo>
                  <a:pt x="876300" y="314325"/>
                </a:lnTo>
                <a:lnTo>
                  <a:pt x="885825" y="314325"/>
                </a:lnTo>
                <a:lnTo>
                  <a:pt x="885825" y="304800"/>
                </a:lnTo>
                <a:lnTo>
                  <a:pt x="904875" y="304800"/>
                </a:lnTo>
                <a:lnTo>
                  <a:pt x="904875" y="285750"/>
                </a:lnTo>
                <a:lnTo>
                  <a:pt x="923925" y="285750"/>
                </a:lnTo>
                <a:lnTo>
                  <a:pt x="923925" y="276225"/>
                </a:lnTo>
                <a:lnTo>
                  <a:pt x="942975" y="276225"/>
                </a:lnTo>
                <a:close/>
                <a:moveTo>
                  <a:pt x="285750" y="276225"/>
                </a:moveTo>
                <a:lnTo>
                  <a:pt x="304800" y="276225"/>
                </a:lnTo>
                <a:lnTo>
                  <a:pt x="304800" y="285750"/>
                </a:lnTo>
                <a:lnTo>
                  <a:pt x="295275" y="285750"/>
                </a:lnTo>
                <a:lnTo>
                  <a:pt x="295275" y="304800"/>
                </a:lnTo>
                <a:lnTo>
                  <a:pt x="285750" y="304800"/>
                </a:lnTo>
                <a:lnTo>
                  <a:pt x="285750" y="314325"/>
                </a:lnTo>
                <a:lnTo>
                  <a:pt x="276225" y="314325"/>
                </a:lnTo>
                <a:lnTo>
                  <a:pt x="276225" y="323850"/>
                </a:lnTo>
                <a:lnTo>
                  <a:pt x="266700" y="323850"/>
                </a:lnTo>
                <a:lnTo>
                  <a:pt x="266700" y="333375"/>
                </a:lnTo>
                <a:lnTo>
                  <a:pt x="257175" y="333375"/>
                </a:lnTo>
                <a:lnTo>
                  <a:pt x="257175" y="342900"/>
                </a:lnTo>
                <a:lnTo>
                  <a:pt x="228600" y="342900"/>
                </a:lnTo>
                <a:lnTo>
                  <a:pt x="228600" y="333375"/>
                </a:lnTo>
                <a:lnTo>
                  <a:pt x="219075" y="333375"/>
                </a:lnTo>
                <a:lnTo>
                  <a:pt x="219075" y="314325"/>
                </a:lnTo>
                <a:lnTo>
                  <a:pt x="228600" y="314325"/>
                </a:lnTo>
                <a:lnTo>
                  <a:pt x="228600" y="323850"/>
                </a:lnTo>
                <a:lnTo>
                  <a:pt x="257175" y="323850"/>
                </a:lnTo>
                <a:lnTo>
                  <a:pt x="257175" y="314325"/>
                </a:lnTo>
                <a:lnTo>
                  <a:pt x="266700" y="314325"/>
                </a:lnTo>
                <a:lnTo>
                  <a:pt x="266700" y="295275"/>
                </a:lnTo>
                <a:lnTo>
                  <a:pt x="276225" y="295275"/>
                </a:lnTo>
                <a:lnTo>
                  <a:pt x="276225" y="285750"/>
                </a:lnTo>
                <a:lnTo>
                  <a:pt x="285750" y="285750"/>
                </a:lnTo>
                <a:close/>
                <a:moveTo>
                  <a:pt x="600075" y="276225"/>
                </a:moveTo>
                <a:lnTo>
                  <a:pt x="609600" y="276225"/>
                </a:lnTo>
                <a:lnTo>
                  <a:pt x="609600" y="285750"/>
                </a:lnTo>
                <a:lnTo>
                  <a:pt x="600075" y="285750"/>
                </a:lnTo>
                <a:close/>
                <a:moveTo>
                  <a:pt x="447675" y="285750"/>
                </a:moveTo>
                <a:lnTo>
                  <a:pt x="457200" y="285750"/>
                </a:lnTo>
                <a:lnTo>
                  <a:pt x="457200" y="295275"/>
                </a:lnTo>
                <a:lnTo>
                  <a:pt x="447675" y="295275"/>
                </a:lnTo>
                <a:close/>
                <a:moveTo>
                  <a:pt x="819150" y="304800"/>
                </a:moveTo>
                <a:lnTo>
                  <a:pt x="857250" y="304800"/>
                </a:lnTo>
                <a:lnTo>
                  <a:pt x="857250" y="314325"/>
                </a:lnTo>
                <a:lnTo>
                  <a:pt x="819150" y="314325"/>
                </a:lnTo>
                <a:close/>
                <a:moveTo>
                  <a:pt x="447675" y="314325"/>
                </a:moveTo>
                <a:lnTo>
                  <a:pt x="457200" y="314325"/>
                </a:lnTo>
                <a:lnTo>
                  <a:pt x="457200" y="323850"/>
                </a:lnTo>
                <a:lnTo>
                  <a:pt x="447675" y="323850"/>
                </a:lnTo>
                <a:close/>
                <a:moveTo>
                  <a:pt x="514350" y="314325"/>
                </a:moveTo>
                <a:lnTo>
                  <a:pt x="523875" y="314325"/>
                </a:lnTo>
                <a:lnTo>
                  <a:pt x="523875" y="323850"/>
                </a:lnTo>
                <a:lnTo>
                  <a:pt x="514350" y="323850"/>
                </a:lnTo>
                <a:close/>
                <a:moveTo>
                  <a:pt x="342900" y="361950"/>
                </a:moveTo>
                <a:lnTo>
                  <a:pt x="352425" y="361950"/>
                </a:lnTo>
                <a:lnTo>
                  <a:pt x="352425" y="371475"/>
                </a:lnTo>
                <a:lnTo>
                  <a:pt x="342900" y="371475"/>
                </a:lnTo>
                <a:close/>
                <a:moveTo>
                  <a:pt x="752475" y="361950"/>
                </a:moveTo>
                <a:lnTo>
                  <a:pt x="762000" y="361950"/>
                </a:lnTo>
                <a:lnTo>
                  <a:pt x="762000" y="371475"/>
                </a:lnTo>
                <a:lnTo>
                  <a:pt x="752475" y="371475"/>
                </a:lnTo>
                <a:close/>
                <a:moveTo>
                  <a:pt x="923925" y="361950"/>
                </a:moveTo>
                <a:lnTo>
                  <a:pt x="942975" y="361950"/>
                </a:lnTo>
                <a:lnTo>
                  <a:pt x="942975" y="295275"/>
                </a:lnTo>
                <a:lnTo>
                  <a:pt x="923925" y="295275"/>
                </a:lnTo>
                <a:close/>
                <a:moveTo>
                  <a:pt x="171450" y="371475"/>
                </a:moveTo>
                <a:lnTo>
                  <a:pt x="180975" y="371475"/>
                </a:lnTo>
                <a:lnTo>
                  <a:pt x="180975" y="381000"/>
                </a:lnTo>
                <a:lnTo>
                  <a:pt x="171450" y="381000"/>
                </a:lnTo>
                <a:close/>
                <a:moveTo>
                  <a:pt x="638175" y="371475"/>
                </a:moveTo>
                <a:lnTo>
                  <a:pt x="647700" y="371475"/>
                </a:lnTo>
                <a:lnTo>
                  <a:pt x="647700" y="381000"/>
                </a:lnTo>
                <a:lnTo>
                  <a:pt x="638175" y="381000"/>
                </a:lnTo>
                <a:close/>
                <a:moveTo>
                  <a:pt x="180975" y="381000"/>
                </a:moveTo>
                <a:lnTo>
                  <a:pt x="190500" y="381000"/>
                </a:lnTo>
                <a:lnTo>
                  <a:pt x="190500" y="390525"/>
                </a:lnTo>
                <a:lnTo>
                  <a:pt x="180975" y="390525"/>
                </a:lnTo>
                <a:close/>
                <a:moveTo>
                  <a:pt x="628650" y="381000"/>
                </a:moveTo>
                <a:lnTo>
                  <a:pt x="638175" y="381000"/>
                </a:lnTo>
                <a:lnTo>
                  <a:pt x="638175" y="390525"/>
                </a:lnTo>
                <a:lnTo>
                  <a:pt x="628650" y="390525"/>
                </a:lnTo>
                <a:close/>
                <a:moveTo>
                  <a:pt x="314325" y="390525"/>
                </a:moveTo>
                <a:lnTo>
                  <a:pt x="323850" y="390525"/>
                </a:lnTo>
                <a:lnTo>
                  <a:pt x="323850" y="400050"/>
                </a:lnTo>
                <a:lnTo>
                  <a:pt x="314325" y="400050"/>
                </a:lnTo>
                <a:close/>
                <a:moveTo>
                  <a:pt x="752475" y="390525"/>
                </a:moveTo>
                <a:lnTo>
                  <a:pt x="771525" y="390525"/>
                </a:lnTo>
                <a:lnTo>
                  <a:pt x="771525" y="400050"/>
                </a:lnTo>
                <a:lnTo>
                  <a:pt x="781050" y="400050"/>
                </a:lnTo>
                <a:lnTo>
                  <a:pt x="781050" y="409575"/>
                </a:lnTo>
                <a:lnTo>
                  <a:pt x="762000" y="409575"/>
                </a:lnTo>
                <a:lnTo>
                  <a:pt x="762000" y="400050"/>
                </a:lnTo>
                <a:lnTo>
                  <a:pt x="752475" y="400050"/>
                </a:lnTo>
                <a:close/>
                <a:moveTo>
                  <a:pt x="47625" y="400050"/>
                </a:moveTo>
                <a:lnTo>
                  <a:pt x="57150" y="400050"/>
                </a:lnTo>
                <a:lnTo>
                  <a:pt x="57150" y="666750"/>
                </a:lnTo>
                <a:lnTo>
                  <a:pt x="47625" y="666750"/>
                </a:lnTo>
                <a:close/>
                <a:moveTo>
                  <a:pt x="209550" y="400050"/>
                </a:moveTo>
                <a:lnTo>
                  <a:pt x="219075" y="400050"/>
                </a:lnTo>
                <a:lnTo>
                  <a:pt x="219075" y="409575"/>
                </a:lnTo>
                <a:lnTo>
                  <a:pt x="209550" y="409575"/>
                </a:lnTo>
                <a:close/>
                <a:moveTo>
                  <a:pt x="295275" y="400050"/>
                </a:moveTo>
                <a:lnTo>
                  <a:pt x="304800" y="400050"/>
                </a:lnTo>
                <a:lnTo>
                  <a:pt x="304800" y="409575"/>
                </a:lnTo>
                <a:lnTo>
                  <a:pt x="295275" y="409575"/>
                </a:lnTo>
                <a:close/>
                <a:moveTo>
                  <a:pt x="600075" y="400050"/>
                </a:moveTo>
                <a:lnTo>
                  <a:pt x="609600" y="400050"/>
                </a:lnTo>
                <a:lnTo>
                  <a:pt x="609600" y="409575"/>
                </a:lnTo>
                <a:lnTo>
                  <a:pt x="600075" y="409575"/>
                </a:lnTo>
                <a:close/>
                <a:moveTo>
                  <a:pt x="209550" y="447675"/>
                </a:moveTo>
                <a:lnTo>
                  <a:pt x="219075" y="447675"/>
                </a:lnTo>
                <a:lnTo>
                  <a:pt x="219075" y="466725"/>
                </a:lnTo>
                <a:lnTo>
                  <a:pt x="209550" y="466725"/>
                </a:lnTo>
                <a:close/>
                <a:moveTo>
                  <a:pt x="238125" y="447675"/>
                </a:moveTo>
                <a:lnTo>
                  <a:pt x="247650" y="447675"/>
                </a:lnTo>
                <a:lnTo>
                  <a:pt x="247650" y="457200"/>
                </a:lnTo>
                <a:lnTo>
                  <a:pt x="238125" y="457200"/>
                </a:lnTo>
                <a:close/>
                <a:moveTo>
                  <a:pt x="295275" y="447675"/>
                </a:moveTo>
                <a:lnTo>
                  <a:pt x="304800" y="447675"/>
                </a:lnTo>
                <a:lnTo>
                  <a:pt x="304800" y="457200"/>
                </a:lnTo>
                <a:lnTo>
                  <a:pt x="295275" y="457200"/>
                </a:lnTo>
                <a:close/>
                <a:moveTo>
                  <a:pt x="571500" y="447675"/>
                </a:moveTo>
                <a:lnTo>
                  <a:pt x="581025" y="447675"/>
                </a:lnTo>
                <a:lnTo>
                  <a:pt x="581025" y="457200"/>
                </a:lnTo>
                <a:lnTo>
                  <a:pt x="571500" y="457200"/>
                </a:lnTo>
                <a:close/>
                <a:moveTo>
                  <a:pt x="857250" y="447675"/>
                </a:moveTo>
                <a:lnTo>
                  <a:pt x="876300" y="447675"/>
                </a:lnTo>
                <a:lnTo>
                  <a:pt x="876300" y="457200"/>
                </a:lnTo>
                <a:lnTo>
                  <a:pt x="857250" y="457200"/>
                </a:lnTo>
                <a:close/>
                <a:moveTo>
                  <a:pt x="266700" y="457200"/>
                </a:moveTo>
                <a:lnTo>
                  <a:pt x="276225" y="457200"/>
                </a:lnTo>
                <a:lnTo>
                  <a:pt x="276225" y="466725"/>
                </a:lnTo>
                <a:lnTo>
                  <a:pt x="266700" y="466725"/>
                </a:lnTo>
                <a:close/>
                <a:moveTo>
                  <a:pt x="552450" y="457200"/>
                </a:moveTo>
                <a:lnTo>
                  <a:pt x="561975" y="457200"/>
                </a:lnTo>
                <a:lnTo>
                  <a:pt x="561975" y="466725"/>
                </a:lnTo>
                <a:lnTo>
                  <a:pt x="552450" y="466725"/>
                </a:lnTo>
                <a:close/>
                <a:moveTo>
                  <a:pt x="219075" y="466725"/>
                </a:moveTo>
                <a:lnTo>
                  <a:pt x="228600" y="466725"/>
                </a:lnTo>
                <a:lnTo>
                  <a:pt x="228600" y="476250"/>
                </a:lnTo>
                <a:lnTo>
                  <a:pt x="219075" y="476250"/>
                </a:lnTo>
                <a:close/>
                <a:moveTo>
                  <a:pt x="504825" y="466725"/>
                </a:moveTo>
                <a:lnTo>
                  <a:pt x="514350" y="466725"/>
                </a:lnTo>
                <a:lnTo>
                  <a:pt x="514350" y="476250"/>
                </a:lnTo>
                <a:lnTo>
                  <a:pt x="504825" y="476250"/>
                </a:lnTo>
                <a:close/>
                <a:moveTo>
                  <a:pt x="247650" y="476250"/>
                </a:moveTo>
                <a:lnTo>
                  <a:pt x="257175" y="476250"/>
                </a:lnTo>
                <a:lnTo>
                  <a:pt x="257175" y="495300"/>
                </a:lnTo>
                <a:lnTo>
                  <a:pt x="276225" y="495300"/>
                </a:lnTo>
                <a:lnTo>
                  <a:pt x="276225" y="504825"/>
                </a:lnTo>
                <a:lnTo>
                  <a:pt x="247650" y="504825"/>
                </a:lnTo>
                <a:close/>
                <a:moveTo>
                  <a:pt x="276225" y="476250"/>
                </a:moveTo>
                <a:lnTo>
                  <a:pt x="285750" y="476250"/>
                </a:lnTo>
                <a:lnTo>
                  <a:pt x="285750" y="485775"/>
                </a:lnTo>
                <a:lnTo>
                  <a:pt x="276225" y="485775"/>
                </a:lnTo>
                <a:close/>
                <a:moveTo>
                  <a:pt x="838200" y="476250"/>
                </a:moveTo>
                <a:lnTo>
                  <a:pt x="847725" y="476250"/>
                </a:lnTo>
                <a:lnTo>
                  <a:pt x="847725" y="514350"/>
                </a:lnTo>
                <a:lnTo>
                  <a:pt x="838200" y="514350"/>
                </a:lnTo>
                <a:close/>
                <a:moveTo>
                  <a:pt x="495300" y="485775"/>
                </a:moveTo>
                <a:lnTo>
                  <a:pt x="504825" y="485775"/>
                </a:lnTo>
                <a:lnTo>
                  <a:pt x="504825" y="495300"/>
                </a:lnTo>
                <a:lnTo>
                  <a:pt x="495300" y="495300"/>
                </a:lnTo>
                <a:close/>
                <a:moveTo>
                  <a:pt x="552450" y="495300"/>
                </a:moveTo>
                <a:lnTo>
                  <a:pt x="561975" y="495300"/>
                </a:lnTo>
                <a:lnTo>
                  <a:pt x="561975" y="504825"/>
                </a:lnTo>
                <a:lnTo>
                  <a:pt x="552450" y="504825"/>
                </a:lnTo>
                <a:close/>
                <a:moveTo>
                  <a:pt x="209550" y="504825"/>
                </a:moveTo>
                <a:lnTo>
                  <a:pt x="219075" y="504825"/>
                </a:lnTo>
                <a:lnTo>
                  <a:pt x="219075" y="514350"/>
                </a:lnTo>
                <a:lnTo>
                  <a:pt x="209550" y="514350"/>
                </a:lnTo>
                <a:close/>
                <a:moveTo>
                  <a:pt x="523875" y="504825"/>
                </a:moveTo>
                <a:lnTo>
                  <a:pt x="542925" y="504825"/>
                </a:lnTo>
                <a:lnTo>
                  <a:pt x="542925" y="514350"/>
                </a:lnTo>
                <a:lnTo>
                  <a:pt x="523875" y="514350"/>
                </a:lnTo>
                <a:close/>
                <a:moveTo>
                  <a:pt x="171450" y="542925"/>
                </a:moveTo>
                <a:lnTo>
                  <a:pt x="266700" y="542925"/>
                </a:lnTo>
                <a:lnTo>
                  <a:pt x="266700" y="552450"/>
                </a:lnTo>
                <a:lnTo>
                  <a:pt x="171450" y="552450"/>
                </a:lnTo>
                <a:close/>
                <a:moveTo>
                  <a:pt x="657225" y="542925"/>
                </a:moveTo>
                <a:lnTo>
                  <a:pt x="666750" y="542925"/>
                </a:lnTo>
                <a:lnTo>
                  <a:pt x="666750" y="552450"/>
                </a:lnTo>
                <a:lnTo>
                  <a:pt x="657225" y="552450"/>
                </a:lnTo>
                <a:close/>
                <a:moveTo>
                  <a:pt x="781050" y="542925"/>
                </a:moveTo>
                <a:lnTo>
                  <a:pt x="904875" y="542925"/>
                </a:lnTo>
                <a:lnTo>
                  <a:pt x="904875" y="561975"/>
                </a:lnTo>
                <a:lnTo>
                  <a:pt x="914400" y="561975"/>
                </a:lnTo>
                <a:lnTo>
                  <a:pt x="914400" y="571500"/>
                </a:lnTo>
                <a:lnTo>
                  <a:pt x="781050" y="571500"/>
                </a:lnTo>
                <a:close/>
                <a:moveTo>
                  <a:pt x="666750" y="552450"/>
                </a:moveTo>
                <a:lnTo>
                  <a:pt x="676275" y="552450"/>
                </a:lnTo>
                <a:lnTo>
                  <a:pt x="676275" y="561975"/>
                </a:lnTo>
                <a:lnTo>
                  <a:pt x="666750" y="561975"/>
                </a:lnTo>
                <a:close/>
                <a:moveTo>
                  <a:pt x="647700" y="561975"/>
                </a:moveTo>
                <a:lnTo>
                  <a:pt x="657225" y="561975"/>
                </a:lnTo>
                <a:lnTo>
                  <a:pt x="657225" y="571500"/>
                </a:lnTo>
                <a:lnTo>
                  <a:pt x="647700" y="571500"/>
                </a:lnTo>
                <a:close/>
                <a:moveTo>
                  <a:pt x="590550" y="571500"/>
                </a:moveTo>
                <a:lnTo>
                  <a:pt x="600075" y="571500"/>
                </a:lnTo>
                <a:lnTo>
                  <a:pt x="600075" y="581025"/>
                </a:lnTo>
                <a:lnTo>
                  <a:pt x="590550" y="581025"/>
                </a:lnTo>
                <a:close/>
                <a:moveTo>
                  <a:pt x="657225" y="571500"/>
                </a:moveTo>
                <a:lnTo>
                  <a:pt x="666750" y="571500"/>
                </a:lnTo>
                <a:lnTo>
                  <a:pt x="666750" y="590550"/>
                </a:lnTo>
                <a:lnTo>
                  <a:pt x="657225" y="590550"/>
                </a:lnTo>
                <a:close/>
                <a:moveTo>
                  <a:pt x="676275" y="571500"/>
                </a:moveTo>
                <a:lnTo>
                  <a:pt x="685800" y="571500"/>
                </a:lnTo>
                <a:lnTo>
                  <a:pt x="685800" y="600075"/>
                </a:lnTo>
                <a:lnTo>
                  <a:pt x="676275" y="600075"/>
                </a:lnTo>
                <a:close/>
                <a:moveTo>
                  <a:pt x="133350" y="590550"/>
                </a:moveTo>
                <a:lnTo>
                  <a:pt x="142875" y="590550"/>
                </a:lnTo>
                <a:lnTo>
                  <a:pt x="142875" y="600075"/>
                </a:lnTo>
                <a:lnTo>
                  <a:pt x="133350" y="600075"/>
                </a:lnTo>
                <a:close/>
                <a:moveTo>
                  <a:pt x="590550" y="590550"/>
                </a:moveTo>
                <a:lnTo>
                  <a:pt x="600075" y="590550"/>
                </a:lnTo>
                <a:lnTo>
                  <a:pt x="600075" y="600075"/>
                </a:lnTo>
                <a:lnTo>
                  <a:pt x="590550" y="600075"/>
                </a:lnTo>
                <a:close/>
                <a:moveTo>
                  <a:pt x="142875" y="600075"/>
                </a:moveTo>
                <a:lnTo>
                  <a:pt x="152400" y="600075"/>
                </a:lnTo>
                <a:lnTo>
                  <a:pt x="152400" y="609600"/>
                </a:lnTo>
                <a:lnTo>
                  <a:pt x="142875" y="609600"/>
                </a:lnTo>
                <a:close/>
                <a:moveTo>
                  <a:pt x="438150" y="600075"/>
                </a:moveTo>
                <a:lnTo>
                  <a:pt x="447675" y="600075"/>
                </a:lnTo>
                <a:lnTo>
                  <a:pt x="447675" y="609600"/>
                </a:lnTo>
                <a:lnTo>
                  <a:pt x="438150" y="609600"/>
                </a:lnTo>
                <a:close/>
                <a:moveTo>
                  <a:pt x="904875" y="600075"/>
                </a:moveTo>
                <a:lnTo>
                  <a:pt x="914400" y="600075"/>
                </a:lnTo>
                <a:lnTo>
                  <a:pt x="914400" y="609600"/>
                </a:lnTo>
                <a:lnTo>
                  <a:pt x="904875" y="609600"/>
                </a:lnTo>
                <a:close/>
                <a:moveTo>
                  <a:pt x="447675" y="609600"/>
                </a:moveTo>
                <a:lnTo>
                  <a:pt x="457200" y="609600"/>
                </a:lnTo>
                <a:lnTo>
                  <a:pt x="457200" y="619125"/>
                </a:lnTo>
                <a:lnTo>
                  <a:pt x="447675" y="619125"/>
                </a:lnTo>
                <a:close/>
                <a:moveTo>
                  <a:pt x="657225" y="609600"/>
                </a:moveTo>
                <a:lnTo>
                  <a:pt x="666750" y="609600"/>
                </a:lnTo>
                <a:lnTo>
                  <a:pt x="666750" y="619125"/>
                </a:lnTo>
                <a:lnTo>
                  <a:pt x="657225" y="619125"/>
                </a:lnTo>
                <a:close/>
                <a:moveTo>
                  <a:pt x="161925" y="619125"/>
                </a:moveTo>
                <a:lnTo>
                  <a:pt x="171450" y="619125"/>
                </a:lnTo>
                <a:lnTo>
                  <a:pt x="171450" y="628650"/>
                </a:lnTo>
                <a:lnTo>
                  <a:pt x="161925" y="628650"/>
                </a:lnTo>
                <a:close/>
                <a:moveTo>
                  <a:pt x="647700" y="619125"/>
                </a:moveTo>
                <a:lnTo>
                  <a:pt x="657225" y="619125"/>
                </a:lnTo>
                <a:lnTo>
                  <a:pt x="657225" y="628650"/>
                </a:lnTo>
                <a:lnTo>
                  <a:pt x="647700" y="628650"/>
                </a:lnTo>
                <a:close/>
                <a:moveTo>
                  <a:pt x="95250" y="704850"/>
                </a:moveTo>
                <a:lnTo>
                  <a:pt x="1019175" y="704850"/>
                </a:lnTo>
                <a:lnTo>
                  <a:pt x="1019175" y="714375"/>
                </a:lnTo>
                <a:lnTo>
                  <a:pt x="95250" y="714375"/>
                </a:lnTo>
                <a:close/>
              </a:path>
            </a:pathLst>
          </a:custGeom>
          <a:solidFill xmlns:a="http://schemas.openxmlformats.org/drawingml/2006/main">
            <a:srgbClr val="D0D6CA"/>
          </a:solidFill>
          <a:ln xmlns:a="http://schemas.openxmlformats.org/drawingml/2006/main" w="0">
            <a:noFill/>
          </a:ln>
        </p:spPr>
      </p:sp>
      <p:sp>
        <p:nvSpPr>
          <p:cNvPr id="141" name="v11 vector #b2bdb3">
            <a:extLst xmlns:a="http://schemas.openxmlformats.org/drawingml/2006/main">
              <a:ext uri="{FF2B5EF4-FFF2-40B4-BE49-F238E27FC236}">
                <a16:creationId xmlns:a16="http://schemas.microsoft.com/office/drawing/2014/main" id="{7CCAB29D-085C-4184-A001-BD82535C37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8250" y="3609975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95250" y="28575"/>
                </a:moveTo>
                <a:lnTo>
                  <a:pt x="1028700" y="28575"/>
                </a:lnTo>
                <a:lnTo>
                  <a:pt x="1028700" y="38100"/>
                </a:lnTo>
                <a:lnTo>
                  <a:pt x="95250" y="38100"/>
                </a:lnTo>
                <a:close/>
                <a:moveTo>
                  <a:pt x="1057275" y="57150"/>
                </a:moveTo>
                <a:lnTo>
                  <a:pt x="1066800" y="57150"/>
                </a:lnTo>
                <a:lnTo>
                  <a:pt x="1066800" y="66675"/>
                </a:lnTo>
                <a:lnTo>
                  <a:pt x="1057275" y="66675"/>
                </a:lnTo>
                <a:close/>
                <a:moveTo>
                  <a:pt x="114300" y="76200"/>
                </a:moveTo>
                <a:lnTo>
                  <a:pt x="123825" y="76200"/>
                </a:lnTo>
                <a:lnTo>
                  <a:pt x="123825" y="85725"/>
                </a:lnTo>
                <a:lnTo>
                  <a:pt x="114300" y="85725"/>
                </a:lnTo>
                <a:close/>
                <a:moveTo>
                  <a:pt x="133350" y="85725"/>
                </a:moveTo>
                <a:lnTo>
                  <a:pt x="142875" y="85725"/>
                </a:lnTo>
                <a:lnTo>
                  <a:pt x="142875" y="95250"/>
                </a:lnTo>
                <a:lnTo>
                  <a:pt x="133350" y="95250"/>
                </a:lnTo>
                <a:close/>
                <a:moveTo>
                  <a:pt x="114300" y="95250"/>
                </a:moveTo>
                <a:lnTo>
                  <a:pt x="123825" y="95250"/>
                </a:lnTo>
                <a:lnTo>
                  <a:pt x="123825" y="104775"/>
                </a:lnTo>
                <a:lnTo>
                  <a:pt x="114300" y="104775"/>
                </a:lnTo>
                <a:close/>
                <a:moveTo>
                  <a:pt x="57150" y="152400"/>
                </a:moveTo>
                <a:lnTo>
                  <a:pt x="66675" y="152400"/>
                </a:lnTo>
                <a:lnTo>
                  <a:pt x="66675" y="161925"/>
                </a:lnTo>
                <a:lnTo>
                  <a:pt x="76200" y="161925"/>
                </a:lnTo>
                <a:lnTo>
                  <a:pt x="76200" y="666750"/>
                </a:lnTo>
                <a:lnTo>
                  <a:pt x="57150" y="666750"/>
                </a:lnTo>
                <a:lnTo>
                  <a:pt x="57150" y="400050"/>
                </a:lnTo>
                <a:lnTo>
                  <a:pt x="47625" y="400050"/>
                </a:lnTo>
                <a:lnTo>
                  <a:pt x="47625" y="390525"/>
                </a:lnTo>
                <a:lnTo>
                  <a:pt x="57150" y="390525"/>
                </a:lnTo>
                <a:close/>
                <a:moveTo>
                  <a:pt x="228600" y="200025"/>
                </a:moveTo>
                <a:lnTo>
                  <a:pt x="238125" y="200025"/>
                </a:lnTo>
                <a:lnTo>
                  <a:pt x="238125" y="209550"/>
                </a:lnTo>
                <a:lnTo>
                  <a:pt x="228600" y="209550"/>
                </a:lnTo>
                <a:close/>
                <a:moveTo>
                  <a:pt x="276225" y="200025"/>
                </a:moveTo>
                <a:lnTo>
                  <a:pt x="285750" y="200025"/>
                </a:lnTo>
                <a:lnTo>
                  <a:pt x="285750" y="209550"/>
                </a:lnTo>
                <a:lnTo>
                  <a:pt x="276225" y="209550"/>
                </a:lnTo>
                <a:close/>
                <a:moveTo>
                  <a:pt x="581025" y="200025"/>
                </a:moveTo>
                <a:lnTo>
                  <a:pt x="590550" y="200025"/>
                </a:lnTo>
                <a:lnTo>
                  <a:pt x="590550" y="209550"/>
                </a:lnTo>
                <a:lnTo>
                  <a:pt x="581025" y="209550"/>
                </a:lnTo>
                <a:close/>
                <a:moveTo>
                  <a:pt x="304800" y="209550"/>
                </a:moveTo>
                <a:lnTo>
                  <a:pt x="314325" y="209550"/>
                </a:lnTo>
                <a:lnTo>
                  <a:pt x="314325" y="219075"/>
                </a:lnTo>
                <a:lnTo>
                  <a:pt x="304800" y="219075"/>
                </a:lnTo>
                <a:close/>
                <a:moveTo>
                  <a:pt x="952500" y="209550"/>
                </a:moveTo>
                <a:lnTo>
                  <a:pt x="962025" y="209550"/>
                </a:lnTo>
                <a:lnTo>
                  <a:pt x="962025" y="276225"/>
                </a:lnTo>
                <a:lnTo>
                  <a:pt x="952500" y="276225"/>
                </a:lnTo>
                <a:lnTo>
                  <a:pt x="952500" y="266700"/>
                </a:lnTo>
                <a:lnTo>
                  <a:pt x="942975" y="266700"/>
                </a:lnTo>
                <a:lnTo>
                  <a:pt x="942975" y="247650"/>
                </a:lnTo>
                <a:lnTo>
                  <a:pt x="952500" y="247650"/>
                </a:lnTo>
                <a:close/>
                <a:moveTo>
                  <a:pt x="190500" y="219075"/>
                </a:moveTo>
                <a:lnTo>
                  <a:pt x="200025" y="219075"/>
                </a:lnTo>
                <a:lnTo>
                  <a:pt x="200025" y="228600"/>
                </a:lnTo>
                <a:lnTo>
                  <a:pt x="190500" y="228600"/>
                </a:lnTo>
                <a:close/>
                <a:moveTo>
                  <a:pt x="647700" y="247650"/>
                </a:moveTo>
                <a:lnTo>
                  <a:pt x="657225" y="247650"/>
                </a:lnTo>
                <a:lnTo>
                  <a:pt x="657225" y="257175"/>
                </a:lnTo>
                <a:lnTo>
                  <a:pt x="647700" y="257175"/>
                </a:lnTo>
                <a:close/>
                <a:moveTo>
                  <a:pt x="895350" y="247650"/>
                </a:moveTo>
                <a:lnTo>
                  <a:pt x="904875" y="247650"/>
                </a:lnTo>
                <a:lnTo>
                  <a:pt x="904875" y="257175"/>
                </a:lnTo>
                <a:lnTo>
                  <a:pt x="895350" y="257175"/>
                </a:lnTo>
                <a:close/>
                <a:moveTo>
                  <a:pt x="457200" y="257175"/>
                </a:moveTo>
                <a:lnTo>
                  <a:pt x="466725" y="257175"/>
                </a:lnTo>
                <a:lnTo>
                  <a:pt x="466725" y="266700"/>
                </a:lnTo>
                <a:lnTo>
                  <a:pt x="457200" y="266700"/>
                </a:lnTo>
                <a:close/>
                <a:moveTo>
                  <a:pt x="295275" y="266700"/>
                </a:moveTo>
                <a:lnTo>
                  <a:pt x="304800" y="266700"/>
                </a:lnTo>
                <a:lnTo>
                  <a:pt x="304800" y="276225"/>
                </a:lnTo>
                <a:lnTo>
                  <a:pt x="295275" y="276225"/>
                </a:lnTo>
                <a:close/>
                <a:moveTo>
                  <a:pt x="600075" y="266700"/>
                </a:moveTo>
                <a:lnTo>
                  <a:pt x="609600" y="266700"/>
                </a:lnTo>
                <a:lnTo>
                  <a:pt x="609600" y="276225"/>
                </a:lnTo>
                <a:lnTo>
                  <a:pt x="600075" y="276225"/>
                </a:lnTo>
                <a:close/>
                <a:moveTo>
                  <a:pt x="657225" y="266700"/>
                </a:moveTo>
                <a:lnTo>
                  <a:pt x="666750" y="266700"/>
                </a:lnTo>
                <a:lnTo>
                  <a:pt x="666750" y="276225"/>
                </a:lnTo>
                <a:lnTo>
                  <a:pt x="657225" y="276225"/>
                </a:lnTo>
                <a:close/>
                <a:moveTo>
                  <a:pt x="933450" y="266700"/>
                </a:moveTo>
                <a:lnTo>
                  <a:pt x="942975" y="266700"/>
                </a:lnTo>
                <a:lnTo>
                  <a:pt x="942975" y="276225"/>
                </a:lnTo>
                <a:lnTo>
                  <a:pt x="933450" y="276225"/>
                </a:lnTo>
                <a:close/>
                <a:moveTo>
                  <a:pt x="304800" y="276225"/>
                </a:moveTo>
                <a:lnTo>
                  <a:pt x="314325" y="276225"/>
                </a:lnTo>
                <a:lnTo>
                  <a:pt x="314325" y="285750"/>
                </a:lnTo>
                <a:lnTo>
                  <a:pt x="304800" y="285750"/>
                </a:lnTo>
                <a:close/>
                <a:moveTo>
                  <a:pt x="904875" y="276225"/>
                </a:moveTo>
                <a:lnTo>
                  <a:pt x="923925" y="276225"/>
                </a:lnTo>
                <a:lnTo>
                  <a:pt x="923925" y="285750"/>
                </a:lnTo>
                <a:lnTo>
                  <a:pt x="904875" y="285750"/>
                </a:lnTo>
                <a:close/>
                <a:moveTo>
                  <a:pt x="295275" y="285750"/>
                </a:moveTo>
                <a:lnTo>
                  <a:pt x="304800" y="285750"/>
                </a:lnTo>
                <a:lnTo>
                  <a:pt x="304800" y="295275"/>
                </a:lnTo>
                <a:lnTo>
                  <a:pt x="295275" y="295275"/>
                </a:lnTo>
                <a:close/>
                <a:moveTo>
                  <a:pt x="447675" y="295275"/>
                </a:moveTo>
                <a:lnTo>
                  <a:pt x="457200" y="295275"/>
                </a:lnTo>
                <a:lnTo>
                  <a:pt x="457200" y="314325"/>
                </a:lnTo>
                <a:lnTo>
                  <a:pt x="447675" y="314325"/>
                </a:lnTo>
                <a:close/>
                <a:moveTo>
                  <a:pt x="895350" y="295275"/>
                </a:moveTo>
                <a:lnTo>
                  <a:pt x="904875" y="295275"/>
                </a:lnTo>
                <a:lnTo>
                  <a:pt x="904875" y="304800"/>
                </a:lnTo>
                <a:lnTo>
                  <a:pt x="895350" y="304800"/>
                </a:lnTo>
                <a:close/>
                <a:moveTo>
                  <a:pt x="219075" y="304800"/>
                </a:moveTo>
                <a:lnTo>
                  <a:pt x="228600" y="304800"/>
                </a:lnTo>
                <a:lnTo>
                  <a:pt x="228600" y="314325"/>
                </a:lnTo>
                <a:lnTo>
                  <a:pt x="219075" y="314325"/>
                </a:lnTo>
                <a:close/>
                <a:moveTo>
                  <a:pt x="257175" y="304800"/>
                </a:moveTo>
                <a:lnTo>
                  <a:pt x="266700" y="304800"/>
                </a:lnTo>
                <a:lnTo>
                  <a:pt x="266700" y="314325"/>
                </a:lnTo>
                <a:lnTo>
                  <a:pt x="257175" y="314325"/>
                </a:lnTo>
                <a:close/>
                <a:moveTo>
                  <a:pt x="809625" y="304800"/>
                </a:moveTo>
                <a:lnTo>
                  <a:pt x="819150" y="304800"/>
                </a:lnTo>
                <a:lnTo>
                  <a:pt x="819150" y="314325"/>
                </a:lnTo>
                <a:lnTo>
                  <a:pt x="809625" y="314325"/>
                </a:lnTo>
                <a:close/>
                <a:moveTo>
                  <a:pt x="209550" y="314325"/>
                </a:moveTo>
                <a:lnTo>
                  <a:pt x="219075" y="314325"/>
                </a:lnTo>
                <a:lnTo>
                  <a:pt x="219075" y="323850"/>
                </a:lnTo>
                <a:lnTo>
                  <a:pt x="209550" y="323850"/>
                </a:lnTo>
                <a:close/>
                <a:moveTo>
                  <a:pt x="228600" y="314325"/>
                </a:moveTo>
                <a:lnTo>
                  <a:pt x="257175" y="314325"/>
                </a:lnTo>
                <a:lnTo>
                  <a:pt x="257175" y="323850"/>
                </a:lnTo>
                <a:lnTo>
                  <a:pt x="228600" y="323850"/>
                </a:lnTo>
                <a:close/>
                <a:moveTo>
                  <a:pt x="828675" y="314325"/>
                </a:moveTo>
                <a:lnTo>
                  <a:pt x="847725" y="314325"/>
                </a:lnTo>
                <a:lnTo>
                  <a:pt x="847725" y="323850"/>
                </a:lnTo>
                <a:lnTo>
                  <a:pt x="828675" y="323850"/>
                </a:lnTo>
                <a:close/>
                <a:moveTo>
                  <a:pt x="152400" y="333375"/>
                </a:moveTo>
                <a:lnTo>
                  <a:pt x="161925" y="333375"/>
                </a:lnTo>
                <a:lnTo>
                  <a:pt x="161925" y="342900"/>
                </a:lnTo>
                <a:lnTo>
                  <a:pt x="152400" y="342900"/>
                </a:lnTo>
                <a:close/>
                <a:moveTo>
                  <a:pt x="657225" y="333375"/>
                </a:moveTo>
                <a:lnTo>
                  <a:pt x="666750" y="333375"/>
                </a:lnTo>
                <a:lnTo>
                  <a:pt x="666750" y="342900"/>
                </a:lnTo>
                <a:lnTo>
                  <a:pt x="657225" y="342900"/>
                </a:lnTo>
                <a:close/>
                <a:moveTo>
                  <a:pt x="352425" y="342900"/>
                </a:moveTo>
                <a:lnTo>
                  <a:pt x="361950" y="342900"/>
                </a:lnTo>
                <a:lnTo>
                  <a:pt x="361950" y="352425"/>
                </a:lnTo>
                <a:lnTo>
                  <a:pt x="352425" y="352425"/>
                </a:lnTo>
                <a:close/>
                <a:moveTo>
                  <a:pt x="800100" y="342900"/>
                </a:moveTo>
                <a:lnTo>
                  <a:pt x="809625" y="342900"/>
                </a:lnTo>
                <a:lnTo>
                  <a:pt x="809625" y="352425"/>
                </a:lnTo>
                <a:lnTo>
                  <a:pt x="800100" y="352425"/>
                </a:lnTo>
                <a:close/>
                <a:moveTo>
                  <a:pt x="847725" y="342900"/>
                </a:moveTo>
                <a:lnTo>
                  <a:pt x="857250" y="342900"/>
                </a:lnTo>
                <a:lnTo>
                  <a:pt x="857250" y="352425"/>
                </a:lnTo>
                <a:lnTo>
                  <a:pt x="847725" y="352425"/>
                </a:lnTo>
                <a:close/>
                <a:moveTo>
                  <a:pt x="895350" y="342900"/>
                </a:moveTo>
                <a:lnTo>
                  <a:pt x="914400" y="342900"/>
                </a:lnTo>
                <a:lnTo>
                  <a:pt x="914400" y="361950"/>
                </a:lnTo>
                <a:lnTo>
                  <a:pt x="923925" y="361950"/>
                </a:lnTo>
                <a:lnTo>
                  <a:pt x="923925" y="381000"/>
                </a:lnTo>
                <a:lnTo>
                  <a:pt x="933450" y="381000"/>
                </a:lnTo>
                <a:lnTo>
                  <a:pt x="933450" y="390525"/>
                </a:lnTo>
                <a:lnTo>
                  <a:pt x="952500" y="390525"/>
                </a:lnTo>
                <a:lnTo>
                  <a:pt x="952500" y="381000"/>
                </a:lnTo>
                <a:lnTo>
                  <a:pt x="962025" y="381000"/>
                </a:lnTo>
                <a:lnTo>
                  <a:pt x="962025" y="390525"/>
                </a:lnTo>
                <a:lnTo>
                  <a:pt x="952500" y="390525"/>
                </a:lnTo>
                <a:lnTo>
                  <a:pt x="952500" y="400050"/>
                </a:lnTo>
                <a:lnTo>
                  <a:pt x="971550" y="400050"/>
                </a:lnTo>
                <a:lnTo>
                  <a:pt x="971550" y="409575"/>
                </a:lnTo>
                <a:lnTo>
                  <a:pt x="923925" y="409575"/>
                </a:lnTo>
                <a:lnTo>
                  <a:pt x="923925" y="390525"/>
                </a:lnTo>
                <a:lnTo>
                  <a:pt x="895350" y="390525"/>
                </a:lnTo>
                <a:close/>
                <a:moveTo>
                  <a:pt x="161925" y="352425"/>
                </a:moveTo>
                <a:lnTo>
                  <a:pt x="171450" y="352425"/>
                </a:lnTo>
                <a:lnTo>
                  <a:pt x="171450" y="361950"/>
                </a:lnTo>
                <a:lnTo>
                  <a:pt x="161925" y="361950"/>
                </a:lnTo>
                <a:close/>
                <a:moveTo>
                  <a:pt x="762000" y="352425"/>
                </a:moveTo>
                <a:lnTo>
                  <a:pt x="771525" y="352425"/>
                </a:lnTo>
                <a:lnTo>
                  <a:pt x="771525" y="361950"/>
                </a:lnTo>
                <a:lnTo>
                  <a:pt x="762000" y="361950"/>
                </a:lnTo>
                <a:close/>
                <a:moveTo>
                  <a:pt x="838200" y="352425"/>
                </a:moveTo>
                <a:lnTo>
                  <a:pt x="847725" y="352425"/>
                </a:lnTo>
                <a:lnTo>
                  <a:pt x="847725" y="361950"/>
                </a:lnTo>
                <a:lnTo>
                  <a:pt x="857250" y="361950"/>
                </a:lnTo>
                <a:lnTo>
                  <a:pt x="857250" y="371475"/>
                </a:lnTo>
                <a:lnTo>
                  <a:pt x="838200" y="371475"/>
                </a:lnTo>
                <a:close/>
                <a:moveTo>
                  <a:pt x="466725" y="361950"/>
                </a:moveTo>
                <a:lnTo>
                  <a:pt x="476250" y="361950"/>
                </a:lnTo>
                <a:lnTo>
                  <a:pt x="476250" y="371475"/>
                </a:lnTo>
                <a:lnTo>
                  <a:pt x="466725" y="371475"/>
                </a:lnTo>
                <a:close/>
                <a:moveTo>
                  <a:pt x="333375" y="371475"/>
                </a:moveTo>
                <a:lnTo>
                  <a:pt x="342900" y="371475"/>
                </a:lnTo>
                <a:lnTo>
                  <a:pt x="342900" y="381000"/>
                </a:lnTo>
                <a:lnTo>
                  <a:pt x="333375" y="381000"/>
                </a:lnTo>
                <a:close/>
                <a:moveTo>
                  <a:pt x="781050" y="371475"/>
                </a:moveTo>
                <a:lnTo>
                  <a:pt x="790575" y="371475"/>
                </a:lnTo>
                <a:lnTo>
                  <a:pt x="790575" y="381000"/>
                </a:lnTo>
                <a:lnTo>
                  <a:pt x="800100" y="381000"/>
                </a:lnTo>
                <a:lnTo>
                  <a:pt x="800100" y="390525"/>
                </a:lnTo>
                <a:lnTo>
                  <a:pt x="838200" y="390525"/>
                </a:lnTo>
                <a:lnTo>
                  <a:pt x="838200" y="381000"/>
                </a:lnTo>
                <a:lnTo>
                  <a:pt x="857250" y="381000"/>
                </a:lnTo>
                <a:lnTo>
                  <a:pt x="857250" y="390525"/>
                </a:lnTo>
                <a:lnTo>
                  <a:pt x="895350" y="390525"/>
                </a:lnTo>
                <a:lnTo>
                  <a:pt x="895350" y="400050"/>
                </a:lnTo>
                <a:lnTo>
                  <a:pt x="904875" y="400050"/>
                </a:lnTo>
                <a:lnTo>
                  <a:pt x="904875" y="409575"/>
                </a:lnTo>
                <a:lnTo>
                  <a:pt x="781050" y="409575"/>
                </a:lnTo>
                <a:lnTo>
                  <a:pt x="781050" y="400050"/>
                </a:lnTo>
                <a:lnTo>
                  <a:pt x="771525" y="400050"/>
                </a:lnTo>
                <a:lnTo>
                  <a:pt x="771525" y="381000"/>
                </a:lnTo>
                <a:lnTo>
                  <a:pt x="781050" y="381000"/>
                </a:lnTo>
                <a:close/>
                <a:moveTo>
                  <a:pt x="323850" y="381000"/>
                </a:moveTo>
                <a:lnTo>
                  <a:pt x="333375" y="381000"/>
                </a:lnTo>
                <a:lnTo>
                  <a:pt x="333375" y="390525"/>
                </a:lnTo>
                <a:lnTo>
                  <a:pt x="323850" y="390525"/>
                </a:lnTo>
                <a:close/>
                <a:moveTo>
                  <a:pt x="752475" y="381000"/>
                </a:moveTo>
                <a:lnTo>
                  <a:pt x="762000" y="381000"/>
                </a:lnTo>
                <a:lnTo>
                  <a:pt x="762000" y="390525"/>
                </a:lnTo>
                <a:lnTo>
                  <a:pt x="752475" y="390525"/>
                </a:lnTo>
                <a:close/>
                <a:moveTo>
                  <a:pt x="495300" y="390525"/>
                </a:moveTo>
                <a:lnTo>
                  <a:pt x="504825" y="390525"/>
                </a:lnTo>
                <a:lnTo>
                  <a:pt x="504825" y="400050"/>
                </a:lnTo>
                <a:lnTo>
                  <a:pt x="495300" y="400050"/>
                </a:lnTo>
                <a:close/>
                <a:moveTo>
                  <a:pt x="514350" y="400050"/>
                </a:moveTo>
                <a:lnTo>
                  <a:pt x="523875" y="400050"/>
                </a:lnTo>
                <a:lnTo>
                  <a:pt x="523875" y="409575"/>
                </a:lnTo>
                <a:lnTo>
                  <a:pt x="514350" y="409575"/>
                </a:lnTo>
                <a:close/>
                <a:moveTo>
                  <a:pt x="219075" y="447675"/>
                </a:moveTo>
                <a:lnTo>
                  <a:pt x="238125" y="447675"/>
                </a:lnTo>
                <a:lnTo>
                  <a:pt x="238125" y="457200"/>
                </a:lnTo>
                <a:lnTo>
                  <a:pt x="228600" y="457200"/>
                </a:lnTo>
                <a:lnTo>
                  <a:pt x="228600" y="466725"/>
                </a:lnTo>
                <a:lnTo>
                  <a:pt x="219075" y="466725"/>
                </a:lnTo>
                <a:close/>
                <a:moveTo>
                  <a:pt x="533400" y="447675"/>
                </a:moveTo>
                <a:lnTo>
                  <a:pt x="542925" y="447675"/>
                </a:lnTo>
                <a:lnTo>
                  <a:pt x="542925" y="457200"/>
                </a:lnTo>
                <a:lnTo>
                  <a:pt x="533400" y="457200"/>
                </a:lnTo>
                <a:close/>
                <a:moveTo>
                  <a:pt x="581025" y="447675"/>
                </a:moveTo>
                <a:lnTo>
                  <a:pt x="600075" y="447675"/>
                </a:lnTo>
                <a:lnTo>
                  <a:pt x="600075" y="457200"/>
                </a:lnTo>
                <a:lnTo>
                  <a:pt x="581025" y="457200"/>
                </a:lnTo>
                <a:close/>
                <a:moveTo>
                  <a:pt x="304800" y="457200"/>
                </a:moveTo>
                <a:lnTo>
                  <a:pt x="314325" y="457200"/>
                </a:lnTo>
                <a:lnTo>
                  <a:pt x="314325" y="485775"/>
                </a:lnTo>
                <a:lnTo>
                  <a:pt x="304800" y="485775"/>
                </a:lnTo>
                <a:close/>
                <a:moveTo>
                  <a:pt x="542925" y="457200"/>
                </a:moveTo>
                <a:lnTo>
                  <a:pt x="552450" y="457200"/>
                </a:lnTo>
                <a:lnTo>
                  <a:pt x="552450" y="466725"/>
                </a:lnTo>
                <a:lnTo>
                  <a:pt x="561975" y="466725"/>
                </a:lnTo>
                <a:lnTo>
                  <a:pt x="561975" y="485775"/>
                </a:lnTo>
                <a:lnTo>
                  <a:pt x="542925" y="485775"/>
                </a:lnTo>
                <a:close/>
                <a:moveTo>
                  <a:pt x="600075" y="457200"/>
                </a:moveTo>
                <a:lnTo>
                  <a:pt x="609600" y="457200"/>
                </a:lnTo>
                <a:lnTo>
                  <a:pt x="609600" y="485775"/>
                </a:lnTo>
                <a:lnTo>
                  <a:pt x="600075" y="485775"/>
                </a:lnTo>
                <a:close/>
                <a:moveTo>
                  <a:pt x="866775" y="457200"/>
                </a:moveTo>
                <a:lnTo>
                  <a:pt x="876300" y="457200"/>
                </a:lnTo>
                <a:lnTo>
                  <a:pt x="876300" y="466725"/>
                </a:lnTo>
                <a:lnTo>
                  <a:pt x="866775" y="466725"/>
                </a:lnTo>
                <a:close/>
                <a:moveTo>
                  <a:pt x="228600" y="466725"/>
                </a:moveTo>
                <a:lnTo>
                  <a:pt x="238125" y="466725"/>
                </a:lnTo>
                <a:lnTo>
                  <a:pt x="238125" y="476250"/>
                </a:lnTo>
                <a:lnTo>
                  <a:pt x="228600" y="476250"/>
                </a:lnTo>
                <a:close/>
                <a:moveTo>
                  <a:pt x="276225" y="466725"/>
                </a:moveTo>
                <a:lnTo>
                  <a:pt x="285750" y="466725"/>
                </a:lnTo>
                <a:lnTo>
                  <a:pt x="285750" y="476250"/>
                </a:lnTo>
                <a:lnTo>
                  <a:pt x="276225" y="476250"/>
                </a:lnTo>
                <a:close/>
                <a:moveTo>
                  <a:pt x="276225" y="485775"/>
                </a:moveTo>
                <a:lnTo>
                  <a:pt x="285750" y="485775"/>
                </a:lnTo>
                <a:lnTo>
                  <a:pt x="285750" y="514350"/>
                </a:lnTo>
                <a:lnTo>
                  <a:pt x="276225" y="514350"/>
                </a:lnTo>
                <a:close/>
                <a:moveTo>
                  <a:pt x="504825" y="485775"/>
                </a:moveTo>
                <a:lnTo>
                  <a:pt x="514350" y="485775"/>
                </a:lnTo>
                <a:lnTo>
                  <a:pt x="514350" y="495300"/>
                </a:lnTo>
                <a:lnTo>
                  <a:pt x="523875" y="495300"/>
                </a:lnTo>
                <a:lnTo>
                  <a:pt x="523875" y="504825"/>
                </a:lnTo>
                <a:lnTo>
                  <a:pt x="504825" y="504825"/>
                </a:lnTo>
                <a:close/>
                <a:moveTo>
                  <a:pt x="600075" y="495300"/>
                </a:moveTo>
                <a:lnTo>
                  <a:pt x="609600" y="495300"/>
                </a:lnTo>
                <a:lnTo>
                  <a:pt x="609600" y="504825"/>
                </a:lnTo>
                <a:lnTo>
                  <a:pt x="600075" y="504825"/>
                </a:lnTo>
                <a:close/>
                <a:moveTo>
                  <a:pt x="295275" y="504825"/>
                </a:moveTo>
                <a:lnTo>
                  <a:pt x="304800" y="504825"/>
                </a:lnTo>
                <a:lnTo>
                  <a:pt x="304800" y="514350"/>
                </a:lnTo>
                <a:lnTo>
                  <a:pt x="295275" y="514350"/>
                </a:lnTo>
                <a:close/>
                <a:moveTo>
                  <a:pt x="152400" y="542925"/>
                </a:moveTo>
                <a:lnTo>
                  <a:pt x="171450" y="542925"/>
                </a:lnTo>
                <a:lnTo>
                  <a:pt x="171450" y="561975"/>
                </a:lnTo>
                <a:lnTo>
                  <a:pt x="180975" y="561975"/>
                </a:lnTo>
                <a:lnTo>
                  <a:pt x="180975" y="571500"/>
                </a:lnTo>
                <a:lnTo>
                  <a:pt x="171450" y="571500"/>
                </a:lnTo>
                <a:lnTo>
                  <a:pt x="171450" y="600075"/>
                </a:lnTo>
                <a:lnTo>
                  <a:pt x="161925" y="600075"/>
                </a:lnTo>
                <a:lnTo>
                  <a:pt x="161925" y="590550"/>
                </a:lnTo>
                <a:lnTo>
                  <a:pt x="152400" y="590550"/>
                </a:lnTo>
                <a:lnTo>
                  <a:pt x="152400" y="600075"/>
                </a:lnTo>
                <a:lnTo>
                  <a:pt x="142875" y="600075"/>
                </a:lnTo>
                <a:lnTo>
                  <a:pt x="142875" y="590550"/>
                </a:lnTo>
                <a:lnTo>
                  <a:pt x="133350" y="590550"/>
                </a:lnTo>
                <a:lnTo>
                  <a:pt x="133350" y="571500"/>
                </a:lnTo>
                <a:lnTo>
                  <a:pt x="142875" y="571500"/>
                </a:lnTo>
                <a:lnTo>
                  <a:pt x="142875" y="552450"/>
                </a:lnTo>
                <a:lnTo>
                  <a:pt x="152400" y="552450"/>
                </a:lnTo>
                <a:close/>
                <a:moveTo>
                  <a:pt x="266700" y="542925"/>
                </a:moveTo>
                <a:lnTo>
                  <a:pt x="342900" y="542925"/>
                </a:lnTo>
                <a:lnTo>
                  <a:pt x="342900" y="561975"/>
                </a:lnTo>
                <a:lnTo>
                  <a:pt x="276225" y="561975"/>
                </a:lnTo>
                <a:lnTo>
                  <a:pt x="276225" y="581025"/>
                </a:lnTo>
                <a:lnTo>
                  <a:pt x="266700" y="581025"/>
                </a:lnTo>
                <a:lnTo>
                  <a:pt x="266700" y="571500"/>
                </a:lnTo>
                <a:lnTo>
                  <a:pt x="257175" y="571500"/>
                </a:lnTo>
                <a:lnTo>
                  <a:pt x="257175" y="552450"/>
                </a:lnTo>
                <a:lnTo>
                  <a:pt x="266700" y="552450"/>
                </a:lnTo>
                <a:close/>
                <a:moveTo>
                  <a:pt x="476250" y="542925"/>
                </a:moveTo>
                <a:lnTo>
                  <a:pt x="638175" y="542925"/>
                </a:lnTo>
                <a:lnTo>
                  <a:pt x="638175" y="561975"/>
                </a:lnTo>
                <a:lnTo>
                  <a:pt x="600075" y="561975"/>
                </a:lnTo>
                <a:lnTo>
                  <a:pt x="600075" y="571500"/>
                </a:lnTo>
                <a:lnTo>
                  <a:pt x="476250" y="571500"/>
                </a:lnTo>
                <a:lnTo>
                  <a:pt x="476250" y="581025"/>
                </a:lnTo>
                <a:lnTo>
                  <a:pt x="466725" y="581025"/>
                </a:lnTo>
                <a:lnTo>
                  <a:pt x="466725" y="561975"/>
                </a:lnTo>
                <a:lnTo>
                  <a:pt x="476250" y="561975"/>
                </a:lnTo>
                <a:close/>
                <a:moveTo>
                  <a:pt x="752475" y="542925"/>
                </a:moveTo>
                <a:lnTo>
                  <a:pt x="781050" y="542925"/>
                </a:lnTo>
                <a:lnTo>
                  <a:pt x="781050" y="571500"/>
                </a:lnTo>
                <a:lnTo>
                  <a:pt x="771525" y="571500"/>
                </a:lnTo>
                <a:lnTo>
                  <a:pt x="771525" y="552450"/>
                </a:lnTo>
                <a:lnTo>
                  <a:pt x="752475" y="552450"/>
                </a:lnTo>
                <a:close/>
                <a:moveTo>
                  <a:pt x="904875" y="542925"/>
                </a:moveTo>
                <a:lnTo>
                  <a:pt x="962025" y="542925"/>
                </a:lnTo>
                <a:lnTo>
                  <a:pt x="962025" y="552450"/>
                </a:lnTo>
                <a:lnTo>
                  <a:pt x="952500" y="552450"/>
                </a:lnTo>
                <a:lnTo>
                  <a:pt x="952500" y="561975"/>
                </a:lnTo>
                <a:lnTo>
                  <a:pt x="904875" y="561975"/>
                </a:lnTo>
                <a:close/>
                <a:moveTo>
                  <a:pt x="447675" y="552450"/>
                </a:moveTo>
                <a:lnTo>
                  <a:pt x="457200" y="552450"/>
                </a:lnTo>
                <a:lnTo>
                  <a:pt x="457200" y="561975"/>
                </a:lnTo>
                <a:lnTo>
                  <a:pt x="447675" y="561975"/>
                </a:lnTo>
                <a:close/>
                <a:moveTo>
                  <a:pt x="742950" y="552450"/>
                </a:moveTo>
                <a:lnTo>
                  <a:pt x="752475" y="552450"/>
                </a:lnTo>
                <a:lnTo>
                  <a:pt x="752475" y="571500"/>
                </a:lnTo>
                <a:lnTo>
                  <a:pt x="742950" y="571500"/>
                </a:lnTo>
                <a:close/>
                <a:moveTo>
                  <a:pt x="438150" y="561975"/>
                </a:moveTo>
                <a:lnTo>
                  <a:pt x="447675" y="561975"/>
                </a:lnTo>
                <a:lnTo>
                  <a:pt x="447675" y="571500"/>
                </a:lnTo>
                <a:lnTo>
                  <a:pt x="438150" y="571500"/>
                </a:lnTo>
                <a:close/>
                <a:moveTo>
                  <a:pt x="666750" y="561975"/>
                </a:moveTo>
                <a:lnTo>
                  <a:pt x="676275" y="561975"/>
                </a:lnTo>
                <a:lnTo>
                  <a:pt x="676275" y="609600"/>
                </a:lnTo>
                <a:lnTo>
                  <a:pt x="666750" y="609600"/>
                </a:lnTo>
                <a:lnTo>
                  <a:pt x="666750" y="600075"/>
                </a:lnTo>
                <a:lnTo>
                  <a:pt x="657225" y="600075"/>
                </a:lnTo>
                <a:lnTo>
                  <a:pt x="657225" y="590550"/>
                </a:lnTo>
                <a:lnTo>
                  <a:pt x="666750" y="590550"/>
                </a:lnTo>
                <a:close/>
                <a:moveTo>
                  <a:pt x="952500" y="561975"/>
                </a:moveTo>
                <a:lnTo>
                  <a:pt x="962025" y="561975"/>
                </a:lnTo>
                <a:lnTo>
                  <a:pt x="962025" y="571500"/>
                </a:lnTo>
                <a:lnTo>
                  <a:pt x="952500" y="571500"/>
                </a:lnTo>
                <a:close/>
                <a:moveTo>
                  <a:pt x="152400" y="571500"/>
                </a:moveTo>
                <a:lnTo>
                  <a:pt x="161925" y="571500"/>
                </a:lnTo>
                <a:lnTo>
                  <a:pt x="161925" y="552450"/>
                </a:lnTo>
                <a:lnTo>
                  <a:pt x="152400" y="552450"/>
                </a:lnTo>
                <a:close/>
                <a:moveTo>
                  <a:pt x="733425" y="571500"/>
                </a:moveTo>
                <a:lnTo>
                  <a:pt x="742950" y="571500"/>
                </a:lnTo>
                <a:lnTo>
                  <a:pt x="742950" y="581025"/>
                </a:lnTo>
                <a:lnTo>
                  <a:pt x="752475" y="581025"/>
                </a:lnTo>
                <a:lnTo>
                  <a:pt x="752475" y="590550"/>
                </a:lnTo>
                <a:lnTo>
                  <a:pt x="742950" y="590550"/>
                </a:lnTo>
                <a:lnTo>
                  <a:pt x="742950" y="600075"/>
                </a:lnTo>
                <a:lnTo>
                  <a:pt x="733425" y="600075"/>
                </a:lnTo>
                <a:close/>
                <a:moveTo>
                  <a:pt x="904875" y="581025"/>
                </a:moveTo>
                <a:lnTo>
                  <a:pt x="914400" y="581025"/>
                </a:lnTo>
                <a:lnTo>
                  <a:pt x="914400" y="590550"/>
                </a:lnTo>
                <a:lnTo>
                  <a:pt x="904875" y="590550"/>
                </a:lnTo>
                <a:close/>
                <a:moveTo>
                  <a:pt x="361950" y="590550"/>
                </a:moveTo>
                <a:lnTo>
                  <a:pt x="381000" y="590550"/>
                </a:lnTo>
                <a:lnTo>
                  <a:pt x="381000" y="609600"/>
                </a:lnTo>
                <a:lnTo>
                  <a:pt x="371475" y="609600"/>
                </a:lnTo>
                <a:lnTo>
                  <a:pt x="371475" y="600075"/>
                </a:lnTo>
                <a:lnTo>
                  <a:pt x="361950" y="600075"/>
                </a:lnTo>
                <a:close/>
                <a:moveTo>
                  <a:pt x="762000" y="590550"/>
                </a:moveTo>
                <a:lnTo>
                  <a:pt x="771525" y="590550"/>
                </a:lnTo>
                <a:lnTo>
                  <a:pt x="771525" y="600075"/>
                </a:lnTo>
                <a:lnTo>
                  <a:pt x="762000" y="600075"/>
                </a:lnTo>
                <a:close/>
                <a:moveTo>
                  <a:pt x="866775" y="590550"/>
                </a:moveTo>
                <a:lnTo>
                  <a:pt x="904875" y="590550"/>
                </a:lnTo>
                <a:lnTo>
                  <a:pt x="904875" y="609600"/>
                </a:lnTo>
                <a:lnTo>
                  <a:pt x="866775" y="609600"/>
                </a:lnTo>
                <a:close/>
                <a:moveTo>
                  <a:pt x="266700" y="600075"/>
                </a:moveTo>
                <a:lnTo>
                  <a:pt x="276225" y="600075"/>
                </a:lnTo>
                <a:lnTo>
                  <a:pt x="276225" y="609600"/>
                </a:lnTo>
                <a:lnTo>
                  <a:pt x="266700" y="609600"/>
                </a:lnTo>
                <a:close/>
                <a:moveTo>
                  <a:pt x="647700" y="600075"/>
                </a:moveTo>
                <a:lnTo>
                  <a:pt x="657225" y="600075"/>
                </a:lnTo>
                <a:lnTo>
                  <a:pt x="657225" y="609600"/>
                </a:lnTo>
                <a:lnTo>
                  <a:pt x="647700" y="609600"/>
                </a:lnTo>
                <a:close/>
                <a:moveTo>
                  <a:pt x="742950" y="600075"/>
                </a:moveTo>
                <a:lnTo>
                  <a:pt x="752475" y="600075"/>
                </a:lnTo>
                <a:lnTo>
                  <a:pt x="752475" y="609600"/>
                </a:lnTo>
                <a:lnTo>
                  <a:pt x="742950" y="609600"/>
                </a:lnTo>
                <a:close/>
                <a:moveTo>
                  <a:pt x="971550" y="600075"/>
                </a:moveTo>
                <a:lnTo>
                  <a:pt x="981075" y="600075"/>
                </a:lnTo>
                <a:lnTo>
                  <a:pt x="981075" y="609600"/>
                </a:lnTo>
                <a:lnTo>
                  <a:pt x="971550" y="609600"/>
                </a:lnTo>
                <a:close/>
                <a:moveTo>
                  <a:pt x="152400" y="609600"/>
                </a:moveTo>
                <a:lnTo>
                  <a:pt x="161925" y="609600"/>
                </a:lnTo>
                <a:lnTo>
                  <a:pt x="161925" y="619125"/>
                </a:lnTo>
                <a:lnTo>
                  <a:pt x="152400" y="619125"/>
                </a:lnTo>
                <a:close/>
                <a:moveTo>
                  <a:pt x="361950" y="609600"/>
                </a:moveTo>
                <a:lnTo>
                  <a:pt x="371475" y="609600"/>
                </a:lnTo>
                <a:lnTo>
                  <a:pt x="371475" y="619125"/>
                </a:lnTo>
                <a:lnTo>
                  <a:pt x="361950" y="619125"/>
                </a:lnTo>
                <a:close/>
                <a:moveTo>
                  <a:pt x="457200" y="609600"/>
                </a:moveTo>
                <a:lnTo>
                  <a:pt x="466725" y="609600"/>
                </a:lnTo>
                <a:lnTo>
                  <a:pt x="466725" y="619125"/>
                </a:lnTo>
                <a:lnTo>
                  <a:pt x="457200" y="619125"/>
                </a:lnTo>
                <a:close/>
                <a:moveTo>
                  <a:pt x="752475" y="609600"/>
                </a:moveTo>
                <a:lnTo>
                  <a:pt x="762000" y="609600"/>
                </a:lnTo>
                <a:lnTo>
                  <a:pt x="762000" y="619125"/>
                </a:lnTo>
                <a:lnTo>
                  <a:pt x="752475" y="619125"/>
                </a:lnTo>
                <a:close/>
                <a:moveTo>
                  <a:pt x="952500" y="609600"/>
                </a:moveTo>
                <a:lnTo>
                  <a:pt x="971550" y="609600"/>
                </a:lnTo>
                <a:lnTo>
                  <a:pt x="971550" y="619125"/>
                </a:lnTo>
                <a:lnTo>
                  <a:pt x="952500" y="619125"/>
                </a:lnTo>
                <a:close/>
                <a:moveTo>
                  <a:pt x="466725" y="619125"/>
                </a:moveTo>
                <a:lnTo>
                  <a:pt x="476250" y="619125"/>
                </a:lnTo>
                <a:lnTo>
                  <a:pt x="476250" y="628650"/>
                </a:lnTo>
                <a:lnTo>
                  <a:pt x="466725" y="628650"/>
                </a:lnTo>
                <a:close/>
                <a:moveTo>
                  <a:pt x="762000" y="619125"/>
                </a:moveTo>
                <a:lnTo>
                  <a:pt x="771525" y="619125"/>
                </a:lnTo>
                <a:lnTo>
                  <a:pt x="771525" y="628650"/>
                </a:lnTo>
                <a:lnTo>
                  <a:pt x="762000" y="628650"/>
                </a:lnTo>
                <a:close/>
                <a:moveTo>
                  <a:pt x="942975" y="619125"/>
                </a:moveTo>
                <a:lnTo>
                  <a:pt x="952500" y="619125"/>
                </a:lnTo>
                <a:lnTo>
                  <a:pt x="952500" y="628650"/>
                </a:lnTo>
                <a:lnTo>
                  <a:pt x="942975" y="628650"/>
                </a:lnTo>
                <a:close/>
                <a:moveTo>
                  <a:pt x="1057275" y="676275"/>
                </a:moveTo>
                <a:lnTo>
                  <a:pt x="1066800" y="676275"/>
                </a:lnTo>
                <a:lnTo>
                  <a:pt x="1066800" y="685800"/>
                </a:lnTo>
                <a:lnTo>
                  <a:pt x="1057275" y="685800"/>
                </a:lnTo>
                <a:close/>
                <a:moveTo>
                  <a:pt x="95250" y="685800"/>
                </a:moveTo>
                <a:lnTo>
                  <a:pt x="1019175" y="685800"/>
                </a:lnTo>
                <a:lnTo>
                  <a:pt x="1019175" y="704850"/>
                </a:lnTo>
                <a:lnTo>
                  <a:pt x="95250" y="704850"/>
                </a:lnTo>
                <a:close/>
              </a:path>
            </a:pathLst>
          </a:custGeom>
          <a:solidFill xmlns:a="http://schemas.openxmlformats.org/drawingml/2006/main">
            <a:srgbClr val="B2BDB3"/>
          </a:solidFill>
          <a:ln xmlns:a="http://schemas.openxmlformats.org/drawingml/2006/main" w="0">
            <a:noFill/>
          </a:ln>
        </p:spPr>
      </p:sp>
      <p:sp>
        <p:nvSpPr>
          <p:cNvPr id="142" name="v11 vector #94a197">
            <a:extLst xmlns:a="http://schemas.openxmlformats.org/drawingml/2006/main">
              <a:ext uri="{FF2B5EF4-FFF2-40B4-BE49-F238E27FC236}">
                <a16:creationId xmlns:a16="http://schemas.microsoft.com/office/drawing/2014/main" id="{BFF2546A-A475-415D-8C7D-647ED48D35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8250" y="3609975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1038225" y="38100"/>
                </a:moveTo>
                <a:lnTo>
                  <a:pt x="1047750" y="38100"/>
                </a:lnTo>
                <a:lnTo>
                  <a:pt x="1047750" y="47625"/>
                </a:lnTo>
                <a:lnTo>
                  <a:pt x="1038225" y="47625"/>
                </a:lnTo>
                <a:close/>
                <a:moveTo>
                  <a:pt x="1047750" y="47625"/>
                </a:moveTo>
                <a:lnTo>
                  <a:pt x="1057275" y="47625"/>
                </a:lnTo>
                <a:lnTo>
                  <a:pt x="1057275" y="57150"/>
                </a:lnTo>
                <a:lnTo>
                  <a:pt x="1047750" y="57150"/>
                </a:lnTo>
                <a:close/>
                <a:moveTo>
                  <a:pt x="57150" y="57150"/>
                </a:moveTo>
                <a:lnTo>
                  <a:pt x="66675" y="57150"/>
                </a:lnTo>
                <a:lnTo>
                  <a:pt x="66675" y="66675"/>
                </a:lnTo>
                <a:lnTo>
                  <a:pt x="57150" y="66675"/>
                </a:lnTo>
                <a:close/>
                <a:moveTo>
                  <a:pt x="238125" y="76200"/>
                </a:moveTo>
                <a:lnTo>
                  <a:pt x="247650" y="76200"/>
                </a:lnTo>
                <a:lnTo>
                  <a:pt x="247650" y="85725"/>
                </a:lnTo>
                <a:lnTo>
                  <a:pt x="238125" y="85725"/>
                </a:lnTo>
                <a:close/>
                <a:moveTo>
                  <a:pt x="104775" y="85725"/>
                </a:moveTo>
                <a:lnTo>
                  <a:pt x="114300" y="85725"/>
                </a:lnTo>
                <a:lnTo>
                  <a:pt x="114300" y="95250"/>
                </a:lnTo>
                <a:lnTo>
                  <a:pt x="104775" y="95250"/>
                </a:lnTo>
                <a:close/>
                <a:moveTo>
                  <a:pt x="200025" y="85725"/>
                </a:moveTo>
                <a:lnTo>
                  <a:pt x="209550" y="85725"/>
                </a:lnTo>
                <a:lnTo>
                  <a:pt x="209550" y="95250"/>
                </a:lnTo>
                <a:lnTo>
                  <a:pt x="200025" y="95250"/>
                </a:lnTo>
                <a:close/>
                <a:moveTo>
                  <a:pt x="133350" y="95250"/>
                </a:moveTo>
                <a:lnTo>
                  <a:pt x="142875" y="95250"/>
                </a:lnTo>
                <a:lnTo>
                  <a:pt x="142875" y="104775"/>
                </a:lnTo>
                <a:lnTo>
                  <a:pt x="133350" y="104775"/>
                </a:lnTo>
                <a:close/>
                <a:moveTo>
                  <a:pt x="171450" y="95250"/>
                </a:moveTo>
                <a:lnTo>
                  <a:pt x="180975" y="95250"/>
                </a:lnTo>
                <a:lnTo>
                  <a:pt x="180975" y="104775"/>
                </a:lnTo>
                <a:lnTo>
                  <a:pt x="171450" y="104775"/>
                </a:lnTo>
                <a:close/>
                <a:moveTo>
                  <a:pt x="238125" y="95250"/>
                </a:moveTo>
                <a:lnTo>
                  <a:pt x="247650" y="95250"/>
                </a:lnTo>
                <a:lnTo>
                  <a:pt x="247650" y="104775"/>
                </a:lnTo>
                <a:lnTo>
                  <a:pt x="238125" y="104775"/>
                </a:lnTo>
                <a:close/>
                <a:moveTo>
                  <a:pt x="257175" y="95250"/>
                </a:moveTo>
                <a:lnTo>
                  <a:pt x="266700" y="95250"/>
                </a:lnTo>
                <a:lnTo>
                  <a:pt x="266700" y="104775"/>
                </a:lnTo>
                <a:lnTo>
                  <a:pt x="257175" y="104775"/>
                </a:lnTo>
                <a:close/>
                <a:moveTo>
                  <a:pt x="76200" y="142875"/>
                </a:moveTo>
                <a:lnTo>
                  <a:pt x="1038225" y="142875"/>
                </a:lnTo>
                <a:lnTo>
                  <a:pt x="1038225" y="152400"/>
                </a:lnTo>
                <a:lnTo>
                  <a:pt x="76200" y="152400"/>
                </a:lnTo>
                <a:close/>
                <a:moveTo>
                  <a:pt x="66675" y="152400"/>
                </a:moveTo>
                <a:lnTo>
                  <a:pt x="76200" y="152400"/>
                </a:lnTo>
                <a:lnTo>
                  <a:pt x="76200" y="161925"/>
                </a:lnTo>
                <a:lnTo>
                  <a:pt x="66675" y="161925"/>
                </a:lnTo>
                <a:close/>
                <a:moveTo>
                  <a:pt x="1038225" y="152400"/>
                </a:moveTo>
                <a:lnTo>
                  <a:pt x="1047750" y="152400"/>
                </a:lnTo>
                <a:lnTo>
                  <a:pt x="1047750" y="161925"/>
                </a:lnTo>
                <a:lnTo>
                  <a:pt x="1038225" y="161925"/>
                </a:lnTo>
                <a:close/>
                <a:moveTo>
                  <a:pt x="238125" y="200025"/>
                </a:moveTo>
                <a:lnTo>
                  <a:pt x="276225" y="200025"/>
                </a:lnTo>
                <a:lnTo>
                  <a:pt x="276225" y="209550"/>
                </a:lnTo>
                <a:lnTo>
                  <a:pt x="238125" y="209550"/>
                </a:lnTo>
                <a:close/>
                <a:moveTo>
                  <a:pt x="533400" y="200025"/>
                </a:moveTo>
                <a:lnTo>
                  <a:pt x="542925" y="200025"/>
                </a:lnTo>
                <a:lnTo>
                  <a:pt x="542925" y="209550"/>
                </a:lnTo>
                <a:lnTo>
                  <a:pt x="533400" y="209550"/>
                </a:lnTo>
                <a:close/>
                <a:moveTo>
                  <a:pt x="571500" y="200025"/>
                </a:moveTo>
                <a:lnTo>
                  <a:pt x="581025" y="200025"/>
                </a:lnTo>
                <a:lnTo>
                  <a:pt x="581025" y="209550"/>
                </a:lnTo>
                <a:lnTo>
                  <a:pt x="571500" y="209550"/>
                </a:lnTo>
                <a:close/>
                <a:moveTo>
                  <a:pt x="209550" y="209550"/>
                </a:moveTo>
                <a:lnTo>
                  <a:pt x="219075" y="209550"/>
                </a:lnTo>
                <a:lnTo>
                  <a:pt x="219075" y="219075"/>
                </a:lnTo>
                <a:lnTo>
                  <a:pt x="209550" y="219075"/>
                </a:lnTo>
                <a:close/>
                <a:moveTo>
                  <a:pt x="504825" y="209550"/>
                </a:moveTo>
                <a:lnTo>
                  <a:pt x="514350" y="209550"/>
                </a:lnTo>
                <a:lnTo>
                  <a:pt x="514350" y="219075"/>
                </a:lnTo>
                <a:lnTo>
                  <a:pt x="504825" y="219075"/>
                </a:lnTo>
                <a:close/>
                <a:moveTo>
                  <a:pt x="962025" y="209550"/>
                </a:moveTo>
                <a:lnTo>
                  <a:pt x="981075" y="209550"/>
                </a:lnTo>
                <a:lnTo>
                  <a:pt x="981075" y="400050"/>
                </a:lnTo>
                <a:lnTo>
                  <a:pt x="952500" y="400050"/>
                </a:lnTo>
                <a:lnTo>
                  <a:pt x="952500" y="390525"/>
                </a:lnTo>
                <a:lnTo>
                  <a:pt x="962025" y="390525"/>
                </a:lnTo>
                <a:close/>
                <a:moveTo>
                  <a:pt x="314325" y="219075"/>
                </a:moveTo>
                <a:lnTo>
                  <a:pt x="323850" y="219075"/>
                </a:lnTo>
                <a:lnTo>
                  <a:pt x="323850" y="228600"/>
                </a:lnTo>
                <a:lnTo>
                  <a:pt x="314325" y="228600"/>
                </a:lnTo>
                <a:close/>
                <a:moveTo>
                  <a:pt x="619125" y="219075"/>
                </a:moveTo>
                <a:lnTo>
                  <a:pt x="628650" y="219075"/>
                </a:lnTo>
                <a:lnTo>
                  <a:pt x="628650" y="228600"/>
                </a:lnTo>
                <a:lnTo>
                  <a:pt x="619125" y="228600"/>
                </a:lnTo>
                <a:close/>
                <a:moveTo>
                  <a:pt x="180975" y="228600"/>
                </a:moveTo>
                <a:lnTo>
                  <a:pt x="190500" y="228600"/>
                </a:lnTo>
                <a:lnTo>
                  <a:pt x="190500" y="238125"/>
                </a:lnTo>
                <a:lnTo>
                  <a:pt x="180975" y="238125"/>
                </a:lnTo>
                <a:close/>
                <a:moveTo>
                  <a:pt x="628650" y="228600"/>
                </a:moveTo>
                <a:lnTo>
                  <a:pt x="638175" y="228600"/>
                </a:lnTo>
                <a:lnTo>
                  <a:pt x="638175" y="238125"/>
                </a:lnTo>
                <a:lnTo>
                  <a:pt x="628650" y="238125"/>
                </a:lnTo>
                <a:close/>
                <a:moveTo>
                  <a:pt x="171450" y="238125"/>
                </a:moveTo>
                <a:lnTo>
                  <a:pt x="180975" y="238125"/>
                </a:lnTo>
                <a:lnTo>
                  <a:pt x="180975" y="247650"/>
                </a:lnTo>
                <a:lnTo>
                  <a:pt x="171450" y="247650"/>
                </a:lnTo>
                <a:close/>
                <a:moveTo>
                  <a:pt x="638175" y="238125"/>
                </a:moveTo>
                <a:lnTo>
                  <a:pt x="647700" y="238125"/>
                </a:lnTo>
                <a:lnTo>
                  <a:pt x="647700" y="247650"/>
                </a:lnTo>
                <a:lnTo>
                  <a:pt x="638175" y="247650"/>
                </a:lnTo>
                <a:close/>
                <a:moveTo>
                  <a:pt x="904875" y="238125"/>
                </a:moveTo>
                <a:lnTo>
                  <a:pt x="914400" y="238125"/>
                </a:lnTo>
                <a:lnTo>
                  <a:pt x="914400" y="247650"/>
                </a:lnTo>
                <a:lnTo>
                  <a:pt x="904875" y="247650"/>
                </a:lnTo>
                <a:close/>
                <a:moveTo>
                  <a:pt x="923925" y="238125"/>
                </a:moveTo>
                <a:lnTo>
                  <a:pt x="933450" y="238125"/>
                </a:lnTo>
                <a:lnTo>
                  <a:pt x="933450" y="247650"/>
                </a:lnTo>
                <a:lnTo>
                  <a:pt x="923925" y="247650"/>
                </a:lnTo>
                <a:close/>
                <a:moveTo>
                  <a:pt x="342900" y="247650"/>
                </a:moveTo>
                <a:lnTo>
                  <a:pt x="352425" y="247650"/>
                </a:lnTo>
                <a:lnTo>
                  <a:pt x="352425" y="257175"/>
                </a:lnTo>
                <a:lnTo>
                  <a:pt x="342900" y="257175"/>
                </a:lnTo>
                <a:close/>
                <a:moveTo>
                  <a:pt x="933450" y="247650"/>
                </a:moveTo>
                <a:lnTo>
                  <a:pt x="942975" y="247650"/>
                </a:lnTo>
                <a:lnTo>
                  <a:pt x="942975" y="266700"/>
                </a:lnTo>
                <a:lnTo>
                  <a:pt x="933450" y="266700"/>
                </a:lnTo>
                <a:close/>
                <a:moveTo>
                  <a:pt x="895350" y="257175"/>
                </a:moveTo>
                <a:lnTo>
                  <a:pt x="904875" y="257175"/>
                </a:lnTo>
                <a:lnTo>
                  <a:pt x="904875" y="266700"/>
                </a:lnTo>
                <a:lnTo>
                  <a:pt x="895350" y="266700"/>
                </a:lnTo>
                <a:close/>
                <a:moveTo>
                  <a:pt x="352425" y="266700"/>
                </a:moveTo>
                <a:lnTo>
                  <a:pt x="361950" y="266700"/>
                </a:lnTo>
                <a:lnTo>
                  <a:pt x="361950" y="276225"/>
                </a:lnTo>
                <a:lnTo>
                  <a:pt x="352425" y="276225"/>
                </a:lnTo>
                <a:close/>
                <a:moveTo>
                  <a:pt x="590550" y="266700"/>
                </a:moveTo>
                <a:lnTo>
                  <a:pt x="600075" y="266700"/>
                </a:lnTo>
                <a:lnTo>
                  <a:pt x="600075" y="276225"/>
                </a:lnTo>
                <a:lnTo>
                  <a:pt x="590550" y="276225"/>
                </a:lnTo>
                <a:close/>
                <a:moveTo>
                  <a:pt x="609600" y="266700"/>
                </a:moveTo>
                <a:lnTo>
                  <a:pt x="619125" y="266700"/>
                </a:lnTo>
                <a:lnTo>
                  <a:pt x="619125" y="285750"/>
                </a:lnTo>
                <a:lnTo>
                  <a:pt x="609600" y="285750"/>
                </a:lnTo>
                <a:close/>
                <a:moveTo>
                  <a:pt x="152400" y="276225"/>
                </a:moveTo>
                <a:lnTo>
                  <a:pt x="161925" y="276225"/>
                </a:lnTo>
                <a:lnTo>
                  <a:pt x="161925" y="285750"/>
                </a:lnTo>
                <a:lnTo>
                  <a:pt x="152400" y="285750"/>
                </a:lnTo>
                <a:close/>
                <a:moveTo>
                  <a:pt x="581025" y="276225"/>
                </a:moveTo>
                <a:lnTo>
                  <a:pt x="590550" y="276225"/>
                </a:lnTo>
                <a:lnTo>
                  <a:pt x="590550" y="285750"/>
                </a:lnTo>
                <a:lnTo>
                  <a:pt x="581025" y="285750"/>
                </a:lnTo>
                <a:close/>
                <a:moveTo>
                  <a:pt x="657225" y="276225"/>
                </a:moveTo>
                <a:lnTo>
                  <a:pt x="666750" y="276225"/>
                </a:lnTo>
                <a:lnTo>
                  <a:pt x="666750" y="285750"/>
                </a:lnTo>
                <a:lnTo>
                  <a:pt x="657225" y="285750"/>
                </a:lnTo>
                <a:close/>
                <a:moveTo>
                  <a:pt x="571500" y="285750"/>
                </a:moveTo>
                <a:lnTo>
                  <a:pt x="581025" y="285750"/>
                </a:lnTo>
                <a:lnTo>
                  <a:pt x="581025" y="295275"/>
                </a:lnTo>
                <a:lnTo>
                  <a:pt x="571500" y="295275"/>
                </a:lnTo>
                <a:close/>
                <a:moveTo>
                  <a:pt x="600075" y="285750"/>
                </a:moveTo>
                <a:lnTo>
                  <a:pt x="609600" y="285750"/>
                </a:lnTo>
                <a:lnTo>
                  <a:pt x="609600" y="295275"/>
                </a:lnTo>
                <a:lnTo>
                  <a:pt x="600075" y="295275"/>
                </a:lnTo>
                <a:close/>
                <a:moveTo>
                  <a:pt x="895350" y="285750"/>
                </a:moveTo>
                <a:lnTo>
                  <a:pt x="904875" y="285750"/>
                </a:lnTo>
                <a:lnTo>
                  <a:pt x="904875" y="295275"/>
                </a:lnTo>
                <a:lnTo>
                  <a:pt x="895350" y="295275"/>
                </a:lnTo>
                <a:close/>
                <a:moveTo>
                  <a:pt x="561975" y="295275"/>
                </a:moveTo>
                <a:lnTo>
                  <a:pt x="571500" y="295275"/>
                </a:lnTo>
                <a:lnTo>
                  <a:pt x="571500" y="304800"/>
                </a:lnTo>
                <a:lnTo>
                  <a:pt x="561975" y="304800"/>
                </a:lnTo>
                <a:close/>
                <a:moveTo>
                  <a:pt x="590550" y="295275"/>
                </a:moveTo>
                <a:lnTo>
                  <a:pt x="600075" y="295275"/>
                </a:lnTo>
                <a:lnTo>
                  <a:pt x="600075" y="304800"/>
                </a:lnTo>
                <a:lnTo>
                  <a:pt x="590550" y="304800"/>
                </a:lnTo>
                <a:close/>
                <a:moveTo>
                  <a:pt x="885825" y="295275"/>
                </a:moveTo>
                <a:lnTo>
                  <a:pt x="895350" y="295275"/>
                </a:lnTo>
                <a:lnTo>
                  <a:pt x="895350" y="304800"/>
                </a:lnTo>
                <a:lnTo>
                  <a:pt x="885825" y="304800"/>
                </a:lnTo>
                <a:close/>
                <a:moveTo>
                  <a:pt x="209550" y="304800"/>
                </a:moveTo>
                <a:lnTo>
                  <a:pt x="219075" y="304800"/>
                </a:lnTo>
                <a:lnTo>
                  <a:pt x="219075" y="314325"/>
                </a:lnTo>
                <a:lnTo>
                  <a:pt x="209550" y="314325"/>
                </a:lnTo>
                <a:close/>
                <a:moveTo>
                  <a:pt x="514350" y="304800"/>
                </a:moveTo>
                <a:lnTo>
                  <a:pt x="533400" y="304800"/>
                </a:lnTo>
                <a:lnTo>
                  <a:pt x="533400" y="314325"/>
                </a:lnTo>
                <a:lnTo>
                  <a:pt x="514350" y="314325"/>
                </a:lnTo>
                <a:close/>
                <a:moveTo>
                  <a:pt x="552450" y="304800"/>
                </a:moveTo>
                <a:lnTo>
                  <a:pt x="561975" y="304800"/>
                </a:lnTo>
                <a:lnTo>
                  <a:pt x="561975" y="314325"/>
                </a:lnTo>
                <a:lnTo>
                  <a:pt x="552450" y="314325"/>
                </a:lnTo>
                <a:close/>
                <a:moveTo>
                  <a:pt x="581025" y="304800"/>
                </a:moveTo>
                <a:lnTo>
                  <a:pt x="590550" y="304800"/>
                </a:lnTo>
                <a:lnTo>
                  <a:pt x="590550" y="314325"/>
                </a:lnTo>
                <a:lnTo>
                  <a:pt x="581025" y="314325"/>
                </a:lnTo>
                <a:close/>
                <a:moveTo>
                  <a:pt x="876300" y="304800"/>
                </a:moveTo>
                <a:lnTo>
                  <a:pt x="885825" y="304800"/>
                </a:lnTo>
                <a:lnTo>
                  <a:pt x="885825" y="314325"/>
                </a:lnTo>
                <a:lnTo>
                  <a:pt x="876300" y="314325"/>
                </a:lnTo>
                <a:close/>
                <a:moveTo>
                  <a:pt x="504825" y="314325"/>
                </a:moveTo>
                <a:lnTo>
                  <a:pt x="514350" y="314325"/>
                </a:lnTo>
                <a:lnTo>
                  <a:pt x="514350" y="323850"/>
                </a:lnTo>
                <a:lnTo>
                  <a:pt x="504825" y="323850"/>
                </a:lnTo>
                <a:close/>
                <a:moveTo>
                  <a:pt x="533400" y="314325"/>
                </a:moveTo>
                <a:lnTo>
                  <a:pt x="552450" y="314325"/>
                </a:lnTo>
                <a:lnTo>
                  <a:pt x="552450" y="323850"/>
                </a:lnTo>
                <a:lnTo>
                  <a:pt x="533400" y="323850"/>
                </a:lnTo>
                <a:close/>
                <a:moveTo>
                  <a:pt x="571500" y="314325"/>
                </a:moveTo>
                <a:lnTo>
                  <a:pt x="581025" y="314325"/>
                </a:lnTo>
                <a:lnTo>
                  <a:pt x="581025" y="323850"/>
                </a:lnTo>
                <a:lnTo>
                  <a:pt x="571500" y="323850"/>
                </a:lnTo>
                <a:close/>
                <a:moveTo>
                  <a:pt x="152400" y="323850"/>
                </a:moveTo>
                <a:lnTo>
                  <a:pt x="161925" y="323850"/>
                </a:lnTo>
                <a:lnTo>
                  <a:pt x="161925" y="333375"/>
                </a:lnTo>
                <a:lnTo>
                  <a:pt x="152400" y="333375"/>
                </a:lnTo>
                <a:close/>
                <a:moveTo>
                  <a:pt x="514350" y="323850"/>
                </a:moveTo>
                <a:lnTo>
                  <a:pt x="523875" y="323850"/>
                </a:lnTo>
                <a:lnTo>
                  <a:pt x="523875" y="333375"/>
                </a:lnTo>
                <a:lnTo>
                  <a:pt x="514350" y="333375"/>
                </a:lnTo>
                <a:close/>
                <a:moveTo>
                  <a:pt x="561975" y="323850"/>
                </a:moveTo>
                <a:lnTo>
                  <a:pt x="571500" y="323850"/>
                </a:lnTo>
                <a:lnTo>
                  <a:pt x="571500" y="333375"/>
                </a:lnTo>
                <a:lnTo>
                  <a:pt x="561975" y="333375"/>
                </a:lnTo>
                <a:close/>
                <a:moveTo>
                  <a:pt x="657225" y="323850"/>
                </a:moveTo>
                <a:lnTo>
                  <a:pt x="666750" y="323850"/>
                </a:lnTo>
                <a:lnTo>
                  <a:pt x="666750" y="333375"/>
                </a:lnTo>
                <a:lnTo>
                  <a:pt x="657225" y="333375"/>
                </a:lnTo>
                <a:close/>
                <a:moveTo>
                  <a:pt x="352425" y="333375"/>
                </a:moveTo>
                <a:lnTo>
                  <a:pt x="361950" y="333375"/>
                </a:lnTo>
                <a:lnTo>
                  <a:pt x="361950" y="342900"/>
                </a:lnTo>
                <a:lnTo>
                  <a:pt x="352425" y="342900"/>
                </a:lnTo>
                <a:close/>
                <a:moveTo>
                  <a:pt x="523875" y="333375"/>
                </a:moveTo>
                <a:lnTo>
                  <a:pt x="533400" y="333375"/>
                </a:lnTo>
                <a:lnTo>
                  <a:pt x="533400" y="342900"/>
                </a:lnTo>
                <a:lnTo>
                  <a:pt x="523875" y="342900"/>
                </a:lnTo>
                <a:close/>
                <a:moveTo>
                  <a:pt x="552450" y="333375"/>
                </a:moveTo>
                <a:lnTo>
                  <a:pt x="561975" y="333375"/>
                </a:lnTo>
                <a:lnTo>
                  <a:pt x="561975" y="342900"/>
                </a:lnTo>
                <a:lnTo>
                  <a:pt x="552450" y="342900"/>
                </a:lnTo>
                <a:close/>
                <a:moveTo>
                  <a:pt x="457200" y="342900"/>
                </a:moveTo>
                <a:lnTo>
                  <a:pt x="466725" y="342900"/>
                </a:lnTo>
                <a:lnTo>
                  <a:pt x="466725" y="352425"/>
                </a:lnTo>
                <a:lnTo>
                  <a:pt x="457200" y="352425"/>
                </a:lnTo>
                <a:close/>
                <a:moveTo>
                  <a:pt x="533400" y="342900"/>
                </a:moveTo>
                <a:lnTo>
                  <a:pt x="552450" y="342900"/>
                </a:lnTo>
                <a:lnTo>
                  <a:pt x="552450" y="352425"/>
                </a:lnTo>
                <a:lnTo>
                  <a:pt x="533400" y="352425"/>
                </a:lnTo>
                <a:close/>
                <a:moveTo>
                  <a:pt x="771525" y="342900"/>
                </a:moveTo>
                <a:lnTo>
                  <a:pt x="781050" y="342900"/>
                </a:lnTo>
                <a:lnTo>
                  <a:pt x="781050" y="352425"/>
                </a:lnTo>
                <a:lnTo>
                  <a:pt x="771525" y="352425"/>
                </a:lnTo>
                <a:close/>
                <a:moveTo>
                  <a:pt x="647700" y="352425"/>
                </a:moveTo>
                <a:lnTo>
                  <a:pt x="657225" y="352425"/>
                </a:lnTo>
                <a:lnTo>
                  <a:pt x="657225" y="361950"/>
                </a:lnTo>
                <a:lnTo>
                  <a:pt x="647700" y="361950"/>
                </a:lnTo>
                <a:close/>
                <a:moveTo>
                  <a:pt x="790575" y="352425"/>
                </a:moveTo>
                <a:lnTo>
                  <a:pt x="800100" y="352425"/>
                </a:lnTo>
                <a:lnTo>
                  <a:pt x="800100" y="361950"/>
                </a:lnTo>
                <a:lnTo>
                  <a:pt x="790575" y="361950"/>
                </a:lnTo>
                <a:close/>
                <a:moveTo>
                  <a:pt x="476250" y="371475"/>
                </a:moveTo>
                <a:lnTo>
                  <a:pt x="485775" y="371475"/>
                </a:lnTo>
                <a:lnTo>
                  <a:pt x="485775" y="381000"/>
                </a:lnTo>
                <a:lnTo>
                  <a:pt x="476250" y="381000"/>
                </a:lnTo>
                <a:close/>
                <a:moveTo>
                  <a:pt x="485775" y="381000"/>
                </a:moveTo>
                <a:lnTo>
                  <a:pt x="495300" y="381000"/>
                </a:lnTo>
                <a:lnTo>
                  <a:pt x="495300" y="390525"/>
                </a:lnTo>
                <a:lnTo>
                  <a:pt x="485775" y="390525"/>
                </a:lnTo>
                <a:close/>
                <a:moveTo>
                  <a:pt x="200025" y="390525"/>
                </a:moveTo>
                <a:lnTo>
                  <a:pt x="209550" y="390525"/>
                </a:lnTo>
                <a:lnTo>
                  <a:pt x="209550" y="400050"/>
                </a:lnTo>
                <a:lnTo>
                  <a:pt x="200025" y="400050"/>
                </a:lnTo>
                <a:close/>
                <a:moveTo>
                  <a:pt x="609600" y="390525"/>
                </a:moveTo>
                <a:lnTo>
                  <a:pt x="619125" y="390525"/>
                </a:lnTo>
                <a:lnTo>
                  <a:pt x="619125" y="400050"/>
                </a:lnTo>
                <a:lnTo>
                  <a:pt x="609600" y="400050"/>
                </a:lnTo>
                <a:close/>
                <a:moveTo>
                  <a:pt x="895350" y="390525"/>
                </a:moveTo>
                <a:lnTo>
                  <a:pt x="923925" y="390525"/>
                </a:lnTo>
                <a:lnTo>
                  <a:pt x="923925" y="409575"/>
                </a:lnTo>
                <a:lnTo>
                  <a:pt x="904875" y="409575"/>
                </a:lnTo>
                <a:lnTo>
                  <a:pt x="904875" y="400050"/>
                </a:lnTo>
                <a:lnTo>
                  <a:pt x="895350" y="400050"/>
                </a:lnTo>
                <a:close/>
                <a:moveTo>
                  <a:pt x="219075" y="400050"/>
                </a:moveTo>
                <a:lnTo>
                  <a:pt x="228600" y="400050"/>
                </a:lnTo>
                <a:lnTo>
                  <a:pt x="228600" y="409575"/>
                </a:lnTo>
                <a:lnTo>
                  <a:pt x="219075" y="409575"/>
                </a:lnTo>
                <a:close/>
                <a:moveTo>
                  <a:pt x="285750" y="400050"/>
                </a:moveTo>
                <a:lnTo>
                  <a:pt x="295275" y="400050"/>
                </a:lnTo>
                <a:lnTo>
                  <a:pt x="295275" y="409575"/>
                </a:lnTo>
                <a:lnTo>
                  <a:pt x="285750" y="409575"/>
                </a:lnTo>
                <a:close/>
                <a:moveTo>
                  <a:pt x="590550" y="400050"/>
                </a:moveTo>
                <a:lnTo>
                  <a:pt x="600075" y="400050"/>
                </a:lnTo>
                <a:lnTo>
                  <a:pt x="600075" y="409575"/>
                </a:lnTo>
                <a:lnTo>
                  <a:pt x="590550" y="409575"/>
                </a:lnTo>
                <a:close/>
                <a:moveTo>
                  <a:pt x="276225" y="447675"/>
                </a:moveTo>
                <a:lnTo>
                  <a:pt x="295275" y="447675"/>
                </a:lnTo>
                <a:lnTo>
                  <a:pt x="295275" y="457200"/>
                </a:lnTo>
                <a:lnTo>
                  <a:pt x="285750" y="457200"/>
                </a:lnTo>
                <a:lnTo>
                  <a:pt x="285750" y="466725"/>
                </a:lnTo>
                <a:lnTo>
                  <a:pt x="276225" y="466725"/>
                </a:lnTo>
                <a:close/>
                <a:moveTo>
                  <a:pt x="523875" y="447675"/>
                </a:moveTo>
                <a:lnTo>
                  <a:pt x="533400" y="447675"/>
                </a:lnTo>
                <a:lnTo>
                  <a:pt x="533400" y="457200"/>
                </a:lnTo>
                <a:lnTo>
                  <a:pt x="523875" y="457200"/>
                </a:lnTo>
                <a:close/>
                <a:moveTo>
                  <a:pt x="847725" y="447675"/>
                </a:moveTo>
                <a:lnTo>
                  <a:pt x="857250" y="447675"/>
                </a:lnTo>
                <a:lnTo>
                  <a:pt x="857250" y="457200"/>
                </a:lnTo>
                <a:lnTo>
                  <a:pt x="847725" y="457200"/>
                </a:lnTo>
                <a:close/>
                <a:moveTo>
                  <a:pt x="238125" y="457200"/>
                </a:moveTo>
                <a:lnTo>
                  <a:pt x="257175" y="457200"/>
                </a:lnTo>
                <a:lnTo>
                  <a:pt x="257175" y="476250"/>
                </a:lnTo>
                <a:lnTo>
                  <a:pt x="247650" y="476250"/>
                </a:lnTo>
                <a:lnTo>
                  <a:pt x="247650" y="514350"/>
                </a:lnTo>
                <a:lnTo>
                  <a:pt x="228600" y="514350"/>
                </a:lnTo>
                <a:lnTo>
                  <a:pt x="228600" y="504825"/>
                </a:lnTo>
                <a:lnTo>
                  <a:pt x="238125" y="504825"/>
                </a:lnTo>
                <a:close/>
                <a:moveTo>
                  <a:pt x="295275" y="457200"/>
                </a:moveTo>
                <a:lnTo>
                  <a:pt x="304800" y="457200"/>
                </a:lnTo>
                <a:lnTo>
                  <a:pt x="304800" y="476250"/>
                </a:lnTo>
                <a:lnTo>
                  <a:pt x="295275" y="476250"/>
                </a:lnTo>
                <a:lnTo>
                  <a:pt x="295275" y="485775"/>
                </a:lnTo>
                <a:lnTo>
                  <a:pt x="285750" y="485775"/>
                </a:lnTo>
                <a:lnTo>
                  <a:pt x="285750" y="466725"/>
                </a:lnTo>
                <a:lnTo>
                  <a:pt x="295275" y="466725"/>
                </a:lnTo>
                <a:close/>
                <a:moveTo>
                  <a:pt x="514350" y="457200"/>
                </a:moveTo>
                <a:lnTo>
                  <a:pt x="523875" y="457200"/>
                </a:lnTo>
                <a:lnTo>
                  <a:pt x="523875" y="476250"/>
                </a:lnTo>
                <a:lnTo>
                  <a:pt x="514350" y="476250"/>
                </a:lnTo>
                <a:close/>
                <a:moveTo>
                  <a:pt x="590550" y="457200"/>
                </a:moveTo>
                <a:lnTo>
                  <a:pt x="600075" y="457200"/>
                </a:lnTo>
                <a:lnTo>
                  <a:pt x="600075" y="485775"/>
                </a:lnTo>
                <a:lnTo>
                  <a:pt x="590550" y="485775"/>
                </a:lnTo>
                <a:lnTo>
                  <a:pt x="590550" y="504825"/>
                </a:lnTo>
                <a:lnTo>
                  <a:pt x="600075" y="504825"/>
                </a:lnTo>
                <a:lnTo>
                  <a:pt x="600075" y="514350"/>
                </a:lnTo>
                <a:lnTo>
                  <a:pt x="571500" y="514350"/>
                </a:lnTo>
                <a:lnTo>
                  <a:pt x="571500" y="504825"/>
                </a:lnTo>
                <a:lnTo>
                  <a:pt x="561975" y="504825"/>
                </a:lnTo>
                <a:lnTo>
                  <a:pt x="561975" y="495300"/>
                </a:lnTo>
                <a:lnTo>
                  <a:pt x="552450" y="495300"/>
                </a:lnTo>
                <a:lnTo>
                  <a:pt x="552450" y="504825"/>
                </a:lnTo>
                <a:lnTo>
                  <a:pt x="542925" y="504825"/>
                </a:lnTo>
                <a:lnTo>
                  <a:pt x="542925" y="485775"/>
                </a:lnTo>
                <a:lnTo>
                  <a:pt x="561975" y="485775"/>
                </a:lnTo>
                <a:lnTo>
                  <a:pt x="561975" y="495300"/>
                </a:lnTo>
                <a:lnTo>
                  <a:pt x="581025" y="495300"/>
                </a:lnTo>
                <a:lnTo>
                  <a:pt x="581025" y="466725"/>
                </a:lnTo>
                <a:lnTo>
                  <a:pt x="590550" y="466725"/>
                </a:lnTo>
                <a:close/>
                <a:moveTo>
                  <a:pt x="533400" y="466725"/>
                </a:moveTo>
                <a:lnTo>
                  <a:pt x="542925" y="466725"/>
                </a:lnTo>
                <a:lnTo>
                  <a:pt x="542925" y="476250"/>
                </a:lnTo>
                <a:lnTo>
                  <a:pt x="533400" y="476250"/>
                </a:lnTo>
                <a:close/>
                <a:moveTo>
                  <a:pt x="838200" y="466725"/>
                </a:moveTo>
                <a:lnTo>
                  <a:pt x="876300" y="466725"/>
                </a:lnTo>
                <a:lnTo>
                  <a:pt x="876300" y="476250"/>
                </a:lnTo>
                <a:lnTo>
                  <a:pt x="885825" y="476250"/>
                </a:lnTo>
                <a:lnTo>
                  <a:pt x="885825" y="504825"/>
                </a:lnTo>
                <a:lnTo>
                  <a:pt x="876300" y="504825"/>
                </a:lnTo>
                <a:lnTo>
                  <a:pt x="876300" y="514350"/>
                </a:lnTo>
                <a:lnTo>
                  <a:pt x="847725" y="514350"/>
                </a:lnTo>
                <a:lnTo>
                  <a:pt x="847725" y="476250"/>
                </a:lnTo>
                <a:lnTo>
                  <a:pt x="838200" y="476250"/>
                </a:lnTo>
                <a:close/>
                <a:moveTo>
                  <a:pt x="304800" y="495300"/>
                </a:moveTo>
                <a:lnTo>
                  <a:pt x="314325" y="495300"/>
                </a:lnTo>
                <a:lnTo>
                  <a:pt x="314325" y="504825"/>
                </a:lnTo>
                <a:lnTo>
                  <a:pt x="304800" y="504825"/>
                </a:lnTo>
                <a:close/>
                <a:moveTo>
                  <a:pt x="285750" y="504825"/>
                </a:moveTo>
                <a:lnTo>
                  <a:pt x="295275" y="504825"/>
                </a:lnTo>
                <a:lnTo>
                  <a:pt x="295275" y="514350"/>
                </a:lnTo>
                <a:lnTo>
                  <a:pt x="285750" y="514350"/>
                </a:lnTo>
                <a:close/>
                <a:moveTo>
                  <a:pt x="342900" y="542925"/>
                </a:moveTo>
                <a:lnTo>
                  <a:pt x="361950" y="542925"/>
                </a:lnTo>
                <a:lnTo>
                  <a:pt x="361950" y="552450"/>
                </a:lnTo>
                <a:lnTo>
                  <a:pt x="371475" y="552450"/>
                </a:lnTo>
                <a:lnTo>
                  <a:pt x="371475" y="561975"/>
                </a:lnTo>
                <a:lnTo>
                  <a:pt x="361950" y="561975"/>
                </a:lnTo>
                <a:lnTo>
                  <a:pt x="361950" y="571500"/>
                </a:lnTo>
                <a:lnTo>
                  <a:pt x="352425" y="571500"/>
                </a:lnTo>
                <a:lnTo>
                  <a:pt x="352425" y="561975"/>
                </a:lnTo>
                <a:lnTo>
                  <a:pt x="342900" y="561975"/>
                </a:lnTo>
                <a:close/>
                <a:moveTo>
                  <a:pt x="457200" y="542925"/>
                </a:moveTo>
                <a:lnTo>
                  <a:pt x="476250" y="542925"/>
                </a:lnTo>
                <a:lnTo>
                  <a:pt x="476250" y="561975"/>
                </a:lnTo>
                <a:lnTo>
                  <a:pt x="466725" y="561975"/>
                </a:lnTo>
                <a:lnTo>
                  <a:pt x="466725" y="590550"/>
                </a:lnTo>
                <a:lnTo>
                  <a:pt x="476250" y="590550"/>
                </a:lnTo>
                <a:lnTo>
                  <a:pt x="476250" y="600075"/>
                </a:lnTo>
                <a:lnTo>
                  <a:pt x="457200" y="600075"/>
                </a:lnTo>
                <a:lnTo>
                  <a:pt x="457200" y="609600"/>
                </a:lnTo>
                <a:lnTo>
                  <a:pt x="447675" y="609600"/>
                </a:lnTo>
                <a:lnTo>
                  <a:pt x="447675" y="600075"/>
                </a:lnTo>
                <a:lnTo>
                  <a:pt x="438150" y="600075"/>
                </a:lnTo>
                <a:lnTo>
                  <a:pt x="438150" y="571500"/>
                </a:lnTo>
                <a:lnTo>
                  <a:pt x="447675" y="571500"/>
                </a:lnTo>
                <a:lnTo>
                  <a:pt x="447675" y="561975"/>
                </a:lnTo>
                <a:lnTo>
                  <a:pt x="457200" y="561975"/>
                </a:lnTo>
                <a:close/>
                <a:moveTo>
                  <a:pt x="638175" y="542925"/>
                </a:moveTo>
                <a:lnTo>
                  <a:pt x="657225" y="542925"/>
                </a:lnTo>
                <a:lnTo>
                  <a:pt x="657225" y="552450"/>
                </a:lnTo>
                <a:lnTo>
                  <a:pt x="666750" y="552450"/>
                </a:lnTo>
                <a:lnTo>
                  <a:pt x="666750" y="571500"/>
                </a:lnTo>
                <a:lnTo>
                  <a:pt x="657225" y="571500"/>
                </a:lnTo>
                <a:lnTo>
                  <a:pt x="657225" y="561975"/>
                </a:lnTo>
                <a:lnTo>
                  <a:pt x="638175" y="561975"/>
                </a:lnTo>
                <a:close/>
                <a:moveTo>
                  <a:pt x="152400" y="552450"/>
                </a:moveTo>
                <a:lnTo>
                  <a:pt x="161925" y="552450"/>
                </a:lnTo>
                <a:lnTo>
                  <a:pt x="161925" y="571500"/>
                </a:lnTo>
                <a:lnTo>
                  <a:pt x="152400" y="571500"/>
                </a:lnTo>
                <a:close/>
                <a:moveTo>
                  <a:pt x="171450" y="552450"/>
                </a:moveTo>
                <a:lnTo>
                  <a:pt x="257175" y="552450"/>
                </a:lnTo>
                <a:lnTo>
                  <a:pt x="257175" y="571500"/>
                </a:lnTo>
                <a:lnTo>
                  <a:pt x="180975" y="571500"/>
                </a:lnTo>
                <a:lnTo>
                  <a:pt x="180975" y="561975"/>
                </a:lnTo>
                <a:lnTo>
                  <a:pt x="171450" y="561975"/>
                </a:lnTo>
                <a:close/>
                <a:moveTo>
                  <a:pt x="752475" y="552450"/>
                </a:moveTo>
                <a:lnTo>
                  <a:pt x="771525" y="552450"/>
                </a:lnTo>
                <a:lnTo>
                  <a:pt x="771525" y="590550"/>
                </a:lnTo>
                <a:lnTo>
                  <a:pt x="752475" y="590550"/>
                </a:lnTo>
                <a:lnTo>
                  <a:pt x="752475" y="581025"/>
                </a:lnTo>
                <a:lnTo>
                  <a:pt x="742950" y="581025"/>
                </a:lnTo>
                <a:lnTo>
                  <a:pt x="742950" y="571500"/>
                </a:lnTo>
                <a:lnTo>
                  <a:pt x="752475" y="571500"/>
                </a:lnTo>
                <a:close/>
                <a:moveTo>
                  <a:pt x="962025" y="552450"/>
                </a:moveTo>
                <a:lnTo>
                  <a:pt x="971550" y="552450"/>
                </a:lnTo>
                <a:lnTo>
                  <a:pt x="971550" y="561975"/>
                </a:lnTo>
                <a:lnTo>
                  <a:pt x="981075" y="561975"/>
                </a:lnTo>
                <a:lnTo>
                  <a:pt x="981075" y="600075"/>
                </a:lnTo>
                <a:lnTo>
                  <a:pt x="971550" y="600075"/>
                </a:lnTo>
                <a:lnTo>
                  <a:pt x="971550" y="609600"/>
                </a:lnTo>
                <a:lnTo>
                  <a:pt x="952500" y="609600"/>
                </a:lnTo>
                <a:lnTo>
                  <a:pt x="952500" y="600075"/>
                </a:lnTo>
                <a:lnTo>
                  <a:pt x="962025" y="600075"/>
                </a:lnTo>
                <a:close/>
                <a:moveTo>
                  <a:pt x="371475" y="561975"/>
                </a:moveTo>
                <a:lnTo>
                  <a:pt x="381000" y="561975"/>
                </a:lnTo>
                <a:lnTo>
                  <a:pt x="381000" y="590550"/>
                </a:lnTo>
                <a:lnTo>
                  <a:pt x="361950" y="590550"/>
                </a:lnTo>
                <a:lnTo>
                  <a:pt x="361950" y="571500"/>
                </a:lnTo>
                <a:lnTo>
                  <a:pt x="371475" y="571500"/>
                </a:lnTo>
                <a:close/>
                <a:moveTo>
                  <a:pt x="171450" y="571500"/>
                </a:moveTo>
                <a:lnTo>
                  <a:pt x="180975" y="571500"/>
                </a:lnTo>
                <a:lnTo>
                  <a:pt x="180975" y="581025"/>
                </a:lnTo>
                <a:lnTo>
                  <a:pt x="171450" y="581025"/>
                </a:lnTo>
                <a:close/>
                <a:moveTo>
                  <a:pt x="257175" y="571500"/>
                </a:moveTo>
                <a:lnTo>
                  <a:pt x="266700" y="571500"/>
                </a:lnTo>
                <a:lnTo>
                  <a:pt x="266700" y="581025"/>
                </a:lnTo>
                <a:lnTo>
                  <a:pt x="257175" y="581025"/>
                </a:lnTo>
                <a:close/>
                <a:moveTo>
                  <a:pt x="571500" y="571500"/>
                </a:moveTo>
                <a:lnTo>
                  <a:pt x="590550" y="571500"/>
                </a:lnTo>
                <a:lnTo>
                  <a:pt x="590550" y="581025"/>
                </a:lnTo>
                <a:lnTo>
                  <a:pt x="571500" y="581025"/>
                </a:lnTo>
                <a:close/>
                <a:moveTo>
                  <a:pt x="857250" y="571500"/>
                </a:moveTo>
                <a:lnTo>
                  <a:pt x="904875" y="571500"/>
                </a:lnTo>
                <a:lnTo>
                  <a:pt x="904875" y="590550"/>
                </a:lnTo>
                <a:lnTo>
                  <a:pt x="866775" y="590550"/>
                </a:lnTo>
                <a:lnTo>
                  <a:pt x="866775" y="581025"/>
                </a:lnTo>
                <a:lnTo>
                  <a:pt x="857250" y="581025"/>
                </a:lnTo>
                <a:close/>
                <a:moveTo>
                  <a:pt x="266700" y="581025"/>
                </a:moveTo>
                <a:lnTo>
                  <a:pt x="276225" y="581025"/>
                </a:lnTo>
                <a:lnTo>
                  <a:pt x="276225" y="590550"/>
                </a:lnTo>
                <a:lnTo>
                  <a:pt x="266700" y="590550"/>
                </a:lnTo>
                <a:close/>
                <a:moveTo>
                  <a:pt x="590550" y="581025"/>
                </a:moveTo>
                <a:lnTo>
                  <a:pt x="600075" y="581025"/>
                </a:lnTo>
                <a:lnTo>
                  <a:pt x="600075" y="590550"/>
                </a:lnTo>
                <a:lnTo>
                  <a:pt x="590550" y="590550"/>
                </a:lnTo>
                <a:close/>
                <a:moveTo>
                  <a:pt x="152400" y="590550"/>
                </a:moveTo>
                <a:lnTo>
                  <a:pt x="161925" y="590550"/>
                </a:lnTo>
                <a:lnTo>
                  <a:pt x="161925" y="600075"/>
                </a:lnTo>
                <a:lnTo>
                  <a:pt x="171450" y="600075"/>
                </a:lnTo>
                <a:lnTo>
                  <a:pt x="171450" y="590550"/>
                </a:lnTo>
                <a:lnTo>
                  <a:pt x="180975" y="590550"/>
                </a:lnTo>
                <a:lnTo>
                  <a:pt x="180975" y="600075"/>
                </a:lnTo>
                <a:lnTo>
                  <a:pt x="171450" y="600075"/>
                </a:lnTo>
                <a:lnTo>
                  <a:pt x="171450" y="609600"/>
                </a:lnTo>
                <a:lnTo>
                  <a:pt x="352425" y="609600"/>
                </a:lnTo>
                <a:lnTo>
                  <a:pt x="352425" y="600075"/>
                </a:lnTo>
                <a:lnTo>
                  <a:pt x="371475" y="600075"/>
                </a:lnTo>
                <a:lnTo>
                  <a:pt x="371475" y="609600"/>
                </a:lnTo>
                <a:lnTo>
                  <a:pt x="361950" y="609600"/>
                </a:lnTo>
                <a:lnTo>
                  <a:pt x="361950" y="619125"/>
                </a:lnTo>
                <a:lnTo>
                  <a:pt x="352425" y="619125"/>
                </a:lnTo>
                <a:lnTo>
                  <a:pt x="352425" y="628650"/>
                </a:lnTo>
                <a:lnTo>
                  <a:pt x="171450" y="628650"/>
                </a:lnTo>
                <a:lnTo>
                  <a:pt x="171450" y="619125"/>
                </a:lnTo>
                <a:lnTo>
                  <a:pt x="161925" y="619125"/>
                </a:lnTo>
                <a:lnTo>
                  <a:pt x="161925" y="609600"/>
                </a:lnTo>
                <a:lnTo>
                  <a:pt x="152400" y="609600"/>
                </a:lnTo>
                <a:close/>
                <a:moveTo>
                  <a:pt x="257175" y="590550"/>
                </a:moveTo>
                <a:lnTo>
                  <a:pt x="266700" y="590550"/>
                </a:lnTo>
                <a:lnTo>
                  <a:pt x="266700" y="600075"/>
                </a:lnTo>
                <a:lnTo>
                  <a:pt x="257175" y="600075"/>
                </a:lnTo>
                <a:close/>
                <a:moveTo>
                  <a:pt x="581025" y="590550"/>
                </a:moveTo>
                <a:lnTo>
                  <a:pt x="590550" y="590550"/>
                </a:lnTo>
                <a:lnTo>
                  <a:pt x="590550" y="600075"/>
                </a:lnTo>
                <a:lnTo>
                  <a:pt x="581025" y="600075"/>
                </a:lnTo>
                <a:close/>
                <a:moveTo>
                  <a:pt x="742950" y="590550"/>
                </a:moveTo>
                <a:lnTo>
                  <a:pt x="752475" y="590550"/>
                </a:lnTo>
                <a:lnTo>
                  <a:pt x="752475" y="600075"/>
                </a:lnTo>
                <a:lnTo>
                  <a:pt x="742950" y="600075"/>
                </a:lnTo>
                <a:close/>
                <a:moveTo>
                  <a:pt x="857250" y="590550"/>
                </a:moveTo>
                <a:lnTo>
                  <a:pt x="866775" y="590550"/>
                </a:lnTo>
                <a:lnTo>
                  <a:pt x="866775" y="609600"/>
                </a:lnTo>
                <a:lnTo>
                  <a:pt x="952500" y="609600"/>
                </a:lnTo>
                <a:lnTo>
                  <a:pt x="952500" y="619125"/>
                </a:lnTo>
                <a:lnTo>
                  <a:pt x="942975" y="619125"/>
                </a:lnTo>
                <a:lnTo>
                  <a:pt x="942975" y="628650"/>
                </a:lnTo>
                <a:lnTo>
                  <a:pt x="771525" y="628650"/>
                </a:lnTo>
                <a:lnTo>
                  <a:pt x="771525" y="619125"/>
                </a:lnTo>
                <a:lnTo>
                  <a:pt x="762000" y="619125"/>
                </a:lnTo>
                <a:lnTo>
                  <a:pt x="762000" y="609600"/>
                </a:lnTo>
                <a:lnTo>
                  <a:pt x="857250" y="609600"/>
                </a:lnTo>
                <a:close/>
                <a:moveTo>
                  <a:pt x="590550" y="600075"/>
                </a:moveTo>
                <a:lnTo>
                  <a:pt x="600075" y="600075"/>
                </a:lnTo>
                <a:lnTo>
                  <a:pt x="600075" y="609600"/>
                </a:lnTo>
                <a:lnTo>
                  <a:pt x="657225" y="609600"/>
                </a:lnTo>
                <a:lnTo>
                  <a:pt x="657225" y="600075"/>
                </a:lnTo>
                <a:lnTo>
                  <a:pt x="666750" y="600075"/>
                </a:lnTo>
                <a:lnTo>
                  <a:pt x="666750" y="609600"/>
                </a:lnTo>
                <a:lnTo>
                  <a:pt x="657225" y="609600"/>
                </a:lnTo>
                <a:lnTo>
                  <a:pt x="657225" y="619125"/>
                </a:lnTo>
                <a:lnTo>
                  <a:pt x="647700" y="619125"/>
                </a:lnTo>
                <a:lnTo>
                  <a:pt x="647700" y="628650"/>
                </a:lnTo>
                <a:lnTo>
                  <a:pt x="476250" y="628650"/>
                </a:lnTo>
                <a:lnTo>
                  <a:pt x="476250" y="619125"/>
                </a:lnTo>
                <a:lnTo>
                  <a:pt x="466725" y="619125"/>
                </a:lnTo>
                <a:lnTo>
                  <a:pt x="466725" y="609600"/>
                </a:lnTo>
                <a:lnTo>
                  <a:pt x="590550" y="609600"/>
                </a:lnTo>
                <a:close/>
                <a:moveTo>
                  <a:pt x="57150" y="666750"/>
                </a:moveTo>
                <a:lnTo>
                  <a:pt x="76200" y="666750"/>
                </a:lnTo>
                <a:lnTo>
                  <a:pt x="76200" y="676275"/>
                </a:lnTo>
                <a:lnTo>
                  <a:pt x="66675" y="676275"/>
                </a:lnTo>
                <a:lnTo>
                  <a:pt x="66675" y="685800"/>
                </a:lnTo>
                <a:lnTo>
                  <a:pt x="57150" y="685800"/>
                </a:lnTo>
                <a:close/>
                <a:moveTo>
                  <a:pt x="76200" y="676275"/>
                </a:moveTo>
                <a:lnTo>
                  <a:pt x="85725" y="676275"/>
                </a:lnTo>
                <a:lnTo>
                  <a:pt x="85725" y="685800"/>
                </a:lnTo>
                <a:lnTo>
                  <a:pt x="95250" y="685800"/>
                </a:lnTo>
                <a:lnTo>
                  <a:pt x="95250" y="704850"/>
                </a:lnTo>
                <a:lnTo>
                  <a:pt x="76200" y="704850"/>
                </a:lnTo>
                <a:lnTo>
                  <a:pt x="76200" y="695325"/>
                </a:lnTo>
                <a:lnTo>
                  <a:pt x="66675" y="695325"/>
                </a:lnTo>
                <a:lnTo>
                  <a:pt x="66675" y="685800"/>
                </a:lnTo>
                <a:lnTo>
                  <a:pt x="76200" y="685800"/>
                </a:lnTo>
                <a:close/>
                <a:moveTo>
                  <a:pt x="1038225" y="676275"/>
                </a:moveTo>
                <a:lnTo>
                  <a:pt x="1057275" y="676275"/>
                </a:lnTo>
                <a:lnTo>
                  <a:pt x="1057275" y="695325"/>
                </a:lnTo>
                <a:lnTo>
                  <a:pt x="1047750" y="695325"/>
                </a:lnTo>
                <a:lnTo>
                  <a:pt x="1047750" y="704850"/>
                </a:lnTo>
                <a:lnTo>
                  <a:pt x="1019175" y="704850"/>
                </a:lnTo>
                <a:lnTo>
                  <a:pt x="1019175" y="685800"/>
                </a:lnTo>
                <a:lnTo>
                  <a:pt x="1038225" y="685800"/>
                </a:lnTo>
                <a:close/>
              </a:path>
            </a:pathLst>
          </a:custGeom>
          <a:solidFill xmlns:a="http://schemas.openxmlformats.org/drawingml/2006/main">
            <a:srgbClr val="94A197"/>
          </a:solidFill>
          <a:ln xmlns:a="http://schemas.openxmlformats.org/drawingml/2006/main" w="0">
            <a:noFill/>
          </a:ln>
        </p:spPr>
      </p:sp>
      <p:sp>
        <p:nvSpPr>
          <p:cNvPr id="143" name="v11 vector #53695c">
            <a:extLst xmlns:a="http://schemas.openxmlformats.org/drawingml/2006/main">
              <a:ext uri="{FF2B5EF4-FFF2-40B4-BE49-F238E27FC236}">
                <a16:creationId xmlns:a16="http://schemas.microsoft.com/office/drawing/2014/main" id="{762B2B7E-8E19-4ADD-A002-781E09BA88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8250" y="3609975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76200" y="38100"/>
                </a:moveTo>
                <a:lnTo>
                  <a:pt x="85725" y="38100"/>
                </a:lnTo>
                <a:lnTo>
                  <a:pt x="85725" y="47625"/>
                </a:lnTo>
                <a:lnTo>
                  <a:pt x="76200" y="47625"/>
                </a:lnTo>
                <a:close/>
                <a:moveTo>
                  <a:pt x="66675" y="47625"/>
                </a:moveTo>
                <a:lnTo>
                  <a:pt x="76200" y="47625"/>
                </a:lnTo>
                <a:lnTo>
                  <a:pt x="76200" y="57150"/>
                </a:lnTo>
                <a:lnTo>
                  <a:pt x="66675" y="57150"/>
                </a:lnTo>
                <a:close/>
                <a:moveTo>
                  <a:pt x="180975" y="66675"/>
                </a:moveTo>
                <a:lnTo>
                  <a:pt x="200025" y="66675"/>
                </a:lnTo>
                <a:lnTo>
                  <a:pt x="200025" y="76200"/>
                </a:lnTo>
                <a:lnTo>
                  <a:pt x="180975" y="76200"/>
                </a:lnTo>
                <a:close/>
                <a:moveTo>
                  <a:pt x="1057275" y="66675"/>
                </a:moveTo>
                <a:lnTo>
                  <a:pt x="1066800" y="66675"/>
                </a:lnTo>
                <a:lnTo>
                  <a:pt x="1066800" y="676275"/>
                </a:lnTo>
                <a:lnTo>
                  <a:pt x="1047750" y="676275"/>
                </a:lnTo>
                <a:lnTo>
                  <a:pt x="1047750" y="152400"/>
                </a:lnTo>
                <a:lnTo>
                  <a:pt x="1038225" y="152400"/>
                </a:lnTo>
                <a:lnTo>
                  <a:pt x="1038225" y="142875"/>
                </a:lnTo>
                <a:lnTo>
                  <a:pt x="1057275" y="142875"/>
                </a:lnTo>
                <a:close/>
                <a:moveTo>
                  <a:pt x="133350" y="76200"/>
                </a:moveTo>
                <a:lnTo>
                  <a:pt x="142875" y="76200"/>
                </a:lnTo>
                <a:lnTo>
                  <a:pt x="142875" y="85725"/>
                </a:lnTo>
                <a:lnTo>
                  <a:pt x="133350" y="85725"/>
                </a:lnTo>
                <a:close/>
                <a:moveTo>
                  <a:pt x="171450" y="76200"/>
                </a:moveTo>
                <a:lnTo>
                  <a:pt x="180975" y="76200"/>
                </a:lnTo>
                <a:lnTo>
                  <a:pt x="180975" y="85725"/>
                </a:lnTo>
                <a:lnTo>
                  <a:pt x="171450" y="85725"/>
                </a:lnTo>
                <a:close/>
                <a:moveTo>
                  <a:pt x="200025" y="76200"/>
                </a:moveTo>
                <a:lnTo>
                  <a:pt x="209550" y="76200"/>
                </a:lnTo>
                <a:lnTo>
                  <a:pt x="209550" y="85725"/>
                </a:lnTo>
                <a:lnTo>
                  <a:pt x="200025" y="85725"/>
                </a:lnTo>
                <a:close/>
                <a:moveTo>
                  <a:pt x="257175" y="76200"/>
                </a:moveTo>
                <a:lnTo>
                  <a:pt x="266700" y="76200"/>
                </a:lnTo>
                <a:lnTo>
                  <a:pt x="266700" y="85725"/>
                </a:lnTo>
                <a:lnTo>
                  <a:pt x="257175" y="85725"/>
                </a:lnTo>
                <a:close/>
                <a:moveTo>
                  <a:pt x="228600" y="85725"/>
                </a:moveTo>
                <a:lnTo>
                  <a:pt x="238125" y="85725"/>
                </a:lnTo>
                <a:lnTo>
                  <a:pt x="238125" y="104775"/>
                </a:lnTo>
                <a:lnTo>
                  <a:pt x="228600" y="104775"/>
                </a:lnTo>
                <a:close/>
                <a:moveTo>
                  <a:pt x="104775" y="95250"/>
                </a:moveTo>
                <a:lnTo>
                  <a:pt x="114300" y="95250"/>
                </a:lnTo>
                <a:lnTo>
                  <a:pt x="114300" y="104775"/>
                </a:lnTo>
                <a:lnTo>
                  <a:pt x="104775" y="104775"/>
                </a:lnTo>
                <a:close/>
                <a:moveTo>
                  <a:pt x="200025" y="95250"/>
                </a:moveTo>
                <a:lnTo>
                  <a:pt x="209550" y="95250"/>
                </a:lnTo>
                <a:lnTo>
                  <a:pt x="209550" y="104775"/>
                </a:lnTo>
                <a:lnTo>
                  <a:pt x="200025" y="104775"/>
                </a:lnTo>
                <a:close/>
                <a:moveTo>
                  <a:pt x="114300" y="104775"/>
                </a:moveTo>
                <a:lnTo>
                  <a:pt x="133350" y="104775"/>
                </a:lnTo>
                <a:lnTo>
                  <a:pt x="133350" y="114300"/>
                </a:lnTo>
                <a:lnTo>
                  <a:pt x="114300" y="114300"/>
                </a:lnTo>
                <a:close/>
                <a:moveTo>
                  <a:pt x="180975" y="104775"/>
                </a:moveTo>
                <a:lnTo>
                  <a:pt x="200025" y="104775"/>
                </a:lnTo>
                <a:lnTo>
                  <a:pt x="200025" y="114300"/>
                </a:lnTo>
                <a:lnTo>
                  <a:pt x="180975" y="114300"/>
                </a:lnTo>
                <a:close/>
                <a:moveTo>
                  <a:pt x="238125" y="104775"/>
                </a:moveTo>
                <a:lnTo>
                  <a:pt x="257175" y="104775"/>
                </a:lnTo>
                <a:lnTo>
                  <a:pt x="257175" y="114300"/>
                </a:lnTo>
                <a:lnTo>
                  <a:pt x="238125" y="114300"/>
                </a:lnTo>
                <a:close/>
                <a:moveTo>
                  <a:pt x="57150" y="142875"/>
                </a:moveTo>
                <a:lnTo>
                  <a:pt x="66675" y="142875"/>
                </a:lnTo>
                <a:lnTo>
                  <a:pt x="66675" y="152400"/>
                </a:lnTo>
                <a:lnTo>
                  <a:pt x="57150" y="152400"/>
                </a:lnTo>
                <a:close/>
                <a:moveTo>
                  <a:pt x="542925" y="200025"/>
                </a:moveTo>
                <a:lnTo>
                  <a:pt x="571500" y="200025"/>
                </a:lnTo>
                <a:lnTo>
                  <a:pt x="571500" y="209550"/>
                </a:lnTo>
                <a:lnTo>
                  <a:pt x="542925" y="209550"/>
                </a:lnTo>
                <a:close/>
                <a:moveTo>
                  <a:pt x="295275" y="209550"/>
                </a:moveTo>
                <a:lnTo>
                  <a:pt x="304800" y="209550"/>
                </a:lnTo>
                <a:lnTo>
                  <a:pt x="304800" y="219075"/>
                </a:lnTo>
                <a:lnTo>
                  <a:pt x="295275" y="219075"/>
                </a:lnTo>
                <a:close/>
                <a:moveTo>
                  <a:pt x="514350" y="209550"/>
                </a:moveTo>
                <a:lnTo>
                  <a:pt x="523875" y="209550"/>
                </a:lnTo>
                <a:lnTo>
                  <a:pt x="523875" y="219075"/>
                </a:lnTo>
                <a:lnTo>
                  <a:pt x="514350" y="219075"/>
                </a:lnTo>
                <a:close/>
                <a:moveTo>
                  <a:pt x="600075" y="209550"/>
                </a:moveTo>
                <a:lnTo>
                  <a:pt x="609600" y="209550"/>
                </a:lnTo>
                <a:lnTo>
                  <a:pt x="609600" y="219075"/>
                </a:lnTo>
                <a:lnTo>
                  <a:pt x="600075" y="219075"/>
                </a:lnTo>
                <a:close/>
                <a:moveTo>
                  <a:pt x="495300" y="219075"/>
                </a:moveTo>
                <a:lnTo>
                  <a:pt x="504825" y="219075"/>
                </a:lnTo>
                <a:lnTo>
                  <a:pt x="504825" y="228600"/>
                </a:lnTo>
                <a:lnTo>
                  <a:pt x="495300" y="228600"/>
                </a:lnTo>
                <a:close/>
                <a:moveTo>
                  <a:pt x="323850" y="228600"/>
                </a:moveTo>
                <a:lnTo>
                  <a:pt x="333375" y="228600"/>
                </a:lnTo>
                <a:lnTo>
                  <a:pt x="333375" y="238125"/>
                </a:lnTo>
                <a:lnTo>
                  <a:pt x="323850" y="238125"/>
                </a:lnTo>
                <a:close/>
                <a:moveTo>
                  <a:pt x="333375" y="238125"/>
                </a:moveTo>
                <a:lnTo>
                  <a:pt x="342900" y="238125"/>
                </a:lnTo>
                <a:lnTo>
                  <a:pt x="342900" y="247650"/>
                </a:lnTo>
                <a:lnTo>
                  <a:pt x="333375" y="247650"/>
                </a:lnTo>
                <a:close/>
                <a:moveTo>
                  <a:pt x="914400" y="238125"/>
                </a:moveTo>
                <a:lnTo>
                  <a:pt x="923925" y="238125"/>
                </a:lnTo>
                <a:lnTo>
                  <a:pt x="923925" y="247650"/>
                </a:lnTo>
                <a:lnTo>
                  <a:pt x="933450" y="247650"/>
                </a:lnTo>
                <a:lnTo>
                  <a:pt x="933450" y="276225"/>
                </a:lnTo>
                <a:lnTo>
                  <a:pt x="923925" y="276225"/>
                </a:lnTo>
                <a:lnTo>
                  <a:pt x="923925" y="257175"/>
                </a:lnTo>
                <a:lnTo>
                  <a:pt x="904875" y="257175"/>
                </a:lnTo>
                <a:lnTo>
                  <a:pt x="904875" y="247650"/>
                </a:lnTo>
                <a:lnTo>
                  <a:pt x="914400" y="247650"/>
                </a:lnTo>
                <a:close/>
                <a:moveTo>
                  <a:pt x="466725" y="247650"/>
                </a:moveTo>
                <a:lnTo>
                  <a:pt x="476250" y="247650"/>
                </a:lnTo>
                <a:lnTo>
                  <a:pt x="476250" y="257175"/>
                </a:lnTo>
                <a:lnTo>
                  <a:pt x="466725" y="257175"/>
                </a:lnTo>
                <a:close/>
                <a:moveTo>
                  <a:pt x="161925" y="257175"/>
                </a:moveTo>
                <a:lnTo>
                  <a:pt x="171450" y="257175"/>
                </a:lnTo>
                <a:lnTo>
                  <a:pt x="171450" y="266700"/>
                </a:lnTo>
                <a:lnTo>
                  <a:pt x="161925" y="266700"/>
                </a:lnTo>
                <a:close/>
                <a:moveTo>
                  <a:pt x="600075" y="257175"/>
                </a:moveTo>
                <a:lnTo>
                  <a:pt x="609600" y="257175"/>
                </a:lnTo>
                <a:lnTo>
                  <a:pt x="609600" y="266700"/>
                </a:lnTo>
                <a:lnTo>
                  <a:pt x="600075" y="266700"/>
                </a:lnTo>
                <a:close/>
                <a:moveTo>
                  <a:pt x="647700" y="257175"/>
                </a:moveTo>
                <a:lnTo>
                  <a:pt x="657225" y="257175"/>
                </a:lnTo>
                <a:lnTo>
                  <a:pt x="657225" y="266700"/>
                </a:lnTo>
                <a:lnTo>
                  <a:pt x="647700" y="266700"/>
                </a:lnTo>
                <a:close/>
                <a:moveTo>
                  <a:pt x="457200" y="266700"/>
                </a:moveTo>
                <a:lnTo>
                  <a:pt x="466725" y="266700"/>
                </a:lnTo>
                <a:lnTo>
                  <a:pt x="466725" y="276225"/>
                </a:lnTo>
                <a:lnTo>
                  <a:pt x="457200" y="276225"/>
                </a:lnTo>
                <a:close/>
                <a:moveTo>
                  <a:pt x="895350" y="266700"/>
                </a:moveTo>
                <a:lnTo>
                  <a:pt x="904875" y="266700"/>
                </a:lnTo>
                <a:lnTo>
                  <a:pt x="904875" y="285750"/>
                </a:lnTo>
                <a:lnTo>
                  <a:pt x="895350" y="285750"/>
                </a:lnTo>
                <a:lnTo>
                  <a:pt x="895350" y="295275"/>
                </a:lnTo>
                <a:lnTo>
                  <a:pt x="885825" y="295275"/>
                </a:lnTo>
                <a:lnTo>
                  <a:pt x="885825" y="304800"/>
                </a:lnTo>
                <a:lnTo>
                  <a:pt x="876300" y="304800"/>
                </a:lnTo>
                <a:lnTo>
                  <a:pt x="876300" y="323850"/>
                </a:lnTo>
                <a:lnTo>
                  <a:pt x="866775" y="323850"/>
                </a:lnTo>
                <a:lnTo>
                  <a:pt x="866775" y="314325"/>
                </a:lnTo>
                <a:lnTo>
                  <a:pt x="857250" y="314325"/>
                </a:lnTo>
                <a:lnTo>
                  <a:pt x="857250" y="304800"/>
                </a:lnTo>
                <a:lnTo>
                  <a:pt x="866775" y="304800"/>
                </a:lnTo>
                <a:lnTo>
                  <a:pt x="866775" y="295275"/>
                </a:lnTo>
                <a:lnTo>
                  <a:pt x="876300" y="295275"/>
                </a:lnTo>
                <a:lnTo>
                  <a:pt x="876300" y="285750"/>
                </a:lnTo>
                <a:lnTo>
                  <a:pt x="885825" y="285750"/>
                </a:lnTo>
                <a:lnTo>
                  <a:pt x="885825" y="276225"/>
                </a:lnTo>
                <a:lnTo>
                  <a:pt x="895350" y="276225"/>
                </a:lnTo>
                <a:close/>
                <a:moveTo>
                  <a:pt x="352425" y="276225"/>
                </a:moveTo>
                <a:lnTo>
                  <a:pt x="361950" y="276225"/>
                </a:lnTo>
                <a:lnTo>
                  <a:pt x="361950" y="285750"/>
                </a:lnTo>
                <a:lnTo>
                  <a:pt x="352425" y="285750"/>
                </a:lnTo>
                <a:close/>
                <a:moveTo>
                  <a:pt x="152400" y="285750"/>
                </a:moveTo>
                <a:lnTo>
                  <a:pt x="161925" y="285750"/>
                </a:lnTo>
                <a:lnTo>
                  <a:pt x="161925" y="323850"/>
                </a:lnTo>
                <a:lnTo>
                  <a:pt x="152400" y="323850"/>
                </a:lnTo>
                <a:close/>
                <a:moveTo>
                  <a:pt x="657225" y="285750"/>
                </a:moveTo>
                <a:lnTo>
                  <a:pt x="666750" y="285750"/>
                </a:lnTo>
                <a:lnTo>
                  <a:pt x="666750" y="323850"/>
                </a:lnTo>
                <a:lnTo>
                  <a:pt x="657225" y="323850"/>
                </a:lnTo>
                <a:close/>
                <a:moveTo>
                  <a:pt x="514350" y="295275"/>
                </a:moveTo>
                <a:lnTo>
                  <a:pt x="523875" y="295275"/>
                </a:lnTo>
                <a:lnTo>
                  <a:pt x="523875" y="304800"/>
                </a:lnTo>
                <a:lnTo>
                  <a:pt x="514350" y="304800"/>
                </a:lnTo>
                <a:close/>
                <a:moveTo>
                  <a:pt x="200025" y="304800"/>
                </a:moveTo>
                <a:lnTo>
                  <a:pt x="209550" y="304800"/>
                </a:lnTo>
                <a:lnTo>
                  <a:pt x="209550" y="323850"/>
                </a:lnTo>
                <a:lnTo>
                  <a:pt x="200025" y="323850"/>
                </a:lnTo>
                <a:close/>
                <a:moveTo>
                  <a:pt x="285750" y="304800"/>
                </a:moveTo>
                <a:lnTo>
                  <a:pt x="295275" y="304800"/>
                </a:lnTo>
                <a:lnTo>
                  <a:pt x="295275" y="314325"/>
                </a:lnTo>
                <a:lnTo>
                  <a:pt x="285750" y="314325"/>
                </a:lnTo>
                <a:close/>
                <a:moveTo>
                  <a:pt x="504825" y="304800"/>
                </a:moveTo>
                <a:lnTo>
                  <a:pt x="514350" y="304800"/>
                </a:lnTo>
                <a:lnTo>
                  <a:pt x="514350" y="314325"/>
                </a:lnTo>
                <a:lnTo>
                  <a:pt x="504825" y="314325"/>
                </a:lnTo>
                <a:close/>
                <a:moveTo>
                  <a:pt x="276225" y="314325"/>
                </a:moveTo>
                <a:lnTo>
                  <a:pt x="285750" y="314325"/>
                </a:lnTo>
                <a:lnTo>
                  <a:pt x="285750" y="323850"/>
                </a:lnTo>
                <a:lnTo>
                  <a:pt x="276225" y="323850"/>
                </a:lnTo>
                <a:close/>
                <a:moveTo>
                  <a:pt x="800100" y="314325"/>
                </a:moveTo>
                <a:lnTo>
                  <a:pt x="828675" y="314325"/>
                </a:lnTo>
                <a:lnTo>
                  <a:pt x="828675" y="323850"/>
                </a:lnTo>
                <a:lnTo>
                  <a:pt x="838200" y="323850"/>
                </a:lnTo>
                <a:lnTo>
                  <a:pt x="838200" y="333375"/>
                </a:lnTo>
                <a:lnTo>
                  <a:pt x="828675" y="333375"/>
                </a:lnTo>
                <a:lnTo>
                  <a:pt x="828675" y="342900"/>
                </a:lnTo>
                <a:lnTo>
                  <a:pt x="800100" y="342900"/>
                </a:lnTo>
                <a:lnTo>
                  <a:pt x="800100" y="352425"/>
                </a:lnTo>
                <a:lnTo>
                  <a:pt x="790575" y="352425"/>
                </a:lnTo>
                <a:lnTo>
                  <a:pt x="790575" y="342900"/>
                </a:lnTo>
                <a:lnTo>
                  <a:pt x="781050" y="342900"/>
                </a:lnTo>
                <a:lnTo>
                  <a:pt x="781050" y="333375"/>
                </a:lnTo>
                <a:lnTo>
                  <a:pt x="790575" y="333375"/>
                </a:lnTo>
                <a:lnTo>
                  <a:pt x="790575" y="323850"/>
                </a:lnTo>
                <a:lnTo>
                  <a:pt x="800100" y="323850"/>
                </a:lnTo>
                <a:close/>
                <a:moveTo>
                  <a:pt x="209550" y="323850"/>
                </a:moveTo>
                <a:lnTo>
                  <a:pt x="219075" y="323850"/>
                </a:lnTo>
                <a:lnTo>
                  <a:pt x="219075" y="333375"/>
                </a:lnTo>
                <a:lnTo>
                  <a:pt x="209550" y="333375"/>
                </a:lnTo>
                <a:close/>
                <a:moveTo>
                  <a:pt x="266700" y="323850"/>
                </a:moveTo>
                <a:lnTo>
                  <a:pt x="276225" y="323850"/>
                </a:lnTo>
                <a:lnTo>
                  <a:pt x="276225" y="333375"/>
                </a:lnTo>
                <a:lnTo>
                  <a:pt x="266700" y="333375"/>
                </a:lnTo>
                <a:close/>
                <a:moveTo>
                  <a:pt x="352425" y="323850"/>
                </a:moveTo>
                <a:lnTo>
                  <a:pt x="361950" y="323850"/>
                </a:lnTo>
                <a:lnTo>
                  <a:pt x="361950" y="333375"/>
                </a:lnTo>
                <a:lnTo>
                  <a:pt x="352425" y="333375"/>
                </a:lnTo>
                <a:close/>
                <a:moveTo>
                  <a:pt x="857250" y="323850"/>
                </a:moveTo>
                <a:lnTo>
                  <a:pt x="866775" y="323850"/>
                </a:lnTo>
                <a:lnTo>
                  <a:pt x="866775" y="333375"/>
                </a:lnTo>
                <a:lnTo>
                  <a:pt x="857250" y="333375"/>
                </a:lnTo>
                <a:close/>
                <a:moveTo>
                  <a:pt x="219075" y="333375"/>
                </a:moveTo>
                <a:lnTo>
                  <a:pt x="228600" y="333375"/>
                </a:lnTo>
                <a:lnTo>
                  <a:pt x="228600" y="342900"/>
                </a:lnTo>
                <a:lnTo>
                  <a:pt x="219075" y="342900"/>
                </a:lnTo>
                <a:close/>
                <a:moveTo>
                  <a:pt x="257175" y="333375"/>
                </a:moveTo>
                <a:lnTo>
                  <a:pt x="266700" y="333375"/>
                </a:lnTo>
                <a:lnTo>
                  <a:pt x="266700" y="342900"/>
                </a:lnTo>
                <a:lnTo>
                  <a:pt x="257175" y="342900"/>
                </a:lnTo>
                <a:close/>
                <a:moveTo>
                  <a:pt x="457200" y="333375"/>
                </a:moveTo>
                <a:lnTo>
                  <a:pt x="466725" y="333375"/>
                </a:lnTo>
                <a:lnTo>
                  <a:pt x="466725" y="342900"/>
                </a:lnTo>
                <a:lnTo>
                  <a:pt x="457200" y="342900"/>
                </a:lnTo>
                <a:close/>
                <a:moveTo>
                  <a:pt x="847725" y="333375"/>
                </a:moveTo>
                <a:lnTo>
                  <a:pt x="857250" y="333375"/>
                </a:lnTo>
                <a:lnTo>
                  <a:pt x="857250" y="342900"/>
                </a:lnTo>
                <a:lnTo>
                  <a:pt x="847725" y="342900"/>
                </a:lnTo>
                <a:close/>
                <a:moveTo>
                  <a:pt x="161925" y="342900"/>
                </a:moveTo>
                <a:lnTo>
                  <a:pt x="171450" y="342900"/>
                </a:lnTo>
                <a:lnTo>
                  <a:pt x="171450" y="352425"/>
                </a:lnTo>
                <a:lnTo>
                  <a:pt x="161925" y="352425"/>
                </a:lnTo>
                <a:close/>
                <a:moveTo>
                  <a:pt x="228600" y="342900"/>
                </a:moveTo>
                <a:lnTo>
                  <a:pt x="257175" y="342900"/>
                </a:lnTo>
                <a:lnTo>
                  <a:pt x="257175" y="352425"/>
                </a:lnTo>
                <a:lnTo>
                  <a:pt x="228600" y="352425"/>
                </a:lnTo>
                <a:close/>
                <a:moveTo>
                  <a:pt x="647700" y="342900"/>
                </a:moveTo>
                <a:lnTo>
                  <a:pt x="657225" y="342900"/>
                </a:lnTo>
                <a:lnTo>
                  <a:pt x="657225" y="352425"/>
                </a:lnTo>
                <a:lnTo>
                  <a:pt x="647700" y="352425"/>
                </a:lnTo>
                <a:close/>
                <a:moveTo>
                  <a:pt x="828675" y="342900"/>
                </a:moveTo>
                <a:lnTo>
                  <a:pt x="847725" y="342900"/>
                </a:lnTo>
                <a:lnTo>
                  <a:pt x="847725" y="352425"/>
                </a:lnTo>
                <a:lnTo>
                  <a:pt x="828675" y="352425"/>
                </a:lnTo>
                <a:close/>
                <a:moveTo>
                  <a:pt x="342900" y="352425"/>
                </a:moveTo>
                <a:lnTo>
                  <a:pt x="352425" y="352425"/>
                </a:lnTo>
                <a:lnTo>
                  <a:pt x="352425" y="361950"/>
                </a:lnTo>
                <a:lnTo>
                  <a:pt x="342900" y="361950"/>
                </a:lnTo>
                <a:close/>
                <a:moveTo>
                  <a:pt x="171450" y="361950"/>
                </a:moveTo>
                <a:lnTo>
                  <a:pt x="180975" y="361950"/>
                </a:lnTo>
                <a:lnTo>
                  <a:pt x="180975" y="371475"/>
                </a:lnTo>
                <a:lnTo>
                  <a:pt x="171450" y="371475"/>
                </a:lnTo>
                <a:close/>
                <a:moveTo>
                  <a:pt x="638175" y="361950"/>
                </a:moveTo>
                <a:lnTo>
                  <a:pt x="647700" y="361950"/>
                </a:lnTo>
                <a:lnTo>
                  <a:pt x="647700" y="371475"/>
                </a:lnTo>
                <a:lnTo>
                  <a:pt x="638175" y="371475"/>
                </a:lnTo>
                <a:close/>
                <a:moveTo>
                  <a:pt x="762000" y="361950"/>
                </a:moveTo>
                <a:lnTo>
                  <a:pt x="771525" y="361950"/>
                </a:lnTo>
                <a:lnTo>
                  <a:pt x="771525" y="371475"/>
                </a:lnTo>
                <a:lnTo>
                  <a:pt x="781050" y="371475"/>
                </a:lnTo>
                <a:lnTo>
                  <a:pt x="781050" y="361950"/>
                </a:lnTo>
                <a:lnTo>
                  <a:pt x="790575" y="361950"/>
                </a:lnTo>
                <a:lnTo>
                  <a:pt x="790575" y="371475"/>
                </a:lnTo>
                <a:lnTo>
                  <a:pt x="781050" y="371475"/>
                </a:lnTo>
                <a:lnTo>
                  <a:pt x="781050" y="381000"/>
                </a:lnTo>
                <a:lnTo>
                  <a:pt x="771525" y="381000"/>
                </a:lnTo>
                <a:lnTo>
                  <a:pt x="771525" y="390525"/>
                </a:lnTo>
                <a:lnTo>
                  <a:pt x="762000" y="390525"/>
                </a:lnTo>
                <a:lnTo>
                  <a:pt x="762000" y="381000"/>
                </a:lnTo>
                <a:lnTo>
                  <a:pt x="752475" y="381000"/>
                </a:lnTo>
                <a:lnTo>
                  <a:pt x="752475" y="371475"/>
                </a:lnTo>
                <a:lnTo>
                  <a:pt x="762000" y="371475"/>
                </a:lnTo>
                <a:close/>
                <a:moveTo>
                  <a:pt x="180975" y="371475"/>
                </a:moveTo>
                <a:lnTo>
                  <a:pt x="190500" y="371475"/>
                </a:lnTo>
                <a:lnTo>
                  <a:pt x="190500" y="381000"/>
                </a:lnTo>
                <a:lnTo>
                  <a:pt x="180975" y="381000"/>
                </a:lnTo>
                <a:close/>
                <a:moveTo>
                  <a:pt x="628650" y="371475"/>
                </a:moveTo>
                <a:lnTo>
                  <a:pt x="638175" y="371475"/>
                </a:lnTo>
                <a:lnTo>
                  <a:pt x="638175" y="381000"/>
                </a:lnTo>
                <a:lnTo>
                  <a:pt x="628650" y="381000"/>
                </a:lnTo>
                <a:close/>
                <a:moveTo>
                  <a:pt x="190500" y="381000"/>
                </a:moveTo>
                <a:lnTo>
                  <a:pt x="200025" y="381000"/>
                </a:lnTo>
                <a:lnTo>
                  <a:pt x="200025" y="390525"/>
                </a:lnTo>
                <a:lnTo>
                  <a:pt x="190500" y="390525"/>
                </a:lnTo>
                <a:close/>
                <a:moveTo>
                  <a:pt x="619125" y="381000"/>
                </a:moveTo>
                <a:lnTo>
                  <a:pt x="628650" y="381000"/>
                </a:lnTo>
                <a:lnTo>
                  <a:pt x="628650" y="390525"/>
                </a:lnTo>
                <a:lnTo>
                  <a:pt x="619125" y="390525"/>
                </a:lnTo>
                <a:close/>
                <a:moveTo>
                  <a:pt x="304800" y="390525"/>
                </a:moveTo>
                <a:lnTo>
                  <a:pt x="314325" y="390525"/>
                </a:lnTo>
                <a:lnTo>
                  <a:pt x="314325" y="400050"/>
                </a:lnTo>
                <a:lnTo>
                  <a:pt x="304800" y="400050"/>
                </a:lnTo>
                <a:close/>
                <a:moveTo>
                  <a:pt x="504825" y="390525"/>
                </a:moveTo>
                <a:lnTo>
                  <a:pt x="514350" y="390525"/>
                </a:lnTo>
                <a:lnTo>
                  <a:pt x="514350" y="400050"/>
                </a:lnTo>
                <a:lnTo>
                  <a:pt x="504825" y="400050"/>
                </a:lnTo>
                <a:close/>
                <a:moveTo>
                  <a:pt x="228600" y="400050"/>
                </a:moveTo>
                <a:lnTo>
                  <a:pt x="238125" y="400050"/>
                </a:lnTo>
                <a:lnTo>
                  <a:pt x="238125" y="409575"/>
                </a:lnTo>
                <a:lnTo>
                  <a:pt x="228600" y="409575"/>
                </a:lnTo>
                <a:close/>
                <a:moveTo>
                  <a:pt x="276225" y="400050"/>
                </a:moveTo>
                <a:lnTo>
                  <a:pt x="285750" y="400050"/>
                </a:lnTo>
                <a:lnTo>
                  <a:pt x="285750" y="409575"/>
                </a:lnTo>
                <a:lnTo>
                  <a:pt x="276225" y="409575"/>
                </a:lnTo>
                <a:close/>
                <a:moveTo>
                  <a:pt x="523875" y="400050"/>
                </a:moveTo>
                <a:lnTo>
                  <a:pt x="533400" y="400050"/>
                </a:lnTo>
                <a:lnTo>
                  <a:pt x="533400" y="409575"/>
                </a:lnTo>
                <a:lnTo>
                  <a:pt x="523875" y="409575"/>
                </a:lnTo>
                <a:close/>
                <a:moveTo>
                  <a:pt x="581025" y="400050"/>
                </a:moveTo>
                <a:lnTo>
                  <a:pt x="590550" y="400050"/>
                </a:lnTo>
                <a:lnTo>
                  <a:pt x="590550" y="409575"/>
                </a:lnTo>
                <a:lnTo>
                  <a:pt x="581025" y="409575"/>
                </a:lnTo>
                <a:close/>
                <a:moveTo>
                  <a:pt x="228600" y="457200"/>
                </a:moveTo>
                <a:lnTo>
                  <a:pt x="238125" y="457200"/>
                </a:lnTo>
                <a:lnTo>
                  <a:pt x="238125" y="466725"/>
                </a:lnTo>
                <a:lnTo>
                  <a:pt x="228600" y="466725"/>
                </a:lnTo>
                <a:close/>
                <a:moveTo>
                  <a:pt x="285750" y="457200"/>
                </a:moveTo>
                <a:lnTo>
                  <a:pt x="295275" y="457200"/>
                </a:lnTo>
                <a:lnTo>
                  <a:pt x="295275" y="466725"/>
                </a:lnTo>
                <a:lnTo>
                  <a:pt x="285750" y="466725"/>
                </a:lnTo>
                <a:close/>
                <a:moveTo>
                  <a:pt x="533400" y="457200"/>
                </a:moveTo>
                <a:lnTo>
                  <a:pt x="542925" y="457200"/>
                </a:lnTo>
                <a:lnTo>
                  <a:pt x="542925" y="466725"/>
                </a:lnTo>
                <a:lnTo>
                  <a:pt x="533400" y="466725"/>
                </a:lnTo>
                <a:close/>
                <a:moveTo>
                  <a:pt x="561975" y="457200"/>
                </a:moveTo>
                <a:lnTo>
                  <a:pt x="590550" y="457200"/>
                </a:lnTo>
                <a:lnTo>
                  <a:pt x="590550" y="466725"/>
                </a:lnTo>
                <a:lnTo>
                  <a:pt x="581025" y="466725"/>
                </a:lnTo>
                <a:lnTo>
                  <a:pt x="581025" y="495300"/>
                </a:lnTo>
                <a:lnTo>
                  <a:pt x="561975" y="495300"/>
                </a:lnTo>
                <a:close/>
                <a:moveTo>
                  <a:pt x="838200" y="457200"/>
                </a:moveTo>
                <a:lnTo>
                  <a:pt x="866775" y="457200"/>
                </a:lnTo>
                <a:lnTo>
                  <a:pt x="866775" y="466725"/>
                </a:lnTo>
                <a:lnTo>
                  <a:pt x="838200" y="466725"/>
                </a:lnTo>
                <a:close/>
                <a:moveTo>
                  <a:pt x="228600" y="476250"/>
                </a:moveTo>
                <a:lnTo>
                  <a:pt x="238125" y="476250"/>
                </a:lnTo>
                <a:lnTo>
                  <a:pt x="238125" y="504825"/>
                </a:lnTo>
                <a:lnTo>
                  <a:pt x="228600" y="504825"/>
                </a:lnTo>
                <a:lnTo>
                  <a:pt x="228600" y="514350"/>
                </a:lnTo>
                <a:lnTo>
                  <a:pt x="219075" y="514350"/>
                </a:lnTo>
                <a:lnTo>
                  <a:pt x="219075" y="504825"/>
                </a:lnTo>
                <a:lnTo>
                  <a:pt x="209550" y="504825"/>
                </a:lnTo>
                <a:lnTo>
                  <a:pt x="209550" y="495300"/>
                </a:lnTo>
                <a:lnTo>
                  <a:pt x="219075" y="495300"/>
                </a:lnTo>
                <a:lnTo>
                  <a:pt x="219075" y="485775"/>
                </a:lnTo>
                <a:lnTo>
                  <a:pt x="228600" y="485775"/>
                </a:lnTo>
                <a:close/>
                <a:moveTo>
                  <a:pt x="295275" y="476250"/>
                </a:moveTo>
                <a:lnTo>
                  <a:pt x="304800" y="476250"/>
                </a:lnTo>
                <a:lnTo>
                  <a:pt x="304800" y="485775"/>
                </a:lnTo>
                <a:lnTo>
                  <a:pt x="314325" y="485775"/>
                </a:lnTo>
                <a:lnTo>
                  <a:pt x="314325" y="495300"/>
                </a:lnTo>
                <a:lnTo>
                  <a:pt x="304800" y="495300"/>
                </a:lnTo>
                <a:lnTo>
                  <a:pt x="304800" y="504825"/>
                </a:lnTo>
                <a:lnTo>
                  <a:pt x="285750" y="504825"/>
                </a:lnTo>
                <a:lnTo>
                  <a:pt x="285750" y="485775"/>
                </a:lnTo>
                <a:lnTo>
                  <a:pt x="295275" y="485775"/>
                </a:lnTo>
                <a:close/>
                <a:moveTo>
                  <a:pt x="504825" y="476250"/>
                </a:moveTo>
                <a:lnTo>
                  <a:pt x="523875" y="476250"/>
                </a:lnTo>
                <a:lnTo>
                  <a:pt x="523875" y="495300"/>
                </a:lnTo>
                <a:lnTo>
                  <a:pt x="514350" y="495300"/>
                </a:lnTo>
                <a:lnTo>
                  <a:pt x="514350" y="485775"/>
                </a:lnTo>
                <a:lnTo>
                  <a:pt x="504825" y="485775"/>
                </a:lnTo>
                <a:close/>
                <a:moveTo>
                  <a:pt x="533400" y="476250"/>
                </a:moveTo>
                <a:lnTo>
                  <a:pt x="542925" y="476250"/>
                </a:lnTo>
                <a:lnTo>
                  <a:pt x="542925" y="504825"/>
                </a:lnTo>
                <a:lnTo>
                  <a:pt x="523875" y="504825"/>
                </a:lnTo>
                <a:lnTo>
                  <a:pt x="523875" y="495300"/>
                </a:lnTo>
                <a:lnTo>
                  <a:pt x="533400" y="495300"/>
                </a:lnTo>
                <a:close/>
                <a:moveTo>
                  <a:pt x="590550" y="485775"/>
                </a:moveTo>
                <a:lnTo>
                  <a:pt x="609600" y="485775"/>
                </a:lnTo>
                <a:lnTo>
                  <a:pt x="609600" y="495300"/>
                </a:lnTo>
                <a:lnTo>
                  <a:pt x="600075" y="495300"/>
                </a:lnTo>
                <a:lnTo>
                  <a:pt x="600075" y="504825"/>
                </a:lnTo>
                <a:lnTo>
                  <a:pt x="590550" y="504825"/>
                </a:lnTo>
                <a:close/>
                <a:moveTo>
                  <a:pt x="952500" y="552450"/>
                </a:moveTo>
                <a:lnTo>
                  <a:pt x="962025" y="552450"/>
                </a:lnTo>
                <a:lnTo>
                  <a:pt x="962025" y="561975"/>
                </a:lnTo>
                <a:lnTo>
                  <a:pt x="952500" y="561975"/>
                </a:lnTo>
                <a:close/>
                <a:moveTo>
                  <a:pt x="361950" y="561975"/>
                </a:moveTo>
                <a:lnTo>
                  <a:pt x="371475" y="561975"/>
                </a:lnTo>
                <a:lnTo>
                  <a:pt x="371475" y="571500"/>
                </a:lnTo>
                <a:lnTo>
                  <a:pt x="361950" y="571500"/>
                </a:lnTo>
                <a:close/>
                <a:moveTo>
                  <a:pt x="476250" y="571500"/>
                </a:moveTo>
                <a:lnTo>
                  <a:pt x="485775" y="571500"/>
                </a:lnTo>
                <a:lnTo>
                  <a:pt x="485775" y="590550"/>
                </a:lnTo>
                <a:lnTo>
                  <a:pt x="561975" y="590550"/>
                </a:lnTo>
                <a:lnTo>
                  <a:pt x="561975" y="571500"/>
                </a:lnTo>
                <a:lnTo>
                  <a:pt x="571500" y="571500"/>
                </a:lnTo>
                <a:lnTo>
                  <a:pt x="571500" y="581025"/>
                </a:lnTo>
                <a:lnTo>
                  <a:pt x="590550" y="581025"/>
                </a:lnTo>
                <a:lnTo>
                  <a:pt x="590550" y="590550"/>
                </a:lnTo>
                <a:lnTo>
                  <a:pt x="581025" y="590550"/>
                </a:lnTo>
                <a:lnTo>
                  <a:pt x="581025" y="600075"/>
                </a:lnTo>
                <a:lnTo>
                  <a:pt x="590550" y="600075"/>
                </a:lnTo>
                <a:lnTo>
                  <a:pt x="590550" y="609600"/>
                </a:lnTo>
                <a:lnTo>
                  <a:pt x="457200" y="609600"/>
                </a:lnTo>
                <a:lnTo>
                  <a:pt x="457200" y="600075"/>
                </a:lnTo>
                <a:lnTo>
                  <a:pt x="476250" y="600075"/>
                </a:lnTo>
                <a:lnTo>
                  <a:pt x="476250" y="590550"/>
                </a:lnTo>
                <a:lnTo>
                  <a:pt x="466725" y="590550"/>
                </a:lnTo>
                <a:lnTo>
                  <a:pt x="466725" y="581025"/>
                </a:lnTo>
                <a:lnTo>
                  <a:pt x="476250" y="581025"/>
                </a:lnTo>
                <a:close/>
                <a:moveTo>
                  <a:pt x="771525" y="571500"/>
                </a:moveTo>
                <a:lnTo>
                  <a:pt x="781050" y="571500"/>
                </a:lnTo>
                <a:lnTo>
                  <a:pt x="781050" y="590550"/>
                </a:lnTo>
                <a:lnTo>
                  <a:pt x="790575" y="590550"/>
                </a:lnTo>
                <a:lnTo>
                  <a:pt x="790575" y="571500"/>
                </a:lnTo>
                <a:lnTo>
                  <a:pt x="857250" y="571500"/>
                </a:lnTo>
                <a:lnTo>
                  <a:pt x="857250" y="581025"/>
                </a:lnTo>
                <a:lnTo>
                  <a:pt x="866775" y="581025"/>
                </a:lnTo>
                <a:lnTo>
                  <a:pt x="866775" y="590550"/>
                </a:lnTo>
                <a:lnTo>
                  <a:pt x="857250" y="590550"/>
                </a:lnTo>
                <a:lnTo>
                  <a:pt x="857250" y="609600"/>
                </a:lnTo>
                <a:lnTo>
                  <a:pt x="752475" y="609600"/>
                </a:lnTo>
                <a:lnTo>
                  <a:pt x="752475" y="590550"/>
                </a:lnTo>
                <a:lnTo>
                  <a:pt x="762000" y="590550"/>
                </a:lnTo>
                <a:lnTo>
                  <a:pt x="762000" y="600075"/>
                </a:lnTo>
                <a:lnTo>
                  <a:pt x="771525" y="600075"/>
                </a:lnTo>
                <a:close/>
                <a:moveTo>
                  <a:pt x="209550" y="590550"/>
                </a:moveTo>
                <a:lnTo>
                  <a:pt x="257175" y="590550"/>
                </a:lnTo>
                <a:lnTo>
                  <a:pt x="257175" y="600075"/>
                </a:lnTo>
                <a:lnTo>
                  <a:pt x="266700" y="600075"/>
                </a:lnTo>
                <a:lnTo>
                  <a:pt x="266700" y="609600"/>
                </a:lnTo>
                <a:lnTo>
                  <a:pt x="171450" y="609600"/>
                </a:lnTo>
                <a:lnTo>
                  <a:pt x="171450" y="600075"/>
                </a:lnTo>
                <a:lnTo>
                  <a:pt x="209550" y="600075"/>
                </a:lnTo>
                <a:close/>
                <a:moveTo>
                  <a:pt x="66675" y="676275"/>
                </a:moveTo>
                <a:lnTo>
                  <a:pt x="76200" y="676275"/>
                </a:lnTo>
                <a:lnTo>
                  <a:pt x="76200" y="685800"/>
                </a:lnTo>
                <a:lnTo>
                  <a:pt x="66675" y="685800"/>
                </a:lnTo>
                <a:close/>
              </a:path>
            </a:pathLst>
          </a:custGeom>
          <a:solidFill xmlns:a="http://schemas.openxmlformats.org/drawingml/2006/main">
            <a:srgbClr val="53695C"/>
          </a:solidFill>
          <a:ln xmlns:a="http://schemas.openxmlformats.org/drawingml/2006/main" w="0">
            <a:noFill/>
          </a:ln>
        </p:spPr>
      </p:sp>
      <p:sp>
        <p:nvSpPr>
          <p:cNvPr id="144" name="v11 vector #2c513f">
            <a:extLst xmlns:a="http://schemas.openxmlformats.org/drawingml/2006/main">
              <a:ext uri="{FF2B5EF4-FFF2-40B4-BE49-F238E27FC236}">
                <a16:creationId xmlns:a16="http://schemas.microsoft.com/office/drawing/2014/main" id="{2E23FCC2-3903-4AC6-97F8-3A5EC5E633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8250" y="3609975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885825" y="38100"/>
                </a:moveTo>
                <a:lnTo>
                  <a:pt x="971550" y="38100"/>
                </a:lnTo>
                <a:lnTo>
                  <a:pt x="971550" y="57150"/>
                </a:lnTo>
                <a:lnTo>
                  <a:pt x="990600" y="57150"/>
                </a:lnTo>
                <a:lnTo>
                  <a:pt x="990600" y="76200"/>
                </a:lnTo>
                <a:lnTo>
                  <a:pt x="904875" y="76200"/>
                </a:lnTo>
                <a:lnTo>
                  <a:pt x="904875" y="85725"/>
                </a:lnTo>
                <a:lnTo>
                  <a:pt x="895350" y="85725"/>
                </a:lnTo>
                <a:lnTo>
                  <a:pt x="895350" y="104775"/>
                </a:lnTo>
                <a:lnTo>
                  <a:pt x="885825" y="104775"/>
                </a:lnTo>
                <a:lnTo>
                  <a:pt x="885825" y="123825"/>
                </a:lnTo>
                <a:lnTo>
                  <a:pt x="876300" y="123825"/>
                </a:lnTo>
                <a:lnTo>
                  <a:pt x="876300" y="133350"/>
                </a:lnTo>
                <a:lnTo>
                  <a:pt x="914400" y="133350"/>
                </a:lnTo>
                <a:lnTo>
                  <a:pt x="914400" y="142875"/>
                </a:lnTo>
                <a:lnTo>
                  <a:pt x="676275" y="142875"/>
                </a:lnTo>
                <a:lnTo>
                  <a:pt x="676275" y="133350"/>
                </a:lnTo>
                <a:lnTo>
                  <a:pt x="733425" y="133350"/>
                </a:lnTo>
                <a:lnTo>
                  <a:pt x="733425" y="123825"/>
                </a:lnTo>
                <a:lnTo>
                  <a:pt x="723900" y="123825"/>
                </a:lnTo>
                <a:lnTo>
                  <a:pt x="723900" y="66675"/>
                </a:lnTo>
                <a:lnTo>
                  <a:pt x="752475" y="66675"/>
                </a:lnTo>
                <a:lnTo>
                  <a:pt x="752475" y="85725"/>
                </a:lnTo>
                <a:lnTo>
                  <a:pt x="781050" y="85725"/>
                </a:lnTo>
                <a:lnTo>
                  <a:pt x="781050" y="114300"/>
                </a:lnTo>
                <a:lnTo>
                  <a:pt x="790575" y="114300"/>
                </a:lnTo>
                <a:lnTo>
                  <a:pt x="790575" y="66675"/>
                </a:lnTo>
                <a:lnTo>
                  <a:pt x="800100" y="66675"/>
                </a:lnTo>
                <a:lnTo>
                  <a:pt x="800100" y="57150"/>
                </a:lnTo>
                <a:lnTo>
                  <a:pt x="885825" y="57150"/>
                </a:lnTo>
                <a:close/>
                <a:moveTo>
                  <a:pt x="1028700" y="38100"/>
                </a:moveTo>
                <a:lnTo>
                  <a:pt x="1038225" y="38100"/>
                </a:lnTo>
                <a:lnTo>
                  <a:pt x="1038225" y="47625"/>
                </a:lnTo>
                <a:lnTo>
                  <a:pt x="1028700" y="47625"/>
                </a:lnTo>
                <a:close/>
                <a:moveTo>
                  <a:pt x="1038225" y="47625"/>
                </a:moveTo>
                <a:lnTo>
                  <a:pt x="1047750" y="47625"/>
                </a:lnTo>
                <a:lnTo>
                  <a:pt x="1047750" y="57150"/>
                </a:lnTo>
                <a:lnTo>
                  <a:pt x="1038225" y="57150"/>
                </a:lnTo>
                <a:close/>
                <a:moveTo>
                  <a:pt x="361950" y="57150"/>
                </a:moveTo>
                <a:lnTo>
                  <a:pt x="447675" y="57150"/>
                </a:lnTo>
                <a:lnTo>
                  <a:pt x="447675" y="66675"/>
                </a:lnTo>
                <a:lnTo>
                  <a:pt x="466725" y="66675"/>
                </a:lnTo>
                <a:lnTo>
                  <a:pt x="466725" y="76200"/>
                </a:lnTo>
                <a:lnTo>
                  <a:pt x="438150" y="76200"/>
                </a:lnTo>
                <a:lnTo>
                  <a:pt x="438150" y="66675"/>
                </a:lnTo>
                <a:lnTo>
                  <a:pt x="419100" y="66675"/>
                </a:lnTo>
                <a:lnTo>
                  <a:pt x="419100" y="76200"/>
                </a:lnTo>
                <a:lnTo>
                  <a:pt x="390525" y="76200"/>
                </a:lnTo>
                <a:lnTo>
                  <a:pt x="390525" y="85725"/>
                </a:lnTo>
                <a:lnTo>
                  <a:pt x="381000" y="85725"/>
                </a:lnTo>
                <a:lnTo>
                  <a:pt x="381000" y="95250"/>
                </a:lnTo>
                <a:lnTo>
                  <a:pt x="361950" y="95250"/>
                </a:lnTo>
                <a:lnTo>
                  <a:pt x="361950" y="114300"/>
                </a:lnTo>
                <a:lnTo>
                  <a:pt x="371475" y="114300"/>
                </a:lnTo>
                <a:lnTo>
                  <a:pt x="371475" y="123825"/>
                </a:lnTo>
                <a:lnTo>
                  <a:pt x="361950" y="123825"/>
                </a:lnTo>
                <a:lnTo>
                  <a:pt x="361950" y="133350"/>
                </a:lnTo>
                <a:lnTo>
                  <a:pt x="457200" y="133350"/>
                </a:lnTo>
                <a:lnTo>
                  <a:pt x="457200" y="142875"/>
                </a:lnTo>
                <a:lnTo>
                  <a:pt x="247650" y="142875"/>
                </a:lnTo>
                <a:lnTo>
                  <a:pt x="247650" y="133350"/>
                </a:lnTo>
                <a:lnTo>
                  <a:pt x="266700" y="133350"/>
                </a:lnTo>
                <a:lnTo>
                  <a:pt x="266700" y="123825"/>
                </a:lnTo>
                <a:lnTo>
                  <a:pt x="247650" y="123825"/>
                </a:lnTo>
                <a:lnTo>
                  <a:pt x="247650" y="114300"/>
                </a:lnTo>
                <a:lnTo>
                  <a:pt x="257175" y="114300"/>
                </a:lnTo>
                <a:lnTo>
                  <a:pt x="257175" y="104775"/>
                </a:lnTo>
                <a:lnTo>
                  <a:pt x="266700" y="104775"/>
                </a:lnTo>
                <a:lnTo>
                  <a:pt x="266700" y="85725"/>
                </a:lnTo>
                <a:lnTo>
                  <a:pt x="276225" y="85725"/>
                </a:lnTo>
                <a:lnTo>
                  <a:pt x="276225" y="114300"/>
                </a:lnTo>
                <a:lnTo>
                  <a:pt x="304800" y="114300"/>
                </a:lnTo>
                <a:lnTo>
                  <a:pt x="304800" y="104775"/>
                </a:lnTo>
                <a:lnTo>
                  <a:pt x="314325" y="104775"/>
                </a:lnTo>
                <a:lnTo>
                  <a:pt x="314325" y="114300"/>
                </a:lnTo>
                <a:lnTo>
                  <a:pt x="333375" y="114300"/>
                </a:lnTo>
                <a:lnTo>
                  <a:pt x="333375" y="123825"/>
                </a:lnTo>
                <a:lnTo>
                  <a:pt x="323850" y="123825"/>
                </a:lnTo>
                <a:lnTo>
                  <a:pt x="323850" y="133350"/>
                </a:lnTo>
                <a:lnTo>
                  <a:pt x="342900" y="133350"/>
                </a:lnTo>
                <a:lnTo>
                  <a:pt x="342900" y="85725"/>
                </a:lnTo>
                <a:lnTo>
                  <a:pt x="352425" y="85725"/>
                </a:lnTo>
                <a:lnTo>
                  <a:pt x="352425" y="66675"/>
                </a:lnTo>
                <a:lnTo>
                  <a:pt x="361950" y="66675"/>
                </a:lnTo>
                <a:close/>
                <a:moveTo>
                  <a:pt x="504825" y="57150"/>
                </a:moveTo>
                <a:lnTo>
                  <a:pt x="533400" y="57150"/>
                </a:lnTo>
                <a:lnTo>
                  <a:pt x="533400" y="76200"/>
                </a:lnTo>
                <a:lnTo>
                  <a:pt x="504825" y="76200"/>
                </a:lnTo>
                <a:close/>
                <a:moveTo>
                  <a:pt x="57150" y="66675"/>
                </a:moveTo>
                <a:lnTo>
                  <a:pt x="66675" y="66675"/>
                </a:lnTo>
                <a:lnTo>
                  <a:pt x="66675" y="76200"/>
                </a:lnTo>
                <a:lnTo>
                  <a:pt x="57150" y="76200"/>
                </a:lnTo>
                <a:close/>
                <a:moveTo>
                  <a:pt x="114300" y="66675"/>
                </a:moveTo>
                <a:lnTo>
                  <a:pt x="133350" y="66675"/>
                </a:lnTo>
                <a:lnTo>
                  <a:pt x="133350" y="76200"/>
                </a:lnTo>
                <a:lnTo>
                  <a:pt x="114300" y="76200"/>
                </a:lnTo>
                <a:close/>
                <a:moveTo>
                  <a:pt x="238125" y="66675"/>
                </a:moveTo>
                <a:lnTo>
                  <a:pt x="257175" y="66675"/>
                </a:lnTo>
                <a:lnTo>
                  <a:pt x="257175" y="76200"/>
                </a:lnTo>
                <a:lnTo>
                  <a:pt x="238125" y="76200"/>
                </a:lnTo>
                <a:close/>
                <a:moveTo>
                  <a:pt x="104775" y="76200"/>
                </a:moveTo>
                <a:lnTo>
                  <a:pt x="114300" y="76200"/>
                </a:lnTo>
                <a:lnTo>
                  <a:pt x="114300" y="85725"/>
                </a:lnTo>
                <a:lnTo>
                  <a:pt x="104775" y="85725"/>
                </a:lnTo>
                <a:close/>
                <a:moveTo>
                  <a:pt x="228600" y="76200"/>
                </a:moveTo>
                <a:lnTo>
                  <a:pt x="238125" y="76200"/>
                </a:lnTo>
                <a:lnTo>
                  <a:pt x="238125" y="85725"/>
                </a:lnTo>
                <a:lnTo>
                  <a:pt x="228600" y="85725"/>
                </a:lnTo>
                <a:close/>
                <a:moveTo>
                  <a:pt x="447675" y="85725"/>
                </a:moveTo>
                <a:lnTo>
                  <a:pt x="466725" y="85725"/>
                </a:lnTo>
                <a:lnTo>
                  <a:pt x="466725" y="95250"/>
                </a:lnTo>
                <a:lnTo>
                  <a:pt x="447675" y="95250"/>
                </a:lnTo>
                <a:close/>
                <a:moveTo>
                  <a:pt x="390525" y="95250"/>
                </a:moveTo>
                <a:lnTo>
                  <a:pt x="400050" y="95250"/>
                </a:lnTo>
                <a:lnTo>
                  <a:pt x="400050" y="114300"/>
                </a:lnTo>
                <a:lnTo>
                  <a:pt x="409575" y="114300"/>
                </a:lnTo>
                <a:lnTo>
                  <a:pt x="409575" y="123825"/>
                </a:lnTo>
                <a:lnTo>
                  <a:pt x="381000" y="123825"/>
                </a:lnTo>
                <a:lnTo>
                  <a:pt x="381000" y="114300"/>
                </a:lnTo>
                <a:lnTo>
                  <a:pt x="390525" y="114300"/>
                </a:lnTo>
                <a:close/>
                <a:moveTo>
                  <a:pt x="409575" y="95250"/>
                </a:moveTo>
                <a:lnTo>
                  <a:pt x="419100" y="95250"/>
                </a:lnTo>
                <a:lnTo>
                  <a:pt x="419100" y="104775"/>
                </a:lnTo>
                <a:lnTo>
                  <a:pt x="409575" y="104775"/>
                </a:lnTo>
                <a:close/>
                <a:moveTo>
                  <a:pt x="485775" y="95250"/>
                </a:moveTo>
                <a:lnTo>
                  <a:pt x="504825" y="95250"/>
                </a:lnTo>
                <a:lnTo>
                  <a:pt x="504825" y="104775"/>
                </a:lnTo>
                <a:lnTo>
                  <a:pt x="495300" y="104775"/>
                </a:lnTo>
                <a:lnTo>
                  <a:pt x="495300" y="114300"/>
                </a:lnTo>
                <a:lnTo>
                  <a:pt x="485775" y="114300"/>
                </a:lnTo>
                <a:close/>
                <a:moveTo>
                  <a:pt x="76200" y="104775"/>
                </a:moveTo>
                <a:lnTo>
                  <a:pt x="85725" y="104775"/>
                </a:lnTo>
                <a:lnTo>
                  <a:pt x="85725" y="114300"/>
                </a:lnTo>
                <a:lnTo>
                  <a:pt x="114300" y="114300"/>
                </a:lnTo>
                <a:lnTo>
                  <a:pt x="114300" y="123825"/>
                </a:lnTo>
                <a:lnTo>
                  <a:pt x="104775" y="123825"/>
                </a:lnTo>
                <a:lnTo>
                  <a:pt x="104775" y="133350"/>
                </a:lnTo>
                <a:lnTo>
                  <a:pt x="123825" y="133350"/>
                </a:lnTo>
                <a:lnTo>
                  <a:pt x="123825" y="142875"/>
                </a:lnTo>
                <a:lnTo>
                  <a:pt x="76200" y="142875"/>
                </a:lnTo>
                <a:lnTo>
                  <a:pt x="76200" y="123825"/>
                </a:lnTo>
                <a:lnTo>
                  <a:pt x="66675" y="123825"/>
                </a:lnTo>
                <a:lnTo>
                  <a:pt x="66675" y="142875"/>
                </a:lnTo>
                <a:lnTo>
                  <a:pt x="57150" y="142875"/>
                </a:lnTo>
                <a:lnTo>
                  <a:pt x="57150" y="114300"/>
                </a:lnTo>
                <a:lnTo>
                  <a:pt x="76200" y="114300"/>
                </a:lnTo>
                <a:close/>
                <a:moveTo>
                  <a:pt x="800100" y="104775"/>
                </a:moveTo>
                <a:lnTo>
                  <a:pt x="809625" y="104775"/>
                </a:lnTo>
                <a:lnTo>
                  <a:pt x="809625" y="123825"/>
                </a:lnTo>
                <a:lnTo>
                  <a:pt x="790575" y="123825"/>
                </a:lnTo>
                <a:lnTo>
                  <a:pt x="790575" y="133350"/>
                </a:lnTo>
                <a:lnTo>
                  <a:pt x="819150" y="133350"/>
                </a:lnTo>
                <a:lnTo>
                  <a:pt x="819150" y="114300"/>
                </a:lnTo>
                <a:lnTo>
                  <a:pt x="828675" y="114300"/>
                </a:lnTo>
                <a:lnTo>
                  <a:pt x="828675" y="85725"/>
                </a:lnTo>
                <a:lnTo>
                  <a:pt x="819150" y="85725"/>
                </a:lnTo>
                <a:lnTo>
                  <a:pt x="819150" y="76200"/>
                </a:lnTo>
                <a:lnTo>
                  <a:pt x="800100" y="76200"/>
                </a:lnTo>
                <a:close/>
                <a:moveTo>
                  <a:pt x="857250" y="104775"/>
                </a:moveTo>
                <a:lnTo>
                  <a:pt x="876300" y="104775"/>
                </a:lnTo>
                <a:lnTo>
                  <a:pt x="876300" y="76200"/>
                </a:lnTo>
                <a:lnTo>
                  <a:pt x="857250" y="76200"/>
                </a:lnTo>
                <a:close/>
                <a:moveTo>
                  <a:pt x="476250" y="114300"/>
                </a:moveTo>
                <a:lnTo>
                  <a:pt x="485775" y="114300"/>
                </a:lnTo>
                <a:lnTo>
                  <a:pt x="485775" y="123825"/>
                </a:lnTo>
                <a:lnTo>
                  <a:pt x="476250" y="123825"/>
                </a:lnTo>
                <a:close/>
                <a:moveTo>
                  <a:pt x="466725" y="133350"/>
                </a:moveTo>
                <a:lnTo>
                  <a:pt x="523875" y="133350"/>
                </a:lnTo>
                <a:lnTo>
                  <a:pt x="523875" y="142875"/>
                </a:lnTo>
                <a:lnTo>
                  <a:pt x="466725" y="142875"/>
                </a:lnTo>
                <a:close/>
                <a:moveTo>
                  <a:pt x="619125" y="133350"/>
                </a:moveTo>
                <a:lnTo>
                  <a:pt x="638175" y="133350"/>
                </a:lnTo>
                <a:lnTo>
                  <a:pt x="638175" y="142875"/>
                </a:lnTo>
                <a:lnTo>
                  <a:pt x="619125" y="142875"/>
                </a:lnTo>
                <a:close/>
                <a:moveTo>
                  <a:pt x="942975" y="133350"/>
                </a:moveTo>
                <a:lnTo>
                  <a:pt x="1000125" y="133350"/>
                </a:lnTo>
                <a:lnTo>
                  <a:pt x="1000125" y="142875"/>
                </a:lnTo>
                <a:lnTo>
                  <a:pt x="942975" y="142875"/>
                </a:lnTo>
                <a:close/>
                <a:moveTo>
                  <a:pt x="1047750" y="133350"/>
                </a:moveTo>
                <a:lnTo>
                  <a:pt x="1057275" y="133350"/>
                </a:lnTo>
                <a:lnTo>
                  <a:pt x="1057275" y="142875"/>
                </a:lnTo>
                <a:lnTo>
                  <a:pt x="1047750" y="142875"/>
                </a:lnTo>
                <a:close/>
                <a:moveTo>
                  <a:pt x="219075" y="209550"/>
                </a:moveTo>
                <a:lnTo>
                  <a:pt x="295275" y="209550"/>
                </a:lnTo>
                <a:lnTo>
                  <a:pt x="295275" y="219075"/>
                </a:lnTo>
                <a:lnTo>
                  <a:pt x="266700" y="219075"/>
                </a:lnTo>
                <a:lnTo>
                  <a:pt x="266700" y="228600"/>
                </a:lnTo>
                <a:lnTo>
                  <a:pt x="276225" y="228600"/>
                </a:lnTo>
                <a:lnTo>
                  <a:pt x="276225" y="238125"/>
                </a:lnTo>
                <a:lnTo>
                  <a:pt x="228600" y="238125"/>
                </a:lnTo>
                <a:lnTo>
                  <a:pt x="228600" y="228600"/>
                </a:lnTo>
                <a:lnTo>
                  <a:pt x="219075" y="228600"/>
                </a:lnTo>
                <a:lnTo>
                  <a:pt x="219075" y="247650"/>
                </a:lnTo>
                <a:lnTo>
                  <a:pt x="228600" y="247650"/>
                </a:lnTo>
                <a:lnTo>
                  <a:pt x="228600" y="257175"/>
                </a:lnTo>
                <a:lnTo>
                  <a:pt x="247650" y="257175"/>
                </a:lnTo>
                <a:lnTo>
                  <a:pt x="247650" y="276225"/>
                </a:lnTo>
                <a:lnTo>
                  <a:pt x="228600" y="276225"/>
                </a:lnTo>
                <a:lnTo>
                  <a:pt x="228600" y="285750"/>
                </a:lnTo>
                <a:lnTo>
                  <a:pt x="180975" y="285750"/>
                </a:lnTo>
                <a:lnTo>
                  <a:pt x="180975" y="276225"/>
                </a:lnTo>
                <a:lnTo>
                  <a:pt x="171450" y="276225"/>
                </a:lnTo>
                <a:lnTo>
                  <a:pt x="171450" y="285750"/>
                </a:lnTo>
                <a:lnTo>
                  <a:pt x="161925" y="285750"/>
                </a:lnTo>
                <a:lnTo>
                  <a:pt x="161925" y="266700"/>
                </a:lnTo>
                <a:lnTo>
                  <a:pt x="171450" y="266700"/>
                </a:lnTo>
                <a:lnTo>
                  <a:pt x="171450" y="247650"/>
                </a:lnTo>
                <a:lnTo>
                  <a:pt x="180975" y="247650"/>
                </a:lnTo>
                <a:lnTo>
                  <a:pt x="180975" y="257175"/>
                </a:lnTo>
                <a:lnTo>
                  <a:pt x="190500" y="257175"/>
                </a:lnTo>
                <a:lnTo>
                  <a:pt x="190500" y="247650"/>
                </a:lnTo>
                <a:lnTo>
                  <a:pt x="200025" y="247650"/>
                </a:lnTo>
                <a:lnTo>
                  <a:pt x="200025" y="238125"/>
                </a:lnTo>
                <a:lnTo>
                  <a:pt x="190500" y="238125"/>
                </a:lnTo>
                <a:lnTo>
                  <a:pt x="190500" y="228600"/>
                </a:lnTo>
                <a:lnTo>
                  <a:pt x="200025" y="228600"/>
                </a:lnTo>
                <a:lnTo>
                  <a:pt x="200025" y="219075"/>
                </a:lnTo>
                <a:lnTo>
                  <a:pt x="219075" y="219075"/>
                </a:lnTo>
                <a:close/>
                <a:moveTo>
                  <a:pt x="523875" y="209550"/>
                </a:moveTo>
                <a:lnTo>
                  <a:pt x="533400" y="209550"/>
                </a:lnTo>
                <a:lnTo>
                  <a:pt x="533400" y="219075"/>
                </a:lnTo>
                <a:lnTo>
                  <a:pt x="523875" y="219075"/>
                </a:lnTo>
                <a:close/>
                <a:moveTo>
                  <a:pt x="542925" y="209550"/>
                </a:moveTo>
                <a:lnTo>
                  <a:pt x="600075" y="209550"/>
                </a:lnTo>
                <a:lnTo>
                  <a:pt x="600075" y="219075"/>
                </a:lnTo>
                <a:lnTo>
                  <a:pt x="619125" y="219075"/>
                </a:lnTo>
                <a:lnTo>
                  <a:pt x="619125" y="228600"/>
                </a:lnTo>
                <a:lnTo>
                  <a:pt x="628650" y="228600"/>
                </a:lnTo>
                <a:lnTo>
                  <a:pt x="628650" y="238125"/>
                </a:lnTo>
                <a:lnTo>
                  <a:pt x="619125" y="238125"/>
                </a:lnTo>
                <a:lnTo>
                  <a:pt x="619125" y="247650"/>
                </a:lnTo>
                <a:lnTo>
                  <a:pt x="628650" y="247650"/>
                </a:lnTo>
                <a:lnTo>
                  <a:pt x="628650" y="238125"/>
                </a:lnTo>
                <a:lnTo>
                  <a:pt x="638175" y="238125"/>
                </a:lnTo>
                <a:lnTo>
                  <a:pt x="638175" y="247650"/>
                </a:lnTo>
                <a:lnTo>
                  <a:pt x="647700" y="247650"/>
                </a:lnTo>
                <a:lnTo>
                  <a:pt x="647700" y="257175"/>
                </a:lnTo>
                <a:lnTo>
                  <a:pt x="628650" y="257175"/>
                </a:lnTo>
                <a:lnTo>
                  <a:pt x="628650" y="285750"/>
                </a:lnTo>
                <a:lnTo>
                  <a:pt x="638175" y="285750"/>
                </a:lnTo>
                <a:lnTo>
                  <a:pt x="638175" y="295275"/>
                </a:lnTo>
                <a:lnTo>
                  <a:pt x="657225" y="295275"/>
                </a:lnTo>
                <a:lnTo>
                  <a:pt x="657225" y="342900"/>
                </a:lnTo>
                <a:lnTo>
                  <a:pt x="628650" y="342900"/>
                </a:lnTo>
                <a:lnTo>
                  <a:pt x="628650" y="352425"/>
                </a:lnTo>
                <a:lnTo>
                  <a:pt x="619125" y="352425"/>
                </a:lnTo>
                <a:lnTo>
                  <a:pt x="619125" y="342900"/>
                </a:lnTo>
                <a:lnTo>
                  <a:pt x="590550" y="342900"/>
                </a:lnTo>
                <a:lnTo>
                  <a:pt x="590550" y="323850"/>
                </a:lnTo>
                <a:lnTo>
                  <a:pt x="581025" y="323850"/>
                </a:lnTo>
                <a:lnTo>
                  <a:pt x="581025" y="314325"/>
                </a:lnTo>
                <a:lnTo>
                  <a:pt x="590550" y="314325"/>
                </a:lnTo>
                <a:lnTo>
                  <a:pt x="590550" y="304800"/>
                </a:lnTo>
                <a:lnTo>
                  <a:pt x="600075" y="304800"/>
                </a:lnTo>
                <a:lnTo>
                  <a:pt x="600075" y="295275"/>
                </a:lnTo>
                <a:lnTo>
                  <a:pt x="609600" y="295275"/>
                </a:lnTo>
                <a:lnTo>
                  <a:pt x="609600" y="304800"/>
                </a:lnTo>
                <a:lnTo>
                  <a:pt x="619125" y="304800"/>
                </a:lnTo>
                <a:lnTo>
                  <a:pt x="619125" y="266700"/>
                </a:lnTo>
                <a:lnTo>
                  <a:pt x="609600" y="266700"/>
                </a:lnTo>
                <a:lnTo>
                  <a:pt x="609600" y="257175"/>
                </a:lnTo>
                <a:lnTo>
                  <a:pt x="600075" y="257175"/>
                </a:lnTo>
                <a:lnTo>
                  <a:pt x="600075" y="266700"/>
                </a:lnTo>
                <a:lnTo>
                  <a:pt x="590550" y="266700"/>
                </a:lnTo>
                <a:lnTo>
                  <a:pt x="590550" y="276225"/>
                </a:lnTo>
                <a:lnTo>
                  <a:pt x="581025" y="276225"/>
                </a:lnTo>
                <a:lnTo>
                  <a:pt x="581025" y="285750"/>
                </a:lnTo>
                <a:lnTo>
                  <a:pt x="571500" y="285750"/>
                </a:lnTo>
                <a:lnTo>
                  <a:pt x="571500" y="295275"/>
                </a:lnTo>
                <a:lnTo>
                  <a:pt x="561975" y="295275"/>
                </a:lnTo>
                <a:lnTo>
                  <a:pt x="561975" y="304800"/>
                </a:lnTo>
                <a:lnTo>
                  <a:pt x="552450" y="304800"/>
                </a:lnTo>
                <a:lnTo>
                  <a:pt x="552450" y="314325"/>
                </a:lnTo>
                <a:lnTo>
                  <a:pt x="533400" y="314325"/>
                </a:lnTo>
                <a:lnTo>
                  <a:pt x="533400" y="304800"/>
                </a:lnTo>
                <a:lnTo>
                  <a:pt x="523875" y="304800"/>
                </a:lnTo>
                <a:lnTo>
                  <a:pt x="523875" y="295275"/>
                </a:lnTo>
                <a:lnTo>
                  <a:pt x="514350" y="295275"/>
                </a:lnTo>
                <a:lnTo>
                  <a:pt x="514350" y="304800"/>
                </a:lnTo>
                <a:lnTo>
                  <a:pt x="504825" y="304800"/>
                </a:lnTo>
                <a:lnTo>
                  <a:pt x="504825" y="295275"/>
                </a:lnTo>
                <a:lnTo>
                  <a:pt x="495300" y="295275"/>
                </a:lnTo>
                <a:lnTo>
                  <a:pt x="495300" y="304800"/>
                </a:lnTo>
                <a:lnTo>
                  <a:pt x="504825" y="304800"/>
                </a:lnTo>
                <a:lnTo>
                  <a:pt x="504825" y="342900"/>
                </a:lnTo>
                <a:lnTo>
                  <a:pt x="514350" y="342900"/>
                </a:lnTo>
                <a:lnTo>
                  <a:pt x="514350" y="352425"/>
                </a:lnTo>
                <a:lnTo>
                  <a:pt x="542925" y="352425"/>
                </a:lnTo>
                <a:lnTo>
                  <a:pt x="542925" y="371475"/>
                </a:lnTo>
                <a:lnTo>
                  <a:pt x="561975" y="371475"/>
                </a:lnTo>
                <a:lnTo>
                  <a:pt x="561975" y="381000"/>
                </a:lnTo>
                <a:lnTo>
                  <a:pt x="571500" y="381000"/>
                </a:lnTo>
                <a:lnTo>
                  <a:pt x="571500" y="390525"/>
                </a:lnTo>
                <a:lnTo>
                  <a:pt x="609600" y="390525"/>
                </a:lnTo>
                <a:lnTo>
                  <a:pt x="609600" y="400050"/>
                </a:lnTo>
                <a:lnTo>
                  <a:pt x="581025" y="400050"/>
                </a:lnTo>
                <a:lnTo>
                  <a:pt x="581025" y="409575"/>
                </a:lnTo>
                <a:lnTo>
                  <a:pt x="533400" y="409575"/>
                </a:lnTo>
                <a:lnTo>
                  <a:pt x="533400" y="400050"/>
                </a:lnTo>
                <a:lnTo>
                  <a:pt x="514350" y="400050"/>
                </a:lnTo>
                <a:lnTo>
                  <a:pt x="514350" y="390525"/>
                </a:lnTo>
                <a:lnTo>
                  <a:pt x="495300" y="390525"/>
                </a:lnTo>
                <a:lnTo>
                  <a:pt x="495300" y="381000"/>
                </a:lnTo>
                <a:lnTo>
                  <a:pt x="504825" y="381000"/>
                </a:lnTo>
                <a:lnTo>
                  <a:pt x="504825" y="371475"/>
                </a:lnTo>
                <a:lnTo>
                  <a:pt x="495300" y="371475"/>
                </a:lnTo>
                <a:lnTo>
                  <a:pt x="495300" y="361950"/>
                </a:lnTo>
                <a:lnTo>
                  <a:pt x="485775" y="361950"/>
                </a:lnTo>
                <a:lnTo>
                  <a:pt x="485775" y="371475"/>
                </a:lnTo>
                <a:lnTo>
                  <a:pt x="476250" y="371475"/>
                </a:lnTo>
                <a:lnTo>
                  <a:pt x="476250" y="361950"/>
                </a:lnTo>
                <a:lnTo>
                  <a:pt x="466725" y="361950"/>
                </a:lnTo>
                <a:lnTo>
                  <a:pt x="466725" y="333375"/>
                </a:lnTo>
                <a:lnTo>
                  <a:pt x="457200" y="333375"/>
                </a:lnTo>
                <a:lnTo>
                  <a:pt x="457200" y="323850"/>
                </a:lnTo>
                <a:lnTo>
                  <a:pt x="476250" y="323850"/>
                </a:lnTo>
                <a:lnTo>
                  <a:pt x="476250" y="314325"/>
                </a:lnTo>
                <a:lnTo>
                  <a:pt x="485775" y="314325"/>
                </a:lnTo>
                <a:lnTo>
                  <a:pt x="485775" y="295275"/>
                </a:lnTo>
                <a:lnTo>
                  <a:pt x="476250" y="295275"/>
                </a:lnTo>
                <a:lnTo>
                  <a:pt x="476250" y="285750"/>
                </a:lnTo>
                <a:lnTo>
                  <a:pt x="457200" y="285750"/>
                </a:lnTo>
                <a:lnTo>
                  <a:pt x="457200" y="276225"/>
                </a:lnTo>
                <a:lnTo>
                  <a:pt x="466725" y="276225"/>
                </a:lnTo>
                <a:lnTo>
                  <a:pt x="466725" y="257175"/>
                </a:lnTo>
                <a:lnTo>
                  <a:pt x="476250" y="257175"/>
                </a:lnTo>
                <a:lnTo>
                  <a:pt x="476250" y="238125"/>
                </a:lnTo>
                <a:lnTo>
                  <a:pt x="485775" y="238125"/>
                </a:lnTo>
                <a:lnTo>
                  <a:pt x="485775" y="228600"/>
                </a:lnTo>
                <a:lnTo>
                  <a:pt x="495300" y="228600"/>
                </a:lnTo>
                <a:lnTo>
                  <a:pt x="495300" y="247650"/>
                </a:lnTo>
                <a:lnTo>
                  <a:pt x="542925" y="247650"/>
                </a:lnTo>
                <a:lnTo>
                  <a:pt x="542925" y="228600"/>
                </a:lnTo>
                <a:lnTo>
                  <a:pt x="561975" y="228600"/>
                </a:lnTo>
                <a:lnTo>
                  <a:pt x="561975" y="219075"/>
                </a:lnTo>
                <a:lnTo>
                  <a:pt x="542925" y="219075"/>
                </a:lnTo>
                <a:close/>
                <a:moveTo>
                  <a:pt x="295275" y="257175"/>
                </a:moveTo>
                <a:lnTo>
                  <a:pt x="314325" y="257175"/>
                </a:lnTo>
                <a:lnTo>
                  <a:pt x="314325" y="276225"/>
                </a:lnTo>
                <a:lnTo>
                  <a:pt x="304800" y="276225"/>
                </a:lnTo>
                <a:lnTo>
                  <a:pt x="304800" y="266700"/>
                </a:lnTo>
                <a:lnTo>
                  <a:pt x="295275" y="266700"/>
                </a:lnTo>
                <a:close/>
                <a:moveTo>
                  <a:pt x="342900" y="257175"/>
                </a:moveTo>
                <a:lnTo>
                  <a:pt x="352425" y="257175"/>
                </a:lnTo>
                <a:lnTo>
                  <a:pt x="352425" y="285750"/>
                </a:lnTo>
                <a:lnTo>
                  <a:pt x="361950" y="285750"/>
                </a:lnTo>
                <a:lnTo>
                  <a:pt x="361950" y="323850"/>
                </a:lnTo>
                <a:lnTo>
                  <a:pt x="352425" y="323850"/>
                </a:lnTo>
                <a:lnTo>
                  <a:pt x="352425" y="352425"/>
                </a:lnTo>
                <a:lnTo>
                  <a:pt x="342900" y="352425"/>
                </a:lnTo>
                <a:lnTo>
                  <a:pt x="342900" y="371475"/>
                </a:lnTo>
                <a:lnTo>
                  <a:pt x="333375" y="371475"/>
                </a:lnTo>
                <a:lnTo>
                  <a:pt x="333375" y="381000"/>
                </a:lnTo>
                <a:lnTo>
                  <a:pt x="323850" y="381000"/>
                </a:lnTo>
                <a:lnTo>
                  <a:pt x="323850" y="371475"/>
                </a:lnTo>
                <a:lnTo>
                  <a:pt x="314325" y="371475"/>
                </a:lnTo>
                <a:lnTo>
                  <a:pt x="314325" y="381000"/>
                </a:lnTo>
                <a:lnTo>
                  <a:pt x="323850" y="381000"/>
                </a:lnTo>
                <a:lnTo>
                  <a:pt x="323850" y="390525"/>
                </a:lnTo>
                <a:lnTo>
                  <a:pt x="304800" y="390525"/>
                </a:lnTo>
                <a:lnTo>
                  <a:pt x="304800" y="400050"/>
                </a:lnTo>
                <a:lnTo>
                  <a:pt x="276225" y="400050"/>
                </a:lnTo>
                <a:lnTo>
                  <a:pt x="276225" y="390525"/>
                </a:lnTo>
                <a:lnTo>
                  <a:pt x="257175" y="390525"/>
                </a:lnTo>
                <a:lnTo>
                  <a:pt x="257175" y="381000"/>
                </a:lnTo>
                <a:lnTo>
                  <a:pt x="247650" y="381000"/>
                </a:lnTo>
                <a:lnTo>
                  <a:pt x="247650" y="361950"/>
                </a:lnTo>
                <a:lnTo>
                  <a:pt x="238125" y="361950"/>
                </a:lnTo>
                <a:lnTo>
                  <a:pt x="238125" y="352425"/>
                </a:lnTo>
                <a:lnTo>
                  <a:pt x="257175" y="352425"/>
                </a:lnTo>
                <a:lnTo>
                  <a:pt x="257175" y="342900"/>
                </a:lnTo>
                <a:lnTo>
                  <a:pt x="266700" y="342900"/>
                </a:lnTo>
                <a:lnTo>
                  <a:pt x="266700" y="333375"/>
                </a:lnTo>
                <a:lnTo>
                  <a:pt x="276225" y="333375"/>
                </a:lnTo>
                <a:lnTo>
                  <a:pt x="276225" y="323850"/>
                </a:lnTo>
                <a:lnTo>
                  <a:pt x="285750" y="323850"/>
                </a:lnTo>
                <a:lnTo>
                  <a:pt x="285750" y="314325"/>
                </a:lnTo>
                <a:lnTo>
                  <a:pt x="295275" y="314325"/>
                </a:lnTo>
                <a:lnTo>
                  <a:pt x="295275" y="295275"/>
                </a:lnTo>
                <a:lnTo>
                  <a:pt x="304800" y="295275"/>
                </a:lnTo>
                <a:lnTo>
                  <a:pt x="304800" y="285750"/>
                </a:lnTo>
                <a:lnTo>
                  <a:pt x="314325" y="285750"/>
                </a:lnTo>
                <a:lnTo>
                  <a:pt x="314325" y="295275"/>
                </a:lnTo>
                <a:lnTo>
                  <a:pt x="323850" y="295275"/>
                </a:lnTo>
                <a:lnTo>
                  <a:pt x="323850" y="285750"/>
                </a:lnTo>
                <a:lnTo>
                  <a:pt x="333375" y="285750"/>
                </a:lnTo>
                <a:lnTo>
                  <a:pt x="333375" y="295275"/>
                </a:lnTo>
                <a:lnTo>
                  <a:pt x="342900" y="295275"/>
                </a:lnTo>
                <a:close/>
                <a:moveTo>
                  <a:pt x="904875" y="257175"/>
                </a:moveTo>
                <a:lnTo>
                  <a:pt x="914400" y="257175"/>
                </a:lnTo>
                <a:lnTo>
                  <a:pt x="914400" y="266700"/>
                </a:lnTo>
                <a:lnTo>
                  <a:pt x="923925" y="266700"/>
                </a:lnTo>
                <a:lnTo>
                  <a:pt x="923925" y="276225"/>
                </a:lnTo>
                <a:lnTo>
                  <a:pt x="904875" y="276225"/>
                </a:lnTo>
                <a:close/>
                <a:moveTo>
                  <a:pt x="266700" y="266700"/>
                </a:moveTo>
                <a:lnTo>
                  <a:pt x="295275" y="266700"/>
                </a:lnTo>
                <a:lnTo>
                  <a:pt x="295275" y="276225"/>
                </a:lnTo>
                <a:lnTo>
                  <a:pt x="285750" y="276225"/>
                </a:lnTo>
                <a:lnTo>
                  <a:pt x="285750" y="285750"/>
                </a:lnTo>
                <a:lnTo>
                  <a:pt x="276225" y="285750"/>
                </a:lnTo>
                <a:lnTo>
                  <a:pt x="276225" y="295275"/>
                </a:lnTo>
                <a:lnTo>
                  <a:pt x="266700" y="295275"/>
                </a:lnTo>
                <a:close/>
                <a:moveTo>
                  <a:pt x="847725" y="314325"/>
                </a:moveTo>
                <a:lnTo>
                  <a:pt x="866775" y="314325"/>
                </a:lnTo>
                <a:lnTo>
                  <a:pt x="866775" y="323850"/>
                </a:lnTo>
                <a:lnTo>
                  <a:pt x="857250" y="323850"/>
                </a:lnTo>
                <a:lnTo>
                  <a:pt x="857250" y="333375"/>
                </a:lnTo>
                <a:lnTo>
                  <a:pt x="847725" y="333375"/>
                </a:lnTo>
                <a:lnTo>
                  <a:pt x="847725" y="342900"/>
                </a:lnTo>
                <a:lnTo>
                  <a:pt x="828675" y="342900"/>
                </a:lnTo>
                <a:lnTo>
                  <a:pt x="828675" y="333375"/>
                </a:lnTo>
                <a:lnTo>
                  <a:pt x="838200" y="333375"/>
                </a:lnTo>
                <a:lnTo>
                  <a:pt x="838200" y="323850"/>
                </a:lnTo>
                <a:lnTo>
                  <a:pt x="847725" y="323850"/>
                </a:lnTo>
                <a:close/>
                <a:moveTo>
                  <a:pt x="638175" y="352425"/>
                </a:moveTo>
                <a:lnTo>
                  <a:pt x="647700" y="352425"/>
                </a:lnTo>
                <a:lnTo>
                  <a:pt x="647700" y="361950"/>
                </a:lnTo>
                <a:lnTo>
                  <a:pt x="638175" y="361950"/>
                </a:lnTo>
                <a:close/>
                <a:moveTo>
                  <a:pt x="771525" y="352425"/>
                </a:moveTo>
                <a:lnTo>
                  <a:pt x="781050" y="352425"/>
                </a:lnTo>
                <a:lnTo>
                  <a:pt x="781050" y="371475"/>
                </a:lnTo>
                <a:lnTo>
                  <a:pt x="771525" y="371475"/>
                </a:lnTo>
                <a:close/>
                <a:moveTo>
                  <a:pt x="238125" y="400050"/>
                </a:moveTo>
                <a:lnTo>
                  <a:pt x="247650" y="400050"/>
                </a:lnTo>
                <a:lnTo>
                  <a:pt x="247650" y="409575"/>
                </a:lnTo>
                <a:lnTo>
                  <a:pt x="238125" y="409575"/>
                </a:lnTo>
                <a:close/>
                <a:moveTo>
                  <a:pt x="266700" y="400050"/>
                </a:moveTo>
                <a:lnTo>
                  <a:pt x="276225" y="400050"/>
                </a:lnTo>
                <a:lnTo>
                  <a:pt x="276225" y="409575"/>
                </a:lnTo>
                <a:lnTo>
                  <a:pt x="266700" y="409575"/>
                </a:lnTo>
                <a:close/>
                <a:moveTo>
                  <a:pt x="523875" y="457200"/>
                </a:moveTo>
                <a:lnTo>
                  <a:pt x="533400" y="457200"/>
                </a:lnTo>
                <a:lnTo>
                  <a:pt x="533400" y="466725"/>
                </a:lnTo>
                <a:lnTo>
                  <a:pt x="523875" y="466725"/>
                </a:lnTo>
                <a:close/>
                <a:moveTo>
                  <a:pt x="523875" y="476250"/>
                </a:moveTo>
                <a:lnTo>
                  <a:pt x="533400" y="476250"/>
                </a:lnTo>
                <a:lnTo>
                  <a:pt x="533400" y="495300"/>
                </a:lnTo>
                <a:lnTo>
                  <a:pt x="523875" y="495300"/>
                </a:lnTo>
                <a:close/>
                <a:moveTo>
                  <a:pt x="180975" y="571500"/>
                </a:moveTo>
                <a:lnTo>
                  <a:pt x="190500" y="571500"/>
                </a:lnTo>
                <a:lnTo>
                  <a:pt x="190500" y="590550"/>
                </a:lnTo>
                <a:lnTo>
                  <a:pt x="209550" y="590550"/>
                </a:lnTo>
                <a:lnTo>
                  <a:pt x="209550" y="600075"/>
                </a:lnTo>
                <a:lnTo>
                  <a:pt x="180975" y="600075"/>
                </a:lnTo>
                <a:lnTo>
                  <a:pt x="180975" y="590550"/>
                </a:lnTo>
                <a:lnTo>
                  <a:pt x="171450" y="590550"/>
                </a:lnTo>
                <a:lnTo>
                  <a:pt x="171450" y="581025"/>
                </a:lnTo>
                <a:lnTo>
                  <a:pt x="180975" y="581025"/>
                </a:lnTo>
                <a:close/>
                <a:moveTo>
                  <a:pt x="238125" y="571500"/>
                </a:moveTo>
                <a:lnTo>
                  <a:pt x="257175" y="571500"/>
                </a:lnTo>
                <a:lnTo>
                  <a:pt x="257175" y="581025"/>
                </a:lnTo>
                <a:lnTo>
                  <a:pt x="266700" y="581025"/>
                </a:lnTo>
                <a:lnTo>
                  <a:pt x="266700" y="590550"/>
                </a:lnTo>
                <a:lnTo>
                  <a:pt x="238125" y="590550"/>
                </a:lnTo>
                <a:close/>
                <a:moveTo>
                  <a:pt x="485775" y="571500"/>
                </a:moveTo>
                <a:lnTo>
                  <a:pt x="561975" y="571500"/>
                </a:lnTo>
                <a:lnTo>
                  <a:pt x="561975" y="590550"/>
                </a:lnTo>
                <a:lnTo>
                  <a:pt x="485775" y="590550"/>
                </a:lnTo>
                <a:close/>
                <a:moveTo>
                  <a:pt x="781050" y="571500"/>
                </a:moveTo>
                <a:lnTo>
                  <a:pt x="790575" y="571500"/>
                </a:lnTo>
                <a:lnTo>
                  <a:pt x="790575" y="590550"/>
                </a:lnTo>
                <a:lnTo>
                  <a:pt x="781050" y="590550"/>
                </a:lnTo>
                <a:close/>
              </a:path>
            </a:pathLst>
          </a:custGeom>
          <a:solidFill xmlns:a="http://schemas.openxmlformats.org/drawingml/2006/main">
            <a:srgbClr val="2C513F"/>
          </a:solidFill>
          <a:ln xmlns:a="http://schemas.openxmlformats.org/drawingml/2006/main" w="0">
            <a:noFill/>
          </a:ln>
        </p:spPr>
      </p:sp>
      <p:sp>
        <p:nvSpPr>
          <p:cNvPr id="145" name="v11 vector #2b4f3d">
            <a:extLst xmlns:a="http://schemas.openxmlformats.org/drawingml/2006/main">
              <a:ext uri="{FF2B5EF4-FFF2-40B4-BE49-F238E27FC236}">
                <a16:creationId xmlns:a16="http://schemas.microsoft.com/office/drawing/2014/main" id="{D6351B58-0DF2-4265-8907-0467900549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8250" y="3609975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114300" y="38100"/>
                </a:moveTo>
                <a:lnTo>
                  <a:pt x="209550" y="38100"/>
                </a:lnTo>
                <a:lnTo>
                  <a:pt x="209550" y="47625"/>
                </a:lnTo>
                <a:lnTo>
                  <a:pt x="161925" y="47625"/>
                </a:lnTo>
                <a:lnTo>
                  <a:pt x="161925" y="66675"/>
                </a:lnTo>
                <a:lnTo>
                  <a:pt x="152400" y="66675"/>
                </a:lnTo>
                <a:lnTo>
                  <a:pt x="152400" y="47625"/>
                </a:lnTo>
                <a:lnTo>
                  <a:pt x="114300" y="47625"/>
                </a:lnTo>
                <a:close/>
                <a:moveTo>
                  <a:pt x="342900" y="38100"/>
                </a:moveTo>
                <a:lnTo>
                  <a:pt x="628650" y="38100"/>
                </a:lnTo>
                <a:lnTo>
                  <a:pt x="628650" y="47625"/>
                </a:lnTo>
                <a:lnTo>
                  <a:pt x="619125" y="47625"/>
                </a:lnTo>
                <a:lnTo>
                  <a:pt x="619125" y="66675"/>
                </a:lnTo>
                <a:lnTo>
                  <a:pt x="638175" y="66675"/>
                </a:lnTo>
                <a:lnTo>
                  <a:pt x="638175" y="57150"/>
                </a:lnTo>
                <a:lnTo>
                  <a:pt x="647700" y="57150"/>
                </a:lnTo>
                <a:lnTo>
                  <a:pt x="647700" y="38100"/>
                </a:lnTo>
                <a:lnTo>
                  <a:pt x="714375" y="38100"/>
                </a:lnTo>
                <a:lnTo>
                  <a:pt x="714375" y="57150"/>
                </a:lnTo>
                <a:lnTo>
                  <a:pt x="723900" y="57150"/>
                </a:lnTo>
                <a:lnTo>
                  <a:pt x="723900" y="38100"/>
                </a:lnTo>
                <a:lnTo>
                  <a:pt x="885825" y="38100"/>
                </a:lnTo>
                <a:lnTo>
                  <a:pt x="885825" y="57150"/>
                </a:lnTo>
                <a:lnTo>
                  <a:pt x="800100" y="57150"/>
                </a:lnTo>
                <a:lnTo>
                  <a:pt x="800100" y="66675"/>
                </a:lnTo>
                <a:lnTo>
                  <a:pt x="790575" y="66675"/>
                </a:lnTo>
                <a:lnTo>
                  <a:pt x="790575" y="114300"/>
                </a:lnTo>
                <a:lnTo>
                  <a:pt x="781050" y="114300"/>
                </a:lnTo>
                <a:lnTo>
                  <a:pt x="781050" y="85725"/>
                </a:lnTo>
                <a:lnTo>
                  <a:pt x="752475" y="85725"/>
                </a:lnTo>
                <a:lnTo>
                  <a:pt x="752475" y="66675"/>
                </a:lnTo>
                <a:lnTo>
                  <a:pt x="723900" y="66675"/>
                </a:lnTo>
                <a:lnTo>
                  <a:pt x="723900" y="123825"/>
                </a:lnTo>
                <a:lnTo>
                  <a:pt x="733425" y="123825"/>
                </a:lnTo>
                <a:lnTo>
                  <a:pt x="733425" y="133350"/>
                </a:lnTo>
                <a:lnTo>
                  <a:pt x="676275" y="133350"/>
                </a:lnTo>
                <a:lnTo>
                  <a:pt x="676275" y="142875"/>
                </a:lnTo>
                <a:lnTo>
                  <a:pt x="638175" y="142875"/>
                </a:lnTo>
                <a:lnTo>
                  <a:pt x="638175" y="133350"/>
                </a:lnTo>
                <a:lnTo>
                  <a:pt x="657225" y="133350"/>
                </a:lnTo>
                <a:lnTo>
                  <a:pt x="657225" y="123825"/>
                </a:lnTo>
                <a:lnTo>
                  <a:pt x="628650" y="123825"/>
                </a:lnTo>
                <a:lnTo>
                  <a:pt x="628650" y="133350"/>
                </a:lnTo>
                <a:lnTo>
                  <a:pt x="619125" y="133350"/>
                </a:lnTo>
                <a:lnTo>
                  <a:pt x="619125" y="142875"/>
                </a:lnTo>
                <a:lnTo>
                  <a:pt x="523875" y="142875"/>
                </a:lnTo>
                <a:lnTo>
                  <a:pt x="523875" y="133350"/>
                </a:lnTo>
                <a:lnTo>
                  <a:pt x="466725" y="133350"/>
                </a:lnTo>
                <a:lnTo>
                  <a:pt x="466725" y="142875"/>
                </a:lnTo>
                <a:lnTo>
                  <a:pt x="457200" y="142875"/>
                </a:lnTo>
                <a:lnTo>
                  <a:pt x="457200" y="133350"/>
                </a:lnTo>
                <a:lnTo>
                  <a:pt x="361950" y="133350"/>
                </a:lnTo>
                <a:lnTo>
                  <a:pt x="361950" y="123825"/>
                </a:lnTo>
                <a:lnTo>
                  <a:pt x="371475" y="123825"/>
                </a:lnTo>
                <a:lnTo>
                  <a:pt x="371475" y="114300"/>
                </a:lnTo>
                <a:lnTo>
                  <a:pt x="361950" y="114300"/>
                </a:lnTo>
                <a:lnTo>
                  <a:pt x="361950" y="95250"/>
                </a:lnTo>
                <a:lnTo>
                  <a:pt x="381000" y="95250"/>
                </a:lnTo>
                <a:lnTo>
                  <a:pt x="381000" y="85725"/>
                </a:lnTo>
                <a:lnTo>
                  <a:pt x="390525" y="85725"/>
                </a:lnTo>
                <a:lnTo>
                  <a:pt x="390525" y="76200"/>
                </a:lnTo>
                <a:lnTo>
                  <a:pt x="419100" y="76200"/>
                </a:lnTo>
                <a:lnTo>
                  <a:pt x="419100" y="66675"/>
                </a:lnTo>
                <a:lnTo>
                  <a:pt x="438150" y="66675"/>
                </a:lnTo>
                <a:lnTo>
                  <a:pt x="438150" y="76200"/>
                </a:lnTo>
                <a:lnTo>
                  <a:pt x="466725" y="76200"/>
                </a:lnTo>
                <a:lnTo>
                  <a:pt x="466725" y="66675"/>
                </a:lnTo>
                <a:lnTo>
                  <a:pt x="447675" y="66675"/>
                </a:lnTo>
                <a:lnTo>
                  <a:pt x="447675" y="57150"/>
                </a:lnTo>
                <a:lnTo>
                  <a:pt x="361950" y="57150"/>
                </a:lnTo>
                <a:lnTo>
                  <a:pt x="361950" y="66675"/>
                </a:lnTo>
                <a:lnTo>
                  <a:pt x="352425" y="66675"/>
                </a:lnTo>
                <a:lnTo>
                  <a:pt x="352425" y="85725"/>
                </a:lnTo>
                <a:lnTo>
                  <a:pt x="342900" y="85725"/>
                </a:lnTo>
                <a:lnTo>
                  <a:pt x="342900" y="133350"/>
                </a:lnTo>
                <a:lnTo>
                  <a:pt x="323850" y="133350"/>
                </a:lnTo>
                <a:lnTo>
                  <a:pt x="323850" y="123825"/>
                </a:lnTo>
                <a:lnTo>
                  <a:pt x="333375" y="123825"/>
                </a:lnTo>
                <a:lnTo>
                  <a:pt x="333375" y="114300"/>
                </a:lnTo>
                <a:lnTo>
                  <a:pt x="314325" y="114300"/>
                </a:lnTo>
                <a:lnTo>
                  <a:pt x="314325" y="104775"/>
                </a:lnTo>
                <a:lnTo>
                  <a:pt x="304800" y="104775"/>
                </a:lnTo>
                <a:lnTo>
                  <a:pt x="304800" y="114300"/>
                </a:lnTo>
                <a:lnTo>
                  <a:pt x="276225" y="114300"/>
                </a:lnTo>
                <a:lnTo>
                  <a:pt x="276225" y="95250"/>
                </a:lnTo>
                <a:lnTo>
                  <a:pt x="314325" y="95250"/>
                </a:lnTo>
                <a:lnTo>
                  <a:pt x="314325" y="76200"/>
                </a:lnTo>
                <a:lnTo>
                  <a:pt x="323850" y="76200"/>
                </a:lnTo>
                <a:lnTo>
                  <a:pt x="323850" y="57150"/>
                </a:lnTo>
                <a:lnTo>
                  <a:pt x="352425" y="57150"/>
                </a:lnTo>
                <a:lnTo>
                  <a:pt x="352425" y="47625"/>
                </a:lnTo>
                <a:lnTo>
                  <a:pt x="342900" y="47625"/>
                </a:lnTo>
                <a:close/>
                <a:moveTo>
                  <a:pt x="971550" y="38100"/>
                </a:moveTo>
                <a:lnTo>
                  <a:pt x="1028700" y="38100"/>
                </a:lnTo>
                <a:lnTo>
                  <a:pt x="1028700" y="47625"/>
                </a:lnTo>
                <a:lnTo>
                  <a:pt x="1038225" y="47625"/>
                </a:lnTo>
                <a:lnTo>
                  <a:pt x="1038225" y="57150"/>
                </a:lnTo>
                <a:lnTo>
                  <a:pt x="1057275" y="57150"/>
                </a:lnTo>
                <a:lnTo>
                  <a:pt x="1057275" y="76200"/>
                </a:lnTo>
                <a:lnTo>
                  <a:pt x="1047750" y="76200"/>
                </a:lnTo>
                <a:lnTo>
                  <a:pt x="1047750" y="66675"/>
                </a:lnTo>
                <a:lnTo>
                  <a:pt x="1038225" y="66675"/>
                </a:lnTo>
                <a:lnTo>
                  <a:pt x="1038225" y="76200"/>
                </a:lnTo>
                <a:lnTo>
                  <a:pt x="1028700" y="76200"/>
                </a:lnTo>
                <a:lnTo>
                  <a:pt x="1028700" y="85725"/>
                </a:lnTo>
                <a:lnTo>
                  <a:pt x="1009650" y="85725"/>
                </a:lnTo>
                <a:lnTo>
                  <a:pt x="1009650" y="95250"/>
                </a:lnTo>
                <a:lnTo>
                  <a:pt x="1000125" y="95250"/>
                </a:lnTo>
                <a:lnTo>
                  <a:pt x="1000125" y="104775"/>
                </a:lnTo>
                <a:lnTo>
                  <a:pt x="990600" y="104775"/>
                </a:lnTo>
                <a:lnTo>
                  <a:pt x="990600" y="114300"/>
                </a:lnTo>
                <a:lnTo>
                  <a:pt x="1009650" y="114300"/>
                </a:lnTo>
                <a:lnTo>
                  <a:pt x="1009650" y="133350"/>
                </a:lnTo>
                <a:lnTo>
                  <a:pt x="1038225" y="133350"/>
                </a:lnTo>
                <a:lnTo>
                  <a:pt x="1038225" y="142875"/>
                </a:lnTo>
                <a:lnTo>
                  <a:pt x="1000125" y="142875"/>
                </a:lnTo>
                <a:lnTo>
                  <a:pt x="1000125" y="133350"/>
                </a:lnTo>
                <a:lnTo>
                  <a:pt x="981075" y="133350"/>
                </a:lnTo>
                <a:lnTo>
                  <a:pt x="981075" y="123825"/>
                </a:lnTo>
                <a:lnTo>
                  <a:pt x="971550" y="123825"/>
                </a:lnTo>
                <a:lnTo>
                  <a:pt x="971550" y="133350"/>
                </a:lnTo>
                <a:lnTo>
                  <a:pt x="962025" y="133350"/>
                </a:lnTo>
                <a:lnTo>
                  <a:pt x="962025" y="123825"/>
                </a:lnTo>
                <a:lnTo>
                  <a:pt x="952500" y="123825"/>
                </a:lnTo>
                <a:lnTo>
                  <a:pt x="952500" y="133350"/>
                </a:lnTo>
                <a:lnTo>
                  <a:pt x="942975" y="133350"/>
                </a:lnTo>
                <a:lnTo>
                  <a:pt x="942975" y="142875"/>
                </a:lnTo>
                <a:lnTo>
                  <a:pt x="914400" y="142875"/>
                </a:lnTo>
                <a:lnTo>
                  <a:pt x="914400" y="133350"/>
                </a:lnTo>
                <a:lnTo>
                  <a:pt x="876300" y="133350"/>
                </a:lnTo>
                <a:lnTo>
                  <a:pt x="876300" y="123825"/>
                </a:lnTo>
                <a:lnTo>
                  <a:pt x="885825" y="123825"/>
                </a:lnTo>
                <a:lnTo>
                  <a:pt x="885825" y="104775"/>
                </a:lnTo>
                <a:lnTo>
                  <a:pt x="895350" y="104775"/>
                </a:lnTo>
                <a:lnTo>
                  <a:pt x="895350" y="85725"/>
                </a:lnTo>
                <a:lnTo>
                  <a:pt x="904875" y="85725"/>
                </a:lnTo>
                <a:lnTo>
                  <a:pt x="904875" y="76200"/>
                </a:lnTo>
                <a:lnTo>
                  <a:pt x="990600" y="76200"/>
                </a:lnTo>
                <a:lnTo>
                  <a:pt x="990600" y="57150"/>
                </a:lnTo>
                <a:lnTo>
                  <a:pt x="971550" y="57150"/>
                </a:lnTo>
                <a:close/>
                <a:moveTo>
                  <a:pt x="123825" y="57150"/>
                </a:moveTo>
                <a:lnTo>
                  <a:pt x="142875" y="57150"/>
                </a:lnTo>
                <a:lnTo>
                  <a:pt x="142875" y="66675"/>
                </a:lnTo>
                <a:lnTo>
                  <a:pt x="123825" y="66675"/>
                </a:lnTo>
                <a:close/>
                <a:moveTo>
                  <a:pt x="171450" y="57150"/>
                </a:moveTo>
                <a:lnTo>
                  <a:pt x="200025" y="57150"/>
                </a:lnTo>
                <a:lnTo>
                  <a:pt x="200025" y="66675"/>
                </a:lnTo>
                <a:lnTo>
                  <a:pt x="171450" y="66675"/>
                </a:lnTo>
                <a:close/>
                <a:moveTo>
                  <a:pt x="504825" y="76200"/>
                </a:moveTo>
                <a:lnTo>
                  <a:pt x="533400" y="76200"/>
                </a:lnTo>
                <a:lnTo>
                  <a:pt x="533400" y="57150"/>
                </a:lnTo>
                <a:lnTo>
                  <a:pt x="504825" y="57150"/>
                </a:lnTo>
                <a:close/>
                <a:moveTo>
                  <a:pt x="800100" y="76200"/>
                </a:moveTo>
                <a:lnTo>
                  <a:pt x="819150" y="76200"/>
                </a:lnTo>
                <a:lnTo>
                  <a:pt x="819150" y="85725"/>
                </a:lnTo>
                <a:lnTo>
                  <a:pt x="828675" y="85725"/>
                </a:lnTo>
                <a:lnTo>
                  <a:pt x="828675" y="114300"/>
                </a:lnTo>
                <a:lnTo>
                  <a:pt x="819150" y="114300"/>
                </a:lnTo>
                <a:lnTo>
                  <a:pt x="819150" y="133350"/>
                </a:lnTo>
                <a:lnTo>
                  <a:pt x="790575" y="133350"/>
                </a:lnTo>
                <a:lnTo>
                  <a:pt x="790575" y="123825"/>
                </a:lnTo>
                <a:lnTo>
                  <a:pt x="809625" y="123825"/>
                </a:lnTo>
                <a:lnTo>
                  <a:pt x="809625" y="104775"/>
                </a:lnTo>
                <a:lnTo>
                  <a:pt x="800100" y="104775"/>
                </a:lnTo>
                <a:close/>
                <a:moveTo>
                  <a:pt x="857250" y="76200"/>
                </a:moveTo>
                <a:lnTo>
                  <a:pt x="876300" y="76200"/>
                </a:lnTo>
                <a:lnTo>
                  <a:pt x="876300" y="104775"/>
                </a:lnTo>
                <a:lnTo>
                  <a:pt x="857250" y="104775"/>
                </a:lnTo>
                <a:close/>
                <a:moveTo>
                  <a:pt x="619125" y="85725"/>
                </a:moveTo>
                <a:lnTo>
                  <a:pt x="628650" y="85725"/>
                </a:lnTo>
                <a:lnTo>
                  <a:pt x="628650" y="76200"/>
                </a:lnTo>
                <a:lnTo>
                  <a:pt x="619125" y="76200"/>
                </a:lnTo>
                <a:close/>
                <a:moveTo>
                  <a:pt x="57150" y="95250"/>
                </a:moveTo>
                <a:lnTo>
                  <a:pt x="66675" y="95250"/>
                </a:lnTo>
                <a:lnTo>
                  <a:pt x="66675" y="104775"/>
                </a:lnTo>
                <a:lnTo>
                  <a:pt x="76200" y="104775"/>
                </a:lnTo>
                <a:lnTo>
                  <a:pt x="76200" y="95250"/>
                </a:lnTo>
                <a:lnTo>
                  <a:pt x="95250" y="95250"/>
                </a:lnTo>
                <a:lnTo>
                  <a:pt x="95250" y="104775"/>
                </a:lnTo>
                <a:lnTo>
                  <a:pt x="104775" y="104775"/>
                </a:lnTo>
                <a:lnTo>
                  <a:pt x="104775" y="114300"/>
                </a:lnTo>
                <a:lnTo>
                  <a:pt x="85725" y="114300"/>
                </a:lnTo>
                <a:lnTo>
                  <a:pt x="85725" y="104775"/>
                </a:lnTo>
                <a:lnTo>
                  <a:pt x="76200" y="104775"/>
                </a:lnTo>
                <a:lnTo>
                  <a:pt x="76200" y="114300"/>
                </a:lnTo>
                <a:lnTo>
                  <a:pt x="57150" y="114300"/>
                </a:lnTo>
                <a:close/>
                <a:moveTo>
                  <a:pt x="447675" y="95250"/>
                </a:moveTo>
                <a:lnTo>
                  <a:pt x="466725" y="95250"/>
                </a:lnTo>
                <a:lnTo>
                  <a:pt x="466725" y="85725"/>
                </a:lnTo>
                <a:lnTo>
                  <a:pt x="447675" y="85725"/>
                </a:lnTo>
                <a:close/>
                <a:moveTo>
                  <a:pt x="409575" y="104775"/>
                </a:moveTo>
                <a:lnTo>
                  <a:pt x="419100" y="104775"/>
                </a:lnTo>
                <a:lnTo>
                  <a:pt x="419100" y="95250"/>
                </a:lnTo>
                <a:lnTo>
                  <a:pt x="409575" y="95250"/>
                </a:lnTo>
                <a:close/>
                <a:moveTo>
                  <a:pt x="495300" y="104775"/>
                </a:moveTo>
                <a:lnTo>
                  <a:pt x="504825" y="104775"/>
                </a:lnTo>
                <a:lnTo>
                  <a:pt x="504825" y="95250"/>
                </a:lnTo>
                <a:lnTo>
                  <a:pt x="485775" y="95250"/>
                </a:lnTo>
                <a:lnTo>
                  <a:pt x="485775" y="114300"/>
                </a:lnTo>
                <a:lnTo>
                  <a:pt x="476250" y="114300"/>
                </a:lnTo>
                <a:lnTo>
                  <a:pt x="476250" y="123825"/>
                </a:lnTo>
                <a:lnTo>
                  <a:pt x="485775" y="123825"/>
                </a:lnTo>
                <a:lnTo>
                  <a:pt x="485775" y="114300"/>
                </a:lnTo>
                <a:lnTo>
                  <a:pt x="495300" y="114300"/>
                </a:lnTo>
                <a:close/>
                <a:moveTo>
                  <a:pt x="114300" y="114300"/>
                </a:moveTo>
                <a:lnTo>
                  <a:pt x="133350" y="114300"/>
                </a:lnTo>
                <a:lnTo>
                  <a:pt x="133350" y="123825"/>
                </a:lnTo>
                <a:lnTo>
                  <a:pt x="114300" y="123825"/>
                </a:lnTo>
                <a:close/>
                <a:moveTo>
                  <a:pt x="180975" y="114300"/>
                </a:moveTo>
                <a:lnTo>
                  <a:pt x="200025" y="114300"/>
                </a:lnTo>
                <a:lnTo>
                  <a:pt x="200025" y="123825"/>
                </a:lnTo>
                <a:lnTo>
                  <a:pt x="180975" y="123825"/>
                </a:lnTo>
                <a:close/>
                <a:moveTo>
                  <a:pt x="238125" y="114300"/>
                </a:moveTo>
                <a:lnTo>
                  <a:pt x="247650" y="114300"/>
                </a:lnTo>
                <a:lnTo>
                  <a:pt x="247650" y="123825"/>
                </a:lnTo>
                <a:lnTo>
                  <a:pt x="238125" y="123825"/>
                </a:lnTo>
                <a:close/>
                <a:moveTo>
                  <a:pt x="381000" y="123825"/>
                </a:moveTo>
                <a:lnTo>
                  <a:pt x="409575" y="123825"/>
                </a:lnTo>
                <a:lnTo>
                  <a:pt x="409575" y="114300"/>
                </a:lnTo>
                <a:lnTo>
                  <a:pt x="400050" y="114300"/>
                </a:lnTo>
                <a:lnTo>
                  <a:pt x="400050" y="95250"/>
                </a:lnTo>
                <a:lnTo>
                  <a:pt x="390525" y="95250"/>
                </a:lnTo>
                <a:lnTo>
                  <a:pt x="390525" y="114300"/>
                </a:lnTo>
                <a:lnTo>
                  <a:pt x="381000" y="114300"/>
                </a:lnTo>
                <a:close/>
                <a:moveTo>
                  <a:pt x="123825" y="133350"/>
                </a:moveTo>
                <a:lnTo>
                  <a:pt x="133350" y="133350"/>
                </a:lnTo>
                <a:lnTo>
                  <a:pt x="133350" y="142875"/>
                </a:lnTo>
                <a:lnTo>
                  <a:pt x="123825" y="142875"/>
                </a:lnTo>
                <a:close/>
                <a:moveTo>
                  <a:pt x="171450" y="133350"/>
                </a:moveTo>
                <a:lnTo>
                  <a:pt x="247650" y="133350"/>
                </a:lnTo>
                <a:lnTo>
                  <a:pt x="247650" y="142875"/>
                </a:lnTo>
                <a:lnTo>
                  <a:pt x="171450" y="142875"/>
                </a:lnTo>
                <a:close/>
                <a:moveTo>
                  <a:pt x="552450" y="133350"/>
                </a:moveTo>
                <a:lnTo>
                  <a:pt x="609600" y="133350"/>
                </a:lnTo>
                <a:lnTo>
                  <a:pt x="609600" y="123825"/>
                </a:lnTo>
                <a:lnTo>
                  <a:pt x="600075" y="123825"/>
                </a:lnTo>
                <a:lnTo>
                  <a:pt x="600075" y="114300"/>
                </a:lnTo>
                <a:lnTo>
                  <a:pt x="590550" y="114300"/>
                </a:lnTo>
                <a:lnTo>
                  <a:pt x="590550" y="123825"/>
                </a:lnTo>
                <a:lnTo>
                  <a:pt x="552450" y="123825"/>
                </a:lnTo>
                <a:close/>
                <a:moveTo>
                  <a:pt x="533400" y="209550"/>
                </a:moveTo>
                <a:lnTo>
                  <a:pt x="542925" y="209550"/>
                </a:lnTo>
                <a:lnTo>
                  <a:pt x="542925" y="219075"/>
                </a:lnTo>
                <a:lnTo>
                  <a:pt x="533400" y="219075"/>
                </a:lnTo>
                <a:close/>
                <a:moveTo>
                  <a:pt x="266700" y="219075"/>
                </a:moveTo>
                <a:lnTo>
                  <a:pt x="295275" y="219075"/>
                </a:lnTo>
                <a:lnTo>
                  <a:pt x="295275" y="238125"/>
                </a:lnTo>
                <a:lnTo>
                  <a:pt x="304800" y="238125"/>
                </a:lnTo>
                <a:lnTo>
                  <a:pt x="304800" y="257175"/>
                </a:lnTo>
                <a:lnTo>
                  <a:pt x="295275" y="257175"/>
                </a:lnTo>
                <a:lnTo>
                  <a:pt x="295275" y="266700"/>
                </a:lnTo>
                <a:lnTo>
                  <a:pt x="266700" y="266700"/>
                </a:lnTo>
                <a:lnTo>
                  <a:pt x="266700" y="285750"/>
                </a:lnTo>
                <a:lnTo>
                  <a:pt x="257175" y="285750"/>
                </a:lnTo>
                <a:lnTo>
                  <a:pt x="257175" y="295275"/>
                </a:lnTo>
                <a:lnTo>
                  <a:pt x="219075" y="295275"/>
                </a:lnTo>
                <a:lnTo>
                  <a:pt x="219075" y="285750"/>
                </a:lnTo>
                <a:lnTo>
                  <a:pt x="228600" y="285750"/>
                </a:lnTo>
                <a:lnTo>
                  <a:pt x="228600" y="276225"/>
                </a:lnTo>
                <a:lnTo>
                  <a:pt x="247650" y="276225"/>
                </a:lnTo>
                <a:lnTo>
                  <a:pt x="247650" y="257175"/>
                </a:lnTo>
                <a:lnTo>
                  <a:pt x="228600" y="257175"/>
                </a:lnTo>
                <a:lnTo>
                  <a:pt x="228600" y="247650"/>
                </a:lnTo>
                <a:lnTo>
                  <a:pt x="219075" y="247650"/>
                </a:lnTo>
                <a:lnTo>
                  <a:pt x="219075" y="228600"/>
                </a:lnTo>
                <a:lnTo>
                  <a:pt x="228600" y="228600"/>
                </a:lnTo>
                <a:lnTo>
                  <a:pt x="228600" y="238125"/>
                </a:lnTo>
                <a:lnTo>
                  <a:pt x="276225" y="238125"/>
                </a:lnTo>
                <a:lnTo>
                  <a:pt x="276225" y="228600"/>
                </a:lnTo>
                <a:lnTo>
                  <a:pt x="266700" y="228600"/>
                </a:lnTo>
                <a:close/>
                <a:moveTo>
                  <a:pt x="304800" y="219075"/>
                </a:moveTo>
                <a:lnTo>
                  <a:pt x="314325" y="219075"/>
                </a:lnTo>
                <a:lnTo>
                  <a:pt x="314325" y="228600"/>
                </a:lnTo>
                <a:lnTo>
                  <a:pt x="304800" y="228600"/>
                </a:lnTo>
                <a:close/>
                <a:moveTo>
                  <a:pt x="504825" y="219075"/>
                </a:moveTo>
                <a:lnTo>
                  <a:pt x="514350" y="219075"/>
                </a:lnTo>
                <a:lnTo>
                  <a:pt x="514350" y="238125"/>
                </a:lnTo>
                <a:lnTo>
                  <a:pt x="523875" y="238125"/>
                </a:lnTo>
                <a:lnTo>
                  <a:pt x="523875" y="228600"/>
                </a:lnTo>
                <a:lnTo>
                  <a:pt x="542925" y="228600"/>
                </a:lnTo>
                <a:lnTo>
                  <a:pt x="542925" y="219075"/>
                </a:lnTo>
                <a:lnTo>
                  <a:pt x="561975" y="219075"/>
                </a:lnTo>
                <a:lnTo>
                  <a:pt x="561975" y="228600"/>
                </a:lnTo>
                <a:lnTo>
                  <a:pt x="542925" y="228600"/>
                </a:lnTo>
                <a:lnTo>
                  <a:pt x="542925" y="247650"/>
                </a:lnTo>
                <a:lnTo>
                  <a:pt x="495300" y="247650"/>
                </a:lnTo>
                <a:lnTo>
                  <a:pt x="495300" y="228600"/>
                </a:lnTo>
                <a:lnTo>
                  <a:pt x="504825" y="228600"/>
                </a:lnTo>
                <a:close/>
                <a:moveTo>
                  <a:pt x="619125" y="238125"/>
                </a:moveTo>
                <a:lnTo>
                  <a:pt x="628650" y="238125"/>
                </a:lnTo>
                <a:lnTo>
                  <a:pt x="628650" y="247650"/>
                </a:lnTo>
                <a:lnTo>
                  <a:pt x="619125" y="247650"/>
                </a:lnTo>
                <a:close/>
                <a:moveTo>
                  <a:pt x="333375" y="247650"/>
                </a:moveTo>
                <a:lnTo>
                  <a:pt x="342900" y="247650"/>
                </a:lnTo>
                <a:lnTo>
                  <a:pt x="342900" y="257175"/>
                </a:lnTo>
                <a:lnTo>
                  <a:pt x="333375" y="257175"/>
                </a:lnTo>
                <a:close/>
                <a:moveTo>
                  <a:pt x="628650" y="257175"/>
                </a:moveTo>
                <a:lnTo>
                  <a:pt x="638175" y="257175"/>
                </a:lnTo>
                <a:lnTo>
                  <a:pt x="638175" y="266700"/>
                </a:lnTo>
                <a:lnTo>
                  <a:pt x="657225" y="266700"/>
                </a:lnTo>
                <a:lnTo>
                  <a:pt x="657225" y="295275"/>
                </a:lnTo>
                <a:lnTo>
                  <a:pt x="638175" y="295275"/>
                </a:lnTo>
                <a:lnTo>
                  <a:pt x="638175" y="285750"/>
                </a:lnTo>
                <a:lnTo>
                  <a:pt x="628650" y="285750"/>
                </a:lnTo>
                <a:close/>
                <a:moveTo>
                  <a:pt x="314325" y="266700"/>
                </a:moveTo>
                <a:lnTo>
                  <a:pt x="323850" y="266700"/>
                </a:lnTo>
                <a:lnTo>
                  <a:pt x="323850" y="276225"/>
                </a:lnTo>
                <a:lnTo>
                  <a:pt x="333375" y="276225"/>
                </a:lnTo>
                <a:lnTo>
                  <a:pt x="333375" y="285750"/>
                </a:lnTo>
                <a:lnTo>
                  <a:pt x="323850" y="285750"/>
                </a:lnTo>
                <a:lnTo>
                  <a:pt x="323850" y="295275"/>
                </a:lnTo>
                <a:lnTo>
                  <a:pt x="314325" y="295275"/>
                </a:lnTo>
                <a:close/>
                <a:moveTo>
                  <a:pt x="171450" y="276225"/>
                </a:moveTo>
                <a:lnTo>
                  <a:pt x="180975" y="276225"/>
                </a:lnTo>
                <a:lnTo>
                  <a:pt x="180975" y="285750"/>
                </a:lnTo>
                <a:lnTo>
                  <a:pt x="209550" y="285750"/>
                </a:lnTo>
                <a:lnTo>
                  <a:pt x="209550" y="295275"/>
                </a:lnTo>
                <a:lnTo>
                  <a:pt x="200025" y="295275"/>
                </a:lnTo>
                <a:lnTo>
                  <a:pt x="200025" y="323850"/>
                </a:lnTo>
                <a:lnTo>
                  <a:pt x="209550" y="323850"/>
                </a:lnTo>
                <a:lnTo>
                  <a:pt x="209550" y="333375"/>
                </a:lnTo>
                <a:lnTo>
                  <a:pt x="200025" y="333375"/>
                </a:lnTo>
                <a:lnTo>
                  <a:pt x="200025" y="342900"/>
                </a:lnTo>
                <a:lnTo>
                  <a:pt x="161925" y="342900"/>
                </a:lnTo>
                <a:lnTo>
                  <a:pt x="161925" y="285750"/>
                </a:lnTo>
                <a:lnTo>
                  <a:pt x="171450" y="285750"/>
                </a:lnTo>
                <a:close/>
                <a:moveTo>
                  <a:pt x="333375" y="285750"/>
                </a:moveTo>
                <a:lnTo>
                  <a:pt x="342900" y="285750"/>
                </a:lnTo>
                <a:lnTo>
                  <a:pt x="342900" y="295275"/>
                </a:lnTo>
                <a:lnTo>
                  <a:pt x="333375" y="295275"/>
                </a:lnTo>
                <a:close/>
                <a:moveTo>
                  <a:pt x="609600" y="285750"/>
                </a:moveTo>
                <a:lnTo>
                  <a:pt x="619125" y="285750"/>
                </a:lnTo>
                <a:lnTo>
                  <a:pt x="619125" y="304800"/>
                </a:lnTo>
                <a:lnTo>
                  <a:pt x="609600" y="304800"/>
                </a:lnTo>
                <a:close/>
                <a:moveTo>
                  <a:pt x="476250" y="295275"/>
                </a:moveTo>
                <a:lnTo>
                  <a:pt x="485775" y="295275"/>
                </a:lnTo>
                <a:lnTo>
                  <a:pt x="485775" y="314325"/>
                </a:lnTo>
                <a:lnTo>
                  <a:pt x="476250" y="314325"/>
                </a:lnTo>
                <a:close/>
                <a:moveTo>
                  <a:pt x="495300" y="295275"/>
                </a:moveTo>
                <a:lnTo>
                  <a:pt x="504825" y="295275"/>
                </a:lnTo>
                <a:lnTo>
                  <a:pt x="504825" y="304800"/>
                </a:lnTo>
                <a:lnTo>
                  <a:pt x="495300" y="304800"/>
                </a:lnTo>
                <a:close/>
                <a:moveTo>
                  <a:pt x="228600" y="304800"/>
                </a:moveTo>
                <a:lnTo>
                  <a:pt x="238125" y="304800"/>
                </a:lnTo>
                <a:lnTo>
                  <a:pt x="238125" y="314325"/>
                </a:lnTo>
                <a:lnTo>
                  <a:pt x="228600" y="314325"/>
                </a:lnTo>
                <a:close/>
                <a:moveTo>
                  <a:pt x="457200" y="314325"/>
                </a:moveTo>
                <a:lnTo>
                  <a:pt x="476250" y="314325"/>
                </a:lnTo>
                <a:lnTo>
                  <a:pt x="476250" y="323850"/>
                </a:lnTo>
                <a:lnTo>
                  <a:pt x="457200" y="323850"/>
                </a:lnTo>
                <a:close/>
                <a:moveTo>
                  <a:pt x="504825" y="323850"/>
                </a:moveTo>
                <a:lnTo>
                  <a:pt x="514350" y="323850"/>
                </a:lnTo>
                <a:lnTo>
                  <a:pt x="514350" y="342900"/>
                </a:lnTo>
                <a:lnTo>
                  <a:pt x="504825" y="342900"/>
                </a:lnTo>
                <a:close/>
                <a:moveTo>
                  <a:pt x="581025" y="323850"/>
                </a:moveTo>
                <a:lnTo>
                  <a:pt x="590550" y="323850"/>
                </a:lnTo>
                <a:lnTo>
                  <a:pt x="590550" y="342900"/>
                </a:lnTo>
                <a:lnTo>
                  <a:pt x="619125" y="342900"/>
                </a:lnTo>
                <a:lnTo>
                  <a:pt x="619125" y="352425"/>
                </a:lnTo>
                <a:lnTo>
                  <a:pt x="628650" y="352425"/>
                </a:lnTo>
                <a:lnTo>
                  <a:pt x="628650" y="342900"/>
                </a:lnTo>
                <a:lnTo>
                  <a:pt x="647700" y="342900"/>
                </a:lnTo>
                <a:lnTo>
                  <a:pt x="647700" y="352425"/>
                </a:lnTo>
                <a:lnTo>
                  <a:pt x="638175" y="352425"/>
                </a:lnTo>
                <a:lnTo>
                  <a:pt x="638175" y="371475"/>
                </a:lnTo>
                <a:lnTo>
                  <a:pt x="628650" y="371475"/>
                </a:lnTo>
                <a:lnTo>
                  <a:pt x="628650" y="381000"/>
                </a:lnTo>
                <a:lnTo>
                  <a:pt x="609600" y="381000"/>
                </a:lnTo>
                <a:lnTo>
                  <a:pt x="609600" y="371475"/>
                </a:lnTo>
                <a:lnTo>
                  <a:pt x="600075" y="371475"/>
                </a:lnTo>
                <a:lnTo>
                  <a:pt x="600075" y="361950"/>
                </a:lnTo>
                <a:lnTo>
                  <a:pt x="590550" y="361950"/>
                </a:lnTo>
                <a:lnTo>
                  <a:pt x="590550" y="352425"/>
                </a:lnTo>
                <a:lnTo>
                  <a:pt x="581025" y="352425"/>
                </a:lnTo>
                <a:close/>
                <a:moveTo>
                  <a:pt x="209550" y="333375"/>
                </a:moveTo>
                <a:lnTo>
                  <a:pt x="219075" y="333375"/>
                </a:lnTo>
                <a:lnTo>
                  <a:pt x="219075" y="342900"/>
                </a:lnTo>
                <a:lnTo>
                  <a:pt x="209550" y="342900"/>
                </a:lnTo>
                <a:close/>
                <a:moveTo>
                  <a:pt x="514350" y="342900"/>
                </a:moveTo>
                <a:lnTo>
                  <a:pt x="533400" y="342900"/>
                </a:lnTo>
                <a:lnTo>
                  <a:pt x="533400" y="352425"/>
                </a:lnTo>
                <a:lnTo>
                  <a:pt x="514350" y="352425"/>
                </a:lnTo>
                <a:close/>
                <a:moveTo>
                  <a:pt x="171450" y="352425"/>
                </a:moveTo>
                <a:lnTo>
                  <a:pt x="180975" y="352425"/>
                </a:lnTo>
                <a:lnTo>
                  <a:pt x="180975" y="361950"/>
                </a:lnTo>
                <a:lnTo>
                  <a:pt x="171450" y="361950"/>
                </a:lnTo>
                <a:close/>
                <a:moveTo>
                  <a:pt x="228600" y="352425"/>
                </a:moveTo>
                <a:lnTo>
                  <a:pt x="238125" y="352425"/>
                </a:lnTo>
                <a:lnTo>
                  <a:pt x="238125" y="361950"/>
                </a:lnTo>
                <a:lnTo>
                  <a:pt x="247650" y="361950"/>
                </a:lnTo>
                <a:lnTo>
                  <a:pt x="247650" y="381000"/>
                </a:lnTo>
                <a:lnTo>
                  <a:pt x="257175" y="381000"/>
                </a:lnTo>
                <a:lnTo>
                  <a:pt x="257175" y="390525"/>
                </a:lnTo>
                <a:lnTo>
                  <a:pt x="247650" y="390525"/>
                </a:lnTo>
                <a:lnTo>
                  <a:pt x="247650" y="400050"/>
                </a:lnTo>
                <a:lnTo>
                  <a:pt x="209550" y="400050"/>
                </a:lnTo>
                <a:lnTo>
                  <a:pt x="209550" y="390525"/>
                </a:lnTo>
                <a:lnTo>
                  <a:pt x="228600" y="390525"/>
                </a:lnTo>
                <a:lnTo>
                  <a:pt x="228600" y="381000"/>
                </a:lnTo>
                <a:lnTo>
                  <a:pt x="219075" y="381000"/>
                </a:lnTo>
                <a:lnTo>
                  <a:pt x="219075" y="371475"/>
                </a:lnTo>
                <a:lnTo>
                  <a:pt x="228600" y="371475"/>
                </a:lnTo>
                <a:close/>
                <a:moveTo>
                  <a:pt x="542925" y="352425"/>
                </a:moveTo>
                <a:lnTo>
                  <a:pt x="552450" y="352425"/>
                </a:lnTo>
                <a:lnTo>
                  <a:pt x="552450" y="361950"/>
                </a:lnTo>
                <a:lnTo>
                  <a:pt x="581025" y="361950"/>
                </a:lnTo>
                <a:lnTo>
                  <a:pt x="581025" y="371475"/>
                </a:lnTo>
                <a:lnTo>
                  <a:pt x="600075" y="371475"/>
                </a:lnTo>
                <a:lnTo>
                  <a:pt x="600075" y="381000"/>
                </a:lnTo>
                <a:lnTo>
                  <a:pt x="590550" y="381000"/>
                </a:lnTo>
                <a:lnTo>
                  <a:pt x="590550" y="390525"/>
                </a:lnTo>
                <a:lnTo>
                  <a:pt x="571500" y="390525"/>
                </a:lnTo>
                <a:lnTo>
                  <a:pt x="571500" y="381000"/>
                </a:lnTo>
                <a:lnTo>
                  <a:pt x="561975" y="381000"/>
                </a:lnTo>
                <a:lnTo>
                  <a:pt x="561975" y="371475"/>
                </a:lnTo>
                <a:lnTo>
                  <a:pt x="542925" y="371475"/>
                </a:lnTo>
                <a:close/>
                <a:moveTo>
                  <a:pt x="180975" y="361950"/>
                </a:moveTo>
                <a:lnTo>
                  <a:pt x="190500" y="361950"/>
                </a:lnTo>
                <a:lnTo>
                  <a:pt x="190500" y="371475"/>
                </a:lnTo>
                <a:lnTo>
                  <a:pt x="180975" y="371475"/>
                </a:lnTo>
                <a:close/>
                <a:moveTo>
                  <a:pt x="257175" y="390525"/>
                </a:moveTo>
                <a:lnTo>
                  <a:pt x="276225" y="390525"/>
                </a:lnTo>
                <a:lnTo>
                  <a:pt x="276225" y="400050"/>
                </a:lnTo>
                <a:lnTo>
                  <a:pt x="266700" y="400050"/>
                </a:lnTo>
                <a:lnTo>
                  <a:pt x="266700" y="409575"/>
                </a:lnTo>
                <a:lnTo>
                  <a:pt x="247650" y="409575"/>
                </a:lnTo>
                <a:lnTo>
                  <a:pt x="247650" y="400050"/>
                </a:lnTo>
                <a:lnTo>
                  <a:pt x="257175" y="400050"/>
                </a:lnTo>
                <a:close/>
                <a:moveTo>
                  <a:pt x="523875" y="466725"/>
                </a:moveTo>
                <a:lnTo>
                  <a:pt x="533400" y="466725"/>
                </a:lnTo>
                <a:lnTo>
                  <a:pt x="533400" y="476250"/>
                </a:lnTo>
                <a:lnTo>
                  <a:pt x="523875" y="476250"/>
                </a:lnTo>
                <a:close/>
                <a:moveTo>
                  <a:pt x="190500" y="571500"/>
                </a:moveTo>
                <a:lnTo>
                  <a:pt x="238125" y="571500"/>
                </a:lnTo>
                <a:lnTo>
                  <a:pt x="238125" y="590550"/>
                </a:lnTo>
                <a:lnTo>
                  <a:pt x="190500" y="590550"/>
                </a:lnTo>
                <a:close/>
              </a:path>
            </a:pathLst>
          </a:custGeom>
          <a:solidFill xmlns:a="http://schemas.openxmlformats.org/drawingml/2006/main">
            <a:srgbClr val="2B4F3D"/>
          </a:solidFill>
          <a:ln xmlns:a="http://schemas.openxmlformats.org/drawingml/2006/main" w="0">
            <a:noFill/>
          </a:ln>
        </p:spPr>
      </p:sp>
      <p:sp>
        <p:nvSpPr>
          <p:cNvPr id="146" name="v11 vector #2a4b3a">
            <a:extLst xmlns:a="http://schemas.openxmlformats.org/drawingml/2006/main">
              <a:ext uri="{FF2B5EF4-FFF2-40B4-BE49-F238E27FC236}">
                <a16:creationId xmlns:a16="http://schemas.microsoft.com/office/drawing/2014/main" id="{104F41FB-942D-461F-B3D9-C6751CBC3A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8250" y="3609975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85725" y="38100"/>
                </a:moveTo>
                <a:lnTo>
                  <a:pt x="114300" y="38100"/>
                </a:lnTo>
                <a:lnTo>
                  <a:pt x="114300" y="47625"/>
                </a:lnTo>
                <a:lnTo>
                  <a:pt x="152400" y="47625"/>
                </a:lnTo>
                <a:lnTo>
                  <a:pt x="152400" y="66675"/>
                </a:lnTo>
                <a:lnTo>
                  <a:pt x="161925" y="66675"/>
                </a:lnTo>
                <a:lnTo>
                  <a:pt x="161925" y="47625"/>
                </a:lnTo>
                <a:lnTo>
                  <a:pt x="209550" y="47625"/>
                </a:lnTo>
                <a:lnTo>
                  <a:pt x="209550" y="38100"/>
                </a:lnTo>
                <a:lnTo>
                  <a:pt x="342900" y="38100"/>
                </a:lnTo>
                <a:lnTo>
                  <a:pt x="342900" y="47625"/>
                </a:lnTo>
                <a:lnTo>
                  <a:pt x="352425" y="47625"/>
                </a:lnTo>
                <a:lnTo>
                  <a:pt x="352425" y="57150"/>
                </a:lnTo>
                <a:lnTo>
                  <a:pt x="323850" y="57150"/>
                </a:lnTo>
                <a:lnTo>
                  <a:pt x="323850" y="76200"/>
                </a:lnTo>
                <a:lnTo>
                  <a:pt x="314325" y="76200"/>
                </a:lnTo>
                <a:lnTo>
                  <a:pt x="314325" y="95250"/>
                </a:lnTo>
                <a:lnTo>
                  <a:pt x="276225" y="95250"/>
                </a:lnTo>
                <a:lnTo>
                  <a:pt x="276225" y="85725"/>
                </a:lnTo>
                <a:lnTo>
                  <a:pt x="266700" y="85725"/>
                </a:lnTo>
                <a:lnTo>
                  <a:pt x="266700" y="76200"/>
                </a:lnTo>
                <a:lnTo>
                  <a:pt x="257175" y="76200"/>
                </a:lnTo>
                <a:lnTo>
                  <a:pt x="257175" y="66675"/>
                </a:lnTo>
                <a:lnTo>
                  <a:pt x="238125" y="66675"/>
                </a:lnTo>
                <a:lnTo>
                  <a:pt x="238125" y="76200"/>
                </a:lnTo>
                <a:lnTo>
                  <a:pt x="228600" y="76200"/>
                </a:lnTo>
                <a:lnTo>
                  <a:pt x="228600" y="104775"/>
                </a:lnTo>
                <a:lnTo>
                  <a:pt x="238125" y="104775"/>
                </a:lnTo>
                <a:lnTo>
                  <a:pt x="238125" y="123825"/>
                </a:lnTo>
                <a:lnTo>
                  <a:pt x="266700" y="123825"/>
                </a:lnTo>
                <a:lnTo>
                  <a:pt x="266700" y="133350"/>
                </a:lnTo>
                <a:lnTo>
                  <a:pt x="171450" y="133350"/>
                </a:lnTo>
                <a:lnTo>
                  <a:pt x="171450" y="142875"/>
                </a:lnTo>
                <a:lnTo>
                  <a:pt x="133350" y="142875"/>
                </a:lnTo>
                <a:lnTo>
                  <a:pt x="133350" y="133350"/>
                </a:lnTo>
                <a:lnTo>
                  <a:pt x="104775" y="133350"/>
                </a:lnTo>
                <a:lnTo>
                  <a:pt x="104775" y="123825"/>
                </a:lnTo>
                <a:lnTo>
                  <a:pt x="133350" y="123825"/>
                </a:lnTo>
                <a:lnTo>
                  <a:pt x="133350" y="104775"/>
                </a:lnTo>
                <a:lnTo>
                  <a:pt x="142875" y="104775"/>
                </a:lnTo>
                <a:lnTo>
                  <a:pt x="142875" y="76200"/>
                </a:lnTo>
                <a:lnTo>
                  <a:pt x="133350" y="76200"/>
                </a:lnTo>
                <a:lnTo>
                  <a:pt x="133350" y="66675"/>
                </a:lnTo>
                <a:lnTo>
                  <a:pt x="142875" y="66675"/>
                </a:lnTo>
                <a:lnTo>
                  <a:pt x="142875" y="57150"/>
                </a:lnTo>
                <a:lnTo>
                  <a:pt x="123825" y="57150"/>
                </a:lnTo>
                <a:lnTo>
                  <a:pt x="123825" y="66675"/>
                </a:lnTo>
                <a:lnTo>
                  <a:pt x="114300" y="66675"/>
                </a:lnTo>
                <a:lnTo>
                  <a:pt x="114300" y="76200"/>
                </a:lnTo>
                <a:lnTo>
                  <a:pt x="104775" y="76200"/>
                </a:lnTo>
                <a:lnTo>
                  <a:pt x="104775" y="104775"/>
                </a:lnTo>
                <a:lnTo>
                  <a:pt x="95250" y="104775"/>
                </a:lnTo>
                <a:lnTo>
                  <a:pt x="95250" y="95250"/>
                </a:lnTo>
                <a:lnTo>
                  <a:pt x="76200" y="95250"/>
                </a:lnTo>
                <a:lnTo>
                  <a:pt x="76200" y="104775"/>
                </a:lnTo>
                <a:lnTo>
                  <a:pt x="66675" y="104775"/>
                </a:lnTo>
                <a:lnTo>
                  <a:pt x="66675" y="95250"/>
                </a:lnTo>
                <a:lnTo>
                  <a:pt x="57150" y="95250"/>
                </a:lnTo>
                <a:lnTo>
                  <a:pt x="57150" y="76200"/>
                </a:lnTo>
                <a:lnTo>
                  <a:pt x="66675" y="76200"/>
                </a:lnTo>
                <a:lnTo>
                  <a:pt x="66675" y="57150"/>
                </a:lnTo>
                <a:lnTo>
                  <a:pt x="76200" y="57150"/>
                </a:lnTo>
                <a:lnTo>
                  <a:pt x="76200" y="47625"/>
                </a:lnTo>
                <a:lnTo>
                  <a:pt x="85725" y="47625"/>
                </a:lnTo>
                <a:close/>
                <a:moveTo>
                  <a:pt x="628650" y="38100"/>
                </a:moveTo>
                <a:lnTo>
                  <a:pt x="647700" y="38100"/>
                </a:lnTo>
                <a:lnTo>
                  <a:pt x="647700" y="57150"/>
                </a:lnTo>
                <a:lnTo>
                  <a:pt x="638175" y="57150"/>
                </a:lnTo>
                <a:lnTo>
                  <a:pt x="638175" y="66675"/>
                </a:lnTo>
                <a:lnTo>
                  <a:pt x="619125" y="66675"/>
                </a:lnTo>
                <a:lnTo>
                  <a:pt x="619125" y="47625"/>
                </a:lnTo>
                <a:lnTo>
                  <a:pt x="628650" y="47625"/>
                </a:lnTo>
                <a:close/>
                <a:moveTo>
                  <a:pt x="714375" y="38100"/>
                </a:moveTo>
                <a:lnTo>
                  <a:pt x="723900" y="38100"/>
                </a:lnTo>
                <a:lnTo>
                  <a:pt x="723900" y="57150"/>
                </a:lnTo>
                <a:lnTo>
                  <a:pt x="714375" y="57150"/>
                </a:lnTo>
                <a:close/>
                <a:moveTo>
                  <a:pt x="171450" y="66675"/>
                </a:moveTo>
                <a:lnTo>
                  <a:pt x="180975" y="66675"/>
                </a:lnTo>
                <a:lnTo>
                  <a:pt x="180975" y="76200"/>
                </a:lnTo>
                <a:lnTo>
                  <a:pt x="171450" y="76200"/>
                </a:lnTo>
                <a:lnTo>
                  <a:pt x="171450" y="104775"/>
                </a:lnTo>
                <a:lnTo>
                  <a:pt x="180975" y="104775"/>
                </a:lnTo>
                <a:lnTo>
                  <a:pt x="180975" y="123825"/>
                </a:lnTo>
                <a:lnTo>
                  <a:pt x="200025" y="123825"/>
                </a:lnTo>
                <a:lnTo>
                  <a:pt x="200025" y="104775"/>
                </a:lnTo>
                <a:lnTo>
                  <a:pt x="209550" y="104775"/>
                </a:lnTo>
                <a:lnTo>
                  <a:pt x="209550" y="76200"/>
                </a:lnTo>
                <a:lnTo>
                  <a:pt x="200025" y="76200"/>
                </a:lnTo>
                <a:lnTo>
                  <a:pt x="200025" y="57150"/>
                </a:lnTo>
                <a:lnTo>
                  <a:pt x="171450" y="57150"/>
                </a:lnTo>
                <a:close/>
                <a:moveTo>
                  <a:pt x="1038225" y="66675"/>
                </a:moveTo>
                <a:lnTo>
                  <a:pt x="1047750" y="66675"/>
                </a:lnTo>
                <a:lnTo>
                  <a:pt x="1047750" y="76200"/>
                </a:lnTo>
                <a:lnTo>
                  <a:pt x="1057275" y="76200"/>
                </a:lnTo>
                <a:lnTo>
                  <a:pt x="1057275" y="133350"/>
                </a:lnTo>
                <a:lnTo>
                  <a:pt x="1047750" y="133350"/>
                </a:lnTo>
                <a:lnTo>
                  <a:pt x="1047750" y="142875"/>
                </a:lnTo>
                <a:lnTo>
                  <a:pt x="1038225" y="142875"/>
                </a:lnTo>
                <a:lnTo>
                  <a:pt x="1038225" y="133350"/>
                </a:lnTo>
                <a:lnTo>
                  <a:pt x="1009650" y="133350"/>
                </a:lnTo>
                <a:lnTo>
                  <a:pt x="1009650" y="114300"/>
                </a:lnTo>
                <a:lnTo>
                  <a:pt x="990600" y="114300"/>
                </a:lnTo>
                <a:lnTo>
                  <a:pt x="990600" y="104775"/>
                </a:lnTo>
                <a:lnTo>
                  <a:pt x="1000125" y="104775"/>
                </a:lnTo>
                <a:lnTo>
                  <a:pt x="1000125" y="95250"/>
                </a:lnTo>
                <a:lnTo>
                  <a:pt x="1009650" y="95250"/>
                </a:lnTo>
                <a:lnTo>
                  <a:pt x="1009650" y="85725"/>
                </a:lnTo>
                <a:lnTo>
                  <a:pt x="1028700" y="85725"/>
                </a:lnTo>
                <a:lnTo>
                  <a:pt x="1028700" y="76200"/>
                </a:lnTo>
                <a:lnTo>
                  <a:pt x="1038225" y="76200"/>
                </a:lnTo>
                <a:close/>
                <a:moveTo>
                  <a:pt x="619125" y="76200"/>
                </a:moveTo>
                <a:lnTo>
                  <a:pt x="628650" y="76200"/>
                </a:lnTo>
                <a:lnTo>
                  <a:pt x="628650" y="85725"/>
                </a:lnTo>
                <a:lnTo>
                  <a:pt x="619125" y="85725"/>
                </a:lnTo>
                <a:close/>
                <a:moveTo>
                  <a:pt x="104775" y="104775"/>
                </a:moveTo>
                <a:lnTo>
                  <a:pt x="114300" y="104775"/>
                </a:lnTo>
                <a:lnTo>
                  <a:pt x="114300" y="114300"/>
                </a:lnTo>
                <a:lnTo>
                  <a:pt x="104775" y="114300"/>
                </a:lnTo>
                <a:close/>
                <a:moveTo>
                  <a:pt x="590550" y="114300"/>
                </a:moveTo>
                <a:lnTo>
                  <a:pt x="600075" y="114300"/>
                </a:lnTo>
                <a:lnTo>
                  <a:pt x="600075" y="123825"/>
                </a:lnTo>
                <a:lnTo>
                  <a:pt x="609600" y="123825"/>
                </a:lnTo>
                <a:lnTo>
                  <a:pt x="609600" y="133350"/>
                </a:lnTo>
                <a:lnTo>
                  <a:pt x="552450" y="133350"/>
                </a:lnTo>
                <a:lnTo>
                  <a:pt x="552450" y="123825"/>
                </a:lnTo>
                <a:lnTo>
                  <a:pt x="590550" y="123825"/>
                </a:lnTo>
                <a:close/>
                <a:moveTo>
                  <a:pt x="66675" y="123825"/>
                </a:moveTo>
                <a:lnTo>
                  <a:pt x="76200" y="123825"/>
                </a:lnTo>
                <a:lnTo>
                  <a:pt x="76200" y="152400"/>
                </a:lnTo>
                <a:lnTo>
                  <a:pt x="66675" y="152400"/>
                </a:lnTo>
                <a:close/>
                <a:moveTo>
                  <a:pt x="628650" y="123825"/>
                </a:moveTo>
                <a:lnTo>
                  <a:pt x="657225" y="123825"/>
                </a:lnTo>
                <a:lnTo>
                  <a:pt x="657225" y="133350"/>
                </a:lnTo>
                <a:lnTo>
                  <a:pt x="628650" y="133350"/>
                </a:lnTo>
                <a:close/>
                <a:moveTo>
                  <a:pt x="952500" y="123825"/>
                </a:moveTo>
                <a:lnTo>
                  <a:pt x="962025" y="123825"/>
                </a:lnTo>
                <a:lnTo>
                  <a:pt x="962025" y="133350"/>
                </a:lnTo>
                <a:lnTo>
                  <a:pt x="952500" y="133350"/>
                </a:lnTo>
                <a:close/>
                <a:moveTo>
                  <a:pt x="971550" y="123825"/>
                </a:moveTo>
                <a:lnTo>
                  <a:pt x="981075" y="123825"/>
                </a:lnTo>
                <a:lnTo>
                  <a:pt x="981075" y="133350"/>
                </a:lnTo>
                <a:lnTo>
                  <a:pt x="971550" y="133350"/>
                </a:lnTo>
                <a:close/>
                <a:moveTo>
                  <a:pt x="295275" y="219075"/>
                </a:moveTo>
                <a:lnTo>
                  <a:pt x="304800" y="219075"/>
                </a:lnTo>
                <a:lnTo>
                  <a:pt x="304800" y="228600"/>
                </a:lnTo>
                <a:lnTo>
                  <a:pt x="323850" y="228600"/>
                </a:lnTo>
                <a:lnTo>
                  <a:pt x="323850" y="238125"/>
                </a:lnTo>
                <a:lnTo>
                  <a:pt x="333375" y="238125"/>
                </a:lnTo>
                <a:lnTo>
                  <a:pt x="333375" y="257175"/>
                </a:lnTo>
                <a:lnTo>
                  <a:pt x="342900" y="257175"/>
                </a:lnTo>
                <a:lnTo>
                  <a:pt x="342900" y="285750"/>
                </a:lnTo>
                <a:lnTo>
                  <a:pt x="333375" y="285750"/>
                </a:lnTo>
                <a:lnTo>
                  <a:pt x="333375" y="276225"/>
                </a:lnTo>
                <a:lnTo>
                  <a:pt x="323850" y="276225"/>
                </a:lnTo>
                <a:lnTo>
                  <a:pt x="323850" y="266700"/>
                </a:lnTo>
                <a:lnTo>
                  <a:pt x="314325" y="266700"/>
                </a:lnTo>
                <a:lnTo>
                  <a:pt x="314325" y="257175"/>
                </a:lnTo>
                <a:lnTo>
                  <a:pt x="304800" y="257175"/>
                </a:lnTo>
                <a:lnTo>
                  <a:pt x="304800" y="238125"/>
                </a:lnTo>
                <a:lnTo>
                  <a:pt x="295275" y="238125"/>
                </a:lnTo>
                <a:close/>
                <a:moveTo>
                  <a:pt x="514350" y="219075"/>
                </a:moveTo>
                <a:lnTo>
                  <a:pt x="542925" y="219075"/>
                </a:lnTo>
                <a:lnTo>
                  <a:pt x="542925" y="228600"/>
                </a:lnTo>
                <a:lnTo>
                  <a:pt x="523875" y="228600"/>
                </a:lnTo>
                <a:lnTo>
                  <a:pt x="523875" y="238125"/>
                </a:lnTo>
                <a:lnTo>
                  <a:pt x="514350" y="238125"/>
                </a:lnTo>
                <a:close/>
                <a:moveTo>
                  <a:pt x="180975" y="238125"/>
                </a:moveTo>
                <a:lnTo>
                  <a:pt x="200025" y="238125"/>
                </a:lnTo>
                <a:lnTo>
                  <a:pt x="200025" y="247650"/>
                </a:lnTo>
                <a:lnTo>
                  <a:pt x="190500" y="247650"/>
                </a:lnTo>
                <a:lnTo>
                  <a:pt x="190500" y="257175"/>
                </a:lnTo>
                <a:lnTo>
                  <a:pt x="180975" y="257175"/>
                </a:lnTo>
                <a:close/>
                <a:moveTo>
                  <a:pt x="638175" y="257175"/>
                </a:moveTo>
                <a:lnTo>
                  <a:pt x="647700" y="257175"/>
                </a:lnTo>
                <a:lnTo>
                  <a:pt x="647700" y="266700"/>
                </a:lnTo>
                <a:lnTo>
                  <a:pt x="638175" y="266700"/>
                </a:lnTo>
                <a:close/>
                <a:moveTo>
                  <a:pt x="914400" y="257175"/>
                </a:moveTo>
                <a:lnTo>
                  <a:pt x="923925" y="257175"/>
                </a:lnTo>
                <a:lnTo>
                  <a:pt x="923925" y="266700"/>
                </a:lnTo>
                <a:lnTo>
                  <a:pt x="914400" y="266700"/>
                </a:lnTo>
                <a:close/>
                <a:moveTo>
                  <a:pt x="209550" y="285750"/>
                </a:moveTo>
                <a:lnTo>
                  <a:pt x="219075" y="285750"/>
                </a:lnTo>
                <a:lnTo>
                  <a:pt x="219075" y="295275"/>
                </a:lnTo>
                <a:lnTo>
                  <a:pt x="257175" y="295275"/>
                </a:lnTo>
                <a:lnTo>
                  <a:pt x="257175" y="285750"/>
                </a:lnTo>
                <a:lnTo>
                  <a:pt x="266700" y="285750"/>
                </a:lnTo>
                <a:lnTo>
                  <a:pt x="266700" y="304800"/>
                </a:lnTo>
                <a:lnTo>
                  <a:pt x="257175" y="304800"/>
                </a:lnTo>
                <a:lnTo>
                  <a:pt x="257175" y="314325"/>
                </a:lnTo>
                <a:lnTo>
                  <a:pt x="238125" y="314325"/>
                </a:lnTo>
                <a:lnTo>
                  <a:pt x="238125" y="304800"/>
                </a:lnTo>
                <a:lnTo>
                  <a:pt x="200025" y="304800"/>
                </a:lnTo>
                <a:lnTo>
                  <a:pt x="200025" y="295275"/>
                </a:lnTo>
                <a:lnTo>
                  <a:pt x="209550" y="295275"/>
                </a:lnTo>
                <a:close/>
                <a:moveTo>
                  <a:pt x="457200" y="285750"/>
                </a:moveTo>
                <a:lnTo>
                  <a:pt x="476250" y="285750"/>
                </a:lnTo>
                <a:lnTo>
                  <a:pt x="476250" y="314325"/>
                </a:lnTo>
                <a:lnTo>
                  <a:pt x="457200" y="314325"/>
                </a:lnTo>
                <a:close/>
                <a:moveTo>
                  <a:pt x="571500" y="323850"/>
                </a:moveTo>
                <a:lnTo>
                  <a:pt x="581025" y="323850"/>
                </a:lnTo>
                <a:lnTo>
                  <a:pt x="581025" y="352425"/>
                </a:lnTo>
                <a:lnTo>
                  <a:pt x="590550" y="352425"/>
                </a:lnTo>
                <a:lnTo>
                  <a:pt x="590550" y="361950"/>
                </a:lnTo>
                <a:lnTo>
                  <a:pt x="600075" y="361950"/>
                </a:lnTo>
                <a:lnTo>
                  <a:pt x="600075" y="371475"/>
                </a:lnTo>
                <a:lnTo>
                  <a:pt x="581025" y="371475"/>
                </a:lnTo>
                <a:lnTo>
                  <a:pt x="581025" y="361950"/>
                </a:lnTo>
                <a:lnTo>
                  <a:pt x="552450" y="361950"/>
                </a:lnTo>
                <a:lnTo>
                  <a:pt x="552450" y="342900"/>
                </a:lnTo>
                <a:lnTo>
                  <a:pt x="561975" y="342900"/>
                </a:lnTo>
                <a:lnTo>
                  <a:pt x="561975" y="333375"/>
                </a:lnTo>
                <a:lnTo>
                  <a:pt x="571500" y="333375"/>
                </a:lnTo>
                <a:close/>
                <a:moveTo>
                  <a:pt x="200025" y="333375"/>
                </a:moveTo>
                <a:lnTo>
                  <a:pt x="209550" y="333375"/>
                </a:lnTo>
                <a:lnTo>
                  <a:pt x="209550" y="342900"/>
                </a:lnTo>
                <a:lnTo>
                  <a:pt x="228600" y="342900"/>
                </a:lnTo>
                <a:lnTo>
                  <a:pt x="228600" y="371475"/>
                </a:lnTo>
                <a:lnTo>
                  <a:pt x="219075" y="371475"/>
                </a:lnTo>
                <a:lnTo>
                  <a:pt x="219075" y="381000"/>
                </a:lnTo>
                <a:lnTo>
                  <a:pt x="228600" y="381000"/>
                </a:lnTo>
                <a:lnTo>
                  <a:pt x="228600" y="390525"/>
                </a:lnTo>
                <a:lnTo>
                  <a:pt x="200025" y="390525"/>
                </a:lnTo>
                <a:lnTo>
                  <a:pt x="200025" y="381000"/>
                </a:lnTo>
                <a:lnTo>
                  <a:pt x="190500" y="381000"/>
                </a:lnTo>
                <a:lnTo>
                  <a:pt x="190500" y="361950"/>
                </a:lnTo>
                <a:lnTo>
                  <a:pt x="180975" y="361950"/>
                </a:lnTo>
                <a:lnTo>
                  <a:pt x="180975" y="352425"/>
                </a:lnTo>
                <a:lnTo>
                  <a:pt x="171450" y="352425"/>
                </a:lnTo>
                <a:lnTo>
                  <a:pt x="171450" y="342900"/>
                </a:lnTo>
                <a:lnTo>
                  <a:pt x="200025" y="342900"/>
                </a:lnTo>
                <a:close/>
                <a:moveTo>
                  <a:pt x="514350" y="333375"/>
                </a:moveTo>
                <a:lnTo>
                  <a:pt x="523875" y="333375"/>
                </a:lnTo>
                <a:lnTo>
                  <a:pt x="523875" y="342900"/>
                </a:lnTo>
                <a:lnTo>
                  <a:pt x="514350" y="342900"/>
                </a:lnTo>
                <a:close/>
                <a:moveTo>
                  <a:pt x="781050" y="342900"/>
                </a:moveTo>
                <a:lnTo>
                  <a:pt x="790575" y="342900"/>
                </a:lnTo>
                <a:lnTo>
                  <a:pt x="790575" y="361950"/>
                </a:lnTo>
                <a:lnTo>
                  <a:pt x="781050" y="361950"/>
                </a:lnTo>
                <a:close/>
                <a:moveTo>
                  <a:pt x="485775" y="361950"/>
                </a:moveTo>
                <a:lnTo>
                  <a:pt x="495300" y="361950"/>
                </a:lnTo>
                <a:lnTo>
                  <a:pt x="495300" y="371475"/>
                </a:lnTo>
                <a:lnTo>
                  <a:pt x="504825" y="371475"/>
                </a:lnTo>
                <a:lnTo>
                  <a:pt x="504825" y="381000"/>
                </a:lnTo>
                <a:lnTo>
                  <a:pt x="485775" y="381000"/>
                </a:lnTo>
                <a:close/>
                <a:moveTo>
                  <a:pt x="314325" y="371475"/>
                </a:moveTo>
                <a:lnTo>
                  <a:pt x="323850" y="371475"/>
                </a:lnTo>
                <a:lnTo>
                  <a:pt x="323850" y="381000"/>
                </a:lnTo>
                <a:lnTo>
                  <a:pt x="314325" y="381000"/>
                </a:lnTo>
                <a:close/>
                <a:moveTo>
                  <a:pt x="600075" y="371475"/>
                </a:moveTo>
                <a:lnTo>
                  <a:pt x="609600" y="371475"/>
                </a:lnTo>
                <a:lnTo>
                  <a:pt x="609600" y="381000"/>
                </a:lnTo>
                <a:lnTo>
                  <a:pt x="619125" y="381000"/>
                </a:lnTo>
                <a:lnTo>
                  <a:pt x="619125" y="390525"/>
                </a:lnTo>
                <a:lnTo>
                  <a:pt x="590550" y="390525"/>
                </a:lnTo>
                <a:lnTo>
                  <a:pt x="590550" y="381000"/>
                </a:lnTo>
                <a:lnTo>
                  <a:pt x="600075" y="381000"/>
                </a:lnTo>
                <a:close/>
                <a:moveTo>
                  <a:pt x="247650" y="390525"/>
                </a:moveTo>
                <a:lnTo>
                  <a:pt x="257175" y="390525"/>
                </a:lnTo>
                <a:lnTo>
                  <a:pt x="257175" y="400050"/>
                </a:lnTo>
                <a:lnTo>
                  <a:pt x="247650" y="400050"/>
                </a:lnTo>
                <a:close/>
              </a:path>
            </a:pathLst>
          </a:custGeom>
          <a:solidFill xmlns:a="http://schemas.openxmlformats.org/drawingml/2006/main">
            <a:srgbClr val="2A4B3A"/>
          </a:solidFill>
          <a:ln xmlns:a="http://schemas.openxmlformats.org/drawingml/2006/main" w="0">
            <a:noFill/>
          </a:ln>
        </p:spPr>
      </p:sp>
      <p:sp>
        <p:nvSpPr>
          <p:cNvPr id="147" name="">
            <a:extLst xmlns:a="http://schemas.openxmlformats.org/drawingml/2006/main">
              <a:ext uri="{FF2B5EF4-FFF2-40B4-BE49-F238E27FC236}">
                <a16:creationId xmlns:a16="http://schemas.microsoft.com/office/drawing/2014/main" id="{0BF913ED-2A47-43D4-A378-145DBB8EFF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667500" y="3676650"/>
            <a:ext cx="1495425" cy="93345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l"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defPPr>
            <a:lvl1pPr algn="l"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1pPr>
            <a:lvl2pPr algn="l"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2pPr>
            <a:lvl3pPr algn="l"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3pPr>
            <a:lvl4pPr algn="l"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4pPr>
            <a:lvl5pPr algn="l"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5pPr>
            <a:lvl6pPr algn="l"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6pPr>
            <a:lvl7pPr algn="l"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7pPr>
            <a:lvl8pPr algn="l"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8pPr>
            <a:lvl9pPr algn="l"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l">
              <a:lnSpc>
                <a:spcPct val="105000"/>
              </a:lnSpc>
              <a:buNone/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pPr>
            <a:r>
              <a:rPr sz="1500" b="0">
                <a:solidFill>
                  <a:srgbClr val="1D4333"/>
                </a:solidFill>
                <a:latin typeface="Arial"/>
                <a:ea typeface="Arial"/>
                <a:cs typeface="Arial"/>
              </a:rPr>
              <a:t>Existencias</a:t>
            </a:r>
          </a:p>
          <a:p xmlns:a="http://schemas.openxmlformats.org/drawingml/2006/main">
            <a:pPr algn="l">
              <a:lnSpc>
                <a:spcPct val="105000"/>
              </a:lnSpc>
              <a:buNone/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pPr>
            <a:r>
              <a:rPr sz="1500" b="0">
                <a:solidFill>
                  <a:srgbClr val="1D4333"/>
                </a:solidFill>
                <a:latin typeface="Arial"/>
                <a:ea typeface="Arial"/>
                <a:cs typeface="Arial"/>
              </a:rPr>
              <a:t>actualizadas</a:t>
            </a:r>
          </a:p>
          <a:p xmlns:a="http://schemas.openxmlformats.org/drawingml/2006/main">
            <a:pPr algn="l">
              <a:lnSpc>
                <a:spcPct val="105000"/>
              </a:lnSpc>
              <a:buNone/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pPr>
            <a:r>
              <a:rPr sz="1500" b="0">
                <a:solidFill>
                  <a:srgbClr val="1D4333"/>
                </a:solidFill>
                <a:latin typeface="Arial"/>
                <a:ea typeface="Arial"/>
                <a:cs typeface="Arial"/>
              </a:rPr>
              <a:t>al registrar</a:t>
            </a:r>
          </a:p>
          <a:p xmlns:a="http://schemas.openxmlformats.org/drawingml/2006/main">
            <a:pPr algn="l">
              <a:lnSpc>
                <a:spcPct val="105000"/>
              </a:lnSpc>
              <a:buNone/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pPr>
            <a:r>
              <a:rPr sz="1500" b="0">
                <a:solidFill>
                  <a:srgbClr val="1D4333"/>
                </a:solidFill>
                <a:latin typeface="Arial"/>
                <a:ea typeface="Arial"/>
                <a:cs typeface="Arial"/>
              </a:rPr>
              <a:t>operaciones</a:t>
            </a:r>
          </a:p>
        </p:txBody>
      </p:sp>
      <p:sp>
        <p:nvSpPr>
          <p:cNvPr id="148" name="">
            <a:extLst xmlns:a="http://schemas.openxmlformats.org/drawingml/2006/main">
              <a:ext uri="{FF2B5EF4-FFF2-40B4-BE49-F238E27FC236}">
                <a16:creationId xmlns:a16="http://schemas.microsoft.com/office/drawing/2014/main" id="{782CE4C7-A1BA-49E2-A54E-C29F58CF0F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353425" y="3867150"/>
            <a:ext cx="619125" cy="42862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l">
              <a:defRPr sz="3075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defPPr>
            <a:lvl1pPr algn="l">
              <a:defRPr sz="3075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1pPr>
            <a:lvl2pPr algn="l">
              <a:defRPr sz="3075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2pPr>
            <a:lvl3pPr algn="l">
              <a:defRPr sz="3075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3pPr>
            <a:lvl4pPr algn="l">
              <a:defRPr sz="3075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4pPr>
            <a:lvl5pPr algn="l">
              <a:defRPr sz="3075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5pPr>
            <a:lvl6pPr algn="l">
              <a:defRPr sz="3075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6pPr>
            <a:lvl7pPr algn="l">
              <a:defRPr sz="3075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7pPr>
            <a:lvl8pPr algn="l">
              <a:defRPr sz="3075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8pPr>
            <a:lvl9pPr algn="l">
              <a:defRPr sz="3075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l">
              <a:lnSpc>
                <a:spcPct val="105000"/>
              </a:lnSpc>
              <a:buNone/>
              <a:defRPr sz="3075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pPr>
            <a:r>
              <a:rPr sz="3075" b="0">
                <a:solidFill>
                  <a:srgbClr val="1D4333"/>
                </a:solidFill>
                <a:latin typeface="Arial"/>
                <a:ea typeface="Arial"/>
                <a:cs typeface="Arial"/>
              </a:rPr>
              <a:t>⟶</a:t>
            </a:r>
          </a:p>
        </p:txBody>
      </p:sp>
      <p:sp>
        <p:nvSpPr>
          <p:cNvPr id="149" name="">
            <a:extLst xmlns:a="http://schemas.openxmlformats.org/drawingml/2006/main">
              <a:ext uri="{FF2B5EF4-FFF2-40B4-BE49-F238E27FC236}">
                <a16:creationId xmlns:a16="http://schemas.microsoft.com/office/drawing/2014/main" id="{0F2D72EF-0B11-4FE6-8ACE-4D4BB7DD5C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039225" y="3495675"/>
            <a:ext cx="3343275" cy="1143000"/>
          </a:xfrm>
          <a:prstGeom xmlns:a="http://schemas.openxmlformats.org/drawingml/2006/main" prst="roundRect">
            <a:avLst>
              <a:gd name="adj" fmla="val 18333"/>
            </a:avLst>
          </a:prstGeom>
          <a:solidFill xmlns:a="http://schemas.openxmlformats.org/drawingml/2006/main">
            <a:srgbClr val="FAFAF6"/>
          </a:solidFill>
          <a:ln xmlns:a="http://schemas.openxmlformats.org/drawingml/2006/main" w="23813">
            <a:solidFill>
              <a:srgbClr val="1D4333"/>
            </a:solidFill>
          </a:ln>
        </p:spPr>
      </p:sp>
      <p:sp>
        <p:nvSpPr>
          <p:cNvPr id="150" name="">
            <a:extLst xmlns:a="http://schemas.openxmlformats.org/drawingml/2006/main">
              <a:ext uri="{FF2B5EF4-FFF2-40B4-BE49-F238E27FC236}">
                <a16:creationId xmlns:a16="http://schemas.microsoft.com/office/drawing/2014/main" id="{59DCDBC1-2206-46E8-A1B0-C0C6C97338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210675" y="3609975"/>
            <a:ext cx="1428750" cy="962025"/>
          </a:xfrm>
          <a:prstGeom xmlns:a="http://schemas.openxmlformats.org/drawingml/2006/main" prst="rect">
            <a:avLst/>
          </a:prstGeom>
          <a:solidFill xmlns:a="http://schemas.openxmlformats.org/drawingml/2006/main">
            <a:srgbClr val="F5F2E8"/>
          </a:solidFill>
          <a:ln xmlns:a="http://schemas.openxmlformats.org/drawingml/2006/main" w="0">
            <a:noFill/>
          </a:ln>
        </p:spPr>
      </p:sp>
      <p:sp>
        <p:nvSpPr>
          <p:cNvPr id="151" name="v12 vector #fafbf6">
            <a:extLst xmlns:a="http://schemas.openxmlformats.org/drawingml/2006/main">
              <a:ext uri="{FF2B5EF4-FFF2-40B4-BE49-F238E27FC236}">
                <a16:creationId xmlns:a16="http://schemas.microsoft.com/office/drawing/2014/main" id="{6406338A-D207-4A24-9BD8-B181CAD1EF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10675" y="3609975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38100" y="0"/>
                </a:moveTo>
                <a:lnTo>
                  <a:pt x="123825" y="0"/>
                </a:lnTo>
                <a:lnTo>
                  <a:pt x="123825" y="9525"/>
                </a:lnTo>
                <a:lnTo>
                  <a:pt x="114300" y="9525"/>
                </a:lnTo>
                <a:lnTo>
                  <a:pt x="114300" y="19050"/>
                </a:lnTo>
                <a:lnTo>
                  <a:pt x="85725" y="19050"/>
                </a:lnTo>
                <a:lnTo>
                  <a:pt x="85725" y="28575"/>
                </a:lnTo>
                <a:lnTo>
                  <a:pt x="66675" y="28575"/>
                </a:lnTo>
                <a:lnTo>
                  <a:pt x="66675" y="38100"/>
                </a:lnTo>
                <a:lnTo>
                  <a:pt x="57150" y="38100"/>
                </a:lnTo>
                <a:lnTo>
                  <a:pt x="57150" y="47625"/>
                </a:lnTo>
                <a:lnTo>
                  <a:pt x="47625" y="47625"/>
                </a:lnTo>
                <a:lnTo>
                  <a:pt x="47625" y="66675"/>
                </a:lnTo>
                <a:lnTo>
                  <a:pt x="38100" y="66675"/>
                </a:lnTo>
                <a:lnTo>
                  <a:pt x="38100" y="76200"/>
                </a:lnTo>
                <a:lnTo>
                  <a:pt x="28575" y="76200"/>
                </a:lnTo>
                <a:lnTo>
                  <a:pt x="28575" y="66675"/>
                </a:lnTo>
                <a:lnTo>
                  <a:pt x="9525" y="66675"/>
                </a:lnTo>
                <a:lnTo>
                  <a:pt x="9525" y="57150"/>
                </a:lnTo>
                <a:lnTo>
                  <a:pt x="0" y="57150"/>
                </a:lnTo>
                <a:lnTo>
                  <a:pt x="0" y="28575"/>
                </a:lnTo>
                <a:lnTo>
                  <a:pt x="19050" y="28575"/>
                </a:lnTo>
                <a:lnTo>
                  <a:pt x="19050" y="19050"/>
                </a:lnTo>
                <a:lnTo>
                  <a:pt x="28575" y="19050"/>
                </a:lnTo>
                <a:lnTo>
                  <a:pt x="28575" y="9525"/>
                </a:lnTo>
                <a:lnTo>
                  <a:pt x="38100" y="9525"/>
                </a:lnTo>
                <a:close/>
                <a:moveTo>
                  <a:pt x="1200150" y="38100"/>
                </a:moveTo>
                <a:lnTo>
                  <a:pt x="1209675" y="38100"/>
                </a:lnTo>
                <a:lnTo>
                  <a:pt x="1209675" y="66675"/>
                </a:lnTo>
                <a:lnTo>
                  <a:pt x="1190625" y="66675"/>
                </a:lnTo>
                <a:lnTo>
                  <a:pt x="1190625" y="85725"/>
                </a:lnTo>
                <a:lnTo>
                  <a:pt x="1181100" y="85725"/>
                </a:lnTo>
                <a:lnTo>
                  <a:pt x="1181100" y="66675"/>
                </a:lnTo>
                <a:lnTo>
                  <a:pt x="1171575" y="66675"/>
                </a:lnTo>
                <a:lnTo>
                  <a:pt x="1171575" y="57150"/>
                </a:lnTo>
                <a:lnTo>
                  <a:pt x="1181100" y="57150"/>
                </a:lnTo>
                <a:lnTo>
                  <a:pt x="1181100" y="47625"/>
                </a:lnTo>
                <a:lnTo>
                  <a:pt x="1200150" y="47625"/>
                </a:lnTo>
                <a:close/>
                <a:moveTo>
                  <a:pt x="885825" y="152400"/>
                </a:moveTo>
                <a:lnTo>
                  <a:pt x="895350" y="152400"/>
                </a:lnTo>
                <a:lnTo>
                  <a:pt x="895350" y="171450"/>
                </a:lnTo>
                <a:lnTo>
                  <a:pt x="914400" y="171450"/>
                </a:lnTo>
                <a:lnTo>
                  <a:pt x="914400" y="180975"/>
                </a:lnTo>
                <a:lnTo>
                  <a:pt x="923925" y="180975"/>
                </a:lnTo>
                <a:lnTo>
                  <a:pt x="923925" y="209550"/>
                </a:lnTo>
                <a:lnTo>
                  <a:pt x="904875" y="209550"/>
                </a:lnTo>
                <a:lnTo>
                  <a:pt x="904875" y="219075"/>
                </a:lnTo>
                <a:lnTo>
                  <a:pt x="895350" y="219075"/>
                </a:lnTo>
                <a:lnTo>
                  <a:pt x="895350" y="228600"/>
                </a:lnTo>
                <a:lnTo>
                  <a:pt x="885825" y="228600"/>
                </a:lnTo>
                <a:lnTo>
                  <a:pt x="885825" y="219075"/>
                </a:lnTo>
                <a:lnTo>
                  <a:pt x="876300" y="219075"/>
                </a:lnTo>
                <a:lnTo>
                  <a:pt x="876300" y="161925"/>
                </a:lnTo>
                <a:lnTo>
                  <a:pt x="885825" y="161925"/>
                </a:lnTo>
                <a:close/>
                <a:moveTo>
                  <a:pt x="428625" y="247650"/>
                </a:moveTo>
                <a:lnTo>
                  <a:pt x="438150" y="247650"/>
                </a:lnTo>
                <a:lnTo>
                  <a:pt x="438150" y="257175"/>
                </a:lnTo>
                <a:lnTo>
                  <a:pt x="447675" y="257175"/>
                </a:lnTo>
                <a:lnTo>
                  <a:pt x="447675" y="266700"/>
                </a:lnTo>
                <a:lnTo>
                  <a:pt x="428625" y="266700"/>
                </a:lnTo>
                <a:close/>
                <a:moveTo>
                  <a:pt x="714375" y="257175"/>
                </a:moveTo>
                <a:lnTo>
                  <a:pt x="733425" y="257175"/>
                </a:lnTo>
                <a:lnTo>
                  <a:pt x="733425" y="266700"/>
                </a:lnTo>
                <a:lnTo>
                  <a:pt x="742950" y="266700"/>
                </a:lnTo>
                <a:lnTo>
                  <a:pt x="742950" y="285750"/>
                </a:lnTo>
                <a:lnTo>
                  <a:pt x="704850" y="285750"/>
                </a:lnTo>
                <a:lnTo>
                  <a:pt x="704850" y="276225"/>
                </a:lnTo>
                <a:lnTo>
                  <a:pt x="695325" y="276225"/>
                </a:lnTo>
                <a:lnTo>
                  <a:pt x="695325" y="266700"/>
                </a:lnTo>
                <a:lnTo>
                  <a:pt x="714375" y="266700"/>
                </a:lnTo>
                <a:close/>
                <a:moveTo>
                  <a:pt x="561975" y="285750"/>
                </a:moveTo>
                <a:lnTo>
                  <a:pt x="581025" y="285750"/>
                </a:lnTo>
                <a:lnTo>
                  <a:pt x="581025" y="295275"/>
                </a:lnTo>
                <a:lnTo>
                  <a:pt x="561975" y="295275"/>
                </a:lnTo>
                <a:close/>
                <a:moveTo>
                  <a:pt x="0" y="295275"/>
                </a:moveTo>
                <a:lnTo>
                  <a:pt x="9525" y="295275"/>
                </a:lnTo>
                <a:lnTo>
                  <a:pt x="9525" y="304800"/>
                </a:lnTo>
                <a:lnTo>
                  <a:pt x="19050" y="304800"/>
                </a:lnTo>
                <a:lnTo>
                  <a:pt x="19050" y="314325"/>
                </a:lnTo>
                <a:lnTo>
                  <a:pt x="38100" y="314325"/>
                </a:lnTo>
                <a:lnTo>
                  <a:pt x="38100" y="352425"/>
                </a:lnTo>
                <a:lnTo>
                  <a:pt x="28575" y="352425"/>
                </a:lnTo>
                <a:lnTo>
                  <a:pt x="28575" y="342900"/>
                </a:lnTo>
                <a:lnTo>
                  <a:pt x="19050" y="342900"/>
                </a:lnTo>
                <a:lnTo>
                  <a:pt x="19050" y="333375"/>
                </a:lnTo>
                <a:lnTo>
                  <a:pt x="9525" y="333375"/>
                </a:lnTo>
                <a:lnTo>
                  <a:pt x="9525" y="314325"/>
                </a:lnTo>
                <a:lnTo>
                  <a:pt x="0" y="314325"/>
                </a:lnTo>
                <a:close/>
                <a:moveTo>
                  <a:pt x="28575" y="295275"/>
                </a:moveTo>
                <a:lnTo>
                  <a:pt x="38100" y="295275"/>
                </a:lnTo>
                <a:lnTo>
                  <a:pt x="38100" y="304800"/>
                </a:lnTo>
                <a:lnTo>
                  <a:pt x="28575" y="304800"/>
                </a:lnTo>
                <a:close/>
                <a:moveTo>
                  <a:pt x="504825" y="314325"/>
                </a:moveTo>
                <a:lnTo>
                  <a:pt x="533400" y="314325"/>
                </a:lnTo>
                <a:lnTo>
                  <a:pt x="533400" y="323850"/>
                </a:lnTo>
                <a:lnTo>
                  <a:pt x="523875" y="323850"/>
                </a:lnTo>
                <a:lnTo>
                  <a:pt x="523875" y="333375"/>
                </a:lnTo>
                <a:lnTo>
                  <a:pt x="504825" y="333375"/>
                </a:lnTo>
                <a:close/>
                <a:moveTo>
                  <a:pt x="1200150" y="314325"/>
                </a:moveTo>
                <a:lnTo>
                  <a:pt x="1209675" y="314325"/>
                </a:lnTo>
                <a:lnTo>
                  <a:pt x="1209675" y="323850"/>
                </a:lnTo>
                <a:lnTo>
                  <a:pt x="1200150" y="323850"/>
                </a:lnTo>
                <a:close/>
                <a:moveTo>
                  <a:pt x="85725" y="323850"/>
                </a:moveTo>
                <a:lnTo>
                  <a:pt x="95250" y="323850"/>
                </a:lnTo>
                <a:lnTo>
                  <a:pt x="95250" y="381000"/>
                </a:lnTo>
                <a:lnTo>
                  <a:pt x="114300" y="381000"/>
                </a:lnTo>
                <a:lnTo>
                  <a:pt x="114300" y="390525"/>
                </a:lnTo>
                <a:lnTo>
                  <a:pt x="123825" y="390525"/>
                </a:lnTo>
                <a:lnTo>
                  <a:pt x="123825" y="409575"/>
                </a:lnTo>
                <a:lnTo>
                  <a:pt x="171450" y="409575"/>
                </a:lnTo>
                <a:lnTo>
                  <a:pt x="171450" y="419100"/>
                </a:lnTo>
                <a:lnTo>
                  <a:pt x="161925" y="419100"/>
                </a:lnTo>
                <a:lnTo>
                  <a:pt x="161925" y="428625"/>
                </a:lnTo>
                <a:lnTo>
                  <a:pt x="171450" y="428625"/>
                </a:lnTo>
                <a:lnTo>
                  <a:pt x="171450" y="438150"/>
                </a:lnTo>
                <a:lnTo>
                  <a:pt x="152400" y="438150"/>
                </a:lnTo>
                <a:lnTo>
                  <a:pt x="152400" y="447675"/>
                </a:lnTo>
                <a:lnTo>
                  <a:pt x="142875" y="447675"/>
                </a:lnTo>
                <a:lnTo>
                  <a:pt x="142875" y="438150"/>
                </a:lnTo>
                <a:lnTo>
                  <a:pt x="123825" y="438150"/>
                </a:lnTo>
                <a:lnTo>
                  <a:pt x="123825" y="419100"/>
                </a:lnTo>
                <a:lnTo>
                  <a:pt x="104775" y="419100"/>
                </a:lnTo>
                <a:lnTo>
                  <a:pt x="104775" y="409575"/>
                </a:lnTo>
                <a:lnTo>
                  <a:pt x="95250" y="409575"/>
                </a:lnTo>
                <a:lnTo>
                  <a:pt x="95250" y="419100"/>
                </a:lnTo>
                <a:lnTo>
                  <a:pt x="85725" y="419100"/>
                </a:lnTo>
                <a:lnTo>
                  <a:pt x="85725" y="409575"/>
                </a:lnTo>
                <a:lnTo>
                  <a:pt x="76200" y="409575"/>
                </a:lnTo>
                <a:lnTo>
                  <a:pt x="76200" y="333375"/>
                </a:lnTo>
                <a:lnTo>
                  <a:pt x="85725" y="333375"/>
                </a:lnTo>
                <a:close/>
                <a:moveTo>
                  <a:pt x="571500" y="323850"/>
                </a:moveTo>
                <a:lnTo>
                  <a:pt x="590550" y="323850"/>
                </a:lnTo>
                <a:lnTo>
                  <a:pt x="590550" y="333375"/>
                </a:lnTo>
                <a:lnTo>
                  <a:pt x="581025" y="333375"/>
                </a:lnTo>
                <a:lnTo>
                  <a:pt x="581025" y="342900"/>
                </a:lnTo>
                <a:lnTo>
                  <a:pt x="590550" y="342900"/>
                </a:lnTo>
                <a:lnTo>
                  <a:pt x="590550" y="352425"/>
                </a:lnTo>
                <a:lnTo>
                  <a:pt x="600075" y="352425"/>
                </a:lnTo>
                <a:lnTo>
                  <a:pt x="600075" y="361950"/>
                </a:lnTo>
                <a:lnTo>
                  <a:pt x="581025" y="361950"/>
                </a:lnTo>
                <a:lnTo>
                  <a:pt x="581025" y="352425"/>
                </a:lnTo>
                <a:lnTo>
                  <a:pt x="571500" y="352425"/>
                </a:lnTo>
                <a:close/>
                <a:moveTo>
                  <a:pt x="657225" y="361950"/>
                </a:moveTo>
                <a:lnTo>
                  <a:pt x="666750" y="361950"/>
                </a:lnTo>
                <a:lnTo>
                  <a:pt x="666750" y="371475"/>
                </a:lnTo>
                <a:lnTo>
                  <a:pt x="676275" y="371475"/>
                </a:lnTo>
                <a:lnTo>
                  <a:pt x="676275" y="476250"/>
                </a:lnTo>
                <a:lnTo>
                  <a:pt x="657225" y="476250"/>
                </a:lnTo>
                <a:close/>
                <a:moveTo>
                  <a:pt x="28575" y="381000"/>
                </a:moveTo>
                <a:lnTo>
                  <a:pt x="38100" y="381000"/>
                </a:lnTo>
                <a:lnTo>
                  <a:pt x="38100" y="390525"/>
                </a:lnTo>
                <a:lnTo>
                  <a:pt x="47625" y="390525"/>
                </a:lnTo>
                <a:lnTo>
                  <a:pt x="47625" y="400050"/>
                </a:lnTo>
                <a:lnTo>
                  <a:pt x="38100" y="400050"/>
                </a:lnTo>
                <a:lnTo>
                  <a:pt x="38100" y="409575"/>
                </a:lnTo>
                <a:lnTo>
                  <a:pt x="28575" y="409575"/>
                </a:lnTo>
                <a:close/>
                <a:moveTo>
                  <a:pt x="180975" y="438150"/>
                </a:moveTo>
                <a:lnTo>
                  <a:pt x="200025" y="438150"/>
                </a:lnTo>
                <a:lnTo>
                  <a:pt x="200025" y="447675"/>
                </a:lnTo>
                <a:lnTo>
                  <a:pt x="180975" y="447675"/>
                </a:lnTo>
                <a:close/>
                <a:moveTo>
                  <a:pt x="552450" y="447675"/>
                </a:moveTo>
                <a:lnTo>
                  <a:pt x="571500" y="447675"/>
                </a:lnTo>
                <a:lnTo>
                  <a:pt x="571500" y="504825"/>
                </a:lnTo>
                <a:lnTo>
                  <a:pt x="552450" y="504825"/>
                </a:lnTo>
                <a:close/>
                <a:moveTo>
                  <a:pt x="885825" y="447675"/>
                </a:moveTo>
                <a:lnTo>
                  <a:pt x="895350" y="447675"/>
                </a:lnTo>
                <a:lnTo>
                  <a:pt x="895350" y="457200"/>
                </a:lnTo>
                <a:lnTo>
                  <a:pt x="952500" y="457200"/>
                </a:lnTo>
                <a:lnTo>
                  <a:pt x="952500" y="466725"/>
                </a:lnTo>
                <a:lnTo>
                  <a:pt x="962025" y="466725"/>
                </a:lnTo>
                <a:lnTo>
                  <a:pt x="962025" y="485775"/>
                </a:lnTo>
                <a:lnTo>
                  <a:pt x="971550" y="485775"/>
                </a:lnTo>
                <a:lnTo>
                  <a:pt x="971550" y="495300"/>
                </a:lnTo>
                <a:lnTo>
                  <a:pt x="981075" y="495300"/>
                </a:lnTo>
                <a:lnTo>
                  <a:pt x="981075" y="533400"/>
                </a:lnTo>
                <a:lnTo>
                  <a:pt x="962025" y="533400"/>
                </a:lnTo>
                <a:lnTo>
                  <a:pt x="962025" y="552450"/>
                </a:lnTo>
                <a:lnTo>
                  <a:pt x="933450" y="552450"/>
                </a:lnTo>
                <a:lnTo>
                  <a:pt x="933450" y="533400"/>
                </a:lnTo>
                <a:lnTo>
                  <a:pt x="923925" y="533400"/>
                </a:lnTo>
                <a:lnTo>
                  <a:pt x="923925" y="523875"/>
                </a:lnTo>
                <a:lnTo>
                  <a:pt x="914400" y="523875"/>
                </a:lnTo>
                <a:lnTo>
                  <a:pt x="914400" y="504825"/>
                </a:lnTo>
                <a:lnTo>
                  <a:pt x="904875" y="504825"/>
                </a:lnTo>
                <a:lnTo>
                  <a:pt x="904875" y="495300"/>
                </a:lnTo>
                <a:lnTo>
                  <a:pt x="895350" y="495300"/>
                </a:lnTo>
                <a:lnTo>
                  <a:pt x="895350" y="476250"/>
                </a:lnTo>
                <a:lnTo>
                  <a:pt x="885825" y="476250"/>
                </a:lnTo>
                <a:close/>
                <a:moveTo>
                  <a:pt x="238125" y="466725"/>
                </a:moveTo>
                <a:lnTo>
                  <a:pt x="257175" y="466725"/>
                </a:lnTo>
                <a:lnTo>
                  <a:pt x="257175" y="495300"/>
                </a:lnTo>
                <a:lnTo>
                  <a:pt x="238125" y="495300"/>
                </a:lnTo>
                <a:close/>
                <a:moveTo>
                  <a:pt x="809625" y="542925"/>
                </a:moveTo>
                <a:lnTo>
                  <a:pt x="828675" y="542925"/>
                </a:lnTo>
                <a:lnTo>
                  <a:pt x="828675" y="561975"/>
                </a:lnTo>
                <a:lnTo>
                  <a:pt x="809625" y="561975"/>
                </a:lnTo>
                <a:close/>
                <a:moveTo>
                  <a:pt x="647700" y="590550"/>
                </a:moveTo>
                <a:lnTo>
                  <a:pt x="666750" y="590550"/>
                </a:lnTo>
                <a:lnTo>
                  <a:pt x="666750" y="600075"/>
                </a:lnTo>
                <a:lnTo>
                  <a:pt x="676275" y="600075"/>
                </a:lnTo>
                <a:lnTo>
                  <a:pt x="676275" y="609600"/>
                </a:lnTo>
                <a:lnTo>
                  <a:pt x="666750" y="609600"/>
                </a:lnTo>
                <a:lnTo>
                  <a:pt x="666750" y="619125"/>
                </a:lnTo>
                <a:lnTo>
                  <a:pt x="647700" y="619125"/>
                </a:lnTo>
                <a:lnTo>
                  <a:pt x="647700" y="609600"/>
                </a:lnTo>
                <a:lnTo>
                  <a:pt x="133350" y="609600"/>
                </a:lnTo>
                <a:lnTo>
                  <a:pt x="133350" y="600075"/>
                </a:lnTo>
                <a:lnTo>
                  <a:pt x="647700" y="600075"/>
                </a:lnTo>
                <a:close/>
                <a:moveTo>
                  <a:pt x="0" y="609600"/>
                </a:moveTo>
                <a:lnTo>
                  <a:pt x="9525" y="609600"/>
                </a:lnTo>
                <a:lnTo>
                  <a:pt x="9525" y="619125"/>
                </a:lnTo>
                <a:lnTo>
                  <a:pt x="0" y="619125"/>
                </a:lnTo>
                <a:close/>
                <a:moveTo>
                  <a:pt x="1200150" y="609600"/>
                </a:moveTo>
                <a:lnTo>
                  <a:pt x="1209675" y="609600"/>
                </a:lnTo>
                <a:lnTo>
                  <a:pt x="1209675" y="619125"/>
                </a:lnTo>
                <a:lnTo>
                  <a:pt x="1200150" y="619125"/>
                </a:lnTo>
                <a:close/>
                <a:moveTo>
                  <a:pt x="0" y="628650"/>
                </a:moveTo>
                <a:lnTo>
                  <a:pt x="9525" y="628650"/>
                </a:lnTo>
                <a:lnTo>
                  <a:pt x="9525" y="638175"/>
                </a:lnTo>
                <a:lnTo>
                  <a:pt x="0" y="638175"/>
                </a:lnTo>
                <a:close/>
                <a:moveTo>
                  <a:pt x="1028700" y="628650"/>
                </a:moveTo>
                <a:lnTo>
                  <a:pt x="1038225" y="628650"/>
                </a:lnTo>
                <a:lnTo>
                  <a:pt x="1038225" y="695325"/>
                </a:lnTo>
                <a:lnTo>
                  <a:pt x="1019175" y="695325"/>
                </a:lnTo>
                <a:lnTo>
                  <a:pt x="1019175" y="704850"/>
                </a:lnTo>
                <a:lnTo>
                  <a:pt x="1000125" y="704850"/>
                </a:lnTo>
                <a:lnTo>
                  <a:pt x="1000125" y="714375"/>
                </a:lnTo>
                <a:lnTo>
                  <a:pt x="971550" y="714375"/>
                </a:lnTo>
                <a:lnTo>
                  <a:pt x="971550" y="704850"/>
                </a:lnTo>
                <a:lnTo>
                  <a:pt x="981075" y="704850"/>
                </a:lnTo>
                <a:lnTo>
                  <a:pt x="981075" y="695325"/>
                </a:lnTo>
                <a:lnTo>
                  <a:pt x="990600" y="695325"/>
                </a:lnTo>
                <a:lnTo>
                  <a:pt x="990600" y="676275"/>
                </a:lnTo>
                <a:lnTo>
                  <a:pt x="1000125" y="676275"/>
                </a:lnTo>
                <a:lnTo>
                  <a:pt x="1000125" y="666750"/>
                </a:lnTo>
                <a:lnTo>
                  <a:pt x="1009650" y="666750"/>
                </a:lnTo>
                <a:lnTo>
                  <a:pt x="1009650" y="657225"/>
                </a:lnTo>
                <a:lnTo>
                  <a:pt x="1028700" y="657225"/>
                </a:lnTo>
                <a:lnTo>
                  <a:pt x="1028700" y="647700"/>
                </a:lnTo>
                <a:lnTo>
                  <a:pt x="1019175" y="647700"/>
                </a:lnTo>
                <a:lnTo>
                  <a:pt x="1019175" y="638175"/>
                </a:lnTo>
                <a:lnTo>
                  <a:pt x="1028700" y="638175"/>
                </a:lnTo>
                <a:close/>
                <a:moveTo>
                  <a:pt x="990600" y="638175"/>
                </a:moveTo>
                <a:lnTo>
                  <a:pt x="1000125" y="638175"/>
                </a:lnTo>
                <a:lnTo>
                  <a:pt x="1000125" y="647700"/>
                </a:lnTo>
                <a:lnTo>
                  <a:pt x="990600" y="647700"/>
                </a:lnTo>
                <a:close/>
                <a:moveTo>
                  <a:pt x="114300" y="647700"/>
                </a:moveTo>
                <a:lnTo>
                  <a:pt x="200025" y="647700"/>
                </a:lnTo>
                <a:lnTo>
                  <a:pt x="200025" y="657225"/>
                </a:lnTo>
                <a:lnTo>
                  <a:pt x="209550" y="657225"/>
                </a:lnTo>
                <a:lnTo>
                  <a:pt x="209550" y="666750"/>
                </a:lnTo>
                <a:lnTo>
                  <a:pt x="114300" y="666750"/>
                </a:lnTo>
                <a:lnTo>
                  <a:pt x="114300" y="676275"/>
                </a:lnTo>
                <a:lnTo>
                  <a:pt x="104775" y="676275"/>
                </a:lnTo>
                <a:lnTo>
                  <a:pt x="104775" y="666750"/>
                </a:lnTo>
                <a:lnTo>
                  <a:pt x="85725" y="666750"/>
                </a:lnTo>
                <a:lnTo>
                  <a:pt x="85725" y="657225"/>
                </a:lnTo>
                <a:lnTo>
                  <a:pt x="114300" y="657225"/>
                </a:lnTo>
                <a:close/>
                <a:moveTo>
                  <a:pt x="219075" y="657225"/>
                </a:moveTo>
                <a:lnTo>
                  <a:pt x="238125" y="657225"/>
                </a:lnTo>
                <a:lnTo>
                  <a:pt x="238125" y="666750"/>
                </a:lnTo>
                <a:lnTo>
                  <a:pt x="219075" y="666750"/>
                </a:lnTo>
                <a:close/>
                <a:moveTo>
                  <a:pt x="247650" y="657225"/>
                </a:moveTo>
                <a:lnTo>
                  <a:pt x="257175" y="657225"/>
                </a:lnTo>
                <a:lnTo>
                  <a:pt x="257175" y="666750"/>
                </a:lnTo>
                <a:lnTo>
                  <a:pt x="247650" y="666750"/>
                </a:lnTo>
                <a:close/>
                <a:moveTo>
                  <a:pt x="561975" y="657225"/>
                </a:moveTo>
                <a:lnTo>
                  <a:pt x="571500" y="657225"/>
                </a:lnTo>
                <a:lnTo>
                  <a:pt x="571500" y="666750"/>
                </a:lnTo>
                <a:lnTo>
                  <a:pt x="561975" y="666750"/>
                </a:lnTo>
                <a:close/>
                <a:moveTo>
                  <a:pt x="581025" y="657225"/>
                </a:moveTo>
                <a:lnTo>
                  <a:pt x="628650" y="657225"/>
                </a:lnTo>
                <a:lnTo>
                  <a:pt x="628650" y="676275"/>
                </a:lnTo>
                <a:lnTo>
                  <a:pt x="619125" y="676275"/>
                </a:lnTo>
                <a:lnTo>
                  <a:pt x="619125" y="666750"/>
                </a:lnTo>
                <a:lnTo>
                  <a:pt x="581025" y="666750"/>
                </a:lnTo>
                <a:close/>
                <a:moveTo>
                  <a:pt x="866775" y="714375"/>
                </a:moveTo>
                <a:lnTo>
                  <a:pt x="942975" y="714375"/>
                </a:lnTo>
                <a:lnTo>
                  <a:pt x="942975" y="733425"/>
                </a:lnTo>
                <a:lnTo>
                  <a:pt x="866775" y="733425"/>
                </a:lnTo>
                <a:close/>
                <a:moveTo>
                  <a:pt x="962025" y="714375"/>
                </a:moveTo>
                <a:lnTo>
                  <a:pt x="971550" y="714375"/>
                </a:lnTo>
                <a:lnTo>
                  <a:pt x="971550" y="723900"/>
                </a:lnTo>
                <a:lnTo>
                  <a:pt x="962025" y="723900"/>
                </a:lnTo>
                <a:close/>
                <a:moveTo>
                  <a:pt x="0" y="733425"/>
                </a:moveTo>
                <a:lnTo>
                  <a:pt x="9525" y="733425"/>
                </a:lnTo>
                <a:lnTo>
                  <a:pt x="9525" y="752475"/>
                </a:lnTo>
                <a:lnTo>
                  <a:pt x="0" y="752475"/>
                </a:lnTo>
                <a:close/>
                <a:moveTo>
                  <a:pt x="904875" y="800100"/>
                </a:moveTo>
                <a:lnTo>
                  <a:pt x="914400" y="800100"/>
                </a:lnTo>
                <a:lnTo>
                  <a:pt x="914400" y="809625"/>
                </a:lnTo>
                <a:lnTo>
                  <a:pt x="904875" y="809625"/>
                </a:lnTo>
                <a:close/>
              </a:path>
            </a:pathLst>
          </a:custGeom>
          <a:solidFill xmlns:a="http://schemas.openxmlformats.org/drawingml/2006/main">
            <a:srgbClr val="FAFBF6"/>
          </a:solidFill>
          <a:ln xmlns:a="http://schemas.openxmlformats.org/drawingml/2006/main" w="0">
            <a:noFill/>
          </a:ln>
        </p:spPr>
      </p:sp>
      <p:sp>
        <p:nvSpPr>
          <p:cNvPr id="152" name="v12 vector #faf9f5">
            <a:extLst xmlns:a="http://schemas.openxmlformats.org/drawingml/2006/main">
              <a:ext uri="{FF2B5EF4-FFF2-40B4-BE49-F238E27FC236}">
                <a16:creationId xmlns:a16="http://schemas.microsoft.com/office/drawing/2014/main" id="{3517557B-7BAB-4BBF-AD14-9A1B9AEEFE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10675" y="3609975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0" y="0"/>
                </a:moveTo>
                <a:lnTo>
                  <a:pt x="28575" y="0"/>
                </a:lnTo>
                <a:lnTo>
                  <a:pt x="28575" y="19050"/>
                </a:lnTo>
                <a:lnTo>
                  <a:pt x="19050" y="19050"/>
                </a:lnTo>
                <a:lnTo>
                  <a:pt x="19050" y="28575"/>
                </a:lnTo>
                <a:lnTo>
                  <a:pt x="0" y="28575"/>
                </a:lnTo>
                <a:close/>
                <a:moveTo>
                  <a:pt x="123825" y="0"/>
                </a:moveTo>
                <a:lnTo>
                  <a:pt x="133350" y="0"/>
                </a:lnTo>
                <a:lnTo>
                  <a:pt x="133350" y="9525"/>
                </a:lnTo>
                <a:lnTo>
                  <a:pt x="123825" y="9525"/>
                </a:lnTo>
                <a:close/>
                <a:moveTo>
                  <a:pt x="438150" y="0"/>
                </a:moveTo>
                <a:lnTo>
                  <a:pt x="457200" y="0"/>
                </a:lnTo>
                <a:lnTo>
                  <a:pt x="457200" y="9525"/>
                </a:lnTo>
                <a:lnTo>
                  <a:pt x="438150" y="9525"/>
                </a:lnTo>
                <a:close/>
                <a:moveTo>
                  <a:pt x="704850" y="0"/>
                </a:moveTo>
                <a:lnTo>
                  <a:pt x="733425" y="0"/>
                </a:lnTo>
                <a:lnTo>
                  <a:pt x="733425" y="9525"/>
                </a:lnTo>
                <a:lnTo>
                  <a:pt x="704850" y="9525"/>
                </a:lnTo>
                <a:close/>
                <a:moveTo>
                  <a:pt x="114300" y="9525"/>
                </a:moveTo>
                <a:lnTo>
                  <a:pt x="123825" y="9525"/>
                </a:lnTo>
                <a:lnTo>
                  <a:pt x="123825" y="19050"/>
                </a:lnTo>
                <a:lnTo>
                  <a:pt x="114300" y="19050"/>
                </a:lnTo>
                <a:close/>
                <a:moveTo>
                  <a:pt x="895350" y="28575"/>
                </a:moveTo>
                <a:lnTo>
                  <a:pt x="904875" y="28575"/>
                </a:lnTo>
                <a:lnTo>
                  <a:pt x="904875" y="57150"/>
                </a:lnTo>
                <a:lnTo>
                  <a:pt x="885825" y="57150"/>
                </a:lnTo>
                <a:lnTo>
                  <a:pt x="885825" y="38100"/>
                </a:lnTo>
                <a:lnTo>
                  <a:pt x="895350" y="38100"/>
                </a:lnTo>
                <a:close/>
                <a:moveTo>
                  <a:pt x="1123950" y="38100"/>
                </a:moveTo>
                <a:lnTo>
                  <a:pt x="1143000" y="38100"/>
                </a:lnTo>
                <a:lnTo>
                  <a:pt x="1143000" y="47625"/>
                </a:lnTo>
                <a:lnTo>
                  <a:pt x="1133475" y="47625"/>
                </a:lnTo>
                <a:lnTo>
                  <a:pt x="1133475" y="57150"/>
                </a:lnTo>
                <a:lnTo>
                  <a:pt x="1114425" y="57150"/>
                </a:lnTo>
                <a:lnTo>
                  <a:pt x="1114425" y="47625"/>
                </a:lnTo>
                <a:lnTo>
                  <a:pt x="1123950" y="47625"/>
                </a:lnTo>
                <a:close/>
                <a:moveTo>
                  <a:pt x="1181100" y="38100"/>
                </a:moveTo>
                <a:lnTo>
                  <a:pt x="1200150" y="38100"/>
                </a:lnTo>
                <a:lnTo>
                  <a:pt x="1200150" y="47625"/>
                </a:lnTo>
                <a:lnTo>
                  <a:pt x="1181100" y="47625"/>
                </a:lnTo>
                <a:close/>
                <a:moveTo>
                  <a:pt x="1171575" y="47625"/>
                </a:moveTo>
                <a:lnTo>
                  <a:pt x="1181100" y="47625"/>
                </a:lnTo>
                <a:lnTo>
                  <a:pt x="1181100" y="57150"/>
                </a:lnTo>
                <a:lnTo>
                  <a:pt x="1171575" y="57150"/>
                </a:lnTo>
                <a:close/>
                <a:moveTo>
                  <a:pt x="0" y="57150"/>
                </a:moveTo>
                <a:lnTo>
                  <a:pt x="9525" y="57150"/>
                </a:lnTo>
                <a:lnTo>
                  <a:pt x="9525" y="66675"/>
                </a:lnTo>
                <a:lnTo>
                  <a:pt x="28575" y="66675"/>
                </a:lnTo>
                <a:lnTo>
                  <a:pt x="28575" y="76200"/>
                </a:lnTo>
                <a:lnTo>
                  <a:pt x="0" y="76200"/>
                </a:lnTo>
                <a:close/>
                <a:moveTo>
                  <a:pt x="38100" y="66675"/>
                </a:moveTo>
                <a:lnTo>
                  <a:pt x="47625" y="66675"/>
                </a:lnTo>
                <a:lnTo>
                  <a:pt x="47625" y="76200"/>
                </a:lnTo>
                <a:lnTo>
                  <a:pt x="38100" y="76200"/>
                </a:lnTo>
                <a:close/>
                <a:moveTo>
                  <a:pt x="1171575" y="66675"/>
                </a:moveTo>
                <a:lnTo>
                  <a:pt x="1181100" y="66675"/>
                </a:lnTo>
                <a:lnTo>
                  <a:pt x="1181100" y="76200"/>
                </a:lnTo>
                <a:lnTo>
                  <a:pt x="1171575" y="76200"/>
                </a:lnTo>
                <a:close/>
                <a:moveTo>
                  <a:pt x="1190625" y="66675"/>
                </a:moveTo>
                <a:lnTo>
                  <a:pt x="1200150" y="66675"/>
                </a:lnTo>
                <a:lnTo>
                  <a:pt x="1200150" y="76200"/>
                </a:lnTo>
                <a:lnTo>
                  <a:pt x="1190625" y="76200"/>
                </a:lnTo>
                <a:close/>
                <a:moveTo>
                  <a:pt x="28575" y="76200"/>
                </a:moveTo>
                <a:lnTo>
                  <a:pt x="38100" y="76200"/>
                </a:lnTo>
                <a:lnTo>
                  <a:pt x="38100" y="85725"/>
                </a:lnTo>
                <a:lnTo>
                  <a:pt x="28575" y="85725"/>
                </a:lnTo>
                <a:close/>
                <a:moveTo>
                  <a:pt x="885825" y="85725"/>
                </a:moveTo>
                <a:lnTo>
                  <a:pt x="895350" y="85725"/>
                </a:lnTo>
                <a:lnTo>
                  <a:pt x="895350" y="123825"/>
                </a:lnTo>
                <a:lnTo>
                  <a:pt x="885825" y="123825"/>
                </a:lnTo>
                <a:close/>
                <a:moveTo>
                  <a:pt x="1181100" y="85725"/>
                </a:moveTo>
                <a:lnTo>
                  <a:pt x="1190625" y="85725"/>
                </a:lnTo>
                <a:lnTo>
                  <a:pt x="1190625" y="95250"/>
                </a:lnTo>
                <a:lnTo>
                  <a:pt x="1181100" y="95250"/>
                </a:lnTo>
                <a:close/>
                <a:moveTo>
                  <a:pt x="885825" y="133350"/>
                </a:moveTo>
                <a:lnTo>
                  <a:pt x="895350" y="133350"/>
                </a:lnTo>
                <a:lnTo>
                  <a:pt x="895350" y="152400"/>
                </a:lnTo>
                <a:lnTo>
                  <a:pt x="885825" y="152400"/>
                </a:lnTo>
                <a:close/>
                <a:moveTo>
                  <a:pt x="876300" y="152400"/>
                </a:moveTo>
                <a:lnTo>
                  <a:pt x="885825" y="152400"/>
                </a:lnTo>
                <a:lnTo>
                  <a:pt x="885825" y="161925"/>
                </a:lnTo>
                <a:lnTo>
                  <a:pt x="876300" y="161925"/>
                </a:lnTo>
                <a:close/>
                <a:moveTo>
                  <a:pt x="895350" y="152400"/>
                </a:moveTo>
                <a:lnTo>
                  <a:pt x="942975" y="152400"/>
                </a:lnTo>
                <a:lnTo>
                  <a:pt x="942975" y="161925"/>
                </a:lnTo>
                <a:lnTo>
                  <a:pt x="952500" y="161925"/>
                </a:lnTo>
                <a:lnTo>
                  <a:pt x="952500" y="171450"/>
                </a:lnTo>
                <a:lnTo>
                  <a:pt x="942975" y="171450"/>
                </a:lnTo>
                <a:lnTo>
                  <a:pt x="942975" y="180975"/>
                </a:lnTo>
                <a:lnTo>
                  <a:pt x="933450" y="180975"/>
                </a:lnTo>
                <a:lnTo>
                  <a:pt x="933450" y="190500"/>
                </a:lnTo>
                <a:lnTo>
                  <a:pt x="952500" y="190500"/>
                </a:lnTo>
                <a:lnTo>
                  <a:pt x="952500" y="200025"/>
                </a:lnTo>
                <a:lnTo>
                  <a:pt x="942975" y="200025"/>
                </a:lnTo>
                <a:lnTo>
                  <a:pt x="942975" y="209550"/>
                </a:lnTo>
                <a:lnTo>
                  <a:pt x="952500" y="209550"/>
                </a:lnTo>
                <a:lnTo>
                  <a:pt x="952500" y="228600"/>
                </a:lnTo>
                <a:lnTo>
                  <a:pt x="933450" y="228600"/>
                </a:lnTo>
                <a:lnTo>
                  <a:pt x="933450" y="219075"/>
                </a:lnTo>
                <a:lnTo>
                  <a:pt x="923925" y="219075"/>
                </a:lnTo>
                <a:lnTo>
                  <a:pt x="923925" y="228600"/>
                </a:lnTo>
                <a:lnTo>
                  <a:pt x="914400" y="228600"/>
                </a:lnTo>
                <a:lnTo>
                  <a:pt x="914400" y="238125"/>
                </a:lnTo>
                <a:lnTo>
                  <a:pt x="923925" y="238125"/>
                </a:lnTo>
                <a:lnTo>
                  <a:pt x="923925" y="247650"/>
                </a:lnTo>
                <a:lnTo>
                  <a:pt x="904875" y="247650"/>
                </a:lnTo>
                <a:lnTo>
                  <a:pt x="904875" y="228600"/>
                </a:lnTo>
                <a:lnTo>
                  <a:pt x="895350" y="228600"/>
                </a:lnTo>
                <a:lnTo>
                  <a:pt x="895350" y="219075"/>
                </a:lnTo>
                <a:lnTo>
                  <a:pt x="904875" y="219075"/>
                </a:lnTo>
                <a:lnTo>
                  <a:pt x="904875" y="209550"/>
                </a:lnTo>
                <a:lnTo>
                  <a:pt x="923925" y="209550"/>
                </a:lnTo>
                <a:lnTo>
                  <a:pt x="923925" y="180975"/>
                </a:lnTo>
                <a:lnTo>
                  <a:pt x="914400" y="180975"/>
                </a:lnTo>
                <a:lnTo>
                  <a:pt x="914400" y="171450"/>
                </a:lnTo>
                <a:lnTo>
                  <a:pt x="895350" y="171450"/>
                </a:lnTo>
                <a:close/>
                <a:moveTo>
                  <a:pt x="285750" y="209550"/>
                </a:moveTo>
                <a:lnTo>
                  <a:pt x="295275" y="209550"/>
                </a:lnTo>
                <a:lnTo>
                  <a:pt x="295275" y="219075"/>
                </a:lnTo>
                <a:lnTo>
                  <a:pt x="285750" y="219075"/>
                </a:lnTo>
                <a:close/>
                <a:moveTo>
                  <a:pt x="885825" y="228600"/>
                </a:moveTo>
                <a:lnTo>
                  <a:pt x="895350" y="228600"/>
                </a:lnTo>
                <a:lnTo>
                  <a:pt x="895350" y="257175"/>
                </a:lnTo>
                <a:lnTo>
                  <a:pt x="885825" y="257175"/>
                </a:lnTo>
                <a:close/>
                <a:moveTo>
                  <a:pt x="0" y="238125"/>
                </a:moveTo>
                <a:lnTo>
                  <a:pt x="9525" y="238125"/>
                </a:lnTo>
                <a:lnTo>
                  <a:pt x="9525" y="247650"/>
                </a:lnTo>
                <a:lnTo>
                  <a:pt x="28575" y="247650"/>
                </a:lnTo>
                <a:lnTo>
                  <a:pt x="28575" y="238125"/>
                </a:lnTo>
                <a:lnTo>
                  <a:pt x="38100" y="238125"/>
                </a:lnTo>
                <a:lnTo>
                  <a:pt x="38100" y="257175"/>
                </a:lnTo>
                <a:lnTo>
                  <a:pt x="47625" y="257175"/>
                </a:lnTo>
                <a:lnTo>
                  <a:pt x="47625" y="266700"/>
                </a:lnTo>
                <a:lnTo>
                  <a:pt x="38100" y="266700"/>
                </a:lnTo>
                <a:lnTo>
                  <a:pt x="38100" y="295275"/>
                </a:lnTo>
                <a:lnTo>
                  <a:pt x="28575" y="295275"/>
                </a:lnTo>
                <a:lnTo>
                  <a:pt x="28575" y="276225"/>
                </a:lnTo>
                <a:lnTo>
                  <a:pt x="19050" y="276225"/>
                </a:lnTo>
                <a:lnTo>
                  <a:pt x="19050" y="257175"/>
                </a:lnTo>
                <a:lnTo>
                  <a:pt x="0" y="257175"/>
                </a:lnTo>
                <a:close/>
                <a:moveTo>
                  <a:pt x="409575" y="238125"/>
                </a:moveTo>
                <a:lnTo>
                  <a:pt x="438150" y="238125"/>
                </a:lnTo>
                <a:lnTo>
                  <a:pt x="438150" y="247650"/>
                </a:lnTo>
                <a:lnTo>
                  <a:pt x="428625" y="247650"/>
                </a:lnTo>
                <a:lnTo>
                  <a:pt x="428625" y="257175"/>
                </a:lnTo>
                <a:lnTo>
                  <a:pt x="419100" y="257175"/>
                </a:lnTo>
                <a:lnTo>
                  <a:pt x="419100" y="247650"/>
                </a:lnTo>
                <a:lnTo>
                  <a:pt x="409575" y="247650"/>
                </a:lnTo>
                <a:close/>
                <a:moveTo>
                  <a:pt x="990600" y="247650"/>
                </a:moveTo>
                <a:lnTo>
                  <a:pt x="1009650" y="247650"/>
                </a:lnTo>
                <a:lnTo>
                  <a:pt x="1009650" y="257175"/>
                </a:lnTo>
                <a:lnTo>
                  <a:pt x="990600" y="257175"/>
                </a:lnTo>
                <a:close/>
                <a:moveTo>
                  <a:pt x="742950" y="266700"/>
                </a:moveTo>
                <a:lnTo>
                  <a:pt x="752475" y="266700"/>
                </a:lnTo>
                <a:lnTo>
                  <a:pt x="752475" y="276225"/>
                </a:lnTo>
                <a:lnTo>
                  <a:pt x="742950" y="276225"/>
                </a:lnTo>
                <a:close/>
                <a:moveTo>
                  <a:pt x="571500" y="276225"/>
                </a:moveTo>
                <a:lnTo>
                  <a:pt x="581025" y="276225"/>
                </a:lnTo>
                <a:lnTo>
                  <a:pt x="581025" y="285750"/>
                </a:lnTo>
                <a:lnTo>
                  <a:pt x="571500" y="285750"/>
                </a:lnTo>
                <a:close/>
                <a:moveTo>
                  <a:pt x="0" y="285750"/>
                </a:moveTo>
                <a:lnTo>
                  <a:pt x="19050" y="285750"/>
                </a:lnTo>
                <a:lnTo>
                  <a:pt x="19050" y="295275"/>
                </a:lnTo>
                <a:lnTo>
                  <a:pt x="28575" y="295275"/>
                </a:lnTo>
                <a:lnTo>
                  <a:pt x="28575" y="304800"/>
                </a:lnTo>
                <a:lnTo>
                  <a:pt x="38100" y="304800"/>
                </a:lnTo>
                <a:lnTo>
                  <a:pt x="38100" y="295275"/>
                </a:lnTo>
                <a:lnTo>
                  <a:pt x="47625" y="295275"/>
                </a:lnTo>
                <a:lnTo>
                  <a:pt x="47625" y="352425"/>
                </a:lnTo>
                <a:lnTo>
                  <a:pt x="38100" y="352425"/>
                </a:lnTo>
                <a:lnTo>
                  <a:pt x="38100" y="314325"/>
                </a:lnTo>
                <a:lnTo>
                  <a:pt x="19050" y="314325"/>
                </a:lnTo>
                <a:lnTo>
                  <a:pt x="19050" y="304800"/>
                </a:lnTo>
                <a:lnTo>
                  <a:pt x="9525" y="304800"/>
                </a:lnTo>
                <a:lnTo>
                  <a:pt x="9525" y="295275"/>
                </a:lnTo>
                <a:lnTo>
                  <a:pt x="0" y="295275"/>
                </a:lnTo>
                <a:close/>
                <a:moveTo>
                  <a:pt x="1038225" y="285750"/>
                </a:moveTo>
                <a:lnTo>
                  <a:pt x="1057275" y="285750"/>
                </a:lnTo>
                <a:lnTo>
                  <a:pt x="1057275" y="295275"/>
                </a:lnTo>
                <a:lnTo>
                  <a:pt x="1047750" y="295275"/>
                </a:lnTo>
                <a:lnTo>
                  <a:pt x="1047750" y="304800"/>
                </a:lnTo>
                <a:lnTo>
                  <a:pt x="1038225" y="304800"/>
                </a:lnTo>
                <a:close/>
                <a:moveTo>
                  <a:pt x="552450" y="295275"/>
                </a:moveTo>
                <a:lnTo>
                  <a:pt x="561975" y="295275"/>
                </a:lnTo>
                <a:lnTo>
                  <a:pt x="561975" y="304800"/>
                </a:lnTo>
                <a:lnTo>
                  <a:pt x="552450" y="304800"/>
                </a:lnTo>
                <a:close/>
                <a:moveTo>
                  <a:pt x="600075" y="304800"/>
                </a:moveTo>
                <a:lnTo>
                  <a:pt x="619125" y="304800"/>
                </a:lnTo>
                <a:lnTo>
                  <a:pt x="619125" y="314325"/>
                </a:lnTo>
                <a:lnTo>
                  <a:pt x="600075" y="314325"/>
                </a:lnTo>
                <a:close/>
                <a:moveTo>
                  <a:pt x="0" y="314325"/>
                </a:moveTo>
                <a:lnTo>
                  <a:pt x="9525" y="314325"/>
                </a:lnTo>
                <a:lnTo>
                  <a:pt x="9525" y="333375"/>
                </a:lnTo>
                <a:lnTo>
                  <a:pt x="0" y="333375"/>
                </a:lnTo>
                <a:close/>
                <a:moveTo>
                  <a:pt x="85725" y="314325"/>
                </a:moveTo>
                <a:lnTo>
                  <a:pt x="95250" y="314325"/>
                </a:lnTo>
                <a:lnTo>
                  <a:pt x="95250" y="323850"/>
                </a:lnTo>
                <a:lnTo>
                  <a:pt x="85725" y="323850"/>
                </a:lnTo>
                <a:close/>
                <a:moveTo>
                  <a:pt x="495300" y="314325"/>
                </a:moveTo>
                <a:lnTo>
                  <a:pt x="504825" y="314325"/>
                </a:lnTo>
                <a:lnTo>
                  <a:pt x="504825" y="323850"/>
                </a:lnTo>
                <a:lnTo>
                  <a:pt x="495300" y="323850"/>
                </a:lnTo>
                <a:close/>
                <a:moveTo>
                  <a:pt x="590550" y="314325"/>
                </a:moveTo>
                <a:lnTo>
                  <a:pt x="600075" y="314325"/>
                </a:lnTo>
                <a:lnTo>
                  <a:pt x="600075" y="323850"/>
                </a:lnTo>
                <a:lnTo>
                  <a:pt x="590550" y="323850"/>
                </a:lnTo>
                <a:close/>
                <a:moveTo>
                  <a:pt x="76200" y="323850"/>
                </a:moveTo>
                <a:lnTo>
                  <a:pt x="85725" y="323850"/>
                </a:lnTo>
                <a:lnTo>
                  <a:pt x="85725" y="333375"/>
                </a:lnTo>
                <a:lnTo>
                  <a:pt x="76200" y="333375"/>
                </a:lnTo>
                <a:close/>
                <a:moveTo>
                  <a:pt x="971550" y="323850"/>
                </a:moveTo>
                <a:lnTo>
                  <a:pt x="981075" y="323850"/>
                </a:lnTo>
                <a:lnTo>
                  <a:pt x="981075" y="333375"/>
                </a:lnTo>
                <a:lnTo>
                  <a:pt x="971550" y="333375"/>
                </a:lnTo>
                <a:close/>
                <a:moveTo>
                  <a:pt x="1200150" y="323850"/>
                </a:moveTo>
                <a:lnTo>
                  <a:pt x="1209675" y="323850"/>
                </a:lnTo>
                <a:lnTo>
                  <a:pt x="1209675" y="333375"/>
                </a:lnTo>
                <a:lnTo>
                  <a:pt x="1200150" y="333375"/>
                </a:lnTo>
                <a:close/>
                <a:moveTo>
                  <a:pt x="9525" y="333375"/>
                </a:moveTo>
                <a:lnTo>
                  <a:pt x="19050" y="333375"/>
                </a:lnTo>
                <a:lnTo>
                  <a:pt x="19050" y="342900"/>
                </a:lnTo>
                <a:lnTo>
                  <a:pt x="28575" y="342900"/>
                </a:lnTo>
                <a:lnTo>
                  <a:pt x="28575" y="352425"/>
                </a:lnTo>
                <a:lnTo>
                  <a:pt x="9525" y="352425"/>
                </a:lnTo>
                <a:close/>
                <a:moveTo>
                  <a:pt x="95250" y="333375"/>
                </a:moveTo>
                <a:lnTo>
                  <a:pt x="104775" y="333375"/>
                </a:lnTo>
                <a:lnTo>
                  <a:pt x="104775" y="342900"/>
                </a:lnTo>
                <a:lnTo>
                  <a:pt x="114300" y="342900"/>
                </a:lnTo>
                <a:lnTo>
                  <a:pt x="114300" y="361950"/>
                </a:lnTo>
                <a:lnTo>
                  <a:pt x="123825" y="361950"/>
                </a:lnTo>
                <a:lnTo>
                  <a:pt x="123825" y="381000"/>
                </a:lnTo>
                <a:lnTo>
                  <a:pt x="133350" y="381000"/>
                </a:lnTo>
                <a:lnTo>
                  <a:pt x="133350" y="390525"/>
                </a:lnTo>
                <a:lnTo>
                  <a:pt x="152400" y="390525"/>
                </a:lnTo>
                <a:lnTo>
                  <a:pt x="152400" y="400050"/>
                </a:lnTo>
                <a:lnTo>
                  <a:pt x="171450" y="400050"/>
                </a:lnTo>
                <a:lnTo>
                  <a:pt x="171450" y="409575"/>
                </a:lnTo>
                <a:lnTo>
                  <a:pt x="123825" y="409575"/>
                </a:lnTo>
                <a:lnTo>
                  <a:pt x="123825" y="390525"/>
                </a:lnTo>
                <a:lnTo>
                  <a:pt x="114300" y="390525"/>
                </a:lnTo>
                <a:lnTo>
                  <a:pt x="114300" y="381000"/>
                </a:lnTo>
                <a:lnTo>
                  <a:pt x="95250" y="381000"/>
                </a:lnTo>
                <a:close/>
                <a:moveTo>
                  <a:pt x="590550" y="342900"/>
                </a:moveTo>
                <a:lnTo>
                  <a:pt x="600075" y="342900"/>
                </a:lnTo>
                <a:lnTo>
                  <a:pt x="600075" y="352425"/>
                </a:lnTo>
                <a:lnTo>
                  <a:pt x="590550" y="352425"/>
                </a:lnTo>
                <a:close/>
                <a:moveTo>
                  <a:pt x="657225" y="342900"/>
                </a:moveTo>
                <a:lnTo>
                  <a:pt x="666750" y="342900"/>
                </a:lnTo>
                <a:lnTo>
                  <a:pt x="666750" y="352425"/>
                </a:lnTo>
                <a:lnTo>
                  <a:pt x="657225" y="352425"/>
                </a:lnTo>
                <a:close/>
                <a:moveTo>
                  <a:pt x="0" y="352425"/>
                </a:moveTo>
                <a:lnTo>
                  <a:pt x="9525" y="352425"/>
                </a:lnTo>
                <a:lnTo>
                  <a:pt x="9525" y="361950"/>
                </a:lnTo>
                <a:lnTo>
                  <a:pt x="19050" y="361950"/>
                </a:lnTo>
                <a:lnTo>
                  <a:pt x="19050" y="371475"/>
                </a:lnTo>
                <a:lnTo>
                  <a:pt x="28575" y="371475"/>
                </a:lnTo>
                <a:lnTo>
                  <a:pt x="28575" y="352425"/>
                </a:lnTo>
                <a:lnTo>
                  <a:pt x="38100" y="352425"/>
                </a:lnTo>
                <a:lnTo>
                  <a:pt x="38100" y="381000"/>
                </a:lnTo>
                <a:lnTo>
                  <a:pt x="28575" y="381000"/>
                </a:lnTo>
                <a:lnTo>
                  <a:pt x="28575" y="400050"/>
                </a:lnTo>
                <a:lnTo>
                  <a:pt x="9525" y="400050"/>
                </a:lnTo>
                <a:lnTo>
                  <a:pt x="9525" y="381000"/>
                </a:lnTo>
                <a:lnTo>
                  <a:pt x="0" y="381000"/>
                </a:lnTo>
                <a:close/>
                <a:moveTo>
                  <a:pt x="38100" y="381000"/>
                </a:moveTo>
                <a:lnTo>
                  <a:pt x="47625" y="381000"/>
                </a:lnTo>
                <a:lnTo>
                  <a:pt x="47625" y="390525"/>
                </a:lnTo>
                <a:lnTo>
                  <a:pt x="38100" y="390525"/>
                </a:lnTo>
                <a:close/>
                <a:moveTo>
                  <a:pt x="266700" y="390525"/>
                </a:moveTo>
                <a:lnTo>
                  <a:pt x="285750" y="390525"/>
                </a:lnTo>
                <a:lnTo>
                  <a:pt x="285750" y="419100"/>
                </a:lnTo>
                <a:lnTo>
                  <a:pt x="266700" y="419100"/>
                </a:lnTo>
                <a:lnTo>
                  <a:pt x="266700" y="409575"/>
                </a:lnTo>
                <a:lnTo>
                  <a:pt x="276225" y="409575"/>
                </a:lnTo>
                <a:lnTo>
                  <a:pt x="276225" y="400050"/>
                </a:lnTo>
                <a:lnTo>
                  <a:pt x="266700" y="400050"/>
                </a:lnTo>
                <a:close/>
                <a:moveTo>
                  <a:pt x="38100" y="400050"/>
                </a:moveTo>
                <a:lnTo>
                  <a:pt x="47625" y="400050"/>
                </a:lnTo>
                <a:lnTo>
                  <a:pt x="47625" y="409575"/>
                </a:lnTo>
                <a:lnTo>
                  <a:pt x="38100" y="409575"/>
                </a:lnTo>
                <a:close/>
                <a:moveTo>
                  <a:pt x="28575" y="409575"/>
                </a:moveTo>
                <a:lnTo>
                  <a:pt x="38100" y="409575"/>
                </a:lnTo>
                <a:lnTo>
                  <a:pt x="38100" y="419100"/>
                </a:lnTo>
                <a:lnTo>
                  <a:pt x="28575" y="419100"/>
                </a:lnTo>
                <a:close/>
                <a:moveTo>
                  <a:pt x="95250" y="409575"/>
                </a:moveTo>
                <a:lnTo>
                  <a:pt x="104775" y="409575"/>
                </a:lnTo>
                <a:lnTo>
                  <a:pt x="104775" y="419100"/>
                </a:lnTo>
                <a:lnTo>
                  <a:pt x="123825" y="419100"/>
                </a:lnTo>
                <a:lnTo>
                  <a:pt x="123825" y="428625"/>
                </a:lnTo>
                <a:lnTo>
                  <a:pt x="95250" y="428625"/>
                </a:lnTo>
                <a:lnTo>
                  <a:pt x="95250" y="438150"/>
                </a:lnTo>
                <a:lnTo>
                  <a:pt x="85725" y="438150"/>
                </a:lnTo>
                <a:lnTo>
                  <a:pt x="85725" y="419100"/>
                </a:lnTo>
                <a:lnTo>
                  <a:pt x="95250" y="419100"/>
                </a:lnTo>
                <a:close/>
                <a:moveTo>
                  <a:pt x="257175" y="428625"/>
                </a:moveTo>
                <a:lnTo>
                  <a:pt x="266700" y="428625"/>
                </a:lnTo>
                <a:lnTo>
                  <a:pt x="266700" y="438150"/>
                </a:lnTo>
                <a:lnTo>
                  <a:pt x="257175" y="438150"/>
                </a:lnTo>
                <a:close/>
                <a:moveTo>
                  <a:pt x="1038225" y="428625"/>
                </a:moveTo>
                <a:lnTo>
                  <a:pt x="1047750" y="428625"/>
                </a:lnTo>
                <a:lnTo>
                  <a:pt x="1047750" y="438150"/>
                </a:lnTo>
                <a:lnTo>
                  <a:pt x="1057275" y="438150"/>
                </a:lnTo>
                <a:lnTo>
                  <a:pt x="1057275" y="457200"/>
                </a:lnTo>
                <a:lnTo>
                  <a:pt x="1047750" y="457200"/>
                </a:lnTo>
                <a:lnTo>
                  <a:pt x="1047750" y="447675"/>
                </a:lnTo>
                <a:lnTo>
                  <a:pt x="1038225" y="447675"/>
                </a:lnTo>
                <a:lnTo>
                  <a:pt x="1038225" y="476250"/>
                </a:lnTo>
                <a:lnTo>
                  <a:pt x="1009650" y="476250"/>
                </a:lnTo>
                <a:lnTo>
                  <a:pt x="1009650" y="457200"/>
                </a:lnTo>
                <a:lnTo>
                  <a:pt x="981075" y="457200"/>
                </a:lnTo>
                <a:lnTo>
                  <a:pt x="981075" y="466725"/>
                </a:lnTo>
                <a:lnTo>
                  <a:pt x="971550" y="466725"/>
                </a:lnTo>
                <a:lnTo>
                  <a:pt x="971550" y="476250"/>
                </a:lnTo>
                <a:lnTo>
                  <a:pt x="981075" y="476250"/>
                </a:lnTo>
                <a:lnTo>
                  <a:pt x="981075" y="485775"/>
                </a:lnTo>
                <a:lnTo>
                  <a:pt x="990600" y="485775"/>
                </a:lnTo>
                <a:lnTo>
                  <a:pt x="990600" y="523875"/>
                </a:lnTo>
                <a:lnTo>
                  <a:pt x="981075" y="523875"/>
                </a:lnTo>
                <a:lnTo>
                  <a:pt x="981075" y="495300"/>
                </a:lnTo>
                <a:lnTo>
                  <a:pt x="971550" y="495300"/>
                </a:lnTo>
                <a:lnTo>
                  <a:pt x="971550" y="485775"/>
                </a:lnTo>
                <a:lnTo>
                  <a:pt x="962025" y="485775"/>
                </a:lnTo>
                <a:lnTo>
                  <a:pt x="962025" y="466725"/>
                </a:lnTo>
                <a:lnTo>
                  <a:pt x="952500" y="466725"/>
                </a:lnTo>
                <a:lnTo>
                  <a:pt x="952500" y="457200"/>
                </a:lnTo>
                <a:lnTo>
                  <a:pt x="962025" y="457200"/>
                </a:lnTo>
                <a:lnTo>
                  <a:pt x="962025" y="447675"/>
                </a:lnTo>
                <a:lnTo>
                  <a:pt x="981075" y="447675"/>
                </a:lnTo>
                <a:lnTo>
                  <a:pt x="981075" y="438150"/>
                </a:lnTo>
                <a:lnTo>
                  <a:pt x="1038225" y="438150"/>
                </a:lnTo>
                <a:close/>
                <a:moveTo>
                  <a:pt x="133350" y="438150"/>
                </a:moveTo>
                <a:lnTo>
                  <a:pt x="142875" y="438150"/>
                </a:lnTo>
                <a:lnTo>
                  <a:pt x="142875" y="447675"/>
                </a:lnTo>
                <a:lnTo>
                  <a:pt x="133350" y="447675"/>
                </a:lnTo>
                <a:close/>
                <a:moveTo>
                  <a:pt x="152400" y="438150"/>
                </a:moveTo>
                <a:lnTo>
                  <a:pt x="180975" y="438150"/>
                </a:lnTo>
                <a:lnTo>
                  <a:pt x="180975" y="447675"/>
                </a:lnTo>
                <a:lnTo>
                  <a:pt x="190500" y="447675"/>
                </a:lnTo>
                <a:lnTo>
                  <a:pt x="190500" y="457200"/>
                </a:lnTo>
                <a:lnTo>
                  <a:pt x="171450" y="457200"/>
                </a:lnTo>
                <a:lnTo>
                  <a:pt x="171450" y="447675"/>
                </a:lnTo>
                <a:lnTo>
                  <a:pt x="152400" y="447675"/>
                </a:lnTo>
                <a:close/>
                <a:moveTo>
                  <a:pt x="885825" y="438150"/>
                </a:moveTo>
                <a:lnTo>
                  <a:pt x="895350" y="438150"/>
                </a:lnTo>
                <a:lnTo>
                  <a:pt x="895350" y="447675"/>
                </a:lnTo>
                <a:lnTo>
                  <a:pt x="885825" y="447675"/>
                </a:lnTo>
                <a:close/>
                <a:moveTo>
                  <a:pt x="904875" y="438150"/>
                </a:moveTo>
                <a:lnTo>
                  <a:pt x="923925" y="438150"/>
                </a:lnTo>
                <a:lnTo>
                  <a:pt x="923925" y="447675"/>
                </a:lnTo>
                <a:lnTo>
                  <a:pt x="933450" y="447675"/>
                </a:lnTo>
                <a:lnTo>
                  <a:pt x="933450" y="457200"/>
                </a:lnTo>
                <a:lnTo>
                  <a:pt x="895350" y="457200"/>
                </a:lnTo>
                <a:lnTo>
                  <a:pt x="895350" y="447675"/>
                </a:lnTo>
                <a:lnTo>
                  <a:pt x="904875" y="447675"/>
                </a:lnTo>
                <a:close/>
                <a:moveTo>
                  <a:pt x="238125" y="457200"/>
                </a:moveTo>
                <a:lnTo>
                  <a:pt x="257175" y="457200"/>
                </a:lnTo>
                <a:lnTo>
                  <a:pt x="257175" y="466725"/>
                </a:lnTo>
                <a:lnTo>
                  <a:pt x="238125" y="466725"/>
                </a:lnTo>
                <a:close/>
                <a:moveTo>
                  <a:pt x="180975" y="466725"/>
                </a:moveTo>
                <a:lnTo>
                  <a:pt x="219075" y="466725"/>
                </a:lnTo>
                <a:lnTo>
                  <a:pt x="219075" y="476250"/>
                </a:lnTo>
                <a:lnTo>
                  <a:pt x="209550" y="476250"/>
                </a:lnTo>
                <a:lnTo>
                  <a:pt x="209550" y="485775"/>
                </a:lnTo>
                <a:lnTo>
                  <a:pt x="180975" y="485775"/>
                </a:lnTo>
                <a:close/>
                <a:moveTo>
                  <a:pt x="228600" y="466725"/>
                </a:moveTo>
                <a:lnTo>
                  <a:pt x="238125" y="466725"/>
                </a:lnTo>
                <a:lnTo>
                  <a:pt x="238125" y="485775"/>
                </a:lnTo>
                <a:lnTo>
                  <a:pt x="228600" y="485775"/>
                </a:lnTo>
                <a:close/>
                <a:moveTo>
                  <a:pt x="809625" y="533400"/>
                </a:moveTo>
                <a:lnTo>
                  <a:pt x="828675" y="533400"/>
                </a:lnTo>
                <a:lnTo>
                  <a:pt x="828675" y="542925"/>
                </a:lnTo>
                <a:lnTo>
                  <a:pt x="809625" y="542925"/>
                </a:lnTo>
                <a:close/>
                <a:moveTo>
                  <a:pt x="962025" y="533400"/>
                </a:moveTo>
                <a:lnTo>
                  <a:pt x="971550" y="533400"/>
                </a:lnTo>
                <a:lnTo>
                  <a:pt x="971550" y="542925"/>
                </a:lnTo>
                <a:lnTo>
                  <a:pt x="962025" y="542925"/>
                </a:lnTo>
                <a:close/>
                <a:moveTo>
                  <a:pt x="1200150" y="552450"/>
                </a:moveTo>
                <a:lnTo>
                  <a:pt x="1209675" y="552450"/>
                </a:lnTo>
                <a:lnTo>
                  <a:pt x="1209675" y="609600"/>
                </a:lnTo>
                <a:lnTo>
                  <a:pt x="1200150" y="609600"/>
                </a:lnTo>
                <a:close/>
                <a:moveTo>
                  <a:pt x="0" y="600075"/>
                </a:moveTo>
                <a:lnTo>
                  <a:pt x="19050" y="600075"/>
                </a:lnTo>
                <a:lnTo>
                  <a:pt x="19050" y="609600"/>
                </a:lnTo>
                <a:lnTo>
                  <a:pt x="28575" y="609600"/>
                </a:lnTo>
                <a:lnTo>
                  <a:pt x="28575" y="600075"/>
                </a:lnTo>
                <a:lnTo>
                  <a:pt x="38100" y="600075"/>
                </a:lnTo>
                <a:lnTo>
                  <a:pt x="38100" y="628650"/>
                </a:lnTo>
                <a:lnTo>
                  <a:pt x="28575" y="628650"/>
                </a:lnTo>
                <a:lnTo>
                  <a:pt x="28575" y="638175"/>
                </a:lnTo>
                <a:lnTo>
                  <a:pt x="19050" y="638175"/>
                </a:lnTo>
                <a:lnTo>
                  <a:pt x="19050" y="647700"/>
                </a:lnTo>
                <a:lnTo>
                  <a:pt x="9525" y="647700"/>
                </a:lnTo>
                <a:lnTo>
                  <a:pt x="9525" y="628650"/>
                </a:lnTo>
                <a:lnTo>
                  <a:pt x="0" y="628650"/>
                </a:lnTo>
                <a:lnTo>
                  <a:pt x="0" y="619125"/>
                </a:lnTo>
                <a:lnTo>
                  <a:pt x="9525" y="619125"/>
                </a:lnTo>
                <a:lnTo>
                  <a:pt x="9525" y="609600"/>
                </a:lnTo>
                <a:lnTo>
                  <a:pt x="0" y="609600"/>
                </a:lnTo>
                <a:close/>
                <a:moveTo>
                  <a:pt x="1019175" y="619125"/>
                </a:moveTo>
                <a:lnTo>
                  <a:pt x="1028700" y="619125"/>
                </a:lnTo>
                <a:lnTo>
                  <a:pt x="1028700" y="638175"/>
                </a:lnTo>
                <a:lnTo>
                  <a:pt x="1019175" y="638175"/>
                </a:lnTo>
                <a:lnTo>
                  <a:pt x="1019175" y="647700"/>
                </a:lnTo>
                <a:lnTo>
                  <a:pt x="1028700" y="647700"/>
                </a:lnTo>
                <a:lnTo>
                  <a:pt x="1028700" y="657225"/>
                </a:lnTo>
                <a:lnTo>
                  <a:pt x="1009650" y="657225"/>
                </a:lnTo>
                <a:lnTo>
                  <a:pt x="1009650" y="666750"/>
                </a:lnTo>
                <a:lnTo>
                  <a:pt x="1000125" y="666750"/>
                </a:lnTo>
                <a:lnTo>
                  <a:pt x="1000125" y="657225"/>
                </a:lnTo>
                <a:lnTo>
                  <a:pt x="990600" y="657225"/>
                </a:lnTo>
                <a:lnTo>
                  <a:pt x="990600" y="647700"/>
                </a:lnTo>
                <a:lnTo>
                  <a:pt x="1000125" y="647700"/>
                </a:lnTo>
                <a:lnTo>
                  <a:pt x="1000125" y="638175"/>
                </a:lnTo>
                <a:lnTo>
                  <a:pt x="990600" y="638175"/>
                </a:lnTo>
                <a:lnTo>
                  <a:pt x="990600" y="628650"/>
                </a:lnTo>
                <a:lnTo>
                  <a:pt x="1019175" y="628650"/>
                </a:lnTo>
                <a:close/>
                <a:moveTo>
                  <a:pt x="1181100" y="619125"/>
                </a:moveTo>
                <a:lnTo>
                  <a:pt x="1190625" y="619125"/>
                </a:lnTo>
                <a:lnTo>
                  <a:pt x="1190625" y="647700"/>
                </a:lnTo>
                <a:lnTo>
                  <a:pt x="1181100" y="647700"/>
                </a:lnTo>
                <a:close/>
                <a:moveTo>
                  <a:pt x="1038225" y="628650"/>
                </a:moveTo>
                <a:lnTo>
                  <a:pt x="1047750" y="628650"/>
                </a:lnTo>
                <a:lnTo>
                  <a:pt x="1047750" y="657225"/>
                </a:lnTo>
                <a:lnTo>
                  <a:pt x="1057275" y="657225"/>
                </a:lnTo>
                <a:lnTo>
                  <a:pt x="1057275" y="695325"/>
                </a:lnTo>
                <a:lnTo>
                  <a:pt x="1047750" y="695325"/>
                </a:lnTo>
                <a:lnTo>
                  <a:pt x="1047750" y="704850"/>
                </a:lnTo>
                <a:lnTo>
                  <a:pt x="1019175" y="704850"/>
                </a:lnTo>
                <a:lnTo>
                  <a:pt x="1019175" y="695325"/>
                </a:lnTo>
                <a:lnTo>
                  <a:pt x="1038225" y="695325"/>
                </a:lnTo>
                <a:close/>
                <a:moveTo>
                  <a:pt x="28575" y="657225"/>
                </a:moveTo>
                <a:lnTo>
                  <a:pt x="38100" y="657225"/>
                </a:lnTo>
                <a:lnTo>
                  <a:pt x="38100" y="666750"/>
                </a:lnTo>
                <a:lnTo>
                  <a:pt x="28575" y="666750"/>
                </a:lnTo>
                <a:close/>
                <a:moveTo>
                  <a:pt x="47625" y="657225"/>
                </a:moveTo>
                <a:lnTo>
                  <a:pt x="57150" y="657225"/>
                </a:lnTo>
                <a:lnTo>
                  <a:pt x="57150" y="666750"/>
                </a:lnTo>
                <a:lnTo>
                  <a:pt x="47625" y="666750"/>
                </a:lnTo>
                <a:close/>
                <a:moveTo>
                  <a:pt x="76200" y="657225"/>
                </a:moveTo>
                <a:lnTo>
                  <a:pt x="85725" y="657225"/>
                </a:lnTo>
                <a:lnTo>
                  <a:pt x="85725" y="666750"/>
                </a:lnTo>
                <a:lnTo>
                  <a:pt x="76200" y="666750"/>
                </a:lnTo>
                <a:close/>
                <a:moveTo>
                  <a:pt x="238125" y="657225"/>
                </a:moveTo>
                <a:lnTo>
                  <a:pt x="247650" y="657225"/>
                </a:lnTo>
                <a:lnTo>
                  <a:pt x="247650" y="666750"/>
                </a:lnTo>
                <a:lnTo>
                  <a:pt x="238125" y="666750"/>
                </a:lnTo>
                <a:close/>
                <a:moveTo>
                  <a:pt x="285750" y="657225"/>
                </a:moveTo>
                <a:lnTo>
                  <a:pt x="314325" y="657225"/>
                </a:lnTo>
                <a:lnTo>
                  <a:pt x="314325" y="666750"/>
                </a:lnTo>
                <a:lnTo>
                  <a:pt x="285750" y="666750"/>
                </a:lnTo>
                <a:close/>
                <a:moveTo>
                  <a:pt x="0" y="666750"/>
                </a:moveTo>
                <a:lnTo>
                  <a:pt x="19050" y="666750"/>
                </a:lnTo>
                <a:lnTo>
                  <a:pt x="19050" y="676275"/>
                </a:lnTo>
                <a:lnTo>
                  <a:pt x="38100" y="676275"/>
                </a:lnTo>
                <a:lnTo>
                  <a:pt x="38100" y="695325"/>
                </a:lnTo>
                <a:lnTo>
                  <a:pt x="76200" y="695325"/>
                </a:lnTo>
                <a:lnTo>
                  <a:pt x="76200" y="704850"/>
                </a:lnTo>
                <a:lnTo>
                  <a:pt x="19050" y="704850"/>
                </a:lnTo>
                <a:lnTo>
                  <a:pt x="19050" y="695325"/>
                </a:lnTo>
                <a:lnTo>
                  <a:pt x="9525" y="695325"/>
                </a:lnTo>
                <a:lnTo>
                  <a:pt x="9525" y="685800"/>
                </a:lnTo>
                <a:lnTo>
                  <a:pt x="0" y="685800"/>
                </a:lnTo>
                <a:close/>
                <a:moveTo>
                  <a:pt x="95250" y="666750"/>
                </a:moveTo>
                <a:lnTo>
                  <a:pt x="104775" y="666750"/>
                </a:lnTo>
                <a:lnTo>
                  <a:pt x="104775" y="676275"/>
                </a:lnTo>
                <a:lnTo>
                  <a:pt x="95250" y="676275"/>
                </a:lnTo>
                <a:close/>
                <a:moveTo>
                  <a:pt x="114300" y="666750"/>
                </a:moveTo>
                <a:lnTo>
                  <a:pt x="123825" y="666750"/>
                </a:lnTo>
                <a:lnTo>
                  <a:pt x="123825" y="676275"/>
                </a:lnTo>
                <a:lnTo>
                  <a:pt x="114300" y="676275"/>
                </a:lnTo>
                <a:close/>
                <a:moveTo>
                  <a:pt x="161925" y="666750"/>
                </a:moveTo>
                <a:lnTo>
                  <a:pt x="190500" y="666750"/>
                </a:lnTo>
                <a:lnTo>
                  <a:pt x="190500" y="676275"/>
                </a:lnTo>
                <a:lnTo>
                  <a:pt x="161925" y="676275"/>
                </a:lnTo>
                <a:close/>
                <a:moveTo>
                  <a:pt x="200025" y="666750"/>
                </a:moveTo>
                <a:lnTo>
                  <a:pt x="219075" y="666750"/>
                </a:lnTo>
                <a:lnTo>
                  <a:pt x="219075" y="676275"/>
                </a:lnTo>
                <a:lnTo>
                  <a:pt x="200025" y="676275"/>
                </a:lnTo>
                <a:close/>
                <a:moveTo>
                  <a:pt x="438150" y="666750"/>
                </a:moveTo>
                <a:lnTo>
                  <a:pt x="447675" y="666750"/>
                </a:lnTo>
                <a:lnTo>
                  <a:pt x="447675" y="676275"/>
                </a:lnTo>
                <a:lnTo>
                  <a:pt x="438150" y="676275"/>
                </a:lnTo>
                <a:close/>
                <a:moveTo>
                  <a:pt x="200025" y="685800"/>
                </a:moveTo>
                <a:lnTo>
                  <a:pt x="209550" y="685800"/>
                </a:lnTo>
                <a:lnTo>
                  <a:pt x="209550" y="695325"/>
                </a:lnTo>
                <a:lnTo>
                  <a:pt x="200025" y="695325"/>
                </a:lnTo>
                <a:close/>
                <a:moveTo>
                  <a:pt x="85725" y="695325"/>
                </a:moveTo>
                <a:lnTo>
                  <a:pt x="95250" y="695325"/>
                </a:lnTo>
                <a:lnTo>
                  <a:pt x="95250" y="704850"/>
                </a:lnTo>
                <a:lnTo>
                  <a:pt x="85725" y="704850"/>
                </a:lnTo>
                <a:close/>
                <a:moveTo>
                  <a:pt x="647700" y="695325"/>
                </a:moveTo>
                <a:lnTo>
                  <a:pt x="657225" y="695325"/>
                </a:lnTo>
                <a:lnTo>
                  <a:pt x="657225" y="704850"/>
                </a:lnTo>
                <a:lnTo>
                  <a:pt x="647700" y="704850"/>
                </a:lnTo>
                <a:close/>
                <a:moveTo>
                  <a:pt x="1000125" y="704850"/>
                </a:moveTo>
                <a:lnTo>
                  <a:pt x="1019175" y="704850"/>
                </a:lnTo>
                <a:lnTo>
                  <a:pt x="1019175" y="714375"/>
                </a:lnTo>
                <a:lnTo>
                  <a:pt x="1009650" y="714375"/>
                </a:lnTo>
                <a:lnTo>
                  <a:pt x="1009650" y="723900"/>
                </a:lnTo>
                <a:lnTo>
                  <a:pt x="981075" y="723900"/>
                </a:lnTo>
                <a:lnTo>
                  <a:pt x="981075" y="733425"/>
                </a:lnTo>
                <a:lnTo>
                  <a:pt x="952500" y="733425"/>
                </a:lnTo>
                <a:lnTo>
                  <a:pt x="952500" y="714375"/>
                </a:lnTo>
                <a:lnTo>
                  <a:pt x="962025" y="714375"/>
                </a:lnTo>
                <a:lnTo>
                  <a:pt x="962025" y="723900"/>
                </a:lnTo>
                <a:lnTo>
                  <a:pt x="971550" y="723900"/>
                </a:lnTo>
                <a:lnTo>
                  <a:pt x="971550" y="714375"/>
                </a:lnTo>
                <a:lnTo>
                  <a:pt x="1000125" y="714375"/>
                </a:lnTo>
                <a:close/>
                <a:moveTo>
                  <a:pt x="57150" y="714375"/>
                </a:moveTo>
                <a:lnTo>
                  <a:pt x="66675" y="714375"/>
                </a:lnTo>
                <a:lnTo>
                  <a:pt x="66675" y="723900"/>
                </a:lnTo>
                <a:lnTo>
                  <a:pt x="76200" y="723900"/>
                </a:lnTo>
                <a:lnTo>
                  <a:pt x="76200" y="733425"/>
                </a:lnTo>
                <a:lnTo>
                  <a:pt x="85725" y="733425"/>
                </a:lnTo>
                <a:lnTo>
                  <a:pt x="85725" y="742950"/>
                </a:lnTo>
                <a:lnTo>
                  <a:pt x="76200" y="742950"/>
                </a:lnTo>
                <a:lnTo>
                  <a:pt x="76200" y="752475"/>
                </a:lnTo>
                <a:lnTo>
                  <a:pt x="66675" y="752475"/>
                </a:lnTo>
                <a:lnTo>
                  <a:pt x="66675" y="742950"/>
                </a:lnTo>
                <a:lnTo>
                  <a:pt x="47625" y="742950"/>
                </a:lnTo>
                <a:lnTo>
                  <a:pt x="47625" y="733425"/>
                </a:lnTo>
                <a:lnTo>
                  <a:pt x="57150" y="733425"/>
                </a:lnTo>
                <a:close/>
                <a:moveTo>
                  <a:pt x="819150" y="723900"/>
                </a:moveTo>
                <a:lnTo>
                  <a:pt x="847725" y="723900"/>
                </a:lnTo>
                <a:lnTo>
                  <a:pt x="847725" y="733425"/>
                </a:lnTo>
                <a:lnTo>
                  <a:pt x="819150" y="733425"/>
                </a:lnTo>
                <a:close/>
                <a:moveTo>
                  <a:pt x="857250" y="723900"/>
                </a:moveTo>
                <a:lnTo>
                  <a:pt x="866775" y="723900"/>
                </a:lnTo>
                <a:lnTo>
                  <a:pt x="866775" y="733425"/>
                </a:lnTo>
                <a:lnTo>
                  <a:pt x="923925" y="733425"/>
                </a:lnTo>
                <a:lnTo>
                  <a:pt x="923925" y="742950"/>
                </a:lnTo>
                <a:lnTo>
                  <a:pt x="904875" y="742950"/>
                </a:lnTo>
                <a:lnTo>
                  <a:pt x="904875" y="752475"/>
                </a:lnTo>
                <a:lnTo>
                  <a:pt x="876300" y="752475"/>
                </a:lnTo>
                <a:lnTo>
                  <a:pt x="876300" y="762000"/>
                </a:lnTo>
                <a:lnTo>
                  <a:pt x="847725" y="762000"/>
                </a:lnTo>
                <a:lnTo>
                  <a:pt x="847725" y="752475"/>
                </a:lnTo>
                <a:lnTo>
                  <a:pt x="857250" y="752475"/>
                </a:lnTo>
                <a:close/>
                <a:moveTo>
                  <a:pt x="9525" y="733425"/>
                </a:moveTo>
                <a:lnTo>
                  <a:pt x="19050" y="733425"/>
                </a:lnTo>
                <a:lnTo>
                  <a:pt x="19050" y="762000"/>
                </a:lnTo>
                <a:lnTo>
                  <a:pt x="9525" y="762000"/>
                </a:lnTo>
                <a:lnTo>
                  <a:pt x="9525" y="771525"/>
                </a:lnTo>
                <a:lnTo>
                  <a:pt x="0" y="771525"/>
                </a:lnTo>
                <a:lnTo>
                  <a:pt x="0" y="752475"/>
                </a:lnTo>
                <a:lnTo>
                  <a:pt x="9525" y="752475"/>
                </a:lnTo>
                <a:close/>
                <a:moveTo>
                  <a:pt x="114300" y="762000"/>
                </a:moveTo>
                <a:lnTo>
                  <a:pt x="133350" y="762000"/>
                </a:lnTo>
                <a:lnTo>
                  <a:pt x="133350" y="771525"/>
                </a:lnTo>
                <a:lnTo>
                  <a:pt x="114300" y="771525"/>
                </a:lnTo>
                <a:close/>
                <a:moveTo>
                  <a:pt x="180975" y="771525"/>
                </a:moveTo>
                <a:lnTo>
                  <a:pt x="190500" y="771525"/>
                </a:lnTo>
                <a:lnTo>
                  <a:pt x="190500" y="790575"/>
                </a:lnTo>
                <a:lnTo>
                  <a:pt x="180975" y="790575"/>
                </a:lnTo>
                <a:close/>
                <a:moveTo>
                  <a:pt x="38100" y="781050"/>
                </a:moveTo>
                <a:lnTo>
                  <a:pt x="47625" y="781050"/>
                </a:lnTo>
                <a:lnTo>
                  <a:pt x="47625" y="800100"/>
                </a:lnTo>
                <a:lnTo>
                  <a:pt x="66675" y="800100"/>
                </a:lnTo>
                <a:lnTo>
                  <a:pt x="66675" y="790575"/>
                </a:lnTo>
                <a:lnTo>
                  <a:pt x="85725" y="790575"/>
                </a:lnTo>
                <a:lnTo>
                  <a:pt x="85725" y="809625"/>
                </a:lnTo>
                <a:lnTo>
                  <a:pt x="0" y="809625"/>
                </a:lnTo>
                <a:lnTo>
                  <a:pt x="0" y="790575"/>
                </a:lnTo>
                <a:lnTo>
                  <a:pt x="38100" y="790575"/>
                </a:lnTo>
                <a:close/>
                <a:moveTo>
                  <a:pt x="161925" y="790575"/>
                </a:moveTo>
                <a:lnTo>
                  <a:pt x="171450" y="790575"/>
                </a:lnTo>
                <a:lnTo>
                  <a:pt x="171450" y="809625"/>
                </a:lnTo>
                <a:lnTo>
                  <a:pt x="142875" y="809625"/>
                </a:lnTo>
                <a:lnTo>
                  <a:pt x="142875" y="800100"/>
                </a:lnTo>
                <a:lnTo>
                  <a:pt x="161925" y="800100"/>
                </a:lnTo>
                <a:close/>
                <a:moveTo>
                  <a:pt x="1076325" y="790575"/>
                </a:moveTo>
                <a:lnTo>
                  <a:pt x="1085850" y="790575"/>
                </a:lnTo>
                <a:lnTo>
                  <a:pt x="1085850" y="809625"/>
                </a:lnTo>
                <a:lnTo>
                  <a:pt x="1076325" y="809625"/>
                </a:lnTo>
                <a:close/>
                <a:moveTo>
                  <a:pt x="476250" y="800100"/>
                </a:moveTo>
                <a:lnTo>
                  <a:pt x="485775" y="800100"/>
                </a:lnTo>
                <a:lnTo>
                  <a:pt x="485775" y="809625"/>
                </a:lnTo>
                <a:lnTo>
                  <a:pt x="476250" y="809625"/>
                </a:lnTo>
                <a:close/>
                <a:moveTo>
                  <a:pt x="866775" y="800100"/>
                </a:moveTo>
                <a:lnTo>
                  <a:pt x="876300" y="800100"/>
                </a:lnTo>
                <a:lnTo>
                  <a:pt x="876300" y="809625"/>
                </a:lnTo>
                <a:lnTo>
                  <a:pt x="866775" y="809625"/>
                </a:lnTo>
                <a:close/>
                <a:moveTo>
                  <a:pt x="895350" y="800100"/>
                </a:moveTo>
                <a:lnTo>
                  <a:pt x="904875" y="800100"/>
                </a:lnTo>
                <a:lnTo>
                  <a:pt x="904875" y="809625"/>
                </a:lnTo>
                <a:lnTo>
                  <a:pt x="895350" y="809625"/>
                </a:lnTo>
                <a:close/>
                <a:moveTo>
                  <a:pt x="942975" y="800100"/>
                </a:moveTo>
                <a:lnTo>
                  <a:pt x="962025" y="800100"/>
                </a:lnTo>
                <a:lnTo>
                  <a:pt x="962025" y="809625"/>
                </a:lnTo>
                <a:lnTo>
                  <a:pt x="942975" y="809625"/>
                </a:lnTo>
                <a:close/>
                <a:moveTo>
                  <a:pt x="1123950" y="800100"/>
                </a:moveTo>
                <a:lnTo>
                  <a:pt x="1133475" y="800100"/>
                </a:lnTo>
                <a:lnTo>
                  <a:pt x="1133475" y="809625"/>
                </a:lnTo>
                <a:lnTo>
                  <a:pt x="1123950" y="809625"/>
                </a:lnTo>
                <a:close/>
              </a:path>
            </a:pathLst>
          </a:custGeom>
          <a:solidFill xmlns:a="http://schemas.openxmlformats.org/drawingml/2006/main">
            <a:srgbClr val="FAF9F5"/>
          </a:solidFill>
          <a:ln xmlns:a="http://schemas.openxmlformats.org/drawingml/2006/main" w="0">
            <a:noFill/>
          </a:ln>
        </p:spPr>
      </p:sp>
      <p:sp>
        <p:nvSpPr>
          <p:cNvPr id="153" name="v12 vector #f9f9f4">
            <a:extLst xmlns:a="http://schemas.openxmlformats.org/drawingml/2006/main">
              <a:ext uri="{FF2B5EF4-FFF2-40B4-BE49-F238E27FC236}">
                <a16:creationId xmlns:a16="http://schemas.microsoft.com/office/drawing/2014/main" id="{F1D7A4C3-E002-436A-B8BB-CA862124FC6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10675" y="3609975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28575" y="0"/>
                </a:moveTo>
                <a:lnTo>
                  <a:pt x="38100" y="0"/>
                </a:lnTo>
                <a:lnTo>
                  <a:pt x="38100" y="9525"/>
                </a:lnTo>
                <a:lnTo>
                  <a:pt x="28575" y="9525"/>
                </a:lnTo>
                <a:close/>
                <a:moveTo>
                  <a:pt x="457200" y="0"/>
                </a:moveTo>
                <a:lnTo>
                  <a:pt x="476250" y="0"/>
                </a:lnTo>
                <a:lnTo>
                  <a:pt x="476250" y="9525"/>
                </a:lnTo>
                <a:lnTo>
                  <a:pt x="457200" y="9525"/>
                </a:lnTo>
                <a:close/>
                <a:moveTo>
                  <a:pt x="533400" y="0"/>
                </a:moveTo>
                <a:lnTo>
                  <a:pt x="561975" y="0"/>
                </a:lnTo>
                <a:lnTo>
                  <a:pt x="561975" y="9525"/>
                </a:lnTo>
                <a:lnTo>
                  <a:pt x="533400" y="9525"/>
                </a:lnTo>
                <a:close/>
                <a:moveTo>
                  <a:pt x="876300" y="0"/>
                </a:moveTo>
                <a:lnTo>
                  <a:pt x="895350" y="0"/>
                </a:lnTo>
                <a:lnTo>
                  <a:pt x="895350" y="19050"/>
                </a:lnTo>
                <a:lnTo>
                  <a:pt x="876300" y="19050"/>
                </a:lnTo>
                <a:close/>
                <a:moveTo>
                  <a:pt x="942975" y="0"/>
                </a:moveTo>
                <a:lnTo>
                  <a:pt x="952500" y="0"/>
                </a:lnTo>
                <a:lnTo>
                  <a:pt x="952500" y="9525"/>
                </a:lnTo>
                <a:lnTo>
                  <a:pt x="942975" y="9525"/>
                </a:lnTo>
                <a:close/>
                <a:moveTo>
                  <a:pt x="1085850" y="0"/>
                </a:moveTo>
                <a:lnTo>
                  <a:pt x="1095375" y="0"/>
                </a:lnTo>
                <a:lnTo>
                  <a:pt x="1095375" y="38100"/>
                </a:lnTo>
                <a:lnTo>
                  <a:pt x="1076325" y="38100"/>
                </a:lnTo>
                <a:lnTo>
                  <a:pt x="1076325" y="19050"/>
                </a:lnTo>
                <a:lnTo>
                  <a:pt x="1066800" y="19050"/>
                </a:lnTo>
                <a:lnTo>
                  <a:pt x="1066800" y="9525"/>
                </a:lnTo>
                <a:lnTo>
                  <a:pt x="1085850" y="9525"/>
                </a:lnTo>
                <a:close/>
                <a:moveTo>
                  <a:pt x="1133475" y="0"/>
                </a:moveTo>
                <a:lnTo>
                  <a:pt x="1152525" y="0"/>
                </a:lnTo>
                <a:lnTo>
                  <a:pt x="1152525" y="9525"/>
                </a:lnTo>
                <a:lnTo>
                  <a:pt x="1143000" y="9525"/>
                </a:lnTo>
                <a:lnTo>
                  <a:pt x="1143000" y="28575"/>
                </a:lnTo>
                <a:lnTo>
                  <a:pt x="1152525" y="28575"/>
                </a:lnTo>
                <a:lnTo>
                  <a:pt x="1152525" y="38100"/>
                </a:lnTo>
                <a:lnTo>
                  <a:pt x="1181100" y="38100"/>
                </a:lnTo>
                <a:lnTo>
                  <a:pt x="1181100" y="47625"/>
                </a:lnTo>
                <a:lnTo>
                  <a:pt x="1171575" y="47625"/>
                </a:lnTo>
                <a:lnTo>
                  <a:pt x="1171575" y="76200"/>
                </a:lnTo>
                <a:lnTo>
                  <a:pt x="1162050" y="76200"/>
                </a:lnTo>
                <a:lnTo>
                  <a:pt x="1162050" y="47625"/>
                </a:lnTo>
                <a:lnTo>
                  <a:pt x="1152525" y="47625"/>
                </a:lnTo>
                <a:lnTo>
                  <a:pt x="1152525" y="66675"/>
                </a:lnTo>
                <a:lnTo>
                  <a:pt x="1143000" y="66675"/>
                </a:lnTo>
                <a:lnTo>
                  <a:pt x="1143000" y="76200"/>
                </a:lnTo>
                <a:lnTo>
                  <a:pt x="1152525" y="76200"/>
                </a:lnTo>
                <a:lnTo>
                  <a:pt x="1152525" y="85725"/>
                </a:lnTo>
                <a:lnTo>
                  <a:pt x="1143000" y="85725"/>
                </a:lnTo>
                <a:lnTo>
                  <a:pt x="1143000" y="95250"/>
                </a:lnTo>
                <a:lnTo>
                  <a:pt x="1133475" y="95250"/>
                </a:lnTo>
                <a:lnTo>
                  <a:pt x="1133475" y="76200"/>
                </a:lnTo>
                <a:lnTo>
                  <a:pt x="1123950" y="76200"/>
                </a:lnTo>
                <a:lnTo>
                  <a:pt x="1123950" y="66675"/>
                </a:lnTo>
                <a:lnTo>
                  <a:pt x="1114425" y="66675"/>
                </a:lnTo>
                <a:lnTo>
                  <a:pt x="1114425" y="76200"/>
                </a:lnTo>
                <a:lnTo>
                  <a:pt x="1095375" y="76200"/>
                </a:lnTo>
                <a:lnTo>
                  <a:pt x="1095375" y="66675"/>
                </a:lnTo>
                <a:lnTo>
                  <a:pt x="1085850" y="66675"/>
                </a:lnTo>
                <a:lnTo>
                  <a:pt x="1085850" y="57150"/>
                </a:lnTo>
                <a:lnTo>
                  <a:pt x="1095375" y="57150"/>
                </a:lnTo>
                <a:lnTo>
                  <a:pt x="1095375" y="66675"/>
                </a:lnTo>
                <a:lnTo>
                  <a:pt x="1104900" y="66675"/>
                </a:lnTo>
                <a:lnTo>
                  <a:pt x="1104900" y="47625"/>
                </a:lnTo>
                <a:lnTo>
                  <a:pt x="1114425" y="47625"/>
                </a:lnTo>
                <a:lnTo>
                  <a:pt x="1114425" y="28575"/>
                </a:lnTo>
                <a:lnTo>
                  <a:pt x="1133475" y="28575"/>
                </a:lnTo>
                <a:close/>
                <a:moveTo>
                  <a:pt x="838200" y="9525"/>
                </a:moveTo>
                <a:lnTo>
                  <a:pt x="847725" y="9525"/>
                </a:lnTo>
                <a:lnTo>
                  <a:pt x="847725" y="19050"/>
                </a:lnTo>
                <a:lnTo>
                  <a:pt x="838200" y="19050"/>
                </a:lnTo>
                <a:close/>
                <a:moveTo>
                  <a:pt x="1028700" y="9525"/>
                </a:moveTo>
                <a:lnTo>
                  <a:pt x="1038225" y="9525"/>
                </a:lnTo>
                <a:lnTo>
                  <a:pt x="1038225" y="28575"/>
                </a:lnTo>
                <a:lnTo>
                  <a:pt x="1028700" y="28575"/>
                </a:lnTo>
                <a:close/>
                <a:moveTo>
                  <a:pt x="857250" y="19050"/>
                </a:moveTo>
                <a:lnTo>
                  <a:pt x="876300" y="19050"/>
                </a:lnTo>
                <a:lnTo>
                  <a:pt x="876300" y="28575"/>
                </a:lnTo>
                <a:lnTo>
                  <a:pt x="895350" y="28575"/>
                </a:lnTo>
                <a:lnTo>
                  <a:pt x="895350" y="38100"/>
                </a:lnTo>
                <a:lnTo>
                  <a:pt x="885825" y="38100"/>
                </a:lnTo>
                <a:lnTo>
                  <a:pt x="885825" y="57150"/>
                </a:lnTo>
                <a:lnTo>
                  <a:pt x="895350" y="57150"/>
                </a:lnTo>
                <a:lnTo>
                  <a:pt x="895350" y="76200"/>
                </a:lnTo>
                <a:lnTo>
                  <a:pt x="885825" y="76200"/>
                </a:lnTo>
                <a:lnTo>
                  <a:pt x="885825" y="66675"/>
                </a:lnTo>
                <a:lnTo>
                  <a:pt x="866775" y="66675"/>
                </a:lnTo>
                <a:lnTo>
                  <a:pt x="866775" y="28575"/>
                </a:lnTo>
                <a:lnTo>
                  <a:pt x="857250" y="28575"/>
                </a:lnTo>
                <a:close/>
                <a:moveTo>
                  <a:pt x="933450" y="19050"/>
                </a:moveTo>
                <a:lnTo>
                  <a:pt x="942975" y="19050"/>
                </a:lnTo>
                <a:lnTo>
                  <a:pt x="942975" y="57150"/>
                </a:lnTo>
                <a:lnTo>
                  <a:pt x="971550" y="57150"/>
                </a:lnTo>
                <a:lnTo>
                  <a:pt x="971550" y="28575"/>
                </a:lnTo>
                <a:lnTo>
                  <a:pt x="990600" y="28575"/>
                </a:lnTo>
                <a:lnTo>
                  <a:pt x="990600" y="76200"/>
                </a:lnTo>
                <a:lnTo>
                  <a:pt x="981075" y="76200"/>
                </a:lnTo>
                <a:lnTo>
                  <a:pt x="981075" y="85725"/>
                </a:lnTo>
                <a:lnTo>
                  <a:pt x="971550" y="85725"/>
                </a:lnTo>
                <a:lnTo>
                  <a:pt x="971550" y="95250"/>
                </a:lnTo>
                <a:lnTo>
                  <a:pt x="1000125" y="95250"/>
                </a:lnTo>
                <a:lnTo>
                  <a:pt x="1000125" y="123825"/>
                </a:lnTo>
                <a:lnTo>
                  <a:pt x="990600" y="123825"/>
                </a:lnTo>
                <a:lnTo>
                  <a:pt x="990600" y="133350"/>
                </a:lnTo>
                <a:lnTo>
                  <a:pt x="1009650" y="133350"/>
                </a:lnTo>
                <a:lnTo>
                  <a:pt x="1009650" y="142875"/>
                </a:lnTo>
                <a:lnTo>
                  <a:pt x="1019175" y="142875"/>
                </a:lnTo>
                <a:lnTo>
                  <a:pt x="1019175" y="123825"/>
                </a:lnTo>
                <a:lnTo>
                  <a:pt x="1028700" y="123825"/>
                </a:lnTo>
                <a:lnTo>
                  <a:pt x="1028700" y="133350"/>
                </a:lnTo>
                <a:lnTo>
                  <a:pt x="1038225" y="133350"/>
                </a:lnTo>
                <a:lnTo>
                  <a:pt x="1038225" y="142875"/>
                </a:lnTo>
                <a:lnTo>
                  <a:pt x="1028700" y="142875"/>
                </a:lnTo>
                <a:lnTo>
                  <a:pt x="1028700" y="161925"/>
                </a:lnTo>
                <a:lnTo>
                  <a:pt x="1057275" y="161925"/>
                </a:lnTo>
                <a:lnTo>
                  <a:pt x="1057275" y="180975"/>
                </a:lnTo>
                <a:lnTo>
                  <a:pt x="1038225" y="180975"/>
                </a:lnTo>
                <a:lnTo>
                  <a:pt x="1038225" y="171450"/>
                </a:lnTo>
                <a:lnTo>
                  <a:pt x="990600" y="171450"/>
                </a:lnTo>
                <a:lnTo>
                  <a:pt x="990600" y="161925"/>
                </a:lnTo>
                <a:lnTo>
                  <a:pt x="962025" y="161925"/>
                </a:lnTo>
                <a:lnTo>
                  <a:pt x="962025" y="180975"/>
                </a:lnTo>
                <a:lnTo>
                  <a:pt x="952500" y="180975"/>
                </a:lnTo>
                <a:lnTo>
                  <a:pt x="952500" y="190500"/>
                </a:lnTo>
                <a:lnTo>
                  <a:pt x="933450" y="190500"/>
                </a:lnTo>
                <a:lnTo>
                  <a:pt x="933450" y="180975"/>
                </a:lnTo>
                <a:lnTo>
                  <a:pt x="942975" y="180975"/>
                </a:lnTo>
                <a:lnTo>
                  <a:pt x="942975" y="171450"/>
                </a:lnTo>
                <a:lnTo>
                  <a:pt x="952500" y="171450"/>
                </a:lnTo>
                <a:lnTo>
                  <a:pt x="952500" y="161925"/>
                </a:lnTo>
                <a:lnTo>
                  <a:pt x="942975" y="161925"/>
                </a:lnTo>
                <a:lnTo>
                  <a:pt x="942975" y="133350"/>
                </a:lnTo>
                <a:lnTo>
                  <a:pt x="923925" y="133350"/>
                </a:lnTo>
                <a:lnTo>
                  <a:pt x="923925" y="123825"/>
                </a:lnTo>
                <a:lnTo>
                  <a:pt x="895350" y="123825"/>
                </a:lnTo>
                <a:lnTo>
                  <a:pt x="895350" y="95250"/>
                </a:lnTo>
                <a:lnTo>
                  <a:pt x="904875" y="95250"/>
                </a:lnTo>
                <a:lnTo>
                  <a:pt x="904875" y="85725"/>
                </a:lnTo>
                <a:lnTo>
                  <a:pt x="914400" y="85725"/>
                </a:lnTo>
                <a:lnTo>
                  <a:pt x="914400" y="76200"/>
                </a:lnTo>
                <a:lnTo>
                  <a:pt x="904875" y="76200"/>
                </a:lnTo>
                <a:lnTo>
                  <a:pt x="904875" y="66675"/>
                </a:lnTo>
                <a:lnTo>
                  <a:pt x="914400" y="66675"/>
                </a:lnTo>
                <a:lnTo>
                  <a:pt x="914400" y="76200"/>
                </a:lnTo>
                <a:lnTo>
                  <a:pt x="923925" y="76200"/>
                </a:lnTo>
                <a:lnTo>
                  <a:pt x="923925" y="57150"/>
                </a:lnTo>
                <a:lnTo>
                  <a:pt x="904875" y="57150"/>
                </a:lnTo>
                <a:lnTo>
                  <a:pt x="904875" y="28575"/>
                </a:lnTo>
                <a:lnTo>
                  <a:pt x="933450" y="28575"/>
                </a:lnTo>
                <a:close/>
                <a:moveTo>
                  <a:pt x="1066800" y="47625"/>
                </a:moveTo>
                <a:lnTo>
                  <a:pt x="1076325" y="47625"/>
                </a:lnTo>
                <a:lnTo>
                  <a:pt x="1076325" y="57150"/>
                </a:lnTo>
                <a:lnTo>
                  <a:pt x="1066800" y="57150"/>
                </a:lnTo>
                <a:close/>
                <a:moveTo>
                  <a:pt x="1133475" y="47625"/>
                </a:moveTo>
                <a:lnTo>
                  <a:pt x="1143000" y="47625"/>
                </a:lnTo>
                <a:lnTo>
                  <a:pt x="1143000" y="38100"/>
                </a:lnTo>
                <a:lnTo>
                  <a:pt x="1123950" y="38100"/>
                </a:lnTo>
                <a:lnTo>
                  <a:pt x="1123950" y="47625"/>
                </a:lnTo>
                <a:lnTo>
                  <a:pt x="1114425" y="47625"/>
                </a:lnTo>
                <a:lnTo>
                  <a:pt x="1114425" y="57150"/>
                </a:lnTo>
                <a:lnTo>
                  <a:pt x="1133475" y="57150"/>
                </a:lnTo>
                <a:close/>
                <a:moveTo>
                  <a:pt x="1019175" y="76200"/>
                </a:moveTo>
                <a:lnTo>
                  <a:pt x="1028700" y="76200"/>
                </a:lnTo>
                <a:lnTo>
                  <a:pt x="1028700" y="95250"/>
                </a:lnTo>
                <a:lnTo>
                  <a:pt x="1019175" y="95250"/>
                </a:lnTo>
                <a:close/>
                <a:moveTo>
                  <a:pt x="876300" y="114300"/>
                </a:moveTo>
                <a:lnTo>
                  <a:pt x="885825" y="114300"/>
                </a:lnTo>
                <a:lnTo>
                  <a:pt x="885825" y="123825"/>
                </a:lnTo>
                <a:lnTo>
                  <a:pt x="895350" y="123825"/>
                </a:lnTo>
                <a:lnTo>
                  <a:pt x="895350" y="133350"/>
                </a:lnTo>
                <a:lnTo>
                  <a:pt x="885825" y="133350"/>
                </a:lnTo>
                <a:lnTo>
                  <a:pt x="885825" y="152400"/>
                </a:lnTo>
                <a:lnTo>
                  <a:pt x="876300" y="152400"/>
                </a:lnTo>
                <a:close/>
                <a:moveTo>
                  <a:pt x="942975" y="114300"/>
                </a:moveTo>
                <a:lnTo>
                  <a:pt x="971550" y="114300"/>
                </a:lnTo>
                <a:lnTo>
                  <a:pt x="971550" y="104775"/>
                </a:lnTo>
                <a:lnTo>
                  <a:pt x="962025" y="104775"/>
                </a:lnTo>
                <a:lnTo>
                  <a:pt x="962025" y="85725"/>
                </a:lnTo>
                <a:lnTo>
                  <a:pt x="952500" y="85725"/>
                </a:lnTo>
                <a:lnTo>
                  <a:pt x="952500" y="66675"/>
                </a:lnTo>
                <a:lnTo>
                  <a:pt x="942975" y="66675"/>
                </a:lnTo>
                <a:close/>
                <a:moveTo>
                  <a:pt x="895350" y="133350"/>
                </a:moveTo>
                <a:lnTo>
                  <a:pt x="904875" y="133350"/>
                </a:lnTo>
                <a:lnTo>
                  <a:pt x="904875" y="142875"/>
                </a:lnTo>
                <a:lnTo>
                  <a:pt x="923925" y="142875"/>
                </a:lnTo>
                <a:lnTo>
                  <a:pt x="923925" y="152400"/>
                </a:lnTo>
                <a:lnTo>
                  <a:pt x="895350" y="152400"/>
                </a:lnTo>
                <a:close/>
                <a:moveTo>
                  <a:pt x="1066800" y="133350"/>
                </a:moveTo>
                <a:lnTo>
                  <a:pt x="1085850" y="133350"/>
                </a:lnTo>
                <a:lnTo>
                  <a:pt x="1085850" y="142875"/>
                </a:lnTo>
                <a:lnTo>
                  <a:pt x="1095375" y="142875"/>
                </a:lnTo>
                <a:lnTo>
                  <a:pt x="1095375" y="152400"/>
                </a:lnTo>
                <a:lnTo>
                  <a:pt x="1114425" y="152400"/>
                </a:lnTo>
                <a:lnTo>
                  <a:pt x="1114425" y="171450"/>
                </a:lnTo>
                <a:lnTo>
                  <a:pt x="1123950" y="171450"/>
                </a:lnTo>
                <a:lnTo>
                  <a:pt x="1123950" y="190500"/>
                </a:lnTo>
                <a:lnTo>
                  <a:pt x="1114425" y="190500"/>
                </a:lnTo>
                <a:lnTo>
                  <a:pt x="1114425" y="180975"/>
                </a:lnTo>
                <a:lnTo>
                  <a:pt x="1104900" y="180975"/>
                </a:lnTo>
                <a:lnTo>
                  <a:pt x="1104900" y="190500"/>
                </a:lnTo>
                <a:lnTo>
                  <a:pt x="1095375" y="190500"/>
                </a:lnTo>
                <a:lnTo>
                  <a:pt x="1095375" y="171450"/>
                </a:lnTo>
                <a:lnTo>
                  <a:pt x="1085850" y="171450"/>
                </a:lnTo>
                <a:lnTo>
                  <a:pt x="1085850" y="161925"/>
                </a:lnTo>
                <a:lnTo>
                  <a:pt x="1076325" y="161925"/>
                </a:lnTo>
                <a:lnTo>
                  <a:pt x="1076325" y="152400"/>
                </a:lnTo>
                <a:lnTo>
                  <a:pt x="1066800" y="152400"/>
                </a:lnTo>
                <a:close/>
                <a:moveTo>
                  <a:pt x="0" y="161925"/>
                </a:moveTo>
                <a:lnTo>
                  <a:pt x="9525" y="161925"/>
                </a:lnTo>
                <a:lnTo>
                  <a:pt x="9525" y="180975"/>
                </a:lnTo>
                <a:lnTo>
                  <a:pt x="0" y="180975"/>
                </a:lnTo>
                <a:close/>
                <a:moveTo>
                  <a:pt x="1152525" y="171450"/>
                </a:moveTo>
                <a:lnTo>
                  <a:pt x="1171575" y="171450"/>
                </a:lnTo>
                <a:lnTo>
                  <a:pt x="1171575" y="180975"/>
                </a:lnTo>
                <a:lnTo>
                  <a:pt x="1152525" y="180975"/>
                </a:lnTo>
                <a:close/>
                <a:moveTo>
                  <a:pt x="990600" y="180975"/>
                </a:moveTo>
                <a:lnTo>
                  <a:pt x="1000125" y="180975"/>
                </a:lnTo>
                <a:lnTo>
                  <a:pt x="1000125" y="190500"/>
                </a:lnTo>
                <a:lnTo>
                  <a:pt x="990600" y="190500"/>
                </a:lnTo>
                <a:close/>
                <a:moveTo>
                  <a:pt x="942975" y="200025"/>
                </a:moveTo>
                <a:lnTo>
                  <a:pt x="952500" y="200025"/>
                </a:lnTo>
                <a:lnTo>
                  <a:pt x="952500" y="209550"/>
                </a:lnTo>
                <a:lnTo>
                  <a:pt x="942975" y="209550"/>
                </a:lnTo>
                <a:close/>
                <a:moveTo>
                  <a:pt x="1095375" y="200025"/>
                </a:moveTo>
                <a:lnTo>
                  <a:pt x="1104900" y="200025"/>
                </a:lnTo>
                <a:lnTo>
                  <a:pt x="1104900" y="209550"/>
                </a:lnTo>
                <a:lnTo>
                  <a:pt x="1114425" y="209550"/>
                </a:lnTo>
                <a:lnTo>
                  <a:pt x="1114425" y="219075"/>
                </a:lnTo>
                <a:lnTo>
                  <a:pt x="1095375" y="219075"/>
                </a:lnTo>
                <a:close/>
                <a:moveTo>
                  <a:pt x="0" y="219075"/>
                </a:moveTo>
                <a:lnTo>
                  <a:pt x="9525" y="219075"/>
                </a:lnTo>
                <a:lnTo>
                  <a:pt x="9525" y="228600"/>
                </a:lnTo>
                <a:lnTo>
                  <a:pt x="19050" y="228600"/>
                </a:lnTo>
                <a:lnTo>
                  <a:pt x="19050" y="238125"/>
                </a:lnTo>
                <a:lnTo>
                  <a:pt x="28575" y="238125"/>
                </a:lnTo>
                <a:lnTo>
                  <a:pt x="28575" y="228600"/>
                </a:lnTo>
                <a:lnTo>
                  <a:pt x="38100" y="228600"/>
                </a:lnTo>
                <a:lnTo>
                  <a:pt x="38100" y="238125"/>
                </a:lnTo>
                <a:lnTo>
                  <a:pt x="28575" y="238125"/>
                </a:lnTo>
                <a:lnTo>
                  <a:pt x="28575" y="247650"/>
                </a:lnTo>
                <a:lnTo>
                  <a:pt x="9525" y="247650"/>
                </a:lnTo>
                <a:lnTo>
                  <a:pt x="9525" y="238125"/>
                </a:lnTo>
                <a:lnTo>
                  <a:pt x="0" y="238125"/>
                </a:lnTo>
                <a:close/>
                <a:moveTo>
                  <a:pt x="876300" y="219075"/>
                </a:moveTo>
                <a:lnTo>
                  <a:pt x="885825" y="219075"/>
                </a:lnTo>
                <a:lnTo>
                  <a:pt x="885825" y="228600"/>
                </a:lnTo>
                <a:lnTo>
                  <a:pt x="876300" y="228600"/>
                </a:lnTo>
                <a:close/>
                <a:moveTo>
                  <a:pt x="923925" y="219075"/>
                </a:moveTo>
                <a:lnTo>
                  <a:pt x="933450" y="219075"/>
                </a:lnTo>
                <a:lnTo>
                  <a:pt x="933450" y="228600"/>
                </a:lnTo>
                <a:lnTo>
                  <a:pt x="923925" y="228600"/>
                </a:lnTo>
                <a:close/>
                <a:moveTo>
                  <a:pt x="895350" y="228600"/>
                </a:moveTo>
                <a:lnTo>
                  <a:pt x="904875" y="228600"/>
                </a:lnTo>
                <a:lnTo>
                  <a:pt x="904875" y="247650"/>
                </a:lnTo>
                <a:lnTo>
                  <a:pt x="914400" y="247650"/>
                </a:lnTo>
                <a:lnTo>
                  <a:pt x="914400" y="257175"/>
                </a:lnTo>
                <a:lnTo>
                  <a:pt x="895350" y="257175"/>
                </a:lnTo>
                <a:close/>
                <a:moveTo>
                  <a:pt x="914400" y="228600"/>
                </a:moveTo>
                <a:lnTo>
                  <a:pt x="923925" y="228600"/>
                </a:lnTo>
                <a:lnTo>
                  <a:pt x="923925" y="238125"/>
                </a:lnTo>
                <a:lnTo>
                  <a:pt x="914400" y="238125"/>
                </a:lnTo>
                <a:close/>
                <a:moveTo>
                  <a:pt x="981075" y="228600"/>
                </a:moveTo>
                <a:lnTo>
                  <a:pt x="990600" y="228600"/>
                </a:lnTo>
                <a:lnTo>
                  <a:pt x="990600" y="238125"/>
                </a:lnTo>
                <a:lnTo>
                  <a:pt x="1019175" y="238125"/>
                </a:lnTo>
                <a:lnTo>
                  <a:pt x="1019175" y="257175"/>
                </a:lnTo>
                <a:lnTo>
                  <a:pt x="1009650" y="257175"/>
                </a:lnTo>
                <a:lnTo>
                  <a:pt x="1009650" y="247650"/>
                </a:lnTo>
                <a:lnTo>
                  <a:pt x="990600" y="247650"/>
                </a:lnTo>
                <a:lnTo>
                  <a:pt x="990600" y="257175"/>
                </a:lnTo>
                <a:lnTo>
                  <a:pt x="971550" y="257175"/>
                </a:lnTo>
                <a:lnTo>
                  <a:pt x="971550" y="238125"/>
                </a:lnTo>
                <a:lnTo>
                  <a:pt x="981075" y="238125"/>
                </a:lnTo>
                <a:close/>
                <a:moveTo>
                  <a:pt x="1162050" y="228600"/>
                </a:moveTo>
                <a:lnTo>
                  <a:pt x="1171575" y="228600"/>
                </a:lnTo>
                <a:lnTo>
                  <a:pt x="1171575" y="238125"/>
                </a:lnTo>
                <a:lnTo>
                  <a:pt x="1162050" y="238125"/>
                </a:lnTo>
                <a:close/>
                <a:moveTo>
                  <a:pt x="447675" y="238125"/>
                </a:moveTo>
                <a:lnTo>
                  <a:pt x="457200" y="238125"/>
                </a:lnTo>
                <a:lnTo>
                  <a:pt x="457200" y="247650"/>
                </a:lnTo>
                <a:lnTo>
                  <a:pt x="447675" y="247650"/>
                </a:lnTo>
                <a:close/>
                <a:moveTo>
                  <a:pt x="371475" y="247650"/>
                </a:moveTo>
                <a:lnTo>
                  <a:pt x="390525" y="247650"/>
                </a:lnTo>
                <a:lnTo>
                  <a:pt x="390525" y="257175"/>
                </a:lnTo>
                <a:lnTo>
                  <a:pt x="371475" y="257175"/>
                </a:lnTo>
                <a:close/>
                <a:moveTo>
                  <a:pt x="438150" y="247650"/>
                </a:moveTo>
                <a:lnTo>
                  <a:pt x="447675" y="247650"/>
                </a:lnTo>
                <a:lnTo>
                  <a:pt x="447675" y="257175"/>
                </a:lnTo>
                <a:lnTo>
                  <a:pt x="438150" y="257175"/>
                </a:lnTo>
                <a:close/>
                <a:moveTo>
                  <a:pt x="0" y="257175"/>
                </a:moveTo>
                <a:lnTo>
                  <a:pt x="19050" y="257175"/>
                </a:lnTo>
                <a:lnTo>
                  <a:pt x="19050" y="276225"/>
                </a:lnTo>
                <a:lnTo>
                  <a:pt x="28575" y="276225"/>
                </a:lnTo>
                <a:lnTo>
                  <a:pt x="28575" y="295275"/>
                </a:lnTo>
                <a:lnTo>
                  <a:pt x="19050" y="295275"/>
                </a:lnTo>
                <a:lnTo>
                  <a:pt x="19050" y="285750"/>
                </a:lnTo>
                <a:lnTo>
                  <a:pt x="9525" y="285750"/>
                </a:lnTo>
                <a:lnTo>
                  <a:pt x="9525" y="266700"/>
                </a:lnTo>
                <a:lnTo>
                  <a:pt x="0" y="266700"/>
                </a:lnTo>
                <a:close/>
                <a:moveTo>
                  <a:pt x="38100" y="266700"/>
                </a:moveTo>
                <a:lnTo>
                  <a:pt x="47625" y="266700"/>
                </a:lnTo>
                <a:lnTo>
                  <a:pt x="47625" y="295275"/>
                </a:lnTo>
                <a:lnTo>
                  <a:pt x="38100" y="295275"/>
                </a:lnTo>
                <a:close/>
                <a:moveTo>
                  <a:pt x="571500" y="266700"/>
                </a:moveTo>
                <a:lnTo>
                  <a:pt x="581025" y="266700"/>
                </a:lnTo>
                <a:lnTo>
                  <a:pt x="581025" y="276225"/>
                </a:lnTo>
                <a:lnTo>
                  <a:pt x="571500" y="276225"/>
                </a:lnTo>
                <a:close/>
                <a:moveTo>
                  <a:pt x="752475" y="266700"/>
                </a:moveTo>
                <a:lnTo>
                  <a:pt x="762000" y="266700"/>
                </a:lnTo>
                <a:lnTo>
                  <a:pt x="762000" y="276225"/>
                </a:lnTo>
                <a:lnTo>
                  <a:pt x="752475" y="276225"/>
                </a:lnTo>
                <a:close/>
                <a:moveTo>
                  <a:pt x="561975" y="276225"/>
                </a:moveTo>
                <a:lnTo>
                  <a:pt x="571500" y="276225"/>
                </a:lnTo>
                <a:lnTo>
                  <a:pt x="571500" y="285750"/>
                </a:lnTo>
                <a:lnTo>
                  <a:pt x="561975" y="285750"/>
                </a:lnTo>
                <a:close/>
                <a:moveTo>
                  <a:pt x="581025" y="276225"/>
                </a:moveTo>
                <a:lnTo>
                  <a:pt x="590550" y="276225"/>
                </a:lnTo>
                <a:lnTo>
                  <a:pt x="590550" y="285750"/>
                </a:lnTo>
                <a:lnTo>
                  <a:pt x="581025" y="285750"/>
                </a:lnTo>
                <a:close/>
                <a:moveTo>
                  <a:pt x="647700" y="276225"/>
                </a:moveTo>
                <a:lnTo>
                  <a:pt x="657225" y="276225"/>
                </a:lnTo>
                <a:lnTo>
                  <a:pt x="657225" y="285750"/>
                </a:lnTo>
                <a:lnTo>
                  <a:pt x="647700" y="285750"/>
                </a:lnTo>
                <a:close/>
                <a:moveTo>
                  <a:pt x="1057275" y="276225"/>
                </a:moveTo>
                <a:lnTo>
                  <a:pt x="1066800" y="276225"/>
                </a:lnTo>
                <a:lnTo>
                  <a:pt x="1066800" y="314325"/>
                </a:lnTo>
                <a:lnTo>
                  <a:pt x="1047750" y="314325"/>
                </a:lnTo>
                <a:lnTo>
                  <a:pt x="1047750" y="295275"/>
                </a:lnTo>
                <a:lnTo>
                  <a:pt x="1057275" y="295275"/>
                </a:lnTo>
                <a:close/>
                <a:moveTo>
                  <a:pt x="476250" y="285750"/>
                </a:moveTo>
                <a:lnTo>
                  <a:pt x="485775" y="285750"/>
                </a:lnTo>
                <a:lnTo>
                  <a:pt x="485775" y="295275"/>
                </a:lnTo>
                <a:lnTo>
                  <a:pt x="476250" y="295275"/>
                </a:lnTo>
                <a:close/>
                <a:moveTo>
                  <a:pt x="552450" y="285750"/>
                </a:moveTo>
                <a:lnTo>
                  <a:pt x="561975" y="285750"/>
                </a:lnTo>
                <a:lnTo>
                  <a:pt x="561975" y="295275"/>
                </a:lnTo>
                <a:lnTo>
                  <a:pt x="552450" y="295275"/>
                </a:lnTo>
                <a:close/>
                <a:moveTo>
                  <a:pt x="933450" y="285750"/>
                </a:moveTo>
                <a:lnTo>
                  <a:pt x="942975" y="285750"/>
                </a:lnTo>
                <a:lnTo>
                  <a:pt x="942975" y="295275"/>
                </a:lnTo>
                <a:lnTo>
                  <a:pt x="952500" y="295275"/>
                </a:lnTo>
                <a:lnTo>
                  <a:pt x="952500" y="314325"/>
                </a:lnTo>
                <a:lnTo>
                  <a:pt x="923925" y="314325"/>
                </a:lnTo>
                <a:lnTo>
                  <a:pt x="923925" y="295275"/>
                </a:lnTo>
                <a:lnTo>
                  <a:pt x="933450" y="295275"/>
                </a:lnTo>
                <a:close/>
                <a:moveTo>
                  <a:pt x="990600" y="285750"/>
                </a:moveTo>
                <a:lnTo>
                  <a:pt x="1009650" y="285750"/>
                </a:lnTo>
                <a:lnTo>
                  <a:pt x="1009650" y="295275"/>
                </a:lnTo>
                <a:lnTo>
                  <a:pt x="990600" y="295275"/>
                </a:lnTo>
                <a:close/>
                <a:moveTo>
                  <a:pt x="1171575" y="285750"/>
                </a:moveTo>
                <a:lnTo>
                  <a:pt x="1181100" y="285750"/>
                </a:lnTo>
                <a:lnTo>
                  <a:pt x="1181100" y="304800"/>
                </a:lnTo>
                <a:lnTo>
                  <a:pt x="1162050" y="304800"/>
                </a:lnTo>
                <a:lnTo>
                  <a:pt x="1162050" y="295275"/>
                </a:lnTo>
                <a:lnTo>
                  <a:pt x="1171575" y="295275"/>
                </a:lnTo>
                <a:close/>
                <a:moveTo>
                  <a:pt x="485775" y="295275"/>
                </a:moveTo>
                <a:lnTo>
                  <a:pt x="495300" y="295275"/>
                </a:lnTo>
                <a:lnTo>
                  <a:pt x="495300" y="304800"/>
                </a:lnTo>
                <a:lnTo>
                  <a:pt x="504825" y="304800"/>
                </a:lnTo>
                <a:lnTo>
                  <a:pt x="504825" y="314325"/>
                </a:lnTo>
                <a:lnTo>
                  <a:pt x="485775" y="314325"/>
                </a:lnTo>
                <a:close/>
                <a:moveTo>
                  <a:pt x="542925" y="295275"/>
                </a:moveTo>
                <a:lnTo>
                  <a:pt x="552450" y="295275"/>
                </a:lnTo>
                <a:lnTo>
                  <a:pt x="552450" y="314325"/>
                </a:lnTo>
                <a:lnTo>
                  <a:pt x="533400" y="314325"/>
                </a:lnTo>
                <a:lnTo>
                  <a:pt x="533400" y="304800"/>
                </a:lnTo>
                <a:lnTo>
                  <a:pt x="542925" y="304800"/>
                </a:lnTo>
                <a:close/>
                <a:moveTo>
                  <a:pt x="971550" y="295275"/>
                </a:moveTo>
                <a:lnTo>
                  <a:pt x="990600" y="295275"/>
                </a:lnTo>
                <a:lnTo>
                  <a:pt x="990600" y="352425"/>
                </a:lnTo>
                <a:lnTo>
                  <a:pt x="1009650" y="352425"/>
                </a:lnTo>
                <a:lnTo>
                  <a:pt x="1009650" y="361950"/>
                </a:lnTo>
                <a:lnTo>
                  <a:pt x="1000125" y="361950"/>
                </a:lnTo>
                <a:lnTo>
                  <a:pt x="1000125" y="371475"/>
                </a:lnTo>
                <a:lnTo>
                  <a:pt x="990600" y="371475"/>
                </a:lnTo>
                <a:lnTo>
                  <a:pt x="990600" y="381000"/>
                </a:lnTo>
                <a:lnTo>
                  <a:pt x="981075" y="381000"/>
                </a:lnTo>
                <a:lnTo>
                  <a:pt x="981075" y="371475"/>
                </a:lnTo>
                <a:lnTo>
                  <a:pt x="971550" y="371475"/>
                </a:lnTo>
                <a:lnTo>
                  <a:pt x="971550" y="333375"/>
                </a:lnTo>
                <a:lnTo>
                  <a:pt x="981075" y="333375"/>
                </a:lnTo>
                <a:lnTo>
                  <a:pt x="981075" y="323850"/>
                </a:lnTo>
                <a:lnTo>
                  <a:pt x="971550" y="323850"/>
                </a:lnTo>
                <a:close/>
                <a:moveTo>
                  <a:pt x="428625" y="304800"/>
                </a:moveTo>
                <a:lnTo>
                  <a:pt x="438150" y="304800"/>
                </a:lnTo>
                <a:lnTo>
                  <a:pt x="438150" y="314325"/>
                </a:lnTo>
                <a:lnTo>
                  <a:pt x="428625" y="314325"/>
                </a:lnTo>
                <a:close/>
                <a:moveTo>
                  <a:pt x="600075" y="314325"/>
                </a:moveTo>
                <a:lnTo>
                  <a:pt x="609600" y="314325"/>
                </a:lnTo>
                <a:lnTo>
                  <a:pt x="609600" y="333375"/>
                </a:lnTo>
                <a:lnTo>
                  <a:pt x="600075" y="333375"/>
                </a:lnTo>
                <a:lnTo>
                  <a:pt x="600075" y="342900"/>
                </a:lnTo>
                <a:lnTo>
                  <a:pt x="581025" y="342900"/>
                </a:lnTo>
                <a:lnTo>
                  <a:pt x="581025" y="333375"/>
                </a:lnTo>
                <a:lnTo>
                  <a:pt x="590550" y="333375"/>
                </a:lnTo>
                <a:lnTo>
                  <a:pt x="590550" y="323850"/>
                </a:lnTo>
                <a:lnTo>
                  <a:pt x="600075" y="323850"/>
                </a:lnTo>
                <a:close/>
                <a:moveTo>
                  <a:pt x="657225" y="333375"/>
                </a:moveTo>
                <a:lnTo>
                  <a:pt x="676275" y="333375"/>
                </a:lnTo>
                <a:lnTo>
                  <a:pt x="676275" y="342900"/>
                </a:lnTo>
                <a:lnTo>
                  <a:pt x="657225" y="342900"/>
                </a:lnTo>
                <a:close/>
                <a:moveTo>
                  <a:pt x="1076325" y="333375"/>
                </a:moveTo>
                <a:lnTo>
                  <a:pt x="1085850" y="333375"/>
                </a:lnTo>
                <a:lnTo>
                  <a:pt x="1085850" y="342900"/>
                </a:lnTo>
                <a:lnTo>
                  <a:pt x="1076325" y="342900"/>
                </a:lnTo>
                <a:close/>
                <a:moveTo>
                  <a:pt x="1123950" y="333375"/>
                </a:moveTo>
                <a:lnTo>
                  <a:pt x="1143000" y="333375"/>
                </a:lnTo>
                <a:lnTo>
                  <a:pt x="1143000" y="352425"/>
                </a:lnTo>
                <a:lnTo>
                  <a:pt x="1133475" y="352425"/>
                </a:lnTo>
                <a:lnTo>
                  <a:pt x="1133475" y="342900"/>
                </a:lnTo>
                <a:lnTo>
                  <a:pt x="1123950" y="342900"/>
                </a:lnTo>
                <a:close/>
                <a:moveTo>
                  <a:pt x="1200150" y="333375"/>
                </a:moveTo>
                <a:lnTo>
                  <a:pt x="1209675" y="333375"/>
                </a:lnTo>
                <a:lnTo>
                  <a:pt x="1209675" y="352425"/>
                </a:lnTo>
                <a:lnTo>
                  <a:pt x="1200150" y="352425"/>
                </a:lnTo>
                <a:close/>
                <a:moveTo>
                  <a:pt x="600075" y="342900"/>
                </a:moveTo>
                <a:lnTo>
                  <a:pt x="609600" y="342900"/>
                </a:lnTo>
                <a:lnTo>
                  <a:pt x="609600" y="352425"/>
                </a:lnTo>
                <a:lnTo>
                  <a:pt x="600075" y="352425"/>
                </a:lnTo>
                <a:close/>
                <a:moveTo>
                  <a:pt x="19050" y="352425"/>
                </a:moveTo>
                <a:lnTo>
                  <a:pt x="28575" y="352425"/>
                </a:lnTo>
                <a:lnTo>
                  <a:pt x="28575" y="371475"/>
                </a:lnTo>
                <a:lnTo>
                  <a:pt x="19050" y="371475"/>
                </a:lnTo>
                <a:close/>
                <a:moveTo>
                  <a:pt x="38100" y="352425"/>
                </a:moveTo>
                <a:lnTo>
                  <a:pt x="47625" y="352425"/>
                </a:lnTo>
                <a:lnTo>
                  <a:pt x="47625" y="381000"/>
                </a:lnTo>
                <a:lnTo>
                  <a:pt x="38100" y="381000"/>
                </a:lnTo>
                <a:close/>
                <a:moveTo>
                  <a:pt x="1047750" y="361950"/>
                </a:moveTo>
                <a:lnTo>
                  <a:pt x="1066800" y="361950"/>
                </a:lnTo>
                <a:lnTo>
                  <a:pt x="1066800" y="371475"/>
                </a:lnTo>
                <a:lnTo>
                  <a:pt x="1057275" y="371475"/>
                </a:lnTo>
                <a:lnTo>
                  <a:pt x="1057275" y="381000"/>
                </a:lnTo>
                <a:lnTo>
                  <a:pt x="1066800" y="381000"/>
                </a:lnTo>
                <a:lnTo>
                  <a:pt x="1066800" y="371475"/>
                </a:lnTo>
                <a:lnTo>
                  <a:pt x="1076325" y="371475"/>
                </a:lnTo>
                <a:lnTo>
                  <a:pt x="1076325" y="381000"/>
                </a:lnTo>
                <a:lnTo>
                  <a:pt x="1095375" y="381000"/>
                </a:lnTo>
                <a:lnTo>
                  <a:pt x="1095375" y="371475"/>
                </a:lnTo>
                <a:lnTo>
                  <a:pt x="1123950" y="371475"/>
                </a:lnTo>
                <a:lnTo>
                  <a:pt x="1123950" y="390525"/>
                </a:lnTo>
                <a:lnTo>
                  <a:pt x="1104900" y="390525"/>
                </a:lnTo>
                <a:lnTo>
                  <a:pt x="1104900" y="409575"/>
                </a:lnTo>
                <a:lnTo>
                  <a:pt x="1095375" y="409575"/>
                </a:lnTo>
                <a:lnTo>
                  <a:pt x="1095375" y="400050"/>
                </a:lnTo>
                <a:lnTo>
                  <a:pt x="1085850" y="400050"/>
                </a:lnTo>
                <a:lnTo>
                  <a:pt x="1085850" y="390525"/>
                </a:lnTo>
                <a:lnTo>
                  <a:pt x="1076325" y="390525"/>
                </a:lnTo>
                <a:lnTo>
                  <a:pt x="1076325" y="409575"/>
                </a:lnTo>
                <a:lnTo>
                  <a:pt x="1085850" y="409575"/>
                </a:lnTo>
                <a:lnTo>
                  <a:pt x="1085850" y="428625"/>
                </a:lnTo>
                <a:lnTo>
                  <a:pt x="1076325" y="428625"/>
                </a:lnTo>
                <a:lnTo>
                  <a:pt x="1076325" y="457200"/>
                </a:lnTo>
                <a:lnTo>
                  <a:pt x="1057275" y="457200"/>
                </a:lnTo>
                <a:lnTo>
                  <a:pt x="1057275" y="438150"/>
                </a:lnTo>
                <a:lnTo>
                  <a:pt x="1047750" y="438150"/>
                </a:lnTo>
                <a:lnTo>
                  <a:pt x="1047750" y="428625"/>
                </a:lnTo>
                <a:lnTo>
                  <a:pt x="1038225" y="428625"/>
                </a:lnTo>
                <a:lnTo>
                  <a:pt x="1038225" y="438150"/>
                </a:lnTo>
                <a:lnTo>
                  <a:pt x="981075" y="438150"/>
                </a:lnTo>
                <a:lnTo>
                  <a:pt x="981075" y="447675"/>
                </a:lnTo>
                <a:lnTo>
                  <a:pt x="962025" y="447675"/>
                </a:lnTo>
                <a:lnTo>
                  <a:pt x="962025" y="457200"/>
                </a:lnTo>
                <a:lnTo>
                  <a:pt x="933450" y="457200"/>
                </a:lnTo>
                <a:lnTo>
                  <a:pt x="933450" y="447675"/>
                </a:lnTo>
                <a:lnTo>
                  <a:pt x="952500" y="447675"/>
                </a:lnTo>
                <a:lnTo>
                  <a:pt x="952500" y="428625"/>
                </a:lnTo>
                <a:lnTo>
                  <a:pt x="1000125" y="428625"/>
                </a:lnTo>
                <a:lnTo>
                  <a:pt x="1000125" y="419100"/>
                </a:lnTo>
                <a:lnTo>
                  <a:pt x="1019175" y="419100"/>
                </a:lnTo>
                <a:lnTo>
                  <a:pt x="1019175" y="428625"/>
                </a:lnTo>
                <a:lnTo>
                  <a:pt x="1028700" y="428625"/>
                </a:lnTo>
                <a:lnTo>
                  <a:pt x="1028700" y="419100"/>
                </a:lnTo>
                <a:lnTo>
                  <a:pt x="1057275" y="419100"/>
                </a:lnTo>
                <a:lnTo>
                  <a:pt x="1057275" y="400050"/>
                </a:lnTo>
                <a:lnTo>
                  <a:pt x="1047750" y="400050"/>
                </a:lnTo>
                <a:close/>
                <a:moveTo>
                  <a:pt x="123825" y="371475"/>
                </a:moveTo>
                <a:lnTo>
                  <a:pt x="133350" y="371475"/>
                </a:lnTo>
                <a:lnTo>
                  <a:pt x="133350" y="381000"/>
                </a:lnTo>
                <a:lnTo>
                  <a:pt x="123825" y="381000"/>
                </a:lnTo>
                <a:close/>
                <a:moveTo>
                  <a:pt x="133350" y="381000"/>
                </a:moveTo>
                <a:lnTo>
                  <a:pt x="142875" y="381000"/>
                </a:lnTo>
                <a:lnTo>
                  <a:pt x="142875" y="390525"/>
                </a:lnTo>
                <a:lnTo>
                  <a:pt x="133350" y="390525"/>
                </a:lnTo>
                <a:close/>
                <a:moveTo>
                  <a:pt x="266700" y="381000"/>
                </a:moveTo>
                <a:lnTo>
                  <a:pt x="295275" y="381000"/>
                </a:lnTo>
                <a:lnTo>
                  <a:pt x="295275" y="400050"/>
                </a:lnTo>
                <a:lnTo>
                  <a:pt x="285750" y="400050"/>
                </a:lnTo>
                <a:lnTo>
                  <a:pt x="285750" y="390525"/>
                </a:lnTo>
                <a:lnTo>
                  <a:pt x="266700" y="390525"/>
                </a:lnTo>
                <a:close/>
                <a:moveTo>
                  <a:pt x="257175" y="390525"/>
                </a:moveTo>
                <a:lnTo>
                  <a:pt x="266700" y="390525"/>
                </a:lnTo>
                <a:lnTo>
                  <a:pt x="266700" y="400050"/>
                </a:lnTo>
                <a:lnTo>
                  <a:pt x="257175" y="400050"/>
                </a:lnTo>
                <a:close/>
                <a:moveTo>
                  <a:pt x="0" y="400050"/>
                </a:moveTo>
                <a:lnTo>
                  <a:pt x="28575" y="400050"/>
                </a:lnTo>
                <a:lnTo>
                  <a:pt x="28575" y="419100"/>
                </a:lnTo>
                <a:lnTo>
                  <a:pt x="19050" y="419100"/>
                </a:lnTo>
                <a:lnTo>
                  <a:pt x="19050" y="409575"/>
                </a:lnTo>
                <a:lnTo>
                  <a:pt x="0" y="409575"/>
                </a:lnTo>
                <a:close/>
                <a:moveTo>
                  <a:pt x="171450" y="400050"/>
                </a:moveTo>
                <a:lnTo>
                  <a:pt x="180975" y="400050"/>
                </a:lnTo>
                <a:lnTo>
                  <a:pt x="180975" y="409575"/>
                </a:lnTo>
                <a:lnTo>
                  <a:pt x="171450" y="409575"/>
                </a:lnTo>
                <a:close/>
                <a:moveTo>
                  <a:pt x="38100" y="409575"/>
                </a:moveTo>
                <a:lnTo>
                  <a:pt x="47625" y="409575"/>
                </a:lnTo>
                <a:lnTo>
                  <a:pt x="47625" y="419100"/>
                </a:lnTo>
                <a:lnTo>
                  <a:pt x="38100" y="419100"/>
                </a:lnTo>
                <a:close/>
                <a:moveTo>
                  <a:pt x="257175" y="409575"/>
                </a:moveTo>
                <a:lnTo>
                  <a:pt x="266700" y="409575"/>
                </a:lnTo>
                <a:lnTo>
                  <a:pt x="266700" y="419100"/>
                </a:lnTo>
                <a:lnTo>
                  <a:pt x="276225" y="419100"/>
                </a:lnTo>
                <a:lnTo>
                  <a:pt x="276225" y="428625"/>
                </a:lnTo>
                <a:lnTo>
                  <a:pt x="257175" y="428625"/>
                </a:lnTo>
                <a:close/>
                <a:moveTo>
                  <a:pt x="304800" y="409575"/>
                </a:moveTo>
                <a:lnTo>
                  <a:pt x="323850" y="409575"/>
                </a:lnTo>
                <a:lnTo>
                  <a:pt x="323850" y="419100"/>
                </a:lnTo>
                <a:lnTo>
                  <a:pt x="304800" y="419100"/>
                </a:lnTo>
                <a:close/>
                <a:moveTo>
                  <a:pt x="1162050" y="409575"/>
                </a:moveTo>
                <a:lnTo>
                  <a:pt x="1181100" y="409575"/>
                </a:lnTo>
                <a:lnTo>
                  <a:pt x="1181100" y="419100"/>
                </a:lnTo>
                <a:lnTo>
                  <a:pt x="1190625" y="419100"/>
                </a:lnTo>
                <a:lnTo>
                  <a:pt x="1190625" y="428625"/>
                </a:lnTo>
                <a:lnTo>
                  <a:pt x="1171575" y="428625"/>
                </a:lnTo>
                <a:lnTo>
                  <a:pt x="1171575" y="438150"/>
                </a:lnTo>
                <a:lnTo>
                  <a:pt x="1162050" y="438150"/>
                </a:lnTo>
                <a:close/>
                <a:moveTo>
                  <a:pt x="28575" y="419100"/>
                </a:moveTo>
                <a:lnTo>
                  <a:pt x="38100" y="419100"/>
                </a:lnTo>
                <a:lnTo>
                  <a:pt x="38100" y="428625"/>
                </a:lnTo>
                <a:lnTo>
                  <a:pt x="28575" y="428625"/>
                </a:lnTo>
                <a:close/>
                <a:moveTo>
                  <a:pt x="95250" y="428625"/>
                </a:moveTo>
                <a:lnTo>
                  <a:pt x="123825" y="428625"/>
                </a:lnTo>
                <a:lnTo>
                  <a:pt x="123825" y="438150"/>
                </a:lnTo>
                <a:lnTo>
                  <a:pt x="95250" y="438150"/>
                </a:lnTo>
                <a:close/>
                <a:moveTo>
                  <a:pt x="85725" y="438150"/>
                </a:moveTo>
                <a:lnTo>
                  <a:pt x="95250" y="438150"/>
                </a:lnTo>
                <a:lnTo>
                  <a:pt x="95250" y="447675"/>
                </a:lnTo>
                <a:lnTo>
                  <a:pt x="85725" y="447675"/>
                </a:lnTo>
                <a:close/>
                <a:moveTo>
                  <a:pt x="123825" y="438150"/>
                </a:moveTo>
                <a:lnTo>
                  <a:pt x="133350" y="438150"/>
                </a:lnTo>
                <a:lnTo>
                  <a:pt x="133350" y="447675"/>
                </a:lnTo>
                <a:lnTo>
                  <a:pt x="123825" y="447675"/>
                </a:lnTo>
                <a:close/>
                <a:moveTo>
                  <a:pt x="895350" y="438150"/>
                </a:moveTo>
                <a:lnTo>
                  <a:pt x="904875" y="438150"/>
                </a:lnTo>
                <a:lnTo>
                  <a:pt x="904875" y="447675"/>
                </a:lnTo>
                <a:lnTo>
                  <a:pt x="895350" y="447675"/>
                </a:lnTo>
                <a:close/>
                <a:moveTo>
                  <a:pt x="142875" y="447675"/>
                </a:moveTo>
                <a:lnTo>
                  <a:pt x="171450" y="447675"/>
                </a:lnTo>
                <a:lnTo>
                  <a:pt x="171450" y="457200"/>
                </a:lnTo>
                <a:lnTo>
                  <a:pt x="142875" y="457200"/>
                </a:lnTo>
                <a:close/>
                <a:moveTo>
                  <a:pt x="1038225" y="447675"/>
                </a:moveTo>
                <a:lnTo>
                  <a:pt x="1047750" y="447675"/>
                </a:lnTo>
                <a:lnTo>
                  <a:pt x="1047750" y="457200"/>
                </a:lnTo>
                <a:lnTo>
                  <a:pt x="1057275" y="457200"/>
                </a:lnTo>
                <a:lnTo>
                  <a:pt x="1057275" y="466725"/>
                </a:lnTo>
                <a:lnTo>
                  <a:pt x="1047750" y="466725"/>
                </a:lnTo>
                <a:lnTo>
                  <a:pt x="1047750" y="476250"/>
                </a:lnTo>
                <a:lnTo>
                  <a:pt x="1057275" y="476250"/>
                </a:lnTo>
                <a:lnTo>
                  <a:pt x="1057275" y="495300"/>
                </a:lnTo>
                <a:lnTo>
                  <a:pt x="1066800" y="495300"/>
                </a:lnTo>
                <a:lnTo>
                  <a:pt x="1066800" y="504825"/>
                </a:lnTo>
                <a:lnTo>
                  <a:pt x="1047750" y="504825"/>
                </a:lnTo>
                <a:lnTo>
                  <a:pt x="1047750" y="485775"/>
                </a:lnTo>
                <a:lnTo>
                  <a:pt x="1028700" y="485775"/>
                </a:lnTo>
                <a:lnTo>
                  <a:pt x="1028700" y="495300"/>
                </a:lnTo>
                <a:lnTo>
                  <a:pt x="1019175" y="495300"/>
                </a:lnTo>
                <a:lnTo>
                  <a:pt x="1019175" y="504825"/>
                </a:lnTo>
                <a:lnTo>
                  <a:pt x="1009650" y="504825"/>
                </a:lnTo>
                <a:lnTo>
                  <a:pt x="1009650" y="514350"/>
                </a:lnTo>
                <a:lnTo>
                  <a:pt x="1019175" y="514350"/>
                </a:lnTo>
                <a:lnTo>
                  <a:pt x="1019175" y="523875"/>
                </a:lnTo>
                <a:lnTo>
                  <a:pt x="1009650" y="523875"/>
                </a:lnTo>
                <a:lnTo>
                  <a:pt x="1009650" y="533400"/>
                </a:lnTo>
                <a:lnTo>
                  <a:pt x="990600" y="533400"/>
                </a:lnTo>
                <a:lnTo>
                  <a:pt x="990600" y="542925"/>
                </a:lnTo>
                <a:lnTo>
                  <a:pt x="971550" y="542925"/>
                </a:lnTo>
                <a:lnTo>
                  <a:pt x="971550" y="533400"/>
                </a:lnTo>
                <a:lnTo>
                  <a:pt x="981075" y="533400"/>
                </a:lnTo>
                <a:lnTo>
                  <a:pt x="981075" y="523875"/>
                </a:lnTo>
                <a:lnTo>
                  <a:pt x="990600" y="523875"/>
                </a:lnTo>
                <a:lnTo>
                  <a:pt x="990600" y="485775"/>
                </a:lnTo>
                <a:lnTo>
                  <a:pt x="981075" y="485775"/>
                </a:lnTo>
                <a:lnTo>
                  <a:pt x="981075" y="476250"/>
                </a:lnTo>
                <a:lnTo>
                  <a:pt x="971550" y="476250"/>
                </a:lnTo>
                <a:lnTo>
                  <a:pt x="971550" y="466725"/>
                </a:lnTo>
                <a:lnTo>
                  <a:pt x="981075" y="466725"/>
                </a:lnTo>
                <a:lnTo>
                  <a:pt x="981075" y="457200"/>
                </a:lnTo>
                <a:lnTo>
                  <a:pt x="1009650" y="457200"/>
                </a:lnTo>
                <a:lnTo>
                  <a:pt x="1009650" y="476250"/>
                </a:lnTo>
                <a:lnTo>
                  <a:pt x="1038225" y="476250"/>
                </a:lnTo>
                <a:close/>
                <a:moveTo>
                  <a:pt x="1133475" y="447675"/>
                </a:moveTo>
                <a:lnTo>
                  <a:pt x="1152525" y="447675"/>
                </a:lnTo>
                <a:lnTo>
                  <a:pt x="1152525" y="476250"/>
                </a:lnTo>
                <a:lnTo>
                  <a:pt x="1143000" y="476250"/>
                </a:lnTo>
                <a:lnTo>
                  <a:pt x="1143000" y="457200"/>
                </a:lnTo>
                <a:lnTo>
                  <a:pt x="1133475" y="457200"/>
                </a:lnTo>
                <a:close/>
                <a:moveTo>
                  <a:pt x="180975" y="457200"/>
                </a:moveTo>
                <a:lnTo>
                  <a:pt x="219075" y="457200"/>
                </a:lnTo>
                <a:lnTo>
                  <a:pt x="219075" y="466725"/>
                </a:lnTo>
                <a:lnTo>
                  <a:pt x="180975" y="466725"/>
                </a:lnTo>
                <a:close/>
                <a:moveTo>
                  <a:pt x="1085850" y="457200"/>
                </a:moveTo>
                <a:lnTo>
                  <a:pt x="1095375" y="457200"/>
                </a:lnTo>
                <a:lnTo>
                  <a:pt x="1095375" y="466725"/>
                </a:lnTo>
                <a:lnTo>
                  <a:pt x="1085850" y="466725"/>
                </a:lnTo>
                <a:close/>
                <a:moveTo>
                  <a:pt x="1162050" y="457200"/>
                </a:moveTo>
                <a:lnTo>
                  <a:pt x="1171575" y="457200"/>
                </a:lnTo>
                <a:lnTo>
                  <a:pt x="1171575" y="466725"/>
                </a:lnTo>
                <a:lnTo>
                  <a:pt x="1162050" y="466725"/>
                </a:lnTo>
                <a:close/>
                <a:moveTo>
                  <a:pt x="171450" y="466725"/>
                </a:moveTo>
                <a:lnTo>
                  <a:pt x="180975" y="466725"/>
                </a:lnTo>
                <a:lnTo>
                  <a:pt x="180975" y="476250"/>
                </a:lnTo>
                <a:lnTo>
                  <a:pt x="171450" y="476250"/>
                </a:lnTo>
                <a:close/>
                <a:moveTo>
                  <a:pt x="981075" y="476250"/>
                </a:moveTo>
                <a:lnTo>
                  <a:pt x="990600" y="476250"/>
                </a:lnTo>
                <a:lnTo>
                  <a:pt x="990600" y="466725"/>
                </a:lnTo>
                <a:lnTo>
                  <a:pt x="981075" y="466725"/>
                </a:lnTo>
                <a:close/>
                <a:moveTo>
                  <a:pt x="1162050" y="476250"/>
                </a:moveTo>
                <a:lnTo>
                  <a:pt x="1171575" y="476250"/>
                </a:lnTo>
                <a:lnTo>
                  <a:pt x="1171575" y="485775"/>
                </a:lnTo>
                <a:lnTo>
                  <a:pt x="1162050" y="485775"/>
                </a:lnTo>
                <a:close/>
                <a:moveTo>
                  <a:pt x="1095375" y="485775"/>
                </a:moveTo>
                <a:lnTo>
                  <a:pt x="1114425" y="485775"/>
                </a:lnTo>
                <a:lnTo>
                  <a:pt x="1114425" y="495300"/>
                </a:lnTo>
                <a:lnTo>
                  <a:pt x="1123950" y="495300"/>
                </a:lnTo>
                <a:lnTo>
                  <a:pt x="1123950" y="504825"/>
                </a:lnTo>
                <a:lnTo>
                  <a:pt x="1095375" y="504825"/>
                </a:lnTo>
                <a:close/>
                <a:moveTo>
                  <a:pt x="0" y="504825"/>
                </a:moveTo>
                <a:lnTo>
                  <a:pt x="9525" y="504825"/>
                </a:lnTo>
                <a:lnTo>
                  <a:pt x="9525" y="523875"/>
                </a:lnTo>
                <a:lnTo>
                  <a:pt x="0" y="523875"/>
                </a:lnTo>
                <a:close/>
                <a:moveTo>
                  <a:pt x="638175" y="590550"/>
                </a:moveTo>
                <a:lnTo>
                  <a:pt x="647700" y="590550"/>
                </a:lnTo>
                <a:lnTo>
                  <a:pt x="647700" y="600075"/>
                </a:lnTo>
                <a:lnTo>
                  <a:pt x="638175" y="600075"/>
                </a:lnTo>
                <a:close/>
                <a:moveTo>
                  <a:pt x="1190625" y="600075"/>
                </a:moveTo>
                <a:lnTo>
                  <a:pt x="1200150" y="600075"/>
                </a:lnTo>
                <a:lnTo>
                  <a:pt x="1200150" y="609600"/>
                </a:lnTo>
                <a:lnTo>
                  <a:pt x="1190625" y="609600"/>
                </a:lnTo>
                <a:close/>
                <a:moveTo>
                  <a:pt x="638175" y="609600"/>
                </a:moveTo>
                <a:lnTo>
                  <a:pt x="647700" y="609600"/>
                </a:lnTo>
                <a:lnTo>
                  <a:pt x="647700" y="619125"/>
                </a:lnTo>
                <a:lnTo>
                  <a:pt x="638175" y="619125"/>
                </a:lnTo>
                <a:close/>
                <a:moveTo>
                  <a:pt x="1028700" y="609600"/>
                </a:moveTo>
                <a:lnTo>
                  <a:pt x="1038225" y="609600"/>
                </a:lnTo>
                <a:lnTo>
                  <a:pt x="1038225" y="619125"/>
                </a:lnTo>
                <a:lnTo>
                  <a:pt x="1047750" y="619125"/>
                </a:lnTo>
                <a:lnTo>
                  <a:pt x="1047750" y="628650"/>
                </a:lnTo>
                <a:lnTo>
                  <a:pt x="1028700" y="628650"/>
                </a:lnTo>
                <a:close/>
                <a:moveTo>
                  <a:pt x="990600" y="619125"/>
                </a:moveTo>
                <a:lnTo>
                  <a:pt x="1000125" y="619125"/>
                </a:lnTo>
                <a:lnTo>
                  <a:pt x="1000125" y="628650"/>
                </a:lnTo>
                <a:lnTo>
                  <a:pt x="990600" y="628650"/>
                </a:lnTo>
                <a:close/>
                <a:moveTo>
                  <a:pt x="1104900" y="619125"/>
                </a:moveTo>
                <a:lnTo>
                  <a:pt x="1114425" y="619125"/>
                </a:lnTo>
                <a:lnTo>
                  <a:pt x="1114425" y="628650"/>
                </a:lnTo>
                <a:lnTo>
                  <a:pt x="1104900" y="628650"/>
                </a:lnTo>
                <a:close/>
                <a:moveTo>
                  <a:pt x="28575" y="628650"/>
                </a:moveTo>
                <a:lnTo>
                  <a:pt x="38100" y="628650"/>
                </a:lnTo>
                <a:lnTo>
                  <a:pt x="38100" y="647700"/>
                </a:lnTo>
                <a:lnTo>
                  <a:pt x="47625" y="647700"/>
                </a:lnTo>
                <a:lnTo>
                  <a:pt x="47625" y="666750"/>
                </a:lnTo>
                <a:lnTo>
                  <a:pt x="57150" y="666750"/>
                </a:lnTo>
                <a:lnTo>
                  <a:pt x="57150" y="695325"/>
                </a:lnTo>
                <a:lnTo>
                  <a:pt x="38100" y="695325"/>
                </a:lnTo>
                <a:lnTo>
                  <a:pt x="38100" y="676275"/>
                </a:lnTo>
                <a:lnTo>
                  <a:pt x="19050" y="676275"/>
                </a:lnTo>
                <a:lnTo>
                  <a:pt x="19050" y="666750"/>
                </a:lnTo>
                <a:lnTo>
                  <a:pt x="0" y="666750"/>
                </a:lnTo>
                <a:lnTo>
                  <a:pt x="0" y="638175"/>
                </a:lnTo>
                <a:lnTo>
                  <a:pt x="9525" y="638175"/>
                </a:lnTo>
                <a:lnTo>
                  <a:pt x="9525" y="647700"/>
                </a:lnTo>
                <a:lnTo>
                  <a:pt x="19050" y="647700"/>
                </a:lnTo>
                <a:lnTo>
                  <a:pt x="19050" y="638175"/>
                </a:lnTo>
                <a:lnTo>
                  <a:pt x="28575" y="638175"/>
                </a:lnTo>
                <a:close/>
                <a:moveTo>
                  <a:pt x="1114425" y="628650"/>
                </a:moveTo>
                <a:lnTo>
                  <a:pt x="1123950" y="628650"/>
                </a:lnTo>
                <a:lnTo>
                  <a:pt x="1123950" y="638175"/>
                </a:lnTo>
                <a:lnTo>
                  <a:pt x="1114425" y="638175"/>
                </a:lnTo>
                <a:close/>
                <a:moveTo>
                  <a:pt x="1171575" y="628650"/>
                </a:moveTo>
                <a:lnTo>
                  <a:pt x="1181100" y="628650"/>
                </a:lnTo>
                <a:lnTo>
                  <a:pt x="1181100" y="647700"/>
                </a:lnTo>
                <a:lnTo>
                  <a:pt x="1190625" y="647700"/>
                </a:lnTo>
                <a:lnTo>
                  <a:pt x="1190625" y="628650"/>
                </a:lnTo>
                <a:lnTo>
                  <a:pt x="1200150" y="628650"/>
                </a:lnTo>
                <a:lnTo>
                  <a:pt x="1200150" y="647700"/>
                </a:lnTo>
                <a:lnTo>
                  <a:pt x="1190625" y="647700"/>
                </a:lnTo>
                <a:lnTo>
                  <a:pt x="1190625" y="666750"/>
                </a:lnTo>
                <a:lnTo>
                  <a:pt x="1181100" y="666750"/>
                </a:lnTo>
                <a:lnTo>
                  <a:pt x="1181100" y="657225"/>
                </a:lnTo>
                <a:lnTo>
                  <a:pt x="1171575" y="657225"/>
                </a:lnTo>
                <a:close/>
                <a:moveTo>
                  <a:pt x="1123950" y="647700"/>
                </a:moveTo>
                <a:lnTo>
                  <a:pt x="1133475" y="647700"/>
                </a:lnTo>
                <a:lnTo>
                  <a:pt x="1133475" y="657225"/>
                </a:lnTo>
                <a:lnTo>
                  <a:pt x="1123950" y="657225"/>
                </a:lnTo>
                <a:close/>
                <a:moveTo>
                  <a:pt x="314325" y="657225"/>
                </a:moveTo>
                <a:lnTo>
                  <a:pt x="361950" y="657225"/>
                </a:lnTo>
                <a:lnTo>
                  <a:pt x="361950" y="666750"/>
                </a:lnTo>
                <a:lnTo>
                  <a:pt x="314325" y="666750"/>
                </a:lnTo>
                <a:close/>
                <a:moveTo>
                  <a:pt x="428625" y="657225"/>
                </a:moveTo>
                <a:lnTo>
                  <a:pt x="447675" y="657225"/>
                </a:lnTo>
                <a:lnTo>
                  <a:pt x="447675" y="666750"/>
                </a:lnTo>
                <a:lnTo>
                  <a:pt x="438150" y="666750"/>
                </a:lnTo>
                <a:lnTo>
                  <a:pt x="438150" y="676275"/>
                </a:lnTo>
                <a:lnTo>
                  <a:pt x="400050" y="676275"/>
                </a:lnTo>
                <a:lnTo>
                  <a:pt x="400050" y="695325"/>
                </a:lnTo>
                <a:lnTo>
                  <a:pt x="390525" y="695325"/>
                </a:lnTo>
                <a:lnTo>
                  <a:pt x="390525" y="676275"/>
                </a:lnTo>
                <a:lnTo>
                  <a:pt x="381000" y="676275"/>
                </a:lnTo>
                <a:lnTo>
                  <a:pt x="381000" y="666750"/>
                </a:lnTo>
                <a:lnTo>
                  <a:pt x="428625" y="666750"/>
                </a:lnTo>
                <a:close/>
                <a:moveTo>
                  <a:pt x="476250" y="657225"/>
                </a:moveTo>
                <a:lnTo>
                  <a:pt x="495300" y="657225"/>
                </a:lnTo>
                <a:lnTo>
                  <a:pt x="495300" y="666750"/>
                </a:lnTo>
                <a:lnTo>
                  <a:pt x="504825" y="666750"/>
                </a:lnTo>
                <a:lnTo>
                  <a:pt x="504825" y="685800"/>
                </a:lnTo>
                <a:lnTo>
                  <a:pt x="495300" y="685800"/>
                </a:lnTo>
                <a:lnTo>
                  <a:pt x="495300" y="676275"/>
                </a:lnTo>
                <a:lnTo>
                  <a:pt x="485775" y="676275"/>
                </a:lnTo>
                <a:lnTo>
                  <a:pt x="485775" y="666750"/>
                </a:lnTo>
                <a:lnTo>
                  <a:pt x="476250" y="666750"/>
                </a:lnTo>
                <a:close/>
                <a:moveTo>
                  <a:pt x="1057275" y="657225"/>
                </a:moveTo>
                <a:lnTo>
                  <a:pt x="1066800" y="657225"/>
                </a:lnTo>
                <a:lnTo>
                  <a:pt x="1066800" y="666750"/>
                </a:lnTo>
                <a:lnTo>
                  <a:pt x="1057275" y="666750"/>
                </a:lnTo>
                <a:close/>
                <a:moveTo>
                  <a:pt x="28575" y="666750"/>
                </a:moveTo>
                <a:lnTo>
                  <a:pt x="38100" y="666750"/>
                </a:lnTo>
                <a:lnTo>
                  <a:pt x="38100" y="657225"/>
                </a:lnTo>
                <a:lnTo>
                  <a:pt x="28575" y="657225"/>
                </a:lnTo>
                <a:close/>
                <a:moveTo>
                  <a:pt x="85725" y="666750"/>
                </a:moveTo>
                <a:lnTo>
                  <a:pt x="95250" y="666750"/>
                </a:lnTo>
                <a:lnTo>
                  <a:pt x="95250" y="676275"/>
                </a:lnTo>
                <a:lnTo>
                  <a:pt x="104775" y="676275"/>
                </a:lnTo>
                <a:lnTo>
                  <a:pt x="104775" y="714375"/>
                </a:lnTo>
                <a:lnTo>
                  <a:pt x="114300" y="714375"/>
                </a:lnTo>
                <a:lnTo>
                  <a:pt x="114300" y="723900"/>
                </a:lnTo>
                <a:lnTo>
                  <a:pt x="123825" y="723900"/>
                </a:lnTo>
                <a:lnTo>
                  <a:pt x="123825" y="752475"/>
                </a:lnTo>
                <a:lnTo>
                  <a:pt x="95250" y="752475"/>
                </a:lnTo>
                <a:lnTo>
                  <a:pt x="95250" y="714375"/>
                </a:lnTo>
                <a:lnTo>
                  <a:pt x="85725" y="714375"/>
                </a:lnTo>
                <a:lnTo>
                  <a:pt x="85725" y="704850"/>
                </a:lnTo>
                <a:lnTo>
                  <a:pt x="76200" y="704850"/>
                </a:lnTo>
                <a:lnTo>
                  <a:pt x="76200" y="695325"/>
                </a:lnTo>
                <a:lnTo>
                  <a:pt x="66675" y="695325"/>
                </a:lnTo>
                <a:lnTo>
                  <a:pt x="66675" y="685800"/>
                </a:lnTo>
                <a:lnTo>
                  <a:pt x="85725" y="685800"/>
                </a:lnTo>
                <a:close/>
                <a:moveTo>
                  <a:pt x="133350" y="666750"/>
                </a:moveTo>
                <a:lnTo>
                  <a:pt x="142875" y="666750"/>
                </a:lnTo>
                <a:lnTo>
                  <a:pt x="142875" y="676275"/>
                </a:lnTo>
                <a:lnTo>
                  <a:pt x="133350" y="676275"/>
                </a:lnTo>
                <a:close/>
                <a:moveTo>
                  <a:pt x="152400" y="666750"/>
                </a:moveTo>
                <a:lnTo>
                  <a:pt x="161925" y="666750"/>
                </a:lnTo>
                <a:lnTo>
                  <a:pt x="161925" y="676275"/>
                </a:lnTo>
                <a:lnTo>
                  <a:pt x="152400" y="676275"/>
                </a:lnTo>
                <a:close/>
                <a:moveTo>
                  <a:pt x="219075" y="666750"/>
                </a:moveTo>
                <a:lnTo>
                  <a:pt x="238125" y="666750"/>
                </a:lnTo>
                <a:lnTo>
                  <a:pt x="238125" y="676275"/>
                </a:lnTo>
                <a:lnTo>
                  <a:pt x="228600" y="676275"/>
                </a:lnTo>
                <a:lnTo>
                  <a:pt x="228600" y="685800"/>
                </a:lnTo>
                <a:lnTo>
                  <a:pt x="219075" y="685800"/>
                </a:lnTo>
                <a:lnTo>
                  <a:pt x="219075" y="704850"/>
                </a:lnTo>
                <a:lnTo>
                  <a:pt x="200025" y="704850"/>
                </a:lnTo>
                <a:lnTo>
                  <a:pt x="200025" y="695325"/>
                </a:lnTo>
                <a:lnTo>
                  <a:pt x="209550" y="695325"/>
                </a:lnTo>
                <a:lnTo>
                  <a:pt x="209550" y="676275"/>
                </a:lnTo>
                <a:lnTo>
                  <a:pt x="219075" y="676275"/>
                </a:lnTo>
                <a:close/>
                <a:moveTo>
                  <a:pt x="266700" y="666750"/>
                </a:moveTo>
                <a:lnTo>
                  <a:pt x="314325" y="666750"/>
                </a:lnTo>
                <a:lnTo>
                  <a:pt x="314325" y="676275"/>
                </a:lnTo>
                <a:lnTo>
                  <a:pt x="295275" y="676275"/>
                </a:lnTo>
                <a:lnTo>
                  <a:pt x="295275" y="685800"/>
                </a:lnTo>
                <a:lnTo>
                  <a:pt x="285750" y="685800"/>
                </a:lnTo>
                <a:lnTo>
                  <a:pt x="285750" y="676275"/>
                </a:lnTo>
                <a:lnTo>
                  <a:pt x="266700" y="676275"/>
                </a:lnTo>
                <a:close/>
                <a:moveTo>
                  <a:pt x="447675" y="666750"/>
                </a:moveTo>
                <a:lnTo>
                  <a:pt x="466725" y="666750"/>
                </a:lnTo>
                <a:lnTo>
                  <a:pt x="466725" y="676275"/>
                </a:lnTo>
                <a:lnTo>
                  <a:pt x="457200" y="676275"/>
                </a:lnTo>
                <a:lnTo>
                  <a:pt x="457200" y="685800"/>
                </a:lnTo>
                <a:lnTo>
                  <a:pt x="447675" y="685800"/>
                </a:lnTo>
                <a:close/>
                <a:moveTo>
                  <a:pt x="514350" y="666750"/>
                </a:moveTo>
                <a:lnTo>
                  <a:pt x="523875" y="666750"/>
                </a:lnTo>
                <a:lnTo>
                  <a:pt x="523875" y="676275"/>
                </a:lnTo>
                <a:lnTo>
                  <a:pt x="514350" y="676275"/>
                </a:lnTo>
                <a:close/>
                <a:moveTo>
                  <a:pt x="542925" y="666750"/>
                </a:moveTo>
                <a:lnTo>
                  <a:pt x="571500" y="666750"/>
                </a:lnTo>
                <a:lnTo>
                  <a:pt x="571500" y="676275"/>
                </a:lnTo>
                <a:lnTo>
                  <a:pt x="542925" y="676275"/>
                </a:lnTo>
                <a:close/>
                <a:moveTo>
                  <a:pt x="1057275" y="676275"/>
                </a:moveTo>
                <a:lnTo>
                  <a:pt x="1066800" y="676275"/>
                </a:lnTo>
                <a:lnTo>
                  <a:pt x="1066800" y="685800"/>
                </a:lnTo>
                <a:lnTo>
                  <a:pt x="1057275" y="685800"/>
                </a:lnTo>
                <a:close/>
                <a:moveTo>
                  <a:pt x="0" y="685800"/>
                </a:moveTo>
                <a:lnTo>
                  <a:pt x="9525" y="685800"/>
                </a:lnTo>
                <a:lnTo>
                  <a:pt x="9525" y="695325"/>
                </a:lnTo>
                <a:lnTo>
                  <a:pt x="19050" y="695325"/>
                </a:lnTo>
                <a:lnTo>
                  <a:pt x="19050" y="704850"/>
                </a:lnTo>
                <a:lnTo>
                  <a:pt x="28575" y="704850"/>
                </a:lnTo>
                <a:lnTo>
                  <a:pt x="28575" y="714375"/>
                </a:lnTo>
                <a:lnTo>
                  <a:pt x="9525" y="714375"/>
                </a:lnTo>
                <a:lnTo>
                  <a:pt x="9525" y="723900"/>
                </a:lnTo>
                <a:lnTo>
                  <a:pt x="0" y="723900"/>
                </a:lnTo>
                <a:close/>
                <a:moveTo>
                  <a:pt x="152400" y="685800"/>
                </a:moveTo>
                <a:lnTo>
                  <a:pt x="161925" y="685800"/>
                </a:lnTo>
                <a:lnTo>
                  <a:pt x="161925" y="695325"/>
                </a:lnTo>
                <a:lnTo>
                  <a:pt x="152400" y="695325"/>
                </a:lnTo>
                <a:close/>
                <a:moveTo>
                  <a:pt x="323850" y="685800"/>
                </a:moveTo>
                <a:lnTo>
                  <a:pt x="333375" y="685800"/>
                </a:lnTo>
                <a:lnTo>
                  <a:pt x="333375" y="695325"/>
                </a:lnTo>
                <a:lnTo>
                  <a:pt x="323850" y="695325"/>
                </a:lnTo>
                <a:close/>
                <a:moveTo>
                  <a:pt x="142875" y="695325"/>
                </a:moveTo>
                <a:lnTo>
                  <a:pt x="152400" y="695325"/>
                </a:lnTo>
                <a:lnTo>
                  <a:pt x="152400" y="704850"/>
                </a:lnTo>
                <a:lnTo>
                  <a:pt x="142875" y="704850"/>
                </a:lnTo>
                <a:close/>
                <a:moveTo>
                  <a:pt x="85725" y="704850"/>
                </a:moveTo>
                <a:lnTo>
                  <a:pt x="95250" y="704850"/>
                </a:lnTo>
                <a:lnTo>
                  <a:pt x="95250" y="695325"/>
                </a:lnTo>
                <a:lnTo>
                  <a:pt x="85725" y="695325"/>
                </a:lnTo>
                <a:close/>
                <a:moveTo>
                  <a:pt x="647700" y="704850"/>
                </a:moveTo>
                <a:lnTo>
                  <a:pt x="666750" y="704850"/>
                </a:lnTo>
                <a:lnTo>
                  <a:pt x="666750" y="723900"/>
                </a:lnTo>
                <a:lnTo>
                  <a:pt x="657225" y="723900"/>
                </a:lnTo>
                <a:lnTo>
                  <a:pt x="657225" y="714375"/>
                </a:lnTo>
                <a:lnTo>
                  <a:pt x="647700" y="714375"/>
                </a:lnTo>
                <a:close/>
                <a:moveTo>
                  <a:pt x="962025" y="704850"/>
                </a:moveTo>
                <a:lnTo>
                  <a:pt x="971550" y="704850"/>
                </a:lnTo>
                <a:lnTo>
                  <a:pt x="971550" y="714375"/>
                </a:lnTo>
                <a:lnTo>
                  <a:pt x="962025" y="714375"/>
                </a:lnTo>
                <a:close/>
                <a:moveTo>
                  <a:pt x="38100" y="714375"/>
                </a:moveTo>
                <a:lnTo>
                  <a:pt x="57150" y="714375"/>
                </a:lnTo>
                <a:lnTo>
                  <a:pt x="57150" y="733425"/>
                </a:lnTo>
                <a:lnTo>
                  <a:pt x="47625" y="733425"/>
                </a:lnTo>
                <a:lnTo>
                  <a:pt x="47625" y="742950"/>
                </a:lnTo>
                <a:lnTo>
                  <a:pt x="38100" y="742950"/>
                </a:lnTo>
                <a:lnTo>
                  <a:pt x="38100" y="752475"/>
                </a:lnTo>
                <a:lnTo>
                  <a:pt x="28575" y="752475"/>
                </a:lnTo>
                <a:lnTo>
                  <a:pt x="28575" y="762000"/>
                </a:lnTo>
                <a:lnTo>
                  <a:pt x="19050" y="762000"/>
                </a:lnTo>
                <a:lnTo>
                  <a:pt x="19050" y="742950"/>
                </a:lnTo>
                <a:lnTo>
                  <a:pt x="28575" y="742950"/>
                </a:lnTo>
                <a:lnTo>
                  <a:pt x="28575" y="733425"/>
                </a:lnTo>
                <a:lnTo>
                  <a:pt x="38100" y="733425"/>
                </a:lnTo>
                <a:close/>
                <a:moveTo>
                  <a:pt x="161925" y="714375"/>
                </a:moveTo>
                <a:lnTo>
                  <a:pt x="171450" y="714375"/>
                </a:lnTo>
                <a:lnTo>
                  <a:pt x="171450" y="723900"/>
                </a:lnTo>
                <a:lnTo>
                  <a:pt x="180975" y="723900"/>
                </a:lnTo>
                <a:lnTo>
                  <a:pt x="180975" y="733425"/>
                </a:lnTo>
                <a:lnTo>
                  <a:pt x="190500" y="733425"/>
                </a:lnTo>
                <a:lnTo>
                  <a:pt x="190500" y="742950"/>
                </a:lnTo>
                <a:lnTo>
                  <a:pt x="200025" y="742950"/>
                </a:lnTo>
                <a:lnTo>
                  <a:pt x="200025" y="733425"/>
                </a:lnTo>
                <a:lnTo>
                  <a:pt x="209550" y="733425"/>
                </a:lnTo>
                <a:lnTo>
                  <a:pt x="209550" y="742950"/>
                </a:lnTo>
                <a:lnTo>
                  <a:pt x="228600" y="742950"/>
                </a:lnTo>
                <a:lnTo>
                  <a:pt x="228600" y="752475"/>
                </a:lnTo>
                <a:lnTo>
                  <a:pt x="209550" y="752475"/>
                </a:lnTo>
                <a:lnTo>
                  <a:pt x="209550" y="762000"/>
                </a:lnTo>
                <a:lnTo>
                  <a:pt x="200025" y="762000"/>
                </a:lnTo>
                <a:lnTo>
                  <a:pt x="200025" y="771525"/>
                </a:lnTo>
                <a:lnTo>
                  <a:pt x="180975" y="771525"/>
                </a:lnTo>
                <a:lnTo>
                  <a:pt x="180975" y="790575"/>
                </a:lnTo>
                <a:lnTo>
                  <a:pt x="190500" y="790575"/>
                </a:lnTo>
                <a:lnTo>
                  <a:pt x="190500" y="800100"/>
                </a:lnTo>
                <a:lnTo>
                  <a:pt x="200025" y="800100"/>
                </a:lnTo>
                <a:lnTo>
                  <a:pt x="200025" y="809625"/>
                </a:lnTo>
                <a:lnTo>
                  <a:pt x="171450" y="809625"/>
                </a:lnTo>
                <a:lnTo>
                  <a:pt x="171450" y="790575"/>
                </a:lnTo>
                <a:lnTo>
                  <a:pt x="161925" y="790575"/>
                </a:lnTo>
                <a:close/>
                <a:moveTo>
                  <a:pt x="847725" y="714375"/>
                </a:moveTo>
                <a:lnTo>
                  <a:pt x="866775" y="714375"/>
                </a:lnTo>
                <a:lnTo>
                  <a:pt x="866775" y="723900"/>
                </a:lnTo>
                <a:lnTo>
                  <a:pt x="857250" y="723900"/>
                </a:lnTo>
                <a:lnTo>
                  <a:pt x="857250" y="752475"/>
                </a:lnTo>
                <a:lnTo>
                  <a:pt x="847725" y="752475"/>
                </a:lnTo>
                <a:close/>
                <a:moveTo>
                  <a:pt x="942975" y="714375"/>
                </a:moveTo>
                <a:lnTo>
                  <a:pt x="952500" y="714375"/>
                </a:lnTo>
                <a:lnTo>
                  <a:pt x="952500" y="733425"/>
                </a:lnTo>
                <a:lnTo>
                  <a:pt x="942975" y="733425"/>
                </a:lnTo>
                <a:close/>
                <a:moveTo>
                  <a:pt x="304800" y="723900"/>
                </a:moveTo>
                <a:lnTo>
                  <a:pt x="314325" y="723900"/>
                </a:lnTo>
                <a:lnTo>
                  <a:pt x="314325" y="733425"/>
                </a:lnTo>
                <a:lnTo>
                  <a:pt x="304800" y="733425"/>
                </a:lnTo>
                <a:close/>
                <a:moveTo>
                  <a:pt x="666750" y="723900"/>
                </a:moveTo>
                <a:lnTo>
                  <a:pt x="704850" y="723900"/>
                </a:lnTo>
                <a:lnTo>
                  <a:pt x="704850" y="733425"/>
                </a:lnTo>
                <a:lnTo>
                  <a:pt x="666750" y="733425"/>
                </a:lnTo>
                <a:close/>
                <a:moveTo>
                  <a:pt x="714375" y="723900"/>
                </a:moveTo>
                <a:lnTo>
                  <a:pt x="723900" y="723900"/>
                </a:lnTo>
                <a:lnTo>
                  <a:pt x="723900" y="733425"/>
                </a:lnTo>
                <a:lnTo>
                  <a:pt x="714375" y="733425"/>
                </a:lnTo>
                <a:close/>
                <a:moveTo>
                  <a:pt x="733425" y="723900"/>
                </a:moveTo>
                <a:lnTo>
                  <a:pt x="742950" y="723900"/>
                </a:lnTo>
                <a:lnTo>
                  <a:pt x="742950" y="733425"/>
                </a:lnTo>
                <a:lnTo>
                  <a:pt x="733425" y="733425"/>
                </a:lnTo>
                <a:close/>
                <a:moveTo>
                  <a:pt x="809625" y="723900"/>
                </a:moveTo>
                <a:lnTo>
                  <a:pt x="819150" y="723900"/>
                </a:lnTo>
                <a:lnTo>
                  <a:pt x="819150" y="733425"/>
                </a:lnTo>
                <a:lnTo>
                  <a:pt x="809625" y="733425"/>
                </a:lnTo>
                <a:close/>
                <a:moveTo>
                  <a:pt x="457200" y="733425"/>
                </a:moveTo>
                <a:lnTo>
                  <a:pt x="476250" y="733425"/>
                </a:lnTo>
                <a:lnTo>
                  <a:pt x="476250" y="752475"/>
                </a:lnTo>
                <a:lnTo>
                  <a:pt x="466725" y="752475"/>
                </a:lnTo>
                <a:lnTo>
                  <a:pt x="466725" y="742950"/>
                </a:lnTo>
                <a:lnTo>
                  <a:pt x="457200" y="742950"/>
                </a:lnTo>
                <a:close/>
                <a:moveTo>
                  <a:pt x="676275" y="742950"/>
                </a:moveTo>
                <a:lnTo>
                  <a:pt x="685800" y="742950"/>
                </a:lnTo>
                <a:lnTo>
                  <a:pt x="685800" y="762000"/>
                </a:lnTo>
                <a:lnTo>
                  <a:pt x="676275" y="762000"/>
                </a:lnTo>
                <a:close/>
                <a:moveTo>
                  <a:pt x="733425" y="742950"/>
                </a:moveTo>
                <a:lnTo>
                  <a:pt x="742950" y="742950"/>
                </a:lnTo>
                <a:lnTo>
                  <a:pt x="742950" y="752475"/>
                </a:lnTo>
                <a:lnTo>
                  <a:pt x="733425" y="752475"/>
                </a:lnTo>
                <a:close/>
                <a:moveTo>
                  <a:pt x="800100" y="742950"/>
                </a:moveTo>
                <a:lnTo>
                  <a:pt x="809625" y="742950"/>
                </a:lnTo>
                <a:lnTo>
                  <a:pt x="809625" y="752475"/>
                </a:lnTo>
                <a:lnTo>
                  <a:pt x="800100" y="752475"/>
                </a:lnTo>
                <a:close/>
                <a:moveTo>
                  <a:pt x="266700" y="752475"/>
                </a:moveTo>
                <a:lnTo>
                  <a:pt x="285750" y="752475"/>
                </a:lnTo>
                <a:lnTo>
                  <a:pt x="285750" y="771525"/>
                </a:lnTo>
                <a:lnTo>
                  <a:pt x="276225" y="771525"/>
                </a:lnTo>
                <a:lnTo>
                  <a:pt x="276225" y="762000"/>
                </a:lnTo>
                <a:lnTo>
                  <a:pt x="266700" y="762000"/>
                </a:lnTo>
                <a:close/>
                <a:moveTo>
                  <a:pt x="457200" y="752475"/>
                </a:moveTo>
                <a:lnTo>
                  <a:pt x="466725" y="752475"/>
                </a:lnTo>
                <a:lnTo>
                  <a:pt x="466725" y="762000"/>
                </a:lnTo>
                <a:lnTo>
                  <a:pt x="457200" y="762000"/>
                </a:lnTo>
                <a:close/>
                <a:moveTo>
                  <a:pt x="933450" y="752475"/>
                </a:moveTo>
                <a:lnTo>
                  <a:pt x="942975" y="752475"/>
                </a:lnTo>
                <a:lnTo>
                  <a:pt x="942975" y="762000"/>
                </a:lnTo>
                <a:lnTo>
                  <a:pt x="933450" y="762000"/>
                </a:lnTo>
                <a:close/>
                <a:moveTo>
                  <a:pt x="9525" y="762000"/>
                </a:moveTo>
                <a:lnTo>
                  <a:pt x="19050" y="762000"/>
                </a:lnTo>
                <a:lnTo>
                  <a:pt x="19050" y="790575"/>
                </a:lnTo>
                <a:lnTo>
                  <a:pt x="9525" y="790575"/>
                </a:lnTo>
                <a:close/>
                <a:moveTo>
                  <a:pt x="133350" y="762000"/>
                </a:moveTo>
                <a:lnTo>
                  <a:pt x="142875" y="762000"/>
                </a:lnTo>
                <a:lnTo>
                  <a:pt x="142875" y="771525"/>
                </a:lnTo>
                <a:lnTo>
                  <a:pt x="133350" y="771525"/>
                </a:lnTo>
                <a:close/>
                <a:moveTo>
                  <a:pt x="228600" y="762000"/>
                </a:moveTo>
                <a:lnTo>
                  <a:pt x="238125" y="762000"/>
                </a:lnTo>
                <a:lnTo>
                  <a:pt x="238125" y="771525"/>
                </a:lnTo>
                <a:lnTo>
                  <a:pt x="228600" y="771525"/>
                </a:lnTo>
                <a:close/>
                <a:moveTo>
                  <a:pt x="838200" y="762000"/>
                </a:moveTo>
                <a:lnTo>
                  <a:pt x="866775" y="762000"/>
                </a:lnTo>
                <a:lnTo>
                  <a:pt x="866775" y="781050"/>
                </a:lnTo>
                <a:lnTo>
                  <a:pt x="857250" y="781050"/>
                </a:lnTo>
                <a:lnTo>
                  <a:pt x="857250" y="790575"/>
                </a:lnTo>
                <a:lnTo>
                  <a:pt x="847725" y="790575"/>
                </a:lnTo>
                <a:lnTo>
                  <a:pt x="847725" y="781050"/>
                </a:lnTo>
                <a:lnTo>
                  <a:pt x="838200" y="781050"/>
                </a:lnTo>
                <a:close/>
                <a:moveTo>
                  <a:pt x="895350" y="762000"/>
                </a:moveTo>
                <a:lnTo>
                  <a:pt x="933450" y="762000"/>
                </a:lnTo>
                <a:lnTo>
                  <a:pt x="933450" y="771525"/>
                </a:lnTo>
                <a:lnTo>
                  <a:pt x="895350" y="771525"/>
                </a:lnTo>
                <a:close/>
                <a:moveTo>
                  <a:pt x="952500" y="762000"/>
                </a:moveTo>
                <a:lnTo>
                  <a:pt x="962025" y="762000"/>
                </a:lnTo>
                <a:lnTo>
                  <a:pt x="962025" y="781050"/>
                </a:lnTo>
                <a:lnTo>
                  <a:pt x="971550" y="781050"/>
                </a:lnTo>
                <a:lnTo>
                  <a:pt x="971550" y="800100"/>
                </a:lnTo>
                <a:lnTo>
                  <a:pt x="942975" y="800100"/>
                </a:lnTo>
                <a:lnTo>
                  <a:pt x="942975" y="790575"/>
                </a:lnTo>
                <a:lnTo>
                  <a:pt x="952500" y="790575"/>
                </a:lnTo>
                <a:close/>
                <a:moveTo>
                  <a:pt x="447675" y="771525"/>
                </a:moveTo>
                <a:lnTo>
                  <a:pt x="466725" y="771525"/>
                </a:lnTo>
                <a:lnTo>
                  <a:pt x="466725" y="781050"/>
                </a:lnTo>
                <a:lnTo>
                  <a:pt x="457200" y="781050"/>
                </a:lnTo>
                <a:lnTo>
                  <a:pt x="457200" y="790575"/>
                </a:lnTo>
                <a:lnTo>
                  <a:pt x="447675" y="790575"/>
                </a:lnTo>
                <a:close/>
                <a:moveTo>
                  <a:pt x="695325" y="771525"/>
                </a:moveTo>
                <a:lnTo>
                  <a:pt x="723900" y="771525"/>
                </a:lnTo>
                <a:lnTo>
                  <a:pt x="723900" y="781050"/>
                </a:lnTo>
                <a:lnTo>
                  <a:pt x="695325" y="781050"/>
                </a:lnTo>
                <a:close/>
                <a:moveTo>
                  <a:pt x="809625" y="771525"/>
                </a:moveTo>
                <a:lnTo>
                  <a:pt x="819150" y="771525"/>
                </a:lnTo>
                <a:lnTo>
                  <a:pt x="819150" y="790575"/>
                </a:lnTo>
                <a:lnTo>
                  <a:pt x="828675" y="790575"/>
                </a:lnTo>
                <a:lnTo>
                  <a:pt x="828675" y="781050"/>
                </a:lnTo>
                <a:lnTo>
                  <a:pt x="838200" y="781050"/>
                </a:lnTo>
                <a:lnTo>
                  <a:pt x="838200" y="790575"/>
                </a:lnTo>
                <a:lnTo>
                  <a:pt x="847725" y="790575"/>
                </a:lnTo>
                <a:lnTo>
                  <a:pt x="847725" y="800100"/>
                </a:lnTo>
                <a:lnTo>
                  <a:pt x="838200" y="800100"/>
                </a:lnTo>
                <a:lnTo>
                  <a:pt x="838200" y="809625"/>
                </a:lnTo>
                <a:lnTo>
                  <a:pt x="733425" y="809625"/>
                </a:lnTo>
                <a:lnTo>
                  <a:pt x="733425" y="800100"/>
                </a:lnTo>
                <a:lnTo>
                  <a:pt x="800100" y="800100"/>
                </a:lnTo>
                <a:lnTo>
                  <a:pt x="800100" y="781050"/>
                </a:lnTo>
                <a:lnTo>
                  <a:pt x="809625" y="781050"/>
                </a:lnTo>
                <a:close/>
                <a:moveTo>
                  <a:pt x="47625" y="781050"/>
                </a:moveTo>
                <a:lnTo>
                  <a:pt x="57150" y="781050"/>
                </a:lnTo>
                <a:lnTo>
                  <a:pt x="57150" y="800100"/>
                </a:lnTo>
                <a:lnTo>
                  <a:pt x="47625" y="800100"/>
                </a:lnTo>
                <a:close/>
                <a:moveTo>
                  <a:pt x="95250" y="781050"/>
                </a:moveTo>
                <a:lnTo>
                  <a:pt x="123825" y="781050"/>
                </a:lnTo>
                <a:lnTo>
                  <a:pt x="123825" y="800100"/>
                </a:lnTo>
                <a:lnTo>
                  <a:pt x="142875" y="800100"/>
                </a:lnTo>
                <a:lnTo>
                  <a:pt x="142875" y="809625"/>
                </a:lnTo>
                <a:lnTo>
                  <a:pt x="85725" y="809625"/>
                </a:lnTo>
                <a:lnTo>
                  <a:pt x="85725" y="790575"/>
                </a:lnTo>
                <a:lnTo>
                  <a:pt x="95250" y="790575"/>
                </a:lnTo>
                <a:close/>
                <a:moveTo>
                  <a:pt x="238125" y="781050"/>
                </a:moveTo>
                <a:lnTo>
                  <a:pt x="247650" y="781050"/>
                </a:lnTo>
                <a:lnTo>
                  <a:pt x="247650" y="790575"/>
                </a:lnTo>
                <a:lnTo>
                  <a:pt x="238125" y="790575"/>
                </a:lnTo>
                <a:close/>
                <a:moveTo>
                  <a:pt x="371475" y="781050"/>
                </a:moveTo>
                <a:lnTo>
                  <a:pt x="400050" y="781050"/>
                </a:lnTo>
                <a:lnTo>
                  <a:pt x="400050" y="800100"/>
                </a:lnTo>
                <a:lnTo>
                  <a:pt x="371475" y="800100"/>
                </a:lnTo>
                <a:lnTo>
                  <a:pt x="371475" y="809625"/>
                </a:lnTo>
                <a:lnTo>
                  <a:pt x="352425" y="809625"/>
                </a:lnTo>
                <a:lnTo>
                  <a:pt x="352425" y="790575"/>
                </a:lnTo>
                <a:lnTo>
                  <a:pt x="371475" y="790575"/>
                </a:lnTo>
                <a:close/>
                <a:moveTo>
                  <a:pt x="485775" y="781050"/>
                </a:moveTo>
                <a:lnTo>
                  <a:pt x="504825" y="781050"/>
                </a:lnTo>
                <a:lnTo>
                  <a:pt x="504825" y="800100"/>
                </a:lnTo>
                <a:lnTo>
                  <a:pt x="495300" y="800100"/>
                </a:lnTo>
                <a:lnTo>
                  <a:pt x="495300" y="809625"/>
                </a:lnTo>
                <a:lnTo>
                  <a:pt x="485775" y="809625"/>
                </a:lnTo>
                <a:lnTo>
                  <a:pt x="485775" y="800100"/>
                </a:lnTo>
                <a:lnTo>
                  <a:pt x="476250" y="800100"/>
                </a:lnTo>
                <a:lnTo>
                  <a:pt x="476250" y="809625"/>
                </a:lnTo>
                <a:lnTo>
                  <a:pt x="466725" y="809625"/>
                </a:lnTo>
                <a:lnTo>
                  <a:pt x="466725" y="800100"/>
                </a:lnTo>
                <a:lnTo>
                  <a:pt x="457200" y="800100"/>
                </a:lnTo>
                <a:lnTo>
                  <a:pt x="457200" y="790575"/>
                </a:lnTo>
                <a:lnTo>
                  <a:pt x="485775" y="790575"/>
                </a:lnTo>
                <a:close/>
                <a:moveTo>
                  <a:pt x="1066800" y="781050"/>
                </a:moveTo>
                <a:lnTo>
                  <a:pt x="1076325" y="781050"/>
                </a:lnTo>
                <a:lnTo>
                  <a:pt x="1076325" y="809625"/>
                </a:lnTo>
                <a:lnTo>
                  <a:pt x="1057275" y="809625"/>
                </a:lnTo>
                <a:lnTo>
                  <a:pt x="1057275" y="790575"/>
                </a:lnTo>
                <a:lnTo>
                  <a:pt x="1066800" y="790575"/>
                </a:lnTo>
                <a:close/>
                <a:moveTo>
                  <a:pt x="228600" y="790575"/>
                </a:moveTo>
                <a:lnTo>
                  <a:pt x="238125" y="790575"/>
                </a:lnTo>
                <a:lnTo>
                  <a:pt x="238125" y="809625"/>
                </a:lnTo>
                <a:lnTo>
                  <a:pt x="219075" y="809625"/>
                </a:lnTo>
                <a:lnTo>
                  <a:pt x="219075" y="800100"/>
                </a:lnTo>
                <a:lnTo>
                  <a:pt x="228600" y="800100"/>
                </a:lnTo>
                <a:close/>
                <a:moveTo>
                  <a:pt x="304800" y="790575"/>
                </a:moveTo>
                <a:lnTo>
                  <a:pt x="314325" y="790575"/>
                </a:lnTo>
                <a:lnTo>
                  <a:pt x="314325" y="809625"/>
                </a:lnTo>
                <a:lnTo>
                  <a:pt x="304800" y="809625"/>
                </a:lnTo>
                <a:close/>
                <a:moveTo>
                  <a:pt x="323850" y="790575"/>
                </a:moveTo>
                <a:lnTo>
                  <a:pt x="333375" y="790575"/>
                </a:lnTo>
                <a:lnTo>
                  <a:pt x="333375" y="800100"/>
                </a:lnTo>
                <a:lnTo>
                  <a:pt x="323850" y="800100"/>
                </a:lnTo>
                <a:close/>
                <a:moveTo>
                  <a:pt x="866775" y="790575"/>
                </a:moveTo>
                <a:lnTo>
                  <a:pt x="876300" y="790575"/>
                </a:lnTo>
                <a:lnTo>
                  <a:pt x="876300" y="800100"/>
                </a:lnTo>
                <a:lnTo>
                  <a:pt x="866775" y="800100"/>
                </a:lnTo>
                <a:close/>
                <a:moveTo>
                  <a:pt x="904875" y="790575"/>
                </a:moveTo>
                <a:lnTo>
                  <a:pt x="914400" y="790575"/>
                </a:lnTo>
                <a:lnTo>
                  <a:pt x="914400" y="800100"/>
                </a:lnTo>
                <a:lnTo>
                  <a:pt x="904875" y="800100"/>
                </a:lnTo>
                <a:close/>
                <a:moveTo>
                  <a:pt x="1095375" y="790575"/>
                </a:moveTo>
                <a:lnTo>
                  <a:pt x="1104900" y="790575"/>
                </a:lnTo>
                <a:lnTo>
                  <a:pt x="1104900" y="800100"/>
                </a:lnTo>
                <a:lnTo>
                  <a:pt x="1114425" y="800100"/>
                </a:lnTo>
                <a:lnTo>
                  <a:pt x="1114425" y="790575"/>
                </a:lnTo>
                <a:lnTo>
                  <a:pt x="1123950" y="790575"/>
                </a:lnTo>
                <a:lnTo>
                  <a:pt x="1123950" y="809625"/>
                </a:lnTo>
                <a:lnTo>
                  <a:pt x="1095375" y="809625"/>
                </a:lnTo>
                <a:close/>
                <a:moveTo>
                  <a:pt x="876300" y="800100"/>
                </a:moveTo>
                <a:lnTo>
                  <a:pt x="895350" y="800100"/>
                </a:lnTo>
                <a:lnTo>
                  <a:pt x="895350" y="809625"/>
                </a:lnTo>
                <a:lnTo>
                  <a:pt x="876300" y="809625"/>
                </a:lnTo>
                <a:close/>
                <a:moveTo>
                  <a:pt x="914400" y="800100"/>
                </a:moveTo>
                <a:lnTo>
                  <a:pt x="923925" y="800100"/>
                </a:lnTo>
                <a:lnTo>
                  <a:pt x="923925" y="809625"/>
                </a:lnTo>
                <a:lnTo>
                  <a:pt x="914400" y="809625"/>
                </a:lnTo>
                <a:close/>
                <a:moveTo>
                  <a:pt x="971550" y="800100"/>
                </a:moveTo>
                <a:lnTo>
                  <a:pt x="1000125" y="800100"/>
                </a:lnTo>
                <a:lnTo>
                  <a:pt x="1000125" y="809625"/>
                </a:lnTo>
                <a:lnTo>
                  <a:pt x="971550" y="809625"/>
                </a:lnTo>
                <a:close/>
                <a:moveTo>
                  <a:pt x="1028700" y="800100"/>
                </a:moveTo>
                <a:lnTo>
                  <a:pt x="1038225" y="800100"/>
                </a:lnTo>
                <a:lnTo>
                  <a:pt x="1038225" y="809625"/>
                </a:lnTo>
                <a:lnTo>
                  <a:pt x="1028700" y="809625"/>
                </a:lnTo>
                <a:close/>
              </a:path>
            </a:pathLst>
          </a:custGeom>
          <a:solidFill xmlns:a="http://schemas.openxmlformats.org/drawingml/2006/main">
            <a:srgbClr val="F9F9F4"/>
          </a:solidFill>
          <a:ln xmlns:a="http://schemas.openxmlformats.org/drawingml/2006/main" w="0">
            <a:noFill/>
          </a:ln>
        </p:spPr>
      </p:sp>
      <p:sp>
        <p:nvSpPr>
          <p:cNvPr id="154" name="v12 vector #faf8f4">
            <a:extLst xmlns:a="http://schemas.openxmlformats.org/drawingml/2006/main">
              <a:ext uri="{FF2B5EF4-FFF2-40B4-BE49-F238E27FC236}">
                <a16:creationId xmlns:a16="http://schemas.microsoft.com/office/drawing/2014/main" id="{0F703D2B-E397-4364-8D09-F6D4A99ED5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10675" y="3609975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857250" y="0"/>
                </a:moveTo>
                <a:lnTo>
                  <a:pt x="866775" y="0"/>
                </a:lnTo>
                <a:lnTo>
                  <a:pt x="866775" y="9525"/>
                </a:lnTo>
                <a:lnTo>
                  <a:pt x="857250" y="9525"/>
                </a:lnTo>
                <a:close/>
                <a:moveTo>
                  <a:pt x="981075" y="0"/>
                </a:moveTo>
                <a:lnTo>
                  <a:pt x="990600" y="0"/>
                </a:lnTo>
                <a:lnTo>
                  <a:pt x="990600" y="9525"/>
                </a:lnTo>
                <a:lnTo>
                  <a:pt x="981075" y="9525"/>
                </a:lnTo>
                <a:close/>
                <a:moveTo>
                  <a:pt x="952500" y="19050"/>
                </a:moveTo>
                <a:lnTo>
                  <a:pt x="962025" y="19050"/>
                </a:lnTo>
                <a:lnTo>
                  <a:pt x="962025" y="28575"/>
                </a:lnTo>
                <a:lnTo>
                  <a:pt x="952500" y="28575"/>
                </a:lnTo>
                <a:close/>
                <a:moveTo>
                  <a:pt x="9525" y="76200"/>
                </a:moveTo>
                <a:lnTo>
                  <a:pt x="28575" y="76200"/>
                </a:lnTo>
                <a:lnTo>
                  <a:pt x="28575" y="85725"/>
                </a:lnTo>
                <a:lnTo>
                  <a:pt x="9525" y="85725"/>
                </a:lnTo>
                <a:close/>
                <a:moveTo>
                  <a:pt x="295275" y="190500"/>
                </a:moveTo>
                <a:lnTo>
                  <a:pt x="314325" y="190500"/>
                </a:lnTo>
                <a:lnTo>
                  <a:pt x="314325" y="209550"/>
                </a:lnTo>
                <a:lnTo>
                  <a:pt x="304800" y="209550"/>
                </a:lnTo>
                <a:lnTo>
                  <a:pt x="304800" y="219075"/>
                </a:lnTo>
                <a:lnTo>
                  <a:pt x="295275" y="219075"/>
                </a:lnTo>
                <a:close/>
                <a:moveTo>
                  <a:pt x="952500" y="209550"/>
                </a:moveTo>
                <a:lnTo>
                  <a:pt x="962025" y="209550"/>
                </a:lnTo>
                <a:lnTo>
                  <a:pt x="962025" y="219075"/>
                </a:lnTo>
                <a:lnTo>
                  <a:pt x="971550" y="219075"/>
                </a:lnTo>
                <a:lnTo>
                  <a:pt x="971550" y="266700"/>
                </a:lnTo>
                <a:lnTo>
                  <a:pt x="942975" y="266700"/>
                </a:lnTo>
                <a:lnTo>
                  <a:pt x="942975" y="257175"/>
                </a:lnTo>
                <a:lnTo>
                  <a:pt x="933450" y="257175"/>
                </a:lnTo>
                <a:lnTo>
                  <a:pt x="933450" y="247650"/>
                </a:lnTo>
                <a:lnTo>
                  <a:pt x="942975" y="247650"/>
                </a:lnTo>
                <a:lnTo>
                  <a:pt x="942975" y="228600"/>
                </a:lnTo>
                <a:lnTo>
                  <a:pt x="952500" y="228600"/>
                </a:lnTo>
                <a:close/>
                <a:moveTo>
                  <a:pt x="1057275" y="238125"/>
                </a:moveTo>
                <a:lnTo>
                  <a:pt x="1085850" y="238125"/>
                </a:lnTo>
                <a:lnTo>
                  <a:pt x="1085850" y="266700"/>
                </a:lnTo>
                <a:lnTo>
                  <a:pt x="1076325" y="266700"/>
                </a:lnTo>
                <a:lnTo>
                  <a:pt x="1076325" y="257175"/>
                </a:lnTo>
                <a:lnTo>
                  <a:pt x="1066800" y="257175"/>
                </a:lnTo>
                <a:lnTo>
                  <a:pt x="1066800" y="266700"/>
                </a:lnTo>
                <a:lnTo>
                  <a:pt x="1057275" y="266700"/>
                </a:lnTo>
                <a:close/>
                <a:moveTo>
                  <a:pt x="1038225" y="276225"/>
                </a:moveTo>
                <a:lnTo>
                  <a:pt x="1047750" y="276225"/>
                </a:lnTo>
                <a:lnTo>
                  <a:pt x="1047750" y="285750"/>
                </a:lnTo>
                <a:lnTo>
                  <a:pt x="1038225" y="285750"/>
                </a:lnTo>
                <a:close/>
                <a:moveTo>
                  <a:pt x="1028700" y="285750"/>
                </a:moveTo>
                <a:lnTo>
                  <a:pt x="1038225" y="285750"/>
                </a:lnTo>
                <a:lnTo>
                  <a:pt x="1038225" y="295275"/>
                </a:lnTo>
                <a:lnTo>
                  <a:pt x="1028700" y="295275"/>
                </a:lnTo>
                <a:close/>
                <a:moveTo>
                  <a:pt x="1104900" y="304800"/>
                </a:moveTo>
                <a:lnTo>
                  <a:pt x="1114425" y="304800"/>
                </a:lnTo>
                <a:lnTo>
                  <a:pt x="1114425" y="314325"/>
                </a:lnTo>
                <a:lnTo>
                  <a:pt x="1104900" y="314325"/>
                </a:lnTo>
                <a:close/>
                <a:moveTo>
                  <a:pt x="95250" y="314325"/>
                </a:moveTo>
                <a:lnTo>
                  <a:pt x="114300" y="314325"/>
                </a:lnTo>
                <a:lnTo>
                  <a:pt x="114300" y="323850"/>
                </a:lnTo>
                <a:lnTo>
                  <a:pt x="123825" y="323850"/>
                </a:lnTo>
                <a:lnTo>
                  <a:pt x="123825" y="342900"/>
                </a:lnTo>
                <a:lnTo>
                  <a:pt x="104775" y="342900"/>
                </a:lnTo>
                <a:lnTo>
                  <a:pt x="104775" y="333375"/>
                </a:lnTo>
                <a:lnTo>
                  <a:pt x="95250" y="333375"/>
                </a:lnTo>
                <a:close/>
                <a:moveTo>
                  <a:pt x="933450" y="323850"/>
                </a:moveTo>
                <a:lnTo>
                  <a:pt x="952500" y="323850"/>
                </a:lnTo>
                <a:lnTo>
                  <a:pt x="952500" y="352425"/>
                </a:lnTo>
                <a:lnTo>
                  <a:pt x="942975" y="352425"/>
                </a:lnTo>
                <a:lnTo>
                  <a:pt x="942975" y="371475"/>
                </a:lnTo>
                <a:lnTo>
                  <a:pt x="933450" y="371475"/>
                </a:lnTo>
                <a:lnTo>
                  <a:pt x="933450" y="361950"/>
                </a:lnTo>
                <a:lnTo>
                  <a:pt x="923925" y="361950"/>
                </a:lnTo>
                <a:lnTo>
                  <a:pt x="923925" y="352425"/>
                </a:lnTo>
                <a:lnTo>
                  <a:pt x="904875" y="352425"/>
                </a:lnTo>
                <a:lnTo>
                  <a:pt x="904875" y="333375"/>
                </a:lnTo>
                <a:lnTo>
                  <a:pt x="933450" y="333375"/>
                </a:lnTo>
                <a:close/>
                <a:moveTo>
                  <a:pt x="1143000" y="342900"/>
                </a:moveTo>
                <a:lnTo>
                  <a:pt x="1152525" y="342900"/>
                </a:lnTo>
                <a:lnTo>
                  <a:pt x="1152525" y="361950"/>
                </a:lnTo>
                <a:lnTo>
                  <a:pt x="1143000" y="361950"/>
                </a:lnTo>
                <a:close/>
                <a:moveTo>
                  <a:pt x="9525" y="352425"/>
                </a:moveTo>
                <a:lnTo>
                  <a:pt x="19050" y="352425"/>
                </a:lnTo>
                <a:lnTo>
                  <a:pt x="19050" y="361950"/>
                </a:lnTo>
                <a:lnTo>
                  <a:pt x="9525" y="361950"/>
                </a:lnTo>
                <a:close/>
                <a:moveTo>
                  <a:pt x="1076325" y="371475"/>
                </a:moveTo>
                <a:lnTo>
                  <a:pt x="1095375" y="371475"/>
                </a:lnTo>
                <a:lnTo>
                  <a:pt x="1095375" y="381000"/>
                </a:lnTo>
                <a:lnTo>
                  <a:pt x="1076325" y="381000"/>
                </a:lnTo>
                <a:close/>
                <a:moveTo>
                  <a:pt x="1162050" y="514350"/>
                </a:moveTo>
                <a:lnTo>
                  <a:pt x="1171575" y="514350"/>
                </a:lnTo>
                <a:lnTo>
                  <a:pt x="1171575" y="542925"/>
                </a:lnTo>
                <a:lnTo>
                  <a:pt x="1162050" y="542925"/>
                </a:lnTo>
                <a:close/>
                <a:moveTo>
                  <a:pt x="809625" y="523875"/>
                </a:moveTo>
                <a:lnTo>
                  <a:pt x="828675" y="523875"/>
                </a:lnTo>
                <a:lnTo>
                  <a:pt x="828675" y="533400"/>
                </a:lnTo>
                <a:lnTo>
                  <a:pt x="809625" y="533400"/>
                </a:lnTo>
                <a:close/>
                <a:moveTo>
                  <a:pt x="1181100" y="523875"/>
                </a:moveTo>
                <a:lnTo>
                  <a:pt x="1190625" y="523875"/>
                </a:lnTo>
                <a:lnTo>
                  <a:pt x="1190625" y="542925"/>
                </a:lnTo>
                <a:lnTo>
                  <a:pt x="1181100" y="542925"/>
                </a:lnTo>
                <a:close/>
                <a:moveTo>
                  <a:pt x="809625" y="561975"/>
                </a:moveTo>
                <a:lnTo>
                  <a:pt x="828675" y="561975"/>
                </a:lnTo>
                <a:lnTo>
                  <a:pt x="828675" y="571500"/>
                </a:lnTo>
                <a:lnTo>
                  <a:pt x="809625" y="571500"/>
                </a:lnTo>
                <a:close/>
                <a:moveTo>
                  <a:pt x="1009650" y="609600"/>
                </a:moveTo>
                <a:lnTo>
                  <a:pt x="1019175" y="609600"/>
                </a:lnTo>
                <a:lnTo>
                  <a:pt x="1019175" y="628650"/>
                </a:lnTo>
                <a:lnTo>
                  <a:pt x="1000125" y="628650"/>
                </a:lnTo>
                <a:lnTo>
                  <a:pt x="1000125" y="619125"/>
                </a:lnTo>
                <a:lnTo>
                  <a:pt x="1009650" y="619125"/>
                </a:lnTo>
                <a:close/>
                <a:moveTo>
                  <a:pt x="123825" y="685800"/>
                </a:moveTo>
                <a:lnTo>
                  <a:pt x="133350" y="685800"/>
                </a:lnTo>
                <a:lnTo>
                  <a:pt x="133350" y="704850"/>
                </a:lnTo>
                <a:lnTo>
                  <a:pt x="123825" y="704850"/>
                </a:lnTo>
                <a:close/>
                <a:moveTo>
                  <a:pt x="638175" y="685800"/>
                </a:moveTo>
                <a:lnTo>
                  <a:pt x="647700" y="685800"/>
                </a:lnTo>
                <a:lnTo>
                  <a:pt x="647700" y="695325"/>
                </a:lnTo>
                <a:lnTo>
                  <a:pt x="638175" y="695325"/>
                </a:lnTo>
                <a:close/>
                <a:moveTo>
                  <a:pt x="171450" y="695325"/>
                </a:moveTo>
                <a:lnTo>
                  <a:pt x="190500" y="695325"/>
                </a:lnTo>
                <a:lnTo>
                  <a:pt x="190500" y="714375"/>
                </a:lnTo>
                <a:lnTo>
                  <a:pt x="161925" y="714375"/>
                </a:lnTo>
                <a:lnTo>
                  <a:pt x="161925" y="704850"/>
                </a:lnTo>
                <a:lnTo>
                  <a:pt x="171450" y="704850"/>
                </a:lnTo>
                <a:close/>
                <a:moveTo>
                  <a:pt x="609600" y="704850"/>
                </a:moveTo>
                <a:lnTo>
                  <a:pt x="619125" y="704850"/>
                </a:lnTo>
                <a:lnTo>
                  <a:pt x="619125" y="723900"/>
                </a:lnTo>
                <a:lnTo>
                  <a:pt x="609600" y="723900"/>
                </a:lnTo>
                <a:close/>
                <a:moveTo>
                  <a:pt x="1019175" y="704850"/>
                </a:moveTo>
                <a:lnTo>
                  <a:pt x="1028700" y="704850"/>
                </a:lnTo>
                <a:lnTo>
                  <a:pt x="1028700" y="714375"/>
                </a:lnTo>
                <a:lnTo>
                  <a:pt x="1019175" y="714375"/>
                </a:lnTo>
                <a:close/>
                <a:moveTo>
                  <a:pt x="66675" y="714375"/>
                </a:moveTo>
                <a:lnTo>
                  <a:pt x="76200" y="714375"/>
                </a:lnTo>
                <a:lnTo>
                  <a:pt x="76200" y="723900"/>
                </a:lnTo>
                <a:lnTo>
                  <a:pt x="66675" y="723900"/>
                </a:lnTo>
                <a:close/>
                <a:moveTo>
                  <a:pt x="990600" y="723900"/>
                </a:moveTo>
                <a:lnTo>
                  <a:pt x="1000125" y="723900"/>
                </a:lnTo>
                <a:lnTo>
                  <a:pt x="1000125" y="733425"/>
                </a:lnTo>
                <a:lnTo>
                  <a:pt x="990600" y="733425"/>
                </a:lnTo>
                <a:close/>
                <a:moveTo>
                  <a:pt x="85725" y="733425"/>
                </a:moveTo>
                <a:lnTo>
                  <a:pt x="95250" y="733425"/>
                </a:lnTo>
                <a:lnTo>
                  <a:pt x="95250" y="742950"/>
                </a:lnTo>
                <a:lnTo>
                  <a:pt x="85725" y="742950"/>
                </a:lnTo>
                <a:close/>
                <a:moveTo>
                  <a:pt x="923925" y="733425"/>
                </a:moveTo>
                <a:lnTo>
                  <a:pt x="933450" y="733425"/>
                </a:lnTo>
                <a:lnTo>
                  <a:pt x="933450" y="752475"/>
                </a:lnTo>
                <a:lnTo>
                  <a:pt x="923925" y="752475"/>
                </a:lnTo>
                <a:lnTo>
                  <a:pt x="923925" y="762000"/>
                </a:lnTo>
                <a:lnTo>
                  <a:pt x="904875" y="762000"/>
                </a:lnTo>
                <a:lnTo>
                  <a:pt x="904875" y="742950"/>
                </a:lnTo>
                <a:lnTo>
                  <a:pt x="923925" y="742950"/>
                </a:lnTo>
                <a:close/>
                <a:moveTo>
                  <a:pt x="819150" y="742950"/>
                </a:moveTo>
                <a:lnTo>
                  <a:pt x="828675" y="742950"/>
                </a:lnTo>
                <a:lnTo>
                  <a:pt x="828675" y="752475"/>
                </a:lnTo>
                <a:lnTo>
                  <a:pt x="819150" y="752475"/>
                </a:lnTo>
                <a:close/>
                <a:moveTo>
                  <a:pt x="123825" y="752475"/>
                </a:moveTo>
                <a:lnTo>
                  <a:pt x="133350" y="752475"/>
                </a:lnTo>
                <a:lnTo>
                  <a:pt x="133350" y="762000"/>
                </a:lnTo>
                <a:lnTo>
                  <a:pt x="123825" y="762000"/>
                </a:lnTo>
                <a:close/>
                <a:moveTo>
                  <a:pt x="876300" y="752475"/>
                </a:moveTo>
                <a:lnTo>
                  <a:pt x="895350" y="752475"/>
                </a:lnTo>
                <a:lnTo>
                  <a:pt x="895350" y="762000"/>
                </a:lnTo>
                <a:lnTo>
                  <a:pt x="876300" y="762000"/>
                </a:lnTo>
                <a:close/>
                <a:moveTo>
                  <a:pt x="190500" y="771525"/>
                </a:moveTo>
                <a:lnTo>
                  <a:pt x="200025" y="771525"/>
                </a:lnTo>
                <a:lnTo>
                  <a:pt x="200025" y="781050"/>
                </a:lnTo>
                <a:lnTo>
                  <a:pt x="190500" y="781050"/>
                </a:lnTo>
                <a:close/>
                <a:moveTo>
                  <a:pt x="28575" y="781050"/>
                </a:moveTo>
                <a:lnTo>
                  <a:pt x="38100" y="781050"/>
                </a:lnTo>
                <a:lnTo>
                  <a:pt x="38100" y="790575"/>
                </a:lnTo>
                <a:lnTo>
                  <a:pt x="28575" y="790575"/>
                </a:lnTo>
                <a:close/>
                <a:moveTo>
                  <a:pt x="638175" y="800100"/>
                </a:moveTo>
                <a:lnTo>
                  <a:pt x="666750" y="800100"/>
                </a:lnTo>
                <a:lnTo>
                  <a:pt x="666750" y="809625"/>
                </a:lnTo>
                <a:lnTo>
                  <a:pt x="638175" y="809625"/>
                </a:lnTo>
                <a:close/>
                <a:moveTo>
                  <a:pt x="1000125" y="800100"/>
                </a:moveTo>
                <a:lnTo>
                  <a:pt x="1028700" y="800100"/>
                </a:lnTo>
                <a:lnTo>
                  <a:pt x="1028700" y="809625"/>
                </a:lnTo>
                <a:lnTo>
                  <a:pt x="1000125" y="809625"/>
                </a:lnTo>
                <a:close/>
                <a:moveTo>
                  <a:pt x="1143000" y="800100"/>
                </a:moveTo>
                <a:lnTo>
                  <a:pt x="1152525" y="800100"/>
                </a:lnTo>
                <a:lnTo>
                  <a:pt x="1152525" y="809625"/>
                </a:lnTo>
                <a:lnTo>
                  <a:pt x="1143000" y="809625"/>
                </a:lnTo>
                <a:close/>
              </a:path>
            </a:pathLst>
          </a:custGeom>
          <a:solidFill xmlns:a="http://schemas.openxmlformats.org/drawingml/2006/main">
            <a:srgbClr val="FAF8F4"/>
          </a:solidFill>
          <a:ln xmlns:a="http://schemas.openxmlformats.org/drawingml/2006/main" w="0">
            <a:noFill/>
          </a:ln>
        </p:spPr>
      </p:sp>
      <p:sp>
        <p:nvSpPr>
          <p:cNvPr id="155" name="v12 vector #f9f8f5">
            <a:extLst xmlns:a="http://schemas.openxmlformats.org/drawingml/2006/main">
              <a:ext uri="{FF2B5EF4-FFF2-40B4-BE49-F238E27FC236}">
                <a16:creationId xmlns:a16="http://schemas.microsoft.com/office/drawing/2014/main" id="{E8751258-F7B5-4857-A7AF-99750579A2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10675" y="3609975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952500" y="180975"/>
                </a:moveTo>
                <a:lnTo>
                  <a:pt x="971550" y="180975"/>
                </a:lnTo>
                <a:lnTo>
                  <a:pt x="971550" y="190500"/>
                </a:lnTo>
                <a:lnTo>
                  <a:pt x="962025" y="190500"/>
                </a:lnTo>
                <a:lnTo>
                  <a:pt x="962025" y="209550"/>
                </a:lnTo>
                <a:lnTo>
                  <a:pt x="952500" y="209550"/>
                </a:lnTo>
                <a:close/>
                <a:moveTo>
                  <a:pt x="971550" y="219075"/>
                </a:moveTo>
                <a:lnTo>
                  <a:pt x="981075" y="219075"/>
                </a:lnTo>
                <a:lnTo>
                  <a:pt x="981075" y="228600"/>
                </a:lnTo>
                <a:lnTo>
                  <a:pt x="971550" y="228600"/>
                </a:lnTo>
                <a:close/>
                <a:moveTo>
                  <a:pt x="38100" y="247650"/>
                </a:moveTo>
                <a:lnTo>
                  <a:pt x="47625" y="247650"/>
                </a:lnTo>
                <a:lnTo>
                  <a:pt x="47625" y="257175"/>
                </a:lnTo>
                <a:lnTo>
                  <a:pt x="38100" y="257175"/>
                </a:lnTo>
                <a:close/>
                <a:moveTo>
                  <a:pt x="914400" y="247650"/>
                </a:moveTo>
                <a:lnTo>
                  <a:pt x="923925" y="247650"/>
                </a:lnTo>
                <a:lnTo>
                  <a:pt x="923925" y="257175"/>
                </a:lnTo>
                <a:lnTo>
                  <a:pt x="914400" y="257175"/>
                </a:lnTo>
                <a:close/>
                <a:moveTo>
                  <a:pt x="361950" y="257175"/>
                </a:moveTo>
                <a:lnTo>
                  <a:pt x="381000" y="257175"/>
                </a:lnTo>
                <a:lnTo>
                  <a:pt x="381000" y="266700"/>
                </a:lnTo>
                <a:lnTo>
                  <a:pt x="361950" y="266700"/>
                </a:lnTo>
                <a:close/>
                <a:moveTo>
                  <a:pt x="0" y="266700"/>
                </a:moveTo>
                <a:lnTo>
                  <a:pt x="9525" y="266700"/>
                </a:lnTo>
                <a:lnTo>
                  <a:pt x="9525" y="285750"/>
                </a:lnTo>
                <a:lnTo>
                  <a:pt x="0" y="285750"/>
                </a:lnTo>
                <a:close/>
                <a:moveTo>
                  <a:pt x="657225" y="295275"/>
                </a:moveTo>
                <a:lnTo>
                  <a:pt x="676275" y="295275"/>
                </a:lnTo>
                <a:lnTo>
                  <a:pt x="676275" y="333375"/>
                </a:lnTo>
                <a:lnTo>
                  <a:pt x="657225" y="333375"/>
                </a:lnTo>
                <a:close/>
                <a:moveTo>
                  <a:pt x="1028700" y="304800"/>
                </a:moveTo>
                <a:lnTo>
                  <a:pt x="1047750" y="304800"/>
                </a:lnTo>
                <a:lnTo>
                  <a:pt x="1047750" y="314325"/>
                </a:lnTo>
                <a:lnTo>
                  <a:pt x="1028700" y="314325"/>
                </a:lnTo>
                <a:close/>
                <a:moveTo>
                  <a:pt x="609600" y="314325"/>
                </a:moveTo>
                <a:lnTo>
                  <a:pt x="619125" y="314325"/>
                </a:lnTo>
                <a:lnTo>
                  <a:pt x="619125" y="323850"/>
                </a:lnTo>
                <a:lnTo>
                  <a:pt x="609600" y="323850"/>
                </a:lnTo>
                <a:close/>
                <a:moveTo>
                  <a:pt x="933450" y="314325"/>
                </a:moveTo>
                <a:lnTo>
                  <a:pt x="952500" y="314325"/>
                </a:lnTo>
                <a:lnTo>
                  <a:pt x="952500" y="323850"/>
                </a:lnTo>
                <a:lnTo>
                  <a:pt x="933450" y="323850"/>
                </a:lnTo>
                <a:close/>
                <a:moveTo>
                  <a:pt x="952500" y="333375"/>
                </a:moveTo>
                <a:lnTo>
                  <a:pt x="971550" y="333375"/>
                </a:lnTo>
                <a:lnTo>
                  <a:pt x="971550" y="352425"/>
                </a:lnTo>
                <a:lnTo>
                  <a:pt x="952500" y="352425"/>
                </a:lnTo>
                <a:close/>
                <a:moveTo>
                  <a:pt x="114300" y="352425"/>
                </a:moveTo>
                <a:lnTo>
                  <a:pt x="123825" y="352425"/>
                </a:lnTo>
                <a:lnTo>
                  <a:pt x="123825" y="361950"/>
                </a:lnTo>
                <a:lnTo>
                  <a:pt x="114300" y="361950"/>
                </a:lnTo>
                <a:close/>
                <a:moveTo>
                  <a:pt x="76200" y="409575"/>
                </a:moveTo>
                <a:lnTo>
                  <a:pt x="85725" y="409575"/>
                </a:lnTo>
                <a:lnTo>
                  <a:pt x="85725" y="419100"/>
                </a:lnTo>
                <a:lnTo>
                  <a:pt x="76200" y="419100"/>
                </a:lnTo>
                <a:close/>
                <a:moveTo>
                  <a:pt x="171450" y="409575"/>
                </a:moveTo>
                <a:lnTo>
                  <a:pt x="180975" y="409575"/>
                </a:lnTo>
                <a:lnTo>
                  <a:pt x="180975" y="419100"/>
                </a:lnTo>
                <a:lnTo>
                  <a:pt x="171450" y="419100"/>
                </a:lnTo>
                <a:close/>
                <a:moveTo>
                  <a:pt x="161925" y="419100"/>
                </a:moveTo>
                <a:lnTo>
                  <a:pt x="171450" y="419100"/>
                </a:lnTo>
                <a:lnTo>
                  <a:pt x="171450" y="428625"/>
                </a:lnTo>
                <a:lnTo>
                  <a:pt x="161925" y="428625"/>
                </a:lnTo>
                <a:close/>
                <a:moveTo>
                  <a:pt x="209550" y="438150"/>
                </a:moveTo>
                <a:lnTo>
                  <a:pt x="219075" y="438150"/>
                </a:lnTo>
                <a:lnTo>
                  <a:pt x="219075" y="447675"/>
                </a:lnTo>
                <a:lnTo>
                  <a:pt x="209550" y="447675"/>
                </a:lnTo>
                <a:close/>
                <a:moveTo>
                  <a:pt x="1162050" y="485775"/>
                </a:moveTo>
                <a:lnTo>
                  <a:pt x="1171575" y="485775"/>
                </a:lnTo>
                <a:lnTo>
                  <a:pt x="1171575" y="495300"/>
                </a:lnTo>
                <a:lnTo>
                  <a:pt x="1162050" y="495300"/>
                </a:lnTo>
                <a:close/>
                <a:moveTo>
                  <a:pt x="1190625" y="581025"/>
                </a:moveTo>
                <a:lnTo>
                  <a:pt x="1200150" y="581025"/>
                </a:lnTo>
                <a:lnTo>
                  <a:pt x="1200150" y="600075"/>
                </a:lnTo>
                <a:lnTo>
                  <a:pt x="1190625" y="600075"/>
                </a:lnTo>
                <a:close/>
                <a:moveTo>
                  <a:pt x="57150" y="638175"/>
                </a:moveTo>
                <a:lnTo>
                  <a:pt x="66675" y="638175"/>
                </a:lnTo>
                <a:lnTo>
                  <a:pt x="66675" y="647700"/>
                </a:lnTo>
                <a:lnTo>
                  <a:pt x="76200" y="647700"/>
                </a:lnTo>
                <a:lnTo>
                  <a:pt x="76200" y="666750"/>
                </a:lnTo>
                <a:lnTo>
                  <a:pt x="85725" y="666750"/>
                </a:lnTo>
                <a:lnTo>
                  <a:pt x="85725" y="685800"/>
                </a:lnTo>
                <a:lnTo>
                  <a:pt x="66675" y="685800"/>
                </a:lnTo>
                <a:lnTo>
                  <a:pt x="66675" y="695325"/>
                </a:lnTo>
                <a:lnTo>
                  <a:pt x="57150" y="695325"/>
                </a:lnTo>
                <a:lnTo>
                  <a:pt x="57150" y="657225"/>
                </a:lnTo>
                <a:lnTo>
                  <a:pt x="47625" y="657225"/>
                </a:lnTo>
                <a:lnTo>
                  <a:pt x="47625" y="647700"/>
                </a:lnTo>
                <a:lnTo>
                  <a:pt x="57150" y="647700"/>
                </a:lnTo>
                <a:close/>
                <a:moveTo>
                  <a:pt x="1047750" y="647700"/>
                </a:moveTo>
                <a:lnTo>
                  <a:pt x="1057275" y="647700"/>
                </a:lnTo>
                <a:lnTo>
                  <a:pt x="1057275" y="657225"/>
                </a:lnTo>
                <a:lnTo>
                  <a:pt x="1047750" y="657225"/>
                </a:lnTo>
                <a:close/>
                <a:moveTo>
                  <a:pt x="123825" y="666750"/>
                </a:moveTo>
                <a:lnTo>
                  <a:pt x="133350" y="666750"/>
                </a:lnTo>
                <a:lnTo>
                  <a:pt x="133350" y="685800"/>
                </a:lnTo>
                <a:lnTo>
                  <a:pt x="104775" y="685800"/>
                </a:lnTo>
                <a:lnTo>
                  <a:pt x="104775" y="676275"/>
                </a:lnTo>
                <a:lnTo>
                  <a:pt x="123825" y="676275"/>
                </a:lnTo>
                <a:close/>
                <a:moveTo>
                  <a:pt x="28575" y="704850"/>
                </a:moveTo>
                <a:lnTo>
                  <a:pt x="76200" y="704850"/>
                </a:lnTo>
                <a:lnTo>
                  <a:pt x="76200" y="714375"/>
                </a:lnTo>
                <a:lnTo>
                  <a:pt x="28575" y="714375"/>
                </a:lnTo>
                <a:close/>
                <a:moveTo>
                  <a:pt x="0" y="723900"/>
                </a:moveTo>
                <a:lnTo>
                  <a:pt x="19050" y="723900"/>
                </a:lnTo>
                <a:lnTo>
                  <a:pt x="19050" y="733425"/>
                </a:lnTo>
                <a:lnTo>
                  <a:pt x="0" y="733425"/>
                </a:lnTo>
                <a:close/>
                <a:moveTo>
                  <a:pt x="76200" y="723900"/>
                </a:moveTo>
                <a:lnTo>
                  <a:pt x="85725" y="723900"/>
                </a:lnTo>
                <a:lnTo>
                  <a:pt x="85725" y="733425"/>
                </a:lnTo>
                <a:lnTo>
                  <a:pt x="76200" y="733425"/>
                </a:lnTo>
                <a:close/>
                <a:moveTo>
                  <a:pt x="981075" y="723900"/>
                </a:moveTo>
                <a:lnTo>
                  <a:pt x="990600" y="723900"/>
                </a:lnTo>
                <a:lnTo>
                  <a:pt x="990600" y="733425"/>
                </a:lnTo>
                <a:lnTo>
                  <a:pt x="981075" y="733425"/>
                </a:lnTo>
                <a:close/>
                <a:moveTo>
                  <a:pt x="828675" y="733425"/>
                </a:moveTo>
                <a:lnTo>
                  <a:pt x="847725" y="733425"/>
                </a:lnTo>
                <a:lnTo>
                  <a:pt x="847725" y="762000"/>
                </a:lnTo>
                <a:lnTo>
                  <a:pt x="828675" y="762000"/>
                </a:lnTo>
                <a:close/>
                <a:moveTo>
                  <a:pt x="933450" y="733425"/>
                </a:moveTo>
                <a:lnTo>
                  <a:pt x="942975" y="733425"/>
                </a:lnTo>
                <a:lnTo>
                  <a:pt x="942975" y="742950"/>
                </a:lnTo>
                <a:lnTo>
                  <a:pt x="933450" y="742950"/>
                </a:lnTo>
                <a:close/>
                <a:moveTo>
                  <a:pt x="962025" y="733425"/>
                </a:moveTo>
                <a:lnTo>
                  <a:pt x="981075" y="733425"/>
                </a:lnTo>
                <a:lnTo>
                  <a:pt x="981075" y="742950"/>
                </a:lnTo>
                <a:lnTo>
                  <a:pt x="962025" y="742950"/>
                </a:lnTo>
                <a:close/>
                <a:moveTo>
                  <a:pt x="76200" y="742950"/>
                </a:moveTo>
                <a:lnTo>
                  <a:pt x="85725" y="742950"/>
                </a:lnTo>
                <a:lnTo>
                  <a:pt x="85725" y="752475"/>
                </a:lnTo>
                <a:lnTo>
                  <a:pt x="76200" y="752475"/>
                </a:lnTo>
                <a:close/>
                <a:moveTo>
                  <a:pt x="276225" y="742950"/>
                </a:moveTo>
                <a:lnTo>
                  <a:pt x="285750" y="742950"/>
                </a:lnTo>
                <a:lnTo>
                  <a:pt x="285750" y="752475"/>
                </a:lnTo>
                <a:lnTo>
                  <a:pt x="276225" y="752475"/>
                </a:lnTo>
                <a:close/>
                <a:moveTo>
                  <a:pt x="885825" y="790575"/>
                </a:moveTo>
                <a:lnTo>
                  <a:pt x="904875" y="790575"/>
                </a:lnTo>
                <a:lnTo>
                  <a:pt x="904875" y="800100"/>
                </a:lnTo>
                <a:lnTo>
                  <a:pt x="885825" y="800100"/>
                </a:lnTo>
                <a:close/>
              </a:path>
            </a:pathLst>
          </a:custGeom>
          <a:solidFill xmlns:a="http://schemas.openxmlformats.org/drawingml/2006/main">
            <a:srgbClr val="F9F8F5"/>
          </a:solidFill>
          <a:ln xmlns:a="http://schemas.openxmlformats.org/drawingml/2006/main" w="0">
            <a:noFill/>
          </a:ln>
        </p:spPr>
      </p:sp>
      <p:sp>
        <p:nvSpPr>
          <p:cNvPr id="156" name="v12 vector #f9f8f4">
            <a:extLst xmlns:a="http://schemas.openxmlformats.org/drawingml/2006/main">
              <a:ext uri="{FF2B5EF4-FFF2-40B4-BE49-F238E27FC236}">
                <a16:creationId xmlns:a16="http://schemas.microsoft.com/office/drawing/2014/main" id="{0CEED640-000A-4C4A-9123-4300C3ED53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10675" y="3609975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152400" y="0"/>
                </a:moveTo>
                <a:lnTo>
                  <a:pt x="180975" y="0"/>
                </a:lnTo>
                <a:lnTo>
                  <a:pt x="180975" y="9525"/>
                </a:lnTo>
                <a:lnTo>
                  <a:pt x="152400" y="9525"/>
                </a:lnTo>
                <a:close/>
                <a:moveTo>
                  <a:pt x="476250" y="0"/>
                </a:moveTo>
                <a:lnTo>
                  <a:pt x="495300" y="0"/>
                </a:lnTo>
                <a:lnTo>
                  <a:pt x="495300" y="9525"/>
                </a:lnTo>
                <a:lnTo>
                  <a:pt x="476250" y="9525"/>
                </a:lnTo>
                <a:close/>
                <a:moveTo>
                  <a:pt x="571500" y="0"/>
                </a:moveTo>
                <a:lnTo>
                  <a:pt x="600075" y="0"/>
                </a:lnTo>
                <a:lnTo>
                  <a:pt x="600075" y="9525"/>
                </a:lnTo>
                <a:lnTo>
                  <a:pt x="571500" y="9525"/>
                </a:lnTo>
                <a:close/>
                <a:moveTo>
                  <a:pt x="619125" y="0"/>
                </a:moveTo>
                <a:lnTo>
                  <a:pt x="647700" y="0"/>
                </a:lnTo>
                <a:lnTo>
                  <a:pt x="647700" y="9525"/>
                </a:lnTo>
                <a:lnTo>
                  <a:pt x="619125" y="9525"/>
                </a:lnTo>
                <a:close/>
                <a:moveTo>
                  <a:pt x="685800" y="0"/>
                </a:moveTo>
                <a:lnTo>
                  <a:pt x="704850" y="0"/>
                </a:lnTo>
                <a:lnTo>
                  <a:pt x="704850" y="9525"/>
                </a:lnTo>
                <a:lnTo>
                  <a:pt x="685800" y="9525"/>
                </a:lnTo>
                <a:close/>
                <a:moveTo>
                  <a:pt x="809625" y="0"/>
                </a:moveTo>
                <a:lnTo>
                  <a:pt x="857250" y="0"/>
                </a:lnTo>
                <a:lnTo>
                  <a:pt x="857250" y="9525"/>
                </a:lnTo>
                <a:lnTo>
                  <a:pt x="866775" y="9525"/>
                </a:lnTo>
                <a:lnTo>
                  <a:pt x="866775" y="19050"/>
                </a:lnTo>
                <a:lnTo>
                  <a:pt x="847725" y="19050"/>
                </a:lnTo>
                <a:lnTo>
                  <a:pt x="847725" y="9525"/>
                </a:lnTo>
                <a:lnTo>
                  <a:pt x="838200" y="9525"/>
                </a:lnTo>
                <a:lnTo>
                  <a:pt x="838200" y="19050"/>
                </a:lnTo>
                <a:lnTo>
                  <a:pt x="819150" y="19050"/>
                </a:lnTo>
                <a:lnTo>
                  <a:pt x="819150" y="9525"/>
                </a:lnTo>
                <a:lnTo>
                  <a:pt x="809625" y="9525"/>
                </a:lnTo>
                <a:close/>
                <a:moveTo>
                  <a:pt x="895350" y="0"/>
                </a:moveTo>
                <a:lnTo>
                  <a:pt x="914400" y="0"/>
                </a:lnTo>
                <a:lnTo>
                  <a:pt x="914400" y="28575"/>
                </a:lnTo>
                <a:lnTo>
                  <a:pt x="876300" y="28575"/>
                </a:lnTo>
                <a:lnTo>
                  <a:pt x="876300" y="19050"/>
                </a:lnTo>
                <a:lnTo>
                  <a:pt x="895350" y="19050"/>
                </a:lnTo>
                <a:close/>
                <a:moveTo>
                  <a:pt x="923925" y="0"/>
                </a:moveTo>
                <a:lnTo>
                  <a:pt x="942975" y="0"/>
                </a:lnTo>
                <a:lnTo>
                  <a:pt x="942975" y="9525"/>
                </a:lnTo>
                <a:lnTo>
                  <a:pt x="923925" y="9525"/>
                </a:lnTo>
                <a:close/>
                <a:moveTo>
                  <a:pt x="952500" y="0"/>
                </a:moveTo>
                <a:lnTo>
                  <a:pt x="981075" y="0"/>
                </a:lnTo>
                <a:lnTo>
                  <a:pt x="981075" y="9525"/>
                </a:lnTo>
                <a:lnTo>
                  <a:pt x="990600" y="9525"/>
                </a:lnTo>
                <a:lnTo>
                  <a:pt x="990600" y="19050"/>
                </a:lnTo>
                <a:lnTo>
                  <a:pt x="981075" y="19050"/>
                </a:lnTo>
                <a:lnTo>
                  <a:pt x="981075" y="28575"/>
                </a:lnTo>
                <a:lnTo>
                  <a:pt x="971550" y="28575"/>
                </a:lnTo>
                <a:lnTo>
                  <a:pt x="971550" y="19050"/>
                </a:lnTo>
                <a:lnTo>
                  <a:pt x="952500" y="19050"/>
                </a:lnTo>
                <a:close/>
                <a:moveTo>
                  <a:pt x="1000125" y="0"/>
                </a:moveTo>
                <a:lnTo>
                  <a:pt x="1009650" y="0"/>
                </a:lnTo>
                <a:lnTo>
                  <a:pt x="1009650" y="19050"/>
                </a:lnTo>
                <a:lnTo>
                  <a:pt x="1000125" y="19050"/>
                </a:lnTo>
                <a:close/>
                <a:moveTo>
                  <a:pt x="1066800" y="0"/>
                </a:moveTo>
                <a:lnTo>
                  <a:pt x="1085850" y="0"/>
                </a:lnTo>
                <a:lnTo>
                  <a:pt x="1085850" y="9525"/>
                </a:lnTo>
                <a:lnTo>
                  <a:pt x="1066800" y="9525"/>
                </a:lnTo>
                <a:close/>
                <a:moveTo>
                  <a:pt x="1152525" y="0"/>
                </a:moveTo>
                <a:lnTo>
                  <a:pt x="1162050" y="0"/>
                </a:lnTo>
                <a:lnTo>
                  <a:pt x="1162050" y="19050"/>
                </a:lnTo>
                <a:lnTo>
                  <a:pt x="1152525" y="19050"/>
                </a:lnTo>
                <a:lnTo>
                  <a:pt x="1152525" y="28575"/>
                </a:lnTo>
                <a:lnTo>
                  <a:pt x="1143000" y="28575"/>
                </a:lnTo>
                <a:lnTo>
                  <a:pt x="1143000" y="9525"/>
                </a:lnTo>
                <a:lnTo>
                  <a:pt x="1152525" y="9525"/>
                </a:lnTo>
                <a:close/>
                <a:moveTo>
                  <a:pt x="704850" y="9525"/>
                </a:moveTo>
                <a:lnTo>
                  <a:pt x="714375" y="9525"/>
                </a:lnTo>
                <a:lnTo>
                  <a:pt x="714375" y="19050"/>
                </a:lnTo>
                <a:lnTo>
                  <a:pt x="704850" y="19050"/>
                </a:lnTo>
                <a:close/>
                <a:moveTo>
                  <a:pt x="1019175" y="9525"/>
                </a:moveTo>
                <a:lnTo>
                  <a:pt x="1028700" y="9525"/>
                </a:lnTo>
                <a:lnTo>
                  <a:pt x="1028700" y="19050"/>
                </a:lnTo>
                <a:lnTo>
                  <a:pt x="1019175" y="19050"/>
                </a:lnTo>
                <a:close/>
                <a:moveTo>
                  <a:pt x="895350" y="57150"/>
                </a:moveTo>
                <a:lnTo>
                  <a:pt x="904875" y="57150"/>
                </a:lnTo>
                <a:lnTo>
                  <a:pt x="904875" y="76200"/>
                </a:lnTo>
                <a:lnTo>
                  <a:pt x="914400" y="76200"/>
                </a:lnTo>
                <a:lnTo>
                  <a:pt x="914400" y="85725"/>
                </a:lnTo>
                <a:lnTo>
                  <a:pt x="904875" y="85725"/>
                </a:lnTo>
                <a:lnTo>
                  <a:pt x="904875" y="95250"/>
                </a:lnTo>
                <a:lnTo>
                  <a:pt x="895350" y="95250"/>
                </a:lnTo>
                <a:lnTo>
                  <a:pt x="895350" y="85725"/>
                </a:lnTo>
                <a:lnTo>
                  <a:pt x="885825" y="85725"/>
                </a:lnTo>
                <a:lnTo>
                  <a:pt x="885825" y="76200"/>
                </a:lnTo>
                <a:lnTo>
                  <a:pt x="876300" y="76200"/>
                </a:lnTo>
                <a:lnTo>
                  <a:pt x="876300" y="66675"/>
                </a:lnTo>
                <a:lnTo>
                  <a:pt x="885825" y="66675"/>
                </a:lnTo>
                <a:lnTo>
                  <a:pt x="885825" y="76200"/>
                </a:lnTo>
                <a:lnTo>
                  <a:pt x="895350" y="76200"/>
                </a:lnTo>
                <a:close/>
                <a:moveTo>
                  <a:pt x="1076325" y="57150"/>
                </a:moveTo>
                <a:lnTo>
                  <a:pt x="1085850" y="57150"/>
                </a:lnTo>
                <a:lnTo>
                  <a:pt x="1085850" y="66675"/>
                </a:lnTo>
                <a:lnTo>
                  <a:pt x="1095375" y="66675"/>
                </a:lnTo>
                <a:lnTo>
                  <a:pt x="1095375" y="76200"/>
                </a:lnTo>
                <a:lnTo>
                  <a:pt x="1104900" y="76200"/>
                </a:lnTo>
                <a:lnTo>
                  <a:pt x="1104900" y="85725"/>
                </a:lnTo>
                <a:lnTo>
                  <a:pt x="1095375" y="85725"/>
                </a:lnTo>
                <a:lnTo>
                  <a:pt x="1095375" y="95250"/>
                </a:lnTo>
                <a:lnTo>
                  <a:pt x="1076325" y="95250"/>
                </a:lnTo>
                <a:close/>
                <a:moveTo>
                  <a:pt x="1028700" y="66675"/>
                </a:moveTo>
                <a:lnTo>
                  <a:pt x="1047750" y="66675"/>
                </a:lnTo>
                <a:lnTo>
                  <a:pt x="1047750" y="76200"/>
                </a:lnTo>
                <a:lnTo>
                  <a:pt x="1038225" y="76200"/>
                </a:lnTo>
                <a:lnTo>
                  <a:pt x="1038225" y="95250"/>
                </a:lnTo>
                <a:lnTo>
                  <a:pt x="1028700" y="95250"/>
                </a:lnTo>
                <a:close/>
                <a:moveTo>
                  <a:pt x="942975" y="95250"/>
                </a:moveTo>
                <a:lnTo>
                  <a:pt x="962025" y="95250"/>
                </a:lnTo>
                <a:lnTo>
                  <a:pt x="962025" y="114300"/>
                </a:lnTo>
                <a:lnTo>
                  <a:pt x="942975" y="114300"/>
                </a:lnTo>
                <a:close/>
                <a:moveTo>
                  <a:pt x="1019175" y="95250"/>
                </a:moveTo>
                <a:lnTo>
                  <a:pt x="1028700" y="95250"/>
                </a:lnTo>
                <a:lnTo>
                  <a:pt x="1028700" y="114300"/>
                </a:lnTo>
                <a:lnTo>
                  <a:pt x="1038225" y="114300"/>
                </a:lnTo>
                <a:lnTo>
                  <a:pt x="1038225" y="123825"/>
                </a:lnTo>
                <a:lnTo>
                  <a:pt x="1057275" y="123825"/>
                </a:lnTo>
                <a:lnTo>
                  <a:pt x="1057275" y="142875"/>
                </a:lnTo>
                <a:lnTo>
                  <a:pt x="1038225" y="142875"/>
                </a:lnTo>
                <a:lnTo>
                  <a:pt x="1038225" y="133350"/>
                </a:lnTo>
                <a:lnTo>
                  <a:pt x="1028700" y="133350"/>
                </a:lnTo>
                <a:lnTo>
                  <a:pt x="1028700" y="123825"/>
                </a:lnTo>
                <a:lnTo>
                  <a:pt x="1019175" y="123825"/>
                </a:lnTo>
                <a:close/>
                <a:moveTo>
                  <a:pt x="895350" y="123825"/>
                </a:moveTo>
                <a:lnTo>
                  <a:pt x="923925" y="123825"/>
                </a:lnTo>
                <a:lnTo>
                  <a:pt x="923925" y="142875"/>
                </a:lnTo>
                <a:lnTo>
                  <a:pt x="904875" y="142875"/>
                </a:lnTo>
                <a:lnTo>
                  <a:pt x="904875" y="133350"/>
                </a:lnTo>
                <a:lnTo>
                  <a:pt x="895350" y="133350"/>
                </a:lnTo>
                <a:close/>
                <a:moveTo>
                  <a:pt x="1143000" y="142875"/>
                </a:moveTo>
                <a:lnTo>
                  <a:pt x="1152525" y="142875"/>
                </a:lnTo>
                <a:lnTo>
                  <a:pt x="1152525" y="152400"/>
                </a:lnTo>
                <a:lnTo>
                  <a:pt x="1171575" y="152400"/>
                </a:lnTo>
                <a:lnTo>
                  <a:pt x="1171575" y="171450"/>
                </a:lnTo>
                <a:lnTo>
                  <a:pt x="1152525" y="171450"/>
                </a:lnTo>
                <a:lnTo>
                  <a:pt x="1152525" y="161925"/>
                </a:lnTo>
                <a:lnTo>
                  <a:pt x="1143000" y="161925"/>
                </a:lnTo>
                <a:close/>
                <a:moveTo>
                  <a:pt x="314325" y="152400"/>
                </a:moveTo>
                <a:lnTo>
                  <a:pt x="333375" y="152400"/>
                </a:lnTo>
                <a:lnTo>
                  <a:pt x="333375" y="161925"/>
                </a:lnTo>
                <a:lnTo>
                  <a:pt x="314325" y="161925"/>
                </a:lnTo>
                <a:close/>
                <a:moveTo>
                  <a:pt x="409575" y="152400"/>
                </a:moveTo>
                <a:lnTo>
                  <a:pt x="419100" y="152400"/>
                </a:lnTo>
                <a:lnTo>
                  <a:pt x="419100" y="161925"/>
                </a:lnTo>
                <a:lnTo>
                  <a:pt x="409575" y="161925"/>
                </a:lnTo>
                <a:close/>
                <a:moveTo>
                  <a:pt x="962025" y="161925"/>
                </a:moveTo>
                <a:lnTo>
                  <a:pt x="990600" y="161925"/>
                </a:lnTo>
                <a:lnTo>
                  <a:pt x="990600" y="209550"/>
                </a:lnTo>
                <a:lnTo>
                  <a:pt x="962025" y="209550"/>
                </a:lnTo>
                <a:lnTo>
                  <a:pt x="962025" y="190500"/>
                </a:lnTo>
                <a:lnTo>
                  <a:pt x="971550" y="190500"/>
                </a:lnTo>
                <a:lnTo>
                  <a:pt x="971550" y="180975"/>
                </a:lnTo>
                <a:lnTo>
                  <a:pt x="962025" y="180975"/>
                </a:lnTo>
                <a:close/>
                <a:moveTo>
                  <a:pt x="1076325" y="161925"/>
                </a:moveTo>
                <a:lnTo>
                  <a:pt x="1085850" y="161925"/>
                </a:lnTo>
                <a:lnTo>
                  <a:pt x="1085850" y="171450"/>
                </a:lnTo>
                <a:lnTo>
                  <a:pt x="1076325" y="171450"/>
                </a:lnTo>
                <a:close/>
                <a:moveTo>
                  <a:pt x="1114425" y="161925"/>
                </a:moveTo>
                <a:lnTo>
                  <a:pt x="1123950" y="161925"/>
                </a:lnTo>
                <a:lnTo>
                  <a:pt x="1123950" y="171450"/>
                </a:lnTo>
                <a:lnTo>
                  <a:pt x="1114425" y="171450"/>
                </a:lnTo>
                <a:close/>
                <a:moveTo>
                  <a:pt x="1057275" y="171450"/>
                </a:moveTo>
                <a:lnTo>
                  <a:pt x="1066800" y="171450"/>
                </a:lnTo>
                <a:lnTo>
                  <a:pt x="1066800" y="190500"/>
                </a:lnTo>
                <a:lnTo>
                  <a:pt x="1047750" y="190500"/>
                </a:lnTo>
                <a:lnTo>
                  <a:pt x="1047750" y="180975"/>
                </a:lnTo>
                <a:lnTo>
                  <a:pt x="1057275" y="180975"/>
                </a:lnTo>
                <a:close/>
                <a:moveTo>
                  <a:pt x="1085850" y="171450"/>
                </a:moveTo>
                <a:lnTo>
                  <a:pt x="1095375" y="171450"/>
                </a:lnTo>
                <a:lnTo>
                  <a:pt x="1095375" y="180975"/>
                </a:lnTo>
                <a:lnTo>
                  <a:pt x="1085850" y="180975"/>
                </a:lnTo>
                <a:close/>
                <a:moveTo>
                  <a:pt x="438150" y="180975"/>
                </a:moveTo>
                <a:lnTo>
                  <a:pt x="447675" y="180975"/>
                </a:lnTo>
                <a:lnTo>
                  <a:pt x="447675" y="190500"/>
                </a:lnTo>
                <a:lnTo>
                  <a:pt x="438150" y="190500"/>
                </a:lnTo>
                <a:close/>
                <a:moveTo>
                  <a:pt x="1123950" y="180975"/>
                </a:moveTo>
                <a:lnTo>
                  <a:pt x="1133475" y="180975"/>
                </a:lnTo>
                <a:lnTo>
                  <a:pt x="1133475" y="209550"/>
                </a:lnTo>
                <a:lnTo>
                  <a:pt x="1123950" y="209550"/>
                </a:lnTo>
                <a:close/>
                <a:moveTo>
                  <a:pt x="1152525" y="180975"/>
                </a:moveTo>
                <a:lnTo>
                  <a:pt x="1162050" y="180975"/>
                </a:lnTo>
                <a:lnTo>
                  <a:pt x="1162050" y="190500"/>
                </a:lnTo>
                <a:lnTo>
                  <a:pt x="1152525" y="190500"/>
                </a:lnTo>
                <a:close/>
                <a:moveTo>
                  <a:pt x="1143000" y="190500"/>
                </a:moveTo>
                <a:lnTo>
                  <a:pt x="1152525" y="190500"/>
                </a:lnTo>
                <a:lnTo>
                  <a:pt x="1152525" y="200025"/>
                </a:lnTo>
                <a:lnTo>
                  <a:pt x="1143000" y="200025"/>
                </a:lnTo>
                <a:close/>
                <a:moveTo>
                  <a:pt x="1200150" y="190500"/>
                </a:moveTo>
                <a:lnTo>
                  <a:pt x="1209675" y="190500"/>
                </a:lnTo>
                <a:lnTo>
                  <a:pt x="1209675" y="200025"/>
                </a:lnTo>
                <a:lnTo>
                  <a:pt x="1200150" y="200025"/>
                </a:lnTo>
                <a:close/>
                <a:moveTo>
                  <a:pt x="390525" y="209550"/>
                </a:moveTo>
                <a:lnTo>
                  <a:pt x="400050" y="209550"/>
                </a:lnTo>
                <a:lnTo>
                  <a:pt x="400050" y="228600"/>
                </a:lnTo>
                <a:lnTo>
                  <a:pt x="447675" y="228600"/>
                </a:lnTo>
                <a:lnTo>
                  <a:pt x="447675" y="247650"/>
                </a:lnTo>
                <a:lnTo>
                  <a:pt x="438150" y="247650"/>
                </a:lnTo>
                <a:lnTo>
                  <a:pt x="438150" y="238125"/>
                </a:lnTo>
                <a:lnTo>
                  <a:pt x="400050" y="238125"/>
                </a:lnTo>
                <a:lnTo>
                  <a:pt x="400050" y="247650"/>
                </a:lnTo>
                <a:lnTo>
                  <a:pt x="371475" y="247650"/>
                </a:lnTo>
                <a:lnTo>
                  <a:pt x="371475" y="238125"/>
                </a:lnTo>
                <a:lnTo>
                  <a:pt x="381000" y="238125"/>
                </a:lnTo>
                <a:lnTo>
                  <a:pt x="381000" y="228600"/>
                </a:lnTo>
                <a:lnTo>
                  <a:pt x="390525" y="228600"/>
                </a:lnTo>
                <a:close/>
                <a:moveTo>
                  <a:pt x="1009650" y="209550"/>
                </a:moveTo>
                <a:lnTo>
                  <a:pt x="1028700" y="209550"/>
                </a:lnTo>
                <a:lnTo>
                  <a:pt x="1028700" y="228600"/>
                </a:lnTo>
                <a:lnTo>
                  <a:pt x="1038225" y="228600"/>
                </a:lnTo>
                <a:lnTo>
                  <a:pt x="1038225" y="238125"/>
                </a:lnTo>
                <a:lnTo>
                  <a:pt x="1000125" y="238125"/>
                </a:lnTo>
                <a:lnTo>
                  <a:pt x="1000125" y="228600"/>
                </a:lnTo>
                <a:lnTo>
                  <a:pt x="1009650" y="228600"/>
                </a:lnTo>
                <a:close/>
                <a:moveTo>
                  <a:pt x="1152525" y="209550"/>
                </a:moveTo>
                <a:lnTo>
                  <a:pt x="1162050" y="209550"/>
                </a:lnTo>
                <a:lnTo>
                  <a:pt x="1162050" y="219075"/>
                </a:lnTo>
                <a:lnTo>
                  <a:pt x="1171575" y="219075"/>
                </a:lnTo>
                <a:lnTo>
                  <a:pt x="1171575" y="228600"/>
                </a:lnTo>
                <a:lnTo>
                  <a:pt x="1162050" y="228600"/>
                </a:lnTo>
                <a:lnTo>
                  <a:pt x="1162050" y="238125"/>
                </a:lnTo>
                <a:lnTo>
                  <a:pt x="1152525" y="238125"/>
                </a:lnTo>
                <a:lnTo>
                  <a:pt x="1152525" y="276225"/>
                </a:lnTo>
                <a:lnTo>
                  <a:pt x="1171575" y="276225"/>
                </a:lnTo>
                <a:lnTo>
                  <a:pt x="1171575" y="295275"/>
                </a:lnTo>
                <a:lnTo>
                  <a:pt x="1162050" y="295275"/>
                </a:lnTo>
                <a:lnTo>
                  <a:pt x="1162050" y="304800"/>
                </a:lnTo>
                <a:lnTo>
                  <a:pt x="1181100" y="304800"/>
                </a:lnTo>
                <a:lnTo>
                  <a:pt x="1181100" y="314325"/>
                </a:lnTo>
                <a:lnTo>
                  <a:pt x="1152525" y="314325"/>
                </a:lnTo>
                <a:lnTo>
                  <a:pt x="1152525" y="304800"/>
                </a:lnTo>
                <a:lnTo>
                  <a:pt x="1133475" y="304800"/>
                </a:lnTo>
                <a:lnTo>
                  <a:pt x="1133475" y="333375"/>
                </a:lnTo>
                <a:lnTo>
                  <a:pt x="1123950" y="333375"/>
                </a:lnTo>
                <a:lnTo>
                  <a:pt x="1123950" y="342900"/>
                </a:lnTo>
                <a:lnTo>
                  <a:pt x="1133475" y="342900"/>
                </a:lnTo>
                <a:lnTo>
                  <a:pt x="1133475" y="352425"/>
                </a:lnTo>
                <a:lnTo>
                  <a:pt x="1143000" y="352425"/>
                </a:lnTo>
                <a:lnTo>
                  <a:pt x="1143000" y="361950"/>
                </a:lnTo>
                <a:lnTo>
                  <a:pt x="1152525" y="361950"/>
                </a:lnTo>
                <a:lnTo>
                  <a:pt x="1152525" y="342900"/>
                </a:lnTo>
                <a:lnTo>
                  <a:pt x="1143000" y="342900"/>
                </a:lnTo>
                <a:lnTo>
                  <a:pt x="1143000" y="333375"/>
                </a:lnTo>
                <a:lnTo>
                  <a:pt x="1162050" y="333375"/>
                </a:lnTo>
                <a:lnTo>
                  <a:pt x="1162050" y="342900"/>
                </a:lnTo>
                <a:lnTo>
                  <a:pt x="1171575" y="342900"/>
                </a:lnTo>
                <a:lnTo>
                  <a:pt x="1171575" y="371475"/>
                </a:lnTo>
                <a:lnTo>
                  <a:pt x="1162050" y="371475"/>
                </a:lnTo>
                <a:lnTo>
                  <a:pt x="1162050" y="361950"/>
                </a:lnTo>
                <a:lnTo>
                  <a:pt x="1152525" y="361950"/>
                </a:lnTo>
                <a:lnTo>
                  <a:pt x="1152525" y="390525"/>
                </a:lnTo>
                <a:lnTo>
                  <a:pt x="1162050" y="390525"/>
                </a:lnTo>
                <a:lnTo>
                  <a:pt x="1162050" y="400050"/>
                </a:lnTo>
                <a:lnTo>
                  <a:pt x="1200150" y="400050"/>
                </a:lnTo>
                <a:lnTo>
                  <a:pt x="1200150" y="409575"/>
                </a:lnTo>
                <a:lnTo>
                  <a:pt x="1190625" y="409575"/>
                </a:lnTo>
                <a:lnTo>
                  <a:pt x="1190625" y="419100"/>
                </a:lnTo>
                <a:lnTo>
                  <a:pt x="1181100" y="419100"/>
                </a:lnTo>
                <a:lnTo>
                  <a:pt x="1181100" y="409575"/>
                </a:lnTo>
                <a:lnTo>
                  <a:pt x="1162050" y="409575"/>
                </a:lnTo>
                <a:lnTo>
                  <a:pt x="1162050" y="419100"/>
                </a:lnTo>
                <a:lnTo>
                  <a:pt x="1152525" y="419100"/>
                </a:lnTo>
                <a:lnTo>
                  <a:pt x="1152525" y="400050"/>
                </a:lnTo>
                <a:lnTo>
                  <a:pt x="1123950" y="400050"/>
                </a:lnTo>
                <a:lnTo>
                  <a:pt x="1123950" y="419100"/>
                </a:lnTo>
                <a:lnTo>
                  <a:pt x="1104900" y="419100"/>
                </a:lnTo>
                <a:lnTo>
                  <a:pt x="1104900" y="390525"/>
                </a:lnTo>
                <a:lnTo>
                  <a:pt x="1123950" y="390525"/>
                </a:lnTo>
                <a:lnTo>
                  <a:pt x="1123950" y="371475"/>
                </a:lnTo>
                <a:lnTo>
                  <a:pt x="1114425" y="371475"/>
                </a:lnTo>
                <a:lnTo>
                  <a:pt x="1114425" y="333375"/>
                </a:lnTo>
                <a:lnTo>
                  <a:pt x="1104900" y="333375"/>
                </a:lnTo>
                <a:lnTo>
                  <a:pt x="1104900" y="323850"/>
                </a:lnTo>
                <a:lnTo>
                  <a:pt x="1114425" y="323850"/>
                </a:lnTo>
                <a:lnTo>
                  <a:pt x="1114425" y="285750"/>
                </a:lnTo>
                <a:lnTo>
                  <a:pt x="1133475" y="285750"/>
                </a:lnTo>
                <a:lnTo>
                  <a:pt x="1133475" y="247650"/>
                </a:lnTo>
                <a:lnTo>
                  <a:pt x="1143000" y="247650"/>
                </a:lnTo>
                <a:lnTo>
                  <a:pt x="1143000" y="228600"/>
                </a:lnTo>
                <a:lnTo>
                  <a:pt x="1152525" y="228600"/>
                </a:lnTo>
                <a:close/>
                <a:moveTo>
                  <a:pt x="1200150" y="209550"/>
                </a:moveTo>
                <a:lnTo>
                  <a:pt x="1209675" y="209550"/>
                </a:lnTo>
                <a:lnTo>
                  <a:pt x="1209675" y="219075"/>
                </a:lnTo>
                <a:lnTo>
                  <a:pt x="1200150" y="219075"/>
                </a:lnTo>
                <a:close/>
                <a:moveTo>
                  <a:pt x="19050" y="228600"/>
                </a:moveTo>
                <a:lnTo>
                  <a:pt x="28575" y="228600"/>
                </a:lnTo>
                <a:lnTo>
                  <a:pt x="28575" y="238125"/>
                </a:lnTo>
                <a:lnTo>
                  <a:pt x="19050" y="238125"/>
                </a:lnTo>
                <a:close/>
                <a:moveTo>
                  <a:pt x="304800" y="228600"/>
                </a:moveTo>
                <a:lnTo>
                  <a:pt x="314325" y="228600"/>
                </a:lnTo>
                <a:lnTo>
                  <a:pt x="314325" y="238125"/>
                </a:lnTo>
                <a:lnTo>
                  <a:pt x="323850" y="238125"/>
                </a:lnTo>
                <a:lnTo>
                  <a:pt x="323850" y="257175"/>
                </a:lnTo>
                <a:lnTo>
                  <a:pt x="304800" y="257175"/>
                </a:lnTo>
                <a:close/>
                <a:moveTo>
                  <a:pt x="533400" y="228600"/>
                </a:moveTo>
                <a:lnTo>
                  <a:pt x="542925" y="228600"/>
                </a:lnTo>
                <a:lnTo>
                  <a:pt x="542925" y="247650"/>
                </a:lnTo>
                <a:lnTo>
                  <a:pt x="533400" y="247650"/>
                </a:lnTo>
                <a:close/>
                <a:moveTo>
                  <a:pt x="923925" y="228600"/>
                </a:moveTo>
                <a:lnTo>
                  <a:pt x="942975" y="228600"/>
                </a:lnTo>
                <a:lnTo>
                  <a:pt x="942975" y="247650"/>
                </a:lnTo>
                <a:lnTo>
                  <a:pt x="933450" y="247650"/>
                </a:lnTo>
                <a:lnTo>
                  <a:pt x="933450" y="266700"/>
                </a:lnTo>
                <a:lnTo>
                  <a:pt x="914400" y="266700"/>
                </a:lnTo>
                <a:lnTo>
                  <a:pt x="914400" y="257175"/>
                </a:lnTo>
                <a:lnTo>
                  <a:pt x="923925" y="257175"/>
                </a:lnTo>
                <a:close/>
                <a:moveTo>
                  <a:pt x="971550" y="228600"/>
                </a:moveTo>
                <a:lnTo>
                  <a:pt x="981075" y="228600"/>
                </a:lnTo>
                <a:lnTo>
                  <a:pt x="981075" y="238125"/>
                </a:lnTo>
                <a:lnTo>
                  <a:pt x="971550" y="238125"/>
                </a:lnTo>
                <a:close/>
                <a:moveTo>
                  <a:pt x="1095375" y="247650"/>
                </a:moveTo>
                <a:lnTo>
                  <a:pt x="1104900" y="247650"/>
                </a:lnTo>
                <a:lnTo>
                  <a:pt x="1104900" y="266700"/>
                </a:lnTo>
                <a:lnTo>
                  <a:pt x="1095375" y="266700"/>
                </a:lnTo>
                <a:close/>
                <a:moveTo>
                  <a:pt x="495300" y="257175"/>
                </a:moveTo>
                <a:lnTo>
                  <a:pt x="514350" y="257175"/>
                </a:lnTo>
                <a:lnTo>
                  <a:pt x="514350" y="276225"/>
                </a:lnTo>
                <a:lnTo>
                  <a:pt x="485775" y="276225"/>
                </a:lnTo>
                <a:lnTo>
                  <a:pt x="485775" y="266700"/>
                </a:lnTo>
                <a:lnTo>
                  <a:pt x="495300" y="266700"/>
                </a:lnTo>
                <a:close/>
                <a:moveTo>
                  <a:pt x="971550" y="257175"/>
                </a:moveTo>
                <a:lnTo>
                  <a:pt x="1000125" y="257175"/>
                </a:lnTo>
                <a:lnTo>
                  <a:pt x="1000125" y="266700"/>
                </a:lnTo>
                <a:lnTo>
                  <a:pt x="990600" y="266700"/>
                </a:lnTo>
                <a:lnTo>
                  <a:pt x="990600" y="276225"/>
                </a:lnTo>
                <a:lnTo>
                  <a:pt x="1009650" y="276225"/>
                </a:lnTo>
                <a:lnTo>
                  <a:pt x="1009650" y="285750"/>
                </a:lnTo>
                <a:lnTo>
                  <a:pt x="990600" y="285750"/>
                </a:lnTo>
                <a:lnTo>
                  <a:pt x="990600" y="295275"/>
                </a:lnTo>
                <a:lnTo>
                  <a:pt x="981075" y="295275"/>
                </a:lnTo>
                <a:lnTo>
                  <a:pt x="981075" y="285750"/>
                </a:lnTo>
                <a:lnTo>
                  <a:pt x="971550" y="285750"/>
                </a:lnTo>
                <a:lnTo>
                  <a:pt x="971550" y="276225"/>
                </a:lnTo>
                <a:lnTo>
                  <a:pt x="962025" y="276225"/>
                </a:lnTo>
                <a:lnTo>
                  <a:pt x="962025" y="304800"/>
                </a:lnTo>
                <a:lnTo>
                  <a:pt x="952500" y="304800"/>
                </a:lnTo>
                <a:lnTo>
                  <a:pt x="952500" y="295275"/>
                </a:lnTo>
                <a:lnTo>
                  <a:pt x="942975" y="295275"/>
                </a:lnTo>
                <a:lnTo>
                  <a:pt x="942975" y="285750"/>
                </a:lnTo>
                <a:lnTo>
                  <a:pt x="923925" y="285750"/>
                </a:lnTo>
                <a:lnTo>
                  <a:pt x="923925" y="276225"/>
                </a:lnTo>
                <a:lnTo>
                  <a:pt x="933450" y="276225"/>
                </a:lnTo>
                <a:lnTo>
                  <a:pt x="933450" y="266700"/>
                </a:lnTo>
                <a:lnTo>
                  <a:pt x="971550" y="266700"/>
                </a:lnTo>
                <a:close/>
                <a:moveTo>
                  <a:pt x="561975" y="266700"/>
                </a:moveTo>
                <a:lnTo>
                  <a:pt x="571500" y="266700"/>
                </a:lnTo>
                <a:lnTo>
                  <a:pt x="571500" y="276225"/>
                </a:lnTo>
                <a:lnTo>
                  <a:pt x="561975" y="276225"/>
                </a:lnTo>
                <a:close/>
                <a:moveTo>
                  <a:pt x="885825" y="266700"/>
                </a:moveTo>
                <a:lnTo>
                  <a:pt x="895350" y="266700"/>
                </a:lnTo>
                <a:lnTo>
                  <a:pt x="895350" y="285750"/>
                </a:lnTo>
                <a:lnTo>
                  <a:pt x="914400" y="285750"/>
                </a:lnTo>
                <a:lnTo>
                  <a:pt x="914400" y="295275"/>
                </a:lnTo>
                <a:lnTo>
                  <a:pt x="923925" y="295275"/>
                </a:lnTo>
                <a:lnTo>
                  <a:pt x="923925" y="314325"/>
                </a:lnTo>
                <a:lnTo>
                  <a:pt x="904875" y="314325"/>
                </a:lnTo>
                <a:lnTo>
                  <a:pt x="904875" y="323850"/>
                </a:lnTo>
                <a:lnTo>
                  <a:pt x="895350" y="323850"/>
                </a:lnTo>
                <a:lnTo>
                  <a:pt x="895350" y="333375"/>
                </a:lnTo>
                <a:lnTo>
                  <a:pt x="904875" y="333375"/>
                </a:lnTo>
                <a:lnTo>
                  <a:pt x="904875" y="352425"/>
                </a:lnTo>
                <a:lnTo>
                  <a:pt x="895350" y="352425"/>
                </a:lnTo>
                <a:lnTo>
                  <a:pt x="895350" y="361950"/>
                </a:lnTo>
                <a:lnTo>
                  <a:pt x="885825" y="361950"/>
                </a:lnTo>
                <a:lnTo>
                  <a:pt x="885825" y="342900"/>
                </a:lnTo>
                <a:lnTo>
                  <a:pt x="876300" y="342900"/>
                </a:lnTo>
                <a:lnTo>
                  <a:pt x="876300" y="333375"/>
                </a:lnTo>
                <a:lnTo>
                  <a:pt x="885825" y="333375"/>
                </a:lnTo>
                <a:lnTo>
                  <a:pt x="885825" y="323850"/>
                </a:lnTo>
                <a:lnTo>
                  <a:pt x="876300" y="323850"/>
                </a:lnTo>
                <a:lnTo>
                  <a:pt x="876300" y="285750"/>
                </a:lnTo>
                <a:lnTo>
                  <a:pt x="885825" y="285750"/>
                </a:lnTo>
                <a:close/>
                <a:moveTo>
                  <a:pt x="466725" y="276225"/>
                </a:moveTo>
                <a:lnTo>
                  <a:pt x="485775" y="276225"/>
                </a:lnTo>
                <a:lnTo>
                  <a:pt x="485775" y="285750"/>
                </a:lnTo>
                <a:lnTo>
                  <a:pt x="466725" y="285750"/>
                </a:lnTo>
                <a:close/>
                <a:moveTo>
                  <a:pt x="1047750" y="276225"/>
                </a:moveTo>
                <a:lnTo>
                  <a:pt x="1057275" y="276225"/>
                </a:lnTo>
                <a:lnTo>
                  <a:pt x="1057275" y="285750"/>
                </a:lnTo>
                <a:lnTo>
                  <a:pt x="1047750" y="285750"/>
                </a:lnTo>
                <a:close/>
                <a:moveTo>
                  <a:pt x="485775" y="285750"/>
                </a:moveTo>
                <a:lnTo>
                  <a:pt x="495300" y="285750"/>
                </a:lnTo>
                <a:lnTo>
                  <a:pt x="495300" y="295275"/>
                </a:lnTo>
                <a:lnTo>
                  <a:pt x="485775" y="295275"/>
                </a:lnTo>
                <a:close/>
                <a:moveTo>
                  <a:pt x="1019175" y="285750"/>
                </a:moveTo>
                <a:lnTo>
                  <a:pt x="1028700" y="285750"/>
                </a:lnTo>
                <a:lnTo>
                  <a:pt x="1028700" y="295275"/>
                </a:lnTo>
                <a:lnTo>
                  <a:pt x="1038225" y="295275"/>
                </a:lnTo>
                <a:lnTo>
                  <a:pt x="1038225" y="304800"/>
                </a:lnTo>
                <a:lnTo>
                  <a:pt x="1028700" y="304800"/>
                </a:lnTo>
                <a:lnTo>
                  <a:pt x="1028700" y="314325"/>
                </a:lnTo>
                <a:lnTo>
                  <a:pt x="1057275" y="314325"/>
                </a:lnTo>
                <a:lnTo>
                  <a:pt x="1057275" y="323850"/>
                </a:lnTo>
                <a:lnTo>
                  <a:pt x="1038225" y="323850"/>
                </a:lnTo>
                <a:lnTo>
                  <a:pt x="1038225" y="352425"/>
                </a:lnTo>
                <a:lnTo>
                  <a:pt x="990600" y="352425"/>
                </a:lnTo>
                <a:lnTo>
                  <a:pt x="990600" y="323850"/>
                </a:lnTo>
                <a:lnTo>
                  <a:pt x="1009650" y="323850"/>
                </a:lnTo>
                <a:lnTo>
                  <a:pt x="1009650" y="314325"/>
                </a:lnTo>
                <a:lnTo>
                  <a:pt x="1019175" y="314325"/>
                </a:lnTo>
                <a:close/>
                <a:moveTo>
                  <a:pt x="495300" y="295275"/>
                </a:moveTo>
                <a:lnTo>
                  <a:pt x="504825" y="295275"/>
                </a:lnTo>
                <a:lnTo>
                  <a:pt x="504825" y="304800"/>
                </a:lnTo>
                <a:lnTo>
                  <a:pt x="495300" y="304800"/>
                </a:lnTo>
                <a:close/>
                <a:moveTo>
                  <a:pt x="533400" y="295275"/>
                </a:moveTo>
                <a:lnTo>
                  <a:pt x="542925" y="295275"/>
                </a:lnTo>
                <a:lnTo>
                  <a:pt x="542925" y="304800"/>
                </a:lnTo>
                <a:lnTo>
                  <a:pt x="533400" y="304800"/>
                </a:lnTo>
                <a:close/>
                <a:moveTo>
                  <a:pt x="990600" y="295275"/>
                </a:moveTo>
                <a:lnTo>
                  <a:pt x="1009650" y="295275"/>
                </a:lnTo>
                <a:lnTo>
                  <a:pt x="1009650" y="304800"/>
                </a:lnTo>
                <a:lnTo>
                  <a:pt x="990600" y="304800"/>
                </a:lnTo>
                <a:close/>
                <a:moveTo>
                  <a:pt x="85725" y="304800"/>
                </a:moveTo>
                <a:lnTo>
                  <a:pt x="95250" y="304800"/>
                </a:lnTo>
                <a:lnTo>
                  <a:pt x="95250" y="314325"/>
                </a:lnTo>
                <a:lnTo>
                  <a:pt x="85725" y="314325"/>
                </a:lnTo>
                <a:close/>
                <a:moveTo>
                  <a:pt x="504825" y="304800"/>
                </a:moveTo>
                <a:lnTo>
                  <a:pt x="533400" y="304800"/>
                </a:lnTo>
                <a:lnTo>
                  <a:pt x="533400" y="314325"/>
                </a:lnTo>
                <a:lnTo>
                  <a:pt x="504825" y="314325"/>
                </a:lnTo>
                <a:close/>
                <a:moveTo>
                  <a:pt x="923925" y="314325"/>
                </a:moveTo>
                <a:lnTo>
                  <a:pt x="933450" y="314325"/>
                </a:lnTo>
                <a:lnTo>
                  <a:pt x="933450" y="323850"/>
                </a:lnTo>
                <a:lnTo>
                  <a:pt x="923925" y="323850"/>
                </a:lnTo>
                <a:close/>
                <a:moveTo>
                  <a:pt x="952500" y="314325"/>
                </a:moveTo>
                <a:lnTo>
                  <a:pt x="971550" y="314325"/>
                </a:lnTo>
                <a:lnTo>
                  <a:pt x="971550" y="333375"/>
                </a:lnTo>
                <a:lnTo>
                  <a:pt x="952500" y="333375"/>
                </a:lnTo>
                <a:close/>
                <a:moveTo>
                  <a:pt x="1076325" y="314325"/>
                </a:moveTo>
                <a:lnTo>
                  <a:pt x="1085850" y="314325"/>
                </a:lnTo>
                <a:lnTo>
                  <a:pt x="1085850" y="323850"/>
                </a:lnTo>
                <a:lnTo>
                  <a:pt x="1076325" y="323850"/>
                </a:lnTo>
                <a:close/>
                <a:moveTo>
                  <a:pt x="647700" y="323850"/>
                </a:moveTo>
                <a:lnTo>
                  <a:pt x="657225" y="323850"/>
                </a:lnTo>
                <a:lnTo>
                  <a:pt x="657225" y="342900"/>
                </a:lnTo>
                <a:lnTo>
                  <a:pt x="647700" y="342900"/>
                </a:lnTo>
                <a:close/>
                <a:moveTo>
                  <a:pt x="0" y="333375"/>
                </a:moveTo>
                <a:lnTo>
                  <a:pt x="9525" y="333375"/>
                </a:lnTo>
                <a:lnTo>
                  <a:pt x="9525" y="352425"/>
                </a:lnTo>
                <a:lnTo>
                  <a:pt x="0" y="352425"/>
                </a:lnTo>
                <a:close/>
                <a:moveTo>
                  <a:pt x="323850" y="333375"/>
                </a:moveTo>
                <a:lnTo>
                  <a:pt x="342900" y="333375"/>
                </a:lnTo>
                <a:lnTo>
                  <a:pt x="342900" y="342900"/>
                </a:lnTo>
                <a:lnTo>
                  <a:pt x="333375" y="342900"/>
                </a:lnTo>
                <a:lnTo>
                  <a:pt x="333375" y="352425"/>
                </a:lnTo>
                <a:lnTo>
                  <a:pt x="323850" y="352425"/>
                </a:lnTo>
                <a:close/>
                <a:moveTo>
                  <a:pt x="1085850" y="333375"/>
                </a:moveTo>
                <a:lnTo>
                  <a:pt x="1104900" y="333375"/>
                </a:lnTo>
                <a:lnTo>
                  <a:pt x="1104900" y="342900"/>
                </a:lnTo>
                <a:lnTo>
                  <a:pt x="1085850" y="342900"/>
                </a:lnTo>
                <a:close/>
                <a:moveTo>
                  <a:pt x="114300" y="342900"/>
                </a:moveTo>
                <a:lnTo>
                  <a:pt x="142875" y="342900"/>
                </a:lnTo>
                <a:lnTo>
                  <a:pt x="142875" y="352425"/>
                </a:lnTo>
                <a:lnTo>
                  <a:pt x="133350" y="352425"/>
                </a:lnTo>
                <a:lnTo>
                  <a:pt x="133350" y="371475"/>
                </a:lnTo>
                <a:lnTo>
                  <a:pt x="123825" y="371475"/>
                </a:lnTo>
                <a:lnTo>
                  <a:pt x="123825" y="352425"/>
                </a:lnTo>
                <a:lnTo>
                  <a:pt x="114300" y="352425"/>
                </a:lnTo>
                <a:close/>
                <a:moveTo>
                  <a:pt x="628650" y="342900"/>
                </a:moveTo>
                <a:lnTo>
                  <a:pt x="638175" y="342900"/>
                </a:lnTo>
                <a:lnTo>
                  <a:pt x="638175" y="352425"/>
                </a:lnTo>
                <a:lnTo>
                  <a:pt x="628650" y="352425"/>
                </a:lnTo>
                <a:close/>
                <a:moveTo>
                  <a:pt x="904875" y="352425"/>
                </a:moveTo>
                <a:lnTo>
                  <a:pt x="923925" y="352425"/>
                </a:lnTo>
                <a:lnTo>
                  <a:pt x="923925" y="361950"/>
                </a:lnTo>
                <a:lnTo>
                  <a:pt x="904875" y="361950"/>
                </a:lnTo>
                <a:close/>
                <a:moveTo>
                  <a:pt x="1181100" y="361950"/>
                </a:moveTo>
                <a:lnTo>
                  <a:pt x="1209675" y="361950"/>
                </a:lnTo>
                <a:lnTo>
                  <a:pt x="1209675" y="390525"/>
                </a:lnTo>
                <a:lnTo>
                  <a:pt x="1190625" y="390525"/>
                </a:lnTo>
                <a:lnTo>
                  <a:pt x="1190625" y="381000"/>
                </a:lnTo>
                <a:lnTo>
                  <a:pt x="1200150" y="381000"/>
                </a:lnTo>
                <a:lnTo>
                  <a:pt x="1200150" y="371475"/>
                </a:lnTo>
                <a:lnTo>
                  <a:pt x="1181100" y="371475"/>
                </a:lnTo>
                <a:close/>
                <a:moveTo>
                  <a:pt x="295275" y="371475"/>
                </a:moveTo>
                <a:lnTo>
                  <a:pt x="314325" y="371475"/>
                </a:lnTo>
                <a:lnTo>
                  <a:pt x="314325" y="400050"/>
                </a:lnTo>
                <a:lnTo>
                  <a:pt x="323850" y="400050"/>
                </a:lnTo>
                <a:lnTo>
                  <a:pt x="323850" y="409575"/>
                </a:lnTo>
                <a:lnTo>
                  <a:pt x="304800" y="409575"/>
                </a:lnTo>
                <a:lnTo>
                  <a:pt x="304800" y="419100"/>
                </a:lnTo>
                <a:lnTo>
                  <a:pt x="285750" y="419100"/>
                </a:lnTo>
                <a:lnTo>
                  <a:pt x="285750" y="400050"/>
                </a:lnTo>
                <a:lnTo>
                  <a:pt x="295275" y="400050"/>
                </a:lnTo>
                <a:close/>
                <a:moveTo>
                  <a:pt x="466725" y="371475"/>
                </a:moveTo>
                <a:lnTo>
                  <a:pt x="476250" y="371475"/>
                </a:lnTo>
                <a:lnTo>
                  <a:pt x="476250" y="400050"/>
                </a:lnTo>
                <a:lnTo>
                  <a:pt x="466725" y="400050"/>
                </a:lnTo>
                <a:close/>
                <a:moveTo>
                  <a:pt x="990600" y="371475"/>
                </a:moveTo>
                <a:lnTo>
                  <a:pt x="1000125" y="371475"/>
                </a:lnTo>
                <a:lnTo>
                  <a:pt x="1000125" y="381000"/>
                </a:lnTo>
                <a:lnTo>
                  <a:pt x="990600" y="381000"/>
                </a:lnTo>
                <a:close/>
                <a:moveTo>
                  <a:pt x="142875" y="381000"/>
                </a:moveTo>
                <a:lnTo>
                  <a:pt x="152400" y="381000"/>
                </a:lnTo>
                <a:lnTo>
                  <a:pt x="152400" y="390525"/>
                </a:lnTo>
                <a:lnTo>
                  <a:pt x="142875" y="390525"/>
                </a:lnTo>
                <a:close/>
                <a:moveTo>
                  <a:pt x="1019175" y="381000"/>
                </a:moveTo>
                <a:lnTo>
                  <a:pt x="1047750" y="381000"/>
                </a:lnTo>
                <a:lnTo>
                  <a:pt x="1047750" y="400050"/>
                </a:lnTo>
                <a:lnTo>
                  <a:pt x="1057275" y="400050"/>
                </a:lnTo>
                <a:lnTo>
                  <a:pt x="1057275" y="419100"/>
                </a:lnTo>
                <a:lnTo>
                  <a:pt x="1038225" y="419100"/>
                </a:lnTo>
                <a:lnTo>
                  <a:pt x="1038225" y="409575"/>
                </a:lnTo>
                <a:lnTo>
                  <a:pt x="1028700" y="409575"/>
                </a:lnTo>
                <a:lnTo>
                  <a:pt x="1028700" y="400050"/>
                </a:lnTo>
                <a:lnTo>
                  <a:pt x="1019175" y="400050"/>
                </a:lnTo>
                <a:close/>
                <a:moveTo>
                  <a:pt x="152400" y="390525"/>
                </a:moveTo>
                <a:lnTo>
                  <a:pt x="180975" y="390525"/>
                </a:lnTo>
                <a:lnTo>
                  <a:pt x="180975" y="400050"/>
                </a:lnTo>
                <a:lnTo>
                  <a:pt x="152400" y="400050"/>
                </a:lnTo>
                <a:close/>
                <a:moveTo>
                  <a:pt x="257175" y="400050"/>
                </a:moveTo>
                <a:lnTo>
                  <a:pt x="276225" y="400050"/>
                </a:lnTo>
                <a:lnTo>
                  <a:pt x="276225" y="409575"/>
                </a:lnTo>
                <a:lnTo>
                  <a:pt x="257175" y="409575"/>
                </a:lnTo>
                <a:close/>
                <a:moveTo>
                  <a:pt x="0" y="409575"/>
                </a:moveTo>
                <a:lnTo>
                  <a:pt x="19050" y="409575"/>
                </a:lnTo>
                <a:lnTo>
                  <a:pt x="19050" y="419100"/>
                </a:lnTo>
                <a:lnTo>
                  <a:pt x="0" y="419100"/>
                </a:lnTo>
                <a:close/>
                <a:moveTo>
                  <a:pt x="933450" y="409575"/>
                </a:moveTo>
                <a:lnTo>
                  <a:pt x="952500" y="409575"/>
                </a:lnTo>
                <a:lnTo>
                  <a:pt x="952500" y="419100"/>
                </a:lnTo>
                <a:lnTo>
                  <a:pt x="933450" y="419100"/>
                </a:lnTo>
                <a:close/>
                <a:moveTo>
                  <a:pt x="276225" y="419100"/>
                </a:moveTo>
                <a:lnTo>
                  <a:pt x="285750" y="419100"/>
                </a:lnTo>
                <a:lnTo>
                  <a:pt x="285750" y="428625"/>
                </a:lnTo>
                <a:lnTo>
                  <a:pt x="276225" y="428625"/>
                </a:lnTo>
                <a:close/>
                <a:moveTo>
                  <a:pt x="1190625" y="419100"/>
                </a:moveTo>
                <a:lnTo>
                  <a:pt x="1200150" y="419100"/>
                </a:lnTo>
                <a:lnTo>
                  <a:pt x="1200150" y="428625"/>
                </a:lnTo>
                <a:lnTo>
                  <a:pt x="1190625" y="428625"/>
                </a:lnTo>
                <a:close/>
                <a:moveTo>
                  <a:pt x="1123950" y="428625"/>
                </a:moveTo>
                <a:lnTo>
                  <a:pt x="1133475" y="428625"/>
                </a:lnTo>
                <a:lnTo>
                  <a:pt x="1133475" y="438150"/>
                </a:lnTo>
                <a:lnTo>
                  <a:pt x="1123950" y="438150"/>
                </a:lnTo>
                <a:close/>
                <a:moveTo>
                  <a:pt x="1143000" y="428625"/>
                </a:moveTo>
                <a:lnTo>
                  <a:pt x="1152525" y="428625"/>
                </a:lnTo>
                <a:lnTo>
                  <a:pt x="1152525" y="447675"/>
                </a:lnTo>
                <a:lnTo>
                  <a:pt x="1133475" y="447675"/>
                </a:lnTo>
                <a:lnTo>
                  <a:pt x="1133475" y="438150"/>
                </a:lnTo>
                <a:lnTo>
                  <a:pt x="1143000" y="438150"/>
                </a:lnTo>
                <a:close/>
                <a:moveTo>
                  <a:pt x="200025" y="438150"/>
                </a:moveTo>
                <a:lnTo>
                  <a:pt x="209550" y="438150"/>
                </a:lnTo>
                <a:lnTo>
                  <a:pt x="209550" y="447675"/>
                </a:lnTo>
                <a:lnTo>
                  <a:pt x="200025" y="447675"/>
                </a:lnTo>
                <a:close/>
                <a:moveTo>
                  <a:pt x="1076325" y="438150"/>
                </a:moveTo>
                <a:lnTo>
                  <a:pt x="1085850" y="438150"/>
                </a:lnTo>
                <a:lnTo>
                  <a:pt x="1085850" y="476250"/>
                </a:lnTo>
                <a:lnTo>
                  <a:pt x="1076325" y="476250"/>
                </a:lnTo>
                <a:lnTo>
                  <a:pt x="1076325" y="466725"/>
                </a:lnTo>
                <a:lnTo>
                  <a:pt x="1057275" y="466725"/>
                </a:lnTo>
                <a:lnTo>
                  <a:pt x="1057275" y="457200"/>
                </a:lnTo>
                <a:lnTo>
                  <a:pt x="1076325" y="457200"/>
                </a:lnTo>
                <a:close/>
                <a:moveTo>
                  <a:pt x="0" y="447675"/>
                </a:moveTo>
                <a:lnTo>
                  <a:pt x="9525" y="447675"/>
                </a:lnTo>
                <a:lnTo>
                  <a:pt x="9525" y="466725"/>
                </a:lnTo>
                <a:lnTo>
                  <a:pt x="0" y="466725"/>
                </a:lnTo>
                <a:close/>
                <a:moveTo>
                  <a:pt x="133350" y="447675"/>
                </a:moveTo>
                <a:lnTo>
                  <a:pt x="142875" y="447675"/>
                </a:lnTo>
                <a:lnTo>
                  <a:pt x="142875" y="457200"/>
                </a:lnTo>
                <a:lnTo>
                  <a:pt x="133350" y="457200"/>
                </a:lnTo>
                <a:close/>
                <a:moveTo>
                  <a:pt x="190500" y="447675"/>
                </a:moveTo>
                <a:lnTo>
                  <a:pt x="200025" y="447675"/>
                </a:lnTo>
                <a:lnTo>
                  <a:pt x="200025" y="457200"/>
                </a:lnTo>
                <a:lnTo>
                  <a:pt x="190500" y="457200"/>
                </a:lnTo>
                <a:close/>
                <a:moveTo>
                  <a:pt x="209550" y="447675"/>
                </a:moveTo>
                <a:lnTo>
                  <a:pt x="219075" y="447675"/>
                </a:lnTo>
                <a:lnTo>
                  <a:pt x="219075" y="457200"/>
                </a:lnTo>
                <a:lnTo>
                  <a:pt x="209550" y="457200"/>
                </a:lnTo>
                <a:close/>
                <a:moveTo>
                  <a:pt x="1123950" y="447675"/>
                </a:moveTo>
                <a:lnTo>
                  <a:pt x="1133475" y="447675"/>
                </a:lnTo>
                <a:lnTo>
                  <a:pt x="1133475" y="457200"/>
                </a:lnTo>
                <a:lnTo>
                  <a:pt x="1143000" y="457200"/>
                </a:lnTo>
                <a:lnTo>
                  <a:pt x="1143000" y="466725"/>
                </a:lnTo>
                <a:lnTo>
                  <a:pt x="1123950" y="466725"/>
                </a:lnTo>
                <a:close/>
                <a:moveTo>
                  <a:pt x="142875" y="457200"/>
                </a:moveTo>
                <a:lnTo>
                  <a:pt x="152400" y="457200"/>
                </a:lnTo>
                <a:lnTo>
                  <a:pt x="152400" y="466725"/>
                </a:lnTo>
                <a:lnTo>
                  <a:pt x="142875" y="466725"/>
                </a:lnTo>
                <a:close/>
                <a:moveTo>
                  <a:pt x="1152525" y="457200"/>
                </a:moveTo>
                <a:lnTo>
                  <a:pt x="1162050" y="457200"/>
                </a:lnTo>
                <a:lnTo>
                  <a:pt x="1162050" y="495300"/>
                </a:lnTo>
                <a:lnTo>
                  <a:pt x="1171575" y="495300"/>
                </a:lnTo>
                <a:lnTo>
                  <a:pt x="1171575" y="504825"/>
                </a:lnTo>
                <a:lnTo>
                  <a:pt x="1152525" y="504825"/>
                </a:lnTo>
                <a:lnTo>
                  <a:pt x="1152525" y="514350"/>
                </a:lnTo>
                <a:lnTo>
                  <a:pt x="1143000" y="514350"/>
                </a:lnTo>
                <a:lnTo>
                  <a:pt x="1143000" y="476250"/>
                </a:lnTo>
                <a:lnTo>
                  <a:pt x="1152525" y="476250"/>
                </a:lnTo>
                <a:close/>
                <a:moveTo>
                  <a:pt x="981075" y="466725"/>
                </a:moveTo>
                <a:lnTo>
                  <a:pt x="990600" y="466725"/>
                </a:lnTo>
                <a:lnTo>
                  <a:pt x="990600" y="476250"/>
                </a:lnTo>
                <a:lnTo>
                  <a:pt x="981075" y="476250"/>
                </a:lnTo>
                <a:close/>
                <a:moveTo>
                  <a:pt x="1114425" y="476250"/>
                </a:moveTo>
                <a:lnTo>
                  <a:pt x="1123950" y="476250"/>
                </a:lnTo>
                <a:lnTo>
                  <a:pt x="1123950" y="485775"/>
                </a:lnTo>
                <a:lnTo>
                  <a:pt x="1133475" y="485775"/>
                </a:lnTo>
                <a:lnTo>
                  <a:pt x="1133475" y="495300"/>
                </a:lnTo>
                <a:lnTo>
                  <a:pt x="1114425" y="495300"/>
                </a:lnTo>
                <a:close/>
                <a:moveTo>
                  <a:pt x="1076325" y="504825"/>
                </a:moveTo>
                <a:lnTo>
                  <a:pt x="1085850" y="504825"/>
                </a:lnTo>
                <a:lnTo>
                  <a:pt x="1085850" y="514350"/>
                </a:lnTo>
                <a:lnTo>
                  <a:pt x="1095375" y="514350"/>
                </a:lnTo>
                <a:lnTo>
                  <a:pt x="1095375" y="533400"/>
                </a:lnTo>
                <a:lnTo>
                  <a:pt x="1085850" y="533400"/>
                </a:lnTo>
                <a:lnTo>
                  <a:pt x="1085850" y="523875"/>
                </a:lnTo>
                <a:lnTo>
                  <a:pt x="1076325" y="523875"/>
                </a:lnTo>
                <a:close/>
                <a:moveTo>
                  <a:pt x="1181100" y="514350"/>
                </a:moveTo>
                <a:lnTo>
                  <a:pt x="1190625" y="514350"/>
                </a:lnTo>
                <a:lnTo>
                  <a:pt x="1190625" y="523875"/>
                </a:lnTo>
                <a:lnTo>
                  <a:pt x="1181100" y="523875"/>
                </a:lnTo>
                <a:close/>
                <a:moveTo>
                  <a:pt x="1143000" y="523875"/>
                </a:moveTo>
                <a:lnTo>
                  <a:pt x="1152525" y="523875"/>
                </a:lnTo>
                <a:lnTo>
                  <a:pt x="1152525" y="533400"/>
                </a:lnTo>
                <a:lnTo>
                  <a:pt x="1143000" y="533400"/>
                </a:lnTo>
                <a:close/>
                <a:moveTo>
                  <a:pt x="1190625" y="523875"/>
                </a:moveTo>
                <a:lnTo>
                  <a:pt x="1200150" y="523875"/>
                </a:lnTo>
                <a:lnTo>
                  <a:pt x="1200150" y="533400"/>
                </a:lnTo>
                <a:lnTo>
                  <a:pt x="1190625" y="533400"/>
                </a:lnTo>
                <a:close/>
                <a:moveTo>
                  <a:pt x="1114425" y="533400"/>
                </a:moveTo>
                <a:lnTo>
                  <a:pt x="1123950" y="533400"/>
                </a:lnTo>
                <a:lnTo>
                  <a:pt x="1123950" y="542925"/>
                </a:lnTo>
                <a:lnTo>
                  <a:pt x="1152525" y="542925"/>
                </a:lnTo>
                <a:lnTo>
                  <a:pt x="1152525" y="533400"/>
                </a:lnTo>
                <a:lnTo>
                  <a:pt x="1162050" y="533400"/>
                </a:lnTo>
                <a:lnTo>
                  <a:pt x="1162050" y="542925"/>
                </a:lnTo>
                <a:lnTo>
                  <a:pt x="1171575" y="542925"/>
                </a:lnTo>
                <a:lnTo>
                  <a:pt x="1171575" y="533400"/>
                </a:lnTo>
                <a:lnTo>
                  <a:pt x="1181100" y="533400"/>
                </a:lnTo>
                <a:lnTo>
                  <a:pt x="1181100" y="542925"/>
                </a:lnTo>
                <a:lnTo>
                  <a:pt x="1190625" y="542925"/>
                </a:lnTo>
                <a:lnTo>
                  <a:pt x="1190625" y="552450"/>
                </a:lnTo>
                <a:lnTo>
                  <a:pt x="1200150" y="552450"/>
                </a:lnTo>
                <a:lnTo>
                  <a:pt x="1200150" y="542925"/>
                </a:lnTo>
                <a:lnTo>
                  <a:pt x="1209675" y="542925"/>
                </a:lnTo>
                <a:lnTo>
                  <a:pt x="1209675" y="552450"/>
                </a:lnTo>
                <a:lnTo>
                  <a:pt x="1200150" y="552450"/>
                </a:lnTo>
                <a:lnTo>
                  <a:pt x="1200150" y="581025"/>
                </a:lnTo>
                <a:lnTo>
                  <a:pt x="1190625" y="581025"/>
                </a:lnTo>
                <a:lnTo>
                  <a:pt x="1190625" y="609600"/>
                </a:lnTo>
                <a:lnTo>
                  <a:pt x="1162050" y="609600"/>
                </a:lnTo>
                <a:lnTo>
                  <a:pt x="1162050" y="600075"/>
                </a:lnTo>
                <a:lnTo>
                  <a:pt x="1133475" y="600075"/>
                </a:lnTo>
                <a:lnTo>
                  <a:pt x="1133475" y="581025"/>
                </a:lnTo>
                <a:lnTo>
                  <a:pt x="1123950" y="581025"/>
                </a:lnTo>
                <a:lnTo>
                  <a:pt x="1123950" y="571500"/>
                </a:lnTo>
                <a:lnTo>
                  <a:pt x="1114425" y="571500"/>
                </a:lnTo>
                <a:close/>
                <a:moveTo>
                  <a:pt x="1057275" y="561975"/>
                </a:moveTo>
                <a:lnTo>
                  <a:pt x="1085850" y="561975"/>
                </a:lnTo>
                <a:lnTo>
                  <a:pt x="1085850" y="571500"/>
                </a:lnTo>
                <a:lnTo>
                  <a:pt x="1095375" y="571500"/>
                </a:lnTo>
                <a:lnTo>
                  <a:pt x="1095375" y="600075"/>
                </a:lnTo>
                <a:lnTo>
                  <a:pt x="1085850" y="600075"/>
                </a:lnTo>
                <a:lnTo>
                  <a:pt x="1085850" y="590550"/>
                </a:lnTo>
                <a:lnTo>
                  <a:pt x="1066800" y="590550"/>
                </a:lnTo>
                <a:lnTo>
                  <a:pt x="1066800" y="581025"/>
                </a:lnTo>
                <a:lnTo>
                  <a:pt x="1057275" y="581025"/>
                </a:lnTo>
                <a:close/>
                <a:moveTo>
                  <a:pt x="1114425" y="581025"/>
                </a:moveTo>
                <a:lnTo>
                  <a:pt x="1123950" y="581025"/>
                </a:lnTo>
                <a:lnTo>
                  <a:pt x="1123950" y="600075"/>
                </a:lnTo>
                <a:lnTo>
                  <a:pt x="1133475" y="600075"/>
                </a:lnTo>
                <a:lnTo>
                  <a:pt x="1133475" y="609600"/>
                </a:lnTo>
                <a:lnTo>
                  <a:pt x="1123950" y="609600"/>
                </a:lnTo>
                <a:lnTo>
                  <a:pt x="1123950" y="619125"/>
                </a:lnTo>
                <a:lnTo>
                  <a:pt x="1133475" y="619125"/>
                </a:lnTo>
                <a:lnTo>
                  <a:pt x="1133475" y="609600"/>
                </a:lnTo>
                <a:lnTo>
                  <a:pt x="1143000" y="609600"/>
                </a:lnTo>
                <a:lnTo>
                  <a:pt x="1143000" y="619125"/>
                </a:lnTo>
                <a:lnTo>
                  <a:pt x="1133475" y="619125"/>
                </a:lnTo>
                <a:lnTo>
                  <a:pt x="1133475" y="647700"/>
                </a:lnTo>
                <a:lnTo>
                  <a:pt x="1123950" y="647700"/>
                </a:lnTo>
                <a:lnTo>
                  <a:pt x="1123950" y="628650"/>
                </a:lnTo>
                <a:lnTo>
                  <a:pt x="1114425" y="628650"/>
                </a:lnTo>
                <a:lnTo>
                  <a:pt x="1114425" y="619125"/>
                </a:lnTo>
                <a:lnTo>
                  <a:pt x="1104900" y="619125"/>
                </a:lnTo>
                <a:lnTo>
                  <a:pt x="1104900" y="628650"/>
                </a:lnTo>
                <a:lnTo>
                  <a:pt x="1095375" y="628650"/>
                </a:lnTo>
                <a:lnTo>
                  <a:pt x="1095375" y="600075"/>
                </a:lnTo>
                <a:lnTo>
                  <a:pt x="1114425" y="600075"/>
                </a:lnTo>
                <a:close/>
                <a:moveTo>
                  <a:pt x="1152525" y="590550"/>
                </a:moveTo>
                <a:lnTo>
                  <a:pt x="1171575" y="590550"/>
                </a:lnTo>
                <a:lnTo>
                  <a:pt x="1171575" y="571500"/>
                </a:lnTo>
                <a:lnTo>
                  <a:pt x="1162050" y="571500"/>
                </a:lnTo>
                <a:lnTo>
                  <a:pt x="1162050" y="561975"/>
                </a:lnTo>
                <a:lnTo>
                  <a:pt x="1152525" y="561975"/>
                </a:lnTo>
                <a:close/>
                <a:moveTo>
                  <a:pt x="1019175" y="600075"/>
                </a:moveTo>
                <a:lnTo>
                  <a:pt x="1038225" y="600075"/>
                </a:lnTo>
                <a:lnTo>
                  <a:pt x="1038225" y="609600"/>
                </a:lnTo>
                <a:lnTo>
                  <a:pt x="1028700" y="609600"/>
                </a:lnTo>
                <a:lnTo>
                  <a:pt x="1028700" y="619125"/>
                </a:lnTo>
                <a:lnTo>
                  <a:pt x="1019175" y="619125"/>
                </a:lnTo>
                <a:close/>
                <a:moveTo>
                  <a:pt x="1038225" y="609600"/>
                </a:moveTo>
                <a:lnTo>
                  <a:pt x="1057275" y="609600"/>
                </a:lnTo>
                <a:lnTo>
                  <a:pt x="1057275" y="638175"/>
                </a:lnTo>
                <a:lnTo>
                  <a:pt x="1066800" y="638175"/>
                </a:lnTo>
                <a:lnTo>
                  <a:pt x="1066800" y="647700"/>
                </a:lnTo>
                <a:lnTo>
                  <a:pt x="1123950" y="647700"/>
                </a:lnTo>
                <a:lnTo>
                  <a:pt x="1123950" y="704850"/>
                </a:lnTo>
                <a:lnTo>
                  <a:pt x="1114425" y="704850"/>
                </a:lnTo>
                <a:lnTo>
                  <a:pt x="1114425" y="657225"/>
                </a:lnTo>
                <a:lnTo>
                  <a:pt x="1104900" y="657225"/>
                </a:lnTo>
                <a:lnTo>
                  <a:pt x="1104900" y="666750"/>
                </a:lnTo>
                <a:lnTo>
                  <a:pt x="1095375" y="666750"/>
                </a:lnTo>
                <a:lnTo>
                  <a:pt x="1095375" y="676275"/>
                </a:lnTo>
                <a:lnTo>
                  <a:pt x="1085850" y="676275"/>
                </a:lnTo>
                <a:lnTo>
                  <a:pt x="1085850" y="666750"/>
                </a:lnTo>
                <a:lnTo>
                  <a:pt x="1076325" y="666750"/>
                </a:lnTo>
                <a:lnTo>
                  <a:pt x="1076325" y="676275"/>
                </a:lnTo>
                <a:lnTo>
                  <a:pt x="1057275" y="676275"/>
                </a:lnTo>
                <a:lnTo>
                  <a:pt x="1057275" y="666750"/>
                </a:lnTo>
                <a:lnTo>
                  <a:pt x="1066800" y="666750"/>
                </a:lnTo>
                <a:lnTo>
                  <a:pt x="1066800" y="657225"/>
                </a:lnTo>
                <a:lnTo>
                  <a:pt x="1057275" y="657225"/>
                </a:lnTo>
                <a:lnTo>
                  <a:pt x="1057275" y="647700"/>
                </a:lnTo>
                <a:lnTo>
                  <a:pt x="1047750" y="647700"/>
                </a:lnTo>
                <a:lnTo>
                  <a:pt x="1047750" y="619125"/>
                </a:lnTo>
                <a:lnTo>
                  <a:pt x="1038225" y="619125"/>
                </a:lnTo>
                <a:close/>
                <a:moveTo>
                  <a:pt x="1152525" y="609600"/>
                </a:moveTo>
                <a:lnTo>
                  <a:pt x="1162050" y="609600"/>
                </a:lnTo>
                <a:lnTo>
                  <a:pt x="1162050" y="619125"/>
                </a:lnTo>
                <a:lnTo>
                  <a:pt x="1171575" y="619125"/>
                </a:lnTo>
                <a:lnTo>
                  <a:pt x="1171575" y="676275"/>
                </a:lnTo>
                <a:lnTo>
                  <a:pt x="1162050" y="676275"/>
                </a:lnTo>
                <a:lnTo>
                  <a:pt x="1162050" y="685800"/>
                </a:lnTo>
                <a:lnTo>
                  <a:pt x="1143000" y="685800"/>
                </a:lnTo>
                <a:lnTo>
                  <a:pt x="1143000" y="657225"/>
                </a:lnTo>
                <a:lnTo>
                  <a:pt x="1152525" y="657225"/>
                </a:lnTo>
                <a:lnTo>
                  <a:pt x="1152525" y="647700"/>
                </a:lnTo>
                <a:lnTo>
                  <a:pt x="1162050" y="647700"/>
                </a:lnTo>
                <a:lnTo>
                  <a:pt x="1162050" y="638175"/>
                </a:lnTo>
                <a:lnTo>
                  <a:pt x="1143000" y="638175"/>
                </a:lnTo>
                <a:lnTo>
                  <a:pt x="1143000" y="619125"/>
                </a:lnTo>
                <a:lnTo>
                  <a:pt x="1152525" y="619125"/>
                </a:lnTo>
                <a:close/>
                <a:moveTo>
                  <a:pt x="361950" y="657225"/>
                </a:moveTo>
                <a:lnTo>
                  <a:pt x="390525" y="657225"/>
                </a:lnTo>
                <a:lnTo>
                  <a:pt x="390525" y="666750"/>
                </a:lnTo>
                <a:lnTo>
                  <a:pt x="381000" y="666750"/>
                </a:lnTo>
                <a:lnTo>
                  <a:pt x="381000" y="676275"/>
                </a:lnTo>
                <a:lnTo>
                  <a:pt x="361950" y="676275"/>
                </a:lnTo>
                <a:lnTo>
                  <a:pt x="361950" y="704850"/>
                </a:lnTo>
                <a:lnTo>
                  <a:pt x="371475" y="704850"/>
                </a:lnTo>
                <a:lnTo>
                  <a:pt x="371475" y="714375"/>
                </a:lnTo>
                <a:lnTo>
                  <a:pt x="352425" y="714375"/>
                </a:lnTo>
                <a:lnTo>
                  <a:pt x="352425" y="704850"/>
                </a:lnTo>
                <a:lnTo>
                  <a:pt x="333375" y="704850"/>
                </a:lnTo>
                <a:lnTo>
                  <a:pt x="333375" y="714375"/>
                </a:lnTo>
                <a:lnTo>
                  <a:pt x="323850" y="714375"/>
                </a:lnTo>
                <a:lnTo>
                  <a:pt x="323850" y="723900"/>
                </a:lnTo>
                <a:lnTo>
                  <a:pt x="342900" y="723900"/>
                </a:lnTo>
                <a:lnTo>
                  <a:pt x="342900" y="733425"/>
                </a:lnTo>
                <a:lnTo>
                  <a:pt x="352425" y="733425"/>
                </a:lnTo>
                <a:lnTo>
                  <a:pt x="352425" y="723900"/>
                </a:lnTo>
                <a:lnTo>
                  <a:pt x="361950" y="723900"/>
                </a:lnTo>
                <a:lnTo>
                  <a:pt x="361950" y="752475"/>
                </a:lnTo>
                <a:lnTo>
                  <a:pt x="323850" y="752475"/>
                </a:lnTo>
                <a:lnTo>
                  <a:pt x="323850" y="733425"/>
                </a:lnTo>
                <a:lnTo>
                  <a:pt x="314325" y="733425"/>
                </a:lnTo>
                <a:lnTo>
                  <a:pt x="314325" y="695325"/>
                </a:lnTo>
                <a:lnTo>
                  <a:pt x="304800" y="695325"/>
                </a:lnTo>
                <a:lnTo>
                  <a:pt x="304800" y="685800"/>
                </a:lnTo>
                <a:lnTo>
                  <a:pt x="295275" y="685800"/>
                </a:lnTo>
                <a:lnTo>
                  <a:pt x="295275" y="676275"/>
                </a:lnTo>
                <a:lnTo>
                  <a:pt x="314325" y="676275"/>
                </a:lnTo>
                <a:lnTo>
                  <a:pt x="314325" y="666750"/>
                </a:lnTo>
                <a:lnTo>
                  <a:pt x="361950" y="666750"/>
                </a:lnTo>
                <a:close/>
                <a:moveTo>
                  <a:pt x="142875" y="666750"/>
                </a:moveTo>
                <a:lnTo>
                  <a:pt x="152400" y="666750"/>
                </a:lnTo>
                <a:lnTo>
                  <a:pt x="152400" y="676275"/>
                </a:lnTo>
                <a:lnTo>
                  <a:pt x="190500" y="676275"/>
                </a:lnTo>
                <a:lnTo>
                  <a:pt x="190500" y="666750"/>
                </a:lnTo>
                <a:lnTo>
                  <a:pt x="200025" y="666750"/>
                </a:lnTo>
                <a:lnTo>
                  <a:pt x="200025" y="676275"/>
                </a:lnTo>
                <a:lnTo>
                  <a:pt x="209550" y="676275"/>
                </a:lnTo>
                <a:lnTo>
                  <a:pt x="209550" y="685800"/>
                </a:lnTo>
                <a:lnTo>
                  <a:pt x="200025" y="685800"/>
                </a:lnTo>
                <a:lnTo>
                  <a:pt x="200025" y="704850"/>
                </a:lnTo>
                <a:lnTo>
                  <a:pt x="219075" y="704850"/>
                </a:lnTo>
                <a:lnTo>
                  <a:pt x="219075" y="685800"/>
                </a:lnTo>
                <a:lnTo>
                  <a:pt x="228600" y="685800"/>
                </a:lnTo>
                <a:lnTo>
                  <a:pt x="228600" y="676275"/>
                </a:lnTo>
                <a:lnTo>
                  <a:pt x="238125" y="676275"/>
                </a:lnTo>
                <a:lnTo>
                  <a:pt x="238125" y="666750"/>
                </a:lnTo>
                <a:lnTo>
                  <a:pt x="266700" y="666750"/>
                </a:lnTo>
                <a:lnTo>
                  <a:pt x="266700" y="676275"/>
                </a:lnTo>
                <a:lnTo>
                  <a:pt x="285750" y="676275"/>
                </a:lnTo>
                <a:lnTo>
                  <a:pt x="285750" y="695325"/>
                </a:lnTo>
                <a:lnTo>
                  <a:pt x="276225" y="695325"/>
                </a:lnTo>
                <a:lnTo>
                  <a:pt x="276225" y="704850"/>
                </a:lnTo>
                <a:lnTo>
                  <a:pt x="266700" y="704850"/>
                </a:lnTo>
                <a:lnTo>
                  <a:pt x="266700" y="723900"/>
                </a:lnTo>
                <a:lnTo>
                  <a:pt x="257175" y="723900"/>
                </a:lnTo>
                <a:lnTo>
                  <a:pt x="257175" y="733425"/>
                </a:lnTo>
                <a:lnTo>
                  <a:pt x="238125" y="733425"/>
                </a:lnTo>
                <a:lnTo>
                  <a:pt x="238125" y="723900"/>
                </a:lnTo>
                <a:lnTo>
                  <a:pt x="228600" y="723900"/>
                </a:lnTo>
                <a:lnTo>
                  <a:pt x="228600" y="714375"/>
                </a:lnTo>
                <a:lnTo>
                  <a:pt x="200025" y="714375"/>
                </a:lnTo>
                <a:lnTo>
                  <a:pt x="200025" y="723900"/>
                </a:lnTo>
                <a:lnTo>
                  <a:pt x="209550" y="723900"/>
                </a:lnTo>
                <a:lnTo>
                  <a:pt x="209550" y="733425"/>
                </a:lnTo>
                <a:lnTo>
                  <a:pt x="200025" y="733425"/>
                </a:lnTo>
                <a:lnTo>
                  <a:pt x="200025" y="742950"/>
                </a:lnTo>
                <a:lnTo>
                  <a:pt x="190500" y="742950"/>
                </a:lnTo>
                <a:lnTo>
                  <a:pt x="190500" y="733425"/>
                </a:lnTo>
                <a:lnTo>
                  <a:pt x="180975" y="733425"/>
                </a:lnTo>
                <a:lnTo>
                  <a:pt x="180975" y="723900"/>
                </a:lnTo>
                <a:lnTo>
                  <a:pt x="171450" y="723900"/>
                </a:lnTo>
                <a:lnTo>
                  <a:pt x="171450" y="714375"/>
                </a:lnTo>
                <a:lnTo>
                  <a:pt x="190500" y="714375"/>
                </a:lnTo>
                <a:lnTo>
                  <a:pt x="190500" y="695325"/>
                </a:lnTo>
                <a:lnTo>
                  <a:pt x="171450" y="695325"/>
                </a:lnTo>
                <a:lnTo>
                  <a:pt x="171450" y="704850"/>
                </a:lnTo>
                <a:lnTo>
                  <a:pt x="161925" y="704850"/>
                </a:lnTo>
                <a:lnTo>
                  <a:pt x="161925" y="685800"/>
                </a:lnTo>
                <a:lnTo>
                  <a:pt x="152400" y="685800"/>
                </a:lnTo>
                <a:lnTo>
                  <a:pt x="152400" y="695325"/>
                </a:lnTo>
                <a:lnTo>
                  <a:pt x="142875" y="695325"/>
                </a:lnTo>
                <a:lnTo>
                  <a:pt x="142875" y="704850"/>
                </a:lnTo>
                <a:lnTo>
                  <a:pt x="152400" y="704850"/>
                </a:lnTo>
                <a:lnTo>
                  <a:pt x="152400" y="733425"/>
                </a:lnTo>
                <a:lnTo>
                  <a:pt x="161925" y="733425"/>
                </a:lnTo>
                <a:lnTo>
                  <a:pt x="161925" y="771525"/>
                </a:lnTo>
                <a:lnTo>
                  <a:pt x="142875" y="771525"/>
                </a:lnTo>
                <a:lnTo>
                  <a:pt x="142875" y="762000"/>
                </a:lnTo>
                <a:lnTo>
                  <a:pt x="133350" y="762000"/>
                </a:lnTo>
                <a:lnTo>
                  <a:pt x="133350" y="752475"/>
                </a:lnTo>
                <a:lnTo>
                  <a:pt x="123825" y="752475"/>
                </a:lnTo>
                <a:lnTo>
                  <a:pt x="123825" y="723900"/>
                </a:lnTo>
                <a:lnTo>
                  <a:pt x="114300" y="723900"/>
                </a:lnTo>
                <a:lnTo>
                  <a:pt x="114300" y="714375"/>
                </a:lnTo>
                <a:lnTo>
                  <a:pt x="104775" y="714375"/>
                </a:lnTo>
                <a:lnTo>
                  <a:pt x="104775" y="685800"/>
                </a:lnTo>
                <a:lnTo>
                  <a:pt x="123825" y="685800"/>
                </a:lnTo>
                <a:lnTo>
                  <a:pt x="123825" y="704850"/>
                </a:lnTo>
                <a:lnTo>
                  <a:pt x="133350" y="704850"/>
                </a:lnTo>
                <a:lnTo>
                  <a:pt x="133350" y="676275"/>
                </a:lnTo>
                <a:lnTo>
                  <a:pt x="142875" y="676275"/>
                </a:lnTo>
                <a:close/>
                <a:moveTo>
                  <a:pt x="466725" y="666750"/>
                </a:moveTo>
                <a:lnTo>
                  <a:pt x="485775" y="666750"/>
                </a:lnTo>
                <a:lnTo>
                  <a:pt x="485775" y="676275"/>
                </a:lnTo>
                <a:lnTo>
                  <a:pt x="495300" y="676275"/>
                </a:lnTo>
                <a:lnTo>
                  <a:pt x="495300" y="685800"/>
                </a:lnTo>
                <a:lnTo>
                  <a:pt x="504825" y="685800"/>
                </a:lnTo>
                <a:lnTo>
                  <a:pt x="504825" y="695325"/>
                </a:lnTo>
                <a:lnTo>
                  <a:pt x="476250" y="695325"/>
                </a:lnTo>
                <a:lnTo>
                  <a:pt x="476250" y="685800"/>
                </a:lnTo>
                <a:lnTo>
                  <a:pt x="466725" y="685800"/>
                </a:lnTo>
                <a:close/>
                <a:moveTo>
                  <a:pt x="523875" y="666750"/>
                </a:moveTo>
                <a:lnTo>
                  <a:pt x="542925" y="666750"/>
                </a:lnTo>
                <a:lnTo>
                  <a:pt x="542925" y="685800"/>
                </a:lnTo>
                <a:lnTo>
                  <a:pt x="552450" y="685800"/>
                </a:lnTo>
                <a:lnTo>
                  <a:pt x="552450" y="695325"/>
                </a:lnTo>
                <a:lnTo>
                  <a:pt x="561975" y="695325"/>
                </a:lnTo>
                <a:lnTo>
                  <a:pt x="561975" y="704850"/>
                </a:lnTo>
                <a:lnTo>
                  <a:pt x="600075" y="704850"/>
                </a:lnTo>
                <a:lnTo>
                  <a:pt x="600075" y="695325"/>
                </a:lnTo>
                <a:lnTo>
                  <a:pt x="581025" y="695325"/>
                </a:lnTo>
                <a:lnTo>
                  <a:pt x="581025" y="676275"/>
                </a:lnTo>
                <a:lnTo>
                  <a:pt x="571500" y="676275"/>
                </a:lnTo>
                <a:lnTo>
                  <a:pt x="571500" y="666750"/>
                </a:lnTo>
                <a:lnTo>
                  <a:pt x="619125" y="666750"/>
                </a:lnTo>
                <a:lnTo>
                  <a:pt x="619125" y="676275"/>
                </a:lnTo>
                <a:lnTo>
                  <a:pt x="628650" y="676275"/>
                </a:lnTo>
                <a:lnTo>
                  <a:pt x="628650" y="666750"/>
                </a:lnTo>
                <a:lnTo>
                  <a:pt x="638175" y="666750"/>
                </a:lnTo>
                <a:lnTo>
                  <a:pt x="638175" y="695325"/>
                </a:lnTo>
                <a:lnTo>
                  <a:pt x="628650" y="695325"/>
                </a:lnTo>
                <a:lnTo>
                  <a:pt x="628650" y="704850"/>
                </a:lnTo>
                <a:lnTo>
                  <a:pt x="638175" y="704850"/>
                </a:lnTo>
                <a:lnTo>
                  <a:pt x="638175" y="695325"/>
                </a:lnTo>
                <a:lnTo>
                  <a:pt x="647700" y="695325"/>
                </a:lnTo>
                <a:lnTo>
                  <a:pt x="647700" y="714375"/>
                </a:lnTo>
                <a:lnTo>
                  <a:pt x="657225" y="714375"/>
                </a:lnTo>
                <a:lnTo>
                  <a:pt x="657225" y="723900"/>
                </a:lnTo>
                <a:lnTo>
                  <a:pt x="666750" y="723900"/>
                </a:lnTo>
                <a:lnTo>
                  <a:pt x="666750" y="733425"/>
                </a:lnTo>
                <a:lnTo>
                  <a:pt x="676275" y="733425"/>
                </a:lnTo>
                <a:lnTo>
                  <a:pt x="676275" y="771525"/>
                </a:lnTo>
                <a:lnTo>
                  <a:pt x="666750" y="771525"/>
                </a:lnTo>
                <a:lnTo>
                  <a:pt x="666750" y="762000"/>
                </a:lnTo>
                <a:lnTo>
                  <a:pt x="657225" y="762000"/>
                </a:lnTo>
                <a:lnTo>
                  <a:pt x="657225" y="742950"/>
                </a:lnTo>
                <a:lnTo>
                  <a:pt x="647700" y="742950"/>
                </a:lnTo>
                <a:lnTo>
                  <a:pt x="647700" y="733425"/>
                </a:lnTo>
                <a:lnTo>
                  <a:pt x="628650" y="733425"/>
                </a:lnTo>
                <a:lnTo>
                  <a:pt x="628650" y="723900"/>
                </a:lnTo>
                <a:lnTo>
                  <a:pt x="619125" y="723900"/>
                </a:lnTo>
                <a:lnTo>
                  <a:pt x="619125" y="704850"/>
                </a:lnTo>
                <a:lnTo>
                  <a:pt x="609600" y="704850"/>
                </a:lnTo>
                <a:lnTo>
                  <a:pt x="609600" y="714375"/>
                </a:lnTo>
                <a:lnTo>
                  <a:pt x="581025" y="714375"/>
                </a:lnTo>
                <a:lnTo>
                  <a:pt x="581025" y="723900"/>
                </a:lnTo>
                <a:lnTo>
                  <a:pt x="590550" y="723900"/>
                </a:lnTo>
                <a:lnTo>
                  <a:pt x="590550" y="733425"/>
                </a:lnTo>
                <a:lnTo>
                  <a:pt x="609600" y="733425"/>
                </a:lnTo>
                <a:lnTo>
                  <a:pt x="609600" y="723900"/>
                </a:lnTo>
                <a:lnTo>
                  <a:pt x="619125" y="723900"/>
                </a:lnTo>
                <a:lnTo>
                  <a:pt x="619125" y="733425"/>
                </a:lnTo>
                <a:lnTo>
                  <a:pt x="609600" y="733425"/>
                </a:lnTo>
                <a:lnTo>
                  <a:pt x="609600" y="742950"/>
                </a:lnTo>
                <a:lnTo>
                  <a:pt x="619125" y="742950"/>
                </a:lnTo>
                <a:lnTo>
                  <a:pt x="619125" y="752475"/>
                </a:lnTo>
                <a:lnTo>
                  <a:pt x="609600" y="752475"/>
                </a:lnTo>
                <a:lnTo>
                  <a:pt x="609600" y="762000"/>
                </a:lnTo>
                <a:lnTo>
                  <a:pt x="600075" y="762000"/>
                </a:lnTo>
                <a:lnTo>
                  <a:pt x="600075" y="752475"/>
                </a:lnTo>
                <a:lnTo>
                  <a:pt x="581025" y="752475"/>
                </a:lnTo>
                <a:lnTo>
                  <a:pt x="581025" y="742950"/>
                </a:lnTo>
                <a:lnTo>
                  <a:pt x="571500" y="742950"/>
                </a:lnTo>
                <a:lnTo>
                  <a:pt x="571500" y="733425"/>
                </a:lnTo>
                <a:lnTo>
                  <a:pt x="561975" y="733425"/>
                </a:lnTo>
                <a:lnTo>
                  <a:pt x="561975" y="714375"/>
                </a:lnTo>
                <a:lnTo>
                  <a:pt x="552450" y="714375"/>
                </a:lnTo>
                <a:lnTo>
                  <a:pt x="552450" y="704850"/>
                </a:lnTo>
                <a:lnTo>
                  <a:pt x="542925" y="704850"/>
                </a:lnTo>
                <a:lnTo>
                  <a:pt x="542925" y="714375"/>
                </a:lnTo>
                <a:lnTo>
                  <a:pt x="533400" y="714375"/>
                </a:lnTo>
                <a:lnTo>
                  <a:pt x="533400" y="676275"/>
                </a:lnTo>
                <a:lnTo>
                  <a:pt x="523875" y="676275"/>
                </a:lnTo>
                <a:close/>
                <a:moveTo>
                  <a:pt x="381000" y="676275"/>
                </a:moveTo>
                <a:lnTo>
                  <a:pt x="390525" y="676275"/>
                </a:lnTo>
                <a:lnTo>
                  <a:pt x="390525" y="685800"/>
                </a:lnTo>
                <a:lnTo>
                  <a:pt x="381000" y="685800"/>
                </a:lnTo>
                <a:close/>
                <a:moveTo>
                  <a:pt x="400050" y="676275"/>
                </a:moveTo>
                <a:lnTo>
                  <a:pt x="447675" y="676275"/>
                </a:lnTo>
                <a:lnTo>
                  <a:pt x="447675" y="704850"/>
                </a:lnTo>
                <a:lnTo>
                  <a:pt x="457200" y="704850"/>
                </a:lnTo>
                <a:lnTo>
                  <a:pt x="457200" y="714375"/>
                </a:lnTo>
                <a:lnTo>
                  <a:pt x="476250" y="714375"/>
                </a:lnTo>
                <a:lnTo>
                  <a:pt x="476250" y="723900"/>
                </a:lnTo>
                <a:lnTo>
                  <a:pt x="466725" y="723900"/>
                </a:lnTo>
                <a:lnTo>
                  <a:pt x="466725" y="733425"/>
                </a:lnTo>
                <a:lnTo>
                  <a:pt x="447675" y="733425"/>
                </a:lnTo>
                <a:lnTo>
                  <a:pt x="447675" y="723900"/>
                </a:lnTo>
                <a:lnTo>
                  <a:pt x="438150" y="723900"/>
                </a:lnTo>
                <a:lnTo>
                  <a:pt x="438150" y="714375"/>
                </a:lnTo>
                <a:lnTo>
                  <a:pt x="428625" y="714375"/>
                </a:lnTo>
                <a:lnTo>
                  <a:pt x="428625" y="723900"/>
                </a:lnTo>
                <a:lnTo>
                  <a:pt x="419100" y="723900"/>
                </a:lnTo>
                <a:lnTo>
                  <a:pt x="419100" y="695325"/>
                </a:lnTo>
                <a:lnTo>
                  <a:pt x="409575" y="695325"/>
                </a:lnTo>
                <a:lnTo>
                  <a:pt x="409575" y="685800"/>
                </a:lnTo>
                <a:lnTo>
                  <a:pt x="400050" y="685800"/>
                </a:lnTo>
                <a:close/>
                <a:moveTo>
                  <a:pt x="1057275" y="685800"/>
                </a:moveTo>
                <a:lnTo>
                  <a:pt x="1066800" y="685800"/>
                </a:lnTo>
                <a:lnTo>
                  <a:pt x="1066800" y="704850"/>
                </a:lnTo>
                <a:lnTo>
                  <a:pt x="1047750" y="704850"/>
                </a:lnTo>
                <a:lnTo>
                  <a:pt x="1047750" y="695325"/>
                </a:lnTo>
                <a:lnTo>
                  <a:pt x="1057275" y="695325"/>
                </a:lnTo>
                <a:close/>
                <a:moveTo>
                  <a:pt x="323850" y="695325"/>
                </a:moveTo>
                <a:lnTo>
                  <a:pt x="333375" y="695325"/>
                </a:lnTo>
                <a:lnTo>
                  <a:pt x="333375" y="685800"/>
                </a:lnTo>
                <a:lnTo>
                  <a:pt x="323850" y="685800"/>
                </a:lnTo>
                <a:close/>
                <a:moveTo>
                  <a:pt x="1133475" y="695325"/>
                </a:moveTo>
                <a:lnTo>
                  <a:pt x="1143000" y="695325"/>
                </a:lnTo>
                <a:lnTo>
                  <a:pt x="1143000" y="704850"/>
                </a:lnTo>
                <a:lnTo>
                  <a:pt x="1133475" y="704850"/>
                </a:lnTo>
                <a:close/>
                <a:moveTo>
                  <a:pt x="76200" y="704850"/>
                </a:moveTo>
                <a:lnTo>
                  <a:pt x="85725" y="704850"/>
                </a:lnTo>
                <a:lnTo>
                  <a:pt x="85725" y="714375"/>
                </a:lnTo>
                <a:lnTo>
                  <a:pt x="95250" y="714375"/>
                </a:lnTo>
                <a:lnTo>
                  <a:pt x="95250" y="733425"/>
                </a:lnTo>
                <a:lnTo>
                  <a:pt x="85725" y="733425"/>
                </a:lnTo>
                <a:lnTo>
                  <a:pt x="85725" y="723900"/>
                </a:lnTo>
                <a:lnTo>
                  <a:pt x="76200" y="723900"/>
                </a:lnTo>
                <a:close/>
                <a:moveTo>
                  <a:pt x="247650" y="704850"/>
                </a:moveTo>
                <a:lnTo>
                  <a:pt x="257175" y="704850"/>
                </a:lnTo>
                <a:lnTo>
                  <a:pt x="257175" y="695325"/>
                </a:lnTo>
                <a:lnTo>
                  <a:pt x="247650" y="695325"/>
                </a:lnTo>
                <a:close/>
                <a:moveTo>
                  <a:pt x="1028700" y="704850"/>
                </a:moveTo>
                <a:lnTo>
                  <a:pt x="1047750" y="704850"/>
                </a:lnTo>
                <a:lnTo>
                  <a:pt x="1047750" y="714375"/>
                </a:lnTo>
                <a:lnTo>
                  <a:pt x="1028700" y="714375"/>
                </a:lnTo>
                <a:close/>
                <a:moveTo>
                  <a:pt x="9525" y="714375"/>
                </a:moveTo>
                <a:lnTo>
                  <a:pt x="28575" y="714375"/>
                </a:lnTo>
                <a:lnTo>
                  <a:pt x="28575" y="723900"/>
                </a:lnTo>
                <a:lnTo>
                  <a:pt x="9525" y="723900"/>
                </a:lnTo>
                <a:close/>
                <a:moveTo>
                  <a:pt x="400050" y="714375"/>
                </a:moveTo>
                <a:lnTo>
                  <a:pt x="409575" y="714375"/>
                </a:lnTo>
                <a:lnTo>
                  <a:pt x="409575" y="723900"/>
                </a:lnTo>
                <a:lnTo>
                  <a:pt x="400050" y="723900"/>
                </a:lnTo>
                <a:close/>
                <a:moveTo>
                  <a:pt x="504825" y="714375"/>
                </a:moveTo>
                <a:lnTo>
                  <a:pt x="514350" y="714375"/>
                </a:lnTo>
                <a:lnTo>
                  <a:pt x="514350" y="733425"/>
                </a:lnTo>
                <a:lnTo>
                  <a:pt x="504825" y="733425"/>
                </a:lnTo>
                <a:close/>
                <a:moveTo>
                  <a:pt x="695325" y="714375"/>
                </a:moveTo>
                <a:lnTo>
                  <a:pt x="714375" y="714375"/>
                </a:lnTo>
                <a:lnTo>
                  <a:pt x="714375" y="733425"/>
                </a:lnTo>
                <a:lnTo>
                  <a:pt x="723900" y="733425"/>
                </a:lnTo>
                <a:lnTo>
                  <a:pt x="723900" y="742950"/>
                </a:lnTo>
                <a:lnTo>
                  <a:pt x="733425" y="742950"/>
                </a:lnTo>
                <a:lnTo>
                  <a:pt x="733425" y="752475"/>
                </a:lnTo>
                <a:lnTo>
                  <a:pt x="742950" y="752475"/>
                </a:lnTo>
                <a:lnTo>
                  <a:pt x="742950" y="742950"/>
                </a:lnTo>
                <a:lnTo>
                  <a:pt x="752475" y="742950"/>
                </a:lnTo>
                <a:lnTo>
                  <a:pt x="752475" y="771525"/>
                </a:lnTo>
                <a:lnTo>
                  <a:pt x="742950" y="771525"/>
                </a:lnTo>
                <a:lnTo>
                  <a:pt x="742950" y="781050"/>
                </a:lnTo>
                <a:lnTo>
                  <a:pt x="733425" y="781050"/>
                </a:lnTo>
                <a:lnTo>
                  <a:pt x="733425" y="762000"/>
                </a:lnTo>
                <a:lnTo>
                  <a:pt x="723900" y="762000"/>
                </a:lnTo>
                <a:lnTo>
                  <a:pt x="723900" y="752475"/>
                </a:lnTo>
                <a:lnTo>
                  <a:pt x="714375" y="752475"/>
                </a:lnTo>
                <a:lnTo>
                  <a:pt x="714375" y="742950"/>
                </a:lnTo>
                <a:lnTo>
                  <a:pt x="695325" y="742950"/>
                </a:lnTo>
                <a:lnTo>
                  <a:pt x="695325" y="733425"/>
                </a:lnTo>
                <a:lnTo>
                  <a:pt x="704850" y="733425"/>
                </a:lnTo>
                <a:lnTo>
                  <a:pt x="704850" y="723900"/>
                </a:lnTo>
                <a:lnTo>
                  <a:pt x="695325" y="723900"/>
                </a:lnTo>
                <a:close/>
                <a:moveTo>
                  <a:pt x="1009650" y="714375"/>
                </a:moveTo>
                <a:lnTo>
                  <a:pt x="1028700" y="714375"/>
                </a:lnTo>
                <a:lnTo>
                  <a:pt x="1028700" y="723900"/>
                </a:lnTo>
                <a:lnTo>
                  <a:pt x="1019175" y="723900"/>
                </a:lnTo>
                <a:lnTo>
                  <a:pt x="1019175" y="742950"/>
                </a:lnTo>
                <a:lnTo>
                  <a:pt x="1000125" y="742950"/>
                </a:lnTo>
                <a:lnTo>
                  <a:pt x="1000125" y="762000"/>
                </a:lnTo>
                <a:lnTo>
                  <a:pt x="971550" y="762000"/>
                </a:lnTo>
                <a:lnTo>
                  <a:pt x="971550" y="752475"/>
                </a:lnTo>
                <a:lnTo>
                  <a:pt x="933450" y="752475"/>
                </a:lnTo>
                <a:lnTo>
                  <a:pt x="933450" y="742950"/>
                </a:lnTo>
                <a:lnTo>
                  <a:pt x="942975" y="742950"/>
                </a:lnTo>
                <a:lnTo>
                  <a:pt x="942975" y="733425"/>
                </a:lnTo>
                <a:lnTo>
                  <a:pt x="962025" y="733425"/>
                </a:lnTo>
                <a:lnTo>
                  <a:pt x="962025" y="742950"/>
                </a:lnTo>
                <a:lnTo>
                  <a:pt x="981075" y="742950"/>
                </a:lnTo>
                <a:lnTo>
                  <a:pt x="981075" y="733425"/>
                </a:lnTo>
                <a:lnTo>
                  <a:pt x="1000125" y="733425"/>
                </a:lnTo>
                <a:lnTo>
                  <a:pt x="1000125" y="723900"/>
                </a:lnTo>
                <a:lnTo>
                  <a:pt x="1009650" y="723900"/>
                </a:lnTo>
                <a:close/>
                <a:moveTo>
                  <a:pt x="1066800" y="714375"/>
                </a:moveTo>
                <a:lnTo>
                  <a:pt x="1123950" y="714375"/>
                </a:lnTo>
                <a:lnTo>
                  <a:pt x="1123950" y="742950"/>
                </a:lnTo>
                <a:lnTo>
                  <a:pt x="1104900" y="742950"/>
                </a:lnTo>
                <a:lnTo>
                  <a:pt x="1104900" y="733425"/>
                </a:lnTo>
                <a:lnTo>
                  <a:pt x="1095375" y="733425"/>
                </a:lnTo>
                <a:lnTo>
                  <a:pt x="1095375" y="742950"/>
                </a:lnTo>
                <a:lnTo>
                  <a:pt x="1085850" y="742950"/>
                </a:lnTo>
                <a:lnTo>
                  <a:pt x="1085850" y="733425"/>
                </a:lnTo>
                <a:lnTo>
                  <a:pt x="1076325" y="733425"/>
                </a:lnTo>
                <a:lnTo>
                  <a:pt x="1076325" y="723900"/>
                </a:lnTo>
                <a:lnTo>
                  <a:pt x="1066800" y="723900"/>
                </a:lnTo>
                <a:close/>
                <a:moveTo>
                  <a:pt x="1133475" y="714375"/>
                </a:moveTo>
                <a:lnTo>
                  <a:pt x="1162050" y="714375"/>
                </a:lnTo>
                <a:lnTo>
                  <a:pt x="1162050" y="723900"/>
                </a:lnTo>
                <a:lnTo>
                  <a:pt x="1181100" y="723900"/>
                </a:lnTo>
                <a:lnTo>
                  <a:pt x="1181100" y="742950"/>
                </a:lnTo>
                <a:lnTo>
                  <a:pt x="1171575" y="742950"/>
                </a:lnTo>
                <a:lnTo>
                  <a:pt x="1171575" y="762000"/>
                </a:lnTo>
                <a:lnTo>
                  <a:pt x="1162050" y="762000"/>
                </a:lnTo>
                <a:lnTo>
                  <a:pt x="1162050" y="752475"/>
                </a:lnTo>
                <a:lnTo>
                  <a:pt x="1143000" y="752475"/>
                </a:lnTo>
                <a:lnTo>
                  <a:pt x="1143000" y="723900"/>
                </a:lnTo>
                <a:lnTo>
                  <a:pt x="1133475" y="723900"/>
                </a:lnTo>
                <a:close/>
                <a:moveTo>
                  <a:pt x="371475" y="723900"/>
                </a:moveTo>
                <a:lnTo>
                  <a:pt x="381000" y="723900"/>
                </a:lnTo>
                <a:lnTo>
                  <a:pt x="381000" y="733425"/>
                </a:lnTo>
                <a:lnTo>
                  <a:pt x="371475" y="733425"/>
                </a:lnTo>
                <a:close/>
                <a:moveTo>
                  <a:pt x="19050" y="733425"/>
                </a:moveTo>
                <a:lnTo>
                  <a:pt x="28575" y="733425"/>
                </a:lnTo>
                <a:lnTo>
                  <a:pt x="28575" y="742950"/>
                </a:lnTo>
                <a:lnTo>
                  <a:pt x="19050" y="742950"/>
                </a:lnTo>
                <a:close/>
                <a:moveTo>
                  <a:pt x="276225" y="733425"/>
                </a:moveTo>
                <a:lnTo>
                  <a:pt x="285750" y="733425"/>
                </a:lnTo>
                <a:lnTo>
                  <a:pt x="285750" y="742950"/>
                </a:lnTo>
                <a:lnTo>
                  <a:pt x="276225" y="742950"/>
                </a:lnTo>
                <a:close/>
                <a:moveTo>
                  <a:pt x="38100" y="742950"/>
                </a:moveTo>
                <a:lnTo>
                  <a:pt x="66675" y="742950"/>
                </a:lnTo>
                <a:lnTo>
                  <a:pt x="66675" y="752475"/>
                </a:lnTo>
                <a:lnTo>
                  <a:pt x="85725" y="752475"/>
                </a:lnTo>
                <a:lnTo>
                  <a:pt x="85725" y="742950"/>
                </a:lnTo>
                <a:lnTo>
                  <a:pt x="95250" y="742950"/>
                </a:lnTo>
                <a:lnTo>
                  <a:pt x="95250" y="752475"/>
                </a:lnTo>
                <a:lnTo>
                  <a:pt x="85725" y="752475"/>
                </a:lnTo>
                <a:lnTo>
                  <a:pt x="85725" y="781050"/>
                </a:lnTo>
                <a:lnTo>
                  <a:pt x="95250" y="781050"/>
                </a:lnTo>
                <a:lnTo>
                  <a:pt x="95250" y="790575"/>
                </a:lnTo>
                <a:lnTo>
                  <a:pt x="66675" y="790575"/>
                </a:lnTo>
                <a:lnTo>
                  <a:pt x="66675" y="781050"/>
                </a:lnTo>
                <a:lnTo>
                  <a:pt x="28575" y="781050"/>
                </a:lnTo>
                <a:lnTo>
                  <a:pt x="28575" y="752475"/>
                </a:lnTo>
                <a:lnTo>
                  <a:pt x="38100" y="752475"/>
                </a:lnTo>
                <a:close/>
                <a:moveTo>
                  <a:pt x="266700" y="742950"/>
                </a:moveTo>
                <a:lnTo>
                  <a:pt x="276225" y="742950"/>
                </a:lnTo>
                <a:lnTo>
                  <a:pt x="276225" y="752475"/>
                </a:lnTo>
                <a:lnTo>
                  <a:pt x="266700" y="752475"/>
                </a:lnTo>
                <a:close/>
                <a:moveTo>
                  <a:pt x="285750" y="742950"/>
                </a:moveTo>
                <a:lnTo>
                  <a:pt x="295275" y="742950"/>
                </a:lnTo>
                <a:lnTo>
                  <a:pt x="295275" y="781050"/>
                </a:lnTo>
                <a:lnTo>
                  <a:pt x="285750" y="781050"/>
                </a:lnTo>
                <a:close/>
                <a:moveTo>
                  <a:pt x="371475" y="742950"/>
                </a:moveTo>
                <a:lnTo>
                  <a:pt x="381000" y="742950"/>
                </a:lnTo>
                <a:lnTo>
                  <a:pt x="381000" y="752475"/>
                </a:lnTo>
                <a:lnTo>
                  <a:pt x="371475" y="752475"/>
                </a:lnTo>
                <a:close/>
                <a:moveTo>
                  <a:pt x="476250" y="742950"/>
                </a:moveTo>
                <a:lnTo>
                  <a:pt x="485775" y="742950"/>
                </a:lnTo>
                <a:lnTo>
                  <a:pt x="485775" y="762000"/>
                </a:lnTo>
                <a:lnTo>
                  <a:pt x="466725" y="762000"/>
                </a:lnTo>
                <a:lnTo>
                  <a:pt x="466725" y="752475"/>
                </a:lnTo>
                <a:lnTo>
                  <a:pt x="476250" y="752475"/>
                </a:lnTo>
                <a:close/>
                <a:moveTo>
                  <a:pt x="533400" y="742950"/>
                </a:moveTo>
                <a:lnTo>
                  <a:pt x="552450" y="742950"/>
                </a:lnTo>
                <a:lnTo>
                  <a:pt x="552450" y="762000"/>
                </a:lnTo>
                <a:lnTo>
                  <a:pt x="571500" y="762000"/>
                </a:lnTo>
                <a:lnTo>
                  <a:pt x="571500" y="781050"/>
                </a:lnTo>
                <a:lnTo>
                  <a:pt x="581025" y="781050"/>
                </a:lnTo>
                <a:lnTo>
                  <a:pt x="581025" y="790575"/>
                </a:lnTo>
                <a:lnTo>
                  <a:pt x="590550" y="790575"/>
                </a:lnTo>
                <a:lnTo>
                  <a:pt x="590550" y="800100"/>
                </a:lnTo>
                <a:lnTo>
                  <a:pt x="638175" y="800100"/>
                </a:lnTo>
                <a:lnTo>
                  <a:pt x="638175" y="809625"/>
                </a:lnTo>
                <a:lnTo>
                  <a:pt x="561975" y="809625"/>
                </a:lnTo>
                <a:lnTo>
                  <a:pt x="561975" y="790575"/>
                </a:lnTo>
                <a:lnTo>
                  <a:pt x="552450" y="790575"/>
                </a:lnTo>
                <a:lnTo>
                  <a:pt x="552450" y="809625"/>
                </a:lnTo>
                <a:lnTo>
                  <a:pt x="542925" y="809625"/>
                </a:lnTo>
                <a:lnTo>
                  <a:pt x="542925" y="762000"/>
                </a:lnTo>
                <a:lnTo>
                  <a:pt x="533400" y="762000"/>
                </a:lnTo>
                <a:close/>
                <a:moveTo>
                  <a:pt x="95250" y="752475"/>
                </a:moveTo>
                <a:lnTo>
                  <a:pt x="123825" y="752475"/>
                </a:lnTo>
                <a:lnTo>
                  <a:pt x="123825" y="762000"/>
                </a:lnTo>
                <a:lnTo>
                  <a:pt x="114300" y="762000"/>
                </a:lnTo>
                <a:lnTo>
                  <a:pt x="114300" y="771525"/>
                </a:lnTo>
                <a:lnTo>
                  <a:pt x="104775" y="771525"/>
                </a:lnTo>
                <a:lnTo>
                  <a:pt x="104775" y="762000"/>
                </a:lnTo>
                <a:lnTo>
                  <a:pt x="95250" y="762000"/>
                </a:lnTo>
                <a:close/>
                <a:moveTo>
                  <a:pt x="209550" y="752475"/>
                </a:moveTo>
                <a:lnTo>
                  <a:pt x="228600" y="752475"/>
                </a:lnTo>
                <a:lnTo>
                  <a:pt x="228600" y="771525"/>
                </a:lnTo>
                <a:lnTo>
                  <a:pt x="209550" y="771525"/>
                </a:lnTo>
                <a:lnTo>
                  <a:pt x="209550" y="781050"/>
                </a:lnTo>
                <a:lnTo>
                  <a:pt x="200025" y="781050"/>
                </a:lnTo>
                <a:lnTo>
                  <a:pt x="200025" y="762000"/>
                </a:lnTo>
                <a:lnTo>
                  <a:pt x="209550" y="762000"/>
                </a:lnTo>
                <a:close/>
                <a:moveTo>
                  <a:pt x="390525" y="752475"/>
                </a:moveTo>
                <a:lnTo>
                  <a:pt x="400050" y="752475"/>
                </a:lnTo>
                <a:lnTo>
                  <a:pt x="400050" y="762000"/>
                </a:lnTo>
                <a:lnTo>
                  <a:pt x="409575" y="762000"/>
                </a:lnTo>
                <a:lnTo>
                  <a:pt x="409575" y="800100"/>
                </a:lnTo>
                <a:lnTo>
                  <a:pt x="400050" y="800100"/>
                </a:lnTo>
                <a:lnTo>
                  <a:pt x="400050" y="781050"/>
                </a:lnTo>
                <a:lnTo>
                  <a:pt x="371475" y="781050"/>
                </a:lnTo>
                <a:lnTo>
                  <a:pt x="371475" y="762000"/>
                </a:lnTo>
                <a:lnTo>
                  <a:pt x="390525" y="762000"/>
                </a:lnTo>
                <a:close/>
                <a:moveTo>
                  <a:pt x="819150" y="752475"/>
                </a:moveTo>
                <a:lnTo>
                  <a:pt x="828675" y="752475"/>
                </a:lnTo>
                <a:lnTo>
                  <a:pt x="828675" y="762000"/>
                </a:lnTo>
                <a:lnTo>
                  <a:pt x="838200" y="762000"/>
                </a:lnTo>
                <a:lnTo>
                  <a:pt x="838200" y="771525"/>
                </a:lnTo>
                <a:lnTo>
                  <a:pt x="809625" y="771525"/>
                </a:lnTo>
                <a:lnTo>
                  <a:pt x="809625" y="781050"/>
                </a:lnTo>
                <a:lnTo>
                  <a:pt x="800100" y="781050"/>
                </a:lnTo>
                <a:lnTo>
                  <a:pt x="800100" y="800100"/>
                </a:lnTo>
                <a:lnTo>
                  <a:pt x="790575" y="800100"/>
                </a:lnTo>
                <a:lnTo>
                  <a:pt x="790575" y="771525"/>
                </a:lnTo>
                <a:lnTo>
                  <a:pt x="800100" y="771525"/>
                </a:lnTo>
                <a:lnTo>
                  <a:pt x="800100" y="762000"/>
                </a:lnTo>
                <a:lnTo>
                  <a:pt x="819150" y="762000"/>
                </a:lnTo>
                <a:close/>
                <a:moveTo>
                  <a:pt x="895350" y="752475"/>
                </a:moveTo>
                <a:lnTo>
                  <a:pt x="904875" y="752475"/>
                </a:lnTo>
                <a:lnTo>
                  <a:pt x="904875" y="762000"/>
                </a:lnTo>
                <a:lnTo>
                  <a:pt x="895350" y="762000"/>
                </a:lnTo>
                <a:close/>
                <a:moveTo>
                  <a:pt x="923925" y="752475"/>
                </a:moveTo>
                <a:lnTo>
                  <a:pt x="933450" y="752475"/>
                </a:lnTo>
                <a:lnTo>
                  <a:pt x="933450" y="762000"/>
                </a:lnTo>
                <a:lnTo>
                  <a:pt x="923925" y="762000"/>
                </a:lnTo>
                <a:close/>
                <a:moveTo>
                  <a:pt x="419100" y="762000"/>
                </a:moveTo>
                <a:lnTo>
                  <a:pt x="447675" y="762000"/>
                </a:lnTo>
                <a:lnTo>
                  <a:pt x="447675" y="790575"/>
                </a:lnTo>
                <a:lnTo>
                  <a:pt x="419100" y="790575"/>
                </a:lnTo>
                <a:lnTo>
                  <a:pt x="419100" y="781050"/>
                </a:lnTo>
                <a:lnTo>
                  <a:pt x="438150" y="781050"/>
                </a:lnTo>
                <a:lnTo>
                  <a:pt x="438150" y="771525"/>
                </a:lnTo>
                <a:lnTo>
                  <a:pt x="419100" y="771525"/>
                </a:lnTo>
                <a:close/>
                <a:moveTo>
                  <a:pt x="866775" y="762000"/>
                </a:moveTo>
                <a:lnTo>
                  <a:pt x="895350" y="762000"/>
                </a:lnTo>
                <a:lnTo>
                  <a:pt x="895350" y="781050"/>
                </a:lnTo>
                <a:lnTo>
                  <a:pt x="866775" y="781050"/>
                </a:lnTo>
                <a:close/>
                <a:moveTo>
                  <a:pt x="114300" y="771525"/>
                </a:moveTo>
                <a:lnTo>
                  <a:pt x="123825" y="771525"/>
                </a:lnTo>
                <a:lnTo>
                  <a:pt x="123825" y="781050"/>
                </a:lnTo>
                <a:lnTo>
                  <a:pt x="114300" y="781050"/>
                </a:lnTo>
                <a:close/>
                <a:moveTo>
                  <a:pt x="342900" y="771525"/>
                </a:moveTo>
                <a:lnTo>
                  <a:pt x="361950" y="771525"/>
                </a:lnTo>
                <a:lnTo>
                  <a:pt x="361950" y="781050"/>
                </a:lnTo>
                <a:lnTo>
                  <a:pt x="371475" y="781050"/>
                </a:lnTo>
                <a:lnTo>
                  <a:pt x="371475" y="790575"/>
                </a:lnTo>
                <a:lnTo>
                  <a:pt x="352425" y="790575"/>
                </a:lnTo>
                <a:lnTo>
                  <a:pt x="352425" y="809625"/>
                </a:lnTo>
                <a:lnTo>
                  <a:pt x="342900" y="809625"/>
                </a:lnTo>
                <a:close/>
                <a:moveTo>
                  <a:pt x="1066800" y="771525"/>
                </a:moveTo>
                <a:lnTo>
                  <a:pt x="1085850" y="771525"/>
                </a:lnTo>
                <a:lnTo>
                  <a:pt x="1085850" y="781050"/>
                </a:lnTo>
                <a:lnTo>
                  <a:pt x="1095375" y="781050"/>
                </a:lnTo>
                <a:lnTo>
                  <a:pt x="1095375" y="809625"/>
                </a:lnTo>
                <a:lnTo>
                  <a:pt x="1085850" y="809625"/>
                </a:lnTo>
                <a:lnTo>
                  <a:pt x="1085850" y="790575"/>
                </a:lnTo>
                <a:lnTo>
                  <a:pt x="1076325" y="790575"/>
                </a:lnTo>
                <a:lnTo>
                  <a:pt x="1076325" y="781050"/>
                </a:lnTo>
                <a:lnTo>
                  <a:pt x="1066800" y="781050"/>
                </a:lnTo>
                <a:close/>
                <a:moveTo>
                  <a:pt x="19050" y="781050"/>
                </a:moveTo>
                <a:lnTo>
                  <a:pt x="28575" y="781050"/>
                </a:lnTo>
                <a:lnTo>
                  <a:pt x="28575" y="790575"/>
                </a:lnTo>
                <a:lnTo>
                  <a:pt x="19050" y="790575"/>
                </a:lnTo>
                <a:close/>
                <a:moveTo>
                  <a:pt x="123825" y="781050"/>
                </a:moveTo>
                <a:lnTo>
                  <a:pt x="133350" y="781050"/>
                </a:lnTo>
                <a:lnTo>
                  <a:pt x="133350" y="790575"/>
                </a:lnTo>
                <a:lnTo>
                  <a:pt x="123825" y="790575"/>
                </a:lnTo>
                <a:close/>
                <a:moveTo>
                  <a:pt x="190500" y="781050"/>
                </a:moveTo>
                <a:lnTo>
                  <a:pt x="200025" y="781050"/>
                </a:lnTo>
                <a:lnTo>
                  <a:pt x="200025" y="800100"/>
                </a:lnTo>
                <a:lnTo>
                  <a:pt x="190500" y="800100"/>
                </a:lnTo>
                <a:close/>
                <a:moveTo>
                  <a:pt x="304800" y="781050"/>
                </a:moveTo>
                <a:lnTo>
                  <a:pt x="314325" y="781050"/>
                </a:lnTo>
                <a:lnTo>
                  <a:pt x="314325" y="790575"/>
                </a:lnTo>
                <a:lnTo>
                  <a:pt x="304800" y="790575"/>
                </a:lnTo>
                <a:close/>
                <a:moveTo>
                  <a:pt x="457200" y="781050"/>
                </a:moveTo>
                <a:lnTo>
                  <a:pt x="476250" y="781050"/>
                </a:lnTo>
                <a:lnTo>
                  <a:pt x="476250" y="790575"/>
                </a:lnTo>
                <a:lnTo>
                  <a:pt x="457200" y="790575"/>
                </a:lnTo>
                <a:close/>
                <a:moveTo>
                  <a:pt x="504825" y="781050"/>
                </a:moveTo>
                <a:lnTo>
                  <a:pt x="514350" y="781050"/>
                </a:lnTo>
                <a:lnTo>
                  <a:pt x="514350" y="790575"/>
                </a:lnTo>
                <a:lnTo>
                  <a:pt x="523875" y="790575"/>
                </a:lnTo>
                <a:lnTo>
                  <a:pt x="523875" y="800100"/>
                </a:lnTo>
                <a:lnTo>
                  <a:pt x="533400" y="800100"/>
                </a:lnTo>
                <a:lnTo>
                  <a:pt x="533400" y="809625"/>
                </a:lnTo>
                <a:lnTo>
                  <a:pt x="495300" y="809625"/>
                </a:lnTo>
                <a:lnTo>
                  <a:pt x="495300" y="800100"/>
                </a:lnTo>
                <a:lnTo>
                  <a:pt x="504825" y="800100"/>
                </a:lnTo>
                <a:close/>
                <a:moveTo>
                  <a:pt x="638175" y="781050"/>
                </a:moveTo>
                <a:lnTo>
                  <a:pt x="647700" y="781050"/>
                </a:lnTo>
                <a:lnTo>
                  <a:pt x="647700" y="790575"/>
                </a:lnTo>
                <a:lnTo>
                  <a:pt x="638175" y="790575"/>
                </a:lnTo>
                <a:close/>
                <a:moveTo>
                  <a:pt x="1143000" y="781050"/>
                </a:moveTo>
                <a:lnTo>
                  <a:pt x="1162050" y="781050"/>
                </a:lnTo>
                <a:lnTo>
                  <a:pt x="1162050" y="800100"/>
                </a:lnTo>
                <a:lnTo>
                  <a:pt x="1143000" y="800100"/>
                </a:lnTo>
                <a:lnTo>
                  <a:pt x="1143000" y="809625"/>
                </a:lnTo>
                <a:lnTo>
                  <a:pt x="1133475" y="809625"/>
                </a:lnTo>
                <a:lnTo>
                  <a:pt x="1133475" y="800100"/>
                </a:lnTo>
                <a:lnTo>
                  <a:pt x="1123950" y="800100"/>
                </a:lnTo>
                <a:lnTo>
                  <a:pt x="1123950" y="790575"/>
                </a:lnTo>
                <a:lnTo>
                  <a:pt x="1143000" y="790575"/>
                </a:lnTo>
                <a:close/>
                <a:moveTo>
                  <a:pt x="276225" y="790575"/>
                </a:moveTo>
                <a:lnTo>
                  <a:pt x="295275" y="790575"/>
                </a:lnTo>
                <a:lnTo>
                  <a:pt x="295275" y="800100"/>
                </a:lnTo>
                <a:lnTo>
                  <a:pt x="304800" y="800100"/>
                </a:lnTo>
                <a:lnTo>
                  <a:pt x="304800" y="809625"/>
                </a:lnTo>
                <a:lnTo>
                  <a:pt x="276225" y="809625"/>
                </a:lnTo>
                <a:close/>
                <a:moveTo>
                  <a:pt x="752475" y="790575"/>
                </a:moveTo>
                <a:lnTo>
                  <a:pt x="762000" y="790575"/>
                </a:lnTo>
                <a:lnTo>
                  <a:pt x="762000" y="800100"/>
                </a:lnTo>
                <a:lnTo>
                  <a:pt x="752475" y="800100"/>
                </a:lnTo>
                <a:close/>
                <a:moveTo>
                  <a:pt x="847725" y="790575"/>
                </a:moveTo>
                <a:lnTo>
                  <a:pt x="857250" y="790575"/>
                </a:lnTo>
                <a:lnTo>
                  <a:pt x="857250" y="800100"/>
                </a:lnTo>
                <a:lnTo>
                  <a:pt x="866775" y="800100"/>
                </a:lnTo>
                <a:lnTo>
                  <a:pt x="866775" y="809625"/>
                </a:lnTo>
                <a:lnTo>
                  <a:pt x="838200" y="809625"/>
                </a:lnTo>
                <a:lnTo>
                  <a:pt x="838200" y="800100"/>
                </a:lnTo>
                <a:lnTo>
                  <a:pt x="847725" y="800100"/>
                </a:lnTo>
                <a:close/>
                <a:moveTo>
                  <a:pt x="990600" y="790575"/>
                </a:moveTo>
                <a:lnTo>
                  <a:pt x="1028700" y="790575"/>
                </a:lnTo>
                <a:lnTo>
                  <a:pt x="1028700" y="800100"/>
                </a:lnTo>
                <a:lnTo>
                  <a:pt x="990600" y="800100"/>
                </a:lnTo>
                <a:close/>
                <a:moveTo>
                  <a:pt x="381000" y="800100"/>
                </a:moveTo>
                <a:lnTo>
                  <a:pt x="400050" y="800100"/>
                </a:lnTo>
                <a:lnTo>
                  <a:pt x="400050" y="809625"/>
                </a:lnTo>
                <a:lnTo>
                  <a:pt x="381000" y="809625"/>
                </a:lnTo>
                <a:close/>
                <a:moveTo>
                  <a:pt x="666750" y="800100"/>
                </a:moveTo>
                <a:lnTo>
                  <a:pt x="676275" y="800100"/>
                </a:lnTo>
                <a:lnTo>
                  <a:pt x="676275" y="809625"/>
                </a:lnTo>
                <a:lnTo>
                  <a:pt x="666750" y="809625"/>
                </a:lnTo>
                <a:close/>
              </a:path>
            </a:pathLst>
          </a:custGeom>
          <a:solidFill xmlns:a="http://schemas.openxmlformats.org/drawingml/2006/main">
            <a:srgbClr val="F9F8F4"/>
          </a:solidFill>
          <a:ln xmlns:a="http://schemas.openxmlformats.org/drawingml/2006/main" w="0">
            <a:noFill/>
          </a:ln>
        </p:spPr>
      </p:sp>
      <p:sp>
        <p:nvSpPr>
          <p:cNvPr id="157" name="v12 vector #f9f8f3">
            <a:extLst xmlns:a="http://schemas.openxmlformats.org/drawingml/2006/main">
              <a:ext uri="{FF2B5EF4-FFF2-40B4-BE49-F238E27FC236}">
                <a16:creationId xmlns:a16="http://schemas.microsoft.com/office/drawing/2014/main" id="{3890C7FC-11AB-4BC4-8813-A8FBC7E5E1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10675" y="3609975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647700" y="0"/>
                </a:moveTo>
                <a:lnTo>
                  <a:pt x="685800" y="0"/>
                </a:lnTo>
                <a:lnTo>
                  <a:pt x="685800" y="9525"/>
                </a:lnTo>
                <a:lnTo>
                  <a:pt x="666750" y="9525"/>
                </a:lnTo>
                <a:lnTo>
                  <a:pt x="666750" y="19050"/>
                </a:lnTo>
                <a:lnTo>
                  <a:pt x="657225" y="19050"/>
                </a:lnTo>
                <a:lnTo>
                  <a:pt x="657225" y="9525"/>
                </a:lnTo>
                <a:lnTo>
                  <a:pt x="647700" y="9525"/>
                </a:lnTo>
                <a:close/>
                <a:moveTo>
                  <a:pt x="866775" y="0"/>
                </a:moveTo>
                <a:lnTo>
                  <a:pt x="876300" y="0"/>
                </a:lnTo>
                <a:lnTo>
                  <a:pt x="876300" y="19050"/>
                </a:lnTo>
                <a:lnTo>
                  <a:pt x="866775" y="19050"/>
                </a:lnTo>
                <a:close/>
                <a:moveTo>
                  <a:pt x="914400" y="0"/>
                </a:moveTo>
                <a:lnTo>
                  <a:pt x="923925" y="0"/>
                </a:lnTo>
                <a:lnTo>
                  <a:pt x="923925" y="9525"/>
                </a:lnTo>
                <a:lnTo>
                  <a:pt x="952500" y="9525"/>
                </a:lnTo>
                <a:lnTo>
                  <a:pt x="952500" y="28575"/>
                </a:lnTo>
                <a:lnTo>
                  <a:pt x="942975" y="28575"/>
                </a:lnTo>
                <a:lnTo>
                  <a:pt x="942975" y="19050"/>
                </a:lnTo>
                <a:lnTo>
                  <a:pt x="933450" y="19050"/>
                </a:lnTo>
                <a:lnTo>
                  <a:pt x="933450" y="28575"/>
                </a:lnTo>
                <a:lnTo>
                  <a:pt x="914400" y="28575"/>
                </a:lnTo>
                <a:close/>
                <a:moveTo>
                  <a:pt x="1009650" y="0"/>
                </a:moveTo>
                <a:lnTo>
                  <a:pt x="1038225" y="0"/>
                </a:lnTo>
                <a:lnTo>
                  <a:pt x="1038225" y="9525"/>
                </a:lnTo>
                <a:lnTo>
                  <a:pt x="1019175" y="9525"/>
                </a:lnTo>
                <a:lnTo>
                  <a:pt x="1019175" y="19050"/>
                </a:lnTo>
                <a:lnTo>
                  <a:pt x="1028700" y="19050"/>
                </a:lnTo>
                <a:lnTo>
                  <a:pt x="1028700" y="28575"/>
                </a:lnTo>
                <a:lnTo>
                  <a:pt x="1009650" y="28575"/>
                </a:lnTo>
                <a:lnTo>
                  <a:pt x="1009650" y="38100"/>
                </a:lnTo>
                <a:lnTo>
                  <a:pt x="990600" y="38100"/>
                </a:lnTo>
                <a:lnTo>
                  <a:pt x="990600" y="28575"/>
                </a:lnTo>
                <a:lnTo>
                  <a:pt x="981075" y="28575"/>
                </a:lnTo>
                <a:lnTo>
                  <a:pt x="981075" y="19050"/>
                </a:lnTo>
                <a:lnTo>
                  <a:pt x="990600" y="19050"/>
                </a:lnTo>
                <a:lnTo>
                  <a:pt x="990600" y="9525"/>
                </a:lnTo>
                <a:lnTo>
                  <a:pt x="1000125" y="9525"/>
                </a:lnTo>
                <a:lnTo>
                  <a:pt x="1000125" y="19050"/>
                </a:lnTo>
                <a:lnTo>
                  <a:pt x="1009650" y="19050"/>
                </a:lnTo>
                <a:close/>
                <a:moveTo>
                  <a:pt x="1190625" y="0"/>
                </a:moveTo>
                <a:lnTo>
                  <a:pt x="1209675" y="0"/>
                </a:lnTo>
                <a:lnTo>
                  <a:pt x="1209675" y="9525"/>
                </a:lnTo>
                <a:lnTo>
                  <a:pt x="1200150" y="9525"/>
                </a:lnTo>
                <a:lnTo>
                  <a:pt x="1200150" y="19050"/>
                </a:lnTo>
                <a:lnTo>
                  <a:pt x="1190625" y="19050"/>
                </a:lnTo>
                <a:close/>
                <a:moveTo>
                  <a:pt x="638175" y="9525"/>
                </a:moveTo>
                <a:lnTo>
                  <a:pt x="647700" y="9525"/>
                </a:lnTo>
                <a:lnTo>
                  <a:pt x="647700" y="19050"/>
                </a:lnTo>
                <a:lnTo>
                  <a:pt x="638175" y="19050"/>
                </a:lnTo>
                <a:close/>
                <a:moveTo>
                  <a:pt x="962025" y="19050"/>
                </a:moveTo>
                <a:lnTo>
                  <a:pt x="971550" y="19050"/>
                </a:lnTo>
                <a:lnTo>
                  <a:pt x="971550" y="38100"/>
                </a:lnTo>
                <a:lnTo>
                  <a:pt x="952500" y="38100"/>
                </a:lnTo>
                <a:lnTo>
                  <a:pt x="952500" y="28575"/>
                </a:lnTo>
                <a:lnTo>
                  <a:pt x="962025" y="28575"/>
                </a:lnTo>
                <a:close/>
                <a:moveTo>
                  <a:pt x="904875" y="57150"/>
                </a:moveTo>
                <a:lnTo>
                  <a:pt x="923925" y="57150"/>
                </a:lnTo>
                <a:lnTo>
                  <a:pt x="923925" y="66675"/>
                </a:lnTo>
                <a:lnTo>
                  <a:pt x="904875" y="66675"/>
                </a:lnTo>
                <a:close/>
                <a:moveTo>
                  <a:pt x="942975" y="66675"/>
                </a:moveTo>
                <a:lnTo>
                  <a:pt x="952500" y="66675"/>
                </a:lnTo>
                <a:lnTo>
                  <a:pt x="952500" y="85725"/>
                </a:lnTo>
                <a:lnTo>
                  <a:pt x="962025" y="85725"/>
                </a:lnTo>
                <a:lnTo>
                  <a:pt x="962025" y="95250"/>
                </a:lnTo>
                <a:lnTo>
                  <a:pt x="942975" y="95250"/>
                </a:lnTo>
                <a:close/>
                <a:moveTo>
                  <a:pt x="1143000" y="66675"/>
                </a:moveTo>
                <a:lnTo>
                  <a:pt x="1162050" y="66675"/>
                </a:lnTo>
                <a:lnTo>
                  <a:pt x="1162050" y="76200"/>
                </a:lnTo>
                <a:lnTo>
                  <a:pt x="1171575" y="76200"/>
                </a:lnTo>
                <a:lnTo>
                  <a:pt x="1171575" y="85725"/>
                </a:lnTo>
                <a:lnTo>
                  <a:pt x="1152525" y="85725"/>
                </a:lnTo>
                <a:lnTo>
                  <a:pt x="1152525" y="76200"/>
                </a:lnTo>
                <a:lnTo>
                  <a:pt x="1143000" y="76200"/>
                </a:lnTo>
                <a:close/>
                <a:moveTo>
                  <a:pt x="876300" y="76200"/>
                </a:moveTo>
                <a:lnTo>
                  <a:pt x="885825" y="76200"/>
                </a:lnTo>
                <a:lnTo>
                  <a:pt x="885825" y="85725"/>
                </a:lnTo>
                <a:lnTo>
                  <a:pt x="876300" y="85725"/>
                </a:lnTo>
                <a:close/>
                <a:moveTo>
                  <a:pt x="1038225" y="76200"/>
                </a:moveTo>
                <a:lnTo>
                  <a:pt x="1047750" y="76200"/>
                </a:lnTo>
                <a:lnTo>
                  <a:pt x="1047750" y="95250"/>
                </a:lnTo>
                <a:lnTo>
                  <a:pt x="1038225" y="95250"/>
                </a:lnTo>
                <a:close/>
                <a:moveTo>
                  <a:pt x="1123950" y="76200"/>
                </a:moveTo>
                <a:lnTo>
                  <a:pt x="1133475" y="76200"/>
                </a:lnTo>
                <a:lnTo>
                  <a:pt x="1133475" y="95250"/>
                </a:lnTo>
                <a:lnTo>
                  <a:pt x="1123950" y="95250"/>
                </a:lnTo>
                <a:lnTo>
                  <a:pt x="1123950" y="114300"/>
                </a:lnTo>
                <a:lnTo>
                  <a:pt x="1114425" y="114300"/>
                </a:lnTo>
                <a:lnTo>
                  <a:pt x="1114425" y="85725"/>
                </a:lnTo>
                <a:lnTo>
                  <a:pt x="1123950" y="85725"/>
                </a:lnTo>
                <a:close/>
                <a:moveTo>
                  <a:pt x="1095375" y="85725"/>
                </a:moveTo>
                <a:lnTo>
                  <a:pt x="1104900" y="85725"/>
                </a:lnTo>
                <a:lnTo>
                  <a:pt x="1104900" y="95250"/>
                </a:lnTo>
                <a:lnTo>
                  <a:pt x="1095375" y="95250"/>
                </a:lnTo>
                <a:close/>
                <a:moveTo>
                  <a:pt x="0" y="95250"/>
                </a:moveTo>
                <a:lnTo>
                  <a:pt x="9525" y="95250"/>
                </a:lnTo>
                <a:lnTo>
                  <a:pt x="9525" y="114300"/>
                </a:lnTo>
                <a:lnTo>
                  <a:pt x="0" y="114300"/>
                </a:lnTo>
                <a:close/>
                <a:moveTo>
                  <a:pt x="876300" y="95250"/>
                </a:moveTo>
                <a:lnTo>
                  <a:pt x="885825" y="95250"/>
                </a:lnTo>
                <a:lnTo>
                  <a:pt x="885825" y="104775"/>
                </a:lnTo>
                <a:lnTo>
                  <a:pt x="876300" y="104775"/>
                </a:lnTo>
                <a:close/>
                <a:moveTo>
                  <a:pt x="1028700" y="95250"/>
                </a:moveTo>
                <a:lnTo>
                  <a:pt x="1038225" y="95250"/>
                </a:lnTo>
                <a:lnTo>
                  <a:pt x="1038225" y="104775"/>
                </a:lnTo>
                <a:lnTo>
                  <a:pt x="1047750" y="104775"/>
                </a:lnTo>
                <a:lnTo>
                  <a:pt x="1047750" y="123825"/>
                </a:lnTo>
                <a:lnTo>
                  <a:pt x="1038225" y="123825"/>
                </a:lnTo>
                <a:lnTo>
                  <a:pt x="1038225" y="114300"/>
                </a:lnTo>
                <a:lnTo>
                  <a:pt x="1028700" y="114300"/>
                </a:lnTo>
                <a:close/>
                <a:moveTo>
                  <a:pt x="1057275" y="133350"/>
                </a:moveTo>
                <a:lnTo>
                  <a:pt x="1066800" y="133350"/>
                </a:lnTo>
                <a:lnTo>
                  <a:pt x="1066800" y="142875"/>
                </a:lnTo>
                <a:lnTo>
                  <a:pt x="1057275" y="142875"/>
                </a:lnTo>
                <a:close/>
                <a:moveTo>
                  <a:pt x="400050" y="152400"/>
                </a:moveTo>
                <a:lnTo>
                  <a:pt x="409575" y="152400"/>
                </a:lnTo>
                <a:lnTo>
                  <a:pt x="409575" y="161925"/>
                </a:lnTo>
                <a:lnTo>
                  <a:pt x="400050" y="161925"/>
                </a:lnTo>
                <a:close/>
                <a:moveTo>
                  <a:pt x="419100" y="152400"/>
                </a:moveTo>
                <a:lnTo>
                  <a:pt x="428625" y="152400"/>
                </a:lnTo>
                <a:lnTo>
                  <a:pt x="428625" y="161925"/>
                </a:lnTo>
                <a:lnTo>
                  <a:pt x="419100" y="161925"/>
                </a:lnTo>
                <a:close/>
                <a:moveTo>
                  <a:pt x="457200" y="152400"/>
                </a:moveTo>
                <a:lnTo>
                  <a:pt x="476250" y="152400"/>
                </a:lnTo>
                <a:lnTo>
                  <a:pt x="476250" y="161925"/>
                </a:lnTo>
                <a:lnTo>
                  <a:pt x="457200" y="161925"/>
                </a:lnTo>
                <a:close/>
                <a:moveTo>
                  <a:pt x="409575" y="171450"/>
                </a:moveTo>
                <a:lnTo>
                  <a:pt x="419100" y="171450"/>
                </a:lnTo>
                <a:lnTo>
                  <a:pt x="419100" y="180975"/>
                </a:lnTo>
                <a:lnTo>
                  <a:pt x="409575" y="180975"/>
                </a:lnTo>
                <a:close/>
                <a:moveTo>
                  <a:pt x="1171575" y="171450"/>
                </a:moveTo>
                <a:lnTo>
                  <a:pt x="1181100" y="171450"/>
                </a:lnTo>
                <a:lnTo>
                  <a:pt x="1181100" y="180975"/>
                </a:lnTo>
                <a:lnTo>
                  <a:pt x="1171575" y="180975"/>
                </a:lnTo>
                <a:close/>
                <a:moveTo>
                  <a:pt x="485775" y="180975"/>
                </a:moveTo>
                <a:lnTo>
                  <a:pt x="504825" y="180975"/>
                </a:lnTo>
                <a:lnTo>
                  <a:pt x="504825" y="190500"/>
                </a:lnTo>
                <a:lnTo>
                  <a:pt x="485775" y="190500"/>
                </a:lnTo>
                <a:close/>
                <a:moveTo>
                  <a:pt x="1085850" y="180975"/>
                </a:moveTo>
                <a:lnTo>
                  <a:pt x="1095375" y="180975"/>
                </a:lnTo>
                <a:lnTo>
                  <a:pt x="1095375" y="190500"/>
                </a:lnTo>
                <a:lnTo>
                  <a:pt x="1085850" y="190500"/>
                </a:lnTo>
                <a:close/>
                <a:moveTo>
                  <a:pt x="1076325" y="190500"/>
                </a:moveTo>
                <a:lnTo>
                  <a:pt x="1085850" y="190500"/>
                </a:lnTo>
                <a:lnTo>
                  <a:pt x="1085850" y="200025"/>
                </a:lnTo>
                <a:lnTo>
                  <a:pt x="1095375" y="200025"/>
                </a:lnTo>
                <a:lnTo>
                  <a:pt x="1095375" y="219075"/>
                </a:lnTo>
                <a:lnTo>
                  <a:pt x="1114425" y="219075"/>
                </a:lnTo>
                <a:lnTo>
                  <a:pt x="1114425" y="228600"/>
                </a:lnTo>
                <a:lnTo>
                  <a:pt x="1104900" y="228600"/>
                </a:lnTo>
                <a:lnTo>
                  <a:pt x="1104900" y="238125"/>
                </a:lnTo>
                <a:lnTo>
                  <a:pt x="1095375" y="238125"/>
                </a:lnTo>
                <a:lnTo>
                  <a:pt x="1095375" y="228600"/>
                </a:lnTo>
                <a:lnTo>
                  <a:pt x="1076325" y="228600"/>
                </a:lnTo>
                <a:lnTo>
                  <a:pt x="1076325" y="219075"/>
                </a:lnTo>
                <a:lnTo>
                  <a:pt x="1066800" y="219075"/>
                </a:lnTo>
                <a:lnTo>
                  <a:pt x="1066800" y="200025"/>
                </a:lnTo>
                <a:lnTo>
                  <a:pt x="1076325" y="200025"/>
                </a:lnTo>
                <a:close/>
                <a:moveTo>
                  <a:pt x="1152525" y="190500"/>
                </a:moveTo>
                <a:lnTo>
                  <a:pt x="1162050" y="190500"/>
                </a:lnTo>
                <a:lnTo>
                  <a:pt x="1162050" y="200025"/>
                </a:lnTo>
                <a:lnTo>
                  <a:pt x="1152525" y="200025"/>
                </a:lnTo>
                <a:close/>
                <a:moveTo>
                  <a:pt x="0" y="209550"/>
                </a:moveTo>
                <a:lnTo>
                  <a:pt x="9525" y="209550"/>
                </a:lnTo>
                <a:lnTo>
                  <a:pt x="9525" y="219075"/>
                </a:lnTo>
                <a:lnTo>
                  <a:pt x="0" y="219075"/>
                </a:lnTo>
                <a:close/>
                <a:moveTo>
                  <a:pt x="1143000" y="209550"/>
                </a:moveTo>
                <a:lnTo>
                  <a:pt x="1152525" y="209550"/>
                </a:lnTo>
                <a:lnTo>
                  <a:pt x="1152525" y="228600"/>
                </a:lnTo>
                <a:lnTo>
                  <a:pt x="1143000" y="228600"/>
                </a:lnTo>
                <a:close/>
                <a:moveTo>
                  <a:pt x="9525" y="219075"/>
                </a:moveTo>
                <a:lnTo>
                  <a:pt x="19050" y="219075"/>
                </a:lnTo>
                <a:lnTo>
                  <a:pt x="19050" y="228600"/>
                </a:lnTo>
                <a:lnTo>
                  <a:pt x="9525" y="228600"/>
                </a:lnTo>
                <a:close/>
                <a:moveTo>
                  <a:pt x="447675" y="228600"/>
                </a:moveTo>
                <a:lnTo>
                  <a:pt x="457200" y="228600"/>
                </a:lnTo>
                <a:lnTo>
                  <a:pt x="457200" y="238125"/>
                </a:lnTo>
                <a:lnTo>
                  <a:pt x="447675" y="238125"/>
                </a:lnTo>
                <a:close/>
                <a:moveTo>
                  <a:pt x="590550" y="228600"/>
                </a:moveTo>
                <a:lnTo>
                  <a:pt x="600075" y="228600"/>
                </a:lnTo>
                <a:lnTo>
                  <a:pt x="600075" y="247650"/>
                </a:lnTo>
                <a:lnTo>
                  <a:pt x="590550" y="247650"/>
                </a:lnTo>
                <a:close/>
                <a:moveTo>
                  <a:pt x="1133475" y="228600"/>
                </a:moveTo>
                <a:lnTo>
                  <a:pt x="1143000" y="228600"/>
                </a:lnTo>
                <a:lnTo>
                  <a:pt x="1143000" y="238125"/>
                </a:lnTo>
                <a:lnTo>
                  <a:pt x="1133475" y="238125"/>
                </a:lnTo>
                <a:close/>
                <a:moveTo>
                  <a:pt x="1019175" y="238125"/>
                </a:moveTo>
                <a:lnTo>
                  <a:pt x="1028700" y="238125"/>
                </a:lnTo>
                <a:lnTo>
                  <a:pt x="1028700" y="247650"/>
                </a:lnTo>
                <a:lnTo>
                  <a:pt x="1019175" y="247650"/>
                </a:lnTo>
                <a:close/>
                <a:moveTo>
                  <a:pt x="1152525" y="238125"/>
                </a:moveTo>
                <a:lnTo>
                  <a:pt x="1171575" y="238125"/>
                </a:lnTo>
                <a:lnTo>
                  <a:pt x="1171575" y="257175"/>
                </a:lnTo>
                <a:lnTo>
                  <a:pt x="1152525" y="257175"/>
                </a:lnTo>
                <a:close/>
                <a:moveTo>
                  <a:pt x="552450" y="247650"/>
                </a:moveTo>
                <a:lnTo>
                  <a:pt x="561975" y="247650"/>
                </a:lnTo>
                <a:lnTo>
                  <a:pt x="561975" y="257175"/>
                </a:lnTo>
                <a:lnTo>
                  <a:pt x="571500" y="257175"/>
                </a:lnTo>
                <a:lnTo>
                  <a:pt x="571500" y="266700"/>
                </a:lnTo>
                <a:lnTo>
                  <a:pt x="561975" y="266700"/>
                </a:lnTo>
                <a:lnTo>
                  <a:pt x="561975" y="276225"/>
                </a:lnTo>
                <a:lnTo>
                  <a:pt x="552450" y="276225"/>
                </a:lnTo>
                <a:close/>
                <a:moveTo>
                  <a:pt x="1085850" y="247650"/>
                </a:moveTo>
                <a:lnTo>
                  <a:pt x="1095375" y="247650"/>
                </a:lnTo>
                <a:lnTo>
                  <a:pt x="1095375" y="276225"/>
                </a:lnTo>
                <a:lnTo>
                  <a:pt x="1066800" y="276225"/>
                </a:lnTo>
                <a:lnTo>
                  <a:pt x="1066800" y="266700"/>
                </a:lnTo>
                <a:lnTo>
                  <a:pt x="1085850" y="266700"/>
                </a:lnTo>
                <a:close/>
                <a:moveTo>
                  <a:pt x="476250" y="257175"/>
                </a:moveTo>
                <a:lnTo>
                  <a:pt x="495300" y="257175"/>
                </a:lnTo>
                <a:lnTo>
                  <a:pt x="495300" y="266700"/>
                </a:lnTo>
                <a:lnTo>
                  <a:pt x="485775" y="266700"/>
                </a:lnTo>
                <a:lnTo>
                  <a:pt x="485775" y="276225"/>
                </a:lnTo>
                <a:lnTo>
                  <a:pt x="466725" y="276225"/>
                </a:lnTo>
                <a:lnTo>
                  <a:pt x="466725" y="266700"/>
                </a:lnTo>
                <a:lnTo>
                  <a:pt x="476250" y="266700"/>
                </a:lnTo>
                <a:close/>
                <a:moveTo>
                  <a:pt x="514350" y="257175"/>
                </a:moveTo>
                <a:lnTo>
                  <a:pt x="523875" y="257175"/>
                </a:lnTo>
                <a:lnTo>
                  <a:pt x="523875" y="295275"/>
                </a:lnTo>
                <a:lnTo>
                  <a:pt x="533400" y="295275"/>
                </a:lnTo>
                <a:lnTo>
                  <a:pt x="533400" y="285750"/>
                </a:lnTo>
                <a:lnTo>
                  <a:pt x="542925" y="285750"/>
                </a:lnTo>
                <a:lnTo>
                  <a:pt x="542925" y="295275"/>
                </a:lnTo>
                <a:lnTo>
                  <a:pt x="533400" y="295275"/>
                </a:lnTo>
                <a:lnTo>
                  <a:pt x="533400" y="304800"/>
                </a:lnTo>
                <a:lnTo>
                  <a:pt x="504825" y="304800"/>
                </a:lnTo>
                <a:lnTo>
                  <a:pt x="504825" y="295275"/>
                </a:lnTo>
                <a:lnTo>
                  <a:pt x="514350" y="295275"/>
                </a:lnTo>
                <a:close/>
                <a:moveTo>
                  <a:pt x="933450" y="257175"/>
                </a:moveTo>
                <a:lnTo>
                  <a:pt x="942975" y="257175"/>
                </a:lnTo>
                <a:lnTo>
                  <a:pt x="942975" y="266700"/>
                </a:lnTo>
                <a:lnTo>
                  <a:pt x="933450" y="266700"/>
                </a:lnTo>
                <a:close/>
                <a:moveTo>
                  <a:pt x="1000125" y="257175"/>
                </a:moveTo>
                <a:lnTo>
                  <a:pt x="1019175" y="257175"/>
                </a:lnTo>
                <a:lnTo>
                  <a:pt x="1019175" y="266700"/>
                </a:lnTo>
                <a:lnTo>
                  <a:pt x="1009650" y="266700"/>
                </a:lnTo>
                <a:lnTo>
                  <a:pt x="1009650" y="276225"/>
                </a:lnTo>
                <a:lnTo>
                  <a:pt x="990600" y="276225"/>
                </a:lnTo>
                <a:lnTo>
                  <a:pt x="990600" y="266700"/>
                </a:lnTo>
                <a:lnTo>
                  <a:pt x="1000125" y="266700"/>
                </a:lnTo>
                <a:close/>
                <a:moveTo>
                  <a:pt x="923925" y="266700"/>
                </a:moveTo>
                <a:lnTo>
                  <a:pt x="933450" y="266700"/>
                </a:lnTo>
                <a:lnTo>
                  <a:pt x="933450" y="276225"/>
                </a:lnTo>
                <a:lnTo>
                  <a:pt x="923925" y="276225"/>
                </a:lnTo>
                <a:close/>
                <a:moveTo>
                  <a:pt x="485775" y="276225"/>
                </a:moveTo>
                <a:lnTo>
                  <a:pt x="495300" y="276225"/>
                </a:lnTo>
                <a:lnTo>
                  <a:pt x="495300" y="285750"/>
                </a:lnTo>
                <a:lnTo>
                  <a:pt x="485775" y="285750"/>
                </a:lnTo>
                <a:close/>
                <a:moveTo>
                  <a:pt x="1104900" y="285750"/>
                </a:moveTo>
                <a:lnTo>
                  <a:pt x="1114425" y="285750"/>
                </a:lnTo>
                <a:lnTo>
                  <a:pt x="1114425" y="304800"/>
                </a:lnTo>
                <a:lnTo>
                  <a:pt x="1095375" y="304800"/>
                </a:lnTo>
                <a:lnTo>
                  <a:pt x="1095375" y="295275"/>
                </a:lnTo>
                <a:lnTo>
                  <a:pt x="1104900" y="295275"/>
                </a:lnTo>
                <a:close/>
                <a:moveTo>
                  <a:pt x="962025" y="295275"/>
                </a:moveTo>
                <a:lnTo>
                  <a:pt x="971550" y="295275"/>
                </a:lnTo>
                <a:lnTo>
                  <a:pt x="971550" y="314325"/>
                </a:lnTo>
                <a:lnTo>
                  <a:pt x="952500" y="314325"/>
                </a:lnTo>
                <a:lnTo>
                  <a:pt x="952500" y="304800"/>
                </a:lnTo>
                <a:lnTo>
                  <a:pt x="962025" y="304800"/>
                </a:lnTo>
                <a:close/>
                <a:moveTo>
                  <a:pt x="1009650" y="295275"/>
                </a:moveTo>
                <a:lnTo>
                  <a:pt x="1019175" y="295275"/>
                </a:lnTo>
                <a:lnTo>
                  <a:pt x="1019175" y="314325"/>
                </a:lnTo>
                <a:lnTo>
                  <a:pt x="1009650" y="314325"/>
                </a:lnTo>
                <a:close/>
                <a:moveTo>
                  <a:pt x="990600" y="304800"/>
                </a:moveTo>
                <a:lnTo>
                  <a:pt x="1000125" y="304800"/>
                </a:lnTo>
                <a:lnTo>
                  <a:pt x="1000125" y="314325"/>
                </a:lnTo>
                <a:lnTo>
                  <a:pt x="990600" y="314325"/>
                </a:lnTo>
                <a:close/>
                <a:moveTo>
                  <a:pt x="904875" y="314325"/>
                </a:moveTo>
                <a:lnTo>
                  <a:pt x="923925" y="314325"/>
                </a:lnTo>
                <a:lnTo>
                  <a:pt x="923925" y="323850"/>
                </a:lnTo>
                <a:lnTo>
                  <a:pt x="933450" y="323850"/>
                </a:lnTo>
                <a:lnTo>
                  <a:pt x="933450" y="333375"/>
                </a:lnTo>
                <a:lnTo>
                  <a:pt x="895350" y="333375"/>
                </a:lnTo>
                <a:lnTo>
                  <a:pt x="895350" y="323850"/>
                </a:lnTo>
                <a:lnTo>
                  <a:pt x="904875" y="323850"/>
                </a:lnTo>
                <a:close/>
                <a:moveTo>
                  <a:pt x="1104900" y="333375"/>
                </a:moveTo>
                <a:lnTo>
                  <a:pt x="1114425" y="333375"/>
                </a:lnTo>
                <a:lnTo>
                  <a:pt x="1114425" y="371475"/>
                </a:lnTo>
                <a:lnTo>
                  <a:pt x="1066800" y="371475"/>
                </a:lnTo>
                <a:lnTo>
                  <a:pt x="1066800" y="361950"/>
                </a:lnTo>
                <a:lnTo>
                  <a:pt x="1076325" y="361950"/>
                </a:lnTo>
                <a:lnTo>
                  <a:pt x="1076325" y="352425"/>
                </a:lnTo>
                <a:lnTo>
                  <a:pt x="1085850" y="352425"/>
                </a:lnTo>
                <a:lnTo>
                  <a:pt x="1085850" y="342900"/>
                </a:lnTo>
                <a:lnTo>
                  <a:pt x="1104900" y="342900"/>
                </a:lnTo>
                <a:close/>
                <a:moveTo>
                  <a:pt x="1038225" y="342900"/>
                </a:moveTo>
                <a:lnTo>
                  <a:pt x="1057275" y="342900"/>
                </a:lnTo>
                <a:lnTo>
                  <a:pt x="1057275" y="361950"/>
                </a:lnTo>
                <a:lnTo>
                  <a:pt x="1047750" y="361950"/>
                </a:lnTo>
                <a:lnTo>
                  <a:pt x="1047750" y="371475"/>
                </a:lnTo>
                <a:lnTo>
                  <a:pt x="1038225" y="371475"/>
                </a:lnTo>
                <a:lnTo>
                  <a:pt x="1038225" y="361950"/>
                </a:lnTo>
                <a:lnTo>
                  <a:pt x="1028700" y="361950"/>
                </a:lnTo>
                <a:lnTo>
                  <a:pt x="1028700" y="352425"/>
                </a:lnTo>
                <a:lnTo>
                  <a:pt x="1038225" y="352425"/>
                </a:lnTo>
                <a:close/>
                <a:moveTo>
                  <a:pt x="895350" y="352425"/>
                </a:moveTo>
                <a:lnTo>
                  <a:pt x="904875" y="352425"/>
                </a:lnTo>
                <a:lnTo>
                  <a:pt x="904875" y="361950"/>
                </a:lnTo>
                <a:lnTo>
                  <a:pt x="895350" y="361950"/>
                </a:lnTo>
                <a:close/>
                <a:moveTo>
                  <a:pt x="885825" y="361950"/>
                </a:moveTo>
                <a:lnTo>
                  <a:pt x="895350" y="361950"/>
                </a:lnTo>
                <a:lnTo>
                  <a:pt x="895350" y="371475"/>
                </a:lnTo>
                <a:lnTo>
                  <a:pt x="885825" y="371475"/>
                </a:lnTo>
                <a:close/>
                <a:moveTo>
                  <a:pt x="914400" y="361950"/>
                </a:moveTo>
                <a:lnTo>
                  <a:pt x="933450" y="361950"/>
                </a:lnTo>
                <a:lnTo>
                  <a:pt x="933450" y="371475"/>
                </a:lnTo>
                <a:lnTo>
                  <a:pt x="914400" y="371475"/>
                </a:lnTo>
                <a:close/>
                <a:moveTo>
                  <a:pt x="1152525" y="361950"/>
                </a:moveTo>
                <a:lnTo>
                  <a:pt x="1162050" y="361950"/>
                </a:lnTo>
                <a:lnTo>
                  <a:pt x="1162050" y="390525"/>
                </a:lnTo>
                <a:lnTo>
                  <a:pt x="1152525" y="390525"/>
                </a:lnTo>
                <a:close/>
                <a:moveTo>
                  <a:pt x="1000125" y="371475"/>
                </a:moveTo>
                <a:lnTo>
                  <a:pt x="1009650" y="371475"/>
                </a:lnTo>
                <a:lnTo>
                  <a:pt x="1009650" y="381000"/>
                </a:lnTo>
                <a:lnTo>
                  <a:pt x="1019175" y="381000"/>
                </a:lnTo>
                <a:lnTo>
                  <a:pt x="1019175" y="400050"/>
                </a:lnTo>
                <a:lnTo>
                  <a:pt x="1028700" y="400050"/>
                </a:lnTo>
                <a:lnTo>
                  <a:pt x="1028700" y="409575"/>
                </a:lnTo>
                <a:lnTo>
                  <a:pt x="1038225" y="409575"/>
                </a:lnTo>
                <a:lnTo>
                  <a:pt x="1038225" y="419100"/>
                </a:lnTo>
                <a:lnTo>
                  <a:pt x="1028700" y="419100"/>
                </a:lnTo>
                <a:lnTo>
                  <a:pt x="1028700" y="428625"/>
                </a:lnTo>
                <a:lnTo>
                  <a:pt x="1019175" y="428625"/>
                </a:lnTo>
                <a:lnTo>
                  <a:pt x="1019175" y="419100"/>
                </a:lnTo>
                <a:lnTo>
                  <a:pt x="1009650" y="419100"/>
                </a:lnTo>
                <a:lnTo>
                  <a:pt x="1009650" y="409575"/>
                </a:lnTo>
                <a:lnTo>
                  <a:pt x="1000125" y="409575"/>
                </a:lnTo>
                <a:lnTo>
                  <a:pt x="1000125" y="390525"/>
                </a:lnTo>
                <a:lnTo>
                  <a:pt x="990600" y="390525"/>
                </a:lnTo>
                <a:lnTo>
                  <a:pt x="990600" y="381000"/>
                </a:lnTo>
                <a:lnTo>
                  <a:pt x="1000125" y="381000"/>
                </a:lnTo>
                <a:close/>
                <a:moveTo>
                  <a:pt x="952500" y="390525"/>
                </a:moveTo>
                <a:lnTo>
                  <a:pt x="962025" y="390525"/>
                </a:lnTo>
                <a:lnTo>
                  <a:pt x="962025" y="409575"/>
                </a:lnTo>
                <a:lnTo>
                  <a:pt x="933450" y="409575"/>
                </a:lnTo>
                <a:lnTo>
                  <a:pt x="933450" y="400050"/>
                </a:lnTo>
                <a:lnTo>
                  <a:pt x="952500" y="400050"/>
                </a:lnTo>
                <a:close/>
                <a:moveTo>
                  <a:pt x="1162050" y="390525"/>
                </a:moveTo>
                <a:lnTo>
                  <a:pt x="1171575" y="390525"/>
                </a:lnTo>
                <a:lnTo>
                  <a:pt x="1171575" y="400050"/>
                </a:lnTo>
                <a:lnTo>
                  <a:pt x="1162050" y="400050"/>
                </a:lnTo>
                <a:close/>
                <a:moveTo>
                  <a:pt x="1190625" y="390525"/>
                </a:moveTo>
                <a:lnTo>
                  <a:pt x="1209675" y="390525"/>
                </a:lnTo>
                <a:lnTo>
                  <a:pt x="1209675" y="419100"/>
                </a:lnTo>
                <a:lnTo>
                  <a:pt x="1200150" y="419100"/>
                </a:lnTo>
                <a:lnTo>
                  <a:pt x="1200150" y="400050"/>
                </a:lnTo>
                <a:lnTo>
                  <a:pt x="1190625" y="400050"/>
                </a:lnTo>
                <a:close/>
                <a:moveTo>
                  <a:pt x="1123950" y="400050"/>
                </a:moveTo>
                <a:lnTo>
                  <a:pt x="1152525" y="400050"/>
                </a:lnTo>
                <a:lnTo>
                  <a:pt x="1152525" y="428625"/>
                </a:lnTo>
                <a:lnTo>
                  <a:pt x="1114425" y="428625"/>
                </a:lnTo>
                <a:lnTo>
                  <a:pt x="1114425" y="419100"/>
                </a:lnTo>
                <a:lnTo>
                  <a:pt x="1123950" y="419100"/>
                </a:lnTo>
                <a:close/>
                <a:moveTo>
                  <a:pt x="0" y="419100"/>
                </a:moveTo>
                <a:lnTo>
                  <a:pt x="19050" y="419100"/>
                </a:lnTo>
                <a:lnTo>
                  <a:pt x="19050" y="428625"/>
                </a:lnTo>
                <a:lnTo>
                  <a:pt x="0" y="428625"/>
                </a:lnTo>
                <a:close/>
                <a:moveTo>
                  <a:pt x="904875" y="428625"/>
                </a:moveTo>
                <a:lnTo>
                  <a:pt x="933450" y="428625"/>
                </a:lnTo>
                <a:lnTo>
                  <a:pt x="933450" y="438150"/>
                </a:lnTo>
                <a:lnTo>
                  <a:pt x="952500" y="438150"/>
                </a:lnTo>
                <a:lnTo>
                  <a:pt x="952500" y="447675"/>
                </a:lnTo>
                <a:lnTo>
                  <a:pt x="923925" y="447675"/>
                </a:lnTo>
                <a:lnTo>
                  <a:pt x="923925" y="438150"/>
                </a:lnTo>
                <a:lnTo>
                  <a:pt x="904875" y="438150"/>
                </a:lnTo>
                <a:close/>
                <a:moveTo>
                  <a:pt x="1066800" y="466725"/>
                </a:moveTo>
                <a:lnTo>
                  <a:pt x="1076325" y="466725"/>
                </a:lnTo>
                <a:lnTo>
                  <a:pt x="1076325" y="476250"/>
                </a:lnTo>
                <a:lnTo>
                  <a:pt x="1066800" y="476250"/>
                </a:lnTo>
                <a:close/>
                <a:moveTo>
                  <a:pt x="1085850" y="466725"/>
                </a:moveTo>
                <a:lnTo>
                  <a:pt x="1095375" y="466725"/>
                </a:lnTo>
                <a:lnTo>
                  <a:pt x="1095375" y="476250"/>
                </a:lnTo>
                <a:lnTo>
                  <a:pt x="1085850" y="476250"/>
                </a:lnTo>
                <a:close/>
                <a:moveTo>
                  <a:pt x="1114425" y="466725"/>
                </a:moveTo>
                <a:lnTo>
                  <a:pt x="1143000" y="466725"/>
                </a:lnTo>
                <a:lnTo>
                  <a:pt x="1143000" y="495300"/>
                </a:lnTo>
                <a:lnTo>
                  <a:pt x="1133475" y="495300"/>
                </a:lnTo>
                <a:lnTo>
                  <a:pt x="1133475" y="485775"/>
                </a:lnTo>
                <a:lnTo>
                  <a:pt x="1123950" y="485775"/>
                </a:lnTo>
                <a:lnTo>
                  <a:pt x="1123950" y="476250"/>
                </a:lnTo>
                <a:lnTo>
                  <a:pt x="1114425" y="476250"/>
                </a:lnTo>
                <a:close/>
                <a:moveTo>
                  <a:pt x="1123950" y="495300"/>
                </a:moveTo>
                <a:lnTo>
                  <a:pt x="1133475" y="495300"/>
                </a:lnTo>
                <a:lnTo>
                  <a:pt x="1133475" y="504825"/>
                </a:lnTo>
                <a:lnTo>
                  <a:pt x="1123950" y="504825"/>
                </a:lnTo>
                <a:close/>
                <a:moveTo>
                  <a:pt x="1095375" y="523875"/>
                </a:moveTo>
                <a:lnTo>
                  <a:pt x="1104900" y="523875"/>
                </a:lnTo>
                <a:lnTo>
                  <a:pt x="1104900" y="533400"/>
                </a:lnTo>
                <a:lnTo>
                  <a:pt x="1114425" y="533400"/>
                </a:lnTo>
                <a:lnTo>
                  <a:pt x="1114425" y="523875"/>
                </a:lnTo>
                <a:lnTo>
                  <a:pt x="1123950" y="523875"/>
                </a:lnTo>
                <a:lnTo>
                  <a:pt x="1123950" y="533400"/>
                </a:lnTo>
                <a:lnTo>
                  <a:pt x="1114425" y="533400"/>
                </a:lnTo>
                <a:lnTo>
                  <a:pt x="1114425" y="561975"/>
                </a:lnTo>
                <a:lnTo>
                  <a:pt x="1104900" y="561975"/>
                </a:lnTo>
                <a:lnTo>
                  <a:pt x="1104900" y="552450"/>
                </a:lnTo>
                <a:lnTo>
                  <a:pt x="1095375" y="552450"/>
                </a:lnTo>
                <a:close/>
                <a:moveTo>
                  <a:pt x="1123950" y="533400"/>
                </a:moveTo>
                <a:lnTo>
                  <a:pt x="1133475" y="533400"/>
                </a:lnTo>
                <a:lnTo>
                  <a:pt x="1133475" y="542925"/>
                </a:lnTo>
                <a:lnTo>
                  <a:pt x="1123950" y="542925"/>
                </a:lnTo>
                <a:close/>
                <a:moveTo>
                  <a:pt x="1143000" y="533400"/>
                </a:moveTo>
                <a:lnTo>
                  <a:pt x="1152525" y="533400"/>
                </a:lnTo>
                <a:lnTo>
                  <a:pt x="1152525" y="542925"/>
                </a:lnTo>
                <a:lnTo>
                  <a:pt x="1143000" y="542925"/>
                </a:lnTo>
                <a:close/>
                <a:moveTo>
                  <a:pt x="1038225" y="552450"/>
                </a:moveTo>
                <a:lnTo>
                  <a:pt x="1076325" y="552450"/>
                </a:lnTo>
                <a:lnTo>
                  <a:pt x="1076325" y="561975"/>
                </a:lnTo>
                <a:lnTo>
                  <a:pt x="1057275" y="561975"/>
                </a:lnTo>
                <a:lnTo>
                  <a:pt x="1057275" y="581025"/>
                </a:lnTo>
                <a:lnTo>
                  <a:pt x="1047750" y="581025"/>
                </a:lnTo>
                <a:lnTo>
                  <a:pt x="1047750" y="561975"/>
                </a:lnTo>
                <a:lnTo>
                  <a:pt x="1038225" y="561975"/>
                </a:lnTo>
                <a:close/>
                <a:moveTo>
                  <a:pt x="1114425" y="571500"/>
                </a:moveTo>
                <a:lnTo>
                  <a:pt x="1123950" y="571500"/>
                </a:lnTo>
                <a:lnTo>
                  <a:pt x="1123950" y="581025"/>
                </a:lnTo>
                <a:lnTo>
                  <a:pt x="1114425" y="581025"/>
                </a:lnTo>
                <a:close/>
                <a:moveTo>
                  <a:pt x="1019175" y="581025"/>
                </a:moveTo>
                <a:lnTo>
                  <a:pt x="1028700" y="581025"/>
                </a:lnTo>
                <a:lnTo>
                  <a:pt x="1028700" y="590550"/>
                </a:lnTo>
                <a:lnTo>
                  <a:pt x="1038225" y="590550"/>
                </a:lnTo>
                <a:lnTo>
                  <a:pt x="1038225" y="600075"/>
                </a:lnTo>
                <a:lnTo>
                  <a:pt x="1019175" y="600075"/>
                </a:lnTo>
                <a:lnTo>
                  <a:pt x="1019175" y="609600"/>
                </a:lnTo>
                <a:lnTo>
                  <a:pt x="1009650" y="609600"/>
                </a:lnTo>
                <a:lnTo>
                  <a:pt x="1009650" y="619125"/>
                </a:lnTo>
                <a:lnTo>
                  <a:pt x="1000125" y="619125"/>
                </a:lnTo>
                <a:lnTo>
                  <a:pt x="1000125" y="600075"/>
                </a:lnTo>
                <a:lnTo>
                  <a:pt x="1009650" y="600075"/>
                </a:lnTo>
                <a:lnTo>
                  <a:pt x="1009650" y="590550"/>
                </a:lnTo>
                <a:lnTo>
                  <a:pt x="1019175" y="590550"/>
                </a:lnTo>
                <a:close/>
                <a:moveTo>
                  <a:pt x="1057275" y="581025"/>
                </a:moveTo>
                <a:lnTo>
                  <a:pt x="1066800" y="581025"/>
                </a:lnTo>
                <a:lnTo>
                  <a:pt x="1066800" y="590550"/>
                </a:lnTo>
                <a:lnTo>
                  <a:pt x="1057275" y="590550"/>
                </a:lnTo>
                <a:close/>
                <a:moveTo>
                  <a:pt x="1066800" y="590550"/>
                </a:moveTo>
                <a:lnTo>
                  <a:pt x="1085850" y="590550"/>
                </a:lnTo>
                <a:lnTo>
                  <a:pt x="1085850" y="600075"/>
                </a:lnTo>
                <a:lnTo>
                  <a:pt x="1066800" y="600075"/>
                </a:lnTo>
                <a:close/>
                <a:moveTo>
                  <a:pt x="1095375" y="590550"/>
                </a:moveTo>
                <a:lnTo>
                  <a:pt x="1114425" y="590550"/>
                </a:lnTo>
                <a:lnTo>
                  <a:pt x="1114425" y="600075"/>
                </a:lnTo>
                <a:lnTo>
                  <a:pt x="1095375" y="600075"/>
                </a:lnTo>
                <a:close/>
                <a:moveTo>
                  <a:pt x="1038225" y="600075"/>
                </a:moveTo>
                <a:lnTo>
                  <a:pt x="1057275" y="600075"/>
                </a:lnTo>
                <a:lnTo>
                  <a:pt x="1057275" y="609600"/>
                </a:lnTo>
                <a:lnTo>
                  <a:pt x="1038225" y="609600"/>
                </a:lnTo>
                <a:close/>
                <a:moveTo>
                  <a:pt x="1085850" y="600075"/>
                </a:moveTo>
                <a:lnTo>
                  <a:pt x="1095375" y="600075"/>
                </a:lnTo>
                <a:lnTo>
                  <a:pt x="1095375" y="609600"/>
                </a:lnTo>
                <a:lnTo>
                  <a:pt x="1085850" y="609600"/>
                </a:lnTo>
                <a:close/>
                <a:moveTo>
                  <a:pt x="1057275" y="609600"/>
                </a:moveTo>
                <a:lnTo>
                  <a:pt x="1066800" y="609600"/>
                </a:lnTo>
                <a:lnTo>
                  <a:pt x="1066800" y="628650"/>
                </a:lnTo>
                <a:lnTo>
                  <a:pt x="1076325" y="628650"/>
                </a:lnTo>
                <a:lnTo>
                  <a:pt x="1076325" y="638175"/>
                </a:lnTo>
                <a:lnTo>
                  <a:pt x="1095375" y="638175"/>
                </a:lnTo>
                <a:lnTo>
                  <a:pt x="1095375" y="647700"/>
                </a:lnTo>
                <a:lnTo>
                  <a:pt x="1066800" y="647700"/>
                </a:lnTo>
                <a:lnTo>
                  <a:pt x="1066800" y="638175"/>
                </a:lnTo>
                <a:lnTo>
                  <a:pt x="1057275" y="638175"/>
                </a:lnTo>
                <a:close/>
                <a:moveTo>
                  <a:pt x="390525" y="657225"/>
                </a:moveTo>
                <a:lnTo>
                  <a:pt x="409575" y="657225"/>
                </a:lnTo>
                <a:lnTo>
                  <a:pt x="409575" y="666750"/>
                </a:lnTo>
                <a:lnTo>
                  <a:pt x="390525" y="666750"/>
                </a:lnTo>
                <a:close/>
                <a:moveTo>
                  <a:pt x="1104900" y="657225"/>
                </a:moveTo>
                <a:lnTo>
                  <a:pt x="1114425" y="657225"/>
                </a:lnTo>
                <a:lnTo>
                  <a:pt x="1114425" y="695325"/>
                </a:lnTo>
                <a:lnTo>
                  <a:pt x="1104900" y="695325"/>
                </a:lnTo>
                <a:lnTo>
                  <a:pt x="1104900" y="685800"/>
                </a:lnTo>
                <a:lnTo>
                  <a:pt x="1095375" y="685800"/>
                </a:lnTo>
                <a:lnTo>
                  <a:pt x="1095375" y="666750"/>
                </a:lnTo>
                <a:lnTo>
                  <a:pt x="1104900" y="666750"/>
                </a:lnTo>
                <a:close/>
                <a:moveTo>
                  <a:pt x="457200" y="676275"/>
                </a:moveTo>
                <a:lnTo>
                  <a:pt x="466725" y="676275"/>
                </a:lnTo>
                <a:lnTo>
                  <a:pt x="466725" y="685800"/>
                </a:lnTo>
                <a:lnTo>
                  <a:pt x="457200" y="685800"/>
                </a:lnTo>
                <a:close/>
                <a:moveTo>
                  <a:pt x="285750" y="685800"/>
                </a:moveTo>
                <a:lnTo>
                  <a:pt x="304800" y="685800"/>
                </a:lnTo>
                <a:lnTo>
                  <a:pt x="304800" y="695325"/>
                </a:lnTo>
                <a:lnTo>
                  <a:pt x="314325" y="695325"/>
                </a:lnTo>
                <a:lnTo>
                  <a:pt x="314325" y="723900"/>
                </a:lnTo>
                <a:lnTo>
                  <a:pt x="295275" y="723900"/>
                </a:lnTo>
                <a:lnTo>
                  <a:pt x="295275" y="714375"/>
                </a:lnTo>
                <a:lnTo>
                  <a:pt x="266700" y="714375"/>
                </a:lnTo>
                <a:lnTo>
                  <a:pt x="266700" y="704850"/>
                </a:lnTo>
                <a:lnTo>
                  <a:pt x="276225" y="704850"/>
                </a:lnTo>
                <a:lnTo>
                  <a:pt x="276225" y="695325"/>
                </a:lnTo>
                <a:lnTo>
                  <a:pt x="285750" y="695325"/>
                </a:lnTo>
                <a:close/>
                <a:moveTo>
                  <a:pt x="466725" y="685800"/>
                </a:moveTo>
                <a:lnTo>
                  <a:pt x="476250" y="685800"/>
                </a:lnTo>
                <a:lnTo>
                  <a:pt x="476250" y="695325"/>
                </a:lnTo>
                <a:lnTo>
                  <a:pt x="504825" y="695325"/>
                </a:lnTo>
                <a:lnTo>
                  <a:pt x="504825" y="704850"/>
                </a:lnTo>
                <a:lnTo>
                  <a:pt x="485775" y="704850"/>
                </a:lnTo>
                <a:lnTo>
                  <a:pt x="485775" y="714375"/>
                </a:lnTo>
                <a:lnTo>
                  <a:pt x="457200" y="714375"/>
                </a:lnTo>
                <a:lnTo>
                  <a:pt x="457200" y="704850"/>
                </a:lnTo>
                <a:lnTo>
                  <a:pt x="466725" y="704850"/>
                </a:lnTo>
                <a:close/>
                <a:moveTo>
                  <a:pt x="628650" y="695325"/>
                </a:moveTo>
                <a:lnTo>
                  <a:pt x="638175" y="695325"/>
                </a:lnTo>
                <a:lnTo>
                  <a:pt x="638175" y="704850"/>
                </a:lnTo>
                <a:lnTo>
                  <a:pt x="628650" y="704850"/>
                </a:lnTo>
                <a:close/>
                <a:moveTo>
                  <a:pt x="542925" y="704850"/>
                </a:moveTo>
                <a:lnTo>
                  <a:pt x="552450" y="704850"/>
                </a:lnTo>
                <a:lnTo>
                  <a:pt x="552450" y="714375"/>
                </a:lnTo>
                <a:lnTo>
                  <a:pt x="542925" y="714375"/>
                </a:lnTo>
                <a:close/>
                <a:moveTo>
                  <a:pt x="1076325" y="704850"/>
                </a:moveTo>
                <a:lnTo>
                  <a:pt x="1085850" y="704850"/>
                </a:lnTo>
                <a:lnTo>
                  <a:pt x="1085850" y="714375"/>
                </a:lnTo>
                <a:lnTo>
                  <a:pt x="1076325" y="714375"/>
                </a:lnTo>
                <a:close/>
                <a:moveTo>
                  <a:pt x="1133475" y="704850"/>
                </a:moveTo>
                <a:lnTo>
                  <a:pt x="1152525" y="704850"/>
                </a:lnTo>
                <a:lnTo>
                  <a:pt x="1152525" y="714375"/>
                </a:lnTo>
                <a:lnTo>
                  <a:pt x="1133475" y="714375"/>
                </a:lnTo>
                <a:close/>
                <a:moveTo>
                  <a:pt x="200025" y="714375"/>
                </a:moveTo>
                <a:lnTo>
                  <a:pt x="209550" y="714375"/>
                </a:lnTo>
                <a:lnTo>
                  <a:pt x="209550" y="723900"/>
                </a:lnTo>
                <a:lnTo>
                  <a:pt x="200025" y="723900"/>
                </a:lnTo>
                <a:close/>
                <a:moveTo>
                  <a:pt x="390525" y="714375"/>
                </a:moveTo>
                <a:lnTo>
                  <a:pt x="400050" y="714375"/>
                </a:lnTo>
                <a:lnTo>
                  <a:pt x="400050" y="733425"/>
                </a:lnTo>
                <a:lnTo>
                  <a:pt x="390525" y="733425"/>
                </a:lnTo>
                <a:close/>
                <a:moveTo>
                  <a:pt x="552450" y="714375"/>
                </a:moveTo>
                <a:lnTo>
                  <a:pt x="561975" y="714375"/>
                </a:lnTo>
                <a:lnTo>
                  <a:pt x="561975" y="733425"/>
                </a:lnTo>
                <a:lnTo>
                  <a:pt x="542925" y="733425"/>
                </a:lnTo>
                <a:lnTo>
                  <a:pt x="542925" y="723900"/>
                </a:lnTo>
                <a:lnTo>
                  <a:pt x="552450" y="723900"/>
                </a:lnTo>
                <a:close/>
                <a:moveTo>
                  <a:pt x="581025" y="714375"/>
                </a:moveTo>
                <a:lnTo>
                  <a:pt x="590550" y="714375"/>
                </a:lnTo>
                <a:lnTo>
                  <a:pt x="590550" y="723900"/>
                </a:lnTo>
                <a:lnTo>
                  <a:pt x="581025" y="723900"/>
                </a:lnTo>
                <a:close/>
                <a:moveTo>
                  <a:pt x="152400" y="723900"/>
                </a:moveTo>
                <a:lnTo>
                  <a:pt x="161925" y="723900"/>
                </a:lnTo>
                <a:lnTo>
                  <a:pt x="161925" y="733425"/>
                </a:lnTo>
                <a:lnTo>
                  <a:pt x="152400" y="733425"/>
                </a:lnTo>
                <a:close/>
                <a:moveTo>
                  <a:pt x="723900" y="723900"/>
                </a:moveTo>
                <a:lnTo>
                  <a:pt x="733425" y="723900"/>
                </a:lnTo>
                <a:lnTo>
                  <a:pt x="733425" y="742950"/>
                </a:lnTo>
                <a:lnTo>
                  <a:pt x="723900" y="742950"/>
                </a:lnTo>
                <a:close/>
                <a:moveTo>
                  <a:pt x="1019175" y="723900"/>
                </a:moveTo>
                <a:lnTo>
                  <a:pt x="1028700" y="723900"/>
                </a:lnTo>
                <a:lnTo>
                  <a:pt x="1028700" y="742950"/>
                </a:lnTo>
                <a:lnTo>
                  <a:pt x="1019175" y="742950"/>
                </a:lnTo>
                <a:close/>
                <a:moveTo>
                  <a:pt x="1123950" y="723900"/>
                </a:moveTo>
                <a:lnTo>
                  <a:pt x="1143000" y="723900"/>
                </a:lnTo>
                <a:lnTo>
                  <a:pt x="1143000" y="752475"/>
                </a:lnTo>
                <a:lnTo>
                  <a:pt x="1162050" y="752475"/>
                </a:lnTo>
                <a:lnTo>
                  <a:pt x="1162050" y="781050"/>
                </a:lnTo>
                <a:lnTo>
                  <a:pt x="1143000" y="781050"/>
                </a:lnTo>
                <a:lnTo>
                  <a:pt x="1143000" y="790575"/>
                </a:lnTo>
                <a:lnTo>
                  <a:pt x="1133475" y="790575"/>
                </a:lnTo>
                <a:lnTo>
                  <a:pt x="1133475" y="762000"/>
                </a:lnTo>
                <a:lnTo>
                  <a:pt x="1114425" y="762000"/>
                </a:lnTo>
                <a:lnTo>
                  <a:pt x="1114425" y="742950"/>
                </a:lnTo>
                <a:lnTo>
                  <a:pt x="1123950" y="742950"/>
                </a:lnTo>
                <a:close/>
                <a:moveTo>
                  <a:pt x="266700" y="733425"/>
                </a:moveTo>
                <a:lnTo>
                  <a:pt x="276225" y="733425"/>
                </a:lnTo>
                <a:lnTo>
                  <a:pt x="276225" y="742950"/>
                </a:lnTo>
                <a:lnTo>
                  <a:pt x="266700" y="742950"/>
                </a:lnTo>
                <a:close/>
                <a:moveTo>
                  <a:pt x="314325" y="733425"/>
                </a:moveTo>
                <a:lnTo>
                  <a:pt x="323850" y="733425"/>
                </a:lnTo>
                <a:lnTo>
                  <a:pt x="323850" y="752475"/>
                </a:lnTo>
                <a:lnTo>
                  <a:pt x="333375" y="752475"/>
                </a:lnTo>
                <a:lnTo>
                  <a:pt x="333375" y="762000"/>
                </a:lnTo>
                <a:lnTo>
                  <a:pt x="314325" y="762000"/>
                </a:lnTo>
                <a:close/>
                <a:moveTo>
                  <a:pt x="371475" y="733425"/>
                </a:moveTo>
                <a:lnTo>
                  <a:pt x="381000" y="733425"/>
                </a:lnTo>
                <a:lnTo>
                  <a:pt x="381000" y="742950"/>
                </a:lnTo>
                <a:lnTo>
                  <a:pt x="371475" y="742950"/>
                </a:lnTo>
                <a:close/>
                <a:moveTo>
                  <a:pt x="514350" y="733425"/>
                </a:moveTo>
                <a:lnTo>
                  <a:pt x="523875" y="733425"/>
                </a:lnTo>
                <a:lnTo>
                  <a:pt x="523875" y="742950"/>
                </a:lnTo>
                <a:lnTo>
                  <a:pt x="514350" y="742950"/>
                </a:lnTo>
                <a:close/>
                <a:moveTo>
                  <a:pt x="809625" y="733425"/>
                </a:moveTo>
                <a:lnTo>
                  <a:pt x="828675" y="733425"/>
                </a:lnTo>
                <a:lnTo>
                  <a:pt x="828675" y="742950"/>
                </a:lnTo>
                <a:lnTo>
                  <a:pt x="819150" y="742950"/>
                </a:lnTo>
                <a:lnTo>
                  <a:pt x="819150" y="762000"/>
                </a:lnTo>
                <a:lnTo>
                  <a:pt x="800100" y="762000"/>
                </a:lnTo>
                <a:lnTo>
                  <a:pt x="800100" y="771525"/>
                </a:lnTo>
                <a:lnTo>
                  <a:pt x="790575" y="771525"/>
                </a:lnTo>
                <a:lnTo>
                  <a:pt x="790575" y="752475"/>
                </a:lnTo>
                <a:lnTo>
                  <a:pt x="809625" y="752475"/>
                </a:lnTo>
                <a:close/>
                <a:moveTo>
                  <a:pt x="1038225" y="733425"/>
                </a:moveTo>
                <a:lnTo>
                  <a:pt x="1057275" y="733425"/>
                </a:lnTo>
                <a:lnTo>
                  <a:pt x="1057275" y="752475"/>
                </a:lnTo>
                <a:lnTo>
                  <a:pt x="1076325" y="752475"/>
                </a:lnTo>
                <a:lnTo>
                  <a:pt x="1076325" y="771525"/>
                </a:lnTo>
                <a:lnTo>
                  <a:pt x="1066800" y="771525"/>
                </a:lnTo>
                <a:lnTo>
                  <a:pt x="1066800" y="762000"/>
                </a:lnTo>
                <a:lnTo>
                  <a:pt x="1047750" y="762000"/>
                </a:lnTo>
                <a:lnTo>
                  <a:pt x="1047750" y="752475"/>
                </a:lnTo>
                <a:lnTo>
                  <a:pt x="1038225" y="752475"/>
                </a:lnTo>
                <a:close/>
                <a:moveTo>
                  <a:pt x="1095375" y="733425"/>
                </a:moveTo>
                <a:lnTo>
                  <a:pt x="1104900" y="733425"/>
                </a:lnTo>
                <a:lnTo>
                  <a:pt x="1104900" y="742950"/>
                </a:lnTo>
                <a:lnTo>
                  <a:pt x="1095375" y="742950"/>
                </a:lnTo>
                <a:close/>
                <a:moveTo>
                  <a:pt x="361950" y="742950"/>
                </a:moveTo>
                <a:lnTo>
                  <a:pt x="371475" y="742950"/>
                </a:lnTo>
                <a:lnTo>
                  <a:pt x="371475" y="781050"/>
                </a:lnTo>
                <a:lnTo>
                  <a:pt x="361950" y="781050"/>
                </a:lnTo>
                <a:lnTo>
                  <a:pt x="361950" y="771525"/>
                </a:lnTo>
                <a:lnTo>
                  <a:pt x="342900" y="771525"/>
                </a:lnTo>
                <a:lnTo>
                  <a:pt x="342900" y="762000"/>
                </a:lnTo>
                <a:lnTo>
                  <a:pt x="361950" y="762000"/>
                </a:lnTo>
                <a:close/>
                <a:moveTo>
                  <a:pt x="523875" y="742950"/>
                </a:moveTo>
                <a:lnTo>
                  <a:pt x="533400" y="742950"/>
                </a:lnTo>
                <a:lnTo>
                  <a:pt x="533400" y="752475"/>
                </a:lnTo>
                <a:lnTo>
                  <a:pt x="523875" y="752475"/>
                </a:lnTo>
                <a:close/>
                <a:moveTo>
                  <a:pt x="647700" y="742950"/>
                </a:moveTo>
                <a:lnTo>
                  <a:pt x="657225" y="742950"/>
                </a:lnTo>
                <a:lnTo>
                  <a:pt x="657225" y="762000"/>
                </a:lnTo>
                <a:lnTo>
                  <a:pt x="647700" y="762000"/>
                </a:lnTo>
                <a:close/>
                <a:moveTo>
                  <a:pt x="85725" y="752475"/>
                </a:moveTo>
                <a:lnTo>
                  <a:pt x="95250" y="752475"/>
                </a:lnTo>
                <a:lnTo>
                  <a:pt x="95250" y="762000"/>
                </a:lnTo>
                <a:lnTo>
                  <a:pt x="104775" y="762000"/>
                </a:lnTo>
                <a:lnTo>
                  <a:pt x="104775" y="771525"/>
                </a:lnTo>
                <a:lnTo>
                  <a:pt x="114300" y="771525"/>
                </a:lnTo>
                <a:lnTo>
                  <a:pt x="114300" y="781050"/>
                </a:lnTo>
                <a:lnTo>
                  <a:pt x="85725" y="781050"/>
                </a:lnTo>
                <a:close/>
                <a:moveTo>
                  <a:pt x="590550" y="752475"/>
                </a:moveTo>
                <a:lnTo>
                  <a:pt x="600075" y="752475"/>
                </a:lnTo>
                <a:lnTo>
                  <a:pt x="600075" y="762000"/>
                </a:lnTo>
                <a:lnTo>
                  <a:pt x="590550" y="762000"/>
                </a:lnTo>
                <a:close/>
                <a:moveTo>
                  <a:pt x="952500" y="752475"/>
                </a:moveTo>
                <a:lnTo>
                  <a:pt x="971550" y="752475"/>
                </a:lnTo>
                <a:lnTo>
                  <a:pt x="971550" y="762000"/>
                </a:lnTo>
                <a:lnTo>
                  <a:pt x="981075" y="762000"/>
                </a:lnTo>
                <a:lnTo>
                  <a:pt x="981075" y="781050"/>
                </a:lnTo>
                <a:lnTo>
                  <a:pt x="962025" y="781050"/>
                </a:lnTo>
                <a:lnTo>
                  <a:pt x="962025" y="762000"/>
                </a:lnTo>
                <a:lnTo>
                  <a:pt x="952500" y="762000"/>
                </a:lnTo>
                <a:close/>
                <a:moveTo>
                  <a:pt x="1200150" y="752475"/>
                </a:moveTo>
                <a:lnTo>
                  <a:pt x="1209675" y="752475"/>
                </a:lnTo>
                <a:lnTo>
                  <a:pt x="1209675" y="771525"/>
                </a:lnTo>
                <a:lnTo>
                  <a:pt x="1200150" y="771525"/>
                </a:lnTo>
                <a:close/>
                <a:moveTo>
                  <a:pt x="19050" y="762000"/>
                </a:moveTo>
                <a:lnTo>
                  <a:pt x="28575" y="762000"/>
                </a:lnTo>
                <a:lnTo>
                  <a:pt x="28575" y="781050"/>
                </a:lnTo>
                <a:lnTo>
                  <a:pt x="19050" y="781050"/>
                </a:lnTo>
                <a:close/>
                <a:moveTo>
                  <a:pt x="295275" y="762000"/>
                </a:moveTo>
                <a:lnTo>
                  <a:pt x="304800" y="762000"/>
                </a:lnTo>
                <a:lnTo>
                  <a:pt x="304800" y="771525"/>
                </a:lnTo>
                <a:lnTo>
                  <a:pt x="314325" y="771525"/>
                </a:lnTo>
                <a:lnTo>
                  <a:pt x="314325" y="781050"/>
                </a:lnTo>
                <a:lnTo>
                  <a:pt x="295275" y="781050"/>
                </a:lnTo>
                <a:close/>
                <a:moveTo>
                  <a:pt x="409575" y="762000"/>
                </a:moveTo>
                <a:lnTo>
                  <a:pt x="419100" y="762000"/>
                </a:lnTo>
                <a:lnTo>
                  <a:pt x="419100" y="771525"/>
                </a:lnTo>
                <a:lnTo>
                  <a:pt x="438150" y="771525"/>
                </a:lnTo>
                <a:lnTo>
                  <a:pt x="438150" y="781050"/>
                </a:lnTo>
                <a:lnTo>
                  <a:pt x="409575" y="781050"/>
                </a:lnTo>
                <a:close/>
                <a:moveTo>
                  <a:pt x="600075" y="762000"/>
                </a:moveTo>
                <a:lnTo>
                  <a:pt x="647700" y="762000"/>
                </a:lnTo>
                <a:lnTo>
                  <a:pt x="647700" y="771525"/>
                </a:lnTo>
                <a:lnTo>
                  <a:pt x="666750" y="771525"/>
                </a:lnTo>
                <a:lnTo>
                  <a:pt x="666750" y="781050"/>
                </a:lnTo>
                <a:lnTo>
                  <a:pt x="657225" y="781050"/>
                </a:lnTo>
                <a:lnTo>
                  <a:pt x="657225" y="790575"/>
                </a:lnTo>
                <a:lnTo>
                  <a:pt x="647700" y="790575"/>
                </a:lnTo>
                <a:lnTo>
                  <a:pt x="647700" y="781050"/>
                </a:lnTo>
                <a:lnTo>
                  <a:pt x="609600" y="781050"/>
                </a:lnTo>
                <a:lnTo>
                  <a:pt x="609600" y="771525"/>
                </a:lnTo>
                <a:lnTo>
                  <a:pt x="600075" y="771525"/>
                </a:lnTo>
                <a:close/>
                <a:moveTo>
                  <a:pt x="133350" y="771525"/>
                </a:moveTo>
                <a:lnTo>
                  <a:pt x="142875" y="771525"/>
                </a:lnTo>
                <a:lnTo>
                  <a:pt x="142875" y="781050"/>
                </a:lnTo>
                <a:lnTo>
                  <a:pt x="133350" y="781050"/>
                </a:lnTo>
                <a:close/>
                <a:moveTo>
                  <a:pt x="781050" y="771525"/>
                </a:moveTo>
                <a:lnTo>
                  <a:pt x="790575" y="771525"/>
                </a:lnTo>
                <a:lnTo>
                  <a:pt x="790575" y="800100"/>
                </a:lnTo>
                <a:lnTo>
                  <a:pt x="762000" y="800100"/>
                </a:lnTo>
                <a:lnTo>
                  <a:pt x="762000" y="781050"/>
                </a:lnTo>
                <a:lnTo>
                  <a:pt x="781050" y="781050"/>
                </a:lnTo>
                <a:close/>
                <a:moveTo>
                  <a:pt x="1057275" y="771525"/>
                </a:moveTo>
                <a:lnTo>
                  <a:pt x="1066800" y="771525"/>
                </a:lnTo>
                <a:lnTo>
                  <a:pt x="1066800" y="781050"/>
                </a:lnTo>
                <a:lnTo>
                  <a:pt x="1057275" y="781050"/>
                </a:lnTo>
                <a:close/>
                <a:moveTo>
                  <a:pt x="1143000" y="771525"/>
                </a:moveTo>
                <a:lnTo>
                  <a:pt x="1152525" y="771525"/>
                </a:lnTo>
                <a:lnTo>
                  <a:pt x="1152525" y="762000"/>
                </a:lnTo>
                <a:lnTo>
                  <a:pt x="1143000" y="762000"/>
                </a:lnTo>
                <a:close/>
                <a:moveTo>
                  <a:pt x="247650" y="781050"/>
                </a:moveTo>
                <a:lnTo>
                  <a:pt x="266700" y="781050"/>
                </a:lnTo>
                <a:lnTo>
                  <a:pt x="266700" y="790575"/>
                </a:lnTo>
                <a:lnTo>
                  <a:pt x="276225" y="790575"/>
                </a:lnTo>
                <a:lnTo>
                  <a:pt x="276225" y="809625"/>
                </a:lnTo>
                <a:lnTo>
                  <a:pt x="238125" y="809625"/>
                </a:lnTo>
                <a:lnTo>
                  <a:pt x="238125" y="790575"/>
                </a:lnTo>
                <a:lnTo>
                  <a:pt x="247650" y="790575"/>
                </a:lnTo>
                <a:close/>
                <a:moveTo>
                  <a:pt x="400050" y="800100"/>
                </a:moveTo>
                <a:lnTo>
                  <a:pt x="409575" y="800100"/>
                </a:lnTo>
                <a:lnTo>
                  <a:pt x="409575" y="809625"/>
                </a:lnTo>
                <a:lnTo>
                  <a:pt x="400050" y="809625"/>
                </a:lnTo>
                <a:close/>
              </a:path>
            </a:pathLst>
          </a:custGeom>
          <a:solidFill xmlns:a="http://schemas.openxmlformats.org/drawingml/2006/main">
            <a:srgbClr val="F9F8F3"/>
          </a:solidFill>
          <a:ln xmlns:a="http://schemas.openxmlformats.org/drawingml/2006/main" w="0">
            <a:noFill/>
          </a:ln>
        </p:spPr>
      </p:sp>
      <p:sp>
        <p:nvSpPr>
          <p:cNvPr id="158" name="v12 vector #f9f7f3">
            <a:extLst xmlns:a="http://schemas.openxmlformats.org/drawingml/2006/main">
              <a:ext uri="{FF2B5EF4-FFF2-40B4-BE49-F238E27FC236}">
                <a16:creationId xmlns:a16="http://schemas.microsoft.com/office/drawing/2014/main" id="{9CE1D5D2-7E45-4ABD-8FFF-59CF5DB7AE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10675" y="3609975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990600" y="0"/>
                </a:moveTo>
                <a:lnTo>
                  <a:pt x="1000125" y="0"/>
                </a:lnTo>
                <a:lnTo>
                  <a:pt x="1000125" y="9525"/>
                </a:lnTo>
                <a:lnTo>
                  <a:pt x="990600" y="9525"/>
                </a:lnTo>
                <a:close/>
                <a:moveTo>
                  <a:pt x="0" y="76200"/>
                </a:moveTo>
                <a:lnTo>
                  <a:pt x="9525" y="76200"/>
                </a:lnTo>
                <a:lnTo>
                  <a:pt x="9525" y="85725"/>
                </a:lnTo>
                <a:lnTo>
                  <a:pt x="19050" y="85725"/>
                </a:lnTo>
                <a:lnTo>
                  <a:pt x="19050" y="104775"/>
                </a:lnTo>
                <a:lnTo>
                  <a:pt x="9525" y="104775"/>
                </a:lnTo>
                <a:lnTo>
                  <a:pt x="9525" y="95250"/>
                </a:lnTo>
                <a:lnTo>
                  <a:pt x="0" y="95250"/>
                </a:lnTo>
                <a:close/>
                <a:moveTo>
                  <a:pt x="466725" y="161925"/>
                </a:moveTo>
                <a:lnTo>
                  <a:pt x="476250" y="161925"/>
                </a:lnTo>
                <a:lnTo>
                  <a:pt x="476250" y="171450"/>
                </a:lnTo>
                <a:lnTo>
                  <a:pt x="485775" y="171450"/>
                </a:lnTo>
                <a:lnTo>
                  <a:pt x="485775" y="190500"/>
                </a:lnTo>
                <a:lnTo>
                  <a:pt x="504825" y="190500"/>
                </a:lnTo>
                <a:lnTo>
                  <a:pt x="504825" y="200025"/>
                </a:lnTo>
                <a:lnTo>
                  <a:pt x="523875" y="200025"/>
                </a:lnTo>
                <a:lnTo>
                  <a:pt x="523875" y="219075"/>
                </a:lnTo>
                <a:lnTo>
                  <a:pt x="533400" y="219075"/>
                </a:lnTo>
                <a:lnTo>
                  <a:pt x="533400" y="238125"/>
                </a:lnTo>
                <a:lnTo>
                  <a:pt x="514350" y="238125"/>
                </a:lnTo>
                <a:lnTo>
                  <a:pt x="514350" y="228600"/>
                </a:lnTo>
                <a:lnTo>
                  <a:pt x="495300" y="228600"/>
                </a:lnTo>
                <a:lnTo>
                  <a:pt x="495300" y="200025"/>
                </a:lnTo>
                <a:lnTo>
                  <a:pt x="476250" y="200025"/>
                </a:lnTo>
                <a:lnTo>
                  <a:pt x="476250" y="190500"/>
                </a:lnTo>
                <a:lnTo>
                  <a:pt x="466725" y="190500"/>
                </a:lnTo>
                <a:lnTo>
                  <a:pt x="466725" y="180975"/>
                </a:lnTo>
                <a:lnTo>
                  <a:pt x="457200" y="180975"/>
                </a:lnTo>
                <a:lnTo>
                  <a:pt x="457200" y="171450"/>
                </a:lnTo>
                <a:lnTo>
                  <a:pt x="466725" y="171450"/>
                </a:lnTo>
                <a:close/>
                <a:moveTo>
                  <a:pt x="1162050" y="180975"/>
                </a:moveTo>
                <a:lnTo>
                  <a:pt x="1181100" y="180975"/>
                </a:lnTo>
                <a:lnTo>
                  <a:pt x="1181100" y="190500"/>
                </a:lnTo>
                <a:lnTo>
                  <a:pt x="1190625" y="190500"/>
                </a:lnTo>
                <a:lnTo>
                  <a:pt x="1190625" y="200025"/>
                </a:lnTo>
                <a:lnTo>
                  <a:pt x="1181100" y="200025"/>
                </a:lnTo>
                <a:lnTo>
                  <a:pt x="1181100" y="219075"/>
                </a:lnTo>
                <a:lnTo>
                  <a:pt x="1162050" y="219075"/>
                </a:lnTo>
                <a:lnTo>
                  <a:pt x="1162050" y="209550"/>
                </a:lnTo>
                <a:lnTo>
                  <a:pt x="1152525" y="209550"/>
                </a:lnTo>
                <a:lnTo>
                  <a:pt x="1152525" y="200025"/>
                </a:lnTo>
                <a:lnTo>
                  <a:pt x="1162050" y="200025"/>
                </a:lnTo>
                <a:close/>
                <a:moveTo>
                  <a:pt x="314325" y="190500"/>
                </a:moveTo>
                <a:lnTo>
                  <a:pt x="323850" y="190500"/>
                </a:lnTo>
                <a:lnTo>
                  <a:pt x="323850" y="200025"/>
                </a:lnTo>
                <a:lnTo>
                  <a:pt x="333375" y="200025"/>
                </a:lnTo>
                <a:lnTo>
                  <a:pt x="333375" y="209550"/>
                </a:lnTo>
                <a:lnTo>
                  <a:pt x="323850" y="209550"/>
                </a:lnTo>
                <a:lnTo>
                  <a:pt x="323850" y="238125"/>
                </a:lnTo>
                <a:lnTo>
                  <a:pt x="314325" y="238125"/>
                </a:lnTo>
                <a:lnTo>
                  <a:pt x="314325" y="228600"/>
                </a:lnTo>
                <a:lnTo>
                  <a:pt x="304800" y="228600"/>
                </a:lnTo>
                <a:lnTo>
                  <a:pt x="304800" y="209550"/>
                </a:lnTo>
                <a:lnTo>
                  <a:pt x="314325" y="209550"/>
                </a:lnTo>
                <a:close/>
                <a:moveTo>
                  <a:pt x="438150" y="190500"/>
                </a:moveTo>
                <a:lnTo>
                  <a:pt x="457200" y="190500"/>
                </a:lnTo>
                <a:lnTo>
                  <a:pt x="457200" y="209550"/>
                </a:lnTo>
                <a:lnTo>
                  <a:pt x="447675" y="209550"/>
                </a:lnTo>
                <a:lnTo>
                  <a:pt x="447675" y="200025"/>
                </a:lnTo>
                <a:lnTo>
                  <a:pt x="438150" y="200025"/>
                </a:lnTo>
                <a:close/>
                <a:moveTo>
                  <a:pt x="9525" y="209550"/>
                </a:moveTo>
                <a:lnTo>
                  <a:pt x="19050" y="209550"/>
                </a:lnTo>
                <a:lnTo>
                  <a:pt x="19050" y="219075"/>
                </a:lnTo>
                <a:lnTo>
                  <a:pt x="9525" y="219075"/>
                </a:lnTo>
                <a:close/>
                <a:moveTo>
                  <a:pt x="962025" y="209550"/>
                </a:moveTo>
                <a:lnTo>
                  <a:pt x="971550" y="209550"/>
                </a:lnTo>
                <a:lnTo>
                  <a:pt x="971550" y="219075"/>
                </a:lnTo>
                <a:lnTo>
                  <a:pt x="962025" y="219075"/>
                </a:lnTo>
                <a:close/>
                <a:moveTo>
                  <a:pt x="1028700" y="209550"/>
                </a:moveTo>
                <a:lnTo>
                  <a:pt x="1038225" y="209550"/>
                </a:lnTo>
                <a:lnTo>
                  <a:pt x="1038225" y="219075"/>
                </a:lnTo>
                <a:lnTo>
                  <a:pt x="1076325" y="219075"/>
                </a:lnTo>
                <a:lnTo>
                  <a:pt x="1076325" y="228600"/>
                </a:lnTo>
                <a:lnTo>
                  <a:pt x="1095375" y="228600"/>
                </a:lnTo>
                <a:lnTo>
                  <a:pt x="1095375" y="247650"/>
                </a:lnTo>
                <a:lnTo>
                  <a:pt x="1085850" y="247650"/>
                </a:lnTo>
                <a:lnTo>
                  <a:pt x="1085850" y="238125"/>
                </a:lnTo>
                <a:lnTo>
                  <a:pt x="1057275" y="238125"/>
                </a:lnTo>
                <a:lnTo>
                  <a:pt x="1057275" y="266700"/>
                </a:lnTo>
                <a:lnTo>
                  <a:pt x="1066800" y="266700"/>
                </a:lnTo>
                <a:lnTo>
                  <a:pt x="1066800" y="257175"/>
                </a:lnTo>
                <a:lnTo>
                  <a:pt x="1076325" y="257175"/>
                </a:lnTo>
                <a:lnTo>
                  <a:pt x="1076325" y="266700"/>
                </a:lnTo>
                <a:lnTo>
                  <a:pt x="1066800" y="266700"/>
                </a:lnTo>
                <a:lnTo>
                  <a:pt x="1066800" y="276225"/>
                </a:lnTo>
                <a:lnTo>
                  <a:pt x="1038225" y="276225"/>
                </a:lnTo>
                <a:lnTo>
                  <a:pt x="1038225" y="285750"/>
                </a:lnTo>
                <a:lnTo>
                  <a:pt x="1019175" y="285750"/>
                </a:lnTo>
                <a:lnTo>
                  <a:pt x="1019175" y="295275"/>
                </a:lnTo>
                <a:lnTo>
                  <a:pt x="1009650" y="295275"/>
                </a:lnTo>
                <a:lnTo>
                  <a:pt x="1009650" y="266700"/>
                </a:lnTo>
                <a:lnTo>
                  <a:pt x="1019175" y="266700"/>
                </a:lnTo>
                <a:lnTo>
                  <a:pt x="1019175" y="257175"/>
                </a:lnTo>
                <a:lnTo>
                  <a:pt x="1028700" y="257175"/>
                </a:lnTo>
                <a:lnTo>
                  <a:pt x="1028700" y="266700"/>
                </a:lnTo>
                <a:lnTo>
                  <a:pt x="1038225" y="266700"/>
                </a:lnTo>
                <a:lnTo>
                  <a:pt x="1038225" y="257175"/>
                </a:lnTo>
                <a:lnTo>
                  <a:pt x="1047750" y="257175"/>
                </a:lnTo>
                <a:lnTo>
                  <a:pt x="1047750" y="228600"/>
                </a:lnTo>
                <a:lnTo>
                  <a:pt x="1028700" y="228600"/>
                </a:lnTo>
                <a:close/>
                <a:moveTo>
                  <a:pt x="19050" y="219075"/>
                </a:moveTo>
                <a:lnTo>
                  <a:pt x="38100" y="219075"/>
                </a:lnTo>
                <a:lnTo>
                  <a:pt x="38100" y="228600"/>
                </a:lnTo>
                <a:lnTo>
                  <a:pt x="19050" y="228600"/>
                </a:lnTo>
                <a:close/>
                <a:moveTo>
                  <a:pt x="381000" y="219075"/>
                </a:moveTo>
                <a:lnTo>
                  <a:pt x="390525" y="219075"/>
                </a:lnTo>
                <a:lnTo>
                  <a:pt x="390525" y="228600"/>
                </a:lnTo>
                <a:lnTo>
                  <a:pt x="381000" y="228600"/>
                </a:lnTo>
                <a:close/>
                <a:moveTo>
                  <a:pt x="428625" y="219075"/>
                </a:moveTo>
                <a:lnTo>
                  <a:pt x="457200" y="219075"/>
                </a:lnTo>
                <a:lnTo>
                  <a:pt x="457200" y="228600"/>
                </a:lnTo>
                <a:lnTo>
                  <a:pt x="428625" y="228600"/>
                </a:lnTo>
                <a:close/>
                <a:moveTo>
                  <a:pt x="371475" y="228600"/>
                </a:moveTo>
                <a:lnTo>
                  <a:pt x="381000" y="228600"/>
                </a:lnTo>
                <a:lnTo>
                  <a:pt x="381000" y="238125"/>
                </a:lnTo>
                <a:lnTo>
                  <a:pt x="371475" y="238125"/>
                </a:lnTo>
                <a:close/>
                <a:moveTo>
                  <a:pt x="571500" y="228600"/>
                </a:moveTo>
                <a:lnTo>
                  <a:pt x="590550" y="228600"/>
                </a:lnTo>
                <a:lnTo>
                  <a:pt x="590550" y="247650"/>
                </a:lnTo>
                <a:lnTo>
                  <a:pt x="581025" y="247650"/>
                </a:lnTo>
                <a:lnTo>
                  <a:pt x="581025" y="266700"/>
                </a:lnTo>
                <a:lnTo>
                  <a:pt x="571500" y="266700"/>
                </a:lnTo>
                <a:lnTo>
                  <a:pt x="571500" y="257175"/>
                </a:lnTo>
                <a:lnTo>
                  <a:pt x="561975" y="257175"/>
                </a:lnTo>
                <a:lnTo>
                  <a:pt x="561975" y="238125"/>
                </a:lnTo>
                <a:lnTo>
                  <a:pt x="571500" y="238125"/>
                </a:lnTo>
                <a:close/>
                <a:moveTo>
                  <a:pt x="990600" y="228600"/>
                </a:moveTo>
                <a:lnTo>
                  <a:pt x="1000125" y="228600"/>
                </a:lnTo>
                <a:lnTo>
                  <a:pt x="1000125" y="238125"/>
                </a:lnTo>
                <a:lnTo>
                  <a:pt x="990600" y="238125"/>
                </a:lnTo>
                <a:close/>
                <a:moveTo>
                  <a:pt x="323850" y="238125"/>
                </a:moveTo>
                <a:lnTo>
                  <a:pt x="333375" y="238125"/>
                </a:lnTo>
                <a:lnTo>
                  <a:pt x="333375" y="247650"/>
                </a:lnTo>
                <a:lnTo>
                  <a:pt x="323850" y="247650"/>
                </a:lnTo>
                <a:close/>
                <a:moveTo>
                  <a:pt x="1123950" y="238125"/>
                </a:moveTo>
                <a:lnTo>
                  <a:pt x="1143000" y="238125"/>
                </a:lnTo>
                <a:lnTo>
                  <a:pt x="1143000" y="247650"/>
                </a:lnTo>
                <a:lnTo>
                  <a:pt x="1133475" y="247650"/>
                </a:lnTo>
                <a:lnTo>
                  <a:pt x="1133475" y="285750"/>
                </a:lnTo>
                <a:lnTo>
                  <a:pt x="1104900" y="285750"/>
                </a:lnTo>
                <a:lnTo>
                  <a:pt x="1104900" y="276225"/>
                </a:lnTo>
                <a:lnTo>
                  <a:pt x="1095375" y="276225"/>
                </a:lnTo>
                <a:lnTo>
                  <a:pt x="1095375" y="266700"/>
                </a:lnTo>
                <a:lnTo>
                  <a:pt x="1104900" y="266700"/>
                </a:lnTo>
                <a:lnTo>
                  <a:pt x="1104900" y="247650"/>
                </a:lnTo>
                <a:lnTo>
                  <a:pt x="1123950" y="247650"/>
                </a:lnTo>
                <a:close/>
                <a:moveTo>
                  <a:pt x="1162050" y="257175"/>
                </a:moveTo>
                <a:lnTo>
                  <a:pt x="1171575" y="257175"/>
                </a:lnTo>
                <a:lnTo>
                  <a:pt x="1171575" y="266700"/>
                </a:lnTo>
                <a:lnTo>
                  <a:pt x="1162050" y="266700"/>
                </a:lnTo>
                <a:close/>
                <a:moveTo>
                  <a:pt x="495300" y="276225"/>
                </a:moveTo>
                <a:lnTo>
                  <a:pt x="504825" y="276225"/>
                </a:lnTo>
                <a:lnTo>
                  <a:pt x="504825" y="295275"/>
                </a:lnTo>
                <a:lnTo>
                  <a:pt x="495300" y="295275"/>
                </a:lnTo>
                <a:close/>
                <a:moveTo>
                  <a:pt x="523875" y="285750"/>
                </a:moveTo>
                <a:lnTo>
                  <a:pt x="533400" y="285750"/>
                </a:lnTo>
                <a:lnTo>
                  <a:pt x="533400" y="295275"/>
                </a:lnTo>
                <a:lnTo>
                  <a:pt x="523875" y="295275"/>
                </a:lnTo>
                <a:close/>
                <a:moveTo>
                  <a:pt x="1095375" y="285750"/>
                </a:moveTo>
                <a:lnTo>
                  <a:pt x="1104900" y="285750"/>
                </a:lnTo>
                <a:lnTo>
                  <a:pt x="1104900" y="295275"/>
                </a:lnTo>
                <a:lnTo>
                  <a:pt x="1095375" y="295275"/>
                </a:lnTo>
                <a:close/>
                <a:moveTo>
                  <a:pt x="1085850" y="295275"/>
                </a:moveTo>
                <a:lnTo>
                  <a:pt x="1095375" y="295275"/>
                </a:lnTo>
                <a:lnTo>
                  <a:pt x="1095375" y="304800"/>
                </a:lnTo>
                <a:lnTo>
                  <a:pt x="1104900" y="304800"/>
                </a:lnTo>
                <a:lnTo>
                  <a:pt x="1104900" y="314325"/>
                </a:lnTo>
                <a:lnTo>
                  <a:pt x="1114425" y="314325"/>
                </a:lnTo>
                <a:lnTo>
                  <a:pt x="1114425" y="323850"/>
                </a:lnTo>
                <a:lnTo>
                  <a:pt x="1104900" y="323850"/>
                </a:lnTo>
                <a:lnTo>
                  <a:pt x="1104900" y="333375"/>
                </a:lnTo>
                <a:lnTo>
                  <a:pt x="1085850" y="333375"/>
                </a:lnTo>
                <a:close/>
                <a:moveTo>
                  <a:pt x="114300" y="314325"/>
                </a:moveTo>
                <a:lnTo>
                  <a:pt x="123825" y="314325"/>
                </a:lnTo>
                <a:lnTo>
                  <a:pt x="123825" y="323850"/>
                </a:lnTo>
                <a:lnTo>
                  <a:pt x="114300" y="323850"/>
                </a:lnTo>
                <a:close/>
                <a:moveTo>
                  <a:pt x="647700" y="314325"/>
                </a:moveTo>
                <a:lnTo>
                  <a:pt x="657225" y="314325"/>
                </a:lnTo>
                <a:lnTo>
                  <a:pt x="657225" y="323850"/>
                </a:lnTo>
                <a:lnTo>
                  <a:pt x="647700" y="323850"/>
                </a:lnTo>
                <a:close/>
                <a:moveTo>
                  <a:pt x="123825" y="323850"/>
                </a:moveTo>
                <a:lnTo>
                  <a:pt x="133350" y="323850"/>
                </a:lnTo>
                <a:lnTo>
                  <a:pt x="133350" y="342900"/>
                </a:lnTo>
                <a:lnTo>
                  <a:pt x="123825" y="342900"/>
                </a:lnTo>
                <a:close/>
                <a:moveTo>
                  <a:pt x="942975" y="352425"/>
                </a:moveTo>
                <a:lnTo>
                  <a:pt x="952500" y="352425"/>
                </a:lnTo>
                <a:lnTo>
                  <a:pt x="952500" y="361950"/>
                </a:lnTo>
                <a:lnTo>
                  <a:pt x="962025" y="361950"/>
                </a:lnTo>
                <a:lnTo>
                  <a:pt x="962025" y="371475"/>
                </a:lnTo>
                <a:lnTo>
                  <a:pt x="952500" y="371475"/>
                </a:lnTo>
                <a:lnTo>
                  <a:pt x="952500" y="381000"/>
                </a:lnTo>
                <a:lnTo>
                  <a:pt x="962025" y="381000"/>
                </a:lnTo>
                <a:lnTo>
                  <a:pt x="962025" y="390525"/>
                </a:lnTo>
                <a:lnTo>
                  <a:pt x="952500" y="390525"/>
                </a:lnTo>
                <a:lnTo>
                  <a:pt x="952500" y="400050"/>
                </a:lnTo>
                <a:lnTo>
                  <a:pt x="933450" y="400050"/>
                </a:lnTo>
                <a:lnTo>
                  <a:pt x="933450" y="390525"/>
                </a:lnTo>
                <a:lnTo>
                  <a:pt x="923925" y="390525"/>
                </a:lnTo>
                <a:lnTo>
                  <a:pt x="923925" y="381000"/>
                </a:lnTo>
                <a:lnTo>
                  <a:pt x="914400" y="381000"/>
                </a:lnTo>
                <a:lnTo>
                  <a:pt x="914400" y="371475"/>
                </a:lnTo>
                <a:lnTo>
                  <a:pt x="942975" y="371475"/>
                </a:lnTo>
                <a:close/>
                <a:moveTo>
                  <a:pt x="314325" y="361950"/>
                </a:moveTo>
                <a:lnTo>
                  <a:pt x="323850" y="361950"/>
                </a:lnTo>
                <a:lnTo>
                  <a:pt x="323850" y="381000"/>
                </a:lnTo>
                <a:lnTo>
                  <a:pt x="333375" y="381000"/>
                </a:lnTo>
                <a:lnTo>
                  <a:pt x="333375" y="390525"/>
                </a:lnTo>
                <a:lnTo>
                  <a:pt x="323850" y="390525"/>
                </a:lnTo>
                <a:lnTo>
                  <a:pt x="323850" y="400050"/>
                </a:lnTo>
                <a:lnTo>
                  <a:pt x="314325" y="400050"/>
                </a:lnTo>
                <a:close/>
                <a:moveTo>
                  <a:pt x="1190625" y="371475"/>
                </a:moveTo>
                <a:lnTo>
                  <a:pt x="1200150" y="371475"/>
                </a:lnTo>
                <a:lnTo>
                  <a:pt x="1200150" y="381000"/>
                </a:lnTo>
                <a:lnTo>
                  <a:pt x="1190625" y="381000"/>
                </a:lnTo>
                <a:close/>
                <a:moveTo>
                  <a:pt x="1190625" y="409575"/>
                </a:moveTo>
                <a:lnTo>
                  <a:pt x="1200150" y="409575"/>
                </a:lnTo>
                <a:lnTo>
                  <a:pt x="1200150" y="419100"/>
                </a:lnTo>
                <a:lnTo>
                  <a:pt x="1190625" y="419100"/>
                </a:lnTo>
                <a:close/>
                <a:moveTo>
                  <a:pt x="19050" y="419100"/>
                </a:moveTo>
                <a:lnTo>
                  <a:pt x="28575" y="419100"/>
                </a:lnTo>
                <a:lnTo>
                  <a:pt x="28575" y="428625"/>
                </a:lnTo>
                <a:lnTo>
                  <a:pt x="19050" y="428625"/>
                </a:lnTo>
                <a:close/>
                <a:moveTo>
                  <a:pt x="1171575" y="495300"/>
                </a:moveTo>
                <a:lnTo>
                  <a:pt x="1181100" y="495300"/>
                </a:lnTo>
                <a:lnTo>
                  <a:pt x="1181100" y="504825"/>
                </a:lnTo>
                <a:lnTo>
                  <a:pt x="1190625" y="504825"/>
                </a:lnTo>
                <a:lnTo>
                  <a:pt x="1190625" y="514350"/>
                </a:lnTo>
                <a:lnTo>
                  <a:pt x="1181100" y="514350"/>
                </a:lnTo>
                <a:lnTo>
                  <a:pt x="1181100" y="533400"/>
                </a:lnTo>
                <a:lnTo>
                  <a:pt x="1171575" y="533400"/>
                </a:lnTo>
                <a:lnTo>
                  <a:pt x="1171575" y="514350"/>
                </a:lnTo>
                <a:lnTo>
                  <a:pt x="1162050" y="514350"/>
                </a:lnTo>
                <a:lnTo>
                  <a:pt x="1162050" y="533400"/>
                </a:lnTo>
                <a:lnTo>
                  <a:pt x="1152525" y="533400"/>
                </a:lnTo>
                <a:lnTo>
                  <a:pt x="1152525" y="504825"/>
                </a:lnTo>
                <a:lnTo>
                  <a:pt x="1171575" y="504825"/>
                </a:lnTo>
                <a:close/>
                <a:moveTo>
                  <a:pt x="1190625" y="514350"/>
                </a:moveTo>
                <a:lnTo>
                  <a:pt x="1200150" y="514350"/>
                </a:lnTo>
                <a:lnTo>
                  <a:pt x="1200150" y="523875"/>
                </a:lnTo>
                <a:lnTo>
                  <a:pt x="1190625" y="523875"/>
                </a:lnTo>
                <a:close/>
                <a:moveTo>
                  <a:pt x="1123950" y="581025"/>
                </a:moveTo>
                <a:lnTo>
                  <a:pt x="1133475" y="581025"/>
                </a:lnTo>
                <a:lnTo>
                  <a:pt x="1133475" y="600075"/>
                </a:lnTo>
                <a:lnTo>
                  <a:pt x="1123950" y="600075"/>
                </a:lnTo>
                <a:close/>
                <a:moveTo>
                  <a:pt x="1133475" y="628650"/>
                </a:moveTo>
                <a:lnTo>
                  <a:pt x="1143000" y="628650"/>
                </a:lnTo>
                <a:lnTo>
                  <a:pt x="1143000" y="638175"/>
                </a:lnTo>
                <a:lnTo>
                  <a:pt x="1133475" y="638175"/>
                </a:lnTo>
                <a:close/>
                <a:moveTo>
                  <a:pt x="1123950" y="685800"/>
                </a:moveTo>
                <a:lnTo>
                  <a:pt x="1133475" y="685800"/>
                </a:lnTo>
                <a:lnTo>
                  <a:pt x="1133475" y="704850"/>
                </a:lnTo>
                <a:lnTo>
                  <a:pt x="1123950" y="704850"/>
                </a:lnTo>
                <a:close/>
                <a:moveTo>
                  <a:pt x="247650" y="695325"/>
                </a:moveTo>
                <a:lnTo>
                  <a:pt x="257175" y="695325"/>
                </a:lnTo>
                <a:lnTo>
                  <a:pt x="257175" y="704850"/>
                </a:lnTo>
                <a:lnTo>
                  <a:pt x="247650" y="704850"/>
                </a:lnTo>
                <a:close/>
                <a:moveTo>
                  <a:pt x="333375" y="704850"/>
                </a:moveTo>
                <a:lnTo>
                  <a:pt x="352425" y="704850"/>
                </a:lnTo>
                <a:lnTo>
                  <a:pt x="352425" y="714375"/>
                </a:lnTo>
                <a:lnTo>
                  <a:pt x="361950" y="714375"/>
                </a:lnTo>
                <a:lnTo>
                  <a:pt x="361950" y="723900"/>
                </a:lnTo>
                <a:lnTo>
                  <a:pt x="352425" y="723900"/>
                </a:lnTo>
                <a:lnTo>
                  <a:pt x="352425" y="733425"/>
                </a:lnTo>
                <a:lnTo>
                  <a:pt x="342900" y="733425"/>
                </a:lnTo>
                <a:lnTo>
                  <a:pt x="342900" y="723900"/>
                </a:lnTo>
                <a:lnTo>
                  <a:pt x="323850" y="723900"/>
                </a:lnTo>
                <a:lnTo>
                  <a:pt x="323850" y="714375"/>
                </a:lnTo>
                <a:lnTo>
                  <a:pt x="333375" y="714375"/>
                </a:lnTo>
                <a:close/>
                <a:moveTo>
                  <a:pt x="533400" y="714375"/>
                </a:moveTo>
                <a:lnTo>
                  <a:pt x="552450" y="714375"/>
                </a:lnTo>
                <a:lnTo>
                  <a:pt x="552450" y="723900"/>
                </a:lnTo>
                <a:lnTo>
                  <a:pt x="542925" y="723900"/>
                </a:lnTo>
                <a:lnTo>
                  <a:pt x="542925" y="733425"/>
                </a:lnTo>
                <a:lnTo>
                  <a:pt x="552450" y="733425"/>
                </a:lnTo>
                <a:lnTo>
                  <a:pt x="552450" y="742950"/>
                </a:lnTo>
                <a:lnTo>
                  <a:pt x="523875" y="742950"/>
                </a:lnTo>
                <a:lnTo>
                  <a:pt x="523875" y="733425"/>
                </a:lnTo>
                <a:lnTo>
                  <a:pt x="514350" y="733425"/>
                </a:lnTo>
                <a:lnTo>
                  <a:pt x="514350" y="723900"/>
                </a:lnTo>
                <a:lnTo>
                  <a:pt x="533400" y="723900"/>
                </a:lnTo>
                <a:close/>
                <a:moveTo>
                  <a:pt x="590550" y="714375"/>
                </a:moveTo>
                <a:lnTo>
                  <a:pt x="609600" y="714375"/>
                </a:lnTo>
                <a:lnTo>
                  <a:pt x="609600" y="733425"/>
                </a:lnTo>
                <a:lnTo>
                  <a:pt x="590550" y="733425"/>
                </a:lnTo>
                <a:close/>
                <a:moveTo>
                  <a:pt x="381000" y="733425"/>
                </a:moveTo>
                <a:lnTo>
                  <a:pt x="400050" y="733425"/>
                </a:lnTo>
                <a:lnTo>
                  <a:pt x="400050" y="742950"/>
                </a:lnTo>
                <a:lnTo>
                  <a:pt x="390525" y="742950"/>
                </a:lnTo>
                <a:lnTo>
                  <a:pt x="390525" y="762000"/>
                </a:lnTo>
                <a:lnTo>
                  <a:pt x="371475" y="762000"/>
                </a:lnTo>
                <a:lnTo>
                  <a:pt x="371475" y="752475"/>
                </a:lnTo>
                <a:lnTo>
                  <a:pt x="381000" y="752475"/>
                </a:lnTo>
                <a:close/>
                <a:moveTo>
                  <a:pt x="638175" y="733425"/>
                </a:moveTo>
                <a:lnTo>
                  <a:pt x="647700" y="733425"/>
                </a:lnTo>
                <a:lnTo>
                  <a:pt x="647700" y="742950"/>
                </a:lnTo>
                <a:lnTo>
                  <a:pt x="638175" y="742950"/>
                </a:lnTo>
                <a:close/>
                <a:moveTo>
                  <a:pt x="609600" y="752475"/>
                </a:moveTo>
                <a:lnTo>
                  <a:pt x="619125" y="752475"/>
                </a:lnTo>
                <a:lnTo>
                  <a:pt x="619125" y="762000"/>
                </a:lnTo>
                <a:lnTo>
                  <a:pt x="609600" y="762000"/>
                </a:lnTo>
                <a:close/>
                <a:moveTo>
                  <a:pt x="628650" y="752475"/>
                </a:moveTo>
                <a:lnTo>
                  <a:pt x="647700" y="752475"/>
                </a:lnTo>
                <a:lnTo>
                  <a:pt x="647700" y="762000"/>
                </a:lnTo>
                <a:lnTo>
                  <a:pt x="628650" y="762000"/>
                </a:lnTo>
                <a:close/>
                <a:moveTo>
                  <a:pt x="1123950" y="762000"/>
                </a:moveTo>
                <a:lnTo>
                  <a:pt x="1133475" y="762000"/>
                </a:lnTo>
                <a:lnTo>
                  <a:pt x="1133475" y="771525"/>
                </a:lnTo>
                <a:lnTo>
                  <a:pt x="1123950" y="771525"/>
                </a:lnTo>
                <a:close/>
                <a:moveTo>
                  <a:pt x="1143000" y="762000"/>
                </a:moveTo>
                <a:lnTo>
                  <a:pt x="1152525" y="762000"/>
                </a:lnTo>
                <a:lnTo>
                  <a:pt x="1152525" y="771525"/>
                </a:lnTo>
                <a:lnTo>
                  <a:pt x="1143000" y="771525"/>
                </a:lnTo>
                <a:close/>
                <a:moveTo>
                  <a:pt x="123825" y="771525"/>
                </a:moveTo>
                <a:lnTo>
                  <a:pt x="133350" y="771525"/>
                </a:lnTo>
                <a:lnTo>
                  <a:pt x="133350" y="781050"/>
                </a:lnTo>
                <a:lnTo>
                  <a:pt x="123825" y="781050"/>
                </a:lnTo>
                <a:close/>
                <a:moveTo>
                  <a:pt x="638175" y="790575"/>
                </a:moveTo>
                <a:lnTo>
                  <a:pt x="666750" y="790575"/>
                </a:lnTo>
                <a:lnTo>
                  <a:pt x="666750" y="800100"/>
                </a:lnTo>
                <a:lnTo>
                  <a:pt x="638175" y="800100"/>
                </a:lnTo>
                <a:close/>
              </a:path>
            </a:pathLst>
          </a:custGeom>
          <a:solidFill xmlns:a="http://schemas.openxmlformats.org/drawingml/2006/main">
            <a:srgbClr val="F9F7F3"/>
          </a:solidFill>
          <a:ln xmlns:a="http://schemas.openxmlformats.org/drawingml/2006/main" w="0">
            <a:noFill/>
          </a:ln>
        </p:spPr>
      </p:sp>
      <p:sp>
        <p:nvSpPr>
          <p:cNvPr id="159" name="v12 vector #f6fbf6">
            <a:extLst xmlns:a="http://schemas.openxmlformats.org/drawingml/2006/main">
              <a:ext uri="{FF2B5EF4-FFF2-40B4-BE49-F238E27FC236}">
                <a16:creationId xmlns:a16="http://schemas.microsoft.com/office/drawing/2014/main" id="{676018E8-DDFA-4B3D-82E1-08ADEC3766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10675" y="3609975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857250" y="38100"/>
                </a:moveTo>
                <a:lnTo>
                  <a:pt x="866775" y="38100"/>
                </a:lnTo>
                <a:lnTo>
                  <a:pt x="866775" y="47625"/>
                </a:lnTo>
                <a:lnTo>
                  <a:pt x="857250" y="47625"/>
                </a:lnTo>
                <a:close/>
                <a:moveTo>
                  <a:pt x="238125" y="76200"/>
                </a:moveTo>
                <a:lnTo>
                  <a:pt x="247650" y="76200"/>
                </a:lnTo>
                <a:lnTo>
                  <a:pt x="247650" y="95250"/>
                </a:lnTo>
                <a:lnTo>
                  <a:pt x="238125" y="95250"/>
                </a:lnTo>
                <a:close/>
                <a:moveTo>
                  <a:pt x="85725" y="152400"/>
                </a:moveTo>
                <a:lnTo>
                  <a:pt x="95250" y="152400"/>
                </a:lnTo>
                <a:lnTo>
                  <a:pt x="95250" y="161925"/>
                </a:lnTo>
                <a:lnTo>
                  <a:pt x="85725" y="161925"/>
                </a:lnTo>
                <a:close/>
                <a:moveTo>
                  <a:pt x="695325" y="152400"/>
                </a:moveTo>
                <a:lnTo>
                  <a:pt x="742950" y="152400"/>
                </a:lnTo>
                <a:lnTo>
                  <a:pt x="742950" y="180975"/>
                </a:lnTo>
                <a:lnTo>
                  <a:pt x="733425" y="180975"/>
                </a:lnTo>
                <a:lnTo>
                  <a:pt x="733425" y="161925"/>
                </a:lnTo>
                <a:lnTo>
                  <a:pt x="695325" y="161925"/>
                </a:lnTo>
                <a:close/>
                <a:moveTo>
                  <a:pt x="828675" y="152400"/>
                </a:moveTo>
                <a:lnTo>
                  <a:pt x="838200" y="152400"/>
                </a:lnTo>
                <a:lnTo>
                  <a:pt x="838200" y="161925"/>
                </a:lnTo>
                <a:lnTo>
                  <a:pt x="828675" y="161925"/>
                </a:lnTo>
                <a:close/>
                <a:moveTo>
                  <a:pt x="838200" y="209550"/>
                </a:moveTo>
                <a:lnTo>
                  <a:pt x="847725" y="209550"/>
                </a:lnTo>
                <a:lnTo>
                  <a:pt x="847725" y="219075"/>
                </a:lnTo>
                <a:lnTo>
                  <a:pt x="838200" y="219075"/>
                </a:lnTo>
                <a:close/>
                <a:moveTo>
                  <a:pt x="409575" y="285750"/>
                </a:moveTo>
                <a:lnTo>
                  <a:pt x="419100" y="285750"/>
                </a:lnTo>
                <a:lnTo>
                  <a:pt x="419100" y="295275"/>
                </a:lnTo>
                <a:lnTo>
                  <a:pt x="409575" y="295275"/>
                </a:lnTo>
                <a:close/>
                <a:moveTo>
                  <a:pt x="533400" y="314325"/>
                </a:moveTo>
                <a:lnTo>
                  <a:pt x="542925" y="314325"/>
                </a:lnTo>
                <a:lnTo>
                  <a:pt x="542925" y="323850"/>
                </a:lnTo>
                <a:lnTo>
                  <a:pt x="533400" y="323850"/>
                </a:lnTo>
                <a:close/>
                <a:moveTo>
                  <a:pt x="523875" y="323850"/>
                </a:moveTo>
                <a:lnTo>
                  <a:pt x="533400" y="323850"/>
                </a:lnTo>
                <a:lnTo>
                  <a:pt x="533400" y="333375"/>
                </a:lnTo>
                <a:lnTo>
                  <a:pt x="523875" y="333375"/>
                </a:lnTo>
                <a:close/>
                <a:moveTo>
                  <a:pt x="571500" y="352425"/>
                </a:moveTo>
                <a:lnTo>
                  <a:pt x="581025" y="352425"/>
                </a:lnTo>
                <a:lnTo>
                  <a:pt x="581025" y="361950"/>
                </a:lnTo>
                <a:lnTo>
                  <a:pt x="600075" y="361950"/>
                </a:lnTo>
                <a:lnTo>
                  <a:pt x="600075" y="352425"/>
                </a:lnTo>
                <a:lnTo>
                  <a:pt x="666750" y="352425"/>
                </a:lnTo>
                <a:lnTo>
                  <a:pt x="666750" y="361950"/>
                </a:lnTo>
                <a:lnTo>
                  <a:pt x="657225" y="361950"/>
                </a:lnTo>
                <a:lnTo>
                  <a:pt x="657225" y="381000"/>
                </a:lnTo>
                <a:lnTo>
                  <a:pt x="647700" y="381000"/>
                </a:lnTo>
                <a:lnTo>
                  <a:pt x="647700" y="371475"/>
                </a:lnTo>
                <a:lnTo>
                  <a:pt x="571500" y="371475"/>
                </a:lnTo>
                <a:close/>
                <a:moveTo>
                  <a:pt x="447675" y="361950"/>
                </a:moveTo>
                <a:lnTo>
                  <a:pt x="466725" y="361950"/>
                </a:lnTo>
                <a:lnTo>
                  <a:pt x="466725" y="371475"/>
                </a:lnTo>
                <a:lnTo>
                  <a:pt x="457200" y="371475"/>
                </a:lnTo>
                <a:lnTo>
                  <a:pt x="457200" y="409575"/>
                </a:lnTo>
                <a:lnTo>
                  <a:pt x="447675" y="409575"/>
                </a:lnTo>
                <a:close/>
                <a:moveTo>
                  <a:pt x="666750" y="361950"/>
                </a:moveTo>
                <a:lnTo>
                  <a:pt x="676275" y="361950"/>
                </a:lnTo>
                <a:lnTo>
                  <a:pt x="676275" y="371475"/>
                </a:lnTo>
                <a:lnTo>
                  <a:pt x="666750" y="371475"/>
                </a:lnTo>
                <a:close/>
                <a:moveTo>
                  <a:pt x="457200" y="409575"/>
                </a:moveTo>
                <a:lnTo>
                  <a:pt x="466725" y="409575"/>
                </a:lnTo>
                <a:lnTo>
                  <a:pt x="466725" y="419100"/>
                </a:lnTo>
                <a:lnTo>
                  <a:pt x="457200" y="419100"/>
                </a:lnTo>
                <a:close/>
                <a:moveTo>
                  <a:pt x="457200" y="428625"/>
                </a:moveTo>
                <a:lnTo>
                  <a:pt x="466725" y="428625"/>
                </a:lnTo>
                <a:lnTo>
                  <a:pt x="466725" y="438150"/>
                </a:lnTo>
                <a:lnTo>
                  <a:pt x="457200" y="438150"/>
                </a:lnTo>
                <a:close/>
                <a:moveTo>
                  <a:pt x="552450" y="438150"/>
                </a:moveTo>
                <a:lnTo>
                  <a:pt x="571500" y="438150"/>
                </a:lnTo>
                <a:lnTo>
                  <a:pt x="571500" y="447675"/>
                </a:lnTo>
                <a:lnTo>
                  <a:pt x="552450" y="447675"/>
                </a:lnTo>
                <a:close/>
                <a:moveTo>
                  <a:pt x="447675" y="476250"/>
                </a:moveTo>
                <a:lnTo>
                  <a:pt x="466725" y="476250"/>
                </a:lnTo>
                <a:lnTo>
                  <a:pt x="466725" y="552450"/>
                </a:lnTo>
                <a:lnTo>
                  <a:pt x="447675" y="552450"/>
                </a:lnTo>
                <a:close/>
                <a:moveTo>
                  <a:pt x="657225" y="476250"/>
                </a:moveTo>
                <a:lnTo>
                  <a:pt x="676275" y="476250"/>
                </a:lnTo>
                <a:lnTo>
                  <a:pt x="676275" y="552450"/>
                </a:lnTo>
                <a:lnTo>
                  <a:pt x="657225" y="552450"/>
                </a:lnTo>
                <a:close/>
                <a:moveTo>
                  <a:pt x="228600" y="485775"/>
                </a:moveTo>
                <a:lnTo>
                  <a:pt x="238125" y="485775"/>
                </a:lnTo>
                <a:lnTo>
                  <a:pt x="238125" y="495300"/>
                </a:lnTo>
                <a:lnTo>
                  <a:pt x="228600" y="495300"/>
                </a:lnTo>
                <a:close/>
                <a:moveTo>
                  <a:pt x="238125" y="495300"/>
                </a:moveTo>
                <a:lnTo>
                  <a:pt x="257175" y="495300"/>
                </a:lnTo>
                <a:lnTo>
                  <a:pt x="257175" y="523875"/>
                </a:lnTo>
                <a:lnTo>
                  <a:pt x="238125" y="523875"/>
                </a:lnTo>
                <a:close/>
                <a:moveTo>
                  <a:pt x="552450" y="504825"/>
                </a:moveTo>
                <a:lnTo>
                  <a:pt x="571500" y="504825"/>
                </a:lnTo>
                <a:lnTo>
                  <a:pt x="571500" y="552450"/>
                </a:lnTo>
                <a:lnTo>
                  <a:pt x="552450" y="552450"/>
                </a:lnTo>
                <a:close/>
                <a:moveTo>
                  <a:pt x="133350" y="542925"/>
                </a:moveTo>
                <a:lnTo>
                  <a:pt x="142875" y="542925"/>
                </a:lnTo>
                <a:lnTo>
                  <a:pt x="142875" y="552450"/>
                </a:lnTo>
                <a:lnTo>
                  <a:pt x="133350" y="552450"/>
                </a:lnTo>
                <a:close/>
                <a:moveTo>
                  <a:pt x="238125" y="590550"/>
                </a:moveTo>
                <a:lnTo>
                  <a:pt x="257175" y="590550"/>
                </a:lnTo>
                <a:lnTo>
                  <a:pt x="257175" y="600075"/>
                </a:lnTo>
                <a:lnTo>
                  <a:pt x="238125" y="600075"/>
                </a:lnTo>
                <a:close/>
                <a:moveTo>
                  <a:pt x="600075" y="590550"/>
                </a:moveTo>
                <a:lnTo>
                  <a:pt x="609600" y="590550"/>
                </a:lnTo>
                <a:lnTo>
                  <a:pt x="609600" y="600075"/>
                </a:lnTo>
                <a:lnTo>
                  <a:pt x="600075" y="600075"/>
                </a:lnTo>
                <a:close/>
                <a:moveTo>
                  <a:pt x="85725" y="600075"/>
                </a:moveTo>
                <a:lnTo>
                  <a:pt x="95250" y="600075"/>
                </a:lnTo>
                <a:lnTo>
                  <a:pt x="95250" y="609600"/>
                </a:lnTo>
                <a:lnTo>
                  <a:pt x="85725" y="609600"/>
                </a:lnTo>
                <a:close/>
                <a:moveTo>
                  <a:pt x="123825" y="600075"/>
                </a:moveTo>
                <a:lnTo>
                  <a:pt x="133350" y="600075"/>
                </a:lnTo>
                <a:lnTo>
                  <a:pt x="133350" y="609600"/>
                </a:lnTo>
                <a:lnTo>
                  <a:pt x="123825" y="609600"/>
                </a:lnTo>
                <a:close/>
                <a:moveTo>
                  <a:pt x="238125" y="609600"/>
                </a:moveTo>
                <a:lnTo>
                  <a:pt x="257175" y="609600"/>
                </a:lnTo>
                <a:lnTo>
                  <a:pt x="257175" y="619125"/>
                </a:lnTo>
                <a:lnTo>
                  <a:pt x="238125" y="619125"/>
                </a:lnTo>
                <a:close/>
                <a:moveTo>
                  <a:pt x="600075" y="609600"/>
                </a:moveTo>
                <a:lnTo>
                  <a:pt x="609600" y="609600"/>
                </a:lnTo>
                <a:lnTo>
                  <a:pt x="609600" y="619125"/>
                </a:lnTo>
                <a:lnTo>
                  <a:pt x="600075" y="619125"/>
                </a:lnTo>
                <a:close/>
                <a:moveTo>
                  <a:pt x="47625" y="638175"/>
                </a:moveTo>
                <a:lnTo>
                  <a:pt x="57150" y="638175"/>
                </a:lnTo>
                <a:lnTo>
                  <a:pt x="57150" y="647700"/>
                </a:lnTo>
                <a:lnTo>
                  <a:pt x="47625" y="647700"/>
                </a:lnTo>
                <a:close/>
                <a:moveTo>
                  <a:pt x="85725" y="647700"/>
                </a:moveTo>
                <a:lnTo>
                  <a:pt x="114300" y="647700"/>
                </a:lnTo>
                <a:lnTo>
                  <a:pt x="114300" y="657225"/>
                </a:lnTo>
                <a:lnTo>
                  <a:pt x="85725" y="657225"/>
                </a:lnTo>
                <a:close/>
                <a:moveTo>
                  <a:pt x="200025" y="647700"/>
                </a:moveTo>
                <a:lnTo>
                  <a:pt x="257175" y="647700"/>
                </a:lnTo>
                <a:lnTo>
                  <a:pt x="257175" y="657225"/>
                </a:lnTo>
                <a:lnTo>
                  <a:pt x="219075" y="657225"/>
                </a:lnTo>
                <a:lnTo>
                  <a:pt x="219075" y="666750"/>
                </a:lnTo>
                <a:lnTo>
                  <a:pt x="209550" y="666750"/>
                </a:lnTo>
                <a:lnTo>
                  <a:pt x="209550" y="657225"/>
                </a:lnTo>
                <a:lnTo>
                  <a:pt x="200025" y="657225"/>
                </a:lnTo>
                <a:close/>
                <a:moveTo>
                  <a:pt x="285750" y="647700"/>
                </a:moveTo>
                <a:lnTo>
                  <a:pt x="295275" y="647700"/>
                </a:lnTo>
                <a:lnTo>
                  <a:pt x="295275" y="657225"/>
                </a:lnTo>
                <a:lnTo>
                  <a:pt x="285750" y="657225"/>
                </a:lnTo>
                <a:close/>
                <a:moveTo>
                  <a:pt x="495300" y="647700"/>
                </a:moveTo>
                <a:lnTo>
                  <a:pt x="638175" y="647700"/>
                </a:lnTo>
                <a:lnTo>
                  <a:pt x="638175" y="666750"/>
                </a:lnTo>
                <a:lnTo>
                  <a:pt x="628650" y="666750"/>
                </a:lnTo>
                <a:lnTo>
                  <a:pt x="628650" y="657225"/>
                </a:lnTo>
                <a:lnTo>
                  <a:pt x="581025" y="657225"/>
                </a:lnTo>
                <a:lnTo>
                  <a:pt x="581025" y="666750"/>
                </a:lnTo>
                <a:lnTo>
                  <a:pt x="571500" y="666750"/>
                </a:lnTo>
                <a:lnTo>
                  <a:pt x="571500" y="657225"/>
                </a:lnTo>
                <a:lnTo>
                  <a:pt x="561975" y="657225"/>
                </a:lnTo>
                <a:lnTo>
                  <a:pt x="561975" y="666750"/>
                </a:lnTo>
                <a:lnTo>
                  <a:pt x="552450" y="666750"/>
                </a:lnTo>
                <a:lnTo>
                  <a:pt x="552450" y="657225"/>
                </a:lnTo>
                <a:lnTo>
                  <a:pt x="495300" y="657225"/>
                </a:lnTo>
                <a:close/>
              </a:path>
            </a:pathLst>
          </a:custGeom>
          <a:solidFill xmlns:a="http://schemas.openxmlformats.org/drawingml/2006/main">
            <a:srgbClr val="F6FBF6"/>
          </a:solidFill>
          <a:ln xmlns:a="http://schemas.openxmlformats.org/drawingml/2006/main" w="0">
            <a:noFill/>
          </a:ln>
        </p:spPr>
      </p:sp>
      <p:sp>
        <p:nvSpPr>
          <p:cNvPr id="160" name="v12 vector #f8f9f4">
            <a:extLst xmlns:a="http://schemas.openxmlformats.org/drawingml/2006/main">
              <a:ext uri="{FF2B5EF4-FFF2-40B4-BE49-F238E27FC236}">
                <a16:creationId xmlns:a16="http://schemas.microsoft.com/office/drawing/2014/main" id="{72E5B064-F01D-43E9-BC6B-2631B684B6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10675" y="3609975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133350" y="0"/>
                </a:moveTo>
                <a:lnTo>
                  <a:pt x="152400" y="0"/>
                </a:lnTo>
                <a:lnTo>
                  <a:pt x="152400" y="9525"/>
                </a:lnTo>
                <a:lnTo>
                  <a:pt x="133350" y="9525"/>
                </a:lnTo>
                <a:close/>
                <a:moveTo>
                  <a:pt x="228600" y="0"/>
                </a:moveTo>
                <a:lnTo>
                  <a:pt x="257175" y="0"/>
                </a:lnTo>
                <a:lnTo>
                  <a:pt x="257175" y="9525"/>
                </a:lnTo>
                <a:lnTo>
                  <a:pt x="228600" y="9525"/>
                </a:lnTo>
                <a:close/>
                <a:moveTo>
                  <a:pt x="295275" y="0"/>
                </a:moveTo>
                <a:lnTo>
                  <a:pt x="323850" y="0"/>
                </a:lnTo>
                <a:lnTo>
                  <a:pt x="323850" y="9525"/>
                </a:lnTo>
                <a:lnTo>
                  <a:pt x="295275" y="9525"/>
                </a:lnTo>
                <a:close/>
                <a:moveTo>
                  <a:pt x="333375" y="0"/>
                </a:moveTo>
                <a:lnTo>
                  <a:pt x="361950" y="0"/>
                </a:lnTo>
                <a:lnTo>
                  <a:pt x="361950" y="9525"/>
                </a:lnTo>
                <a:lnTo>
                  <a:pt x="333375" y="9525"/>
                </a:lnTo>
                <a:close/>
                <a:moveTo>
                  <a:pt x="419100" y="0"/>
                </a:moveTo>
                <a:lnTo>
                  <a:pt x="438150" y="0"/>
                </a:lnTo>
                <a:lnTo>
                  <a:pt x="438150" y="9525"/>
                </a:lnTo>
                <a:lnTo>
                  <a:pt x="466725" y="9525"/>
                </a:lnTo>
                <a:lnTo>
                  <a:pt x="466725" y="19050"/>
                </a:lnTo>
                <a:lnTo>
                  <a:pt x="428625" y="19050"/>
                </a:lnTo>
                <a:lnTo>
                  <a:pt x="428625" y="9525"/>
                </a:lnTo>
                <a:lnTo>
                  <a:pt x="419100" y="9525"/>
                </a:lnTo>
                <a:close/>
                <a:moveTo>
                  <a:pt x="733425" y="0"/>
                </a:moveTo>
                <a:lnTo>
                  <a:pt x="752475" y="0"/>
                </a:lnTo>
                <a:lnTo>
                  <a:pt x="752475" y="9525"/>
                </a:lnTo>
                <a:lnTo>
                  <a:pt x="733425" y="9525"/>
                </a:lnTo>
                <a:close/>
                <a:moveTo>
                  <a:pt x="762000" y="0"/>
                </a:moveTo>
                <a:lnTo>
                  <a:pt x="800100" y="0"/>
                </a:lnTo>
                <a:lnTo>
                  <a:pt x="800100" y="9525"/>
                </a:lnTo>
                <a:lnTo>
                  <a:pt x="790575" y="9525"/>
                </a:lnTo>
                <a:lnTo>
                  <a:pt x="790575" y="19050"/>
                </a:lnTo>
                <a:lnTo>
                  <a:pt x="771525" y="19050"/>
                </a:lnTo>
                <a:lnTo>
                  <a:pt x="771525" y="9525"/>
                </a:lnTo>
                <a:lnTo>
                  <a:pt x="762000" y="9525"/>
                </a:lnTo>
                <a:close/>
                <a:moveTo>
                  <a:pt x="1038225" y="0"/>
                </a:moveTo>
                <a:lnTo>
                  <a:pt x="1047750" y="0"/>
                </a:lnTo>
                <a:lnTo>
                  <a:pt x="1047750" y="9525"/>
                </a:lnTo>
                <a:lnTo>
                  <a:pt x="1057275" y="9525"/>
                </a:lnTo>
                <a:lnTo>
                  <a:pt x="1057275" y="19050"/>
                </a:lnTo>
                <a:lnTo>
                  <a:pt x="1076325" y="19050"/>
                </a:lnTo>
                <a:lnTo>
                  <a:pt x="1076325" y="38100"/>
                </a:lnTo>
                <a:lnTo>
                  <a:pt x="1095375" y="38100"/>
                </a:lnTo>
                <a:lnTo>
                  <a:pt x="1095375" y="0"/>
                </a:lnTo>
                <a:lnTo>
                  <a:pt x="1133475" y="0"/>
                </a:lnTo>
                <a:lnTo>
                  <a:pt x="1133475" y="28575"/>
                </a:lnTo>
                <a:lnTo>
                  <a:pt x="1114425" y="28575"/>
                </a:lnTo>
                <a:lnTo>
                  <a:pt x="1114425" y="47625"/>
                </a:lnTo>
                <a:lnTo>
                  <a:pt x="1104900" y="47625"/>
                </a:lnTo>
                <a:lnTo>
                  <a:pt x="1104900" y="66675"/>
                </a:lnTo>
                <a:lnTo>
                  <a:pt x="1095375" y="66675"/>
                </a:lnTo>
                <a:lnTo>
                  <a:pt x="1095375" y="57150"/>
                </a:lnTo>
                <a:lnTo>
                  <a:pt x="1085850" y="57150"/>
                </a:lnTo>
                <a:lnTo>
                  <a:pt x="1085850" y="47625"/>
                </a:lnTo>
                <a:lnTo>
                  <a:pt x="1066800" y="47625"/>
                </a:lnTo>
                <a:lnTo>
                  <a:pt x="1066800" y="57150"/>
                </a:lnTo>
                <a:lnTo>
                  <a:pt x="1076325" y="57150"/>
                </a:lnTo>
                <a:lnTo>
                  <a:pt x="1076325" y="66675"/>
                </a:lnTo>
                <a:lnTo>
                  <a:pt x="1047750" y="66675"/>
                </a:lnTo>
                <a:lnTo>
                  <a:pt x="1047750" y="57150"/>
                </a:lnTo>
                <a:lnTo>
                  <a:pt x="1038225" y="57150"/>
                </a:lnTo>
                <a:lnTo>
                  <a:pt x="1038225" y="66675"/>
                </a:lnTo>
                <a:lnTo>
                  <a:pt x="1028700" y="66675"/>
                </a:lnTo>
                <a:lnTo>
                  <a:pt x="1028700" y="76200"/>
                </a:lnTo>
                <a:lnTo>
                  <a:pt x="1019175" y="76200"/>
                </a:lnTo>
                <a:lnTo>
                  <a:pt x="1019175" y="142875"/>
                </a:lnTo>
                <a:lnTo>
                  <a:pt x="1009650" y="142875"/>
                </a:lnTo>
                <a:lnTo>
                  <a:pt x="1009650" y="133350"/>
                </a:lnTo>
                <a:lnTo>
                  <a:pt x="990600" y="133350"/>
                </a:lnTo>
                <a:lnTo>
                  <a:pt x="990600" y="123825"/>
                </a:lnTo>
                <a:lnTo>
                  <a:pt x="1000125" y="123825"/>
                </a:lnTo>
                <a:lnTo>
                  <a:pt x="1000125" y="95250"/>
                </a:lnTo>
                <a:lnTo>
                  <a:pt x="990600" y="95250"/>
                </a:lnTo>
                <a:lnTo>
                  <a:pt x="990600" y="85725"/>
                </a:lnTo>
                <a:lnTo>
                  <a:pt x="981075" y="85725"/>
                </a:lnTo>
                <a:lnTo>
                  <a:pt x="981075" y="76200"/>
                </a:lnTo>
                <a:lnTo>
                  <a:pt x="990600" y="76200"/>
                </a:lnTo>
                <a:lnTo>
                  <a:pt x="990600" y="38100"/>
                </a:lnTo>
                <a:lnTo>
                  <a:pt x="1000125" y="38100"/>
                </a:lnTo>
                <a:lnTo>
                  <a:pt x="1000125" y="47625"/>
                </a:lnTo>
                <a:lnTo>
                  <a:pt x="1028700" y="47625"/>
                </a:lnTo>
                <a:lnTo>
                  <a:pt x="1028700" y="28575"/>
                </a:lnTo>
                <a:lnTo>
                  <a:pt x="1038225" y="28575"/>
                </a:lnTo>
                <a:close/>
                <a:moveTo>
                  <a:pt x="123825" y="9525"/>
                </a:moveTo>
                <a:lnTo>
                  <a:pt x="133350" y="9525"/>
                </a:lnTo>
                <a:lnTo>
                  <a:pt x="133350" y="19050"/>
                </a:lnTo>
                <a:lnTo>
                  <a:pt x="123825" y="19050"/>
                </a:lnTo>
                <a:close/>
                <a:moveTo>
                  <a:pt x="723900" y="9525"/>
                </a:moveTo>
                <a:lnTo>
                  <a:pt x="733425" y="9525"/>
                </a:lnTo>
                <a:lnTo>
                  <a:pt x="733425" y="19050"/>
                </a:lnTo>
                <a:lnTo>
                  <a:pt x="723900" y="19050"/>
                </a:lnTo>
                <a:close/>
                <a:moveTo>
                  <a:pt x="838200" y="19050"/>
                </a:moveTo>
                <a:lnTo>
                  <a:pt x="857250" y="19050"/>
                </a:lnTo>
                <a:lnTo>
                  <a:pt x="857250" y="28575"/>
                </a:lnTo>
                <a:lnTo>
                  <a:pt x="866775" y="28575"/>
                </a:lnTo>
                <a:lnTo>
                  <a:pt x="866775" y="38100"/>
                </a:lnTo>
                <a:lnTo>
                  <a:pt x="847725" y="38100"/>
                </a:lnTo>
                <a:lnTo>
                  <a:pt x="847725" y="28575"/>
                </a:lnTo>
                <a:lnTo>
                  <a:pt x="838200" y="28575"/>
                </a:lnTo>
                <a:close/>
                <a:moveTo>
                  <a:pt x="1190625" y="19050"/>
                </a:moveTo>
                <a:lnTo>
                  <a:pt x="1209675" y="19050"/>
                </a:lnTo>
                <a:lnTo>
                  <a:pt x="1209675" y="38100"/>
                </a:lnTo>
                <a:lnTo>
                  <a:pt x="1171575" y="38100"/>
                </a:lnTo>
                <a:lnTo>
                  <a:pt x="1171575" y="28575"/>
                </a:lnTo>
                <a:lnTo>
                  <a:pt x="1190625" y="28575"/>
                </a:lnTo>
                <a:close/>
                <a:moveTo>
                  <a:pt x="942975" y="38100"/>
                </a:moveTo>
                <a:lnTo>
                  <a:pt x="971550" y="38100"/>
                </a:lnTo>
                <a:lnTo>
                  <a:pt x="971550" y="57150"/>
                </a:lnTo>
                <a:lnTo>
                  <a:pt x="942975" y="57150"/>
                </a:lnTo>
                <a:close/>
                <a:moveTo>
                  <a:pt x="1152525" y="47625"/>
                </a:moveTo>
                <a:lnTo>
                  <a:pt x="1162050" y="47625"/>
                </a:lnTo>
                <a:lnTo>
                  <a:pt x="1162050" y="66675"/>
                </a:lnTo>
                <a:lnTo>
                  <a:pt x="1152525" y="66675"/>
                </a:lnTo>
                <a:close/>
                <a:moveTo>
                  <a:pt x="914400" y="66675"/>
                </a:moveTo>
                <a:lnTo>
                  <a:pt x="923925" y="66675"/>
                </a:lnTo>
                <a:lnTo>
                  <a:pt x="923925" y="76200"/>
                </a:lnTo>
                <a:lnTo>
                  <a:pt x="914400" y="76200"/>
                </a:lnTo>
                <a:close/>
                <a:moveTo>
                  <a:pt x="1114425" y="66675"/>
                </a:moveTo>
                <a:lnTo>
                  <a:pt x="1123950" y="66675"/>
                </a:lnTo>
                <a:lnTo>
                  <a:pt x="1123950" y="76200"/>
                </a:lnTo>
                <a:lnTo>
                  <a:pt x="1114425" y="76200"/>
                </a:lnTo>
                <a:close/>
                <a:moveTo>
                  <a:pt x="1066800" y="76200"/>
                </a:moveTo>
                <a:lnTo>
                  <a:pt x="1076325" y="76200"/>
                </a:lnTo>
                <a:lnTo>
                  <a:pt x="1076325" y="85725"/>
                </a:lnTo>
                <a:lnTo>
                  <a:pt x="1066800" y="85725"/>
                </a:lnTo>
                <a:close/>
                <a:moveTo>
                  <a:pt x="1190625" y="76200"/>
                </a:moveTo>
                <a:lnTo>
                  <a:pt x="1200150" y="76200"/>
                </a:lnTo>
                <a:lnTo>
                  <a:pt x="1200150" y="85725"/>
                </a:lnTo>
                <a:lnTo>
                  <a:pt x="1190625" y="85725"/>
                </a:lnTo>
                <a:close/>
                <a:moveTo>
                  <a:pt x="971550" y="85725"/>
                </a:moveTo>
                <a:lnTo>
                  <a:pt x="981075" y="85725"/>
                </a:lnTo>
                <a:lnTo>
                  <a:pt x="981075" y="95250"/>
                </a:lnTo>
                <a:lnTo>
                  <a:pt x="971550" y="95250"/>
                </a:lnTo>
                <a:close/>
                <a:moveTo>
                  <a:pt x="1047750" y="95250"/>
                </a:moveTo>
                <a:lnTo>
                  <a:pt x="1076325" y="95250"/>
                </a:lnTo>
                <a:lnTo>
                  <a:pt x="1076325" y="104775"/>
                </a:lnTo>
                <a:lnTo>
                  <a:pt x="1085850" y="104775"/>
                </a:lnTo>
                <a:lnTo>
                  <a:pt x="1085850" y="114300"/>
                </a:lnTo>
                <a:lnTo>
                  <a:pt x="1123950" y="114300"/>
                </a:lnTo>
                <a:lnTo>
                  <a:pt x="1123950" y="95250"/>
                </a:lnTo>
                <a:lnTo>
                  <a:pt x="1143000" y="95250"/>
                </a:lnTo>
                <a:lnTo>
                  <a:pt x="1143000" y="104775"/>
                </a:lnTo>
                <a:lnTo>
                  <a:pt x="1133475" y="104775"/>
                </a:lnTo>
                <a:lnTo>
                  <a:pt x="1133475" y="123825"/>
                </a:lnTo>
                <a:lnTo>
                  <a:pt x="1143000" y="123825"/>
                </a:lnTo>
                <a:lnTo>
                  <a:pt x="1143000" y="152400"/>
                </a:lnTo>
                <a:lnTo>
                  <a:pt x="1133475" y="152400"/>
                </a:lnTo>
                <a:lnTo>
                  <a:pt x="1133475" y="161925"/>
                </a:lnTo>
                <a:lnTo>
                  <a:pt x="1114425" y="161925"/>
                </a:lnTo>
                <a:lnTo>
                  <a:pt x="1114425" y="152400"/>
                </a:lnTo>
                <a:lnTo>
                  <a:pt x="1095375" y="152400"/>
                </a:lnTo>
                <a:lnTo>
                  <a:pt x="1095375" y="142875"/>
                </a:lnTo>
                <a:lnTo>
                  <a:pt x="1085850" y="142875"/>
                </a:lnTo>
                <a:lnTo>
                  <a:pt x="1085850" y="133350"/>
                </a:lnTo>
                <a:lnTo>
                  <a:pt x="1057275" y="133350"/>
                </a:lnTo>
                <a:lnTo>
                  <a:pt x="1057275" y="123825"/>
                </a:lnTo>
                <a:lnTo>
                  <a:pt x="1047750" y="123825"/>
                </a:lnTo>
                <a:close/>
                <a:moveTo>
                  <a:pt x="962025" y="104775"/>
                </a:moveTo>
                <a:lnTo>
                  <a:pt x="971550" y="104775"/>
                </a:lnTo>
                <a:lnTo>
                  <a:pt x="971550" y="114300"/>
                </a:lnTo>
                <a:lnTo>
                  <a:pt x="962025" y="114300"/>
                </a:lnTo>
                <a:close/>
                <a:moveTo>
                  <a:pt x="933450" y="133350"/>
                </a:moveTo>
                <a:lnTo>
                  <a:pt x="942975" y="133350"/>
                </a:lnTo>
                <a:lnTo>
                  <a:pt x="942975" y="152400"/>
                </a:lnTo>
                <a:lnTo>
                  <a:pt x="923925" y="152400"/>
                </a:lnTo>
                <a:lnTo>
                  <a:pt x="923925" y="142875"/>
                </a:lnTo>
                <a:lnTo>
                  <a:pt x="933450" y="142875"/>
                </a:lnTo>
                <a:close/>
                <a:moveTo>
                  <a:pt x="200025" y="142875"/>
                </a:moveTo>
                <a:lnTo>
                  <a:pt x="219075" y="142875"/>
                </a:lnTo>
                <a:lnTo>
                  <a:pt x="219075" y="152400"/>
                </a:lnTo>
                <a:lnTo>
                  <a:pt x="228600" y="152400"/>
                </a:lnTo>
                <a:lnTo>
                  <a:pt x="228600" y="171450"/>
                </a:lnTo>
                <a:lnTo>
                  <a:pt x="266700" y="171450"/>
                </a:lnTo>
                <a:lnTo>
                  <a:pt x="266700" y="190500"/>
                </a:lnTo>
                <a:lnTo>
                  <a:pt x="152400" y="190500"/>
                </a:lnTo>
                <a:lnTo>
                  <a:pt x="152400" y="171450"/>
                </a:lnTo>
                <a:lnTo>
                  <a:pt x="200025" y="171450"/>
                </a:lnTo>
                <a:close/>
                <a:moveTo>
                  <a:pt x="762000" y="142875"/>
                </a:moveTo>
                <a:lnTo>
                  <a:pt x="771525" y="142875"/>
                </a:lnTo>
                <a:lnTo>
                  <a:pt x="771525" y="161925"/>
                </a:lnTo>
                <a:lnTo>
                  <a:pt x="752475" y="161925"/>
                </a:lnTo>
                <a:lnTo>
                  <a:pt x="752475" y="180975"/>
                </a:lnTo>
                <a:lnTo>
                  <a:pt x="742950" y="180975"/>
                </a:lnTo>
                <a:lnTo>
                  <a:pt x="742950" y="152400"/>
                </a:lnTo>
                <a:lnTo>
                  <a:pt x="762000" y="152400"/>
                </a:lnTo>
                <a:close/>
                <a:moveTo>
                  <a:pt x="819150" y="142875"/>
                </a:moveTo>
                <a:lnTo>
                  <a:pt x="828675" y="142875"/>
                </a:lnTo>
                <a:lnTo>
                  <a:pt x="828675" y="161925"/>
                </a:lnTo>
                <a:lnTo>
                  <a:pt x="819150" y="161925"/>
                </a:lnTo>
                <a:close/>
                <a:moveTo>
                  <a:pt x="1028700" y="142875"/>
                </a:moveTo>
                <a:lnTo>
                  <a:pt x="1047750" y="142875"/>
                </a:lnTo>
                <a:lnTo>
                  <a:pt x="1047750" y="152400"/>
                </a:lnTo>
                <a:lnTo>
                  <a:pt x="1076325" y="152400"/>
                </a:lnTo>
                <a:lnTo>
                  <a:pt x="1076325" y="171450"/>
                </a:lnTo>
                <a:lnTo>
                  <a:pt x="1057275" y="171450"/>
                </a:lnTo>
                <a:lnTo>
                  <a:pt x="1057275" y="161925"/>
                </a:lnTo>
                <a:lnTo>
                  <a:pt x="1028700" y="161925"/>
                </a:lnTo>
                <a:close/>
                <a:moveTo>
                  <a:pt x="0" y="152400"/>
                </a:moveTo>
                <a:lnTo>
                  <a:pt x="9525" y="152400"/>
                </a:lnTo>
                <a:lnTo>
                  <a:pt x="9525" y="161925"/>
                </a:lnTo>
                <a:lnTo>
                  <a:pt x="0" y="161925"/>
                </a:lnTo>
                <a:close/>
                <a:moveTo>
                  <a:pt x="685800" y="152400"/>
                </a:moveTo>
                <a:lnTo>
                  <a:pt x="695325" y="152400"/>
                </a:lnTo>
                <a:lnTo>
                  <a:pt x="695325" y="161925"/>
                </a:lnTo>
                <a:lnTo>
                  <a:pt x="685800" y="161925"/>
                </a:lnTo>
                <a:close/>
                <a:moveTo>
                  <a:pt x="9525" y="161925"/>
                </a:moveTo>
                <a:lnTo>
                  <a:pt x="19050" y="161925"/>
                </a:lnTo>
                <a:lnTo>
                  <a:pt x="19050" y="180975"/>
                </a:lnTo>
                <a:lnTo>
                  <a:pt x="9525" y="180975"/>
                </a:lnTo>
                <a:close/>
                <a:moveTo>
                  <a:pt x="828675" y="161925"/>
                </a:moveTo>
                <a:lnTo>
                  <a:pt x="838200" y="161925"/>
                </a:lnTo>
                <a:lnTo>
                  <a:pt x="838200" y="247650"/>
                </a:lnTo>
                <a:lnTo>
                  <a:pt x="819150" y="247650"/>
                </a:lnTo>
                <a:lnTo>
                  <a:pt x="819150" y="219075"/>
                </a:lnTo>
                <a:lnTo>
                  <a:pt x="828675" y="219075"/>
                </a:lnTo>
                <a:close/>
                <a:moveTo>
                  <a:pt x="1000125" y="171450"/>
                </a:moveTo>
                <a:lnTo>
                  <a:pt x="1038225" y="171450"/>
                </a:lnTo>
                <a:lnTo>
                  <a:pt x="1038225" y="180975"/>
                </a:lnTo>
                <a:lnTo>
                  <a:pt x="1019175" y="180975"/>
                </a:lnTo>
                <a:lnTo>
                  <a:pt x="1019175" y="190500"/>
                </a:lnTo>
                <a:lnTo>
                  <a:pt x="1009650" y="190500"/>
                </a:lnTo>
                <a:lnTo>
                  <a:pt x="1009650" y="209550"/>
                </a:lnTo>
                <a:lnTo>
                  <a:pt x="1000125" y="209550"/>
                </a:lnTo>
                <a:close/>
                <a:moveTo>
                  <a:pt x="0" y="180975"/>
                </a:moveTo>
                <a:lnTo>
                  <a:pt x="9525" y="180975"/>
                </a:lnTo>
                <a:lnTo>
                  <a:pt x="9525" y="190500"/>
                </a:lnTo>
                <a:lnTo>
                  <a:pt x="0" y="190500"/>
                </a:lnTo>
                <a:close/>
                <a:moveTo>
                  <a:pt x="1104900" y="180975"/>
                </a:moveTo>
                <a:lnTo>
                  <a:pt x="1114425" y="180975"/>
                </a:lnTo>
                <a:lnTo>
                  <a:pt x="1114425" y="190500"/>
                </a:lnTo>
                <a:lnTo>
                  <a:pt x="1123950" y="190500"/>
                </a:lnTo>
                <a:lnTo>
                  <a:pt x="1123950" y="200025"/>
                </a:lnTo>
                <a:lnTo>
                  <a:pt x="1114425" y="200025"/>
                </a:lnTo>
                <a:lnTo>
                  <a:pt x="1114425" y="209550"/>
                </a:lnTo>
                <a:lnTo>
                  <a:pt x="1104900" y="209550"/>
                </a:lnTo>
                <a:lnTo>
                  <a:pt x="1104900" y="200025"/>
                </a:lnTo>
                <a:lnTo>
                  <a:pt x="1095375" y="200025"/>
                </a:lnTo>
                <a:lnTo>
                  <a:pt x="1095375" y="190500"/>
                </a:lnTo>
                <a:lnTo>
                  <a:pt x="1104900" y="190500"/>
                </a:lnTo>
                <a:close/>
                <a:moveTo>
                  <a:pt x="1143000" y="180975"/>
                </a:moveTo>
                <a:lnTo>
                  <a:pt x="1152525" y="180975"/>
                </a:lnTo>
                <a:lnTo>
                  <a:pt x="1152525" y="190500"/>
                </a:lnTo>
                <a:lnTo>
                  <a:pt x="1143000" y="190500"/>
                </a:lnTo>
                <a:close/>
                <a:moveTo>
                  <a:pt x="752475" y="200025"/>
                </a:moveTo>
                <a:lnTo>
                  <a:pt x="762000" y="200025"/>
                </a:lnTo>
                <a:lnTo>
                  <a:pt x="762000" y="219075"/>
                </a:lnTo>
                <a:lnTo>
                  <a:pt x="752475" y="219075"/>
                </a:lnTo>
                <a:close/>
                <a:moveTo>
                  <a:pt x="276225" y="209550"/>
                </a:moveTo>
                <a:lnTo>
                  <a:pt x="285750" y="209550"/>
                </a:lnTo>
                <a:lnTo>
                  <a:pt x="285750" y="228600"/>
                </a:lnTo>
                <a:lnTo>
                  <a:pt x="276225" y="228600"/>
                </a:lnTo>
                <a:close/>
                <a:moveTo>
                  <a:pt x="876300" y="228600"/>
                </a:moveTo>
                <a:lnTo>
                  <a:pt x="885825" y="228600"/>
                </a:lnTo>
                <a:lnTo>
                  <a:pt x="885825" y="257175"/>
                </a:lnTo>
                <a:lnTo>
                  <a:pt x="876300" y="257175"/>
                </a:lnTo>
                <a:close/>
                <a:moveTo>
                  <a:pt x="447675" y="247650"/>
                </a:moveTo>
                <a:lnTo>
                  <a:pt x="466725" y="247650"/>
                </a:lnTo>
                <a:lnTo>
                  <a:pt x="466725" y="276225"/>
                </a:lnTo>
                <a:lnTo>
                  <a:pt x="438150" y="276225"/>
                </a:lnTo>
                <a:lnTo>
                  <a:pt x="438150" y="266700"/>
                </a:lnTo>
                <a:lnTo>
                  <a:pt x="447675" y="266700"/>
                </a:lnTo>
                <a:close/>
                <a:moveTo>
                  <a:pt x="676275" y="247650"/>
                </a:moveTo>
                <a:lnTo>
                  <a:pt x="704850" y="247650"/>
                </a:lnTo>
                <a:lnTo>
                  <a:pt x="704850" y="257175"/>
                </a:lnTo>
                <a:lnTo>
                  <a:pt x="714375" y="257175"/>
                </a:lnTo>
                <a:lnTo>
                  <a:pt x="714375" y="266700"/>
                </a:lnTo>
                <a:lnTo>
                  <a:pt x="695325" y="266700"/>
                </a:lnTo>
                <a:lnTo>
                  <a:pt x="695325" y="276225"/>
                </a:lnTo>
                <a:lnTo>
                  <a:pt x="704850" y="276225"/>
                </a:lnTo>
                <a:lnTo>
                  <a:pt x="704850" y="285750"/>
                </a:lnTo>
                <a:lnTo>
                  <a:pt x="676275" y="285750"/>
                </a:lnTo>
                <a:lnTo>
                  <a:pt x="676275" y="295275"/>
                </a:lnTo>
                <a:lnTo>
                  <a:pt x="647700" y="295275"/>
                </a:lnTo>
                <a:lnTo>
                  <a:pt x="647700" y="285750"/>
                </a:lnTo>
                <a:lnTo>
                  <a:pt x="657225" y="285750"/>
                </a:lnTo>
                <a:lnTo>
                  <a:pt x="657225" y="266700"/>
                </a:lnTo>
                <a:lnTo>
                  <a:pt x="666750" y="266700"/>
                </a:lnTo>
                <a:lnTo>
                  <a:pt x="666750" y="257175"/>
                </a:lnTo>
                <a:lnTo>
                  <a:pt x="676275" y="257175"/>
                </a:lnTo>
                <a:close/>
                <a:moveTo>
                  <a:pt x="723900" y="247650"/>
                </a:moveTo>
                <a:lnTo>
                  <a:pt x="733425" y="247650"/>
                </a:lnTo>
                <a:lnTo>
                  <a:pt x="733425" y="257175"/>
                </a:lnTo>
                <a:lnTo>
                  <a:pt x="723900" y="257175"/>
                </a:lnTo>
                <a:close/>
                <a:moveTo>
                  <a:pt x="733425" y="257175"/>
                </a:moveTo>
                <a:lnTo>
                  <a:pt x="752475" y="257175"/>
                </a:lnTo>
                <a:lnTo>
                  <a:pt x="752475" y="266700"/>
                </a:lnTo>
                <a:lnTo>
                  <a:pt x="733425" y="266700"/>
                </a:lnTo>
                <a:close/>
                <a:moveTo>
                  <a:pt x="885825" y="257175"/>
                </a:moveTo>
                <a:lnTo>
                  <a:pt x="895350" y="257175"/>
                </a:lnTo>
                <a:lnTo>
                  <a:pt x="895350" y="266700"/>
                </a:lnTo>
                <a:lnTo>
                  <a:pt x="885825" y="266700"/>
                </a:lnTo>
                <a:close/>
                <a:moveTo>
                  <a:pt x="219075" y="266700"/>
                </a:moveTo>
                <a:lnTo>
                  <a:pt x="247650" y="266700"/>
                </a:lnTo>
                <a:lnTo>
                  <a:pt x="247650" y="276225"/>
                </a:lnTo>
                <a:lnTo>
                  <a:pt x="219075" y="276225"/>
                </a:lnTo>
                <a:close/>
                <a:moveTo>
                  <a:pt x="581025" y="266700"/>
                </a:moveTo>
                <a:lnTo>
                  <a:pt x="600075" y="266700"/>
                </a:lnTo>
                <a:lnTo>
                  <a:pt x="600075" y="276225"/>
                </a:lnTo>
                <a:lnTo>
                  <a:pt x="581025" y="276225"/>
                </a:lnTo>
                <a:close/>
                <a:moveTo>
                  <a:pt x="742950" y="276225"/>
                </a:moveTo>
                <a:lnTo>
                  <a:pt x="762000" y="276225"/>
                </a:lnTo>
                <a:lnTo>
                  <a:pt x="762000" y="285750"/>
                </a:lnTo>
                <a:lnTo>
                  <a:pt x="742950" y="285750"/>
                </a:lnTo>
                <a:close/>
                <a:moveTo>
                  <a:pt x="1181100" y="276225"/>
                </a:moveTo>
                <a:lnTo>
                  <a:pt x="1200150" y="276225"/>
                </a:lnTo>
                <a:lnTo>
                  <a:pt x="1200150" y="304800"/>
                </a:lnTo>
                <a:lnTo>
                  <a:pt x="1209675" y="304800"/>
                </a:lnTo>
                <a:lnTo>
                  <a:pt x="1209675" y="314325"/>
                </a:lnTo>
                <a:lnTo>
                  <a:pt x="1200150" y="314325"/>
                </a:lnTo>
                <a:lnTo>
                  <a:pt x="1200150" y="323850"/>
                </a:lnTo>
                <a:lnTo>
                  <a:pt x="1190625" y="323850"/>
                </a:lnTo>
                <a:lnTo>
                  <a:pt x="1190625" y="314325"/>
                </a:lnTo>
                <a:lnTo>
                  <a:pt x="1181100" y="314325"/>
                </a:lnTo>
                <a:close/>
                <a:moveTo>
                  <a:pt x="390525" y="285750"/>
                </a:moveTo>
                <a:lnTo>
                  <a:pt x="409575" y="285750"/>
                </a:lnTo>
                <a:lnTo>
                  <a:pt x="409575" y="295275"/>
                </a:lnTo>
                <a:lnTo>
                  <a:pt x="419100" y="295275"/>
                </a:lnTo>
                <a:lnTo>
                  <a:pt x="419100" y="285750"/>
                </a:lnTo>
                <a:lnTo>
                  <a:pt x="428625" y="285750"/>
                </a:lnTo>
                <a:lnTo>
                  <a:pt x="428625" y="295275"/>
                </a:lnTo>
                <a:lnTo>
                  <a:pt x="438150" y="295275"/>
                </a:lnTo>
                <a:lnTo>
                  <a:pt x="438150" y="304800"/>
                </a:lnTo>
                <a:lnTo>
                  <a:pt x="428625" y="304800"/>
                </a:lnTo>
                <a:lnTo>
                  <a:pt x="428625" y="314325"/>
                </a:lnTo>
                <a:lnTo>
                  <a:pt x="419100" y="314325"/>
                </a:lnTo>
                <a:lnTo>
                  <a:pt x="419100" y="304800"/>
                </a:lnTo>
                <a:lnTo>
                  <a:pt x="400050" y="304800"/>
                </a:lnTo>
                <a:lnTo>
                  <a:pt x="400050" y="295275"/>
                </a:lnTo>
                <a:lnTo>
                  <a:pt x="390525" y="295275"/>
                </a:lnTo>
                <a:close/>
                <a:moveTo>
                  <a:pt x="466725" y="285750"/>
                </a:moveTo>
                <a:lnTo>
                  <a:pt x="476250" y="285750"/>
                </a:lnTo>
                <a:lnTo>
                  <a:pt x="476250" y="295275"/>
                </a:lnTo>
                <a:lnTo>
                  <a:pt x="466725" y="295275"/>
                </a:lnTo>
                <a:close/>
                <a:moveTo>
                  <a:pt x="1066800" y="285750"/>
                </a:moveTo>
                <a:lnTo>
                  <a:pt x="1076325" y="285750"/>
                </a:lnTo>
                <a:lnTo>
                  <a:pt x="1076325" y="323850"/>
                </a:lnTo>
                <a:lnTo>
                  <a:pt x="1057275" y="323850"/>
                </a:lnTo>
                <a:lnTo>
                  <a:pt x="1057275" y="314325"/>
                </a:lnTo>
                <a:lnTo>
                  <a:pt x="1066800" y="314325"/>
                </a:lnTo>
                <a:close/>
                <a:moveTo>
                  <a:pt x="476250" y="295275"/>
                </a:moveTo>
                <a:lnTo>
                  <a:pt x="485775" y="295275"/>
                </a:lnTo>
                <a:lnTo>
                  <a:pt x="485775" y="304800"/>
                </a:lnTo>
                <a:lnTo>
                  <a:pt x="476250" y="304800"/>
                </a:lnTo>
                <a:close/>
                <a:moveTo>
                  <a:pt x="561975" y="295275"/>
                </a:moveTo>
                <a:lnTo>
                  <a:pt x="571500" y="295275"/>
                </a:lnTo>
                <a:lnTo>
                  <a:pt x="571500" y="304800"/>
                </a:lnTo>
                <a:lnTo>
                  <a:pt x="561975" y="304800"/>
                </a:lnTo>
                <a:close/>
                <a:moveTo>
                  <a:pt x="438150" y="304800"/>
                </a:moveTo>
                <a:lnTo>
                  <a:pt x="447675" y="304800"/>
                </a:lnTo>
                <a:lnTo>
                  <a:pt x="447675" y="323850"/>
                </a:lnTo>
                <a:lnTo>
                  <a:pt x="438150" y="323850"/>
                </a:lnTo>
                <a:close/>
                <a:moveTo>
                  <a:pt x="76200" y="314325"/>
                </a:moveTo>
                <a:lnTo>
                  <a:pt x="85725" y="314325"/>
                </a:lnTo>
                <a:lnTo>
                  <a:pt x="85725" y="323850"/>
                </a:lnTo>
                <a:lnTo>
                  <a:pt x="76200" y="323850"/>
                </a:lnTo>
                <a:close/>
                <a:moveTo>
                  <a:pt x="581025" y="314325"/>
                </a:moveTo>
                <a:lnTo>
                  <a:pt x="590550" y="314325"/>
                </a:lnTo>
                <a:lnTo>
                  <a:pt x="590550" y="323850"/>
                </a:lnTo>
                <a:lnTo>
                  <a:pt x="581025" y="323850"/>
                </a:lnTo>
                <a:close/>
                <a:moveTo>
                  <a:pt x="342900" y="323850"/>
                </a:moveTo>
                <a:lnTo>
                  <a:pt x="352425" y="323850"/>
                </a:lnTo>
                <a:lnTo>
                  <a:pt x="352425" y="333375"/>
                </a:lnTo>
                <a:lnTo>
                  <a:pt x="342900" y="333375"/>
                </a:lnTo>
                <a:close/>
                <a:moveTo>
                  <a:pt x="561975" y="333375"/>
                </a:moveTo>
                <a:lnTo>
                  <a:pt x="571500" y="333375"/>
                </a:lnTo>
                <a:lnTo>
                  <a:pt x="571500" y="371475"/>
                </a:lnTo>
                <a:lnTo>
                  <a:pt x="561975" y="371475"/>
                </a:lnTo>
                <a:lnTo>
                  <a:pt x="561975" y="361950"/>
                </a:lnTo>
                <a:lnTo>
                  <a:pt x="552450" y="361950"/>
                </a:lnTo>
                <a:lnTo>
                  <a:pt x="552450" y="342900"/>
                </a:lnTo>
                <a:lnTo>
                  <a:pt x="561975" y="342900"/>
                </a:lnTo>
                <a:close/>
                <a:moveTo>
                  <a:pt x="1066800" y="333375"/>
                </a:moveTo>
                <a:lnTo>
                  <a:pt x="1076325" y="333375"/>
                </a:lnTo>
                <a:lnTo>
                  <a:pt x="1076325" y="342900"/>
                </a:lnTo>
                <a:lnTo>
                  <a:pt x="1066800" y="342900"/>
                </a:lnTo>
                <a:close/>
                <a:moveTo>
                  <a:pt x="647700" y="342900"/>
                </a:moveTo>
                <a:lnTo>
                  <a:pt x="657225" y="342900"/>
                </a:lnTo>
                <a:lnTo>
                  <a:pt x="657225" y="352425"/>
                </a:lnTo>
                <a:lnTo>
                  <a:pt x="647700" y="352425"/>
                </a:lnTo>
                <a:close/>
                <a:moveTo>
                  <a:pt x="666750" y="342900"/>
                </a:moveTo>
                <a:lnTo>
                  <a:pt x="676275" y="342900"/>
                </a:lnTo>
                <a:lnTo>
                  <a:pt x="676275" y="361950"/>
                </a:lnTo>
                <a:lnTo>
                  <a:pt x="666750" y="361950"/>
                </a:lnTo>
                <a:close/>
                <a:moveTo>
                  <a:pt x="1057275" y="342900"/>
                </a:moveTo>
                <a:lnTo>
                  <a:pt x="1066800" y="342900"/>
                </a:lnTo>
                <a:lnTo>
                  <a:pt x="1066800" y="361950"/>
                </a:lnTo>
                <a:lnTo>
                  <a:pt x="1057275" y="361950"/>
                </a:lnTo>
                <a:close/>
                <a:moveTo>
                  <a:pt x="219075" y="361950"/>
                </a:moveTo>
                <a:lnTo>
                  <a:pt x="228600" y="361950"/>
                </a:lnTo>
                <a:lnTo>
                  <a:pt x="228600" y="381000"/>
                </a:lnTo>
                <a:lnTo>
                  <a:pt x="209550" y="381000"/>
                </a:lnTo>
                <a:lnTo>
                  <a:pt x="209550" y="371475"/>
                </a:lnTo>
                <a:lnTo>
                  <a:pt x="219075" y="371475"/>
                </a:lnTo>
                <a:close/>
                <a:moveTo>
                  <a:pt x="276225" y="371475"/>
                </a:moveTo>
                <a:lnTo>
                  <a:pt x="285750" y="371475"/>
                </a:lnTo>
                <a:lnTo>
                  <a:pt x="285750" y="381000"/>
                </a:lnTo>
                <a:lnTo>
                  <a:pt x="276225" y="381000"/>
                </a:lnTo>
                <a:close/>
                <a:moveTo>
                  <a:pt x="457200" y="371475"/>
                </a:moveTo>
                <a:lnTo>
                  <a:pt x="466725" y="371475"/>
                </a:lnTo>
                <a:lnTo>
                  <a:pt x="466725" y="409575"/>
                </a:lnTo>
                <a:lnTo>
                  <a:pt x="457200" y="409575"/>
                </a:lnTo>
                <a:close/>
                <a:moveTo>
                  <a:pt x="971550" y="371475"/>
                </a:moveTo>
                <a:lnTo>
                  <a:pt x="981075" y="371475"/>
                </a:lnTo>
                <a:lnTo>
                  <a:pt x="981075" y="381000"/>
                </a:lnTo>
                <a:lnTo>
                  <a:pt x="971550" y="381000"/>
                </a:lnTo>
                <a:close/>
                <a:moveTo>
                  <a:pt x="1057275" y="371475"/>
                </a:moveTo>
                <a:lnTo>
                  <a:pt x="1066800" y="371475"/>
                </a:lnTo>
                <a:lnTo>
                  <a:pt x="1066800" y="381000"/>
                </a:lnTo>
                <a:lnTo>
                  <a:pt x="1057275" y="381000"/>
                </a:lnTo>
                <a:close/>
                <a:moveTo>
                  <a:pt x="0" y="381000"/>
                </a:moveTo>
                <a:lnTo>
                  <a:pt x="9525" y="381000"/>
                </a:lnTo>
                <a:lnTo>
                  <a:pt x="9525" y="400050"/>
                </a:lnTo>
                <a:lnTo>
                  <a:pt x="0" y="400050"/>
                </a:lnTo>
                <a:close/>
                <a:moveTo>
                  <a:pt x="257175" y="381000"/>
                </a:moveTo>
                <a:lnTo>
                  <a:pt x="266700" y="381000"/>
                </a:lnTo>
                <a:lnTo>
                  <a:pt x="266700" y="390525"/>
                </a:lnTo>
                <a:lnTo>
                  <a:pt x="257175" y="390525"/>
                </a:lnTo>
                <a:close/>
                <a:moveTo>
                  <a:pt x="1076325" y="390525"/>
                </a:moveTo>
                <a:lnTo>
                  <a:pt x="1085850" y="390525"/>
                </a:lnTo>
                <a:lnTo>
                  <a:pt x="1085850" y="400050"/>
                </a:lnTo>
                <a:lnTo>
                  <a:pt x="1095375" y="400050"/>
                </a:lnTo>
                <a:lnTo>
                  <a:pt x="1095375" y="419100"/>
                </a:lnTo>
                <a:lnTo>
                  <a:pt x="1085850" y="419100"/>
                </a:lnTo>
                <a:lnTo>
                  <a:pt x="1085850" y="409575"/>
                </a:lnTo>
                <a:lnTo>
                  <a:pt x="1076325" y="409575"/>
                </a:lnTo>
                <a:close/>
                <a:moveTo>
                  <a:pt x="323850" y="409575"/>
                </a:moveTo>
                <a:lnTo>
                  <a:pt x="333375" y="409575"/>
                </a:lnTo>
                <a:lnTo>
                  <a:pt x="333375" y="419100"/>
                </a:lnTo>
                <a:lnTo>
                  <a:pt x="323850" y="419100"/>
                </a:lnTo>
                <a:close/>
                <a:moveTo>
                  <a:pt x="466725" y="409575"/>
                </a:moveTo>
                <a:lnTo>
                  <a:pt x="476250" y="409575"/>
                </a:lnTo>
                <a:lnTo>
                  <a:pt x="476250" y="428625"/>
                </a:lnTo>
                <a:lnTo>
                  <a:pt x="457200" y="428625"/>
                </a:lnTo>
                <a:lnTo>
                  <a:pt x="457200" y="419100"/>
                </a:lnTo>
                <a:lnTo>
                  <a:pt x="466725" y="419100"/>
                </a:lnTo>
                <a:close/>
                <a:moveTo>
                  <a:pt x="990600" y="409575"/>
                </a:moveTo>
                <a:lnTo>
                  <a:pt x="1000125" y="409575"/>
                </a:lnTo>
                <a:lnTo>
                  <a:pt x="1000125" y="428625"/>
                </a:lnTo>
                <a:lnTo>
                  <a:pt x="981075" y="428625"/>
                </a:lnTo>
                <a:lnTo>
                  <a:pt x="981075" y="419100"/>
                </a:lnTo>
                <a:lnTo>
                  <a:pt x="990600" y="419100"/>
                </a:lnTo>
                <a:close/>
                <a:moveTo>
                  <a:pt x="38100" y="419100"/>
                </a:moveTo>
                <a:lnTo>
                  <a:pt x="47625" y="419100"/>
                </a:lnTo>
                <a:lnTo>
                  <a:pt x="47625" y="428625"/>
                </a:lnTo>
                <a:lnTo>
                  <a:pt x="38100" y="428625"/>
                </a:lnTo>
                <a:close/>
                <a:moveTo>
                  <a:pt x="247650" y="419100"/>
                </a:moveTo>
                <a:lnTo>
                  <a:pt x="257175" y="419100"/>
                </a:lnTo>
                <a:lnTo>
                  <a:pt x="257175" y="447675"/>
                </a:lnTo>
                <a:lnTo>
                  <a:pt x="247650" y="447675"/>
                </a:lnTo>
                <a:close/>
                <a:moveTo>
                  <a:pt x="933450" y="419100"/>
                </a:moveTo>
                <a:lnTo>
                  <a:pt x="952500" y="419100"/>
                </a:lnTo>
                <a:lnTo>
                  <a:pt x="952500" y="428625"/>
                </a:lnTo>
                <a:lnTo>
                  <a:pt x="933450" y="428625"/>
                </a:lnTo>
                <a:close/>
                <a:moveTo>
                  <a:pt x="1152525" y="419100"/>
                </a:moveTo>
                <a:lnTo>
                  <a:pt x="1162050" y="419100"/>
                </a:lnTo>
                <a:lnTo>
                  <a:pt x="1162050" y="438150"/>
                </a:lnTo>
                <a:lnTo>
                  <a:pt x="1152525" y="438150"/>
                </a:lnTo>
                <a:close/>
                <a:moveTo>
                  <a:pt x="885825" y="428625"/>
                </a:moveTo>
                <a:lnTo>
                  <a:pt x="895350" y="428625"/>
                </a:lnTo>
                <a:lnTo>
                  <a:pt x="895350" y="438150"/>
                </a:lnTo>
                <a:lnTo>
                  <a:pt x="885825" y="438150"/>
                </a:lnTo>
                <a:close/>
                <a:moveTo>
                  <a:pt x="1076325" y="428625"/>
                </a:moveTo>
                <a:lnTo>
                  <a:pt x="1085850" y="428625"/>
                </a:lnTo>
                <a:lnTo>
                  <a:pt x="1085850" y="438150"/>
                </a:lnTo>
                <a:lnTo>
                  <a:pt x="1076325" y="438150"/>
                </a:lnTo>
                <a:close/>
                <a:moveTo>
                  <a:pt x="1104900" y="428625"/>
                </a:moveTo>
                <a:lnTo>
                  <a:pt x="1123950" y="428625"/>
                </a:lnTo>
                <a:lnTo>
                  <a:pt x="1123950" y="447675"/>
                </a:lnTo>
                <a:lnTo>
                  <a:pt x="1104900" y="447675"/>
                </a:lnTo>
                <a:close/>
                <a:moveTo>
                  <a:pt x="1171575" y="428625"/>
                </a:moveTo>
                <a:lnTo>
                  <a:pt x="1190625" y="428625"/>
                </a:lnTo>
                <a:lnTo>
                  <a:pt x="1190625" y="457200"/>
                </a:lnTo>
                <a:lnTo>
                  <a:pt x="1181100" y="457200"/>
                </a:lnTo>
                <a:lnTo>
                  <a:pt x="1181100" y="447675"/>
                </a:lnTo>
                <a:lnTo>
                  <a:pt x="1171575" y="447675"/>
                </a:lnTo>
                <a:lnTo>
                  <a:pt x="1171575" y="457200"/>
                </a:lnTo>
                <a:lnTo>
                  <a:pt x="1162050" y="457200"/>
                </a:lnTo>
                <a:lnTo>
                  <a:pt x="1162050" y="438150"/>
                </a:lnTo>
                <a:lnTo>
                  <a:pt x="1171575" y="438150"/>
                </a:lnTo>
                <a:close/>
                <a:moveTo>
                  <a:pt x="876300" y="438150"/>
                </a:moveTo>
                <a:lnTo>
                  <a:pt x="885825" y="438150"/>
                </a:lnTo>
                <a:lnTo>
                  <a:pt x="885825" y="457200"/>
                </a:lnTo>
                <a:lnTo>
                  <a:pt x="876300" y="457200"/>
                </a:lnTo>
                <a:close/>
                <a:moveTo>
                  <a:pt x="238125" y="447675"/>
                </a:moveTo>
                <a:lnTo>
                  <a:pt x="247650" y="447675"/>
                </a:lnTo>
                <a:lnTo>
                  <a:pt x="247650" y="457200"/>
                </a:lnTo>
                <a:lnTo>
                  <a:pt x="238125" y="457200"/>
                </a:lnTo>
                <a:close/>
                <a:moveTo>
                  <a:pt x="1085850" y="447675"/>
                </a:moveTo>
                <a:lnTo>
                  <a:pt x="1095375" y="447675"/>
                </a:lnTo>
                <a:lnTo>
                  <a:pt x="1095375" y="457200"/>
                </a:lnTo>
                <a:lnTo>
                  <a:pt x="1085850" y="457200"/>
                </a:lnTo>
                <a:close/>
                <a:moveTo>
                  <a:pt x="161925" y="457200"/>
                </a:moveTo>
                <a:lnTo>
                  <a:pt x="180975" y="457200"/>
                </a:lnTo>
                <a:lnTo>
                  <a:pt x="180975" y="466725"/>
                </a:lnTo>
                <a:lnTo>
                  <a:pt x="171450" y="466725"/>
                </a:lnTo>
                <a:lnTo>
                  <a:pt x="171450" y="476250"/>
                </a:lnTo>
                <a:lnTo>
                  <a:pt x="180975" y="476250"/>
                </a:lnTo>
                <a:lnTo>
                  <a:pt x="180975" y="485775"/>
                </a:lnTo>
                <a:lnTo>
                  <a:pt x="152400" y="485775"/>
                </a:lnTo>
                <a:lnTo>
                  <a:pt x="152400" y="466725"/>
                </a:lnTo>
                <a:lnTo>
                  <a:pt x="161925" y="466725"/>
                </a:lnTo>
                <a:close/>
                <a:moveTo>
                  <a:pt x="219075" y="457200"/>
                </a:moveTo>
                <a:lnTo>
                  <a:pt x="238125" y="457200"/>
                </a:lnTo>
                <a:lnTo>
                  <a:pt x="238125" y="466725"/>
                </a:lnTo>
                <a:lnTo>
                  <a:pt x="228600" y="466725"/>
                </a:lnTo>
                <a:lnTo>
                  <a:pt x="228600" y="485775"/>
                </a:lnTo>
                <a:lnTo>
                  <a:pt x="209550" y="485775"/>
                </a:lnTo>
                <a:lnTo>
                  <a:pt x="209550" y="476250"/>
                </a:lnTo>
                <a:lnTo>
                  <a:pt x="219075" y="476250"/>
                </a:lnTo>
                <a:close/>
                <a:moveTo>
                  <a:pt x="1200150" y="457200"/>
                </a:moveTo>
                <a:lnTo>
                  <a:pt x="1209675" y="457200"/>
                </a:lnTo>
                <a:lnTo>
                  <a:pt x="1209675" y="466725"/>
                </a:lnTo>
                <a:lnTo>
                  <a:pt x="1200150" y="466725"/>
                </a:lnTo>
                <a:close/>
                <a:moveTo>
                  <a:pt x="1047750" y="466725"/>
                </a:moveTo>
                <a:lnTo>
                  <a:pt x="1057275" y="466725"/>
                </a:lnTo>
                <a:lnTo>
                  <a:pt x="1057275" y="476250"/>
                </a:lnTo>
                <a:lnTo>
                  <a:pt x="1047750" y="476250"/>
                </a:lnTo>
                <a:close/>
                <a:moveTo>
                  <a:pt x="1162050" y="466725"/>
                </a:moveTo>
                <a:lnTo>
                  <a:pt x="1171575" y="466725"/>
                </a:lnTo>
                <a:lnTo>
                  <a:pt x="1171575" y="476250"/>
                </a:lnTo>
                <a:lnTo>
                  <a:pt x="1162050" y="476250"/>
                </a:lnTo>
                <a:close/>
                <a:moveTo>
                  <a:pt x="1057275" y="476250"/>
                </a:moveTo>
                <a:lnTo>
                  <a:pt x="1076325" y="476250"/>
                </a:lnTo>
                <a:lnTo>
                  <a:pt x="1076325" y="485775"/>
                </a:lnTo>
                <a:lnTo>
                  <a:pt x="1085850" y="485775"/>
                </a:lnTo>
                <a:lnTo>
                  <a:pt x="1085850" y="495300"/>
                </a:lnTo>
                <a:lnTo>
                  <a:pt x="1057275" y="495300"/>
                </a:lnTo>
                <a:close/>
                <a:moveTo>
                  <a:pt x="1028700" y="485775"/>
                </a:moveTo>
                <a:lnTo>
                  <a:pt x="1047750" y="485775"/>
                </a:lnTo>
                <a:lnTo>
                  <a:pt x="1047750" y="523875"/>
                </a:lnTo>
                <a:lnTo>
                  <a:pt x="1038225" y="523875"/>
                </a:lnTo>
                <a:lnTo>
                  <a:pt x="1038225" y="514350"/>
                </a:lnTo>
                <a:lnTo>
                  <a:pt x="1009650" y="514350"/>
                </a:lnTo>
                <a:lnTo>
                  <a:pt x="1009650" y="504825"/>
                </a:lnTo>
                <a:lnTo>
                  <a:pt x="1019175" y="504825"/>
                </a:lnTo>
                <a:lnTo>
                  <a:pt x="1019175" y="495300"/>
                </a:lnTo>
                <a:lnTo>
                  <a:pt x="1028700" y="495300"/>
                </a:lnTo>
                <a:close/>
                <a:moveTo>
                  <a:pt x="0" y="495300"/>
                </a:moveTo>
                <a:lnTo>
                  <a:pt x="9525" y="495300"/>
                </a:lnTo>
                <a:lnTo>
                  <a:pt x="9525" y="504825"/>
                </a:lnTo>
                <a:lnTo>
                  <a:pt x="0" y="504825"/>
                </a:lnTo>
                <a:close/>
                <a:moveTo>
                  <a:pt x="9525" y="504825"/>
                </a:moveTo>
                <a:lnTo>
                  <a:pt x="19050" y="504825"/>
                </a:lnTo>
                <a:lnTo>
                  <a:pt x="19050" y="533400"/>
                </a:lnTo>
                <a:lnTo>
                  <a:pt x="38100" y="533400"/>
                </a:lnTo>
                <a:lnTo>
                  <a:pt x="38100" y="552450"/>
                </a:lnTo>
                <a:lnTo>
                  <a:pt x="47625" y="552450"/>
                </a:lnTo>
                <a:lnTo>
                  <a:pt x="47625" y="571500"/>
                </a:lnTo>
                <a:lnTo>
                  <a:pt x="38100" y="571500"/>
                </a:lnTo>
                <a:lnTo>
                  <a:pt x="38100" y="590550"/>
                </a:lnTo>
                <a:lnTo>
                  <a:pt x="47625" y="590550"/>
                </a:lnTo>
                <a:lnTo>
                  <a:pt x="47625" y="628650"/>
                </a:lnTo>
                <a:lnTo>
                  <a:pt x="57150" y="628650"/>
                </a:lnTo>
                <a:lnTo>
                  <a:pt x="57150" y="638175"/>
                </a:lnTo>
                <a:lnTo>
                  <a:pt x="47625" y="638175"/>
                </a:lnTo>
                <a:lnTo>
                  <a:pt x="47625" y="647700"/>
                </a:lnTo>
                <a:lnTo>
                  <a:pt x="38100" y="647700"/>
                </a:lnTo>
                <a:lnTo>
                  <a:pt x="38100" y="600075"/>
                </a:lnTo>
                <a:lnTo>
                  <a:pt x="28575" y="600075"/>
                </a:lnTo>
                <a:lnTo>
                  <a:pt x="28575" y="609600"/>
                </a:lnTo>
                <a:lnTo>
                  <a:pt x="19050" y="609600"/>
                </a:lnTo>
                <a:lnTo>
                  <a:pt x="19050" y="600075"/>
                </a:lnTo>
                <a:lnTo>
                  <a:pt x="0" y="600075"/>
                </a:lnTo>
                <a:lnTo>
                  <a:pt x="0" y="523875"/>
                </a:lnTo>
                <a:lnTo>
                  <a:pt x="9525" y="523875"/>
                </a:lnTo>
                <a:close/>
                <a:moveTo>
                  <a:pt x="1114425" y="504825"/>
                </a:moveTo>
                <a:lnTo>
                  <a:pt x="1123950" y="504825"/>
                </a:lnTo>
                <a:lnTo>
                  <a:pt x="1123950" y="514350"/>
                </a:lnTo>
                <a:lnTo>
                  <a:pt x="1114425" y="514350"/>
                </a:lnTo>
                <a:close/>
                <a:moveTo>
                  <a:pt x="1123950" y="514350"/>
                </a:moveTo>
                <a:lnTo>
                  <a:pt x="1133475" y="514350"/>
                </a:lnTo>
                <a:lnTo>
                  <a:pt x="1133475" y="523875"/>
                </a:lnTo>
                <a:lnTo>
                  <a:pt x="1123950" y="523875"/>
                </a:lnTo>
                <a:close/>
                <a:moveTo>
                  <a:pt x="1009650" y="523875"/>
                </a:moveTo>
                <a:lnTo>
                  <a:pt x="1019175" y="523875"/>
                </a:lnTo>
                <a:lnTo>
                  <a:pt x="1019175" y="533400"/>
                </a:lnTo>
                <a:lnTo>
                  <a:pt x="1028700" y="533400"/>
                </a:lnTo>
                <a:lnTo>
                  <a:pt x="1028700" y="542925"/>
                </a:lnTo>
                <a:lnTo>
                  <a:pt x="1009650" y="542925"/>
                </a:lnTo>
                <a:lnTo>
                  <a:pt x="1009650" y="552450"/>
                </a:lnTo>
                <a:lnTo>
                  <a:pt x="1000125" y="552450"/>
                </a:lnTo>
                <a:lnTo>
                  <a:pt x="1000125" y="542925"/>
                </a:lnTo>
                <a:lnTo>
                  <a:pt x="990600" y="542925"/>
                </a:lnTo>
                <a:lnTo>
                  <a:pt x="990600" y="533400"/>
                </a:lnTo>
                <a:lnTo>
                  <a:pt x="1009650" y="533400"/>
                </a:lnTo>
                <a:close/>
                <a:moveTo>
                  <a:pt x="1200150" y="523875"/>
                </a:moveTo>
                <a:lnTo>
                  <a:pt x="1209675" y="523875"/>
                </a:lnTo>
                <a:lnTo>
                  <a:pt x="1209675" y="533400"/>
                </a:lnTo>
                <a:lnTo>
                  <a:pt x="1200150" y="533400"/>
                </a:lnTo>
                <a:close/>
                <a:moveTo>
                  <a:pt x="923925" y="533400"/>
                </a:moveTo>
                <a:lnTo>
                  <a:pt x="933450" y="533400"/>
                </a:lnTo>
                <a:lnTo>
                  <a:pt x="933450" y="542925"/>
                </a:lnTo>
                <a:lnTo>
                  <a:pt x="923925" y="542925"/>
                </a:lnTo>
                <a:close/>
                <a:moveTo>
                  <a:pt x="1057275" y="533400"/>
                </a:moveTo>
                <a:lnTo>
                  <a:pt x="1066800" y="533400"/>
                </a:lnTo>
                <a:lnTo>
                  <a:pt x="1066800" y="542925"/>
                </a:lnTo>
                <a:lnTo>
                  <a:pt x="1057275" y="542925"/>
                </a:lnTo>
                <a:close/>
                <a:moveTo>
                  <a:pt x="962025" y="542925"/>
                </a:moveTo>
                <a:lnTo>
                  <a:pt x="981075" y="542925"/>
                </a:lnTo>
                <a:lnTo>
                  <a:pt x="981075" y="552450"/>
                </a:lnTo>
                <a:lnTo>
                  <a:pt x="962025" y="552450"/>
                </a:lnTo>
                <a:close/>
                <a:moveTo>
                  <a:pt x="942975" y="552450"/>
                </a:moveTo>
                <a:lnTo>
                  <a:pt x="962025" y="552450"/>
                </a:lnTo>
                <a:lnTo>
                  <a:pt x="962025" y="561975"/>
                </a:lnTo>
                <a:lnTo>
                  <a:pt x="942975" y="561975"/>
                </a:lnTo>
                <a:close/>
                <a:moveTo>
                  <a:pt x="1095375" y="561975"/>
                </a:moveTo>
                <a:lnTo>
                  <a:pt x="1114425" y="561975"/>
                </a:lnTo>
                <a:lnTo>
                  <a:pt x="1114425" y="571500"/>
                </a:lnTo>
                <a:lnTo>
                  <a:pt x="1095375" y="571500"/>
                </a:lnTo>
                <a:close/>
                <a:moveTo>
                  <a:pt x="171450" y="590550"/>
                </a:moveTo>
                <a:lnTo>
                  <a:pt x="180975" y="590550"/>
                </a:lnTo>
                <a:lnTo>
                  <a:pt x="180975" y="600075"/>
                </a:lnTo>
                <a:lnTo>
                  <a:pt x="171450" y="600075"/>
                </a:lnTo>
                <a:close/>
                <a:moveTo>
                  <a:pt x="219075" y="590550"/>
                </a:moveTo>
                <a:lnTo>
                  <a:pt x="238125" y="590550"/>
                </a:lnTo>
                <a:lnTo>
                  <a:pt x="238125" y="600075"/>
                </a:lnTo>
                <a:lnTo>
                  <a:pt x="219075" y="600075"/>
                </a:lnTo>
                <a:close/>
                <a:moveTo>
                  <a:pt x="257175" y="590550"/>
                </a:moveTo>
                <a:lnTo>
                  <a:pt x="323850" y="590550"/>
                </a:lnTo>
                <a:lnTo>
                  <a:pt x="323850" y="600075"/>
                </a:lnTo>
                <a:lnTo>
                  <a:pt x="257175" y="600075"/>
                </a:lnTo>
                <a:close/>
                <a:moveTo>
                  <a:pt x="352425" y="590550"/>
                </a:moveTo>
                <a:lnTo>
                  <a:pt x="361950" y="590550"/>
                </a:lnTo>
                <a:lnTo>
                  <a:pt x="361950" y="600075"/>
                </a:lnTo>
                <a:lnTo>
                  <a:pt x="352425" y="600075"/>
                </a:lnTo>
                <a:close/>
                <a:moveTo>
                  <a:pt x="590550" y="590550"/>
                </a:moveTo>
                <a:lnTo>
                  <a:pt x="600075" y="590550"/>
                </a:lnTo>
                <a:lnTo>
                  <a:pt x="600075" y="600075"/>
                </a:lnTo>
                <a:lnTo>
                  <a:pt x="590550" y="600075"/>
                </a:lnTo>
                <a:close/>
                <a:moveTo>
                  <a:pt x="609600" y="590550"/>
                </a:moveTo>
                <a:lnTo>
                  <a:pt x="638175" y="590550"/>
                </a:lnTo>
                <a:lnTo>
                  <a:pt x="638175" y="600075"/>
                </a:lnTo>
                <a:lnTo>
                  <a:pt x="609600" y="600075"/>
                </a:lnTo>
                <a:close/>
                <a:moveTo>
                  <a:pt x="971550" y="600075"/>
                </a:moveTo>
                <a:lnTo>
                  <a:pt x="981075" y="600075"/>
                </a:lnTo>
                <a:lnTo>
                  <a:pt x="981075" y="619125"/>
                </a:lnTo>
                <a:lnTo>
                  <a:pt x="971550" y="619125"/>
                </a:lnTo>
                <a:close/>
                <a:moveTo>
                  <a:pt x="171450" y="609600"/>
                </a:moveTo>
                <a:lnTo>
                  <a:pt x="180975" y="609600"/>
                </a:lnTo>
                <a:lnTo>
                  <a:pt x="180975" y="619125"/>
                </a:lnTo>
                <a:lnTo>
                  <a:pt x="171450" y="619125"/>
                </a:lnTo>
                <a:close/>
                <a:moveTo>
                  <a:pt x="219075" y="609600"/>
                </a:moveTo>
                <a:lnTo>
                  <a:pt x="238125" y="609600"/>
                </a:lnTo>
                <a:lnTo>
                  <a:pt x="238125" y="619125"/>
                </a:lnTo>
                <a:lnTo>
                  <a:pt x="219075" y="619125"/>
                </a:lnTo>
                <a:close/>
                <a:moveTo>
                  <a:pt x="257175" y="609600"/>
                </a:moveTo>
                <a:lnTo>
                  <a:pt x="323850" y="609600"/>
                </a:lnTo>
                <a:lnTo>
                  <a:pt x="323850" y="619125"/>
                </a:lnTo>
                <a:lnTo>
                  <a:pt x="257175" y="619125"/>
                </a:lnTo>
                <a:close/>
                <a:moveTo>
                  <a:pt x="352425" y="609600"/>
                </a:moveTo>
                <a:lnTo>
                  <a:pt x="361950" y="609600"/>
                </a:lnTo>
                <a:lnTo>
                  <a:pt x="361950" y="619125"/>
                </a:lnTo>
                <a:lnTo>
                  <a:pt x="352425" y="619125"/>
                </a:lnTo>
                <a:close/>
                <a:moveTo>
                  <a:pt x="590550" y="609600"/>
                </a:moveTo>
                <a:lnTo>
                  <a:pt x="600075" y="609600"/>
                </a:lnTo>
                <a:lnTo>
                  <a:pt x="600075" y="619125"/>
                </a:lnTo>
                <a:lnTo>
                  <a:pt x="590550" y="619125"/>
                </a:lnTo>
                <a:close/>
                <a:moveTo>
                  <a:pt x="609600" y="609600"/>
                </a:moveTo>
                <a:lnTo>
                  <a:pt x="638175" y="609600"/>
                </a:lnTo>
                <a:lnTo>
                  <a:pt x="638175" y="619125"/>
                </a:lnTo>
                <a:lnTo>
                  <a:pt x="609600" y="619125"/>
                </a:lnTo>
                <a:close/>
                <a:moveTo>
                  <a:pt x="1181100" y="609600"/>
                </a:moveTo>
                <a:lnTo>
                  <a:pt x="1200150" y="609600"/>
                </a:lnTo>
                <a:lnTo>
                  <a:pt x="1200150" y="628650"/>
                </a:lnTo>
                <a:lnTo>
                  <a:pt x="1190625" y="628650"/>
                </a:lnTo>
                <a:lnTo>
                  <a:pt x="1190625" y="619125"/>
                </a:lnTo>
                <a:lnTo>
                  <a:pt x="1181100" y="619125"/>
                </a:lnTo>
                <a:close/>
                <a:moveTo>
                  <a:pt x="981075" y="619125"/>
                </a:moveTo>
                <a:lnTo>
                  <a:pt x="990600" y="619125"/>
                </a:lnTo>
                <a:lnTo>
                  <a:pt x="990600" y="628650"/>
                </a:lnTo>
                <a:lnTo>
                  <a:pt x="981075" y="628650"/>
                </a:lnTo>
                <a:close/>
                <a:moveTo>
                  <a:pt x="1171575" y="619125"/>
                </a:moveTo>
                <a:lnTo>
                  <a:pt x="1181100" y="619125"/>
                </a:lnTo>
                <a:lnTo>
                  <a:pt x="1181100" y="628650"/>
                </a:lnTo>
                <a:lnTo>
                  <a:pt x="1171575" y="628650"/>
                </a:lnTo>
                <a:close/>
                <a:moveTo>
                  <a:pt x="1095375" y="628650"/>
                </a:moveTo>
                <a:lnTo>
                  <a:pt x="1114425" y="628650"/>
                </a:lnTo>
                <a:lnTo>
                  <a:pt x="1114425" y="638175"/>
                </a:lnTo>
                <a:lnTo>
                  <a:pt x="1123950" y="638175"/>
                </a:lnTo>
                <a:lnTo>
                  <a:pt x="1123950" y="647700"/>
                </a:lnTo>
                <a:lnTo>
                  <a:pt x="1104900" y="647700"/>
                </a:lnTo>
                <a:lnTo>
                  <a:pt x="1104900" y="638175"/>
                </a:lnTo>
                <a:lnTo>
                  <a:pt x="1095375" y="638175"/>
                </a:lnTo>
                <a:close/>
                <a:moveTo>
                  <a:pt x="76200" y="647700"/>
                </a:moveTo>
                <a:lnTo>
                  <a:pt x="85725" y="647700"/>
                </a:lnTo>
                <a:lnTo>
                  <a:pt x="85725" y="657225"/>
                </a:lnTo>
                <a:lnTo>
                  <a:pt x="76200" y="657225"/>
                </a:lnTo>
                <a:close/>
                <a:moveTo>
                  <a:pt x="257175" y="647700"/>
                </a:moveTo>
                <a:lnTo>
                  <a:pt x="276225" y="647700"/>
                </a:lnTo>
                <a:lnTo>
                  <a:pt x="276225" y="657225"/>
                </a:lnTo>
                <a:lnTo>
                  <a:pt x="285750" y="657225"/>
                </a:lnTo>
                <a:lnTo>
                  <a:pt x="285750" y="666750"/>
                </a:lnTo>
                <a:lnTo>
                  <a:pt x="257175" y="666750"/>
                </a:lnTo>
                <a:close/>
                <a:moveTo>
                  <a:pt x="304800" y="647700"/>
                </a:moveTo>
                <a:lnTo>
                  <a:pt x="314325" y="647700"/>
                </a:lnTo>
                <a:lnTo>
                  <a:pt x="314325" y="657225"/>
                </a:lnTo>
                <a:lnTo>
                  <a:pt x="304800" y="657225"/>
                </a:lnTo>
                <a:close/>
                <a:moveTo>
                  <a:pt x="1190625" y="647700"/>
                </a:moveTo>
                <a:lnTo>
                  <a:pt x="1200150" y="647700"/>
                </a:lnTo>
                <a:lnTo>
                  <a:pt x="1200150" y="666750"/>
                </a:lnTo>
                <a:lnTo>
                  <a:pt x="1190625" y="666750"/>
                </a:lnTo>
                <a:close/>
                <a:moveTo>
                  <a:pt x="419100" y="657225"/>
                </a:moveTo>
                <a:lnTo>
                  <a:pt x="428625" y="657225"/>
                </a:lnTo>
                <a:lnTo>
                  <a:pt x="428625" y="666750"/>
                </a:lnTo>
                <a:lnTo>
                  <a:pt x="419100" y="666750"/>
                </a:lnTo>
                <a:close/>
                <a:moveTo>
                  <a:pt x="447675" y="657225"/>
                </a:moveTo>
                <a:lnTo>
                  <a:pt x="457200" y="657225"/>
                </a:lnTo>
                <a:lnTo>
                  <a:pt x="457200" y="666750"/>
                </a:lnTo>
                <a:lnTo>
                  <a:pt x="447675" y="666750"/>
                </a:lnTo>
                <a:close/>
                <a:moveTo>
                  <a:pt x="495300" y="657225"/>
                </a:moveTo>
                <a:lnTo>
                  <a:pt x="552450" y="657225"/>
                </a:lnTo>
                <a:lnTo>
                  <a:pt x="552450" y="666750"/>
                </a:lnTo>
                <a:lnTo>
                  <a:pt x="514350" y="666750"/>
                </a:lnTo>
                <a:lnTo>
                  <a:pt x="514350" y="676275"/>
                </a:lnTo>
                <a:lnTo>
                  <a:pt x="504825" y="676275"/>
                </a:lnTo>
                <a:lnTo>
                  <a:pt x="504825" y="666750"/>
                </a:lnTo>
                <a:lnTo>
                  <a:pt x="495300" y="666750"/>
                </a:lnTo>
                <a:close/>
                <a:moveTo>
                  <a:pt x="1171575" y="657225"/>
                </a:moveTo>
                <a:lnTo>
                  <a:pt x="1181100" y="657225"/>
                </a:lnTo>
                <a:lnTo>
                  <a:pt x="1181100" y="666750"/>
                </a:lnTo>
                <a:lnTo>
                  <a:pt x="1171575" y="666750"/>
                </a:lnTo>
                <a:close/>
                <a:moveTo>
                  <a:pt x="1181100" y="666750"/>
                </a:moveTo>
                <a:lnTo>
                  <a:pt x="1190625" y="666750"/>
                </a:lnTo>
                <a:lnTo>
                  <a:pt x="1190625" y="676275"/>
                </a:lnTo>
                <a:lnTo>
                  <a:pt x="1181100" y="676275"/>
                </a:lnTo>
                <a:close/>
                <a:moveTo>
                  <a:pt x="1066800" y="676275"/>
                </a:moveTo>
                <a:lnTo>
                  <a:pt x="1085850" y="676275"/>
                </a:lnTo>
                <a:lnTo>
                  <a:pt x="1085850" y="685800"/>
                </a:lnTo>
                <a:lnTo>
                  <a:pt x="1066800" y="685800"/>
                </a:lnTo>
                <a:close/>
                <a:moveTo>
                  <a:pt x="381000" y="685800"/>
                </a:moveTo>
                <a:lnTo>
                  <a:pt x="390525" y="685800"/>
                </a:lnTo>
                <a:lnTo>
                  <a:pt x="390525" y="704850"/>
                </a:lnTo>
                <a:lnTo>
                  <a:pt x="381000" y="704850"/>
                </a:lnTo>
                <a:close/>
                <a:moveTo>
                  <a:pt x="447675" y="685800"/>
                </a:moveTo>
                <a:lnTo>
                  <a:pt x="466725" y="685800"/>
                </a:lnTo>
                <a:lnTo>
                  <a:pt x="466725" y="704850"/>
                </a:lnTo>
                <a:lnTo>
                  <a:pt x="447675" y="704850"/>
                </a:lnTo>
                <a:close/>
                <a:moveTo>
                  <a:pt x="152400" y="695325"/>
                </a:moveTo>
                <a:lnTo>
                  <a:pt x="161925" y="695325"/>
                </a:lnTo>
                <a:lnTo>
                  <a:pt x="161925" y="704850"/>
                </a:lnTo>
                <a:lnTo>
                  <a:pt x="152400" y="704850"/>
                </a:lnTo>
                <a:close/>
                <a:moveTo>
                  <a:pt x="485775" y="714375"/>
                </a:moveTo>
                <a:lnTo>
                  <a:pt x="495300" y="714375"/>
                </a:lnTo>
                <a:lnTo>
                  <a:pt x="495300" y="742950"/>
                </a:lnTo>
                <a:lnTo>
                  <a:pt x="476250" y="742950"/>
                </a:lnTo>
                <a:lnTo>
                  <a:pt x="476250" y="723900"/>
                </a:lnTo>
                <a:lnTo>
                  <a:pt x="485775" y="723900"/>
                </a:lnTo>
                <a:close/>
                <a:moveTo>
                  <a:pt x="666750" y="714375"/>
                </a:moveTo>
                <a:lnTo>
                  <a:pt x="685800" y="714375"/>
                </a:lnTo>
                <a:lnTo>
                  <a:pt x="685800" y="723900"/>
                </a:lnTo>
                <a:lnTo>
                  <a:pt x="666750" y="723900"/>
                </a:lnTo>
                <a:close/>
                <a:moveTo>
                  <a:pt x="28575" y="723900"/>
                </a:moveTo>
                <a:lnTo>
                  <a:pt x="38100" y="723900"/>
                </a:lnTo>
                <a:lnTo>
                  <a:pt x="38100" y="733425"/>
                </a:lnTo>
                <a:lnTo>
                  <a:pt x="28575" y="733425"/>
                </a:lnTo>
                <a:close/>
                <a:moveTo>
                  <a:pt x="419100" y="723900"/>
                </a:moveTo>
                <a:lnTo>
                  <a:pt x="428625" y="723900"/>
                </a:lnTo>
                <a:lnTo>
                  <a:pt x="428625" y="733425"/>
                </a:lnTo>
                <a:lnTo>
                  <a:pt x="419100" y="733425"/>
                </a:lnTo>
                <a:close/>
                <a:moveTo>
                  <a:pt x="742950" y="723900"/>
                </a:moveTo>
                <a:lnTo>
                  <a:pt x="809625" y="723900"/>
                </a:lnTo>
                <a:lnTo>
                  <a:pt x="809625" y="733425"/>
                </a:lnTo>
                <a:lnTo>
                  <a:pt x="790575" y="733425"/>
                </a:lnTo>
                <a:lnTo>
                  <a:pt x="790575" y="742950"/>
                </a:lnTo>
                <a:lnTo>
                  <a:pt x="781050" y="742950"/>
                </a:lnTo>
                <a:lnTo>
                  <a:pt x="781050" y="733425"/>
                </a:lnTo>
                <a:lnTo>
                  <a:pt x="771525" y="733425"/>
                </a:lnTo>
                <a:lnTo>
                  <a:pt x="771525" y="742950"/>
                </a:lnTo>
                <a:lnTo>
                  <a:pt x="733425" y="742950"/>
                </a:lnTo>
                <a:lnTo>
                  <a:pt x="733425" y="733425"/>
                </a:lnTo>
                <a:lnTo>
                  <a:pt x="742950" y="733425"/>
                </a:lnTo>
                <a:close/>
                <a:moveTo>
                  <a:pt x="1066800" y="723900"/>
                </a:moveTo>
                <a:lnTo>
                  <a:pt x="1076325" y="723900"/>
                </a:lnTo>
                <a:lnTo>
                  <a:pt x="1076325" y="733425"/>
                </a:lnTo>
                <a:lnTo>
                  <a:pt x="1085850" y="733425"/>
                </a:lnTo>
                <a:lnTo>
                  <a:pt x="1085850" y="742950"/>
                </a:lnTo>
                <a:lnTo>
                  <a:pt x="1066800" y="742950"/>
                </a:lnTo>
                <a:close/>
                <a:moveTo>
                  <a:pt x="457200" y="742950"/>
                </a:moveTo>
                <a:lnTo>
                  <a:pt x="466725" y="742950"/>
                </a:lnTo>
                <a:lnTo>
                  <a:pt x="466725" y="752475"/>
                </a:lnTo>
                <a:lnTo>
                  <a:pt x="457200" y="752475"/>
                </a:lnTo>
                <a:close/>
                <a:moveTo>
                  <a:pt x="685800" y="742950"/>
                </a:moveTo>
                <a:lnTo>
                  <a:pt x="704850" y="742950"/>
                </a:lnTo>
                <a:lnTo>
                  <a:pt x="704850" y="762000"/>
                </a:lnTo>
                <a:lnTo>
                  <a:pt x="714375" y="762000"/>
                </a:lnTo>
                <a:lnTo>
                  <a:pt x="714375" y="771525"/>
                </a:lnTo>
                <a:lnTo>
                  <a:pt x="695325" y="771525"/>
                </a:lnTo>
                <a:lnTo>
                  <a:pt x="695325" y="781050"/>
                </a:lnTo>
                <a:lnTo>
                  <a:pt x="685800" y="781050"/>
                </a:lnTo>
                <a:lnTo>
                  <a:pt x="685800" y="771525"/>
                </a:lnTo>
                <a:lnTo>
                  <a:pt x="676275" y="771525"/>
                </a:lnTo>
                <a:lnTo>
                  <a:pt x="676275" y="762000"/>
                </a:lnTo>
                <a:lnTo>
                  <a:pt x="685800" y="762000"/>
                </a:lnTo>
                <a:close/>
                <a:moveTo>
                  <a:pt x="257175" y="752475"/>
                </a:moveTo>
                <a:lnTo>
                  <a:pt x="266700" y="752475"/>
                </a:lnTo>
                <a:lnTo>
                  <a:pt x="266700" y="771525"/>
                </a:lnTo>
                <a:lnTo>
                  <a:pt x="276225" y="771525"/>
                </a:lnTo>
                <a:lnTo>
                  <a:pt x="276225" y="781050"/>
                </a:lnTo>
                <a:lnTo>
                  <a:pt x="257175" y="781050"/>
                </a:lnTo>
                <a:close/>
                <a:moveTo>
                  <a:pt x="581025" y="752475"/>
                </a:moveTo>
                <a:lnTo>
                  <a:pt x="590550" y="752475"/>
                </a:lnTo>
                <a:lnTo>
                  <a:pt x="590550" y="771525"/>
                </a:lnTo>
                <a:lnTo>
                  <a:pt x="600075" y="771525"/>
                </a:lnTo>
                <a:lnTo>
                  <a:pt x="600075" y="781050"/>
                </a:lnTo>
                <a:lnTo>
                  <a:pt x="581025" y="781050"/>
                </a:lnTo>
                <a:close/>
                <a:moveTo>
                  <a:pt x="942975" y="752475"/>
                </a:moveTo>
                <a:lnTo>
                  <a:pt x="952500" y="752475"/>
                </a:lnTo>
                <a:lnTo>
                  <a:pt x="952500" y="790575"/>
                </a:lnTo>
                <a:lnTo>
                  <a:pt x="942975" y="790575"/>
                </a:lnTo>
                <a:lnTo>
                  <a:pt x="942975" y="809625"/>
                </a:lnTo>
                <a:lnTo>
                  <a:pt x="923925" y="809625"/>
                </a:lnTo>
                <a:lnTo>
                  <a:pt x="923925" y="800100"/>
                </a:lnTo>
                <a:lnTo>
                  <a:pt x="914400" y="800100"/>
                </a:lnTo>
                <a:lnTo>
                  <a:pt x="914400" y="771525"/>
                </a:lnTo>
                <a:lnTo>
                  <a:pt x="933450" y="771525"/>
                </a:lnTo>
                <a:lnTo>
                  <a:pt x="933450" y="762000"/>
                </a:lnTo>
                <a:lnTo>
                  <a:pt x="942975" y="762000"/>
                </a:lnTo>
                <a:close/>
                <a:moveTo>
                  <a:pt x="238125" y="762000"/>
                </a:moveTo>
                <a:lnTo>
                  <a:pt x="247650" y="762000"/>
                </a:lnTo>
                <a:lnTo>
                  <a:pt x="247650" y="771525"/>
                </a:lnTo>
                <a:lnTo>
                  <a:pt x="238125" y="771525"/>
                </a:lnTo>
                <a:close/>
                <a:moveTo>
                  <a:pt x="447675" y="762000"/>
                </a:moveTo>
                <a:lnTo>
                  <a:pt x="457200" y="762000"/>
                </a:lnTo>
                <a:lnTo>
                  <a:pt x="457200" y="771525"/>
                </a:lnTo>
                <a:lnTo>
                  <a:pt x="447675" y="771525"/>
                </a:lnTo>
                <a:close/>
                <a:moveTo>
                  <a:pt x="514350" y="762000"/>
                </a:moveTo>
                <a:lnTo>
                  <a:pt x="523875" y="762000"/>
                </a:lnTo>
                <a:lnTo>
                  <a:pt x="523875" y="771525"/>
                </a:lnTo>
                <a:lnTo>
                  <a:pt x="514350" y="771525"/>
                </a:lnTo>
                <a:close/>
                <a:moveTo>
                  <a:pt x="0" y="771525"/>
                </a:moveTo>
                <a:lnTo>
                  <a:pt x="9525" y="771525"/>
                </a:lnTo>
                <a:lnTo>
                  <a:pt x="9525" y="790575"/>
                </a:lnTo>
                <a:lnTo>
                  <a:pt x="0" y="790575"/>
                </a:lnTo>
                <a:close/>
                <a:moveTo>
                  <a:pt x="485775" y="771525"/>
                </a:moveTo>
                <a:lnTo>
                  <a:pt x="504825" y="771525"/>
                </a:lnTo>
                <a:lnTo>
                  <a:pt x="504825" y="781050"/>
                </a:lnTo>
                <a:lnTo>
                  <a:pt x="485775" y="781050"/>
                </a:lnTo>
                <a:close/>
                <a:moveTo>
                  <a:pt x="819150" y="771525"/>
                </a:moveTo>
                <a:lnTo>
                  <a:pt x="838200" y="771525"/>
                </a:lnTo>
                <a:lnTo>
                  <a:pt x="838200" y="781050"/>
                </a:lnTo>
                <a:lnTo>
                  <a:pt x="828675" y="781050"/>
                </a:lnTo>
                <a:lnTo>
                  <a:pt x="828675" y="790575"/>
                </a:lnTo>
                <a:lnTo>
                  <a:pt x="819150" y="790575"/>
                </a:lnTo>
                <a:close/>
                <a:moveTo>
                  <a:pt x="228600" y="781050"/>
                </a:moveTo>
                <a:lnTo>
                  <a:pt x="238125" y="781050"/>
                </a:lnTo>
                <a:lnTo>
                  <a:pt x="238125" y="790575"/>
                </a:lnTo>
                <a:lnTo>
                  <a:pt x="228600" y="790575"/>
                </a:lnTo>
                <a:close/>
                <a:moveTo>
                  <a:pt x="314325" y="781050"/>
                </a:moveTo>
                <a:lnTo>
                  <a:pt x="342900" y="781050"/>
                </a:lnTo>
                <a:lnTo>
                  <a:pt x="342900" y="790575"/>
                </a:lnTo>
                <a:lnTo>
                  <a:pt x="323850" y="790575"/>
                </a:lnTo>
                <a:lnTo>
                  <a:pt x="323850" y="800100"/>
                </a:lnTo>
                <a:lnTo>
                  <a:pt x="314325" y="800100"/>
                </a:lnTo>
                <a:close/>
                <a:moveTo>
                  <a:pt x="695325" y="781050"/>
                </a:moveTo>
                <a:lnTo>
                  <a:pt x="714375" y="781050"/>
                </a:lnTo>
                <a:lnTo>
                  <a:pt x="714375" y="790575"/>
                </a:lnTo>
                <a:lnTo>
                  <a:pt x="695325" y="790575"/>
                </a:lnTo>
                <a:close/>
                <a:moveTo>
                  <a:pt x="838200" y="781050"/>
                </a:moveTo>
                <a:lnTo>
                  <a:pt x="847725" y="781050"/>
                </a:lnTo>
                <a:lnTo>
                  <a:pt x="847725" y="790575"/>
                </a:lnTo>
                <a:lnTo>
                  <a:pt x="838200" y="790575"/>
                </a:lnTo>
                <a:close/>
                <a:moveTo>
                  <a:pt x="1028700" y="781050"/>
                </a:moveTo>
                <a:lnTo>
                  <a:pt x="1047750" y="781050"/>
                </a:lnTo>
                <a:lnTo>
                  <a:pt x="1047750" y="790575"/>
                </a:lnTo>
                <a:lnTo>
                  <a:pt x="1057275" y="790575"/>
                </a:lnTo>
                <a:lnTo>
                  <a:pt x="1057275" y="809625"/>
                </a:lnTo>
                <a:lnTo>
                  <a:pt x="1038225" y="809625"/>
                </a:lnTo>
                <a:lnTo>
                  <a:pt x="1038225" y="800100"/>
                </a:lnTo>
                <a:lnTo>
                  <a:pt x="1028700" y="800100"/>
                </a:lnTo>
                <a:close/>
                <a:moveTo>
                  <a:pt x="1095375" y="781050"/>
                </a:moveTo>
                <a:lnTo>
                  <a:pt x="1114425" y="781050"/>
                </a:lnTo>
                <a:lnTo>
                  <a:pt x="1114425" y="800100"/>
                </a:lnTo>
                <a:lnTo>
                  <a:pt x="1104900" y="800100"/>
                </a:lnTo>
                <a:lnTo>
                  <a:pt x="1104900" y="790575"/>
                </a:lnTo>
                <a:lnTo>
                  <a:pt x="1095375" y="790575"/>
                </a:lnTo>
                <a:close/>
                <a:moveTo>
                  <a:pt x="1200150" y="781050"/>
                </a:moveTo>
                <a:lnTo>
                  <a:pt x="1209675" y="781050"/>
                </a:lnTo>
                <a:lnTo>
                  <a:pt x="1209675" y="809625"/>
                </a:lnTo>
                <a:lnTo>
                  <a:pt x="1200150" y="809625"/>
                </a:lnTo>
                <a:close/>
                <a:moveTo>
                  <a:pt x="57150" y="790575"/>
                </a:moveTo>
                <a:lnTo>
                  <a:pt x="66675" y="790575"/>
                </a:lnTo>
                <a:lnTo>
                  <a:pt x="66675" y="800100"/>
                </a:lnTo>
                <a:lnTo>
                  <a:pt x="57150" y="800100"/>
                </a:lnTo>
                <a:close/>
                <a:moveTo>
                  <a:pt x="142875" y="790575"/>
                </a:moveTo>
                <a:lnTo>
                  <a:pt x="161925" y="790575"/>
                </a:lnTo>
                <a:lnTo>
                  <a:pt x="161925" y="800100"/>
                </a:lnTo>
                <a:lnTo>
                  <a:pt x="142875" y="800100"/>
                </a:lnTo>
                <a:close/>
                <a:moveTo>
                  <a:pt x="200025" y="790575"/>
                </a:moveTo>
                <a:lnTo>
                  <a:pt x="228600" y="790575"/>
                </a:lnTo>
                <a:lnTo>
                  <a:pt x="228600" y="800100"/>
                </a:lnTo>
                <a:lnTo>
                  <a:pt x="219075" y="800100"/>
                </a:lnTo>
                <a:lnTo>
                  <a:pt x="219075" y="809625"/>
                </a:lnTo>
                <a:lnTo>
                  <a:pt x="200025" y="809625"/>
                </a:lnTo>
                <a:close/>
                <a:moveTo>
                  <a:pt x="447675" y="790575"/>
                </a:moveTo>
                <a:lnTo>
                  <a:pt x="457200" y="790575"/>
                </a:lnTo>
                <a:lnTo>
                  <a:pt x="457200" y="800100"/>
                </a:lnTo>
                <a:lnTo>
                  <a:pt x="466725" y="800100"/>
                </a:lnTo>
                <a:lnTo>
                  <a:pt x="466725" y="809625"/>
                </a:lnTo>
                <a:lnTo>
                  <a:pt x="447675" y="809625"/>
                </a:lnTo>
                <a:close/>
                <a:moveTo>
                  <a:pt x="742950" y="790575"/>
                </a:moveTo>
                <a:lnTo>
                  <a:pt x="752475" y="790575"/>
                </a:lnTo>
                <a:lnTo>
                  <a:pt x="752475" y="800100"/>
                </a:lnTo>
                <a:lnTo>
                  <a:pt x="742950" y="800100"/>
                </a:lnTo>
                <a:close/>
                <a:moveTo>
                  <a:pt x="971550" y="790575"/>
                </a:moveTo>
                <a:lnTo>
                  <a:pt x="981075" y="790575"/>
                </a:lnTo>
                <a:lnTo>
                  <a:pt x="981075" y="800100"/>
                </a:lnTo>
                <a:lnTo>
                  <a:pt x="971550" y="800100"/>
                </a:lnTo>
                <a:close/>
                <a:moveTo>
                  <a:pt x="371475" y="800100"/>
                </a:moveTo>
                <a:lnTo>
                  <a:pt x="381000" y="800100"/>
                </a:lnTo>
                <a:lnTo>
                  <a:pt x="381000" y="809625"/>
                </a:lnTo>
                <a:lnTo>
                  <a:pt x="371475" y="809625"/>
                </a:lnTo>
                <a:close/>
                <a:moveTo>
                  <a:pt x="409575" y="800100"/>
                </a:moveTo>
                <a:lnTo>
                  <a:pt x="428625" y="800100"/>
                </a:lnTo>
                <a:lnTo>
                  <a:pt x="428625" y="809625"/>
                </a:lnTo>
                <a:lnTo>
                  <a:pt x="409575" y="809625"/>
                </a:lnTo>
                <a:close/>
                <a:moveTo>
                  <a:pt x="714375" y="800100"/>
                </a:moveTo>
                <a:lnTo>
                  <a:pt x="733425" y="800100"/>
                </a:lnTo>
                <a:lnTo>
                  <a:pt x="733425" y="809625"/>
                </a:lnTo>
                <a:lnTo>
                  <a:pt x="714375" y="809625"/>
                </a:lnTo>
                <a:close/>
                <a:moveTo>
                  <a:pt x="962025" y="800100"/>
                </a:moveTo>
                <a:lnTo>
                  <a:pt x="971550" y="800100"/>
                </a:lnTo>
                <a:lnTo>
                  <a:pt x="971550" y="809625"/>
                </a:lnTo>
                <a:lnTo>
                  <a:pt x="962025" y="809625"/>
                </a:lnTo>
                <a:close/>
                <a:moveTo>
                  <a:pt x="1152525" y="800100"/>
                </a:moveTo>
                <a:lnTo>
                  <a:pt x="1171575" y="800100"/>
                </a:lnTo>
                <a:lnTo>
                  <a:pt x="1171575" y="809625"/>
                </a:lnTo>
                <a:lnTo>
                  <a:pt x="1152525" y="809625"/>
                </a:lnTo>
                <a:close/>
              </a:path>
            </a:pathLst>
          </a:custGeom>
          <a:solidFill xmlns:a="http://schemas.openxmlformats.org/drawingml/2006/main">
            <a:srgbClr val="F8F9F4"/>
          </a:solidFill>
          <a:ln xmlns:a="http://schemas.openxmlformats.org/drawingml/2006/main" w="0">
            <a:noFill/>
          </a:ln>
        </p:spPr>
      </p:sp>
      <p:sp>
        <p:nvSpPr>
          <p:cNvPr id="161" name="v12 vector #f8f8f4">
            <a:extLst xmlns:a="http://schemas.openxmlformats.org/drawingml/2006/main">
              <a:ext uri="{FF2B5EF4-FFF2-40B4-BE49-F238E27FC236}">
                <a16:creationId xmlns:a16="http://schemas.microsoft.com/office/drawing/2014/main" id="{D3BA83A5-A148-49C3-AC36-2E16449264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10675" y="3609975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561975" y="0"/>
                </a:moveTo>
                <a:lnTo>
                  <a:pt x="571500" y="0"/>
                </a:lnTo>
                <a:lnTo>
                  <a:pt x="571500" y="9525"/>
                </a:lnTo>
                <a:lnTo>
                  <a:pt x="561975" y="9525"/>
                </a:lnTo>
                <a:close/>
                <a:moveTo>
                  <a:pt x="133350" y="9525"/>
                </a:moveTo>
                <a:lnTo>
                  <a:pt x="142875" y="9525"/>
                </a:lnTo>
                <a:lnTo>
                  <a:pt x="142875" y="19050"/>
                </a:lnTo>
                <a:lnTo>
                  <a:pt x="133350" y="19050"/>
                </a:lnTo>
                <a:close/>
                <a:moveTo>
                  <a:pt x="552450" y="9525"/>
                </a:moveTo>
                <a:lnTo>
                  <a:pt x="561975" y="9525"/>
                </a:lnTo>
                <a:lnTo>
                  <a:pt x="561975" y="19050"/>
                </a:lnTo>
                <a:lnTo>
                  <a:pt x="552450" y="19050"/>
                </a:lnTo>
                <a:close/>
                <a:moveTo>
                  <a:pt x="571500" y="9525"/>
                </a:moveTo>
                <a:lnTo>
                  <a:pt x="581025" y="9525"/>
                </a:lnTo>
                <a:lnTo>
                  <a:pt x="581025" y="19050"/>
                </a:lnTo>
                <a:lnTo>
                  <a:pt x="571500" y="19050"/>
                </a:lnTo>
                <a:close/>
                <a:moveTo>
                  <a:pt x="1152525" y="19050"/>
                </a:moveTo>
                <a:lnTo>
                  <a:pt x="1162050" y="19050"/>
                </a:lnTo>
                <a:lnTo>
                  <a:pt x="1162050" y="28575"/>
                </a:lnTo>
                <a:lnTo>
                  <a:pt x="1152525" y="28575"/>
                </a:lnTo>
                <a:close/>
                <a:moveTo>
                  <a:pt x="1019175" y="28575"/>
                </a:moveTo>
                <a:lnTo>
                  <a:pt x="1028700" y="28575"/>
                </a:lnTo>
                <a:lnTo>
                  <a:pt x="1028700" y="38100"/>
                </a:lnTo>
                <a:lnTo>
                  <a:pt x="1019175" y="38100"/>
                </a:lnTo>
                <a:close/>
                <a:moveTo>
                  <a:pt x="1076325" y="47625"/>
                </a:moveTo>
                <a:lnTo>
                  <a:pt x="1085850" y="47625"/>
                </a:lnTo>
                <a:lnTo>
                  <a:pt x="1085850" y="57150"/>
                </a:lnTo>
                <a:lnTo>
                  <a:pt x="1076325" y="57150"/>
                </a:lnTo>
                <a:close/>
                <a:moveTo>
                  <a:pt x="1038225" y="57150"/>
                </a:moveTo>
                <a:lnTo>
                  <a:pt x="1047750" y="57150"/>
                </a:lnTo>
                <a:lnTo>
                  <a:pt x="1047750" y="66675"/>
                </a:lnTo>
                <a:lnTo>
                  <a:pt x="1038225" y="66675"/>
                </a:lnTo>
                <a:close/>
                <a:moveTo>
                  <a:pt x="1066800" y="66675"/>
                </a:moveTo>
                <a:lnTo>
                  <a:pt x="1076325" y="66675"/>
                </a:lnTo>
                <a:lnTo>
                  <a:pt x="1076325" y="76200"/>
                </a:lnTo>
                <a:lnTo>
                  <a:pt x="1066800" y="76200"/>
                </a:lnTo>
                <a:close/>
                <a:moveTo>
                  <a:pt x="1171575" y="76200"/>
                </a:moveTo>
                <a:lnTo>
                  <a:pt x="1181100" y="76200"/>
                </a:lnTo>
                <a:lnTo>
                  <a:pt x="1181100" y="85725"/>
                </a:lnTo>
                <a:lnTo>
                  <a:pt x="1171575" y="85725"/>
                </a:lnTo>
                <a:close/>
                <a:moveTo>
                  <a:pt x="981075" y="85725"/>
                </a:moveTo>
                <a:lnTo>
                  <a:pt x="990600" y="85725"/>
                </a:lnTo>
                <a:lnTo>
                  <a:pt x="990600" y="95250"/>
                </a:lnTo>
                <a:lnTo>
                  <a:pt x="981075" y="95250"/>
                </a:lnTo>
                <a:close/>
                <a:moveTo>
                  <a:pt x="923925" y="133350"/>
                </a:moveTo>
                <a:lnTo>
                  <a:pt x="933450" y="133350"/>
                </a:lnTo>
                <a:lnTo>
                  <a:pt x="933450" y="142875"/>
                </a:lnTo>
                <a:lnTo>
                  <a:pt x="923925" y="142875"/>
                </a:lnTo>
                <a:close/>
                <a:moveTo>
                  <a:pt x="1047750" y="142875"/>
                </a:moveTo>
                <a:lnTo>
                  <a:pt x="1057275" y="142875"/>
                </a:lnTo>
                <a:lnTo>
                  <a:pt x="1057275" y="152400"/>
                </a:lnTo>
                <a:lnTo>
                  <a:pt x="1047750" y="152400"/>
                </a:lnTo>
                <a:close/>
                <a:moveTo>
                  <a:pt x="228600" y="152400"/>
                </a:moveTo>
                <a:lnTo>
                  <a:pt x="247650" y="152400"/>
                </a:lnTo>
                <a:lnTo>
                  <a:pt x="247650" y="171450"/>
                </a:lnTo>
                <a:lnTo>
                  <a:pt x="228600" y="171450"/>
                </a:lnTo>
                <a:close/>
                <a:moveTo>
                  <a:pt x="819150" y="161925"/>
                </a:moveTo>
                <a:lnTo>
                  <a:pt x="828675" y="161925"/>
                </a:lnTo>
                <a:lnTo>
                  <a:pt x="828675" y="171450"/>
                </a:lnTo>
                <a:lnTo>
                  <a:pt x="819150" y="171450"/>
                </a:lnTo>
                <a:close/>
                <a:moveTo>
                  <a:pt x="1143000" y="161925"/>
                </a:moveTo>
                <a:lnTo>
                  <a:pt x="1152525" y="161925"/>
                </a:lnTo>
                <a:lnTo>
                  <a:pt x="1152525" y="171450"/>
                </a:lnTo>
                <a:lnTo>
                  <a:pt x="1143000" y="171450"/>
                </a:lnTo>
                <a:close/>
                <a:moveTo>
                  <a:pt x="533400" y="171450"/>
                </a:moveTo>
                <a:lnTo>
                  <a:pt x="542925" y="171450"/>
                </a:lnTo>
                <a:lnTo>
                  <a:pt x="542925" y="190500"/>
                </a:lnTo>
                <a:lnTo>
                  <a:pt x="533400" y="190500"/>
                </a:lnTo>
                <a:close/>
                <a:moveTo>
                  <a:pt x="990600" y="171450"/>
                </a:moveTo>
                <a:lnTo>
                  <a:pt x="1000125" y="171450"/>
                </a:lnTo>
                <a:lnTo>
                  <a:pt x="1000125" y="180975"/>
                </a:lnTo>
                <a:lnTo>
                  <a:pt x="990600" y="180975"/>
                </a:lnTo>
                <a:close/>
                <a:moveTo>
                  <a:pt x="1066800" y="171450"/>
                </a:moveTo>
                <a:lnTo>
                  <a:pt x="1085850" y="171450"/>
                </a:lnTo>
                <a:lnTo>
                  <a:pt x="1085850" y="180975"/>
                </a:lnTo>
                <a:lnTo>
                  <a:pt x="1076325" y="180975"/>
                </a:lnTo>
                <a:lnTo>
                  <a:pt x="1076325" y="190500"/>
                </a:lnTo>
                <a:lnTo>
                  <a:pt x="1066800" y="190500"/>
                </a:lnTo>
                <a:close/>
                <a:moveTo>
                  <a:pt x="276225" y="180975"/>
                </a:moveTo>
                <a:lnTo>
                  <a:pt x="285750" y="180975"/>
                </a:lnTo>
                <a:lnTo>
                  <a:pt x="285750" y="200025"/>
                </a:lnTo>
                <a:lnTo>
                  <a:pt x="276225" y="200025"/>
                </a:lnTo>
                <a:close/>
                <a:moveTo>
                  <a:pt x="819150" y="180975"/>
                </a:moveTo>
                <a:lnTo>
                  <a:pt x="828675" y="180975"/>
                </a:lnTo>
                <a:lnTo>
                  <a:pt x="828675" y="219075"/>
                </a:lnTo>
                <a:lnTo>
                  <a:pt x="819150" y="219075"/>
                </a:lnTo>
                <a:lnTo>
                  <a:pt x="819150" y="238125"/>
                </a:lnTo>
                <a:lnTo>
                  <a:pt x="809625" y="238125"/>
                </a:lnTo>
                <a:lnTo>
                  <a:pt x="809625" y="200025"/>
                </a:lnTo>
                <a:lnTo>
                  <a:pt x="819150" y="200025"/>
                </a:lnTo>
                <a:close/>
                <a:moveTo>
                  <a:pt x="1133475" y="180975"/>
                </a:moveTo>
                <a:lnTo>
                  <a:pt x="1143000" y="180975"/>
                </a:lnTo>
                <a:lnTo>
                  <a:pt x="1143000" y="190500"/>
                </a:lnTo>
                <a:lnTo>
                  <a:pt x="1133475" y="190500"/>
                </a:lnTo>
                <a:close/>
                <a:moveTo>
                  <a:pt x="1190625" y="190500"/>
                </a:moveTo>
                <a:lnTo>
                  <a:pt x="1200150" y="190500"/>
                </a:lnTo>
                <a:lnTo>
                  <a:pt x="1200150" y="200025"/>
                </a:lnTo>
                <a:lnTo>
                  <a:pt x="1190625" y="200025"/>
                </a:lnTo>
                <a:close/>
                <a:moveTo>
                  <a:pt x="1133475" y="200025"/>
                </a:moveTo>
                <a:lnTo>
                  <a:pt x="1143000" y="200025"/>
                </a:lnTo>
                <a:lnTo>
                  <a:pt x="1143000" y="209550"/>
                </a:lnTo>
                <a:lnTo>
                  <a:pt x="1133475" y="209550"/>
                </a:lnTo>
                <a:close/>
                <a:moveTo>
                  <a:pt x="971550" y="209550"/>
                </a:moveTo>
                <a:lnTo>
                  <a:pt x="981075" y="209550"/>
                </a:lnTo>
                <a:lnTo>
                  <a:pt x="981075" y="219075"/>
                </a:lnTo>
                <a:lnTo>
                  <a:pt x="971550" y="219075"/>
                </a:lnTo>
                <a:close/>
                <a:moveTo>
                  <a:pt x="38100" y="228600"/>
                </a:moveTo>
                <a:lnTo>
                  <a:pt x="47625" y="228600"/>
                </a:lnTo>
                <a:lnTo>
                  <a:pt x="47625" y="247650"/>
                </a:lnTo>
                <a:lnTo>
                  <a:pt x="38100" y="247650"/>
                </a:lnTo>
                <a:close/>
                <a:moveTo>
                  <a:pt x="542925" y="228600"/>
                </a:moveTo>
                <a:lnTo>
                  <a:pt x="552450" y="228600"/>
                </a:lnTo>
                <a:lnTo>
                  <a:pt x="552450" y="247650"/>
                </a:lnTo>
                <a:lnTo>
                  <a:pt x="542925" y="247650"/>
                </a:lnTo>
                <a:close/>
                <a:moveTo>
                  <a:pt x="361950" y="247650"/>
                </a:moveTo>
                <a:lnTo>
                  <a:pt x="371475" y="247650"/>
                </a:lnTo>
                <a:lnTo>
                  <a:pt x="371475" y="257175"/>
                </a:lnTo>
                <a:lnTo>
                  <a:pt x="361950" y="257175"/>
                </a:lnTo>
                <a:close/>
                <a:moveTo>
                  <a:pt x="704850" y="247650"/>
                </a:moveTo>
                <a:lnTo>
                  <a:pt x="723900" y="247650"/>
                </a:lnTo>
                <a:lnTo>
                  <a:pt x="723900" y="257175"/>
                </a:lnTo>
                <a:lnTo>
                  <a:pt x="704850" y="257175"/>
                </a:lnTo>
                <a:close/>
                <a:moveTo>
                  <a:pt x="733425" y="247650"/>
                </a:moveTo>
                <a:lnTo>
                  <a:pt x="742950" y="247650"/>
                </a:lnTo>
                <a:lnTo>
                  <a:pt x="742950" y="257175"/>
                </a:lnTo>
                <a:lnTo>
                  <a:pt x="733425" y="257175"/>
                </a:lnTo>
                <a:close/>
                <a:moveTo>
                  <a:pt x="352425" y="257175"/>
                </a:moveTo>
                <a:lnTo>
                  <a:pt x="361950" y="257175"/>
                </a:lnTo>
                <a:lnTo>
                  <a:pt x="361950" y="276225"/>
                </a:lnTo>
                <a:lnTo>
                  <a:pt x="352425" y="276225"/>
                </a:lnTo>
                <a:close/>
                <a:moveTo>
                  <a:pt x="904875" y="257175"/>
                </a:moveTo>
                <a:lnTo>
                  <a:pt x="914400" y="257175"/>
                </a:lnTo>
                <a:lnTo>
                  <a:pt x="914400" y="266700"/>
                </a:lnTo>
                <a:lnTo>
                  <a:pt x="904875" y="266700"/>
                </a:lnTo>
                <a:close/>
                <a:moveTo>
                  <a:pt x="876300" y="266700"/>
                </a:moveTo>
                <a:lnTo>
                  <a:pt x="885825" y="266700"/>
                </a:lnTo>
                <a:lnTo>
                  <a:pt x="885825" y="276225"/>
                </a:lnTo>
                <a:lnTo>
                  <a:pt x="876300" y="276225"/>
                </a:lnTo>
                <a:close/>
                <a:moveTo>
                  <a:pt x="895350" y="266700"/>
                </a:moveTo>
                <a:lnTo>
                  <a:pt x="904875" y="266700"/>
                </a:lnTo>
                <a:lnTo>
                  <a:pt x="904875" y="276225"/>
                </a:lnTo>
                <a:lnTo>
                  <a:pt x="895350" y="276225"/>
                </a:lnTo>
                <a:close/>
                <a:moveTo>
                  <a:pt x="1181100" y="266700"/>
                </a:moveTo>
                <a:lnTo>
                  <a:pt x="1190625" y="266700"/>
                </a:lnTo>
                <a:lnTo>
                  <a:pt x="1190625" y="276225"/>
                </a:lnTo>
                <a:lnTo>
                  <a:pt x="1181100" y="276225"/>
                </a:lnTo>
                <a:close/>
                <a:moveTo>
                  <a:pt x="552450" y="276225"/>
                </a:moveTo>
                <a:lnTo>
                  <a:pt x="561975" y="276225"/>
                </a:lnTo>
                <a:lnTo>
                  <a:pt x="561975" y="285750"/>
                </a:lnTo>
                <a:lnTo>
                  <a:pt x="552450" y="285750"/>
                </a:lnTo>
                <a:close/>
                <a:moveTo>
                  <a:pt x="962025" y="276225"/>
                </a:moveTo>
                <a:lnTo>
                  <a:pt x="971550" y="276225"/>
                </a:lnTo>
                <a:lnTo>
                  <a:pt x="971550" y="285750"/>
                </a:lnTo>
                <a:lnTo>
                  <a:pt x="962025" y="285750"/>
                </a:lnTo>
                <a:close/>
                <a:moveTo>
                  <a:pt x="1171575" y="276225"/>
                </a:moveTo>
                <a:lnTo>
                  <a:pt x="1181100" y="276225"/>
                </a:lnTo>
                <a:lnTo>
                  <a:pt x="1181100" y="285750"/>
                </a:lnTo>
                <a:lnTo>
                  <a:pt x="1171575" y="285750"/>
                </a:lnTo>
                <a:close/>
                <a:moveTo>
                  <a:pt x="628650" y="285750"/>
                </a:moveTo>
                <a:lnTo>
                  <a:pt x="647700" y="285750"/>
                </a:lnTo>
                <a:lnTo>
                  <a:pt x="647700" y="295275"/>
                </a:lnTo>
                <a:lnTo>
                  <a:pt x="657225" y="295275"/>
                </a:lnTo>
                <a:lnTo>
                  <a:pt x="657225" y="304800"/>
                </a:lnTo>
                <a:lnTo>
                  <a:pt x="638175" y="304800"/>
                </a:lnTo>
                <a:lnTo>
                  <a:pt x="638175" y="314325"/>
                </a:lnTo>
                <a:lnTo>
                  <a:pt x="619125" y="314325"/>
                </a:lnTo>
                <a:lnTo>
                  <a:pt x="619125" y="304800"/>
                </a:lnTo>
                <a:lnTo>
                  <a:pt x="609600" y="304800"/>
                </a:lnTo>
                <a:lnTo>
                  <a:pt x="609600" y="295275"/>
                </a:lnTo>
                <a:lnTo>
                  <a:pt x="628650" y="295275"/>
                </a:lnTo>
                <a:close/>
                <a:moveTo>
                  <a:pt x="914400" y="285750"/>
                </a:moveTo>
                <a:lnTo>
                  <a:pt x="933450" y="285750"/>
                </a:lnTo>
                <a:lnTo>
                  <a:pt x="933450" y="295275"/>
                </a:lnTo>
                <a:lnTo>
                  <a:pt x="914400" y="295275"/>
                </a:lnTo>
                <a:close/>
                <a:moveTo>
                  <a:pt x="971550" y="285750"/>
                </a:moveTo>
                <a:lnTo>
                  <a:pt x="981075" y="285750"/>
                </a:lnTo>
                <a:lnTo>
                  <a:pt x="981075" y="295275"/>
                </a:lnTo>
                <a:lnTo>
                  <a:pt x="971550" y="295275"/>
                </a:lnTo>
                <a:close/>
                <a:moveTo>
                  <a:pt x="85725" y="295275"/>
                </a:moveTo>
                <a:lnTo>
                  <a:pt x="95250" y="295275"/>
                </a:lnTo>
                <a:lnTo>
                  <a:pt x="95250" y="304800"/>
                </a:lnTo>
                <a:lnTo>
                  <a:pt x="85725" y="304800"/>
                </a:lnTo>
                <a:close/>
                <a:moveTo>
                  <a:pt x="76200" y="304800"/>
                </a:moveTo>
                <a:lnTo>
                  <a:pt x="85725" y="304800"/>
                </a:lnTo>
                <a:lnTo>
                  <a:pt x="85725" y="314325"/>
                </a:lnTo>
                <a:lnTo>
                  <a:pt x="76200" y="314325"/>
                </a:lnTo>
                <a:close/>
                <a:moveTo>
                  <a:pt x="409575" y="304800"/>
                </a:moveTo>
                <a:lnTo>
                  <a:pt x="419100" y="304800"/>
                </a:lnTo>
                <a:lnTo>
                  <a:pt x="419100" y="314325"/>
                </a:lnTo>
                <a:lnTo>
                  <a:pt x="409575" y="314325"/>
                </a:lnTo>
                <a:close/>
                <a:moveTo>
                  <a:pt x="428625" y="314325"/>
                </a:moveTo>
                <a:lnTo>
                  <a:pt x="438150" y="314325"/>
                </a:lnTo>
                <a:lnTo>
                  <a:pt x="438150" y="333375"/>
                </a:lnTo>
                <a:lnTo>
                  <a:pt x="419100" y="333375"/>
                </a:lnTo>
                <a:lnTo>
                  <a:pt x="419100" y="342900"/>
                </a:lnTo>
                <a:lnTo>
                  <a:pt x="400050" y="342900"/>
                </a:lnTo>
                <a:lnTo>
                  <a:pt x="400050" y="333375"/>
                </a:lnTo>
                <a:lnTo>
                  <a:pt x="390525" y="333375"/>
                </a:lnTo>
                <a:lnTo>
                  <a:pt x="390525" y="323850"/>
                </a:lnTo>
                <a:lnTo>
                  <a:pt x="428625" y="323850"/>
                </a:lnTo>
                <a:close/>
                <a:moveTo>
                  <a:pt x="1181100" y="314325"/>
                </a:moveTo>
                <a:lnTo>
                  <a:pt x="1190625" y="314325"/>
                </a:lnTo>
                <a:lnTo>
                  <a:pt x="1190625" y="323850"/>
                </a:lnTo>
                <a:lnTo>
                  <a:pt x="1200150" y="323850"/>
                </a:lnTo>
                <a:lnTo>
                  <a:pt x="1200150" y="352425"/>
                </a:lnTo>
                <a:lnTo>
                  <a:pt x="1190625" y="352425"/>
                </a:lnTo>
                <a:lnTo>
                  <a:pt x="1190625" y="361950"/>
                </a:lnTo>
                <a:lnTo>
                  <a:pt x="1181100" y="361950"/>
                </a:lnTo>
                <a:lnTo>
                  <a:pt x="1181100" y="371475"/>
                </a:lnTo>
                <a:lnTo>
                  <a:pt x="1171575" y="371475"/>
                </a:lnTo>
                <a:lnTo>
                  <a:pt x="1171575" y="342900"/>
                </a:lnTo>
                <a:lnTo>
                  <a:pt x="1190625" y="342900"/>
                </a:lnTo>
                <a:lnTo>
                  <a:pt x="1190625" y="333375"/>
                </a:lnTo>
                <a:lnTo>
                  <a:pt x="1181100" y="333375"/>
                </a:lnTo>
                <a:close/>
                <a:moveTo>
                  <a:pt x="361950" y="323850"/>
                </a:moveTo>
                <a:lnTo>
                  <a:pt x="371475" y="323850"/>
                </a:lnTo>
                <a:lnTo>
                  <a:pt x="371475" y="333375"/>
                </a:lnTo>
                <a:lnTo>
                  <a:pt x="361950" y="333375"/>
                </a:lnTo>
                <a:close/>
                <a:moveTo>
                  <a:pt x="609600" y="323850"/>
                </a:moveTo>
                <a:lnTo>
                  <a:pt x="628650" y="323850"/>
                </a:lnTo>
                <a:lnTo>
                  <a:pt x="628650" y="333375"/>
                </a:lnTo>
                <a:lnTo>
                  <a:pt x="619125" y="333375"/>
                </a:lnTo>
                <a:lnTo>
                  <a:pt x="619125" y="342900"/>
                </a:lnTo>
                <a:lnTo>
                  <a:pt x="628650" y="342900"/>
                </a:lnTo>
                <a:lnTo>
                  <a:pt x="628650" y="352425"/>
                </a:lnTo>
                <a:lnTo>
                  <a:pt x="609600" y="352425"/>
                </a:lnTo>
                <a:lnTo>
                  <a:pt x="609600" y="342900"/>
                </a:lnTo>
                <a:lnTo>
                  <a:pt x="600075" y="342900"/>
                </a:lnTo>
                <a:lnTo>
                  <a:pt x="600075" y="333375"/>
                </a:lnTo>
                <a:lnTo>
                  <a:pt x="609600" y="333375"/>
                </a:lnTo>
                <a:close/>
                <a:moveTo>
                  <a:pt x="1038225" y="323850"/>
                </a:moveTo>
                <a:lnTo>
                  <a:pt x="1057275" y="323850"/>
                </a:lnTo>
                <a:lnTo>
                  <a:pt x="1057275" y="333375"/>
                </a:lnTo>
                <a:lnTo>
                  <a:pt x="1038225" y="333375"/>
                </a:lnTo>
                <a:close/>
                <a:moveTo>
                  <a:pt x="638175" y="342900"/>
                </a:moveTo>
                <a:lnTo>
                  <a:pt x="647700" y="342900"/>
                </a:lnTo>
                <a:lnTo>
                  <a:pt x="647700" y="352425"/>
                </a:lnTo>
                <a:lnTo>
                  <a:pt x="638175" y="352425"/>
                </a:lnTo>
                <a:close/>
                <a:moveTo>
                  <a:pt x="133350" y="352425"/>
                </a:moveTo>
                <a:lnTo>
                  <a:pt x="142875" y="352425"/>
                </a:lnTo>
                <a:lnTo>
                  <a:pt x="142875" y="381000"/>
                </a:lnTo>
                <a:lnTo>
                  <a:pt x="133350" y="381000"/>
                </a:lnTo>
                <a:close/>
                <a:moveTo>
                  <a:pt x="190500" y="352425"/>
                </a:moveTo>
                <a:lnTo>
                  <a:pt x="200025" y="352425"/>
                </a:lnTo>
                <a:lnTo>
                  <a:pt x="200025" y="361950"/>
                </a:lnTo>
                <a:lnTo>
                  <a:pt x="190500" y="361950"/>
                </a:lnTo>
                <a:close/>
                <a:moveTo>
                  <a:pt x="209550" y="352425"/>
                </a:moveTo>
                <a:lnTo>
                  <a:pt x="219075" y="352425"/>
                </a:lnTo>
                <a:lnTo>
                  <a:pt x="219075" y="371475"/>
                </a:lnTo>
                <a:lnTo>
                  <a:pt x="209550" y="371475"/>
                </a:lnTo>
                <a:close/>
                <a:moveTo>
                  <a:pt x="962025" y="352425"/>
                </a:moveTo>
                <a:lnTo>
                  <a:pt x="971550" y="352425"/>
                </a:lnTo>
                <a:lnTo>
                  <a:pt x="971550" y="361950"/>
                </a:lnTo>
                <a:lnTo>
                  <a:pt x="962025" y="361950"/>
                </a:lnTo>
                <a:close/>
                <a:moveTo>
                  <a:pt x="295275" y="361950"/>
                </a:moveTo>
                <a:lnTo>
                  <a:pt x="314325" y="361950"/>
                </a:lnTo>
                <a:lnTo>
                  <a:pt x="314325" y="371475"/>
                </a:lnTo>
                <a:lnTo>
                  <a:pt x="295275" y="371475"/>
                </a:lnTo>
                <a:close/>
                <a:moveTo>
                  <a:pt x="342900" y="361950"/>
                </a:moveTo>
                <a:lnTo>
                  <a:pt x="352425" y="361950"/>
                </a:lnTo>
                <a:lnTo>
                  <a:pt x="352425" y="371475"/>
                </a:lnTo>
                <a:lnTo>
                  <a:pt x="342900" y="371475"/>
                </a:lnTo>
                <a:close/>
                <a:moveTo>
                  <a:pt x="285750" y="371475"/>
                </a:moveTo>
                <a:lnTo>
                  <a:pt x="295275" y="371475"/>
                </a:lnTo>
                <a:lnTo>
                  <a:pt x="295275" y="381000"/>
                </a:lnTo>
                <a:lnTo>
                  <a:pt x="285750" y="381000"/>
                </a:lnTo>
                <a:close/>
                <a:moveTo>
                  <a:pt x="485775" y="381000"/>
                </a:moveTo>
                <a:lnTo>
                  <a:pt x="495300" y="381000"/>
                </a:lnTo>
                <a:lnTo>
                  <a:pt x="495300" y="390525"/>
                </a:lnTo>
                <a:lnTo>
                  <a:pt x="485775" y="390525"/>
                </a:lnTo>
                <a:close/>
                <a:moveTo>
                  <a:pt x="180975" y="390525"/>
                </a:moveTo>
                <a:lnTo>
                  <a:pt x="190500" y="390525"/>
                </a:lnTo>
                <a:lnTo>
                  <a:pt x="190500" y="409575"/>
                </a:lnTo>
                <a:lnTo>
                  <a:pt x="180975" y="409575"/>
                </a:lnTo>
                <a:close/>
                <a:moveTo>
                  <a:pt x="495300" y="390525"/>
                </a:moveTo>
                <a:lnTo>
                  <a:pt x="514350" y="390525"/>
                </a:lnTo>
                <a:lnTo>
                  <a:pt x="514350" y="400050"/>
                </a:lnTo>
                <a:lnTo>
                  <a:pt x="523875" y="400050"/>
                </a:lnTo>
                <a:lnTo>
                  <a:pt x="523875" y="409575"/>
                </a:lnTo>
                <a:lnTo>
                  <a:pt x="533400" y="409575"/>
                </a:lnTo>
                <a:lnTo>
                  <a:pt x="533400" y="419100"/>
                </a:lnTo>
                <a:lnTo>
                  <a:pt x="523875" y="419100"/>
                </a:lnTo>
                <a:lnTo>
                  <a:pt x="523875" y="428625"/>
                </a:lnTo>
                <a:lnTo>
                  <a:pt x="495300" y="428625"/>
                </a:lnTo>
                <a:lnTo>
                  <a:pt x="495300" y="419100"/>
                </a:lnTo>
                <a:lnTo>
                  <a:pt x="485775" y="419100"/>
                </a:lnTo>
                <a:lnTo>
                  <a:pt x="485775" y="409575"/>
                </a:lnTo>
                <a:lnTo>
                  <a:pt x="495300" y="409575"/>
                </a:lnTo>
                <a:close/>
                <a:moveTo>
                  <a:pt x="228600" y="400050"/>
                </a:moveTo>
                <a:lnTo>
                  <a:pt x="257175" y="400050"/>
                </a:lnTo>
                <a:lnTo>
                  <a:pt x="257175" y="419100"/>
                </a:lnTo>
                <a:lnTo>
                  <a:pt x="247650" y="419100"/>
                </a:lnTo>
                <a:lnTo>
                  <a:pt x="247650" y="447675"/>
                </a:lnTo>
                <a:lnTo>
                  <a:pt x="238125" y="447675"/>
                </a:lnTo>
                <a:lnTo>
                  <a:pt x="238125" y="457200"/>
                </a:lnTo>
                <a:lnTo>
                  <a:pt x="219075" y="457200"/>
                </a:lnTo>
                <a:lnTo>
                  <a:pt x="219075" y="438150"/>
                </a:lnTo>
                <a:lnTo>
                  <a:pt x="200025" y="438150"/>
                </a:lnTo>
                <a:lnTo>
                  <a:pt x="200025" y="428625"/>
                </a:lnTo>
                <a:lnTo>
                  <a:pt x="209550" y="428625"/>
                </a:lnTo>
                <a:lnTo>
                  <a:pt x="209550" y="419100"/>
                </a:lnTo>
                <a:lnTo>
                  <a:pt x="219075" y="419100"/>
                </a:lnTo>
                <a:lnTo>
                  <a:pt x="219075" y="409575"/>
                </a:lnTo>
                <a:lnTo>
                  <a:pt x="228600" y="409575"/>
                </a:lnTo>
                <a:close/>
                <a:moveTo>
                  <a:pt x="1095375" y="409575"/>
                </a:moveTo>
                <a:lnTo>
                  <a:pt x="1104900" y="409575"/>
                </a:lnTo>
                <a:lnTo>
                  <a:pt x="1104900" y="419100"/>
                </a:lnTo>
                <a:lnTo>
                  <a:pt x="1095375" y="419100"/>
                </a:lnTo>
                <a:close/>
                <a:moveTo>
                  <a:pt x="76200" y="419100"/>
                </a:moveTo>
                <a:lnTo>
                  <a:pt x="85725" y="419100"/>
                </a:lnTo>
                <a:lnTo>
                  <a:pt x="85725" y="428625"/>
                </a:lnTo>
                <a:lnTo>
                  <a:pt x="76200" y="428625"/>
                </a:lnTo>
                <a:close/>
                <a:moveTo>
                  <a:pt x="952500" y="419100"/>
                </a:moveTo>
                <a:lnTo>
                  <a:pt x="971550" y="419100"/>
                </a:lnTo>
                <a:lnTo>
                  <a:pt x="971550" y="428625"/>
                </a:lnTo>
                <a:lnTo>
                  <a:pt x="952500" y="428625"/>
                </a:lnTo>
                <a:close/>
                <a:moveTo>
                  <a:pt x="1085850" y="419100"/>
                </a:moveTo>
                <a:lnTo>
                  <a:pt x="1095375" y="419100"/>
                </a:lnTo>
                <a:lnTo>
                  <a:pt x="1095375" y="428625"/>
                </a:lnTo>
                <a:lnTo>
                  <a:pt x="1085850" y="428625"/>
                </a:lnTo>
                <a:close/>
                <a:moveTo>
                  <a:pt x="0" y="428625"/>
                </a:moveTo>
                <a:lnTo>
                  <a:pt x="19050" y="428625"/>
                </a:lnTo>
                <a:lnTo>
                  <a:pt x="19050" y="457200"/>
                </a:lnTo>
                <a:lnTo>
                  <a:pt x="9525" y="457200"/>
                </a:lnTo>
                <a:lnTo>
                  <a:pt x="9525" y="447675"/>
                </a:lnTo>
                <a:lnTo>
                  <a:pt x="0" y="447675"/>
                </a:lnTo>
                <a:close/>
                <a:moveTo>
                  <a:pt x="1123950" y="438150"/>
                </a:moveTo>
                <a:lnTo>
                  <a:pt x="1133475" y="438150"/>
                </a:lnTo>
                <a:lnTo>
                  <a:pt x="1133475" y="447675"/>
                </a:lnTo>
                <a:lnTo>
                  <a:pt x="1123950" y="447675"/>
                </a:lnTo>
                <a:close/>
                <a:moveTo>
                  <a:pt x="200025" y="447675"/>
                </a:moveTo>
                <a:lnTo>
                  <a:pt x="209550" y="447675"/>
                </a:lnTo>
                <a:lnTo>
                  <a:pt x="209550" y="457200"/>
                </a:lnTo>
                <a:lnTo>
                  <a:pt x="200025" y="457200"/>
                </a:lnTo>
                <a:close/>
                <a:moveTo>
                  <a:pt x="247650" y="447675"/>
                </a:moveTo>
                <a:lnTo>
                  <a:pt x="257175" y="447675"/>
                </a:lnTo>
                <a:lnTo>
                  <a:pt x="257175" y="457200"/>
                </a:lnTo>
                <a:lnTo>
                  <a:pt x="247650" y="457200"/>
                </a:lnTo>
                <a:close/>
                <a:moveTo>
                  <a:pt x="152400" y="457200"/>
                </a:moveTo>
                <a:lnTo>
                  <a:pt x="161925" y="457200"/>
                </a:lnTo>
                <a:lnTo>
                  <a:pt x="161925" y="466725"/>
                </a:lnTo>
                <a:lnTo>
                  <a:pt x="152400" y="466725"/>
                </a:lnTo>
                <a:close/>
                <a:moveTo>
                  <a:pt x="1200150" y="466725"/>
                </a:moveTo>
                <a:lnTo>
                  <a:pt x="1209675" y="466725"/>
                </a:lnTo>
                <a:lnTo>
                  <a:pt x="1209675" y="476250"/>
                </a:lnTo>
                <a:lnTo>
                  <a:pt x="1200150" y="476250"/>
                </a:lnTo>
                <a:close/>
                <a:moveTo>
                  <a:pt x="981075" y="609600"/>
                </a:moveTo>
                <a:lnTo>
                  <a:pt x="990600" y="609600"/>
                </a:lnTo>
                <a:lnTo>
                  <a:pt x="990600" y="619125"/>
                </a:lnTo>
                <a:lnTo>
                  <a:pt x="981075" y="619125"/>
                </a:lnTo>
                <a:close/>
                <a:moveTo>
                  <a:pt x="1162050" y="609600"/>
                </a:moveTo>
                <a:lnTo>
                  <a:pt x="1181100" y="609600"/>
                </a:lnTo>
                <a:lnTo>
                  <a:pt x="1181100" y="619125"/>
                </a:lnTo>
                <a:lnTo>
                  <a:pt x="1162050" y="619125"/>
                </a:lnTo>
                <a:close/>
                <a:moveTo>
                  <a:pt x="981075" y="628650"/>
                </a:moveTo>
                <a:lnTo>
                  <a:pt x="990600" y="628650"/>
                </a:lnTo>
                <a:lnTo>
                  <a:pt x="990600" y="638175"/>
                </a:lnTo>
                <a:lnTo>
                  <a:pt x="981075" y="638175"/>
                </a:lnTo>
                <a:close/>
                <a:moveTo>
                  <a:pt x="1133475" y="647700"/>
                </a:moveTo>
                <a:lnTo>
                  <a:pt x="1152525" y="647700"/>
                </a:lnTo>
                <a:lnTo>
                  <a:pt x="1152525" y="657225"/>
                </a:lnTo>
                <a:lnTo>
                  <a:pt x="1143000" y="657225"/>
                </a:lnTo>
                <a:lnTo>
                  <a:pt x="1143000" y="685800"/>
                </a:lnTo>
                <a:lnTo>
                  <a:pt x="1123950" y="685800"/>
                </a:lnTo>
                <a:lnTo>
                  <a:pt x="1123950" y="657225"/>
                </a:lnTo>
                <a:lnTo>
                  <a:pt x="1133475" y="657225"/>
                </a:lnTo>
                <a:close/>
                <a:moveTo>
                  <a:pt x="409575" y="657225"/>
                </a:moveTo>
                <a:lnTo>
                  <a:pt x="419100" y="657225"/>
                </a:lnTo>
                <a:lnTo>
                  <a:pt x="419100" y="666750"/>
                </a:lnTo>
                <a:lnTo>
                  <a:pt x="409575" y="666750"/>
                </a:lnTo>
                <a:close/>
                <a:moveTo>
                  <a:pt x="457200" y="657225"/>
                </a:moveTo>
                <a:lnTo>
                  <a:pt x="476250" y="657225"/>
                </a:lnTo>
                <a:lnTo>
                  <a:pt x="476250" y="666750"/>
                </a:lnTo>
                <a:lnTo>
                  <a:pt x="457200" y="666750"/>
                </a:lnTo>
                <a:close/>
                <a:moveTo>
                  <a:pt x="1076325" y="666750"/>
                </a:moveTo>
                <a:lnTo>
                  <a:pt x="1085850" y="666750"/>
                </a:lnTo>
                <a:lnTo>
                  <a:pt x="1085850" y="676275"/>
                </a:lnTo>
                <a:lnTo>
                  <a:pt x="1076325" y="676275"/>
                </a:lnTo>
                <a:close/>
                <a:moveTo>
                  <a:pt x="400050" y="685800"/>
                </a:moveTo>
                <a:lnTo>
                  <a:pt x="409575" y="685800"/>
                </a:lnTo>
                <a:lnTo>
                  <a:pt x="409575" y="695325"/>
                </a:lnTo>
                <a:lnTo>
                  <a:pt x="400050" y="695325"/>
                </a:lnTo>
                <a:close/>
                <a:moveTo>
                  <a:pt x="514350" y="685800"/>
                </a:moveTo>
                <a:lnTo>
                  <a:pt x="533400" y="685800"/>
                </a:lnTo>
                <a:lnTo>
                  <a:pt x="533400" y="714375"/>
                </a:lnTo>
                <a:lnTo>
                  <a:pt x="523875" y="714375"/>
                </a:lnTo>
                <a:lnTo>
                  <a:pt x="523875" y="723900"/>
                </a:lnTo>
                <a:lnTo>
                  <a:pt x="514350" y="723900"/>
                </a:lnTo>
                <a:lnTo>
                  <a:pt x="514350" y="714375"/>
                </a:lnTo>
                <a:lnTo>
                  <a:pt x="504825" y="714375"/>
                </a:lnTo>
                <a:lnTo>
                  <a:pt x="504825" y="695325"/>
                </a:lnTo>
                <a:lnTo>
                  <a:pt x="514350" y="695325"/>
                </a:lnTo>
                <a:close/>
                <a:moveTo>
                  <a:pt x="1066800" y="685800"/>
                </a:moveTo>
                <a:lnTo>
                  <a:pt x="1076325" y="685800"/>
                </a:lnTo>
                <a:lnTo>
                  <a:pt x="1076325" y="695325"/>
                </a:lnTo>
                <a:lnTo>
                  <a:pt x="1085850" y="695325"/>
                </a:lnTo>
                <a:lnTo>
                  <a:pt x="1085850" y="704850"/>
                </a:lnTo>
                <a:lnTo>
                  <a:pt x="1066800" y="704850"/>
                </a:lnTo>
                <a:close/>
                <a:moveTo>
                  <a:pt x="361950" y="695325"/>
                </a:moveTo>
                <a:lnTo>
                  <a:pt x="371475" y="695325"/>
                </a:lnTo>
                <a:lnTo>
                  <a:pt x="371475" y="704850"/>
                </a:lnTo>
                <a:lnTo>
                  <a:pt x="361950" y="704850"/>
                </a:lnTo>
                <a:close/>
                <a:moveTo>
                  <a:pt x="409575" y="695325"/>
                </a:moveTo>
                <a:lnTo>
                  <a:pt x="419100" y="695325"/>
                </a:lnTo>
                <a:lnTo>
                  <a:pt x="419100" y="714375"/>
                </a:lnTo>
                <a:lnTo>
                  <a:pt x="390525" y="714375"/>
                </a:lnTo>
                <a:lnTo>
                  <a:pt x="390525" y="704850"/>
                </a:lnTo>
                <a:lnTo>
                  <a:pt x="409575" y="704850"/>
                </a:lnTo>
                <a:close/>
                <a:moveTo>
                  <a:pt x="371475" y="704850"/>
                </a:moveTo>
                <a:lnTo>
                  <a:pt x="381000" y="704850"/>
                </a:lnTo>
                <a:lnTo>
                  <a:pt x="381000" y="714375"/>
                </a:lnTo>
                <a:lnTo>
                  <a:pt x="371475" y="714375"/>
                </a:lnTo>
                <a:close/>
                <a:moveTo>
                  <a:pt x="28575" y="714375"/>
                </a:moveTo>
                <a:lnTo>
                  <a:pt x="38100" y="714375"/>
                </a:lnTo>
                <a:lnTo>
                  <a:pt x="38100" y="723900"/>
                </a:lnTo>
                <a:lnTo>
                  <a:pt x="28575" y="723900"/>
                </a:lnTo>
                <a:close/>
                <a:moveTo>
                  <a:pt x="19050" y="723900"/>
                </a:moveTo>
                <a:lnTo>
                  <a:pt x="28575" y="723900"/>
                </a:lnTo>
                <a:lnTo>
                  <a:pt x="28575" y="733425"/>
                </a:lnTo>
                <a:lnTo>
                  <a:pt x="19050" y="733425"/>
                </a:lnTo>
                <a:close/>
                <a:moveTo>
                  <a:pt x="466725" y="723900"/>
                </a:moveTo>
                <a:lnTo>
                  <a:pt x="476250" y="723900"/>
                </a:lnTo>
                <a:lnTo>
                  <a:pt x="476250" y="733425"/>
                </a:lnTo>
                <a:lnTo>
                  <a:pt x="466725" y="733425"/>
                </a:lnTo>
                <a:close/>
                <a:moveTo>
                  <a:pt x="285750" y="733425"/>
                </a:moveTo>
                <a:lnTo>
                  <a:pt x="314325" y="733425"/>
                </a:lnTo>
                <a:lnTo>
                  <a:pt x="314325" y="752475"/>
                </a:lnTo>
                <a:lnTo>
                  <a:pt x="304800" y="752475"/>
                </a:lnTo>
                <a:lnTo>
                  <a:pt x="304800" y="762000"/>
                </a:lnTo>
                <a:lnTo>
                  <a:pt x="295275" y="762000"/>
                </a:lnTo>
                <a:lnTo>
                  <a:pt x="295275" y="742950"/>
                </a:lnTo>
                <a:lnTo>
                  <a:pt x="285750" y="742950"/>
                </a:lnTo>
                <a:close/>
                <a:moveTo>
                  <a:pt x="676275" y="733425"/>
                </a:moveTo>
                <a:lnTo>
                  <a:pt x="695325" y="733425"/>
                </a:lnTo>
                <a:lnTo>
                  <a:pt x="695325" y="742950"/>
                </a:lnTo>
                <a:lnTo>
                  <a:pt x="676275" y="742950"/>
                </a:lnTo>
                <a:close/>
                <a:moveTo>
                  <a:pt x="1181100" y="733425"/>
                </a:moveTo>
                <a:lnTo>
                  <a:pt x="1190625" y="733425"/>
                </a:lnTo>
                <a:lnTo>
                  <a:pt x="1190625" y="742950"/>
                </a:lnTo>
                <a:lnTo>
                  <a:pt x="1181100" y="742950"/>
                </a:lnTo>
                <a:close/>
                <a:moveTo>
                  <a:pt x="485775" y="742950"/>
                </a:moveTo>
                <a:lnTo>
                  <a:pt x="495300" y="742950"/>
                </a:lnTo>
                <a:lnTo>
                  <a:pt x="495300" y="752475"/>
                </a:lnTo>
                <a:lnTo>
                  <a:pt x="485775" y="752475"/>
                </a:lnTo>
                <a:close/>
                <a:moveTo>
                  <a:pt x="704850" y="742950"/>
                </a:moveTo>
                <a:lnTo>
                  <a:pt x="714375" y="742950"/>
                </a:lnTo>
                <a:lnTo>
                  <a:pt x="714375" y="752475"/>
                </a:lnTo>
                <a:lnTo>
                  <a:pt x="723900" y="752475"/>
                </a:lnTo>
                <a:lnTo>
                  <a:pt x="723900" y="762000"/>
                </a:lnTo>
                <a:lnTo>
                  <a:pt x="704850" y="762000"/>
                </a:lnTo>
                <a:close/>
                <a:moveTo>
                  <a:pt x="752475" y="742950"/>
                </a:moveTo>
                <a:lnTo>
                  <a:pt x="762000" y="742950"/>
                </a:lnTo>
                <a:lnTo>
                  <a:pt x="762000" y="752475"/>
                </a:lnTo>
                <a:lnTo>
                  <a:pt x="752475" y="752475"/>
                </a:lnTo>
                <a:close/>
                <a:moveTo>
                  <a:pt x="657225" y="762000"/>
                </a:moveTo>
                <a:lnTo>
                  <a:pt x="666750" y="762000"/>
                </a:lnTo>
                <a:lnTo>
                  <a:pt x="666750" y="771525"/>
                </a:lnTo>
                <a:lnTo>
                  <a:pt x="657225" y="771525"/>
                </a:lnTo>
                <a:close/>
                <a:moveTo>
                  <a:pt x="752475" y="762000"/>
                </a:moveTo>
                <a:lnTo>
                  <a:pt x="762000" y="762000"/>
                </a:lnTo>
                <a:lnTo>
                  <a:pt x="762000" y="790575"/>
                </a:lnTo>
                <a:lnTo>
                  <a:pt x="742950" y="790575"/>
                </a:lnTo>
                <a:lnTo>
                  <a:pt x="742950" y="800100"/>
                </a:lnTo>
                <a:lnTo>
                  <a:pt x="733425" y="800100"/>
                </a:lnTo>
                <a:lnTo>
                  <a:pt x="733425" y="781050"/>
                </a:lnTo>
                <a:lnTo>
                  <a:pt x="742950" y="781050"/>
                </a:lnTo>
                <a:lnTo>
                  <a:pt x="742950" y="771525"/>
                </a:lnTo>
                <a:lnTo>
                  <a:pt x="752475" y="771525"/>
                </a:lnTo>
                <a:close/>
                <a:moveTo>
                  <a:pt x="152400" y="771525"/>
                </a:moveTo>
                <a:lnTo>
                  <a:pt x="161925" y="771525"/>
                </a:lnTo>
                <a:lnTo>
                  <a:pt x="161925" y="790575"/>
                </a:lnTo>
                <a:lnTo>
                  <a:pt x="152400" y="790575"/>
                </a:lnTo>
                <a:close/>
                <a:moveTo>
                  <a:pt x="219075" y="771525"/>
                </a:moveTo>
                <a:lnTo>
                  <a:pt x="247650" y="771525"/>
                </a:lnTo>
                <a:lnTo>
                  <a:pt x="247650" y="781050"/>
                </a:lnTo>
                <a:lnTo>
                  <a:pt x="228600" y="781050"/>
                </a:lnTo>
                <a:lnTo>
                  <a:pt x="228600" y="790575"/>
                </a:lnTo>
                <a:lnTo>
                  <a:pt x="200025" y="790575"/>
                </a:lnTo>
                <a:lnTo>
                  <a:pt x="200025" y="781050"/>
                </a:lnTo>
                <a:lnTo>
                  <a:pt x="219075" y="781050"/>
                </a:lnTo>
                <a:close/>
                <a:moveTo>
                  <a:pt x="276225" y="771525"/>
                </a:moveTo>
                <a:lnTo>
                  <a:pt x="285750" y="771525"/>
                </a:lnTo>
                <a:lnTo>
                  <a:pt x="285750" y="781050"/>
                </a:lnTo>
                <a:lnTo>
                  <a:pt x="276225" y="781050"/>
                </a:lnTo>
                <a:close/>
                <a:moveTo>
                  <a:pt x="333375" y="771525"/>
                </a:moveTo>
                <a:lnTo>
                  <a:pt x="342900" y="771525"/>
                </a:lnTo>
                <a:lnTo>
                  <a:pt x="342900" y="781050"/>
                </a:lnTo>
                <a:lnTo>
                  <a:pt x="333375" y="781050"/>
                </a:lnTo>
                <a:close/>
                <a:moveTo>
                  <a:pt x="895350" y="771525"/>
                </a:moveTo>
                <a:lnTo>
                  <a:pt x="914400" y="771525"/>
                </a:lnTo>
                <a:lnTo>
                  <a:pt x="914400" y="790575"/>
                </a:lnTo>
                <a:lnTo>
                  <a:pt x="885825" y="790575"/>
                </a:lnTo>
                <a:lnTo>
                  <a:pt x="885825" y="800100"/>
                </a:lnTo>
                <a:lnTo>
                  <a:pt x="876300" y="800100"/>
                </a:lnTo>
                <a:lnTo>
                  <a:pt x="876300" y="790575"/>
                </a:lnTo>
                <a:lnTo>
                  <a:pt x="866775" y="790575"/>
                </a:lnTo>
                <a:lnTo>
                  <a:pt x="866775" y="781050"/>
                </a:lnTo>
                <a:lnTo>
                  <a:pt x="895350" y="781050"/>
                </a:lnTo>
                <a:close/>
                <a:moveTo>
                  <a:pt x="1190625" y="771525"/>
                </a:moveTo>
                <a:lnTo>
                  <a:pt x="1209675" y="771525"/>
                </a:lnTo>
                <a:lnTo>
                  <a:pt x="1209675" y="781050"/>
                </a:lnTo>
                <a:lnTo>
                  <a:pt x="1190625" y="781050"/>
                </a:lnTo>
                <a:close/>
                <a:moveTo>
                  <a:pt x="57150" y="781050"/>
                </a:moveTo>
                <a:lnTo>
                  <a:pt x="66675" y="781050"/>
                </a:lnTo>
                <a:lnTo>
                  <a:pt x="66675" y="790575"/>
                </a:lnTo>
                <a:lnTo>
                  <a:pt x="57150" y="790575"/>
                </a:lnTo>
                <a:close/>
                <a:moveTo>
                  <a:pt x="285750" y="781050"/>
                </a:moveTo>
                <a:lnTo>
                  <a:pt x="304800" y="781050"/>
                </a:lnTo>
                <a:lnTo>
                  <a:pt x="304800" y="800100"/>
                </a:lnTo>
                <a:lnTo>
                  <a:pt x="295275" y="800100"/>
                </a:lnTo>
                <a:lnTo>
                  <a:pt x="295275" y="790575"/>
                </a:lnTo>
                <a:lnTo>
                  <a:pt x="285750" y="790575"/>
                </a:lnTo>
                <a:close/>
                <a:moveTo>
                  <a:pt x="1000125" y="781050"/>
                </a:moveTo>
                <a:lnTo>
                  <a:pt x="1019175" y="781050"/>
                </a:lnTo>
                <a:lnTo>
                  <a:pt x="1019175" y="790575"/>
                </a:lnTo>
                <a:lnTo>
                  <a:pt x="1000125" y="790575"/>
                </a:lnTo>
                <a:close/>
                <a:moveTo>
                  <a:pt x="333375" y="790575"/>
                </a:moveTo>
                <a:lnTo>
                  <a:pt x="342900" y="790575"/>
                </a:lnTo>
                <a:lnTo>
                  <a:pt x="342900" y="800100"/>
                </a:lnTo>
                <a:lnTo>
                  <a:pt x="333375" y="800100"/>
                </a:lnTo>
                <a:close/>
                <a:moveTo>
                  <a:pt x="438150" y="790575"/>
                </a:moveTo>
                <a:lnTo>
                  <a:pt x="447675" y="790575"/>
                </a:lnTo>
                <a:lnTo>
                  <a:pt x="447675" y="800100"/>
                </a:lnTo>
                <a:lnTo>
                  <a:pt x="438150" y="800100"/>
                </a:lnTo>
                <a:close/>
                <a:moveTo>
                  <a:pt x="1162050" y="790575"/>
                </a:moveTo>
                <a:lnTo>
                  <a:pt x="1181100" y="790575"/>
                </a:lnTo>
                <a:lnTo>
                  <a:pt x="1181100" y="809625"/>
                </a:lnTo>
                <a:lnTo>
                  <a:pt x="1171575" y="809625"/>
                </a:lnTo>
                <a:lnTo>
                  <a:pt x="1171575" y="800100"/>
                </a:lnTo>
                <a:lnTo>
                  <a:pt x="1162050" y="800100"/>
                </a:lnTo>
                <a:close/>
                <a:moveTo>
                  <a:pt x="314325" y="800100"/>
                </a:moveTo>
                <a:lnTo>
                  <a:pt x="333375" y="800100"/>
                </a:lnTo>
                <a:lnTo>
                  <a:pt x="333375" y="809625"/>
                </a:lnTo>
                <a:lnTo>
                  <a:pt x="314325" y="809625"/>
                </a:lnTo>
                <a:close/>
                <a:moveTo>
                  <a:pt x="676275" y="800100"/>
                </a:moveTo>
                <a:lnTo>
                  <a:pt x="685800" y="800100"/>
                </a:lnTo>
                <a:lnTo>
                  <a:pt x="685800" y="809625"/>
                </a:lnTo>
                <a:lnTo>
                  <a:pt x="676275" y="809625"/>
                </a:lnTo>
                <a:close/>
              </a:path>
            </a:pathLst>
          </a:custGeom>
          <a:solidFill xmlns:a="http://schemas.openxmlformats.org/drawingml/2006/main">
            <a:srgbClr val="F8F8F4"/>
          </a:solidFill>
          <a:ln xmlns:a="http://schemas.openxmlformats.org/drawingml/2006/main" w="0">
            <a:noFill/>
          </a:ln>
        </p:spPr>
      </p:sp>
      <p:sp>
        <p:nvSpPr>
          <p:cNvPr id="162" name="v12 vector #f8f8f3">
            <a:extLst xmlns:a="http://schemas.openxmlformats.org/drawingml/2006/main">
              <a:ext uri="{FF2B5EF4-FFF2-40B4-BE49-F238E27FC236}">
                <a16:creationId xmlns:a16="http://schemas.microsoft.com/office/drawing/2014/main" id="{0B6DEF71-9C70-4C64-92CB-7720AF1E83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10675" y="3609975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180975" y="0"/>
                </a:moveTo>
                <a:lnTo>
                  <a:pt x="190500" y="0"/>
                </a:lnTo>
                <a:lnTo>
                  <a:pt x="190500" y="9525"/>
                </a:lnTo>
                <a:lnTo>
                  <a:pt x="180975" y="9525"/>
                </a:lnTo>
                <a:close/>
                <a:moveTo>
                  <a:pt x="361950" y="0"/>
                </a:moveTo>
                <a:lnTo>
                  <a:pt x="409575" y="0"/>
                </a:lnTo>
                <a:lnTo>
                  <a:pt x="409575" y="9525"/>
                </a:lnTo>
                <a:lnTo>
                  <a:pt x="390525" y="9525"/>
                </a:lnTo>
                <a:lnTo>
                  <a:pt x="390525" y="19050"/>
                </a:lnTo>
                <a:lnTo>
                  <a:pt x="381000" y="19050"/>
                </a:lnTo>
                <a:lnTo>
                  <a:pt x="381000" y="9525"/>
                </a:lnTo>
                <a:lnTo>
                  <a:pt x="361950" y="9525"/>
                </a:lnTo>
                <a:close/>
                <a:moveTo>
                  <a:pt x="523875" y="0"/>
                </a:moveTo>
                <a:lnTo>
                  <a:pt x="533400" y="0"/>
                </a:lnTo>
                <a:lnTo>
                  <a:pt x="533400" y="9525"/>
                </a:lnTo>
                <a:lnTo>
                  <a:pt x="523875" y="9525"/>
                </a:lnTo>
                <a:close/>
                <a:moveTo>
                  <a:pt x="600075" y="0"/>
                </a:moveTo>
                <a:lnTo>
                  <a:pt x="619125" y="0"/>
                </a:lnTo>
                <a:lnTo>
                  <a:pt x="619125" y="9525"/>
                </a:lnTo>
                <a:lnTo>
                  <a:pt x="600075" y="9525"/>
                </a:lnTo>
                <a:close/>
                <a:moveTo>
                  <a:pt x="1047750" y="0"/>
                </a:moveTo>
                <a:lnTo>
                  <a:pt x="1066800" y="0"/>
                </a:lnTo>
                <a:lnTo>
                  <a:pt x="1066800" y="19050"/>
                </a:lnTo>
                <a:lnTo>
                  <a:pt x="1057275" y="19050"/>
                </a:lnTo>
                <a:lnTo>
                  <a:pt x="1057275" y="9525"/>
                </a:lnTo>
                <a:lnTo>
                  <a:pt x="1047750" y="9525"/>
                </a:lnTo>
                <a:close/>
                <a:moveTo>
                  <a:pt x="1162050" y="0"/>
                </a:moveTo>
                <a:lnTo>
                  <a:pt x="1190625" y="0"/>
                </a:lnTo>
                <a:lnTo>
                  <a:pt x="1190625" y="28575"/>
                </a:lnTo>
                <a:lnTo>
                  <a:pt x="1171575" y="28575"/>
                </a:lnTo>
                <a:lnTo>
                  <a:pt x="1171575" y="38100"/>
                </a:lnTo>
                <a:lnTo>
                  <a:pt x="1152525" y="38100"/>
                </a:lnTo>
                <a:lnTo>
                  <a:pt x="1152525" y="28575"/>
                </a:lnTo>
                <a:lnTo>
                  <a:pt x="1162050" y="28575"/>
                </a:lnTo>
                <a:close/>
                <a:moveTo>
                  <a:pt x="161925" y="9525"/>
                </a:moveTo>
                <a:lnTo>
                  <a:pt x="180975" y="9525"/>
                </a:lnTo>
                <a:lnTo>
                  <a:pt x="180975" y="19050"/>
                </a:lnTo>
                <a:lnTo>
                  <a:pt x="161925" y="19050"/>
                </a:lnTo>
                <a:close/>
                <a:moveTo>
                  <a:pt x="466725" y="9525"/>
                </a:moveTo>
                <a:lnTo>
                  <a:pt x="476250" y="9525"/>
                </a:lnTo>
                <a:lnTo>
                  <a:pt x="476250" y="19050"/>
                </a:lnTo>
                <a:lnTo>
                  <a:pt x="466725" y="19050"/>
                </a:lnTo>
                <a:close/>
                <a:moveTo>
                  <a:pt x="533400" y="9525"/>
                </a:moveTo>
                <a:lnTo>
                  <a:pt x="542925" y="9525"/>
                </a:lnTo>
                <a:lnTo>
                  <a:pt x="542925" y="19050"/>
                </a:lnTo>
                <a:lnTo>
                  <a:pt x="533400" y="19050"/>
                </a:lnTo>
                <a:close/>
                <a:moveTo>
                  <a:pt x="619125" y="9525"/>
                </a:moveTo>
                <a:lnTo>
                  <a:pt x="628650" y="9525"/>
                </a:lnTo>
                <a:lnTo>
                  <a:pt x="628650" y="19050"/>
                </a:lnTo>
                <a:lnTo>
                  <a:pt x="619125" y="19050"/>
                </a:lnTo>
                <a:close/>
                <a:moveTo>
                  <a:pt x="714375" y="9525"/>
                </a:moveTo>
                <a:lnTo>
                  <a:pt x="723900" y="9525"/>
                </a:lnTo>
                <a:lnTo>
                  <a:pt x="723900" y="19050"/>
                </a:lnTo>
                <a:lnTo>
                  <a:pt x="714375" y="19050"/>
                </a:lnTo>
                <a:close/>
                <a:moveTo>
                  <a:pt x="733425" y="9525"/>
                </a:moveTo>
                <a:lnTo>
                  <a:pt x="742950" y="9525"/>
                </a:lnTo>
                <a:lnTo>
                  <a:pt x="742950" y="19050"/>
                </a:lnTo>
                <a:lnTo>
                  <a:pt x="733425" y="19050"/>
                </a:lnTo>
                <a:close/>
                <a:moveTo>
                  <a:pt x="1200150" y="9525"/>
                </a:moveTo>
                <a:lnTo>
                  <a:pt x="1209675" y="9525"/>
                </a:lnTo>
                <a:lnTo>
                  <a:pt x="1209675" y="19050"/>
                </a:lnTo>
                <a:lnTo>
                  <a:pt x="1200150" y="19050"/>
                </a:lnTo>
                <a:close/>
                <a:moveTo>
                  <a:pt x="942975" y="28575"/>
                </a:moveTo>
                <a:lnTo>
                  <a:pt x="952500" y="28575"/>
                </a:lnTo>
                <a:lnTo>
                  <a:pt x="952500" y="38100"/>
                </a:lnTo>
                <a:lnTo>
                  <a:pt x="942975" y="38100"/>
                </a:lnTo>
                <a:close/>
                <a:moveTo>
                  <a:pt x="1009650" y="28575"/>
                </a:moveTo>
                <a:lnTo>
                  <a:pt x="1019175" y="28575"/>
                </a:lnTo>
                <a:lnTo>
                  <a:pt x="1019175" y="38100"/>
                </a:lnTo>
                <a:lnTo>
                  <a:pt x="1028700" y="38100"/>
                </a:lnTo>
                <a:lnTo>
                  <a:pt x="1028700" y="47625"/>
                </a:lnTo>
                <a:lnTo>
                  <a:pt x="1000125" y="47625"/>
                </a:lnTo>
                <a:lnTo>
                  <a:pt x="1000125" y="38100"/>
                </a:lnTo>
                <a:lnTo>
                  <a:pt x="1009650" y="38100"/>
                </a:lnTo>
                <a:close/>
                <a:moveTo>
                  <a:pt x="1047750" y="66675"/>
                </a:moveTo>
                <a:lnTo>
                  <a:pt x="1066800" y="66675"/>
                </a:lnTo>
                <a:lnTo>
                  <a:pt x="1066800" y="76200"/>
                </a:lnTo>
                <a:lnTo>
                  <a:pt x="1057275" y="76200"/>
                </a:lnTo>
                <a:lnTo>
                  <a:pt x="1057275" y="95250"/>
                </a:lnTo>
                <a:lnTo>
                  <a:pt x="1047750" y="95250"/>
                </a:lnTo>
                <a:close/>
                <a:moveTo>
                  <a:pt x="38100" y="76200"/>
                </a:moveTo>
                <a:lnTo>
                  <a:pt x="47625" y="76200"/>
                </a:lnTo>
                <a:lnTo>
                  <a:pt x="47625" y="85725"/>
                </a:lnTo>
                <a:lnTo>
                  <a:pt x="38100" y="85725"/>
                </a:lnTo>
                <a:close/>
                <a:moveTo>
                  <a:pt x="1114425" y="76200"/>
                </a:moveTo>
                <a:lnTo>
                  <a:pt x="1123950" y="76200"/>
                </a:lnTo>
                <a:lnTo>
                  <a:pt x="1123950" y="85725"/>
                </a:lnTo>
                <a:lnTo>
                  <a:pt x="1114425" y="85725"/>
                </a:lnTo>
                <a:close/>
                <a:moveTo>
                  <a:pt x="1066800" y="85725"/>
                </a:moveTo>
                <a:lnTo>
                  <a:pt x="1076325" y="85725"/>
                </a:lnTo>
                <a:lnTo>
                  <a:pt x="1076325" y="95250"/>
                </a:lnTo>
                <a:lnTo>
                  <a:pt x="1066800" y="95250"/>
                </a:lnTo>
                <a:close/>
                <a:moveTo>
                  <a:pt x="1143000" y="85725"/>
                </a:moveTo>
                <a:lnTo>
                  <a:pt x="1171575" y="85725"/>
                </a:lnTo>
                <a:lnTo>
                  <a:pt x="1171575" y="95250"/>
                </a:lnTo>
                <a:lnTo>
                  <a:pt x="1143000" y="95250"/>
                </a:lnTo>
                <a:close/>
                <a:moveTo>
                  <a:pt x="1038225" y="95250"/>
                </a:moveTo>
                <a:lnTo>
                  <a:pt x="1047750" y="95250"/>
                </a:lnTo>
                <a:lnTo>
                  <a:pt x="1047750" y="104775"/>
                </a:lnTo>
                <a:lnTo>
                  <a:pt x="1038225" y="104775"/>
                </a:lnTo>
                <a:close/>
                <a:moveTo>
                  <a:pt x="1076325" y="95250"/>
                </a:moveTo>
                <a:lnTo>
                  <a:pt x="1114425" y="95250"/>
                </a:lnTo>
                <a:lnTo>
                  <a:pt x="1114425" y="114300"/>
                </a:lnTo>
                <a:lnTo>
                  <a:pt x="1085850" y="114300"/>
                </a:lnTo>
                <a:lnTo>
                  <a:pt x="1085850" y="104775"/>
                </a:lnTo>
                <a:lnTo>
                  <a:pt x="1076325" y="104775"/>
                </a:lnTo>
                <a:close/>
                <a:moveTo>
                  <a:pt x="0" y="114300"/>
                </a:moveTo>
                <a:lnTo>
                  <a:pt x="9525" y="114300"/>
                </a:lnTo>
                <a:lnTo>
                  <a:pt x="9525" y="123825"/>
                </a:lnTo>
                <a:lnTo>
                  <a:pt x="0" y="123825"/>
                </a:lnTo>
                <a:close/>
                <a:moveTo>
                  <a:pt x="1143000" y="133350"/>
                </a:moveTo>
                <a:lnTo>
                  <a:pt x="1152525" y="133350"/>
                </a:lnTo>
                <a:lnTo>
                  <a:pt x="1152525" y="142875"/>
                </a:lnTo>
                <a:lnTo>
                  <a:pt x="1143000" y="142875"/>
                </a:lnTo>
                <a:close/>
                <a:moveTo>
                  <a:pt x="1057275" y="142875"/>
                </a:moveTo>
                <a:lnTo>
                  <a:pt x="1066800" y="142875"/>
                </a:lnTo>
                <a:lnTo>
                  <a:pt x="1066800" y="152400"/>
                </a:lnTo>
                <a:lnTo>
                  <a:pt x="1057275" y="152400"/>
                </a:lnTo>
                <a:close/>
                <a:moveTo>
                  <a:pt x="1152525" y="142875"/>
                </a:moveTo>
                <a:lnTo>
                  <a:pt x="1162050" y="142875"/>
                </a:lnTo>
                <a:lnTo>
                  <a:pt x="1162050" y="152400"/>
                </a:lnTo>
                <a:lnTo>
                  <a:pt x="1152525" y="152400"/>
                </a:lnTo>
                <a:close/>
                <a:moveTo>
                  <a:pt x="190500" y="152400"/>
                </a:moveTo>
                <a:lnTo>
                  <a:pt x="200025" y="152400"/>
                </a:lnTo>
                <a:lnTo>
                  <a:pt x="200025" y="171450"/>
                </a:lnTo>
                <a:lnTo>
                  <a:pt x="190500" y="171450"/>
                </a:lnTo>
                <a:close/>
                <a:moveTo>
                  <a:pt x="304800" y="152400"/>
                </a:moveTo>
                <a:lnTo>
                  <a:pt x="314325" y="152400"/>
                </a:lnTo>
                <a:lnTo>
                  <a:pt x="314325" y="161925"/>
                </a:lnTo>
                <a:lnTo>
                  <a:pt x="304800" y="161925"/>
                </a:lnTo>
                <a:close/>
                <a:moveTo>
                  <a:pt x="781050" y="152400"/>
                </a:moveTo>
                <a:lnTo>
                  <a:pt x="790575" y="152400"/>
                </a:lnTo>
                <a:lnTo>
                  <a:pt x="790575" y="161925"/>
                </a:lnTo>
                <a:lnTo>
                  <a:pt x="781050" y="161925"/>
                </a:lnTo>
                <a:close/>
                <a:moveTo>
                  <a:pt x="800100" y="152400"/>
                </a:moveTo>
                <a:lnTo>
                  <a:pt x="819150" y="152400"/>
                </a:lnTo>
                <a:lnTo>
                  <a:pt x="819150" y="171450"/>
                </a:lnTo>
                <a:lnTo>
                  <a:pt x="809625" y="171450"/>
                </a:lnTo>
                <a:lnTo>
                  <a:pt x="809625" y="161925"/>
                </a:lnTo>
                <a:lnTo>
                  <a:pt x="800100" y="161925"/>
                </a:lnTo>
                <a:close/>
                <a:moveTo>
                  <a:pt x="1133475" y="152400"/>
                </a:moveTo>
                <a:lnTo>
                  <a:pt x="1143000" y="152400"/>
                </a:lnTo>
                <a:lnTo>
                  <a:pt x="1143000" y="171450"/>
                </a:lnTo>
                <a:lnTo>
                  <a:pt x="1152525" y="171450"/>
                </a:lnTo>
                <a:lnTo>
                  <a:pt x="1152525" y="180975"/>
                </a:lnTo>
                <a:lnTo>
                  <a:pt x="1123950" y="180975"/>
                </a:lnTo>
                <a:lnTo>
                  <a:pt x="1123950" y="161925"/>
                </a:lnTo>
                <a:lnTo>
                  <a:pt x="1133475" y="161925"/>
                </a:lnTo>
                <a:close/>
                <a:moveTo>
                  <a:pt x="542925" y="171450"/>
                </a:moveTo>
                <a:lnTo>
                  <a:pt x="552450" y="171450"/>
                </a:lnTo>
                <a:lnTo>
                  <a:pt x="552450" y="180975"/>
                </a:lnTo>
                <a:lnTo>
                  <a:pt x="561975" y="180975"/>
                </a:lnTo>
                <a:lnTo>
                  <a:pt x="561975" y="190500"/>
                </a:lnTo>
                <a:lnTo>
                  <a:pt x="552450" y="190500"/>
                </a:lnTo>
                <a:lnTo>
                  <a:pt x="552450" y="200025"/>
                </a:lnTo>
                <a:lnTo>
                  <a:pt x="542925" y="200025"/>
                </a:lnTo>
                <a:close/>
                <a:moveTo>
                  <a:pt x="771525" y="171450"/>
                </a:moveTo>
                <a:lnTo>
                  <a:pt x="781050" y="171450"/>
                </a:lnTo>
                <a:lnTo>
                  <a:pt x="781050" y="180975"/>
                </a:lnTo>
                <a:lnTo>
                  <a:pt x="771525" y="180975"/>
                </a:lnTo>
                <a:close/>
                <a:moveTo>
                  <a:pt x="1181100" y="171450"/>
                </a:moveTo>
                <a:lnTo>
                  <a:pt x="1200150" y="171450"/>
                </a:lnTo>
                <a:lnTo>
                  <a:pt x="1200150" y="180975"/>
                </a:lnTo>
                <a:lnTo>
                  <a:pt x="1209675" y="180975"/>
                </a:lnTo>
                <a:lnTo>
                  <a:pt x="1209675" y="190500"/>
                </a:lnTo>
                <a:lnTo>
                  <a:pt x="1190625" y="190500"/>
                </a:lnTo>
                <a:lnTo>
                  <a:pt x="1190625" y="180975"/>
                </a:lnTo>
                <a:lnTo>
                  <a:pt x="1181100" y="180975"/>
                </a:lnTo>
                <a:close/>
                <a:moveTo>
                  <a:pt x="619125" y="180975"/>
                </a:moveTo>
                <a:lnTo>
                  <a:pt x="638175" y="180975"/>
                </a:lnTo>
                <a:lnTo>
                  <a:pt x="638175" y="219075"/>
                </a:lnTo>
                <a:lnTo>
                  <a:pt x="628650" y="219075"/>
                </a:lnTo>
                <a:lnTo>
                  <a:pt x="628650" y="190500"/>
                </a:lnTo>
                <a:lnTo>
                  <a:pt x="619125" y="190500"/>
                </a:lnTo>
                <a:close/>
                <a:moveTo>
                  <a:pt x="762000" y="180975"/>
                </a:moveTo>
                <a:lnTo>
                  <a:pt x="771525" y="180975"/>
                </a:lnTo>
                <a:lnTo>
                  <a:pt x="771525" y="200025"/>
                </a:lnTo>
                <a:lnTo>
                  <a:pt x="762000" y="200025"/>
                </a:lnTo>
                <a:close/>
                <a:moveTo>
                  <a:pt x="1019175" y="180975"/>
                </a:moveTo>
                <a:lnTo>
                  <a:pt x="1047750" y="180975"/>
                </a:lnTo>
                <a:lnTo>
                  <a:pt x="1047750" y="190500"/>
                </a:lnTo>
                <a:lnTo>
                  <a:pt x="1076325" y="190500"/>
                </a:lnTo>
                <a:lnTo>
                  <a:pt x="1076325" y="180975"/>
                </a:lnTo>
                <a:lnTo>
                  <a:pt x="1085850" y="180975"/>
                </a:lnTo>
                <a:lnTo>
                  <a:pt x="1085850" y="190500"/>
                </a:lnTo>
                <a:lnTo>
                  <a:pt x="1076325" y="190500"/>
                </a:lnTo>
                <a:lnTo>
                  <a:pt x="1076325" y="200025"/>
                </a:lnTo>
                <a:lnTo>
                  <a:pt x="1066800" y="200025"/>
                </a:lnTo>
                <a:lnTo>
                  <a:pt x="1066800" y="209550"/>
                </a:lnTo>
                <a:lnTo>
                  <a:pt x="1057275" y="209550"/>
                </a:lnTo>
                <a:lnTo>
                  <a:pt x="1057275" y="200025"/>
                </a:lnTo>
                <a:lnTo>
                  <a:pt x="1038225" y="200025"/>
                </a:lnTo>
                <a:lnTo>
                  <a:pt x="1038225" y="190500"/>
                </a:lnTo>
                <a:lnTo>
                  <a:pt x="1028700" y="190500"/>
                </a:lnTo>
                <a:lnTo>
                  <a:pt x="1028700" y="209550"/>
                </a:lnTo>
                <a:lnTo>
                  <a:pt x="1009650" y="209550"/>
                </a:lnTo>
                <a:lnTo>
                  <a:pt x="1009650" y="190500"/>
                </a:lnTo>
                <a:lnTo>
                  <a:pt x="1019175" y="190500"/>
                </a:lnTo>
                <a:close/>
                <a:moveTo>
                  <a:pt x="609600" y="190500"/>
                </a:moveTo>
                <a:lnTo>
                  <a:pt x="619125" y="190500"/>
                </a:lnTo>
                <a:lnTo>
                  <a:pt x="619125" y="228600"/>
                </a:lnTo>
                <a:lnTo>
                  <a:pt x="609600" y="228600"/>
                </a:lnTo>
                <a:close/>
                <a:moveTo>
                  <a:pt x="990600" y="190500"/>
                </a:moveTo>
                <a:lnTo>
                  <a:pt x="1000125" y="190500"/>
                </a:lnTo>
                <a:lnTo>
                  <a:pt x="1000125" y="209550"/>
                </a:lnTo>
                <a:lnTo>
                  <a:pt x="990600" y="209550"/>
                </a:lnTo>
                <a:close/>
                <a:moveTo>
                  <a:pt x="1085850" y="190500"/>
                </a:moveTo>
                <a:lnTo>
                  <a:pt x="1095375" y="190500"/>
                </a:lnTo>
                <a:lnTo>
                  <a:pt x="1095375" y="200025"/>
                </a:lnTo>
                <a:lnTo>
                  <a:pt x="1085850" y="200025"/>
                </a:lnTo>
                <a:close/>
                <a:moveTo>
                  <a:pt x="1133475" y="190500"/>
                </a:moveTo>
                <a:lnTo>
                  <a:pt x="1143000" y="190500"/>
                </a:lnTo>
                <a:lnTo>
                  <a:pt x="1143000" y="200025"/>
                </a:lnTo>
                <a:lnTo>
                  <a:pt x="1133475" y="200025"/>
                </a:lnTo>
                <a:close/>
                <a:moveTo>
                  <a:pt x="0" y="200025"/>
                </a:moveTo>
                <a:lnTo>
                  <a:pt x="9525" y="200025"/>
                </a:lnTo>
                <a:lnTo>
                  <a:pt x="9525" y="209550"/>
                </a:lnTo>
                <a:lnTo>
                  <a:pt x="0" y="209550"/>
                </a:lnTo>
                <a:close/>
                <a:moveTo>
                  <a:pt x="1114425" y="200025"/>
                </a:moveTo>
                <a:lnTo>
                  <a:pt x="1123950" y="200025"/>
                </a:lnTo>
                <a:lnTo>
                  <a:pt x="1123950" y="209550"/>
                </a:lnTo>
                <a:lnTo>
                  <a:pt x="1143000" y="209550"/>
                </a:lnTo>
                <a:lnTo>
                  <a:pt x="1143000" y="200025"/>
                </a:lnTo>
                <a:lnTo>
                  <a:pt x="1152525" y="200025"/>
                </a:lnTo>
                <a:lnTo>
                  <a:pt x="1152525" y="209550"/>
                </a:lnTo>
                <a:lnTo>
                  <a:pt x="1143000" y="209550"/>
                </a:lnTo>
                <a:lnTo>
                  <a:pt x="1143000" y="228600"/>
                </a:lnTo>
                <a:lnTo>
                  <a:pt x="1114425" y="228600"/>
                </a:lnTo>
                <a:close/>
                <a:moveTo>
                  <a:pt x="542925" y="209550"/>
                </a:moveTo>
                <a:lnTo>
                  <a:pt x="561975" y="209550"/>
                </a:lnTo>
                <a:lnTo>
                  <a:pt x="561975" y="238125"/>
                </a:lnTo>
                <a:lnTo>
                  <a:pt x="552450" y="238125"/>
                </a:lnTo>
                <a:lnTo>
                  <a:pt x="552450" y="228600"/>
                </a:lnTo>
                <a:lnTo>
                  <a:pt x="542925" y="228600"/>
                </a:lnTo>
                <a:close/>
                <a:moveTo>
                  <a:pt x="1000125" y="209550"/>
                </a:moveTo>
                <a:lnTo>
                  <a:pt x="1009650" y="209550"/>
                </a:lnTo>
                <a:lnTo>
                  <a:pt x="1009650" y="219075"/>
                </a:lnTo>
                <a:lnTo>
                  <a:pt x="1000125" y="219075"/>
                </a:lnTo>
                <a:close/>
                <a:moveTo>
                  <a:pt x="647700" y="219075"/>
                </a:moveTo>
                <a:lnTo>
                  <a:pt x="657225" y="219075"/>
                </a:lnTo>
                <a:lnTo>
                  <a:pt x="657225" y="228600"/>
                </a:lnTo>
                <a:lnTo>
                  <a:pt x="647700" y="228600"/>
                </a:lnTo>
                <a:close/>
                <a:moveTo>
                  <a:pt x="1171575" y="219075"/>
                </a:moveTo>
                <a:lnTo>
                  <a:pt x="1181100" y="219075"/>
                </a:lnTo>
                <a:lnTo>
                  <a:pt x="1181100" y="228600"/>
                </a:lnTo>
                <a:lnTo>
                  <a:pt x="1200150" y="228600"/>
                </a:lnTo>
                <a:lnTo>
                  <a:pt x="1200150" y="238125"/>
                </a:lnTo>
                <a:lnTo>
                  <a:pt x="1190625" y="238125"/>
                </a:lnTo>
                <a:lnTo>
                  <a:pt x="1190625" y="257175"/>
                </a:lnTo>
                <a:lnTo>
                  <a:pt x="1181100" y="257175"/>
                </a:lnTo>
                <a:lnTo>
                  <a:pt x="1181100" y="247650"/>
                </a:lnTo>
                <a:lnTo>
                  <a:pt x="1171575" y="247650"/>
                </a:lnTo>
                <a:close/>
                <a:moveTo>
                  <a:pt x="457200" y="238125"/>
                </a:moveTo>
                <a:lnTo>
                  <a:pt x="476250" y="238125"/>
                </a:lnTo>
                <a:lnTo>
                  <a:pt x="476250" y="266700"/>
                </a:lnTo>
                <a:lnTo>
                  <a:pt x="466725" y="266700"/>
                </a:lnTo>
                <a:lnTo>
                  <a:pt x="466725" y="247650"/>
                </a:lnTo>
                <a:lnTo>
                  <a:pt x="457200" y="247650"/>
                </a:lnTo>
                <a:close/>
                <a:moveTo>
                  <a:pt x="752475" y="238125"/>
                </a:moveTo>
                <a:lnTo>
                  <a:pt x="762000" y="238125"/>
                </a:lnTo>
                <a:lnTo>
                  <a:pt x="762000" y="257175"/>
                </a:lnTo>
                <a:lnTo>
                  <a:pt x="771525" y="257175"/>
                </a:lnTo>
                <a:lnTo>
                  <a:pt x="771525" y="247650"/>
                </a:lnTo>
                <a:lnTo>
                  <a:pt x="790575" y="247650"/>
                </a:lnTo>
                <a:lnTo>
                  <a:pt x="790575" y="238125"/>
                </a:lnTo>
                <a:lnTo>
                  <a:pt x="800100" y="238125"/>
                </a:lnTo>
                <a:lnTo>
                  <a:pt x="800100" y="257175"/>
                </a:lnTo>
                <a:lnTo>
                  <a:pt x="790575" y="257175"/>
                </a:lnTo>
                <a:lnTo>
                  <a:pt x="790575" y="266700"/>
                </a:lnTo>
                <a:lnTo>
                  <a:pt x="781050" y="266700"/>
                </a:lnTo>
                <a:lnTo>
                  <a:pt x="781050" y="285750"/>
                </a:lnTo>
                <a:lnTo>
                  <a:pt x="762000" y="285750"/>
                </a:lnTo>
                <a:lnTo>
                  <a:pt x="762000" y="266700"/>
                </a:lnTo>
                <a:lnTo>
                  <a:pt x="752475" y="266700"/>
                </a:lnTo>
                <a:lnTo>
                  <a:pt x="752475" y="257175"/>
                </a:lnTo>
                <a:lnTo>
                  <a:pt x="742950" y="257175"/>
                </a:lnTo>
                <a:lnTo>
                  <a:pt x="742950" y="247650"/>
                </a:lnTo>
                <a:lnTo>
                  <a:pt x="752475" y="247650"/>
                </a:lnTo>
                <a:close/>
                <a:moveTo>
                  <a:pt x="1028700" y="238125"/>
                </a:moveTo>
                <a:lnTo>
                  <a:pt x="1038225" y="238125"/>
                </a:lnTo>
                <a:lnTo>
                  <a:pt x="1038225" y="247650"/>
                </a:lnTo>
                <a:lnTo>
                  <a:pt x="1028700" y="247650"/>
                </a:lnTo>
                <a:close/>
                <a:moveTo>
                  <a:pt x="352425" y="247650"/>
                </a:moveTo>
                <a:lnTo>
                  <a:pt x="361950" y="247650"/>
                </a:lnTo>
                <a:lnTo>
                  <a:pt x="361950" y="257175"/>
                </a:lnTo>
                <a:lnTo>
                  <a:pt x="352425" y="257175"/>
                </a:lnTo>
                <a:close/>
                <a:moveTo>
                  <a:pt x="523875" y="247650"/>
                </a:moveTo>
                <a:lnTo>
                  <a:pt x="552450" y="247650"/>
                </a:lnTo>
                <a:lnTo>
                  <a:pt x="552450" y="266700"/>
                </a:lnTo>
                <a:lnTo>
                  <a:pt x="533400" y="266700"/>
                </a:lnTo>
                <a:lnTo>
                  <a:pt x="533400" y="257175"/>
                </a:lnTo>
                <a:lnTo>
                  <a:pt x="523875" y="257175"/>
                </a:lnTo>
                <a:close/>
                <a:moveTo>
                  <a:pt x="590550" y="247650"/>
                </a:moveTo>
                <a:lnTo>
                  <a:pt x="609600" y="247650"/>
                </a:lnTo>
                <a:lnTo>
                  <a:pt x="609600" y="257175"/>
                </a:lnTo>
                <a:lnTo>
                  <a:pt x="619125" y="257175"/>
                </a:lnTo>
                <a:lnTo>
                  <a:pt x="619125" y="266700"/>
                </a:lnTo>
                <a:lnTo>
                  <a:pt x="590550" y="266700"/>
                </a:lnTo>
                <a:close/>
                <a:moveTo>
                  <a:pt x="1019175" y="247650"/>
                </a:moveTo>
                <a:lnTo>
                  <a:pt x="1028700" y="247650"/>
                </a:lnTo>
                <a:lnTo>
                  <a:pt x="1028700" y="257175"/>
                </a:lnTo>
                <a:lnTo>
                  <a:pt x="1019175" y="257175"/>
                </a:lnTo>
                <a:close/>
                <a:moveTo>
                  <a:pt x="895350" y="257175"/>
                </a:moveTo>
                <a:lnTo>
                  <a:pt x="904875" y="257175"/>
                </a:lnTo>
                <a:lnTo>
                  <a:pt x="904875" y="266700"/>
                </a:lnTo>
                <a:lnTo>
                  <a:pt x="895350" y="266700"/>
                </a:lnTo>
                <a:close/>
                <a:moveTo>
                  <a:pt x="904875" y="266700"/>
                </a:moveTo>
                <a:lnTo>
                  <a:pt x="923925" y="266700"/>
                </a:lnTo>
                <a:lnTo>
                  <a:pt x="923925" y="285750"/>
                </a:lnTo>
                <a:lnTo>
                  <a:pt x="895350" y="285750"/>
                </a:lnTo>
                <a:lnTo>
                  <a:pt x="895350" y="276225"/>
                </a:lnTo>
                <a:lnTo>
                  <a:pt x="904875" y="276225"/>
                </a:lnTo>
                <a:close/>
                <a:moveTo>
                  <a:pt x="1190625" y="266700"/>
                </a:moveTo>
                <a:lnTo>
                  <a:pt x="1200150" y="266700"/>
                </a:lnTo>
                <a:lnTo>
                  <a:pt x="1200150" y="276225"/>
                </a:lnTo>
                <a:lnTo>
                  <a:pt x="1190625" y="276225"/>
                </a:lnTo>
                <a:close/>
                <a:moveTo>
                  <a:pt x="457200" y="276225"/>
                </a:moveTo>
                <a:lnTo>
                  <a:pt x="466725" y="276225"/>
                </a:lnTo>
                <a:lnTo>
                  <a:pt x="466725" y="285750"/>
                </a:lnTo>
                <a:lnTo>
                  <a:pt x="457200" y="285750"/>
                </a:lnTo>
                <a:close/>
                <a:moveTo>
                  <a:pt x="533400" y="276225"/>
                </a:moveTo>
                <a:lnTo>
                  <a:pt x="542925" y="276225"/>
                </a:lnTo>
                <a:lnTo>
                  <a:pt x="542925" y="285750"/>
                </a:lnTo>
                <a:lnTo>
                  <a:pt x="533400" y="285750"/>
                </a:lnTo>
                <a:close/>
                <a:moveTo>
                  <a:pt x="638175" y="276225"/>
                </a:moveTo>
                <a:lnTo>
                  <a:pt x="647700" y="276225"/>
                </a:lnTo>
                <a:lnTo>
                  <a:pt x="647700" y="285750"/>
                </a:lnTo>
                <a:lnTo>
                  <a:pt x="638175" y="285750"/>
                </a:lnTo>
                <a:close/>
                <a:moveTo>
                  <a:pt x="1066800" y="276225"/>
                </a:moveTo>
                <a:lnTo>
                  <a:pt x="1085850" y="276225"/>
                </a:lnTo>
                <a:lnTo>
                  <a:pt x="1085850" y="285750"/>
                </a:lnTo>
                <a:lnTo>
                  <a:pt x="1066800" y="285750"/>
                </a:lnTo>
                <a:close/>
                <a:moveTo>
                  <a:pt x="542925" y="285750"/>
                </a:moveTo>
                <a:lnTo>
                  <a:pt x="552450" y="285750"/>
                </a:lnTo>
                <a:lnTo>
                  <a:pt x="552450" y="295275"/>
                </a:lnTo>
                <a:lnTo>
                  <a:pt x="542925" y="295275"/>
                </a:lnTo>
                <a:close/>
                <a:moveTo>
                  <a:pt x="962025" y="285750"/>
                </a:moveTo>
                <a:lnTo>
                  <a:pt x="971550" y="285750"/>
                </a:lnTo>
                <a:lnTo>
                  <a:pt x="971550" y="295275"/>
                </a:lnTo>
                <a:lnTo>
                  <a:pt x="962025" y="295275"/>
                </a:lnTo>
                <a:close/>
                <a:moveTo>
                  <a:pt x="180975" y="295275"/>
                </a:moveTo>
                <a:lnTo>
                  <a:pt x="209550" y="295275"/>
                </a:lnTo>
                <a:lnTo>
                  <a:pt x="209550" y="304800"/>
                </a:lnTo>
                <a:lnTo>
                  <a:pt x="219075" y="304800"/>
                </a:lnTo>
                <a:lnTo>
                  <a:pt x="219075" y="314325"/>
                </a:lnTo>
                <a:lnTo>
                  <a:pt x="171450" y="314325"/>
                </a:lnTo>
                <a:lnTo>
                  <a:pt x="171450" y="304800"/>
                </a:lnTo>
                <a:lnTo>
                  <a:pt x="180975" y="304800"/>
                </a:lnTo>
                <a:close/>
                <a:moveTo>
                  <a:pt x="390525" y="295275"/>
                </a:moveTo>
                <a:lnTo>
                  <a:pt x="400050" y="295275"/>
                </a:lnTo>
                <a:lnTo>
                  <a:pt x="400050" y="304800"/>
                </a:lnTo>
                <a:lnTo>
                  <a:pt x="409575" y="304800"/>
                </a:lnTo>
                <a:lnTo>
                  <a:pt x="409575" y="314325"/>
                </a:lnTo>
                <a:lnTo>
                  <a:pt x="428625" y="314325"/>
                </a:lnTo>
                <a:lnTo>
                  <a:pt x="428625" y="323850"/>
                </a:lnTo>
                <a:lnTo>
                  <a:pt x="400050" y="323850"/>
                </a:lnTo>
                <a:lnTo>
                  <a:pt x="400050" y="314325"/>
                </a:lnTo>
                <a:lnTo>
                  <a:pt x="390525" y="314325"/>
                </a:lnTo>
                <a:close/>
                <a:moveTo>
                  <a:pt x="1076325" y="295275"/>
                </a:moveTo>
                <a:lnTo>
                  <a:pt x="1085850" y="295275"/>
                </a:lnTo>
                <a:lnTo>
                  <a:pt x="1085850" y="314325"/>
                </a:lnTo>
                <a:lnTo>
                  <a:pt x="1076325" y="314325"/>
                </a:lnTo>
                <a:close/>
                <a:moveTo>
                  <a:pt x="1000125" y="304800"/>
                </a:moveTo>
                <a:lnTo>
                  <a:pt x="1009650" y="304800"/>
                </a:lnTo>
                <a:lnTo>
                  <a:pt x="1009650" y="323850"/>
                </a:lnTo>
                <a:lnTo>
                  <a:pt x="990600" y="323850"/>
                </a:lnTo>
                <a:lnTo>
                  <a:pt x="990600" y="314325"/>
                </a:lnTo>
                <a:lnTo>
                  <a:pt x="1000125" y="314325"/>
                </a:lnTo>
                <a:close/>
                <a:moveTo>
                  <a:pt x="161925" y="323850"/>
                </a:moveTo>
                <a:lnTo>
                  <a:pt x="180975" y="323850"/>
                </a:lnTo>
                <a:lnTo>
                  <a:pt x="180975" y="333375"/>
                </a:lnTo>
                <a:lnTo>
                  <a:pt x="161925" y="333375"/>
                </a:lnTo>
                <a:close/>
                <a:moveTo>
                  <a:pt x="352425" y="323850"/>
                </a:moveTo>
                <a:lnTo>
                  <a:pt x="361950" y="323850"/>
                </a:lnTo>
                <a:lnTo>
                  <a:pt x="361950" y="333375"/>
                </a:lnTo>
                <a:lnTo>
                  <a:pt x="352425" y="333375"/>
                </a:lnTo>
                <a:close/>
                <a:moveTo>
                  <a:pt x="438150" y="323850"/>
                </a:moveTo>
                <a:lnTo>
                  <a:pt x="447675" y="323850"/>
                </a:lnTo>
                <a:lnTo>
                  <a:pt x="447675" y="333375"/>
                </a:lnTo>
                <a:lnTo>
                  <a:pt x="438150" y="333375"/>
                </a:lnTo>
                <a:close/>
                <a:moveTo>
                  <a:pt x="1057275" y="323850"/>
                </a:moveTo>
                <a:lnTo>
                  <a:pt x="1085850" y="323850"/>
                </a:lnTo>
                <a:lnTo>
                  <a:pt x="1085850" y="333375"/>
                </a:lnTo>
                <a:lnTo>
                  <a:pt x="1066800" y="333375"/>
                </a:lnTo>
                <a:lnTo>
                  <a:pt x="1066800" y="342900"/>
                </a:lnTo>
                <a:lnTo>
                  <a:pt x="1057275" y="342900"/>
                </a:lnTo>
                <a:close/>
                <a:moveTo>
                  <a:pt x="1133475" y="323850"/>
                </a:moveTo>
                <a:lnTo>
                  <a:pt x="1152525" y="323850"/>
                </a:lnTo>
                <a:lnTo>
                  <a:pt x="1152525" y="333375"/>
                </a:lnTo>
                <a:lnTo>
                  <a:pt x="1133475" y="333375"/>
                </a:lnTo>
                <a:close/>
                <a:moveTo>
                  <a:pt x="342900" y="333375"/>
                </a:moveTo>
                <a:lnTo>
                  <a:pt x="352425" y="333375"/>
                </a:lnTo>
                <a:lnTo>
                  <a:pt x="352425" y="361950"/>
                </a:lnTo>
                <a:lnTo>
                  <a:pt x="342900" y="361950"/>
                </a:lnTo>
                <a:lnTo>
                  <a:pt x="342900" y="381000"/>
                </a:lnTo>
                <a:lnTo>
                  <a:pt x="333375" y="381000"/>
                </a:lnTo>
                <a:lnTo>
                  <a:pt x="333375" y="371475"/>
                </a:lnTo>
                <a:lnTo>
                  <a:pt x="323850" y="371475"/>
                </a:lnTo>
                <a:lnTo>
                  <a:pt x="323850" y="361950"/>
                </a:lnTo>
                <a:lnTo>
                  <a:pt x="333375" y="361950"/>
                </a:lnTo>
                <a:lnTo>
                  <a:pt x="333375" y="342900"/>
                </a:lnTo>
                <a:lnTo>
                  <a:pt x="342900" y="342900"/>
                </a:lnTo>
                <a:close/>
                <a:moveTo>
                  <a:pt x="619125" y="333375"/>
                </a:moveTo>
                <a:lnTo>
                  <a:pt x="647700" y="333375"/>
                </a:lnTo>
                <a:lnTo>
                  <a:pt x="647700" y="342900"/>
                </a:lnTo>
                <a:lnTo>
                  <a:pt x="619125" y="342900"/>
                </a:lnTo>
                <a:close/>
                <a:moveTo>
                  <a:pt x="1181100" y="333375"/>
                </a:moveTo>
                <a:lnTo>
                  <a:pt x="1190625" y="333375"/>
                </a:lnTo>
                <a:lnTo>
                  <a:pt x="1190625" y="342900"/>
                </a:lnTo>
                <a:lnTo>
                  <a:pt x="1181100" y="342900"/>
                </a:lnTo>
                <a:close/>
                <a:moveTo>
                  <a:pt x="1066800" y="342900"/>
                </a:moveTo>
                <a:lnTo>
                  <a:pt x="1085850" y="342900"/>
                </a:lnTo>
                <a:lnTo>
                  <a:pt x="1085850" y="352425"/>
                </a:lnTo>
                <a:lnTo>
                  <a:pt x="1076325" y="352425"/>
                </a:lnTo>
                <a:lnTo>
                  <a:pt x="1076325" y="361950"/>
                </a:lnTo>
                <a:lnTo>
                  <a:pt x="1066800" y="361950"/>
                </a:lnTo>
                <a:close/>
                <a:moveTo>
                  <a:pt x="142875" y="352425"/>
                </a:moveTo>
                <a:lnTo>
                  <a:pt x="152400" y="352425"/>
                </a:lnTo>
                <a:lnTo>
                  <a:pt x="152400" y="361950"/>
                </a:lnTo>
                <a:lnTo>
                  <a:pt x="142875" y="361950"/>
                </a:lnTo>
                <a:close/>
                <a:moveTo>
                  <a:pt x="952500" y="352425"/>
                </a:moveTo>
                <a:lnTo>
                  <a:pt x="962025" y="352425"/>
                </a:lnTo>
                <a:lnTo>
                  <a:pt x="962025" y="361950"/>
                </a:lnTo>
                <a:lnTo>
                  <a:pt x="952500" y="361950"/>
                </a:lnTo>
                <a:close/>
                <a:moveTo>
                  <a:pt x="1009650" y="352425"/>
                </a:moveTo>
                <a:lnTo>
                  <a:pt x="1028700" y="352425"/>
                </a:lnTo>
                <a:lnTo>
                  <a:pt x="1028700" y="361950"/>
                </a:lnTo>
                <a:lnTo>
                  <a:pt x="1009650" y="361950"/>
                </a:lnTo>
                <a:close/>
                <a:moveTo>
                  <a:pt x="1190625" y="352425"/>
                </a:moveTo>
                <a:lnTo>
                  <a:pt x="1209675" y="352425"/>
                </a:lnTo>
                <a:lnTo>
                  <a:pt x="1209675" y="361950"/>
                </a:lnTo>
                <a:lnTo>
                  <a:pt x="1190625" y="361950"/>
                </a:lnTo>
                <a:close/>
                <a:moveTo>
                  <a:pt x="200025" y="361950"/>
                </a:moveTo>
                <a:lnTo>
                  <a:pt x="209550" y="361950"/>
                </a:lnTo>
                <a:lnTo>
                  <a:pt x="209550" y="371475"/>
                </a:lnTo>
                <a:lnTo>
                  <a:pt x="200025" y="371475"/>
                </a:lnTo>
                <a:close/>
                <a:moveTo>
                  <a:pt x="466725" y="361950"/>
                </a:moveTo>
                <a:lnTo>
                  <a:pt x="476250" y="361950"/>
                </a:lnTo>
                <a:lnTo>
                  <a:pt x="476250" y="371475"/>
                </a:lnTo>
                <a:lnTo>
                  <a:pt x="466725" y="371475"/>
                </a:lnTo>
                <a:close/>
                <a:moveTo>
                  <a:pt x="962025" y="361950"/>
                </a:moveTo>
                <a:lnTo>
                  <a:pt x="971550" y="361950"/>
                </a:lnTo>
                <a:lnTo>
                  <a:pt x="971550" y="371475"/>
                </a:lnTo>
                <a:lnTo>
                  <a:pt x="962025" y="371475"/>
                </a:lnTo>
                <a:close/>
                <a:moveTo>
                  <a:pt x="1000125" y="361950"/>
                </a:moveTo>
                <a:lnTo>
                  <a:pt x="1009650" y="361950"/>
                </a:lnTo>
                <a:lnTo>
                  <a:pt x="1009650" y="371475"/>
                </a:lnTo>
                <a:lnTo>
                  <a:pt x="1000125" y="371475"/>
                </a:lnTo>
                <a:close/>
                <a:moveTo>
                  <a:pt x="142875" y="371475"/>
                </a:moveTo>
                <a:lnTo>
                  <a:pt x="152400" y="371475"/>
                </a:lnTo>
                <a:lnTo>
                  <a:pt x="152400" y="381000"/>
                </a:lnTo>
                <a:lnTo>
                  <a:pt x="142875" y="381000"/>
                </a:lnTo>
                <a:close/>
                <a:moveTo>
                  <a:pt x="476250" y="371475"/>
                </a:moveTo>
                <a:lnTo>
                  <a:pt x="495300" y="371475"/>
                </a:lnTo>
                <a:lnTo>
                  <a:pt x="495300" y="381000"/>
                </a:lnTo>
                <a:lnTo>
                  <a:pt x="485775" y="381000"/>
                </a:lnTo>
                <a:lnTo>
                  <a:pt x="485775" y="390525"/>
                </a:lnTo>
                <a:lnTo>
                  <a:pt x="476250" y="390525"/>
                </a:lnTo>
                <a:close/>
                <a:moveTo>
                  <a:pt x="504825" y="371475"/>
                </a:moveTo>
                <a:lnTo>
                  <a:pt x="514350" y="371475"/>
                </a:lnTo>
                <a:lnTo>
                  <a:pt x="514350" y="390525"/>
                </a:lnTo>
                <a:lnTo>
                  <a:pt x="495300" y="390525"/>
                </a:lnTo>
                <a:lnTo>
                  <a:pt x="495300" y="381000"/>
                </a:lnTo>
                <a:lnTo>
                  <a:pt x="504825" y="381000"/>
                </a:lnTo>
                <a:close/>
                <a:moveTo>
                  <a:pt x="1009650" y="371475"/>
                </a:moveTo>
                <a:lnTo>
                  <a:pt x="1019175" y="371475"/>
                </a:lnTo>
                <a:lnTo>
                  <a:pt x="1019175" y="381000"/>
                </a:lnTo>
                <a:lnTo>
                  <a:pt x="1009650" y="381000"/>
                </a:lnTo>
                <a:close/>
                <a:moveTo>
                  <a:pt x="1028700" y="371475"/>
                </a:moveTo>
                <a:lnTo>
                  <a:pt x="1047750" y="371475"/>
                </a:lnTo>
                <a:lnTo>
                  <a:pt x="1047750" y="381000"/>
                </a:lnTo>
                <a:lnTo>
                  <a:pt x="1028700" y="381000"/>
                </a:lnTo>
                <a:close/>
                <a:moveTo>
                  <a:pt x="1162050" y="371475"/>
                </a:moveTo>
                <a:lnTo>
                  <a:pt x="1181100" y="371475"/>
                </a:lnTo>
                <a:lnTo>
                  <a:pt x="1181100" y="381000"/>
                </a:lnTo>
                <a:lnTo>
                  <a:pt x="1171575" y="381000"/>
                </a:lnTo>
                <a:lnTo>
                  <a:pt x="1171575" y="390525"/>
                </a:lnTo>
                <a:lnTo>
                  <a:pt x="1162050" y="390525"/>
                </a:lnTo>
                <a:close/>
                <a:moveTo>
                  <a:pt x="962025" y="381000"/>
                </a:moveTo>
                <a:lnTo>
                  <a:pt x="990600" y="381000"/>
                </a:lnTo>
                <a:lnTo>
                  <a:pt x="990600" y="390525"/>
                </a:lnTo>
                <a:lnTo>
                  <a:pt x="1000125" y="390525"/>
                </a:lnTo>
                <a:lnTo>
                  <a:pt x="1000125" y="409575"/>
                </a:lnTo>
                <a:lnTo>
                  <a:pt x="990600" y="409575"/>
                </a:lnTo>
                <a:lnTo>
                  <a:pt x="990600" y="400050"/>
                </a:lnTo>
                <a:lnTo>
                  <a:pt x="971550" y="400050"/>
                </a:lnTo>
                <a:lnTo>
                  <a:pt x="971550" y="419100"/>
                </a:lnTo>
                <a:lnTo>
                  <a:pt x="952500" y="419100"/>
                </a:lnTo>
                <a:lnTo>
                  <a:pt x="952500" y="409575"/>
                </a:lnTo>
                <a:lnTo>
                  <a:pt x="962025" y="409575"/>
                </a:lnTo>
                <a:close/>
                <a:moveTo>
                  <a:pt x="247650" y="390525"/>
                </a:moveTo>
                <a:lnTo>
                  <a:pt x="257175" y="390525"/>
                </a:lnTo>
                <a:lnTo>
                  <a:pt x="257175" y="400050"/>
                </a:lnTo>
                <a:lnTo>
                  <a:pt x="247650" y="400050"/>
                </a:lnTo>
                <a:close/>
                <a:moveTo>
                  <a:pt x="485775" y="390525"/>
                </a:moveTo>
                <a:lnTo>
                  <a:pt x="495300" y="390525"/>
                </a:lnTo>
                <a:lnTo>
                  <a:pt x="495300" y="409575"/>
                </a:lnTo>
                <a:lnTo>
                  <a:pt x="485775" y="409575"/>
                </a:lnTo>
                <a:close/>
                <a:moveTo>
                  <a:pt x="466725" y="400050"/>
                </a:moveTo>
                <a:lnTo>
                  <a:pt x="476250" y="400050"/>
                </a:lnTo>
                <a:lnTo>
                  <a:pt x="476250" y="409575"/>
                </a:lnTo>
                <a:lnTo>
                  <a:pt x="466725" y="409575"/>
                </a:lnTo>
                <a:close/>
                <a:moveTo>
                  <a:pt x="923925" y="400050"/>
                </a:moveTo>
                <a:lnTo>
                  <a:pt x="933450" y="400050"/>
                </a:lnTo>
                <a:lnTo>
                  <a:pt x="933450" y="428625"/>
                </a:lnTo>
                <a:lnTo>
                  <a:pt x="914400" y="428625"/>
                </a:lnTo>
                <a:lnTo>
                  <a:pt x="914400" y="409575"/>
                </a:lnTo>
                <a:lnTo>
                  <a:pt x="923925" y="409575"/>
                </a:lnTo>
                <a:close/>
                <a:moveTo>
                  <a:pt x="476250" y="409575"/>
                </a:moveTo>
                <a:lnTo>
                  <a:pt x="485775" y="409575"/>
                </a:lnTo>
                <a:lnTo>
                  <a:pt x="485775" y="428625"/>
                </a:lnTo>
                <a:lnTo>
                  <a:pt x="476250" y="428625"/>
                </a:lnTo>
                <a:close/>
                <a:moveTo>
                  <a:pt x="981075" y="409575"/>
                </a:moveTo>
                <a:lnTo>
                  <a:pt x="990600" y="409575"/>
                </a:lnTo>
                <a:lnTo>
                  <a:pt x="990600" y="419100"/>
                </a:lnTo>
                <a:lnTo>
                  <a:pt x="981075" y="419100"/>
                </a:lnTo>
                <a:close/>
                <a:moveTo>
                  <a:pt x="1000125" y="409575"/>
                </a:moveTo>
                <a:lnTo>
                  <a:pt x="1009650" y="409575"/>
                </a:lnTo>
                <a:lnTo>
                  <a:pt x="1009650" y="419100"/>
                </a:lnTo>
                <a:lnTo>
                  <a:pt x="1000125" y="419100"/>
                </a:lnTo>
                <a:close/>
                <a:moveTo>
                  <a:pt x="285750" y="419100"/>
                </a:moveTo>
                <a:lnTo>
                  <a:pt x="323850" y="419100"/>
                </a:lnTo>
                <a:lnTo>
                  <a:pt x="323850" y="428625"/>
                </a:lnTo>
                <a:lnTo>
                  <a:pt x="285750" y="428625"/>
                </a:lnTo>
                <a:close/>
                <a:moveTo>
                  <a:pt x="971550" y="419100"/>
                </a:moveTo>
                <a:lnTo>
                  <a:pt x="981075" y="419100"/>
                </a:lnTo>
                <a:lnTo>
                  <a:pt x="981075" y="428625"/>
                </a:lnTo>
                <a:lnTo>
                  <a:pt x="971550" y="428625"/>
                </a:lnTo>
                <a:close/>
                <a:moveTo>
                  <a:pt x="1095375" y="419100"/>
                </a:moveTo>
                <a:lnTo>
                  <a:pt x="1114425" y="419100"/>
                </a:lnTo>
                <a:lnTo>
                  <a:pt x="1114425" y="428625"/>
                </a:lnTo>
                <a:lnTo>
                  <a:pt x="1104900" y="428625"/>
                </a:lnTo>
                <a:lnTo>
                  <a:pt x="1104900" y="447675"/>
                </a:lnTo>
                <a:lnTo>
                  <a:pt x="1123950" y="447675"/>
                </a:lnTo>
                <a:lnTo>
                  <a:pt x="1123950" y="466725"/>
                </a:lnTo>
                <a:lnTo>
                  <a:pt x="1114425" y="466725"/>
                </a:lnTo>
                <a:lnTo>
                  <a:pt x="1114425" y="485775"/>
                </a:lnTo>
                <a:lnTo>
                  <a:pt x="1095375" y="485775"/>
                </a:lnTo>
                <a:lnTo>
                  <a:pt x="1095375" y="504825"/>
                </a:lnTo>
                <a:lnTo>
                  <a:pt x="1114425" y="504825"/>
                </a:lnTo>
                <a:lnTo>
                  <a:pt x="1114425" y="514350"/>
                </a:lnTo>
                <a:lnTo>
                  <a:pt x="1123950" y="514350"/>
                </a:lnTo>
                <a:lnTo>
                  <a:pt x="1123950" y="504825"/>
                </a:lnTo>
                <a:lnTo>
                  <a:pt x="1133475" y="504825"/>
                </a:lnTo>
                <a:lnTo>
                  <a:pt x="1133475" y="495300"/>
                </a:lnTo>
                <a:lnTo>
                  <a:pt x="1143000" y="495300"/>
                </a:lnTo>
                <a:lnTo>
                  <a:pt x="1143000" y="514350"/>
                </a:lnTo>
                <a:lnTo>
                  <a:pt x="1152525" y="514350"/>
                </a:lnTo>
                <a:lnTo>
                  <a:pt x="1152525" y="523875"/>
                </a:lnTo>
                <a:lnTo>
                  <a:pt x="1143000" y="523875"/>
                </a:lnTo>
                <a:lnTo>
                  <a:pt x="1143000" y="542925"/>
                </a:lnTo>
                <a:lnTo>
                  <a:pt x="1133475" y="542925"/>
                </a:lnTo>
                <a:lnTo>
                  <a:pt x="1133475" y="533400"/>
                </a:lnTo>
                <a:lnTo>
                  <a:pt x="1123950" y="533400"/>
                </a:lnTo>
                <a:lnTo>
                  <a:pt x="1123950" y="523875"/>
                </a:lnTo>
                <a:lnTo>
                  <a:pt x="1114425" y="523875"/>
                </a:lnTo>
                <a:lnTo>
                  <a:pt x="1114425" y="533400"/>
                </a:lnTo>
                <a:lnTo>
                  <a:pt x="1104900" y="533400"/>
                </a:lnTo>
                <a:lnTo>
                  <a:pt x="1104900" y="523875"/>
                </a:lnTo>
                <a:lnTo>
                  <a:pt x="1095375" y="523875"/>
                </a:lnTo>
                <a:lnTo>
                  <a:pt x="1095375" y="514350"/>
                </a:lnTo>
                <a:lnTo>
                  <a:pt x="1085850" y="514350"/>
                </a:lnTo>
                <a:lnTo>
                  <a:pt x="1085850" y="504825"/>
                </a:lnTo>
                <a:lnTo>
                  <a:pt x="1076325" y="504825"/>
                </a:lnTo>
                <a:lnTo>
                  <a:pt x="1076325" y="523875"/>
                </a:lnTo>
                <a:lnTo>
                  <a:pt x="1085850" y="523875"/>
                </a:lnTo>
                <a:lnTo>
                  <a:pt x="1085850" y="533400"/>
                </a:lnTo>
                <a:lnTo>
                  <a:pt x="1095375" y="533400"/>
                </a:lnTo>
                <a:lnTo>
                  <a:pt x="1095375" y="552450"/>
                </a:lnTo>
                <a:lnTo>
                  <a:pt x="1104900" y="552450"/>
                </a:lnTo>
                <a:lnTo>
                  <a:pt x="1104900" y="561975"/>
                </a:lnTo>
                <a:lnTo>
                  <a:pt x="1095375" y="561975"/>
                </a:lnTo>
                <a:lnTo>
                  <a:pt x="1095375" y="571500"/>
                </a:lnTo>
                <a:lnTo>
                  <a:pt x="1085850" y="571500"/>
                </a:lnTo>
                <a:lnTo>
                  <a:pt x="1085850" y="561975"/>
                </a:lnTo>
                <a:lnTo>
                  <a:pt x="1076325" y="561975"/>
                </a:lnTo>
                <a:lnTo>
                  <a:pt x="1076325" y="552450"/>
                </a:lnTo>
                <a:lnTo>
                  <a:pt x="1038225" y="552450"/>
                </a:lnTo>
                <a:lnTo>
                  <a:pt x="1038225" y="533400"/>
                </a:lnTo>
                <a:lnTo>
                  <a:pt x="1057275" y="533400"/>
                </a:lnTo>
                <a:lnTo>
                  <a:pt x="1057275" y="542925"/>
                </a:lnTo>
                <a:lnTo>
                  <a:pt x="1076325" y="542925"/>
                </a:lnTo>
                <a:lnTo>
                  <a:pt x="1076325" y="533400"/>
                </a:lnTo>
                <a:lnTo>
                  <a:pt x="1066800" y="533400"/>
                </a:lnTo>
                <a:lnTo>
                  <a:pt x="1066800" y="514350"/>
                </a:lnTo>
                <a:lnTo>
                  <a:pt x="1047750" y="514350"/>
                </a:lnTo>
                <a:lnTo>
                  <a:pt x="1047750" y="504825"/>
                </a:lnTo>
                <a:lnTo>
                  <a:pt x="1066800" y="504825"/>
                </a:lnTo>
                <a:lnTo>
                  <a:pt x="1066800" y="495300"/>
                </a:lnTo>
                <a:lnTo>
                  <a:pt x="1085850" y="495300"/>
                </a:lnTo>
                <a:lnTo>
                  <a:pt x="1085850" y="485775"/>
                </a:lnTo>
                <a:lnTo>
                  <a:pt x="1076325" y="485775"/>
                </a:lnTo>
                <a:lnTo>
                  <a:pt x="1076325" y="476250"/>
                </a:lnTo>
                <a:lnTo>
                  <a:pt x="1095375" y="476250"/>
                </a:lnTo>
                <a:lnTo>
                  <a:pt x="1095375" y="447675"/>
                </a:lnTo>
                <a:lnTo>
                  <a:pt x="1085850" y="447675"/>
                </a:lnTo>
                <a:lnTo>
                  <a:pt x="1085850" y="428625"/>
                </a:lnTo>
                <a:lnTo>
                  <a:pt x="1095375" y="428625"/>
                </a:lnTo>
                <a:close/>
                <a:moveTo>
                  <a:pt x="933450" y="428625"/>
                </a:moveTo>
                <a:lnTo>
                  <a:pt x="952500" y="428625"/>
                </a:lnTo>
                <a:lnTo>
                  <a:pt x="952500" y="438150"/>
                </a:lnTo>
                <a:lnTo>
                  <a:pt x="933450" y="438150"/>
                </a:lnTo>
                <a:close/>
                <a:moveTo>
                  <a:pt x="1133475" y="428625"/>
                </a:moveTo>
                <a:lnTo>
                  <a:pt x="1143000" y="428625"/>
                </a:lnTo>
                <a:lnTo>
                  <a:pt x="1143000" y="438150"/>
                </a:lnTo>
                <a:lnTo>
                  <a:pt x="1133475" y="438150"/>
                </a:lnTo>
                <a:close/>
                <a:moveTo>
                  <a:pt x="1152525" y="438150"/>
                </a:moveTo>
                <a:lnTo>
                  <a:pt x="1162050" y="438150"/>
                </a:lnTo>
                <a:lnTo>
                  <a:pt x="1162050" y="457200"/>
                </a:lnTo>
                <a:lnTo>
                  <a:pt x="1152525" y="457200"/>
                </a:lnTo>
                <a:close/>
                <a:moveTo>
                  <a:pt x="1171575" y="447675"/>
                </a:moveTo>
                <a:lnTo>
                  <a:pt x="1181100" y="447675"/>
                </a:lnTo>
                <a:lnTo>
                  <a:pt x="1181100" y="466725"/>
                </a:lnTo>
                <a:lnTo>
                  <a:pt x="1190625" y="466725"/>
                </a:lnTo>
                <a:lnTo>
                  <a:pt x="1190625" y="476250"/>
                </a:lnTo>
                <a:lnTo>
                  <a:pt x="1171575" y="476250"/>
                </a:lnTo>
                <a:close/>
                <a:moveTo>
                  <a:pt x="9525" y="457200"/>
                </a:moveTo>
                <a:lnTo>
                  <a:pt x="19050" y="457200"/>
                </a:lnTo>
                <a:lnTo>
                  <a:pt x="19050" y="466725"/>
                </a:lnTo>
                <a:lnTo>
                  <a:pt x="9525" y="466725"/>
                </a:lnTo>
                <a:close/>
                <a:moveTo>
                  <a:pt x="142875" y="466725"/>
                </a:moveTo>
                <a:lnTo>
                  <a:pt x="152400" y="466725"/>
                </a:lnTo>
                <a:lnTo>
                  <a:pt x="152400" y="476250"/>
                </a:lnTo>
                <a:lnTo>
                  <a:pt x="142875" y="476250"/>
                </a:lnTo>
                <a:close/>
                <a:moveTo>
                  <a:pt x="1057275" y="466725"/>
                </a:moveTo>
                <a:lnTo>
                  <a:pt x="1066800" y="466725"/>
                </a:lnTo>
                <a:lnTo>
                  <a:pt x="1066800" y="476250"/>
                </a:lnTo>
                <a:lnTo>
                  <a:pt x="1057275" y="476250"/>
                </a:lnTo>
                <a:close/>
                <a:moveTo>
                  <a:pt x="9525" y="495300"/>
                </a:moveTo>
                <a:lnTo>
                  <a:pt x="38100" y="495300"/>
                </a:lnTo>
                <a:lnTo>
                  <a:pt x="38100" y="523875"/>
                </a:lnTo>
                <a:lnTo>
                  <a:pt x="19050" y="523875"/>
                </a:lnTo>
                <a:lnTo>
                  <a:pt x="19050" y="504825"/>
                </a:lnTo>
                <a:lnTo>
                  <a:pt x="9525" y="504825"/>
                </a:lnTo>
                <a:close/>
                <a:moveTo>
                  <a:pt x="1019175" y="523875"/>
                </a:moveTo>
                <a:lnTo>
                  <a:pt x="1028700" y="523875"/>
                </a:lnTo>
                <a:lnTo>
                  <a:pt x="1028700" y="533400"/>
                </a:lnTo>
                <a:lnTo>
                  <a:pt x="1019175" y="533400"/>
                </a:lnTo>
                <a:close/>
                <a:moveTo>
                  <a:pt x="1123950" y="523875"/>
                </a:moveTo>
                <a:lnTo>
                  <a:pt x="1133475" y="523875"/>
                </a:lnTo>
                <a:lnTo>
                  <a:pt x="1133475" y="514350"/>
                </a:lnTo>
                <a:lnTo>
                  <a:pt x="1123950" y="514350"/>
                </a:lnTo>
                <a:close/>
                <a:moveTo>
                  <a:pt x="981075" y="542925"/>
                </a:moveTo>
                <a:lnTo>
                  <a:pt x="990600" y="542925"/>
                </a:lnTo>
                <a:lnTo>
                  <a:pt x="990600" y="561975"/>
                </a:lnTo>
                <a:lnTo>
                  <a:pt x="971550" y="561975"/>
                </a:lnTo>
                <a:lnTo>
                  <a:pt x="971550" y="552450"/>
                </a:lnTo>
                <a:lnTo>
                  <a:pt x="981075" y="552450"/>
                </a:lnTo>
                <a:close/>
                <a:moveTo>
                  <a:pt x="1095375" y="571500"/>
                </a:moveTo>
                <a:lnTo>
                  <a:pt x="1114425" y="571500"/>
                </a:lnTo>
                <a:lnTo>
                  <a:pt x="1114425" y="590550"/>
                </a:lnTo>
                <a:lnTo>
                  <a:pt x="1095375" y="590550"/>
                </a:lnTo>
                <a:close/>
                <a:moveTo>
                  <a:pt x="1028700" y="581025"/>
                </a:moveTo>
                <a:lnTo>
                  <a:pt x="1038225" y="581025"/>
                </a:lnTo>
                <a:lnTo>
                  <a:pt x="1038225" y="590550"/>
                </a:lnTo>
                <a:lnTo>
                  <a:pt x="1028700" y="590550"/>
                </a:lnTo>
                <a:close/>
                <a:moveTo>
                  <a:pt x="1000125" y="590550"/>
                </a:moveTo>
                <a:lnTo>
                  <a:pt x="1009650" y="590550"/>
                </a:lnTo>
                <a:lnTo>
                  <a:pt x="1009650" y="600075"/>
                </a:lnTo>
                <a:lnTo>
                  <a:pt x="1000125" y="600075"/>
                </a:lnTo>
                <a:close/>
                <a:moveTo>
                  <a:pt x="1038225" y="590550"/>
                </a:moveTo>
                <a:lnTo>
                  <a:pt x="1066800" y="590550"/>
                </a:lnTo>
                <a:lnTo>
                  <a:pt x="1066800" y="600075"/>
                </a:lnTo>
                <a:lnTo>
                  <a:pt x="1085850" y="600075"/>
                </a:lnTo>
                <a:lnTo>
                  <a:pt x="1085850" y="609600"/>
                </a:lnTo>
                <a:lnTo>
                  <a:pt x="1095375" y="609600"/>
                </a:lnTo>
                <a:lnTo>
                  <a:pt x="1095375" y="638175"/>
                </a:lnTo>
                <a:lnTo>
                  <a:pt x="1085850" y="638175"/>
                </a:lnTo>
                <a:lnTo>
                  <a:pt x="1085850" y="628650"/>
                </a:lnTo>
                <a:lnTo>
                  <a:pt x="1066800" y="628650"/>
                </a:lnTo>
                <a:lnTo>
                  <a:pt x="1066800" y="609600"/>
                </a:lnTo>
                <a:lnTo>
                  <a:pt x="1057275" y="609600"/>
                </a:lnTo>
                <a:lnTo>
                  <a:pt x="1057275" y="600075"/>
                </a:lnTo>
                <a:lnTo>
                  <a:pt x="1038225" y="600075"/>
                </a:lnTo>
                <a:close/>
                <a:moveTo>
                  <a:pt x="1133475" y="600075"/>
                </a:moveTo>
                <a:lnTo>
                  <a:pt x="1162050" y="600075"/>
                </a:lnTo>
                <a:lnTo>
                  <a:pt x="1162050" y="609600"/>
                </a:lnTo>
                <a:lnTo>
                  <a:pt x="1152525" y="609600"/>
                </a:lnTo>
                <a:lnTo>
                  <a:pt x="1152525" y="619125"/>
                </a:lnTo>
                <a:lnTo>
                  <a:pt x="1143000" y="619125"/>
                </a:lnTo>
                <a:lnTo>
                  <a:pt x="1143000" y="609600"/>
                </a:lnTo>
                <a:lnTo>
                  <a:pt x="1133475" y="609600"/>
                </a:lnTo>
                <a:close/>
                <a:moveTo>
                  <a:pt x="990600" y="609600"/>
                </a:moveTo>
                <a:lnTo>
                  <a:pt x="1000125" y="609600"/>
                </a:lnTo>
                <a:lnTo>
                  <a:pt x="1000125" y="619125"/>
                </a:lnTo>
                <a:lnTo>
                  <a:pt x="990600" y="619125"/>
                </a:lnTo>
                <a:close/>
                <a:moveTo>
                  <a:pt x="1123950" y="609600"/>
                </a:moveTo>
                <a:lnTo>
                  <a:pt x="1133475" y="609600"/>
                </a:lnTo>
                <a:lnTo>
                  <a:pt x="1133475" y="619125"/>
                </a:lnTo>
                <a:lnTo>
                  <a:pt x="1123950" y="619125"/>
                </a:lnTo>
                <a:close/>
                <a:moveTo>
                  <a:pt x="1133475" y="619125"/>
                </a:moveTo>
                <a:lnTo>
                  <a:pt x="1143000" y="619125"/>
                </a:lnTo>
                <a:lnTo>
                  <a:pt x="1143000" y="628650"/>
                </a:lnTo>
                <a:lnTo>
                  <a:pt x="1133475" y="628650"/>
                </a:lnTo>
                <a:close/>
                <a:moveTo>
                  <a:pt x="1095375" y="638175"/>
                </a:moveTo>
                <a:lnTo>
                  <a:pt x="1104900" y="638175"/>
                </a:lnTo>
                <a:lnTo>
                  <a:pt x="1104900" y="647700"/>
                </a:lnTo>
                <a:lnTo>
                  <a:pt x="1095375" y="647700"/>
                </a:lnTo>
                <a:close/>
                <a:moveTo>
                  <a:pt x="1171575" y="666750"/>
                </a:moveTo>
                <a:lnTo>
                  <a:pt x="1181100" y="666750"/>
                </a:lnTo>
                <a:lnTo>
                  <a:pt x="1181100" y="676275"/>
                </a:lnTo>
                <a:lnTo>
                  <a:pt x="1171575" y="676275"/>
                </a:lnTo>
                <a:close/>
                <a:moveTo>
                  <a:pt x="361950" y="676275"/>
                </a:moveTo>
                <a:lnTo>
                  <a:pt x="381000" y="676275"/>
                </a:lnTo>
                <a:lnTo>
                  <a:pt x="381000" y="704850"/>
                </a:lnTo>
                <a:lnTo>
                  <a:pt x="371475" y="704850"/>
                </a:lnTo>
                <a:lnTo>
                  <a:pt x="371475" y="695325"/>
                </a:lnTo>
                <a:lnTo>
                  <a:pt x="361950" y="695325"/>
                </a:lnTo>
                <a:close/>
                <a:moveTo>
                  <a:pt x="504825" y="676275"/>
                </a:moveTo>
                <a:lnTo>
                  <a:pt x="533400" y="676275"/>
                </a:lnTo>
                <a:lnTo>
                  <a:pt x="533400" y="685800"/>
                </a:lnTo>
                <a:lnTo>
                  <a:pt x="514350" y="685800"/>
                </a:lnTo>
                <a:lnTo>
                  <a:pt x="514350" y="695325"/>
                </a:lnTo>
                <a:lnTo>
                  <a:pt x="504825" y="695325"/>
                </a:lnTo>
                <a:close/>
                <a:moveTo>
                  <a:pt x="542925" y="676275"/>
                </a:moveTo>
                <a:lnTo>
                  <a:pt x="571500" y="676275"/>
                </a:lnTo>
                <a:lnTo>
                  <a:pt x="571500" y="685800"/>
                </a:lnTo>
                <a:lnTo>
                  <a:pt x="542925" y="685800"/>
                </a:lnTo>
                <a:close/>
                <a:moveTo>
                  <a:pt x="1085850" y="676275"/>
                </a:moveTo>
                <a:lnTo>
                  <a:pt x="1095375" y="676275"/>
                </a:lnTo>
                <a:lnTo>
                  <a:pt x="1095375" y="685800"/>
                </a:lnTo>
                <a:lnTo>
                  <a:pt x="1104900" y="685800"/>
                </a:lnTo>
                <a:lnTo>
                  <a:pt x="1104900" y="695325"/>
                </a:lnTo>
                <a:lnTo>
                  <a:pt x="1076325" y="695325"/>
                </a:lnTo>
                <a:lnTo>
                  <a:pt x="1076325" y="685800"/>
                </a:lnTo>
                <a:lnTo>
                  <a:pt x="1085850" y="685800"/>
                </a:lnTo>
                <a:close/>
                <a:moveTo>
                  <a:pt x="390525" y="695325"/>
                </a:moveTo>
                <a:lnTo>
                  <a:pt x="409575" y="695325"/>
                </a:lnTo>
                <a:lnTo>
                  <a:pt x="409575" y="704850"/>
                </a:lnTo>
                <a:lnTo>
                  <a:pt x="390525" y="704850"/>
                </a:lnTo>
                <a:close/>
                <a:moveTo>
                  <a:pt x="581025" y="695325"/>
                </a:moveTo>
                <a:lnTo>
                  <a:pt x="600075" y="695325"/>
                </a:lnTo>
                <a:lnTo>
                  <a:pt x="600075" y="704850"/>
                </a:lnTo>
                <a:lnTo>
                  <a:pt x="581025" y="704850"/>
                </a:lnTo>
                <a:close/>
                <a:moveTo>
                  <a:pt x="152400" y="704850"/>
                </a:moveTo>
                <a:lnTo>
                  <a:pt x="161925" y="704850"/>
                </a:lnTo>
                <a:lnTo>
                  <a:pt x="161925" y="723900"/>
                </a:lnTo>
                <a:lnTo>
                  <a:pt x="152400" y="723900"/>
                </a:lnTo>
                <a:close/>
                <a:moveTo>
                  <a:pt x="381000" y="704850"/>
                </a:moveTo>
                <a:lnTo>
                  <a:pt x="390525" y="704850"/>
                </a:lnTo>
                <a:lnTo>
                  <a:pt x="390525" y="723900"/>
                </a:lnTo>
                <a:lnTo>
                  <a:pt x="371475" y="723900"/>
                </a:lnTo>
                <a:lnTo>
                  <a:pt x="371475" y="714375"/>
                </a:lnTo>
                <a:lnTo>
                  <a:pt x="381000" y="714375"/>
                </a:lnTo>
                <a:close/>
                <a:moveTo>
                  <a:pt x="485775" y="704850"/>
                </a:moveTo>
                <a:lnTo>
                  <a:pt x="504825" y="704850"/>
                </a:lnTo>
                <a:lnTo>
                  <a:pt x="504825" y="733425"/>
                </a:lnTo>
                <a:lnTo>
                  <a:pt x="514350" y="733425"/>
                </a:lnTo>
                <a:lnTo>
                  <a:pt x="514350" y="742950"/>
                </a:lnTo>
                <a:lnTo>
                  <a:pt x="523875" y="742950"/>
                </a:lnTo>
                <a:lnTo>
                  <a:pt x="523875" y="752475"/>
                </a:lnTo>
                <a:lnTo>
                  <a:pt x="533400" y="752475"/>
                </a:lnTo>
                <a:lnTo>
                  <a:pt x="533400" y="762000"/>
                </a:lnTo>
                <a:lnTo>
                  <a:pt x="542925" y="762000"/>
                </a:lnTo>
                <a:lnTo>
                  <a:pt x="542925" y="800100"/>
                </a:lnTo>
                <a:lnTo>
                  <a:pt x="523875" y="800100"/>
                </a:lnTo>
                <a:lnTo>
                  <a:pt x="523875" y="790575"/>
                </a:lnTo>
                <a:lnTo>
                  <a:pt x="514350" y="790575"/>
                </a:lnTo>
                <a:lnTo>
                  <a:pt x="514350" y="781050"/>
                </a:lnTo>
                <a:lnTo>
                  <a:pt x="504825" y="781050"/>
                </a:lnTo>
                <a:lnTo>
                  <a:pt x="504825" y="771525"/>
                </a:lnTo>
                <a:lnTo>
                  <a:pt x="485775" y="771525"/>
                </a:lnTo>
                <a:lnTo>
                  <a:pt x="485775" y="790575"/>
                </a:lnTo>
                <a:lnTo>
                  <a:pt x="476250" y="790575"/>
                </a:lnTo>
                <a:lnTo>
                  <a:pt x="476250" y="781050"/>
                </a:lnTo>
                <a:lnTo>
                  <a:pt x="466725" y="781050"/>
                </a:lnTo>
                <a:lnTo>
                  <a:pt x="466725" y="771525"/>
                </a:lnTo>
                <a:lnTo>
                  <a:pt x="457200" y="771525"/>
                </a:lnTo>
                <a:lnTo>
                  <a:pt x="457200" y="762000"/>
                </a:lnTo>
                <a:lnTo>
                  <a:pt x="447675" y="762000"/>
                </a:lnTo>
                <a:lnTo>
                  <a:pt x="447675" y="742950"/>
                </a:lnTo>
                <a:lnTo>
                  <a:pt x="428625" y="742950"/>
                </a:lnTo>
                <a:lnTo>
                  <a:pt x="428625" y="752475"/>
                </a:lnTo>
                <a:lnTo>
                  <a:pt x="419100" y="752475"/>
                </a:lnTo>
                <a:lnTo>
                  <a:pt x="419100" y="733425"/>
                </a:lnTo>
                <a:lnTo>
                  <a:pt x="409575" y="733425"/>
                </a:lnTo>
                <a:lnTo>
                  <a:pt x="409575" y="714375"/>
                </a:lnTo>
                <a:lnTo>
                  <a:pt x="419100" y="714375"/>
                </a:lnTo>
                <a:lnTo>
                  <a:pt x="419100" y="733425"/>
                </a:lnTo>
                <a:lnTo>
                  <a:pt x="428625" y="733425"/>
                </a:lnTo>
                <a:lnTo>
                  <a:pt x="428625" y="714375"/>
                </a:lnTo>
                <a:lnTo>
                  <a:pt x="438150" y="714375"/>
                </a:lnTo>
                <a:lnTo>
                  <a:pt x="438150" y="723900"/>
                </a:lnTo>
                <a:lnTo>
                  <a:pt x="447675" y="723900"/>
                </a:lnTo>
                <a:lnTo>
                  <a:pt x="447675" y="733425"/>
                </a:lnTo>
                <a:lnTo>
                  <a:pt x="457200" y="733425"/>
                </a:lnTo>
                <a:lnTo>
                  <a:pt x="457200" y="762000"/>
                </a:lnTo>
                <a:lnTo>
                  <a:pt x="485775" y="762000"/>
                </a:lnTo>
                <a:lnTo>
                  <a:pt x="485775" y="752475"/>
                </a:lnTo>
                <a:lnTo>
                  <a:pt x="495300" y="752475"/>
                </a:lnTo>
                <a:lnTo>
                  <a:pt x="495300" y="714375"/>
                </a:lnTo>
                <a:lnTo>
                  <a:pt x="485775" y="714375"/>
                </a:lnTo>
                <a:close/>
                <a:moveTo>
                  <a:pt x="1047750" y="704850"/>
                </a:moveTo>
                <a:lnTo>
                  <a:pt x="1076325" y="704850"/>
                </a:lnTo>
                <a:lnTo>
                  <a:pt x="1076325" y="714375"/>
                </a:lnTo>
                <a:lnTo>
                  <a:pt x="1066800" y="714375"/>
                </a:lnTo>
                <a:lnTo>
                  <a:pt x="1066800" y="742950"/>
                </a:lnTo>
                <a:lnTo>
                  <a:pt x="1114425" y="742950"/>
                </a:lnTo>
                <a:lnTo>
                  <a:pt x="1114425" y="762000"/>
                </a:lnTo>
                <a:lnTo>
                  <a:pt x="1104900" y="762000"/>
                </a:lnTo>
                <a:lnTo>
                  <a:pt x="1104900" y="771525"/>
                </a:lnTo>
                <a:lnTo>
                  <a:pt x="1114425" y="771525"/>
                </a:lnTo>
                <a:lnTo>
                  <a:pt x="1114425" y="762000"/>
                </a:lnTo>
                <a:lnTo>
                  <a:pt x="1123950" y="762000"/>
                </a:lnTo>
                <a:lnTo>
                  <a:pt x="1123950" y="771525"/>
                </a:lnTo>
                <a:lnTo>
                  <a:pt x="1133475" y="771525"/>
                </a:lnTo>
                <a:lnTo>
                  <a:pt x="1133475" y="790575"/>
                </a:lnTo>
                <a:lnTo>
                  <a:pt x="1114425" y="790575"/>
                </a:lnTo>
                <a:lnTo>
                  <a:pt x="1114425" y="781050"/>
                </a:lnTo>
                <a:lnTo>
                  <a:pt x="1085850" y="781050"/>
                </a:lnTo>
                <a:lnTo>
                  <a:pt x="1085850" y="771525"/>
                </a:lnTo>
                <a:lnTo>
                  <a:pt x="1076325" y="771525"/>
                </a:lnTo>
                <a:lnTo>
                  <a:pt x="1076325" y="752475"/>
                </a:lnTo>
                <a:lnTo>
                  <a:pt x="1057275" y="752475"/>
                </a:lnTo>
                <a:lnTo>
                  <a:pt x="1057275" y="723900"/>
                </a:lnTo>
                <a:lnTo>
                  <a:pt x="1047750" y="723900"/>
                </a:lnTo>
                <a:close/>
                <a:moveTo>
                  <a:pt x="1114425" y="704850"/>
                </a:moveTo>
                <a:lnTo>
                  <a:pt x="1133475" y="704850"/>
                </a:lnTo>
                <a:lnTo>
                  <a:pt x="1133475" y="723900"/>
                </a:lnTo>
                <a:lnTo>
                  <a:pt x="1123950" y="723900"/>
                </a:lnTo>
                <a:lnTo>
                  <a:pt x="1123950" y="714375"/>
                </a:lnTo>
                <a:lnTo>
                  <a:pt x="1114425" y="714375"/>
                </a:lnTo>
                <a:close/>
                <a:moveTo>
                  <a:pt x="219075" y="714375"/>
                </a:moveTo>
                <a:lnTo>
                  <a:pt x="228600" y="714375"/>
                </a:lnTo>
                <a:lnTo>
                  <a:pt x="228600" y="723900"/>
                </a:lnTo>
                <a:lnTo>
                  <a:pt x="238125" y="723900"/>
                </a:lnTo>
                <a:lnTo>
                  <a:pt x="238125" y="733425"/>
                </a:lnTo>
                <a:lnTo>
                  <a:pt x="266700" y="733425"/>
                </a:lnTo>
                <a:lnTo>
                  <a:pt x="266700" y="752475"/>
                </a:lnTo>
                <a:lnTo>
                  <a:pt x="247650" y="752475"/>
                </a:lnTo>
                <a:lnTo>
                  <a:pt x="247650" y="762000"/>
                </a:lnTo>
                <a:lnTo>
                  <a:pt x="228600" y="762000"/>
                </a:lnTo>
                <a:lnTo>
                  <a:pt x="228600" y="742950"/>
                </a:lnTo>
                <a:lnTo>
                  <a:pt x="209550" y="742950"/>
                </a:lnTo>
                <a:lnTo>
                  <a:pt x="209550" y="733425"/>
                </a:lnTo>
                <a:lnTo>
                  <a:pt x="219075" y="733425"/>
                </a:lnTo>
                <a:close/>
                <a:moveTo>
                  <a:pt x="285750" y="714375"/>
                </a:moveTo>
                <a:lnTo>
                  <a:pt x="295275" y="714375"/>
                </a:lnTo>
                <a:lnTo>
                  <a:pt x="295275" y="723900"/>
                </a:lnTo>
                <a:lnTo>
                  <a:pt x="304800" y="723900"/>
                </a:lnTo>
                <a:lnTo>
                  <a:pt x="304800" y="733425"/>
                </a:lnTo>
                <a:lnTo>
                  <a:pt x="285750" y="733425"/>
                </a:lnTo>
                <a:close/>
                <a:moveTo>
                  <a:pt x="476250" y="714375"/>
                </a:moveTo>
                <a:lnTo>
                  <a:pt x="485775" y="714375"/>
                </a:lnTo>
                <a:lnTo>
                  <a:pt x="485775" y="723900"/>
                </a:lnTo>
                <a:lnTo>
                  <a:pt x="476250" y="723900"/>
                </a:lnTo>
                <a:close/>
                <a:moveTo>
                  <a:pt x="685800" y="714375"/>
                </a:moveTo>
                <a:lnTo>
                  <a:pt x="695325" y="714375"/>
                </a:lnTo>
                <a:lnTo>
                  <a:pt x="695325" y="723900"/>
                </a:lnTo>
                <a:lnTo>
                  <a:pt x="685800" y="723900"/>
                </a:lnTo>
                <a:close/>
                <a:moveTo>
                  <a:pt x="809625" y="714375"/>
                </a:moveTo>
                <a:lnTo>
                  <a:pt x="847725" y="714375"/>
                </a:lnTo>
                <a:lnTo>
                  <a:pt x="847725" y="723900"/>
                </a:lnTo>
                <a:lnTo>
                  <a:pt x="809625" y="723900"/>
                </a:lnTo>
                <a:close/>
                <a:moveTo>
                  <a:pt x="619125" y="723900"/>
                </a:moveTo>
                <a:lnTo>
                  <a:pt x="628650" y="723900"/>
                </a:lnTo>
                <a:lnTo>
                  <a:pt x="628650" y="733425"/>
                </a:lnTo>
                <a:lnTo>
                  <a:pt x="638175" y="733425"/>
                </a:lnTo>
                <a:lnTo>
                  <a:pt x="638175" y="742950"/>
                </a:lnTo>
                <a:lnTo>
                  <a:pt x="609600" y="742950"/>
                </a:lnTo>
                <a:lnTo>
                  <a:pt x="609600" y="733425"/>
                </a:lnTo>
                <a:lnTo>
                  <a:pt x="619125" y="733425"/>
                </a:lnTo>
                <a:close/>
                <a:moveTo>
                  <a:pt x="1181100" y="723900"/>
                </a:moveTo>
                <a:lnTo>
                  <a:pt x="1200150" y="723900"/>
                </a:lnTo>
                <a:lnTo>
                  <a:pt x="1200150" y="733425"/>
                </a:lnTo>
                <a:lnTo>
                  <a:pt x="1209675" y="733425"/>
                </a:lnTo>
                <a:lnTo>
                  <a:pt x="1209675" y="752475"/>
                </a:lnTo>
                <a:lnTo>
                  <a:pt x="1190625" y="752475"/>
                </a:lnTo>
                <a:lnTo>
                  <a:pt x="1190625" y="762000"/>
                </a:lnTo>
                <a:lnTo>
                  <a:pt x="1181100" y="762000"/>
                </a:lnTo>
                <a:lnTo>
                  <a:pt x="1181100" y="790575"/>
                </a:lnTo>
                <a:lnTo>
                  <a:pt x="1162050" y="790575"/>
                </a:lnTo>
                <a:lnTo>
                  <a:pt x="1162050" y="762000"/>
                </a:lnTo>
                <a:lnTo>
                  <a:pt x="1171575" y="762000"/>
                </a:lnTo>
                <a:lnTo>
                  <a:pt x="1171575" y="742950"/>
                </a:lnTo>
                <a:lnTo>
                  <a:pt x="1190625" y="742950"/>
                </a:lnTo>
                <a:lnTo>
                  <a:pt x="1190625" y="733425"/>
                </a:lnTo>
                <a:lnTo>
                  <a:pt x="1181100" y="733425"/>
                </a:lnTo>
                <a:close/>
                <a:moveTo>
                  <a:pt x="361950" y="733425"/>
                </a:moveTo>
                <a:lnTo>
                  <a:pt x="371475" y="733425"/>
                </a:lnTo>
                <a:lnTo>
                  <a:pt x="371475" y="742950"/>
                </a:lnTo>
                <a:lnTo>
                  <a:pt x="361950" y="742950"/>
                </a:lnTo>
                <a:close/>
                <a:moveTo>
                  <a:pt x="552450" y="733425"/>
                </a:moveTo>
                <a:lnTo>
                  <a:pt x="571500" y="733425"/>
                </a:lnTo>
                <a:lnTo>
                  <a:pt x="571500" y="742950"/>
                </a:lnTo>
                <a:lnTo>
                  <a:pt x="581025" y="742950"/>
                </a:lnTo>
                <a:lnTo>
                  <a:pt x="581025" y="781050"/>
                </a:lnTo>
                <a:lnTo>
                  <a:pt x="571500" y="781050"/>
                </a:lnTo>
                <a:lnTo>
                  <a:pt x="571500" y="752475"/>
                </a:lnTo>
                <a:lnTo>
                  <a:pt x="552450" y="752475"/>
                </a:lnTo>
                <a:close/>
                <a:moveTo>
                  <a:pt x="790575" y="733425"/>
                </a:moveTo>
                <a:lnTo>
                  <a:pt x="809625" y="733425"/>
                </a:lnTo>
                <a:lnTo>
                  <a:pt x="809625" y="742950"/>
                </a:lnTo>
                <a:lnTo>
                  <a:pt x="800100" y="742950"/>
                </a:lnTo>
                <a:lnTo>
                  <a:pt x="800100" y="752475"/>
                </a:lnTo>
                <a:lnTo>
                  <a:pt x="790575" y="752475"/>
                </a:lnTo>
                <a:close/>
                <a:moveTo>
                  <a:pt x="762000" y="742950"/>
                </a:moveTo>
                <a:lnTo>
                  <a:pt x="781050" y="742950"/>
                </a:lnTo>
                <a:lnTo>
                  <a:pt x="781050" y="752475"/>
                </a:lnTo>
                <a:lnTo>
                  <a:pt x="790575" y="752475"/>
                </a:lnTo>
                <a:lnTo>
                  <a:pt x="790575" y="771525"/>
                </a:lnTo>
                <a:lnTo>
                  <a:pt x="781050" y="771525"/>
                </a:lnTo>
                <a:lnTo>
                  <a:pt x="781050" y="781050"/>
                </a:lnTo>
                <a:lnTo>
                  <a:pt x="762000" y="781050"/>
                </a:lnTo>
                <a:lnTo>
                  <a:pt x="762000" y="762000"/>
                </a:lnTo>
                <a:lnTo>
                  <a:pt x="752475" y="762000"/>
                </a:lnTo>
                <a:lnTo>
                  <a:pt x="752475" y="752475"/>
                </a:lnTo>
                <a:lnTo>
                  <a:pt x="762000" y="752475"/>
                </a:lnTo>
                <a:close/>
                <a:moveTo>
                  <a:pt x="1000125" y="742950"/>
                </a:moveTo>
                <a:lnTo>
                  <a:pt x="1009650" y="742950"/>
                </a:lnTo>
                <a:lnTo>
                  <a:pt x="1009650" y="752475"/>
                </a:lnTo>
                <a:lnTo>
                  <a:pt x="1000125" y="752475"/>
                </a:lnTo>
                <a:close/>
                <a:moveTo>
                  <a:pt x="304800" y="752475"/>
                </a:moveTo>
                <a:lnTo>
                  <a:pt x="314325" y="752475"/>
                </a:lnTo>
                <a:lnTo>
                  <a:pt x="314325" y="762000"/>
                </a:lnTo>
                <a:lnTo>
                  <a:pt x="333375" y="762000"/>
                </a:lnTo>
                <a:lnTo>
                  <a:pt x="333375" y="752475"/>
                </a:lnTo>
                <a:lnTo>
                  <a:pt x="361950" y="752475"/>
                </a:lnTo>
                <a:lnTo>
                  <a:pt x="361950" y="762000"/>
                </a:lnTo>
                <a:lnTo>
                  <a:pt x="342900" y="762000"/>
                </a:lnTo>
                <a:lnTo>
                  <a:pt x="342900" y="771525"/>
                </a:lnTo>
                <a:lnTo>
                  <a:pt x="333375" y="771525"/>
                </a:lnTo>
                <a:lnTo>
                  <a:pt x="333375" y="781050"/>
                </a:lnTo>
                <a:lnTo>
                  <a:pt x="314325" y="781050"/>
                </a:lnTo>
                <a:lnTo>
                  <a:pt x="314325" y="771525"/>
                </a:lnTo>
                <a:lnTo>
                  <a:pt x="304800" y="771525"/>
                </a:lnTo>
                <a:close/>
                <a:moveTo>
                  <a:pt x="409575" y="752475"/>
                </a:moveTo>
                <a:lnTo>
                  <a:pt x="419100" y="752475"/>
                </a:lnTo>
                <a:lnTo>
                  <a:pt x="419100" y="762000"/>
                </a:lnTo>
                <a:lnTo>
                  <a:pt x="409575" y="762000"/>
                </a:lnTo>
                <a:close/>
                <a:moveTo>
                  <a:pt x="1038225" y="752475"/>
                </a:moveTo>
                <a:lnTo>
                  <a:pt x="1047750" y="752475"/>
                </a:lnTo>
                <a:lnTo>
                  <a:pt x="1047750" y="762000"/>
                </a:lnTo>
                <a:lnTo>
                  <a:pt x="1038225" y="762000"/>
                </a:lnTo>
                <a:close/>
                <a:moveTo>
                  <a:pt x="266700" y="762000"/>
                </a:moveTo>
                <a:lnTo>
                  <a:pt x="276225" y="762000"/>
                </a:lnTo>
                <a:lnTo>
                  <a:pt x="276225" y="771525"/>
                </a:lnTo>
                <a:lnTo>
                  <a:pt x="266700" y="771525"/>
                </a:lnTo>
                <a:close/>
                <a:moveTo>
                  <a:pt x="495300" y="762000"/>
                </a:moveTo>
                <a:lnTo>
                  <a:pt x="504825" y="762000"/>
                </a:lnTo>
                <a:lnTo>
                  <a:pt x="504825" y="752475"/>
                </a:lnTo>
                <a:lnTo>
                  <a:pt x="495300" y="752475"/>
                </a:lnTo>
                <a:close/>
                <a:moveTo>
                  <a:pt x="590550" y="762000"/>
                </a:moveTo>
                <a:lnTo>
                  <a:pt x="600075" y="762000"/>
                </a:lnTo>
                <a:lnTo>
                  <a:pt x="600075" y="771525"/>
                </a:lnTo>
                <a:lnTo>
                  <a:pt x="590550" y="771525"/>
                </a:lnTo>
                <a:close/>
                <a:moveTo>
                  <a:pt x="647700" y="762000"/>
                </a:moveTo>
                <a:lnTo>
                  <a:pt x="657225" y="762000"/>
                </a:lnTo>
                <a:lnTo>
                  <a:pt x="657225" y="771525"/>
                </a:lnTo>
                <a:lnTo>
                  <a:pt x="647700" y="771525"/>
                </a:lnTo>
                <a:close/>
                <a:moveTo>
                  <a:pt x="714375" y="762000"/>
                </a:moveTo>
                <a:lnTo>
                  <a:pt x="733425" y="762000"/>
                </a:lnTo>
                <a:lnTo>
                  <a:pt x="733425" y="800100"/>
                </a:lnTo>
                <a:lnTo>
                  <a:pt x="714375" y="800100"/>
                </a:lnTo>
                <a:lnTo>
                  <a:pt x="714375" y="809625"/>
                </a:lnTo>
                <a:lnTo>
                  <a:pt x="685800" y="809625"/>
                </a:lnTo>
                <a:lnTo>
                  <a:pt x="685800" y="800100"/>
                </a:lnTo>
                <a:lnTo>
                  <a:pt x="666750" y="800100"/>
                </a:lnTo>
                <a:lnTo>
                  <a:pt x="666750" y="771525"/>
                </a:lnTo>
                <a:lnTo>
                  <a:pt x="685800" y="771525"/>
                </a:lnTo>
                <a:lnTo>
                  <a:pt x="685800" y="781050"/>
                </a:lnTo>
                <a:lnTo>
                  <a:pt x="695325" y="781050"/>
                </a:lnTo>
                <a:lnTo>
                  <a:pt x="695325" y="790575"/>
                </a:lnTo>
                <a:lnTo>
                  <a:pt x="714375" y="790575"/>
                </a:lnTo>
                <a:lnTo>
                  <a:pt x="714375" y="781050"/>
                </a:lnTo>
                <a:lnTo>
                  <a:pt x="723900" y="781050"/>
                </a:lnTo>
                <a:lnTo>
                  <a:pt x="723900" y="771525"/>
                </a:lnTo>
                <a:lnTo>
                  <a:pt x="714375" y="771525"/>
                </a:lnTo>
                <a:close/>
                <a:moveTo>
                  <a:pt x="981075" y="762000"/>
                </a:moveTo>
                <a:lnTo>
                  <a:pt x="1000125" y="762000"/>
                </a:lnTo>
                <a:lnTo>
                  <a:pt x="1000125" y="771525"/>
                </a:lnTo>
                <a:lnTo>
                  <a:pt x="1019175" y="771525"/>
                </a:lnTo>
                <a:lnTo>
                  <a:pt x="1019175" y="781050"/>
                </a:lnTo>
                <a:lnTo>
                  <a:pt x="1000125" y="781050"/>
                </a:lnTo>
                <a:lnTo>
                  <a:pt x="1000125" y="790575"/>
                </a:lnTo>
                <a:lnTo>
                  <a:pt x="990600" y="790575"/>
                </a:lnTo>
                <a:lnTo>
                  <a:pt x="990600" y="800100"/>
                </a:lnTo>
                <a:lnTo>
                  <a:pt x="981075" y="800100"/>
                </a:lnTo>
                <a:lnTo>
                  <a:pt x="981075" y="790575"/>
                </a:lnTo>
                <a:lnTo>
                  <a:pt x="971550" y="790575"/>
                </a:lnTo>
                <a:lnTo>
                  <a:pt x="971550" y="781050"/>
                </a:lnTo>
                <a:lnTo>
                  <a:pt x="981075" y="781050"/>
                </a:lnTo>
                <a:close/>
                <a:moveTo>
                  <a:pt x="1047750" y="762000"/>
                </a:moveTo>
                <a:lnTo>
                  <a:pt x="1066800" y="762000"/>
                </a:lnTo>
                <a:lnTo>
                  <a:pt x="1066800" y="771525"/>
                </a:lnTo>
                <a:lnTo>
                  <a:pt x="1057275" y="771525"/>
                </a:lnTo>
                <a:lnTo>
                  <a:pt x="1057275" y="781050"/>
                </a:lnTo>
                <a:lnTo>
                  <a:pt x="1066800" y="781050"/>
                </a:lnTo>
                <a:lnTo>
                  <a:pt x="1066800" y="790575"/>
                </a:lnTo>
                <a:lnTo>
                  <a:pt x="1047750" y="790575"/>
                </a:lnTo>
                <a:lnTo>
                  <a:pt x="1047750" y="781050"/>
                </a:lnTo>
                <a:lnTo>
                  <a:pt x="1028700" y="781050"/>
                </a:lnTo>
                <a:lnTo>
                  <a:pt x="1028700" y="771525"/>
                </a:lnTo>
                <a:lnTo>
                  <a:pt x="1047750" y="771525"/>
                </a:lnTo>
                <a:close/>
                <a:moveTo>
                  <a:pt x="247650" y="771525"/>
                </a:moveTo>
                <a:lnTo>
                  <a:pt x="257175" y="771525"/>
                </a:lnTo>
                <a:lnTo>
                  <a:pt x="257175" y="781050"/>
                </a:lnTo>
                <a:lnTo>
                  <a:pt x="247650" y="781050"/>
                </a:lnTo>
                <a:close/>
                <a:moveTo>
                  <a:pt x="514350" y="771525"/>
                </a:moveTo>
                <a:lnTo>
                  <a:pt x="523875" y="771525"/>
                </a:lnTo>
                <a:lnTo>
                  <a:pt x="523875" y="762000"/>
                </a:lnTo>
                <a:lnTo>
                  <a:pt x="514350" y="762000"/>
                </a:lnTo>
                <a:close/>
                <a:moveTo>
                  <a:pt x="133350" y="781050"/>
                </a:moveTo>
                <a:lnTo>
                  <a:pt x="152400" y="781050"/>
                </a:lnTo>
                <a:lnTo>
                  <a:pt x="152400" y="790575"/>
                </a:lnTo>
                <a:lnTo>
                  <a:pt x="142875" y="790575"/>
                </a:lnTo>
                <a:lnTo>
                  <a:pt x="142875" y="800100"/>
                </a:lnTo>
                <a:lnTo>
                  <a:pt x="123825" y="800100"/>
                </a:lnTo>
                <a:lnTo>
                  <a:pt x="123825" y="790575"/>
                </a:lnTo>
                <a:lnTo>
                  <a:pt x="133350" y="790575"/>
                </a:lnTo>
                <a:close/>
                <a:moveTo>
                  <a:pt x="266700" y="781050"/>
                </a:moveTo>
                <a:lnTo>
                  <a:pt x="285750" y="781050"/>
                </a:lnTo>
                <a:lnTo>
                  <a:pt x="285750" y="790575"/>
                </a:lnTo>
                <a:lnTo>
                  <a:pt x="266700" y="790575"/>
                </a:lnTo>
                <a:close/>
                <a:moveTo>
                  <a:pt x="409575" y="781050"/>
                </a:moveTo>
                <a:lnTo>
                  <a:pt x="419100" y="781050"/>
                </a:lnTo>
                <a:lnTo>
                  <a:pt x="419100" y="790575"/>
                </a:lnTo>
                <a:lnTo>
                  <a:pt x="438150" y="790575"/>
                </a:lnTo>
                <a:lnTo>
                  <a:pt x="438150" y="800100"/>
                </a:lnTo>
                <a:lnTo>
                  <a:pt x="447675" y="800100"/>
                </a:lnTo>
                <a:lnTo>
                  <a:pt x="447675" y="809625"/>
                </a:lnTo>
                <a:lnTo>
                  <a:pt x="428625" y="809625"/>
                </a:lnTo>
                <a:lnTo>
                  <a:pt x="428625" y="800100"/>
                </a:lnTo>
                <a:lnTo>
                  <a:pt x="409575" y="800100"/>
                </a:lnTo>
                <a:close/>
                <a:moveTo>
                  <a:pt x="581025" y="781050"/>
                </a:moveTo>
                <a:lnTo>
                  <a:pt x="638175" y="781050"/>
                </a:lnTo>
                <a:lnTo>
                  <a:pt x="638175" y="800100"/>
                </a:lnTo>
                <a:lnTo>
                  <a:pt x="590550" y="800100"/>
                </a:lnTo>
                <a:lnTo>
                  <a:pt x="590550" y="790575"/>
                </a:lnTo>
                <a:lnTo>
                  <a:pt x="581025" y="790575"/>
                </a:lnTo>
                <a:close/>
                <a:moveTo>
                  <a:pt x="857250" y="781050"/>
                </a:moveTo>
                <a:lnTo>
                  <a:pt x="866775" y="781050"/>
                </a:lnTo>
                <a:lnTo>
                  <a:pt x="866775" y="800100"/>
                </a:lnTo>
                <a:lnTo>
                  <a:pt x="857250" y="800100"/>
                </a:lnTo>
                <a:close/>
                <a:moveTo>
                  <a:pt x="1019175" y="781050"/>
                </a:moveTo>
                <a:lnTo>
                  <a:pt x="1028700" y="781050"/>
                </a:lnTo>
                <a:lnTo>
                  <a:pt x="1028700" y="790575"/>
                </a:lnTo>
                <a:lnTo>
                  <a:pt x="1019175" y="790575"/>
                </a:lnTo>
                <a:close/>
                <a:moveTo>
                  <a:pt x="1190625" y="781050"/>
                </a:moveTo>
                <a:lnTo>
                  <a:pt x="1200150" y="781050"/>
                </a:lnTo>
                <a:lnTo>
                  <a:pt x="1200150" y="800100"/>
                </a:lnTo>
                <a:lnTo>
                  <a:pt x="1181100" y="800100"/>
                </a:lnTo>
                <a:lnTo>
                  <a:pt x="1181100" y="790575"/>
                </a:lnTo>
                <a:lnTo>
                  <a:pt x="1190625" y="790575"/>
                </a:lnTo>
                <a:close/>
                <a:moveTo>
                  <a:pt x="552450" y="790575"/>
                </a:moveTo>
                <a:lnTo>
                  <a:pt x="561975" y="790575"/>
                </a:lnTo>
                <a:lnTo>
                  <a:pt x="561975" y="800100"/>
                </a:lnTo>
                <a:lnTo>
                  <a:pt x="552450" y="800100"/>
                </a:lnTo>
                <a:close/>
                <a:moveTo>
                  <a:pt x="333375" y="800100"/>
                </a:moveTo>
                <a:lnTo>
                  <a:pt x="342900" y="800100"/>
                </a:lnTo>
                <a:lnTo>
                  <a:pt x="342900" y="809625"/>
                </a:lnTo>
                <a:lnTo>
                  <a:pt x="333375" y="809625"/>
                </a:lnTo>
                <a:close/>
              </a:path>
            </a:pathLst>
          </a:custGeom>
          <a:solidFill xmlns:a="http://schemas.openxmlformats.org/drawingml/2006/main">
            <a:srgbClr val="F8F8F3"/>
          </a:solidFill>
          <a:ln xmlns:a="http://schemas.openxmlformats.org/drawingml/2006/main" w="0">
            <a:noFill/>
          </a:ln>
        </p:spPr>
      </p:sp>
      <p:sp>
        <p:nvSpPr>
          <p:cNvPr id="163" name="v12 vector #f8f8f2">
            <a:extLst xmlns:a="http://schemas.openxmlformats.org/drawingml/2006/main">
              <a:ext uri="{FF2B5EF4-FFF2-40B4-BE49-F238E27FC236}">
                <a16:creationId xmlns:a16="http://schemas.microsoft.com/office/drawing/2014/main" id="{0459A5B5-6AE4-48BC-ACA6-EEBE06DCB3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10675" y="3609975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257175" y="0"/>
                </a:moveTo>
                <a:lnTo>
                  <a:pt x="295275" y="0"/>
                </a:lnTo>
                <a:lnTo>
                  <a:pt x="295275" y="9525"/>
                </a:lnTo>
                <a:lnTo>
                  <a:pt x="285750" y="9525"/>
                </a:lnTo>
                <a:lnTo>
                  <a:pt x="285750" y="19050"/>
                </a:lnTo>
                <a:lnTo>
                  <a:pt x="276225" y="19050"/>
                </a:lnTo>
                <a:lnTo>
                  <a:pt x="276225" y="9525"/>
                </a:lnTo>
                <a:lnTo>
                  <a:pt x="257175" y="9525"/>
                </a:lnTo>
                <a:close/>
                <a:moveTo>
                  <a:pt x="323850" y="0"/>
                </a:moveTo>
                <a:lnTo>
                  <a:pt x="333375" y="0"/>
                </a:lnTo>
                <a:lnTo>
                  <a:pt x="333375" y="9525"/>
                </a:lnTo>
                <a:lnTo>
                  <a:pt x="381000" y="9525"/>
                </a:lnTo>
                <a:lnTo>
                  <a:pt x="381000" y="19050"/>
                </a:lnTo>
                <a:lnTo>
                  <a:pt x="295275" y="19050"/>
                </a:lnTo>
                <a:lnTo>
                  <a:pt x="295275" y="9525"/>
                </a:lnTo>
                <a:lnTo>
                  <a:pt x="323850" y="9525"/>
                </a:lnTo>
                <a:close/>
                <a:moveTo>
                  <a:pt x="752475" y="0"/>
                </a:moveTo>
                <a:lnTo>
                  <a:pt x="762000" y="0"/>
                </a:lnTo>
                <a:lnTo>
                  <a:pt x="762000" y="9525"/>
                </a:lnTo>
                <a:lnTo>
                  <a:pt x="752475" y="9525"/>
                </a:lnTo>
                <a:close/>
                <a:moveTo>
                  <a:pt x="390525" y="9525"/>
                </a:moveTo>
                <a:lnTo>
                  <a:pt x="400050" y="9525"/>
                </a:lnTo>
                <a:lnTo>
                  <a:pt x="400050" y="19050"/>
                </a:lnTo>
                <a:lnTo>
                  <a:pt x="390525" y="19050"/>
                </a:lnTo>
                <a:close/>
                <a:moveTo>
                  <a:pt x="409575" y="9525"/>
                </a:moveTo>
                <a:lnTo>
                  <a:pt x="419100" y="9525"/>
                </a:lnTo>
                <a:lnTo>
                  <a:pt x="419100" y="19050"/>
                </a:lnTo>
                <a:lnTo>
                  <a:pt x="409575" y="19050"/>
                </a:lnTo>
                <a:close/>
                <a:moveTo>
                  <a:pt x="476250" y="9525"/>
                </a:moveTo>
                <a:lnTo>
                  <a:pt x="485775" y="9525"/>
                </a:lnTo>
                <a:lnTo>
                  <a:pt x="485775" y="19050"/>
                </a:lnTo>
                <a:lnTo>
                  <a:pt x="476250" y="19050"/>
                </a:lnTo>
                <a:close/>
                <a:moveTo>
                  <a:pt x="742950" y="9525"/>
                </a:moveTo>
                <a:lnTo>
                  <a:pt x="752475" y="9525"/>
                </a:lnTo>
                <a:lnTo>
                  <a:pt x="752475" y="19050"/>
                </a:lnTo>
                <a:lnTo>
                  <a:pt x="742950" y="19050"/>
                </a:lnTo>
                <a:close/>
                <a:moveTo>
                  <a:pt x="800100" y="9525"/>
                </a:moveTo>
                <a:lnTo>
                  <a:pt x="809625" y="9525"/>
                </a:lnTo>
                <a:lnTo>
                  <a:pt x="809625" y="19050"/>
                </a:lnTo>
                <a:lnTo>
                  <a:pt x="800100" y="19050"/>
                </a:lnTo>
                <a:close/>
                <a:moveTo>
                  <a:pt x="38100" y="85725"/>
                </a:moveTo>
                <a:lnTo>
                  <a:pt x="47625" y="85725"/>
                </a:lnTo>
                <a:lnTo>
                  <a:pt x="47625" y="95250"/>
                </a:lnTo>
                <a:lnTo>
                  <a:pt x="38100" y="95250"/>
                </a:lnTo>
                <a:close/>
                <a:moveTo>
                  <a:pt x="876300" y="85725"/>
                </a:moveTo>
                <a:lnTo>
                  <a:pt x="885825" y="85725"/>
                </a:lnTo>
                <a:lnTo>
                  <a:pt x="885825" y="95250"/>
                </a:lnTo>
                <a:lnTo>
                  <a:pt x="876300" y="95250"/>
                </a:lnTo>
                <a:close/>
                <a:moveTo>
                  <a:pt x="19050" y="95250"/>
                </a:moveTo>
                <a:lnTo>
                  <a:pt x="38100" y="95250"/>
                </a:lnTo>
                <a:lnTo>
                  <a:pt x="38100" y="104775"/>
                </a:lnTo>
                <a:lnTo>
                  <a:pt x="28575" y="104775"/>
                </a:lnTo>
                <a:lnTo>
                  <a:pt x="28575" y="114300"/>
                </a:lnTo>
                <a:lnTo>
                  <a:pt x="19050" y="114300"/>
                </a:lnTo>
                <a:lnTo>
                  <a:pt x="19050" y="133350"/>
                </a:lnTo>
                <a:lnTo>
                  <a:pt x="9525" y="133350"/>
                </a:lnTo>
                <a:lnTo>
                  <a:pt x="9525" y="152400"/>
                </a:lnTo>
                <a:lnTo>
                  <a:pt x="0" y="152400"/>
                </a:lnTo>
                <a:lnTo>
                  <a:pt x="0" y="123825"/>
                </a:lnTo>
                <a:lnTo>
                  <a:pt x="9525" y="123825"/>
                </a:lnTo>
                <a:lnTo>
                  <a:pt x="9525" y="104775"/>
                </a:lnTo>
                <a:lnTo>
                  <a:pt x="19050" y="104775"/>
                </a:lnTo>
                <a:close/>
                <a:moveTo>
                  <a:pt x="1162050" y="95250"/>
                </a:moveTo>
                <a:lnTo>
                  <a:pt x="1171575" y="95250"/>
                </a:lnTo>
                <a:lnTo>
                  <a:pt x="1171575" y="104775"/>
                </a:lnTo>
                <a:lnTo>
                  <a:pt x="1162050" y="104775"/>
                </a:lnTo>
                <a:close/>
                <a:moveTo>
                  <a:pt x="876300" y="104775"/>
                </a:moveTo>
                <a:lnTo>
                  <a:pt x="885825" y="104775"/>
                </a:lnTo>
                <a:lnTo>
                  <a:pt x="885825" y="114300"/>
                </a:lnTo>
                <a:lnTo>
                  <a:pt x="876300" y="114300"/>
                </a:lnTo>
                <a:close/>
                <a:moveTo>
                  <a:pt x="1152525" y="104775"/>
                </a:moveTo>
                <a:lnTo>
                  <a:pt x="1162050" y="104775"/>
                </a:lnTo>
                <a:lnTo>
                  <a:pt x="1162050" y="133350"/>
                </a:lnTo>
                <a:lnTo>
                  <a:pt x="1152525" y="133350"/>
                </a:lnTo>
                <a:lnTo>
                  <a:pt x="1152525" y="123825"/>
                </a:lnTo>
                <a:lnTo>
                  <a:pt x="1143000" y="123825"/>
                </a:lnTo>
                <a:lnTo>
                  <a:pt x="1143000" y="114300"/>
                </a:lnTo>
                <a:lnTo>
                  <a:pt x="1152525" y="114300"/>
                </a:lnTo>
                <a:close/>
                <a:moveTo>
                  <a:pt x="180975" y="142875"/>
                </a:moveTo>
                <a:lnTo>
                  <a:pt x="190500" y="142875"/>
                </a:lnTo>
                <a:lnTo>
                  <a:pt x="190500" y="152400"/>
                </a:lnTo>
                <a:lnTo>
                  <a:pt x="180975" y="152400"/>
                </a:lnTo>
                <a:close/>
                <a:moveTo>
                  <a:pt x="285750" y="142875"/>
                </a:moveTo>
                <a:lnTo>
                  <a:pt x="314325" y="142875"/>
                </a:lnTo>
                <a:lnTo>
                  <a:pt x="314325" y="152400"/>
                </a:lnTo>
                <a:lnTo>
                  <a:pt x="285750" y="152400"/>
                </a:lnTo>
                <a:close/>
                <a:moveTo>
                  <a:pt x="781050" y="142875"/>
                </a:moveTo>
                <a:lnTo>
                  <a:pt x="809625" y="142875"/>
                </a:lnTo>
                <a:lnTo>
                  <a:pt x="809625" y="152400"/>
                </a:lnTo>
                <a:lnTo>
                  <a:pt x="800100" y="152400"/>
                </a:lnTo>
                <a:lnTo>
                  <a:pt x="800100" y="161925"/>
                </a:lnTo>
                <a:lnTo>
                  <a:pt x="790575" y="161925"/>
                </a:lnTo>
                <a:lnTo>
                  <a:pt x="790575" y="152400"/>
                </a:lnTo>
                <a:lnTo>
                  <a:pt x="781050" y="152400"/>
                </a:lnTo>
                <a:close/>
                <a:moveTo>
                  <a:pt x="171450" y="152400"/>
                </a:moveTo>
                <a:lnTo>
                  <a:pt x="180975" y="152400"/>
                </a:lnTo>
                <a:lnTo>
                  <a:pt x="180975" y="171450"/>
                </a:lnTo>
                <a:lnTo>
                  <a:pt x="171450" y="171450"/>
                </a:lnTo>
                <a:close/>
                <a:moveTo>
                  <a:pt x="552450" y="152400"/>
                </a:moveTo>
                <a:lnTo>
                  <a:pt x="561975" y="152400"/>
                </a:lnTo>
                <a:lnTo>
                  <a:pt x="561975" y="161925"/>
                </a:lnTo>
                <a:lnTo>
                  <a:pt x="571500" y="161925"/>
                </a:lnTo>
                <a:lnTo>
                  <a:pt x="571500" y="171450"/>
                </a:lnTo>
                <a:lnTo>
                  <a:pt x="542925" y="171450"/>
                </a:lnTo>
                <a:lnTo>
                  <a:pt x="542925" y="161925"/>
                </a:lnTo>
                <a:lnTo>
                  <a:pt x="552450" y="161925"/>
                </a:lnTo>
                <a:close/>
                <a:moveTo>
                  <a:pt x="638175" y="152400"/>
                </a:moveTo>
                <a:lnTo>
                  <a:pt x="666750" y="152400"/>
                </a:lnTo>
                <a:lnTo>
                  <a:pt x="666750" y="161925"/>
                </a:lnTo>
                <a:lnTo>
                  <a:pt x="657225" y="161925"/>
                </a:lnTo>
                <a:lnTo>
                  <a:pt x="657225" y="171450"/>
                </a:lnTo>
                <a:lnTo>
                  <a:pt x="666750" y="171450"/>
                </a:lnTo>
                <a:lnTo>
                  <a:pt x="666750" y="190500"/>
                </a:lnTo>
                <a:lnTo>
                  <a:pt x="676275" y="190500"/>
                </a:lnTo>
                <a:lnTo>
                  <a:pt x="676275" y="228600"/>
                </a:lnTo>
                <a:lnTo>
                  <a:pt x="666750" y="228600"/>
                </a:lnTo>
                <a:lnTo>
                  <a:pt x="666750" y="209550"/>
                </a:lnTo>
                <a:lnTo>
                  <a:pt x="657225" y="209550"/>
                </a:lnTo>
                <a:lnTo>
                  <a:pt x="657225" y="180975"/>
                </a:lnTo>
                <a:lnTo>
                  <a:pt x="647700" y="180975"/>
                </a:lnTo>
                <a:lnTo>
                  <a:pt x="647700" y="171450"/>
                </a:lnTo>
                <a:lnTo>
                  <a:pt x="638175" y="171450"/>
                </a:lnTo>
                <a:close/>
                <a:moveTo>
                  <a:pt x="752475" y="161925"/>
                </a:moveTo>
                <a:lnTo>
                  <a:pt x="762000" y="161925"/>
                </a:lnTo>
                <a:lnTo>
                  <a:pt x="762000" y="200025"/>
                </a:lnTo>
                <a:lnTo>
                  <a:pt x="752475" y="200025"/>
                </a:lnTo>
                <a:close/>
                <a:moveTo>
                  <a:pt x="142875" y="171450"/>
                </a:moveTo>
                <a:lnTo>
                  <a:pt x="152400" y="171450"/>
                </a:lnTo>
                <a:lnTo>
                  <a:pt x="152400" y="190500"/>
                </a:lnTo>
                <a:lnTo>
                  <a:pt x="142875" y="190500"/>
                </a:lnTo>
                <a:close/>
                <a:moveTo>
                  <a:pt x="9525" y="180975"/>
                </a:moveTo>
                <a:lnTo>
                  <a:pt x="19050" y="180975"/>
                </a:lnTo>
                <a:lnTo>
                  <a:pt x="19050" y="200025"/>
                </a:lnTo>
                <a:lnTo>
                  <a:pt x="28575" y="200025"/>
                </a:lnTo>
                <a:lnTo>
                  <a:pt x="28575" y="209550"/>
                </a:lnTo>
                <a:lnTo>
                  <a:pt x="9525" y="209550"/>
                </a:lnTo>
                <a:lnTo>
                  <a:pt x="9525" y="200025"/>
                </a:lnTo>
                <a:lnTo>
                  <a:pt x="0" y="200025"/>
                </a:lnTo>
                <a:lnTo>
                  <a:pt x="0" y="190500"/>
                </a:lnTo>
                <a:lnTo>
                  <a:pt x="9525" y="190500"/>
                </a:lnTo>
                <a:close/>
                <a:moveTo>
                  <a:pt x="1038225" y="200025"/>
                </a:moveTo>
                <a:lnTo>
                  <a:pt x="1047750" y="200025"/>
                </a:lnTo>
                <a:lnTo>
                  <a:pt x="1047750" y="209550"/>
                </a:lnTo>
                <a:lnTo>
                  <a:pt x="1038225" y="209550"/>
                </a:lnTo>
                <a:close/>
                <a:moveTo>
                  <a:pt x="352425" y="209550"/>
                </a:moveTo>
                <a:lnTo>
                  <a:pt x="361950" y="209550"/>
                </a:lnTo>
                <a:lnTo>
                  <a:pt x="361950" y="228600"/>
                </a:lnTo>
                <a:lnTo>
                  <a:pt x="352425" y="228600"/>
                </a:lnTo>
                <a:close/>
                <a:moveTo>
                  <a:pt x="38100" y="219075"/>
                </a:moveTo>
                <a:lnTo>
                  <a:pt x="47625" y="219075"/>
                </a:lnTo>
                <a:lnTo>
                  <a:pt x="47625" y="228600"/>
                </a:lnTo>
                <a:lnTo>
                  <a:pt x="38100" y="228600"/>
                </a:lnTo>
                <a:close/>
                <a:moveTo>
                  <a:pt x="742950" y="219075"/>
                </a:moveTo>
                <a:lnTo>
                  <a:pt x="752475" y="219075"/>
                </a:lnTo>
                <a:lnTo>
                  <a:pt x="752475" y="238125"/>
                </a:lnTo>
                <a:lnTo>
                  <a:pt x="742950" y="238125"/>
                </a:lnTo>
                <a:close/>
                <a:moveTo>
                  <a:pt x="619125" y="228600"/>
                </a:moveTo>
                <a:lnTo>
                  <a:pt x="628650" y="228600"/>
                </a:lnTo>
                <a:lnTo>
                  <a:pt x="628650" y="238125"/>
                </a:lnTo>
                <a:lnTo>
                  <a:pt x="638175" y="238125"/>
                </a:lnTo>
                <a:lnTo>
                  <a:pt x="638175" y="247650"/>
                </a:lnTo>
                <a:lnTo>
                  <a:pt x="628650" y="247650"/>
                </a:lnTo>
                <a:lnTo>
                  <a:pt x="628650" y="257175"/>
                </a:lnTo>
                <a:lnTo>
                  <a:pt x="619125" y="257175"/>
                </a:lnTo>
                <a:close/>
                <a:moveTo>
                  <a:pt x="647700" y="228600"/>
                </a:moveTo>
                <a:lnTo>
                  <a:pt x="657225" y="228600"/>
                </a:lnTo>
                <a:lnTo>
                  <a:pt x="657225" y="238125"/>
                </a:lnTo>
                <a:lnTo>
                  <a:pt x="647700" y="238125"/>
                </a:lnTo>
                <a:close/>
                <a:moveTo>
                  <a:pt x="1200150" y="228600"/>
                </a:moveTo>
                <a:lnTo>
                  <a:pt x="1209675" y="228600"/>
                </a:lnTo>
                <a:lnTo>
                  <a:pt x="1209675" y="266700"/>
                </a:lnTo>
                <a:lnTo>
                  <a:pt x="1200150" y="266700"/>
                </a:lnTo>
                <a:close/>
                <a:moveTo>
                  <a:pt x="1028700" y="247650"/>
                </a:moveTo>
                <a:lnTo>
                  <a:pt x="1038225" y="247650"/>
                </a:lnTo>
                <a:lnTo>
                  <a:pt x="1038225" y="257175"/>
                </a:lnTo>
                <a:lnTo>
                  <a:pt x="1028700" y="257175"/>
                </a:lnTo>
                <a:close/>
                <a:moveTo>
                  <a:pt x="333375" y="266700"/>
                </a:moveTo>
                <a:lnTo>
                  <a:pt x="342900" y="266700"/>
                </a:lnTo>
                <a:lnTo>
                  <a:pt x="342900" y="276225"/>
                </a:lnTo>
                <a:lnTo>
                  <a:pt x="333375" y="276225"/>
                </a:lnTo>
                <a:close/>
                <a:moveTo>
                  <a:pt x="819150" y="266700"/>
                </a:moveTo>
                <a:lnTo>
                  <a:pt x="828675" y="266700"/>
                </a:lnTo>
                <a:lnTo>
                  <a:pt x="828675" y="276225"/>
                </a:lnTo>
                <a:lnTo>
                  <a:pt x="819150" y="276225"/>
                </a:lnTo>
                <a:close/>
                <a:moveTo>
                  <a:pt x="219075" y="285750"/>
                </a:moveTo>
                <a:lnTo>
                  <a:pt x="228600" y="285750"/>
                </a:lnTo>
                <a:lnTo>
                  <a:pt x="228600" y="295275"/>
                </a:lnTo>
                <a:lnTo>
                  <a:pt x="219075" y="295275"/>
                </a:lnTo>
                <a:close/>
                <a:moveTo>
                  <a:pt x="752475" y="285750"/>
                </a:moveTo>
                <a:lnTo>
                  <a:pt x="762000" y="285750"/>
                </a:lnTo>
                <a:lnTo>
                  <a:pt x="762000" y="295275"/>
                </a:lnTo>
                <a:lnTo>
                  <a:pt x="752475" y="295275"/>
                </a:lnTo>
                <a:close/>
                <a:moveTo>
                  <a:pt x="790575" y="285750"/>
                </a:moveTo>
                <a:lnTo>
                  <a:pt x="800100" y="285750"/>
                </a:lnTo>
                <a:lnTo>
                  <a:pt x="800100" y="295275"/>
                </a:lnTo>
                <a:lnTo>
                  <a:pt x="790575" y="295275"/>
                </a:lnTo>
                <a:close/>
                <a:moveTo>
                  <a:pt x="1076325" y="285750"/>
                </a:moveTo>
                <a:lnTo>
                  <a:pt x="1085850" y="285750"/>
                </a:lnTo>
                <a:lnTo>
                  <a:pt x="1085850" y="295275"/>
                </a:lnTo>
                <a:lnTo>
                  <a:pt x="1076325" y="295275"/>
                </a:lnTo>
                <a:close/>
                <a:moveTo>
                  <a:pt x="76200" y="295275"/>
                </a:moveTo>
                <a:lnTo>
                  <a:pt x="85725" y="295275"/>
                </a:lnTo>
                <a:lnTo>
                  <a:pt x="85725" y="304800"/>
                </a:lnTo>
                <a:lnTo>
                  <a:pt x="76200" y="304800"/>
                </a:lnTo>
                <a:close/>
                <a:moveTo>
                  <a:pt x="314325" y="295275"/>
                </a:moveTo>
                <a:lnTo>
                  <a:pt x="323850" y="295275"/>
                </a:lnTo>
                <a:lnTo>
                  <a:pt x="323850" y="304800"/>
                </a:lnTo>
                <a:lnTo>
                  <a:pt x="314325" y="304800"/>
                </a:lnTo>
                <a:close/>
                <a:moveTo>
                  <a:pt x="371475" y="295275"/>
                </a:moveTo>
                <a:lnTo>
                  <a:pt x="390525" y="295275"/>
                </a:lnTo>
                <a:lnTo>
                  <a:pt x="390525" y="304800"/>
                </a:lnTo>
                <a:lnTo>
                  <a:pt x="371475" y="304800"/>
                </a:lnTo>
                <a:close/>
                <a:moveTo>
                  <a:pt x="361950" y="304800"/>
                </a:moveTo>
                <a:lnTo>
                  <a:pt x="371475" y="304800"/>
                </a:lnTo>
                <a:lnTo>
                  <a:pt x="371475" y="314325"/>
                </a:lnTo>
                <a:lnTo>
                  <a:pt x="361950" y="314325"/>
                </a:lnTo>
                <a:close/>
                <a:moveTo>
                  <a:pt x="352425" y="314325"/>
                </a:moveTo>
                <a:lnTo>
                  <a:pt x="361950" y="314325"/>
                </a:lnTo>
                <a:lnTo>
                  <a:pt x="361950" y="323850"/>
                </a:lnTo>
                <a:lnTo>
                  <a:pt x="352425" y="323850"/>
                </a:lnTo>
                <a:close/>
                <a:moveTo>
                  <a:pt x="142875" y="323850"/>
                </a:moveTo>
                <a:lnTo>
                  <a:pt x="152400" y="323850"/>
                </a:lnTo>
                <a:lnTo>
                  <a:pt x="152400" y="333375"/>
                </a:lnTo>
                <a:lnTo>
                  <a:pt x="142875" y="333375"/>
                </a:lnTo>
                <a:close/>
                <a:moveTo>
                  <a:pt x="438150" y="333375"/>
                </a:moveTo>
                <a:lnTo>
                  <a:pt x="447675" y="333375"/>
                </a:lnTo>
                <a:lnTo>
                  <a:pt x="447675" y="342900"/>
                </a:lnTo>
                <a:lnTo>
                  <a:pt x="438150" y="342900"/>
                </a:lnTo>
                <a:close/>
                <a:moveTo>
                  <a:pt x="466725" y="352425"/>
                </a:moveTo>
                <a:lnTo>
                  <a:pt x="476250" y="352425"/>
                </a:lnTo>
                <a:lnTo>
                  <a:pt x="476250" y="361950"/>
                </a:lnTo>
                <a:lnTo>
                  <a:pt x="466725" y="361950"/>
                </a:lnTo>
                <a:close/>
                <a:moveTo>
                  <a:pt x="514350" y="361950"/>
                </a:moveTo>
                <a:lnTo>
                  <a:pt x="542925" y="361950"/>
                </a:lnTo>
                <a:lnTo>
                  <a:pt x="542925" y="371475"/>
                </a:lnTo>
                <a:lnTo>
                  <a:pt x="552450" y="371475"/>
                </a:lnTo>
                <a:lnTo>
                  <a:pt x="552450" y="381000"/>
                </a:lnTo>
                <a:lnTo>
                  <a:pt x="533400" y="381000"/>
                </a:lnTo>
                <a:lnTo>
                  <a:pt x="533400" y="371475"/>
                </a:lnTo>
                <a:lnTo>
                  <a:pt x="514350" y="371475"/>
                </a:lnTo>
                <a:close/>
                <a:moveTo>
                  <a:pt x="904875" y="361950"/>
                </a:moveTo>
                <a:lnTo>
                  <a:pt x="914400" y="361950"/>
                </a:lnTo>
                <a:lnTo>
                  <a:pt x="914400" y="371475"/>
                </a:lnTo>
                <a:lnTo>
                  <a:pt x="904875" y="371475"/>
                </a:lnTo>
                <a:close/>
                <a:moveTo>
                  <a:pt x="962025" y="371475"/>
                </a:moveTo>
                <a:lnTo>
                  <a:pt x="971550" y="371475"/>
                </a:lnTo>
                <a:lnTo>
                  <a:pt x="971550" y="381000"/>
                </a:lnTo>
                <a:lnTo>
                  <a:pt x="962025" y="381000"/>
                </a:lnTo>
                <a:close/>
                <a:moveTo>
                  <a:pt x="523875" y="400050"/>
                </a:moveTo>
                <a:lnTo>
                  <a:pt x="533400" y="400050"/>
                </a:lnTo>
                <a:lnTo>
                  <a:pt x="533400" y="409575"/>
                </a:lnTo>
                <a:lnTo>
                  <a:pt x="523875" y="409575"/>
                </a:lnTo>
                <a:close/>
                <a:moveTo>
                  <a:pt x="533400" y="409575"/>
                </a:moveTo>
                <a:lnTo>
                  <a:pt x="542925" y="409575"/>
                </a:lnTo>
                <a:lnTo>
                  <a:pt x="542925" y="419100"/>
                </a:lnTo>
                <a:lnTo>
                  <a:pt x="533400" y="419100"/>
                </a:lnTo>
                <a:close/>
                <a:moveTo>
                  <a:pt x="971550" y="409575"/>
                </a:moveTo>
                <a:lnTo>
                  <a:pt x="981075" y="409575"/>
                </a:lnTo>
                <a:lnTo>
                  <a:pt x="981075" y="419100"/>
                </a:lnTo>
                <a:lnTo>
                  <a:pt x="971550" y="419100"/>
                </a:lnTo>
                <a:close/>
                <a:moveTo>
                  <a:pt x="885825" y="419100"/>
                </a:moveTo>
                <a:lnTo>
                  <a:pt x="895350" y="419100"/>
                </a:lnTo>
                <a:lnTo>
                  <a:pt x="895350" y="428625"/>
                </a:lnTo>
                <a:lnTo>
                  <a:pt x="885825" y="428625"/>
                </a:lnTo>
                <a:close/>
                <a:moveTo>
                  <a:pt x="904875" y="419100"/>
                </a:moveTo>
                <a:lnTo>
                  <a:pt x="914400" y="419100"/>
                </a:lnTo>
                <a:lnTo>
                  <a:pt x="914400" y="428625"/>
                </a:lnTo>
                <a:lnTo>
                  <a:pt x="904875" y="428625"/>
                </a:lnTo>
                <a:close/>
                <a:moveTo>
                  <a:pt x="76200" y="428625"/>
                </a:moveTo>
                <a:lnTo>
                  <a:pt x="85725" y="428625"/>
                </a:lnTo>
                <a:lnTo>
                  <a:pt x="85725" y="438150"/>
                </a:lnTo>
                <a:lnTo>
                  <a:pt x="76200" y="438150"/>
                </a:lnTo>
                <a:close/>
                <a:moveTo>
                  <a:pt x="876300" y="428625"/>
                </a:moveTo>
                <a:lnTo>
                  <a:pt x="885825" y="428625"/>
                </a:lnTo>
                <a:lnTo>
                  <a:pt x="885825" y="438150"/>
                </a:lnTo>
                <a:lnTo>
                  <a:pt x="876300" y="438150"/>
                </a:lnTo>
                <a:close/>
                <a:moveTo>
                  <a:pt x="895350" y="428625"/>
                </a:moveTo>
                <a:lnTo>
                  <a:pt x="904875" y="428625"/>
                </a:lnTo>
                <a:lnTo>
                  <a:pt x="904875" y="438150"/>
                </a:lnTo>
                <a:lnTo>
                  <a:pt x="895350" y="438150"/>
                </a:lnTo>
                <a:close/>
                <a:moveTo>
                  <a:pt x="95250" y="438150"/>
                </a:moveTo>
                <a:lnTo>
                  <a:pt x="104775" y="438150"/>
                </a:lnTo>
                <a:lnTo>
                  <a:pt x="104775" y="447675"/>
                </a:lnTo>
                <a:lnTo>
                  <a:pt x="95250" y="447675"/>
                </a:lnTo>
                <a:close/>
                <a:moveTo>
                  <a:pt x="85725" y="447675"/>
                </a:moveTo>
                <a:lnTo>
                  <a:pt x="95250" y="447675"/>
                </a:lnTo>
                <a:lnTo>
                  <a:pt x="95250" y="457200"/>
                </a:lnTo>
                <a:lnTo>
                  <a:pt x="85725" y="457200"/>
                </a:lnTo>
                <a:close/>
                <a:moveTo>
                  <a:pt x="104775" y="447675"/>
                </a:moveTo>
                <a:lnTo>
                  <a:pt x="114300" y="447675"/>
                </a:lnTo>
                <a:lnTo>
                  <a:pt x="114300" y="457200"/>
                </a:lnTo>
                <a:lnTo>
                  <a:pt x="104775" y="457200"/>
                </a:lnTo>
                <a:close/>
                <a:moveTo>
                  <a:pt x="114300" y="457200"/>
                </a:moveTo>
                <a:lnTo>
                  <a:pt x="123825" y="457200"/>
                </a:lnTo>
                <a:lnTo>
                  <a:pt x="123825" y="466725"/>
                </a:lnTo>
                <a:lnTo>
                  <a:pt x="114300" y="466725"/>
                </a:lnTo>
                <a:close/>
                <a:moveTo>
                  <a:pt x="1181100" y="457200"/>
                </a:moveTo>
                <a:lnTo>
                  <a:pt x="1200150" y="457200"/>
                </a:lnTo>
                <a:lnTo>
                  <a:pt x="1200150" y="466725"/>
                </a:lnTo>
                <a:lnTo>
                  <a:pt x="1181100" y="466725"/>
                </a:lnTo>
                <a:close/>
                <a:moveTo>
                  <a:pt x="0" y="466725"/>
                </a:moveTo>
                <a:lnTo>
                  <a:pt x="9525" y="466725"/>
                </a:lnTo>
                <a:lnTo>
                  <a:pt x="9525" y="476250"/>
                </a:lnTo>
                <a:lnTo>
                  <a:pt x="19050" y="476250"/>
                </a:lnTo>
                <a:lnTo>
                  <a:pt x="19050" y="485775"/>
                </a:lnTo>
                <a:lnTo>
                  <a:pt x="28575" y="485775"/>
                </a:lnTo>
                <a:lnTo>
                  <a:pt x="28575" y="495300"/>
                </a:lnTo>
                <a:lnTo>
                  <a:pt x="0" y="495300"/>
                </a:lnTo>
                <a:close/>
                <a:moveTo>
                  <a:pt x="133350" y="466725"/>
                </a:moveTo>
                <a:lnTo>
                  <a:pt x="142875" y="466725"/>
                </a:lnTo>
                <a:lnTo>
                  <a:pt x="142875" y="476250"/>
                </a:lnTo>
                <a:lnTo>
                  <a:pt x="133350" y="476250"/>
                </a:lnTo>
                <a:close/>
                <a:moveTo>
                  <a:pt x="142875" y="476250"/>
                </a:moveTo>
                <a:lnTo>
                  <a:pt x="152400" y="476250"/>
                </a:lnTo>
                <a:lnTo>
                  <a:pt x="152400" y="495300"/>
                </a:lnTo>
                <a:lnTo>
                  <a:pt x="142875" y="495300"/>
                </a:lnTo>
                <a:close/>
                <a:moveTo>
                  <a:pt x="809625" y="514350"/>
                </a:moveTo>
                <a:lnTo>
                  <a:pt x="828675" y="514350"/>
                </a:lnTo>
                <a:lnTo>
                  <a:pt x="828675" y="523875"/>
                </a:lnTo>
                <a:lnTo>
                  <a:pt x="809625" y="523875"/>
                </a:lnTo>
                <a:close/>
                <a:moveTo>
                  <a:pt x="1019175" y="514350"/>
                </a:moveTo>
                <a:lnTo>
                  <a:pt x="1038225" y="514350"/>
                </a:lnTo>
                <a:lnTo>
                  <a:pt x="1038225" y="561975"/>
                </a:lnTo>
                <a:lnTo>
                  <a:pt x="1047750" y="561975"/>
                </a:lnTo>
                <a:lnTo>
                  <a:pt x="1047750" y="581025"/>
                </a:lnTo>
                <a:lnTo>
                  <a:pt x="1057275" y="581025"/>
                </a:lnTo>
                <a:lnTo>
                  <a:pt x="1057275" y="590550"/>
                </a:lnTo>
                <a:lnTo>
                  <a:pt x="1038225" y="590550"/>
                </a:lnTo>
                <a:lnTo>
                  <a:pt x="1038225" y="581025"/>
                </a:lnTo>
                <a:lnTo>
                  <a:pt x="1000125" y="581025"/>
                </a:lnTo>
                <a:lnTo>
                  <a:pt x="1000125" y="609600"/>
                </a:lnTo>
                <a:lnTo>
                  <a:pt x="990600" y="609600"/>
                </a:lnTo>
                <a:lnTo>
                  <a:pt x="990600" y="600075"/>
                </a:lnTo>
                <a:lnTo>
                  <a:pt x="971550" y="600075"/>
                </a:lnTo>
                <a:lnTo>
                  <a:pt x="971550" y="590550"/>
                </a:lnTo>
                <a:lnTo>
                  <a:pt x="981075" y="590550"/>
                </a:lnTo>
                <a:lnTo>
                  <a:pt x="981075" y="571500"/>
                </a:lnTo>
                <a:lnTo>
                  <a:pt x="952500" y="571500"/>
                </a:lnTo>
                <a:lnTo>
                  <a:pt x="952500" y="561975"/>
                </a:lnTo>
                <a:lnTo>
                  <a:pt x="962025" y="561975"/>
                </a:lnTo>
                <a:lnTo>
                  <a:pt x="962025" y="552450"/>
                </a:lnTo>
                <a:lnTo>
                  <a:pt x="971550" y="552450"/>
                </a:lnTo>
                <a:lnTo>
                  <a:pt x="971550" y="561975"/>
                </a:lnTo>
                <a:lnTo>
                  <a:pt x="990600" y="561975"/>
                </a:lnTo>
                <a:lnTo>
                  <a:pt x="990600" y="542925"/>
                </a:lnTo>
                <a:lnTo>
                  <a:pt x="1000125" y="542925"/>
                </a:lnTo>
                <a:lnTo>
                  <a:pt x="1000125" y="552450"/>
                </a:lnTo>
                <a:lnTo>
                  <a:pt x="1009650" y="552450"/>
                </a:lnTo>
                <a:lnTo>
                  <a:pt x="1009650" y="542925"/>
                </a:lnTo>
                <a:lnTo>
                  <a:pt x="1019175" y="542925"/>
                </a:lnTo>
                <a:lnTo>
                  <a:pt x="1019175" y="552450"/>
                </a:lnTo>
                <a:lnTo>
                  <a:pt x="1028700" y="552450"/>
                </a:lnTo>
                <a:lnTo>
                  <a:pt x="1028700" y="523875"/>
                </a:lnTo>
                <a:lnTo>
                  <a:pt x="1019175" y="523875"/>
                </a:lnTo>
                <a:close/>
                <a:moveTo>
                  <a:pt x="19050" y="523875"/>
                </a:moveTo>
                <a:lnTo>
                  <a:pt x="38100" y="523875"/>
                </a:lnTo>
                <a:lnTo>
                  <a:pt x="38100" y="533400"/>
                </a:lnTo>
                <a:lnTo>
                  <a:pt x="19050" y="533400"/>
                </a:lnTo>
                <a:close/>
                <a:moveTo>
                  <a:pt x="809625" y="571500"/>
                </a:moveTo>
                <a:lnTo>
                  <a:pt x="828675" y="571500"/>
                </a:lnTo>
                <a:lnTo>
                  <a:pt x="828675" y="581025"/>
                </a:lnTo>
                <a:lnTo>
                  <a:pt x="809625" y="581025"/>
                </a:lnTo>
                <a:close/>
                <a:moveTo>
                  <a:pt x="1171575" y="676275"/>
                </a:moveTo>
                <a:lnTo>
                  <a:pt x="1181100" y="676275"/>
                </a:lnTo>
                <a:lnTo>
                  <a:pt x="1181100" y="685800"/>
                </a:lnTo>
                <a:lnTo>
                  <a:pt x="1190625" y="685800"/>
                </a:lnTo>
                <a:lnTo>
                  <a:pt x="1190625" y="695325"/>
                </a:lnTo>
                <a:lnTo>
                  <a:pt x="1181100" y="695325"/>
                </a:lnTo>
                <a:lnTo>
                  <a:pt x="1181100" y="704850"/>
                </a:lnTo>
                <a:lnTo>
                  <a:pt x="1171575" y="704850"/>
                </a:lnTo>
                <a:close/>
                <a:moveTo>
                  <a:pt x="742950" y="714375"/>
                </a:moveTo>
                <a:lnTo>
                  <a:pt x="762000" y="714375"/>
                </a:lnTo>
                <a:lnTo>
                  <a:pt x="762000" y="723900"/>
                </a:lnTo>
                <a:lnTo>
                  <a:pt x="742950" y="723900"/>
                </a:lnTo>
                <a:close/>
                <a:moveTo>
                  <a:pt x="1190625" y="714375"/>
                </a:moveTo>
                <a:lnTo>
                  <a:pt x="1209675" y="714375"/>
                </a:lnTo>
                <a:lnTo>
                  <a:pt x="1209675" y="723900"/>
                </a:lnTo>
                <a:lnTo>
                  <a:pt x="1190625" y="723900"/>
                </a:lnTo>
                <a:close/>
                <a:moveTo>
                  <a:pt x="1038225" y="762000"/>
                </a:moveTo>
                <a:lnTo>
                  <a:pt x="1047750" y="762000"/>
                </a:lnTo>
                <a:lnTo>
                  <a:pt x="1047750" y="771525"/>
                </a:lnTo>
                <a:lnTo>
                  <a:pt x="1038225" y="771525"/>
                </a:lnTo>
                <a:close/>
                <a:moveTo>
                  <a:pt x="1104900" y="762000"/>
                </a:moveTo>
                <a:lnTo>
                  <a:pt x="1114425" y="762000"/>
                </a:lnTo>
                <a:lnTo>
                  <a:pt x="1114425" y="771525"/>
                </a:lnTo>
                <a:lnTo>
                  <a:pt x="1104900" y="771525"/>
                </a:lnTo>
                <a:close/>
                <a:moveTo>
                  <a:pt x="600075" y="771525"/>
                </a:moveTo>
                <a:lnTo>
                  <a:pt x="609600" y="771525"/>
                </a:lnTo>
                <a:lnTo>
                  <a:pt x="609600" y="781050"/>
                </a:lnTo>
                <a:lnTo>
                  <a:pt x="600075" y="781050"/>
                </a:lnTo>
                <a:close/>
                <a:moveTo>
                  <a:pt x="1181100" y="800100"/>
                </a:moveTo>
                <a:lnTo>
                  <a:pt x="1200150" y="800100"/>
                </a:lnTo>
                <a:lnTo>
                  <a:pt x="1200150" y="809625"/>
                </a:lnTo>
                <a:lnTo>
                  <a:pt x="1181100" y="809625"/>
                </a:lnTo>
                <a:close/>
              </a:path>
            </a:pathLst>
          </a:custGeom>
          <a:solidFill xmlns:a="http://schemas.openxmlformats.org/drawingml/2006/main">
            <a:srgbClr val="F8F8F2"/>
          </a:solidFill>
          <a:ln xmlns:a="http://schemas.openxmlformats.org/drawingml/2006/main" w="0">
            <a:noFill/>
          </a:ln>
        </p:spPr>
      </p:sp>
      <p:sp>
        <p:nvSpPr>
          <p:cNvPr id="164" name="v12 vector #f6f8f3">
            <a:extLst xmlns:a="http://schemas.openxmlformats.org/drawingml/2006/main">
              <a:ext uri="{FF2B5EF4-FFF2-40B4-BE49-F238E27FC236}">
                <a16:creationId xmlns:a16="http://schemas.microsoft.com/office/drawing/2014/main" id="{36D0759F-BC0D-4EBC-B4B0-CE47E55109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10675" y="3609975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409575" y="0"/>
                </a:moveTo>
                <a:lnTo>
                  <a:pt x="419100" y="0"/>
                </a:lnTo>
                <a:lnTo>
                  <a:pt x="419100" y="9525"/>
                </a:lnTo>
                <a:lnTo>
                  <a:pt x="409575" y="9525"/>
                </a:lnTo>
                <a:close/>
                <a:moveTo>
                  <a:pt x="495300" y="0"/>
                </a:moveTo>
                <a:lnTo>
                  <a:pt x="523875" y="0"/>
                </a:lnTo>
                <a:lnTo>
                  <a:pt x="523875" y="9525"/>
                </a:lnTo>
                <a:lnTo>
                  <a:pt x="533400" y="9525"/>
                </a:lnTo>
                <a:lnTo>
                  <a:pt x="533400" y="19050"/>
                </a:lnTo>
                <a:lnTo>
                  <a:pt x="485775" y="19050"/>
                </a:lnTo>
                <a:lnTo>
                  <a:pt x="485775" y="9525"/>
                </a:lnTo>
                <a:lnTo>
                  <a:pt x="495300" y="9525"/>
                </a:lnTo>
                <a:close/>
                <a:moveTo>
                  <a:pt x="800100" y="0"/>
                </a:moveTo>
                <a:lnTo>
                  <a:pt x="809625" y="0"/>
                </a:lnTo>
                <a:lnTo>
                  <a:pt x="809625" y="9525"/>
                </a:lnTo>
                <a:lnTo>
                  <a:pt x="800100" y="9525"/>
                </a:lnTo>
                <a:close/>
                <a:moveTo>
                  <a:pt x="142875" y="9525"/>
                </a:moveTo>
                <a:lnTo>
                  <a:pt x="161925" y="9525"/>
                </a:lnTo>
                <a:lnTo>
                  <a:pt x="161925" y="19050"/>
                </a:lnTo>
                <a:lnTo>
                  <a:pt x="142875" y="19050"/>
                </a:lnTo>
                <a:close/>
                <a:moveTo>
                  <a:pt x="400050" y="9525"/>
                </a:moveTo>
                <a:lnTo>
                  <a:pt x="409575" y="9525"/>
                </a:lnTo>
                <a:lnTo>
                  <a:pt x="409575" y="19050"/>
                </a:lnTo>
                <a:lnTo>
                  <a:pt x="400050" y="19050"/>
                </a:lnTo>
                <a:close/>
                <a:moveTo>
                  <a:pt x="419100" y="9525"/>
                </a:moveTo>
                <a:lnTo>
                  <a:pt x="428625" y="9525"/>
                </a:lnTo>
                <a:lnTo>
                  <a:pt x="428625" y="19050"/>
                </a:lnTo>
                <a:lnTo>
                  <a:pt x="419100" y="19050"/>
                </a:lnTo>
                <a:close/>
                <a:moveTo>
                  <a:pt x="752475" y="9525"/>
                </a:moveTo>
                <a:lnTo>
                  <a:pt x="771525" y="9525"/>
                </a:lnTo>
                <a:lnTo>
                  <a:pt x="771525" y="19050"/>
                </a:lnTo>
                <a:lnTo>
                  <a:pt x="752475" y="19050"/>
                </a:lnTo>
                <a:close/>
                <a:moveTo>
                  <a:pt x="790575" y="9525"/>
                </a:moveTo>
                <a:lnTo>
                  <a:pt x="800100" y="9525"/>
                </a:lnTo>
                <a:lnTo>
                  <a:pt x="800100" y="19050"/>
                </a:lnTo>
                <a:lnTo>
                  <a:pt x="790575" y="19050"/>
                </a:lnTo>
                <a:close/>
                <a:moveTo>
                  <a:pt x="809625" y="9525"/>
                </a:moveTo>
                <a:lnTo>
                  <a:pt x="819150" y="9525"/>
                </a:lnTo>
                <a:lnTo>
                  <a:pt x="819150" y="19050"/>
                </a:lnTo>
                <a:lnTo>
                  <a:pt x="809625" y="19050"/>
                </a:lnTo>
                <a:close/>
                <a:moveTo>
                  <a:pt x="1057275" y="76200"/>
                </a:moveTo>
                <a:lnTo>
                  <a:pt x="1066800" y="76200"/>
                </a:lnTo>
                <a:lnTo>
                  <a:pt x="1066800" y="95250"/>
                </a:lnTo>
                <a:lnTo>
                  <a:pt x="1057275" y="95250"/>
                </a:lnTo>
                <a:close/>
                <a:moveTo>
                  <a:pt x="1171575" y="85725"/>
                </a:moveTo>
                <a:lnTo>
                  <a:pt x="1181100" y="85725"/>
                </a:lnTo>
                <a:lnTo>
                  <a:pt x="1181100" y="95250"/>
                </a:lnTo>
                <a:lnTo>
                  <a:pt x="1171575" y="95250"/>
                </a:lnTo>
                <a:close/>
                <a:moveTo>
                  <a:pt x="1190625" y="85725"/>
                </a:moveTo>
                <a:lnTo>
                  <a:pt x="1200150" y="85725"/>
                </a:lnTo>
                <a:lnTo>
                  <a:pt x="1200150" y="95250"/>
                </a:lnTo>
                <a:lnTo>
                  <a:pt x="1190625" y="95250"/>
                </a:lnTo>
                <a:close/>
                <a:moveTo>
                  <a:pt x="1143000" y="95250"/>
                </a:moveTo>
                <a:lnTo>
                  <a:pt x="1162050" y="95250"/>
                </a:lnTo>
                <a:lnTo>
                  <a:pt x="1162050" y="104775"/>
                </a:lnTo>
                <a:lnTo>
                  <a:pt x="1152525" y="104775"/>
                </a:lnTo>
                <a:lnTo>
                  <a:pt x="1152525" y="114300"/>
                </a:lnTo>
                <a:lnTo>
                  <a:pt x="1143000" y="114300"/>
                </a:lnTo>
                <a:lnTo>
                  <a:pt x="1143000" y="123825"/>
                </a:lnTo>
                <a:lnTo>
                  <a:pt x="1133475" y="123825"/>
                </a:lnTo>
                <a:lnTo>
                  <a:pt x="1133475" y="104775"/>
                </a:lnTo>
                <a:lnTo>
                  <a:pt x="1143000" y="104775"/>
                </a:lnTo>
                <a:close/>
                <a:moveTo>
                  <a:pt x="1143000" y="123825"/>
                </a:moveTo>
                <a:lnTo>
                  <a:pt x="1152525" y="123825"/>
                </a:lnTo>
                <a:lnTo>
                  <a:pt x="1152525" y="133350"/>
                </a:lnTo>
                <a:lnTo>
                  <a:pt x="1143000" y="133350"/>
                </a:lnTo>
                <a:close/>
                <a:moveTo>
                  <a:pt x="9525" y="133350"/>
                </a:moveTo>
                <a:lnTo>
                  <a:pt x="19050" y="133350"/>
                </a:lnTo>
                <a:lnTo>
                  <a:pt x="19050" y="152400"/>
                </a:lnTo>
                <a:lnTo>
                  <a:pt x="38100" y="152400"/>
                </a:lnTo>
                <a:lnTo>
                  <a:pt x="38100" y="180975"/>
                </a:lnTo>
                <a:lnTo>
                  <a:pt x="19050" y="180975"/>
                </a:lnTo>
                <a:lnTo>
                  <a:pt x="19050" y="161925"/>
                </a:lnTo>
                <a:lnTo>
                  <a:pt x="9525" y="161925"/>
                </a:lnTo>
                <a:close/>
                <a:moveTo>
                  <a:pt x="1152525" y="133350"/>
                </a:moveTo>
                <a:lnTo>
                  <a:pt x="1162050" y="133350"/>
                </a:lnTo>
                <a:lnTo>
                  <a:pt x="1162050" y="142875"/>
                </a:lnTo>
                <a:lnTo>
                  <a:pt x="1152525" y="142875"/>
                </a:lnTo>
                <a:close/>
                <a:moveTo>
                  <a:pt x="219075" y="142875"/>
                </a:moveTo>
                <a:lnTo>
                  <a:pt x="247650" y="142875"/>
                </a:lnTo>
                <a:lnTo>
                  <a:pt x="247650" y="152400"/>
                </a:lnTo>
                <a:lnTo>
                  <a:pt x="219075" y="152400"/>
                </a:lnTo>
                <a:close/>
                <a:moveTo>
                  <a:pt x="742950" y="142875"/>
                </a:moveTo>
                <a:lnTo>
                  <a:pt x="762000" y="142875"/>
                </a:lnTo>
                <a:lnTo>
                  <a:pt x="762000" y="152400"/>
                </a:lnTo>
                <a:lnTo>
                  <a:pt x="742950" y="152400"/>
                </a:lnTo>
                <a:close/>
                <a:moveTo>
                  <a:pt x="771525" y="142875"/>
                </a:moveTo>
                <a:lnTo>
                  <a:pt x="781050" y="142875"/>
                </a:lnTo>
                <a:lnTo>
                  <a:pt x="781050" y="171450"/>
                </a:lnTo>
                <a:lnTo>
                  <a:pt x="771525" y="171450"/>
                </a:lnTo>
                <a:lnTo>
                  <a:pt x="771525" y="180975"/>
                </a:lnTo>
                <a:lnTo>
                  <a:pt x="762000" y="180975"/>
                </a:lnTo>
                <a:lnTo>
                  <a:pt x="762000" y="161925"/>
                </a:lnTo>
                <a:lnTo>
                  <a:pt x="771525" y="161925"/>
                </a:lnTo>
                <a:close/>
                <a:moveTo>
                  <a:pt x="809625" y="142875"/>
                </a:moveTo>
                <a:lnTo>
                  <a:pt x="819150" y="142875"/>
                </a:lnTo>
                <a:lnTo>
                  <a:pt x="819150" y="152400"/>
                </a:lnTo>
                <a:lnTo>
                  <a:pt x="809625" y="152400"/>
                </a:lnTo>
                <a:close/>
                <a:moveTo>
                  <a:pt x="828675" y="142875"/>
                </a:moveTo>
                <a:lnTo>
                  <a:pt x="838200" y="142875"/>
                </a:lnTo>
                <a:lnTo>
                  <a:pt x="838200" y="152400"/>
                </a:lnTo>
                <a:lnTo>
                  <a:pt x="828675" y="152400"/>
                </a:lnTo>
                <a:close/>
                <a:moveTo>
                  <a:pt x="247650" y="152400"/>
                </a:moveTo>
                <a:lnTo>
                  <a:pt x="276225" y="152400"/>
                </a:lnTo>
                <a:lnTo>
                  <a:pt x="276225" y="171450"/>
                </a:lnTo>
                <a:lnTo>
                  <a:pt x="285750" y="171450"/>
                </a:lnTo>
                <a:lnTo>
                  <a:pt x="285750" y="180975"/>
                </a:lnTo>
                <a:lnTo>
                  <a:pt x="276225" y="180975"/>
                </a:lnTo>
                <a:lnTo>
                  <a:pt x="276225" y="190500"/>
                </a:lnTo>
                <a:lnTo>
                  <a:pt x="266700" y="190500"/>
                </a:lnTo>
                <a:lnTo>
                  <a:pt x="266700" y="171450"/>
                </a:lnTo>
                <a:lnTo>
                  <a:pt x="247650" y="171450"/>
                </a:lnTo>
                <a:close/>
                <a:moveTo>
                  <a:pt x="371475" y="152400"/>
                </a:moveTo>
                <a:lnTo>
                  <a:pt x="400050" y="152400"/>
                </a:lnTo>
                <a:lnTo>
                  <a:pt x="400050" y="161925"/>
                </a:lnTo>
                <a:lnTo>
                  <a:pt x="371475" y="161925"/>
                </a:lnTo>
                <a:close/>
                <a:moveTo>
                  <a:pt x="838200" y="152400"/>
                </a:moveTo>
                <a:lnTo>
                  <a:pt x="847725" y="152400"/>
                </a:lnTo>
                <a:lnTo>
                  <a:pt x="847725" y="209550"/>
                </a:lnTo>
                <a:lnTo>
                  <a:pt x="838200" y="209550"/>
                </a:lnTo>
                <a:close/>
                <a:moveTo>
                  <a:pt x="723900" y="161925"/>
                </a:moveTo>
                <a:lnTo>
                  <a:pt x="733425" y="161925"/>
                </a:lnTo>
                <a:lnTo>
                  <a:pt x="733425" y="171450"/>
                </a:lnTo>
                <a:lnTo>
                  <a:pt x="723900" y="171450"/>
                </a:lnTo>
                <a:close/>
                <a:moveTo>
                  <a:pt x="1200150" y="171450"/>
                </a:moveTo>
                <a:lnTo>
                  <a:pt x="1209675" y="171450"/>
                </a:lnTo>
                <a:lnTo>
                  <a:pt x="1209675" y="180975"/>
                </a:lnTo>
                <a:lnTo>
                  <a:pt x="1200150" y="180975"/>
                </a:lnTo>
                <a:close/>
                <a:moveTo>
                  <a:pt x="742950" y="180975"/>
                </a:moveTo>
                <a:lnTo>
                  <a:pt x="752475" y="180975"/>
                </a:lnTo>
                <a:lnTo>
                  <a:pt x="752475" y="190500"/>
                </a:lnTo>
                <a:lnTo>
                  <a:pt x="742950" y="190500"/>
                </a:lnTo>
                <a:close/>
                <a:moveTo>
                  <a:pt x="619125" y="190500"/>
                </a:moveTo>
                <a:lnTo>
                  <a:pt x="628650" y="190500"/>
                </a:lnTo>
                <a:lnTo>
                  <a:pt x="628650" y="219075"/>
                </a:lnTo>
                <a:lnTo>
                  <a:pt x="619125" y="219075"/>
                </a:lnTo>
                <a:close/>
                <a:moveTo>
                  <a:pt x="1028700" y="190500"/>
                </a:moveTo>
                <a:lnTo>
                  <a:pt x="1038225" y="190500"/>
                </a:lnTo>
                <a:lnTo>
                  <a:pt x="1038225" y="200025"/>
                </a:lnTo>
                <a:lnTo>
                  <a:pt x="1028700" y="200025"/>
                </a:lnTo>
                <a:close/>
                <a:moveTo>
                  <a:pt x="266700" y="209550"/>
                </a:moveTo>
                <a:lnTo>
                  <a:pt x="276225" y="209550"/>
                </a:lnTo>
                <a:lnTo>
                  <a:pt x="276225" y="228600"/>
                </a:lnTo>
                <a:lnTo>
                  <a:pt x="266700" y="228600"/>
                </a:lnTo>
                <a:close/>
                <a:moveTo>
                  <a:pt x="742950" y="209550"/>
                </a:moveTo>
                <a:lnTo>
                  <a:pt x="752475" y="209550"/>
                </a:lnTo>
                <a:lnTo>
                  <a:pt x="752475" y="219075"/>
                </a:lnTo>
                <a:lnTo>
                  <a:pt x="742950" y="219075"/>
                </a:lnTo>
                <a:close/>
                <a:moveTo>
                  <a:pt x="838200" y="219075"/>
                </a:moveTo>
                <a:lnTo>
                  <a:pt x="847725" y="219075"/>
                </a:lnTo>
                <a:lnTo>
                  <a:pt x="847725" y="247650"/>
                </a:lnTo>
                <a:lnTo>
                  <a:pt x="838200" y="247650"/>
                </a:lnTo>
                <a:close/>
                <a:moveTo>
                  <a:pt x="628650" y="228600"/>
                </a:moveTo>
                <a:lnTo>
                  <a:pt x="647700" y="228600"/>
                </a:lnTo>
                <a:lnTo>
                  <a:pt x="647700" y="247650"/>
                </a:lnTo>
                <a:lnTo>
                  <a:pt x="638175" y="247650"/>
                </a:lnTo>
                <a:lnTo>
                  <a:pt x="638175" y="238125"/>
                </a:lnTo>
                <a:lnTo>
                  <a:pt x="628650" y="238125"/>
                </a:lnTo>
                <a:close/>
                <a:moveTo>
                  <a:pt x="695325" y="238125"/>
                </a:moveTo>
                <a:lnTo>
                  <a:pt x="714375" y="238125"/>
                </a:lnTo>
                <a:lnTo>
                  <a:pt x="714375" y="247650"/>
                </a:lnTo>
                <a:lnTo>
                  <a:pt x="695325" y="247650"/>
                </a:lnTo>
                <a:close/>
                <a:moveTo>
                  <a:pt x="733425" y="238125"/>
                </a:moveTo>
                <a:lnTo>
                  <a:pt x="752475" y="238125"/>
                </a:lnTo>
                <a:lnTo>
                  <a:pt x="752475" y="247650"/>
                </a:lnTo>
                <a:lnTo>
                  <a:pt x="733425" y="247650"/>
                </a:lnTo>
                <a:close/>
                <a:moveTo>
                  <a:pt x="819150" y="247650"/>
                </a:moveTo>
                <a:lnTo>
                  <a:pt x="838200" y="247650"/>
                </a:lnTo>
                <a:lnTo>
                  <a:pt x="838200" y="266700"/>
                </a:lnTo>
                <a:lnTo>
                  <a:pt x="828675" y="266700"/>
                </a:lnTo>
                <a:lnTo>
                  <a:pt x="828675" y="257175"/>
                </a:lnTo>
                <a:lnTo>
                  <a:pt x="819150" y="257175"/>
                </a:lnTo>
                <a:close/>
                <a:moveTo>
                  <a:pt x="361950" y="266700"/>
                </a:moveTo>
                <a:lnTo>
                  <a:pt x="371475" y="266700"/>
                </a:lnTo>
                <a:lnTo>
                  <a:pt x="371475" y="276225"/>
                </a:lnTo>
                <a:lnTo>
                  <a:pt x="361950" y="276225"/>
                </a:lnTo>
                <a:close/>
                <a:moveTo>
                  <a:pt x="600075" y="266700"/>
                </a:moveTo>
                <a:lnTo>
                  <a:pt x="609600" y="266700"/>
                </a:lnTo>
                <a:lnTo>
                  <a:pt x="609600" y="276225"/>
                </a:lnTo>
                <a:lnTo>
                  <a:pt x="600075" y="276225"/>
                </a:lnTo>
                <a:close/>
                <a:moveTo>
                  <a:pt x="333375" y="276225"/>
                </a:moveTo>
                <a:lnTo>
                  <a:pt x="342900" y="276225"/>
                </a:lnTo>
                <a:lnTo>
                  <a:pt x="342900" y="295275"/>
                </a:lnTo>
                <a:lnTo>
                  <a:pt x="323850" y="295275"/>
                </a:lnTo>
                <a:lnTo>
                  <a:pt x="323850" y="285750"/>
                </a:lnTo>
                <a:lnTo>
                  <a:pt x="333375" y="285750"/>
                </a:lnTo>
                <a:close/>
                <a:moveTo>
                  <a:pt x="676275" y="285750"/>
                </a:moveTo>
                <a:lnTo>
                  <a:pt x="685800" y="285750"/>
                </a:lnTo>
                <a:lnTo>
                  <a:pt x="685800" y="295275"/>
                </a:lnTo>
                <a:lnTo>
                  <a:pt x="676275" y="295275"/>
                </a:lnTo>
                <a:close/>
                <a:moveTo>
                  <a:pt x="161925" y="295275"/>
                </a:moveTo>
                <a:lnTo>
                  <a:pt x="180975" y="295275"/>
                </a:lnTo>
                <a:lnTo>
                  <a:pt x="180975" y="304800"/>
                </a:lnTo>
                <a:lnTo>
                  <a:pt x="171450" y="304800"/>
                </a:lnTo>
                <a:lnTo>
                  <a:pt x="171450" y="314325"/>
                </a:lnTo>
                <a:lnTo>
                  <a:pt x="180975" y="314325"/>
                </a:lnTo>
                <a:lnTo>
                  <a:pt x="180975" y="323850"/>
                </a:lnTo>
                <a:lnTo>
                  <a:pt x="161925" y="323850"/>
                </a:lnTo>
                <a:lnTo>
                  <a:pt x="161925" y="333375"/>
                </a:lnTo>
                <a:lnTo>
                  <a:pt x="152400" y="333375"/>
                </a:lnTo>
                <a:lnTo>
                  <a:pt x="152400" y="304800"/>
                </a:lnTo>
                <a:lnTo>
                  <a:pt x="161925" y="304800"/>
                </a:lnTo>
                <a:close/>
                <a:moveTo>
                  <a:pt x="209550" y="295275"/>
                </a:moveTo>
                <a:lnTo>
                  <a:pt x="219075" y="295275"/>
                </a:lnTo>
                <a:lnTo>
                  <a:pt x="219075" y="304800"/>
                </a:lnTo>
                <a:lnTo>
                  <a:pt x="209550" y="304800"/>
                </a:lnTo>
                <a:close/>
                <a:moveTo>
                  <a:pt x="333375" y="323850"/>
                </a:moveTo>
                <a:lnTo>
                  <a:pt x="342900" y="323850"/>
                </a:lnTo>
                <a:lnTo>
                  <a:pt x="342900" y="333375"/>
                </a:lnTo>
                <a:lnTo>
                  <a:pt x="333375" y="333375"/>
                </a:lnTo>
                <a:close/>
                <a:moveTo>
                  <a:pt x="352425" y="333375"/>
                </a:moveTo>
                <a:lnTo>
                  <a:pt x="361950" y="333375"/>
                </a:lnTo>
                <a:lnTo>
                  <a:pt x="361950" y="381000"/>
                </a:lnTo>
                <a:lnTo>
                  <a:pt x="352425" y="381000"/>
                </a:lnTo>
                <a:lnTo>
                  <a:pt x="352425" y="390525"/>
                </a:lnTo>
                <a:lnTo>
                  <a:pt x="342900" y="390525"/>
                </a:lnTo>
                <a:lnTo>
                  <a:pt x="342900" y="371475"/>
                </a:lnTo>
                <a:lnTo>
                  <a:pt x="352425" y="371475"/>
                </a:lnTo>
                <a:close/>
                <a:moveTo>
                  <a:pt x="419100" y="333375"/>
                </a:moveTo>
                <a:lnTo>
                  <a:pt x="438150" y="333375"/>
                </a:lnTo>
                <a:lnTo>
                  <a:pt x="438150" y="342900"/>
                </a:lnTo>
                <a:lnTo>
                  <a:pt x="419100" y="342900"/>
                </a:lnTo>
                <a:close/>
                <a:moveTo>
                  <a:pt x="438150" y="342900"/>
                </a:moveTo>
                <a:lnTo>
                  <a:pt x="447675" y="342900"/>
                </a:lnTo>
                <a:lnTo>
                  <a:pt x="447675" y="352425"/>
                </a:lnTo>
                <a:lnTo>
                  <a:pt x="438150" y="352425"/>
                </a:lnTo>
                <a:close/>
                <a:moveTo>
                  <a:pt x="542925" y="342900"/>
                </a:moveTo>
                <a:lnTo>
                  <a:pt x="552450" y="342900"/>
                </a:lnTo>
                <a:lnTo>
                  <a:pt x="552450" y="361950"/>
                </a:lnTo>
                <a:lnTo>
                  <a:pt x="542925" y="361950"/>
                </a:lnTo>
                <a:close/>
                <a:moveTo>
                  <a:pt x="447675" y="352425"/>
                </a:moveTo>
                <a:lnTo>
                  <a:pt x="457200" y="352425"/>
                </a:lnTo>
                <a:lnTo>
                  <a:pt x="457200" y="361950"/>
                </a:lnTo>
                <a:lnTo>
                  <a:pt x="447675" y="361950"/>
                </a:lnTo>
                <a:close/>
                <a:moveTo>
                  <a:pt x="485775" y="352425"/>
                </a:moveTo>
                <a:lnTo>
                  <a:pt x="495300" y="352425"/>
                </a:lnTo>
                <a:lnTo>
                  <a:pt x="495300" y="361950"/>
                </a:lnTo>
                <a:lnTo>
                  <a:pt x="514350" y="361950"/>
                </a:lnTo>
                <a:lnTo>
                  <a:pt x="514350" y="371475"/>
                </a:lnTo>
                <a:lnTo>
                  <a:pt x="504825" y="371475"/>
                </a:lnTo>
                <a:lnTo>
                  <a:pt x="504825" y="381000"/>
                </a:lnTo>
                <a:lnTo>
                  <a:pt x="495300" y="381000"/>
                </a:lnTo>
                <a:lnTo>
                  <a:pt x="495300" y="371475"/>
                </a:lnTo>
                <a:lnTo>
                  <a:pt x="485775" y="371475"/>
                </a:lnTo>
                <a:close/>
                <a:moveTo>
                  <a:pt x="285750" y="361950"/>
                </a:moveTo>
                <a:lnTo>
                  <a:pt x="295275" y="361950"/>
                </a:lnTo>
                <a:lnTo>
                  <a:pt x="295275" y="371475"/>
                </a:lnTo>
                <a:lnTo>
                  <a:pt x="285750" y="371475"/>
                </a:lnTo>
                <a:close/>
                <a:moveTo>
                  <a:pt x="552450" y="361950"/>
                </a:moveTo>
                <a:lnTo>
                  <a:pt x="561975" y="361950"/>
                </a:lnTo>
                <a:lnTo>
                  <a:pt x="561975" y="371475"/>
                </a:lnTo>
                <a:lnTo>
                  <a:pt x="552450" y="371475"/>
                </a:lnTo>
                <a:close/>
                <a:moveTo>
                  <a:pt x="200025" y="371475"/>
                </a:moveTo>
                <a:lnTo>
                  <a:pt x="209550" y="371475"/>
                </a:lnTo>
                <a:lnTo>
                  <a:pt x="209550" y="381000"/>
                </a:lnTo>
                <a:lnTo>
                  <a:pt x="219075" y="381000"/>
                </a:lnTo>
                <a:lnTo>
                  <a:pt x="219075" y="390525"/>
                </a:lnTo>
                <a:lnTo>
                  <a:pt x="190500" y="390525"/>
                </a:lnTo>
                <a:lnTo>
                  <a:pt x="190500" y="381000"/>
                </a:lnTo>
                <a:lnTo>
                  <a:pt x="200025" y="381000"/>
                </a:lnTo>
                <a:close/>
                <a:moveTo>
                  <a:pt x="266700" y="371475"/>
                </a:moveTo>
                <a:lnTo>
                  <a:pt x="276225" y="371475"/>
                </a:lnTo>
                <a:lnTo>
                  <a:pt x="276225" y="381000"/>
                </a:lnTo>
                <a:lnTo>
                  <a:pt x="266700" y="381000"/>
                </a:lnTo>
                <a:close/>
                <a:moveTo>
                  <a:pt x="571500" y="371475"/>
                </a:moveTo>
                <a:lnTo>
                  <a:pt x="581025" y="371475"/>
                </a:lnTo>
                <a:lnTo>
                  <a:pt x="581025" y="381000"/>
                </a:lnTo>
                <a:lnTo>
                  <a:pt x="571500" y="381000"/>
                </a:lnTo>
                <a:close/>
                <a:moveTo>
                  <a:pt x="447675" y="409575"/>
                </a:moveTo>
                <a:lnTo>
                  <a:pt x="457200" y="409575"/>
                </a:lnTo>
                <a:lnTo>
                  <a:pt x="457200" y="428625"/>
                </a:lnTo>
                <a:lnTo>
                  <a:pt x="447675" y="428625"/>
                </a:lnTo>
                <a:close/>
                <a:moveTo>
                  <a:pt x="485775" y="419100"/>
                </a:moveTo>
                <a:lnTo>
                  <a:pt x="495300" y="419100"/>
                </a:lnTo>
                <a:lnTo>
                  <a:pt x="495300" y="428625"/>
                </a:lnTo>
                <a:lnTo>
                  <a:pt x="485775" y="428625"/>
                </a:lnTo>
                <a:close/>
                <a:moveTo>
                  <a:pt x="523875" y="419100"/>
                </a:moveTo>
                <a:lnTo>
                  <a:pt x="533400" y="419100"/>
                </a:lnTo>
                <a:lnTo>
                  <a:pt x="533400" y="428625"/>
                </a:lnTo>
                <a:lnTo>
                  <a:pt x="523875" y="428625"/>
                </a:lnTo>
                <a:close/>
                <a:moveTo>
                  <a:pt x="552450" y="419100"/>
                </a:moveTo>
                <a:lnTo>
                  <a:pt x="561975" y="419100"/>
                </a:lnTo>
                <a:lnTo>
                  <a:pt x="561975" y="428625"/>
                </a:lnTo>
                <a:lnTo>
                  <a:pt x="571500" y="428625"/>
                </a:lnTo>
                <a:lnTo>
                  <a:pt x="571500" y="438150"/>
                </a:lnTo>
                <a:lnTo>
                  <a:pt x="552450" y="438150"/>
                </a:lnTo>
                <a:close/>
                <a:moveTo>
                  <a:pt x="466725" y="428625"/>
                </a:moveTo>
                <a:lnTo>
                  <a:pt x="476250" y="428625"/>
                </a:lnTo>
                <a:lnTo>
                  <a:pt x="476250" y="438150"/>
                </a:lnTo>
                <a:lnTo>
                  <a:pt x="466725" y="438150"/>
                </a:lnTo>
                <a:close/>
                <a:moveTo>
                  <a:pt x="76200" y="438150"/>
                </a:moveTo>
                <a:lnTo>
                  <a:pt x="85725" y="438150"/>
                </a:lnTo>
                <a:lnTo>
                  <a:pt x="85725" y="447675"/>
                </a:lnTo>
                <a:lnTo>
                  <a:pt x="76200" y="447675"/>
                </a:lnTo>
                <a:close/>
                <a:moveTo>
                  <a:pt x="1190625" y="447675"/>
                </a:moveTo>
                <a:lnTo>
                  <a:pt x="1200150" y="447675"/>
                </a:lnTo>
                <a:lnTo>
                  <a:pt x="1200150" y="457200"/>
                </a:lnTo>
                <a:lnTo>
                  <a:pt x="1190625" y="457200"/>
                </a:lnTo>
                <a:close/>
                <a:moveTo>
                  <a:pt x="9525" y="466725"/>
                </a:moveTo>
                <a:lnTo>
                  <a:pt x="19050" y="466725"/>
                </a:lnTo>
                <a:lnTo>
                  <a:pt x="19050" y="476250"/>
                </a:lnTo>
                <a:lnTo>
                  <a:pt x="9525" y="476250"/>
                </a:lnTo>
                <a:close/>
                <a:moveTo>
                  <a:pt x="28575" y="466725"/>
                </a:moveTo>
                <a:lnTo>
                  <a:pt x="38100" y="466725"/>
                </a:lnTo>
                <a:lnTo>
                  <a:pt x="38100" y="476250"/>
                </a:lnTo>
                <a:lnTo>
                  <a:pt x="28575" y="476250"/>
                </a:lnTo>
                <a:close/>
                <a:moveTo>
                  <a:pt x="1190625" y="466725"/>
                </a:moveTo>
                <a:lnTo>
                  <a:pt x="1200150" y="466725"/>
                </a:lnTo>
                <a:lnTo>
                  <a:pt x="1200150" y="476250"/>
                </a:lnTo>
                <a:lnTo>
                  <a:pt x="1190625" y="476250"/>
                </a:lnTo>
                <a:close/>
                <a:moveTo>
                  <a:pt x="1200150" y="476250"/>
                </a:moveTo>
                <a:lnTo>
                  <a:pt x="1209675" y="476250"/>
                </a:lnTo>
                <a:lnTo>
                  <a:pt x="1209675" y="495300"/>
                </a:lnTo>
                <a:lnTo>
                  <a:pt x="1200150" y="495300"/>
                </a:lnTo>
                <a:close/>
                <a:moveTo>
                  <a:pt x="28575" y="485775"/>
                </a:moveTo>
                <a:lnTo>
                  <a:pt x="38100" y="485775"/>
                </a:lnTo>
                <a:lnTo>
                  <a:pt x="38100" y="495300"/>
                </a:lnTo>
                <a:lnTo>
                  <a:pt x="28575" y="495300"/>
                </a:lnTo>
                <a:close/>
                <a:moveTo>
                  <a:pt x="152400" y="485775"/>
                </a:moveTo>
                <a:lnTo>
                  <a:pt x="161925" y="485775"/>
                </a:lnTo>
                <a:lnTo>
                  <a:pt x="161925" y="495300"/>
                </a:lnTo>
                <a:lnTo>
                  <a:pt x="152400" y="495300"/>
                </a:lnTo>
                <a:close/>
                <a:moveTo>
                  <a:pt x="1047750" y="514350"/>
                </a:moveTo>
                <a:lnTo>
                  <a:pt x="1066800" y="514350"/>
                </a:lnTo>
                <a:lnTo>
                  <a:pt x="1066800" y="533400"/>
                </a:lnTo>
                <a:lnTo>
                  <a:pt x="1038225" y="533400"/>
                </a:lnTo>
                <a:lnTo>
                  <a:pt x="1038225" y="523875"/>
                </a:lnTo>
                <a:lnTo>
                  <a:pt x="1047750" y="523875"/>
                </a:lnTo>
                <a:close/>
                <a:moveTo>
                  <a:pt x="85725" y="533400"/>
                </a:moveTo>
                <a:lnTo>
                  <a:pt x="95250" y="533400"/>
                </a:lnTo>
                <a:lnTo>
                  <a:pt x="95250" y="561975"/>
                </a:lnTo>
                <a:lnTo>
                  <a:pt x="85725" y="561975"/>
                </a:lnTo>
                <a:close/>
                <a:moveTo>
                  <a:pt x="133350" y="533400"/>
                </a:moveTo>
                <a:lnTo>
                  <a:pt x="142875" y="533400"/>
                </a:lnTo>
                <a:lnTo>
                  <a:pt x="142875" y="542925"/>
                </a:lnTo>
                <a:lnTo>
                  <a:pt x="133350" y="542925"/>
                </a:lnTo>
                <a:close/>
                <a:moveTo>
                  <a:pt x="1066800" y="533400"/>
                </a:moveTo>
                <a:lnTo>
                  <a:pt x="1076325" y="533400"/>
                </a:lnTo>
                <a:lnTo>
                  <a:pt x="1076325" y="542925"/>
                </a:lnTo>
                <a:lnTo>
                  <a:pt x="1066800" y="542925"/>
                </a:lnTo>
                <a:close/>
                <a:moveTo>
                  <a:pt x="38100" y="542925"/>
                </a:moveTo>
                <a:lnTo>
                  <a:pt x="47625" y="542925"/>
                </a:lnTo>
                <a:lnTo>
                  <a:pt x="47625" y="552450"/>
                </a:lnTo>
                <a:lnTo>
                  <a:pt x="38100" y="552450"/>
                </a:lnTo>
                <a:close/>
                <a:moveTo>
                  <a:pt x="142875" y="542925"/>
                </a:moveTo>
                <a:lnTo>
                  <a:pt x="152400" y="542925"/>
                </a:lnTo>
                <a:lnTo>
                  <a:pt x="152400" y="552450"/>
                </a:lnTo>
                <a:lnTo>
                  <a:pt x="142875" y="552450"/>
                </a:lnTo>
                <a:close/>
                <a:moveTo>
                  <a:pt x="1019175" y="542925"/>
                </a:moveTo>
                <a:lnTo>
                  <a:pt x="1028700" y="542925"/>
                </a:lnTo>
                <a:lnTo>
                  <a:pt x="1028700" y="552450"/>
                </a:lnTo>
                <a:lnTo>
                  <a:pt x="1019175" y="552450"/>
                </a:lnTo>
                <a:close/>
                <a:moveTo>
                  <a:pt x="133350" y="552450"/>
                </a:moveTo>
                <a:lnTo>
                  <a:pt x="142875" y="552450"/>
                </a:lnTo>
                <a:lnTo>
                  <a:pt x="142875" y="561975"/>
                </a:lnTo>
                <a:lnTo>
                  <a:pt x="133350" y="561975"/>
                </a:lnTo>
                <a:close/>
                <a:moveTo>
                  <a:pt x="38100" y="571500"/>
                </a:moveTo>
                <a:lnTo>
                  <a:pt x="47625" y="571500"/>
                </a:lnTo>
                <a:lnTo>
                  <a:pt x="47625" y="590550"/>
                </a:lnTo>
                <a:lnTo>
                  <a:pt x="38100" y="590550"/>
                </a:lnTo>
                <a:close/>
                <a:moveTo>
                  <a:pt x="152400" y="590550"/>
                </a:moveTo>
                <a:lnTo>
                  <a:pt x="171450" y="590550"/>
                </a:lnTo>
                <a:lnTo>
                  <a:pt x="171450" y="600075"/>
                </a:lnTo>
                <a:lnTo>
                  <a:pt x="152400" y="600075"/>
                </a:lnTo>
                <a:close/>
                <a:moveTo>
                  <a:pt x="180975" y="590550"/>
                </a:moveTo>
                <a:lnTo>
                  <a:pt x="219075" y="590550"/>
                </a:lnTo>
                <a:lnTo>
                  <a:pt x="219075" y="600075"/>
                </a:lnTo>
                <a:lnTo>
                  <a:pt x="180975" y="600075"/>
                </a:lnTo>
                <a:close/>
                <a:moveTo>
                  <a:pt x="323850" y="590550"/>
                </a:moveTo>
                <a:lnTo>
                  <a:pt x="352425" y="590550"/>
                </a:lnTo>
                <a:lnTo>
                  <a:pt x="352425" y="600075"/>
                </a:lnTo>
                <a:lnTo>
                  <a:pt x="323850" y="600075"/>
                </a:lnTo>
                <a:close/>
                <a:moveTo>
                  <a:pt x="361950" y="590550"/>
                </a:moveTo>
                <a:lnTo>
                  <a:pt x="590550" y="590550"/>
                </a:lnTo>
                <a:lnTo>
                  <a:pt x="590550" y="600075"/>
                </a:lnTo>
                <a:lnTo>
                  <a:pt x="361950" y="600075"/>
                </a:lnTo>
                <a:close/>
                <a:moveTo>
                  <a:pt x="152400" y="609600"/>
                </a:moveTo>
                <a:lnTo>
                  <a:pt x="171450" y="609600"/>
                </a:lnTo>
                <a:lnTo>
                  <a:pt x="171450" y="619125"/>
                </a:lnTo>
                <a:lnTo>
                  <a:pt x="152400" y="619125"/>
                </a:lnTo>
                <a:close/>
                <a:moveTo>
                  <a:pt x="180975" y="609600"/>
                </a:moveTo>
                <a:lnTo>
                  <a:pt x="219075" y="609600"/>
                </a:lnTo>
                <a:lnTo>
                  <a:pt x="219075" y="619125"/>
                </a:lnTo>
                <a:lnTo>
                  <a:pt x="180975" y="619125"/>
                </a:lnTo>
                <a:close/>
                <a:moveTo>
                  <a:pt x="323850" y="609600"/>
                </a:moveTo>
                <a:lnTo>
                  <a:pt x="352425" y="609600"/>
                </a:lnTo>
                <a:lnTo>
                  <a:pt x="352425" y="619125"/>
                </a:lnTo>
                <a:lnTo>
                  <a:pt x="323850" y="619125"/>
                </a:lnTo>
                <a:close/>
                <a:moveTo>
                  <a:pt x="361950" y="609600"/>
                </a:moveTo>
                <a:lnTo>
                  <a:pt x="590550" y="609600"/>
                </a:lnTo>
                <a:lnTo>
                  <a:pt x="590550" y="619125"/>
                </a:lnTo>
                <a:lnTo>
                  <a:pt x="361950" y="619125"/>
                </a:lnTo>
                <a:close/>
                <a:moveTo>
                  <a:pt x="276225" y="647700"/>
                </a:moveTo>
                <a:lnTo>
                  <a:pt x="285750" y="647700"/>
                </a:lnTo>
                <a:lnTo>
                  <a:pt x="285750" y="657225"/>
                </a:lnTo>
                <a:lnTo>
                  <a:pt x="276225" y="657225"/>
                </a:lnTo>
                <a:close/>
                <a:moveTo>
                  <a:pt x="295275" y="647700"/>
                </a:moveTo>
                <a:lnTo>
                  <a:pt x="304800" y="647700"/>
                </a:lnTo>
                <a:lnTo>
                  <a:pt x="304800" y="657225"/>
                </a:lnTo>
                <a:lnTo>
                  <a:pt x="295275" y="657225"/>
                </a:lnTo>
                <a:close/>
                <a:moveTo>
                  <a:pt x="314325" y="647700"/>
                </a:moveTo>
                <a:lnTo>
                  <a:pt x="381000" y="647700"/>
                </a:lnTo>
                <a:lnTo>
                  <a:pt x="381000" y="657225"/>
                </a:lnTo>
                <a:lnTo>
                  <a:pt x="314325" y="657225"/>
                </a:lnTo>
                <a:close/>
                <a:moveTo>
                  <a:pt x="390525" y="647700"/>
                </a:moveTo>
                <a:lnTo>
                  <a:pt x="419100" y="647700"/>
                </a:lnTo>
                <a:lnTo>
                  <a:pt x="419100" y="657225"/>
                </a:lnTo>
                <a:lnTo>
                  <a:pt x="390525" y="657225"/>
                </a:lnTo>
                <a:close/>
                <a:moveTo>
                  <a:pt x="466725" y="647700"/>
                </a:moveTo>
                <a:lnTo>
                  <a:pt x="495300" y="647700"/>
                </a:lnTo>
                <a:lnTo>
                  <a:pt x="495300" y="657225"/>
                </a:lnTo>
                <a:lnTo>
                  <a:pt x="466725" y="657225"/>
                </a:lnTo>
                <a:close/>
                <a:moveTo>
                  <a:pt x="666750" y="704850"/>
                </a:moveTo>
                <a:lnTo>
                  <a:pt x="676275" y="704850"/>
                </a:lnTo>
                <a:lnTo>
                  <a:pt x="676275" y="714375"/>
                </a:lnTo>
                <a:lnTo>
                  <a:pt x="666750" y="714375"/>
                </a:lnTo>
                <a:close/>
                <a:moveTo>
                  <a:pt x="714375" y="714375"/>
                </a:moveTo>
                <a:lnTo>
                  <a:pt x="733425" y="714375"/>
                </a:lnTo>
                <a:lnTo>
                  <a:pt x="733425" y="723900"/>
                </a:lnTo>
                <a:lnTo>
                  <a:pt x="714375" y="723900"/>
                </a:lnTo>
                <a:close/>
                <a:moveTo>
                  <a:pt x="762000" y="714375"/>
                </a:moveTo>
                <a:lnTo>
                  <a:pt x="781050" y="714375"/>
                </a:lnTo>
                <a:lnTo>
                  <a:pt x="781050" y="723900"/>
                </a:lnTo>
                <a:lnTo>
                  <a:pt x="762000" y="723900"/>
                </a:lnTo>
                <a:close/>
                <a:moveTo>
                  <a:pt x="800100" y="714375"/>
                </a:moveTo>
                <a:lnTo>
                  <a:pt x="809625" y="714375"/>
                </a:lnTo>
                <a:lnTo>
                  <a:pt x="809625" y="723900"/>
                </a:lnTo>
                <a:lnTo>
                  <a:pt x="800100" y="723900"/>
                </a:lnTo>
                <a:close/>
                <a:moveTo>
                  <a:pt x="771525" y="733425"/>
                </a:moveTo>
                <a:lnTo>
                  <a:pt x="781050" y="733425"/>
                </a:lnTo>
                <a:lnTo>
                  <a:pt x="781050" y="742950"/>
                </a:lnTo>
                <a:lnTo>
                  <a:pt x="771525" y="742950"/>
                </a:lnTo>
                <a:close/>
                <a:moveTo>
                  <a:pt x="247650" y="752475"/>
                </a:moveTo>
                <a:lnTo>
                  <a:pt x="257175" y="752475"/>
                </a:lnTo>
                <a:lnTo>
                  <a:pt x="257175" y="771525"/>
                </a:lnTo>
                <a:lnTo>
                  <a:pt x="247650" y="771525"/>
                </a:lnTo>
                <a:close/>
                <a:moveTo>
                  <a:pt x="1028700" y="752475"/>
                </a:moveTo>
                <a:lnTo>
                  <a:pt x="1038225" y="752475"/>
                </a:lnTo>
                <a:lnTo>
                  <a:pt x="1038225" y="762000"/>
                </a:lnTo>
                <a:lnTo>
                  <a:pt x="1028700" y="762000"/>
                </a:lnTo>
                <a:close/>
              </a:path>
            </a:pathLst>
          </a:custGeom>
          <a:solidFill xmlns:a="http://schemas.openxmlformats.org/drawingml/2006/main">
            <a:srgbClr val="F6F8F3"/>
          </a:solidFill>
          <a:ln xmlns:a="http://schemas.openxmlformats.org/drawingml/2006/main" w="0">
            <a:noFill/>
          </a:ln>
        </p:spPr>
      </p:sp>
      <p:sp>
        <p:nvSpPr>
          <p:cNvPr id="165" name="v12 vector #f8f7f3">
            <a:extLst xmlns:a="http://schemas.openxmlformats.org/drawingml/2006/main">
              <a:ext uri="{FF2B5EF4-FFF2-40B4-BE49-F238E27FC236}">
                <a16:creationId xmlns:a16="http://schemas.microsoft.com/office/drawing/2014/main" id="{EFAFE4FF-18C6-459F-8807-1C5C47F100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10675" y="3609975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542925" y="9525"/>
                </a:moveTo>
                <a:lnTo>
                  <a:pt x="552450" y="9525"/>
                </a:lnTo>
                <a:lnTo>
                  <a:pt x="552450" y="19050"/>
                </a:lnTo>
                <a:lnTo>
                  <a:pt x="542925" y="19050"/>
                </a:lnTo>
                <a:close/>
                <a:moveTo>
                  <a:pt x="561975" y="9525"/>
                </a:moveTo>
                <a:lnTo>
                  <a:pt x="571500" y="9525"/>
                </a:lnTo>
                <a:lnTo>
                  <a:pt x="571500" y="19050"/>
                </a:lnTo>
                <a:lnTo>
                  <a:pt x="561975" y="19050"/>
                </a:lnTo>
                <a:close/>
                <a:moveTo>
                  <a:pt x="581025" y="9525"/>
                </a:moveTo>
                <a:lnTo>
                  <a:pt x="619125" y="9525"/>
                </a:lnTo>
                <a:lnTo>
                  <a:pt x="619125" y="19050"/>
                </a:lnTo>
                <a:lnTo>
                  <a:pt x="581025" y="19050"/>
                </a:lnTo>
                <a:close/>
                <a:moveTo>
                  <a:pt x="628650" y="9525"/>
                </a:moveTo>
                <a:lnTo>
                  <a:pt x="638175" y="9525"/>
                </a:lnTo>
                <a:lnTo>
                  <a:pt x="638175" y="19050"/>
                </a:lnTo>
                <a:lnTo>
                  <a:pt x="628650" y="19050"/>
                </a:lnTo>
                <a:close/>
                <a:moveTo>
                  <a:pt x="647700" y="9525"/>
                </a:moveTo>
                <a:lnTo>
                  <a:pt x="657225" y="9525"/>
                </a:lnTo>
                <a:lnTo>
                  <a:pt x="657225" y="19050"/>
                </a:lnTo>
                <a:lnTo>
                  <a:pt x="647700" y="19050"/>
                </a:lnTo>
                <a:close/>
                <a:moveTo>
                  <a:pt x="666750" y="9525"/>
                </a:moveTo>
                <a:lnTo>
                  <a:pt x="704850" y="9525"/>
                </a:lnTo>
                <a:lnTo>
                  <a:pt x="704850" y="19050"/>
                </a:lnTo>
                <a:lnTo>
                  <a:pt x="666750" y="19050"/>
                </a:lnTo>
                <a:close/>
                <a:moveTo>
                  <a:pt x="1104900" y="76200"/>
                </a:moveTo>
                <a:lnTo>
                  <a:pt x="1114425" y="76200"/>
                </a:lnTo>
                <a:lnTo>
                  <a:pt x="1114425" y="95250"/>
                </a:lnTo>
                <a:lnTo>
                  <a:pt x="1104900" y="95250"/>
                </a:lnTo>
                <a:close/>
                <a:moveTo>
                  <a:pt x="19050" y="85725"/>
                </a:moveTo>
                <a:lnTo>
                  <a:pt x="38100" y="85725"/>
                </a:lnTo>
                <a:lnTo>
                  <a:pt x="38100" y="95250"/>
                </a:lnTo>
                <a:lnTo>
                  <a:pt x="19050" y="95250"/>
                </a:lnTo>
                <a:close/>
                <a:moveTo>
                  <a:pt x="1162050" y="104775"/>
                </a:moveTo>
                <a:lnTo>
                  <a:pt x="1171575" y="104775"/>
                </a:lnTo>
                <a:lnTo>
                  <a:pt x="1171575" y="133350"/>
                </a:lnTo>
                <a:lnTo>
                  <a:pt x="1181100" y="133350"/>
                </a:lnTo>
                <a:lnTo>
                  <a:pt x="1181100" y="142875"/>
                </a:lnTo>
                <a:lnTo>
                  <a:pt x="1190625" y="142875"/>
                </a:lnTo>
                <a:lnTo>
                  <a:pt x="1190625" y="152400"/>
                </a:lnTo>
                <a:lnTo>
                  <a:pt x="1209675" y="152400"/>
                </a:lnTo>
                <a:lnTo>
                  <a:pt x="1209675" y="171450"/>
                </a:lnTo>
                <a:lnTo>
                  <a:pt x="1171575" y="171450"/>
                </a:lnTo>
                <a:lnTo>
                  <a:pt x="1171575" y="152400"/>
                </a:lnTo>
                <a:lnTo>
                  <a:pt x="1162050" y="152400"/>
                </a:lnTo>
                <a:close/>
                <a:moveTo>
                  <a:pt x="190500" y="142875"/>
                </a:moveTo>
                <a:lnTo>
                  <a:pt x="200025" y="142875"/>
                </a:lnTo>
                <a:lnTo>
                  <a:pt x="200025" y="152400"/>
                </a:lnTo>
                <a:lnTo>
                  <a:pt x="190500" y="152400"/>
                </a:lnTo>
                <a:close/>
                <a:moveTo>
                  <a:pt x="180975" y="152400"/>
                </a:moveTo>
                <a:lnTo>
                  <a:pt x="190500" y="152400"/>
                </a:lnTo>
                <a:lnTo>
                  <a:pt x="190500" y="171450"/>
                </a:lnTo>
                <a:lnTo>
                  <a:pt x="180975" y="171450"/>
                </a:lnTo>
                <a:close/>
                <a:moveTo>
                  <a:pt x="276225" y="152400"/>
                </a:moveTo>
                <a:lnTo>
                  <a:pt x="304800" y="152400"/>
                </a:lnTo>
                <a:lnTo>
                  <a:pt x="304800" y="161925"/>
                </a:lnTo>
                <a:lnTo>
                  <a:pt x="333375" y="161925"/>
                </a:lnTo>
                <a:lnTo>
                  <a:pt x="333375" y="152400"/>
                </a:lnTo>
                <a:lnTo>
                  <a:pt x="371475" y="152400"/>
                </a:lnTo>
                <a:lnTo>
                  <a:pt x="371475" y="161925"/>
                </a:lnTo>
                <a:lnTo>
                  <a:pt x="428625" y="161925"/>
                </a:lnTo>
                <a:lnTo>
                  <a:pt x="428625" y="152400"/>
                </a:lnTo>
                <a:lnTo>
                  <a:pt x="457200" y="152400"/>
                </a:lnTo>
                <a:lnTo>
                  <a:pt x="457200" y="161925"/>
                </a:lnTo>
                <a:lnTo>
                  <a:pt x="466725" y="161925"/>
                </a:lnTo>
                <a:lnTo>
                  <a:pt x="466725" y="171450"/>
                </a:lnTo>
                <a:lnTo>
                  <a:pt x="457200" y="171450"/>
                </a:lnTo>
                <a:lnTo>
                  <a:pt x="457200" y="180975"/>
                </a:lnTo>
                <a:lnTo>
                  <a:pt x="466725" y="180975"/>
                </a:lnTo>
                <a:lnTo>
                  <a:pt x="466725" y="190500"/>
                </a:lnTo>
                <a:lnTo>
                  <a:pt x="476250" y="190500"/>
                </a:lnTo>
                <a:lnTo>
                  <a:pt x="476250" y="200025"/>
                </a:lnTo>
                <a:lnTo>
                  <a:pt x="495300" y="200025"/>
                </a:lnTo>
                <a:lnTo>
                  <a:pt x="495300" y="228600"/>
                </a:lnTo>
                <a:lnTo>
                  <a:pt x="514350" y="228600"/>
                </a:lnTo>
                <a:lnTo>
                  <a:pt x="514350" y="238125"/>
                </a:lnTo>
                <a:lnTo>
                  <a:pt x="533400" y="238125"/>
                </a:lnTo>
                <a:lnTo>
                  <a:pt x="533400" y="247650"/>
                </a:lnTo>
                <a:lnTo>
                  <a:pt x="523875" y="247650"/>
                </a:lnTo>
                <a:lnTo>
                  <a:pt x="523875" y="257175"/>
                </a:lnTo>
                <a:lnTo>
                  <a:pt x="476250" y="257175"/>
                </a:lnTo>
                <a:lnTo>
                  <a:pt x="476250" y="238125"/>
                </a:lnTo>
                <a:lnTo>
                  <a:pt x="457200" y="238125"/>
                </a:lnTo>
                <a:lnTo>
                  <a:pt x="457200" y="219075"/>
                </a:lnTo>
                <a:lnTo>
                  <a:pt x="428625" y="219075"/>
                </a:lnTo>
                <a:lnTo>
                  <a:pt x="428625" y="228600"/>
                </a:lnTo>
                <a:lnTo>
                  <a:pt x="400050" y="228600"/>
                </a:lnTo>
                <a:lnTo>
                  <a:pt x="400050" y="209550"/>
                </a:lnTo>
                <a:lnTo>
                  <a:pt x="390525" y="209550"/>
                </a:lnTo>
                <a:lnTo>
                  <a:pt x="390525" y="219075"/>
                </a:lnTo>
                <a:lnTo>
                  <a:pt x="381000" y="219075"/>
                </a:lnTo>
                <a:lnTo>
                  <a:pt x="381000" y="228600"/>
                </a:lnTo>
                <a:lnTo>
                  <a:pt x="371475" y="228600"/>
                </a:lnTo>
                <a:lnTo>
                  <a:pt x="371475" y="247650"/>
                </a:lnTo>
                <a:lnTo>
                  <a:pt x="352425" y="247650"/>
                </a:lnTo>
                <a:lnTo>
                  <a:pt x="352425" y="285750"/>
                </a:lnTo>
                <a:lnTo>
                  <a:pt x="342900" y="285750"/>
                </a:lnTo>
                <a:lnTo>
                  <a:pt x="342900" y="266700"/>
                </a:lnTo>
                <a:lnTo>
                  <a:pt x="333375" y="266700"/>
                </a:lnTo>
                <a:lnTo>
                  <a:pt x="333375" y="285750"/>
                </a:lnTo>
                <a:lnTo>
                  <a:pt x="323850" y="285750"/>
                </a:lnTo>
                <a:lnTo>
                  <a:pt x="323850" y="295275"/>
                </a:lnTo>
                <a:lnTo>
                  <a:pt x="304800" y="295275"/>
                </a:lnTo>
                <a:lnTo>
                  <a:pt x="304800" y="323850"/>
                </a:lnTo>
                <a:lnTo>
                  <a:pt x="285750" y="323850"/>
                </a:lnTo>
                <a:lnTo>
                  <a:pt x="285750" y="333375"/>
                </a:lnTo>
                <a:lnTo>
                  <a:pt x="276225" y="333375"/>
                </a:lnTo>
                <a:lnTo>
                  <a:pt x="276225" y="323850"/>
                </a:lnTo>
                <a:lnTo>
                  <a:pt x="266700" y="323850"/>
                </a:lnTo>
                <a:lnTo>
                  <a:pt x="266700" y="333375"/>
                </a:lnTo>
                <a:lnTo>
                  <a:pt x="247650" y="333375"/>
                </a:lnTo>
                <a:lnTo>
                  <a:pt x="247650" y="342900"/>
                </a:lnTo>
                <a:lnTo>
                  <a:pt x="238125" y="342900"/>
                </a:lnTo>
                <a:lnTo>
                  <a:pt x="238125" y="371475"/>
                </a:lnTo>
                <a:lnTo>
                  <a:pt x="228600" y="371475"/>
                </a:lnTo>
                <a:lnTo>
                  <a:pt x="228600" y="361950"/>
                </a:lnTo>
                <a:lnTo>
                  <a:pt x="219075" y="361950"/>
                </a:lnTo>
                <a:lnTo>
                  <a:pt x="219075" y="352425"/>
                </a:lnTo>
                <a:lnTo>
                  <a:pt x="209550" y="352425"/>
                </a:lnTo>
                <a:lnTo>
                  <a:pt x="209550" y="361950"/>
                </a:lnTo>
                <a:lnTo>
                  <a:pt x="200025" y="361950"/>
                </a:lnTo>
                <a:lnTo>
                  <a:pt x="200025" y="352425"/>
                </a:lnTo>
                <a:lnTo>
                  <a:pt x="190500" y="352425"/>
                </a:lnTo>
                <a:lnTo>
                  <a:pt x="190500" y="361950"/>
                </a:lnTo>
                <a:lnTo>
                  <a:pt x="200025" y="361950"/>
                </a:lnTo>
                <a:lnTo>
                  <a:pt x="200025" y="381000"/>
                </a:lnTo>
                <a:lnTo>
                  <a:pt x="190500" y="381000"/>
                </a:lnTo>
                <a:lnTo>
                  <a:pt x="190500" y="390525"/>
                </a:lnTo>
                <a:lnTo>
                  <a:pt x="152400" y="390525"/>
                </a:lnTo>
                <a:lnTo>
                  <a:pt x="152400" y="371475"/>
                </a:lnTo>
                <a:lnTo>
                  <a:pt x="142875" y="371475"/>
                </a:lnTo>
                <a:lnTo>
                  <a:pt x="142875" y="361950"/>
                </a:lnTo>
                <a:lnTo>
                  <a:pt x="152400" y="361950"/>
                </a:lnTo>
                <a:lnTo>
                  <a:pt x="152400" y="352425"/>
                </a:lnTo>
                <a:lnTo>
                  <a:pt x="142875" y="352425"/>
                </a:lnTo>
                <a:lnTo>
                  <a:pt x="142875" y="342900"/>
                </a:lnTo>
                <a:lnTo>
                  <a:pt x="133350" y="342900"/>
                </a:lnTo>
                <a:lnTo>
                  <a:pt x="133350" y="333375"/>
                </a:lnTo>
                <a:lnTo>
                  <a:pt x="180975" y="333375"/>
                </a:lnTo>
                <a:lnTo>
                  <a:pt x="180975" y="314325"/>
                </a:lnTo>
                <a:lnTo>
                  <a:pt x="219075" y="314325"/>
                </a:lnTo>
                <a:lnTo>
                  <a:pt x="219075" y="295275"/>
                </a:lnTo>
                <a:lnTo>
                  <a:pt x="228600" y="295275"/>
                </a:lnTo>
                <a:lnTo>
                  <a:pt x="228600" y="285750"/>
                </a:lnTo>
                <a:lnTo>
                  <a:pt x="238125" y="285750"/>
                </a:lnTo>
                <a:lnTo>
                  <a:pt x="238125" y="276225"/>
                </a:lnTo>
                <a:lnTo>
                  <a:pt x="247650" y="276225"/>
                </a:lnTo>
                <a:lnTo>
                  <a:pt x="247650" y="266700"/>
                </a:lnTo>
                <a:lnTo>
                  <a:pt x="257175" y="266700"/>
                </a:lnTo>
                <a:lnTo>
                  <a:pt x="257175" y="257175"/>
                </a:lnTo>
                <a:lnTo>
                  <a:pt x="276225" y="257175"/>
                </a:lnTo>
                <a:lnTo>
                  <a:pt x="276225" y="266700"/>
                </a:lnTo>
                <a:lnTo>
                  <a:pt x="295275" y="266700"/>
                </a:lnTo>
                <a:lnTo>
                  <a:pt x="295275" y="247650"/>
                </a:lnTo>
                <a:lnTo>
                  <a:pt x="304800" y="247650"/>
                </a:lnTo>
                <a:lnTo>
                  <a:pt x="304800" y="257175"/>
                </a:lnTo>
                <a:lnTo>
                  <a:pt x="323850" y="257175"/>
                </a:lnTo>
                <a:lnTo>
                  <a:pt x="323850" y="247650"/>
                </a:lnTo>
                <a:lnTo>
                  <a:pt x="333375" y="247650"/>
                </a:lnTo>
                <a:lnTo>
                  <a:pt x="333375" y="238125"/>
                </a:lnTo>
                <a:lnTo>
                  <a:pt x="323850" y="238125"/>
                </a:lnTo>
                <a:lnTo>
                  <a:pt x="323850" y="209550"/>
                </a:lnTo>
                <a:lnTo>
                  <a:pt x="333375" y="209550"/>
                </a:lnTo>
                <a:lnTo>
                  <a:pt x="333375" y="200025"/>
                </a:lnTo>
                <a:lnTo>
                  <a:pt x="323850" y="200025"/>
                </a:lnTo>
                <a:lnTo>
                  <a:pt x="323850" y="190500"/>
                </a:lnTo>
                <a:lnTo>
                  <a:pt x="295275" y="190500"/>
                </a:lnTo>
                <a:lnTo>
                  <a:pt x="295275" y="209550"/>
                </a:lnTo>
                <a:lnTo>
                  <a:pt x="285750" y="209550"/>
                </a:lnTo>
                <a:lnTo>
                  <a:pt x="285750" y="171450"/>
                </a:lnTo>
                <a:lnTo>
                  <a:pt x="276225" y="171450"/>
                </a:lnTo>
                <a:close/>
                <a:moveTo>
                  <a:pt x="476250" y="152400"/>
                </a:moveTo>
                <a:lnTo>
                  <a:pt x="552450" y="152400"/>
                </a:lnTo>
                <a:lnTo>
                  <a:pt x="552450" y="161925"/>
                </a:lnTo>
                <a:lnTo>
                  <a:pt x="542925" y="161925"/>
                </a:lnTo>
                <a:lnTo>
                  <a:pt x="542925" y="171450"/>
                </a:lnTo>
                <a:lnTo>
                  <a:pt x="533400" y="171450"/>
                </a:lnTo>
                <a:lnTo>
                  <a:pt x="533400" y="190500"/>
                </a:lnTo>
                <a:lnTo>
                  <a:pt x="542925" y="190500"/>
                </a:lnTo>
                <a:lnTo>
                  <a:pt x="542925" y="200025"/>
                </a:lnTo>
                <a:lnTo>
                  <a:pt x="552450" y="200025"/>
                </a:lnTo>
                <a:lnTo>
                  <a:pt x="552450" y="190500"/>
                </a:lnTo>
                <a:lnTo>
                  <a:pt x="561975" y="190500"/>
                </a:lnTo>
                <a:lnTo>
                  <a:pt x="561975" y="180975"/>
                </a:lnTo>
                <a:lnTo>
                  <a:pt x="552450" y="180975"/>
                </a:lnTo>
                <a:lnTo>
                  <a:pt x="552450" y="171450"/>
                </a:lnTo>
                <a:lnTo>
                  <a:pt x="571500" y="171450"/>
                </a:lnTo>
                <a:lnTo>
                  <a:pt x="571500" y="161925"/>
                </a:lnTo>
                <a:lnTo>
                  <a:pt x="561975" y="161925"/>
                </a:lnTo>
                <a:lnTo>
                  <a:pt x="561975" y="152400"/>
                </a:lnTo>
                <a:lnTo>
                  <a:pt x="638175" y="152400"/>
                </a:lnTo>
                <a:lnTo>
                  <a:pt x="638175" y="171450"/>
                </a:lnTo>
                <a:lnTo>
                  <a:pt x="647700" y="171450"/>
                </a:lnTo>
                <a:lnTo>
                  <a:pt x="647700" y="180975"/>
                </a:lnTo>
                <a:lnTo>
                  <a:pt x="657225" y="180975"/>
                </a:lnTo>
                <a:lnTo>
                  <a:pt x="657225" y="209550"/>
                </a:lnTo>
                <a:lnTo>
                  <a:pt x="666750" y="209550"/>
                </a:lnTo>
                <a:lnTo>
                  <a:pt x="666750" y="228600"/>
                </a:lnTo>
                <a:lnTo>
                  <a:pt x="657225" y="228600"/>
                </a:lnTo>
                <a:lnTo>
                  <a:pt x="657225" y="219075"/>
                </a:lnTo>
                <a:lnTo>
                  <a:pt x="647700" y="219075"/>
                </a:lnTo>
                <a:lnTo>
                  <a:pt x="647700" y="228600"/>
                </a:lnTo>
                <a:lnTo>
                  <a:pt x="619125" y="228600"/>
                </a:lnTo>
                <a:lnTo>
                  <a:pt x="619125" y="219075"/>
                </a:lnTo>
                <a:lnTo>
                  <a:pt x="638175" y="219075"/>
                </a:lnTo>
                <a:lnTo>
                  <a:pt x="638175" y="180975"/>
                </a:lnTo>
                <a:lnTo>
                  <a:pt x="619125" y="180975"/>
                </a:lnTo>
                <a:lnTo>
                  <a:pt x="619125" y="190500"/>
                </a:lnTo>
                <a:lnTo>
                  <a:pt x="609600" y="190500"/>
                </a:lnTo>
                <a:lnTo>
                  <a:pt x="609600" y="228600"/>
                </a:lnTo>
                <a:lnTo>
                  <a:pt x="619125" y="228600"/>
                </a:lnTo>
                <a:lnTo>
                  <a:pt x="619125" y="257175"/>
                </a:lnTo>
                <a:lnTo>
                  <a:pt x="609600" y="257175"/>
                </a:lnTo>
                <a:lnTo>
                  <a:pt x="609600" y="247650"/>
                </a:lnTo>
                <a:lnTo>
                  <a:pt x="600075" y="247650"/>
                </a:lnTo>
                <a:lnTo>
                  <a:pt x="600075" y="228600"/>
                </a:lnTo>
                <a:lnTo>
                  <a:pt x="571500" y="228600"/>
                </a:lnTo>
                <a:lnTo>
                  <a:pt x="571500" y="238125"/>
                </a:lnTo>
                <a:lnTo>
                  <a:pt x="561975" y="238125"/>
                </a:lnTo>
                <a:lnTo>
                  <a:pt x="561975" y="209550"/>
                </a:lnTo>
                <a:lnTo>
                  <a:pt x="542925" y="209550"/>
                </a:lnTo>
                <a:lnTo>
                  <a:pt x="542925" y="228600"/>
                </a:lnTo>
                <a:lnTo>
                  <a:pt x="533400" y="228600"/>
                </a:lnTo>
                <a:lnTo>
                  <a:pt x="533400" y="219075"/>
                </a:lnTo>
                <a:lnTo>
                  <a:pt x="523875" y="219075"/>
                </a:lnTo>
                <a:lnTo>
                  <a:pt x="523875" y="200025"/>
                </a:lnTo>
                <a:lnTo>
                  <a:pt x="504825" y="200025"/>
                </a:lnTo>
                <a:lnTo>
                  <a:pt x="504825" y="180975"/>
                </a:lnTo>
                <a:lnTo>
                  <a:pt x="485775" y="180975"/>
                </a:lnTo>
                <a:lnTo>
                  <a:pt x="485775" y="171450"/>
                </a:lnTo>
                <a:lnTo>
                  <a:pt x="476250" y="171450"/>
                </a:lnTo>
                <a:close/>
                <a:moveTo>
                  <a:pt x="781050" y="161925"/>
                </a:moveTo>
                <a:lnTo>
                  <a:pt x="809625" y="161925"/>
                </a:lnTo>
                <a:lnTo>
                  <a:pt x="809625" y="171450"/>
                </a:lnTo>
                <a:lnTo>
                  <a:pt x="828675" y="171450"/>
                </a:lnTo>
                <a:lnTo>
                  <a:pt x="828675" y="180975"/>
                </a:lnTo>
                <a:lnTo>
                  <a:pt x="819150" y="180975"/>
                </a:lnTo>
                <a:lnTo>
                  <a:pt x="819150" y="200025"/>
                </a:lnTo>
                <a:lnTo>
                  <a:pt x="809625" y="200025"/>
                </a:lnTo>
                <a:lnTo>
                  <a:pt x="809625" y="238125"/>
                </a:lnTo>
                <a:lnTo>
                  <a:pt x="819150" y="238125"/>
                </a:lnTo>
                <a:lnTo>
                  <a:pt x="819150" y="257175"/>
                </a:lnTo>
                <a:lnTo>
                  <a:pt x="828675" y="257175"/>
                </a:lnTo>
                <a:lnTo>
                  <a:pt x="828675" y="266700"/>
                </a:lnTo>
                <a:lnTo>
                  <a:pt x="819150" y="266700"/>
                </a:lnTo>
                <a:lnTo>
                  <a:pt x="819150" y="285750"/>
                </a:lnTo>
                <a:lnTo>
                  <a:pt x="809625" y="285750"/>
                </a:lnTo>
                <a:lnTo>
                  <a:pt x="809625" y="295275"/>
                </a:lnTo>
                <a:lnTo>
                  <a:pt x="800100" y="295275"/>
                </a:lnTo>
                <a:lnTo>
                  <a:pt x="800100" y="285750"/>
                </a:lnTo>
                <a:lnTo>
                  <a:pt x="790575" y="285750"/>
                </a:lnTo>
                <a:lnTo>
                  <a:pt x="790575" y="295275"/>
                </a:lnTo>
                <a:lnTo>
                  <a:pt x="781050" y="295275"/>
                </a:lnTo>
                <a:lnTo>
                  <a:pt x="781050" y="304800"/>
                </a:lnTo>
                <a:lnTo>
                  <a:pt x="771525" y="304800"/>
                </a:lnTo>
                <a:lnTo>
                  <a:pt x="771525" y="295275"/>
                </a:lnTo>
                <a:lnTo>
                  <a:pt x="762000" y="295275"/>
                </a:lnTo>
                <a:lnTo>
                  <a:pt x="762000" y="285750"/>
                </a:lnTo>
                <a:lnTo>
                  <a:pt x="781050" y="285750"/>
                </a:lnTo>
                <a:lnTo>
                  <a:pt x="781050" y="266700"/>
                </a:lnTo>
                <a:lnTo>
                  <a:pt x="790575" y="266700"/>
                </a:lnTo>
                <a:lnTo>
                  <a:pt x="790575" y="257175"/>
                </a:lnTo>
                <a:lnTo>
                  <a:pt x="800100" y="257175"/>
                </a:lnTo>
                <a:lnTo>
                  <a:pt x="800100" y="238125"/>
                </a:lnTo>
                <a:lnTo>
                  <a:pt x="790575" y="238125"/>
                </a:lnTo>
                <a:lnTo>
                  <a:pt x="790575" y="247650"/>
                </a:lnTo>
                <a:lnTo>
                  <a:pt x="771525" y="247650"/>
                </a:lnTo>
                <a:lnTo>
                  <a:pt x="771525" y="257175"/>
                </a:lnTo>
                <a:lnTo>
                  <a:pt x="762000" y="257175"/>
                </a:lnTo>
                <a:lnTo>
                  <a:pt x="762000" y="238125"/>
                </a:lnTo>
                <a:lnTo>
                  <a:pt x="752475" y="238125"/>
                </a:lnTo>
                <a:lnTo>
                  <a:pt x="752475" y="219075"/>
                </a:lnTo>
                <a:lnTo>
                  <a:pt x="762000" y="219075"/>
                </a:lnTo>
                <a:lnTo>
                  <a:pt x="762000" y="200025"/>
                </a:lnTo>
                <a:lnTo>
                  <a:pt x="771525" y="200025"/>
                </a:lnTo>
                <a:lnTo>
                  <a:pt x="771525" y="180975"/>
                </a:lnTo>
                <a:lnTo>
                  <a:pt x="781050" y="180975"/>
                </a:lnTo>
                <a:close/>
                <a:moveTo>
                  <a:pt x="409575" y="180975"/>
                </a:moveTo>
                <a:lnTo>
                  <a:pt x="419100" y="180975"/>
                </a:lnTo>
                <a:lnTo>
                  <a:pt x="419100" y="171450"/>
                </a:lnTo>
                <a:lnTo>
                  <a:pt x="409575" y="171450"/>
                </a:lnTo>
                <a:close/>
                <a:moveTo>
                  <a:pt x="1181100" y="180975"/>
                </a:moveTo>
                <a:lnTo>
                  <a:pt x="1190625" y="180975"/>
                </a:lnTo>
                <a:lnTo>
                  <a:pt x="1190625" y="190500"/>
                </a:lnTo>
                <a:lnTo>
                  <a:pt x="1181100" y="190500"/>
                </a:lnTo>
                <a:close/>
                <a:moveTo>
                  <a:pt x="28575" y="200025"/>
                </a:moveTo>
                <a:lnTo>
                  <a:pt x="38100" y="200025"/>
                </a:lnTo>
                <a:lnTo>
                  <a:pt x="38100" y="219075"/>
                </a:lnTo>
                <a:lnTo>
                  <a:pt x="19050" y="219075"/>
                </a:lnTo>
                <a:lnTo>
                  <a:pt x="19050" y="209550"/>
                </a:lnTo>
                <a:lnTo>
                  <a:pt x="28575" y="209550"/>
                </a:lnTo>
                <a:close/>
                <a:moveTo>
                  <a:pt x="438150" y="200025"/>
                </a:moveTo>
                <a:lnTo>
                  <a:pt x="447675" y="200025"/>
                </a:lnTo>
                <a:lnTo>
                  <a:pt x="447675" y="209550"/>
                </a:lnTo>
                <a:lnTo>
                  <a:pt x="457200" y="209550"/>
                </a:lnTo>
                <a:lnTo>
                  <a:pt x="457200" y="190500"/>
                </a:lnTo>
                <a:lnTo>
                  <a:pt x="447675" y="190500"/>
                </a:lnTo>
                <a:lnTo>
                  <a:pt x="447675" y="180975"/>
                </a:lnTo>
                <a:lnTo>
                  <a:pt x="438150" y="180975"/>
                </a:lnTo>
                <a:close/>
                <a:moveTo>
                  <a:pt x="1028700" y="200025"/>
                </a:moveTo>
                <a:lnTo>
                  <a:pt x="1038225" y="200025"/>
                </a:lnTo>
                <a:lnTo>
                  <a:pt x="1038225" y="209550"/>
                </a:lnTo>
                <a:lnTo>
                  <a:pt x="1028700" y="209550"/>
                </a:lnTo>
                <a:close/>
                <a:moveTo>
                  <a:pt x="1047750" y="200025"/>
                </a:moveTo>
                <a:lnTo>
                  <a:pt x="1057275" y="200025"/>
                </a:lnTo>
                <a:lnTo>
                  <a:pt x="1057275" y="209550"/>
                </a:lnTo>
                <a:lnTo>
                  <a:pt x="1066800" y="209550"/>
                </a:lnTo>
                <a:lnTo>
                  <a:pt x="1066800" y="219075"/>
                </a:lnTo>
                <a:lnTo>
                  <a:pt x="1038225" y="219075"/>
                </a:lnTo>
                <a:lnTo>
                  <a:pt x="1038225" y="209550"/>
                </a:lnTo>
                <a:lnTo>
                  <a:pt x="1047750" y="209550"/>
                </a:lnTo>
                <a:close/>
                <a:moveTo>
                  <a:pt x="1181100" y="200025"/>
                </a:moveTo>
                <a:lnTo>
                  <a:pt x="1209675" y="200025"/>
                </a:lnTo>
                <a:lnTo>
                  <a:pt x="1209675" y="209550"/>
                </a:lnTo>
                <a:lnTo>
                  <a:pt x="1200150" y="209550"/>
                </a:lnTo>
                <a:lnTo>
                  <a:pt x="1200150" y="219075"/>
                </a:lnTo>
                <a:lnTo>
                  <a:pt x="1209675" y="219075"/>
                </a:lnTo>
                <a:lnTo>
                  <a:pt x="1209675" y="228600"/>
                </a:lnTo>
                <a:lnTo>
                  <a:pt x="1181100" y="228600"/>
                </a:lnTo>
                <a:close/>
                <a:moveTo>
                  <a:pt x="981075" y="209550"/>
                </a:moveTo>
                <a:lnTo>
                  <a:pt x="1000125" y="209550"/>
                </a:lnTo>
                <a:lnTo>
                  <a:pt x="1000125" y="219075"/>
                </a:lnTo>
                <a:lnTo>
                  <a:pt x="1009650" y="219075"/>
                </a:lnTo>
                <a:lnTo>
                  <a:pt x="1009650" y="228600"/>
                </a:lnTo>
                <a:lnTo>
                  <a:pt x="981075" y="228600"/>
                </a:lnTo>
                <a:close/>
                <a:moveTo>
                  <a:pt x="285750" y="219075"/>
                </a:moveTo>
                <a:lnTo>
                  <a:pt x="304800" y="219075"/>
                </a:lnTo>
                <a:lnTo>
                  <a:pt x="304800" y="238125"/>
                </a:lnTo>
                <a:lnTo>
                  <a:pt x="295275" y="238125"/>
                </a:lnTo>
                <a:lnTo>
                  <a:pt x="295275" y="228600"/>
                </a:lnTo>
                <a:lnTo>
                  <a:pt x="285750" y="228600"/>
                </a:lnTo>
                <a:close/>
                <a:moveTo>
                  <a:pt x="352425" y="228600"/>
                </a:moveTo>
                <a:lnTo>
                  <a:pt x="361950" y="228600"/>
                </a:lnTo>
                <a:lnTo>
                  <a:pt x="361950" y="209550"/>
                </a:lnTo>
                <a:lnTo>
                  <a:pt x="352425" y="209550"/>
                </a:lnTo>
                <a:close/>
                <a:moveTo>
                  <a:pt x="1038225" y="228600"/>
                </a:moveTo>
                <a:lnTo>
                  <a:pt x="1047750" y="228600"/>
                </a:lnTo>
                <a:lnTo>
                  <a:pt x="1047750" y="257175"/>
                </a:lnTo>
                <a:lnTo>
                  <a:pt x="1038225" y="257175"/>
                </a:lnTo>
                <a:close/>
                <a:moveTo>
                  <a:pt x="1104900" y="228600"/>
                </a:moveTo>
                <a:lnTo>
                  <a:pt x="1133475" y="228600"/>
                </a:lnTo>
                <a:lnTo>
                  <a:pt x="1133475" y="238125"/>
                </a:lnTo>
                <a:lnTo>
                  <a:pt x="1123950" y="238125"/>
                </a:lnTo>
                <a:lnTo>
                  <a:pt x="1123950" y="247650"/>
                </a:lnTo>
                <a:lnTo>
                  <a:pt x="1095375" y="247650"/>
                </a:lnTo>
                <a:lnTo>
                  <a:pt x="1095375" y="238125"/>
                </a:lnTo>
                <a:lnTo>
                  <a:pt x="1104900" y="238125"/>
                </a:lnTo>
                <a:close/>
                <a:moveTo>
                  <a:pt x="400050" y="238125"/>
                </a:moveTo>
                <a:lnTo>
                  <a:pt x="409575" y="238125"/>
                </a:lnTo>
                <a:lnTo>
                  <a:pt x="409575" y="247650"/>
                </a:lnTo>
                <a:lnTo>
                  <a:pt x="400050" y="247650"/>
                </a:lnTo>
                <a:close/>
                <a:moveTo>
                  <a:pt x="552450" y="238125"/>
                </a:moveTo>
                <a:lnTo>
                  <a:pt x="561975" y="238125"/>
                </a:lnTo>
                <a:lnTo>
                  <a:pt x="561975" y="247650"/>
                </a:lnTo>
                <a:lnTo>
                  <a:pt x="552450" y="247650"/>
                </a:lnTo>
                <a:close/>
                <a:moveTo>
                  <a:pt x="1190625" y="238125"/>
                </a:moveTo>
                <a:lnTo>
                  <a:pt x="1200150" y="238125"/>
                </a:lnTo>
                <a:lnTo>
                  <a:pt x="1200150" y="266700"/>
                </a:lnTo>
                <a:lnTo>
                  <a:pt x="1181100" y="266700"/>
                </a:lnTo>
                <a:lnTo>
                  <a:pt x="1181100" y="276225"/>
                </a:lnTo>
                <a:lnTo>
                  <a:pt x="1152525" y="276225"/>
                </a:lnTo>
                <a:lnTo>
                  <a:pt x="1152525" y="257175"/>
                </a:lnTo>
                <a:lnTo>
                  <a:pt x="1162050" y="257175"/>
                </a:lnTo>
                <a:lnTo>
                  <a:pt x="1162050" y="266700"/>
                </a:lnTo>
                <a:lnTo>
                  <a:pt x="1171575" y="266700"/>
                </a:lnTo>
                <a:lnTo>
                  <a:pt x="1171575" y="247650"/>
                </a:lnTo>
                <a:lnTo>
                  <a:pt x="1181100" y="247650"/>
                </a:lnTo>
                <a:lnTo>
                  <a:pt x="1181100" y="257175"/>
                </a:lnTo>
                <a:lnTo>
                  <a:pt x="1190625" y="257175"/>
                </a:lnTo>
                <a:close/>
                <a:moveTo>
                  <a:pt x="581025" y="247650"/>
                </a:moveTo>
                <a:lnTo>
                  <a:pt x="590550" y="247650"/>
                </a:lnTo>
                <a:lnTo>
                  <a:pt x="590550" y="266700"/>
                </a:lnTo>
                <a:lnTo>
                  <a:pt x="581025" y="266700"/>
                </a:lnTo>
                <a:close/>
                <a:moveTo>
                  <a:pt x="523875" y="257175"/>
                </a:moveTo>
                <a:lnTo>
                  <a:pt x="533400" y="257175"/>
                </a:lnTo>
                <a:lnTo>
                  <a:pt x="533400" y="266700"/>
                </a:lnTo>
                <a:lnTo>
                  <a:pt x="552450" y="266700"/>
                </a:lnTo>
                <a:lnTo>
                  <a:pt x="552450" y="285750"/>
                </a:lnTo>
                <a:lnTo>
                  <a:pt x="542925" y="285750"/>
                </a:lnTo>
                <a:lnTo>
                  <a:pt x="542925" y="276225"/>
                </a:lnTo>
                <a:lnTo>
                  <a:pt x="533400" y="276225"/>
                </a:lnTo>
                <a:lnTo>
                  <a:pt x="533400" y="285750"/>
                </a:lnTo>
                <a:lnTo>
                  <a:pt x="523875" y="285750"/>
                </a:lnTo>
                <a:close/>
                <a:moveTo>
                  <a:pt x="876300" y="257175"/>
                </a:moveTo>
                <a:lnTo>
                  <a:pt x="885825" y="257175"/>
                </a:lnTo>
                <a:lnTo>
                  <a:pt x="885825" y="266700"/>
                </a:lnTo>
                <a:lnTo>
                  <a:pt x="876300" y="266700"/>
                </a:lnTo>
                <a:close/>
                <a:moveTo>
                  <a:pt x="1028700" y="257175"/>
                </a:moveTo>
                <a:lnTo>
                  <a:pt x="1038225" y="257175"/>
                </a:lnTo>
                <a:lnTo>
                  <a:pt x="1038225" y="266700"/>
                </a:lnTo>
                <a:lnTo>
                  <a:pt x="1028700" y="266700"/>
                </a:lnTo>
                <a:close/>
                <a:moveTo>
                  <a:pt x="504825" y="276225"/>
                </a:moveTo>
                <a:lnTo>
                  <a:pt x="514350" y="276225"/>
                </a:lnTo>
                <a:lnTo>
                  <a:pt x="514350" y="295275"/>
                </a:lnTo>
                <a:lnTo>
                  <a:pt x="504825" y="295275"/>
                </a:lnTo>
                <a:close/>
                <a:moveTo>
                  <a:pt x="876300" y="276225"/>
                </a:moveTo>
                <a:lnTo>
                  <a:pt x="885825" y="276225"/>
                </a:lnTo>
                <a:lnTo>
                  <a:pt x="885825" y="285750"/>
                </a:lnTo>
                <a:lnTo>
                  <a:pt x="876300" y="285750"/>
                </a:lnTo>
                <a:close/>
                <a:moveTo>
                  <a:pt x="1085850" y="276225"/>
                </a:moveTo>
                <a:lnTo>
                  <a:pt x="1104900" y="276225"/>
                </a:lnTo>
                <a:lnTo>
                  <a:pt x="1104900" y="285750"/>
                </a:lnTo>
                <a:lnTo>
                  <a:pt x="1095375" y="285750"/>
                </a:lnTo>
                <a:lnTo>
                  <a:pt x="1095375" y="295275"/>
                </a:lnTo>
                <a:lnTo>
                  <a:pt x="1085850" y="295275"/>
                </a:lnTo>
                <a:close/>
                <a:moveTo>
                  <a:pt x="95250" y="295275"/>
                </a:moveTo>
                <a:lnTo>
                  <a:pt x="104775" y="295275"/>
                </a:lnTo>
                <a:lnTo>
                  <a:pt x="104775" y="304800"/>
                </a:lnTo>
                <a:lnTo>
                  <a:pt x="123825" y="304800"/>
                </a:lnTo>
                <a:lnTo>
                  <a:pt x="123825" y="314325"/>
                </a:lnTo>
                <a:lnTo>
                  <a:pt x="95250" y="314325"/>
                </a:lnTo>
                <a:close/>
                <a:moveTo>
                  <a:pt x="142875" y="304800"/>
                </a:moveTo>
                <a:lnTo>
                  <a:pt x="152400" y="304800"/>
                </a:lnTo>
                <a:lnTo>
                  <a:pt x="152400" y="314325"/>
                </a:lnTo>
                <a:lnTo>
                  <a:pt x="142875" y="314325"/>
                </a:lnTo>
                <a:close/>
                <a:moveTo>
                  <a:pt x="371475" y="304800"/>
                </a:moveTo>
                <a:lnTo>
                  <a:pt x="390525" y="304800"/>
                </a:lnTo>
                <a:lnTo>
                  <a:pt x="390525" y="314325"/>
                </a:lnTo>
                <a:lnTo>
                  <a:pt x="400050" y="314325"/>
                </a:lnTo>
                <a:lnTo>
                  <a:pt x="400050" y="323850"/>
                </a:lnTo>
                <a:lnTo>
                  <a:pt x="390525" y="323850"/>
                </a:lnTo>
                <a:lnTo>
                  <a:pt x="390525" y="333375"/>
                </a:lnTo>
                <a:lnTo>
                  <a:pt x="400050" y="333375"/>
                </a:lnTo>
                <a:lnTo>
                  <a:pt x="400050" y="342900"/>
                </a:lnTo>
                <a:lnTo>
                  <a:pt x="361950" y="342900"/>
                </a:lnTo>
                <a:lnTo>
                  <a:pt x="361950" y="333375"/>
                </a:lnTo>
                <a:lnTo>
                  <a:pt x="371475" y="333375"/>
                </a:lnTo>
                <a:lnTo>
                  <a:pt x="371475" y="323850"/>
                </a:lnTo>
                <a:lnTo>
                  <a:pt x="361950" y="323850"/>
                </a:lnTo>
                <a:lnTo>
                  <a:pt x="361950" y="314325"/>
                </a:lnTo>
                <a:lnTo>
                  <a:pt x="371475" y="314325"/>
                </a:lnTo>
                <a:close/>
                <a:moveTo>
                  <a:pt x="638175" y="304800"/>
                </a:moveTo>
                <a:lnTo>
                  <a:pt x="657225" y="304800"/>
                </a:lnTo>
                <a:lnTo>
                  <a:pt x="657225" y="314325"/>
                </a:lnTo>
                <a:lnTo>
                  <a:pt x="647700" y="314325"/>
                </a:lnTo>
                <a:lnTo>
                  <a:pt x="647700" y="333375"/>
                </a:lnTo>
                <a:lnTo>
                  <a:pt x="628650" y="333375"/>
                </a:lnTo>
                <a:lnTo>
                  <a:pt x="628650" y="323850"/>
                </a:lnTo>
                <a:lnTo>
                  <a:pt x="619125" y="323850"/>
                </a:lnTo>
                <a:lnTo>
                  <a:pt x="619125" y="314325"/>
                </a:lnTo>
                <a:lnTo>
                  <a:pt x="638175" y="314325"/>
                </a:lnTo>
                <a:close/>
                <a:moveTo>
                  <a:pt x="1133475" y="304800"/>
                </a:moveTo>
                <a:lnTo>
                  <a:pt x="1152525" y="304800"/>
                </a:lnTo>
                <a:lnTo>
                  <a:pt x="1152525" y="314325"/>
                </a:lnTo>
                <a:lnTo>
                  <a:pt x="1181100" y="314325"/>
                </a:lnTo>
                <a:lnTo>
                  <a:pt x="1181100" y="342900"/>
                </a:lnTo>
                <a:lnTo>
                  <a:pt x="1162050" y="342900"/>
                </a:lnTo>
                <a:lnTo>
                  <a:pt x="1162050" y="333375"/>
                </a:lnTo>
                <a:lnTo>
                  <a:pt x="1152525" y="333375"/>
                </a:lnTo>
                <a:lnTo>
                  <a:pt x="1152525" y="323850"/>
                </a:lnTo>
                <a:lnTo>
                  <a:pt x="1133475" y="323850"/>
                </a:lnTo>
                <a:close/>
                <a:moveTo>
                  <a:pt x="447675" y="314325"/>
                </a:moveTo>
                <a:lnTo>
                  <a:pt x="457200" y="314325"/>
                </a:lnTo>
                <a:lnTo>
                  <a:pt x="457200" y="333375"/>
                </a:lnTo>
                <a:lnTo>
                  <a:pt x="447675" y="333375"/>
                </a:lnTo>
                <a:close/>
                <a:moveTo>
                  <a:pt x="876300" y="323850"/>
                </a:moveTo>
                <a:lnTo>
                  <a:pt x="885825" y="323850"/>
                </a:lnTo>
                <a:lnTo>
                  <a:pt x="885825" y="333375"/>
                </a:lnTo>
                <a:lnTo>
                  <a:pt x="876300" y="333375"/>
                </a:lnTo>
                <a:close/>
                <a:moveTo>
                  <a:pt x="1038225" y="333375"/>
                </a:moveTo>
                <a:lnTo>
                  <a:pt x="1057275" y="333375"/>
                </a:lnTo>
                <a:lnTo>
                  <a:pt x="1057275" y="342900"/>
                </a:lnTo>
                <a:lnTo>
                  <a:pt x="1038225" y="342900"/>
                </a:lnTo>
                <a:close/>
                <a:moveTo>
                  <a:pt x="314325" y="342900"/>
                </a:moveTo>
                <a:lnTo>
                  <a:pt x="323850" y="342900"/>
                </a:lnTo>
                <a:lnTo>
                  <a:pt x="323850" y="352425"/>
                </a:lnTo>
                <a:lnTo>
                  <a:pt x="333375" y="352425"/>
                </a:lnTo>
                <a:lnTo>
                  <a:pt x="333375" y="361950"/>
                </a:lnTo>
                <a:lnTo>
                  <a:pt x="295275" y="361950"/>
                </a:lnTo>
                <a:lnTo>
                  <a:pt x="295275" y="352425"/>
                </a:lnTo>
                <a:lnTo>
                  <a:pt x="314325" y="352425"/>
                </a:lnTo>
                <a:close/>
                <a:moveTo>
                  <a:pt x="876300" y="342900"/>
                </a:moveTo>
                <a:lnTo>
                  <a:pt x="885825" y="342900"/>
                </a:lnTo>
                <a:lnTo>
                  <a:pt x="885825" y="371475"/>
                </a:lnTo>
                <a:lnTo>
                  <a:pt x="876300" y="371475"/>
                </a:lnTo>
                <a:close/>
                <a:moveTo>
                  <a:pt x="533400" y="352425"/>
                </a:moveTo>
                <a:lnTo>
                  <a:pt x="542925" y="352425"/>
                </a:lnTo>
                <a:lnTo>
                  <a:pt x="542925" y="361950"/>
                </a:lnTo>
                <a:lnTo>
                  <a:pt x="533400" y="361950"/>
                </a:lnTo>
                <a:close/>
                <a:moveTo>
                  <a:pt x="476250" y="361950"/>
                </a:moveTo>
                <a:lnTo>
                  <a:pt x="485775" y="361950"/>
                </a:lnTo>
                <a:lnTo>
                  <a:pt x="485775" y="371475"/>
                </a:lnTo>
                <a:lnTo>
                  <a:pt x="476250" y="371475"/>
                </a:lnTo>
                <a:close/>
                <a:moveTo>
                  <a:pt x="542925" y="361950"/>
                </a:moveTo>
                <a:lnTo>
                  <a:pt x="552450" y="361950"/>
                </a:lnTo>
                <a:lnTo>
                  <a:pt x="552450" y="371475"/>
                </a:lnTo>
                <a:lnTo>
                  <a:pt x="542925" y="371475"/>
                </a:lnTo>
                <a:close/>
                <a:moveTo>
                  <a:pt x="895350" y="361950"/>
                </a:moveTo>
                <a:lnTo>
                  <a:pt x="904875" y="361950"/>
                </a:lnTo>
                <a:lnTo>
                  <a:pt x="904875" y="371475"/>
                </a:lnTo>
                <a:lnTo>
                  <a:pt x="914400" y="371475"/>
                </a:lnTo>
                <a:lnTo>
                  <a:pt x="914400" y="381000"/>
                </a:lnTo>
                <a:lnTo>
                  <a:pt x="923925" y="381000"/>
                </a:lnTo>
                <a:lnTo>
                  <a:pt x="923925" y="390525"/>
                </a:lnTo>
                <a:lnTo>
                  <a:pt x="933450" y="390525"/>
                </a:lnTo>
                <a:lnTo>
                  <a:pt x="933450" y="400050"/>
                </a:lnTo>
                <a:lnTo>
                  <a:pt x="923925" y="400050"/>
                </a:lnTo>
                <a:lnTo>
                  <a:pt x="923925" y="409575"/>
                </a:lnTo>
                <a:lnTo>
                  <a:pt x="914400" y="409575"/>
                </a:lnTo>
                <a:lnTo>
                  <a:pt x="914400" y="419100"/>
                </a:lnTo>
                <a:lnTo>
                  <a:pt x="904875" y="419100"/>
                </a:lnTo>
                <a:lnTo>
                  <a:pt x="904875" y="428625"/>
                </a:lnTo>
                <a:lnTo>
                  <a:pt x="895350" y="428625"/>
                </a:lnTo>
                <a:lnTo>
                  <a:pt x="895350" y="419100"/>
                </a:lnTo>
                <a:lnTo>
                  <a:pt x="885825" y="419100"/>
                </a:lnTo>
                <a:lnTo>
                  <a:pt x="885825" y="371475"/>
                </a:lnTo>
                <a:lnTo>
                  <a:pt x="895350" y="371475"/>
                </a:lnTo>
                <a:close/>
                <a:moveTo>
                  <a:pt x="1009650" y="361950"/>
                </a:moveTo>
                <a:lnTo>
                  <a:pt x="1038225" y="361950"/>
                </a:lnTo>
                <a:lnTo>
                  <a:pt x="1038225" y="371475"/>
                </a:lnTo>
                <a:lnTo>
                  <a:pt x="1028700" y="371475"/>
                </a:lnTo>
                <a:lnTo>
                  <a:pt x="1028700" y="381000"/>
                </a:lnTo>
                <a:lnTo>
                  <a:pt x="1019175" y="381000"/>
                </a:lnTo>
                <a:lnTo>
                  <a:pt x="1019175" y="371475"/>
                </a:lnTo>
                <a:lnTo>
                  <a:pt x="1009650" y="371475"/>
                </a:lnTo>
                <a:close/>
                <a:moveTo>
                  <a:pt x="323850" y="371475"/>
                </a:moveTo>
                <a:lnTo>
                  <a:pt x="333375" y="371475"/>
                </a:lnTo>
                <a:lnTo>
                  <a:pt x="333375" y="381000"/>
                </a:lnTo>
                <a:lnTo>
                  <a:pt x="323850" y="381000"/>
                </a:lnTo>
                <a:close/>
                <a:moveTo>
                  <a:pt x="514350" y="371475"/>
                </a:moveTo>
                <a:lnTo>
                  <a:pt x="533400" y="371475"/>
                </a:lnTo>
                <a:lnTo>
                  <a:pt x="533400" y="381000"/>
                </a:lnTo>
                <a:lnTo>
                  <a:pt x="542925" y="381000"/>
                </a:lnTo>
                <a:lnTo>
                  <a:pt x="542925" y="409575"/>
                </a:lnTo>
                <a:lnTo>
                  <a:pt x="533400" y="409575"/>
                </a:lnTo>
                <a:lnTo>
                  <a:pt x="533400" y="400050"/>
                </a:lnTo>
                <a:lnTo>
                  <a:pt x="514350" y="400050"/>
                </a:lnTo>
                <a:close/>
                <a:moveTo>
                  <a:pt x="552450" y="371475"/>
                </a:moveTo>
                <a:lnTo>
                  <a:pt x="571500" y="371475"/>
                </a:lnTo>
                <a:lnTo>
                  <a:pt x="571500" y="381000"/>
                </a:lnTo>
                <a:lnTo>
                  <a:pt x="552450" y="381000"/>
                </a:lnTo>
                <a:close/>
                <a:moveTo>
                  <a:pt x="952500" y="371475"/>
                </a:moveTo>
                <a:lnTo>
                  <a:pt x="962025" y="371475"/>
                </a:lnTo>
                <a:lnTo>
                  <a:pt x="962025" y="381000"/>
                </a:lnTo>
                <a:lnTo>
                  <a:pt x="952500" y="381000"/>
                </a:lnTo>
                <a:close/>
                <a:moveTo>
                  <a:pt x="1181100" y="371475"/>
                </a:moveTo>
                <a:lnTo>
                  <a:pt x="1190625" y="371475"/>
                </a:lnTo>
                <a:lnTo>
                  <a:pt x="1190625" y="400050"/>
                </a:lnTo>
                <a:lnTo>
                  <a:pt x="1171575" y="400050"/>
                </a:lnTo>
                <a:lnTo>
                  <a:pt x="1171575" y="381000"/>
                </a:lnTo>
                <a:lnTo>
                  <a:pt x="1181100" y="381000"/>
                </a:lnTo>
                <a:close/>
                <a:moveTo>
                  <a:pt x="333375" y="381000"/>
                </a:moveTo>
                <a:lnTo>
                  <a:pt x="342900" y="381000"/>
                </a:lnTo>
                <a:lnTo>
                  <a:pt x="342900" y="400050"/>
                </a:lnTo>
                <a:lnTo>
                  <a:pt x="333375" y="400050"/>
                </a:lnTo>
                <a:lnTo>
                  <a:pt x="333375" y="409575"/>
                </a:lnTo>
                <a:lnTo>
                  <a:pt x="323850" y="409575"/>
                </a:lnTo>
                <a:lnTo>
                  <a:pt x="323850" y="390525"/>
                </a:lnTo>
                <a:lnTo>
                  <a:pt x="333375" y="390525"/>
                </a:lnTo>
                <a:close/>
                <a:moveTo>
                  <a:pt x="190500" y="390525"/>
                </a:moveTo>
                <a:lnTo>
                  <a:pt x="200025" y="390525"/>
                </a:lnTo>
                <a:lnTo>
                  <a:pt x="200025" y="400050"/>
                </a:lnTo>
                <a:lnTo>
                  <a:pt x="190500" y="400050"/>
                </a:lnTo>
                <a:close/>
                <a:moveTo>
                  <a:pt x="476250" y="390525"/>
                </a:moveTo>
                <a:lnTo>
                  <a:pt x="485775" y="390525"/>
                </a:lnTo>
                <a:lnTo>
                  <a:pt x="485775" y="409575"/>
                </a:lnTo>
                <a:lnTo>
                  <a:pt x="476250" y="409575"/>
                </a:lnTo>
                <a:close/>
                <a:moveTo>
                  <a:pt x="971550" y="400050"/>
                </a:moveTo>
                <a:lnTo>
                  <a:pt x="990600" y="400050"/>
                </a:lnTo>
                <a:lnTo>
                  <a:pt x="990600" y="409575"/>
                </a:lnTo>
                <a:lnTo>
                  <a:pt x="971550" y="409575"/>
                </a:lnTo>
                <a:close/>
                <a:moveTo>
                  <a:pt x="333375" y="409575"/>
                </a:moveTo>
                <a:lnTo>
                  <a:pt x="342900" y="409575"/>
                </a:lnTo>
                <a:lnTo>
                  <a:pt x="342900" y="419100"/>
                </a:lnTo>
                <a:lnTo>
                  <a:pt x="333375" y="419100"/>
                </a:lnTo>
                <a:close/>
                <a:moveTo>
                  <a:pt x="323850" y="419100"/>
                </a:moveTo>
                <a:lnTo>
                  <a:pt x="333375" y="419100"/>
                </a:lnTo>
                <a:lnTo>
                  <a:pt x="333375" y="428625"/>
                </a:lnTo>
                <a:lnTo>
                  <a:pt x="323850" y="428625"/>
                </a:lnTo>
                <a:close/>
                <a:moveTo>
                  <a:pt x="19050" y="428625"/>
                </a:moveTo>
                <a:lnTo>
                  <a:pt x="38100" y="428625"/>
                </a:lnTo>
                <a:lnTo>
                  <a:pt x="38100" y="466725"/>
                </a:lnTo>
                <a:lnTo>
                  <a:pt x="19050" y="466725"/>
                </a:lnTo>
                <a:close/>
                <a:moveTo>
                  <a:pt x="190500" y="428625"/>
                </a:moveTo>
                <a:lnTo>
                  <a:pt x="200025" y="428625"/>
                </a:lnTo>
                <a:lnTo>
                  <a:pt x="200025" y="438150"/>
                </a:lnTo>
                <a:lnTo>
                  <a:pt x="190500" y="438150"/>
                </a:lnTo>
                <a:close/>
                <a:moveTo>
                  <a:pt x="104775" y="438150"/>
                </a:moveTo>
                <a:lnTo>
                  <a:pt x="123825" y="438150"/>
                </a:lnTo>
                <a:lnTo>
                  <a:pt x="123825" y="447675"/>
                </a:lnTo>
                <a:lnTo>
                  <a:pt x="133350" y="447675"/>
                </a:lnTo>
                <a:lnTo>
                  <a:pt x="133350" y="457200"/>
                </a:lnTo>
                <a:lnTo>
                  <a:pt x="142875" y="457200"/>
                </a:lnTo>
                <a:lnTo>
                  <a:pt x="142875" y="466725"/>
                </a:lnTo>
                <a:lnTo>
                  <a:pt x="123825" y="466725"/>
                </a:lnTo>
                <a:lnTo>
                  <a:pt x="123825" y="457200"/>
                </a:lnTo>
                <a:lnTo>
                  <a:pt x="114300" y="457200"/>
                </a:lnTo>
                <a:lnTo>
                  <a:pt x="114300" y="447675"/>
                </a:lnTo>
                <a:lnTo>
                  <a:pt x="104775" y="447675"/>
                </a:lnTo>
                <a:close/>
                <a:moveTo>
                  <a:pt x="1171575" y="476250"/>
                </a:moveTo>
                <a:lnTo>
                  <a:pt x="1200150" y="476250"/>
                </a:lnTo>
                <a:lnTo>
                  <a:pt x="1200150" y="504825"/>
                </a:lnTo>
                <a:lnTo>
                  <a:pt x="1209675" y="504825"/>
                </a:lnTo>
                <a:lnTo>
                  <a:pt x="1209675" y="523875"/>
                </a:lnTo>
                <a:lnTo>
                  <a:pt x="1200150" y="523875"/>
                </a:lnTo>
                <a:lnTo>
                  <a:pt x="1200150" y="514350"/>
                </a:lnTo>
                <a:lnTo>
                  <a:pt x="1190625" y="514350"/>
                </a:lnTo>
                <a:lnTo>
                  <a:pt x="1190625" y="504825"/>
                </a:lnTo>
                <a:lnTo>
                  <a:pt x="1181100" y="504825"/>
                </a:lnTo>
                <a:lnTo>
                  <a:pt x="1181100" y="495300"/>
                </a:lnTo>
                <a:lnTo>
                  <a:pt x="1171575" y="495300"/>
                </a:lnTo>
                <a:close/>
                <a:moveTo>
                  <a:pt x="1190625" y="533400"/>
                </a:moveTo>
                <a:lnTo>
                  <a:pt x="1200150" y="533400"/>
                </a:lnTo>
                <a:lnTo>
                  <a:pt x="1200150" y="552450"/>
                </a:lnTo>
                <a:lnTo>
                  <a:pt x="1190625" y="552450"/>
                </a:lnTo>
                <a:close/>
                <a:moveTo>
                  <a:pt x="1152525" y="561975"/>
                </a:moveTo>
                <a:lnTo>
                  <a:pt x="1162050" y="561975"/>
                </a:lnTo>
                <a:lnTo>
                  <a:pt x="1162050" y="571500"/>
                </a:lnTo>
                <a:lnTo>
                  <a:pt x="1171575" y="571500"/>
                </a:lnTo>
                <a:lnTo>
                  <a:pt x="1171575" y="590550"/>
                </a:lnTo>
                <a:lnTo>
                  <a:pt x="1152525" y="590550"/>
                </a:lnTo>
                <a:close/>
                <a:moveTo>
                  <a:pt x="1000125" y="581025"/>
                </a:moveTo>
                <a:lnTo>
                  <a:pt x="1019175" y="581025"/>
                </a:lnTo>
                <a:lnTo>
                  <a:pt x="1019175" y="590550"/>
                </a:lnTo>
                <a:lnTo>
                  <a:pt x="1000125" y="590550"/>
                </a:lnTo>
                <a:close/>
                <a:moveTo>
                  <a:pt x="981075" y="600075"/>
                </a:moveTo>
                <a:lnTo>
                  <a:pt x="990600" y="600075"/>
                </a:lnTo>
                <a:lnTo>
                  <a:pt x="990600" y="609600"/>
                </a:lnTo>
                <a:lnTo>
                  <a:pt x="981075" y="609600"/>
                </a:lnTo>
                <a:close/>
                <a:moveTo>
                  <a:pt x="1076325" y="628650"/>
                </a:moveTo>
                <a:lnTo>
                  <a:pt x="1085850" y="628650"/>
                </a:lnTo>
                <a:lnTo>
                  <a:pt x="1085850" y="638175"/>
                </a:lnTo>
                <a:lnTo>
                  <a:pt x="1076325" y="638175"/>
                </a:lnTo>
                <a:close/>
                <a:moveTo>
                  <a:pt x="1133475" y="638175"/>
                </a:moveTo>
                <a:lnTo>
                  <a:pt x="1162050" y="638175"/>
                </a:lnTo>
                <a:lnTo>
                  <a:pt x="1162050" y="647700"/>
                </a:lnTo>
                <a:lnTo>
                  <a:pt x="1133475" y="647700"/>
                </a:lnTo>
                <a:close/>
                <a:moveTo>
                  <a:pt x="571500" y="676275"/>
                </a:moveTo>
                <a:lnTo>
                  <a:pt x="581025" y="676275"/>
                </a:lnTo>
                <a:lnTo>
                  <a:pt x="581025" y="704850"/>
                </a:lnTo>
                <a:lnTo>
                  <a:pt x="561975" y="704850"/>
                </a:lnTo>
                <a:lnTo>
                  <a:pt x="561975" y="695325"/>
                </a:lnTo>
                <a:lnTo>
                  <a:pt x="552450" y="695325"/>
                </a:lnTo>
                <a:lnTo>
                  <a:pt x="552450" y="685800"/>
                </a:lnTo>
                <a:lnTo>
                  <a:pt x="571500" y="685800"/>
                </a:lnTo>
                <a:close/>
                <a:moveTo>
                  <a:pt x="1162050" y="676275"/>
                </a:moveTo>
                <a:lnTo>
                  <a:pt x="1171575" y="676275"/>
                </a:lnTo>
                <a:lnTo>
                  <a:pt x="1171575" y="704850"/>
                </a:lnTo>
                <a:lnTo>
                  <a:pt x="1181100" y="704850"/>
                </a:lnTo>
                <a:lnTo>
                  <a:pt x="1181100" y="714375"/>
                </a:lnTo>
                <a:lnTo>
                  <a:pt x="1190625" y="714375"/>
                </a:lnTo>
                <a:lnTo>
                  <a:pt x="1190625" y="723900"/>
                </a:lnTo>
                <a:lnTo>
                  <a:pt x="1162050" y="723900"/>
                </a:lnTo>
                <a:lnTo>
                  <a:pt x="1162050" y="714375"/>
                </a:lnTo>
                <a:lnTo>
                  <a:pt x="1152525" y="714375"/>
                </a:lnTo>
                <a:lnTo>
                  <a:pt x="1152525" y="704850"/>
                </a:lnTo>
                <a:lnTo>
                  <a:pt x="1143000" y="704850"/>
                </a:lnTo>
                <a:lnTo>
                  <a:pt x="1143000" y="695325"/>
                </a:lnTo>
                <a:lnTo>
                  <a:pt x="1133475" y="695325"/>
                </a:lnTo>
                <a:lnTo>
                  <a:pt x="1133475" y="685800"/>
                </a:lnTo>
                <a:lnTo>
                  <a:pt x="1162050" y="685800"/>
                </a:lnTo>
                <a:close/>
                <a:moveTo>
                  <a:pt x="1181100" y="676275"/>
                </a:moveTo>
                <a:lnTo>
                  <a:pt x="1190625" y="676275"/>
                </a:lnTo>
                <a:lnTo>
                  <a:pt x="1190625" y="685800"/>
                </a:lnTo>
                <a:lnTo>
                  <a:pt x="1181100" y="685800"/>
                </a:lnTo>
                <a:close/>
                <a:moveTo>
                  <a:pt x="1085850" y="695325"/>
                </a:moveTo>
                <a:lnTo>
                  <a:pt x="1114425" y="695325"/>
                </a:lnTo>
                <a:lnTo>
                  <a:pt x="1114425" y="714375"/>
                </a:lnTo>
                <a:lnTo>
                  <a:pt x="1085850" y="714375"/>
                </a:lnTo>
                <a:close/>
                <a:moveTo>
                  <a:pt x="209550" y="714375"/>
                </a:moveTo>
                <a:lnTo>
                  <a:pt x="219075" y="714375"/>
                </a:lnTo>
                <a:lnTo>
                  <a:pt x="219075" y="733425"/>
                </a:lnTo>
                <a:lnTo>
                  <a:pt x="209550" y="733425"/>
                </a:lnTo>
                <a:close/>
                <a:moveTo>
                  <a:pt x="266700" y="714375"/>
                </a:moveTo>
                <a:lnTo>
                  <a:pt x="285750" y="714375"/>
                </a:lnTo>
                <a:lnTo>
                  <a:pt x="285750" y="733425"/>
                </a:lnTo>
                <a:lnTo>
                  <a:pt x="257175" y="733425"/>
                </a:lnTo>
                <a:lnTo>
                  <a:pt x="257175" y="723900"/>
                </a:lnTo>
                <a:lnTo>
                  <a:pt x="266700" y="723900"/>
                </a:lnTo>
                <a:close/>
                <a:moveTo>
                  <a:pt x="361950" y="714375"/>
                </a:moveTo>
                <a:lnTo>
                  <a:pt x="371475" y="714375"/>
                </a:lnTo>
                <a:lnTo>
                  <a:pt x="371475" y="733425"/>
                </a:lnTo>
                <a:lnTo>
                  <a:pt x="361950" y="733425"/>
                </a:lnTo>
                <a:close/>
                <a:moveTo>
                  <a:pt x="523875" y="714375"/>
                </a:moveTo>
                <a:lnTo>
                  <a:pt x="533400" y="714375"/>
                </a:lnTo>
                <a:lnTo>
                  <a:pt x="533400" y="723900"/>
                </a:lnTo>
                <a:lnTo>
                  <a:pt x="523875" y="723900"/>
                </a:lnTo>
                <a:close/>
                <a:moveTo>
                  <a:pt x="1028700" y="714375"/>
                </a:moveTo>
                <a:lnTo>
                  <a:pt x="1047750" y="714375"/>
                </a:lnTo>
                <a:lnTo>
                  <a:pt x="1047750" y="723900"/>
                </a:lnTo>
                <a:lnTo>
                  <a:pt x="1057275" y="723900"/>
                </a:lnTo>
                <a:lnTo>
                  <a:pt x="1057275" y="733425"/>
                </a:lnTo>
                <a:lnTo>
                  <a:pt x="1038225" y="733425"/>
                </a:lnTo>
                <a:lnTo>
                  <a:pt x="1038225" y="752475"/>
                </a:lnTo>
                <a:lnTo>
                  <a:pt x="1028700" y="752475"/>
                </a:lnTo>
                <a:lnTo>
                  <a:pt x="1028700" y="762000"/>
                </a:lnTo>
                <a:lnTo>
                  <a:pt x="1038225" y="762000"/>
                </a:lnTo>
                <a:lnTo>
                  <a:pt x="1038225" y="771525"/>
                </a:lnTo>
                <a:lnTo>
                  <a:pt x="1028700" y="771525"/>
                </a:lnTo>
                <a:lnTo>
                  <a:pt x="1028700" y="781050"/>
                </a:lnTo>
                <a:lnTo>
                  <a:pt x="1019175" y="781050"/>
                </a:lnTo>
                <a:lnTo>
                  <a:pt x="1019175" y="771525"/>
                </a:lnTo>
                <a:lnTo>
                  <a:pt x="1000125" y="771525"/>
                </a:lnTo>
                <a:lnTo>
                  <a:pt x="1000125" y="752475"/>
                </a:lnTo>
                <a:lnTo>
                  <a:pt x="1009650" y="752475"/>
                </a:lnTo>
                <a:lnTo>
                  <a:pt x="1009650" y="742950"/>
                </a:lnTo>
                <a:lnTo>
                  <a:pt x="1028700" y="742950"/>
                </a:lnTo>
                <a:close/>
                <a:moveTo>
                  <a:pt x="381000" y="723900"/>
                </a:moveTo>
                <a:lnTo>
                  <a:pt x="390525" y="723900"/>
                </a:lnTo>
                <a:lnTo>
                  <a:pt x="390525" y="733425"/>
                </a:lnTo>
                <a:lnTo>
                  <a:pt x="381000" y="733425"/>
                </a:lnTo>
                <a:close/>
                <a:moveTo>
                  <a:pt x="400050" y="723900"/>
                </a:moveTo>
                <a:lnTo>
                  <a:pt x="409575" y="723900"/>
                </a:lnTo>
                <a:lnTo>
                  <a:pt x="409575" y="733425"/>
                </a:lnTo>
                <a:lnTo>
                  <a:pt x="419100" y="733425"/>
                </a:lnTo>
                <a:lnTo>
                  <a:pt x="419100" y="752475"/>
                </a:lnTo>
                <a:lnTo>
                  <a:pt x="409575" y="752475"/>
                </a:lnTo>
                <a:lnTo>
                  <a:pt x="409575" y="762000"/>
                </a:lnTo>
                <a:lnTo>
                  <a:pt x="400050" y="762000"/>
                </a:lnTo>
                <a:lnTo>
                  <a:pt x="400050" y="752475"/>
                </a:lnTo>
                <a:lnTo>
                  <a:pt x="390525" y="752475"/>
                </a:lnTo>
                <a:lnTo>
                  <a:pt x="390525" y="742950"/>
                </a:lnTo>
                <a:lnTo>
                  <a:pt x="400050" y="742950"/>
                </a:lnTo>
                <a:close/>
                <a:moveTo>
                  <a:pt x="1200150" y="723900"/>
                </a:moveTo>
                <a:lnTo>
                  <a:pt x="1209675" y="723900"/>
                </a:lnTo>
                <a:lnTo>
                  <a:pt x="1209675" y="733425"/>
                </a:lnTo>
                <a:lnTo>
                  <a:pt x="1200150" y="733425"/>
                </a:lnTo>
                <a:close/>
                <a:moveTo>
                  <a:pt x="428625" y="742950"/>
                </a:moveTo>
                <a:lnTo>
                  <a:pt x="447675" y="742950"/>
                </a:lnTo>
                <a:lnTo>
                  <a:pt x="447675" y="762000"/>
                </a:lnTo>
                <a:lnTo>
                  <a:pt x="419100" y="762000"/>
                </a:lnTo>
                <a:lnTo>
                  <a:pt x="419100" y="752475"/>
                </a:lnTo>
                <a:lnTo>
                  <a:pt x="428625" y="752475"/>
                </a:lnTo>
                <a:close/>
                <a:moveTo>
                  <a:pt x="619125" y="742950"/>
                </a:moveTo>
                <a:lnTo>
                  <a:pt x="647700" y="742950"/>
                </a:lnTo>
                <a:lnTo>
                  <a:pt x="647700" y="752475"/>
                </a:lnTo>
                <a:lnTo>
                  <a:pt x="628650" y="752475"/>
                </a:lnTo>
                <a:lnTo>
                  <a:pt x="628650" y="762000"/>
                </a:lnTo>
                <a:lnTo>
                  <a:pt x="619125" y="762000"/>
                </a:lnTo>
                <a:close/>
                <a:moveTo>
                  <a:pt x="781050" y="742950"/>
                </a:moveTo>
                <a:lnTo>
                  <a:pt x="790575" y="742950"/>
                </a:lnTo>
                <a:lnTo>
                  <a:pt x="790575" y="752475"/>
                </a:lnTo>
                <a:lnTo>
                  <a:pt x="781050" y="752475"/>
                </a:lnTo>
                <a:close/>
                <a:moveTo>
                  <a:pt x="495300" y="752475"/>
                </a:moveTo>
                <a:lnTo>
                  <a:pt x="504825" y="752475"/>
                </a:lnTo>
                <a:lnTo>
                  <a:pt x="504825" y="762000"/>
                </a:lnTo>
                <a:lnTo>
                  <a:pt x="495300" y="762000"/>
                </a:lnTo>
                <a:close/>
                <a:moveTo>
                  <a:pt x="552450" y="752475"/>
                </a:moveTo>
                <a:lnTo>
                  <a:pt x="571500" y="752475"/>
                </a:lnTo>
                <a:lnTo>
                  <a:pt x="571500" y="762000"/>
                </a:lnTo>
                <a:lnTo>
                  <a:pt x="552450" y="762000"/>
                </a:lnTo>
                <a:close/>
                <a:moveTo>
                  <a:pt x="1190625" y="752475"/>
                </a:moveTo>
                <a:lnTo>
                  <a:pt x="1200150" y="752475"/>
                </a:lnTo>
                <a:lnTo>
                  <a:pt x="1200150" y="771525"/>
                </a:lnTo>
                <a:lnTo>
                  <a:pt x="1190625" y="771525"/>
                </a:lnTo>
                <a:lnTo>
                  <a:pt x="1190625" y="790575"/>
                </a:lnTo>
                <a:lnTo>
                  <a:pt x="1181100" y="790575"/>
                </a:lnTo>
                <a:lnTo>
                  <a:pt x="1181100" y="762000"/>
                </a:lnTo>
                <a:lnTo>
                  <a:pt x="1190625" y="762000"/>
                </a:lnTo>
                <a:close/>
                <a:moveTo>
                  <a:pt x="142875" y="771525"/>
                </a:moveTo>
                <a:lnTo>
                  <a:pt x="152400" y="771525"/>
                </a:lnTo>
                <a:lnTo>
                  <a:pt x="152400" y="781050"/>
                </a:lnTo>
                <a:lnTo>
                  <a:pt x="142875" y="781050"/>
                </a:lnTo>
                <a:close/>
                <a:moveTo>
                  <a:pt x="209550" y="771525"/>
                </a:moveTo>
                <a:lnTo>
                  <a:pt x="219075" y="771525"/>
                </a:lnTo>
                <a:lnTo>
                  <a:pt x="219075" y="781050"/>
                </a:lnTo>
                <a:lnTo>
                  <a:pt x="209550" y="781050"/>
                </a:lnTo>
                <a:close/>
                <a:moveTo>
                  <a:pt x="657225" y="781050"/>
                </a:moveTo>
                <a:lnTo>
                  <a:pt x="666750" y="781050"/>
                </a:lnTo>
                <a:lnTo>
                  <a:pt x="666750" y="790575"/>
                </a:lnTo>
                <a:lnTo>
                  <a:pt x="657225" y="790575"/>
                </a:lnTo>
                <a:close/>
                <a:moveTo>
                  <a:pt x="533400" y="800100"/>
                </a:moveTo>
                <a:lnTo>
                  <a:pt x="542925" y="800100"/>
                </a:lnTo>
                <a:lnTo>
                  <a:pt x="542925" y="809625"/>
                </a:lnTo>
                <a:lnTo>
                  <a:pt x="533400" y="809625"/>
                </a:lnTo>
                <a:close/>
                <a:moveTo>
                  <a:pt x="552450" y="800100"/>
                </a:moveTo>
                <a:lnTo>
                  <a:pt x="561975" y="800100"/>
                </a:lnTo>
                <a:lnTo>
                  <a:pt x="561975" y="809625"/>
                </a:lnTo>
                <a:lnTo>
                  <a:pt x="552450" y="809625"/>
                </a:lnTo>
                <a:close/>
              </a:path>
            </a:pathLst>
          </a:custGeom>
          <a:solidFill xmlns:a="http://schemas.openxmlformats.org/drawingml/2006/main">
            <a:srgbClr val="F8F7F3"/>
          </a:solidFill>
          <a:ln xmlns:a="http://schemas.openxmlformats.org/drawingml/2006/main" w="0">
            <a:noFill/>
          </a:ln>
        </p:spPr>
      </p:sp>
      <p:sp>
        <p:nvSpPr>
          <p:cNvPr id="166" name="v12 vector #f5f7f2">
            <a:extLst xmlns:a="http://schemas.openxmlformats.org/drawingml/2006/main">
              <a:ext uri="{FF2B5EF4-FFF2-40B4-BE49-F238E27FC236}">
                <a16:creationId xmlns:a16="http://schemas.microsoft.com/office/drawing/2014/main" id="{A8868A3C-A0CC-46AE-9449-567C272671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10675" y="3609975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190500" y="0"/>
                </a:moveTo>
                <a:lnTo>
                  <a:pt x="228600" y="0"/>
                </a:lnTo>
                <a:lnTo>
                  <a:pt x="228600" y="9525"/>
                </a:lnTo>
                <a:lnTo>
                  <a:pt x="276225" y="9525"/>
                </a:lnTo>
                <a:lnTo>
                  <a:pt x="276225" y="19050"/>
                </a:lnTo>
                <a:lnTo>
                  <a:pt x="180975" y="19050"/>
                </a:lnTo>
                <a:lnTo>
                  <a:pt x="180975" y="9525"/>
                </a:lnTo>
                <a:lnTo>
                  <a:pt x="190500" y="9525"/>
                </a:lnTo>
                <a:close/>
                <a:moveTo>
                  <a:pt x="285750" y="9525"/>
                </a:moveTo>
                <a:lnTo>
                  <a:pt x="295275" y="9525"/>
                </a:lnTo>
                <a:lnTo>
                  <a:pt x="295275" y="19050"/>
                </a:lnTo>
                <a:lnTo>
                  <a:pt x="285750" y="19050"/>
                </a:lnTo>
                <a:close/>
                <a:moveTo>
                  <a:pt x="828675" y="19050"/>
                </a:moveTo>
                <a:lnTo>
                  <a:pt x="838200" y="19050"/>
                </a:lnTo>
                <a:lnTo>
                  <a:pt x="838200" y="28575"/>
                </a:lnTo>
                <a:lnTo>
                  <a:pt x="828675" y="28575"/>
                </a:lnTo>
                <a:close/>
                <a:moveTo>
                  <a:pt x="38100" y="95250"/>
                </a:moveTo>
                <a:lnTo>
                  <a:pt x="47625" y="95250"/>
                </a:lnTo>
                <a:lnTo>
                  <a:pt x="47625" y="104775"/>
                </a:lnTo>
                <a:lnTo>
                  <a:pt x="38100" y="104775"/>
                </a:lnTo>
                <a:close/>
                <a:moveTo>
                  <a:pt x="1171575" y="95250"/>
                </a:moveTo>
                <a:lnTo>
                  <a:pt x="1200150" y="95250"/>
                </a:lnTo>
                <a:lnTo>
                  <a:pt x="1200150" y="104775"/>
                </a:lnTo>
                <a:lnTo>
                  <a:pt x="1190625" y="104775"/>
                </a:lnTo>
                <a:lnTo>
                  <a:pt x="1190625" y="123825"/>
                </a:lnTo>
                <a:lnTo>
                  <a:pt x="1181100" y="123825"/>
                </a:lnTo>
                <a:lnTo>
                  <a:pt x="1181100" y="133350"/>
                </a:lnTo>
                <a:lnTo>
                  <a:pt x="1171575" y="133350"/>
                </a:lnTo>
                <a:close/>
                <a:moveTo>
                  <a:pt x="28575" y="104775"/>
                </a:moveTo>
                <a:lnTo>
                  <a:pt x="38100" y="104775"/>
                </a:lnTo>
                <a:lnTo>
                  <a:pt x="38100" y="133350"/>
                </a:lnTo>
                <a:lnTo>
                  <a:pt x="47625" y="133350"/>
                </a:lnTo>
                <a:lnTo>
                  <a:pt x="47625" y="171450"/>
                </a:lnTo>
                <a:lnTo>
                  <a:pt x="38100" y="171450"/>
                </a:lnTo>
                <a:lnTo>
                  <a:pt x="38100" y="152400"/>
                </a:lnTo>
                <a:lnTo>
                  <a:pt x="19050" y="152400"/>
                </a:lnTo>
                <a:lnTo>
                  <a:pt x="19050" y="114300"/>
                </a:lnTo>
                <a:lnTo>
                  <a:pt x="28575" y="114300"/>
                </a:lnTo>
                <a:close/>
                <a:moveTo>
                  <a:pt x="1200150" y="123825"/>
                </a:moveTo>
                <a:lnTo>
                  <a:pt x="1209675" y="123825"/>
                </a:lnTo>
                <a:lnTo>
                  <a:pt x="1209675" y="152400"/>
                </a:lnTo>
                <a:lnTo>
                  <a:pt x="1190625" y="152400"/>
                </a:lnTo>
                <a:lnTo>
                  <a:pt x="1190625" y="142875"/>
                </a:lnTo>
                <a:lnTo>
                  <a:pt x="1200150" y="142875"/>
                </a:lnTo>
                <a:close/>
                <a:moveTo>
                  <a:pt x="152400" y="142875"/>
                </a:moveTo>
                <a:lnTo>
                  <a:pt x="180975" y="142875"/>
                </a:lnTo>
                <a:lnTo>
                  <a:pt x="180975" y="152400"/>
                </a:lnTo>
                <a:lnTo>
                  <a:pt x="171450" y="152400"/>
                </a:lnTo>
                <a:lnTo>
                  <a:pt x="171450" y="171450"/>
                </a:lnTo>
                <a:lnTo>
                  <a:pt x="142875" y="171450"/>
                </a:lnTo>
                <a:lnTo>
                  <a:pt x="142875" y="152400"/>
                </a:lnTo>
                <a:lnTo>
                  <a:pt x="152400" y="152400"/>
                </a:lnTo>
                <a:close/>
                <a:moveTo>
                  <a:pt x="247650" y="142875"/>
                </a:moveTo>
                <a:lnTo>
                  <a:pt x="285750" y="142875"/>
                </a:lnTo>
                <a:lnTo>
                  <a:pt x="285750" y="152400"/>
                </a:lnTo>
                <a:lnTo>
                  <a:pt x="247650" y="152400"/>
                </a:lnTo>
                <a:close/>
                <a:moveTo>
                  <a:pt x="314325" y="142875"/>
                </a:moveTo>
                <a:lnTo>
                  <a:pt x="390525" y="142875"/>
                </a:lnTo>
                <a:lnTo>
                  <a:pt x="390525" y="152400"/>
                </a:lnTo>
                <a:lnTo>
                  <a:pt x="314325" y="152400"/>
                </a:lnTo>
                <a:close/>
                <a:moveTo>
                  <a:pt x="409575" y="142875"/>
                </a:moveTo>
                <a:lnTo>
                  <a:pt x="666750" y="142875"/>
                </a:lnTo>
                <a:lnTo>
                  <a:pt x="666750" y="152400"/>
                </a:lnTo>
                <a:lnTo>
                  <a:pt x="409575" y="152400"/>
                </a:lnTo>
                <a:close/>
                <a:moveTo>
                  <a:pt x="704850" y="142875"/>
                </a:moveTo>
                <a:lnTo>
                  <a:pt x="742950" y="142875"/>
                </a:lnTo>
                <a:lnTo>
                  <a:pt x="742950" y="152400"/>
                </a:lnTo>
                <a:lnTo>
                  <a:pt x="704850" y="152400"/>
                </a:lnTo>
                <a:close/>
                <a:moveTo>
                  <a:pt x="666750" y="152400"/>
                </a:moveTo>
                <a:lnTo>
                  <a:pt x="685800" y="152400"/>
                </a:lnTo>
                <a:lnTo>
                  <a:pt x="685800" y="180975"/>
                </a:lnTo>
                <a:lnTo>
                  <a:pt x="676275" y="180975"/>
                </a:lnTo>
                <a:lnTo>
                  <a:pt x="676275" y="190500"/>
                </a:lnTo>
                <a:lnTo>
                  <a:pt x="666750" y="190500"/>
                </a:lnTo>
                <a:lnTo>
                  <a:pt x="666750" y="171450"/>
                </a:lnTo>
                <a:lnTo>
                  <a:pt x="657225" y="171450"/>
                </a:lnTo>
                <a:lnTo>
                  <a:pt x="657225" y="161925"/>
                </a:lnTo>
                <a:lnTo>
                  <a:pt x="666750" y="161925"/>
                </a:lnTo>
                <a:close/>
                <a:moveTo>
                  <a:pt x="704850" y="161925"/>
                </a:moveTo>
                <a:lnTo>
                  <a:pt x="723900" y="161925"/>
                </a:lnTo>
                <a:lnTo>
                  <a:pt x="723900" y="171450"/>
                </a:lnTo>
                <a:lnTo>
                  <a:pt x="733425" y="171450"/>
                </a:lnTo>
                <a:lnTo>
                  <a:pt x="733425" y="180975"/>
                </a:lnTo>
                <a:lnTo>
                  <a:pt x="704850" y="180975"/>
                </a:lnTo>
                <a:close/>
                <a:moveTo>
                  <a:pt x="123825" y="171450"/>
                </a:moveTo>
                <a:lnTo>
                  <a:pt x="142875" y="171450"/>
                </a:lnTo>
                <a:lnTo>
                  <a:pt x="142875" y="190500"/>
                </a:lnTo>
                <a:lnTo>
                  <a:pt x="123825" y="190500"/>
                </a:lnTo>
                <a:close/>
                <a:moveTo>
                  <a:pt x="19050" y="180975"/>
                </a:moveTo>
                <a:lnTo>
                  <a:pt x="38100" y="180975"/>
                </a:lnTo>
                <a:lnTo>
                  <a:pt x="38100" y="200025"/>
                </a:lnTo>
                <a:lnTo>
                  <a:pt x="19050" y="200025"/>
                </a:lnTo>
                <a:close/>
                <a:moveTo>
                  <a:pt x="866775" y="180975"/>
                </a:moveTo>
                <a:lnTo>
                  <a:pt x="876300" y="180975"/>
                </a:lnTo>
                <a:lnTo>
                  <a:pt x="876300" y="219075"/>
                </a:lnTo>
                <a:lnTo>
                  <a:pt x="866775" y="219075"/>
                </a:lnTo>
                <a:close/>
                <a:moveTo>
                  <a:pt x="676275" y="190500"/>
                </a:moveTo>
                <a:lnTo>
                  <a:pt x="685800" y="190500"/>
                </a:lnTo>
                <a:lnTo>
                  <a:pt x="685800" y="219075"/>
                </a:lnTo>
                <a:lnTo>
                  <a:pt x="676275" y="219075"/>
                </a:lnTo>
                <a:close/>
                <a:moveTo>
                  <a:pt x="38100" y="200025"/>
                </a:moveTo>
                <a:lnTo>
                  <a:pt x="47625" y="200025"/>
                </a:lnTo>
                <a:lnTo>
                  <a:pt x="47625" y="219075"/>
                </a:lnTo>
                <a:lnTo>
                  <a:pt x="38100" y="219075"/>
                </a:lnTo>
                <a:close/>
                <a:moveTo>
                  <a:pt x="276225" y="200025"/>
                </a:moveTo>
                <a:lnTo>
                  <a:pt x="285750" y="200025"/>
                </a:lnTo>
                <a:lnTo>
                  <a:pt x="285750" y="209550"/>
                </a:lnTo>
                <a:lnTo>
                  <a:pt x="276225" y="209550"/>
                </a:lnTo>
                <a:close/>
                <a:moveTo>
                  <a:pt x="742950" y="200025"/>
                </a:moveTo>
                <a:lnTo>
                  <a:pt x="752475" y="200025"/>
                </a:lnTo>
                <a:lnTo>
                  <a:pt x="752475" y="209550"/>
                </a:lnTo>
                <a:lnTo>
                  <a:pt x="742950" y="209550"/>
                </a:lnTo>
                <a:close/>
                <a:moveTo>
                  <a:pt x="714375" y="238125"/>
                </a:moveTo>
                <a:lnTo>
                  <a:pt x="723900" y="238125"/>
                </a:lnTo>
                <a:lnTo>
                  <a:pt x="723900" y="247650"/>
                </a:lnTo>
                <a:lnTo>
                  <a:pt x="714375" y="247650"/>
                </a:lnTo>
                <a:close/>
                <a:moveTo>
                  <a:pt x="628650" y="247650"/>
                </a:moveTo>
                <a:lnTo>
                  <a:pt x="638175" y="247650"/>
                </a:lnTo>
                <a:lnTo>
                  <a:pt x="638175" y="257175"/>
                </a:lnTo>
                <a:lnTo>
                  <a:pt x="628650" y="257175"/>
                </a:lnTo>
                <a:close/>
                <a:moveTo>
                  <a:pt x="838200" y="247650"/>
                </a:moveTo>
                <a:lnTo>
                  <a:pt x="847725" y="247650"/>
                </a:lnTo>
                <a:lnTo>
                  <a:pt x="847725" y="257175"/>
                </a:lnTo>
                <a:lnTo>
                  <a:pt x="838200" y="257175"/>
                </a:lnTo>
                <a:close/>
                <a:moveTo>
                  <a:pt x="228600" y="257175"/>
                </a:moveTo>
                <a:lnTo>
                  <a:pt x="257175" y="257175"/>
                </a:lnTo>
                <a:lnTo>
                  <a:pt x="257175" y="266700"/>
                </a:lnTo>
                <a:lnTo>
                  <a:pt x="228600" y="266700"/>
                </a:lnTo>
                <a:close/>
                <a:moveTo>
                  <a:pt x="647700" y="266700"/>
                </a:moveTo>
                <a:lnTo>
                  <a:pt x="657225" y="266700"/>
                </a:lnTo>
                <a:lnTo>
                  <a:pt x="657225" y="276225"/>
                </a:lnTo>
                <a:lnTo>
                  <a:pt x="647700" y="276225"/>
                </a:lnTo>
                <a:close/>
                <a:moveTo>
                  <a:pt x="828675" y="266700"/>
                </a:moveTo>
                <a:lnTo>
                  <a:pt x="838200" y="266700"/>
                </a:lnTo>
                <a:lnTo>
                  <a:pt x="838200" y="285750"/>
                </a:lnTo>
                <a:lnTo>
                  <a:pt x="847725" y="285750"/>
                </a:lnTo>
                <a:lnTo>
                  <a:pt x="847725" y="304800"/>
                </a:lnTo>
                <a:lnTo>
                  <a:pt x="838200" y="304800"/>
                </a:lnTo>
                <a:lnTo>
                  <a:pt x="838200" y="352425"/>
                </a:lnTo>
                <a:lnTo>
                  <a:pt x="828675" y="352425"/>
                </a:lnTo>
                <a:lnTo>
                  <a:pt x="828675" y="333375"/>
                </a:lnTo>
                <a:lnTo>
                  <a:pt x="819150" y="333375"/>
                </a:lnTo>
                <a:lnTo>
                  <a:pt x="819150" y="323850"/>
                </a:lnTo>
                <a:lnTo>
                  <a:pt x="828675" y="323850"/>
                </a:lnTo>
                <a:lnTo>
                  <a:pt x="828675" y="304800"/>
                </a:lnTo>
                <a:lnTo>
                  <a:pt x="809625" y="304800"/>
                </a:lnTo>
                <a:lnTo>
                  <a:pt x="809625" y="285750"/>
                </a:lnTo>
                <a:lnTo>
                  <a:pt x="819150" y="285750"/>
                </a:lnTo>
                <a:lnTo>
                  <a:pt x="819150" y="276225"/>
                </a:lnTo>
                <a:lnTo>
                  <a:pt x="828675" y="276225"/>
                </a:lnTo>
                <a:close/>
                <a:moveTo>
                  <a:pt x="76200" y="276225"/>
                </a:moveTo>
                <a:lnTo>
                  <a:pt x="104775" y="276225"/>
                </a:lnTo>
                <a:lnTo>
                  <a:pt x="104775" y="295275"/>
                </a:lnTo>
                <a:lnTo>
                  <a:pt x="76200" y="295275"/>
                </a:lnTo>
                <a:close/>
                <a:moveTo>
                  <a:pt x="228600" y="276225"/>
                </a:moveTo>
                <a:lnTo>
                  <a:pt x="238125" y="276225"/>
                </a:lnTo>
                <a:lnTo>
                  <a:pt x="238125" y="285750"/>
                </a:lnTo>
                <a:lnTo>
                  <a:pt x="228600" y="285750"/>
                </a:lnTo>
                <a:close/>
                <a:moveTo>
                  <a:pt x="400050" y="276225"/>
                </a:moveTo>
                <a:lnTo>
                  <a:pt x="419100" y="276225"/>
                </a:lnTo>
                <a:lnTo>
                  <a:pt x="419100" y="285750"/>
                </a:lnTo>
                <a:lnTo>
                  <a:pt x="400050" y="285750"/>
                </a:lnTo>
                <a:close/>
                <a:moveTo>
                  <a:pt x="104775" y="295275"/>
                </a:moveTo>
                <a:lnTo>
                  <a:pt x="161925" y="295275"/>
                </a:lnTo>
                <a:lnTo>
                  <a:pt x="161925" y="304800"/>
                </a:lnTo>
                <a:lnTo>
                  <a:pt x="142875" y="304800"/>
                </a:lnTo>
                <a:lnTo>
                  <a:pt x="142875" y="314325"/>
                </a:lnTo>
                <a:lnTo>
                  <a:pt x="152400" y="314325"/>
                </a:lnTo>
                <a:lnTo>
                  <a:pt x="152400" y="323850"/>
                </a:lnTo>
                <a:lnTo>
                  <a:pt x="142875" y="323850"/>
                </a:lnTo>
                <a:lnTo>
                  <a:pt x="142875" y="333375"/>
                </a:lnTo>
                <a:lnTo>
                  <a:pt x="133350" y="333375"/>
                </a:lnTo>
                <a:lnTo>
                  <a:pt x="133350" y="323850"/>
                </a:lnTo>
                <a:lnTo>
                  <a:pt x="123825" y="323850"/>
                </a:lnTo>
                <a:lnTo>
                  <a:pt x="123825" y="304800"/>
                </a:lnTo>
                <a:lnTo>
                  <a:pt x="104775" y="304800"/>
                </a:lnTo>
                <a:close/>
                <a:moveTo>
                  <a:pt x="304800" y="295275"/>
                </a:moveTo>
                <a:lnTo>
                  <a:pt x="314325" y="295275"/>
                </a:lnTo>
                <a:lnTo>
                  <a:pt x="314325" y="314325"/>
                </a:lnTo>
                <a:lnTo>
                  <a:pt x="304800" y="314325"/>
                </a:lnTo>
                <a:close/>
                <a:moveTo>
                  <a:pt x="323850" y="295275"/>
                </a:moveTo>
                <a:lnTo>
                  <a:pt x="333375" y="295275"/>
                </a:lnTo>
                <a:lnTo>
                  <a:pt x="333375" y="304800"/>
                </a:lnTo>
                <a:lnTo>
                  <a:pt x="323850" y="304800"/>
                </a:lnTo>
                <a:close/>
                <a:moveTo>
                  <a:pt x="762000" y="295275"/>
                </a:moveTo>
                <a:lnTo>
                  <a:pt x="771525" y="295275"/>
                </a:lnTo>
                <a:lnTo>
                  <a:pt x="771525" y="304800"/>
                </a:lnTo>
                <a:lnTo>
                  <a:pt x="781050" y="304800"/>
                </a:lnTo>
                <a:lnTo>
                  <a:pt x="781050" y="295275"/>
                </a:lnTo>
                <a:lnTo>
                  <a:pt x="800100" y="295275"/>
                </a:lnTo>
                <a:lnTo>
                  <a:pt x="800100" y="304800"/>
                </a:lnTo>
                <a:lnTo>
                  <a:pt x="790575" y="304800"/>
                </a:lnTo>
                <a:lnTo>
                  <a:pt x="790575" y="314325"/>
                </a:lnTo>
                <a:lnTo>
                  <a:pt x="781050" y="314325"/>
                </a:lnTo>
                <a:lnTo>
                  <a:pt x="781050" y="323850"/>
                </a:lnTo>
                <a:lnTo>
                  <a:pt x="771525" y="323850"/>
                </a:lnTo>
                <a:lnTo>
                  <a:pt x="771525" y="314325"/>
                </a:lnTo>
                <a:lnTo>
                  <a:pt x="762000" y="314325"/>
                </a:lnTo>
                <a:close/>
                <a:moveTo>
                  <a:pt x="266700" y="323850"/>
                </a:moveTo>
                <a:lnTo>
                  <a:pt x="276225" y="323850"/>
                </a:lnTo>
                <a:lnTo>
                  <a:pt x="276225" y="342900"/>
                </a:lnTo>
                <a:lnTo>
                  <a:pt x="266700" y="342900"/>
                </a:lnTo>
                <a:lnTo>
                  <a:pt x="266700" y="352425"/>
                </a:lnTo>
                <a:lnTo>
                  <a:pt x="247650" y="352425"/>
                </a:lnTo>
                <a:lnTo>
                  <a:pt x="247650" y="361950"/>
                </a:lnTo>
                <a:lnTo>
                  <a:pt x="238125" y="361950"/>
                </a:lnTo>
                <a:lnTo>
                  <a:pt x="238125" y="342900"/>
                </a:lnTo>
                <a:lnTo>
                  <a:pt x="247650" y="342900"/>
                </a:lnTo>
                <a:lnTo>
                  <a:pt x="247650" y="333375"/>
                </a:lnTo>
                <a:lnTo>
                  <a:pt x="266700" y="333375"/>
                </a:lnTo>
                <a:close/>
                <a:moveTo>
                  <a:pt x="457200" y="323850"/>
                </a:moveTo>
                <a:lnTo>
                  <a:pt x="466725" y="323850"/>
                </a:lnTo>
                <a:lnTo>
                  <a:pt x="466725" y="333375"/>
                </a:lnTo>
                <a:lnTo>
                  <a:pt x="476250" y="333375"/>
                </a:lnTo>
                <a:lnTo>
                  <a:pt x="476250" y="342900"/>
                </a:lnTo>
                <a:lnTo>
                  <a:pt x="485775" y="342900"/>
                </a:lnTo>
                <a:lnTo>
                  <a:pt x="485775" y="361950"/>
                </a:lnTo>
                <a:lnTo>
                  <a:pt x="476250" y="361950"/>
                </a:lnTo>
                <a:lnTo>
                  <a:pt x="476250" y="352425"/>
                </a:lnTo>
                <a:lnTo>
                  <a:pt x="466725" y="352425"/>
                </a:lnTo>
                <a:lnTo>
                  <a:pt x="466725" y="361950"/>
                </a:lnTo>
                <a:lnTo>
                  <a:pt x="457200" y="361950"/>
                </a:lnTo>
                <a:lnTo>
                  <a:pt x="457200" y="352425"/>
                </a:lnTo>
                <a:lnTo>
                  <a:pt x="447675" y="352425"/>
                </a:lnTo>
                <a:lnTo>
                  <a:pt x="447675" y="333375"/>
                </a:lnTo>
                <a:lnTo>
                  <a:pt x="457200" y="333375"/>
                </a:lnTo>
                <a:close/>
                <a:moveTo>
                  <a:pt x="361950" y="342900"/>
                </a:moveTo>
                <a:lnTo>
                  <a:pt x="371475" y="342900"/>
                </a:lnTo>
                <a:lnTo>
                  <a:pt x="371475" y="352425"/>
                </a:lnTo>
                <a:lnTo>
                  <a:pt x="361950" y="352425"/>
                </a:lnTo>
                <a:close/>
                <a:moveTo>
                  <a:pt x="495300" y="352425"/>
                </a:moveTo>
                <a:lnTo>
                  <a:pt x="504825" y="352425"/>
                </a:lnTo>
                <a:lnTo>
                  <a:pt x="504825" y="361950"/>
                </a:lnTo>
                <a:lnTo>
                  <a:pt x="495300" y="361950"/>
                </a:lnTo>
                <a:close/>
                <a:moveTo>
                  <a:pt x="762000" y="352425"/>
                </a:moveTo>
                <a:lnTo>
                  <a:pt x="781050" y="352425"/>
                </a:lnTo>
                <a:lnTo>
                  <a:pt x="781050" y="381000"/>
                </a:lnTo>
                <a:lnTo>
                  <a:pt x="762000" y="381000"/>
                </a:lnTo>
                <a:close/>
                <a:moveTo>
                  <a:pt x="876300" y="371475"/>
                </a:moveTo>
                <a:lnTo>
                  <a:pt x="885825" y="371475"/>
                </a:lnTo>
                <a:lnTo>
                  <a:pt x="885825" y="428625"/>
                </a:lnTo>
                <a:lnTo>
                  <a:pt x="876300" y="428625"/>
                </a:lnTo>
                <a:close/>
                <a:moveTo>
                  <a:pt x="352425" y="381000"/>
                </a:moveTo>
                <a:lnTo>
                  <a:pt x="361950" y="381000"/>
                </a:lnTo>
                <a:lnTo>
                  <a:pt x="361950" y="390525"/>
                </a:lnTo>
                <a:lnTo>
                  <a:pt x="352425" y="390525"/>
                </a:lnTo>
                <a:close/>
                <a:moveTo>
                  <a:pt x="542925" y="381000"/>
                </a:moveTo>
                <a:lnTo>
                  <a:pt x="571500" y="381000"/>
                </a:lnTo>
                <a:lnTo>
                  <a:pt x="571500" y="390525"/>
                </a:lnTo>
                <a:lnTo>
                  <a:pt x="561975" y="390525"/>
                </a:lnTo>
                <a:lnTo>
                  <a:pt x="561975" y="409575"/>
                </a:lnTo>
                <a:lnTo>
                  <a:pt x="571500" y="409575"/>
                </a:lnTo>
                <a:lnTo>
                  <a:pt x="571500" y="428625"/>
                </a:lnTo>
                <a:lnTo>
                  <a:pt x="561975" y="428625"/>
                </a:lnTo>
                <a:lnTo>
                  <a:pt x="561975" y="419100"/>
                </a:lnTo>
                <a:lnTo>
                  <a:pt x="552450" y="419100"/>
                </a:lnTo>
                <a:lnTo>
                  <a:pt x="552450" y="438150"/>
                </a:lnTo>
                <a:lnTo>
                  <a:pt x="542925" y="438150"/>
                </a:lnTo>
                <a:lnTo>
                  <a:pt x="542925" y="428625"/>
                </a:lnTo>
                <a:lnTo>
                  <a:pt x="533400" y="428625"/>
                </a:lnTo>
                <a:lnTo>
                  <a:pt x="533400" y="419100"/>
                </a:lnTo>
                <a:lnTo>
                  <a:pt x="542925" y="419100"/>
                </a:lnTo>
                <a:close/>
                <a:moveTo>
                  <a:pt x="342900" y="390525"/>
                </a:moveTo>
                <a:lnTo>
                  <a:pt x="352425" y="390525"/>
                </a:lnTo>
                <a:lnTo>
                  <a:pt x="352425" y="428625"/>
                </a:lnTo>
                <a:lnTo>
                  <a:pt x="361950" y="428625"/>
                </a:lnTo>
                <a:lnTo>
                  <a:pt x="361950" y="447675"/>
                </a:lnTo>
                <a:lnTo>
                  <a:pt x="342900" y="447675"/>
                </a:lnTo>
                <a:lnTo>
                  <a:pt x="342900" y="409575"/>
                </a:lnTo>
                <a:lnTo>
                  <a:pt x="333375" y="409575"/>
                </a:lnTo>
                <a:lnTo>
                  <a:pt x="333375" y="400050"/>
                </a:lnTo>
                <a:lnTo>
                  <a:pt x="342900" y="400050"/>
                </a:lnTo>
                <a:close/>
                <a:moveTo>
                  <a:pt x="38100" y="428625"/>
                </a:moveTo>
                <a:lnTo>
                  <a:pt x="47625" y="428625"/>
                </a:lnTo>
                <a:lnTo>
                  <a:pt x="47625" y="542925"/>
                </a:lnTo>
                <a:lnTo>
                  <a:pt x="38100" y="542925"/>
                </a:lnTo>
                <a:lnTo>
                  <a:pt x="38100" y="485775"/>
                </a:lnTo>
                <a:lnTo>
                  <a:pt x="19050" y="485775"/>
                </a:lnTo>
                <a:lnTo>
                  <a:pt x="19050" y="466725"/>
                </a:lnTo>
                <a:lnTo>
                  <a:pt x="28575" y="466725"/>
                </a:lnTo>
                <a:lnTo>
                  <a:pt x="28575" y="476250"/>
                </a:lnTo>
                <a:lnTo>
                  <a:pt x="38100" y="476250"/>
                </a:lnTo>
                <a:close/>
                <a:moveTo>
                  <a:pt x="447675" y="428625"/>
                </a:moveTo>
                <a:lnTo>
                  <a:pt x="457200" y="428625"/>
                </a:lnTo>
                <a:lnTo>
                  <a:pt x="457200" y="438150"/>
                </a:lnTo>
                <a:lnTo>
                  <a:pt x="466725" y="438150"/>
                </a:lnTo>
                <a:lnTo>
                  <a:pt x="466725" y="476250"/>
                </a:lnTo>
                <a:lnTo>
                  <a:pt x="447675" y="476250"/>
                </a:lnTo>
                <a:close/>
                <a:moveTo>
                  <a:pt x="1190625" y="428625"/>
                </a:moveTo>
                <a:lnTo>
                  <a:pt x="1200150" y="428625"/>
                </a:lnTo>
                <a:lnTo>
                  <a:pt x="1200150" y="447675"/>
                </a:lnTo>
                <a:lnTo>
                  <a:pt x="1190625" y="447675"/>
                </a:lnTo>
                <a:close/>
                <a:moveTo>
                  <a:pt x="76200" y="447675"/>
                </a:moveTo>
                <a:lnTo>
                  <a:pt x="85725" y="447675"/>
                </a:lnTo>
                <a:lnTo>
                  <a:pt x="85725" y="457200"/>
                </a:lnTo>
                <a:lnTo>
                  <a:pt x="76200" y="457200"/>
                </a:lnTo>
                <a:close/>
                <a:moveTo>
                  <a:pt x="95250" y="447675"/>
                </a:moveTo>
                <a:lnTo>
                  <a:pt x="104775" y="447675"/>
                </a:lnTo>
                <a:lnTo>
                  <a:pt x="104775" y="457200"/>
                </a:lnTo>
                <a:lnTo>
                  <a:pt x="95250" y="457200"/>
                </a:lnTo>
                <a:close/>
                <a:moveTo>
                  <a:pt x="1200150" y="447675"/>
                </a:moveTo>
                <a:lnTo>
                  <a:pt x="1209675" y="447675"/>
                </a:lnTo>
                <a:lnTo>
                  <a:pt x="1209675" y="457200"/>
                </a:lnTo>
                <a:lnTo>
                  <a:pt x="1200150" y="457200"/>
                </a:lnTo>
                <a:close/>
                <a:moveTo>
                  <a:pt x="85725" y="457200"/>
                </a:moveTo>
                <a:lnTo>
                  <a:pt x="95250" y="457200"/>
                </a:lnTo>
                <a:lnTo>
                  <a:pt x="95250" y="466725"/>
                </a:lnTo>
                <a:lnTo>
                  <a:pt x="85725" y="466725"/>
                </a:lnTo>
                <a:close/>
                <a:moveTo>
                  <a:pt x="104775" y="457200"/>
                </a:moveTo>
                <a:lnTo>
                  <a:pt x="114300" y="457200"/>
                </a:lnTo>
                <a:lnTo>
                  <a:pt x="114300" y="466725"/>
                </a:lnTo>
                <a:lnTo>
                  <a:pt x="133350" y="466725"/>
                </a:lnTo>
                <a:lnTo>
                  <a:pt x="133350" y="476250"/>
                </a:lnTo>
                <a:lnTo>
                  <a:pt x="142875" y="476250"/>
                </a:lnTo>
                <a:lnTo>
                  <a:pt x="142875" y="495300"/>
                </a:lnTo>
                <a:lnTo>
                  <a:pt x="152400" y="495300"/>
                </a:lnTo>
                <a:lnTo>
                  <a:pt x="152400" y="542925"/>
                </a:lnTo>
                <a:lnTo>
                  <a:pt x="142875" y="542925"/>
                </a:lnTo>
                <a:lnTo>
                  <a:pt x="142875" y="533400"/>
                </a:lnTo>
                <a:lnTo>
                  <a:pt x="133350" y="533400"/>
                </a:lnTo>
                <a:lnTo>
                  <a:pt x="133350" y="561975"/>
                </a:lnTo>
                <a:lnTo>
                  <a:pt x="114300" y="561975"/>
                </a:lnTo>
                <a:lnTo>
                  <a:pt x="114300" y="552450"/>
                </a:lnTo>
                <a:lnTo>
                  <a:pt x="104775" y="552450"/>
                </a:lnTo>
                <a:lnTo>
                  <a:pt x="104775" y="571500"/>
                </a:lnTo>
                <a:lnTo>
                  <a:pt x="85725" y="571500"/>
                </a:lnTo>
                <a:lnTo>
                  <a:pt x="85725" y="561975"/>
                </a:lnTo>
                <a:lnTo>
                  <a:pt x="76200" y="561975"/>
                </a:lnTo>
                <a:lnTo>
                  <a:pt x="76200" y="533400"/>
                </a:lnTo>
                <a:lnTo>
                  <a:pt x="85725" y="533400"/>
                </a:lnTo>
                <a:lnTo>
                  <a:pt x="85725" y="523875"/>
                </a:lnTo>
                <a:lnTo>
                  <a:pt x="104775" y="523875"/>
                </a:lnTo>
                <a:lnTo>
                  <a:pt x="104775" y="504825"/>
                </a:lnTo>
                <a:lnTo>
                  <a:pt x="114300" y="504825"/>
                </a:lnTo>
                <a:lnTo>
                  <a:pt x="114300" y="495300"/>
                </a:lnTo>
                <a:lnTo>
                  <a:pt x="123825" y="495300"/>
                </a:lnTo>
                <a:lnTo>
                  <a:pt x="123825" y="485775"/>
                </a:lnTo>
                <a:lnTo>
                  <a:pt x="114300" y="485775"/>
                </a:lnTo>
                <a:lnTo>
                  <a:pt x="114300" y="476250"/>
                </a:lnTo>
                <a:lnTo>
                  <a:pt x="104775" y="476250"/>
                </a:lnTo>
                <a:close/>
                <a:moveTo>
                  <a:pt x="1200150" y="495300"/>
                </a:moveTo>
                <a:lnTo>
                  <a:pt x="1209675" y="495300"/>
                </a:lnTo>
                <a:lnTo>
                  <a:pt x="1209675" y="504825"/>
                </a:lnTo>
                <a:lnTo>
                  <a:pt x="1200150" y="504825"/>
                </a:lnTo>
                <a:close/>
                <a:moveTo>
                  <a:pt x="123825" y="504825"/>
                </a:moveTo>
                <a:lnTo>
                  <a:pt x="133350" y="504825"/>
                </a:lnTo>
                <a:lnTo>
                  <a:pt x="133350" y="495300"/>
                </a:lnTo>
                <a:lnTo>
                  <a:pt x="123825" y="495300"/>
                </a:lnTo>
                <a:close/>
                <a:moveTo>
                  <a:pt x="342900" y="504825"/>
                </a:moveTo>
                <a:lnTo>
                  <a:pt x="361950" y="504825"/>
                </a:lnTo>
                <a:lnTo>
                  <a:pt x="361950" y="523875"/>
                </a:lnTo>
                <a:lnTo>
                  <a:pt x="342900" y="523875"/>
                </a:lnTo>
                <a:close/>
                <a:moveTo>
                  <a:pt x="904875" y="504825"/>
                </a:moveTo>
                <a:lnTo>
                  <a:pt x="914400" y="504825"/>
                </a:lnTo>
                <a:lnTo>
                  <a:pt x="914400" y="514350"/>
                </a:lnTo>
                <a:lnTo>
                  <a:pt x="904875" y="514350"/>
                </a:lnTo>
                <a:close/>
                <a:moveTo>
                  <a:pt x="238125" y="523875"/>
                </a:moveTo>
                <a:lnTo>
                  <a:pt x="257175" y="523875"/>
                </a:lnTo>
                <a:lnTo>
                  <a:pt x="257175" y="552450"/>
                </a:lnTo>
                <a:lnTo>
                  <a:pt x="238125" y="552450"/>
                </a:lnTo>
                <a:close/>
                <a:moveTo>
                  <a:pt x="85725" y="561975"/>
                </a:moveTo>
                <a:lnTo>
                  <a:pt x="95250" y="561975"/>
                </a:lnTo>
                <a:lnTo>
                  <a:pt x="95250" y="533400"/>
                </a:lnTo>
                <a:lnTo>
                  <a:pt x="85725" y="533400"/>
                </a:lnTo>
                <a:close/>
                <a:moveTo>
                  <a:pt x="952500" y="571500"/>
                </a:moveTo>
                <a:lnTo>
                  <a:pt x="981075" y="571500"/>
                </a:lnTo>
                <a:lnTo>
                  <a:pt x="981075" y="590550"/>
                </a:lnTo>
                <a:lnTo>
                  <a:pt x="971550" y="590550"/>
                </a:lnTo>
                <a:lnTo>
                  <a:pt x="971550" y="609600"/>
                </a:lnTo>
                <a:lnTo>
                  <a:pt x="962025" y="609600"/>
                </a:lnTo>
                <a:lnTo>
                  <a:pt x="962025" y="590550"/>
                </a:lnTo>
                <a:lnTo>
                  <a:pt x="952500" y="590550"/>
                </a:lnTo>
                <a:close/>
                <a:moveTo>
                  <a:pt x="133350" y="590550"/>
                </a:moveTo>
                <a:lnTo>
                  <a:pt x="152400" y="590550"/>
                </a:lnTo>
                <a:lnTo>
                  <a:pt x="152400" y="600075"/>
                </a:lnTo>
                <a:lnTo>
                  <a:pt x="133350" y="600075"/>
                </a:lnTo>
                <a:close/>
                <a:moveTo>
                  <a:pt x="133350" y="609600"/>
                </a:moveTo>
                <a:lnTo>
                  <a:pt x="152400" y="609600"/>
                </a:lnTo>
                <a:lnTo>
                  <a:pt x="152400" y="619125"/>
                </a:lnTo>
                <a:lnTo>
                  <a:pt x="133350" y="619125"/>
                </a:lnTo>
                <a:close/>
                <a:moveTo>
                  <a:pt x="381000" y="647700"/>
                </a:moveTo>
                <a:lnTo>
                  <a:pt x="390525" y="647700"/>
                </a:lnTo>
                <a:lnTo>
                  <a:pt x="390525" y="657225"/>
                </a:lnTo>
                <a:lnTo>
                  <a:pt x="381000" y="657225"/>
                </a:lnTo>
                <a:close/>
                <a:moveTo>
                  <a:pt x="419100" y="647700"/>
                </a:moveTo>
                <a:lnTo>
                  <a:pt x="466725" y="647700"/>
                </a:lnTo>
                <a:lnTo>
                  <a:pt x="466725" y="657225"/>
                </a:lnTo>
                <a:lnTo>
                  <a:pt x="419100" y="657225"/>
                </a:lnTo>
                <a:close/>
                <a:moveTo>
                  <a:pt x="1190625" y="666750"/>
                </a:moveTo>
                <a:lnTo>
                  <a:pt x="1200150" y="666750"/>
                </a:lnTo>
                <a:lnTo>
                  <a:pt x="1200150" y="695325"/>
                </a:lnTo>
                <a:lnTo>
                  <a:pt x="1190625" y="695325"/>
                </a:lnTo>
                <a:close/>
                <a:moveTo>
                  <a:pt x="1181100" y="695325"/>
                </a:moveTo>
                <a:lnTo>
                  <a:pt x="1190625" y="695325"/>
                </a:lnTo>
                <a:lnTo>
                  <a:pt x="1190625" y="704850"/>
                </a:lnTo>
                <a:lnTo>
                  <a:pt x="1209675" y="704850"/>
                </a:lnTo>
                <a:lnTo>
                  <a:pt x="1209675" y="714375"/>
                </a:lnTo>
                <a:lnTo>
                  <a:pt x="1181100" y="714375"/>
                </a:lnTo>
                <a:close/>
                <a:moveTo>
                  <a:pt x="733425" y="714375"/>
                </a:moveTo>
                <a:lnTo>
                  <a:pt x="742950" y="714375"/>
                </a:lnTo>
                <a:lnTo>
                  <a:pt x="742950" y="723900"/>
                </a:lnTo>
                <a:lnTo>
                  <a:pt x="733425" y="723900"/>
                </a:lnTo>
                <a:close/>
                <a:moveTo>
                  <a:pt x="781050" y="714375"/>
                </a:moveTo>
                <a:lnTo>
                  <a:pt x="800100" y="714375"/>
                </a:lnTo>
                <a:lnTo>
                  <a:pt x="800100" y="723900"/>
                </a:lnTo>
                <a:lnTo>
                  <a:pt x="781050" y="723900"/>
                </a:lnTo>
                <a:close/>
              </a:path>
            </a:pathLst>
          </a:custGeom>
          <a:solidFill xmlns:a="http://schemas.openxmlformats.org/drawingml/2006/main">
            <a:srgbClr val="F5F7F2"/>
          </a:solidFill>
          <a:ln xmlns:a="http://schemas.openxmlformats.org/drawingml/2006/main" w="0">
            <a:noFill/>
          </a:ln>
        </p:spPr>
      </p:sp>
      <p:sp>
        <p:nvSpPr>
          <p:cNvPr id="167" name="v12 vector #f4f5f0">
            <a:extLst xmlns:a="http://schemas.openxmlformats.org/drawingml/2006/main">
              <a:ext uri="{FF2B5EF4-FFF2-40B4-BE49-F238E27FC236}">
                <a16:creationId xmlns:a16="http://schemas.microsoft.com/office/drawing/2014/main" id="{390D6F32-C699-41AF-8280-09B616BBA7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10675" y="3609975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85725" y="19050"/>
                </a:moveTo>
                <a:lnTo>
                  <a:pt x="95250" y="19050"/>
                </a:lnTo>
                <a:lnTo>
                  <a:pt x="95250" y="28575"/>
                </a:lnTo>
                <a:lnTo>
                  <a:pt x="85725" y="28575"/>
                </a:lnTo>
                <a:close/>
                <a:moveTo>
                  <a:pt x="819150" y="19050"/>
                </a:moveTo>
                <a:lnTo>
                  <a:pt x="828675" y="19050"/>
                </a:lnTo>
                <a:lnTo>
                  <a:pt x="828675" y="28575"/>
                </a:lnTo>
                <a:lnTo>
                  <a:pt x="819150" y="28575"/>
                </a:lnTo>
                <a:close/>
                <a:moveTo>
                  <a:pt x="47625" y="47625"/>
                </a:moveTo>
                <a:lnTo>
                  <a:pt x="57150" y="47625"/>
                </a:lnTo>
                <a:lnTo>
                  <a:pt x="57150" y="57150"/>
                </a:lnTo>
                <a:lnTo>
                  <a:pt x="47625" y="57150"/>
                </a:lnTo>
                <a:close/>
                <a:moveTo>
                  <a:pt x="866775" y="66675"/>
                </a:moveTo>
                <a:lnTo>
                  <a:pt x="876300" y="66675"/>
                </a:lnTo>
                <a:lnTo>
                  <a:pt x="876300" y="180975"/>
                </a:lnTo>
                <a:lnTo>
                  <a:pt x="866775" y="180975"/>
                </a:lnTo>
                <a:close/>
                <a:moveTo>
                  <a:pt x="114300" y="76200"/>
                </a:moveTo>
                <a:lnTo>
                  <a:pt x="123825" y="76200"/>
                </a:lnTo>
                <a:lnTo>
                  <a:pt x="123825" y="95250"/>
                </a:lnTo>
                <a:lnTo>
                  <a:pt x="114300" y="95250"/>
                </a:lnTo>
                <a:close/>
                <a:moveTo>
                  <a:pt x="171450" y="76200"/>
                </a:moveTo>
                <a:lnTo>
                  <a:pt x="190500" y="76200"/>
                </a:lnTo>
                <a:lnTo>
                  <a:pt x="190500" y="85725"/>
                </a:lnTo>
                <a:lnTo>
                  <a:pt x="171450" y="85725"/>
                </a:lnTo>
                <a:close/>
                <a:moveTo>
                  <a:pt x="38100" y="104775"/>
                </a:moveTo>
                <a:lnTo>
                  <a:pt x="47625" y="104775"/>
                </a:lnTo>
                <a:lnTo>
                  <a:pt x="47625" y="133350"/>
                </a:lnTo>
                <a:lnTo>
                  <a:pt x="38100" y="133350"/>
                </a:lnTo>
                <a:close/>
                <a:moveTo>
                  <a:pt x="1190625" y="104775"/>
                </a:moveTo>
                <a:lnTo>
                  <a:pt x="1209675" y="104775"/>
                </a:lnTo>
                <a:lnTo>
                  <a:pt x="1209675" y="123825"/>
                </a:lnTo>
                <a:lnTo>
                  <a:pt x="1200150" y="123825"/>
                </a:lnTo>
                <a:lnTo>
                  <a:pt x="1200150" y="142875"/>
                </a:lnTo>
                <a:lnTo>
                  <a:pt x="1181100" y="142875"/>
                </a:lnTo>
                <a:lnTo>
                  <a:pt x="1181100" y="123825"/>
                </a:lnTo>
                <a:lnTo>
                  <a:pt x="1190625" y="123825"/>
                </a:lnTo>
                <a:close/>
                <a:moveTo>
                  <a:pt x="85725" y="142875"/>
                </a:moveTo>
                <a:lnTo>
                  <a:pt x="152400" y="142875"/>
                </a:lnTo>
                <a:lnTo>
                  <a:pt x="152400" y="152400"/>
                </a:lnTo>
                <a:lnTo>
                  <a:pt x="142875" y="152400"/>
                </a:lnTo>
                <a:lnTo>
                  <a:pt x="142875" y="171450"/>
                </a:lnTo>
                <a:lnTo>
                  <a:pt x="123825" y="171450"/>
                </a:lnTo>
                <a:lnTo>
                  <a:pt x="123825" y="209550"/>
                </a:lnTo>
                <a:lnTo>
                  <a:pt x="266700" y="209550"/>
                </a:lnTo>
                <a:lnTo>
                  <a:pt x="266700" y="190500"/>
                </a:lnTo>
                <a:lnTo>
                  <a:pt x="276225" y="190500"/>
                </a:lnTo>
                <a:lnTo>
                  <a:pt x="276225" y="209550"/>
                </a:lnTo>
                <a:lnTo>
                  <a:pt x="266700" y="209550"/>
                </a:lnTo>
                <a:lnTo>
                  <a:pt x="266700" y="228600"/>
                </a:lnTo>
                <a:lnTo>
                  <a:pt x="123825" y="228600"/>
                </a:lnTo>
                <a:lnTo>
                  <a:pt x="123825" y="247650"/>
                </a:lnTo>
                <a:lnTo>
                  <a:pt x="152400" y="247650"/>
                </a:lnTo>
                <a:lnTo>
                  <a:pt x="152400" y="266700"/>
                </a:lnTo>
                <a:lnTo>
                  <a:pt x="123825" y="266700"/>
                </a:lnTo>
                <a:lnTo>
                  <a:pt x="123825" y="295275"/>
                </a:lnTo>
                <a:lnTo>
                  <a:pt x="104775" y="295275"/>
                </a:lnTo>
                <a:lnTo>
                  <a:pt x="104775" y="276225"/>
                </a:lnTo>
                <a:lnTo>
                  <a:pt x="76200" y="276225"/>
                </a:lnTo>
                <a:lnTo>
                  <a:pt x="76200" y="152400"/>
                </a:lnTo>
                <a:lnTo>
                  <a:pt x="85725" y="152400"/>
                </a:lnTo>
                <a:close/>
                <a:moveTo>
                  <a:pt x="390525" y="142875"/>
                </a:moveTo>
                <a:lnTo>
                  <a:pt x="409575" y="142875"/>
                </a:lnTo>
                <a:lnTo>
                  <a:pt x="409575" y="152400"/>
                </a:lnTo>
                <a:lnTo>
                  <a:pt x="390525" y="152400"/>
                </a:lnTo>
                <a:close/>
                <a:moveTo>
                  <a:pt x="666750" y="142875"/>
                </a:moveTo>
                <a:lnTo>
                  <a:pt x="704850" y="142875"/>
                </a:lnTo>
                <a:lnTo>
                  <a:pt x="704850" y="152400"/>
                </a:lnTo>
                <a:lnTo>
                  <a:pt x="666750" y="152400"/>
                </a:lnTo>
                <a:close/>
                <a:moveTo>
                  <a:pt x="85725" y="161925"/>
                </a:moveTo>
                <a:lnTo>
                  <a:pt x="95250" y="161925"/>
                </a:lnTo>
                <a:lnTo>
                  <a:pt x="95250" y="152400"/>
                </a:lnTo>
                <a:lnTo>
                  <a:pt x="85725" y="152400"/>
                </a:lnTo>
                <a:close/>
                <a:moveTo>
                  <a:pt x="685800" y="161925"/>
                </a:moveTo>
                <a:lnTo>
                  <a:pt x="704850" y="161925"/>
                </a:lnTo>
                <a:lnTo>
                  <a:pt x="704850" y="180975"/>
                </a:lnTo>
                <a:lnTo>
                  <a:pt x="695325" y="180975"/>
                </a:lnTo>
                <a:lnTo>
                  <a:pt x="695325" y="190500"/>
                </a:lnTo>
                <a:lnTo>
                  <a:pt x="676275" y="190500"/>
                </a:lnTo>
                <a:lnTo>
                  <a:pt x="676275" y="180975"/>
                </a:lnTo>
                <a:lnTo>
                  <a:pt x="685800" y="180975"/>
                </a:lnTo>
                <a:close/>
                <a:moveTo>
                  <a:pt x="38100" y="171450"/>
                </a:moveTo>
                <a:lnTo>
                  <a:pt x="47625" y="171450"/>
                </a:lnTo>
                <a:lnTo>
                  <a:pt x="47625" y="200025"/>
                </a:lnTo>
                <a:lnTo>
                  <a:pt x="38100" y="200025"/>
                </a:lnTo>
                <a:close/>
                <a:moveTo>
                  <a:pt x="866775" y="219075"/>
                </a:moveTo>
                <a:lnTo>
                  <a:pt x="876300" y="219075"/>
                </a:lnTo>
                <a:lnTo>
                  <a:pt x="876300" y="447675"/>
                </a:lnTo>
                <a:lnTo>
                  <a:pt x="866775" y="447675"/>
                </a:lnTo>
                <a:close/>
                <a:moveTo>
                  <a:pt x="657225" y="228600"/>
                </a:moveTo>
                <a:lnTo>
                  <a:pt x="666750" y="228600"/>
                </a:lnTo>
                <a:lnTo>
                  <a:pt x="666750" y="238125"/>
                </a:lnTo>
                <a:lnTo>
                  <a:pt x="657225" y="238125"/>
                </a:lnTo>
                <a:close/>
                <a:moveTo>
                  <a:pt x="685800" y="238125"/>
                </a:moveTo>
                <a:lnTo>
                  <a:pt x="695325" y="238125"/>
                </a:lnTo>
                <a:lnTo>
                  <a:pt x="695325" y="247650"/>
                </a:lnTo>
                <a:lnTo>
                  <a:pt x="685800" y="247650"/>
                </a:lnTo>
                <a:close/>
                <a:moveTo>
                  <a:pt x="190500" y="247650"/>
                </a:moveTo>
                <a:lnTo>
                  <a:pt x="200025" y="247650"/>
                </a:lnTo>
                <a:lnTo>
                  <a:pt x="200025" y="266700"/>
                </a:lnTo>
                <a:lnTo>
                  <a:pt x="190500" y="266700"/>
                </a:lnTo>
                <a:close/>
                <a:moveTo>
                  <a:pt x="209550" y="247650"/>
                </a:moveTo>
                <a:lnTo>
                  <a:pt x="257175" y="247650"/>
                </a:lnTo>
                <a:lnTo>
                  <a:pt x="257175" y="257175"/>
                </a:lnTo>
                <a:lnTo>
                  <a:pt x="228600" y="257175"/>
                </a:lnTo>
                <a:lnTo>
                  <a:pt x="228600" y="266700"/>
                </a:lnTo>
                <a:lnTo>
                  <a:pt x="209550" y="266700"/>
                </a:lnTo>
                <a:close/>
                <a:moveTo>
                  <a:pt x="276225" y="257175"/>
                </a:moveTo>
                <a:lnTo>
                  <a:pt x="295275" y="257175"/>
                </a:lnTo>
                <a:lnTo>
                  <a:pt x="295275" y="266700"/>
                </a:lnTo>
                <a:lnTo>
                  <a:pt x="276225" y="266700"/>
                </a:lnTo>
                <a:close/>
                <a:moveTo>
                  <a:pt x="838200" y="257175"/>
                </a:moveTo>
                <a:lnTo>
                  <a:pt x="847725" y="257175"/>
                </a:lnTo>
                <a:lnTo>
                  <a:pt x="847725" y="285750"/>
                </a:lnTo>
                <a:lnTo>
                  <a:pt x="838200" y="285750"/>
                </a:lnTo>
                <a:close/>
                <a:moveTo>
                  <a:pt x="447675" y="276225"/>
                </a:moveTo>
                <a:lnTo>
                  <a:pt x="457200" y="276225"/>
                </a:lnTo>
                <a:lnTo>
                  <a:pt x="457200" y="285750"/>
                </a:lnTo>
                <a:lnTo>
                  <a:pt x="447675" y="285750"/>
                </a:lnTo>
                <a:close/>
                <a:moveTo>
                  <a:pt x="590550" y="276225"/>
                </a:moveTo>
                <a:lnTo>
                  <a:pt x="600075" y="276225"/>
                </a:lnTo>
                <a:lnTo>
                  <a:pt x="600075" y="285750"/>
                </a:lnTo>
                <a:lnTo>
                  <a:pt x="590550" y="285750"/>
                </a:lnTo>
                <a:close/>
                <a:moveTo>
                  <a:pt x="381000" y="285750"/>
                </a:moveTo>
                <a:lnTo>
                  <a:pt x="390525" y="285750"/>
                </a:lnTo>
                <a:lnTo>
                  <a:pt x="390525" y="295275"/>
                </a:lnTo>
                <a:lnTo>
                  <a:pt x="381000" y="295275"/>
                </a:lnTo>
                <a:close/>
                <a:moveTo>
                  <a:pt x="457200" y="285750"/>
                </a:moveTo>
                <a:lnTo>
                  <a:pt x="466725" y="285750"/>
                </a:lnTo>
                <a:lnTo>
                  <a:pt x="466725" y="295275"/>
                </a:lnTo>
                <a:lnTo>
                  <a:pt x="457200" y="295275"/>
                </a:lnTo>
                <a:close/>
                <a:moveTo>
                  <a:pt x="619125" y="285750"/>
                </a:moveTo>
                <a:lnTo>
                  <a:pt x="628650" y="285750"/>
                </a:lnTo>
                <a:lnTo>
                  <a:pt x="628650" y="295275"/>
                </a:lnTo>
                <a:lnTo>
                  <a:pt x="619125" y="295275"/>
                </a:lnTo>
                <a:close/>
                <a:moveTo>
                  <a:pt x="800100" y="295275"/>
                </a:moveTo>
                <a:lnTo>
                  <a:pt x="809625" y="295275"/>
                </a:lnTo>
                <a:lnTo>
                  <a:pt x="809625" y="304800"/>
                </a:lnTo>
                <a:lnTo>
                  <a:pt x="828675" y="304800"/>
                </a:lnTo>
                <a:lnTo>
                  <a:pt x="828675" y="323850"/>
                </a:lnTo>
                <a:lnTo>
                  <a:pt x="819150" y="323850"/>
                </a:lnTo>
                <a:lnTo>
                  <a:pt x="819150" y="333375"/>
                </a:lnTo>
                <a:lnTo>
                  <a:pt x="828675" y="333375"/>
                </a:lnTo>
                <a:lnTo>
                  <a:pt x="828675" y="352425"/>
                </a:lnTo>
                <a:lnTo>
                  <a:pt x="838200" y="352425"/>
                </a:lnTo>
                <a:lnTo>
                  <a:pt x="838200" y="304800"/>
                </a:lnTo>
                <a:lnTo>
                  <a:pt x="847725" y="304800"/>
                </a:lnTo>
                <a:lnTo>
                  <a:pt x="847725" y="400050"/>
                </a:lnTo>
                <a:lnTo>
                  <a:pt x="838200" y="400050"/>
                </a:lnTo>
                <a:lnTo>
                  <a:pt x="838200" y="409575"/>
                </a:lnTo>
                <a:lnTo>
                  <a:pt x="828675" y="409575"/>
                </a:lnTo>
                <a:lnTo>
                  <a:pt x="828675" y="400050"/>
                </a:lnTo>
                <a:lnTo>
                  <a:pt x="800100" y="400050"/>
                </a:lnTo>
                <a:lnTo>
                  <a:pt x="800100" y="409575"/>
                </a:lnTo>
                <a:lnTo>
                  <a:pt x="790575" y="409575"/>
                </a:lnTo>
                <a:lnTo>
                  <a:pt x="790575" y="419100"/>
                </a:lnTo>
                <a:lnTo>
                  <a:pt x="781050" y="419100"/>
                </a:lnTo>
                <a:lnTo>
                  <a:pt x="781050" y="428625"/>
                </a:lnTo>
                <a:lnTo>
                  <a:pt x="762000" y="428625"/>
                </a:lnTo>
                <a:lnTo>
                  <a:pt x="762000" y="381000"/>
                </a:lnTo>
                <a:lnTo>
                  <a:pt x="781050" y="381000"/>
                </a:lnTo>
                <a:lnTo>
                  <a:pt x="781050" y="352425"/>
                </a:lnTo>
                <a:lnTo>
                  <a:pt x="762000" y="352425"/>
                </a:lnTo>
                <a:lnTo>
                  <a:pt x="762000" y="314325"/>
                </a:lnTo>
                <a:lnTo>
                  <a:pt x="771525" y="314325"/>
                </a:lnTo>
                <a:lnTo>
                  <a:pt x="771525" y="323850"/>
                </a:lnTo>
                <a:lnTo>
                  <a:pt x="781050" y="323850"/>
                </a:lnTo>
                <a:lnTo>
                  <a:pt x="781050" y="314325"/>
                </a:lnTo>
                <a:lnTo>
                  <a:pt x="790575" y="314325"/>
                </a:lnTo>
                <a:lnTo>
                  <a:pt x="790575" y="304800"/>
                </a:lnTo>
                <a:lnTo>
                  <a:pt x="800100" y="304800"/>
                </a:lnTo>
                <a:close/>
                <a:moveTo>
                  <a:pt x="314325" y="304800"/>
                </a:moveTo>
                <a:lnTo>
                  <a:pt x="323850" y="304800"/>
                </a:lnTo>
                <a:lnTo>
                  <a:pt x="323850" y="314325"/>
                </a:lnTo>
                <a:lnTo>
                  <a:pt x="314325" y="314325"/>
                </a:lnTo>
                <a:close/>
                <a:moveTo>
                  <a:pt x="552450" y="304800"/>
                </a:moveTo>
                <a:lnTo>
                  <a:pt x="561975" y="304800"/>
                </a:lnTo>
                <a:lnTo>
                  <a:pt x="561975" y="314325"/>
                </a:lnTo>
                <a:lnTo>
                  <a:pt x="552450" y="314325"/>
                </a:lnTo>
                <a:close/>
                <a:moveTo>
                  <a:pt x="342900" y="314325"/>
                </a:moveTo>
                <a:lnTo>
                  <a:pt x="352425" y="314325"/>
                </a:lnTo>
                <a:lnTo>
                  <a:pt x="352425" y="323850"/>
                </a:lnTo>
                <a:lnTo>
                  <a:pt x="342900" y="323850"/>
                </a:lnTo>
                <a:close/>
                <a:moveTo>
                  <a:pt x="285750" y="323850"/>
                </a:moveTo>
                <a:lnTo>
                  <a:pt x="295275" y="323850"/>
                </a:lnTo>
                <a:lnTo>
                  <a:pt x="295275" y="333375"/>
                </a:lnTo>
                <a:lnTo>
                  <a:pt x="285750" y="333375"/>
                </a:lnTo>
                <a:close/>
                <a:moveTo>
                  <a:pt x="276225" y="333375"/>
                </a:moveTo>
                <a:lnTo>
                  <a:pt x="285750" y="333375"/>
                </a:lnTo>
                <a:lnTo>
                  <a:pt x="285750" y="342900"/>
                </a:lnTo>
                <a:lnTo>
                  <a:pt x="276225" y="342900"/>
                </a:lnTo>
                <a:close/>
                <a:moveTo>
                  <a:pt x="476250" y="333375"/>
                </a:moveTo>
                <a:lnTo>
                  <a:pt x="485775" y="333375"/>
                </a:lnTo>
                <a:lnTo>
                  <a:pt x="485775" y="342900"/>
                </a:lnTo>
                <a:lnTo>
                  <a:pt x="476250" y="342900"/>
                </a:lnTo>
                <a:close/>
                <a:moveTo>
                  <a:pt x="552450" y="333375"/>
                </a:moveTo>
                <a:lnTo>
                  <a:pt x="561975" y="333375"/>
                </a:lnTo>
                <a:lnTo>
                  <a:pt x="561975" y="342900"/>
                </a:lnTo>
                <a:lnTo>
                  <a:pt x="552450" y="342900"/>
                </a:lnTo>
                <a:close/>
                <a:moveTo>
                  <a:pt x="304800" y="342900"/>
                </a:moveTo>
                <a:lnTo>
                  <a:pt x="314325" y="342900"/>
                </a:lnTo>
                <a:lnTo>
                  <a:pt x="314325" y="352425"/>
                </a:lnTo>
                <a:lnTo>
                  <a:pt x="304800" y="352425"/>
                </a:lnTo>
                <a:close/>
                <a:moveTo>
                  <a:pt x="371475" y="342900"/>
                </a:moveTo>
                <a:lnTo>
                  <a:pt x="438150" y="342900"/>
                </a:lnTo>
                <a:lnTo>
                  <a:pt x="438150" y="352425"/>
                </a:lnTo>
                <a:lnTo>
                  <a:pt x="371475" y="352425"/>
                </a:lnTo>
                <a:close/>
                <a:moveTo>
                  <a:pt x="485775" y="342900"/>
                </a:moveTo>
                <a:lnTo>
                  <a:pt x="495300" y="342900"/>
                </a:lnTo>
                <a:lnTo>
                  <a:pt x="495300" y="352425"/>
                </a:lnTo>
                <a:lnTo>
                  <a:pt x="485775" y="352425"/>
                </a:lnTo>
                <a:close/>
                <a:moveTo>
                  <a:pt x="247650" y="352425"/>
                </a:moveTo>
                <a:lnTo>
                  <a:pt x="257175" y="352425"/>
                </a:lnTo>
                <a:lnTo>
                  <a:pt x="257175" y="361950"/>
                </a:lnTo>
                <a:lnTo>
                  <a:pt x="247650" y="361950"/>
                </a:lnTo>
                <a:close/>
                <a:moveTo>
                  <a:pt x="361950" y="352425"/>
                </a:moveTo>
                <a:lnTo>
                  <a:pt x="371475" y="352425"/>
                </a:lnTo>
                <a:lnTo>
                  <a:pt x="371475" y="361950"/>
                </a:lnTo>
                <a:lnTo>
                  <a:pt x="361950" y="361950"/>
                </a:lnTo>
                <a:close/>
                <a:moveTo>
                  <a:pt x="438150" y="352425"/>
                </a:moveTo>
                <a:lnTo>
                  <a:pt x="447675" y="352425"/>
                </a:lnTo>
                <a:lnTo>
                  <a:pt x="447675" y="361950"/>
                </a:lnTo>
                <a:lnTo>
                  <a:pt x="438150" y="361950"/>
                </a:lnTo>
                <a:close/>
                <a:moveTo>
                  <a:pt x="200025" y="390525"/>
                </a:moveTo>
                <a:lnTo>
                  <a:pt x="209550" y="390525"/>
                </a:lnTo>
                <a:lnTo>
                  <a:pt x="209550" y="400050"/>
                </a:lnTo>
                <a:lnTo>
                  <a:pt x="200025" y="400050"/>
                </a:lnTo>
                <a:close/>
                <a:moveTo>
                  <a:pt x="238125" y="390525"/>
                </a:moveTo>
                <a:lnTo>
                  <a:pt x="247650" y="390525"/>
                </a:lnTo>
                <a:lnTo>
                  <a:pt x="247650" y="400050"/>
                </a:lnTo>
                <a:lnTo>
                  <a:pt x="238125" y="400050"/>
                </a:lnTo>
                <a:close/>
                <a:moveTo>
                  <a:pt x="352425" y="390525"/>
                </a:moveTo>
                <a:lnTo>
                  <a:pt x="361950" y="390525"/>
                </a:lnTo>
                <a:lnTo>
                  <a:pt x="361950" y="428625"/>
                </a:lnTo>
                <a:lnTo>
                  <a:pt x="352425" y="428625"/>
                </a:lnTo>
                <a:close/>
                <a:moveTo>
                  <a:pt x="561975" y="390525"/>
                </a:moveTo>
                <a:lnTo>
                  <a:pt x="571500" y="390525"/>
                </a:lnTo>
                <a:lnTo>
                  <a:pt x="571500" y="409575"/>
                </a:lnTo>
                <a:lnTo>
                  <a:pt x="561975" y="409575"/>
                </a:lnTo>
                <a:close/>
                <a:moveTo>
                  <a:pt x="200025" y="419100"/>
                </a:moveTo>
                <a:lnTo>
                  <a:pt x="209550" y="419100"/>
                </a:lnTo>
                <a:lnTo>
                  <a:pt x="209550" y="428625"/>
                </a:lnTo>
                <a:lnTo>
                  <a:pt x="200025" y="428625"/>
                </a:lnTo>
                <a:close/>
                <a:moveTo>
                  <a:pt x="333375" y="419100"/>
                </a:moveTo>
                <a:lnTo>
                  <a:pt x="342900" y="419100"/>
                </a:lnTo>
                <a:lnTo>
                  <a:pt x="342900" y="447675"/>
                </a:lnTo>
                <a:lnTo>
                  <a:pt x="333375" y="447675"/>
                </a:lnTo>
                <a:lnTo>
                  <a:pt x="333375" y="438150"/>
                </a:lnTo>
                <a:lnTo>
                  <a:pt x="266700" y="438150"/>
                </a:lnTo>
                <a:lnTo>
                  <a:pt x="266700" y="428625"/>
                </a:lnTo>
                <a:lnTo>
                  <a:pt x="333375" y="428625"/>
                </a:lnTo>
                <a:close/>
                <a:moveTo>
                  <a:pt x="1200150" y="419100"/>
                </a:moveTo>
                <a:lnTo>
                  <a:pt x="1209675" y="419100"/>
                </a:lnTo>
                <a:lnTo>
                  <a:pt x="1209675" y="428625"/>
                </a:lnTo>
                <a:lnTo>
                  <a:pt x="1200150" y="428625"/>
                </a:lnTo>
                <a:close/>
                <a:moveTo>
                  <a:pt x="171450" y="428625"/>
                </a:moveTo>
                <a:lnTo>
                  <a:pt x="180975" y="428625"/>
                </a:lnTo>
                <a:lnTo>
                  <a:pt x="180975" y="438150"/>
                </a:lnTo>
                <a:lnTo>
                  <a:pt x="171450" y="438150"/>
                </a:lnTo>
                <a:close/>
                <a:moveTo>
                  <a:pt x="504825" y="428625"/>
                </a:moveTo>
                <a:lnTo>
                  <a:pt x="542925" y="428625"/>
                </a:lnTo>
                <a:lnTo>
                  <a:pt x="542925" y="438150"/>
                </a:lnTo>
                <a:lnTo>
                  <a:pt x="504825" y="438150"/>
                </a:lnTo>
                <a:close/>
                <a:moveTo>
                  <a:pt x="257175" y="438150"/>
                </a:moveTo>
                <a:lnTo>
                  <a:pt x="266700" y="438150"/>
                </a:lnTo>
                <a:lnTo>
                  <a:pt x="266700" y="447675"/>
                </a:lnTo>
                <a:lnTo>
                  <a:pt x="257175" y="447675"/>
                </a:lnTo>
                <a:close/>
                <a:moveTo>
                  <a:pt x="542925" y="438150"/>
                </a:moveTo>
                <a:lnTo>
                  <a:pt x="552450" y="438150"/>
                </a:lnTo>
                <a:lnTo>
                  <a:pt x="552450" y="447675"/>
                </a:lnTo>
                <a:lnTo>
                  <a:pt x="542925" y="447675"/>
                </a:lnTo>
                <a:close/>
                <a:moveTo>
                  <a:pt x="342900" y="447675"/>
                </a:moveTo>
                <a:lnTo>
                  <a:pt x="361950" y="447675"/>
                </a:lnTo>
                <a:lnTo>
                  <a:pt x="361950" y="504825"/>
                </a:lnTo>
                <a:lnTo>
                  <a:pt x="342900" y="504825"/>
                </a:lnTo>
                <a:close/>
                <a:moveTo>
                  <a:pt x="76200" y="457200"/>
                </a:moveTo>
                <a:lnTo>
                  <a:pt x="85725" y="457200"/>
                </a:lnTo>
                <a:lnTo>
                  <a:pt x="85725" y="466725"/>
                </a:lnTo>
                <a:lnTo>
                  <a:pt x="95250" y="466725"/>
                </a:lnTo>
                <a:lnTo>
                  <a:pt x="95250" y="457200"/>
                </a:lnTo>
                <a:lnTo>
                  <a:pt x="104775" y="457200"/>
                </a:lnTo>
                <a:lnTo>
                  <a:pt x="104775" y="476250"/>
                </a:lnTo>
                <a:lnTo>
                  <a:pt x="114300" y="476250"/>
                </a:lnTo>
                <a:lnTo>
                  <a:pt x="114300" y="485775"/>
                </a:lnTo>
                <a:lnTo>
                  <a:pt x="123825" y="485775"/>
                </a:lnTo>
                <a:lnTo>
                  <a:pt x="123825" y="495300"/>
                </a:lnTo>
                <a:lnTo>
                  <a:pt x="114300" y="495300"/>
                </a:lnTo>
                <a:lnTo>
                  <a:pt x="114300" y="504825"/>
                </a:lnTo>
                <a:lnTo>
                  <a:pt x="104775" y="504825"/>
                </a:lnTo>
                <a:lnTo>
                  <a:pt x="104775" y="523875"/>
                </a:lnTo>
                <a:lnTo>
                  <a:pt x="85725" y="523875"/>
                </a:lnTo>
                <a:lnTo>
                  <a:pt x="85725" y="533400"/>
                </a:lnTo>
                <a:lnTo>
                  <a:pt x="76200" y="533400"/>
                </a:lnTo>
                <a:close/>
                <a:moveTo>
                  <a:pt x="876300" y="457200"/>
                </a:moveTo>
                <a:lnTo>
                  <a:pt x="885825" y="457200"/>
                </a:lnTo>
                <a:lnTo>
                  <a:pt x="885825" y="466725"/>
                </a:lnTo>
                <a:lnTo>
                  <a:pt x="876300" y="466725"/>
                </a:lnTo>
                <a:close/>
                <a:moveTo>
                  <a:pt x="123825" y="495300"/>
                </a:moveTo>
                <a:lnTo>
                  <a:pt x="133350" y="495300"/>
                </a:lnTo>
                <a:lnTo>
                  <a:pt x="133350" y="504825"/>
                </a:lnTo>
                <a:lnTo>
                  <a:pt x="123825" y="504825"/>
                </a:lnTo>
                <a:close/>
                <a:moveTo>
                  <a:pt x="809625" y="504825"/>
                </a:moveTo>
                <a:lnTo>
                  <a:pt x="828675" y="504825"/>
                </a:lnTo>
                <a:lnTo>
                  <a:pt x="828675" y="514350"/>
                </a:lnTo>
                <a:lnTo>
                  <a:pt x="809625" y="514350"/>
                </a:lnTo>
                <a:close/>
                <a:moveTo>
                  <a:pt x="342900" y="523875"/>
                </a:moveTo>
                <a:lnTo>
                  <a:pt x="361950" y="523875"/>
                </a:lnTo>
                <a:lnTo>
                  <a:pt x="361950" y="552450"/>
                </a:lnTo>
                <a:lnTo>
                  <a:pt x="342900" y="552450"/>
                </a:lnTo>
                <a:close/>
                <a:moveTo>
                  <a:pt x="1200150" y="533400"/>
                </a:moveTo>
                <a:lnTo>
                  <a:pt x="1209675" y="533400"/>
                </a:lnTo>
                <a:lnTo>
                  <a:pt x="1209675" y="542925"/>
                </a:lnTo>
                <a:lnTo>
                  <a:pt x="1200150" y="542925"/>
                </a:lnTo>
                <a:close/>
                <a:moveTo>
                  <a:pt x="104775" y="552450"/>
                </a:moveTo>
                <a:lnTo>
                  <a:pt x="114300" y="552450"/>
                </a:lnTo>
                <a:lnTo>
                  <a:pt x="114300" y="561975"/>
                </a:lnTo>
                <a:lnTo>
                  <a:pt x="133350" y="561975"/>
                </a:lnTo>
                <a:lnTo>
                  <a:pt x="133350" y="571500"/>
                </a:lnTo>
                <a:lnTo>
                  <a:pt x="123825" y="571500"/>
                </a:lnTo>
                <a:lnTo>
                  <a:pt x="123825" y="581025"/>
                </a:lnTo>
                <a:lnTo>
                  <a:pt x="133350" y="581025"/>
                </a:lnTo>
                <a:lnTo>
                  <a:pt x="133350" y="600075"/>
                </a:lnTo>
                <a:lnTo>
                  <a:pt x="123825" y="600075"/>
                </a:lnTo>
                <a:lnTo>
                  <a:pt x="123825" y="609600"/>
                </a:lnTo>
                <a:lnTo>
                  <a:pt x="133350" y="609600"/>
                </a:lnTo>
                <a:lnTo>
                  <a:pt x="133350" y="619125"/>
                </a:lnTo>
                <a:lnTo>
                  <a:pt x="85725" y="619125"/>
                </a:lnTo>
                <a:lnTo>
                  <a:pt x="85725" y="609600"/>
                </a:lnTo>
                <a:lnTo>
                  <a:pt x="76200" y="609600"/>
                </a:lnTo>
                <a:lnTo>
                  <a:pt x="76200" y="561975"/>
                </a:lnTo>
                <a:lnTo>
                  <a:pt x="85725" y="561975"/>
                </a:lnTo>
                <a:lnTo>
                  <a:pt x="85725" y="571500"/>
                </a:lnTo>
                <a:lnTo>
                  <a:pt x="104775" y="571500"/>
                </a:lnTo>
                <a:close/>
                <a:moveTo>
                  <a:pt x="933450" y="552450"/>
                </a:moveTo>
                <a:lnTo>
                  <a:pt x="942975" y="552450"/>
                </a:lnTo>
                <a:lnTo>
                  <a:pt x="942975" y="561975"/>
                </a:lnTo>
                <a:lnTo>
                  <a:pt x="933450" y="561975"/>
                </a:lnTo>
                <a:close/>
                <a:moveTo>
                  <a:pt x="942975" y="561975"/>
                </a:moveTo>
                <a:lnTo>
                  <a:pt x="952500" y="561975"/>
                </a:lnTo>
                <a:lnTo>
                  <a:pt x="952500" y="571500"/>
                </a:lnTo>
                <a:lnTo>
                  <a:pt x="942975" y="571500"/>
                </a:lnTo>
                <a:close/>
                <a:moveTo>
                  <a:pt x="85725" y="609600"/>
                </a:moveTo>
                <a:lnTo>
                  <a:pt x="95250" y="609600"/>
                </a:lnTo>
                <a:lnTo>
                  <a:pt x="95250" y="600075"/>
                </a:lnTo>
                <a:lnTo>
                  <a:pt x="85725" y="600075"/>
                </a:lnTo>
                <a:close/>
                <a:moveTo>
                  <a:pt x="47625" y="619125"/>
                </a:moveTo>
                <a:lnTo>
                  <a:pt x="57150" y="619125"/>
                </a:lnTo>
                <a:lnTo>
                  <a:pt x="57150" y="628650"/>
                </a:lnTo>
                <a:lnTo>
                  <a:pt x="47625" y="628650"/>
                </a:lnTo>
                <a:close/>
                <a:moveTo>
                  <a:pt x="190500" y="619125"/>
                </a:moveTo>
                <a:lnTo>
                  <a:pt x="390525" y="619125"/>
                </a:lnTo>
                <a:lnTo>
                  <a:pt x="390525" y="628650"/>
                </a:lnTo>
                <a:lnTo>
                  <a:pt x="190500" y="628650"/>
                </a:lnTo>
                <a:close/>
                <a:moveTo>
                  <a:pt x="400050" y="619125"/>
                </a:moveTo>
                <a:lnTo>
                  <a:pt x="428625" y="619125"/>
                </a:lnTo>
                <a:lnTo>
                  <a:pt x="428625" y="628650"/>
                </a:lnTo>
                <a:lnTo>
                  <a:pt x="400050" y="628650"/>
                </a:lnTo>
                <a:close/>
                <a:moveTo>
                  <a:pt x="485775" y="619125"/>
                </a:moveTo>
                <a:lnTo>
                  <a:pt x="657225" y="619125"/>
                </a:lnTo>
                <a:lnTo>
                  <a:pt x="657225" y="628650"/>
                </a:lnTo>
                <a:lnTo>
                  <a:pt x="485775" y="628650"/>
                </a:lnTo>
                <a:close/>
                <a:moveTo>
                  <a:pt x="971550" y="619125"/>
                </a:moveTo>
                <a:lnTo>
                  <a:pt x="981075" y="619125"/>
                </a:lnTo>
                <a:lnTo>
                  <a:pt x="981075" y="628650"/>
                </a:lnTo>
                <a:lnTo>
                  <a:pt x="971550" y="628650"/>
                </a:lnTo>
                <a:close/>
                <a:moveTo>
                  <a:pt x="57150" y="628650"/>
                </a:moveTo>
                <a:lnTo>
                  <a:pt x="66675" y="628650"/>
                </a:lnTo>
                <a:lnTo>
                  <a:pt x="66675" y="638175"/>
                </a:lnTo>
                <a:lnTo>
                  <a:pt x="57150" y="638175"/>
                </a:lnTo>
                <a:close/>
                <a:moveTo>
                  <a:pt x="66675" y="638175"/>
                </a:moveTo>
                <a:lnTo>
                  <a:pt x="76200" y="638175"/>
                </a:lnTo>
                <a:lnTo>
                  <a:pt x="76200" y="647700"/>
                </a:lnTo>
                <a:lnTo>
                  <a:pt x="66675" y="647700"/>
                </a:lnTo>
                <a:close/>
                <a:moveTo>
                  <a:pt x="638175" y="657225"/>
                </a:moveTo>
                <a:lnTo>
                  <a:pt x="647700" y="657225"/>
                </a:lnTo>
                <a:lnTo>
                  <a:pt x="647700" y="685800"/>
                </a:lnTo>
                <a:lnTo>
                  <a:pt x="638175" y="685800"/>
                </a:lnTo>
                <a:close/>
                <a:moveTo>
                  <a:pt x="990600" y="657225"/>
                </a:moveTo>
                <a:lnTo>
                  <a:pt x="1000125" y="657225"/>
                </a:lnTo>
                <a:lnTo>
                  <a:pt x="1000125" y="676275"/>
                </a:lnTo>
                <a:lnTo>
                  <a:pt x="990600" y="676275"/>
                </a:lnTo>
                <a:close/>
                <a:moveTo>
                  <a:pt x="1190625" y="695325"/>
                </a:moveTo>
                <a:lnTo>
                  <a:pt x="1209675" y="695325"/>
                </a:lnTo>
                <a:lnTo>
                  <a:pt x="1209675" y="704850"/>
                </a:lnTo>
                <a:lnTo>
                  <a:pt x="1190625" y="704850"/>
                </a:lnTo>
                <a:close/>
                <a:moveTo>
                  <a:pt x="676275" y="704850"/>
                </a:moveTo>
                <a:lnTo>
                  <a:pt x="685800" y="704850"/>
                </a:lnTo>
                <a:lnTo>
                  <a:pt x="685800" y="714375"/>
                </a:lnTo>
                <a:lnTo>
                  <a:pt x="676275" y="714375"/>
                </a:lnTo>
                <a:close/>
                <a:moveTo>
                  <a:pt x="952500" y="704850"/>
                </a:moveTo>
                <a:lnTo>
                  <a:pt x="962025" y="704850"/>
                </a:lnTo>
                <a:lnTo>
                  <a:pt x="962025" y="714375"/>
                </a:lnTo>
                <a:lnTo>
                  <a:pt x="952500" y="714375"/>
                </a:lnTo>
                <a:close/>
              </a:path>
            </a:pathLst>
          </a:custGeom>
          <a:solidFill xmlns:a="http://schemas.openxmlformats.org/drawingml/2006/main">
            <a:srgbClr val="F4F5F0"/>
          </a:solidFill>
          <a:ln xmlns:a="http://schemas.openxmlformats.org/drawingml/2006/main" w="0">
            <a:noFill/>
          </a:ln>
        </p:spPr>
      </p:sp>
      <p:sp>
        <p:nvSpPr>
          <p:cNvPr id="168" name="v12 vector #d4dcd4">
            <a:extLst xmlns:a="http://schemas.openxmlformats.org/drawingml/2006/main">
              <a:ext uri="{FF2B5EF4-FFF2-40B4-BE49-F238E27FC236}">
                <a16:creationId xmlns:a16="http://schemas.microsoft.com/office/drawing/2014/main" id="{959631EA-32A5-43B5-AA58-90D0D776FA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10675" y="3609975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95250" y="19050"/>
                </a:moveTo>
                <a:lnTo>
                  <a:pt x="819150" y="19050"/>
                </a:lnTo>
                <a:lnTo>
                  <a:pt x="819150" y="28575"/>
                </a:lnTo>
                <a:lnTo>
                  <a:pt x="95250" y="28575"/>
                </a:lnTo>
                <a:close/>
                <a:moveTo>
                  <a:pt x="66675" y="28575"/>
                </a:moveTo>
                <a:lnTo>
                  <a:pt x="76200" y="28575"/>
                </a:lnTo>
                <a:lnTo>
                  <a:pt x="76200" y="38100"/>
                </a:lnTo>
                <a:lnTo>
                  <a:pt x="66675" y="38100"/>
                </a:lnTo>
                <a:close/>
                <a:moveTo>
                  <a:pt x="838200" y="28575"/>
                </a:moveTo>
                <a:lnTo>
                  <a:pt x="847725" y="28575"/>
                </a:lnTo>
                <a:lnTo>
                  <a:pt x="847725" y="38100"/>
                </a:lnTo>
                <a:lnTo>
                  <a:pt x="838200" y="38100"/>
                </a:lnTo>
                <a:close/>
                <a:moveTo>
                  <a:pt x="57150" y="38100"/>
                </a:moveTo>
                <a:lnTo>
                  <a:pt x="66675" y="38100"/>
                </a:lnTo>
                <a:lnTo>
                  <a:pt x="66675" y="47625"/>
                </a:lnTo>
                <a:lnTo>
                  <a:pt x="57150" y="47625"/>
                </a:lnTo>
                <a:close/>
                <a:moveTo>
                  <a:pt x="847725" y="38100"/>
                </a:moveTo>
                <a:lnTo>
                  <a:pt x="857250" y="38100"/>
                </a:lnTo>
                <a:lnTo>
                  <a:pt x="857250" y="47625"/>
                </a:lnTo>
                <a:lnTo>
                  <a:pt x="847725" y="47625"/>
                </a:lnTo>
                <a:close/>
                <a:moveTo>
                  <a:pt x="857250" y="47625"/>
                </a:moveTo>
                <a:lnTo>
                  <a:pt x="866775" y="47625"/>
                </a:lnTo>
                <a:lnTo>
                  <a:pt x="866775" y="57150"/>
                </a:lnTo>
                <a:lnTo>
                  <a:pt x="857250" y="57150"/>
                </a:lnTo>
                <a:close/>
                <a:moveTo>
                  <a:pt x="47625" y="57150"/>
                </a:moveTo>
                <a:lnTo>
                  <a:pt x="57150" y="57150"/>
                </a:lnTo>
                <a:lnTo>
                  <a:pt x="57150" y="66675"/>
                </a:lnTo>
                <a:lnTo>
                  <a:pt x="47625" y="66675"/>
                </a:lnTo>
                <a:close/>
                <a:moveTo>
                  <a:pt x="114300" y="66675"/>
                </a:moveTo>
                <a:lnTo>
                  <a:pt x="123825" y="66675"/>
                </a:lnTo>
                <a:lnTo>
                  <a:pt x="123825" y="76200"/>
                </a:lnTo>
                <a:lnTo>
                  <a:pt x="114300" y="76200"/>
                </a:lnTo>
                <a:close/>
                <a:moveTo>
                  <a:pt x="171450" y="66675"/>
                </a:moveTo>
                <a:lnTo>
                  <a:pt x="190500" y="66675"/>
                </a:lnTo>
                <a:lnTo>
                  <a:pt x="190500" y="76200"/>
                </a:lnTo>
                <a:lnTo>
                  <a:pt x="171450" y="76200"/>
                </a:lnTo>
                <a:close/>
                <a:moveTo>
                  <a:pt x="1200150" y="66675"/>
                </a:moveTo>
                <a:lnTo>
                  <a:pt x="1209675" y="66675"/>
                </a:lnTo>
                <a:lnTo>
                  <a:pt x="1209675" y="76200"/>
                </a:lnTo>
                <a:lnTo>
                  <a:pt x="1200150" y="76200"/>
                </a:lnTo>
                <a:close/>
                <a:moveTo>
                  <a:pt x="104775" y="76200"/>
                </a:moveTo>
                <a:lnTo>
                  <a:pt x="114300" y="76200"/>
                </a:lnTo>
                <a:lnTo>
                  <a:pt x="114300" y="85725"/>
                </a:lnTo>
                <a:lnTo>
                  <a:pt x="104775" y="85725"/>
                </a:lnTo>
                <a:close/>
                <a:moveTo>
                  <a:pt x="123825" y="76200"/>
                </a:moveTo>
                <a:lnTo>
                  <a:pt x="133350" y="76200"/>
                </a:lnTo>
                <a:lnTo>
                  <a:pt x="133350" y="85725"/>
                </a:lnTo>
                <a:lnTo>
                  <a:pt x="123825" y="85725"/>
                </a:lnTo>
                <a:close/>
                <a:moveTo>
                  <a:pt x="161925" y="76200"/>
                </a:moveTo>
                <a:lnTo>
                  <a:pt x="171450" y="76200"/>
                </a:lnTo>
                <a:lnTo>
                  <a:pt x="171450" y="85725"/>
                </a:lnTo>
                <a:lnTo>
                  <a:pt x="161925" y="85725"/>
                </a:lnTo>
                <a:close/>
                <a:moveTo>
                  <a:pt x="190500" y="76200"/>
                </a:moveTo>
                <a:lnTo>
                  <a:pt x="200025" y="76200"/>
                </a:lnTo>
                <a:lnTo>
                  <a:pt x="200025" y="85725"/>
                </a:lnTo>
                <a:lnTo>
                  <a:pt x="190500" y="85725"/>
                </a:lnTo>
                <a:close/>
                <a:moveTo>
                  <a:pt x="228600" y="76200"/>
                </a:moveTo>
                <a:lnTo>
                  <a:pt x="238125" y="76200"/>
                </a:lnTo>
                <a:lnTo>
                  <a:pt x="238125" y="85725"/>
                </a:lnTo>
                <a:lnTo>
                  <a:pt x="228600" y="85725"/>
                </a:lnTo>
                <a:close/>
                <a:moveTo>
                  <a:pt x="247650" y="76200"/>
                </a:moveTo>
                <a:lnTo>
                  <a:pt x="257175" y="76200"/>
                </a:lnTo>
                <a:lnTo>
                  <a:pt x="257175" y="85725"/>
                </a:lnTo>
                <a:lnTo>
                  <a:pt x="247650" y="85725"/>
                </a:lnTo>
                <a:close/>
                <a:moveTo>
                  <a:pt x="171450" y="85725"/>
                </a:moveTo>
                <a:lnTo>
                  <a:pt x="190500" y="85725"/>
                </a:lnTo>
                <a:lnTo>
                  <a:pt x="190500" y="95250"/>
                </a:lnTo>
                <a:lnTo>
                  <a:pt x="171450" y="95250"/>
                </a:lnTo>
                <a:close/>
                <a:moveTo>
                  <a:pt x="1200150" y="95250"/>
                </a:moveTo>
                <a:lnTo>
                  <a:pt x="1209675" y="95250"/>
                </a:lnTo>
                <a:lnTo>
                  <a:pt x="1209675" y="104775"/>
                </a:lnTo>
                <a:lnTo>
                  <a:pt x="1200150" y="104775"/>
                </a:lnTo>
                <a:close/>
                <a:moveTo>
                  <a:pt x="180975" y="133350"/>
                </a:moveTo>
                <a:lnTo>
                  <a:pt x="838200" y="133350"/>
                </a:lnTo>
                <a:lnTo>
                  <a:pt x="838200" y="142875"/>
                </a:lnTo>
                <a:lnTo>
                  <a:pt x="180975" y="142875"/>
                </a:lnTo>
                <a:close/>
                <a:moveTo>
                  <a:pt x="66675" y="142875"/>
                </a:moveTo>
                <a:lnTo>
                  <a:pt x="85725" y="142875"/>
                </a:lnTo>
                <a:lnTo>
                  <a:pt x="85725" y="152400"/>
                </a:lnTo>
                <a:lnTo>
                  <a:pt x="76200" y="152400"/>
                </a:lnTo>
                <a:lnTo>
                  <a:pt x="76200" y="609600"/>
                </a:lnTo>
                <a:lnTo>
                  <a:pt x="66675" y="609600"/>
                </a:lnTo>
                <a:close/>
                <a:moveTo>
                  <a:pt x="838200" y="142875"/>
                </a:moveTo>
                <a:lnTo>
                  <a:pt x="847725" y="142875"/>
                </a:lnTo>
                <a:lnTo>
                  <a:pt x="847725" y="152400"/>
                </a:lnTo>
                <a:lnTo>
                  <a:pt x="838200" y="152400"/>
                </a:lnTo>
                <a:close/>
                <a:moveTo>
                  <a:pt x="733425" y="180975"/>
                </a:moveTo>
                <a:lnTo>
                  <a:pt x="742950" y="180975"/>
                </a:lnTo>
                <a:lnTo>
                  <a:pt x="742950" y="190500"/>
                </a:lnTo>
                <a:lnTo>
                  <a:pt x="733425" y="190500"/>
                </a:lnTo>
                <a:close/>
                <a:moveTo>
                  <a:pt x="123825" y="190500"/>
                </a:moveTo>
                <a:lnTo>
                  <a:pt x="133350" y="190500"/>
                </a:lnTo>
                <a:lnTo>
                  <a:pt x="133350" y="209550"/>
                </a:lnTo>
                <a:lnTo>
                  <a:pt x="123825" y="209550"/>
                </a:lnTo>
                <a:close/>
                <a:moveTo>
                  <a:pt x="685800" y="190500"/>
                </a:moveTo>
                <a:lnTo>
                  <a:pt x="695325" y="190500"/>
                </a:lnTo>
                <a:lnTo>
                  <a:pt x="695325" y="219075"/>
                </a:lnTo>
                <a:lnTo>
                  <a:pt x="685800" y="219075"/>
                </a:lnTo>
                <a:close/>
                <a:moveTo>
                  <a:pt x="742950" y="190500"/>
                </a:moveTo>
                <a:lnTo>
                  <a:pt x="752475" y="190500"/>
                </a:lnTo>
                <a:lnTo>
                  <a:pt x="752475" y="200025"/>
                </a:lnTo>
                <a:lnTo>
                  <a:pt x="742950" y="200025"/>
                </a:lnTo>
                <a:close/>
                <a:moveTo>
                  <a:pt x="676275" y="219075"/>
                </a:moveTo>
                <a:lnTo>
                  <a:pt x="685800" y="219075"/>
                </a:lnTo>
                <a:lnTo>
                  <a:pt x="685800" y="228600"/>
                </a:lnTo>
                <a:lnTo>
                  <a:pt x="676275" y="228600"/>
                </a:lnTo>
                <a:close/>
                <a:moveTo>
                  <a:pt x="123825" y="228600"/>
                </a:moveTo>
                <a:lnTo>
                  <a:pt x="133350" y="228600"/>
                </a:lnTo>
                <a:lnTo>
                  <a:pt x="133350" y="247650"/>
                </a:lnTo>
                <a:lnTo>
                  <a:pt x="123825" y="247650"/>
                </a:lnTo>
                <a:close/>
                <a:moveTo>
                  <a:pt x="695325" y="228600"/>
                </a:moveTo>
                <a:lnTo>
                  <a:pt x="714375" y="228600"/>
                </a:lnTo>
                <a:lnTo>
                  <a:pt x="714375" y="238125"/>
                </a:lnTo>
                <a:lnTo>
                  <a:pt x="695325" y="238125"/>
                </a:lnTo>
                <a:close/>
                <a:moveTo>
                  <a:pt x="733425" y="228600"/>
                </a:moveTo>
                <a:lnTo>
                  <a:pt x="742950" y="228600"/>
                </a:lnTo>
                <a:lnTo>
                  <a:pt x="742950" y="238125"/>
                </a:lnTo>
                <a:lnTo>
                  <a:pt x="733425" y="238125"/>
                </a:lnTo>
                <a:close/>
                <a:moveTo>
                  <a:pt x="295275" y="238125"/>
                </a:moveTo>
                <a:lnTo>
                  <a:pt x="304800" y="238125"/>
                </a:lnTo>
                <a:lnTo>
                  <a:pt x="304800" y="247650"/>
                </a:lnTo>
                <a:lnTo>
                  <a:pt x="295275" y="247650"/>
                </a:lnTo>
                <a:close/>
                <a:moveTo>
                  <a:pt x="647700" y="238125"/>
                </a:moveTo>
                <a:lnTo>
                  <a:pt x="657225" y="238125"/>
                </a:lnTo>
                <a:lnTo>
                  <a:pt x="657225" y="247650"/>
                </a:lnTo>
                <a:lnTo>
                  <a:pt x="647700" y="247650"/>
                </a:lnTo>
                <a:close/>
                <a:moveTo>
                  <a:pt x="723900" y="238125"/>
                </a:moveTo>
                <a:lnTo>
                  <a:pt x="733425" y="238125"/>
                </a:lnTo>
                <a:lnTo>
                  <a:pt x="733425" y="247650"/>
                </a:lnTo>
                <a:lnTo>
                  <a:pt x="723900" y="247650"/>
                </a:lnTo>
                <a:close/>
                <a:moveTo>
                  <a:pt x="152400" y="247650"/>
                </a:moveTo>
                <a:lnTo>
                  <a:pt x="190500" y="247650"/>
                </a:lnTo>
                <a:lnTo>
                  <a:pt x="190500" y="266700"/>
                </a:lnTo>
                <a:lnTo>
                  <a:pt x="200025" y="266700"/>
                </a:lnTo>
                <a:lnTo>
                  <a:pt x="200025" y="247650"/>
                </a:lnTo>
                <a:lnTo>
                  <a:pt x="209550" y="247650"/>
                </a:lnTo>
                <a:lnTo>
                  <a:pt x="209550" y="266700"/>
                </a:lnTo>
                <a:lnTo>
                  <a:pt x="219075" y="266700"/>
                </a:lnTo>
                <a:lnTo>
                  <a:pt x="219075" y="276225"/>
                </a:lnTo>
                <a:lnTo>
                  <a:pt x="180975" y="276225"/>
                </a:lnTo>
                <a:lnTo>
                  <a:pt x="180975" y="295275"/>
                </a:lnTo>
                <a:lnTo>
                  <a:pt x="123825" y="295275"/>
                </a:lnTo>
                <a:lnTo>
                  <a:pt x="123825" y="266700"/>
                </a:lnTo>
                <a:lnTo>
                  <a:pt x="152400" y="266700"/>
                </a:lnTo>
                <a:close/>
                <a:moveTo>
                  <a:pt x="257175" y="247650"/>
                </a:moveTo>
                <a:lnTo>
                  <a:pt x="295275" y="247650"/>
                </a:lnTo>
                <a:lnTo>
                  <a:pt x="295275" y="257175"/>
                </a:lnTo>
                <a:lnTo>
                  <a:pt x="257175" y="257175"/>
                </a:lnTo>
                <a:close/>
                <a:moveTo>
                  <a:pt x="390525" y="247650"/>
                </a:moveTo>
                <a:lnTo>
                  <a:pt x="419100" y="247650"/>
                </a:lnTo>
                <a:lnTo>
                  <a:pt x="419100" y="257175"/>
                </a:lnTo>
                <a:lnTo>
                  <a:pt x="390525" y="257175"/>
                </a:lnTo>
                <a:close/>
                <a:moveTo>
                  <a:pt x="666750" y="247650"/>
                </a:moveTo>
                <a:lnTo>
                  <a:pt x="676275" y="247650"/>
                </a:lnTo>
                <a:lnTo>
                  <a:pt x="676275" y="257175"/>
                </a:lnTo>
                <a:lnTo>
                  <a:pt x="666750" y="257175"/>
                </a:lnTo>
                <a:close/>
                <a:moveTo>
                  <a:pt x="381000" y="257175"/>
                </a:moveTo>
                <a:lnTo>
                  <a:pt x="390525" y="257175"/>
                </a:lnTo>
                <a:lnTo>
                  <a:pt x="390525" y="266700"/>
                </a:lnTo>
                <a:lnTo>
                  <a:pt x="381000" y="266700"/>
                </a:lnTo>
                <a:close/>
                <a:moveTo>
                  <a:pt x="619125" y="257175"/>
                </a:moveTo>
                <a:lnTo>
                  <a:pt x="628650" y="257175"/>
                </a:lnTo>
                <a:lnTo>
                  <a:pt x="628650" y="266700"/>
                </a:lnTo>
                <a:lnTo>
                  <a:pt x="619125" y="266700"/>
                </a:lnTo>
                <a:close/>
                <a:moveTo>
                  <a:pt x="657225" y="257175"/>
                </a:moveTo>
                <a:lnTo>
                  <a:pt x="666750" y="257175"/>
                </a:lnTo>
                <a:lnTo>
                  <a:pt x="666750" y="266700"/>
                </a:lnTo>
                <a:lnTo>
                  <a:pt x="657225" y="266700"/>
                </a:lnTo>
                <a:close/>
                <a:moveTo>
                  <a:pt x="609600" y="266700"/>
                </a:moveTo>
                <a:lnTo>
                  <a:pt x="619125" y="266700"/>
                </a:lnTo>
                <a:lnTo>
                  <a:pt x="619125" y="276225"/>
                </a:lnTo>
                <a:lnTo>
                  <a:pt x="609600" y="276225"/>
                </a:lnTo>
                <a:close/>
                <a:moveTo>
                  <a:pt x="1200150" y="266700"/>
                </a:moveTo>
                <a:lnTo>
                  <a:pt x="1209675" y="266700"/>
                </a:lnTo>
                <a:lnTo>
                  <a:pt x="1209675" y="276225"/>
                </a:lnTo>
                <a:lnTo>
                  <a:pt x="1200150" y="276225"/>
                </a:lnTo>
                <a:close/>
                <a:moveTo>
                  <a:pt x="219075" y="276225"/>
                </a:moveTo>
                <a:lnTo>
                  <a:pt x="228600" y="276225"/>
                </a:lnTo>
                <a:lnTo>
                  <a:pt x="228600" y="285750"/>
                </a:lnTo>
                <a:lnTo>
                  <a:pt x="219075" y="285750"/>
                </a:lnTo>
                <a:close/>
                <a:moveTo>
                  <a:pt x="352425" y="276225"/>
                </a:moveTo>
                <a:lnTo>
                  <a:pt x="361950" y="276225"/>
                </a:lnTo>
                <a:lnTo>
                  <a:pt x="361950" y="285750"/>
                </a:lnTo>
                <a:lnTo>
                  <a:pt x="352425" y="285750"/>
                </a:lnTo>
                <a:close/>
                <a:moveTo>
                  <a:pt x="390525" y="276225"/>
                </a:moveTo>
                <a:lnTo>
                  <a:pt x="400050" y="276225"/>
                </a:lnTo>
                <a:lnTo>
                  <a:pt x="400050" y="285750"/>
                </a:lnTo>
                <a:lnTo>
                  <a:pt x="390525" y="285750"/>
                </a:lnTo>
                <a:close/>
                <a:moveTo>
                  <a:pt x="628650" y="276225"/>
                </a:moveTo>
                <a:lnTo>
                  <a:pt x="638175" y="276225"/>
                </a:lnTo>
                <a:lnTo>
                  <a:pt x="638175" y="285750"/>
                </a:lnTo>
                <a:lnTo>
                  <a:pt x="628650" y="285750"/>
                </a:lnTo>
                <a:close/>
                <a:moveTo>
                  <a:pt x="133350" y="285750"/>
                </a:moveTo>
                <a:lnTo>
                  <a:pt x="161925" y="285750"/>
                </a:lnTo>
                <a:lnTo>
                  <a:pt x="161925" y="276225"/>
                </a:lnTo>
                <a:lnTo>
                  <a:pt x="133350" y="276225"/>
                </a:lnTo>
                <a:close/>
                <a:moveTo>
                  <a:pt x="342900" y="285750"/>
                </a:moveTo>
                <a:lnTo>
                  <a:pt x="352425" y="285750"/>
                </a:lnTo>
                <a:lnTo>
                  <a:pt x="352425" y="295275"/>
                </a:lnTo>
                <a:lnTo>
                  <a:pt x="342900" y="295275"/>
                </a:lnTo>
                <a:close/>
                <a:moveTo>
                  <a:pt x="581025" y="285750"/>
                </a:moveTo>
                <a:lnTo>
                  <a:pt x="590550" y="285750"/>
                </a:lnTo>
                <a:lnTo>
                  <a:pt x="590550" y="295275"/>
                </a:lnTo>
                <a:lnTo>
                  <a:pt x="581025" y="295275"/>
                </a:lnTo>
                <a:close/>
                <a:moveTo>
                  <a:pt x="361950" y="295275"/>
                </a:moveTo>
                <a:lnTo>
                  <a:pt x="371475" y="295275"/>
                </a:lnTo>
                <a:lnTo>
                  <a:pt x="371475" y="304800"/>
                </a:lnTo>
                <a:lnTo>
                  <a:pt x="361950" y="304800"/>
                </a:lnTo>
                <a:close/>
                <a:moveTo>
                  <a:pt x="466725" y="295275"/>
                </a:moveTo>
                <a:lnTo>
                  <a:pt x="476250" y="295275"/>
                </a:lnTo>
                <a:lnTo>
                  <a:pt x="476250" y="304800"/>
                </a:lnTo>
                <a:lnTo>
                  <a:pt x="466725" y="304800"/>
                </a:lnTo>
                <a:close/>
                <a:moveTo>
                  <a:pt x="600075" y="295275"/>
                </a:moveTo>
                <a:lnTo>
                  <a:pt x="609600" y="295275"/>
                </a:lnTo>
                <a:lnTo>
                  <a:pt x="609600" y="304800"/>
                </a:lnTo>
                <a:lnTo>
                  <a:pt x="600075" y="304800"/>
                </a:lnTo>
                <a:close/>
                <a:moveTo>
                  <a:pt x="1200150" y="295275"/>
                </a:moveTo>
                <a:lnTo>
                  <a:pt x="1209675" y="295275"/>
                </a:lnTo>
                <a:lnTo>
                  <a:pt x="1209675" y="304800"/>
                </a:lnTo>
                <a:lnTo>
                  <a:pt x="1200150" y="304800"/>
                </a:lnTo>
                <a:close/>
                <a:moveTo>
                  <a:pt x="352425" y="304800"/>
                </a:moveTo>
                <a:lnTo>
                  <a:pt x="361950" y="304800"/>
                </a:lnTo>
                <a:lnTo>
                  <a:pt x="361950" y="314325"/>
                </a:lnTo>
                <a:lnTo>
                  <a:pt x="352425" y="314325"/>
                </a:lnTo>
                <a:close/>
                <a:moveTo>
                  <a:pt x="447675" y="304800"/>
                </a:moveTo>
                <a:lnTo>
                  <a:pt x="457200" y="304800"/>
                </a:lnTo>
                <a:lnTo>
                  <a:pt x="457200" y="314325"/>
                </a:lnTo>
                <a:lnTo>
                  <a:pt x="447675" y="314325"/>
                </a:lnTo>
                <a:close/>
                <a:moveTo>
                  <a:pt x="476250" y="304800"/>
                </a:moveTo>
                <a:lnTo>
                  <a:pt x="485775" y="304800"/>
                </a:lnTo>
                <a:lnTo>
                  <a:pt x="485775" y="314325"/>
                </a:lnTo>
                <a:lnTo>
                  <a:pt x="476250" y="314325"/>
                </a:lnTo>
                <a:close/>
                <a:moveTo>
                  <a:pt x="590550" y="304800"/>
                </a:moveTo>
                <a:lnTo>
                  <a:pt x="600075" y="304800"/>
                </a:lnTo>
                <a:lnTo>
                  <a:pt x="600075" y="314325"/>
                </a:lnTo>
                <a:lnTo>
                  <a:pt x="590550" y="314325"/>
                </a:lnTo>
                <a:close/>
                <a:moveTo>
                  <a:pt x="304800" y="314325"/>
                </a:moveTo>
                <a:lnTo>
                  <a:pt x="314325" y="314325"/>
                </a:lnTo>
                <a:lnTo>
                  <a:pt x="314325" y="323850"/>
                </a:lnTo>
                <a:lnTo>
                  <a:pt x="304800" y="323850"/>
                </a:lnTo>
                <a:close/>
                <a:moveTo>
                  <a:pt x="457200" y="314325"/>
                </a:moveTo>
                <a:lnTo>
                  <a:pt x="466725" y="314325"/>
                </a:lnTo>
                <a:lnTo>
                  <a:pt x="466725" y="323850"/>
                </a:lnTo>
                <a:lnTo>
                  <a:pt x="457200" y="323850"/>
                </a:lnTo>
                <a:close/>
                <a:moveTo>
                  <a:pt x="485775" y="314325"/>
                </a:moveTo>
                <a:lnTo>
                  <a:pt x="495300" y="314325"/>
                </a:lnTo>
                <a:lnTo>
                  <a:pt x="495300" y="323850"/>
                </a:lnTo>
                <a:lnTo>
                  <a:pt x="485775" y="323850"/>
                </a:lnTo>
                <a:close/>
                <a:moveTo>
                  <a:pt x="542925" y="314325"/>
                </a:moveTo>
                <a:lnTo>
                  <a:pt x="552450" y="314325"/>
                </a:lnTo>
                <a:lnTo>
                  <a:pt x="552450" y="323850"/>
                </a:lnTo>
                <a:lnTo>
                  <a:pt x="542925" y="323850"/>
                </a:lnTo>
                <a:close/>
                <a:moveTo>
                  <a:pt x="466725" y="323850"/>
                </a:moveTo>
                <a:lnTo>
                  <a:pt x="476250" y="323850"/>
                </a:lnTo>
                <a:lnTo>
                  <a:pt x="476250" y="333375"/>
                </a:lnTo>
                <a:lnTo>
                  <a:pt x="466725" y="333375"/>
                </a:lnTo>
                <a:close/>
                <a:moveTo>
                  <a:pt x="561975" y="323850"/>
                </a:moveTo>
                <a:lnTo>
                  <a:pt x="571500" y="323850"/>
                </a:lnTo>
                <a:lnTo>
                  <a:pt x="571500" y="333375"/>
                </a:lnTo>
                <a:lnTo>
                  <a:pt x="561975" y="333375"/>
                </a:lnTo>
                <a:close/>
                <a:moveTo>
                  <a:pt x="314325" y="333375"/>
                </a:moveTo>
                <a:lnTo>
                  <a:pt x="323850" y="333375"/>
                </a:lnTo>
                <a:lnTo>
                  <a:pt x="323850" y="342900"/>
                </a:lnTo>
                <a:lnTo>
                  <a:pt x="314325" y="342900"/>
                </a:lnTo>
                <a:close/>
                <a:moveTo>
                  <a:pt x="266700" y="342900"/>
                </a:moveTo>
                <a:lnTo>
                  <a:pt x="276225" y="342900"/>
                </a:lnTo>
                <a:lnTo>
                  <a:pt x="276225" y="352425"/>
                </a:lnTo>
                <a:lnTo>
                  <a:pt x="266700" y="352425"/>
                </a:lnTo>
                <a:close/>
                <a:moveTo>
                  <a:pt x="285750" y="352425"/>
                </a:moveTo>
                <a:lnTo>
                  <a:pt x="295275" y="352425"/>
                </a:lnTo>
                <a:lnTo>
                  <a:pt x="295275" y="361950"/>
                </a:lnTo>
                <a:lnTo>
                  <a:pt x="285750" y="361950"/>
                </a:lnTo>
                <a:close/>
                <a:moveTo>
                  <a:pt x="523875" y="352425"/>
                </a:moveTo>
                <a:lnTo>
                  <a:pt x="533400" y="352425"/>
                </a:lnTo>
                <a:lnTo>
                  <a:pt x="533400" y="361950"/>
                </a:lnTo>
                <a:lnTo>
                  <a:pt x="523875" y="361950"/>
                </a:lnTo>
                <a:close/>
                <a:moveTo>
                  <a:pt x="238125" y="361950"/>
                </a:moveTo>
                <a:lnTo>
                  <a:pt x="247650" y="361950"/>
                </a:lnTo>
                <a:lnTo>
                  <a:pt x="247650" y="371475"/>
                </a:lnTo>
                <a:lnTo>
                  <a:pt x="238125" y="371475"/>
                </a:lnTo>
                <a:close/>
                <a:moveTo>
                  <a:pt x="276225" y="361950"/>
                </a:moveTo>
                <a:lnTo>
                  <a:pt x="285750" y="361950"/>
                </a:lnTo>
                <a:lnTo>
                  <a:pt x="285750" y="371475"/>
                </a:lnTo>
                <a:lnTo>
                  <a:pt x="276225" y="371475"/>
                </a:lnTo>
                <a:close/>
                <a:moveTo>
                  <a:pt x="228600" y="371475"/>
                </a:moveTo>
                <a:lnTo>
                  <a:pt x="238125" y="371475"/>
                </a:lnTo>
                <a:lnTo>
                  <a:pt x="238125" y="381000"/>
                </a:lnTo>
                <a:lnTo>
                  <a:pt x="228600" y="381000"/>
                </a:lnTo>
                <a:close/>
                <a:moveTo>
                  <a:pt x="247650" y="381000"/>
                </a:moveTo>
                <a:lnTo>
                  <a:pt x="257175" y="381000"/>
                </a:lnTo>
                <a:lnTo>
                  <a:pt x="257175" y="390525"/>
                </a:lnTo>
                <a:lnTo>
                  <a:pt x="247650" y="390525"/>
                </a:lnTo>
                <a:close/>
                <a:moveTo>
                  <a:pt x="190500" y="400050"/>
                </a:moveTo>
                <a:lnTo>
                  <a:pt x="200025" y="400050"/>
                </a:lnTo>
                <a:lnTo>
                  <a:pt x="200025" y="409575"/>
                </a:lnTo>
                <a:lnTo>
                  <a:pt x="190500" y="409575"/>
                </a:lnTo>
                <a:close/>
                <a:moveTo>
                  <a:pt x="800100" y="400050"/>
                </a:moveTo>
                <a:lnTo>
                  <a:pt x="828675" y="400050"/>
                </a:lnTo>
                <a:lnTo>
                  <a:pt x="828675" y="409575"/>
                </a:lnTo>
                <a:lnTo>
                  <a:pt x="800100" y="409575"/>
                </a:lnTo>
                <a:close/>
                <a:moveTo>
                  <a:pt x="838200" y="400050"/>
                </a:moveTo>
                <a:lnTo>
                  <a:pt x="847725" y="400050"/>
                </a:lnTo>
                <a:lnTo>
                  <a:pt x="847725" y="409575"/>
                </a:lnTo>
                <a:lnTo>
                  <a:pt x="838200" y="409575"/>
                </a:lnTo>
                <a:close/>
                <a:moveTo>
                  <a:pt x="209550" y="409575"/>
                </a:moveTo>
                <a:lnTo>
                  <a:pt x="219075" y="409575"/>
                </a:lnTo>
                <a:lnTo>
                  <a:pt x="219075" y="419100"/>
                </a:lnTo>
                <a:lnTo>
                  <a:pt x="209550" y="419100"/>
                </a:lnTo>
                <a:close/>
                <a:moveTo>
                  <a:pt x="476250" y="428625"/>
                </a:moveTo>
                <a:lnTo>
                  <a:pt x="504825" y="428625"/>
                </a:lnTo>
                <a:lnTo>
                  <a:pt x="504825" y="438150"/>
                </a:lnTo>
                <a:lnTo>
                  <a:pt x="476250" y="438150"/>
                </a:lnTo>
                <a:close/>
                <a:moveTo>
                  <a:pt x="762000" y="428625"/>
                </a:moveTo>
                <a:lnTo>
                  <a:pt x="781050" y="428625"/>
                </a:lnTo>
                <a:lnTo>
                  <a:pt x="781050" y="438150"/>
                </a:lnTo>
                <a:lnTo>
                  <a:pt x="762000" y="438150"/>
                </a:lnTo>
                <a:close/>
                <a:moveTo>
                  <a:pt x="1200150" y="428625"/>
                </a:moveTo>
                <a:lnTo>
                  <a:pt x="1209675" y="428625"/>
                </a:lnTo>
                <a:lnTo>
                  <a:pt x="1209675" y="447675"/>
                </a:lnTo>
                <a:lnTo>
                  <a:pt x="1200150" y="447675"/>
                </a:lnTo>
                <a:close/>
                <a:moveTo>
                  <a:pt x="466725" y="438150"/>
                </a:moveTo>
                <a:lnTo>
                  <a:pt x="476250" y="438150"/>
                </a:lnTo>
                <a:lnTo>
                  <a:pt x="476250" y="447675"/>
                </a:lnTo>
                <a:lnTo>
                  <a:pt x="466725" y="447675"/>
                </a:lnTo>
                <a:close/>
                <a:moveTo>
                  <a:pt x="866775" y="447675"/>
                </a:moveTo>
                <a:lnTo>
                  <a:pt x="876300" y="447675"/>
                </a:lnTo>
                <a:lnTo>
                  <a:pt x="876300" y="457200"/>
                </a:lnTo>
                <a:lnTo>
                  <a:pt x="866775" y="457200"/>
                </a:lnTo>
                <a:close/>
                <a:moveTo>
                  <a:pt x="885825" y="476250"/>
                </a:moveTo>
                <a:lnTo>
                  <a:pt x="895350" y="476250"/>
                </a:lnTo>
                <a:lnTo>
                  <a:pt x="895350" y="485775"/>
                </a:lnTo>
                <a:lnTo>
                  <a:pt x="885825" y="485775"/>
                </a:lnTo>
                <a:close/>
                <a:moveTo>
                  <a:pt x="809625" y="495300"/>
                </a:moveTo>
                <a:lnTo>
                  <a:pt x="828675" y="495300"/>
                </a:lnTo>
                <a:lnTo>
                  <a:pt x="828675" y="504825"/>
                </a:lnTo>
                <a:lnTo>
                  <a:pt x="809625" y="504825"/>
                </a:lnTo>
                <a:close/>
                <a:moveTo>
                  <a:pt x="895350" y="495300"/>
                </a:moveTo>
                <a:lnTo>
                  <a:pt x="904875" y="495300"/>
                </a:lnTo>
                <a:lnTo>
                  <a:pt x="904875" y="504825"/>
                </a:lnTo>
                <a:lnTo>
                  <a:pt x="895350" y="504825"/>
                </a:lnTo>
                <a:close/>
                <a:moveTo>
                  <a:pt x="800100" y="504825"/>
                </a:moveTo>
                <a:lnTo>
                  <a:pt x="809625" y="504825"/>
                </a:lnTo>
                <a:lnTo>
                  <a:pt x="809625" y="552450"/>
                </a:lnTo>
                <a:lnTo>
                  <a:pt x="800100" y="552450"/>
                </a:lnTo>
                <a:close/>
                <a:moveTo>
                  <a:pt x="828675" y="504825"/>
                </a:moveTo>
                <a:lnTo>
                  <a:pt x="838200" y="504825"/>
                </a:lnTo>
                <a:lnTo>
                  <a:pt x="838200" y="561975"/>
                </a:lnTo>
                <a:lnTo>
                  <a:pt x="828675" y="561975"/>
                </a:lnTo>
                <a:close/>
                <a:moveTo>
                  <a:pt x="914400" y="523875"/>
                </a:moveTo>
                <a:lnTo>
                  <a:pt x="923925" y="523875"/>
                </a:lnTo>
                <a:lnTo>
                  <a:pt x="923925" y="533400"/>
                </a:lnTo>
                <a:lnTo>
                  <a:pt x="914400" y="533400"/>
                </a:lnTo>
                <a:close/>
                <a:moveTo>
                  <a:pt x="923925" y="542925"/>
                </a:moveTo>
                <a:lnTo>
                  <a:pt x="933450" y="542925"/>
                </a:lnTo>
                <a:lnTo>
                  <a:pt x="933450" y="552450"/>
                </a:lnTo>
                <a:lnTo>
                  <a:pt x="923925" y="552450"/>
                </a:lnTo>
                <a:close/>
                <a:moveTo>
                  <a:pt x="142875" y="552450"/>
                </a:moveTo>
                <a:lnTo>
                  <a:pt x="152400" y="552450"/>
                </a:lnTo>
                <a:lnTo>
                  <a:pt x="152400" y="561975"/>
                </a:lnTo>
                <a:lnTo>
                  <a:pt x="142875" y="561975"/>
                </a:lnTo>
                <a:close/>
                <a:moveTo>
                  <a:pt x="238125" y="552450"/>
                </a:moveTo>
                <a:lnTo>
                  <a:pt x="257175" y="552450"/>
                </a:lnTo>
                <a:lnTo>
                  <a:pt x="257175" y="561975"/>
                </a:lnTo>
                <a:lnTo>
                  <a:pt x="238125" y="561975"/>
                </a:lnTo>
                <a:close/>
                <a:moveTo>
                  <a:pt x="342900" y="552450"/>
                </a:moveTo>
                <a:lnTo>
                  <a:pt x="361950" y="552450"/>
                </a:lnTo>
                <a:lnTo>
                  <a:pt x="361950" y="561975"/>
                </a:lnTo>
                <a:lnTo>
                  <a:pt x="342900" y="561975"/>
                </a:lnTo>
                <a:close/>
                <a:moveTo>
                  <a:pt x="447675" y="552450"/>
                </a:moveTo>
                <a:lnTo>
                  <a:pt x="466725" y="552450"/>
                </a:lnTo>
                <a:lnTo>
                  <a:pt x="466725" y="561975"/>
                </a:lnTo>
                <a:lnTo>
                  <a:pt x="447675" y="561975"/>
                </a:lnTo>
                <a:close/>
                <a:moveTo>
                  <a:pt x="552450" y="552450"/>
                </a:moveTo>
                <a:lnTo>
                  <a:pt x="571500" y="552450"/>
                </a:lnTo>
                <a:lnTo>
                  <a:pt x="571500" y="561975"/>
                </a:lnTo>
                <a:lnTo>
                  <a:pt x="552450" y="561975"/>
                </a:lnTo>
                <a:close/>
                <a:moveTo>
                  <a:pt x="657225" y="552450"/>
                </a:moveTo>
                <a:lnTo>
                  <a:pt x="676275" y="552450"/>
                </a:lnTo>
                <a:lnTo>
                  <a:pt x="676275" y="561975"/>
                </a:lnTo>
                <a:lnTo>
                  <a:pt x="657225" y="561975"/>
                </a:lnTo>
                <a:close/>
                <a:moveTo>
                  <a:pt x="133350" y="561975"/>
                </a:moveTo>
                <a:lnTo>
                  <a:pt x="142875" y="561975"/>
                </a:lnTo>
                <a:lnTo>
                  <a:pt x="142875" y="581025"/>
                </a:lnTo>
                <a:lnTo>
                  <a:pt x="238125" y="581025"/>
                </a:lnTo>
                <a:lnTo>
                  <a:pt x="238125" y="571500"/>
                </a:lnTo>
                <a:lnTo>
                  <a:pt x="257175" y="571500"/>
                </a:lnTo>
                <a:lnTo>
                  <a:pt x="257175" y="581025"/>
                </a:lnTo>
                <a:lnTo>
                  <a:pt x="342900" y="581025"/>
                </a:lnTo>
                <a:lnTo>
                  <a:pt x="342900" y="571500"/>
                </a:lnTo>
                <a:lnTo>
                  <a:pt x="361950" y="571500"/>
                </a:lnTo>
                <a:lnTo>
                  <a:pt x="361950" y="581025"/>
                </a:lnTo>
                <a:lnTo>
                  <a:pt x="447675" y="581025"/>
                </a:lnTo>
                <a:lnTo>
                  <a:pt x="447675" y="571500"/>
                </a:lnTo>
                <a:lnTo>
                  <a:pt x="466725" y="571500"/>
                </a:lnTo>
                <a:lnTo>
                  <a:pt x="466725" y="581025"/>
                </a:lnTo>
                <a:lnTo>
                  <a:pt x="552450" y="581025"/>
                </a:lnTo>
                <a:lnTo>
                  <a:pt x="552450" y="571500"/>
                </a:lnTo>
                <a:lnTo>
                  <a:pt x="571500" y="571500"/>
                </a:lnTo>
                <a:lnTo>
                  <a:pt x="571500" y="581025"/>
                </a:lnTo>
                <a:lnTo>
                  <a:pt x="657225" y="581025"/>
                </a:lnTo>
                <a:lnTo>
                  <a:pt x="657225" y="571500"/>
                </a:lnTo>
                <a:lnTo>
                  <a:pt x="676275" y="571500"/>
                </a:lnTo>
                <a:lnTo>
                  <a:pt x="676275" y="590550"/>
                </a:lnTo>
                <a:lnTo>
                  <a:pt x="685800" y="590550"/>
                </a:lnTo>
                <a:lnTo>
                  <a:pt x="685800" y="600075"/>
                </a:lnTo>
                <a:lnTo>
                  <a:pt x="666750" y="600075"/>
                </a:lnTo>
                <a:lnTo>
                  <a:pt x="666750" y="590550"/>
                </a:lnTo>
                <a:lnTo>
                  <a:pt x="133350" y="590550"/>
                </a:lnTo>
                <a:lnTo>
                  <a:pt x="133350" y="581025"/>
                </a:lnTo>
                <a:lnTo>
                  <a:pt x="123825" y="581025"/>
                </a:lnTo>
                <a:lnTo>
                  <a:pt x="123825" y="571500"/>
                </a:lnTo>
                <a:lnTo>
                  <a:pt x="133350" y="571500"/>
                </a:lnTo>
                <a:close/>
                <a:moveTo>
                  <a:pt x="942975" y="571500"/>
                </a:moveTo>
                <a:lnTo>
                  <a:pt x="952500" y="571500"/>
                </a:lnTo>
                <a:lnTo>
                  <a:pt x="952500" y="581025"/>
                </a:lnTo>
                <a:lnTo>
                  <a:pt x="942975" y="581025"/>
                </a:lnTo>
                <a:close/>
                <a:moveTo>
                  <a:pt x="809625" y="581025"/>
                </a:moveTo>
                <a:lnTo>
                  <a:pt x="828675" y="581025"/>
                </a:lnTo>
                <a:lnTo>
                  <a:pt x="828675" y="590550"/>
                </a:lnTo>
                <a:lnTo>
                  <a:pt x="809625" y="590550"/>
                </a:lnTo>
                <a:close/>
                <a:moveTo>
                  <a:pt x="952500" y="590550"/>
                </a:moveTo>
                <a:lnTo>
                  <a:pt x="962025" y="590550"/>
                </a:lnTo>
                <a:lnTo>
                  <a:pt x="962025" y="600075"/>
                </a:lnTo>
                <a:lnTo>
                  <a:pt x="952500" y="600075"/>
                </a:lnTo>
                <a:close/>
                <a:moveTo>
                  <a:pt x="47625" y="609600"/>
                </a:moveTo>
                <a:lnTo>
                  <a:pt x="57150" y="609600"/>
                </a:lnTo>
                <a:lnTo>
                  <a:pt x="57150" y="619125"/>
                </a:lnTo>
                <a:lnTo>
                  <a:pt x="47625" y="619125"/>
                </a:lnTo>
                <a:close/>
                <a:moveTo>
                  <a:pt x="76200" y="609600"/>
                </a:moveTo>
                <a:lnTo>
                  <a:pt x="85725" y="609600"/>
                </a:lnTo>
                <a:lnTo>
                  <a:pt x="85725" y="619125"/>
                </a:lnTo>
                <a:lnTo>
                  <a:pt x="76200" y="619125"/>
                </a:lnTo>
                <a:close/>
                <a:moveTo>
                  <a:pt x="85725" y="619125"/>
                </a:moveTo>
                <a:lnTo>
                  <a:pt x="190500" y="619125"/>
                </a:lnTo>
                <a:lnTo>
                  <a:pt x="190500" y="628650"/>
                </a:lnTo>
                <a:lnTo>
                  <a:pt x="85725" y="628650"/>
                </a:lnTo>
                <a:close/>
                <a:moveTo>
                  <a:pt x="390525" y="619125"/>
                </a:moveTo>
                <a:lnTo>
                  <a:pt x="400050" y="619125"/>
                </a:lnTo>
                <a:lnTo>
                  <a:pt x="400050" y="628650"/>
                </a:lnTo>
                <a:lnTo>
                  <a:pt x="390525" y="628650"/>
                </a:lnTo>
                <a:close/>
                <a:moveTo>
                  <a:pt x="428625" y="619125"/>
                </a:moveTo>
                <a:lnTo>
                  <a:pt x="485775" y="619125"/>
                </a:lnTo>
                <a:lnTo>
                  <a:pt x="485775" y="628650"/>
                </a:lnTo>
                <a:lnTo>
                  <a:pt x="428625" y="628650"/>
                </a:lnTo>
                <a:close/>
                <a:moveTo>
                  <a:pt x="1200150" y="619125"/>
                </a:moveTo>
                <a:lnTo>
                  <a:pt x="1209675" y="619125"/>
                </a:lnTo>
                <a:lnTo>
                  <a:pt x="1209675" y="628650"/>
                </a:lnTo>
                <a:lnTo>
                  <a:pt x="1200150" y="628650"/>
                </a:lnTo>
                <a:close/>
                <a:moveTo>
                  <a:pt x="809625" y="628650"/>
                </a:moveTo>
                <a:lnTo>
                  <a:pt x="828675" y="628650"/>
                </a:lnTo>
                <a:lnTo>
                  <a:pt x="828675" y="638175"/>
                </a:lnTo>
                <a:lnTo>
                  <a:pt x="838200" y="638175"/>
                </a:lnTo>
                <a:lnTo>
                  <a:pt x="838200" y="647700"/>
                </a:lnTo>
                <a:lnTo>
                  <a:pt x="828675" y="647700"/>
                </a:lnTo>
                <a:lnTo>
                  <a:pt x="828675" y="657225"/>
                </a:lnTo>
                <a:lnTo>
                  <a:pt x="809625" y="657225"/>
                </a:lnTo>
                <a:lnTo>
                  <a:pt x="809625" y="647700"/>
                </a:lnTo>
                <a:lnTo>
                  <a:pt x="800100" y="647700"/>
                </a:lnTo>
                <a:lnTo>
                  <a:pt x="800100" y="638175"/>
                </a:lnTo>
                <a:lnTo>
                  <a:pt x="809625" y="638175"/>
                </a:lnTo>
                <a:close/>
                <a:moveTo>
                  <a:pt x="981075" y="638175"/>
                </a:moveTo>
                <a:lnTo>
                  <a:pt x="990600" y="638175"/>
                </a:lnTo>
                <a:lnTo>
                  <a:pt x="990600" y="647700"/>
                </a:lnTo>
                <a:lnTo>
                  <a:pt x="981075" y="647700"/>
                </a:lnTo>
                <a:close/>
                <a:moveTo>
                  <a:pt x="647700" y="685800"/>
                </a:moveTo>
                <a:lnTo>
                  <a:pt x="657225" y="685800"/>
                </a:lnTo>
                <a:lnTo>
                  <a:pt x="657225" y="695325"/>
                </a:lnTo>
                <a:lnTo>
                  <a:pt x="647700" y="695325"/>
                </a:lnTo>
                <a:close/>
                <a:moveTo>
                  <a:pt x="981075" y="685800"/>
                </a:moveTo>
                <a:lnTo>
                  <a:pt x="990600" y="685800"/>
                </a:lnTo>
                <a:lnTo>
                  <a:pt x="990600" y="695325"/>
                </a:lnTo>
                <a:lnTo>
                  <a:pt x="981075" y="695325"/>
                </a:lnTo>
                <a:close/>
                <a:moveTo>
                  <a:pt x="1200150" y="685800"/>
                </a:moveTo>
                <a:lnTo>
                  <a:pt x="1209675" y="685800"/>
                </a:lnTo>
                <a:lnTo>
                  <a:pt x="1209675" y="695325"/>
                </a:lnTo>
                <a:lnTo>
                  <a:pt x="1200150" y="695325"/>
                </a:lnTo>
                <a:close/>
                <a:moveTo>
                  <a:pt x="657225" y="695325"/>
                </a:moveTo>
                <a:lnTo>
                  <a:pt x="666750" y="695325"/>
                </a:lnTo>
                <a:lnTo>
                  <a:pt x="666750" y="704850"/>
                </a:lnTo>
                <a:lnTo>
                  <a:pt x="657225" y="704850"/>
                </a:lnTo>
                <a:close/>
                <a:moveTo>
                  <a:pt x="971550" y="695325"/>
                </a:moveTo>
                <a:lnTo>
                  <a:pt x="981075" y="695325"/>
                </a:lnTo>
                <a:lnTo>
                  <a:pt x="981075" y="704850"/>
                </a:lnTo>
                <a:lnTo>
                  <a:pt x="971550" y="704850"/>
                </a:lnTo>
                <a:close/>
                <a:moveTo>
                  <a:pt x="685800" y="704850"/>
                </a:moveTo>
                <a:lnTo>
                  <a:pt x="952500" y="704850"/>
                </a:lnTo>
                <a:lnTo>
                  <a:pt x="952500" y="714375"/>
                </a:lnTo>
                <a:lnTo>
                  <a:pt x="685800" y="714375"/>
                </a:lnTo>
                <a:close/>
              </a:path>
            </a:pathLst>
          </a:custGeom>
          <a:solidFill xmlns:a="http://schemas.openxmlformats.org/drawingml/2006/main">
            <a:srgbClr val="D4DCD4"/>
          </a:solidFill>
          <a:ln xmlns:a="http://schemas.openxmlformats.org/drawingml/2006/main" w="0">
            <a:noFill/>
          </a:ln>
        </p:spPr>
      </p:sp>
      <p:sp>
        <p:nvSpPr>
          <p:cNvPr id="169" name="v12 vector #949d94">
            <a:extLst xmlns:a="http://schemas.openxmlformats.org/drawingml/2006/main">
              <a:ext uri="{FF2B5EF4-FFF2-40B4-BE49-F238E27FC236}">
                <a16:creationId xmlns:a16="http://schemas.microsoft.com/office/drawing/2014/main" id="{EF0721F3-5417-4FBD-8FBB-C1CECA86719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10675" y="3609975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857250" y="57150"/>
                </a:moveTo>
                <a:lnTo>
                  <a:pt x="866775" y="57150"/>
                </a:lnTo>
                <a:lnTo>
                  <a:pt x="866775" y="66675"/>
                </a:lnTo>
                <a:lnTo>
                  <a:pt x="857250" y="66675"/>
                </a:lnTo>
                <a:close/>
                <a:moveTo>
                  <a:pt x="47625" y="66675"/>
                </a:moveTo>
                <a:lnTo>
                  <a:pt x="57150" y="66675"/>
                </a:lnTo>
                <a:lnTo>
                  <a:pt x="57150" y="133350"/>
                </a:lnTo>
                <a:lnTo>
                  <a:pt x="66675" y="133350"/>
                </a:lnTo>
                <a:lnTo>
                  <a:pt x="66675" y="609600"/>
                </a:lnTo>
                <a:lnTo>
                  <a:pt x="76200" y="609600"/>
                </a:lnTo>
                <a:lnTo>
                  <a:pt x="76200" y="619125"/>
                </a:lnTo>
                <a:lnTo>
                  <a:pt x="66675" y="619125"/>
                </a:lnTo>
                <a:lnTo>
                  <a:pt x="66675" y="628650"/>
                </a:lnTo>
                <a:lnTo>
                  <a:pt x="57150" y="628650"/>
                </a:lnTo>
                <a:lnTo>
                  <a:pt x="57150" y="609600"/>
                </a:lnTo>
                <a:lnTo>
                  <a:pt x="47625" y="609600"/>
                </a:lnTo>
                <a:close/>
                <a:moveTo>
                  <a:pt x="123825" y="66675"/>
                </a:moveTo>
                <a:lnTo>
                  <a:pt x="133350" y="66675"/>
                </a:lnTo>
                <a:lnTo>
                  <a:pt x="133350" y="76200"/>
                </a:lnTo>
                <a:lnTo>
                  <a:pt x="123825" y="76200"/>
                </a:lnTo>
                <a:close/>
                <a:moveTo>
                  <a:pt x="238125" y="66675"/>
                </a:moveTo>
                <a:lnTo>
                  <a:pt x="247650" y="66675"/>
                </a:lnTo>
                <a:lnTo>
                  <a:pt x="247650" y="76200"/>
                </a:lnTo>
                <a:lnTo>
                  <a:pt x="238125" y="76200"/>
                </a:lnTo>
                <a:close/>
                <a:moveTo>
                  <a:pt x="133350" y="76200"/>
                </a:moveTo>
                <a:lnTo>
                  <a:pt x="142875" y="76200"/>
                </a:lnTo>
                <a:lnTo>
                  <a:pt x="142875" y="95250"/>
                </a:lnTo>
                <a:lnTo>
                  <a:pt x="133350" y="95250"/>
                </a:lnTo>
                <a:lnTo>
                  <a:pt x="133350" y="104775"/>
                </a:lnTo>
                <a:lnTo>
                  <a:pt x="114300" y="104775"/>
                </a:lnTo>
                <a:lnTo>
                  <a:pt x="114300" y="95250"/>
                </a:lnTo>
                <a:lnTo>
                  <a:pt x="104775" y="95250"/>
                </a:lnTo>
                <a:lnTo>
                  <a:pt x="104775" y="85725"/>
                </a:lnTo>
                <a:lnTo>
                  <a:pt x="114300" y="85725"/>
                </a:lnTo>
                <a:lnTo>
                  <a:pt x="114300" y="95250"/>
                </a:lnTo>
                <a:lnTo>
                  <a:pt x="123825" y="95250"/>
                </a:lnTo>
                <a:lnTo>
                  <a:pt x="123825" y="85725"/>
                </a:lnTo>
                <a:lnTo>
                  <a:pt x="133350" y="85725"/>
                </a:lnTo>
                <a:close/>
                <a:moveTo>
                  <a:pt x="1200150" y="76200"/>
                </a:moveTo>
                <a:lnTo>
                  <a:pt x="1209675" y="76200"/>
                </a:lnTo>
                <a:lnTo>
                  <a:pt x="1209675" y="95250"/>
                </a:lnTo>
                <a:lnTo>
                  <a:pt x="1200150" y="95250"/>
                </a:lnTo>
                <a:close/>
                <a:moveTo>
                  <a:pt x="161925" y="85725"/>
                </a:moveTo>
                <a:lnTo>
                  <a:pt x="171450" y="85725"/>
                </a:lnTo>
                <a:lnTo>
                  <a:pt x="171450" y="95250"/>
                </a:lnTo>
                <a:lnTo>
                  <a:pt x="161925" y="95250"/>
                </a:lnTo>
                <a:close/>
                <a:moveTo>
                  <a:pt x="190500" y="85725"/>
                </a:moveTo>
                <a:lnTo>
                  <a:pt x="200025" y="85725"/>
                </a:lnTo>
                <a:lnTo>
                  <a:pt x="200025" y="95250"/>
                </a:lnTo>
                <a:lnTo>
                  <a:pt x="190500" y="95250"/>
                </a:lnTo>
                <a:close/>
                <a:moveTo>
                  <a:pt x="228600" y="85725"/>
                </a:moveTo>
                <a:lnTo>
                  <a:pt x="238125" y="85725"/>
                </a:lnTo>
                <a:lnTo>
                  <a:pt x="238125" y="95250"/>
                </a:lnTo>
                <a:lnTo>
                  <a:pt x="228600" y="95250"/>
                </a:lnTo>
                <a:close/>
                <a:moveTo>
                  <a:pt x="247650" y="85725"/>
                </a:moveTo>
                <a:lnTo>
                  <a:pt x="257175" y="85725"/>
                </a:lnTo>
                <a:lnTo>
                  <a:pt x="257175" y="95250"/>
                </a:lnTo>
                <a:lnTo>
                  <a:pt x="247650" y="95250"/>
                </a:lnTo>
                <a:close/>
                <a:moveTo>
                  <a:pt x="171450" y="95250"/>
                </a:moveTo>
                <a:lnTo>
                  <a:pt x="190500" y="95250"/>
                </a:lnTo>
                <a:lnTo>
                  <a:pt x="190500" y="104775"/>
                </a:lnTo>
                <a:lnTo>
                  <a:pt x="171450" y="104775"/>
                </a:lnTo>
                <a:close/>
                <a:moveTo>
                  <a:pt x="76200" y="133350"/>
                </a:moveTo>
                <a:lnTo>
                  <a:pt x="180975" y="133350"/>
                </a:lnTo>
                <a:lnTo>
                  <a:pt x="180975" y="142875"/>
                </a:lnTo>
                <a:lnTo>
                  <a:pt x="76200" y="142875"/>
                </a:lnTo>
                <a:close/>
                <a:moveTo>
                  <a:pt x="133350" y="190500"/>
                </a:moveTo>
                <a:lnTo>
                  <a:pt x="247650" y="190500"/>
                </a:lnTo>
                <a:lnTo>
                  <a:pt x="247650" y="209550"/>
                </a:lnTo>
                <a:lnTo>
                  <a:pt x="133350" y="209550"/>
                </a:lnTo>
                <a:close/>
                <a:moveTo>
                  <a:pt x="733425" y="209550"/>
                </a:moveTo>
                <a:lnTo>
                  <a:pt x="742950" y="209550"/>
                </a:lnTo>
                <a:lnTo>
                  <a:pt x="742950" y="228600"/>
                </a:lnTo>
                <a:lnTo>
                  <a:pt x="733425" y="228600"/>
                </a:lnTo>
                <a:close/>
                <a:moveTo>
                  <a:pt x="133350" y="228600"/>
                </a:moveTo>
                <a:lnTo>
                  <a:pt x="295275" y="228600"/>
                </a:lnTo>
                <a:lnTo>
                  <a:pt x="295275" y="247650"/>
                </a:lnTo>
                <a:lnTo>
                  <a:pt x="133350" y="247650"/>
                </a:lnTo>
                <a:close/>
                <a:moveTo>
                  <a:pt x="666750" y="228600"/>
                </a:moveTo>
                <a:lnTo>
                  <a:pt x="695325" y="228600"/>
                </a:lnTo>
                <a:lnTo>
                  <a:pt x="695325" y="238125"/>
                </a:lnTo>
                <a:lnTo>
                  <a:pt x="685800" y="238125"/>
                </a:lnTo>
                <a:lnTo>
                  <a:pt x="685800" y="247650"/>
                </a:lnTo>
                <a:lnTo>
                  <a:pt x="657225" y="247650"/>
                </a:lnTo>
                <a:lnTo>
                  <a:pt x="657225" y="238125"/>
                </a:lnTo>
                <a:lnTo>
                  <a:pt x="666750" y="238125"/>
                </a:lnTo>
                <a:close/>
                <a:moveTo>
                  <a:pt x="714375" y="228600"/>
                </a:moveTo>
                <a:lnTo>
                  <a:pt x="733425" y="228600"/>
                </a:lnTo>
                <a:lnTo>
                  <a:pt x="733425" y="238125"/>
                </a:lnTo>
                <a:lnTo>
                  <a:pt x="714375" y="238125"/>
                </a:lnTo>
                <a:close/>
                <a:moveTo>
                  <a:pt x="638175" y="247650"/>
                </a:moveTo>
                <a:lnTo>
                  <a:pt x="647700" y="247650"/>
                </a:lnTo>
                <a:lnTo>
                  <a:pt x="647700" y="257175"/>
                </a:lnTo>
                <a:lnTo>
                  <a:pt x="638175" y="257175"/>
                </a:lnTo>
                <a:close/>
                <a:moveTo>
                  <a:pt x="419100" y="257175"/>
                </a:moveTo>
                <a:lnTo>
                  <a:pt x="428625" y="257175"/>
                </a:lnTo>
                <a:lnTo>
                  <a:pt x="428625" y="266700"/>
                </a:lnTo>
                <a:lnTo>
                  <a:pt x="438150" y="266700"/>
                </a:lnTo>
                <a:lnTo>
                  <a:pt x="438150" y="276225"/>
                </a:lnTo>
                <a:lnTo>
                  <a:pt x="447675" y="276225"/>
                </a:lnTo>
                <a:lnTo>
                  <a:pt x="447675" y="285750"/>
                </a:lnTo>
                <a:lnTo>
                  <a:pt x="438150" y="285750"/>
                </a:lnTo>
                <a:lnTo>
                  <a:pt x="438150" y="295275"/>
                </a:lnTo>
                <a:lnTo>
                  <a:pt x="428625" y="295275"/>
                </a:lnTo>
                <a:lnTo>
                  <a:pt x="428625" y="285750"/>
                </a:lnTo>
                <a:lnTo>
                  <a:pt x="419100" y="285750"/>
                </a:lnTo>
                <a:lnTo>
                  <a:pt x="419100" y="276225"/>
                </a:lnTo>
                <a:lnTo>
                  <a:pt x="409575" y="276225"/>
                </a:lnTo>
                <a:lnTo>
                  <a:pt x="409575" y="266700"/>
                </a:lnTo>
                <a:lnTo>
                  <a:pt x="419100" y="266700"/>
                </a:lnTo>
                <a:close/>
                <a:moveTo>
                  <a:pt x="628650" y="257175"/>
                </a:moveTo>
                <a:lnTo>
                  <a:pt x="638175" y="257175"/>
                </a:lnTo>
                <a:lnTo>
                  <a:pt x="638175" y="266700"/>
                </a:lnTo>
                <a:lnTo>
                  <a:pt x="628650" y="266700"/>
                </a:lnTo>
                <a:close/>
                <a:moveTo>
                  <a:pt x="647700" y="257175"/>
                </a:moveTo>
                <a:lnTo>
                  <a:pt x="657225" y="257175"/>
                </a:lnTo>
                <a:lnTo>
                  <a:pt x="657225" y="266700"/>
                </a:lnTo>
                <a:lnTo>
                  <a:pt x="647700" y="266700"/>
                </a:lnTo>
                <a:close/>
                <a:moveTo>
                  <a:pt x="371475" y="266700"/>
                </a:moveTo>
                <a:lnTo>
                  <a:pt x="381000" y="266700"/>
                </a:lnTo>
                <a:lnTo>
                  <a:pt x="381000" y="276225"/>
                </a:lnTo>
                <a:lnTo>
                  <a:pt x="371475" y="276225"/>
                </a:lnTo>
                <a:close/>
                <a:moveTo>
                  <a:pt x="638175" y="266700"/>
                </a:moveTo>
                <a:lnTo>
                  <a:pt x="647700" y="266700"/>
                </a:lnTo>
                <a:lnTo>
                  <a:pt x="647700" y="276225"/>
                </a:lnTo>
                <a:lnTo>
                  <a:pt x="638175" y="276225"/>
                </a:lnTo>
                <a:close/>
                <a:moveTo>
                  <a:pt x="133350" y="276225"/>
                </a:moveTo>
                <a:lnTo>
                  <a:pt x="161925" y="276225"/>
                </a:lnTo>
                <a:lnTo>
                  <a:pt x="161925" y="285750"/>
                </a:lnTo>
                <a:lnTo>
                  <a:pt x="133350" y="285750"/>
                </a:lnTo>
                <a:close/>
                <a:moveTo>
                  <a:pt x="180975" y="276225"/>
                </a:moveTo>
                <a:lnTo>
                  <a:pt x="219075" y="276225"/>
                </a:lnTo>
                <a:lnTo>
                  <a:pt x="219075" y="295275"/>
                </a:lnTo>
                <a:lnTo>
                  <a:pt x="180975" y="295275"/>
                </a:lnTo>
                <a:close/>
                <a:moveTo>
                  <a:pt x="361950" y="276225"/>
                </a:moveTo>
                <a:lnTo>
                  <a:pt x="371475" y="276225"/>
                </a:lnTo>
                <a:lnTo>
                  <a:pt x="371475" y="285750"/>
                </a:lnTo>
                <a:lnTo>
                  <a:pt x="361950" y="285750"/>
                </a:lnTo>
                <a:close/>
                <a:moveTo>
                  <a:pt x="381000" y="276225"/>
                </a:moveTo>
                <a:lnTo>
                  <a:pt x="390525" y="276225"/>
                </a:lnTo>
                <a:lnTo>
                  <a:pt x="390525" y="285750"/>
                </a:lnTo>
                <a:lnTo>
                  <a:pt x="381000" y="285750"/>
                </a:lnTo>
                <a:close/>
                <a:moveTo>
                  <a:pt x="600075" y="276225"/>
                </a:moveTo>
                <a:lnTo>
                  <a:pt x="628650" y="276225"/>
                </a:lnTo>
                <a:lnTo>
                  <a:pt x="628650" y="285750"/>
                </a:lnTo>
                <a:lnTo>
                  <a:pt x="619125" y="285750"/>
                </a:lnTo>
                <a:lnTo>
                  <a:pt x="619125" y="295275"/>
                </a:lnTo>
                <a:lnTo>
                  <a:pt x="590550" y="295275"/>
                </a:lnTo>
                <a:lnTo>
                  <a:pt x="590550" y="285750"/>
                </a:lnTo>
                <a:lnTo>
                  <a:pt x="600075" y="285750"/>
                </a:lnTo>
                <a:close/>
                <a:moveTo>
                  <a:pt x="371475" y="285750"/>
                </a:moveTo>
                <a:lnTo>
                  <a:pt x="381000" y="285750"/>
                </a:lnTo>
                <a:lnTo>
                  <a:pt x="381000" y="295275"/>
                </a:lnTo>
                <a:lnTo>
                  <a:pt x="371475" y="295275"/>
                </a:lnTo>
                <a:close/>
                <a:moveTo>
                  <a:pt x="742950" y="285750"/>
                </a:moveTo>
                <a:lnTo>
                  <a:pt x="752475" y="285750"/>
                </a:lnTo>
                <a:lnTo>
                  <a:pt x="752475" y="295275"/>
                </a:lnTo>
                <a:lnTo>
                  <a:pt x="742950" y="295275"/>
                </a:lnTo>
                <a:close/>
                <a:moveTo>
                  <a:pt x="333375" y="295275"/>
                </a:moveTo>
                <a:lnTo>
                  <a:pt x="342900" y="295275"/>
                </a:lnTo>
                <a:lnTo>
                  <a:pt x="342900" y="304800"/>
                </a:lnTo>
                <a:lnTo>
                  <a:pt x="333375" y="304800"/>
                </a:lnTo>
                <a:close/>
                <a:moveTo>
                  <a:pt x="438150" y="295275"/>
                </a:moveTo>
                <a:lnTo>
                  <a:pt x="447675" y="295275"/>
                </a:lnTo>
                <a:lnTo>
                  <a:pt x="447675" y="304800"/>
                </a:lnTo>
                <a:lnTo>
                  <a:pt x="438150" y="304800"/>
                </a:lnTo>
                <a:close/>
                <a:moveTo>
                  <a:pt x="571500" y="295275"/>
                </a:moveTo>
                <a:lnTo>
                  <a:pt x="581025" y="295275"/>
                </a:lnTo>
                <a:lnTo>
                  <a:pt x="581025" y="304800"/>
                </a:lnTo>
                <a:lnTo>
                  <a:pt x="571500" y="304800"/>
                </a:lnTo>
                <a:close/>
                <a:moveTo>
                  <a:pt x="752475" y="295275"/>
                </a:moveTo>
                <a:lnTo>
                  <a:pt x="762000" y="295275"/>
                </a:lnTo>
                <a:lnTo>
                  <a:pt x="762000" y="438150"/>
                </a:lnTo>
                <a:lnTo>
                  <a:pt x="771525" y="438150"/>
                </a:lnTo>
                <a:lnTo>
                  <a:pt x="771525" y="457200"/>
                </a:lnTo>
                <a:lnTo>
                  <a:pt x="752475" y="457200"/>
                </a:lnTo>
                <a:close/>
                <a:moveTo>
                  <a:pt x="561975" y="304800"/>
                </a:moveTo>
                <a:lnTo>
                  <a:pt x="571500" y="304800"/>
                </a:lnTo>
                <a:lnTo>
                  <a:pt x="571500" y="314325"/>
                </a:lnTo>
                <a:lnTo>
                  <a:pt x="561975" y="314325"/>
                </a:lnTo>
                <a:close/>
                <a:moveTo>
                  <a:pt x="581025" y="304800"/>
                </a:moveTo>
                <a:lnTo>
                  <a:pt x="590550" y="304800"/>
                </a:lnTo>
                <a:lnTo>
                  <a:pt x="590550" y="314325"/>
                </a:lnTo>
                <a:lnTo>
                  <a:pt x="581025" y="314325"/>
                </a:lnTo>
                <a:close/>
                <a:moveTo>
                  <a:pt x="571500" y="314325"/>
                </a:moveTo>
                <a:lnTo>
                  <a:pt x="581025" y="314325"/>
                </a:lnTo>
                <a:lnTo>
                  <a:pt x="581025" y="323850"/>
                </a:lnTo>
                <a:lnTo>
                  <a:pt x="571500" y="323850"/>
                </a:lnTo>
                <a:close/>
                <a:moveTo>
                  <a:pt x="295275" y="323850"/>
                </a:moveTo>
                <a:lnTo>
                  <a:pt x="304800" y="323850"/>
                </a:lnTo>
                <a:lnTo>
                  <a:pt x="304800" y="333375"/>
                </a:lnTo>
                <a:lnTo>
                  <a:pt x="295275" y="333375"/>
                </a:lnTo>
                <a:close/>
                <a:moveTo>
                  <a:pt x="323850" y="323850"/>
                </a:moveTo>
                <a:lnTo>
                  <a:pt x="333375" y="323850"/>
                </a:lnTo>
                <a:lnTo>
                  <a:pt x="333375" y="333375"/>
                </a:lnTo>
                <a:lnTo>
                  <a:pt x="323850" y="333375"/>
                </a:lnTo>
                <a:close/>
                <a:moveTo>
                  <a:pt x="495300" y="323850"/>
                </a:moveTo>
                <a:lnTo>
                  <a:pt x="504825" y="323850"/>
                </a:lnTo>
                <a:lnTo>
                  <a:pt x="504825" y="333375"/>
                </a:lnTo>
                <a:lnTo>
                  <a:pt x="495300" y="333375"/>
                </a:lnTo>
                <a:close/>
                <a:moveTo>
                  <a:pt x="533400" y="323850"/>
                </a:moveTo>
                <a:lnTo>
                  <a:pt x="561975" y="323850"/>
                </a:lnTo>
                <a:lnTo>
                  <a:pt x="561975" y="333375"/>
                </a:lnTo>
                <a:lnTo>
                  <a:pt x="552450" y="333375"/>
                </a:lnTo>
                <a:lnTo>
                  <a:pt x="552450" y="342900"/>
                </a:lnTo>
                <a:lnTo>
                  <a:pt x="542925" y="342900"/>
                </a:lnTo>
                <a:lnTo>
                  <a:pt x="542925" y="352425"/>
                </a:lnTo>
                <a:lnTo>
                  <a:pt x="533400" y="352425"/>
                </a:lnTo>
                <a:lnTo>
                  <a:pt x="533400" y="342900"/>
                </a:lnTo>
                <a:lnTo>
                  <a:pt x="504825" y="342900"/>
                </a:lnTo>
                <a:lnTo>
                  <a:pt x="504825" y="333375"/>
                </a:lnTo>
                <a:lnTo>
                  <a:pt x="533400" y="333375"/>
                </a:lnTo>
                <a:close/>
                <a:moveTo>
                  <a:pt x="285750" y="333375"/>
                </a:moveTo>
                <a:lnTo>
                  <a:pt x="295275" y="333375"/>
                </a:lnTo>
                <a:lnTo>
                  <a:pt x="295275" y="342900"/>
                </a:lnTo>
                <a:lnTo>
                  <a:pt x="285750" y="342900"/>
                </a:lnTo>
                <a:close/>
                <a:moveTo>
                  <a:pt x="304800" y="333375"/>
                </a:moveTo>
                <a:lnTo>
                  <a:pt x="314325" y="333375"/>
                </a:lnTo>
                <a:lnTo>
                  <a:pt x="314325" y="342900"/>
                </a:lnTo>
                <a:lnTo>
                  <a:pt x="304800" y="342900"/>
                </a:lnTo>
                <a:close/>
                <a:moveTo>
                  <a:pt x="295275" y="342900"/>
                </a:moveTo>
                <a:lnTo>
                  <a:pt x="304800" y="342900"/>
                </a:lnTo>
                <a:lnTo>
                  <a:pt x="304800" y="352425"/>
                </a:lnTo>
                <a:lnTo>
                  <a:pt x="295275" y="352425"/>
                </a:lnTo>
                <a:close/>
                <a:moveTo>
                  <a:pt x="495300" y="342900"/>
                </a:moveTo>
                <a:lnTo>
                  <a:pt x="504825" y="342900"/>
                </a:lnTo>
                <a:lnTo>
                  <a:pt x="504825" y="352425"/>
                </a:lnTo>
                <a:lnTo>
                  <a:pt x="495300" y="352425"/>
                </a:lnTo>
                <a:close/>
                <a:moveTo>
                  <a:pt x="257175" y="352425"/>
                </a:moveTo>
                <a:lnTo>
                  <a:pt x="266700" y="352425"/>
                </a:lnTo>
                <a:lnTo>
                  <a:pt x="266700" y="361950"/>
                </a:lnTo>
                <a:lnTo>
                  <a:pt x="257175" y="361950"/>
                </a:lnTo>
                <a:close/>
                <a:moveTo>
                  <a:pt x="504825" y="352425"/>
                </a:moveTo>
                <a:lnTo>
                  <a:pt x="523875" y="352425"/>
                </a:lnTo>
                <a:lnTo>
                  <a:pt x="523875" y="361950"/>
                </a:lnTo>
                <a:lnTo>
                  <a:pt x="504825" y="361950"/>
                </a:lnTo>
                <a:close/>
                <a:moveTo>
                  <a:pt x="247650" y="361950"/>
                </a:moveTo>
                <a:lnTo>
                  <a:pt x="257175" y="361950"/>
                </a:lnTo>
                <a:lnTo>
                  <a:pt x="257175" y="371475"/>
                </a:lnTo>
                <a:lnTo>
                  <a:pt x="247650" y="371475"/>
                </a:lnTo>
                <a:close/>
                <a:moveTo>
                  <a:pt x="266700" y="361950"/>
                </a:moveTo>
                <a:lnTo>
                  <a:pt x="276225" y="361950"/>
                </a:lnTo>
                <a:lnTo>
                  <a:pt x="276225" y="371475"/>
                </a:lnTo>
                <a:lnTo>
                  <a:pt x="266700" y="371475"/>
                </a:lnTo>
                <a:close/>
                <a:moveTo>
                  <a:pt x="257175" y="371475"/>
                </a:moveTo>
                <a:lnTo>
                  <a:pt x="266700" y="371475"/>
                </a:lnTo>
                <a:lnTo>
                  <a:pt x="266700" y="381000"/>
                </a:lnTo>
                <a:lnTo>
                  <a:pt x="257175" y="381000"/>
                </a:lnTo>
                <a:close/>
                <a:moveTo>
                  <a:pt x="581025" y="371475"/>
                </a:moveTo>
                <a:lnTo>
                  <a:pt x="590550" y="371475"/>
                </a:lnTo>
                <a:lnTo>
                  <a:pt x="590550" y="381000"/>
                </a:lnTo>
                <a:lnTo>
                  <a:pt x="581025" y="381000"/>
                </a:lnTo>
                <a:close/>
                <a:moveTo>
                  <a:pt x="638175" y="371475"/>
                </a:moveTo>
                <a:lnTo>
                  <a:pt x="647700" y="371475"/>
                </a:lnTo>
                <a:lnTo>
                  <a:pt x="647700" y="381000"/>
                </a:lnTo>
                <a:lnTo>
                  <a:pt x="638175" y="381000"/>
                </a:lnTo>
                <a:close/>
                <a:moveTo>
                  <a:pt x="219075" y="381000"/>
                </a:moveTo>
                <a:lnTo>
                  <a:pt x="228600" y="381000"/>
                </a:lnTo>
                <a:lnTo>
                  <a:pt x="228600" y="390525"/>
                </a:lnTo>
                <a:lnTo>
                  <a:pt x="219075" y="390525"/>
                </a:lnTo>
                <a:close/>
                <a:moveTo>
                  <a:pt x="571500" y="381000"/>
                </a:moveTo>
                <a:lnTo>
                  <a:pt x="581025" y="381000"/>
                </a:lnTo>
                <a:lnTo>
                  <a:pt x="581025" y="561975"/>
                </a:lnTo>
                <a:lnTo>
                  <a:pt x="571500" y="561975"/>
                </a:lnTo>
                <a:close/>
                <a:moveTo>
                  <a:pt x="647700" y="381000"/>
                </a:moveTo>
                <a:lnTo>
                  <a:pt x="657225" y="381000"/>
                </a:lnTo>
                <a:lnTo>
                  <a:pt x="657225" y="561975"/>
                </a:lnTo>
                <a:lnTo>
                  <a:pt x="647700" y="561975"/>
                </a:lnTo>
                <a:close/>
                <a:moveTo>
                  <a:pt x="209550" y="390525"/>
                </a:moveTo>
                <a:lnTo>
                  <a:pt x="219075" y="390525"/>
                </a:lnTo>
                <a:lnTo>
                  <a:pt x="219075" y="400050"/>
                </a:lnTo>
                <a:lnTo>
                  <a:pt x="209550" y="400050"/>
                </a:lnTo>
                <a:close/>
                <a:moveTo>
                  <a:pt x="228600" y="390525"/>
                </a:moveTo>
                <a:lnTo>
                  <a:pt x="238125" y="390525"/>
                </a:lnTo>
                <a:lnTo>
                  <a:pt x="238125" y="400050"/>
                </a:lnTo>
                <a:lnTo>
                  <a:pt x="228600" y="400050"/>
                </a:lnTo>
                <a:close/>
                <a:moveTo>
                  <a:pt x="219075" y="400050"/>
                </a:moveTo>
                <a:lnTo>
                  <a:pt x="228600" y="400050"/>
                </a:lnTo>
                <a:lnTo>
                  <a:pt x="228600" y="409575"/>
                </a:lnTo>
                <a:lnTo>
                  <a:pt x="219075" y="409575"/>
                </a:lnTo>
                <a:close/>
                <a:moveTo>
                  <a:pt x="180975" y="409575"/>
                </a:moveTo>
                <a:lnTo>
                  <a:pt x="190500" y="409575"/>
                </a:lnTo>
                <a:lnTo>
                  <a:pt x="190500" y="419100"/>
                </a:lnTo>
                <a:lnTo>
                  <a:pt x="200025" y="419100"/>
                </a:lnTo>
                <a:lnTo>
                  <a:pt x="200025" y="428625"/>
                </a:lnTo>
                <a:lnTo>
                  <a:pt x="190500" y="428625"/>
                </a:lnTo>
                <a:lnTo>
                  <a:pt x="190500" y="438150"/>
                </a:lnTo>
                <a:lnTo>
                  <a:pt x="180975" y="438150"/>
                </a:lnTo>
                <a:lnTo>
                  <a:pt x="180975" y="428625"/>
                </a:lnTo>
                <a:lnTo>
                  <a:pt x="171450" y="428625"/>
                </a:lnTo>
                <a:lnTo>
                  <a:pt x="171450" y="419100"/>
                </a:lnTo>
                <a:lnTo>
                  <a:pt x="180975" y="419100"/>
                </a:lnTo>
                <a:close/>
                <a:moveTo>
                  <a:pt x="790575" y="409575"/>
                </a:moveTo>
                <a:lnTo>
                  <a:pt x="800100" y="409575"/>
                </a:lnTo>
                <a:lnTo>
                  <a:pt x="800100" y="419100"/>
                </a:lnTo>
                <a:lnTo>
                  <a:pt x="790575" y="419100"/>
                </a:lnTo>
                <a:close/>
                <a:moveTo>
                  <a:pt x="781050" y="419100"/>
                </a:moveTo>
                <a:lnTo>
                  <a:pt x="790575" y="419100"/>
                </a:lnTo>
                <a:lnTo>
                  <a:pt x="790575" y="428625"/>
                </a:lnTo>
                <a:lnTo>
                  <a:pt x="781050" y="428625"/>
                </a:lnTo>
                <a:close/>
                <a:moveTo>
                  <a:pt x="266700" y="438150"/>
                </a:moveTo>
                <a:lnTo>
                  <a:pt x="276225" y="438150"/>
                </a:lnTo>
                <a:lnTo>
                  <a:pt x="276225" y="447675"/>
                </a:lnTo>
                <a:lnTo>
                  <a:pt x="266700" y="447675"/>
                </a:lnTo>
                <a:close/>
                <a:moveTo>
                  <a:pt x="257175" y="447675"/>
                </a:moveTo>
                <a:lnTo>
                  <a:pt x="266700" y="447675"/>
                </a:lnTo>
                <a:lnTo>
                  <a:pt x="266700" y="561975"/>
                </a:lnTo>
                <a:lnTo>
                  <a:pt x="257175" y="561975"/>
                </a:lnTo>
                <a:close/>
                <a:moveTo>
                  <a:pt x="361950" y="447675"/>
                </a:moveTo>
                <a:lnTo>
                  <a:pt x="371475" y="447675"/>
                </a:lnTo>
                <a:lnTo>
                  <a:pt x="371475" y="561975"/>
                </a:lnTo>
                <a:lnTo>
                  <a:pt x="361950" y="561975"/>
                </a:lnTo>
                <a:close/>
                <a:moveTo>
                  <a:pt x="876300" y="466725"/>
                </a:moveTo>
                <a:lnTo>
                  <a:pt x="885825" y="466725"/>
                </a:lnTo>
                <a:lnTo>
                  <a:pt x="885825" y="476250"/>
                </a:lnTo>
                <a:lnTo>
                  <a:pt x="876300" y="476250"/>
                </a:lnTo>
                <a:close/>
                <a:moveTo>
                  <a:pt x="161925" y="485775"/>
                </a:moveTo>
                <a:lnTo>
                  <a:pt x="171450" y="485775"/>
                </a:lnTo>
                <a:lnTo>
                  <a:pt x="171450" y="495300"/>
                </a:lnTo>
                <a:lnTo>
                  <a:pt x="161925" y="495300"/>
                </a:lnTo>
                <a:close/>
                <a:moveTo>
                  <a:pt x="152400" y="495300"/>
                </a:moveTo>
                <a:lnTo>
                  <a:pt x="161925" y="495300"/>
                </a:lnTo>
                <a:lnTo>
                  <a:pt x="161925" y="561975"/>
                </a:lnTo>
                <a:lnTo>
                  <a:pt x="152400" y="561975"/>
                </a:lnTo>
                <a:close/>
                <a:moveTo>
                  <a:pt x="828675" y="495300"/>
                </a:moveTo>
                <a:lnTo>
                  <a:pt x="838200" y="495300"/>
                </a:lnTo>
                <a:lnTo>
                  <a:pt x="838200" y="504825"/>
                </a:lnTo>
                <a:lnTo>
                  <a:pt x="828675" y="504825"/>
                </a:lnTo>
                <a:close/>
                <a:moveTo>
                  <a:pt x="904875" y="514350"/>
                </a:moveTo>
                <a:lnTo>
                  <a:pt x="914400" y="514350"/>
                </a:lnTo>
                <a:lnTo>
                  <a:pt x="914400" y="523875"/>
                </a:lnTo>
                <a:lnTo>
                  <a:pt x="904875" y="523875"/>
                </a:lnTo>
                <a:close/>
                <a:moveTo>
                  <a:pt x="800100" y="552450"/>
                </a:moveTo>
                <a:lnTo>
                  <a:pt x="809625" y="552450"/>
                </a:lnTo>
                <a:lnTo>
                  <a:pt x="809625" y="590550"/>
                </a:lnTo>
                <a:lnTo>
                  <a:pt x="800100" y="590550"/>
                </a:lnTo>
                <a:close/>
                <a:moveTo>
                  <a:pt x="142875" y="561975"/>
                </a:moveTo>
                <a:lnTo>
                  <a:pt x="152400" y="561975"/>
                </a:lnTo>
                <a:lnTo>
                  <a:pt x="152400" y="581025"/>
                </a:lnTo>
                <a:lnTo>
                  <a:pt x="142875" y="581025"/>
                </a:lnTo>
                <a:close/>
                <a:moveTo>
                  <a:pt x="247650" y="561975"/>
                </a:moveTo>
                <a:lnTo>
                  <a:pt x="257175" y="561975"/>
                </a:lnTo>
                <a:lnTo>
                  <a:pt x="257175" y="571500"/>
                </a:lnTo>
                <a:lnTo>
                  <a:pt x="247650" y="571500"/>
                </a:lnTo>
                <a:close/>
                <a:moveTo>
                  <a:pt x="352425" y="561975"/>
                </a:moveTo>
                <a:lnTo>
                  <a:pt x="361950" y="561975"/>
                </a:lnTo>
                <a:lnTo>
                  <a:pt x="361950" y="571500"/>
                </a:lnTo>
                <a:lnTo>
                  <a:pt x="352425" y="571500"/>
                </a:lnTo>
                <a:close/>
                <a:moveTo>
                  <a:pt x="447675" y="561975"/>
                </a:moveTo>
                <a:lnTo>
                  <a:pt x="457200" y="561975"/>
                </a:lnTo>
                <a:lnTo>
                  <a:pt x="457200" y="571500"/>
                </a:lnTo>
                <a:lnTo>
                  <a:pt x="447675" y="571500"/>
                </a:lnTo>
                <a:close/>
                <a:moveTo>
                  <a:pt x="561975" y="561975"/>
                </a:moveTo>
                <a:lnTo>
                  <a:pt x="571500" y="561975"/>
                </a:lnTo>
                <a:lnTo>
                  <a:pt x="571500" y="571500"/>
                </a:lnTo>
                <a:lnTo>
                  <a:pt x="561975" y="571500"/>
                </a:lnTo>
                <a:close/>
                <a:moveTo>
                  <a:pt x="657225" y="561975"/>
                </a:moveTo>
                <a:lnTo>
                  <a:pt x="666750" y="561975"/>
                </a:lnTo>
                <a:lnTo>
                  <a:pt x="666750" y="571500"/>
                </a:lnTo>
                <a:lnTo>
                  <a:pt x="657225" y="571500"/>
                </a:lnTo>
                <a:close/>
                <a:moveTo>
                  <a:pt x="828675" y="561975"/>
                </a:moveTo>
                <a:lnTo>
                  <a:pt x="838200" y="561975"/>
                </a:lnTo>
                <a:lnTo>
                  <a:pt x="838200" y="590550"/>
                </a:lnTo>
                <a:lnTo>
                  <a:pt x="828675" y="590550"/>
                </a:lnTo>
                <a:close/>
                <a:moveTo>
                  <a:pt x="933450" y="561975"/>
                </a:moveTo>
                <a:lnTo>
                  <a:pt x="942975" y="561975"/>
                </a:lnTo>
                <a:lnTo>
                  <a:pt x="942975" y="571500"/>
                </a:lnTo>
                <a:lnTo>
                  <a:pt x="933450" y="571500"/>
                </a:lnTo>
                <a:close/>
                <a:moveTo>
                  <a:pt x="942975" y="581025"/>
                </a:moveTo>
                <a:lnTo>
                  <a:pt x="952500" y="581025"/>
                </a:lnTo>
                <a:lnTo>
                  <a:pt x="952500" y="590550"/>
                </a:lnTo>
                <a:lnTo>
                  <a:pt x="942975" y="590550"/>
                </a:lnTo>
                <a:close/>
                <a:moveTo>
                  <a:pt x="809625" y="590550"/>
                </a:moveTo>
                <a:lnTo>
                  <a:pt x="828675" y="590550"/>
                </a:lnTo>
                <a:lnTo>
                  <a:pt x="828675" y="600075"/>
                </a:lnTo>
                <a:lnTo>
                  <a:pt x="809625" y="600075"/>
                </a:lnTo>
                <a:close/>
                <a:moveTo>
                  <a:pt x="666750" y="609600"/>
                </a:moveTo>
                <a:lnTo>
                  <a:pt x="676275" y="609600"/>
                </a:lnTo>
                <a:lnTo>
                  <a:pt x="676275" y="619125"/>
                </a:lnTo>
                <a:lnTo>
                  <a:pt x="666750" y="619125"/>
                </a:lnTo>
                <a:close/>
                <a:moveTo>
                  <a:pt x="962025" y="609600"/>
                </a:moveTo>
                <a:lnTo>
                  <a:pt x="971550" y="609600"/>
                </a:lnTo>
                <a:lnTo>
                  <a:pt x="971550" y="619125"/>
                </a:lnTo>
                <a:lnTo>
                  <a:pt x="962025" y="619125"/>
                </a:lnTo>
                <a:close/>
                <a:moveTo>
                  <a:pt x="76200" y="619125"/>
                </a:moveTo>
                <a:lnTo>
                  <a:pt x="85725" y="619125"/>
                </a:lnTo>
                <a:lnTo>
                  <a:pt x="85725" y="628650"/>
                </a:lnTo>
                <a:lnTo>
                  <a:pt x="95250" y="628650"/>
                </a:lnTo>
                <a:lnTo>
                  <a:pt x="95250" y="647700"/>
                </a:lnTo>
                <a:lnTo>
                  <a:pt x="76200" y="647700"/>
                </a:lnTo>
                <a:lnTo>
                  <a:pt x="76200" y="638175"/>
                </a:lnTo>
                <a:lnTo>
                  <a:pt x="66675" y="638175"/>
                </a:lnTo>
                <a:lnTo>
                  <a:pt x="66675" y="628650"/>
                </a:lnTo>
                <a:lnTo>
                  <a:pt x="76200" y="628650"/>
                </a:lnTo>
                <a:close/>
                <a:moveTo>
                  <a:pt x="657225" y="619125"/>
                </a:moveTo>
                <a:lnTo>
                  <a:pt x="666750" y="619125"/>
                </a:lnTo>
                <a:lnTo>
                  <a:pt x="666750" y="628650"/>
                </a:lnTo>
                <a:lnTo>
                  <a:pt x="657225" y="628650"/>
                </a:lnTo>
                <a:close/>
                <a:moveTo>
                  <a:pt x="809625" y="619125"/>
                </a:moveTo>
                <a:lnTo>
                  <a:pt x="828675" y="619125"/>
                </a:lnTo>
                <a:lnTo>
                  <a:pt x="828675" y="628650"/>
                </a:lnTo>
                <a:lnTo>
                  <a:pt x="809625" y="628650"/>
                </a:lnTo>
                <a:close/>
                <a:moveTo>
                  <a:pt x="800100" y="628650"/>
                </a:moveTo>
                <a:lnTo>
                  <a:pt x="809625" y="628650"/>
                </a:lnTo>
                <a:lnTo>
                  <a:pt x="809625" y="638175"/>
                </a:lnTo>
                <a:lnTo>
                  <a:pt x="800100" y="638175"/>
                </a:lnTo>
                <a:close/>
                <a:moveTo>
                  <a:pt x="828675" y="628650"/>
                </a:moveTo>
                <a:lnTo>
                  <a:pt x="838200" y="628650"/>
                </a:lnTo>
                <a:lnTo>
                  <a:pt x="838200" y="638175"/>
                </a:lnTo>
                <a:lnTo>
                  <a:pt x="828675" y="638175"/>
                </a:lnTo>
                <a:close/>
                <a:moveTo>
                  <a:pt x="971550" y="628650"/>
                </a:moveTo>
                <a:lnTo>
                  <a:pt x="981075" y="628650"/>
                </a:lnTo>
                <a:lnTo>
                  <a:pt x="981075" y="638175"/>
                </a:lnTo>
                <a:lnTo>
                  <a:pt x="971550" y="638175"/>
                </a:lnTo>
                <a:close/>
                <a:moveTo>
                  <a:pt x="1200150" y="628650"/>
                </a:moveTo>
                <a:lnTo>
                  <a:pt x="1209675" y="628650"/>
                </a:lnTo>
                <a:lnTo>
                  <a:pt x="1209675" y="685800"/>
                </a:lnTo>
                <a:lnTo>
                  <a:pt x="1200150" y="685800"/>
                </a:lnTo>
                <a:close/>
                <a:moveTo>
                  <a:pt x="638175" y="647700"/>
                </a:moveTo>
                <a:lnTo>
                  <a:pt x="647700" y="647700"/>
                </a:lnTo>
                <a:lnTo>
                  <a:pt x="647700" y="657225"/>
                </a:lnTo>
                <a:lnTo>
                  <a:pt x="638175" y="657225"/>
                </a:lnTo>
                <a:close/>
                <a:moveTo>
                  <a:pt x="981075" y="647700"/>
                </a:moveTo>
                <a:lnTo>
                  <a:pt x="990600" y="647700"/>
                </a:lnTo>
                <a:lnTo>
                  <a:pt x="990600" y="657225"/>
                </a:lnTo>
                <a:lnTo>
                  <a:pt x="981075" y="657225"/>
                </a:lnTo>
                <a:close/>
                <a:moveTo>
                  <a:pt x="981075" y="676275"/>
                </a:moveTo>
                <a:lnTo>
                  <a:pt x="990600" y="676275"/>
                </a:lnTo>
                <a:lnTo>
                  <a:pt x="990600" y="685800"/>
                </a:lnTo>
                <a:lnTo>
                  <a:pt x="981075" y="685800"/>
                </a:lnTo>
                <a:close/>
              </a:path>
            </a:pathLst>
          </a:custGeom>
          <a:solidFill xmlns:a="http://schemas.openxmlformats.org/drawingml/2006/main">
            <a:srgbClr val="949D94"/>
          </a:solidFill>
          <a:ln xmlns:a="http://schemas.openxmlformats.org/drawingml/2006/main" w="0">
            <a:noFill/>
          </a:ln>
        </p:spPr>
      </p:sp>
      <p:sp>
        <p:nvSpPr>
          <p:cNvPr id="170" name="v12 vector #887562">
            <a:extLst xmlns:a="http://schemas.openxmlformats.org/drawingml/2006/main">
              <a:ext uri="{FF2B5EF4-FFF2-40B4-BE49-F238E27FC236}">
                <a16:creationId xmlns:a16="http://schemas.microsoft.com/office/drawing/2014/main" id="{6C61E351-05DF-4354-AE1B-CFDD3C8413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10675" y="3609975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76200" y="28575"/>
                </a:moveTo>
                <a:lnTo>
                  <a:pt x="85725" y="28575"/>
                </a:lnTo>
                <a:lnTo>
                  <a:pt x="85725" y="38100"/>
                </a:lnTo>
                <a:lnTo>
                  <a:pt x="76200" y="38100"/>
                </a:lnTo>
                <a:close/>
                <a:moveTo>
                  <a:pt x="828675" y="28575"/>
                </a:moveTo>
                <a:lnTo>
                  <a:pt x="838200" y="28575"/>
                </a:lnTo>
                <a:lnTo>
                  <a:pt x="838200" y="38100"/>
                </a:lnTo>
                <a:lnTo>
                  <a:pt x="828675" y="38100"/>
                </a:lnTo>
                <a:close/>
                <a:moveTo>
                  <a:pt x="228600" y="66675"/>
                </a:moveTo>
                <a:lnTo>
                  <a:pt x="238125" y="66675"/>
                </a:lnTo>
                <a:lnTo>
                  <a:pt x="238125" y="76200"/>
                </a:lnTo>
                <a:lnTo>
                  <a:pt x="228600" y="76200"/>
                </a:lnTo>
                <a:close/>
                <a:moveTo>
                  <a:pt x="219075" y="76200"/>
                </a:moveTo>
                <a:lnTo>
                  <a:pt x="228600" y="76200"/>
                </a:lnTo>
                <a:lnTo>
                  <a:pt x="228600" y="95250"/>
                </a:lnTo>
                <a:lnTo>
                  <a:pt x="219075" y="95250"/>
                </a:lnTo>
                <a:close/>
                <a:moveTo>
                  <a:pt x="228600" y="95250"/>
                </a:moveTo>
                <a:lnTo>
                  <a:pt x="247650" y="95250"/>
                </a:lnTo>
                <a:lnTo>
                  <a:pt x="247650" y="104775"/>
                </a:lnTo>
                <a:lnTo>
                  <a:pt x="228600" y="104775"/>
                </a:lnTo>
                <a:close/>
                <a:moveTo>
                  <a:pt x="838200" y="133350"/>
                </a:moveTo>
                <a:lnTo>
                  <a:pt x="847725" y="133350"/>
                </a:lnTo>
                <a:lnTo>
                  <a:pt x="847725" y="142875"/>
                </a:lnTo>
                <a:lnTo>
                  <a:pt x="838200" y="142875"/>
                </a:lnTo>
                <a:close/>
                <a:moveTo>
                  <a:pt x="847725" y="142875"/>
                </a:moveTo>
                <a:lnTo>
                  <a:pt x="866775" y="142875"/>
                </a:lnTo>
                <a:lnTo>
                  <a:pt x="866775" y="447675"/>
                </a:lnTo>
                <a:lnTo>
                  <a:pt x="857250" y="447675"/>
                </a:lnTo>
                <a:lnTo>
                  <a:pt x="857250" y="409575"/>
                </a:lnTo>
                <a:lnTo>
                  <a:pt x="847725" y="409575"/>
                </a:lnTo>
                <a:close/>
                <a:moveTo>
                  <a:pt x="695325" y="180975"/>
                </a:moveTo>
                <a:lnTo>
                  <a:pt x="704850" y="180975"/>
                </a:lnTo>
                <a:lnTo>
                  <a:pt x="704850" y="190500"/>
                </a:lnTo>
                <a:lnTo>
                  <a:pt x="695325" y="190500"/>
                </a:lnTo>
                <a:close/>
                <a:moveTo>
                  <a:pt x="247650" y="190500"/>
                </a:moveTo>
                <a:lnTo>
                  <a:pt x="266700" y="190500"/>
                </a:lnTo>
                <a:lnTo>
                  <a:pt x="266700" y="209550"/>
                </a:lnTo>
                <a:lnTo>
                  <a:pt x="247650" y="209550"/>
                </a:lnTo>
                <a:close/>
                <a:moveTo>
                  <a:pt x="695325" y="200025"/>
                </a:moveTo>
                <a:lnTo>
                  <a:pt x="704850" y="200025"/>
                </a:lnTo>
                <a:lnTo>
                  <a:pt x="704850" y="219075"/>
                </a:lnTo>
                <a:lnTo>
                  <a:pt x="714375" y="219075"/>
                </a:lnTo>
                <a:lnTo>
                  <a:pt x="714375" y="228600"/>
                </a:lnTo>
                <a:lnTo>
                  <a:pt x="685800" y="228600"/>
                </a:lnTo>
                <a:lnTo>
                  <a:pt x="685800" y="219075"/>
                </a:lnTo>
                <a:lnTo>
                  <a:pt x="695325" y="219075"/>
                </a:lnTo>
                <a:close/>
                <a:moveTo>
                  <a:pt x="390525" y="257175"/>
                </a:moveTo>
                <a:lnTo>
                  <a:pt x="419100" y="257175"/>
                </a:lnTo>
                <a:lnTo>
                  <a:pt x="419100" y="266700"/>
                </a:lnTo>
                <a:lnTo>
                  <a:pt x="409575" y="266700"/>
                </a:lnTo>
                <a:lnTo>
                  <a:pt x="409575" y="276225"/>
                </a:lnTo>
                <a:lnTo>
                  <a:pt x="400050" y="276225"/>
                </a:lnTo>
                <a:lnTo>
                  <a:pt x="400050" y="266700"/>
                </a:lnTo>
                <a:lnTo>
                  <a:pt x="390525" y="266700"/>
                </a:lnTo>
                <a:close/>
                <a:moveTo>
                  <a:pt x="638175" y="257175"/>
                </a:moveTo>
                <a:lnTo>
                  <a:pt x="647700" y="257175"/>
                </a:lnTo>
                <a:lnTo>
                  <a:pt x="647700" y="266700"/>
                </a:lnTo>
                <a:lnTo>
                  <a:pt x="638175" y="266700"/>
                </a:lnTo>
                <a:close/>
                <a:moveTo>
                  <a:pt x="619125" y="266700"/>
                </a:moveTo>
                <a:lnTo>
                  <a:pt x="638175" y="266700"/>
                </a:lnTo>
                <a:lnTo>
                  <a:pt x="638175" y="276225"/>
                </a:lnTo>
                <a:lnTo>
                  <a:pt x="619125" y="276225"/>
                </a:lnTo>
                <a:close/>
                <a:moveTo>
                  <a:pt x="371475" y="276225"/>
                </a:moveTo>
                <a:lnTo>
                  <a:pt x="381000" y="276225"/>
                </a:lnTo>
                <a:lnTo>
                  <a:pt x="381000" y="285750"/>
                </a:lnTo>
                <a:lnTo>
                  <a:pt x="371475" y="285750"/>
                </a:lnTo>
                <a:close/>
                <a:moveTo>
                  <a:pt x="1200150" y="276225"/>
                </a:moveTo>
                <a:lnTo>
                  <a:pt x="1209675" y="276225"/>
                </a:lnTo>
                <a:lnTo>
                  <a:pt x="1209675" y="295275"/>
                </a:lnTo>
                <a:lnTo>
                  <a:pt x="1200150" y="295275"/>
                </a:lnTo>
                <a:close/>
                <a:moveTo>
                  <a:pt x="352425" y="285750"/>
                </a:moveTo>
                <a:lnTo>
                  <a:pt x="371475" y="285750"/>
                </a:lnTo>
                <a:lnTo>
                  <a:pt x="371475" y="295275"/>
                </a:lnTo>
                <a:lnTo>
                  <a:pt x="352425" y="295275"/>
                </a:lnTo>
                <a:close/>
                <a:moveTo>
                  <a:pt x="438150" y="285750"/>
                </a:moveTo>
                <a:lnTo>
                  <a:pt x="457200" y="285750"/>
                </a:lnTo>
                <a:lnTo>
                  <a:pt x="457200" y="295275"/>
                </a:lnTo>
                <a:lnTo>
                  <a:pt x="466725" y="295275"/>
                </a:lnTo>
                <a:lnTo>
                  <a:pt x="466725" y="304800"/>
                </a:lnTo>
                <a:lnTo>
                  <a:pt x="447675" y="304800"/>
                </a:lnTo>
                <a:lnTo>
                  <a:pt x="447675" y="295275"/>
                </a:lnTo>
                <a:lnTo>
                  <a:pt x="438150" y="295275"/>
                </a:lnTo>
                <a:close/>
                <a:moveTo>
                  <a:pt x="685800" y="285750"/>
                </a:moveTo>
                <a:lnTo>
                  <a:pt x="742950" y="285750"/>
                </a:lnTo>
                <a:lnTo>
                  <a:pt x="742950" y="295275"/>
                </a:lnTo>
                <a:lnTo>
                  <a:pt x="685800" y="295275"/>
                </a:lnTo>
                <a:close/>
                <a:moveTo>
                  <a:pt x="581025" y="295275"/>
                </a:moveTo>
                <a:lnTo>
                  <a:pt x="600075" y="295275"/>
                </a:lnTo>
                <a:lnTo>
                  <a:pt x="600075" y="304800"/>
                </a:lnTo>
                <a:lnTo>
                  <a:pt x="581025" y="304800"/>
                </a:lnTo>
                <a:close/>
                <a:moveTo>
                  <a:pt x="676275" y="295275"/>
                </a:moveTo>
                <a:lnTo>
                  <a:pt x="685800" y="295275"/>
                </a:lnTo>
                <a:lnTo>
                  <a:pt x="685800" y="428625"/>
                </a:lnTo>
                <a:lnTo>
                  <a:pt x="676275" y="428625"/>
                </a:lnTo>
                <a:close/>
                <a:moveTo>
                  <a:pt x="742950" y="295275"/>
                </a:moveTo>
                <a:lnTo>
                  <a:pt x="752475" y="295275"/>
                </a:lnTo>
                <a:lnTo>
                  <a:pt x="752475" y="304800"/>
                </a:lnTo>
                <a:lnTo>
                  <a:pt x="742950" y="304800"/>
                </a:lnTo>
                <a:close/>
                <a:moveTo>
                  <a:pt x="323850" y="304800"/>
                </a:moveTo>
                <a:lnTo>
                  <a:pt x="352425" y="304800"/>
                </a:lnTo>
                <a:lnTo>
                  <a:pt x="352425" y="314325"/>
                </a:lnTo>
                <a:lnTo>
                  <a:pt x="342900" y="314325"/>
                </a:lnTo>
                <a:lnTo>
                  <a:pt x="342900" y="323850"/>
                </a:lnTo>
                <a:lnTo>
                  <a:pt x="314325" y="323850"/>
                </a:lnTo>
                <a:lnTo>
                  <a:pt x="314325" y="314325"/>
                </a:lnTo>
                <a:lnTo>
                  <a:pt x="323850" y="314325"/>
                </a:lnTo>
                <a:close/>
                <a:moveTo>
                  <a:pt x="571500" y="304800"/>
                </a:moveTo>
                <a:lnTo>
                  <a:pt x="581025" y="304800"/>
                </a:lnTo>
                <a:lnTo>
                  <a:pt x="581025" y="314325"/>
                </a:lnTo>
                <a:lnTo>
                  <a:pt x="571500" y="314325"/>
                </a:lnTo>
                <a:close/>
                <a:moveTo>
                  <a:pt x="552450" y="314325"/>
                </a:moveTo>
                <a:lnTo>
                  <a:pt x="571500" y="314325"/>
                </a:lnTo>
                <a:lnTo>
                  <a:pt x="571500" y="323850"/>
                </a:lnTo>
                <a:lnTo>
                  <a:pt x="552450" y="323850"/>
                </a:lnTo>
                <a:close/>
                <a:moveTo>
                  <a:pt x="476250" y="323850"/>
                </a:moveTo>
                <a:lnTo>
                  <a:pt x="495300" y="323850"/>
                </a:lnTo>
                <a:lnTo>
                  <a:pt x="495300" y="333375"/>
                </a:lnTo>
                <a:lnTo>
                  <a:pt x="504825" y="333375"/>
                </a:lnTo>
                <a:lnTo>
                  <a:pt x="504825" y="342900"/>
                </a:lnTo>
                <a:lnTo>
                  <a:pt x="485775" y="342900"/>
                </a:lnTo>
                <a:lnTo>
                  <a:pt x="485775" y="333375"/>
                </a:lnTo>
                <a:lnTo>
                  <a:pt x="476250" y="333375"/>
                </a:lnTo>
                <a:close/>
                <a:moveTo>
                  <a:pt x="295275" y="333375"/>
                </a:moveTo>
                <a:lnTo>
                  <a:pt x="304800" y="333375"/>
                </a:lnTo>
                <a:lnTo>
                  <a:pt x="304800" y="342900"/>
                </a:lnTo>
                <a:lnTo>
                  <a:pt x="295275" y="342900"/>
                </a:lnTo>
                <a:close/>
                <a:moveTo>
                  <a:pt x="276225" y="342900"/>
                </a:moveTo>
                <a:lnTo>
                  <a:pt x="295275" y="342900"/>
                </a:lnTo>
                <a:lnTo>
                  <a:pt x="295275" y="352425"/>
                </a:lnTo>
                <a:lnTo>
                  <a:pt x="276225" y="352425"/>
                </a:lnTo>
                <a:close/>
                <a:moveTo>
                  <a:pt x="504825" y="342900"/>
                </a:moveTo>
                <a:lnTo>
                  <a:pt x="533400" y="342900"/>
                </a:lnTo>
                <a:lnTo>
                  <a:pt x="533400" y="352425"/>
                </a:lnTo>
                <a:lnTo>
                  <a:pt x="504825" y="352425"/>
                </a:lnTo>
                <a:close/>
                <a:moveTo>
                  <a:pt x="371475" y="352425"/>
                </a:moveTo>
                <a:lnTo>
                  <a:pt x="381000" y="352425"/>
                </a:lnTo>
                <a:lnTo>
                  <a:pt x="381000" y="361950"/>
                </a:lnTo>
                <a:lnTo>
                  <a:pt x="371475" y="361950"/>
                </a:lnTo>
                <a:close/>
                <a:moveTo>
                  <a:pt x="428625" y="352425"/>
                </a:moveTo>
                <a:lnTo>
                  <a:pt x="438150" y="352425"/>
                </a:lnTo>
                <a:lnTo>
                  <a:pt x="438150" y="361950"/>
                </a:lnTo>
                <a:lnTo>
                  <a:pt x="428625" y="361950"/>
                </a:lnTo>
                <a:close/>
                <a:moveTo>
                  <a:pt x="257175" y="361950"/>
                </a:moveTo>
                <a:lnTo>
                  <a:pt x="266700" y="361950"/>
                </a:lnTo>
                <a:lnTo>
                  <a:pt x="266700" y="371475"/>
                </a:lnTo>
                <a:lnTo>
                  <a:pt x="257175" y="371475"/>
                </a:lnTo>
                <a:close/>
                <a:moveTo>
                  <a:pt x="361950" y="361950"/>
                </a:moveTo>
                <a:lnTo>
                  <a:pt x="371475" y="361950"/>
                </a:lnTo>
                <a:lnTo>
                  <a:pt x="371475" y="447675"/>
                </a:lnTo>
                <a:lnTo>
                  <a:pt x="361950" y="447675"/>
                </a:lnTo>
                <a:close/>
                <a:moveTo>
                  <a:pt x="438150" y="361950"/>
                </a:moveTo>
                <a:lnTo>
                  <a:pt x="447675" y="361950"/>
                </a:lnTo>
                <a:lnTo>
                  <a:pt x="447675" y="561975"/>
                </a:lnTo>
                <a:lnTo>
                  <a:pt x="438150" y="561975"/>
                </a:lnTo>
                <a:close/>
                <a:moveTo>
                  <a:pt x="238125" y="371475"/>
                </a:moveTo>
                <a:lnTo>
                  <a:pt x="257175" y="371475"/>
                </a:lnTo>
                <a:lnTo>
                  <a:pt x="257175" y="381000"/>
                </a:lnTo>
                <a:lnTo>
                  <a:pt x="247650" y="381000"/>
                </a:lnTo>
                <a:lnTo>
                  <a:pt x="247650" y="390525"/>
                </a:lnTo>
                <a:lnTo>
                  <a:pt x="228600" y="390525"/>
                </a:lnTo>
                <a:lnTo>
                  <a:pt x="228600" y="381000"/>
                </a:lnTo>
                <a:lnTo>
                  <a:pt x="238125" y="381000"/>
                </a:lnTo>
                <a:close/>
                <a:moveTo>
                  <a:pt x="590550" y="371475"/>
                </a:moveTo>
                <a:lnTo>
                  <a:pt x="638175" y="371475"/>
                </a:lnTo>
                <a:lnTo>
                  <a:pt x="638175" y="381000"/>
                </a:lnTo>
                <a:lnTo>
                  <a:pt x="590550" y="381000"/>
                </a:lnTo>
                <a:close/>
                <a:moveTo>
                  <a:pt x="581025" y="381000"/>
                </a:moveTo>
                <a:lnTo>
                  <a:pt x="590550" y="381000"/>
                </a:lnTo>
                <a:lnTo>
                  <a:pt x="590550" y="390525"/>
                </a:lnTo>
                <a:lnTo>
                  <a:pt x="581025" y="390525"/>
                </a:lnTo>
                <a:close/>
                <a:moveTo>
                  <a:pt x="638175" y="381000"/>
                </a:moveTo>
                <a:lnTo>
                  <a:pt x="647700" y="381000"/>
                </a:lnTo>
                <a:lnTo>
                  <a:pt x="647700" y="390525"/>
                </a:lnTo>
                <a:lnTo>
                  <a:pt x="638175" y="390525"/>
                </a:lnTo>
                <a:close/>
                <a:moveTo>
                  <a:pt x="219075" y="390525"/>
                </a:moveTo>
                <a:lnTo>
                  <a:pt x="228600" y="390525"/>
                </a:lnTo>
                <a:lnTo>
                  <a:pt x="228600" y="400050"/>
                </a:lnTo>
                <a:lnTo>
                  <a:pt x="219075" y="400050"/>
                </a:lnTo>
                <a:close/>
                <a:moveTo>
                  <a:pt x="200025" y="400050"/>
                </a:moveTo>
                <a:lnTo>
                  <a:pt x="219075" y="400050"/>
                </a:lnTo>
                <a:lnTo>
                  <a:pt x="219075" y="409575"/>
                </a:lnTo>
                <a:lnTo>
                  <a:pt x="209550" y="409575"/>
                </a:lnTo>
                <a:lnTo>
                  <a:pt x="209550" y="419100"/>
                </a:lnTo>
                <a:lnTo>
                  <a:pt x="190500" y="419100"/>
                </a:lnTo>
                <a:lnTo>
                  <a:pt x="190500" y="409575"/>
                </a:lnTo>
                <a:lnTo>
                  <a:pt x="200025" y="409575"/>
                </a:lnTo>
                <a:close/>
                <a:moveTo>
                  <a:pt x="800100" y="409575"/>
                </a:moveTo>
                <a:lnTo>
                  <a:pt x="847725" y="409575"/>
                </a:lnTo>
                <a:lnTo>
                  <a:pt x="847725" y="419100"/>
                </a:lnTo>
                <a:lnTo>
                  <a:pt x="828675" y="419100"/>
                </a:lnTo>
                <a:lnTo>
                  <a:pt x="828675" y="428625"/>
                </a:lnTo>
                <a:lnTo>
                  <a:pt x="809625" y="428625"/>
                </a:lnTo>
                <a:lnTo>
                  <a:pt x="809625" y="419100"/>
                </a:lnTo>
                <a:lnTo>
                  <a:pt x="800100" y="419100"/>
                </a:lnTo>
                <a:close/>
                <a:moveTo>
                  <a:pt x="781050" y="428625"/>
                </a:moveTo>
                <a:lnTo>
                  <a:pt x="790575" y="428625"/>
                </a:lnTo>
                <a:lnTo>
                  <a:pt x="790575" y="457200"/>
                </a:lnTo>
                <a:lnTo>
                  <a:pt x="781050" y="457200"/>
                </a:lnTo>
                <a:lnTo>
                  <a:pt x="781050" y="476250"/>
                </a:lnTo>
                <a:lnTo>
                  <a:pt x="771525" y="476250"/>
                </a:lnTo>
                <a:lnTo>
                  <a:pt x="771525" y="466725"/>
                </a:lnTo>
                <a:lnTo>
                  <a:pt x="762000" y="466725"/>
                </a:lnTo>
                <a:lnTo>
                  <a:pt x="762000" y="457200"/>
                </a:lnTo>
                <a:lnTo>
                  <a:pt x="771525" y="457200"/>
                </a:lnTo>
                <a:lnTo>
                  <a:pt x="771525" y="438150"/>
                </a:lnTo>
                <a:lnTo>
                  <a:pt x="781050" y="438150"/>
                </a:lnTo>
                <a:close/>
                <a:moveTo>
                  <a:pt x="828675" y="428625"/>
                </a:moveTo>
                <a:lnTo>
                  <a:pt x="838200" y="428625"/>
                </a:lnTo>
                <a:lnTo>
                  <a:pt x="838200" y="438150"/>
                </a:lnTo>
                <a:lnTo>
                  <a:pt x="828675" y="438150"/>
                </a:lnTo>
                <a:close/>
                <a:moveTo>
                  <a:pt x="276225" y="438150"/>
                </a:moveTo>
                <a:lnTo>
                  <a:pt x="295275" y="438150"/>
                </a:lnTo>
                <a:lnTo>
                  <a:pt x="295275" y="476250"/>
                </a:lnTo>
                <a:lnTo>
                  <a:pt x="276225" y="476250"/>
                </a:lnTo>
                <a:lnTo>
                  <a:pt x="276225" y="552450"/>
                </a:lnTo>
                <a:lnTo>
                  <a:pt x="285750" y="552450"/>
                </a:lnTo>
                <a:lnTo>
                  <a:pt x="285750" y="542925"/>
                </a:lnTo>
                <a:lnTo>
                  <a:pt x="295275" y="542925"/>
                </a:lnTo>
                <a:lnTo>
                  <a:pt x="295275" y="552450"/>
                </a:lnTo>
                <a:lnTo>
                  <a:pt x="285750" y="552450"/>
                </a:lnTo>
                <a:lnTo>
                  <a:pt x="285750" y="561975"/>
                </a:lnTo>
                <a:lnTo>
                  <a:pt x="266700" y="561975"/>
                </a:lnTo>
                <a:lnTo>
                  <a:pt x="266700" y="447675"/>
                </a:lnTo>
                <a:lnTo>
                  <a:pt x="276225" y="447675"/>
                </a:lnTo>
                <a:close/>
                <a:moveTo>
                  <a:pt x="314325" y="438150"/>
                </a:moveTo>
                <a:lnTo>
                  <a:pt x="333375" y="438150"/>
                </a:lnTo>
                <a:lnTo>
                  <a:pt x="333375" y="447675"/>
                </a:lnTo>
                <a:lnTo>
                  <a:pt x="314325" y="447675"/>
                </a:lnTo>
                <a:close/>
                <a:moveTo>
                  <a:pt x="476250" y="438150"/>
                </a:moveTo>
                <a:lnTo>
                  <a:pt x="485775" y="438150"/>
                </a:lnTo>
                <a:lnTo>
                  <a:pt x="485775" y="457200"/>
                </a:lnTo>
                <a:lnTo>
                  <a:pt x="495300" y="457200"/>
                </a:lnTo>
                <a:lnTo>
                  <a:pt x="495300" y="466725"/>
                </a:lnTo>
                <a:lnTo>
                  <a:pt x="485775" y="466725"/>
                </a:lnTo>
                <a:lnTo>
                  <a:pt x="485775" y="552450"/>
                </a:lnTo>
                <a:lnTo>
                  <a:pt x="495300" y="552450"/>
                </a:lnTo>
                <a:lnTo>
                  <a:pt x="495300" y="561975"/>
                </a:lnTo>
                <a:lnTo>
                  <a:pt x="466725" y="561975"/>
                </a:lnTo>
                <a:lnTo>
                  <a:pt x="466725" y="447675"/>
                </a:lnTo>
                <a:lnTo>
                  <a:pt x="476250" y="447675"/>
                </a:lnTo>
                <a:close/>
                <a:moveTo>
                  <a:pt x="514350" y="438150"/>
                </a:moveTo>
                <a:lnTo>
                  <a:pt x="542925" y="438150"/>
                </a:lnTo>
                <a:lnTo>
                  <a:pt x="542925" y="447675"/>
                </a:lnTo>
                <a:lnTo>
                  <a:pt x="552450" y="447675"/>
                </a:lnTo>
                <a:lnTo>
                  <a:pt x="552450" y="561975"/>
                </a:lnTo>
                <a:lnTo>
                  <a:pt x="523875" y="561975"/>
                </a:lnTo>
                <a:lnTo>
                  <a:pt x="523875" y="552450"/>
                </a:lnTo>
                <a:lnTo>
                  <a:pt x="533400" y="552450"/>
                </a:lnTo>
                <a:lnTo>
                  <a:pt x="533400" y="466725"/>
                </a:lnTo>
                <a:lnTo>
                  <a:pt x="523875" y="466725"/>
                </a:lnTo>
                <a:lnTo>
                  <a:pt x="523875" y="457200"/>
                </a:lnTo>
                <a:lnTo>
                  <a:pt x="514350" y="457200"/>
                </a:lnTo>
                <a:close/>
                <a:moveTo>
                  <a:pt x="838200" y="438150"/>
                </a:moveTo>
                <a:lnTo>
                  <a:pt x="847725" y="438150"/>
                </a:lnTo>
                <a:lnTo>
                  <a:pt x="847725" y="447675"/>
                </a:lnTo>
                <a:lnTo>
                  <a:pt x="838200" y="447675"/>
                </a:lnTo>
                <a:close/>
                <a:moveTo>
                  <a:pt x="333375" y="447675"/>
                </a:moveTo>
                <a:lnTo>
                  <a:pt x="342900" y="447675"/>
                </a:lnTo>
                <a:lnTo>
                  <a:pt x="342900" y="561975"/>
                </a:lnTo>
                <a:lnTo>
                  <a:pt x="314325" y="561975"/>
                </a:lnTo>
                <a:lnTo>
                  <a:pt x="314325" y="552450"/>
                </a:lnTo>
                <a:lnTo>
                  <a:pt x="323850" y="552450"/>
                </a:lnTo>
                <a:lnTo>
                  <a:pt x="323850" y="476250"/>
                </a:lnTo>
                <a:lnTo>
                  <a:pt x="304800" y="476250"/>
                </a:lnTo>
                <a:lnTo>
                  <a:pt x="304800" y="457200"/>
                </a:lnTo>
                <a:lnTo>
                  <a:pt x="333375" y="457200"/>
                </a:lnTo>
                <a:close/>
                <a:moveTo>
                  <a:pt x="847725" y="447675"/>
                </a:moveTo>
                <a:lnTo>
                  <a:pt x="857250" y="447675"/>
                </a:lnTo>
                <a:lnTo>
                  <a:pt x="857250" y="457200"/>
                </a:lnTo>
                <a:lnTo>
                  <a:pt x="847725" y="457200"/>
                </a:lnTo>
                <a:close/>
                <a:moveTo>
                  <a:pt x="276225" y="457200"/>
                </a:moveTo>
                <a:lnTo>
                  <a:pt x="285750" y="457200"/>
                </a:lnTo>
                <a:lnTo>
                  <a:pt x="285750" y="447675"/>
                </a:lnTo>
                <a:lnTo>
                  <a:pt x="276225" y="447675"/>
                </a:lnTo>
                <a:close/>
                <a:moveTo>
                  <a:pt x="523875" y="457200"/>
                </a:moveTo>
                <a:lnTo>
                  <a:pt x="533400" y="457200"/>
                </a:lnTo>
                <a:lnTo>
                  <a:pt x="533400" y="447675"/>
                </a:lnTo>
                <a:lnTo>
                  <a:pt x="523875" y="447675"/>
                </a:lnTo>
                <a:close/>
                <a:moveTo>
                  <a:pt x="866775" y="457200"/>
                </a:moveTo>
                <a:lnTo>
                  <a:pt x="876300" y="457200"/>
                </a:lnTo>
                <a:lnTo>
                  <a:pt x="876300" y="466725"/>
                </a:lnTo>
                <a:lnTo>
                  <a:pt x="866775" y="466725"/>
                </a:lnTo>
                <a:close/>
                <a:moveTo>
                  <a:pt x="857250" y="466725"/>
                </a:moveTo>
                <a:lnTo>
                  <a:pt x="866775" y="466725"/>
                </a:lnTo>
                <a:lnTo>
                  <a:pt x="866775" y="476250"/>
                </a:lnTo>
                <a:lnTo>
                  <a:pt x="857250" y="476250"/>
                </a:lnTo>
                <a:close/>
                <a:moveTo>
                  <a:pt x="171450" y="485775"/>
                </a:moveTo>
                <a:lnTo>
                  <a:pt x="228600" y="485775"/>
                </a:lnTo>
                <a:lnTo>
                  <a:pt x="228600" y="495300"/>
                </a:lnTo>
                <a:lnTo>
                  <a:pt x="238125" y="495300"/>
                </a:lnTo>
                <a:lnTo>
                  <a:pt x="238125" y="561975"/>
                </a:lnTo>
                <a:lnTo>
                  <a:pt x="228600" y="561975"/>
                </a:lnTo>
                <a:lnTo>
                  <a:pt x="228600" y="504825"/>
                </a:lnTo>
                <a:lnTo>
                  <a:pt x="219075" y="504825"/>
                </a:lnTo>
                <a:lnTo>
                  <a:pt x="219075" y="495300"/>
                </a:lnTo>
                <a:lnTo>
                  <a:pt x="171450" y="495300"/>
                </a:lnTo>
                <a:close/>
                <a:moveTo>
                  <a:pt x="809625" y="485775"/>
                </a:moveTo>
                <a:lnTo>
                  <a:pt x="828675" y="485775"/>
                </a:lnTo>
                <a:lnTo>
                  <a:pt x="828675" y="495300"/>
                </a:lnTo>
                <a:lnTo>
                  <a:pt x="809625" y="495300"/>
                </a:lnTo>
                <a:close/>
                <a:moveTo>
                  <a:pt x="885825" y="485775"/>
                </a:moveTo>
                <a:lnTo>
                  <a:pt x="895350" y="485775"/>
                </a:lnTo>
                <a:lnTo>
                  <a:pt x="895350" y="495300"/>
                </a:lnTo>
                <a:lnTo>
                  <a:pt x="885825" y="495300"/>
                </a:lnTo>
                <a:close/>
                <a:moveTo>
                  <a:pt x="161925" y="495300"/>
                </a:moveTo>
                <a:lnTo>
                  <a:pt x="171450" y="495300"/>
                </a:lnTo>
                <a:lnTo>
                  <a:pt x="171450" y="504825"/>
                </a:lnTo>
                <a:lnTo>
                  <a:pt x="161925" y="504825"/>
                </a:lnTo>
                <a:close/>
                <a:moveTo>
                  <a:pt x="800100" y="495300"/>
                </a:moveTo>
                <a:lnTo>
                  <a:pt x="809625" y="495300"/>
                </a:lnTo>
                <a:lnTo>
                  <a:pt x="809625" y="504825"/>
                </a:lnTo>
                <a:lnTo>
                  <a:pt x="800100" y="504825"/>
                </a:lnTo>
                <a:close/>
                <a:moveTo>
                  <a:pt x="904875" y="523875"/>
                </a:moveTo>
                <a:lnTo>
                  <a:pt x="914400" y="523875"/>
                </a:lnTo>
                <a:lnTo>
                  <a:pt x="914400" y="533400"/>
                </a:lnTo>
                <a:lnTo>
                  <a:pt x="904875" y="533400"/>
                </a:lnTo>
                <a:close/>
                <a:moveTo>
                  <a:pt x="914400" y="533400"/>
                </a:moveTo>
                <a:lnTo>
                  <a:pt x="923925" y="533400"/>
                </a:lnTo>
                <a:lnTo>
                  <a:pt x="923925" y="552450"/>
                </a:lnTo>
                <a:lnTo>
                  <a:pt x="904875" y="552450"/>
                </a:lnTo>
                <a:lnTo>
                  <a:pt x="904875" y="542925"/>
                </a:lnTo>
                <a:lnTo>
                  <a:pt x="914400" y="542925"/>
                </a:lnTo>
                <a:close/>
                <a:moveTo>
                  <a:pt x="923925" y="552450"/>
                </a:moveTo>
                <a:lnTo>
                  <a:pt x="933450" y="552450"/>
                </a:lnTo>
                <a:lnTo>
                  <a:pt x="933450" y="561975"/>
                </a:lnTo>
                <a:lnTo>
                  <a:pt x="923925" y="561975"/>
                </a:lnTo>
                <a:close/>
                <a:moveTo>
                  <a:pt x="238125" y="561975"/>
                </a:moveTo>
                <a:lnTo>
                  <a:pt x="247650" y="561975"/>
                </a:lnTo>
                <a:lnTo>
                  <a:pt x="247650" y="571500"/>
                </a:lnTo>
                <a:lnTo>
                  <a:pt x="238125" y="571500"/>
                </a:lnTo>
                <a:close/>
                <a:moveTo>
                  <a:pt x="285750" y="561975"/>
                </a:moveTo>
                <a:lnTo>
                  <a:pt x="295275" y="561975"/>
                </a:lnTo>
                <a:lnTo>
                  <a:pt x="295275" y="581025"/>
                </a:lnTo>
                <a:lnTo>
                  <a:pt x="257175" y="581025"/>
                </a:lnTo>
                <a:lnTo>
                  <a:pt x="257175" y="571500"/>
                </a:lnTo>
                <a:lnTo>
                  <a:pt x="285750" y="571500"/>
                </a:lnTo>
                <a:close/>
                <a:moveTo>
                  <a:pt x="342900" y="561975"/>
                </a:moveTo>
                <a:lnTo>
                  <a:pt x="352425" y="561975"/>
                </a:lnTo>
                <a:lnTo>
                  <a:pt x="352425" y="571500"/>
                </a:lnTo>
                <a:lnTo>
                  <a:pt x="342900" y="571500"/>
                </a:lnTo>
                <a:close/>
                <a:moveTo>
                  <a:pt x="457200" y="561975"/>
                </a:moveTo>
                <a:lnTo>
                  <a:pt x="466725" y="561975"/>
                </a:lnTo>
                <a:lnTo>
                  <a:pt x="466725" y="571500"/>
                </a:lnTo>
                <a:lnTo>
                  <a:pt x="457200" y="571500"/>
                </a:lnTo>
                <a:close/>
                <a:moveTo>
                  <a:pt x="495300" y="561975"/>
                </a:moveTo>
                <a:lnTo>
                  <a:pt x="523875" y="561975"/>
                </a:lnTo>
                <a:lnTo>
                  <a:pt x="523875" y="571500"/>
                </a:lnTo>
                <a:lnTo>
                  <a:pt x="533400" y="571500"/>
                </a:lnTo>
                <a:lnTo>
                  <a:pt x="533400" y="581025"/>
                </a:lnTo>
                <a:lnTo>
                  <a:pt x="466725" y="581025"/>
                </a:lnTo>
                <a:lnTo>
                  <a:pt x="466725" y="571500"/>
                </a:lnTo>
                <a:lnTo>
                  <a:pt x="495300" y="571500"/>
                </a:lnTo>
                <a:close/>
                <a:moveTo>
                  <a:pt x="552450" y="561975"/>
                </a:moveTo>
                <a:lnTo>
                  <a:pt x="561975" y="561975"/>
                </a:lnTo>
                <a:lnTo>
                  <a:pt x="561975" y="571500"/>
                </a:lnTo>
                <a:lnTo>
                  <a:pt x="552450" y="571500"/>
                </a:lnTo>
                <a:close/>
                <a:moveTo>
                  <a:pt x="914400" y="561975"/>
                </a:moveTo>
                <a:lnTo>
                  <a:pt x="923925" y="561975"/>
                </a:lnTo>
                <a:lnTo>
                  <a:pt x="923925" y="571500"/>
                </a:lnTo>
                <a:lnTo>
                  <a:pt x="914400" y="571500"/>
                </a:lnTo>
                <a:close/>
                <a:moveTo>
                  <a:pt x="152400" y="571500"/>
                </a:moveTo>
                <a:lnTo>
                  <a:pt x="161925" y="571500"/>
                </a:lnTo>
                <a:lnTo>
                  <a:pt x="161925" y="581025"/>
                </a:lnTo>
                <a:lnTo>
                  <a:pt x="152400" y="581025"/>
                </a:lnTo>
                <a:close/>
                <a:moveTo>
                  <a:pt x="361950" y="571500"/>
                </a:moveTo>
                <a:lnTo>
                  <a:pt x="371475" y="571500"/>
                </a:lnTo>
                <a:lnTo>
                  <a:pt x="371475" y="581025"/>
                </a:lnTo>
                <a:lnTo>
                  <a:pt x="361950" y="581025"/>
                </a:lnTo>
                <a:close/>
                <a:moveTo>
                  <a:pt x="647700" y="571500"/>
                </a:moveTo>
                <a:lnTo>
                  <a:pt x="657225" y="571500"/>
                </a:lnTo>
                <a:lnTo>
                  <a:pt x="657225" y="581025"/>
                </a:lnTo>
                <a:lnTo>
                  <a:pt x="647700" y="581025"/>
                </a:lnTo>
                <a:close/>
                <a:moveTo>
                  <a:pt x="685800" y="590550"/>
                </a:moveTo>
                <a:lnTo>
                  <a:pt x="704850" y="590550"/>
                </a:lnTo>
                <a:lnTo>
                  <a:pt x="704850" y="600075"/>
                </a:lnTo>
                <a:lnTo>
                  <a:pt x="695325" y="600075"/>
                </a:lnTo>
                <a:lnTo>
                  <a:pt x="695325" y="619125"/>
                </a:lnTo>
                <a:lnTo>
                  <a:pt x="676275" y="619125"/>
                </a:lnTo>
                <a:lnTo>
                  <a:pt x="676275" y="600075"/>
                </a:lnTo>
                <a:lnTo>
                  <a:pt x="685800" y="600075"/>
                </a:lnTo>
                <a:close/>
                <a:moveTo>
                  <a:pt x="942975" y="590550"/>
                </a:moveTo>
                <a:lnTo>
                  <a:pt x="952500" y="590550"/>
                </a:lnTo>
                <a:lnTo>
                  <a:pt x="952500" y="600075"/>
                </a:lnTo>
                <a:lnTo>
                  <a:pt x="942975" y="600075"/>
                </a:lnTo>
                <a:close/>
                <a:moveTo>
                  <a:pt x="952500" y="600075"/>
                </a:moveTo>
                <a:lnTo>
                  <a:pt x="962025" y="600075"/>
                </a:lnTo>
                <a:lnTo>
                  <a:pt x="962025" y="609600"/>
                </a:lnTo>
                <a:lnTo>
                  <a:pt x="952500" y="609600"/>
                </a:lnTo>
                <a:close/>
                <a:moveTo>
                  <a:pt x="942975" y="609600"/>
                </a:moveTo>
                <a:lnTo>
                  <a:pt x="952500" y="609600"/>
                </a:lnTo>
                <a:lnTo>
                  <a:pt x="952500" y="619125"/>
                </a:lnTo>
                <a:lnTo>
                  <a:pt x="942975" y="619125"/>
                </a:lnTo>
                <a:close/>
                <a:moveTo>
                  <a:pt x="95250" y="628650"/>
                </a:moveTo>
                <a:lnTo>
                  <a:pt x="657225" y="628650"/>
                </a:lnTo>
                <a:lnTo>
                  <a:pt x="657225" y="638175"/>
                </a:lnTo>
                <a:lnTo>
                  <a:pt x="647700" y="638175"/>
                </a:lnTo>
                <a:lnTo>
                  <a:pt x="647700" y="647700"/>
                </a:lnTo>
                <a:lnTo>
                  <a:pt x="95250" y="647700"/>
                </a:lnTo>
                <a:close/>
                <a:moveTo>
                  <a:pt x="971550" y="638175"/>
                </a:moveTo>
                <a:lnTo>
                  <a:pt x="981075" y="638175"/>
                </a:lnTo>
                <a:lnTo>
                  <a:pt x="981075" y="647700"/>
                </a:lnTo>
                <a:lnTo>
                  <a:pt x="971550" y="647700"/>
                </a:lnTo>
                <a:close/>
                <a:moveTo>
                  <a:pt x="647700" y="647700"/>
                </a:moveTo>
                <a:lnTo>
                  <a:pt x="657225" y="647700"/>
                </a:lnTo>
                <a:lnTo>
                  <a:pt x="657225" y="657225"/>
                </a:lnTo>
                <a:lnTo>
                  <a:pt x="647700" y="657225"/>
                </a:lnTo>
                <a:close/>
                <a:moveTo>
                  <a:pt x="647700" y="676275"/>
                </a:moveTo>
                <a:lnTo>
                  <a:pt x="657225" y="676275"/>
                </a:lnTo>
                <a:lnTo>
                  <a:pt x="657225" y="685800"/>
                </a:lnTo>
                <a:lnTo>
                  <a:pt x="647700" y="685800"/>
                </a:lnTo>
                <a:close/>
                <a:moveTo>
                  <a:pt x="657225" y="685800"/>
                </a:moveTo>
                <a:lnTo>
                  <a:pt x="666750" y="685800"/>
                </a:lnTo>
                <a:lnTo>
                  <a:pt x="666750" y="695325"/>
                </a:lnTo>
                <a:lnTo>
                  <a:pt x="657225" y="695325"/>
                </a:lnTo>
                <a:close/>
                <a:moveTo>
                  <a:pt x="971550" y="685800"/>
                </a:moveTo>
                <a:lnTo>
                  <a:pt x="981075" y="685800"/>
                </a:lnTo>
                <a:lnTo>
                  <a:pt x="981075" y="695325"/>
                </a:lnTo>
                <a:lnTo>
                  <a:pt x="971550" y="695325"/>
                </a:lnTo>
                <a:close/>
                <a:moveTo>
                  <a:pt x="666750" y="695325"/>
                </a:moveTo>
                <a:lnTo>
                  <a:pt x="676275" y="695325"/>
                </a:lnTo>
                <a:lnTo>
                  <a:pt x="676275" y="704850"/>
                </a:lnTo>
                <a:lnTo>
                  <a:pt x="666750" y="704850"/>
                </a:lnTo>
                <a:close/>
                <a:moveTo>
                  <a:pt x="962025" y="695325"/>
                </a:moveTo>
                <a:lnTo>
                  <a:pt x="971550" y="695325"/>
                </a:lnTo>
                <a:lnTo>
                  <a:pt x="971550" y="704850"/>
                </a:lnTo>
                <a:lnTo>
                  <a:pt x="962025" y="704850"/>
                </a:lnTo>
                <a:close/>
              </a:path>
            </a:pathLst>
          </a:custGeom>
          <a:solidFill xmlns:a="http://schemas.openxmlformats.org/drawingml/2006/main">
            <a:srgbClr val="887562"/>
          </a:solidFill>
          <a:ln xmlns:a="http://schemas.openxmlformats.org/drawingml/2006/main" w="0">
            <a:noFill/>
          </a:ln>
        </p:spPr>
      </p:sp>
      <p:sp>
        <p:nvSpPr>
          <p:cNvPr id="171" name="v12 vector #9a6447">
            <a:extLst xmlns:a="http://schemas.openxmlformats.org/drawingml/2006/main">
              <a:ext uri="{FF2B5EF4-FFF2-40B4-BE49-F238E27FC236}">
                <a16:creationId xmlns:a16="http://schemas.microsoft.com/office/drawing/2014/main" id="{EA8F48C1-2F66-4A46-8CCD-9C8D3630361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10675" y="3609975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800100" y="428625"/>
                </a:moveTo>
                <a:lnTo>
                  <a:pt x="828675" y="428625"/>
                </a:lnTo>
                <a:lnTo>
                  <a:pt x="828675" y="438150"/>
                </a:lnTo>
                <a:lnTo>
                  <a:pt x="838200" y="438150"/>
                </a:lnTo>
                <a:lnTo>
                  <a:pt x="838200" y="447675"/>
                </a:lnTo>
                <a:lnTo>
                  <a:pt x="847725" y="447675"/>
                </a:lnTo>
                <a:lnTo>
                  <a:pt x="847725" y="457200"/>
                </a:lnTo>
                <a:lnTo>
                  <a:pt x="857250" y="457200"/>
                </a:lnTo>
                <a:lnTo>
                  <a:pt x="857250" y="476250"/>
                </a:lnTo>
                <a:lnTo>
                  <a:pt x="885825" y="476250"/>
                </a:lnTo>
                <a:lnTo>
                  <a:pt x="885825" y="485775"/>
                </a:lnTo>
                <a:lnTo>
                  <a:pt x="876300" y="485775"/>
                </a:lnTo>
                <a:lnTo>
                  <a:pt x="876300" y="495300"/>
                </a:lnTo>
                <a:lnTo>
                  <a:pt x="885825" y="495300"/>
                </a:lnTo>
                <a:lnTo>
                  <a:pt x="885825" y="514350"/>
                </a:lnTo>
                <a:lnTo>
                  <a:pt x="895350" y="514350"/>
                </a:lnTo>
                <a:lnTo>
                  <a:pt x="895350" y="504825"/>
                </a:lnTo>
                <a:lnTo>
                  <a:pt x="904875" y="504825"/>
                </a:lnTo>
                <a:lnTo>
                  <a:pt x="904875" y="514350"/>
                </a:lnTo>
                <a:lnTo>
                  <a:pt x="895350" y="514350"/>
                </a:lnTo>
                <a:lnTo>
                  <a:pt x="895350" y="523875"/>
                </a:lnTo>
                <a:lnTo>
                  <a:pt x="904875" y="523875"/>
                </a:lnTo>
                <a:lnTo>
                  <a:pt x="904875" y="552450"/>
                </a:lnTo>
                <a:lnTo>
                  <a:pt x="914400" y="552450"/>
                </a:lnTo>
                <a:lnTo>
                  <a:pt x="914400" y="571500"/>
                </a:lnTo>
                <a:lnTo>
                  <a:pt x="942975" y="571500"/>
                </a:lnTo>
                <a:lnTo>
                  <a:pt x="942975" y="581025"/>
                </a:lnTo>
                <a:lnTo>
                  <a:pt x="933450" y="581025"/>
                </a:lnTo>
                <a:lnTo>
                  <a:pt x="933450" y="590550"/>
                </a:lnTo>
                <a:lnTo>
                  <a:pt x="942975" y="590550"/>
                </a:lnTo>
                <a:lnTo>
                  <a:pt x="942975" y="619125"/>
                </a:lnTo>
                <a:lnTo>
                  <a:pt x="952500" y="619125"/>
                </a:lnTo>
                <a:lnTo>
                  <a:pt x="952500" y="628650"/>
                </a:lnTo>
                <a:lnTo>
                  <a:pt x="962025" y="628650"/>
                </a:lnTo>
                <a:lnTo>
                  <a:pt x="962025" y="619125"/>
                </a:lnTo>
                <a:lnTo>
                  <a:pt x="971550" y="619125"/>
                </a:lnTo>
                <a:lnTo>
                  <a:pt x="971550" y="628650"/>
                </a:lnTo>
                <a:lnTo>
                  <a:pt x="962025" y="628650"/>
                </a:lnTo>
                <a:lnTo>
                  <a:pt x="962025" y="638175"/>
                </a:lnTo>
                <a:lnTo>
                  <a:pt x="971550" y="638175"/>
                </a:lnTo>
                <a:lnTo>
                  <a:pt x="971550" y="676275"/>
                </a:lnTo>
                <a:lnTo>
                  <a:pt x="962025" y="676275"/>
                </a:lnTo>
                <a:lnTo>
                  <a:pt x="962025" y="704850"/>
                </a:lnTo>
                <a:lnTo>
                  <a:pt x="847725" y="704850"/>
                </a:lnTo>
                <a:lnTo>
                  <a:pt x="847725" y="685800"/>
                </a:lnTo>
                <a:lnTo>
                  <a:pt x="762000" y="685800"/>
                </a:lnTo>
                <a:lnTo>
                  <a:pt x="762000" y="704850"/>
                </a:lnTo>
                <a:lnTo>
                  <a:pt x="685800" y="704850"/>
                </a:lnTo>
                <a:lnTo>
                  <a:pt x="685800" y="685800"/>
                </a:lnTo>
                <a:lnTo>
                  <a:pt x="676275" y="685800"/>
                </a:lnTo>
                <a:lnTo>
                  <a:pt x="676275" y="676275"/>
                </a:lnTo>
                <a:lnTo>
                  <a:pt x="666750" y="676275"/>
                </a:lnTo>
                <a:lnTo>
                  <a:pt x="666750" y="638175"/>
                </a:lnTo>
                <a:lnTo>
                  <a:pt x="676275" y="638175"/>
                </a:lnTo>
                <a:lnTo>
                  <a:pt x="676275" y="619125"/>
                </a:lnTo>
                <a:lnTo>
                  <a:pt x="695325" y="619125"/>
                </a:lnTo>
                <a:lnTo>
                  <a:pt x="695325" y="600075"/>
                </a:lnTo>
                <a:lnTo>
                  <a:pt x="704850" y="600075"/>
                </a:lnTo>
                <a:lnTo>
                  <a:pt x="704850" y="581025"/>
                </a:lnTo>
                <a:lnTo>
                  <a:pt x="714375" y="581025"/>
                </a:lnTo>
                <a:lnTo>
                  <a:pt x="714375" y="561975"/>
                </a:lnTo>
                <a:lnTo>
                  <a:pt x="723900" y="561975"/>
                </a:lnTo>
                <a:lnTo>
                  <a:pt x="723900" y="542925"/>
                </a:lnTo>
                <a:lnTo>
                  <a:pt x="733425" y="542925"/>
                </a:lnTo>
                <a:lnTo>
                  <a:pt x="733425" y="533400"/>
                </a:lnTo>
                <a:lnTo>
                  <a:pt x="742950" y="533400"/>
                </a:lnTo>
                <a:lnTo>
                  <a:pt x="742950" y="514350"/>
                </a:lnTo>
                <a:lnTo>
                  <a:pt x="752475" y="514350"/>
                </a:lnTo>
                <a:lnTo>
                  <a:pt x="752475" y="495300"/>
                </a:lnTo>
                <a:lnTo>
                  <a:pt x="762000" y="495300"/>
                </a:lnTo>
                <a:lnTo>
                  <a:pt x="762000" y="476250"/>
                </a:lnTo>
                <a:lnTo>
                  <a:pt x="781050" y="476250"/>
                </a:lnTo>
                <a:lnTo>
                  <a:pt x="781050" y="457200"/>
                </a:lnTo>
                <a:lnTo>
                  <a:pt x="790575" y="457200"/>
                </a:lnTo>
                <a:lnTo>
                  <a:pt x="790575" y="438150"/>
                </a:lnTo>
                <a:lnTo>
                  <a:pt x="800100" y="438150"/>
                </a:lnTo>
                <a:close/>
                <a:moveTo>
                  <a:pt x="295275" y="438150"/>
                </a:moveTo>
                <a:lnTo>
                  <a:pt x="314325" y="438150"/>
                </a:lnTo>
                <a:lnTo>
                  <a:pt x="314325" y="457200"/>
                </a:lnTo>
                <a:lnTo>
                  <a:pt x="304800" y="457200"/>
                </a:lnTo>
                <a:lnTo>
                  <a:pt x="304800" y="476250"/>
                </a:lnTo>
                <a:lnTo>
                  <a:pt x="323850" y="476250"/>
                </a:lnTo>
                <a:lnTo>
                  <a:pt x="323850" y="552450"/>
                </a:lnTo>
                <a:lnTo>
                  <a:pt x="314325" y="552450"/>
                </a:lnTo>
                <a:lnTo>
                  <a:pt x="314325" y="571500"/>
                </a:lnTo>
                <a:lnTo>
                  <a:pt x="323850" y="571500"/>
                </a:lnTo>
                <a:lnTo>
                  <a:pt x="323850" y="581025"/>
                </a:lnTo>
                <a:lnTo>
                  <a:pt x="295275" y="581025"/>
                </a:lnTo>
                <a:lnTo>
                  <a:pt x="295275" y="561975"/>
                </a:lnTo>
                <a:lnTo>
                  <a:pt x="285750" y="561975"/>
                </a:lnTo>
                <a:lnTo>
                  <a:pt x="285750" y="552450"/>
                </a:lnTo>
                <a:lnTo>
                  <a:pt x="276225" y="552450"/>
                </a:lnTo>
                <a:lnTo>
                  <a:pt x="276225" y="476250"/>
                </a:lnTo>
                <a:lnTo>
                  <a:pt x="295275" y="476250"/>
                </a:lnTo>
                <a:close/>
                <a:moveTo>
                  <a:pt x="485775" y="438150"/>
                </a:moveTo>
                <a:lnTo>
                  <a:pt x="514350" y="438150"/>
                </a:lnTo>
                <a:lnTo>
                  <a:pt x="514350" y="457200"/>
                </a:lnTo>
                <a:lnTo>
                  <a:pt x="523875" y="457200"/>
                </a:lnTo>
                <a:lnTo>
                  <a:pt x="523875" y="466725"/>
                </a:lnTo>
                <a:lnTo>
                  <a:pt x="533400" y="466725"/>
                </a:lnTo>
                <a:lnTo>
                  <a:pt x="533400" y="552450"/>
                </a:lnTo>
                <a:lnTo>
                  <a:pt x="523875" y="552450"/>
                </a:lnTo>
                <a:lnTo>
                  <a:pt x="523875" y="561975"/>
                </a:lnTo>
                <a:lnTo>
                  <a:pt x="495300" y="561975"/>
                </a:lnTo>
                <a:lnTo>
                  <a:pt x="495300" y="552450"/>
                </a:lnTo>
                <a:lnTo>
                  <a:pt x="485775" y="552450"/>
                </a:lnTo>
                <a:lnTo>
                  <a:pt x="485775" y="466725"/>
                </a:lnTo>
                <a:lnTo>
                  <a:pt x="495300" y="466725"/>
                </a:lnTo>
                <a:lnTo>
                  <a:pt x="495300" y="447675"/>
                </a:lnTo>
                <a:lnTo>
                  <a:pt x="485775" y="447675"/>
                </a:lnTo>
                <a:close/>
                <a:moveTo>
                  <a:pt x="285750" y="552450"/>
                </a:moveTo>
                <a:lnTo>
                  <a:pt x="295275" y="552450"/>
                </a:lnTo>
                <a:lnTo>
                  <a:pt x="295275" y="542925"/>
                </a:lnTo>
                <a:lnTo>
                  <a:pt x="285750" y="542925"/>
                </a:lnTo>
                <a:close/>
                <a:moveTo>
                  <a:pt x="800100" y="590550"/>
                </a:moveTo>
                <a:lnTo>
                  <a:pt x="809625" y="590550"/>
                </a:lnTo>
                <a:lnTo>
                  <a:pt x="809625" y="600075"/>
                </a:lnTo>
                <a:lnTo>
                  <a:pt x="828675" y="600075"/>
                </a:lnTo>
                <a:lnTo>
                  <a:pt x="828675" y="590550"/>
                </a:lnTo>
                <a:lnTo>
                  <a:pt x="838200" y="590550"/>
                </a:lnTo>
                <a:lnTo>
                  <a:pt x="838200" y="495300"/>
                </a:lnTo>
                <a:lnTo>
                  <a:pt x="828675" y="495300"/>
                </a:lnTo>
                <a:lnTo>
                  <a:pt x="828675" y="485775"/>
                </a:lnTo>
                <a:lnTo>
                  <a:pt x="809625" y="485775"/>
                </a:lnTo>
                <a:lnTo>
                  <a:pt x="809625" y="495300"/>
                </a:lnTo>
                <a:lnTo>
                  <a:pt x="800100" y="495300"/>
                </a:lnTo>
                <a:close/>
                <a:moveTo>
                  <a:pt x="800100" y="647700"/>
                </a:moveTo>
                <a:lnTo>
                  <a:pt x="809625" y="647700"/>
                </a:lnTo>
                <a:lnTo>
                  <a:pt x="809625" y="657225"/>
                </a:lnTo>
                <a:lnTo>
                  <a:pt x="828675" y="657225"/>
                </a:lnTo>
                <a:lnTo>
                  <a:pt x="828675" y="647700"/>
                </a:lnTo>
                <a:lnTo>
                  <a:pt x="838200" y="647700"/>
                </a:lnTo>
                <a:lnTo>
                  <a:pt x="838200" y="628650"/>
                </a:lnTo>
                <a:lnTo>
                  <a:pt x="828675" y="628650"/>
                </a:lnTo>
                <a:lnTo>
                  <a:pt x="828675" y="619125"/>
                </a:lnTo>
                <a:lnTo>
                  <a:pt x="809625" y="619125"/>
                </a:lnTo>
                <a:lnTo>
                  <a:pt x="809625" y="628650"/>
                </a:lnTo>
                <a:lnTo>
                  <a:pt x="800100" y="628650"/>
                </a:lnTo>
                <a:close/>
              </a:path>
            </a:pathLst>
          </a:custGeom>
          <a:solidFill xmlns:a="http://schemas.openxmlformats.org/drawingml/2006/main">
            <a:srgbClr val="9A6447"/>
          </a:solidFill>
          <a:ln xmlns:a="http://schemas.openxmlformats.org/drawingml/2006/main" w="0">
            <a:noFill/>
          </a:ln>
        </p:spPr>
      </p:sp>
      <p:sp>
        <p:nvSpPr>
          <p:cNvPr id="172" name="v12 vector #3e5646">
            <a:extLst xmlns:a="http://schemas.openxmlformats.org/drawingml/2006/main">
              <a:ext uri="{FF2B5EF4-FFF2-40B4-BE49-F238E27FC236}">
                <a16:creationId xmlns:a16="http://schemas.microsoft.com/office/drawing/2014/main" id="{5FFBB8D3-B7EC-4D03-A0D6-DC0104B48F4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10675" y="3609975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85725" y="28575"/>
                </a:moveTo>
                <a:lnTo>
                  <a:pt x="828675" y="28575"/>
                </a:lnTo>
                <a:lnTo>
                  <a:pt x="828675" y="38100"/>
                </a:lnTo>
                <a:lnTo>
                  <a:pt x="85725" y="38100"/>
                </a:lnTo>
                <a:close/>
                <a:moveTo>
                  <a:pt x="66675" y="38100"/>
                </a:moveTo>
                <a:lnTo>
                  <a:pt x="76200" y="38100"/>
                </a:lnTo>
                <a:lnTo>
                  <a:pt x="76200" y="47625"/>
                </a:lnTo>
                <a:lnTo>
                  <a:pt x="66675" y="47625"/>
                </a:lnTo>
                <a:close/>
                <a:moveTo>
                  <a:pt x="57150" y="47625"/>
                </a:moveTo>
                <a:lnTo>
                  <a:pt x="66675" y="47625"/>
                </a:lnTo>
                <a:lnTo>
                  <a:pt x="66675" y="57150"/>
                </a:lnTo>
                <a:lnTo>
                  <a:pt x="57150" y="57150"/>
                </a:lnTo>
                <a:close/>
                <a:moveTo>
                  <a:pt x="114300" y="57150"/>
                </a:moveTo>
                <a:lnTo>
                  <a:pt x="133350" y="57150"/>
                </a:lnTo>
                <a:lnTo>
                  <a:pt x="133350" y="66675"/>
                </a:lnTo>
                <a:lnTo>
                  <a:pt x="114300" y="66675"/>
                </a:lnTo>
                <a:close/>
                <a:moveTo>
                  <a:pt x="171450" y="57150"/>
                </a:moveTo>
                <a:lnTo>
                  <a:pt x="190500" y="57150"/>
                </a:lnTo>
                <a:lnTo>
                  <a:pt x="190500" y="66675"/>
                </a:lnTo>
                <a:lnTo>
                  <a:pt x="171450" y="66675"/>
                </a:lnTo>
                <a:close/>
                <a:moveTo>
                  <a:pt x="104775" y="66675"/>
                </a:moveTo>
                <a:lnTo>
                  <a:pt x="114300" y="66675"/>
                </a:lnTo>
                <a:lnTo>
                  <a:pt x="114300" y="76200"/>
                </a:lnTo>
                <a:lnTo>
                  <a:pt x="104775" y="76200"/>
                </a:lnTo>
                <a:close/>
                <a:moveTo>
                  <a:pt x="133350" y="66675"/>
                </a:moveTo>
                <a:lnTo>
                  <a:pt x="142875" y="66675"/>
                </a:lnTo>
                <a:lnTo>
                  <a:pt x="142875" y="76200"/>
                </a:lnTo>
                <a:lnTo>
                  <a:pt x="133350" y="76200"/>
                </a:lnTo>
                <a:close/>
                <a:moveTo>
                  <a:pt x="161925" y="66675"/>
                </a:moveTo>
                <a:lnTo>
                  <a:pt x="171450" y="66675"/>
                </a:lnTo>
                <a:lnTo>
                  <a:pt x="171450" y="76200"/>
                </a:lnTo>
                <a:lnTo>
                  <a:pt x="161925" y="76200"/>
                </a:lnTo>
                <a:close/>
                <a:moveTo>
                  <a:pt x="190500" y="66675"/>
                </a:moveTo>
                <a:lnTo>
                  <a:pt x="200025" y="66675"/>
                </a:lnTo>
                <a:lnTo>
                  <a:pt x="200025" y="76200"/>
                </a:lnTo>
                <a:lnTo>
                  <a:pt x="190500" y="76200"/>
                </a:lnTo>
                <a:close/>
                <a:moveTo>
                  <a:pt x="247650" y="66675"/>
                </a:moveTo>
                <a:lnTo>
                  <a:pt x="257175" y="66675"/>
                </a:lnTo>
                <a:lnTo>
                  <a:pt x="257175" y="76200"/>
                </a:lnTo>
                <a:lnTo>
                  <a:pt x="247650" y="76200"/>
                </a:lnTo>
                <a:close/>
                <a:moveTo>
                  <a:pt x="857250" y="66675"/>
                </a:moveTo>
                <a:lnTo>
                  <a:pt x="866775" y="66675"/>
                </a:lnTo>
                <a:lnTo>
                  <a:pt x="866775" y="142875"/>
                </a:lnTo>
                <a:lnTo>
                  <a:pt x="847725" y="142875"/>
                </a:lnTo>
                <a:lnTo>
                  <a:pt x="847725" y="123825"/>
                </a:lnTo>
                <a:lnTo>
                  <a:pt x="857250" y="123825"/>
                </a:lnTo>
                <a:close/>
                <a:moveTo>
                  <a:pt x="704850" y="180975"/>
                </a:moveTo>
                <a:lnTo>
                  <a:pt x="733425" y="180975"/>
                </a:lnTo>
                <a:lnTo>
                  <a:pt x="733425" y="190500"/>
                </a:lnTo>
                <a:lnTo>
                  <a:pt x="714375" y="190500"/>
                </a:lnTo>
                <a:lnTo>
                  <a:pt x="714375" y="200025"/>
                </a:lnTo>
                <a:lnTo>
                  <a:pt x="695325" y="200025"/>
                </a:lnTo>
                <a:lnTo>
                  <a:pt x="695325" y="190500"/>
                </a:lnTo>
                <a:lnTo>
                  <a:pt x="704850" y="190500"/>
                </a:lnTo>
                <a:close/>
                <a:moveTo>
                  <a:pt x="733425" y="190500"/>
                </a:moveTo>
                <a:lnTo>
                  <a:pt x="742950" y="190500"/>
                </a:lnTo>
                <a:lnTo>
                  <a:pt x="742950" y="209550"/>
                </a:lnTo>
                <a:lnTo>
                  <a:pt x="733425" y="209550"/>
                </a:lnTo>
                <a:close/>
                <a:moveTo>
                  <a:pt x="723900" y="219075"/>
                </a:moveTo>
                <a:lnTo>
                  <a:pt x="733425" y="219075"/>
                </a:lnTo>
                <a:lnTo>
                  <a:pt x="733425" y="228600"/>
                </a:lnTo>
                <a:lnTo>
                  <a:pt x="723900" y="228600"/>
                </a:lnTo>
                <a:close/>
                <a:moveTo>
                  <a:pt x="647700" y="247650"/>
                </a:moveTo>
                <a:lnTo>
                  <a:pt x="666750" y="247650"/>
                </a:lnTo>
                <a:lnTo>
                  <a:pt x="666750" y="257175"/>
                </a:lnTo>
                <a:lnTo>
                  <a:pt x="647700" y="257175"/>
                </a:lnTo>
                <a:close/>
                <a:moveTo>
                  <a:pt x="381000" y="266700"/>
                </a:moveTo>
                <a:lnTo>
                  <a:pt x="400050" y="266700"/>
                </a:lnTo>
                <a:lnTo>
                  <a:pt x="400050" y="276225"/>
                </a:lnTo>
                <a:lnTo>
                  <a:pt x="381000" y="276225"/>
                </a:lnTo>
                <a:close/>
                <a:moveTo>
                  <a:pt x="342900" y="295275"/>
                </a:moveTo>
                <a:lnTo>
                  <a:pt x="361950" y="295275"/>
                </a:lnTo>
                <a:lnTo>
                  <a:pt x="361950" y="304800"/>
                </a:lnTo>
                <a:lnTo>
                  <a:pt x="342900" y="304800"/>
                </a:lnTo>
                <a:close/>
                <a:moveTo>
                  <a:pt x="685800" y="295275"/>
                </a:moveTo>
                <a:lnTo>
                  <a:pt x="695325" y="295275"/>
                </a:lnTo>
                <a:lnTo>
                  <a:pt x="695325" y="361950"/>
                </a:lnTo>
                <a:lnTo>
                  <a:pt x="704850" y="361950"/>
                </a:lnTo>
                <a:lnTo>
                  <a:pt x="704850" y="342900"/>
                </a:lnTo>
                <a:lnTo>
                  <a:pt x="714375" y="342900"/>
                </a:lnTo>
                <a:lnTo>
                  <a:pt x="714375" y="361950"/>
                </a:lnTo>
                <a:lnTo>
                  <a:pt x="733425" y="361950"/>
                </a:lnTo>
                <a:lnTo>
                  <a:pt x="733425" y="371475"/>
                </a:lnTo>
                <a:lnTo>
                  <a:pt x="723900" y="371475"/>
                </a:lnTo>
                <a:lnTo>
                  <a:pt x="723900" y="381000"/>
                </a:lnTo>
                <a:lnTo>
                  <a:pt x="714375" y="381000"/>
                </a:lnTo>
                <a:lnTo>
                  <a:pt x="714375" y="390525"/>
                </a:lnTo>
                <a:lnTo>
                  <a:pt x="704850" y="390525"/>
                </a:lnTo>
                <a:lnTo>
                  <a:pt x="704850" y="381000"/>
                </a:lnTo>
                <a:lnTo>
                  <a:pt x="695325" y="381000"/>
                </a:lnTo>
                <a:lnTo>
                  <a:pt x="695325" y="438150"/>
                </a:lnTo>
                <a:lnTo>
                  <a:pt x="714375" y="438150"/>
                </a:lnTo>
                <a:lnTo>
                  <a:pt x="714375" y="466725"/>
                </a:lnTo>
                <a:lnTo>
                  <a:pt x="695325" y="466725"/>
                </a:lnTo>
                <a:lnTo>
                  <a:pt x="695325" y="561975"/>
                </a:lnTo>
                <a:lnTo>
                  <a:pt x="676275" y="561975"/>
                </a:lnTo>
                <a:lnTo>
                  <a:pt x="676275" y="428625"/>
                </a:lnTo>
                <a:lnTo>
                  <a:pt x="685800" y="428625"/>
                </a:lnTo>
                <a:close/>
                <a:moveTo>
                  <a:pt x="457200" y="304800"/>
                </a:moveTo>
                <a:lnTo>
                  <a:pt x="476250" y="304800"/>
                </a:lnTo>
                <a:lnTo>
                  <a:pt x="476250" y="314325"/>
                </a:lnTo>
                <a:lnTo>
                  <a:pt x="485775" y="314325"/>
                </a:lnTo>
                <a:lnTo>
                  <a:pt x="485775" y="323850"/>
                </a:lnTo>
                <a:lnTo>
                  <a:pt x="466725" y="323850"/>
                </a:lnTo>
                <a:lnTo>
                  <a:pt x="466725" y="314325"/>
                </a:lnTo>
                <a:lnTo>
                  <a:pt x="457200" y="314325"/>
                </a:lnTo>
                <a:close/>
                <a:moveTo>
                  <a:pt x="304800" y="323850"/>
                </a:moveTo>
                <a:lnTo>
                  <a:pt x="323850" y="323850"/>
                </a:lnTo>
                <a:lnTo>
                  <a:pt x="323850" y="333375"/>
                </a:lnTo>
                <a:lnTo>
                  <a:pt x="304800" y="333375"/>
                </a:lnTo>
                <a:close/>
                <a:moveTo>
                  <a:pt x="266700" y="352425"/>
                </a:moveTo>
                <a:lnTo>
                  <a:pt x="285750" y="352425"/>
                </a:lnTo>
                <a:lnTo>
                  <a:pt x="285750" y="361950"/>
                </a:lnTo>
                <a:lnTo>
                  <a:pt x="266700" y="361950"/>
                </a:lnTo>
                <a:close/>
                <a:moveTo>
                  <a:pt x="409575" y="352425"/>
                </a:moveTo>
                <a:lnTo>
                  <a:pt x="428625" y="352425"/>
                </a:lnTo>
                <a:lnTo>
                  <a:pt x="428625" y="361950"/>
                </a:lnTo>
                <a:lnTo>
                  <a:pt x="409575" y="361950"/>
                </a:lnTo>
                <a:close/>
                <a:moveTo>
                  <a:pt x="742950" y="361950"/>
                </a:moveTo>
                <a:lnTo>
                  <a:pt x="752475" y="361950"/>
                </a:lnTo>
                <a:lnTo>
                  <a:pt x="752475" y="371475"/>
                </a:lnTo>
                <a:lnTo>
                  <a:pt x="742950" y="371475"/>
                </a:lnTo>
                <a:close/>
                <a:moveTo>
                  <a:pt x="609600" y="381000"/>
                </a:moveTo>
                <a:lnTo>
                  <a:pt x="628650" y="381000"/>
                </a:lnTo>
                <a:lnTo>
                  <a:pt x="628650" y="390525"/>
                </a:lnTo>
                <a:lnTo>
                  <a:pt x="609600" y="390525"/>
                </a:lnTo>
                <a:close/>
                <a:moveTo>
                  <a:pt x="847725" y="409575"/>
                </a:moveTo>
                <a:lnTo>
                  <a:pt x="857250" y="409575"/>
                </a:lnTo>
                <a:lnTo>
                  <a:pt x="857250" y="447675"/>
                </a:lnTo>
                <a:lnTo>
                  <a:pt x="847725" y="447675"/>
                </a:lnTo>
                <a:lnTo>
                  <a:pt x="847725" y="428625"/>
                </a:lnTo>
                <a:lnTo>
                  <a:pt x="828675" y="428625"/>
                </a:lnTo>
                <a:lnTo>
                  <a:pt x="828675" y="419100"/>
                </a:lnTo>
                <a:lnTo>
                  <a:pt x="847725" y="419100"/>
                </a:lnTo>
                <a:close/>
                <a:moveTo>
                  <a:pt x="790575" y="419100"/>
                </a:moveTo>
                <a:lnTo>
                  <a:pt x="809625" y="419100"/>
                </a:lnTo>
                <a:lnTo>
                  <a:pt x="809625" y="428625"/>
                </a:lnTo>
                <a:lnTo>
                  <a:pt x="800100" y="428625"/>
                </a:lnTo>
                <a:lnTo>
                  <a:pt x="800100" y="438150"/>
                </a:lnTo>
                <a:lnTo>
                  <a:pt x="790575" y="438150"/>
                </a:lnTo>
                <a:close/>
                <a:moveTo>
                  <a:pt x="276225" y="447675"/>
                </a:moveTo>
                <a:lnTo>
                  <a:pt x="285750" y="447675"/>
                </a:lnTo>
                <a:lnTo>
                  <a:pt x="285750" y="457200"/>
                </a:lnTo>
                <a:lnTo>
                  <a:pt x="276225" y="457200"/>
                </a:lnTo>
                <a:close/>
                <a:moveTo>
                  <a:pt x="314325" y="447675"/>
                </a:moveTo>
                <a:lnTo>
                  <a:pt x="333375" y="447675"/>
                </a:lnTo>
                <a:lnTo>
                  <a:pt x="333375" y="457200"/>
                </a:lnTo>
                <a:lnTo>
                  <a:pt x="314325" y="457200"/>
                </a:lnTo>
                <a:close/>
                <a:moveTo>
                  <a:pt x="485775" y="447675"/>
                </a:moveTo>
                <a:lnTo>
                  <a:pt x="495300" y="447675"/>
                </a:lnTo>
                <a:lnTo>
                  <a:pt x="495300" y="457200"/>
                </a:lnTo>
                <a:lnTo>
                  <a:pt x="485775" y="457200"/>
                </a:lnTo>
                <a:close/>
                <a:moveTo>
                  <a:pt x="523875" y="447675"/>
                </a:moveTo>
                <a:lnTo>
                  <a:pt x="533400" y="447675"/>
                </a:lnTo>
                <a:lnTo>
                  <a:pt x="533400" y="457200"/>
                </a:lnTo>
                <a:lnTo>
                  <a:pt x="523875" y="457200"/>
                </a:lnTo>
                <a:close/>
                <a:moveTo>
                  <a:pt x="857250" y="447675"/>
                </a:moveTo>
                <a:lnTo>
                  <a:pt x="866775" y="447675"/>
                </a:lnTo>
                <a:lnTo>
                  <a:pt x="866775" y="466725"/>
                </a:lnTo>
                <a:lnTo>
                  <a:pt x="857250" y="466725"/>
                </a:lnTo>
                <a:close/>
                <a:moveTo>
                  <a:pt x="752475" y="457200"/>
                </a:moveTo>
                <a:lnTo>
                  <a:pt x="762000" y="457200"/>
                </a:lnTo>
                <a:lnTo>
                  <a:pt x="762000" y="466725"/>
                </a:lnTo>
                <a:lnTo>
                  <a:pt x="752475" y="466725"/>
                </a:lnTo>
                <a:close/>
                <a:moveTo>
                  <a:pt x="762000" y="466725"/>
                </a:moveTo>
                <a:lnTo>
                  <a:pt x="771525" y="466725"/>
                </a:lnTo>
                <a:lnTo>
                  <a:pt x="771525" y="476250"/>
                </a:lnTo>
                <a:lnTo>
                  <a:pt x="762000" y="476250"/>
                </a:lnTo>
                <a:close/>
                <a:moveTo>
                  <a:pt x="866775" y="466725"/>
                </a:moveTo>
                <a:lnTo>
                  <a:pt x="876300" y="466725"/>
                </a:lnTo>
                <a:lnTo>
                  <a:pt x="876300" y="476250"/>
                </a:lnTo>
                <a:lnTo>
                  <a:pt x="866775" y="476250"/>
                </a:lnTo>
                <a:close/>
                <a:moveTo>
                  <a:pt x="371475" y="476250"/>
                </a:moveTo>
                <a:lnTo>
                  <a:pt x="381000" y="476250"/>
                </a:lnTo>
                <a:lnTo>
                  <a:pt x="381000" y="514350"/>
                </a:lnTo>
                <a:lnTo>
                  <a:pt x="409575" y="514350"/>
                </a:lnTo>
                <a:lnTo>
                  <a:pt x="409575" y="504825"/>
                </a:lnTo>
                <a:lnTo>
                  <a:pt x="419100" y="504825"/>
                </a:lnTo>
                <a:lnTo>
                  <a:pt x="419100" y="514350"/>
                </a:lnTo>
                <a:lnTo>
                  <a:pt x="428625" y="514350"/>
                </a:lnTo>
                <a:lnTo>
                  <a:pt x="428625" y="504825"/>
                </a:lnTo>
                <a:lnTo>
                  <a:pt x="438150" y="504825"/>
                </a:lnTo>
                <a:lnTo>
                  <a:pt x="438150" y="561975"/>
                </a:lnTo>
                <a:lnTo>
                  <a:pt x="428625" y="561975"/>
                </a:lnTo>
                <a:lnTo>
                  <a:pt x="428625" y="552450"/>
                </a:lnTo>
                <a:lnTo>
                  <a:pt x="419100" y="552450"/>
                </a:lnTo>
                <a:lnTo>
                  <a:pt x="419100" y="561975"/>
                </a:lnTo>
                <a:lnTo>
                  <a:pt x="390525" y="561975"/>
                </a:lnTo>
                <a:lnTo>
                  <a:pt x="390525" y="552450"/>
                </a:lnTo>
                <a:lnTo>
                  <a:pt x="381000" y="552450"/>
                </a:lnTo>
                <a:lnTo>
                  <a:pt x="381000" y="561975"/>
                </a:lnTo>
                <a:lnTo>
                  <a:pt x="371475" y="561975"/>
                </a:lnTo>
                <a:close/>
                <a:moveTo>
                  <a:pt x="752475" y="485775"/>
                </a:moveTo>
                <a:lnTo>
                  <a:pt x="762000" y="485775"/>
                </a:lnTo>
                <a:lnTo>
                  <a:pt x="762000" y="495300"/>
                </a:lnTo>
                <a:lnTo>
                  <a:pt x="752475" y="495300"/>
                </a:lnTo>
                <a:close/>
                <a:moveTo>
                  <a:pt x="876300" y="485775"/>
                </a:moveTo>
                <a:lnTo>
                  <a:pt x="885825" y="485775"/>
                </a:lnTo>
                <a:lnTo>
                  <a:pt x="885825" y="495300"/>
                </a:lnTo>
                <a:lnTo>
                  <a:pt x="876300" y="495300"/>
                </a:lnTo>
                <a:close/>
                <a:moveTo>
                  <a:pt x="171450" y="495300"/>
                </a:moveTo>
                <a:lnTo>
                  <a:pt x="219075" y="495300"/>
                </a:lnTo>
                <a:lnTo>
                  <a:pt x="219075" y="504825"/>
                </a:lnTo>
                <a:lnTo>
                  <a:pt x="190500" y="504825"/>
                </a:lnTo>
                <a:lnTo>
                  <a:pt x="190500" y="514350"/>
                </a:lnTo>
                <a:lnTo>
                  <a:pt x="209550" y="514350"/>
                </a:lnTo>
                <a:lnTo>
                  <a:pt x="209550" y="523875"/>
                </a:lnTo>
                <a:lnTo>
                  <a:pt x="161925" y="523875"/>
                </a:lnTo>
                <a:lnTo>
                  <a:pt x="161925" y="504825"/>
                </a:lnTo>
                <a:lnTo>
                  <a:pt x="171450" y="504825"/>
                </a:lnTo>
                <a:close/>
                <a:moveTo>
                  <a:pt x="885825" y="495300"/>
                </a:moveTo>
                <a:lnTo>
                  <a:pt x="895350" y="495300"/>
                </a:lnTo>
                <a:lnTo>
                  <a:pt x="895350" y="514350"/>
                </a:lnTo>
                <a:lnTo>
                  <a:pt x="885825" y="514350"/>
                </a:lnTo>
                <a:close/>
                <a:moveTo>
                  <a:pt x="219075" y="504825"/>
                </a:moveTo>
                <a:lnTo>
                  <a:pt x="228600" y="504825"/>
                </a:lnTo>
                <a:lnTo>
                  <a:pt x="228600" y="523875"/>
                </a:lnTo>
                <a:lnTo>
                  <a:pt x="219075" y="523875"/>
                </a:lnTo>
                <a:close/>
                <a:moveTo>
                  <a:pt x="742950" y="504825"/>
                </a:moveTo>
                <a:lnTo>
                  <a:pt x="752475" y="504825"/>
                </a:lnTo>
                <a:lnTo>
                  <a:pt x="752475" y="514350"/>
                </a:lnTo>
                <a:lnTo>
                  <a:pt x="742950" y="514350"/>
                </a:lnTo>
                <a:close/>
                <a:moveTo>
                  <a:pt x="171450" y="514350"/>
                </a:moveTo>
                <a:lnTo>
                  <a:pt x="180975" y="514350"/>
                </a:lnTo>
                <a:lnTo>
                  <a:pt x="180975" y="504825"/>
                </a:lnTo>
                <a:lnTo>
                  <a:pt x="171450" y="504825"/>
                </a:lnTo>
                <a:close/>
                <a:moveTo>
                  <a:pt x="895350" y="514350"/>
                </a:moveTo>
                <a:lnTo>
                  <a:pt x="904875" y="514350"/>
                </a:lnTo>
                <a:lnTo>
                  <a:pt x="904875" y="523875"/>
                </a:lnTo>
                <a:lnTo>
                  <a:pt x="895350" y="523875"/>
                </a:lnTo>
                <a:close/>
                <a:moveTo>
                  <a:pt x="733425" y="523875"/>
                </a:moveTo>
                <a:lnTo>
                  <a:pt x="742950" y="523875"/>
                </a:lnTo>
                <a:lnTo>
                  <a:pt x="742950" y="533400"/>
                </a:lnTo>
                <a:lnTo>
                  <a:pt x="733425" y="533400"/>
                </a:lnTo>
                <a:close/>
                <a:moveTo>
                  <a:pt x="723900" y="533400"/>
                </a:moveTo>
                <a:lnTo>
                  <a:pt x="733425" y="533400"/>
                </a:lnTo>
                <a:lnTo>
                  <a:pt x="733425" y="542925"/>
                </a:lnTo>
                <a:lnTo>
                  <a:pt x="723900" y="542925"/>
                </a:lnTo>
                <a:close/>
                <a:moveTo>
                  <a:pt x="904875" y="533400"/>
                </a:moveTo>
                <a:lnTo>
                  <a:pt x="914400" y="533400"/>
                </a:lnTo>
                <a:lnTo>
                  <a:pt x="914400" y="542925"/>
                </a:lnTo>
                <a:lnTo>
                  <a:pt x="904875" y="542925"/>
                </a:lnTo>
                <a:close/>
                <a:moveTo>
                  <a:pt x="714375" y="552450"/>
                </a:moveTo>
                <a:lnTo>
                  <a:pt x="723900" y="552450"/>
                </a:lnTo>
                <a:lnTo>
                  <a:pt x="723900" y="561975"/>
                </a:lnTo>
                <a:lnTo>
                  <a:pt x="714375" y="561975"/>
                </a:lnTo>
                <a:close/>
                <a:moveTo>
                  <a:pt x="914400" y="552450"/>
                </a:moveTo>
                <a:lnTo>
                  <a:pt x="923925" y="552450"/>
                </a:lnTo>
                <a:lnTo>
                  <a:pt x="923925" y="561975"/>
                </a:lnTo>
                <a:lnTo>
                  <a:pt x="914400" y="561975"/>
                </a:lnTo>
                <a:close/>
                <a:moveTo>
                  <a:pt x="257175" y="561975"/>
                </a:moveTo>
                <a:lnTo>
                  <a:pt x="266700" y="561975"/>
                </a:lnTo>
                <a:lnTo>
                  <a:pt x="266700" y="571500"/>
                </a:lnTo>
                <a:lnTo>
                  <a:pt x="257175" y="571500"/>
                </a:lnTo>
                <a:close/>
                <a:moveTo>
                  <a:pt x="314325" y="561975"/>
                </a:moveTo>
                <a:lnTo>
                  <a:pt x="342900" y="561975"/>
                </a:lnTo>
                <a:lnTo>
                  <a:pt x="342900" y="581025"/>
                </a:lnTo>
                <a:lnTo>
                  <a:pt x="323850" y="581025"/>
                </a:lnTo>
                <a:lnTo>
                  <a:pt x="323850" y="571500"/>
                </a:lnTo>
                <a:lnTo>
                  <a:pt x="314325" y="571500"/>
                </a:lnTo>
                <a:close/>
                <a:moveTo>
                  <a:pt x="438150" y="561975"/>
                </a:moveTo>
                <a:lnTo>
                  <a:pt x="447675" y="561975"/>
                </a:lnTo>
                <a:lnTo>
                  <a:pt x="447675" y="581025"/>
                </a:lnTo>
                <a:lnTo>
                  <a:pt x="438150" y="581025"/>
                </a:lnTo>
                <a:close/>
                <a:moveTo>
                  <a:pt x="466725" y="561975"/>
                </a:moveTo>
                <a:lnTo>
                  <a:pt x="495300" y="561975"/>
                </a:lnTo>
                <a:lnTo>
                  <a:pt x="495300" y="571500"/>
                </a:lnTo>
                <a:lnTo>
                  <a:pt x="466725" y="571500"/>
                </a:lnTo>
                <a:close/>
                <a:moveTo>
                  <a:pt x="523875" y="561975"/>
                </a:moveTo>
                <a:lnTo>
                  <a:pt x="552450" y="561975"/>
                </a:lnTo>
                <a:lnTo>
                  <a:pt x="552450" y="581025"/>
                </a:lnTo>
                <a:lnTo>
                  <a:pt x="533400" y="581025"/>
                </a:lnTo>
                <a:lnTo>
                  <a:pt x="533400" y="571500"/>
                </a:lnTo>
                <a:lnTo>
                  <a:pt x="523875" y="571500"/>
                </a:lnTo>
                <a:close/>
                <a:moveTo>
                  <a:pt x="666750" y="561975"/>
                </a:moveTo>
                <a:lnTo>
                  <a:pt x="676275" y="561975"/>
                </a:lnTo>
                <a:lnTo>
                  <a:pt x="676275" y="571500"/>
                </a:lnTo>
                <a:lnTo>
                  <a:pt x="666750" y="571500"/>
                </a:lnTo>
                <a:close/>
                <a:moveTo>
                  <a:pt x="704850" y="561975"/>
                </a:moveTo>
                <a:lnTo>
                  <a:pt x="714375" y="561975"/>
                </a:lnTo>
                <a:lnTo>
                  <a:pt x="714375" y="581025"/>
                </a:lnTo>
                <a:lnTo>
                  <a:pt x="704850" y="581025"/>
                </a:lnTo>
                <a:close/>
                <a:moveTo>
                  <a:pt x="923925" y="561975"/>
                </a:moveTo>
                <a:lnTo>
                  <a:pt x="933450" y="561975"/>
                </a:lnTo>
                <a:lnTo>
                  <a:pt x="933450" y="571500"/>
                </a:lnTo>
                <a:lnTo>
                  <a:pt x="923925" y="571500"/>
                </a:lnTo>
                <a:close/>
                <a:moveTo>
                  <a:pt x="228600" y="571500"/>
                </a:moveTo>
                <a:lnTo>
                  <a:pt x="238125" y="571500"/>
                </a:lnTo>
                <a:lnTo>
                  <a:pt x="238125" y="581025"/>
                </a:lnTo>
                <a:lnTo>
                  <a:pt x="228600" y="581025"/>
                </a:lnTo>
                <a:close/>
                <a:moveTo>
                  <a:pt x="571500" y="571500"/>
                </a:moveTo>
                <a:lnTo>
                  <a:pt x="581025" y="571500"/>
                </a:lnTo>
                <a:lnTo>
                  <a:pt x="581025" y="581025"/>
                </a:lnTo>
                <a:lnTo>
                  <a:pt x="571500" y="581025"/>
                </a:lnTo>
                <a:close/>
                <a:moveTo>
                  <a:pt x="676275" y="581025"/>
                </a:moveTo>
                <a:lnTo>
                  <a:pt x="685800" y="581025"/>
                </a:lnTo>
                <a:lnTo>
                  <a:pt x="685800" y="590550"/>
                </a:lnTo>
                <a:lnTo>
                  <a:pt x="676275" y="590550"/>
                </a:lnTo>
                <a:close/>
                <a:moveTo>
                  <a:pt x="695325" y="581025"/>
                </a:moveTo>
                <a:lnTo>
                  <a:pt x="704850" y="581025"/>
                </a:lnTo>
                <a:lnTo>
                  <a:pt x="704850" y="590550"/>
                </a:lnTo>
                <a:lnTo>
                  <a:pt x="695325" y="590550"/>
                </a:lnTo>
                <a:close/>
                <a:moveTo>
                  <a:pt x="933450" y="581025"/>
                </a:moveTo>
                <a:lnTo>
                  <a:pt x="942975" y="581025"/>
                </a:lnTo>
                <a:lnTo>
                  <a:pt x="942975" y="590550"/>
                </a:lnTo>
                <a:lnTo>
                  <a:pt x="933450" y="590550"/>
                </a:lnTo>
                <a:close/>
                <a:moveTo>
                  <a:pt x="942975" y="600075"/>
                </a:moveTo>
                <a:lnTo>
                  <a:pt x="952500" y="600075"/>
                </a:lnTo>
                <a:lnTo>
                  <a:pt x="952500" y="609600"/>
                </a:lnTo>
                <a:lnTo>
                  <a:pt x="942975" y="609600"/>
                </a:lnTo>
                <a:close/>
                <a:moveTo>
                  <a:pt x="952500" y="609600"/>
                </a:moveTo>
                <a:lnTo>
                  <a:pt x="962025" y="609600"/>
                </a:lnTo>
                <a:lnTo>
                  <a:pt x="962025" y="628650"/>
                </a:lnTo>
                <a:lnTo>
                  <a:pt x="952500" y="628650"/>
                </a:lnTo>
                <a:close/>
                <a:moveTo>
                  <a:pt x="66675" y="619125"/>
                </a:moveTo>
                <a:lnTo>
                  <a:pt x="76200" y="619125"/>
                </a:lnTo>
                <a:lnTo>
                  <a:pt x="76200" y="628650"/>
                </a:lnTo>
                <a:lnTo>
                  <a:pt x="66675" y="628650"/>
                </a:lnTo>
                <a:close/>
                <a:moveTo>
                  <a:pt x="666750" y="619125"/>
                </a:moveTo>
                <a:lnTo>
                  <a:pt x="676275" y="619125"/>
                </a:lnTo>
                <a:lnTo>
                  <a:pt x="676275" y="638175"/>
                </a:lnTo>
                <a:lnTo>
                  <a:pt x="666750" y="638175"/>
                </a:lnTo>
                <a:lnTo>
                  <a:pt x="666750" y="676275"/>
                </a:lnTo>
                <a:lnTo>
                  <a:pt x="676275" y="676275"/>
                </a:lnTo>
                <a:lnTo>
                  <a:pt x="676275" y="685800"/>
                </a:lnTo>
                <a:lnTo>
                  <a:pt x="685800" y="685800"/>
                </a:lnTo>
                <a:lnTo>
                  <a:pt x="685800" y="704850"/>
                </a:lnTo>
                <a:lnTo>
                  <a:pt x="676275" y="704850"/>
                </a:lnTo>
                <a:lnTo>
                  <a:pt x="676275" y="695325"/>
                </a:lnTo>
                <a:lnTo>
                  <a:pt x="666750" y="695325"/>
                </a:lnTo>
                <a:lnTo>
                  <a:pt x="666750" y="685800"/>
                </a:lnTo>
                <a:lnTo>
                  <a:pt x="657225" y="685800"/>
                </a:lnTo>
                <a:lnTo>
                  <a:pt x="657225" y="676275"/>
                </a:lnTo>
                <a:lnTo>
                  <a:pt x="647700" y="676275"/>
                </a:lnTo>
                <a:lnTo>
                  <a:pt x="647700" y="657225"/>
                </a:lnTo>
                <a:lnTo>
                  <a:pt x="657225" y="657225"/>
                </a:lnTo>
                <a:lnTo>
                  <a:pt x="657225" y="647700"/>
                </a:lnTo>
                <a:lnTo>
                  <a:pt x="647700" y="647700"/>
                </a:lnTo>
                <a:lnTo>
                  <a:pt x="647700" y="638175"/>
                </a:lnTo>
                <a:lnTo>
                  <a:pt x="657225" y="638175"/>
                </a:lnTo>
                <a:lnTo>
                  <a:pt x="657225" y="628650"/>
                </a:lnTo>
                <a:lnTo>
                  <a:pt x="666750" y="628650"/>
                </a:lnTo>
                <a:close/>
                <a:moveTo>
                  <a:pt x="962025" y="628650"/>
                </a:moveTo>
                <a:lnTo>
                  <a:pt x="971550" y="628650"/>
                </a:lnTo>
                <a:lnTo>
                  <a:pt x="971550" y="638175"/>
                </a:lnTo>
                <a:lnTo>
                  <a:pt x="962025" y="638175"/>
                </a:lnTo>
                <a:close/>
                <a:moveTo>
                  <a:pt x="971550" y="647700"/>
                </a:moveTo>
                <a:lnTo>
                  <a:pt x="981075" y="647700"/>
                </a:lnTo>
                <a:lnTo>
                  <a:pt x="981075" y="657225"/>
                </a:lnTo>
                <a:lnTo>
                  <a:pt x="990600" y="657225"/>
                </a:lnTo>
                <a:lnTo>
                  <a:pt x="990600" y="676275"/>
                </a:lnTo>
                <a:lnTo>
                  <a:pt x="981075" y="676275"/>
                </a:lnTo>
                <a:lnTo>
                  <a:pt x="981075" y="685800"/>
                </a:lnTo>
                <a:lnTo>
                  <a:pt x="971550" y="685800"/>
                </a:lnTo>
                <a:lnTo>
                  <a:pt x="971550" y="695325"/>
                </a:lnTo>
                <a:lnTo>
                  <a:pt x="962025" y="695325"/>
                </a:lnTo>
                <a:lnTo>
                  <a:pt x="962025" y="676275"/>
                </a:lnTo>
                <a:lnTo>
                  <a:pt x="971550" y="676275"/>
                </a:lnTo>
                <a:close/>
                <a:moveTo>
                  <a:pt x="762000" y="685800"/>
                </a:moveTo>
                <a:lnTo>
                  <a:pt x="847725" y="685800"/>
                </a:lnTo>
                <a:lnTo>
                  <a:pt x="847725" y="704850"/>
                </a:lnTo>
                <a:lnTo>
                  <a:pt x="762000" y="704850"/>
                </a:lnTo>
                <a:close/>
              </a:path>
            </a:pathLst>
          </a:custGeom>
          <a:solidFill xmlns:a="http://schemas.openxmlformats.org/drawingml/2006/main">
            <a:srgbClr val="3E5646"/>
          </a:solidFill>
          <a:ln xmlns:a="http://schemas.openxmlformats.org/drawingml/2006/main" w="0">
            <a:noFill/>
          </a:ln>
        </p:spPr>
      </p:sp>
      <p:sp>
        <p:nvSpPr>
          <p:cNvPr id="173" name="v12 vector #2c513f">
            <a:extLst xmlns:a="http://schemas.openxmlformats.org/drawingml/2006/main">
              <a:ext uri="{FF2B5EF4-FFF2-40B4-BE49-F238E27FC236}">
                <a16:creationId xmlns:a16="http://schemas.microsoft.com/office/drawing/2014/main" id="{DF63243D-FF09-44F6-9CBD-6EDB54E375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10675" y="3609975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76200" y="38100"/>
                </a:moveTo>
                <a:lnTo>
                  <a:pt x="114300" y="38100"/>
                </a:lnTo>
                <a:lnTo>
                  <a:pt x="114300" y="47625"/>
                </a:lnTo>
                <a:lnTo>
                  <a:pt x="104775" y="47625"/>
                </a:lnTo>
                <a:lnTo>
                  <a:pt x="104775" y="57150"/>
                </a:lnTo>
                <a:lnTo>
                  <a:pt x="114300" y="57150"/>
                </a:lnTo>
                <a:lnTo>
                  <a:pt x="114300" y="66675"/>
                </a:lnTo>
                <a:lnTo>
                  <a:pt x="104775" y="66675"/>
                </a:lnTo>
                <a:lnTo>
                  <a:pt x="104775" y="76200"/>
                </a:lnTo>
                <a:lnTo>
                  <a:pt x="85725" y="76200"/>
                </a:lnTo>
                <a:lnTo>
                  <a:pt x="85725" y="85725"/>
                </a:lnTo>
                <a:lnTo>
                  <a:pt x="76200" y="85725"/>
                </a:lnTo>
                <a:lnTo>
                  <a:pt x="76200" y="76200"/>
                </a:lnTo>
                <a:lnTo>
                  <a:pt x="66675" y="76200"/>
                </a:lnTo>
                <a:lnTo>
                  <a:pt x="66675" y="95250"/>
                </a:lnTo>
                <a:lnTo>
                  <a:pt x="57150" y="95250"/>
                </a:lnTo>
                <a:lnTo>
                  <a:pt x="57150" y="57150"/>
                </a:lnTo>
                <a:lnTo>
                  <a:pt x="66675" y="57150"/>
                </a:lnTo>
                <a:lnTo>
                  <a:pt x="66675" y="47625"/>
                </a:lnTo>
                <a:lnTo>
                  <a:pt x="76200" y="47625"/>
                </a:lnTo>
                <a:close/>
                <a:moveTo>
                  <a:pt x="133350" y="38100"/>
                </a:moveTo>
                <a:lnTo>
                  <a:pt x="171450" y="38100"/>
                </a:lnTo>
                <a:lnTo>
                  <a:pt x="171450" y="47625"/>
                </a:lnTo>
                <a:lnTo>
                  <a:pt x="161925" y="47625"/>
                </a:lnTo>
                <a:lnTo>
                  <a:pt x="161925" y="57150"/>
                </a:lnTo>
                <a:lnTo>
                  <a:pt x="171450" y="57150"/>
                </a:lnTo>
                <a:lnTo>
                  <a:pt x="171450" y="66675"/>
                </a:lnTo>
                <a:lnTo>
                  <a:pt x="133350" y="66675"/>
                </a:lnTo>
                <a:lnTo>
                  <a:pt x="133350" y="57150"/>
                </a:lnTo>
                <a:lnTo>
                  <a:pt x="142875" y="57150"/>
                </a:lnTo>
                <a:lnTo>
                  <a:pt x="142875" y="47625"/>
                </a:lnTo>
                <a:lnTo>
                  <a:pt x="133350" y="47625"/>
                </a:lnTo>
                <a:close/>
                <a:moveTo>
                  <a:pt x="190500" y="38100"/>
                </a:moveTo>
                <a:lnTo>
                  <a:pt x="219075" y="38100"/>
                </a:lnTo>
                <a:lnTo>
                  <a:pt x="219075" y="47625"/>
                </a:lnTo>
                <a:lnTo>
                  <a:pt x="190500" y="47625"/>
                </a:lnTo>
                <a:close/>
                <a:moveTo>
                  <a:pt x="295275" y="38100"/>
                </a:moveTo>
                <a:lnTo>
                  <a:pt x="847725" y="38100"/>
                </a:lnTo>
                <a:lnTo>
                  <a:pt x="847725" y="47625"/>
                </a:lnTo>
                <a:lnTo>
                  <a:pt x="838200" y="47625"/>
                </a:lnTo>
                <a:lnTo>
                  <a:pt x="838200" y="57150"/>
                </a:lnTo>
                <a:lnTo>
                  <a:pt x="847725" y="57150"/>
                </a:lnTo>
                <a:lnTo>
                  <a:pt x="847725" y="47625"/>
                </a:lnTo>
                <a:lnTo>
                  <a:pt x="857250" y="47625"/>
                </a:lnTo>
                <a:lnTo>
                  <a:pt x="857250" y="114300"/>
                </a:lnTo>
                <a:lnTo>
                  <a:pt x="847725" y="114300"/>
                </a:lnTo>
                <a:lnTo>
                  <a:pt x="847725" y="76200"/>
                </a:lnTo>
                <a:lnTo>
                  <a:pt x="838200" y="76200"/>
                </a:lnTo>
                <a:lnTo>
                  <a:pt x="838200" y="104775"/>
                </a:lnTo>
                <a:lnTo>
                  <a:pt x="819150" y="104775"/>
                </a:lnTo>
                <a:lnTo>
                  <a:pt x="819150" y="114300"/>
                </a:lnTo>
                <a:lnTo>
                  <a:pt x="809625" y="114300"/>
                </a:lnTo>
                <a:lnTo>
                  <a:pt x="809625" y="133350"/>
                </a:lnTo>
                <a:lnTo>
                  <a:pt x="723900" y="133350"/>
                </a:lnTo>
                <a:lnTo>
                  <a:pt x="723900" y="114300"/>
                </a:lnTo>
                <a:lnTo>
                  <a:pt x="523875" y="114300"/>
                </a:lnTo>
                <a:lnTo>
                  <a:pt x="523875" y="104775"/>
                </a:lnTo>
                <a:lnTo>
                  <a:pt x="514350" y="104775"/>
                </a:lnTo>
                <a:lnTo>
                  <a:pt x="514350" y="114300"/>
                </a:lnTo>
                <a:lnTo>
                  <a:pt x="276225" y="114300"/>
                </a:lnTo>
                <a:lnTo>
                  <a:pt x="276225" y="133350"/>
                </a:lnTo>
                <a:lnTo>
                  <a:pt x="180975" y="133350"/>
                </a:lnTo>
                <a:lnTo>
                  <a:pt x="180975" y="123825"/>
                </a:lnTo>
                <a:lnTo>
                  <a:pt x="200025" y="123825"/>
                </a:lnTo>
                <a:lnTo>
                  <a:pt x="200025" y="114300"/>
                </a:lnTo>
                <a:lnTo>
                  <a:pt x="180975" y="114300"/>
                </a:lnTo>
                <a:lnTo>
                  <a:pt x="180975" y="104775"/>
                </a:lnTo>
                <a:lnTo>
                  <a:pt x="190500" y="104775"/>
                </a:lnTo>
                <a:lnTo>
                  <a:pt x="190500" y="95250"/>
                </a:lnTo>
                <a:lnTo>
                  <a:pt x="200025" y="95250"/>
                </a:lnTo>
                <a:lnTo>
                  <a:pt x="200025" y="85725"/>
                </a:lnTo>
                <a:lnTo>
                  <a:pt x="219075" y="85725"/>
                </a:lnTo>
                <a:lnTo>
                  <a:pt x="219075" y="95250"/>
                </a:lnTo>
                <a:lnTo>
                  <a:pt x="228600" y="95250"/>
                </a:lnTo>
                <a:lnTo>
                  <a:pt x="228600" y="104775"/>
                </a:lnTo>
                <a:lnTo>
                  <a:pt x="247650" y="104775"/>
                </a:lnTo>
                <a:lnTo>
                  <a:pt x="247650" y="95250"/>
                </a:lnTo>
                <a:lnTo>
                  <a:pt x="257175" y="95250"/>
                </a:lnTo>
                <a:lnTo>
                  <a:pt x="257175" y="76200"/>
                </a:lnTo>
                <a:lnTo>
                  <a:pt x="266700" y="76200"/>
                </a:lnTo>
                <a:lnTo>
                  <a:pt x="266700" y="85725"/>
                </a:lnTo>
                <a:lnTo>
                  <a:pt x="276225" y="85725"/>
                </a:lnTo>
                <a:lnTo>
                  <a:pt x="276225" y="76200"/>
                </a:lnTo>
                <a:lnTo>
                  <a:pt x="285750" y="76200"/>
                </a:lnTo>
                <a:lnTo>
                  <a:pt x="285750" y="66675"/>
                </a:lnTo>
                <a:lnTo>
                  <a:pt x="295275" y="66675"/>
                </a:lnTo>
                <a:lnTo>
                  <a:pt x="295275" y="57150"/>
                </a:lnTo>
                <a:lnTo>
                  <a:pt x="304800" y="57150"/>
                </a:lnTo>
                <a:lnTo>
                  <a:pt x="304800" y="47625"/>
                </a:lnTo>
                <a:lnTo>
                  <a:pt x="295275" y="47625"/>
                </a:lnTo>
                <a:close/>
                <a:moveTo>
                  <a:pt x="190500" y="57150"/>
                </a:moveTo>
                <a:lnTo>
                  <a:pt x="209550" y="57150"/>
                </a:lnTo>
                <a:lnTo>
                  <a:pt x="209550" y="66675"/>
                </a:lnTo>
                <a:lnTo>
                  <a:pt x="190500" y="66675"/>
                </a:lnTo>
                <a:close/>
                <a:moveTo>
                  <a:pt x="219075" y="66675"/>
                </a:moveTo>
                <a:lnTo>
                  <a:pt x="228600" y="66675"/>
                </a:lnTo>
                <a:lnTo>
                  <a:pt x="228600" y="76200"/>
                </a:lnTo>
                <a:lnTo>
                  <a:pt x="219075" y="76200"/>
                </a:lnTo>
                <a:close/>
                <a:moveTo>
                  <a:pt x="161925" y="95250"/>
                </a:moveTo>
                <a:lnTo>
                  <a:pt x="171450" y="95250"/>
                </a:lnTo>
                <a:lnTo>
                  <a:pt x="171450" y="104775"/>
                </a:lnTo>
                <a:lnTo>
                  <a:pt x="161925" y="104775"/>
                </a:lnTo>
                <a:close/>
                <a:moveTo>
                  <a:pt x="123825" y="104775"/>
                </a:moveTo>
                <a:lnTo>
                  <a:pt x="133350" y="104775"/>
                </a:lnTo>
                <a:lnTo>
                  <a:pt x="133350" y="114300"/>
                </a:lnTo>
                <a:lnTo>
                  <a:pt x="123825" y="114300"/>
                </a:lnTo>
                <a:close/>
                <a:moveTo>
                  <a:pt x="123825" y="123825"/>
                </a:moveTo>
                <a:lnTo>
                  <a:pt x="142875" y="123825"/>
                </a:lnTo>
                <a:lnTo>
                  <a:pt x="142875" y="133350"/>
                </a:lnTo>
                <a:lnTo>
                  <a:pt x="123825" y="133350"/>
                </a:lnTo>
                <a:close/>
                <a:moveTo>
                  <a:pt x="228600" y="123825"/>
                </a:moveTo>
                <a:lnTo>
                  <a:pt x="257175" y="123825"/>
                </a:lnTo>
                <a:lnTo>
                  <a:pt x="257175" y="114300"/>
                </a:lnTo>
                <a:lnTo>
                  <a:pt x="228600" y="114300"/>
                </a:lnTo>
                <a:close/>
                <a:moveTo>
                  <a:pt x="704850" y="209550"/>
                </a:moveTo>
                <a:lnTo>
                  <a:pt x="714375" y="209550"/>
                </a:lnTo>
                <a:lnTo>
                  <a:pt x="714375" y="219075"/>
                </a:lnTo>
                <a:lnTo>
                  <a:pt x="704850" y="219075"/>
                </a:lnTo>
                <a:close/>
                <a:moveTo>
                  <a:pt x="695325" y="295275"/>
                </a:moveTo>
                <a:lnTo>
                  <a:pt x="742950" y="295275"/>
                </a:lnTo>
                <a:lnTo>
                  <a:pt x="742950" y="304800"/>
                </a:lnTo>
                <a:lnTo>
                  <a:pt x="733425" y="304800"/>
                </a:lnTo>
                <a:lnTo>
                  <a:pt x="733425" y="314325"/>
                </a:lnTo>
                <a:lnTo>
                  <a:pt x="742950" y="314325"/>
                </a:lnTo>
                <a:lnTo>
                  <a:pt x="742950" y="304800"/>
                </a:lnTo>
                <a:lnTo>
                  <a:pt x="752475" y="304800"/>
                </a:lnTo>
                <a:lnTo>
                  <a:pt x="752475" y="361950"/>
                </a:lnTo>
                <a:lnTo>
                  <a:pt x="742950" y="361950"/>
                </a:lnTo>
                <a:lnTo>
                  <a:pt x="742950" y="371475"/>
                </a:lnTo>
                <a:lnTo>
                  <a:pt x="752475" y="371475"/>
                </a:lnTo>
                <a:lnTo>
                  <a:pt x="752475" y="466725"/>
                </a:lnTo>
                <a:lnTo>
                  <a:pt x="742950" y="466725"/>
                </a:lnTo>
                <a:lnTo>
                  <a:pt x="742950" y="495300"/>
                </a:lnTo>
                <a:lnTo>
                  <a:pt x="733425" y="495300"/>
                </a:lnTo>
                <a:lnTo>
                  <a:pt x="733425" y="514350"/>
                </a:lnTo>
                <a:lnTo>
                  <a:pt x="723900" y="514350"/>
                </a:lnTo>
                <a:lnTo>
                  <a:pt x="723900" y="523875"/>
                </a:lnTo>
                <a:lnTo>
                  <a:pt x="714375" y="523875"/>
                </a:lnTo>
                <a:lnTo>
                  <a:pt x="714375" y="542925"/>
                </a:lnTo>
                <a:lnTo>
                  <a:pt x="695325" y="542925"/>
                </a:lnTo>
                <a:lnTo>
                  <a:pt x="695325" y="466725"/>
                </a:lnTo>
                <a:lnTo>
                  <a:pt x="714375" y="466725"/>
                </a:lnTo>
                <a:lnTo>
                  <a:pt x="714375" y="438150"/>
                </a:lnTo>
                <a:lnTo>
                  <a:pt x="695325" y="438150"/>
                </a:lnTo>
                <a:lnTo>
                  <a:pt x="695325" y="381000"/>
                </a:lnTo>
                <a:lnTo>
                  <a:pt x="704850" y="381000"/>
                </a:lnTo>
                <a:lnTo>
                  <a:pt x="704850" y="390525"/>
                </a:lnTo>
                <a:lnTo>
                  <a:pt x="714375" y="390525"/>
                </a:lnTo>
                <a:lnTo>
                  <a:pt x="714375" y="381000"/>
                </a:lnTo>
                <a:lnTo>
                  <a:pt x="723900" y="381000"/>
                </a:lnTo>
                <a:lnTo>
                  <a:pt x="723900" y="371475"/>
                </a:lnTo>
                <a:lnTo>
                  <a:pt x="733425" y="371475"/>
                </a:lnTo>
                <a:lnTo>
                  <a:pt x="733425" y="361950"/>
                </a:lnTo>
                <a:lnTo>
                  <a:pt x="714375" y="361950"/>
                </a:lnTo>
                <a:lnTo>
                  <a:pt x="714375" y="342900"/>
                </a:lnTo>
                <a:lnTo>
                  <a:pt x="704850" y="342900"/>
                </a:lnTo>
                <a:lnTo>
                  <a:pt x="704850" y="361950"/>
                </a:lnTo>
                <a:lnTo>
                  <a:pt x="695325" y="361950"/>
                </a:lnTo>
                <a:lnTo>
                  <a:pt x="695325" y="314325"/>
                </a:lnTo>
                <a:lnTo>
                  <a:pt x="704850" y="314325"/>
                </a:lnTo>
                <a:lnTo>
                  <a:pt x="704850" y="304800"/>
                </a:lnTo>
                <a:lnTo>
                  <a:pt x="695325" y="304800"/>
                </a:lnTo>
                <a:close/>
                <a:moveTo>
                  <a:pt x="390525" y="352425"/>
                </a:moveTo>
                <a:lnTo>
                  <a:pt x="409575" y="352425"/>
                </a:lnTo>
                <a:lnTo>
                  <a:pt x="409575" y="361950"/>
                </a:lnTo>
                <a:lnTo>
                  <a:pt x="419100" y="361950"/>
                </a:lnTo>
                <a:lnTo>
                  <a:pt x="419100" y="381000"/>
                </a:lnTo>
                <a:lnTo>
                  <a:pt x="428625" y="381000"/>
                </a:lnTo>
                <a:lnTo>
                  <a:pt x="428625" y="361950"/>
                </a:lnTo>
                <a:lnTo>
                  <a:pt x="438150" y="361950"/>
                </a:lnTo>
                <a:lnTo>
                  <a:pt x="438150" y="504825"/>
                </a:lnTo>
                <a:lnTo>
                  <a:pt x="428625" y="504825"/>
                </a:lnTo>
                <a:lnTo>
                  <a:pt x="428625" y="514350"/>
                </a:lnTo>
                <a:lnTo>
                  <a:pt x="419100" y="514350"/>
                </a:lnTo>
                <a:lnTo>
                  <a:pt x="419100" y="504825"/>
                </a:lnTo>
                <a:lnTo>
                  <a:pt x="409575" y="504825"/>
                </a:lnTo>
                <a:lnTo>
                  <a:pt x="409575" y="514350"/>
                </a:lnTo>
                <a:lnTo>
                  <a:pt x="381000" y="514350"/>
                </a:lnTo>
                <a:lnTo>
                  <a:pt x="381000" y="476250"/>
                </a:lnTo>
                <a:lnTo>
                  <a:pt x="371475" y="476250"/>
                </a:lnTo>
                <a:lnTo>
                  <a:pt x="371475" y="428625"/>
                </a:lnTo>
                <a:lnTo>
                  <a:pt x="381000" y="428625"/>
                </a:lnTo>
                <a:lnTo>
                  <a:pt x="381000" y="438150"/>
                </a:lnTo>
                <a:lnTo>
                  <a:pt x="390525" y="438150"/>
                </a:lnTo>
                <a:lnTo>
                  <a:pt x="390525" y="390525"/>
                </a:lnTo>
                <a:lnTo>
                  <a:pt x="371475" y="390525"/>
                </a:lnTo>
                <a:lnTo>
                  <a:pt x="371475" y="371475"/>
                </a:lnTo>
                <a:lnTo>
                  <a:pt x="381000" y="371475"/>
                </a:lnTo>
                <a:lnTo>
                  <a:pt x="381000" y="381000"/>
                </a:lnTo>
                <a:lnTo>
                  <a:pt x="390525" y="381000"/>
                </a:lnTo>
                <a:lnTo>
                  <a:pt x="390525" y="371475"/>
                </a:lnTo>
                <a:lnTo>
                  <a:pt x="400050" y="371475"/>
                </a:lnTo>
                <a:lnTo>
                  <a:pt x="400050" y="361950"/>
                </a:lnTo>
                <a:lnTo>
                  <a:pt x="390525" y="361950"/>
                </a:lnTo>
                <a:close/>
                <a:moveTo>
                  <a:pt x="590550" y="381000"/>
                </a:moveTo>
                <a:lnTo>
                  <a:pt x="609600" y="381000"/>
                </a:lnTo>
                <a:lnTo>
                  <a:pt x="609600" y="390525"/>
                </a:lnTo>
                <a:lnTo>
                  <a:pt x="628650" y="390525"/>
                </a:lnTo>
                <a:lnTo>
                  <a:pt x="628650" y="381000"/>
                </a:lnTo>
                <a:lnTo>
                  <a:pt x="638175" y="381000"/>
                </a:lnTo>
                <a:lnTo>
                  <a:pt x="638175" y="390525"/>
                </a:lnTo>
                <a:lnTo>
                  <a:pt x="628650" y="390525"/>
                </a:lnTo>
                <a:lnTo>
                  <a:pt x="628650" y="400050"/>
                </a:lnTo>
                <a:lnTo>
                  <a:pt x="638175" y="400050"/>
                </a:lnTo>
                <a:lnTo>
                  <a:pt x="638175" y="390525"/>
                </a:lnTo>
                <a:lnTo>
                  <a:pt x="647700" y="390525"/>
                </a:lnTo>
                <a:lnTo>
                  <a:pt x="647700" y="476250"/>
                </a:lnTo>
                <a:lnTo>
                  <a:pt x="628650" y="476250"/>
                </a:lnTo>
                <a:lnTo>
                  <a:pt x="628650" y="485775"/>
                </a:lnTo>
                <a:lnTo>
                  <a:pt x="619125" y="485775"/>
                </a:lnTo>
                <a:lnTo>
                  <a:pt x="619125" y="495300"/>
                </a:lnTo>
                <a:lnTo>
                  <a:pt x="590550" y="495300"/>
                </a:lnTo>
                <a:lnTo>
                  <a:pt x="590550" y="504825"/>
                </a:lnTo>
                <a:lnTo>
                  <a:pt x="581025" y="504825"/>
                </a:lnTo>
                <a:lnTo>
                  <a:pt x="581025" y="390525"/>
                </a:lnTo>
                <a:lnTo>
                  <a:pt x="590550" y="390525"/>
                </a:lnTo>
                <a:close/>
                <a:moveTo>
                  <a:pt x="590550" y="400050"/>
                </a:moveTo>
                <a:lnTo>
                  <a:pt x="600075" y="400050"/>
                </a:lnTo>
                <a:lnTo>
                  <a:pt x="600075" y="390525"/>
                </a:lnTo>
                <a:lnTo>
                  <a:pt x="590550" y="390525"/>
                </a:lnTo>
                <a:close/>
                <a:moveTo>
                  <a:pt x="190500" y="504825"/>
                </a:moveTo>
                <a:lnTo>
                  <a:pt x="209550" y="504825"/>
                </a:lnTo>
                <a:lnTo>
                  <a:pt x="209550" y="514350"/>
                </a:lnTo>
                <a:lnTo>
                  <a:pt x="190500" y="514350"/>
                </a:lnTo>
                <a:close/>
                <a:moveTo>
                  <a:pt x="209550" y="514350"/>
                </a:moveTo>
                <a:lnTo>
                  <a:pt x="219075" y="514350"/>
                </a:lnTo>
                <a:lnTo>
                  <a:pt x="219075" y="523875"/>
                </a:lnTo>
                <a:lnTo>
                  <a:pt x="228600" y="523875"/>
                </a:lnTo>
                <a:lnTo>
                  <a:pt x="228600" y="561975"/>
                </a:lnTo>
                <a:lnTo>
                  <a:pt x="219075" y="561975"/>
                </a:lnTo>
                <a:lnTo>
                  <a:pt x="219075" y="552450"/>
                </a:lnTo>
                <a:lnTo>
                  <a:pt x="209550" y="552450"/>
                </a:lnTo>
                <a:lnTo>
                  <a:pt x="209550" y="561975"/>
                </a:lnTo>
                <a:lnTo>
                  <a:pt x="180975" y="561975"/>
                </a:lnTo>
                <a:lnTo>
                  <a:pt x="180975" y="552450"/>
                </a:lnTo>
                <a:lnTo>
                  <a:pt x="171450" y="552450"/>
                </a:lnTo>
                <a:lnTo>
                  <a:pt x="171450" y="561975"/>
                </a:lnTo>
                <a:lnTo>
                  <a:pt x="161925" y="561975"/>
                </a:lnTo>
                <a:lnTo>
                  <a:pt x="161925" y="523875"/>
                </a:lnTo>
                <a:lnTo>
                  <a:pt x="209550" y="523875"/>
                </a:lnTo>
                <a:close/>
                <a:moveTo>
                  <a:pt x="381000" y="552450"/>
                </a:moveTo>
                <a:lnTo>
                  <a:pt x="390525" y="552450"/>
                </a:lnTo>
                <a:lnTo>
                  <a:pt x="390525" y="561975"/>
                </a:lnTo>
                <a:lnTo>
                  <a:pt x="419100" y="561975"/>
                </a:lnTo>
                <a:lnTo>
                  <a:pt x="419100" y="552450"/>
                </a:lnTo>
                <a:lnTo>
                  <a:pt x="428625" y="552450"/>
                </a:lnTo>
                <a:lnTo>
                  <a:pt x="428625" y="561975"/>
                </a:lnTo>
                <a:lnTo>
                  <a:pt x="438150" y="561975"/>
                </a:lnTo>
                <a:lnTo>
                  <a:pt x="438150" y="581025"/>
                </a:lnTo>
                <a:lnTo>
                  <a:pt x="371475" y="581025"/>
                </a:lnTo>
                <a:lnTo>
                  <a:pt x="371475" y="571500"/>
                </a:lnTo>
                <a:lnTo>
                  <a:pt x="381000" y="571500"/>
                </a:lnTo>
                <a:close/>
              </a:path>
            </a:pathLst>
          </a:custGeom>
          <a:solidFill xmlns:a="http://schemas.openxmlformats.org/drawingml/2006/main">
            <a:srgbClr val="2C513F"/>
          </a:solidFill>
          <a:ln xmlns:a="http://schemas.openxmlformats.org/drawingml/2006/main" w="0">
            <a:noFill/>
          </a:ln>
        </p:spPr>
      </p:sp>
      <p:sp>
        <p:nvSpPr>
          <p:cNvPr id="174" name="v12 vector #2a4b3a">
            <a:extLst xmlns:a="http://schemas.openxmlformats.org/drawingml/2006/main">
              <a:ext uri="{FF2B5EF4-FFF2-40B4-BE49-F238E27FC236}">
                <a16:creationId xmlns:a16="http://schemas.microsoft.com/office/drawing/2014/main" id="{78D81ABD-C5F4-41DA-A396-4F858EB827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10675" y="3609975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114300" y="38100"/>
                </a:moveTo>
                <a:lnTo>
                  <a:pt x="133350" y="38100"/>
                </a:lnTo>
                <a:lnTo>
                  <a:pt x="133350" y="47625"/>
                </a:lnTo>
                <a:lnTo>
                  <a:pt x="142875" y="47625"/>
                </a:lnTo>
                <a:lnTo>
                  <a:pt x="142875" y="57150"/>
                </a:lnTo>
                <a:lnTo>
                  <a:pt x="104775" y="57150"/>
                </a:lnTo>
                <a:lnTo>
                  <a:pt x="104775" y="47625"/>
                </a:lnTo>
                <a:lnTo>
                  <a:pt x="114300" y="47625"/>
                </a:lnTo>
                <a:close/>
                <a:moveTo>
                  <a:pt x="171450" y="38100"/>
                </a:moveTo>
                <a:lnTo>
                  <a:pt x="190500" y="38100"/>
                </a:lnTo>
                <a:lnTo>
                  <a:pt x="190500" y="47625"/>
                </a:lnTo>
                <a:lnTo>
                  <a:pt x="219075" y="47625"/>
                </a:lnTo>
                <a:lnTo>
                  <a:pt x="219075" y="38100"/>
                </a:lnTo>
                <a:lnTo>
                  <a:pt x="295275" y="38100"/>
                </a:lnTo>
                <a:lnTo>
                  <a:pt x="295275" y="47625"/>
                </a:lnTo>
                <a:lnTo>
                  <a:pt x="304800" y="47625"/>
                </a:lnTo>
                <a:lnTo>
                  <a:pt x="304800" y="57150"/>
                </a:lnTo>
                <a:lnTo>
                  <a:pt x="295275" y="57150"/>
                </a:lnTo>
                <a:lnTo>
                  <a:pt x="295275" y="66675"/>
                </a:lnTo>
                <a:lnTo>
                  <a:pt x="285750" y="66675"/>
                </a:lnTo>
                <a:lnTo>
                  <a:pt x="285750" y="76200"/>
                </a:lnTo>
                <a:lnTo>
                  <a:pt x="276225" y="76200"/>
                </a:lnTo>
                <a:lnTo>
                  <a:pt x="276225" y="85725"/>
                </a:lnTo>
                <a:lnTo>
                  <a:pt x="266700" y="85725"/>
                </a:lnTo>
                <a:lnTo>
                  <a:pt x="266700" y="76200"/>
                </a:lnTo>
                <a:lnTo>
                  <a:pt x="257175" y="76200"/>
                </a:lnTo>
                <a:lnTo>
                  <a:pt x="257175" y="66675"/>
                </a:lnTo>
                <a:lnTo>
                  <a:pt x="219075" y="66675"/>
                </a:lnTo>
                <a:lnTo>
                  <a:pt x="219075" y="85725"/>
                </a:lnTo>
                <a:lnTo>
                  <a:pt x="200025" y="85725"/>
                </a:lnTo>
                <a:lnTo>
                  <a:pt x="200025" y="66675"/>
                </a:lnTo>
                <a:lnTo>
                  <a:pt x="209550" y="66675"/>
                </a:lnTo>
                <a:lnTo>
                  <a:pt x="209550" y="57150"/>
                </a:lnTo>
                <a:lnTo>
                  <a:pt x="161925" y="57150"/>
                </a:lnTo>
                <a:lnTo>
                  <a:pt x="161925" y="47625"/>
                </a:lnTo>
                <a:lnTo>
                  <a:pt x="171450" y="47625"/>
                </a:lnTo>
                <a:close/>
                <a:moveTo>
                  <a:pt x="838200" y="47625"/>
                </a:moveTo>
                <a:lnTo>
                  <a:pt x="847725" y="47625"/>
                </a:lnTo>
                <a:lnTo>
                  <a:pt x="847725" y="57150"/>
                </a:lnTo>
                <a:lnTo>
                  <a:pt x="838200" y="57150"/>
                </a:lnTo>
                <a:close/>
                <a:moveTo>
                  <a:pt x="142875" y="66675"/>
                </a:moveTo>
                <a:lnTo>
                  <a:pt x="161925" y="66675"/>
                </a:lnTo>
                <a:lnTo>
                  <a:pt x="161925" y="104775"/>
                </a:lnTo>
                <a:lnTo>
                  <a:pt x="180975" y="104775"/>
                </a:lnTo>
                <a:lnTo>
                  <a:pt x="180975" y="114300"/>
                </a:lnTo>
                <a:lnTo>
                  <a:pt x="200025" y="114300"/>
                </a:lnTo>
                <a:lnTo>
                  <a:pt x="200025" y="123825"/>
                </a:lnTo>
                <a:lnTo>
                  <a:pt x="180975" y="123825"/>
                </a:lnTo>
                <a:lnTo>
                  <a:pt x="180975" y="133350"/>
                </a:lnTo>
                <a:lnTo>
                  <a:pt x="142875" y="133350"/>
                </a:lnTo>
                <a:lnTo>
                  <a:pt x="142875" y="123825"/>
                </a:lnTo>
                <a:lnTo>
                  <a:pt x="123825" y="123825"/>
                </a:lnTo>
                <a:lnTo>
                  <a:pt x="123825" y="133350"/>
                </a:lnTo>
                <a:lnTo>
                  <a:pt x="76200" y="133350"/>
                </a:lnTo>
                <a:lnTo>
                  <a:pt x="76200" y="142875"/>
                </a:lnTo>
                <a:lnTo>
                  <a:pt x="66675" y="142875"/>
                </a:lnTo>
                <a:lnTo>
                  <a:pt x="66675" y="133350"/>
                </a:lnTo>
                <a:lnTo>
                  <a:pt x="57150" y="133350"/>
                </a:lnTo>
                <a:lnTo>
                  <a:pt x="57150" y="95250"/>
                </a:lnTo>
                <a:lnTo>
                  <a:pt x="66675" y="95250"/>
                </a:lnTo>
                <a:lnTo>
                  <a:pt x="66675" y="76200"/>
                </a:lnTo>
                <a:lnTo>
                  <a:pt x="76200" y="76200"/>
                </a:lnTo>
                <a:lnTo>
                  <a:pt x="76200" y="85725"/>
                </a:lnTo>
                <a:lnTo>
                  <a:pt x="85725" y="85725"/>
                </a:lnTo>
                <a:lnTo>
                  <a:pt x="85725" y="76200"/>
                </a:lnTo>
                <a:lnTo>
                  <a:pt x="104775" y="76200"/>
                </a:lnTo>
                <a:lnTo>
                  <a:pt x="104775" y="95250"/>
                </a:lnTo>
                <a:lnTo>
                  <a:pt x="114300" y="95250"/>
                </a:lnTo>
                <a:lnTo>
                  <a:pt x="114300" y="104775"/>
                </a:lnTo>
                <a:lnTo>
                  <a:pt x="123825" y="104775"/>
                </a:lnTo>
                <a:lnTo>
                  <a:pt x="123825" y="114300"/>
                </a:lnTo>
                <a:lnTo>
                  <a:pt x="133350" y="114300"/>
                </a:lnTo>
                <a:lnTo>
                  <a:pt x="133350" y="95250"/>
                </a:lnTo>
                <a:lnTo>
                  <a:pt x="142875" y="95250"/>
                </a:lnTo>
                <a:close/>
                <a:moveTo>
                  <a:pt x="838200" y="76200"/>
                </a:moveTo>
                <a:lnTo>
                  <a:pt x="847725" y="76200"/>
                </a:lnTo>
                <a:lnTo>
                  <a:pt x="847725" y="114300"/>
                </a:lnTo>
                <a:lnTo>
                  <a:pt x="857250" y="114300"/>
                </a:lnTo>
                <a:lnTo>
                  <a:pt x="857250" y="123825"/>
                </a:lnTo>
                <a:lnTo>
                  <a:pt x="847725" y="123825"/>
                </a:lnTo>
                <a:lnTo>
                  <a:pt x="847725" y="133350"/>
                </a:lnTo>
                <a:lnTo>
                  <a:pt x="809625" y="133350"/>
                </a:lnTo>
                <a:lnTo>
                  <a:pt x="809625" y="114300"/>
                </a:lnTo>
                <a:lnTo>
                  <a:pt x="819150" y="114300"/>
                </a:lnTo>
                <a:lnTo>
                  <a:pt x="819150" y="104775"/>
                </a:lnTo>
                <a:lnTo>
                  <a:pt x="838200" y="104775"/>
                </a:lnTo>
                <a:close/>
                <a:moveTo>
                  <a:pt x="514350" y="104775"/>
                </a:moveTo>
                <a:lnTo>
                  <a:pt x="523875" y="104775"/>
                </a:lnTo>
                <a:lnTo>
                  <a:pt x="523875" y="114300"/>
                </a:lnTo>
                <a:lnTo>
                  <a:pt x="723900" y="114300"/>
                </a:lnTo>
                <a:lnTo>
                  <a:pt x="723900" y="133350"/>
                </a:lnTo>
                <a:lnTo>
                  <a:pt x="276225" y="133350"/>
                </a:lnTo>
                <a:lnTo>
                  <a:pt x="276225" y="114300"/>
                </a:lnTo>
                <a:lnTo>
                  <a:pt x="514350" y="114300"/>
                </a:lnTo>
                <a:close/>
                <a:moveTo>
                  <a:pt x="228600" y="114300"/>
                </a:moveTo>
                <a:lnTo>
                  <a:pt x="257175" y="114300"/>
                </a:lnTo>
                <a:lnTo>
                  <a:pt x="257175" y="123825"/>
                </a:lnTo>
                <a:lnTo>
                  <a:pt x="228600" y="123825"/>
                </a:lnTo>
                <a:close/>
                <a:moveTo>
                  <a:pt x="714375" y="190500"/>
                </a:moveTo>
                <a:lnTo>
                  <a:pt x="733425" y="190500"/>
                </a:lnTo>
                <a:lnTo>
                  <a:pt x="733425" y="219075"/>
                </a:lnTo>
                <a:lnTo>
                  <a:pt x="723900" y="219075"/>
                </a:lnTo>
                <a:lnTo>
                  <a:pt x="723900" y="228600"/>
                </a:lnTo>
                <a:lnTo>
                  <a:pt x="714375" y="228600"/>
                </a:lnTo>
                <a:lnTo>
                  <a:pt x="714375" y="209550"/>
                </a:lnTo>
                <a:lnTo>
                  <a:pt x="704850" y="209550"/>
                </a:lnTo>
                <a:lnTo>
                  <a:pt x="704850" y="200025"/>
                </a:lnTo>
                <a:lnTo>
                  <a:pt x="714375" y="200025"/>
                </a:lnTo>
                <a:close/>
                <a:moveTo>
                  <a:pt x="695325" y="304800"/>
                </a:moveTo>
                <a:lnTo>
                  <a:pt x="704850" y="304800"/>
                </a:lnTo>
                <a:lnTo>
                  <a:pt x="704850" y="314325"/>
                </a:lnTo>
                <a:lnTo>
                  <a:pt x="695325" y="314325"/>
                </a:lnTo>
                <a:close/>
                <a:moveTo>
                  <a:pt x="733425" y="304800"/>
                </a:moveTo>
                <a:lnTo>
                  <a:pt x="742950" y="304800"/>
                </a:lnTo>
                <a:lnTo>
                  <a:pt x="742950" y="314325"/>
                </a:lnTo>
                <a:lnTo>
                  <a:pt x="733425" y="314325"/>
                </a:lnTo>
                <a:close/>
                <a:moveTo>
                  <a:pt x="381000" y="352425"/>
                </a:moveTo>
                <a:lnTo>
                  <a:pt x="390525" y="352425"/>
                </a:lnTo>
                <a:lnTo>
                  <a:pt x="390525" y="361950"/>
                </a:lnTo>
                <a:lnTo>
                  <a:pt x="400050" y="361950"/>
                </a:lnTo>
                <a:lnTo>
                  <a:pt x="400050" y="371475"/>
                </a:lnTo>
                <a:lnTo>
                  <a:pt x="390525" y="371475"/>
                </a:lnTo>
                <a:lnTo>
                  <a:pt x="390525" y="381000"/>
                </a:lnTo>
                <a:lnTo>
                  <a:pt x="381000" y="381000"/>
                </a:lnTo>
                <a:lnTo>
                  <a:pt x="381000" y="371475"/>
                </a:lnTo>
                <a:lnTo>
                  <a:pt x="371475" y="371475"/>
                </a:lnTo>
                <a:lnTo>
                  <a:pt x="371475" y="361950"/>
                </a:lnTo>
                <a:lnTo>
                  <a:pt x="381000" y="361950"/>
                </a:lnTo>
                <a:close/>
                <a:moveTo>
                  <a:pt x="419100" y="361950"/>
                </a:moveTo>
                <a:lnTo>
                  <a:pt x="428625" y="361950"/>
                </a:lnTo>
                <a:lnTo>
                  <a:pt x="428625" y="381000"/>
                </a:lnTo>
                <a:lnTo>
                  <a:pt x="419100" y="381000"/>
                </a:lnTo>
                <a:close/>
                <a:moveTo>
                  <a:pt x="371475" y="390525"/>
                </a:moveTo>
                <a:lnTo>
                  <a:pt x="390525" y="390525"/>
                </a:lnTo>
                <a:lnTo>
                  <a:pt x="390525" y="438150"/>
                </a:lnTo>
                <a:lnTo>
                  <a:pt x="381000" y="438150"/>
                </a:lnTo>
                <a:lnTo>
                  <a:pt x="381000" y="428625"/>
                </a:lnTo>
                <a:lnTo>
                  <a:pt x="371475" y="428625"/>
                </a:lnTo>
                <a:close/>
                <a:moveTo>
                  <a:pt x="590550" y="390525"/>
                </a:moveTo>
                <a:lnTo>
                  <a:pt x="600075" y="390525"/>
                </a:lnTo>
                <a:lnTo>
                  <a:pt x="600075" y="400050"/>
                </a:lnTo>
                <a:lnTo>
                  <a:pt x="590550" y="400050"/>
                </a:lnTo>
                <a:close/>
                <a:moveTo>
                  <a:pt x="628650" y="390525"/>
                </a:moveTo>
                <a:lnTo>
                  <a:pt x="638175" y="390525"/>
                </a:lnTo>
                <a:lnTo>
                  <a:pt x="638175" y="400050"/>
                </a:lnTo>
                <a:lnTo>
                  <a:pt x="628650" y="400050"/>
                </a:lnTo>
                <a:close/>
                <a:moveTo>
                  <a:pt x="838200" y="428625"/>
                </a:moveTo>
                <a:lnTo>
                  <a:pt x="847725" y="428625"/>
                </a:lnTo>
                <a:lnTo>
                  <a:pt x="847725" y="438150"/>
                </a:lnTo>
                <a:lnTo>
                  <a:pt x="838200" y="438150"/>
                </a:lnTo>
                <a:close/>
                <a:moveTo>
                  <a:pt x="742950" y="466725"/>
                </a:moveTo>
                <a:lnTo>
                  <a:pt x="762000" y="466725"/>
                </a:lnTo>
                <a:lnTo>
                  <a:pt x="762000" y="485775"/>
                </a:lnTo>
                <a:lnTo>
                  <a:pt x="752475" y="485775"/>
                </a:lnTo>
                <a:lnTo>
                  <a:pt x="752475" y="504825"/>
                </a:lnTo>
                <a:lnTo>
                  <a:pt x="742950" y="504825"/>
                </a:lnTo>
                <a:lnTo>
                  <a:pt x="742950" y="523875"/>
                </a:lnTo>
                <a:lnTo>
                  <a:pt x="733425" y="523875"/>
                </a:lnTo>
                <a:lnTo>
                  <a:pt x="733425" y="533400"/>
                </a:lnTo>
                <a:lnTo>
                  <a:pt x="723900" y="533400"/>
                </a:lnTo>
                <a:lnTo>
                  <a:pt x="723900" y="552450"/>
                </a:lnTo>
                <a:lnTo>
                  <a:pt x="714375" y="552450"/>
                </a:lnTo>
                <a:lnTo>
                  <a:pt x="714375" y="561975"/>
                </a:lnTo>
                <a:lnTo>
                  <a:pt x="704850" y="561975"/>
                </a:lnTo>
                <a:lnTo>
                  <a:pt x="704850" y="581025"/>
                </a:lnTo>
                <a:lnTo>
                  <a:pt x="695325" y="581025"/>
                </a:lnTo>
                <a:lnTo>
                  <a:pt x="695325" y="590550"/>
                </a:lnTo>
                <a:lnTo>
                  <a:pt x="685800" y="590550"/>
                </a:lnTo>
                <a:lnTo>
                  <a:pt x="685800" y="581025"/>
                </a:lnTo>
                <a:lnTo>
                  <a:pt x="676275" y="581025"/>
                </a:lnTo>
                <a:lnTo>
                  <a:pt x="676275" y="561975"/>
                </a:lnTo>
                <a:lnTo>
                  <a:pt x="695325" y="561975"/>
                </a:lnTo>
                <a:lnTo>
                  <a:pt x="695325" y="542925"/>
                </a:lnTo>
                <a:lnTo>
                  <a:pt x="714375" y="542925"/>
                </a:lnTo>
                <a:lnTo>
                  <a:pt x="714375" y="523875"/>
                </a:lnTo>
                <a:lnTo>
                  <a:pt x="723900" y="523875"/>
                </a:lnTo>
                <a:lnTo>
                  <a:pt x="723900" y="514350"/>
                </a:lnTo>
                <a:lnTo>
                  <a:pt x="733425" y="514350"/>
                </a:lnTo>
                <a:lnTo>
                  <a:pt x="733425" y="495300"/>
                </a:lnTo>
                <a:lnTo>
                  <a:pt x="742950" y="495300"/>
                </a:lnTo>
                <a:close/>
                <a:moveTo>
                  <a:pt x="628650" y="476250"/>
                </a:moveTo>
                <a:lnTo>
                  <a:pt x="647700" y="476250"/>
                </a:lnTo>
                <a:lnTo>
                  <a:pt x="647700" y="561975"/>
                </a:lnTo>
                <a:lnTo>
                  <a:pt x="657225" y="561975"/>
                </a:lnTo>
                <a:lnTo>
                  <a:pt x="657225" y="571500"/>
                </a:lnTo>
                <a:lnTo>
                  <a:pt x="647700" y="571500"/>
                </a:lnTo>
                <a:lnTo>
                  <a:pt x="647700" y="581025"/>
                </a:lnTo>
                <a:lnTo>
                  <a:pt x="581025" y="581025"/>
                </a:lnTo>
                <a:lnTo>
                  <a:pt x="581025" y="571500"/>
                </a:lnTo>
                <a:lnTo>
                  <a:pt x="571500" y="571500"/>
                </a:lnTo>
                <a:lnTo>
                  <a:pt x="571500" y="561975"/>
                </a:lnTo>
                <a:lnTo>
                  <a:pt x="581025" y="561975"/>
                </a:lnTo>
                <a:lnTo>
                  <a:pt x="581025" y="504825"/>
                </a:lnTo>
                <a:lnTo>
                  <a:pt x="590550" y="504825"/>
                </a:lnTo>
                <a:lnTo>
                  <a:pt x="590550" y="495300"/>
                </a:lnTo>
                <a:lnTo>
                  <a:pt x="619125" y="495300"/>
                </a:lnTo>
                <a:lnTo>
                  <a:pt x="619125" y="485775"/>
                </a:lnTo>
                <a:lnTo>
                  <a:pt x="628650" y="485775"/>
                </a:lnTo>
                <a:close/>
                <a:moveTo>
                  <a:pt x="171450" y="504825"/>
                </a:moveTo>
                <a:lnTo>
                  <a:pt x="180975" y="504825"/>
                </a:lnTo>
                <a:lnTo>
                  <a:pt x="180975" y="514350"/>
                </a:lnTo>
                <a:lnTo>
                  <a:pt x="171450" y="514350"/>
                </a:lnTo>
                <a:close/>
                <a:moveTo>
                  <a:pt x="209550" y="504825"/>
                </a:moveTo>
                <a:lnTo>
                  <a:pt x="219075" y="504825"/>
                </a:lnTo>
                <a:lnTo>
                  <a:pt x="219075" y="514350"/>
                </a:lnTo>
                <a:lnTo>
                  <a:pt x="209550" y="514350"/>
                </a:lnTo>
                <a:close/>
                <a:moveTo>
                  <a:pt x="171450" y="552450"/>
                </a:moveTo>
                <a:lnTo>
                  <a:pt x="180975" y="552450"/>
                </a:lnTo>
                <a:lnTo>
                  <a:pt x="180975" y="561975"/>
                </a:lnTo>
                <a:lnTo>
                  <a:pt x="209550" y="561975"/>
                </a:lnTo>
                <a:lnTo>
                  <a:pt x="209550" y="552450"/>
                </a:lnTo>
                <a:lnTo>
                  <a:pt x="219075" y="552450"/>
                </a:lnTo>
                <a:lnTo>
                  <a:pt x="219075" y="561975"/>
                </a:lnTo>
                <a:lnTo>
                  <a:pt x="238125" y="561975"/>
                </a:lnTo>
                <a:lnTo>
                  <a:pt x="238125" y="571500"/>
                </a:lnTo>
                <a:lnTo>
                  <a:pt x="228600" y="571500"/>
                </a:lnTo>
                <a:lnTo>
                  <a:pt x="228600" y="581025"/>
                </a:lnTo>
                <a:lnTo>
                  <a:pt x="161925" y="581025"/>
                </a:lnTo>
                <a:lnTo>
                  <a:pt x="161925" y="571500"/>
                </a:lnTo>
                <a:lnTo>
                  <a:pt x="152400" y="571500"/>
                </a:lnTo>
                <a:lnTo>
                  <a:pt x="152400" y="561975"/>
                </a:lnTo>
                <a:lnTo>
                  <a:pt x="171450" y="561975"/>
                </a:lnTo>
                <a:close/>
                <a:moveTo>
                  <a:pt x="266700" y="561975"/>
                </a:moveTo>
                <a:lnTo>
                  <a:pt x="285750" y="561975"/>
                </a:lnTo>
                <a:lnTo>
                  <a:pt x="285750" y="571500"/>
                </a:lnTo>
                <a:lnTo>
                  <a:pt x="266700" y="571500"/>
                </a:lnTo>
                <a:close/>
                <a:moveTo>
                  <a:pt x="361950" y="561975"/>
                </a:moveTo>
                <a:lnTo>
                  <a:pt x="381000" y="561975"/>
                </a:lnTo>
                <a:lnTo>
                  <a:pt x="381000" y="571500"/>
                </a:lnTo>
                <a:lnTo>
                  <a:pt x="361950" y="571500"/>
                </a:lnTo>
                <a:close/>
              </a:path>
            </a:pathLst>
          </a:custGeom>
          <a:solidFill xmlns:a="http://schemas.openxmlformats.org/drawingml/2006/main">
            <a:srgbClr val="2A4B3A"/>
          </a:solidFill>
          <a:ln xmlns:a="http://schemas.openxmlformats.org/drawingml/2006/main" w="0">
            <a:noFill/>
          </a:ln>
        </p:spPr>
      </p:sp>
      <p:sp>
        <p:nvSpPr>
          <p:cNvPr id="175" name="">
            <a:extLst xmlns:a="http://schemas.openxmlformats.org/drawingml/2006/main">
              <a:ext uri="{FF2B5EF4-FFF2-40B4-BE49-F238E27FC236}">
                <a16:creationId xmlns:a16="http://schemas.microsoft.com/office/drawing/2014/main" id="{5757E5FF-34A7-4AB6-94C6-DAE1B96F8F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420350" y="3571875"/>
            <a:ext cx="1905000" cy="1000125"/>
          </a:xfrm>
          <a:prstGeom xmlns:a="http://schemas.openxmlformats.org/drawingml/2006/main" prst="rect">
            <a:avLst/>
          </a:prstGeom>
          <a:solidFill xmlns:a="http://schemas.openxmlformats.org/drawingml/2006/main">
            <a:srgbClr val="FAFAF6"/>
          </a:solidFill>
          <a:ln xmlns:a="http://schemas.openxmlformats.org/drawingml/2006/main" w="0">
            <a:noFill/>
          </a:ln>
        </p:spPr>
      </p:sp>
      <p:sp>
        <p:nvSpPr>
          <p:cNvPr id="176" name="">
            <a:extLst xmlns:a="http://schemas.openxmlformats.org/drawingml/2006/main">
              <a:ext uri="{FF2B5EF4-FFF2-40B4-BE49-F238E27FC236}">
                <a16:creationId xmlns:a16="http://schemas.microsoft.com/office/drawing/2014/main" id="{479BA06E-29ED-4E7D-9124-0A0FB38CA8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706100" y="3676650"/>
            <a:ext cx="1638300" cy="93345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l"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defPPr>
            <a:lvl1pPr algn="l"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1pPr>
            <a:lvl2pPr algn="l"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2pPr>
            <a:lvl3pPr algn="l"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3pPr>
            <a:lvl4pPr algn="l"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4pPr>
            <a:lvl5pPr algn="l"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5pPr>
            <a:lvl6pPr algn="l"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6pPr>
            <a:lvl7pPr algn="l"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7pPr>
            <a:lvl8pPr algn="l"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8pPr>
            <a:lvl9pPr algn="l"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l">
              <a:lnSpc>
                <a:spcPct val="105000"/>
              </a:lnSpc>
              <a:buNone/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pPr>
            <a:r>
              <a:rPr sz="1500" b="0">
                <a:solidFill>
                  <a:srgbClr val="1D4333"/>
                </a:solidFill>
                <a:latin typeface="Arial"/>
                <a:ea typeface="Arial"/>
                <a:cs typeface="Arial"/>
              </a:rPr>
              <a:t>Consultar</a:t>
            </a:r>
          </a:p>
          <a:p xmlns:a="http://schemas.openxmlformats.org/drawingml/2006/main">
            <a:pPr algn="l">
              <a:lnSpc>
                <a:spcPct val="105000"/>
              </a:lnSpc>
              <a:buNone/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pPr>
            <a:r>
              <a:rPr sz="1500" b="0">
                <a:solidFill>
                  <a:srgbClr val="1D4333"/>
                </a:solidFill>
                <a:latin typeface="Arial"/>
                <a:ea typeface="Arial"/>
                <a:cs typeface="Arial"/>
              </a:rPr>
              <a:t>disponibilidad</a:t>
            </a:r>
          </a:p>
          <a:p xmlns:a="http://schemas.openxmlformats.org/drawingml/2006/main">
            <a:pPr algn="l">
              <a:lnSpc>
                <a:spcPct val="105000"/>
              </a:lnSpc>
              <a:buNone/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pPr>
            <a:r>
              <a:rPr sz="1500" b="0">
                <a:solidFill>
                  <a:srgbClr val="1D4333"/>
                </a:solidFill>
                <a:latin typeface="Arial"/>
                <a:ea typeface="Arial"/>
                <a:cs typeface="Arial"/>
              </a:rPr>
              <a:t>y orientar la</a:t>
            </a:r>
          </a:p>
          <a:p xmlns:a="http://schemas.openxmlformats.org/drawingml/2006/main">
            <a:pPr algn="l">
              <a:lnSpc>
                <a:spcPct val="105000"/>
              </a:lnSpc>
              <a:buNone/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pPr>
            <a:r>
              <a:rPr sz="1500" b="0">
                <a:solidFill>
                  <a:srgbClr val="1D4333"/>
                </a:solidFill>
                <a:latin typeface="Arial"/>
                <a:ea typeface="Arial"/>
                <a:cs typeface="Arial"/>
              </a:rPr>
              <a:t>reposición</a:t>
            </a:r>
          </a:p>
        </p:txBody>
      </p:sp>
      <p:sp>
        <p:nvSpPr>
          <p:cNvPr id="177" name="">
            <a:extLst xmlns:a="http://schemas.openxmlformats.org/drawingml/2006/main">
              <a:ext uri="{FF2B5EF4-FFF2-40B4-BE49-F238E27FC236}">
                <a16:creationId xmlns:a16="http://schemas.microsoft.com/office/drawing/2014/main" id="{38292414-B9F3-488F-AF54-FD2A741F3E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23900" y="4733925"/>
            <a:ext cx="3343275" cy="1143000"/>
          </a:xfrm>
          <a:prstGeom xmlns:a="http://schemas.openxmlformats.org/drawingml/2006/main" prst="roundRect">
            <a:avLst>
              <a:gd name="adj" fmla="val 18333"/>
            </a:avLst>
          </a:prstGeom>
          <a:solidFill xmlns:a="http://schemas.openxmlformats.org/drawingml/2006/main">
            <a:srgbClr val="FAFAF6"/>
          </a:solidFill>
          <a:ln xmlns:a="http://schemas.openxmlformats.org/drawingml/2006/main" w="23813">
            <a:solidFill>
              <a:srgbClr val="1D4333"/>
            </a:solidFill>
          </a:ln>
        </p:spPr>
      </p:sp>
      <p:sp>
        <p:nvSpPr>
          <p:cNvPr id="178" name="">
            <a:extLst xmlns:a="http://schemas.openxmlformats.org/drawingml/2006/main">
              <a:ext uri="{FF2B5EF4-FFF2-40B4-BE49-F238E27FC236}">
                <a16:creationId xmlns:a16="http://schemas.microsoft.com/office/drawing/2014/main" id="{D86B3658-147C-49DD-9304-697DC8C7D5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95350" y="4848225"/>
            <a:ext cx="1428750" cy="962025"/>
          </a:xfrm>
          <a:prstGeom xmlns:a="http://schemas.openxmlformats.org/drawingml/2006/main" prst="rect">
            <a:avLst/>
          </a:prstGeom>
          <a:solidFill xmlns:a="http://schemas.openxmlformats.org/drawingml/2006/main">
            <a:srgbClr val="F5F2E8"/>
          </a:solidFill>
          <a:ln xmlns:a="http://schemas.openxmlformats.org/drawingml/2006/main" w="0">
            <a:noFill/>
          </a:ln>
        </p:spPr>
      </p:sp>
      <p:sp>
        <p:nvSpPr>
          <p:cNvPr id="179" name="v20 vector #fafbf7">
            <a:extLst xmlns:a="http://schemas.openxmlformats.org/drawingml/2006/main">
              <a:ext uri="{FF2B5EF4-FFF2-40B4-BE49-F238E27FC236}">
                <a16:creationId xmlns:a16="http://schemas.microsoft.com/office/drawing/2014/main" id="{11B7A111-BAF8-4FF5-A634-1782E81BEF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5350" y="4848225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1038225" y="57150"/>
                </a:moveTo>
                <a:lnTo>
                  <a:pt x="1057275" y="57150"/>
                </a:lnTo>
                <a:lnTo>
                  <a:pt x="1057275" y="76200"/>
                </a:lnTo>
                <a:lnTo>
                  <a:pt x="1038225" y="76200"/>
                </a:lnTo>
                <a:close/>
                <a:moveTo>
                  <a:pt x="200025" y="76200"/>
                </a:moveTo>
                <a:lnTo>
                  <a:pt x="219075" y="76200"/>
                </a:lnTo>
                <a:lnTo>
                  <a:pt x="219075" y="95250"/>
                </a:lnTo>
                <a:lnTo>
                  <a:pt x="209550" y="95250"/>
                </a:lnTo>
                <a:lnTo>
                  <a:pt x="209550" y="104775"/>
                </a:lnTo>
                <a:lnTo>
                  <a:pt x="161925" y="104775"/>
                </a:lnTo>
                <a:lnTo>
                  <a:pt x="161925" y="85725"/>
                </a:lnTo>
                <a:lnTo>
                  <a:pt x="200025" y="85725"/>
                </a:lnTo>
                <a:close/>
                <a:moveTo>
                  <a:pt x="600075" y="76200"/>
                </a:moveTo>
                <a:lnTo>
                  <a:pt x="638175" y="76200"/>
                </a:lnTo>
                <a:lnTo>
                  <a:pt x="638175" y="85725"/>
                </a:lnTo>
                <a:lnTo>
                  <a:pt x="657225" y="85725"/>
                </a:lnTo>
                <a:lnTo>
                  <a:pt x="657225" y="95250"/>
                </a:lnTo>
                <a:lnTo>
                  <a:pt x="676275" y="95250"/>
                </a:lnTo>
                <a:lnTo>
                  <a:pt x="676275" y="123825"/>
                </a:lnTo>
                <a:lnTo>
                  <a:pt x="666750" y="123825"/>
                </a:lnTo>
                <a:lnTo>
                  <a:pt x="666750" y="114300"/>
                </a:lnTo>
                <a:lnTo>
                  <a:pt x="657225" y="114300"/>
                </a:lnTo>
                <a:lnTo>
                  <a:pt x="657225" y="104775"/>
                </a:lnTo>
                <a:lnTo>
                  <a:pt x="600075" y="104775"/>
                </a:lnTo>
                <a:lnTo>
                  <a:pt x="600075" y="95250"/>
                </a:lnTo>
                <a:lnTo>
                  <a:pt x="590550" y="95250"/>
                </a:lnTo>
                <a:lnTo>
                  <a:pt x="590550" y="85725"/>
                </a:lnTo>
                <a:lnTo>
                  <a:pt x="600075" y="85725"/>
                </a:lnTo>
                <a:close/>
                <a:moveTo>
                  <a:pt x="304800" y="85725"/>
                </a:moveTo>
                <a:lnTo>
                  <a:pt x="314325" y="85725"/>
                </a:lnTo>
                <a:lnTo>
                  <a:pt x="314325" y="95250"/>
                </a:lnTo>
                <a:lnTo>
                  <a:pt x="304800" y="95250"/>
                </a:lnTo>
                <a:close/>
                <a:moveTo>
                  <a:pt x="495300" y="85725"/>
                </a:moveTo>
                <a:lnTo>
                  <a:pt x="504825" y="85725"/>
                </a:lnTo>
                <a:lnTo>
                  <a:pt x="504825" y="95250"/>
                </a:lnTo>
                <a:lnTo>
                  <a:pt x="495300" y="95250"/>
                </a:lnTo>
                <a:close/>
                <a:moveTo>
                  <a:pt x="247650" y="95250"/>
                </a:moveTo>
                <a:lnTo>
                  <a:pt x="266700" y="95250"/>
                </a:lnTo>
                <a:lnTo>
                  <a:pt x="266700" y="142875"/>
                </a:lnTo>
                <a:lnTo>
                  <a:pt x="247650" y="142875"/>
                </a:lnTo>
                <a:close/>
                <a:moveTo>
                  <a:pt x="542925" y="95250"/>
                </a:moveTo>
                <a:lnTo>
                  <a:pt x="561975" y="95250"/>
                </a:lnTo>
                <a:lnTo>
                  <a:pt x="561975" y="152400"/>
                </a:lnTo>
                <a:lnTo>
                  <a:pt x="542925" y="152400"/>
                </a:lnTo>
                <a:close/>
                <a:moveTo>
                  <a:pt x="1133475" y="152400"/>
                </a:moveTo>
                <a:lnTo>
                  <a:pt x="1143000" y="152400"/>
                </a:lnTo>
                <a:lnTo>
                  <a:pt x="1143000" y="180975"/>
                </a:lnTo>
                <a:lnTo>
                  <a:pt x="1133475" y="180975"/>
                </a:lnTo>
                <a:close/>
                <a:moveTo>
                  <a:pt x="114300" y="190500"/>
                </a:moveTo>
                <a:lnTo>
                  <a:pt x="133350" y="190500"/>
                </a:lnTo>
                <a:lnTo>
                  <a:pt x="133350" y="257175"/>
                </a:lnTo>
                <a:lnTo>
                  <a:pt x="123825" y="257175"/>
                </a:lnTo>
                <a:lnTo>
                  <a:pt x="123825" y="266700"/>
                </a:lnTo>
                <a:lnTo>
                  <a:pt x="114300" y="266700"/>
                </a:lnTo>
                <a:lnTo>
                  <a:pt x="114300" y="228600"/>
                </a:lnTo>
                <a:lnTo>
                  <a:pt x="104775" y="228600"/>
                </a:lnTo>
                <a:lnTo>
                  <a:pt x="104775" y="209550"/>
                </a:lnTo>
                <a:lnTo>
                  <a:pt x="114300" y="209550"/>
                </a:lnTo>
                <a:close/>
                <a:moveTo>
                  <a:pt x="847725" y="190500"/>
                </a:moveTo>
                <a:lnTo>
                  <a:pt x="857250" y="190500"/>
                </a:lnTo>
                <a:lnTo>
                  <a:pt x="857250" y="209550"/>
                </a:lnTo>
                <a:lnTo>
                  <a:pt x="847725" y="209550"/>
                </a:lnTo>
                <a:close/>
                <a:moveTo>
                  <a:pt x="923925" y="190500"/>
                </a:moveTo>
                <a:lnTo>
                  <a:pt x="933450" y="190500"/>
                </a:lnTo>
                <a:lnTo>
                  <a:pt x="933450" y="209550"/>
                </a:lnTo>
                <a:lnTo>
                  <a:pt x="923925" y="209550"/>
                </a:lnTo>
                <a:close/>
                <a:moveTo>
                  <a:pt x="695325" y="238125"/>
                </a:moveTo>
                <a:lnTo>
                  <a:pt x="704850" y="238125"/>
                </a:lnTo>
                <a:lnTo>
                  <a:pt x="704850" y="257175"/>
                </a:lnTo>
                <a:lnTo>
                  <a:pt x="714375" y="257175"/>
                </a:lnTo>
                <a:lnTo>
                  <a:pt x="714375" y="238125"/>
                </a:lnTo>
                <a:lnTo>
                  <a:pt x="723900" y="238125"/>
                </a:lnTo>
                <a:lnTo>
                  <a:pt x="723900" y="247650"/>
                </a:lnTo>
                <a:lnTo>
                  <a:pt x="733425" y="247650"/>
                </a:lnTo>
                <a:lnTo>
                  <a:pt x="733425" y="276225"/>
                </a:lnTo>
                <a:lnTo>
                  <a:pt x="714375" y="276225"/>
                </a:lnTo>
                <a:lnTo>
                  <a:pt x="714375" y="266700"/>
                </a:lnTo>
                <a:lnTo>
                  <a:pt x="704850" y="266700"/>
                </a:lnTo>
                <a:lnTo>
                  <a:pt x="704850" y="276225"/>
                </a:lnTo>
                <a:lnTo>
                  <a:pt x="695325" y="276225"/>
                </a:lnTo>
                <a:lnTo>
                  <a:pt x="695325" y="257175"/>
                </a:lnTo>
                <a:lnTo>
                  <a:pt x="685800" y="257175"/>
                </a:lnTo>
                <a:lnTo>
                  <a:pt x="685800" y="247650"/>
                </a:lnTo>
                <a:lnTo>
                  <a:pt x="695325" y="247650"/>
                </a:lnTo>
                <a:close/>
                <a:moveTo>
                  <a:pt x="314325" y="247650"/>
                </a:moveTo>
                <a:lnTo>
                  <a:pt x="390525" y="247650"/>
                </a:lnTo>
                <a:lnTo>
                  <a:pt x="390525" y="257175"/>
                </a:lnTo>
                <a:lnTo>
                  <a:pt x="314325" y="257175"/>
                </a:lnTo>
                <a:close/>
                <a:moveTo>
                  <a:pt x="428625" y="247650"/>
                </a:moveTo>
                <a:lnTo>
                  <a:pt x="495300" y="247650"/>
                </a:lnTo>
                <a:lnTo>
                  <a:pt x="495300" y="257175"/>
                </a:lnTo>
                <a:lnTo>
                  <a:pt x="428625" y="257175"/>
                </a:lnTo>
                <a:close/>
                <a:moveTo>
                  <a:pt x="533400" y="247650"/>
                </a:moveTo>
                <a:lnTo>
                  <a:pt x="600075" y="247650"/>
                </a:lnTo>
                <a:lnTo>
                  <a:pt x="600075" y="257175"/>
                </a:lnTo>
                <a:lnTo>
                  <a:pt x="533400" y="257175"/>
                </a:lnTo>
                <a:close/>
                <a:moveTo>
                  <a:pt x="638175" y="247650"/>
                </a:moveTo>
                <a:lnTo>
                  <a:pt x="647700" y="247650"/>
                </a:lnTo>
                <a:lnTo>
                  <a:pt x="647700" y="257175"/>
                </a:lnTo>
                <a:lnTo>
                  <a:pt x="638175" y="257175"/>
                </a:lnTo>
                <a:close/>
                <a:moveTo>
                  <a:pt x="400050" y="276225"/>
                </a:moveTo>
                <a:lnTo>
                  <a:pt x="409575" y="276225"/>
                </a:lnTo>
                <a:lnTo>
                  <a:pt x="409575" y="304800"/>
                </a:lnTo>
                <a:lnTo>
                  <a:pt x="400050" y="304800"/>
                </a:lnTo>
                <a:close/>
                <a:moveTo>
                  <a:pt x="609600" y="276225"/>
                </a:moveTo>
                <a:lnTo>
                  <a:pt x="628650" y="276225"/>
                </a:lnTo>
                <a:lnTo>
                  <a:pt x="628650" y="333375"/>
                </a:lnTo>
                <a:lnTo>
                  <a:pt x="619125" y="333375"/>
                </a:lnTo>
                <a:lnTo>
                  <a:pt x="619125" y="323850"/>
                </a:lnTo>
                <a:lnTo>
                  <a:pt x="609600" y="323850"/>
                </a:lnTo>
                <a:close/>
                <a:moveTo>
                  <a:pt x="638175" y="276225"/>
                </a:moveTo>
                <a:lnTo>
                  <a:pt x="657225" y="276225"/>
                </a:lnTo>
                <a:lnTo>
                  <a:pt x="657225" y="295275"/>
                </a:lnTo>
                <a:lnTo>
                  <a:pt x="638175" y="295275"/>
                </a:lnTo>
                <a:close/>
                <a:moveTo>
                  <a:pt x="295275" y="295275"/>
                </a:moveTo>
                <a:lnTo>
                  <a:pt x="314325" y="295275"/>
                </a:lnTo>
                <a:lnTo>
                  <a:pt x="314325" y="323850"/>
                </a:lnTo>
                <a:lnTo>
                  <a:pt x="295275" y="323850"/>
                </a:lnTo>
                <a:close/>
                <a:moveTo>
                  <a:pt x="400050" y="323850"/>
                </a:moveTo>
                <a:lnTo>
                  <a:pt x="409575" y="323850"/>
                </a:lnTo>
                <a:lnTo>
                  <a:pt x="409575" y="333375"/>
                </a:lnTo>
                <a:lnTo>
                  <a:pt x="400050" y="333375"/>
                </a:lnTo>
                <a:close/>
                <a:moveTo>
                  <a:pt x="781050" y="323850"/>
                </a:moveTo>
                <a:lnTo>
                  <a:pt x="790575" y="323850"/>
                </a:lnTo>
                <a:lnTo>
                  <a:pt x="790575" y="333375"/>
                </a:lnTo>
                <a:lnTo>
                  <a:pt x="800100" y="333375"/>
                </a:lnTo>
                <a:lnTo>
                  <a:pt x="800100" y="342900"/>
                </a:lnTo>
                <a:lnTo>
                  <a:pt x="781050" y="342900"/>
                </a:lnTo>
                <a:close/>
                <a:moveTo>
                  <a:pt x="904875" y="323850"/>
                </a:moveTo>
                <a:lnTo>
                  <a:pt x="952500" y="323850"/>
                </a:lnTo>
                <a:lnTo>
                  <a:pt x="952500" y="333375"/>
                </a:lnTo>
                <a:lnTo>
                  <a:pt x="962025" y="333375"/>
                </a:lnTo>
                <a:lnTo>
                  <a:pt x="962025" y="323850"/>
                </a:lnTo>
                <a:lnTo>
                  <a:pt x="971550" y="323850"/>
                </a:lnTo>
                <a:lnTo>
                  <a:pt x="971550" y="333375"/>
                </a:lnTo>
                <a:lnTo>
                  <a:pt x="990600" y="333375"/>
                </a:lnTo>
                <a:lnTo>
                  <a:pt x="990600" y="323850"/>
                </a:lnTo>
                <a:lnTo>
                  <a:pt x="1038225" y="323850"/>
                </a:lnTo>
                <a:lnTo>
                  <a:pt x="1038225" y="333375"/>
                </a:lnTo>
                <a:lnTo>
                  <a:pt x="1057275" y="333375"/>
                </a:lnTo>
                <a:lnTo>
                  <a:pt x="1057275" y="342900"/>
                </a:lnTo>
                <a:lnTo>
                  <a:pt x="904875" y="342900"/>
                </a:lnTo>
                <a:close/>
                <a:moveTo>
                  <a:pt x="114300" y="333375"/>
                </a:moveTo>
                <a:lnTo>
                  <a:pt x="133350" y="333375"/>
                </a:lnTo>
                <a:lnTo>
                  <a:pt x="133350" y="342900"/>
                </a:lnTo>
                <a:lnTo>
                  <a:pt x="123825" y="342900"/>
                </a:lnTo>
                <a:lnTo>
                  <a:pt x="123825" y="361950"/>
                </a:lnTo>
                <a:lnTo>
                  <a:pt x="114300" y="361950"/>
                </a:lnTo>
                <a:close/>
                <a:moveTo>
                  <a:pt x="161925" y="352425"/>
                </a:moveTo>
                <a:lnTo>
                  <a:pt x="180975" y="352425"/>
                </a:lnTo>
                <a:lnTo>
                  <a:pt x="180975" y="371475"/>
                </a:lnTo>
                <a:lnTo>
                  <a:pt x="161925" y="371475"/>
                </a:lnTo>
                <a:close/>
                <a:moveTo>
                  <a:pt x="314325" y="352425"/>
                </a:moveTo>
                <a:lnTo>
                  <a:pt x="390525" y="352425"/>
                </a:lnTo>
                <a:lnTo>
                  <a:pt x="390525" y="361950"/>
                </a:lnTo>
                <a:lnTo>
                  <a:pt x="400050" y="361950"/>
                </a:lnTo>
                <a:lnTo>
                  <a:pt x="400050" y="371475"/>
                </a:lnTo>
                <a:lnTo>
                  <a:pt x="419100" y="371475"/>
                </a:lnTo>
                <a:lnTo>
                  <a:pt x="419100" y="438150"/>
                </a:lnTo>
                <a:lnTo>
                  <a:pt x="428625" y="438150"/>
                </a:lnTo>
                <a:lnTo>
                  <a:pt x="428625" y="447675"/>
                </a:lnTo>
                <a:lnTo>
                  <a:pt x="457200" y="447675"/>
                </a:lnTo>
                <a:lnTo>
                  <a:pt x="457200" y="457200"/>
                </a:lnTo>
                <a:lnTo>
                  <a:pt x="466725" y="457200"/>
                </a:lnTo>
                <a:lnTo>
                  <a:pt x="466725" y="466725"/>
                </a:lnTo>
                <a:lnTo>
                  <a:pt x="381000" y="466725"/>
                </a:lnTo>
                <a:lnTo>
                  <a:pt x="381000" y="447675"/>
                </a:lnTo>
                <a:lnTo>
                  <a:pt x="390525" y="447675"/>
                </a:lnTo>
                <a:lnTo>
                  <a:pt x="390525" y="371475"/>
                </a:lnTo>
                <a:lnTo>
                  <a:pt x="314325" y="371475"/>
                </a:lnTo>
                <a:lnTo>
                  <a:pt x="314325" y="381000"/>
                </a:lnTo>
                <a:lnTo>
                  <a:pt x="304800" y="381000"/>
                </a:lnTo>
                <a:lnTo>
                  <a:pt x="304800" y="409575"/>
                </a:lnTo>
                <a:lnTo>
                  <a:pt x="295275" y="409575"/>
                </a:lnTo>
                <a:lnTo>
                  <a:pt x="295275" y="390525"/>
                </a:lnTo>
                <a:lnTo>
                  <a:pt x="285750" y="390525"/>
                </a:lnTo>
                <a:lnTo>
                  <a:pt x="285750" y="371475"/>
                </a:lnTo>
                <a:lnTo>
                  <a:pt x="304800" y="371475"/>
                </a:lnTo>
                <a:lnTo>
                  <a:pt x="304800" y="361950"/>
                </a:lnTo>
                <a:lnTo>
                  <a:pt x="314325" y="361950"/>
                </a:lnTo>
                <a:close/>
                <a:moveTo>
                  <a:pt x="428625" y="352425"/>
                </a:moveTo>
                <a:lnTo>
                  <a:pt x="485775" y="352425"/>
                </a:lnTo>
                <a:lnTo>
                  <a:pt x="485775" y="371475"/>
                </a:lnTo>
                <a:lnTo>
                  <a:pt x="428625" y="371475"/>
                </a:lnTo>
                <a:close/>
                <a:moveTo>
                  <a:pt x="571500" y="352425"/>
                </a:moveTo>
                <a:lnTo>
                  <a:pt x="609600" y="352425"/>
                </a:lnTo>
                <a:lnTo>
                  <a:pt x="609600" y="371475"/>
                </a:lnTo>
                <a:lnTo>
                  <a:pt x="552450" y="371475"/>
                </a:lnTo>
                <a:lnTo>
                  <a:pt x="552450" y="361950"/>
                </a:lnTo>
                <a:lnTo>
                  <a:pt x="571500" y="361950"/>
                </a:lnTo>
                <a:close/>
                <a:moveTo>
                  <a:pt x="866775" y="352425"/>
                </a:moveTo>
                <a:lnTo>
                  <a:pt x="885825" y="352425"/>
                </a:lnTo>
                <a:lnTo>
                  <a:pt x="885825" y="371475"/>
                </a:lnTo>
                <a:lnTo>
                  <a:pt x="876300" y="371475"/>
                </a:lnTo>
                <a:lnTo>
                  <a:pt x="876300" y="390525"/>
                </a:lnTo>
                <a:lnTo>
                  <a:pt x="866775" y="390525"/>
                </a:lnTo>
                <a:lnTo>
                  <a:pt x="866775" y="400050"/>
                </a:lnTo>
                <a:lnTo>
                  <a:pt x="847725" y="400050"/>
                </a:lnTo>
                <a:lnTo>
                  <a:pt x="847725" y="409575"/>
                </a:lnTo>
                <a:lnTo>
                  <a:pt x="819150" y="409575"/>
                </a:lnTo>
                <a:lnTo>
                  <a:pt x="819150" y="419100"/>
                </a:lnTo>
                <a:lnTo>
                  <a:pt x="809625" y="419100"/>
                </a:lnTo>
                <a:lnTo>
                  <a:pt x="809625" y="428625"/>
                </a:lnTo>
                <a:lnTo>
                  <a:pt x="819150" y="428625"/>
                </a:lnTo>
                <a:lnTo>
                  <a:pt x="819150" y="438150"/>
                </a:lnTo>
                <a:lnTo>
                  <a:pt x="838200" y="438150"/>
                </a:lnTo>
                <a:lnTo>
                  <a:pt x="838200" y="457200"/>
                </a:lnTo>
                <a:lnTo>
                  <a:pt x="828675" y="457200"/>
                </a:lnTo>
                <a:lnTo>
                  <a:pt x="828675" y="447675"/>
                </a:lnTo>
                <a:lnTo>
                  <a:pt x="819150" y="447675"/>
                </a:lnTo>
                <a:lnTo>
                  <a:pt x="819150" y="457200"/>
                </a:lnTo>
                <a:lnTo>
                  <a:pt x="790575" y="457200"/>
                </a:lnTo>
                <a:lnTo>
                  <a:pt x="790575" y="447675"/>
                </a:lnTo>
                <a:lnTo>
                  <a:pt x="781050" y="447675"/>
                </a:lnTo>
                <a:lnTo>
                  <a:pt x="781050" y="438150"/>
                </a:lnTo>
                <a:lnTo>
                  <a:pt x="771525" y="438150"/>
                </a:lnTo>
                <a:lnTo>
                  <a:pt x="771525" y="428625"/>
                </a:lnTo>
                <a:lnTo>
                  <a:pt x="762000" y="428625"/>
                </a:lnTo>
                <a:lnTo>
                  <a:pt x="762000" y="419100"/>
                </a:lnTo>
                <a:lnTo>
                  <a:pt x="752475" y="419100"/>
                </a:lnTo>
                <a:lnTo>
                  <a:pt x="752475" y="400050"/>
                </a:lnTo>
                <a:lnTo>
                  <a:pt x="771525" y="400050"/>
                </a:lnTo>
                <a:lnTo>
                  <a:pt x="771525" y="390525"/>
                </a:lnTo>
                <a:lnTo>
                  <a:pt x="790575" y="390525"/>
                </a:lnTo>
                <a:lnTo>
                  <a:pt x="790575" y="381000"/>
                </a:lnTo>
                <a:lnTo>
                  <a:pt x="809625" y="381000"/>
                </a:lnTo>
                <a:lnTo>
                  <a:pt x="809625" y="390525"/>
                </a:lnTo>
                <a:lnTo>
                  <a:pt x="828675" y="390525"/>
                </a:lnTo>
                <a:lnTo>
                  <a:pt x="828675" y="381000"/>
                </a:lnTo>
                <a:lnTo>
                  <a:pt x="847725" y="381000"/>
                </a:lnTo>
                <a:lnTo>
                  <a:pt x="847725" y="371475"/>
                </a:lnTo>
                <a:lnTo>
                  <a:pt x="857250" y="371475"/>
                </a:lnTo>
                <a:lnTo>
                  <a:pt x="857250" y="361950"/>
                </a:lnTo>
                <a:lnTo>
                  <a:pt x="866775" y="361950"/>
                </a:lnTo>
                <a:close/>
                <a:moveTo>
                  <a:pt x="114300" y="381000"/>
                </a:moveTo>
                <a:lnTo>
                  <a:pt x="123825" y="381000"/>
                </a:lnTo>
                <a:lnTo>
                  <a:pt x="123825" y="428625"/>
                </a:lnTo>
                <a:lnTo>
                  <a:pt x="133350" y="428625"/>
                </a:lnTo>
                <a:lnTo>
                  <a:pt x="133350" y="457200"/>
                </a:lnTo>
                <a:lnTo>
                  <a:pt x="114300" y="457200"/>
                </a:lnTo>
                <a:close/>
                <a:moveTo>
                  <a:pt x="295275" y="428625"/>
                </a:moveTo>
                <a:lnTo>
                  <a:pt x="304800" y="428625"/>
                </a:lnTo>
                <a:lnTo>
                  <a:pt x="304800" y="438150"/>
                </a:lnTo>
                <a:lnTo>
                  <a:pt x="295275" y="438150"/>
                </a:lnTo>
                <a:close/>
                <a:moveTo>
                  <a:pt x="485775" y="428625"/>
                </a:moveTo>
                <a:lnTo>
                  <a:pt x="495300" y="428625"/>
                </a:lnTo>
                <a:lnTo>
                  <a:pt x="495300" y="438150"/>
                </a:lnTo>
                <a:lnTo>
                  <a:pt x="485775" y="438150"/>
                </a:lnTo>
                <a:close/>
                <a:moveTo>
                  <a:pt x="619125" y="428625"/>
                </a:moveTo>
                <a:lnTo>
                  <a:pt x="638175" y="428625"/>
                </a:lnTo>
                <a:lnTo>
                  <a:pt x="638175" y="447675"/>
                </a:lnTo>
                <a:lnTo>
                  <a:pt x="609600" y="447675"/>
                </a:lnTo>
                <a:lnTo>
                  <a:pt x="609600" y="438150"/>
                </a:lnTo>
                <a:lnTo>
                  <a:pt x="619125" y="438150"/>
                </a:lnTo>
                <a:close/>
                <a:moveTo>
                  <a:pt x="600075" y="447675"/>
                </a:moveTo>
                <a:lnTo>
                  <a:pt x="609600" y="447675"/>
                </a:lnTo>
                <a:lnTo>
                  <a:pt x="609600" y="457200"/>
                </a:lnTo>
                <a:lnTo>
                  <a:pt x="600075" y="457200"/>
                </a:lnTo>
                <a:close/>
                <a:moveTo>
                  <a:pt x="657225" y="447675"/>
                </a:moveTo>
                <a:lnTo>
                  <a:pt x="704850" y="447675"/>
                </a:lnTo>
                <a:lnTo>
                  <a:pt x="704850" y="457200"/>
                </a:lnTo>
                <a:lnTo>
                  <a:pt x="714375" y="457200"/>
                </a:lnTo>
                <a:lnTo>
                  <a:pt x="714375" y="466725"/>
                </a:lnTo>
                <a:lnTo>
                  <a:pt x="723900" y="466725"/>
                </a:lnTo>
                <a:lnTo>
                  <a:pt x="723900" y="476250"/>
                </a:lnTo>
                <a:lnTo>
                  <a:pt x="714375" y="476250"/>
                </a:lnTo>
                <a:lnTo>
                  <a:pt x="714375" y="485775"/>
                </a:lnTo>
                <a:lnTo>
                  <a:pt x="695325" y="485775"/>
                </a:lnTo>
                <a:lnTo>
                  <a:pt x="695325" y="495300"/>
                </a:lnTo>
                <a:lnTo>
                  <a:pt x="676275" y="495300"/>
                </a:lnTo>
                <a:lnTo>
                  <a:pt x="676275" y="514350"/>
                </a:lnTo>
                <a:lnTo>
                  <a:pt x="666750" y="514350"/>
                </a:lnTo>
                <a:lnTo>
                  <a:pt x="666750" y="523875"/>
                </a:lnTo>
                <a:lnTo>
                  <a:pt x="647700" y="523875"/>
                </a:lnTo>
                <a:lnTo>
                  <a:pt x="647700" y="457200"/>
                </a:lnTo>
                <a:lnTo>
                  <a:pt x="657225" y="457200"/>
                </a:lnTo>
                <a:close/>
                <a:moveTo>
                  <a:pt x="171450" y="466725"/>
                </a:moveTo>
                <a:lnTo>
                  <a:pt x="190500" y="466725"/>
                </a:lnTo>
                <a:lnTo>
                  <a:pt x="190500" y="476250"/>
                </a:lnTo>
                <a:lnTo>
                  <a:pt x="200025" y="476250"/>
                </a:lnTo>
                <a:lnTo>
                  <a:pt x="200025" y="514350"/>
                </a:lnTo>
                <a:lnTo>
                  <a:pt x="190500" y="514350"/>
                </a:lnTo>
                <a:lnTo>
                  <a:pt x="190500" y="533400"/>
                </a:lnTo>
                <a:lnTo>
                  <a:pt x="161925" y="533400"/>
                </a:lnTo>
                <a:lnTo>
                  <a:pt x="161925" y="476250"/>
                </a:lnTo>
                <a:lnTo>
                  <a:pt x="171450" y="476250"/>
                </a:lnTo>
                <a:close/>
                <a:moveTo>
                  <a:pt x="295275" y="485775"/>
                </a:moveTo>
                <a:lnTo>
                  <a:pt x="304800" y="485775"/>
                </a:lnTo>
                <a:lnTo>
                  <a:pt x="304800" y="542925"/>
                </a:lnTo>
                <a:lnTo>
                  <a:pt x="295275" y="542925"/>
                </a:lnTo>
                <a:close/>
                <a:moveTo>
                  <a:pt x="600075" y="495300"/>
                </a:moveTo>
                <a:lnTo>
                  <a:pt x="619125" y="495300"/>
                </a:lnTo>
                <a:lnTo>
                  <a:pt x="619125" y="523875"/>
                </a:lnTo>
                <a:lnTo>
                  <a:pt x="609600" y="523875"/>
                </a:lnTo>
                <a:lnTo>
                  <a:pt x="609600" y="533400"/>
                </a:lnTo>
                <a:lnTo>
                  <a:pt x="619125" y="533400"/>
                </a:lnTo>
                <a:lnTo>
                  <a:pt x="619125" y="561975"/>
                </a:lnTo>
                <a:lnTo>
                  <a:pt x="609600" y="561975"/>
                </a:lnTo>
                <a:lnTo>
                  <a:pt x="609600" y="552450"/>
                </a:lnTo>
                <a:lnTo>
                  <a:pt x="600075" y="552450"/>
                </a:lnTo>
                <a:close/>
                <a:moveTo>
                  <a:pt x="114300" y="504825"/>
                </a:moveTo>
                <a:lnTo>
                  <a:pt x="133350" y="504825"/>
                </a:lnTo>
                <a:lnTo>
                  <a:pt x="133350" y="514350"/>
                </a:lnTo>
                <a:lnTo>
                  <a:pt x="114300" y="514350"/>
                </a:lnTo>
                <a:close/>
                <a:moveTo>
                  <a:pt x="533400" y="514350"/>
                </a:moveTo>
                <a:lnTo>
                  <a:pt x="542925" y="514350"/>
                </a:lnTo>
                <a:lnTo>
                  <a:pt x="542925" y="533400"/>
                </a:lnTo>
                <a:lnTo>
                  <a:pt x="561975" y="533400"/>
                </a:lnTo>
                <a:lnTo>
                  <a:pt x="561975" y="542925"/>
                </a:lnTo>
                <a:lnTo>
                  <a:pt x="542925" y="542925"/>
                </a:lnTo>
                <a:lnTo>
                  <a:pt x="542925" y="552450"/>
                </a:lnTo>
                <a:lnTo>
                  <a:pt x="533400" y="552450"/>
                </a:lnTo>
                <a:close/>
                <a:moveTo>
                  <a:pt x="438150" y="533400"/>
                </a:moveTo>
                <a:lnTo>
                  <a:pt x="457200" y="533400"/>
                </a:lnTo>
                <a:lnTo>
                  <a:pt x="457200" y="542925"/>
                </a:lnTo>
                <a:lnTo>
                  <a:pt x="447675" y="542925"/>
                </a:lnTo>
                <a:lnTo>
                  <a:pt x="447675" y="552450"/>
                </a:lnTo>
                <a:lnTo>
                  <a:pt x="438150" y="552450"/>
                </a:lnTo>
                <a:close/>
                <a:moveTo>
                  <a:pt x="809625" y="533400"/>
                </a:moveTo>
                <a:lnTo>
                  <a:pt x="828675" y="533400"/>
                </a:lnTo>
                <a:lnTo>
                  <a:pt x="828675" y="581025"/>
                </a:lnTo>
                <a:lnTo>
                  <a:pt x="809625" y="581025"/>
                </a:lnTo>
                <a:close/>
                <a:moveTo>
                  <a:pt x="619125" y="561975"/>
                </a:moveTo>
                <a:lnTo>
                  <a:pt x="628650" y="561975"/>
                </a:lnTo>
                <a:lnTo>
                  <a:pt x="628650" y="571500"/>
                </a:lnTo>
                <a:lnTo>
                  <a:pt x="619125" y="571500"/>
                </a:lnTo>
                <a:close/>
                <a:moveTo>
                  <a:pt x="676275" y="638175"/>
                </a:moveTo>
                <a:lnTo>
                  <a:pt x="685800" y="638175"/>
                </a:lnTo>
                <a:lnTo>
                  <a:pt x="685800" y="647700"/>
                </a:lnTo>
                <a:lnTo>
                  <a:pt x="676275" y="647700"/>
                </a:lnTo>
                <a:close/>
                <a:moveTo>
                  <a:pt x="485775" y="657225"/>
                </a:moveTo>
                <a:lnTo>
                  <a:pt x="495300" y="657225"/>
                </a:lnTo>
                <a:lnTo>
                  <a:pt x="495300" y="666750"/>
                </a:lnTo>
                <a:lnTo>
                  <a:pt x="504825" y="666750"/>
                </a:lnTo>
                <a:lnTo>
                  <a:pt x="504825" y="714375"/>
                </a:lnTo>
                <a:lnTo>
                  <a:pt x="485775" y="714375"/>
                </a:lnTo>
                <a:lnTo>
                  <a:pt x="485775" y="704850"/>
                </a:lnTo>
                <a:lnTo>
                  <a:pt x="476250" y="704850"/>
                </a:lnTo>
                <a:lnTo>
                  <a:pt x="476250" y="695325"/>
                </a:lnTo>
                <a:lnTo>
                  <a:pt x="466725" y="695325"/>
                </a:lnTo>
                <a:lnTo>
                  <a:pt x="466725" y="666750"/>
                </a:lnTo>
                <a:lnTo>
                  <a:pt x="485775" y="666750"/>
                </a:lnTo>
                <a:close/>
                <a:moveTo>
                  <a:pt x="523875" y="695325"/>
                </a:moveTo>
                <a:lnTo>
                  <a:pt x="533400" y="695325"/>
                </a:lnTo>
                <a:lnTo>
                  <a:pt x="533400" y="704850"/>
                </a:lnTo>
                <a:lnTo>
                  <a:pt x="523875" y="704850"/>
                </a:lnTo>
                <a:close/>
              </a:path>
            </a:pathLst>
          </a:custGeom>
          <a:solidFill xmlns:a="http://schemas.openxmlformats.org/drawingml/2006/main">
            <a:srgbClr val="FAFBF7"/>
          </a:solidFill>
          <a:ln xmlns:a="http://schemas.openxmlformats.org/drawingml/2006/main" w="0">
            <a:noFill/>
          </a:ln>
        </p:spPr>
      </p:sp>
      <p:sp>
        <p:nvSpPr>
          <p:cNvPr id="180" name="v20 vector #faf9f5">
            <a:extLst xmlns:a="http://schemas.openxmlformats.org/drawingml/2006/main">
              <a:ext uri="{FF2B5EF4-FFF2-40B4-BE49-F238E27FC236}">
                <a16:creationId xmlns:a16="http://schemas.microsoft.com/office/drawing/2014/main" id="{CD7D3E29-EFB6-4841-9309-79C2AAAED6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5350" y="4848225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9525" y="0"/>
                </a:moveTo>
                <a:lnTo>
                  <a:pt x="19050" y="0"/>
                </a:lnTo>
                <a:lnTo>
                  <a:pt x="19050" y="9525"/>
                </a:lnTo>
                <a:lnTo>
                  <a:pt x="9525" y="9525"/>
                </a:lnTo>
                <a:close/>
                <a:moveTo>
                  <a:pt x="666750" y="66675"/>
                </a:moveTo>
                <a:lnTo>
                  <a:pt x="676275" y="66675"/>
                </a:lnTo>
                <a:lnTo>
                  <a:pt x="676275" y="76200"/>
                </a:lnTo>
                <a:lnTo>
                  <a:pt x="685800" y="76200"/>
                </a:lnTo>
                <a:lnTo>
                  <a:pt x="685800" y="104775"/>
                </a:lnTo>
                <a:lnTo>
                  <a:pt x="676275" y="104775"/>
                </a:lnTo>
                <a:lnTo>
                  <a:pt x="676275" y="95250"/>
                </a:lnTo>
                <a:lnTo>
                  <a:pt x="657225" y="95250"/>
                </a:lnTo>
                <a:lnTo>
                  <a:pt x="657225" y="85725"/>
                </a:lnTo>
                <a:lnTo>
                  <a:pt x="647700" y="85725"/>
                </a:lnTo>
                <a:lnTo>
                  <a:pt x="647700" y="76200"/>
                </a:lnTo>
                <a:lnTo>
                  <a:pt x="666750" y="76200"/>
                </a:lnTo>
                <a:close/>
                <a:moveTo>
                  <a:pt x="180975" y="76200"/>
                </a:moveTo>
                <a:lnTo>
                  <a:pt x="200025" y="76200"/>
                </a:lnTo>
                <a:lnTo>
                  <a:pt x="200025" y="85725"/>
                </a:lnTo>
                <a:lnTo>
                  <a:pt x="180975" y="85725"/>
                </a:lnTo>
                <a:close/>
                <a:moveTo>
                  <a:pt x="1171575" y="104775"/>
                </a:moveTo>
                <a:lnTo>
                  <a:pt x="1190625" y="104775"/>
                </a:lnTo>
                <a:lnTo>
                  <a:pt x="1190625" y="114300"/>
                </a:lnTo>
                <a:lnTo>
                  <a:pt x="1171575" y="114300"/>
                </a:lnTo>
                <a:close/>
                <a:moveTo>
                  <a:pt x="1133475" y="123825"/>
                </a:moveTo>
                <a:lnTo>
                  <a:pt x="1143000" y="123825"/>
                </a:lnTo>
                <a:lnTo>
                  <a:pt x="1143000" y="152400"/>
                </a:lnTo>
                <a:lnTo>
                  <a:pt x="1133475" y="152400"/>
                </a:lnTo>
                <a:close/>
                <a:moveTo>
                  <a:pt x="1152525" y="152400"/>
                </a:moveTo>
                <a:lnTo>
                  <a:pt x="1162050" y="152400"/>
                </a:lnTo>
                <a:lnTo>
                  <a:pt x="1162050" y="161925"/>
                </a:lnTo>
                <a:lnTo>
                  <a:pt x="1152525" y="161925"/>
                </a:lnTo>
                <a:close/>
                <a:moveTo>
                  <a:pt x="1143000" y="161925"/>
                </a:moveTo>
                <a:lnTo>
                  <a:pt x="1152525" y="161925"/>
                </a:lnTo>
                <a:lnTo>
                  <a:pt x="1152525" y="171450"/>
                </a:lnTo>
                <a:lnTo>
                  <a:pt x="1143000" y="171450"/>
                </a:lnTo>
                <a:close/>
                <a:moveTo>
                  <a:pt x="1181100" y="171450"/>
                </a:moveTo>
                <a:lnTo>
                  <a:pt x="1190625" y="171450"/>
                </a:lnTo>
                <a:lnTo>
                  <a:pt x="1190625" y="180975"/>
                </a:lnTo>
                <a:lnTo>
                  <a:pt x="1200150" y="180975"/>
                </a:lnTo>
                <a:lnTo>
                  <a:pt x="1200150" y="190500"/>
                </a:lnTo>
                <a:lnTo>
                  <a:pt x="1171575" y="190500"/>
                </a:lnTo>
                <a:lnTo>
                  <a:pt x="1171575" y="209550"/>
                </a:lnTo>
                <a:lnTo>
                  <a:pt x="1152525" y="209550"/>
                </a:lnTo>
                <a:lnTo>
                  <a:pt x="1152525" y="190500"/>
                </a:lnTo>
                <a:lnTo>
                  <a:pt x="1162050" y="190500"/>
                </a:lnTo>
                <a:lnTo>
                  <a:pt x="1162050" y="180975"/>
                </a:lnTo>
                <a:lnTo>
                  <a:pt x="1181100" y="180975"/>
                </a:lnTo>
                <a:close/>
                <a:moveTo>
                  <a:pt x="104775" y="200025"/>
                </a:moveTo>
                <a:lnTo>
                  <a:pt x="114300" y="200025"/>
                </a:lnTo>
                <a:lnTo>
                  <a:pt x="114300" y="209550"/>
                </a:lnTo>
                <a:lnTo>
                  <a:pt x="104775" y="209550"/>
                </a:lnTo>
                <a:close/>
                <a:moveTo>
                  <a:pt x="95250" y="209550"/>
                </a:moveTo>
                <a:lnTo>
                  <a:pt x="104775" y="209550"/>
                </a:lnTo>
                <a:lnTo>
                  <a:pt x="104775" y="219075"/>
                </a:lnTo>
                <a:lnTo>
                  <a:pt x="95250" y="219075"/>
                </a:lnTo>
                <a:close/>
                <a:moveTo>
                  <a:pt x="714375" y="228600"/>
                </a:moveTo>
                <a:lnTo>
                  <a:pt x="723900" y="228600"/>
                </a:lnTo>
                <a:lnTo>
                  <a:pt x="723900" y="238125"/>
                </a:lnTo>
                <a:lnTo>
                  <a:pt x="714375" y="238125"/>
                </a:lnTo>
                <a:close/>
                <a:moveTo>
                  <a:pt x="723900" y="238125"/>
                </a:moveTo>
                <a:lnTo>
                  <a:pt x="733425" y="238125"/>
                </a:lnTo>
                <a:lnTo>
                  <a:pt x="733425" y="247650"/>
                </a:lnTo>
                <a:lnTo>
                  <a:pt x="723900" y="247650"/>
                </a:lnTo>
                <a:close/>
                <a:moveTo>
                  <a:pt x="0" y="247650"/>
                </a:moveTo>
                <a:lnTo>
                  <a:pt x="9525" y="247650"/>
                </a:lnTo>
                <a:lnTo>
                  <a:pt x="9525" y="266700"/>
                </a:lnTo>
                <a:lnTo>
                  <a:pt x="0" y="266700"/>
                </a:lnTo>
                <a:close/>
                <a:moveTo>
                  <a:pt x="704850" y="247650"/>
                </a:moveTo>
                <a:lnTo>
                  <a:pt x="714375" y="247650"/>
                </a:lnTo>
                <a:lnTo>
                  <a:pt x="714375" y="257175"/>
                </a:lnTo>
                <a:lnTo>
                  <a:pt x="704850" y="257175"/>
                </a:lnTo>
                <a:close/>
                <a:moveTo>
                  <a:pt x="285750" y="295275"/>
                </a:moveTo>
                <a:lnTo>
                  <a:pt x="295275" y="295275"/>
                </a:lnTo>
                <a:lnTo>
                  <a:pt x="295275" y="314325"/>
                </a:lnTo>
                <a:lnTo>
                  <a:pt x="285750" y="314325"/>
                </a:lnTo>
                <a:close/>
                <a:moveTo>
                  <a:pt x="628650" y="304800"/>
                </a:moveTo>
                <a:lnTo>
                  <a:pt x="647700" y="304800"/>
                </a:lnTo>
                <a:lnTo>
                  <a:pt x="647700" y="333375"/>
                </a:lnTo>
                <a:lnTo>
                  <a:pt x="638175" y="333375"/>
                </a:lnTo>
                <a:lnTo>
                  <a:pt x="638175" y="323850"/>
                </a:lnTo>
                <a:lnTo>
                  <a:pt x="628650" y="323850"/>
                </a:lnTo>
                <a:close/>
                <a:moveTo>
                  <a:pt x="0" y="333375"/>
                </a:moveTo>
                <a:lnTo>
                  <a:pt x="9525" y="333375"/>
                </a:lnTo>
                <a:lnTo>
                  <a:pt x="9525" y="342900"/>
                </a:lnTo>
                <a:lnTo>
                  <a:pt x="19050" y="342900"/>
                </a:lnTo>
                <a:lnTo>
                  <a:pt x="19050" y="352425"/>
                </a:lnTo>
                <a:lnTo>
                  <a:pt x="9525" y="352425"/>
                </a:lnTo>
                <a:lnTo>
                  <a:pt x="9525" y="361950"/>
                </a:lnTo>
                <a:lnTo>
                  <a:pt x="0" y="361950"/>
                </a:lnTo>
                <a:close/>
                <a:moveTo>
                  <a:pt x="1085850" y="333375"/>
                </a:moveTo>
                <a:lnTo>
                  <a:pt x="1095375" y="333375"/>
                </a:lnTo>
                <a:lnTo>
                  <a:pt x="1095375" y="342900"/>
                </a:lnTo>
                <a:lnTo>
                  <a:pt x="1085850" y="342900"/>
                </a:lnTo>
                <a:close/>
                <a:moveTo>
                  <a:pt x="1028700" y="342900"/>
                </a:moveTo>
                <a:lnTo>
                  <a:pt x="1038225" y="342900"/>
                </a:lnTo>
                <a:lnTo>
                  <a:pt x="1038225" y="352425"/>
                </a:lnTo>
                <a:lnTo>
                  <a:pt x="1028700" y="352425"/>
                </a:lnTo>
                <a:close/>
                <a:moveTo>
                  <a:pt x="1190625" y="352425"/>
                </a:moveTo>
                <a:lnTo>
                  <a:pt x="1209675" y="352425"/>
                </a:lnTo>
                <a:lnTo>
                  <a:pt x="1209675" y="361950"/>
                </a:lnTo>
                <a:lnTo>
                  <a:pt x="1200150" y="361950"/>
                </a:lnTo>
                <a:lnTo>
                  <a:pt x="1200150" y="371475"/>
                </a:lnTo>
                <a:lnTo>
                  <a:pt x="1181100" y="371475"/>
                </a:lnTo>
                <a:lnTo>
                  <a:pt x="1181100" y="361950"/>
                </a:lnTo>
                <a:lnTo>
                  <a:pt x="1190625" y="361950"/>
                </a:lnTo>
                <a:close/>
                <a:moveTo>
                  <a:pt x="781050" y="381000"/>
                </a:moveTo>
                <a:lnTo>
                  <a:pt x="790575" y="381000"/>
                </a:lnTo>
                <a:lnTo>
                  <a:pt x="790575" y="390525"/>
                </a:lnTo>
                <a:lnTo>
                  <a:pt x="781050" y="390525"/>
                </a:lnTo>
                <a:close/>
                <a:moveTo>
                  <a:pt x="104775" y="400050"/>
                </a:moveTo>
                <a:lnTo>
                  <a:pt x="114300" y="400050"/>
                </a:lnTo>
                <a:lnTo>
                  <a:pt x="114300" y="428625"/>
                </a:lnTo>
                <a:lnTo>
                  <a:pt x="104775" y="428625"/>
                </a:lnTo>
                <a:close/>
                <a:moveTo>
                  <a:pt x="847725" y="400050"/>
                </a:moveTo>
                <a:lnTo>
                  <a:pt x="857250" y="400050"/>
                </a:lnTo>
                <a:lnTo>
                  <a:pt x="857250" y="419100"/>
                </a:lnTo>
                <a:lnTo>
                  <a:pt x="819150" y="419100"/>
                </a:lnTo>
                <a:lnTo>
                  <a:pt x="819150" y="409575"/>
                </a:lnTo>
                <a:lnTo>
                  <a:pt x="847725" y="409575"/>
                </a:lnTo>
                <a:close/>
                <a:moveTo>
                  <a:pt x="809625" y="419100"/>
                </a:moveTo>
                <a:lnTo>
                  <a:pt x="819150" y="419100"/>
                </a:lnTo>
                <a:lnTo>
                  <a:pt x="819150" y="428625"/>
                </a:lnTo>
                <a:lnTo>
                  <a:pt x="809625" y="428625"/>
                </a:lnTo>
                <a:close/>
                <a:moveTo>
                  <a:pt x="38100" y="428625"/>
                </a:moveTo>
                <a:lnTo>
                  <a:pt x="47625" y="428625"/>
                </a:lnTo>
                <a:lnTo>
                  <a:pt x="47625" y="438150"/>
                </a:lnTo>
                <a:lnTo>
                  <a:pt x="38100" y="438150"/>
                </a:lnTo>
                <a:close/>
                <a:moveTo>
                  <a:pt x="1057275" y="428625"/>
                </a:moveTo>
                <a:lnTo>
                  <a:pt x="1066800" y="428625"/>
                </a:lnTo>
                <a:lnTo>
                  <a:pt x="1066800" y="438150"/>
                </a:lnTo>
                <a:lnTo>
                  <a:pt x="1085850" y="438150"/>
                </a:lnTo>
                <a:lnTo>
                  <a:pt x="1085850" y="447675"/>
                </a:lnTo>
                <a:lnTo>
                  <a:pt x="1114425" y="447675"/>
                </a:lnTo>
                <a:lnTo>
                  <a:pt x="1114425" y="457200"/>
                </a:lnTo>
                <a:lnTo>
                  <a:pt x="1095375" y="457200"/>
                </a:lnTo>
                <a:lnTo>
                  <a:pt x="1095375" y="466725"/>
                </a:lnTo>
                <a:lnTo>
                  <a:pt x="1076325" y="466725"/>
                </a:lnTo>
                <a:lnTo>
                  <a:pt x="1076325" y="457200"/>
                </a:lnTo>
                <a:lnTo>
                  <a:pt x="1066800" y="457200"/>
                </a:lnTo>
                <a:lnTo>
                  <a:pt x="1066800" y="447675"/>
                </a:lnTo>
                <a:lnTo>
                  <a:pt x="1057275" y="447675"/>
                </a:lnTo>
                <a:close/>
                <a:moveTo>
                  <a:pt x="85725" y="438150"/>
                </a:moveTo>
                <a:lnTo>
                  <a:pt x="95250" y="438150"/>
                </a:lnTo>
                <a:lnTo>
                  <a:pt x="95250" y="447675"/>
                </a:lnTo>
                <a:lnTo>
                  <a:pt x="104775" y="447675"/>
                </a:lnTo>
                <a:lnTo>
                  <a:pt x="104775" y="438150"/>
                </a:lnTo>
                <a:lnTo>
                  <a:pt x="114300" y="438150"/>
                </a:lnTo>
                <a:lnTo>
                  <a:pt x="114300" y="466725"/>
                </a:lnTo>
                <a:lnTo>
                  <a:pt x="104775" y="466725"/>
                </a:lnTo>
                <a:lnTo>
                  <a:pt x="104775" y="457200"/>
                </a:lnTo>
                <a:lnTo>
                  <a:pt x="85725" y="457200"/>
                </a:lnTo>
                <a:close/>
                <a:moveTo>
                  <a:pt x="0" y="447675"/>
                </a:moveTo>
                <a:lnTo>
                  <a:pt x="9525" y="447675"/>
                </a:lnTo>
                <a:lnTo>
                  <a:pt x="9525" y="466725"/>
                </a:lnTo>
                <a:lnTo>
                  <a:pt x="0" y="466725"/>
                </a:lnTo>
                <a:close/>
                <a:moveTo>
                  <a:pt x="819150" y="447675"/>
                </a:moveTo>
                <a:lnTo>
                  <a:pt x="828675" y="447675"/>
                </a:lnTo>
                <a:lnTo>
                  <a:pt x="828675" y="457200"/>
                </a:lnTo>
                <a:lnTo>
                  <a:pt x="819150" y="457200"/>
                </a:lnTo>
                <a:close/>
                <a:moveTo>
                  <a:pt x="838200" y="447675"/>
                </a:moveTo>
                <a:lnTo>
                  <a:pt x="857250" y="447675"/>
                </a:lnTo>
                <a:lnTo>
                  <a:pt x="857250" y="457200"/>
                </a:lnTo>
                <a:lnTo>
                  <a:pt x="838200" y="457200"/>
                </a:lnTo>
                <a:close/>
                <a:moveTo>
                  <a:pt x="866775" y="447675"/>
                </a:moveTo>
                <a:lnTo>
                  <a:pt x="876300" y="447675"/>
                </a:lnTo>
                <a:lnTo>
                  <a:pt x="876300" y="457200"/>
                </a:lnTo>
                <a:lnTo>
                  <a:pt x="866775" y="457200"/>
                </a:lnTo>
                <a:close/>
                <a:moveTo>
                  <a:pt x="1009650" y="447675"/>
                </a:moveTo>
                <a:lnTo>
                  <a:pt x="1019175" y="447675"/>
                </a:lnTo>
                <a:lnTo>
                  <a:pt x="1019175" y="457200"/>
                </a:lnTo>
                <a:lnTo>
                  <a:pt x="1009650" y="457200"/>
                </a:lnTo>
                <a:close/>
                <a:moveTo>
                  <a:pt x="419100" y="466725"/>
                </a:moveTo>
                <a:lnTo>
                  <a:pt x="438150" y="466725"/>
                </a:lnTo>
                <a:lnTo>
                  <a:pt x="438150" y="476250"/>
                </a:lnTo>
                <a:lnTo>
                  <a:pt x="419100" y="476250"/>
                </a:lnTo>
                <a:close/>
                <a:moveTo>
                  <a:pt x="1038225" y="466725"/>
                </a:moveTo>
                <a:lnTo>
                  <a:pt x="1057275" y="466725"/>
                </a:lnTo>
                <a:lnTo>
                  <a:pt x="1057275" y="485775"/>
                </a:lnTo>
                <a:lnTo>
                  <a:pt x="1038225" y="485775"/>
                </a:lnTo>
                <a:close/>
                <a:moveTo>
                  <a:pt x="1123950" y="485775"/>
                </a:moveTo>
                <a:lnTo>
                  <a:pt x="1143000" y="485775"/>
                </a:lnTo>
                <a:lnTo>
                  <a:pt x="1143000" y="495300"/>
                </a:lnTo>
                <a:lnTo>
                  <a:pt x="1152525" y="495300"/>
                </a:lnTo>
                <a:lnTo>
                  <a:pt x="1152525" y="514350"/>
                </a:lnTo>
                <a:lnTo>
                  <a:pt x="1133475" y="514350"/>
                </a:lnTo>
                <a:lnTo>
                  <a:pt x="1133475" y="504825"/>
                </a:lnTo>
                <a:lnTo>
                  <a:pt x="1114425" y="504825"/>
                </a:lnTo>
                <a:lnTo>
                  <a:pt x="1114425" y="495300"/>
                </a:lnTo>
                <a:lnTo>
                  <a:pt x="1123950" y="495300"/>
                </a:lnTo>
                <a:close/>
                <a:moveTo>
                  <a:pt x="923925" y="495300"/>
                </a:moveTo>
                <a:lnTo>
                  <a:pt x="952500" y="495300"/>
                </a:lnTo>
                <a:lnTo>
                  <a:pt x="952500" y="504825"/>
                </a:lnTo>
                <a:lnTo>
                  <a:pt x="942975" y="504825"/>
                </a:lnTo>
                <a:lnTo>
                  <a:pt x="942975" y="514350"/>
                </a:lnTo>
                <a:lnTo>
                  <a:pt x="933450" y="514350"/>
                </a:lnTo>
                <a:lnTo>
                  <a:pt x="933450" y="504825"/>
                </a:lnTo>
                <a:lnTo>
                  <a:pt x="923925" y="504825"/>
                </a:lnTo>
                <a:close/>
                <a:moveTo>
                  <a:pt x="885825" y="514350"/>
                </a:moveTo>
                <a:lnTo>
                  <a:pt x="914400" y="514350"/>
                </a:lnTo>
                <a:lnTo>
                  <a:pt x="914400" y="533400"/>
                </a:lnTo>
                <a:lnTo>
                  <a:pt x="904875" y="533400"/>
                </a:lnTo>
                <a:lnTo>
                  <a:pt x="904875" y="542925"/>
                </a:lnTo>
                <a:lnTo>
                  <a:pt x="876300" y="542925"/>
                </a:lnTo>
                <a:lnTo>
                  <a:pt x="876300" y="533400"/>
                </a:lnTo>
                <a:lnTo>
                  <a:pt x="885825" y="533400"/>
                </a:lnTo>
                <a:close/>
                <a:moveTo>
                  <a:pt x="942975" y="514350"/>
                </a:moveTo>
                <a:lnTo>
                  <a:pt x="952500" y="514350"/>
                </a:lnTo>
                <a:lnTo>
                  <a:pt x="952500" y="552450"/>
                </a:lnTo>
                <a:lnTo>
                  <a:pt x="923925" y="552450"/>
                </a:lnTo>
                <a:lnTo>
                  <a:pt x="923925" y="542925"/>
                </a:lnTo>
                <a:lnTo>
                  <a:pt x="933450" y="542925"/>
                </a:lnTo>
                <a:lnTo>
                  <a:pt x="933450" y="533400"/>
                </a:lnTo>
                <a:lnTo>
                  <a:pt x="942975" y="533400"/>
                </a:lnTo>
                <a:close/>
                <a:moveTo>
                  <a:pt x="819150" y="523875"/>
                </a:moveTo>
                <a:lnTo>
                  <a:pt x="828675" y="523875"/>
                </a:lnTo>
                <a:lnTo>
                  <a:pt x="828675" y="533400"/>
                </a:lnTo>
                <a:lnTo>
                  <a:pt x="819150" y="533400"/>
                </a:lnTo>
                <a:close/>
                <a:moveTo>
                  <a:pt x="57150" y="533400"/>
                </a:moveTo>
                <a:lnTo>
                  <a:pt x="66675" y="533400"/>
                </a:lnTo>
                <a:lnTo>
                  <a:pt x="66675" y="542925"/>
                </a:lnTo>
                <a:lnTo>
                  <a:pt x="57150" y="542925"/>
                </a:lnTo>
                <a:close/>
                <a:moveTo>
                  <a:pt x="171450" y="533400"/>
                </a:moveTo>
                <a:lnTo>
                  <a:pt x="190500" y="533400"/>
                </a:lnTo>
                <a:lnTo>
                  <a:pt x="190500" y="542925"/>
                </a:lnTo>
                <a:lnTo>
                  <a:pt x="171450" y="542925"/>
                </a:lnTo>
                <a:close/>
                <a:moveTo>
                  <a:pt x="828675" y="533400"/>
                </a:moveTo>
                <a:lnTo>
                  <a:pt x="866775" y="533400"/>
                </a:lnTo>
                <a:lnTo>
                  <a:pt x="866775" y="552450"/>
                </a:lnTo>
                <a:lnTo>
                  <a:pt x="838200" y="552450"/>
                </a:lnTo>
                <a:lnTo>
                  <a:pt x="838200" y="581025"/>
                </a:lnTo>
                <a:lnTo>
                  <a:pt x="828675" y="581025"/>
                </a:lnTo>
                <a:close/>
                <a:moveTo>
                  <a:pt x="447675" y="542925"/>
                </a:moveTo>
                <a:lnTo>
                  <a:pt x="457200" y="542925"/>
                </a:lnTo>
                <a:lnTo>
                  <a:pt x="457200" y="552450"/>
                </a:lnTo>
                <a:lnTo>
                  <a:pt x="447675" y="552450"/>
                </a:lnTo>
                <a:close/>
                <a:moveTo>
                  <a:pt x="981075" y="542925"/>
                </a:moveTo>
                <a:lnTo>
                  <a:pt x="990600" y="542925"/>
                </a:lnTo>
                <a:lnTo>
                  <a:pt x="990600" y="552450"/>
                </a:lnTo>
                <a:lnTo>
                  <a:pt x="981075" y="552450"/>
                </a:lnTo>
                <a:close/>
                <a:moveTo>
                  <a:pt x="438150" y="552450"/>
                </a:moveTo>
                <a:lnTo>
                  <a:pt x="447675" y="552450"/>
                </a:lnTo>
                <a:lnTo>
                  <a:pt x="447675" y="561975"/>
                </a:lnTo>
                <a:lnTo>
                  <a:pt x="438150" y="561975"/>
                </a:lnTo>
                <a:close/>
                <a:moveTo>
                  <a:pt x="1009650" y="571500"/>
                </a:moveTo>
                <a:lnTo>
                  <a:pt x="1019175" y="571500"/>
                </a:lnTo>
                <a:lnTo>
                  <a:pt x="1019175" y="581025"/>
                </a:lnTo>
                <a:lnTo>
                  <a:pt x="1009650" y="581025"/>
                </a:lnTo>
                <a:close/>
                <a:moveTo>
                  <a:pt x="819150" y="581025"/>
                </a:moveTo>
                <a:lnTo>
                  <a:pt x="828675" y="581025"/>
                </a:lnTo>
                <a:lnTo>
                  <a:pt x="828675" y="590550"/>
                </a:lnTo>
                <a:lnTo>
                  <a:pt x="819150" y="590550"/>
                </a:lnTo>
                <a:close/>
                <a:moveTo>
                  <a:pt x="1019175" y="581025"/>
                </a:moveTo>
                <a:lnTo>
                  <a:pt x="1047750" y="581025"/>
                </a:lnTo>
                <a:lnTo>
                  <a:pt x="1047750" y="590550"/>
                </a:lnTo>
                <a:lnTo>
                  <a:pt x="1019175" y="590550"/>
                </a:lnTo>
                <a:close/>
                <a:moveTo>
                  <a:pt x="885825" y="590550"/>
                </a:moveTo>
                <a:lnTo>
                  <a:pt x="904875" y="590550"/>
                </a:lnTo>
                <a:lnTo>
                  <a:pt x="904875" y="609600"/>
                </a:lnTo>
                <a:lnTo>
                  <a:pt x="895350" y="609600"/>
                </a:lnTo>
                <a:lnTo>
                  <a:pt x="895350" y="600075"/>
                </a:lnTo>
                <a:lnTo>
                  <a:pt x="885825" y="600075"/>
                </a:lnTo>
                <a:close/>
                <a:moveTo>
                  <a:pt x="0" y="600075"/>
                </a:moveTo>
                <a:lnTo>
                  <a:pt x="9525" y="600075"/>
                </a:lnTo>
                <a:lnTo>
                  <a:pt x="9525" y="619125"/>
                </a:lnTo>
                <a:lnTo>
                  <a:pt x="0" y="619125"/>
                </a:lnTo>
                <a:close/>
                <a:moveTo>
                  <a:pt x="1028700" y="600075"/>
                </a:moveTo>
                <a:lnTo>
                  <a:pt x="1038225" y="600075"/>
                </a:lnTo>
                <a:lnTo>
                  <a:pt x="1038225" y="609600"/>
                </a:lnTo>
                <a:lnTo>
                  <a:pt x="1028700" y="609600"/>
                </a:lnTo>
                <a:close/>
                <a:moveTo>
                  <a:pt x="666750" y="609600"/>
                </a:moveTo>
                <a:lnTo>
                  <a:pt x="676275" y="609600"/>
                </a:lnTo>
                <a:lnTo>
                  <a:pt x="676275" y="619125"/>
                </a:lnTo>
                <a:lnTo>
                  <a:pt x="666750" y="619125"/>
                </a:lnTo>
                <a:close/>
                <a:moveTo>
                  <a:pt x="914400" y="619125"/>
                </a:moveTo>
                <a:lnTo>
                  <a:pt x="933450" y="619125"/>
                </a:lnTo>
                <a:lnTo>
                  <a:pt x="933450" y="657225"/>
                </a:lnTo>
                <a:lnTo>
                  <a:pt x="923925" y="657225"/>
                </a:lnTo>
                <a:lnTo>
                  <a:pt x="923925" y="647700"/>
                </a:lnTo>
                <a:lnTo>
                  <a:pt x="914400" y="647700"/>
                </a:lnTo>
                <a:close/>
                <a:moveTo>
                  <a:pt x="828675" y="638175"/>
                </a:moveTo>
                <a:lnTo>
                  <a:pt x="885825" y="638175"/>
                </a:lnTo>
                <a:lnTo>
                  <a:pt x="885825" y="647700"/>
                </a:lnTo>
                <a:lnTo>
                  <a:pt x="857250" y="647700"/>
                </a:lnTo>
                <a:lnTo>
                  <a:pt x="857250" y="666750"/>
                </a:lnTo>
                <a:lnTo>
                  <a:pt x="838200" y="666750"/>
                </a:lnTo>
                <a:lnTo>
                  <a:pt x="838200" y="657225"/>
                </a:lnTo>
                <a:lnTo>
                  <a:pt x="828675" y="657225"/>
                </a:lnTo>
                <a:close/>
                <a:moveTo>
                  <a:pt x="962025" y="647700"/>
                </a:moveTo>
                <a:lnTo>
                  <a:pt x="990600" y="647700"/>
                </a:lnTo>
                <a:lnTo>
                  <a:pt x="990600" y="657225"/>
                </a:lnTo>
                <a:lnTo>
                  <a:pt x="971550" y="657225"/>
                </a:lnTo>
                <a:lnTo>
                  <a:pt x="971550" y="666750"/>
                </a:lnTo>
                <a:lnTo>
                  <a:pt x="962025" y="666750"/>
                </a:lnTo>
                <a:close/>
                <a:moveTo>
                  <a:pt x="104775" y="657225"/>
                </a:moveTo>
                <a:lnTo>
                  <a:pt x="114300" y="657225"/>
                </a:lnTo>
                <a:lnTo>
                  <a:pt x="114300" y="666750"/>
                </a:lnTo>
                <a:lnTo>
                  <a:pt x="104775" y="666750"/>
                </a:lnTo>
                <a:close/>
                <a:moveTo>
                  <a:pt x="876300" y="657225"/>
                </a:moveTo>
                <a:lnTo>
                  <a:pt x="885825" y="657225"/>
                </a:lnTo>
                <a:lnTo>
                  <a:pt x="885825" y="666750"/>
                </a:lnTo>
                <a:lnTo>
                  <a:pt x="876300" y="666750"/>
                </a:lnTo>
                <a:close/>
                <a:moveTo>
                  <a:pt x="447675" y="666750"/>
                </a:moveTo>
                <a:lnTo>
                  <a:pt x="466725" y="666750"/>
                </a:lnTo>
                <a:lnTo>
                  <a:pt x="466725" y="695325"/>
                </a:lnTo>
                <a:lnTo>
                  <a:pt x="438150" y="695325"/>
                </a:lnTo>
                <a:lnTo>
                  <a:pt x="438150" y="685800"/>
                </a:lnTo>
                <a:lnTo>
                  <a:pt x="447675" y="685800"/>
                </a:lnTo>
                <a:close/>
                <a:moveTo>
                  <a:pt x="219075" y="685800"/>
                </a:moveTo>
                <a:lnTo>
                  <a:pt x="228600" y="685800"/>
                </a:lnTo>
                <a:lnTo>
                  <a:pt x="228600" y="704850"/>
                </a:lnTo>
                <a:lnTo>
                  <a:pt x="219075" y="704850"/>
                </a:lnTo>
                <a:close/>
                <a:moveTo>
                  <a:pt x="990600" y="685800"/>
                </a:moveTo>
                <a:lnTo>
                  <a:pt x="1000125" y="685800"/>
                </a:lnTo>
                <a:lnTo>
                  <a:pt x="1000125" y="695325"/>
                </a:lnTo>
                <a:lnTo>
                  <a:pt x="990600" y="695325"/>
                </a:lnTo>
                <a:close/>
                <a:moveTo>
                  <a:pt x="876300" y="695325"/>
                </a:moveTo>
                <a:lnTo>
                  <a:pt x="885825" y="695325"/>
                </a:lnTo>
                <a:lnTo>
                  <a:pt x="885825" y="704850"/>
                </a:lnTo>
                <a:lnTo>
                  <a:pt x="876300" y="704850"/>
                </a:lnTo>
                <a:close/>
                <a:moveTo>
                  <a:pt x="1000125" y="695325"/>
                </a:moveTo>
                <a:lnTo>
                  <a:pt x="1009650" y="695325"/>
                </a:lnTo>
                <a:lnTo>
                  <a:pt x="1009650" y="704850"/>
                </a:lnTo>
                <a:lnTo>
                  <a:pt x="1000125" y="704850"/>
                </a:lnTo>
                <a:close/>
                <a:moveTo>
                  <a:pt x="238125" y="704850"/>
                </a:moveTo>
                <a:lnTo>
                  <a:pt x="247650" y="704850"/>
                </a:lnTo>
                <a:lnTo>
                  <a:pt x="247650" y="714375"/>
                </a:lnTo>
                <a:lnTo>
                  <a:pt x="257175" y="714375"/>
                </a:lnTo>
                <a:lnTo>
                  <a:pt x="257175" y="733425"/>
                </a:lnTo>
                <a:lnTo>
                  <a:pt x="247650" y="733425"/>
                </a:lnTo>
                <a:lnTo>
                  <a:pt x="247650" y="723900"/>
                </a:lnTo>
                <a:lnTo>
                  <a:pt x="238125" y="723900"/>
                </a:lnTo>
                <a:close/>
                <a:moveTo>
                  <a:pt x="476250" y="704850"/>
                </a:moveTo>
                <a:lnTo>
                  <a:pt x="485775" y="704850"/>
                </a:lnTo>
                <a:lnTo>
                  <a:pt x="485775" y="714375"/>
                </a:lnTo>
                <a:lnTo>
                  <a:pt x="476250" y="714375"/>
                </a:lnTo>
                <a:close/>
                <a:moveTo>
                  <a:pt x="504825" y="704850"/>
                </a:moveTo>
                <a:lnTo>
                  <a:pt x="514350" y="704850"/>
                </a:lnTo>
                <a:lnTo>
                  <a:pt x="514350" y="714375"/>
                </a:lnTo>
                <a:lnTo>
                  <a:pt x="504825" y="714375"/>
                </a:lnTo>
                <a:close/>
                <a:moveTo>
                  <a:pt x="723900" y="704850"/>
                </a:moveTo>
                <a:lnTo>
                  <a:pt x="742950" y="704850"/>
                </a:lnTo>
                <a:lnTo>
                  <a:pt x="742950" y="714375"/>
                </a:lnTo>
                <a:lnTo>
                  <a:pt x="733425" y="714375"/>
                </a:lnTo>
                <a:lnTo>
                  <a:pt x="733425" y="723900"/>
                </a:lnTo>
                <a:lnTo>
                  <a:pt x="723900" y="723900"/>
                </a:lnTo>
                <a:close/>
                <a:moveTo>
                  <a:pt x="828675" y="704850"/>
                </a:moveTo>
                <a:lnTo>
                  <a:pt x="857250" y="704850"/>
                </a:lnTo>
                <a:lnTo>
                  <a:pt x="857250" y="714375"/>
                </a:lnTo>
                <a:lnTo>
                  <a:pt x="866775" y="714375"/>
                </a:lnTo>
                <a:lnTo>
                  <a:pt x="866775" y="752475"/>
                </a:lnTo>
                <a:lnTo>
                  <a:pt x="857250" y="752475"/>
                </a:lnTo>
                <a:lnTo>
                  <a:pt x="857250" y="742950"/>
                </a:lnTo>
                <a:lnTo>
                  <a:pt x="847725" y="742950"/>
                </a:lnTo>
                <a:lnTo>
                  <a:pt x="847725" y="733425"/>
                </a:lnTo>
                <a:lnTo>
                  <a:pt x="838200" y="733425"/>
                </a:lnTo>
                <a:lnTo>
                  <a:pt x="838200" y="723900"/>
                </a:lnTo>
                <a:lnTo>
                  <a:pt x="828675" y="723900"/>
                </a:lnTo>
                <a:close/>
                <a:moveTo>
                  <a:pt x="1009650" y="704850"/>
                </a:moveTo>
                <a:lnTo>
                  <a:pt x="1019175" y="704850"/>
                </a:lnTo>
                <a:lnTo>
                  <a:pt x="1019175" y="714375"/>
                </a:lnTo>
                <a:lnTo>
                  <a:pt x="1009650" y="714375"/>
                </a:lnTo>
                <a:close/>
                <a:moveTo>
                  <a:pt x="485775" y="714375"/>
                </a:moveTo>
                <a:lnTo>
                  <a:pt x="504825" y="714375"/>
                </a:lnTo>
                <a:lnTo>
                  <a:pt x="504825" y="723900"/>
                </a:lnTo>
                <a:lnTo>
                  <a:pt x="495300" y="723900"/>
                </a:lnTo>
                <a:lnTo>
                  <a:pt x="495300" y="733425"/>
                </a:lnTo>
                <a:lnTo>
                  <a:pt x="485775" y="733425"/>
                </a:lnTo>
                <a:close/>
                <a:moveTo>
                  <a:pt x="1066800" y="714375"/>
                </a:moveTo>
                <a:lnTo>
                  <a:pt x="1076325" y="714375"/>
                </a:lnTo>
                <a:lnTo>
                  <a:pt x="1076325" y="723900"/>
                </a:lnTo>
                <a:lnTo>
                  <a:pt x="1066800" y="723900"/>
                </a:lnTo>
                <a:close/>
                <a:moveTo>
                  <a:pt x="57150" y="723900"/>
                </a:moveTo>
                <a:lnTo>
                  <a:pt x="66675" y="723900"/>
                </a:lnTo>
                <a:lnTo>
                  <a:pt x="66675" y="742950"/>
                </a:lnTo>
                <a:lnTo>
                  <a:pt x="57150" y="742950"/>
                </a:lnTo>
                <a:close/>
                <a:moveTo>
                  <a:pt x="38100" y="733425"/>
                </a:moveTo>
                <a:lnTo>
                  <a:pt x="47625" y="733425"/>
                </a:lnTo>
                <a:lnTo>
                  <a:pt x="47625" y="762000"/>
                </a:lnTo>
                <a:lnTo>
                  <a:pt x="28575" y="762000"/>
                </a:lnTo>
                <a:lnTo>
                  <a:pt x="28575" y="771525"/>
                </a:lnTo>
                <a:lnTo>
                  <a:pt x="9525" y="771525"/>
                </a:lnTo>
                <a:lnTo>
                  <a:pt x="9525" y="781050"/>
                </a:lnTo>
                <a:lnTo>
                  <a:pt x="0" y="781050"/>
                </a:lnTo>
                <a:lnTo>
                  <a:pt x="0" y="752475"/>
                </a:lnTo>
                <a:lnTo>
                  <a:pt x="28575" y="752475"/>
                </a:lnTo>
                <a:lnTo>
                  <a:pt x="28575" y="742950"/>
                </a:lnTo>
                <a:lnTo>
                  <a:pt x="38100" y="742950"/>
                </a:lnTo>
                <a:close/>
                <a:moveTo>
                  <a:pt x="95250" y="733425"/>
                </a:moveTo>
                <a:lnTo>
                  <a:pt x="104775" y="733425"/>
                </a:lnTo>
                <a:lnTo>
                  <a:pt x="104775" y="742950"/>
                </a:lnTo>
                <a:lnTo>
                  <a:pt x="114300" y="742950"/>
                </a:lnTo>
                <a:lnTo>
                  <a:pt x="114300" y="762000"/>
                </a:lnTo>
                <a:lnTo>
                  <a:pt x="95250" y="762000"/>
                </a:lnTo>
                <a:close/>
                <a:moveTo>
                  <a:pt x="1104900" y="742950"/>
                </a:moveTo>
                <a:lnTo>
                  <a:pt x="1133475" y="742950"/>
                </a:lnTo>
                <a:lnTo>
                  <a:pt x="1133475" y="762000"/>
                </a:lnTo>
                <a:lnTo>
                  <a:pt x="1114425" y="762000"/>
                </a:lnTo>
                <a:lnTo>
                  <a:pt x="1114425" y="752475"/>
                </a:lnTo>
                <a:lnTo>
                  <a:pt x="1104900" y="752475"/>
                </a:lnTo>
                <a:close/>
                <a:moveTo>
                  <a:pt x="1171575" y="752475"/>
                </a:moveTo>
                <a:lnTo>
                  <a:pt x="1181100" y="752475"/>
                </a:lnTo>
                <a:lnTo>
                  <a:pt x="1181100" y="762000"/>
                </a:lnTo>
                <a:lnTo>
                  <a:pt x="1171575" y="762000"/>
                </a:lnTo>
                <a:close/>
                <a:moveTo>
                  <a:pt x="1200150" y="762000"/>
                </a:moveTo>
                <a:lnTo>
                  <a:pt x="1209675" y="762000"/>
                </a:lnTo>
                <a:lnTo>
                  <a:pt x="1209675" y="771525"/>
                </a:lnTo>
                <a:lnTo>
                  <a:pt x="1200150" y="771525"/>
                </a:lnTo>
                <a:close/>
                <a:moveTo>
                  <a:pt x="885825" y="781050"/>
                </a:moveTo>
                <a:lnTo>
                  <a:pt x="895350" y="781050"/>
                </a:lnTo>
                <a:lnTo>
                  <a:pt x="895350" y="809625"/>
                </a:lnTo>
                <a:lnTo>
                  <a:pt x="876300" y="809625"/>
                </a:lnTo>
                <a:lnTo>
                  <a:pt x="876300" y="790575"/>
                </a:lnTo>
                <a:lnTo>
                  <a:pt x="885825" y="790575"/>
                </a:lnTo>
                <a:close/>
                <a:moveTo>
                  <a:pt x="1133475" y="790575"/>
                </a:moveTo>
                <a:lnTo>
                  <a:pt x="1143000" y="790575"/>
                </a:lnTo>
                <a:lnTo>
                  <a:pt x="1143000" y="809625"/>
                </a:lnTo>
                <a:lnTo>
                  <a:pt x="1133475" y="809625"/>
                </a:lnTo>
                <a:close/>
              </a:path>
            </a:pathLst>
          </a:custGeom>
          <a:solidFill xmlns:a="http://schemas.openxmlformats.org/drawingml/2006/main">
            <a:srgbClr val="FAF9F5"/>
          </a:solidFill>
          <a:ln xmlns:a="http://schemas.openxmlformats.org/drawingml/2006/main" w="0">
            <a:noFill/>
          </a:ln>
        </p:spPr>
      </p:sp>
      <p:sp>
        <p:nvSpPr>
          <p:cNvPr id="181" name="v20 vector #f9f9f5">
            <a:extLst xmlns:a="http://schemas.openxmlformats.org/drawingml/2006/main">
              <a:ext uri="{FF2B5EF4-FFF2-40B4-BE49-F238E27FC236}">
                <a16:creationId xmlns:a16="http://schemas.microsoft.com/office/drawing/2014/main" id="{5D7C563F-0BFE-475D-B6E3-DD7689DA6B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5350" y="4848225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104775" y="0"/>
                </a:moveTo>
                <a:lnTo>
                  <a:pt x="114300" y="0"/>
                </a:lnTo>
                <a:lnTo>
                  <a:pt x="114300" y="9525"/>
                </a:lnTo>
                <a:lnTo>
                  <a:pt x="104775" y="9525"/>
                </a:lnTo>
                <a:close/>
                <a:moveTo>
                  <a:pt x="0" y="9525"/>
                </a:moveTo>
                <a:lnTo>
                  <a:pt x="9525" y="9525"/>
                </a:lnTo>
                <a:lnTo>
                  <a:pt x="9525" y="19050"/>
                </a:lnTo>
                <a:lnTo>
                  <a:pt x="0" y="19050"/>
                </a:lnTo>
                <a:close/>
                <a:moveTo>
                  <a:pt x="85725" y="47625"/>
                </a:moveTo>
                <a:lnTo>
                  <a:pt x="95250" y="47625"/>
                </a:lnTo>
                <a:lnTo>
                  <a:pt x="95250" y="57150"/>
                </a:lnTo>
                <a:lnTo>
                  <a:pt x="85725" y="57150"/>
                </a:lnTo>
                <a:close/>
                <a:moveTo>
                  <a:pt x="1019175" y="57150"/>
                </a:moveTo>
                <a:lnTo>
                  <a:pt x="1038225" y="57150"/>
                </a:lnTo>
                <a:lnTo>
                  <a:pt x="1038225" y="76200"/>
                </a:lnTo>
                <a:lnTo>
                  <a:pt x="1028700" y="76200"/>
                </a:lnTo>
                <a:lnTo>
                  <a:pt x="1028700" y="66675"/>
                </a:lnTo>
                <a:lnTo>
                  <a:pt x="1019175" y="66675"/>
                </a:lnTo>
                <a:close/>
                <a:moveTo>
                  <a:pt x="200025" y="66675"/>
                </a:moveTo>
                <a:lnTo>
                  <a:pt x="219075" y="66675"/>
                </a:lnTo>
                <a:lnTo>
                  <a:pt x="219075" y="76200"/>
                </a:lnTo>
                <a:lnTo>
                  <a:pt x="200025" y="76200"/>
                </a:lnTo>
                <a:close/>
                <a:moveTo>
                  <a:pt x="609600" y="66675"/>
                </a:moveTo>
                <a:lnTo>
                  <a:pt x="647700" y="66675"/>
                </a:lnTo>
                <a:lnTo>
                  <a:pt x="647700" y="85725"/>
                </a:lnTo>
                <a:lnTo>
                  <a:pt x="638175" y="85725"/>
                </a:lnTo>
                <a:lnTo>
                  <a:pt x="638175" y="76200"/>
                </a:lnTo>
                <a:lnTo>
                  <a:pt x="609600" y="76200"/>
                </a:lnTo>
                <a:close/>
                <a:moveTo>
                  <a:pt x="152400" y="85725"/>
                </a:moveTo>
                <a:lnTo>
                  <a:pt x="161925" y="85725"/>
                </a:lnTo>
                <a:lnTo>
                  <a:pt x="161925" y="104775"/>
                </a:lnTo>
                <a:lnTo>
                  <a:pt x="152400" y="104775"/>
                </a:lnTo>
                <a:close/>
                <a:moveTo>
                  <a:pt x="685800" y="85725"/>
                </a:moveTo>
                <a:lnTo>
                  <a:pt x="714375" y="85725"/>
                </a:lnTo>
                <a:lnTo>
                  <a:pt x="714375" y="104775"/>
                </a:lnTo>
                <a:lnTo>
                  <a:pt x="704850" y="104775"/>
                </a:lnTo>
                <a:lnTo>
                  <a:pt x="704850" y="114300"/>
                </a:lnTo>
                <a:lnTo>
                  <a:pt x="695325" y="114300"/>
                </a:lnTo>
                <a:lnTo>
                  <a:pt x="695325" y="123825"/>
                </a:lnTo>
                <a:lnTo>
                  <a:pt x="676275" y="123825"/>
                </a:lnTo>
                <a:lnTo>
                  <a:pt x="676275" y="104775"/>
                </a:lnTo>
                <a:lnTo>
                  <a:pt x="685800" y="104775"/>
                </a:lnTo>
                <a:close/>
                <a:moveTo>
                  <a:pt x="1123950" y="133350"/>
                </a:moveTo>
                <a:lnTo>
                  <a:pt x="1133475" y="133350"/>
                </a:lnTo>
                <a:lnTo>
                  <a:pt x="1133475" y="142875"/>
                </a:lnTo>
                <a:lnTo>
                  <a:pt x="1123950" y="142875"/>
                </a:lnTo>
                <a:close/>
                <a:moveTo>
                  <a:pt x="1123950" y="161925"/>
                </a:moveTo>
                <a:lnTo>
                  <a:pt x="1133475" y="161925"/>
                </a:lnTo>
                <a:lnTo>
                  <a:pt x="1133475" y="180975"/>
                </a:lnTo>
                <a:lnTo>
                  <a:pt x="1143000" y="180975"/>
                </a:lnTo>
                <a:lnTo>
                  <a:pt x="1143000" y="171450"/>
                </a:lnTo>
                <a:lnTo>
                  <a:pt x="1162050" y="171450"/>
                </a:lnTo>
                <a:lnTo>
                  <a:pt x="1162050" y="180975"/>
                </a:lnTo>
                <a:lnTo>
                  <a:pt x="1152525" y="180975"/>
                </a:lnTo>
                <a:lnTo>
                  <a:pt x="1152525" y="200025"/>
                </a:lnTo>
                <a:lnTo>
                  <a:pt x="1133475" y="200025"/>
                </a:lnTo>
                <a:lnTo>
                  <a:pt x="1133475" y="190500"/>
                </a:lnTo>
                <a:lnTo>
                  <a:pt x="1123950" y="190500"/>
                </a:lnTo>
                <a:close/>
                <a:moveTo>
                  <a:pt x="1171575" y="171450"/>
                </a:moveTo>
                <a:lnTo>
                  <a:pt x="1181100" y="171450"/>
                </a:lnTo>
                <a:lnTo>
                  <a:pt x="1181100" y="180975"/>
                </a:lnTo>
                <a:lnTo>
                  <a:pt x="1171575" y="180975"/>
                </a:lnTo>
                <a:close/>
                <a:moveTo>
                  <a:pt x="0" y="190500"/>
                </a:moveTo>
                <a:lnTo>
                  <a:pt x="9525" y="190500"/>
                </a:lnTo>
                <a:lnTo>
                  <a:pt x="9525" y="219075"/>
                </a:lnTo>
                <a:lnTo>
                  <a:pt x="0" y="219075"/>
                </a:lnTo>
                <a:close/>
                <a:moveTo>
                  <a:pt x="1171575" y="190500"/>
                </a:moveTo>
                <a:lnTo>
                  <a:pt x="1190625" y="190500"/>
                </a:lnTo>
                <a:lnTo>
                  <a:pt x="1190625" y="200025"/>
                </a:lnTo>
                <a:lnTo>
                  <a:pt x="1181100" y="200025"/>
                </a:lnTo>
                <a:lnTo>
                  <a:pt x="1181100" y="209550"/>
                </a:lnTo>
                <a:lnTo>
                  <a:pt x="1171575" y="209550"/>
                </a:lnTo>
                <a:close/>
                <a:moveTo>
                  <a:pt x="95250" y="219075"/>
                </a:moveTo>
                <a:lnTo>
                  <a:pt x="104775" y="219075"/>
                </a:lnTo>
                <a:lnTo>
                  <a:pt x="104775" y="228600"/>
                </a:lnTo>
                <a:lnTo>
                  <a:pt x="95250" y="228600"/>
                </a:lnTo>
                <a:close/>
                <a:moveTo>
                  <a:pt x="104775" y="228600"/>
                </a:moveTo>
                <a:lnTo>
                  <a:pt x="114300" y="228600"/>
                </a:lnTo>
                <a:lnTo>
                  <a:pt x="114300" y="238125"/>
                </a:lnTo>
                <a:lnTo>
                  <a:pt x="104775" y="238125"/>
                </a:lnTo>
                <a:close/>
                <a:moveTo>
                  <a:pt x="695325" y="228600"/>
                </a:moveTo>
                <a:lnTo>
                  <a:pt x="704850" y="228600"/>
                </a:lnTo>
                <a:lnTo>
                  <a:pt x="704850" y="238125"/>
                </a:lnTo>
                <a:lnTo>
                  <a:pt x="695325" y="238125"/>
                </a:lnTo>
                <a:close/>
                <a:moveTo>
                  <a:pt x="685800" y="238125"/>
                </a:moveTo>
                <a:lnTo>
                  <a:pt x="695325" y="238125"/>
                </a:lnTo>
                <a:lnTo>
                  <a:pt x="695325" y="247650"/>
                </a:lnTo>
                <a:lnTo>
                  <a:pt x="685800" y="247650"/>
                </a:lnTo>
                <a:close/>
                <a:moveTo>
                  <a:pt x="704850" y="238125"/>
                </a:moveTo>
                <a:lnTo>
                  <a:pt x="714375" y="238125"/>
                </a:lnTo>
                <a:lnTo>
                  <a:pt x="714375" y="247650"/>
                </a:lnTo>
                <a:lnTo>
                  <a:pt x="704850" y="247650"/>
                </a:lnTo>
                <a:close/>
                <a:moveTo>
                  <a:pt x="419100" y="247650"/>
                </a:moveTo>
                <a:lnTo>
                  <a:pt x="428625" y="247650"/>
                </a:lnTo>
                <a:lnTo>
                  <a:pt x="428625" y="257175"/>
                </a:lnTo>
                <a:lnTo>
                  <a:pt x="419100" y="257175"/>
                </a:lnTo>
                <a:close/>
                <a:moveTo>
                  <a:pt x="685800" y="257175"/>
                </a:moveTo>
                <a:lnTo>
                  <a:pt x="695325" y="257175"/>
                </a:lnTo>
                <a:lnTo>
                  <a:pt x="695325" y="276225"/>
                </a:lnTo>
                <a:lnTo>
                  <a:pt x="704850" y="276225"/>
                </a:lnTo>
                <a:lnTo>
                  <a:pt x="704850" y="266700"/>
                </a:lnTo>
                <a:lnTo>
                  <a:pt x="714375" y="266700"/>
                </a:lnTo>
                <a:lnTo>
                  <a:pt x="714375" y="276225"/>
                </a:lnTo>
                <a:lnTo>
                  <a:pt x="723900" y="276225"/>
                </a:lnTo>
                <a:lnTo>
                  <a:pt x="723900" y="285750"/>
                </a:lnTo>
                <a:lnTo>
                  <a:pt x="704850" y="285750"/>
                </a:lnTo>
                <a:lnTo>
                  <a:pt x="704850" y="295275"/>
                </a:lnTo>
                <a:lnTo>
                  <a:pt x="695325" y="295275"/>
                </a:lnTo>
                <a:lnTo>
                  <a:pt x="695325" y="285750"/>
                </a:lnTo>
                <a:lnTo>
                  <a:pt x="685800" y="285750"/>
                </a:lnTo>
                <a:close/>
                <a:moveTo>
                  <a:pt x="619125" y="266700"/>
                </a:moveTo>
                <a:lnTo>
                  <a:pt x="657225" y="266700"/>
                </a:lnTo>
                <a:lnTo>
                  <a:pt x="657225" y="276225"/>
                </a:lnTo>
                <a:lnTo>
                  <a:pt x="638175" y="276225"/>
                </a:lnTo>
                <a:lnTo>
                  <a:pt x="638175" y="295275"/>
                </a:lnTo>
                <a:lnTo>
                  <a:pt x="628650" y="295275"/>
                </a:lnTo>
                <a:lnTo>
                  <a:pt x="628650" y="276225"/>
                </a:lnTo>
                <a:lnTo>
                  <a:pt x="619125" y="276225"/>
                </a:lnTo>
                <a:close/>
                <a:moveTo>
                  <a:pt x="285750" y="285750"/>
                </a:moveTo>
                <a:lnTo>
                  <a:pt x="295275" y="285750"/>
                </a:lnTo>
                <a:lnTo>
                  <a:pt x="295275" y="295275"/>
                </a:lnTo>
                <a:lnTo>
                  <a:pt x="285750" y="295275"/>
                </a:lnTo>
                <a:close/>
                <a:moveTo>
                  <a:pt x="0" y="295275"/>
                </a:moveTo>
                <a:lnTo>
                  <a:pt x="19050" y="295275"/>
                </a:lnTo>
                <a:lnTo>
                  <a:pt x="19050" y="314325"/>
                </a:lnTo>
                <a:lnTo>
                  <a:pt x="9525" y="314325"/>
                </a:lnTo>
                <a:lnTo>
                  <a:pt x="9525" y="333375"/>
                </a:lnTo>
                <a:lnTo>
                  <a:pt x="0" y="333375"/>
                </a:lnTo>
                <a:close/>
                <a:moveTo>
                  <a:pt x="276225" y="304800"/>
                </a:moveTo>
                <a:lnTo>
                  <a:pt x="285750" y="304800"/>
                </a:lnTo>
                <a:lnTo>
                  <a:pt x="285750" y="314325"/>
                </a:lnTo>
                <a:lnTo>
                  <a:pt x="276225" y="314325"/>
                </a:lnTo>
                <a:close/>
                <a:moveTo>
                  <a:pt x="285750" y="314325"/>
                </a:moveTo>
                <a:lnTo>
                  <a:pt x="295275" y="314325"/>
                </a:lnTo>
                <a:lnTo>
                  <a:pt x="295275" y="323850"/>
                </a:lnTo>
                <a:lnTo>
                  <a:pt x="285750" y="323850"/>
                </a:lnTo>
                <a:close/>
                <a:moveTo>
                  <a:pt x="647700" y="314325"/>
                </a:moveTo>
                <a:lnTo>
                  <a:pt x="657225" y="314325"/>
                </a:lnTo>
                <a:lnTo>
                  <a:pt x="657225" y="323850"/>
                </a:lnTo>
                <a:lnTo>
                  <a:pt x="647700" y="323850"/>
                </a:lnTo>
                <a:close/>
                <a:moveTo>
                  <a:pt x="609600" y="323850"/>
                </a:moveTo>
                <a:lnTo>
                  <a:pt x="619125" y="323850"/>
                </a:lnTo>
                <a:lnTo>
                  <a:pt x="619125" y="333375"/>
                </a:lnTo>
                <a:lnTo>
                  <a:pt x="628650" y="333375"/>
                </a:lnTo>
                <a:lnTo>
                  <a:pt x="628650" y="323850"/>
                </a:lnTo>
                <a:lnTo>
                  <a:pt x="638175" y="323850"/>
                </a:lnTo>
                <a:lnTo>
                  <a:pt x="638175" y="333375"/>
                </a:lnTo>
                <a:lnTo>
                  <a:pt x="628650" y="333375"/>
                </a:lnTo>
                <a:lnTo>
                  <a:pt x="628650" y="342900"/>
                </a:lnTo>
                <a:lnTo>
                  <a:pt x="609600" y="342900"/>
                </a:lnTo>
                <a:close/>
                <a:moveTo>
                  <a:pt x="1095375" y="323850"/>
                </a:moveTo>
                <a:lnTo>
                  <a:pt x="1104900" y="323850"/>
                </a:lnTo>
                <a:lnTo>
                  <a:pt x="1104900" y="333375"/>
                </a:lnTo>
                <a:lnTo>
                  <a:pt x="1095375" y="333375"/>
                </a:lnTo>
                <a:close/>
                <a:moveTo>
                  <a:pt x="9525" y="333375"/>
                </a:moveTo>
                <a:lnTo>
                  <a:pt x="19050" y="333375"/>
                </a:lnTo>
                <a:lnTo>
                  <a:pt x="19050" y="342900"/>
                </a:lnTo>
                <a:lnTo>
                  <a:pt x="9525" y="342900"/>
                </a:lnTo>
                <a:close/>
                <a:moveTo>
                  <a:pt x="1057275" y="333375"/>
                </a:moveTo>
                <a:lnTo>
                  <a:pt x="1066800" y="333375"/>
                </a:lnTo>
                <a:lnTo>
                  <a:pt x="1066800" y="342900"/>
                </a:lnTo>
                <a:lnTo>
                  <a:pt x="1057275" y="342900"/>
                </a:lnTo>
                <a:close/>
                <a:moveTo>
                  <a:pt x="933450" y="342900"/>
                </a:moveTo>
                <a:lnTo>
                  <a:pt x="990600" y="342900"/>
                </a:lnTo>
                <a:lnTo>
                  <a:pt x="990600" y="352425"/>
                </a:lnTo>
                <a:lnTo>
                  <a:pt x="933450" y="352425"/>
                </a:lnTo>
                <a:close/>
                <a:moveTo>
                  <a:pt x="1000125" y="342900"/>
                </a:moveTo>
                <a:lnTo>
                  <a:pt x="1028700" y="342900"/>
                </a:lnTo>
                <a:lnTo>
                  <a:pt x="1028700" y="361950"/>
                </a:lnTo>
                <a:lnTo>
                  <a:pt x="1019175" y="361950"/>
                </a:lnTo>
                <a:lnTo>
                  <a:pt x="1019175" y="352425"/>
                </a:lnTo>
                <a:lnTo>
                  <a:pt x="1000125" y="352425"/>
                </a:lnTo>
                <a:close/>
                <a:moveTo>
                  <a:pt x="1133475" y="342900"/>
                </a:moveTo>
                <a:lnTo>
                  <a:pt x="1143000" y="342900"/>
                </a:lnTo>
                <a:lnTo>
                  <a:pt x="1143000" y="361950"/>
                </a:lnTo>
                <a:lnTo>
                  <a:pt x="1133475" y="361950"/>
                </a:lnTo>
                <a:close/>
                <a:moveTo>
                  <a:pt x="219075" y="352425"/>
                </a:moveTo>
                <a:lnTo>
                  <a:pt x="238125" y="352425"/>
                </a:lnTo>
                <a:lnTo>
                  <a:pt x="238125" y="371475"/>
                </a:lnTo>
                <a:lnTo>
                  <a:pt x="219075" y="371475"/>
                </a:lnTo>
                <a:close/>
                <a:moveTo>
                  <a:pt x="257175" y="352425"/>
                </a:moveTo>
                <a:lnTo>
                  <a:pt x="266700" y="352425"/>
                </a:lnTo>
                <a:lnTo>
                  <a:pt x="266700" y="371475"/>
                </a:lnTo>
                <a:lnTo>
                  <a:pt x="257175" y="371475"/>
                </a:lnTo>
                <a:close/>
                <a:moveTo>
                  <a:pt x="304800" y="352425"/>
                </a:moveTo>
                <a:lnTo>
                  <a:pt x="314325" y="352425"/>
                </a:lnTo>
                <a:lnTo>
                  <a:pt x="314325" y="361950"/>
                </a:lnTo>
                <a:lnTo>
                  <a:pt x="304800" y="361950"/>
                </a:lnTo>
                <a:close/>
                <a:moveTo>
                  <a:pt x="390525" y="352425"/>
                </a:moveTo>
                <a:lnTo>
                  <a:pt x="400050" y="352425"/>
                </a:lnTo>
                <a:lnTo>
                  <a:pt x="400050" y="361950"/>
                </a:lnTo>
                <a:lnTo>
                  <a:pt x="390525" y="361950"/>
                </a:lnTo>
                <a:close/>
                <a:moveTo>
                  <a:pt x="609600" y="352425"/>
                </a:moveTo>
                <a:lnTo>
                  <a:pt x="619125" y="352425"/>
                </a:lnTo>
                <a:lnTo>
                  <a:pt x="619125" y="361950"/>
                </a:lnTo>
                <a:lnTo>
                  <a:pt x="609600" y="361950"/>
                </a:lnTo>
                <a:close/>
                <a:moveTo>
                  <a:pt x="885825" y="352425"/>
                </a:moveTo>
                <a:lnTo>
                  <a:pt x="895350" y="352425"/>
                </a:lnTo>
                <a:lnTo>
                  <a:pt x="895350" y="371475"/>
                </a:lnTo>
                <a:lnTo>
                  <a:pt x="923925" y="371475"/>
                </a:lnTo>
                <a:lnTo>
                  <a:pt x="923925" y="381000"/>
                </a:lnTo>
                <a:lnTo>
                  <a:pt x="895350" y="381000"/>
                </a:lnTo>
                <a:lnTo>
                  <a:pt x="895350" y="390525"/>
                </a:lnTo>
                <a:lnTo>
                  <a:pt x="876300" y="390525"/>
                </a:lnTo>
                <a:lnTo>
                  <a:pt x="876300" y="371475"/>
                </a:lnTo>
                <a:lnTo>
                  <a:pt x="885825" y="371475"/>
                </a:lnTo>
                <a:close/>
                <a:moveTo>
                  <a:pt x="0" y="361950"/>
                </a:moveTo>
                <a:lnTo>
                  <a:pt x="9525" y="361950"/>
                </a:lnTo>
                <a:lnTo>
                  <a:pt x="9525" y="371475"/>
                </a:lnTo>
                <a:lnTo>
                  <a:pt x="0" y="371475"/>
                </a:lnTo>
                <a:close/>
                <a:moveTo>
                  <a:pt x="285750" y="361950"/>
                </a:moveTo>
                <a:lnTo>
                  <a:pt x="304800" y="361950"/>
                </a:lnTo>
                <a:lnTo>
                  <a:pt x="304800" y="371475"/>
                </a:lnTo>
                <a:lnTo>
                  <a:pt x="285750" y="371475"/>
                </a:lnTo>
                <a:close/>
                <a:moveTo>
                  <a:pt x="400050" y="361950"/>
                </a:moveTo>
                <a:lnTo>
                  <a:pt x="409575" y="361950"/>
                </a:lnTo>
                <a:lnTo>
                  <a:pt x="409575" y="371475"/>
                </a:lnTo>
                <a:lnTo>
                  <a:pt x="400050" y="371475"/>
                </a:lnTo>
                <a:close/>
                <a:moveTo>
                  <a:pt x="1171575" y="361950"/>
                </a:moveTo>
                <a:lnTo>
                  <a:pt x="1181100" y="361950"/>
                </a:lnTo>
                <a:lnTo>
                  <a:pt x="1181100" y="371475"/>
                </a:lnTo>
                <a:lnTo>
                  <a:pt x="1171575" y="371475"/>
                </a:lnTo>
                <a:close/>
                <a:moveTo>
                  <a:pt x="161925" y="371475"/>
                </a:moveTo>
                <a:lnTo>
                  <a:pt x="180975" y="371475"/>
                </a:lnTo>
                <a:lnTo>
                  <a:pt x="180975" y="381000"/>
                </a:lnTo>
                <a:lnTo>
                  <a:pt x="161925" y="381000"/>
                </a:lnTo>
                <a:close/>
                <a:moveTo>
                  <a:pt x="314325" y="371475"/>
                </a:moveTo>
                <a:lnTo>
                  <a:pt x="323850" y="371475"/>
                </a:lnTo>
                <a:lnTo>
                  <a:pt x="323850" y="381000"/>
                </a:lnTo>
                <a:lnTo>
                  <a:pt x="314325" y="381000"/>
                </a:lnTo>
                <a:close/>
                <a:moveTo>
                  <a:pt x="381000" y="371475"/>
                </a:moveTo>
                <a:lnTo>
                  <a:pt x="390525" y="371475"/>
                </a:lnTo>
                <a:lnTo>
                  <a:pt x="390525" y="381000"/>
                </a:lnTo>
                <a:lnTo>
                  <a:pt x="381000" y="381000"/>
                </a:lnTo>
                <a:close/>
                <a:moveTo>
                  <a:pt x="781050" y="371475"/>
                </a:moveTo>
                <a:lnTo>
                  <a:pt x="800100" y="371475"/>
                </a:lnTo>
                <a:lnTo>
                  <a:pt x="800100" y="381000"/>
                </a:lnTo>
                <a:lnTo>
                  <a:pt x="781050" y="381000"/>
                </a:lnTo>
                <a:close/>
                <a:moveTo>
                  <a:pt x="1123950" y="371475"/>
                </a:moveTo>
                <a:lnTo>
                  <a:pt x="1133475" y="371475"/>
                </a:lnTo>
                <a:lnTo>
                  <a:pt x="1133475" y="390525"/>
                </a:lnTo>
                <a:lnTo>
                  <a:pt x="1123950" y="390525"/>
                </a:lnTo>
                <a:close/>
                <a:moveTo>
                  <a:pt x="1181100" y="371475"/>
                </a:moveTo>
                <a:lnTo>
                  <a:pt x="1200150" y="371475"/>
                </a:lnTo>
                <a:lnTo>
                  <a:pt x="1200150" y="381000"/>
                </a:lnTo>
                <a:lnTo>
                  <a:pt x="1181100" y="381000"/>
                </a:lnTo>
                <a:close/>
                <a:moveTo>
                  <a:pt x="771525" y="381000"/>
                </a:moveTo>
                <a:lnTo>
                  <a:pt x="781050" y="381000"/>
                </a:lnTo>
                <a:lnTo>
                  <a:pt x="781050" y="390525"/>
                </a:lnTo>
                <a:lnTo>
                  <a:pt x="771525" y="390525"/>
                </a:lnTo>
                <a:close/>
                <a:moveTo>
                  <a:pt x="47625" y="390525"/>
                </a:moveTo>
                <a:lnTo>
                  <a:pt x="66675" y="390525"/>
                </a:lnTo>
                <a:lnTo>
                  <a:pt x="66675" y="400050"/>
                </a:lnTo>
                <a:lnTo>
                  <a:pt x="57150" y="400050"/>
                </a:lnTo>
                <a:lnTo>
                  <a:pt x="57150" y="419100"/>
                </a:lnTo>
                <a:lnTo>
                  <a:pt x="76200" y="419100"/>
                </a:lnTo>
                <a:lnTo>
                  <a:pt x="76200" y="428625"/>
                </a:lnTo>
                <a:lnTo>
                  <a:pt x="85725" y="428625"/>
                </a:lnTo>
                <a:lnTo>
                  <a:pt x="85725" y="457200"/>
                </a:lnTo>
                <a:lnTo>
                  <a:pt x="66675" y="457200"/>
                </a:lnTo>
                <a:lnTo>
                  <a:pt x="66675" y="447675"/>
                </a:lnTo>
                <a:lnTo>
                  <a:pt x="57150" y="447675"/>
                </a:lnTo>
                <a:lnTo>
                  <a:pt x="57150" y="438150"/>
                </a:lnTo>
                <a:lnTo>
                  <a:pt x="47625" y="438150"/>
                </a:lnTo>
                <a:lnTo>
                  <a:pt x="47625" y="428625"/>
                </a:lnTo>
                <a:lnTo>
                  <a:pt x="38100" y="428625"/>
                </a:lnTo>
                <a:lnTo>
                  <a:pt x="38100" y="409575"/>
                </a:lnTo>
                <a:lnTo>
                  <a:pt x="47625" y="409575"/>
                </a:lnTo>
                <a:close/>
                <a:moveTo>
                  <a:pt x="762000" y="390525"/>
                </a:moveTo>
                <a:lnTo>
                  <a:pt x="771525" y="390525"/>
                </a:lnTo>
                <a:lnTo>
                  <a:pt x="771525" y="400050"/>
                </a:lnTo>
                <a:lnTo>
                  <a:pt x="762000" y="400050"/>
                </a:lnTo>
                <a:close/>
                <a:moveTo>
                  <a:pt x="866775" y="390525"/>
                </a:moveTo>
                <a:lnTo>
                  <a:pt x="876300" y="390525"/>
                </a:lnTo>
                <a:lnTo>
                  <a:pt x="876300" y="400050"/>
                </a:lnTo>
                <a:lnTo>
                  <a:pt x="866775" y="400050"/>
                </a:lnTo>
                <a:close/>
                <a:moveTo>
                  <a:pt x="904875" y="390525"/>
                </a:moveTo>
                <a:lnTo>
                  <a:pt x="914400" y="390525"/>
                </a:lnTo>
                <a:lnTo>
                  <a:pt x="914400" y="400050"/>
                </a:lnTo>
                <a:lnTo>
                  <a:pt x="904875" y="400050"/>
                </a:lnTo>
                <a:close/>
                <a:moveTo>
                  <a:pt x="1009650" y="390525"/>
                </a:moveTo>
                <a:lnTo>
                  <a:pt x="1019175" y="390525"/>
                </a:lnTo>
                <a:lnTo>
                  <a:pt x="1019175" y="400050"/>
                </a:lnTo>
                <a:lnTo>
                  <a:pt x="1038225" y="400050"/>
                </a:lnTo>
                <a:lnTo>
                  <a:pt x="1038225" y="409575"/>
                </a:lnTo>
                <a:lnTo>
                  <a:pt x="1009650" y="409575"/>
                </a:lnTo>
                <a:close/>
                <a:moveTo>
                  <a:pt x="857250" y="400050"/>
                </a:moveTo>
                <a:lnTo>
                  <a:pt x="866775" y="400050"/>
                </a:lnTo>
                <a:lnTo>
                  <a:pt x="866775" y="419100"/>
                </a:lnTo>
                <a:lnTo>
                  <a:pt x="857250" y="419100"/>
                </a:lnTo>
                <a:close/>
                <a:moveTo>
                  <a:pt x="819150" y="419100"/>
                </a:moveTo>
                <a:lnTo>
                  <a:pt x="828675" y="419100"/>
                </a:lnTo>
                <a:lnTo>
                  <a:pt x="828675" y="438150"/>
                </a:lnTo>
                <a:lnTo>
                  <a:pt x="819150" y="438150"/>
                </a:lnTo>
                <a:close/>
                <a:moveTo>
                  <a:pt x="1123950" y="419100"/>
                </a:moveTo>
                <a:lnTo>
                  <a:pt x="1133475" y="419100"/>
                </a:lnTo>
                <a:lnTo>
                  <a:pt x="1133475" y="428625"/>
                </a:lnTo>
                <a:lnTo>
                  <a:pt x="1123950" y="428625"/>
                </a:lnTo>
                <a:close/>
                <a:moveTo>
                  <a:pt x="38100" y="438150"/>
                </a:moveTo>
                <a:lnTo>
                  <a:pt x="47625" y="438150"/>
                </a:lnTo>
                <a:lnTo>
                  <a:pt x="47625" y="447675"/>
                </a:lnTo>
                <a:lnTo>
                  <a:pt x="38100" y="447675"/>
                </a:lnTo>
                <a:close/>
                <a:moveTo>
                  <a:pt x="657225" y="438150"/>
                </a:moveTo>
                <a:lnTo>
                  <a:pt x="676275" y="438150"/>
                </a:lnTo>
                <a:lnTo>
                  <a:pt x="676275" y="447675"/>
                </a:lnTo>
                <a:lnTo>
                  <a:pt x="657225" y="447675"/>
                </a:lnTo>
                <a:close/>
                <a:moveTo>
                  <a:pt x="838200" y="438150"/>
                </a:moveTo>
                <a:lnTo>
                  <a:pt x="857250" y="438150"/>
                </a:lnTo>
                <a:lnTo>
                  <a:pt x="857250" y="447675"/>
                </a:lnTo>
                <a:lnTo>
                  <a:pt x="838200" y="447675"/>
                </a:lnTo>
                <a:close/>
                <a:moveTo>
                  <a:pt x="647700" y="447675"/>
                </a:moveTo>
                <a:lnTo>
                  <a:pt x="657225" y="447675"/>
                </a:lnTo>
                <a:lnTo>
                  <a:pt x="657225" y="457200"/>
                </a:lnTo>
                <a:lnTo>
                  <a:pt x="647700" y="457200"/>
                </a:lnTo>
                <a:close/>
                <a:moveTo>
                  <a:pt x="171450" y="457200"/>
                </a:moveTo>
                <a:lnTo>
                  <a:pt x="180975" y="457200"/>
                </a:lnTo>
                <a:lnTo>
                  <a:pt x="180975" y="466725"/>
                </a:lnTo>
                <a:lnTo>
                  <a:pt x="171450" y="466725"/>
                </a:lnTo>
                <a:close/>
                <a:moveTo>
                  <a:pt x="190500" y="457200"/>
                </a:moveTo>
                <a:lnTo>
                  <a:pt x="200025" y="457200"/>
                </a:lnTo>
                <a:lnTo>
                  <a:pt x="200025" y="466725"/>
                </a:lnTo>
                <a:lnTo>
                  <a:pt x="209550" y="466725"/>
                </a:lnTo>
                <a:lnTo>
                  <a:pt x="209550" y="476250"/>
                </a:lnTo>
                <a:lnTo>
                  <a:pt x="190500" y="476250"/>
                </a:lnTo>
                <a:close/>
                <a:moveTo>
                  <a:pt x="1028700" y="457200"/>
                </a:moveTo>
                <a:lnTo>
                  <a:pt x="1047750" y="457200"/>
                </a:lnTo>
                <a:lnTo>
                  <a:pt x="1047750" y="466725"/>
                </a:lnTo>
                <a:lnTo>
                  <a:pt x="1038225" y="466725"/>
                </a:lnTo>
                <a:lnTo>
                  <a:pt x="1038225" y="476250"/>
                </a:lnTo>
                <a:lnTo>
                  <a:pt x="1028700" y="476250"/>
                </a:lnTo>
                <a:close/>
                <a:moveTo>
                  <a:pt x="381000" y="466725"/>
                </a:moveTo>
                <a:lnTo>
                  <a:pt x="419100" y="466725"/>
                </a:lnTo>
                <a:lnTo>
                  <a:pt x="419100" y="476250"/>
                </a:lnTo>
                <a:lnTo>
                  <a:pt x="381000" y="476250"/>
                </a:lnTo>
                <a:close/>
                <a:moveTo>
                  <a:pt x="438150" y="466725"/>
                </a:moveTo>
                <a:lnTo>
                  <a:pt x="447675" y="466725"/>
                </a:lnTo>
                <a:lnTo>
                  <a:pt x="447675" y="476250"/>
                </a:lnTo>
                <a:lnTo>
                  <a:pt x="438150" y="476250"/>
                </a:lnTo>
                <a:close/>
                <a:moveTo>
                  <a:pt x="1162050" y="466725"/>
                </a:moveTo>
                <a:lnTo>
                  <a:pt x="1181100" y="466725"/>
                </a:lnTo>
                <a:lnTo>
                  <a:pt x="1181100" y="476250"/>
                </a:lnTo>
                <a:lnTo>
                  <a:pt x="1162050" y="476250"/>
                </a:lnTo>
                <a:close/>
                <a:moveTo>
                  <a:pt x="600075" y="485775"/>
                </a:moveTo>
                <a:lnTo>
                  <a:pt x="619125" y="485775"/>
                </a:lnTo>
                <a:lnTo>
                  <a:pt x="619125" y="495300"/>
                </a:lnTo>
                <a:lnTo>
                  <a:pt x="600075" y="495300"/>
                </a:lnTo>
                <a:close/>
                <a:moveTo>
                  <a:pt x="695325" y="485775"/>
                </a:moveTo>
                <a:lnTo>
                  <a:pt x="723900" y="485775"/>
                </a:lnTo>
                <a:lnTo>
                  <a:pt x="723900" y="495300"/>
                </a:lnTo>
                <a:lnTo>
                  <a:pt x="704850" y="495300"/>
                </a:lnTo>
                <a:lnTo>
                  <a:pt x="704850" y="504825"/>
                </a:lnTo>
                <a:lnTo>
                  <a:pt x="695325" y="504825"/>
                </a:lnTo>
                <a:lnTo>
                  <a:pt x="695325" y="514350"/>
                </a:lnTo>
                <a:lnTo>
                  <a:pt x="676275" y="514350"/>
                </a:lnTo>
                <a:lnTo>
                  <a:pt x="676275" y="495300"/>
                </a:lnTo>
                <a:lnTo>
                  <a:pt x="695325" y="495300"/>
                </a:lnTo>
                <a:close/>
                <a:moveTo>
                  <a:pt x="285750" y="504825"/>
                </a:moveTo>
                <a:lnTo>
                  <a:pt x="295275" y="504825"/>
                </a:lnTo>
                <a:lnTo>
                  <a:pt x="295275" y="514350"/>
                </a:lnTo>
                <a:lnTo>
                  <a:pt x="285750" y="514350"/>
                </a:lnTo>
                <a:close/>
                <a:moveTo>
                  <a:pt x="590550" y="504825"/>
                </a:moveTo>
                <a:lnTo>
                  <a:pt x="600075" y="504825"/>
                </a:lnTo>
                <a:lnTo>
                  <a:pt x="600075" y="552450"/>
                </a:lnTo>
                <a:lnTo>
                  <a:pt x="609600" y="552450"/>
                </a:lnTo>
                <a:lnTo>
                  <a:pt x="609600" y="561975"/>
                </a:lnTo>
                <a:lnTo>
                  <a:pt x="619125" y="561975"/>
                </a:lnTo>
                <a:lnTo>
                  <a:pt x="619125" y="571500"/>
                </a:lnTo>
                <a:lnTo>
                  <a:pt x="638175" y="571500"/>
                </a:lnTo>
                <a:lnTo>
                  <a:pt x="638175" y="581025"/>
                </a:lnTo>
                <a:lnTo>
                  <a:pt x="609600" y="581025"/>
                </a:lnTo>
                <a:lnTo>
                  <a:pt x="609600" y="571500"/>
                </a:lnTo>
                <a:lnTo>
                  <a:pt x="600075" y="571500"/>
                </a:lnTo>
                <a:lnTo>
                  <a:pt x="600075" y="561975"/>
                </a:lnTo>
                <a:lnTo>
                  <a:pt x="590550" y="561975"/>
                </a:lnTo>
                <a:lnTo>
                  <a:pt x="590550" y="542925"/>
                </a:lnTo>
                <a:lnTo>
                  <a:pt x="561975" y="542925"/>
                </a:lnTo>
                <a:lnTo>
                  <a:pt x="561975" y="533400"/>
                </a:lnTo>
                <a:lnTo>
                  <a:pt x="542925" y="533400"/>
                </a:lnTo>
                <a:lnTo>
                  <a:pt x="542925" y="514350"/>
                </a:lnTo>
                <a:lnTo>
                  <a:pt x="590550" y="514350"/>
                </a:lnTo>
                <a:close/>
                <a:moveTo>
                  <a:pt x="1104900" y="504825"/>
                </a:moveTo>
                <a:lnTo>
                  <a:pt x="1123950" y="504825"/>
                </a:lnTo>
                <a:lnTo>
                  <a:pt x="1123950" y="523875"/>
                </a:lnTo>
                <a:lnTo>
                  <a:pt x="1114425" y="523875"/>
                </a:lnTo>
                <a:lnTo>
                  <a:pt x="1114425" y="533400"/>
                </a:lnTo>
                <a:lnTo>
                  <a:pt x="1123950" y="533400"/>
                </a:lnTo>
                <a:lnTo>
                  <a:pt x="1123950" y="561975"/>
                </a:lnTo>
                <a:lnTo>
                  <a:pt x="1104900" y="561975"/>
                </a:lnTo>
                <a:lnTo>
                  <a:pt x="1104900" y="552450"/>
                </a:lnTo>
                <a:lnTo>
                  <a:pt x="1095375" y="552450"/>
                </a:lnTo>
                <a:lnTo>
                  <a:pt x="1095375" y="514350"/>
                </a:lnTo>
                <a:lnTo>
                  <a:pt x="1104900" y="514350"/>
                </a:lnTo>
                <a:close/>
                <a:moveTo>
                  <a:pt x="190500" y="514350"/>
                </a:moveTo>
                <a:lnTo>
                  <a:pt x="200025" y="514350"/>
                </a:lnTo>
                <a:lnTo>
                  <a:pt x="200025" y="552450"/>
                </a:lnTo>
                <a:lnTo>
                  <a:pt x="190500" y="552450"/>
                </a:lnTo>
                <a:close/>
                <a:moveTo>
                  <a:pt x="523875" y="514350"/>
                </a:moveTo>
                <a:lnTo>
                  <a:pt x="533400" y="514350"/>
                </a:lnTo>
                <a:lnTo>
                  <a:pt x="533400" y="552450"/>
                </a:lnTo>
                <a:lnTo>
                  <a:pt x="523875" y="552450"/>
                </a:lnTo>
                <a:close/>
                <a:moveTo>
                  <a:pt x="666750" y="514350"/>
                </a:moveTo>
                <a:lnTo>
                  <a:pt x="676275" y="514350"/>
                </a:lnTo>
                <a:lnTo>
                  <a:pt x="676275" y="523875"/>
                </a:lnTo>
                <a:lnTo>
                  <a:pt x="666750" y="523875"/>
                </a:lnTo>
                <a:close/>
                <a:moveTo>
                  <a:pt x="438150" y="523875"/>
                </a:moveTo>
                <a:lnTo>
                  <a:pt x="447675" y="523875"/>
                </a:lnTo>
                <a:lnTo>
                  <a:pt x="447675" y="533400"/>
                </a:lnTo>
                <a:lnTo>
                  <a:pt x="438150" y="533400"/>
                </a:lnTo>
                <a:close/>
                <a:moveTo>
                  <a:pt x="609600" y="523875"/>
                </a:moveTo>
                <a:lnTo>
                  <a:pt x="619125" y="523875"/>
                </a:lnTo>
                <a:lnTo>
                  <a:pt x="619125" y="533400"/>
                </a:lnTo>
                <a:lnTo>
                  <a:pt x="609600" y="533400"/>
                </a:lnTo>
                <a:close/>
                <a:moveTo>
                  <a:pt x="657225" y="523875"/>
                </a:moveTo>
                <a:lnTo>
                  <a:pt x="666750" y="523875"/>
                </a:lnTo>
                <a:lnTo>
                  <a:pt x="666750" y="533400"/>
                </a:lnTo>
                <a:lnTo>
                  <a:pt x="657225" y="533400"/>
                </a:lnTo>
                <a:close/>
                <a:moveTo>
                  <a:pt x="876300" y="523875"/>
                </a:moveTo>
                <a:lnTo>
                  <a:pt x="885825" y="523875"/>
                </a:lnTo>
                <a:lnTo>
                  <a:pt x="885825" y="533400"/>
                </a:lnTo>
                <a:lnTo>
                  <a:pt x="876300" y="533400"/>
                </a:lnTo>
                <a:close/>
                <a:moveTo>
                  <a:pt x="866775" y="533400"/>
                </a:moveTo>
                <a:lnTo>
                  <a:pt x="876300" y="533400"/>
                </a:lnTo>
                <a:lnTo>
                  <a:pt x="876300" y="542925"/>
                </a:lnTo>
                <a:lnTo>
                  <a:pt x="885825" y="542925"/>
                </a:lnTo>
                <a:lnTo>
                  <a:pt x="885825" y="552450"/>
                </a:lnTo>
                <a:lnTo>
                  <a:pt x="866775" y="552450"/>
                </a:lnTo>
                <a:close/>
                <a:moveTo>
                  <a:pt x="923925" y="533400"/>
                </a:moveTo>
                <a:lnTo>
                  <a:pt x="933450" y="533400"/>
                </a:lnTo>
                <a:lnTo>
                  <a:pt x="933450" y="542925"/>
                </a:lnTo>
                <a:lnTo>
                  <a:pt x="923925" y="542925"/>
                </a:lnTo>
                <a:close/>
                <a:moveTo>
                  <a:pt x="295275" y="542925"/>
                </a:moveTo>
                <a:lnTo>
                  <a:pt x="304800" y="542925"/>
                </a:lnTo>
                <a:lnTo>
                  <a:pt x="304800" y="552450"/>
                </a:lnTo>
                <a:lnTo>
                  <a:pt x="295275" y="552450"/>
                </a:lnTo>
                <a:close/>
                <a:moveTo>
                  <a:pt x="542925" y="542925"/>
                </a:moveTo>
                <a:lnTo>
                  <a:pt x="561975" y="542925"/>
                </a:lnTo>
                <a:lnTo>
                  <a:pt x="561975" y="552450"/>
                </a:lnTo>
                <a:lnTo>
                  <a:pt x="542925" y="552450"/>
                </a:lnTo>
                <a:close/>
                <a:moveTo>
                  <a:pt x="447675" y="552450"/>
                </a:moveTo>
                <a:lnTo>
                  <a:pt x="457200" y="552450"/>
                </a:lnTo>
                <a:lnTo>
                  <a:pt x="457200" y="561975"/>
                </a:lnTo>
                <a:lnTo>
                  <a:pt x="447675" y="561975"/>
                </a:lnTo>
                <a:close/>
                <a:moveTo>
                  <a:pt x="533400" y="552450"/>
                </a:moveTo>
                <a:lnTo>
                  <a:pt x="542925" y="552450"/>
                </a:lnTo>
                <a:lnTo>
                  <a:pt x="542925" y="561975"/>
                </a:lnTo>
                <a:lnTo>
                  <a:pt x="533400" y="561975"/>
                </a:lnTo>
                <a:close/>
                <a:moveTo>
                  <a:pt x="857250" y="552450"/>
                </a:moveTo>
                <a:lnTo>
                  <a:pt x="866775" y="552450"/>
                </a:lnTo>
                <a:lnTo>
                  <a:pt x="866775" y="561975"/>
                </a:lnTo>
                <a:lnTo>
                  <a:pt x="857250" y="561975"/>
                </a:lnTo>
                <a:close/>
                <a:moveTo>
                  <a:pt x="438150" y="561975"/>
                </a:moveTo>
                <a:lnTo>
                  <a:pt x="447675" y="561975"/>
                </a:lnTo>
                <a:lnTo>
                  <a:pt x="447675" y="571500"/>
                </a:lnTo>
                <a:lnTo>
                  <a:pt x="438150" y="571500"/>
                </a:lnTo>
                <a:close/>
                <a:moveTo>
                  <a:pt x="285750" y="571500"/>
                </a:moveTo>
                <a:lnTo>
                  <a:pt x="304800" y="571500"/>
                </a:lnTo>
                <a:lnTo>
                  <a:pt x="304800" y="581025"/>
                </a:lnTo>
                <a:lnTo>
                  <a:pt x="285750" y="581025"/>
                </a:lnTo>
                <a:close/>
                <a:moveTo>
                  <a:pt x="0" y="581025"/>
                </a:moveTo>
                <a:lnTo>
                  <a:pt x="19050" y="581025"/>
                </a:lnTo>
                <a:lnTo>
                  <a:pt x="19050" y="600075"/>
                </a:lnTo>
                <a:lnTo>
                  <a:pt x="38100" y="600075"/>
                </a:lnTo>
                <a:lnTo>
                  <a:pt x="38100" y="590550"/>
                </a:lnTo>
                <a:lnTo>
                  <a:pt x="57150" y="590550"/>
                </a:lnTo>
                <a:lnTo>
                  <a:pt x="57150" y="619125"/>
                </a:lnTo>
                <a:lnTo>
                  <a:pt x="47625" y="619125"/>
                </a:lnTo>
                <a:lnTo>
                  <a:pt x="47625" y="628650"/>
                </a:lnTo>
                <a:lnTo>
                  <a:pt x="38100" y="628650"/>
                </a:lnTo>
                <a:lnTo>
                  <a:pt x="38100" y="609600"/>
                </a:lnTo>
                <a:lnTo>
                  <a:pt x="9525" y="609600"/>
                </a:lnTo>
                <a:lnTo>
                  <a:pt x="9525" y="600075"/>
                </a:lnTo>
                <a:lnTo>
                  <a:pt x="0" y="600075"/>
                </a:lnTo>
                <a:close/>
                <a:moveTo>
                  <a:pt x="895350" y="581025"/>
                </a:moveTo>
                <a:lnTo>
                  <a:pt x="904875" y="581025"/>
                </a:lnTo>
                <a:lnTo>
                  <a:pt x="904875" y="590550"/>
                </a:lnTo>
                <a:lnTo>
                  <a:pt x="895350" y="590550"/>
                </a:lnTo>
                <a:close/>
                <a:moveTo>
                  <a:pt x="1095375" y="581025"/>
                </a:moveTo>
                <a:lnTo>
                  <a:pt x="1104900" y="581025"/>
                </a:lnTo>
                <a:lnTo>
                  <a:pt x="1104900" y="590550"/>
                </a:lnTo>
                <a:lnTo>
                  <a:pt x="1095375" y="590550"/>
                </a:lnTo>
                <a:close/>
                <a:moveTo>
                  <a:pt x="1200150" y="590550"/>
                </a:moveTo>
                <a:lnTo>
                  <a:pt x="1209675" y="590550"/>
                </a:lnTo>
                <a:lnTo>
                  <a:pt x="1209675" y="600075"/>
                </a:lnTo>
                <a:lnTo>
                  <a:pt x="1200150" y="600075"/>
                </a:lnTo>
                <a:close/>
                <a:moveTo>
                  <a:pt x="657225" y="600075"/>
                </a:moveTo>
                <a:lnTo>
                  <a:pt x="676275" y="600075"/>
                </a:lnTo>
                <a:lnTo>
                  <a:pt x="676275" y="609600"/>
                </a:lnTo>
                <a:lnTo>
                  <a:pt x="657225" y="609600"/>
                </a:lnTo>
                <a:close/>
                <a:moveTo>
                  <a:pt x="933450" y="600075"/>
                </a:moveTo>
                <a:lnTo>
                  <a:pt x="962025" y="600075"/>
                </a:lnTo>
                <a:lnTo>
                  <a:pt x="962025" y="609600"/>
                </a:lnTo>
                <a:lnTo>
                  <a:pt x="942975" y="609600"/>
                </a:lnTo>
                <a:lnTo>
                  <a:pt x="942975" y="628650"/>
                </a:lnTo>
                <a:lnTo>
                  <a:pt x="933450" y="628650"/>
                </a:lnTo>
                <a:lnTo>
                  <a:pt x="933450" y="619125"/>
                </a:lnTo>
                <a:lnTo>
                  <a:pt x="914400" y="619125"/>
                </a:lnTo>
                <a:lnTo>
                  <a:pt x="914400" y="609600"/>
                </a:lnTo>
                <a:lnTo>
                  <a:pt x="933450" y="609600"/>
                </a:lnTo>
                <a:close/>
                <a:moveTo>
                  <a:pt x="676275" y="609600"/>
                </a:moveTo>
                <a:lnTo>
                  <a:pt x="695325" y="609600"/>
                </a:lnTo>
                <a:lnTo>
                  <a:pt x="695325" y="628650"/>
                </a:lnTo>
                <a:lnTo>
                  <a:pt x="685800" y="628650"/>
                </a:lnTo>
                <a:lnTo>
                  <a:pt x="685800" y="638175"/>
                </a:lnTo>
                <a:lnTo>
                  <a:pt x="666750" y="638175"/>
                </a:lnTo>
                <a:lnTo>
                  <a:pt x="666750" y="619125"/>
                </a:lnTo>
                <a:lnTo>
                  <a:pt x="676275" y="619125"/>
                </a:lnTo>
                <a:close/>
                <a:moveTo>
                  <a:pt x="809625" y="609600"/>
                </a:moveTo>
                <a:lnTo>
                  <a:pt x="819150" y="609600"/>
                </a:lnTo>
                <a:lnTo>
                  <a:pt x="819150" y="619125"/>
                </a:lnTo>
                <a:lnTo>
                  <a:pt x="809625" y="619125"/>
                </a:lnTo>
                <a:close/>
                <a:moveTo>
                  <a:pt x="276225" y="628650"/>
                </a:moveTo>
                <a:lnTo>
                  <a:pt x="295275" y="628650"/>
                </a:lnTo>
                <a:lnTo>
                  <a:pt x="295275" y="638175"/>
                </a:lnTo>
                <a:lnTo>
                  <a:pt x="276225" y="638175"/>
                </a:lnTo>
                <a:close/>
                <a:moveTo>
                  <a:pt x="314325" y="628650"/>
                </a:moveTo>
                <a:lnTo>
                  <a:pt x="342900" y="628650"/>
                </a:lnTo>
                <a:lnTo>
                  <a:pt x="342900" y="638175"/>
                </a:lnTo>
                <a:lnTo>
                  <a:pt x="314325" y="638175"/>
                </a:lnTo>
                <a:close/>
                <a:moveTo>
                  <a:pt x="1085850" y="638175"/>
                </a:moveTo>
                <a:lnTo>
                  <a:pt x="1095375" y="638175"/>
                </a:lnTo>
                <a:lnTo>
                  <a:pt x="1095375" y="647700"/>
                </a:lnTo>
                <a:lnTo>
                  <a:pt x="1104900" y="647700"/>
                </a:lnTo>
                <a:lnTo>
                  <a:pt x="1104900" y="657225"/>
                </a:lnTo>
                <a:lnTo>
                  <a:pt x="1114425" y="657225"/>
                </a:lnTo>
                <a:lnTo>
                  <a:pt x="1114425" y="666750"/>
                </a:lnTo>
                <a:lnTo>
                  <a:pt x="1095375" y="666750"/>
                </a:lnTo>
                <a:lnTo>
                  <a:pt x="1095375" y="657225"/>
                </a:lnTo>
                <a:lnTo>
                  <a:pt x="1085850" y="657225"/>
                </a:lnTo>
                <a:close/>
                <a:moveTo>
                  <a:pt x="104775" y="647700"/>
                </a:moveTo>
                <a:lnTo>
                  <a:pt x="114300" y="647700"/>
                </a:lnTo>
                <a:lnTo>
                  <a:pt x="114300" y="657225"/>
                </a:lnTo>
                <a:lnTo>
                  <a:pt x="104775" y="657225"/>
                </a:lnTo>
                <a:close/>
                <a:moveTo>
                  <a:pt x="904875" y="647700"/>
                </a:moveTo>
                <a:lnTo>
                  <a:pt x="923925" y="647700"/>
                </a:lnTo>
                <a:lnTo>
                  <a:pt x="923925" y="657225"/>
                </a:lnTo>
                <a:lnTo>
                  <a:pt x="904875" y="657225"/>
                </a:lnTo>
                <a:close/>
                <a:moveTo>
                  <a:pt x="466725" y="657225"/>
                </a:moveTo>
                <a:lnTo>
                  <a:pt x="485775" y="657225"/>
                </a:lnTo>
                <a:lnTo>
                  <a:pt x="485775" y="666750"/>
                </a:lnTo>
                <a:lnTo>
                  <a:pt x="466725" y="666750"/>
                </a:lnTo>
                <a:close/>
                <a:moveTo>
                  <a:pt x="771525" y="657225"/>
                </a:moveTo>
                <a:lnTo>
                  <a:pt x="781050" y="657225"/>
                </a:lnTo>
                <a:lnTo>
                  <a:pt x="781050" y="676275"/>
                </a:lnTo>
                <a:lnTo>
                  <a:pt x="771525" y="676275"/>
                </a:lnTo>
                <a:close/>
                <a:moveTo>
                  <a:pt x="895350" y="657225"/>
                </a:moveTo>
                <a:lnTo>
                  <a:pt x="904875" y="657225"/>
                </a:lnTo>
                <a:lnTo>
                  <a:pt x="904875" y="666750"/>
                </a:lnTo>
                <a:lnTo>
                  <a:pt x="895350" y="666750"/>
                </a:lnTo>
                <a:close/>
                <a:moveTo>
                  <a:pt x="142875" y="666750"/>
                </a:moveTo>
                <a:lnTo>
                  <a:pt x="152400" y="666750"/>
                </a:lnTo>
                <a:lnTo>
                  <a:pt x="152400" y="685800"/>
                </a:lnTo>
                <a:lnTo>
                  <a:pt x="161925" y="685800"/>
                </a:lnTo>
                <a:lnTo>
                  <a:pt x="161925" y="695325"/>
                </a:lnTo>
                <a:lnTo>
                  <a:pt x="142875" y="695325"/>
                </a:lnTo>
                <a:close/>
                <a:moveTo>
                  <a:pt x="438150" y="666750"/>
                </a:moveTo>
                <a:lnTo>
                  <a:pt x="447675" y="666750"/>
                </a:lnTo>
                <a:lnTo>
                  <a:pt x="447675" y="685800"/>
                </a:lnTo>
                <a:lnTo>
                  <a:pt x="428625" y="685800"/>
                </a:lnTo>
                <a:lnTo>
                  <a:pt x="428625" y="676275"/>
                </a:lnTo>
                <a:lnTo>
                  <a:pt x="438150" y="676275"/>
                </a:lnTo>
                <a:close/>
                <a:moveTo>
                  <a:pt x="504825" y="676275"/>
                </a:moveTo>
                <a:lnTo>
                  <a:pt x="514350" y="676275"/>
                </a:lnTo>
                <a:lnTo>
                  <a:pt x="514350" y="685800"/>
                </a:lnTo>
                <a:lnTo>
                  <a:pt x="523875" y="685800"/>
                </a:lnTo>
                <a:lnTo>
                  <a:pt x="523875" y="704850"/>
                </a:lnTo>
                <a:lnTo>
                  <a:pt x="533400" y="704850"/>
                </a:lnTo>
                <a:lnTo>
                  <a:pt x="533400" y="714375"/>
                </a:lnTo>
                <a:lnTo>
                  <a:pt x="514350" y="714375"/>
                </a:lnTo>
                <a:lnTo>
                  <a:pt x="514350" y="704850"/>
                </a:lnTo>
                <a:lnTo>
                  <a:pt x="504825" y="704850"/>
                </a:lnTo>
                <a:close/>
                <a:moveTo>
                  <a:pt x="742950" y="685800"/>
                </a:moveTo>
                <a:lnTo>
                  <a:pt x="752475" y="685800"/>
                </a:lnTo>
                <a:lnTo>
                  <a:pt x="752475" y="704850"/>
                </a:lnTo>
                <a:lnTo>
                  <a:pt x="733425" y="704850"/>
                </a:lnTo>
                <a:lnTo>
                  <a:pt x="733425" y="695325"/>
                </a:lnTo>
                <a:lnTo>
                  <a:pt x="742950" y="695325"/>
                </a:lnTo>
                <a:close/>
                <a:moveTo>
                  <a:pt x="914400" y="685800"/>
                </a:moveTo>
                <a:lnTo>
                  <a:pt x="923925" y="685800"/>
                </a:lnTo>
                <a:lnTo>
                  <a:pt x="923925" y="695325"/>
                </a:lnTo>
                <a:lnTo>
                  <a:pt x="914400" y="695325"/>
                </a:lnTo>
                <a:close/>
                <a:moveTo>
                  <a:pt x="1000125" y="685800"/>
                </a:moveTo>
                <a:lnTo>
                  <a:pt x="1009650" y="685800"/>
                </a:lnTo>
                <a:lnTo>
                  <a:pt x="1009650" y="695325"/>
                </a:lnTo>
                <a:lnTo>
                  <a:pt x="1000125" y="695325"/>
                </a:lnTo>
                <a:close/>
                <a:moveTo>
                  <a:pt x="904875" y="695325"/>
                </a:moveTo>
                <a:lnTo>
                  <a:pt x="914400" y="695325"/>
                </a:lnTo>
                <a:lnTo>
                  <a:pt x="914400" y="704850"/>
                </a:lnTo>
                <a:lnTo>
                  <a:pt x="904875" y="704850"/>
                </a:lnTo>
                <a:close/>
                <a:moveTo>
                  <a:pt x="1009650" y="695325"/>
                </a:moveTo>
                <a:lnTo>
                  <a:pt x="1019175" y="695325"/>
                </a:lnTo>
                <a:lnTo>
                  <a:pt x="1019175" y="704850"/>
                </a:lnTo>
                <a:lnTo>
                  <a:pt x="1009650" y="704850"/>
                </a:lnTo>
                <a:close/>
                <a:moveTo>
                  <a:pt x="819150" y="704850"/>
                </a:moveTo>
                <a:lnTo>
                  <a:pt x="828675" y="704850"/>
                </a:lnTo>
                <a:lnTo>
                  <a:pt x="828675" y="714375"/>
                </a:lnTo>
                <a:lnTo>
                  <a:pt x="819150" y="714375"/>
                </a:lnTo>
                <a:close/>
                <a:moveTo>
                  <a:pt x="1057275" y="704850"/>
                </a:moveTo>
                <a:lnTo>
                  <a:pt x="1066800" y="704850"/>
                </a:lnTo>
                <a:lnTo>
                  <a:pt x="1066800" y="723900"/>
                </a:lnTo>
                <a:lnTo>
                  <a:pt x="1057275" y="723900"/>
                </a:lnTo>
                <a:close/>
                <a:moveTo>
                  <a:pt x="1076325" y="714375"/>
                </a:moveTo>
                <a:lnTo>
                  <a:pt x="1095375" y="714375"/>
                </a:lnTo>
                <a:lnTo>
                  <a:pt x="1095375" y="723900"/>
                </a:lnTo>
                <a:lnTo>
                  <a:pt x="1114425" y="723900"/>
                </a:lnTo>
                <a:lnTo>
                  <a:pt x="1114425" y="733425"/>
                </a:lnTo>
                <a:lnTo>
                  <a:pt x="1095375" y="733425"/>
                </a:lnTo>
                <a:lnTo>
                  <a:pt x="1095375" y="742950"/>
                </a:lnTo>
                <a:lnTo>
                  <a:pt x="1085850" y="742950"/>
                </a:lnTo>
                <a:lnTo>
                  <a:pt x="1085850" y="733425"/>
                </a:lnTo>
                <a:lnTo>
                  <a:pt x="1066800" y="733425"/>
                </a:lnTo>
                <a:lnTo>
                  <a:pt x="1066800" y="723900"/>
                </a:lnTo>
                <a:lnTo>
                  <a:pt x="1076325" y="723900"/>
                </a:lnTo>
                <a:close/>
                <a:moveTo>
                  <a:pt x="866775" y="723900"/>
                </a:moveTo>
                <a:lnTo>
                  <a:pt x="885825" y="723900"/>
                </a:lnTo>
                <a:lnTo>
                  <a:pt x="885825" y="733425"/>
                </a:lnTo>
                <a:lnTo>
                  <a:pt x="866775" y="733425"/>
                </a:lnTo>
                <a:close/>
                <a:moveTo>
                  <a:pt x="942975" y="733425"/>
                </a:moveTo>
                <a:lnTo>
                  <a:pt x="952500" y="733425"/>
                </a:lnTo>
                <a:lnTo>
                  <a:pt x="952500" y="752475"/>
                </a:lnTo>
                <a:lnTo>
                  <a:pt x="942975" y="752475"/>
                </a:lnTo>
                <a:close/>
                <a:moveTo>
                  <a:pt x="19050" y="742950"/>
                </a:moveTo>
                <a:lnTo>
                  <a:pt x="28575" y="742950"/>
                </a:lnTo>
                <a:lnTo>
                  <a:pt x="28575" y="752475"/>
                </a:lnTo>
                <a:lnTo>
                  <a:pt x="19050" y="752475"/>
                </a:lnTo>
                <a:close/>
                <a:moveTo>
                  <a:pt x="161925" y="742950"/>
                </a:moveTo>
                <a:lnTo>
                  <a:pt x="171450" y="742950"/>
                </a:lnTo>
                <a:lnTo>
                  <a:pt x="171450" y="752475"/>
                </a:lnTo>
                <a:lnTo>
                  <a:pt x="161925" y="752475"/>
                </a:lnTo>
                <a:close/>
                <a:moveTo>
                  <a:pt x="762000" y="742950"/>
                </a:moveTo>
                <a:lnTo>
                  <a:pt x="771525" y="742950"/>
                </a:lnTo>
                <a:lnTo>
                  <a:pt x="771525" y="752475"/>
                </a:lnTo>
                <a:lnTo>
                  <a:pt x="790575" y="752475"/>
                </a:lnTo>
                <a:lnTo>
                  <a:pt x="790575" y="762000"/>
                </a:lnTo>
                <a:lnTo>
                  <a:pt x="762000" y="762000"/>
                </a:lnTo>
                <a:close/>
                <a:moveTo>
                  <a:pt x="1181100" y="752475"/>
                </a:moveTo>
                <a:lnTo>
                  <a:pt x="1190625" y="752475"/>
                </a:lnTo>
                <a:lnTo>
                  <a:pt x="1190625" y="762000"/>
                </a:lnTo>
                <a:lnTo>
                  <a:pt x="1181100" y="762000"/>
                </a:lnTo>
                <a:close/>
                <a:moveTo>
                  <a:pt x="800100" y="762000"/>
                </a:moveTo>
                <a:lnTo>
                  <a:pt x="819150" y="762000"/>
                </a:lnTo>
                <a:lnTo>
                  <a:pt x="819150" y="771525"/>
                </a:lnTo>
                <a:lnTo>
                  <a:pt x="800100" y="771525"/>
                </a:lnTo>
                <a:close/>
                <a:moveTo>
                  <a:pt x="1162050" y="762000"/>
                </a:moveTo>
                <a:lnTo>
                  <a:pt x="1181100" y="762000"/>
                </a:lnTo>
                <a:lnTo>
                  <a:pt x="1181100" y="790575"/>
                </a:lnTo>
                <a:lnTo>
                  <a:pt x="1162050" y="790575"/>
                </a:lnTo>
                <a:close/>
                <a:moveTo>
                  <a:pt x="9525" y="771525"/>
                </a:moveTo>
                <a:lnTo>
                  <a:pt x="19050" y="771525"/>
                </a:lnTo>
                <a:lnTo>
                  <a:pt x="19050" y="781050"/>
                </a:lnTo>
                <a:lnTo>
                  <a:pt x="9525" y="781050"/>
                </a:lnTo>
                <a:close/>
                <a:moveTo>
                  <a:pt x="638175" y="781050"/>
                </a:moveTo>
                <a:lnTo>
                  <a:pt x="647700" y="781050"/>
                </a:lnTo>
                <a:lnTo>
                  <a:pt x="647700" y="790575"/>
                </a:lnTo>
                <a:lnTo>
                  <a:pt x="638175" y="790575"/>
                </a:lnTo>
                <a:close/>
                <a:moveTo>
                  <a:pt x="866775" y="781050"/>
                </a:moveTo>
                <a:lnTo>
                  <a:pt x="885825" y="781050"/>
                </a:lnTo>
                <a:lnTo>
                  <a:pt x="885825" y="790575"/>
                </a:lnTo>
                <a:lnTo>
                  <a:pt x="876300" y="790575"/>
                </a:lnTo>
                <a:lnTo>
                  <a:pt x="876300" y="800100"/>
                </a:lnTo>
                <a:lnTo>
                  <a:pt x="866775" y="800100"/>
                </a:lnTo>
                <a:close/>
                <a:moveTo>
                  <a:pt x="895350" y="800100"/>
                </a:moveTo>
                <a:lnTo>
                  <a:pt x="904875" y="800100"/>
                </a:lnTo>
                <a:lnTo>
                  <a:pt x="904875" y="809625"/>
                </a:lnTo>
                <a:lnTo>
                  <a:pt x="895350" y="809625"/>
                </a:lnTo>
                <a:close/>
                <a:moveTo>
                  <a:pt x="933450" y="800100"/>
                </a:moveTo>
                <a:lnTo>
                  <a:pt x="942975" y="800100"/>
                </a:lnTo>
                <a:lnTo>
                  <a:pt x="942975" y="809625"/>
                </a:lnTo>
                <a:lnTo>
                  <a:pt x="933450" y="809625"/>
                </a:lnTo>
                <a:close/>
                <a:moveTo>
                  <a:pt x="1104900" y="800100"/>
                </a:moveTo>
                <a:lnTo>
                  <a:pt x="1133475" y="800100"/>
                </a:lnTo>
                <a:lnTo>
                  <a:pt x="1133475" y="809625"/>
                </a:lnTo>
                <a:lnTo>
                  <a:pt x="1104900" y="809625"/>
                </a:lnTo>
                <a:close/>
                <a:moveTo>
                  <a:pt x="1152525" y="800100"/>
                </a:moveTo>
                <a:lnTo>
                  <a:pt x="1162050" y="800100"/>
                </a:lnTo>
                <a:lnTo>
                  <a:pt x="1162050" y="809625"/>
                </a:lnTo>
                <a:lnTo>
                  <a:pt x="1152525" y="809625"/>
                </a:lnTo>
                <a:close/>
              </a:path>
            </a:pathLst>
          </a:custGeom>
          <a:solidFill xmlns:a="http://schemas.openxmlformats.org/drawingml/2006/main">
            <a:srgbClr val="F9F9F5"/>
          </a:solidFill>
          <a:ln xmlns:a="http://schemas.openxmlformats.org/drawingml/2006/main" w="0">
            <a:noFill/>
          </a:ln>
        </p:spPr>
      </p:sp>
      <p:sp>
        <p:nvSpPr>
          <p:cNvPr id="182" name="v20 vector #f9f9f4">
            <a:extLst xmlns:a="http://schemas.openxmlformats.org/drawingml/2006/main">
              <a:ext uri="{FF2B5EF4-FFF2-40B4-BE49-F238E27FC236}">
                <a16:creationId xmlns:a16="http://schemas.microsoft.com/office/drawing/2014/main" id="{7860BF6E-3AE9-43DA-8C26-A65E11CC5F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5350" y="4848225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28575" y="0"/>
                </a:moveTo>
                <a:lnTo>
                  <a:pt x="57150" y="0"/>
                </a:lnTo>
                <a:lnTo>
                  <a:pt x="57150" y="9525"/>
                </a:lnTo>
                <a:lnTo>
                  <a:pt x="66675" y="9525"/>
                </a:lnTo>
                <a:lnTo>
                  <a:pt x="66675" y="28575"/>
                </a:lnTo>
                <a:lnTo>
                  <a:pt x="57150" y="28575"/>
                </a:lnTo>
                <a:lnTo>
                  <a:pt x="57150" y="19050"/>
                </a:lnTo>
                <a:lnTo>
                  <a:pt x="38100" y="19050"/>
                </a:lnTo>
                <a:lnTo>
                  <a:pt x="38100" y="9525"/>
                </a:lnTo>
                <a:lnTo>
                  <a:pt x="28575" y="9525"/>
                </a:lnTo>
                <a:close/>
                <a:moveTo>
                  <a:pt x="114300" y="0"/>
                </a:moveTo>
                <a:lnTo>
                  <a:pt x="133350" y="0"/>
                </a:lnTo>
                <a:lnTo>
                  <a:pt x="133350" y="19050"/>
                </a:lnTo>
                <a:lnTo>
                  <a:pt x="114300" y="19050"/>
                </a:lnTo>
                <a:close/>
                <a:moveTo>
                  <a:pt x="885825" y="0"/>
                </a:moveTo>
                <a:lnTo>
                  <a:pt x="914400" y="0"/>
                </a:lnTo>
                <a:lnTo>
                  <a:pt x="914400" y="9525"/>
                </a:lnTo>
                <a:lnTo>
                  <a:pt x="904875" y="9525"/>
                </a:lnTo>
                <a:lnTo>
                  <a:pt x="904875" y="19050"/>
                </a:lnTo>
                <a:lnTo>
                  <a:pt x="895350" y="19050"/>
                </a:lnTo>
                <a:lnTo>
                  <a:pt x="895350" y="9525"/>
                </a:lnTo>
                <a:lnTo>
                  <a:pt x="885825" y="9525"/>
                </a:lnTo>
                <a:close/>
                <a:moveTo>
                  <a:pt x="9525" y="9525"/>
                </a:moveTo>
                <a:lnTo>
                  <a:pt x="19050" y="9525"/>
                </a:lnTo>
                <a:lnTo>
                  <a:pt x="19050" y="19050"/>
                </a:lnTo>
                <a:lnTo>
                  <a:pt x="9525" y="19050"/>
                </a:lnTo>
                <a:close/>
                <a:moveTo>
                  <a:pt x="752475" y="19050"/>
                </a:moveTo>
                <a:lnTo>
                  <a:pt x="762000" y="19050"/>
                </a:lnTo>
                <a:lnTo>
                  <a:pt x="762000" y="28575"/>
                </a:lnTo>
                <a:lnTo>
                  <a:pt x="752475" y="28575"/>
                </a:lnTo>
                <a:close/>
                <a:moveTo>
                  <a:pt x="19050" y="28575"/>
                </a:moveTo>
                <a:lnTo>
                  <a:pt x="28575" y="28575"/>
                </a:lnTo>
                <a:lnTo>
                  <a:pt x="28575" y="38100"/>
                </a:lnTo>
                <a:lnTo>
                  <a:pt x="19050" y="38100"/>
                </a:lnTo>
                <a:close/>
                <a:moveTo>
                  <a:pt x="9525" y="38100"/>
                </a:moveTo>
                <a:lnTo>
                  <a:pt x="19050" y="38100"/>
                </a:lnTo>
                <a:lnTo>
                  <a:pt x="19050" y="47625"/>
                </a:lnTo>
                <a:lnTo>
                  <a:pt x="9525" y="47625"/>
                </a:lnTo>
                <a:close/>
                <a:moveTo>
                  <a:pt x="85725" y="38100"/>
                </a:moveTo>
                <a:lnTo>
                  <a:pt x="95250" y="38100"/>
                </a:lnTo>
                <a:lnTo>
                  <a:pt x="95250" y="47625"/>
                </a:lnTo>
                <a:lnTo>
                  <a:pt x="85725" y="47625"/>
                </a:lnTo>
                <a:close/>
                <a:moveTo>
                  <a:pt x="76200" y="47625"/>
                </a:moveTo>
                <a:lnTo>
                  <a:pt x="85725" y="47625"/>
                </a:lnTo>
                <a:lnTo>
                  <a:pt x="85725" y="66675"/>
                </a:lnTo>
                <a:lnTo>
                  <a:pt x="76200" y="66675"/>
                </a:lnTo>
                <a:close/>
                <a:moveTo>
                  <a:pt x="95250" y="47625"/>
                </a:moveTo>
                <a:lnTo>
                  <a:pt x="104775" y="47625"/>
                </a:lnTo>
                <a:lnTo>
                  <a:pt x="104775" y="57150"/>
                </a:lnTo>
                <a:lnTo>
                  <a:pt x="95250" y="57150"/>
                </a:lnTo>
                <a:close/>
                <a:moveTo>
                  <a:pt x="676275" y="47625"/>
                </a:moveTo>
                <a:lnTo>
                  <a:pt x="685800" y="47625"/>
                </a:lnTo>
                <a:lnTo>
                  <a:pt x="685800" y="66675"/>
                </a:lnTo>
                <a:lnTo>
                  <a:pt x="695325" y="66675"/>
                </a:lnTo>
                <a:lnTo>
                  <a:pt x="695325" y="76200"/>
                </a:lnTo>
                <a:lnTo>
                  <a:pt x="704850" y="76200"/>
                </a:lnTo>
                <a:lnTo>
                  <a:pt x="704850" y="66675"/>
                </a:lnTo>
                <a:lnTo>
                  <a:pt x="723900" y="66675"/>
                </a:lnTo>
                <a:lnTo>
                  <a:pt x="723900" y="95250"/>
                </a:lnTo>
                <a:lnTo>
                  <a:pt x="714375" y="95250"/>
                </a:lnTo>
                <a:lnTo>
                  <a:pt x="714375" y="85725"/>
                </a:lnTo>
                <a:lnTo>
                  <a:pt x="685800" y="85725"/>
                </a:lnTo>
                <a:lnTo>
                  <a:pt x="685800" y="76200"/>
                </a:lnTo>
                <a:lnTo>
                  <a:pt x="676275" y="76200"/>
                </a:lnTo>
                <a:lnTo>
                  <a:pt x="676275" y="66675"/>
                </a:lnTo>
                <a:lnTo>
                  <a:pt x="666750" y="66675"/>
                </a:lnTo>
                <a:lnTo>
                  <a:pt x="666750" y="76200"/>
                </a:lnTo>
                <a:lnTo>
                  <a:pt x="647700" y="76200"/>
                </a:lnTo>
                <a:lnTo>
                  <a:pt x="647700" y="66675"/>
                </a:lnTo>
                <a:lnTo>
                  <a:pt x="609600" y="66675"/>
                </a:lnTo>
                <a:lnTo>
                  <a:pt x="609600" y="57150"/>
                </a:lnTo>
                <a:lnTo>
                  <a:pt x="676275" y="57150"/>
                </a:lnTo>
                <a:close/>
                <a:moveTo>
                  <a:pt x="142875" y="85725"/>
                </a:moveTo>
                <a:lnTo>
                  <a:pt x="152400" y="85725"/>
                </a:lnTo>
                <a:lnTo>
                  <a:pt x="152400" y="104775"/>
                </a:lnTo>
                <a:lnTo>
                  <a:pt x="142875" y="104775"/>
                </a:lnTo>
                <a:close/>
                <a:moveTo>
                  <a:pt x="1171575" y="85725"/>
                </a:moveTo>
                <a:lnTo>
                  <a:pt x="1181100" y="85725"/>
                </a:lnTo>
                <a:lnTo>
                  <a:pt x="1181100" y="104775"/>
                </a:lnTo>
                <a:lnTo>
                  <a:pt x="1162050" y="104775"/>
                </a:lnTo>
                <a:lnTo>
                  <a:pt x="1162050" y="114300"/>
                </a:lnTo>
                <a:lnTo>
                  <a:pt x="1152525" y="114300"/>
                </a:lnTo>
                <a:lnTo>
                  <a:pt x="1152525" y="104775"/>
                </a:lnTo>
                <a:lnTo>
                  <a:pt x="1143000" y="104775"/>
                </a:lnTo>
                <a:lnTo>
                  <a:pt x="1143000" y="95250"/>
                </a:lnTo>
                <a:lnTo>
                  <a:pt x="1171575" y="95250"/>
                </a:lnTo>
                <a:close/>
                <a:moveTo>
                  <a:pt x="9525" y="104775"/>
                </a:moveTo>
                <a:lnTo>
                  <a:pt x="19050" y="104775"/>
                </a:lnTo>
                <a:lnTo>
                  <a:pt x="19050" y="114300"/>
                </a:lnTo>
                <a:lnTo>
                  <a:pt x="9525" y="114300"/>
                </a:lnTo>
                <a:close/>
                <a:moveTo>
                  <a:pt x="1123950" y="104775"/>
                </a:moveTo>
                <a:lnTo>
                  <a:pt x="1143000" y="104775"/>
                </a:lnTo>
                <a:lnTo>
                  <a:pt x="1143000" y="114300"/>
                </a:lnTo>
                <a:lnTo>
                  <a:pt x="1123950" y="114300"/>
                </a:lnTo>
                <a:close/>
                <a:moveTo>
                  <a:pt x="1190625" y="104775"/>
                </a:moveTo>
                <a:lnTo>
                  <a:pt x="1200150" y="104775"/>
                </a:lnTo>
                <a:lnTo>
                  <a:pt x="1200150" y="114300"/>
                </a:lnTo>
                <a:lnTo>
                  <a:pt x="1190625" y="114300"/>
                </a:lnTo>
                <a:close/>
                <a:moveTo>
                  <a:pt x="1181100" y="114300"/>
                </a:moveTo>
                <a:lnTo>
                  <a:pt x="1190625" y="114300"/>
                </a:lnTo>
                <a:lnTo>
                  <a:pt x="1190625" y="123825"/>
                </a:lnTo>
                <a:lnTo>
                  <a:pt x="1181100" y="123825"/>
                </a:lnTo>
                <a:close/>
                <a:moveTo>
                  <a:pt x="57150" y="142875"/>
                </a:moveTo>
                <a:lnTo>
                  <a:pt x="66675" y="142875"/>
                </a:lnTo>
                <a:lnTo>
                  <a:pt x="66675" y="161925"/>
                </a:lnTo>
                <a:lnTo>
                  <a:pt x="57150" y="161925"/>
                </a:lnTo>
                <a:close/>
                <a:moveTo>
                  <a:pt x="1162050" y="152400"/>
                </a:moveTo>
                <a:lnTo>
                  <a:pt x="1171575" y="152400"/>
                </a:lnTo>
                <a:lnTo>
                  <a:pt x="1171575" y="180975"/>
                </a:lnTo>
                <a:lnTo>
                  <a:pt x="1162050" y="180975"/>
                </a:lnTo>
                <a:lnTo>
                  <a:pt x="1162050" y="171450"/>
                </a:lnTo>
                <a:lnTo>
                  <a:pt x="1152525" y="171450"/>
                </a:lnTo>
                <a:lnTo>
                  <a:pt x="1152525" y="161925"/>
                </a:lnTo>
                <a:lnTo>
                  <a:pt x="1162050" y="161925"/>
                </a:lnTo>
                <a:close/>
                <a:moveTo>
                  <a:pt x="1181100" y="161925"/>
                </a:moveTo>
                <a:lnTo>
                  <a:pt x="1190625" y="161925"/>
                </a:lnTo>
                <a:lnTo>
                  <a:pt x="1190625" y="171450"/>
                </a:lnTo>
                <a:lnTo>
                  <a:pt x="1181100" y="171450"/>
                </a:lnTo>
                <a:close/>
                <a:moveTo>
                  <a:pt x="1190625" y="190500"/>
                </a:moveTo>
                <a:lnTo>
                  <a:pt x="1200150" y="190500"/>
                </a:lnTo>
                <a:lnTo>
                  <a:pt x="1200150" y="200025"/>
                </a:lnTo>
                <a:lnTo>
                  <a:pt x="1190625" y="200025"/>
                </a:lnTo>
                <a:close/>
                <a:moveTo>
                  <a:pt x="1181100" y="200025"/>
                </a:moveTo>
                <a:lnTo>
                  <a:pt x="1190625" y="200025"/>
                </a:lnTo>
                <a:lnTo>
                  <a:pt x="1190625" y="209550"/>
                </a:lnTo>
                <a:lnTo>
                  <a:pt x="1181100" y="209550"/>
                </a:lnTo>
                <a:close/>
                <a:moveTo>
                  <a:pt x="38100" y="209550"/>
                </a:moveTo>
                <a:lnTo>
                  <a:pt x="66675" y="209550"/>
                </a:lnTo>
                <a:lnTo>
                  <a:pt x="66675" y="238125"/>
                </a:lnTo>
                <a:lnTo>
                  <a:pt x="57150" y="238125"/>
                </a:lnTo>
                <a:lnTo>
                  <a:pt x="57150" y="219075"/>
                </a:lnTo>
                <a:lnTo>
                  <a:pt x="38100" y="219075"/>
                </a:lnTo>
                <a:close/>
                <a:moveTo>
                  <a:pt x="1152525" y="209550"/>
                </a:moveTo>
                <a:lnTo>
                  <a:pt x="1181100" y="209550"/>
                </a:lnTo>
                <a:lnTo>
                  <a:pt x="1181100" y="219075"/>
                </a:lnTo>
                <a:lnTo>
                  <a:pt x="1152525" y="219075"/>
                </a:lnTo>
                <a:close/>
                <a:moveTo>
                  <a:pt x="0" y="228600"/>
                </a:moveTo>
                <a:lnTo>
                  <a:pt x="28575" y="228600"/>
                </a:lnTo>
                <a:lnTo>
                  <a:pt x="28575" y="247650"/>
                </a:lnTo>
                <a:lnTo>
                  <a:pt x="19050" y="247650"/>
                </a:lnTo>
                <a:lnTo>
                  <a:pt x="19050" y="257175"/>
                </a:lnTo>
                <a:lnTo>
                  <a:pt x="9525" y="257175"/>
                </a:lnTo>
                <a:lnTo>
                  <a:pt x="9525" y="247650"/>
                </a:lnTo>
                <a:lnTo>
                  <a:pt x="0" y="247650"/>
                </a:lnTo>
                <a:close/>
                <a:moveTo>
                  <a:pt x="38100" y="228600"/>
                </a:moveTo>
                <a:lnTo>
                  <a:pt x="47625" y="228600"/>
                </a:lnTo>
                <a:lnTo>
                  <a:pt x="47625" y="238125"/>
                </a:lnTo>
                <a:lnTo>
                  <a:pt x="38100" y="238125"/>
                </a:lnTo>
                <a:close/>
                <a:moveTo>
                  <a:pt x="76200" y="228600"/>
                </a:moveTo>
                <a:lnTo>
                  <a:pt x="95250" y="228600"/>
                </a:lnTo>
                <a:lnTo>
                  <a:pt x="95250" y="257175"/>
                </a:lnTo>
                <a:lnTo>
                  <a:pt x="76200" y="257175"/>
                </a:lnTo>
                <a:close/>
                <a:moveTo>
                  <a:pt x="638175" y="257175"/>
                </a:moveTo>
                <a:lnTo>
                  <a:pt x="647700" y="257175"/>
                </a:lnTo>
                <a:lnTo>
                  <a:pt x="647700" y="266700"/>
                </a:lnTo>
                <a:lnTo>
                  <a:pt x="638175" y="266700"/>
                </a:lnTo>
                <a:close/>
                <a:moveTo>
                  <a:pt x="104775" y="266700"/>
                </a:moveTo>
                <a:lnTo>
                  <a:pt x="114300" y="266700"/>
                </a:lnTo>
                <a:lnTo>
                  <a:pt x="114300" y="295275"/>
                </a:lnTo>
                <a:lnTo>
                  <a:pt x="104775" y="295275"/>
                </a:lnTo>
                <a:close/>
                <a:moveTo>
                  <a:pt x="1181100" y="266700"/>
                </a:moveTo>
                <a:lnTo>
                  <a:pt x="1190625" y="266700"/>
                </a:lnTo>
                <a:lnTo>
                  <a:pt x="1190625" y="276225"/>
                </a:lnTo>
                <a:lnTo>
                  <a:pt x="1181100" y="276225"/>
                </a:lnTo>
                <a:close/>
                <a:moveTo>
                  <a:pt x="0" y="276225"/>
                </a:moveTo>
                <a:lnTo>
                  <a:pt x="9525" y="276225"/>
                </a:lnTo>
                <a:lnTo>
                  <a:pt x="9525" y="295275"/>
                </a:lnTo>
                <a:lnTo>
                  <a:pt x="0" y="295275"/>
                </a:lnTo>
                <a:close/>
                <a:moveTo>
                  <a:pt x="38100" y="276225"/>
                </a:moveTo>
                <a:lnTo>
                  <a:pt x="57150" y="276225"/>
                </a:lnTo>
                <a:lnTo>
                  <a:pt x="57150" y="295275"/>
                </a:lnTo>
                <a:lnTo>
                  <a:pt x="66675" y="295275"/>
                </a:lnTo>
                <a:lnTo>
                  <a:pt x="66675" y="304800"/>
                </a:lnTo>
                <a:lnTo>
                  <a:pt x="38100" y="304800"/>
                </a:lnTo>
                <a:close/>
                <a:moveTo>
                  <a:pt x="76200" y="285750"/>
                </a:moveTo>
                <a:lnTo>
                  <a:pt x="95250" y="285750"/>
                </a:lnTo>
                <a:lnTo>
                  <a:pt x="95250" y="314325"/>
                </a:lnTo>
                <a:lnTo>
                  <a:pt x="85725" y="314325"/>
                </a:lnTo>
                <a:lnTo>
                  <a:pt x="85725" y="323850"/>
                </a:lnTo>
                <a:lnTo>
                  <a:pt x="38100" y="323850"/>
                </a:lnTo>
                <a:lnTo>
                  <a:pt x="38100" y="314325"/>
                </a:lnTo>
                <a:lnTo>
                  <a:pt x="19050" y="314325"/>
                </a:lnTo>
                <a:lnTo>
                  <a:pt x="19050" y="295275"/>
                </a:lnTo>
                <a:lnTo>
                  <a:pt x="28575" y="295275"/>
                </a:lnTo>
                <a:lnTo>
                  <a:pt x="28575" y="304800"/>
                </a:lnTo>
                <a:lnTo>
                  <a:pt x="38100" y="304800"/>
                </a:lnTo>
                <a:lnTo>
                  <a:pt x="38100" y="314325"/>
                </a:lnTo>
                <a:lnTo>
                  <a:pt x="66675" y="314325"/>
                </a:lnTo>
                <a:lnTo>
                  <a:pt x="66675" y="304800"/>
                </a:lnTo>
                <a:lnTo>
                  <a:pt x="76200" y="304800"/>
                </a:lnTo>
                <a:close/>
                <a:moveTo>
                  <a:pt x="1114425" y="304800"/>
                </a:moveTo>
                <a:lnTo>
                  <a:pt x="1123950" y="304800"/>
                </a:lnTo>
                <a:lnTo>
                  <a:pt x="1123950" y="323850"/>
                </a:lnTo>
                <a:lnTo>
                  <a:pt x="1114425" y="323850"/>
                </a:lnTo>
                <a:close/>
                <a:moveTo>
                  <a:pt x="647700" y="323850"/>
                </a:moveTo>
                <a:lnTo>
                  <a:pt x="657225" y="323850"/>
                </a:lnTo>
                <a:lnTo>
                  <a:pt x="657225" y="333375"/>
                </a:lnTo>
                <a:lnTo>
                  <a:pt x="647700" y="333375"/>
                </a:lnTo>
                <a:close/>
                <a:moveTo>
                  <a:pt x="1066800" y="323850"/>
                </a:moveTo>
                <a:lnTo>
                  <a:pt x="1085850" y="323850"/>
                </a:lnTo>
                <a:lnTo>
                  <a:pt x="1085850" y="342900"/>
                </a:lnTo>
                <a:lnTo>
                  <a:pt x="1076325" y="342900"/>
                </a:lnTo>
                <a:lnTo>
                  <a:pt x="1076325" y="352425"/>
                </a:lnTo>
                <a:lnTo>
                  <a:pt x="1066800" y="352425"/>
                </a:lnTo>
                <a:close/>
                <a:moveTo>
                  <a:pt x="38100" y="333375"/>
                </a:moveTo>
                <a:lnTo>
                  <a:pt x="66675" y="333375"/>
                </a:lnTo>
                <a:lnTo>
                  <a:pt x="66675" y="342900"/>
                </a:lnTo>
                <a:lnTo>
                  <a:pt x="85725" y="342900"/>
                </a:lnTo>
                <a:lnTo>
                  <a:pt x="85725" y="352425"/>
                </a:lnTo>
                <a:lnTo>
                  <a:pt x="95250" y="352425"/>
                </a:lnTo>
                <a:lnTo>
                  <a:pt x="95250" y="361950"/>
                </a:lnTo>
                <a:lnTo>
                  <a:pt x="85725" y="361950"/>
                </a:lnTo>
                <a:lnTo>
                  <a:pt x="85725" y="371475"/>
                </a:lnTo>
                <a:lnTo>
                  <a:pt x="76200" y="371475"/>
                </a:lnTo>
                <a:lnTo>
                  <a:pt x="76200" y="361950"/>
                </a:lnTo>
                <a:lnTo>
                  <a:pt x="47625" y="361950"/>
                </a:lnTo>
                <a:lnTo>
                  <a:pt x="47625" y="352425"/>
                </a:lnTo>
                <a:lnTo>
                  <a:pt x="38100" y="352425"/>
                </a:lnTo>
                <a:close/>
                <a:moveTo>
                  <a:pt x="104775" y="333375"/>
                </a:moveTo>
                <a:lnTo>
                  <a:pt x="114300" y="333375"/>
                </a:lnTo>
                <a:lnTo>
                  <a:pt x="114300" y="352425"/>
                </a:lnTo>
                <a:lnTo>
                  <a:pt x="104775" y="352425"/>
                </a:lnTo>
                <a:close/>
                <a:moveTo>
                  <a:pt x="638175" y="333375"/>
                </a:moveTo>
                <a:lnTo>
                  <a:pt x="647700" y="333375"/>
                </a:lnTo>
                <a:lnTo>
                  <a:pt x="647700" y="342900"/>
                </a:lnTo>
                <a:lnTo>
                  <a:pt x="638175" y="342900"/>
                </a:lnTo>
                <a:close/>
                <a:moveTo>
                  <a:pt x="771525" y="333375"/>
                </a:moveTo>
                <a:lnTo>
                  <a:pt x="781050" y="333375"/>
                </a:lnTo>
                <a:lnTo>
                  <a:pt x="781050" y="342900"/>
                </a:lnTo>
                <a:lnTo>
                  <a:pt x="771525" y="342900"/>
                </a:lnTo>
                <a:close/>
                <a:moveTo>
                  <a:pt x="1143000" y="333375"/>
                </a:moveTo>
                <a:lnTo>
                  <a:pt x="1162050" y="333375"/>
                </a:lnTo>
                <a:lnTo>
                  <a:pt x="1162050" y="381000"/>
                </a:lnTo>
                <a:lnTo>
                  <a:pt x="1152525" y="381000"/>
                </a:lnTo>
                <a:lnTo>
                  <a:pt x="1152525" y="390525"/>
                </a:lnTo>
                <a:lnTo>
                  <a:pt x="1133475" y="390525"/>
                </a:lnTo>
                <a:lnTo>
                  <a:pt x="1133475" y="371475"/>
                </a:lnTo>
                <a:lnTo>
                  <a:pt x="1123950" y="371475"/>
                </a:lnTo>
                <a:lnTo>
                  <a:pt x="1123950" y="400050"/>
                </a:lnTo>
                <a:lnTo>
                  <a:pt x="1114425" y="400050"/>
                </a:lnTo>
                <a:lnTo>
                  <a:pt x="1114425" y="409575"/>
                </a:lnTo>
                <a:lnTo>
                  <a:pt x="1123950" y="409575"/>
                </a:lnTo>
                <a:lnTo>
                  <a:pt x="1123950" y="447675"/>
                </a:lnTo>
                <a:lnTo>
                  <a:pt x="1095375" y="447675"/>
                </a:lnTo>
                <a:lnTo>
                  <a:pt x="1095375" y="428625"/>
                </a:lnTo>
                <a:lnTo>
                  <a:pt x="1114425" y="428625"/>
                </a:lnTo>
                <a:lnTo>
                  <a:pt x="1114425" y="419100"/>
                </a:lnTo>
                <a:lnTo>
                  <a:pt x="1104900" y="419100"/>
                </a:lnTo>
                <a:lnTo>
                  <a:pt x="1104900" y="409575"/>
                </a:lnTo>
                <a:lnTo>
                  <a:pt x="1095375" y="409575"/>
                </a:lnTo>
                <a:lnTo>
                  <a:pt x="1095375" y="419100"/>
                </a:lnTo>
                <a:lnTo>
                  <a:pt x="1085850" y="419100"/>
                </a:lnTo>
                <a:lnTo>
                  <a:pt x="1085850" y="438150"/>
                </a:lnTo>
                <a:lnTo>
                  <a:pt x="1066800" y="438150"/>
                </a:lnTo>
                <a:lnTo>
                  <a:pt x="1066800" y="428625"/>
                </a:lnTo>
                <a:lnTo>
                  <a:pt x="1047750" y="428625"/>
                </a:lnTo>
                <a:lnTo>
                  <a:pt x="1047750" y="419100"/>
                </a:lnTo>
                <a:lnTo>
                  <a:pt x="1057275" y="419100"/>
                </a:lnTo>
                <a:lnTo>
                  <a:pt x="1057275" y="409575"/>
                </a:lnTo>
                <a:lnTo>
                  <a:pt x="1066800" y="409575"/>
                </a:lnTo>
                <a:lnTo>
                  <a:pt x="1066800" y="419100"/>
                </a:lnTo>
                <a:lnTo>
                  <a:pt x="1076325" y="419100"/>
                </a:lnTo>
                <a:lnTo>
                  <a:pt x="1076325" y="390525"/>
                </a:lnTo>
                <a:lnTo>
                  <a:pt x="1066800" y="390525"/>
                </a:lnTo>
                <a:lnTo>
                  <a:pt x="1066800" y="381000"/>
                </a:lnTo>
                <a:lnTo>
                  <a:pt x="1047750" y="381000"/>
                </a:lnTo>
                <a:lnTo>
                  <a:pt x="1047750" y="361950"/>
                </a:lnTo>
                <a:lnTo>
                  <a:pt x="1038225" y="361950"/>
                </a:lnTo>
                <a:lnTo>
                  <a:pt x="1038225" y="342900"/>
                </a:lnTo>
                <a:lnTo>
                  <a:pt x="1057275" y="342900"/>
                </a:lnTo>
                <a:lnTo>
                  <a:pt x="1057275" y="361950"/>
                </a:lnTo>
                <a:lnTo>
                  <a:pt x="1076325" y="361950"/>
                </a:lnTo>
                <a:lnTo>
                  <a:pt x="1076325" y="352425"/>
                </a:lnTo>
                <a:lnTo>
                  <a:pt x="1104900" y="352425"/>
                </a:lnTo>
                <a:lnTo>
                  <a:pt x="1104900" y="361950"/>
                </a:lnTo>
                <a:lnTo>
                  <a:pt x="1143000" y="361950"/>
                </a:lnTo>
                <a:close/>
                <a:moveTo>
                  <a:pt x="171450" y="342900"/>
                </a:moveTo>
                <a:lnTo>
                  <a:pt x="190500" y="342900"/>
                </a:lnTo>
                <a:lnTo>
                  <a:pt x="190500" y="371475"/>
                </a:lnTo>
                <a:lnTo>
                  <a:pt x="180975" y="371475"/>
                </a:lnTo>
                <a:lnTo>
                  <a:pt x="180975" y="352425"/>
                </a:lnTo>
                <a:lnTo>
                  <a:pt x="171450" y="352425"/>
                </a:lnTo>
                <a:close/>
                <a:moveTo>
                  <a:pt x="200025" y="342900"/>
                </a:moveTo>
                <a:lnTo>
                  <a:pt x="228600" y="342900"/>
                </a:lnTo>
                <a:lnTo>
                  <a:pt x="228600" y="352425"/>
                </a:lnTo>
                <a:lnTo>
                  <a:pt x="219075" y="352425"/>
                </a:lnTo>
                <a:lnTo>
                  <a:pt x="219075" y="361950"/>
                </a:lnTo>
                <a:lnTo>
                  <a:pt x="209550" y="361950"/>
                </a:lnTo>
                <a:lnTo>
                  <a:pt x="209550" y="352425"/>
                </a:lnTo>
                <a:lnTo>
                  <a:pt x="200025" y="352425"/>
                </a:lnTo>
                <a:close/>
                <a:moveTo>
                  <a:pt x="781050" y="342900"/>
                </a:moveTo>
                <a:lnTo>
                  <a:pt x="790575" y="342900"/>
                </a:lnTo>
                <a:lnTo>
                  <a:pt x="790575" y="352425"/>
                </a:lnTo>
                <a:lnTo>
                  <a:pt x="781050" y="352425"/>
                </a:lnTo>
                <a:close/>
                <a:moveTo>
                  <a:pt x="914400" y="342900"/>
                </a:moveTo>
                <a:lnTo>
                  <a:pt x="933450" y="342900"/>
                </a:lnTo>
                <a:lnTo>
                  <a:pt x="933450" y="352425"/>
                </a:lnTo>
                <a:lnTo>
                  <a:pt x="971550" y="352425"/>
                </a:lnTo>
                <a:lnTo>
                  <a:pt x="971550" y="361950"/>
                </a:lnTo>
                <a:lnTo>
                  <a:pt x="952500" y="361950"/>
                </a:lnTo>
                <a:lnTo>
                  <a:pt x="952500" y="371475"/>
                </a:lnTo>
                <a:lnTo>
                  <a:pt x="981075" y="371475"/>
                </a:lnTo>
                <a:lnTo>
                  <a:pt x="981075" y="352425"/>
                </a:lnTo>
                <a:lnTo>
                  <a:pt x="990600" y="352425"/>
                </a:lnTo>
                <a:lnTo>
                  <a:pt x="990600" y="342900"/>
                </a:lnTo>
                <a:lnTo>
                  <a:pt x="1000125" y="342900"/>
                </a:lnTo>
                <a:lnTo>
                  <a:pt x="1000125" y="352425"/>
                </a:lnTo>
                <a:lnTo>
                  <a:pt x="990600" y="352425"/>
                </a:lnTo>
                <a:lnTo>
                  <a:pt x="990600" y="371475"/>
                </a:lnTo>
                <a:lnTo>
                  <a:pt x="981075" y="371475"/>
                </a:lnTo>
                <a:lnTo>
                  <a:pt x="981075" y="390525"/>
                </a:lnTo>
                <a:lnTo>
                  <a:pt x="971550" y="390525"/>
                </a:lnTo>
                <a:lnTo>
                  <a:pt x="971550" y="400050"/>
                </a:lnTo>
                <a:lnTo>
                  <a:pt x="962025" y="400050"/>
                </a:lnTo>
                <a:lnTo>
                  <a:pt x="962025" y="409575"/>
                </a:lnTo>
                <a:lnTo>
                  <a:pt x="981075" y="409575"/>
                </a:lnTo>
                <a:lnTo>
                  <a:pt x="981075" y="428625"/>
                </a:lnTo>
                <a:lnTo>
                  <a:pt x="952500" y="428625"/>
                </a:lnTo>
                <a:lnTo>
                  <a:pt x="952500" y="419100"/>
                </a:lnTo>
                <a:lnTo>
                  <a:pt x="942975" y="419100"/>
                </a:lnTo>
                <a:lnTo>
                  <a:pt x="942975" y="390525"/>
                </a:lnTo>
                <a:lnTo>
                  <a:pt x="933450" y="390525"/>
                </a:lnTo>
                <a:lnTo>
                  <a:pt x="933450" y="381000"/>
                </a:lnTo>
                <a:lnTo>
                  <a:pt x="923925" y="381000"/>
                </a:lnTo>
                <a:lnTo>
                  <a:pt x="923925" y="371475"/>
                </a:lnTo>
                <a:lnTo>
                  <a:pt x="933450" y="371475"/>
                </a:lnTo>
                <a:lnTo>
                  <a:pt x="933450" y="361950"/>
                </a:lnTo>
                <a:lnTo>
                  <a:pt x="914400" y="361950"/>
                </a:lnTo>
                <a:close/>
                <a:moveTo>
                  <a:pt x="9525" y="352425"/>
                </a:moveTo>
                <a:lnTo>
                  <a:pt x="19050" y="352425"/>
                </a:lnTo>
                <a:lnTo>
                  <a:pt x="19050" y="361950"/>
                </a:lnTo>
                <a:lnTo>
                  <a:pt x="9525" y="361950"/>
                </a:lnTo>
                <a:close/>
                <a:moveTo>
                  <a:pt x="1000125" y="352425"/>
                </a:moveTo>
                <a:lnTo>
                  <a:pt x="1009650" y="352425"/>
                </a:lnTo>
                <a:lnTo>
                  <a:pt x="1009650" y="361950"/>
                </a:lnTo>
                <a:lnTo>
                  <a:pt x="1000125" y="361950"/>
                </a:lnTo>
                <a:close/>
                <a:moveTo>
                  <a:pt x="1171575" y="352425"/>
                </a:moveTo>
                <a:lnTo>
                  <a:pt x="1190625" y="352425"/>
                </a:lnTo>
                <a:lnTo>
                  <a:pt x="1190625" y="361950"/>
                </a:lnTo>
                <a:lnTo>
                  <a:pt x="1171575" y="361950"/>
                </a:lnTo>
                <a:close/>
                <a:moveTo>
                  <a:pt x="504825" y="361950"/>
                </a:moveTo>
                <a:lnTo>
                  <a:pt x="514350" y="361950"/>
                </a:lnTo>
                <a:lnTo>
                  <a:pt x="514350" y="371475"/>
                </a:lnTo>
                <a:lnTo>
                  <a:pt x="523875" y="371475"/>
                </a:lnTo>
                <a:lnTo>
                  <a:pt x="523875" y="381000"/>
                </a:lnTo>
                <a:lnTo>
                  <a:pt x="504825" y="381000"/>
                </a:lnTo>
                <a:close/>
                <a:moveTo>
                  <a:pt x="1200150" y="361950"/>
                </a:moveTo>
                <a:lnTo>
                  <a:pt x="1209675" y="361950"/>
                </a:lnTo>
                <a:lnTo>
                  <a:pt x="1209675" y="371475"/>
                </a:lnTo>
                <a:lnTo>
                  <a:pt x="1200150" y="371475"/>
                </a:lnTo>
                <a:close/>
                <a:moveTo>
                  <a:pt x="0" y="371475"/>
                </a:moveTo>
                <a:lnTo>
                  <a:pt x="9525" y="371475"/>
                </a:lnTo>
                <a:lnTo>
                  <a:pt x="9525" y="390525"/>
                </a:lnTo>
                <a:lnTo>
                  <a:pt x="19050" y="390525"/>
                </a:lnTo>
                <a:lnTo>
                  <a:pt x="19050" y="409575"/>
                </a:lnTo>
                <a:lnTo>
                  <a:pt x="0" y="409575"/>
                </a:lnTo>
                <a:close/>
                <a:moveTo>
                  <a:pt x="104775" y="371475"/>
                </a:moveTo>
                <a:lnTo>
                  <a:pt x="114300" y="371475"/>
                </a:lnTo>
                <a:lnTo>
                  <a:pt x="114300" y="400050"/>
                </a:lnTo>
                <a:lnTo>
                  <a:pt x="104775" y="400050"/>
                </a:lnTo>
                <a:lnTo>
                  <a:pt x="104775" y="428625"/>
                </a:lnTo>
                <a:lnTo>
                  <a:pt x="114300" y="428625"/>
                </a:lnTo>
                <a:lnTo>
                  <a:pt x="114300" y="438150"/>
                </a:lnTo>
                <a:lnTo>
                  <a:pt x="104775" y="438150"/>
                </a:lnTo>
                <a:lnTo>
                  <a:pt x="104775" y="447675"/>
                </a:lnTo>
                <a:lnTo>
                  <a:pt x="95250" y="447675"/>
                </a:lnTo>
                <a:lnTo>
                  <a:pt x="95250" y="438150"/>
                </a:lnTo>
                <a:lnTo>
                  <a:pt x="85725" y="438150"/>
                </a:lnTo>
                <a:lnTo>
                  <a:pt x="85725" y="428625"/>
                </a:lnTo>
                <a:lnTo>
                  <a:pt x="76200" y="428625"/>
                </a:lnTo>
                <a:lnTo>
                  <a:pt x="76200" y="419100"/>
                </a:lnTo>
                <a:lnTo>
                  <a:pt x="57150" y="419100"/>
                </a:lnTo>
                <a:lnTo>
                  <a:pt x="57150" y="400050"/>
                </a:lnTo>
                <a:lnTo>
                  <a:pt x="66675" y="400050"/>
                </a:lnTo>
                <a:lnTo>
                  <a:pt x="66675" y="390525"/>
                </a:lnTo>
                <a:lnTo>
                  <a:pt x="76200" y="390525"/>
                </a:lnTo>
                <a:lnTo>
                  <a:pt x="76200" y="419100"/>
                </a:lnTo>
                <a:lnTo>
                  <a:pt x="95250" y="419100"/>
                </a:lnTo>
                <a:lnTo>
                  <a:pt x="95250" y="390525"/>
                </a:lnTo>
                <a:lnTo>
                  <a:pt x="104775" y="390525"/>
                </a:lnTo>
                <a:close/>
                <a:moveTo>
                  <a:pt x="276225" y="371475"/>
                </a:moveTo>
                <a:lnTo>
                  <a:pt x="285750" y="371475"/>
                </a:lnTo>
                <a:lnTo>
                  <a:pt x="285750" y="381000"/>
                </a:lnTo>
                <a:lnTo>
                  <a:pt x="276225" y="381000"/>
                </a:lnTo>
                <a:close/>
                <a:moveTo>
                  <a:pt x="1171575" y="371475"/>
                </a:moveTo>
                <a:lnTo>
                  <a:pt x="1181100" y="371475"/>
                </a:lnTo>
                <a:lnTo>
                  <a:pt x="1181100" y="381000"/>
                </a:lnTo>
                <a:lnTo>
                  <a:pt x="1171575" y="381000"/>
                </a:lnTo>
                <a:close/>
                <a:moveTo>
                  <a:pt x="933450" y="381000"/>
                </a:moveTo>
                <a:lnTo>
                  <a:pt x="942975" y="381000"/>
                </a:lnTo>
                <a:lnTo>
                  <a:pt x="942975" y="371475"/>
                </a:lnTo>
                <a:lnTo>
                  <a:pt x="933450" y="371475"/>
                </a:lnTo>
                <a:close/>
                <a:moveTo>
                  <a:pt x="1085850" y="381000"/>
                </a:moveTo>
                <a:lnTo>
                  <a:pt x="1095375" y="381000"/>
                </a:lnTo>
                <a:lnTo>
                  <a:pt x="1095375" y="390525"/>
                </a:lnTo>
                <a:lnTo>
                  <a:pt x="1104900" y="390525"/>
                </a:lnTo>
                <a:lnTo>
                  <a:pt x="1104900" y="371475"/>
                </a:lnTo>
                <a:lnTo>
                  <a:pt x="1085850" y="371475"/>
                </a:lnTo>
                <a:close/>
                <a:moveTo>
                  <a:pt x="1190625" y="381000"/>
                </a:moveTo>
                <a:lnTo>
                  <a:pt x="1209675" y="381000"/>
                </a:lnTo>
                <a:lnTo>
                  <a:pt x="1209675" y="390525"/>
                </a:lnTo>
                <a:lnTo>
                  <a:pt x="1190625" y="390525"/>
                </a:lnTo>
                <a:close/>
                <a:moveTo>
                  <a:pt x="752475" y="390525"/>
                </a:moveTo>
                <a:lnTo>
                  <a:pt x="762000" y="390525"/>
                </a:lnTo>
                <a:lnTo>
                  <a:pt x="762000" y="400050"/>
                </a:lnTo>
                <a:lnTo>
                  <a:pt x="752475" y="400050"/>
                </a:lnTo>
                <a:close/>
                <a:moveTo>
                  <a:pt x="876300" y="390525"/>
                </a:moveTo>
                <a:lnTo>
                  <a:pt x="904875" y="390525"/>
                </a:lnTo>
                <a:lnTo>
                  <a:pt x="904875" y="400050"/>
                </a:lnTo>
                <a:lnTo>
                  <a:pt x="885825" y="400050"/>
                </a:lnTo>
                <a:lnTo>
                  <a:pt x="885825" y="419100"/>
                </a:lnTo>
                <a:lnTo>
                  <a:pt x="866775" y="419100"/>
                </a:lnTo>
                <a:lnTo>
                  <a:pt x="866775" y="400050"/>
                </a:lnTo>
                <a:lnTo>
                  <a:pt x="876300" y="400050"/>
                </a:lnTo>
                <a:close/>
                <a:moveTo>
                  <a:pt x="990600" y="390525"/>
                </a:moveTo>
                <a:lnTo>
                  <a:pt x="1000125" y="390525"/>
                </a:lnTo>
                <a:lnTo>
                  <a:pt x="1000125" y="400050"/>
                </a:lnTo>
                <a:lnTo>
                  <a:pt x="990600" y="400050"/>
                </a:lnTo>
                <a:close/>
                <a:moveTo>
                  <a:pt x="1019175" y="390525"/>
                </a:moveTo>
                <a:lnTo>
                  <a:pt x="1047750" y="390525"/>
                </a:lnTo>
                <a:lnTo>
                  <a:pt x="1047750" y="400050"/>
                </a:lnTo>
                <a:lnTo>
                  <a:pt x="1019175" y="400050"/>
                </a:lnTo>
                <a:close/>
                <a:moveTo>
                  <a:pt x="38100" y="400050"/>
                </a:moveTo>
                <a:lnTo>
                  <a:pt x="47625" y="400050"/>
                </a:lnTo>
                <a:lnTo>
                  <a:pt x="47625" y="409575"/>
                </a:lnTo>
                <a:lnTo>
                  <a:pt x="38100" y="409575"/>
                </a:lnTo>
                <a:close/>
                <a:moveTo>
                  <a:pt x="1143000" y="400050"/>
                </a:moveTo>
                <a:lnTo>
                  <a:pt x="1171575" y="400050"/>
                </a:lnTo>
                <a:lnTo>
                  <a:pt x="1171575" y="409575"/>
                </a:lnTo>
                <a:lnTo>
                  <a:pt x="1181100" y="409575"/>
                </a:lnTo>
                <a:lnTo>
                  <a:pt x="1181100" y="428625"/>
                </a:lnTo>
                <a:lnTo>
                  <a:pt x="1190625" y="428625"/>
                </a:lnTo>
                <a:lnTo>
                  <a:pt x="1190625" y="447675"/>
                </a:lnTo>
                <a:lnTo>
                  <a:pt x="1181100" y="447675"/>
                </a:lnTo>
                <a:lnTo>
                  <a:pt x="1181100" y="438150"/>
                </a:lnTo>
                <a:lnTo>
                  <a:pt x="1171575" y="438150"/>
                </a:lnTo>
                <a:lnTo>
                  <a:pt x="1171575" y="419100"/>
                </a:lnTo>
                <a:lnTo>
                  <a:pt x="1162050" y="419100"/>
                </a:lnTo>
                <a:lnTo>
                  <a:pt x="1162050" y="409575"/>
                </a:lnTo>
                <a:lnTo>
                  <a:pt x="1143000" y="409575"/>
                </a:lnTo>
                <a:close/>
                <a:moveTo>
                  <a:pt x="828675" y="419100"/>
                </a:moveTo>
                <a:lnTo>
                  <a:pt x="857250" y="419100"/>
                </a:lnTo>
                <a:lnTo>
                  <a:pt x="857250" y="428625"/>
                </a:lnTo>
                <a:lnTo>
                  <a:pt x="847725" y="428625"/>
                </a:lnTo>
                <a:lnTo>
                  <a:pt x="847725" y="438150"/>
                </a:lnTo>
                <a:lnTo>
                  <a:pt x="828675" y="438150"/>
                </a:lnTo>
                <a:close/>
                <a:moveTo>
                  <a:pt x="0" y="428625"/>
                </a:moveTo>
                <a:lnTo>
                  <a:pt x="38100" y="428625"/>
                </a:lnTo>
                <a:lnTo>
                  <a:pt x="38100" y="447675"/>
                </a:lnTo>
                <a:lnTo>
                  <a:pt x="47625" y="447675"/>
                </a:lnTo>
                <a:lnTo>
                  <a:pt x="47625" y="438150"/>
                </a:lnTo>
                <a:lnTo>
                  <a:pt x="57150" y="438150"/>
                </a:lnTo>
                <a:lnTo>
                  <a:pt x="57150" y="447675"/>
                </a:lnTo>
                <a:lnTo>
                  <a:pt x="66675" y="447675"/>
                </a:lnTo>
                <a:lnTo>
                  <a:pt x="66675" y="457200"/>
                </a:lnTo>
                <a:lnTo>
                  <a:pt x="9525" y="457200"/>
                </a:lnTo>
                <a:lnTo>
                  <a:pt x="9525" y="447675"/>
                </a:lnTo>
                <a:lnTo>
                  <a:pt x="0" y="447675"/>
                </a:lnTo>
                <a:close/>
                <a:moveTo>
                  <a:pt x="904875" y="428625"/>
                </a:moveTo>
                <a:lnTo>
                  <a:pt x="933450" y="428625"/>
                </a:lnTo>
                <a:lnTo>
                  <a:pt x="933450" y="447675"/>
                </a:lnTo>
                <a:lnTo>
                  <a:pt x="952500" y="447675"/>
                </a:lnTo>
                <a:lnTo>
                  <a:pt x="952500" y="457200"/>
                </a:lnTo>
                <a:lnTo>
                  <a:pt x="933450" y="457200"/>
                </a:lnTo>
                <a:lnTo>
                  <a:pt x="933450" y="466725"/>
                </a:lnTo>
                <a:lnTo>
                  <a:pt x="923925" y="466725"/>
                </a:lnTo>
                <a:lnTo>
                  <a:pt x="923925" y="457200"/>
                </a:lnTo>
                <a:lnTo>
                  <a:pt x="904875" y="457200"/>
                </a:lnTo>
                <a:close/>
                <a:moveTo>
                  <a:pt x="942975" y="428625"/>
                </a:moveTo>
                <a:lnTo>
                  <a:pt x="952500" y="428625"/>
                </a:lnTo>
                <a:lnTo>
                  <a:pt x="952500" y="438150"/>
                </a:lnTo>
                <a:lnTo>
                  <a:pt x="942975" y="438150"/>
                </a:lnTo>
                <a:close/>
                <a:moveTo>
                  <a:pt x="990600" y="428625"/>
                </a:moveTo>
                <a:lnTo>
                  <a:pt x="1009650" y="428625"/>
                </a:lnTo>
                <a:lnTo>
                  <a:pt x="1009650" y="438150"/>
                </a:lnTo>
                <a:lnTo>
                  <a:pt x="1019175" y="438150"/>
                </a:lnTo>
                <a:lnTo>
                  <a:pt x="1019175" y="447675"/>
                </a:lnTo>
                <a:lnTo>
                  <a:pt x="1009650" y="447675"/>
                </a:lnTo>
                <a:lnTo>
                  <a:pt x="1009650" y="457200"/>
                </a:lnTo>
                <a:lnTo>
                  <a:pt x="990600" y="457200"/>
                </a:lnTo>
                <a:close/>
                <a:moveTo>
                  <a:pt x="857250" y="447675"/>
                </a:moveTo>
                <a:lnTo>
                  <a:pt x="866775" y="447675"/>
                </a:lnTo>
                <a:lnTo>
                  <a:pt x="866775" y="457200"/>
                </a:lnTo>
                <a:lnTo>
                  <a:pt x="857250" y="457200"/>
                </a:lnTo>
                <a:close/>
                <a:moveTo>
                  <a:pt x="1019175" y="447675"/>
                </a:moveTo>
                <a:lnTo>
                  <a:pt x="1028700" y="447675"/>
                </a:lnTo>
                <a:lnTo>
                  <a:pt x="1028700" y="476250"/>
                </a:lnTo>
                <a:lnTo>
                  <a:pt x="1009650" y="476250"/>
                </a:lnTo>
                <a:lnTo>
                  <a:pt x="1009650" y="457200"/>
                </a:lnTo>
                <a:lnTo>
                  <a:pt x="1019175" y="457200"/>
                </a:lnTo>
                <a:close/>
                <a:moveTo>
                  <a:pt x="828675" y="457200"/>
                </a:moveTo>
                <a:lnTo>
                  <a:pt x="857250" y="457200"/>
                </a:lnTo>
                <a:lnTo>
                  <a:pt x="857250" y="466725"/>
                </a:lnTo>
                <a:lnTo>
                  <a:pt x="828675" y="466725"/>
                </a:lnTo>
                <a:close/>
                <a:moveTo>
                  <a:pt x="1123950" y="457200"/>
                </a:moveTo>
                <a:lnTo>
                  <a:pt x="1152525" y="457200"/>
                </a:lnTo>
                <a:lnTo>
                  <a:pt x="1152525" y="466725"/>
                </a:lnTo>
                <a:lnTo>
                  <a:pt x="1162050" y="466725"/>
                </a:lnTo>
                <a:lnTo>
                  <a:pt x="1162050" y="457200"/>
                </a:lnTo>
                <a:lnTo>
                  <a:pt x="1181100" y="457200"/>
                </a:lnTo>
                <a:lnTo>
                  <a:pt x="1181100" y="466725"/>
                </a:lnTo>
                <a:lnTo>
                  <a:pt x="1162050" y="466725"/>
                </a:lnTo>
                <a:lnTo>
                  <a:pt x="1162050" y="476250"/>
                </a:lnTo>
                <a:lnTo>
                  <a:pt x="1181100" y="476250"/>
                </a:lnTo>
                <a:lnTo>
                  <a:pt x="1181100" y="495300"/>
                </a:lnTo>
                <a:lnTo>
                  <a:pt x="1190625" y="495300"/>
                </a:lnTo>
                <a:lnTo>
                  <a:pt x="1190625" y="514350"/>
                </a:lnTo>
                <a:lnTo>
                  <a:pt x="1181100" y="514350"/>
                </a:lnTo>
                <a:lnTo>
                  <a:pt x="1181100" y="504825"/>
                </a:lnTo>
                <a:lnTo>
                  <a:pt x="1162050" y="504825"/>
                </a:lnTo>
                <a:lnTo>
                  <a:pt x="1162050" y="495300"/>
                </a:lnTo>
                <a:lnTo>
                  <a:pt x="1143000" y="495300"/>
                </a:lnTo>
                <a:lnTo>
                  <a:pt x="1143000" y="485775"/>
                </a:lnTo>
                <a:lnTo>
                  <a:pt x="1133475" y="485775"/>
                </a:lnTo>
                <a:lnTo>
                  <a:pt x="1133475" y="476250"/>
                </a:lnTo>
                <a:lnTo>
                  <a:pt x="1143000" y="476250"/>
                </a:lnTo>
                <a:lnTo>
                  <a:pt x="1143000" y="466725"/>
                </a:lnTo>
                <a:lnTo>
                  <a:pt x="1123950" y="466725"/>
                </a:lnTo>
                <a:close/>
                <a:moveTo>
                  <a:pt x="0" y="466725"/>
                </a:moveTo>
                <a:lnTo>
                  <a:pt x="9525" y="466725"/>
                </a:lnTo>
                <a:lnTo>
                  <a:pt x="9525" y="476250"/>
                </a:lnTo>
                <a:lnTo>
                  <a:pt x="0" y="476250"/>
                </a:lnTo>
                <a:close/>
                <a:moveTo>
                  <a:pt x="38100" y="466725"/>
                </a:moveTo>
                <a:lnTo>
                  <a:pt x="57150" y="466725"/>
                </a:lnTo>
                <a:lnTo>
                  <a:pt x="57150" y="476250"/>
                </a:lnTo>
                <a:lnTo>
                  <a:pt x="38100" y="476250"/>
                </a:lnTo>
                <a:close/>
                <a:moveTo>
                  <a:pt x="876300" y="466725"/>
                </a:moveTo>
                <a:lnTo>
                  <a:pt x="885825" y="466725"/>
                </a:lnTo>
                <a:lnTo>
                  <a:pt x="885825" y="485775"/>
                </a:lnTo>
                <a:lnTo>
                  <a:pt x="904875" y="485775"/>
                </a:lnTo>
                <a:lnTo>
                  <a:pt x="904875" y="495300"/>
                </a:lnTo>
                <a:lnTo>
                  <a:pt x="923925" y="495300"/>
                </a:lnTo>
                <a:lnTo>
                  <a:pt x="923925" y="485775"/>
                </a:lnTo>
                <a:lnTo>
                  <a:pt x="962025" y="485775"/>
                </a:lnTo>
                <a:lnTo>
                  <a:pt x="962025" y="495300"/>
                </a:lnTo>
                <a:lnTo>
                  <a:pt x="923925" y="495300"/>
                </a:lnTo>
                <a:lnTo>
                  <a:pt x="923925" y="514350"/>
                </a:lnTo>
                <a:lnTo>
                  <a:pt x="885825" y="514350"/>
                </a:lnTo>
                <a:lnTo>
                  <a:pt x="885825" y="523875"/>
                </a:lnTo>
                <a:lnTo>
                  <a:pt x="876300" y="523875"/>
                </a:lnTo>
                <a:close/>
                <a:moveTo>
                  <a:pt x="57150" y="476250"/>
                </a:moveTo>
                <a:lnTo>
                  <a:pt x="66675" y="476250"/>
                </a:lnTo>
                <a:lnTo>
                  <a:pt x="66675" y="495300"/>
                </a:lnTo>
                <a:lnTo>
                  <a:pt x="28575" y="495300"/>
                </a:lnTo>
                <a:lnTo>
                  <a:pt x="28575" y="485775"/>
                </a:lnTo>
                <a:lnTo>
                  <a:pt x="57150" y="485775"/>
                </a:lnTo>
                <a:close/>
                <a:moveTo>
                  <a:pt x="419100" y="476250"/>
                </a:moveTo>
                <a:lnTo>
                  <a:pt x="438150" y="476250"/>
                </a:lnTo>
                <a:lnTo>
                  <a:pt x="438150" y="485775"/>
                </a:lnTo>
                <a:lnTo>
                  <a:pt x="419100" y="485775"/>
                </a:lnTo>
                <a:close/>
                <a:moveTo>
                  <a:pt x="1028700" y="476250"/>
                </a:moveTo>
                <a:lnTo>
                  <a:pt x="1038225" y="476250"/>
                </a:lnTo>
                <a:lnTo>
                  <a:pt x="1038225" y="485775"/>
                </a:lnTo>
                <a:lnTo>
                  <a:pt x="1028700" y="485775"/>
                </a:lnTo>
                <a:close/>
                <a:moveTo>
                  <a:pt x="1200150" y="476250"/>
                </a:moveTo>
                <a:lnTo>
                  <a:pt x="1209675" y="476250"/>
                </a:lnTo>
                <a:lnTo>
                  <a:pt x="1209675" y="495300"/>
                </a:lnTo>
                <a:lnTo>
                  <a:pt x="1200150" y="495300"/>
                </a:lnTo>
                <a:close/>
                <a:moveTo>
                  <a:pt x="9525" y="495300"/>
                </a:moveTo>
                <a:lnTo>
                  <a:pt x="19050" y="495300"/>
                </a:lnTo>
                <a:lnTo>
                  <a:pt x="19050" y="504825"/>
                </a:lnTo>
                <a:lnTo>
                  <a:pt x="9525" y="504825"/>
                </a:lnTo>
                <a:close/>
                <a:moveTo>
                  <a:pt x="590550" y="495300"/>
                </a:moveTo>
                <a:lnTo>
                  <a:pt x="600075" y="495300"/>
                </a:lnTo>
                <a:lnTo>
                  <a:pt x="600075" y="504825"/>
                </a:lnTo>
                <a:lnTo>
                  <a:pt x="590550" y="504825"/>
                </a:lnTo>
                <a:close/>
                <a:moveTo>
                  <a:pt x="704850" y="495300"/>
                </a:moveTo>
                <a:lnTo>
                  <a:pt x="714375" y="495300"/>
                </a:lnTo>
                <a:lnTo>
                  <a:pt x="714375" y="504825"/>
                </a:lnTo>
                <a:lnTo>
                  <a:pt x="704850" y="504825"/>
                </a:lnTo>
                <a:close/>
                <a:moveTo>
                  <a:pt x="0" y="504825"/>
                </a:moveTo>
                <a:lnTo>
                  <a:pt x="9525" y="504825"/>
                </a:lnTo>
                <a:lnTo>
                  <a:pt x="9525" y="514350"/>
                </a:lnTo>
                <a:lnTo>
                  <a:pt x="0" y="514350"/>
                </a:lnTo>
                <a:close/>
                <a:moveTo>
                  <a:pt x="581025" y="504825"/>
                </a:moveTo>
                <a:lnTo>
                  <a:pt x="590550" y="504825"/>
                </a:lnTo>
                <a:lnTo>
                  <a:pt x="590550" y="514350"/>
                </a:lnTo>
                <a:lnTo>
                  <a:pt x="581025" y="514350"/>
                </a:lnTo>
                <a:close/>
                <a:moveTo>
                  <a:pt x="695325" y="504825"/>
                </a:moveTo>
                <a:lnTo>
                  <a:pt x="704850" y="504825"/>
                </a:lnTo>
                <a:lnTo>
                  <a:pt x="704850" y="514350"/>
                </a:lnTo>
                <a:lnTo>
                  <a:pt x="695325" y="514350"/>
                </a:lnTo>
                <a:close/>
                <a:moveTo>
                  <a:pt x="933450" y="514350"/>
                </a:moveTo>
                <a:lnTo>
                  <a:pt x="942975" y="514350"/>
                </a:lnTo>
                <a:lnTo>
                  <a:pt x="942975" y="523875"/>
                </a:lnTo>
                <a:lnTo>
                  <a:pt x="933450" y="523875"/>
                </a:lnTo>
                <a:close/>
                <a:moveTo>
                  <a:pt x="971550" y="514350"/>
                </a:moveTo>
                <a:lnTo>
                  <a:pt x="981075" y="514350"/>
                </a:lnTo>
                <a:lnTo>
                  <a:pt x="981075" y="533400"/>
                </a:lnTo>
                <a:lnTo>
                  <a:pt x="971550" y="533400"/>
                </a:lnTo>
                <a:close/>
                <a:moveTo>
                  <a:pt x="47625" y="523875"/>
                </a:moveTo>
                <a:lnTo>
                  <a:pt x="57150" y="523875"/>
                </a:lnTo>
                <a:lnTo>
                  <a:pt x="57150" y="542925"/>
                </a:lnTo>
                <a:lnTo>
                  <a:pt x="47625" y="542925"/>
                </a:lnTo>
                <a:close/>
                <a:moveTo>
                  <a:pt x="104775" y="523875"/>
                </a:moveTo>
                <a:lnTo>
                  <a:pt x="114300" y="523875"/>
                </a:lnTo>
                <a:lnTo>
                  <a:pt x="114300" y="533400"/>
                </a:lnTo>
                <a:lnTo>
                  <a:pt x="104775" y="533400"/>
                </a:lnTo>
                <a:close/>
                <a:moveTo>
                  <a:pt x="828675" y="523875"/>
                </a:moveTo>
                <a:lnTo>
                  <a:pt x="838200" y="523875"/>
                </a:lnTo>
                <a:lnTo>
                  <a:pt x="838200" y="533400"/>
                </a:lnTo>
                <a:lnTo>
                  <a:pt x="828675" y="533400"/>
                </a:lnTo>
                <a:close/>
                <a:moveTo>
                  <a:pt x="866775" y="523875"/>
                </a:moveTo>
                <a:lnTo>
                  <a:pt x="876300" y="523875"/>
                </a:lnTo>
                <a:lnTo>
                  <a:pt x="876300" y="533400"/>
                </a:lnTo>
                <a:lnTo>
                  <a:pt x="866775" y="533400"/>
                </a:lnTo>
                <a:close/>
                <a:moveTo>
                  <a:pt x="1047750" y="523875"/>
                </a:moveTo>
                <a:lnTo>
                  <a:pt x="1057275" y="523875"/>
                </a:lnTo>
                <a:lnTo>
                  <a:pt x="1057275" y="552450"/>
                </a:lnTo>
                <a:lnTo>
                  <a:pt x="1038225" y="552450"/>
                </a:lnTo>
                <a:lnTo>
                  <a:pt x="1038225" y="542925"/>
                </a:lnTo>
                <a:lnTo>
                  <a:pt x="1047750" y="542925"/>
                </a:lnTo>
                <a:close/>
                <a:moveTo>
                  <a:pt x="1076325" y="523875"/>
                </a:moveTo>
                <a:lnTo>
                  <a:pt x="1095375" y="523875"/>
                </a:lnTo>
                <a:lnTo>
                  <a:pt x="1095375" y="542925"/>
                </a:lnTo>
                <a:lnTo>
                  <a:pt x="1085850" y="542925"/>
                </a:lnTo>
                <a:lnTo>
                  <a:pt x="1085850" y="533400"/>
                </a:lnTo>
                <a:lnTo>
                  <a:pt x="1076325" y="533400"/>
                </a:lnTo>
                <a:close/>
                <a:moveTo>
                  <a:pt x="1152525" y="523875"/>
                </a:moveTo>
                <a:lnTo>
                  <a:pt x="1181100" y="523875"/>
                </a:lnTo>
                <a:lnTo>
                  <a:pt x="1181100" y="561975"/>
                </a:lnTo>
                <a:lnTo>
                  <a:pt x="1171575" y="561975"/>
                </a:lnTo>
                <a:lnTo>
                  <a:pt x="1171575" y="542925"/>
                </a:lnTo>
                <a:lnTo>
                  <a:pt x="1152525" y="542925"/>
                </a:lnTo>
                <a:close/>
                <a:moveTo>
                  <a:pt x="0" y="533400"/>
                </a:moveTo>
                <a:lnTo>
                  <a:pt x="9525" y="533400"/>
                </a:lnTo>
                <a:lnTo>
                  <a:pt x="9525" y="542925"/>
                </a:lnTo>
                <a:lnTo>
                  <a:pt x="0" y="542925"/>
                </a:lnTo>
                <a:close/>
                <a:moveTo>
                  <a:pt x="952500" y="533400"/>
                </a:moveTo>
                <a:lnTo>
                  <a:pt x="962025" y="533400"/>
                </a:lnTo>
                <a:lnTo>
                  <a:pt x="962025" y="542925"/>
                </a:lnTo>
                <a:lnTo>
                  <a:pt x="952500" y="542925"/>
                </a:lnTo>
                <a:close/>
                <a:moveTo>
                  <a:pt x="981075" y="533400"/>
                </a:moveTo>
                <a:lnTo>
                  <a:pt x="990600" y="533400"/>
                </a:lnTo>
                <a:lnTo>
                  <a:pt x="990600" y="542925"/>
                </a:lnTo>
                <a:lnTo>
                  <a:pt x="981075" y="542925"/>
                </a:lnTo>
                <a:close/>
                <a:moveTo>
                  <a:pt x="1133475" y="533400"/>
                </a:moveTo>
                <a:lnTo>
                  <a:pt x="1143000" y="533400"/>
                </a:lnTo>
                <a:lnTo>
                  <a:pt x="1143000" y="542925"/>
                </a:lnTo>
                <a:lnTo>
                  <a:pt x="1133475" y="542925"/>
                </a:lnTo>
                <a:close/>
                <a:moveTo>
                  <a:pt x="9525" y="542925"/>
                </a:moveTo>
                <a:lnTo>
                  <a:pt x="19050" y="542925"/>
                </a:lnTo>
                <a:lnTo>
                  <a:pt x="19050" y="552450"/>
                </a:lnTo>
                <a:lnTo>
                  <a:pt x="47625" y="552450"/>
                </a:lnTo>
                <a:lnTo>
                  <a:pt x="47625" y="561975"/>
                </a:lnTo>
                <a:lnTo>
                  <a:pt x="9525" y="561975"/>
                </a:lnTo>
                <a:close/>
                <a:moveTo>
                  <a:pt x="885825" y="542925"/>
                </a:moveTo>
                <a:lnTo>
                  <a:pt x="895350" y="542925"/>
                </a:lnTo>
                <a:lnTo>
                  <a:pt x="895350" y="552450"/>
                </a:lnTo>
                <a:lnTo>
                  <a:pt x="885825" y="552450"/>
                </a:lnTo>
                <a:close/>
                <a:moveTo>
                  <a:pt x="866775" y="552450"/>
                </a:moveTo>
                <a:lnTo>
                  <a:pt x="885825" y="552450"/>
                </a:lnTo>
                <a:lnTo>
                  <a:pt x="885825" y="561975"/>
                </a:lnTo>
                <a:lnTo>
                  <a:pt x="866775" y="561975"/>
                </a:lnTo>
                <a:close/>
                <a:moveTo>
                  <a:pt x="1190625" y="552450"/>
                </a:moveTo>
                <a:lnTo>
                  <a:pt x="1209675" y="552450"/>
                </a:lnTo>
                <a:lnTo>
                  <a:pt x="1209675" y="561975"/>
                </a:lnTo>
                <a:lnTo>
                  <a:pt x="1190625" y="561975"/>
                </a:lnTo>
                <a:close/>
                <a:moveTo>
                  <a:pt x="304800" y="561975"/>
                </a:moveTo>
                <a:lnTo>
                  <a:pt x="314325" y="561975"/>
                </a:lnTo>
                <a:lnTo>
                  <a:pt x="314325" y="571500"/>
                </a:lnTo>
                <a:lnTo>
                  <a:pt x="323850" y="571500"/>
                </a:lnTo>
                <a:lnTo>
                  <a:pt x="323850" y="590550"/>
                </a:lnTo>
                <a:lnTo>
                  <a:pt x="295275" y="590550"/>
                </a:lnTo>
                <a:lnTo>
                  <a:pt x="295275" y="581025"/>
                </a:lnTo>
                <a:lnTo>
                  <a:pt x="304800" y="581025"/>
                </a:lnTo>
                <a:close/>
                <a:moveTo>
                  <a:pt x="590550" y="561975"/>
                </a:moveTo>
                <a:lnTo>
                  <a:pt x="600075" y="561975"/>
                </a:lnTo>
                <a:lnTo>
                  <a:pt x="600075" y="571500"/>
                </a:lnTo>
                <a:lnTo>
                  <a:pt x="590550" y="571500"/>
                </a:lnTo>
                <a:close/>
                <a:moveTo>
                  <a:pt x="85725" y="571500"/>
                </a:moveTo>
                <a:lnTo>
                  <a:pt x="95250" y="571500"/>
                </a:lnTo>
                <a:lnTo>
                  <a:pt x="95250" y="600075"/>
                </a:lnTo>
                <a:lnTo>
                  <a:pt x="85725" y="600075"/>
                </a:lnTo>
                <a:close/>
                <a:moveTo>
                  <a:pt x="600075" y="571500"/>
                </a:moveTo>
                <a:lnTo>
                  <a:pt x="609600" y="571500"/>
                </a:lnTo>
                <a:lnTo>
                  <a:pt x="609600" y="581025"/>
                </a:lnTo>
                <a:lnTo>
                  <a:pt x="600075" y="581025"/>
                </a:lnTo>
                <a:close/>
                <a:moveTo>
                  <a:pt x="904875" y="571500"/>
                </a:moveTo>
                <a:lnTo>
                  <a:pt x="914400" y="571500"/>
                </a:lnTo>
                <a:lnTo>
                  <a:pt x="914400" y="590550"/>
                </a:lnTo>
                <a:lnTo>
                  <a:pt x="904875" y="590550"/>
                </a:lnTo>
                <a:close/>
                <a:moveTo>
                  <a:pt x="1095375" y="571500"/>
                </a:moveTo>
                <a:lnTo>
                  <a:pt x="1114425" y="571500"/>
                </a:lnTo>
                <a:lnTo>
                  <a:pt x="1114425" y="581025"/>
                </a:lnTo>
                <a:lnTo>
                  <a:pt x="1123950" y="581025"/>
                </a:lnTo>
                <a:lnTo>
                  <a:pt x="1123950" y="590550"/>
                </a:lnTo>
                <a:lnTo>
                  <a:pt x="1114425" y="590550"/>
                </a:lnTo>
                <a:lnTo>
                  <a:pt x="1114425" y="600075"/>
                </a:lnTo>
                <a:lnTo>
                  <a:pt x="1095375" y="600075"/>
                </a:lnTo>
                <a:lnTo>
                  <a:pt x="1095375" y="590550"/>
                </a:lnTo>
                <a:lnTo>
                  <a:pt x="1085850" y="590550"/>
                </a:lnTo>
                <a:lnTo>
                  <a:pt x="1085850" y="581025"/>
                </a:lnTo>
                <a:lnTo>
                  <a:pt x="1095375" y="581025"/>
                </a:lnTo>
                <a:close/>
                <a:moveTo>
                  <a:pt x="1200150" y="571500"/>
                </a:moveTo>
                <a:lnTo>
                  <a:pt x="1209675" y="571500"/>
                </a:lnTo>
                <a:lnTo>
                  <a:pt x="1209675" y="590550"/>
                </a:lnTo>
                <a:lnTo>
                  <a:pt x="1200150" y="590550"/>
                </a:lnTo>
                <a:close/>
                <a:moveTo>
                  <a:pt x="1152525" y="581025"/>
                </a:moveTo>
                <a:lnTo>
                  <a:pt x="1162050" y="581025"/>
                </a:lnTo>
                <a:lnTo>
                  <a:pt x="1162050" y="600075"/>
                </a:lnTo>
                <a:lnTo>
                  <a:pt x="1152525" y="600075"/>
                </a:lnTo>
                <a:close/>
                <a:moveTo>
                  <a:pt x="57150" y="590550"/>
                </a:moveTo>
                <a:lnTo>
                  <a:pt x="66675" y="590550"/>
                </a:lnTo>
                <a:lnTo>
                  <a:pt x="66675" y="600075"/>
                </a:lnTo>
                <a:lnTo>
                  <a:pt x="76200" y="600075"/>
                </a:lnTo>
                <a:lnTo>
                  <a:pt x="76200" y="609600"/>
                </a:lnTo>
                <a:lnTo>
                  <a:pt x="66675" y="609600"/>
                </a:lnTo>
                <a:lnTo>
                  <a:pt x="66675" y="619125"/>
                </a:lnTo>
                <a:lnTo>
                  <a:pt x="57150" y="619125"/>
                </a:lnTo>
                <a:close/>
                <a:moveTo>
                  <a:pt x="942975" y="590550"/>
                </a:moveTo>
                <a:lnTo>
                  <a:pt x="971550" y="590550"/>
                </a:lnTo>
                <a:lnTo>
                  <a:pt x="971550" y="619125"/>
                </a:lnTo>
                <a:lnTo>
                  <a:pt x="952500" y="619125"/>
                </a:lnTo>
                <a:lnTo>
                  <a:pt x="952500" y="628650"/>
                </a:lnTo>
                <a:lnTo>
                  <a:pt x="942975" y="628650"/>
                </a:lnTo>
                <a:lnTo>
                  <a:pt x="942975" y="609600"/>
                </a:lnTo>
                <a:lnTo>
                  <a:pt x="962025" y="609600"/>
                </a:lnTo>
                <a:lnTo>
                  <a:pt x="962025" y="600075"/>
                </a:lnTo>
                <a:lnTo>
                  <a:pt x="942975" y="600075"/>
                </a:lnTo>
                <a:close/>
                <a:moveTo>
                  <a:pt x="1095375" y="590550"/>
                </a:moveTo>
                <a:lnTo>
                  <a:pt x="1104900" y="590550"/>
                </a:lnTo>
                <a:lnTo>
                  <a:pt x="1104900" y="581025"/>
                </a:lnTo>
                <a:lnTo>
                  <a:pt x="1095375" y="581025"/>
                </a:lnTo>
                <a:close/>
                <a:moveTo>
                  <a:pt x="800100" y="600075"/>
                </a:moveTo>
                <a:lnTo>
                  <a:pt x="819150" y="600075"/>
                </a:lnTo>
                <a:lnTo>
                  <a:pt x="819150" y="609600"/>
                </a:lnTo>
                <a:lnTo>
                  <a:pt x="800100" y="609600"/>
                </a:lnTo>
                <a:close/>
                <a:moveTo>
                  <a:pt x="904875" y="600075"/>
                </a:moveTo>
                <a:lnTo>
                  <a:pt x="933450" y="600075"/>
                </a:lnTo>
                <a:lnTo>
                  <a:pt x="933450" y="609600"/>
                </a:lnTo>
                <a:lnTo>
                  <a:pt x="914400" y="609600"/>
                </a:lnTo>
                <a:lnTo>
                  <a:pt x="914400" y="628650"/>
                </a:lnTo>
                <a:lnTo>
                  <a:pt x="904875" y="628650"/>
                </a:lnTo>
                <a:lnTo>
                  <a:pt x="904875" y="619125"/>
                </a:lnTo>
                <a:lnTo>
                  <a:pt x="895350" y="619125"/>
                </a:lnTo>
                <a:lnTo>
                  <a:pt x="895350" y="609600"/>
                </a:lnTo>
                <a:lnTo>
                  <a:pt x="904875" y="609600"/>
                </a:lnTo>
                <a:close/>
                <a:moveTo>
                  <a:pt x="28575" y="609600"/>
                </a:moveTo>
                <a:lnTo>
                  <a:pt x="38100" y="609600"/>
                </a:lnTo>
                <a:lnTo>
                  <a:pt x="38100" y="619125"/>
                </a:lnTo>
                <a:lnTo>
                  <a:pt x="28575" y="619125"/>
                </a:lnTo>
                <a:close/>
                <a:moveTo>
                  <a:pt x="819150" y="609600"/>
                </a:moveTo>
                <a:lnTo>
                  <a:pt x="828675" y="609600"/>
                </a:lnTo>
                <a:lnTo>
                  <a:pt x="828675" y="619125"/>
                </a:lnTo>
                <a:lnTo>
                  <a:pt x="819150" y="619125"/>
                </a:lnTo>
                <a:close/>
                <a:moveTo>
                  <a:pt x="990600" y="609600"/>
                </a:moveTo>
                <a:lnTo>
                  <a:pt x="1019175" y="609600"/>
                </a:lnTo>
                <a:lnTo>
                  <a:pt x="1019175" y="628650"/>
                </a:lnTo>
                <a:lnTo>
                  <a:pt x="1009650" y="628650"/>
                </a:lnTo>
                <a:lnTo>
                  <a:pt x="1009650" y="638175"/>
                </a:lnTo>
                <a:lnTo>
                  <a:pt x="1019175" y="638175"/>
                </a:lnTo>
                <a:lnTo>
                  <a:pt x="1019175" y="657225"/>
                </a:lnTo>
                <a:lnTo>
                  <a:pt x="1028700" y="657225"/>
                </a:lnTo>
                <a:lnTo>
                  <a:pt x="1028700" y="647700"/>
                </a:lnTo>
                <a:lnTo>
                  <a:pt x="1057275" y="647700"/>
                </a:lnTo>
                <a:lnTo>
                  <a:pt x="1057275" y="666750"/>
                </a:lnTo>
                <a:lnTo>
                  <a:pt x="1028700" y="666750"/>
                </a:lnTo>
                <a:lnTo>
                  <a:pt x="1028700" y="676275"/>
                </a:lnTo>
                <a:lnTo>
                  <a:pt x="1019175" y="676275"/>
                </a:lnTo>
                <a:lnTo>
                  <a:pt x="1019175" y="685800"/>
                </a:lnTo>
                <a:lnTo>
                  <a:pt x="990600" y="685800"/>
                </a:lnTo>
                <a:lnTo>
                  <a:pt x="990600" y="676275"/>
                </a:lnTo>
                <a:lnTo>
                  <a:pt x="1000125" y="676275"/>
                </a:lnTo>
                <a:lnTo>
                  <a:pt x="1000125" y="666750"/>
                </a:lnTo>
                <a:lnTo>
                  <a:pt x="1009650" y="666750"/>
                </a:lnTo>
                <a:lnTo>
                  <a:pt x="1009650" y="647700"/>
                </a:lnTo>
                <a:lnTo>
                  <a:pt x="1000125" y="647700"/>
                </a:lnTo>
                <a:lnTo>
                  <a:pt x="1000125" y="657225"/>
                </a:lnTo>
                <a:lnTo>
                  <a:pt x="990600" y="657225"/>
                </a:lnTo>
                <a:lnTo>
                  <a:pt x="990600" y="647700"/>
                </a:lnTo>
                <a:lnTo>
                  <a:pt x="971550" y="647700"/>
                </a:lnTo>
                <a:lnTo>
                  <a:pt x="971550" y="628650"/>
                </a:lnTo>
                <a:lnTo>
                  <a:pt x="981075" y="628650"/>
                </a:lnTo>
                <a:lnTo>
                  <a:pt x="981075" y="619125"/>
                </a:lnTo>
                <a:lnTo>
                  <a:pt x="990600" y="619125"/>
                </a:lnTo>
                <a:close/>
                <a:moveTo>
                  <a:pt x="47625" y="619125"/>
                </a:moveTo>
                <a:lnTo>
                  <a:pt x="57150" y="619125"/>
                </a:lnTo>
                <a:lnTo>
                  <a:pt x="57150" y="647700"/>
                </a:lnTo>
                <a:lnTo>
                  <a:pt x="47625" y="647700"/>
                </a:lnTo>
                <a:lnTo>
                  <a:pt x="47625" y="638175"/>
                </a:lnTo>
                <a:lnTo>
                  <a:pt x="38100" y="638175"/>
                </a:lnTo>
                <a:lnTo>
                  <a:pt x="38100" y="628650"/>
                </a:lnTo>
                <a:lnTo>
                  <a:pt x="47625" y="628650"/>
                </a:lnTo>
                <a:close/>
                <a:moveTo>
                  <a:pt x="1104900" y="619125"/>
                </a:moveTo>
                <a:lnTo>
                  <a:pt x="1123950" y="619125"/>
                </a:lnTo>
                <a:lnTo>
                  <a:pt x="1123950" y="628650"/>
                </a:lnTo>
                <a:lnTo>
                  <a:pt x="1114425" y="628650"/>
                </a:lnTo>
                <a:lnTo>
                  <a:pt x="1114425" y="657225"/>
                </a:lnTo>
                <a:lnTo>
                  <a:pt x="1104900" y="657225"/>
                </a:lnTo>
                <a:lnTo>
                  <a:pt x="1104900" y="647700"/>
                </a:lnTo>
                <a:lnTo>
                  <a:pt x="1095375" y="647700"/>
                </a:lnTo>
                <a:lnTo>
                  <a:pt x="1095375" y="628650"/>
                </a:lnTo>
                <a:lnTo>
                  <a:pt x="1104900" y="628650"/>
                </a:lnTo>
                <a:close/>
                <a:moveTo>
                  <a:pt x="171450" y="628650"/>
                </a:moveTo>
                <a:lnTo>
                  <a:pt x="180975" y="628650"/>
                </a:lnTo>
                <a:lnTo>
                  <a:pt x="180975" y="638175"/>
                </a:lnTo>
                <a:lnTo>
                  <a:pt x="171450" y="638175"/>
                </a:lnTo>
                <a:close/>
                <a:moveTo>
                  <a:pt x="342900" y="628650"/>
                </a:moveTo>
                <a:lnTo>
                  <a:pt x="352425" y="628650"/>
                </a:lnTo>
                <a:lnTo>
                  <a:pt x="352425" y="638175"/>
                </a:lnTo>
                <a:lnTo>
                  <a:pt x="342900" y="638175"/>
                </a:lnTo>
                <a:close/>
                <a:moveTo>
                  <a:pt x="819150" y="628650"/>
                </a:moveTo>
                <a:lnTo>
                  <a:pt x="838200" y="628650"/>
                </a:lnTo>
                <a:lnTo>
                  <a:pt x="838200" y="638175"/>
                </a:lnTo>
                <a:lnTo>
                  <a:pt x="819150" y="638175"/>
                </a:lnTo>
                <a:close/>
                <a:moveTo>
                  <a:pt x="933450" y="628650"/>
                </a:moveTo>
                <a:lnTo>
                  <a:pt x="942975" y="628650"/>
                </a:lnTo>
                <a:lnTo>
                  <a:pt x="942975" y="647700"/>
                </a:lnTo>
                <a:lnTo>
                  <a:pt x="933450" y="647700"/>
                </a:lnTo>
                <a:close/>
                <a:moveTo>
                  <a:pt x="904875" y="638175"/>
                </a:moveTo>
                <a:lnTo>
                  <a:pt x="914400" y="638175"/>
                </a:lnTo>
                <a:lnTo>
                  <a:pt x="914400" y="647700"/>
                </a:lnTo>
                <a:lnTo>
                  <a:pt x="904875" y="647700"/>
                </a:lnTo>
                <a:close/>
                <a:moveTo>
                  <a:pt x="1123950" y="638175"/>
                </a:moveTo>
                <a:lnTo>
                  <a:pt x="1152525" y="638175"/>
                </a:lnTo>
                <a:lnTo>
                  <a:pt x="1152525" y="685800"/>
                </a:lnTo>
                <a:lnTo>
                  <a:pt x="1143000" y="685800"/>
                </a:lnTo>
                <a:lnTo>
                  <a:pt x="1143000" y="704850"/>
                </a:lnTo>
                <a:lnTo>
                  <a:pt x="1133475" y="704850"/>
                </a:lnTo>
                <a:lnTo>
                  <a:pt x="1133475" y="666750"/>
                </a:lnTo>
                <a:lnTo>
                  <a:pt x="1123950" y="666750"/>
                </a:lnTo>
                <a:lnTo>
                  <a:pt x="1123950" y="695325"/>
                </a:lnTo>
                <a:lnTo>
                  <a:pt x="1104900" y="695325"/>
                </a:lnTo>
                <a:lnTo>
                  <a:pt x="1104900" y="676275"/>
                </a:lnTo>
                <a:lnTo>
                  <a:pt x="1095375" y="676275"/>
                </a:lnTo>
                <a:lnTo>
                  <a:pt x="1095375" y="666750"/>
                </a:lnTo>
                <a:lnTo>
                  <a:pt x="1085850" y="666750"/>
                </a:lnTo>
                <a:lnTo>
                  <a:pt x="1085850" y="657225"/>
                </a:lnTo>
                <a:lnTo>
                  <a:pt x="1095375" y="657225"/>
                </a:lnTo>
                <a:lnTo>
                  <a:pt x="1095375" y="666750"/>
                </a:lnTo>
                <a:lnTo>
                  <a:pt x="1114425" y="666750"/>
                </a:lnTo>
                <a:lnTo>
                  <a:pt x="1114425" y="657225"/>
                </a:lnTo>
                <a:lnTo>
                  <a:pt x="1123950" y="657225"/>
                </a:lnTo>
                <a:close/>
                <a:moveTo>
                  <a:pt x="1200150" y="638175"/>
                </a:moveTo>
                <a:lnTo>
                  <a:pt x="1209675" y="638175"/>
                </a:lnTo>
                <a:lnTo>
                  <a:pt x="1209675" y="647700"/>
                </a:lnTo>
                <a:lnTo>
                  <a:pt x="1200150" y="647700"/>
                </a:lnTo>
                <a:close/>
                <a:moveTo>
                  <a:pt x="0" y="647700"/>
                </a:moveTo>
                <a:lnTo>
                  <a:pt x="9525" y="647700"/>
                </a:lnTo>
                <a:lnTo>
                  <a:pt x="9525" y="657225"/>
                </a:lnTo>
                <a:lnTo>
                  <a:pt x="0" y="657225"/>
                </a:lnTo>
                <a:close/>
                <a:moveTo>
                  <a:pt x="57150" y="647700"/>
                </a:moveTo>
                <a:lnTo>
                  <a:pt x="76200" y="647700"/>
                </a:lnTo>
                <a:lnTo>
                  <a:pt x="76200" y="657225"/>
                </a:lnTo>
                <a:lnTo>
                  <a:pt x="66675" y="657225"/>
                </a:lnTo>
                <a:lnTo>
                  <a:pt x="66675" y="676275"/>
                </a:lnTo>
                <a:lnTo>
                  <a:pt x="57150" y="676275"/>
                </a:lnTo>
                <a:lnTo>
                  <a:pt x="57150" y="666750"/>
                </a:lnTo>
                <a:lnTo>
                  <a:pt x="47625" y="666750"/>
                </a:lnTo>
                <a:lnTo>
                  <a:pt x="47625" y="657225"/>
                </a:lnTo>
                <a:lnTo>
                  <a:pt x="57150" y="657225"/>
                </a:lnTo>
                <a:close/>
                <a:moveTo>
                  <a:pt x="152400" y="647700"/>
                </a:moveTo>
                <a:lnTo>
                  <a:pt x="161925" y="647700"/>
                </a:lnTo>
                <a:lnTo>
                  <a:pt x="161925" y="657225"/>
                </a:lnTo>
                <a:lnTo>
                  <a:pt x="152400" y="657225"/>
                </a:lnTo>
                <a:close/>
                <a:moveTo>
                  <a:pt x="190500" y="647700"/>
                </a:moveTo>
                <a:lnTo>
                  <a:pt x="200025" y="647700"/>
                </a:lnTo>
                <a:lnTo>
                  <a:pt x="200025" y="657225"/>
                </a:lnTo>
                <a:lnTo>
                  <a:pt x="190500" y="657225"/>
                </a:lnTo>
                <a:close/>
                <a:moveTo>
                  <a:pt x="219075" y="647700"/>
                </a:moveTo>
                <a:lnTo>
                  <a:pt x="228600" y="647700"/>
                </a:lnTo>
                <a:lnTo>
                  <a:pt x="228600" y="657225"/>
                </a:lnTo>
                <a:lnTo>
                  <a:pt x="238125" y="657225"/>
                </a:lnTo>
                <a:lnTo>
                  <a:pt x="238125" y="695325"/>
                </a:lnTo>
                <a:lnTo>
                  <a:pt x="247650" y="695325"/>
                </a:lnTo>
                <a:lnTo>
                  <a:pt x="247650" y="704850"/>
                </a:lnTo>
                <a:lnTo>
                  <a:pt x="228600" y="704850"/>
                </a:lnTo>
                <a:lnTo>
                  <a:pt x="228600" y="685800"/>
                </a:lnTo>
                <a:lnTo>
                  <a:pt x="219075" y="685800"/>
                </a:lnTo>
                <a:lnTo>
                  <a:pt x="219075" y="704850"/>
                </a:lnTo>
                <a:lnTo>
                  <a:pt x="209550" y="704850"/>
                </a:lnTo>
                <a:lnTo>
                  <a:pt x="209550" y="685800"/>
                </a:lnTo>
                <a:lnTo>
                  <a:pt x="200025" y="685800"/>
                </a:lnTo>
                <a:lnTo>
                  <a:pt x="200025" y="657225"/>
                </a:lnTo>
                <a:lnTo>
                  <a:pt x="219075" y="657225"/>
                </a:lnTo>
                <a:close/>
                <a:moveTo>
                  <a:pt x="857250" y="647700"/>
                </a:moveTo>
                <a:lnTo>
                  <a:pt x="866775" y="647700"/>
                </a:lnTo>
                <a:lnTo>
                  <a:pt x="866775" y="657225"/>
                </a:lnTo>
                <a:lnTo>
                  <a:pt x="876300" y="657225"/>
                </a:lnTo>
                <a:lnTo>
                  <a:pt x="876300" y="647700"/>
                </a:lnTo>
                <a:lnTo>
                  <a:pt x="904875" y="647700"/>
                </a:lnTo>
                <a:lnTo>
                  <a:pt x="904875" y="657225"/>
                </a:lnTo>
                <a:lnTo>
                  <a:pt x="895350" y="657225"/>
                </a:lnTo>
                <a:lnTo>
                  <a:pt x="895350" y="666750"/>
                </a:lnTo>
                <a:lnTo>
                  <a:pt x="904875" y="666750"/>
                </a:lnTo>
                <a:lnTo>
                  <a:pt x="904875" y="657225"/>
                </a:lnTo>
                <a:lnTo>
                  <a:pt x="923925" y="657225"/>
                </a:lnTo>
                <a:lnTo>
                  <a:pt x="923925" y="666750"/>
                </a:lnTo>
                <a:lnTo>
                  <a:pt x="904875" y="666750"/>
                </a:lnTo>
                <a:lnTo>
                  <a:pt x="904875" y="676275"/>
                </a:lnTo>
                <a:lnTo>
                  <a:pt x="895350" y="676275"/>
                </a:lnTo>
                <a:lnTo>
                  <a:pt x="895350" y="685800"/>
                </a:lnTo>
                <a:lnTo>
                  <a:pt x="885825" y="685800"/>
                </a:lnTo>
                <a:lnTo>
                  <a:pt x="885825" y="695325"/>
                </a:lnTo>
                <a:lnTo>
                  <a:pt x="876300" y="695325"/>
                </a:lnTo>
                <a:lnTo>
                  <a:pt x="876300" y="704850"/>
                </a:lnTo>
                <a:lnTo>
                  <a:pt x="819150" y="704850"/>
                </a:lnTo>
                <a:lnTo>
                  <a:pt x="819150" y="695325"/>
                </a:lnTo>
                <a:lnTo>
                  <a:pt x="847725" y="695325"/>
                </a:lnTo>
                <a:lnTo>
                  <a:pt x="847725" y="676275"/>
                </a:lnTo>
                <a:lnTo>
                  <a:pt x="838200" y="676275"/>
                </a:lnTo>
                <a:lnTo>
                  <a:pt x="838200" y="666750"/>
                </a:lnTo>
                <a:lnTo>
                  <a:pt x="828675" y="666750"/>
                </a:lnTo>
                <a:lnTo>
                  <a:pt x="828675" y="657225"/>
                </a:lnTo>
                <a:lnTo>
                  <a:pt x="838200" y="657225"/>
                </a:lnTo>
                <a:lnTo>
                  <a:pt x="838200" y="666750"/>
                </a:lnTo>
                <a:lnTo>
                  <a:pt x="847725" y="666750"/>
                </a:lnTo>
                <a:lnTo>
                  <a:pt x="847725" y="676275"/>
                </a:lnTo>
                <a:lnTo>
                  <a:pt x="866775" y="676275"/>
                </a:lnTo>
                <a:lnTo>
                  <a:pt x="866775" y="685800"/>
                </a:lnTo>
                <a:lnTo>
                  <a:pt x="876300" y="685800"/>
                </a:lnTo>
                <a:lnTo>
                  <a:pt x="876300" y="666750"/>
                </a:lnTo>
                <a:lnTo>
                  <a:pt x="857250" y="666750"/>
                </a:lnTo>
                <a:close/>
                <a:moveTo>
                  <a:pt x="942975" y="647700"/>
                </a:moveTo>
                <a:lnTo>
                  <a:pt x="952500" y="647700"/>
                </a:lnTo>
                <a:lnTo>
                  <a:pt x="952500" y="657225"/>
                </a:lnTo>
                <a:lnTo>
                  <a:pt x="962025" y="657225"/>
                </a:lnTo>
                <a:lnTo>
                  <a:pt x="962025" y="685800"/>
                </a:lnTo>
                <a:lnTo>
                  <a:pt x="952500" y="685800"/>
                </a:lnTo>
                <a:lnTo>
                  <a:pt x="952500" y="695325"/>
                </a:lnTo>
                <a:lnTo>
                  <a:pt x="942975" y="695325"/>
                </a:lnTo>
                <a:lnTo>
                  <a:pt x="942975" y="704850"/>
                </a:lnTo>
                <a:lnTo>
                  <a:pt x="952500" y="704850"/>
                </a:lnTo>
                <a:lnTo>
                  <a:pt x="952500" y="714375"/>
                </a:lnTo>
                <a:lnTo>
                  <a:pt x="971550" y="714375"/>
                </a:lnTo>
                <a:lnTo>
                  <a:pt x="971550" y="733425"/>
                </a:lnTo>
                <a:lnTo>
                  <a:pt x="981075" y="733425"/>
                </a:lnTo>
                <a:lnTo>
                  <a:pt x="981075" y="742950"/>
                </a:lnTo>
                <a:lnTo>
                  <a:pt x="990600" y="742950"/>
                </a:lnTo>
                <a:lnTo>
                  <a:pt x="990600" y="752475"/>
                </a:lnTo>
                <a:lnTo>
                  <a:pt x="952500" y="752475"/>
                </a:lnTo>
                <a:lnTo>
                  <a:pt x="952500" y="733425"/>
                </a:lnTo>
                <a:lnTo>
                  <a:pt x="942975" y="733425"/>
                </a:lnTo>
                <a:lnTo>
                  <a:pt x="942975" y="714375"/>
                </a:lnTo>
                <a:lnTo>
                  <a:pt x="914400" y="714375"/>
                </a:lnTo>
                <a:lnTo>
                  <a:pt x="914400" y="723900"/>
                </a:lnTo>
                <a:lnTo>
                  <a:pt x="923925" y="723900"/>
                </a:lnTo>
                <a:lnTo>
                  <a:pt x="923925" y="733425"/>
                </a:lnTo>
                <a:lnTo>
                  <a:pt x="914400" y="733425"/>
                </a:lnTo>
                <a:lnTo>
                  <a:pt x="914400" y="742950"/>
                </a:lnTo>
                <a:lnTo>
                  <a:pt x="885825" y="742950"/>
                </a:lnTo>
                <a:lnTo>
                  <a:pt x="885825" y="752475"/>
                </a:lnTo>
                <a:lnTo>
                  <a:pt x="866775" y="752475"/>
                </a:lnTo>
                <a:lnTo>
                  <a:pt x="866775" y="733425"/>
                </a:lnTo>
                <a:lnTo>
                  <a:pt x="885825" y="733425"/>
                </a:lnTo>
                <a:lnTo>
                  <a:pt x="885825" y="723900"/>
                </a:lnTo>
                <a:lnTo>
                  <a:pt x="876300" y="723900"/>
                </a:lnTo>
                <a:lnTo>
                  <a:pt x="876300" y="714375"/>
                </a:lnTo>
                <a:lnTo>
                  <a:pt x="885825" y="714375"/>
                </a:lnTo>
                <a:lnTo>
                  <a:pt x="885825" y="695325"/>
                </a:lnTo>
                <a:lnTo>
                  <a:pt x="895350" y="695325"/>
                </a:lnTo>
                <a:lnTo>
                  <a:pt x="895350" y="704850"/>
                </a:lnTo>
                <a:lnTo>
                  <a:pt x="914400" y="704850"/>
                </a:lnTo>
                <a:lnTo>
                  <a:pt x="914400" y="695325"/>
                </a:lnTo>
                <a:lnTo>
                  <a:pt x="904875" y="695325"/>
                </a:lnTo>
                <a:lnTo>
                  <a:pt x="904875" y="685800"/>
                </a:lnTo>
                <a:lnTo>
                  <a:pt x="914400" y="685800"/>
                </a:lnTo>
                <a:lnTo>
                  <a:pt x="914400" y="676275"/>
                </a:lnTo>
                <a:lnTo>
                  <a:pt x="942975" y="676275"/>
                </a:lnTo>
                <a:close/>
                <a:moveTo>
                  <a:pt x="304800" y="657225"/>
                </a:moveTo>
                <a:lnTo>
                  <a:pt x="323850" y="657225"/>
                </a:lnTo>
                <a:lnTo>
                  <a:pt x="323850" y="685800"/>
                </a:lnTo>
                <a:lnTo>
                  <a:pt x="314325" y="685800"/>
                </a:lnTo>
                <a:lnTo>
                  <a:pt x="314325" y="666750"/>
                </a:lnTo>
                <a:lnTo>
                  <a:pt x="304800" y="666750"/>
                </a:lnTo>
                <a:close/>
                <a:moveTo>
                  <a:pt x="1200150" y="657225"/>
                </a:moveTo>
                <a:lnTo>
                  <a:pt x="1209675" y="657225"/>
                </a:lnTo>
                <a:lnTo>
                  <a:pt x="1209675" y="666750"/>
                </a:lnTo>
                <a:lnTo>
                  <a:pt x="1200150" y="666750"/>
                </a:lnTo>
                <a:close/>
                <a:moveTo>
                  <a:pt x="123825" y="666750"/>
                </a:moveTo>
                <a:lnTo>
                  <a:pt x="142875" y="666750"/>
                </a:lnTo>
                <a:lnTo>
                  <a:pt x="142875" y="676275"/>
                </a:lnTo>
                <a:lnTo>
                  <a:pt x="123825" y="676275"/>
                </a:lnTo>
                <a:close/>
                <a:moveTo>
                  <a:pt x="152400" y="666750"/>
                </a:moveTo>
                <a:lnTo>
                  <a:pt x="180975" y="666750"/>
                </a:lnTo>
                <a:lnTo>
                  <a:pt x="180975" y="676275"/>
                </a:lnTo>
                <a:lnTo>
                  <a:pt x="171450" y="676275"/>
                </a:lnTo>
                <a:lnTo>
                  <a:pt x="171450" y="704850"/>
                </a:lnTo>
                <a:lnTo>
                  <a:pt x="190500" y="704850"/>
                </a:lnTo>
                <a:lnTo>
                  <a:pt x="190500" y="714375"/>
                </a:lnTo>
                <a:lnTo>
                  <a:pt x="200025" y="714375"/>
                </a:lnTo>
                <a:lnTo>
                  <a:pt x="200025" y="723900"/>
                </a:lnTo>
                <a:lnTo>
                  <a:pt x="190500" y="723900"/>
                </a:lnTo>
                <a:lnTo>
                  <a:pt x="190500" y="771525"/>
                </a:lnTo>
                <a:lnTo>
                  <a:pt x="180975" y="771525"/>
                </a:lnTo>
                <a:lnTo>
                  <a:pt x="180975" y="762000"/>
                </a:lnTo>
                <a:lnTo>
                  <a:pt x="152400" y="762000"/>
                </a:lnTo>
                <a:lnTo>
                  <a:pt x="152400" y="781050"/>
                </a:lnTo>
                <a:lnTo>
                  <a:pt x="142875" y="781050"/>
                </a:lnTo>
                <a:lnTo>
                  <a:pt x="142875" y="790575"/>
                </a:lnTo>
                <a:lnTo>
                  <a:pt x="123825" y="790575"/>
                </a:lnTo>
                <a:lnTo>
                  <a:pt x="123825" y="762000"/>
                </a:lnTo>
                <a:lnTo>
                  <a:pt x="142875" y="762000"/>
                </a:lnTo>
                <a:lnTo>
                  <a:pt x="142875" y="752475"/>
                </a:lnTo>
                <a:lnTo>
                  <a:pt x="123825" y="752475"/>
                </a:lnTo>
                <a:lnTo>
                  <a:pt x="123825" y="742950"/>
                </a:lnTo>
                <a:lnTo>
                  <a:pt x="133350" y="742950"/>
                </a:lnTo>
                <a:lnTo>
                  <a:pt x="133350" y="714375"/>
                </a:lnTo>
                <a:lnTo>
                  <a:pt x="152400" y="714375"/>
                </a:lnTo>
                <a:lnTo>
                  <a:pt x="152400" y="723900"/>
                </a:lnTo>
                <a:lnTo>
                  <a:pt x="171450" y="723900"/>
                </a:lnTo>
                <a:lnTo>
                  <a:pt x="171450" y="714375"/>
                </a:lnTo>
                <a:lnTo>
                  <a:pt x="161925" y="714375"/>
                </a:lnTo>
                <a:lnTo>
                  <a:pt x="161925" y="704850"/>
                </a:lnTo>
                <a:lnTo>
                  <a:pt x="152400" y="704850"/>
                </a:lnTo>
                <a:lnTo>
                  <a:pt x="152400" y="695325"/>
                </a:lnTo>
                <a:lnTo>
                  <a:pt x="161925" y="695325"/>
                </a:lnTo>
                <a:lnTo>
                  <a:pt x="161925" y="685800"/>
                </a:lnTo>
                <a:lnTo>
                  <a:pt x="152400" y="685800"/>
                </a:lnTo>
                <a:close/>
                <a:moveTo>
                  <a:pt x="428625" y="666750"/>
                </a:moveTo>
                <a:lnTo>
                  <a:pt x="438150" y="666750"/>
                </a:lnTo>
                <a:lnTo>
                  <a:pt x="438150" y="676275"/>
                </a:lnTo>
                <a:lnTo>
                  <a:pt x="428625" y="676275"/>
                </a:lnTo>
                <a:close/>
                <a:moveTo>
                  <a:pt x="781050" y="666750"/>
                </a:moveTo>
                <a:lnTo>
                  <a:pt x="790575" y="666750"/>
                </a:lnTo>
                <a:lnTo>
                  <a:pt x="790575" y="704850"/>
                </a:lnTo>
                <a:lnTo>
                  <a:pt x="771525" y="704850"/>
                </a:lnTo>
                <a:lnTo>
                  <a:pt x="771525" y="695325"/>
                </a:lnTo>
                <a:lnTo>
                  <a:pt x="781050" y="695325"/>
                </a:lnTo>
                <a:close/>
                <a:moveTo>
                  <a:pt x="876300" y="666750"/>
                </a:moveTo>
                <a:lnTo>
                  <a:pt x="885825" y="666750"/>
                </a:lnTo>
                <a:lnTo>
                  <a:pt x="885825" y="657225"/>
                </a:lnTo>
                <a:lnTo>
                  <a:pt x="876300" y="657225"/>
                </a:lnTo>
                <a:close/>
                <a:moveTo>
                  <a:pt x="76200" y="676275"/>
                </a:moveTo>
                <a:lnTo>
                  <a:pt x="85725" y="676275"/>
                </a:lnTo>
                <a:lnTo>
                  <a:pt x="85725" y="685800"/>
                </a:lnTo>
                <a:lnTo>
                  <a:pt x="95250" y="685800"/>
                </a:lnTo>
                <a:lnTo>
                  <a:pt x="95250" y="695325"/>
                </a:lnTo>
                <a:lnTo>
                  <a:pt x="85725" y="695325"/>
                </a:lnTo>
                <a:lnTo>
                  <a:pt x="85725" y="733425"/>
                </a:lnTo>
                <a:lnTo>
                  <a:pt x="95250" y="733425"/>
                </a:lnTo>
                <a:lnTo>
                  <a:pt x="95250" y="752475"/>
                </a:lnTo>
                <a:lnTo>
                  <a:pt x="76200" y="752475"/>
                </a:lnTo>
                <a:lnTo>
                  <a:pt x="76200" y="742950"/>
                </a:lnTo>
                <a:lnTo>
                  <a:pt x="66675" y="742950"/>
                </a:lnTo>
                <a:lnTo>
                  <a:pt x="66675" y="723900"/>
                </a:lnTo>
                <a:lnTo>
                  <a:pt x="57150" y="723900"/>
                </a:lnTo>
                <a:lnTo>
                  <a:pt x="57150" y="742950"/>
                </a:lnTo>
                <a:lnTo>
                  <a:pt x="47625" y="742950"/>
                </a:lnTo>
                <a:lnTo>
                  <a:pt x="47625" y="733425"/>
                </a:lnTo>
                <a:lnTo>
                  <a:pt x="38100" y="733425"/>
                </a:lnTo>
                <a:lnTo>
                  <a:pt x="38100" y="714375"/>
                </a:lnTo>
                <a:lnTo>
                  <a:pt x="66675" y="714375"/>
                </a:lnTo>
                <a:lnTo>
                  <a:pt x="66675" y="685800"/>
                </a:lnTo>
                <a:lnTo>
                  <a:pt x="76200" y="685800"/>
                </a:lnTo>
                <a:close/>
                <a:moveTo>
                  <a:pt x="266700" y="676275"/>
                </a:moveTo>
                <a:lnTo>
                  <a:pt x="276225" y="676275"/>
                </a:lnTo>
                <a:lnTo>
                  <a:pt x="276225" y="685800"/>
                </a:lnTo>
                <a:lnTo>
                  <a:pt x="266700" y="685800"/>
                </a:lnTo>
                <a:close/>
                <a:moveTo>
                  <a:pt x="419100" y="676275"/>
                </a:moveTo>
                <a:lnTo>
                  <a:pt x="428625" y="676275"/>
                </a:lnTo>
                <a:lnTo>
                  <a:pt x="428625" y="685800"/>
                </a:lnTo>
                <a:lnTo>
                  <a:pt x="419100" y="685800"/>
                </a:lnTo>
                <a:close/>
                <a:moveTo>
                  <a:pt x="1181100" y="676275"/>
                </a:moveTo>
                <a:lnTo>
                  <a:pt x="1200150" y="676275"/>
                </a:lnTo>
                <a:lnTo>
                  <a:pt x="1200150" y="685800"/>
                </a:lnTo>
                <a:lnTo>
                  <a:pt x="1181100" y="685800"/>
                </a:lnTo>
                <a:close/>
                <a:moveTo>
                  <a:pt x="276225" y="685800"/>
                </a:moveTo>
                <a:lnTo>
                  <a:pt x="285750" y="685800"/>
                </a:lnTo>
                <a:lnTo>
                  <a:pt x="285750" y="695325"/>
                </a:lnTo>
                <a:lnTo>
                  <a:pt x="276225" y="695325"/>
                </a:lnTo>
                <a:close/>
                <a:moveTo>
                  <a:pt x="400050" y="685800"/>
                </a:moveTo>
                <a:lnTo>
                  <a:pt x="419100" y="685800"/>
                </a:lnTo>
                <a:lnTo>
                  <a:pt x="419100" y="704850"/>
                </a:lnTo>
                <a:lnTo>
                  <a:pt x="409575" y="704850"/>
                </a:lnTo>
                <a:lnTo>
                  <a:pt x="409575" y="695325"/>
                </a:lnTo>
                <a:lnTo>
                  <a:pt x="400050" y="695325"/>
                </a:lnTo>
                <a:close/>
                <a:moveTo>
                  <a:pt x="981075" y="685800"/>
                </a:moveTo>
                <a:lnTo>
                  <a:pt x="990600" y="685800"/>
                </a:lnTo>
                <a:lnTo>
                  <a:pt x="990600" y="695325"/>
                </a:lnTo>
                <a:lnTo>
                  <a:pt x="1000125" y="695325"/>
                </a:lnTo>
                <a:lnTo>
                  <a:pt x="1000125" y="704850"/>
                </a:lnTo>
                <a:lnTo>
                  <a:pt x="971550" y="704850"/>
                </a:lnTo>
                <a:lnTo>
                  <a:pt x="971550" y="695325"/>
                </a:lnTo>
                <a:lnTo>
                  <a:pt x="981075" y="695325"/>
                </a:lnTo>
                <a:close/>
                <a:moveTo>
                  <a:pt x="19050" y="695325"/>
                </a:moveTo>
                <a:lnTo>
                  <a:pt x="28575" y="695325"/>
                </a:lnTo>
                <a:lnTo>
                  <a:pt x="28575" y="704850"/>
                </a:lnTo>
                <a:lnTo>
                  <a:pt x="19050" y="704850"/>
                </a:lnTo>
                <a:close/>
                <a:moveTo>
                  <a:pt x="447675" y="695325"/>
                </a:moveTo>
                <a:lnTo>
                  <a:pt x="476250" y="695325"/>
                </a:lnTo>
                <a:lnTo>
                  <a:pt x="476250" y="714375"/>
                </a:lnTo>
                <a:lnTo>
                  <a:pt x="485775" y="714375"/>
                </a:lnTo>
                <a:lnTo>
                  <a:pt x="485775" y="723900"/>
                </a:lnTo>
                <a:lnTo>
                  <a:pt x="476250" y="723900"/>
                </a:lnTo>
                <a:lnTo>
                  <a:pt x="476250" y="733425"/>
                </a:lnTo>
                <a:lnTo>
                  <a:pt x="466725" y="733425"/>
                </a:lnTo>
                <a:lnTo>
                  <a:pt x="466725" y="723900"/>
                </a:lnTo>
                <a:lnTo>
                  <a:pt x="457200" y="723900"/>
                </a:lnTo>
                <a:lnTo>
                  <a:pt x="457200" y="742950"/>
                </a:lnTo>
                <a:lnTo>
                  <a:pt x="438150" y="742950"/>
                </a:lnTo>
                <a:lnTo>
                  <a:pt x="438150" y="752475"/>
                </a:lnTo>
                <a:lnTo>
                  <a:pt x="428625" y="752475"/>
                </a:lnTo>
                <a:lnTo>
                  <a:pt x="428625" y="762000"/>
                </a:lnTo>
                <a:lnTo>
                  <a:pt x="419100" y="762000"/>
                </a:lnTo>
                <a:lnTo>
                  <a:pt x="419100" y="733425"/>
                </a:lnTo>
                <a:lnTo>
                  <a:pt x="428625" y="733425"/>
                </a:lnTo>
                <a:lnTo>
                  <a:pt x="428625" y="704850"/>
                </a:lnTo>
                <a:lnTo>
                  <a:pt x="438150" y="704850"/>
                </a:lnTo>
                <a:lnTo>
                  <a:pt x="438150" y="714375"/>
                </a:lnTo>
                <a:lnTo>
                  <a:pt x="447675" y="714375"/>
                </a:lnTo>
                <a:close/>
                <a:moveTo>
                  <a:pt x="914400" y="695325"/>
                </a:moveTo>
                <a:lnTo>
                  <a:pt x="923925" y="695325"/>
                </a:lnTo>
                <a:lnTo>
                  <a:pt x="923925" y="685800"/>
                </a:lnTo>
                <a:lnTo>
                  <a:pt x="914400" y="685800"/>
                </a:lnTo>
                <a:close/>
                <a:moveTo>
                  <a:pt x="1057275" y="695325"/>
                </a:moveTo>
                <a:lnTo>
                  <a:pt x="1066800" y="695325"/>
                </a:lnTo>
                <a:lnTo>
                  <a:pt x="1066800" y="704850"/>
                </a:lnTo>
                <a:lnTo>
                  <a:pt x="1057275" y="704850"/>
                </a:lnTo>
                <a:close/>
                <a:moveTo>
                  <a:pt x="247650" y="704850"/>
                </a:moveTo>
                <a:lnTo>
                  <a:pt x="257175" y="704850"/>
                </a:lnTo>
                <a:lnTo>
                  <a:pt x="257175" y="714375"/>
                </a:lnTo>
                <a:lnTo>
                  <a:pt x="247650" y="714375"/>
                </a:lnTo>
                <a:close/>
                <a:moveTo>
                  <a:pt x="742950" y="704850"/>
                </a:moveTo>
                <a:lnTo>
                  <a:pt x="752475" y="704850"/>
                </a:lnTo>
                <a:lnTo>
                  <a:pt x="752475" y="714375"/>
                </a:lnTo>
                <a:lnTo>
                  <a:pt x="742950" y="714375"/>
                </a:lnTo>
                <a:close/>
                <a:moveTo>
                  <a:pt x="1066800" y="704850"/>
                </a:moveTo>
                <a:lnTo>
                  <a:pt x="1095375" y="704850"/>
                </a:lnTo>
                <a:lnTo>
                  <a:pt x="1095375" y="714375"/>
                </a:lnTo>
                <a:lnTo>
                  <a:pt x="1066800" y="714375"/>
                </a:lnTo>
                <a:close/>
                <a:moveTo>
                  <a:pt x="257175" y="714375"/>
                </a:moveTo>
                <a:lnTo>
                  <a:pt x="266700" y="714375"/>
                </a:lnTo>
                <a:lnTo>
                  <a:pt x="266700" y="733425"/>
                </a:lnTo>
                <a:lnTo>
                  <a:pt x="276225" y="733425"/>
                </a:lnTo>
                <a:lnTo>
                  <a:pt x="276225" y="742950"/>
                </a:lnTo>
                <a:lnTo>
                  <a:pt x="285750" y="742950"/>
                </a:lnTo>
                <a:lnTo>
                  <a:pt x="285750" y="752475"/>
                </a:lnTo>
                <a:lnTo>
                  <a:pt x="304800" y="752475"/>
                </a:lnTo>
                <a:lnTo>
                  <a:pt x="304800" y="771525"/>
                </a:lnTo>
                <a:lnTo>
                  <a:pt x="295275" y="771525"/>
                </a:lnTo>
                <a:lnTo>
                  <a:pt x="295275" y="781050"/>
                </a:lnTo>
                <a:lnTo>
                  <a:pt x="266700" y="781050"/>
                </a:lnTo>
                <a:lnTo>
                  <a:pt x="266700" y="752475"/>
                </a:lnTo>
                <a:lnTo>
                  <a:pt x="257175" y="752475"/>
                </a:lnTo>
                <a:close/>
                <a:moveTo>
                  <a:pt x="514350" y="714375"/>
                </a:moveTo>
                <a:lnTo>
                  <a:pt x="523875" y="714375"/>
                </a:lnTo>
                <a:lnTo>
                  <a:pt x="523875" y="723900"/>
                </a:lnTo>
                <a:lnTo>
                  <a:pt x="514350" y="723900"/>
                </a:lnTo>
                <a:close/>
                <a:moveTo>
                  <a:pt x="819150" y="714375"/>
                </a:moveTo>
                <a:lnTo>
                  <a:pt x="828675" y="714375"/>
                </a:lnTo>
                <a:lnTo>
                  <a:pt x="828675" y="723900"/>
                </a:lnTo>
                <a:lnTo>
                  <a:pt x="819150" y="723900"/>
                </a:lnTo>
                <a:close/>
                <a:moveTo>
                  <a:pt x="1000125" y="714375"/>
                </a:moveTo>
                <a:lnTo>
                  <a:pt x="1028700" y="714375"/>
                </a:lnTo>
                <a:lnTo>
                  <a:pt x="1028700" y="742950"/>
                </a:lnTo>
                <a:lnTo>
                  <a:pt x="1019175" y="742950"/>
                </a:lnTo>
                <a:lnTo>
                  <a:pt x="1019175" y="762000"/>
                </a:lnTo>
                <a:lnTo>
                  <a:pt x="1009650" y="762000"/>
                </a:lnTo>
                <a:lnTo>
                  <a:pt x="1009650" y="742950"/>
                </a:lnTo>
                <a:lnTo>
                  <a:pt x="1000125" y="742950"/>
                </a:lnTo>
                <a:close/>
                <a:moveTo>
                  <a:pt x="1095375" y="714375"/>
                </a:moveTo>
                <a:lnTo>
                  <a:pt x="1104900" y="714375"/>
                </a:lnTo>
                <a:lnTo>
                  <a:pt x="1104900" y="723900"/>
                </a:lnTo>
                <a:lnTo>
                  <a:pt x="1095375" y="723900"/>
                </a:lnTo>
                <a:close/>
                <a:moveTo>
                  <a:pt x="238125" y="723900"/>
                </a:moveTo>
                <a:lnTo>
                  <a:pt x="247650" y="723900"/>
                </a:lnTo>
                <a:lnTo>
                  <a:pt x="247650" y="733425"/>
                </a:lnTo>
                <a:lnTo>
                  <a:pt x="238125" y="733425"/>
                </a:lnTo>
                <a:close/>
                <a:moveTo>
                  <a:pt x="371475" y="723900"/>
                </a:moveTo>
                <a:lnTo>
                  <a:pt x="390525" y="723900"/>
                </a:lnTo>
                <a:lnTo>
                  <a:pt x="390525" y="733425"/>
                </a:lnTo>
                <a:lnTo>
                  <a:pt x="371475" y="733425"/>
                </a:lnTo>
                <a:close/>
                <a:moveTo>
                  <a:pt x="495300" y="723900"/>
                </a:moveTo>
                <a:lnTo>
                  <a:pt x="504825" y="723900"/>
                </a:lnTo>
                <a:lnTo>
                  <a:pt x="504825" y="733425"/>
                </a:lnTo>
                <a:lnTo>
                  <a:pt x="495300" y="733425"/>
                </a:lnTo>
                <a:close/>
                <a:moveTo>
                  <a:pt x="828675" y="723900"/>
                </a:moveTo>
                <a:lnTo>
                  <a:pt x="838200" y="723900"/>
                </a:lnTo>
                <a:lnTo>
                  <a:pt x="838200" y="733425"/>
                </a:lnTo>
                <a:lnTo>
                  <a:pt x="828675" y="733425"/>
                </a:lnTo>
                <a:close/>
                <a:moveTo>
                  <a:pt x="1114425" y="723900"/>
                </a:moveTo>
                <a:lnTo>
                  <a:pt x="1143000" y="723900"/>
                </a:lnTo>
                <a:lnTo>
                  <a:pt x="1143000" y="752475"/>
                </a:lnTo>
                <a:lnTo>
                  <a:pt x="1133475" y="752475"/>
                </a:lnTo>
                <a:lnTo>
                  <a:pt x="1133475" y="742950"/>
                </a:lnTo>
                <a:lnTo>
                  <a:pt x="1095375" y="742950"/>
                </a:lnTo>
                <a:lnTo>
                  <a:pt x="1095375" y="733425"/>
                </a:lnTo>
                <a:lnTo>
                  <a:pt x="1114425" y="733425"/>
                </a:lnTo>
                <a:close/>
                <a:moveTo>
                  <a:pt x="1152525" y="723900"/>
                </a:moveTo>
                <a:lnTo>
                  <a:pt x="1162050" y="723900"/>
                </a:lnTo>
                <a:lnTo>
                  <a:pt x="1162050" y="733425"/>
                </a:lnTo>
                <a:lnTo>
                  <a:pt x="1190625" y="733425"/>
                </a:lnTo>
                <a:lnTo>
                  <a:pt x="1190625" y="752475"/>
                </a:lnTo>
                <a:lnTo>
                  <a:pt x="1162050" y="752475"/>
                </a:lnTo>
                <a:lnTo>
                  <a:pt x="1162050" y="742950"/>
                </a:lnTo>
                <a:lnTo>
                  <a:pt x="1152525" y="742950"/>
                </a:lnTo>
                <a:close/>
                <a:moveTo>
                  <a:pt x="28575" y="733425"/>
                </a:moveTo>
                <a:lnTo>
                  <a:pt x="38100" y="733425"/>
                </a:lnTo>
                <a:lnTo>
                  <a:pt x="38100" y="742950"/>
                </a:lnTo>
                <a:lnTo>
                  <a:pt x="28575" y="742950"/>
                </a:lnTo>
                <a:close/>
                <a:moveTo>
                  <a:pt x="600075" y="733425"/>
                </a:moveTo>
                <a:lnTo>
                  <a:pt x="609600" y="733425"/>
                </a:lnTo>
                <a:lnTo>
                  <a:pt x="609600" y="742950"/>
                </a:lnTo>
                <a:lnTo>
                  <a:pt x="600075" y="742950"/>
                </a:lnTo>
                <a:close/>
                <a:moveTo>
                  <a:pt x="619125" y="733425"/>
                </a:moveTo>
                <a:lnTo>
                  <a:pt x="647700" y="733425"/>
                </a:lnTo>
                <a:lnTo>
                  <a:pt x="647700" y="742950"/>
                </a:lnTo>
                <a:lnTo>
                  <a:pt x="619125" y="742950"/>
                </a:lnTo>
                <a:close/>
                <a:moveTo>
                  <a:pt x="657225" y="733425"/>
                </a:moveTo>
                <a:lnTo>
                  <a:pt x="676275" y="733425"/>
                </a:lnTo>
                <a:lnTo>
                  <a:pt x="676275" y="742950"/>
                </a:lnTo>
                <a:lnTo>
                  <a:pt x="657225" y="742950"/>
                </a:lnTo>
                <a:close/>
                <a:moveTo>
                  <a:pt x="809625" y="733425"/>
                </a:moveTo>
                <a:lnTo>
                  <a:pt x="819150" y="733425"/>
                </a:lnTo>
                <a:lnTo>
                  <a:pt x="819150" y="742950"/>
                </a:lnTo>
                <a:lnTo>
                  <a:pt x="828675" y="742950"/>
                </a:lnTo>
                <a:lnTo>
                  <a:pt x="828675" y="762000"/>
                </a:lnTo>
                <a:lnTo>
                  <a:pt x="838200" y="762000"/>
                </a:lnTo>
                <a:lnTo>
                  <a:pt x="838200" y="771525"/>
                </a:lnTo>
                <a:lnTo>
                  <a:pt x="847725" y="771525"/>
                </a:lnTo>
                <a:lnTo>
                  <a:pt x="847725" y="790575"/>
                </a:lnTo>
                <a:lnTo>
                  <a:pt x="800100" y="790575"/>
                </a:lnTo>
                <a:lnTo>
                  <a:pt x="800100" y="771525"/>
                </a:lnTo>
                <a:lnTo>
                  <a:pt x="790575" y="771525"/>
                </a:lnTo>
                <a:lnTo>
                  <a:pt x="790575" y="790575"/>
                </a:lnTo>
                <a:lnTo>
                  <a:pt x="752475" y="790575"/>
                </a:lnTo>
                <a:lnTo>
                  <a:pt x="752475" y="781050"/>
                </a:lnTo>
                <a:lnTo>
                  <a:pt x="762000" y="781050"/>
                </a:lnTo>
                <a:lnTo>
                  <a:pt x="762000" y="771525"/>
                </a:lnTo>
                <a:lnTo>
                  <a:pt x="752475" y="771525"/>
                </a:lnTo>
                <a:lnTo>
                  <a:pt x="752475" y="742950"/>
                </a:lnTo>
                <a:lnTo>
                  <a:pt x="762000" y="742950"/>
                </a:lnTo>
                <a:lnTo>
                  <a:pt x="762000" y="762000"/>
                </a:lnTo>
                <a:lnTo>
                  <a:pt x="790575" y="762000"/>
                </a:lnTo>
                <a:lnTo>
                  <a:pt x="790575" y="752475"/>
                </a:lnTo>
                <a:lnTo>
                  <a:pt x="771525" y="752475"/>
                </a:lnTo>
                <a:lnTo>
                  <a:pt x="771525" y="742950"/>
                </a:lnTo>
                <a:lnTo>
                  <a:pt x="809625" y="742950"/>
                </a:lnTo>
                <a:close/>
                <a:moveTo>
                  <a:pt x="1076325" y="733425"/>
                </a:moveTo>
                <a:lnTo>
                  <a:pt x="1085850" y="733425"/>
                </a:lnTo>
                <a:lnTo>
                  <a:pt x="1085850" y="742950"/>
                </a:lnTo>
                <a:lnTo>
                  <a:pt x="1095375" y="742950"/>
                </a:lnTo>
                <a:lnTo>
                  <a:pt x="1095375" y="752475"/>
                </a:lnTo>
                <a:lnTo>
                  <a:pt x="1114425" y="752475"/>
                </a:lnTo>
                <a:lnTo>
                  <a:pt x="1114425" y="781050"/>
                </a:lnTo>
                <a:lnTo>
                  <a:pt x="1133475" y="781050"/>
                </a:lnTo>
                <a:lnTo>
                  <a:pt x="1133475" y="800100"/>
                </a:lnTo>
                <a:lnTo>
                  <a:pt x="1104900" y="800100"/>
                </a:lnTo>
                <a:lnTo>
                  <a:pt x="1104900" y="762000"/>
                </a:lnTo>
                <a:lnTo>
                  <a:pt x="1085850" y="762000"/>
                </a:lnTo>
                <a:lnTo>
                  <a:pt x="1085850" y="752475"/>
                </a:lnTo>
                <a:lnTo>
                  <a:pt x="1076325" y="752475"/>
                </a:lnTo>
                <a:close/>
                <a:moveTo>
                  <a:pt x="1200150" y="733425"/>
                </a:moveTo>
                <a:lnTo>
                  <a:pt x="1209675" y="733425"/>
                </a:lnTo>
                <a:lnTo>
                  <a:pt x="1209675" y="742950"/>
                </a:lnTo>
                <a:lnTo>
                  <a:pt x="1200150" y="742950"/>
                </a:lnTo>
                <a:close/>
                <a:moveTo>
                  <a:pt x="9525" y="742950"/>
                </a:moveTo>
                <a:lnTo>
                  <a:pt x="19050" y="742950"/>
                </a:lnTo>
                <a:lnTo>
                  <a:pt x="19050" y="752475"/>
                </a:lnTo>
                <a:lnTo>
                  <a:pt x="9525" y="752475"/>
                </a:lnTo>
                <a:close/>
                <a:moveTo>
                  <a:pt x="57150" y="742950"/>
                </a:moveTo>
                <a:lnTo>
                  <a:pt x="66675" y="742950"/>
                </a:lnTo>
                <a:lnTo>
                  <a:pt x="66675" y="752475"/>
                </a:lnTo>
                <a:lnTo>
                  <a:pt x="57150" y="752475"/>
                </a:lnTo>
                <a:close/>
                <a:moveTo>
                  <a:pt x="361950" y="742950"/>
                </a:moveTo>
                <a:lnTo>
                  <a:pt x="371475" y="742950"/>
                </a:lnTo>
                <a:lnTo>
                  <a:pt x="371475" y="752475"/>
                </a:lnTo>
                <a:lnTo>
                  <a:pt x="361950" y="752475"/>
                </a:lnTo>
                <a:close/>
                <a:moveTo>
                  <a:pt x="1038225" y="742950"/>
                </a:moveTo>
                <a:lnTo>
                  <a:pt x="1047750" y="742950"/>
                </a:lnTo>
                <a:lnTo>
                  <a:pt x="1047750" y="781050"/>
                </a:lnTo>
                <a:lnTo>
                  <a:pt x="1038225" y="781050"/>
                </a:lnTo>
                <a:lnTo>
                  <a:pt x="1038225" y="809625"/>
                </a:lnTo>
                <a:lnTo>
                  <a:pt x="1000125" y="809625"/>
                </a:lnTo>
                <a:lnTo>
                  <a:pt x="1000125" y="800100"/>
                </a:lnTo>
                <a:lnTo>
                  <a:pt x="990600" y="800100"/>
                </a:lnTo>
                <a:lnTo>
                  <a:pt x="990600" y="790575"/>
                </a:lnTo>
                <a:lnTo>
                  <a:pt x="1000125" y="790575"/>
                </a:lnTo>
                <a:lnTo>
                  <a:pt x="1000125" y="800100"/>
                </a:lnTo>
                <a:lnTo>
                  <a:pt x="1009650" y="800100"/>
                </a:lnTo>
                <a:lnTo>
                  <a:pt x="1009650" y="781050"/>
                </a:lnTo>
                <a:lnTo>
                  <a:pt x="1028700" y="781050"/>
                </a:lnTo>
                <a:lnTo>
                  <a:pt x="1028700" y="771525"/>
                </a:lnTo>
                <a:lnTo>
                  <a:pt x="1038225" y="771525"/>
                </a:lnTo>
                <a:close/>
                <a:moveTo>
                  <a:pt x="161925" y="752475"/>
                </a:moveTo>
                <a:lnTo>
                  <a:pt x="171450" y="752475"/>
                </a:lnTo>
                <a:lnTo>
                  <a:pt x="171450" y="742950"/>
                </a:lnTo>
                <a:lnTo>
                  <a:pt x="161925" y="742950"/>
                </a:lnTo>
                <a:close/>
                <a:moveTo>
                  <a:pt x="457200" y="752475"/>
                </a:moveTo>
                <a:lnTo>
                  <a:pt x="485775" y="752475"/>
                </a:lnTo>
                <a:lnTo>
                  <a:pt x="485775" y="771525"/>
                </a:lnTo>
                <a:lnTo>
                  <a:pt x="457200" y="771525"/>
                </a:lnTo>
                <a:close/>
                <a:moveTo>
                  <a:pt x="542925" y="752475"/>
                </a:moveTo>
                <a:lnTo>
                  <a:pt x="552450" y="752475"/>
                </a:lnTo>
                <a:lnTo>
                  <a:pt x="552450" y="762000"/>
                </a:lnTo>
                <a:lnTo>
                  <a:pt x="542925" y="762000"/>
                </a:lnTo>
                <a:close/>
                <a:moveTo>
                  <a:pt x="942975" y="752475"/>
                </a:moveTo>
                <a:lnTo>
                  <a:pt x="952500" y="752475"/>
                </a:lnTo>
                <a:lnTo>
                  <a:pt x="952500" y="771525"/>
                </a:lnTo>
                <a:lnTo>
                  <a:pt x="942975" y="771525"/>
                </a:lnTo>
                <a:close/>
                <a:moveTo>
                  <a:pt x="1190625" y="752475"/>
                </a:moveTo>
                <a:lnTo>
                  <a:pt x="1200150" y="752475"/>
                </a:lnTo>
                <a:lnTo>
                  <a:pt x="1200150" y="762000"/>
                </a:lnTo>
                <a:lnTo>
                  <a:pt x="1190625" y="762000"/>
                </a:lnTo>
                <a:close/>
                <a:moveTo>
                  <a:pt x="219075" y="762000"/>
                </a:moveTo>
                <a:lnTo>
                  <a:pt x="228600" y="762000"/>
                </a:lnTo>
                <a:lnTo>
                  <a:pt x="228600" y="771525"/>
                </a:lnTo>
                <a:lnTo>
                  <a:pt x="238125" y="771525"/>
                </a:lnTo>
                <a:lnTo>
                  <a:pt x="238125" y="762000"/>
                </a:lnTo>
                <a:lnTo>
                  <a:pt x="247650" y="762000"/>
                </a:lnTo>
                <a:lnTo>
                  <a:pt x="247650" y="790575"/>
                </a:lnTo>
                <a:lnTo>
                  <a:pt x="238125" y="790575"/>
                </a:lnTo>
                <a:lnTo>
                  <a:pt x="238125" y="781050"/>
                </a:lnTo>
                <a:lnTo>
                  <a:pt x="228600" y="781050"/>
                </a:lnTo>
                <a:lnTo>
                  <a:pt x="228600" y="790575"/>
                </a:lnTo>
                <a:lnTo>
                  <a:pt x="219075" y="790575"/>
                </a:lnTo>
                <a:lnTo>
                  <a:pt x="219075" y="781050"/>
                </a:lnTo>
                <a:lnTo>
                  <a:pt x="209550" y="781050"/>
                </a:lnTo>
                <a:lnTo>
                  <a:pt x="209550" y="800100"/>
                </a:lnTo>
                <a:lnTo>
                  <a:pt x="190500" y="800100"/>
                </a:lnTo>
                <a:lnTo>
                  <a:pt x="190500" y="781050"/>
                </a:lnTo>
                <a:lnTo>
                  <a:pt x="200025" y="781050"/>
                </a:lnTo>
                <a:lnTo>
                  <a:pt x="200025" y="771525"/>
                </a:lnTo>
                <a:lnTo>
                  <a:pt x="219075" y="771525"/>
                </a:lnTo>
                <a:close/>
                <a:moveTo>
                  <a:pt x="876300" y="762000"/>
                </a:moveTo>
                <a:lnTo>
                  <a:pt x="885825" y="762000"/>
                </a:lnTo>
                <a:lnTo>
                  <a:pt x="885825" y="781050"/>
                </a:lnTo>
                <a:lnTo>
                  <a:pt x="866775" y="781050"/>
                </a:lnTo>
                <a:lnTo>
                  <a:pt x="866775" y="771525"/>
                </a:lnTo>
                <a:lnTo>
                  <a:pt x="876300" y="771525"/>
                </a:lnTo>
                <a:close/>
                <a:moveTo>
                  <a:pt x="1057275" y="762000"/>
                </a:moveTo>
                <a:lnTo>
                  <a:pt x="1066800" y="762000"/>
                </a:lnTo>
                <a:lnTo>
                  <a:pt x="1066800" y="771525"/>
                </a:lnTo>
                <a:lnTo>
                  <a:pt x="1057275" y="771525"/>
                </a:lnTo>
                <a:close/>
                <a:moveTo>
                  <a:pt x="1152525" y="762000"/>
                </a:moveTo>
                <a:lnTo>
                  <a:pt x="1162050" y="762000"/>
                </a:lnTo>
                <a:lnTo>
                  <a:pt x="1162050" y="800100"/>
                </a:lnTo>
                <a:lnTo>
                  <a:pt x="1143000" y="800100"/>
                </a:lnTo>
                <a:lnTo>
                  <a:pt x="1143000" y="781050"/>
                </a:lnTo>
                <a:lnTo>
                  <a:pt x="1152525" y="781050"/>
                </a:lnTo>
                <a:close/>
                <a:moveTo>
                  <a:pt x="19050" y="771525"/>
                </a:moveTo>
                <a:lnTo>
                  <a:pt x="28575" y="771525"/>
                </a:lnTo>
                <a:lnTo>
                  <a:pt x="28575" y="781050"/>
                </a:lnTo>
                <a:lnTo>
                  <a:pt x="19050" y="781050"/>
                </a:lnTo>
                <a:close/>
                <a:moveTo>
                  <a:pt x="381000" y="771525"/>
                </a:moveTo>
                <a:lnTo>
                  <a:pt x="390525" y="771525"/>
                </a:lnTo>
                <a:lnTo>
                  <a:pt x="390525" y="790575"/>
                </a:lnTo>
                <a:lnTo>
                  <a:pt x="400050" y="790575"/>
                </a:lnTo>
                <a:lnTo>
                  <a:pt x="400050" y="809625"/>
                </a:lnTo>
                <a:lnTo>
                  <a:pt x="390525" y="809625"/>
                </a:lnTo>
                <a:lnTo>
                  <a:pt x="390525" y="800100"/>
                </a:lnTo>
                <a:lnTo>
                  <a:pt x="381000" y="800100"/>
                </a:lnTo>
                <a:lnTo>
                  <a:pt x="381000" y="809625"/>
                </a:lnTo>
                <a:lnTo>
                  <a:pt x="352425" y="809625"/>
                </a:lnTo>
                <a:lnTo>
                  <a:pt x="352425" y="800100"/>
                </a:lnTo>
                <a:lnTo>
                  <a:pt x="361950" y="800100"/>
                </a:lnTo>
                <a:lnTo>
                  <a:pt x="361950" y="790575"/>
                </a:lnTo>
                <a:lnTo>
                  <a:pt x="371475" y="790575"/>
                </a:lnTo>
                <a:lnTo>
                  <a:pt x="371475" y="781050"/>
                </a:lnTo>
                <a:lnTo>
                  <a:pt x="381000" y="781050"/>
                </a:lnTo>
                <a:close/>
                <a:moveTo>
                  <a:pt x="800100" y="771525"/>
                </a:moveTo>
                <a:lnTo>
                  <a:pt x="819150" y="771525"/>
                </a:lnTo>
                <a:lnTo>
                  <a:pt x="819150" y="762000"/>
                </a:lnTo>
                <a:lnTo>
                  <a:pt x="800100" y="762000"/>
                </a:lnTo>
                <a:close/>
                <a:moveTo>
                  <a:pt x="952500" y="771525"/>
                </a:moveTo>
                <a:lnTo>
                  <a:pt x="971550" y="771525"/>
                </a:lnTo>
                <a:lnTo>
                  <a:pt x="971550" y="790575"/>
                </a:lnTo>
                <a:lnTo>
                  <a:pt x="952500" y="790575"/>
                </a:lnTo>
                <a:lnTo>
                  <a:pt x="952500" y="809625"/>
                </a:lnTo>
                <a:lnTo>
                  <a:pt x="942975" y="809625"/>
                </a:lnTo>
                <a:lnTo>
                  <a:pt x="942975" y="800100"/>
                </a:lnTo>
                <a:lnTo>
                  <a:pt x="933450" y="800100"/>
                </a:lnTo>
                <a:lnTo>
                  <a:pt x="933450" y="809625"/>
                </a:lnTo>
                <a:lnTo>
                  <a:pt x="904875" y="809625"/>
                </a:lnTo>
                <a:lnTo>
                  <a:pt x="904875" y="800100"/>
                </a:lnTo>
                <a:lnTo>
                  <a:pt x="895350" y="800100"/>
                </a:lnTo>
                <a:lnTo>
                  <a:pt x="895350" y="790575"/>
                </a:lnTo>
                <a:lnTo>
                  <a:pt x="914400" y="790575"/>
                </a:lnTo>
                <a:lnTo>
                  <a:pt x="914400" y="781050"/>
                </a:lnTo>
                <a:lnTo>
                  <a:pt x="933450" y="781050"/>
                </a:lnTo>
                <a:lnTo>
                  <a:pt x="933450" y="790575"/>
                </a:lnTo>
                <a:lnTo>
                  <a:pt x="942975" y="790575"/>
                </a:lnTo>
                <a:lnTo>
                  <a:pt x="942975" y="781050"/>
                </a:lnTo>
                <a:lnTo>
                  <a:pt x="952500" y="781050"/>
                </a:lnTo>
                <a:close/>
                <a:moveTo>
                  <a:pt x="0" y="781050"/>
                </a:moveTo>
                <a:lnTo>
                  <a:pt x="19050" y="781050"/>
                </a:lnTo>
                <a:lnTo>
                  <a:pt x="19050" y="809625"/>
                </a:lnTo>
                <a:lnTo>
                  <a:pt x="0" y="809625"/>
                </a:lnTo>
                <a:close/>
                <a:moveTo>
                  <a:pt x="304800" y="781050"/>
                </a:moveTo>
                <a:lnTo>
                  <a:pt x="314325" y="781050"/>
                </a:lnTo>
                <a:lnTo>
                  <a:pt x="314325" y="790575"/>
                </a:lnTo>
                <a:lnTo>
                  <a:pt x="304800" y="790575"/>
                </a:lnTo>
                <a:close/>
                <a:moveTo>
                  <a:pt x="438150" y="781050"/>
                </a:moveTo>
                <a:lnTo>
                  <a:pt x="447675" y="781050"/>
                </a:lnTo>
                <a:lnTo>
                  <a:pt x="447675" y="790575"/>
                </a:lnTo>
                <a:lnTo>
                  <a:pt x="438150" y="790575"/>
                </a:lnTo>
                <a:close/>
                <a:moveTo>
                  <a:pt x="1057275" y="781050"/>
                </a:moveTo>
                <a:lnTo>
                  <a:pt x="1085850" y="781050"/>
                </a:lnTo>
                <a:lnTo>
                  <a:pt x="1085850" y="809625"/>
                </a:lnTo>
                <a:lnTo>
                  <a:pt x="1057275" y="809625"/>
                </a:lnTo>
                <a:close/>
                <a:moveTo>
                  <a:pt x="1181100" y="781050"/>
                </a:moveTo>
                <a:lnTo>
                  <a:pt x="1200150" y="781050"/>
                </a:lnTo>
                <a:lnTo>
                  <a:pt x="1200150" y="800100"/>
                </a:lnTo>
                <a:lnTo>
                  <a:pt x="1209675" y="800100"/>
                </a:lnTo>
                <a:lnTo>
                  <a:pt x="1209675" y="809625"/>
                </a:lnTo>
                <a:lnTo>
                  <a:pt x="1190625" y="809625"/>
                </a:lnTo>
                <a:lnTo>
                  <a:pt x="1190625" y="800100"/>
                </a:lnTo>
                <a:lnTo>
                  <a:pt x="1181100" y="800100"/>
                </a:lnTo>
                <a:lnTo>
                  <a:pt x="1181100" y="809625"/>
                </a:lnTo>
                <a:lnTo>
                  <a:pt x="1171575" y="809625"/>
                </a:lnTo>
                <a:lnTo>
                  <a:pt x="1171575" y="790575"/>
                </a:lnTo>
                <a:lnTo>
                  <a:pt x="1181100" y="790575"/>
                </a:lnTo>
                <a:close/>
                <a:moveTo>
                  <a:pt x="295275" y="790575"/>
                </a:moveTo>
                <a:lnTo>
                  <a:pt x="304800" y="790575"/>
                </a:lnTo>
                <a:lnTo>
                  <a:pt x="304800" y="809625"/>
                </a:lnTo>
                <a:lnTo>
                  <a:pt x="295275" y="809625"/>
                </a:lnTo>
                <a:close/>
                <a:moveTo>
                  <a:pt x="638175" y="790575"/>
                </a:moveTo>
                <a:lnTo>
                  <a:pt x="647700" y="790575"/>
                </a:lnTo>
                <a:lnTo>
                  <a:pt x="647700" y="800100"/>
                </a:lnTo>
                <a:lnTo>
                  <a:pt x="638175" y="800100"/>
                </a:lnTo>
                <a:close/>
                <a:moveTo>
                  <a:pt x="314325" y="800100"/>
                </a:moveTo>
                <a:lnTo>
                  <a:pt x="323850" y="800100"/>
                </a:lnTo>
                <a:lnTo>
                  <a:pt x="323850" y="809625"/>
                </a:lnTo>
                <a:lnTo>
                  <a:pt x="314325" y="809625"/>
                </a:lnTo>
                <a:close/>
                <a:moveTo>
                  <a:pt x="866775" y="800100"/>
                </a:moveTo>
                <a:lnTo>
                  <a:pt x="876300" y="800100"/>
                </a:lnTo>
                <a:lnTo>
                  <a:pt x="876300" y="809625"/>
                </a:lnTo>
                <a:lnTo>
                  <a:pt x="866775" y="809625"/>
                </a:lnTo>
                <a:close/>
              </a:path>
            </a:pathLst>
          </a:custGeom>
          <a:solidFill xmlns:a="http://schemas.openxmlformats.org/drawingml/2006/main">
            <a:srgbClr val="F9F9F4"/>
          </a:solidFill>
          <a:ln xmlns:a="http://schemas.openxmlformats.org/drawingml/2006/main" w="0">
            <a:noFill/>
          </a:ln>
        </p:spPr>
      </p:sp>
      <p:sp>
        <p:nvSpPr>
          <p:cNvPr id="183" name="v20 vector #f9f9f3">
            <a:extLst xmlns:a="http://schemas.openxmlformats.org/drawingml/2006/main">
              <a:ext uri="{FF2B5EF4-FFF2-40B4-BE49-F238E27FC236}">
                <a16:creationId xmlns:a16="http://schemas.microsoft.com/office/drawing/2014/main" id="{EFEC1814-2A35-476E-8DD7-300C6F52A6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5350" y="4848225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1171575" y="0"/>
                </a:moveTo>
                <a:lnTo>
                  <a:pt x="1181100" y="0"/>
                </a:lnTo>
                <a:lnTo>
                  <a:pt x="1181100" y="9525"/>
                </a:lnTo>
                <a:lnTo>
                  <a:pt x="1171575" y="9525"/>
                </a:lnTo>
                <a:close/>
                <a:moveTo>
                  <a:pt x="657225" y="47625"/>
                </a:moveTo>
                <a:lnTo>
                  <a:pt x="666750" y="47625"/>
                </a:lnTo>
                <a:lnTo>
                  <a:pt x="666750" y="57150"/>
                </a:lnTo>
                <a:lnTo>
                  <a:pt x="657225" y="57150"/>
                </a:lnTo>
                <a:close/>
                <a:moveTo>
                  <a:pt x="1019175" y="47625"/>
                </a:moveTo>
                <a:lnTo>
                  <a:pt x="1038225" y="47625"/>
                </a:lnTo>
                <a:lnTo>
                  <a:pt x="1038225" y="57150"/>
                </a:lnTo>
                <a:lnTo>
                  <a:pt x="1019175" y="57150"/>
                </a:lnTo>
                <a:close/>
                <a:moveTo>
                  <a:pt x="523875" y="247650"/>
                </a:moveTo>
                <a:lnTo>
                  <a:pt x="533400" y="247650"/>
                </a:lnTo>
                <a:lnTo>
                  <a:pt x="533400" y="257175"/>
                </a:lnTo>
                <a:lnTo>
                  <a:pt x="523875" y="257175"/>
                </a:lnTo>
                <a:close/>
                <a:moveTo>
                  <a:pt x="190500" y="342900"/>
                </a:moveTo>
                <a:lnTo>
                  <a:pt x="200025" y="342900"/>
                </a:lnTo>
                <a:lnTo>
                  <a:pt x="200025" y="352425"/>
                </a:lnTo>
                <a:lnTo>
                  <a:pt x="190500" y="352425"/>
                </a:lnTo>
                <a:close/>
                <a:moveTo>
                  <a:pt x="295275" y="352425"/>
                </a:moveTo>
                <a:lnTo>
                  <a:pt x="304800" y="352425"/>
                </a:lnTo>
                <a:lnTo>
                  <a:pt x="304800" y="361950"/>
                </a:lnTo>
                <a:lnTo>
                  <a:pt x="295275" y="361950"/>
                </a:lnTo>
                <a:close/>
                <a:moveTo>
                  <a:pt x="1200150" y="390525"/>
                </a:moveTo>
                <a:lnTo>
                  <a:pt x="1209675" y="390525"/>
                </a:lnTo>
                <a:lnTo>
                  <a:pt x="1209675" y="409575"/>
                </a:lnTo>
                <a:lnTo>
                  <a:pt x="1200150" y="409575"/>
                </a:lnTo>
                <a:close/>
                <a:moveTo>
                  <a:pt x="857250" y="419100"/>
                </a:moveTo>
                <a:lnTo>
                  <a:pt x="904875" y="419100"/>
                </a:lnTo>
                <a:lnTo>
                  <a:pt x="904875" y="428625"/>
                </a:lnTo>
                <a:lnTo>
                  <a:pt x="885825" y="428625"/>
                </a:lnTo>
                <a:lnTo>
                  <a:pt x="885825" y="438150"/>
                </a:lnTo>
                <a:lnTo>
                  <a:pt x="876300" y="438150"/>
                </a:lnTo>
                <a:lnTo>
                  <a:pt x="876300" y="428625"/>
                </a:lnTo>
                <a:lnTo>
                  <a:pt x="857250" y="428625"/>
                </a:lnTo>
                <a:close/>
                <a:moveTo>
                  <a:pt x="981075" y="428625"/>
                </a:moveTo>
                <a:lnTo>
                  <a:pt x="990600" y="428625"/>
                </a:lnTo>
                <a:lnTo>
                  <a:pt x="990600" y="438150"/>
                </a:lnTo>
                <a:lnTo>
                  <a:pt x="981075" y="438150"/>
                </a:lnTo>
                <a:close/>
                <a:moveTo>
                  <a:pt x="876300" y="447675"/>
                </a:moveTo>
                <a:lnTo>
                  <a:pt x="904875" y="447675"/>
                </a:lnTo>
                <a:lnTo>
                  <a:pt x="904875" y="466725"/>
                </a:lnTo>
                <a:lnTo>
                  <a:pt x="866775" y="466725"/>
                </a:lnTo>
                <a:lnTo>
                  <a:pt x="866775" y="457200"/>
                </a:lnTo>
                <a:lnTo>
                  <a:pt x="876300" y="457200"/>
                </a:lnTo>
                <a:close/>
                <a:moveTo>
                  <a:pt x="981075" y="447675"/>
                </a:moveTo>
                <a:lnTo>
                  <a:pt x="990600" y="447675"/>
                </a:lnTo>
                <a:lnTo>
                  <a:pt x="990600" y="457200"/>
                </a:lnTo>
                <a:lnTo>
                  <a:pt x="981075" y="457200"/>
                </a:lnTo>
                <a:close/>
                <a:moveTo>
                  <a:pt x="933450" y="457200"/>
                </a:moveTo>
                <a:lnTo>
                  <a:pt x="962025" y="457200"/>
                </a:lnTo>
                <a:lnTo>
                  <a:pt x="962025" y="466725"/>
                </a:lnTo>
                <a:lnTo>
                  <a:pt x="952500" y="466725"/>
                </a:lnTo>
                <a:lnTo>
                  <a:pt x="952500" y="476250"/>
                </a:lnTo>
                <a:lnTo>
                  <a:pt x="942975" y="476250"/>
                </a:lnTo>
                <a:lnTo>
                  <a:pt x="942975" y="466725"/>
                </a:lnTo>
                <a:lnTo>
                  <a:pt x="933450" y="466725"/>
                </a:lnTo>
                <a:close/>
                <a:moveTo>
                  <a:pt x="933450" y="476250"/>
                </a:moveTo>
                <a:lnTo>
                  <a:pt x="942975" y="476250"/>
                </a:lnTo>
                <a:lnTo>
                  <a:pt x="942975" y="485775"/>
                </a:lnTo>
                <a:lnTo>
                  <a:pt x="933450" y="485775"/>
                </a:lnTo>
                <a:close/>
                <a:moveTo>
                  <a:pt x="819150" y="504825"/>
                </a:moveTo>
                <a:lnTo>
                  <a:pt x="828675" y="504825"/>
                </a:lnTo>
                <a:lnTo>
                  <a:pt x="828675" y="514350"/>
                </a:lnTo>
                <a:lnTo>
                  <a:pt x="819150" y="514350"/>
                </a:lnTo>
                <a:close/>
                <a:moveTo>
                  <a:pt x="866775" y="504825"/>
                </a:moveTo>
                <a:lnTo>
                  <a:pt x="876300" y="504825"/>
                </a:lnTo>
                <a:lnTo>
                  <a:pt x="876300" y="523875"/>
                </a:lnTo>
                <a:lnTo>
                  <a:pt x="866775" y="523875"/>
                </a:lnTo>
                <a:close/>
                <a:moveTo>
                  <a:pt x="923925" y="504825"/>
                </a:moveTo>
                <a:lnTo>
                  <a:pt x="933450" y="504825"/>
                </a:lnTo>
                <a:lnTo>
                  <a:pt x="933450" y="514350"/>
                </a:lnTo>
                <a:lnTo>
                  <a:pt x="923925" y="514350"/>
                </a:lnTo>
                <a:close/>
                <a:moveTo>
                  <a:pt x="0" y="514350"/>
                </a:moveTo>
                <a:lnTo>
                  <a:pt x="9525" y="514350"/>
                </a:lnTo>
                <a:lnTo>
                  <a:pt x="9525" y="533400"/>
                </a:lnTo>
                <a:lnTo>
                  <a:pt x="0" y="533400"/>
                </a:lnTo>
                <a:close/>
                <a:moveTo>
                  <a:pt x="838200" y="523875"/>
                </a:moveTo>
                <a:lnTo>
                  <a:pt x="857250" y="523875"/>
                </a:lnTo>
                <a:lnTo>
                  <a:pt x="857250" y="533400"/>
                </a:lnTo>
                <a:lnTo>
                  <a:pt x="838200" y="533400"/>
                </a:lnTo>
                <a:close/>
                <a:moveTo>
                  <a:pt x="1009650" y="533400"/>
                </a:moveTo>
                <a:lnTo>
                  <a:pt x="1019175" y="533400"/>
                </a:lnTo>
                <a:lnTo>
                  <a:pt x="1019175" y="542925"/>
                </a:lnTo>
                <a:lnTo>
                  <a:pt x="1009650" y="542925"/>
                </a:lnTo>
                <a:close/>
                <a:moveTo>
                  <a:pt x="66675" y="590550"/>
                </a:moveTo>
                <a:lnTo>
                  <a:pt x="85725" y="590550"/>
                </a:lnTo>
                <a:lnTo>
                  <a:pt x="85725" y="600075"/>
                </a:lnTo>
                <a:lnTo>
                  <a:pt x="66675" y="600075"/>
                </a:lnTo>
                <a:close/>
                <a:moveTo>
                  <a:pt x="180975" y="628650"/>
                </a:moveTo>
                <a:lnTo>
                  <a:pt x="200025" y="628650"/>
                </a:lnTo>
                <a:lnTo>
                  <a:pt x="200025" y="638175"/>
                </a:lnTo>
                <a:lnTo>
                  <a:pt x="180975" y="638175"/>
                </a:lnTo>
                <a:close/>
                <a:moveTo>
                  <a:pt x="238125" y="628650"/>
                </a:moveTo>
                <a:lnTo>
                  <a:pt x="247650" y="628650"/>
                </a:lnTo>
                <a:lnTo>
                  <a:pt x="247650" y="638175"/>
                </a:lnTo>
                <a:lnTo>
                  <a:pt x="238125" y="638175"/>
                </a:lnTo>
                <a:close/>
                <a:moveTo>
                  <a:pt x="38100" y="638175"/>
                </a:moveTo>
                <a:lnTo>
                  <a:pt x="47625" y="638175"/>
                </a:lnTo>
                <a:lnTo>
                  <a:pt x="47625" y="647700"/>
                </a:lnTo>
                <a:lnTo>
                  <a:pt x="38100" y="647700"/>
                </a:lnTo>
                <a:close/>
                <a:moveTo>
                  <a:pt x="228600" y="647700"/>
                </a:moveTo>
                <a:lnTo>
                  <a:pt x="247650" y="647700"/>
                </a:lnTo>
                <a:lnTo>
                  <a:pt x="247650" y="657225"/>
                </a:lnTo>
                <a:lnTo>
                  <a:pt x="228600" y="657225"/>
                </a:lnTo>
                <a:close/>
                <a:moveTo>
                  <a:pt x="295275" y="657225"/>
                </a:moveTo>
                <a:lnTo>
                  <a:pt x="304800" y="657225"/>
                </a:lnTo>
                <a:lnTo>
                  <a:pt x="304800" y="666750"/>
                </a:lnTo>
                <a:lnTo>
                  <a:pt x="314325" y="666750"/>
                </a:lnTo>
                <a:lnTo>
                  <a:pt x="314325" y="685800"/>
                </a:lnTo>
                <a:lnTo>
                  <a:pt x="304800" y="685800"/>
                </a:lnTo>
                <a:lnTo>
                  <a:pt x="304800" y="676275"/>
                </a:lnTo>
                <a:lnTo>
                  <a:pt x="295275" y="676275"/>
                </a:lnTo>
                <a:close/>
                <a:moveTo>
                  <a:pt x="1095375" y="676275"/>
                </a:moveTo>
                <a:lnTo>
                  <a:pt x="1104900" y="676275"/>
                </a:lnTo>
                <a:lnTo>
                  <a:pt x="1104900" y="685800"/>
                </a:lnTo>
                <a:lnTo>
                  <a:pt x="1095375" y="685800"/>
                </a:lnTo>
                <a:close/>
                <a:moveTo>
                  <a:pt x="1047750" y="685800"/>
                </a:moveTo>
                <a:lnTo>
                  <a:pt x="1057275" y="685800"/>
                </a:lnTo>
                <a:lnTo>
                  <a:pt x="1057275" y="695325"/>
                </a:lnTo>
                <a:lnTo>
                  <a:pt x="1047750" y="695325"/>
                </a:lnTo>
                <a:close/>
                <a:moveTo>
                  <a:pt x="1181100" y="685800"/>
                </a:moveTo>
                <a:lnTo>
                  <a:pt x="1200150" y="685800"/>
                </a:lnTo>
                <a:lnTo>
                  <a:pt x="1200150" y="704850"/>
                </a:lnTo>
                <a:lnTo>
                  <a:pt x="1181100" y="704850"/>
                </a:lnTo>
                <a:close/>
                <a:moveTo>
                  <a:pt x="1038225" y="695325"/>
                </a:moveTo>
                <a:lnTo>
                  <a:pt x="1047750" y="695325"/>
                </a:lnTo>
                <a:lnTo>
                  <a:pt x="1047750" y="714375"/>
                </a:lnTo>
                <a:lnTo>
                  <a:pt x="1038225" y="714375"/>
                </a:lnTo>
                <a:close/>
                <a:moveTo>
                  <a:pt x="142875" y="704850"/>
                </a:moveTo>
                <a:lnTo>
                  <a:pt x="152400" y="704850"/>
                </a:lnTo>
                <a:lnTo>
                  <a:pt x="152400" y="714375"/>
                </a:lnTo>
                <a:lnTo>
                  <a:pt x="142875" y="714375"/>
                </a:lnTo>
                <a:close/>
                <a:moveTo>
                  <a:pt x="1171575" y="704850"/>
                </a:moveTo>
                <a:lnTo>
                  <a:pt x="1181100" y="704850"/>
                </a:lnTo>
                <a:lnTo>
                  <a:pt x="1181100" y="714375"/>
                </a:lnTo>
                <a:lnTo>
                  <a:pt x="1190625" y="714375"/>
                </a:lnTo>
                <a:lnTo>
                  <a:pt x="1190625" y="723900"/>
                </a:lnTo>
                <a:lnTo>
                  <a:pt x="1181100" y="723900"/>
                </a:lnTo>
                <a:lnTo>
                  <a:pt x="1181100" y="733425"/>
                </a:lnTo>
                <a:lnTo>
                  <a:pt x="1171575" y="733425"/>
                </a:lnTo>
                <a:close/>
                <a:moveTo>
                  <a:pt x="85725" y="723900"/>
                </a:moveTo>
                <a:lnTo>
                  <a:pt x="95250" y="723900"/>
                </a:lnTo>
                <a:lnTo>
                  <a:pt x="95250" y="733425"/>
                </a:lnTo>
                <a:lnTo>
                  <a:pt x="85725" y="733425"/>
                </a:lnTo>
                <a:close/>
                <a:moveTo>
                  <a:pt x="314325" y="723900"/>
                </a:moveTo>
                <a:lnTo>
                  <a:pt x="323850" y="723900"/>
                </a:lnTo>
                <a:lnTo>
                  <a:pt x="323850" y="733425"/>
                </a:lnTo>
                <a:lnTo>
                  <a:pt x="314325" y="733425"/>
                </a:lnTo>
                <a:close/>
                <a:moveTo>
                  <a:pt x="419100" y="723900"/>
                </a:moveTo>
                <a:lnTo>
                  <a:pt x="428625" y="723900"/>
                </a:lnTo>
                <a:lnTo>
                  <a:pt x="428625" y="733425"/>
                </a:lnTo>
                <a:lnTo>
                  <a:pt x="419100" y="733425"/>
                </a:lnTo>
                <a:close/>
                <a:moveTo>
                  <a:pt x="476250" y="723900"/>
                </a:moveTo>
                <a:lnTo>
                  <a:pt x="485775" y="723900"/>
                </a:lnTo>
                <a:lnTo>
                  <a:pt x="485775" y="733425"/>
                </a:lnTo>
                <a:lnTo>
                  <a:pt x="476250" y="733425"/>
                </a:lnTo>
                <a:close/>
                <a:moveTo>
                  <a:pt x="1057275" y="723900"/>
                </a:moveTo>
                <a:lnTo>
                  <a:pt x="1066800" y="723900"/>
                </a:lnTo>
                <a:lnTo>
                  <a:pt x="1066800" y="733425"/>
                </a:lnTo>
                <a:lnTo>
                  <a:pt x="1076325" y="733425"/>
                </a:lnTo>
                <a:lnTo>
                  <a:pt x="1076325" y="752475"/>
                </a:lnTo>
                <a:lnTo>
                  <a:pt x="1066800" y="752475"/>
                </a:lnTo>
                <a:lnTo>
                  <a:pt x="1066800" y="762000"/>
                </a:lnTo>
                <a:lnTo>
                  <a:pt x="1047750" y="762000"/>
                </a:lnTo>
                <a:lnTo>
                  <a:pt x="1047750" y="742950"/>
                </a:lnTo>
                <a:lnTo>
                  <a:pt x="1057275" y="742950"/>
                </a:lnTo>
                <a:close/>
                <a:moveTo>
                  <a:pt x="1200150" y="723900"/>
                </a:moveTo>
                <a:lnTo>
                  <a:pt x="1209675" y="723900"/>
                </a:lnTo>
                <a:lnTo>
                  <a:pt x="1209675" y="733425"/>
                </a:lnTo>
                <a:lnTo>
                  <a:pt x="1200150" y="733425"/>
                </a:lnTo>
                <a:close/>
                <a:moveTo>
                  <a:pt x="247650" y="733425"/>
                </a:moveTo>
                <a:lnTo>
                  <a:pt x="257175" y="733425"/>
                </a:lnTo>
                <a:lnTo>
                  <a:pt x="257175" y="742950"/>
                </a:lnTo>
                <a:lnTo>
                  <a:pt x="247650" y="742950"/>
                </a:lnTo>
                <a:close/>
                <a:moveTo>
                  <a:pt x="552450" y="733425"/>
                </a:moveTo>
                <a:lnTo>
                  <a:pt x="561975" y="733425"/>
                </a:lnTo>
                <a:lnTo>
                  <a:pt x="561975" y="742950"/>
                </a:lnTo>
                <a:lnTo>
                  <a:pt x="552450" y="742950"/>
                </a:lnTo>
                <a:close/>
                <a:moveTo>
                  <a:pt x="981075" y="733425"/>
                </a:moveTo>
                <a:lnTo>
                  <a:pt x="1000125" y="733425"/>
                </a:lnTo>
                <a:lnTo>
                  <a:pt x="1000125" y="742950"/>
                </a:lnTo>
                <a:lnTo>
                  <a:pt x="1009650" y="742950"/>
                </a:lnTo>
                <a:lnTo>
                  <a:pt x="1009650" y="762000"/>
                </a:lnTo>
                <a:lnTo>
                  <a:pt x="1000125" y="762000"/>
                </a:lnTo>
                <a:lnTo>
                  <a:pt x="1000125" y="752475"/>
                </a:lnTo>
                <a:lnTo>
                  <a:pt x="990600" y="752475"/>
                </a:lnTo>
                <a:lnTo>
                  <a:pt x="990600" y="742950"/>
                </a:lnTo>
                <a:lnTo>
                  <a:pt x="981075" y="742950"/>
                </a:lnTo>
                <a:close/>
                <a:moveTo>
                  <a:pt x="904875" y="742950"/>
                </a:moveTo>
                <a:lnTo>
                  <a:pt x="914400" y="742950"/>
                </a:lnTo>
                <a:lnTo>
                  <a:pt x="914400" y="781050"/>
                </a:lnTo>
                <a:lnTo>
                  <a:pt x="904875" y="781050"/>
                </a:lnTo>
                <a:close/>
                <a:moveTo>
                  <a:pt x="219075" y="752475"/>
                </a:moveTo>
                <a:lnTo>
                  <a:pt x="228600" y="752475"/>
                </a:lnTo>
                <a:lnTo>
                  <a:pt x="228600" y="762000"/>
                </a:lnTo>
                <a:lnTo>
                  <a:pt x="219075" y="762000"/>
                </a:lnTo>
                <a:close/>
                <a:moveTo>
                  <a:pt x="1076325" y="752475"/>
                </a:moveTo>
                <a:lnTo>
                  <a:pt x="1085850" y="752475"/>
                </a:lnTo>
                <a:lnTo>
                  <a:pt x="1085850" y="762000"/>
                </a:lnTo>
                <a:lnTo>
                  <a:pt x="1076325" y="762000"/>
                </a:lnTo>
                <a:close/>
                <a:moveTo>
                  <a:pt x="114300" y="762000"/>
                </a:moveTo>
                <a:lnTo>
                  <a:pt x="123825" y="762000"/>
                </a:lnTo>
                <a:lnTo>
                  <a:pt x="123825" y="771525"/>
                </a:lnTo>
                <a:lnTo>
                  <a:pt x="114300" y="771525"/>
                </a:lnTo>
                <a:close/>
                <a:moveTo>
                  <a:pt x="200025" y="762000"/>
                </a:moveTo>
                <a:lnTo>
                  <a:pt x="209550" y="762000"/>
                </a:lnTo>
                <a:lnTo>
                  <a:pt x="209550" y="771525"/>
                </a:lnTo>
                <a:lnTo>
                  <a:pt x="200025" y="771525"/>
                </a:lnTo>
                <a:close/>
                <a:moveTo>
                  <a:pt x="971550" y="762000"/>
                </a:moveTo>
                <a:lnTo>
                  <a:pt x="981075" y="762000"/>
                </a:lnTo>
                <a:lnTo>
                  <a:pt x="981075" y="790575"/>
                </a:lnTo>
                <a:lnTo>
                  <a:pt x="971550" y="790575"/>
                </a:lnTo>
                <a:close/>
                <a:moveTo>
                  <a:pt x="790575" y="771525"/>
                </a:moveTo>
                <a:lnTo>
                  <a:pt x="800100" y="771525"/>
                </a:lnTo>
                <a:lnTo>
                  <a:pt x="800100" y="790575"/>
                </a:lnTo>
                <a:lnTo>
                  <a:pt x="790575" y="790575"/>
                </a:lnTo>
                <a:close/>
                <a:moveTo>
                  <a:pt x="885825" y="771525"/>
                </a:moveTo>
                <a:lnTo>
                  <a:pt x="895350" y="771525"/>
                </a:lnTo>
                <a:lnTo>
                  <a:pt x="895350" y="781050"/>
                </a:lnTo>
                <a:lnTo>
                  <a:pt x="885825" y="781050"/>
                </a:lnTo>
                <a:close/>
                <a:moveTo>
                  <a:pt x="1057275" y="771525"/>
                </a:moveTo>
                <a:lnTo>
                  <a:pt x="1066800" y="771525"/>
                </a:lnTo>
                <a:lnTo>
                  <a:pt x="1066800" y="781050"/>
                </a:lnTo>
                <a:lnTo>
                  <a:pt x="1057275" y="781050"/>
                </a:lnTo>
                <a:close/>
                <a:moveTo>
                  <a:pt x="1114425" y="771525"/>
                </a:moveTo>
                <a:lnTo>
                  <a:pt x="1123950" y="771525"/>
                </a:lnTo>
                <a:lnTo>
                  <a:pt x="1123950" y="781050"/>
                </a:lnTo>
                <a:lnTo>
                  <a:pt x="1114425" y="781050"/>
                </a:lnTo>
                <a:close/>
                <a:moveTo>
                  <a:pt x="114300" y="781050"/>
                </a:moveTo>
                <a:lnTo>
                  <a:pt x="123825" y="781050"/>
                </a:lnTo>
                <a:lnTo>
                  <a:pt x="123825" y="790575"/>
                </a:lnTo>
                <a:lnTo>
                  <a:pt x="114300" y="790575"/>
                </a:lnTo>
                <a:close/>
                <a:moveTo>
                  <a:pt x="209550" y="781050"/>
                </a:moveTo>
                <a:lnTo>
                  <a:pt x="219075" y="781050"/>
                </a:lnTo>
                <a:lnTo>
                  <a:pt x="219075" y="809625"/>
                </a:lnTo>
                <a:lnTo>
                  <a:pt x="209550" y="809625"/>
                </a:lnTo>
                <a:close/>
                <a:moveTo>
                  <a:pt x="895350" y="781050"/>
                </a:moveTo>
                <a:lnTo>
                  <a:pt x="904875" y="781050"/>
                </a:lnTo>
                <a:lnTo>
                  <a:pt x="904875" y="790575"/>
                </a:lnTo>
                <a:lnTo>
                  <a:pt x="895350" y="790575"/>
                </a:lnTo>
                <a:close/>
                <a:moveTo>
                  <a:pt x="57150" y="790575"/>
                </a:moveTo>
                <a:lnTo>
                  <a:pt x="66675" y="790575"/>
                </a:lnTo>
                <a:lnTo>
                  <a:pt x="66675" y="809625"/>
                </a:lnTo>
                <a:lnTo>
                  <a:pt x="57150" y="809625"/>
                </a:lnTo>
                <a:close/>
                <a:moveTo>
                  <a:pt x="123825" y="790575"/>
                </a:moveTo>
                <a:lnTo>
                  <a:pt x="133350" y="790575"/>
                </a:lnTo>
                <a:lnTo>
                  <a:pt x="133350" y="800100"/>
                </a:lnTo>
                <a:lnTo>
                  <a:pt x="123825" y="800100"/>
                </a:lnTo>
                <a:close/>
                <a:moveTo>
                  <a:pt x="819150" y="790575"/>
                </a:moveTo>
                <a:lnTo>
                  <a:pt x="838200" y="790575"/>
                </a:lnTo>
                <a:lnTo>
                  <a:pt x="838200" y="800100"/>
                </a:lnTo>
                <a:lnTo>
                  <a:pt x="819150" y="800100"/>
                </a:lnTo>
                <a:close/>
                <a:moveTo>
                  <a:pt x="1200150" y="790575"/>
                </a:moveTo>
                <a:lnTo>
                  <a:pt x="1209675" y="790575"/>
                </a:lnTo>
                <a:lnTo>
                  <a:pt x="1209675" y="800100"/>
                </a:lnTo>
                <a:lnTo>
                  <a:pt x="1200150" y="800100"/>
                </a:lnTo>
                <a:close/>
                <a:moveTo>
                  <a:pt x="76200" y="800100"/>
                </a:moveTo>
                <a:lnTo>
                  <a:pt x="85725" y="800100"/>
                </a:lnTo>
                <a:lnTo>
                  <a:pt x="85725" y="809625"/>
                </a:lnTo>
                <a:lnTo>
                  <a:pt x="76200" y="809625"/>
                </a:lnTo>
                <a:close/>
                <a:moveTo>
                  <a:pt x="1181100" y="800100"/>
                </a:moveTo>
                <a:lnTo>
                  <a:pt x="1190625" y="800100"/>
                </a:lnTo>
                <a:lnTo>
                  <a:pt x="1190625" y="809625"/>
                </a:lnTo>
                <a:lnTo>
                  <a:pt x="1181100" y="809625"/>
                </a:lnTo>
                <a:close/>
              </a:path>
            </a:pathLst>
          </a:custGeom>
          <a:solidFill xmlns:a="http://schemas.openxmlformats.org/drawingml/2006/main">
            <a:srgbClr val="F9F9F3"/>
          </a:solidFill>
          <a:ln xmlns:a="http://schemas.openxmlformats.org/drawingml/2006/main" w="0">
            <a:noFill/>
          </a:ln>
        </p:spPr>
      </p:sp>
      <p:sp>
        <p:nvSpPr>
          <p:cNvPr id="184" name="v20 vector #faf8f4">
            <a:extLst xmlns:a="http://schemas.openxmlformats.org/drawingml/2006/main">
              <a:ext uri="{FF2B5EF4-FFF2-40B4-BE49-F238E27FC236}">
                <a16:creationId xmlns:a16="http://schemas.microsoft.com/office/drawing/2014/main" id="{DE8A653A-1E9B-485D-9AC8-A57783504B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5350" y="4848225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171450" y="57150"/>
                </a:moveTo>
                <a:lnTo>
                  <a:pt x="190500" y="57150"/>
                </a:lnTo>
                <a:lnTo>
                  <a:pt x="190500" y="76200"/>
                </a:lnTo>
                <a:lnTo>
                  <a:pt x="180975" y="76200"/>
                </a:lnTo>
                <a:lnTo>
                  <a:pt x="180975" y="85725"/>
                </a:lnTo>
                <a:lnTo>
                  <a:pt x="161925" y="85725"/>
                </a:lnTo>
                <a:lnTo>
                  <a:pt x="161925" y="76200"/>
                </a:lnTo>
                <a:lnTo>
                  <a:pt x="171450" y="76200"/>
                </a:lnTo>
                <a:close/>
                <a:moveTo>
                  <a:pt x="1133475" y="323850"/>
                </a:moveTo>
                <a:lnTo>
                  <a:pt x="1152525" y="323850"/>
                </a:lnTo>
                <a:lnTo>
                  <a:pt x="1152525" y="333375"/>
                </a:lnTo>
                <a:lnTo>
                  <a:pt x="1133475" y="333375"/>
                </a:lnTo>
                <a:close/>
                <a:moveTo>
                  <a:pt x="1085850" y="342900"/>
                </a:moveTo>
                <a:lnTo>
                  <a:pt x="1095375" y="342900"/>
                </a:lnTo>
                <a:lnTo>
                  <a:pt x="1095375" y="352425"/>
                </a:lnTo>
                <a:lnTo>
                  <a:pt x="1085850" y="352425"/>
                </a:lnTo>
                <a:close/>
                <a:moveTo>
                  <a:pt x="1047750" y="428625"/>
                </a:moveTo>
                <a:lnTo>
                  <a:pt x="1057275" y="428625"/>
                </a:lnTo>
                <a:lnTo>
                  <a:pt x="1057275" y="438150"/>
                </a:lnTo>
                <a:lnTo>
                  <a:pt x="1047750" y="438150"/>
                </a:lnTo>
                <a:close/>
                <a:moveTo>
                  <a:pt x="1057275" y="447675"/>
                </a:moveTo>
                <a:lnTo>
                  <a:pt x="1066800" y="447675"/>
                </a:lnTo>
                <a:lnTo>
                  <a:pt x="1066800" y="457200"/>
                </a:lnTo>
                <a:lnTo>
                  <a:pt x="1076325" y="457200"/>
                </a:lnTo>
                <a:lnTo>
                  <a:pt x="1076325" y="466725"/>
                </a:lnTo>
                <a:lnTo>
                  <a:pt x="1085850" y="466725"/>
                </a:lnTo>
                <a:lnTo>
                  <a:pt x="1085850" y="485775"/>
                </a:lnTo>
                <a:lnTo>
                  <a:pt x="1095375" y="485775"/>
                </a:lnTo>
                <a:lnTo>
                  <a:pt x="1095375" y="476250"/>
                </a:lnTo>
                <a:lnTo>
                  <a:pt x="1104900" y="476250"/>
                </a:lnTo>
                <a:lnTo>
                  <a:pt x="1104900" y="466725"/>
                </a:lnTo>
                <a:lnTo>
                  <a:pt x="1095375" y="466725"/>
                </a:lnTo>
                <a:lnTo>
                  <a:pt x="1095375" y="457200"/>
                </a:lnTo>
                <a:lnTo>
                  <a:pt x="1114425" y="457200"/>
                </a:lnTo>
                <a:lnTo>
                  <a:pt x="1114425" y="476250"/>
                </a:lnTo>
                <a:lnTo>
                  <a:pt x="1123950" y="476250"/>
                </a:lnTo>
                <a:lnTo>
                  <a:pt x="1123950" y="495300"/>
                </a:lnTo>
                <a:lnTo>
                  <a:pt x="1114425" y="495300"/>
                </a:lnTo>
                <a:lnTo>
                  <a:pt x="1114425" y="504825"/>
                </a:lnTo>
                <a:lnTo>
                  <a:pt x="1076325" y="504825"/>
                </a:lnTo>
                <a:lnTo>
                  <a:pt x="1076325" y="495300"/>
                </a:lnTo>
                <a:lnTo>
                  <a:pt x="1047750" y="495300"/>
                </a:lnTo>
                <a:lnTo>
                  <a:pt x="1047750" y="485775"/>
                </a:lnTo>
                <a:lnTo>
                  <a:pt x="1057275" y="485775"/>
                </a:lnTo>
                <a:close/>
                <a:moveTo>
                  <a:pt x="942975" y="504825"/>
                </a:moveTo>
                <a:lnTo>
                  <a:pt x="962025" y="504825"/>
                </a:lnTo>
                <a:lnTo>
                  <a:pt x="962025" y="533400"/>
                </a:lnTo>
                <a:lnTo>
                  <a:pt x="952500" y="533400"/>
                </a:lnTo>
                <a:lnTo>
                  <a:pt x="952500" y="514350"/>
                </a:lnTo>
                <a:lnTo>
                  <a:pt x="942975" y="514350"/>
                </a:lnTo>
                <a:close/>
                <a:moveTo>
                  <a:pt x="904875" y="533400"/>
                </a:moveTo>
                <a:lnTo>
                  <a:pt x="923925" y="533400"/>
                </a:lnTo>
                <a:lnTo>
                  <a:pt x="923925" y="552450"/>
                </a:lnTo>
                <a:lnTo>
                  <a:pt x="904875" y="552450"/>
                </a:lnTo>
                <a:lnTo>
                  <a:pt x="904875" y="561975"/>
                </a:lnTo>
                <a:lnTo>
                  <a:pt x="885825" y="561975"/>
                </a:lnTo>
                <a:lnTo>
                  <a:pt x="885825" y="552450"/>
                </a:lnTo>
                <a:lnTo>
                  <a:pt x="895350" y="552450"/>
                </a:lnTo>
                <a:lnTo>
                  <a:pt x="895350" y="542925"/>
                </a:lnTo>
                <a:lnTo>
                  <a:pt x="904875" y="542925"/>
                </a:lnTo>
                <a:close/>
                <a:moveTo>
                  <a:pt x="428625" y="542925"/>
                </a:moveTo>
                <a:lnTo>
                  <a:pt x="438150" y="542925"/>
                </a:lnTo>
                <a:lnTo>
                  <a:pt x="438150" y="561975"/>
                </a:lnTo>
                <a:lnTo>
                  <a:pt x="428625" y="561975"/>
                </a:lnTo>
                <a:close/>
                <a:moveTo>
                  <a:pt x="952500" y="542925"/>
                </a:moveTo>
                <a:lnTo>
                  <a:pt x="981075" y="542925"/>
                </a:lnTo>
                <a:lnTo>
                  <a:pt x="981075" y="552450"/>
                </a:lnTo>
                <a:lnTo>
                  <a:pt x="990600" y="552450"/>
                </a:lnTo>
                <a:lnTo>
                  <a:pt x="990600" y="561975"/>
                </a:lnTo>
                <a:lnTo>
                  <a:pt x="981075" y="561975"/>
                </a:lnTo>
                <a:lnTo>
                  <a:pt x="981075" y="590550"/>
                </a:lnTo>
                <a:lnTo>
                  <a:pt x="990600" y="590550"/>
                </a:lnTo>
                <a:lnTo>
                  <a:pt x="990600" y="600075"/>
                </a:lnTo>
                <a:lnTo>
                  <a:pt x="971550" y="600075"/>
                </a:lnTo>
                <a:lnTo>
                  <a:pt x="971550" y="581025"/>
                </a:lnTo>
                <a:lnTo>
                  <a:pt x="952500" y="581025"/>
                </a:lnTo>
                <a:lnTo>
                  <a:pt x="952500" y="571500"/>
                </a:lnTo>
                <a:lnTo>
                  <a:pt x="933450" y="571500"/>
                </a:lnTo>
                <a:lnTo>
                  <a:pt x="933450" y="561975"/>
                </a:lnTo>
                <a:lnTo>
                  <a:pt x="923925" y="561975"/>
                </a:lnTo>
                <a:lnTo>
                  <a:pt x="923925" y="552450"/>
                </a:lnTo>
                <a:lnTo>
                  <a:pt x="952500" y="552450"/>
                </a:lnTo>
                <a:close/>
                <a:moveTo>
                  <a:pt x="1009650" y="542925"/>
                </a:moveTo>
                <a:lnTo>
                  <a:pt x="1028700" y="542925"/>
                </a:lnTo>
                <a:lnTo>
                  <a:pt x="1028700" y="561975"/>
                </a:lnTo>
                <a:lnTo>
                  <a:pt x="1038225" y="561975"/>
                </a:lnTo>
                <a:lnTo>
                  <a:pt x="1038225" y="581025"/>
                </a:lnTo>
                <a:lnTo>
                  <a:pt x="1019175" y="581025"/>
                </a:lnTo>
                <a:lnTo>
                  <a:pt x="1019175" y="571500"/>
                </a:lnTo>
                <a:lnTo>
                  <a:pt x="1009650" y="571500"/>
                </a:lnTo>
                <a:lnTo>
                  <a:pt x="1009650" y="561975"/>
                </a:lnTo>
                <a:lnTo>
                  <a:pt x="1000125" y="561975"/>
                </a:lnTo>
                <a:lnTo>
                  <a:pt x="1000125" y="552450"/>
                </a:lnTo>
                <a:lnTo>
                  <a:pt x="1009650" y="552450"/>
                </a:lnTo>
                <a:close/>
                <a:moveTo>
                  <a:pt x="847725" y="552450"/>
                </a:moveTo>
                <a:lnTo>
                  <a:pt x="857250" y="552450"/>
                </a:lnTo>
                <a:lnTo>
                  <a:pt x="857250" y="561975"/>
                </a:lnTo>
                <a:lnTo>
                  <a:pt x="847725" y="561975"/>
                </a:lnTo>
                <a:close/>
                <a:moveTo>
                  <a:pt x="19050" y="561975"/>
                </a:moveTo>
                <a:lnTo>
                  <a:pt x="38100" y="561975"/>
                </a:lnTo>
                <a:lnTo>
                  <a:pt x="38100" y="571500"/>
                </a:lnTo>
                <a:lnTo>
                  <a:pt x="47625" y="571500"/>
                </a:lnTo>
                <a:lnTo>
                  <a:pt x="47625" y="581025"/>
                </a:lnTo>
                <a:lnTo>
                  <a:pt x="19050" y="581025"/>
                </a:lnTo>
                <a:close/>
                <a:moveTo>
                  <a:pt x="838200" y="561975"/>
                </a:moveTo>
                <a:lnTo>
                  <a:pt x="847725" y="561975"/>
                </a:lnTo>
                <a:lnTo>
                  <a:pt x="847725" y="571500"/>
                </a:lnTo>
                <a:lnTo>
                  <a:pt x="838200" y="571500"/>
                </a:lnTo>
                <a:close/>
                <a:moveTo>
                  <a:pt x="866775" y="571500"/>
                </a:moveTo>
                <a:lnTo>
                  <a:pt x="895350" y="571500"/>
                </a:lnTo>
                <a:lnTo>
                  <a:pt x="895350" y="590550"/>
                </a:lnTo>
                <a:lnTo>
                  <a:pt x="885825" y="590550"/>
                </a:lnTo>
                <a:lnTo>
                  <a:pt x="885825" y="600075"/>
                </a:lnTo>
                <a:lnTo>
                  <a:pt x="895350" y="600075"/>
                </a:lnTo>
                <a:lnTo>
                  <a:pt x="895350" y="619125"/>
                </a:lnTo>
                <a:lnTo>
                  <a:pt x="885825" y="619125"/>
                </a:lnTo>
                <a:lnTo>
                  <a:pt x="885825" y="609600"/>
                </a:lnTo>
                <a:lnTo>
                  <a:pt x="876300" y="609600"/>
                </a:lnTo>
                <a:lnTo>
                  <a:pt x="876300" y="628650"/>
                </a:lnTo>
                <a:lnTo>
                  <a:pt x="847725" y="628650"/>
                </a:lnTo>
                <a:lnTo>
                  <a:pt x="847725" y="619125"/>
                </a:lnTo>
                <a:lnTo>
                  <a:pt x="838200" y="619125"/>
                </a:lnTo>
                <a:lnTo>
                  <a:pt x="838200" y="600075"/>
                </a:lnTo>
                <a:lnTo>
                  <a:pt x="847725" y="600075"/>
                </a:lnTo>
                <a:lnTo>
                  <a:pt x="847725" y="581025"/>
                </a:lnTo>
                <a:lnTo>
                  <a:pt x="866775" y="581025"/>
                </a:lnTo>
                <a:close/>
                <a:moveTo>
                  <a:pt x="1019175" y="590550"/>
                </a:moveTo>
                <a:lnTo>
                  <a:pt x="1038225" y="590550"/>
                </a:lnTo>
                <a:lnTo>
                  <a:pt x="1038225" y="600075"/>
                </a:lnTo>
                <a:lnTo>
                  <a:pt x="1019175" y="600075"/>
                </a:lnTo>
                <a:close/>
                <a:moveTo>
                  <a:pt x="85725" y="600075"/>
                </a:moveTo>
                <a:lnTo>
                  <a:pt x="104775" y="600075"/>
                </a:lnTo>
                <a:lnTo>
                  <a:pt x="104775" y="619125"/>
                </a:lnTo>
                <a:lnTo>
                  <a:pt x="85725" y="619125"/>
                </a:lnTo>
                <a:lnTo>
                  <a:pt x="85725" y="628650"/>
                </a:lnTo>
                <a:lnTo>
                  <a:pt x="76200" y="628650"/>
                </a:lnTo>
                <a:lnTo>
                  <a:pt x="76200" y="609600"/>
                </a:lnTo>
                <a:lnTo>
                  <a:pt x="85725" y="609600"/>
                </a:lnTo>
                <a:close/>
                <a:moveTo>
                  <a:pt x="0" y="619125"/>
                </a:moveTo>
                <a:lnTo>
                  <a:pt x="9525" y="619125"/>
                </a:lnTo>
                <a:lnTo>
                  <a:pt x="9525" y="628650"/>
                </a:lnTo>
                <a:lnTo>
                  <a:pt x="0" y="628650"/>
                </a:lnTo>
                <a:close/>
                <a:moveTo>
                  <a:pt x="161925" y="628650"/>
                </a:moveTo>
                <a:lnTo>
                  <a:pt x="171450" y="628650"/>
                </a:lnTo>
                <a:lnTo>
                  <a:pt x="171450" y="638175"/>
                </a:lnTo>
                <a:lnTo>
                  <a:pt x="161925" y="638175"/>
                </a:lnTo>
                <a:close/>
                <a:moveTo>
                  <a:pt x="971550" y="657225"/>
                </a:moveTo>
                <a:lnTo>
                  <a:pt x="990600" y="657225"/>
                </a:lnTo>
                <a:lnTo>
                  <a:pt x="990600" y="666750"/>
                </a:lnTo>
                <a:lnTo>
                  <a:pt x="1000125" y="666750"/>
                </a:lnTo>
                <a:lnTo>
                  <a:pt x="1000125" y="676275"/>
                </a:lnTo>
                <a:lnTo>
                  <a:pt x="971550" y="676275"/>
                </a:lnTo>
                <a:close/>
                <a:moveTo>
                  <a:pt x="228600" y="704850"/>
                </a:moveTo>
                <a:lnTo>
                  <a:pt x="238125" y="704850"/>
                </a:lnTo>
                <a:lnTo>
                  <a:pt x="238125" y="714375"/>
                </a:lnTo>
                <a:lnTo>
                  <a:pt x="228600" y="714375"/>
                </a:lnTo>
                <a:close/>
                <a:moveTo>
                  <a:pt x="733425" y="714375"/>
                </a:moveTo>
                <a:lnTo>
                  <a:pt x="752475" y="714375"/>
                </a:lnTo>
                <a:lnTo>
                  <a:pt x="752475" y="733425"/>
                </a:lnTo>
                <a:lnTo>
                  <a:pt x="742950" y="733425"/>
                </a:lnTo>
                <a:lnTo>
                  <a:pt x="742950" y="723900"/>
                </a:lnTo>
                <a:lnTo>
                  <a:pt x="733425" y="723900"/>
                </a:lnTo>
                <a:close/>
                <a:moveTo>
                  <a:pt x="104775" y="723900"/>
                </a:moveTo>
                <a:lnTo>
                  <a:pt x="114300" y="723900"/>
                </a:lnTo>
                <a:lnTo>
                  <a:pt x="114300" y="733425"/>
                </a:lnTo>
                <a:lnTo>
                  <a:pt x="123825" y="733425"/>
                </a:lnTo>
                <a:lnTo>
                  <a:pt x="123825" y="723900"/>
                </a:lnTo>
                <a:lnTo>
                  <a:pt x="133350" y="723900"/>
                </a:lnTo>
                <a:lnTo>
                  <a:pt x="133350" y="733425"/>
                </a:lnTo>
                <a:lnTo>
                  <a:pt x="123825" y="733425"/>
                </a:lnTo>
                <a:lnTo>
                  <a:pt x="123825" y="752475"/>
                </a:lnTo>
                <a:lnTo>
                  <a:pt x="114300" y="752475"/>
                </a:lnTo>
                <a:lnTo>
                  <a:pt x="114300" y="742950"/>
                </a:lnTo>
                <a:lnTo>
                  <a:pt x="104775" y="742950"/>
                </a:lnTo>
                <a:close/>
                <a:moveTo>
                  <a:pt x="723900" y="723900"/>
                </a:moveTo>
                <a:lnTo>
                  <a:pt x="733425" y="723900"/>
                </a:lnTo>
                <a:lnTo>
                  <a:pt x="733425" y="733425"/>
                </a:lnTo>
                <a:lnTo>
                  <a:pt x="723900" y="733425"/>
                </a:lnTo>
                <a:close/>
                <a:moveTo>
                  <a:pt x="523875" y="733425"/>
                </a:moveTo>
                <a:lnTo>
                  <a:pt x="542925" y="733425"/>
                </a:lnTo>
                <a:lnTo>
                  <a:pt x="542925" y="752475"/>
                </a:lnTo>
                <a:lnTo>
                  <a:pt x="523875" y="752475"/>
                </a:lnTo>
                <a:close/>
                <a:moveTo>
                  <a:pt x="847725" y="742950"/>
                </a:moveTo>
                <a:lnTo>
                  <a:pt x="857250" y="742950"/>
                </a:lnTo>
                <a:lnTo>
                  <a:pt x="857250" y="762000"/>
                </a:lnTo>
                <a:lnTo>
                  <a:pt x="847725" y="762000"/>
                </a:lnTo>
                <a:close/>
                <a:moveTo>
                  <a:pt x="885825" y="742950"/>
                </a:moveTo>
                <a:lnTo>
                  <a:pt x="904875" y="742950"/>
                </a:lnTo>
                <a:lnTo>
                  <a:pt x="904875" y="762000"/>
                </a:lnTo>
                <a:lnTo>
                  <a:pt x="895350" y="762000"/>
                </a:lnTo>
                <a:lnTo>
                  <a:pt x="895350" y="771525"/>
                </a:lnTo>
                <a:lnTo>
                  <a:pt x="885825" y="771525"/>
                </a:lnTo>
                <a:close/>
                <a:moveTo>
                  <a:pt x="666750" y="752475"/>
                </a:moveTo>
                <a:lnTo>
                  <a:pt x="685800" y="752475"/>
                </a:lnTo>
                <a:lnTo>
                  <a:pt x="685800" y="771525"/>
                </a:lnTo>
                <a:lnTo>
                  <a:pt x="676275" y="771525"/>
                </a:lnTo>
                <a:lnTo>
                  <a:pt x="676275" y="781050"/>
                </a:lnTo>
                <a:lnTo>
                  <a:pt x="666750" y="781050"/>
                </a:lnTo>
                <a:close/>
                <a:moveTo>
                  <a:pt x="1200150" y="771525"/>
                </a:moveTo>
                <a:lnTo>
                  <a:pt x="1209675" y="771525"/>
                </a:lnTo>
                <a:lnTo>
                  <a:pt x="1209675" y="781050"/>
                </a:lnTo>
                <a:lnTo>
                  <a:pt x="1200150" y="781050"/>
                </a:lnTo>
                <a:close/>
              </a:path>
            </a:pathLst>
          </a:custGeom>
          <a:solidFill xmlns:a="http://schemas.openxmlformats.org/drawingml/2006/main">
            <a:srgbClr val="FAF8F4"/>
          </a:solidFill>
          <a:ln xmlns:a="http://schemas.openxmlformats.org/drawingml/2006/main" w="0">
            <a:noFill/>
          </a:ln>
        </p:spPr>
      </p:sp>
      <p:sp>
        <p:nvSpPr>
          <p:cNvPr id="185" name="v20 vector #f9f8f5">
            <a:extLst xmlns:a="http://schemas.openxmlformats.org/drawingml/2006/main">
              <a:ext uri="{FF2B5EF4-FFF2-40B4-BE49-F238E27FC236}">
                <a16:creationId xmlns:a16="http://schemas.microsoft.com/office/drawing/2014/main" id="{B58435F3-7B3E-4076-8B48-B8A3CA54190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5350" y="4848225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190500" y="66675"/>
                </a:moveTo>
                <a:lnTo>
                  <a:pt x="200025" y="66675"/>
                </a:lnTo>
                <a:lnTo>
                  <a:pt x="200025" y="76200"/>
                </a:lnTo>
                <a:lnTo>
                  <a:pt x="190500" y="76200"/>
                </a:lnTo>
                <a:close/>
                <a:moveTo>
                  <a:pt x="28575" y="85725"/>
                </a:moveTo>
                <a:lnTo>
                  <a:pt x="47625" y="85725"/>
                </a:lnTo>
                <a:lnTo>
                  <a:pt x="47625" y="104775"/>
                </a:lnTo>
                <a:lnTo>
                  <a:pt x="19050" y="104775"/>
                </a:lnTo>
                <a:lnTo>
                  <a:pt x="19050" y="95250"/>
                </a:lnTo>
                <a:lnTo>
                  <a:pt x="28575" y="95250"/>
                </a:lnTo>
                <a:close/>
                <a:moveTo>
                  <a:pt x="1123950" y="142875"/>
                </a:moveTo>
                <a:lnTo>
                  <a:pt x="1133475" y="142875"/>
                </a:lnTo>
                <a:lnTo>
                  <a:pt x="1133475" y="161925"/>
                </a:lnTo>
                <a:lnTo>
                  <a:pt x="1123950" y="161925"/>
                </a:lnTo>
                <a:close/>
                <a:moveTo>
                  <a:pt x="1143000" y="142875"/>
                </a:moveTo>
                <a:lnTo>
                  <a:pt x="1152525" y="142875"/>
                </a:lnTo>
                <a:lnTo>
                  <a:pt x="1152525" y="161925"/>
                </a:lnTo>
                <a:lnTo>
                  <a:pt x="1143000" y="161925"/>
                </a:lnTo>
                <a:close/>
                <a:moveTo>
                  <a:pt x="0" y="152400"/>
                </a:moveTo>
                <a:lnTo>
                  <a:pt x="9525" y="152400"/>
                </a:lnTo>
                <a:lnTo>
                  <a:pt x="9525" y="161925"/>
                </a:lnTo>
                <a:lnTo>
                  <a:pt x="0" y="161925"/>
                </a:lnTo>
                <a:close/>
                <a:moveTo>
                  <a:pt x="714375" y="209550"/>
                </a:moveTo>
                <a:lnTo>
                  <a:pt x="733425" y="209550"/>
                </a:lnTo>
                <a:lnTo>
                  <a:pt x="733425" y="238125"/>
                </a:lnTo>
                <a:lnTo>
                  <a:pt x="723900" y="238125"/>
                </a:lnTo>
                <a:lnTo>
                  <a:pt x="723900" y="228600"/>
                </a:lnTo>
                <a:lnTo>
                  <a:pt x="714375" y="228600"/>
                </a:lnTo>
                <a:lnTo>
                  <a:pt x="714375" y="238125"/>
                </a:lnTo>
                <a:lnTo>
                  <a:pt x="704850" y="238125"/>
                </a:lnTo>
                <a:lnTo>
                  <a:pt x="704850" y="228600"/>
                </a:lnTo>
                <a:lnTo>
                  <a:pt x="695325" y="228600"/>
                </a:lnTo>
                <a:lnTo>
                  <a:pt x="695325" y="219075"/>
                </a:lnTo>
                <a:lnTo>
                  <a:pt x="714375" y="219075"/>
                </a:lnTo>
                <a:close/>
                <a:moveTo>
                  <a:pt x="257175" y="285750"/>
                </a:moveTo>
                <a:lnTo>
                  <a:pt x="276225" y="285750"/>
                </a:lnTo>
                <a:lnTo>
                  <a:pt x="276225" y="295275"/>
                </a:lnTo>
                <a:lnTo>
                  <a:pt x="285750" y="295275"/>
                </a:lnTo>
                <a:lnTo>
                  <a:pt x="285750" y="304800"/>
                </a:lnTo>
                <a:lnTo>
                  <a:pt x="266700" y="304800"/>
                </a:lnTo>
                <a:lnTo>
                  <a:pt x="266700" y="295275"/>
                </a:lnTo>
                <a:lnTo>
                  <a:pt x="257175" y="295275"/>
                </a:lnTo>
                <a:close/>
                <a:moveTo>
                  <a:pt x="628650" y="295275"/>
                </a:moveTo>
                <a:lnTo>
                  <a:pt x="657225" y="295275"/>
                </a:lnTo>
                <a:lnTo>
                  <a:pt x="657225" y="304800"/>
                </a:lnTo>
                <a:lnTo>
                  <a:pt x="628650" y="304800"/>
                </a:lnTo>
                <a:close/>
                <a:moveTo>
                  <a:pt x="1085850" y="323850"/>
                </a:moveTo>
                <a:lnTo>
                  <a:pt x="1095375" y="323850"/>
                </a:lnTo>
                <a:lnTo>
                  <a:pt x="1095375" y="333375"/>
                </a:lnTo>
                <a:lnTo>
                  <a:pt x="1085850" y="333375"/>
                </a:lnTo>
                <a:close/>
                <a:moveTo>
                  <a:pt x="266700" y="352425"/>
                </a:moveTo>
                <a:lnTo>
                  <a:pt x="276225" y="352425"/>
                </a:lnTo>
                <a:lnTo>
                  <a:pt x="276225" y="361950"/>
                </a:lnTo>
                <a:lnTo>
                  <a:pt x="285750" y="361950"/>
                </a:lnTo>
                <a:lnTo>
                  <a:pt x="285750" y="371475"/>
                </a:lnTo>
                <a:lnTo>
                  <a:pt x="266700" y="371475"/>
                </a:lnTo>
                <a:close/>
                <a:moveTo>
                  <a:pt x="781050" y="352425"/>
                </a:moveTo>
                <a:lnTo>
                  <a:pt x="790575" y="352425"/>
                </a:lnTo>
                <a:lnTo>
                  <a:pt x="790575" y="371475"/>
                </a:lnTo>
                <a:lnTo>
                  <a:pt x="781050" y="371475"/>
                </a:lnTo>
                <a:close/>
                <a:moveTo>
                  <a:pt x="1133475" y="419100"/>
                </a:moveTo>
                <a:lnTo>
                  <a:pt x="1143000" y="419100"/>
                </a:lnTo>
                <a:lnTo>
                  <a:pt x="1143000" y="428625"/>
                </a:lnTo>
                <a:lnTo>
                  <a:pt x="1152525" y="428625"/>
                </a:lnTo>
                <a:lnTo>
                  <a:pt x="1152525" y="457200"/>
                </a:lnTo>
                <a:lnTo>
                  <a:pt x="1133475" y="457200"/>
                </a:lnTo>
                <a:lnTo>
                  <a:pt x="1133475" y="438150"/>
                </a:lnTo>
                <a:lnTo>
                  <a:pt x="1123950" y="438150"/>
                </a:lnTo>
                <a:lnTo>
                  <a:pt x="1123950" y="428625"/>
                </a:lnTo>
                <a:lnTo>
                  <a:pt x="1133475" y="428625"/>
                </a:lnTo>
                <a:close/>
                <a:moveTo>
                  <a:pt x="676275" y="438150"/>
                </a:moveTo>
                <a:lnTo>
                  <a:pt x="685800" y="438150"/>
                </a:lnTo>
                <a:lnTo>
                  <a:pt x="685800" y="447675"/>
                </a:lnTo>
                <a:lnTo>
                  <a:pt x="676275" y="447675"/>
                </a:lnTo>
                <a:close/>
                <a:moveTo>
                  <a:pt x="85725" y="457200"/>
                </a:moveTo>
                <a:lnTo>
                  <a:pt x="95250" y="457200"/>
                </a:lnTo>
                <a:lnTo>
                  <a:pt x="95250" y="466725"/>
                </a:lnTo>
                <a:lnTo>
                  <a:pt x="85725" y="466725"/>
                </a:lnTo>
                <a:close/>
                <a:moveTo>
                  <a:pt x="104775" y="466725"/>
                </a:moveTo>
                <a:lnTo>
                  <a:pt x="114300" y="466725"/>
                </a:lnTo>
                <a:lnTo>
                  <a:pt x="114300" y="476250"/>
                </a:lnTo>
                <a:lnTo>
                  <a:pt x="104775" y="476250"/>
                </a:lnTo>
                <a:close/>
                <a:moveTo>
                  <a:pt x="428625" y="485775"/>
                </a:moveTo>
                <a:lnTo>
                  <a:pt x="438150" y="485775"/>
                </a:lnTo>
                <a:lnTo>
                  <a:pt x="438150" y="495300"/>
                </a:lnTo>
                <a:lnTo>
                  <a:pt x="428625" y="495300"/>
                </a:lnTo>
                <a:close/>
                <a:moveTo>
                  <a:pt x="1085850" y="504825"/>
                </a:moveTo>
                <a:lnTo>
                  <a:pt x="1104900" y="504825"/>
                </a:lnTo>
                <a:lnTo>
                  <a:pt x="1104900" y="514350"/>
                </a:lnTo>
                <a:lnTo>
                  <a:pt x="1085850" y="514350"/>
                </a:lnTo>
                <a:close/>
                <a:moveTo>
                  <a:pt x="1123950" y="504825"/>
                </a:moveTo>
                <a:lnTo>
                  <a:pt x="1133475" y="504825"/>
                </a:lnTo>
                <a:lnTo>
                  <a:pt x="1133475" y="514350"/>
                </a:lnTo>
                <a:lnTo>
                  <a:pt x="1123950" y="514350"/>
                </a:lnTo>
                <a:close/>
                <a:moveTo>
                  <a:pt x="1152525" y="504825"/>
                </a:moveTo>
                <a:lnTo>
                  <a:pt x="1162050" y="504825"/>
                </a:lnTo>
                <a:lnTo>
                  <a:pt x="1162050" y="523875"/>
                </a:lnTo>
                <a:lnTo>
                  <a:pt x="1133475" y="523875"/>
                </a:lnTo>
                <a:lnTo>
                  <a:pt x="1133475" y="514350"/>
                </a:lnTo>
                <a:lnTo>
                  <a:pt x="1152525" y="514350"/>
                </a:lnTo>
                <a:close/>
                <a:moveTo>
                  <a:pt x="561975" y="542925"/>
                </a:moveTo>
                <a:lnTo>
                  <a:pt x="590550" y="542925"/>
                </a:lnTo>
                <a:lnTo>
                  <a:pt x="590550" y="552450"/>
                </a:lnTo>
                <a:lnTo>
                  <a:pt x="561975" y="552450"/>
                </a:lnTo>
                <a:close/>
                <a:moveTo>
                  <a:pt x="76200" y="552450"/>
                </a:moveTo>
                <a:lnTo>
                  <a:pt x="85725" y="552450"/>
                </a:lnTo>
                <a:lnTo>
                  <a:pt x="85725" y="561975"/>
                </a:lnTo>
                <a:lnTo>
                  <a:pt x="95250" y="561975"/>
                </a:lnTo>
                <a:lnTo>
                  <a:pt x="95250" y="571500"/>
                </a:lnTo>
                <a:lnTo>
                  <a:pt x="76200" y="571500"/>
                </a:lnTo>
                <a:close/>
                <a:moveTo>
                  <a:pt x="447675" y="561975"/>
                </a:moveTo>
                <a:lnTo>
                  <a:pt x="457200" y="561975"/>
                </a:lnTo>
                <a:lnTo>
                  <a:pt x="457200" y="571500"/>
                </a:lnTo>
                <a:lnTo>
                  <a:pt x="447675" y="571500"/>
                </a:lnTo>
                <a:close/>
                <a:moveTo>
                  <a:pt x="409575" y="571500"/>
                </a:moveTo>
                <a:lnTo>
                  <a:pt x="419100" y="571500"/>
                </a:lnTo>
                <a:lnTo>
                  <a:pt x="419100" y="581025"/>
                </a:lnTo>
                <a:lnTo>
                  <a:pt x="409575" y="581025"/>
                </a:lnTo>
                <a:close/>
                <a:moveTo>
                  <a:pt x="1038225" y="571500"/>
                </a:moveTo>
                <a:lnTo>
                  <a:pt x="1057275" y="571500"/>
                </a:lnTo>
                <a:lnTo>
                  <a:pt x="1057275" y="600075"/>
                </a:lnTo>
                <a:lnTo>
                  <a:pt x="1038225" y="600075"/>
                </a:lnTo>
                <a:lnTo>
                  <a:pt x="1038225" y="590550"/>
                </a:lnTo>
                <a:lnTo>
                  <a:pt x="1047750" y="590550"/>
                </a:lnTo>
                <a:lnTo>
                  <a:pt x="1047750" y="581025"/>
                </a:lnTo>
                <a:lnTo>
                  <a:pt x="1038225" y="581025"/>
                </a:lnTo>
                <a:close/>
                <a:moveTo>
                  <a:pt x="19050" y="581025"/>
                </a:moveTo>
                <a:lnTo>
                  <a:pt x="47625" y="581025"/>
                </a:lnTo>
                <a:lnTo>
                  <a:pt x="47625" y="590550"/>
                </a:lnTo>
                <a:lnTo>
                  <a:pt x="38100" y="590550"/>
                </a:lnTo>
                <a:lnTo>
                  <a:pt x="38100" y="600075"/>
                </a:lnTo>
                <a:lnTo>
                  <a:pt x="19050" y="600075"/>
                </a:lnTo>
                <a:close/>
                <a:moveTo>
                  <a:pt x="628650" y="581025"/>
                </a:moveTo>
                <a:lnTo>
                  <a:pt x="647700" y="581025"/>
                </a:lnTo>
                <a:lnTo>
                  <a:pt x="647700" y="590550"/>
                </a:lnTo>
                <a:lnTo>
                  <a:pt x="628650" y="590550"/>
                </a:lnTo>
                <a:close/>
                <a:moveTo>
                  <a:pt x="828675" y="581025"/>
                </a:moveTo>
                <a:lnTo>
                  <a:pt x="838200" y="581025"/>
                </a:lnTo>
                <a:lnTo>
                  <a:pt x="838200" y="590550"/>
                </a:lnTo>
                <a:lnTo>
                  <a:pt x="828675" y="590550"/>
                </a:lnTo>
                <a:close/>
                <a:moveTo>
                  <a:pt x="1009650" y="581025"/>
                </a:moveTo>
                <a:lnTo>
                  <a:pt x="1019175" y="581025"/>
                </a:lnTo>
                <a:lnTo>
                  <a:pt x="1019175" y="600075"/>
                </a:lnTo>
                <a:lnTo>
                  <a:pt x="1009650" y="600075"/>
                </a:lnTo>
                <a:close/>
                <a:moveTo>
                  <a:pt x="647700" y="590550"/>
                </a:moveTo>
                <a:lnTo>
                  <a:pt x="657225" y="590550"/>
                </a:lnTo>
                <a:lnTo>
                  <a:pt x="657225" y="600075"/>
                </a:lnTo>
                <a:lnTo>
                  <a:pt x="647700" y="600075"/>
                </a:lnTo>
                <a:close/>
                <a:moveTo>
                  <a:pt x="819150" y="590550"/>
                </a:moveTo>
                <a:lnTo>
                  <a:pt x="828675" y="590550"/>
                </a:lnTo>
                <a:lnTo>
                  <a:pt x="828675" y="600075"/>
                </a:lnTo>
                <a:lnTo>
                  <a:pt x="819150" y="600075"/>
                </a:lnTo>
                <a:close/>
                <a:moveTo>
                  <a:pt x="657225" y="609600"/>
                </a:moveTo>
                <a:lnTo>
                  <a:pt x="666750" y="609600"/>
                </a:lnTo>
                <a:lnTo>
                  <a:pt x="666750" y="638175"/>
                </a:lnTo>
                <a:lnTo>
                  <a:pt x="657225" y="638175"/>
                </a:lnTo>
                <a:close/>
                <a:moveTo>
                  <a:pt x="114300" y="638175"/>
                </a:moveTo>
                <a:lnTo>
                  <a:pt x="133350" y="638175"/>
                </a:lnTo>
                <a:lnTo>
                  <a:pt x="133350" y="657225"/>
                </a:lnTo>
                <a:lnTo>
                  <a:pt x="114300" y="657225"/>
                </a:lnTo>
                <a:close/>
                <a:moveTo>
                  <a:pt x="866775" y="704850"/>
                </a:moveTo>
                <a:lnTo>
                  <a:pt x="885825" y="704850"/>
                </a:lnTo>
                <a:lnTo>
                  <a:pt x="885825" y="714375"/>
                </a:lnTo>
                <a:lnTo>
                  <a:pt x="876300" y="714375"/>
                </a:lnTo>
                <a:lnTo>
                  <a:pt x="876300" y="723900"/>
                </a:lnTo>
                <a:lnTo>
                  <a:pt x="866775" y="723900"/>
                </a:lnTo>
                <a:close/>
                <a:moveTo>
                  <a:pt x="1181100" y="762000"/>
                </a:moveTo>
                <a:lnTo>
                  <a:pt x="1190625" y="762000"/>
                </a:lnTo>
                <a:lnTo>
                  <a:pt x="1190625" y="781050"/>
                </a:lnTo>
                <a:lnTo>
                  <a:pt x="1181100" y="781050"/>
                </a:lnTo>
                <a:close/>
              </a:path>
            </a:pathLst>
          </a:custGeom>
          <a:solidFill xmlns:a="http://schemas.openxmlformats.org/drawingml/2006/main">
            <a:srgbClr val="F9F8F5"/>
          </a:solidFill>
          <a:ln xmlns:a="http://schemas.openxmlformats.org/drawingml/2006/main" w="0">
            <a:noFill/>
          </a:ln>
        </p:spPr>
      </p:sp>
      <p:sp>
        <p:nvSpPr>
          <p:cNvPr id="186" name="v20 vector #f9f8f4">
            <a:extLst xmlns:a="http://schemas.openxmlformats.org/drawingml/2006/main">
              <a:ext uri="{FF2B5EF4-FFF2-40B4-BE49-F238E27FC236}">
                <a16:creationId xmlns:a16="http://schemas.microsoft.com/office/drawing/2014/main" id="{A4A7A7C6-6CF0-4412-93FF-6F9705F9997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5350" y="4848225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0" y="0"/>
                </a:moveTo>
                <a:lnTo>
                  <a:pt x="9525" y="0"/>
                </a:lnTo>
                <a:lnTo>
                  <a:pt x="9525" y="9525"/>
                </a:lnTo>
                <a:lnTo>
                  <a:pt x="0" y="9525"/>
                </a:lnTo>
                <a:close/>
                <a:moveTo>
                  <a:pt x="19050" y="0"/>
                </a:moveTo>
                <a:lnTo>
                  <a:pt x="28575" y="0"/>
                </a:lnTo>
                <a:lnTo>
                  <a:pt x="28575" y="9525"/>
                </a:lnTo>
                <a:lnTo>
                  <a:pt x="19050" y="9525"/>
                </a:lnTo>
                <a:close/>
                <a:moveTo>
                  <a:pt x="57150" y="0"/>
                </a:moveTo>
                <a:lnTo>
                  <a:pt x="66675" y="0"/>
                </a:lnTo>
                <a:lnTo>
                  <a:pt x="66675" y="9525"/>
                </a:lnTo>
                <a:lnTo>
                  <a:pt x="57150" y="9525"/>
                </a:lnTo>
                <a:close/>
                <a:moveTo>
                  <a:pt x="190500" y="0"/>
                </a:moveTo>
                <a:lnTo>
                  <a:pt x="200025" y="0"/>
                </a:lnTo>
                <a:lnTo>
                  <a:pt x="200025" y="9525"/>
                </a:lnTo>
                <a:lnTo>
                  <a:pt x="190500" y="9525"/>
                </a:lnTo>
                <a:close/>
                <a:moveTo>
                  <a:pt x="733425" y="0"/>
                </a:moveTo>
                <a:lnTo>
                  <a:pt x="742950" y="0"/>
                </a:lnTo>
                <a:lnTo>
                  <a:pt x="742950" y="19050"/>
                </a:lnTo>
                <a:lnTo>
                  <a:pt x="733425" y="19050"/>
                </a:lnTo>
                <a:close/>
                <a:moveTo>
                  <a:pt x="752475" y="0"/>
                </a:moveTo>
                <a:lnTo>
                  <a:pt x="762000" y="0"/>
                </a:lnTo>
                <a:lnTo>
                  <a:pt x="762000" y="19050"/>
                </a:lnTo>
                <a:lnTo>
                  <a:pt x="752475" y="19050"/>
                </a:lnTo>
                <a:close/>
                <a:moveTo>
                  <a:pt x="971550" y="0"/>
                </a:moveTo>
                <a:lnTo>
                  <a:pt x="990600" y="0"/>
                </a:lnTo>
                <a:lnTo>
                  <a:pt x="990600" y="9525"/>
                </a:lnTo>
                <a:lnTo>
                  <a:pt x="971550" y="9525"/>
                </a:lnTo>
                <a:close/>
                <a:moveTo>
                  <a:pt x="85725" y="9525"/>
                </a:moveTo>
                <a:lnTo>
                  <a:pt x="95250" y="9525"/>
                </a:lnTo>
                <a:lnTo>
                  <a:pt x="95250" y="19050"/>
                </a:lnTo>
                <a:lnTo>
                  <a:pt x="104775" y="19050"/>
                </a:lnTo>
                <a:lnTo>
                  <a:pt x="104775" y="9525"/>
                </a:lnTo>
                <a:lnTo>
                  <a:pt x="114300" y="9525"/>
                </a:lnTo>
                <a:lnTo>
                  <a:pt x="114300" y="19050"/>
                </a:lnTo>
                <a:lnTo>
                  <a:pt x="133350" y="19050"/>
                </a:lnTo>
                <a:lnTo>
                  <a:pt x="133350" y="47625"/>
                </a:lnTo>
                <a:lnTo>
                  <a:pt x="142875" y="47625"/>
                </a:lnTo>
                <a:lnTo>
                  <a:pt x="142875" y="66675"/>
                </a:lnTo>
                <a:lnTo>
                  <a:pt x="152400" y="66675"/>
                </a:lnTo>
                <a:lnTo>
                  <a:pt x="152400" y="47625"/>
                </a:lnTo>
                <a:lnTo>
                  <a:pt x="200025" y="47625"/>
                </a:lnTo>
                <a:lnTo>
                  <a:pt x="200025" y="57150"/>
                </a:lnTo>
                <a:lnTo>
                  <a:pt x="209550" y="57150"/>
                </a:lnTo>
                <a:lnTo>
                  <a:pt x="209550" y="66675"/>
                </a:lnTo>
                <a:lnTo>
                  <a:pt x="190500" y="66675"/>
                </a:lnTo>
                <a:lnTo>
                  <a:pt x="190500" y="57150"/>
                </a:lnTo>
                <a:lnTo>
                  <a:pt x="171450" y="57150"/>
                </a:lnTo>
                <a:lnTo>
                  <a:pt x="171450" y="76200"/>
                </a:lnTo>
                <a:lnTo>
                  <a:pt x="161925" y="76200"/>
                </a:lnTo>
                <a:lnTo>
                  <a:pt x="161925" y="85725"/>
                </a:lnTo>
                <a:lnTo>
                  <a:pt x="142875" y="85725"/>
                </a:lnTo>
                <a:lnTo>
                  <a:pt x="142875" y="95250"/>
                </a:lnTo>
                <a:lnTo>
                  <a:pt x="123825" y="95250"/>
                </a:lnTo>
                <a:lnTo>
                  <a:pt x="123825" y="85725"/>
                </a:lnTo>
                <a:lnTo>
                  <a:pt x="114300" y="85725"/>
                </a:lnTo>
                <a:lnTo>
                  <a:pt x="114300" y="76200"/>
                </a:lnTo>
                <a:lnTo>
                  <a:pt x="104775" y="76200"/>
                </a:lnTo>
                <a:lnTo>
                  <a:pt x="104775" y="47625"/>
                </a:lnTo>
                <a:lnTo>
                  <a:pt x="95250" y="47625"/>
                </a:lnTo>
                <a:lnTo>
                  <a:pt x="95250" y="38100"/>
                </a:lnTo>
                <a:lnTo>
                  <a:pt x="76200" y="38100"/>
                </a:lnTo>
                <a:lnTo>
                  <a:pt x="76200" y="19050"/>
                </a:lnTo>
                <a:lnTo>
                  <a:pt x="85725" y="19050"/>
                </a:lnTo>
                <a:close/>
                <a:moveTo>
                  <a:pt x="771525" y="9525"/>
                </a:moveTo>
                <a:lnTo>
                  <a:pt x="781050" y="9525"/>
                </a:lnTo>
                <a:lnTo>
                  <a:pt x="781050" y="19050"/>
                </a:lnTo>
                <a:lnTo>
                  <a:pt x="771525" y="19050"/>
                </a:lnTo>
                <a:close/>
                <a:moveTo>
                  <a:pt x="904875" y="9525"/>
                </a:moveTo>
                <a:lnTo>
                  <a:pt x="914400" y="9525"/>
                </a:lnTo>
                <a:lnTo>
                  <a:pt x="914400" y="19050"/>
                </a:lnTo>
                <a:lnTo>
                  <a:pt x="904875" y="19050"/>
                </a:lnTo>
                <a:close/>
                <a:moveTo>
                  <a:pt x="28575" y="19050"/>
                </a:moveTo>
                <a:lnTo>
                  <a:pt x="57150" y="19050"/>
                </a:lnTo>
                <a:lnTo>
                  <a:pt x="57150" y="38100"/>
                </a:lnTo>
                <a:lnTo>
                  <a:pt x="66675" y="38100"/>
                </a:lnTo>
                <a:lnTo>
                  <a:pt x="66675" y="47625"/>
                </a:lnTo>
                <a:lnTo>
                  <a:pt x="76200" y="47625"/>
                </a:lnTo>
                <a:lnTo>
                  <a:pt x="76200" y="66675"/>
                </a:lnTo>
                <a:lnTo>
                  <a:pt x="85725" y="66675"/>
                </a:lnTo>
                <a:lnTo>
                  <a:pt x="85725" y="76200"/>
                </a:lnTo>
                <a:lnTo>
                  <a:pt x="76200" y="76200"/>
                </a:lnTo>
                <a:lnTo>
                  <a:pt x="76200" y="85725"/>
                </a:lnTo>
                <a:lnTo>
                  <a:pt x="66675" y="85725"/>
                </a:lnTo>
                <a:lnTo>
                  <a:pt x="66675" y="95250"/>
                </a:lnTo>
                <a:lnTo>
                  <a:pt x="76200" y="95250"/>
                </a:lnTo>
                <a:lnTo>
                  <a:pt x="76200" y="104775"/>
                </a:lnTo>
                <a:lnTo>
                  <a:pt x="47625" y="104775"/>
                </a:lnTo>
                <a:lnTo>
                  <a:pt x="47625" y="85725"/>
                </a:lnTo>
                <a:lnTo>
                  <a:pt x="38100" y="85725"/>
                </a:lnTo>
                <a:lnTo>
                  <a:pt x="38100" y="66675"/>
                </a:lnTo>
                <a:lnTo>
                  <a:pt x="47625" y="66675"/>
                </a:lnTo>
                <a:lnTo>
                  <a:pt x="47625" y="57150"/>
                </a:lnTo>
                <a:lnTo>
                  <a:pt x="57150" y="57150"/>
                </a:lnTo>
                <a:lnTo>
                  <a:pt x="57150" y="47625"/>
                </a:lnTo>
                <a:lnTo>
                  <a:pt x="28575" y="47625"/>
                </a:lnTo>
                <a:lnTo>
                  <a:pt x="28575" y="57150"/>
                </a:lnTo>
                <a:lnTo>
                  <a:pt x="19050" y="57150"/>
                </a:lnTo>
                <a:lnTo>
                  <a:pt x="19050" y="104775"/>
                </a:lnTo>
                <a:lnTo>
                  <a:pt x="9525" y="104775"/>
                </a:lnTo>
                <a:lnTo>
                  <a:pt x="9525" y="114300"/>
                </a:lnTo>
                <a:lnTo>
                  <a:pt x="0" y="114300"/>
                </a:lnTo>
                <a:lnTo>
                  <a:pt x="0" y="47625"/>
                </a:lnTo>
                <a:lnTo>
                  <a:pt x="19050" y="47625"/>
                </a:lnTo>
                <a:lnTo>
                  <a:pt x="19050" y="38100"/>
                </a:lnTo>
                <a:lnTo>
                  <a:pt x="28575" y="38100"/>
                </a:lnTo>
                <a:close/>
                <a:moveTo>
                  <a:pt x="1152525" y="19050"/>
                </a:moveTo>
                <a:lnTo>
                  <a:pt x="1162050" y="19050"/>
                </a:lnTo>
                <a:lnTo>
                  <a:pt x="1162050" y="28575"/>
                </a:lnTo>
                <a:lnTo>
                  <a:pt x="1152525" y="28575"/>
                </a:lnTo>
                <a:close/>
                <a:moveTo>
                  <a:pt x="609600" y="47625"/>
                </a:moveTo>
                <a:lnTo>
                  <a:pt x="619125" y="47625"/>
                </a:lnTo>
                <a:lnTo>
                  <a:pt x="619125" y="57150"/>
                </a:lnTo>
                <a:lnTo>
                  <a:pt x="609600" y="57150"/>
                </a:lnTo>
                <a:close/>
                <a:moveTo>
                  <a:pt x="1171575" y="47625"/>
                </a:moveTo>
                <a:lnTo>
                  <a:pt x="1190625" y="47625"/>
                </a:lnTo>
                <a:lnTo>
                  <a:pt x="1190625" y="57150"/>
                </a:lnTo>
                <a:lnTo>
                  <a:pt x="1171575" y="57150"/>
                </a:lnTo>
                <a:close/>
                <a:moveTo>
                  <a:pt x="1123950" y="57150"/>
                </a:moveTo>
                <a:lnTo>
                  <a:pt x="1143000" y="57150"/>
                </a:lnTo>
                <a:lnTo>
                  <a:pt x="1143000" y="66675"/>
                </a:lnTo>
                <a:lnTo>
                  <a:pt x="1162050" y="66675"/>
                </a:lnTo>
                <a:lnTo>
                  <a:pt x="1162050" y="76200"/>
                </a:lnTo>
                <a:lnTo>
                  <a:pt x="1171575" y="76200"/>
                </a:lnTo>
                <a:lnTo>
                  <a:pt x="1171575" y="95250"/>
                </a:lnTo>
                <a:lnTo>
                  <a:pt x="1143000" y="95250"/>
                </a:lnTo>
                <a:lnTo>
                  <a:pt x="1143000" y="104775"/>
                </a:lnTo>
                <a:lnTo>
                  <a:pt x="1123950" y="104775"/>
                </a:lnTo>
                <a:lnTo>
                  <a:pt x="1123950" y="95250"/>
                </a:lnTo>
                <a:lnTo>
                  <a:pt x="1114425" y="95250"/>
                </a:lnTo>
                <a:lnTo>
                  <a:pt x="1114425" y="76200"/>
                </a:lnTo>
                <a:lnTo>
                  <a:pt x="1123950" y="76200"/>
                </a:lnTo>
                <a:close/>
                <a:moveTo>
                  <a:pt x="1190625" y="57150"/>
                </a:moveTo>
                <a:lnTo>
                  <a:pt x="1209675" y="57150"/>
                </a:lnTo>
                <a:lnTo>
                  <a:pt x="1209675" y="66675"/>
                </a:lnTo>
                <a:lnTo>
                  <a:pt x="1190625" y="66675"/>
                </a:lnTo>
                <a:close/>
                <a:moveTo>
                  <a:pt x="733425" y="66675"/>
                </a:moveTo>
                <a:lnTo>
                  <a:pt x="742950" y="66675"/>
                </a:lnTo>
                <a:lnTo>
                  <a:pt x="742950" y="76200"/>
                </a:lnTo>
                <a:lnTo>
                  <a:pt x="733425" y="76200"/>
                </a:lnTo>
                <a:close/>
                <a:moveTo>
                  <a:pt x="723900" y="76200"/>
                </a:moveTo>
                <a:lnTo>
                  <a:pt x="733425" y="76200"/>
                </a:lnTo>
                <a:lnTo>
                  <a:pt x="733425" y="95250"/>
                </a:lnTo>
                <a:lnTo>
                  <a:pt x="723900" y="95250"/>
                </a:lnTo>
                <a:close/>
                <a:moveTo>
                  <a:pt x="1181100" y="85725"/>
                </a:moveTo>
                <a:lnTo>
                  <a:pt x="1190625" y="85725"/>
                </a:lnTo>
                <a:lnTo>
                  <a:pt x="1190625" y="95250"/>
                </a:lnTo>
                <a:lnTo>
                  <a:pt x="1200150" y="95250"/>
                </a:lnTo>
                <a:lnTo>
                  <a:pt x="1200150" y="104775"/>
                </a:lnTo>
                <a:lnTo>
                  <a:pt x="1181100" y="104775"/>
                </a:lnTo>
                <a:close/>
                <a:moveTo>
                  <a:pt x="714375" y="95250"/>
                </a:moveTo>
                <a:lnTo>
                  <a:pt x="723900" y="95250"/>
                </a:lnTo>
                <a:lnTo>
                  <a:pt x="723900" y="104775"/>
                </a:lnTo>
                <a:lnTo>
                  <a:pt x="714375" y="104775"/>
                </a:lnTo>
                <a:close/>
                <a:moveTo>
                  <a:pt x="19050" y="104775"/>
                </a:moveTo>
                <a:lnTo>
                  <a:pt x="47625" y="104775"/>
                </a:lnTo>
                <a:lnTo>
                  <a:pt x="47625" y="114300"/>
                </a:lnTo>
                <a:lnTo>
                  <a:pt x="19050" y="114300"/>
                </a:lnTo>
                <a:close/>
                <a:moveTo>
                  <a:pt x="704850" y="104775"/>
                </a:moveTo>
                <a:lnTo>
                  <a:pt x="714375" y="104775"/>
                </a:lnTo>
                <a:lnTo>
                  <a:pt x="714375" y="114300"/>
                </a:lnTo>
                <a:lnTo>
                  <a:pt x="704850" y="114300"/>
                </a:lnTo>
                <a:close/>
                <a:moveTo>
                  <a:pt x="1162050" y="104775"/>
                </a:moveTo>
                <a:lnTo>
                  <a:pt x="1171575" y="104775"/>
                </a:lnTo>
                <a:lnTo>
                  <a:pt x="1171575" y="114300"/>
                </a:lnTo>
                <a:lnTo>
                  <a:pt x="1181100" y="114300"/>
                </a:lnTo>
                <a:lnTo>
                  <a:pt x="1181100" y="123825"/>
                </a:lnTo>
                <a:lnTo>
                  <a:pt x="1162050" y="123825"/>
                </a:lnTo>
                <a:lnTo>
                  <a:pt x="1162050" y="133350"/>
                </a:lnTo>
                <a:lnTo>
                  <a:pt x="1171575" y="133350"/>
                </a:lnTo>
                <a:lnTo>
                  <a:pt x="1171575" y="152400"/>
                </a:lnTo>
                <a:lnTo>
                  <a:pt x="1152525" y="152400"/>
                </a:lnTo>
                <a:lnTo>
                  <a:pt x="1152525" y="142875"/>
                </a:lnTo>
                <a:lnTo>
                  <a:pt x="1143000" y="142875"/>
                </a:lnTo>
                <a:lnTo>
                  <a:pt x="1143000" y="123825"/>
                </a:lnTo>
                <a:lnTo>
                  <a:pt x="1152525" y="123825"/>
                </a:lnTo>
                <a:lnTo>
                  <a:pt x="1152525" y="114300"/>
                </a:lnTo>
                <a:lnTo>
                  <a:pt x="1162050" y="114300"/>
                </a:lnTo>
                <a:close/>
                <a:moveTo>
                  <a:pt x="1200150" y="104775"/>
                </a:moveTo>
                <a:lnTo>
                  <a:pt x="1209675" y="104775"/>
                </a:lnTo>
                <a:lnTo>
                  <a:pt x="1209675" y="142875"/>
                </a:lnTo>
                <a:lnTo>
                  <a:pt x="1200150" y="142875"/>
                </a:lnTo>
                <a:lnTo>
                  <a:pt x="1200150" y="133350"/>
                </a:lnTo>
                <a:lnTo>
                  <a:pt x="1190625" y="133350"/>
                </a:lnTo>
                <a:lnTo>
                  <a:pt x="1190625" y="114300"/>
                </a:lnTo>
                <a:lnTo>
                  <a:pt x="1200150" y="114300"/>
                </a:lnTo>
                <a:close/>
                <a:moveTo>
                  <a:pt x="0" y="142875"/>
                </a:moveTo>
                <a:lnTo>
                  <a:pt x="9525" y="142875"/>
                </a:lnTo>
                <a:lnTo>
                  <a:pt x="9525" y="152400"/>
                </a:lnTo>
                <a:lnTo>
                  <a:pt x="0" y="152400"/>
                </a:lnTo>
                <a:close/>
                <a:moveTo>
                  <a:pt x="66675" y="142875"/>
                </a:moveTo>
                <a:lnTo>
                  <a:pt x="76200" y="142875"/>
                </a:lnTo>
                <a:lnTo>
                  <a:pt x="76200" y="152400"/>
                </a:lnTo>
                <a:lnTo>
                  <a:pt x="85725" y="152400"/>
                </a:lnTo>
                <a:lnTo>
                  <a:pt x="85725" y="171450"/>
                </a:lnTo>
                <a:lnTo>
                  <a:pt x="95250" y="171450"/>
                </a:lnTo>
                <a:lnTo>
                  <a:pt x="95250" y="180975"/>
                </a:lnTo>
                <a:lnTo>
                  <a:pt x="85725" y="180975"/>
                </a:lnTo>
                <a:lnTo>
                  <a:pt x="85725" y="200025"/>
                </a:lnTo>
                <a:lnTo>
                  <a:pt x="76200" y="200025"/>
                </a:lnTo>
                <a:lnTo>
                  <a:pt x="76200" y="209550"/>
                </a:lnTo>
                <a:lnTo>
                  <a:pt x="38100" y="209550"/>
                </a:lnTo>
                <a:lnTo>
                  <a:pt x="38100" y="200025"/>
                </a:lnTo>
                <a:lnTo>
                  <a:pt x="28575" y="200025"/>
                </a:lnTo>
                <a:lnTo>
                  <a:pt x="28575" y="190500"/>
                </a:lnTo>
                <a:lnTo>
                  <a:pt x="66675" y="190500"/>
                </a:lnTo>
                <a:lnTo>
                  <a:pt x="66675" y="180975"/>
                </a:lnTo>
                <a:lnTo>
                  <a:pt x="76200" y="180975"/>
                </a:lnTo>
                <a:lnTo>
                  <a:pt x="76200" y="171450"/>
                </a:lnTo>
                <a:lnTo>
                  <a:pt x="66675" y="171450"/>
                </a:lnTo>
                <a:close/>
                <a:moveTo>
                  <a:pt x="1200150" y="152400"/>
                </a:moveTo>
                <a:lnTo>
                  <a:pt x="1209675" y="152400"/>
                </a:lnTo>
                <a:lnTo>
                  <a:pt x="1209675" y="200025"/>
                </a:lnTo>
                <a:lnTo>
                  <a:pt x="1200150" y="200025"/>
                </a:lnTo>
                <a:lnTo>
                  <a:pt x="1200150" y="180975"/>
                </a:lnTo>
                <a:lnTo>
                  <a:pt x="1190625" y="180975"/>
                </a:lnTo>
                <a:lnTo>
                  <a:pt x="1190625" y="161925"/>
                </a:lnTo>
                <a:lnTo>
                  <a:pt x="1200150" y="161925"/>
                </a:lnTo>
                <a:close/>
                <a:moveTo>
                  <a:pt x="0" y="161925"/>
                </a:moveTo>
                <a:lnTo>
                  <a:pt x="9525" y="161925"/>
                </a:lnTo>
                <a:lnTo>
                  <a:pt x="9525" y="171450"/>
                </a:lnTo>
                <a:lnTo>
                  <a:pt x="19050" y="171450"/>
                </a:lnTo>
                <a:lnTo>
                  <a:pt x="19050" y="180975"/>
                </a:lnTo>
                <a:lnTo>
                  <a:pt x="0" y="180975"/>
                </a:lnTo>
                <a:close/>
                <a:moveTo>
                  <a:pt x="104775" y="180975"/>
                </a:moveTo>
                <a:lnTo>
                  <a:pt x="114300" y="180975"/>
                </a:lnTo>
                <a:lnTo>
                  <a:pt x="114300" y="200025"/>
                </a:lnTo>
                <a:lnTo>
                  <a:pt x="104775" y="200025"/>
                </a:lnTo>
                <a:close/>
                <a:moveTo>
                  <a:pt x="85725" y="200025"/>
                </a:moveTo>
                <a:lnTo>
                  <a:pt x="104775" y="200025"/>
                </a:lnTo>
                <a:lnTo>
                  <a:pt x="104775" y="209550"/>
                </a:lnTo>
                <a:lnTo>
                  <a:pt x="95250" y="209550"/>
                </a:lnTo>
                <a:lnTo>
                  <a:pt x="95250" y="228600"/>
                </a:lnTo>
                <a:lnTo>
                  <a:pt x="76200" y="228600"/>
                </a:lnTo>
                <a:lnTo>
                  <a:pt x="76200" y="219075"/>
                </a:lnTo>
                <a:lnTo>
                  <a:pt x="85725" y="219075"/>
                </a:lnTo>
                <a:close/>
                <a:moveTo>
                  <a:pt x="0" y="219075"/>
                </a:moveTo>
                <a:lnTo>
                  <a:pt x="28575" y="219075"/>
                </a:lnTo>
                <a:lnTo>
                  <a:pt x="28575" y="228600"/>
                </a:lnTo>
                <a:lnTo>
                  <a:pt x="0" y="228600"/>
                </a:lnTo>
                <a:close/>
                <a:moveTo>
                  <a:pt x="1162050" y="219075"/>
                </a:moveTo>
                <a:lnTo>
                  <a:pt x="1190625" y="219075"/>
                </a:lnTo>
                <a:lnTo>
                  <a:pt x="1190625" y="238125"/>
                </a:lnTo>
                <a:lnTo>
                  <a:pt x="1209675" y="238125"/>
                </a:lnTo>
                <a:lnTo>
                  <a:pt x="1209675" y="304800"/>
                </a:lnTo>
                <a:lnTo>
                  <a:pt x="1181100" y="304800"/>
                </a:lnTo>
                <a:lnTo>
                  <a:pt x="1181100" y="276225"/>
                </a:lnTo>
                <a:lnTo>
                  <a:pt x="1190625" y="276225"/>
                </a:lnTo>
                <a:lnTo>
                  <a:pt x="1190625" y="266700"/>
                </a:lnTo>
                <a:lnTo>
                  <a:pt x="1181100" y="266700"/>
                </a:lnTo>
                <a:lnTo>
                  <a:pt x="1181100" y="228600"/>
                </a:lnTo>
                <a:lnTo>
                  <a:pt x="1171575" y="228600"/>
                </a:lnTo>
                <a:lnTo>
                  <a:pt x="1171575" y="238125"/>
                </a:lnTo>
                <a:lnTo>
                  <a:pt x="1162050" y="238125"/>
                </a:lnTo>
                <a:close/>
                <a:moveTo>
                  <a:pt x="28575" y="228600"/>
                </a:moveTo>
                <a:lnTo>
                  <a:pt x="38100" y="228600"/>
                </a:lnTo>
                <a:lnTo>
                  <a:pt x="38100" y="238125"/>
                </a:lnTo>
                <a:lnTo>
                  <a:pt x="47625" y="238125"/>
                </a:lnTo>
                <a:lnTo>
                  <a:pt x="47625" y="247650"/>
                </a:lnTo>
                <a:lnTo>
                  <a:pt x="66675" y="247650"/>
                </a:lnTo>
                <a:lnTo>
                  <a:pt x="66675" y="257175"/>
                </a:lnTo>
                <a:lnTo>
                  <a:pt x="95250" y="257175"/>
                </a:lnTo>
                <a:lnTo>
                  <a:pt x="95250" y="228600"/>
                </a:lnTo>
                <a:lnTo>
                  <a:pt x="104775" y="228600"/>
                </a:lnTo>
                <a:lnTo>
                  <a:pt x="104775" y="238125"/>
                </a:lnTo>
                <a:lnTo>
                  <a:pt x="114300" y="238125"/>
                </a:lnTo>
                <a:lnTo>
                  <a:pt x="114300" y="266700"/>
                </a:lnTo>
                <a:lnTo>
                  <a:pt x="104775" y="266700"/>
                </a:lnTo>
                <a:lnTo>
                  <a:pt x="104775" y="276225"/>
                </a:lnTo>
                <a:lnTo>
                  <a:pt x="85725" y="276225"/>
                </a:lnTo>
                <a:lnTo>
                  <a:pt x="85725" y="285750"/>
                </a:lnTo>
                <a:lnTo>
                  <a:pt x="66675" y="285750"/>
                </a:lnTo>
                <a:lnTo>
                  <a:pt x="66675" y="295275"/>
                </a:lnTo>
                <a:lnTo>
                  <a:pt x="57150" y="295275"/>
                </a:lnTo>
                <a:lnTo>
                  <a:pt x="57150" y="276225"/>
                </a:lnTo>
                <a:lnTo>
                  <a:pt x="38100" y="276225"/>
                </a:lnTo>
                <a:lnTo>
                  <a:pt x="38100" y="257175"/>
                </a:lnTo>
                <a:lnTo>
                  <a:pt x="19050" y="257175"/>
                </a:lnTo>
                <a:lnTo>
                  <a:pt x="19050" y="247650"/>
                </a:lnTo>
                <a:lnTo>
                  <a:pt x="28575" y="247650"/>
                </a:lnTo>
                <a:close/>
                <a:moveTo>
                  <a:pt x="9525" y="257175"/>
                </a:moveTo>
                <a:lnTo>
                  <a:pt x="19050" y="257175"/>
                </a:lnTo>
                <a:lnTo>
                  <a:pt x="19050" y="285750"/>
                </a:lnTo>
                <a:lnTo>
                  <a:pt x="9525" y="285750"/>
                </a:lnTo>
                <a:lnTo>
                  <a:pt x="9525" y="276225"/>
                </a:lnTo>
                <a:lnTo>
                  <a:pt x="0" y="276225"/>
                </a:lnTo>
                <a:lnTo>
                  <a:pt x="0" y="266700"/>
                </a:lnTo>
                <a:lnTo>
                  <a:pt x="9525" y="266700"/>
                </a:lnTo>
                <a:close/>
                <a:moveTo>
                  <a:pt x="247650" y="266700"/>
                </a:moveTo>
                <a:lnTo>
                  <a:pt x="257175" y="266700"/>
                </a:lnTo>
                <a:lnTo>
                  <a:pt x="257175" y="295275"/>
                </a:lnTo>
                <a:lnTo>
                  <a:pt x="247650" y="295275"/>
                </a:lnTo>
                <a:lnTo>
                  <a:pt x="247650" y="285750"/>
                </a:lnTo>
                <a:lnTo>
                  <a:pt x="238125" y="285750"/>
                </a:lnTo>
                <a:lnTo>
                  <a:pt x="238125" y="276225"/>
                </a:lnTo>
                <a:lnTo>
                  <a:pt x="247650" y="276225"/>
                </a:lnTo>
                <a:close/>
                <a:moveTo>
                  <a:pt x="1162050" y="266700"/>
                </a:moveTo>
                <a:lnTo>
                  <a:pt x="1171575" y="266700"/>
                </a:lnTo>
                <a:lnTo>
                  <a:pt x="1171575" y="276225"/>
                </a:lnTo>
                <a:lnTo>
                  <a:pt x="1162050" y="276225"/>
                </a:lnTo>
                <a:close/>
                <a:moveTo>
                  <a:pt x="19050" y="285750"/>
                </a:moveTo>
                <a:lnTo>
                  <a:pt x="38100" y="285750"/>
                </a:lnTo>
                <a:lnTo>
                  <a:pt x="38100" y="304800"/>
                </a:lnTo>
                <a:lnTo>
                  <a:pt x="28575" y="304800"/>
                </a:lnTo>
                <a:lnTo>
                  <a:pt x="28575" y="295275"/>
                </a:lnTo>
                <a:lnTo>
                  <a:pt x="19050" y="295275"/>
                </a:lnTo>
                <a:close/>
                <a:moveTo>
                  <a:pt x="95250" y="285750"/>
                </a:moveTo>
                <a:lnTo>
                  <a:pt x="104775" y="285750"/>
                </a:lnTo>
                <a:lnTo>
                  <a:pt x="104775" y="295275"/>
                </a:lnTo>
                <a:lnTo>
                  <a:pt x="95250" y="295275"/>
                </a:lnTo>
                <a:close/>
                <a:moveTo>
                  <a:pt x="1114425" y="295275"/>
                </a:moveTo>
                <a:lnTo>
                  <a:pt x="1133475" y="295275"/>
                </a:lnTo>
                <a:lnTo>
                  <a:pt x="1133475" y="304800"/>
                </a:lnTo>
                <a:lnTo>
                  <a:pt x="1143000" y="304800"/>
                </a:lnTo>
                <a:lnTo>
                  <a:pt x="1143000" y="314325"/>
                </a:lnTo>
                <a:lnTo>
                  <a:pt x="1162050" y="314325"/>
                </a:lnTo>
                <a:lnTo>
                  <a:pt x="1162050" y="323850"/>
                </a:lnTo>
                <a:lnTo>
                  <a:pt x="1171575" y="323850"/>
                </a:lnTo>
                <a:lnTo>
                  <a:pt x="1171575" y="352425"/>
                </a:lnTo>
                <a:lnTo>
                  <a:pt x="1162050" y="352425"/>
                </a:lnTo>
                <a:lnTo>
                  <a:pt x="1162050" y="333375"/>
                </a:lnTo>
                <a:lnTo>
                  <a:pt x="1152525" y="333375"/>
                </a:lnTo>
                <a:lnTo>
                  <a:pt x="1152525" y="323850"/>
                </a:lnTo>
                <a:lnTo>
                  <a:pt x="1133475" y="323850"/>
                </a:lnTo>
                <a:lnTo>
                  <a:pt x="1133475" y="333375"/>
                </a:lnTo>
                <a:lnTo>
                  <a:pt x="1143000" y="333375"/>
                </a:lnTo>
                <a:lnTo>
                  <a:pt x="1143000" y="342900"/>
                </a:lnTo>
                <a:lnTo>
                  <a:pt x="1133475" y="342900"/>
                </a:lnTo>
                <a:lnTo>
                  <a:pt x="1133475" y="361950"/>
                </a:lnTo>
                <a:lnTo>
                  <a:pt x="1104900" y="361950"/>
                </a:lnTo>
                <a:lnTo>
                  <a:pt x="1104900" y="352425"/>
                </a:lnTo>
                <a:lnTo>
                  <a:pt x="1095375" y="352425"/>
                </a:lnTo>
                <a:lnTo>
                  <a:pt x="1095375" y="333375"/>
                </a:lnTo>
                <a:lnTo>
                  <a:pt x="1104900" y="333375"/>
                </a:lnTo>
                <a:lnTo>
                  <a:pt x="1104900" y="323850"/>
                </a:lnTo>
                <a:lnTo>
                  <a:pt x="1123950" y="323850"/>
                </a:lnTo>
                <a:lnTo>
                  <a:pt x="1123950" y="304800"/>
                </a:lnTo>
                <a:lnTo>
                  <a:pt x="1114425" y="304800"/>
                </a:lnTo>
                <a:close/>
                <a:moveTo>
                  <a:pt x="38100" y="304800"/>
                </a:moveTo>
                <a:lnTo>
                  <a:pt x="66675" y="304800"/>
                </a:lnTo>
                <a:lnTo>
                  <a:pt x="66675" y="314325"/>
                </a:lnTo>
                <a:lnTo>
                  <a:pt x="38100" y="314325"/>
                </a:lnTo>
                <a:close/>
                <a:moveTo>
                  <a:pt x="266700" y="304800"/>
                </a:moveTo>
                <a:lnTo>
                  <a:pt x="276225" y="304800"/>
                </a:lnTo>
                <a:lnTo>
                  <a:pt x="276225" y="314325"/>
                </a:lnTo>
                <a:lnTo>
                  <a:pt x="266700" y="314325"/>
                </a:lnTo>
                <a:close/>
                <a:moveTo>
                  <a:pt x="200025" y="314325"/>
                </a:moveTo>
                <a:lnTo>
                  <a:pt x="228600" y="314325"/>
                </a:lnTo>
                <a:lnTo>
                  <a:pt x="228600" y="342900"/>
                </a:lnTo>
                <a:lnTo>
                  <a:pt x="190500" y="342900"/>
                </a:lnTo>
                <a:lnTo>
                  <a:pt x="190500" y="323850"/>
                </a:lnTo>
                <a:lnTo>
                  <a:pt x="200025" y="323850"/>
                </a:lnTo>
                <a:close/>
                <a:moveTo>
                  <a:pt x="38100" y="323850"/>
                </a:moveTo>
                <a:lnTo>
                  <a:pt x="76200" y="323850"/>
                </a:lnTo>
                <a:lnTo>
                  <a:pt x="76200" y="342900"/>
                </a:lnTo>
                <a:lnTo>
                  <a:pt x="66675" y="342900"/>
                </a:lnTo>
                <a:lnTo>
                  <a:pt x="66675" y="333375"/>
                </a:lnTo>
                <a:lnTo>
                  <a:pt x="38100" y="333375"/>
                </a:lnTo>
                <a:close/>
                <a:moveTo>
                  <a:pt x="1190625" y="333375"/>
                </a:moveTo>
                <a:lnTo>
                  <a:pt x="1209675" y="333375"/>
                </a:lnTo>
                <a:lnTo>
                  <a:pt x="1209675" y="352425"/>
                </a:lnTo>
                <a:lnTo>
                  <a:pt x="1190625" y="352425"/>
                </a:lnTo>
                <a:close/>
                <a:moveTo>
                  <a:pt x="85725" y="342900"/>
                </a:moveTo>
                <a:lnTo>
                  <a:pt x="95250" y="342900"/>
                </a:lnTo>
                <a:lnTo>
                  <a:pt x="95250" y="352425"/>
                </a:lnTo>
                <a:lnTo>
                  <a:pt x="85725" y="352425"/>
                </a:lnTo>
                <a:close/>
                <a:moveTo>
                  <a:pt x="228600" y="342900"/>
                </a:moveTo>
                <a:lnTo>
                  <a:pt x="238125" y="342900"/>
                </a:lnTo>
                <a:lnTo>
                  <a:pt x="238125" y="352425"/>
                </a:lnTo>
                <a:lnTo>
                  <a:pt x="228600" y="352425"/>
                </a:lnTo>
                <a:close/>
                <a:moveTo>
                  <a:pt x="266700" y="342900"/>
                </a:moveTo>
                <a:lnTo>
                  <a:pt x="276225" y="342900"/>
                </a:lnTo>
                <a:lnTo>
                  <a:pt x="276225" y="352425"/>
                </a:lnTo>
                <a:lnTo>
                  <a:pt x="266700" y="352425"/>
                </a:lnTo>
                <a:close/>
                <a:moveTo>
                  <a:pt x="771525" y="342900"/>
                </a:moveTo>
                <a:lnTo>
                  <a:pt x="781050" y="342900"/>
                </a:lnTo>
                <a:lnTo>
                  <a:pt x="781050" y="352425"/>
                </a:lnTo>
                <a:lnTo>
                  <a:pt x="771525" y="352425"/>
                </a:lnTo>
                <a:close/>
                <a:moveTo>
                  <a:pt x="790575" y="342900"/>
                </a:moveTo>
                <a:lnTo>
                  <a:pt x="800100" y="342900"/>
                </a:lnTo>
                <a:lnTo>
                  <a:pt x="800100" y="352425"/>
                </a:lnTo>
                <a:lnTo>
                  <a:pt x="790575" y="352425"/>
                </a:lnTo>
                <a:close/>
                <a:moveTo>
                  <a:pt x="1057275" y="342900"/>
                </a:moveTo>
                <a:lnTo>
                  <a:pt x="1066800" y="342900"/>
                </a:lnTo>
                <a:lnTo>
                  <a:pt x="1066800" y="352425"/>
                </a:lnTo>
                <a:lnTo>
                  <a:pt x="1076325" y="352425"/>
                </a:lnTo>
                <a:lnTo>
                  <a:pt x="1076325" y="342900"/>
                </a:lnTo>
                <a:lnTo>
                  <a:pt x="1085850" y="342900"/>
                </a:lnTo>
                <a:lnTo>
                  <a:pt x="1085850" y="352425"/>
                </a:lnTo>
                <a:lnTo>
                  <a:pt x="1076325" y="352425"/>
                </a:lnTo>
                <a:lnTo>
                  <a:pt x="1076325" y="361950"/>
                </a:lnTo>
                <a:lnTo>
                  <a:pt x="1057275" y="361950"/>
                </a:lnTo>
                <a:close/>
                <a:moveTo>
                  <a:pt x="276225" y="352425"/>
                </a:moveTo>
                <a:lnTo>
                  <a:pt x="295275" y="352425"/>
                </a:lnTo>
                <a:lnTo>
                  <a:pt x="295275" y="361950"/>
                </a:lnTo>
                <a:lnTo>
                  <a:pt x="276225" y="361950"/>
                </a:lnTo>
                <a:close/>
                <a:moveTo>
                  <a:pt x="971550" y="352425"/>
                </a:moveTo>
                <a:lnTo>
                  <a:pt x="981075" y="352425"/>
                </a:lnTo>
                <a:lnTo>
                  <a:pt x="981075" y="371475"/>
                </a:lnTo>
                <a:lnTo>
                  <a:pt x="952500" y="371475"/>
                </a:lnTo>
                <a:lnTo>
                  <a:pt x="952500" y="361950"/>
                </a:lnTo>
                <a:lnTo>
                  <a:pt x="971550" y="361950"/>
                </a:lnTo>
                <a:close/>
                <a:moveTo>
                  <a:pt x="762000" y="381000"/>
                </a:moveTo>
                <a:lnTo>
                  <a:pt x="771525" y="381000"/>
                </a:lnTo>
                <a:lnTo>
                  <a:pt x="771525" y="390525"/>
                </a:lnTo>
                <a:lnTo>
                  <a:pt x="762000" y="390525"/>
                </a:lnTo>
                <a:close/>
                <a:moveTo>
                  <a:pt x="1152525" y="381000"/>
                </a:moveTo>
                <a:lnTo>
                  <a:pt x="1171575" y="381000"/>
                </a:lnTo>
                <a:lnTo>
                  <a:pt x="1171575" y="400050"/>
                </a:lnTo>
                <a:lnTo>
                  <a:pt x="1123950" y="400050"/>
                </a:lnTo>
                <a:lnTo>
                  <a:pt x="1123950" y="390525"/>
                </a:lnTo>
                <a:lnTo>
                  <a:pt x="1152525" y="390525"/>
                </a:lnTo>
                <a:close/>
                <a:moveTo>
                  <a:pt x="0" y="409575"/>
                </a:moveTo>
                <a:lnTo>
                  <a:pt x="9525" y="409575"/>
                </a:lnTo>
                <a:lnTo>
                  <a:pt x="9525" y="428625"/>
                </a:lnTo>
                <a:lnTo>
                  <a:pt x="0" y="428625"/>
                </a:lnTo>
                <a:close/>
                <a:moveTo>
                  <a:pt x="28575" y="409575"/>
                </a:moveTo>
                <a:lnTo>
                  <a:pt x="38100" y="409575"/>
                </a:lnTo>
                <a:lnTo>
                  <a:pt x="38100" y="428625"/>
                </a:lnTo>
                <a:lnTo>
                  <a:pt x="19050" y="428625"/>
                </a:lnTo>
                <a:lnTo>
                  <a:pt x="19050" y="419100"/>
                </a:lnTo>
                <a:lnTo>
                  <a:pt x="28575" y="419100"/>
                </a:lnTo>
                <a:close/>
                <a:moveTo>
                  <a:pt x="1095375" y="409575"/>
                </a:moveTo>
                <a:lnTo>
                  <a:pt x="1104900" y="409575"/>
                </a:lnTo>
                <a:lnTo>
                  <a:pt x="1104900" y="419100"/>
                </a:lnTo>
                <a:lnTo>
                  <a:pt x="1114425" y="419100"/>
                </a:lnTo>
                <a:lnTo>
                  <a:pt x="1114425" y="428625"/>
                </a:lnTo>
                <a:lnTo>
                  <a:pt x="1095375" y="428625"/>
                </a:lnTo>
                <a:lnTo>
                  <a:pt x="1095375" y="447675"/>
                </a:lnTo>
                <a:lnTo>
                  <a:pt x="1085850" y="447675"/>
                </a:lnTo>
                <a:lnTo>
                  <a:pt x="1085850" y="419100"/>
                </a:lnTo>
                <a:lnTo>
                  <a:pt x="1095375" y="419100"/>
                </a:lnTo>
                <a:close/>
                <a:moveTo>
                  <a:pt x="1123950" y="409575"/>
                </a:moveTo>
                <a:lnTo>
                  <a:pt x="1133475" y="409575"/>
                </a:lnTo>
                <a:lnTo>
                  <a:pt x="1133475" y="419100"/>
                </a:lnTo>
                <a:lnTo>
                  <a:pt x="1123950" y="419100"/>
                </a:lnTo>
                <a:close/>
                <a:moveTo>
                  <a:pt x="1181100" y="409575"/>
                </a:moveTo>
                <a:lnTo>
                  <a:pt x="1190625" y="409575"/>
                </a:lnTo>
                <a:lnTo>
                  <a:pt x="1190625" y="428625"/>
                </a:lnTo>
                <a:lnTo>
                  <a:pt x="1181100" y="428625"/>
                </a:lnTo>
                <a:close/>
                <a:moveTo>
                  <a:pt x="1143000" y="419100"/>
                </a:moveTo>
                <a:lnTo>
                  <a:pt x="1152525" y="419100"/>
                </a:lnTo>
                <a:lnTo>
                  <a:pt x="1152525" y="428625"/>
                </a:lnTo>
                <a:lnTo>
                  <a:pt x="1143000" y="428625"/>
                </a:lnTo>
                <a:close/>
                <a:moveTo>
                  <a:pt x="847725" y="428625"/>
                </a:moveTo>
                <a:lnTo>
                  <a:pt x="866775" y="428625"/>
                </a:lnTo>
                <a:lnTo>
                  <a:pt x="866775" y="447675"/>
                </a:lnTo>
                <a:lnTo>
                  <a:pt x="857250" y="447675"/>
                </a:lnTo>
                <a:lnTo>
                  <a:pt x="857250" y="438150"/>
                </a:lnTo>
                <a:lnTo>
                  <a:pt x="847725" y="438150"/>
                </a:lnTo>
                <a:close/>
                <a:moveTo>
                  <a:pt x="962025" y="428625"/>
                </a:moveTo>
                <a:lnTo>
                  <a:pt x="971550" y="428625"/>
                </a:lnTo>
                <a:lnTo>
                  <a:pt x="971550" y="438150"/>
                </a:lnTo>
                <a:lnTo>
                  <a:pt x="962025" y="438150"/>
                </a:lnTo>
                <a:close/>
                <a:moveTo>
                  <a:pt x="1152525" y="428625"/>
                </a:moveTo>
                <a:lnTo>
                  <a:pt x="1171575" y="428625"/>
                </a:lnTo>
                <a:lnTo>
                  <a:pt x="1171575" y="457200"/>
                </a:lnTo>
                <a:lnTo>
                  <a:pt x="1162050" y="457200"/>
                </a:lnTo>
                <a:lnTo>
                  <a:pt x="1162050" y="466725"/>
                </a:lnTo>
                <a:lnTo>
                  <a:pt x="1152525" y="466725"/>
                </a:lnTo>
                <a:close/>
                <a:moveTo>
                  <a:pt x="933450" y="438150"/>
                </a:moveTo>
                <a:lnTo>
                  <a:pt x="942975" y="438150"/>
                </a:lnTo>
                <a:lnTo>
                  <a:pt x="942975" y="447675"/>
                </a:lnTo>
                <a:lnTo>
                  <a:pt x="933450" y="447675"/>
                </a:lnTo>
                <a:close/>
                <a:moveTo>
                  <a:pt x="1047750" y="438150"/>
                </a:moveTo>
                <a:lnTo>
                  <a:pt x="1057275" y="438150"/>
                </a:lnTo>
                <a:lnTo>
                  <a:pt x="1057275" y="466725"/>
                </a:lnTo>
                <a:lnTo>
                  <a:pt x="1047750" y="466725"/>
                </a:lnTo>
                <a:lnTo>
                  <a:pt x="1047750" y="457200"/>
                </a:lnTo>
                <a:lnTo>
                  <a:pt x="1028700" y="457200"/>
                </a:lnTo>
                <a:lnTo>
                  <a:pt x="1028700" y="447675"/>
                </a:lnTo>
                <a:lnTo>
                  <a:pt x="1047750" y="447675"/>
                </a:lnTo>
                <a:close/>
                <a:moveTo>
                  <a:pt x="1123950" y="438150"/>
                </a:moveTo>
                <a:lnTo>
                  <a:pt x="1133475" y="438150"/>
                </a:lnTo>
                <a:lnTo>
                  <a:pt x="1133475" y="457200"/>
                </a:lnTo>
                <a:lnTo>
                  <a:pt x="1123950" y="457200"/>
                </a:lnTo>
                <a:lnTo>
                  <a:pt x="1123950" y="466725"/>
                </a:lnTo>
                <a:lnTo>
                  <a:pt x="1114425" y="466725"/>
                </a:lnTo>
                <a:lnTo>
                  <a:pt x="1114425" y="447675"/>
                </a:lnTo>
                <a:lnTo>
                  <a:pt x="1123950" y="447675"/>
                </a:lnTo>
                <a:close/>
                <a:moveTo>
                  <a:pt x="9525" y="457200"/>
                </a:moveTo>
                <a:lnTo>
                  <a:pt x="85725" y="457200"/>
                </a:lnTo>
                <a:lnTo>
                  <a:pt x="85725" y="466725"/>
                </a:lnTo>
                <a:lnTo>
                  <a:pt x="66675" y="466725"/>
                </a:lnTo>
                <a:lnTo>
                  <a:pt x="66675" y="476250"/>
                </a:lnTo>
                <a:lnTo>
                  <a:pt x="57150" y="476250"/>
                </a:lnTo>
                <a:lnTo>
                  <a:pt x="57150" y="466725"/>
                </a:lnTo>
                <a:lnTo>
                  <a:pt x="38100" y="466725"/>
                </a:lnTo>
                <a:lnTo>
                  <a:pt x="38100" y="476250"/>
                </a:lnTo>
                <a:lnTo>
                  <a:pt x="9525" y="476250"/>
                </a:lnTo>
                <a:close/>
                <a:moveTo>
                  <a:pt x="95250" y="457200"/>
                </a:moveTo>
                <a:lnTo>
                  <a:pt x="104775" y="457200"/>
                </a:lnTo>
                <a:lnTo>
                  <a:pt x="104775" y="466725"/>
                </a:lnTo>
                <a:lnTo>
                  <a:pt x="95250" y="466725"/>
                </a:lnTo>
                <a:close/>
                <a:moveTo>
                  <a:pt x="990600" y="457200"/>
                </a:moveTo>
                <a:lnTo>
                  <a:pt x="1009650" y="457200"/>
                </a:lnTo>
                <a:lnTo>
                  <a:pt x="1009650" y="476250"/>
                </a:lnTo>
                <a:lnTo>
                  <a:pt x="1000125" y="476250"/>
                </a:lnTo>
                <a:lnTo>
                  <a:pt x="1000125" y="466725"/>
                </a:lnTo>
                <a:lnTo>
                  <a:pt x="990600" y="466725"/>
                </a:lnTo>
                <a:close/>
                <a:moveTo>
                  <a:pt x="1085850" y="466725"/>
                </a:moveTo>
                <a:lnTo>
                  <a:pt x="1104900" y="466725"/>
                </a:lnTo>
                <a:lnTo>
                  <a:pt x="1104900" y="476250"/>
                </a:lnTo>
                <a:lnTo>
                  <a:pt x="1095375" y="476250"/>
                </a:lnTo>
                <a:lnTo>
                  <a:pt x="1095375" y="485775"/>
                </a:lnTo>
                <a:lnTo>
                  <a:pt x="1085850" y="485775"/>
                </a:lnTo>
                <a:close/>
                <a:moveTo>
                  <a:pt x="1181100" y="466725"/>
                </a:moveTo>
                <a:lnTo>
                  <a:pt x="1190625" y="466725"/>
                </a:lnTo>
                <a:lnTo>
                  <a:pt x="1190625" y="476250"/>
                </a:lnTo>
                <a:lnTo>
                  <a:pt x="1200150" y="476250"/>
                </a:lnTo>
                <a:lnTo>
                  <a:pt x="1200150" y="504825"/>
                </a:lnTo>
                <a:lnTo>
                  <a:pt x="1190625" y="504825"/>
                </a:lnTo>
                <a:lnTo>
                  <a:pt x="1190625" y="495300"/>
                </a:lnTo>
                <a:lnTo>
                  <a:pt x="1181100" y="495300"/>
                </a:lnTo>
                <a:close/>
                <a:moveTo>
                  <a:pt x="0" y="476250"/>
                </a:moveTo>
                <a:lnTo>
                  <a:pt x="9525" y="476250"/>
                </a:lnTo>
                <a:lnTo>
                  <a:pt x="9525" y="504825"/>
                </a:lnTo>
                <a:lnTo>
                  <a:pt x="0" y="504825"/>
                </a:lnTo>
                <a:close/>
                <a:moveTo>
                  <a:pt x="38100" y="476250"/>
                </a:moveTo>
                <a:lnTo>
                  <a:pt x="57150" y="476250"/>
                </a:lnTo>
                <a:lnTo>
                  <a:pt x="57150" y="485775"/>
                </a:lnTo>
                <a:lnTo>
                  <a:pt x="38100" y="485775"/>
                </a:lnTo>
                <a:close/>
                <a:moveTo>
                  <a:pt x="66675" y="476250"/>
                </a:moveTo>
                <a:lnTo>
                  <a:pt x="76200" y="476250"/>
                </a:lnTo>
                <a:lnTo>
                  <a:pt x="76200" y="504825"/>
                </a:lnTo>
                <a:lnTo>
                  <a:pt x="47625" y="504825"/>
                </a:lnTo>
                <a:lnTo>
                  <a:pt x="47625" y="495300"/>
                </a:lnTo>
                <a:lnTo>
                  <a:pt x="66675" y="495300"/>
                </a:lnTo>
                <a:close/>
                <a:moveTo>
                  <a:pt x="419100" y="485775"/>
                </a:moveTo>
                <a:lnTo>
                  <a:pt x="428625" y="485775"/>
                </a:lnTo>
                <a:lnTo>
                  <a:pt x="428625" y="495300"/>
                </a:lnTo>
                <a:lnTo>
                  <a:pt x="419100" y="495300"/>
                </a:lnTo>
                <a:close/>
                <a:moveTo>
                  <a:pt x="866775" y="485775"/>
                </a:moveTo>
                <a:lnTo>
                  <a:pt x="876300" y="485775"/>
                </a:lnTo>
                <a:lnTo>
                  <a:pt x="876300" y="495300"/>
                </a:lnTo>
                <a:lnTo>
                  <a:pt x="866775" y="495300"/>
                </a:lnTo>
                <a:close/>
                <a:moveTo>
                  <a:pt x="1028700" y="485775"/>
                </a:moveTo>
                <a:lnTo>
                  <a:pt x="1047750" y="485775"/>
                </a:lnTo>
                <a:lnTo>
                  <a:pt x="1047750" y="495300"/>
                </a:lnTo>
                <a:lnTo>
                  <a:pt x="1076325" y="495300"/>
                </a:lnTo>
                <a:lnTo>
                  <a:pt x="1076325" y="504825"/>
                </a:lnTo>
                <a:lnTo>
                  <a:pt x="1085850" y="504825"/>
                </a:lnTo>
                <a:lnTo>
                  <a:pt x="1085850" y="514350"/>
                </a:lnTo>
                <a:lnTo>
                  <a:pt x="1095375" y="514350"/>
                </a:lnTo>
                <a:lnTo>
                  <a:pt x="1095375" y="523875"/>
                </a:lnTo>
                <a:lnTo>
                  <a:pt x="1076325" y="523875"/>
                </a:lnTo>
                <a:lnTo>
                  <a:pt x="1076325" y="533400"/>
                </a:lnTo>
                <a:lnTo>
                  <a:pt x="1085850" y="533400"/>
                </a:lnTo>
                <a:lnTo>
                  <a:pt x="1085850" y="542925"/>
                </a:lnTo>
                <a:lnTo>
                  <a:pt x="1095375" y="542925"/>
                </a:lnTo>
                <a:lnTo>
                  <a:pt x="1095375" y="552450"/>
                </a:lnTo>
                <a:lnTo>
                  <a:pt x="1104900" y="552450"/>
                </a:lnTo>
                <a:lnTo>
                  <a:pt x="1104900" y="561975"/>
                </a:lnTo>
                <a:lnTo>
                  <a:pt x="1123950" y="561975"/>
                </a:lnTo>
                <a:lnTo>
                  <a:pt x="1123950" y="533400"/>
                </a:lnTo>
                <a:lnTo>
                  <a:pt x="1114425" y="533400"/>
                </a:lnTo>
                <a:lnTo>
                  <a:pt x="1114425" y="523875"/>
                </a:lnTo>
                <a:lnTo>
                  <a:pt x="1123950" y="523875"/>
                </a:lnTo>
                <a:lnTo>
                  <a:pt x="1123950" y="514350"/>
                </a:lnTo>
                <a:lnTo>
                  <a:pt x="1133475" y="514350"/>
                </a:lnTo>
                <a:lnTo>
                  <a:pt x="1133475" y="523875"/>
                </a:lnTo>
                <a:lnTo>
                  <a:pt x="1152525" y="523875"/>
                </a:lnTo>
                <a:lnTo>
                  <a:pt x="1152525" y="542925"/>
                </a:lnTo>
                <a:lnTo>
                  <a:pt x="1143000" y="542925"/>
                </a:lnTo>
                <a:lnTo>
                  <a:pt x="1143000" y="533400"/>
                </a:lnTo>
                <a:lnTo>
                  <a:pt x="1133475" y="533400"/>
                </a:lnTo>
                <a:lnTo>
                  <a:pt x="1133475" y="542925"/>
                </a:lnTo>
                <a:lnTo>
                  <a:pt x="1143000" y="542925"/>
                </a:lnTo>
                <a:lnTo>
                  <a:pt x="1143000" y="571500"/>
                </a:lnTo>
                <a:lnTo>
                  <a:pt x="1171575" y="571500"/>
                </a:lnTo>
                <a:lnTo>
                  <a:pt x="1171575" y="561975"/>
                </a:lnTo>
                <a:lnTo>
                  <a:pt x="1181100" y="561975"/>
                </a:lnTo>
                <a:lnTo>
                  <a:pt x="1181100" y="542925"/>
                </a:lnTo>
                <a:lnTo>
                  <a:pt x="1200150" y="542925"/>
                </a:lnTo>
                <a:lnTo>
                  <a:pt x="1200150" y="552450"/>
                </a:lnTo>
                <a:lnTo>
                  <a:pt x="1190625" y="552450"/>
                </a:lnTo>
                <a:lnTo>
                  <a:pt x="1190625" y="561975"/>
                </a:lnTo>
                <a:lnTo>
                  <a:pt x="1209675" y="561975"/>
                </a:lnTo>
                <a:lnTo>
                  <a:pt x="1209675" y="571500"/>
                </a:lnTo>
                <a:lnTo>
                  <a:pt x="1200150" y="571500"/>
                </a:lnTo>
                <a:lnTo>
                  <a:pt x="1200150" y="600075"/>
                </a:lnTo>
                <a:lnTo>
                  <a:pt x="1209675" y="600075"/>
                </a:lnTo>
                <a:lnTo>
                  <a:pt x="1209675" y="609600"/>
                </a:lnTo>
                <a:lnTo>
                  <a:pt x="1200150" y="609600"/>
                </a:lnTo>
                <a:lnTo>
                  <a:pt x="1200150" y="628650"/>
                </a:lnTo>
                <a:lnTo>
                  <a:pt x="1209675" y="628650"/>
                </a:lnTo>
                <a:lnTo>
                  <a:pt x="1209675" y="638175"/>
                </a:lnTo>
                <a:lnTo>
                  <a:pt x="1200150" y="638175"/>
                </a:lnTo>
                <a:lnTo>
                  <a:pt x="1200150" y="647700"/>
                </a:lnTo>
                <a:lnTo>
                  <a:pt x="1209675" y="647700"/>
                </a:lnTo>
                <a:lnTo>
                  <a:pt x="1209675" y="657225"/>
                </a:lnTo>
                <a:lnTo>
                  <a:pt x="1200150" y="657225"/>
                </a:lnTo>
                <a:lnTo>
                  <a:pt x="1200150" y="666750"/>
                </a:lnTo>
                <a:lnTo>
                  <a:pt x="1190625" y="666750"/>
                </a:lnTo>
                <a:lnTo>
                  <a:pt x="1190625" y="676275"/>
                </a:lnTo>
                <a:lnTo>
                  <a:pt x="1181100" y="676275"/>
                </a:lnTo>
                <a:lnTo>
                  <a:pt x="1181100" y="685800"/>
                </a:lnTo>
                <a:lnTo>
                  <a:pt x="1152525" y="685800"/>
                </a:lnTo>
                <a:lnTo>
                  <a:pt x="1152525" y="647700"/>
                </a:lnTo>
                <a:lnTo>
                  <a:pt x="1171575" y="647700"/>
                </a:lnTo>
                <a:lnTo>
                  <a:pt x="1171575" y="657225"/>
                </a:lnTo>
                <a:lnTo>
                  <a:pt x="1181100" y="657225"/>
                </a:lnTo>
                <a:lnTo>
                  <a:pt x="1181100" y="609600"/>
                </a:lnTo>
                <a:lnTo>
                  <a:pt x="1190625" y="609600"/>
                </a:lnTo>
                <a:lnTo>
                  <a:pt x="1190625" y="571500"/>
                </a:lnTo>
                <a:lnTo>
                  <a:pt x="1171575" y="571500"/>
                </a:lnTo>
                <a:lnTo>
                  <a:pt x="1171575" y="581025"/>
                </a:lnTo>
                <a:lnTo>
                  <a:pt x="1152525" y="581025"/>
                </a:lnTo>
                <a:lnTo>
                  <a:pt x="1152525" y="590550"/>
                </a:lnTo>
                <a:lnTo>
                  <a:pt x="1143000" y="590550"/>
                </a:lnTo>
                <a:lnTo>
                  <a:pt x="1143000" y="581025"/>
                </a:lnTo>
                <a:lnTo>
                  <a:pt x="1133475" y="581025"/>
                </a:lnTo>
                <a:lnTo>
                  <a:pt x="1133475" y="571500"/>
                </a:lnTo>
                <a:lnTo>
                  <a:pt x="1123950" y="571500"/>
                </a:lnTo>
                <a:lnTo>
                  <a:pt x="1123950" y="581025"/>
                </a:lnTo>
                <a:lnTo>
                  <a:pt x="1114425" y="581025"/>
                </a:lnTo>
                <a:lnTo>
                  <a:pt x="1114425" y="571500"/>
                </a:lnTo>
                <a:lnTo>
                  <a:pt x="1095375" y="571500"/>
                </a:lnTo>
                <a:lnTo>
                  <a:pt x="1095375" y="581025"/>
                </a:lnTo>
                <a:lnTo>
                  <a:pt x="1085850" y="581025"/>
                </a:lnTo>
                <a:lnTo>
                  <a:pt x="1085850" y="590550"/>
                </a:lnTo>
                <a:lnTo>
                  <a:pt x="1076325" y="590550"/>
                </a:lnTo>
                <a:lnTo>
                  <a:pt x="1076325" y="581025"/>
                </a:lnTo>
                <a:lnTo>
                  <a:pt x="1066800" y="581025"/>
                </a:lnTo>
                <a:lnTo>
                  <a:pt x="1066800" y="590550"/>
                </a:lnTo>
                <a:lnTo>
                  <a:pt x="1057275" y="590550"/>
                </a:lnTo>
                <a:lnTo>
                  <a:pt x="1057275" y="571500"/>
                </a:lnTo>
                <a:lnTo>
                  <a:pt x="1038225" y="571500"/>
                </a:lnTo>
                <a:lnTo>
                  <a:pt x="1038225" y="561975"/>
                </a:lnTo>
                <a:lnTo>
                  <a:pt x="1028700" y="561975"/>
                </a:lnTo>
                <a:lnTo>
                  <a:pt x="1028700" y="533400"/>
                </a:lnTo>
                <a:lnTo>
                  <a:pt x="1038225" y="533400"/>
                </a:lnTo>
                <a:lnTo>
                  <a:pt x="1038225" y="552450"/>
                </a:lnTo>
                <a:lnTo>
                  <a:pt x="1057275" y="552450"/>
                </a:lnTo>
                <a:lnTo>
                  <a:pt x="1057275" y="523875"/>
                </a:lnTo>
                <a:lnTo>
                  <a:pt x="1047750" y="523875"/>
                </a:lnTo>
                <a:lnTo>
                  <a:pt x="1047750" y="514350"/>
                </a:lnTo>
                <a:lnTo>
                  <a:pt x="1038225" y="514350"/>
                </a:lnTo>
                <a:lnTo>
                  <a:pt x="1038225" y="495300"/>
                </a:lnTo>
                <a:lnTo>
                  <a:pt x="1028700" y="495300"/>
                </a:lnTo>
                <a:close/>
                <a:moveTo>
                  <a:pt x="952500" y="495300"/>
                </a:moveTo>
                <a:lnTo>
                  <a:pt x="981075" y="495300"/>
                </a:lnTo>
                <a:lnTo>
                  <a:pt x="981075" y="514350"/>
                </a:lnTo>
                <a:lnTo>
                  <a:pt x="971550" y="514350"/>
                </a:lnTo>
                <a:lnTo>
                  <a:pt x="971550" y="533400"/>
                </a:lnTo>
                <a:lnTo>
                  <a:pt x="981075" y="533400"/>
                </a:lnTo>
                <a:lnTo>
                  <a:pt x="981075" y="542925"/>
                </a:lnTo>
                <a:lnTo>
                  <a:pt x="962025" y="542925"/>
                </a:lnTo>
                <a:lnTo>
                  <a:pt x="962025" y="504825"/>
                </a:lnTo>
                <a:lnTo>
                  <a:pt x="952500" y="504825"/>
                </a:lnTo>
                <a:close/>
                <a:moveTo>
                  <a:pt x="990600" y="495300"/>
                </a:moveTo>
                <a:lnTo>
                  <a:pt x="1000125" y="495300"/>
                </a:lnTo>
                <a:lnTo>
                  <a:pt x="1000125" y="504825"/>
                </a:lnTo>
                <a:lnTo>
                  <a:pt x="1019175" y="504825"/>
                </a:lnTo>
                <a:lnTo>
                  <a:pt x="1019175" y="514350"/>
                </a:lnTo>
                <a:lnTo>
                  <a:pt x="1009650" y="514350"/>
                </a:lnTo>
                <a:lnTo>
                  <a:pt x="1009650" y="523875"/>
                </a:lnTo>
                <a:lnTo>
                  <a:pt x="1000125" y="523875"/>
                </a:lnTo>
                <a:lnTo>
                  <a:pt x="1000125" y="514350"/>
                </a:lnTo>
                <a:lnTo>
                  <a:pt x="990600" y="514350"/>
                </a:lnTo>
                <a:close/>
                <a:moveTo>
                  <a:pt x="1152525" y="495300"/>
                </a:moveTo>
                <a:lnTo>
                  <a:pt x="1162050" y="495300"/>
                </a:lnTo>
                <a:lnTo>
                  <a:pt x="1162050" y="504825"/>
                </a:lnTo>
                <a:lnTo>
                  <a:pt x="1152525" y="504825"/>
                </a:lnTo>
                <a:close/>
                <a:moveTo>
                  <a:pt x="571500" y="504825"/>
                </a:moveTo>
                <a:lnTo>
                  <a:pt x="581025" y="504825"/>
                </a:lnTo>
                <a:lnTo>
                  <a:pt x="581025" y="514350"/>
                </a:lnTo>
                <a:lnTo>
                  <a:pt x="571500" y="514350"/>
                </a:lnTo>
                <a:close/>
                <a:moveTo>
                  <a:pt x="1162050" y="504825"/>
                </a:moveTo>
                <a:lnTo>
                  <a:pt x="1181100" y="504825"/>
                </a:lnTo>
                <a:lnTo>
                  <a:pt x="1181100" y="514350"/>
                </a:lnTo>
                <a:lnTo>
                  <a:pt x="1190625" y="514350"/>
                </a:lnTo>
                <a:lnTo>
                  <a:pt x="1190625" y="523875"/>
                </a:lnTo>
                <a:lnTo>
                  <a:pt x="1162050" y="523875"/>
                </a:lnTo>
                <a:close/>
                <a:moveTo>
                  <a:pt x="57150" y="514350"/>
                </a:moveTo>
                <a:lnTo>
                  <a:pt x="76200" y="514350"/>
                </a:lnTo>
                <a:lnTo>
                  <a:pt x="76200" y="533400"/>
                </a:lnTo>
                <a:lnTo>
                  <a:pt x="95250" y="533400"/>
                </a:lnTo>
                <a:lnTo>
                  <a:pt x="95250" y="542925"/>
                </a:lnTo>
                <a:lnTo>
                  <a:pt x="104775" y="542925"/>
                </a:lnTo>
                <a:lnTo>
                  <a:pt x="104775" y="533400"/>
                </a:lnTo>
                <a:lnTo>
                  <a:pt x="114300" y="533400"/>
                </a:lnTo>
                <a:lnTo>
                  <a:pt x="114300" y="609600"/>
                </a:lnTo>
                <a:lnTo>
                  <a:pt x="104775" y="609600"/>
                </a:lnTo>
                <a:lnTo>
                  <a:pt x="104775" y="600075"/>
                </a:lnTo>
                <a:lnTo>
                  <a:pt x="95250" y="600075"/>
                </a:lnTo>
                <a:lnTo>
                  <a:pt x="95250" y="581025"/>
                </a:lnTo>
                <a:lnTo>
                  <a:pt x="104775" y="581025"/>
                </a:lnTo>
                <a:lnTo>
                  <a:pt x="104775" y="561975"/>
                </a:lnTo>
                <a:lnTo>
                  <a:pt x="85725" y="561975"/>
                </a:lnTo>
                <a:lnTo>
                  <a:pt x="85725" y="552450"/>
                </a:lnTo>
                <a:lnTo>
                  <a:pt x="66675" y="552450"/>
                </a:lnTo>
                <a:lnTo>
                  <a:pt x="66675" y="533400"/>
                </a:lnTo>
                <a:lnTo>
                  <a:pt x="57150" y="533400"/>
                </a:lnTo>
                <a:close/>
                <a:moveTo>
                  <a:pt x="676275" y="514350"/>
                </a:moveTo>
                <a:lnTo>
                  <a:pt x="695325" y="514350"/>
                </a:lnTo>
                <a:lnTo>
                  <a:pt x="695325" y="523875"/>
                </a:lnTo>
                <a:lnTo>
                  <a:pt x="676275" y="523875"/>
                </a:lnTo>
                <a:close/>
                <a:moveTo>
                  <a:pt x="914400" y="514350"/>
                </a:moveTo>
                <a:lnTo>
                  <a:pt x="923925" y="514350"/>
                </a:lnTo>
                <a:lnTo>
                  <a:pt x="923925" y="533400"/>
                </a:lnTo>
                <a:lnTo>
                  <a:pt x="914400" y="533400"/>
                </a:lnTo>
                <a:close/>
                <a:moveTo>
                  <a:pt x="0" y="542925"/>
                </a:moveTo>
                <a:lnTo>
                  <a:pt x="9525" y="542925"/>
                </a:lnTo>
                <a:lnTo>
                  <a:pt x="9525" y="561975"/>
                </a:lnTo>
                <a:lnTo>
                  <a:pt x="19050" y="561975"/>
                </a:lnTo>
                <a:lnTo>
                  <a:pt x="19050" y="581025"/>
                </a:lnTo>
                <a:lnTo>
                  <a:pt x="0" y="581025"/>
                </a:lnTo>
                <a:close/>
                <a:moveTo>
                  <a:pt x="1162050" y="542925"/>
                </a:moveTo>
                <a:lnTo>
                  <a:pt x="1171575" y="542925"/>
                </a:lnTo>
                <a:lnTo>
                  <a:pt x="1171575" y="552450"/>
                </a:lnTo>
                <a:lnTo>
                  <a:pt x="1162050" y="552450"/>
                </a:lnTo>
                <a:close/>
                <a:moveTo>
                  <a:pt x="542925" y="552450"/>
                </a:moveTo>
                <a:lnTo>
                  <a:pt x="590550" y="552450"/>
                </a:lnTo>
                <a:lnTo>
                  <a:pt x="590550" y="571500"/>
                </a:lnTo>
                <a:lnTo>
                  <a:pt x="581025" y="571500"/>
                </a:lnTo>
                <a:lnTo>
                  <a:pt x="581025" y="561975"/>
                </a:lnTo>
                <a:lnTo>
                  <a:pt x="542925" y="561975"/>
                </a:lnTo>
                <a:close/>
                <a:moveTo>
                  <a:pt x="838200" y="552450"/>
                </a:moveTo>
                <a:lnTo>
                  <a:pt x="847725" y="552450"/>
                </a:lnTo>
                <a:lnTo>
                  <a:pt x="847725" y="561975"/>
                </a:lnTo>
                <a:lnTo>
                  <a:pt x="838200" y="561975"/>
                </a:lnTo>
                <a:close/>
                <a:moveTo>
                  <a:pt x="990600" y="552450"/>
                </a:moveTo>
                <a:lnTo>
                  <a:pt x="1000125" y="552450"/>
                </a:lnTo>
                <a:lnTo>
                  <a:pt x="1000125" y="561975"/>
                </a:lnTo>
                <a:lnTo>
                  <a:pt x="1009650" y="561975"/>
                </a:lnTo>
                <a:lnTo>
                  <a:pt x="1009650" y="590550"/>
                </a:lnTo>
                <a:lnTo>
                  <a:pt x="1000125" y="590550"/>
                </a:lnTo>
                <a:lnTo>
                  <a:pt x="1000125" y="600075"/>
                </a:lnTo>
                <a:lnTo>
                  <a:pt x="990600" y="600075"/>
                </a:lnTo>
                <a:lnTo>
                  <a:pt x="990600" y="590550"/>
                </a:lnTo>
                <a:lnTo>
                  <a:pt x="981075" y="590550"/>
                </a:lnTo>
                <a:lnTo>
                  <a:pt x="981075" y="561975"/>
                </a:lnTo>
                <a:lnTo>
                  <a:pt x="990600" y="561975"/>
                </a:lnTo>
                <a:close/>
                <a:moveTo>
                  <a:pt x="428625" y="561975"/>
                </a:moveTo>
                <a:lnTo>
                  <a:pt x="438150" y="561975"/>
                </a:lnTo>
                <a:lnTo>
                  <a:pt x="438150" y="571500"/>
                </a:lnTo>
                <a:lnTo>
                  <a:pt x="428625" y="571500"/>
                </a:lnTo>
                <a:close/>
                <a:moveTo>
                  <a:pt x="847725" y="561975"/>
                </a:moveTo>
                <a:lnTo>
                  <a:pt x="885825" y="561975"/>
                </a:lnTo>
                <a:lnTo>
                  <a:pt x="885825" y="571500"/>
                </a:lnTo>
                <a:lnTo>
                  <a:pt x="866775" y="571500"/>
                </a:lnTo>
                <a:lnTo>
                  <a:pt x="866775" y="581025"/>
                </a:lnTo>
                <a:lnTo>
                  <a:pt x="847725" y="581025"/>
                </a:lnTo>
                <a:lnTo>
                  <a:pt x="847725" y="600075"/>
                </a:lnTo>
                <a:lnTo>
                  <a:pt x="838200" y="600075"/>
                </a:lnTo>
                <a:lnTo>
                  <a:pt x="838200" y="619125"/>
                </a:lnTo>
                <a:lnTo>
                  <a:pt x="847725" y="619125"/>
                </a:lnTo>
                <a:lnTo>
                  <a:pt x="847725" y="628650"/>
                </a:lnTo>
                <a:lnTo>
                  <a:pt x="876300" y="628650"/>
                </a:lnTo>
                <a:lnTo>
                  <a:pt x="876300" y="609600"/>
                </a:lnTo>
                <a:lnTo>
                  <a:pt x="885825" y="609600"/>
                </a:lnTo>
                <a:lnTo>
                  <a:pt x="885825" y="619125"/>
                </a:lnTo>
                <a:lnTo>
                  <a:pt x="904875" y="619125"/>
                </a:lnTo>
                <a:lnTo>
                  <a:pt x="904875" y="628650"/>
                </a:lnTo>
                <a:lnTo>
                  <a:pt x="914400" y="628650"/>
                </a:lnTo>
                <a:lnTo>
                  <a:pt x="914400" y="638175"/>
                </a:lnTo>
                <a:lnTo>
                  <a:pt x="895350" y="638175"/>
                </a:lnTo>
                <a:lnTo>
                  <a:pt x="895350" y="647700"/>
                </a:lnTo>
                <a:lnTo>
                  <a:pt x="885825" y="647700"/>
                </a:lnTo>
                <a:lnTo>
                  <a:pt x="885825" y="638175"/>
                </a:lnTo>
                <a:lnTo>
                  <a:pt x="838200" y="638175"/>
                </a:lnTo>
                <a:lnTo>
                  <a:pt x="838200" y="628650"/>
                </a:lnTo>
                <a:lnTo>
                  <a:pt x="819150" y="628650"/>
                </a:lnTo>
                <a:lnTo>
                  <a:pt x="819150" y="619125"/>
                </a:lnTo>
                <a:lnTo>
                  <a:pt x="828675" y="619125"/>
                </a:lnTo>
                <a:lnTo>
                  <a:pt x="828675" y="609600"/>
                </a:lnTo>
                <a:lnTo>
                  <a:pt x="819150" y="609600"/>
                </a:lnTo>
                <a:lnTo>
                  <a:pt x="819150" y="600075"/>
                </a:lnTo>
                <a:lnTo>
                  <a:pt x="828675" y="600075"/>
                </a:lnTo>
                <a:lnTo>
                  <a:pt x="828675" y="590550"/>
                </a:lnTo>
                <a:lnTo>
                  <a:pt x="838200" y="590550"/>
                </a:lnTo>
                <a:lnTo>
                  <a:pt x="838200" y="571500"/>
                </a:lnTo>
                <a:lnTo>
                  <a:pt x="847725" y="571500"/>
                </a:lnTo>
                <a:close/>
                <a:moveTo>
                  <a:pt x="923925" y="561975"/>
                </a:moveTo>
                <a:lnTo>
                  <a:pt x="933450" y="561975"/>
                </a:lnTo>
                <a:lnTo>
                  <a:pt x="933450" y="571500"/>
                </a:lnTo>
                <a:lnTo>
                  <a:pt x="923925" y="571500"/>
                </a:lnTo>
                <a:close/>
                <a:moveTo>
                  <a:pt x="590550" y="571500"/>
                </a:moveTo>
                <a:lnTo>
                  <a:pt x="600075" y="571500"/>
                </a:lnTo>
                <a:lnTo>
                  <a:pt x="600075" y="581025"/>
                </a:lnTo>
                <a:lnTo>
                  <a:pt x="590550" y="581025"/>
                </a:lnTo>
                <a:close/>
                <a:moveTo>
                  <a:pt x="895350" y="571500"/>
                </a:moveTo>
                <a:lnTo>
                  <a:pt x="904875" y="571500"/>
                </a:lnTo>
                <a:lnTo>
                  <a:pt x="904875" y="581025"/>
                </a:lnTo>
                <a:lnTo>
                  <a:pt x="895350" y="581025"/>
                </a:lnTo>
                <a:close/>
                <a:moveTo>
                  <a:pt x="942975" y="571500"/>
                </a:moveTo>
                <a:lnTo>
                  <a:pt x="952500" y="571500"/>
                </a:lnTo>
                <a:lnTo>
                  <a:pt x="952500" y="581025"/>
                </a:lnTo>
                <a:lnTo>
                  <a:pt x="971550" y="581025"/>
                </a:lnTo>
                <a:lnTo>
                  <a:pt x="971550" y="590550"/>
                </a:lnTo>
                <a:lnTo>
                  <a:pt x="942975" y="590550"/>
                </a:lnTo>
                <a:close/>
                <a:moveTo>
                  <a:pt x="47625" y="581025"/>
                </a:moveTo>
                <a:lnTo>
                  <a:pt x="57150" y="581025"/>
                </a:lnTo>
                <a:lnTo>
                  <a:pt x="57150" y="590550"/>
                </a:lnTo>
                <a:lnTo>
                  <a:pt x="47625" y="590550"/>
                </a:lnTo>
                <a:close/>
                <a:moveTo>
                  <a:pt x="609600" y="581025"/>
                </a:moveTo>
                <a:lnTo>
                  <a:pt x="628650" y="581025"/>
                </a:lnTo>
                <a:lnTo>
                  <a:pt x="628650" y="590550"/>
                </a:lnTo>
                <a:lnTo>
                  <a:pt x="638175" y="590550"/>
                </a:lnTo>
                <a:lnTo>
                  <a:pt x="638175" y="600075"/>
                </a:lnTo>
                <a:lnTo>
                  <a:pt x="619125" y="600075"/>
                </a:lnTo>
                <a:lnTo>
                  <a:pt x="619125" y="590550"/>
                </a:lnTo>
                <a:lnTo>
                  <a:pt x="609600" y="590550"/>
                </a:lnTo>
                <a:close/>
                <a:moveTo>
                  <a:pt x="933450" y="590550"/>
                </a:moveTo>
                <a:lnTo>
                  <a:pt x="942975" y="590550"/>
                </a:lnTo>
                <a:lnTo>
                  <a:pt x="942975" y="600075"/>
                </a:lnTo>
                <a:lnTo>
                  <a:pt x="933450" y="600075"/>
                </a:lnTo>
                <a:close/>
                <a:moveTo>
                  <a:pt x="1085850" y="590550"/>
                </a:moveTo>
                <a:lnTo>
                  <a:pt x="1095375" y="590550"/>
                </a:lnTo>
                <a:lnTo>
                  <a:pt x="1095375" y="600075"/>
                </a:lnTo>
                <a:lnTo>
                  <a:pt x="1114425" y="600075"/>
                </a:lnTo>
                <a:lnTo>
                  <a:pt x="1114425" y="619125"/>
                </a:lnTo>
                <a:lnTo>
                  <a:pt x="1104900" y="619125"/>
                </a:lnTo>
                <a:lnTo>
                  <a:pt x="1104900" y="628650"/>
                </a:lnTo>
                <a:lnTo>
                  <a:pt x="1095375" y="628650"/>
                </a:lnTo>
                <a:lnTo>
                  <a:pt x="1095375" y="619125"/>
                </a:lnTo>
                <a:lnTo>
                  <a:pt x="1085850" y="619125"/>
                </a:lnTo>
                <a:close/>
                <a:moveTo>
                  <a:pt x="76200" y="600075"/>
                </a:moveTo>
                <a:lnTo>
                  <a:pt x="85725" y="600075"/>
                </a:lnTo>
                <a:lnTo>
                  <a:pt x="85725" y="609600"/>
                </a:lnTo>
                <a:lnTo>
                  <a:pt x="76200" y="609600"/>
                </a:lnTo>
                <a:close/>
                <a:moveTo>
                  <a:pt x="971550" y="600075"/>
                </a:moveTo>
                <a:lnTo>
                  <a:pt x="981075" y="600075"/>
                </a:lnTo>
                <a:lnTo>
                  <a:pt x="981075" y="609600"/>
                </a:lnTo>
                <a:lnTo>
                  <a:pt x="990600" y="609600"/>
                </a:lnTo>
                <a:lnTo>
                  <a:pt x="990600" y="619125"/>
                </a:lnTo>
                <a:lnTo>
                  <a:pt x="971550" y="619125"/>
                </a:lnTo>
                <a:close/>
                <a:moveTo>
                  <a:pt x="1009650" y="600075"/>
                </a:moveTo>
                <a:lnTo>
                  <a:pt x="1028700" y="600075"/>
                </a:lnTo>
                <a:lnTo>
                  <a:pt x="1028700" y="609600"/>
                </a:lnTo>
                <a:lnTo>
                  <a:pt x="1038225" y="609600"/>
                </a:lnTo>
                <a:lnTo>
                  <a:pt x="1038225" y="600075"/>
                </a:lnTo>
                <a:lnTo>
                  <a:pt x="1057275" y="600075"/>
                </a:lnTo>
                <a:lnTo>
                  <a:pt x="1057275" y="619125"/>
                </a:lnTo>
                <a:lnTo>
                  <a:pt x="1019175" y="619125"/>
                </a:lnTo>
                <a:lnTo>
                  <a:pt x="1019175" y="609600"/>
                </a:lnTo>
                <a:lnTo>
                  <a:pt x="1009650" y="609600"/>
                </a:lnTo>
                <a:close/>
                <a:moveTo>
                  <a:pt x="9525" y="609600"/>
                </a:moveTo>
                <a:lnTo>
                  <a:pt x="28575" y="609600"/>
                </a:lnTo>
                <a:lnTo>
                  <a:pt x="28575" y="619125"/>
                </a:lnTo>
                <a:lnTo>
                  <a:pt x="9525" y="619125"/>
                </a:lnTo>
                <a:close/>
                <a:moveTo>
                  <a:pt x="66675" y="609600"/>
                </a:moveTo>
                <a:lnTo>
                  <a:pt x="76200" y="609600"/>
                </a:lnTo>
                <a:lnTo>
                  <a:pt x="76200" y="619125"/>
                </a:lnTo>
                <a:lnTo>
                  <a:pt x="66675" y="619125"/>
                </a:lnTo>
                <a:close/>
                <a:moveTo>
                  <a:pt x="1152525" y="609600"/>
                </a:moveTo>
                <a:lnTo>
                  <a:pt x="1162050" y="609600"/>
                </a:lnTo>
                <a:lnTo>
                  <a:pt x="1162050" y="638175"/>
                </a:lnTo>
                <a:lnTo>
                  <a:pt x="1143000" y="638175"/>
                </a:lnTo>
                <a:lnTo>
                  <a:pt x="1143000" y="628650"/>
                </a:lnTo>
                <a:lnTo>
                  <a:pt x="1152525" y="628650"/>
                </a:lnTo>
                <a:close/>
                <a:moveTo>
                  <a:pt x="28575" y="619125"/>
                </a:moveTo>
                <a:lnTo>
                  <a:pt x="38100" y="619125"/>
                </a:lnTo>
                <a:lnTo>
                  <a:pt x="38100" y="628650"/>
                </a:lnTo>
                <a:lnTo>
                  <a:pt x="28575" y="628650"/>
                </a:lnTo>
                <a:close/>
                <a:moveTo>
                  <a:pt x="57150" y="619125"/>
                </a:moveTo>
                <a:lnTo>
                  <a:pt x="66675" y="619125"/>
                </a:lnTo>
                <a:lnTo>
                  <a:pt x="66675" y="628650"/>
                </a:lnTo>
                <a:lnTo>
                  <a:pt x="57150" y="628650"/>
                </a:lnTo>
                <a:close/>
                <a:moveTo>
                  <a:pt x="85725" y="619125"/>
                </a:moveTo>
                <a:lnTo>
                  <a:pt x="104775" y="619125"/>
                </a:lnTo>
                <a:lnTo>
                  <a:pt x="104775" y="628650"/>
                </a:lnTo>
                <a:lnTo>
                  <a:pt x="114300" y="628650"/>
                </a:lnTo>
                <a:lnTo>
                  <a:pt x="114300" y="619125"/>
                </a:lnTo>
                <a:lnTo>
                  <a:pt x="123825" y="619125"/>
                </a:lnTo>
                <a:lnTo>
                  <a:pt x="123825" y="628650"/>
                </a:lnTo>
                <a:lnTo>
                  <a:pt x="133350" y="628650"/>
                </a:lnTo>
                <a:lnTo>
                  <a:pt x="133350" y="638175"/>
                </a:lnTo>
                <a:lnTo>
                  <a:pt x="114300" y="638175"/>
                </a:lnTo>
                <a:lnTo>
                  <a:pt x="114300" y="647700"/>
                </a:lnTo>
                <a:lnTo>
                  <a:pt x="104775" y="647700"/>
                </a:lnTo>
                <a:lnTo>
                  <a:pt x="104775" y="657225"/>
                </a:lnTo>
                <a:lnTo>
                  <a:pt x="95250" y="657225"/>
                </a:lnTo>
                <a:lnTo>
                  <a:pt x="95250" y="638175"/>
                </a:lnTo>
                <a:lnTo>
                  <a:pt x="85725" y="638175"/>
                </a:lnTo>
                <a:lnTo>
                  <a:pt x="85725" y="647700"/>
                </a:lnTo>
                <a:lnTo>
                  <a:pt x="57150" y="647700"/>
                </a:lnTo>
                <a:lnTo>
                  <a:pt x="57150" y="638175"/>
                </a:lnTo>
                <a:lnTo>
                  <a:pt x="76200" y="638175"/>
                </a:lnTo>
                <a:lnTo>
                  <a:pt x="76200" y="628650"/>
                </a:lnTo>
                <a:lnTo>
                  <a:pt x="85725" y="628650"/>
                </a:lnTo>
                <a:close/>
                <a:moveTo>
                  <a:pt x="152400" y="619125"/>
                </a:moveTo>
                <a:lnTo>
                  <a:pt x="171450" y="619125"/>
                </a:lnTo>
                <a:lnTo>
                  <a:pt x="171450" y="628650"/>
                </a:lnTo>
                <a:lnTo>
                  <a:pt x="161925" y="628650"/>
                </a:lnTo>
                <a:lnTo>
                  <a:pt x="161925" y="638175"/>
                </a:lnTo>
                <a:lnTo>
                  <a:pt x="171450" y="638175"/>
                </a:lnTo>
                <a:lnTo>
                  <a:pt x="171450" y="647700"/>
                </a:lnTo>
                <a:lnTo>
                  <a:pt x="190500" y="647700"/>
                </a:lnTo>
                <a:lnTo>
                  <a:pt x="190500" y="657225"/>
                </a:lnTo>
                <a:lnTo>
                  <a:pt x="200025" y="657225"/>
                </a:lnTo>
                <a:lnTo>
                  <a:pt x="200025" y="685800"/>
                </a:lnTo>
                <a:lnTo>
                  <a:pt x="190500" y="685800"/>
                </a:lnTo>
                <a:lnTo>
                  <a:pt x="190500" y="676275"/>
                </a:lnTo>
                <a:lnTo>
                  <a:pt x="180975" y="676275"/>
                </a:lnTo>
                <a:lnTo>
                  <a:pt x="180975" y="666750"/>
                </a:lnTo>
                <a:lnTo>
                  <a:pt x="123825" y="666750"/>
                </a:lnTo>
                <a:lnTo>
                  <a:pt x="123825" y="676275"/>
                </a:lnTo>
                <a:lnTo>
                  <a:pt x="104775" y="676275"/>
                </a:lnTo>
                <a:lnTo>
                  <a:pt x="104775" y="666750"/>
                </a:lnTo>
                <a:lnTo>
                  <a:pt x="114300" y="666750"/>
                </a:lnTo>
                <a:lnTo>
                  <a:pt x="114300" y="657225"/>
                </a:lnTo>
                <a:lnTo>
                  <a:pt x="133350" y="657225"/>
                </a:lnTo>
                <a:lnTo>
                  <a:pt x="133350" y="647700"/>
                </a:lnTo>
                <a:lnTo>
                  <a:pt x="142875" y="647700"/>
                </a:lnTo>
                <a:lnTo>
                  <a:pt x="142875" y="638175"/>
                </a:lnTo>
                <a:lnTo>
                  <a:pt x="152400" y="638175"/>
                </a:lnTo>
                <a:close/>
                <a:moveTo>
                  <a:pt x="952500" y="619125"/>
                </a:moveTo>
                <a:lnTo>
                  <a:pt x="971550" y="619125"/>
                </a:lnTo>
                <a:lnTo>
                  <a:pt x="971550" y="647700"/>
                </a:lnTo>
                <a:lnTo>
                  <a:pt x="962025" y="647700"/>
                </a:lnTo>
                <a:lnTo>
                  <a:pt x="962025" y="657225"/>
                </a:lnTo>
                <a:lnTo>
                  <a:pt x="952500" y="657225"/>
                </a:lnTo>
                <a:lnTo>
                  <a:pt x="952500" y="647700"/>
                </a:lnTo>
                <a:lnTo>
                  <a:pt x="942975" y="647700"/>
                </a:lnTo>
                <a:lnTo>
                  <a:pt x="942975" y="628650"/>
                </a:lnTo>
                <a:lnTo>
                  <a:pt x="952500" y="628650"/>
                </a:lnTo>
                <a:close/>
                <a:moveTo>
                  <a:pt x="352425" y="628650"/>
                </a:moveTo>
                <a:lnTo>
                  <a:pt x="371475" y="628650"/>
                </a:lnTo>
                <a:lnTo>
                  <a:pt x="371475" y="638175"/>
                </a:lnTo>
                <a:lnTo>
                  <a:pt x="352425" y="638175"/>
                </a:lnTo>
                <a:close/>
                <a:moveTo>
                  <a:pt x="628650" y="628650"/>
                </a:moveTo>
                <a:lnTo>
                  <a:pt x="657225" y="628650"/>
                </a:lnTo>
                <a:lnTo>
                  <a:pt x="657225" y="638175"/>
                </a:lnTo>
                <a:lnTo>
                  <a:pt x="628650" y="638175"/>
                </a:lnTo>
                <a:close/>
                <a:moveTo>
                  <a:pt x="1009650" y="628650"/>
                </a:moveTo>
                <a:lnTo>
                  <a:pt x="1028700" y="628650"/>
                </a:lnTo>
                <a:lnTo>
                  <a:pt x="1028700" y="638175"/>
                </a:lnTo>
                <a:lnTo>
                  <a:pt x="1047750" y="638175"/>
                </a:lnTo>
                <a:lnTo>
                  <a:pt x="1047750" y="647700"/>
                </a:lnTo>
                <a:lnTo>
                  <a:pt x="1028700" y="647700"/>
                </a:lnTo>
                <a:lnTo>
                  <a:pt x="1028700" y="657225"/>
                </a:lnTo>
                <a:lnTo>
                  <a:pt x="1019175" y="657225"/>
                </a:lnTo>
                <a:lnTo>
                  <a:pt x="1019175" y="638175"/>
                </a:lnTo>
                <a:lnTo>
                  <a:pt x="1009650" y="638175"/>
                </a:lnTo>
                <a:close/>
                <a:moveTo>
                  <a:pt x="819150" y="638175"/>
                </a:moveTo>
                <a:lnTo>
                  <a:pt x="828675" y="638175"/>
                </a:lnTo>
                <a:lnTo>
                  <a:pt x="828675" y="666750"/>
                </a:lnTo>
                <a:lnTo>
                  <a:pt x="819150" y="666750"/>
                </a:lnTo>
                <a:close/>
                <a:moveTo>
                  <a:pt x="38100" y="647700"/>
                </a:moveTo>
                <a:lnTo>
                  <a:pt x="57150" y="647700"/>
                </a:lnTo>
                <a:lnTo>
                  <a:pt x="57150" y="657225"/>
                </a:lnTo>
                <a:lnTo>
                  <a:pt x="47625" y="657225"/>
                </a:lnTo>
                <a:lnTo>
                  <a:pt x="47625" y="676275"/>
                </a:lnTo>
                <a:lnTo>
                  <a:pt x="38100" y="676275"/>
                </a:lnTo>
                <a:close/>
                <a:moveTo>
                  <a:pt x="866775" y="647700"/>
                </a:moveTo>
                <a:lnTo>
                  <a:pt x="876300" y="647700"/>
                </a:lnTo>
                <a:lnTo>
                  <a:pt x="876300" y="657225"/>
                </a:lnTo>
                <a:lnTo>
                  <a:pt x="866775" y="657225"/>
                </a:lnTo>
                <a:close/>
                <a:moveTo>
                  <a:pt x="933450" y="647700"/>
                </a:moveTo>
                <a:lnTo>
                  <a:pt x="942975" y="647700"/>
                </a:lnTo>
                <a:lnTo>
                  <a:pt x="942975" y="676275"/>
                </a:lnTo>
                <a:lnTo>
                  <a:pt x="914400" y="676275"/>
                </a:lnTo>
                <a:lnTo>
                  <a:pt x="914400" y="685800"/>
                </a:lnTo>
                <a:lnTo>
                  <a:pt x="904875" y="685800"/>
                </a:lnTo>
                <a:lnTo>
                  <a:pt x="904875" y="704850"/>
                </a:lnTo>
                <a:lnTo>
                  <a:pt x="895350" y="704850"/>
                </a:lnTo>
                <a:lnTo>
                  <a:pt x="895350" y="695325"/>
                </a:lnTo>
                <a:lnTo>
                  <a:pt x="885825" y="695325"/>
                </a:lnTo>
                <a:lnTo>
                  <a:pt x="885825" y="685800"/>
                </a:lnTo>
                <a:lnTo>
                  <a:pt x="895350" y="685800"/>
                </a:lnTo>
                <a:lnTo>
                  <a:pt x="895350" y="676275"/>
                </a:lnTo>
                <a:lnTo>
                  <a:pt x="904875" y="676275"/>
                </a:lnTo>
                <a:lnTo>
                  <a:pt x="904875" y="666750"/>
                </a:lnTo>
                <a:lnTo>
                  <a:pt x="923925" y="666750"/>
                </a:lnTo>
                <a:lnTo>
                  <a:pt x="923925" y="657225"/>
                </a:lnTo>
                <a:lnTo>
                  <a:pt x="933450" y="657225"/>
                </a:lnTo>
                <a:close/>
                <a:moveTo>
                  <a:pt x="1000125" y="647700"/>
                </a:moveTo>
                <a:lnTo>
                  <a:pt x="1009650" y="647700"/>
                </a:lnTo>
                <a:lnTo>
                  <a:pt x="1009650" y="666750"/>
                </a:lnTo>
                <a:lnTo>
                  <a:pt x="990600" y="666750"/>
                </a:lnTo>
                <a:lnTo>
                  <a:pt x="990600" y="657225"/>
                </a:lnTo>
                <a:lnTo>
                  <a:pt x="1000125" y="657225"/>
                </a:lnTo>
                <a:close/>
                <a:moveTo>
                  <a:pt x="1057275" y="647700"/>
                </a:moveTo>
                <a:lnTo>
                  <a:pt x="1085850" y="647700"/>
                </a:lnTo>
                <a:lnTo>
                  <a:pt x="1085850" y="666750"/>
                </a:lnTo>
                <a:lnTo>
                  <a:pt x="1076325" y="666750"/>
                </a:lnTo>
                <a:lnTo>
                  <a:pt x="1076325" y="676275"/>
                </a:lnTo>
                <a:lnTo>
                  <a:pt x="1095375" y="676275"/>
                </a:lnTo>
                <a:lnTo>
                  <a:pt x="1095375" y="704850"/>
                </a:lnTo>
                <a:lnTo>
                  <a:pt x="1066800" y="704850"/>
                </a:lnTo>
                <a:lnTo>
                  <a:pt x="1066800" y="676275"/>
                </a:lnTo>
                <a:lnTo>
                  <a:pt x="1047750" y="676275"/>
                </a:lnTo>
                <a:lnTo>
                  <a:pt x="1047750" y="666750"/>
                </a:lnTo>
                <a:lnTo>
                  <a:pt x="1057275" y="666750"/>
                </a:lnTo>
                <a:close/>
                <a:moveTo>
                  <a:pt x="0" y="657225"/>
                </a:moveTo>
                <a:lnTo>
                  <a:pt x="28575" y="657225"/>
                </a:lnTo>
                <a:lnTo>
                  <a:pt x="28575" y="695325"/>
                </a:lnTo>
                <a:lnTo>
                  <a:pt x="19050" y="695325"/>
                </a:lnTo>
                <a:lnTo>
                  <a:pt x="19050" y="704850"/>
                </a:lnTo>
                <a:lnTo>
                  <a:pt x="28575" y="704850"/>
                </a:lnTo>
                <a:lnTo>
                  <a:pt x="28575" y="695325"/>
                </a:lnTo>
                <a:lnTo>
                  <a:pt x="38100" y="695325"/>
                </a:lnTo>
                <a:lnTo>
                  <a:pt x="38100" y="733425"/>
                </a:lnTo>
                <a:lnTo>
                  <a:pt x="28575" y="733425"/>
                </a:lnTo>
                <a:lnTo>
                  <a:pt x="28575" y="742950"/>
                </a:lnTo>
                <a:lnTo>
                  <a:pt x="9525" y="742950"/>
                </a:lnTo>
                <a:lnTo>
                  <a:pt x="9525" y="752475"/>
                </a:lnTo>
                <a:lnTo>
                  <a:pt x="0" y="752475"/>
                </a:lnTo>
                <a:close/>
                <a:moveTo>
                  <a:pt x="142875" y="657225"/>
                </a:moveTo>
                <a:lnTo>
                  <a:pt x="161925" y="657225"/>
                </a:lnTo>
                <a:lnTo>
                  <a:pt x="161925" y="647700"/>
                </a:lnTo>
                <a:lnTo>
                  <a:pt x="142875" y="647700"/>
                </a:lnTo>
                <a:close/>
                <a:moveTo>
                  <a:pt x="238125" y="657225"/>
                </a:moveTo>
                <a:lnTo>
                  <a:pt x="247650" y="657225"/>
                </a:lnTo>
                <a:lnTo>
                  <a:pt x="247650" y="666750"/>
                </a:lnTo>
                <a:lnTo>
                  <a:pt x="238125" y="666750"/>
                </a:lnTo>
                <a:close/>
                <a:moveTo>
                  <a:pt x="447675" y="657225"/>
                </a:moveTo>
                <a:lnTo>
                  <a:pt x="466725" y="657225"/>
                </a:lnTo>
                <a:lnTo>
                  <a:pt x="466725" y="666750"/>
                </a:lnTo>
                <a:lnTo>
                  <a:pt x="447675" y="666750"/>
                </a:lnTo>
                <a:close/>
                <a:moveTo>
                  <a:pt x="257175" y="666750"/>
                </a:moveTo>
                <a:lnTo>
                  <a:pt x="276225" y="666750"/>
                </a:lnTo>
                <a:lnTo>
                  <a:pt x="276225" y="676275"/>
                </a:lnTo>
                <a:lnTo>
                  <a:pt x="257175" y="676275"/>
                </a:lnTo>
                <a:close/>
                <a:moveTo>
                  <a:pt x="790575" y="666750"/>
                </a:moveTo>
                <a:lnTo>
                  <a:pt x="800100" y="666750"/>
                </a:lnTo>
                <a:lnTo>
                  <a:pt x="800100" y="695325"/>
                </a:lnTo>
                <a:lnTo>
                  <a:pt x="790575" y="695325"/>
                </a:lnTo>
                <a:close/>
                <a:moveTo>
                  <a:pt x="828675" y="666750"/>
                </a:moveTo>
                <a:lnTo>
                  <a:pt x="838200" y="666750"/>
                </a:lnTo>
                <a:lnTo>
                  <a:pt x="838200" y="676275"/>
                </a:lnTo>
                <a:lnTo>
                  <a:pt x="847725" y="676275"/>
                </a:lnTo>
                <a:lnTo>
                  <a:pt x="847725" y="666750"/>
                </a:lnTo>
                <a:lnTo>
                  <a:pt x="876300" y="666750"/>
                </a:lnTo>
                <a:lnTo>
                  <a:pt x="876300" y="685800"/>
                </a:lnTo>
                <a:lnTo>
                  <a:pt x="866775" y="685800"/>
                </a:lnTo>
                <a:lnTo>
                  <a:pt x="866775" y="676275"/>
                </a:lnTo>
                <a:lnTo>
                  <a:pt x="847725" y="676275"/>
                </a:lnTo>
                <a:lnTo>
                  <a:pt x="847725" y="685800"/>
                </a:lnTo>
                <a:lnTo>
                  <a:pt x="838200" y="685800"/>
                </a:lnTo>
                <a:lnTo>
                  <a:pt x="838200" y="695325"/>
                </a:lnTo>
                <a:lnTo>
                  <a:pt x="828675" y="695325"/>
                </a:lnTo>
                <a:close/>
                <a:moveTo>
                  <a:pt x="962025" y="666750"/>
                </a:moveTo>
                <a:lnTo>
                  <a:pt x="971550" y="666750"/>
                </a:lnTo>
                <a:lnTo>
                  <a:pt x="971550" y="676275"/>
                </a:lnTo>
                <a:lnTo>
                  <a:pt x="990600" y="676275"/>
                </a:lnTo>
                <a:lnTo>
                  <a:pt x="990600" y="685800"/>
                </a:lnTo>
                <a:lnTo>
                  <a:pt x="981075" y="685800"/>
                </a:lnTo>
                <a:lnTo>
                  <a:pt x="981075" y="695325"/>
                </a:lnTo>
                <a:lnTo>
                  <a:pt x="971550" y="695325"/>
                </a:lnTo>
                <a:lnTo>
                  <a:pt x="971550" y="685800"/>
                </a:lnTo>
                <a:lnTo>
                  <a:pt x="962025" y="685800"/>
                </a:lnTo>
                <a:close/>
                <a:moveTo>
                  <a:pt x="1123950" y="666750"/>
                </a:moveTo>
                <a:lnTo>
                  <a:pt x="1133475" y="666750"/>
                </a:lnTo>
                <a:lnTo>
                  <a:pt x="1133475" y="704850"/>
                </a:lnTo>
                <a:lnTo>
                  <a:pt x="1123950" y="704850"/>
                </a:lnTo>
                <a:close/>
                <a:moveTo>
                  <a:pt x="85725" y="676275"/>
                </a:moveTo>
                <a:lnTo>
                  <a:pt x="95250" y="676275"/>
                </a:lnTo>
                <a:lnTo>
                  <a:pt x="95250" y="685800"/>
                </a:lnTo>
                <a:lnTo>
                  <a:pt x="85725" y="685800"/>
                </a:lnTo>
                <a:close/>
                <a:moveTo>
                  <a:pt x="123825" y="676275"/>
                </a:moveTo>
                <a:lnTo>
                  <a:pt x="142875" y="676275"/>
                </a:lnTo>
                <a:lnTo>
                  <a:pt x="142875" y="685800"/>
                </a:lnTo>
                <a:lnTo>
                  <a:pt x="123825" y="685800"/>
                </a:lnTo>
                <a:close/>
                <a:moveTo>
                  <a:pt x="276225" y="676275"/>
                </a:moveTo>
                <a:lnTo>
                  <a:pt x="285750" y="676275"/>
                </a:lnTo>
                <a:lnTo>
                  <a:pt x="285750" y="685800"/>
                </a:lnTo>
                <a:lnTo>
                  <a:pt x="276225" y="685800"/>
                </a:lnTo>
                <a:close/>
                <a:moveTo>
                  <a:pt x="809625" y="676275"/>
                </a:moveTo>
                <a:lnTo>
                  <a:pt x="819150" y="676275"/>
                </a:lnTo>
                <a:lnTo>
                  <a:pt x="819150" y="704850"/>
                </a:lnTo>
                <a:lnTo>
                  <a:pt x="809625" y="704850"/>
                </a:lnTo>
                <a:close/>
                <a:moveTo>
                  <a:pt x="1019175" y="676275"/>
                </a:moveTo>
                <a:lnTo>
                  <a:pt x="1028700" y="676275"/>
                </a:lnTo>
                <a:lnTo>
                  <a:pt x="1028700" y="685800"/>
                </a:lnTo>
                <a:lnTo>
                  <a:pt x="1019175" y="685800"/>
                </a:lnTo>
                <a:close/>
                <a:moveTo>
                  <a:pt x="419100" y="685800"/>
                </a:moveTo>
                <a:lnTo>
                  <a:pt x="438150" y="685800"/>
                </a:lnTo>
                <a:lnTo>
                  <a:pt x="438150" y="695325"/>
                </a:lnTo>
                <a:lnTo>
                  <a:pt x="447675" y="695325"/>
                </a:lnTo>
                <a:lnTo>
                  <a:pt x="447675" y="714375"/>
                </a:lnTo>
                <a:lnTo>
                  <a:pt x="438150" y="714375"/>
                </a:lnTo>
                <a:lnTo>
                  <a:pt x="438150" y="704850"/>
                </a:lnTo>
                <a:lnTo>
                  <a:pt x="428625" y="704850"/>
                </a:lnTo>
                <a:lnTo>
                  <a:pt x="428625" y="695325"/>
                </a:lnTo>
                <a:lnTo>
                  <a:pt x="419100" y="695325"/>
                </a:lnTo>
                <a:close/>
                <a:moveTo>
                  <a:pt x="952500" y="685800"/>
                </a:moveTo>
                <a:lnTo>
                  <a:pt x="962025" y="685800"/>
                </a:lnTo>
                <a:lnTo>
                  <a:pt x="962025" y="714375"/>
                </a:lnTo>
                <a:lnTo>
                  <a:pt x="952500" y="714375"/>
                </a:lnTo>
                <a:lnTo>
                  <a:pt x="952500" y="704850"/>
                </a:lnTo>
                <a:lnTo>
                  <a:pt x="942975" y="704850"/>
                </a:lnTo>
                <a:lnTo>
                  <a:pt x="942975" y="695325"/>
                </a:lnTo>
                <a:lnTo>
                  <a:pt x="952500" y="695325"/>
                </a:lnTo>
                <a:close/>
                <a:moveTo>
                  <a:pt x="1009650" y="685800"/>
                </a:moveTo>
                <a:lnTo>
                  <a:pt x="1019175" y="685800"/>
                </a:lnTo>
                <a:lnTo>
                  <a:pt x="1019175" y="695325"/>
                </a:lnTo>
                <a:lnTo>
                  <a:pt x="1009650" y="695325"/>
                </a:lnTo>
                <a:close/>
                <a:moveTo>
                  <a:pt x="85725" y="695325"/>
                </a:moveTo>
                <a:lnTo>
                  <a:pt x="95250" y="695325"/>
                </a:lnTo>
                <a:lnTo>
                  <a:pt x="95250" y="704850"/>
                </a:lnTo>
                <a:lnTo>
                  <a:pt x="85725" y="704850"/>
                </a:lnTo>
                <a:close/>
                <a:moveTo>
                  <a:pt x="371475" y="695325"/>
                </a:moveTo>
                <a:lnTo>
                  <a:pt x="381000" y="695325"/>
                </a:lnTo>
                <a:lnTo>
                  <a:pt x="381000" y="704850"/>
                </a:lnTo>
                <a:lnTo>
                  <a:pt x="400050" y="704850"/>
                </a:lnTo>
                <a:lnTo>
                  <a:pt x="400050" y="723900"/>
                </a:lnTo>
                <a:lnTo>
                  <a:pt x="371475" y="723900"/>
                </a:lnTo>
                <a:lnTo>
                  <a:pt x="371475" y="742950"/>
                </a:lnTo>
                <a:lnTo>
                  <a:pt x="361950" y="742950"/>
                </a:lnTo>
                <a:lnTo>
                  <a:pt x="361950" y="762000"/>
                </a:lnTo>
                <a:lnTo>
                  <a:pt x="342900" y="762000"/>
                </a:lnTo>
                <a:lnTo>
                  <a:pt x="342900" y="733425"/>
                </a:lnTo>
                <a:lnTo>
                  <a:pt x="361950" y="733425"/>
                </a:lnTo>
                <a:lnTo>
                  <a:pt x="361950" y="704850"/>
                </a:lnTo>
                <a:lnTo>
                  <a:pt x="371475" y="704850"/>
                </a:lnTo>
                <a:close/>
                <a:moveTo>
                  <a:pt x="1019175" y="695325"/>
                </a:moveTo>
                <a:lnTo>
                  <a:pt x="1028700" y="695325"/>
                </a:lnTo>
                <a:lnTo>
                  <a:pt x="1028700" y="714375"/>
                </a:lnTo>
                <a:lnTo>
                  <a:pt x="1019175" y="714375"/>
                </a:lnTo>
                <a:close/>
                <a:moveTo>
                  <a:pt x="1076325" y="695325"/>
                </a:moveTo>
                <a:lnTo>
                  <a:pt x="1085850" y="695325"/>
                </a:lnTo>
                <a:lnTo>
                  <a:pt x="1085850" y="685800"/>
                </a:lnTo>
                <a:lnTo>
                  <a:pt x="1076325" y="685800"/>
                </a:lnTo>
                <a:close/>
                <a:moveTo>
                  <a:pt x="57150" y="704850"/>
                </a:moveTo>
                <a:lnTo>
                  <a:pt x="66675" y="704850"/>
                </a:lnTo>
                <a:lnTo>
                  <a:pt x="66675" y="714375"/>
                </a:lnTo>
                <a:lnTo>
                  <a:pt x="57150" y="714375"/>
                </a:lnTo>
                <a:close/>
                <a:moveTo>
                  <a:pt x="114300" y="704850"/>
                </a:moveTo>
                <a:lnTo>
                  <a:pt x="133350" y="704850"/>
                </a:lnTo>
                <a:lnTo>
                  <a:pt x="133350" y="723900"/>
                </a:lnTo>
                <a:lnTo>
                  <a:pt x="123825" y="723900"/>
                </a:lnTo>
                <a:lnTo>
                  <a:pt x="123825" y="733425"/>
                </a:lnTo>
                <a:lnTo>
                  <a:pt x="114300" y="733425"/>
                </a:lnTo>
                <a:lnTo>
                  <a:pt x="114300" y="723900"/>
                </a:lnTo>
                <a:lnTo>
                  <a:pt x="104775" y="723900"/>
                </a:lnTo>
                <a:lnTo>
                  <a:pt x="104775" y="714375"/>
                </a:lnTo>
                <a:lnTo>
                  <a:pt x="114300" y="714375"/>
                </a:lnTo>
                <a:close/>
                <a:moveTo>
                  <a:pt x="190500" y="704850"/>
                </a:moveTo>
                <a:lnTo>
                  <a:pt x="200025" y="704850"/>
                </a:lnTo>
                <a:lnTo>
                  <a:pt x="200025" y="714375"/>
                </a:lnTo>
                <a:lnTo>
                  <a:pt x="190500" y="714375"/>
                </a:lnTo>
                <a:close/>
                <a:moveTo>
                  <a:pt x="219075" y="704850"/>
                </a:moveTo>
                <a:lnTo>
                  <a:pt x="228600" y="704850"/>
                </a:lnTo>
                <a:lnTo>
                  <a:pt x="228600" y="714375"/>
                </a:lnTo>
                <a:lnTo>
                  <a:pt x="238125" y="714375"/>
                </a:lnTo>
                <a:lnTo>
                  <a:pt x="238125" y="733425"/>
                </a:lnTo>
                <a:lnTo>
                  <a:pt x="228600" y="733425"/>
                </a:lnTo>
                <a:lnTo>
                  <a:pt x="228600" y="723900"/>
                </a:lnTo>
                <a:lnTo>
                  <a:pt x="200025" y="723900"/>
                </a:lnTo>
                <a:lnTo>
                  <a:pt x="200025" y="714375"/>
                </a:lnTo>
                <a:lnTo>
                  <a:pt x="219075" y="714375"/>
                </a:lnTo>
                <a:close/>
                <a:moveTo>
                  <a:pt x="771525" y="704850"/>
                </a:moveTo>
                <a:lnTo>
                  <a:pt x="790575" y="704850"/>
                </a:lnTo>
                <a:lnTo>
                  <a:pt x="790575" y="723900"/>
                </a:lnTo>
                <a:lnTo>
                  <a:pt x="781050" y="723900"/>
                </a:lnTo>
                <a:lnTo>
                  <a:pt x="781050" y="742950"/>
                </a:lnTo>
                <a:lnTo>
                  <a:pt x="752475" y="742950"/>
                </a:lnTo>
                <a:lnTo>
                  <a:pt x="752475" y="771525"/>
                </a:lnTo>
                <a:lnTo>
                  <a:pt x="762000" y="771525"/>
                </a:lnTo>
                <a:lnTo>
                  <a:pt x="762000" y="781050"/>
                </a:lnTo>
                <a:lnTo>
                  <a:pt x="752475" y="781050"/>
                </a:lnTo>
                <a:lnTo>
                  <a:pt x="752475" y="790575"/>
                </a:lnTo>
                <a:lnTo>
                  <a:pt x="733425" y="790575"/>
                </a:lnTo>
                <a:lnTo>
                  <a:pt x="733425" y="781050"/>
                </a:lnTo>
                <a:lnTo>
                  <a:pt x="723900" y="781050"/>
                </a:lnTo>
                <a:lnTo>
                  <a:pt x="723900" y="762000"/>
                </a:lnTo>
                <a:lnTo>
                  <a:pt x="714375" y="762000"/>
                </a:lnTo>
                <a:lnTo>
                  <a:pt x="714375" y="752475"/>
                </a:lnTo>
                <a:lnTo>
                  <a:pt x="723900" y="752475"/>
                </a:lnTo>
                <a:lnTo>
                  <a:pt x="723900" y="733425"/>
                </a:lnTo>
                <a:lnTo>
                  <a:pt x="762000" y="733425"/>
                </a:lnTo>
                <a:lnTo>
                  <a:pt x="762000" y="714375"/>
                </a:lnTo>
                <a:lnTo>
                  <a:pt x="771525" y="714375"/>
                </a:lnTo>
                <a:close/>
                <a:moveTo>
                  <a:pt x="800100" y="704850"/>
                </a:moveTo>
                <a:lnTo>
                  <a:pt x="809625" y="704850"/>
                </a:lnTo>
                <a:lnTo>
                  <a:pt x="809625" y="714375"/>
                </a:lnTo>
                <a:lnTo>
                  <a:pt x="800100" y="714375"/>
                </a:lnTo>
                <a:close/>
                <a:moveTo>
                  <a:pt x="857250" y="704850"/>
                </a:moveTo>
                <a:lnTo>
                  <a:pt x="866775" y="704850"/>
                </a:lnTo>
                <a:lnTo>
                  <a:pt x="866775" y="714375"/>
                </a:lnTo>
                <a:lnTo>
                  <a:pt x="857250" y="714375"/>
                </a:lnTo>
                <a:close/>
                <a:moveTo>
                  <a:pt x="990600" y="704850"/>
                </a:moveTo>
                <a:lnTo>
                  <a:pt x="1009650" y="704850"/>
                </a:lnTo>
                <a:lnTo>
                  <a:pt x="1009650" y="714375"/>
                </a:lnTo>
                <a:lnTo>
                  <a:pt x="990600" y="714375"/>
                </a:lnTo>
                <a:close/>
                <a:moveTo>
                  <a:pt x="266700" y="714375"/>
                </a:moveTo>
                <a:lnTo>
                  <a:pt x="285750" y="714375"/>
                </a:lnTo>
                <a:lnTo>
                  <a:pt x="285750" y="742950"/>
                </a:lnTo>
                <a:lnTo>
                  <a:pt x="276225" y="742950"/>
                </a:lnTo>
                <a:lnTo>
                  <a:pt x="276225" y="733425"/>
                </a:lnTo>
                <a:lnTo>
                  <a:pt x="266700" y="733425"/>
                </a:lnTo>
                <a:close/>
                <a:moveTo>
                  <a:pt x="504825" y="714375"/>
                </a:moveTo>
                <a:lnTo>
                  <a:pt x="514350" y="714375"/>
                </a:lnTo>
                <a:lnTo>
                  <a:pt x="514350" y="723900"/>
                </a:lnTo>
                <a:lnTo>
                  <a:pt x="523875" y="723900"/>
                </a:lnTo>
                <a:lnTo>
                  <a:pt x="523875" y="742950"/>
                </a:lnTo>
                <a:lnTo>
                  <a:pt x="514350" y="742950"/>
                </a:lnTo>
                <a:lnTo>
                  <a:pt x="514350" y="762000"/>
                </a:lnTo>
                <a:lnTo>
                  <a:pt x="485775" y="762000"/>
                </a:lnTo>
                <a:lnTo>
                  <a:pt x="485775" y="752475"/>
                </a:lnTo>
                <a:lnTo>
                  <a:pt x="476250" y="752475"/>
                </a:lnTo>
                <a:lnTo>
                  <a:pt x="476250" y="742950"/>
                </a:lnTo>
                <a:lnTo>
                  <a:pt x="485775" y="742950"/>
                </a:lnTo>
                <a:lnTo>
                  <a:pt x="485775" y="733425"/>
                </a:lnTo>
                <a:lnTo>
                  <a:pt x="504825" y="733425"/>
                </a:lnTo>
                <a:close/>
                <a:moveTo>
                  <a:pt x="95250" y="723900"/>
                </a:moveTo>
                <a:lnTo>
                  <a:pt x="104775" y="723900"/>
                </a:lnTo>
                <a:lnTo>
                  <a:pt x="104775" y="733425"/>
                </a:lnTo>
                <a:lnTo>
                  <a:pt x="95250" y="733425"/>
                </a:lnTo>
                <a:close/>
                <a:moveTo>
                  <a:pt x="190500" y="723900"/>
                </a:moveTo>
                <a:lnTo>
                  <a:pt x="200025" y="723900"/>
                </a:lnTo>
                <a:lnTo>
                  <a:pt x="200025" y="752475"/>
                </a:lnTo>
                <a:lnTo>
                  <a:pt x="190500" y="752475"/>
                </a:lnTo>
                <a:close/>
                <a:moveTo>
                  <a:pt x="123825" y="733425"/>
                </a:moveTo>
                <a:lnTo>
                  <a:pt x="133350" y="733425"/>
                </a:lnTo>
                <a:lnTo>
                  <a:pt x="133350" y="742950"/>
                </a:lnTo>
                <a:lnTo>
                  <a:pt x="123825" y="742950"/>
                </a:lnTo>
                <a:close/>
                <a:moveTo>
                  <a:pt x="209550" y="733425"/>
                </a:moveTo>
                <a:lnTo>
                  <a:pt x="219075" y="733425"/>
                </a:lnTo>
                <a:lnTo>
                  <a:pt x="219075" y="742950"/>
                </a:lnTo>
                <a:lnTo>
                  <a:pt x="209550" y="742950"/>
                </a:lnTo>
                <a:close/>
                <a:moveTo>
                  <a:pt x="409575" y="733425"/>
                </a:moveTo>
                <a:lnTo>
                  <a:pt x="419100" y="733425"/>
                </a:lnTo>
                <a:lnTo>
                  <a:pt x="419100" y="752475"/>
                </a:lnTo>
                <a:lnTo>
                  <a:pt x="409575" y="752475"/>
                </a:lnTo>
                <a:close/>
                <a:moveTo>
                  <a:pt x="828675" y="733425"/>
                </a:moveTo>
                <a:lnTo>
                  <a:pt x="847725" y="733425"/>
                </a:lnTo>
                <a:lnTo>
                  <a:pt x="847725" y="742950"/>
                </a:lnTo>
                <a:lnTo>
                  <a:pt x="838200" y="742950"/>
                </a:lnTo>
                <a:lnTo>
                  <a:pt x="838200" y="752475"/>
                </a:lnTo>
                <a:lnTo>
                  <a:pt x="847725" y="752475"/>
                </a:lnTo>
                <a:lnTo>
                  <a:pt x="847725" y="762000"/>
                </a:lnTo>
                <a:lnTo>
                  <a:pt x="857250" y="762000"/>
                </a:lnTo>
                <a:lnTo>
                  <a:pt x="857250" y="752475"/>
                </a:lnTo>
                <a:lnTo>
                  <a:pt x="885825" y="752475"/>
                </a:lnTo>
                <a:lnTo>
                  <a:pt x="885825" y="762000"/>
                </a:lnTo>
                <a:lnTo>
                  <a:pt x="876300" y="762000"/>
                </a:lnTo>
                <a:lnTo>
                  <a:pt x="876300" y="771525"/>
                </a:lnTo>
                <a:lnTo>
                  <a:pt x="866775" y="771525"/>
                </a:lnTo>
                <a:lnTo>
                  <a:pt x="866775" y="781050"/>
                </a:lnTo>
                <a:lnTo>
                  <a:pt x="847725" y="781050"/>
                </a:lnTo>
                <a:lnTo>
                  <a:pt x="847725" y="771525"/>
                </a:lnTo>
                <a:lnTo>
                  <a:pt x="838200" y="771525"/>
                </a:lnTo>
                <a:lnTo>
                  <a:pt x="838200" y="762000"/>
                </a:lnTo>
                <a:lnTo>
                  <a:pt x="828675" y="762000"/>
                </a:lnTo>
                <a:close/>
                <a:moveTo>
                  <a:pt x="47625" y="742950"/>
                </a:moveTo>
                <a:lnTo>
                  <a:pt x="57150" y="742950"/>
                </a:lnTo>
                <a:lnTo>
                  <a:pt x="57150" y="752475"/>
                </a:lnTo>
                <a:lnTo>
                  <a:pt x="66675" y="752475"/>
                </a:lnTo>
                <a:lnTo>
                  <a:pt x="66675" y="790575"/>
                </a:lnTo>
                <a:lnTo>
                  <a:pt x="57150" y="790575"/>
                </a:lnTo>
                <a:lnTo>
                  <a:pt x="57150" y="781050"/>
                </a:lnTo>
                <a:lnTo>
                  <a:pt x="47625" y="781050"/>
                </a:lnTo>
                <a:lnTo>
                  <a:pt x="47625" y="790575"/>
                </a:lnTo>
                <a:lnTo>
                  <a:pt x="38100" y="790575"/>
                </a:lnTo>
                <a:lnTo>
                  <a:pt x="38100" y="781050"/>
                </a:lnTo>
                <a:lnTo>
                  <a:pt x="28575" y="781050"/>
                </a:lnTo>
                <a:lnTo>
                  <a:pt x="28575" y="762000"/>
                </a:lnTo>
                <a:lnTo>
                  <a:pt x="47625" y="762000"/>
                </a:lnTo>
                <a:close/>
                <a:moveTo>
                  <a:pt x="542925" y="742950"/>
                </a:moveTo>
                <a:lnTo>
                  <a:pt x="552450" y="742950"/>
                </a:lnTo>
                <a:lnTo>
                  <a:pt x="552450" y="752475"/>
                </a:lnTo>
                <a:lnTo>
                  <a:pt x="542925" y="752475"/>
                </a:lnTo>
                <a:close/>
                <a:moveTo>
                  <a:pt x="657225" y="742950"/>
                </a:moveTo>
                <a:lnTo>
                  <a:pt x="685800" y="742950"/>
                </a:lnTo>
                <a:lnTo>
                  <a:pt x="685800" y="752475"/>
                </a:lnTo>
                <a:lnTo>
                  <a:pt x="666750" y="752475"/>
                </a:lnTo>
                <a:lnTo>
                  <a:pt x="666750" y="781050"/>
                </a:lnTo>
                <a:lnTo>
                  <a:pt x="657225" y="781050"/>
                </a:lnTo>
                <a:lnTo>
                  <a:pt x="657225" y="790575"/>
                </a:lnTo>
                <a:lnTo>
                  <a:pt x="666750" y="790575"/>
                </a:lnTo>
                <a:lnTo>
                  <a:pt x="666750" y="800100"/>
                </a:lnTo>
                <a:lnTo>
                  <a:pt x="647700" y="800100"/>
                </a:lnTo>
                <a:lnTo>
                  <a:pt x="647700" y="781050"/>
                </a:lnTo>
                <a:lnTo>
                  <a:pt x="638175" y="781050"/>
                </a:lnTo>
                <a:lnTo>
                  <a:pt x="638175" y="790575"/>
                </a:lnTo>
                <a:lnTo>
                  <a:pt x="619125" y="790575"/>
                </a:lnTo>
                <a:lnTo>
                  <a:pt x="619125" y="809625"/>
                </a:lnTo>
                <a:lnTo>
                  <a:pt x="600075" y="809625"/>
                </a:lnTo>
                <a:lnTo>
                  <a:pt x="600075" y="800100"/>
                </a:lnTo>
                <a:lnTo>
                  <a:pt x="590550" y="800100"/>
                </a:lnTo>
                <a:lnTo>
                  <a:pt x="590550" y="790575"/>
                </a:lnTo>
                <a:lnTo>
                  <a:pt x="571500" y="790575"/>
                </a:lnTo>
                <a:lnTo>
                  <a:pt x="571500" y="800100"/>
                </a:lnTo>
                <a:lnTo>
                  <a:pt x="561975" y="800100"/>
                </a:lnTo>
                <a:lnTo>
                  <a:pt x="561975" y="790575"/>
                </a:lnTo>
                <a:lnTo>
                  <a:pt x="552450" y="790575"/>
                </a:lnTo>
                <a:lnTo>
                  <a:pt x="552450" y="771525"/>
                </a:lnTo>
                <a:lnTo>
                  <a:pt x="581025" y="771525"/>
                </a:lnTo>
                <a:lnTo>
                  <a:pt x="581025" y="781050"/>
                </a:lnTo>
                <a:lnTo>
                  <a:pt x="590550" y="781050"/>
                </a:lnTo>
                <a:lnTo>
                  <a:pt x="590550" y="752475"/>
                </a:lnTo>
                <a:lnTo>
                  <a:pt x="628650" y="752475"/>
                </a:lnTo>
                <a:lnTo>
                  <a:pt x="628650" y="771525"/>
                </a:lnTo>
                <a:lnTo>
                  <a:pt x="657225" y="771525"/>
                </a:lnTo>
                <a:close/>
                <a:moveTo>
                  <a:pt x="1019175" y="742950"/>
                </a:moveTo>
                <a:lnTo>
                  <a:pt x="1028700" y="742950"/>
                </a:lnTo>
                <a:lnTo>
                  <a:pt x="1028700" y="762000"/>
                </a:lnTo>
                <a:lnTo>
                  <a:pt x="1038225" y="762000"/>
                </a:lnTo>
                <a:lnTo>
                  <a:pt x="1038225" y="771525"/>
                </a:lnTo>
                <a:lnTo>
                  <a:pt x="1028700" y="771525"/>
                </a:lnTo>
                <a:lnTo>
                  <a:pt x="1028700" y="781050"/>
                </a:lnTo>
                <a:lnTo>
                  <a:pt x="1009650" y="781050"/>
                </a:lnTo>
                <a:lnTo>
                  <a:pt x="1009650" y="771525"/>
                </a:lnTo>
                <a:lnTo>
                  <a:pt x="1019175" y="771525"/>
                </a:lnTo>
                <a:close/>
                <a:moveTo>
                  <a:pt x="1095375" y="742950"/>
                </a:moveTo>
                <a:lnTo>
                  <a:pt x="1104900" y="742950"/>
                </a:lnTo>
                <a:lnTo>
                  <a:pt x="1104900" y="752475"/>
                </a:lnTo>
                <a:lnTo>
                  <a:pt x="1095375" y="752475"/>
                </a:lnTo>
                <a:close/>
                <a:moveTo>
                  <a:pt x="257175" y="752475"/>
                </a:moveTo>
                <a:lnTo>
                  <a:pt x="266700" y="752475"/>
                </a:lnTo>
                <a:lnTo>
                  <a:pt x="266700" y="781050"/>
                </a:lnTo>
                <a:lnTo>
                  <a:pt x="247650" y="781050"/>
                </a:lnTo>
                <a:lnTo>
                  <a:pt x="247650" y="762000"/>
                </a:lnTo>
                <a:lnTo>
                  <a:pt x="257175" y="762000"/>
                </a:lnTo>
                <a:close/>
                <a:moveTo>
                  <a:pt x="685800" y="752475"/>
                </a:moveTo>
                <a:lnTo>
                  <a:pt x="695325" y="752475"/>
                </a:lnTo>
                <a:lnTo>
                  <a:pt x="695325" y="771525"/>
                </a:lnTo>
                <a:lnTo>
                  <a:pt x="685800" y="771525"/>
                </a:lnTo>
                <a:close/>
                <a:moveTo>
                  <a:pt x="952500" y="752475"/>
                </a:moveTo>
                <a:lnTo>
                  <a:pt x="981075" y="752475"/>
                </a:lnTo>
                <a:lnTo>
                  <a:pt x="981075" y="762000"/>
                </a:lnTo>
                <a:lnTo>
                  <a:pt x="971550" y="762000"/>
                </a:lnTo>
                <a:lnTo>
                  <a:pt x="971550" y="771525"/>
                </a:lnTo>
                <a:lnTo>
                  <a:pt x="952500" y="771525"/>
                </a:lnTo>
                <a:close/>
                <a:moveTo>
                  <a:pt x="1162050" y="752475"/>
                </a:moveTo>
                <a:lnTo>
                  <a:pt x="1171575" y="752475"/>
                </a:lnTo>
                <a:lnTo>
                  <a:pt x="1171575" y="762000"/>
                </a:lnTo>
                <a:lnTo>
                  <a:pt x="1162050" y="762000"/>
                </a:lnTo>
                <a:close/>
                <a:moveTo>
                  <a:pt x="1123950" y="762000"/>
                </a:moveTo>
                <a:lnTo>
                  <a:pt x="1133475" y="762000"/>
                </a:lnTo>
                <a:lnTo>
                  <a:pt x="1133475" y="771525"/>
                </a:lnTo>
                <a:lnTo>
                  <a:pt x="1123950" y="771525"/>
                </a:lnTo>
                <a:close/>
                <a:moveTo>
                  <a:pt x="1143000" y="762000"/>
                </a:moveTo>
                <a:lnTo>
                  <a:pt x="1152525" y="762000"/>
                </a:lnTo>
                <a:lnTo>
                  <a:pt x="1152525" y="781050"/>
                </a:lnTo>
                <a:lnTo>
                  <a:pt x="1143000" y="781050"/>
                </a:lnTo>
                <a:close/>
                <a:moveTo>
                  <a:pt x="1190625" y="762000"/>
                </a:moveTo>
                <a:lnTo>
                  <a:pt x="1200150" y="762000"/>
                </a:lnTo>
                <a:lnTo>
                  <a:pt x="1200150" y="781050"/>
                </a:lnTo>
                <a:lnTo>
                  <a:pt x="1190625" y="781050"/>
                </a:lnTo>
                <a:close/>
                <a:moveTo>
                  <a:pt x="295275" y="771525"/>
                </a:moveTo>
                <a:lnTo>
                  <a:pt x="304800" y="771525"/>
                </a:lnTo>
                <a:lnTo>
                  <a:pt x="304800" y="781050"/>
                </a:lnTo>
                <a:lnTo>
                  <a:pt x="295275" y="781050"/>
                </a:lnTo>
                <a:close/>
                <a:moveTo>
                  <a:pt x="342900" y="771525"/>
                </a:moveTo>
                <a:lnTo>
                  <a:pt x="352425" y="771525"/>
                </a:lnTo>
                <a:lnTo>
                  <a:pt x="352425" y="790575"/>
                </a:lnTo>
                <a:lnTo>
                  <a:pt x="361950" y="790575"/>
                </a:lnTo>
                <a:lnTo>
                  <a:pt x="361950" y="800100"/>
                </a:lnTo>
                <a:lnTo>
                  <a:pt x="342900" y="800100"/>
                </a:lnTo>
                <a:close/>
                <a:moveTo>
                  <a:pt x="466725" y="771525"/>
                </a:moveTo>
                <a:lnTo>
                  <a:pt x="476250" y="771525"/>
                </a:lnTo>
                <a:lnTo>
                  <a:pt x="476250" y="781050"/>
                </a:lnTo>
                <a:lnTo>
                  <a:pt x="466725" y="781050"/>
                </a:lnTo>
                <a:close/>
                <a:moveTo>
                  <a:pt x="19050" y="781050"/>
                </a:moveTo>
                <a:lnTo>
                  <a:pt x="28575" y="781050"/>
                </a:lnTo>
                <a:lnTo>
                  <a:pt x="28575" y="809625"/>
                </a:lnTo>
                <a:lnTo>
                  <a:pt x="19050" y="809625"/>
                </a:lnTo>
                <a:close/>
                <a:moveTo>
                  <a:pt x="685800" y="781050"/>
                </a:moveTo>
                <a:lnTo>
                  <a:pt x="695325" y="781050"/>
                </a:lnTo>
                <a:lnTo>
                  <a:pt x="695325" y="790575"/>
                </a:lnTo>
                <a:lnTo>
                  <a:pt x="685800" y="790575"/>
                </a:lnTo>
                <a:close/>
                <a:moveTo>
                  <a:pt x="1133475" y="781050"/>
                </a:moveTo>
                <a:lnTo>
                  <a:pt x="1143000" y="781050"/>
                </a:lnTo>
                <a:lnTo>
                  <a:pt x="1143000" y="790575"/>
                </a:lnTo>
                <a:lnTo>
                  <a:pt x="1133475" y="790575"/>
                </a:lnTo>
                <a:close/>
                <a:moveTo>
                  <a:pt x="381000" y="800100"/>
                </a:moveTo>
                <a:lnTo>
                  <a:pt x="390525" y="800100"/>
                </a:lnTo>
                <a:lnTo>
                  <a:pt x="390525" y="809625"/>
                </a:lnTo>
                <a:lnTo>
                  <a:pt x="381000" y="809625"/>
                </a:lnTo>
                <a:close/>
                <a:moveTo>
                  <a:pt x="1143000" y="800100"/>
                </a:moveTo>
                <a:lnTo>
                  <a:pt x="1152525" y="800100"/>
                </a:lnTo>
                <a:lnTo>
                  <a:pt x="1152525" y="809625"/>
                </a:lnTo>
                <a:lnTo>
                  <a:pt x="1143000" y="809625"/>
                </a:lnTo>
                <a:close/>
              </a:path>
            </a:pathLst>
          </a:custGeom>
          <a:solidFill xmlns:a="http://schemas.openxmlformats.org/drawingml/2006/main">
            <a:srgbClr val="F9F8F4"/>
          </a:solidFill>
          <a:ln xmlns:a="http://schemas.openxmlformats.org/drawingml/2006/main" w="0">
            <a:noFill/>
          </a:ln>
        </p:spPr>
      </p:sp>
      <p:sp>
        <p:nvSpPr>
          <p:cNvPr id="187" name="v20 vector #f9f8f3">
            <a:extLst xmlns:a="http://schemas.openxmlformats.org/drawingml/2006/main">
              <a:ext uri="{FF2B5EF4-FFF2-40B4-BE49-F238E27FC236}">
                <a16:creationId xmlns:a16="http://schemas.microsoft.com/office/drawing/2014/main" id="{7979FFB4-DD7A-40B1-97EB-97D82E373D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5350" y="4848225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704850" y="0"/>
                </a:moveTo>
                <a:lnTo>
                  <a:pt x="723900" y="0"/>
                </a:lnTo>
                <a:lnTo>
                  <a:pt x="723900" y="19050"/>
                </a:lnTo>
                <a:lnTo>
                  <a:pt x="714375" y="19050"/>
                </a:lnTo>
                <a:lnTo>
                  <a:pt x="714375" y="28575"/>
                </a:lnTo>
                <a:lnTo>
                  <a:pt x="704850" y="28575"/>
                </a:lnTo>
                <a:lnTo>
                  <a:pt x="704850" y="38100"/>
                </a:lnTo>
                <a:lnTo>
                  <a:pt x="685800" y="38100"/>
                </a:lnTo>
                <a:lnTo>
                  <a:pt x="685800" y="28575"/>
                </a:lnTo>
                <a:lnTo>
                  <a:pt x="676275" y="28575"/>
                </a:lnTo>
                <a:lnTo>
                  <a:pt x="676275" y="19050"/>
                </a:lnTo>
                <a:lnTo>
                  <a:pt x="695325" y="19050"/>
                </a:lnTo>
                <a:lnTo>
                  <a:pt x="695325" y="9525"/>
                </a:lnTo>
                <a:lnTo>
                  <a:pt x="704850" y="9525"/>
                </a:lnTo>
                <a:close/>
                <a:moveTo>
                  <a:pt x="1076325" y="0"/>
                </a:moveTo>
                <a:lnTo>
                  <a:pt x="1095375" y="0"/>
                </a:lnTo>
                <a:lnTo>
                  <a:pt x="1095375" y="9525"/>
                </a:lnTo>
                <a:lnTo>
                  <a:pt x="1104900" y="9525"/>
                </a:lnTo>
                <a:lnTo>
                  <a:pt x="1104900" y="19050"/>
                </a:lnTo>
                <a:lnTo>
                  <a:pt x="1076325" y="19050"/>
                </a:lnTo>
                <a:close/>
                <a:moveTo>
                  <a:pt x="1133475" y="0"/>
                </a:moveTo>
                <a:lnTo>
                  <a:pt x="1152525" y="0"/>
                </a:lnTo>
                <a:lnTo>
                  <a:pt x="1152525" y="9525"/>
                </a:lnTo>
                <a:lnTo>
                  <a:pt x="1133475" y="9525"/>
                </a:lnTo>
                <a:close/>
                <a:moveTo>
                  <a:pt x="1152525" y="9525"/>
                </a:moveTo>
                <a:lnTo>
                  <a:pt x="1162050" y="9525"/>
                </a:lnTo>
                <a:lnTo>
                  <a:pt x="1162050" y="19050"/>
                </a:lnTo>
                <a:lnTo>
                  <a:pt x="1152525" y="19050"/>
                </a:lnTo>
                <a:close/>
                <a:moveTo>
                  <a:pt x="609600" y="38100"/>
                </a:moveTo>
                <a:lnTo>
                  <a:pt x="619125" y="38100"/>
                </a:lnTo>
                <a:lnTo>
                  <a:pt x="619125" y="47625"/>
                </a:lnTo>
                <a:lnTo>
                  <a:pt x="609600" y="47625"/>
                </a:lnTo>
                <a:close/>
                <a:moveTo>
                  <a:pt x="1009650" y="38100"/>
                </a:moveTo>
                <a:lnTo>
                  <a:pt x="1028700" y="38100"/>
                </a:lnTo>
                <a:lnTo>
                  <a:pt x="1028700" y="47625"/>
                </a:lnTo>
                <a:lnTo>
                  <a:pt x="1009650" y="47625"/>
                </a:lnTo>
                <a:close/>
                <a:moveTo>
                  <a:pt x="600075" y="47625"/>
                </a:moveTo>
                <a:lnTo>
                  <a:pt x="609600" y="47625"/>
                </a:lnTo>
                <a:lnTo>
                  <a:pt x="609600" y="57150"/>
                </a:lnTo>
                <a:lnTo>
                  <a:pt x="600075" y="57150"/>
                </a:lnTo>
                <a:close/>
                <a:moveTo>
                  <a:pt x="666750" y="47625"/>
                </a:moveTo>
                <a:lnTo>
                  <a:pt x="676275" y="47625"/>
                </a:lnTo>
                <a:lnTo>
                  <a:pt x="676275" y="57150"/>
                </a:lnTo>
                <a:lnTo>
                  <a:pt x="666750" y="57150"/>
                </a:lnTo>
                <a:close/>
                <a:moveTo>
                  <a:pt x="733425" y="57150"/>
                </a:moveTo>
                <a:lnTo>
                  <a:pt x="742950" y="57150"/>
                </a:lnTo>
                <a:lnTo>
                  <a:pt x="742950" y="66675"/>
                </a:lnTo>
                <a:lnTo>
                  <a:pt x="733425" y="66675"/>
                </a:lnTo>
                <a:close/>
                <a:moveTo>
                  <a:pt x="1162050" y="57150"/>
                </a:moveTo>
                <a:lnTo>
                  <a:pt x="1190625" y="57150"/>
                </a:lnTo>
                <a:lnTo>
                  <a:pt x="1190625" y="85725"/>
                </a:lnTo>
                <a:lnTo>
                  <a:pt x="1171575" y="85725"/>
                </a:lnTo>
                <a:lnTo>
                  <a:pt x="1171575" y="76200"/>
                </a:lnTo>
                <a:lnTo>
                  <a:pt x="1162050" y="76200"/>
                </a:lnTo>
                <a:close/>
                <a:moveTo>
                  <a:pt x="723900" y="66675"/>
                </a:moveTo>
                <a:lnTo>
                  <a:pt x="733425" y="66675"/>
                </a:lnTo>
                <a:lnTo>
                  <a:pt x="733425" y="76200"/>
                </a:lnTo>
                <a:lnTo>
                  <a:pt x="723900" y="76200"/>
                </a:lnTo>
                <a:close/>
                <a:moveTo>
                  <a:pt x="1114425" y="95250"/>
                </a:moveTo>
                <a:lnTo>
                  <a:pt x="1123950" y="95250"/>
                </a:lnTo>
                <a:lnTo>
                  <a:pt x="1123950" y="104775"/>
                </a:lnTo>
                <a:lnTo>
                  <a:pt x="1114425" y="104775"/>
                </a:lnTo>
                <a:close/>
                <a:moveTo>
                  <a:pt x="9525" y="152400"/>
                </a:moveTo>
                <a:lnTo>
                  <a:pt x="19050" y="152400"/>
                </a:lnTo>
                <a:lnTo>
                  <a:pt x="19050" y="171450"/>
                </a:lnTo>
                <a:lnTo>
                  <a:pt x="9525" y="171450"/>
                </a:lnTo>
                <a:close/>
                <a:moveTo>
                  <a:pt x="1190625" y="200025"/>
                </a:moveTo>
                <a:lnTo>
                  <a:pt x="1209675" y="200025"/>
                </a:lnTo>
                <a:lnTo>
                  <a:pt x="1209675" y="209550"/>
                </a:lnTo>
                <a:lnTo>
                  <a:pt x="1190625" y="209550"/>
                </a:lnTo>
                <a:close/>
                <a:moveTo>
                  <a:pt x="1152525" y="219075"/>
                </a:moveTo>
                <a:lnTo>
                  <a:pt x="1162050" y="219075"/>
                </a:lnTo>
                <a:lnTo>
                  <a:pt x="1162050" y="238125"/>
                </a:lnTo>
                <a:lnTo>
                  <a:pt x="1152525" y="238125"/>
                </a:lnTo>
                <a:close/>
                <a:moveTo>
                  <a:pt x="1171575" y="228600"/>
                </a:moveTo>
                <a:lnTo>
                  <a:pt x="1181100" y="228600"/>
                </a:lnTo>
                <a:lnTo>
                  <a:pt x="1181100" y="295275"/>
                </a:lnTo>
                <a:lnTo>
                  <a:pt x="1162050" y="295275"/>
                </a:lnTo>
                <a:lnTo>
                  <a:pt x="1162050" y="276225"/>
                </a:lnTo>
                <a:lnTo>
                  <a:pt x="1171575" y="276225"/>
                </a:lnTo>
                <a:lnTo>
                  <a:pt x="1171575" y="266700"/>
                </a:lnTo>
                <a:lnTo>
                  <a:pt x="1162050" y="266700"/>
                </a:lnTo>
                <a:lnTo>
                  <a:pt x="1162050" y="257175"/>
                </a:lnTo>
                <a:lnTo>
                  <a:pt x="1152525" y="257175"/>
                </a:lnTo>
                <a:lnTo>
                  <a:pt x="1152525" y="247650"/>
                </a:lnTo>
                <a:lnTo>
                  <a:pt x="1171575" y="247650"/>
                </a:lnTo>
                <a:close/>
                <a:moveTo>
                  <a:pt x="1190625" y="228600"/>
                </a:moveTo>
                <a:lnTo>
                  <a:pt x="1200150" y="228600"/>
                </a:lnTo>
                <a:lnTo>
                  <a:pt x="1200150" y="238125"/>
                </a:lnTo>
                <a:lnTo>
                  <a:pt x="1190625" y="238125"/>
                </a:lnTo>
                <a:close/>
                <a:moveTo>
                  <a:pt x="247650" y="247650"/>
                </a:moveTo>
                <a:lnTo>
                  <a:pt x="266700" y="247650"/>
                </a:lnTo>
                <a:lnTo>
                  <a:pt x="266700" y="257175"/>
                </a:lnTo>
                <a:lnTo>
                  <a:pt x="247650" y="257175"/>
                </a:lnTo>
                <a:close/>
                <a:moveTo>
                  <a:pt x="19050" y="257175"/>
                </a:moveTo>
                <a:lnTo>
                  <a:pt x="38100" y="257175"/>
                </a:lnTo>
                <a:lnTo>
                  <a:pt x="38100" y="266700"/>
                </a:lnTo>
                <a:lnTo>
                  <a:pt x="28575" y="266700"/>
                </a:lnTo>
                <a:lnTo>
                  <a:pt x="28575" y="276225"/>
                </a:lnTo>
                <a:lnTo>
                  <a:pt x="19050" y="276225"/>
                </a:lnTo>
                <a:close/>
                <a:moveTo>
                  <a:pt x="95250" y="276225"/>
                </a:moveTo>
                <a:lnTo>
                  <a:pt x="104775" y="276225"/>
                </a:lnTo>
                <a:lnTo>
                  <a:pt x="104775" y="285750"/>
                </a:lnTo>
                <a:lnTo>
                  <a:pt x="95250" y="285750"/>
                </a:lnTo>
                <a:close/>
                <a:moveTo>
                  <a:pt x="219075" y="304800"/>
                </a:moveTo>
                <a:lnTo>
                  <a:pt x="228600" y="304800"/>
                </a:lnTo>
                <a:lnTo>
                  <a:pt x="228600" y="314325"/>
                </a:lnTo>
                <a:lnTo>
                  <a:pt x="219075" y="314325"/>
                </a:lnTo>
                <a:close/>
                <a:moveTo>
                  <a:pt x="1200150" y="314325"/>
                </a:moveTo>
                <a:lnTo>
                  <a:pt x="1209675" y="314325"/>
                </a:lnTo>
                <a:lnTo>
                  <a:pt x="1209675" y="323850"/>
                </a:lnTo>
                <a:lnTo>
                  <a:pt x="1200150" y="323850"/>
                </a:lnTo>
                <a:close/>
                <a:moveTo>
                  <a:pt x="76200" y="323850"/>
                </a:moveTo>
                <a:lnTo>
                  <a:pt x="85725" y="323850"/>
                </a:lnTo>
                <a:lnTo>
                  <a:pt x="85725" y="333375"/>
                </a:lnTo>
                <a:lnTo>
                  <a:pt x="95250" y="333375"/>
                </a:lnTo>
                <a:lnTo>
                  <a:pt x="95250" y="342900"/>
                </a:lnTo>
                <a:lnTo>
                  <a:pt x="76200" y="342900"/>
                </a:lnTo>
                <a:close/>
                <a:moveTo>
                  <a:pt x="228600" y="323850"/>
                </a:moveTo>
                <a:lnTo>
                  <a:pt x="238125" y="323850"/>
                </a:lnTo>
                <a:lnTo>
                  <a:pt x="238125" y="342900"/>
                </a:lnTo>
                <a:lnTo>
                  <a:pt x="228600" y="342900"/>
                </a:lnTo>
                <a:close/>
                <a:moveTo>
                  <a:pt x="276225" y="342900"/>
                </a:moveTo>
                <a:lnTo>
                  <a:pt x="285750" y="342900"/>
                </a:lnTo>
                <a:lnTo>
                  <a:pt x="285750" y="352425"/>
                </a:lnTo>
                <a:lnTo>
                  <a:pt x="276225" y="352425"/>
                </a:lnTo>
                <a:close/>
                <a:moveTo>
                  <a:pt x="1171575" y="342900"/>
                </a:moveTo>
                <a:lnTo>
                  <a:pt x="1190625" y="342900"/>
                </a:lnTo>
                <a:lnTo>
                  <a:pt x="1190625" y="352425"/>
                </a:lnTo>
                <a:lnTo>
                  <a:pt x="1171575" y="352425"/>
                </a:lnTo>
                <a:close/>
                <a:moveTo>
                  <a:pt x="923925" y="390525"/>
                </a:moveTo>
                <a:lnTo>
                  <a:pt x="942975" y="390525"/>
                </a:lnTo>
                <a:lnTo>
                  <a:pt x="942975" y="400050"/>
                </a:lnTo>
                <a:lnTo>
                  <a:pt x="923925" y="400050"/>
                </a:lnTo>
                <a:close/>
                <a:moveTo>
                  <a:pt x="866775" y="428625"/>
                </a:moveTo>
                <a:lnTo>
                  <a:pt x="876300" y="428625"/>
                </a:lnTo>
                <a:lnTo>
                  <a:pt x="876300" y="438150"/>
                </a:lnTo>
                <a:lnTo>
                  <a:pt x="885825" y="438150"/>
                </a:lnTo>
                <a:lnTo>
                  <a:pt x="885825" y="428625"/>
                </a:lnTo>
                <a:lnTo>
                  <a:pt x="904875" y="428625"/>
                </a:lnTo>
                <a:lnTo>
                  <a:pt x="904875" y="447675"/>
                </a:lnTo>
                <a:lnTo>
                  <a:pt x="866775" y="447675"/>
                </a:lnTo>
                <a:close/>
                <a:moveTo>
                  <a:pt x="933450" y="428625"/>
                </a:moveTo>
                <a:lnTo>
                  <a:pt x="942975" y="428625"/>
                </a:lnTo>
                <a:lnTo>
                  <a:pt x="942975" y="438150"/>
                </a:lnTo>
                <a:lnTo>
                  <a:pt x="933450" y="438150"/>
                </a:lnTo>
                <a:close/>
                <a:moveTo>
                  <a:pt x="971550" y="428625"/>
                </a:moveTo>
                <a:lnTo>
                  <a:pt x="981075" y="428625"/>
                </a:lnTo>
                <a:lnTo>
                  <a:pt x="981075" y="447675"/>
                </a:lnTo>
                <a:lnTo>
                  <a:pt x="971550" y="447675"/>
                </a:lnTo>
                <a:lnTo>
                  <a:pt x="971550" y="457200"/>
                </a:lnTo>
                <a:lnTo>
                  <a:pt x="952500" y="457200"/>
                </a:lnTo>
                <a:lnTo>
                  <a:pt x="952500" y="447675"/>
                </a:lnTo>
                <a:lnTo>
                  <a:pt x="942975" y="447675"/>
                </a:lnTo>
                <a:lnTo>
                  <a:pt x="942975" y="438150"/>
                </a:lnTo>
                <a:lnTo>
                  <a:pt x="971550" y="438150"/>
                </a:lnTo>
                <a:close/>
                <a:moveTo>
                  <a:pt x="1038225" y="428625"/>
                </a:moveTo>
                <a:lnTo>
                  <a:pt x="1047750" y="428625"/>
                </a:lnTo>
                <a:lnTo>
                  <a:pt x="1047750" y="447675"/>
                </a:lnTo>
                <a:lnTo>
                  <a:pt x="1019175" y="447675"/>
                </a:lnTo>
                <a:lnTo>
                  <a:pt x="1019175" y="438150"/>
                </a:lnTo>
                <a:lnTo>
                  <a:pt x="1038225" y="438150"/>
                </a:lnTo>
                <a:close/>
                <a:moveTo>
                  <a:pt x="857250" y="457200"/>
                </a:moveTo>
                <a:lnTo>
                  <a:pt x="866775" y="457200"/>
                </a:lnTo>
                <a:lnTo>
                  <a:pt x="866775" y="466725"/>
                </a:lnTo>
                <a:lnTo>
                  <a:pt x="857250" y="466725"/>
                </a:lnTo>
                <a:close/>
                <a:moveTo>
                  <a:pt x="828675" y="466725"/>
                </a:moveTo>
                <a:lnTo>
                  <a:pt x="838200" y="466725"/>
                </a:lnTo>
                <a:lnTo>
                  <a:pt x="838200" y="476250"/>
                </a:lnTo>
                <a:lnTo>
                  <a:pt x="828675" y="476250"/>
                </a:lnTo>
                <a:close/>
                <a:moveTo>
                  <a:pt x="847725" y="466725"/>
                </a:moveTo>
                <a:lnTo>
                  <a:pt x="857250" y="466725"/>
                </a:lnTo>
                <a:lnTo>
                  <a:pt x="857250" y="476250"/>
                </a:lnTo>
                <a:lnTo>
                  <a:pt x="866775" y="476250"/>
                </a:lnTo>
                <a:lnTo>
                  <a:pt x="866775" y="466725"/>
                </a:lnTo>
                <a:lnTo>
                  <a:pt x="876300" y="466725"/>
                </a:lnTo>
                <a:lnTo>
                  <a:pt x="876300" y="485775"/>
                </a:lnTo>
                <a:lnTo>
                  <a:pt x="866775" y="485775"/>
                </a:lnTo>
                <a:lnTo>
                  <a:pt x="866775" y="495300"/>
                </a:lnTo>
                <a:lnTo>
                  <a:pt x="876300" y="495300"/>
                </a:lnTo>
                <a:lnTo>
                  <a:pt x="876300" y="504825"/>
                </a:lnTo>
                <a:lnTo>
                  <a:pt x="847725" y="504825"/>
                </a:lnTo>
                <a:lnTo>
                  <a:pt x="847725" y="495300"/>
                </a:lnTo>
                <a:lnTo>
                  <a:pt x="838200" y="495300"/>
                </a:lnTo>
                <a:lnTo>
                  <a:pt x="838200" y="485775"/>
                </a:lnTo>
                <a:lnTo>
                  <a:pt x="847725" y="485775"/>
                </a:lnTo>
                <a:close/>
                <a:moveTo>
                  <a:pt x="933450" y="466725"/>
                </a:moveTo>
                <a:lnTo>
                  <a:pt x="942975" y="466725"/>
                </a:lnTo>
                <a:lnTo>
                  <a:pt x="942975" y="476250"/>
                </a:lnTo>
                <a:lnTo>
                  <a:pt x="933450" y="476250"/>
                </a:lnTo>
                <a:close/>
                <a:moveTo>
                  <a:pt x="923925" y="476250"/>
                </a:moveTo>
                <a:lnTo>
                  <a:pt x="933450" y="476250"/>
                </a:lnTo>
                <a:lnTo>
                  <a:pt x="933450" y="485775"/>
                </a:lnTo>
                <a:lnTo>
                  <a:pt x="923925" y="485775"/>
                </a:lnTo>
                <a:close/>
                <a:moveTo>
                  <a:pt x="1123950" y="476250"/>
                </a:moveTo>
                <a:lnTo>
                  <a:pt x="1133475" y="476250"/>
                </a:lnTo>
                <a:lnTo>
                  <a:pt x="1133475" y="485775"/>
                </a:lnTo>
                <a:lnTo>
                  <a:pt x="1123950" y="485775"/>
                </a:lnTo>
                <a:close/>
                <a:moveTo>
                  <a:pt x="971550" y="485775"/>
                </a:moveTo>
                <a:lnTo>
                  <a:pt x="981075" y="485775"/>
                </a:lnTo>
                <a:lnTo>
                  <a:pt x="981075" y="495300"/>
                </a:lnTo>
                <a:lnTo>
                  <a:pt x="971550" y="495300"/>
                </a:lnTo>
                <a:close/>
                <a:moveTo>
                  <a:pt x="38100" y="495300"/>
                </a:moveTo>
                <a:lnTo>
                  <a:pt x="47625" y="495300"/>
                </a:lnTo>
                <a:lnTo>
                  <a:pt x="47625" y="504825"/>
                </a:lnTo>
                <a:lnTo>
                  <a:pt x="66675" y="504825"/>
                </a:lnTo>
                <a:lnTo>
                  <a:pt x="66675" y="514350"/>
                </a:lnTo>
                <a:lnTo>
                  <a:pt x="57150" y="514350"/>
                </a:lnTo>
                <a:lnTo>
                  <a:pt x="57150" y="523875"/>
                </a:lnTo>
                <a:lnTo>
                  <a:pt x="47625" y="523875"/>
                </a:lnTo>
                <a:lnTo>
                  <a:pt x="47625" y="514350"/>
                </a:lnTo>
                <a:lnTo>
                  <a:pt x="28575" y="514350"/>
                </a:lnTo>
                <a:lnTo>
                  <a:pt x="28575" y="504825"/>
                </a:lnTo>
                <a:lnTo>
                  <a:pt x="38100" y="504825"/>
                </a:lnTo>
                <a:close/>
                <a:moveTo>
                  <a:pt x="104775" y="504825"/>
                </a:moveTo>
                <a:lnTo>
                  <a:pt x="114300" y="504825"/>
                </a:lnTo>
                <a:lnTo>
                  <a:pt x="114300" y="523875"/>
                </a:lnTo>
                <a:lnTo>
                  <a:pt x="104775" y="523875"/>
                </a:lnTo>
                <a:close/>
                <a:moveTo>
                  <a:pt x="981075" y="504825"/>
                </a:moveTo>
                <a:lnTo>
                  <a:pt x="990600" y="504825"/>
                </a:lnTo>
                <a:lnTo>
                  <a:pt x="990600" y="514350"/>
                </a:lnTo>
                <a:lnTo>
                  <a:pt x="981075" y="514350"/>
                </a:lnTo>
                <a:close/>
                <a:moveTo>
                  <a:pt x="85725" y="514350"/>
                </a:moveTo>
                <a:lnTo>
                  <a:pt x="95250" y="514350"/>
                </a:lnTo>
                <a:lnTo>
                  <a:pt x="95250" y="533400"/>
                </a:lnTo>
                <a:lnTo>
                  <a:pt x="85725" y="533400"/>
                </a:lnTo>
                <a:close/>
                <a:moveTo>
                  <a:pt x="923925" y="514350"/>
                </a:moveTo>
                <a:lnTo>
                  <a:pt x="933450" y="514350"/>
                </a:lnTo>
                <a:lnTo>
                  <a:pt x="933450" y="523875"/>
                </a:lnTo>
                <a:lnTo>
                  <a:pt x="923925" y="523875"/>
                </a:lnTo>
                <a:close/>
                <a:moveTo>
                  <a:pt x="1009650" y="523875"/>
                </a:moveTo>
                <a:lnTo>
                  <a:pt x="1019175" y="523875"/>
                </a:lnTo>
                <a:lnTo>
                  <a:pt x="1019175" y="533400"/>
                </a:lnTo>
                <a:lnTo>
                  <a:pt x="1009650" y="533400"/>
                </a:lnTo>
                <a:close/>
                <a:moveTo>
                  <a:pt x="1019175" y="533400"/>
                </a:moveTo>
                <a:lnTo>
                  <a:pt x="1028700" y="533400"/>
                </a:lnTo>
                <a:lnTo>
                  <a:pt x="1028700" y="542925"/>
                </a:lnTo>
                <a:lnTo>
                  <a:pt x="1019175" y="542925"/>
                </a:lnTo>
                <a:close/>
                <a:moveTo>
                  <a:pt x="990600" y="542925"/>
                </a:moveTo>
                <a:lnTo>
                  <a:pt x="1000125" y="542925"/>
                </a:lnTo>
                <a:lnTo>
                  <a:pt x="1000125" y="552450"/>
                </a:lnTo>
                <a:lnTo>
                  <a:pt x="990600" y="552450"/>
                </a:lnTo>
                <a:close/>
                <a:moveTo>
                  <a:pt x="523875" y="552450"/>
                </a:moveTo>
                <a:lnTo>
                  <a:pt x="533400" y="552450"/>
                </a:lnTo>
                <a:lnTo>
                  <a:pt x="533400" y="561975"/>
                </a:lnTo>
                <a:lnTo>
                  <a:pt x="523875" y="561975"/>
                </a:lnTo>
                <a:close/>
                <a:moveTo>
                  <a:pt x="904875" y="552450"/>
                </a:moveTo>
                <a:lnTo>
                  <a:pt x="923925" y="552450"/>
                </a:lnTo>
                <a:lnTo>
                  <a:pt x="923925" y="571500"/>
                </a:lnTo>
                <a:lnTo>
                  <a:pt x="904875" y="571500"/>
                </a:lnTo>
                <a:close/>
                <a:moveTo>
                  <a:pt x="533400" y="561975"/>
                </a:moveTo>
                <a:lnTo>
                  <a:pt x="542925" y="561975"/>
                </a:lnTo>
                <a:lnTo>
                  <a:pt x="542925" y="581025"/>
                </a:lnTo>
                <a:lnTo>
                  <a:pt x="533400" y="581025"/>
                </a:lnTo>
                <a:close/>
                <a:moveTo>
                  <a:pt x="885825" y="561975"/>
                </a:moveTo>
                <a:lnTo>
                  <a:pt x="895350" y="561975"/>
                </a:lnTo>
                <a:lnTo>
                  <a:pt x="895350" y="571500"/>
                </a:lnTo>
                <a:lnTo>
                  <a:pt x="885825" y="571500"/>
                </a:lnTo>
                <a:close/>
                <a:moveTo>
                  <a:pt x="1143000" y="561975"/>
                </a:moveTo>
                <a:lnTo>
                  <a:pt x="1171575" y="561975"/>
                </a:lnTo>
                <a:lnTo>
                  <a:pt x="1171575" y="571500"/>
                </a:lnTo>
                <a:lnTo>
                  <a:pt x="1143000" y="571500"/>
                </a:lnTo>
                <a:close/>
                <a:moveTo>
                  <a:pt x="1171575" y="571500"/>
                </a:moveTo>
                <a:lnTo>
                  <a:pt x="1190625" y="571500"/>
                </a:lnTo>
                <a:lnTo>
                  <a:pt x="1190625" y="581025"/>
                </a:lnTo>
                <a:lnTo>
                  <a:pt x="1171575" y="581025"/>
                </a:lnTo>
                <a:close/>
                <a:moveTo>
                  <a:pt x="57150" y="581025"/>
                </a:moveTo>
                <a:lnTo>
                  <a:pt x="66675" y="581025"/>
                </a:lnTo>
                <a:lnTo>
                  <a:pt x="66675" y="590550"/>
                </a:lnTo>
                <a:lnTo>
                  <a:pt x="57150" y="590550"/>
                </a:lnTo>
                <a:close/>
                <a:moveTo>
                  <a:pt x="1123950" y="581025"/>
                </a:moveTo>
                <a:lnTo>
                  <a:pt x="1143000" y="581025"/>
                </a:lnTo>
                <a:lnTo>
                  <a:pt x="1143000" y="600075"/>
                </a:lnTo>
                <a:lnTo>
                  <a:pt x="1123950" y="600075"/>
                </a:lnTo>
                <a:lnTo>
                  <a:pt x="1123950" y="609600"/>
                </a:lnTo>
                <a:lnTo>
                  <a:pt x="1114425" y="609600"/>
                </a:lnTo>
                <a:lnTo>
                  <a:pt x="1114425" y="590550"/>
                </a:lnTo>
                <a:lnTo>
                  <a:pt x="1123950" y="590550"/>
                </a:lnTo>
                <a:close/>
                <a:moveTo>
                  <a:pt x="609600" y="590550"/>
                </a:moveTo>
                <a:lnTo>
                  <a:pt x="619125" y="590550"/>
                </a:lnTo>
                <a:lnTo>
                  <a:pt x="619125" y="600075"/>
                </a:lnTo>
                <a:lnTo>
                  <a:pt x="609600" y="600075"/>
                </a:lnTo>
                <a:close/>
                <a:moveTo>
                  <a:pt x="1171575" y="590550"/>
                </a:moveTo>
                <a:lnTo>
                  <a:pt x="1190625" y="590550"/>
                </a:lnTo>
                <a:lnTo>
                  <a:pt x="1190625" y="609600"/>
                </a:lnTo>
                <a:lnTo>
                  <a:pt x="1181100" y="609600"/>
                </a:lnTo>
                <a:lnTo>
                  <a:pt x="1181100" y="619125"/>
                </a:lnTo>
                <a:lnTo>
                  <a:pt x="1162050" y="619125"/>
                </a:lnTo>
                <a:lnTo>
                  <a:pt x="1162050" y="609600"/>
                </a:lnTo>
                <a:lnTo>
                  <a:pt x="1171575" y="609600"/>
                </a:lnTo>
                <a:close/>
                <a:moveTo>
                  <a:pt x="981075" y="600075"/>
                </a:moveTo>
                <a:lnTo>
                  <a:pt x="1000125" y="600075"/>
                </a:lnTo>
                <a:lnTo>
                  <a:pt x="1000125" y="609600"/>
                </a:lnTo>
                <a:lnTo>
                  <a:pt x="981075" y="609600"/>
                </a:lnTo>
                <a:close/>
                <a:moveTo>
                  <a:pt x="104775" y="609600"/>
                </a:moveTo>
                <a:lnTo>
                  <a:pt x="114300" y="609600"/>
                </a:lnTo>
                <a:lnTo>
                  <a:pt x="114300" y="628650"/>
                </a:lnTo>
                <a:lnTo>
                  <a:pt x="104775" y="628650"/>
                </a:lnTo>
                <a:close/>
                <a:moveTo>
                  <a:pt x="9525" y="619125"/>
                </a:moveTo>
                <a:lnTo>
                  <a:pt x="28575" y="619125"/>
                </a:lnTo>
                <a:lnTo>
                  <a:pt x="28575" y="628650"/>
                </a:lnTo>
                <a:lnTo>
                  <a:pt x="9525" y="628650"/>
                </a:lnTo>
                <a:close/>
                <a:moveTo>
                  <a:pt x="66675" y="619125"/>
                </a:moveTo>
                <a:lnTo>
                  <a:pt x="76200" y="619125"/>
                </a:lnTo>
                <a:lnTo>
                  <a:pt x="76200" y="638175"/>
                </a:lnTo>
                <a:lnTo>
                  <a:pt x="57150" y="638175"/>
                </a:lnTo>
                <a:lnTo>
                  <a:pt x="57150" y="628650"/>
                </a:lnTo>
                <a:lnTo>
                  <a:pt x="66675" y="628650"/>
                </a:lnTo>
                <a:close/>
                <a:moveTo>
                  <a:pt x="971550" y="619125"/>
                </a:moveTo>
                <a:lnTo>
                  <a:pt x="981075" y="619125"/>
                </a:lnTo>
                <a:lnTo>
                  <a:pt x="981075" y="628650"/>
                </a:lnTo>
                <a:lnTo>
                  <a:pt x="971550" y="628650"/>
                </a:lnTo>
                <a:close/>
                <a:moveTo>
                  <a:pt x="1019175" y="619125"/>
                </a:moveTo>
                <a:lnTo>
                  <a:pt x="1028700" y="619125"/>
                </a:lnTo>
                <a:lnTo>
                  <a:pt x="1028700" y="628650"/>
                </a:lnTo>
                <a:lnTo>
                  <a:pt x="1019175" y="628650"/>
                </a:lnTo>
                <a:close/>
                <a:moveTo>
                  <a:pt x="1038225" y="619125"/>
                </a:moveTo>
                <a:lnTo>
                  <a:pt x="1066800" y="619125"/>
                </a:lnTo>
                <a:lnTo>
                  <a:pt x="1066800" y="628650"/>
                </a:lnTo>
                <a:lnTo>
                  <a:pt x="1095375" y="628650"/>
                </a:lnTo>
                <a:lnTo>
                  <a:pt x="1095375" y="638175"/>
                </a:lnTo>
                <a:lnTo>
                  <a:pt x="1085850" y="638175"/>
                </a:lnTo>
                <a:lnTo>
                  <a:pt x="1085850" y="647700"/>
                </a:lnTo>
                <a:lnTo>
                  <a:pt x="1047750" y="647700"/>
                </a:lnTo>
                <a:lnTo>
                  <a:pt x="1047750" y="638175"/>
                </a:lnTo>
                <a:lnTo>
                  <a:pt x="1038225" y="638175"/>
                </a:lnTo>
                <a:close/>
                <a:moveTo>
                  <a:pt x="0" y="628650"/>
                </a:moveTo>
                <a:lnTo>
                  <a:pt x="9525" y="628650"/>
                </a:lnTo>
                <a:lnTo>
                  <a:pt x="9525" y="638175"/>
                </a:lnTo>
                <a:lnTo>
                  <a:pt x="0" y="638175"/>
                </a:lnTo>
                <a:close/>
                <a:moveTo>
                  <a:pt x="171450" y="638175"/>
                </a:moveTo>
                <a:lnTo>
                  <a:pt x="180975" y="638175"/>
                </a:lnTo>
                <a:lnTo>
                  <a:pt x="180975" y="647700"/>
                </a:lnTo>
                <a:lnTo>
                  <a:pt x="171450" y="647700"/>
                </a:lnTo>
                <a:close/>
                <a:moveTo>
                  <a:pt x="809625" y="638175"/>
                </a:moveTo>
                <a:lnTo>
                  <a:pt x="819150" y="638175"/>
                </a:lnTo>
                <a:lnTo>
                  <a:pt x="819150" y="657225"/>
                </a:lnTo>
                <a:lnTo>
                  <a:pt x="809625" y="657225"/>
                </a:lnTo>
                <a:close/>
                <a:moveTo>
                  <a:pt x="342900" y="647700"/>
                </a:moveTo>
                <a:lnTo>
                  <a:pt x="371475" y="647700"/>
                </a:lnTo>
                <a:lnTo>
                  <a:pt x="371475" y="666750"/>
                </a:lnTo>
                <a:lnTo>
                  <a:pt x="361950" y="666750"/>
                </a:lnTo>
                <a:lnTo>
                  <a:pt x="361950" y="657225"/>
                </a:lnTo>
                <a:lnTo>
                  <a:pt x="342900" y="657225"/>
                </a:lnTo>
                <a:close/>
                <a:moveTo>
                  <a:pt x="95250" y="657225"/>
                </a:moveTo>
                <a:lnTo>
                  <a:pt x="104775" y="657225"/>
                </a:lnTo>
                <a:lnTo>
                  <a:pt x="104775" y="666750"/>
                </a:lnTo>
                <a:lnTo>
                  <a:pt x="95250" y="666750"/>
                </a:lnTo>
                <a:close/>
                <a:moveTo>
                  <a:pt x="1028700" y="666750"/>
                </a:moveTo>
                <a:lnTo>
                  <a:pt x="1047750" y="666750"/>
                </a:lnTo>
                <a:lnTo>
                  <a:pt x="1047750" y="676275"/>
                </a:lnTo>
                <a:lnTo>
                  <a:pt x="1066800" y="676275"/>
                </a:lnTo>
                <a:lnTo>
                  <a:pt x="1066800" y="695325"/>
                </a:lnTo>
                <a:lnTo>
                  <a:pt x="1057275" y="695325"/>
                </a:lnTo>
                <a:lnTo>
                  <a:pt x="1057275" y="685800"/>
                </a:lnTo>
                <a:lnTo>
                  <a:pt x="1047750" y="685800"/>
                </a:lnTo>
                <a:lnTo>
                  <a:pt x="1047750" y="695325"/>
                </a:lnTo>
                <a:lnTo>
                  <a:pt x="1038225" y="695325"/>
                </a:lnTo>
                <a:lnTo>
                  <a:pt x="1038225" y="685800"/>
                </a:lnTo>
                <a:lnTo>
                  <a:pt x="1028700" y="685800"/>
                </a:lnTo>
                <a:close/>
                <a:moveTo>
                  <a:pt x="285750" y="676275"/>
                </a:moveTo>
                <a:lnTo>
                  <a:pt x="304800" y="676275"/>
                </a:lnTo>
                <a:lnTo>
                  <a:pt x="304800" y="685800"/>
                </a:lnTo>
                <a:lnTo>
                  <a:pt x="295275" y="685800"/>
                </a:lnTo>
                <a:lnTo>
                  <a:pt x="295275" y="695325"/>
                </a:lnTo>
                <a:lnTo>
                  <a:pt x="285750" y="695325"/>
                </a:lnTo>
                <a:close/>
                <a:moveTo>
                  <a:pt x="800100" y="676275"/>
                </a:moveTo>
                <a:lnTo>
                  <a:pt x="809625" y="676275"/>
                </a:lnTo>
                <a:lnTo>
                  <a:pt x="809625" y="704850"/>
                </a:lnTo>
                <a:lnTo>
                  <a:pt x="800100" y="704850"/>
                </a:lnTo>
                <a:lnTo>
                  <a:pt x="800100" y="714375"/>
                </a:lnTo>
                <a:lnTo>
                  <a:pt x="790575" y="714375"/>
                </a:lnTo>
                <a:lnTo>
                  <a:pt x="790575" y="695325"/>
                </a:lnTo>
                <a:lnTo>
                  <a:pt x="800100" y="695325"/>
                </a:lnTo>
                <a:close/>
                <a:moveTo>
                  <a:pt x="28575" y="685800"/>
                </a:moveTo>
                <a:lnTo>
                  <a:pt x="38100" y="685800"/>
                </a:lnTo>
                <a:lnTo>
                  <a:pt x="38100" y="695325"/>
                </a:lnTo>
                <a:lnTo>
                  <a:pt x="28575" y="695325"/>
                </a:lnTo>
                <a:close/>
                <a:moveTo>
                  <a:pt x="200025" y="685800"/>
                </a:moveTo>
                <a:lnTo>
                  <a:pt x="209550" y="685800"/>
                </a:lnTo>
                <a:lnTo>
                  <a:pt x="209550" y="704850"/>
                </a:lnTo>
                <a:lnTo>
                  <a:pt x="219075" y="704850"/>
                </a:lnTo>
                <a:lnTo>
                  <a:pt x="219075" y="714375"/>
                </a:lnTo>
                <a:lnTo>
                  <a:pt x="200025" y="714375"/>
                </a:lnTo>
                <a:lnTo>
                  <a:pt x="200025" y="704850"/>
                </a:lnTo>
                <a:lnTo>
                  <a:pt x="190500" y="704850"/>
                </a:lnTo>
                <a:lnTo>
                  <a:pt x="190500" y="695325"/>
                </a:lnTo>
                <a:lnTo>
                  <a:pt x="200025" y="695325"/>
                </a:lnTo>
                <a:close/>
                <a:moveTo>
                  <a:pt x="342900" y="685800"/>
                </a:moveTo>
                <a:lnTo>
                  <a:pt x="361950" y="685800"/>
                </a:lnTo>
                <a:lnTo>
                  <a:pt x="361950" y="695325"/>
                </a:lnTo>
                <a:lnTo>
                  <a:pt x="371475" y="695325"/>
                </a:lnTo>
                <a:lnTo>
                  <a:pt x="371475" y="704850"/>
                </a:lnTo>
                <a:lnTo>
                  <a:pt x="361950" y="704850"/>
                </a:lnTo>
                <a:lnTo>
                  <a:pt x="361950" y="714375"/>
                </a:lnTo>
                <a:lnTo>
                  <a:pt x="352425" y="714375"/>
                </a:lnTo>
                <a:lnTo>
                  <a:pt x="352425" y="695325"/>
                </a:lnTo>
                <a:lnTo>
                  <a:pt x="342900" y="695325"/>
                </a:lnTo>
                <a:close/>
                <a:moveTo>
                  <a:pt x="819150" y="685800"/>
                </a:moveTo>
                <a:lnTo>
                  <a:pt x="828675" y="685800"/>
                </a:lnTo>
                <a:lnTo>
                  <a:pt x="828675" y="695325"/>
                </a:lnTo>
                <a:lnTo>
                  <a:pt x="819150" y="695325"/>
                </a:lnTo>
                <a:close/>
                <a:moveTo>
                  <a:pt x="838200" y="685800"/>
                </a:moveTo>
                <a:lnTo>
                  <a:pt x="847725" y="685800"/>
                </a:lnTo>
                <a:lnTo>
                  <a:pt x="847725" y="695325"/>
                </a:lnTo>
                <a:lnTo>
                  <a:pt x="838200" y="695325"/>
                </a:lnTo>
                <a:close/>
                <a:moveTo>
                  <a:pt x="962025" y="685800"/>
                </a:moveTo>
                <a:lnTo>
                  <a:pt x="971550" y="685800"/>
                </a:lnTo>
                <a:lnTo>
                  <a:pt x="971550" y="704850"/>
                </a:lnTo>
                <a:lnTo>
                  <a:pt x="990600" y="704850"/>
                </a:lnTo>
                <a:lnTo>
                  <a:pt x="990600" y="714375"/>
                </a:lnTo>
                <a:lnTo>
                  <a:pt x="1000125" y="714375"/>
                </a:lnTo>
                <a:lnTo>
                  <a:pt x="1000125" y="733425"/>
                </a:lnTo>
                <a:lnTo>
                  <a:pt x="971550" y="733425"/>
                </a:lnTo>
                <a:lnTo>
                  <a:pt x="971550" y="714375"/>
                </a:lnTo>
                <a:lnTo>
                  <a:pt x="962025" y="714375"/>
                </a:lnTo>
                <a:close/>
                <a:moveTo>
                  <a:pt x="1019175" y="685800"/>
                </a:moveTo>
                <a:lnTo>
                  <a:pt x="1028700" y="685800"/>
                </a:lnTo>
                <a:lnTo>
                  <a:pt x="1028700" y="695325"/>
                </a:lnTo>
                <a:lnTo>
                  <a:pt x="1019175" y="695325"/>
                </a:lnTo>
                <a:close/>
                <a:moveTo>
                  <a:pt x="1076325" y="685800"/>
                </a:moveTo>
                <a:lnTo>
                  <a:pt x="1085850" y="685800"/>
                </a:lnTo>
                <a:lnTo>
                  <a:pt x="1085850" y="695325"/>
                </a:lnTo>
                <a:lnTo>
                  <a:pt x="1076325" y="695325"/>
                </a:lnTo>
                <a:close/>
                <a:moveTo>
                  <a:pt x="1171575" y="685800"/>
                </a:moveTo>
                <a:lnTo>
                  <a:pt x="1181100" y="685800"/>
                </a:lnTo>
                <a:lnTo>
                  <a:pt x="1181100" y="704850"/>
                </a:lnTo>
                <a:lnTo>
                  <a:pt x="1171575" y="704850"/>
                </a:lnTo>
                <a:close/>
                <a:moveTo>
                  <a:pt x="38100" y="695325"/>
                </a:moveTo>
                <a:lnTo>
                  <a:pt x="47625" y="695325"/>
                </a:lnTo>
                <a:lnTo>
                  <a:pt x="47625" y="704850"/>
                </a:lnTo>
                <a:lnTo>
                  <a:pt x="57150" y="704850"/>
                </a:lnTo>
                <a:lnTo>
                  <a:pt x="57150" y="695325"/>
                </a:lnTo>
                <a:lnTo>
                  <a:pt x="66675" y="695325"/>
                </a:lnTo>
                <a:lnTo>
                  <a:pt x="66675" y="704850"/>
                </a:lnTo>
                <a:lnTo>
                  <a:pt x="57150" y="704850"/>
                </a:lnTo>
                <a:lnTo>
                  <a:pt x="57150" y="714375"/>
                </a:lnTo>
                <a:lnTo>
                  <a:pt x="38100" y="714375"/>
                </a:lnTo>
                <a:close/>
                <a:moveTo>
                  <a:pt x="95250" y="695325"/>
                </a:moveTo>
                <a:lnTo>
                  <a:pt x="104775" y="695325"/>
                </a:lnTo>
                <a:lnTo>
                  <a:pt x="104775" y="704850"/>
                </a:lnTo>
                <a:lnTo>
                  <a:pt x="114300" y="704850"/>
                </a:lnTo>
                <a:lnTo>
                  <a:pt x="114300" y="714375"/>
                </a:lnTo>
                <a:lnTo>
                  <a:pt x="104775" y="714375"/>
                </a:lnTo>
                <a:lnTo>
                  <a:pt x="104775" y="723900"/>
                </a:lnTo>
                <a:lnTo>
                  <a:pt x="85725" y="723900"/>
                </a:lnTo>
                <a:lnTo>
                  <a:pt x="85725" y="714375"/>
                </a:lnTo>
                <a:lnTo>
                  <a:pt x="95250" y="714375"/>
                </a:lnTo>
                <a:close/>
                <a:moveTo>
                  <a:pt x="276225" y="695325"/>
                </a:moveTo>
                <a:lnTo>
                  <a:pt x="285750" y="695325"/>
                </a:lnTo>
                <a:lnTo>
                  <a:pt x="285750" y="704850"/>
                </a:lnTo>
                <a:lnTo>
                  <a:pt x="276225" y="704850"/>
                </a:lnTo>
                <a:close/>
                <a:moveTo>
                  <a:pt x="1028700" y="695325"/>
                </a:moveTo>
                <a:lnTo>
                  <a:pt x="1038225" y="695325"/>
                </a:lnTo>
                <a:lnTo>
                  <a:pt x="1038225" y="733425"/>
                </a:lnTo>
                <a:lnTo>
                  <a:pt x="1028700" y="733425"/>
                </a:lnTo>
                <a:close/>
                <a:moveTo>
                  <a:pt x="133350" y="704850"/>
                </a:moveTo>
                <a:lnTo>
                  <a:pt x="142875" y="704850"/>
                </a:lnTo>
                <a:lnTo>
                  <a:pt x="142875" y="714375"/>
                </a:lnTo>
                <a:lnTo>
                  <a:pt x="133350" y="714375"/>
                </a:lnTo>
                <a:close/>
                <a:moveTo>
                  <a:pt x="152400" y="704850"/>
                </a:moveTo>
                <a:lnTo>
                  <a:pt x="161925" y="704850"/>
                </a:lnTo>
                <a:lnTo>
                  <a:pt x="161925" y="723900"/>
                </a:lnTo>
                <a:lnTo>
                  <a:pt x="152400" y="723900"/>
                </a:lnTo>
                <a:close/>
                <a:moveTo>
                  <a:pt x="752475" y="704850"/>
                </a:moveTo>
                <a:lnTo>
                  <a:pt x="771525" y="704850"/>
                </a:lnTo>
                <a:lnTo>
                  <a:pt x="771525" y="714375"/>
                </a:lnTo>
                <a:lnTo>
                  <a:pt x="762000" y="714375"/>
                </a:lnTo>
                <a:lnTo>
                  <a:pt x="762000" y="733425"/>
                </a:lnTo>
                <a:lnTo>
                  <a:pt x="752475" y="733425"/>
                </a:lnTo>
                <a:close/>
                <a:moveTo>
                  <a:pt x="1181100" y="704850"/>
                </a:moveTo>
                <a:lnTo>
                  <a:pt x="1190625" y="704850"/>
                </a:lnTo>
                <a:lnTo>
                  <a:pt x="1190625" y="714375"/>
                </a:lnTo>
                <a:lnTo>
                  <a:pt x="1181100" y="714375"/>
                </a:lnTo>
                <a:close/>
                <a:moveTo>
                  <a:pt x="200025" y="723900"/>
                </a:moveTo>
                <a:lnTo>
                  <a:pt x="228600" y="723900"/>
                </a:lnTo>
                <a:lnTo>
                  <a:pt x="228600" y="733425"/>
                </a:lnTo>
                <a:lnTo>
                  <a:pt x="238125" y="733425"/>
                </a:lnTo>
                <a:lnTo>
                  <a:pt x="238125" y="742950"/>
                </a:lnTo>
                <a:lnTo>
                  <a:pt x="228600" y="742950"/>
                </a:lnTo>
                <a:lnTo>
                  <a:pt x="228600" y="752475"/>
                </a:lnTo>
                <a:lnTo>
                  <a:pt x="219075" y="752475"/>
                </a:lnTo>
                <a:lnTo>
                  <a:pt x="219075" y="762000"/>
                </a:lnTo>
                <a:lnTo>
                  <a:pt x="200025" y="762000"/>
                </a:lnTo>
                <a:close/>
                <a:moveTo>
                  <a:pt x="523875" y="723900"/>
                </a:moveTo>
                <a:lnTo>
                  <a:pt x="542925" y="723900"/>
                </a:lnTo>
                <a:lnTo>
                  <a:pt x="542925" y="733425"/>
                </a:lnTo>
                <a:lnTo>
                  <a:pt x="523875" y="733425"/>
                </a:lnTo>
                <a:close/>
                <a:moveTo>
                  <a:pt x="704850" y="723900"/>
                </a:moveTo>
                <a:lnTo>
                  <a:pt x="714375" y="723900"/>
                </a:lnTo>
                <a:lnTo>
                  <a:pt x="714375" y="733425"/>
                </a:lnTo>
                <a:lnTo>
                  <a:pt x="723900" y="733425"/>
                </a:lnTo>
                <a:lnTo>
                  <a:pt x="723900" y="742950"/>
                </a:lnTo>
                <a:lnTo>
                  <a:pt x="714375" y="742950"/>
                </a:lnTo>
                <a:lnTo>
                  <a:pt x="714375" y="752475"/>
                </a:lnTo>
                <a:lnTo>
                  <a:pt x="704850" y="752475"/>
                </a:lnTo>
                <a:lnTo>
                  <a:pt x="704850" y="762000"/>
                </a:lnTo>
                <a:lnTo>
                  <a:pt x="695325" y="762000"/>
                </a:lnTo>
                <a:lnTo>
                  <a:pt x="695325" y="752475"/>
                </a:lnTo>
                <a:lnTo>
                  <a:pt x="685800" y="752475"/>
                </a:lnTo>
                <a:lnTo>
                  <a:pt x="685800" y="742950"/>
                </a:lnTo>
                <a:lnTo>
                  <a:pt x="676275" y="742950"/>
                </a:lnTo>
                <a:lnTo>
                  <a:pt x="676275" y="733425"/>
                </a:lnTo>
                <a:lnTo>
                  <a:pt x="685800" y="733425"/>
                </a:lnTo>
                <a:lnTo>
                  <a:pt x="685800" y="742950"/>
                </a:lnTo>
                <a:lnTo>
                  <a:pt x="704850" y="742950"/>
                </a:lnTo>
                <a:close/>
                <a:moveTo>
                  <a:pt x="733425" y="723900"/>
                </a:moveTo>
                <a:lnTo>
                  <a:pt x="742950" y="723900"/>
                </a:lnTo>
                <a:lnTo>
                  <a:pt x="742950" y="733425"/>
                </a:lnTo>
                <a:lnTo>
                  <a:pt x="733425" y="733425"/>
                </a:lnTo>
                <a:close/>
                <a:moveTo>
                  <a:pt x="466725" y="733425"/>
                </a:moveTo>
                <a:lnTo>
                  <a:pt x="485775" y="733425"/>
                </a:lnTo>
                <a:lnTo>
                  <a:pt x="485775" y="742950"/>
                </a:lnTo>
                <a:lnTo>
                  <a:pt x="466725" y="742950"/>
                </a:lnTo>
                <a:close/>
                <a:moveTo>
                  <a:pt x="1047750" y="733425"/>
                </a:moveTo>
                <a:lnTo>
                  <a:pt x="1057275" y="733425"/>
                </a:lnTo>
                <a:lnTo>
                  <a:pt x="1057275" y="742950"/>
                </a:lnTo>
                <a:lnTo>
                  <a:pt x="1047750" y="742950"/>
                </a:lnTo>
                <a:close/>
                <a:moveTo>
                  <a:pt x="209550" y="742950"/>
                </a:moveTo>
                <a:lnTo>
                  <a:pt x="219075" y="742950"/>
                </a:lnTo>
                <a:lnTo>
                  <a:pt x="219075" y="733425"/>
                </a:lnTo>
                <a:lnTo>
                  <a:pt x="209550" y="733425"/>
                </a:lnTo>
                <a:close/>
                <a:moveTo>
                  <a:pt x="514350" y="742950"/>
                </a:moveTo>
                <a:lnTo>
                  <a:pt x="523875" y="742950"/>
                </a:lnTo>
                <a:lnTo>
                  <a:pt x="523875" y="752475"/>
                </a:lnTo>
                <a:lnTo>
                  <a:pt x="514350" y="752475"/>
                </a:lnTo>
                <a:close/>
                <a:moveTo>
                  <a:pt x="552450" y="742950"/>
                </a:moveTo>
                <a:lnTo>
                  <a:pt x="571500" y="742950"/>
                </a:lnTo>
                <a:lnTo>
                  <a:pt x="571500" y="752475"/>
                </a:lnTo>
                <a:lnTo>
                  <a:pt x="581025" y="752475"/>
                </a:lnTo>
                <a:lnTo>
                  <a:pt x="581025" y="771525"/>
                </a:lnTo>
                <a:lnTo>
                  <a:pt x="552450" y="771525"/>
                </a:lnTo>
                <a:close/>
                <a:moveTo>
                  <a:pt x="114300" y="752475"/>
                </a:moveTo>
                <a:lnTo>
                  <a:pt x="133350" y="752475"/>
                </a:lnTo>
                <a:lnTo>
                  <a:pt x="133350" y="762000"/>
                </a:lnTo>
                <a:lnTo>
                  <a:pt x="114300" y="762000"/>
                </a:lnTo>
                <a:close/>
                <a:moveTo>
                  <a:pt x="1066800" y="752475"/>
                </a:moveTo>
                <a:lnTo>
                  <a:pt x="1076325" y="752475"/>
                </a:lnTo>
                <a:lnTo>
                  <a:pt x="1076325" y="762000"/>
                </a:lnTo>
                <a:lnTo>
                  <a:pt x="1066800" y="762000"/>
                </a:lnTo>
                <a:close/>
                <a:moveTo>
                  <a:pt x="895350" y="762000"/>
                </a:moveTo>
                <a:lnTo>
                  <a:pt x="904875" y="762000"/>
                </a:lnTo>
                <a:lnTo>
                  <a:pt x="904875" y="781050"/>
                </a:lnTo>
                <a:lnTo>
                  <a:pt x="895350" y="781050"/>
                </a:lnTo>
                <a:close/>
                <a:moveTo>
                  <a:pt x="1114425" y="762000"/>
                </a:moveTo>
                <a:lnTo>
                  <a:pt x="1123950" y="762000"/>
                </a:lnTo>
                <a:lnTo>
                  <a:pt x="1123950" y="771525"/>
                </a:lnTo>
                <a:lnTo>
                  <a:pt x="1114425" y="771525"/>
                </a:lnTo>
                <a:close/>
                <a:moveTo>
                  <a:pt x="542925" y="771525"/>
                </a:moveTo>
                <a:lnTo>
                  <a:pt x="552450" y="771525"/>
                </a:lnTo>
                <a:lnTo>
                  <a:pt x="552450" y="781050"/>
                </a:lnTo>
                <a:lnTo>
                  <a:pt x="542925" y="781050"/>
                </a:lnTo>
                <a:close/>
                <a:moveTo>
                  <a:pt x="676275" y="771525"/>
                </a:moveTo>
                <a:lnTo>
                  <a:pt x="695325" y="771525"/>
                </a:lnTo>
                <a:lnTo>
                  <a:pt x="695325" y="781050"/>
                </a:lnTo>
                <a:lnTo>
                  <a:pt x="676275" y="781050"/>
                </a:lnTo>
                <a:close/>
                <a:moveTo>
                  <a:pt x="1123950" y="771525"/>
                </a:moveTo>
                <a:lnTo>
                  <a:pt x="1143000" y="771525"/>
                </a:lnTo>
                <a:lnTo>
                  <a:pt x="1143000" y="781050"/>
                </a:lnTo>
                <a:lnTo>
                  <a:pt x="1123950" y="781050"/>
                </a:lnTo>
                <a:close/>
                <a:moveTo>
                  <a:pt x="47625" y="781050"/>
                </a:moveTo>
                <a:lnTo>
                  <a:pt x="57150" y="781050"/>
                </a:lnTo>
                <a:lnTo>
                  <a:pt x="57150" y="790575"/>
                </a:lnTo>
                <a:lnTo>
                  <a:pt x="47625" y="790575"/>
                </a:lnTo>
                <a:close/>
                <a:moveTo>
                  <a:pt x="66675" y="781050"/>
                </a:moveTo>
                <a:lnTo>
                  <a:pt x="76200" y="781050"/>
                </a:lnTo>
                <a:lnTo>
                  <a:pt x="76200" y="800100"/>
                </a:lnTo>
                <a:lnTo>
                  <a:pt x="66675" y="800100"/>
                </a:lnTo>
                <a:close/>
                <a:moveTo>
                  <a:pt x="666750" y="781050"/>
                </a:moveTo>
                <a:lnTo>
                  <a:pt x="676275" y="781050"/>
                </a:lnTo>
                <a:lnTo>
                  <a:pt x="676275" y="790575"/>
                </a:lnTo>
                <a:lnTo>
                  <a:pt x="666750" y="790575"/>
                </a:lnTo>
                <a:close/>
                <a:moveTo>
                  <a:pt x="904875" y="781050"/>
                </a:moveTo>
                <a:lnTo>
                  <a:pt x="914400" y="781050"/>
                </a:lnTo>
                <a:lnTo>
                  <a:pt x="914400" y="790575"/>
                </a:lnTo>
                <a:lnTo>
                  <a:pt x="904875" y="790575"/>
                </a:lnTo>
                <a:close/>
                <a:moveTo>
                  <a:pt x="1000125" y="781050"/>
                </a:moveTo>
                <a:lnTo>
                  <a:pt x="1009650" y="781050"/>
                </a:lnTo>
                <a:lnTo>
                  <a:pt x="1009650" y="800100"/>
                </a:lnTo>
                <a:lnTo>
                  <a:pt x="1000125" y="800100"/>
                </a:lnTo>
                <a:close/>
                <a:moveTo>
                  <a:pt x="619125" y="790575"/>
                </a:moveTo>
                <a:lnTo>
                  <a:pt x="638175" y="790575"/>
                </a:lnTo>
                <a:lnTo>
                  <a:pt x="638175" y="800100"/>
                </a:lnTo>
                <a:lnTo>
                  <a:pt x="647700" y="800100"/>
                </a:lnTo>
                <a:lnTo>
                  <a:pt x="647700" y="809625"/>
                </a:lnTo>
                <a:lnTo>
                  <a:pt x="619125" y="809625"/>
                </a:lnTo>
                <a:close/>
                <a:moveTo>
                  <a:pt x="790575" y="790575"/>
                </a:moveTo>
                <a:lnTo>
                  <a:pt x="819150" y="790575"/>
                </a:lnTo>
                <a:lnTo>
                  <a:pt x="819150" y="809625"/>
                </a:lnTo>
                <a:lnTo>
                  <a:pt x="800100" y="809625"/>
                </a:lnTo>
                <a:lnTo>
                  <a:pt x="800100" y="800100"/>
                </a:lnTo>
                <a:lnTo>
                  <a:pt x="790575" y="800100"/>
                </a:lnTo>
                <a:close/>
                <a:moveTo>
                  <a:pt x="180975" y="800100"/>
                </a:moveTo>
                <a:lnTo>
                  <a:pt x="209550" y="800100"/>
                </a:lnTo>
                <a:lnTo>
                  <a:pt x="209550" y="809625"/>
                </a:lnTo>
                <a:lnTo>
                  <a:pt x="180975" y="809625"/>
                </a:lnTo>
                <a:close/>
                <a:moveTo>
                  <a:pt x="828675" y="800100"/>
                </a:moveTo>
                <a:lnTo>
                  <a:pt x="838200" y="800100"/>
                </a:lnTo>
                <a:lnTo>
                  <a:pt x="838200" y="809625"/>
                </a:lnTo>
                <a:lnTo>
                  <a:pt x="828675" y="809625"/>
                </a:lnTo>
                <a:close/>
              </a:path>
            </a:pathLst>
          </a:custGeom>
          <a:solidFill xmlns:a="http://schemas.openxmlformats.org/drawingml/2006/main">
            <a:srgbClr val="F9F8F3"/>
          </a:solidFill>
          <a:ln xmlns:a="http://schemas.openxmlformats.org/drawingml/2006/main" w="0">
            <a:noFill/>
          </a:ln>
        </p:spPr>
      </p:sp>
      <p:sp>
        <p:nvSpPr>
          <p:cNvPr id="188" name="v20 vector #f7fbf5">
            <a:extLst xmlns:a="http://schemas.openxmlformats.org/drawingml/2006/main">
              <a:ext uri="{FF2B5EF4-FFF2-40B4-BE49-F238E27FC236}">
                <a16:creationId xmlns:a16="http://schemas.microsoft.com/office/drawing/2014/main" id="{D5641640-A5C5-4866-8437-B03907FDEF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5350" y="4848225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800100" y="47625"/>
                </a:moveTo>
                <a:lnTo>
                  <a:pt x="809625" y="47625"/>
                </a:lnTo>
                <a:lnTo>
                  <a:pt x="809625" y="57150"/>
                </a:lnTo>
                <a:lnTo>
                  <a:pt x="904875" y="57150"/>
                </a:lnTo>
                <a:lnTo>
                  <a:pt x="904875" y="66675"/>
                </a:lnTo>
                <a:lnTo>
                  <a:pt x="914400" y="66675"/>
                </a:lnTo>
                <a:lnTo>
                  <a:pt x="914400" y="57150"/>
                </a:lnTo>
                <a:lnTo>
                  <a:pt x="1019175" y="57150"/>
                </a:lnTo>
                <a:lnTo>
                  <a:pt x="1019175" y="66675"/>
                </a:lnTo>
                <a:lnTo>
                  <a:pt x="1028700" y="66675"/>
                </a:lnTo>
                <a:lnTo>
                  <a:pt x="1028700" y="76200"/>
                </a:lnTo>
                <a:lnTo>
                  <a:pt x="790575" y="76200"/>
                </a:lnTo>
                <a:lnTo>
                  <a:pt x="790575" y="66675"/>
                </a:lnTo>
                <a:lnTo>
                  <a:pt x="781050" y="66675"/>
                </a:lnTo>
                <a:lnTo>
                  <a:pt x="781050" y="57150"/>
                </a:lnTo>
                <a:lnTo>
                  <a:pt x="800100" y="57150"/>
                </a:lnTo>
                <a:close/>
                <a:moveTo>
                  <a:pt x="523875" y="57150"/>
                </a:moveTo>
                <a:lnTo>
                  <a:pt x="533400" y="57150"/>
                </a:lnTo>
                <a:lnTo>
                  <a:pt x="533400" y="66675"/>
                </a:lnTo>
                <a:lnTo>
                  <a:pt x="523875" y="66675"/>
                </a:lnTo>
                <a:close/>
                <a:moveTo>
                  <a:pt x="1057275" y="57150"/>
                </a:moveTo>
                <a:lnTo>
                  <a:pt x="1066800" y="57150"/>
                </a:lnTo>
                <a:lnTo>
                  <a:pt x="1066800" y="76200"/>
                </a:lnTo>
                <a:lnTo>
                  <a:pt x="1057275" y="76200"/>
                </a:lnTo>
                <a:close/>
                <a:moveTo>
                  <a:pt x="590550" y="66675"/>
                </a:moveTo>
                <a:lnTo>
                  <a:pt x="609600" y="66675"/>
                </a:lnTo>
                <a:lnTo>
                  <a:pt x="609600" y="76200"/>
                </a:lnTo>
                <a:lnTo>
                  <a:pt x="600075" y="76200"/>
                </a:lnTo>
                <a:lnTo>
                  <a:pt x="600075" y="85725"/>
                </a:lnTo>
                <a:lnTo>
                  <a:pt x="590550" y="85725"/>
                </a:lnTo>
                <a:close/>
                <a:moveTo>
                  <a:pt x="247650" y="142875"/>
                </a:moveTo>
                <a:lnTo>
                  <a:pt x="266700" y="142875"/>
                </a:lnTo>
                <a:lnTo>
                  <a:pt x="266700" y="152400"/>
                </a:lnTo>
                <a:lnTo>
                  <a:pt x="247650" y="152400"/>
                </a:lnTo>
                <a:close/>
                <a:moveTo>
                  <a:pt x="114300" y="161925"/>
                </a:moveTo>
                <a:lnTo>
                  <a:pt x="133350" y="161925"/>
                </a:lnTo>
                <a:lnTo>
                  <a:pt x="133350" y="190500"/>
                </a:lnTo>
                <a:lnTo>
                  <a:pt x="114300" y="190500"/>
                </a:lnTo>
                <a:close/>
                <a:moveTo>
                  <a:pt x="1000125" y="190500"/>
                </a:moveTo>
                <a:lnTo>
                  <a:pt x="1009650" y="190500"/>
                </a:lnTo>
                <a:lnTo>
                  <a:pt x="1009650" y="209550"/>
                </a:lnTo>
                <a:lnTo>
                  <a:pt x="1000125" y="209550"/>
                </a:lnTo>
                <a:close/>
                <a:moveTo>
                  <a:pt x="171450" y="247650"/>
                </a:moveTo>
                <a:lnTo>
                  <a:pt x="180975" y="247650"/>
                </a:lnTo>
                <a:lnTo>
                  <a:pt x="180975" y="257175"/>
                </a:lnTo>
                <a:lnTo>
                  <a:pt x="171450" y="257175"/>
                </a:lnTo>
                <a:close/>
                <a:moveTo>
                  <a:pt x="600075" y="247650"/>
                </a:moveTo>
                <a:lnTo>
                  <a:pt x="609600" y="247650"/>
                </a:lnTo>
                <a:lnTo>
                  <a:pt x="609600" y="257175"/>
                </a:lnTo>
                <a:lnTo>
                  <a:pt x="600075" y="257175"/>
                </a:lnTo>
                <a:close/>
                <a:moveTo>
                  <a:pt x="123825" y="257175"/>
                </a:moveTo>
                <a:lnTo>
                  <a:pt x="133350" y="257175"/>
                </a:lnTo>
                <a:lnTo>
                  <a:pt x="133350" y="333375"/>
                </a:lnTo>
                <a:lnTo>
                  <a:pt x="114300" y="333375"/>
                </a:lnTo>
                <a:lnTo>
                  <a:pt x="114300" y="266700"/>
                </a:lnTo>
                <a:lnTo>
                  <a:pt x="123825" y="266700"/>
                </a:lnTo>
                <a:close/>
                <a:moveTo>
                  <a:pt x="723900" y="276225"/>
                </a:moveTo>
                <a:lnTo>
                  <a:pt x="733425" y="276225"/>
                </a:lnTo>
                <a:lnTo>
                  <a:pt x="733425" y="295275"/>
                </a:lnTo>
                <a:lnTo>
                  <a:pt x="723900" y="295275"/>
                </a:lnTo>
                <a:close/>
                <a:moveTo>
                  <a:pt x="295275" y="285750"/>
                </a:moveTo>
                <a:lnTo>
                  <a:pt x="314325" y="285750"/>
                </a:lnTo>
                <a:lnTo>
                  <a:pt x="314325" y="295275"/>
                </a:lnTo>
                <a:lnTo>
                  <a:pt x="295275" y="295275"/>
                </a:lnTo>
                <a:close/>
                <a:moveTo>
                  <a:pt x="685800" y="285750"/>
                </a:moveTo>
                <a:lnTo>
                  <a:pt x="695325" y="285750"/>
                </a:lnTo>
                <a:lnTo>
                  <a:pt x="695325" y="295275"/>
                </a:lnTo>
                <a:lnTo>
                  <a:pt x="704850" y="295275"/>
                </a:lnTo>
                <a:lnTo>
                  <a:pt x="704850" y="304800"/>
                </a:lnTo>
                <a:lnTo>
                  <a:pt x="685800" y="304800"/>
                </a:lnTo>
                <a:close/>
                <a:moveTo>
                  <a:pt x="400050" y="304800"/>
                </a:moveTo>
                <a:lnTo>
                  <a:pt x="409575" y="304800"/>
                </a:lnTo>
                <a:lnTo>
                  <a:pt x="409575" y="323850"/>
                </a:lnTo>
                <a:lnTo>
                  <a:pt x="400050" y="323850"/>
                </a:lnTo>
                <a:close/>
                <a:moveTo>
                  <a:pt x="295275" y="323850"/>
                </a:moveTo>
                <a:lnTo>
                  <a:pt x="314325" y="323850"/>
                </a:lnTo>
                <a:lnTo>
                  <a:pt x="314325" y="333375"/>
                </a:lnTo>
                <a:lnTo>
                  <a:pt x="295275" y="333375"/>
                </a:lnTo>
                <a:close/>
                <a:moveTo>
                  <a:pt x="952500" y="323850"/>
                </a:moveTo>
                <a:lnTo>
                  <a:pt x="962025" y="323850"/>
                </a:lnTo>
                <a:lnTo>
                  <a:pt x="962025" y="333375"/>
                </a:lnTo>
                <a:lnTo>
                  <a:pt x="952500" y="333375"/>
                </a:lnTo>
                <a:close/>
                <a:moveTo>
                  <a:pt x="971550" y="323850"/>
                </a:moveTo>
                <a:lnTo>
                  <a:pt x="990600" y="323850"/>
                </a:lnTo>
                <a:lnTo>
                  <a:pt x="990600" y="333375"/>
                </a:lnTo>
                <a:lnTo>
                  <a:pt x="971550" y="333375"/>
                </a:lnTo>
                <a:close/>
                <a:moveTo>
                  <a:pt x="1038225" y="323850"/>
                </a:moveTo>
                <a:lnTo>
                  <a:pt x="1066800" y="323850"/>
                </a:lnTo>
                <a:lnTo>
                  <a:pt x="1066800" y="333375"/>
                </a:lnTo>
                <a:lnTo>
                  <a:pt x="1038225" y="333375"/>
                </a:lnTo>
                <a:close/>
                <a:moveTo>
                  <a:pt x="400050" y="333375"/>
                </a:moveTo>
                <a:lnTo>
                  <a:pt x="409575" y="333375"/>
                </a:lnTo>
                <a:lnTo>
                  <a:pt x="409575" y="342900"/>
                </a:lnTo>
                <a:lnTo>
                  <a:pt x="400050" y="342900"/>
                </a:lnTo>
                <a:close/>
                <a:moveTo>
                  <a:pt x="895350" y="333375"/>
                </a:moveTo>
                <a:lnTo>
                  <a:pt x="904875" y="333375"/>
                </a:lnTo>
                <a:lnTo>
                  <a:pt x="904875" y="352425"/>
                </a:lnTo>
                <a:lnTo>
                  <a:pt x="876300" y="352425"/>
                </a:lnTo>
                <a:lnTo>
                  <a:pt x="876300" y="342900"/>
                </a:lnTo>
                <a:lnTo>
                  <a:pt x="895350" y="342900"/>
                </a:lnTo>
                <a:close/>
                <a:moveTo>
                  <a:pt x="123825" y="342900"/>
                </a:moveTo>
                <a:lnTo>
                  <a:pt x="133350" y="342900"/>
                </a:lnTo>
                <a:lnTo>
                  <a:pt x="133350" y="428625"/>
                </a:lnTo>
                <a:lnTo>
                  <a:pt x="123825" y="428625"/>
                </a:lnTo>
                <a:lnTo>
                  <a:pt x="123825" y="381000"/>
                </a:lnTo>
                <a:lnTo>
                  <a:pt x="114300" y="381000"/>
                </a:lnTo>
                <a:lnTo>
                  <a:pt x="114300" y="361950"/>
                </a:lnTo>
                <a:lnTo>
                  <a:pt x="123825" y="361950"/>
                </a:lnTo>
                <a:close/>
                <a:moveTo>
                  <a:pt x="238125" y="352425"/>
                </a:moveTo>
                <a:lnTo>
                  <a:pt x="257175" y="352425"/>
                </a:lnTo>
                <a:lnTo>
                  <a:pt x="257175" y="371475"/>
                </a:lnTo>
                <a:lnTo>
                  <a:pt x="238125" y="371475"/>
                </a:lnTo>
                <a:close/>
                <a:moveTo>
                  <a:pt x="485775" y="352425"/>
                </a:moveTo>
                <a:lnTo>
                  <a:pt x="495300" y="352425"/>
                </a:lnTo>
                <a:lnTo>
                  <a:pt x="495300" y="361950"/>
                </a:lnTo>
                <a:lnTo>
                  <a:pt x="504825" y="361950"/>
                </a:lnTo>
                <a:lnTo>
                  <a:pt x="504825" y="371475"/>
                </a:lnTo>
                <a:lnTo>
                  <a:pt x="485775" y="371475"/>
                </a:lnTo>
                <a:close/>
                <a:moveTo>
                  <a:pt x="552450" y="352425"/>
                </a:moveTo>
                <a:lnTo>
                  <a:pt x="571500" y="352425"/>
                </a:lnTo>
                <a:lnTo>
                  <a:pt x="571500" y="361950"/>
                </a:lnTo>
                <a:lnTo>
                  <a:pt x="552450" y="361950"/>
                </a:lnTo>
                <a:close/>
                <a:moveTo>
                  <a:pt x="638175" y="352425"/>
                </a:moveTo>
                <a:lnTo>
                  <a:pt x="647700" y="352425"/>
                </a:lnTo>
                <a:lnTo>
                  <a:pt x="647700" y="361950"/>
                </a:lnTo>
                <a:lnTo>
                  <a:pt x="638175" y="361950"/>
                </a:lnTo>
                <a:close/>
                <a:moveTo>
                  <a:pt x="1009650" y="352425"/>
                </a:moveTo>
                <a:lnTo>
                  <a:pt x="1019175" y="352425"/>
                </a:lnTo>
                <a:lnTo>
                  <a:pt x="1019175" y="361950"/>
                </a:lnTo>
                <a:lnTo>
                  <a:pt x="1009650" y="361950"/>
                </a:lnTo>
                <a:close/>
                <a:moveTo>
                  <a:pt x="409575" y="361950"/>
                </a:moveTo>
                <a:lnTo>
                  <a:pt x="428625" y="361950"/>
                </a:lnTo>
                <a:lnTo>
                  <a:pt x="428625" y="371475"/>
                </a:lnTo>
                <a:lnTo>
                  <a:pt x="409575" y="371475"/>
                </a:lnTo>
                <a:close/>
                <a:moveTo>
                  <a:pt x="542925" y="361950"/>
                </a:moveTo>
                <a:lnTo>
                  <a:pt x="552450" y="361950"/>
                </a:lnTo>
                <a:lnTo>
                  <a:pt x="552450" y="371475"/>
                </a:lnTo>
                <a:lnTo>
                  <a:pt x="542925" y="371475"/>
                </a:lnTo>
                <a:close/>
                <a:moveTo>
                  <a:pt x="552450" y="371475"/>
                </a:moveTo>
                <a:lnTo>
                  <a:pt x="581025" y="371475"/>
                </a:lnTo>
                <a:lnTo>
                  <a:pt x="581025" y="381000"/>
                </a:lnTo>
                <a:lnTo>
                  <a:pt x="552450" y="381000"/>
                </a:lnTo>
                <a:close/>
                <a:moveTo>
                  <a:pt x="304800" y="381000"/>
                </a:moveTo>
                <a:lnTo>
                  <a:pt x="314325" y="381000"/>
                </a:lnTo>
                <a:lnTo>
                  <a:pt x="314325" y="419100"/>
                </a:lnTo>
                <a:lnTo>
                  <a:pt x="304800" y="419100"/>
                </a:lnTo>
                <a:lnTo>
                  <a:pt x="304800" y="428625"/>
                </a:lnTo>
                <a:lnTo>
                  <a:pt x="295275" y="428625"/>
                </a:lnTo>
                <a:lnTo>
                  <a:pt x="295275" y="419100"/>
                </a:lnTo>
                <a:lnTo>
                  <a:pt x="285750" y="419100"/>
                </a:lnTo>
                <a:lnTo>
                  <a:pt x="285750" y="390525"/>
                </a:lnTo>
                <a:lnTo>
                  <a:pt x="295275" y="390525"/>
                </a:lnTo>
                <a:lnTo>
                  <a:pt x="295275" y="409575"/>
                </a:lnTo>
                <a:lnTo>
                  <a:pt x="304800" y="409575"/>
                </a:lnTo>
                <a:close/>
                <a:moveTo>
                  <a:pt x="514350" y="390525"/>
                </a:moveTo>
                <a:lnTo>
                  <a:pt x="523875" y="390525"/>
                </a:lnTo>
                <a:lnTo>
                  <a:pt x="523875" y="409575"/>
                </a:lnTo>
                <a:lnTo>
                  <a:pt x="514350" y="409575"/>
                </a:lnTo>
                <a:lnTo>
                  <a:pt x="514350" y="419100"/>
                </a:lnTo>
                <a:lnTo>
                  <a:pt x="504825" y="419100"/>
                </a:lnTo>
                <a:lnTo>
                  <a:pt x="504825" y="428625"/>
                </a:lnTo>
                <a:lnTo>
                  <a:pt x="485775" y="428625"/>
                </a:lnTo>
                <a:lnTo>
                  <a:pt x="485775" y="419100"/>
                </a:lnTo>
                <a:lnTo>
                  <a:pt x="495300" y="419100"/>
                </a:lnTo>
                <a:lnTo>
                  <a:pt x="495300" y="409575"/>
                </a:lnTo>
                <a:lnTo>
                  <a:pt x="504825" y="409575"/>
                </a:lnTo>
                <a:lnTo>
                  <a:pt x="504825" y="400050"/>
                </a:lnTo>
                <a:lnTo>
                  <a:pt x="514350" y="400050"/>
                </a:lnTo>
                <a:close/>
                <a:moveTo>
                  <a:pt x="476250" y="428625"/>
                </a:moveTo>
                <a:lnTo>
                  <a:pt x="485775" y="428625"/>
                </a:lnTo>
                <a:lnTo>
                  <a:pt x="485775" y="457200"/>
                </a:lnTo>
                <a:lnTo>
                  <a:pt x="476250" y="457200"/>
                </a:lnTo>
                <a:lnTo>
                  <a:pt x="476250" y="476250"/>
                </a:lnTo>
                <a:lnTo>
                  <a:pt x="447675" y="476250"/>
                </a:lnTo>
                <a:lnTo>
                  <a:pt x="447675" y="466725"/>
                </a:lnTo>
                <a:lnTo>
                  <a:pt x="466725" y="466725"/>
                </a:lnTo>
                <a:lnTo>
                  <a:pt x="466725" y="457200"/>
                </a:lnTo>
                <a:lnTo>
                  <a:pt x="457200" y="457200"/>
                </a:lnTo>
                <a:lnTo>
                  <a:pt x="457200" y="447675"/>
                </a:lnTo>
                <a:lnTo>
                  <a:pt x="466725" y="447675"/>
                </a:lnTo>
                <a:lnTo>
                  <a:pt x="466725" y="438150"/>
                </a:lnTo>
                <a:lnTo>
                  <a:pt x="476250" y="438150"/>
                </a:lnTo>
                <a:close/>
                <a:moveTo>
                  <a:pt x="609600" y="428625"/>
                </a:moveTo>
                <a:lnTo>
                  <a:pt x="619125" y="428625"/>
                </a:lnTo>
                <a:lnTo>
                  <a:pt x="619125" y="438150"/>
                </a:lnTo>
                <a:lnTo>
                  <a:pt x="609600" y="438150"/>
                </a:lnTo>
                <a:close/>
                <a:moveTo>
                  <a:pt x="638175" y="428625"/>
                </a:moveTo>
                <a:lnTo>
                  <a:pt x="647700" y="428625"/>
                </a:lnTo>
                <a:lnTo>
                  <a:pt x="647700" y="438150"/>
                </a:lnTo>
                <a:lnTo>
                  <a:pt x="657225" y="438150"/>
                </a:lnTo>
                <a:lnTo>
                  <a:pt x="657225" y="447675"/>
                </a:lnTo>
                <a:lnTo>
                  <a:pt x="638175" y="447675"/>
                </a:lnTo>
                <a:close/>
                <a:moveTo>
                  <a:pt x="295275" y="438150"/>
                </a:moveTo>
                <a:lnTo>
                  <a:pt x="304800" y="438150"/>
                </a:lnTo>
                <a:lnTo>
                  <a:pt x="304800" y="447675"/>
                </a:lnTo>
                <a:lnTo>
                  <a:pt x="295275" y="447675"/>
                </a:lnTo>
                <a:close/>
                <a:moveTo>
                  <a:pt x="600075" y="438150"/>
                </a:moveTo>
                <a:lnTo>
                  <a:pt x="609600" y="438150"/>
                </a:lnTo>
                <a:lnTo>
                  <a:pt x="609600" y="447675"/>
                </a:lnTo>
                <a:lnTo>
                  <a:pt x="600075" y="447675"/>
                </a:lnTo>
                <a:close/>
                <a:moveTo>
                  <a:pt x="314325" y="447675"/>
                </a:moveTo>
                <a:lnTo>
                  <a:pt x="323850" y="447675"/>
                </a:lnTo>
                <a:lnTo>
                  <a:pt x="323850" y="457200"/>
                </a:lnTo>
                <a:lnTo>
                  <a:pt x="314325" y="457200"/>
                </a:lnTo>
                <a:close/>
                <a:moveTo>
                  <a:pt x="609600" y="447675"/>
                </a:moveTo>
                <a:lnTo>
                  <a:pt x="628650" y="447675"/>
                </a:lnTo>
                <a:lnTo>
                  <a:pt x="628650" y="457200"/>
                </a:lnTo>
                <a:lnTo>
                  <a:pt x="609600" y="457200"/>
                </a:lnTo>
                <a:close/>
                <a:moveTo>
                  <a:pt x="114300" y="457200"/>
                </a:moveTo>
                <a:lnTo>
                  <a:pt x="133350" y="457200"/>
                </a:lnTo>
                <a:lnTo>
                  <a:pt x="133350" y="504825"/>
                </a:lnTo>
                <a:lnTo>
                  <a:pt x="114300" y="504825"/>
                </a:lnTo>
                <a:close/>
                <a:moveTo>
                  <a:pt x="161925" y="457200"/>
                </a:moveTo>
                <a:lnTo>
                  <a:pt x="171450" y="457200"/>
                </a:lnTo>
                <a:lnTo>
                  <a:pt x="171450" y="476250"/>
                </a:lnTo>
                <a:lnTo>
                  <a:pt x="161925" y="476250"/>
                </a:lnTo>
                <a:close/>
                <a:moveTo>
                  <a:pt x="200025" y="457200"/>
                </a:moveTo>
                <a:lnTo>
                  <a:pt x="219075" y="457200"/>
                </a:lnTo>
                <a:lnTo>
                  <a:pt x="219075" y="466725"/>
                </a:lnTo>
                <a:lnTo>
                  <a:pt x="200025" y="466725"/>
                </a:lnTo>
                <a:close/>
                <a:moveTo>
                  <a:pt x="790575" y="457200"/>
                </a:moveTo>
                <a:lnTo>
                  <a:pt x="809625" y="457200"/>
                </a:lnTo>
                <a:lnTo>
                  <a:pt x="809625" y="466725"/>
                </a:lnTo>
                <a:lnTo>
                  <a:pt x="790575" y="466725"/>
                </a:lnTo>
                <a:close/>
                <a:moveTo>
                  <a:pt x="295275" y="476250"/>
                </a:moveTo>
                <a:lnTo>
                  <a:pt x="304800" y="476250"/>
                </a:lnTo>
                <a:lnTo>
                  <a:pt x="304800" y="485775"/>
                </a:lnTo>
                <a:lnTo>
                  <a:pt x="295275" y="485775"/>
                </a:lnTo>
                <a:close/>
                <a:moveTo>
                  <a:pt x="714375" y="476250"/>
                </a:moveTo>
                <a:lnTo>
                  <a:pt x="733425" y="476250"/>
                </a:lnTo>
                <a:lnTo>
                  <a:pt x="733425" y="504825"/>
                </a:lnTo>
                <a:lnTo>
                  <a:pt x="723900" y="504825"/>
                </a:lnTo>
                <a:lnTo>
                  <a:pt x="723900" y="485775"/>
                </a:lnTo>
                <a:lnTo>
                  <a:pt x="714375" y="485775"/>
                </a:lnTo>
                <a:close/>
                <a:moveTo>
                  <a:pt x="523875" y="504825"/>
                </a:moveTo>
                <a:lnTo>
                  <a:pt x="542925" y="504825"/>
                </a:lnTo>
                <a:lnTo>
                  <a:pt x="542925" y="514350"/>
                </a:lnTo>
                <a:lnTo>
                  <a:pt x="523875" y="514350"/>
                </a:lnTo>
                <a:close/>
                <a:moveTo>
                  <a:pt x="114300" y="514350"/>
                </a:moveTo>
                <a:lnTo>
                  <a:pt x="133350" y="514350"/>
                </a:lnTo>
                <a:lnTo>
                  <a:pt x="133350" y="590550"/>
                </a:lnTo>
                <a:lnTo>
                  <a:pt x="114300" y="590550"/>
                </a:lnTo>
                <a:close/>
                <a:moveTo>
                  <a:pt x="447675" y="523875"/>
                </a:moveTo>
                <a:lnTo>
                  <a:pt x="457200" y="523875"/>
                </a:lnTo>
                <a:lnTo>
                  <a:pt x="457200" y="533400"/>
                </a:lnTo>
                <a:lnTo>
                  <a:pt x="447675" y="533400"/>
                </a:lnTo>
                <a:close/>
                <a:moveTo>
                  <a:pt x="647700" y="523875"/>
                </a:moveTo>
                <a:lnTo>
                  <a:pt x="657225" y="523875"/>
                </a:lnTo>
                <a:lnTo>
                  <a:pt x="657225" y="533400"/>
                </a:lnTo>
                <a:lnTo>
                  <a:pt x="647700" y="533400"/>
                </a:lnTo>
                <a:close/>
                <a:moveTo>
                  <a:pt x="657225" y="533400"/>
                </a:moveTo>
                <a:lnTo>
                  <a:pt x="666750" y="533400"/>
                </a:lnTo>
                <a:lnTo>
                  <a:pt x="666750" y="542925"/>
                </a:lnTo>
                <a:lnTo>
                  <a:pt x="657225" y="542925"/>
                </a:lnTo>
                <a:close/>
                <a:moveTo>
                  <a:pt x="533400" y="600075"/>
                </a:moveTo>
                <a:lnTo>
                  <a:pt x="542925" y="600075"/>
                </a:lnTo>
                <a:lnTo>
                  <a:pt x="542925" y="609600"/>
                </a:lnTo>
                <a:lnTo>
                  <a:pt x="533400" y="609600"/>
                </a:lnTo>
                <a:close/>
                <a:moveTo>
                  <a:pt x="542925" y="609600"/>
                </a:moveTo>
                <a:lnTo>
                  <a:pt x="552450" y="609600"/>
                </a:lnTo>
                <a:lnTo>
                  <a:pt x="552450" y="619125"/>
                </a:lnTo>
                <a:lnTo>
                  <a:pt x="561975" y="619125"/>
                </a:lnTo>
                <a:lnTo>
                  <a:pt x="561975" y="628650"/>
                </a:lnTo>
                <a:lnTo>
                  <a:pt x="571500" y="628650"/>
                </a:lnTo>
                <a:lnTo>
                  <a:pt x="571500" y="638175"/>
                </a:lnTo>
                <a:lnTo>
                  <a:pt x="552450" y="638175"/>
                </a:lnTo>
                <a:lnTo>
                  <a:pt x="552450" y="628650"/>
                </a:lnTo>
                <a:lnTo>
                  <a:pt x="542925" y="628650"/>
                </a:lnTo>
                <a:close/>
                <a:moveTo>
                  <a:pt x="695325" y="619125"/>
                </a:moveTo>
                <a:lnTo>
                  <a:pt x="714375" y="619125"/>
                </a:lnTo>
                <a:lnTo>
                  <a:pt x="714375" y="638175"/>
                </a:lnTo>
                <a:lnTo>
                  <a:pt x="704850" y="638175"/>
                </a:lnTo>
                <a:lnTo>
                  <a:pt x="704850" y="647700"/>
                </a:lnTo>
                <a:lnTo>
                  <a:pt x="695325" y="647700"/>
                </a:lnTo>
                <a:lnTo>
                  <a:pt x="695325" y="657225"/>
                </a:lnTo>
                <a:lnTo>
                  <a:pt x="666750" y="657225"/>
                </a:lnTo>
                <a:lnTo>
                  <a:pt x="666750" y="638175"/>
                </a:lnTo>
                <a:lnTo>
                  <a:pt x="676275" y="638175"/>
                </a:lnTo>
                <a:lnTo>
                  <a:pt x="676275" y="647700"/>
                </a:lnTo>
                <a:lnTo>
                  <a:pt x="685800" y="647700"/>
                </a:lnTo>
                <a:lnTo>
                  <a:pt x="685800" y="628650"/>
                </a:lnTo>
                <a:lnTo>
                  <a:pt x="695325" y="628650"/>
                </a:lnTo>
                <a:close/>
                <a:moveTo>
                  <a:pt x="476250" y="647700"/>
                </a:moveTo>
                <a:lnTo>
                  <a:pt x="485775" y="647700"/>
                </a:lnTo>
                <a:lnTo>
                  <a:pt x="485775" y="657225"/>
                </a:lnTo>
                <a:lnTo>
                  <a:pt x="476250" y="657225"/>
                </a:lnTo>
                <a:close/>
                <a:moveTo>
                  <a:pt x="600075" y="647700"/>
                </a:moveTo>
                <a:lnTo>
                  <a:pt x="609600" y="647700"/>
                </a:lnTo>
                <a:lnTo>
                  <a:pt x="609600" y="657225"/>
                </a:lnTo>
                <a:lnTo>
                  <a:pt x="600075" y="657225"/>
                </a:lnTo>
                <a:close/>
                <a:moveTo>
                  <a:pt x="619125" y="657225"/>
                </a:moveTo>
                <a:lnTo>
                  <a:pt x="628650" y="657225"/>
                </a:lnTo>
                <a:lnTo>
                  <a:pt x="628650" y="666750"/>
                </a:lnTo>
                <a:lnTo>
                  <a:pt x="619125" y="666750"/>
                </a:lnTo>
                <a:close/>
                <a:moveTo>
                  <a:pt x="762000" y="666750"/>
                </a:moveTo>
                <a:lnTo>
                  <a:pt x="771525" y="666750"/>
                </a:lnTo>
                <a:lnTo>
                  <a:pt x="771525" y="695325"/>
                </a:lnTo>
                <a:lnTo>
                  <a:pt x="752475" y="695325"/>
                </a:lnTo>
                <a:lnTo>
                  <a:pt x="752475" y="676275"/>
                </a:lnTo>
                <a:lnTo>
                  <a:pt x="762000" y="676275"/>
                </a:lnTo>
                <a:close/>
                <a:moveTo>
                  <a:pt x="533400" y="695325"/>
                </a:moveTo>
                <a:lnTo>
                  <a:pt x="542925" y="695325"/>
                </a:lnTo>
                <a:lnTo>
                  <a:pt x="542925" y="704850"/>
                </a:lnTo>
                <a:lnTo>
                  <a:pt x="533400" y="704850"/>
                </a:lnTo>
                <a:close/>
              </a:path>
            </a:pathLst>
          </a:custGeom>
          <a:solidFill xmlns:a="http://schemas.openxmlformats.org/drawingml/2006/main">
            <a:srgbClr val="F7FBF5"/>
          </a:solidFill>
          <a:ln xmlns:a="http://schemas.openxmlformats.org/drawingml/2006/main" w="0">
            <a:noFill/>
          </a:ln>
        </p:spPr>
      </p:sp>
      <p:sp>
        <p:nvSpPr>
          <p:cNvPr id="189" name="v20 vector #f8f9f4">
            <a:extLst xmlns:a="http://schemas.openxmlformats.org/drawingml/2006/main">
              <a:ext uri="{FF2B5EF4-FFF2-40B4-BE49-F238E27FC236}">
                <a16:creationId xmlns:a16="http://schemas.microsoft.com/office/drawing/2014/main" id="{EF254D60-A4F6-4BA6-B9B8-F648250E76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5350" y="4848225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85725" y="0"/>
                </a:moveTo>
                <a:lnTo>
                  <a:pt x="95250" y="0"/>
                </a:lnTo>
                <a:lnTo>
                  <a:pt x="95250" y="9525"/>
                </a:lnTo>
                <a:lnTo>
                  <a:pt x="85725" y="9525"/>
                </a:lnTo>
                <a:close/>
                <a:moveTo>
                  <a:pt x="133350" y="0"/>
                </a:moveTo>
                <a:lnTo>
                  <a:pt x="142875" y="0"/>
                </a:lnTo>
                <a:lnTo>
                  <a:pt x="142875" y="9525"/>
                </a:lnTo>
                <a:lnTo>
                  <a:pt x="133350" y="9525"/>
                </a:lnTo>
                <a:close/>
                <a:moveTo>
                  <a:pt x="790575" y="0"/>
                </a:moveTo>
                <a:lnTo>
                  <a:pt x="847725" y="0"/>
                </a:lnTo>
                <a:lnTo>
                  <a:pt x="847725" y="9525"/>
                </a:lnTo>
                <a:lnTo>
                  <a:pt x="857250" y="9525"/>
                </a:lnTo>
                <a:lnTo>
                  <a:pt x="857250" y="19050"/>
                </a:lnTo>
                <a:lnTo>
                  <a:pt x="866775" y="19050"/>
                </a:lnTo>
                <a:lnTo>
                  <a:pt x="866775" y="38100"/>
                </a:lnTo>
                <a:lnTo>
                  <a:pt x="885825" y="38100"/>
                </a:lnTo>
                <a:lnTo>
                  <a:pt x="885825" y="57150"/>
                </a:lnTo>
                <a:lnTo>
                  <a:pt x="847725" y="57150"/>
                </a:lnTo>
                <a:lnTo>
                  <a:pt x="847725" y="47625"/>
                </a:lnTo>
                <a:lnTo>
                  <a:pt x="828675" y="47625"/>
                </a:lnTo>
                <a:lnTo>
                  <a:pt x="828675" y="38100"/>
                </a:lnTo>
                <a:lnTo>
                  <a:pt x="838200" y="38100"/>
                </a:lnTo>
                <a:lnTo>
                  <a:pt x="838200" y="9525"/>
                </a:lnTo>
                <a:lnTo>
                  <a:pt x="800100" y="9525"/>
                </a:lnTo>
                <a:lnTo>
                  <a:pt x="800100" y="28575"/>
                </a:lnTo>
                <a:lnTo>
                  <a:pt x="790575" y="28575"/>
                </a:lnTo>
                <a:close/>
                <a:moveTo>
                  <a:pt x="914400" y="0"/>
                </a:moveTo>
                <a:lnTo>
                  <a:pt x="923925" y="0"/>
                </a:lnTo>
                <a:lnTo>
                  <a:pt x="923925" y="9525"/>
                </a:lnTo>
                <a:lnTo>
                  <a:pt x="914400" y="9525"/>
                </a:lnTo>
                <a:close/>
                <a:moveTo>
                  <a:pt x="962025" y="0"/>
                </a:moveTo>
                <a:lnTo>
                  <a:pt x="971550" y="0"/>
                </a:lnTo>
                <a:lnTo>
                  <a:pt x="971550" y="9525"/>
                </a:lnTo>
                <a:lnTo>
                  <a:pt x="962025" y="9525"/>
                </a:lnTo>
                <a:close/>
                <a:moveTo>
                  <a:pt x="1009650" y="0"/>
                </a:moveTo>
                <a:lnTo>
                  <a:pt x="1038225" y="0"/>
                </a:lnTo>
                <a:lnTo>
                  <a:pt x="1038225" y="9525"/>
                </a:lnTo>
                <a:lnTo>
                  <a:pt x="1009650" y="9525"/>
                </a:lnTo>
                <a:close/>
                <a:moveTo>
                  <a:pt x="66675" y="9525"/>
                </a:moveTo>
                <a:lnTo>
                  <a:pt x="85725" y="9525"/>
                </a:lnTo>
                <a:lnTo>
                  <a:pt x="85725" y="19050"/>
                </a:lnTo>
                <a:lnTo>
                  <a:pt x="76200" y="19050"/>
                </a:lnTo>
                <a:lnTo>
                  <a:pt x="76200" y="28575"/>
                </a:lnTo>
                <a:lnTo>
                  <a:pt x="66675" y="28575"/>
                </a:lnTo>
                <a:close/>
                <a:moveTo>
                  <a:pt x="0" y="19050"/>
                </a:moveTo>
                <a:lnTo>
                  <a:pt x="19050" y="19050"/>
                </a:lnTo>
                <a:lnTo>
                  <a:pt x="19050" y="38100"/>
                </a:lnTo>
                <a:lnTo>
                  <a:pt x="9525" y="38100"/>
                </a:lnTo>
                <a:lnTo>
                  <a:pt x="9525" y="47625"/>
                </a:lnTo>
                <a:lnTo>
                  <a:pt x="0" y="47625"/>
                </a:lnTo>
                <a:close/>
                <a:moveTo>
                  <a:pt x="180975" y="19050"/>
                </a:moveTo>
                <a:lnTo>
                  <a:pt x="190500" y="19050"/>
                </a:lnTo>
                <a:lnTo>
                  <a:pt x="190500" y="28575"/>
                </a:lnTo>
                <a:lnTo>
                  <a:pt x="180975" y="28575"/>
                </a:lnTo>
                <a:close/>
                <a:moveTo>
                  <a:pt x="609600" y="19050"/>
                </a:moveTo>
                <a:lnTo>
                  <a:pt x="628650" y="19050"/>
                </a:lnTo>
                <a:lnTo>
                  <a:pt x="628650" y="28575"/>
                </a:lnTo>
                <a:lnTo>
                  <a:pt x="609600" y="28575"/>
                </a:lnTo>
                <a:close/>
                <a:moveTo>
                  <a:pt x="1038225" y="28575"/>
                </a:moveTo>
                <a:lnTo>
                  <a:pt x="1066800" y="28575"/>
                </a:lnTo>
                <a:lnTo>
                  <a:pt x="1066800" y="38100"/>
                </a:lnTo>
                <a:lnTo>
                  <a:pt x="1076325" y="38100"/>
                </a:lnTo>
                <a:lnTo>
                  <a:pt x="1076325" y="57150"/>
                </a:lnTo>
                <a:lnTo>
                  <a:pt x="1085850" y="57150"/>
                </a:lnTo>
                <a:lnTo>
                  <a:pt x="1085850" y="66675"/>
                </a:lnTo>
                <a:lnTo>
                  <a:pt x="1076325" y="66675"/>
                </a:lnTo>
                <a:lnTo>
                  <a:pt x="1076325" y="76200"/>
                </a:lnTo>
                <a:lnTo>
                  <a:pt x="1066800" y="76200"/>
                </a:lnTo>
                <a:lnTo>
                  <a:pt x="1066800" y="57150"/>
                </a:lnTo>
                <a:lnTo>
                  <a:pt x="1038225" y="57150"/>
                </a:lnTo>
                <a:lnTo>
                  <a:pt x="1038225" y="47625"/>
                </a:lnTo>
                <a:lnTo>
                  <a:pt x="1028700" y="47625"/>
                </a:lnTo>
                <a:lnTo>
                  <a:pt x="1028700" y="38100"/>
                </a:lnTo>
                <a:lnTo>
                  <a:pt x="1038225" y="38100"/>
                </a:lnTo>
                <a:close/>
                <a:moveTo>
                  <a:pt x="76200" y="38100"/>
                </a:moveTo>
                <a:lnTo>
                  <a:pt x="85725" y="38100"/>
                </a:lnTo>
                <a:lnTo>
                  <a:pt x="85725" y="47625"/>
                </a:lnTo>
                <a:lnTo>
                  <a:pt x="76200" y="47625"/>
                </a:lnTo>
                <a:close/>
                <a:moveTo>
                  <a:pt x="638175" y="38100"/>
                </a:moveTo>
                <a:lnTo>
                  <a:pt x="647700" y="38100"/>
                </a:lnTo>
                <a:lnTo>
                  <a:pt x="647700" y="47625"/>
                </a:lnTo>
                <a:lnTo>
                  <a:pt x="657225" y="47625"/>
                </a:lnTo>
                <a:lnTo>
                  <a:pt x="657225" y="57150"/>
                </a:lnTo>
                <a:lnTo>
                  <a:pt x="638175" y="57150"/>
                </a:lnTo>
                <a:close/>
                <a:moveTo>
                  <a:pt x="790575" y="38100"/>
                </a:moveTo>
                <a:lnTo>
                  <a:pt x="819150" y="38100"/>
                </a:lnTo>
                <a:lnTo>
                  <a:pt x="819150" y="57150"/>
                </a:lnTo>
                <a:lnTo>
                  <a:pt x="809625" y="57150"/>
                </a:lnTo>
                <a:lnTo>
                  <a:pt x="809625" y="47625"/>
                </a:lnTo>
                <a:lnTo>
                  <a:pt x="800100" y="47625"/>
                </a:lnTo>
                <a:lnTo>
                  <a:pt x="800100" y="57150"/>
                </a:lnTo>
                <a:lnTo>
                  <a:pt x="781050" y="57150"/>
                </a:lnTo>
                <a:lnTo>
                  <a:pt x="781050" y="47625"/>
                </a:lnTo>
                <a:lnTo>
                  <a:pt x="790575" y="47625"/>
                </a:lnTo>
                <a:close/>
                <a:moveTo>
                  <a:pt x="1152525" y="38100"/>
                </a:moveTo>
                <a:lnTo>
                  <a:pt x="1162050" y="38100"/>
                </a:lnTo>
                <a:lnTo>
                  <a:pt x="1162050" y="47625"/>
                </a:lnTo>
                <a:lnTo>
                  <a:pt x="1152525" y="47625"/>
                </a:lnTo>
                <a:close/>
                <a:moveTo>
                  <a:pt x="1171575" y="38100"/>
                </a:moveTo>
                <a:lnTo>
                  <a:pt x="1181100" y="38100"/>
                </a:lnTo>
                <a:lnTo>
                  <a:pt x="1181100" y="47625"/>
                </a:lnTo>
                <a:lnTo>
                  <a:pt x="1171575" y="47625"/>
                </a:lnTo>
                <a:close/>
                <a:moveTo>
                  <a:pt x="209550" y="47625"/>
                </a:moveTo>
                <a:lnTo>
                  <a:pt x="228600" y="47625"/>
                </a:lnTo>
                <a:lnTo>
                  <a:pt x="228600" y="66675"/>
                </a:lnTo>
                <a:lnTo>
                  <a:pt x="209550" y="66675"/>
                </a:lnTo>
                <a:close/>
                <a:moveTo>
                  <a:pt x="514350" y="47625"/>
                </a:moveTo>
                <a:lnTo>
                  <a:pt x="542925" y="47625"/>
                </a:lnTo>
                <a:lnTo>
                  <a:pt x="542925" y="57150"/>
                </a:lnTo>
                <a:lnTo>
                  <a:pt x="523875" y="57150"/>
                </a:lnTo>
                <a:lnTo>
                  <a:pt x="523875" y="76200"/>
                </a:lnTo>
                <a:lnTo>
                  <a:pt x="514350" y="76200"/>
                </a:lnTo>
                <a:close/>
                <a:moveTo>
                  <a:pt x="685800" y="47625"/>
                </a:moveTo>
                <a:lnTo>
                  <a:pt x="695325" y="47625"/>
                </a:lnTo>
                <a:lnTo>
                  <a:pt x="695325" y="57150"/>
                </a:lnTo>
                <a:lnTo>
                  <a:pt x="704850" y="57150"/>
                </a:lnTo>
                <a:lnTo>
                  <a:pt x="704850" y="76200"/>
                </a:lnTo>
                <a:lnTo>
                  <a:pt x="695325" y="76200"/>
                </a:lnTo>
                <a:lnTo>
                  <a:pt x="695325" y="66675"/>
                </a:lnTo>
                <a:lnTo>
                  <a:pt x="685800" y="66675"/>
                </a:lnTo>
                <a:close/>
                <a:moveTo>
                  <a:pt x="914400" y="47625"/>
                </a:moveTo>
                <a:lnTo>
                  <a:pt x="933450" y="47625"/>
                </a:lnTo>
                <a:lnTo>
                  <a:pt x="933450" y="57150"/>
                </a:lnTo>
                <a:lnTo>
                  <a:pt x="914400" y="57150"/>
                </a:lnTo>
                <a:close/>
                <a:moveTo>
                  <a:pt x="990600" y="47625"/>
                </a:moveTo>
                <a:lnTo>
                  <a:pt x="1000125" y="47625"/>
                </a:lnTo>
                <a:lnTo>
                  <a:pt x="1000125" y="57150"/>
                </a:lnTo>
                <a:lnTo>
                  <a:pt x="990600" y="57150"/>
                </a:lnTo>
                <a:close/>
                <a:moveTo>
                  <a:pt x="1009650" y="47625"/>
                </a:moveTo>
                <a:lnTo>
                  <a:pt x="1019175" y="47625"/>
                </a:lnTo>
                <a:lnTo>
                  <a:pt x="1019175" y="57150"/>
                </a:lnTo>
                <a:lnTo>
                  <a:pt x="1009650" y="57150"/>
                </a:lnTo>
                <a:close/>
                <a:moveTo>
                  <a:pt x="85725" y="57150"/>
                </a:moveTo>
                <a:lnTo>
                  <a:pt x="95250" y="57150"/>
                </a:lnTo>
                <a:lnTo>
                  <a:pt x="95250" y="66675"/>
                </a:lnTo>
                <a:lnTo>
                  <a:pt x="85725" y="66675"/>
                </a:lnTo>
                <a:close/>
                <a:moveTo>
                  <a:pt x="581025" y="57150"/>
                </a:moveTo>
                <a:lnTo>
                  <a:pt x="609600" y="57150"/>
                </a:lnTo>
                <a:lnTo>
                  <a:pt x="609600" y="66675"/>
                </a:lnTo>
                <a:lnTo>
                  <a:pt x="590550" y="66675"/>
                </a:lnTo>
                <a:lnTo>
                  <a:pt x="590550" y="76200"/>
                </a:lnTo>
                <a:lnTo>
                  <a:pt x="581025" y="76200"/>
                </a:lnTo>
                <a:close/>
                <a:moveTo>
                  <a:pt x="762000" y="57150"/>
                </a:moveTo>
                <a:lnTo>
                  <a:pt x="781050" y="57150"/>
                </a:lnTo>
                <a:lnTo>
                  <a:pt x="781050" y="66675"/>
                </a:lnTo>
                <a:lnTo>
                  <a:pt x="771525" y="66675"/>
                </a:lnTo>
                <a:lnTo>
                  <a:pt x="771525" y="76200"/>
                </a:lnTo>
                <a:lnTo>
                  <a:pt x="752475" y="76200"/>
                </a:lnTo>
                <a:lnTo>
                  <a:pt x="752475" y="66675"/>
                </a:lnTo>
                <a:lnTo>
                  <a:pt x="762000" y="66675"/>
                </a:lnTo>
                <a:close/>
                <a:moveTo>
                  <a:pt x="904875" y="57150"/>
                </a:moveTo>
                <a:lnTo>
                  <a:pt x="914400" y="57150"/>
                </a:lnTo>
                <a:lnTo>
                  <a:pt x="914400" y="66675"/>
                </a:lnTo>
                <a:lnTo>
                  <a:pt x="904875" y="66675"/>
                </a:lnTo>
                <a:close/>
                <a:moveTo>
                  <a:pt x="1085850" y="66675"/>
                </a:moveTo>
                <a:lnTo>
                  <a:pt x="1095375" y="66675"/>
                </a:lnTo>
                <a:lnTo>
                  <a:pt x="1095375" y="76200"/>
                </a:lnTo>
                <a:lnTo>
                  <a:pt x="1085850" y="76200"/>
                </a:lnTo>
                <a:close/>
                <a:moveTo>
                  <a:pt x="104775" y="76200"/>
                </a:moveTo>
                <a:lnTo>
                  <a:pt x="114300" y="76200"/>
                </a:lnTo>
                <a:lnTo>
                  <a:pt x="114300" y="104775"/>
                </a:lnTo>
                <a:lnTo>
                  <a:pt x="95250" y="104775"/>
                </a:lnTo>
                <a:lnTo>
                  <a:pt x="95250" y="114300"/>
                </a:lnTo>
                <a:lnTo>
                  <a:pt x="85725" y="114300"/>
                </a:lnTo>
                <a:lnTo>
                  <a:pt x="85725" y="104775"/>
                </a:lnTo>
                <a:lnTo>
                  <a:pt x="76200" y="104775"/>
                </a:lnTo>
                <a:lnTo>
                  <a:pt x="76200" y="95250"/>
                </a:lnTo>
                <a:lnTo>
                  <a:pt x="104775" y="95250"/>
                </a:lnTo>
                <a:close/>
                <a:moveTo>
                  <a:pt x="733425" y="76200"/>
                </a:moveTo>
                <a:lnTo>
                  <a:pt x="742950" y="76200"/>
                </a:lnTo>
                <a:lnTo>
                  <a:pt x="742950" y="85725"/>
                </a:lnTo>
                <a:lnTo>
                  <a:pt x="733425" y="85725"/>
                </a:lnTo>
                <a:close/>
                <a:moveTo>
                  <a:pt x="133350" y="104775"/>
                </a:moveTo>
                <a:lnTo>
                  <a:pt x="152400" y="104775"/>
                </a:lnTo>
                <a:lnTo>
                  <a:pt x="152400" y="114300"/>
                </a:lnTo>
                <a:lnTo>
                  <a:pt x="142875" y="114300"/>
                </a:lnTo>
                <a:lnTo>
                  <a:pt x="142875" y="123825"/>
                </a:lnTo>
                <a:lnTo>
                  <a:pt x="133350" y="123825"/>
                </a:lnTo>
                <a:close/>
                <a:moveTo>
                  <a:pt x="723900" y="104775"/>
                </a:moveTo>
                <a:lnTo>
                  <a:pt x="733425" y="104775"/>
                </a:lnTo>
                <a:lnTo>
                  <a:pt x="733425" y="114300"/>
                </a:lnTo>
                <a:lnTo>
                  <a:pt x="723900" y="114300"/>
                </a:lnTo>
                <a:close/>
                <a:moveTo>
                  <a:pt x="1143000" y="104775"/>
                </a:moveTo>
                <a:lnTo>
                  <a:pt x="1152525" y="104775"/>
                </a:lnTo>
                <a:lnTo>
                  <a:pt x="1152525" y="123825"/>
                </a:lnTo>
                <a:lnTo>
                  <a:pt x="1133475" y="123825"/>
                </a:lnTo>
                <a:lnTo>
                  <a:pt x="1133475" y="133350"/>
                </a:lnTo>
                <a:lnTo>
                  <a:pt x="1123950" y="133350"/>
                </a:lnTo>
                <a:lnTo>
                  <a:pt x="1123950" y="114300"/>
                </a:lnTo>
                <a:lnTo>
                  <a:pt x="1143000" y="114300"/>
                </a:lnTo>
                <a:close/>
                <a:moveTo>
                  <a:pt x="0" y="114300"/>
                </a:moveTo>
                <a:lnTo>
                  <a:pt x="19050" y="114300"/>
                </a:lnTo>
                <a:lnTo>
                  <a:pt x="19050" y="123825"/>
                </a:lnTo>
                <a:lnTo>
                  <a:pt x="0" y="123825"/>
                </a:lnTo>
                <a:close/>
                <a:moveTo>
                  <a:pt x="676275" y="123825"/>
                </a:moveTo>
                <a:lnTo>
                  <a:pt x="695325" y="123825"/>
                </a:lnTo>
                <a:lnTo>
                  <a:pt x="695325" y="133350"/>
                </a:lnTo>
                <a:lnTo>
                  <a:pt x="676275" y="133350"/>
                </a:lnTo>
                <a:close/>
                <a:moveTo>
                  <a:pt x="38100" y="142875"/>
                </a:moveTo>
                <a:lnTo>
                  <a:pt x="57150" y="142875"/>
                </a:lnTo>
                <a:lnTo>
                  <a:pt x="57150" y="161925"/>
                </a:lnTo>
                <a:lnTo>
                  <a:pt x="66675" y="161925"/>
                </a:lnTo>
                <a:lnTo>
                  <a:pt x="66675" y="171450"/>
                </a:lnTo>
                <a:lnTo>
                  <a:pt x="47625" y="171450"/>
                </a:lnTo>
                <a:lnTo>
                  <a:pt x="47625" y="180975"/>
                </a:lnTo>
                <a:lnTo>
                  <a:pt x="38100" y="180975"/>
                </a:lnTo>
                <a:close/>
                <a:moveTo>
                  <a:pt x="1171575" y="161925"/>
                </a:moveTo>
                <a:lnTo>
                  <a:pt x="1181100" y="161925"/>
                </a:lnTo>
                <a:lnTo>
                  <a:pt x="1181100" y="171450"/>
                </a:lnTo>
                <a:lnTo>
                  <a:pt x="1171575" y="171450"/>
                </a:lnTo>
                <a:close/>
                <a:moveTo>
                  <a:pt x="0" y="180975"/>
                </a:moveTo>
                <a:lnTo>
                  <a:pt x="9525" y="180975"/>
                </a:lnTo>
                <a:lnTo>
                  <a:pt x="9525" y="190500"/>
                </a:lnTo>
                <a:lnTo>
                  <a:pt x="0" y="190500"/>
                </a:lnTo>
                <a:close/>
                <a:moveTo>
                  <a:pt x="1152525" y="180975"/>
                </a:moveTo>
                <a:lnTo>
                  <a:pt x="1162050" y="180975"/>
                </a:lnTo>
                <a:lnTo>
                  <a:pt x="1162050" y="190500"/>
                </a:lnTo>
                <a:lnTo>
                  <a:pt x="1152525" y="190500"/>
                </a:lnTo>
                <a:close/>
                <a:moveTo>
                  <a:pt x="1123950" y="190500"/>
                </a:moveTo>
                <a:lnTo>
                  <a:pt x="1133475" y="190500"/>
                </a:lnTo>
                <a:lnTo>
                  <a:pt x="1133475" y="200025"/>
                </a:lnTo>
                <a:lnTo>
                  <a:pt x="1152525" y="200025"/>
                </a:lnTo>
                <a:lnTo>
                  <a:pt x="1152525" y="219075"/>
                </a:lnTo>
                <a:lnTo>
                  <a:pt x="1143000" y="219075"/>
                </a:lnTo>
                <a:lnTo>
                  <a:pt x="1143000" y="247650"/>
                </a:lnTo>
                <a:lnTo>
                  <a:pt x="1133475" y="247650"/>
                </a:lnTo>
                <a:lnTo>
                  <a:pt x="1133475" y="219075"/>
                </a:lnTo>
                <a:lnTo>
                  <a:pt x="1123950" y="219075"/>
                </a:lnTo>
                <a:close/>
                <a:moveTo>
                  <a:pt x="38100" y="219075"/>
                </a:moveTo>
                <a:lnTo>
                  <a:pt x="57150" y="219075"/>
                </a:lnTo>
                <a:lnTo>
                  <a:pt x="57150" y="238125"/>
                </a:lnTo>
                <a:lnTo>
                  <a:pt x="47625" y="238125"/>
                </a:lnTo>
                <a:lnTo>
                  <a:pt x="47625" y="228600"/>
                </a:lnTo>
                <a:lnTo>
                  <a:pt x="38100" y="228600"/>
                </a:lnTo>
                <a:close/>
                <a:moveTo>
                  <a:pt x="66675" y="238125"/>
                </a:moveTo>
                <a:lnTo>
                  <a:pt x="76200" y="238125"/>
                </a:lnTo>
                <a:lnTo>
                  <a:pt x="76200" y="257175"/>
                </a:lnTo>
                <a:lnTo>
                  <a:pt x="66675" y="257175"/>
                </a:lnTo>
                <a:close/>
                <a:moveTo>
                  <a:pt x="495300" y="247650"/>
                </a:moveTo>
                <a:lnTo>
                  <a:pt x="514350" y="247650"/>
                </a:lnTo>
                <a:lnTo>
                  <a:pt x="514350" y="257175"/>
                </a:lnTo>
                <a:lnTo>
                  <a:pt x="495300" y="257175"/>
                </a:lnTo>
                <a:close/>
                <a:moveTo>
                  <a:pt x="1133475" y="257175"/>
                </a:moveTo>
                <a:lnTo>
                  <a:pt x="1143000" y="257175"/>
                </a:lnTo>
                <a:lnTo>
                  <a:pt x="1143000" y="276225"/>
                </a:lnTo>
                <a:lnTo>
                  <a:pt x="1133475" y="276225"/>
                </a:lnTo>
                <a:close/>
                <a:moveTo>
                  <a:pt x="609600" y="266700"/>
                </a:moveTo>
                <a:lnTo>
                  <a:pt x="619125" y="266700"/>
                </a:lnTo>
                <a:lnTo>
                  <a:pt x="619125" y="276225"/>
                </a:lnTo>
                <a:lnTo>
                  <a:pt x="609600" y="276225"/>
                </a:lnTo>
                <a:close/>
                <a:moveTo>
                  <a:pt x="295275" y="276225"/>
                </a:moveTo>
                <a:lnTo>
                  <a:pt x="314325" y="276225"/>
                </a:lnTo>
                <a:lnTo>
                  <a:pt x="314325" y="285750"/>
                </a:lnTo>
                <a:lnTo>
                  <a:pt x="295275" y="285750"/>
                </a:lnTo>
                <a:close/>
                <a:moveTo>
                  <a:pt x="9525" y="285750"/>
                </a:moveTo>
                <a:lnTo>
                  <a:pt x="19050" y="285750"/>
                </a:lnTo>
                <a:lnTo>
                  <a:pt x="19050" y="295275"/>
                </a:lnTo>
                <a:lnTo>
                  <a:pt x="9525" y="295275"/>
                </a:lnTo>
                <a:close/>
                <a:moveTo>
                  <a:pt x="704850" y="285750"/>
                </a:moveTo>
                <a:lnTo>
                  <a:pt x="723900" y="285750"/>
                </a:lnTo>
                <a:lnTo>
                  <a:pt x="723900" y="295275"/>
                </a:lnTo>
                <a:lnTo>
                  <a:pt x="704850" y="295275"/>
                </a:lnTo>
                <a:close/>
                <a:moveTo>
                  <a:pt x="66675" y="295275"/>
                </a:moveTo>
                <a:lnTo>
                  <a:pt x="76200" y="295275"/>
                </a:lnTo>
                <a:lnTo>
                  <a:pt x="76200" y="304800"/>
                </a:lnTo>
                <a:lnTo>
                  <a:pt x="66675" y="304800"/>
                </a:lnTo>
                <a:close/>
                <a:moveTo>
                  <a:pt x="95250" y="295275"/>
                </a:moveTo>
                <a:lnTo>
                  <a:pt x="114300" y="295275"/>
                </a:lnTo>
                <a:lnTo>
                  <a:pt x="114300" y="333375"/>
                </a:lnTo>
                <a:lnTo>
                  <a:pt x="104775" y="333375"/>
                </a:lnTo>
                <a:lnTo>
                  <a:pt x="104775" y="314325"/>
                </a:lnTo>
                <a:lnTo>
                  <a:pt x="95250" y="314325"/>
                </a:lnTo>
                <a:close/>
                <a:moveTo>
                  <a:pt x="695325" y="304800"/>
                </a:moveTo>
                <a:lnTo>
                  <a:pt x="704850" y="304800"/>
                </a:lnTo>
                <a:lnTo>
                  <a:pt x="704850" y="314325"/>
                </a:lnTo>
                <a:lnTo>
                  <a:pt x="695325" y="314325"/>
                </a:lnTo>
                <a:close/>
                <a:moveTo>
                  <a:pt x="1104900" y="304800"/>
                </a:moveTo>
                <a:lnTo>
                  <a:pt x="1114425" y="304800"/>
                </a:lnTo>
                <a:lnTo>
                  <a:pt x="1114425" y="323850"/>
                </a:lnTo>
                <a:lnTo>
                  <a:pt x="1095375" y="323850"/>
                </a:lnTo>
                <a:lnTo>
                  <a:pt x="1095375" y="314325"/>
                </a:lnTo>
                <a:lnTo>
                  <a:pt x="1104900" y="314325"/>
                </a:lnTo>
                <a:close/>
                <a:moveTo>
                  <a:pt x="9525" y="314325"/>
                </a:moveTo>
                <a:lnTo>
                  <a:pt x="38100" y="314325"/>
                </a:lnTo>
                <a:lnTo>
                  <a:pt x="38100" y="323850"/>
                </a:lnTo>
                <a:lnTo>
                  <a:pt x="28575" y="323850"/>
                </a:lnTo>
                <a:lnTo>
                  <a:pt x="28575" y="342900"/>
                </a:lnTo>
                <a:lnTo>
                  <a:pt x="38100" y="342900"/>
                </a:lnTo>
                <a:lnTo>
                  <a:pt x="38100" y="352425"/>
                </a:lnTo>
                <a:lnTo>
                  <a:pt x="47625" y="352425"/>
                </a:lnTo>
                <a:lnTo>
                  <a:pt x="47625" y="361950"/>
                </a:lnTo>
                <a:lnTo>
                  <a:pt x="76200" y="361950"/>
                </a:lnTo>
                <a:lnTo>
                  <a:pt x="76200" y="371475"/>
                </a:lnTo>
                <a:lnTo>
                  <a:pt x="85725" y="371475"/>
                </a:lnTo>
                <a:lnTo>
                  <a:pt x="85725" y="361950"/>
                </a:lnTo>
                <a:lnTo>
                  <a:pt x="95250" y="361950"/>
                </a:lnTo>
                <a:lnTo>
                  <a:pt x="95250" y="352425"/>
                </a:lnTo>
                <a:lnTo>
                  <a:pt x="114300" y="352425"/>
                </a:lnTo>
                <a:lnTo>
                  <a:pt x="114300" y="371475"/>
                </a:lnTo>
                <a:lnTo>
                  <a:pt x="104775" y="371475"/>
                </a:lnTo>
                <a:lnTo>
                  <a:pt x="104775" y="390525"/>
                </a:lnTo>
                <a:lnTo>
                  <a:pt x="95250" y="390525"/>
                </a:lnTo>
                <a:lnTo>
                  <a:pt x="95250" y="419100"/>
                </a:lnTo>
                <a:lnTo>
                  <a:pt x="76200" y="419100"/>
                </a:lnTo>
                <a:lnTo>
                  <a:pt x="76200" y="390525"/>
                </a:lnTo>
                <a:lnTo>
                  <a:pt x="47625" y="390525"/>
                </a:lnTo>
                <a:lnTo>
                  <a:pt x="47625" y="400050"/>
                </a:lnTo>
                <a:lnTo>
                  <a:pt x="19050" y="400050"/>
                </a:lnTo>
                <a:lnTo>
                  <a:pt x="19050" y="390525"/>
                </a:lnTo>
                <a:lnTo>
                  <a:pt x="9525" y="390525"/>
                </a:lnTo>
                <a:lnTo>
                  <a:pt x="9525" y="361950"/>
                </a:lnTo>
                <a:lnTo>
                  <a:pt x="19050" y="361950"/>
                </a:lnTo>
                <a:lnTo>
                  <a:pt x="19050" y="333375"/>
                </a:lnTo>
                <a:lnTo>
                  <a:pt x="9525" y="333375"/>
                </a:lnTo>
                <a:close/>
                <a:moveTo>
                  <a:pt x="171450" y="333375"/>
                </a:moveTo>
                <a:lnTo>
                  <a:pt x="180975" y="333375"/>
                </a:lnTo>
                <a:lnTo>
                  <a:pt x="180975" y="342900"/>
                </a:lnTo>
                <a:lnTo>
                  <a:pt x="171450" y="342900"/>
                </a:lnTo>
                <a:close/>
                <a:moveTo>
                  <a:pt x="295275" y="333375"/>
                </a:moveTo>
                <a:lnTo>
                  <a:pt x="314325" y="333375"/>
                </a:lnTo>
                <a:lnTo>
                  <a:pt x="314325" y="342900"/>
                </a:lnTo>
                <a:lnTo>
                  <a:pt x="323850" y="342900"/>
                </a:lnTo>
                <a:lnTo>
                  <a:pt x="323850" y="352425"/>
                </a:lnTo>
                <a:lnTo>
                  <a:pt x="295275" y="352425"/>
                </a:lnTo>
                <a:close/>
                <a:moveTo>
                  <a:pt x="161925" y="342900"/>
                </a:moveTo>
                <a:lnTo>
                  <a:pt x="171450" y="342900"/>
                </a:lnTo>
                <a:lnTo>
                  <a:pt x="171450" y="352425"/>
                </a:lnTo>
                <a:lnTo>
                  <a:pt x="161925" y="352425"/>
                </a:lnTo>
                <a:close/>
                <a:moveTo>
                  <a:pt x="514350" y="342900"/>
                </a:moveTo>
                <a:lnTo>
                  <a:pt x="523875" y="342900"/>
                </a:lnTo>
                <a:lnTo>
                  <a:pt x="523875" y="352425"/>
                </a:lnTo>
                <a:lnTo>
                  <a:pt x="514350" y="352425"/>
                </a:lnTo>
                <a:close/>
                <a:moveTo>
                  <a:pt x="609600" y="342900"/>
                </a:moveTo>
                <a:lnTo>
                  <a:pt x="628650" y="342900"/>
                </a:lnTo>
                <a:lnTo>
                  <a:pt x="628650" y="352425"/>
                </a:lnTo>
                <a:lnTo>
                  <a:pt x="638175" y="352425"/>
                </a:lnTo>
                <a:lnTo>
                  <a:pt x="638175" y="371475"/>
                </a:lnTo>
                <a:lnTo>
                  <a:pt x="609600" y="371475"/>
                </a:lnTo>
                <a:lnTo>
                  <a:pt x="609600" y="361950"/>
                </a:lnTo>
                <a:lnTo>
                  <a:pt x="619125" y="361950"/>
                </a:lnTo>
                <a:lnTo>
                  <a:pt x="619125" y="352425"/>
                </a:lnTo>
                <a:lnTo>
                  <a:pt x="609600" y="352425"/>
                </a:lnTo>
                <a:close/>
                <a:moveTo>
                  <a:pt x="904875" y="342900"/>
                </a:moveTo>
                <a:lnTo>
                  <a:pt x="914400" y="342900"/>
                </a:lnTo>
                <a:lnTo>
                  <a:pt x="914400" y="361950"/>
                </a:lnTo>
                <a:lnTo>
                  <a:pt x="933450" y="361950"/>
                </a:lnTo>
                <a:lnTo>
                  <a:pt x="933450" y="371475"/>
                </a:lnTo>
                <a:lnTo>
                  <a:pt x="895350" y="371475"/>
                </a:lnTo>
                <a:lnTo>
                  <a:pt x="895350" y="352425"/>
                </a:lnTo>
                <a:lnTo>
                  <a:pt x="904875" y="352425"/>
                </a:lnTo>
                <a:close/>
                <a:moveTo>
                  <a:pt x="190500" y="352425"/>
                </a:moveTo>
                <a:lnTo>
                  <a:pt x="209550" y="352425"/>
                </a:lnTo>
                <a:lnTo>
                  <a:pt x="209550" y="361950"/>
                </a:lnTo>
                <a:lnTo>
                  <a:pt x="219075" y="361950"/>
                </a:lnTo>
                <a:lnTo>
                  <a:pt x="219075" y="371475"/>
                </a:lnTo>
                <a:lnTo>
                  <a:pt x="209550" y="371475"/>
                </a:lnTo>
                <a:lnTo>
                  <a:pt x="209550" y="381000"/>
                </a:lnTo>
                <a:lnTo>
                  <a:pt x="180975" y="381000"/>
                </a:lnTo>
                <a:lnTo>
                  <a:pt x="180975" y="371475"/>
                </a:lnTo>
                <a:lnTo>
                  <a:pt x="190500" y="371475"/>
                </a:lnTo>
                <a:close/>
                <a:moveTo>
                  <a:pt x="495300" y="352425"/>
                </a:moveTo>
                <a:lnTo>
                  <a:pt x="504825" y="352425"/>
                </a:lnTo>
                <a:lnTo>
                  <a:pt x="504825" y="361950"/>
                </a:lnTo>
                <a:lnTo>
                  <a:pt x="495300" y="361950"/>
                </a:lnTo>
                <a:close/>
                <a:moveTo>
                  <a:pt x="990600" y="352425"/>
                </a:moveTo>
                <a:lnTo>
                  <a:pt x="1000125" y="352425"/>
                </a:lnTo>
                <a:lnTo>
                  <a:pt x="1000125" y="361950"/>
                </a:lnTo>
                <a:lnTo>
                  <a:pt x="1028700" y="361950"/>
                </a:lnTo>
                <a:lnTo>
                  <a:pt x="1028700" y="352425"/>
                </a:lnTo>
                <a:lnTo>
                  <a:pt x="1038225" y="352425"/>
                </a:lnTo>
                <a:lnTo>
                  <a:pt x="1038225" y="361950"/>
                </a:lnTo>
                <a:lnTo>
                  <a:pt x="1047750" y="361950"/>
                </a:lnTo>
                <a:lnTo>
                  <a:pt x="1047750" y="381000"/>
                </a:lnTo>
                <a:lnTo>
                  <a:pt x="1066800" y="381000"/>
                </a:lnTo>
                <a:lnTo>
                  <a:pt x="1066800" y="390525"/>
                </a:lnTo>
                <a:lnTo>
                  <a:pt x="1076325" y="390525"/>
                </a:lnTo>
                <a:lnTo>
                  <a:pt x="1076325" y="419100"/>
                </a:lnTo>
                <a:lnTo>
                  <a:pt x="1066800" y="419100"/>
                </a:lnTo>
                <a:lnTo>
                  <a:pt x="1066800" y="409575"/>
                </a:lnTo>
                <a:lnTo>
                  <a:pt x="1057275" y="409575"/>
                </a:lnTo>
                <a:lnTo>
                  <a:pt x="1057275" y="419100"/>
                </a:lnTo>
                <a:lnTo>
                  <a:pt x="1047750" y="419100"/>
                </a:lnTo>
                <a:lnTo>
                  <a:pt x="1047750" y="409575"/>
                </a:lnTo>
                <a:lnTo>
                  <a:pt x="1038225" y="409575"/>
                </a:lnTo>
                <a:lnTo>
                  <a:pt x="1038225" y="400050"/>
                </a:lnTo>
                <a:lnTo>
                  <a:pt x="1047750" y="400050"/>
                </a:lnTo>
                <a:lnTo>
                  <a:pt x="1047750" y="390525"/>
                </a:lnTo>
                <a:lnTo>
                  <a:pt x="1009650" y="390525"/>
                </a:lnTo>
                <a:lnTo>
                  <a:pt x="1009650" y="409575"/>
                </a:lnTo>
                <a:lnTo>
                  <a:pt x="1028700" y="409575"/>
                </a:lnTo>
                <a:lnTo>
                  <a:pt x="1028700" y="419100"/>
                </a:lnTo>
                <a:lnTo>
                  <a:pt x="1019175" y="419100"/>
                </a:lnTo>
                <a:lnTo>
                  <a:pt x="1019175" y="438150"/>
                </a:lnTo>
                <a:lnTo>
                  <a:pt x="1009650" y="438150"/>
                </a:lnTo>
                <a:lnTo>
                  <a:pt x="1009650" y="428625"/>
                </a:lnTo>
                <a:lnTo>
                  <a:pt x="981075" y="428625"/>
                </a:lnTo>
                <a:lnTo>
                  <a:pt x="981075" y="409575"/>
                </a:lnTo>
                <a:lnTo>
                  <a:pt x="962025" y="409575"/>
                </a:lnTo>
                <a:lnTo>
                  <a:pt x="962025" y="400050"/>
                </a:lnTo>
                <a:lnTo>
                  <a:pt x="971550" y="400050"/>
                </a:lnTo>
                <a:lnTo>
                  <a:pt x="971550" y="390525"/>
                </a:lnTo>
                <a:lnTo>
                  <a:pt x="981075" y="390525"/>
                </a:lnTo>
                <a:lnTo>
                  <a:pt x="981075" y="371475"/>
                </a:lnTo>
                <a:lnTo>
                  <a:pt x="990600" y="371475"/>
                </a:lnTo>
                <a:close/>
                <a:moveTo>
                  <a:pt x="1162050" y="352425"/>
                </a:moveTo>
                <a:lnTo>
                  <a:pt x="1171575" y="352425"/>
                </a:lnTo>
                <a:lnTo>
                  <a:pt x="1171575" y="381000"/>
                </a:lnTo>
                <a:lnTo>
                  <a:pt x="1162050" y="381000"/>
                </a:lnTo>
                <a:close/>
                <a:moveTo>
                  <a:pt x="495300" y="371475"/>
                </a:moveTo>
                <a:lnTo>
                  <a:pt x="504825" y="371475"/>
                </a:lnTo>
                <a:lnTo>
                  <a:pt x="504825" y="381000"/>
                </a:lnTo>
                <a:lnTo>
                  <a:pt x="495300" y="381000"/>
                </a:lnTo>
                <a:close/>
                <a:moveTo>
                  <a:pt x="533400" y="371475"/>
                </a:moveTo>
                <a:lnTo>
                  <a:pt x="542925" y="371475"/>
                </a:lnTo>
                <a:lnTo>
                  <a:pt x="542925" y="381000"/>
                </a:lnTo>
                <a:lnTo>
                  <a:pt x="533400" y="381000"/>
                </a:lnTo>
                <a:close/>
                <a:moveTo>
                  <a:pt x="933450" y="371475"/>
                </a:moveTo>
                <a:lnTo>
                  <a:pt x="942975" y="371475"/>
                </a:lnTo>
                <a:lnTo>
                  <a:pt x="942975" y="381000"/>
                </a:lnTo>
                <a:lnTo>
                  <a:pt x="933450" y="381000"/>
                </a:lnTo>
                <a:close/>
                <a:moveTo>
                  <a:pt x="1085850" y="371475"/>
                </a:moveTo>
                <a:lnTo>
                  <a:pt x="1104900" y="371475"/>
                </a:lnTo>
                <a:lnTo>
                  <a:pt x="1104900" y="390525"/>
                </a:lnTo>
                <a:lnTo>
                  <a:pt x="1095375" y="390525"/>
                </a:lnTo>
                <a:lnTo>
                  <a:pt x="1095375" y="381000"/>
                </a:lnTo>
                <a:lnTo>
                  <a:pt x="1085850" y="381000"/>
                </a:lnTo>
                <a:close/>
                <a:moveTo>
                  <a:pt x="1200150" y="371475"/>
                </a:moveTo>
                <a:lnTo>
                  <a:pt x="1209675" y="371475"/>
                </a:lnTo>
                <a:lnTo>
                  <a:pt x="1209675" y="381000"/>
                </a:lnTo>
                <a:lnTo>
                  <a:pt x="1200150" y="381000"/>
                </a:lnTo>
                <a:close/>
                <a:moveTo>
                  <a:pt x="514350" y="381000"/>
                </a:moveTo>
                <a:lnTo>
                  <a:pt x="523875" y="381000"/>
                </a:lnTo>
                <a:lnTo>
                  <a:pt x="523875" y="390525"/>
                </a:lnTo>
                <a:lnTo>
                  <a:pt x="514350" y="390525"/>
                </a:lnTo>
                <a:close/>
                <a:moveTo>
                  <a:pt x="895350" y="381000"/>
                </a:moveTo>
                <a:lnTo>
                  <a:pt x="933450" y="381000"/>
                </a:lnTo>
                <a:lnTo>
                  <a:pt x="933450" y="390525"/>
                </a:lnTo>
                <a:lnTo>
                  <a:pt x="923925" y="390525"/>
                </a:lnTo>
                <a:lnTo>
                  <a:pt x="923925" y="428625"/>
                </a:lnTo>
                <a:lnTo>
                  <a:pt x="904875" y="428625"/>
                </a:lnTo>
                <a:lnTo>
                  <a:pt x="904875" y="419100"/>
                </a:lnTo>
                <a:lnTo>
                  <a:pt x="885825" y="419100"/>
                </a:lnTo>
                <a:lnTo>
                  <a:pt x="885825" y="400050"/>
                </a:lnTo>
                <a:lnTo>
                  <a:pt x="914400" y="400050"/>
                </a:lnTo>
                <a:lnTo>
                  <a:pt x="914400" y="390525"/>
                </a:lnTo>
                <a:lnTo>
                  <a:pt x="895350" y="390525"/>
                </a:lnTo>
                <a:close/>
                <a:moveTo>
                  <a:pt x="1171575" y="381000"/>
                </a:moveTo>
                <a:lnTo>
                  <a:pt x="1190625" y="381000"/>
                </a:lnTo>
                <a:lnTo>
                  <a:pt x="1190625" y="390525"/>
                </a:lnTo>
                <a:lnTo>
                  <a:pt x="1181100" y="390525"/>
                </a:lnTo>
                <a:lnTo>
                  <a:pt x="1181100" y="409575"/>
                </a:lnTo>
                <a:lnTo>
                  <a:pt x="1171575" y="409575"/>
                </a:lnTo>
                <a:close/>
                <a:moveTo>
                  <a:pt x="1190625" y="390525"/>
                </a:moveTo>
                <a:lnTo>
                  <a:pt x="1200150" y="390525"/>
                </a:lnTo>
                <a:lnTo>
                  <a:pt x="1200150" y="409575"/>
                </a:lnTo>
                <a:lnTo>
                  <a:pt x="1209675" y="409575"/>
                </a:lnTo>
                <a:lnTo>
                  <a:pt x="1209675" y="438150"/>
                </a:lnTo>
                <a:lnTo>
                  <a:pt x="1200150" y="438150"/>
                </a:lnTo>
                <a:lnTo>
                  <a:pt x="1200150" y="428625"/>
                </a:lnTo>
                <a:lnTo>
                  <a:pt x="1190625" y="428625"/>
                </a:lnTo>
                <a:close/>
                <a:moveTo>
                  <a:pt x="990600" y="400050"/>
                </a:moveTo>
                <a:lnTo>
                  <a:pt x="1000125" y="400050"/>
                </a:lnTo>
                <a:lnTo>
                  <a:pt x="1000125" y="390525"/>
                </a:lnTo>
                <a:lnTo>
                  <a:pt x="990600" y="390525"/>
                </a:lnTo>
                <a:close/>
                <a:moveTo>
                  <a:pt x="1152525" y="409575"/>
                </a:moveTo>
                <a:lnTo>
                  <a:pt x="1162050" y="409575"/>
                </a:lnTo>
                <a:lnTo>
                  <a:pt x="1162050" y="419100"/>
                </a:lnTo>
                <a:lnTo>
                  <a:pt x="1152525" y="419100"/>
                </a:lnTo>
                <a:close/>
                <a:moveTo>
                  <a:pt x="942975" y="419100"/>
                </a:moveTo>
                <a:lnTo>
                  <a:pt x="952500" y="419100"/>
                </a:lnTo>
                <a:lnTo>
                  <a:pt x="952500" y="428625"/>
                </a:lnTo>
                <a:lnTo>
                  <a:pt x="942975" y="428625"/>
                </a:lnTo>
                <a:close/>
                <a:moveTo>
                  <a:pt x="1162050" y="419100"/>
                </a:moveTo>
                <a:lnTo>
                  <a:pt x="1171575" y="419100"/>
                </a:lnTo>
                <a:lnTo>
                  <a:pt x="1171575" y="428625"/>
                </a:lnTo>
                <a:lnTo>
                  <a:pt x="1162050" y="428625"/>
                </a:lnTo>
                <a:close/>
                <a:moveTo>
                  <a:pt x="590550" y="438150"/>
                </a:moveTo>
                <a:lnTo>
                  <a:pt x="600075" y="438150"/>
                </a:lnTo>
                <a:lnTo>
                  <a:pt x="600075" y="457200"/>
                </a:lnTo>
                <a:lnTo>
                  <a:pt x="619125" y="457200"/>
                </a:lnTo>
                <a:lnTo>
                  <a:pt x="619125" y="485775"/>
                </a:lnTo>
                <a:lnTo>
                  <a:pt x="600075" y="485775"/>
                </a:lnTo>
                <a:lnTo>
                  <a:pt x="600075" y="466725"/>
                </a:lnTo>
                <a:lnTo>
                  <a:pt x="590550" y="466725"/>
                </a:lnTo>
                <a:lnTo>
                  <a:pt x="590550" y="457200"/>
                </a:lnTo>
                <a:lnTo>
                  <a:pt x="581025" y="457200"/>
                </a:lnTo>
                <a:lnTo>
                  <a:pt x="581025" y="447675"/>
                </a:lnTo>
                <a:lnTo>
                  <a:pt x="590550" y="447675"/>
                </a:lnTo>
                <a:close/>
                <a:moveTo>
                  <a:pt x="161925" y="447675"/>
                </a:moveTo>
                <a:lnTo>
                  <a:pt x="180975" y="447675"/>
                </a:lnTo>
                <a:lnTo>
                  <a:pt x="180975" y="457200"/>
                </a:lnTo>
                <a:lnTo>
                  <a:pt x="161925" y="457200"/>
                </a:lnTo>
                <a:close/>
                <a:moveTo>
                  <a:pt x="200025" y="447675"/>
                </a:moveTo>
                <a:lnTo>
                  <a:pt x="209550" y="447675"/>
                </a:lnTo>
                <a:lnTo>
                  <a:pt x="209550" y="457200"/>
                </a:lnTo>
                <a:lnTo>
                  <a:pt x="200025" y="457200"/>
                </a:lnTo>
                <a:close/>
                <a:moveTo>
                  <a:pt x="295275" y="447675"/>
                </a:moveTo>
                <a:lnTo>
                  <a:pt x="314325" y="447675"/>
                </a:lnTo>
                <a:lnTo>
                  <a:pt x="314325" y="457200"/>
                </a:lnTo>
                <a:lnTo>
                  <a:pt x="295275" y="457200"/>
                </a:lnTo>
                <a:close/>
                <a:moveTo>
                  <a:pt x="180975" y="457200"/>
                </a:moveTo>
                <a:lnTo>
                  <a:pt x="190500" y="457200"/>
                </a:lnTo>
                <a:lnTo>
                  <a:pt x="190500" y="466725"/>
                </a:lnTo>
                <a:lnTo>
                  <a:pt x="180975" y="466725"/>
                </a:lnTo>
                <a:close/>
                <a:moveTo>
                  <a:pt x="809625" y="457200"/>
                </a:moveTo>
                <a:lnTo>
                  <a:pt x="828675" y="457200"/>
                </a:lnTo>
                <a:lnTo>
                  <a:pt x="828675" y="476250"/>
                </a:lnTo>
                <a:lnTo>
                  <a:pt x="809625" y="476250"/>
                </a:lnTo>
                <a:close/>
                <a:moveTo>
                  <a:pt x="904875" y="457200"/>
                </a:moveTo>
                <a:lnTo>
                  <a:pt x="923925" y="457200"/>
                </a:lnTo>
                <a:lnTo>
                  <a:pt x="923925" y="495300"/>
                </a:lnTo>
                <a:lnTo>
                  <a:pt x="904875" y="495300"/>
                </a:lnTo>
                <a:lnTo>
                  <a:pt x="904875" y="485775"/>
                </a:lnTo>
                <a:lnTo>
                  <a:pt x="885825" y="485775"/>
                </a:lnTo>
                <a:lnTo>
                  <a:pt x="885825" y="466725"/>
                </a:lnTo>
                <a:lnTo>
                  <a:pt x="904875" y="466725"/>
                </a:lnTo>
                <a:close/>
                <a:moveTo>
                  <a:pt x="285750" y="466725"/>
                </a:moveTo>
                <a:lnTo>
                  <a:pt x="304800" y="466725"/>
                </a:lnTo>
                <a:lnTo>
                  <a:pt x="304800" y="476250"/>
                </a:lnTo>
                <a:lnTo>
                  <a:pt x="285750" y="476250"/>
                </a:lnTo>
                <a:close/>
                <a:moveTo>
                  <a:pt x="952500" y="466725"/>
                </a:moveTo>
                <a:lnTo>
                  <a:pt x="971550" y="466725"/>
                </a:lnTo>
                <a:lnTo>
                  <a:pt x="971550" y="485775"/>
                </a:lnTo>
                <a:lnTo>
                  <a:pt x="942975" y="485775"/>
                </a:lnTo>
                <a:lnTo>
                  <a:pt x="942975" y="476250"/>
                </a:lnTo>
                <a:lnTo>
                  <a:pt x="952500" y="476250"/>
                </a:lnTo>
                <a:close/>
                <a:moveTo>
                  <a:pt x="1133475" y="466725"/>
                </a:moveTo>
                <a:lnTo>
                  <a:pt x="1143000" y="466725"/>
                </a:lnTo>
                <a:lnTo>
                  <a:pt x="1143000" y="476250"/>
                </a:lnTo>
                <a:lnTo>
                  <a:pt x="1133475" y="476250"/>
                </a:lnTo>
                <a:close/>
                <a:moveTo>
                  <a:pt x="1200150" y="466725"/>
                </a:moveTo>
                <a:lnTo>
                  <a:pt x="1209675" y="466725"/>
                </a:lnTo>
                <a:lnTo>
                  <a:pt x="1209675" y="476250"/>
                </a:lnTo>
                <a:lnTo>
                  <a:pt x="1200150" y="476250"/>
                </a:lnTo>
                <a:close/>
                <a:moveTo>
                  <a:pt x="390525" y="476250"/>
                </a:moveTo>
                <a:lnTo>
                  <a:pt x="419100" y="476250"/>
                </a:lnTo>
                <a:lnTo>
                  <a:pt x="419100" y="485775"/>
                </a:lnTo>
                <a:lnTo>
                  <a:pt x="390525" y="485775"/>
                </a:lnTo>
                <a:close/>
                <a:moveTo>
                  <a:pt x="447675" y="476250"/>
                </a:moveTo>
                <a:lnTo>
                  <a:pt x="457200" y="476250"/>
                </a:lnTo>
                <a:lnTo>
                  <a:pt x="457200" y="485775"/>
                </a:lnTo>
                <a:lnTo>
                  <a:pt x="447675" y="485775"/>
                </a:lnTo>
                <a:close/>
                <a:moveTo>
                  <a:pt x="1009650" y="476250"/>
                </a:moveTo>
                <a:lnTo>
                  <a:pt x="1028700" y="476250"/>
                </a:lnTo>
                <a:lnTo>
                  <a:pt x="1028700" y="485775"/>
                </a:lnTo>
                <a:lnTo>
                  <a:pt x="1019175" y="485775"/>
                </a:lnTo>
                <a:lnTo>
                  <a:pt x="1019175" y="495300"/>
                </a:lnTo>
                <a:lnTo>
                  <a:pt x="1009650" y="495300"/>
                </a:lnTo>
                <a:close/>
                <a:moveTo>
                  <a:pt x="9525" y="485775"/>
                </a:moveTo>
                <a:lnTo>
                  <a:pt x="28575" y="485775"/>
                </a:lnTo>
                <a:lnTo>
                  <a:pt x="28575" y="495300"/>
                </a:lnTo>
                <a:lnTo>
                  <a:pt x="38100" y="495300"/>
                </a:lnTo>
                <a:lnTo>
                  <a:pt x="38100" y="504825"/>
                </a:lnTo>
                <a:lnTo>
                  <a:pt x="19050" y="504825"/>
                </a:lnTo>
                <a:lnTo>
                  <a:pt x="19050" y="495300"/>
                </a:lnTo>
                <a:lnTo>
                  <a:pt x="9525" y="495300"/>
                </a:lnTo>
                <a:close/>
                <a:moveTo>
                  <a:pt x="438150" y="495300"/>
                </a:moveTo>
                <a:lnTo>
                  <a:pt x="447675" y="495300"/>
                </a:lnTo>
                <a:lnTo>
                  <a:pt x="447675" y="514350"/>
                </a:lnTo>
                <a:lnTo>
                  <a:pt x="457200" y="514350"/>
                </a:lnTo>
                <a:lnTo>
                  <a:pt x="457200" y="523875"/>
                </a:lnTo>
                <a:lnTo>
                  <a:pt x="438150" y="523875"/>
                </a:lnTo>
                <a:lnTo>
                  <a:pt x="438150" y="542925"/>
                </a:lnTo>
                <a:lnTo>
                  <a:pt x="428625" y="542925"/>
                </a:lnTo>
                <a:lnTo>
                  <a:pt x="428625" y="514350"/>
                </a:lnTo>
                <a:lnTo>
                  <a:pt x="438150" y="514350"/>
                </a:lnTo>
                <a:close/>
                <a:moveTo>
                  <a:pt x="9525" y="504825"/>
                </a:moveTo>
                <a:lnTo>
                  <a:pt x="19050" y="504825"/>
                </a:lnTo>
                <a:lnTo>
                  <a:pt x="19050" y="523875"/>
                </a:lnTo>
                <a:lnTo>
                  <a:pt x="9525" y="523875"/>
                </a:lnTo>
                <a:close/>
                <a:moveTo>
                  <a:pt x="542925" y="504825"/>
                </a:moveTo>
                <a:lnTo>
                  <a:pt x="561975" y="504825"/>
                </a:lnTo>
                <a:lnTo>
                  <a:pt x="561975" y="514350"/>
                </a:lnTo>
                <a:lnTo>
                  <a:pt x="542925" y="514350"/>
                </a:lnTo>
                <a:close/>
                <a:moveTo>
                  <a:pt x="285750" y="514350"/>
                </a:moveTo>
                <a:lnTo>
                  <a:pt x="295275" y="514350"/>
                </a:lnTo>
                <a:lnTo>
                  <a:pt x="295275" y="523875"/>
                </a:lnTo>
                <a:lnTo>
                  <a:pt x="285750" y="523875"/>
                </a:lnTo>
                <a:close/>
                <a:moveTo>
                  <a:pt x="809625" y="514350"/>
                </a:moveTo>
                <a:lnTo>
                  <a:pt x="828675" y="514350"/>
                </a:lnTo>
                <a:lnTo>
                  <a:pt x="828675" y="523875"/>
                </a:lnTo>
                <a:lnTo>
                  <a:pt x="819150" y="523875"/>
                </a:lnTo>
                <a:lnTo>
                  <a:pt x="819150" y="533400"/>
                </a:lnTo>
                <a:lnTo>
                  <a:pt x="809625" y="533400"/>
                </a:lnTo>
                <a:close/>
                <a:moveTo>
                  <a:pt x="981075" y="514350"/>
                </a:moveTo>
                <a:lnTo>
                  <a:pt x="990600" y="514350"/>
                </a:lnTo>
                <a:lnTo>
                  <a:pt x="990600" y="533400"/>
                </a:lnTo>
                <a:lnTo>
                  <a:pt x="981075" y="533400"/>
                </a:lnTo>
                <a:close/>
                <a:moveTo>
                  <a:pt x="1038225" y="523875"/>
                </a:moveTo>
                <a:lnTo>
                  <a:pt x="1047750" y="523875"/>
                </a:lnTo>
                <a:lnTo>
                  <a:pt x="1047750" y="542925"/>
                </a:lnTo>
                <a:lnTo>
                  <a:pt x="1038225" y="542925"/>
                </a:lnTo>
                <a:close/>
                <a:moveTo>
                  <a:pt x="9525" y="533400"/>
                </a:moveTo>
                <a:lnTo>
                  <a:pt x="47625" y="533400"/>
                </a:lnTo>
                <a:lnTo>
                  <a:pt x="47625" y="542925"/>
                </a:lnTo>
                <a:lnTo>
                  <a:pt x="66675" y="542925"/>
                </a:lnTo>
                <a:lnTo>
                  <a:pt x="66675" y="552450"/>
                </a:lnTo>
                <a:lnTo>
                  <a:pt x="19050" y="552450"/>
                </a:lnTo>
                <a:lnTo>
                  <a:pt x="19050" y="542925"/>
                </a:lnTo>
                <a:lnTo>
                  <a:pt x="9525" y="542925"/>
                </a:lnTo>
                <a:close/>
                <a:moveTo>
                  <a:pt x="1000125" y="533400"/>
                </a:moveTo>
                <a:lnTo>
                  <a:pt x="1009650" y="533400"/>
                </a:lnTo>
                <a:lnTo>
                  <a:pt x="1009650" y="542925"/>
                </a:lnTo>
                <a:lnTo>
                  <a:pt x="1000125" y="542925"/>
                </a:lnTo>
                <a:close/>
                <a:moveTo>
                  <a:pt x="1200150" y="533400"/>
                </a:moveTo>
                <a:lnTo>
                  <a:pt x="1209675" y="533400"/>
                </a:lnTo>
                <a:lnTo>
                  <a:pt x="1209675" y="552450"/>
                </a:lnTo>
                <a:lnTo>
                  <a:pt x="1200150" y="552450"/>
                </a:lnTo>
                <a:close/>
                <a:moveTo>
                  <a:pt x="171450" y="542925"/>
                </a:moveTo>
                <a:lnTo>
                  <a:pt x="180975" y="542925"/>
                </a:lnTo>
                <a:lnTo>
                  <a:pt x="180975" y="552450"/>
                </a:lnTo>
                <a:lnTo>
                  <a:pt x="171450" y="552450"/>
                </a:lnTo>
                <a:close/>
                <a:moveTo>
                  <a:pt x="276225" y="542925"/>
                </a:moveTo>
                <a:lnTo>
                  <a:pt x="295275" y="542925"/>
                </a:lnTo>
                <a:lnTo>
                  <a:pt x="295275" y="552450"/>
                </a:lnTo>
                <a:lnTo>
                  <a:pt x="314325" y="552450"/>
                </a:lnTo>
                <a:lnTo>
                  <a:pt x="314325" y="561975"/>
                </a:lnTo>
                <a:lnTo>
                  <a:pt x="304800" y="561975"/>
                </a:lnTo>
                <a:lnTo>
                  <a:pt x="304800" y="571500"/>
                </a:lnTo>
                <a:lnTo>
                  <a:pt x="285750" y="571500"/>
                </a:lnTo>
                <a:lnTo>
                  <a:pt x="285750" y="581025"/>
                </a:lnTo>
                <a:lnTo>
                  <a:pt x="295275" y="581025"/>
                </a:lnTo>
                <a:lnTo>
                  <a:pt x="295275" y="590550"/>
                </a:lnTo>
                <a:lnTo>
                  <a:pt x="276225" y="590550"/>
                </a:lnTo>
                <a:lnTo>
                  <a:pt x="276225" y="581025"/>
                </a:lnTo>
                <a:lnTo>
                  <a:pt x="228600" y="581025"/>
                </a:lnTo>
                <a:lnTo>
                  <a:pt x="228600" y="552450"/>
                </a:lnTo>
                <a:lnTo>
                  <a:pt x="276225" y="552450"/>
                </a:lnTo>
                <a:close/>
                <a:moveTo>
                  <a:pt x="361950" y="552450"/>
                </a:moveTo>
                <a:lnTo>
                  <a:pt x="381000" y="552450"/>
                </a:lnTo>
                <a:lnTo>
                  <a:pt x="381000" y="571500"/>
                </a:lnTo>
                <a:lnTo>
                  <a:pt x="390525" y="571500"/>
                </a:lnTo>
                <a:lnTo>
                  <a:pt x="390525" y="581025"/>
                </a:lnTo>
                <a:lnTo>
                  <a:pt x="381000" y="581025"/>
                </a:lnTo>
                <a:lnTo>
                  <a:pt x="381000" y="590550"/>
                </a:lnTo>
                <a:lnTo>
                  <a:pt x="323850" y="590550"/>
                </a:lnTo>
                <a:lnTo>
                  <a:pt x="323850" y="571500"/>
                </a:lnTo>
                <a:lnTo>
                  <a:pt x="314325" y="571500"/>
                </a:lnTo>
                <a:lnTo>
                  <a:pt x="314325" y="561975"/>
                </a:lnTo>
                <a:lnTo>
                  <a:pt x="361950" y="561975"/>
                </a:lnTo>
                <a:close/>
                <a:moveTo>
                  <a:pt x="76200" y="571500"/>
                </a:moveTo>
                <a:lnTo>
                  <a:pt x="85725" y="571500"/>
                </a:lnTo>
                <a:lnTo>
                  <a:pt x="85725" y="590550"/>
                </a:lnTo>
                <a:lnTo>
                  <a:pt x="76200" y="590550"/>
                </a:lnTo>
                <a:close/>
                <a:moveTo>
                  <a:pt x="438150" y="571500"/>
                </a:moveTo>
                <a:lnTo>
                  <a:pt x="447675" y="571500"/>
                </a:lnTo>
                <a:lnTo>
                  <a:pt x="447675" y="581025"/>
                </a:lnTo>
                <a:lnTo>
                  <a:pt x="438150" y="581025"/>
                </a:lnTo>
                <a:close/>
                <a:moveTo>
                  <a:pt x="914400" y="581025"/>
                </a:moveTo>
                <a:lnTo>
                  <a:pt x="923925" y="581025"/>
                </a:lnTo>
                <a:lnTo>
                  <a:pt x="923925" y="590550"/>
                </a:lnTo>
                <a:lnTo>
                  <a:pt x="933450" y="590550"/>
                </a:lnTo>
                <a:lnTo>
                  <a:pt x="933450" y="600075"/>
                </a:lnTo>
                <a:lnTo>
                  <a:pt x="904875" y="600075"/>
                </a:lnTo>
                <a:lnTo>
                  <a:pt x="904875" y="590550"/>
                </a:lnTo>
                <a:lnTo>
                  <a:pt x="914400" y="590550"/>
                </a:lnTo>
                <a:close/>
                <a:moveTo>
                  <a:pt x="1066800" y="600075"/>
                </a:moveTo>
                <a:lnTo>
                  <a:pt x="1076325" y="600075"/>
                </a:lnTo>
                <a:lnTo>
                  <a:pt x="1076325" y="609600"/>
                </a:lnTo>
                <a:lnTo>
                  <a:pt x="1066800" y="609600"/>
                </a:lnTo>
                <a:close/>
                <a:moveTo>
                  <a:pt x="695325" y="609600"/>
                </a:moveTo>
                <a:lnTo>
                  <a:pt x="704850" y="609600"/>
                </a:lnTo>
                <a:lnTo>
                  <a:pt x="704850" y="619125"/>
                </a:lnTo>
                <a:lnTo>
                  <a:pt x="695325" y="619125"/>
                </a:lnTo>
                <a:close/>
                <a:moveTo>
                  <a:pt x="800100" y="609600"/>
                </a:moveTo>
                <a:lnTo>
                  <a:pt x="809625" y="609600"/>
                </a:lnTo>
                <a:lnTo>
                  <a:pt x="809625" y="619125"/>
                </a:lnTo>
                <a:lnTo>
                  <a:pt x="819150" y="619125"/>
                </a:lnTo>
                <a:lnTo>
                  <a:pt x="819150" y="638175"/>
                </a:lnTo>
                <a:lnTo>
                  <a:pt x="809625" y="638175"/>
                </a:lnTo>
                <a:lnTo>
                  <a:pt x="809625" y="628650"/>
                </a:lnTo>
                <a:lnTo>
                  <a:pt x="800100" y="628650"/>
                </a:lnTo>
                <a:close/>
                <a:moveTo>
                  <a:pt x="285750" y="619125"/>
                </a:moveTo>
                <a:lnTo>
                  <a:pt x="342900" y="619125"/>
                </a:lnTo>
                <a:lnTo>
                  <a:pt x="342900" y="628650"/>
                </a:lnTo>
                <a:lnTo>
                  <a:pt x="314325" y="628650"/>
                </a:lnTo>
                <a:lnTo>
                  <a:pt x="314325" y="638175"/>
                </a:lnTo>
                <a:lnTo>
                  <a:pt x="342900" y="638175"/>
                </a:lnTo>
                <a:lnTo>
                  <a:pt x="342900" y="647700"/>
                </a:lnTo>
                <a:lnTo>
                  <a:pt x="333375" y="647700"/>
                </a:lnTo>
                <a:lnTo>
                  <a:pt x="333375" y="657225"/>
                </a:lnTo>
                <a:lnTo>
                  <a:pt x="342900" y="657225"/>
                </a:lnTo>
                <a:lnTo>
                  <a:pt x="342900" y="676275"/>
                </a:lnTo>
                <a:lnTo>
                  <a:pt x="352425" y="676275"/>
                </a:lnTo>
                <a:lnTo>
                  <a:pt x="352425" y="685800"/>
                </a:lnTo>
                <a:lnTo>
                  <a:pt x="342900" y="685800"/>
                </a:lnTo>
                <a:lnTo>
                  <a:pt x="342900" y="695325"/>
                </a:lnTo>
                <a:lnTo>
                  <a:pt x="333375" y="695325"/>
                </a:lnTo>
                <a:lnTo>
                  <a:pt x="333375" y="685800"/>
                </a:lnTo>
                <a:lnTo>
                  <a:pt x="323850" y="685800"/>
                </a:lnTo>
                <a:lnTo>
                  <a:pt x="323850" y="657225"/>
                </a:lnTo>
                <a:lnTo>
                  <a:pt x="276225" y="657225"/>
                </a:lnTo>
                <a:lnTo>
                  <a:pt x="276225" y="638175"/>
                </a:lnTo>
                <a:lnTo>
                  <a:pt x="247650" y="638175"/>
                </a:lnTo>
                <a:lnTo>
                  <a:pt x="247650" y="628650"/>
                </a:lnTo>
                <a:lnTo>
                  <a:pt x="276225" y="628650"/>
                </a:lnTo>
                <a:lnTo>
                  <a:pt x="276225" y="638175"/>
                </a:lnTo>
                <a:lnTo>
                  <a:pt x="295275" y="638175"/>
                </a:lnTo>
                <a:lnTo>
                  <a:pt x="295275" y="628650"/>
                </a:lnTo>
                <a:lnTo>
                  <a:pt x="285750" y="628650"/>
                </a:lnTo>
                <a:close/>
                <a:moveTo>
                  <a:pt x="1123950" y="619125"/>
                </a:moveTo>
                <a:lnTo>
                  <a:pt x="1143000" y="619125"/>
                </a:lnTo>
                <a:lnTo>
                  <a:pt x="1143000" y="638175"/>
                </a:lnTo>
                <a:lnTo>
                  <a:pt x="1123950" y="638175"/>
                </a:lnTo>
                <a:lnTo>
                  <a:pt x="1123950" y="657225"/>
                </a:lnTo>
                <a:lnTo>
                  <a:pt x="1114425" y="657225"/>
                </a:lnTo>
                <a:lnTo>
                  <a:pt x="1114425" y="628650"/>
                </a:lnTo>
                <a:lnTo>
                  <a:pt x="1123950" y="628650"/>
                </a:lnTo>
                <a:close/>
                <a:moveTo>
                  <a:pt x="200025" y="628650"/>
                </a:moveTo>
                <a:lnTo>
                  <a:pt x="238125" y="628650"/>
                </a:lnTo>
                <a:lnTo>
                  <a:pt x="238125" y="638175"/>
                </a:lnTo>
                <a:lnTo>
                  <a:pt x="200025" y="638175"/>
                </a:lnTo>
                <a:close/>
                <a:moveTo>
                  <a:pt x="466725" y="638175"/>
                </a:moveTo>
                <a:lnTo>
                  <a:pt x="485775" y="638175"/>
                </a:lnTo>
                <a:lnTo>
                  <a:pt x="485775" y="647700"/>
                </a:lnTo>
                <a:lnTo>
                  <a:pt x="476250" y="647700"/>
                </a:lnTo>
                <a:lnTo>
                  <a:pt x="476250" y="657225"/>
                </a:lnTo>
                <a:lnTo>
                  <a:pt x="466725" y="657225"/>
                </a:lnTo>
                <a:close/>
                <a:moveTo>
                  <a:pt x="581025" y="638175"/>
                </a:moveTo>
                <a:lnTo>
                  <a:pt x="609600" y="638175"/>
                </a:lnTo>
                <a:lnTo>
                  <a:pt x="609600" y="647700"/>
                </a:lnTo>
                <a:lnTo>
                  <a:pt x="600075" y="647700"/>
                </a:lnTo>
                <a:lnTo>
                  <a:pt x="600075" y="657225"/>
                </a:lnTo>
                <a:lnTo>
                  <a:pt x="590550" y="657225"/>
                </a:lnTo>
                <a:lnTo>
                  <a:pt x="590550" y="647700"/>
                </a:lnTo>
                <a:lnTo>
                  <a:pt x="581025" y="647700"/>
                </a:lnTo>
                <a:close/>
                <a:moveTo>
                  <a:pt x="657225" y="638175"/>
                </a:moveTo>
                <a:lnTo>
                  <a:pt x="666750" y="638175"/>
                </a:lnTo>
                <a:lnTo>
                  <a:pt x="666750" y="647700"/>
                </a:lnTo>
                <a:lnTo>
                  <a:pt x="657225" y="647700"/>
                </a:lnTo>
                <a:close/>
                <a:moveTo>
                  <a:pt x="76200" y="647700"/>
                </a:moveTo>
                <a:lnTo>
                  <a:pt x="85725" y="647700"/>
                </a:lnTo>
                <a:lnTo>
                  <a:pt x="85725" y="657225"/>
                </a:lnTo>
                <a:lnTo>
                  <a:pt x="76200" y="657225"/>
                </a:lnTo>
                <a:close/>
                <a:moveTo>
                  <a:pt x="200025" y="647700"/>
                </a:moveTo>
                <a:lnTo>
                  <a:pt x="219075" y="647700"/>
                </a:lnTo>
                <a:lnTo>
                  <a:pt x="219075" y="657225"/>
                </a:lnTo>
                <a:lnTo>
                  <a:pt x="200025" y="657225"/>
                </a:lnTo>
                <a:close/>
                <a:moveTo>
                  <a:pt x="619125" y="647700"/>
                </a:moveTo>
                <a:lnTo>
                  <a:pt x="657225" y="647700"/>
                </a:lnTo>
                <a:lnTo>
                  <a:pt x="657225" y="657225"/>
                </a:lnTo>
                <a:lnTo>
                  <a:pt x="638175" y="657225"/>
                </a:lnTo>
                <a:lnTo>
                  <a:pt x="638175" y="666750"/>
                </a:lnTo>
                <a:lnTo>
                  <a:pt x="628650" y="666750"/>
                </a:lnTo>
                <a:lnTo>
                  <a:pt x="628650" y="657225"/>
                </a:lnTo>
                <a:lnTo>
                  <a:pt x="619125" y="657225"/>
                </a:lnTo>
                <a:close/>
                <a:moveTo>
                  <a:pt x="781050" y="647700"/>
                </a:moveTo>
                <a:lnTo>
                  <a:pt x="790575" y="647700"/>
                </a:lnTo>
                <a:lnTo>
                  <a:pt x="790575" y="666750"/>
                </a:lnTo>
                <a:lnTo>
                  <a:pt x="781050" y="666750"/>
                </a:lnTo>
                <a:close/>
                <a:moveTo>
                  <a:pt x="66675" y="657225"/>
                </a:moveTo>
                <a:lnTo>
                  <a:pt x="76200" y="657225"/>
                </a:lnTo>
                <a:lnTo>
                  <a:pt x="76200" y="666750"/>
                </a:lnTo>
                <a:lnTo>
                  <a:pt x="85725" y="666750"/>
                </a:lnTo>
                <a:lnTo>
                  <a:pt x="85725" y="676275"/>
                </a:lnTo>
                <a:lnTo>
                  <a:pt x="76200" y="676275"/>
                </a:lnTo>
                <a:lnTo>
                  <a:pt x="76200" y="685800"/>
                </a:lnTo>
                <a:lnTo>
                  <a:pt x="57150" y="685800"/>
                </a:lnTo>
                <a:lnTo>
                  <a:pt x="57150" y="676275"/>
                </a:lnTo>
                <a:lnTo>
                  <a:pt x="47625" y="676275"/>
                </a:lnTo>
                <a:lnTo>
                  <a:pt x="47625" y="666750"/>
                </a:lnTo>
                <a:lnTo>
                  <a:pt x="57150" y="666750"/>
                </a:lnTo>
                <a:lnTo>
                  <a:pt x="57150" y="676275"/>
                </a:lnTo>
                <a:lnTo>
                  <a:pt x="66675" y="676275"/>
                </a:lnTo>
                <a:close/>
                <a:moveTo>
                  <a:pt x="285750" y="666750"/>
                </a:moveTo>
                <a:lnTo>
                  <a:pt x="295275" y="666750"/>
                </a:lnTo>
                <a:lnTo>
                  <a:pt x="295275" y="676275"/>
                </a:lnTo>
                <a:lnTo>
                  <a:pt x="285750" y="676275"/>
                </a:lnTo>
                <a:close/>
                <a:moveTo>
                  <a:pt x="381000" y="666750"/>
                </a:moveTo>
                <a:lnTo>
                  <a:pt x="428625" y="666750"/>
                </a:lnTo>
                <a:lnTo>
                  <a:pt x="428625" y="676275"/>
                </a:lnTo>
                <a:lnTo>
                  <a:pt x="419100" y="676275"/>
                </a:lnTo>
                <a:lnTo>
                  <a:pt x="419100" y="685800"/>
                </a:lnTo>
                <a:lnTo>
                  <a:pt x="361950" y="685800"/>
                </a:lnTo>
                <a:lnTo>
                  <a:pt x="361950" y="676275"/>
                </a:lnTo>
                <a:lnTo>
                  <a:pt x="381000" y="676275"/>
                </a:lnTo>
                <a:close/>
                <a:moveTo>
                  <a:pt x="171450" y="676275"/>
                </a:moveTo>
                <a:lnTo>
                  <a:pt x="180975" y="676275"/>
                </a:lnTo>
                <a:lnTo>
                  <a:pt x="180975" y="704850"/>
                </a:lnTo>
                <a:lnTo>
                  <a:pt x="171450" y="704850"/>
                </a:lnTo>
                <a:close/>
                <a:moveTo>
                  <a:pt x="238125" y="676275"/>
                </a:moveTo>
                <a:lnTo>
                  <a:pt x="247650" y="676275"/>
                </a:lnTo>
                <a:lnTo>
                  <a:pt x="247650" y="685800"/>
                </a:lnTo>
                <a:lnTo>
                  <a:pt x="238125" y="685800"/>
                </a:lnTo>
                <a:close/>
                <a:moveTo>
                  <a:pt x="771525" y="676275"/>
                </a:moveTo>
                <a:lnTo>
                  <a:pt x="781050" y="676275"/>
                </a:lnTo>
                <a:lnTo>
                  <a:pt x="781050" y="695325"/>
                </a:lnTo>
                <a:lnTo>
                  <a:pt x="771525" y="695325"/>
                </a:lnTo>
                <a:close/>
                <a:moveTo>
                  <a:pt x="1200150" y="676275"/>
                </a:moveTo>
                <a:lnTo>
                  <a:pt x="1209675" y="676275"/>
                </a:lnTo>
                <a:lnTo>
                  <a:pt x="1209675" y="685800"/>
                </a:lnTo>
                <a:lnTo>
                  <a:pt x="1200150" y="685800"/>
                </a:lnTo>
                <a:close/>
                <a:moveTo>
                  <a:pt x="257175" y="685800"/>
                </a:moveTo>
                <a:lnTo>
                  <a:pt x="276225" y="685800"/>
                </a:lnTo>
                <a:lnTo>
                  <a:pt x="276225" y="704850"/>
                </a:lnTo>
                <a:lnTo>
                  <a:pt x="266700" y="704850"/>
                </a:lnTo>
                <a:lnTo>
                  <a:pt x="266700" y="714375"/>
                </a:lnTo>
                <a:lnTo>
                  <a:pt x="257175" y="714375"/>
                </a:lnTo>
                <a:close/>
                <a:moveTo>
                  <a:pt x="1095375" y="685800"/>
                </a:moveTo>
                <a:lnTo>
                  <a:pt x="1104900" y="685800"/>
                </a:lnTo>
                <a:lnTo>
                  <a:pt x="1104900" y="695325"/>
                </a:lnTo>
                <a:lnTo>
                  <a:pt x="1123950" y="695325"/>
                </a:lnTo>
                <a:lnTo>
                  <a:pt x="1123950" y="714375"/>
                </a:lnTo>
                <a:lnTo>
                  <a:pt x="1133475" y="714375"/>
                </a:lnTo>
                <a:lnTo>
                  <a:pt x="1133475" y="704850"/>
                </a:lnTo>
                <a:lnTo>
                  <a:pt x="1143000" y="704850"/>
                </a:lnTo>
                <a:lnTo>
                  <a:pt x="1143000" y="695325"/>
                </a:lnTo>
                <a:lnTo>
                  <a:pt x="1152525" y="695325"/>
                </a:lnTo>
                <a:lnTo>
                  <a:pt x="1152525" y="714375"/>
                </a:lnTo>
                <a:lnTo>
                  <a:pt x="1171575" y="714375"/>
                </a:lnTo>
                <a:lnTo>
                  <a:pt x="1171575" y="733425"/>
                </a:lnTo>
                <a:lnTo>
                  <a:pt x="1162050" y="733425"/>
                </a:lnTo>
                <a:lnTo>
                  <a:pt x="1162050" y="723900"/>
                </a:lnTo>
                <a:lnTo>
                  <a:pt x="1152525" y="723900"/>
                </a:lnTo>
                <a:lnTo>
                  <a:pt x="1152525" y="742950"/>
                </a:lnTo>
                <a:lnTo>
                  <a:pt x="1162050" y="742950"/>
                </a:lnTo>
                <a:lnTo>
                  <a:pt x="1162050" y="752475"/>
                </a:lnTo>
                <a:lnTo>
                  <a:pt x="1143000" y="752475"/>
                </a:lnTo>
                <a:lnTo>
                  <a:pt x="1143000" y="723900"/>
                </a:lnTo>
                <a:lnTo>
                  <a:pt x="1104900" y="723900"/>
                </a:lnTo>
                <a:lnTo>
                  <a:pt x="1104900" y="714375"/>
                </a:lnTo>
                <a:lnTo>
                  <a:pt x="1095375" y="714375"/>
                </a:lnTo>
                <a:close/>
                <a:moveTo>
                  <a:pt x="142875" y="695325"/>
                </a:moveTo>
                <a:lnTo>
                  <a:pt x="152400" y="695325"/>
                </a:lnTo>
                <a:lnTo>
                  <a:pt x="152400" y="704850"/>
                </a:lnTo>
                <a:lnTo>
                  <a:pt x="142875" y="704850"/>
                </a:lnTo>
                <a:close/>
                <a:moveTo>
                  <a:pt x="752475" y="695325"/>
                </a:moveTo>
                <a:lnTo>
                  <a:pt x="771525" y="695325"/>
                </a:lnTo>
                <a:lnTo>
                  <a:pt x="771525" y="704850"/>
                </a:lnTo>
                <a:lnTo>
                  <a:pt x="752475" y="704850"/>
                </a:lnTo>
                <a:close/>
                <a:moveTo>
                  <a:pt x="1047750" y="695325"/>
                </a:moveTo>
                <a:lnTo>
                  <a:pt x="1057275" y="695325"/>
                </a:lnTo>
                <a:lnTo>
                  <a:pt x="1057275" y="714375"/>
                </a:lnTo>
                <a:lnTo>
                  <a:pt x="1047750" y="714375"/>
                </a:lnTo>
                <a:close/>
                <a:moveTo>
                  <a:pt x="295275" y="704850"/>
                </a:moveTo>
                <a:lnTo>
                  <a:pt x="333375" y="704850"/>
                </a:lnTo>
                <a:lnTo>
                  <a:pt x="333375" y="723900"/>
                </a:lnTo>
                <a:lnTo>
                  <a:pt x="323850" y="723900"/>
                </a:lnTo>
                <a:lnTo>
                  <a:pt x="323850" y="714375"/>
                </a:lnTo>
                <a:lnTo>
                  <a:pt x="314325" y="714375"/>
                </a:lnTo>
                <a:lnTo>
                  <a:pt x="314325" y="723900"/>
                </a:lnTo>
                <a:lnTo>
                  <a:pt x="304800" y="723900"/>
                </a:lnTo>
                <a:lnTo>
                  <a:pt x="304800" y="714375"/>
                </a:lnTo>
                <a:lnTo>
                  <a:pt x="295275" y="714375"/>
                </a:lnTo>
                <a:close/>
                <a:moveTo>
                  <a:pt x="409575" y="704850"/>
                </a:moveTo>
                <a:lnTo>
                  <a:pt x="428625" y="704850"/>
                </a:lnTo>
                <a:lnTo>
                  <a:pt x="428625" y="723900"/>
                </a:lnTo>
                <a:lnTo>
                  <a:pt x="409575" y="723900"/>
                </a:lnTo>
                <a:close/>
                <a:moveTo>
                  <a:pt x="533400" y="704850"/>
                </a:moveTo>
                <a:lnTo>
                  <a:pt x="542925" y="704850"/>
                </a:lnTo>
                <a:lnTo>
                  <a:pt x="542925" y="714375"/>
                </a:lnTo>
                <a:lnTo>
                  <a:pt x="552450" y="714375"/>
                </a:lnTo>
                <a:lnTo>
                  <a:pt x="552450" y="723900"/>
                </a:lnTo>
                <a:lnTo>
                  <a:pt x="561975" y="723900"/>
                </a:lnTo>
                <a:lnTo>
                  <a:pt x="561975" y="733425"/>
                </a:lnTo>
                <a:lnTo>
                  <a:pt x="542925" y="733425"/>
                </a:lnTo>
                <a:lnTo>
                  <a:pt x="542925" y="723900"/>
                </a:lnTo>
                <a:lnTo>
                  <a:pt x="523875" y="723900"/>
                </a:lnTo>
                <a:lnTo>
                  <a:pt x="523875" y="714375"/>
                </a:lnTo>
                <a:lnTo>
                  <a:pt x="533400" y="714375"/>
                </a:lnTo>
                <a:close/>
                <a:moveTo>
                  <a:pt x="809625" y="704850"/>
                </a:moveTo>
                <a:lnTo>
                  <a:pt x="819150" y="704850"/>
                </a:lnTo>
                <a:lnTo>
                  <a:pt x="819150" y="723900"/>
                </a:lnTo>
                <a:lnTo>
                  <a:pt x="828675" y="723900"/>
                </a:lnTo>
                <a:lnTo>
                  <a:pt x="828675" y="742950"/>
                </a:lnTo>
                <a:lnTo>
                  <a:pt x="819150" y="742950"/>
                </a:lnTo>
                <a:lnTo>
                  <a:pt x="819150" y="733425"/>
                </a:lnTo>
                <a:lnTo>
                  <a:pt x="809625" y="733425"/>
                </a:lnTo>
                <a:close/>
                <a:moveTo>
                  <a:pt x="704850" y="714375"/>
                </a:moveTo>
                <a:lnTo>
                  <a:pt x="723900" y="714375"/>
                </a:lnTo>
                <a:lnTo>
                  <a:pt x="723900" y="723900"/>
                </a:lnTo>
                <a:lnTo>
                  <a:pt x="704850" y="723900"/>
                </a:lnTo>
                <a:close/>
                <a:moveTo>
                  <a:pt x="914400" y="714375"/>
                </a:moveTo>
                <a:lnTo>
                  <a:pt x="942975" y="714375"/>
                </a:lnTo>
                <a:lnTo>
                  <a:pt x="942975" y="771525"/>
                </a:lnTo>
                <a:lnTo>
                  <a:pt x="952500" y="771525"/>
                </a:lnTo>
                <a:lnTo>
                  <a:pt x="952500" y="781050"/>
                </a:lnTo>
                <a:lnTo>
                  <a:pt x="942975" y="781050"/>
                </a:lnTo>
                <a:lnTo>
                  <a:pt x="942975" y="790575"/>
                </a:lnTo>
                <a:lnTo>
                  <a:pt x="933450" y="790575"/>
                </a:lnTo>
                <a:lnTo>
                  <a:pt x="933450" y="781050"/>
                </a:lnTo>
                <a:lnTo>
                  <a:pt x="914400" y="781050"/>
                </a:lnTo>
                <a:lnTo>
                  <a:pt x="914400" y="733425"/>
                </a:lnTo>
                <a:lnTo>
                  <a:pt x="923925" y="733425"/>
                </a:lnTo>
                <a:lnTo>
                  <a:pt x="923925" y="723900"/>
                </a:lnTo>
                <a:lnTo>
                  <a:pt x="914400" y="723900"/>
                </a:lnTo>
                <a:close/>
                <a:moveTo>
                  <a:pt x="1200150" y="714375"/>
                </a:moveTo>
                <a:lnTo>
                  <a:pt x="1209675" y="714375"/>
                </a:lnTo>
                <a:lnTo>
                  <a:pt x="1209675" y="723900"/>
                </a:lnTo>
                <a:lnTo>
                  <a:pt x="1200150" y="723900"/>
                </a:lnTo>
                <a:close/>
                <a:moveTo>
                  <a:pt x="457200" y="723900"/>
                </a:moveTo>
                <a:lnTo>
                  <a:pt x="466725" y="723900"/>
                </a:lnTo>
                <a:lnTo>
                  <a:pt x="466725" y="752475"/>
                </a:lnTo>
                <a:lnTo>
                  <a:pt x="457200" y="752475"/>
                </a:lnTo>
                <a:lnTo>
                  <a:pt x="457200" y="771525"/>
                </a:lnTo>
                <a:lnTo>
                  <a:pt x="466725" y="771525"/>
                </a:lnTo>
                <a:lnTo>
                  <a:pt x="466725" y="781050"/>
                </a:lnTo>
                <a:lnTo>
                  <a:pt x="457200" y="781050"/>
                </a:lnTo>
                <a:lnTo>
                  <a:pt x="457200" y="790575"/>
                </a:lnTo>
                <a:lnTo>
                  <a:pt x="476250" y="790575"/>
                </a:lnTo>
                <a:lnTo>
                  <a:pt x="476250" y="800100"/>
                </a:lnTo>
                <a:lnTo>
                  <a:pt x="495300" y="800100"/>
                </a:lnTo>
                <a:lnTo>
                  <a:pt x="495300" y="809625"/>
                </a:lnTo>
                <a:lnTo>
                  <a:pt x="457200" y="809625"/>
                </a:lnTo>
                <a:lnTo>
                  <a:pt x="457200" y="800100"/>
                </a:lnTo>
                <a:lnTo>
                  <a:pt x="438150" y="800100"/>
                </a:lnTo>
                <a:lnTo>
                  <a:pt x="438150" y="809625"/>
                </a:lnTo>
                <a:lnTo>
                  <a:pt x="400050" y="809625"/>
                </a:lnTo>
                <a:lnTo>
                  <a:pt x="400050" y="790575"/>
                </a:lnTo>
                <a:lnTo>
                  <a:pt x="390525" y="790575"/>
                </a:lnTo>
                <a:lnTo>
                  <a:pt x="390525" y="771525"/>
                </a:lnTo>
                <a:lnTo>
                  <a:pt x="409575" y="771525"/>
                </a:lnTo>
                <a:lnTo>
                  <a:pt x="409575" y="752475"/>
                </a:lnTo>
                <a:lnTo>
                  <a:pt x="419100" y="752475"/>
                </a:lnTo>
                <a:lnTo>
                  <a:pt x="419100" y="762000"/>
                </a:lnTo>
                <a:lnTo>
                  <a:pt x="428625" y="762000"/>
                </a:lnTo>
                <a:lnTo>
                  <a:pt x="428625" y="752475"/>
                </a:lnTo>
                <a:lnTo>
                  <a:pt x="438150" y="752475"/>
                </a:lnTo>
                <a:lnTo>
                  <a:pt x="438150" y="742950"/>
                </a:lnTo>
                <a:lnTo>
                  <a:pt x="457200" y="742950"/>
                </a:lnTo>
                <a:close/>
                <a:moveTo>
                  <a:pt x="638175" y="723900"/>
                </a:moveTo>
                <a:lnTo>
                  <a:pt x="647700" y="723900"/>
                </a:lnTo>
                <a:lnTo>
                  <a:pt x="647700" y="733425"/>
                </a:lnTo>
                <a:lnTo>
                  <a:pt x="638175" y="733425"/>
                </a:lnTo>
                <a:close/>
                <a:moveTo>
                  <a:pt x="657225" y="723900"/>
                </a:moveTo>
                <a:lnTo>
                  <a:pt x="685800" y="723900"/>
                </a:lnTo>
                <a:lnTo>
                  <a:pt x="685800" y="733425"/>
                </a:lnTo>
                <a:lnTo>
                  <a:pt x="657225" y="733425"/>
                </a:lnTo>
                <a:close/>
                <a:moveTo>
                  <a:pt x="1181100" y="723900"/>
                </a:moveTo>
                <a:lnTo>
                  <a:pt x="1200150" y="723900"/>
                </a:lnTo>
                <a:lnTo>
                  <a:pt x="1200150" y="742950"/>
                </a:lnTo>
                <a:lnTo>
                  <a:pt x="1209675" y="742950"/>
                </a:lnTo>
                <a:lnTo>
                  <a:pt x="1209675" y="762000"/>
                </a:lnTo>
                <a:lnTo>
                  <a:pt x="1200150" y="762000"/>
                </a:lnTo>
                <a:lnTo>
                  <a:pt x="1200150" y="752475"/>
                </a:lnTo>
                <a:lnTo>
                  <a:pt x="1190625" y="752475"/>
                </a:lnTo>
                <a:lnTo>
                  <a:pt x="1190625" y="733425"/>
                </a:lnTo>
                <a:lnTo>
                  <a:pt x="1181100" y="733425"/>
                </a:lnTo>
                <a:close/>
                <a:moveTo>
                  <a:pt x="238125" y="733425"/>
                </a:moveTo>
                <a:lnTo>
                  <a:pt x="247650" y="733425"/>
                </a:lnTo>
                <a:lnTo>
                  <a:pt x="247650" y="742950"/>
                </a:lnTo>
                <a:lnTo>
                  <a:pt x="257175" y="742950"/>
                </a:lnTo>
                <a:lnTo>
                  <a:pt x="257175" y="752475"/>
                </a:lnTo>
                <a:lnTo>
                  <a:pt x="247650" y="752475"/>
                </a:lnTo>
                <a:lnTo>
                  <a:pt x="247650" y="762000"/>
                </a:lnTo>
                <a:lnTo>
                  <a:pt x="238125" y="762000"/>
                </a:lnTo>
                <a:lnTo>
                  <a:pt x="238125" y="771525"/>
                </a:lnTo>
                <a:lnTo>
                  <a:pt x="228600" y="771525"/>
                </a:lnTo>
                <a:lnTo>
                  <a:pt x="228600" y="742950"/>
                </a:lnTo>
                <a:lnTo>
                  <a:pt x="238125" y="742950"/>
                </a:lnTo>
                <a:close/>
                <a:moveTo>
                  <a:pt x="381000" y="733425"/>
                </a:moveTo>
                <a:lnTo>
                  <a:pt x="390525" y="733425"/>
                </a:lnTo>
                <a:lnTo>
                  <a:pt x="390525" y="752475"/>
                </a:lnTo>
                <a:lnTo>
                  <a:pt x="381000" y="752475"/>
                </a:lnTo>
                <a:lnTo>
                  <a:pt x="381000" y="781050"/>
                </a:lnTo>
                <a:lnTo>
                  <a:pt x="371475" y="781050"/>
                </a:lnTo>
                <a:lnTo>
                  <a:pt x="371475" y="790575"/>
                </a:lnTo>
                <a:lnTo>
                  <a:pt x="361950" y="790575"/>
                </a:lnTo>
                <a:lnTo>
                  <a:pt x="361950" y="752475"/>
                </a:lnTo>
                <a:lnTo>
                  <a:pt x="371475" y="752475"/>
                </a:lnTo>
                <a:lnTo>
                  <a:pt x="371475" y="742950"/>
                </a:lnTo>
                <a:lnTo>
                  <a:pt x="381000" y="742950"/>
                </a:lnTo>
                <a:close/>
                <a:moveTo>
                  <a:pt x="561975" y="733425"/>
                </a:moveTo>
                <a:lnTo>
                  <a:pt x="571500" y="733425"/>
                </a:lnTo>
                <a:lnTo>
                  <a:pt x="571500" y="742950"/>
                </a:lnTo>
                <a:lnTo>
                  <a:pt x="561975" y="742950"/>
                </a:lnTo>
                <a:close/>
                <a:moveTo>
                  <a:pt x="609600" y="733425"/>
                </a:moveTo>
                <a:lnTo>
                  <a:pt x="619125" y="733425"/>
                </a:lnTo>
                <a:lnTo>
                  <a:pt x="619125" y="742950"/>
                </a:lnTo>
                <a:lnTo>
                  <a:pt x="609600" y="742950"/>
                </a:lnTo>
                <a:close/>
                <a:moveTo>
                  <a:pt x="647700" y="733425"/>
                </a:moveTo>
                <a:lnTo>
                  <a:pt x="657225" y="733425"/>
                </a:lnTo>
                <a:lnTo>
                  <a:pt x="657225" y="742950"/>
                </a:lnTo>
                <a:lnTo>
                  <a:pt x="647700" y="742950"/>
                </a:lnTo>
                <a:close/>
                <a:moveTo>
                  <a:pt x="66675" y="742950"/>
                </a:moveTo>
                <a:lnTo>
                  <a:pt x="76200" y="742950"/>
                </a:lnTo>
                <a:lnTo>
                  <a:pt x="76200" y="752475"/>
                </a:lnTo>
                <a:lnTo>
                  <a:pt x="95250" y="752475"/>
                </a:lnTo>
                <a:lnTo>
                  <a:pt x="95250" y="762000"/>
                </a:lnTo>
                <a:lnTo>
                  <a:pt x="114300" y="762000"/>
                </a:lnTo>
                <a:lnTo>
                  <a:pt x="114300" y="771525"/>
                </a:lnTo>
                <a:lnTo>
                  <a:pt x="123825" y="771525"/>
                </a:lnTo>
                <a:lnTo>
                  <a:pt x="123825" y="781050"/>
                </a:lnTo>
                <a:lnTo>
                  <a:pt x="114300" y="781050"/>
                </a:lnTo>
                <a:lnTo>
                  <a:pt x="114300" y="790575"/>
                </a:lnTo>
                <a:lnTo>
                  <a:pt x="123825" y="790575"/>
                </a:lnTo>
                <a:lnTo>
                  <a:pt x="123825" y="800100"/>
                </a:lnTo>
                <a:lnTo>
                  <a:pt x="133350" y="800100"/>
                </a:lnTo>
                <a:lnTo>
                  <a:pt x="133350" y="790575"/>
                </a:lnTo>
                <a:lnTo>
                  <a:pt x="142875" y="790575"/>
                </a:lnTo>
                <a:lnTo>
                  <a:pt x="142875" y="781050"/>
                </a:lnTo>
                <a:lnTo>
                  <a:pt x="152400" y="781050"/>
                </a:lnTo>
                <a:lnTo>
                  <a:pt x="152400" y="762000"/>
                </a:lnTo>
                <a:lnTo>
                  <a:pt x="180975" y="762000"/>
                </a:lnTo>
                <a:lnTo>
                  <a:pt x="180975" y="771525"/>
                </a:lnTo>
                <a:lnTo>
                  <a:pt x="190500" y="771525"/>
                </a:lnTo>
                <a:lnTo>
                  <a:pt x="190500" y="762000"/>
                </a:lnTo>
                <a:lnTo>
                  <a:pt x="200025" y="762000"/>
                </a:lnTo>
                <a:lnTo>
                  <a:pt x="200025" y="781050"/>
                </a:lnTo>
                <a:lnTo>
                  <a:pt x="190500" y="781050"/>
                </a:lnTo>
                <a:lnTo>
                  <a:pt x="190500" y="800100"/>
                </a:lnTo>
                <a:lnTo>
                  <a:pt x="180975" y="800100"/>
                </a:lnTo>
                <a:lnTo>
                  <a:pt x="180975" y="809625"/>
                </a:lnTo>
                <a:lnTo>
                  <a:pt x="161925" y="809625"/>
                </a:lnTo>
                <a:lnTo>
                  <a:pt x="161925" y="800100"/>
                </a:lnTo>
                <a:lnTo>
                  <a:pt x="152400" y="800100"/>
                </a:lnTo>
                <a:lnTo>
                  <a:pt x="152400" y="809625"/>
                </a:lnTo>
                <a:lnTo>
                  <a:pt x="142875" y="809625"/>
                </a:lnTo>
                <a:lnTo>
                  <a:pt x="142875" y="800100"/>
                </a:lnTo>
                <a:lnTo>
                  <a:pt x="133350" y="800100"/>
                </a:lnTo>
                <a:lnTo>
                  <a:pt x="133350" y="809625"/>
                </a:lnTo>
                <a:lnTo>
                  <a:pt x="95250" y="809625"/>
                </a:lnTo>
                <a:lnTo>
                  <a:pt x="95250" y="800100"/>
                </a:lnTo>
                <a:lnTo>
                  <a:pt x="76200" y="800100"/>
                </a:lnTo>
                <a:lnTo>
                  <a:pt x="76200" y="762000"/>
                </a:lnTo>
                <a:lnTo>
                  <a:pt x="66675" y="762000"/>
                </a:lnTo>
                <a:close/>
                <a:moveTo>
                  <a:pt x="295275" y="742950"/>
                </a:moveTo>
                <a:lnTo>
                  <a:pt x="304800" y="742950"/>
                </a:lnTo>
                <a:lnTo>
                  <a:pt x="304800" y="752475"/>
                </a:lnTo>
                <a:lnTo>
                  <a:pt x="295275" y="752475"/>
                </a:lnTo>
                <a:close/>
                <a:moveTo>
                  <a:pt x="314325" y="742950"/>
                </a:moveTo>
                <a:lnTo>
                  <a:pt x="323850" y="742950"/>
                </a:lnTo>
                <a:lnTo>
                  <a:pt x="323850" y="752475"/>
                </a:lnTo>
                <a:lnTo>
                  <a:pt x="314325" y="752475"/>
                </a:lnTo>
                <a:close/>
                <a:moveTo>
                  <a:pt x="133350" y="752475"/>
                </a:moveTo>
                <a:lnTo>
                  <a:pt x="142875" y="752475"/>
                </a:lnTo>
                <a:lnTo>
                  <a:pt x="142875" y="762000"/>
                </a:lnTo>
                <a:lnTo>
                  <a:pt x="133350" y="762000"/>
                </a:lnTo>
                <a:close/>
                <a:moveTo>
                  <a:pt x="523875" y="752475"/>
                </a:moveTo>
                <a:lnTo>
                  <a:pt x="533400" y="752475"/>
                </a:lnTo>
                <a:lnTo>
                  <a:pt x="533400" y="762000"/>
                </a:lnTo>
                <a:lnTo>
                  <a:pt x="552450" y="762000"/>
                </a:lnTo>
                <a:lnTo>
                  <a:pt x="552450" y="771525"/>
                </a:lnTo>
                <a:lnTo>
                  <a:pt x="533400" y="771525"/>
                </a:lnTo>
                <a:lnTo>
                  <a:pt x="533400" y="781050"/>
                </a:lnTo>
                <a:lnTo>
                  <a:pt x="514350" y="781050"/>
                </a:lnTo>
                <a:lnTo>
                  <a:pt x="514350" y="771525"/>
                </a:lnTo>
                <a:lnTo>
                  <a:pt x="523875" y="771525"/>
                </a:lnTo>
                <a:close/>
                <a:moveTo>
                  <a:pt x="981075" y="752475"/>
                </a:moveTo>
                <a:lnTo>
                  <a:pt x="1000125" y="752475"/>
                </a:lnTo>
                <a:lnTo>
                  <a:pt x="1000125" y="762000"/>
                </a:lnTo>
                <a:lnTo>
                  <a:pt x="990600" y="762000"/>
                </a:lnTo>
                <a:lnTo>
                  <a:pt x="990600" y="771525"/>
                </a:lnTo>
                <a:lnTo>
                  <a:pt x="1000125" y="771525"/>
                </a:lnTo>
                <a:lnTo>
                  <a:pt x="1000125" y="790575"/>
                </a:lnTo>
                <a:lnTo>
                  <a:pt x="990600" y="790575"/>
                </a:lnTo>
                <a:lnTo>
                  <a:pt x="990600" y="800100"/>
                </a:lnTo>
                <a:lnTo>
                  <a:pt x="952500" y="800100"/>
                </a:lnTo>
                <a:lnTo>
                  <a:pt x="952500" y="790575"/>
                </a:lnTo>
                <a:lnTo>
                  <a:pt x="981075" y="790575"/>
                </a:lnTo>
                <a:close/>
                <a:moveTo>
                  <a:pt x="1133475" y="752475"/>
                </a:moveTo>
                <a:lnTo>
                  <a:pt x="1143000" y="752475"/>
                </a:lnTo>
                <a:lnTo>
                  <a:pt x="1143000" y="762000"/>
                </a:lnTo>
                <a:lnTo>
                  <a:pt x="1133475" y="762000"/>
                </a:lnTo>
                <a:close/>
                <a:moveTo>
                  <a:pt x="209550" y="762000"/>
                </a:moveTo>
                <a:lnTo>
                  <a:pt x="219075" y="762000"/>
                </a:lnTo>
                <a:lnTo>
                  <a:pt x="219075" y="771525"/>
                </a:lnTo>
                <a:lnTo>
                  <a:pt x="209550" y="771525"/>
                </a:lnTo>
                <a:close/>
                <a:moveTo>
                  <a:pt x="304800" y="762000"/>
                </a:moveTo>
                <a:lnTo>
                  <a:pt x="314325" y="762000"/>
                </a:lnTo>
                <a:lnTo>
                  <a:pt x="314325" y="771525"/>
                </a:lnTo>
                <a:lnTo>
                  <a:pt x="333375" y="771525"/>
                </a:lnTo>
                <a:lnTo>
                  <a:pt x="333375" y="790575"/>
                </a:lnTo>
                <a:lnTo>
                  <a:pt x="342900" y="790575"/>
                </a:lnTo>
                <a:lnTo>
                  <a:pt x="342900" y="809625"/>
                </a:lnTo>
                <a:lnTo>
                  <a:pt x="333375" y="809625"/>
                </a:lnTo>
                <a:lnTo>
                  <a:pt x="333375" y="800100"/>
                </a:lnTo>
                <a:lnTo>
                  <a:pt x="314325" y="800100"/>
                </a:lnTo>
                <a:lnTo>
                  <a:pt x="314325" y="809625"/>
                </a:lnTo>
                <a:lnTo>
                  <a:pt x="304800" y="809625"/>
                </a:lnTo>
                <a:lnTo>
                  <a:pt x="304800" y="790575"/>
                </a:lnTo>
                <a:lnTo>
                  <a:pt x="314325" y="790575"/>
                </a:lnTo>
                <a:lnTo>
                  <a:pt x="314325" y="781050"/>
                </a:lnTo>
                <a:lnTo>
                  <a:pt x="304800" y="781050"/>
                </a:lnTo>
                <a:close/>
                <a:moveTo>
                  <a:pt x="1047750" y="762000"/>
                </a:moveTo>
                <a:lnTo>
                  <a:pt x="1057275" y="762000"/>
                </a:lnTo>
                <a:lnTo>
                  <a:pt x="1057275" y="809625"/>
                </a:lnTo>
                <a:lnTo>
                  <a:pt x="1038225" y="809625"/>
                </a:lnTo>
                <a:lnTo>
                  <a:pt x="1038225" y="781050"/>
                </a:lnTo>
                <a:lnTo>
                  <a:pt x="1047750" y="781050"/>
                </a:lnTo>
                <a:close/>
                <a:moveTo>
                  <a:pt x="1076325" y="762000"/>
                </a:moveTo>
                <a:lnTo>
                  <a:pt x="1104900" y="762000"/>
                </a:lnTo>
                <a:lnTo>
                  <a:pt x="1104900" y="800100"/>
                </a:lnTo>
                <a:lnTo>
                  <a:pt x="1085850" y="800100"/>
                </a:lnTo>
                <a:lnTo>
                  <a:pt x="1085850" y="781050"/>
                </a:lnTo>
                <a:lnTo>
                  <a:pt x="1076325" y="781050"/>
                </a:lnTo>
                <a:close/>
                <a:moveTo>
                  <a:pt x="228600" y="781050"/>
                </a:moveTo>
                <a:lnTo>
                  <a:pt x="238125" y="781050"/>
                </a:lnTo>
                <a:lnTo>
                  <a:pt x="238125" y="790575"/>
                </a:lnTo>
                <a:lnTo>
                  <a:pt x="247650" y="790575"/>
                </a:lnTo>
                <a:lnTo>
                  <a:pt x="247650" y="781050"/>
                </a:lnTo>
                <a:lnTo>
                  <a:pt x="276225" y="781050"/>
                </a:lnTo>
                <a:lnTo>
                  <a:pt x="276225" y="790575"/>
                </a:lnTo>
                <a:lnTo>
                  <a:pt x="285750" y="790575"/>
                </a:lnTo>
                <a:lnTo>
                  <a:pt x="285750" y="800100"/>
                </a:lnTo>
                <a:lnTo>
                  <a:pt x="295275" y="800100"/>
                </a:lnTo>
                <a:lnTo>
                  <a:pt x="295275" y="809625"/>
                </a:lnTo>
                <a:lnTo>
                  <a:pt x="257175" y="809625"/>
                </a:lnTo>
                <a:lnTo>
                  <a:pt x="257175" y="800100"/>
                </a:lnTo>
                <a:lnTo>
                  <a:pt x="247650" y="800100"/>
                </a:lnTo>
                <a:lnTo>
                  <a:pt x="247650" y="809625"/>
                </a:lnTo>
                <a:lnTo>
                  <a:pt x="219075" y="809625"/>
                </a:lnTo>
                <a:lnTo>
                  <a:pt x="219075" y="790575"/>
                </a:lnTo>
                <a:lnTo>
                  <a:pt x="228600" y="790575"/>
                </a:lnTo>
                <a:close/>
                <a:moveTo>
                  <a:pt x="847725" y="781050"/>
                </a:moveTo>
                <a:lnTo>
                  <a:pt x="866775" y="781050"/>
                </a:lnTo>
                <a:lnTo>
                  <a:pt x="866775" y="809625"/>
                </a:lnTo>
                <a:lnTo>
                  <a:pt x="847725" y="809625"/>
                </a:lnTo>
                <a:lnTo>
                  <a:pt x="847725" y="800100"/>
                </a:lnTo>
                <a:lnTo>
                  <a:pt x="838200" y="800100"/>
                </a:lnTo>
                <a:lnTo>
                  <a:pt x="838200" y="790575"/>
                </a:lnTo>
                <a:lnTo>
                  <a:pt x="847725" y="790575"/>
                </a:lnTo>
                <a:close/>
                <a:moveTo>
                  <a:pt x="1200150" y="781050"/>
                </a:moveTo>
                <a:lnTo>
                  <a:pt x="1209675" y="781050"/>
                </a:lnTo>
                <a:lnTo>
                  <a:pt x="1209675" y="790575"/>
                </a:lnTo>
                <a:lnTo>
                  <a:pt x="1200150" y="790575"/>
                </a:lnTo>
                <a:close/>
                <a:moveTo>
                  <a:pt x="38100" y="790575"/>
                </a:moveTo>
                <a:lnTo>
                  <a:pt x="57150" y="790575"/>
                </a:lnTo>
                <a:lnTo>
                  <a:pt x="57150" y="809625"/>
                </a:lnTo>
                <a:lnTo>
                  <a:pt x="28575" y="809625"/>
                </a:lnTo>
                <a:lnTo>
                  <a:pt x="28575" y="800100"/>
                </a:lnTo>
                <a:lnTo>
                  <a:pt x="38100" y="800100"/>
                </a:lnTo>
                <a:close/>
                <a:moveTo>
                  <a:pt x="438150" y="790575"/>
                </a:moveTo>
                <a:lnTo>
                  <a:pt x="447675" y="790575"/>
                </a:lnTo>
                <a:lnTo>
                  <a:pt x="447675" y="781050"/>
                </a:lnTo>
                <a:lnTo>
                  <a:pt x="438150" y="781050"/>
                </a:lnTo>
                <a:close/>
                <a:moveTo>
                  <a:pt x="685800" y="790575"/>
                </a:moveTo>
                <a:lnTo>
                  <a:pt x="695325" y="790575"/>
                </a:lnTo>
                <a:lnTo>
                  <a:pt x="695325" y="809625"/>
                </a:lnTo>
                <a:lnTo>
                  <a:pt x="676275" y="809625"/>
                </a:lnTo>
                <a:lnTo>
                  <a:pt x="676275" y="800100"/>
                </a:lnTo>
                <a:lnTo>
                  <a:pt x="685800" y="800100"/>
                </a:lnTo>
                <a:close/>
                <a:moveTo>
                  <a:pt x="762000" y="790575"/>
                </a:moveTo>
                <a:lnTo>
                  <a:pt x="790575" y="790575"/>
                </a:lnTo>
                <a:lnTo>
                  <a:pt x="790575" y="800100"/>
                </a:lnTo>
                <a:lnTo>
                  <a:pt x="762000" y="800100"/>
                </a:lnTo>
                <a:close/>
                <a:moveTo>
                  <a:pt x="1162050" y="790575"/>
                </a:moveTo>
                <a:lnTo>
                  <a:pt x="1171575" y="790575"/>
                </a:lnTo>
                <a:lnTo>
                  <a:pt x="1171575" y="809625"/>
                </a:lnTo>
                <a:lnTo>
                  <a:pt x="1162050" y="809625"/>
                </a:lnTo>
                <a:close/>
                <a:moveTo>
                  <a:pt x="657225" y="800100"/>
                </a:moveTo>
                <a:lnTo>
                  <a:pt x="666750" y="800100"/>
                </a:lnTo>
                <a:lnTo>
                  <a:pt x="666750" y="809625"/>
                </a:lnTo>
                <a:lnTo>
                  <a:pt x="657225" y="809625"/>
                </a:lnTo>
                <a:close/>
                <a:moveTo>
                  <a:pt x="990600" y="800100"/>
                </a:moveTo>
                <a:lnTo>
                  <a:pt x="1000125" y="800100"/>
                </a:lnTo>
                <a:lnTo>
                  <a:pt x="1000125" y="809625"/>
                </a:lnTo>
                <a:lnTo>
                  <a:pt x="990600" y="809625"/>
                </a:lnTo>
                <a:close/>
              </a:path>
            </a:pathLst>
          </a:custGeom>
          <a:solidFill xmlns:a="http://schemas.openxmlformats.org/drawingml/2006/main">
            <a:srgbClr val="F8F9F4"/>
          </a:solidFill>
          <a:ln xmlns:a="http://schemas.openxmlformats.org/drawingml/2006/main" w="0">
            <a:noFill/>
          </a:ln>
        </p:spPr>
      </p:sp>
      <p:sp>
        <p:nvSpPr>
          <p:cNvPr id="190" name="v20 vector #f6f9f4">
            <a:extLst xmlns:a="http://schemas.openxmlformats.org/drawingml/2006/main">
              <a:ext uri="{FF2B5EF4-FFF2-40B4-BE49-F238E27FC236}">
                <a16:creationId xmlns:a16="http://schemas.microsoft.com/office/drawing/2014/main" id="{184B8B4E-A34C-44E4-96B8-AAA81A5380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5350" y="4848225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819150" y="47625"/>
                </a:moveTo>
                <a:lnTo>
                  <a:pt x="847725" y="47625"/>
                </a:lnTo>
                <a:lnTo>
                  <a:pt x="847725" y="57150"/>
                </a:lnTo>
                <a:lnTo>
                  <a:pt x="819150" y="57150"/>
                </a:lnTo>
                <a:close/>
                <a:moveTo>
                  <a:pt x="904875" y="47625"/>
                </a:moveTo>
                <a:lnTo>
                  <a:pt x="914400" y="47625"/>
                </a:lnTo>
                <a:lnTo>
                  <a:pt x="914400" y="57150"/>
                </a:lnTo>
                <a:lnTo>
                  <a:pt x="904875" y="57150"/>
                </a:lnTo>
                <a:close/>
                <a:moveTo>
                  <a:pt x="228600" y="57150"/>
                </a:moveTo>
                <a:lnTo>
                  <a:pt x="238125" y="57150"/>
                </a:lnTo>
                <a:lnTo>
                  <a:pt x="238125" y="66675"/>
                </a:lnTo>
                <a:lnTo>
                  <a:pt x="228600" y="66675"/>
                </a:lnTo>
                <a:close/>
                <a:moveTo>
                  <a:pt x="219075" y="66675"/>
                </a:moveTo>
                <a:lnTo>
                  <a:pt x="228600" y="66675"/>
                </a:lnTo>
                <a:lnTo>
                  <a:pt x="228600" y="76200"/>
                </a:lnTo>
                <a:lnTo>
                  <a:pt x="219075" y="76200"/>
                </a:lnTo>
                <a:close/>
                <a:moveTo>
                  <a:pt x="771525" y="66675"/>
                </a:moveTo>
                <a:lnTo>
                  <a:pt x="790575" y="66675"/>
                </a:lnTo>
                <a:lnTo>
                  <a:pt x="790575" y="76200"/>
                </a:lnTo>
                <a:lnTo>
                  <a:pt x="771525" y="76200"/>
                </a:lnTo>
                <a:close/>
                <a:moveTo>
                  <a:pt x="1076325" y="66675"/>
                </a:moveTo>
                <a:lnTo>
                  <a:pt x="1085850" y="66675"/>
                </a:lnTo>
                <a:lnTo>
                  <a:pt x="1085850" y="76200"/>
                </a:lnTo>
                <a:lnTo>
                  <a:pt x="1076325" y="76200"/>
                </a:lnTo>
                <a:close/>
                <a:moveTo>
                  <a:pt x="742950" y="76200"/>
                </a:moveTo>
                <a:lnTo>
                  <a:pt x="762000" y="76200"/>
                </a:lnTo>
                <a:lnTo>
                  <a:pt x="762000" y="85725"/>
                </a:lnTo>
                <a:lnTo>
                  <a:pt x="752475" y="85725"/>
                </a:lnTo>
                <a:lnTo>
                  <a:pt x="752475" y="95250"/>
                </a:lnTo>
                <a:lnTo>
                  <a:pt x="742950" y="95250"/>
                </a:lnTo>
                <a:close/>
                <a:moveTo>
                  <a:pt x="1095375" y="76200"/>
                </a:moveTo>
                <a:lnTo>
                  <a:pt x="1104900" y="76200"/>
                </a:lnTo>
                <a:lnTo>
                  <a:pt x="1104900" y="85725"/>
                </a:lnTo>
                <a:lnTo>
                  <a:pt x="1095375" y="85725"/>
                </a:lnTo>
                <a:close/>
                <a:moveTo>
                  <a:pt x="114300" y="142875"/>
                </a:moveTo>
                <a:lnTo>
                  <a:pt x="133350" y="142875"/>
                </a:lnTo>
                <a:lnTo>
                  <a:pt x="133350" y="161925"/>
                </a:lnTo>
                <a:lnTo>
                  <a:pt x="114300" y="161925"/>
                </a:lnTo>
                <a:close/>
                <a:moveTo>
                  <a:pt x="342900" y="238125"/>
                </a:moveTo>
                <a:lnTo>
                  <a:pt x="352425" y="238125"/>
                </a:lnTo>
                <a:lnTo>
                  <a:pt x="352425" y="247650"/>
                </a:lnTo>
                <a:lnTo>
                  <a:pt x="342900" y="247650"/>
                </a:lnTo>
                <a:close/>
                <a:moveTo>
                  <a:pt x="161925" y="247650"/>
                </a:moveTo>
                <a:lnTo>
                  <a:pt x="171450" y="247650"/>
                </a:lnTo>
                <a:lnTo>
                  <a:pt x="171450" y="257175"/>
                </a:lnTo>
                <a:lnTo>
                  <a:pt x="161925" y="257175"/>
                </a:lnTo>
                <a:close/>
                <a:moveTo>
                  <a:pt x="390525" y="247650"/>
                </a:moveTo>
                <a:lnTo>
                  <a:pt x="419100" y="247650"/>
                </a:lnTo>
                <a:lnTo>
                  <a:pt x="419100" y="257175"/>
                </a:lnTo>
                <a:lnTo>
                  <a:pt x="390525" y="257175"/>
                </a:lnTo>
                <a:close/>
                <a:moveTo>
                  <a:pt x="342900" y="257175"/>
                </a:moveTo>
                <a:lnTo>
                  <a:pt x="352425" y="257175"/>
                </a:lnTo>
                <a:lnTo>
                  <a:pt x="352425" y="266700"/>
                </a:lnTo>
                <a:lnTo>
                  <a:pt x="342900" y="266700"/>
                </a:lnTo>
                <a:close/>
                <a:moveTo>
                  <a:pt x="514350" y="304800"/>
                </a:moveTo>
                <a:lnTo>
                  <a:pt x="523875" y="304800"/>
                </a:lnTo>
                <a:lnTo>
                  <a:pt x="523875" y="323850"/>
                </a:lnTo>
                <a:lnTo>
                  <a:pt x="533400" y="323850"/>
                </a:lnTo>
                <a:lnTo>
                  <a:pt x="533400" y="333375"/>
                </a:lnTo>
                <a:lnTo>
                  <a:pt x="523875" y="333375"/>
                </a:lnTo>
                <a:lnTo>
                  <a:pt x="523875" y="342900"/>
                </a:lnTo>
                <a:lnTo>
                  <a:pt x="504825" y="342900"/>
                </a:lnTo>
                <a:lnTo>
                  <a:pt x="504825" y="314325"/>
                </a:lnTo>
                <a:lnTo>
                  <a:pt x="514350" y="314325"/>
                </a:lnTo>
                <a:close/>
                <a:moveTo>
                  <a:pt x="771525" y="323850"/>
                </a:moveTo>
                <a:lnTo>
                  <a:pt x="781050" y="323850"/>
                </a:lnTo>
                <a:lnTo>
                  <a:pt x="781050" y="333375"/>
                </a:lnTo>
                <a:lnTo>
                  <a:pt x="771525" y="333375"/>
                </a:lnTo>
                <a:close/>
                <a:moveTo>
                  <a:pt x="400050" y="342900"/>
                </a:moveTo>
                <a:lnTo>
                  <a:pt x="409575" y="342900"/>
                </a:lnTo>
                <a:lnTo>
                  <a:pt x="409575" y="352425"/>
                </a:lnTo>
                <a:lnTo>
                  <a:pt x="419100" y="352425"/>
                </a:lnTo>
                <a:lnTo>
                  <a:pt x="419100" y="342900"/>
                </a:lnTo>
                <a:lnTo>
                  <a:pt x="428625" y="342900"/>
                </a:lnTo>
                <a:lnTo>
                  <a:pt x="428625" y="361950"/>
                </a:lnTo>
                <a:lnTo>
                  <a:pt x="400050" y="361950"/>
                </a:lnTo>
                <a:close/>
                <a:moveTo>
                  <a:pt x="638175" y="342900"/>
                </a:moveTo>
                <a:lnTo>
                  <a:pt x="647700" y="342900"/>
                </a:lnTo>
                <a:lnTo>
                  <a:pt x="647700" y="352425"/>
                </a:lnTo>
                <a:lnTo>
                  <a:pt x="638175" y="352425"/>
                </a:lnTo>
                <a:close/>
                <a:moveTo>
                  <a:pt x="533400" y="352425"/>
                </a:moveTo>
                <a:lnTo>
                  <a:pt x="552450" y="352425"/>
                </a:lnTo>
                <a:lnTo>
                  <a:pt x="552450" y="361950"/>
                </a:lnTo>
                <a:lnTo>
                  <a:pt x="542925" y="361950"/>
                </a:lnTo>
                <a:lnTo>
                  <a:pt x="542925" y="371475"/>
                </a:lnTo>
                <a:lnTo>
                  <a:pt x="533400" y="371475"/>
                </a:lnTo>
                <a:close/>
                <a:moveTo>
                  <a:pt x="647700" y="352425"/>
                </a:moveTo>
                <a:lnTo>
                  <a:pt x="666750" y="352425"/>
                </a:lnTo>
                <a:lnTo>
                  <a:pt x="666750" y="361950"/>
                </a:lnTo>
                <a:lnTo>
                  <a:pt x="657225" y="361950"/>
                </a:lnTo>
                <a:lnTo>
                  <a:pt x="657225" y="371475"/>
                </a:lnTo>
                <a:lnTo>
                  <a:pt x="638175" y="371475"/>
                </a:lnTo>
                <a:lnTo>
                  <a:pt x="638175" y="361950"/>
                </a:lnTo>
                <a:lnTo>
                  <a:pt x="647700" y="361950"/>
                </a:lnTo>
                <a:close/>
                <a:moveTo>
                  <a:pt x="419100" y="371475"/>
                </a:moveTo>
                <a:lnTo>
                  <a:pt x="428625" y="371475"/>
                </a:lnTo>
                <a:lnTo>
                  <a:pt x="428625" y="381000"/>
                </a:lnTo>
                <a:lnTo>
                  <a:pt x="419100" y="381000"/>
                </a:lnTo>
                <a:close/>
                <a:moveTo>
                  <a:pt x="542925" y="371475"/>
                </a:moveTo>
                <a:lnTo>
                  <a:pt x="552450" y="371475"/>
                </a:lnTo>
                <a:lnTo>
                  <a:pt x="552450" y="381000"/>
                </a:lnTo>
                <a:lnTo>
                  <a:pt x="561975" y="381000"/>
                </a:lnTo>
                <a:lnTo>
                  <a:pt x="561975" y="390525"/>
                </a:lnTo>
                <a:lnTo>
                  <a:pt x="542925" y="390525"/>
                </a:lnTo>
                <a:lnTo>
                  <a:pt x="542925" y="400050"/>
                </a:lnTo>
                <a:lnTo>
                  <a:pt x="523875" y="400050"/>
                </a:lnTo>
                <a:lnTo>
                  <a:pt x="523875" y="381000"/>
                </a:lnTo>
                <a:lnTo>
                  <a:pt x="542925" y="381000"/>
                </a:lnTo>
                <a:close/>
                <a:moveTo>
                  <a:pt x="171450" y="381000"/>
                </a:moveTo>
                <a:lnTo>
                  <a:pt x="190500" y="381000"/>
                </a:lnTo>
                <a:lnTo>
                  <a:pt x="190500" y="390525"/>
                </a:lnTo>
                <a:lnTo>
                  <a:pt x="171450" y="390525"/>
                </a:lnTo>
                <a:close/>
                <a:moveTo>
                  <a:pt x="742950" y="390525"/>
                </a:moveTo>
                <a:lnTo>
                  <a:pt x="752475" y="390525"/>
                </a:lnTo>
                <a:lnTo>
                  <a:pt x="752475" y="409575"/>
                </a:lnTo>
                <a:lnTo>
                  <a:pt x="742950" y="409575"/>
                </a:lnTo>
                <a:close/>
                <a:moveTo>
                  <a:pt x="285750" y="419100"/>
                </a:moveTo>
                <a:lnTo>
                  <a:pt x="295275" y="419100"/>
                </a:lnTo>
                <a:lnTo>
                  <a:pt x="295275" y="438150"/>
                </a:lnTo>
                <a:lnTo>
                  <a:pt x="285750" y="438150"/>
                </a:lnTo>
                <a:close/>
                <a:moveTo>
                  <a:pt x="304800" y="419100"/>
                </a:moveTo>
                <a:lnTo>
                  <a:pt x="314325" y="419100"/>
                </a:lnTo>
                <a:lnTo>
                  <a:pt x="314325" y="447675"/>
                </a:lnTo>
                <a:lnTo>
                  <a:pt x="304800" y="447675"/>
                </a:lnTo>
                <a:close/>
                <a:moveTo>
                  <a:pt x="647700" y="428625"/>
                </a:moveTo>
                <a:lnTo>
                  <a:pt x="657225" y="428625"/>
                </a:lnTo>
                <a:lnTo>
                  <a:pt x="657225" y="438150"/>
                </a:lnTo>
                <a:lnTo>
                  <a:pt x="647700" y="438150"/>
                </a:lnTo>
                <a:close/>
                <a:moveTo>
                  <a:pt x="581025" y="438150"/>
                </a:moveTo>
                <a:lnTo>
                  <a:pt x="590550" y="438150"/>
                </a:lnTo>
                <a:lnTo>
                  <a:pt x="590550" y="447675"/>
                </a:lnTo>
                <a:lnTo>
                  <a:pt x="581025" y="447675"/>
                </a:lnTo>
                <a:close/>
                <a:moveTo>
                  <a:pt x="209550" y="447675"/>
                </a:moveTo>
                <a:lnTo>
                  <a:pt x="219075" y="447675"/>
                </a:lnTo>
                <a:lnTo>
                  <a:pt x="219075" y="457200"/>
                </a:lnTo>
                <a:lnTo>
                  <a:pt x="209550" y="457200"/>
                </a:lnTo>
                <a:close/>
                <a:moveTo>
                  <a:pt x="276225" y="447675"/>
                </a:moveTo>
                <a:lnTo>
                  <a:pt x="295275" y="447675"/>
                </a:lnTo>
                <a:lnTo>
                  <a:pt x="295275" y="457200"/>
                </a:lnTo>
                <a:lnTo>
                  <a:pt x="323850" y="457200"/>
                </a:lnTo>
                <a:lnTo>
                  <a:pt x="323850" y="447675"/>
                </a:lnTo>
                <a:lnTo>
                  <a:pt x="352425" y="447675"/>
                </a:lnTo>
                <a:lnTo>
                  <a:pt x="352425" y="466725"/>
                </a:lnTo>
                <a:lnTo>
                  <a:pt x="314325" y="466725"/>
                </a:lnTo>
                <a:lnTo>
                  <a:pt x="314325" y="552450"/>
                </a:lnTo>
                <a:lnTo>
                  <a:pt x="304800" y="552450"/>
                </a:lnTo>
                <a:lnTo>
                  <a:pt x="304800" y="466725"/>
                </a:lnTo>
                <a:lnTo>
                  <a:pt x="285750" y="466725"/>
                </a:lnTo>
                <a:lnTo>
                  <a:pt x="285750" y="476250"/>
                </a:lnTo>
                <a:lnTo>
                  <a:pt x="276225" y="476250"/>
                </a:lnTo>
                <a:lnTo>
                  <a:pt x="276225" y="466725"/>
                </a:lnTo>
                <a:lnTo>
                  <a:pt x="266700" y="466725"/>
                </a:lnTo>
                <a:lnTo>
                  <a:pt x="266700" y="457200"/>
                </a:lnTo>
                <a:lnTo>
                  <a:pt x="276225" y="457200"/>
                </a:lnTo>
                <a:close/>
                <a:moveTo>
                  <a:pt x="571500" y="447675"/>
                </a:moveTo>
                <a:lnTo>
                  <a:pt x="581025" y="447675"/>
                </a:lnTo>
                <a:lnTo>
                  <a:pt x="581025" y="457200"/>
                </a:lnTo>
                <a:lnTo>
                  <a:pt x="571500" y="457200"/>
                </a:lnTo>
                <a:close/>
                <a:moveTo>
                  <a:pt x="638175" y="447675"/>
                </a:moveTo>
                <a:lnTo>
                  <a:pt x="647700" y="447675"/>
                </a:lnTo>
                <a:lnTo>
                  <a:pt x="647700" y="457200"/>
                </a:lnTo>
                <a:lnTo>
                  <a:pt x="638175" y="457200"/>
                </a:lnTo>
                <a:close/>
                <a:moveTo>
                  <a:pt x="781050" y="447675"/>
                </a:moveTo>
                <a:lnTo>
                  <a:pt x="790575" y="447675"/>
                </a:lnTo>
                <a:lnTo>
                  <a:pt x="790575" y="457200"/>
                </a:lnTo>
                <a:lnTo>
                  <a:pt x="781050" y="457200"/>
                </a:lnTo>
                <a:close/>
                <a:moveTo>
                  <a:pt x="800100" y="466725"/>
                </a:moveTo>
                <a:lnTo>
                  <a:pt x="809625" y="466725"/>
                </a:lnTo>
                <a:lnTo>
                  <a:pt x="809625" y="476250"/>
                </a:lnTo>
                <a:lnTo>
                  <a:pt x="800100" y="476250"/>
                </a:lnTo>
                <a:close/>
                <a:moveTo>
                  <a:pt x="285750" y="476250"/>
                </a:moveTo>
                <a:lnTo>
                  <a:pt x="295275" y="476250"/>
                </a:lnTo>
                <a:lnTo>
                  <a:pt x="295275" y="504825"/>
                </a:lnTo>
                <a:lnTo>
                  <a:pt x="285750" y="504825"/>
                </a:lnTo>
                <a:close/>
                <a:moveTo>
                  <a:pt x="457200" y="476250"/>
                </a:moveTo>
                <a:lnTo>
                  <a:pt x="466725" y="476250"/>
                </a:lnTo>
                <a:lnTo>
                  <a:pt x="466725" y="485775"/>
                </a:lnTo>
                <a:lnTo>
                  <a:pt x="457200" y="485775"/>
                </a:lnTo>
                <a:close/>
                <a:moveTo>
                  <a:pt x="809625" y="476250"/>
                </a:moveTo>
                <a:lnTo>
                  <a:pt x="819150" y="476250"/>
                </a:lnTo>
                <a:lnTo>
                  <a:pt x="819150" y="495300"/>
                </a:lnTo>
                <a:lnTo>
                  <a:pt x="809625" y="495300"/>
                </a:lnTo>
                <a:close/>
                <a:moveTo>
                  <a:pt x="533400" y="495300"/>
                </a:moveTo>
                <a:lnTo>
                  <a:pt x="542925" y="495300"/>
                </a:lnTo>
                <a:lnTo>
                  <a:pt x="542925" y="504825"/>
                </a:lnTo>
                <a:lnTo>
                  <a:pt x="533400" y="504825"/>
                </a:lnTo>
                <a:close/>
                <a:moveTo>
                  <a:pt x="714375" y="495300"/>
                </a:moveTo>
                <a:lnTo>
                  <a:pt x="723900" y="495300"/>
                </a:lnTo>
                <a:lnTo>
                  <a:pt x="723900" y="504825"/>
                </a:lnTo>
                <a:lnTo>
                  <a:pt x="714375" y="504825"/>
                </a:lnTo>
                <a:close/>
                <a:moveTo>
                  <a:pt x="447675" y="504825"/>
                </a:moveTo>
                <a:lnTo>
                  <a:pt x="457200" y="504825"/>
                </a:lnTo>
                <a:lnTo>
                  <a:pt x="457200" y="514350"/>
                </a:lnTo>
                <a:lnTo>
                  <a:pt x="447675" y="514350"/>
                </a:lnTo>
                <a:close/>
                <a:moveTo>
                  <a:pt x="285750" y="523875"/>
                </a:moveTo>
                <a:lnTo>
                  <a:pt x="295275" y="523875"/>
                </a:lnTo>
                <a:lnTo>
                  <a:pt x="295275" y="542925"/>
                </a:lnTo>
                <a:lnTo>
                  <a:pt x="285750" y="542925"/>
                </a:lnTo>
                <a:close/>
                <a:moveTo>
                  <a:pt x="666750" y="523875"/>
                </a:moveTo>
                <a:lnTo>
                  <a:pt x="676275" y="523875"/>
                </a:lnTo>
                <a:lnTo>
                  <a:pt x="676275" y="533400"/>
                </a:lnTo>
                <a:lnTo>
                  <a:pt x="666750" y="533400"/>
                </a:lnTo>
                <a:close/>
                <a:moveTo>
                  <a:pt x="390525" y="533400"/>
                </a:moveTo>
                <a:lnTo>
                  <a:pt x="409575" y="533400"/>
                </a:lnTo>
                <a:lnTo>
                  <a:pt x="409575" y="542925"/>
                </a:lnTo>
                <a:lnTo>
                  <a:pt x="400050" y="542925"/>
                </a:lnTo>
                <a:lnTo>
                  <a:pt x="400050" y="552450"/>
                </a:lnTo>
                <a:lnTo>
                  <a:pt x="390525" y="552450"/>
                </a:lnTo>
                <a:close/>
                <a:moveTo>
                  <a:pt x="647700" y="533400"/>
                </a:moveTo>
                <a:lnTo>
                  <a:pt x="657225" y="533400"/>
                </a:lnTo>
                <a:lnTo>
                  <a:pt x="657225" y="542925"/>
                </a:lnTo>
                <a:lnTo>
                  <a:pt x="647700" y="542925"/>
                </a:lnTo>
                <a:close/>
                <a:moveTo>
                  <a:pt x="657225" y="542925"/>
                </a:moveTo>
                <a:lnTo>
                  <a:pt x="676275" y="542925"/>
                </a:lnTo>
                <a:lnTo>
                  <a:pt x="676275" y="552450"/>
                </a:lnTo>
                <a:lnTo>
                  <a:pt x="685800" y="552450"/>
                </a:lnTo>
                <a:lnTo>
                  <a:pt x="685800" y="571500"/>
                </a:lnTo>
                <a:lnTo>
                  <a:pt x="676275" y="571500"/>
                </a:lnTo>
                <a:lnTo>
                  <a:pt x="676275" y="561975"/>
                </a:lnTo>
                <a:lnTo>
                  <a:pt x="666750" y="561975"/>
                </a:lnTo>
                <a:lnTo>
                  <a:pt x="666750" y="552450"/>
                </a:lnTo>
                <a:lnTo>
                  <a:pt x="657225" y="552450"/>
                </a:lnTo>
                <a:close/>
                <a:moveTo>
                  <a:pt x="219075" y="552450"/>
                </a:moveTo>
                <a:lnTo>
                  <a:pt x="228600" y="552450"/>
                </a:lnTo>
                <a:lnTo>
                  <a:pt x="228600" y="581025"/>
                </a:lnTo>
                <a:lnTo>
                  <a:pt x="219075" y="581025"/>
                </a:lnTo>
                <a:close/>
                <a:moveTo>
                  <a:pt x="314325" y="552450"/>
                </a:moveTo>
                <a:lnTo>
                  <a:pt x="342900" y="552450"/>
                </a:lnTo>
                <a:lnTo>
                  <a:pt x="342900" y="561975"/>
                </a:lnTo>
                <a:lnTo>
                  <a:pt x="314325" y="561975"/>
                </a:lnTo>
                <a:close/>
                <a:moveTo>
                  <a:pt x="171450" y="571500"/>
                </a:moveTo>
                <a:lnTo>
                  <a:pt x="180975" y="571500"/>
                </a:lnTo>
                <a:lnTo>
                  <a:pt x="180975" y="581025"/>
                </a:lnTo>
                <a:lnTo>
                  <a:pt x="171450" y="581025"/>
                </a:lnTo>
                <a:close/>
                <a:moveTo>
                  <a:pt x="533400" y="581025"/>
                </a:moveTo>
                <a:lnTo>
                  <a:pt x="542925" y="581025"/>
                </a:lnTo>
                <a:lnTo>
                  <a:pt x="542925" y="600075"/>
                </a:lnTo>
                <a:lnTo>
                  <a:pt x="533400" y="600075"/>
                </a:lnTo>
                <a:close/>
                <a:moveTo>
                  <a:pt x="447675" y="590550"/>
                </a:moveTo>
                <a:lnTo>
                  <a:pt x="466725" y="590550"/>
                </a:lnTo>
                <a:lnTo>
                  <a:pt x="466725" y="619125"/>
                </a:lnTo>
                <a:lnTo>
                  <a:pt x="457200" y="619125"/>
                </a:lnTo>
                <a:lnTo>
                  <a:pt x="457200" y="609600"/>
                </a:lnTo>
                <a:lnTo>
                  <a:pt x="447675" y="609600"/>
                </a:lnTo>
                <a:close/>
                <a:moveTo>
                  <a:pt x="542925" y="600075"/>
                </a:moveTo>
                <a:lnTo>
                  <a:pt x="552450" y="600075"/>
                </a:lnTo>
                <a:lnTo>
                  <a:pt x="552450" y="609600"/>
                </a:lnTo>
                <a:lnTo>
                  <a:pt x="542925" y="609600"/>
                </a:lnTo>
                <a:close/>
                <a:moveTo>
                  <a:pt x="704850" y="609600"/>
                </a:moveTo>
                <a:lnTo>
                  <a:pt x="714375" y="609600"/>
                </a:lnTo>
                <a:lnTo>
                  <a:pt x="714375" y="619125"/>
                </a:lnTo>
                <a:lnTo>
                  <a:pt x="704850" y="619125"/>
                </a:lnTo>
                <a:close/>
                <a:moveTo>
                  <a:pt x="276225" y="619125"/>
                </a:moveTo>
                <a:lnTo>
                  <a:pt x="285750" y="619125"/>
                </a:lnTo>
                <a:lnTo>
                  <a:pt x="285750" y="628650"/>
                </a:lnTo>
                <a:lnTo>
                  <a:pt x="276225" y="628650"/>
                </a:lnTo>
                <a:close/>
                <a:moveTo>
                  <a:pt x="200025" y="638175"/>
                </a:moveTo>
                <a:lnTo>
                  <a:pt x="209550" y="638175"/>
                </a:lnTo>
                <a:lnTo>
                  <a:pt x="209550" y="647700"/>
                </a:lnTo>
                <a:lnTo>
                  <a:pt x="200025" y="647700"/>
                </a:lnTo>
                <a:close/>
                <a:moveTo>
                  <a:pt x="561975" y="638175"/>
                </a:moveTo>
                <a:lnTo>
                  <a:pt x="581025" y="638175"/>
                </a:lnTo>
                <a:lnTo>
                  <a:pt x="581025" y="647700"/>
                </a:lnTo>
                <a:lnTo>
                  <a:pt x="561975" y="647700"/>
                </a:lnTo>
                <a:close/>
                <a:moveTo>
                  <a:pt x="485775" y="647700"/>
                </a:moveTo>
                <a:lnTo>
                  <a:pt x="495300" y="647700"/>
                </a:lnTo>
                <a:lnTo>
                  <a:pt x="495300" y="657225"/>
                </a:lnTo>
                <a:lnTo>
                  <a:pt x="485775" y="657225"/>
                </a:lnTo>
                <a:close/>
                <a:moveTo>
                  <a:pt x="581025" y="647700"/>
                </a:moveTo>
                <a:lnTo>
                  <a:pt x="590550" y="647700"/>
                </a:lnTo>
                <a:lnTo>
                  <a:pt x="590550" y="657225"/>
                </a:lnTo>
                <a:lnTo>
                  <a:pt x="581025" y="657225"/>
                </a:lnTo>
                <a:close/>
                <a:moveTo>
                  <a:pt x="609600" y="647700"/>
                </a:moveTo>
                <a:lnTo>
                  <a:pt x="619125" y="647700"/>
                </a:lnTo>
                <a:lnTo>
                  <a:pt x="619125" y="666750"/>
                </a:lnTo>
                <a:lnTo>
                  <a:pt x="609600" y="666750"/>
                </a:lnTo>
                <a:close/>
                <a:moveTo>
                  <a:pt x="657225" y="647700"/>
                </a:moveTo>
                <a:lnTo>
                  <a:pt x="666750" y="647700"/>
                </a:lnTo>
                <a:lnTo>
                  <a:pt x="666750" y="657225"/>
                </a:lnTo>
                <a:lnTo>
                  <a:pt x="657225" y="657225"/>
                </a:lnTo>
                <a:close/>
                <a:moveTo>
                  <a:pt x="638175" y="657225"/>
                </a:moveTo>
                <a:lnTo>
                  <a:pt x="657225" y="657225"/>
                </a:lnTo>
                <a:lnTo>
                  <a:pt x="657225" y="666750"/>
                </a:lnTo>
                <a:lnTo>
                  <a:pt x="638175" y="666750"/>
                </a:lnTo>
                <a:close/>
                <a:moveTo>
                  <a:pt x="523875" y="685800"/>
                </a:moveTo>
                <a:lnTo>
                  <a:pt x="533400" y="685800"/>
                </a:lnTo>
                <a:lnTo>
                  <a:pt x="533400" y="695325"/>
                </a:lnTo>
                <a:lnTo>
                  <a:pt x="523875" y="695325"/>
                </a:lnTo>
                <a:close/>
                <a:moveTo>
                  <a:pt x="723900" y="695325"/>
                </a:moveTo>
                <a:lnTo>
                  <a:pt x="733425" y="695325"/>
                </a:lnTo>
                <a:lnTo>
                  <a:pt x="733425" y="704850"/>
                </a:lnTo>
                <a:lnTo>
                  <a:pt x="723900" y="704850"/>
                </a:lnTo>
                <a:close/>
                <a:moveTo>
                  <a:pt x="542925" y="704850"/>
                </a:moveTo>
                <a:lnTo>
                  <a:pt x="561975" y="704850"/>
                </a:lnTo>
                <a:lnTo>
                  <a:pt x="561975" y="714375"/>
                </a:lnTo>
                <a:lnTo>
                  <a:pt x="571500" y="714375"/>
                </a:lnTo>
                <a:lnTo>
                  <a:pt x="571500" y="723900"/>
                </a:lnTo>
                <a:lnTo>
                  <a:pt x="581025" y="723900"/>
                </a:lnTo>
                <a:lnTo>
                  <a:pt x="581025" y="733425"/>
                </a:lnTo>
                <a:lnTo>
                  <a:pt x="561975" y="733425"/>
                </a:lnTo>
                <a:lnTo>
                  <a:pt x="561975" y="723900"/>
                </a:lnTo>
                <a:lnTo>
                  <a:pt x="552450" y="723900"/>
                </a:lnTo>
                <a:lnTo>
                  <a:pt x="552450" y="714375"/>
                </a:lnTo>
                <a:lnTo>
                  <a:pt x="542925" y="714375"/>
                </a:lnTo>
                <a:close/>
                <a:moveTo>
                  <a:pt x="704850" y="704850"/>
                </a:moveTo>
                <a:lnTo>
                  <a:pt x="723900" y="704850"/>
                </a:lnTo>
                <a:lnTo>
                  <a:pt x="723900" y="714375"/>
                </a:lnTo>
                <a:lnTo>
                  <a:pt x="704850" y="714375"/>
                </a:lnTo>
                <a:close/>
                <a:moveTo>
                  <a:pt x="600075" y="723900"/>
                </a:moveTo>
                <a:lnTo>
                  <a:pt x="638175" y="723900"/>
                </a:lnTo>
                <a:lnTo>
                  <a:pt x="638175" y="733425"/>
                </a:lnTo>
                <a:lnTo>
                  <a:pt x="600075" y="733425"/>
                </a:lnTo>
                <a:close/>
                <a:moveTo>
                  <a:pt x="647700" y="723900"/>
                </a:moveTo>
                <a:lnTo>
                  <a:pt x="657225" y="723900"/>
                </a:lnTo>
                <a:lnTo>
                  <a:pt x="657225" y="733425"/>
                </a:lnTo>
                <a:lnTo>
                  <a:pt x="647700" y="733425"/>
                </a:lnTo>
                <a:close/>
                <a:moveTo>
                  <a:pt x="666750" y="800100"/>
                </a:moveTo>
                <a:lnTo>
                  <a:pt x="676275" y="800100"/>
                </a:lnTo>
                <a:lnTo>
                  <a:pt x="676275" y="809625"/>
                </a:lnTo>
                <a:lnTo>
                  <a:pt x="666750" y="809625"/>
                </a:lnTo>
                <a:close/>
                <a:moveTo>
                  <a:pt x="952500" y="800100"/>
                </a:moveTo>
                <a:lnTo>
                  <a:pt x="962025" y="800100"/>
                </a:lnTo>
                <a:lnTo>
                  <a:pt x="962025" y="809625"/>
                </a:lnTo>
                <a:lnTo>
                  <a:pt x="952500" y="809625"/>
                </a:lnTo>
                <a:close/>
                <a:moveTo>
                  <a:pt x="1085850" y="800100"/>
                </a:moveTo>
                <a:lnTo>
                  <a:pt x="1104900" y="800100"/>
                </a:lnTo>
                <a:lnTo>
                  <a:pt x="1104900" y="809625"/>
                </a:lnTo>
                <a:lnTo>
                  <a:pt x="1085850" y="809625"/>
                </a:lnTo>
                <a:close/>
              </a:path>
            </a:pathLst>
          </a:custGeom>
          <a:solidFill xmlns:a="http://schemas.openxmlformats.org/drawingml/2006/main">
            <a:srgbClr val="F6F9F4"/>
          </a:solidFill>
          <a:ln xmlns:a="http://schemas.openxmlformats.org/drawingml/2006/main" w="0">
            <a:noFill/>
          </a:ln>
        </p:spPr>
      </p:sp>
      <p:sp>
        <p:nvSpPr>
          <p:cNvPr id="191" name="v20 vector #f8f8f4">
            <a:extLst xmlns:a="http://schemas.openxmlformats.org/drawingml/2006/main">
              <a:ext uri="{FF2B5EF4-FFF2-40B4-BE49-F238E27FC236}">
                <a16:creationId xmlns:a16="http://schemas.microsoft.com/office/drawing/2014/main" id="{1A956B0E-B5CE-409F-82EB-C18D39C984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5350" y="4848225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152400" y="0"/>
                </a:moveTo>
                <a:lnTo>
                  <a:pt x="190500" y="0"/>
                </a:lnTo>
                <a:lnTo>
                  <a:pt x="190500" y="9525"/>
                </a:lnTo>
                <a:lnTo>
                  <a:pt x="200025" y="9525"/>
                </a:lnTo>
                <a:lnTo>
                  <a:pt x="200025" y="0"/>
                </a:lnTo>
                <a:lnTo>
                  <a:pt x="209550" y="0"/>
                </a:lnTo>
                <a:lnTo>
                  <a:pt x="209550" y="9525"/>
                </a:lnTo>
                <a:lnTo>
                  <a:pt x="200025" y="9525"/>
                </a:lnTo>
                <a:lnTo>
                  <a:pt x="200025" y="19050"/>
                </a:lnTo>
                <a:lnTo>
                  <a:pt x="152400" y="19050"/>
                </a:lnTo>
                <a:close/>
                <a:moveTo>
                  <a:pt x="495300" y="0"/>
                </a:moveTo>
                <a:lnTo>
                  <a:pt x="523875" y="0"/>
                </a:lnTo>
                <a:lnTo>
                  <a:pt x="523875" y="19050"/>
                </a:lnTo>
                <a:lnTo>
                  <a:pt x="504825" y="19050"/>
                </a:lnTo>
                <a:lnTo>
                  <a:pt x="504825" y="9525"/>
                </a:lnTo>
                <a:lnTo>
                  <a:pt x="495300" y="9525"/>
                </a:lnTo>
                <a:close/>
                <a:moveTo>
                  <a:pt x="742950" y="0"/>
                </a:moveTo>
                <a:lnTo>
                  <a:pt x="752475" y="0"/>
                </a:lnTo>
                <a:lnTo>
                  <a:pt x="752475" y="28575"/>
                </a:lnTo>
                <a:lnTo>
                  <a:pt x="742950" y="28575"/>
                </a:lnTo>
                <a:close/>
                <a:moveTo>
                  <a:pt x="923925" y="0"/>
                </a:moveTo>
                <a:lnTo>
                  <a:pt x="933450" y="0"/>
                </a:lnTo>
                <a:lnTo>
                  <a:pt x="933450" y="9525"/>
                </a:lnTo>
                <a:lnTo>
                  <a:pt x="923925" y="9525"/>
                </a:lnTo>
                <a:close/>
                <a:moveTo>
                  <a:pt x="952500" y="0"/>
                </a:moveTo>
                <a:lnTo>
                  <a:pt x="962025" y="0"/>
                </a:lnTo>
                <a:lnTo>
                  <a:pt x="962025" y="9525"/>
                </a:lnTo>
                <a:lnTo>
                  <a:pt x="981075" y="9525"/>
                </a:lnTo>
                <a:lnTo>
                  <a:pt x="981075" y="19050"/>
                </a:lnTo>
                <a:lnTo>
                  <a:pt x="952500" y="19050"/>
                </a:lnTo>
                <a:close/>
                <a:moveTo>
                  <a:pt x="819150" y="9525"/>
                </a:moveTo>
                <a:lnTo>
                  <a:pt x="838200" y="9525"/>
                </a:lnTo>
                <a:lnTo>
                  <a:pt x="838200" y="19050"/>
                </a:lnTo>
                <a:lnTo>
                  <a:pt x="819150" y="19050"/>
                </a:lnTo>
                <a:close/>
                <a:moveTo>
                  <a:pt x="1162050" y="9525"/>
                </a:moveTo>
                <a:lnTo>
                  <a:pt x="1171575" y="9525"/>
                </a:lnTo>
                <a:lnTo>
                  <a:pt x="1171575" y="19050"/>
                </a:lnTo>
                <a:lnTo>
                  <a:pt x="1181100" y="19050"/>
                </a:lnTo>
                <a:lnTo>
                  <a:pt x="1181100" y="28575"/>
                </a:lnTo>
                <a:lnTo>
                  <a:pt x="1200150" y="28575"/>
                </a:lnTo>
                <a:lnTo>
                  <a:pt x="1200150" y="38100"/>
                </a:lnTo>
                <a:lnTo>
                  <a:pt x="1209675" y="38100"/>
                </a:lnTo>
                <a:lnTo>
                  <a:pt x="1209675" y="57150"/>
                </a:lnTo>
                <a:lnTo>
                  <a:pt x="1190625" y="57150"/>
                </a:lnTo>
                <a:lnTo>
                  <a:pt x="1190625" y="47625"/>
                </a:lnTo>
                <a:lnTo>
                  <a:pt x="1181100" y="47625"/>
                </a:lnTo>
                <a:lnTo>
                  <a:pt x="1181100" y="38100"/>
                </a:lnTo>
                <a:lnTo>
                  <a:pt x="1162050" y="38100"/>
                </a:lnTo>
                <a:close/>
                <a:moveTo>
                  <a:pt x="57150" y="28575"/>
                </a:moveTo>
                <a:lnTo>
                  <a:pt x="76200" y="28575"/>
                </a:lnTo>
                <a:lnTo>
                  <a:pt x="76200" y="47625"/>
                </a:lnTo>
                <a:lnTo>
                  <a:pt x="66675" y="47625"/>
                </a:lnTo>
                <a:lnTo>
                  <a:pt x="66675" y="38100"/>
                </a:lnTo>
                <a:lnTo>
                  <a:pt x="57150" y="38100"/>
                </a:lnTo>
                <a:close/>
                <a:moveTo>
                  <a:pt x="133350" y="28575"/>
                </a:moveTo>
                <a:lnTo>
                  <a:pt x="142875" y="28575"/>
                </a:lnTo>
                <a:lnTo>
                  <a:pt x="142875" y="38100"/>
                </a:lnTo>
                <a:lnTo>
                  <a:pt x="133350" y="38100"/>
                </a:lnTo>
                <a:close/>
                <a:moveTo>
                  <a:pt x="828675" y="28575"/>
                </a:moveTo>
                <a:lnTo>
                  <a:pt x="838200" y="28575"/>
                </a:lnTo>
                <a:lnTo>
                  <a:pt x="838200" y="38100"/>
                </a:lnTo>
                <a:lnTo>
                  <a:pt x="828675" y="38100"/>
                </a:lnTo>
                <a:close/>
                <a:moveTo>
                  <a:pt x="619125" y="38100"/>
                </a:moveTo>
                <a:lnTo>
                  <a:pt x="628650" y="38100"/>
                </a:lnTo>
                <a:lnTo>
                  <a:pt x="628650" y="47625"/>
                </a:lnTo>
                <a:lnTo>
                  <a:pt x="638175" y="47625"/>
                </a:lnTo>
                <a:lnTo>
                  <a:pt x="638175" y="57150"/>
                </a:lnTo>
                <a:lnTo>
                  <a:pt x="619125" y="57150"/>
                </a:lnTo>
                <a:close/>
                <a:moveTo>
                  <a:pt x="142875" y="47625"/>
                </a:moveTo>
                <a:lnTo>
                  <a:pt x="152400" y="47625"/>
                </a:lnTo>
                <a:lnTo>
                  <a:pt x="152400" y="66675"/>
                </a:lnTo>
                <a:lnTo>
                  <a:pt x="142875" y="66675"/>
                </a:lnTo>
                <a:close/>
                <a:moveTo>
                  <a:pt x="200025" y="47625"/>
                </a:moveTo>
                <a:lnTo>
                  <a:pt x="209550" y="47625"/>
                </a:lnTo>
                <a:lnTo>
                  <a:pt x="209550" y="57150"/>
                </a:lnTo>
                <a:lnTo>
                  <a:pt x="200025" y="57150"/>
                </a:lnTo>
                <a:close/>
                <a:moveTo>
                  <a:pt x="695325" y="47625"/>
                </a:moveTo>
                <a:lnTo>
                  <a:pt x="704850" y="47625"/>
                </a:lnTo>
                <a:lnTo>
                  <a:pt x="704850" y="57150"/>
                </a:lnTo>
                <a:lnTo>
                  <a:pt x="695325" y="57150"/>
                </a:lnTo>
                <a:close/>
                <a:moveTo>
                  <a:pt x="885825" y="47625"/>
                </a:moveTo>
                <a:lnTo>
                  <a:pt x="904875" y="47625"/>
                </a:lnTo>
                <a:lnTo>
                  <a:pt x="904875" y="57150"/>
                </a:lnTo>
                <a:lnTo>
                  <a:pt x="885825" y="57150"/>
                </a:lnTo>
                <a:close/>
                <a:moveTo>
                  <a:pt x="933450" y="47625"/>
                </a:moveTo>
                <a:lnTo>
                  <a:pt x="952500" y="47625"/>
                </a:lnTo>
                <a:lnTo>
                  <a:pt x="952500" y="57150"/>
                </a:lnTo>
                <a:lnTo>
                  <a:pt x="933450" y="57150"/>
                </a:lnTo>
                <a:close/>
                <a:moveTo>
                  <a:pt x="95250" y="57150"/>
                </a:moveTo>
                <a:lnTo>
                  <a:pt x="104775" y="57150"/>
                </a:lnTo>
                <a:lnTo>
                  <a:pt x="104775" y="76200"/>
                </a:lnTo>
                <a:lnTo>
                  <a:pt x="95250" y="76200"/>
                </a:lnTo>
                <a:close/>
                <a:moveTo>
                  <a:pt x="742950" y="66675"/>
                </a:moveTo>
                <a:lnTo>
                  <a:pt x="752475" y="66675"/>
                </a:lnTo>
                <a:lnTo>
                  <a:pt x="752475" y="76200"/>
                </a:lnTo>
                <a:lnTo>
                  <a:pt x="742950" y="76200"/>
                </a:lnTo>
                <a:close/>
                <a:moveTo>
                  <a:pt x="1114425" y="66675"/>
                </a:moveTo>
                <a:lnTo>
                  <a:pt x="1123950" y="66675"/>
                </a:lnTo>
                <a:lnTo>
                  <a:pt x="1123950" y="76200"/>
                </a:lnTo>
                <a:lnTo>
                  <a:pt x="1114425" y="76200"/>
                </a:lnTo>
                <a:close/>
                <a:moveTo>
                  <a:pt x="76200" y="76200"/>
                </a:moveTo>
                <a:lnTo>
                  <a:pt x="85725" y="76200"/>
                </a:lnTo>
                <a:lnTo>
                  <a:pt x="85725" y="85725"/>
                </a:lnTo>
                <a:lnTo>
                  <a:pt x="104775" y="85725"/>
                </a:lnTo>
                <a:lnTo>
                  <a:pt x="104775" y="95250"/>
                </a:lnTo>
                <a:lnTo>
                  <a:pt x="66675" y="95250"/>
                </a:lnTo>
                <a:lnTo>
                  <a:pt x="66675" y="85725"/>
                </a:lnTo>
                <a:lnTo>
                  <a:pt x="76200" y="85725"/>
                </a:lnTo>
                <a:close/>
                <a:moveTo>
                  <a:pt x="495300" y="76200"/>
                </a:moveTo>
                <a:lnTo>
                  <a:pt x="504825" y="76200"/>
                </a:lnTo>
                <a:lnTo>
                  <a:pt x="504825" y="85725"/>
                </a:lnTo>
                <a:lnTo>
                  <a:pt x="495300" y="85725"/>
                </a:lnTo>
                <a:close/>
                <a:moveTo>
                  <a:pt x="114300" y="85725"/>
                </a:moveTo>
                <a:lnTo>
                  <a:pt x="123825" y="85725"/>
                </a:lnTo>
                <a:lnTo>
                  <a:pt x="123825" y="95250"/>
                </a:lnTo>
                <a:lnTo>
                  <a:pt x="142875" y="95250"/>
                </a:lnTo>
                <a:lnTo>
                  <a:pt x="142875" y="104775"/>
                </a:lnTo>
                <a:lnTo>
                  <a:pt x="133350" y="104775"/>
                </a:lnTo>
                <a:lnTo>
                  <a:pt x="133350" y="123825"/>
                </a:lnTo>
                <a:lnTo>
                  <a:pt x="95250" y="123825"/>
                </a:lnTo>
                <a:lnTo>
                  <a:pt x="95250" y="104775"/>
                </a:lnTo>
                <a:lnTo>
                  <a:pt x="114300" y="104775"/>
                </a:lnTo>
                <a:close/>
                <a:moveTo>
                  <a:pt x="485775" y="85725"/>
                </a:moveTo>
                <a:lnTo>
                  <a:pt x="495300" y="85725"/>
                </a:lnTo>
                <a:lnTo>
                  <a:pt x="495300" y="95250"/>
                </a:lnTo>
                <a:lnTo>
                  <a:pt x="485775" y="95250"/>
                </a:lnTo>
                <a:close/>
                <a:moveTo>
                  <a:pt x="733425" y="85725"/>
                </a:moveTo>
                <a:lnTo>
                  <a:pt x="742950" y="85725"/>
                </a:lnTo>
                <a:lnTo>
                  <a:pt x="742950" y="95250"/>
                </a:lnTo>
                <a:lnTo>
                  <a:pt x="733425" y="95250"/>
                </a:lnTo>
                <a:close/>
                <a:moveTo>
                  <a:pt x="1104900" y="85725"/>
                </a:moveTo>
                <a:lnTo>
                  <a:pt x="1114425" y="85725"/>
                </a:lnTo>
                <a:lnTo>
                  <a:pt x="1114425" y="95250"/>
                </a:lnTo>
                <a:lnTo>
                  <a:pt x="1104900" y="95250"/>
                </a:lnTo>
                <a:close/>
                <a:moveTo>
                  <a:pt x="723900" y="95250"/>
                </a:moveTo>
                <a:lnTo>
                  <a:pt x="733425" y="95250"/>
                </a:lnTo>
                <a:lnTo>
                  <a:pt x="733425" y="104775"/>
                </a:lnTo>
                <a:lnTo>
                  <a:pt x="723900" y="104775"/>
                </a:lnTo>
                <a:close/>
                <a:moveTo>
                  <a:pt x="47625" y="104775"/>
                </a:moveTo>
                <a:lnTo>
                  <a:pt x="85725" y="104775"/>
                </a:lnTo>
                <a:lnTo>
                  <a:pt x="85725" y="114300"/>
                </a:lnTo>
                <a:lnTo>
                  <a:pt x="57150" y="114300"/>
                </a:lnTo>
                <a:lnTo>
                  <a:pt x="57150" y="133350"/>
                </a:lnTo>
                <a:lnTo>
                  <a:pt x="38100" y="133350"/>
                </a:lnTo>
                <a:lnTo>
                  <a:pt x="38100" y="142875"/>
                </a:lnTo>
                <a:lnTo>
                  <a:pt x="28575" y="142875"/>
                </a:lnTo>
                <a:lnTo>
                  <a:pt x="28575" y="123825"/>
                </a:lnTo>
                <a:lnTo>
                  <a:pt x="19050" y="123825"/>
                </a:lnTo>
                <a:lnTo>
                  <a:pt x="19050" y="114300"/>
                </a:lnTo>
                <a:lnTo>
                  <a:pt x="28575" y="114300"/>
                </a:lnTo>
                <a:lnTo>
                  <a:pt x="28575" y="123825"/>
                </a:lnTo>
                <a:lnTo>
                  <a:pt x="47625" y="123825"/>
                </a:lnTo>
                <a:close/>
                <a:moveTo>
                  <a:pt x="695325" y="114300"/>
                </a:moveTo>
                <a:lnTo>
                  <a:pt x="704850" y="114300"/>
                </a:lnTo>
                <a:lnTo>
                  <a:pt x="704850" y="123825"/>
                </a:lnTo>
                <a:lnTo>
                  <a:pt x="695325" y="123825"/>
                </a:lnTo>
                <a:close/>
                <a:moveTo>
                  <a:pt x="1171575" y="152400"/>
                </a:moveTo>
                <a:lnTo>
                  <a:pt x="1190625" y="152400"/>
                </a:lnTo>
                <a:lnTo>
                  <a:pt x="1190625" y="161925"/>
                </a:lnTo>
                <a:lnTo>
                  <a:pt x="1171575" y="161925"/>
                </a:lnTo>
                <a:close/>
                <a:moveTo>
                  <a:pt x="9525" y="180975"/>
                </a:moveTo>
                <a:lnTo>
                  <a:pt x="47625" y="180975"/>
                </a:lnTo>
                <a:lnTo>
                  <a:pt x="47625" y="190500"/>
                </a:lnTo>
                <a:lnTo>
                  <a:pt x="28575" y="190500"/>
                </a:lnTo>
                <a:lnTo>
                  <a:pt x="28575" y="200025"/>
                </a:lnTo>
                <a:lnTo>
                  <a:pt x="19050" y="200025"/>
                </a:lnTo>
                <a:lnTo>
                  <a:pt x="19050" y="219075"/>
                </a:lnTo>
                <a:lnTo>
                  <a:pt x="9525" y="219075"/>
                </a:lnTo>
                <a:close/>
                <a:moveTo>
                  <a:pt x="85725" y="180975"/>
                </a:moveTo>
                <a:lnTo>
                  <a:pt x="95250" y="180975"/>
                </a:lnTo>
                <a:lnTo>
                  <a:pt x="95250" y="200025"/>
                </a:lnTo>
                <a:lnTo>
                  <a:pt x="85725" y="200025"/>
                </a:lnTo>
                <a:close/>
                <a:moveTo>
                  <a:pt x="28575" y="200025"/>
                </a:moveTo>
                <a:lnTo>
                  <a:pt x="38100" y="200025"/>
                </a:lnTo>
                <a:lnTo>
                  <a:pt x="38100" y="209550"/>
                </a:lnTo>
                <a:lnTo>
                  <a:pt x="28575" y="209550"/>
                </a:lnTo>
                <a:close/>
                <a:moveTo>
                  <a:pt x="714375" y="200025"/>
                </a:moveTo>
                <a:lnTo>
                  <a:pt x="733425" y="200025"/>
                </a:lnTo>
                <a:lnTo>
                  <a:pt x="733425" y="209550"/>
                </a:lnTo>
                <a:lnTo>
                  <a:pt x="714375" y="209550"/>
                </a:lnTo>
                <a:close/>
                <a:moveTo>
                  <a:pt x="685800" y="228600"/>
                </a:moveTo>
                <a:lnTo>
                  <a:pt x="695325" y="228600"/>
                </a:lnTo>
                <a:lnTo>
                  <a:pt x="695325" y="238125"/>
                </a:lnTo>
                <a:lnTo>
                  <a:pt x="685800" y="238125"/>
                </a:lnTo>
                <a:close/>
                <a:moveTo>
                  <a:pt x="47625" y="238125"/>
                </a:moveTo>
                <a:lnTo>
                  <a:pt x="66675" y="238125"/>
                </a:lnTo>
                <a:lnTo>
                  <a:pt x="66675" y="247650"/>
                </a:lnTo>
                <a:lnTo>
                  <a:pt x="47625" y="247650"/>
                </a:lnTo>
                <a:close/>
                <a:moveTo>
                  <a:pt x="1123950" y="257175"/>
                </a:moveTo>
                <a:lnTo>
                  <a:pt x="1133475" y="257175"/>
                </a:lnTo>
                <a:lnTo>
                  <a:pt x="1133475" y="276225"/>
                </a:lnTo>
                <a:lnTo>
                  <a:pt x="1123950" y="276225"/>
                </a:lnTo>
                <a:close/>
                <a:moveTo>
                  <a:pt x="1143000" y="257175"/>
                </a:moveTo>
                <a:lnTo>
                  <a:pt x="1152525" y="257175"/>
                </a:lnTo>
                <a:lnTo>
                  <a:pt x="1152525" y="266700"/>
                </a:lnTo>
                <a:lnTo>
                  <a:pt x="1162050" y="266700"/>
                </a:lnTo>
                <a:lnTo>
                  <a:pt x="1162050" y="276225"/>
                </a:lnTo>
                <a:lnTo>
                  <a:pt x="1143000" y="276225"/>
                </a:lnTo>
                <a:close/>
                <a:moveTo>
                  <a:pt x="419100" y="266700"/>
                </a:moveTo>
                <a:lnTo>
                  <a:pt x="428625" y="266700"/>
                </a:lnTo>
                <a:lnTo>
                  <a:pt x="428625" y="276225"/>
                </a:lnTo>
                <a:lnTo>
                  <a:pt x="419100" y="276225"/>
                </a:lnTo>
                <a:close/>
                <a:moveTo>
                  <a:pt x="28575" y="276225"/>
                </a:moveTo>
                <a:lnTo>
                  <a:pt x="38100" y="276225"/>
                </a:lnTo>
                <a:lnTo>
                  <a:pt x="38100" y="285750"/>
                </a:lnTo>
                <a:lnTo>
                  <a:pt x="28575" y="285750"/>
                </a:lnTo>
                <a:close/>
                <a:moveTo>
                  <a:pt x="85725" y="276225"/>
                </a:moveTo>
                <a:lnTo>
                  <a:pt x="95250" y="276225"/>
                </a:lnTo>
                <a:lnTo>
                  <a:pt x="95250" y="285750"/>
                </a:lnTo>
                <a:lnTo>
                  <a:pt x="85725" y="285750"/>
                </a:lnTo>
                <a:close/>
                <a:moveTo>
                  <a:pt x="257175" y="276225"/>
                </a:moveTo>
                <a:lnTo>
                  <a:pt x="295275" y="276225"/>
                </a:lnTo>
                <a:lnTo>
                  <a:pt x="295275" y="285750"/>
                </a:lnTo>
                <a:lnTo>
                  <a:pt x="285750" y="285750"/>
                </a:lnTo>
                <a:lnTo>
                  <a:pt x="285750" y="295275"/>
                </a:lnTo>
                <a:lnTo>
                  <a:pt x="276225" y="295275"/>
                </a:lnTo>
                <a:lnTo>
                  <a:pt x="276225" y="285750"/>
                </a:lnTo>
                <a:lnTo>
                  <a:pt x="257175" y="285750"/>
                </a:lnTo>
                <a:close/>
                <a:moveTo>
                  <a:pt x="66675" y="285750"/>
                </a:moveTo>
                <a:lnTo>
                  <a:pt x="76200" y="285750"/>
                </a:lnTo>
                <a:lnTo>
                  <a:pt x="76200" y="295275"/>
                </a:lnTo>
                <a:lnTo>
                  <a:pt x="66675" y="295275"/>
                </a:lnTo>
                <a:close/>
                <a:moveTo>
                  <a:pt x="257175" y="295275"/>
                </a:moveTo>
                <a:lnTo>
                  <a:pt x="266700" y="295275"/>
                </a:lnTo>
                <a:lnTo>
                  <a:pt x="266700" y="304800"/>
                </a:lnTo>
                <a:lnTo>
                  <a:pt x="257175" y="304800"/>
                </a:lnTo>
                <a:close/>
                <a:moveTo>
                  <a:pt x="704850" y="295275"/>
                </a:moveTo>
                <a:lnTo>
                  <a:pt x="714375" y="295275"/>
                </a:lnTo>
                <a:lnTo>
                  <a:pt x="714375" y="304800"/>
                </a:lnTo>
                <a:lnTo>
                  <a:pt x="704850" y="304800"/>
                </a:lnTo>
                <a:close/>
                <a:moveTo>
                  <a:pt x="647700" y="304800"/>
                </a:moveTo>
                <a:lnTo>
                  <a:pt x="657225" y="304800"/>
                </a:lnTo>
                <a:lnTo>
                  <a:pt x="657225" y="314325"/>
                </a:lnTo>
                <a:lnTo>
                  <a:pt x="647700" y="314325"/>
                </a:lnTo>
                <a:close/>
                <a:moveTo>
                  <a:pt x="1162050" y="304800"/>
                </a:moveTo>
                <a:lnTo>
                  <a:pt x="1171575" y="304800"/>
                </a:lnTo>
                <a:lnTo>
                  <a:pt x="1171575" y="323850"/>
                </a:lnTo>
                <a:lnTo>
                  <a:pt x="1162050" y="323850"/>
                </a:lnTo>
                <a:close/>
                <a:moveTo>
                  <a:pt x="1085850" y="314325"/>
                </a:moveTo>
                <a:lnTo>
                  <a:pt x="1095375" y="314325"/>
                </a:lnTo>
                <a:lnTo>
                  <a:pt x="1095375" y="323850"/>
                </a:lnTo>
                <a:lnTo>
                  <a:pt x="1085850" y="323850"/>
                </a:lnTo>
                <a:close/>
                <a:moveTo>
                  <a:pt x="238125" y="342900"/>
                </a:moveTo>
                <a:lnTo>
                  <a:pt x="257175" y="342900"/>
                </a:lnTo>
                <a:lnTo>
                  <a:pt x="257175" y="352425"/>
                </a:lnTo>
                <a:lnTo>
                  <a:pt x="238125" y="352425"/>
                </a:lnTo>
                <a:close/>
                <a:moveTo>
                  <a:pt x="504825" y="352425"/>
                </a:moveTo>
                <a:lnTo>
                  <a:pt x="533400" y="352425"/>
                </a:lnTo>
                <a:lnTo>
                  <a:pt x="533400" y="381000"/>
                </a:lnTo>
                <a:lnTo>
                  <a:pt x="523875" y="381000"/>
                </a:lnTo>
                <a:lnTo>
                  <a:pt x="523875" y="371475"/>
                </a:lnTo>
                <a:lnTo>
                  <a:pt x="514350" y="371475"/>
                </a:lnTo>
                <a:lnTo>
                  <a:pt x="514350" y="361950"/>
                </a:lnTo>
                <a:lnTo>
                  <a:pt x="504825" y="361950"/>
                </a:lnTo>
                <a:close/>
                <a:moveTo>
                  <a:pt x="790575" y="361950"/>
                </a:moveTo>
                <a:lnTo>
                  <a:pt x="800100" y="361950"/>
                </a:lnTo>
                <a:lnTo>
                  <a:pt x="800100" y="371475"/>
                </a:lnTo>
                <a:lnTo>
                  <a:pt x="790575" y="371475"/>
                </a:lnTo>
                <a:close/>
                <a:moveTo>
                  <a:pt x="771525" y="371475"/>
                </a:moveTo>
                <a:lnTo>
                  <a:pt x="781050" y="371475"/>
                </a:lnTo>
                <a:lnTo>
                  <a:pt x="781050" y="381000"/>
                </a:lnTo>
                <a:lnTo>
                  <a:pt x="771525" y="381000"/>
                </a:lnTo>
                <a:close/>
                <a:moveTo>
                  <a:pt x="742950" y="381000"/>
                </a:moveTo>
                <a:lnTo>
                  <a:pt x="762000" y="381000"/>
                </a:lnTo>
                <a:lnTo>
                  <a:pt x="762000" y="390525"/>
                </a:lnTo>
                <a:lnTo>
                  <a:pt x="742950" y="390525"/>
                </a:lnTo>
                <a:close/>
                <a:moveTo>
                  <a:pt x="1181100" y="390525"/>
                </a:moveTo>
                <a:lnTo>
                  <a:pt x="1190625" y="390525"/>
                </a:lnTo>
                <a:lnTo>
                  <a:pt x="1190625" y="409575"/>
                </a:lnTo>
                <a:lnTo>
                  <a:pt x="1181100" y="409575"/>
                </a:lnTo>
                <a:close/>
                <a:moveTo>
                  <a:pt x="19050" y="400050"/>
                </a:moveTo>
                <a:lnTo>
                  <a:pt x="38100" y="400050"/>
                </a:lnTo>
                <a:lnTo>
                  <a:pt x="38100" y="409575"/>
                </a:lnTo>
                <a:lnTo>
                  <a:pt x="28575" y="409575"/>
                </a:lnTo>
                <a:lnTo>
                  <a:pt x="28575" y="419100"/>
                </a:lnTo>
                <a:lnTo>
                  <a:pt x="19050" y="419100"/>
                </a:lnTo>
                <a:close/>
                <a:moveTo>
                  <a:pt x="1114425" y="400050"/>
                </a:moveTo>
                <a:lnTo>
                  <a:pt x="1143000" y="400050"/>
                </a:lnTo>
                <a:lnTo>
                  <a:pt x="1143000" y="409575"/>
                </a:lnTo>
                <a:lnTo>
                  <a:pt x="1152525" y="409575"/>
                </a:lnTo>
                <a:lnTo>
                  <a:pt x="1152525" y="419100"/>
                </a:lnTo>
                <a:lnTo>
                  <a:pt x="1133475" y="419100"/>
                </a:lnTo>
                <a:lnTo>
                  <a:pt x="1133475" y="409575"/>
                </a:lnTo>
                <a:lnTo>
                  <a:pt x="1114425" y="409575"/>
                </a:lnTo>
                <a:close/>
                <a:moveTo>
                  <a:pt x="1152525" y="419100"/>
                </a:moveTo>
                <a:lnTo>
                  <a:pt x="1162050" y="419100"/>
                </a:lnTo>
                <a:lnTo>
                  <a:pt x="1162050" y="428625"/>
                </a:lnTo>
                <a:lnTo>
                  <a:pt x="1152525" y="428625"/>
                </a:lnTo>
                <a:close/>
                <a:moveTo>
                  <a:pt x="1190625" y="428625"/>
                </a:moveTo>
                <a:lnTo>
                  <a:pt x="1200150" y="428625"/>
                </a:lnTo>
                <a:lnTo>
                  <a:pt x="1200150" y="438150"/>
                </a:lnTo>
                <a:lnTo>
                  <a:pt x="1190625" y="438150"/>
                </a:lnTo>
                <a:close/>
                <a:moveTo>
                  <a:pt x="180975" y="447675"/>
                </a:moveTo>
                <a:lnTo>
                  <a:pt x="200025" y="447675"/>
                </a:lnTo>
                <a:lnTo>
                  <a:pt x="200025" y="457200"/>
                </a:lnTo>
                <a:lnTo>
                  <a:pt x="180975" y="457200"/>
                </a:lnTo>
                <a:close/>
                <a:moveTo>
                  <a:pt x="1200150" y="457200"/>
                </a:moveTo>
                <a:lnTo>
                  <a:pt x="1209675" y="457200"/>
                </a:lnTo>
                <a:lnTo>
                  <a:pt x="1209675" y="466725"/>
                </a:lnTo>
                <a:lnTo>
                  <a:pt x="1200150" y="466725"/>
                </a:lnTo>
                <a:close/>
                <a:moveTo>
                  <a:pt x="85725" y="466725"/>
                </a:moveTo>
                <a:lnTo>
                  <a:pt x="104775" y="466725"/>
                </a:lnTo>
                <a:lnTo>
                  <a:pt x="104775" y="476250"/>
                </a:lnTo>
                <a:lnTo>
                  <a:pt x="95250" y="476250"/>
                </a:lnTo>
                <a:lnTo>
                  <a:pt x="95250" y="485775"/>
                </a:lnTo>
                <a:lnTo>
                  <a:pt x="85725" y="485775"/>
                </a:lnTo>
                <a:lnTo>
                  <a:pt x="85725" y="495300"/>
                </a:lnTo>
                <a:lnTo>
                  <a:pt x="76200" y="495300"/>
                </a:lnTo>
                <a:lnTo>
                  <a:pt x="76200" y="476250"/>
                </a:lnTo>
                <a:lnTo>
                  <a:pt x="85725" y="476250"/>
                </a:lnTo>
                <a:close/>
                <a:moveTo>
                  <a:pt x="1190625" y="466725"/>
                </a:moveTo>
                <a:lnTo>
                  <a:pt x="1200150" y="466725"/>
                </a:lnTo>
                <a:lnTo>
                  <a:pt x="1200150" y="476250"/>
                </a:lnTo>
                <a:lnTo>
                  <a:pt x="1190625" y="476250"/>
                </a:lnTo>
                <a:close/>
                <a:moveTo>
                  <a:pt x="104775" y="476250"/>
                </a:moveTo>
                <a:lnTo>
                  <a:pt x="114300" y="476250"/>
                </a:lnTo>
                <a:lnTo>
                  <a:pt x="114300" y="495300"/>
                </a:lnTo>
                <a:lnTo>
                  <a:pt x="104775" y="495300"/>
                </a:lnTo>
                <a:close/>
                <a:moveTo>
                  <a:pt x="438150" y="476250"/>
                </a:moveTo>
                <a:lnTo>
                  <a:pt x="447675" y="476250"/>
                </a:lnTo>
                <a:lnTo>
                  <a:pt x="447675" y="485775"/>
                </a:lnTo>
                <a:lnTo>
                  <a:pt x="466725" y="485775"/>
                </a:lnTo>
                <a:lnTo>
                  <a:pt x="466725" y="504825"/>
                </a:lnTo>
                <a:lnTo>
                  <a:pt x="447675" y="504825"/>
                </a:lnTo>
                <a:lnTo>
                  <a:pt x="447675" y="495300"/>
                </a:lnTo>
                <a:lnTo>
                  <a:pt x="438150" y="495300"/>
                </a:lnTo>
                <a:close/>
                <a:moveTo>
                  <a:pt x="390525" y="485775"/>
                </a:moveTo>
                <a:lnTo>
                  <a:pt x="419100" y="485775"/>
                </a:lnTo>
                <a:lnTo>
                  <a:pt x="419100" y="495300"/>
                </a:lnTo>
                <a:lnTo>
                  <a:pt x="438150" y="495300"/>
                </a:lnTo>
                <a:lnTo>
                  <a:pt x="438150" y="514350"/>
                </a:lnTo>
                <a:lnTo>
                  <a:pt x="428625" y="514350"/>
                </a:lnTo>
                <a:lnTo>
                  <a:pt x="428625" y="504825"/>
                </a:lnTo>
                <a:lnTo>
                  <a:pt x="409575" y="504825"/>
                </a:lnTo>
                <a:lnTo>
                  <a:pt x="409575" y="514350"/>
                </a:lnTo>
                <a:lnTo>
                  <a:pt x="400050" y="514350"/>
                </a:lnTo>
                <a:lnTo>
                  <a:pt x="400050" y="504825"/>
                </a:lnTo>
                <a:lnTo>
                  <a:pt x="390525" y="504825"/>
                </a:lnTo>
                <a:close/>
                <a:moveTo>
                  <a:pt x="590550" y="485775"/>
                </a:moveTo>
                <a:lnTo>
                  <a:pt x="600075" y="485775"/>
                </a:lnTo>
                <a:lnTo>
                  <a:pt x="600075" y="495300"/>
                </a:lnTo>
                <a:lnTo>
                  <a:pt x="590550" y="495300"/>
                </a:lnTo>
                <a:close/>
                <a:moveTo>
                  <a:pt x="523875" y="495300"/>
                </a:moveTo>
                <a:lnTo>
                  <a:pt x="533400" y="495300"/>
                </a:lnTo>
                <a:lnTo>
                  <a:pt x="533400" y="504825"/>
                </a:lnTo>
                <a:lnTo>
                  <a:pt x="523875" y="504825"/>
                </a:lnTo>
                <a:close/>
                <a:moveTo>
                  <a:pt x="542925" y="495300"/>
                </a:moveTo>
                <a:lnTo>
                  <a:pt x="552450" y="495300"/>
                </a:lnTo>
                <a:lnTo>
                  <a:pt x="552450" y="504825"/>
                </a:lnTo>
                <a:lnTo>
                  <a:pt x="542925" y="504825"/>
                </a:lnTo>
                <a:close/>
                <a:moveTo>
                  <a:pt x="581025" y="495300"/>
                </a:moveTo>
                <a:lnTo>
                  <a:pt x="590550" y="495300"/>
                </a:lnTo>
                <a:lnTo>
                  <a:pt x="590550" y="504825"/>
                </a:lnTo>
                <a:lnTo>
                  <a:pt x="581025" y="504825"/>
                </a:lnTo>
                <a:close/>
                <a:moveTo>
                  <a:pt x="1000125" y="495300"/>
                </a:moveTo>
                <a:lnTo>
                  <a:pt x="1009650" y="495300"/>
                </a:lnTo>
                <a:lnTo>
                  <a:pt x="1009650" y="504825"/>
                </a:lnTo>
                <a:lnTo>
                  <a:pt x="1000125" y="504825"/>
                </a:lnTo>
                <a:close/>
                <a:moveTo>
                  <a:pt x="561975" y="504825"/>
                </a:moveTo>
                <a:lnTo>
                  <a:pt x="571500" y="504825"/>
                </a:lnTo>
                <a:lnTo>
                  <a:pt x="571500" y="514350"/>
                </a:lnTo>
                <a:lnTo>
                  <a:pt x="561975" y="514350"/>
                </a:lnTo>
                <a:close/>
                <a:moveTo>
                  <a:pt x="990600" y="514350"/>
                </a:moveTo>
                <a:lnTo>
                  <a:pt x="1000125" y="514350"/>
                </a:lnTo>
                <a:lnTo>
                  <a:pt x="1000125" y="533400"/>
                </a:lnTo>
                <a:lnTo>
                  <a:pt x="990600" y="533400"/>
                </a:lnTo>
                <a:close/>
                <a:moveTo>
                  <a:pt x="161925" y="533400"/>
                </a:moveTo>
                <a:lnTo>
                  <a:pt x="171450" y="533400"/>
                </a:lnTo>
                <a:lnTo>
                  <a:pt x="171450" y="542925"/>
                </a:lnTo>
                <a:lnTo>
                  <a:pt x="161925" y="542925"/>
                </a:lnTo>
                <a:close/>
                <a:moveTo>
                  <a:pt x="1181100" y="533400"/>
                </a:moveTo>
                <a:lnTo>
                  <a:pt x="1190625" y="533400"/>
                </a:lnTo>
                <a:lnTo>
                  <a:pt x="1190625" y="542925"/>
                </a:lnTo>
                <a:lnTo>
                  <a:pt x="1181100" y="542925"/>
                </a:lnTo>
                <a:close/>
                <a:moveTo>
                  <a:pt x="180975" y="542925"/>
                </a:moveTo>
                <a:lnTo>
                  <a:pt x="190500" y="542925"/>
                </a:lnTo>
                <a:lnTo>
                  <a:pt x="190500" y="552450"/>
                </a:lnTo>
                <a:lnTo>
                  <a:pt x="180975" y="552450"/>
                </a:lnTo>
                <a:close/>
                <a:moveTo>
                  <a:pt x="1143000" y="542925"/>
                </a:moveTo>
                <a:lnTo>
                  <a:pt x="1162050" y="542925"/>
                </a:lnTo>
                <a:lnTo>
                  <a:pt x="1162050" y="561975"/>
                </a:lnTo>
                <a:lnTo>
                  <a:pt x="1143000" y="561975"/>
                </a:lnTo>
                <a:close/>
                <a:moveTo>
                  <a:pt x="47625" y="552450"/>
                </a:moveTo>
                <a:lnTo>
                  <a:pt x="76200" y="552450"/>
                </a:lnTo>
                <a:lnTo>
                  <a:pt x="76200" y="581025"/>
                </a:lnTo>
                <a:lnTo>
                  <a:pt x="47625" y="581025"/>
                </a:lnTo>
                <a:lnTo>
                  <a:pt x="47625" y="571500"/>
                </a:lnTo>
                <a:lnTo>
                  <a:pt x="38100" y="571500"/>
                </a:lnTo>
                <a:lnTo>
                  <a:pt x="38100" y="561975"/>
                </a:lnTo>
                <a:lnTo>
                  <a:pt x="47625" y="561975"/>
                </a:lnTo>
                <a:close/>
                <a:moveTo>
                  <a:pt x="95250" y="561975"/>
                </a:moveTo>
                <a:lnTo>
                  <a:pt x="104775" y="561975"/>
                </a:lnTo>
                <a:lnTo>
                  <a:pt x="104775" y="581025"/>
                </a:lnTo>
                <a:lnTo>
                  <a:pt x="95250" y="581025"/>
                </a:lnTo>
                <a:close/>
                <a:moveTo>
                  <a:pt x="381000" y="561975"/>
                </a:moveTo>
                <a:lnTo>
                  <a:pt x="400050" y="561975"/>
                </a:lnTo>
                <a:lnTo>
                  <a:pt x="400050" y="571500"/>
                </a:lnTo>
                <a:lnTo>
                  <a:pt x="409575" y="571500"/>
                </a:lnTo>
                <a:lnTo>
                  <a:pt x="409575" y="590550"/>
                </a:lnTo>
                <a:lnTo>
                  <a:pt x="381000" y="590550"/>
                </a:lnTo>
                <a:lnTo>
                  <a:pt x="381000" y="581025"/>
                </a:lnTo>
                <a:lnTo>
                  <a:pt x="390525" y="581025"/>
                </a:lnTo>
                <a:lnTo>
                  <a:pt x="390525" y="571500"/>
                </a:lnTo>
                <a:lnTo>
                  <a:pt x="381000" y="571500"/>
                </a:lnTo>
                <a:close/>
                <a:moveTo>
                  <a:pt x="914400" y="571500"/>
                </a:moveTo>
                <a:lnTo>
                  <a:pt x="942975" y="571500"/>
                </a:lnTo>
                <a:lnTo>
                  <a:pt x="942975" y="590550"/>
                </a:lnTo>
                <a:lnTo>
                  <a:pt x="923925" y="590550"/>
                </a:lnTo>
                <a:lnTo>
                  <a:pt x="923925" y="581025"/>
                </a:lnTo>
                <a:lnTo>
                  <a:pt x="914400" y="581025"/>
                </a:lnTo>
                <a:close/>
                <a:moveTo>
                  <a:pt x="809625" y="581025"/>
                </a:moveTo>
                <a:lnTo>
                  <a:pt x="819150" y="581025"/>
                </a:lnTo>
                <a:lnTo>
                  <a:pt x="819150" y="600075"/>
                </a:lnTo>
                <a:lnTo>
                  <a:pt x="809625" y="600075"/>
                </a:lnTo>
                <a:close/>
                <a:moveTo>
                  <a:pt x="1066800" y="581025"/>
                </a:moveTo>
                <a:lnTo>
                  <a:pt x="1076325" y="581025"/>
                </a:lnTo>
                <a:lnTo>
                  <a:pt x="1076325" y="590550"/>
                </a:lnTo>
                <a:lnTo>
                  <a:pt x="1066800" y="590550"/>
                </a:lnTo>
                <a:close/>
                <a:moveTo>
                  <a:pt x="1162050" y="581025"/>
                </a:moveTo>
                <a:lnTo>
                  <a:pt x="1171575" y="581025"/>
                </a:lnTo>
                <a:lnTo>
                  <a:pt x="1171575" y="600075"/>
                </a:lnTo>
                <a:lnTo>
                  <a:pt x="1162050" y="600075"/>
                </a:lnTo>
                <a:close/>
                <a:moveTo>
                  <a:pt x="114300" y="590550"/>
                </a:moveTo>
                <a:lnTo>
                  <a:pt x="133350" y="590550"/>
                </a:lnTo>
                <a:lnTo>
                  <a:pt x="133350" y="600075"/>
                </a:lnTo>
                <a:lnTo>
                  <a:pt x="114300" y="600075"/>
                </a:lnTo>
                <a:close/>
                <a:moveTo>
                  <a:pt x="542925" y="590550"/>
                </a:moveTo>
                <a:lnTo>
                  <a:pt x="561975" y="590550"/>
                </a:lnTo>
                <a:lnTo>
                  <a:pt x="561975" y="609600"/>
                </a:lnTo>
                <a:lnTo>
                  <a:pt x="581025" y="609600"/>
                </a:lnTo>
                <a:lnTo>
                  <a:pt x="581025" y="619125"/>
                </a:lnTo>
                <a:lnTo>
                  <a:pt x="600075" y="619125"/>
                </a:lnTo>
                <a:lnTo>
                  <a:pt x="600075" y="638175"/>
                </a:lnTo>
                <a:lnTo>
                  <a:pt x="571500" y="638175"/>
                </a:lnTo>
                <a:lnTo>
                  <a:pt x="571500" y="628650"/>
                </a:lnTo>
                <a:lnTo>
                  <a:pt x="561975" y="628650"/>
                </a:lnTo>
                <a:lnTo>
                  <a:pt x="561975" y="619125"/>
                </a:lnTo>
                <a:lnTo>
                  <a:pt x="552450" y="619125"/>
                </a:lnTo>
                <a:lnTo>
                  <a:pt x="552450" y="600075"/>
                </a:lnTo>
                <a:lnTo>
                  <a:pt x="542925" y="600075"/>
                </a:lnTo>
                <a:close/>
                <a:moveTo>
                  <a:pt x="638175" y="590550"/>
                </a:moveTo>
                <a:lnTo>
                  <a:pt x="647700" y="590550"/>
                </a:lnTo>
                <a:lnTo>
                  <a:pt x="647700" y="600075"/>
                </a:lnTo>
                <a:lnTo>
                  <a:pt x="638175" y="600075"/>
                </a:lnTo>
                <a:close/>
                <a:moveTo>
                  <a:pt x="1000125" y="590550"/>
                </a:moveTo>
                <a:lnTo>
                  <a:pt x="1009650" y="590550"/>
                </a:lnTo>
                <a:lnTo>
                  <a:pt x="1009650" y="609600"/>
                </a:lnTo>
                <a:lnTo>
                  <a:pt x="1000125" y="609600"/>
                </a:lnTo>
                <a:close/>
                <a:moveTo>
                  <a:pt x="1057275" y="590550"/>
                </a:moveTo>
                <a:lnTo>
                  <a:pt x="1066800" y="590550"/>
                </a:lnTo>
                <a:lnTo>
                  <a:pt x="1066800" y="600075"/>
                </a:lnTo>
                <a:lnTo>
                  <a:pt x="1057275" y="600075"/>
                </a:lnTo>
                <a:close/>
                <a:moveTo>
                  <a:pt x="1143000" y="590550"/>
                </a:moveTo>
                <a:lnTo>
                  <a:pt x="1152525" y="590550"/>
                </a:lnTo>
                <a:lnTo>
                  <a:pt x="1152525" y="600075"/>
                </a:lnTo>
                <a:lnTo>
                  <a:pt x="1143000" y="600075"/>
                </a:lnTo>
                <a:close/>
                <a:moveTo>
                  <a:pt x="133350" y="600075"/>
                </a:moveTo>
                <a:lnTo>
                  <a:pt x="142875" y="600075"/>
                </a:lnTo>
                <a:lnTo>
                  <a:pt x="142875" y="619125"/>
                </a:lnTo>
                <a:lnTo>
                  <a:pt x="152400" y="619125"/>
                </a:lnTo>
                <a:lnTo>
                  <a:pt x="152400" y="638175"/>
                </a:lnTo>
                <a:lnTo>
                  <a:pt x="142875" y="638175"/>
                </a:lnTo>
                <a:lnTo>
                  <a:pt x="142875" y="647700"/>
                </a:lnTo>
                <a:lnTo>
                  <a:pt x="133350" y="647700"/>
                </a:lnTo>
                <a:lnTo>
                  <a:pt x="133350" y="628650"/>
                </a:lnTo>
                <a:lnTo>
                  <a:pt x="123825" y="628650"/>
                </a:lnTo>
                <a:lnTo>
                  <a:pt x="123825" y="619125"/>
                </a:lnTo>
                <a:lnTo>
                  <a:pt x="133350" y="619125"/>
                </a:lnTo>
                <a:close/>
                <a:moveTo>
                  <a:pt x="1152525" y="600075"/>
                </a:moveTo>
                <a:lnTo>
                  <a:pt x="1162050" y="600075"/>
                </a:lnTo>
                <a:lnTo>
                  <a:pt x="1162050" y="609600"/>
                </a:lnTo>
                <a:lnTo>
                  <a:pt x="1152525" y="609600"/>
                </a:lnTo>
                <a:close/>
                <a:moveTo>
                  <a:pt x="609600" y="609600"/>
                </a:moveTo>
                <a:lnTo>
                  <a:pt x="619125" y="609600"/>
                </a:lnTo>
                <a:lnTo>
                  <a:pt x="619125" y="628650"/>
                </a:lnTo>
                <a:lnTo>
                  <a:pt x="609600" y="628650"/>
                </a:lnTo>
                <a:close/>
                <a:moveTo>
                  <a:pt x="1057275" y="609600"/>
                </a:moveTo>
                <a:lnTo>
                  <a:pt x="1066800" y="609600"/>
                </a:lnTo>
                <a:lnTo>
                  <a:pt x="1066800" y="619125"/>
                </a:lnTo>
                <a:lnTo>
                  <a:pt x="1057275" y="619125"/>
                </a:lnTo>
                <a:close/>
                <a:moveTo>
                  <a:pt x="1114425" y="609600"/>
                </a:moveTo>
                <a:lnTo>
                  <a:pt x="1123950" y="609600"/>
                </a:lnTo>
                <a:lnTo>
                  <a:pt x="1123950" y="619125"/>
                </a:lnTo>
                <a:lnTo>
                  <a:pt x="1114425" y="619125"/>
                </a:lnTo>
                <a:close/>
                <a:moveTo>
                  <a:pt x="1143000" y="609600"/>
                </a:moveTo>
                <a:lnTo>
                  <a:pt x="1152525" y="609600"/>
                </a:lnTo>
                <a:lnTo>
                  <a:pt x="1152525" y="628650"/>
                </a:lnTo>
                <a:lnTo>
                  <a:pt x="1143000" y="628650"/>
                </a:lnTo>
                <a:close/>
                <a:moveTo>
                  <a:pt x="28575" y="628650"/>
                </a:moveTo>
                <a:lnTo>
                  <a:pt x="38100" y="628650"/>
                </a:lnTo>
                <a:lnTo>
                  <a:pt x="38100" y="638175"/>
                </a:lnTo>
                <a:lnTo>
                  <a:pt x="28575" y="638175"/>
                </a:lnTo>
                <a:close/>
                <a:moveTo>
                  <a:pt x="800100" y="628650"/>
                </a:moveTo>
                <a:lnTo>
                  <a:pt x="809625" y="628650"/>
                </a:lnTo>
                <a:lnTo>
                  <a:pt x="809625" y="638175"/>
                </a:lnTo>
                <a:lnTo>
                  <a:pt x="800100" y="638175"/>
                </a:lnTo>
                <a:close/>
                <a:moveTo>
                  <a:pt x="1162050" y="628650"/>
                </a:moveTo>
                <a:lnTo>
                  <a:pt x="1181100" y="628650"/>
                </a:lnTo>
                <a:lnTo>
                  <a:pt x="1181100" y="638175"/>
                </a:lnTo>
                <a:lnTo>
                  <a:pt x="1162050" y="638175"/>
                </a:lnTo>
                <a:close/>
                <a:moveTo>
                  <a:pt x="609600" y="638175"/>
                </a:moveTo>
                <a:lnTo>
                  <a:pt x="657225" y="638175"/>
                </a:lnTo>
                <a:lnTo>
                  <a:pt x="657225" y="647700"/>
                </a:lnTo>
                <a:lnTo>
                  <a:pt x="609600" y="647700"/>
                </a:lnTo>
                <a:close/>
                <a:moveTo>
                  <a:pt x="895350" y="638175"/>
                </a:moveTo>
                <a:lnTo>
                  <a:pt x="904875" y="638175"/>
                </a:lnTo>
                <a:lnTo>
                  <a:pt x="904875" y="647700"/>
                </a:lnTo>
                <a:lnTo>
                  <a:pt x="895350" y="647700"/>
                </a:lnTo>
                <a:close/>
                <a:moveTo>
                  <a:pt x="1152525" y="638175"/>
                </a:moveTo>
                <a:lnTo>
                  <a:pt x="1162050" y="638175"/>
                </a:lnTo>
                <a:lnTo>
                  <a:pt x="1162050" y="647700"/>
                </a:lnTo>
                <a:lnTo>
                  <a:pt x="1152525" y="647700"/>
                </a:lnTo>
                <a:close/>
                <a:moveTo>
                  <a:pt x="9525" y="647700"/>
                </a:moveTo>
                <a:lnTo>
                  <a:pt x="28575" y="647700"/>
                </a:lnTo>
                <a:lnTo>
                  <a:pt x="28575" y="657225"/>
                </a:lnTo>
                <a:lnTo>
                  <a:pt x="9525" y="657225"/>
                </a:lnTo>
                <a:close/>
                <a:moveTo>
                  <a:pt x="142875" y="647700"/>
                </a:moveTo>
                <a:lnTo>
                  <a:pt x="152400" y="647700"/>
                </a:lnTo>
                <a:lnTo>
                  <a:pt x="152400" y="657225"/>
                </a:lnTo>
                <a:lnTo>
                  <a:pt x="142875" y="657225"/>
                </a:lnTo>
                <a:close/>
                <a:moveTo>
                  <a:pt x="428625" y="657225"/>
                </a:moveTo>
                <a:lnTo>
                  <a:pt x="438150" y="657225"/>
                </a:lnTo>
                <a:lnTo>
                  <a:pt x="438150" y="666750"/>
                </a:lnTo>
                <a:lnTo>
                  <a:pt x="428625" y="666750"/>
                </a:lnTo>
                <a:close/>
                <a:moveTo>
                  <a:pt x="790575" y="657225"/>
                </a:moveTo>
                <a:lnTo>
                  <a:pt x="800100" y="657225"/>
                </a:lnTo>
                <a:lnTo>
                  <a:pt x="800100" y="666750"/>
                </a:lnTo>
                <a:lnTo>
                  <a:pt x="790575" y="666750"/>
                </a:lnTo>
                <a:close/>
                <a:moveTo>
                  <a:pt x="238125" y="666750"/>
                </a:moveTo>
                <a:lnTo>
                  <a:pt x="257175" y="666750"/>
                </a:lnTo>
                <a:lnTo>
                  <a:pt x="257175" y="676275"/>
                </a:lnTo>
                <a:lnTo>
                  <a:pt x="266700" y="676275"/>
                </a:lnTo>
                <a:lnTo>
                  <a:pt x="266700" y="685800"/>
                </a:lnTo>
                <a:lnTo>
                  <a:pt x="247650" y="685800"/>
                </a:lnTo>
                <a:lnTo>
                  <a:pt x="247650" y="676275"/>
                </a:lnTo>
                <a:lnTo>
                  <a:pt x="238125" y="676275"/>
                </a:lnTo>
                <a:close/>
                <a:moveTo>
                  <a:pt x="342900" y="666750"/>
                </a:moveTo>
                <a:lnTo>
                  <a:pt x="352425" y="666750"/>
                </a:lnTo>
                <a:lnTo>
                  <a:pt x="352425" y="676275"/>
                </a:lnTo>
                <a:lnTo>
                  <a:pt x="342900" y="676275"/>
                </a:lnTo>
                <a:close/>
                <a:moveTo>
                  <a:pt x="809625" y="666750"/>
                </a:moveTo>
                <a:lnTo>
                  <a:pt x="828675" y="666750"/>
                </a:lnTo>
                <a:lnTo>
                  <a:pt x="828675" y="676275"/>
                </a:lnTo>
                <a:lnTo>
                  <a:pt x="809625" y="676275"/>
                </a:lnTo>
                <a:close/>
                <a:moveTo>
                  <a:pt x="180975" y="676275"/>
                </a:moveTo>
                <a:lnTo>
                  <a:pt x="190500" y="676275"/>
                </a:lnTo>
                <a:lnTo>
                  <a:pt x="190500" y="685800"/>
                </a:lnTo>
                <a:lnTo>
                  <a:pt x="180975" y="685800"/>
                </a:lnTo>
                <a:close/>
                <a:moveTo>
                  <a:pt x="390525" y="685800"/>
                </a:moveTo>
                <a:lnTo>
                  <a:pt x="400050" y="685800"/>
                </a:lnTo>
                <a:lnTo>
                  <a:pt x="400050" y="695325"/>
                </a:lnTo>
                <a:lnTo>
                  <a:pt x="409575" y="695325"/>
                </a:lnTo>
                <a:lnTo>
                  <a:pt x="409575" y="714375"/>
                </a:lnTo>
                <a:lnTo>
                  <a:pt x="400050" y="714375"/>
                </a:lnTo>
                <a:lnTo>
                  <a:pt x="400050" y="704850"/>
                </a:lnTo>
                <a:lnTo>
                  <a:pt x="381000" y="704850"/>
                </a:lnTo>
                <a:lnTo>
                  <a:pt x="381000" y="695325"/>
                </a:lnTo>
                <a:lnTo>
                  <a:pt x="390525" y="695325"/>
                </a:lnTo>
                <a:close/>
                <a:moveTo>
                  <a:pt x="419100" y="695325"/>
                </a:moveTo>
                <a:lnTo>
                  <a:pt x="428625" y="695325"/>
                </a:lnTo>
                <a:lnTo>
                  <a:pt x="428625" y="704850"/>
                </a:lnTo>
                <a:lnTo>
                  <a:pt x="419100" y="704850"/>
                </a:lnTo>
                <a:close/>
                <a:moveTo>
                  <a:pt x="266700" y="704850"/>
                </a:moveTo>
                <a:lnTo>
                  <a:pt x="276225" y="704850"/>
                </a:lnTo>
                <a:lnTo>
                  <a:pt x="276225" y="714375"/>
                </a:lnTo>
                <a:lnTo>
                  <a:pt x="266700" y="714375"/>
                </a:lnTo>
                <a:close/>
                <a:moveTo>
                  <a:pt x="161925" y="714375"/>
                </a:moveTo>
                <a:lnTo>
                  <a:pt x="171450" y="714375"/>
                </a:lnTo>
                <a:lnTo>
                  <a:pt x="171450" y="723900"/>
                </a:lnTo>
                <a:lnTo>
                  <a:pt x="161925" y="723900"/>
                </a:lnTo>
                <a:close/>
                <a:moveTo>
                  <a:pt x="800100" y="714375"/>
                </a:moveTo>
                <a:lnTo>
                  <a:pt x="809625" y="714375"/>
                </a:lnTo>
                <a:lnTo>
                  <a:pt x="809625" y="723900"/>
                </a:lnTo>
                <a:lnTo>
                  <a:pt x="800100" y="723900"/>
                </a:lnTo>
                <a:close/>
                <a:moveTo>
                  <a:pt x="390525" y="723900"/>
                </a:moveTo>
                <a:lnTo>
                  <a:pt x="400050" y="723900"/>
                </a:lnTo>
                <a:lnTo>
                  <a:pt x="400050" y="733425"/>
                </a:lnTo>
                <a:lnTo>
                  <a:pt x="390525" y="733425"/>
                </a:lnTo>
                <a:close/>
                <a:moveTo>
                  <a:pt x="285750" y="733425"/>
                </a:moveTo>
                <a:lnTo>
                  <a:pt x="295275" y="733425"/>
                </a:lnTo>
                <a:lnTo>
                  <a:pt x="295275" y="752475"/>
                </a:lnTo>
                <a:lnTo>
                  <a:pt x="285750" y="752475"/>
                </a:lnTo>
                <a:close/>
                <a:moveTo>
                  <a:pt x="781050" y="733425"/>
                </a:moveTo>
                <a:lnTo>
                  <a:pt x="809625" y="733425"/>
                </a:lnTo>
                <a:lnTo>
                  <a:pt x="809625" y="742950"/>
                </a:lnTo>
                <a:lnTo>
                  <a:pt x="781050" y="742950"/>
                </a:lnTo>
                <a:close/>
                <a:moveTo>
                  <a:pt x="600075" y="742950"/>
                </a:moveTo>
                <a:lnTo>
                  <a:pt x="628650" y="742950"/>
                </a:lnTo>
                <a:lnTo>
                  <a:pt x="628650" y="752475"/>
                </a:lnTo>
                <a:lnTo>
                  <a:pt x="600075" y="752475"/>
                </a:lnTo>
                <a:close/>
                <a:moveTo>
                  <a:pt x="1143000" y="752475"/>
                </a:moveTo>
                <a:lnTo>
                  <a:pt x="1162050" y="752475"/>
                </a:lnTo>
                <a:lnTo>
                  <a:pt x="1162050" y="762000"/>
                </a:lnTo>
                <a:lnTo>
                  <a:pt x="1143000" y="762000"/>
                </a:lnTo>
                <a:close/>
                <a:moveTo>
                  <a:pt x="628650" y="762000"/>
                </a:moveTo>
                <a:lnTo>
                  <a:pt x="657225" y="762000"/>
                </a:lnTo>
                <a:lnTo>
                  <a:pt x="657225" y="771525"/>
                </a:lnTo>
                <a:lnTo>
                  <a:pt x="628650" y="771525"/>
                </a:lnTo>
                <a:close/>
                <a:moveTo>
                  <a:pt x="1009650" y="762000"/>
                </a:moveTo>
                <a:lnTo>
                  <a:pt x="1019175" y="762000"/>
                </a:lnTo>
                <a:lnTo>
                  <a:pt x="1019175" y="771525"/>
                </a:lnTo>
                <a:lnTo>
                  <a:pt x="1009650" y="771525"/>
                </a:lnTo>
                <a:close/>
                <a:moveTo>
                  <a:pt x="1066800" y="762000"/>
                </a:moveTo>
                <a:lnTo>
                  <a:pt x="1076325" y="762000"/>
                </a:lnTo>
                <a:lnTo>
                  <a:pt x="1076325" y="771525"/>
                </a:lnTo>
                <a:lnTo>
                  <a:pt x="1066800" y="771525"/>
                </a:lnTo>
                <a:close/>
                <a:moveTo>
                  <a:pt x="1133475" y="762000"/>
                </a:moveTo>
                <a:lnTo>
                  <a:pt x="1143000" y="762000"/>
                </a:lnTo>
                <a:lnTo>
                  <a:pt x="1143000" y="771525"/>
                </a:lnTo>
                <a:lnTo>
                  <a:pt x="1133475" y="771525"/>
                </a:lnTo>
                <a:close/>
                <a:moveTo>
                  <a:pt x="333375" y="771525"/>
                </a:moveTo>
                <a:lnTo>
                  <a:pt x="342900" y="771525"/>
                </a:lnTo>
                <a:lnTo>
                  <a:pt x="342900" y="781050"/>
                </a:lnTo>
                <a:lnTo>
                  <a:pt x="333375" y="781050"/>
                </a:lnTo>
                <a:close/>
                <a:moveTo>
                  <a:pt x="276225" y="781050"/>
                </a:moveTo>
                <a:lnTo>
                  <a:pt x="304800" y="781050"/>
                </a:lnTo>
                <a:lnTo>
                  <a:pt x="304800" y="790575"/>
                </a:lnTo>
                <a:lnTo>
                  <a:pt x="295275" y="790575"/>
                </a:lnTo>
                <a:lnTo>
                  <a:pt x="295275" y="800100"/>
                </a:lnTo>
                <a:lnTo>
                  <a:pt x="285750" y="800100"/>
                </a:lnTo>
                <a:lnTo>
                  <a:pt x="285750" y="790575"/>
                </a:lnTo>
                <a:lnTo>
                  <a:pt x="276225" y="790575"/>
                </a:lnTo>
                <a:close/>
                <a:moveTo>
                  <a:pt x="28575" y="790575"/>
                </a:moveTo>
                <a:lnTo>
                  <a:pt x="38100" y="790575"/>
                </a:lnTo>
                <a:lnTo>
                  <a:pt x="38100" y="800100"/>
                </a:lnTo>
                <a:lnTo>
                  <a:pt x="28575" y="800100"/>
                </a:lnTo>
                <a:close/>
                <a:moveTo>
                  <a:pt x="533400" y="790575"/>
                </a:moveTo>
                <a:lnTo>
                  <a:pt x="561975" y="790575"/>
                </a:lnTo>
                <a:lnTo>
                  <a:pt x="561975" y="809625"/>
                </a:lnTo>
                <a:lnTo>
                  <a:pt x="523875" y="809625"/>
                </a:lnTo>
                <a:lnTo>
                  <a:pt x="523875" y="800100"/>
                </a:lnTo>
                <a:lnTo>
                  <a:pt x="533400" y="800100"/>
                </a:lnTo>
                <a:close/>
              </a:path>
            </a:pathLst>
          </a:custGeom>
          <a:solidFill xmlns:a="http://schemas.openxmlformats.org/drawingml/2006/main">
            <a:srgbClr val="F8F8F4"/>
          </a:solidFill>
          <a:ln xmlns:a="http://schemas.openxmlformats.org/drawingml/2006/main" w="0">
            <a:noFill/>
          </a:ln>
        </p:spPr>
      </p:sp>
      <p:sp>
        <p:nvSpPr>
          <p:cNvPr id="192" name="v20 vector #f8f8f3">
            <a:extLst xmlns:a="http://schemas.openxmlformats.org/drawingml/2006/main">
              <a:ext uri="{FF2B5EF4-FFF2-40B4-BE49-F238E27FC236}">
                <a16:creationId xmlns:a16="http://schemas.microsoft.com/office/drawing/2014/main" id="{B49D0EC0-E8D7-42A4-974B-060689B2CE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5350" y="4848225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66675" y="0"/>
                </a:moveTo>
                <a:lnTo>
                  <a:pt x="85725" y="0"/>
                </a:lnTo>
                <a:lnTo>
                  <a:pt x="85725" y="9525"/>
                </a:lnTo>
                <a:lnTo>
                  <a:pt x="66675" y="9525"/>
                </a:lnTo>
                <a:close/>
                <a:moveTo>
                  <a:pt x="95250" y="0"/>
                </a:moveTo>
                <a:lnTo>
                  <a:pt x="104775" y="0"/>
                </a:lnTo>
                <a:lnTo>
                  <a:pt x="104775" y="19050"/>
                </a:lnTo>
                <a:lnTo>
                  <a:pt x="95250" y="19050"/>
                </a:lnTo>
                <a:close/>
                <a:moveTo>
                  <a:pt x="209550" y="0"/>
                </a:moveTo>
                <a:lnTo>
                  <a:pt x="219075" y="0"/>
                </a:lnTo>
                <a:lnTo>
                  <a:pt x="219075" y="9525"/>
                </a:lnTo>
                <a:lnTo>
                  <a:pt x="209550" y="9525"/>
                </a:lnTo>
                <a:close/>
                <a:moveTo>
                  <a:pt x="561975" y="0"/>
                </a:moveTo>
                <a:lnTo>
                  <a:pt x="581025" y="0"/>
                </a:lnTo>
                <a:lnTo>
                  <a:pt x="581025" y="19050"/>
                </a:lnTo>
                <a:lnTo>
                  <a:pt x="571500" y="19050"/>
                </a:lnTo>
                <a:lnTo>
                  <a:pt x="571500" y="28575"/>
                </a:lnTo>
                <a:lnTo>
                  <a:pt x="600075" y="28575"/>
                </a:lnTo>
                <a:lnTo>
                  <a:pt x="600075" y="19050"/>
                </a:lnTo>
                <a:lnTo>
                  <a:pt x="609600" y="19050"/>
                </a:lnTo>
                <a:lnTo>
                  <a:pt x="609600" y="28575"/>
                </a:lnTo>
                <a:lnTo>
                  <a:pt x="638175" y="28575"/>
                </a:lnTo>
                <a:lnTo>
                  <a:pt x="638175" y="19050"/>
                </a:lnTo>
                <a:lnTo>
                  <a:pt x="628650" y="19050"/>
                </a:lnTo>
                <a:lnTo>
                  <a:pt x="628650" y="0"/>
                </a:lnTo>
                <a:lnTo>
                  <a:pt x="666750" y="0"/>
                </a:lnTo>
                <a:lnTo>
                  <a:pt x="666750" y="9525"/>
                </a:lnTo>
                <a:lnTo>
                  <a:pt x="657225" y="9525"/>
                </a:lnTo>
                <a:lnTo>
                  <a:pt x="657225" y="19050"/>
                </a:lnTo>
                <a:lnTo>
                  <a:pt x="647700" y="19050"/>
                </a:lnTo>
                <a:lnTo>
                  <a:pt x="647700" y="28575"/>
                </a:lnTo>
                <a:lnTo>
                  <a:pt x="666750" y="28575"/>
                </a:lnTo>
                <a:lnTo>
                  <a:pt x="666750" y="47625"/>
                </a:lnTo>
                <a:lnTo>
                  <a:pt x="647700" y="47625"/>
                </a:lnTo>
                <a:lnTo>
                  <a:pt x="647700" y="38100"/>
                </a:lnTo>
                <a:lnTo>
                  <a:pt x="638175" y="38100"/>
                </a:lnTo>
                <a:lnTo>
                  <a:pt x="638175" y="47625"/>
                </a:lnTo>
                <a:lnTo>
                  <a:pt x="628650" y="47625"/>
                </a:lnTo>
                <a:lnTo>
                  <a:pt x="628650" y="38100"/>
                </a:lnTo>
                <a:lnTo>
                  <a:pt x="609600" y="38100"/>
                </a:lnTo>
                <a:lnTo>
                  <a:pt x="609600" y="47625"/>
                </a:lnTo>
                <a:lnTo>
                  <a:pt x="600075" y="47625"/>
                </a:lnTo>
                <a:lnTo>
                  <a:pt x="600075" y="57150"/>
                </a:lnTo>
                <a:lnTo>
                  <a:pt x="590550" y="57150"/>
                </a:lnTo>
                <a:lnTo>
                  <a:pt x="590550" y="38100"/>
                </a:lnTo>
                <a:lnTo>
                  <a:pt x="581025" y="38100"/>
                </a:lnTo>
                <a:lnTo>
                  <a:pt x="581025" y="47625"/>
                </a:lnTo>
                <a:lnTo>
                  <a:pt x="571500" y="47625"/>
                </a:lnTo>
                <a:lnTo>
                  <a:pt x="571500" y="38100"/>
                </a:lnTo>
                <a:lnTo>
                  <a:pt x="561975" y="38100"/>
                </a:lnTo>
                <a:close/>
                <a:moveTo>
                  <a:pt x="771525" y="0"/>
                </a:moveTo>
                <a:lnTo>
                  <a:pt x="790575" y="0"/>
                </a:lnTo>
                <a:lnTo>
                  <a:pt x="790575" y="28575"/>
                </a:lnTo>
                <a:lnTo>
                  <a:pt x="800100" y="28575"/>
                </a:lnTo>
                <a:lnTo>
                  <a:pt x="800100" y="19050"/>
                </a:lnTo>
                <a:lnTo>
                  <a:pt x="809625" y="19050"/>
                </a:lnTo>
                <a:lnTo>
                  <a:pt x="809625" y="38100"/>
                </a:lnTo>
                <a:lnTo>
                  <a:pt x="790575" y="38100"/>
                </a:lnTo>
                <a:lnTo>
                  <a:pt x="790575" y="47625"/>
                </a:lnTo>
                <a:lnTo>
                  <a:pt x="771525" y="47625"/>
                </a:lnTo>
                <a:lnTo>
                  <a:pt x="771525" y="57150"/>
                </a:lnTo>
                <a:lnTo>
                  <a:pt x="762000" y="57150"/>
                </a:lnTo>
                <a:lnTo>
                  <a:pt x="762000" y="66675"/>
                </a:lnTo>
                <a:lnTo>
                  <a:pt x="742950" y="66675"/>
                </a:lnTo>
                <a:lnTo>
                  <a:pt x="742950" y="47625"/>
                </a:lnTo>
                <a:lnTo>
                  <a:pt x="752475" y="47625"/>
                </a:lnTo>
                <a:lnTo>
                  <a:pt x="752475" y="38100"/>
                </a:lnTo>
                <a:lnTo>
                  <a:pt x="742950" y="38100"/>
                </a:lnTo>
                <a:lnTo>
                  <a:pt x="742950" y="28575"/>
                </a:lnTo>
                <a:lnTo>
                  <a:pt x="733425" y="28575"/>
                </a:lnTo>
                <a:lnTo>
                  <a:pt x="733425" y="19050"/>
                </a:lnTo>
                <a:lnTo>
                  <a:pt x="723900" y="19050"/>
                </a:lnTo>
                <a:lnTo>
                  <a:pt x="723900" y="9525"/>
                </a:lnTo>
                <a:lnTo>
                  <a:pt x="733425" y="9525"/>
                </a:lnTo>
                <a:lnTo>
                  <a:pt x="733425" y="19050"/>
                </a:lnTo>
                <a:lnTo>
                  <a:pt x="742950" y="19050"/>
                </a:lnTo>
                <a:lnTo>
                  <a:pt x="742950" y="28575"/>
                </a:lnTo>
                <a:lnTo>
                  <a:pt x="762000" y="28575"/>
                </a:lnTo>
                <a:lnTo>
                  <a:pt x="762000" y="9525"/>
                </a:lnTo>
                <a:lnTo>
                  <a:pt x="771525" y="9525"/>
                </a:lnTo>
                <a:close/>
                <a:moveTo>
                  <a:pt x="847725" y="0"/>
                </a:moveTo>
                <a:lnTo>
                  <a:pt x="866775" y="0"/>
                </a:lnTo>
                <a:lnTo>
                  <a:pt x="866775" y="9525"/>
                </a:lnTo>
                <a:lnTo>
                  <a:pt x="876300" y="9525"/>
                </a:lnTo>
                <a:lnTo>
                  <a:pt x="876300" y="0"/>
                </a:lnTo>
                <a:lnTo>
                  <a:pt x="885825" y="0"/>
                </a:lnTo>
                <a:lnTo>
                  <a:pt x="885825" y="9525"/>
                </a:lnTo>
                <a:lnTo>
                  <a:pt x="895350" y="9525"/>
                </a:lnTo>
                <a:lnTo>
                  <a:pt x="895350" y="19050"/>
                </a:lnTo>
                <a:lnTo>
                  <a:pt x="914400" y="19050"/>
                </a:lnTo>
                <a:lnTo>
                  <a:pt x="914400" y="9525"/>
                </a:lnTo>
                <a:lnTo>
                  <a:pt x="923925" y="9525"/>
                </a:lnTo>
                <a:lnTo>
                  <a:pt x="923925" y="19050"/>
                </a:lnTo>
                <a:lnTo>
                  <a:pt x="933450" y="19050"/>
                </a:lnTo>
                <a:lnTo>
                  <a:pt x="933450" y="9525"/>
                </a:lnTo>
                <a:lnTo>
                  <a:pt x="952500" y="9525"/>
                </a:lnTo>
                <a:lnTo>
                  <a:pt x="952500" y="19050"/>
                </a:lnTo>
                <a:lnTo>
                  <a:pt x="1009650" y="19050"/>
                </a:lnTo>
                <a:lnTo>
                  <a:pt x="1009650" y="9525"/>
                </a:lnTo>
                <a:lnTo>
                  <a:pt x="1038225" y="9525"/>
                </a:lnTo>
                <a:lnTo>
                  <a:pt x="1038225" y="0"/>
                </a:lnTo>
                <a:lnTo>
                  <a:pt x="1047750" y="0"/>
                </a:lnTo>
                <a:lnTo>
                  <a:pt x="1047750" y="19050"/>
                </a:lnTo>
                <a:lnTo>
                  <a:pt x="1066800" y="19050"/>
                </a:lnTo>
                <a:lnTo>
                  <a:pt x="1066800" y="0"/>
                </a:lnTo>
                <a:lnTo>
                  <a:pt x="1076325" y="0"/>
                </a:lnTo>
                <a:lnTo>
                  <a:pt x="1076325" y="19050"/>
                </a:lnTo>
                <a:lnTo>
                  <a:pt x="1104900" y="19050"/>
                </a:lnTo>
                <a:lnTo>
                  <a:pt x="1104900" y="9525"/>
                </a:lnTo>
                <a:lnTo>
                  <a:pt x="1095375" y="9525"/>
                </a:lnTo>
                <a:lnTo>
                  <a:pt x="1095375" y="0"/>
                </a:lnTo>
                <a:lnTo>
                  <a:pt x="1133475" y="0"/>
                </a:lnTo>
                <a:lnTo>
                  <a:pt x="1133475" y="9525"/>
                </a:lnTo>
                <a:lnTo>
                  <a:pt x="1152525" y="9525"/>
                </a:lnTo>
                <a:lnTo>
                  <a:pt x="1152525" y="0"/>
                </a:lnTo>
                <a:lnTo>
                  <a:pt x="1171575" y="0"/>
                </a:lnTo>
                <a:lnTo>
                  <a:pt x="1171575" y="9525"/>
                </a:lnTo>
                <a:lnTo>
                  <a:pt x="1152525" y="9525"/>
                </a:lnTo>
                <a:lnTo>
                  <a:pt x="1152525" y="28575"/>
                </a:lnTo>
                <a:lnTo>
                  <a:pt x="1162050" y="28575"/>
                </a:lnTo>
                <a:lnTo>
                  <a:pt x="1162050" y="38100"/>
                </a:lnTo>
                <a:lnTo>
                  <a:pt x="1152525" y="38100"/>
                </a:lnTo>
                <a:lnTo>
                  <a:pt x="1152525" y="47625"/>
                </a:lnTo>
                <a:lnTo>
                  <a:pt x="1162050" y="47625"/>
                </a:lnTo>
                <a:lnTo>
                  <a:pt x="1162050" y="38100"/>
                </a:lnTo>
                <a:lnTo>
                  <a:pt x="1171575" y="38100"/>
                </a:lnTo>
                <a:lnTo>
                  <a:pt x="1171575" y="47625"/>
                </a:lnTo>
                <a:lnTo>
                  <a:pt x="1162050" y="47625"/>
                </a:lnTo>
                <a:lnTo>
                  <a:pt x="1162050" y="66675"/>
                </a:lnTo>
                <a:lnTo>
                  <a:pt x="1143000" y="66675"/>
                </a:lnTo>
                <a:lnTo>
                  <a:pt x="1143000" y="57150"/>
                </a:lnTo>
                <a:lnTo>
                  <a:pt x="1123950" y="57150"/>
                </a:lnTo>
                <a:lnTo>
                  <a:pt x="1123950" y="66675"/>
                </a:lnTo>
                <a:lnTo>
                  <a:pt x="1114425" y="66675"/>
                </a:lnTo>
                <a:lnTo>
                  <a:pt x="1114425" y="85725"/>
                </a:lnTo>
                <a:lnTo>
                  <a:pt x="1104900" y="85725"/>
                </a:lnTo>
                <a:lnTo>
                  <a:pt x="1104900" y="66675"/>
                </a:lnTo>
                <a:lnTo>
                  <a:pt x="1085850" y="66675"/>
                </a:lnTo>
                <a:lnTo>
                  <a:pt x="1085850" y="57150"/>
                </a:lnTo>
                <a:lnTo>
                  <a:pt x="1076325" y="57150"/>
                </a:lnTo>
                <a:lnTo>
                  <a:pt x="1076325" y="38100"/>
                </a:lnTo>
                <a:lnTo>
                  <a:pt x="1066800" y="38100"/>
                </a:lnTo>
                <a:lnTo>
                  <a:pt x="1066800" y="28575"/>
                </a:lnTo>
                <a:lnTo>
                  <a:pt x="1038225" y="28575"/>
                </a:lnTo>
                <a:lnTo>
                  <a:pt x="1038225" y="38100"/>
                </a:lnTo>
                <a:lnTo>
                  <a:pt x="1028700" y="38100"/>
                </a:lnTo>
                <a:lnTo>
                  <a:pt x="1028700" y="19050"/>
                </a:lnTo>
                <a:lnTo>
                  <a:pt x="1009650" y="19050"/>
                </a:lnTo>
                <a:lnTo>
                  <a:pt x="1009650" y="28575"/>
                </a:lnTo>
                <a:lnTo>
                  <a:pt x="1000125" y="28575"/>
                </a:lnTo>
                <a:lnTo>
                  <a:pt x="1000125" y="38100"/>
                </a:lnTo>
                <a:lnTo>
                  <a:pt x="1009650" y="38100"/>
                </a:lnTo>
                <a:lnTo>
                  <a:pt x="1009650" y="57150"/>
                </a:lnTo>
                <a:lnTo>
                  <a:pt x="1000125" y="57150"/>
                </a:lnTo>
                <a:lnTo>
                  <a:pt x="1000125" y="47625"/>
                </a:lnTo>
                <a:lnTo>
                  <a:pt x="990600" y="47625"/>
                </a:lnTo>
                <a:lnTo>
                  <a:pt x="990600" y="38100"/>
                </a:lnTo>
                <a:lnTo>
                  <a:pt x="962025" y="38100"/>
                </a:lnTo>
                <a:lnTo>
                  <a:pt x="962025" y="28575"/>
                </a:lnTo>
                <a:lnTo>
                  <a:pt x="942975" y="28575"/>
                </a:lnTo>
                <a:lnTo>
                  <a:pt x="942975" y="19050"/>
                </a:lnTo>
                <a:lnTo>
                  <a:pt x="933450" y="19050"/>
                </a:lnTo>
                <a:lnTo>
                  <a:pt x="933450" y="38100"/>
                </a:lnTo>
                <a:lnTo>
                  <a:pt x="942975" y="38100"/>
                </a:lnTo>
                <a:lnTo>
                  <a:pt x="942975" y="47625"/>
                </a:lnTo>
                <a:lnTo>
                  <a:pt x="914400" y="47625"/>
                </a:lnTo>
                <a:lnTo>
                  <a:pt x="914400" y="38100"/>
                </a:lnTo>
                <a:lnTo>
                  <a:pt x="895350" y="38100"/>
                </a:lnTo>
                <a:lnTo>
                  <a:pt x="895350" y="47625"/>
                </a:lnTo>
                <a:lnTo>
                  <a:pt x="885825" y="47625"/>
                </a:lnTo>
                <a:lnTo>
                  <a:pt x="885825" y="38100"/>
                </a:lnTo>
                <a:lnTo>
                  <a:pt x="866775" y="38100"/>
                </a:lnTo>
                <a:lnTo>
                  <a:pt x="866775" y="19050"/>
                </a:lnTo>
                <a:lnTo>
                  <a:pt x="857250" y="19050"/>
                </a:lnTo>
                <a:lnTo>
                  <a:pt x="857250" y="9525"/>
                </a:lnTo>
                <a:lnTo>
                  <a:pt x="847725" y="9525"/>
                </a:lnTo>
                <a:close/>
                <a:moveTo>
                  <a:pt x="1190625" y="0"/>
                </a:moveTo>
                <a:lnTo>
                  <a:pt x="1209675" y="0"/>
                </a:lnTo>
                <a:lnTo>
                  <a:pt x="1209675" y="38100"/>
                </a:lnTo>
                <a:lnTo>
                  <a:pt x="1200150" y="38100"/>
                </a:lnTo>
                <a:lnTo>
                  <a:pt x="1200150" y="28575"/>
                </a:lnTo>
                <a:lnTo>
                  <a:pt x="1190625" y="28575"/>
                </a:lnTo>
                <a:close/>
                <a:moveTo>
                  <a:pt x="19050" y="9525"/>
                </a:moveTo>
                <a:lnTo>
                  <a:pt x="38100" y="9525"/>
                </a:lnTo>
                <a:lnTo>
                  <a:pt x="38100" y="19050"/>
                </a:lnTo>
                <a:lnTo>
                  <a:pt x="28575" y="19050"/>
                </a:lnTo>
                <a:lnTo>
                  <a:pt x="28575" y="28575"/>
                </a:lnTo>
                <a:lnTo>
                  <a:pt x="19050" y="28575"/>
                </a:lnTo>
                <a:close/>
                <a:moveTo>
                  <a:pt x="133350" y="9525"/>
                </a:moveTo>
                <a:lnTo>
                  <a:pt x="142875" y="9525"/>
                </a:lnTo>
                <a:lnTo>
                  <a:pt x="142875" y="19050"/>
                </a:lnTo>
                <a:lnTo>
                  <a:pt x="180975" y="19050"/>
                </a:lnTo>
                <a:lnTo>
                  <a:pt x="180975" y="28575"/>
                </a:lnTo>
                <a:lnTo>
                  <a:pt x="190500" y="28575"/>
                </a:lnTo>
                <a:lnTo>
                  <a:pt x="190500" y="19050"/>
                </a:lnTo>
                <a:lnTo>
                  <a:pt x="200025" y="19050"/>
                </a:lnTo>
                <a:lnTo>
                  <a:pt x="200025" y="9525"/>
                </a:lnTo>
                <a:lnTo>
                  <a:pt x="209550" y="9525"/>
                </a:lnTo>
                <a:lnTo>
                  <a:pt x="209550" y="19050"/>
                </a:lnTo>
                <a:lnTo>
                  <a:pt x="200025" y="19050"/>
                </a:lnTo>
                <a:lnTo>
                  <a:pt x="200025" y="38100"/>
                </a:lnTo>
                <a:lnTo>
                  <a:pt x="228600" y="38100"/>
                </a:lnTo>
                <a:lnTo>
                  <a:pt x="228600" y="28575"/>
                </a:lnTo>
                <a:lnTo>
                  <a:pt x="247650" y="28575"/>
                </a:lnTo>
                <a:lnTo>
                  <a:pt x="247650" y="47625"/>
                </a:lnTo>
                <a:lnTo>
                  <a:pt x="238125" y="47625"/>
                </a:lnTo>
                <a:lnTo>
                  <a:pt x="238125" y="57150"/>
                </a:lnTo>
                <a:lnTo>
                  <a:pt x="228600" y="57150"/>
                </a:lnTo>
                <a:lnTo>
                  <a:pt x="228600" y="47625"/>
                </a:lnTo>
                <a:lnTo>
                  <a:pt x="171450" y="47625"/>
                </a:lnTo>
                <a:lnTo>
                  <a:pt x="171450" y="28575"/>
                </a:lnTo>
                <a:lnTo>
                  <a:pt x="152400" y="28575"/>
                </a:lnTo>
                <a:lnTo>
                  <a:pt x="152400" y="47625"/>
                </a:lnTo>
                <a:lnTo>
                  <a:pt x="133350" y="47625"/>
                </a:lnTo>
                <a:lnTo>
                  <a:pt x="133350" y="38100"/>
                </a:lnTo>
                <a:lnTo>
                  <a:pt x="142875" y="38100"/>
                </a:lnTo>
                <a:lnTo>
                  <a:pt x="142875" y="28575"/>
                </a:lnTo>
                <a:lnTo>
                  <a:pt x="133350" y="28575"/>
                </a:lnTo>
                <a:close/>
                <a:moveTo>
                  <a:pt x="238125" y="9525"/>
                </a:moveTo>
                <a:lnTo>
                  <a:pt x="247650" y="9525"/>
                </a:lnTo>
                <a:lnTo>
                  <a:pt x="247650" y="19050"/>
                </a:lnTo>
                <a:lnTo>
                  <a:pt x="238125" y="19050"/>
                </a:lnTo>
                <a:close/>
                <a:moveTo>
                  <a:pt x="495300" y="9525"/>
                </a:moveTo>
                <a:lnTo>
                  <a:pt x="504825" y="9525"/>
                </a:lnTo>
                <a:lnTo>
                  <a:pt x="504825" y="19050"/>
                </a:lnTo>
                <a:lnTo>
                  <a:pt x="495300" y="19050"/>
                </a:lnTo>
                <a:close/>
                <a:moveTo>
                  <a:pt x="1171575" y="9525"/>
                </a:moveTo>
                <a:lnTo>
                  <a:pt x="1181100" y="9525"/>
                </a:lnTo>
                <a:lnTo>
                  <a:pt x="1181100" y="19050"/>
                </a:lnTo>
                <a:lnTo>
                  <a:pt x="1171575" y="19050"/>
                </a:lnTo>
                <a:close/>
                <a:moveTo>
                  <a:pt x="504825" y="19050"/>
                </a:moveTo>
                <a:lnTo>
                  <a:pt x="514350" y="19050"/>
                </a:lnTo>
                <a:lnTo>
                  <a:pt x="514350" y="28575"/>
                </a:lnTo>
                <a:lnTo>
                  <a:pt x="504825" y="28575"/>
                </a:lnTo>
                <a:close/>
                <a:moveTo>
                  <a:pt x="714375" y="19050"/>
                </a:moveTo>
                <a:lnTo>
                  <a:pt x="723900" y="19050"/>
                </a:lnTo>
                <a:lnTo>
                  <a:pt x="723900" y="47625"/>
                </a:lnTo>
                <a:lnTo>
                  <a:pt x="733425" y="47625"/>
                </a:lnTo>
                <a:lnTo>
                  <a:pt x="733425" y="66675"/>
                </a:lnTo>
                <a:lnTo>
                  <a:pt x="704850" y="66675"/>
                </a:lnTo>
                <a:lnTo>
                  <a:pt x="704850" y="47625"/>
                </a:lnTo>
                <a:lnTo>
                  <a:pt x="685800" y="47625"/>
                </a:lnTo>
                <a:lnTo>
                  <a:pt x="685800" y="38100"/>
                </a:lnTo>
                <a:lnTo>
                  <a:pt x="704850" y="38100"/>
                </a:lnTo>
                <a:lnTo>
                  <a:pt x="704850" y="28575"/>
                </a:lnTo>
                <a:lnTo>
                  <a:pt x="714375" y="28575"/>
                </a:lnTo>
                <a:close/>
                <a:moveTo>
                  <a:pt x="771525" y="19050"/>
                </a:moveTo>
                <a:lnTo>
                  <a:pt x="781050" y="19050"/>
                </a:lnTo>
                <a:lnTo>
                  <a:pt x="781050" y="9525"/>
                </a:lnTo>
                <a:lnTo>
                  <a:pt x="771525" y="9525"/>
                </a:lnTo>
                <a:close/>
                <a:moveTo>
                  <a:pt x="828675" y="19050"/>
                </a:moveTo>
                <a:lnTo>
                  <a:pt x="838200" y="19050"/>
                </a:lnTo>
                <a:lnTo>
                  <a:pt x="838200" y="28575"/>
                </a:lnTo>
                <a:lnTo>
                  <a:pt x="828675" y="28575"/>
                </a:lnTo>
                <a:close/>
                <a:moveTo>
                  <a:pt x="542925" y="28575"/>
                </a:moveTo>
                <a:lnTo>
                  <a:pt x="552450" y="28575"/>
                </a:lnTo>
                <a:lnTo>
                  <a:pt x="552450" y="47625"/>
                </a:lnTo>
                <a:lnTo>
                  <a:pt x="514350" y="47625"/>
                </a:lnTo>
                <a:lnTo>
                  <a:pt x="514350" y="38100"/>
                </a:lnTo>
                <a:lnTo>
                  <a:pt x="542925" y="38100"/>
                </a:lnTo>
                <a:close/>
                <a:moveTo>
                  <a:pt x="819150" y="38100"/>
                </a:moveTo>
                <a:lnTo>
                  <a:pt x="828675" y="38100"/>
                </a:lnTo>
                <a:lnTo>
                  <a:pt x="828675" y="47625"/>
                </a:lnTo>
                <a:lnTo>
                  <a:pt x="819150" y="47625"/>
                </a:lnTo>
                <a:close/>
                <a:moveTo>
                  <a:pt x="962025" y="47625"/>
                </a:moveTo>
                <a:lnTo>
                  <a:pt x="971550" y="47625"/>
                </a:lnTo>
                <a:lnTo>
                  <a:pt x="971550" y="57150"/>
                </a:lnTo>
                <a:lnTo>
                  <a:pt x="962025" y="57150"/>
                </a:lnTo>
                <a:close/>
                <a:moveTo>
                  <a:pt x="504825" y="57150"/>
                </a:moveTo>
                <a:lnTo>
                  <a:pt x="514350" y="57150"/>
                </a:lnTo>
                <a:lnTo>
                  <a:pt x="514350" y="85725"/>
                </a:lnTo>
                <a:lnTo>
                  <a:pt x="504825" y="85725"/>
                </a:lnTo>
                <a:close/>
                <a:moveTo>
                  <a:pt x="1190625" y="66675"/>
                </a:moveTo>
                <a:lnTo>
                  <a:pt x="1209675" y="66675"/>
                </a:lnTo>
                <a:lnTo>
                  <a:pt x="1209675" y="104775"/>
                </a:lnTo>
                <a:lnTo>
                  <a:pt x="1200150" y="104775"/>
                </a:lnTo>
                <a:lnTo>
                  <a:pt x="1200150" y="95250"/>
                </a:lnTo>
                <a:lnTo>
                  <a:pt x="1190625" y="95250"/>
                </a:lnTo>
                <a:close/>
                <a:moveTo>
                  <a:pt x="428625" y="76200"/>
                </a:moveTo>
                <a:lnTo>
                  <a:pt x="438150" y="76200"/>
                </a:lnTo>
                <a:lnTo>
                  <a:pt x="438150" y="85725"/>
                </a:lnTo>
                <a:lnTo>
                  <a:pt x="447675" y="85725"/>
                </a:lnTo>
                <a:lnTo>
                  <a:pt x="447675" y="95250"/>
                </a:lnTo>
                <a:lnTo>
                  <a:pt x="419100" y="95250"/>
                </a:lnTo>
                <a:lnTo>
                  <a:pt x="419100" y="85725"/>
                </a:lnTo>
                <a:lnTo>
                  <a:pt x="428625" y="85725"/>
                </a:lnTo>
                <a:close/>
                <a:moveTo>
                  <a:pt x="342900" y="85725"/>
                </a:moveTo>
                <a:lnTo>
                  <a:pt x="390525" y="85725"/>
                </a:lnTo>
                <a:lnTo>
                  <a:pt x="390525" y="95250"/>
                </a:lnTo>
                <a:lnTo>
                  <a:pt x="381000" y="95250"/>
                </a:lnTo>
                <a:lnTo>
                  <a:pt x="381000" y="104775"/>
                </a:lnTo>
                <a:lnTo>
                  <a:pt x="371475" y="104775"/>
                </a:lnTo>
                <a:lnTo>
                  <a:pt x="371475" y="95250"/>
                </a:lnTo>
                <a:lnTo>
                  <a:pt x="342900" y="95250"/>
                </a:lnTo>
                <a:close/>
                <a:moveTo>
                  <a:pt x="714375" y="104775"/>
                </a:moveTo>
                <a:lnTo>
                  <a:pt x="723900" y="104775"/>
                </a:lnTo>
                <a:lnTo>
                  <a:pt x="723900" y="123825"/>
                </a:lnTo>
                <a:lnTo>
                  <a:pt x="704850" y="123825"/>
                </a:lnTo>
                <a:lnTo>
                  <a:pt x="704850" y="114300"/>
                </a:lnTo>
                <a:lnTo>
                  <a:pt x="714375" y="114300"/>
                </a:lnTo>
                <a:close/>
                <a:moveTo>
                  <a:pt x="38100" y="114300"/>
                </a:moveTo>
                <a:lnTo>
                  <a:pt x="47625" y="114300"/>
                </a:lnTo>
                <a:lnTo>
                  <a:pt x="47625" y="123825"/>
                </a:lnTo>
                <a:lnTo>
                  <a:pt x="38100" y="123825"/>
                </a:lnTo>
                <a:close/>
                <a:moveTo>
                  <a:pt x="57150" y="114300"/>
                </a:moveTo>
                <a:lnTo>
                  <a:pt x="66675" y="114300"/>
                </a:lnTo>
                <a:lnTo>
                  <a:pt x="66675" y="142875"/>
                </a:lnTo>
                <a:lnTo>
                  <a:pt x="38100" y="142875"/>
                </a:lnTo>
                <a:lnTo>
                  <a:pt x="38100" y="133350"/>
                </a:lnTo>
                <a:lnTo>
                  <a:pt x="57150" y="133350"/>
                </a:lnTo>
                <a:close/>
                <a:moveTo>
                  <a:pt x="85725" y="114300"/>
                </a:moveTo>
                <a:lnTo>
                  <a:pt x="95250" y="114300"/>
                </a:lnTo>
                <a:lnTo>
                  <a:pt x="95250" y="123825"/>
                </a:lnTo>
                <a:lnTo>
                  <a:pt x="85725" y="123825"/>
                </a:lnTo>
                <a:close/>
                <a:moveTo>
                  <a:pt x="1162050" y="123825"/>
                </a:moveTo>
                <a:lnTo>
                  <a:pt x="1190625" y="123825"/>
                </a:lnTo>
                <a:lnTo>
                  <a:pt x="1190625" y="133350"/>
                </a:lnTo>
                <a:lnTo>
                  <a:pt x="1200150" y="133350"/>
                </a:lnTo>
                <a:lnTo>
                  <a:pt x="1200150" y="142875"/>
                </a:lnTo>
                <a:lnTo>
                  <a:pt x="1209675" y="142875"/>
                </a:lnTo>
                <a:lnTo>
                  <a:pt x="1209675" y="152400"/>
                </a:lnTo>
                <a:lnTo>
                  <a:pt x="1200150" y="152400"/>
                </a:lnTo>
                <a:lnTo>
                  <a:pt x="1200150" y="161925"/>
                </a:lnTo>
                <a:lnTo>
                  <a:pt x="1190625" y="161925"/>
                </a:lnTo>
                <a:lnTo>
                  <a:pt x="1190625" y="152400"/>
                </a:lnTo>
                <a:lnTo>
                  <a:pt x="1171575" y="152400"/>
                </a:lnTo>
                <a:lnTo>
                  <a:pt x="1171575" y="133350"/>
                </a:lnTo>
                <a:lnTo>
                  <a:pt x="1162050" y="133350"/>
                </a:lnTo>
                <a:close/>
                <a:moveTo>
                  <a:pt x="28575" y="142875"/>
                </a:moveTo>
                <a:lnTo>
                  <a:pt x="38100" y="142875"/>
                </a:lnTo>
                <a:lnTo>
                  <a:pt x="38100" y="180975"/>
                </a:lnTo>
                <a:lnTo>
                  <a:pt x="19050" y="180975"/>
                </a:lnTo>
                <a:lnTo>
                  <a:pt x="19050" y="152400"/>
                </a:lnTo>
                <a:lnTo>
                  <a:pt x="28575" y="152400"/>
                </a:lnTo>
                <a:close/>
                <a:moveTo>
                  <a:pt x="47625" y="171450"/>
                </a:moveTo>
                <a:lnTo>
                  <a:pt x="57150" y="171450"/>
                </a:lnTo>
                <a:lnTo>
                  <a:pt x="57150" y="190500"/>
                </a:lnTo>
                <a:lnTo>
                  <a:pt x="47625" y="190500"/>
                </a:lnTo>
                <a:close/>
                <a:moveTo>
                  <a:pt x="66675" y="171450"/>
                </a:moveTo>
                <a:lnTo>
                  <a:pt x="76200" y="171450"/>
                </a:lnTo>
                <a:lnTo>
                  <a:pt x="76200" y="180975"/>
                </a:lnTo>
                <a:lnTo>
                  <a:pt x="66675" y="180975"/>
                </a:lnTo>
                <a:close/>
                <a:moveTo>
                  <a:pt x="95250" y="171450"/>
                </a:moveTo>
                <a:lnTo>
                  <a:pt x="114300" y="171450"/>
                </a:lnTo>
                <a:lnTo>
                  <a:pt x="114300" y="180975"/>
                </a:lnTo>
                <a:lnTo>
                  <a:pt x="104775" y="180975"/>
                </a:lnTo>
                <a:lnTo>
                  <a:pt x="104775" y="200025"/>
                </a:lnTo>
                <a:lnTo>
                  <a:pt x="95250" y="200025"/>
                </a:lnTo>
                <a:close/>
                <a:moveTo>
                  <a:pt x="28575" y="209550"/>
                </a:moveTo>
                <a:lnTo>
                  <a:pt x="38100" y="209550"/>
                </a:lnTo>
                <a:lnTo>
                  <a:pt x="38100" y="228600"/>
                </a:lnTo>
                <a:lnTo>
                  <a:pt x="28575" y="228600"/>
                </a:lnTo>
                <a:close/>
                <a:moveTo>
                  <a:pt x="1181100" y="209550"/>
                </a:moveTo>
                <a:lnTo>
                  <a:pt x="1190625" y="209550"/>
                </a:lnTo>
                <a:lnTo>
                  <a:pt x="1190625" y="219075"/>
                </a:lnTo>
                <a:lnTo>
                  <a:pt x="1181100" y="219075"/>
                </a:lnTo>
                <a:close/>
                <a:moveTo>
                  <a:pt x="1200150" y="209550"/>
                </a:moveTo>
                <a:lnTo>
                  <a:pt x="1209675" y="209550"/>
                </a:lnTo>
                <a:lnTo>
                  <a:pt x="1209675" y="238125"/>
                </a:lnTo>
                <a:lnTo>
                  <a:pt x="1200150" y="238125"/>
                </a:lnTo>
                <a:lnTo>
                  <a:pt x="1200150" y="228600"/>
                </a:lnTo>
                <a:lnTo>
                  <a:pt x="1190625" y="228600"/>
                </a:lnTo>
                <a:lnTo>
                  <a:pt x="1190625" y="219075"/>
                </a:lnTo>
                <a:lnTo>
                  <a:pt x="1200150" y="219075"/>
                </a:lnTo>
                <a:close/>
                <a:moveTo>
                  <a:pt x="1143000" y="219075"/>
                </a:moveTo>
                <a:lnTo>
                  <a:pt x="1152525" y="219075"/>
                </a:lnTo>
                <a:lnTo>
                  <a:pt x="1152525" y="238125"/>
                </a:lnTo>
                <a:lnTo>
                  <a:pt x="1143000" y="238125"/>
                </a:lnTo>
                <a:close/>
                <a:moveTo>
                  <a:pt x="66675" y="228600"/>
                </a:moveTo>
                <a:lnTo>
                  <a:pt x="76200" y="228600"/>
                </a:lnTo>
                <a:lnTo>
                  <a:pt x="76200" y="238125"/>
                </a:lnTo>
                <a:lnTo>
                  <a:pt x="66675" y="238125"/>
                </a:lnTo>
                <a:close/>
                <a:moveTo>
                  <a:pt x="1152525" y="238125"/>
                </a:moveTo>
                <a:lnTo>
                  <a:pt x="1162050" y="238125"/>
                </a:lnTo>
                <a:lnTo>
                  <a:pt x="1162050" y="247650"/>
                </a:lnTo>
                <a:lnTo>
                  <a:pt x="1152525" y="247650"/>
                </a:lnTo>
                <a:close/>
                <a:moveTo>
                  <a:pt x="219075" y="247650"/>
                </a:moveTo>
                <a:lnTo>
                  <a:pt x="247650" y="247650"/>
                </a:lnTo>
                <a:lnTo>
                  <a:pt x="247650" y="257175"/>
                </a:lnTo>
                <a:lnTo>
                  <a:pt x="219075" y="257175"/>
                </a:lnTo>
                <a:close/>
                <a:moveTo>
                  <a:pt x="266700" y="247650"/>
                </a:moveTo>
                <a:lnTo>
                  <a:pt x="295275" y="247650"/>
                </a:lnTo>
                <a:lnTo>
                  <a:pt x="295275" y="257175"/>
                </a:lnTo>
                <a:lnTo>
                  <a:pt x="266700" y="257175"/>
                </a:lnTo>
                <a:close/>
                <a:moveTo>
                  <a:pt x="1152525" y="257175"/>
                </a:moveTo>
                <a:lnTo>
                  <a:pt x="1162050" y="257175"/>
                </a:lnTo>
                <a:lnTo>
                  <a:pt x="1162050" y="266700"/>
                </a:lnTo>
                <a:lnTo>
                  <a:pt x="1152525" y="266700"/>
                </a:lnTo>
                <a:close/>
                <a:moveTo>
                  <a:pt x="28575" y="266700"/>
                </a:moveTo>
                <a:lnTo>
                  <a:pt x="38100" y="266700"/>
                </a:lnTo>
                <a:lnTo>
                  <a:pt x="38100" y="276225"/>
                </a:lnTo>
                <a:lnTo>
                  <a:pt x="28575" y="276225"/>
                </a:lnTo>
                <a:close/>
                <a:moveTo>
                  <a:pt x="238125" y="266700"/>
                </a:moveTo>
                <a:lnTo>
                  <a:pt x="247650" y="266700"/>
                </a:lnTo>
                <a:lnTo>
                  <a:pt x="247650" y="276225"/>
                </a:lnTo>
                <a:lnTo>
                  <a:pt x="238125" y="276225"/>
                </a:lnTo>
                <a:close/>
                <a:moveTo>
                  <a:pt x="257175" y="266700"/>
                </a:moveTo>
                <a:lnTo>
                  <a:pt x="276225" y="266700"/>
                </a:lnTo>
                <a:lnTo>
                  <a:pt x="276225" y="276225"/>
                </a:lnTo>
                <a:lnTo>
                  <a:pt x="257175" y="276225"/>
                </a:lnTo>
                <a:close/>
                <a:moveTo>
                  <a:pt x="295275" y="266700"/>
                </a:moveTo>
                <a:lnTo>
                  <a:pt x="314325" y="266700"/>
                </a:lnTo>
                <a:lnTo>
                  <a:pt x="314325" y="276225"/>
                </a:lnTo>
                <a:lnTo>
                  <a:pt x="295275" y="276225"/>
                </a:lnTo>
                <a:close/>
                <a:moveTo>
                  <a:pt x="19050" y="276225"/>
                </a:moveTo>
                <a:lnTo>
                  <a:pt x="28575" y="276225"/>
                </a:lnTo>
                <a:lnTo>
                  <a:pt x="28575" y="285750"/>
                </a:lnTo>
                <a:lnTo>
                  <a:pt x="19050" y="285750"/>
                </a:lnTo>
                <a:close/>
                <a:moveTo>
                  <a:pt x="1133475" y="276225"/>
                </a:moveTo>
                <a:lnTo>
                  <a:pt x="1162050" y="276225"/>
                </a:lnTo>
                <a:lnTo>
                  <a:pt x="1162050" y="295275"/>
                </a:lnTo>
                <a:lnTo>
                  <a:pt x="1181100" y="295275"/>
                </a:lnTo>
                <a:lnTo>
                  <a:pt x="1181100" y="304800"/>
                </a:lnTo>
                <a:lnTo>
                  <a:pt x="1200150" y="304800"/>
                </a:lnTo>
                <a:lnTo>
                  <a:pt x="1200150" y="323850"/>
                </a:lnTo>
                <a:lnTo>
                  <a:pt x="1190625" y="323850"/>
                </a:lnTo>
                <a:lnTo>
                  <a:pt x="1190625" y="342900"/>
                </a:lnTo>
                <a:lnTo>
                  <a:pt x="1171575" y="342900"/>
                </a:lnTo>
                <a:lnTo>
                  <a:pt x="1171575" y="304800"/>
                </a:lnTo>
                <a:lnTo>
                  <a:pt x="1133475" y="304800"/>
                </a:lnTo>
                <a:lnTo>
                  <a:pt x="1133475" y="295275"/>
                </a:lnTo>
                <a:lnTo>
                  <a:pt x="1143000" y="295275"/>
                </a:lnTo>
                <a:lnTo>
                  <a:pt x="1143000" y="285750"/>
                </a:lnTo>
                <a:lnTo>
                  <a:pt x="1133475" y="285750"/>
                </a:lnTo>
                <a:close/>
                <a:moveTo>
                  <a:pt x="209550" y="304800"/>
                </a:moveTo>
                <a:lnTo>
                  <a:pt x="219075" y="304800"/>
                </a:lnTo>
                <a:lnTo>
                  <a:pt x="219075" y="314325"/>
                </a:lnTo>
                <a:lnTo>
                  <a:pt x="209550" y="314325"/>
                </a:lnTo>
                <a:close/>
                <a:moveTo>
                  <a:pt x="85725" y="314325"/>
                </a:moveTo>
                <a:lnTo>
                  <a:pt x="104775" y="314325"/>
                </a:lnTo>
                <a:lnTo>
                  <a:pt x="104775" y="352425"/>
                </a:lnTo>
                <a:lnTo>
                  <a:pt x="95250" y="352425"/>
                </a:lnTo>
                <a:lnTo>
                  <a:pt x="95250" y="333375"/>
                </a:lnTo>
                <a:lnTo>
                  <a:pt x="85725" y="333375"/>
                </a:lnTo>
                <a:close/>
                <a:moveTo>
                  <a:pt x="171450" y="314325"/>
                </a:moveTo>
                <a:lnTo>
                  <a:pt x="180975" y="314325"/>
                </a:lnTo>
                <a:lnTo>
                  <a:pt x="180975" y="323850"/>
                </a:lnTo>
                <a:lnTo>
                  <a:pt x="190500" y="323850"/>
                </a:lnTo>
                <a:lnTo>
                  <a:pt x="190500" y="342900"/>
                </a:lnTo>
                <a:lnTo>
                  <a:pt x="180975" y="342900"/>
                </a:lnTo>
                <a:lnTo>
                  <a:pt x="180975" y="333375"/>
                </a:lnTo>
                <a:lnTo>
                  <a:pt x="171450" y="333375"/>
                </a:lnTo>
                <a:close/>
                <a:moveTo>
                  <a:pt x="266700" y="314325"/>
                </a:moveTo>
                <a:lnTo>
                  <a:pt x="285750" y="314325"/>
                </a:lnTo>
                <a:lnTo>
                  <a:pt x="285750" y="323850"/>
                </a:lnTo>
                <a:lnTo>
                  <a:pt x="295275" y="323850"/>
                </a:lnTo>
                <a:lnTo>
                  <a:pt x="295275" y="352425"/>
                </a:lnTo>
                <a:lnTo>
                  <a:pt x="285750" y="352425"/>
                </a:lnTo>
                <a:lnTo>
                  <a:pt x="285750" y="342900"/>
                </a:lnTo>
                <a:lnTo>
                  <a:pt x="266700" y="342900"/>
                </a:lnTo>
                <a:lnTo>
                  <a:pt x="266700" y="333375"/>
                </a:lnTo>
                <a:lnTo>
                  <a:pt x="257175" y="333375"/>
                </a:lnTo>
                <a:lnTo>
                  <a:pt x="257175" y="323850"/>
                </a:lnTo>
                <a:lnTo>
                  <a:pt x="266700" y="323850"/>
                </a:lnTo>
                <a:close/>
                <a:moveTo>
                  <a:pt x="28575" y="323850"/>
                </a:moveTo>
                <a:lnTo>
                  <a:pt x="38100" y="323850"/>
                </a:lnTo>
                <a:lnTo>
                  <a:pt x="38100" y="342900"/>
                </a:lnTo>
                <a:lnTo>
                  <a:pt x="28575" y="342900"/>
                </a:lnTo>
                <a:close/>
                <a:moveTo>
                  <a:pt x="238125" y="333375"/>
                </a:moveTo>
                <a:lnTo>
                  <a:pt x="247650" y="333375"/>
                </a:lnTo>
                <a:lnTo>
                  <a:pt x="247650" y="342900"/>
                </a:lnTo>
                <a:lnTo>
                  <a:pt x="238125" y="342900"/>
                </a:lnTo>
                <a:close/>
                <a:moveTo>
                  <a:pt x="257175" y="342900"/>
                </a:moveTo>
                <a:lnTo>
                  <a:pt x="266700" y="342900"/>
                </a:lnTo>
                <a:lnTo>
                  <a:pt x="266700" y="352425"/>
                </a:lnTo>
                <a:lnTo>
                  <a:pt x="257175" y="352425"/>
                </a:lnTo>
                <a:close/>
                <a:moveTo>
                  <a:pt x="495300" y="342900"/>
                </a:moveTo>
                <a:lnTo>
                  <a:pt x="504825" y="342900"/>
                </a:lnTo>
                <a:lnTo>
                  <a:pt x="504825" y="352425"/>
                </a:lnTo>
                <a:lnTo>
                  <a:pt x="495300" y="352425"/>
                </a:lnTo>
                <a:close/>
                <a:moveTo>
                  <a:pt x="762000" y="342900"/>
                </a:moveTo>
                <a:lnTo>
                  <a:pt x="771525" y="342900"/>
                </a:lnTo>
                <a:lnTo>
                  <a:pt x="771525" y="352425"/>
                </a:lnTo>
                <a:lnTo>
                  <a:pt x="762000" y="352425"/>
                </a:lnTo>
                <a:close/>
                <a:moveTo>
                  <a:pt x="923925" y="400050"/>
                </a:moveTo>
                <a:lnTo>
                  <a:pt x="942975" y="400050"/>
                </a:lnTo>
                <a:lnTo>
                  <a:pt x="942975" y="428625"/>
                </a:lnTo>
                <a:lnTo>
                  <a:pt x="923925" y="428625"/>
                </a:lnTo>
                <a:close/>
                <a:moveTo>
                  <a:pt x="9525" y="409575"/>
                </a:moveTo>
                <a:lnTo>
                  <a:pt x="19050" y="409575"/>
                </a:lnTo>
                <a:lnTo>
                  <a:pt x="19050" y="428625"/>
                </a:lnTo>
                <a:lnTo>
                  <a:pt x="9525" y="428625"/>
                </a:lnTo>
                <a:close/>
                <a:moveTo>
                  <a:pt x="1028700" y="409575"/>
                </a:moveTo>
                <a:lnTo>
                  <a:pt x="1047750" y="409575"/>
                </a:lnTo>
                <a:lnTo>
                  <a:pt x="1047750" y="428625"/>
                </a:lnTo>
                <a:lnTo>
                  <a:pt x="1038225" y="428625"/>
                </a:lnTo>
                <a:lnTo>
                  <a:pt x="1038225" y="438150"/>
                </a:lnTo>
                <a:lnTo>
                  <a:pt x="1019175" y="438150"/>
                </a:lnTo>
                <a:lnTo>
                  <a:pt x="1019175" y="419100"/>
                </a:lnTo>
                <a:lnTo>
                  <a:pt x="1028700" y="419100"/>
                </a:lnTo>
                <a:close/>
                <a:moveTo>
                  <a:pt x="952500" y="428625"/>
                </a:moveTo>
                <a:lnTo>
                  <a:pt x="962025" y="428625"/>
                </a:lnTo>
                <a:lnTo>
                  <a:pt x="962025" y="438150"/>
                </a:lnTo>
                <a:lnTo>
                  <a:pt x="952500" y="438150"/>
                </a:lnTo>
                <a:close/>
                <a:moveTo>
                  <a:pt x="981075" y="438150"/>
                </a:moveTo>
                <a:lnTo>
                  <a:pt x="990600" y="438150"/>
                </a:lnTo>
                <a:lnTo>
                  <a:pt x="990600" y="447675"/>
                </a:lnTo>
                <a:lnTo>
                  <a:pt x="981075" y="447675"/>
                </a:lnTo>
                <a:close/>
                <a:moveTo>
                  <a:pt x="1171575" y="438150"/>
                </a:moveTo>
                <a:lnTo>
                  <a:pt x="1181100" y="438150"/>
                </a:lnTo>
                <a:lnTo>
                  <a:pt x="1181100" y="447675"/>
                </a:lnTo>
                <a:lnTo>
                  <a:pt x="1190625" y="447675"/>
                </a:lnTo>
                <a:lnTo>
                  <a:pt x="1190625" y="438150"/>
                </a:lnTo>
                <a:lnTo>
                  <a:pt x="1209675" y="438150"/>
                </a:lnTo>
                <a:lnTo>
                  <a:pt x="1209675" y="457200"/>
                </a:lnTo>
                <a:lnTo>
                  <a:pt x="1200150" y="457200"/>
                </a:lnTo>
                <a:lnTo>
                  <a:pt x="1200150" y="447675"/>
                </a:lnTo>
                <a:lnTo>
                  <a:pt x="1190625" y="447675"/>
                </a:lnTo>
                <a:lnTo>
                  <a:pt x="1190625" y="457200"/>
                </a:lnTo>
                <a:lnTo>
                  <a:pt x="1171575" y="457200"/>
                </a:lnTo>
                <a:close/>
                <a:moveTo>
                  <a:pt x="971550" y="447675"/>
                </a:moveTo>
                <a:lnTo>
                  <a:pt x="981075" y="447675"/>
                </a:lnTo>
                <a:lnTo>
                  <a:pt x="981075" y="457200"/>
                </a:lnTo>
                <a:lnTo>
                  <a:pt x="990600" y="457200"/>
                </a:lnTo>
                <a:lnTo>
                  <a:pt x="990600" y="466725"/>
                </a:lnTo>
                <a:lnTo>
                  <a:pt x="1000125" y="466725"/>
                </a:lnTo>
                <a:lnTo>
                  <a:pt x="1000125" y="476250"/>
                </a:lnTo>
                <a:lnTo>
                  <a:pt x="1009650" y="476250"/>
                </a:lnTo>
                <a:lnTo>
                  <a:pt x="1009650" y="495300"/>
                </a:lnTo>
                <a:lnTo>
                  <a:pt x="990600" y="495300"/>
                </a:lnTo>
                <a:lnTo>
                  <a:pt x="990600" y="504825"/>
                </a:lnTo>
                <a:lnTo>
                  <a:pt x="981075" y="504825"/>
                </a:lnTo>
                <a:lnTo>
                  <a:pt x="981075" y="485775"/>
                </a:lnTo>
                <a:lnTo>
                  <a:pt x="971550" y="485775"/>
                </a:lnTo>
                <a:lnTo>
                  <a:pt x="971550" y="466725"/>
                </a:lnTo>
                <a:lnTo>
                  <a:pt x="962025" y="466725"/>
                </a:lnTo>
                <a:lnTo>
                  <a:pt x="962025" y="457200"/>
                </a:lnTo>
                <a:lnTo>
                  <a:pt x="971550" y="457200"/>
                </a:lnTo>
                <a:close/>
                <a:moveTo>
                  <a:pt x="590550" y="466725"/>
                </a:moveTo>
                <a:lnTo>
                  <a:pt x="600075" y="466725"/>
                </a:lnTo>
                <a:lnTo>
                  <a:pt x="600075" y="485775"/>
                </a:lnTo>
                <a:lnTo>
                  <a:pt x="590550" y="485775"/>
                </a:lnTo>
                <a:close/>
                <a:moveTo>
                  <a:pt x="838200" y="466725"/>
                </a:moveTo>
                <a:lnTo>
                  <a:pt x="847725" y="466725"/>
                </a:lnTo>
                <a:lnTo>
                  <a:pt x="847725" y="476250"/>
                </a:lnTo>
                <a:lnTo>
                  <a:pt x="838200" y="476250"/>
                </a:lnTo>
                <a:close/>
                <a:moveTo>
                  <a:pt x="857250" y="466725"/>
                </a:moveTo>
                <a:lnTo>
                  <a:pt x="866775" y="466725"/>
                </a:lnTo>
                <a:lnTo>
                  <a:pt x="866775" y="476250"/>
                </a:lnTo>
                <a:lnTo>
                  <a:pt x="857250" y="476250"/>
                </a:lnTo>
                <a:close/>
                <a:moveTo>
                  <a:pt x="923925" y="466725"/>
                </a:moveTo>
                <a:lnTo>
                  <a:pt x="933450" y="466725"/>
                </a:lnTo>
                <a:lnTo>
                  <a:pt x="933450" y="476250"/>
                </a:lnTo>
                <a:lnTo>
                  <a:pt x="923925" y="476250"/>
                </a:lnTo>
                <a:close/>
                <a:moveTo>
                  <a:pt x="9525" y="476250"/>
                </a:moveTo>
                <a:lnTo>
                  <a:pt x="38100" y="476250"/>
                </a:lnTo>
                <a:lnTo>
                  <a:pt x="38100" y="485775"/>
                </a:lnTo>
                <a:lnTo>
                  <a:pt x="9525" y="485775"/>
                </a:lnTo>
                <a:close/>
                <a:moveTo>
                  <a:pt x="828675" y="476250"/>
                </a:moveTo>
                <a:lnTo>
                  <a:pt x="838200" y="476250"/>
                </a:lnTo>
                <a:lnTo>
                  <a:pt x="838200" y="485775"/>
                </a:lnTo>
                <a:lnTo>
                  <a:pt x="828675" y="485775"/>
                </a:lnTo>
                <a:close/>
                <a:moveTo>
                  <a:pt x="962025" y="485775"/>
                </a:moveTo>
                <a:lnTo>
                  <a:pt x="971550" y="485775"/>
                </a:lnTo>
                <a:lnTo>
                  <a:pt x="971550" y="495300"/>
                </a:lnTo>
                <a:lnTo>
                  <a:pt x="962025" y="495300"/>
                </a:lnTo>
                <a:close/>
                <a:moveTo>
                  <a:pt x="1019175" y="485775"/>
                </a:moveTo>
                <a:lnTo>
                  <a:pt x="1028700" y="485775"/>
                </a:lnTo>
                <a:lnTo>
                  <a:pt x="1028700" y="514350"/>
                </a:lnTo>
                <a:lnTo>
                  <a:pt x="1047750" y="514350"/>
                </a:lnTo>
                <a:lnTo>
                  <a:pt x="1047750" y="523875"/>
                </a:lnTo>
                <a:lnTo>
                  <a:pt x="1038225" y="523875"/>
                </a:lnTo>
                <a:lnTo>
                  <a:pt x="1038225" y="533400"/>
                </a:lnTo>
                <a:lnTo>
                  <a:pt x="1019175" y="533400"/>
                </a:lnTo>
                <a:lnTo>
                  <a:pt x="1019175" y="523875"/>
                </a:lnTo>
                <a:lnTo>
                  <a:pt x="1009650" y="523875"/>
                </a:lnTo>
                <a:lnTo>
                  <a:pt x="1009650" y="514350"/>
                </a:lnTo>
                <a:lnTo>
                  <a:pt x="1019175" y="514350"/>
                </a:lnTo>
                <a:lnTo>
                  <a:pt x="1019175" y="504825"/>
                </a:lnTo>
                <a:lnTo>
                  <a:pt x="1009650" y="504825"/>
                </a:lnTo>
                <a:lnTo>
                  <a:pt x="1009650" y="495300"/>
                </a:lnTo>
                <a:lnTo>
                  <a:pt x="1019175" y="495300"/>
                </a:lnTo>
                <a:close/>
                <a:moveTo>
                  <a:pt x="76200" y="495300"/>
                </a:moveTo>
                <a:lnTo>
                  <a:pt x="85725" y="495300"/>
                </a:lnTo>
                <a:lnTo>
                  <a:pt x="85725" y="504825"/>
                </a:lnTo>
                <a:lnTo>
                  <a:pt x="104775" y="504825"/>
                </a:lnTo>
                <a:lnTo>
                  <a:pt x="104775" y="495300"/>
                </a:lnTo>
                <a:lnTo>
                  <a:pt x="114300" y="495300"/>
                </a:lnTo>
                <a:lnTo>
                  <a:pt x="114300" y="504825"/>
                </a:lnTo>
                <a:lnTo>
                  <a:pt x="104775" y="504825"/>
                </a:lnTo>
                <a:lnTo>
                  <a:pt x="104775" y="542925"/>
                </a:lnTo>
                <a:lnTo>
                  <a:pt x="95250" y="542925"/>
                </a:lnTo>
                <a:lnTo>
                  <a:pt x="95250" y="514350"/>
                </a:lnTo>
                <a:lnTo>
                  <a:pt x="85725" y="514350"/>
                </a:lnTo>
                <a:lnTo>
                  <a:pt x="85725" y="533400"/>
                </a:lnTo>
                <a:lnTo>
                  <a:pt x="76200" y="533400"/>
                </a:lnTo>
                <a:lnTo>
                  <a:pt x="76200" y="514350"/>
                </a:lnTo>
                <a:lnTo>
                  <a:pt x="66675" y="514350"/>
                </a:lnTo>
                <a:lnTo>
                  <a:pt x="66675" y="504825"/>
                </a:lnTo>
                <a:lnTo>
                  <a:pt x="76200" y="504825"/>
                </a:lnTo>
                <a:close/>
                <a:moveTo>
                  <a:pt x="1200150" y="495300"/>
                </a:moveTo>
                <a:lnTo>
                  <a:pt x="1209675" y="495300"/>
                </a:lnTo>
                <a:lnTo>
                  <a:pt x="1209675" y="504825"/>
                </a:lnTo>
                <a:lnTo>
                  <a:pt x="1200150" y="504825"/>
                </a:lnTo>
                <a:close/>
                <a:moveTo>
                  <a:pt x="19050" y="504825"/>
                </a:moveTo>
                <a:lnTo>
                  <a:pt x="28575" y="504825"/>
                </a:lnTo>
                <a:lnTo>
                  <a:pt x="28575" y="514350"/>
                </a:lnTo>
                <a:lnTo>
                  <a:pt x="47625" y="514350"/>
                </a:lnTo>
                <a:lnTo>
                  <a:pt x="47625" y="533400"/>
                </a:lnTo>
                <a:lnTo>
                  <a:pt x="28575" y="533400"/>
                </a:lnTo>
                <a:lnTo>
                  <a:pt x="28575" y="523875"/>
                </a:lnTo>
                <a:lnTo>
                  <a:pt x="19050" y="523875"/>
                </a:lnTo>
                <a:close/>
                <a:moveTo>
                  <a:pt x="1190625" y="504825"/>
                </a:moveTo>
                <a:lnTo>
                  <a:pt x="1200150" y="504825"/>
                </a:lnTo>
                <a:lnTo>
                  <a:pt x="1200150" y="523875"/>
                </a:lnTo>
                <a:lnTo>
                  <a:pt x="1190625" y="523875"/>
                </a:lnTo>
                <a:close/>
                <a:moveTo>
                  <a:pt x="695325" y="514350"/>
                </a:moveTo>
                <a:lnTo>
                  <a:pt x="704850" y="514350"/>
                </a:lnTo>
                <a:lnTo>
                  <a:pt x="704850" y="523875"/>
                </a:lnTo>
                <a:lnTo>
                  <a:pt x="695325" y="523875"/>
                </a:lnTo>
                <a:close/>
                <a:moveTo>
                  <a:pt x="828675" y="514350"/>
                </a:moveTo>
                <a:lnTo>
                  <a:pt x="838200" y="514350"/>
                </a:lnTo>
                <a:lnTo>
                  <a:pt x="838200" y="523875"/>
                </a:lnTo>
                <a:lnTo>
                  <a:pt x="828675" y="523875"/>
                </a:lnTo>
                <a:close/>
                <a:moveTo>
                  <a:pt x="857250" y="514350"/>
                </a:moveTo>
                <a:lnTo>
                  <a:pt x="866775" y="514350"/>
                </a:lnTo>
                <a:lnTo>
                  <a:pt x="866775" y="533400"/>
                </a:lnTo>
                <a:lnTo>
                  <a:pt x="857250" y="533400"/>
                </a:lnTo>
                <a:close/>
                <a:moveTo>
                  <a:pt x="9525" y="523875"/>
                </a:moveTo>
                <a:lnTo>
                  <a:pt x="19050" y="523875"/>
                </a:lnTo>
                <a:lnTo>
                  <a:pt x="19050" y="533400"/>
                </a:lnTo>
                <a:lnTo>
                  <a:pt x="9525" y="533400"/>
                </a:lnTo>
                <a:close/>
                <a:moveTo>
                  <a:pt x="923925" y="523875"/>
                </a:moveTo>
                <a:lnTo>
                  <a:pt x="942975" y="523875"/>
                </a:lnTo>
                <a:lnTo>
                  <a:pt x="942975" y="533400"/>
                </a:lnTo>
                <a:lnTo>
                  <a:pt x="923925" y="533400"/>
                </a:lnTo>
                <a:close/>
                <a:moveTo>
                  <a:pt x="1000125" y="523875"/>
                </a:moveTo>
                <a:lnTo>
                  <a:pt x="1009650" y="523875"/>
                </a:lnTo>
                <a:lnTo>
                  <a:pt x="1009650" y="533400"/>
                </a:lnTo>
                <a:lnTo>
                  <a:pt x="1000125" y="533400"/>
                </a:lnTo>
                <a:close/>
                <a:moveTo>
                  <a:pt x="1181100" y="523875"/>
                </a:moveTo>
                <a:lnTo>
                  <a:pt x="1190625" y="523875"/>
                </a:lnTo>
                <a:lnTo>
                  <a:pt x="1190625" y="533400"/>
                </a:lnTo>
                <a:lnTo>
                  <a:pt x="1181100" y="533400"/>
                </a:lnTo>
                <a:close/>
                <a:moveTo>
                  <a:pt x="990600" y="533400"/>
                </a:moveTo>
                <a:lnTo>
                  <a:pt x="1000125" y="533400"/>
                </a:lnTo>
                <a:lnTo>
                  <a:pt x="1000125" y="542925"/>
                </a:lnTo>
                <a:lnTo>
                  <a:pt x="990600" y="542925"/>
                </a:lnTo>
                <a:close/>
                <a:moveTo>
                  <a:pt x="1190625" y="533400"/>
                </a:moveTo>
                <a:lnTo>
                  <a:pt x="1200150" y="533400"/>
                </a:lnTo>
                <a:lnTo>
                  <a:pt x="1200150" y="542925"/>
                </a:lnTo>
                <a:lnTo>
                  <a:pt x="1190625" y="542925"/>
                </a:lnTo>
                <a:close/>
                <a:moveTo>
                  <a:pt x="161925" y="542925"/>
                </a:moveTo>
                <a:lnTo>
                  <a:pt x="171450" y="542925"/>
                </a:lnTo>
                <a:lnTo>
                  <a:pt x="171450" y="552450"/>
                </a:lnTo>
                <a:lnTo>
                  <a:pt x="161925" y="552450"/>
                </a:lnTo>
                <a:close/>
                <a:moveTo>
                  <a:pt x="171450" y="552450"/>
                </a:moveTo>
                <a:lnTo>
                  <a:pt x="219075" y="552450"/>
                </a:lnTo>
                <a:lnTo>
                  <a:pt x="219075" y="561975"/>
                </a:lnTo>
                <a:lnTo>
                  <a:pt x="171450" y="561975"/>
                </a:lnTo>
                <a:close/>
                <a:moveTo>
                  <a:pt x="400050" y="552450"/>
                </a:moveTo>
                <a:lnTo>
                  <a:pt x="409575" y="552450"/>
                </a:lnTo>
                <a:lnTo>
                  <a:pt x="409575" y="571500"/>
                </a:lnTo>
                <a:lnTo>
                  <a:pt x="400050" y="571500"/>
                </a:lnTo>
                <a:close/>
                <a:moveTo>
                  <a:pt x="190500" y="571500"/>
                </a:moveTo>
                <a:lnTo>
                  <a:pt x="219075" y="571500"/>
                </a:lnTo>
                <a:lnTo>
                  <a:pt x="219075" y="581025"/>
                </a:lnTo>
                <a:lnTo>
                  <a:pt x="190500" y="581025"/>
                </a:lnTo>
                <a:close/>
                <a:moveTo>
                  <a:pt x="428625" y="571500"/>
                </a:moveTo>
                <a:lnTo>
                  <a:pt x="438150" y="571500"/>
                </a:lnTo>
                <a:lnTo>
                  <a:pt x="438150" y="581025"/>
                </a:lnTo>
                <a:lnTo>
                  <a:pt x="428625" y="581025"/>
                </a:lnTo>
                <a:close/>
                <a:moveTo>
                  <a:pt x="542925" y="571500"/>
                </a:moveTo>
                <a:lnTo>
                  <a:pt x="552450" y="571500"/>
                </a:lnTo>
                <a:lnTo>
                  <a:pt x="552450" y="581025"/>
                </a:lnTo>
                <a:lnTo>
                  <a:pt x="542925" y="581025"/>
                </a:lnTo>
                <a:close/>
                <a:moveTo>
                  <a:pt x="66675" y="581025"/>
                </a:moveTo>
                <a:lnTo>
                  <a:pt x="76200" y="581025"/>
                </a:lnTo>
                <a:lnTo>
                  <a:pt x="76200" y="590550"/>
                </a:lnTo>
                <a:lnTo>
                  <a:pt x="66675" y="590550"/>
                </a:lnTo>
                <a:close/>
                <a:moveTo>
                  <a:pt x="409575" y="581025"/>
                </a:moveTo>
                <a:lnTo>
                  <a:pt x="419100" y="581025"/>
                </a:lnTo>
                <a:lnTo>
                  <a:pt x="419100" y="590550"/>
                </a:lnTo>
                <a:lnTo>
                  <a:pt x="409575" y="590550"/>
                </a:lnTo>
                <a:close/>
                <a:moveTo>
                  <a:pt x="600075" y="581025"/>
                </a:moveTo>
                <a:lnTo>
                  <a:pt x="609600" y="581025"/>
                </a:lnTo>
                <a:lnTo>
                  <a:pt x="609600" y="590550"/>
                </a:lnTo>
                <a:lnTo>
                  <a:pt x="600075" y="590550"/>
                </a:lnTo>
                <a:close/>
                <a:moveTo>
                  <a:pt x="1171575" y="581025"/>
                </a:moveTo>
                <a:lnTo>
                  <a:pt x="1190625" y="581025"/>
                </a:lnTo>
                <a:lnTo>
                  <a:pt x="1190625" y="590550"/>
                </a:lnTo>
                <a:lnTo>
                  <a:pt x="1171575" y="590550"/>
                </a:lnTo>
                <a:close/>
                <a:moveTo>
                  <a:pt x="1066800" y="590550"/>
                </a:moveTo>
                <a:lnTo>
                  <a:pt x="1085850" y="590550"/>
                </a:lnTo>
                <a:lnTo>
                  <a:pt x="1085850" y="609600"/>
                </a:lnTo>
                <a:lnTo>
                  <a:pt x="1076325" y="609600"/>
                </a:lnTo>
                <a:lnTo>
                  <a:pt x="1076325" y="600075"/>
                </a:lnTo>
                <a:lnTo>
                  <a:pt x="1066800" y="600075"/>
                </a:lnTo>
                <a:close/>
                <a:moveTo>
                  <a:pt x="114300" y="600075"/>
                </a:moveTo>
                <a:lnTo>
                  <a:pt x="123825" y="600075"/>
                </a:lnTo>
                <a:lnTo>
                  <a:pt x="123825" y="609600"/>
                </a:lnTo>
                <a:lnTo>
                  <a:pt x="133350" y="609600"/>
                </a:lnTo>
                <a:lnTo>
                  <a:pt x="133350" y="619125"/>
                </a:lnTo>
                <a:lnTo>
                  <a:pt x="114300" y="619125"/>
                </a:lnTo>
                <a:close/>
                <a:moveTo>
                  <a:pt x="609600" y="600075"/>
                </a:moveTo>
                <a:lnTo>
                  <a:pt x="628650" y="600075"/>
                </a:lnTo>
                <a:lnTo>
                  <a:pt x="628650" y="609600"/>
                </a:lnTo>
                <a:lnTo>
                  <a:pt x="609600" y="609600"/>
                </a:lnTo>
                <a:close/>
                <a:moveTo>
                  <a:pt x="1057275" y="600075"/>
                </a:moveTo>
                <a:lnTo>
                  <a:pt x="1066800" y="600075"/>
                </a:lnTo>
                <a:lnTo>
                  <a:pt x="1066800" y="609600"/>
                </a:lnTo>
                <a:lnTo>
                  <a:pt x="1057275" y="609600"/>
                </a:lnTo>
                <a:close/>
                <a:moveTo>
                  <a:pt x="1123950" y="600075"/>
                </a:moveTo>
                <a:lnTo>
                  <a:pt x="1152525" y="600075"/>
                </a:lnTo>
                <a:lnTo>
                  <a:pt x="1152525" y="609600"/>
                </a:lnTo>
                <a:lnTo>
                  <a:pt x="1143000" y="609600"/>
                </a:lnTo>
                <a:lnTo>
                  <a:pt x="1143000" y="619125"/>
                </a:lnTo>
                <a:lnTo>
                  <a:pt x="1123950" y="619125"/>
                </a:lnTo>
                <a:close/>
                <a:moveTo>
                  <a:pt x="1162050" y="600075"/>
                </a:moveTo>
                <a:lnTo>
                  <a:pt x="1171575" y="600075"/>
                </a:lnTo>
                <a:lnTo>
                  <a:pt x="1171575" y="609600"/>
                </a:lnTo>
                <a:lnTo>
                  <a:pt x="1162050" y="609600"/>
                </a:lnTo>
                <a:close/>
                <a:moveTo>
                  <a:pt x="142875" y="609600"/>
                </a:moveTo>
                <a:lnTo>
                  <a:pt x="152400" y="609600"/>
                </a:lnTo>
                <a:lnTo>
                  <a:pt x="152400" y="619125"/>
                </a:lnTo>
                <a:lnTo>
                  <a:pt x="142875" y="619125"/>
                </a:lnTo>
                <a:close/>
                <a:moveTo>
                  <a:pt x="590550" y="609600"/>
                </a:moveTo>
                <a:lnTo>
                  <a:pt x="609600" y="609600"/>
                </a:lnTo>
                <a:lnTo>
                  <a:pt x="609600" y="628650"/>
                </a:lnTo>
                <a:lnTo>
                  <a:pt x="628650" y="628650"/>
                </a:lnTo>
                <a:lnTo>
                  <a:pt x="628650" y="638175"/>
                </a:lnTo>
                <a:lnTo>
                  <a:pt x="600075" y="638175"/>
                </a:lnTo>
                <a:lnTo>
                  <a:pt x="600075" y="619125"/>
                </a:lnTo>
                <a:lnTo>
                  <a:pt x="590550" y="619125"/>
                </a:lnTo>
                <a:close/>
                <a:moveTo>
                  <a:pt x="1066800" y="609600"/>
                </a:moveTo>
                <a:lnTo>
                  <a:pt x="1076325" y="609600"/>
                </a:lnTo>
                <a:lnTo>
                  <a:pt x="1076325" y="628650"/>
                </a:lnTo>
                <a:lnTo>
                  <a:pt x="1066800" y="628650"/>
                </a:lnTo>
                <a:close/>
                <a:moveTo>
                  <a:pt x="1200150" y="609600"/>
                </a:moveTo>
                <a:lnTo>
                  <a:pt x="1209675" y="609600"/>
                </a:lnTo>
                <a:lnTo>
                  <a:pt x="1209675" y="628650"/>
                </a:lnTo>
                <a:lnTo>
                  <a:pt x="1200150" y="628650"/>
                </a:lnTo>
                <a:close/>
                <a:moveTo>
                  <a:pt x="342900" y="619125"/>
                </a:moveTo>
                <a:lnTo>
                  <a:pt x="371475" y="619125"/>
                </a:lnTo>
                <a:lnTo>
                  <a:pt x="371475" y="628650"/>
                </a:lnTo>
                <a:lnTo>
                  <a:pt x="342900" y="628650"/>
                </a:lnTo>
                <a:close/>
                <a:moveTo>
                  <a:pt x="1171575" y="619125"/>
                </a:moveTo>
                <a:lnTo>
                  <a:pt x="1181100" y="619125"/>
                </a:lnTo>
                <a:lnTo>
                  <a:pt x="1181100" y="628650"/>
                </a:lnTo>
                <a:lnTo>
                  <a:pt x="1171575" y="628650"/>
                </a:lnTo>
                <a:close/>
                <a:moveTo>
                  <a:pt x="9525" y="628650"/>
                </a:moveTo>
                <a:lnTo>
                  <a:pt x="28575" y="628650"/>
                </a:lnTo>
                <a:lnTo>
                  <a:pt x="28575" y="638175"/>
                </a:lnTo>
                <a:lnTo>
                  <a:pt x="38100" y="638175"/>
                </a:lnTo>
                <a:lnTo>
                  <a:pt x="38100" y="676275"/>
                </a:lnTo>
                <a:lnTo>
                  <a:pt x="57150" y="676275"/>
                </a:lnTo>
                <a:lnTo>
                  <a:pt x="57150" y="685800"/>
                </a:lnTo>
                <a:lnTo>
                  <a:pt x="47625" y="685800"/>
                </a:lnTo>
                <a:lnTo>
                  <a:pt x="47625" y="695325"/>
                </a:lnTo>
                <a:lnTo>
                  <a:pt x="38100" y="695325"/>
                </a:lnTo>
                <a:lnTo>
                  <a:pt x="38100" y="685800"/>
                </a:lnTo>
                <a:lnTo>
                  <a:pt x="28575" y="685800"/>
                </a:lnTo>
                <a:lnTo>
                  <a:pt x="28575" y="647700"/>
                </a:lnTo>
                <a:lnTo>
                  <a:pt x="0" y="647700"/>
                </a:lnTo>
                <a:lnTo>
                  <a:pt x="0" y="638175"/>
                </a:lnTo>
                <a:lnTo>
                  <a:pt x="9525" y="638175"/>
                </a:lnTo>
                <a:close/>
                <a:moveTo>
                  <a:pt x="371475" y="628650"/>
                </a:moveTo>
                <a:lnTo>
                  <a:pt x="381000" y="628650"/>
                </a:lnTo>
                <a:lnTo>
                  <a:pt x="381000" y="638175"/>
                </a:lnTo>
                <a:lnTo>
                  <a:pt x="371475" y="638175"/>
                </a:lnTo>
                <a:close/>
                <a:moveTo>
                  <a:pt x="85725" y="638175"/>
                </a:moveTo>
                <a:lnTo>
                  <a:pt x="95250" y="638175"/>
                </a:lnTo>
                <a:lnTo>
                  <a:pt x="95250" y="657225"/>
                </a:lnTo>
                <a:lnTo>
                  <a:pt x="85725" y="657225"/>
                </a:lnTo>
                <a:close/>
                <a:moveTo>
                  <a:pt x="180975" y="638175"/>
                </a:moveTo>
                <a:lnTo>
                  <a:pt x="200025" y="638175"/>
                </a:lnTo>
                <a:lnTo>
                  <a:pt x="200025" y="647700"/>
                </a:lnTo>
                <a:lnTo>
                  <a:pt x="180975" y="647700"/>
                </a:lnTo>
                <a:close/>
                <a:moveTo>
                  <a:pt x="219075" y="638175"/>
                </a:moveTo>
                <a:lnTo>
                  <a:pt x="247650" y="638175"/>
                </a:lnTo>
                <a:lnTo>
                  <a:pt x="247650" y="647700"/>
                </a:lnTo>
                <a:lnTo>
                  <a:pt x="219075" y="647700"/>
                </a:lnTo>
                <a:close/>
                <a:moveTo>
                  <a:pt x="266700" y="638175"/>
                </a:moveTo>
                <a:lnTo>
                  <a:pt x="276225" y="638175"/>
                </a:lnTo>
                <a:lnTo>
                  <a:pt x="276225" y="657225"/>
                </a:lnTo>
                <a:lnTo>
                  <a:pt x="295275" y="657225"/>
                </a:lnTo>
                <a:lnTo>
                  <a:pt x="295275" y="666750"/>
                </a:lnTo>
                <a:lnTo>
                  <a:pt x="285750" y="666750"/>
                </a:lnTo>
                <a:lnTo>
                  <a:pt x="285750" y="676275"/>
                </a:lnTo>
                <a:lnTo>
                  <a:pt x="276225" y="676275"/>
                </a:lnTo>
                <a:lnTo>
                  <a:pt x="276225" y="666750"/>
                </a:lnTo>
                <a:lnTo>
                  <a:pt x="247650" y="666750"/>
                </a:lnTo>
                <a:lnTo>
                  <a:pt x="247650" y="647700"/>
                </a:lnTo>
                <a:lnTo>
                  <a:pt x="266700" y="647700"/>
                </a:lnTo>
                <a:close/>
                <a:moveTo>
                  <a:pt x="342900" y="638175"/>
                </a:moveTo>
                <a:lnTo>
                  <a:pt x="371475" y="638175"/>
                </a:lnTo>
                <a:lnTo>
                  <a:pt x="371475" y="647700"/>
                </a:lnTo>
                <a:lnTo>
                  <a:pt x="342900" y="647700"/>
                </a:lnTo>
                <a:close/>
                <a:moveTo>
                  <a:pt x="790575" y="638175"/>
                </a:moveTo>
                <a:lnTo>
                  <a:pt x="809625" y="638175"/>
                </a:lnTo>
                <a:lnTo>
                  <a:pt x="809625" y="657225"/>
                </a:lnTo>
                <a:lnTo>
                  <a:pt x="819150" y="657225"/>
                </a:lnTo>
                <a:lnTo>
                  <a:pt x="819150" y="666750"/>
                </a:lnTo>
                <a:lnTo>
                  <a:pt x="809625" y="666750"/>
                </a:lnTo>
                <a:lnTo>
                  <a:pt x="809625" y="676275"/>
                </a:lnTo>
                <a:lnTo>
                  <a:pt x="800100" y="676275"/>
                </a:lnTo>
                <a:lnTo>
                  <a:pt x="800100" y="657225"/>
                </a:lnTo>
                <a:lnTo>
                  <a:pt x="790575" y="657225"/>
                </a:lnTo>
                <a:close/>
                <a:moveTo>
                  <a:pt x="1162050" y="638175"/>
                </a:moveTo>
                <a:lnTo>
                  <a:pt x="1181100" y="638175"/>
                </a:lnTo>
                <a:lnTo>
                  <a:pt x="1181100" y="657225"/>
                </a:lnTo>
                <a:lnTo>
                  <a:pt x="1171575" y="657225"/>
                </a:lnTo>
                <a:lnTo>
                  <a:pt x="1171575" y="647700"/>
                </a:lnTo>
                <a:lnTo>
                  <a:pt x="1162050" y="647700"/>
                </a:lnTo>
                <a:close/>
                <a:moveTo>
                  <a:pt x="333375" y="647700"/>
                </a:moveTo>
                <a:lnTo>
                  <a:pt x="342900" y="647700"/>
                </a:lnTo>
                <a:lnTo>
                  <a:pt x="342900" y="657225"/>
                </a:lnTo>
                <a:lnTo>
                  <a:pt x="333375" y="657225"/>
                </a:lnTo>
                <a:close/>
                <a:moveTo>
                  <a:pt x="447675" y="647700"/>
                </a:moveTo>
                <a:lnTo>
                  <a:pt x="466725" y="647700"/>
                </a:lnTo>
                <a:lnTo>
                  <a:pt x="466725" y="657225"/>
                </a:lnTo>
                <a:lnTo>
                  <a:pt x="447675" y="657225"/>
                </a:lnTo>
                <a:close/>
                <a:moveTo>
                  <a:pt x="76200" y="657225"/>
                </a:moveTo>
                <a:lnTo>
                  <a:pt x="85725" y="657225"/>
                </a:lnTo>
                <a:lnTo>
                  <a:pt x="85725" y="666750"/>
                </a:lnTo>
                <a:lnTo>
                  <a:pt x="76200" y="666750"/>
                </a:lnTo>
                <a:close/>
                <a:moveTo>
                  <a:pt x="342900" y="657225"/>
                </a:moveTo>
                <a:lnTo>
                  <a:pt x="361950" y="657225"/>
                </a:lnTo>
                <a:lnTo>
                  <a:pt x="361950" y="666750"/>
                </a:lnTo>
                <a:lnTo>
                  <a:pt x="381000" y="666750"/>
                </a:lnTo>
                <a:lnTo>
                  <a:pt x="381000" y="657225"/>
                </a:lnTo>
                <a:lnTo>
                  <a:pt x="419100" y="657225"/>
                </a:lnTo>
                <a:lnTo>
                  <a:pt x="419100" y="666750"/>
                </a:lnTo>
                <a:lnTo>
                  <a:pt x="381000" y="666750"/>
                </a:lnTo>
                <a:lnTo>
                  <a:pt x="381000" y="676275"/>
                </a:lnTo>
                <a:lnTo>
                  <a:pt x="361950" y="676275"/>
                </a:lnTo>
                <a:lnTo>
                  <a:pt x="361950" y="685800"/>
                </a:lnTo>
                <a:lnTo>
                  <a:pt x="352425" y="685800"/>
                </a:lnTo>
                <a:lnTo>
                  <a:pt x="352425" y="666750"/>
                </a:lnTo>
                <a:lnTo>
                  <a:pt x="342900" y="666750"/>
                </a:lnTo>
                <a:close/>
                <a:moveTo>
                  <a:pt x="95250" y="666750"/>
                </a:moveTo>
                <a:lnTo>
                  <a:pt x="104775" y="666750"/>
                </a:lnTo>
                <a:lnTo>
                  <a:pt x="104775" y="676275"/>
                </a:lnTo>
                <a:lnTo>
                  <a:pt x="123825" y="676275"/>
                </a:lnTo>
                <a:lnTo>
                  <a:pt x="123825" y="685800"/>
                </a:lnTo>
                <a:lnTo>
                  <a:pt x="142875" y="685800"/>
                </a:lnTo>
                <a:lnTo>
                  <a:pt x="142875" y="704850"/>
                </a:lnTo>
                <a:lnTo>
                  <a:pt x="104775" y="704850"/>
                </a:lnTo>
                <a:lnTo>
                  <a:pt x="104775" y="695325"/>
                </a:lnTo>
                <a:lnTo>
                  <a:pt x="95250" y="695325"/>
                </a:lnTo>
                <a:close/>
                <a:moveTo>
                  <a:pt x="1076325" y="666750"/>
                </a:moveTo>
                <a:lnTo>
                  <a:pt x="1095375" y="666750"/>
                </a:lnTo>
                <a:lnTo>
                  <a:pt x="1095375" y="676275"/>
                </a:lnTo>
                <a:lnTo>
                  <a:pt x="1076325" y="676275"/>
                </a:lnTo>
                <a:close/>
                <a:moveTo>
                  <a:pt x="1190625" y="666750"/>
                </a:moveTo>
                <a:lnTo>
                  <a:pt x="1209675" y="666750"/>
                </a:lnTo>
                <a:lnTo>
                  <a:pt x="1209675" y="676275"/>
                </a:lnTo>
                <a:lnTo>
                  <a:pt x="1190625" y="676275"/>
                </a:lnTo>
                <a:close/>
                <a:moveTo>
                  <a:pt x="819150" y="676275"/>
                </a:moveTo>
                <a:lnTo>
                  <a:pt x="828675" y="676275"/>
                </a:lnTo>
                <a:lnTo>
                  <a:pt x="828675" y="685800"/>
                </a:lnTo>
                <a:lnTo>
                  <a:pt x="819150" y="685800"/>
                </a:lnTo>
                <a:close/>
                <a:moveTo>
                  <a:pt x="180975" y="685800"/>
                </a:moveTo>
                <a:lnTo>
                  <a:pt x="200025" y="685800"/>
                </a:lnTo>
                <a:lnTo>
                  <a:pt x="200025" y="695325"/>
                </a:lnTo>
                <a:lnTo>
                  <a:pt x="190500" y="695325"/>
                </a:lnTo>
                <a:lnTo>
                  <a:pt x="190500" y="704850"/>
                </a:lnTo>
                <a:lnTo>
                  <a:pt x="180975" y="704850"/>
                </a:lnTo>
                <a:close/>
                <a:moveTo>
                  <a:pt x="238125" y="685800"/>
                </a:moveTo>
                <a:lnTo>
                  <a:pt x="257175" y="685800"/>
                </a:lnTo>
                <a:lnTo>
                  <a:pt x="257175" y="704850"/>
                </a:lnTo>
                <a:lnTo>
                  <a:pt x="247650" y="704850"/>
                </a:lnTo>
                <a:lnTo>
                  <a:pt x="247650" y="695325"/>
                </a:lnTo>
                <a:lnTo>
                  <a:pt x="238125" y="695325"/>
                </a:lnTo>
                <a:close/>
                <a:moveTo>
                  <a:pt x="295275" y="685800"/>
                </a:moveTo>
                <a:lnTo>
                  <a:pt x="333375" y="685800"/>
                </a:lnTo>
                <a:lnTo>
                  <a:pt x="333375" y="695325"/>
                </a:lnTo>
                <a:lnTo>
                  <a:pt x="352425" y="695325"/>
                </a:lnTo>
                <a:lnTo>
                  <a:pt x="352425" y="714375"/>
                </a:lnTo>
                <a:lnTo>
                  <a:pt x="361950" y="714375"/>
                </a:lnTo>
                <a:lnTo>
                  <a:pt x="361950" y="733425"/>
                </a:lnTo>
                <a:lnTo>
                  <a:pt x="342900" y="733425"/>
                </a:lnTo>
                <a:lnTo>
                  <a:pt x="342900" y="762000"/>
                </a:lnTo>
                <a:lnTo>
                  <a:pt x="361950" y="762000"/>
                </a:lnTo>
                <a:lnTo>
                  <a:pt x="361950" y="790575"/>
                </a:lnTo>
                <a:lnTo>
                  <a:pt x="352425" y="790575"/>
                </a:lnTo>
                <a:lnTo>
                  <a:pt x="352425" y="771525"/>
                </a:lnTo>
                <a:lnTo>
                  <a:pt x="314325" y="771525"/>
                </a:lnTo>
                <a:lnTo>
                  <a:pt x="314325" y="762000"/>
                </a:lnTo>
                <a:lnTo>
                  <a:pt x="304800" y="762000"/>
                </a:lnTo>
                <a:lnTo>
                  <a:pt x="304800" y="742950"/>
                </a:lnTo>
                <a:lnTo>
                  <a:pt x="295275" y="742950"/>
                </a:lnTo>
                <a:lnTo>
                  <a:pt x="295275" y="733425"/>
                </a:lnTo>
                <a:lnTo>
                  <a:pt x="285750" y="733425"/>
                </a:lnTo>
                <a:lnTo>
                  <a:pt x="285750" y="714375"/>
                </a:lnTo>
                <a:lnTo>
                  <a:pt x="276225" y="714375"/>
                </a:lnTo>
                <a:lnTo>
                  <a:pt x="276225" y="704850"/>
                </a:lnTo>
                <a:lnTo>
                  <a:pt x="285750" y="704850"/>
                </a:lnTo>
                <a:lnTo>
                  <a:pt x="285750" y="695325"/>
                </a:lnTo>
                <a:lnTo>
                  <a:pt x="295275" y="695325"/>
                </a:lnTo>
                <a:close/>
                <a:moveTo>
                  <a:pt x="361950" y="685800"/>
                </a:moveTo>
                <a:lnTo>
                  <a:pt x="390525" y="685800"/>
                </a:lnTo>
                <a:lnTo>
                  <a:pt x="390525" y="695325"/>
                </a:lnTo>
                <a:lnTo>
                  <a:pt x="361950" y="695325"/>
                </a:lnTo>
                <a:close/>
                <a:moveTo>
                  <a:pt x="1028700" y="685800"/>
                </a:moveTo>
                <a:lnTo>
                  <a:pt x="1038225" y="685800"/>
                </a:lnTo>
                <a:lnTo>
                  <a:pt x="1038225" y="695325"/>
                </a:lnTo>
                <a:lnTo>
                  <a:pt x="1028700" y="695325"/>
                </a:lnTo>
                <a:close/>
                <a:moveTo>
                  <a:pt x="1143000" y="685800"/>
                </a:moveTo>
                <a:lnTo>
                  <a:pt x="1152525" y="685800"/>
                </a:lnTo>
                <a:lnTo>
                  <a:pt x="1152525" y="695325"/>
                </a:lnTo>
                <a:lnTo>
                  <a:pt x="1143000" y="695325"/>
                </a:lnTo>
                <a:close/>
                <a:moveTo>
                  <a:pt x="1152525" y="695325"/>
                </a:moveTo>
                <a:lnTo>
                  <a:pt x="1171575" y="695325"/>
                </a:lnTo>
                <a:lnTo>
                  <a:pt x="1171575" y="714375"/>
                </a:lnTo>
                <a:lnTo>
                  <a:pt x="1152525" y="714375"/>
                </a:lnTo>
                <a:close/>
                <a:moveTo>
                  <a:pt x="85725" y="704850"/>
                </a:moveTo>
                <a:lnTo>
                  <a:pt x="95250" y="704850"/>
                </a:lnTo>
                <a:lnTo>
                  <a:pt x="95250" y="714375"/>
                </a:lnTo>
                <a:lnTo>
                  <a:pt x="85725" y="714375"/>
                </a:lnTo>
                <a:close/>
                <a:moveTo>
                  <a:pt x="1123950" y="704850"/>
                </a:moveTo>
                <a:lnTo>
                  <a:pt x="1133475" y="704850"/>
                </a:lnTo>
                <a:lnTo>
                  <a:pt x="1133475" y="714375"/>
                </a:lnTo>
                <a:lnTo>
                  <a:pt x="1123950" y="714375"/>
                </a:lnTo>
                <a:close/>
                <a:moveTo>
                  <a:pt x="295275" y="714375"/>
                </a:moveTo>
                <a:lnTo>
                  <a:pt x="304800" y="714375"/>
                </a:lnTo>
                <a:lnTo>
                  <a:pt x="304800" y="723900"/>
                </a:lnTo>
                <a:lnTo>
                  <a:pt x="314325" y="723900"/>
                </a:lnTo>
                <a:lnTo>
                  <a:pt x="314325" y="714375"/>
                </a:lnTo>
                <a:lnTo>
                  <a:pt x="323850" y="714375"/>
                </a:lnTo>
                <a:lnTo>
                  <a:pt x="323850" y="723900"/>
                </a:lnTo>
                <a:lnTo>
                  <a:pt x="314325" y="723900"/>
                </a:lnTo>
                <a:lnTo>
                  <a:pt x="314325" y="733425"/>
                </a:lnTo>
                <a:lnTo>
                  <a:pt x="323850" y="733425"/>
                </a:lnTo>
                <a:lnTo>
                  <a:pt x="323850" y="723900"/>
                </a:lnTo>
                <a:lnTo>
                  <a:pt x="342900" y="723900"/>
                </a:lnTo>
                <a:lnTo>
                  <a:pt x="342900" y="714375"/>
                </a:lnTo>
                <a:lnTo>
                  <a:pt x="333375" y="714375"/>
                </a:lnTo>
                <a:lnTo>
                  <a:pt x="333375" y="704850"/>
                </a:lnTo>
                <a:lnTo>
                  <a:pt x="295275" y="704850"/>
                </a:lnTo>
                <a:close/>
                <a:moveTo>
                  <a:pt x="400050" y="714375"/>
                </a:moveTo>
                <a:lnTo>
                  <a:pt x="409575" y="714375"/>
                </a:lnTo>
                <a:lnTo>
                  <a:pt x="409575" y="723900"/>
                </a:lnTo>
                <a:lnTo>
                  <a:pt x="419100" y="723900"/>
                </a:lnTo>
                <a:lnTo>
                  <a:pt x="419100" y="733425"/>
                </a:lnTo>
                <a:lnTo>
                  <a:pt x="409575" y="733425"/>
                </a:lnTo>
                <a:lnTo>
                  <a:pt x="409575" y="771525"/>
                </a:lnTo>
                <a:lnTo>
                  <a:pt x="381000" y="771525"/>
                </a:lnTo>
                <a:lnTo>
                  <a:pt x="381000" y="752475"/>
                </a:lnTo>
                <a:lnTo>
                  <a:pt x="390525" y="752475"/>
                </a:lnTo>
                <a:lnTo>
                  <a:pt x="390525" y="733425"/>
                </a:lnTo>
                <a:lnTo>
                  <a:pt x="400050" y="733425"/>
                </a:lnTo>
                <a:close/>
                <a:moveTo>
                  <a:pt x="1038225" y="714375"/>
                </a:moveTo>
                <a:lnTo>
                  <a:pt x="1057275" y="714375"/>
                </a:lnTo>
                <a:lnTo>
                  <a:pt x="1057275" y="723900"/>
                </a:lnTo>
                <a:lnTo>
                  <a:pt x="1038225" y="723900"/>
                </a:lnTo>
                <a:close/>
                <a:moveTo>
                  <a:pt x="685800" y="723900"/>
                </a:moveTo>
                <a:lnTo>
                  <a:pt x="704850" y="723900"/>
                </a:lnTo>
                <a:lnTo>
                  <a:pt x="704850" y="742950"/>
                </a:lnTo>
                <a:lnTo>
                  <a:pt x="685800" y="742950"/>
                </a:lnTo>
                <a:close/>
                <a:moveTo>
                  <a:pt x="800100" y="723900"/>
                </a:moveTo>
                <a:lnTo>
                  <a:pt x="809625" y="723900"/>
                </a:lnTo>
                <a:lnTo>
                  <a:pt x="809625" y="733425"/>
                </a:lnTo>
                <a:lnTo>
                  <a:pt x="800100" y="733425"/>
                </a:lnTo>
                <a:close/>
                <a:moveTo>
                  <a:pt x="371475" y="733425"/>
                </a:moveTo>
                <a:lnTo>
                  <a:pt x="381000" y="733425"/>
                </a:lnTo>
                <a:lnTo>
                  <a:pt x="381000" y="742950"/>
                </a:lnTo>
                <a:lnTo>
                  <a:pt x="371475" y="742950"/>
                </a:lnTo>
                <a:close/>
                <a:moveTo>
                  <a:pt x="590550" y="733425"/>
                </a:moveTo>
                <a:lnTo>
                  <a:pt x="600075" y="733425"/>
                </a:lnTo>
                <a:lnTo>
                  <a:pt x="600075" y="752475"/>
                </a:lnTo>
                <a:lnTo>
                  <a:pt x="590550" y="752475"/>
                </a:lnTo>
                <a:lnTo>
                  <a:pt x="590550" y="762000"/>
                </a:lnTo>
                <a:lnTo>
                  <a:pt x="581025" y="762000"/>
                </a:lnTo>
                <a:lnTo>
                  <a:pt x="581025" y="752475"/>
                </a:lnTo>
                <a:lnTo>
                  <a:pt x="571500" y="752475"/>
                </a:lnTo>
                <a:lnTo>
                  <a:pt x="571500" y="742950"/>
                </a:lnTo>
                <a:lnTo>
                  <a:pt x="590550" y="742950"/>
                </a:lnTo>
                <a:close/>
                <a:moveTo>
                  <a:pt x="1028700" y="733425"/>
                </a:moveTo>
                <a:lnTo>
                  <a:pt x="1047750" y="733425"/>
                </a:lnTo>
                <a:lnTo>
                  <a:pt x="1047750" y="742950"/>
                </a:lnTo>
                <a:lnTo>
                  <a:pt x="1038225" y="742950"/>
                </a:lnTo>
                <a:lnTo>
                  <a:pt x="1038225" y="762000"/>
                </a:lnTo>
                <a:lnTo>
                  <a:pt x="1028700" y="762000"/>
                </a:lnTo>
                <a:close/>
                <a:moveTo>
                  <a:pt x="466725" y="742950"/>
                </a:moveTo>
                <a:lnTo>
                  <a:pt x="476250" y="742950"/>
                </a:lnTo>
                <a:lnTo>
                  <a:pt x="476250" y="752475"/>
                </a:lnTo>
                <a:lnTo>
                  <a:pt x="466725" y="752475"/>
                </a:lnTo>
                <a:close/>
                <a:moveTo>
                  <a:pt x="628650" y="742950"/>
                </a:moveTo>
                <a:lnTo>
                  <a:pt x="657225" y="742950"/>
                </a:lnTo>
                <a:lnTo>
                  <a:pt x="657225" y="762000"/>
                </a:lnTo>
                <a:lnTo>
                  <a:pt x="647700" y="762000"/>
                </a:lnTo>
                <a:lnTo>
                  <a:pt x="647700" y="752475"/>
                </a:lnTo>
                <a:lnTo>
                  <a:pt x="628650" y="752475"/>
                </a:lnTo>
                <a:close/>
                <a:moveTo>
                  <a:pt x="190500" y="752475"/>
                </a:moveTo>
                <a:lnTo>
                  <a:pt x="200025" y="752475"/>
                </a:lnTo>
                <a:lnTo>
                  <a:pt x="200025" y="762000"/>
                </a:lnTo>
                <a:lnTo>
                  <a:pt x="190500" y="762000"/>
                </a:lnTo>
                <a:close/>
                <a:moveTo>
                  <a:pt x="247650" y="752475"/>
                </a:moveTo>
                <a:lnTo>
                  <a:pt x="257175" y="752475"/>
                </a:lnTo>
                <a:lnTo>
                  <a:pt x="257175" y="762000"/>
                </a:lnTo>
                <a:lnTo>
                  <a:pt x="247650" y="762000"/>
                </a:lnTo>
                <a:close/>
                <a:moveTo>
                  <a:pt x="314325" y="752475"/>
                </a:moveTo>
                <a:lnTo>
                  <a:pt x="323850" y="752475"/>
                </a:lnTo>
                <a:lnTo>
                  <a:pt x="323850" y="762000"/>
                </a:lnTo>
                <a:lnTo>
                  <a:pt x="333375" y="762000"/>
                </a:lnTo>
                <a:lnTo>
                  <a:pt x="333375" y="733425"/>
                </a:lnTo>
                <a:lnTo>
                  <a:pt x="323850" y="733425"/>
                </a:lnTo>
                <a:lnTo>
                  <a:pt x="323850" y="742950"/>
                </a:lnTo>
                <a:lnTo>
                  <a:pt x="314325" y="742950"/>
                </a:lnTo>
                <a:close/>
                <a:moveTo>
                  <a:pt x="514350" y="752475"/>
                </a:moveTo>
                <a:lnTo>
                  <a:pt x="523875" y="752475"/>
                </a:lnTo>
                <a:lnTo>
                  <a:pt x="523875" y="771525"/>
                </a:lnTo>
                <a:lnTo>
                  <a:pt x="514350" y="771525"/>
                </a:lnTo>
                <a:lnTo>
                  <a:pt x="514350" y="781050"/>
                </a:lnTo>
                <a:lnTo>
                  <a:pt x="523875" y="781050"/>
                </a:lnTo>
                <a:lnTo>
                  <a:pt x="523875" y="790575"/>
                </a:lnTo>
                <a:lnTo>
                  <a:pt x="533400" y="790575"/>
                </a:lnTo>
                <a:lnTo>
                  <a:pt x="533400" y="771525"/>
                </a:lnTo>
                <a:lnTo>
                  <a:pt x="542925" y="771525"/>
                </a:lnTo>
                <a:lnTo>
                  <a:pt x="542925" y="781050"/>
                </a:lnTo>
                <a:lnTo>
                  <a:pt x="552450" y="781050"/>
                </a:lnTo>
                <a:lnTo>
                  <a:pt x="552450" y="790575"/>
                </a:lnTo>
                <a:lnTo>
                  <a:pt x="533400" y="790575"/>
                </a:lnTo>
                <a:lnTo>
                  <a:pt x="533400" y="800100"/>
                </a:lnTo>
                <a:lnTo>
                  <a:pt x="523875" y="800100"/>
                </a:lnTo>
                <a:lnTo>
                  <a:pt x="523875" y="809625"/>
                </a:lnTo>
                <a:lnTo>
                  <a:pt x="504825" y="809625"/>
                </a:lnTo>
                <a:lnTo>
                  <a:pt x="504825" y="800100"/>
                </a:lnTo>
                <a:lnTo>
                  <a:pt x="476250" y="800100"/>
                </a:lnTo>
                <a:lnTo>
                  <a:pt x="476250" y="790575"/>
                </a:lnTo>
                <a:lnTo>
                  <a:pt x="457200" y="790575"/>
                </a:lnTo>
                <a:lnTo>
                  <a:pt x="457200" y="781050"/>
                </a:lnTo>
                <a:lnTo>
                  <a:pt x="476250" y="781050"/>
                </a:lnTo>
                <a:lnTo>
                  <a:pt x="476250" y="771525"/>
                </a:lnTo>
                <a:lnTo>
                  <a:pt x="485775" y="771525"/>
                </a:lnTo>
                <a:lnTo>
                  <a:pt x="485775" y="762000"/>
                </a:lnTo>
                <a:lnTo>
                  <a:pt x="514350" y="762000"/>
                </a:lnTo>
                <a:close/>
                <a:moveTo>
                  <a:pt x="533400" y="752475"/>
                </a:moveTo>
                <a:lnTo>
                  <a:pt x="542925" y="752475"/>
                </a:lnTo>
                <a:lnTo>
                  <a:pt x="542925" y="762000"/>
                </a:lnTo>
                <a:lnTo>
                  <a:pt x="533400" y="762000"/>
                </a:lnTo>
                <a:close/>
                <a:moveTo>
                  <a:pt x="66675" y="762000"/>
                </a:moveTo>
                <a:lnTo>
                  <a:pt x="76200" y="762000"/>
                </a:lnTo>
                <a:lnTo>
                  <a:pt x="76200" y="781050"/>
                </a:lnTo>
                <a:lnTo>
                  <a:pt x="66675" y="781050"/>
                </a:lnTo>
                <a:close/>
                <a:moveTo>
                  <a:pt x="714375" y="762000"/>
                </a:moveTo>
                <a:lnTo>
                  <a:pt x="723900" y="762000"/>
                </a:lnTo>
                <a:lnTo>
                  <a:pt x="723900" y="781050"/>
                </a:lnTo>
                <a:lnTo>
                  <a:pt x="733425" y="781050"/>
                </a:lnTo>
                <a:lnTo>
                  <a:pt x="733425" y="790575"/>
                </a:lnTo>
                <a:lnTo>
                  <a:pt x="762000" y="790575"/>
                </a:lnTo>
                <a:lnTo>
                  <a:pt x="762000" y="809625"/>
                </a:lnTo>
                <a:lnTo>
                  <a:pt x="695325" y="809625"/>
                </a:lnTo>
                <a:lnTo>
                  <a:pt x="695325" y="771525"/>
                </a:lnTo>
                <a:lnTo>
                  <a:pt x="714375" y="771525"/>
                </a:lnTo>
                <a:close/>
                <a:moveTo>
                  <a:pt x="990600" y="762000"/>
                </a:moveTo>
                <a:lnTo>
                  <a:pt x="1009650" y="762000"/>
                </a:lnTo>
                <a:lnTo>
                  <a:pt x="1009650" y="781050"/>
                </a:lnTo>
                <a:lnTo>
                  <a:pt x="1000125" y="781050"/>
                </a:lnTo>
                <a:lnTo>
                  <a:pt x="1000125" y="771525"/>
                </a:lnTo>
                <a:lnTo>
                  <a:pt x="990600" y="771525"/>
                </a:lnTo>
                <a:close/>
                <a:moveTo>
                  <a:pt x="581025" y="771525"/>
                </a:moveTo>
                <a:lnTo>
                  <a:pt x="590550" y="771525"/>
                </a:lnTo>
                <a:lnTo>
                  <a:pt x="590550" y="781050"/>
                </a:lnTo>
                <a:lnTo>
                  <a:pt x="581025" y="781050"/>
                </a:lnTo>
                <a:close/>
                <a:moveTo>
                  <a:pt x="1066800" y="771525"/>
                </a:moveTo>
                <a:lnTo>
                  <a:pt x="1076325" y="771525"/>
                </a:lnTo>
                <a:lnTo>
                  <a:pt x="1076325" y="781050"/>
                </a:lnTo>
                <a:lnTo>
                  <a:pt x="1066800" y="781050"/>
                </a:lnTo>
                <a:close/>
                <a:moveTo>
                  <a:pt x="28575" y="781050"/>
                </a:moveTo>
                <a:lnTo>
                  <a:pt x="38100" y="781050"/>
                </a:lnTo>
                <a:lnTo>
                  <a:pt x="38100" y="790575"/>
                </a:lnTo>
                <a:lnTo>
                  <a:pt x="28575" y="790575"/>
                </a:lnTo>
                <a:close/>
                <a:moveTo>
                  <a:pt x="333375" y="781050"/>
                </a:moveTo>
                <a:lnTo>
                  <a:pt x="342900" y="781050"/>
                </a:lnTo>
                <a:lnTo>
                  <a:pt x="342900" y="790575"/>
                </a:lnTo>
                <a:lnTo>
                  <a:pt x="333375" y="790575"/>
                </a:lnTo>
                <a:close/>
                <a:moveTo>
                  <a:pt x="676275" y="781050"/>
                </a:moveTo>
                <a:lnTo>
                  <a:pt x="685800" y="781050"/>
                </a:lnTo>
                <a:lnTo>
                  <a:pt x="685800" y="800100"/>
                </a:lnTo>
                <a:lnTo>
                  <a:pt x="666750" y="800100"/>
                </a:lnTo>
                <a:lnTo>
                  <a:pt x="666750" y="790575"/>
                </a:lnTo>
                <a:lnTo>
                  <a:pt x="676275" y="790575"/>
                </a:lnTo>
                <a:close/>
                <a:moveTo>
                  <a:pt x="571500" y="790575"/>
                </a:moveTo>
                <a:lnTo>
                  <a:pt x="581025" y="790575"/>
                </a:lnTo>
                <a:lnTo>
                  <a:pt x="581025" y="800100"/>
                </a:lnTo>
                <a:lnTo>
                  <a:pt x="571500" y="800100"/>
                </a:lnTo>
                <a:close/>
                <a:moveTo>
                  <a:pt x="66675" y="800100"/>
                </a:moveTo>
                <a:lnTo>
                  <a:pt x="76200" y="800100"/>
                </a:lnTo>
                <a:lnTo>
                  <a:pt x="76200" y="809625"/>
                </a:lnTo>
                <a:lnTo>
                  <a:pt x="66675" y="809625"/>
                </a:lnTo>
                <a:close/>
                <a:moveTo>
                  <a:pt x="133350" y="800100"/>
                </a:moveTo>
                <a:lnTo>
                  <a:pt x="142875" y="800100"/>
                </a:lnTo>
                <a:lnTo>
                  <a:pt x="142875" y="809625"/>
                </a:lnTo>
                <a:lnTo>
                  <a:pt x="133350" y="809625"/>
                </a:lnTo>
                <a:close/>
                <a:moveTo>
                  <a:pt x="323850" y="800100"/>
                </a:moveTo>
                <a:lnTo>
                  <a:pt x="333375" y="800100"/>
                </a:lnTo>
                <a:lnTo>
                  <a:pt x="333375" y="809625"/>
                </a:lnTo>
                <a:lnTo>
                  <a:pt x="323850" y="809625"/>
                </a:lnTo>
                <a:close/>
                <a:moveTo>
                  <a:pt x="342900" y="800100"/>
                </a:moveTo>
                <a:lnTo>
                  <a:pt x="352425" y="800100"/>
                </a:lnTo>
                <a:lnTo>
                  <a:pt x="352425" y="809625"/>
                </a:lnTo>
                <a:lnTo>
                  <a:pt x="342900" y="809625"/>
                </a:lnTo>
                <a:close/>
                <a:moveTo>
                  <a:pt x="438150" y="800100"/>
                </a:moveTo>
                <a:lnTo>
                  <a:pt x="457200" y="800100"/>
                </a:lnTo>
                <a:lnTo>
                  <a:pt x="457200" y="809625"/>
                </a:lnTo>
                <a:lnTo>
                  <a:pt x="438150" y="809625"/>
                </a:lnTo>
                <a:close/>
                <a:moveTo>
                  <a:pt x="561975" y="800100"/>
                </a:moveTo>
                <a:lnTo>
                  <a:pt x="571500" y="800100"/>
                </a:lnTo>
                <a:lnTo>
                  <a:pt x="571500" y="809625"/>
                </a:lnTo>
                <a:lnTo>
                  <a:pt x="561975" y="809625"/>
                </a:lnTo>
                <a:close/>
                <a:moveTo>
                  <a:pt x="647700" y="800100"/>
                </a:moveTo>
                <a:lnTo>
                  <a:pt x="657225" y="800100"/>
                </a:lnTo>
                <a:lnTo>
                  <a:pt x="657225" y="809625"/>
                </a:lnTo>
                <a:lnTo>
                  <a:pt x="647700" y="809625"/>
                </a:lnTo>
                <a:close/>
                <a:moveTo>
                  <a:pt x="781050" y="800100"/>
                </a:moveTo>
                <a:lnTo>
                  <a:pt x="800100" y="800100"/>
                </a:lnTo>
                <a:lnTo>
                  <a:pt x="800100" y="809625"/>
                </a:lnTo>
                <a:lnTo>
                  <a:pt x="781050" y="809625"/>
                </a:lnTo>
                <a:close/>
                <a:moveTo>
                  <a:pt x="838200" y="800100"/>
                </a:moveTo>
                <a:lnTo>
                  <a:pt x="847725" y="800100"/>
                </a:lnTo>
                <a:lnTo>
                  <a:pt x="847725" y="809625"/>
                </a:lnTo>
                <a:lnTo>
                  <a:pt x="838200" y="809625"/>
                </a:lnTo>
                <a:close/>
              </a:path>
            </a:pathLst>
          </a:custGeom>
          <a:solidFill xmlns:a="http://schemas.openxmlformats.org/drawingml/2006/main">
            <a:srgbClr val="F8F8F3"/>
          </a:solidFill>
          <a:ln xmlns:a="http://schemas.openxmlformats.org/drawingml/2006/main" w="0">
            <a:noFill/>
          </a:ln>
        </p:spPr>
      </p:sp>
      <p:sp>
        <p:nvSpPr>
          <p:cNvPr id="193" name="v20 vector #f8f8f2">
            <a:extLst xmlns:a="http://schemas.openxmlformats.org/drawingml/2006/main">
              <a:ext uri="{FF2B5EF4-FFF2-40B4-BE49-F238E27FC236}">
                <a16:creationId xmlns:a16="http://schemas.microsoft.com/office/drawing/2014/main" id="{0B665C49-221F-487C-AAD8-C39D6A937D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5350" y="4848225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695325" y="0"/>
                </a:moveTo>
                <a:lnTo>
                  <a:pt x="704850" y="0"/>
                </a:lnTo>
                <a:lnTo>
                  <a:pt x="704850" y="9525"/>
                </a:lnTo>
                <a:lnTo>
                  <a:pt x="695325" y="9525"/>
                </a:lnTo>
                <a:close/>
                <a:moveTo>
                  <a:pt x="723900" y="0"/>
                </a:moveTo>
                <a:lnTo>
                  <a:pt x="733425" y="0"/>
                </a:lnTo>
                <a:lnTo>
                  <a:pt x="733425" y="9525"/>
                </a:lnTo>
                <a:lnTo>
                  <a:pt x="723900" y="9525"/>
                </a:lnTo>
                <a:close/>
                <a:moveTo>
                  <a:pt x="552450" y="9525"/>
                </a:moveTo>
                <a:lnTo>
                  <a:pt x="561975" y="9525"/>
                </a:lnTo>
                <a:lnTo>
                  <a:pt x="561975" y="38100"/>
                </a:lnTo>
                <a:lnTo>
                  <a:pt x="552450" y="38100"/>
                </a:lnTo>
                <a:close/>
                <a:moveTo>
                  <a:pt x="609600" y="9525"/>
                </a:moveTo>
                <a:lnTo>
                  <a:pt x="619125" y="9525"/>
                </a:lnTo>
                <a:lnTo>
                  <a:pt x="619125" y="19050"/>
                </a:lnTo>
                <a:lnTo>
                  <a:pt x="609600" y="19050"/>
                </a:lnTo>
                <a:close/>
                <a:moveTo>
                  <a:pt x="657225" y="9525"/>
                </a:moveTo>
                <a:lnTo>
                  <a:pt x="676275" y="9525"/>
                </a:lnTo>
                <a:lnTo>
                  <a:pt x="676275" y="28575"/>
                </a:lnTo>
                <a:lnTo>
                  <a:pt x="647700" y="28575"/>
                </a:lnTo>
                <a:lnTo>
                  <a:pt x="647700" y="19050"/>
                </a:lnTo>
                <a:lnTo>
                  <a:pt x="657225" y="19050"/>
                </a:lnTo>
                <a:close/>
                <a:moveTo>
                  <a:pt x="685800" y="9525"/>
                </a:moveTo>
                <a:lnTo>
                  <a:pt x="695325" y="9525"/>
                </a:lnTo>
                <a:lnTo>
                  <a:pt x="695325" y="19050"/>
                </a:lnTo>
                <a:lnTo>
                  <a:pt x="685800" y="19050"/>
                </a:lnTo>
                <a:close/>
                <a:moveTo>
                  <a:pt x="295275" y="19050"/>
                </a:moveTo>
                <a:lnTo>
                  <a:pt x="304800" y="19050"/>
                </a:lnTo>
                <a:lnTo>
                  <a:pt x="304800" y="28575"/>
                </a:lnTo>
                <a:lnTo>
                  <a:pt x="295275" y="28575"/>
                </a:lnTo>
                <a:close/>
                <a:moveTo>
                  <a:pt x="723900" y="19050"/>
                </a:moveTo>
                <a:lnTo>
                  <a:pt x="733425" y="19050"/>
                </a:lnTo>
                <a:lnTo>
                  <a:pt x="733425" y="28575"/>
                </a:lnTo>
                <a:lnTo>
                  <a:pt x="723900" y="28575"/>
                </a:lnTo>
                <a:close/>
                <a:moveTo>
                  <a:pt x="295275" y="38100"/>
                </a:moveTo>
                <a:lnTo>
                  <a:pt x="304800" y="38100"/>
                </a:lnTo>
                <a:lnTo>
                  <a:pt x="304800" y="47625"/>
                </a:lnTo>
                <a:lnTo>
                  <a:pt x="295275" y="47625"/>
                </a:lnTo>
                <a:close/>
                <a:moveTo>
                  <a:pt x="447675" y="76200"/>
                </a:moveTo>
                <a:lnTo>
                  <a:pt x="457200" y="76200"/>
                </a:lnTo>
                <a:lnTo>
                  <a:pt x="457200" y="85725"/>
                </a:lnTo>
                <a:lnTo>
                  <a:pt x="447675" y="85725"/>
                </a:lnTo>
                <a:close/>
                <a:moveTo>
                  <a:pt x="342900" y="95250"/>
                </a:moveTo>
                <a:lnTo>
                  <a:pt x="352425" y="95250"/>
                </a:lnTo>
                <a:lnTo>
                  <a:pt x="352425" y="104775"/>
                </a:lnTo>
                <a:lnTo>
                  <a:pt x="342900" y="104775"/>
                </a:lnTo>
                <a:close/>
                <a:moveTo>
                  <a:pt x="447675" y="95250"/>
                </a:moveTo>
                <a:lnTo>
                  <a:pt x="457200" y="95250"/>
                </a:lnTo>
                <a:lnTo>
                  <a:pt x="457200" y="104775"/>
                </a:lnTo>
                <a:lnTo>
                  <a:pt x="447675" y="104775"/>
                </a:lnTo>
                <a:close/>
                <a:moveTo>
                  <a:pt x="104775" y="161925"/>
                </a:moveTo>
                <a:lnTo>
                  <a:pt x="114300" y="161925"/>
                </a:lnTo>
                <a:lnTo>
                  <a:pt x="114300" y="171450"/>
                </a:lnTo>
                <a:lnTo>
                  <a:pt x="104775" y="171450"/>
                </a:lnTo>
                <a:close/>
                <a:moveTo>
                  <a:pt x="266700" y="238125"/>
                </a:moveTo>
                <a:lnTo>
                  <a:pt x="314325" y="238125"/>
                </a:lnTo>
                <a:lnTo>
                  <a:pt x="314325" y="257175"/>
                </a:lnTo>
                <a:lnTo>
                  <a:pt x="323850" y="257175"/>
                </a:lnTo>
                <a:lnTo>
                  <a:pt x="323850" y="276225"/>
                </a:lnTo>
                <a:lnTo>
                  <a:pt x="314325" y="276225"/>
                </a:lnTo>
                <a:lnTo>
                  <a:pt x="314325" y="266700"/>
                </a:lnTo>
                <a:lnTo>
                  <a:pt x="295275" y="266700"/>
                </a:lnTo>
                <a:lnTo>
                  <a:pt x="295275" y="247650"/>
                </a:lnTo>
                <a:lnTo>
                  <a:pt x="266700" y="247650"/>
                </a:lnTo>
                <a:close/>
                <a:moveTo>
                  <a:pt x="523875" y="238125"/>
                </a:moveTo>
                <a:lnTo>
                  <a:pt x="533400" y="238125"/>
                </a:lnTo>
                <a:lnTo>
                  <a:pt x="533400" y="247650"/>
                </a:lnTo>
                <a:lnTo>
                  <a:pt x="523875" y="247650"/>
                </a:lnTo>
                <a:close/>
                <a:moveTo>
                  <a:pt x="200025" y="247650"/>
                </a:moveTo>
                <a:lnTo>
                  <a:pt x="209550" y="247650"/>
                </a:lnTo>
                <a:lnTo>
                  <a:pt x="209550" y="257175"/>
                </a:lnTo>
                <a:lnTo>
                  <a:pt x="219075" y="257175"/>
                </a:lnTo>
                <a:lnTo>
                  <a:pt x="219075" y="266700"/>
                </a:lnTo>
                <a:lnTo>
                  <a:pt x="180975" y="266700"/>
                </a:lnTo>
                <a:lnTo>
                  <a:pt x="180975" y="257175"/>
                </a:lnTo>
                <a:lnTo>
                  <a:pt x="200025" y="257175"/>
                </a:lnTo>
                <a:close/>
                <a:moveTo>
                  <a:pt x="514350" y="247650"/>
                </a:moveTo>
                <a:lnTo>
                  <a:pt x="523875" y="247650"/>
                </a:lnTo>
                <a:lnTo>
                  <a:pt x="523875" y="257175"/>
                </a:lnTo>
                <a:lnTo>
                  <a:pt x="533400" y="257175"/>
                </a:lnTo>
                <a:lnTo>
                  <a:pt x="533400" y="276225"/>
                </a:lnTo>
                <a:lnTo>
                  <a:pt x="523875" y="276225"/>
                </a:lnTo>
                <a:lnTo>
                  <a:pt x="523875" y="285750"/>
                </a:lnTo>
                <a:lnTo>
                  <a:pt x="504825" y="285750"/>
                </a:lnTo>
                <a:lnTo>
                  <a:pt x="504825" y="266700"/>
                </a:lnTo>
                <a:lnTo>
                  <a:pt x="495300" y="266700"/>
                </a:lnTo>
                <a:lnTo>
                  <a:pt x="495300" y="257175"/>
                </a:lnTo>
                <a:lnTo>
                  <a:pt x="514350" y="257175"/>
                </a:lnTo>
                <a:close/>
                <a:moveTo>
                  <a:pt x="266700" y="257175"/>
                </a:moveTo>
                <a:lnTo>
                  <a:pt x="276225" y="257175"/>
                </a:lnTo>
                <a:lnTo>
                  <a:pt x="276225" y="266700"/>
                </a:lnTo>
                <a:lnTo>
                  <a:pt x="266700" y="266700"/>
                </a:lnTo>
                <a:close/>
                <a:moveTo>
                  <a:pt x="161925" y="304800"/>
                </a:moveTo>
                <a:lnTo>
                  <a:pt x="171450" y="304800"/>
                </a:lnTo>
                <a:lnTo>
                  <a:pt x="171450" y="314325"/>
                </a:lnTo>
                <a:lnTo>
                  <a:pt x="161925" y="314325"/>
                </a:lnTo>
                <a:close/>
                <a:moveTo>
                  <a:pt x="161925" y="323850"/>
                </a:moveTo>
                <a:lnTo>
                  <a:pt x="171450" y="323850"/>
                </a:lnTo>
                <a:lnTo>
                  <a:pt x="171450" y="333375"/>
                </a:lnTo>
                <a:lnTo>
                  <a:pt x="161925" y="333375"/>
                </a:lnTo>
                <a:close/>
                <a:moveTo>
                  <a:pt x="733425" y="323850"/>
                </a:moveTo>
                <a:lnTo>
                  <a:pt x="742950" y="323850"/>
                </a:lnTo>
                <a:lnTo>
                  <a:pt x="742950" y="333375"/>
                </a:lnTo>
                <a:lnTo>
                  <a:pt x="733425" y="333375"/>
                </a:lnTo>
                <a:close/>
                <a:moveTo>
                  <a:pt x="762000" y="323850"/>
                </a:moveTo>
                <a:lnTo>
                  <a:pt x="771525" y="323850"/>
                </a:lnTo>
                <a:lnTo>
                  <a:pt x="771525" y="333375"/>
                </a:lnTo>
                <a:lnTo>
                  <a:pt x="762000" y="333375"/>
                </a:lnTo>
                <a:close/>
                <a:moveTo>
                  <a:pt x="723900" y="333375"/>
                </a:moveTo>
                <a:lnTo>
                  <a:pt x="733425" y="333375"/>
                </a:lnTo>
                <a:lnTo>
                  <a:pt x="733425" y="352425"/>
                </a:lnTo>
                <a:lnTo>
                  <a:pt x="723900" y="352425"/>
                </a:lnTo>
                <a:close/>
                <a:moveTo>
                  <a:pt x="390525" y="342900"/>
                </a:moveTo>
                <a:lnTo>
                  <a:pt x="400050" y="342900"/>
                </a:lnTo>
                <a:lnTo>
                  <a:pt x="400050" y="352425"/>
                </a:lnTo>
                <a:lnTo>
                  <a:pt x="390525" y="352425"/>
                </a:lnTo>
                <a:close/>
                <a:moveTo>
                  <a:pt x="723900" y="381000"/>
                </a:moveTo>
                <a:lnTo>
                  <a:pt x="733425" y="381000"/>
                </a:lnTo>
                <a:lnTo>
                  <a:pt x="733425" y="390525"/>
                </a:lnTo>
                <a:lnTo>
                  <a:pt x="723900" y="390525"/>
                </a:lnTo>
                <a:close/>
                <a:moveTo>
                  <a:pt x="161925" y="390525"/>
                </a:moveTo>
                <a:lnTo>
                  <a:pt x="190500" y="390525"/>
                </a:lnTo>
                <a:lnTo>
                  <a:pt x="190500" y="409575"/>
                </a:lnTo>
                <a:lnTo>
                  <a:pt x="161925" y="409575"/>
                </a:lnTo>
                <a:close/>
                <a:moveTo>
                  <a:pt x="819150" y="476250"/>
                </a:moveTo>
                <a:lnTo>
                  <a:pt x="828675" y="476250"/>
                </a:lnTo>
                <a:lnTo>
                  <a:pt x="828675" y="485775"/>
                </a:lnTo>
                <a:lnTo>
                  <a:pt x="838200" y="485775"/>
                </a:lnTo>
                <a:lnTo>
                  <a:pt x="838200" y="476250"/>
                </a:lnTo>
                <a:lnTo>
                  <a:pt x="847725" y="476250"/>
                </a:lnTo>
                <a:lnTo>
                  <a:pt x="847725" y="485775"/>
                </a:lnTo>
                <a:lnTo>
                  <a:pt x="838200" y="485775"/>
                </a:lnTo>
                <a:lnTo>
                  <a:pt x="838200" y="495300"/>
                </a:lnTo>
                <a:lnTo>
                  <a:pt x="847725" y="495300"/>
                </a:lnTo>
                <a:lnTo>
                  <a:pt x="847725" y="504825"/>
                </a:lnTo>
                <a:lnTo>
                  <a:pt x="866775" y="504825"/>
                </a:lnTo>
                <a:lnTo>
                  <a:pt x="866775" y="514350"/>
                </a:lnTo>
                <a:lnTo>
                  <a:pt x="857250" y="514350"/>
                </a:lnTo>
                <a:lnTo>
                  <a:pt x="857250" y="523875"/>
                </a:lnTo>
                <a:lnTo>
                  <a:pt x="838200" y="523875"/>
                </a:lnTo>
                <a:lnTo>
                  <a:pt x="838200" y="514350"/>
                </a:lnTo>
                <a:lnTo>
                  <a:pt x="828675" y="514350"/>
                </a:lnTo>
                <a:lnTo>
                  <a:pt x="828675" y="504825"/>
                </a:lnTo>
                <a:lnTo>
                  <a:pt x="819150" y="504825"/>
                </a:lnTo>
                <a:close/>
                <a:moveTo>
                  <a:pt x="714375" y="504825"/>
                </a:moveTo>
                <a:lnTo>
                  <a:pt x="723900" y="504825"/>
                </a:lnTo>
                <a:lnTo>
                  <a:pt x="723900" y="523875"/>
                </a:lnTo>
                <a:lnTo>
                  <a:pt x="714375" y="523875"/>
                </a:lnTo>
                <a:close/>
                <a:moveTo>
                  <a:pt x="809625" y="504825"/>
                </a:moveTo>
                <a:lnTo>
                  <a:pt x="819150" y="504825"/>
                </a:lnTo>
                <a:lnTo>
                  <a:pt x="819150" y="514350"/>
                </a:lnTo>
                <a:lnTo>
                  <a:pt x="809625" y="514350"/>
                </a:lnTo>
                <a:close/>
                <a:moveTo>
                  <a:pt x="390525" y="514350"/>
                </a:moveTo>
                <a:lnTo>
                  <a:pt x="409575" y="514350"/>
                </a:lnTo>
                <a:lnTo>
                  <a:pt x="409575" y="533400"/>
                </a:lnTo>
                <a:lnTo>
                  <a:pt x="390525" y="533400"/>
                </a:lnTo>
                <a:close/>
                <a:moveTo>
                  <a:pt x="19050" y="523875"/>
                </a:moveTo>
                <a:lnTo>
                  <a:pt x="28575" y="523875"/>
                </a:lnTo>
                <a:lnTo>
                  <a:pt x="28575" y="533400"/>
                </a:lnTo>
                <a:lnTo>
                  <a:pt x="19050" y="533400"/>
                </a:lnTo>
                <a:close/>
                <a:moveTo>
                  <a:pt x="695325" y="542925"/>
                </a:moveTo>
                <a:lnTo>
                  <a:pt x="704850" y="542925"/>
                </a:lnTo>
                <a:lnTo>
                  <a:pt x="704850" y="552450"/>
                </a:lnTo>
                <a:lnTo>
                  <a:pt x="723900" y="552450"/>
                </a:lnTo>
                <a:lnTo>
                  <a:pt x="723900" y="571500"/>
                </a:lnTo>
                <a:lnTo>
                  <a:pt x="714375" y="571500"/>
                </a:lnTo>
                <a:lnTo>
                  <a:pt x="714375" y="581025"/>
                </a:lnTo>
                <a:lnTo>
                  <a:pt x="704850" y="581025"/>
                </a:lnTo>
                <a:lnTo>
                  <a:pt x="704850" y="571500"/>
                </a:lnTo>
                <a:lnTo>
                  <a:pt x="695325" y="571500"/>
                </a:lnTo>
                <a:lnTo>
                  <a:pt x="695325" y="581025"/>
                </a:lnTo>
                <a:lnTo>
                  <a:pt x="685800" y="581025"/>
                </a:lnTo>
                <a:lnTo>
                  <a:pt x="685800" y="552450"/>
                </a:lnTo>
                <a:lnTo>
                  <a:pt x="695325" y="552450"/>
                </a:lnTo>
                <a:close/>
                <a:moveTo>
                  <a:pt x="161925" y="552450"/>
                </a:moveTo>
                <a:lnTo>
                  <a:pt x="171450" y="552450"/>
                </a:lnTo>
                <a:lnTo>
                  <a:pt x="171450" y="561975"/>
                </a:lnTo>
                <a:lnTo>
                  <a:pt x="161925" y="561975"/>
                </a:lnTo>
                <a:close/>
                <a:moveTo>
                  <a:pt x="1162050" y="552450"/>
                </a:moveTo>
                <a:lnTo>
                  <a:pt x="1171575" y="552450"/>
                </a:lnTo>
                <a:lnTo>
                  <a:pt x="1171575" y="561975"/>
                </a:lnTo>
                <a:lnTo>
                  <a:pt x="1162050" y="561975"/>
                </a:lnTo>
                <a:close/>
                <a:moveTo>
                  <a:pt x="190500" y="561975"/>
                </a:moveTo>
                <a:lnTo>
                  <a:pt x="209550" y="561975"/>
                </a:lnTo>
                <a:lnTo>
                  <a:pt x="209550" y="571500"/>
                </a:lnTo>
                <a:lnTo>
                  <a:pt x="190500" y="571500"/>
                </a:lnTo>
                <a:close/>
                <a:moveTo>
                  <a:pt x="257175" y="581025"/>
                </a:moveTo>
                <a:lnTo>
                  <a:pt x="266700" y="581025"/>
                </a:lnTo>
                <a:lnTo>
                  <a:pt x="266700" y="590550"/>
                </a:lnTo>
                <a:lnTo>
                  <a:pt x="257175" y="590550"/>
                </a:lnTo>
                <a:close/>
                <a:moveTo>
                  <a:pt x="457200" y="638175"/>
                </a:moveTo>
                <a:lnTo>
                  <a:pt x="466725" y="638175"/>
                </a:lnTo>
                <a:lnTo>
                  <a:pt x="466725" y="647700"/>
                </a:lnTo>
                <a:lnTo>
                  <a:pt x="457200" y="647700"/>
                </a:lnTo>
                <a:close/>
                <a:moveTo>
                  <a:pt x="1200150" y="685800"/>
                </a:moveTo>
                <a:lnTo>
                  <a:pt x="1209675" y="685800"/>
                </a:lnTo>
                <a:lnTo>
                  <a:pt x="1209675" y="714375"/>
                </a:lnTo>
                <a:lnTo>
                  <a:pt x="1200150" y="714375"/>
                </a:lnTo>
                <a:lnTo>
                  <a:pt x="1200150" y="723900"/>
                </a:lnTo>
                <a:lnTo>
                  <a:pt x="1190625" y="723900"/>
                </a:lnTo>
                <a:lnTo>
                  <a:pt x="1190625" y="704850"/>
                </a:lnTo>
                <a:lnTo>
                  <a:pt x="1200150" y="704850"/>
                </a:lnTo>
                <a:close/>
                <a:moveTo>
                  <a:pt x="333375" y="714375"/>
                </a:moveTo>
                <a:lnTo>
                  <a:pt x="342900" y="714375"/>
                </a:lnTo>
                <a:lnTo>
                  <a:pt x="342900" y="723900"/>
                </a:lnTo>
                <a:lnTo>
                  <a:pt x="333375" y="723900"/>
                </a:lnTo>
                <a:close/>
                <a:moveTo>
                  <a:pt x="1038225" y="723900"/>
                </a:moveTo>
                <a:lnTo>
                  <a:pt x="1057275" y="723900"/>
                </a:lnTo>
                <a:lnTo>
                  <a:pt x="1057275" y="733425"/>
                </a:lnTo>
                <a:lnTo>
                  <a:pt x="1038225" y="733425"/>
                </a:lnTo>
                <a:close/>
                <a:moveTo>
                  <a:pt x="323850" y="742950"/>
                </a:moveTo>
                <a:lnTo>
                  <a:pt x="333375" y="742950"/>
                </a:lnTo>
                <a:lnTo>
                  <a:pt x="333375" y="762000"/>
                </a:lnTo>
                <a:lnTo>
                  <a:pt x="323850" y="762000"/>
                </a:lnTo>
                <a:close/>
                <a:moveTo>
                  <a:pt x="495300" y="800100"/>
                </a:moveTo>
                <a:lnTo>
                  <a:pt x="504825" y="800100"/>
                </a:lnTo>
                <a:lnTo>
                  <a:pt x="504825" y="809625"/>
                </a:lnTo>
                <a:lnTo>
                  <a:pt x="495300" y="809625"/>
                </a:lnTo>
                <a:close/>
                <a:moveTo>
                  <a:pt x="819150" y="800100"/>
                </a:moveTo>
                <a:lnTo>
                  <a:pt x="828675" y="800100"/>
                </a:lnTo>
                <a:lnTo>
                  <a:pt x="828675" y="809625"/>
                </a:lnTo>
                <a:lnTo>
                  <a:pt x="819150" y="809625"/>
                </a:lnTo>
                <a:close/>
              </a:path>
            </a:pathLst>
          </a:custGeom>
          <a:solidFill xmlns:a="http://schemas.openxmlformats.org/drawingml/2006/main">
            <a:srgbClr val="F8F8F2"/>
          </a:solidFill>
          <a:ln xmlns:a="http://schemas.openxmlformats.org/drawingml/2006/main" w="0">
            <a:noFill/>
          </a:ln>
        </p:spPr>
      </p:sp>
      <p:sp>
        <p:nvSpPr>
          <p:cNvPr id="194" name="v20 vector #f6f8f3">
            <a:extLst xmlns:a="http://schemas.openxmlformats.org/drawingml/2006/main">
              <a:ext uri="{FF2B5EF4-FFF2-40B4-BE49-F238E27FC236}">
                <a16:creationId xmlns:a16="http://schemas.microsoft.com/office/drawing/2014/main" id="{3B856A2A-9065-42D0-BB50-8D64B6E9F73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5350" y="4848225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142875" y="0"/>
                </a:moveTo>
                <a:lnTo>
                  <a:pt x="152400" y="0"/>
                </a:lnTo>
                <a:lnTo>
                  <a:pt x="152400" y="19050"/>
                </a:lnTo>
                <a:lnTo>
                  <a:pt x="142875" y="19050"/>
                </a:lnTo>
                <a:close/>
                <a:moveTo>
                  <a:pt x="600075" y="0"/>
                </a:moveTo>
                <a:lnTo>
                  <a:pt x="628650" y="0"/>
                </a:lnTo>
                <a:lnTo>
                  <a:pt x="628650" y="19050"/>
                </a:lnTo>
                <a:lnTo>
                  <a:pt x="619125" y="19050"/>
                </a:lnTo>
                <a:lnTo>
                  <a:pt x="619125" y="9525"/>
                </a:lnTo>
                <a:lnTo>
                  <a:pt x="600075" y="9525"/>
                </a:lnTo>
                <a:close/>
                <a:moveTo>
                  <a:pt x="866775" y="0"/>
                </a:moveTo>
                <a:lnTo>
                  <a:pt x="876300" y="0"/>
                </a:lnTo>
                <a:lnTo>
                  <a:pt x="876300" y="9525"/>
                </a:lnTo>
                <a:lnTo>
                  <a:pt x="866775" y="9525"/>
                </a:lnTo>
                <a:close/>
                <a:moveTo>
                  <a:pt x="933450" y="0"/>
                </a:moveTo>
                <a:lnTo>
                  <a:pt x="942975" y="0"/>
                </a:lnTo>
                <a:lnTo>
                  <a:pt x="942975" y="9525"/>
                </a:lnTo>
                <a:lnTo>
                  <a:pt x="933450" y="9525"/>
                </a:lnTo>
                <a:close/>
                <a:moveTo>
                  <a:pt x="1047750" y="0"/>
                </a:moveTo>
                <a:lnTo>
                  <a:pt x="1066800" y="0"/>
                </a:lnTo>
                <a:lnTo>
                  <a:pt x="1066800" y="19050"/>
                </a:lnTo>
                <a:lnTo>
                  <a:pt x="1047750" y="19050"/>
                </a:lnTo>
                <a:close/>
                <a:moveTo>
                  <a:pt x="800100" y="9525"/>
                </a:moveTo>
                <a:lnTo>
                  <a:pt x="819150" y="9525"/>
                </a:lnTo>
                <a:lnTo>
                  <a:pt x="819150" y="19050"/>
                </a:lnTo>
                <a:lnTo>
                  <a:pt x="800100" y="19050"/>
                </a:lnTo>
                <a:close/>
                <a:moveTo>
                  <a:pt x="923925" y="9525"/>
                </a:moveTo>
                <a:lnTo>
                  <a:pt x="933450" y="9525"/>
                </a:lnTo>
                <a:lnTo>
                  <a:pt x="933450" y="19050"/>
                </a:lnTo>
                <a:lnTo>
                  <a:pt x="923925" y="19050"/>
                </a:lnTo>
                <a:close/>
                <a:moveTo>
                  <a:pt x="628650" y="19050"/>
                </a:moveTo>
                <a:lnTo>
                  <a:pt x="638175" y="19050"/>
                </a:lnTo>
                <a:lnTo>
                  <a:pt x="638175" y="28575"/>
                </a:lnTo>
                <a:lnTo>
                  <a:pt x="628650" y="28575"/>
                </a:lnTo>
                <a:close/>
                <a:moveTo>
                  <a:pt x="247650" y="38100"/>
                </a:moveTo>
                <a:lnTo>
                  <a:pt x="295275" y="38100"/>
                </a:lnTo>
                <a:lnTo>
                  <a:pt x="295275" y="47625"/>
                </a:lnTo>
                <a:lnTo>
                  <a:pt x="285750" y="47625"/>
                </a:lnTo>
                <a:lnTo>
                  <a:pt x="285750" y="57150"/>
                </a:lnTo>
                <a:lnTo>
                  <a:pt x="238125" y="57150"/>
                </a:lnTo>
                <a:lnTo>
                  <a:pt x="238125" y="47625"/>
                </a:lnTo>
                <a:lnTo>
                  <a:pt x="247650" y="47625"/>
                </a:lnTo>
                <a:close/>
                <a:moveTo>
                  <a:pt x="581025" y="38100"/>
                </a:moveTo>
                <a:lnTo>
                  <a:pt x="590550" y="38100"/>
                </a:lnTo>
                <a:lnTo>
                  <a:pt x="590550" y="57150"/>
                </a:lnTo>
                <a:lnTo>
                  <a:pt x="581025" y="57150"/>
                </a:lnTo>
                <a:lnTo>
                  <a:pt x="581025" y="66675"/>
                </a:lnTo>
                <a:lnTo>
                  <a:pt x="571500" y="66675"/>
                </a:lnTo>
                <a:lnTo>
                  <a:pt x="571500" y="47625"/>
                </a:lnTo>
                <a:lnTo>
                  <a:pt x="581025" y="47625"/>
                </a:lnTo>
                <a:close/>
                <a:moveTo>
                  <a:pt x="962025" y="38100"/>
                </a:moveTo>
                <a:lnTo>
                  <a:pt x="990600" y="38100"/>
                </a:lnTo>
                <a:lnTo>
                  <a:pt x="990600" y="57150"/>
                </a:lnTo>
                <a:lnTo>
                  <a:pt x="971550" y="57150"/>
                </a:lnTo>
                <a:lnTo>
                  <a:pt x="971550" y="47625"/>
                </a:lnTo>
                <a:lnTo>
                  <a:pt x="962025" y="47625"/>
                </a:lnTo>
                <a:close/>
                <a:moveTo>
                  <a:pt x="295275" y="47625"/>
                </a:moveTo>
                <a:lnTo>
                  <a:pt x="304800" y="47625"/>
                </a:lnTo>
                <a:lnTo>
                  <a:pt x="304800" y="66675"/>
                </a:lnTo>
                <a:lnTo>
                  <a:pt x="295275" y="66675"/>
                </a:lnTo>
                <a:close/>
                <a:moveTo>
                  <a:pt x="771525" y="47625"/>
                </a:moveTo>
                <a:lnTo>
                  <a:pt x="781050" y="47625"/>
                </a:lnTo>
                <a:lnTo>
                  <a:pt x="781050" y="57150"/>
                </a:lnTo>
                <a:lnTo>
                  <a:pt x="771525" y="57150"/>
                </a:lnTo>
                <a:close/>
                <a:moveTo>
                  <a:pt x="1095375" y="66675"/>
                </a:moveTo>
                <a:lnTo>
                  <a:pt x="1104900" y="66675"/>
                </a:lnTo>
                <a:lnTo>
                  <a:pt x="1104900" y="76200"/>
                </a:lnTo>
                <a:lnTo>
                  <a:pt x="1095375" y="76200"/>
                </a:lnTo>
                <a:close/>
                <a:moveTo>
                  <a:pt x="295275" y="76200"/>
                </a:moveTo>
                <a:lnTo>
                  <a:pt x="314325" y="76200"/>
                </a:lnTo>
                <a:lnTo>
                  <a:pt x="314325" y="85725"/>
                </a:lnTo>
                <a:lnTo>
                  <a:pt x="304800" y="85725"/>
                </a:lnTo>
                <a:lnTo>
                  <a:pt x="304800" y="95250"/>
                </a:lnTo>
                <a:lnTo>
                  <a:pt x="295275" y="95250"/>
                </a:lnTo>
                <a:close/>
                <a:moveTo>
                  <a:pt x="361950" y="76200"/>
                </a:moveTo>
                <a:lnTo>
                  <a:pt x="371475" y="76200"/>
                </a:lnTo>
                <a:lnTo>
                  <a:pt x="371475" y="85725"/>
                </a:lnTo>
                <a:lnTo>
                  <a:pt x="361950" y="85725"/>
                </a:lnTo>
                <a:close/>
                <a:moveTo>
                  <a:pt x="762000" y="76200"/>
                </a:moveTo>
                <a:lnTo>
                  <a:pt x="771525" y="76200"/>
                </a:lnTo>
                <a:lnTo>
                  <a:pt x="771525" y="85725"/>
                </a:lnTo>
                <a:lnTo>
                  <a:pt x="762000" y="85725"/>
                </a:lnTo>
                <a:close/>
                <a:moveTo>
                  <a:pt x="1085850" y="76200"/>
                </a:moveTo>
                <a:lnTo>
                  <a:pt x="1095375" y="76200"/>
                </a:lnTo>
                <a:lnTo>
                  <a:pt x="1095375" y="85725"/>
                </a:lnTo>
                <a:lnTo>
                  <a:pt x="1085850" y="85725"/>
                </a:lnTo>
                <a:close/>
                <a:moveTo>
                  <a:pt x="314325" y="85725"/>
                </a:moveTo>
                <a:lnTo>
                  <a:pt x="323850" y="85725"/>
                </a:lnTo>
                <a:lnTo>
                  <a:pt x="323850" y="95250"/>
                </a:lnTo>
                <a:lnTo>
                  <a:pt x="333375" y="95250"/>
                </a:lnTo>
                <a:lnTo>
                  <a:pt x="333375" y="104775"/>
                </a:lnTo>
                <a:lnTo>
                  <a:pt x="304800" y="104775"/>
                </a:lnTo>
                <a:lnTo>
                  <a:pt x="304800" y="95250"/>
                </a:lnTo>
                <a:lnTo>
                  <a:pt x="314325" y="95250"/>
                </a:lnTo>
                <a:close/>
                <a:moveTo>
                  <a:pt x="447675" y="85725"/>
                </a:moveTo>
                <a:lnTo>
                  <a:pt x="476250" y="85725"/>
                </a:lnTo>
                <a:lnTo>
                  <a:pt x="476250" y="95250"/>
                </a:lnTo>
                <a:lnTo>
                  <a:pt x="504825" y="95250"/>
                </a:lnTo>
                <a:lnTo>
                  <a:pt x="504825" y="85725"/>
                </a:lnTo>
                <a:lnTo>
                  <a:pt x="514350" y="85725"/>
                </a:lnTo>
                <a:lnTo>
                  <a:pt x="514350" y="95250"/>
                </a:lnTo>
                <a:lnTo>
                  <a:pt x="504825" y="95250"/>
                </a:lnTo>
                <a:lnTo>
                  <a:pt x="504825" y="104775"/>
                </a:lnTo>
                <a:lnTo>
                  <a:pt x="466725" y="104775"/>
                </a:lnTo>
                <a:lnTo>
                  <a:pt x="466725" y="95250"/>
                </a:lnTo>
                <a:lnTo>
                  <a:pt x="447675" y="95250"/>
                </a:lnTo>
                <a:close/>
                <a:moveTo>
                  <a:pt x="352425" y="95250"/>
                </a:moveTo>
                <a:lnTo>
                  <a:pt x="371475" y="95250"/>
                </a:lnTo>
                <a:lnTo>
                  <a:pt x="371475" y="104775"/>
                </a:lnTo>
                <a:lnTo>
                  <a:pt x="352425" y="104775"/>
                </a:lnTo>
                <a:close/>
                <a:moveTo>
                  <a:pt x="419100" y="95250"/>
                </a:moveTo>
                <a:lnTo>
                  <a:pt x="447675" y="95250"/>
                </a:lnTo>
                <a:lnTo>
                  <a:pt x="447675" y="104775"/>
                </a:lnTo>
                <a:lnTo>
                  <a:pt x="419100" y="104775"/>
                </a:lnTo>
                <a:close/>
                <a:moveTo>
                  <a:pt x="733425" y="95250"/>
                </a:moveTo>
                <a:lnTo>
                  <a:pt x="742950" y="95250"/>
                </a:lnTo>
                <a:lnTo>
                  <a:pt x="742950" y="114300"/>
                </a:lnTo>
                <a:lnTo>
                  <a:pt x="733425" y="114300"/>
                </a:lnTo>
                <a:close/>
                <a:moveTo>
                  <a:pt x="1114425" y="104775"/>
                </a:moveTo>
                <a:lnTo>
                  <a:pt x="1123950" y="104775"/>
                </a:lnTo>
                <a:lnTo>
                  <a:pt x="1123950" y="114300"/>
                </a:lnTo>
                <a:lnTo>
                  <a:pt x="1114425" y="114300"/>
                </a:lnTo>
                <a:close/>
                <a:moveTo>
                  <a:pt x="723900" y="114300"/>
                </a:moveTo>
                <a:lnTo>
                  <a:pt x="733425" y="114300"/>
                </a:lnTo>
                <a:lnTo>
                  <a:pt x="733425" y="133350"/>
                </a:lnTo>
                <a:lnTo>
                  <a:pt x="723900" y="133350"/>
                </a:lnTo>
                <a:lnTo>
                  <a:pt x="723900" y="142875"/>
                </a:lnTo>
                <a:lnTo>
                  <a:pt x="704850" y="142875"/>
                </a:lnTo>
                <a:lnTo>
                  <a:pt x="704850" y="171450"/>
                </a:lnTo>
                <a:lnTo>
                  <a:pt x="714375" y="171450"/>
                </a:lnTo>
                <a:lnTo>
                  <a:pt x="714375" y="161925"/>
                </a:lnTo>
                <a:lnTo>
                  <a:pt x="733425" y="161925"/>
                </a:lnTo>
                <a:lnTo>
                  <a:pt x="733425" y="200025"/>
                </a:lnTo>
                <a:lnTo>
                  <a:pt x="714375" y="200025"/>
                </a:lnTo>
                <a:lnTo>
                  <a:pt x="714375" y="219075"/>
                </a:lnTo>
                <a:lnTo>
                  <a:pt x="704850" y="219075"/>
                </a:lnTo>
                <a:lnTo>
                  <a:pt x="704850" y="209550"/>
                </a:lnTo>
                <a:lnTo>
                  <a:pt x="695325" y="209550"/>
                </a:lnTo>
                <a:lnTo>
                  <a:pt x="695325" y="228600"/>
                </a:lnTo>
                <a:lnTo>
                  <a:pt x="685800" y="228600"/>
                </a:lnTo>
                <a:lnTo>
                  <a:pt x="685800" y="133350"/>
                </a:lnTo>
                <a:lnTo>
                  <a:pt x="695325" y="133350"/>
                </a:lnTo>
                <a:lnTo>
                  <a:pt x="695325" y="123825"/>
                </a:lnTo>
                <a:lnTo>
                  <a:pt x="723900" y="123825"/>
                </a:lnTo>
                <a:close/>
                <a:moveTo>
                  <a:pt x="114300" y="133350"/>
                </a:moveTo>
                <a:lnTo>
                  <a:pt x="133350" y="133350"/>
                </a:lnTo>
                <a:lnTo>
                  <a:pt x="133350" y="142875"/>
                </a:lnTo>
                <a:lnTo>
                  <a:pt x="114300" y="142875"/>
                </a:lnTo>
                <a:close/>
                <a:moveTo>
                  <a:pt x="1123950" y="219075"/>
                </a:moveTo>
                <a:lnTo>
                  <a:pt x="1133475" y="219075"/>
                </a:lnTo>
                <a:lnTo>
                  <a:pt x="1133475" y="247650"/>
                </a:lnTo>
                <a:lnTo>
                  <a:pt x="1143000" y="247650"/>
                </a:lnTo>
                <a:lnTo>
                  <a:pt x="1143000" y="238125"/>
                </a:lnTo>
                <a:lnTo>
                  <a:pt x="1152525" y="238125"/>
                </a:lnTo>
                <a:lnTo>
                  <a:pt x="1152525" y="257175"/>
                </a:lnTo>
                <a:lnTo>
                  <a:pt x="1123950" y="257175"/>
                </a:lnTo>
                <a:close/>
                <a:moveTo>
                  <a:pt x="161925" y="238125"/>
                </a:moveTo>
                <a:lnTo>
                  <a:pt x="266700" y="238125"/>
                </a:lnTo>
                <a:lnTo>
                  <a:pt x="266700" y="247650"/>
                </a:lnTo>
                <a:lnTo>
                  <a:pt x="219075" y="247650"/>
                </a:lnTo>
                <a:lnTo>
                  <a:pt x="219075" y="257175"/>
                </a:lnTo>
                <a:lnTo>
                  <a:pt x="209550" y="257175"/>
                </a:lnTo>
                <a:lnTo>
                  <a:pt x="209550" y="247650"/>
                </a:lnTo>
                <a:lnTo>
                  <a:pt x="200025" y="247650"/>
                </a:lnTo>
                <a:lnTo>
                  <a:pt x="200025" y="257175"/>
                </a:lnTo>
                <a:lnTo>
                  <a:pt x="180975" y="257175"/>
                </a:lnTo>
                <a:lnTo>
                  <a:pt x="180975" y="247650"/>
                </a:lnTo>
                <a:lnTo>
                  <a:pt x="161925" y="247650"/>
                </a:lnTo>
                <a:close/>
                <a:moveTo>
                  <a:pt x="314325" y="238125"/>
                </a:moveTo>
                <a:lnTo>
                  <a:pt x="342900" y="238125"/>
                </a:lnTo>
                <a:lnTo>
                  <a:pt x="342900" y="247650"/>
                </a:lnTo>
                <a:lnTo>
                  <a:pt x="314325" y="247650"/>
                </a:lnTo>
                <a:close/>
                <a:moveTo>
                  <a:pt x="352425" y="238125"/>
                </a:moveTo>
                <a:lnTo>
                  <a:pt x="438150" y="238125"/>
                </a:lnTo>
                <a:lnTo>
                  <a:pt x="438150" y="247650"/>
                </a:lnTo>
                <a:lnTo>
                  <a:pt x="352425" y="247650"/>
                </a:lnTo>
                <a:close/>
                <a:moveTo>
                  <a:pt x="447675" y="238125"/>
                </a:moveTo>
                <a:lnTo>
                  <a:pt x="523875" y="238125"/>
                </a:lnTo>
                <a:lnTo>
                  <a:pt x="523875" y="247650"/>
                </a:lnTo>
                <a:lnTo>
                  <a:pt x="447675" y="247650"/>
                </a:lnTo>
                <a:close/>
                <a:moveTo>
                  <a:pt x="533400" y="238125"/>
                </a:moveTo>
                <a:lnTo>
                  <a:pt x="647700" y="238125"/>
                </a:lnTo>
                <a:lnTo>
                  <a:pt x="647700" y="247650"/>
                </a:lnTo>
                <a:lnTo>
                  <a:pt x="533400" y="247650"/>
                </a:lnTo>
                <a:close/>
                <a:moveTo>
                  <a:pt x="647700" y="247650"/>
                </a:moveTo>
                <a:lnTo>
                  <a:pt x="657225" y="247650"/>
                </a:lnTo>
                <a:lnTo>
                  <a:pt x="657225" y="266700"/>
                </a:lnTo>
                <a:lnTo>
                  <a:pt x="647700" y="266700"/>
                </a:lnTo>
                <a:close/>
                <a:moveTo>
                  <a:pt x="161925" y="257175"/>
                </a:moveTo>
                <a:lnTo>
                  <a:pt x="180975" y="257175"/>
                </a:lnTo>
                <a:lnTo>
                  <a:pt x="180975" y="276225"/>
                </a:lnTo>
                <a:lnTo>
                  <a:pt x="171450" y="276225"/>
                </a:lnTo>
                <a:lnTo>
                  <a:pt x="171450" y="304800"/>
                </a:lnTo>
                <a:lnTo>
                  <a:pt x="161925" y="304800"/>
                </a:lnTo>
                <a:close/>
                <a:moveTo>
                  <a:pt x="219075" y="257175"/>
                </a:moveTo>
                <a:lnTo>
                  <a:pt x="228600" y="257175"/>
                </a:lnTo>
                <a:lnTo>
                  <a:pt x="228600" y="266700"/>
                </a:lnTo>
                <a:lnTo>
                  <a:pt x="219075" y="266700"/>
                </a:lnTo>
                <a:close/>
                <a:moveTo>
                  <a:pt x="323850" y="257175"/>
                </a:moveTo>
                <a:lnTo>
                  <a:pt x="342900" y="257175"/>
                </a:lnTo>
                <a:lnTo>
                  <a:pt x="342900" y="266700"/>
                </a:lnTo>
                <a:lnTo>
                  <a:pt x="323850" y="266700"/>
                </a:lnTo>
                <a:close/>
                <a:moveTo>
                  <a:pt x="352425" y="257175"/>
                </a:moveTo>
                <a:lnTo>
                  <a:pt x="438150" y="257175"/>
                </a:lnTo>
                <a:lnTo>
                  <a:pt x="438150" y="266700"/>
                </a:lnTo>
                <a:lnTo>
                  <a:pt x="419100" y="266700"/>
                </a:lnTo>
                <a:lnTo>
                  <a:pt x="419100" y="295275"/>
                </a:lnTo>
                <a:lnTo>
                  <a:pt x="409575" y="295275"/>
                </a:lnTo>
                <a:lnTo>
                  <a:pt x="409575" y="276225"/>
                </a:lnTo>
                <a:lnTo>
                  <a:pt x="400050" y="276225"/>
                </a:lnTo>
                <a:lnTo>
                  <a:pt x="400050" y="295275"/>
                </a:lnTo>
                <a:lnTo>
                  <a:pt x="390525" y="295275"/>
                </a:lnTo>
                <a:lnTo>
                  <a:pt x="390525" y="276225"/>
                </a:lnTo>
                <a:lnTo>
                  <a:pt x="381000" y="276225"/>
                </a:lnTo>
                <a:lnTo>
                  <a:pt x="381000" y="266700"/>
                </a:lnTo>
                <a:lnTo>
                  <a:pt x="352425" y="266700"/>
                </a:lnTo>
                <a:close/>
                <a:moveTo>
                  <a:pt x="447675" y="257175"/>
                </a:moveTo>
                <a:lnTo>
                  <a:pt x="495300" y="257175"/>
                </a:lnTo>
                <a:lnTo>
                  <a:pt x="495300" y="266700"/>
                </a:lnTo>
                <a:lnTo>
                  <a:pt x="447675" y="266700"/>
                </a:lnTo>
                <a:close/>
                <a:moveTo>
                  <a:pt x="533400" y="257175"/>
                </a:moveTo>
                <a:lnTo>
                  <a:pt x="609600" y="257175"/>
                </a:lnTo>
                <a:lnTo>
                  <a:pt x="609600" y="266700"/>
                </a:lnTo>
                <a:lnTo>
                  <a:pt x="533400" y="266700"/>
                </a:lnTo>
                <a:close/>
                <a:moveTo>
                  <a:pt x="190500" y="266700"/>
                </a:moveTo>
                <a:lnTo>
                  <a:pt x="200025" y="266700"/>
                </a:lnTo>
                <a:lnTo>
                  <a:pt x="200025" y="276225"/>
                </a:lnTo>
                <a:lnTo>
                  <a:pt x="190500" y="276225"/>
                </a:lnTo>
                <a:close/>
                <a:moveTo>
                  <a:pt x="1123950" y="276225"/>
                </a:moveTo>
                <a:lnTo>
                  <a:pt x="1133475" y="276225"/>
                </a:lnTo>
                <a:lnTo>
                  <a:pt x="1133475" y="285750"/>
                </a:lnTo>
                <a:lnTo>
                  <a:pt x="1143000" y="285750"/>
                </a:lnTo>
                <a:lnTo>
                  <a:pt x="1143000" y="295275"/>
                </a:lnTo>
                <a:lnTo>
                  <a:pt x="1114425" y="295275"/>
                </a:lnTo>
                <a:lnTo>
                  <a:pt x="1114425" y="285750"/>
                </a:lnTo>
                <a:lnTo>
                  <a:pt x="1123950" y="285750"/>
                </a:lnTo>
                <a:close/>
                <a:moveTo>
                  <a:pt x="504825" y="285750"/>
                </a:moveTo>
                <a:lnTo>
                  <a:pt x="523875" y="285750"/>
                </a:lnTo>
                <a:lnTo>
                  <a:pt x="523875" y="304800"/>
                </a:lnTo>
                <a:lnTo>
                  <a:pt x="514350" y="304800"/>
                </a:lnTo>
                <a:lnTo>
                  <a:pt x="514350" y="314325"/>
                </a:lnTo>
                <a:lnTo>
                  <a:pt x="504825" y="314325"/>
                </a:lnTo>
                <a:close/>
                <a:moveTo>
                  <a:pt x="733425" y="285750"/>
                </a:moveTo>
                <a:lnTo>
                  <a:pt x="742950" y="285750"/>
                </a:lnTo>
                <a:lnTo>
                  <a:pt x="742950" y="304800"/>
                </a:lnTo>
                <a:lnTo>
                  <a:pt x="733425" y="304800"/>
                </a:lnTo>
                <a:lnTo>
                  <a:pt x="733425" y="333375"/>
                </a:lnTo>
                <a:lnTo>
                  <a:pt x="723900" y="333375"/>
                </a:lnTo>
                <a:lnTo>
                  <a:pt x="723900" y="323850"/>
                </a:lnTo>
                <a:lnTo>
                  <a:pt x="714375" y="323850"/>
                </a:lnTo>
                <a:lnTo>
                  <a:pt x="714375" y="333375"/>
                </a:lnTo>
                <a:lnTo>
                  <a:pt x="685800" y="333375"/>
                </a:lnTo>
                <a:lnTo>
                  <a:pt x="685800" y="304800"/>
                </a:lnTo>
                <a:lnTo>
                  <a:pt x="695325" y="304800"/>
                </a:lnTo>
                <a:lnTo>
                  <a:pt x="695325" y="314325"/>
                </a:lnTo>
                <a:lnTo>
                  <a:pt x="704850" y="314325"/>
                </a:lnTo>
                <a:lnTo>
                  <a:pt x="704850" y="304800"/>
                </a:lnTo>
                <a:lnTo>
                  <a:pt x="714375" y="304800"/>
                </a:lnTo>
                <a:lnTo>
                  <a:pt x="714375" y="295275"/>
                </a:lnTo>
                <a:lnTo>
                  <a:pt x="733425" y="295275"/>
                </a:lnTo>
                <a:close/>
                <a:moveTo>
                  <a:pt x="161925" y="314325"/>
                </a:moveTo>
                <a:lnTo>
                  <a:pt x="171450" y="314325"/>
                </a:lnTo>
                <a:lnTo>
                  <a:pt x="171450" y="323850"/>
                </a:lnTo>
                <a:lnTo>
                  <a:pt x="161925" y="323850"/>
                </a:lnTo>
                <a:close/>
                <a:moveTo>
                  <a:pt x="523875" y="314325"/>
                </a:moveTo>
                <a:lnTo>
                  <a:pt x="533400" y="314325"/>
                </a:lnTo>
                <a:lnTo>
                  <a:pt x="533400" y="323850"/>
                </a:lnTo>
                <a:lnTo>
                  <a:pt x="523875" y="323850"/>
                </a:lnTo>
                <a:close/>
                <a:moveTo>
                  <a:pt x="742950" y="314325"/>
                </a:moveTo>
                <a:lnTo>
                  <a:pt x="762000" y="314325"/>
                </a:lnTo>
                <a:lnTo>
                  <a:pt x="762000" y="333375"/>
                </a:lnTo>
                <a:lnTo>
                  <a:pt x="752475" y="333375"/>
                </a:lnTo>
                <a:lnTo>
                  <a:pt x="752475" y="342900"/>
                </a:lnTo>
                <a:lnTo>
                  <a:pt x="742950" y="342900"/>
                </a:lnTo>
                <a:lnTo>
                  <a:pt x="742950" y="352425"/>
                </a:lnTo>
                <a:lnTo>
                  <a:pt x="733425" y="352425"/>
                </a:lnTo>
                <a:lnTo>
                  <a:pt x="733425" y="333375"/>
                </a:lnTo>
                <a:lnTo>
                  <a:pt x="742950" y="333375"/>
                </a:lnTo>
                <a:close/>
                <a:moveTo>
                  <a:pt x="161925" y="333375"/>
                </a:moveTo>
                <a:lnTo>
                  <a:pt x="171450" y="333375"/>
                </a:lnTo>
                <a:lnTo>
                  <a:pt x="171450" y="342900"/>
                </a:lnTo>
                <a:lnTo>
                  <a:pt x="161925" y="342900"/>
                </a:lnTo>
                <a:close/>
                <a:moveTo>
                  <a:pt x="390525" y="333375"/>
                </a:moveTo>
                <a:lnTo>
                  <a:pt x="400050" y="333375"/>
                </a:lnTo>
                <a:lnTo>
                  <a:pt x="400050" y="342900"/>
                </a:lnTo>
                <a:lnTo>
                  <a:pt x="390525" y="342900"/>
                </a:lnTo>
                <a:close/>
                <a:moveTo>
                  <a:pt x="409575" y="333375"/>
                </a:moveTo>
                <a:lnTo>
                  <a:pt x="419100" y="333375"/>
                </a:lnTo>
                <a:lnTo>
                  <a:pt x="419100" y="352425"/>
                </a:lnTo>
                <a:lnTo>
                  <a:pt x="409575" y="352425"/>
                </a:lnTo>
                <a:close/>
                <a:moveTo>
                  <a:pt x="523875" y="333375"/>
                </a:moveTo>
                <a:lnTo>
                  <a:pt x="533400" y="333375"/>
                </a:lnTo>
                <a:lnTo>
                  <a:pt x="533400" y="342900"/>
                </a:lnTo>
                <a:lnTo>
                  <a:pt x="542925" y="342900"/>
                </a:lnTo>
                <a:lnTo>
                  <a:pt x="542925" y="352425"/>
                </a:lnTo>
                <a:lnTo>
                  <a:pt x="523875" y="352425"/>
                </a:lnTo>
                <a:close/>
                <a:moveTo>
                  <a:pt x="628650" y="333375"/>
                </a:moveTo>
                <a:lnTo>
                  <a:pt x="638175" y="333375"/>
                </a:lnTo>
                <a:lnTo>
                  <a:pt x="638175" y="352425"/>
                </a:lnTo>
                <a:lnTo>
                  <a:pt x="628650" y="352425"/>
                </a:lnTo>
                <a:close/>
                <a:moveTo>
                  <a:pt x="647700" y="333375"/>
                </a:moveTo>
                <a:lnTo>
                  <a:pt x="657225" y="333375"/>
                </a:lnTo>
                <a:lnTo>
                  <a:pt x="657225" y="352425"/>
                </a:lnTo>
                <a:lnTo>
                  <a:pt x="647700" y="352425"/>
                </a:lnTo>
                <a:close/>
                <a:moveTo>
                  <a:pt x="762000" y="333375"/>
                </a:moveTo>
                <a:lnTo>
                  <a:pt x="771525" y="333375"/>
                </a:lnTo>
                <a:lnTo>
                  <a:pt x="771525" y="342900"/>
                </a:lnTo>
                <a:lnTo>
                  <a:pt x="762000" y="342900"/>
                </a:lnTo>
                <a:close/>
                <a:moveTo>
                  <a:pt x="381000" y="342900"/>
                </a:moveTo>
                <a:lnTo>
                  <a:pt x="390525" y="342900"/>
                </a:lnTo>
                <a:lnTo>
                  <a:pt x="390525" y="352425"/>
                </a:lnTo>
                <a:lnTo>
                  <a:pt x="381000" y="352425"/>
                </a:lnTo>
                <a:close/>
                <a:moveTo>
                  <a:pt x="504825" y="342900"/>
                </a:moveTo>
                <a:lnTo>
                  <a:pt x="514350" y="342900"/>
                </a:lnTo>
                <a:lnTo>
                  <a:pt x="514350" y="352425"/>
                </a:lnTo>
                <a:lnTo>
                  <a:pt x="504825" y="352425"/>
                </a:lnTo>
                <a:close/>
                <a:moveTo>
                  <a:pt x="600075" y="342900"/>
                </a:moveTo>
                <a:lnTo>
                  <a:pt x="609600" y="342900"/>
                </a:lnTo>
                <a:lnTo>
                  <a:pt x="609600" y="352425"/>
                </a:lnTo>
                <a:lnTo>
                  <a:pt x="600075" y="352425"/>
                </a:lnTo>
                <a:close/>
                <a:moveTo>
                  <a:pt x="723900" y="352425"/>
                </a:moveTo>
                <a:lnTo>
                  <a:pt x="733425" y="352425"/>
                </a:lnTo>
                <a:lnTo>
                  <a:pt x="733425" y="371475"/>
                </a:lnTo>
                <a:lnTo>
                  <a:pt x="752475" y="371475"/>
                </a:lnTo>
                <a:lnTo>
                  <a:pt x="752475" y="381000"/>
                </a:lnTo>
                <a:lnTo>
                  <a:pt x="742950" y="381000"/>
                </a:lnTo>
                <a:lnTo>
                  <a:pt x="742950" y="400050"/>
                </a:lnTo>
                <a:lnTo>
                  <a:pt x="723900" y="400050"/>
                </a:lnTo>
                <a:lnTo>
                  <a:pt x="723900" y="390525"/>
                </a:lnTo>
                <a:lnTo>
                  <a:pt x="714375" y="390525"/>
                </a:lnTo>
                <a:lnTo>
                  <a:pt x="714375" y="381000"/>
                </a:lnTo>
                <a:lnTo>
                  <a:pt x="695325" y="381000"/>
                </a:lnTo>
                <a:lnTo>
                  <a:pt x="695325" y="371475"/>
                </a:lnTo>
                <a:lnTo>
                  <a:pt x="714375" y="371475"/>
                </a:lnTo>
                <a:lnTo>
                  <a:pt x="714375" y="361950"/>
                </a:lnTo>
                <a:lnTo>
                  <a:pt x="723900" y="361950"/>
                </a:lnTo>
                <a:close/>
                <a:moveTo>
                  <a:pt x="161925" y="381000"/>
                </a:moveTo>
                <a:lnTo>
                  <a:pt x="171450" y="381000"/>
                </a:lnTo>
                <a:lnTo>
                  <a:pt x="171450" y="390525"/>
                </a:lnTo>
                <a:lnTo>
                  <a:pt x="161925" y="390525"/>
                </a:lnTo>
                <a:close/>
                <a:moveTo>
                  <a:pt x="190500" y="381000"/>
                </a:moveTo>
                <a:lnTo>
                  <a:pt x="200025" y="381000"/>
                </a:lnTo>
                <a:lnTo>
                  <a:pt x="200025" y="438150"/>
                </a:lnTo>
                <a:lnTo>
                  <a:pt x="209550" y="438150"/>
                </a:lnTo>
                <a:lnTo>
                  <a:pt x="209550" y="447675"/>
                </a:lnTo>
                <a:lnTo>
                  <a:pt x="161925" y="447675"/>
                </a:lnTo>
                <a:lnTo>
                  <a:pt x="161925" y="409575"/>
                </a:lnTo>
                <a:lnTo>
                  <a:pt x="190500" y="409575"/>
                </a:lnTo>
                <a:close/>
                <a:moveTo>
                  <a:pt x="504825" y="381000"/>
                </a:moveTo>
                <a:lnTo>
                  <a:pt x="514350" y="381000"/>
                </a:lnTo>
                <a:lnTo>
                  <a:pt x="514350" y="400050"/>
                </a:lnTo>
                <a:lnTo>
                  <a:pt x="504825" y="400050"/>
                </a:lnTo>
                <a:close/>
                <a:moveTo>
                  <a:pt x="723900" y="390525"/>
                </a:moveTo>
                <a:lnTo>
                  <a:pt x="733425" y="390525"/>
                </a:lnTo>
                <a:lnTo>
                  <a:pt x="733425" y="381000"/>
                </a:lnTo>
                <a:lnTo>
                  <a:pt x="723900" y="381000"/>
                </a:lnTo>
                <a:close/>
                <a:moveTo>
                  <a:pt x="285750" y="438150"/>
                </a:moveTo>
                <a:lnTo>
                  <a:pt x="295275" y="438150"/>
                </a:lnTo>
                <a:lnTo>
                  <a:pt x="295275" y="447675"/>
                </a:lnTo>
                <a:lnTo>
                  <a:pt x="285750" y="447675"/>
                </a:lnTo>
                <a:close/>
                <a:moveTo>
                  <a:pt x="314325" y="438150"/>
                </a:moveTo>
                <a:lnTo>
                  <a:pt x="323850" y="438150"/>
                </a:lnTo>
                <a:lnTo>
                  <a:pt x="323850" y="447675"/>
                </a:lnTo>
                <a:lnTo>
                  <a:pt x="314325" y="447675"/>
                </a:lnTo>
                <a:close/>
                <a:moveTo>
                  <a:pt x="381000" y="438150"/>
                </a:moveTo>
                <a:lnTo>
                  <a:pt x="390525" y="438150"/>
                </a:lnTo>
                <a:lnTo>
                  <a:pt x="390525" y="447675"/>
                </a:lnTo>
                <a:lnTo>
                  <a:pt x="381000" y="447675"/>
                </a:lnTo>
                <a:close/>
                <a:moveTo>
                  <a:pt x="352425" y="447675"/>
                </a:moveTo>
                <a:lnTo>
                  <a:pt x="381000" y="447675"/>
                </a:lnTo>
                <a:lnTo>
                  <a:pt x="381000" y="466725"/>
                </a:lnTo>
                <a:lnTo>
                  <a:pt x="352425" y="466725"/>
                </a:lnTo>
                <a:close/>
                <a:moveTo>
                  <a:pt x="561975" y="447675"/>
                </a:moveTo>
                <a:lnTo>
                  <a:pt x="571500" y="447675"/>
                </a:lnTo>
                <a:lnTo>
                  <a:pt x="571500" y="457200"/>
                </a:lnTo>
                <a:lnTo>
                  <a:pt x="590550" y="457200"/>
                </a:lnTo>
                <a:lnTo>
                  <a:pt x="590550" y="466725"/>
                </a:lnTo>
                <a:lnTo>
                  <a:pt x="581025" y="466725"/>
                </a:lnTo>
                <a:lnTo>
                  <a:pt x="581025" y="476250"/>
                </a:lnTo>
                <a:lnTo>
                  <a:pt x="571500" y="476250"/>
                </a:lnTo>
                <a:lnTo>
                  <a:pt x="571500" y="485775"/>
                </a:lnTo>
                <a:lnTo>
                  <a:pt x="561975" y="485775"/>
                </a:lnTo>
                <a:lnTo>
                  <a:pt x="561975" y="495300"/>
                </a:lnTo>
                <a:lnTo>
                  <a:pt x="533400" y="495300"/>
                </a:lnTo>
                <a:lnTo>
                  <a:pt x="533400" y="476250"/>
                </a:lnTo>
                <a:lnTo>
                  <a:pt x="542925" y="476250"/>
                </a:lnTo>
                <a:lnTo>
                  <a:pt x="542925" y="466725"/>
                </a:lnTo>
                <a:lnTo>
                  <a:pt x="552450" y="466725"/>
                </a:lnTo>
                <a:lnTo>
                  <a:pt x="552450" y="457200"/>
                </a:lnTo>
                <a:lnTo>
                  <a:pt x="561975" y="457200"/>
                </a:lnTo>
                <a:close/>
                <a:moveTo>
                  <a:pt x="209550" y="466725"/>
                </a:moveTo>
                <a:lnTo>
                  <a:pt x="219075" y="466725"/>
                </a:lnTo>
                <a:lnTo>
                  <a:pt x="219075" y="476250"/>
                </a:lnTo>
                <a:lnTo>
                  <a:pt x="209550" y="476250"/>
                </a:lnTo>
                <a:close/>
                <a:moveTo>
                  <a:pt x="314325" y="466725"/>
                </a:moveTo>
                <a:lnTo>
                  <a:pt x="323850" y="466725"/>
                </a:lnTo>
                <a:lnTo>
                  <a:pt x="323850" y="476250"/>
                </a:lnTo>
                <a:lnTo>
                  <a:pt x="314325" y="476250"/>
                </a:lnTo>
                <a:close/>
                <a:moveTo>
                  <a:pt x="200025" y="476250"/>
                </a:moveTo>
                <a:lnTo>
                  <a:pt x="209550" y="476250"/>
                </a:lnTo>
                <a:lnTo>
                  <a:pt x="209550" y="485775"/>
                </a:lnTo>
                <a:lnTo>
                  <a:pt x="200025" y="485775"/>
                </a:lnTo>
                <a:close/>
                <a:moveTo>
                  <a:pt x="800100" y="476250"/>
                </a:moveTo>
                <a:lnTo>
                  <a:pt x="809625" y="476250"/>
                </a:lnTo>
                <a:lnTo>
                  <a:pt x="809625" y="495300"/>
                </a:lnTo>
                <a:lnTo>
                  <a:pt x="800100" y="495300"/>
                </a:lnTo>
                <a:close/>
                <a:moveTo>
                  <a:pt x="733425" y="485775"/>
                </a:moveTo>
                <a:lnTo>
                  <a:pt x="742950" y="485775"/>
                </a:lnTo>
                <a:lnTo>
                  <a:pt x="742950" y="523875"/>
                </a:lnTo>
                <a:lnTo>
                  <a:pt x="752475" y="523875"/>
                </a:lnTo>
                <a:lnTo>
                  <a:pt x="752475" y="533400"/>
                </a:lnTo>
                <a:lnTo>
                  <a:pt x="742950" y="533400"/>
                </a:lnTo>
                <a:lnTo>
                  <a:pt x="742950" y="542925"/>
                </a:lnTo>
                <a:lnTo>
                  <a:pt x="714375" y="542925"/>
                </a:lnTo>
                <a:lnTo>
                  <a:pt x="714375" y="552450"/>
                </a:lnTo>
                <a:lnTo>
                  <a:pt x="704850" y="552450"/>
                </a:lnTo>
                <a:lnTo>
                  <a:pt x="704850" y="533400"/>
                </a:lnTo>
                <a:lnTo>
                  <a:pt x="714375" y="533400"/>
                </a:lnTo>
                <a:lnTo>
                  <a:pt x="714375" y="523875"/>
                </a:lnTo>
                <a:lnTo>
                  <a:pt x="704850" y="523875"/>
                </a:lnTo>
                <a:lnTo>
                  <a:pt x="704850" y="504825"/>
                </a:lnTo>
                <a:lnTo>
                  <a:pt x="714375" y="504825"/>
                </a:lnTo>
                <a:lnTo>
                  <a:pt x="714375" y="523875"/>
                </a:lnTo>
                <a:lnTo>
                  <a:pt x="723900" y="523875"/>
                </a:lnTo>
                <a:lnTo>
                  <a:pt x="723900" y="504825"/>
                </a:lnTo>
                <a:lnTo>
                  <a:pt x="733425" y="504825"/>
                </a:lnTo>
                <a:close/>
                <a:moveTo>
                  <a:pt x="809625" y="495300"/>
                </a:moveTo>
                <a:lnTo>
                  <a:pt x="819150" y="495300"/>
                </a:lnTo>
                <a:lnTo>
                  <a:pt x="819150" y="504825"/>
                </a:lnTo>
                <a:lnTo>
                  <a:pt x="809625" y="504825"/>
                </a:lnTo>
                <a:close/>
                <a:moveTo>
                  <a:pt x="390525" y="504825"/>
                </a:moveTo>
                <a:lnTo>
                  <a:pt x="400050" y="504825"/>
                </a:lnTo>
                <a:lnTo>
                  <a:pt x="400050" y="514350"/>
                </a:lnTo>
                <a:lnTo>
                  <a:pt x="390525" y="514350"/>
                </a:lnTo>
                <a:close/>
                <a:moveTo>
                  <a:pt x="666750" y="533400"/>
                </a:moveTo>
                <a:lnTo>
                  <a:pt x="676275" y="533400"/>
                </a:lnTo>
                <a:lnTo>
                  <a:pt x="676275" y="542925"/>
                </a:lnTo>
                <a:lnTo>
                  <a:pt x="666750" y="542925"/>
                </a:lnTo>
                <a:close/>
                <a:moveTo>
                  <a:pt x="200025" y="542925"/>
                </a:moveTo>
                <a:lnTo>
                  <a:pt x="209550" y="542925"/>
                </a:lnTo>
                <a:lnTo>
                  <a:pt x="209550" y="552450"/>
                </a:lnTo>
                <a:lnTo>
                  <a:pt x="200025" y="552450"/>
                </a:lnTo>
                <a:close/>
                <a:moveTo>
                  <a:pt x="314325" y="542925"/>
                </a:moveTo>
                <a:lnTo>
                  <a:pt x="323850" y="542925"/>
                </a:lnTo>
                <a:lnTo>
                  <a:pt x="323850" y="552450"/>
                </a:lnTo>
                <a:lnTo>
                  <a:pt x="314325" y="552450"/>
                </a:lnTo>
                <a:close/>
                <a:moveTo>
                  <a:pt x="381000" y="542925"/>
                </a:moveTo>
                <a:lnTo>
                  <a:pt x="390525" y="542925"/>
                </a:lnTo>
                <a:lnTo>
                  <a:pt x="390525" y="552450"/>
                </a:lnTo>
                <a:lnTo>
                  <a:pt x="400050" y="552450"/>
                </a:lnTo>
                <a:lnTo>
                  <a:pt x="400050" y="542925"/>
                </a:lnTo>
                <a:lnTo>
                  <a:pt x="409575" y="542925"/>
                </a:lnTo>
                <a:lnTo>
                  <a:pt x="409575" y="552450"/>
                </a:lnTo>
                <a:lnTo>
                  <a:pt x="400050" y="552450"/>
                </a:lnTo>
                <a:lnTo>
                  <a:pt x="400050" y="561975"/>
                </a:lnTo>
                <a:lnTo>
                  <a:pt x="381000" y="561975"/>
                </a:lnTo>
                <a:close/>
                <a:moveTo>
                  <a:pt x="676275" y="542925"/>
                </a:moveTo>
                <a:lnTo>
                  <a:pt x="695325" y="542925"/>
                </a:lnTo>
                <a:lnTo>
                  <a:pt x="695325" y="552450"/>
                </a:lnTo>
                <a:lnTo>
                  <a:pt x="676275" y="552450"/>
                </a:lnTo>
                <a:close/>
                <a:moveTo>
                  <a:pt x="342900" y="552450"/>
                </a:moveTo>
                <a:lnTo>
                  <a:pt x="361950" y="552450"/>
                </a:lnTo>
                <a:lnTo>
                  <a:pt x="361950" y="561975"/>
                </a:lnTo>
                <a:lnTo>
                  <a:pt x="342900" y="561975"/>
                </a:lnTo>
                <a:close/>
                <a:moveTo>
                  <a:pt x="723900" y="552450"/>
                </a:moveTo>
                <a:lnTo>
                  <a:pt x="752475" y="552450"/>
                </a:lnTo>
                <a:lnTo>
                  <a:pt x="752475" y="561975"/>
                </a:lnTo>
                <a:lnTo>
                  <a:pt x="742950" y="561975"/>
                </a:lnTo>
                <a:lnTo>
                  <a:pt x="742950" y="581025"/>
                </a:lnTo>
                <a:lnTo>
                  <a:pt x="733425" y="581025"/>
                </a:lnTo>
                <a:lnTo>
                  <a:pt x="733425" y="590550"/>
                </a:lnTo>
                <a:lnTo>
                  <a:pt x="723900" y="590550"/>
                </a:lnTo>
                <a:close/>
                <a:moveTo>
                  <a:pt x="161925" y="561975"/>
                </a:moveTo>
                <a:lnTo>
                  <a:pt x="190500" y="561975"/>
                </a:lnTo>
                <a:lnTo>
                  <a:pt x="190500" y="581025"/>
                </a:lnTo>
                <a:lnTo>
                  <a:pt x="257175" y="581025"/>
                </a:lnTo>
                <a:lnTo>
                  <a:pt x="257175" y="590550"/>
                </a:lnTo>
                <a:lnTo>
                  <a:pt x="171450" y="590550"/>
                </a:lnTo>
                <a:lnTo>
                  <a:pt x="171450" y="581025"/>
                </a:lnTo>
                <a:lnTo>
                  <a:pt x="161925" y="581025"/>
                </a:lnTo>
                <a:close/>
                <a:moveTo>
                  <a:pt x="209550" y="561975"/>
                </a:moveTo>
                <a:lnTo>
                  <a:pt x="219075" y="561975"/>
                </a:lnTo>
                <a:lnTo>
                  <a:pt x="219075" y="571500"/>
                </a:lnTo>
                <a:lnTo>
                  <a:pt x="209550" y="571500"/>
                </a:lnTo>
                <a:close/>
                <a:moveTo>
                  <a:pt x="447675" y="571500"/>
                </a:moveTo>
                <a:lnTo>
                  <a:pt x="457200" y="571500"/>
                </a:lnTo>
                <a:lnTo>
                  <a:pt x="457200" y="590550"/>
                </a:lnTo>
                <a:lnTo>
                  <a:pt x="447675" y="590550"/>
                </a:lnTo>
                <a:lnTo>
                  <a:pt x="447675" y="600075"/>
                </a:lnTo>
                <a:lnTo>
                  <a:pt x="438150" y="600075"/>
                </a:lnTo>
                <a:lnTo>
                  <a:pt x="438150" y="590550"/>
                </a:lnTo>
                <a:lnTo>
                  <a:pt x="428625" y="590550"/>
                </a:lnTo>
                <a:lnTo>
                  <a:pt x="428625" y="581025"/>
                </a:lnTo>
                <a:lnTo>
                  <a:pt x="447675" y="581025"/>
                </a:lnTo>
                <a:close/>
                <a:moveTo>
                  <a:pt x="523875" y="571500"/>
                </a:moveTo>
                <a:lnTo>
                  <a:pt x="533400" y="571500"/>
                </a:lnTo>
                <a:lnTo>
                  <a:pt x="533400" y="600075"/>
                </a:lnTo>
                <a:lnTo>
                  <a:pt x="523875" y="600075"/>
                </a:lnTo>
                <a:close/>
                <a:moveTo>
                  <a:pt x="695325" y="571500"/>
                </a:moveTo>
                <a:lnTo>
                  <a:pt x="704850" y="571500"/>
                </a:lnTo>
                <a:lnTo>
                  <a:pt x="704850" y="581025"/>
                </a:lnTo>
                <a:lnTo>
                  <a:pt x="714375" y="581025"/>
                </a:lnTo>
                <a:lnTo>
                  <a:pt x="714375" y="590550"/>
                </a:lnTo>
                <a:lnTo>
                  <a:pt x="723900" y="590550"/>
                </a:lnTo>
                <a:lnTo>
                  <a:pt x="723900" y="600075"/>
                </a:lnTo>
                <a:lnTo>
                  <a:pt x="733425" y="600075"/>
                </a:lnTo>
                <a:lnTo>
                  <a:pt x="733425" y="609600"/>
                </a:lnTo>
                <a:lnTo>
                  <a:pt x="723900" y="609600"/>
                </a:lnTo>
                <a:lnTo>
                  <a:pt x="723900" y="628650"/>
                </a:lnTo>
                <a:lnTo>
                  <a:pt x="714375" y="628650"/>
                </a:lnTo>
                <a:lnTo>
                  <a:pt x="714375" y="609600"/>
                </a:lnTo>
                <a:lnTo>
                  <a:pt x="695325" y="609600"/>
                </a:lnTo>
                <a:lnTo>
                  <a:pt x="695325" y="600075"/>
                </a:lnTo>
                <a:lnTo>
                  <a:pt x="704850" y="600075"/>
                </a:lnTo>
                <a:lnTo>
                  <a:pt x="704850" y="590550"/>
                </a:lnTo>
                <a:lnTo>
                  <a:pt x="695325" y="590550"/>
                </a:lnTo>
                <a:close/>
                <a:moveTo>
                  <a:pt x="171450" y="581025"/>
                </a:moveTo>
                <a:lnTo>
                  <a:pt x="180975" y="581025"/>
                </a:lnTo>
                <a:lnTo>
                  <a:pt x="180975" y="571500"/>
                </a:lnTo>
                <a:lnTo>
                  <a:pt x="171450" y="571500"/>
                </a:lnTo>
                <a:close/>
                <a:moveTo>
                  <a:pt x="266700" y="581025"/>
                </a:moveTo>
                <a:lnTo>
                  <a:pt x="276225" y="581025"/>
                </a:lnTo>
                <a:lnTo>
                  <a:pt x="276225" y="590550"/>
                </a:lnTo>
                <a:lnTo>
                  <a:pt x="266700" y="590550"/>
                </a:lnTo>
                <a:close/>
                <a:moveTo>
                  <a:pt x="542925" y="581025"/>
                </a:moveTo>
                <a:lnTo>
                  <a:pt x="552450" y="581025"/>
                </a:lnTo>
                <a:lnTo>
                  <a:pt x="552450" y="590550"/>
                </a:lnTo>
                <a:lnTo>
                  <a:pt x="542925" y="590550"/>
                </a:lnTo>
                <a:close/>
                <a:moveTo>
                  <a:pt x="600075" y="590550"/>
                </a:moveTo>
                <a:lnTo>
                  <a:pt x="609600" y="590550"/>
                </a:lnTo>
                <a:lnTo>
                  <a:pt x="609600" y="609600"/>
                </a:lnTo>
                <a:lnTo>
                  <a:pt x="600075" y="609600"/>
                </a:lnTo>
                <a:close/>
                <a:moveTo>
                  <a:pt x="657225" y="590550"/>
                </a:moveTo>
                <a:lnTo>
                  <a:pt x="666750" y="590550"/>
                </a:lnTo>
                <a:lnTo>
                  <a:pt x="666750" y="600075"/>
                </a:lnTo>
                <a:lnTo>
                  <a:pt x="657225" y="600075"/>
                </a:lnTo>
                <a:close/>
                <a:moveTo>
                  <a:pt x="152400" y="609600"/>
                </a:moveTo>
                <a:lnTo>
                  <a:pt x="161925" y="609600"/>
                </a:lnTo>
                <a:lnTo>
                  <a:pt x="161925" y="619125"/>
                </a:lnTo>
                <a:lnTo>
                  <a:pt x="152400" y="619125"/>
                </a:lnTo>
                <a:close/>
                <a:moveTo>
                  <a:pt x="447675" y="609600"/>
                </a:moveTo>
                <a:lnTo>
                  <a:pt x="457200" y="609600"/>
                </a:lnTo>
                <a:lnTo>
                  <a:pt x="457200" y="619125"/>
                </a:lnTo>
                <a:lnTo>
                  <a:pt x="476250" y="619125"/>
                </a:lnTo>
                <a:lnTo>
                  <a:pt x="476250" y="638175"/>
                </a:lnTo>
                <a:lnTo>
                  <a:pt x="438150" y="638175"/>
                </a:lnTo>
                <a:lnTo>
                  <a:pt x="438150" y="647700"/>
                </a:lnTo>
                <a:lnTo>
                  <a:pt x="419100" y="647700"/>
                </a:lnTo>
                <a:lnTo>
                  <a:pt x="419100" y="619125"/>
                </a:lnTo>
                <a:lnTo>
                  <a:pt x="447675" y="619125"/>
                </a:lnTo>
                <a:close/>
                <a:moveTo>
                  <a:pt x="533400" y="609600"/>
                </a:moveTo>
                <a:lnTo>
                  <a:pt x="542925" y="609600"/>
                </a:lnTo>
                <a:lnTo>
                  <a:pt x="542925" y="619125"/>
                </a:lnTo>
                <a:lnTo>
                  <a:pt x="533400" y="619125"/>
                </a:lnTo>
                <a:close/>
                <a:moveTo>
                  <a:pt x="180975" y="619125"/>
                </a:moveTo>
                <a:lnTo>
                  <a:pt x="276225" y="619125"/>
                </a:lnTo>
                <a:lnTo>
                  <a:pt x="276225" y="628650"/>
                </a:lnTo>
                <a:lnTo>
                  <a:pt x="180975" y="628650"/>
                </a:lnTo>
                <a:close/>
                <a:moveTo>
                  <a:pt x="371475" y="619125"/>
                </a:moveTo>
                <a:lnTo>
                  <a:pt x="409575" y="619125"/>
                </a:lnTo>
                <a:lnTo>
                  <a:pt x="409575" y="628650"/>
                </a:lnTo>
                <a:lnTo>
                  <a:pt x="371475" y="628650"/>
                </a:lnTo>
                <a:close/>
                <a:moveTo>
                  <a:pt x="790575" y="628650"/>
                </a:moveTo>
                <a:lnTo>
                  <a:pt x="800100" y="628650"/>
                </a:lnTo>
                <a:lnTo>
                  <a:pt x="800100" y="638175"/>
                </a:lnTo>
                <a:lnTo>
                  <a:pt x="790575" y="638175"/>
                </a:lnTo>
                <a:close/>
                <a:moveTo>
                  <a:pt x="209550" y="638175"/>
                </a:moveTo>
                <a:lnTo>
                  <a:pt x="219075" y="638175"/>
                </a:lnTo>
                <a:lnTo>
                  <a:pt x="219075" y="647700"/>
                </a:lnTo>
                <a:lnTo>
                  <a:pt x="209550" y="647700"/>
                </a:lnTo>
                <a:close/>
                <a:moveTo>
                  <a:pt x="247650" y="638175"/>
                </a:moveTo>
                <a:lnTo>
                  <a:pt x="266700" y="638175"/>
                </a:lnTo>
                <a:lnTo>
                  <a:pt x="266700" y="647700"/>
                </a:lnTo>
                <a:lnTo>
                  <a:pt x="247650" y="647700"/>
                </a:lnTo>
                <a:close/>
                <a:moveTo>
                  <a:pt x="571500" y="714375"/>
                </a:moveTo>
                <a:lnTo>
                  <a:pt x="590550" y="714375"/>
                </a:lnTo>
                <a:lnTo>
                  <a:pt x="590550" y="723900"/>
                </a:lnTo>
                <a:lnTo>
                  <a:pt x="600075" y="723900"/>
                </a:lnTo>
                <a:lnTo>
                  <a:pt x="600075" y="733425"/>
                </a:lnTo>
                <a:lnTo>
                  <a:pt x="590550" y="733425"/>
                </a:lnTo>
                <a:lnTo>
                  <a:pt x="590550" y="742950"/>
                </a:lnTo>
                <a:lnTo>
                  <a:pt x="571500" y="742950"/>
                </a:lnTo>
                <a:lnTo>
                  <a:pt x="571500" y="733425"/>
                </a:lnTo>
                <a:lnTo>
                  <a:pt x="581025" y="733425"/>
                </a:lnTo>
                <a:lnTo>
                  <a:pt x="581025" y="723900"/>
                </a:lnTo>
                <a:lnTo>
                  <a:pt x="571500" y="723900"/>
                </a:lnTo>
                <a:close/>
                <a:moveTo>
                  <a:pt x="676275" y="714375"/>
                </a:moveTo>
                <a:lnTo>
                  <a:pt x="704850" y="714375"/>
                </a:lnTo>
                <a:lnTo>
                  <a:pt x="704850" y="723900"/>
                </a:lnTo>
                <a:lnTo>
                  <a:pt x="676275" y="723900"/>
                </a:lnTo>
                <a:close/>
                <a:moveTo>
                  <a:pt x="323850" y="733425"/>
                </a:moveTo>
                <a:lnTo>
                  <a:pt x="333375" y="733425"/>
                </a:lnTo>
                <a:lnTo>
                  <a:pt x="333375" y="742950"/>
                </a:lnTo>
                <a:lnTo>
                  <a:pt x="323850" y="742950"/>
                </a:lnTo>
                <a:close/>
                <a:moveTo>
                  <a:pt x="523875" y="781050"/>
                </a:moveTo>
                <a:lnTo>
                  <a:pt x="533400" y="781050"/>
                </a:lnTo>
                <a:lnTo>
                  <a:pt x="533400" y="790575"/>
                </a:lnTo>
                <a:lnTo>
                  <a:pt x="523875" y="790575"/>
                </a:lnTo>
                <a:close/>
                <a:moveTo>
                  <a:pt x="85725" y="800100"/>
                </a:moveTo>
                <a:lnTo>
                  <a:pt x="95250" y="800100"/>
                </a:lnTo>
                <a:lnTo>
                  <a:pt x="95250" y="809625"/>
                </a:lnTo>
                <a:lnTo>
                  <a:pt x="85725" y="809625"/>
                </a:lnTo>
                <a:close/>
                <a:moveTo>
                  <a:pt x="152400" y="800100"/>
                </a:moveTo>
                <a:lnTo>
                  <a:pt x="161925" y="800100"/>
                </a:lnTo>
                <a:lnTo>
                  <a:pt x="161925" y="809625"/>
                </a:lnTo>
                <a:lnTo>
                  <a:pt x="152400" y="809625"/>
                </a:lnTo>
                <a:close/>
                <a:moveTo>
                  <a:pt x="247650" y="800100"/>
                </a:moveTo>
                <a:lnTo>
                  <a:pt x="257175" y="800100"/>
                </a:lnTo>
                <a:lnTo>
                  <a:pt x="257175" y="809625"/>
                </a:lnTo>
                <a:lnTo>
                  <a:pt x="247650" y="809625"/>
                </a:lnTo>
                <a:close/>
                <a:moveTo>
                  <a:pt x="962025" y="800100"/>
                </a:moveTo>
                <a:lnTo>
                  <a:pt x="990600" y="800100"/>
                </a:lnTo>
                <a:lnTo>
                  <a:pt x="990600" y="809625"/>
                </a:lnTo>
                <a:lnTo>
                  <a:pt x="962025" y="809625"/>
                </a:lnTo>
                <a:close/>
              </a:path>
            </a:pathLst>
          </a:custGeom>
          <a:solidFill xmlns:a="http://schemas.openxmlformats.org/drawingml/2006/main">
            <a:srgbClr val="F6F8F3"/>
          </a:solidFill>
          <a:ln xmlns:a="http://schemas.openxmlformats.org/drawingml/2006/main" w="0">
            <a:noFill/>
          </a:ln>
        </p:spPr>
      </p:sp>
      <p:sp>
        <p:nvSpPr>
          <p:cNvPr id="195" name="v20 vector #f8f7f3">
            <a:extLst xmlns:a="http://schemas.openxmlformats.org/drawingml/2006/main">
              <a:ext uri="{FF2B5EF4-FFF2-40B4-BE49-F238E27FC236}">
                <a16:creationId xmlns:a16="http://schemas.microsoft.com/office/drawing/2014/main" id="{D90EAD38-979A-463E-8728-0CE3801440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5350" y="4848225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219075" y="0"/>
                </a:moveTo>
                <a:lnTo>
                  <a:pt x="495300" y="0"/>
                </a:lnTo>
                <a:lnTo>
                  <a:pt x="495300" y="19050"/>
                </a:lnTo>
                <a:lnTo>
                  <a:pt x="504825" y="19050"/>
                </a:lnTo>
                <a:lnTo>
                  <a:pt x="504825" y="28575"/>
                </a:lnTo>
                <a:lnTo>
                  <a:pt x="514350" y="28575"/>
                </a:lnTo>
                <a:lnTo>
                  <a:pt x="514350" y="19050"/>
                </a:lnTo>
                <a:lnTo>
                  <a:pt x="523875" y="19050"/>
                </a:lnTo>
                <a:lnTo>
                  <a:pt x="523875" y="0"/>
                </a:lnTo>
                <a:lnTo>
                  <a:pt x="561975" y="0"/>
                </a:lnTo>
                <a:lnTo>
                  <a:pt x="561975" y="9525"/>
                </a:lnTo>
                <a:lnTo>
                  <a:pt x="552450" y="9525"/>
                </a:lnTo>
                <a:lnTo>
                  <a:pt x="552450" y="28575"/>
                </a:lnTo>
                <a:lnTo>
                  <a:pt x="542925" y="28575"/>
                </a:lnTo>
                <a:lnTo>
                  <a:pt x="542925" y="38100"/>
                </a:lnTo>
                <a:lnTo>
                  <a:pt x="514350" y="38100"/>
                </a:lnTo>
                <a:lnTo>
                  <a:pt x="514350" y="57150"/>
                </a:lnTo>
                <a:lnTo>
                  <a:pt x="504825" y="57150"/>
                </a:lnTo>
                <a:lnTo>
                  <a:pt x="504825" y="76200"/>
                </a:lnTo>
                <a:lnTo>
                  <a:pt x="495300" y="76200"/>
                </a:lnTo>
                <a:lnTo>
                  <a:pt x="495300" y="85725"/>
                </a:lnTo>
                <a:lnTo>
                  <a:pt x="485775" y="85725"/>
                </a:lnTo>
                <a:lnTo>
                  <a:pt x="485775" y="95250"/>
                </a:lnTo>
                <a:lnTo>
                  <a:pt x="476250" y="95250"/>
                </a:lnTo>
                <a:lnTo>
                  <a:pt x="476250" y="85725"/>
                </a:lnTo>
                <a:lnTo>
                  <a:pt x="457200" y="85725"/>
                </a:lnTo>
                <a:lnTo>
                  <a:pt x="457200" y="76200"/>
                </a:lnTo>
                <a:lnTo>
                  <a:pt x="447675" y="76200"/>
                </a:lnTo>
                <a:lnTo>
                  <a:pt x="447675" y="85725"/>
                </a:lnTo>
                <a:lnTo>
                  <a:pt x="438150" y="85725"/>
                </a:lnTo>
                <a:lnTo>
                  <a:pt x="438150" y="76200"/>
                </a:lnTo>
                <a:lnTo>
                  <a:pt x="428625" y="76200"/>
                </a:lnTo>
                <a:lnTo>
                  <a:pt x="428625" y="85725"/>
                </a:lnTo>
                <a:lnTo>
                  <a:pt x="419100" y="85725"/>
                </a:lnTo>
                <a:lnTo>
                  <a:pt x="419100" y="104775"/>
                </a:lnTo>
                <a:lnTo>
                  <a:pt x="381000" y="104775"/>
                </a:lnTo>
                <a:lnTo>
                  <a:pt x="381000" y="95250"/>
                </a:lnTo>
                <a:lnTo>
                  <a:pt x="390525" y="95250"/>
                </a:lnTo>
                <a:lnTo>
                  <a:pt x="390525" y="85725"/>
                </a:lnTo>
                <a:lnTo>
                  <a:pt x="371475" y="85725"/>
                </a:lnTo>
                <a:lnTo>
                  <a:pt x="371475" y="76200"/>
                </a:lnTo>
                <a:lnTo>
                  <a:pt x="361950" y="76200"/>
                </a:lnTo>
                <a:lnTo>
                  <a:pt x="361950" y="85725"/>
                </a:lnTo>
                <a:lnTo>
                  <a:pt x="342900" y="85725"/>
                </a:lnTo>
                <a:lnTo>
                  <a:pt x="342900" y="104775"/>
                </a:lnTo>
                <a:lnTo>
                  <a:pt x="333375" y="104775"/>
                </a:lnTo>
                <a:lnTo>
                  <a:pt x="333375" y="95250"/>
                </a:lnTo>
                <a:lnTo>
                  <a:pt x="323850" y="95250"/>
                </a:lnTo>
                <a:lnTo>
                  <a:pt x="323850" y="85725"/>
                </a:lnTo>
                <a:lnTo>
                  <a:pt x="314325" y="85725"/>
                </a:lnTo>
                <a:lnTo>
                  <a:pt x="314325" y="76200"/>
                </a:lnTo>
                <a:lnTo>
                  <a:pt x="295275" y="76200"/>
                </a:lnTo>
                <a:lnTo>
                  <a:pt x="295275" y="66675"/>
                </a:lnTo>
                <a:lnTo>
                  <a:pt x="304800" y="66675"/>
                </a:lnTo>
                <a:lnTo>
                  <a:pt x="304800" y="38100"/>
                </a:lnTo>
                <a:lnTo>
                  <a:pt x="247650" y="38100"/>
                </a:lnTo>
                <a:lnTo>
                  <a:pt x="247650" y="28575"/>
                </a:lnTo>
                <a:lnTo>
                  <a:pt x="228600" y="28575"/>
                </a:lnTo>
                <a:lnTo>
                  <a:pt x="228600" y="38100"/>
                </a:lnTo>
                <a:lnTo>
                  <a:pt x="200025" y="38100"/>
                </a:lnTo>
                <a:lnTo>
                  <a:pt x="200025" y="19050"/>
                </a:lnTo>
                <a:lnTo>
                  <a:pt x="209550" y="19050"/>
                </a:lnTo>
                <a:lnTo>
                  <a:pt x="209550" y="9525"/>
                </a:lnTo>
                <a:lnTo>
                  <a:pt x="219075" y="9525"/>
                </a:lnTo>
                <a:close/>
                <a:moveTo>
                  <a:pt x="581025" y="0"/>
                </a:moveTo>
                <a:lnTo>
                  <a:pt x="600075" y="0"/>
                </a:lnTo>
                <a:lnTo>
                  <a:pt x="600075" y="9525"/>
                </a:lnTo>
                <a:lnTo>
                  <a:pt x="609600" y="9525"/>
                </a:lnTo>
                <a:lnTo>
                  <a:pt x="609600" y="19050"/>
                </a:lnTo>
                <a:lnTo>
                  <a:pt x="600075" y="19050"/>
                </a:lnTo>
                <a:lnTo>
                  <a:pt x="600075" y="28575"/>
                </a:lnTo>
                <a:lnTo>
                  <a:pt x="571500" y="28575"/>
                </a:lnTo>
                <a:lnTo>
                  <a:pt x="571500" y="19050"/>
                </a:lnTo>
                <a:lnTo>
                  <a:pt x="581025" y="19050"/>
                </a:lnTo>
                <a:close/>
                <a:moveTo>
                  <a:pt x="666750" y="0"/>
                </a:moveTo>
                <a:lnTo>
                  <a:pt x="695325" y="0"/>
                </a:lnTo>
                <a:lnTo>
                  <a:pt x="695325" y="9525"/>
                </a:lnTo>
                <a:lnTo>
                  <a:pt x="685800" y="9525"/>
                </a:lnTo>
                <a:lnTo>
                  <a:pt x="685800" y="19050"/>
                </a:lnTo>
                <a:lnTo>
                  <a:pt x="676275" y="19050"/>
                </a:lnTo>
                <a:lnTo>
                  <a:pt x="676275" y="9525"/>
                </a:lnTo>
                <a:lnTo>
                  <a:pt x="666750" y="9525"/>
                </a:lnTo>
                <a:close/>
                <a:moveTo>
                  <a:pt x="762000" y="0"/>
                </a:moveTo>
                <a:lnTo>
                  <a:pt x="771525" y="0"/>
                </a:lnTo>
                <a:lnTo>
                  <a:pt x="771525" y="9525"/>
                </a:lnTo>
                <a:lnTo>
                  <a:pt x="762000" y="9525"/>
                </a:lnTo>
                <a:close/>
                <a:moveTo>
                  <a:pt x="942975" y="0"/>
                </a:moveTo>
                <a:lnTo>
                  <a:pt x="952500" y="0"/>
                </a:lnTo>
                <a:lnTo>
                  <a:pt x="952500" y="9525"/>
                </a:lnTo>
                <a:lnTo>
                  <a:pt x="942975" y="9525"/>
                </a:lnTo>
                <a:close/>
                <a:moveTo>
                  <a:pt x="990600" y="0"/>
                </a:moveTo>
                <a:lnTo>
                  <a:pt x="1009650" y="0"/>
                </a:lnTo>
                <a:lnTo>
                  <a:pt x="1009650" y="19050"/>
                </a:lnTo>
                <a:lnTo>
                  <a:pt x="981075" y="19050"/>
                </a:lnTo>
                <a:lnTo>
                  <a:pt x="981075" y="9525"/>
                </a:lnTo>
                <a:lnTo>
                  <a:pt x="990600" y="9525"/>
                </a:lnTo>
                <a:close/>
                <a:moveTo>
                  <a:pt x="1181100" y="0"/>
                </a:moveTo>
                <a:lnTo>
                  <a:pt x="1190625" y="0"/>
                </a:lnTo>
                <a:lnTo>
                  <a:pt x="1190625" y="28575"/>
                </a:lnTo>
                <a:lnTo>
                  <a:pt x="1181100" y="28575"/>
                </a:lnTo>
                <a:close/>
                <a:moveTo>
                  <a:pt x="238125" y="19050"/>
                </a:moveTo>
                <a:lnTo>
                  <a:pt x="247650" y="19050"/>
                </a:lnTo>
                <a:lnTo>
                  <a:pt x="247650" y="9525"/>
                </a:lnTo>
                <a:lnTo>
                  <a:pt x="238125" y="9525"/>
                </a:lnTo>
                <a:close/>
                <a:moveTo>
                  <a:pt x="809625" y="19050"/>
                </a:moveTo>
                <a:lnTo>
                  <a:pt x="828675" y="19050"/>
                </a:lnTo>
                <a:lnTo>
                  <a:pt x="828675" y="38100"/>
                </a:lnTo>
                <a:lnTo>
                  <a:pt x="809625" y="38100"/>
                </a:lnTo>
                <a:close/>
                <a:moveTo>
                  <a:pt x="933450" y="19050"/>
                </a:moveTo>
                <a:lnTo>
                  <a:pt x="942975" y="19050"/>
                </a:lnTo>
                <a:lnTo>
                  <a:pt x="942975" y="28575"/>
                </a:lnTo>
                <a:lnTo>
                  <a:pt x="962025" y="28575"/>
                </a:lnTo>
                <a:lnTo>
                  <a:pt x="962025" y="57150"/>
                </a:lnTo>
                <a:lnTo>
                  <a:pt x="952500" y="57150"/>
                </a:lnTo>
                <a:lnTo>
                  <a:pt x="952500" y="47625"/>
                </a:lnTo>
                <a:lnTo>
                  <a:pt x="942975" y="47625"/>
                </a:lnTo>
                <a:lnTo>
                  <a:pt x="942975" y="38100"/>
                </a:lnTo>
                <a:lnTo>
                  <a:pt x="933450" y="38100"/>
                </a:lnTo>
                <a:close/>
                <a:moveTo>
                  <a:pt x="1009650" y="19050"/>
                </a:moveTo>
                <a:lnTo>
                  <a:pt x="1028700" y="19050"/>
                </a:lnTo>
                <a:lnTo>
                  <a:pt x="1028700" y="38100"/>
                </a:lnTo>
                <a:lnTo>
                  <a:pt x="1000125" y="38100"/>
                </a:lnTo>
                <a:lnTo>
                  <a:pt x="1000125" y="28575"/>
                </a:lnTo>
                <a:lnTo>
                  <a:pt x="1009650" y="28575"/>
                </a:lnTo>
                <a:close/>
                <a:moveTo>
                  <a:pt x="152400" y="28575"/>
                </a:moveTo>
                <a:lnTo>
                  <a:pt x="171450" y="28575"/>
                </a:lnTo>
                <a:lnTo>
                  <a:pt x="171450" y="47625"/>
                </a:lnTo>
                <a:lnTo>
                  <a:pt x="152400" y="47625"/>
                </a:lnTo>
                <a:close/>
                <a:moveTo>
                  <a:pt x="295275" y="28575"/>
                </a:moveTo>
                <a:lnTo>
                  <a:pt x="304800" y="28575"/>
                </a:lnTo>
                <a:lnTo>
                  <a:pt x="304800" y="19050"/>
                </a:lnTo>
                <a:lnTo>
                  <a:pt x="295275" y="19050"/>
                </a:lnTo>
                <a:close/>
                <a:moveTo>
                  <a:pt x="666750" y="28575"/>
                </a:moveTo>
                <a:lnTo>
                  <a:pt x="685800" y="28575"/>
                </a:lnTo>
                <a:lnTo>
                  <a:pt x="685800" y="47625"/>
                </a:lnTo>
                <a:lnTo>
                  <a:pt x="666750" y="47625"/>
                </a:lnTo>
                <a:close/>
                <a:moveTo>
                  <a:pt x="723900" y="28575"/>
                </a:moveTo>
                <a:lnTo>
                  <a:pt x="742950" y="28575"/>
                </a:lnTo>
                <a:lnTo>
                  <a:pt x="742950" y="38100"/>
                </a:lnTo>
                <a:lnTo>
                  <a:pt x="752475" y="38100"/>
                </a:lnTo>
                <a:lnTo>
                  <a:pt x="752475" y="47625"/>
                </a:lnTo>
                <a:lnTo>
                  <a:pt x="742950" y="47625"/>
                </a:lnTo>
                <a:lnTo>
                  <a:pt x="742950" y="57150"/>
                </a:lnTo>
                <a:lnTo>
                  <a:pt x="733425" y="57150"/>
                </a:lnTo>
                <a:lnTo>
                  <a:pt x="733425" y="47625"/>
                </a:lnTo>
                <a:lnTo>
                  <a:pt x="723900" y="47625"/>
                </a:lnTo>
                <a:close/>
                <a:moveTo>
                  <a:pt x="552450" y="38100"/>
                </a:moveTo>
                <a:lnTo>
                  <a:pt x="571500" y="38100"/>
                </a:lnTo>
                <a:lnTo>
                  <a:pt x="571500" y="57150"/>
                </a:lnTo>
                <a:lnTo>
                  <a:pt x="561975" y="57150"/>
                </a:lnTo>
                <a:lnTo>
                  <a:pt x="561975" y="47625"/>
                </a:lnTo>
                <a:lnTo>
                  <a:pt x="552450" y="47625"/>
                </a:lnTo>
                <a:close/>
                <a:moveTo>
                  <a:pt x="895350" y="38100"/>
                </a:moveTo>
                <a:lnTo>
                  <a:pt x="914400" y="38100"/>
                </a:lnTo>
                <a:lnTo>
                  <a:pt x="914400" y="47625"/>
                </a:lnTo>
                <a:lnTo>
                  <a:pt x="895350" y="47625"/>
                </a:lnTo>
                <a:close/>
                <a:moveTo>
                  <a:pt x="28575" y="47625"/>
                </a:moveTo>
                <a:lnTo>
                  <a:pt x="57150" y="47625"/>
                </a:lnTo>
                <a:lnTo>
                  <a:pt x="57150" y="57150"/>
                </a:lnTo>
                <a:lnTo>
                  <a:pt x="47625" y="57150"/>
                </a:lnTo>
                <a:lnTo>
                  <a:pt x="47625" y="66675"/>
                </a:lnTo>
                <a:lnTo>
                  <a:pt x="38100" y="66675"/>
                </a:lnTo>
                <a:lnTo>
                  <a:pt x="38100" y="85725"/>
                </a:lnTo>
                <a:lnTo>
                  <a:pt x="28575" y="85725"/>
                </a:lnTo>
                <a:lnTo>
                  <a:pt x="28575" y="95250"/>
                </a:lnTo>
                <a:lnTo>
                  <a:pt x="19050" y="95250"/>
                </a:lnTo>
                <a:lnTo>
                  <a:pt x="19050" y="57150"/>
                </a:lnTo>
                <a:lnTo>
                  <a:pt x="28575" y="57150"/>
                </a:lnTo>
                <a:close/>
                <a:moveTo>
                  <a:pt x="1162050" y="47625"/>
                </a:moveTo>
                <a:lnTo>
                  <a:pt x="1171575" y="47625"/>
                </a:lnTo>
                <a:lnTo>
                  <a:pt x="1171575" y="57150"/>
                </a:lnTo>
                <a:lnTo>
                  <a:pt x="1162050" y="57150"/>
                </a:lnTo>
                <a:close/>
                <a:moveTo>
                  <a:pt x="85725" y="66675"/>
                </a:moveTo>
                <a:lnTo>
                  <a:pt x="95250" y="66675"/>
                </a:lnTo>
                <a:lnTo>
                  <a:pt x="95250" y="76200"/>
                </a:lnTo>
                <a:lnTo>
                  <a:pt x="104775" y="76200"/>
                </a:lnTo>
                <a:lnTo>
                  <a:pt x="104775" y="85725"/>
                </a:lnTo>
                <a:lnTo>
                  <a:pt x="85725" y="85725"/>
                </a:lnTo>
                <a:close/>
                <a:moveTo>
                  <a:pt x="457200" y="95250"/>
                </a:moveTo>
                <a:lnTo>
                  <a:pt x="466725" y="95250"/>
                </a:lnTo>
                <a:lnTo>
                  <a:pt x="466725" y="104775"/>
                </a:lnTo>
                <a:lnTo>
                  <a:pt x="457200" y="104775"/>
                </a:lnTo>
                <a:close/>
                <a:moveTo>
                  <a:pt x="28575" y="114300"/>
                </a:moveTo>
                <a:lnTo>
                  <a:pt x="38100" y="114300"/>
                </a:lnTo>
                <a:lnTo>
                  <a:pt x="38100" y="123825"/>
                </a:lnTo>
                <a:lnTo>
                  <a:pt x="28575" y="123825"/>
                </a:lnTo>
                <a:close/>
                <a:moveTo>
                  <a:pt x="66675" y="114300"/>
                </a:moveTo>
                <a:lnTo>
                  <a:pt x="85725" y="114300"/>
                </a:lnTo>
                <a:lnTo>
                  <a:pt x="85725" y="123825"/>
                </a:lnTo>
                <a:lnTo>
                  <a:pt x="133350" y="123825"/>
                </a:lnTo>
                <a:lnTo>
                  <a:pt x="133350" y="133350"/>
                </a:lnTo>
                <a:lnTo>
                  <a:pt x="114300" y="133350"/>
                </a:lnTo>
                <a:lnTo>
                  <a:pt x="114300" y="161925"/>
                </a:lnTo>
                <a:lnTo>
                  <a:pt x="104775" y="161925"/>
                </a:lnTo>
                <a:lnTo>
                  <a:pt x="104775" y="171450"/>
                </a:lnTo>
                <a:lnTo>
                  <a:pt x="85725" y="171450"/>
                </a:lnTo>
                <a:lnTo>
                  <a:pt x="85725" y="152400"/>
                </a:lnTo>
                <a:lnTo>
                  <a:pt x="76200" y="152400"/>
                </a:lnTo>
                <a:lnTo>
                  <a:pt x="76200" y="142875"/>
                </a:lnTo>
                <a:lnTo>
                  <a:pt x="66675" y="142875"/>
                </a:lnTo>
                <a:close/>
                <a:moveTo>
                  <a:pt x="0" y="123825"/>
                </a:moveTo>
                <a:lnTo>
                  <a:pt x="28575" y="123825"/>
                </a:lnTo>
                <a:lnTo>
                  <a:pt x="28575" y="152400"/>
                </a:lnTo>
                <a:lnTo>
                  <a:pt x="9525" y="152400"/>
                </a:lnTo>
                <a:lnTo>
                  <a:pt x="9525" y="142875"/>
                </a:lnTo>
                <a:lnTo>
                  <a:pt x="0" y="142875"/>
                </a:lnTo>
                <a:close/>
                <a:moveTo>
                  <a:pt x="57150" y="171450"/>
                </a:moveTo>
                <a:lnTo>
                  <a:pt x="66675" y="171450"/>
                </a:lnTo>
                <a:lnTo>
                  <a:pt x="66675" y="190500"/>
                </a:lnTo>
                <a:lnTo>
                  <a:pt x="57150" y="190500"/>
                </a:lnTo>
                <a:close/>
                <a:moveTo>
                  <a:pt x="19050" y="200025"/>
                </a:moveTo>
                <a:lnTo>
                  <a:pt x="28575" y="200025"/>
                </a:lnTo>
                <a:lnTo>
                  <a:pt x="28575" y="219075"/>
                </a:lnTo>
                <a:lnTo>
                  <a:pt x="19050" y="219075"/>
                </a:lnTo>
                <a:close/>
                <a:moveTo>
                  <a:pt x="76200" y="200025"/>
                </a:moveTo>
                <a:lnTo>
                  <a:pt x="85725" y="200025"/>
                </a:lnTo>
                <a:lnTo>
                  <a:pt x="85725" y="219075"/>
                </a:lnTo>
                <a:lnTo>
                  <a:pt x="76200" y="219075"/>
                </a:lnTo>
                <a:lnTo>
                  <a:pt x="76200" y="228600"/>
                </a:lnTo>
                <a:lnTo>
                  <a:pt x="66675" y="228600"/>
                </a:lnTo>
                <a:lnTo>
                  <a:pt x="66675" y="209550"/>
                </a:lnTo>
                <a:lnTo>
                  <a:pt x="76200" y="209550"/>
                </a:lnTo>
                <a:close/>
                <a:moveTo>
                  <a:pt x="695325" y="209550"/>
                </a:moveTo>
                <a:lnTo>
                  <a:pt x="704850" y="209550"/>
                </a:lnTo>
                <a:lnTo>
                  <a:pt x="704850" y="219075"/>
                </a:lnTo>
                <a:lnTo>
                  <a:pt x="695325" y="219075"/>
                </a:lnTo>
                <a:close/>
                <a:moveTo>
                  <a:pt x="1190625" y="209550"/>
                </a:moveTo>
                <a:lnTo>
                  <a:pt x="1200150" y="209550"/>
                </a:lnTo>
                <a:lnTo>
                  <a:pt x="1200150" y="219075"/>
                </a:lnTo>
                <a:lnTo>
                  <a:pt x="1190625" y="219075"/>
                </a:lnTo>
                <a:close/>
                <a:moveTo>
                  <a:pt x="438150" y="238125"/>
                </a:moveTo>
                <a:lnTo>
                  <a:pt x="447675" y="238125"/>
                </a:lnTo>
                <a:lnTo>
                  <a:pt x="447675" y="247650"/>
                </a:lnTo>
                <a:lnTo>
                  <a:pt x="438150" y="247650"/>
                </a:lnTo>
                <a:close/>
                <a:moveTo>
                  <a:pt x="1162050" y="238125"/>
                </a:moveTo>
                <a:lnTo>
                  <a:pt x="1171575" y="238125"/>
                </a:lnTo>
                <a:lnTo>
                  <a:pt x="1171575" y="247650"/>
                </a:lnTo>
                <a:lnTo>
                  <a:pt x="1162050" y="247650"/>
                </a:lnTo>
                <a:close/>
                <a:moveTo>
                  <a:pt x="609600" y="247650"/>
                </a:moveTo>
                <a:lnTo>
                  <a:pt x="638175" y="247650"/>
                </a:lnTo>
                <a:lnTo>
                  <a:pt x="638175" y="266700"/>
                </a:lnTo>
                <a:lnTo>
                  <a:pt x="609600" y="266700"/>
                </a:lnTo>
                <a:close/>
                <a:moveTo>
                  <a:pt x="228600" y="257175"/>
                </a:moveTo>
                <a:lnTo>
                  <a:pt x="266700" y="257175"/>
                </a:lnTo>
                <a:lnTo>
                  <a:pt x="266700" y="266700"/>
                </a:lnTo>
                <a:lnTo>
                  <a:pt x="238125" y="266700"/>
                </a:lnTo>
                <a:lnTo>
                  <a:pt x="238125" y="285750"/>
                </a:lnTo>
                <a:lnTo>
                  <a:pt x="247650" y="285750"/>
                </a:lnTo>
                <a:lnTo>
                  <a:pt x="247650" y="295275"/>
                </a:lnTo>
                <a:lnTo>
                  <a:pt x="257175" y="295275"/>
                </a:lnTo>
                <a:lnTo>
                  <a:pt x="257175" y="304800"/>
                </a:lnTo>
                <a:lnTo>
                  <a:pt x="266700" y="304800"/>
                </a:lnTo>
                <a:lnTo>
                  <a:pt x="266700" y="323850"/>
                </a:lnTo>
                <a:lnTo>
                  <a:pt x="257175" y="323850"/>
                </a:lnTo>
                <a:lnTo>
                  <a:pt x="257175" y="333375"/>
                </a:lnTo>
                <a:lnTo>
                  <a:pt x="266700" y="333375"/>
                </a:lnTo>
                <a:lnTo>
                  <a:pt x="266700" y="342900"/>
                </a:lnTo>
                <a:lnTo>
                  <a:pt x="247650" y="342900"/>
                </a:lnTo>
                <a:lnTo>
                  <a:pt x="247650" y="333375"/>
                </a:lnTo>
                <a:lnTo>
                  <a:pt x="238125" y="333375"/>
                </a:lnTo>
                <a:lnTo>
                  <a:pt x="238125" y="323850"/>
                </a:lnTo>
                <a:lnTo>
                  <a:pt x="228600" y="323850"/>
                </a:lnTo>
                <a:lnTo>
                  <a:pt x="228600" y="304800"/>
                </a:lnTo>
                <a:lnTo>
                  <a:pt x="209550" y="304800"/>
                </a:lnTo>
                <a:lnTo>
                  <a:pt x="209550" y="314325"/>
                </a:lnTo>
                <a:lnTo>
                  <a:pt x="200025" y="314325"/>
                </a:lnTo>
                <a:lnTo>
                  <a:pt x="200025" y="323850"/>
                </a:lnTo>
                <a:lnTo>
                  <a:pt x="180975" y="323850"/>
                </a:lnTo>
                <a:lnTo>
                  <a:pt x="180975" y="314325"/>
                </a:lnTo>
                <a:lnTo>
                  <a:pt x="171450" y="314325"/>
                </a:lnTo>
                <a:lnTo>
                  <a:pt x="171450" y="276225"/>
                </a:lnTo>
                <a:lnTo>
                  <a:pt x="180975" y="276225"/>
                </a:lnTo>
                <a:lnTo>
                  <a:pt x="180975" y="266700"/>
                </a:lnTo>
                <a:lnTo>
                  <a:pt x="190500" y="266700"/>
                </a:lnTo>
                <a:lnTo>
                  <a:pt x="190500" y="276225"/>
                </a:lnTo>
                <a:lnTo>
                  <a:pt x="200025" y="276225"/>
                </a:lnTo>
                <a:lnTo>
                  <a:pt x="200025" y="266700"/>
                </a:lnTo>
                <a:lnTo>
                  <a:pt x="228600" y="266700"/>
                </a:lnTo>
                <a:close/>
                <a:moveTo>
                  <a:pt x="276225" y="257175"/>
                </a:moveTo>
                <a:lnTo>
                  <a:pt x="295275" y="257175"/>
                </a:lnTo>
                <a:lnTo>
                  <a:pt x="295275" y="276225"/>
                </a:lnTo>
                <a:lnTo>
                  <a:pt x="276225" y="276225"/>
                </a:lnTo>
                <a:close/>
                <a:moveTo>
                  <a:pt x="438150" y="257175"/>
                </a:moveTo>
                <a:lnTo>
                  <a:pt x="447675" y="257175"/>
                </a:lnTo>
                <a:lnTo>
                  <a:pt x="447675" y="266700"/>
                </a:lnTo>
                <a:lnTo>
                  <a:pt x="438150" y="266700"/>
                </a:lnTo>
                <a:close/>
                <a:moveTo>
                  <a:pt x="495300" y="266700"/>
                </a:moveTo>
                <a:lnTo>
                  <a:pt x="504825" y="266700"/>
                </a:lnTo>
                <a:lnTo>
                  <a:pt x="504825" y="276225"/>
                </a:lnTo>
                <a:lnTo>
                  <a:pt x="495300" y="276225"/>
                </a:lnTo>
                <a:close/>
                <a:moveTo>
                  <a:pt x="600075" y="266700"/>
                </a:moveTo>
                <a:lnTo>
                  <a:pt x="609600" y="266700"/>
                </a:lnTo>
                <a:lnTo>
                  <a:pt x="609600" y="276225"/>
                </a:lnTo>
                <a:lnTo>
                  <a:pt x="600075" y="276225"/>
                </a:lnTo>
                <a:close/>
                <a:moveTo>
                  <a:pt x="1143000" y="304800"/>
                </a:moveTo>
                <a:lnTo>
                  <a:pt x="1162050" y="304800"/>
                </a:lnTo>
                <a:lnTo>
                  <a:pt x="1162050" y="314325"/>
                </a:lnTo>
                <a:lnTo>
                  <a:pt x="1143000" y="314325"/>
                </a:lnTo>
                <a:close/>
                <a:moveTo>
                  <a:pt x="1200150" y="304800"/>
                </a:moveTo>
                <a:lnTo>
                  <a:pt x="1209675" y="304800"/>
                </a:lnTo>
                <a:lnTo>
                  <a:pt x="1209675" y="314325"/>
                </a:lnTo>
                <a:lnTo>
                  <a:pt x="1200150" y="314325"/>
                </a:lnTo>
                <a:close/>
                <a:moveTo>
                  <a:pt x="1190625" y="323850"/>
                </a:moveTo>
                <a:lnTo>
                  <a:pt x="1209675" y="323850"/>
                </a:lnTo>
                <a:lnTo>
                  <a:pt x="1209675" y="333375"/>
                </a:lnTo>
                <a:lnTo>
                  <a:pt x="1190625" y="333375"/>
                </a:lnTo>
                <a:close/>
                <a:moveTo>
                  <a:pt x="752475" y="333375"/>
                </a:moveTo>
                <a:lnTo>
                  <a:pt x="762000" y="333375"/>
                </a:lnTo>
                <a:lnTo>
                  <a:pt x="762000" y="352425"/>
                </a:lnTo>
                <a:lnTo>
                  <a:pt x="781050" y="352425"/>
                </a:lnTo>
                <a:lnTo>
                  <a:pt x="781050" y="371475"/>
                </a:lnTo>
                <a:lnTo>
                  <a:pt x="771525" y="371475"/>
                </a:lnTo>
                <a:lnTo>
                  <a:pt x="771525" y="381000"/>
                </a:lnTo>
                <a:lnTo>
                  <a:pt x="752475" y="381000"/>
                </a:lnTo>
                <a:lnTo>
                  <a:pt x="752475" y="371475"/>
                </a:lnTo>
                <a:lnTo>
                  <a:pt x="733425" y="371475"/>
                </a:lnTo>
                <a:lnTo>
                  <a:pt x="733425" y="352425"/>
                </a:lnTo>
                <a:lnTo>
                  <a:pt x="742950" y="352425"/>
                </a:lnTo>
                <a:lnTo>
                  <a:pt x="742950" y="342900"/>
                </a:lnTo>
                <a:lnTo>
                  <a:pt x="752475" y="342900"/>
                </a:lnTo>
                <a:close/>
                <a:moveTo>
                  <a:pt x="790575" y="352425"/>
                </a:moveTo>
                <a:lnTo>
                  <a:pt x="800100" y="352425"/>
                </a:lnTo>
                <a:lnTo>
                  <a:pt x="800100" y="361950"/>
                </a:lnTo>
                <a:lnTo>
                  <a:pt x="790575" y="361950"/>
                </a:lnTo>
                <a:close/>
                <a:moveTo>
                  <a:pt x="1190625" y="447675"/>
                </a:moveTo>
                <a:lnTo>
                  <a:pt x="1200150" y="447675"/>
                </a:lnTo>
                <a:lnTo>
                  <a:pt x="1200150" y="466725"/>
                </a:lnTo>
                <a:lnTo>
                  <a:pt x="1181100" y="466725"/>
                </a:lnTo>
                <a:lnTo>
                  <a:pt x="1181100" y="457200"/>
                </a:lnTo>
                <a:lnTo>
                  <a:pt x="1190625" y="457200"/>
                </a:lnTo>
                <a:close/>
                <a:moveTo>
                  <a:pt x="66675" y="466725"/>
                </a:moveTo>
                <a:lnTo>
                  <a:pt x="85725" y="466725"/>
                </a:lnTo>
                <a:lnTo>
                  <a:pt x="85725" y="476250"/>
                </a:lnTo>
                <a:lnTo>
                  <a:pt x="66675" y="476250"/>
                </a:lnTo>
                <a:close/>
                <a:moveTo>
                  <a:pt x="581025" y="466725"/>
                </a:moveTo>
                <a:lnTo>
                  <a:pt x="590550" y="466725"/>
                </a:lnTo>
                <a:lnTo>
                  <a:pt x="590550" y="495300"/>
                </a:lnTo>
                <a:lnTo>
                  <a:pt x="581025" y="495300"/>
                </a:lnTo>
                <a:lnTo>
                  <a:pt x="581025" y="504825"/>
                </a:lnTo>
                <a:lnTo>
                  <a:pt x="552450" y="504825"/>
                </a:lnTo>
                <a:lnTo>
                  <a:pt x="552450" y="495300"/>
                </a:lnTo>
                <a:lnTo>
                  <a:pt x="561975" y="495300"/>
                </a:lnTo>
                <a:lnTo>
                  <a:pt x="561975" y="485775"/>
                </a:lnTo>
                <a:lnTo>
                  <a:pt x="571500" y="485775"/>
                </a:lnTo>
                <a:lnTo>
                  <a:pt x="571500" y="476250"/>
                </a:lnTo>
                <a:lnTo>
                  <a:pt x="581025" y="476250"/>
                </a:lnTo>
                <a:close/>
                <a:moveTo>
                  <a:pt x="1114425" y="466725"/>
                </a:moveTo>
                <a:lnTo>
                  <a:pt x="1133475" y="466725"/>
                </a:lnTo>
                <a:lnTo>
                  <a:pt x="1133475" y="476250"/>
                </a:lnTo>
                <a:lnTo>
                  <a:pt x="1114425" y="476250"/>
                </a:lnTo>
                <a:close/>
                <a:moveTo>
                  <a:pt x="95250" y="476250"/>
                </a:moveTo>
                <a:lnTo>
                  <a:pt x="104775" y="476250"/>
                </a:lnTo>
                <a:lnTo>
                  <a:pt x="104775" y="504825"/>
                </a:lnTo>
                <a:lnTo>
                  <a:pt x="85725" y="504825"/>
                </a:lnTo>
                <a:lnTo>
                  <a:pt x="85725" y="485775"/>
                </a:lnTo>
                <a:lnTo>
                  <a:pt x="95250" y="485775"/>
                </a:lnTo>
                <a:close/>
                <a:moveTo>
                  <a:pt x="1028700" y="495300"/>
                </a:moveTo>
                <a:lnTo>
                  <a:pt x="1038225" y="495300"/>
                </a:lnTo>
                <a:lnTo>
                  <a:pt x="1038225" y="514350"/>
                </a:lnTo>
                <a:lnTo>
                  <a:pt x="1028700" y="514350"/>
                </a:lnTo>
                <a:close/>
                <a:moveTo>
                  <a:pt x="409575" y="504825"/>
                </a:moveTo>
                <a:lnTo>
                  <a:pt x="428625" y="504825"/>
                </a:lnTo>
                <a:lnTo>
                  <a:pt x="428625" y="590550"/>
                </a:lnTo>
                <a:lnTo>
                  <a:pt x="419100" y="590550"/>
                </a:lnTo>
                <a:lnTo>
                  <a:pt x="419100" y="571500"/>
                </a:lnTo>
                <a:lnTo>
                  <a:pt x="409575" y="571500"/>
                </a:lnTo>
                <a:close/>
                <a:moveTo>
                  <a:pt x="1200150" y="504825"/>
                </a:moveTo>
                <a:lnTo>
                  <a:pt x="1209675" y="504825"/>
                </a:lnTo>
                <a:lnTo>
                  <a:pt x="1209675" y="533400"/>
                </a:lnTo>
                <a:lnTo>
                  <a:pt x="1190625" y="533400"/>
                </a:lnTo>
                <a:lnTo>
                  <a:pt x="1190625" y="523875"/>
                </a:lnTo>
                <a:lnTo>
                  <a:pt x="1200150" y="523875"/>
                </a:lnTo>
                <a:close/>
                <a:moveTo>
                  <a:pt x="676275" y="523875"/>
                </a:moveTo>
                <a:lnTo>
                  <a:pt x="714375" y="523875"/>
                </a:lnTo>
                <a:lnTo>
                  <a:pt x="714375" y="533400"/>
                </a:lnTo>
                <a:lnTo>
                  <a:pt x="704850" y="533400"/>
                </a:lnTo>
                <a:lnTo>
                  <a:pt x="704850" y="542925"/>
                </a:lnTo>
                <a:lnTo>
                  <a:pt x="676275" y="542925"/>
                </a:lnTo>
                <a:close/>
                <a:moveTo>
                  <a:pt x="1000125" y="542925"/>
                </a:moveTo>
                <a:lnTo>
                  <a:pt x="1009650" y="542925"/>
                </a:lnTo>
                <a:lnTo>
                  <a:pt x="1009650" y="552450"/>
                </a:lnTo>
                <a:lnTo>
                  <a:pt x="1000125" y="552450"/>
                </a:lnTo>
                <a:close/>
                <a:moveTo>
                  <a:pt x="523875" y="561975"/>
                </a:moveTo>
                <a:lnTo>
                  <a:pt x="533400" y="561975"/>
                </a:lnTo>
                <a:lnTo>
                  <a:pt x="533400" y="571500"/>
                </a:lnTo>
                <a:lnTo>
                  <a:pt x="523875" y="571500"/>
                </a:lnTo>
                <a:close/>
                <a:moveTo>
                  <a:pt x="542925" y="561975"/>
                </a:moveTo>
                <a:lnTo>
                  <a:pt x="581025" y="561975"/>
                </a:lnTo>
                <a:lnTo>
                  <a:pt x="581025" y="571500"/>
                </a:lnTo>
                <a:lnTo>
                  <a:pt x="590550" y="571500"/>
                </a:lnTo>
                <a:lnTo>
                  <a:pt x="590550" y="581025"/>
                </a:lnTo>
                <a:lnTo>
                  <a:pt x="600075" y="581025"/>
                </a:lnTo>
                <a:lnTo>
                  <a:pt x="600075" y="609600"/>
                </a:lnTo>
                <a:lnTo>
                  <a:pt x="590550" y="609600"/>
                </a:lnTo>
                <a:lnTo>
                  <a:pt x="590550" y="619125"/>
                </a:lnTo>
                <a:lnTo>
                  <a:pt x="581025" y="619125"/>
                </a:lnTo>
                <a:lnTo>
                  <a:pt x="581025" y="609600"/>
                </a:lnTo>
                <a:lnTo>
                  <a:pt x="561975" y="609600"/>
                </a:lnTo>
                <a:lnTo>
                  <a:pt x="561975" y="590550"/>
                </a:lnTo>
                <a:lnTo>
                  <a:pt x="552450" y="590550"/>
                </a:lnTo>
                <a:lnTo>
                  <a:pt x="552450" y="571500"/>
                </a:lnTo>
                <a:lnTo>
                  <a:pt x="542925" y="571500"/>
                </a:lnTo>
                <a:close/>
                <a:moveTo>
                  <a:pt x="895350" y="561975"/>
                </a:moveTo>
                <a:lnTo>
                  <a:pt x="904875" y="561975"/>
                </a:lnTo>
                <a:lnTo>
                  <a:pt x="904875" y="571500"/>
                </a:lnTo>
                <a:lnTo>
                  <a:pt x="895350" y="571500"/>
                </a:lnTo>
                <a:close/>
                <a:moveTo>
                  <a:pt x="1123950" y="571500"/>
                </a:moveTo>
                <a:lnTo>
                  <a:pt x="1133475" y="571500"/>
                </a:lnTo>
                <a:lnTo>
                  <a:pt x="1133475" y="581025"/>
                </a:lnTo>
                <a:lnTo>
                  <a:pt x="1123950" y="581025"/>
                </a:lnTo>
                <a:close/>
                <a:moveTo>
                  <a:pt x="123825" y="600075"/>
                </a:moveTo>
                <a:lnTo>
                  <a:pt x="133350" y="600075"/>
                </a:lnTo>
                <a:lnTo>
                  <a:pt x="133350" y="609600"/>
                </a:lnTo>
                <a:lnTo>
                  <a:pt x="123825" y="609600"/>
                </a:lnTo>
                <a:close/>
                <a:moveTo>
                  <a:pt x="628650" y="600075"/>
                </a:moveTo>
                <a:lnTo>
                  <a:pt x="657225" y="600075"/>
                </a:lnTo>
                <a:lnTo>
                  <a:pt x="657225" y="628650"/>
                </a:lnTo>
                <a:lnTo>
                  <a:pt x="619125" y="628650"/>
                </a:lnTo>
                <a:lnTo>
                  <a:pt x="619125" y="609600"/>
                </a:lnTo>
                <a:lnTo>
                  <a:pt x="628650" y="609600"/>
                </a:lnTo>
                <a:close/>
                <a:moveTo>
                  <a:pt x="1076325" y="609600"/>
                </a:moveTo>
                <a:lnTo>
                  <a:pt x="1085850" y="609600"/>
                </a:lnTo>
                <a:lnTo>
                  <a:pt x="1085850" y="619125"/>
                </a:lnTo>
                <a:lnTo>
                  <a:pt x="1095375" y="619125"/>
                </a:lnTo>
                <a:lnTo>
                  <a:pt x="1095375" y="628650"/>
                </a:lnTo>
                <a:lnTo>
                  <a:pt x="1076325" y="628650"/>
                </a:lnTo>
                <a:close/>
                <a:moveTo>
                  <a:pt x="171450" y="619125"/>
                </a:moveTo>
                <a:lnTo>
                  <a:pt x="180975" y="619125"/>
                </a:lnTo>
                <a:lnTo>
                  <a:pt x="180975" y="628650"/>
                </a:lnTo>
                <a:lnTo>
                  <a:pt x="171450" y="628650"/>
                </a:lnTo>
                <a:close/>
                <a:moveTo>
                  <a:pt x="1028700" y="619125"/>
                </a:moveTo>
                <a:lnTo>
                  <a:pt x="1038225" y="619125"/>
                </a:lnTo>
                <a:lnTo>
                  <a:pt x="1038225" y="638175"/>
                </a:lnTo>
                <a:lnTo>
                  <a:pt x="1028700" y="638175"/>
                </a:lnTo>
                <a:close/>
                <a:moveTo>
                  <a:pt x="1162050" y="619125"/>
                </a:moveTo>
                <a:lnTo>
                  <a:pt x="1171575" y="619125"/>
                </a:lnTo>
                <a:lnTo>
                  <a:pt x="1171575" y="628650"/>
                </a:lnTo>
                <a:lnTo>
                  <a:pt x="1162050" y="628650"/>
                </a:lnTo>
                <a:close/>
                <a:moveTo>
                  <a:pt x="381000" y="628650"/>
                </a:moveTo>
                <a:lnTo>
                  <a:pt x="419100" y="628650"/>
                </a:lnTo>
                <a:lnTo>
                  <a:pt x="419100" y="647700"/>
                </a:lnTo>
                <a:lnTo>
                  <a:pt x="438150" y="647700"/>
                </a:lnTo>
                <a:lnTo>
                  <a:pt x="438150" y="638175"/>
                </a:lnTo>
                <a:lnTo>
                  <a:pt x="457200" y="638175"/>
                </a:lnTo>
                <a:lnTo>
                  <a:pt x="457200" y="647700"/>
                </a:lnTo>
                <a:lnTo>
                  <a:pt x="447675" y="647700"/>
                </a:lnTo>
                <a:lnTo>
                  <a:pt x="447675" y="666750"/>
                </a:lnTo>
                <a:lnTo>
                  <a:pt x="438150" y="666750"/>
                </a:lnTo>
                <a:lnTo>
                  <a:pt x="438150" y="657225"/>
                </a:lnTo>
                <a:lnTo>
                  <a:pt x="428625" y="657225"/>
                </a:lnTo>
                <a:lnTo>
                  <a:pt x="428625" y="666750"/>
                </a:lnTo>
                <a:lnTo>
                  <a:pt x="419100" y="666750"/>
                </a:lnTo>
                <a:lnTo>
                  <a:pt x="419100" y="657225"/>
                </a:lnTo>
                <a:lnTo>
                  <a:pt x="381000" y="657225"/>
                </a:lnTo>
                <a:lnTo>
                  <a:pt x="381000" y="666750"/>
                </a:lnTo>
                <a:lnTo>
                  <a:pt x="371475" y="666750"/>
                </a:lnTo>
                <a:lnTo>
                  <a:pt x="371475" y="638175"/>
                </a:lnTo>
                <a:lnTo>
                  <a:pt x="381000" y="638175"/>
                </a:lnTo>
                <a:close/>
                <a:moveTo>
                  <a:pt x="85725" y="657225"/>
                </a:moveTo>
                <a:lnTo>
                  <a:pt x="95250" y="657225"/>
                </a:lnTo>
                <a:lnTo>
                  <a:pt x="95250" y="676275"/>
                </a:lnTo>
                <a:lnTo>
                  <a:pt x="85725" y="676275"/>
                </a:lnTo>
                <a:close/>
                <a:moveTo>
                  <a:pt x="47625" y="685800"/>
                </a:moveTo>
                <a:lnTo>
                  <a:pt x="66675" y="685800"/>
                </a:lnTo>
                <a:lnTo>
                  <a:pt x="66675" y="695325"/>
                </a:lnTo>
                <a:lnTo>
                  <a:pt x="57150" y="695325"/>
                </a:lnTo>
                <a:lnTo>
                  <a:pt x="57150" y="704850"/>
                </a:lnTo>
                <a:lnTo>
                  <a:pt x="47625" y="704850"/>
                </a:lnTo>
                <a:close/>
                <a:moveTo>
                  <a:pt x="1152525" y="685800"/>
                </a:moveTo>
                <a:lnTo>
                  <a:pt x="1171575" y="685800"/>
                </a:lnTo>
                <a:lnTo>
                  <a:pt x="1171575" y="695325"/>
                </a:lnTo>
                <a:lnTo>
                  <a:pt x="1152525" y="695325"/>
                </a:lnTo>
                <a:close/>
                <a:moveTo>
                  <a:pt x="790575" y="714375"/>
                </a:moveTo>
                <a:lnTo>
                  <a:pt x="800100" y="714375"/>
                </a:lnTo>
                <a:lnTo>
                  <a:pt x="800100" y="733425"/>
                </a:lnTo>
                <a:lnTo>
                  <a:pt x="781050" y="733425"/>
                </a:lnTo>
                <a:lnTo>
                  <a:pt x="781050" y="723900"/>
                </a:lnTo>
                <a:lnTo>
                  <a:pt x="790575" y="723900"/>
                </a:lnTo>
                <a:close/>
                <a:moveTo>
                  <a:pt x="714375" y="723900"/>
                </a:moveTo>
                <a:lnTo>
                  <a:pt x="723900" y="723900"/>
                </a:lnTo>
                <a:lnTo>
                  <a:pt x="723900" y="733425"/>
                </a:lnTo>
                <a:lnTo>
                  <a:pt x="714375" y="733425"/>
                </a:lnTo>
                <a:close/>
                <a:moveTo>
                  <a:pt x="542925" y="733425"/>
                </a:moveTo>
                <a:lnTo>
                  <a:pt x="552450" y="733425"/>
                </a:lnTo>
                <a:lnTo>
                  <a:pt x="552450" y="742950"/>
                </a:lnTo>
                <a:lnTo>
                  <a:pt x="542925" y="742950"/>
                </a:lnTo>
                <a:close/>
                <a:moveTo>
                  <a:pt x="714375" y="742950"/>
                </a:moveTo>
                <a:lnTo>
                  <a:pt x="723900" y="742950"/>
                </a:lnTo>
                <a:lnTo>
                  <a:pt x="723900" y="752475"/>
                </a:lnTo>
                <a:lnTo>
                  <a:pt x="714375" y="752475"/>
                </a:lnTo>
                <a:close/>
                <a:moveTo>
                  <a:pt x="838200" y="742950"/>
                </a:moveTo>
                <a:lnTo>
                  <a:pt x="847725" y="742950"/>
                </a:lnTo>
                <a:lnTo>
                  <a:pt x="847725" y="752475"/>
                </a:lnTo>
                <a:lnTo>
                  <a:pt x="838200" y="752475"/>
                </a:lnTo>
                <a:close/>
                <a:moveTo>
                  <a:pt x="628650" y="752475"/>
                </a:moveTo>
                <a:lnTo>
                  <a:pt x="647700" y="752475"/>
                </a:lnTo>
                <a:lnTo>
                  <a:pt x="647700" y="762000"/>
                </a:lnTo>
                <a:lnTo>
                  <a:pt x="628650" y="762000"/>
                </a:lnTo>
                <a:close/>
                <a:moveTo>
                  <a:pt x="704850" y="752475"/>
                </a:moveTo>
                <a:lnTo>
                  <a:pt x="714375" y="752475"/>
                </a:lnTo>
                <a:lnTo>
                  <a:pt x="714375" y="771525"/>
                </a:lnTo>
                <a:lnTo>
                  <a:pt x="695325" y="771525"/>
                </a:lnTo>
                <a:lnTo>
                  <a:pt x="695325" y="762000"/>
                </a:lnTo>
                <a:lnTo>
                  <a:pt x="704850" y="762000"/>
                </a:lnTo>
                <a:close/>
                <a:moveTo>
                  <a:pt x="581025" y="762000"/>
                </a:moveTo>
                <a:lnTo>
                  <a:pt x="590550" y="762000"/>
                </a:lnTo>
                <a:lnTo>
                  <a:pt x="590550" y="771525"/>
                </a:lnTo>
                <a:lnTo>
                  <a:pt x="581025" y="771525"/>
                </a:lnTo>
                <a:close/>
                <a:moveTo>
                  <a:pt x="657225" y="781050"/>
                </a:moveTo>
                <a:lnTo>
                  <a:pt x="666750" y="781050"/>
                </a:lnTo>
                <a:lnTo>
                  <a:pt x="666750" y="790575"/>
                </a:lnTo>
                <a:lnTo>
                  <a:pt x="657225" y="790575"/>
                </a:lnTo>
                <a:close/>
                <a:moveTo>
                  <a:pt x="581025" y="790575"/>
                </a:moveTo>
                <a:lnTo>
                  <a:pt x="590550" y="790575"/>
                </a:lnTo>
                <a:lnTo>
                  <a:pt x="590550" y="800100"/>
                </a:lnTo>
                <a:lnTo>
                  <a:pt x="600075" y="800100"/>
                </a:lnTo>
                <a:lnTo>
                  <a:pt x="600075" y="809625"/>
                </a:lnTo>
                <a:lnTo>
                  <a:pt x="571500" y="809625"/>
                </a:lnTo>
                <a:lnTo>
                  <a:pt x="571500" y="800100"/>
                </a:lnTo>
                <a:lnTo>
                  <a:pt x="581025" y="800100"/>
                </a:lnTo>
                <a:close/>
                <a:moveTo>
                  <a:pt x="762000" y="800100"/>
                </a:moveTo>
                <a:lnTo>
                  <a:pt x="781050" y="800100"/>
                </a:lnTo>
                <a:lnTo>
                  <a:pt x="781050" y="809625"/>
                </a:lnTo>
                <a:lnTo>
                  <a:pt x="762000" y="809625"/>
                </a:lnTo>
                <a:close/>
              </a:path>
            </a:pathLst>
          </a:custGeom>
          <a:solidFill xmlns:a="http://schemas.openxmlformats.org/drawingml/2006/main">
            <a:srgbClr val="F8F7F3"/>
          </a:solidFill>
          <a:ln xmlns:a="http://schemas.openxmlformats.org/drawingml/2006/main" w="0">
            <a:noFill/>
          </a:ln>
        </p:spPr>
      </p:sp>
      <p:sp>
        <p:nvSpPr>
          <p:cNvPr id="196" name="v20 vector #f1f4ef">
            <a:extLst xmlns:a="http://schemas.openxmlformats.org/drawingml/2006/main">
              <a:ext uri="{FF2B5EF4-FFF2-40B4-BE49-F238E27FC236}">
                <a16:creationId xmlns:a16="http://schemas.microsoft.com/office/drawing/2014/main" id="{E276570A-5382-4080-A85B-9D5F9E9114C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5350" y="4848225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285750" y="47625"/>
                </a:moveTo>
                <a:lnTo>
                  <a:pt x="295275" y="47625"/>
                </a:lnTo>
                <a:lnTo>
                  <a:pt x="295275" y="76200"/>
                </a:lnTo>
                <a:lnTo>
                  <a:pt x="285750" y="76200"/>
                </a:lnTo>
                <a:lnTo>
                  <a:pt x="285750" y="66675"/>
                </a:lnTo>
                <a:lnTo>
                  <a:pt x="276225" y="66675"/>
                </a:lnTo>
                <a:lnTo>
                  <a:pt x="276225" y="57150"/>
                </a:lnTo>
                <a:lnTo>
                  <a:pt x="285750" y="57150"/>
                </a:lnTo>
                <a:close/>
                <a:moveTo>
                  <a:pt x="542925" y="47625"/>
                </a:moveTo>
                <a:lnTo>
                  <a:pt x="561975" y="47625"/>
                </a:lnTo>
                <a:lnTo>
                  <a:pt x="561975" y="57150"/>
                </a:lnTo>
                <a:lnTo>
                  <a:pt x="542925" y="57150"/>
                </a:lnTo>
                <a:close/>
                <a:moveTo>
                  <a:pt x="257175" y="76200"/>
                </a:moveTo>
                <a:lnTo>
                  <a:pt x="266700" y="76200"/>
                </a:lnTo>
                <a:lnTo>
                  <a:pt x="266700" y="85725"/>
                </a:lnTo>
                <a:lnTo>
                  <a:pt x="276225" y="85725"/>
                </a:lnTo>
                <a:lnTo>
                  <a:pt x="276225" y="152400"/>
                </a:lnTo>
                <a:lnTo>
                  <a:pt x="266700" y="152400"/>
                </a:lnTo>
                <a:lnTo>
                  <a:pt x="266700" y="95250"/>
                </a:lnTo>
                <a:lnTo>
                  <a:pt x="247650" y="95250"/>
                </a:lnTo>
                <a:lnTo>
                  <a:pt x="247650" y="85725"/>
                </a:lnTo>
                <a:lnTo>
                  <a:pt x="257175" y="85725"/>
                </a:lnTo>
                <a:close/>
                <a:moveTo>
                  <a:pt x="514350" y="76200"/>
                </a:moveTo>
                <a:lnTo>
                  <a:pt x="523875" y="76200"/>
                </a:lnTo>
                <a:lnTo>
                  <a:pt x="523875" y="85725"/>
                </a:lnTo>
                <a:lnTo>
                  <a:pt x="514350" y="85725"/>
                </a:lnTo>
                <a:close/>
                <a:moveTo>
                  <a:pt x="581025" y="76200"/>
                </a:moveTo>
                <a:lnTo>
                  <a:pt x="590550" y="76200"/>
                </a:lnTo>
                <a:lnTo>
                  <a:pt x="590550" y="85725"/>
                </a:lnTo>
                <a:lnTo>
                  <a:pt x="581025" y="85725"/>
                </a:lnTo>
                <a:close/>
                <a:moveTo>
                  <a:pt x="542925" y="85725"/>
                </a:moveTo>
                <a:lnTo>
                  <a:pt x="561975" y="85725"/>
                </a:lnTo>
                <a:lnTo>
                  <a:pt x="561975" y="95250"/>
                </a:lnTo>
                <a:lnTo>
                  <a:pt x="542925" y="95250"/>
                </a:lnTo>
                <a:close/>
                <a:moveTo>
                  <a:pt x="752475" y="85725"/>
                </a:moveTo>
                <a:lnTo>
                  <a:pt x="762000" y="85725"/>
                </a:lnTo>
                <a:lnTo>
                  <a:pt x="762000" y="95250"/>
                </a:lnTo>
                <a:lnTo>
                  <a:pt x="752475" y="95250"/>
                </a:lnTo>
                <a:close/>
                <a:moveTo>
                  <a:pt x="1095375" y="85725"/>
                </a:moveTo>
                <a:lnTo>
                  <a:pt x="1104900" y="85725"/>
                </a:lnTo>
                <a:lnTo>
                  <a:pt x="1104900" y="95250"/>
                </a:lnTo>
                <a:lnTo>
                  <a:pt x="1095375" y="95250"/>
                </a:lnTo>
                <a:close/>
                <a:moveTo>
                  <a:pt x="742950" y="95250"/>
                </a:moveTo>
                <a:lnTo>
                  <a:pt x="752475" y="95250"/>
                </a:lnTo>
                <a:lnTo>
                  <a:pt x="752475" y="104775"/>
                </a:lnTo>
                <a:lnTo>
                  <a:pt x="742950" y="104775"/>
                </a:lnTo>
                <a:close/>
                <a:moveTo>
                  <a:pt x="1104900" y="95250"/>
                </a:moveTo>
                <a:lnTo>
                  <a:pt x="1114425" y="95250"/>
                </a:lnTo>
                <a:lnTo>
                  <a:pt x="1114425" y="104775"/>
                </a:lnTo>
                <a:lnTo>
                  <a:pt x="1104900" y="104775"/>
                </a:lnTo>
                <a:close/>
                <a:moveTo>
                  <a:pt x="152400" y="104775"/>
                </a:moveTo>
                <a:lnTo>
                  <a:pt x="161925" y="104775"/>
                </a:lnTo>
                <a:lnTo>
                  <a:pt x="161925" y="114300"/>
                </a:lnTo>
                <a:lnTo>
                  <a:pt x="152400" y="114300"/>
                </a:lnTo>
                <a:close/>
                <a:moveTo>
                  <a:pt x="647700" y="104775"/>
                </a:moveTo>
                <a:lnTo>
                  <a:pt x="657225" y="104775"/>
                </a:lnTo>
                <a:lnTo>
                  <a:pt x="657225" y="114300"/>
                </a:lnTo>
                <a:lnTo>
                  <a:pt x="647700" y="114300"/>
                </a:lnTo>
                <a:close/>
                <a:moveTo>
                  <a:pt x="142875" y="114300"/>
                </a:moveTo>
                <a:lnTo>
                  <a:pt x="152400" y="114300"/>
                </a:lnTo>
                <a:lnTo>
                  <a:pt x="152400" y="123825"/>
                </a:lnTo>
                <a:lnTo>
                  <a:pt x="142875" y="123825"/>
                </a:lnTo>
                <a:close/>
                <a:moveTo>
                  <a:pt x="733425" y="114300"/>
                </a:moveTo>
                <a:lnTo>
                  <a:pt x="742950" y="114300"/>
                </a:lnTo>
                <a:lnTo>
                  <a:pt x="742950" y="123825"/>
                </a:lnTo>
                <a:lnTo>
                  <a:pt x="733425" y="123825"/>
                </a:lnTo>
                <a:close/>
                <a:moveTo>
                  <a:pt x="1114425" y="114300"/>
                </a:moveTo>
                <a:lnTo>
                  <a:pt x="1123950" y="114300"/>
                </a:lnTo>
                <a:lnTo>
                  <a:pt x="1123950" y="123825"/>
                </a:lnTo>
                <a:lnTo>
                  <a:pt x="1114425" y="123825"/>
                </a:lnTo>
                <a:close/>
                <a:moveTo>
                  <a:pt x="133350" y="123825"/>
                </a:moveTo>
                <a:lnTo>
                  <a:pt x="142875" y="123825"/>
                </a:lnTo>
                <a:lnTo>
                  <a:pt x="142875" y="133350"/>
                </a:lnTo>
                <a:lnTo>
                  <a:pt x="133350" y="133350"/>
                </a:lnTo>
                <a:close/>
                <a:moveTo>
                  <a:pt x="561975" y="123825"/>
                </a:moveTo>
                <a:lnTo>
                  <a:pt x="571500" y="123825"/>
                </a:lnTo>
                <a:lnTo>
                  <a:pt x="571500" y="152400"/>
                </a:lnTo>
                <a:lnTo>
                  <a:pt x="561975" y="152400"/>
                </a:lnTo>
                <a:close/>
                <a:moveTo>
                  <a:pt x="676275" y="133350"/>
                </a:moveTo>
                <a:lnTo>
                  <a:pt x="685800" y="133350"/>
                </a:lnTo>
                <a:lnTo>
                  <a:pt x="685800" y="152400"/>
                </a:lnTo>
                <a:lnTo>
                  <a:pt x="676275" y="152400"/>
                </a:lnTo>
                <a:close/>
                <a:moveTo>
                  <a:pt x="723900" y="133350"/>
                </a:moveTo>
                <a:lnTo>
                  <a:pt x="733425" y="133350"/>
                </a:lnTo>
                <a:lnTo>
                  <a:pt x="733425" y="161925"/>
                </a:lnTo>
                <a:lnTo>
                  <a:pt x="714375" y="161925"/>
                </a:lnTo>
                <a:lnTo>
                  <a:pt x="714375" y="171450"/>
                </a:lnTo>
                <a:lnTo>
                  <a:pt x="704850" y="171450"/>
                </a:lnTo>
                <a:lnTo>
                  <a:pt x="704850" y="142875"/>
                </a:lnTo>
                <a:lnTo>
                  <a:pt x="723900" y="142875"/>
                </a:lnTo>
                <a:close/>
                <a:moveTo>
                  <a:pt x="257175" y="152400"/>
                </a:moveTo>
                <a:lnTo>
                  <a:pt x="266700" y="152400"/>
                </a:lnTo>
                <a:lnTo>
                  <a:pt x="266700" y="161925"/>
                </a:lnTo>
                <a:lnTo>
                  <a:pt x="257175" y="161925"/>
                </a:lnTo>
                <a:close/>
                <a:moveTo>
                  <a:pt x="552450" y="152400"/>
                </a:moveTo>
                <a:lnTo>
                  <a:pt x="561975" y="152400"/>
                </a:lnTo>
                <a:lnTo>
                  <a:pt x="561975" y="161925"/>
                </a:lnTo>
                <a:lnTo>
                  <a:pt x="552450" y="161925"/>
                </a:lnTo>
                <a:close/>
                <a:moveTo>
                  <a:pt x="838200" y="200025"/>
                </a:moveTo>
                <a:lnTo>
                  <a:pt x="847725" y="200025"/>
                </a:lnTo>
                <a:lnTo>
                  <a:pt x="847725" y="209550"/>
                </a:lnTo>
                <a:lnTo>
                  <a:pt x="838200" y="209550"/>
                </a:lnTo>
                <a:close/>
                <a:moveTo>
                  <a:pt x="857250" y="200025"/>
                </a:moveTo>
                <a:lnTo>
                  <a:pt x="866775" y="200025"/>
                </a:lnTo>
                <a:lnTo>
                  <a:pt x="866775" y="209550"/>
                </a:lnTo>
                <a:lnTo>
                  <a:pt x="857250" y="209550"/>
                </a:lnTo>
                <a:close/>
                <a:moveTo>
                  <a:pt x="914400" y="200025"/>
                </a:moveTo>
                <a:lnTo>
                  <a:pt x="923925" y="200025"/>
                </a:lnTo>
                <a:lnTo>
                  <a:pt x="923925" y="209550"/>
                </a:lnTo>
                <a:lnTo>
                  <a:pt x="914400" y="209550"/>
                </a:lnTo>
                <a:close/>
                <a:moveTo>
                  <a:pt x="933450" y="200025"/>
                </a:moveTo>
                <a:lnTo>
                  <a:pt x="942975" y="200025"/>
                </a:lnTo>
                <a:lnTo>
                  <a:pt x="942975" y="209550"/>
                </a:lnTo>
                <a:lnTo>
                  <a:pt x="933450" y="209550"/>
                </a:lnTo>
                <a:close/>
                <a:moveTo>
                  <a:pt x="990600" y="200025"/>
                </a:moveTo>
                <a:lnTo>
                  <a:pt x="1000125" y="200025"/>
                </a:lnTo>
                <a:lnTo>
                  <a:pt x="1000125" y="209550"/>
                </a:lnTo>
                <a:lnTo>
                  <a:pt x="990600" y="209550"/>
                </a:lnTo>
                <a:close/>
                <a:moveTo>
                  <a:pt x="1009650" y="200025"/>
                </a:moveTo>
                <a:lnTo>
                  <a:pt x="1019175" y="200025"/>
                </a:lnTo>
                <a:lnTo>
                  <a:pt x="1019175" y="209550"/>
                </a:lnTo>
                <a:lnTo>
                  <a:pt x="1009650" y="209550"/>
                </a:lnTo>
                <a:close/>
                <a:moveTo>
                  <a:pt x="152400" y="247650"/>
                </a:moveTo>
                <a:lnTo>
                  <a:pt x="161925" y="247650"/>
                </a:lnTo>
                <a:lnTo>
                  <a:pt x="161925" y="581025"/>
                </a:lnTo>
                <a:lnTo>
                  <a:pt x="152400" y="581025"/>
                </a:lnTo>
                <a:close/>
                <a:moveTo>
                  <a:pt x="323850" y="266700"/>
                </a:moveTo>
                <a:lnTo>
                  <a:pt x="333375" y="266700"/>
                </a:lnTo>
                <a:lnTo>
                  <a:pt x="333375" y="276225"/>
                </a:lnTo>
                <a:lnTo>
                  <a:pt x="323850" y="276225"/>
                </a:lnTo>
                <a:close/>
                <a:moveTo>
                  <a:pt x="371475" y="266700"/>
                </a:moveTo>
                <a:lnTo>
                  <a:pt x="381000" y="266700"/>
                </a:lnTo>
                <a:lnTo>
                  <a:pt x="381000" y="276225"/>
                </a:lnTo>
                <a:lnTo>
                  <a:pt x="371475" y="276225"/>
                </a:lnTo>
                <a:close/>
                <a:moveTo>
                  <a:pt x="428625" y="266700"/>
                </a:moveTo>
                <a:lnTo>
                  <a:pt x="457200" y="266700"/>
                </a:lnTo>
                <a:lnTo>
                  <a:pt x="457200" y="276225"/>
                </a:lnTo>
                <a:lnTo>
                  <a:pt x="428625" y="276225"/>
                </a:lnTo>
                <a:close/>
                <a:moveTo>
                  <a:pt x="476250" y="266700"/>
                </a:moveTo>
                <a:lnTo>
                  <a:pt x="495300" y="266700"/>
                </a:lnTo>
                <a:lnTo>
                  <a:pt x="495300" y="276225"/>
                </a:lnTo>
                <a:lnTo>
                  <a:pt x="476250" y="276225"/>
                </a:lnTo>
                <a:close/>
                <a:moveTo>
                  <a:pt x="533400" y="266700"/>
                </a:moveTo>
                <a:lnTo>
                  <a:pt x="542925" y="266700"/>
                </a:lnTo>
                <a:lnTo>
                  <a:pt x="542925" y="276225"/>
                </a:lnTo>
                <a:lnTo>
                  <a:pt x="533400" y="276225"/>
                </a:lnTo>
                <a:close/>
                <a:moveTo>
                  <a:pt x="590550" y="266700"/>
                </a:moveTo>
                <a:lnTo>
                  <a:pt x="600075" y="266700"/>
                </a:lnTo>
                <a:lnTo>
                  <a:pt x="600075" y="276225"/>
                </a:lnTo>
                <a:lnTo>
                  <a:pt x="590550" y="276225"/>
                </a:lnTo>
                <a:close/>
                <a:moveTo>
                  <a:pt x="381000" y="276225"/>
                </a:moveTo>
                <a:lnTo>
                  <a:pt x="390525" y="276225"/>
                </a:lnTo>
                <a:lnTo>
                  <a:pt x="390525" y="285750"/>
                </a:lnTo>
                <a:lnTo>
                  <a:pt x="381000" y="285750"/>
                </a:lnTo>
                <a:close/>
                <a:moveTo>
                  <a:pt x="419100" y="276225"/>
                </a:moveTo>
                <a:lnTo>
                  <a:pt x="428625" y="276225"/>
                </a:lnTo>
                <a:lnTo>
                  <a:pt x="428625" y="285750"/>
                </a:lnTo>
                <a:lnTo>
                  <a:pt x="419100" y="285750"/>
                </a:lnTo>
                <a:close/>
                <a:moveTo>
                  <a:pt x="495300" y="276225"/>
                </a:moveTo>
                <a:lnTo>
                  <a:pt x="504825" y="276225"/>
                </a:lnTo>
                <a:lnTo>
                  <a:pt x="504825" y="285750"/>
                </a:lnTo>
                <a:lnTo>
                  <a:pt x="495300" y="285750"/>
                </a:lnTo>
                <a:close/>
                <a:moveTo>
                  <a:pt x="523875" y="276225"/>
                </a:moveTo>
                <a:lnTo>
                  <a:pt x="533400" y="276225"/>
                </a:lnTo>
                <a:lnTo>
                  <a:pt x="533400" y="314325"/>
                </a:lnTo>
                <a:lnTo>
                  <a:pt x="523875" y="314325"/>
                </a:lnTo>
                <a:close/>
                <a:moveTo>
                  <a:pt x="600075" y="276225"/>
                </a:moveTo>
                <a:lnTo>
                  <a:pt x="609600" y="276225"/>
                </a:lnTo>
                <a:lnTo>
                  <a:pt x="609600" y="285750"/>
                </a:lnTo>
                <a:lnTo>
                  <a:pt x="600075" y="285750"/>
                </a:lnTo>
                <a:close/>
                <a:moveTo>
                  <a:pt x="733425" y="276225"/>
                </a:moveTo>
                <a:lnTo>
                  <a:pt x="742950" y="276225"/>
                </a:lnTo>
                <a:lnTo>
                  <a:pt x="742950" y="285750"/>
                </a:lnTo>
                <a:lnTo>
                  <a:pt x="733425" y="285750"/>
                </a:lnTo>
                <a:close/>
                <a:moveTo>
                  <a:pt x="1114425" y="276225"/>
                </a:moveTo>
                <a:lnTo>
                  <a:pt x="1123950" y="276225"/>
                </a:lnTo>
                <a:lnTo>
                  <a:pt x="1123950" y="285750"/>
                </a:lnTo>
                <a:lnTo>
                  <a:pt x="1114425" y="285750"/>
                </a:lnTo>
                <a:close/>
                <a:moveTo>
                  <a:pt x="390525" y="295275"/>
                </a:moveTo>
                <a:lnTo>
                  <a:pt x="400050" y="295275"/>
                </a:lnTo>
                <a:lnTo>
                  <a:pt x="400050" y="333375"/>
                </a:lnTo>
                <a:lnTo>
                  <a:pt x="390525" y="333375"/>
                </a:lnTo>
                <a:close/>
                <a:moveTo>
                  <a:pt x="409575" y="295275"/>
                </a:moveTo>
                <a:lnTo>
                  <a:pt x="419100" y="295275"/>
                </a:lnTo>
                <a:lnTo>
                  <a:pt x="419100" y="333375"/>
                </a:lnTo>
                <a:lnTo>
                  <a:pt x="409575" y="333375"/>
                </a:lnTo>
                <a:close/>
                <a:moveTo>
                  <a:pt x="1104900" y="295275"/>
                </a:moveTo>
                <a:lnTo>
                  <a:pt x="1114425" y="295275"/>
                </a:lnTo>
                <a:lnTo>
                  <a:pt x="1114425" y="304800"/>
                </a:lnTo>
                <a:lnTo>
                  <a:pt x="1104900" y="304800"/>
                </a:lnTo>
                <a:close/>
                <a:moveTo>
                  <a:pt x="733425" y="304800"/>
                </a:moveTo>
                <a:lnTo>
                  <a:pt x="752475" y="304800"/>
                </a:lnTo>
                <a:lnTo>
                  <a:pt x="752475" y="314325"/>
                </a:lnTo>
                <a:lnTo>
                  <a:pt x="742950" y="314325"/>
                </a:lnTo>
                <a:lnTo>
                  <a:pt x="742950" y="323850"/>
                </a:lnTo>
                <a:lnTo>
                  <a:pt x="733425" y="323850"/>
                </a:lnTo>
                <a:close/>
                <a:moveTo>
                  <a:pt x="1095375" y="304800"/>
                </a:moveTo>
                <a:lnTo>
                  <a:pt x="1104900" y="304800"/>
                </a:lnTo>
                <a:lnTo>
                  <a:pt x="1104900" y="314325"/>
                </a:lnTo>
                <a:lnTo>
                  <a:pt x="1095375" y="314325"/>
                </a:lnTo>
                <a:close/>
                <a:moveTo>
                  <a:pt x="762000" y="314325"/>
                </a:moveTo>
                <a:lnTo>
                  <a:pt x="771525" y="314325"/>
                </a:lnTo>
                <a:lnTo>
                  <a:pt x="771525" y="323850"/>
                </a:lnTo>
                <a:lnTo>
                  <a:pt x="762000" y="323850"/>
                </a:lnTo>
                <a:close/>
                <a:moveTo>
                  <a:pt x="714375" y="323850"/>
                </a:moveTo>
                <a:lnTo>
                  <a:pt x="723900" y="323850"/>
                </a:lnTo>
                <a:lnTo>
                  <a:pt x="723900" y="361950"/>
                </a:lnTo>
                <a:lnTo>
                  <a:pt x="714375" y="361950"/>
                </a:lnTo>
                <a:lnTo>
                  <a:pt x="714375" y="371475"/>
                </a:lnTo>
                <a:lnTo>
                  <a:pt x="695325" y="371475"/>
                </a:lnTo>
                <a:lnTo>
                  <a:pt x="695325" y="381000"/>
                </a:lnTo>
                <a:lnTo>
                  <a:pt x="676275" y="381000"/>
                </a:lnTo>
                <a:lnTo>
                  <a:pt x="676275" y="371475"/>
                </a:lnTo>
                <a:lnTo>
                  <a:pt x="657225" y="371475"/>
                </a:lnTo>
                <a:lnTo>
                  <a:pt x="657225" y="361950"/>
                </a:lnTo>
                <a:lnTo>
                  <a:pt x="666750" y="361950"/>
                </a:lnTo>
                <a:lnTo>
                  <a:pt x="666750" y="352425"/>
                </a:lnTo>
                <a:lnTo>
                  <a:pt x="657225" y="352425"/>
                </a:lnTo>
                <a:lnTo>
                  <a:pt x="657225" y="342900"/>
                </a:lnTo>
                <a:lnTo>
                  <a:pt x="666750" y="342900"/>
                </a:lnTo>
                <a:lnTo>
                  <a:pt x="666750" y="352425"/>
                </a:lnTo>
                <a:lnTo>
                  <a:pt x="676275" y="352425"/>
                </a:lnTo>
                <a:lnTo>
                  <a:pt x="676275" y="342900"/>
                </a:lnTo>
                <a:lnTo>
                  <a:pt x="685800" y="342900"/>
                </a:lnTo>
                <a:lnTo>
                  <a:pt x="685800" y="333375"/>
                </a:lnTo>
                <a:lnTo>
                  <a:pt x="714375" y="333375"/>
                </a:lnTo>
                <a:close/>
                <a:moveTo>
                  <a:pt x="895350" y="323850"/>
                </a:moveTo>
                <a:lnTo>
                  <a:pt x="904875" y="323850"/>
                </a:lnTo>
                <a:lnTo>
                  <a:pt x="904875" y="333375"/>
                </a:lnTo>
                <a:lnTo>
                  <a:pt x="895350" y="333375"/>
                </a:lnTo>
                <a:close/>
                <a:moveTo>
                  <a:pt x="533400" y="333375"/>
                </a:moveTo>
                <a:lnTo>
                  <a:pt x="542925" y="333375"/>
                </a:lnTo>
                <a:lnTo>
                  <a:pt x="542925" y="342900"/>
                </a:lnTo>
                <a:lnTo>
                  <a:pt x="533400" y="342900"/>
                </a:lnTo>
                <a:close/>
                <a:moveTo>
                  <a:pt x="600075" y="333375"/>
                </a:moveTo>
                <a:lnTo>
                  <a:pt x="609600" y="333375"/>
                </a:lnTo>
                <a:lnTo>
                  <a:pt x="609600" y="342900"/>
                </a:lnTo>
                <a:lnTo>
                  <a:pt x="600075" y="342900"/>
                </a:lnTo>
                <a:close/>
                <a:moveTo>
                  <a:pt x="885825" y="333375"/>
                </a:moveTo>
                <a:lnTo>
                  <a:pt x="895350" y="333375"/>
                </a:lnTo>
                <a:lnTo>
                  <a:pt x="895350" y="342900"/>
                </a:lnTo>
                <a:lnTo>
                  <a:pt x="885825" y="342900"/>
                </a:lnTo>
                <a:close/>
                <a:moveTo>
                  <a:pt x="542925" y="342900"/>
                </a:moveTo>
                <a:lnTo>
                  <a:pt x="600075" y="342900"/>
                </a:lnTo>
                <a:lnTo>
                  <a:pt x="600075" y="352425"/>
                </a:lnTo>
                <a:lnTo>
                  <a:pt x="542925" y="352425"/>
                </a:lnTo>
                <a:close/>
                <a:moveTo>
                  <a:pt x="209550" y="371475"/>
                </a:moveTo>
                <a:lnTo>
                  <a:pt x="219075" y="371475"/>
                </a:lnTo>
                <a:lnTo>
                  <a:pt x="219075" y="381000"/>
                </a:lnTo>
                <a:lnTo>
                  <a:pt x="209550" y="381000"/>
                </a:lnTo>
                <a:close/>
                <a:moveTo>
                  <a:pt x="581025" y="371475"/>
                </a:moveTo>
                <a:lnTo>
                  <a:pt x="590550" y="371475"/>
                </a:lnTo>
                <a:lnTo>
                  <a:pt x="590550" y="381000"/>
                </a:lnTo>
                <a:lnTo>
                  <a:pt x="581025" y="381000"/>
                </a:lnTo>
                <a:close/>
                <a:moveTo>
                  <a:pt x="838200" y="371475"/>
                </a:moveTo>
                <a:lnTo>
                  <a:pt x="847725" y="371475"/>
                </a:lnTo>
                <a:lnTo>
                  <a:pt x="847725" y="381000"/>
                </a:lnTo>
                <a:lnTo>
                  <a:pt x="838200" y="381000"/>
                </a:lnTo>
                <a:close/>
                <a:moveTo>
                  <a:pt x="200025" y="381000"/>
                </a:moveTo>
                <a:lnTo>
                  <a:pt x="209550" y="381000"/>
                </a:lnTo>
                <a:lnTo>
                  <a:pt x="209550" y="390525"/>
                </a:lnTo>
                <a:lnTo>
                  <a:pt x="200025" y="390525"/>
                </a:lnTo>
                <a:close/>
                <a:moveTo>
                  <a:pt x="704850" y="381000"/>
                </a:moveTo>
                <a:lnTo>
                  <a:pt x="714375" y="381000"/>
                </a:lnTo>
                <a:lnTo>
                  <a:pt x="714375" y="390525"/>
                </a:lnTo>
                <a:lnTo>
                  <a:pt x="704850" y="390525"/>
                </a:lnTo>
                <a:close/>
                <a:moveTo>
                  <a:pt x="495300" y="400050"/>
                </a:moveTo>
                <a:lnTo>
                  <a:pt x="504825" y="400050"/>
                </a:lnTo>
                <a:lnTo>
                  <a:pt x="504825" y="409575"/>
                </a:lnTo>
                <a:lnTo>
                  <a:pt x="495300" y="409575"/>
                </a:lnTo>
                <a:close/>
                <a:moveTo>
                  <a:pt x="523875" y="400050"/>
                </a:moveTo>
                <a:lnTo>
                  <a:pt x="533400" y="400050"/>
                </a:lnTo>
                <a:lnTo>
                  <a:pt x="533400" y="409575"/>
                </a:lnTo>
                <a:lnTo>
                  <a:pt x="523875" y="409575"/>
                </a:lnTo>
                <a:close/>
                <a:moveTo>
                  <a:pt x="733425" y="400050"/>
                </a:moveTo>
                <a:lnTo>
                  <a:pt x="742950" y="400050"/>
                </a:lnTo>
                <a:lnTo>
                  <a:pt x="742950" y="409575"/>
                </a:lnTo>
                <a:lnTo>
                  <a:pt x="733425" y="409575"/>
                </a:lnTo>
                <a:close/>
                <a:moveTo>
                  <a:pt x="485775" y="409575"/>
                </a:moveTo>
                <a:lnTo>
                  <a:pt x="495300" y="409575"/>
                </a:lnTo>
                <a:lnTo>
                  <a:pt x="495300" y="419100"/>
                </a:lnTo>
                <a:lnTo>
                  <a:pt x="485775" y="419100"/>
                </a:lnTo>
                <a:close/>
                <a:moveTo>
                  <a:pt x="514350" y="409575"/>
                </a:moveTo>
                <a:lnTo>
                  <a:pt x="523875" y="409575"/>
                </a:lnTo>
                <a:lnTo>
                  <a:pt x="523875" y="419100"/>
                </a:lnTo>
                <a:lnTo>
                  <a:pt x="514350" y="419100"/>
                </a:lnTo>
                <a:close/>
                <a:moveTo>
                  <a:pt x="504825" y="419100"/>
                </a:moveTo>
                <a:lnTo>
                  <a:pt x="514350" y="419100"/>
                </a:lnTo>
                <a:lnTo>
                  <a:pt x="514350" y="428625"/>
                </a:lnTo>
                <a:lnTo>
                  <a:pt x="504825" y="428625"/>
                </a:lnTo>
                <a:close/>
                <a:moveTo>
                  <a:pt x="495300" y="428625"/>
                </a:moveTo>
                <a:lnTo>
                  <a:pt x="504825" y="428625"/>
                </a:lnTo>
                <a:lnTo>
                  <a:pt x="504825" y="438150"/>
                </a:lnTo>
                <a:lnTo>
                  <a:pt x="495300" y="438150"/>
                </a:lnTo>
                <a:close/>
                <a:moveTo>
                  <a:pt x="600075" y="428625"/>
                </a:moveTo>
                <a:lnTo>
                  <a:pt x="609600" y="428625"/>
                </a:lnTo>
                <a:lnTo>
                  <a:pt x="609600" y="438150"/>
                </a:lnTo>
                <a:lnTo>
                  <a:pt x="600075" y="438150"/>
                </a:lnTo>
                <a:close/>
                <a:moveTo>
                  <a:pt x="657225" y="428625"/>
                </a:moveTo>
                <a:lnTo>
                  <a:pt x="666750" y="428625"/>
                </a:lnTo>
                <a:lnTo>
                  <a:pt x="666750" y="438150"/>
                </a:lnTo>
                <a:lnTo>
                  <a:pt x="657225" y="438150"/>
                </a:lnTo>
                <a:close/>
                <a:moveTo>
                  <a:pt x="276225" y="438150"/>
                </a:moveTo>
                <a:lnTo>
                  <a:pt x="285750" y="438150"/>
                </a:lnTo>
                <a:lnTo>
                  <a:pt x="285750" y="447675"/>
                </a:lnTo>
                <a:lnTo>
                  <a:pt x="276225" y="447675"/>
                </a:lnTo>
                <a:close/>
                <a:moveTo>
                  <a:pt x="485775" y="438150"/>
                </a:moveTo>
                <a:lnTo>
                  <a:pt x="495300" y="438150"/>
                </a:lnTo>
                <a:lnTo>
                  <a:pt x="495300" y="447675"/>
                </a:lnTo>
                <a:lnTo>
                  <a:pt x="485775" y="447675"/>
                </a:lnTo>
                <a:close/>
                <a:moveTo>
                  <a:pt x="571500" y="438150"/>
                </a:moveTo>
                <a:lnTo>
                  <a:pt x="581025" y="438150"/>
                </a:lnTo>
                <a:lnTo>
                  <a:pt x="581025" y="447675"/>
                </a:lnTo>
                <a:lnTo>
                  <a:pt x="571500" y="447675"/>
                </a:lnTo>
                <a:close/>
                <a:moveTo>
                  <a:pt x="685800" y="438150"/>
                </a:moveTo>
                <a:lnTo>
                  <a:pt x="695325" y="438150"/>
                </a:lnTo>
                <a:lnTo>
                  <a:pt x="695325" y="447675"/>
                </a:lnTo>
                <a:lnTo>
                  <a:pt x="685800" y="447675"/>
                </a:lnTo>
                <a:close/>
                <a:moveTo>
                  <a:pt x="771525" y="438150"/>
                </a:moveTo>
                <a:lnTo>
                  <a:pt x="781050" y="438150"/>
                </a:lnTo>
                <a:lnTo>
                  <a:pt x="781050" y="447675"/>
                </a:lnTo>
                <a:lnTo>
                  <a:pt x="771525" y="447675"/>
                </a:lnTo>
                <a:close/>
                <a:moveTo>
                  <a:pt x="219075" y="447675"/>
                </a:moveTo>
                <a:lnTo>
                  <a:pt x="276225" y="447675"/>
                </a:lnTo>
                <a:lnTo>
                  <a:pt x="276225" y="457200"/>
                </a:lnTo>
                <a:lnTo>
                  <a:pt x="266700" y="457200"/>
                </a:lnTo>
                <a:lnTo>
                  <a:pt x="266700" y="466725"/>
                </a:lnTo>
                <a:lnTo>
                  <a:pt x="276225" y="466725"/>
                </a:lnTo>
                <a:lnTo>
                  <a:pt x="276225" y="476250"/>
                </a:lnTo>
                <a:lnTo>
                  <a:pt x="219075" y="476250"/>
                </a:lnTo>
                <a:close/>
                <a:moveTo>
                  <a:pt x="628650" y="447675"/>
                </a:moveTo>
                <a:lnTo>
                  <a:pt x="638175" y="447675"/>
                </a:lnTo>
                <a:lnTo>
                  <a:pt x="638175" y="457200"/>
                </a:lnTo>
                <a:lnTo>
                  <a:pt x="628650" y="457200"/>
                </a:lnTo>
                <a:close/>
                <a:moveTo>
                  <a:pt x="704850" y="447675"/>
                </a:moveTo>
                <a:lnTo>
                  <a:pt x="714375" y="447675"/>
                </a:lnTo>
                <a:lnTo>
                  <a:pt x="714375" y="457200"/>
                </a:lnTo>
                <a:lnTo>
                  <a:pt x="704850" y="457200"/>
                </a:lnTo>
                <a:close/>
                <a:moveTo>
                  <a:pt x="476250" y="457200"/>
                </a:moveTo>
                <a:lnTo>
                  <a:pt x="485775" y="457200"/>
                </a:lnTo>
                <a:lnTo>
                  <a:pt x="485775" y="466725"/>
                </a:lnTo>
                <a:lnTo>
                  <a:pt x="476250" y="466725"/>
                </a:lnTo>
                <a:close/>
                <a:moveTo>
                  <a:pt x="714375" y="457200"/>
                </a:moveTo>
                <a:lnTo>
                  <a:pt x="723900" y="457200"/>
                </a:lnTo>
                <a:lnTo>
                  <a:pt x="723900" y="466725"/>
                </a:lnTo>
                <a:lnTo>
                  <a:pt x="714375" y="466725"/>
                </a:lnTo>
                <a:close/>
                <a:moveTo>
                  <a:pt x="323850" y="466725"/>
                </a:moveTo>
                <a:lnTo>
                  <a:pt x="381000" y="466725"/>
                </a:lnTo>
                <a:lnTo>
                  <a:pt x="381000" y="476250"/>
                </a:lnTo>
                <a:lnTo>
                  <a:pt x="323850" y="476250"/>
                </a:lnTo>
                <a:close/>
                <a:moveTo>
                  <a:pt x="723900" y="466725"/>
                </a:moveTo>
                <a:lnTo>
                  <a:pt x="733425" y="466725"/>
                </a:lnTo>
                <a:lnTo>
                  <a:pt x="733425" y="476250"/>
                </a:lnTo>
                <a:lnTo>
                  <a:pt x="723900" y="476250"/>
                </a:lnTo>
                <a:close/>
                <a:moveTo>
                  <a:pt x="790575" y="466725"/>
                </a:moveTo>
                <a:lnTo>
                  <a:pt x="800100" y="466725"/>
                </a:lnTo>
                <a:lnTo>
                  <a:pt x="800100" y="476250"/>
                </a:lnTo>
                <a:lnTo>
                  <a:pt x="790575" y="476250"/>
                </a:lnTo>
                <a:close/>
                <a:moveTo>
                  <a:pt x="209550" y="476250"/>
                </a:moveTo>
                <a:lnTo>
                  <a:pt x="219075" y="476250"/>
                </a:lnTo>
                <a:lnTo>
                  <a:pt x="219075" y="485775"/>
                </a:lnTo>
                <a:lnTo>
                  <a:pt x="209550" y="485775"/>
                </a:lnTo>
                <a:close/>
                <a:moveTo>
                  <a:pt x="276225" y="476250"/>
                </a:moveTo>
                <a:lnTo>
                  <a:pt x="285750" y="476250"/>
                </a:lnTo>
                <a:lnTo>
                  <a:pt x="285750" y="485775"/>
                </a:lnTo>
                <a:lnTo>
                  <a:pt x="276225" y="485775"/>
                </a:lnTo>
                <a:close/>
                <a:moveTo>
                  <a:pt x="314325" y="476250"/>
                </a:moveTo>
                <a:lnTo>
                  <a:pt x="323850" y="476250"/>
                </a:lnTo>
                <a:lnTo>
                  <a:pt x="323850" y="485775"/>
                </a:lnTo>
                <a:lnTo>
                  <a:pt x="314325" y="485775"/>
                </a:lnTo>
                <a:close/>
                <a:moveTo>
                  <a:pt x="381000" y="476250"/>
                </a:moveTo>
                <a:lnTo>
                  <a:pt x="390525" y="476250"/>
                </a:lnTo>
                <a:lnTo>
                  <a:pt x="390525" y="485775"/>
                </a:lnTo>
                <a:lnTo>
                  <a:pt x="381000" y="485775"/>
                </a:lnTo>
                <a:close/>
                <a:moveTo>
                  <a:pt x="466725" y="476250"/>
                </a:moveTo>
                <a:lnTo>
                  <a:pt x="476250" y="476250"/>
                </a:lnTo>
                <a:lnTo>
                  <a:pt x="476250" y="485775"/>
                </a:lnTo>
                <a:lnTo>
                  <a:pt x="466725" y="485775"/>
                </a:lnTo>
                <a:close/>
                <a:moveTo>
                  <a:pt x="200025" y="485775"/>
                </a:moveTo>
                <a:lnTo>
                  <a:pt x="209550" y="485775"/>
                </a:lnTo>
                <a:lnTo>
                  <a:pt x="209550" y="542925"/>
                </a:lnTo>
                <a:lnTo>
                  <a:pt x="200025" y="542925"/>
                </a:lnTo>
                <a:close/>
                <a:moveTo>
                  <a:pt x="523875" y="485775"/>
                </a:moveTo>
                <a:lnTo>
                  <a:pt x="533400" y="485775"/>
                </a:lnTo>
                <a:lnTo>
                  <a:pt x="533400" y="495300"/>
                </a:lnTo>
                <a:lnTo>
                  <a:pt x="523875" y="495300"/>
                </a:lnTo>
                <a:close/>
                <a:moveTo>
                  <a:pt x="800100" y="495300"/>
                </a:moveTo>
                <a:lnTo>
                  <a:pt x="809625" y="495300"/>
                </a:lnTo>
                <a:lnTo>
                  <a:pt x="809625" y="504825"/>
                </a:lnTo>
                <a:lnTo>
                  <a:pt x="800100" y="504825"/>
                </a:lnTo>
                <a:close/>
                <a:moveTo>
                  <a:pt x="457200" y="504825"/>
                </a:moveTo>
                <a:lnTo>
                  <a:pt x="466725" y="504825"/>
                </a:lnTo>
                <a:lnTo>
                  <a:pt x="466725" y="514350"/>
                </a:lnTo>
                <a:lnTo>
                  <a:pt x="457200" y="514350"/>
                </a:lnTo>
                <a:close/>
                <a:moveTo>
                  <a:pt x="742950" y="504825"/>
                </a:moveTo>
                <a:lnTo>
                  <a:pt x="752475" y="504825"/>
                </a:lnTo>
                <a:lnTo>
                  <a:pt x="752475" y="523875"/>
                </a:lnTo>
                <a:lnTo>
                  <a:pt x="742950" y="523875"/>
                </a:lnTo>
                <a:close/>
                <a:moveTo>
                  <a:pt x="514350" y="514350"/>
                </a:moveTo>
                <a:lnTo>
                  <a:pt x="523875" y="514350"/>
                </a:lnTo>
                <a:lnTo>
                  <a:pt x="523875" y="571500"/>
                </a:lnTo>
                <a:lnTo>
                  <a:pt x="514350" y="571500"/>
                </a:lnTo>
                <a:close/>
                <a:moveTo>
                  <a:pt x="276225" y="533400"/>
                </a:moveTo>
                <a:lnTo>
                  <a:pt x="285750" y="533400"/>
                </a:lnTo>
                <a:lnTo>
                  <a:pt x="285750" y="542925"/>
                </a:lnTo>
                <a:lnTo>
                  <a:pt x="276225" y="542925"/>
                </a:lnTo>
                <a:close/>
                <a:moveTo>
                  <a:pt x="742950" y="533400"/>
                </a:moveTo>
                <a:lnTo>
                  <a:pt x="752475" y="533400"/>
                </a:lnTo>
                <a:lnTo>
                  <a:pt x="752475" y="552450"/>
                </a:lnTo>
                <a:lnTo>
                  <a:pt x="714375" y="552450"/>
                </a:lnTo>
                <a:lnTo>
                  <a:pt x="714375" y="542925"/>
                </a:lnTo>
                <a:lnTo>
                  <a:pt x="742950" y="542925"/>
                </a:lnTo>
                <a:close/>
                <a:moveTo>
                  <a:pt x="209550" y="542925"/>
                </a:moveTo>
                <a:lnTo>
                  <a:pt x="219075" y="542925"/>
                </a:lnTo>
                <a:lnTo>
                  <a:pt x="219075" y="552450"/>
                </a:lnTo>
                <a:lnTo>
                  <a:pt x="209550" y="552450"/>
                </a:lnTo>
                <a:close/>
                <a:moveTo>
                  <a:pt x="266700" y="542925"/>
                </a:moveTo>
                <a:lnTo>
                  <a:pt x="276225" y="542925"/>
                </a:lnTo>
                <a:lnTo>
                  <a:pt x="276225" y="552450"/>
                </a:lnTo>
                <a:lnTo>
                  <a:pt x="266700" y="552450"/>
                </a:lnTo>
                <a:close/>
                <a:moveTo>
                  <a:pt x="742950" y="561975"/>
                </a:moveTo>
                <a:lnTo>
                  <a:pt x="752475" y="561975"/>
                </a:lnTo>
                <a:lnTo>
                  <a:pt x="752475" y="590550"/>
                </a:lnTo>
                <a:lnTo>
                  <a:pt x="742950" y="590550"/>
                </a:lnTo>
                <a:lnTo>
                  <a:pt x="742950" y="609600"/>
                </a:lnTo>
                <a:lnTo>
                  <a:pt x="733425" y="609600"/>
                </a:lnTo>
                <a:lnTo>
                  <a:pt x="733425" y="600075"/>
                </a:lnTo>
                <a:lnTo>
                  <a:pt x="723900" y="600075"/>
                </a:lnTo>
                <a:lnTo>
                  <a:pt x="723900" y="590550"/>
                </a:lnTo>
                <a:lnTo>
                  <a:pt x="714375" y="590550"/>
                </a:lnTo>
                <a:lnTo>
                  <a:pt x="714375" y="571500"/>
                </a:lnTo>
                <a:lnTo>
                  <a:pt x="723900" y="571500"/>
                </a:lnTo>
                <a:lnTo>
                  <a:pt x="723900" y="590550"/>
                </a:lnTo>
                <a:lnTo>
                  <a:pt x="733425" y="590550"/>
                </a:lnTo>
                <a:lnTo>
                  <a:pt x="733425" y="581025"/>
                </a:lnTo>
                <a:lnTo>
                  <a:pt x="742950" y="581025"/>
                </a:lnTo>
                <a:close/>
                <a:moveTo>
                  <a:pt x="161925" y="581025"/>
                </a:moveTo>
                <a:lnTo>
                  <a:pt x="171450" y="581025"/>
                </a:lnTo>
                <a:lnTo>
                  <a:pt x="171450" y="590550"/>
                </a:lnTo>
                <a:lnTo>
                  <a:pt x="161925" y="590550"/>
                </a:lnTo>
                <a:close/>
                <a:moveTo>
                  <a:pt x="457200" y="581025"/>
                </a:moveTo>
                <a:lnTo>
                  <a:pt x="466725" y="581025"/>
                </a:lnTo>
                <a:lnTo>
                  <a:pt x="466725" y="590550"/>
                </a:lnTo>
                <a:lnTo>
                  <a:pt x="457200" y="590550"/>
                </a:lnTo>
                <a:close/>
                <a:moveTo>
                  <a:pt x="647700" y="581025"/>
                </a:moveTo>
                <a:lnTo>
                  <a:pt x="657225" y="581025"/>
                </a:lnTo>
                <a:lnTo>
                  <a:pt x="657225" y="590550"/>
                </a:lnTo>
                <a:lnTo>
                  <a:pt x="647700" y="590550"/>
                </a:lnTo>
                <a:close/>
                <a:moveTo>
                  <a:pt x="133350" y="590550"/>
                </a:moveTo>
                <a:lnTo>
                  <a:pt x="142875" y="590550"/>
                </a:lnTo>
                <a:lnTo>
                  <a:pt x="142875" y="600075"/>
                </a:lnTo>
                <a:lnTo>
                  <a:pt x="133350" y="600075"/>
                </a:lnTo>
                <a:close/>
                <a:moveTo>
                  <a:pt x="695325" y="590550"/>
                </a:moveTo>
                <a:lnTo>
                  <a:pt x="704850" y="590550"/>
                </a:lnTo>
                <a:lnTo>
                  <a:pt x="704850" y="600075"/>
                </a:lnTo>
                <a:lnTo>
                  <a:pt x="695325" y="600075"/>
                </a:lnTo>
                <a:close/>
                <a:moveTo>
                  <a:pt x="800100" y="590550"/>
                </a:moveTo>
                <a:lnTo>
                  <a:pt x="809625" y="590550"/>
                </a:lnTo>
                <a:lnTo>
                  <a:pt x="809625" y="600075"/>
                </a:lnTo>
                <a:lnTo>
                  <a:pt x="800100" y="600075"/>
                </a:lnTo>
                <a:close/>
                <a:moveTo>
                  <a:pt x="142875" y="600075"/>
                </a:moveTo>
                <a:lnTo>
                  <a:pt x="152400" y="600075"/>
                </a:lnTo>
                <a:lnTo>
                  <a:pt x="152400" y="609600"/>
                </a:lnTo>
                <a:lnTo>
                  <a:pt x="142875" y="609600"/>
                </a:lnTo>
                <a:close/>
                <a:moveTo>
                  <a:pt x="438150" y="600075"/>
                </a:moveTo>
                <a:lnTo>
                  <a:pt x="447675" y="600075"/>
                </a:lnTo>
                <a:lnTo>
                  <a:pt x="447675" y="619125"/>
                </a:lnTo>
                <a:lnTo>
                  <a:pt x="438150" y="619125"/>
                </a:lnTo>
                <a:close/>
                <a:moveTo>
                  <a:pt x="685800" y="600075"/>
                </a:moveTo>
                <a:lnTo>
                  <a:pt x="695325" y="600075"/>
                </a:lnTo>
                <a:lnTo>
                  <a:pt x="695325" y="609600"/>
                </a:lnTo>
                <a:lnTo>
                  <a:pt x="685800" y="609600"/>
                </a:lnTo>
                <a:close/>
                <a:moveTo>
                  <a:pt x="723900" y="609600"/>
                </a:moveTo>
                <a:lnTo>
                  <a:pt x="733425" y="609600"/>
                </a:lnTo>
                <a:lnTo>
                  <a:pt x="733425" y="619125"/>
                </a:lnTo>
                <a:lnTo>
                  <a:pt x="723900" y="619125"/>
                </a:lnTo>
                <a:close/>
                <a:moveTo>
                  <a:pt x="409575" y="619125"/>
                </a:moveTo>
                <a:lnTo>
                  <a:pt x="419100" y="619125"/>
                </a:lnTo>
                <a:lnTo>
                  <a:pt x="419100" y="628650"/>
                </a:lnTo>
                <a:lnTo>
                  <a:pt x="409575" y="628650"/>
                </a:lnTo>
                <a:close/>
                <a:moveTo>
                  <a:pt x="790575" y="619125"/>
                </a:moveTo>
                <a:lnTo>
                  <a:pt x="800100" y="619125"/>
                </a:lnTo>
                <a:lnTo>
                  <a:pt x="800100" y="628650"/>
                </a:lnTo>
                <a:lnTo>
                  <a:pt x="790575" y="628650"/>
                </a:lnTo>
                <a:close/>
                <a:moveTo>
                  <a:pt x="781050" y="638175"/>
                </a:moveTo>
                <a:lnTo>
                  <a:pt x="790575" y="638175"/>
                </a:lnTo>
                <a:lnTo>
                  <a:pt x="790575" y="647700"/>
                </a:lnTo>
                <a:lnTo>
                  <a:pt x="781050" y="647700"/>
                </a:lnTo>
                <a:close/>
                <a:moveTo>
                  <a:pt x="571500" y="647700"/>
                </a:moveTo>
                <a:lnTo>
                  <a:pt x="581025" y="647700"/>
                </a:lnTo>
                <a:lnTo>
                  <a:pt x="581025" y="657225"/>
                </a:lnTo>
                <a:lnTo>
                  <a:pt x="571500" y="657225"/>
                </a:lnTo>
                <a:close/>
                <a:moveTo>
                  <a:pt x="495300" y="657225"/>
                </a:moveTo>
                <a:lnTo>
                  <a:pt x="504825" y="657225"/>
                </a:lnTo>
                <a:lnTo>
                  <a:pt x="504825" y="666750"/>
                </a:lnTo>
                <a:lnTo>
                  <a:pt x="495300" y="666750"/>
                </a:lnTo>
                <a:close/>
                <a:moveTo>
                  <a:pt x="590550" y="657225"/>
                </a:moveTo>
                <a:lnTo>
                  <a:pt x="609600" y="657225"/>
                </a:lnTo>
                <a:lnTo>
                  <a:pt x="609600" y="666750"/>
                </a:lnTo>
                <a:lnTo>
                  <a:pt x="590550" y="666750"/>
                </a:lnTo>
                <a:close/>
                <a:moveTo>
                  <a:pt x="657225" y="657225"/>
                </a:moveTo>
                <a:lnTo>
                  <a:pt x="676275" y="657225"/>
                </a:lnTo>
                <a:lnTo>
                  <a:pt x="676275" y="666750"/>
                </a:lnTo>
                <a:lnTo>
                  <a:pt x="657225" y="666750"/>
                </a:lnTo>
                <a:close/>
                <a:moveTo>
                  <a:pt x="504825" y="666750"/>
                </a:moveTo>
                <a:lnTo>
                  <a:pt x="514350" y="666750"/>
                </a:lnTo>
                <a:lnTo>
                  <a:pt x="514350" y="676275"/>
                </a:lnTo>
                <a:lnTo>
                  <a:pt x="504825" y="676275"/>
                </a:lnTo>
                <a:close/>
                <a:moveTo>
                  <a:pt x="514350" y="676275"/>
                </a:moveTo>
                <a:lnTo>
                  <a:pt x="523875" y="676275"/>
                </a:lnTo>
                <a:lnTo>
                  <a:pt x="523875" y="685800"/>
                </a:lnTo>
                <a:lnTo>
                  <a:pt x="514350" y="685800"/>
                </a:lnTo>
                <a:close/>
                <a:moveTo>
                  <a:pt x="733425" y="685800"/>
                </a:moveTo>
                <a:lnTo>
                  <a:pt x="742950" y="685800"/>
                </a:lnTo>
                <a:lnTo>
                  <a:pt x="742950" y="695325"/>
                </a:lnTo>
                <a:lnTo>
                  <a:pt x="733425" y="695325"/>
                </a:lnTo>
                <a:close/>
                <a:moveTo>
                  <a:pt x="542925" y="695325"/>
                </a:moveTo>
                <a:lnTo>
                  <a:pt x="552450" y="695325"/>
                </a:lnTo>
                <a:lnTo>
                  <a:pt x="552450" y="704850"/>
                </a:lnTo>
                <a:lnTo>
                  <a:pt x="542925" y="704850"/>
                </a:lnTo>
                <a:close/>
                <a:moveTo>
                  <a:pt x="561975" y="704850"/>
                </a:moveTo>
                <a:lnTo>
                  <a:pt x="571500" y="704850"/>
                </a:lnTo>
                <a:lnTo>
                  <a:pt x="571500" y="714375"/>
                </a:lnTo>
                <a:lnTo>
                  <a:pt x="561975" y="714375"/>
                </a:lnTo>
                <a:close/>
                <a:moveTo>
                  <a:pt x="590550" y="714375"/>
                </a:moveTo>
                <a:lnTo>
                  <a:pt x="600075" y="714375"/>
                </a:lnTo>
                <a:lnTo>
                  <a:pt x="600075" y="723900"/>
                </a:lnTo>
                <a:lnTo>
                  <a:pt x="590550" y="723900"/>
                </a:lnTo>
                <a:close/>
                <a:moveTo>
                  <a:pt x="666750" y="714375"/>
                </a:moveTo>
                <a:lnTo>
                  <a:pt x="676275" y="714375"/>
                </a:lnTo>
                <a:lnTo>
                  <a:pt x="676275" y="723900"/>
                </a:lnTo>
                <a:lnTo>
                  <a:pt x="666750" y="723900"/>
                </a:lnTo>
                <a:close/>
              </a:path>
            </a:pathLst>
          </a:custGeom>
          <a:solidFill xmlns:a="http://schemas.openxmlformats.org/drawingml/2006/main">
            <a:srgbClr val="F1F4EF"/>
          </a:solidFill>
          <a:ln xmlns:a="http://schemas.openxmlformats.org/drawingml/2006/main" w="0">
            <a:noFill/>
          </a:ln>
        </p:spPr>
      </p:sp>
      <p:sp>
        <p:nvSpPr>
          <p:cNvPr id="197" name="v20 vector #bcc8c0">
            <a:extLst xmlns:a="http://schemas.openxmlformats.org/drawingml/2006/main">
              <a:ext uri="{FF2B5EF4-FFF2-40B4-BE49-F238E27FC236}">
                <a16:creationId xmlns:a16="http://schemas.microsoft.com/office/drawing/2014/main" id="{02440A67-19CB-4122-AF66-7276457EDC8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5350" y="4848225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238125" y="57150"/>
                </a:moveTo>
                <a:lnTo>
                  <a:pt x="247650" y="57150"/>
                </a:lnTo>
                <a:lnTo>
                  <a:pt x="247650" y="66675"/>
                </a:lnTo>
                <a:lnTo>
                  <a:pt x="238125" y="66675"/>
                </a:lnTo>
                <a:close/>
                <a:moveTo>
                  <a:pt x="533400" y="57150"/>
                </a:moveTo>
                <a:lnTo>
                  <a:pt x="542925" y="57150"/>
                </a:lnTo>
                <a:lnTo>
                  <a:pt x="542925" y="66675"/>
                </a:lnTo>
                <a:lnTo>
                  <a:pt x="533400" y="66675"/>
                </a:lnTo>
                <a:close/>
                <a:moveTo>
                  <a:pt x="561975" y="57150"/>
                </a:moveTo>
                <a:lnTo>
                  <a:pt x="571500" y="57150"/>
                </a:lnTo>
                <a:lnTo>
                  <a:pt x="571500" y="66675"/>
                </a:lnTo>
                <a:lnTo>
                  <a:pt x="561975" y="66675"/>
                </a:lnTo>
                <a:close/>
                <a:moveTo>
                  <a:pt x="228600" y="66675"/>
                </a:moveTo>
                <a:lnTo>
                  <a:pt x="238125" y="66675"/>
                </a:lnTo>
                <a:lnTo>
                  <a:pt x="238125" y="76200"/>
                </a:lnTo>
                <a:lnTo>
                  <a:pt x="228600" y="76200"/>
                </a:lnTo>
                <a:close/>
                <a:moveTo>
                  <a:pt x="276225" y="66675"/>
                </a:moveTo>
                <a:lnTo>
                  <a:pt x="285750" y="66675"/>
                </a:lnTo>
                <a:lnTo>
                  <a:pt x="285750" y="76200"/>
                </a:lnTo>
                <a:lnTo>
                  <a:pt x="276225" y="76200"/>
                </a:lnTo>
                <a:close/>
                <a:moveTo>
                  <a:pt x="523875" y="66675"/>
                </a:moveTo>
                <a:lnTo>
                  <a:pt x="533400" y="66675"/>
                </a:lnTo>
                <a:lnTo>
                  <a:pt x="533400" y="85725"/>
                </a:lnTo>
                <a:lnTo>
                  <a:pt x="542925" y="85725"/>
                </a:lnTo>
                <a:lnTo>
                  <a:pt x="542925" y="76200"/>
                </a:lnTo>
                <a:lnTo>
                  <a:pt x="561975" y="76200"/>
                </a:lnTo>
                <a:lnTo>
                  <a:pt x="561975" y="85725"/>
                </a:lnTo>
                <a:lnTo>
                  <a:pt x="542925" y="85725"/>
                </a:lnTo>
                <a:lnTo>
                  <a:pt x="542925" y="152400"/>
                </a:lnTo>
                <a:lnTo>
                  <a:pt x="552450" y="152400"/>
                </a:lnTo>
                <a:lnTo>
                  <a:pt x="552450" y="161925"/>
                </a:lnTo>
                <a:lnTo>
                  <a:pt x="561975" y="161925"/>
                </a:lnTo>
                <a:lnTo>
                  <a:pt x="561975" y="152400"/>
                </a:lnTo>
                <a:lnTo>
                  <a:pt x="571500" y="152400"/>
                </a:lnTo>
                <a:lnTo>
                  <a:pt x="571500" y="161925"/>
                </a:lnTo>
                <a:lnTo>
                  <a:pt x="561975" y="161925"/>
                </a:lnTo>
                <a:lnTo>
                  <a:pt x="561975" y="171450"/>
                </a:lnTo>
                <a:lnTo>
                  <a:pt x="542925" y="171450"/>
                </a:lnTo>
                <a:lnTo>
                  <a:pt x="542925" y="161925"/>
                </a:lnTo>
                <a:lnTo>
                  <a:pt x="533400" y="161925"/>
                </a:lnTo>
                <a:lnTo>
                  <a:pt x="533400" y="104775"/>
                </a:lnTo>
                <a:lnTo>
                  <a:pt x="514350" y="104775"/>
                </a:lnTo>
                <a:lnTo>
                  <a:pt x="514350" y="114300"/>
                </a:lnTo>
                <a:lnTo>
                  <a:pt x="304800" y="114300"/>
                </a:lnTo>
                <a:lnTo>
                  <a:pt x="304800" y="104775"/>
                </a:lnTo>
                <a:lnTo>
                  <a:pt x="295275" y="104775"/>
                </a:lnTo>
                <a:lnTo>
                  <a:pt x="295275" y="95250"/>
                </a:lnTo>
                <a:lnTo>
                  <a:pt x="304800" y="95250"/>
                </a:lnTo>
                <a:lnTo>
                  <a:pt x="304800" y="104775"/>
                </a:lnTo>
                <a:lnTo>
                  <a:pt x="504825" y="104775"/>
                </a:lnTo>
                <a:lnTo>
                  <a:pt x="504825" y="95250"/>
                </a:lnTo>
                <a:lnTo>
                  <a:pt x="514350" y="95250"/>
                </a:lnTo>
                <a:lnTo>
                  <a:pt x="514350" y="85725"/>
                </a:lnTo>
                <a:lnTo>
                  <a:pt x="523875" y="85725"/>
                </a:lnTo>
                <a:close/>
                <a:moveTo>
                  <a:pt x="571500" y="66675"/>
                </a:moveTo>
                <a:lnTo>
                  <a:pt x="581025" y="66675"/>
                </a:lnTo>
                <a:lnTo>
                  <a:pt x="581025" y="76200"/>
                </a:lnTo>
                <a:lnTo>
                  <a:pt x="571500" y="76200"/>
                </a:lnTo>
                <a:close/>
                <a:moveTo>
                  <a:pt x="219075" y="76200"/>
                </a:moveTo>
                <a:lnTo>
                  <a:pt x="228600" y="76200"/>
                </a:lnTo>
                <a:lnTo>
                  <a:pt x="228600" y="85725"/>
                </a:lnTo>
                <a:lnTo>
                  <a:pt x="247650" y="85725"/>
                </a:lnTo>
                <a:lnTo>
                  <a:pt x="247650" y="76200"/>
                </a:lnTo>
                <a:lnTo>
                  <a:pt x="257175" y="76200"/>
                </a:lnTo>
                <a:lnTo>
                  <a:pt x="257175" y="85725"/>
                </a:lnTo>
                <a:lnTo>
                  <a:pt x="247650" y="85725"/>
                </a:lnTo>
                <a:lnTo>
                  <a:pt x="247650" y="152400"/>
                </a:lnTo>
                <a:lnTo>
                  <a:pt x="238125" y="152400"/>
                </a:lnTo>
                <a:lnTo>
                  <a:pt x="238125" y="114300"/>
                </a:lnTo>
                <a:lnTo>
                  <a:pt x="228600" y="114300"/>
                </a:lnTo>
                <a:lnTo>
                  <a:pt x="228600" y="104775"/>
                </a:lnTo>
                <a:lnTo>
                  <a:pt x="219075" y="104775"/>
                </a:lnTo>
                <a:lnTo>
                  <a:pt x="219075" y="114300"/>
                </a:lnTo>
                <a:lnTo>
                  <a:pt x="161925" y="114300"/>
                </a:lnTo>
                <a:lnTo>
                  <a:pt x="161925" y="104775"/>
                </a:lnTo>
                <a:lnTo>
                  <a:pt x="209550" y="104775"/>
                </a:lnTo>
                <a:lnTo>
                  <a:pt x="209550" y="95250"/>
                </a:lnTo>
                <a:lnTo>
                  <a:pt x="219075" y="95250"/>
                </a:lnTo>
                <a:close/>
                <a:moveTo>
                  <a:pt x="285750" y="76200"/>
                </a:moveTo>
                <a:lnTo>
                  <a:pt x="295275" y="76200"/>
                </a:lnTo>
                <a:lnTo>
                  <a:pt x="295275" y="85725"/>
                </a:lnTo>
                <a:lnTo>
                  <a:pt x="285750" y="85725"/>
                </a:lnTo>
                <a:close/>
                <a:moveTo>
                  <a:pt x="771525" y="76200"/>
                </a:moveTo>
                <a:lnTo>
                  <a:pt x="781050" y="76200"/>
                </a:lnTo>
                <a:lnTo>
                  <a:pt x="781050" y="85725"/>
                </a:lnTo>
                <a:lnTo>
                  <a:pt x="771525" y="85725"/>
                </a:lnTo>
                <a:close/>
                <a:moveTo>
                  <a:pt x="1076325" y="76200"/>
                </a:moveTo>
                <a:lnTo>
                  <a:pt x="1085850" y="76200"/>
                </a:lnTo>
                <a:lnTo>
                  <a:pt x="1085850" y="85725"/>
                </a:lnTo>
                <a:lnTo>
                  <a:pt x="1076325" y="85725"/>
                </a:lnTo>
                <a:close/>
                <a:moveTo>
                  <a:pt x="561975" y="85725"/>
                </a:moveTo>
                <a:lnTo>
                  <a:pt x="590550" y="85725"/>
                </a:lnTo>
                <a:lnTo>
                  <a:pt x="590550" y="95250"/>
                </a:lnTo>
                <a:lnTo>
                  <a:pt x="600075" y="95250"/>
                </a:lnTo>
                <a:lnTo>
                  <a:pt x="600075" y="104775"/>
                </a:lnTo>
                <a:lnTo>
                  <a:pt x="647700" y="104775"/>
                </a:lnTo>
                <a:lnTo>
                  <a:pt x="647700" y="114300"/>
                </a:lnTo>
                <a:lnTo>
                  <a:pt x="590550" y="114300"/>
                </a:lnTo>
                <a:lnTo>
                  <a:pt x="590550" y="104775"/>
                </a:lnTo>
                <a:lnTo>
                  <a:pt x="571500" y="104775"/>
                </a:lnTo>
                <a:lnTo>
                  <a:pt x="571500" y="123825"/>
                </a:lnTo>
                <a:lnTo>
                  <a:pt x="561975" y="123825"/>
                </a:lnTo>
                <a:close/>
                <a:moveTo>
                  <a:pt x="657225" y="114300"/>
                </a:moveTo>
                <a:lnTo>
                  <a:pt x="666750" y="114300"/>
                </a:lnTo>
                <a:lnTo>
                  <a:pt x="666750" y="123825"/>
                </a:lnTo>
                <a:lnTo>
                  <a:pt x="657225" y="123825"/>
                </a:lnTo>
                <a:close/>
                <a:moveTo>
                  <a:pt x="666750" y="123825"/>
                </a:moveTo>
                <a:lnTo>
                  <a:pt x="676275" y="123825"/>
                </a:lnTo>
                <a:lnTo>
                  <a:pt x="676275" y="133350"/>
                </a:lnTo>
                <a:lnTo>
                  <a:pt x="666750" y="133350"/>
                </a:lnTo>
                <a:close/>
                <a:moveTo>
                  <a:pt x="733425" y="123825"/>
                </a:moveTo>
                <a:lnTo>
                  <a:pt x="742950" y="123825"/>
                </a:lnTo>
                <a:lnTo>
                  <a:pt x="742950" y="276225"/>
                </a:lnTo>
                <a:lnTo>
                  <a:pt x="733425" y="276225"/>
                </a:lnTo>
                <a:close/>
                <a:moveTo>
                  <a:pt x="1114425" y="123825"/>
                </a:moveTo>
                <a:lnTo>
                  <a:pt x="1123950" y="123825"/>
                </a:lnTo>
                <a:lnTo>
                  <a:pt x="1123950" y="161925"/>
                </a:lnTo>
                <a:lnTo>
                  <a:pt x="1114425" y="161925"/>
                </a:lnTo>
                <a:close/>
                <a:moveTo>
                  <a:pt x="133350" y="133350"/>
                </a:moveTo>
                <a:lnTo>
                  <a:pt x="142875" y="133350"/>
                </a:lnTo>
                <a:lnTo>
                  <a:pt x="142875" y="142875"/>
                </a:lnTo>
                <a:lnTo>
                  <a:pt x="133350" y="142875"/>
                </a:lnTo>
                <a:close/>
                <a:moveTo>
                  <a:pt x="247650" y="152400"/>
                </a:moveTo>
                <a:lnTo>
                  <a:pt x="257175" y="152400"/>
                </a:lnTo>
                <a:lnTo>
                  <a:pt x="257175" y="161925"/>
                </a:lnTo>
                <a:lnTo>
                  <a:pt x="247650" y="161925"/>
                </a:lnTo>
                <a:close/>
                <a:moveTo>
                  <a:pt x="266700" y="152400"/>
                </a:moveTo>
                <a:lnTo>
                  <a:pt x="276225" y="152400"/>
                </a:lnTo>
                <a:lnTo>
                  <a:pt x="276225" y="161925"/>
                </a:lnTo>
                <a:lnTo>
                  <a:pt x="266700" y="161925"/>
                </a:lnTo>
                <a:close/>
                <a:moveTo>
                  <a:pt x="676275" y="152400"/>
                </a:moveTo>
                <a:lnTo>
                  <a:pt x="685800" y="152400"/>
                </a:lnTo>
                <a:lnTo>
                  <a:pt x="685800" y="342900"/>
                </a:lnTo>
                <a:lnTo>
                  <a:pt x="676275" y="342900"/>
                </a:lnTo>
                <a:lnTo>
                  <a:pt x="676275" y="352425"/>
                </a:lnTo>
                <a:lnTo>
                  <a:pt x="666750" y="352425"/>
                </a:lnTo>
                <a:lnTo>
                  <a:pt x="666750" y="342900"/>
                </a:lnTo>
                <a:lnTo>
                  <a:pt x="657225" y="342900"/>
                </a:lnTo>
                <a:lnTo>
                  <a:pt x="657225" y="247650"/>
                </a:lnTo>
                <a:lnTo>
                  <a:pt x="647700" y="247650"/>
                </a:lnTo>
                <a:lnTo>
                  <a:pt x="647700" y="238125"/>
                </a:lnTo>
                <a:lnTo>
                  <a:pt x="161925" y="238125"/>
                </a:lnTo>
                <a:lnTo>
                  <a:pt x="161925" y="228600"/>
                </a:lnTo>
                <a:lnTo>
                  <a:pt x="657225" y="228600"/>
                </a:lnTo>
                <a:lnTo>
                  <a:pt x="657225" y="238125"/>
                </a:lnTo>
                <a:lnTo>
                  <a:pt x="676275" y="238125"/>
                </a:lnTo>
                <a:close/>
                <a:moveTo>
                  <a:pt x="838200" y="180975"/>
                </a:moveTo>
                <a:lnTo>
                  <a:pt x="857250" y="180975"/>
                </a:lnTo>
                <a:lnTo>
                  <a:pt x="857250" y="190500"/>
                </a:lnTo>
                <a:lnTo>
                  <a:pt x="847725" y="190500"/>
                </a:lnTo>
                <a:lnTo>
                  <a:pt x="847725" y="200025"/>
                </a:lnTo>
                <a:lnTo>
                  <a:pt x="838200" y="200025"/>
                </a:lnTo>
                <a:lnTo>
                  <a:pt x="838200" y="209550"/>
                </a:lnTo>
                <a:lnTo>
                  <a:pt x="828675" y="209550"/>
                </a:lnTo>
                <a:lnTo>
                  <a:pt x="828675" y="190500"/>
                </a:lnTo>
                <a:lnTo>
                  <a:pt x="838200" y="190500"/>
                </a:lnTo>
                <a:close/>
                <a:moveTo>
                  <a:pt x="923925" y="180975"/>
                </a:moveTo>
                <a:lnTo>
                  <a:pt x="933450" y="180975"/>
                </a:lnTo>
                <a:lnTo>
                  <a:pt x="933450" y="190500"/>
                </a:lnTo>
                <a:lnTo>
                  <a:pt x="923925" y="190500"/>
                </a:lnTo>
                <a:close/>
                <a:moveTo>
                  <a:pt x="1000125" y="180975"/>
                </a:moveTo>
                <a:lnTo>
                  <a:pt x="1019175" y="180975"/>
                </a:lnTo>
                <a:lnTo>
                  <a:pt x="1019175" y="190500"/>
                </a:lnTo>
                <a:lnTo>
                  <a:pt x="1028700" y="190500"/>
                </a:lnTo>
                <a:lnTo>
                  <a:pt x="1028700" y="209550"/>
                </a:lnTo>
                <a:lnTo>
                  <a:pt x="1019175" y="209550"/>
                </a:lnTo>
                <a:lnTo>
                  <a:pt x="1019175" y="200025"/>
                </a:lnTo>
                <a:lnTo>
                  <a:pt x="1009650" y="200025"/>
                </a:lnTo>
                <a:lnTo>
                  <a:pt x="1009650" y="190500"/>
                </a:lnTo>
                <a:lnTo>
                  <a:pt x="1000125" y="190500"/>
                </a:lnTo>
                <a:close/>
                <a:moveTo>
                  <a:pt x="857250" y="190500"/>
                </a:moveTo>
                <a:lnTo>
                  <a:pt x="866775" y="190500"/>
                </a:lnTo>
                <a:lnTo>
                  <a:pt x="866775" y="200025"/>
                </a:lnTo>
                <a:lnTo>
                  <a:pt x="857250" y="200025"/>
                </a:lnTo>
                <a:close/>
                <a:moveTo>
                  <a:pt x="914400" y="190500"/>
                </a:moveTo>
                <a:lnTo>
                  <a:pt x="923925" y="190500"/>
                </a:lnTo>
                <a:lnTo>
                  <a:pt x="923925" y="200025"/>
                </a:lnTo>
                <a:lnTo>
                  <a:pt x="914400" y="200025"/>
                </a:lnTo>
                <a:close/>
                <a:moveTo>
                  <a:pt x="933450" y="190500"/>
                </a:moveTo>
                <a:lnTo>
                  <a:pt x="942975" y="190500"/>
                </a:lnTo>
                <a:lnTo>
                  <a:pt x="942975" y="200025"/>
                </a:lnTo>
                <a:lnTo>
                  <a:pt x="933450" y="200025"/>
                </a:lnTo>
                <a:close/>
                <a:moveTo>
                  <a:pt x="990600" y="190500"/>
                </a:moveTo>
                <a:lnTo>
                  <a:pt x="1000125" y="190500"/>
                </a:lnTo>
                <a:lnTo>
                  <a:pt x="1000125" y="200025"/>
                </a:lnTo>
                <a:lnTo>
                  <a:pt x="990600" y="200025"/>
                </a:lnTo>
                <a:close/>
                <a:moveTo>
                  <a:pt x="838200" y="209550"/>
                </a:moveTo>
                <a:lnTo>
                  <a:pt x="857250" y="209550"/>
                </a:lnTo>
                <a:lnTo>
                  <a:pt x="857250" y="219075"/>
                </a:lnTo>
                <a:lnTo>
                  <a:pt x="838200" y="219075"/>
                </a:lnTo>
                <a:close/>
                <a:moveTo>
                  <a:pt x="923925" y="209550"/>
                </a:moveTo>
                <a:lnTo>
                  <a:pt x="942975" y="209550"/>
                </a:lnTo>
                <a:lnTo>
                  <a:pt x="942975" y="219075"/>
                </a:lnTo>
                <a:lnTo>
                  <a:pt x="923925" y="219075"/>
                </a:lnTo>
                <a:close/>
                <a:moveTo>
                  <a:pt x="1000125" y="209550"/>
                </a:moveTo>
                <a:lnTo>
                  <a:pt x="1019175" y="209550"/>
                </a:lnTo>
                <a:lnTo>
                  <a:pt x="1019175" y="219075"/>
                </a:lnTo>
                <a:lnTo>
                  <a:pt x="1000125" y="219075"/>
                </a:lnTo>
                <a:close/>
                <a:moveTo>
                  <a:pt x="152400" y="238125"/>
                </a:moveTo>
                <a:lnTo>
                  <a:pt x="161925" y="238125"/>
                </a:lnTo>
                <a:lnTo>
                  <a:pt x="161925" y="247650"/>
                </a:lnTo>
                <a:lnTo>
                  <a:pt x="152400" y="247650"/>
                </a:lnTo>
                <a:close/>
                <a:moveTo>
                  <a:pt x="333375" y="266700"/>
                </a:moveTo>
                <a:lnTo>
                  <a:pt x="371475" y="266700"/>
                </a:lnTo>
                <a:lnTo>
                  <a:pt x="371475" y="276225"/>
                </a:lnTo>
                <a:lnTo>
                  <a:pt x="333375" y="276225"/>
                </a:lnTo>
                <a:close/>
                <a:moveTo>
                  <a:pt x="457200" y="266700"/>
                </a:moveTo>
                <a:lnTo>
                  <a:pt x="476250" y="266700"/>
                </a:lnTo>
                <a:lnTo>
                  <a:pt x="476250" y="276225"/>
                </a:lnTo>
                <a:lnTo>
                  <a:pt x="457200" y="276225"/>
                </a:lnTo>
                <a:close/>
                <a:moveTo>
                  <a:pt x="542925" y="266700"/>
                </a:moveTo>
                <a:lnTo>
                  <a:pt x="590550" y="266700"/>
                </a:lnTo>
                <a:lnTo>
                  <a:pt x="590550" y="276225"/>
                </a:lnTo>
                <a:lnTo>
                  <a:pt x="542925" y="276225"/>
                </a:lnTo>
                <a:close/>
                <a:moveTo>
                  <a:pt x="1114425" y="266700"/>
                </a:moveTo>
                <a:lnTo>
                  <a:pt x="1123950" y="266700"/>
                </a:lnTo>
                <a:lnTo>
                  <a:pt x="1123950" y="276225"/>
                </a:lnTo>
                <a:lnTo>
                  <a:pt x="1114425" y="276225"/>
                </a:lnTo>
                <a:close/>
                <a:moveTo>
                  <a:pt x="314325" y="276225"/>
                </a:moveTo>
                <a:lnTo>
                  <a:pt x="323850" y="276225"/>
                </a:lnTo>
                <a:lnTo>
                  <a:pt x="323850" y="285750"/>
                </a:lnTo>
                <a:lnTo>
                  <a:pt x="314325" y="285750"/>
                </a:lnTo>
                <a:close/>
                <a:moveTo>
                  <a:pt x="428625" y="276225"/>
                </a:moveTo>
                <a:lnTo>
                  <a:pt x="438150" y="276225"/>
                </a:lnTo>
                <a:lnTo>
                  <a:pt x="438150" y="285750"/>
                </a:lnTo>
                <a:lnTo>
                  <a:pt x="428625" y="285750"/>
                </a:lnTo>
                <a:close/>
                <a:moveTo>
                  <a:pt x="485775" y="276225"/>
                </a:moveTo>
                <a:lnTo>
                  <a:pt x="495300" y="276225"/>
                </a:lnTo>
                <a:lnTo>
                  <a:pt x="495300" y="285750"/>
                </a:lnTo>
                <a:lnTo>
                  <a:pt x="485775" y="285750"/>
                </a:lnTo>
                <a:close/>
                <a:moveTo>
                  <a:pt x="533400" y="276225"/>
                </a:moveTo>
                <a:lnTo>
                  <a:pt x="542925" y="276225"/>
                </a:lnTo>
                <a:lnTo>
                  <a:pt x="542925" y="285750"/>
                </a:lnTo>
                <a:lnTo>
                  <a:pt x="533400" y="285750"/>
                </a:lnTo>
                <a:close/>
                <a:moveTo>
                  <a:pt x="419100" y="285750"/>
                </a:moveTo>
                <a:lnTo>
                  <a:pt x="428625" y="285750"/>
                </a:lnTo>
                <a:lnTo>
                  <a:pt x="428625" y="333375"/>
                </a:lnTo>
                <a:lnTo>
                  <a:pt x="438150" y="333375"/>
                </a:lnTo>
                <a:lnTo>
                  <a:pt x="438150" y="342900"/>
                </a:lnTo>
                <a:lnTo>
                  <a:pt x="485775" y="342900"/>
                </a:lnTo>
                <a:lnTo>
                  <a:pt x="485775" y="333375"/>
                </a:lnTo>
                <a:lnTo>
                  <a:pt x="495300" y="333375"/>
                </a:lnTo>
                <a:lnTo>
                  <a:pt x="495300" y="285750"/>
                </a:lnTo>
                <a:lnTo>
                  <a:pt x="504825" y="285750"/>
                </a:lnTo>
                <a:lnTo>
                  <a:pt x="504825" y="342900"/>
                </a:lnTo>
                <a:lnTo>
                  <a:pt x="495300" y="342900"/>
                </a:lnTo>
                <a:lnTo>
                  <a:pt x="495300" y="352425"/>
                </a:lnTo>
                <a:lnTo>
                  <a:pt x="428625" y="352425"/>
                </a:lnTo>
                <a:lnTo>
                  <a:pt x="428625" y="342900"/>
                </a:lnTo>
                <a:lnTo>
                  <a:pt x="419100" y="342900"/>
                </a:lnTo>
                <a:close/>
                <a:moveTo>
                  <a:pt x="600075" y="285750"/>
                </a:moveTo>
                <a:lnTo>
                  <a:pt x="609600" y="285750"/>
                </a:lnTo>
                <a:lnTo>
                  <a:pt x="609600" y="333375"/>
                </a:lnTo>
                <a:lnTo>
                  <a:pt x="600075" y="333375"/>
                </a:lnTo>
                <a:close/>
                <a:moveTo>
                  <a:pt x="742950" y="295275"/>
                </a:moveTo>
                <a:lnTo>
                  <a:pt x="752475" y="295275"/>
                </a:lnTo>
                <a:lnTo>
                  <a:pt x="752475" y="304800"/>
                </a:lnTo>
                <a:lnTo>
                  <a:pt x="742950" y="304800"/>
                </a:lnTo>
                <a:close/>
                <a:moveTo>
                  <a:pt x="752475" y="304800"/>
                </a:moveTo>
                <a:lnTo>
                  <a:pt x="762000" y="304800"/>
                </a:lnTo>
                <a:lnTo>
                  <a:pt x="762000" y="314325"/>
                </a:lnTo>
                <a:lnTo>
                  <a:pt x="752475" y="314325"/>
                </a:lnTo>
                <a:close/>
                <a:moveTo>
                  <a:pt x="771525" y="314325"/>
                </a:moveTo>
                <a:lnTo>
                  <a:pt x="781050" y="314325"/>
                </a:lnTo>
                <a:lnTo>
                  <a:pt x="781050" y="323850"/>
                </a:lnTo>
                <a:lnTo>
                  <a:pt x="771525" y="323850"/>
                </a:lnTo>
                <a:close/>
                <a:moveTo>
                  <a:pt x="1076325" y="314325"/>
                </a:moveTo>
                <a:lnTo>
                  <a:pt x="1085850" y="314325"/>
                </a:lnTo>
                <a:lnTo>
                  <a:pt x="1085850" y="323850"/>
                </a:lnTo>
                <a:lnTo>
                  <a:pt x="1076325" y="323850"/>
                </a:lnTo>
                <a:close/>
                <a:moveTo>
                  <a:pt x="790575" y="323850"/>
                </a:moveTo>
                <a:lnTo>
                  <a:pt x="800100" y="323850"/>
                </a:lnTo>
                <a:lnTo>
                  <a:pt x="800100" y="333375"/>
                </a:lnTo>
                <a:lnTo>
                  <a:pt x="790575" y="333375"/>
                </a:lnTo>
                <a:close/>
                <a:moveTo>
                  <a:pt x="314325" y="333375"/>
                </a:moveTo>
                <a:lnTo>
                  <a:pt x="323850" y="333375"/>
                </a:lnTo>
                <a:lnTo>
                  <a:pt x="323850" y="342900"/>
                </a:lnTo>
                <a:lnTo>
                  <a:pt x="314325" y="342900"/>
                </a:lnTo>
                <a:close/>
                <a:moveTo>
                  <a:pt x="381000" y="333375"/>
                </a:moveTo>
                <a:lnTo>
                  <a:pt x="390525" y="333375"/>
                </a:lnTo>
                <a:lnTo>
                  <a:pt x="390525" y="342900"/>
                </a:lnTo>
                <a:lnTo>
                  <a:pt x="381000" y="342900"/>
                </a:lnTo>
                <a:close/>
                <a:moveTo>
                  <a:pt x="590550" y="333375"/>
                </a:moveTo>
                <a:lnTo>
                  <a:pt x="600075" y="333375"/>
                </a:lnTo>
                <a:lnTo>
                  <a:pt x="600075" y="342900"/>
                </a:lnTo>
                <a:lnTo>
                  <a:pt x="590550" y="342900"/>
                </a:lnTo>
                <a:close/>
                <a:moveTo>
                  <a:pt x="800100" y="333375"/>
                </a:moveTo>
                <a:lnTo>
                  <a:pt x="809625" y="333375"/>
                </a:lnTo>
                <a:lnTo>
                  <a:pt x="809625" y="381000"/>
                </a:lnTo>
                <a:lnTo>
                  <a:pt x="800100" y="381000"/>
                </a:lnTo>
                <a:close/>
                <a:moveTo>
                  <a:pt x="323850" y="342900"/>
                </a:moveTo>
                <a:lnTo>
                  <a:pt x="381000" y="342900"/>
                </a:lnTo>
                <a:lnTo>
                  <a:pt x="381000" y="352425"/>
                </a:lnTo>
                <a:lnTo>
                  <a:pt x="323850" y="352425"/>
                </a:lnTo>
                <a:close/>
                <a:moveTo>
                  <a:pt x="866775" y="342900"/>
                </a:moveTo>
                <a:lnTo>
                  <a:pt x="876300" y="342900"/>
                </a:lnTo>
                <a:lnTo>
                  <a:pt x="876300" y="352425"/>
                </a:lnTo>
                <a:lnTo>
                  <a:pt x="866775" y="352425"/>
                </a:lnTo>
                <a:close/>
                <a:moveTo>
                  <a:pt x="857250" y="352425"/>
                </a:moveTo>
                <a:lnTo>
                  <a:pt x="866775" y="352425"/>
                </a:lnTo>
                <a:lnTo>
                  <a:pt x="866775" y="361950"/>
                </a:lnTo>
                <a:lnTo>
                  <a:pt x="857250" y="361950"/>
                </a:lnTo>
                <a:close/>
                <a:moveTo>
                  <a:pt x="847725" y="361950"/>
                </a:moveTo>
                <a:lnTo>
                  <a:pt x="857250" y="361950"/>
                </a:lnTo>
                <a:lnTo>
                  <a:pt x="857250" y="371475"/>
                </a:lnTo>
                <a:lnTo>
                  <a:pt x="847725" y="371475"/>
                </a:lnTo>
                <a:close/>
                <a:moveTo>
                  <a:pt x="219075" y="371475"/>
                </a:moveTo>
                <a:lnTo>
                  <a:pt x="276225" y="371475"/>
                </a:lnTo>
                <a:lnTo>
                  <a:pt x="276225" y="381000"/>
                </a:lnTo>
                <a:lnTo>
                  <a:pt x="285750" y="381000"/>
                </a:lnTo>
                <a:lnTo>
                  <a:pt x="285750" y="438150"/>
                </a:lnTo>
                <a:lnTo>
                  <a:pt x="276225" y="438150"/>
                </a:lnTo>
                <a:lnTo>
                  <a:pt x="276225" y="390525"/>
                </a:lnTo>
                <a:lnTo>
                  <a:pt x="266700" y="390525"/>
                </a:lnTo>
                <a:lnTo>
                  <a:pt x="266700" y="381000"/>
                </a:lnTo>
                <a:lnTo>
                  <a:pt x="219075" y="381000"/>
                </a:lnTo>
                <a:close/>
                <a:moveTo>
                  <a:pt x="323850" y="371475"/>
                </a:moveTo>
                <a:lnTo>
                  <a:pt x="381000" y="371475"/>
                </a:lnTo>
                <a:lnTo>
                  <a:pt x="381000" y="381000"/>
                </a:lnTo>
                <a:lnTo>
                  <a:pt x="323850" y="381000"/>
                </a:lnTo>
                <a:close/>
                <a:moveTo>
                  <a:pt x="428625" y="371475"/>
                </a:moveTo>
                <a:lnTo>
                  <a:pt x="495300" y="371475"/>
                </a:lnTo>
                <a:lnTo>
                  <a:pt x="495300" y="381000"/>
                </a:lnTo>
                <a:lnTo>
                  <a:pt x="504825" y="381000"/>
                </a:lnTo>
                <a:lnTo>
                  <a:pt x="504825" y="400050"/>
                </a:lnTo>
                <a:lnTo>
                  <a:pt x="495300" y="400050"/>
                </a:lnTo>
                <a:lnTo>
                  <a:pt x="495300" y="390525"/>
                </a:lnTo>
                <a:lnTo>
                  <a:pt x="485775" y="390525"/>
                </a:lnTo>
                <a:lnTo>
                  <a:pt x="485775" y="381000"/>
                </a:lnTo>
                <a:lnTo>
                  <a:pt x="438150" y="381000"/>
                </a:lnTo>
                <a:lnTo>
                  <a:pt x="438150" y="390525"/>
                </a:lnTo>
                <a:lnTo>
                  <a:pt x="428625" y="390525"/>
                </a:lnTo>
                <a:lnTo>
                  <a:pt x="428625" y="428625"/>
                </a:lnTo>
                <a:lnTo>
                  <a:pt x="438150" y="428625"/>
                </a:lnTo>
                <a:lnTo>
                  <a:pt x="438150" y="438150"/>
                </a:lnTo>
                <a:lnTo>
                  <a:pt x="466725" y="438150"/>
                </a:lnTo>
                <a:lnTo>
                  <a:pt x="466725" y="428625"/>
                </a:lnTo>
                <a:lnTo>
                  <a:pt x="476250" y="428625"/>
                </a:lnTo>
                <a:lnTo>
                  <a:pt x="476250" y="419100"/>
                </a:lnTo>
                <a:lnTo>
                  <a:pt x="485775" y="419100"/>
                </a:lnTo>
                <a:lnTo>
                  <a:pt x="485775" y="428625"/>
                </a:lnTo>
                <a:lnTo>
                  <a:pt x="476250" y="428625"/>
                </a:lnTo>
                <a:lnTo>
                  <a:pt x="476250" y="438150"/>
                </a:lnTo>
                <a:lnTo>
                  <a:pt x="466725" y="438150"/>
                </a:lnTo>
                <a:lnTo>
                  <a:pt x="466725" y="447675"/>
                </a:lnTo>
                <a:lnTo>
                  <a:pt x="428625" y="447675"/>
                </a:lnTo>
                <a:lnTo>
                  <a:pt x="428625" y="438150"/>
                </a:lnTo>
                <a:lnTo>
                  <a:pt x="419100" y="438150"/>
                </a:lnTo>
                <a:lnTo>
                  <a:pt x="419100" y="381000"/>
                </a:lnTo>
                <a:lnTo>
                  <a:pt x="428625" y="381000"/>
                </a:lnTo>
                <a:close/>
                <a:moveTo>
                  <a:pt x="590550" y="371475"/>
                </a:moveTo>
                <a:lnTo>
                  <a:pt x="609600" y="371475"/>
                </a:lnTo>
                <a:lnTo>
                  <a:pt x="609600" y="381000"/>
                </a:lnTo>
                <a:lnTo>
                  <a:pt x="590550" y="381000"/>
                </a:lnTo>
                <a:close/>
                <a:moveTo>
                  <a:pt x="647700" y="371475"/>
                </a:moveTo>
                <a:lnTo>
                  <a:pt x="676275" y="371475"/>
                </a:lnTo>
                <a:lnTo>
                  <a:pt x="676275" y="381000"/>
                </a:lnTo>
                <a:lnTo>
                  <a:pt x="647700" y="381000"/>
                </a:lnTo>
                <a:close/>
                <a:moveTo>
                  <a:pt x="209550" y="381000"/>
                </a:moveTo>
                <a:lnTo>
                  <a:pt x="219075" y="381000"/>
                </a:lnTo>
                <a:lnTo>
                  <a:pt x="219075" y="390525"/>
                </a:lnTo>
                <a:lnTo>
                  <a:pt x="209550" y="390525"/>
                </a:lnTo>
                <a:close/>
                <a:moveTo>
                  <a:pt x="314325" y="381000"/>
                </a:moveTo>
                <a:lnTo>
                  <a:pt x="323850" y="381000"/>
                </a:lnTo>
                <a:lnTo>
                  <a:pt x="323850" y="390525"/>
                </a:lnTo>
                <a:lnTo>
                  <a:pt x="314325" y="390525"/>
                </a:lnTo>
                <a:close/>
                <a:moveTo>
                  <a:pt x="381000" y="381000"/>
                </a:moveTo>
                <a:lnTo>
                  <a:pt x="390525" y="381000"/>
                </a:lnTo>
                <a:lnTo>
                  <a:pt x="390525" y="390525"/>
                </a:lnTo>
                <a:lnTo>
                  <a:pt x="381000" y="390525"/>
                </a:lnTo>
                <a:close/>
                <a:moveTo>
                  <a:pt x="561975" y="381000"/>
                </a:moveTo>
                <a:lnTo>
                  <a:pt x="571500" y="381000"/>
                </a:lnTo>
                <a:lnTo>
                  <a:pt x="571500" y="390525"/>
                </a:lnTo>
                <a:lnTo>
                  <a:pt x="561975" y="390525"/>
                </a:lnTo>
                <a:close/>
                <a:moveTo>
                  <a:pt x="695325" y="381000"/>
                </a:moveTo>
                <a:lnTo>
                  <a:pt x="704850" y="381000"/>
                </a:lnTo>
                <a:lnTo>
                  <a:pt x="704850" y="390525"/>
                </a:lnTo>
                <a:lnTo>
                  <a:pt x="695325" y="390525"/>
                </a:lnTo>
                <a:close/>
                <a:moveTo>
                  <a:pt x="809625" y="381000"/>
                </a:moveTo>
                <a:lnTo>
                  <a:pt x="828675" y="381000"/>
                </a:lnTo>
                <a:lnTo>
                  <a:pt x="828675" y="390525"/>
                </a:lnTo>
                <a:lnTo>
                  <a:pt x="809625" y="390525"/>
                </a:lnTo>
                <a:close/>
                <a:moveTo>
                  <a:pt x="200025" y="390525"/>
                </a:moveTo>
                <a:lnTo>
                  <a:pt x="209550" y="390525"/>
                </a:lnTo>
                <a:lnTo>
                  <a:pt x="209550" y="438150"/>
                </a:lnTo>
                <a:lnTo>
                  <a:pt x="200025" y="438150"/>
                </a:lnTo>
                <a:close/>
                <a:moveTo>
                  <a:pt x="542925" y="390525"/>
                </a:moveTo>
                <a:lnTo>
                  <a:pt x="552450" y="390525"/>
                </a:lnTo>
                <a:lnTo>
                  <a:pt x="552450" y="400050"/>
                </a:lnTo>
                <a:lnTo>
                  <a:pt x="542925" y="400050"/>
                </a:lnTo>
                <a:close/>
                <a:moveTo>
                  <a:pt x="714375" y="390525"/>
                </a:moveTo>
                <a:lnTo>
                  <a:pt x="723900" y="390525"/>
                </a:lnTo>
                <a:lnTo>
                  <a:pt x="723900" y="400050"/>
                </a:lnTo>
                <a:lnTo>
                  <a:pt x="714375" y="400050"/>
                </a:lnTo>
                <a:close/>
                <a:moveTo>
                  <a:pt x="742950" y="409575"/>
                </a:moveTo>
                <a:lnTo>
                  <a:pt x="752475" y="409575"/>
                </a:lnTo>
                <a:lnTo>
                  <a:pt x="752475" y="419100"/>
                </a:lnTo>
                <a:lnTo>
                  <a:pt x="742950" y="419100"/>
                </a:lnTo>
                <a:close/>
                <a:moveTo>
                  <a:pt x="752475" y="419100"/>
                </a:moveTo>
                <a:lnTo>
                  <a:pt x="762000" y="419100"/>
                </a:lnTo>
                <a:lnTo>
                  <a:pt x="762000" y="428625"/>
                </a:lnTo>
                <a:lnTo>
                  <a:pt x="752475" y="428625"/>
                </a:lnTo>
                <a:close/>
                <a:moveTo>
                  <a:pt x="590550" y="428625"/>
                </a:moveTo>
                <a:lnTo>
                  <a:pt x="600075" y="428625"/>
                </a:lnTo>
                <a:lnTo>
                  <a:pt x="600075" y="438150"/>
                </a:lnTo>
                <a:lnTo>
                  <a:pt x="590550" y="438150"/>
                </a:lnTo>
                <a:close/>
                <a:moveTo>
                  <a:pt x="666750" y="428625"/>
                </a:moveTo>
                <a:lnTo>
                  <a:pt x="685800" y="428625"/>
                </a:lnTo>
                <a:lnTo>
                  <a:pt x="685800" y="438150"/>
                </a:lnTo>
                <a:lnTo>
                  <a:pt x="666750" y="438150"/>
                </a:lnTo>
                <a:close/>
                <a:moveTo>
                  <a:pt x="762000" y="428625"/>
                </a:moveTo>
                <a:lnTo>
                  <a:pt x="771525" y="428625"/>
                </a:lnTo>
                <a:lnTo>
                  <a:pt x="771525" y="438150"/>
                </a:lnTo>
                <a:lnTo>
                  <a:pt x="762000" y="438150"/>
                </a:lnTo>
                <a:close/>
                <a:moveTo>
                  <a:pt x="209550" y="438150"/>
                </a:moveTo>
                <a:lnTo>
                  <a:pt x="219075" y="438150"/>
                </a:lnTo>
                <a:lnTo>
                  <a:pt x="219075" y="447675"/>
                </a:lnTo>
                <a:lnTo>
                  <a:pt x="209550" y="447675"/>
                </a:lnTo>
                <a:close/>
                <a:moveTo>
                  <a:pt x="266700" y="438150"/>
                </a:moveTo>
                <a:lnTo>
                  <a:pt x="276225" y="438150"/>
                </a:lnTo>
                <a:lnTo>
                  <a:pt x="276225" y="447675"/>
                </a:lnTo>
                <a:lnTo>
                  <a:pt x="266700" y="447675"/>
                </a:lnTo>
                <a:close/>
                <a:moveTo>
                  <a:pt x="695325" y="438150"/>
                </a:moveTo>
                <a:lnTo>
                  <a:pt x="704850" y="438150"/>
                </a:lnTo>
                <a:lnTo>
                  <a:pt x="704850" y="447675"/>
                </a:lnTo>
                <a:lnTo>
                  <a:pt x="695325" y="447675"/>
                </a:lnTo>
                <a:close/>
                <a:moveTo>
                  <a:pt x="485775" y="447675"/>
                </a:moveTo>
                <a:lnTo>
                  <a:pt x="495300" y="447675"/>
                </a:lnTo>
                <a:lnTo>
                  <a:pt x="495300" y="457200"/>
                </a:lnTo>
                <a:lnTo>
                  <a:pt x="485775" y="457200"/>
                </a:lnTo>
                <a:close/>
                <a:moveTo>
                  <a:pt x="552450" y="447675"/>
                </a:moveTo>
                <a:lnTo>
                  <a:pt x="561975" y="447675"/>
                </a:lnTo>
                <a:lnTo>
                  <a:pt x="561975" y="457200"/>
                </a:lnTo>
                <a:lnTo>
                  <a:pt x="552450" y="457200"/>
                </a:lnTo>
                <a:close/>
                <a:moveTo>
                  <a:pt x="542925" y="457200"/>
                </a:moveTo>
                <a:lnTo>
                  <a:pt x="552450" y="457200"/>
                </a:lnTo>
                <a:lnTo>
                  <a:pt x="552450" y="466725"/>
                </a:lnTo>
                <a:lnTo>
                  <a:pt x="542925" y="466725"/>
                </a:lnTo>
                <a:close/>
                <a:moveTo>
                  <a:pt x="619125" y="457200"/>
                </a:moveTo>
                <a:lnTo>
                  <a:pt x="628650" y="457200"/>
                </a:lnTo>
                <a:lnTo>
                  <a:pt x="628650" y="466725"/>
                </a:lnTo>
                <a:lnTo>
                  <a:pt x="619125" y="466725"/>
                </a:lnTo>
                <a:close/>
                <a:moveTo>
                  <a:pt x="638175" y="457200"/>
                </a:moveTo>
                <a:lnTo>
                  <a:pt x="647700" y="457200"/>
                </a:lnTo>
                <a:lnTo>
                  <a:pt x="647700" y="466725"/>
                </a:lnTo>
                <a:lnTo>
                  <a:pt x="638175" y="466725"/>
                </a:lnTo>
                <a:close/>
                <a:moveTo>
                  <a:pt x="781050" y="457200"/>
                </a:moveTo>
                <a:lnTo>
                  <a:pt x="790575" y="457200"/>
                </a:lnTo>
                <a:lnTo>
                  <a:pt x="790575" y="466725"/>
                </a:lnTo>
                <a:lnTo>
                  <a:pt x="781050" y="466725"/>
                </a:lnTo>
                <a:close/>
                <a:moveTo>
                  <a:pt x="533400" y="466725"/>
                </a:moveTo>
                <a:lnTo>
                  <a:pt x="542925" y="466725"/>
                </a:lnTo>
                <a:lnTo>
                  <a:pt x="542925" y="476250"/>
                </a:lnTo>
                <a:lnTo>
                  <a:pt x="533400" y="476250"/>
                </a:lnTo>
                <a:close/>
                <a:moveTo>
                  <a:pt x="266700" y="476250"/>
                </a:moveTo>
                <a:lnTo>
                  <a:pt x="276225" y="476250"/>
                </a:lnTo>
                <a:lnTo>
                  <a:pt x="276225" y="485775"/>
                </a:lnTo>
                <a:lnTo>
                  <a:pt x="266700" y="485775"/>
                </a:lnTo>
                <a:close/>
                <a:moveTo>
                  <a:pt x="733425" y="476250"/>
                </a:moveTo>
                <a:lnTo>
                  <a:pt x="742950" y="476250"/>
                </a:lnTo>
                <a:lnTo>
                  <a:pt x="742950" y="485775"/>
                </a:lnTo>
                <a:lnTo>
                  <a:pt x="733425" y="485775"/>
                </a:lnTo>
                <a:close/>
                <a:moveTo>
                  <a:pt x="790575" y="476250"/>
                </a:moveTo>
                <a:lnTo>
                  <a:pt x="800100" y="476250"/>
                </a:lnTo>
                <a:lnTo>
                  <a:pt x="800100" y="485775"/>
                </a:lnTo>
                <a:lnTo>
                  <a:pt x="790575" y="485775"/>
                </a:lnTo>
                <a:close/>
                <a:moveTo>
                  <a:pt x="276225" y="485775"/>
                </a:moveTo>
                <a:lnTo>
                  <a:pt x="285750" y="485775"/>
                </a:lnTo>
                <a:lnTo>
                  <a:pt x="285750" y="533400"/>
                </a:lnTo>
                <a:lnTo>
                  <a:pt x="276225" y="533400"/>
                </a:lnTo>
                <a:close/>
                <a:moveTo>
                  <a:pt x="466725" y="485775"/>
                </a:moveTo>
                <a:lnTo>
                  <a:pt x="476250" y="485775"/>
                </a:lnTo>
                <a:lnTo>
                  <a:pt x="476250" y="495300"/>
                </a:lnTo>
                <a:lnTo>
                  <a:pt x="466725" y="495300"/>
                </a:lnTo>
                <a:close/>
                <a:moveTo>
                  <a:pt x="742950" y="495300"/>
                </a:moveTo>
                <a:lnTo>
                  <a:pt x="752475" y="495300"/>
                </a:lnTo>
                <a:lnTo>
                  <a:pt x="752475" y="504825"/>
                </a:lnTo>
                <a:lnTo>
                  <a:pt x="742950" y="504825"/>
                </a:lnTo>
                <a:close/>
                <a:moveTo>
                  <a:pt x="514350" y="504825"/>
                </a:moveTo>
                <a:lnTo>
                  <a:pt x="523875" y="504825"/>
                </a:lnTo>
                <a:lnTo>
                  <a:pt x="523875" y="514350"/>
                </a:lnTo>
                <a:lnTo>
                  <a:pt x="514350" y="514350"/>
                </a:lnTo>
                <a:close/>
                <a:moveTo>
                  <a:pt x="800100" y="504825"/>
                </a:moveTo>
                <a:lnTo>
                  <a:pt x="809625" y="504825"/>
                </a:lnTo>
                <a:lnTo>
                  <a:pt x="809625" y="514350"/>
                </a:lnTo>
                <a:lnTo>
                  <a:pt x="800100" y="514350"/>
                </a:lnTo>
                <a:close/>
                <a:moveTo>
                  <a:pt x="457200" y="514350"/>
                </a:moveTo>
                <a:lnTo>
                  <a:pt x="466725" y="514350"/>
                </a:lnTo>
                <a:lnTo>
                  <a:pt x="466725" y="533400"/>
                </a:lnTo>
                <a:lnTo>
                  <a:pt x="457200" y="533400"/>
                </a:lnTo>
                <a:close/>
                <a:moveTo>
                  <a:pt x="209550" y="533400"/>
                </a:moveTo>
                <a:lnTo>
                  <a:pt x="219075" y="533400"/>
                </a:lnTo>
                <a:lnTo>
                  <a:pt x="219075" y="542925"/>
                </a:lnTo>
                <a:lnTo>
                  <a:pt x="209550" y="542925"/>
                </a:lnTo>
                <a:close/>
                <a:moveTo>
                  <a:pt x="266700" y="533400"/>
                </a:moveTo>
                <a:lnTo>
                  <a:pt x="276225" y="533400"/>
                </a:lnTo>
                <a:lnTo>
                  <a:pt x="276225" y="542925"/>
                </a:lnTo>
                <a:lnTo>
                  <a:pt x="266700" y="542925"/>
                </a:lnTo>
                <a:close/>
                <a:moveTo>
                  <a:pt x="314325" y="533400"/>
                </a:moveTo>
                <a:lnTo>
                  <a:pt x="323850" y="533400"/>
                </a:lnTo>
                <a:lnTo>
                  <a:pt x="323850" y="542925"/>
                </a:lnTo>
                <a:lnTo>
                  <a:pt x="314325" y="542925"/>
                </a:lnTo>
                <a:close/>
                <a:moveTo>
                  <a:pt x="381000" y="533400"/>
                </a:moveTo>
                <a:lnTo>
                  <a:pt x="390525" y="533400"/>
                </a:lnTo>
                <a:lnTo>
                  <a:pt x="390525" y="542925"/>
                </a:lnTo>
                <a:lnTo>
                  <a:pt x="381000" y="542925"/>
                </a:lnTo>
                <a:close/>
                <a:moveTo>
                  <a:pt x="752475" y="533400"/>
                </a:moveTo>
                <a:lnTo>
                  <a:pt x="762000" y="533400"/>
                </a:lnTo>
                <a:lnTo>
                  <a:pt x="762000" y="561975"/>
                </a:lnTo>
                <a:lnTo>
                  <a:pt x="752475" y="561975"/>
                </a:lnTo>
                <a:close/>
                <a:moveTo>
                  <a:pt x="219075" y="542925"/>
                </a:moveTo>
                <a:lnTo>
                  <a:pt x="266700" y="542925"/>
                </a:lnTo>
                <a:lnTo>
                  <a:pt x="266700" y="552450"/>
                </a:lnTo>
                <a:lnTo>
                  <a:pt x="219075" y="552450"/>
                </a:lnTo>
                <a:close/>
                <a:moveTo>
                  <a:pt x="323850" y="542925"/>
                </a:moveTo>
                <a:lnTo>
                  <a:pt x="381000" y="542925"/>
                </a:lnTo>
                <a:lnTo>
                  <a:pt x="381000" y="552450"/>
                </a:lnTo>
                <a:lnTo>
                  <a:pt x="323850" y="552450"/>
                </a:lnTo>
                <a:close/>
                <a:moveTo>
                  <a:pt x="647700" y="542925"/>
                </a:moveTo>
                <a:lnTo>
                  <a:pt x="657225" y="542925"/>
                </a:lnTo>
                <a:lnTo>
                  <a:pt x="657225" y="552450"/>
                </a:lnTo>
                <a:lnTo>
                  <a:pt x="647700" y="552450"/>
                </a:lnTo>
                <a:close/>
                <a:moveTo>
                  <a:pt x="619125" y="552450"/>
                </a:moveTo>
                <a:lnTo>
                  <a:pt x="628650" y="552450"/>
                </a:lnTo>
                <a:lnTo>
                  <a:pt x="628650" y="561975"/>
                </a:lnTo>
                <a:lnTo>
                  <a:pt x="619125" y="561975"/>
                </a:lnTo>
                <a:close/>
                <a:moveTo>
                  <a:pt x="657225" y="552450"/>
                </a:moveTo>
                <a:lnTo>
                  <a:pt x="666750" y="552450"/>
                </a:lnTo>
                <a:lnTo>
                  <a:pt x="666750" y="561975"/>
                </a:lnTo>
                <a:lnTo>
                  <a:pt x="657225" y="561975"/>
                </a:lnTo>
                <a:close/>
                <a:moveTo>
                  <a:pt x="457200" y="561975"/>
                </a:moveTo>
                <a:lnTo>
                  <a:pt x="466725" y="561975"/>
                </a:lnTo>
                <a:lnTo>
                  <a:pt x="466725" y="581025"/>
                </a:lnTo>
                <a:lnTo>
                  <a:pt x="457200" y="581025"/>
                </a:lnTo>
                <a:close/>
                <a:moveTo>
                  <a:pt x="628650" y="561975"/>
                </a:moveTo>
                <a:lnTo>
                  <a:pt x="638175" y="561975"/>
                </a:lnTo>
                <a:lnTo>
                  <a:pt x="638175" y="571500"/>
                </a:lnTo>
                <a:lnTo>
                  <a:pt x="628650" y="571500"/>
                </a:lnTo>
                <a:close/>
                <a:moveTo>
                  <a:pt x="666750" y="561975"/>
                </a:moveTo>
                <a:lnTo>
                  <a:pt x="676275" y="561975"/>
                </a:lnTo>
                <a:lnTo>
                  <a:pt x="676275" y="571500"/>
                </a:lnTo>
                <a:lnTo>
                  <a:pt x="666750" y="571500"/>
                </a:lnTo>
                <a:close/>
                <a:moveTo>
                  <a:pt x="514350" y="571500"/>
                </a:moveTo>
                <a:lnTo>
                  <a:pt x="523875" y="571500"/>
                </a:lnTo>
                <a:lnTo>
                  <a:pt x="523875" y="590550"/>
                </a:lnTo>
                <a:lnTo>
                  <a:pt x="514350" y="590550"/>
                </a:lnTo>
                <a:close/>
                <a:moveTo>
                  <a:pt x="638175" y="571500"/>
                </a:moveTo>
                <a:lnTo>
                  <a:pt x="647700" y="571500"/>
                </a:lnTo>
                <a:lnTo>
                  <a:pt x="647700" y="581025"/>
                </a:lnTo>
                <a:lnTo>
                  <a:pt x="638175" y="581025"/>
                </a:lnTo>
                <a:close/>
                <a:moveTo>
                  <a:pt x="676275" y="571500"/>
                </a:moveTo>
                <a:lnTo>
                  <a:pt x="685800" y="571500"/>
                </a:lnTo>
                <a:lnTo>
                  <a:pt x="685800" y="581025"/>
                </a:lnTo>
                <a:lnTo>
                  <a:pt x="676275" y="581025"/>
                </a:lnTo>
                <a:close/>
                <a:moveTo>
                  <a:pt x="685800" y="581025"/>
                </a:moveTo>
                <a:lnTo>
                  <a:pt x="695325" y="581025"/>
                </a:lnTo>
                <a:lnTo>
                  <a:pt x="695325" y="600075"/>
                </a:lnTo>
                <a:lnTo>
                  <a:pt x="685800" y="600075"/>
                </a:lnTo>
                <a:close/>
                <a:moveTo>
                  <a:pt x="800100" y="581025"/>
                </a:moveTo>
                <a:lnTo>
                  <a:pt x="809625" y="581025"/>
                </a:lnTo>
                <a:lnTo>
                  <a:pt x="809625" y="590550"/>
                </a:lnTo>
                <a:lnTo>
                  <a:pt x="800100" y="590550"/>
                </a:lnTo>
                <a:close/>
                <a:moveTo>
                  <a:pt x="171450" y="590550"/>
                </a:moveTo>
                <a:lnTo>
                  <a:pt x="438150" y="590550"/>
                </a:lnTo>
                <a:lnTo>
                  <a:pt x="438150" y="619125"/>
                </a:lnTo>
                <a:lnTo>
                  <a:pt x="161925" y="619125"/>
                </a:lnTo>
                <a:lnTo>
                  <a:pt x="161925" y="609600"/>
                </a:lnTo>
                <a:lnTo>
                  <a:pt x="171450" y="609600"/>
                </a:lnTo>
                <a:close/>
                <a:moveTo>
                  <a:pt x="666750" y="590550"/>
                </a:moveTo>
                <a:lnTo>
                  <a:pt x="676275" y="590550"/>
                </a:lnTo>
                <a:lnTo>
                  <a:pt x="676275" y="600075"/>
                </a:lnTo>
                <a:lnTo>
                  <a:pt x="666750" y="600075"/>
                </a:lnTo>
                <a:close/>
                <a:moveTo>
                  <a:pt x="742950" y="590550"/>
                </a:moveTo>
                <a:lnTo>
                  <a:pt x="752475" y="590550"/>
                </a:lnTo>
                <a:lnTo>
                  <a:pt x="752475" y="600075"/>
                </a:lnTo>
                <a:lnTo>
                  <a:pt x="742950" y="600075"/>
                </a:lnTo>
                <a:close/>
                <a:moveTo>
                  <a:pt x="523875" y="600075"/>
                </a:moveTo>
                <a:lnTo>
                  <a:pt x="533400" y="600075"/>
                </a:lnTo>
                <a:lnTo>
                  <a:pt x="533400" y="609600"/>
                </a:lnTo>
                <a:lnTo>
                  <a:pt x="523875" y="609600"/>
                </a:lnTo>
                <a:close/>
                <a:moveTo>
                  <a:pt x="676275" y="600075"/>
                </a:moveTo>
                <a:lnTo>
                  <a:pt x="685800" y="600075"/>
                </a:lnTo>
                <a:lnTo>
                  <a:pt x="685800" y="609600"/>
                </a:lnTo>
                <a:lnTo>
                  <a:pt x="676275" y="609600"/>
                </a:lnTo>
                <a:close/>
                <a:moveTo>
                  <a:pt x="466725" y="609600"/>
                </a:moveTo>
                <a:lnTo>
                  <a:pt x="476250" y="609600"/>
                </a:lnTo>
                <a:lnTo>
                  <a:pt x="476250" y="619125"/>
                </a:lnTo>
                <a:lnTo>
                  <a:pt x="466725" y="619125"/>
                </a:lnTo>
                <a:close/>
                <a:moveTo>
                  <a:pt x="733425" y="609600"/>
                </a:moveTo>
                <a:lnTo>
                  <a:pt x="742950" y="609600"/>
                </a:lnTo>
                <a:lnTo>
                  <a:pt x="742950" y="619125"/>
                </a:lnTo>
                <a:lnTo>
                  <a:pt x="733425" y="619125"/>
                </a:lnTo>
                <a:close/>
                <a:moveTo>
                  <a:pt x="790575" y="609600"/>
                </a:moveTo>
                <a:lnTo>
                  <a:pt x="800100" y="609600"/>
                </a:lnTo>
                <a:lnTo>
                  <a:pt x="800100" y="619125"/>
                </a:lnTo>
                <a:lnTo>
                  <a:pt x="790575" y="619125"/>
                </a:lnTo>
                <a:close/>
                <a:moveTo>
                  <a:pt x="533400" y="619125"/>
                </a:moveTo>
                <a:lnTo>
                  <a:pt x="542925" y="619125"/>
                </a:lnTo>
                <a:lnTo>
                  <a:pt x="542925" y="628650"/>
                </a:lnTo>
                <a:lnTo>
                  <a:pt x="533400" y="628650"/>
                </a:lnTo>
                <a:close/>
                <a:moveTo>
                  <a:pt x="723900" y="619125"/>
                </a:moveTo>
                <a:lnTo>
                  <a:pt x="733425" y="619125"/>
                </a:lnTo>
                <a:lnTo>
                  <a:pt x="733425" y="628650"/>
                </a:lnTo>
                <a:lnTo>
                  <a:pt x="723900" y="628650"/>
                </a:lnTo>
                <a:close/>
                <a:moveTo>
                  <a:pt x="476250" y="628650"/>
                </a:moveTo>
                <a:lnTo>
                  <a:pt x="485775" y="628650"/>
                </a:lnTo>
                <a:lnTo>
                  <a:pt x="485775" y="638175"/>
                </a:lnTo>
                <a:lnTo>
                  <a:pt x="476250" y="638175"/>
                </a:lnTo>
                <a:close/>
                <a:moveTo>
                  <a:pt x="542925" y="628650"/>
                </a:moveTo>
                <a:lnTo>
                  <a:pt x="552450" y="628650"/>
                </a:lnTo>
                <a:lnTo>
                  <a:pt x="552450" y="638175"/>
                </a:lnTo>
                <a:lnTo>
                  <a:pt x="542925" y="638175"/>
                </a:lnTo>
                <a:close/>
                <a:moveTo>
                  <a:pt x="714375" y="628650"/>
                </a:moveTo>
                <a:lnTo>
                  <a:pt x="723900" y="628650"/>
                </a:lnTo>
                <a:lnTo>
                  <a:pt x="723900" y="638175"/>
                </a:lnTo>
                <a:lnTo>
                  <a:pt x="714375" y="638175"/>
                </a:lnTo>
                <a:close/>
                <a:moveTo>
                  <a:pt x="781050" y="628650"/>
                </a:moveTo>
                <a:lnTo>
                  <a:pt x="790575" y="628650"/>
                </a:lnTo>
                <a:lnTo>
                  <a:pt x="790575" y="638175"/>
                </a:lnTo>
                <a:lnTo>
                  <a:pt x="781050" y="638175"/>
                </a:lnTo>
                <a:close/>
                <a:moveTo>
                  <a:pt x="485775" y="638175"/>
                </a:moveTo>
                <a:lnTo>
                  <a:pt x="495300" y="638175"/>
                </a:lnTo>
                <a:lnTo>
                  <a:pt x="495300" y="647700"/>
                </a:lnTo>
                <a:lnTo>
                  <a:pt x="485775" y="647700"/>
                </a:lnTo>
                <a:close/>
                <a:moveTo>
                  <a:pt x="552450" y="638175"/>
                </a:moveTo>
                <a:lnTo>
                  <a:pt x="561975" y="638175"/>
                </a:lnTo>
                <a:lnTo>
                  <a:pt x="561975" y="647700"/>
                </a:lnTo>
                <a:lnTo>
                  <a:pt x="552450" y="647700"/>
                </a:lnTo>
                <a:close/>
                <a:moveTo>
                  <a:pt x="704850" y="638175"/>
                </a:moveTo>
                <a:lnTo>
                  <a:pt x="714375" y="638175"/>
                </a:lnTo>
                <a:lnTo>
                  <a:pt x="714375" y="647700"/>
                </a:lnTo>
                <a:lnTo>
                  <a:pt x="704850" y="647700"/>
                </a:lnTo>
                <a:close/>
                <a:moveTo>
                  <a:pt x="695325" y="647700"/>
                </a:moveTo>
                <a:lnTo>
                  <a:pt x="704850" y="647700"/>
                </a:lnTo>
                <a:lnTo>
                  <a:pt x="704850" y="657225"/>
                </a:lnTo>
                <a:lnTo>
                  <a:pt x="695325" y="657225"/>
                </a:lnTo>
                <a:close/>
                <a:moveTo>
                  <a:pt x="771525" y="647700"/>
                </a:moveTo>
                <a:lnTo>
                  <a:pt x="781050" y="647700"/>
                </a:lnTo>
                <a:lnTo>
                  <a:pt x="781050" y="657225"/>
                </a:lnTo>
                <a:lnTo>
                  <a:pt x="771525" y="657225"/>
                </a:lnTo>
                <a:close/>
                <a:moveTo>
                  <a:pt x="581025" y="657225"/>
                </a:moveTo>
                <a:lnTo>
                  <a:pt x="590550" y="657225"/>
                </a:lnTo>
                <a:lnTo>
                  <a:pt x="590550" y="666750"/>
                </a:lnTo>
                <a:lnTo>
                  <a:pt x="581025" y="666750"/>
                </a:lnTo>
                <a:close/>
                <a:moveTo>
                  <a:pt x="676275" y="657225"/>
                </a:moveTo>
                <a:lnTo>
                  <a:pt x="685800" y="657225"/>
                </a:lnTo>
                <a:lnTo>
                  <a:pt x="685800" y="666750"/>
                </a:lnTo>
                <a:lnTo>
                  <a:pt x="676275" y="666750"/>
                </a:lnTo>
                <a:close/>
                <a:moveTo>
                  <a:pt x="762000" y="657225"/>
                </a:moveTo>
                <a:lnTo>
                  <a:pt x="771525" y="657225"/>
                </a:lnTo>
                <a:lnTo>
                  <a:pt x="771525" y="666750"/>
                </a:lnTo>
                <a:lnTo>
                  <a:pt x="762000" y="666750"/>
                </a:lnTo>
                <a:close/>
                <a:moveTo>
                  <a:pt x="619125" y="666750"/>
                </a:moveTo>
                <a:lnTo>
                  <a:pt x="647700" y="666750"/>
                </a:lnTo>
                <a:lnTo>
                  <a:pt x="647700" y="676275"/>
                </a:lnTo>
                <a:lnTo>
                  <a:pt x="619125" y="676275"/>
                </a:lnTo>
                <a:close/>
                <a:moveTo>
                  <a:pt x="752475" y="666750"/>
                </a:moveTo>
                <a:lnTo>
                  <a:pt x="762000" y="666750"/>
                </a:lnTo>
                <a:lnTo>
                  <a:pt x="762000" y="676275"/>
                </a:lnTo>
                <a:lnTo>
                  <a:pt x="752475" y="676275"/>
                </a:lnTo>
                <a:close/>
                <a:moveTo>
                  <a:pt x="742950" y="676275"/>
                </a:moveTo>
                <a:lnTo>
                  <a:pt x="752475" y="676275"/>
                </a:lnTo>
                <a:lnTo>
                  <a:pt x="752475" y="685800"/>
                </a:lnTo>
                <a:lnTo>
                  <a:pt x="742950" y="685800"/>
                </a:lnTo>
                <a:close/>
                <a:moveTo>
                  <a:pt x="533400" y="685800"/>
                </a:moveTo>
                <a:lnTo>
                  <a:pt x="542925" y="685800"/>
                </a:lnTo>
                <a:lnTo>
                  <a:pt x="542925" y="695325"/>
                </a:lnTo>
                <a:lnTo>
                  <a:pt x="533400" y="695325"/>
                </a:lnTo>
                <a:close/>
                <a:moveTo>
                  <a:pt x="714375" y="695325"/>
                </a:moveTo>
                <a:lnTo>
                  <a:pt x="723900" y="695325"/>
                </a:lnTo>
                <a:lnTo>
                  <a:pt x="723900" y="704850"/>
                </a:lnTo>
                <a:lnTo>
                  <a:pt x="714375" y="704850"/>
                </a:lnTo>
                <a:close/>
                <a:moveTo>
                  <a:pt x="695325" y="704850"/>
                </a:moveTo>
                <a:lnTo>
                  <a:pt x="704850" y="704850"/>
                </a:lnTo>
                <a:lnTo>
                  <a:pt x="704850" y="714375"/>
                </a:lnTo>
                <a:lnTo>
                  <a:pt x="695325" y="714375"/>
                </a:lnTo>
                <a:close/>
                <a:moveTo>
                  <a:pt x="600075" y="714375"/>
                </a:moveTo>
                <a:lnTo>
                  <a:pt x="609600" y="714375"/>
                </a:lnTo>
                <a:lnTo>
                  <a:pt x="609600" y="723900"/>
                </a:lnTo>
                <a:lnTo>
                  <a:pt x="600075" y="723900"/>
                </a:lnTo>
                <a:close/>
                <a:moveTo>
                  <a:pt x="647700" y="714375"/>
                </a:moveTo>
                <a:lnTo>
                  <a:pt x="666750" y="714375"/>
                </a:lnTo>
                <a:lnTo>
                  <a:pt x="666750" y="723900"/>
                </a:lnTo>
                <a:lnTo>
                  <a:pt x="647700" y="723900"/>
                </a:lnTo>
                <a:close/>
              </a:path>
            </a:pathLst>
          </a:custGeom>
          <a:solidFill xmlns:a="http://schemas.openxmlformats.org/drawingml/2006/main">
            <a:srgbClr val="BCC8C0"/>
          </a:solidFill>
          <a:ln xmlns:a="http://schemas.openxmlformats.org/drawingml/2006/main" w="0">
            <a:noFill/>
          </a:ln>
        </p:spPr>
      </p:sp>
      <p:sp>
        <p:nvSpPr>
          <p:cNvPr id="198" name="v20 vector #6a7c71">
            <a:extLst xmlns:a="http://schemas.openxmlformats.org/drawingml/2006/main">
              <a:ext uri="{FF2B5EF4-FFF2-40B4-BE49-F238E27FC236}">
                <a16:creationId xmlns:a16="http://schemas.microsoft.com/office/drawing/2014/main" id="{36545BF5-2EA9-4ED6-9356-C74AAF32697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5350" y="4848225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247650" y="57150"/>
                </a:moveTo>
                <a:lnTo>
                  <a:pt x="276225" y="57150"/>
                </a:lnTo>
                <a:lnTo>
                  <a:pt x="276225" y="76200"/>
                </a:lnTo>
                <a:lnTo>
                  <a:pt x="285750" y="76200"/>
                </a:lnTo>
                <a:lnTo>
                  <a:pt x="285750" y="85725"/>
                </a:lnTo>
                <a:lnTo>
                  <a:pt x="295275" y="85725"/>
                </a:lnTo>
                <a:lnTo>
                  <a:pt x="295275" y="104775"/>
                </a:lnTo>
                <a:lnTo>
                  <a:pt x="285750" y="104775"/>
                </a:lnTo>
                <a:lnTo>
                  <a:pt x="285750" y="114300"/>
                </a:lnTo>
                <a:lnTo>
                  <a:pt x="276225" y="114300"/>
                </a:lnTo>
                <a:lnTo>
                  <a:pt x="276225" y="85725"/>
                </a:lnTo>
                <a:lnTo>
                  <a:pt x="266700" y="85725"/>
                </a:lnTo>
                <a:lnTo>
                  <a:pt x="266700" y="76200"/>
                </a:lnTo>
                <a:lnTo>
                  <a:pt x="247650" y="76200"/>
                </a:lnTo>
                <a:lnTo>
                  <a:pt x="247650" y="85725"/>
                </a:lnTo>
                <a:lnTo>
                  <a:pt x="228600" y="85725"/>
                </a:lnTo>
                <a:lnTo>
                  <a:pt x="228600" y="76200"/>
                </a:lnTo>
                <a:lnTo>
                  <a:pt x="238125" y="76200"/>
                </a:lnTo>
                <a:lnTo>
                  <a:pt x="238125" y="66675"/>
                </a:lnTo>
                <a:lnTo>
                  <a:pt x="247650" y="66675"/>
                </a:lnTo>
                <a:close/>
                <a:moveTo>
                  <a:pt x="542925" y="57150"/>
                </a:moveTo>
                <a:lnTo>
                  <a:pt x="561975" y="57150"/>
                </a:lnTo>
                <a:lnTo>
                  <a:pt x="561975" y="66675"/>
                </a:lnTo>
                <a:lnTo>
                  <a:pt x="571500" y="66675"/>
                </a:lnTo>
                <a:lnTo>
                  <a:pt x="571500" y="76200"/>
                </a:lnTo>
                <a:lnTo>
                  <a:pt x="581025" y="76200"/>
                </a:lnTo>
                <a:lnTo>
                  <a:pt x="581025" y="85725"/>
                </a:lnTo>
                <a:lnTo>
                  <a:pt x="561975" y="85725"/>
                </a:lnTo>
                <a:lnTo>
                  <a:pt x="561975" y="76200"/>
                </a:lnTo>
                <a:lnTo>
                  <a:pt x="542925" y="76200"/>
                </a:lnTo>
                <a:lnTo>
                  <a:pt x="542925" y="85725"/>
                </a:lnTo>
                <a:lnTo>
                  <a:pt x="533400" y="85725"/>
                </a:lnTo>
                <a:lnTo>
                  <a:pt x="533400" y="66675"/>
                </a:lnTo>
                <a:lnTo>
                  <a:pt x="542925" y="66675"/>
                </a:lnTo>
                <a:close/>
                <a:moveTo>
                  <a:pt x="781050" y="76200"/>
                </a:moveTo>
                <a:lnTo>
                  <a:pt x="1076325" y="76200"/>
                </a:lnTo>
                <a:lnTo>
                  <a:pt x="1076325" y="85725"/>
                </a:lnTo>
                <a:lnTo>
                  <a:pt x="781050" y="85725"/>
                </a:lnTo>
                <a:close/>
                <a:moveTo>
                  <a:pt x="762000" y="85725"/>
                </a:moveTo>
                <a:lnTo>
                  <a:pt x="771525" y="85725"/>
                </a:lnTo>
                <a:lnTo>
                  <a:pt x="771525" y="95250"/>
                </a:lnTo>
                <a:lnTo>
                  <a:pt x="762000" y="95250"/>
                </a:lnTo>
                <a:close/>
                <a:moveTo>
                  <a:pt x="1085850" y="85725"/>
                </a:moveTo>
                <a:lnTo>
                  <a:pt x="1095375" y="85725"/>
                </a:lnTo>
                <a:lnTo>
                  <a:pt x="1095375" y="95250"/>
                </a:lnTo>
                <a:lnTo>
                  <a:pt x="1085850" y="95250"/>
                </a:lnTo>
                <a:close/>
                <a:moveTo>
                  <a:pt x="752475" y="95250"/>
                </a:moveTo>
                <a:lnTo>
                  <a:pt x="762000" y="95250"/>
                </a:lnTo>
                <a:lnTo>
                  <a:pt x="762000" y="104775"/>
                </a:lnTo>
                <a:lnTo>
                  <a:pt x="752475" y="104775"/>
                </a:lnTo>
                <a:close/>
                <a:moveTo>
                  <a:pt x="1095375" y="95250"/>
                </a:moveTo>
                <a:lnTo>
                  <a:pt x="1104900" y="95250"/>
                </a:lnTo>
                <a:lnTo>
                  <a:pt x="1104900" y="104775"/>
                </a:lnTo>
                <a:lnTo>
                  <a:pt x="1095375" y="104775"/>
                </a:lnTo>
                <a:close/>
                <a:moveTo>
                  <a:pt x="295275" y="104775"/>
                </a:moveTo>
                <a:lnTo>
                  <a:pt x="304800" y="104775"/>
                </a:lnTo>
                <a:lnTo>
                  <a:pt x="304800" y="114300"/>
                </a:lnTo>
                <a:lnTo>
                  <a:pt x="295275" y="114300"/>
                </a:lnTo>
                <a:close/>
                <a:moveTo>
                  <a:pt x="523875" y="104775"/>
                </a:moveTo>
                <a:lnTo>
                  <a:pt x="533400" y="104775"/>
                </a:lnTo>
                <a:lnTo>
                  <a:pt x="533400" y="114300"/>
                </a:lnTo>
                <a:lnTo>
                  <a:pt x="523875" y="114300"/>
                </a:lnTo>
                <a:close/>
                <a:moveTo>
                  <a:pt x="571500" y="104775"/>
                </a:moveTo>
                <a:lnTo>
                  <a:pt x="581025" y="104775"/>
                </a:lnTo>
                <a:lnTo>
                  <a:pt x="581025" y="114300"/>
                </a:lnTo>
                <a:lnTo>
                  <a:pt x="571500" y="114300"/>
                </a:lnTo>
                <a:close/>
                <a:moveTo>
                  <a:pt x="742950" y="104775"/>
                </a:moveTo>
                <a:lnTo>
                  <a:pt x="752475" y="104775"/>
                </a:lnTo>
                <a:lnTo>
                  <a:pt x="752475" y="114300"/>
                </a:lnTo>
                <a:lnTo>
                  <a:pt x="742950" y="114300"/>
                </a:lnTo>
                <a:close/>
                <a:moveTo>
                  <a:pt x="1104900" y="104775"/>
                </a:moveTo>
                <a:lnTo>
                  <a:pt x="1114425" y="104775"/>
                </a:lnTo>
                <a:lnTo>
                  <a:pt x="1114425" y="114300"/>
                </a:lnTo>
                <a:lnTo>
                  <a:pt x="1104900" y="114300"/>
                </a:lnTo>
                <a:close/>
                <a:moveTo>
                  <a:pt x="152400" y="114300"/>
                </a:moveTo>
                <a:lnTo>
                  <a:pt x="161925" y="114300"/>
                </a:lnTo>
                <a:lnTo>
                  <a:pt x="161925" y="123825"/>
                </a:lnTo>
                <a:lnTo>
                  <a:pt x="152400" y="123825"/>
                </a:lnTo>
                <a:close/>
                <a:moveTo>
                  <a:pt x="647700" y="114300"/>
                </a:moveTo>
                <a:lnTo>
                  <a:pt x="657225" y="114300"/>
                </a:lnTo>
                <a:lnTo>
                  <a:pt x="657225" y="123825"/>
                </a:lnTo>
                <a:lnTo>
                  <a:pt x="647700" y="123825"/>
                </a:lnTo>
                <a:close/>
                <a:moveTo>
                  <a:pt x="142875" y="123825"/>
                </a:moveTo>
                <a:lnTo>
                  <a:pt x="152400" y="123825"/>
                </a:lnTo>
                <a:lnTo>
                  <a:pt x="152400" y="133350"/>
                </a:lnTo>
                <a:lnTo>
                  <a:pt x="142875" y="133350"/>
                </a:lnTo>
                <a:close/>
                <a:moveTo>
                  <a:pt x="657225" y="123825"/>
                </a:moveTo>
                <a:lnTo>
                  <a:pt x="666750" y="123825"/>
                </a:lnTo>
                <a:lnTo>
                  <a:pt x="666750" y="133350"/>
                </a:lnTo>
                <a:lnTo>
                  <a:pt x="657225" y="133350"/>
                </a:lnTo>
                <a:close/>
                <a:moveTo>
                  <a:pt x="666750" y="133350"/>
                </a:moveTo>
                <a:lnTo>
                  <a:pt x="676275" y="133350"/>
                </a:lnTo>
                <a:lnTo>
                  <a:pt x="676275" y="142875"/>
                </a:lnTo>
                <a:lnTo>
                  <a:pt x="666750" y="142875"/>
                </a:lnTo>
                <a:close/>
                <a:moveTo>
                  <a:pt x="133350" y="142875"/>
                </a:moveTo>
                <a:lnTo>
                  <a:pt x="142875" y="142875"/>
                </a:lnTo>
                <a:lnTo>
                  <a:pt x="142875" y="228600"/>
                </a:lnTo>
                <a:lnTo>
                  <a:pt x="152400" y="228600"/>
                </a:lnTo>
                <a:lnTo>
                  <a:pt x="152400" y="581025"/>
                </a:lnTo>
                <a:lnTo>
                  <a:pt x="161925" y="581025"/>
                </a:lnTo>
                <a:lnTo>
                  <a:pt x="161925" y="590550"/>
                </a:lnTo>
                <a:lnTo>
                  <a:pt x="152400" y="590550"/>
                </a:lnTo>
                <a:lnTo>
                  <a:pt x="152400" y="600075"/>
                </a:lnTo>
                <a:lnTo>
                  <a:pt x="142875" y="600075"/>
                </a:lnTo>
                <a:lnTo>
                  <a:pt x="142875" y="590550"/>
                </a:lnTo>
                <a:lnTo>
                  <a:pt x="133350" y="590550"/>
                </a:lnTo>
                <a:close/>
                <a:moveTo>
                  <a:pt x="238125" y="152400"/>
                </a:moveTo>
                <a:lnTo>
                  <a:pt x="247650" y="152400"/>
                </a:lnTo>
                <a:lnTo>
                  <a:pt x="247650" y="161925"/>
                </a:lnTo>
                <a:lnTo>
                  <a:pt x="238125" y="161925"/>
                </a:lnTo>
                <a:close/>
                <a:moveTo>
                  <a:pt x="247650" y="161925"/>
                </a:moveTo>
                <a:lnTo>
                  <a:pt x="266700" y="161925"/>
                </a:lnTo>
                <a:lnTo>
                  <a:pt x="266700" y="171450"/>
                </a:lnTo>
                <a:lnTo>
                  <a:pt x="247650" y="171450"/>
                </a:lnTo>
                <a:close/>
                <a:moveTo>
                  <a:pt x="1114425" y="161925"/>
                </a:moveTo>
                <a:lnTo>
                  <a:pt x="1123950" y="161925"/>
                </a:lnTo>
                <a:lnTo>
                  <a:pt x="1123950" y="266700"/>
                </a:lnTo>
                <a:lnTo>
                  <a:pt x="1114425" y="266700"/>
                </a:lnTo>
                <a:close/>
                <a:moveTo>
                  <a:pt x="857250" y="180975"/>
                </a:moveTo>
                <a:lnTo>
                  <a:pt x="866775" y="180975"/>
                </a:lnTo>
                <a:lnTo>
                  <a:pt x="866775" y="190500"/>
                </a:lnTo>
                <a:lnTo>
                  <a:pt x="857250" y="190500"/>
                </a:lnTo>
                <a:close/>
                <a:moveTo>
                  <a:pt x="914400" y="180975"/>
                </a:moveTo>
                <a:lnTo>
                  <a:pt x="923925" y="180975"/>
                </a:lnTo>
                <a:lnTo>
                  <a:pt x="923925" y="190500"/>
                </a:lnTo>
                <a:lnTo>
                  <a:pt x="914400" y="190500"/>
                </a:lnTo>
                <a:close/>
                <a:moveTo>
                  <a:pt x="933450" y="180975"/>
                </a:moveTo>
                <a:lnTo>
                  <a:pt x="942975" y="180975"/>
                </a:lnTo>
                <a:lnTo>
                  <a:pt x="942975" y="190500"/>
                </a:lnTo>
                <a:lnTo>
                  <a:pt x="933450" y="190500"/>
                </a:lnTo>
                <a:close/>
                <a:moveTo>
                  <a:pt x="990600" y="180975"/>
                </a:moveTo>
                <a:lnTo>
                  <a:pt x="1000125" y="180975"/>
                </a:lnTo>
                <a:lnTo>
                  <a:pt x="1000125" y="190500"/>
                </a:lnTo>
                <a:lnTo>
                  <a:pt x="990600" y="190500"/>
                </a:lnTo>
                <a:close/>
                <a:moveTo>
                  <a:pt x="866775" y="190500"/>
                </a:moveTo>
                <a:lnTo>
                  <a:pt x="876300" y="190500"/>
                </a:lnTo>
                <a:lnTo>
                  <a:pt x="876300" y="209550"/>
                </a:lnTo>
                <a:lnTo>
                  <a:pt x="866775" y="209550"/>
                </a:lnTo>
                <a:close/>
                <a:moveTo>
                  <a:pt x="904875" y="190500"/>
                </a:moveTo>
                <a:lnTo>
                  <a:pt x="914400" y="190500"/>
                </a:lnTo>
                <a:lnTo>
                  <a:pt x="914400" y="209550"/>
                </a:lnTo>
                <a:lnTo>
                  <a:pt x="904875" y="209550"/>
                </a:lnTo>
                <a:close/>
                <a:moveTo>
                  <a:pt x="942975" y="190500"/>
                </a:moveTo>
                <a:lnTo>
                  <a:pt x="952500" y="190500"/>
                </a:lnTo>
                <a:lnTo>
                  <a:pt x="952500" y="209550"/>
                </a:lnTo>
                <a:lnTo>
                  <a:pt x="942975" y="209550"/>
                </a:lnTo>
                <a:close/>
                <a:moveTo>
                  <a:pt x="981075" y="190500"/>
                </a:moveTo>
                <a:lnTo>
                  <a:pt x="990600" y="190500"/>
                </a:lnTo>
                <a:lnTo>
                  <a:pt x="990600" y="209550"/>
                </a:lnTo>
                <a:lnTo>
                  <a:pt x="981075" y="209550"/>
                </a:lnTo>
                <a:close/>
                <a:moveTo>
                  <a:pt x="857250" y="209550"/>
                </a:moveTo>
                <a:lnTo>
                  <a:pt x="866775" y="209550"/>
                </a:lnTo>
                <a:lnTo>
                  <a:pt x="866775" y="219075"/>
                </a:lnTo>
                <a:lnTo>
                  <a:pt x="857250" y="219075"/>
                </a:lnTo>
                <a:close/>
                <a:moveTo>
                  <a:pt x="914400" y="209550"/>
                </a:moveTo>
                <a:lnTo>
                  <a:pt x="923925" y="209550"/>
                </a:lnTo>
                <a:lnTo>
                  <a:pt x="923925" y="219075"/>
                </a:lnTo>
                <a:lnTo>
                  <a:pt x="914400" y="219075"/>
                </a:lnTo>
                <a:close/>
                <a:moveTo>
                  <a:pt x="990600" y="209550"/>
                </a:moveTo>
                <a:lnTo>
                  <a:pt x="1000125" y="209550"/>
                </a:lnTo>
                <a:lnTo>
                  <a:pt x="1000125" y="219075"/>
                </a:lnTo>
                <a:lnTo>
                  <a:pt x="990600" y="219075"/>
                </a:lnTo>
                <a:close/>
                <a:moveTo>
                  <a:pt x="666750" y="228600"/>
                </a:moveTo>
                <a:lnTo>
                  <a:pt x="676275" y="228600"/>
                </a:lnTo>
                <a:lnTo>
                  <a:pt x="676275" y="238125"/>
                </a:lnTo>
                <a:lnTo>
                  <a:pt x="666750" y="238125"/>
                </a:lnTo>
                <a:close/>
                <a:moveTo>
                  <a:pt x="323850" y="276225"/>
                </a:moveTo>
                <a:lnTo>
                  <a:pt x="333375" y="276225"/>
                </a:lnTo>
                <a:lnTo>
                  <a:pt x="333375" y="285750"/>
                </a:lnTo>
                <a:lnTo>
                  <a:pt x="323850" y="285750"/>
                </a:lnTo>
                <a:close/>
                <a:moveTo>
                  <a:pt x="371475" y="276225"/>
                </a:moveTo>
                <a:lnTo>
                  <a:pt x="381000" y="276225"/>
                </a:lnTo>
                <a:lnTo>
                  <a:pt x="381000" y="285750"/>
                </a:lnTo>
                <a:lnTo>
                  <a:pt x="371475" y="285750"/>
                </a:lnTo>
                <a:close/>
                <a:moveTo>
                  <a:pt x="542925" y="276225"/>
                </a:moveTo>
                <a:lnTo>
                  <a:pt x="552450" y="276225"/>
                </a:lnTo>
                <a:lnTo>
                  <a:pt x="552450" y="285750"/>
                </a:lnTo>
                <a:lnTo>
                  <a:pt x="542925" y="285750"/>
                </a:lnTo>
                <a:close/>
                <a:moveTo>
                  <a:pt x="590550" y="276225"/>
                </a:moveTo>
                <a:lnTo>
                  <a:pt x="600075" y="276225"/>
                </a:lnTo>
                <a:lnTo>
                  <a:pt x="600075" y="285750"/>
                </a:lnTo>
                <a:lnTo>
                  <a:pt x="590550" y="285750"/>
                </a:lnTo>
                <a:close/>
                <a:moveTo>
                  <a:pt x="314325" y="285750"/>
                </a:moveTo>
                <a:lnTo>
                  <a:pt x="323850" y="285750"/>
                </a:lnTo>
                <a:lnTo>
                  <a:pt x="323850" y="333375"/>
                </a:lnTo>
                <a:lnTo>
                  <a:pt x="314325" y="333375"/>
                </a:lnTo>
                <a:close/>
                <a:moveTo>
                  <a:pt x="381000" y="285750"/>
                </a:moveTo>
                <a:lnTo>
                  <a:pt x="390525" y="285750"/>
                </a:lnTo>
                <a:lnTo>
                  <a:pt x="390525" y="333375"/>
                </a:lnTo>
                <a:lnTo>
                  <a:pt x="381000" y="333375"/>
                </a:lnTo>
                <a:close/>
                <a:moveTo>
                  <a:pt x="533400" y="285750"/>
                </a:moveTo>
                <a:lnTo>
                  <a:pt x="542925" y="285750"/>
                </a:lnTo>
                <a:lnTo>
                  <a:pt x="542925" y="333375"/>
                </a:lnTo>
                <a:lnTo>
                  <a:pt x="533400" y="333375"/>
                </a:lnTo>
                <a:close/>
                <a:moveTo>
                  <a:pt x="742950" y="285750"/>
                </a:moveTo>
                <a:lnTo>
                  <a:pt x="752475" y="285750"/>
                </a:lnTo>
                <a:lnTo>
                  <a:pt x="752475" y="295275"/>
                </a:lnTo>
                <a:lnTo>
                  <a:pt x="742950" y="295275"/>
                </a:lnTo>
                <a:close/>
                <a:moveTo>
                  <a:pt x="1104900" y="285750"/>
                </a:moveTo>
                <a:lnTo>
                  <a:pt x="1114425" y="285750"/>
                </a:lnTo>
                <a:lnTo>
                  <a:pt x="1114425" y="295275"/>
                </a:lnTo>
                <a:lnTo>
                  <a:pt x="1104900" y="295275"/>
                </a:lnTo>
                <a:close/>
                <a:moveTo>
                  <a:pt x="1095375" y="295275"/>
                </a:moveTo>
                <a:lnTo>
                  <a:pt x="1104900" y="295275"/>
                </a:lnTo>
                <a:lnTo>
                  <a:pt x="1104900" y="304800"/>
                </a:lnTo>
                <a:lnTo>
                  <a:pt x="1095375" y="304800"/>
                </a:lnTo>
                <a:close/>
                <a:moveTo>
                  <a:pt x="1085850" y="304800"/>
                </a:moveTo>
                <a:lnTo>
                  <a:pt x="1095375" y="304800"/>
                </a:lnTo>
                <a:lnTo>
                  <a:pt x="1095375" y="314325"/>
                </a:lnTo>
                <a:lnTo>
                  <a:pt x="1085850" y="314325"/>
                </a:lnTo>
                <a:close/>
                <a:moveTo>
                  <a:pt x="781050" y="314325"/>
                </a:moveTo>
                <a:lnTo>
                  <a:pt x="800100" y="314325"/>
                </a:lnTo>
                <a:lnTo>
                  <a:pt x="800100" y="323850"/>
                </a:lnTo>
                <a:lnTo>
                  <a:pt x="781050" y="323850"/>
                </a:lnTo>
                <a:close/>
                <a:moveTo>
                  <a:pt x="904875" y="314325"/>
                </a:moveTo>
                <a:lnTo>
                  <a:pt x="1076325" y="314325"/>
                </a:lnTo>
                <a:lnTo>
                  <a:pt x="1076325" y="323850"/>
                </a:lnTo>
                <a:lnTo>
                  <a:pt x="904875" y="323850"/>
                </a:lnTo>
                <a:close/>
                <a:moveTo>
                  <a:pt x="800100" y="323850"/>
                </a:moveTo>
                <a:lnTo>
                  <a:pt x="809625" y="323850"/>
                </a:lnTo>
                <a:lnTo>
                  <a:pt x="809625" y="333375"/>
                </a:lnTo>
                <a:lnTo>
                  <a:pt x="800100" y="333375"/>
                </a:lnTo>
                <a:close/>
                <a:moveTo>
                  <a:pt x="885825" y="323850"/>
                </a:moveTo>
                <a:lnTo>
                  <a:pt x="895350" y="323850"/>
                </a:lnTo>
                <a:lnTo>
                  <a:pt x="895350" y="333375"/>
                </a:lnTo>
                <a:lnTo>
                  <a:pt x="885825" y="333375"/>
                </a:lnTo>
                <a:close/>
                <a:moveTo>
                  <a:pt x="323850" y="333375"/>
                </a:moveTo>
                <a:lnTo>
                  <a:pt x="333375" y="333375"/>
                </a:lnTo>
                <a:lnTo>
                  <a:pt x="333375" y="342900"/>
                </a:lnTo>
                <a:lnTo>
                  <a:pt x="323850" y="342900"/>
                </a:lnTo>
                <a:close/>
                <a:moveTo>
                  <a:pt x="371475" y="333375"/>
                </a:moveTo>
                <a:lnTo>
                  <a:pt x="381000" y="333375"/>
                </a:lnTo>
                <a:lnTo>
                  <a:pt x="381000" y="342900"/>
                </a:lnTo>
                <a:lnTo>
                  <a:pt x="371475" y="342900"/>
                </a:lnTo>
                <a:close/>
                <a:moveTo>
                  <a:pt x="542925" y="333375"/>
                </a:moveTo>
                <a:lnTo>
                  <a:pt x="552450" y="333375"/>
                </a:lnTo>
                <a:lnTo>
                  <a:pt x="552450" y="342900"/>
                </a:lnTo>
                <a:lnTo>
                  <a:pt x="542925" y="342900"/>
                </a:lnTo>
                <a:close/>
                <a:moveTo>
                  <a:pt x="876300" y="333375"/>
                </a:moveTo>
                <a:lnTo>
                  <a:pt x="885825" y="333375"/>
                </a:lnTo>
                <a:lnTo>
                  <a:pt x="885825" y="342900"/>
                </a:lnTo>
                <a:lnTo>
                  <a:pt x="876300" y="342900"/>
                </a:lnTo>
                <a:close/>
                <a:moveTo>
                  <a:pt x="838200" y="361950"/>
                </a:moveTo>
                <a:lnTo>
                  <a:pt x="847725" y="361950"/>
                </a:lnTo>
                <a:lnTo>
                  <a:pt x="847725" y="371475"/>
                </a:lnTo>
                <a:lnTo>
                  <a:pt x="838200" y="371475"/>
                </a:lnTo>
                <a:close/>
                <a:moveTo>
                  <a:pt x="609600" y="371475"/>
                </a:moveTo>
                <a:lnTo>
                  <a:pt x="647700" y="371475"/>
                </a:lnTo>
                <a:lnTo>
                  <a:pt x="647700" y="381000"/>
                </a:lnTo>
                <a:lnTo>
                  <a:pt x="609600" y="381000"/>
                </a:lnTo>
                <a:close/>
                <a:moveTo>
                  <a:pt x="809625" y="371475"/>
                </a:moveTo>
                <a:lnTo>
                  <a:pt x="819150" y="371475"/>
                </a:lnTo>
                <a:lnTo>
                  <a:pt x="819150" y="381000"/>
                </a:lnTo>
                <a:lnTo>
                  <a:pt x="809625" y="381000"/>
                </a:lnTo>
                <a:close/>
                <a:moveTo>
                  <a:pt x="828675" y="371475"/>
                </a:moveTo>
                <a:lnTo>
                  <a:pt x="838200" y="371475"/>
                </a:lnTo>
                <a:lnTo>
                  <a:pt x="838200" y="381000"/>
                </a:lnTo>
                <a:lnTo>
                  <a:pt x="828675" y="381000"/>
                </a:lnTo>
                <a:close/>
                <a:moveTo>
                  <a:pt x="323850" y="381000"/>
                </a:moveTo>
                <a:lnTo>
                  <a:pt x="333375" y="381000"/>
                </a:lnTo>
                <a:lnTo>
                  <a:pt x="333375" y="390525"/>
                </a:lnTo>
                <a:lnTo>
                  <a:pt x="323850" y="390525"/>
                </a:lnTo>
                <a:close/>
                <a:moveTo>
                  <a:pt x="371475" y="381000"/>
                </a:moveTo>
                <a:lnTo>
                  <a:pt x="381000" y="381000"/>
                </a:lnTo>
                <a:lnTo>
                  <a:pt x="381000" y="390525"/>
                </a:lnTo>
                <a:lnTo>
                  <a:pt x="371475" y="390525"/>
                </a:lnTo>
                <a:close/>
                <a:moveTo>
                  <a:pt x="571500" y="381000"/>
                </a:moveTo>
                <a:lnTo>
                  <a:pt x="581025" y="381000"/>
                </a:lnTo>
                <a:lnTo>
                  <a:pt x="581025" y="390525"/>
                </a:lnTo>
                <a:lnTo>
                  <a:pt x="571500" y="390525"/>
                </a:lnTo>
                <a:close/>
                <a:moveTo>
                  <a:pt x="685800" y="381000"/>
                </a:moveTo>
                <a:lnTo>
                  <a:pt x="695325" y="381000"/>
                </a:lnTo>
                <a:lnTo>
                  <a:pt x="695325" y="390525"/>
                </a:lnTo>
                <a:lnTo>
                  <a:pt x="685800" y="390525"/>
                </a:lnTo>
                <a:close/>
                <a:moveTo>
                  <a:pt x="314325" y="390525"/>
                </a:moveTo>
                <a:lnTo>
                  <a:pt x="323850" y="390525"/>
                </a:lnTo>
                <a:lnTo>
                  <a:pt x="323850" y="428625"/>
                </a:lnTo>
                <a:lnTo>
                  <a:pt x="333375" y="428625"/>
                </a:lnTo>
                <a:lnTo>
                  <a:pt x="333375" y="438150"/>
                </a:lnTo>
                <a:lnTo>
                  <a:pt x="371475" y="438150"/>
                </a:lnTo>
                <a:lnTo>
                  <a:pt x="371475" y="428625"/>
                </a:lnTo>
                <a:lnTo>
                  <a:pt x="381000" y="428625"/>
                </a:lnTo>
                <a:lnTo>
                  <a:pt x="381000" y="390525"/>
                </a:lnTo>
                <a:lnTo>
                  <a:pt x="390525" y="390525"/>
                </a:lnTo>
                <a:lnTo>
                  <a:pt x="390525" y="438150"/>
                </a:lnTo>
                <a:lnTo>
                  <a:pt x="381000" y="438150"/>
                </a:lnTo>
                <a:lnTo>
                  <a:pt x="381000" y="447675"/>
                </a:lnTo>
                <a:lnTo>
                  <a:pt x="323850" y="447675"/>
                </a:lnTo>
                <a:lnTo>
                  <a:pt x="323850" y="438150"/>
                </a:lnTo>
                <a:lnTo>
                  <a:pt x="314325" y="438150"/>
                </a:lnTo>
                <a:close/>
                <a:moveTo>
                  <a:pt x="552450" y="390525"/>
                </a:moveTo>
                <a:lnTo>
                  <a:pt x="561975" y="390525"/>
                </a:lnTo>
                <a:lnTo>
                  <a:pt x="561975" y="400050"/>
                </a:lnTo>
                <a:lnTo>
                  <a:pt x="552450" y="400050"/>
                </a:lnTo>
                <a:close/>
                <a:moveTo>
                  <a:pt x="704850" y="390525"/>
                </a:moveTo>
                <a:lnTo>
                  <a:pt x="714375" y="390525"/>
                </a:lnTo>
                <a:lnTo>
                  <a:pt x="714375" y="400050"/>
                </a:lnTo>
                <a:lnTo>
                  <a:pt x="704850" y="400050"/>
                </a:lnTo>
                <a:close/>
                <a:moveTo>
                  <a:pt x="485775" y="400050"/>
                </a:moveTo>
                <a:lnTo>
                  <a:pt x="495300" y="400050"/>
                </a:lnTo>
                <a:lnTo>
                  <a:pt x="495300" y="409575"/>
                </a:lnTo>
                <a:lnTo>
                  <a:pt x="485775" y="409575"/>
                </a:lnTo>
                <a:close/>
                <a:moveTo>
                  <a:pt x="533400" y="400050"/>
                </a:moveTo>
                <a:lnTo>
                  <a:pt x="542925" y="400050"/>
                </a:lnTo>
                <a:lnTo>
                  <a:pt x="542925" y="409575"/>
                </a:lnTo>
                <a:lnTo>
                  <a:pt x="533400" y="409575"/>
                </a:lnTo>
                <a:close/>
                <a:moveTo>
                  <a:pt x="723900" y="400050"/>
                </a:moveTo>
                <a:lnTo>
                  <a:pt x="733425" y="400050"/>
                </a:lnTo>
                <a:lnTo>
                  <a:pt x="733425" y="409575"/>
                </a:lnTo>
                <a:lnTo>
                  <a:pt x="723900" y="409575"/>
                </a:lnTo>
                <a:close/>
                <a:moveTo>
                  <a:pt x="523875" y="409575"/>
                </a:moveTo>
                <a:lnTo>
                  <a:pt x="533400" y="409575"/>
                </a:lnTo>
                <a:lnTo>
                  <a:pt x="533400" y="419100"/>
                </a:lnTo>
                <a:lnTo>
                  <a:pt x="523875" y="419100"/>
                </a:lnTo>
                <a:close/>
                <a:moveTo>
                  <a:pt x="733425" y="409575"/>
                </a:moveTo>
                <a:lnTo>
                  <a:pt x="742950" y="409575"/>
                </a:lnTo>
                <a:lnTo>
                  <a:pt x="742950" y="419100"/>
                </a:lnTo>
                <a:lnTo>
                  <a:pt x="733425" y="419100"/>
                </a:lnTo>
                <a:close/>
                <a:moveTo>
                  <a:pt x="609600" y="419100"/>
                </a:moveTo>
                <a:lnTo>
                  <a:pt x="666750" y="419100"/>
                </a:lnTo>
                <a:lnTo>
                  <a:pt x="666750" y="428625"/>
                </a:lnTo>
                <a:lnTo>
                  <a:pt x="609600" y="428625"/>
                </a:lnTo>
                <a:close/>
                <a:moveTo>
                  <a:pt x="209550" y="428625"/>
                </a:moveTo>
                <a:lnTo>
                  <a:pt x="219075" y="428625"/>
                </a:lnTo>
                <a:lnTo>
                  <a:pt x="219075" y="438150"/>
                </a:lnTo>
                <a:lnTo>
                  <a:pt x="209550" y="438150"/>
                </a:lnTo>
                <a:close/>
                <a:moveTo>
                  <a:pt x="266700" y="428625"/>
                </a:moveTo>
                <a:lnTo>
                  <a:pt x="276225" y="428625"/>
                </a:lnTo>
                <a:lnTo>
                  <a:pt x="276225" y="438150"/>
                </a:lnTo>
                <a:lnTo>
                  <a:pt x="266700" y="438150"/>
                </a:lnTo>
                <a:close/>
                <a:moveTo>
                  <a:pt x="581025" y="428625"/>
                </a:moveTo>
                <a:lnTo>
                  <a:pt x="590550" y="428625"/>
                </a:lnTo>
                <a:lnTo>
                  <a:pt x="590550" y="438150"/>
                </a:lnTo>
                <a:lnTo>
                  <a:pt x="581025" y="438150"/>
                </a:lnTo>
                <a:close/>
                <a:moveTo>
                  <a:pt x="685800" y="428625"/>
                </a:moveTo>
                <a:lnTo>
                  <a:pt x="695325" y="428625"/>
                </a:lnTo>
                <a:lnTo>
                  <a:pt x="695325" y="438150"/>
                </a:lnTo>
                <a:lnTo>
                  <a:pt x="685800" y="438150"/>
                </a:lnTo>
                <a:close/>
                <a:moveTo>
                  <a:pt x="219075" y="438150"/>
                </a:moveTo>
                <a:lnTo>
                  <a:pt x="266700" y="438150"/>
                </a:lnTo>
                <a:lnTo>
                  <a:pt x="266700" y="447675"/>
                </a:lnTo>
                <a:lnTo>
                  <a:pt x="219075" y="447675"/>
                </a:lnTo>
                <a:close/>
                <a:moveTo>
                  <a:pt x="495300" y="438150"/>
                </a:moveTo>
                <a:lnTo>
                  <a:pt x="504825" y="438150"/>
                </a:lnTo>
                <a:lnTo>
                  <a:pt x="504825" y="447675"/>
                </a:lnTo>
                <a:lnTo>
                  <a:pt x="495300" y="447675"/>
                </a:lnTo>
                <a:close/>
                <a:moveTo>
                  <a:pt x="561975" y="438150"/>
                </a:moveTo>
                <a:lnTo>
                  <a:pt x="571500" y="438150"/>
                </a:lnTo>
                <a:lnTo>
                  <a:pt x="571500" y="447675"/>
                </a:lnTo>
                <a:lnTo>
                  <a:pt x="561975" y="447675"/>
                </a:lnTo>
                <a:close/>
                <a:moveTo>
                  <a:pt x="714375" y="447675"/>
                </a:moveTo>
                <a:lnTo>
                  <a:pt x="723900" y="447675"/>
                </a:lnTo>
                <a:lnTo>
                  <a:pt x="723900" y="457200"/>
                </a:lnTo>
                <a:lnTo>
                  <a:pt x="714375" y="457200"/>
                </a:lnTo>
                <a:close/>
                <a:moveTo>
                  <a:pt x="771525" y="447675"/>
                </a:moveTo>
                <a:lnTo>
                  <a:pt x="781050" y="447675"/>
                </a:lnTo>
                <a:lnTo>
                  <a:pt x="781050" y="457200"/>
                </a:lnTo>
                <a:lnTo>
                  <a:pt x="771525" y="457200"/>
                </a:lnTo>
                <a:close/>
                <a:moveTo>
                  <a:pt x="628650" y="457200"/>
                </a:moveTo>
                <a:lnTo>
                  <a:pt x="638175" y="457200"/>
                </a:lnTo>
                <a:lnTo>
                  <a:pt x="638175" y="466725"/>
                </a:lnTo>
                <a:lnTo>
                  <a:pt x="647700" y="466725"/>
                </a:lnTo>
                <a:lnTo>
                  <a:pt x="647700" y="542925"/>
                </a:lnTo>
                <a:lnTo>
                  <a:pt x="628650" y="542925"/>
                </a:lnTo>
                <a:lnTo>
                  <a:pt x="628650" y="552450"/>
                </a:lnTo>
                <a:lnTo>
                  <a:pt x="619125" y="552450"/>
                </a:lnTo>
                <a:lnTo>
                  <a:pt x="619125" y="466725"/>
                </a:lnTo>
                <a:lnTo>
                  <a:pt x="628650" y="466725"/>
                </a:lnTo>
                <a:close/>
                <a:moveTo>
                  <a:pt x="723900" y="457200"/>
                </a:moveTo>
                <a:lnTo>
                  <a:pt x="733425" y="457200"/>
                </a:lnTo>
                <a:lnTo>
                  <a:pt x="733425" y="466725"/>
                </a:lnTo>
                <a:lnTo>
                  <a:pt x="723900" y="466725"/>
                </a:lnTo>
                <a:close/>
                <a:moveTo>
                  <a:pt x="476250" y="466725"/>
                </a:moveTo>
                <a:lnTo>
                  <a:pt x="485775" y="466725"/>
                </a:lnTo>
                <a:lnTo>
                  <a:pt x="485775" y="476250"/>
                </a:lnTo>
                <a:lnTo>
                  <a:pt x="476250" y="476250"/>
                </a:lnTo>
                <a:close/>
                <a:moveTo>
                  <a:pt x="781050" y="466725"/>
                </a:moveTo>
                <a:lnTo>
                  <a:pt x="790575" y="466725"/>
                </a:lnTo>
                <a:lnTo>
                  <a:pt x="790575" y="476250"/>
                </a:lnTo>
                <a:lnTo>
                  <a:pt x="781050" y="476250"/>
                </a:lnTo>
                <a:close/>
                <a:moveTo>
                  <a:pt x="219075" y="476250"/>
                </a:moveTo>
                <a:lnTo>
                  <a:pt x="266700" y="476250"/>
                </a:lnTo>
                <a:lnTo>
                  <a:pt x="266700" y="485775"/>
                </a:lnTo>
                <a:lnTo>
                  <a:pt x="219075" y="485775"/>
                </a:lnTo>
                <a:close/>
                <a:moveTo>
                  <a:pt x="323850" y="476250"/>
                </a:moveTo>
                <a:lnTo>
                  <a:pt x="333375" y="476250"/>
                </a:lnTo>
                <a:lnTo>
                  <a:pt x="333375" y="485775"/>
                </a:lnTo>
                <a:lnTo>
                  <a:pt x="323850" y="485775"/>
                </a:lnTo>
                <a:close/>
                <a:moveTo>
                  <a:pt x="371475" y="476250"/>
                </a:moveTo>
                <a:lnTo>
                  <a:pt x="381000" y="476250"/>
                </a:lnTo>
                <a:lnTo>
                  <a:pt x="381000" y="485775"/>
                </a:lnTo>
                <a:lnTo>
                  <a:pt x="371475" y="485775"/>
                </a:lnTo>
                <a:close/>
                <a:moveTo>
                  <a:pt x="523875" y="476250"/>
                </a:moveTo>
                <a:lnTo>
                  <a:pt x="533400" y="476250"/>
                </a:lnTo>
                <a:lnTo>
                  <a:pt x="533400" y="485775"/>
                </a:lnTo>
                <a:lnTo>
                  <a:pt x="523875" y="485775"/>
                </a:lnTo>
                <a:close/>
                <a:moveTo>
                  <a:pt x="209550" y="485775"/>
                </a:moveTo>
                <a:lnTo>
                  <a:pt x="219075" y="485775"/>
                </a:lnTo>
                <a:lnTo>
                  <a:pt x="219075" y="495300"/>
                </a:lnTo>
                <a:lnTo>
                  <a:pt x="209550" y="495300"/>
                </a:lnTo>
                <a:close/>
                <a:moveTo>
                  <a:pt x="266700" y="485775"/>
                </a:moveTo>
                <a:lnTo>
                  <a:pt x="276225" y="485775"/>
                </a:lnTo>
                <a:lnTo>
                  <a:pt x="276225" y="495300"/>
                </a:lnTo>
                <a:lnTo>
                  <a:pt x="266700" y="495300"/>
                </a:lnTo>
                <a:close/>
                <a:moveTo>
                  <a:pt x="314325" y="485775"/>
                </a:moveTo>
                <a:lnTo>
                  <a:pt x="323850" y="485775"/>
                </a:lnTo>
                <a:lnTo>
                  <a:pt x="323850" y="533400"/>
                </a:lnTo>
                <a:lnTo>
                  <a:pt x="314325" y="533400"/>
                </a:lnTo>
                <a:close/>
                <a:moveTo>
                  <a:pt x="381000" y="485775"/>
                </a:moveTo>
                <a:lnTo>
                  <a:pt x="390525" y="485775"/>
                </a:lnTo>
                <a:lnTo>
                  <a:pt x="390525" y="533400"/>
                </a:lnTo>
                <a:lnTo>
                  <a:pt x="381000" y="533400"/>
                </a:lnTo>
                <a:close/>
                <a:moveTo>
                  <a:pt x="742950" y="485775"/>
                </a:moveTo>
                <a:lnTo>
                  <a:pt x="752475" y="485775"/>
                </a:lnTo>
                <a:lnTo>
                  <a:pt x="752475" y="495300"/>
                </a:lnTo>
                <a:lnTo>
                  <a:pt x="742950" y="495300"/>
                </a:lnTo>
                <a:close/>
                <a:moveTo>
                  <a:pt x="790575" y="485775"/>
                </a:moveTo>
                <a:lnTo>
                  <a:pt x="800100" y="485775"/>
                </a:lnTo>
                <a:lnTo>
                  <a:pt x="800100" y="495300"/>
                </a:lnTo>
                <a:lnTo>
                  <a:pt x="790575" y="495300"/>
                </a:lnTo>
                <a:close/>
                <a:moveTo>
                  <a:pt x="466725" y="495300"/>
                </a:moveTo>
                <a:lnTo>
                  <a:pt x="476250" y="495300"/>
                </a:lnTo>
                <a:lnTo>
                  <a:pt x="476250" y="504825"/>
                </a:lnTo>
                <a:lnTo>
                  <a:pt x="466725" y="504825"/>
                </a:lnTo>
                <a:close/>
                <a:moveTo>
                  <a:pt x="514350" y="495300"/>
                </a:moveTo>
                <a:lnTo>
                  <a:pt x="523875" y="495300"/>
                </a:lnTo>
                <a:lnTo>
                  <a:pt x="523875" y="504825"/>
                </a:lnTo>
                <a:lnTo>
                  <a:pt x="514350" y="504825"/>
                </a:lnTo>
                <a:close/>
                <a:moveTo>
                  <a:pt x="752475" y="514350"/>
                </a:moveTo>
                <a:lnTo>
                  <a:pt x="762000" y="514350"/>
                </a:lnTo>
                <a:lnTo>
                  <a:pt x="762000" y="533400"/>
                </a:lnTo>
                <a:lnTo>
                  <a:pt x="752475" y="533400"/>
                </a:lnTo>
                <a:close/>
                <a:moveTo>
                  <a:pt x="800100" y="514350"/>
                </a:moveTo>
                <a:lnTo>
                  <a:pt x="809625" y="514350"/>
                </a:lnTo>
                <a:lnTo>
                  <a:pt x="809625" y="581025"/>
                </a:lnTo>
                <a:lnTo>
                  <a:pt x="800100" y="581025"/>
                </a:lnTo>
                <a:close/>
                <a:moveTo>
                  <a:pt x="504825" y="523875"/>
                </a:moveTo>
                <a:lnTo>
                  <a:pt x="514350" y="523875"/>
                </a:lnTo>
                <a:lnTo>
                  <a:pt x="514350" y="561975"/>
                </a:lnTo>
                <a:lnTo>
                  <a:pt x="504825" y="561975"/>
                </a:lnTo>
                <a:close/>
                <a:moveTo>
                  <a:pt x="323850" y="533400"/>
                </a:moveTo>
                <a:lnTo>
                  <a:pt x="333375" y="533400"/>
                </a:lnTo>
                <a:lnTo>
                  <a:pt x="333375" y="542925"/>
                </a:lnTo>
                <a:lnTo>
                  <a:pt x="323850" y="542925"/>
                </a:lnTo>
                <a:close/>
                <a:moveTo>
                  <a:pt x="371475" y="533400"/>
                </a:moveTo>
                <a:lnTo>
                  <a:pt x="381000" y="533400"/>
                </a:lnTo>
                <a:lnTo>
                  <a:pt x="381000" y="542925"/>
                </a:lnTo>
                <a:lnTo>
                  <a:pt x="371475" y="542925"/>
                </a:lnTo>
                <a:close/>
                <a:moveTo>
                  <a:pt x="457200" y="533400"/>
                </a:moveTo>
                <a:lnTo>
                  <a:pt x="466725" y="533400"/>
                </a:lnTo>
                <a:lnTo>
                  <a:pt x="466725" y="561975"/>
                </a:lnTo>
                <a:lnTo>
                  <a:pt x="457200" y="561975"/>
                </a:lnTo>
                <a:close/>
                <a:moveTo>
                  <a:pt x="752475" y="561975"/>
                </a:moveTo>
                <a:lnTo>
                  <a:pt x="762000" y="561975"/>
                </a:lnTo>
                <a:lnTo>
                  <a:pt x="762000" y="581025"/>
                </a:lnTo>
                <a:lnTo>
                  <a:pt x="752475" y="581025"/>
                </a:lnTo>
                <a:close/>
                <a:moveTo>
                  <a:pt x="657225" y="581025"/>
                </a:moveTo>
                <a:lnTo>
                  <a:pt x="666750" y="581025"/>
                </a:lnTo>
                <a:lnTo>
                  <a:pt x="666750" y="590550"/>
                </a:lnTo>
                <a:lnTo>
                  <a:pt x="657225" y="590550"/>
                </a:lnTo>
                <a:close/>
                <a:moveTo>
                  <a:pt x="161925" y="590550"/>
                </a:moveTo>
                <a:lnTo>
                  <a:pt x="171450" y="590550"/>
                </a:lnTo>
                <a:lnTo>
                  <a:pt x="171450" y="609600"/>
                </a:lnTo>
                <a:lnTo>
                  <a:pt x="152400" y="609600"/>
                </a:lnTo>
                <a:lnTo>
                  <a:pt x="152400" y="600075"/>
                </a:lnTo>
                <a:lnTo>
                  <a:pt x="161925" y="600075"/>
                </a:lnTo>
                <a:close/>
                <a:moveTo>
                  <a:pt x="514350" y="590550"/>
                </a:moveTo>
                <a:lnTo>
                  <a:pt x="523875" y="590550"/>
                </a:lnTo>
                <a:lnTo>
                  <a:pt x="523875" y="600075"/>
                </a:lnTo>
                <a:lnTo>
                  <a:pt x="514350" y="600075"/>
                </a:lnTo>
                <a:close/>
                <a:moveTo>
                  <a:pt x="676275" y="590550"/>
                </a:moveTo>
                <a:lnTo>
                  <a:pt x="685800" y="590550"/>
                </a:lnTo>
                <a:lnTo>
                  <a:pt x="685800" y="600075"/>
                </a:lnTo>
                <a:lnTo>
                  <a:pt x="676275" y="600075"/>
                </a:lnTo>
                <a:close/>
                <a:moveTo>
                  <a:pt x="466725" y="600075"/>
                </a:moveTo>
                <a:lnTo>
                  <a:pt x="476250" y="600075"/>
                </a:lnTo>
                <a:lnTo>
                  <a:pt x="476250" y="609600"/>
                </a:lnTo>
                <a:lnTo>
                  <a:pt x="466725" y="609600"/>
                </a:lnTo>
                <a:close/>
                <a:moveTo>
                  <a:pt x="742950" y="600075"/>
                </a:moveTo>
                <a:lnTo>
                  <a:pt x="752475" y="600075"/>
                </a:lnTo>
                <a:lnTo>
                  <a:pt x="752475" y="609600"/>
                </a:lnTo>
                <a:lnTo>
                  <a:pt x="742950" y="609600"/>
                </a:lnTo>
                <a:close/>
                <a:moveTo>
                  <a:pt x="790575" y="600075"/>
                </a:moveTo>
                <a:lnTo>
                  <a:pt x="800100" y="600075"/>
                </a:lnTo>
                <a:lnTo>
                  <a:pt x="800100" y="609600"/>
                </a:lnTo>
                <a:lnTo>
                  <a:pt x="790575" y="609600"/>
                </a:lnTo>
                <a:close/>
                <a:moveTo>
                  <a:pt x="523875" y="609600"/>
                </a:moveTo>
                <a:lnTo>
                  <a:pt x="533400" y="609600"/>
                </a:lnTo>
                <a:lnTo>
                  <a:pt x="533400" y="619125"/>
                </a:lnTo>
                <a:lnTo>
                  <a:pt x="523875" y="619125"/>
                </a:lnTo>
                <a:close/>
                <a:moveTo>
                  <a:pt x="476250" y="619125"/>
                </a:moveTo>
                <a:lnTo>
                  <a:pt x="485775" y="619125"/>
                </a:lnTo>
                <a:lnTo>
                  <a:pt x="485775" y="628650"/>
                </a:lnTo>
                <a:lnTo>
                  <a:pt x="476250" y="628650"/>
                </a:lnTo>
                <a:close/>
                <a:moveTo>
                  <a:pt x="771525" y="638175"/>
                </a:moveTo>
                <a:lnTo>
                  <a:pt x="781050" y="638175"/>
                </a:lnTo>
                <a:lnTo>
                  <a:pt x="781050" y="647700"/>
                </a:lnTo>
                <a:lnTo>
                  <a:pt x="771525" y="647700"/>
                </a:lnTo>
                <a:close/>
                <a:moveTo>
                  <a:pt x="495300" y="647700"/>
                </a:moveTo>
                <a:lnTo>
                  <a:pt x="504825" y="647700"/>
                </a:lnTo>
                <a:lnTo>
                  <a:pt x="504825" y="657225"/>
                </a:lnTo>
                <a:lnTo>
                  <a:pt x="495300" y="657225"/>
                </a:lnTo>
                <a:close/>
                <a:moveTo>
                  <a:pt x="561975" y="647700"/>
                </a:moveTo>
                <a:lnTo>
                  <a:pt x="571500" y="647700"/>
                </a:lnTo>
                <a:lnTo>
                  <a:pt x="571500" y="657225"/>
                </a:lnTo>
                <a:lnTo>
                  <a:pt x="561975" y="657225"/>
                </a:lnTo>
                <a:close/>
                <a:moveTo>
                  <a:pt x="504825" y="657225"/>
                </a:moveTo>
                <a:lnTo>
                  <a:pt x="514350" y="657225"/>
                </a:lnTo>
                <a:lnTo>
                  <a:pt x="514350" y="666750"/>
                </a:lnTo>
                <a:lnTo>
                  <a:pt x="504825" y="666750"/>
                </a:lnTo>
                <a:close/>
                <a:moveTo>
                  <a:pt x="685800" y="657225"/>
                </a:moveTo>
                <a:lnTo>
                  <a:pt x="695325" y="657225"/>
                </a:lnTo>
                <a:lnTo>
                  <a:pt x="695325" y="666750"/>
                </a:lnTo>
                <a:lnTo>
                  <a:pt x="685800" y="666750"/>
                </a:lnTo>
                <a:close/>
                <a:moveTo>
                  <a:pt x="514350" y="666750"/>
                </a:moveTo>
                <a:lnTo>
                  <a:pt x="523875" y="666750"/>
                </a:lnTo>
                <a:lnTo>
                  <a:pt x="523875" y="676275"/>
                </a:lnTo>
                <a:lnTo>
                  <a:pt x="514350" y="676275"/>
                </a:lnTo>
                <a:close/>
                <a:moveTo>
                  <a:pt x="600075" y="666750"/>
                </a:moveTo>
                <a:lnTo>
                  <a:pt x="619125" y="666750"/>
                </a:lnTo>
                <a:lnTo>
                  <a:pt x="619125" y="676275"/>
                </a:lnTo>
                <a:lnTo>
                  <a:pt x="600075" y="676275"/>
                </a:lnTo>
                <a:close/>
                <a:moveTo>
                  <a:pt x="647700" y="666750"/>
                </a:moveTo>
                <a:lnTo>
                  <a:pt x="666750" y="666750"/>
                </a:lnTo>
                <a:lnTo>
                  <a:pt x="666750" y="676275"/>
                </a:lnTo>
                <a:lnTo>
                  <a:pt x="647700" y="676275"/>
                </a:lnTo>
                <a:close/>
                <a:moveTo>
                  <a:pt x="523875" y="676275"/>
                </a:moveTo>
                <a:lnTo>
                  <a:pt x="533400" y="676275"/>
                </a:lnTo>
                <a:lnTo>
                  <a:pt x="533400" y="685800"/>
                </a:lnTo>
                <a:lnTo>
                  <a:pt x="523875" y="685800"/>
                </a:lnTo>
                <a:close/>
                <a:moveTo>
                  <a:pt x="723900" y="685800"/>
                </a:moveTo>
                <a:lnTo>
                  <a:pt x="733425" y="685800"/>
                </a:lnTo>
                <a:lnTo>
                  <a:pt x="733425" y="695325"/>
                </a:lnTo>
                <a:lnTo>
                  <a:pt x="723900" y="695325"/>
                </a:lnTo>
                <a:close/>
                <a:moveTo>
                  <a:pt x="552450" y="695325"/>
                </a:moveTo>
                <a:lnTo>
                  <a:pt x="561975" y="695325"/>
                </a:lnTo>
                <a:lnTo>
                  <a:pt x="561975" y="704850"/>
                </a:lnTo>
                <a:lnTo>
                  <a:pt x="552450" y="704850"/>
                </a:lnTo>
                <a:close/>
                <a:moveTo>
                  <a:pt x="704850" y="695325"/>
                </a:moveTo>
                <a:lnTo>
                  <a:pt x="714375" y="695325"/>
                </a:lnTo>
                <a:lnTo>
                  <a:pt x="714375" y="704850"/>
                </a:lnTo>
                <a:lnTo>
                  <a:pt x="704850" y="704850"/>
                </a:lnTo>
                <a:close/>
                <a:moveTo>
                  <a:pt x="571500" y="704850"/>
                </a:moveTo>
                <a:lnTo>
                  <a:pt x="581025" y="704850"/>
                </a:lnTo>
                <a:lnTo>
                  <a:pt x="581025" y="714375"/>
                </a:lnTo>
                <a:lnTo>
                  <a:pt x="571500" y="714375"/>
                </a:lnTo>
                <a:close/>
                <a:moveTo>
                  <a:pt x="685800" y="704850"/>
                </a:moveTo>
                <a:lnTo>
                  <a:pt x="695325" y="704850"/>
                </a:lnTo>
                <a:lnTo>
                  <a:pt x="695325" y="714375"/>
                </a:lnTo>
                <a:lnTo>
                  <a:pt x="685800" y="714375"/>
                </a:lnTo>
                <a:close/>
                <a:moveTo>
                  <a:pt x="609600" y="714375"/>
                </a:moveTo>
                <a:lnTo>
                  <a:pt x="647700" y="714375"/>
                </a:lnTo>
                <a:lnTo>
                  <a:pt x="647700" y="723900"/>
                </a:lnTo>
                <a:lnTo>
                  <a:pt x="609600" y="723900"/>
                </a:lnTo>
                <a:close/>
              </a:path>
            </a:pathLst>
          </a:custGeom>
          <a:solidFill xmlns:a="http://schemas.openxmlformats.org/drawingml/2006/main">
            <a:srgbClr val="6A7C71"/>
          </a:solidFill>
          <a:ln xmlns:a="http://schemas.openxmlformats.org/drawingml/2006/main" w="0">
            <a:noFill/>
          </a:ln>
        </p:spPr>
      </p:sp>
      <p:sp>
        <p:nvSpPr>
          <p:cNvPr id="199" name="v20 vector #305040">
            <a:extLst xmlns:a="http://schemas.openxmlformats.org/drawingml/2006/main">
              <a:ext uri="{FF2B5EF4-FFF2-40B4-BE49-F238E27FC236}">
                <a16:creationId xmlns:a16="http://schemas.microsoft.com/office/drawing/2014/main" id="{AA2213B0-7D27-4728-B9C8-06B50F3B59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5350" y="4848225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904875" y="85725"/>
                </a:moveTo>
                <a:lnTo>
                  <a:pt x="1066800" y="85725"/>
                </a:lnTo>
                <a:lnTo>
                  <a:pt x="1066800" y="95250"/>
                </a:lnTo>
                <a:lnTo>
                  <a:pt x="1047750" y="95250"/>
                </a:lnTo>
                <a:lnTo>
                  <a:pt x="1047750" y="114300"/>
                </a:lnTo>
                <a:lnTo>
                  <a:pt x="1019175" y="114300"/>
                </a:lnTo>
                <a:lnTo>
                  <a:pt x="1019175" y="104775"/>
                </a:lnTo>
                <a:lnTo>
                  <a:pt x="1028700" y="104775"/>
                </a:lnTo>
                <a:lnTo>
                  <a:pt x="1028700" y="95250"/>
                </a:lnTo>
                <a:lnTo>
                  <a:pt x="1000125" y="95250"/>
                </a:lnTo>
                <a:lnTo>
                  <a:pt x="1000125" y="104775"/>
                </a:lnTo>
                <a:lnTo>
                  <a:pt x="1009650" y="104775"/>
                </a:lnTo>
                <a:lnTo>
                  <a:pt x="1009650" y="114300"/>
                </a:lnTo>
                <a:lnTo>
                  <a:pt x="971550" y="114300"/>
                </a:lnTo>
                <a:lnTo>
                  <a:pt x="971550" y="95250"/>
                </a:lnTo>
                <a:lnTo>
                  <a:pt x="904875" y="95250"/>
                </a:lnTo>
                <a:close/>
                <a:moveTo>
                  <a:pt x="1085850" y="95250"/>
                </a:moveTo>
                <a:lnTo>
                  <a:pt x="1095375" y="95250"/>
                </a:lnTo>
                <a:lnTo>
                  <a:pt x="1095375" y="104775"/>
                </a:lnTo>
                <a:lnTo>
                  <a:pt x="1104900" y="104775"/>
                </a:lnTo>
                <a:lnTo>
                  <a:pt x="1104900" y="114300"/>
                </a:lnTo>
                <a:lnTo>
                  <a:pt x="1114425" y="114300"/>
                </a:lnTo>
                <a:lnTo>
                  <a:pt x="1114425" y="219075"/>
                </a:lnTo>
                <a:lnTo>
                  <a:pt x="1104900" y="219075"/>
                </a:lnTo>
                <a:lnTo>
                  <a:pt x="1104900" y="190500"/>
                </a:lnTo>
                <a:lnTo>
                  <a:pt x="1095375" y="190500"/>
                </a:lnTo>
                <a:lnTo>
                  <a:pt x="1095375" y="200025"/>
                </a:lnTo>
                <a:lnTo>
                  <a:pt x="1085850" y="200025"/>
                </a:lnTo>
                <a:lnTo>
                  <a:pt x="1085850" y="180975"/>
                </a:lnTo>
                <a:lnTo>
                  <a:pt x="1057275" y="180975"/>
                </a:lnTo>
                <a:lnTo>
                  <a:pt x="1057275" y="123825"/>
                </a:lnTo>
                <a:lnTo>
                  <a:pt x="1066800" y="123825"/>
                </a:lnTo>
                <a:lnTo>
                  <a:pt x="1066800" y="104775"/>
                </a:lnTo>
                <a:lnTo>
                  <a:pt x="1085850" y="104775"/>
                </a:lnTo>
                <a:close/>
                <a:moveTo>
                  <a:pt x="285750" y="104775"/>
                </a:moveTo>
                <a:lnTo>
                  <a:pt x="295275" y="104775"/>
                </a:lnTo>
                <a:lnTo>
                  <a:pt x="295275" y="123825"/>
                </a:lnTo>
                <a:lnTo>
                  <a:pt x="285750" y="123825"/>
                </a:lnTo>
                <a:lnTo>
                  <a:pt x="285750" y="161925"/>
                </a:lnTo>
                <a:lnTo>
                  <a:pt x="276225" y="161925"/>
                </a:lnTo>
                <a:lnTo>
                  <a:pt x="276225" y="114300"/>
                </a:lnTo>
                <a:lnTo>
                  <a:pt x="285750" y="114300"/>
                </a:lnTo>
                <a:close/>
                <a:moveTo>
                  <a:pt x="190500" y="114300"/>
                </a:moveTo>
                <a:lnTo>
                  <a:pt x="219075" y="114300"/>
                </a:lnTo>
                <a:lnTo>
                  <a:pt x="219075" y="123825"/>
                </a:lnTo>
                <a:lnTo>
                  <a:pt x="209550" y="123825"/>
                </a:lnTo>
                <a:lnTo>
                  <a:pt x="209550" y="133350"/>
                </a:lnTo>
                <a:lnTo>
                  <a:pt x="219075" y="133350"/>
                </a:lnTo>
                <a:lnTo>
                  <a:pt x="219075" y="142875"/>
                </a:lnTo>
                <a:lnTo>
                  <a:pt x="190500" y="142875"/>
                </a:lnTo>
                <a:close/>
                <a:moveTo>
                  <a:pt x="571500" y="114300"/>
                </a:moveTo>
                <a:lnTo>
                  <a:pt x="581025" y="114300"/>
                </a:lnTo>
                <a:lnTo>
                  <a:pt x="581025" y="133350"/>
                </a:lnTo>
                <a:lnTo>
                  <a:pt x="600075" y="133350"/>
                </a:lnTo>
                <a:lnTo>
                  <a:pt x="600075" y="123825"/>
                </a:lnTo>
                <a:lnTo>
                  <a:pt x="590550" y="123825"/>
                </a:lnTo>
                <a:lnTo>
                  <a:pt x="590550" y="114300"/>
                </a:lnTo>
                <a:lnTo>
                  <a:pt x="647700" y="114300"/>
                </a:lnTo>
                <a:lnTo>
                  <a:pt x="647700" y="123825"/>
                </a:lnTo>
                <a:lnTo>
                  <a:pt x="657225" y="123825"/>
                </a:lnTo>
                <a:lnTo>
                  <a:pt x="657225" y="133350"/>
                </a:lnTo>
                <a:lnTo>
                  <a:pt x="647700" y="133350"/>
                </a:lnTo>
                <a:lnTo>
                  <a:pt x="647700" y="142875"/>
                </a:lnTo>
                <a:lnTo>
                  <a:pt x="619125" y="142875"/>
                </a:lnTo>
                <a:lnTo>
                  <a:pt x="619125" y="152400"/>
                </a:lnTo>
                <a:lnTo>
                  <a:pt x="600075" y="152400"/>
                </a:lnTo>
                <a:lnTo>
                  <a:pt x="600075" y="142875"/>
                </a:lnTo>
                <a:lnTo>
                  <a:pt x="590550" y="142875"/>
                </a:lnTo>
                <a:lnTo>
                  <a:pt x="590550" y="152400"/>
                </a:lnTo>
                <a:lnTo>
                  <a:pt x="581025" y="152400"/>
                </a:lnTo>
                <a:lnTo>
                  <a:pt x="581025" y="180975"/>
                </a:lnTo>
                <a:lnTo>
                  <a:pt x="533400" y="180975"/>
                </a:lnTo>
                <a:lnTo>
                  <a:pt x="533400" y="171450"/>
                </a:lnTo>
                <a:lnTo>
                  <a:pt x="504825" y="171450"/>
                </a:lnTo>
                <a:lnTo>
                  <a:pt x="504825" y="152400"/>
                </a:lnTo>
                <a:lnTo>
                  <a:pt x="495300" y="152400"/>
                </a:lnTo>
                <a:lnTo>
                  <a:pt x="495300" y="133350"/>
                </a:lnTo>
                <a:lnTo>
                  <a:pt x="514350" y="133350"/>
                </a:lnTo>
                <a:lnTo>
                  <a:pt x="514350" y="152400"/>
                </a:lnTo>
                <a:lnTo>
                  <a:pt x="533400" y="152400"/>
                </a:lnTo>
                <a:lnTo>
                  <a:pt x="533400" y="161925"/>
                </a:lnTo>
                <a:lnTo>
                  <a:pt x="542925" y="161925"/>
                </a:lnTo>
                <a:lnTo>
                  <a:pt x="542925" y="171450"/>
                </a:lnTo>
                <a:lnTo>
                  <a:pt x="561975" y="171450"/>
                </a:lnTo>
                <a:lnTo>
                  <a:pt x="561975" y="161925"/>
                </a:lnTo>
                <a:lnTo>
                  <a:pt x="571500" y="161925"/>
                </a:lnTo>
                <a:close/>
                <a:moveTo>
                  <a:pt x="657225" y="133350"/>
                </a:moveTo>
                <a:lnTo>
                  <a:pt x="666750" y="133350"/>
                </a:lnTo>
                <a:lnTo>
                  <a:pt x="666750" y="142875"/>
                </a:lnTo>
                <a:lnTo>
                  <a:pt x="657225" y="142875"/>
                </a:lnTo>
                <a:close/>
                <a:moveTo>
                  <a:pt x="266700" y="161925"/>
                </a:moveTo>
                <a:lnTo>
                  <a:pt x="276225" y="161925"/>
                </a:lnTo>
                <a:lnTo>
                  <a:pt x="276225" y="171450"/>
                </a:lnTo>
                <a:lnTo>
                  <a:pt x="266700" y="171450"/>
                </a:lnTo>
                <a:close/>
                <a:moveTo>
                  <a:pt x="819150" y="171450"/>
                </a:moveTo>
                <a:lnTo>
                  <a:pt x="838200" y="171450"/>
                </a:lnTo>
                <a:lnTo>
                  <a:pt x="838200" y="190500"/>
                </a:lnTo>
                <a:lnTo>
                  <a:pt x="828675" y="190500"/>
                </a:lnTo>
                <a:lnTo>
                  <a:pt x="828675" y="209550"/>
                </a:lnTo>
                <a:lnTo>
                  <a:pt x="838200" y="209550"/>
                </a:lnTo>
                <a:lnTo>
                  <a:pt x="838200" y="219075"/>
                </a:lnTo>
                <a:lnTo>
                  <a:pt x="866775" y="219075"/>
                </a:lnTo>
                <a:lnTo>
                  <a:pt x="866775" y="209550"/>
                </a:lnTo>
                <a:lnTo>
                  <a:pt x="885825" y="209550"/>
                </a:lnTo>
                <a:lnTo>
                  <a:pt x="885825" y="257175"/>
                </a:lnTo>
                <a:lnTo>
                  <a:pt x="876300" y="257175"/>
                </a:lnTo>
                <a:lnTo>
                  <a:pt x="876300" y="238125"/>
                </a:lnTo>
                <a:lnTo>
                  <a:pt x="819150" y="238125"/>
                </a:lnTo>
                <a:lnTo>
                  <a:pt x="819150" y="228600"/>
                </a:lnTo>
                <a:lnTo>
                  <a:pt x="809625" y="228600"/>
                </a:lnTo>
                <a:lnTo>
                  <a:pt x="809625" y="219075"/>
                </a:lnTo>
                <a:lnTo>
                  <a:pt x="800100" y="219075"/>
                </a:lnTo>
                <a:lnTo>
                  <a:pt x="800100" y="190500"/>
                </a:lnTo>
                <a:lnTo>
                  <a:pt x="819150" y="190500"/>
                </a:lnTo>
                <a:close/>
                <a:moveTo>
                  <a:pt x="400050" y="190500"/>
                </a:moveTo>
                <a:lnTo>
                  <a:pt x="419100" y="190500"/>
                </a:lnTo>
                <a:lnTo>
                  <a:pt x="419100" y="209550"/>
                </a:lnTo>
                <a:lnTo>
                  <a:pt x="409575" y="209550"/>
                </a:lnTo>
                <a:lnTo>
                  <a:pt x="409575" y="200025"/>
                </a:lnTo>
                <a:lnTo>
                  <a:pt x="400050" y="200025"/>
                </a:lnTo>
                <a:close/>
                <a:moveTo>
                  <a:pt x="742950" y="200025"/>
                </a:moveTo>
                <a:lnTo>
                  <a:pt x="752475" y="200025"/>
                </a:lnTo>
                <a:lnTo>
                  <a:pt x="752475" y="285750"/>
                </a:lnTo>
                <a:lnTo>
                  <a:pt x="742950" y="285750"/>
                </a:lnTo>
                <a:close/>
                <a:moveTo>
                  <a:pt x="952500" y="200025"/>
                </a:moveTo>
                <a:lnTo>
                  <a:pt x="962025" y="200025"/>
                </a:lnTo>
                <a:lnTo>
                  <a:pt x="962025" y="209550"/>
                </a:lnTo>
                <a:lnTo>
                  <a:pt x="952500" y="209550"/>
                </a:lnTo>
                <a:close/>
                <a:moveTo>
                  <a:pt x="971550" y="200025"/>
                </a:moveTo>
                <a:lnTo>
                  <a:pt x="981075" y="200025"/>
                </a:lnTo>
                <a:lnTo>
                  <a:pt x="981075" y="209550"/>
                </a:lnTo>
                <a:lnTo>
                  <a:pt x="971550" y="209550"/>
                </a:lnTo>
                <a:close/>
                <a:moveTo>
                  <a:pt x="142875" y="209550"/>
                </a:moveTo>
                <a:lnTo>
                  <a:pt x="152400" y="209550"/>
                </a:lnTo>
                <a:lnTo>
                  <a:pt x="152400" y="228600"/>
                </a:lnTo>
                <a:lnTo>
                  <a:pt x="142875" y="228600"/>
                </a:lnTo>
                <a:close/>
                <a:moveTo>
                  <a:pt x="904875" y="209550"/>
                </a:moveTo>
                <a:lnTo>
                  <a:pt x="914400" y="209550"/>
                </a:lnTo>
                <a:lnTo>
                  <a:pt x="914400" y="219075"/>
                </a:lnTo>
                <a:lnTo>
                  <a:pt x="904875" y="219075"/>
                </a:lnTo>
                <a:close/>
                <a:moveTo>
                  <a:pt x="942975" y="209550"/>
                </a:moveTo>
                <a:lnTo>
                  <a:pt x="952500" y="209550"/>
                </a:lnTo>
                <a:lnTo>
                  <a:pt x="952500" y="219075"/>
                </a:lnTo>
                <a:lnTo>
                  <a:pt x="942975" y="219075"/>
                </a:lnTo>
                <a:close/>
                <a:moveTo>
                  <a:pt x="981075" y="209550"/>
                </a:moveTo>
                <a:lnTo>
                  <a:pt x="990600" y="209550"/>
                </a:lnTo>
                <a:lnTo>
                  <a:pt x="990600" y="219075"/>
                </a:lnTo>
                <a:lnTo>
                  <a:pt x="981075" y="219075"/>
                </a:lnTo>
                <a:close/>
                <a:moveTo>
                  <a:pt x="1019175" y="209550"/>
                </a:moveTo>
                <a:lnTo>
                  <a:pt x="1028700" y="209550"/>
                </a:lnTo>
                <a:lnTo>
                  <a:pt x="1028700" y="219075"/>
                </a:lnTo>
                <a:lnTo>
                  <a:pt x="1019175" y="219075"/>
                </a:lnTo>
                <a:close/>
                <a:moveTo>
                  <a:pt x="914400" y="219075"/>
                </a:moveTo>
                <a:lnTo>
                  <a:pt x="942975" y="219075"/>
                </a:lnTo>
                <a:lnTo>
                  <a:pt x="942975" y="228600"/>
                </a:lnTo>
                <a:lnTo>
                  <a:pt x="933450" y="228600"/>
                </a:lnTo>
                <a:lnTo>
                  <a:pt x="933450" y="238125"/>
                </a:lnTo>
                <a:lnTo>
                  <a:pt x="914400" y="238125"/>
                </a:lnTo>
                <a:close/>
                <a:moveTo>
                  <a:pt x="990600" y="219075"/>
                </a:moveTo>
                <a:lnTo>
                  <a:pt x="1019175" y="219075"/>
                </a:lnTo>
                <a:lnTo>
                  <a:pt x="1019175" y="228600"/>
                </a:lnTo>
                <a:lnTo>
                  <a:pt x="990600" y="228600"/>
                </a:lnTo>
                <a:close/>
                <a:moveTo>
                  <a:pt x="152400" y="228600"/>
                </a:moveTo>
                <a:lnTo>
                  <a:pt x="161925" y="228600"/>
                </a:lnTo>
                <a:lnTo>
                  <a:pt x="161925" y="238125"/>
                </a:lnTo>
                <a:lnTo>
                  <a:pt x="152400" y="238125"/>
                </a:lnTo>
                <a:close/>
                <a:moveTo>
                  <a:pt x="895350" y="238125"/>
                </a:moveTo>
                <a:lnTo>
                  <a:pt x="904875" y="238125"/>
                </a:lnTo>
                <a:lnTo>
                  <a:pt x="904875" y="247650"/>
                </a:lnTo>
                <a:lnTo>
                  <a:pt x="895350" y="247650"/>
                </a:lnTo>
                <a:close/>
                <a:moveTo>
                  <a:pt x="971550" y="257175"/>
                </a:moveTo>
                <a:lnTo>
                  <a:pt x="981075" y="257175"/>
                </a:lnTo>
                <a:lnTo>
                  <a:pt x="981075" y="276225"/>
                </a:lnTo>
                <a:lnTo>
                  <a:pt x="971550" y="276225"/>
                </a:lnTo>
                <a:lnTo>
                  <a:pt x="971550" y="285750"/>
                </a:lnTo>
                <a:lnTo>
                  <a:pt x="981075" y="285750"/>
                </a:lnTo>
                <a:lnTo>
                  <a:pt x="981075" y="276225"/>
                </a:lnTo>
                <a:lnTo>
                  <a:pt x="1000125" y="276225"/>
                </a:lnTo>
                <a:lnTo>
                  <a:pt x="1000125" y="285750"/>
                </a:lnTo>
                <a:lnTo>
                  <a:pt x="1009650" y="285750"/>
                </a:lnTo>
                <a:lnTo>
                  <a:pt x="1009650" y="295275"/>
                </a:lnTo>
                <a:lnTo>
                  <a:pt x="990600" y="295275"/>
                </a:lnTo>
                <a:lnTo>
                  <a:pt x="990600" y="304800"/>
                </a:lnTo>
                <a:lnTo>
                  <a:pt x="1076325" y="304800"/>
                </a:lnTo>
                <a:lnTo>
                  <a:pt x="1076325" y="295275"/>
                </a:lnTo>
                <a:lnTo>
                  <a:pt x="1095375" y="295275"/>
                </a:lnTo>
                <a:lnTo>
                  <a:pt x="1095375" y="276225"/>
                </a:lnTo>
                <a:lnTo>
                  <a:pt x="1104900" y="276225"/>
                </a:lnTo>
                <a:lnTo>
                  <a:pt x="1104900" y="257175"/>
                </a:lnTo>
                <a:lnTo>
                  <a:pt x="1114425" y="257175"/>
                </a:lnTo>
                <a:lnTo>
                  <a:pt x="1114425" y="285750"/>
                </a:lnTo>
                <a:lnTo>
                  <a:pt x="1104900" y="285750"/>
                </a:lnTo>
                <a:lnTo>
                  <a:pt x="1104900" y="295275"/>
                </a:lnTo>
                <a:lnTo>
                  <a:pt x="1095375" y="295275"/>
                </a:lnTo>
                <a:lnTo>
                  <a:pt x="1095375" y="304800"/>
                </a:lnTo>
                <a:lnTo>
                  <a:pt x="1085850" y="304800"/>
                </a:lnTo>
                <a:lnTo>
                  <a:pt x="1085850" y="314325"/>
                </a:lnTo>
                <a:lnTo>
                  <a:pt x="923925" y="314325"/>
                </a:lnTo>
                <a:lnTo>
                  <a:pt x="923925" y="304800"/>
                </a:lnTo>
                <a:lnTo>
                  <a:pt x="933450" y="304800"/>
                </a:lnTo>
                <a:lnTo>
                  <a:pt x="933450" y="285750"/>
                </a:lnTo>
                <a:lnTo>
                  <a:pt x="962025" y="285750"/>
                </a:lnTo>
                <a:lnTo>
                  <a:pt x="962025" y="266700"/>
                </a:lnTo>
                <a:lnTo>
                  <a:pt x="971550" y="266700"/>
                </a:lnTo>
                <a:close/>
                <a:moveTo>
                  <a:pt x="333375" y="276225"/>
                </a:moveTo>
                <a:lnTo>
                  <a:pt x="371475" y="276225"/>
                </a:lnTo>
                <a:lnTo>
                  <a:pt x="371475" y="285750"/>
                </a:lnTo>
                <a:lnTo>
                  <a:pt x="333375" y="285750"/>
                </a:lnTo>
                <a:close/>
                <a:moveTo>
                  <a:pt x="438150" y="276225"/>
                </a:moveTo>
                <a:lnTo>
                  <a:pt x="485775" y="276225"/>
                </a:lnTo>
                <a:lnTo>
                  <a:pt x="485775" y="285750"/>
                </a:lnTo>
                <a:lnTo>
                  <a:pt x="438150" y="285750"/>
                </a:lnTo>
                <a:close/>
                <a:moveTo>
                  <a:pt x="552450" y="276225"/>
                </a:moveTo>
                <a:lnTo>
                  <a:pt x="590550" y="276225"/>
                </a:lnTo>
                <a:lnTo>
                  <a:pt x="590550" y="285750"/>
                </a:lnTo>
                <a:lnTo>
                  <a:pt x="581025" y="285750"/>
                </a:lnTo>
                <a:lnTo>
                  <a:pt x="581025" y="295275"/>
                </a:lnTo>
                <a:lnTo>
                  <a:pt x="571500" y="295275"/>
                </a:lnTo>
                <a:lnTo>
                  <a:pt x="571500" y="304800"/>
                </a:lnTo>
                <a:lnTo>
                  <a:pt x="581025" y="304800"/>
                </a:lnTo>
                <a:lnTo>
                  <a:pt x="581025" y="314325"/>
                </a:lnTo>
                <a:lnTo>
                  <a:pt x="571500" y="314325"/>
                </a:lnTo>
                <a:lnTo>
                  <a:pt x="571500" y="323850"/>
                </a:lnTo>
                <a:lnTo>
                  <a:pt x="581025" y="323850"/>
                </a:lnTo>
                <a:lnTo>
                  <a:pt x="581025" y="333375"/>
                </a:lnTo>
                <a:lnTo>
                  <a:pt x="590550" y="333375"/>
                </a:lnTo>
                <a:lnTo>
                  <a:pt x="590550" y="342900"/>
                </a:lnTo>
                <a:lnTo>
                  <a:pt x="552450" y="342900"/>
                </a:lnTo>
                <a:lnTo>
                  <a:pt x="552450" y="333375"/>
                </a:lnTo>
                <a:lnTo>
                  <a:pt x="542925" y="333375"/>
                </a:lnTo>
                <a:lnTo>
                  <a:pt x="542925" y="285750"/>
                </a:lnTo>
                <a:lnTo>
                  <a:pt x="552450" y="285750"/>
                </a:lnTo>
                <a:close/>
                <a:moveTo>
                  <a:pt x="323850" y="285750"/>
                </a:moveTo>
                <a:lnTo>
                  <a:pt x="333375" y="285750"/>
                </a:lnTo>
                <a:lnTo>
                  <a:pt x="333375" y="295275"/>
                </a:lnTo>
                <a:lnTo>
                  <a:pt x="323850" y="295275"/>
                </a:lnTo>
                <a:close/>
                <a:moveTo>
                  <a:pt x="371475" y="285750"/>
                </a:moveTo>
                <a:lnTo>
                  <a:pt x="381000" y="285750"/>
                </a:lnTo>
                <a:lnTo>
                  <a:pt x="381000" y="295275"/>
                </a:lnTo>
                <a:lnTo>
                  <a:pt x="371475" y="295275"/>
                </a:lnTo>
                <a:close/>
                <a:moveTo>
                  <a:pt x="428625" y="285750"/>
                </a:moveTo>
                <a:lnTo>
                  <a:pt x="438150" y="285750"/>
                </a:lnTo>
                <a:lnTo>
                  <a:pt x="438150" y="295275"/>
                </a:lnTo>
                <a:lnTo>
                  <a:pt x="428625" y="295275"/>
                </a:lnTo>
                <a:close/>
                <a:moveTo>
                  <a:pt x="485775" y="285750"/>
                </a:moveTo>
                <a:lnTo>
                  <a:pt x="495300" y="285750"/>
                </a:lnTo>
                <a:lnTo>
                  <a:pt x="495300" y="295275"/>
                </a:lnTo>
                <a:lnTo>
                  <a:pt x="485775" y="295275"/>
                </a:lnTo>
                <a:close/>
                <a:moveTo>
                  <a:pt x="590550" y="285750"/>
                </a:moveTo>
                <a:lnTo>
                  <a:pt x="600075" y="285750"/>
                </a:lnTo>
                <a:lnTo>
                  <a:pt x="600075" y="295275"/>
                </a:lnTo>
                <a:lnTo>
                  <a:pt x="590550" y="295275"/>
                </a:lnTo>
                <a:close/>
                <a:moveTo>
                  <a:pt x="1038225" y="285750"/>
                </a:moveTo>
                <a:lnTo>
                  <a:pt x="1066800" y="285750"/>
                </a:lnTo>
                <a:lnTo>
                  <a:pt x="1066800" y="295275"/>
                </a:lnTo>
                <a:lnTo>
                  <a:pt x="1038225" y="295275"/>
                </a:lnTo>
                <a:close/>
                <a:moveTo>
                  <a:pt x="752475" y="295275"/>
                </a:moveTo>
                <a:lnTo>
                  <a:pt x="762000" y="295275"/>
                </a:lnTo>
                <a:lnTo>
                  <a:pt x="762000" y="304800"/>
                </a:lnTo>
                <a:lnTo>
                  <a:pt x="752475" y="304800"/>
                </a:lnTo>
                <a:close/>
                <a:moveTo>
                  <a:pt x="552450" y="304800"/>
                </a:moveTo>
                <a:lnTo>
                  <a:pt x="561975" y="304800"/>
                </a:lnTo>
                <a:lnTo>
                  <a:pt x="561975" y="285750"/>
                </a:lnTo>
                <a:lnTo>
                  <a:pt x="552450" y="285750"/>
                </a:lnTo>
                <a:close/>
                <a:moveTo>
                  <a:pt x="762000" y="304800"/>
                </a:moveTo>
                <a:lnTo>
                  <a:pt x="771525" y="304800"/>
                </a:lnTo>
                <a:lnTo>
                  <a:pt x="771525" y="314325"/>
                </a:lnTo>
                <a:lnTo>
                  <a:pt x="762000" y="314325"/>
                </a:lnTo>
                <a:close/>
                <a:moveTo>
                  <a:pt x="895350" y="314325"/>
                </a:moveTo>
                <a:lnTo>
                  <a:pt x="904875" y="314325"/>
                </a:lnTo>
                <a:lnTo>
                  <a:pt x="904875" y="323850"/>
                </a:lnTo>
                <a:lnTo>
                  <a:pt x="895350" y="323850"/>
                </a:lnTo>
                <a:close/>
                <a:moveTo>
                  <a:pt x="552450" y="333375"/>
                </a:moveTo>
                <a:lnTo>
                  <a:pt x="561975" y="333375"/>
                </a:lnTo>
                <a:lnTo>
                  <a:pt x="561975" y="314325"/>
                </a:lnTo>
                <a:lnTo>
                  <a:pt x="552450" y="314325"/>
                </a:lnTo>
                <a:close/>
                <a:moveTo>
                  <a:pt x="838200" y="342900"/>
                </a:moveTo>
                <a:lnTo>
                  <a:pt x="847725" y="342900"/>
                </a:lnTo>
                <a:lnTo>
                  <a:pt x="847725" y="352425"/>
                </a:lnTo>
                <a:lnTo>
                  <a:pt x="857250" y="352425"/>
                </a:lnTo>
                <a:lnTo>
                  <a:pt x="857250" y="361950"/>
                </a:lnTo>
                <a:lnTo>
                  <a:pt x="838200" y="361950"/>
                </a:lnTo>
                <a:lnTo>
                  <a:pt x="838200" y="371475"/>
                </a:lnTo>
                <a:lnTo>
                  <a:pt x="828675" y="371475"/>
                </a:lnTo>
                <a:lnTo>
                  <a:pt x="828675" y="352425"/>
                </a:lnTo>
                <a:lnTo>
                  <a:pt x="838200" y="352425"/>
                </a:lnTo>
                <a:close/>
                <a:moveTo>
                  <a:pt x="581025" y="381000"/>
                </a:moveTo>
                <a:lnTo>
                  <a:pt x="590550" y="381000"/>
                </a:lnTo>
                <a:lnTo>
                  <a:pt x="590550" y="390525"/>
                </a:lnTo>
                <a:lnTo>
                  <a:pt x="581025" y="390525"/>
                </a:lnTo>
                <a:close/>
                <a:moveTo>
                  <a:pt x="676275" y="381000"/>
                </a:moveTo>
                <a:lnTo>
                  <a:pt x="685800" y="381000"/>
                </a:lnTo>
                <a:lnTo>
                  <a:pt x="685800" y="390525"/>
                </a:lnTo>
                <a:lnTo>
                  <a:pt x="704850" y="390525"/>
                </a:lnTo>
                <a:lnTo>
                  <a:pt x="704850" y="419100"/>
                </a:lnTo>
                <a:lnTo>
                  <a:pt x="714375" y="419100"/>
                </a:lnTo>
                <a:lnTo>
                  <a:pt x="714375" y="400050"/>
                </a:lnTo>
                <a:lnTo>
                  <a:pt x="723900" y="400050"/>
                </a:lnTo>
                <a:lnTo>
                  <a:pt x="723900" y="409575"/>
                </a:lnTo>
                <a:lnTo>
                  <a:pt x="733425" y="409575"/>
                </a:lnTo>
                <a:lnTo>
                  <a:pt x="733425" y="419100"/>
                </a:lnTo>
                <a:lnTo>
                  <a:pt x="752475" y="419100"/>
                </a:lnTo>
                <a:lnTo>
                  <a:pt x="752475" y="428625"/>
                </a:lnTo>
                <a:lnTo>
                  <a:pt x="762000" y="428625"/>
                </a:lnTo>
                <a:lnTo>
                  <a:pt x="762000" y="438150"/>
                </a:lnTo>
                <a:lnTo>
                  <a:pt x="771525" y="438150"/>
                </a:lnTo>
                <a:lnTo>
                  <a:pt x="771525" y="457200"/>
                </a:lnTo>
                <a:lnTo>
                  <a:pt x="781050" y="457200"/>
                </a:lnTo>
                <a:lnTo>
                  <a:pt x="781050" y="466725"/>
                </a:lnTo>
                <a:lnTo>
                  <a:pt x="762000" y="466725"/>
                </a:lnTo>
                <a:lnTo>
                  <a:pt x="762000" y="485775"/>
                </a:lnTo>
                <a:lnTo>
                  <a:pt x="742950" y="485775"/>
                </a:lnTo>
                <a:lnTo>
                  <a:pt x="742950" y="476250"/>
                </a:lnTo>
                <a:lnTo>
                  <a:pt x="733425" y="476250"/>
                </a:lnTo>
                <a:lnTo>
                  <a:pt x="733425" y="457200"/>
                </a:lnTo>
                <a:lnTo>
                  <a:pt x="723900" y="457200"/>
                </a:lnTo>
                <a:lnTo>
                  <a:pt x="723900" y="447675"/>
                </a:lnTo>
                <a:lnTo>
                  <a:pt x="704850" y="447675"/>
                </a:lnTo>
                <a:lnTo>
                  <a:pt x="704850" y="438150"/>
                </a:lnTo>
                <a:lnTo>
                  <a:pt x="695325" y="438150"/>
                </a:lnTo>
                <a:lnTo>
                  <a:pt x="695325" y="400050"/>
                </a:lnTo>
                <a:lnTo>
                  <a:pt x="676275" y="400050"/>
                </a:lnTo>
                <a:close/>
                <a:moveTo>
                  <a:pt x="323850" y="390525"/>
                </a:moveTo>
                <a:lnTo>
                  <a:pt x="333375" y="390525"/>
                </a:lnTo>
                <a:lnTo>
                  <a:pt x="333375" y="409575"/>
                </a:lnTo>
                <a:lnTo>
                  <a:pt x="342900" y="409575"/>
                </a:lnTo>
                <a:lnTo>
                  <a:pt x="342900" y="400050"/>
                </a:lnTo>
                <a:lnTo>
                  <a:pt x="371475" y="400050"/>
                </a:lnTo>
                <a:lnTo>
                  <a:pt x="371475" y="390525"/>
                </a:lnTo>
                <a:lnTo>
                  <a:pt x="381000" y="390525"/>
                </a:lnTo>
                <a:lnTo>
                  <a:pt x="381000" y="428625"/>
                </a:lnTo>
                <a:lnTo>
                  <a:pt x="371475" y="428625"/>
                </a:lnTo>
                <a:lnTo>
                  <a:pt x="371475" y="419100"/>
                </a:lnTo>
                <a:lnTo>
                  <a:pt x="361950" y="419100"/>
                </a:lnTo>
                <a:lnTo>
                  <a:pt x="361950" y="428625"/>
                </a:lnTo>
                <a:lnTo>
                  <a:pt x="371475" y="428625"/>
                </a:lnTo>
                <a:lnTo>
                  <a:pt x="371475" y="438150"/>
                </a:lnTo>
                <a:lnTo>
                  <a:pt x="333375" y="438150"/>
                </a:lnTo>
                <a:lnTo>
                  <a:pt x="333375" y="428625"/>
                </a:lnTo>
                <a:lnTo>
                  <a:pt x="323850" y="428625"/>
                </a:lnTo>
                <a:close/>
                <a:moveTo>
                  <a:pt x="428625" y="390525"/>
                </a:moveTo>
                <a:lnTo>
                  <a:pt x="438150" y="390525"/>
                </a:lnTo>
                <a:lnTo>
                  <a:pt x="438150" y="400050"/>
                </a:lnTo>
                <a:lnTo>
                  <a:pt x="457200" y="400050"/>
                </a:lnTo>
                <a:lnTo>
                  <a:pt x="457200" y="419100"/>
                </a:lnTo>
                <a:lnTo>
                  <a:pt x="438150" y="419100"/>
                </a:lnTo>
                <a:lnTo>
                  <a:pt x="438150" y="428625"/>
                </a:lnTo>
                <a:lnTo>
                  <a:pt x="428625" y="428625"/>
                </a:lnTo>
                <a:close/>
                <a:moveTo>
                  <a:pt x="542925" y="400050"/>
                </a:moveTo>
                <a:lnTo>
                  <a:pt x="552450" y="400050"/>
                </a:lnTo>
                <a:lnTo>
                  <a:pt x="552450" y="409575"/>
                </a:lnTo>
                <a:lnTo>
                  <a:pt x="542925" y="409575"/>
                </a:lnTo>
                <a:close/>
                <a:moveTo>
                  <a:pt x="476250" y="409575"/>
                </a:moveTo>
                <a:lnTo>
                  <a:pt x="485775" y="409575"/>
                </a:lnTo>
                <a:lnTo>
                  <a:pt x="485775" y="419100"/>
                </a:lnTo>
                <a:lnTo>
                  <a:pt x="476250" y="419100"/>
                </a:lnTo>
                <a:close/>
                <a:moveTo>
                  <a:pt x="466725" y="419100"/>
                </a:moveTo>
                <a:lnTo>
                  <a:pt x="476250" y="419100"/>
                </a:lnTo>
                <a:lnTo>
                  <a:pt x="476250" y="428625"/>
                </a:lnTo>
                <a:lnTo>
                  <a:pt x="466725" y="428625"/>
                </a:lnTo>
                <a:close/>
                <a:moveTo>
                  <a:pt x="514350" y="419100"/>
                </a:moveTo>
                <a:lnTo>
                  <a:pt x="542925" y="419100"/>
                </a:lnTo>
                <a:lnTo>
                  <a:pt x="542925" y="447675"/>
                </a:lnTo>
                <a:lnTo>
                  <a:pt x="514350" y="447675"/>
                </a:lnTo>
                <a:lnTo>
                  <a:pt x="514350" y="438150"/>
                </a:lnTo>
                <a:lnTo>
                  <a:pt x="504825" y="438150"/>
                </a:lnTo>
                <a:lnTo>
                  <a:pt x="504825" y="428625"/>
                </a:lnTo>
                <a:lnTo>
                  <a:pt x="514350" y="428625"/>
                </a:lnTo>
                <a:close/>
                <a:moveTo>
                  <a:pt x="600075" y="419100"/>
                </a:moveTo>
                <a:lnTo>
                  <a:pt x="609600" y="419100"/>
                </a:lnTo>
                <a:lnTo>
                  <a:pt x="609600" y="428625"/>
                </a:lnTo>
                <a:lnTo>
                  <a:pt x="600075" y="428625"/>
                </a:lnTo>
                <a:close/>
                <a:moveTo>
                  <a:pt x="666750" y="419100"/>
                </a:moveTo>
                <a:lnTo>
                  <a:pt x="676275" y="419100"/>
                </a:lnTo>
                <a:lnTo>
                  <a:pt x="676275" y="428625"/>
                </a:lnTo>
                <a:lnTo>
                  <a:pt x="666750" y="428625"/>
                </a:lnTo>
                <a:close/>
                <a:moveTo>
                  <a:pt x="333375" y="428625"/>
                </a:moveTo>
                <a:lnTo>
                  <a:pt x="342900" y="428625"/>
                </a:lnTo>
                <a:lnTo>
                  <a:pt x="342900" y="419100"/>
                </a:lnTo>
                <a:lnTo>
                  <a:pt x="333375" y="419100"/>
                </a:lnTo>
                <a:close/>
                <a:moveTo>
                  <a:pt x="438150" y="428625"/>
                </a:moveTo>
                <a:lnTo>
                  <a:pt x="466725" y="428625"/>
                </a:lnTo>
                <a:lnTo>
                  <a:pt x="466725" y="438150"/>
                </a:lnTo>
                <a:lnTo>
                  <a:pt x="438150" y="438150"/>
                </a:lnTo>
                <a:close/>
                <a:moveTo>
                  <a:pt x="571500" y="428625"/>
                </a:moveTo>
                <a:lnTo>
                  <a:pt x="581025" y="428625"/>
                </a:lnTo>
                <a:lnTo>
                  <a:pt x="581025" y="438150"/>
                </a:lnTo>
                <a:lnTo>
                  <a:pt x="571500" y="438150"/>
                </a:lnTo>
                <a:close/>
                <a:moveTo>
                  <a:pt x="333375" y="476250"/>
                </a:moveTo>
                <a:lnTo>
                  <a:pt x="371475" y="476250"/>
                </a:lnTo>
                <a:lnTo>
                  <a:pt x="371475" y="485775"/>
                </a:lnTo>
                <a:lnTo>
                  <a:pt x="333375" y="485775"/>
                </a:lnTo>
                <a:close/>
                <a:moveTo>
                  <a:pt x="323850" y="485775"/>
                </a:moveTo>
                <a:lnTo>
                  <a:pt x="333375" y="485775"/>
                </a:lnTo>
                <a:lnTo>
                  <a:pt x="333375" y="495300"/>
                </a:lnTo>
                <a:lnTo>
                  <a:pt x="323850" y="495300"/>
                </a:lnTo>
                <a:close/>
                <a:moveTo>
                  <a:pt x="371475" y="485775"/>
                </a:moveTo>
                <a:lnTo>
                  <a:pt x="381000" y="485775"/>
                </a:lnTo>
                <a:lnTo>
                  <a:pt x="381000" y="495300"/>
                </a:lnTo>
                <a:lnTo>
                  <a:pt x="371475" y="495300"/>
                </a:lnTo>
                <a:close/>
                <a:moveTo>
                  <a:pt x="485775" y="495300"/>
                </a:moveTo>
                <a:lnTo>
                  <a:pt x="514350" y="495300"/>
                </a:lnTo>
                <a:lnTo>
                  <a:pt x="514350" y="523875"/>
                </a:lnTo>
                <a:lnTo>
                  <a:pt x="504825" y="523875"/>
                </a:lnTo>
                <a:lnTo>
                  <a:pt x="504825" y="561975"/>
                </a:lnTo>
                <a:lnTo>
                  <a:pt x="514350" y="561975"/>
                </a:lnTo>
                <a:lnTo>
                  <a:pt x="514350" y="600075"/>
                </a:lnTo>
                <a:lnTo>
                  <a:pt x="523875" y="600075"/>
                </a:lnTo>
                <a:lnTo>
                  <a:pt x="523875" y="619125"/>
                </a:lnTo>
                <a:lnTo>
                  <a:pt x="533400" y="619125"/>
                </a:lnTo>
                <a:lnTo>
                  <a:pt x="533400" y="628650"/>
                </a:lnTo>
                <a:lnTo>
                  <a:pt x="542925" y="628650"/>
                </a:lnTo>
                <a:lnTo>
                  <a:pt x="542925" y="638175"/>
                </a:lnTo>
                <a:lnTo>
                  <a:pt x="552450" y="638175"/>
                </a:lnTo>
                <a:lnTo>
                  <a:pt x="552450" y="647700"/>
                </a:lnTo>
                <a:lnTo>
                  <a:pt x="561975" y="647700"/>
                </a:lnTo>
                <a:lnTo>
                  <a:pt x="561975" y="657225"/>
                </a:lnTo>
                <a:lnTo>
                  <a:pt x="581025" y="657225"/>
                </a:lnTo>
                <a:lnTo>
                  <a:pt x="581025" y="666750"/>
                </a:lnTo>
                <a:lnTo>
                  <a:pt x="600075" y="666750"/>
                </a:lnTo>
                <a:lnTo>
                  <a:pt x="600075" y="676275"/>
                </a:lnTo>
                <a:lnTo>
                  <a:pt x="619125" y="676275"/>
                </a:lnTo>
                <a:lnTo>
                  <a:pt x="619125" y="685800"/>
                </a:lnTo>
                <a:lnTo>
                  <a:pt x="590550" y="685800"/>
                </a:lnTo>
                <a:lnTo>
                  <a:pt x="590550" y="714375"/>
                </a:lnTo>
                <a:lnTo>
                  <a:pt x="581025" y="714375"/>
                </a:lnTo>
                <a:lnTo>
                  <a:pt x="581025" y="704850"/>
                </a:lnTo>
                <a:lnTo>
                  <a:pt x="561975" y="704850"/>
                </a:lnTo>
                <a:lnTo>
                  <a:pt x="561975" y="695325"/>
                </a:lnTo>
                <a:lnTo>
                  <a:pt x="542925" y="695325"/>
                </a:lnTo>
                <a:lnTo>
                  <a:pt x="542925" y="685800"/>
                </a:lnTo>
                <a:lnTo>
                  <a:pt x="533400" y="685800"/>
                </a:lnTo>
                <a:lnTo>
                  <a:pt x="533400" y="676275"/>
                </a:lnTo>
                <a:lnTo>
                  <a:pt x="523875" y="676275"/>
                </a:lnTo>
                <a:lnTo>
                  <a:pt x="523875" y="666750"/>
                </a:lnTo>
                <a:lnTo>
                  <a:pt x="514350" y="666750"/>
                </a:lnTo>
                <a:lnTo>
                  <a:pt x="514350" y="657225"/>
                </a:lnTo>
                <a:lnTo>
                  <a:pt x="504825" y="657225"/>
                </a:lnTo>
                <a:lnTo>
                  <a:pt x="504825" y="628650"/>
                </a:lnTo>
                <a:lnTo>
                  <a:pt x="495300" y="628650"/>
                </a:lnTo>
                <a:lnTo>
                  <a:pt x="495300" y="619125"/>
                </a:lnTo>
                <a:lnTo>
                  <a:pt x="476250" y="619125"/>
                </a:lnTo>
                <a:lnTo>
                  <a:pt x="476250" y="600075"/>
                </a:lnTo>
                <a:lnTo>
                  <a:pt x="466725" y="600075"/>
                </a:lnTo>
                <a:lnTo>
                  <a:pt x="466725" y="590550"/>
                </a:lnTo>
                <a:lnTo>
                  <a:pt x="485775" y="590550"/>
                </a:lnTo>
                <a:lnTo>
                  <a:pt x="485775" y="571500"/>
                </a:lnTo>
                <a:lnTo>
                  <a:pt x="466725" y="571500"/>
                </a:lnTo>
                <a:lnTo>
                  <a:pt x="466725" y="523875"/>
                </a:lnTo>
                <a:lnTo>
                  <a:pt x="485775" y="523875"/>
                </a:lnTo>
                <a:close/>
                <a:moveTo>
                  <a:pt x="752475" y="495300"/>
                </a:moveTo>
                <a:lnTo>
                  <a:pt x="762000" y="495300"/>
                </a:lnTo>
                <a:lnTo>
                  <a:pt x="762000" y="514350"/>
                </a:lnTo>
                <a:lnTo>
                  <a:pt x="752475" y="514350"/>
                </a:lnTo>
                <a:close/>
                <a:moveTo>
                  <a:pt x="790575" y="533400"/>
                </a:moveTo>
                <a:lnTo>
                  <a:pt x="800100" y="533400"/>
                </a:lnTo>
                <a:lnTo>
                  <a:pt x="800100" y="581025"/>
                </a:lnTo>
                <a:lnTo>
                  <a:pt x="790575" y="581025"/>
                </a:lnTo>
                <a:close/>
                <a:moveTo>
                  <a:pt x="647700" y="552450"/>
                </a:moveTo>
                <a:lnTo>
                  <a:pt x="657225" y="552450"/>
                </a:lnTo>
                <a:lnTo>
                  <a:pt x="657225" y="561975"/>
                </a:lnTo>
                <a:lnTo>
                  <a:pt x="666750" y="561975"/>
                </a:lnTo>
                <a:lnTo>
                  <a:pt x="666750" y="571500"/>
                </a:lnTo>
                <a:lnTo>
                  <a:pt x="676275" y="571500"/>
                </a:lnTo>
                <a:lnTo>
                  <a:pt x="676275" y="581025"/>
                </a:lnTo>
                <a:lnTo>
                  <a:pt x="647700" y="581025"/>
                </a:lnTo>
                <a:lnTo>
                  <a:pt x="647700" y="571500"/>
                </a:lnTo>
                <a:lnTo>
                  <a:pt x="638175" y="571500"/>
                </a:lnTo>
                <a:lnTo>
                  <a:pt x="638175" y="561975"/>
                </a:lnTo>
                <a:lnTo>
                  <a:pt x="647700" y="561975"/>
                </a:lnTo>
                <a:close/>
                <a:moveTo>
                  <a:pt x="762000" y="571500"/>
                </a:moveTo>
                <a:lnTo>
                  <a:pt x="771525" y="571500"/>
                </a:lnTo>
                <a:lnTo>
                  <a:pt x="771525" y="581025"/>
                </a:lnTo>
                <a:lnTo>
                  <a:pt x="762000" y="581025"/>
                </a:lnTo>
                <a:close/>
                <a:moveTo>
                  <a:pt x="752475" y="581025"/>
                </a:moveTo>
                <a:lnTo>
                  <a:pt x="762000" y="581025"/>
                </a:lnTo>
                <a:lnTo>
                  <a:pt x="762000" y="590550"/>
                </a:lnTo>
                <a:lnTo>
                  <a:pt x="752475" y="590550"/>
                </a:lnTo>
                <a:close/>
                <a:moveTo>
                  <a:pt x="152400" y="590550"/>
                </a:moveTo>
                <a:lnTo>
                  <a:pt x="161925" y="590550"/>
                </a:lnTo>
                <a:lnTo>
                  <a:pt x="161925" y="600075"/>
                </a:lnTo>
                <a:lnTo>
                  <a:pt x="152400" y="600075"/>
                </a:lnTo>
                <a:close/>
                <a:moveTo>
                  <a:pt x="781050" y="619125"/>
                </a:moveTo>
                <a:lnTo>
                  <a:pt x="790575" y="619125"/>
                </a:lnTo>
                <a:lnTo>
                  <a:pt x="790575" y="628650"/>
                </a:lnTo>
                <a:lnTo>
                  <a:pt x="781050" y="628650"/>
                </a:lnTo>
                <a:close/>
                <a:moveTo>
                  <a:pt x="485775" y="628650"/>
                </a:moveTo>
                <a:lnTo>
                  <a:pt x="495300" y="628650"/>
                </a:lnTo>
                <a:lnTo>
                  <a:pt x="495300" y="638175"/>
                </a:lnTo>
                <a:lnTo>
                  <a:pt x="485775" y="638175"/>
                </a:lnTo>
                <a:close/>
                <a:moveTo>
                  <a:pt x="723900" y="628650"/>
                </a:moveTo>
                <a:lnTo>
                  <a:pt x="733425" y="628650"/>
                </a:lnTo>
                <a:lnTo>
                  <a:pt x="733425" y="638175"/>
                </a:lnTo>
                <a:lnTo>
                  <a:pt x="723900" y="638175"/>
                </a:lnTo>
                <a:close/>
                <a:moveTo>
                  <a:pt x="714375" y="638175"/>
                </a:moveTo>
                <a:lnTo>
                  <a:pt x="723900" y="638175"/>
                </a:lnTo>
                <a:lnTo>
                  <a:pt x="723900" y="676275"/>
                </a:lnTo>
                <a:lnTo>
                  <a:pt x="704850" y="676275"/>
                </a:lnTo>
                <a:lnTo>
                  <a:pt x="704850" y="704850"/>
                </a:lnTo>
                <a:lnTo>
                  <a:pt x="685800" y="704850"/>
                </a:lnTo>
                <a:lnTo>
                  <a:pt x="685800" y="714375"/>
                </a:lnTo>
                <a:lnTo>
                  <a:pt x="676275" y="714375"/>
                </a:lnTo>
                <a:lnTo>
                  <a:pt x="676275" y="695325"/>
                </a:lnTo>
                <a:lnTo>
                  <a:pt x="695325" y="695325"/>
                </a:lnTo>
                <a:lnTo>
                  <a:pt x="695325" y="666750"/>
                </a:lnTo>
                <a:lnTo>
                  <a:pt x="714375" y="666750"/>
                </a:lnTo>
                <a:lnTo>
                  <a:pt x="714375" y="657225"/>
                </a:lnTo>
                <a:lnTo>
                  <a:pt x="704850" y="657225"/>
                </a:lnTo>
                <a:lnTo>
                  <a:pt x="704850" y="647700"/>
                </a:lnTo>
                <a:lnTo>
                  <a:pt x="714375" y="647700"/>
                </a:lnTo>
                <a:close/>
                <a:moveTo>
                  <a:pt x="762000" y="647700"/>
                </a:moveTo>
                <a:lnTo>
                  <a:pt x="771525" y="647700"/>
                </a:lnTo>
                <a:lnTo>
                  <a:pt x="771525" y="657225"/>
                </a:lnTo>
                <a:lnTo>
                  <a:pt x="762000" y="657225"/>
                </a:lnTo>
                <a:close/>
                <a:moveTo>
                  <a:pt x="752475" y="657225"/>
                </a:moveTo>
                <a:lnTo>
                  <a:pt x="762000" y="657225"/>
                </a:lnTo>
                <a:lnTo>
                  <a:pt x="762000" y="666750"/>
                </a:lnTo>
                <a:lnTo>
                  <a:pt x="752475" y="666750"/>
                </a:lnTo>
                <a:close/>
                <a:moveTo>
                  <a:pt x="666750" y="666750"/>
                </a:moveTo>
                <a:lnTo>
                  <a:pt x="685800" y="666750"/>
                </a:lnTo>
                <a:lnTo>
                  <a:pt x="685800" y="685800"/>
                </a:lnTo>
                <a:lnTo>
                  <a:pt x="657225" y="685800"/>
                </a:lnTo>
                <a:lnTo>
                  <a:pt x="657225" y="676275"/>
                </a:lnTo>
                <a:lnTo>
                  <a:pt x="666750" y="676275"/>
                </a:lnTo>
                <a:close/>
                <a:moveTo>
                  <a:pt x="742950" y="666750"/>
                </a:moveTo>
                <a:lnTo>
                  <a:pt x="752475" y="666750"/>
                </a:lnTo>
                <a:lnTo>
                  <a:pt x="752475" y="676275"/>
                </a:lnTo>
                <a:lnTo>
                  <a:pt x="742950" y="676275"/>
                </a:lnTo>
                <a:close/>
                <a:moveTo>
                  <a:pt x="733425" y="676275"/>
                </a:moveTo>
                <a:lnTo>
                  <a:pt x="742950" y="676275"/>
                </a:lnTo>
                <a:lnTo>
                  <a:pt x="742950" y="685800"/>
                </a:lnTo>
                <a:lnTo>
                  <a:pt x="733425" y="685800"/>
                </a:lnTo>
                <a:close/>
                <a:moveTo>
                  <a:pt x="714375" y="685800"/>
                </a:moveTo>
                <a:lnTo>
                  <a:pt x="723900" y="685800"/>
                </a:lnTo>
                <a:lnTo>
                  <a:pt x="723900" y="695325"/>
                </a:lnTo>
                <a:lnTo>
                  <a:pt x="714375" y="695325"/>
                </a:lnTo>
                <a:close/>
                <a:moveTo>
                  <a:pt x="609600" y="704850"/>
                </a:moveTo>
                <a:lnTo>
                  <a:pt x="647700" y="704850"/>
                </a:lnTo>
                <a:lnTo>
                  <a:pt x="647700" y="714375"/>
                </a:lnTo>
                <a:lnTo>
                  <a:pt x="609600" y="714375"/>
                </a:lnTo>
                <a:close/>
              </a:path>
            </a:pathLst>
          </a:custGeom>
          <a:solidFill xmlns:a="http://schemas.openxmlformats.org/drawingml/2006/main">
            <a:srgbClr val="305040"/>
          </a:solidFill>
          <a:ln xmlns:a="http://schemas.openxmlformats.org/drawingml/2006/main" w="0">
            <a:noFill/>
          </a:ln>
        </p:spPr>
      </p:sp>
      <p:sp>
        <p:nvSpPr>
          <p:cNvPr id="200" name="v20 vector #2b4f3e">
            <a:extLst xmlns:a="http://schemas.openxmlformats.org/drawingml/2006/main">
              <a:ext uri="{FF2B5EF4-FFF2-40B4-BE49-F238E27FC236}">
                <a16:creationId xmlns:a16="http://schemas.microsoft.com/office/drawing/2014/main" id="{F4075A6B-7BD7-43D3-ACAC-80F404DB57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5350" y="4848225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847725" y="85725"/>
                </a:moveTo>
                <a:lnTo>
                  <a:pt x="904875" y="85725"/>
                </a:lnTo>
                <a:lnTo>
                  <a:pt x="904875" y="95250"/>
                </a:lnTo>
                <a:lnTo>
                  <a:pt x="971550" y="95250"/>
                </a:lnTo>
                <a:lnTo>
                  <a:pt x="971550" y="114300"/>
                </a:lnTo>
                <a:lnTo>
                  <a:pt x="1009650" y="114300"/>
                </a:lnTo>
                <a:lnTo>
                  <a:pt x="1009650" y="104775"/>
                </a:lnTo>
                <a:lnTo>
                  <a:pt x="1000125" y="104775"/>
                </a:lnTo>
                <a:lnTo>
                  <a:pt x="1000125" y="95250"/>
                </a:lnTo>
                <a:lnTo>
                  <a:pt x="1028700" y="95250"/>
                </a:lnTo>
                <a:lnTo>
                  <a:pt x="1028700" y="104775"/>
                </a:lnTo>
                <a:lnTo>
                  <a:pt x="1019175" y="104775"/>
                </a:lnTo>
                <a:lnTo>
                  <a:pt x="1019175" y="114300"/>
                </a:lnTo>
                <a:lnTo>
                  <a:pt x="1047750" y="114300"/>
                </a:lnTo>
                <a:lnTo>
                  <a:pt x="1047750" y="95250"/>
                </a:lnTo>
                <a:lnTo>
                  <a:pt x="1066800" y="95250"/>
                </a:lnTo>
                <a:lnTo>
                  <a:pt x="1066800" y="85725"/>
                </a:lnTo>
                <a:lnTo>
                  <a:pt x="1085850" y="85725"/>
                </a:lnTo>
                <a:lnTo>
                  <a:pt x="1085850" y="104775"/>
                </a:lnTo>
                <a:lnTo>
                  <a:pt x="1066800" y="104775"/>
                </a:lnTo>
                <a:lnTo>
                  <a:pt x="1066800" y="123825"/>
                </a:lnTo>
                <a:lnTo>
                  <a:pt x="1057275" y="123825"/>
                </a:lnTo>
                <a:lnTo>
                  <a:pt x="1057275" y="180975"/>
                </a:lnTo>
                <a:lnTo>
                  <a:pt x="1085850" y="180975"/>
                </a:lnTo>
                <a:lnTo>
                  <a:pt x="1085850" y="200025"/>
                </a:lnTo>
                <a:lnTo>
                  <a:pt x="1095375" y="200025"/>
                </a:lnTo>
                <a:lnTo>
                  <a:pt x="1095375" y="190500"/>
                </a:lnTo>
                <a:lnTo>
                  <a:pt x="1104900" y="190500"/>
                </a:lnTo>
                <a:lnTo>
                  <a:pt x="1104900" y="209550"/>
                </a:lnTo>
                <a:lnTo>
                  <a:pt x="1095375" y="209550"/>
                </a:lnTo>
                <a:lnTo>
                  <a:pt x="1095375" y="266700"/>
                </a:lnTo>
                <a:lnTo>
                  <a:pt x="1104900" y="266700"/>
                </a:lnTo>
                <a:lnTo>
                  <a:pt x="1104900" y="276225"/>
                </a:lnTo>
                <a:lnTo>
                  <a:pt x="1095375" y="276225"/>
                </a:lnTo>
                <a:lnTo>
                  <a:pt x="1095375" y="295275"/>
                </a:lnTo>
                <a:lnTo>
                  <a:pt x="1076325" y="295275"/>
                </a:lnTo>
                <a:lnTo>
                  <a:pt x="1076325" y="304800"/>
                </a:lnTo>
                <a:lnTo>
                  <a:pt x="990600" y="304800"/>
                </a:lnTo>
                <a:lnTo>
                  <a:pt x="990600" y="295275"/>
                </a:lnTo>
                <a:lnTo>
                  <a:pt x="1009650" y="295275"/>
                </a:lnTo>
                <a:lnTo>
                  <a:pt x="1009650" y="285750"/>
                </a:lnTo>
                <a:lnTo>
                  <a:pt x="1000125" y="285750"/>
                </a:lnTo>
                <a:lnTo>
                  <a:pt x="1000125" y="276225"/>
                </a:lnTo>
                <a:lnTo>
                  <a:pt x="981075" y="276225"/>
                </a:lnTo>
                <a:lnTo>
                  <a:pt x="981075" y="257175"/>
                </a:lnTo>
                <a:lnTo>
                  <a:pt x="971550" y="257175"/>
                </a:lnTo>
                <a:lnTo>
                  <a:pt x="971550" y="266700"/>
                </a:lnTo>
                <a:lnTo>
                  <a:pt x="962025" y="266700"/>
                </a:lnTo>
                <a:lnTo>
                  <a:pt x="962025" y="285750"/>
                </a:lnTo>
                <a:lnTo>
                  <a:pt x="933450" y="285750"/>
                </a:lnTo>
                <a:lnTo>
                  <a:pt x="933450" y="304800"/>
                </a:lnTo>
                <a:lnTo>
                  <a:pt x="923925" y="304800"/>
                </a:lnTo>
                <a:lnTo>
                  <a:pt x="923925" y="314325"/>
                </a:lnTo>
                <a:lnTo>
                  <a:pt x="895350" y="314325"/>
                </a:lnTo>
                <a:lnTo>
                  <a:pt x="895350" y="304800"/>
                </a:lnTo>
                <a:lnTo>
                  <a:pt x="876300" y="304800"/>
                </a:lnTo>
                <a:lnTo>
                  <a:pt x="876300" y="285750"/>
                </a:lnTo>
                <a:lnTo>
                  <a:pt x="800100" y="285750"/>
                </a:lnTo>
                <a:lnTo>
                  <a:pt x="800100" y="276225"/>
                </a:lnTo>
                <a:lnTo>
                  <a:pt x="752475" y="276225"/>
                </a:lnTo>
                <a:lnTo>
                  <a:pt x="752475" y="200025"/>
                </a:lnTo>
                <a:lnTo>
                  <a:pt x="742950" y="200025"/>
                </a:lnTo>
                <a:lnTo>
                  <a:pt x="742950" y="161925"/>
                </a:lnTo>
                <a:lnTo>
                  <a:pt x="752475" y="161925"/>
                </a:lnTo>
                <a:lnTo>
                  <a:pt x="752475" y="171450"/>
                </a:lnTo>
                <a:lnTo>
                  <a:pt x="762000" y="171450"/>
                </a:lnTo>
                <a:lnTo>
                  <a:pt x="762000" y="161925"/>
                </a:lnTo>
                <a:lnTo>
                  <a:pt x="771525" y="161925"/>
                </a:lnTo>
                <a:lnTo>
                  <a:pt x="771525" y="152400"/>
                </a:lnTo>
                <a:lnTo>
                  <a:pt x="781050" y="152400"/>
                </a:lnTo>
                <a:lnTo>
                  <a:pt x="781050" y="133350"/>
                </a:lnTo>
                <a:lnTo>
                  <a:pt x="790575" y="133350"/>
                </a:lnTo>
                <a:lnTo>
                  <a:pt x="790575" y="123825"/>
                </a:lnTo>
                <a:lnTo>
                  <a:pt x="809625" y="123825"/>
                </a:lnTo>
                <a:lnTo>
                  <a:pt x="809625" y="114300"/>
                </a:lnTo>
                <a:lnTo>
                  <a:pt x="819150" y="114300"/>
                </a:lnTo>
                <a:lnTo>
                  <a:pt x="819150" y="104775"/>
                </a:lnTo>
                <a:lnTo>
                  <a:pt x="847725" y="104775"/>
                </a:lnTo>
                <a:close/>
                <a:moveTo>
                  <a:pt x="857250" y="104775"/>
                </a:moveTo>
                <a:lnTo>
                  <a:pt x="885825" y="104775"/>
                </a:lnTo>
                <a:lnTo>
                  <a:pt x="885825" y="95250"/>
                </a:lnTo>
                <a:lnTo>
                  <a:pt x="857250" y="95250"/>
                </a:lnTo>
                <a:close/>
                <a:moveTo>
                  <a:pt x="180975" y="114300"/>
                </a:moveTo>
                <a:lnTo>
                  <a:pt x="190500" y="114300"/>
                </a:lnTo>
                <a:lnTo>
                  <a:pt x="190500" y="142875"/>
                </a:lnTo>
                <a:lnTo>
                  <a:pt x="219075" y="142875"/>
                </a:lnTo>
                <a:lnTo>
                  <a:pt x="219075" y="152400"/>
                </a:lnTo>
                <a:lnTo>
                  <a:pt x="209550" y="152400"/>
                </a:lnTo>
                <a:lnTo>
                  <a:pt x="209550" y="161925"/>
                </a:lnTo>
                <a:lnTo>
                  <a:pt x="200025" y="161925"/>
                </a:lnTo>
                <a:lnTo>
                  <a:pt x="200025" y="152400"/>
                </a:lnTo>
                <a:lnTo>
                  <a:pt x="180975" y="152400"/>
                </a:lnTo>
                <a:lnTo>
                  <a:pt x="180975" y="142875"/>
                </a:lnTo>
                <a:lnTo>
                  <a:pt x="171450" y="142875"/>
                </a:lnTo>
                <a:lnTo>
                  <a:pt x="171450" y="133350"/>
                </a:lnTo>
                <a:lnTo>
                  <a:pt x="180975" y="133350"/>
                </a:lnTo>
                <a:close/>
                <a:moveTo>
                  <a:pt x="285750" y="133350"/>
                </a:moveTo>
                <a:lnTo>
                  <a:pt x="295275" y="133350"/>
                </a:lnTo>
                <a:lnTo>
                  <a:pt x="295275" y="152400"/>
                </a:lnTo>
                <a:lnTo>
                  <a:pt x="285750" y="152400"/>
                </a:lnTo>
                <a:close/>
                <a:moveTo>
                  <a:pt x="438150" y="133350"/>
                </a:moveTo>
                <a:lnTo>
                  <a:pt x="495300" y="133350"/>
                </a:lnTo>
                <a:lnTo>
                  <a:pt x="495300" y="152400"/>
                </a:lnTo>
                <a:lnTo>
                  <a:pt x="504825" y="152400"/>
                </a:lnTo>
                <a:lnTo>
                  <a:pt x="504825" y="171450"/>
                </a:lnTo>
                <a:lnTo>
                  <a:pt x="533400" y="171450"/>
                </a:lnTo>
                <a:lnTo>
                  <a:pt x="533400" y="180975"/>
                </a:lnTo>
                <a:lnTo>
                  <a:pt x="581025" y="180975"/>
                </a:lnTo>
                <a:lnTo>
                  <a:pt x="581025" y="152400"/>
                </a:lnTo>
                <a:lnTo>
                  <a:pt x="590550" y="152400"/>
                </a:lnTo>
                <a:lnTo>
                  <a:pt x="590550" y="142875"/>
                </a:lnTo>
                <a:lnTo>
                  <a:pt x="600075" y="142875"/>
                </a:lnTo>
                <a:lnTo>
                  <a:pt x="600075" y="152400"/>
                </a:lnTo>
                <a:lnTo>
                  <a:pt x="619125" y="152400"/>
                </a:lnTo>
                <a:lnTo>
                  <a:pt x="619125" y="142875"/>
                </a:lnTo>
                <a:lnTo>
                  <a:pt x="647700" y="142875"/>
                </a:lnTo>
                <a:lnTo>
                  <a:pt x="647700" y="133350"/>
                </a:lnTo>
                <a:lnTo>
                  <a:pt x="657225" y="133350"/>
                </a:lnTo>
                <a:lnTo>
                  <a:pt x="657225" y="152400"/>
                </a:lnTo>
                <a:lnTo>
                  <a:pt x="647700" y="152400"/>
                </a:lnTo>
                <a:lnTo>
                  <a:pt x="647700" y="161925"/>
                </a:lnTo>
                <a:lnTo>
                  <a:pt x="628650" y="161925"/>
                </a:lnTo>
                <a:lnTo>
                  <a:pt x="628650" y="171450"/>
                </a:lnTo>
                <a:lnTo>
                  <a:pt x="619125" y="171450"/>
                </a:lnTo>
                <a:lnTo>
                  <a:pt x="619125" y="180975"/>
                </a:lnTo>
                <a:lnTo>
                  <a:pt x="600075" y="180975"/>
                </a:lnTo>
                <a:lnTo>
                  <a:pt x="600075" y="200025"/>
                </a:lnTo>
                <a:lnTo>
                  <a:pt x="581025" y="200025"/>
                </a:lnTo>
                <a:lnTo>
                  <a:pt x="581025" y="209550"/>
                </a:lnTo>
                <a:lnTo>
                  <a:pt x="419100" y="209550"/>
                </a:lnTo>
                <a:lnTo>
                  <a:pt x="419100" y="190500"/>
                </a:lnTo>
                <a:lnTo>
                  <a:pt x="400050" y="190500"/>
                </a:lnTo>
                <a:lnTo>
                  <a:pt x="400050" y="200025"/>
                </a:lnTo>
                <a:lnTo>
                  <a:pt x="409575" y="200025"/>
                </a:lnTo>
                <a:lnTo>
                  <a:pt x="409575" y="209550"/>
                </a:lnTo>
                <a:lnTo>
                  <a:pt x="352425" y="209550"/>
                </a:lnTo>
                <a:lnTo>
                  <a:pt x="352425" y="190500"/>
                </a:lnTo>
                <a:lnTo>
                  <a:pt x="371475" y="190500"/>
                </a:lnTo>
                <a:lnTo>
                  <a:pt x="371475" y="180975"/>
                </a:lnTo>
                <a:lnTo>
                  <a:pt x="390525" y="180975"/>
                </a:lnTo>
                <a:lnTo>
                  <a:pt x="390525" y="171450"/>
                </a:lnTo>
                <a:lnTo>
                  <a:pt x="419100" y="171450"/>
                </a:lnTo>
                <a:lnTo>
                  <a:pt x="419100" y="161925"/>
                </a:lnTo>
                <a:lnTo>
                  <a:pt x="428625" y="161925"/>
                </a:lnTo>
                <a:lnTo>
                  <a:pt x="428625" y="142875"/>
                </a:lnTo>
                <a:lnTo>
                  <a:pt x="438150" y="142875"/>
                </a:lnTo>
                <a:close/>
                <a:moveTo>
                  <a:pt x="514350" y="142875"/>
                </a:moveTo>
                <a:lnTo>
                  <a:pt x="533400" y="142875"/>
                </a:lnTo>
                <a:lnTo>
                  <a:pt x="533400" y="152400"/>
                </a:lnTo>
                <a:lnTo>
                  <a:pt x="514350" y="152400"/>
                </a:lnTo>
                <a:close/>
                <a:moveTo>
                  <a:pt x="885825" y="171450"/>
                </a:moveTo>
                <a:lnTo>
                  <a:pt x="895350" y="171450"/>
                </a:lnTo>
                <a:lnTo>
                  <a:pt x="895350" y="180975"/>
                </a:lnTo>
                <a:lnTo>
                  <a:pt x="904875" y="180975"/>
                </a:lnTo>
                <a:lnTo>
                  <a:pt x="904875" y="219075"/>
                </a:lnTo>
                <a:lnTo>
                  <a:pt x="914400" y="219075"/>
                </a:lnTo>
                <a:lnTo>
                  <a:pt x="914400" y="238125"/>
                </a:lnTo>
                <a:lnTo>
                  <a:pt x="933450" y="238125"/>
                </a:lnTo>
                <a:lnTo>
                  <a:pt x="933450" y="228600"/>
                </a:lnTo>
                <a:lnTo>
                  <a:pt x="942975" y="228600"/>
                </a:lnTo>
                <a:lnTo>
                  <a:pt x="942975" y="219075"/>
                </a:lnTo>
                <a:lnTo>
                  <a:pt x="952500" y="219075"/>
                </a:lnTo>
                <a:lnTo>
                  <a:pt x="952500" y="238125"/>
                </a:lnTo>
                <a:lnTo>
                  <a:pt x="990600" y="238125"/>
                </a:lnTo>
                <a:lnTo>
                  <a:pt x="990600" y="247650"/>
                </a:lnTo>
                <a:lnTo>
                  <a:pt x="1028700" y="247650"/>
                </a:lnTo>
                <a:lnTo>
                  <a:pt x="1028700" y="238125"/>
                </a:lnTo>
                <a:lnTo>
                  <a:pt x="1057275" y="238125"/>
                </a:lnTo>
                <a:lnTo>
                  <a:pt x="1057275" y="209550"/>
                </a:lnTo>
                <a:lnTo>
                  <a:pt x="1047750" y="209550"/>
                </a:lnTo>
                <a:lnTo>
                  <a:pt x="1047750" y="190500"/>
                </a:lnTo>
                <a:lnTo>
                  <a:pt x="1038225" y="190500"/>
                </a:lnTo>
                <a:lnTo>
                  <a:pt x="1038225" y="161925"/>
                </a:lnTo>
                <a:lnTo>
                  <a:pt x="1028700" y="161925"/>
                </a:lnTo>
                <a:lnTo>
                  <a:pt x="1028700" y="152400"/>
                </a:lnTo>
                <a:lnTo>
                  <a:pt x="1019175" y="152400"/>
                </a:lnTo>
                <a:lnTo>
                  <a:pt x="1019175" y="142875"/>
                </a:lnTo>
                <a:lnTo>
                  <a:pt x="942975" y="142875"/>
                </a:lnTo>
                <a:lnTo>
                  <a:pt x="942975" y="133350"/>
                </a:lnTo>
                <a:lnTo>
                  <a:pt x="895350" y="133350"/>
                </a:lnTo>
                <a:lnTo>
                  <a:pt x="895350" y="152400"/>
                </a:lnTo>
                <a:lnTo>
                  <a:pt x="885825" y="152400"/>
                </a:lnTo>
                <a:close/>
                <a:moveTo>
                  <a:pt x="161925" y="190500"/>
                </a:moveTo>
                <a:lnTo>
                  <a:pt x="171450" y="190500"/>
                </a:lnTo>
                <a:lnTo>
                  <a:pt x="171450" y="209550"/>
                </a:lnTo>
                <a:lnTo>
                  <a:pt x="161925" y="209550"/>
                </a:lnTo>
                <a:close/>
                <a:moveTo>
                  <a:pt x="952500" y="190500"/>
                </a:moveTo>
                <a:lnTo>
                  <a:pt x="962025" y="190500"/>
                </a:lnTo>
                <a:lnTo>
                  <a:pt x="962025" y="200025"/>
                </a:lnTo>
                <a:lnTo>
                  <a:pt x="952500" y="200025"/>
                </a:lnTo>
                <a:close/>
                <a:moveTo>
                  <a:pt x="971550" y="190500"/>
                </a:moveTo>
                <a:lnTo>
                  <a:pt x="981075" y="190500"/>
                </a:lnTo>
                <a:lnTo>
                  <a:pt x="981075" y="200025"/>
                </a:lnTo>
                <a:lnTo>
                  <a:pt x="971550" y="200025"/>
                </a:lnTo>
                <a:close/>
                <a:moveTo>
                  <a:pt x="885825" y="209550"/>
                </a:moveTo>
                <a:lnTo>
                  <a:pt x="876300" y="209550"/>
                </a:lnTo>
                <a:lnTo>
                  <a:pt x="876300" y="190500"/>
                </a:lnTo>
                <a:lnTo>
                  <a:pt x="866775" y="190500"/>
                </a:lnTo>
                <a:lnTo>
                  <a:pt x="866775" y="180975"/>
                </a:lnTo>
                <a:lnTo>
                  <a:pt x="838200" y="180975"/>
                </a:lnTo>
                <a:lnTo>
                  <a:pt x="838200" y="171450"/>
                </a:lnTo>
                <a:lnTo>
                  <a:pt x="819150" y="171450"/>
                </a:lnTo>
                <a:lnTo>
                  <a:pt x="819150" y="190500"/>
                </a:lnTo>
                <a:lnTo>
                  <a:pt x="800100" y="190500"/>
                </a:lnTo>
                <a:lnTo>
                  <a:pt x="800100" y="219075"/>
                </a:lnTo>
                <a:lnTo>
                  <a:pt x="809625" y="219075"/>
                </a:lnTo>
                <a:lnTo>
                  <a:pt x="809625" y="228600"/>
                </a:lnTo>
                <a:lnTo>
                  <a:pt x="819150" y="228600"/>
                </a:lnTo>
                <a:lnTo>
                  <a:pt x="819150" y="238125"/>
                </a:lnTo>
                <a:lnTo>
                  <a:pt x="876300" y="238125"/>
                </a:lnTo>
                <a:lnTo>
                  <a:pt x="876300" y="257175"/>
                </a:lnTo>
                <a:lnTo>
                  <a:pt x="885825" y="257175"/>
                </a:lnTo>
                <a:close/>
                <a:moveTo>
                  <a:pt x="885825" y="209550"/>
                </a:moveTo>
                <a:lnTo>
                  <a:pt x="895350" y="209550"/>
                </a:lnTo>
                <a:lnTo>
                  <a:pt x="895350" y="190500"/>
                </a:lnTo>
                <a:lnTo>
                  <a:pt x="885825" y="190500"/>
                </a:lnTo>
                <a:close/>
                <a:moveTo>
                  <a:pt x="1104900" y="219075"/>
                </a:moveTo>
                <a:lnTo>
                  <a:pt x="1114425" y="219075"/>
                </a:lnTo>
                <a:lnTo>
                  <a:pt x="1114425" y="257175"/>
                </a:lnTo>
                <a:lnTo>
                  <a:pt x="1104900" y="257175"/>
                </a:lnTo>
                <a:close/>
                <a:moveTo>
                  <a:pt x="1000125" y="228600"/>
                </a:moveTo>
                <a:lnTo>
                  <a:pt x="1009650" y="228600"/>
                </a:lnTo>
                <a:lnTo>
                  <a:pt x="1009650" y="238125"/>
                </a:lnTo>
                <a:lnTo>
                  <a:pt x="1000125" y="238125"/>
                </a:lnTo>
                <a:close/>
                <a:moveTo>
                  <a:pt x="895350" y="247650"/>
                </a:moveTo>
                <a:lnTo>
                  <a:pt x="904875" y="247650"/>
                </a:lnTo>
                <a:lnTo>
                  <a:pt x="904875" y="238125"/>
                </a:lnTo>
                <a:lnTo>
                  <a:pt x="895350" y="238125"/>
                </a:lnTo>
                <a:close/>
                <a:moveTo>
                  <a:pt x="971550" y="276225"/>
                </a:moveTo>
                <a:lnTo>
                  <a:pt x="981075" y="276225"/>
                </a:lnTo>
                <a:lnTo>
                  <a:pt x="981075" y="285750"/>
                </a:lnTo>
                <a:lnTo>
                  <a:pt x="971550" y="285750"/>
                </a:lnTo>
                <a:close/>
                <a:moveTo>
                  <a:pt x="342900" y="285750"/>
                </a:moveTo>
                <a:lnTo>
                  <a:pt x="352425" y="285750"/>
                </a:lnTo>
                <a:lnTo>
                  <a:pt x="352425" y="314325"/>
                </a:lnTo>
                <a:lnTo>
                  <a:pt x="333375" y="314325"/>
                </a:lnTo>
                <a:lnTo>
                  <a:pt x="333375" y="323850"/>
                </a:lnTo>
                <a:lnTo>
                  <a:pt x="323850" y="323850"/>
                </a:lnTo>
                <a:lnTo>
                  <a:pt x="323850" y="295275"/>
                </a:lnTo>
                <a:lnTo>
                  <a:pt x="333375" y="295275"/>
                </a:lnTo>
                <a:lnTo>
                  <a:pt x="333375" y="304800"/>
                </a:lnTo>
                <a:lnTo>
                  <a:pt x="342900" y="304800"/>
                </a:lnTo>
                <a:close/>
                <a:moveTo>
                  <a:pt x="581025" y="285750"/>
                </a:moveTo>
                <a:lnTo>
                  <a:pt x="590550" y="285750"/>
                </a:lnTo>
                <a:lnTo>
                  <a:pt x="590550" y="295275"/>
                </a:lnTo>
                <a:lnTo>
                  <a:pt x="581025" y="295275"/>
                </a:lnTo>
                <a:close/>
                <a:moveTo>
                  <a:pt x="571500" y="295275"/>
                </a:moveTo>
                <a:lnTo>
                  <a:pt x="581025" y="295275"/>
                </a:lnTo>
                <a:lnTo>
                  <a:pt x="581025" y="304800"/>
                </a:lnTo>
                <a:lnTo>
                  <a:pt x="571500" y="304800"/>
                </a:lnTo>
                <a:close/>
                <a:moveTo>
                  <a:pt x="590550" y="295275"/>
                </a:moveTo>
                <a:lnTo>
                  <a:pt x="600075" y="295275"/>
                </a:lnTo>
                <a:lnTo>
                  <a:pt x="600075" y="323850"/>
                </a:lnTo>
                <a:lnTo>
                  <a:pt x="590550" y="323850"/>
                </a:lnTo>
                <a:lnTo>
                  <a:pt x="590550" y="314325"/>
                </a:lnTo>
                <a:lnTo>
                  <a:pt x="581025" y="314325"/>
                </a:lnTo>
                <a:lnTo>
                  <a:pt x="581025" y="304800"/>
                </a:lnTo>
                <a:lnTo>
                  <a:pt x="590550" y="304800"/>
                </a:lnTo>
                <a:close/>
                <a:moveTo>
                  <a:pt x="1038225" y="295275"/>
                </a:moveTo>
                <a:lnTo>
                  <a:pt x="1066800" y="295275"/>
                </a:lnTo>
                <a:lnTo>
                  <a:pt x="1066800" y="285750"/>
                </a:lnTo>
                <a:lnTo>
                  <a:pt x="1038225" y="285750"/>
                </a:lnTo>
                <a:close/>
                <a:moveTo>
                  <a:pt x="571500" y="314325"/>
                </a:moveTo>
                <a:lnTo>
                  <a:pt x="581025" y="314325"/>
                </a:lnTo>
                <a:lnTo>
                  <a:pt x="581025" y="323850"/>
                </a:lnTo>
                <a:lnTo>
                  <a:pt x="571500" y="323850"/>
                </a:lnTo>
                <a:close/>
                <a:moveTo>
                  <a:pt x="838200" y="333375"/>
                </a:moveTo>
                <a:lnTo>
                  <a:pt x="847725" y="333375"/>
                </a:lnTo>
                <a:lnTo>
                  <a:pt x="847725" y="342900"/>
                </a:lnTo>
                <a:lnTo>
                  <a:pt x="838200" y="342900"/>
                </a:lnTo>
                <a:close/>
                <a:moveTo>
                  <a:pt x="828675" y="342900"/>
                </a:moveTo>
                <a:lnTo>
                  <a:pt x="838200" y="342900"/>
                </a:lnTo>
                <a:lnTo>
                  <a:pt x="838200" y="352425"/>
                </a:lnTo>
                <a:lnTo>
                  <a:pt x="828675" y="352425"/>
                </a:lnTo>
                <a:close/>
                <a:moveTo>
                  <a:pt x="333375" y="381000"/>
                </a:moveTo>
                <a:lnTo>
                  <a:pt x="371475" y="381000"/>
                </a:lnTo>
                <a:lnTo>
                  <a:pt x="371475" y="390525"/>
                </a:lnTo>
                <a:lnTo>
                  <a:pt x="361950" y="390525"/>
                </a:lnTo>
                <a:lnTo>
                  <a:pt x="361950" y="400050"/>
                </a:lnTo>
                <a:lnTo>
                  <a:pt x="342900" y="400050"/>
                </a:lnTo>
                <a:lnTo>
                  <a:pt x="342900" y="390525"/>
                </a:lnTo>
                <a:lnTo>
                  <a:pt x="333375" y="390525"/>
                </a:lnTo>
                <a:close/>
                <a:moveTo>
                  <a:pt x="438150" y="381000"/>
                </a:moveTo>
                <a:lnTo>
                  <a:pt x="457200" y="381000"/>
                </a:lnTo>
                <a:lnTo>
                  <a:pt x="457200" y="400050"/>
                </a:lnTo>
                <a:lnTo>
                  <a:pt x="447675" y="400050"/>
                </a:lnTo>
                <a:lnTo>
                  <a:pt x="447675" y="390525"/>
                </a:lnTo>
                <a:lnTo>
                  <a:pt x="438150" y="390525"/>
                </a:lnTo>
                <a:close/>
                <a:moveTo>
                  <a:pt x="333375" y="400050"/>
                </a:moveTo>
                <a:lnTo>
                  <a:pt x="342900" y="400050"/>
                </a:lnTo>
                <a:lnTo>
                  <a:pt x="342900" y="409575"/>
                </a:lnTo>
                <a:lnTo>
                  <a:pt x="333375" y="409575"/>
                </a:lnTo>
                <a:close/>
                <a:moveTo>
                  <a:pt x="457200" y="400050"/>
                </a:moveTo>
                <a:lnTo>
                  <a:pt x="466725" y="400050"/>
                </a:lnTo>
                <a:lnTo>
                  <a:pt x="466725" y="409575"/>
                </a:lnTo>
                <a:lnTo>
                  <a:pt x="476250" y="409575"/>
                </a:lnTo>
                <a:lnTo>
                  <a:pt x="476250" y="419100"/>
                </a:lnTo>
                <a:lnTo>
                  <a:pt x="457200" y="419100"/>
                </a:lnTo>
                <a:close/>
                <a:moveTo>
                  <a:pt x="447675" y="419100"/>
                </a:moveTo>
                <a:lnTo>
                  <a:pt x="457200" y="419100"/>
                </a:lnTo>
                <a:lnTo>
                  <a:pt x="457200" y="428625"/>
                </a:lnTo>
                <a:lnTo>
                  <a:pt x="447675" y="428625"/>
                </a:lnTo>
                <a:close/>
                <a:moveTo>
                  <a:pt x="542925" y="419100"/>
                </a:moveTo>
                <a:lnTo>
                  <a:pt x="552450" y="419100"/>
                </a:lnTo>
                <a:lnTo>
                  <a:pt x="552450" y="438150"/>
                </a:lnTo>
                <a:lnTo>
                  <a:pt x="542925" y="438150"/>
                </a:lnTo>
                <a:close/>
                <a:moveTo>
                  <a:pt x="762000" y="476250"/>
                </a:moveTo>
                <a:lnTo>
                  <a:pt x="790575" y="476250"/>
                </a:lnTo>
                <a:lnTo>
                  <a:pt x="790575" y="485775"/>
                </a:lnTo>
                <a:lnTo>
                  <a:pt x="762000" y="485775"/>
                </a:lnTo>
                <a:close/>
                <a:moveTo>
                  <a:pt x="228600" y="485775"/>
                </a:moveTo>
                <a:lnTo>
                  <a:pt x="257175" y="485775"/>
                </a:lnTo>
                <a:lnTo>
                  <a:pt x="257175" y="495300"/>
                </a:lnTo>
                <a:lnTo>
                  <a:pt x="228600" y="495300"/>
                </a:lnTo>
                <a:close/>
                <a:moveTo>
                  <a:pt x="323850" y="495300"/>
                </a:moveTo>
                <a:lnTo>
                  <a:pt x="333375" y="495300"/>
                </a:lnTo>
                <a:lnTo>
                  <a:pt x="333375" y="504825"/>
                </a:lnTo>
                <a:lnTo>
                  <a:pt x="352425" y="504825"/>
                </a:lnTo>
                <a:lnTo>
                  <a:pt x="352425" y="514350"/>
                </a:lnTo>
                <a:lnTo>
                  <a:pt x="333375" y="514350"/>
                </a:lnTo>
                <a:lnTo>
                  <a:pt x="333375" y="523875"/>
                </a:lnTo>
                <a:lnTo>
                  <a:pt x="323850" y="523875"/>
                </a:lnTo>
                <a:close/>
                <a:moveTo>
                  <a:pt x="228600" y="504825"/>
                </a:moveTo>
                <a:lnTo>
                  <a:pt x="247650" y="504825"/>
                </a:lnTo>
                <a:lnTo>
                  <a:pt x="247650" y="514350"/>
                </a:lnTo>
                <a:lnTo>
                  <a:pt x="228600" y="514350"/>
                </a:lnTo>
                <a:close/>
                <a:moveTo>
                  <a:pt x="466725" y="504825"/>
                </a:moveTo>
                <a:lnTo>
                  <a:pt x="485775" y="504825"/>
                </a:lnTo>
                <a:lnTo>
                  <a:pt x="485775" y="523875"/>
                </a:lnTo>
                <a:lnTo>
                  <a:pt x="466725" y="523875"/>
                </a:lnTo>
                <a:close/>
                <a:moveTo>
                  <a:pt x="762000" y="514350"/>
                </a:moveTo>
                <a:lnTo>
                  <a:pt x="771525" y="514350"/>
                </a:lnTo>
                <a:lnTo>
                  <a:pt x="771525" y="523875"/>
                </a:lnTo>
                <a:lnTo>
                  <a:pt x="762000" y="523875"/>
                </a:lnTo>
                <a:close/>
                <a:moveTo>
                  <a:pt x="762000" y="581025"/>
                </a:moveTo>
                <a:lnTo>
                  <a:pt x="771525" y="581025"/>
                </a:lnTo>
                <a:lnTo>
                  <a:pt x="771525" y="590550"/>
                </a:lnTo>
                <a:lnTo>
                  <a:pt x="762000" y="590550"/>
                </a:lnTo>
                <a:close/>
                <a:moveTo>
                  <a:pt x="781050" y="609600"/>
                </a:moveTo>
                <a:lnTo>
                  <a:pt x="790575" y="609600"/>
                </a:lnTo>
                <a:lnTo>
                  <a:pt x="790575" y="619125"/>
                </a:lnTo>
                <a:lnTo>
                  <a:pt x="781050" y="619125"/>
                </a:lnTo>
                <a:close/>
                <a:moveTo>
                  <a:pt x="723900" y="638175"/>
                </a:moveTo>
                <a:lnTo>
                  <a:pt x="733425" y="638175"/>
                </a:lnTo>
                <a:lnTo>
                  <a:pt x="733425" y="647700"/>
                </a:lnTo>
                <a:lnTo>
                  <a:pt x="742950" y="647700"/>
                </a:lnTo>
                <a:lnTo>
                  <a:pt x="742950" y="666750"/>
                </a:lnTo>
                <a:lnTo>
                  <a:pt x="733425" y="666750"/>
                </a:lnTo>
                <a:lnTo>
                  <a:pt x="733425" y="676275"/>
                </a:lnTo>
                <a:lnTo>
                  <a:pt x="723900" y="676275"/>
                </a:lnTo>
                <a:close/>
                <a:moveTo>
                  <a:pt x="647700" y="704850"/>
                </a:moveTo>
                <a:lnTo>
                  <a:pt x="657225" y="704850"/>
                </a:lnTo>
                <a:lnTo>
                  <a:pt x="657225" y="714375"/>
                </a:lnTo>
                <a:lnTo>
                  <a:pt x="647700" y="714375"/>
                </a:lnTo>
                <a:close/>
              </a:path>
            </a:pathLst>
          </a:custGeom>
          <a:solidFill xmlns:a="http://schemas.openxmlformats.org/drawingml/2006/main">
            <a:srgbClr val="2B4F3E"/>
          </a:solidFill>
          <a:ln xmlns:a="http://schemas.openxmlformats.org/drawingml/2006/main" w="0">
            <a:noFill/>
          </a:ln>
        </p:spPr>
      </p:sp>
      <p:sp>
        <p:nvSpPr>
          <p:cNvPr id="201" name="v20 vector #2b4b3b">
            <a:extLst xmlns:a="http://schemas.openxmlformats.org/drawingml/2006/main">
              <a:ext uri="{FF2B5EF4-FFF2-40B4-BE49-F238E27FC236}">
                <a16:creationId xmlns:a16="http://schemas.microsoft.com/office/drawing/2014/main" id="{912488BC-0534-4C07-A047-9AE109F708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5350" y="4848225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771525" y="85725"/>
                </a:moveTo>
                <a:lnTo>
                  <a:pt x="847725" y="85725"/>
                </a:lnTo>
                <a:lnTo>
                  <a:pt x="847725" y="104775"/>
                </a:lnTo>
                <a:lnTo>
                  <a:pt x="819150" y="104775"/>
                </a:lnTo>
                <a:lnTo>
                  <a:pt x="819150" y="114300"/>
                </a:lnTo>
                <a:lnTo>
                  <a:pt x="809625" y="114300"/>
                </a:lnTo>
                <a:lnTo>
                  <a:pt x="809625" y="123825"/>
                </a:lnTo>
                <a:lnTo>
                  <a:pt x="790575" y="123825"/>
                </a:lnTo>
                <a:lnTo>
                  <a:pt x="790575" y="133350"/>
                </a:lnTo>
                <a:lnTo>
                  <a:pt x="781050" y="133350"/>
                </a:lnTo>
                <a:lnTo>
                  <a:pt x="781050" y="152400"/>
                </a:lnTo>
                <a:lnTo>
                  <a:pt x="771525" y="152400"/>
                </a:lnTo>
                <a:lnTo>
                  <a:pt x="771525" y="161925"/>
                </a:lnTo>
                <a:lnTo>
                  <a:pt x="762000" y="161925"/>
                </a:lnTo>
                <a:lnTo>
                  <a:pt x="762000" y="171450"/>
                </a:lnTo>
                <a:lnTo>
                  <a:pt x="752475" y="171450"/>
                </a:lnTo>
                <a:lnTo>
                  <a:pt x="752475" y="161925"/>
                </a:lnTo>
                <a:lnTo>
                  <a:pt x="742950" y="161925"/>
                </a:lnTo>
                <a:lnTo>
                  <a:pt x="742950" y="114300"/>
                </a:lnTo>
                <a:lnTo>
                  <a:pt x="752475" y="114300"/>
                </a:lnTo>
                <a:lnTo>
                  <a:pt x="752475" y="142875"/>
                </a:lnTo>
                <a:lnTo>
                  <a:pt x="762000" y="142875"/>
                </a:lnTo>
                <a:lnTo>
                  <a:pt x="762000" y="114300"/>
                </a:lnTo>
                <a:lnTo>
                  <a:pt x="771525" y="114300"/>
                </a:lnTo>
                <a:lnTo>
                  <a:pt x="771525" y="104775"/>
                </a:lnTo>
                <a:lnTo>
                  <a:pt x="781050" y="104775"/>
                </a:lnTo>
                <a:lnTo>
                  <a:pt x="781050" y="95250"/>
                </a:lnTo>
                <a:lnTo>
                  <a:pt x="771525" y="95250"/>
                </a:lnTo>
                <a:close/>
                <a:moveTo>
                  <a:pt x="857250" y="95250"/>
                </a:moveTo>
                <a:lnTo>
                  <a:pt x="885825" y="95250"/>
                </a:lnTo>
                <a:lnTo>
                  <a:pt x="885825" y="104775"/>
                </a:lnTo>
                <a:lnTo>
                  <a:pt x="857250" y="104775"/>
                </a:lnTo>
                <a:close/>
                <a:moveTo>
                  <a:pt x="161925" y="114300"/>
                </a:moveTo>
                <a:lnTo>
                  <a:pt x="180975" y="114300"/>
                </a:lnTo>
                <a:lnTo>
                  <a:pt x="180975" y="133350"/>
                </a:lnTo>
                <a:lnTo>
                  <a:pt x="171450" y="133350"/>
                </a:lnTo>
                <a:lnTo>
                  <a:pt x="171450" y="142875"/>
                </a:lnTo>
                <a:lnTo>
                  <a:pt x="180975" y="142875"/>
                </a:lnTo>
                <a:lnTo>
                  <a:pt x="180975" y="152400"/>
                </a:lnTo>
                <a:lnTo>
                  <a:pt x="200025" y="152400"/>
                </a:lnTo>
                <a:lnTo>
                  <a:pt x="200025" y="161925"/>
                </a:lnTo>
                <a:lnTo>
                  <a:pt x="209550" y="161925"/>
                </a:lnTo>
                <a:lnTo>
                  <a:pt x="209550" y="152400"/>
                </a:lnTo>
                <a:lnTo>
                  <a:pt x="219075" y="152400"/>
                </a:lnTo>
                <a:lnTo>
                  <a:pt x="219075" y="133350"/>
                </a:lnTo>
                <a:lnTo>
                  <a:pt x="209550" y="133350"/>
                </a:lnTo>
                <a:lnTo>
                  <a:pt x="209550" y="123825"/>
                </a:lnTo>
                <a:lnTo>
                  <a:pt x="219075" y="123825"/>
                </a:lnTo>
                <a:lnTo>
                  <a:pt x="219075" y="133350"/>
                </a:lnTo>
                <a:lnTo>
                  <a:pt x="228600" y="133350"/>
                </a:lnTo>
                <a:lnTo>
                  <a:pt x="228600" y="114300"/>
                </a:lnTo>
                <a:lnTo>
                  <a:pt x="238125" y="114300"/>
                </a:lnTo>
                <a:lnTo>
                  <a:pt x="238125" y="171450"/>
                </a:lnTo>
                <a:lnTo>
                  <a:pt x="285750" y="171450"/>
                </a:lnTo>
                <a:lnTo>
                  <a:pt x="285750" y="152400"/>
                </a:lnTo>
                <a:lnTo>
                  <a:pt x="295275" y="152400"/>
                </a:lnTo>
                <a:lnTo>
                  <a:pt x="295275" y="133350"/>
                </a:lnTo>
                <a:lnTo>
                  <a:pt x="285750" y="133350"/>
                </a:lnTo>
                <a:lnTo>
                  <a:pt x="285750" y="123825"/>
                </a:lnTo>
                <a:lnTo>
                  <a:pt x="295275" y="123825"/>
                </a:lnTo>
                <a:lnTo>
                  <a:pt x="295275" y="133350"/>
                </a:lnTo>
                <a:lnTo>
                  <a:pt x="438150" y="133350"/>
                </a:lnTo>
                <a:lnTo>
                  <a:pt x="438150" y="114300"/>
                </a:lnTo>
                <a:lnTo>
                  <a:pt x="514350" y="114300"/>
                </a:lnTo>
                <a:lnTo>
                  <a:pt x="514350" y="133350"/>
                </a:lnTo>
                <a:lnTo>
                  <a:pt x="438150" y="133350"/>
                </a:lnTo>
                <a:lnTo>
                  <a:pt x="438150" y="142875"/>
                </a:lnTo>
                <a:lnTo>
                  <a:pt x="428625" y="142875"/>
                </a:lnTo>
                <a:lnTo>
                  <a:pt x="428625" y="161925"/>
                </a:lnTo>
                <a:lnTo>
                  <a:pt x="419100" y="161925"/>
                </a:lnTo>
                <a:lnTo>
                  <a:pt x="419100" y="171450"/>
                </a:lnTo>
                <a:lnTo>
                  <a:pt x="390525" y="171450"/>
                </a:lnTo>
                <a:lnTo>
                  <a:pt x="390525" y="180975"/>
                </a:lnTo>
                <a:lnTo>
                  <a:pt x="371475" y="180975"/>
                </a:lnTo>
                <a:lnTo>
                  <a:pt x="371475" y="190500"/>
                </a:lnTo>
                <a:lnTo>
                  <a:pt x="352425" y="190500"/>
                </a:lnTo>
                <a:lnTo>
                  <a:pt x="352425" y="209550"/>
                </a:lnTo>
                <a:lnTo>
                  <a:pt x="180975" y="209550"/>
                </a:lnTo>
                <a:lnTo>
                  <a:pt x="180975" y="228600"/>
                </a:lnTo>
                <a:lnTo>
                  <a:pt x="152400" y="228600"/>
                </a:lnTo>
                <a:lnTo>
                  <a:pt x="152400" y="209550"/>
                </a:lnTo>
                <a:lnTo>
                  <a:pt x="142875" y="209550"/>
                </a:lnTo>
                <a:lnTo>
                  <a:pt x="142875" y="133350"/>
                </a:lnTo>
                <a:lnTo>
                  <a:pt x="152400" y="133350"/>
                </a:lnTo>
                <a:lnTo>
                  <a:pt x="152400" y="123825"/>
                </a:lnTo>
                <a:lnTo>
                  <a:pt x="161925" y="123825"/>
                </a:lnTo>
                <a:close/>
                <a:moveTo>
                  <a:pt x="523875" y="114300"/>
                </a:moveTo>
                <a:lnTo>
                  <a:pt x="533400" y="114300"/>
                </a:lnTo>
                <a:lnTo>
                  <a:pt x="533400" y="142875"/>
                </a:lnTo>
                <a:lnTo>
                  <a:pt x="514350" y="142875"/>
                </a:lnTo>
                <a:lnTo>
                  <a:pt x="514350" y="133350"/>
                </a:lnTo>
                <a:lnTo>
                  <a:pt x="523875" y="133350"/>
                </a:lnTo>
                <a:close/>
                <a:moveTo>
                  <a:pt x="581025" y="114300"/>
                </a:moveTo>
                <a:lnTo>
                  <a:pt x="590550" y="114300"/>
                </a:lnTo>
                <a:lnTo>
                  <a:pt x="590550" y="123825"/>
                </a:lnTo>
                <a:lnTo>
                  <a:pt x="600075" y="123825"/>
                </a:lnTo>
                <a:lnTo>
                  <a:pt x="600075" y="133350"/>
                </a:lnTo>
                <a:lnTo>
                  <a:pt x="581025" y="133350"/>
                </a:lnTo>
                <a:close/>
                <a:moveTo>
                  <a:pt x="895350" y="133350"/>
                </a:moveTo>
                <a:lnTo>
                  <a:pt x="942975" y="133350"/>
                </a:lnTo>
                <a:lnTo>
                  <a:pt x="942975" y="142875"/>
                </a:lnTo>
                <a:lnTo>
                  <a:pt x="1019175" y="142875"/>
                </a:lnTo>
                <a:lnTo>
                  <a:pt x="1019175" y="152400"/>
                </a:lnTo>
                <a:lnTo>
                  <a:pt x="1028700" y="152400"/>
                </a:lnTo>
                <a:lnTo>
                  <a:pt x="1028700" y="161925"/>
                </a:lnTo>
                <a:lnTo>
                  <a:pt x="1038225" y="161925"/>
                </a:lnTo>
                <a:lnTo>
                  <a:pt x="1038225" y="190500"/>
                </a:lnTo>
                <a:lnTo>
                  <a:pt x="1047750" y="190500"/>
                </a:lnTo>
                <a:lnTo>
                  <a:pt x="1047750" y="209550"/>
                </a:lnTo>
                <a:lnTo>
                  <a:pt x="1057275" y="209550"/>
                </a:lnTo>
                <a:lnTo>
                  <a:pt x="1057275" y="238125"/>
                </a:lnTo>
                <a:lnTo>
                  <a:pt x="1028700" y="238125"/>
                </a:lnTo>
                <a:lnTo>
                  <a:pt x="1028700" y="247650"/>
                </a:lnTo>
                <a:lnTo>
                  <a:pt x="990600" y="247650"/>
                </a:lnTo>
                <a:lnTo>
                  <a:pt x="990600" y="238125"/>
                </a:lnTo>
                <a:lnTo>
                  <a:pt x="952500" y="238125"/>
                </a:lnTo>
                <a:lnTo>
                  <a:pt x="952500" y="209550"/>
                </a:lnTo>
                <a:lnTo>
                  <a:pt x="981075" y="209550"/>
                </a:lnTo>
                <a:lnTo>
                  <a:pt x="981075" y="219075"/>
                </a:lnTo>
                <a:lnTo>
                  <a:pt x="990600" y="219075"/>
                </a:lnTo>
                <a:lnTo>
                  <a:pt x="990600" y="228600"/>
                </a:lnTo>
                <a:lnTo>
                  <a:pt x="1000125" y="228600"/>
                </a:lnTo>
                <a:lnTo>
                  <a:pt x="1000125" y="238125"/>
                </a:lnTo>
                <a:lnTo>
                  <a:pt x="1009650" y="238125"/>
                </a:lnTo>
                <a:lnTo>
                  <a:pt x="1009650" y="228600"/>
                </a:lnTo>
                <a:lnTo>
                  <a:pt x="1019175" y="228600"/>
                </a:lnTo>
                <a:lnTo>
                  <a:pt x="1019175" y="219075"/>
                </a:lnTo>
                <a:lnTo>
                  <a:pt x="1028700" y="219075"/>
                </a:lnTo>
                <a:lnTo>
                  <a:pt x="1028700" y="190500"/>
                </a:lnTo>
                <a:lnTo>
                  <a:pt x="1019175" y="190500"/>
                </a:lnTo>
                <a:lnTo>
                  <a:pt x="1019175" y="161925"/>
                </a:lnTo>
                <a:lnTo>
                  <a:pt x="1000125" y="161925"/>
                </a:lnTo>
                <a:lnTo>
                  <a:pt x="1000125" y="171450"/>
                </a:lnTo>
                <a:lnTo>
                  <a:pt x="990600" y="171450"/>
                </a:lnTo>
                <a:lnTo>
                  <a:pt x="990600" y="190500"/>
                </a:lnTo>
                <a:lnTo>
                  <a:pt x="952500" y="190500"/>
                </a:lnTo>
                <a:lnTo>
                  <a:pt x="952500" y="171450"/>
                </a:lnTo>
                <a:lnTo>
                  <a:pt x="933450" y="171450"/>
                </a:lnTo>
                <a:lnTo>
                  <a:pt x="933450" y="161925"/>
                </a:lnTo>
                <a:lnTo>
                  <a:pt x="923925" y="161925"/>
                </a:lnTo>
                <a:lnTo>
                  <a:pt x="923925" y="180975"/>
                </a:lnTo>
                <a:lnTo>
                  <a:pt x="914400" y="180975"/>
                </a:lnTo>
                <a:lnTo>
                  <a:pt x="914400" y="190500"/>
                </a:lnTo>
                <a:lnTo>
                  <a:pt x="904875" y="190500"/>
                </a:lnTo>
                <a:lnTo>
                  <a:pt x="904875" y="180975"/>
                </a:lnTo>
                <a:lnTo>
                  <a:pt x="895350" y="180975"/>
                </a:lnTo>
                <a:lnTo>
                  <a:pt x="895350" y="171450"/>
                </a:lnTo>
                <a:lnTo>
                  <a:pt x="885825" y="171450"/>
                </a:lnTo>
                <a:lnTo>
                  <a:pt x="885825" y="152400"/>
                </a:lnTo>
                <a:lnTo>
                  <a:pt x="895350" y="152400"/>
                </a:lnTo>
                <a:close/>
                <a:moveTo>
                  <a:pt x="152400" y="142875"/>
                </a:moveTo>
                <a:lnTo>
                  <a:pt x="161925" y="142875"/>
                </a:lnTo>
                <a:lnTo>
                  <a:pt x="161925" y="133350"/>
                </a:lnTo>
                <a:lnTo>
                  <a:pt x="152400" y="133350"/>
                </a:lnTo>
                <a:close/>
                <a:moveTo>
                  <a:pt x="666750" y="142875"/>
                </a:moveTo>
                <a:lnTo>
                  <a:pt x="676275" y="142875"/>
                </a:lnTo>
                <a:lnTo>
                  <a:pt x="676275" y="152400"/>
                </a:lnTo>
                <a:lnTo>
                  <a:pt x="666750" y="152400"/>
                </a:lnTo>
                <a:close/>
                <a:moveTo>
                  <a:pt x="647700" y="152400"/>
                </a:moveTo>
                <a:lnTo>
                  <a:pt x="657225" y="152400"/>
                </a:lnTo>
                <a:lnTo>
                  <a:pt x="657225" y="200025"/>
                </a:lnTo>
                <a:lnTo>
                  <a:pt x="647700" y="200025"/>
                </a:lnTo>
                <a:lnTo>
                  <a:pt x="647700" y="209550"/>
                </a:lnTo>
                <a:lnTo>
                  <a:pt x="581025" y="209550"/>
                </a:lnTo>
                <a:lnTo>
                  <a:pt x="581025" y="200025"/>
                </a:lnTo>
                <a:lnTo>
                  <a:pt x="600075" y="200025"/>
                </a:lnTo>
                <a:lnTo>
                  <a:pt x="600075" y="180975"/>
                </a:lnTo>
                <a:lnTo>
                  <a:pt x="619125" y="180975"/>
                </a:lnTo>
                <a:lnTo>
                  <a:pt x="619125" y="171450"/>
                </a:lnTo>
                <a:lnTo>
                  <a:pt x="628650" y="171450"/>
                </a:lnTo>
                <a:lnTo>
                  <a:pt x="628650" y="161925"/>
                </a:lnTo>
                <a:lnTo>
                  <a:pt x="647700" y="161925"/>
                </a:lnTo>
                <a:close/>
                <a:moveTo>
                  <a:pt x="161925" y="209550"/>
                </a:moveTo>
                <a:lnTo>
                  <a:pt x="171450" y="209550"/>
                </a:lnTo>
                <a:lnTo>
                  <a:pt x="171450" y="190500"/>
                </a:lnTo>
                <a:lnTo>
                  <a:pt x="161925" y="190500"/>
                </a:lnTo>
                <a:close/>
                <a:moveTo>
                  <a:pt x="352425" y="209550"/>
                </a:moveTo>
                <a:lnTo>
                  <a:pt x="523875" y="209550"/>
                </a:lnTo>
                <a:lnTo>
                  <a:pt x="523875" y="228600"/>
                </a:lnTo>
                <a:lnTo>
                  <a:pt x="352425" y="228600"/>
                </a:lnTo>
                <a:close/>
                <a:moveTo>
                  <a:pt x="1095375" y="209550"/>
                </a:moveTo>
                <a:lnTo>
                  <a:pt x="1104900" y="209550"/>
                </a:lnTo>
                <a:lnTo>
                  <a:pt x="1104900" y="266700"/>
                </a:lnTo>
                <a:lnTo>
                  <a:pt x="1095375" y="266700"/>
                </a:lnTo>
                <a:close/>
                <a:moveTo>
                  <a:pt x="752475" y="276225"/>
                </a:moveTo>
                <a:lnTo>
                  <a:pt x="800100" y="276225"/>
                </a:lnTo>
                <a:lnTo>
                  <a:pt x="800100" y="285750"/>
                </a:lnTo>
                <a:lnTo>
                  <a:pt x="876300" y="285750"/>
                </a:lnTo>
                <a:lnTo>
                  <a:pt x="876300" y="304800"/>
                </a:lnTo>
                <a:lnTo>
                  <a:pt x="895350" y="304800"/>
                </a:lnTo>
                <a:lnTo>
                  <a:pt x="895350" y="323850"/>
                </a:lnTo>
                <a:lnTo>
                  <a:pt x="885825" y="323850"/>
                </a:lnTo>
                <a:lnTo>
                  <a:pt x="885825" y="333375"/>
                </a:lnTo>
                <a:lnTo>
                  <a:pt x="876300" y="333375"/>
                </a:lnTo>
                <a:lnTo>
                  <a:pt x="876300" y="342900"/>
                </a:lnTo>
                <a:lnTo>
                  <a:pt x="866775" y="342900"/>
                </a:lnTo>
                <a:lnTo>
                  <a:pt x="866775" y="352425"/>
                </a:lnTo>
                <a:lnTo>
                  <a:pt x="847725" y="352425"/>
                </a:lnTo>
                <a:lnTo>
                  <a:pt x="847725" y="333375"/>
                </a:lnTo>
                <a:lnTo>
                  <a:pt x="838200" y="333375"/>
                </a:lnTo>
                <a:lnTo>
                  <a:pt x="838200" y="342900"/>
                </a:lnTo>
                <a:lnTo>
                  <a:pt x="828675" y="342900"/>
                </a:lnTo>
                <a:lnTo>
                  <a:pt x="828675" y="352425"/>
                </a:lnTo>
                <a:lnTo>
                  <a:pt x="819150" y="352425"/>
                </a:lnTo>
                <a:lnTo>
                  <a:pt x="819150" y="361950"/>
                </a:lnTo>
                <a:lnTo>
                  <a:pt x="809625" y="361950"/>
                </a:lnTo>
                <a:lnTo>
                  <a:pt x="809625" y="323850"/>
                </a:lnTo>
                <a:lnTo>
                  <a:pt x="800100" y="323850"/>
                </a:lnTo>
                <a:lnTo>
                  <a:pt x="800100" y="314325"/>
                </a:lnTo>
                <a:lnTo>
                  <a:pt x="790575" y="314325"/>
                </a:lnTo>
                <a:lnTo>
                  <a:pt x="790575" y="295275"/>
                </a:lnTo>
                <a:lnTo>
                  <a:pt x="771525" y="295275"/>
                </a:lnTo>
                <a:lnTo>
                  <a:pt x="771525" y="285750"/>
                </a:lnTo>
                <a:lnTo>
                  <a:pt x="752475" y="285750"/>
                </a:lnTo>
                <a:close/>
                <a:moveTo>
                  <a:pt x="333375" y="285750"/>
                </a:moveTo>
                <a:lnTo>
                  <a:pt x="342900" y="285750"/>
                </a:lnTo>
                <a:lnTo>
                  <a:pt x="342900" y="295275"/>
                </a:lnTo>
                <a:lnTo>
                  <a:pt x="333375" y="295275"/>
                </a:lnTo>
                <a:close/>
                <a:moveTo>
                  <a:pt x="352425" y="285750"/>
                </a:moveTo>
                <a:lnTo>
                  <a:pt x="371475" y="285750"/>
                </a:lnTo>
                <a:lnTo>
                  <a:pt x="371475" y="295275"/>
                </a:lnTo>
                <a:lnTo>
                  <a:pt x="361950" y="295275"/>
                </a:lnTo>
                <a:lnTo>
                  <a:pt x="361950" y="304800"/>
                </a:lnTo>
                <a:lnTo>
                  <a:pt x="371475" y="304800"/>
                </a:lnTo>
                <a:lnTo>
                  <a:pt x="371475" y="295275"/>
                </a:lnTo>
                <a:lnTo>
                  <a:pt x="381000" y="295275"/>
                </a:lnTo>
                <a:lnTo>
                  <a:pt x="381000" y="323850"/>
                </a:lnTo>
                <a:lnTo>
                  <a:pt x="371475" y="323850"/>
                </a:lnTo>
                <a:lnTo>
                  <a:pt x="371475" y="314325"/>
                </a:lnTo>
                <a:lnTo>
                  <a:pt x="361950" y="314325"/>
                </a:lnTo>
                <a:lnTo>
                  <a:pt x="361950" y="323850"/>
                </a:lnTo>
                <a:lnTo>
                  <a:pt x="342900" y="323850"/>
                </a:lnTo>
                <a:lnTo>
                  <a:pt x="342900" y="314325"/>
                </a:lnTo>
                <a:lnTo>
                  <a:pt x="352425" y="314325"/>
                </a:lnTo>
                <a:close/>
                <a:moveTo>
                  <a:pt x="552450" y="285750"/>
                </a:moveTo>
                <a:lnTo>
                  <a:pt x="561975" y="285750"/>
                </a:lnTo>
                <a:lnTo>
                  <a:pt x="561975" y="295275"/>
                </a:lnTo>
                <a:lnTo>
                  <a:pt x="552450" y="295275"/>
                </a:lnTo>
                <a:close/>
                <a:moveTo>
                  <a:pt x="552450" y="314325"/>
                </a:moveTo>
                <a:lnTo>
                  <a:pt x="561975" y="314325"/>
                </a:lnTo>
                <a:lnTo>
                  <a:pt x="561975" y="333375"/>
                </a:lnTo>
                <a:lnTo>
                  <a:pt x="552450" y="333375"/>
                </a:lnTo>
                <a:close/>
                <a:moveTo>
                  <a:pt x="590550" y="323850"/>
                </a:moveTo>
                <a:lnTo>
                  <a:pt x="600075" y="323850"/>
                </a:lnTo>
                <a:lnTo>
                  <a:pt x="600075" y="333375"/>
                </a:lnTo>
                <a:lnTo>
                  <a:pt x="590550" y="333375"/>
                </a:lnTo>
                <a:close/>
                <a:moveTo>
                  <a:pt x="457200" y="381000"/>
                </a:moveTo>
                <a:lnTo>
                  <a:pt x="485775" y="381000"/>
                </a:lnTo>
                <a:lnTo>
                  <a:pt x="485775" y="390525"/>
                </a:lnTo>
                <a:lnTo>
                  <a:pt x="466725" y="390525"/>
                </a:lnTo>
                <a:lnTo>
                  <a:pt x="466725" y="400050"/>
                </a:lnTo>
                <a:lnTo>
                  <a:pt x="457200" y="400050"/>
                </a:lnTo>
                <a:close/>
                <a:moveTo>
                  <a:pt x="619125" y="381000"/>
                </a:moveTo>
                <a:lnTo>
                  <a:pt x="657225" y="381000"/>
                </a:lnTo>
                <a:lnTo>
                  <a:pt x="657225" y="390525"/>
                </a:lnTo>
                <a:lnTo>
                  <a:pt x="619125" y="390525"/>
                </a:lnTo>
                <a:close/>
                <a:moveTo>
                  <a:pt x="485775" y="390525"/>
                </a:moveTo>
                <a:lnTo>
                  <a:pt x="495300" y="390525"/>
                </a:lnTo>
                <a:lnTo>
                  <a:pt x="495300" y="400050"/>
                </a:lnTo>
                <a:lnTo>
                  <a:pt x="485775" y="400050"/>
                </a:lnTo>
                <a:close/>
                <a:moveTo>
                  <a:pt x="561975" y="390525"/>
                </a:moveTo>
                <a:lnTo>
                  <a:pt x="590550" y="390525"/>
                </a:lnTo>
                <a:lnTo>
                  <a:pt x="590550" y="400050"/>
                </a:lnTo>
                <a:lnTo>
                  <a:pt x="571500" y="400050"/>
                </a:lnTo>
                <a:lnTo>
                  <a:pt x="571500" y="409575"/>
                </a:lnTo>
                <a:lnTo>
                  <a:pt x="581025" y="409575"/>
                </a:lnTo>
                <a:lnTo>
                  <a:pt x="581025" y="428625"/>
                </a:lnTo>
                <a:lnTo>
                  <a:pt x="571500" y="428625"/>
                </a:lnTo>
                <a:lnTo>
                  <a:pt x="571500" y="438150"/>
                </a:lnTo>
                <a:lnTo>
                  <a:pt x="552450" y="438150"/>
                </a:lnTo>
                <a:lnTo>
                  <a:pt x="552450" y="419100"/>
                </a:lnTo>
                <a:lnTo>
                  <a:pt x="533400" y="419100"/>
                </a:lnTo>
                <a:lnTo>
                  <a:pt x="533400" y="409575"/>
                </a:lnTo>
                <a:lnTo>
                  <a:pt x="561975" y="409575"/>
                </a:lnTo>
                <a:close/>
                <a:moveTo>
                  <a:pt x="238125" y="400050"/>
                </a:moveTo>
                <a:lnTo>
                  <a:pt x="257175" y="400050"/>
                </a:lnTo>
                <a:lnTo>
                  <a:pt x="257175" y="419100"/>
                </a:lnTo>
                <a:lnTo>
                  <a:pt x="247650" y="419100"/>
                </a:lnTo>
                <a:lnTo>
                  <a:pt x="247650" y="428625"/>
                </a:lnTo>
                <a:lnTo>
                  <a:pt x="257175" y="428625"/>
                </a:lnTo>
                <a:lnTo>
                  <a:pt x="257175" y="438150"/>
                </a:lnTo>
                <a:lnTo>
                  <a:pt x="228600" y="438150"/>
                </a:lnTo>
                <a:lnTo>
                  <a:pt x="228600" y="428625"/>
                </a:lnTo>
                <a:lnTo>
                  <a:pt x="238125" y="428625"/>
                </a:lnTo>
                <a:lnTo>
                  <a:pt x="238125" y="419100"/>
                </a:lnTo>
                <a:lnTo>
                  <a:pt x="228600" y="419100"/>
                </a:lnTo>
                <a:lnTo>
                  <a:pt x="228600" y="409575"/>
                </a:lnTo>
                <a:lnTo>
                  <a:pt x="238125" y="409575"/>
                </a:lnTo>
                <a:close/>
                <a:moveTo>
                  <a:pt x="466725" y="400050"/>
                </a:moveTo>
                <a:lnTo>
                  <a:pt x="485775" y="400050"/>
                </a:lnTo>
                <a:lnTo>
                  <a:pt x="485775" y="409575"/>
                </a:lnTo>
                <a:lnTo>
                  <a:pt x="466725" y="409575"/>
                </a:lnTo>
                <a:close/>
                <a:moveTo>
                  <a:pt x="704850" y="400050"/>
                </a:moveTo>
                <a:lnTo>
                  <a:pt x="714375" y="400050"/>
                </a:lnTo>
                <a:lnTo>
                  <a:pt x="714375" y="419100"/>
                </a:lnTo>
                <a:lnTo>
                  <a:pt x="704850" y="419100"/>
                </a:lnTo>
                <a:close/>
                <a:moveTo>
                  <a:pt x="600075" y="409575"/>
                </a:moveTo>
                <a:lnTo>
                  <a:pt x="619125" y="409575"/>
                </a:lnTo>
                <a:lnTo>
                  <a:pt x="619125" y="419100"/>
                </a:lnTo>
                <a:lnTo>
                  <a:pt x="600075" y="419100"/>
                </a:lnTo>
                <a:close/>
                <a:moveTo>
                  <a:pt x="647700" y="409575"/>
                </a:moveTo>
                <a:lnTo>
                  <a:pt x="695325" y="409575"/>
                </a:lnTo>
                <a:lnTo>
                  <a:pt x="695325" y="428625"/>
                </a:lnTo>
                <a:lnTo>
                  <a:pt x="676275" y="428625"/>
                </a:lnTo>
                <a:lnTo>
                  <a:pt x="676275" y="419100"/>
                </a:lnTo>
                <a:lnTo>
                  <a:pt x="647700" y="419100"/>
                </a:lnTo>
                <a:close/>
                <a:moveTo>
                  <a:pt x="457200" y="419100"/>
                </a:moveTo>
                <a:lnTo>
                  <a:pt x="466725" y="419100"/>
                </a:lnTo>
                <a:lnTo>
                  <a:pt x="466725" y="428625"/>
                </a:lnTo>
                <a:lnTo>
                  <a:pt x="457200" y="428625"/>
                </a:lnTo>
                <a:close/>
                <a:moveTo>
                  <a:pt x="504825" y="438150"/>
                </a:moveTo>
                <a:lnTo>
                  <a:pt x="514350" y="438150"/>
                </a:lnTo>
                <a:lnTo>
                  <a:pt x="514350" y="447675"/>
                </a:lnTo>
                <a:lnTo>
                  <a:pt x="533400" y="447675"/>
                </a:lnTo>
                <a:lnTo>
                  <a:pt x="533400" y="457200"/>
                </a:lnTo>
                <a:lnTo>
                  <a:pt x="523875" y="457200"/>
                </a:lnTo>
                <a:lnTo>
                  <a:pt x="523875" y="476250"/>
                </a:lnTo>
                <a:lnTo>
                  <a:pt x="514350" y="476250"/>
                </a:lnTo>
                <a:lnTo>
                  <a:pt x="514350" y="485775"/>
                </a:lnTo>
                <a:lnTo>
                  <a:pt x="523875" y="485775"/>
                </a:lnTo>
                <a:lnTo>
                  <a:pt x="523875" y="495300"/>
                </a:lnTo>
                <a:lnTo>
                  <a:pt x="485775" y="495300"/>
                </a:lnTo>
                <a:lnTo>
                  <a:pt x="485775" y="504825"/>
                </a:lnTo>
                <a:lnTo>
                  <a:pt x="476250" y="504825"/>
                </a:lnTo>
                <a:lnTo>
                  <a:pt x="476250" y="476250"/>
                </a:lnTo>
                <a:lnTo>
                  <a:pt x="495300" y="476250"/>
                </a:lnTo>
                <a:lnTo>
                  <a:pt x="495300" y="466725"/>
                </a:lnTo>
                <a:lnTo>
                  <a:pt x="485775" y="466725"/>
                </a:lnTo>
                <a:lnTo>
                  <a:pt x="485775" y="457200"/>
                </a:lnTo>
                <a:lnTo>
                  <a:pt x="495300" y="457200"/>
                </a:lnTo>
                <a:lnTo>
                  <a:pt x="495300" y="466725"/>
                </a:lnTo>
                <a:lnTo>
                  <a:pt x="504825" y="466725"/>
                </a:lnTo>
                <a:close/>
                <a:moveTo>
                  <a:pt x="762000" y="466725"/>
                </a:moveTo>
                <a:lnTo>
                  <a:pt x="781050" y="466725"/>
                </a:lnTo>
                <a:lnTo>
                  <a:pt x="781050" y="476250"/>
                </a:lnTo>
                <a:lnTo>
                  <a:pt x="762000" y="476250"/>
                </a:lnTo>
                <a:close/>
                <a:moveTo>
                  <a:pt x="219075" y="485775"/>
                </a:moveTo>
                <a:lnTo>
                  <a:pt x="228600" y="485775"/>
                </a:lnTo>
                <a:lnTo>
                  <a:pt x="228600" y="495300"/>
                </a:lnTo>
                <a:lnTo>
                  <a:pt x="219075" y="495300"/>
                </a:lnTo>
                <a:close/>
                <a:moveTo>
                  <a:pt x="257175" y="485775"/>
                </a:moveTo>
                <a:lnTo>
                  <a:pt x="266700" y="485775"/>
                </a:lnTo>
                <a:lnTo>
                  <a:pt x="266700" y="495300"/>
                </a:lnTo>
                <a:lnTo>
                  <a:pt x="276225" y="495300"/>
                </a:lnTo>
                <a:lnTo>
                  <a:pt x="276225" y="533400"/>
                </a:lnTo>
                <a:lnTo>
                  <a:pt x="266700" y="533400"/>
                </a:lnTo>
                <a:lnTo>
                  <a:pt x="266700" y="514350"/>
                </a:lnTo>
                <a:lnTo>
                  <a:pt x="247650" y="514350"/>
                </a:lnTo>
                <a:lnTo>
                  <a:pt x="247650" y="504825"/>
                </a:lnTo>
                <a:lnTo>
                  <a:pt x="238125" y="504825"/>
                </a:lnTo>
                <a:lnTo>
                  <a:pt x="238125" y="495300"/>
                </a:lnTo>
                <a:lnTo>
                  <a:pt x="257175" y="495300"/>
                </a:lnTo>
                <a:close/>
                <a:moveTo>
                  <a:pt x="333375" y="485775"/>
                </a:moveTo>
                <a:lnTo>
                  <a:pt x="371475" y="485775"/>
                </a:lnTo>
                <a:lnTo>
                  <a:pt x="371475" y="495300"/>
                </a:lnTo>
                <a:lnTo>
                  <a:pt x="361950" y="495300"/>
                </a:lnTo>
                <a:lnTo>
                  <a:pt x="361950" y="504825"/>
                </a:lnTo>
                <a:lnTo>
                  <a:pt x="371475" y="504825"/>
                </a:lnTo>
                <a:lnTo>
                  <a:pt x="371475" y="495300"/>
                </a:lnTo>
                <a:lnTo>
                  <a:pt x="381000" y="495300"/>
                </a:lnTo>
                <a:lnTo>
                  <a:pt x="381000" y="523875"/>
                </a:lnTo>
                <a:lnTo>
                  <a:pt x="371475" y="523875"/>
                </a:lnTo>
                <a:lnTo>
                  <a:pt x="371475" y="514350"/>
                </a:lnTo>
                <a:lnTo>
                  <a:pt x="361950" y="514350"/>
                </a:lnTo>
                <a:lnTo>
                  <a:pt x="361950" y="523875"/>
                </a:lnTo>
                <a:lnTo>
                  <a:pt x="342900" y="523875"/>
                </a:lnTo>
                <a:lnTo>
                  <a:pt x="342900" y="514350"/>
                </a:lnTo>
                <a:lnTo>
                  <a:pt x="352425" y="514350"/>
                </a:lnTo>
                <a:lnTo>
                  <a:pt x="352425" y="504825"/>
                </a:lnTo>
                <a:lnTo>
                  <a:pt x="342900" y="504825"/>
                </a:lnTo>
                <a:lnTo>
                  <a:pt x="342900" y="495300"/>
                </a:lnTo>
                <a:lnTo>
                  <a:pt x="333375" y="495300"/>
                </a:lnTo>
                <a:close/>
                <a:moveTo>
                  <a:pt x="752475" y="485775"/>
                </a:moveTo>
                <a:lnTo>
                  <a:pt x="790575" y="485775"/>
                </a:lnTo>
                <a:lnTo>
                  <a:pt x="790575" y="495300"/>
                </a:lnTo>
                <a:lnTo>
                  <a:pt x="800100" y="495300"/>
                </a:lnTo>
                <a:lnTo>
                  <a:pt x="800100" y="504825"/>
                </a:lnTo>
                <a:lnTo>
                  <a:pt x="781050" y="504825"/>
                </a:lnTo>
                <a:lnTo>
                  <a:pt x="781050" y="495300"/>
                </a:lnTo>
                <a:lnTo>
                  <a:pt x="771525" y="495300"/>
                </a:lnTo>
                <a:lnTo>
                  <a:pt x="771525" y="514350"/>
                </a:lnTo>
                <a:lnTo>
                  <a:pt x="762000" y="514350"/>
                </a:lnTo>
                <a:lnTo>
                  <a:pt x="762000" y="495300"/>
                </a:lnTo>
                <a:lnTo>
                  <a:pt x="752475" y="495300"/>
                </a:lnTo>
                <a:close/>
                <a:moveTo>
                  <a:pt x="209550" y="504825"/>
                </a:moveTo>
                <a:lnTo>
                  <a:pt x="228600" y="504825"/>
                </a:lnTo>
                <a:lnTo>
                  <a:pt x="228600" y="514350"/>
                </a:lnTo>
                <a:lnTo>
                  <a:pt x="209550" y="514350"/>
                </a:lnTo>
                <a:close/>
                <a:moveTo>
                  <a:pt x="228600" y="514350"/>
                </a:moveTo>
                <a:lnTo>
                  <a:pt x="247650" y="514350"/>
                </a:lnTo>
                <a:lnTo>
                  <a:pt x="247650" y="523875"/>
                </a:lnTo>
                <a:lnTo>
                  <a:pt x="228600" y="523875"/>
                </a:lnTo>
                <a:close/>
                <a:moveTo>
                  <a:pt x="771525" y="514350"/>
                </a:moveTo>
                <a:lnTo>
                  <a:pt x="800100" y="514350"/>
                </a:lnTo>
                <a:lnTo>
                  <a:pt x="800100" y="533400"/>
                </a:lnTo>
                <a:lnTo>
                  <a:pt x="790575" y="533400"/>
                </a:lnTo>
                <a:lnTo>
                  <a:pt x="790575" y="581025"/>
                </a:lnTo>
                <a:lnTo>
                  <a:pt x="800100" y="581025"/>
                </a:lnTo>
                <a:lnTo>
                  <a:pt x="800100" y="600075"/>
                </a:lnTo>
                <a:lnTo>
                  <a:pt x="752475" y="600075"/>
                </a:lnTo>
                <a:lnTo>
                  <a:pt x="752475" y="590550"/>
                </a:lnTo>
                <a:lnTo>
                  <a:pt x="771525" y="590550"/>
                </a:lnTo>
                <a:lnTo>
                  <a:pt x="771525" y="571500"/>
                </a:lnTo>
                <a:lnTo>
                  <a:pt x="762000" y="571500"/>
                </a:lnTo>
                <a:lnTo>
                  <a:pt x="762000" y="523875"/>
                </a:lnTo>
                <a:lnTo>
                  <a:pt x="771525" y="523875"/>
                </a:lnTo>
                <a:close/>
                <a:moveTo>
                  <a:pt x="209550" y="523875"/>
                </a:moveTo>
                <a:lnTo>
                  <a:pt x="219075" y="523875"/>
                </a:lnTo>
                <a:lnTo>
                  <a:pt x="219075" y="533400"/>
                </a:lnTo>
                <a:lnTo>
                  <a:pt x="209550" y="533400"/>
                </a:lnTo>
                <a:close/>
                <a:moveTo>
                  <a:pt x="219075" y="533400"/>
                </a:moveTo>
                <a:lnTo>
                  <a:pt x="228600" y="533400"/>
                </a:lnTo>
                <a:lnTo>
                  <a:pt x="228600" y="542925"/>
                </a:lnTo>
                <a:lnTo>
                  <a:pt x="219075" y="542925"/>
                </a:lnTo>
                <a:close/>
                <a:moveTo>
                  <a:pt x="628650" y="542925"/>
                </a:moveTo>
                <a:lnTo>
                  <a:pt x="647700" y="542925"/>
                </a:lnTo>
                <a:lnTo>
                  <a:pt x="647700" y="552450"/>
                </a:lnTo>
                <a:lnTo>
                  <a:pt x="638175" y="552450"/>
                </a:lnTo>
                <a:lnTo>
                  <a:pt x="638175" y="561975"/>
                </a:lnTo>
                <a:lnTo>
                  <a:pt x="628650" y="561975"/>
                </a:lnTo>
                <a:close/>
                <a:moveTo>
                  <a:pt x="466725" y="571500"/>
                </a:moveTo>
                <a:lnTo>
                  <a:pt x="485775" y="571500"/>
                </a:lnTo>
                <a:lnTo>
                  <a:pt x="485775" y="590550"/>
                </a:lnTo>
                <a:lnTo>
                  <a:pt x="466725" y="590550"/>
                </a:lnTo>
                <a:close/>
                <a:moveTo>
                  <a:pt x="752475" y="609600"/>
                </a:moveTo>
                <a:lnTo>
                  <a:pt x="781050" y="609600"/>
                </a:lnTo>
                <a:lnTo>
                  <a:pt x="781050" y="619125"/>
                </a:lnTo>
                <a:lnTo>
                  <a:pt x="762000" y="619125"/>
                </a:lnTo>
                <a:lnTo>
                  <a:pt x="762000" y="628650"/>
                </a:lnTo>
                <a:lnTo>
                  <a:pt x="781050" y="628650"/>
                </a:lnTo>
                <a:lnTo>
                  <a:pt x="781050" y="638175"/>
                </a:lnTo>
                <a:lnTo>
                  <a:pt x="771525" y="638175"/>
                </a:lnTo>
                <a:lnTo>
                  <a:pt x="771525" y="647700"/>
                </a:lnTo>
                <a:lnTo>
                  <a:pt x="762000" y="647700"/>
                </a:lnTo>
                <a:lnTo>
                  <a:pt x="762000" y="657225"/>
                </a:lnTo>
                <a:lnTo>
                  <a:pt x="752475" y="657225"/>
                </a:lnTo>
                <a:lnTo>
                  <a:pt x="752475" y="666750"/>
                </a:lnTo>
                <a:lnTo>
                  <a:pt x="742950" y="666750"/>
                </a:lnTo>
                <a:lnTo>
                  <a:pt x="742950" y="647700"/>
                </a:lnTo>
                <a:lnTo>
                  <a:pt x="733425" y="647700"/>
                </a:lnTo>
                <a:lnTo>
                  <a:pt x="733425" y="619125"/>
                </a:lnTo>
                <a:lnTo>
                  <a:pt x="742950" y="619125"/>
                </a:lnTo>
                <a:lnTo>
                  <a:pt x="742950" y="628650"/>
                </a:lnTo>
                <a:lnTo>
                  <a:pt x="752475" y="628650"/>
                </a:lnTo>
                <a:close/>
                <a:moveTo>
                  <a:pt x="495300" y="628650"/>
                </a:moveTo>
                <a:lnTo>
                  <a:pt x="504825" y="628650"/>
                </a:lnTo>
                <a:lnTo>
                  <a:pt x="504825" y="647700"/>
                </a:lnTo>
                <a:lnTo>
                  <a:pt x="495300" y="647700"/>
                </a:lnTo>
                <a:close/>
                <a:moveTo>
                  <a:pt x="695325" y="657225"/>
                </a:moveTo>
                <a:lnTo>
                  <a:pt x="714375" y="657225"/>
                </a:lnTo>
                <a:lnTo>
                  <a:pt x="714375" y="666750"/>
                </a:lnTo>
                <a:lnTo>
                  <a:pt x="695325" y="666750"/>
                </a:lnTo>
                <a:close/>
                <a:moveTo>
                  <a:pt x="685800" y="666750"/>
                </a:moveTo>
                <a:lnTo>
                  <a:pt x="695325" y="666750"/>
                </a:lnTo>
                <a:lnTo>
                  <a:pt x="695325" y="685800"/>
                </a:lnTo>
                <a:lnTo>
                  <a:pt x="685800" y="685800"/>
                </a:lnTo>
                <a:close/>
                <a:moveTo>
                  <a:pt x="733425" y="666750"/>
                </a:moveTo>
                <a:lnTo>
                  <a:pt x="742950" y="666750"/>
                </a:lnTo>
                <a:lnTo>
                  <a:pt x="742950" y="676275"/>
                </a:lnTo>
                <a:lnTo>
                  <a:pt x="733425" y="676275"/>
                </a:lnTo>
                <a:close/>
                <a:moveTo>
                  <a:pt x="619125" y="676275"/>
                </a:moveTo>
                <a:lnTo>
                  <a:pt x="657225" y="676275"/>
                </a:lnTo>
                <a:lnTo>
                  <a:pt x="657225" y="685800"/>
                </a:lnTo>
                <a:lnTo>
                  <a:pt x="666750" y="685800"/>
                </a:lnTo>
                <a:lnTo>
                  <a:pt x="666750" y="695325"/>
                </a:lnTo>
                <a:lnTo>
                  <a:pt x="676275" y="695325"/>
                </a:lnTo>
                <a:lnTo>
                  <a:pt x="676275" y="714375"/>
                </a:lnTo>
                <a:lnTo>
                  <a:pt x="657225" y="714375"/>
                </a:lnTo>
                <a:lnTo>
                  <a:pt x="657225" y="704850"/>
                </a:lnTo>
                <a:lnTo>
                  <a:pt x="609600" y="704850"/>
                </a:lnTo>
                <a:lnTo>
                  <a:pt x="609600" y="714375"/>
                </a:lnTo>
                <a:lnTo>
                  <a:pt x="590550" y="714375"/>
                </a:lnTo>
                <a:lnTo>
                  <a:pt x="590550" y="685800"/>
                </a:lnTo>
                <a:lnTo>
                  <a:pt x="619125" y="685800"/>
                </a:lnTo>
                <a:close/>
                <a:moveTo>
                  <a:pt x="704850" y="676275"/>
                </a:moveTo>
                <a:lnTo>
                  <a:pt x="733425" y="676275"/>
                </a:lnTo>
                <a:lnTo>
                  <a:pt x="733425" y="685800"/>
                </a:lnTo>
                <a:lnTo>
                  <a:pt x="704850" y="685800"/>
                </a:lnTo>
                <a:close/>
              </a:path>
            </a:pathLst>
          </a:custGeom>
          <a:solidFill xmlns:a="http://schemas.openxmlformats.org/drawingml/2006/main">
            <a:srgbClr val="2B4B3B"/>
          </a:solidFill>
          <a:ln xmlns:a="http://schemas.openxmlformats.org/drawingml/2006/main" w="0">
            <a:noFill/>
          </a:ln>
        </p:spPr>
      </p:sp>
      <p:sp>
        <p:nvSpPr>
          <p:cNvPr id="202" name="v20 vector #294536">
            <a:extLst xmlns:a="http://schemas.openxmlformats.org/drawingml/2006/main">
              <a:ext uri="{FF2B5EF4-FFF2-40B4-BE49-F238E27FC236}">
                <a16:creationId xmlns:a16="http://schemas.microsoft.com/office/drawing/2014/main" id="{5DF7609C-2309-49A0-949D-8930DBA18C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95350" y="4848225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762000" y="95250"/>
                </a:moveTo>
                <a:lnTo>
                  <a:pt x="781050" y="95250"/>
                </a:lnTo>
                <a:lnTo>
                  <a:pt x="781050" y="104775"/>
                </a:lnTo>
                <a:lnTo>
                  <a:pt x="771525" y="104775"/>
                </a:lnTo>
                <a:lnTo>
                  <a:pt x="771525" y="114300"/>
                </a:lnTo>
                <a:lnTo>
                  <a:pt x="762000" y="114300"/>
                </a:lnTo>
                <a:lnTo>
                  <a:pt x="762000" y="142875"/>
                </a:lnTo>
                <a:lnTo>
                  <a:pt x="752475" y="142875"/>
                </a:lnTo>
                <a:lnTo>
                  <a:pt x="752475" y="104775"/>
                </a:lnTo>
                <a:lnTo>
                  <a:pt x="762000" y="104775"/>
                </a:lnTo>
                <a:close/>
                <a:moveTo>
                  <a:pt x="219075" y="104775"/>
                </a:moveTo>
                <a:lnTo>
                  <a:pt x="228600" y="104775"/>
                </a:lnTo>
                <a:lnTo>
                  <a:pt x="228600" y="133350"/>
                </a:lnTo>
                <a:lnTo>
                  <a:pt x="219075" y="133350"/>
                </a:lnTo>
                <a:close/>
                <a:moveTo>
                  <a:pt x="514350" y="104775"/>
                </a:moveTo>
                <a:lnTo>
                  <a:pt x="523875" y="104775"/>
                </a:lnTo>
                <a:lnTo>
                  <a:pt x="523875" y="133350"/>
                </a:lnTo>
                <a:lnTo>
                  <a:pt x="514350" y="133350"/>
                </a:lnTo>
                <a:close/>
                <a:moveTo>
                  <a:pt x="581025" y="104775"/>
                </a:moveTo>
                <a:lnTo>
                  <a:pt x="590550" y="104775"/>
                </a:lnTo>
                <a:lnTo>
                  <a:pt x="590550" y="114300"/>
                </a:lnTo>
                <a:lnTo>
                  <a:pt x="581025" y="114300"/>
                </a:lnTo>
                <a:close/>
                <a:moveTo>
                  <a:pt x="295275" y="114300"/>
                </a:moveTo>
                <a:lnTo>
                  <a:pt x="438150" y="114300"/>
                </a:lnTo>
                <a:lnTo>
                  <a:pt x="438150" y="133350"/>
                </a:lnTo>
                <a:lnTo>
                  <a:pt x="295275" y="133350"/>
                </a:lnTo>
                <a:close/>
                <a:moveTo>
                  <a:pt x="152400" y="133350"/>
                </a:moveTo>
                <a:lnTo>
                  <a:pt x="161925" y="133350"/>
                </a:lnTo>
                <a:lnTo>
                  <a:pt x="161925" y="142875"/>
                </a:lnTo>
                <a:lnTo>
                  <a:pt x="152400" y="142875"/>
                </a:lnTo>
                <a:close/>
                <a:moveTo>
                  <a:pt x="657225" y="142875"/>
                </a:moveTo>
                <a:lnTo>
                  <a:pt x="666750" y="142875"/>
                </a:lnTo>
                <a:lnTo>
                  <a:pt x="666750" y="152400"/>
                </a:lnTo>
                <a:lnTo>
                  <a:pt x="676275" y="152400"/>
                </a:lnTo>
                <a:lnTo>
                  <a:pt x="676275" y="228600"/>
                </a:lnTo>
                <a:lnTo>
                  <a:pt x="666750" y="228600"/>
                </a:lnTo>
                <a:lnTo>
                  <a:pt x="666750" y="238125"/>
                </a:lnTo>
                <a:lnTo>
                  <a:pt x="657225" y="238125"/>
                </a:lnTo>
                <a:lnTo>
                  <a:pt x="657225" y="228600"/>
                </a:lnTo>
                <a:lnTo>
                  <a:pt x="523875" y="228600"/>
                </a:lnTo>
                <a:lnTo>
                  <a:pt x="523875" y="209550"/>
                </a:lnTo>
                <a:lnTo>
                  <a:pt x="647700" y="209550"/>
                </a:lnTo>
                <a:lnTo>
                  <a:pt x="647700" y="200025"/>
                </a:lnTo>
                <a:lnTo>
                  <a:pt x="657225" y="200025"/>
                </a:lnTo>
                <a:close/>
                <a:moveTo>
                  <a:pt x="238125" y="161925"/>
                </a:moveTo>
                <a:lnTo>
                  <a:pt x="247650" y="161925"/>
                </a:lnTo>
                <a:lnTo>
                  <a:pt x="247650" y="171450"/>
                </a:lnTo>
                <a:lnTo>
                  <a:pt x="238125" y="171450"/>
                </a:lnTo>
                <a:close/>
                <a:moveTo>
                  <a:pt x="276225" y="161925"/>
                </a:moveTo>
                <a:lnTo>
                  <a:pt x="285750" y="161925"/>
                </a:lnTo>
                <a:lnTo>
                  <a:pt x="285750" y="171450"/>
                </a:lnTo>
                <a:lnTo>
                  <a:pt x="276225" y="171450"/>
                </a:lnTo>
                <a:close/>
                <a:moveTo>
                  <a:pt x="923925" y="161925"/>
                </a:moveTo>
                <a:lnTo>
                  <a:pt x="933450" y="161925"/>
                </a:lnTo>
                <a:lnTo>
                  <a:pt x="933450" y="171450"/>
                </a:lnTo>
                <a:lnTo>
                  <a:pt x="952500" y="171450"/>
                </a:lnTo>
                <a:lnTo>
                  <a:pt x="952500" y="190500"/>
                </a:lnTo>
                <a:lnTo>
                  <a:pt x="942975" y="190500"/>
                </a:lnTo>
                <a:lnTo>
                  <a:pt x="942975" y="180975"/>
                </a:lnTo>
                <a:lnTo>
                  <a:pt x="923925" y="180975"/>
                </a:lnTo>
                <a:close/>
                <a:moveTo>
                  <a:pt x="1000125" y="161925"/>
                </a:moveTo>
                <a:lnTo>
                  <a:pt x="1019175" y="161925"/>
                </a:lnTo>
                <a:lnTo>
                  <a:pt x="1019175" y="180975"/>
                </a:lnTo>
                <a:lnTo>
                  <a:pt x="990600" y="180975"/>
                </a:lnTo>
                <a:lnTo>
                  <a:pt x="990600" y="171450"/>
                </a:lnTo>
                <a:lnTo>
                  <a:pt x="1000125" y="171450"/>
                </a:lnTo>
                <a:close/>
                <a:moveTo>
                  <a:pt x="885825" y="190500"/>
                </a:moveTo>
                <a:lnTo>
                  <a:pt x="895350" y="190500"/>
                </a:lnTo>
                <a:lnTo>
                  <a:pt x="895350" y="209550"/>
                </a:lnTo>
                <a:lnTo>
                  <a:pt x="885825" y="209550"/>
                </a:lnTo>
                <a:close/>
                <a:moveTo>
                  <a:pt x="962025" y="190500"/>
                </a:moveTo>
                <a:lnTo>
                  <a:pt x="971550" y="190500"/>
                </a:lnTo>
                <a:lnTo>
                  <a:pt x="971550" y="209550"/>
                </a:lnTo>
                <a:lnTo>
                  <a:pt x="962025" y="209550"/>
                </a:lnTo>
                <a:close/>
                <a:moveTo>
                  <a:pt x="180975" y="209550"/>
                </a:moveTo>
                <a:lnTo>
                  <a:pt x="352425" y="209550"/>
                </a:lnTo>
                <a:lnTo>
                  <a:pt x="352425" y="228600"/>
                </a:lnTo>
                <a:lnTo>
                  <a:pt x="180975" y="228600"/>
                </a:lnTo>
                <a:close/>
                <a:moveTo>
                  <a:pt x="438150" y="285750"/>
                </a:moveTo>
                <a:lnTo>
                  <a:pt x="485775" y="285750"/>
                </a:lnTo>
                <a:lnTo>
                  <a:pt x="485775" y="295275"/>
                </a:lnTo>
                <a:lnTo>
                  <a:pt x="495300" y="295275"/>
                </a:lnTo>
                <a:lnTo>
                  <a:pt x="495300" y="333375"/>
                </a:lnTo>
                <a:lnTo>
                  <a:pt x="485775" y="333375"/>
                </a:lnTo>
                <a:lnTo>
                  <a:pt x="485775" y="342900"/>
                </a:lnTo>
                <a:lnTo>
                  <a:pt x="438150" y="342900"/>
                </a:lnTo>
                <a:lnTo>
                  <a:pt x="438150" y="333375"/>
                </a:lnTo>
                <a:lnTo>
                  <a:pt x="428625" y="333375"/>
                </a:lnTo>
                <a:lnTo>
                  <a:pt x="428625" y="295275"/>
                </a:lnTo>
                <a:lnTo>
                  <a:pt x="438150" y="295275"/>
                </a:lnTo>
                <a:close/>
                <a:moveTo>
                  <a:pt x="752475" y="285750"/>
                </a:moveTo>
                <a:lnTo>
                  <a:pt x="771525" y="285750"/>
                </a:lnTo>
                <a:lnTo>
                  <a:pt x="771525" y="295275"/>
                </a:lnTo>
                <a:lnTo>
                  <a:pt x="790575" y="295275"/>
                </a:lnTo>
                <a:lnTo>
                  <a:pt x="790575" y="314325"/>
                </a:lnTo>
                <a:lnTo>
                  <a:pt x="771525" y="314325"/>
                </a:lnTo>
                <a:lnTo>
                  <a:pt x="771525" y="304800"/>
                </a:lnTo>
                <a:lnTo>
                  <a:pt x="762000" y="304800"/>
                </a:lnTo>
                <a:lnTo>
                  <a:pt x="762000" y="295275"/>
                </a:lnTo>
                <a:lnTo>
                  <a:pt x="752475" y="295275"/>
                </a:lnTo>
                <a:close/>
                <a:moveTo>
                  <a:pt x="333375" y="295275"/>
                </a:moveTo>
                <a:lnTo>
                  <a:pt x="342900" y="295275"/>
                </a:lnTo>
                <a:lnTo>
                  <a:pt x="342900" y="304800"/>
                </a:lnTo>
                <a:lnTo>
                  <a:pt x="333375" y="304800"/>
                </a:lnTo>
                <a:close/>
                <a:moveTo>
                  <a:pt x="361950" y="295275"/>
                </a:moveTo>
                <a:lnTo>
                  <a:pt x="371475" y="295275"/>
                </a:lnTo>
                <a:lnTo>
                  <a:pt x="371475" y="304800"/>
                </a:lnTo>
                <a:lnTo>
                  <a:pt x="361950" y="304800"/>
                </a:lnTo>
                <a:close/>
                <a:moveTo>
                  <a:pt x="552450" y="295275"/>
                </a:moveTo>
                <a:lnTo>
                  <a:pt x="561975" y="295275"/>
                </a:lnTo>
                <a:lnTo>
                  <a:pt x="561975" y="304800"/>
                </a:lnTo>
                <a:lnTo>
                  <a:pt x="552450" y="304800"/>
                </a:lnTo>
                <a:close/>
                <a:moveTo>
                  <a:pt x="581025" y="295275"/>
                </a:moveTo>
                <a:lnTo>
                  <a:pt x="590550" y="295275"/>
                </a:lnTo>
                <a:lnTo>
                  <a:pt x="590550" y="304800"/>
                </a:lnTo>
                <a:lnTo>
                  <a:pt x="581025" y="304800"/>
                </a:lnTo>
                <a:close/>
                <a:moveTo>
                  <a:pt x="333375" y="314325"/>
                </a:moveTo>
                <a:lnTo>
                  <a:pt x="342900" y="314325"/>
                </a:lnTo>
                <a:lnTo>
                  <a:pt x="342900" y="323850"/>
                </a:lnTo>
                <a:lnTo>
                  <a:pt x="361950" y="323850"/>
                </a:lnTo>
                <a:lnTo>
                  <a:pt x="361950" y="314325"/>
                </a:lnTo>
                <a:lnTo>
                  <a:pt x="371475" y="314325"/>
                </a:lnTo>
                <a:lnTo>
                  <a:pt x="371475" y="323850"/>
                </a:lnTo>
                <a:lnTo>
                  <a:pt x="381000" y="323850"/>
                </a:lnTo>
                <a:lnTo>
                  <a:pt x="381000" y="333375"/>
                </a:lnTo>
                <a:lnTo>
                  <a:pt x="371475" y="333375"/>
                </a:lnTo>
                <a:lnTo>
                  <a:pt x="371475" y="342900"/>
                </a:lnTo>
                <a:lnTo>
                  <a:pt x="333375" y="342900"/>
                </a:lnTo>
                <a:lnTo>
                  <a:pt x="333375" y="333375"/>
                </a:lnTo>
                <a:lnTo>
                  <a:pt x="323850" y="333375"/>
                </a:lnTo>
                <a:lnTo>
                  <a:pt x="323850" y="323850"/>
                </a:lnTo>
                <a:lnTo>
                  <a:pt x="333375" y="323850"/>
                </a:lnTo>
                <a:close/>
                <a:moveTo>
                  <a:pt x="581025" y="314325"/>
                </a:moveTo>
                <a:lnTo>
                  <a:pt x="590550" y="314325"/>
                </a:lnTo>
                <a:lnTo>
                  <a:pt x="590550" y="333375"/>
                </a:lnTo>
                <a:lnTo>
                  <a:pt x="581025" y="333375"/>
                </a:lnTo>
                <a:close/>
                <a:moveTo>
                  <a:pt x="819150" y="352425"/>
                </a:moveTo>
                <a:lnTo>
                  <a:pt x="828675" y="352425"/>
                </a:lnTo>
                <a:lnTo>
                  <a:pt x="828675" y="381000"/>
                </a:lnTo>
                <a:lnTo>
                  <a:pt x="819150" y="381000"/>
                </a:lnTo>
                <a:lnTo>
                  <a:pt x="819150" y="371475"/>
                </a:lnTo>
                <a:lnTo>
                  <a:pt x="809625" y="371475"/>
                </a:lnTo>
                <a:lnTo>
                  <a:pt x="809625" y="361950"/>
                </a:lnTo>
                <a:lnTo>
                  <a:pt x="819150" y="361950"/>
                </a:lnTo>
                <a:close/>
                <a:moveTo>
                  <a:pt x="219075" y="381000"/>
                </a:moveTo>
                <a:lnTo>
                  <a:pt x="266700" y="381000"/>
                </a:lnTo>
                <a:lnTo>
                  <a:pt x="266700" y="390525"/>
                </a:lnTo>
                <a:lnTo>
                  <a:pt x="276225" y="390525"/>
                </a:lnTo>
                <a:lnTo>
                  <a:pt x="276225" y="428625"/>
                </a:lnTo>
                <a:lnTo>
                  <a:pt x="266700" y="428625"/>
                </a:lnTo>
                <a:lnTo>
                  <a:pt x="266700" y="438150"/>
                </a:lnTo>
                <a:lnTo>
                  <a:pt x="257175" y="438150"/>
                </a:lnTo>
                <a:lnTo>
                  <a:pt x="257175" y="428625"/>
                </a:lnTo>
                <a:lnTo>
                  <a:pt x="247650" y="428625"/>
                </a:lnTo>
                <a:lnTo>
                  <a:pt x="247650" y="419100"/>
                </a:lnTo>
                <a:lnTo>
                  <a:pt x="257175" y="419100"/>
                </a:lnTo>
                <a:lnTo>
                  <a:pt x="257175" y="400050"/>
                </a:lnTo>
                <a:lnTo>
                  <a:pt x="238125" y="400050"/>
                </a:lnTo>
                <a:lnTo>
                  <a:pt x="238125" y="409575"/>
                </a:lnTo>
                <a:lnTo>
                  <a:pt x="228600" y="409575"/>
                </a:lnTo>
                <a:lnTo>
                  <a:pt x="228600" y="419100"/>
                </a:lnTo>
                <a:lnTo>
                  <a:pt x="238125" y="419100"/>
                </a:lnTo>
                <a:lnTo>
                  <a:pt x="238125" y="428625"/>
                </a:lnTo>
                <a:lnTo>
                  <a:pt x="228600" y="428625"/>
                </a:lnTo>
                <a:lnTo>
                  <a:pt x="228600" y="438150"/>
                </a:lnTo>
                <a:lnTo>
                  <a:pt x="219075" y="438150"/>
                </a:lnTo>
                <a:lnTo>
                  <a:pt x="219075" y="428625"/>
                </a:lnTo>
                <a:lnTo>
                  <a:pt x="209550" y="428625"/>
                </a:lnTo>
                <a:lnTo>
                  <a:pt x="209550" y="390525"/>
                </a:lnTo>
                <a:lnTo>
                  <a:pt x="219075" y="390525"/>
                </a:lnTo>
                <a:close/>
                <a:moveTo>
                  <a:pt x="590550" y="381000"/>
                </a:moveTo>
                <a:lnTo>
                  <a:pt x="619125" y="381000"/>
                </a:lnTo>
                <a:lnTo>
                  <a:pt x="619125" y="390525"/>
                </a:lnTo>
                <a:lnTo>
                  <a:pt x="657225" y="390525"/>
                </a:lnTo>
                <a:lnTo>
                  <a:pt x="657225" y="381000"/>
                </a:lnTo>
                <a:lnTo>
                  <a:pt x="676275" y="381000"/>
                </a:lnTo>
                <a:lnTo>
                  <a:pt x="676275" y="400050"/>
                </a:lnTo>
                <a:lnTo>
                  <a:pt x="695325" y="400050"/>
                </a:lnTo>
                <a:lnTo>
                  <a:pt x="695325" y="409575"/>
                </a:lnTo>
                <a:lnTo>
                  <a:pt x="647700" y="409575"/>
                </a:lnTo>
                <a:lnTo>
                  <a:pt x="647700" y="419100"/>
                </a:lnTo>
                <a:lnTo>
                  <a:pt x="619125" y="419100"/>
                </a:lnTo>
                <a:lnTo>
                  <a:pt x="619125" y="409575"/>
                </a:lnTo>
                <a:lnTo>
                  <a:pt x="600075" y="409575"/>
                </a:lnTo>
                <a:lnTo>
                  <a:pt x="600075" y="428625"/>
                </a:lnTo>
                <a:lnTo>
                  <a:pt x="581025" y="428625"/>
                </a:lnTo>
                <a:lnTo>
                  <a:pt x="581025" y="409575"/>
                </a:lnTo>
                <a:lnTo>
                  <a:pt x="571500" y="409575"/>
                </a:lnTo>
                <a:lnTo>
                  <a:pt x="571500" y="400050"/>
                </a:lnTo>
                <a:lnTo>
                  <a:pt x="590550" y="400050"/>
                </a:lnTo>
                <a:close/>
                <a:moveTo>
                  <a:pt x="333375" y="390525"/>
                </a:moveTo>
                <a:lnTo>
                  <a:pt x="342900" y="390525"/>
                </a:lnTo>
                <a:lnTo>
                  <a:pt x="342900" y="400050"/>
                </a:lnTo>
                <a:lnTo>
                  <a:pt x="333375" y="400050"/>
                </a:lnTo>
                <a:close/>
                <a:moveTo>
                  <a:pt x="361950" y="390525"/>
                </a:moveTo>
                <a:lnTo>
                  <a:pt x="371475" y="390525"/>
                </a:lnTo>
                <a:lnTo>
                  <a:pt x="371475" y="400050"/>
                </a:lnTo>
                <a:lnTo>
                  <a:pt x="361950" y="400050"/>
                </a:lnTo>
                <a:close/>
                <a:moveTo>
                  <a:pt x="438150" y="390525"/>
                </a:moveTo>
                <a:lnTo>
                  <a:pt x="447675" y="390525"/>
                </a:lnTo>
                <a:lnTo>
                  <a:pt x="447675" y="400050"/>
                </a:lnTo>
                <a:lnTo>
                  <a:pt x="438150" y="400050"/>
                </a:lnTo>
                <a:close/>
                <a:moveTo>
                  <a:pt x="466725" y="390525"/>
                </a:moveTo>
                <a:lnTo>
                  <a:pt x="485775" y="390525"/>
                </a:lnTo>
                <a:lnTo>
                  <a:pt x="485775" y="400050"/>
                </a:lnTo>
                <a:lnTo>
                  <a:pt x="466725" y="400050"/>
                </a:lnTo>
                <a:close/>
                <a:moveTo>
                  <a:pt x="552450" y="400050"/>
                </a:moveTo>
                <a:lnTo>
                  <a:pt x="561975" y="400050"/>
                </a:lnTo>
                <a:lnTo>
                  <a:pt x="561975" y="409575"/>
                </a:lnTo>
                <a:lnTo>
                  <a:pt x="552450" y="409575"/>
                </a:lnTo>
                <a:close/>
                <a:moveTo>
                  <a:pt x="333375" y="419100"/>
                </a:moveTo>
                <a:lnTo>
                  <a:pt x="342900" y="419100"/>
                </a:lnTo>
                <a:lnTo>
                  <a:pt x="342900" y="428625"/>
                </a:lnTo>
                <a:lnTo>
                  <a:pt x="333375" y="428625"/>
                </a:lnTo>
                <a:close/>
                <a:moveTo>
                  <a:pt x="361950" y="419100"/>
                </a:moveTo>
                <a:lnTo>
                  <a:pt x="371475" y="419100"/>
                </a:lnTo>
                <a:lnTo>
                  <a:pt x="371475" y="428625"/>
                </a:lnTo>
                <a:lnTo>
                  <a:pt x="361950" y="428625"/>
                </a:lnTo>
                <a:close/>
                <a:moveTo>
                  <a:pt x="438150" y="419100"/>
                </a:moveTo>
                <a:lnTo>
                  <a:pt x="447675" y="419100"/>
                </a:lnTo>
                <a:lnTo>
                  <a:pt x="447675" y="428625"/>
                </a:lnTo>
                <a:lnTo>
                  <a:pt x="438150" y="428625"/>
                </a:lnTo>
                <a:close/>
                <a:moveTo>
                  <a:pt x="542925" y="438150"/>
                </a:moveTo>
                <a:lnTo>
                  <a:pt x="561975" y="438150"/>
                </a:lnTo>
                <a:lnTo>
                  <a:pt x="561975" y="447675"/>
                </a:lnTo>
                <a:lnTo>
                  <a:pt x="552450" y="447675"/>
                </a:lnTo>
                <a:lnTo>
                  <a:pt x="552450" y="457200"/>
                </a:lnTo>
                <a:lnTo>
                  <a:pt x="542925" y="457200"/>
                </a:lnTo>
                <a:lnTo>
                  <a:pt x="542925" y="466725"/>
                </a:lnTo>
                <a:lnTo>
                  <a:pt x="533400" y="466725"/>
                </a:lnTo>
                <a:lnTo>
                  <a:pt x="533400" y="476250"/>
                </a:lnTo>
                <a:lnTo>
                  <a:pt x="523875" y="476250"/>
                </a:lnTo>
                <a:lnTo>
                  <a:pt x="523875" y="457200"/>
                </a:lnTo>
                <a:lnTo>
                  <a:pt x="533400" y="457200"/>
                </a:lnTo>
                <a:lnTo>
                  <a:pt x="533400" y="447675"/>
                </a:lnTo>
                <a:lnTo>
                  <a:pt x="542925" y="447675"/>
                </a:lnTo>
                <a:close/>
                <a:moveTo>
                  <a:pt x="495300" y="447675"/>
                </a:moveTo>
                <a:lnTo>
                  <a:pt x="504825" y="447675"/>
                </a:lnTo>
                <a:lnTo>
                  <a:pt x="504825" y="466725"/>
                </a:lnTo>
                <a:lnTo>
                  <a:pt x="495300" y="466725"/>
                </a:lnTo>
                <a:close/>
                <a:moveTo>
                  <a:pt x="485775" y="466725"/>
                </a:moveTo>
                <a:lnTo>
                  <a:pt x="495300" y="466725"/>
                </a:lnTo>
                <a:lnTo>
                  <a:pt x="495300" y="476250"/>
                </a:lnTo>
                <a:lnTo>
                  <a:pt x="485775" y="476250"/>
                </a:lnTo>
                <a:close/>
                <a:moveTo>
                  <a:pt x="514350" y="476250"/>
                </a:moveTo>
                <a:lnTo>
                  <a:pt x="523875" y="476250"/>
                </a:lnTo>
                <a:lnTo>
                  <a:pt x="523875" y="485775"/>
                </a:lnTo>
                <a:lnTo>
                  <a:pt x="514350" y="485775"/>
                </a:lnTo>
                <a:close/>
                <a:moveTo>
                  <a:pt x="209550" y="495300"/>
                </a:moveTo>
                <a:lnTo>
                  <a:pt x="238125" y="495300"/>
                </a:lnTo>
                <a:lnTo>
                  <a:pt x="238125" y="504825"/>
                </a:lnTo>
                <a:lnTo>
                  <a:pt x="209550" y="504825"/>
                </a:lnTo>
                <a:close/>
                <a:moveTo>
                  <a:pt x="333375" y="495300"/>
                </a:moveTo>
                <a:lnTo>
                  <a:pt x="342900" y="495300"/>
                </a:lnTo>
                <a:lnTo>
                  <a:pt x="342900" y="504825"/>
                </a:lnTo>
                <a:lnTo>
                  <a:pt x="333375" y="504825"/>
                </a:lnTo>
                <a:close/>
                <a:moveTo>
                  <a:pt x="361950" y="495300"/>
                </a:moveTo>
                <a:lnTo>
                  <a:pt x="371475" y="495300"/>
                </a:lnTo>
                <a:lnTo>
                  <a:pt x="371475" y="504825"/>
                </a:lnTo>
                <a:lnTo>
                  <a:pt x="361950" y="504825"/>
                </a:lnTo>
                <a:close/>
                <a:moveTo>
                  <a:pt x="771525" y="495300"/>
                </a:moveTo>
                <a:lnTo>
                  <a:pt x="781050" y="495300"/>
                </a:lnTo>
                <a:lnTo>
                  <a:pt x="781050" y="504825"/>
                </a:lnTo>
                <a:lnTo>
                  <a:pt x="800100" y="504825"/>
                </a:lnTo>
                <a:lnTo>
                  <a:pt x="800100" y="514350"/>
                </a:lnTo>
                <a:lnTo>
                  <a:pt x="771525" y="514350"/>
                </a:lnTo>
                <a:close/>
                <a:moveTo>
                  <a:pt x="209550" y="514350"/>
                </a:moveTo>
                <a:lnTo>
                  <a:pt x="228600" y="514350"/>
                </a:lnTo>
                <a:lnTo>
                  <a:pt x="228600" y="523875"/>
                </a:lnTo>
                <a:lnTo>
                  <a:pt x="247650" y="523875"/>
                </a:lnTo>
                <a:lnTo>
                  <a:pt x="247650" y="514350"/>
                </a:lnTo>
                <a:lnTo>
                  <a:pt x="266700" y="514350"/>
                </a:lnTo>
                <a:lnTo>
                  <a:pt x="266700" y="542925"/>
                </a:lnTo>
                <a:lnTo>
                  <a:pt x="228600" y="542925"/>
                </a:lnTo>
                <a:lnTo>
                  <a:pt x="228600" y="533400"/>
                </a:lnTo>
                <a:lnTo>
                  <a:pt x="219075" y="533400"/>
                </a:lnTo>
                <a:lnTo>
                  <a:pt x="219075" y="523875"/>
                </a:lnTo>
                <a:lnTo>
                  <a:pt x="209550" y="523875"/>
                </a:lnTo>
                <a:close/>
                <a:moveTo>
                  <a:pt x="333375" y="514350"/>
                </a:moveTo>
                <a:lnTo>
                  <a:pt x="342900" y="514350"/>
                </a:lnTo>
                <a:lnTo>
                  <a:pt x="342900" y="523875"/>
                </a:lnTo>
                <a:lnTo>
                  <a:pt x="361950" y="523875"/>
                </a:lnTo>
                <a:lnTo>
                  <a:pt x="361950" y="514350"/>
                </a:lnTo>
                <a:lnTo>
                  <a:pt x="371475" y="514350"/>
                </a:lnTo>
                <a:lnTo>
                  <a:pt x="371475" y="523875"/>
                </a:lnTo>
                <a:lnTo>
                  <a:pt x="381000" y="523875"/>
                </a:lnTo>
                <a:lnTo>
                  <a:pt x="381000" y="533400"/>
                </a:lnTo>
                <a:lnTo>
                  <a:pt x="371475" y="533400"/>
                </a:lnTo>
                <a:lnTo>
                  <a:pt x="371475" y="542925"/>
                </a:lnTo>
                <a:lnTo>
                  <a:pt x="333375" y="542925"/>
                </a:lnTo>
                <a:lnTo>
                  <a:pt x="333375" y="533400"/>
                </a:lnTo>
                <a:lnTo>
                  <a:pt x="323850" y="533400"/>
                </a:lnTo>
                <a:lnTo>
                  <a:pt x="323850" y="523875"/>
                </a:lnTo>
                <a:lnTo>
                  <a:pt x="333375" y="523875"/>
                </a:lnTo>
                <a:close/>
                <a:moveTo>
                  <a:pt x="638175" y="552450"/>
                </a:moveTo>
                <a:lnTo>
                  <a:pt x="647700" y="552450"/>
                </a:lnTo>
                <a:lnTo>
                  <a:pt x="647700" y="561975"/>
                </a:lnTo>
                <a:lnTo>
                  <a:pt x="638175" y="561975"/>
                </a:lnTo>
                <a:close/>
                <a:moveTo>
                  <a:pt x="666750" y="581025"/>
                </a:moveTo>
                <a:lnTo>
                  <a:pt x="685800" y="581025"/>
                </a:lnTo>
                <a:lnTo>
                  <a:pt x="685800" y="590550"/>
                </a:lnTo>
                <a:lnTo>
                  <a:pt x="666750" y="590550"/>
                </a:lnTo>
                <a:close/>
                <a:moveTo>
                  <a:pt x="752475" y="600075"/>
                </a:moveTo>
                <a:lnTo>
                  <a:pt x="790575" y="600075"/>
                </a:lnTo>
                <a:lnTo>
                  <a:pt x="790575" y="609600"/>
                </a:lnTo>
                <a:lnTo>
                  <a:pt x="752475" y="609600"/>
                </a:lnTo>
                <a:close/>
                <a:moveTo>
                  <a:pt x="742950" y="609600"/>
                </a:moveTo>
                <a:lnTo>
                  <a:pt x="752475" y="609600"/>
                </a:lnTo>
                <a:lnTo>
                  <a:pt x="752475" y="628650"/>
                </a:lnTo>
                <a:lnTo>
                  <a:pt x="742950" y="628650"/>
                </a:lnTo>
                <a:close/>
                <a:moveTo>
                  <a:pt x="485775" y="619125"/>
                </a:moveTo>
                <a:lnTo>
                  <a:pt x="495300" y="619125"/>
                </a:lnTo>
                <a:lnTo>
                  <a:pt x="495300" y="628650"/>
                </a:lnTo>
                <a:lnTo>
                  <a:pt x="485775" y="628650"/>
                </a:lnTo>
                <a:close/>
                <a:moveTo>
                  <a:pt x="762000" y="619125"/>
                </a:moveTo>
                <a:lnTo>
                  <a:pt x="781050" y="619125"/>
                </a:lnTo>
                <a:lnTo>
                  <a:pt x="781050" y="628650"/>
                </a:lnTo>
                <a:lnTo>
                  <a:pt x="762000" y="628650"/>
                </a:lnTo>
                <a:close/>
                <a:moveTo>
                  <a:pt x="666750" y="685800"/>
                </a:moveTo>
                <a:lnTo>
                  <a:pt x="695325" y="685800"/>
                </a:lnTo>
                <a:lnTo>
                  <a:pt x="695325" y="695325"/>
                </a:lnTo>
                <a:lnTo>
                  <a:pt x="666750" y="695325"/>
                </a:lnTo>
                <a:close/>
                <a:moveTo>
                  <a:pt x="704850" y="685800"/>
                </a:moveTo>
                <a:lnTo>
                  <a:pt x="714375" y="685800"/>
                </a:lnTo>
                <a:lnTo>
                  <a:pt x="714375" y="695325"/>
                </a:lnTo>
                <a:lnTo>
                  <a:pt x="704850" y="695325"/>
                </a:lnTo>
                <a:close/>
              </a:path>
            </a:pathLst>
          </a:custGeom>
          <a:solidFill xmlns:a="http://schemas.openxmlformats.org/drawingml/2006/main">
            <a:srgbClr val="294536"/>
          </a:solidFill>
          <a:ln xmlns:a="http://schemas.openxmlformats.org/drawingml/2006/main" w="0">
            <a:noFill/>
          </a:ln>
        </p:spPr>
      </p:sp>
      <p:sp>
        <p:nvSpPr>
          <p:cNvPr id="203" name="">
            <a:extLst xmlns:a="http://schemas.openxmlformats.org/drawingml/2006/main">
              <a:ext uri="{FF2B5EF4-FFF2-40B4-BE49-F238E27FC236}">
                <a16:creationId xmlns:a16="http://schemas.microsoft.com/office/drawing/2014/main" id="{82074755-8565-4A56-BEEA-A30E6AB92C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514600" y="4914900"/>
            <a:ext cx="1495425" cy="93345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l"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defPPr>
            <a:lvl1pPr algn="l"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1pPr>
            <a:lvl2pPr algn="l"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2pPr>
            <a:lvl3pPr algn="l"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3pPr>
            <a:lvl4pPr algn="l"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4pPr>
            <a:lvl5pPr algn="l"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5pPr>
            <a:lvl6pPr algn="l"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6pPr>
            <a:lvl7pPr algn="l"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7pPr>
            <a:lvl8pPr algn="l"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8pPr>
            <a:lvl9pPr algn="l"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l">
              <a:lnSpc>
                <a:spcPct val="105000"/>
              </a:lnSpc>
              <a:buNone/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pPr>
            <a:r>
              <a:rPr sz="1500" b="0">
                <a:solidFill>
                  <a:srgbClr val="1D4333"/>
                </a:solidFill>
                <a:latin typeface="Arial"/>
                <a:ea typeface="Arial"/>
                <a:cs typeface="Arial"/>
              </a:rPr>
              <a:t>Horarios</a:t>
            </a:r>
          </a:p>
          <a:p xmlns:a="http://schemas.openxmlformats.org/drawingml/2006/main">
            <a:pPr algn="l">
              <a:lnSpc>
                <a:spcPct val="105000"/>
              </a:lnSpc>
              <a:buNone/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pPr>
            <a:r>
              <a:rPr sz="1500" b="0">
                <a:solidFill>
                  <a:srgbClr val="1D4333"/>
                </a:solidFill>
                <a:latin typeface="Arial"/>
                <a:ea typeface="Arial"/>
                <a:cs typeface="Arial"/>
              </a:rPr>
              <a:t>acordados</a:t>
            </a:r>
          </a:p>
          <a:p xmlns:a="http://schemas.openxmlformats.org/drawingml/2006/main">
            <a:pPr algn="l">
              <a:lnSpc>
                <a:spcPct val="105000"/>
              </a:lnSpc>
              <a:buNone/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pPr>
            <a:r>
              <a:rPr sz="1500" b="0">
                <a:solidFill>
                  <a:srgbClr val="1D4333"/>
                </a:solidFill>
                <a:latin typeface="Arial"/>
                <a:ea typeface="Arial"/>
                <a:cs typeface="Arial"/>
              </a:rPr>
              <a:t>de palabra</a:t>
            </a:r>
          </a:p>
        </p:txBody>
      </p:sp>
      <p:sp>
        <p:nvSpPr>
          <p:cNvPr id="204" name="">
            <a:extLst xmlns:a="http://schemas.openxmlformats.org/drawingml/2006/main">
              <a:ext uri="{FF2B5EF4-FFF2-40B4-BE49-F238E27FC236}">
                <a16:creationId xmlns:a16="http://schemas.microsoft.com/office/drawing/2014/main" id="{0BFC795D-EB32-421F-8992-52423D666A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200525" y="5105400"/>
            <a:ext cx="619125" cy="42862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l">
              <a:defRPr sz="3075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defPPr>
            <a:lvl1pPr algn="l">
              <a:defRPr sz="3075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1pPr>
            <a:lvl2pPr algn="l">
              <a:defRPr sz="3075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2pPr>
            <a:lvl3pPr algn="l">
              <a:defRPr sz="3075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3pPr>
            <a:lvl4pPr algn="l">
              <a:defRPr sz="3075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4pPr>
            <a:lvl5pPr algn="l">
              <a:defRPr sz="3075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5pPr>
            <a:lvl6pPr algn="l">
              <a:defRPr sz="3075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6pPr>
            <a:lvl7pPr algn="l">
              <a:defRPr sz="3075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7pPr>
            <a:lvl8pPr algn="l">
              <a:defRPr sz="3075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8pPr>
            <a:lvl9pPr algn="l">
              <a:defRPr sz="3075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l">
              <a:lnSpc>
                <a:spcPct val="105000"/>
              </a:lnSpc>
              <a:buNone/>
              <a:defRPr sz="3075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pPr>
            <a:r>
              <a:rPr sz="3075" b="0">
                <a:solidFill>
                  <a:srgbClr val="1D4333"/>
                </a:solidFill>
                <a:latin typeface="Arial"/>
                <a:ea typeface="Arial"/>
                <a:cs typeface="Arial"/>
              </a:rPr>
              <a:t>⟶</a:t>
            </a:r>
          </a:p>
        </p:txBody>
      </p:sp>
      <p:sp>
        <p:nvSpPr>
          <p:cNvPr id="205" name="">
            <a:extLst xmlns:a="http://schemas.openxmlformats.org/drawingml/2006/main">
              <a:ext uri="{FF2B5EF4-FFF2-40B4-BE49-F238E27FC236}">
                <a16:creationId xmlns:a16="http://schemas.microsoft.com/office/drawing/2014/main" id="{9C06EB9D-DDF3-4560-81A5-6B49D21A4CF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876800" y="4733925"/>
            <a:ext cx="3343275" cy="1143000"/>
          </a:xfrm>
          <a:prstGeom xmlns:a="http://schemas.openxmlformats.org/drawingml/2006/main" prst="roundRect">
            <a:avLst>
              <a:gd name="adj" fmla="val 18333"/>
            </a:avLst>
          </a:prstGeom>
          <a:solidFill xmlns:a="http://schemas.openxmlformats.org/drawingml/2006/main">
            <a:srgbClr val="FAFAF6"/>
          </a:solidFill>
          <a:ln xmlns:a="http://schemas.openxmlformats.org/drawingml/2006/main" w="23813">
            <a:solidFill>
              <a:srgbClr val="9E654A"/>
            </a:solidFill>
          </a:ln>
        </p:spPr>
      </p:sp>
      <p:sp>
        <p:nvSpPr>
          <p:cNvPr id="206" name="">
            <a:extLst xmlns:a="http://schemas.openxmlformats.org/drawingml/2006/main">
              <a:ext uri="{FF2B5EF4-FFF2-40B4-BE49-F238E27FC236}">
                <a16:creationId xmlns:a16="http://schemas.microsoft.com/office/drawing/2014/main" id="{FD638B98-9C52-4BBD-B382-150D43145E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048250" y="4848225"/>
            <a:ext cx="1428750" cy="962025"/>
          </a:xfrm>
          <a:prstGeom xmlns:a="http://schemas.openxmlformats.org/drawingml/2006/main" prst="rect">
            <a:avLst/>
          </a:prstGeom>
          <a:solidFill xmlns:a="http://schemas.openxmlformats.org/drawingml/2006/main">
            <a:srgbClr val="F5F2E8"/>
          </a:solidFill>
          <a:ln xmlns:a="http://schemas.openxmlformats.org/drawingml/2006/main" w="0">
            <a:noFill/>
          </a:ln>
        </p:spPr>
      </p:sp>
      <p:sp>
        <p:nvSpPr>
          <p:cNvPr id="207" name="v21 vector #fbfcf8">
            <a:extLst xmlns:a="http://schemas.openxmlformats.org/drawingml/2006/main">
              <a:ext uri="{FF2B5EF4-FFF2-40B4-BE49-F238E27FC236}">
                <a16:creationId xmlns:a16="http://schemas.microsoft.com/office/drawing/2014/main" id="{89B2E3EB-7BEE-457E-815F-0DEF9F986F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8250" y="4848225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838200" y="0"/>
                </a:moveTo>
                <a:lnTo>
                  <a:pt x="847725" y="0"/>
                </a:lnTo>
                <a:lnTo>
                  <a:pt x="847725" y="9525"/>
                </a:lnTo>
                <a:lnTo>
                  <a:pt x="838200" y="9525"/>
                </a:lnTo>
                <a:close/>
                <a:moveTo>
                  <a:pt x="866775" y="19050"/>
                </a:moveTo>
                <a:lnTo>
                  <a:pt x="876300" y="19050"/>
                </a:lnTo>
                <a:lnTo>
                  <a:pt x="876300" y="28575"/>
                </a:lnTo>
                <a:lnTo>
                  <a:pt x="866775" y="28575"/>
                </a:lnTo>
                <a:close/>
                <a:moveTo>
                  <a:pt x="161925" y="38100"/>
                </a:moveTo>
                <a:lnTo>
                  <a:pt x="171450" y="38100"/>
                </a:lnTo>
                <a:lnTo>
                  <a:pt x="171450" y="47625"/>
                </a:lnTo>
                <a:lnTo>
                  <a:pt x="180975" y="47625"/>
                </a:lnTo>
                <a:lnTo>
                  <a:pt x="180975" y="57150"/>
                </a:lnTo>
                <a:lnTo>
                  <a:pt x="171450" y="57150"/>
                </a:lnTo>
                <a:lnTo>
                  <a:pt x="171450" y="66675"/>
                </a:lnTo>
                <a:lnTo>
                  <a:pt x="133350" y="66675"/>
                </a:lnTo>
                <a:lnTo>
                  <a:pt x="133350" y="47625"/>
                </a:lnTo>
                <a:lnTo>
                  <a:pt x="161925" y="47625"/>
                </a:lnTo>
                <a:close/>
                <a:moveTo>
                  <a:pt x="257175" y="47625"/>
                </a:moveTo>
                <a:lnTo>
                  <a:pt x="266700" y="47625"/>
                </a:lnTo>
                <a:lnTo>
                  <a:pt x="266700" y="66675"/>
                </a:lnTo>
                <a:lnTo>
                  <a:pt x="257175" y="66675"/>
                </a:lnTo>
                <a:close/>
                <a:moveTo>
                  <a:pt x="361950" y="47625"/>
                </a:moveTo>
                <a:lnTo>
                  <a:pt x="371475" y="47625"/>
                </a:lnTo>
                <a:lnTo>
                  <a:pt x="371475" y="57150"/>
                </a:lnTo>
                <a:lnTo>
                  <a:pt x="361950" y="57150"/>
                </a:lnTo>
                <a:close/>
                <a:moveTo>
                  <a:pt x="695325" y="47625"/>
                </a:moveTo>
                <a:lnTo>
                  <a:pt x="704850" y="47625"/>
                </a:lnTo>
                <a:lnTo>
                  <a:pt x="704850" y="57150"/>
                </a:lnTo>
                <a:lnTo>
                  <a:pt x="695325" y="57150"/>
                </a:lnTo>
                <a:close/>
                <a:moveTo>
                  <a:pt x="800100" y="47625"/>
                </a:moveTo>
                <a:lnTo>
                  <a:pt x="809625" y="47625"/>
                </a:lnTo>
                <a:lnTo>
                  <a:pt x="809625" y="57150"/>
                </a:lnTo>
                <a:lnTo>
                  <a:pt x="800100" y="57150"/>
                </a:lnTo>
                <a:close/>
                <a:moveTo>
                  <a:pt x="895350" y="47625"/>
                </a:moveTo>
                <a:lnTo>
                  <a:pt x="904875" y="47625"/>
                </a:lnTo>
                <a:lnTo>
                  <a:pt x="904875" y="57150"/>
                </a:lnTo>
                <a:lnTo>
                  <a:pt x="895350" y="57150"/>
                </a:lnTo>
                <a:close/>
                <a:moveTo>
                  <a:pt x="304800" y="57150"/>
                </a:moveTo>
                <a:lnTo>
                  <a:pt x="323850" y="57150"/>
                </a:lnTo>
                <a:lnTo>
                  <a:pt x="323850" y="104775"/>
                </a:lnTo>
                <a:lnTo>
                  <a:pt x="304800" y="104775"/>
                </a:lnTo>
                <a:close/>
                <a:moveTo>
                  <a:pt x="76200" y="85725"/>
                </a:moveTo>
                <a:lnTo>
                  <a:pt x="104775" y="85725"/>
                </a:lnTo>
                <a:lnTo>
                  <a:pt x="104775" y="114300"/>
                </a:lnTo>
                <a:lnTo>
                  <a:pt x="95250" y="114300"/>
                </a:lnTo>
                <a:lnTo>
                  <a:pt x="95250" y="152400"/>
                </a:lnTo>
                <a:lnTo>
                  <a:pt x="85725" y="152400"/>
                </a:lnTo>
                <a:lnTo>
                  <a:pt x="85725" y="161925"/>
                </a:lnTo>
                <a:lnTo>
                  <a:pt x="76200" y="161925"/>
                </a:lnTo>
                <a:lnTo>
                  <a:pt x="76200" y="152400"/>
                </a:lnTo>
                <a:lnTo>
                  <a:pt x="66675" y="152400"/>
                </a:lnTo>
                <a:lnTo>
                  <a:pt x="66675" y="133350"/>
                </a:lnTo>
                <a:lnTo>
                  <a:pt x="76200" y="133350"/>
                </a:lnTo>
                <a:lnTo>
                  <a:pt x="76200" y="123825"/>
                </a:lnTo>
                <a:lnTo>
                  <a:pt x="85725" y="123825"/>
                </a:lnTo>
                <a:lnTo>
                  <a:pt x="85725" y="104775"/>
                </a:lnTo>
                <a:lnTo>
                  <a:pt x="76200" y="104775"/>
                </a:lnTo>
                <a:close/>
                <a:moveTo>
                  <a:pt x="295275" y="190500"/>
                </a:moveTo>
                <a:lnTo>
                  <a:pt x="314325" y="190500"/>
                </a:lnTo>
                <a:lnTo>
                  <a:pt x="314325" y="200025"/>
                </a:lnTo>
                <a:lnTo>
                  <a:pt x="323850" y="200025"/>
                </a:lnTo>
                <a:lnTo>
                  <a:pt x="323850" y="209550"/>
                </a:lnTo>
                <a:lnTo>
                  <a:pt x="295275" y="209550"/>
                </a:lnTo>
                <a:close/>
                <a:moveTo>
                  <a:pt x="628650" y="190500"/>
                </a:moveTo>
                <a:lnTo>
                  <a:pt x="704850" y="190500"/>
                </a:lnTo>
                <a:lnTo>
                  <a:pt x="704850" y="200025"/>
                </a:lnTo>
                <a:lnTo>
                  <a:pt x="733425" y="200025"/>
                </a:lnTo>
                <a:lnTo>
                  <a:pt x="733425" y="209550"/>
                </a:lnTo>
                <a:lnTo>
                  <a:pt x="695325" y="209550"/>
                </a:lnTo>
                <a:lnTo>
                  <a:pt x="695325" y="219075"/>
                </a:lnTo>
                <a:lnTo>
                  <a:pt x="666750" y="219075"/>
                </a:lnTo>
                <a:lnTo>
                  <a:pt x="666750" y="209550"/>
                </a:lnTo>
                <a:lnTo>
                  <a:pt x="628650" y="209550"/>
                </a:lnTo>
                <a:close/>
                <a:moveTo>
                  <a:pt x="133350" y="200025"/>
                </a:moveTo>
                <a:lnTo>
                  <a:pt x="142875" y="200025"/>
                </a:lnTo>
                <a:lnTo>
                  <a:pt x="142875" y="209550"/>
                </a:lnTo>
                <a:lnTo>
                  <a:pt x="133350" y="209550"/>
                </a:lnTo>
                <a:close/>
                <a:moveTo>
                  <a:pt x="276225" y="200025"/>
                </a:moveTo>
                <a:lnTo>
                  <a:pt x="285750" y="200025"/>
                </a:lnTo>
                <a:lnTo>
                  <a:pt x="285750" y="209550"/>
                </a:lnTo>
                <a:lnTo>
                  <a:pt x="276225" y="209550"/>
                </a:lnTo>
                <a:close/>
                <a:moveTo>
                  <a:pt x="371475" y="228600"/>
                </a:moveTo>
                <a:lnTo>
                  <a:pt x="390525" y="228600"/>
                </a:lnTo>
                <a:lnTo>
                  <a:pt x="390525" y="238125"/>
                </a:lnTo>
                <a:lnTo>
                  <a:pt x="381000" y="238125"/>
                </a:lnTo>
                <a:lnTo>
                  <a:pt x="381000" y="247650"/>
                </a:lnTo>
                <a:lnTo>
                  <a:pt x="371475" y="247650"/>
                </a:lnTo>
                <a:close/>
                <a:moveTo>
                  <a:pt x="419100" y="228600"/>
                </a:moveTo>
                <a:lnTo>
                  <a:pt x="438150" y="228600"/>
                </a:lnTo>
                <a:lnTo>
                  <a:pt x="438150" y="238125"/>
                </a:lnTo>
                <a:lnTo>
                  <a:pt x="419100" y="238125"/>
                </a:lnTo>
                <a:close/>
                <a:moveTo>
                  <a:pt x="914400" y="247650"/>
                </a:moveTo>
                <a:lnTo>
                  <a:pt x="933450" y="247650"/>
                </a:lnTo>
                <a:lnTo>
                  <a:pt x="933450" y="342900"/>
                </a:lnTo>
                <a:lnTo>
                  <a:pt x="914400" y="342900"/>
                </a:lnTo>
                <a:close/>
                <a:moveTo>
                  <a:pt x="962025" y="247650"/>
                </a:moveTo>
                <a:lnTo>
                  <a:pt x="981075" y="247650"/>
                </a:lnTo>
                <a:lnTo>
                  <a:pt x="981075" y="266700"/>
                </a:lnTo>
                <a:lnTo>
                  <a:pt x="990600" y="266700"/>
                </a:lnTo>
                <a:lnTo>
                  <a:pt x="990600" y="276225"/>
                </a:lnTo>
                <a:lnTo>
                  <a:pt x="1000125" y="276225"/>
                </a:lnTo>
                <a:lnTo>
                  <a:pt x="1000125" y="285750"/>
                </a:lnTo>
                <a:lnTo>
                  <a:pt x="990600" y="285750"/>
                </a:lnTo>
                <a:lnTo>
                  <a:pt x="990600" y="352425"/>
                </a:lnTo>
                <a:lnTo>
                  <a:pt x="981075" y="352425"/>
                </a:lnTo>
                <a:lnTo>
                  <a:pt x="981075" y="371475"/>
                </a:lnTo>
                <a:lnTo>
                  <a:pt x="971550" y="371475"/>
                </a:lnTo>
                <a:lnTo>
                  <a:pt x="971550" y="361950"/>
                </a:lnTo>
                <a:lnTo>
                  <a:pt x="962025" y="361950"/>
                </a:lnTo>
                <a:close/>
                <a:moveTo>
                  <a:pt x="171450" y="314325"/>
                </a:moveTo>
                <a:lnTo>
                  <a:pt x="180975" y="314325"/>
                </a:lnTo>
                <a:lnTo>
                  <a:pt x="180975" y="333375"/>
                </a:lnTo>
                <a:lnTo>
                  <a:pt x="171450" y="333375"/>
                </a:lnTo>
                <a:close/>
                <a:moveTo>
                  <a:pt x="371475" y="333375"/>
                </a:moveTo>
                <a:lnTo>
                  <a:pt x="381000" y="333375"/>
                </a:lnTo>
                <a:lnTo>
                  <a:pt x="381000" y="342900"/>
                </a:lnTo>
                <a:lnTo>
                  <a:pt x="371475" y="342900"/>
                </a:lnTo>
                <a:close/>
                <a:moveTo>
                  <a:pt x="428625" y="333375"/>
                </a:moveTo>
                <a:lnTo>
                  <a:pt x="438150" y="333375"/>
                </a:lnTo>
                <a:lnTo>
                  <a:pt x="438150" y="342900"/>
                </a:lnTo>
                <a:lnTo>
                  <a:pt x="428625" y="342900"/>
                </a:lnTo>
                <a:close/>
                <a:moveTo>
                  <a:pt x="552450" y="333375"/>
                </a:moveTo>
                <a:lnTo>
                  <a:pt x="561975" y="333375"/>
                </a:lnTo>
                <a:lnTo>
                  <a:pt x="561975" y="342900"/>
                </a:lnTo>
                <a:lnTo>
                  <a:pt x="552450" y="342900"/>
                </a:lnTo>
                <a:close/>
                <a:moveTo>
                  <a:pt x="133350" y="342900"/>
                </a:moveTo>
                <a:lnTo>
                  <a:pt x="142875" y="342900"/>
                </a:lnTo>
                <a:lnTo>
                  <a:pt x="142875" y="390525"/>
                </a:lnTo>
                <a:lnTo>
                  <a:pt x="133350" y="390525"/>
                </a:lnTo>
                <a:close/>
                <a:moveTo>
                  <a:pt x="200025" y="342900"/>
                </a:moveTo>
                <a:lnTo>
                  <a:pt x="219075" y="342900"/>
                </a:lnTo>
                <a:lnTo>
                  <a:pt x="219075" y="381000"/>
                </a:lnTo>
                <a:lnTo>
                  <a:pt x="200025" y="381000"/>
                </a:lnTo>
                <a:close/>
                <a:moveTo>
                  <a:pt x="914400" y="361950"/>
                </a:moveTo>
                <a:lnTo>
                  <a:pt x="923925" y="361950"/>
                </a:lnTo>
                <a:lnTo>
                  <a:pt x="923925" y="371475"/>
                </a:lnTo>
                <a:lnTo>
                  <a:pt x="914400" y="371475"/>
                </a:lnTo>
                <a:close/>
                <a:moveTo>
                  <a:pt x="600075" y="371475"/>
                </a:moveTo>
                <a:lnTo>
                  <a:pt x="733425" y="371475"/>
                </a:lnTo>
                <a:lnTo>
                  <a:pt x="733425" y="381000"/>
                </a:lnTo>
                <a:lnTo>
                  <a:pt x="742950" y="381000"/>
                </a:lnTo>
                <a:lnTo>
                  <a:pt x="742950" y="428625"/>
                </a:lnTo>
                <a:lnTo>
                  <a:pt x="723900" y="428625"/>
                </a:lnTo>
                <a:lnTo>
                  <a:pt x="723900" y="409575"/>
                </a:lnTo>
                <a:lnTo>
                  <a:pt x="714375" y="409575"/>
                </a:lnTo>
                <a:lnTo>
                  <a:pt x="714375" y="390525"/>
                </a:lnTo>
                <a:lnTo>
                  <a:pt x="609600" y="390525"/>
                </a:lnTo>
                <a:lnTo>
                  <a:pt x="609600" y="400050"/>
                </a:lnTo>
                <a:lnTo>
                  <a:pt x="600075" y="400050"/>
                </a:lnTo>
                <a:close/>
                <a:moveTo>
                  <a:pt x="771525" y="371475"/>
                </a:moveTo>
                <a:lnTo>
                  <a:pt x="809625" y="371475"/>
                </a:lnTo>
                <a:lnTo>
                  <a:pt x="809625" y="390525"/>
                </a:lnTo>
                <a:lnTo>
                  <a:pt x="790575" y="390525"/>
                </a:lnTo>
                <a:lnTo>
                  <a:pt x="790575" y="400050"/>
                </a:lnTo>
                <a:lnTo>
                  <a:pt x="781050" y="400050"/>
                </a:lnTo>
                <a:lnTo>
                  <a:pt x="781050" y="466725"/>
                </a:lnTo>
                <a:lnTo>
                  <a:pt x="809625" y="466725"/>
                </a:lnTo>
                <a:lnTo>
                  <a:pt x="809625" y="476250"/>
                </a:lnTo>
                <a:lnTo>
                  <a:pt x="781050" y="476250"/>
                </a:lnTo>
                <a:lnTo>
                  <a:pt x="781050" y="485775"/>
                </a:lnTo>
                <a:lnTo>
                  <a:pt x="771525" y="485775"/>
                </a:lnTo>
                <a:lnTo>
                  <a:pt x="771525" y="476250"/>
                </a:lnTo>
                <a:lnTo>
                  <a:pt x="762000" y="476250"/>
                </a:lnTo>
                <a:lnTo>
                  <a:pt x="762000" y="381000"/>
                </a:lnTo>
                <a:lnTo>
                  <a:pt x="771525" y="381000"/>
                </a:lnTo>
                <a:close/>
                <a:moveTo>
                  <a:pt x="171450" y="381000"/>
                </a:moveTo>
                <a:lnTo>
                  <a:pt x="180975" y="381000"/>
                </a:lnTo>
                <a:lnTo>
                  <a:pt x="180975" y="400050"/>
                </a:lnTo>
                <a:lnTo>
                  <a:pt x="171450" y="400050"/>
                </a:lnTo>
                <a:close/>
                <a:moveTo>
                  <a:pt x="257175" y="381000"/>
                </a:moveTo>
                <a:lnTo>
                  <a:pt x="266700" y="381000"/>
                </a:lnTo>
                <a:lnTo>
                  <a:pt x="266700" y="390525"/>
                </a:lnTo>
                <a:lnTo>
                  <a:pt x="257175" y="390525"/>
                </a:lnTo>
                <a:close/>
                <a:moveTo>
                  <a:pt x="133350" y="409575"/>
                </a:moveTo>
                <a:lnTo>
                  <a:pt x="142875" y="409575"/>
                </a:lnTo>
                <a:lnTo>
                  <a:pt x="142875" y="438150"/>
                </a:lnTo>
                <a:lnTo>
                  <a:pt x="133350" y="438150"/>
                </a:lnTo>
                <a:close/>
                <a:moveTo>
                  <a:pt x="200025" y="409575"/>
                </a:moveTo>
                <a:lnTo>
                  <a:pt x="219075" y="409575"/>
                </a:lnTo>
                <a:lnTo>
                  <a:pt x="219075" y="447675"/>
                </a:lnTo>
                <a:lnTo>
                  <a:pt x="200025" y="447675"/>
                </a:lnTo>
                <a:close/>
                <a:moveTo>
                  <a:pt x="723900" y="438150"/>
                </a:moveTo>
                <a:lnTo>
                  <a:pt x="742950" y="438150"/>
                </a:lnTo>
                <a:lnTo>
                  <a:pt x="742950" y="447675"/>
                </a:lnTo>
                <a:lnTo>
                  <a:pt x="733425" y="447675"/>
                </a:lnTo>
                <a:lnTo>
                  <a:pt x="733425" y="476250"/>
                </a:lnTo>
                <a:lnTo>
                  <a:pt x="723900" y="476250"/>
                </a:lnTo>
                <a:close/>
                <a:moveTo>
                  <a:pt x="200025" y="466725"/>
                </a:moveTo>
                <a:lnTo>
                  <a:pt x="209550" y="466725"/>
                </a:lnTo>
                <a:lnTo>
                  <a:pt x="209550" y="476250"/>
                </a:lnTo>
                <a:lnTo>
                  <a:pt x="219075" y="476250"/>
                </a:lnTo>
                <a:lnTo>
                  <a:pt x="219075" y="514350"/>
                </a:lnTo>
                <a:lnTo>
                  <a:pt x="200025" y="514350"/>
                </a:lnTo>
                <a:close/>
                <a:moveTo>
                  <a:pt x="257175" y="466725"/>
                </a:moveTo>
                <a:lnTo>
                  <a:pt x="266700" y="466725"/>
                </a:lnTo>
                <a:lnTo>
                  <a:pt x="266700" y="476250"/>
                </a:lnTo>
                <a:lnTo>
                  <a:pt x="257175" y="476250"/>
                </a:lnTo>
                <a:close/>
                <a:moveTo>
                  <a:pt x="371475" y="466725"/>
                </a:moveTo>
                <a:lnTo>
                  <a:pt x="381000" y="466725"/>
                </a:lnTo>
                <a:lnTo>
                  <a:pt x="381000" y="476250"/>
                </a:lnTo>
                <a:lnTo>
                  <a:pt x="371475" y="476250"/>
                </a:lnTo>
                <a:close/>
                <a:moveTo>
                  <a:pt x="133350" y="485775"/>
                </a:moveTo>
                <a:lnTo>
                  <a:pt x="142875" y="485775"/>
                </a:lnTo>
                <a:lnTo>
                  <a:pt x="142875" y="523875"/>
                </a:lnTo>
                <a:lnTo>
                  <a:pt x="152400" y="523875"/>
                </a:lnTo>
                <a:lnTo>
                  <a:pt x="152400" y="514350"/>
                </a:lnTo>
                <a:lnTo>
                  <a:pt x="171450" y="514350"/>
                </a:lnTo>
                <a:lnTo>
                  <a:pt x="171450" y="523875"/>
                </a:lnTo>
                <a:lnTo>
                  <a:pt x="190500" y="523875"/>
                </a:lnTo>
                <a:lnTo>
                  <a:pt x="190500" y="533400"/>
                </a:lnTo>
                <a:lnTo>
                  <a:pt x="171450" y="533400"/>
                </a:lnTo>
                <a:lnTo>
                  <a:pt x="171450" y="542925"/>
                </a:lnTo>
                <a:lnTo>
                  <a:pt x="152400" y="542925"/>
                </a:lnTo>
                <a:lnTo>
                  <a:pt x="152400" y="571500"/>
                </a:lnTo>
                <a:lnTo>
                  <a:pt x="142875" y="571500"/>
                </a:lnTo>
                <a:lnTo>
                  <a:pt x="142875" y="581025"/>
                </a:lnTo>
                <a:lnTo>
                  <a:pt x="133350" y="581025"/>
                </a:lnTo>
                <a:lnTo>
                  <a:pt x="133350" y="571500"/>
                </a:lnTo>
                <a:lnTo>
                  <a:pt x="123825" y="571500"/>
                </a:lnTo>
                <a:lnTo>
                  <a:pt x="123825" y="514350"/>
                </a:lnTo>
                <a:lnTo>
                  <a:pt x="133350" y="514350"/>
                </a:lnTo>
                <a:close/>
                <a:moveTo>
                  <a:pt x="1028700" y="504825"/>
                </a:moveTo>
                <a:lnTo>
                  <a:pt x="1057275" y="504825"/>
                </a:lnTo>
                <a:lnTo>
                  <a:pt x="1057275" y="514350"/>
                </a:lnTo>
                <a:lnTo>
                  <a:pt x="1076325" y="514350"/>
                </a:lnTo>
                <a:lnTo>
                  <a:pt x="1076325" y="523875"/>
                </a:lnTo>
                <a:lnTo>
                  <a:pt x="1085850" y="523875"/>
                </a:lnTo>
                <a:lnTo>
                  <a:pt x="1085850" y="542925"/>
                </a:lnTo>
                <a:lnTo>
                  <a:pt x="1095375" y="542925"/>
                </a:lnTo>
                <a:lnTo>
                  <a:pt x="1095375" y="552450"/>
                </a:lnTo>
                <a:lnTo>
                  <a:pt x="1076325" y="552450"/>
                </a:lnTo>
                <a:lnTo>
                  <a:pt x="1076325" y="609600"/>
                </a:lnTo>
                <a:lnTo>
                  <a:pt x="1066800" y="609600"/>
                </a:lnTo>
                <a:lnTo>
                  <a:pt x="1066800" y="600075"/>
                </a:lnTo>
                <a:lnTo>
                  <a:pt x="1057275" y="600075"/>
                </a:lnTo>
                <a:lnTo>
                  <a:pt x="1057275" y="552450"/>
                </a:lnTo>
                <a:lnTo>
                  <a:pt x="1047750" y="552450"/>
                </a:lnTo>
                <a:lnTo>
                  <a:pt x="1047750" y="533400"/>
                </a:lnTo>
                <a:lnTo>
                  <a:pt x="1038225" y="533400"/>
                </a:lnTo>
                <a:lnTo>
                  <a:pt x="1038225" y="514350"/>
                </a:lnTo>
                <a:lnTo>
                  <a:pt x="1028700" y="514350"/>
                </a:lnTo>
                <a:close/>
                <a:moveTo>
                  <a:pt x="428625" y="523875"/>
                </a:moveTo>
                <a:lnTo>
                  <a:pt x="438150" y="523875"/>
                </a:lnTo>
                <a:lnTo>
                  <a:pt x="438150" y="533400"/>
                </a:lnTo>
                <a:lnTo>
                  <a:pt x="428625" y="533400"/>
                </a:lnTo>
                <a:close/>
                <a:moveTo>
                  <a:pt x="85725" y="542925"/>
                </a:moveTo>
                <a:lnTo>
                  <a:pt x="95250" y="542925"/>
                </a:lnTo>
                <a:lnTo>
                  <a:pt x="95250" y="581025"/>
                </a:lnTo>
                <a:lnTo>
                  <a:pt x="85725" y="581025"/>
                </a:lnTo>
                <a:lnTo>
                  <a:pt x="85725" y="590550"/>
                </a:lnTo>
                <a:lnTo>
                  <a:pt x="76200" y="590550"/>
                </a:lnTo>
                <a:lnTo>
                  <a:pt x="76200" y="571500"/>
                </a:lnTo>
                <a:lnTo>
                  <a:pt x="85725" y="571500"/>
                </a:lnTo>
                <a:close/>
                <a:moveTo>
                  <a:pt x="200025" y="552450"/>
                </a:moveTo>
                <a:lnTo>
                  <a:pt x="219075" y="552450"/>
                </a:lnTo>
                <a:lnTo>
                  <a:pt x="219075" y="581025"/>
                </a:lnTo>
                <a:lnTo>
                  <a:pt x="200025" y="581025"/>
                </a:lnTo>
                <a:close/>
                <a:moveTo>
                  <a:pt x="552450" y="571500"/>
                </a:moveTo>
                <a:lnTo>
                  <a:pt x="561975" y="571500"/>
                </a:lnTo>
                <a:lnTo>
                  <a:pt x="561975" y="581025"/>
                </a:lnTo>
                <a:lnTo>
                  <a:pt x="571500" y="581025"/>
                </a:lnTo>
                <a:lnTo>
                  <a:pt x="571500" y="619125"/>
                </a:lnTo>
                <a:lnTo>
                  <a:pt x="600075" y="619125"/>
                </a:lnTo>
                <a:lnTo>
                  <a:pt x="600075" y="609600"/>
                </a:lnTo>
                <a:lnTo>
                  <a:pt x="609600" y="609600"/>
                </a:lnTo>
                <a:lnTo>
                  <a:pt x="609600" y="628650"/>
                </a:lnTo>
                <a:lnTo>
                  <a:pt x="628650" y="628650"/>
                </a:lnTo>
                <a:lnTo>
                  <a:pt x="628650" y="638175"/>
                </a:lnTo>
                <a:lnTo>
                  <a:pt x="619125" y="638175"/>
                </a:lnTo>
                <a:lnTo>
                  <a:pt x="619125" y="647700"/>
                </a:lnTo>
                <a:lnTo>
                  <a:pt x="552450" y="647700"/>
                </a:lnTo>
                <a:lnTo>
                  <a:pt x="552450" y="638175"/>
                </a:lnTo>
                <a:lnTo>
                  <a:pt x="542925" y="638175"/>
                </a:lnTo>
                <a:lnTo>
                  <a:pt x="542925" y="609600"/>
                </a:lnTo>
                <a:lnTo>
                  <a:pt x="552450" y="609600"/>
                </a:lnTo>
                <a:close/>
                <a:moveTo>
                  <a:pt x="257175" y="628650"/>
                </a:moveTo>
                <a:lnTo>
                  <a:pt x="361950" y="628650"/>
                </a:lnTo>
                <a:lnTo>
                  <a:pt x="361950" y="647700"/>
                </a:lnTo>
                <a:lnTo>
                  <a:pt x="257175" y="647700"/>
                </a:lnTo>
                <a:close/>
                <a:moveTo>
                  <a:pt x="733425" y="676275"/>
                </a:moveTo>
                <a:lnTo>
                  <a:pt x="742950" y="676275"/>
                </a:lnTo>
                <a:lnTo>
                  <a:pt x="742950" y="685800"/>
                </a:lnTo>
                <a:lnTo>
                  <a:pt x="752475" y="685800"/>
                </a:lnTo>
                <a:lnTo>
                  <a:pt x="752475" y="695325"/>
                </a:lnTo>
                <a:lnTo>
                  <a:pt x="762000" y="695325"/>
                </a:lnTo>
                <a:lnTo>
                  <a:pt x="762000" y="704850"/>
                </a:lnTo>
                <a:lnTo>
                  <a:pt x="742950" y="704850"/>
                </a:lnTo>
                <a:lnTo>
                  <a:pt x="742950" y="695325"/>
                </a:lnTo>
                <a:lnTo>
                  <a:pt x="733425" y="695325"/>
                </a:lnTo>
                <a:close/>
                <a:moveTo>
                  <a:pt x="771525" y="714375"/>
                </a:moveTo>
                <a:lnTo>
                  <a:pt x="781050" y="714375"/>
                </a:lnTo>
                <a:lnTo>
                  <a:pt x="781050" y="723900"/>
                </a:lnTo>
                <a:lnTo>
                  <a:pt x="790575" y="723900"/>
                </a:lnTo>
                <a:lnTo>
                  <a:pt x="790575" y="733425"/>
                </a:lnTo>
                <a:lnTo>
                  <a:pt x="771525" y="733425"/>
                </a:lnTo>
                <a:close/>
              </a:path>
            </a:pathLst>
          </a:custGeom>
          <a:solidFill xmlns:a="http://schemas.openxmlformats.org/drawingml/2006/main">
            <a:srgbClr val="FBFCF8"/>
          </a:solidFill>
          <a:ln xmlns:a="http://schemas.openxmlformats.org/drawingml/2006/main" w="0">
            <a:noFill/>
          </a:ln>
        </p:spPr>
      </p:sp>
      <p:sp>
        <p:nvSpPr>
          <p:cNvPr id="208" name="v21 vector #fafaf5">
            <a:extLst xmlns:a="http://schemas.openxmlformats.org/drawingml/2006/main">
              <a:ext uri="{FF2B5EF4-FFF2-40B4-BE49-F238E27FC236}">
                <a16:creationId xmlns:a16="http://schemas.microsoft.com/office/drawing/2014/main" id="{9D082CB1-D8A3-4F0B-B9DC-DB03E150D5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8250" y="4848225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0" y="0"/>
                </a:moveTo>
                <a:lnTo>
                  <a:pt x="9525" y="0"/>
                </a:lnTo>
                <a:lnTo>
                  <a:pt x="9525" y="9525"/>
                </a:lnTo>
                <a:lnTo>
                  <a:pt x="0" y="9525"/>
                </a:lnTo>
                <a:close/>
                <a:moveTo>
                  <a:pt x="304800" y="0"/>
                </a:moveTo>
                <a:lnTo>
                  <a:pt x="323850" y="0"/>
                </a:lnTo>
                <a:lnTo>
                  <a:pt x="323850" y="9525"/>
                </a:lnTo>
                <a:lnTo>
                  <a:pt x="304800" y="9525"/>
                </a:lnTo>
                <a:close/>
                <a:moveTo>
                  <a:pt x="828675" y="0"/>
                </a:moveTo>
                <a:lnTo>
                  <a:pt x="838200" y="0"/>
                </a:lnTo>
                <a:lnTo>
                  <a:pt x="838200" y="19050"/>
                </a:lnTo>
                <a:lnTo>
                  <a:pt x="828675" y="19050"/>
                </a:lnTo>
                <a:close/>
                <a:moveTo>
                  <a:pt x="9525" y="9525"/>
                </a:moveTo>
                <a:lnTo>
                  <a:pt x="47625" y="9525"/>
                </a:lnTo>
                <a:lnTo>
                  <a:pt x="47625" y="28575"/>
                </a:lnTo>
                <a:lnTo>
                  <a:pt x="57150" y="28575"/>
                </a:lnTo>
                <a:lnTo>
                  <a:pt x="57150" y="38100"/>
                </a:lnTo>
                <a:lnTo>
                  <a:pt x="19050" y="38100"/>
                </a:lnTo>
                <a:lnTo>
                  <a:pt x="19050" y="28575"/>
                </a:lnTo>
                <a:lnTo>
                  <a:pt x="9525" y="28575"/>
                </a:lnTo>
                <a:close/>
                <a:moveTo>
                  <a:pt x="866775" y="9525"/>
                </a:moveTo>
                <a:lnTo>
                  <a:pt x="876300" y="9525"/>
                </a:lnTo>
                <a:lnTo>
                  <a:pt x="876300" y="19050"/>
                </a:lnTo>
                <a:lnTo>
                  <a:pt x="866775" y="19050"/>
                </a:lnTo>
                <a:close/>
                <a:moveTo>
                  <a:pt x="876300" y="19050"/>
                </a:moveTo>
                <a:lnTo>
                  <a:pt x="885825" y="19050"/>
                </a:lnTo>
                <a:lnTo>
                  <a:pt x="885825" y="38100"/>
                </a:lnTo>
                <a:lnTo>
                  <a:pt x="876300" y="38100"/>
                </a:lnTo>
                <a:close/>
                <a:moveTo>
                  <a:pt x="142875" y="38100"/>
                </a:moveTo>
                <a:lnTo>
                  <a:pt x="161925" y="38100"/>
                </a:lnTo>
                <a:lnTo>
                  <a:pt x="161925" y="47625"/>
                </a:lnTo>
                <a:lnTo>
                  <a:pt x="142875" y="47625"/>
                </a:lnTo>
                <a:close/>
                <a:moveTo>
                  <a:pt x="171450" y="38100"/>
                </a:moveTo>
                <a:lnTo>
                  <a:pt x="180975" y="38100"/>
                </a:lnTo>
                <a:lnTo>
                  <a:pt x="180975" y="47625"/>
                </a:lnTo>
                <a:lnTo>
                  <a:pt x="171450" y="47625"/>
                </a:lnTo>
                <a:close/>
                <a:moveTo>
                  <a:pt x="885825" y="38100"/>
                </a:moveTo>
                <a:lnTo>
                  <a:pt x="904875" y="38100"/>
                </a:lnTo>
                <a:lnTo>
                  <a:pt x="904875" y="47625"/>
                </a:lnTo>
                <a:lnTo>
                  <a:pt x="895350" y="47625"/>
                </a:lnTo>
                <a:lnTo>
                  <a:pt x="895350" y="57150"/>
                </a:lnTo>
                <a:lnTo>
                  <a:pt x="885825" y="57150"/>
                </a:lnTo>
                <a:close/>
                <a:moveTo>
                  <a:pt x="381000" y="47625"/>
                </a:moveTo>
                <a:lnTo>
                  <a:pt x="409575" y="47625"/>
                </a:lnTo>
                <a:lnTo>
                  <a:pt x="409575" y="57150"/>
                </a:lnTo>
                <a:lnTo>
                  <a:pt x="400050" y="57150"/>
                </a:lnTo>
                <a:lnTo>
                  <a:pt x="400050" y="66675"/>
                </a:lnTo>
                <a:lnTo>
                  <a:pt x="381000" y="66675"/>
                </a:lnTo>
                <a:close/>
                <a:moveTo>
                  <a:pt x="904875" y="47625"/>
                </a:moveTo>
                <a:lnTo>
                  <a:pt x="914400" y="47625"/>
                </a:lnTo>
                <a:lnTo>
                  <a:pt x="914400" y="66675"/>
                </a:lnTo>
                <a:lnTo>
                  <a:pt x="895350" y="66675"/>
                </a:lnTo>
                <a:lnTo>
                  <a:pt x="895350" y="57150"/>
                </a:lnTo>
                <a:lnTo>
                  <a:pt x="904875" y="57150"/>
                </a:lnTo>
                <a:close/>
                <a:moveTo>
                  <a:pt x="0" y="57150"/>
                </a:moveTo>
                <a:lnTo>
                  <a:pt x="19050" y="57150"/>
                </a:lnTo>
                <a:lnTo>
                  <a:pt x="19050" y="66675"/>
                </a:lnTo>
                <a:lnTo>
                  <a:pt x="0" y="66675"/>
                </a:lnTo>
                <a:close/>
                <a:moveTo>
                  <a:pt x="66675" y="66675"/>
                </a:moveTo>
                <a:lnTo>
                  <a:pt x="85725" y="66675"/>
                </a:lnTo>
                <a:lnTo>
                  <a:pt x="85725" y="76200"/>
                </a:lnTo>
                <a:lnTo>
                  <a:pt x="114300" y="76200"/>
                </a:lnTo>
                <a:lnTo>
                  <a:pt x="114300" y="85725"/>
                </a:lnTo>
                <a:lnTo>
                  <a:pt x="76200" y="85725"/>
                </a:lnTo>
                <a:lnTo>
                  <a:pt x="76200" y="104775"/>
                </a:lnTo>
                <a:lnTo>
                  <a:pt x="66675" y="104775"/>
                </a:lnTo>
                <a:lnTo>
                  <a:pt x="66675" y="114300"/>
                </a:lnTo>
                <a:lnTo>
                  <a:pt x="76200" y="114300"/>
                </a:lnTo>
                <a:lnTo>
                  <a:pt x="76200" y="104775"/>
                </a:lnTo>
                <a:lnTo>
                  <a:pt x="85725" y="104775"/>
                </a:lnTo>
                <a:lnTo>
                  <a:pt x="85725" y="123825"/>
                </a:lnTo>
                <a:lnTo>
                  <a:pt x="76200" y="123825"/>
                </a:lnTo>
                <a:lnTo>
                  <a:pt x="76200" y="133350"/>
                </a:lnTo>
                <a:lnTo>
                  <a:pt x="66675" y="133350"/>
                </a:lnTo>
                <a:lnTo>
                  <a:pt x="66675" y="152400"/>
                </a:lnTo>
                <a:lnTo>
                  <a:pt x="76200" y="152400"/>
                </a:lnTo>
                <a:lnTo>
                  <a:pt x="76200" y="161925"/>
                </a:lnTo>
                <a:lnTo>
                  <a:pt x="85725" y="161925"/>
                </a:lnTo>
                <a:lnTo>
                  <a:pt x="85725" y="152400"/>
                </a:lnTo>
                <a:lnTo>
                  <a:pt x="95250" y="152400"/>
                </a:lnTo>
                <a:lnTo>
                  <a:pt x="95250" y="171450"/>
                </a:lnTo>
                <a:lnTo>
                  <a:pt x="66675" y="171450"/>
                </a:lnTo>
                <a:lnTo>
                  <a:pt x="66675" y="161925"/>
                </a:lnTo>
                <a:lnTo>
                  <a:pt x="57150" y="161925"/>
                </a:lnTo>
                <a:lnTo>
                  <a:pt x="57150" y="123825"/>
                </a:lnTo>
                <a:lnTo>
                  <a:pt x="38100" y="123825"/>
                </a:lnTo>
                <a:lnTo>
                  <a:pt x="38100" y="85725"/>
                </a:lnTo>
                <a:lnTo>
                  <a:pt x="47625" y="85725"/>
                </a:lnTo>
                <a:lnTo>
                  <a:pt x="47625" y="76200"/>
                </a:lnTo>
                <a:lnTo>
                  <a:pt x="66675" y="76200"/>
                </a:lnTo>
                <a:close/>
                <a:moveTo>
                  <a:pt x="942975" y="66675"/>
                </a:moveTo>
                <a:lnTo>
                  <a:pt x="952500" y="66675"/>
                </a:lnTo>
                <a:lnTo>
                  <a:pt x="952500" y="76200"/>
                </a:lnTo>
                <a:lnTo>
                  <a:pt x="942975" y="76200"/>
                </a:lnTo>
                <a:close/>
                <a:moveTo>
                  <a:pt x="0" y="76200"/>
                </a:moveTo>
                <a:lnTo>
                  <a:pt x="19050" y="76200"/>
                </a:lnTo>
                <a:lnTo>
                  <a:pt x="19050" y="123825"/>
                </a:lnTo>
                <a:lnTo>
                  <a:pt x="0" y="123825"/>
                </a:lnTo>
                <a:close/>
                <a:moveTo>
                  <a:pt x="1000125" y="114300"/>
                </a:moveTo>
                <a:lnTo>
                  <a:pt x="1028700" y="114300"/>
                </a:lnTo>
                <a:lnTo>
                  <a:pt x="1028700" y="123825"/>
                </a:lnTo>
                <a:lnTo>
                  <a:pt x="1009650" y="123825"/>
                </a:lnTo>
                <a:lnTo>
                  <a:pt x="1009650" y="133350"/>
                </a:lnTo>
                <a:lnTo>
                  <a:pt x="1000125" y="133350"/>
                </a:lnTo>
                <a:close/>
                <a:moveTo>
                  <a:pt x="1133475" y="152400"/>
                </a:moveTo>
                <a:lnTo>
                  <a:pt x="1152525" y="152400"/>
                </a:lnTo>
                <a:lnTo>
                  <a:pt x="1152525" y="161925"/>
                </a:lnTo>
                <a:lnTo>
                  <a:pt x="1143000" y="161925"/>
                </a:lnTo>
                <a:lnTo>
                  <a:pt x="1143000" y="171450"/>
                </a:lnTo>
                <a:lnTo>
                  <a:pt x="1133475" y="171450"/>
                </a:lnTo>
                <a:close/>
                <a:moveTo>
                  <a:pt x="266700" y="190500"/>
                </a:moveTo>
                <a:lnTo>
                  <a:pt x="295275" y="190500"/>
                </a:lnTo>
                <a:lnTo>
                  <a:pt x="295275" y="209550"/>
                </a:lnTo>
                <a:lnTo>
                  <a:pt x="285750" y="209550"/>
                </a:lnTo>
                <a:lnTo>
                  <a:pt x="285750" y="200025"/>
                </a:lnTo>
                <a:lnTo>
                  <a:pt x="276225" y="200025"/>
                </a:lnTo>
                <a:lnTo>
                  <a:pt x="276225" y="209550"/>
                </a:lnTo>
                <a:lnTo>
                  <a:pt x="257175" y="209550"/>
                </a:lnTo>
                <a:lnTo>
                  <a:pt x="257175" y="200025"/>
                </a:lnTo>
                <a:lnTo>
                  <a:pt x="266700" y="200025"/>
                </a:lnTo>
                <a:close/>
                <a:moveTo>
                  <a:pt x="333375" y="190500"/>
                </a:moveTo>
                <a:lnTo>
                  <a:pt x="371475" y="190500"/>
                </a:lnTo>
                <a:lnTo>
                  <a:pt x="371475" y="209550"/>
                </a:lnTo>
                <a:lnTo>
                  <a:pt x="333375" y="209550"/>
                </a:lnTo>
                <a:close/>
                <a:moveTo>
                  <a:pt x="504825" y="190500"/>
                </a:moveTo>
                <a:lnTo>
                  <a:pt x="542925" y="190500"/>
                </a:lnTo>
                <a:lnTo>
                  <a:pt x="542925" y="200025"/>
                </a:lnTo>
                <a:lnTo>
                  <a:pt x="552450" y="200025"/>
                </a:lnTo>
                <a:lnTo>
                  <a:pt x="552450" y="209550"/>
                </a:lnTo>
                <a:lnTo>
                  <a:pt x="495300" y="209550"/>
                </a:lnTo>
                <a:lnTo>
                  <a:pt x="495300" y="200025"/>
                </a:lnTo>
                <a:lnTo>
                  <a:pt x="504825" y="200025"/>
                </a:lnTo>
                <a:close/>
                <a:moveTo>
                  <a:pt x="609600" y="190500"/>
                </a:moveTo>
                <a:lnTo>
                  <a:pt x="628650" y="190500"/>
                </a:lnTo>
                <a:lnTo>
                  <a:pt x="628650" y="209550"/>
                </a:lnTo>
                <a:lnTo>
                  <a:pt x="600075" y="209550"/>
                </a:lnTo>
                <a:lnTo>
                  <a:pt x="600075" y="200025"/>
                </a:lnTo>
                <a:lnTo>
                  <a:pt x="609600" y="200025"/>
                </a:lnTo>
                <a:close/>
                <a:moveTo>
                  <a:pt x="704850" y="190500"/>
                </a:moveTo>
                <a:lnTo>
                  <a:pt x="714375" y="190500"/>
                </a:lnTo>
                <a:lnTo>
                  <a:pt x="714375" y="200025"/>
                </a:lnTo>
                <a:lnTo>
                  <a:pt x="704850" y="200025"/>
                </a:lnTo>
                <a:close/>
                <a:moveTo>
                  <a:pt x="781050" y="200025"/>
                </a:moveTo>
                <a:lnTo>
                  <a:pt x="819150" y="200025"/>
                </a:lnTo>
                <a:lnTo>
                  <a:pt x="819150" y="209550"/>
                </a:lnTo>
                <a:lnTo>
                  <a:pt x="781050" y="209550"/>
                </a:lnTo>
                <a:close/>
                <a:moveTo>
                  <a:pt x="657225" y="209550"/>
                </a:moveTo>
                <a:lnTo>
                  <a:pt x="666750" y="209550"/>
                </a:lnTo>
                <a:lnTo>
                  <a:pt x="666750" y="219075"/>
                </a:lnTo>
                <a:lnTo>
                  <a:pt x="657225" y="219075"/>
                </a:lnTo>
                <a:close/>
                <a:moveTo>
                  <a:pt x="428625" y="219075"/>
                </a:moveTo>
                <a:lnTo>
                  <a:pt x="438150" y="219075"/>
                </a:lnTo>
                <a:lnTo>
                  <a:pt x="438150" y="228600"/>
                </a:lnTo>
                <a:lnTo>
                  <a:pt x="428625" y="228600"/>
                </a:lnTo>
                <a:close/>
                <a:moveTo>
                  <a:pt x="914400" y="228600"/>
                </a:moveTo>
                <a:lnTo>
                  <a:pt x="933450" y="228600"/>
                </a:lnTo>
                <a:lnTo>
                  <a:pt x="933450" y="247650"/>
                </a:lnTo>
                <a:lnTo>
                  <a:pt x="914400" y="247650"/>
                </a:lnTo>
                <a:close/>
                <a:moveTo>
                  <a:pt x="962025" y="228600"/>
                </a:moveTo>
                <a:lnTo>
                  <a:pt x="981075" y="228600"/>
                </a:lnTo>
                <a:lnTo>
                  <a:pt x="981075" y="247650"/>
                </a:lnTo>
                <a:lnTo>
                  <a:pt x="962025" y="247650"/>
                </a:lnTo>
                <a:close/>
                <a:moveTo>
                  <a:pt x="428625" y="238125"/>
                </a:moveTo>
                <a:lnTo>
                  <a:pt x="438150" y="238125"/>
                </a:lnTo>
                <a:lnTo>
                  <a:pt x="438150" y="247650"/>
                </a:lnTo>
                <a:lnTo>
                  <a:pt x="428625" y="247650"/>
                </a:lnTo>
                <a:close/>
                <a:moveTo>
                  <a:pt x="981075" y="247650"/>
                </a:moveTo>
                <a:lnTo>
                  <a:pt x="990600" y="247650"/>
                </a:lnTo>
                <a:lnTo>
                  <a:pt x="990600" y="257175"/>
                </a:lnTo>
                <a:lnTo>
                  <a:pt x="1009650" y="257175"/>
                </a:lnTo>
                <a:lnTo>
                  <a:pt x="1009650" y="247650"/>
                </a:lnTo>
                <a:lnTo>
                  <a:pt x="1019175" y="247650"/>
                </a:lnTo>
                <a:lnTo>
                  <a:pt x="1019175" y="266700"/>
                </a:lnTo>
                <a:lnTo>
                  <a:pt x="1009650" y="266700"/>
                </a:lnTo>
                <a:lnTo>
                  <a:pt x="1009650" y="304800"/>
                </a:lnTo>
                <a:lnTo>
                  <a:pt x="1019175" y="304800"/>
                </a:lnTo>
                <a:lnTo>
                  <a:pt x="1019175" y="314325"/>
                </a:lnTo>
                <a:lnTo>
                  <a:pt x="1009650" y="314325"/>
                </a:lnTo>
                <a:lnTo>
                  <a:pt x="1009650" y="342900"/>
                </a:lnTo>
                <a:lnTo>
                  <a:pt x="1000125" y="342900"/>
                </a:lnTo>
                <a:lnTo>
                  <a:pt x="1000125" y="352425"/>
                </a:lnTo>
                <a:lnTo>
                  <a:pt x="990600" y="352425"/>
                </a:lnTo>
                <a:lnTo>
                  <a:pt x="990600" y="285750"/>
                </a:lnTo>
                <a:lnTo>
                  <a:pt x="1000125" y="285750"/>
                </a:lnTo>
                <a:lnTo>
                  <a:pt x="1000125" y="276225"/>
                </a:lnTo>
                <a:lnTo>
                  <a:pt x="990600" y="276225"/>
                </a:lnTo>
                <a:lnTo>
                  <a:pt x="990600" y="266700"/>
                </a:lnTo>
                <a:lnTo>
                  <a:pt x="981075" y="266700"/>
                </a:lnTo>
                <a:close/>
                <a:moveTo>
                  <a:pt x="561975" y="333375"/>
                </a:moveTo>
                <a:lnTo>
                  <a:pt x="571500" y="333375"/>
                </a:lnTo>
                <a:lnTo>
                  <a:pt x="571500" y="342900"/>
                </a:lnTo>
                <a:lnTo>
                  <a:pt x="561975" y="342900"/>
                </a:lnTo>
                <a:close/>
                <a:moveTo>
                  <a:pt x="552450" y="342900"/>
                </a:moveTo>
                <a:lnTo>
                  <a:pt x="561975" y="342900"/>
                </a:lnTo>
                <a:lnTo>
                  <a:pt x="561975" y="352425"/>
                </a:lnTo>
                <a:lnTo>
                  <a:pt x="552450" y="352425"/>
                </a:lnTo>
                <a:close/>
                <a:moveTo>
                  <a:pt x="914400" y="342900"/>
                </a:moveTo>
                <a:lnTo>
                  <a:pt x="933450" y="342900"/>
                </a:lnTo>
                <a:lnTo>
                  <a:pt x="933450" y="371475"/>
                </a:lnTo>
                <a:lnTo>
                  <a:pt x="923925" y="371475"/>
                </a:lnTo>
                <a:lnTo>
                  <a:pt x="923925" y="361950"/>
                </a:lnTo>
                <a:lnTo>
                  <a:pt x="914400" y="361950"/>
                </a:lnTo>
                <a:close/>
                <a:moveTo>
                  <a:pt x="981075" y="352425"/>
                </a:moveTo>
                <a:lnTo>
                  <a:pt x="990600" y="352425"/>
                </a:lnTo>
                <a:lnTo>
                  <a:pt x="990600" y="361950"/>
                </a:lnTo>
                <a:lnTo>
                  <a:pt x="981075" y="361950"/>
                </a:lnTo>
                <a:close/>
                <a:moveTo>
                  <a:pt x="123825" y="361950"/>
                </a:moveTo>
                <a:lnTo>
                  <a:pt x="133350" y="361950"/>
                </a:lnTo>
                <a:lnTo>
                  <a:pt x="133350" y="390525"/>
                </a:lnTo>
                <a:lnTo>
                  <a:pt x="142875" y="390525"/>
                </a:lnTo>
                <a:lnTo>
                  <a:pt x="142875" y="361950"/>
                </a:lnTo>
                <a:lnTo>
                  <a:pt x="152400" y="361950"/>
                </a:lnTo>
                <a:lnTo>
                  <a:pt x="152400" y="390525"/>
                </a:lnTo>
                <a:lnTo>
                  <a:pt x="142875" y="390525"/>
                </a:lnTo>
                <a:lnTo>
                  <a:pt x="142875" y="409575"/>
                </a:lnTo>
                <a:lnTo>
                  <a:pt x="133350" y="409575"/>
                </a:lnTo>
                <a:lnTo>
                  <a:pt x="133350" y="419100"/>
                </a:lnTo>
                <a:lnTo>
                  <a:pt x="123825" y="419100"/>
                </a:lnTo>
                <a:close/>
                <a:moveTo>
                  <a:pt x="962025" y="361950"/>
                </a:moveTo>
                <a:lnTo>
                  <a:pt x="971550" y="361950"/>
                </a:lnTo>
                <a:lnTo>
                  <a:pt x="971550" y="371475"/>
                </a:lnTo>
                <a:lnTo>
                  <a:pt x="962025" y="371475"/>
                </a:lnTo>
                <a:close/>
                <a:moveTo>
                  <a:pt x="38100" y="371475"/>
                </a:moveTo>
                <a:lnTo>
                  <a:pt x="66675" y="371475"/>
                </a:lnTo>
                <a:lnTo>
                  <a:pt x="66675" y="381000"/>
                </a:lnTo>
                <a:lnTo>
                  <a:pt x="47625" y="381000"/>
                </a:lnTo>
                <a:lnTo>
                  <a:pt x="47625" y="390525"/>
                </a:lnTo>
                <a:lnTo>
                  <a:pt x="38100" y="390525"/>
                </a:lnTo>
                <a:close/>
                <a:moveTo>
                  <a:pt x="76200" y="371475"/>
                </a:moveTo>
                <a:lnTo>
                  <a:pt x="85725" y="371475"/>
                </a:lnTo>
                <a:lnTo>
                  <a:pt x="85725" y="400050"/>
                </a:lnTo>
                <a:lnTo>
                  <a:pt x="76200" y="400050"/>
                </a:lnTo>
                <a:close/>
                <a:moveTo>
                  <a:pt x="809625" y="371475"/>
                </a:moveTo>
                <a:lnTo>
                  <a:pt x="819150" y="371475"/>
                </a:lnTo>
                <a:lnTo>
                  <a:pt x="819150" y="390525"/>
                </a:lnTo>
                <a:lnTo>
                  <a:pt x="809625" y="390525"/>
                </a:lnTo>
                <a:close/>
                <a:moveTo>
                  <a:pt x="19050" y="381000"/>
                </a:moveTo>
                <a:lnTo>
                  <a:pt x="28575" y="381000"/>
                </a:lnTo>
                <a:lnTo>
                  <a:pt x="28575" y="390525"/>
                </a:lnTo>
                <a:lnTo>
                  <a:pt x="19050" y="390525"/>
                </a:lnTo>
                <a:close/>
                <a:moveTo>
                  <a:pt x="590550" y="381000"/>
                </a:moveTo>
                <a:lnTo>
                  <a:pt x="600075" y="381000"/>
                </a:lnTo>
                <a:lnTo>
                  <a:pt x="600075" y="390525"/>
                </a:lnTo>
                <a:lnTo>
                  <a:pt x="590550" y="390525"/>
                </a:lnTo>
                <a:close/>
                <a:moveTo>
                  <a:pt x="609600" y="390525"/>
                </a:moveTo>
                <a:lnTo>
                  <a:pt x="628650" y="390525"/>
                </a:lnTo>
                <a:lnTo>
                  <a:pt x="628650" y="400050"/>
                </a:lnTo>
                <a:lnTo>
                  <a:pt x="609600" y="400050"/>
                </a:lnTo>
                <a:close/>
                <a:moveTo>
                  <a:pt x="638175" y="390525"/>
                </a:moveTo>
                <a:lnTo>
                  <a:pt x="714375" y="390525"/>
                </a:lnTo>
                <a:lnTo>
                  <a:pt x="714375" y="409575"/>
                </a:lnTo>
                <a:lnTo>
                  <a:pt x="704850" y="409575"/>
                </a:lnTo>
                <a:lnTo>
                  <a:pt x="704850" y="400050"/>
                </a:lnTo>
                <a:lnTo>
                  <a:pt x="638175" y="400050"/>
                </a:lnTo>
                <a:close/>
                <a:moveTo>
                  <a:pt x="600075" y="400050"/>
                </a:moveTo>
                <a:lnTo>
                  <a:pt x="609600" y="400050"/>
                </a:lnTo>
                <a:lnTo>
                  <a:pt x="609600" y="409575"/>
                </a:lnTo>
                <a:lnTo>
                  <a:pt x="600075" y="409575"/>
                </a:lnTo>
                <a:close/>
                <a:moveTo>
                  <a:pt x="781050" y="400050"/>
                </a:moveTo>
                <a:lnTo>
                  <a:pt x="790575" y="400050"/>
                </a:lnTo>
                <a:lnTo>
                  <a:pt x="790575" y="419100"/>
                </a:lnTo>
                <a:lnTo>
                  <a:pt x="781050" y="419100"/>
                </a:lnTo>
                <a:close/>
                <a:moveTo>
                  <a:pt x="714375" y="409575"/>
                </a:moveTo>
                <a:lnTo>
                  <a:pt x="723900" y="409575"/>
                </a:lnTo>
                <a:lnTo>
                  <a:pt x="723900" y="428625"/>
                </a:lnTo>
                <a:lnTo>
                  <a:pt x="742950" y="428625"/>
                </a:lnTo>
                <a:lnTo>
                  <a:pt x="742950" y="438150"/>
                </a:lnTo>
                <a:lnTo>
                  <a:pt x="723900" y="438150"/>
                </a:lnTo>
                <a:lnTo>
                  <a:pt x="723900" y="476250"/>
                </a:lnTo>
                <a:lnTo>
                  <a:pt x="714375" y="476250"/>
                </a:lnTo>
                <a:close/>
                <a:moveTo>
                  <a:pt x="38100" y="428625"/>
                </a:moveTo>
                <a:lnTo>
                  <a:pt x="57150" y="428625"/>
                </a:lnTo>
                <a:lnTo>
                  <a:pt x="57150" y="447675"/>
                </a:lnTo>
                <a:lnTo>
                  <a:pt x="38100" y="447675"/>
                </a:lnTo>
                <a:close/>
                <a:moveTo>
                  <a:pt x="76200" y="447675"/>
                </a:moveTo>
                <a:lnTo>
                  <a:pt x="85725" y="447675"/>
                </a:lnTo>
                <a:lnTo>
                  <a:pt x="85725" y="457200"/>
                </a:lnTo>
                <a:lnTo>
                  <a:pt x="76200" y="457200"/>
                </a:lnTo>
                <a:close/>
                <a:moveTo>
                  <a:pt x="190500" y="447675"/>
                </a:moveTo>
                <a:lnTo>
                  <a:pt x="219075" y="447675"/>
                </a:lnTo>
                <a:lnTo>
                  <a:pt x="219075" y="476250"/>
                </a:lnTo>
                <a:lnTo>
                  <a:pt x="209550" y="476250"/>
                </a:lnTo>
                <a:lnTo>
                  <a:pt x="209550" y="466725"/>
                </a:lnTo>
                <a:lnTo>
                  <a:pt x="200025" y="466725"/>
                </a:lnTo>
                <a:lnTo>
                  <a:pt x="200025" y="476250"/>
                </a:lnTo>
                <a:lnTo>
                  <a:pt x="190500" y="476250"/>
                </a:lnTo>
                <a:close/>
                <a:moveTo>
                  <a:pt x="733425" y="447675"/>
                </a:moveTo>
                <a:lnTo>
                  <a:pt x="742950" y="447675"/>
                </a:lnTo>
                <a:lnTo>
                  <a:pt x="742950" y="476250"/>
                </a:lnTo>
                <a:lnTo>
                  <a:pt x="733425" y="476250"/>
                </a:lnTo>
                <a:close/>
                <a:moveTo>
                  <a:pt x="781050" y="447675"/>
                </a:moveTo>
                <a:lnTo>
                  <a:pt x="790575" y="447675"/>
                </a:lnTo>
                <a:lnTo>
                  <a:pt x="790575" y="466725"/>
                </a:lnTo>
                <a:lnTo>
                  <a:pt x="781050" y="466725"/>
                </a:lnTo>
                <a:close/>
                <a:moveTo>
                  <a:pt x="800100" y="457200"/>
                </a:moveTo>
                <a:lnTo>
                  <a:pt x="809625" y="457200"/>
                </a:lnTo>
                <a:lnTo>
                  <a:pt x="809625" y="466725"/>
                </a:lnTo>
                <a:lnTo>
                  <a:pt x="800100" y="466725"/>
                </a:lnTo>
                <a:close/>
                <a:moveTo>
                  <a:pt x="723900" y="476250"/>
                </a:moveTo>
                <a:lnTo>
                  <a:pt x="733425" y="476250"/>
                </a:lnTo>
                <a:lnTo>
                  <a:pt x="733425" y="485775"/>
                </a:lnTo>
                <a:lnTo>
                  <a:pt x="723900" y="485775"/>
                </a:lnTo>
                <a:close/>
                <a:moveTo>
                  <a:pt x="781050" y="476250"/>
                </a:moveTo>
                <a:lnTo>
                  <a:pt x="800100" y="476250"/>
                </a:lnTo>
                <a:lnTo>
                  <a:pt x="800100" y="485775"/>
                </a:lnTo>
                <a:lnTo>
                  <a:pt x="781050" y="485775"/>
                </a:lnTo>
                <a:close/>
                <a:moveTo>
                  <a:pt x="1028700" y="495300"/>
                </a:moveTo>
                <a:lnTo>
                  <a:pt x="1066800" y="495300"/>
                </a:lnTo>
                <a:lnTo>
                  <a:pt x="1066800" y="504825"/>
                </a:lnTo>
                <a:lnTo>
                  <a:pt x="1076325" y="504825"/>
                </a:lnTo>
                <a:lnTo>
                  <a:pt x="1076325" y="495300"/>
                </a:lnTo>
                <a:lnTo>
                  <a:pt x="1085850" y="495300"/>
                </a:lnTo>
                <a:lnTo>
                  <a:pt x="1085850" y="514350"/>
                </a:lnTo>
                <a:lnTo>
                  <a:pt x="1095375" y="514350"/>
                </a:lnTo>
                <a:lnTo>
                  <a:pt x="1095375" y="523875"/>
                </a:lnTo>
                <a:lnTo>
                  <a:pt x="1076325" y="523875"/>
                </a:lnTo>
                <a:lnTo>
                  <a:pt x="1076325" y="514350"/>
                </a:lnTo>
                <a:lnTo>
                  <a:pt x="1057275" y="514350"/>
                </a:lnTo>
                <a:lnTo>
                  <a:pt x="1057275" y="504825"/>
                </a:lnTo>
                <a:lnTo>
                  <a:pt x="1028700" y="504825"/>
                </a:lnTo>
                <a:close/>
                <a:moveTo>
                  <a:pt x="85725" y="504825"/>
                </a:moveTo>
                <a:lnTo>
                  <a:pt x="95250" y="504825"/>
                </a:lnTo>
                <a:lnTo>
                  <a:pt x="95250" y="542925"/>
                </a:lnTo>
                <a:lnTo>
                  <a:pt x="85725" y="542925"/>
                </a:lnTo>
                <a:close/>
                <a:moveTo>
                  <a:pt x="123825" y="504825"/>
                </a:moveTo>
                <a:lnTo>
                  <a:pt x="133350" y="504825"/>
                </a:lnTo>
                <a:lnTo>
                  <a:pt x="133350" y="514350"/>
                </a:lnTo>
                <a:lnTo>
                  <a:pt x="123825" y="514350"/>
                </a:lnTo>
                <a:close/>
                <a:moveTo>
                  <a:pt x="142875" y="504825"/>
                </a:moveTo>
                <a:lnTo>
                  <a:pt x="152400" y="504825"/>
                </a:lnTo>
                <a:lnTo>
                  <a:pt x="152400" y="523875"/>
                </a:lnTo>
                <a:lnTo>
                  <a:pt x="142875" y="523875"/>
                </a:lnTo>
                <a:close/>
                <a:moveTo>
                  <a:pt x="1143000" y="504825"/>
                </a:moveTo>
                <a:lnTo>
                  <a:pt x="1152525" y="504825"/>
                </a:lnTo>
                <a:lnTo>
                  <a:pt x="1152525" y="523875"/>
                </a:lnTo>
                <a:lnTo>
                  <a:pt x="1133475" y="523875"/>
                </a:lnTo>
                <a:lnTo>
                  <a:pt x="1133475" y="542925"/>
                </a:lnTo>
                <a:lnTo>
                  <a:pt x="1114425" y="542925"/>
                </a:lnTo>
                <a:lnTo>
                  <a:pt x="1114425" y="552450"/>
                </a:lnTo>
                <a:lnTo>
                  <a:pt x="1104900" y="552450"/>
                </a:lnTo>
                <a:lnTo>
                  <a:pt x="1104900" y="561975"/>
                </a:lnTo>
                <a:lnTo>
                  <a:pt x="1114425" y="561975"/>
                </a:lnTo>
                <a:lnTo>
                  <a:pt x="1114425" y="571500"/>
                </a:lnTo>
                <a:lnTo>
                  <a:pt x="1104900" y="571500"/>
                </a:lnTo>
                <a:lnTo>
                  <a:pt x="1104900" y="581025"/>
                </a:lnTo>
                <a:lnTo>
                  <a:pt x="1085850" y="581025"/>
                </a:lnTo>
                <a:lnTo>
                  <a:pt x="1085850" y="600075"/>
                </a:lnTo>
                <a:lnTo>
                  <a:pt x="1076325" y="600075"/>
                </a:lnTo>
                <a:lnTo>
                  <a:pt x="1076325" y="552450"/>
                </a:lnTo>
                <a:lnTo>
                  <a:pt x="1095375" y="552450"/>
                </a:lnTo>
                <a:lnTo>
                  <a:pt x="1095375" y="542925"/>
                </a:lnTo>
                <a:lnTo>
                  <a:pt x="1085850" y="542925"/>
                </a:lnTo>
                <a:lnTo>
                  <a:pt x="1085850" y="533400"/>
                </a:lnTo>
                <a:lnTo>
                  <a:pt x="1095375" y="533400"/>
                </a:lnTo>
                <a:lnTo>
                  <a:pt x="1095375" y="542925"/>
                </a:lnTo>
                <a:lnTo>
                  <a:pt x="1104900" y="542925"/>
                </a:lnTo>
                <a:lnTo>
                  <a:pt x="1104900" y="514350"/>
                </a:lnTo>
                <a:lnTo>
                  <a:pt x="1143000" y="514350"/>
                </a:lnTo>
                <a:close/>
                <a:moveTo>
                  <a:pt x="171450" y="514350"/>
                </a:moveTo>
                <a:lnTo>
                  <a:pt x="180975" y="514350"/>
                </a:lnTo>
                <a:lnTo>
                  <a:pt x="180975" y="523875"/>
                </a:lnTo>
                <a:lnTo>
                  <a:pt x="171450" y="523875"/>
                </a:lnTo>
                <a:close/>
                <a:moveTo>
                  <a:pt x="200025" y="514350"/>
                </a:moveTo>
                <a:lnTo>
                  <a:pt x="209550" y="514350"/>
                </a:lnTo>
                <a:lnTo>
                  <a:pt x="209550" y="523875"/>
                </a:lnTo>
                <a:lnTo>
                  <a:pt x="200025" y="523875"/>
                </a:lnTo>
                <a:close/>
                <a:moveTo>
                  <a:pt x="428625" y="514350"/>
                </a:moveTo>
                <a:lnTo>
                  <a:pt x="438150" y="514350"/>
                </a:lnTo>
                <a:lnTo>
                  <a:pt x="438150" y="523875"/>
                </a:lnTo>
                <a:lnTo>
                  <a:pt x="428625" y="523875"/>
                </a:lnTo>
                <a:close/>
                <a:moveTo>
                  <a:pt x="419100" y="523875"/>
                </a:moveTo>
                <a:lnTo>
                  <a:pt x="428625" y="523875"/>
                </a:lnTo>
                <a:lnTo>
                  <a:pt x="428625" y="533400"/>
                </a:lnTo>
                <a:lnTo>
                  <a:pt x="419100" y="533400"/>
                </a:lnTo>
                <a:close/>
                <a:moveTo>
                  <a:pt x="438150" y="523875"/>
                </a:moveTo>
                <a:lnTo>
                  <a:pt x="466725" y="523875"/>
                </a:lnTo>
                <a:lnTo>
                  <a:pt x="466725" y="533400"/>
                </a:lnTo>
                <a:lnTo>
                  <a:pt x="438150" y="533400"/>
                </a:lnTo>
                <a:close/>
                <a:moveTo>
                  <a:pt x="171450" y="533400"/>
                </a:moveTo>
                <a:lnTo>
                  <a:pt x="180975" y="533400"/>
                </a:lnTo>
                <a:lnTo>
                  <a:pt x="180975" y="542925"/>
                </a:lnTo>
                <a:lnTo>
                  <a:pt x="171450" y="542925"/>
                </a:lnTo>
                <a:close/>
                <a:moveTo>
                  <a:pt x="76200" y="542925"/>
                </a:moveTo>
                <a:lnTo>
                  <a:pt x="85725" y="542925"/>
                </a:lnTo>
                <a:lnTo>
                  <a:pt x="85725" y="571500"/>
                </a:lnTo>
                <a:lnTo>
                  <a:pt x="76200" y="571500"/>
                </a:lnTo>
                <a:lnTo>
                  <a:pt x="76200" y="590550"/>
                </a:lnTo>
                <a:lnTo>
                  <a:pt x="85725" y="590550"/>
                </a:lnTo>
                <a:lnTo>
                  <a:pt x="85725" y="581025"/>
                </a:lnTo>
                <a:lnTo>
                  <a:pt x="95250" y="581025"/>
                </a:lnTo>
                <a:lnTo>
                  <a:pt x="95250" y="590550"/>
                </a:lnTo>
                <a:lnTo>
                  <a:pt x="85725" y="590550"/>
                </a:lnTo>
                <a:lnTo>
                  <a:pt x="85725" y="600075"/>
                </a:lnTo>
                <a:lnTo>
                  <a:pt x="57150" y="600075"/>
                </a:lnTo>
                <a:lnTo>
                  <a:pt x="57150" y="590550"/>
                </a:lnTo>
                <a:lnTo>
                  <a:pt x="47625" y="590550"/>
                </a:lnTo>
                <a:lnTo>
                  <a:pt x="47625" y="581025"/>
                </a:lnTo>
                <a:lnTo>
                  <a:pt x="38100" y="581025"/>
                </a:lnTo>
                <a:lnTo>
                  <a:pt x="38100" y="561975"/>
                </a:lnTo>
                <a:lnTo>
                  <a:pt x="57150" y="561975"/>
                </a:lnTo>
                <a:lnTo>
                  <a:pt x="57150" y="552450"/>
                </a:lnTo>
                <a:lnTo>
                  <a:pt x="76200" y="552450"/>
                </a:lnTo>
                <a:close/>
                <a:moveTo>
                  <a:pt x="552450" y="561975"/>
                </a:moveTo>
                <a:lnTo>
                  <a:pt x="561975" y="561975"/>
                </a:lnTo>
                <a:lnTo>
                  <a:pt x="561975" y="571500"/>
                </a:lnTo>
                <a:lnTo>
                  <a:pt x="552450" y="571500"/>
                </a:lnTo>
                <a:close/>
                <a:moveTo>
                  <a:pt x="457200" y="571500"/>
                </a:moveTo>
                <a:lnTo>
                  <a:pt x="466725" y="571500"/>
                </a:lnTo>
                <a:lnTo>
                  <a:pt x="466725" y="581025"/>
                </a:lnTo>
                <a:lnTo>
                  <a:pt x="457200" y="581025"/>
                </a:lnTo>
                <a:close/>
                <a:moveTo>
                  <a:pt x="542925" y="571500"/>
                </a:moveTo>
                <a:lnTo>
                  <a:pt x="552450" y="571500"/>
                </a:lnTo>
                <a:lnTo>
                  <a:pt x="552450" y="609600"/>
                </a:lnTo>
                <a:lnTo>
                  <a:pt x="542925" y="609600"/>
                </a:lnTo>
                <a:lnTo>
                  <a:pt x="542925" y="638175"/>
                </a:lnTo>
                <a:lnTo>
                  <a:pt x="523875" y="638175"/>
                </a:lnTo>
                <a:lnTo>
                  <a:pt x="523875" y="628650"/>
                </a:lnTo>
                <a:lnTo>
                  <a:pt x="533400" y="628650"/>
                </a:lnTo>
                <a:lnTo>
                  <a:pt x="533400" y="619125"/>
                </a:lnTo>
                <a:lnTo>
                  <a:pt x="523875" y="619125"/>
                </a:lnTo>
                <a:lnTo>
                  <a:pt x="523875" y="609600"/>
                </a:lnTo>
                <a:lnTo>
                  <a:pt x="533400" y="609600"/>
                </a:lnTo>
                <a:lnTo>
                  <a:pt x="533400" y="600075"/>
                </a:lnTo>
                <a:lnTo>
                  <a:pt x="542925" y="600075"/>
                </a:lnTo>
                <a:close/>
                <a:moveTo>
                  <a:pt x="561975" y="571500"/>
                </a:moveTo>
                <a:lnTo>
                  <a:pt x="571500" y="571500"/>
                </a:lnTo>
                <a:lnTo>
                  <a:pt x="571500" y="581025"/>
                </a:lnTo>
                <a:lnTo>
                  <a:pt x="561975" y="581025"/>
                </a:lnTo>
                <a:close/>
                <a:moveTo>
                  <a:pt x="19050" y="581025"/>
                </a:moveTo>
                <a:lnTo>
                  <a:pt x="28575" y="581025"/>
                </a:lnTo>
                <a:lnTo>
                  <a:pt x="28575" y="600075"/>
                </a:lnTo>
                <a:lnTo>
                  <a:pt x="9525" y="600075"/>
                </a:lnTo>
                <a:lnTo>
                  <a:pt x="9525" y="590550"/>
                </a:lnTo>
                <a:lnTo>
                  <a:pt x="19050" y="590550"/>
                </a:lnTo>
                <a:close/>
                <a:moveTo>
                  <a:pt x="133350" y="581025"/>
                </a:moveTo>
                <a:lnTo>
                  <a:pt x="142875" y="581025"/>
                </a:lnTo>
                <a:lnTo>
                  <a:pt x="142875" y="590550"/>
                </a:lnTo>
                <a:lnTo>
                  <a:pt x="133350" y="590550"/>
                </a:lnTo>
                <a:close/>
                <a:moveTo>
                  <a:pt x="600075" y="600075"/>
                </a:moveTo>
                <a:lnTo>
                  <a:pt x="609600" y="600075"/>
                </a:lnTo>
                <a:lnTo>
                  <a:pt x="609600" y="609600"/>
                </a:lnTo>
                <a:lnTo>
                  <a:pt x="600075" y="609600"/>
                </a:lnTo>
                <a:close/>
                <a:moveTo>
                  <a:pt x="619125" y="609600"/>
                </a:moveTo>
                <a:lnTo>
                  <a:pt x="628650" y="609600"/>
                </a:lnTo>
                <a:lnTo>
                  <a:pt x="628650" y="619125"/>
                </a:lnTo>
                <a:lnTo>
                  <a:pt x="638175" y="619125"/>
                </a:lnTo>
                <a:lnTo>
                  <a:pt x="638175" y="628650"/>
                </a:lnTo>
                <a:lnTo>
                  <a:pt x="647700" y="628650"/>
                </a:lnTo>
                <a:lnTo>
                  <a:pt x="647700" y="638175"/>
                </a:lnTo>
                <a:lnTo>
                  <a:pt x="638175" y="638175"/>
                </a:lnTo>
                <a:lnTo>
                  <a:pt x="638175" y="647700"/>
                </a:lnTo>
                <a:lnTo>
                  <a:pt x="619125" y="647700"/>
                </a:lnTo>
                <a:lnTo>
                  <a:pt x="619125" y="638175"/>
                </a:lnTo>
                <a:lnTo>
                  <a:pt x="628650" y="638175"/>
                </a:lnTo>
                <a:lnTo>
                  <a:pt x="628650" y="628650"/>
                </a:lnTo>
                <a:lnTo>
                  <a:pt x="609600" y="628650"/>
                </a:lnTo>
                <a:lnTo>
                  <a:pt x="609600" y="619125"/>
                </a:lnTo>
                <a:lnTo>
                  <a:pt x="619125" y="619125"/>
                </a:lnTo>
                <a:close/>
                <a:moveTo>
                  <a:pt x="38100" y="628650"/>
                </a:moveTo>
                <a:lnTo>
                  <a:pt x="47625" y="628650"/>
                </a:lnTo>
                <a:lnTo>
                  <a:pt x="47625" y="638175"/>
                </a:lnTo>
                <a:lnTo>
                  <a:pt x="38100" y="638175"/>
                </a:lnTo>
                <a:close/>
                <a:moveTo>
                  <a:pt x="542925" y="638175"/>
                </a:moveTo>
                <a:lnTo>
                  <a:pt x="552450" y="638175"/>
                </a:lnTo>
                <a:lnTo>
                  <a:pt x="552450" y="647700"/>
                </a:lnTo>
                <a:lnTo>
                  <a:pt x="542925" y="647700"/>
                </a:lnTo>
                <a:close/>
                <a:moveTo>
                  <a:pt x="171450" y="676275"/>
                </a:moveTo>
                <a:lnTo>
                  <a:pt x="381000" y="676275"/>
                </a:lnTo>
                <a:lnTo>
                  <a:pt x="381000" y="695325"/>
                </a:lnTo>
                <a:lnTo>
                  <a:pt x="371475" y="695325"/>
                </a:lnTo>
                <a:lnTo>
                  <a:pt x="371475" y="704850"/>
                </a:lnTo>
                <a:lnTo>
                  <a:pt x="361950" y="704850"/>
                </a:lnTo>
                <a:lnTo>
                  <a:pt x="361950" y="695325"/>
                </a:lnTo>
                <a:lnTo>
                  <a:pt x="314325" y="695325"/>
                </a:lnTo>
                <a:lnTo>
                  <a:pt x="314325" y="704850"/>
                </a:lnTo>
                <a:lnTo>
                  <a:pt x="295275" y="704850"/>
                </a:lnTo>
                <a:lnTo>
                  <a:pt x="295275" y="695325"/>
                </a:lnTo>
                <a:lnTo>
                  <a:pt x="257175" y="695325"/>
                </a:lnTo>
                <a:lnTo>
                  <a:pt x="257175" y="704850"/>
                </a:lnTo>
                <a:lnTo>
                  <a:pt x="247650" y="704850"/>
                </a:lnTo>
                <a:lnTo>
                  <a:pt x="247650" y="695325"/>
                </a:lnTo>
                <a:lnTo>
                  <a:pt x="180975" y="695325"/>
                </a:lnTo>
                <a:lnTo>
                  <a:pt x="180975" y="704850"/>
                </a:lnTo>
                <a:lnTo>
                  <a:pt x="171450" y="704850"/>
                </a:lnTo>
                <a:close/>
                <a:moveTo>
                  <a:pt x="409575" y="676275"/>
                </a:moveTo>
                <a:lnTo>
                  <a:pt x="457200" y="676275"/>
                </a:lnTo>
                <a:lnTo>
                  <a:pt x="457200" y="695325"/>
                </a:lnTo>
                <a:lnTo>
                  <a:pt x="447675" y="695325"/>
                </a:lnTo>
                <a:lnTo>
                  <a:pt x="447675" y="704850"/>
                </a:lnTo>
                <a:lnTo>
                  <a:pt x="428625" y="704850"/>
                </a:lnTo>
                <a:lnTo>
                  <a:pt x="428625" y="695325"/>
                </a:lnTo>
                <a:lnTo>
                  <a:pt x="409575" y="695325"/>
                </a:lnTo>
                <a:close/>
                <a:moveTo>
                  <a:pt x="695325" y="676275"/>
                </a:moveTo>
                <a:lnTo>
                  <a:pt x="733425" y="676275"/>
                </a:lnTo>
                <a:lnTo>
                  <a:pt x="733425" y="695325"/>
                </a:lnTo>
                <a:lnTo>
                  <a:pt x="742950" y="695325"/>
                </a:lnTo>
                <a:lnTo>
                  <a:pt x="742950" y="704850"/>
                </a:lnTo>
                <a:lnTo>
                  <a:pt x="714375" y="704850"/>
                </a:lnTo>
                <a:lnTo>
                  <a:pt x="714375" y="695325"/>
                </a:lnTo>
                <a:lnTo>
                  <a:pt x="685800" y="695325"/>
                </a:lnTo>
                <a:lnTo>
                  <a:pt x="685800" y="685800"/>
                </a:lnTo>
                <a:lnTo>
                  <a:pt x="695325" y="685800"/>
                </a:lnTo>
                <a:close/>
                <a:moveTo>
                  <a:pt x="152400" y="685800"/>
                </a:moveTo>
                <a:lnTo>
                  <a:pt x="161925" y="685800"/>
                </a:lnTo>
                <a:lnTo>
                  <a:pt x="161925" y="695325"/>
                </a:lnTo>
                <a:lnTo>
                  <a:pt x="152400" y="695325"/>
                </a:lnTo>
                <a:close/>
                <a:moveTo>
                  <a:pt x="561975" y="685800"/>
                </a:moveTo>
                <a:lnTo>
                  <a:pt x="571500" y="685800"/>
                </a:lnTo>
                <a:lnTo>
                  <a:pt x="571500" y="695325"/>
                </a:lnTo>
                <a:lnTo>
                  <a:pt x="561975" y="695325"/>
                </a:lnTo>
                <a:close/>
                <a:moveTo>
                  <a:pt x="581025" y="685800"/>
                </a:moveTo>
                <a:lnTo>
                  <a:pt x="590550" y="685800"/>
                </a:lnTo>
                <a:lnTo>
                  <a:pt x="590550" y="695325"/>
                </a:lnTo>
                <a:lnTo>
                  <a:pt x="581025" y="695325"/>
                </a:lnTo>
                <a:close/>
                <a:moveTo>
                  <a:pt x="742950" y="704850"/>
                </a:moveTo>
                <a:lnTo>
                  <a:pt x="771525" y="704850"/>
                </a:lnTo>
                <a:lnTo>
                  <a:pt x="771525" y="733425"/>
                </a:lnTo>
                <a:lnTo>
                  <a:pt x="790575" y="733425"/>
                </a:lnTo>
                <a:lnTo>
                  <a:pt x="790575" y="752475"/>
                </a:lnTo>
                <a:lnTo>
                  <a:pt x="762000" y="752475"/>
                </a:lnTo>
                <a:lnTo>
                  <a:pt x="762000" y="742950"/>
                </a:lnTo>
                <a:lnTo>
                  <a:pt x="752475" y="742950"/>
                </a:lnTo>
                <a:lnTo>
                  <a:pt x="752475" y="723900"/>
                </a:lnTo>
                <a:lnTo>
                  <a:pt x="742950" y="723900"/>
                </a:lnTo>
                <a:close/>
                <a:moveTo>
                  <a:pt x="657225" y="714375"/>
                </a:moveTo>
                <a:lnTo>
                  <a:pt x="676275" y="714375"/>
                </a:lnTo>
                <a:lnTo>
                  <a:pt x="676275" y="723900"/>
                </a:lnTo>
                <a:lnTo>
                  <a:pt x="657225" y="723900"/>
                </a:lnTo>
                <a:close/>
                <a:moveTo>
                  <a:pt x="438150" y="752475"/>
                </a:moveTo>
                <a:lnTo>
                  <a:pt x="447675" y="752475"/>
                </a:lnTo>
                <a:lnTo>
                  <a:pt x="447675" y="762000"/>
                </a:lnTo>
                <a:lnTo>
                  <a:pt x="438150" y="762000"/>
                </a:lnTo>
                <a:close/>
                <a:moveTo>
                  <a:pt x="390525" y="762000"/>
                </a:moveTo>
                <a:lnTo>
                  <a:pt x="400050" y="762000"/>
                </a:lnTo>
                <a:lnTo>
                  <a:pt x="400050" y="771525"/>
                </a:lnTo>
                <a:lnTo>
                  <a:pt x="390525" y="771525"/>
                </a:lnTo>
                <a:close/>
                <a:moveTo>
                  <a:pt x="847725" y="771525"/>
                </a:moveTo>
                <a:lnTo>
                  <a:pt x="866775" y="771525"/>
                </a:lnTo>
                <a:lnTo>
                  <a:pt x="866775" y="781050"/>
                </a:lnTo>
                <a:lnTo>
                  <a:pt x="847725" y="781050"/>
                </a:lnTo>
                <a:close/>
                <a:moveTo>
                  <a:pt x="9525" y="781050"/>
                </a:moveTo>
                <a:lnTo>
                  <a:pt x="28575" y="781050"/>
                </a:lnTo>
                <a:lnTo>
                  <a:pt x="28575" y="790575"/>
                </a:lnTo>
                <a:lnTo>
                  <a:pt x="9525" y="790575"/>
                </a:lnTo>
                <a:close/>
                <a:moveTo>
                  <a:pt x="342900" y="781050"/>
                </a:moveTo>
                <a:lnTo>
                  <a:pt x="352425" y="781050"/>
                </a:lnTo>
                <a:lnTo>
                  <a:pt x="352425" y="800100"/>
                </a:lnTo>
                <a:lnTo>
                  <a:pt x="342900" y="800100"/>
                </a:lnTo>
                <a:close/>
                <a:moveTo>
                  <a:pt x="485775" y="781050"/>
                </a:moveTo>
                <a:lnTo>
                  <a:pt x="504825" y="781050"/>
                </a:lnTo>
                <a:lnTo>
                  <a:pt x="504825" y="809625"/>
                </a:lnTo>
                <a:lnTo>
                  <a:pt x="495300" y="809625"/>
                </a:lnTo>
                <a:lnTo>
                  <a:pt x="495300" y="800100"/>
                </a:lnTo>
                <a:lnTo>
                  <a:pt x="476250" y="800100"/>
                </a:lnTo>
                <a:lnTo>
                  <a:pt x="476250" y="790575"/>
                </a:lnTo>
                <a:lnTo>
                  <a:pt x="485775" y="790575"/>
                </a:lnTo>
                <a:close/>
                <a:moveTo>
                  <a:pt x="257175" y="800100"/>
                </a:moveTo>
                <a:lnTo>
                  <a:pt x="266700" y="800100"/>
                </a:lnTo>
                <a:lnTo>
                  <a:pt x="266700" y="809625"/>
                </a:lnTo>
                <a:lnTo>
                  <a:pt x="257175" y="809625"/>
                </a:lnTo>
                <a:close/>
                <a:moveTo>
                  <a:pt x="323850" y="800100"/>
                </a:moveTo>
                <a:lnTo>
                  <a:pt x="333375" y="800100"/>
                </a:lnTo>
                <a:lnTo>
                  <a:pt x="333375" y="809625"/>
                </a:lnTo>
                <a:lnTo>
                  <a:pt x="323850" y="809625"/>
                </a:lnTo>
                <a:close/>
              </a:path>
            </a:pathLst>
          </a:custGeom>
          <a:solidFill xmlns:a="http://schemas.openxmlformats.org/drawingml/2006/main">
            <a:srgbClr val="FAFAF5"/>
          </a:solidFill>
          <a:ln xmlns:a="http://schemas.openxmlformats.org/drawingml/2006/main" w="0">
            <a:noFill/>
          </a:ln>
        </p:spPr>
      </p:sp>
      <p:sp>
        <p:nvSpPr>
          <p:cNvPr id="209" name="v21 vector #faf9f5">
            <a:extLst xmlns:a="http://schemas.openxmlformats.org/drawingml/2006/main">
              <a:ext uri="{FF2B5EF4-FFF2-40B4-BE49-F238E27FC236}">
                <a16:creationId xmlns:a16="http://schemas.microsoft.com/office/drawing/2014/main" id="{B055868A-D069-4901-98B6-0809A1D76C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8250" y="4848225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9525" y="0"/>
                </a:moveTo>
                <a:lnTo>
                  <a:pt x="19050" y="0"/>
                </a:lnTo>
                <a:lnTo>
                  <a:pt x="19050" y="9525"/>
                </a:lnTo>
                <a:lnTo>
                  <a:pt x="9525" y="9525"/>
                </a:lnTo>
                <a:close/>
                <a:moveTo>
                  <a:pt x="847725" y="0"/>
                </a:moveTo>
                <a:lnTo>
                  <a:pt x="866775" y="0"/>
                </a:lnTo>
                <a:lnTo>
                  <a:pt x="866775" y="19050"/>
                </a:lnTo>
                <a:lnTo>
                  <a:pt x="838200" y="19050"/>
                </a:lnTo>
                <a:lnTo>
                  <a:pt x="838200" y="9525"/>
                </a:lnTo>
                <a:lnTo>
                  <a:pt x="847725" y="9525"/>
                </a:lnTo>
                <a:close/>
                <a:moveTo>
                  <a:pt x="981075" y="0"/>
                </a:moveTo>
                <a:lnTo>
                  <a:pt x="990600" y="0"/>
                </a:lnTo>
                <a:lnTo>
                  <a:pt x="990600" y="9525"/>
                </a:lnTo>
                <a:lnTo>
                  <a:pt x="981075" y="9525"/>
                </a:lnTo>
                <a:close/>
                <a:moveTo>
                  <a:pt x="0" y="9525"/>
                </a:moveTo>
                <a:lnTo>
                  <a:pt x="9525" y="9525"/>
                </a:lnTo>
                <a:lnTo>
                  <a:pt x="9525" y="28575"/>
                </a:lnTo>
                <a:lnTo>
                  <a:pt x="19050" y="28575"/>
                </a:lnTo>
                <a:lnTo>
                  <a:pt x="19050" y="47625"/>
                </a:lnTo>
                <a:lnTo>
                  <a:pt x="38100" y="47625"/>
                </a:lnTo>
                <a:lnTo>
                  <a:pt x="38100" y="38100"/>
                </a:lnTo>
                <a:lnTo>
                  <a:pt x="57150" y="38100"/>
                </a:lnTo>
                <a:lnTo>
                  <a:pt x="57150" y="66675"/>
                </a:lnTo>
                <a:lnTo>
                  <a:pt x="66675" y="66675"/>
                </a:lnTo>
                <a:lnTo>
                  <a:pt x="66675" y="76200"/>
                </a:lnTo>
                <a:lnTo>
                  <a:pt x="47625" y="76200"/>
                </a:lnTo>
                <a:lnTo>
                  <a:pt x="47625" y="85725"/>
                </a:lnTo>
                <a:lnTo>
                  <a:pt x="19050" y="85725"/>
                </a:lnTo>
                <a:lnTo>
                  <a:pt x="19050" y="57150"/>
                </a:lnTo>
                <a:lnTo>
                  <a:pt x="0" y="57150"/>
                </a:lnTo>
                <a:close/>
                <a:moveTo>
                  <a:pt x="876300" y="9525"/>
                </a:moveTo>
                <a:lnTo>
                  <a:pt x="895350" y="9525"/>
                </a:lnTo>
                <a:lnTo>
                  <a:pt x="895350" y="38100"/>
                </a:lnTo>
                <a:lnTo>
                  <a:pt x="885825" y="38100"/>
                </a:lnTo>
                <a:lnTo>
                  <a:pt x="885825" y="19050"/>
                </a:lnTo>
                <a:lnTo>
                  <a:pt x="876300" y="19050"/>
                </a:lnTo>
                <a:close/>
                <a:moveTo>
                  <a:pt x="133350" y="38100"/>
                </a:moveTo>
                <a:lnTo>
                  <a:pt x="142875" y="38100"/>
                </a:lnTo>
                <a:lnTo>
                  <a:pt x="142875" y="47625"/>
                </a:lnTo>
                <a:lnTo>
                  <a:pt x="133350" y="47625"/>
                </a:lnTo>
                <a:close/>
                <a:moveTo>
                  <a:pt x="123825" y="47625"/>
                </a:moveTo>
                <a:lnTo>
                  <a:pt x="133350" y="47625"/>
                </a:lnTo>
                <a:lnTo>
                  <a:pt x="133350" y="57150"/>
                </a:lnTo>
                <a:lnTo>
                  <a:pt x="123825" y="57150"/>
                </a:lnTo>
                <a:close/>
                <a:moveTo>
                  <a:pt x="914400" y="47625"/>
                </a:moveTo>
                <a:lnTo>
                  <a:pt x="923925" y="47625"/>
                </a:lnTo>
                <a:lnTo>
                  <a:pt x="923925" y="57150"/>
                </a:lnTo>
                <a:lnTo>
                  <a:pt x="914400" y="57150"/>
                </a:lnTo>
                <a:close/>
                <a:moveTo>
                  <a:pt x="942975" y="47625"/>
                </a:moveTo>
                <a:lnTo>
                  <a:pt x="971550" y="47625"/>
                </a:lnTo>
                <a:lnTo>
                  <a:pt x="971550" y="57150"/>
                </a:lnTo>
                <a:lnTo>
                  <a:pt x="1000125" y="57150"/>
                </a:lnTo>
                <a:lnTo>
                  <a:pt x="1000125" y="85725"/>
                </a:lnTo>
                <a:lnTo>
                  <a:pt x="990600" y="85725"/>
                </a:lnTo>
                <a:lnTo>
                  <a:pt x="990600" y="76200"/>
                </a:lnTo>
                <a:lnTo>
                  <a:pt x="971550" y="76200"/>
                </a:lnTo>
                <a:lnTo>
                  <a:pt x="971550" y="66675"/>
                </a:lnTo>
                <a:lnTo>
                  <a:pt x="933450" y="66675"/>
                </a:lnTo>
                <a:lnTo>
                  <a:pt x="933450" y="57150"/>
                </a:lnTo>
                <a:lnTo>
                  <a:pt x="942975" y="57150"/>
                </a:lnTo>
                <a:close/>
                <a:moveTo>
                  <a:pt x="1047750" y="76200"/>
                </a:moveTo>
                <a:lnTo>
                  <a:pt x="1066800" y="76200"/>
                </a:lnTo>
                <a:lnTo>
                  <a:pt x="1066800" y="85725"/>
                </a:lnTo>
                <a:lnTo>
                  <a:pt x="1057275" y="85725"/>
                </a:lnTo>
                <a:lnTo>
                  <a:pt x="1057275" y="104775"/>
                </a:lnTo>
                <a:lnTo>
                  <a:pt x="1047750" y="104775"/>
                </a:lnTo>
                <a:lnTo>
                  <a:pt x="1047750" y="133350"/>
                </a:lnTo>
                <a:lnTo>
                  <a:pt x="1019175" y="133350"/>
                </a:lnTo>
                <a:lnTo>
                  <a:pt x="1019175" y="142875"/>
                </a:lnTo>
                <a:lnTo>
                  <a:pt x="1000125" y="142875"/>
                </a:lnTo>
                <a:lnTo>
                  <a:pt x="1000125" y="133350"/>
                </a:lnTo>
                <a:lnTo>
                  <a:pt x="1009650" y="133350"/>
                </a:lnTo>
                <a:lnTo>
                  <a:pt x="1009650" y="123825"/>
                </a:lnTo>
                <a:lnTo>
                  <a:pt x="1028700" y="123825"/>
                </a:lnTo>
                <a:lnTo>
                  <a:pt x="1028700" y="114300"/>
                </a:lnTo>
                <a:lnTo>
                  <a:pt x="1009650" y="114300"/>
                </a:lnTo>
                <a:lnTo>
                  <a:pt x="1009650" y="85725"/>
                </a:lnTo>
                <a:lnTo>
                  <a:pt x="1047750" y="85725"/>
                </a:lnTo>
                <a:close/>
                <a:moveTo>
                  <a:pt x="28575" y="104775"/>
                </a:moveTo>
                <a:lnTo>
                  <a:pt x="38100" y="104775"/>
                </a:lnTo>
                <a:lnTo>
                  <a:pt x="38100" y="123825"/>
                </a:lnTo>
                <a:lnTo>
                  <a:pt x="57150" y="123825"/>
                </a:lnTo>
                <a:lnTo>
                  <a:pt x="57150" y="152400"/>
                </a:lnTo>
                <a:lnTo>
                  <a:pt x="38100" y="152400"/>
                </a:lnTo>
                <a:lnTo>
                  <a:pt x="38100" y="142875"/>
                </a:lnTo>
                <a:lnTo>
                  <a:pt x="9525" y="142875"/>
                </a:lnTo>
                <a:lnTo>
                  <a:pt x="9525" y="152400"/>
                </a:lnTo>
                <a:lnTo>
                  <a:pt x="0" y="152400"/>
                </a:lnTo>
                <a:lnTo>
                  <a:pt x="0" y="123825"/>
                </a:lnTo>
                <a:lnTo>
                  <a:pt x="19050" y="123825"/>
                </a:lnTo>
                <a:lnTo>
                  <a:pt x="19050" y="114300"/>
                </a:lnTo>
                <a:lnTo>
                  <a:pt x="28575" y="114300"/>
                </a:lnTo>
                <a:close/>
                <a:moveTo>
                  <a:pt x="66675" y="104775"/>
                </a:moveTo>
                <a:lnTo>
                  <a:pt x="76200" y="104775"/>
                </a:lnTo>
                <a:lnTo>
                  <a:pt x="76200" y="114300"/>
                </a:lnTo>
                <a:lnTo>
                  <a:pt x="66675" y="114300"/>
                </a:lnTo>
                <a:close/>
                <a:moveTo>
                  <a:pt x="19050" y="133350"/>
                </a:moveTo>
                <a:lnTo>
                  <a:pt x="28575" y="133350"/>
                </a:lnTo>
                <a:lnTo>
                  <a:pt x="28575" y="123825"/>
                </a:lnTo>
                <a:lnTo>
                  <a:pt x="19050" y="123825"/>
                </a:lnTo>
                <a:close/>
                <a:moveTo>
                  <a:pt x="1171575" y="133350"/>
                </a:moveTo>
                <a:lnTo>
                  <a:pt x="1190625" y="133350"/>
                </a:lnTo>
                <a:lnTo>
                  <a:pt x="1190625" y="152400"/>
                </a:lnTo>
                <a:lnTo>
                  <a:pt x="1171575" y="152400"/>
                </a:lnTo>
                <a:close/>
                <a:moveTo>
                  <a:pt x="1009650" y="152400"/>
                </a:moveTo>
                <a:lnTo>
                  <a:pt x="1019175" y="152400"/>
                </a:lnTo>
                <a:lnTo>
                  <a:pt x="1019175" y="161925"/>
                </a:lnTo>
                <a:lnTo>
                  <a:pt x="1009650" y="161925"/>
                </a:lnTo>
                <a:close/>
                <a:moveTo>
                  <a:pt x="1019175" y="161925"/>
                </a:moveTo>
                <a:lnTo>
                  <a:pt x="1028700" y="161925"/>
                </a:lnTo>
                <a:lnTo>
                  <a:pt x="1028700" y="171450"/>
                </a:lnTo>
                <a:lnTo>
                  <a:pt x="1038225" y="171450"/>
                </a:lnTo>
                <a:lnTo>
                  <a:pt x="1038225" y="190500"/>
                </a:lnTo>
                <a:lnTo>
                  <a:pt x="1019175" y="190500"/>
                </a:lnTo>
                <a:lnTo>
                  <a:pt x="1019175" y="180975"/>
                </a:lnTo>
                <a:lnTo>
                  <a:pt x="1009650" y="180975"/>
                </a:lnTo>
                <a:lnTo>
                  <a:pt x="1009650" y="171450"/>
                </a:lnTo>
                <a:lnTo>
                  <a:pt x="1019175" y="171450"/>
                </a:lnTo>
                <a:close/>
                <a:moveTo>
                  <a:pt x="990600" y="171450"/>
                </a:moveTo>
                <a:lnTo>
                  <a:pt x="1000125" y="171450"/>
                </a:lnTo>
                <a:lnTo>
                  <a:pt x="1000125" y="180975"/>
                </a:lnTo>
                <a:lnTo>
                  <a:pt x="990600" y="180975"/>
                </a:lnTo>
                <a:close/>
                <a:moveTo>
                  <a:pt x="600075" y="190500"/>
                </a:moveTo>
                <a:lnTo>
                  <a:pt x="609600" y="190500"/>
                </a:lnTo>
                <a:lnTo>
                  <a:pt x="609600" y="200025"/>
                </a:lnTo>
                <a:lnTo>
                  <a:pt x="600075" y="200025"/>
                </a:lnTo>
                <a:close/>
                <a:moveTo>
                  <a:pt x="228600" y="200025"/>
                </a:moveTo>
                <a:lnTo>
                  <a:pt x="238125" y="200025"/>
                </a:lnTo>
                <a:lnTo>
                  <a:pt x="238125" y="209550"/>
                </a:lnTo>
                <a:lnTo>
                  <a:pt x="228600" y="209550"/>
                </a:lnTo>
                <a:close/>
                <a:moveTo>
                  <a:pt x="409575" y="200025"/>
                </a:moveTo>
                <a:lnTo>
                  <a:pt x="419100" y="200025"/>
                </a:lnTo>
                <a:lnTo>
                  <a:pt x="419100" y="209550"/>
                </a:lnTo>
                <a:lnTo>
                  <a:pt x="409575" y="209550"/>
                </a:lnTo>
                <a:close/>
                <a:moveTo>
                  <a:pt x="428625" y="200025"/>
                </a:moveTo>
                <a:lnTo>
                  <a:pt x="438150" y="200025"/>
                </a:lnTo>
                <a:lnTo>
                  <a:pt x="438150" y="209550"/>
                </a:lnTo>
                <a:lnTo>
                  <a:pt x="428625" y="209550"/>
                </a:lnTo>
                <a:close/>
                <a:moveTo>
                  <a:pt x="1047750" y="200025"/>
                </a:moveTo>
                <a:lnTo>
                  <a:pt x="1057275" y="200025"/>
                </a:lnTo>
                <a:lnTo>
                  <a:pt x="1057275" y="209550"/>
                </a:lnTo>
                <a:lnTo>
                  <a:pt x="1047750" y="209550"/>
                </a:lnTo>
                <a:close/>
                <a:moveTo>
                  <a:pt x="419100" y="219075"/>
                </a:moveTo>
                <a:lnTo>
                  <a:pt x="428625" y="219075"/>
                </a:lnTo>
                <a:lnTo>
                  <a:pt x="428625" y="228600"/>
                </a:lnTo>
                <a:lnTo>
                  <a:pt x="419100" y="228600"/>
                </a:lnTo>
                <a:close/>
                <a:moveTo>
                  <a:pt x="361950" y="228600"/>
                </a:moveTo>
                <a:lnTo>
                  <a:pt x="371475" y="228600"/>
                </a:lnTo>
                <a:lnTo>
                  <a:pt x="371475" y="238125"/>
                </a:lnTo>
                <a:lnTo>
                  <a:pt x="361950" y="238125"/>
                </a:lnTo>
                <a:close/>
                <a:moveTo>
                  <a:pt x="1019175" y="228600"/>
                </a:moveTo>
                <a:lnTo>
                  <a:pt x="1028700" y="228600"/>
                </a:lnTo>
                <a:lnTo>
                  <a:pt x="1028700" y="238125"/>
                </a:lnTo>
                <a:lnTo>
                  <a:pt x="1038225" y="238125"/>
                </a:lnTo>
                <a:lnTo>
                  <a:pt x="1038225" y="257175"/>
                </a:lnTo>
                <a:lnTo>
                  <a:pt x="1019175" y="257175"/>
                </a:lnTo>
                <a:lnTo>
                  <a:pt x="1019175" y="247650"/>
                </a:lnTo>
                <a:lnTo>
                  <a:pt x="1009650" y="247650"/>
                </a:lnTo>
                <a:lnTo>
                  <a:pt x="1009650" y="238125"/>
                </a:lnTo>
                <a:lnTo>
                  <a:pt x="1019175" y="238125"/>
                </a:lnTo>
                <a:close/>
                <a:moveTo>
                  <a:pt x="381000" y="238125"/>
                </a:moveTo>
                <a:lnTo>
                  <a:pt x="390525" y="238125"/>
                </a:lnTo>
                <a:lnTo>
                  <a:pt x="390525" y="257175"/>
                </a:lnTo>
                <a:lnTo>
                  <a:pt x="371475" y="257175"/>
                </a:lnTo>
                <a:lnTo>
                  <a:pt x="371475" y="247650"/>
                </a:lnTo>
                <a:lnTo>
                  <a:pt x="381000" y="247650"/>
                </a:lnTo>
                <a:close/>
                <a:moveTo>
                  <a:pt x="981075" y="238125"/>
                </a:moveTo>
                <a:lnTo>
                  <a:pt x="1000125" y="238125"/>
                </a:lnTo>
                <a:lnTo>
                  <a:pt x="1000125" y="247650"/>
                </a:lnTo>
                <a:lnTo>
                  <a:pt x="1009650" y="247650"/>
                </a:lnTo>
                <a:lnTo>
                  <a:pt x="1009650" y="257175"/>
                </a:lnTo>
                <a:lnTo>
                  <a:pt x="990600" y="257175"/>
                </a:lnTo>
                <a:lnTo>
                  <a:pt x="990600" y="247650"/>
                </a:lnTo>
                <a:lnTo>
                  <a:pt x="981075" y="247650"/>
                </a:lnTo>
                <a:close/>
                <a:moveTo>
                  <a:pt x="1171575" y="257175"/>
                </a:moveTo>
                <a:lnTo>
                  <a:pt x="1181100" y="257175"/>
                </a:lnTo>
                <a:lnTo>
                  <a:pt x="1181100" y="266700"/>
                </a:lnTo>
                <a:lnTo>
                  <a:pt x="1171575" y="266700"/>
                </a:lnTo>
                <a:close/>
                <a:moveTo>
                  <a:pt x="1009650" y="266700"/>
                </a:moveTo>
                <a:lnTo>
                  <a:pt x="1028700" y="266700"/>
                </a:lnTo>
                <a:lnTo>
                  <a:pt x="1028700" y="276225"/>
                </a:lnTo>
                <a:lnTo>
                  <a:pt x="1019175" y="276225"/>
                </a:lnTo>
                <a:lnTo>
                  <a:pt x="1019175" y="285750"/>
                </a:lnTo>
                <a:lnTo>
                  <a:pt x="1028700" y="285750"/>
                </a:lnTo>
                <a:lnTo>
                  <a:pt x="1028700" y="314325"/>
                </a:lnTo>
                <a:lnTo>
                  <a:pt x="1019175" y="314325"/>
                </a:lnTo>
                <a:lnTo>
                  <a:pt x="1019175" y="304800"/>
                </a:lnTo>
                <a:lnTo>
                  <a:pt x="1009650" y="304800"/>
                </a:lnTo>
                <a:close/>
                <a:moveTo>
                  <a:pt x="1057275" y="266700"/>
                </a:moveTo>
                <a:lnTo>
                  <a:pt x="1076325" y="266700"/>
                </a:lnTo>
                <a:lnTo>
                  <a:pt x="1076325" y="295275"/>
                </a:lnTo>
                <a:lnTo>
                  <a:pt x="1066800" y="295275"/>
                </a:lnTo>
                <a:lnTo>
                  <a:pt x="1066800" y="285750"/>
                </a:lnTo>
                <a:lnTo>
                  <a:pt x="1057275" y="285750"/>
                </a:lnTo>
                <a:close/>
                <a:moveTo>
                  <a:pt x="1038225" y="323850"/>
                </a:moveTo>
                <a:lnTo>
                  <a:pt x="1066800" y="323850"/>
                </a:lnTo>
                <a:lnTo>
                  <a:pt x="1066800" y="342900"/>
                </a:lnTo>
                <a:lnTo>
                  <a:pt x="1076325" y="342900"/>
                </a:lnTo>
                <a:lnTo>
                  <a:pt x="1076325" y="352425"/>
                </a:lnTo>
                <a:lnTo>
                  <a:pt x="1104900" y="352425"/>
                </a:lnTo>
                <a:lnTo>
                  <a:pt x="1104900" y="390525"/>
                </a:lnTo>
                <a:lnTo>
                  <a:pt x="1123950" y="390525"/>
                </a:lnTo>
                <a:lnTo>
                  <a:pt x="1123950" y="409575"/>
                </a:lnTo>
                <a:lnTo>
                  <a:pt x="1114425" y="409575"/>
                </a:lnTo>
                <a:lnTo>
                  <a:pt x="1114425" y="400050"/>
                </a:lnTo>
                <a:lnTo>
                  <a:pt x="1104900" y="400050"/>
                </a:lnTo>
                <a:lnTo>
                  <a:pt x="1104900" y="419100"/>
                </a:lnTo>
                <a:lnTo>
                  <a:pt x="1085850" y="419100"/>
                </a:lnTo>
                <a:lnTo>
                  <a:pt x="1085850" y="409575"/>
                </a:lnTo>
                <a:lnTo>
                  <a:pt x="1095375" y="409575"/>
                </a:lnTo>
                <a:lnTo>
                  <a:pt x="1095375" y="381000"/>
                </a:lnTo>
                <a:lnTo>
                  <a:pt x="1085850" y="381000"/>
                </a:lnTo>
                <a:lnTo>
                  <a:pt x="1085850" y="371475"/>
                </a:lnTo>
                <a:lnTo>
                  <a:pt x="1076325" y="371475"/>
                </a:lnTo>
                <a:lnTo>
                  <a:pt x="1076325" y="361950"/>
                </a:lnTo>
                <a:lnTo>
                  <a:pt x="1066800" y="361950"/>
                </a:lnTo>
                <a:lnTo>
                  <a:pt x="1066800" y="352425"/>
                </a:lnTo>
                <a:lnTo>
                  <a:pt x="1047750" y="352425"/>
                </a:lnTo>
                <a:lnTo>
                  <a:pt x="1047750" y="342900"/>
                </a:lnTo>
                <a:lnTo>
                  <a:pt x="1038225" y="342900"/>
                </a:lnTo>
                <a:close/>
                <a:moveTo>
                  <a:pt x="19050" y="333375"/>
                </a:moveTo>
                <a:lnTo>
                  <a:pt x="28575" y="333375"/>
                </a:lnTo>
                <a:lnTo>
                  <a:pt x="28575" y="342900"/>
                </a:lnTo>
                <a:lnTo>
                  <a:pt x="19050" y="342900"/>
                </a:lnTo>
                <a:close/>
                <a:moveTo>
                  <a:pt x="1000125" y="342900"/>
                </a:moveTo>
                <a:lnTo>
                  <a:pt x="1009650" y="342900"/>
                </a:lnTo>
                <a:lnTo>
                  <a:pt x="1009650" y="352425"/>
                </a:lnTo>
                <a:lnTo>
                  <a:pt x="1000125" y="352425"/>
                </a:lnTo>
                <a:close/>
                <a:moveTo>
                  <a:pt x="990600" y="352425"/>
                </a:moveTo>
                <a:lnTo>
                  <a:pt x="1000125" y="352425"/>
                </a:lnTo>
                <a:lnTo>
                  <a:pt x="1000125" y="371475"/>
                </a:lnTo>
                <a:lnTo>
                  <a:pt x="981075" y="371475"/>
                </a:lnTo>
                <a:lnTo>
                  <a:pt x="981075" y="361950"/>
                </a:lnTo>
                <a:lnTo>
                  <a:pt x="990600" y="361950"/>
                </a:lnTo>
                <a:close/>
                <a:moveTo>
                  <a:pt x="57150" y="361950"/>
                </a:moveTo>
                <a:lnTo>
                  <a:pt x="66675" y="361950"/>
                </a:lnTo>
                <a:lnTo>
                  <a:pt x="66675" y="371475"/>
                </a:lnTo>
                <a:lnTo>
                  <a:pt x="57150" y="371475"/>
                </a:lnTo>
                <a:close/>
                <a:moveTo>
                  <a:pt x="76200" y="361950"/>
                </a:moveTo>
                <a:lnTo>
                  <a:pt x="85725" y="361950"/>
                </a:lnTo>
                <a:lnTo>
                  <a:pt x="85725" y="371475"/>
                </a:lnTo>
                <a:lnTo>
                  <a:pt x="76200" y="371475"/>
                </a:lnTo>
                <a:close/>
                <a:moveTo>
                  <a:pt x="1028700" y="361950"/>
                </a:moveTo>
                <a:lnTo>
                  <a:pt x="1047750" y="361950"/>
                </a:lnTo>
                <a:lnTo>
                  <a:pt x="1047750" y="371475"/>
                </a:lnTo>
                <a:lnTo>
                  <a:pt x="1057275" y="371475"/>
                </a:lnTo>
                <a:lnTo>
                  <a:pt x="1057275" y="390525"/>
                </a:lnTo>
                <a:lnTo>
                  <a:pt x="1028700" y="390525"/>
                </a:lnTo>
                <a:close/>
                <a:moveTo>
                  <a:pt x="1143000" y="361950"/>
                </a:moveTo>
                <a:lnTo>
                  <a:pt x="1162050" y="361950"/>
                </a:lnTo>
                <a:lnTo>
                  <a:pt x="1162050" y="381000"/>
                </a:lnTo>
                <a:lnTo>
                  <a:pt x="1152525" y="381000"/>
                </a:lnTo>
                <a:lnTo>
                  <a:pt x="1152525" y="371475"/>
                </a:lnTo>
                <a:lnTo>
                  <a:pt x="1143000" y="371475"/>
                </a:lnTo>
                <a:close/>
                <a:moveTo>
                  <a:pt x="66675" y="371475"/>
                </a:moveTo>
                <a:lnTo>
                  <a:pt x="76200" y="371475"/>
                </a:lnTo>
                <a:lnTo>
                  <a:pt x="76200" y="381000"/>
                </a:lnTo>
                <a:lnTo>
                  <a:pt x="66675" y="381000"/>
                </a:lnTo>
                <a:close/>
                <a:moveTo>
                  <a:pt x="971550" y="371475"/>
                </a:moveTo>
                <a:lnTo>
                  <a:pt x="981075" y="371475"/>
                </a:lnTo>
                <a:lnTo>
                  <a:pt x="981075" y="381000"/>
                </a:lnTo>
                <a:lnTo>
                  <a:pt x="971550" y="381000"/>
                </a:lnTo>
                <a:close/>
                <a:moveTo>
                  <a:pt x="0" y="390525"/>
                </a:moveTo>
                <a:lnTo>
                  <a:pt x="19050" y="390525"/>
                </a:lnTo>
                <a:lnTo>
                  <a:pt x="19050" y="400050"/>
                </a:lnTo>
                <a:lnTo>
                  <a:pt x="28575" y="400050"/>
                </a:lnTo>
                <a:lnTo>
                  <a:pt x="28575" y="409575"/>
                </a:lnTo>
                <a:lnTo>
                  <a:pt x="9525" y="409575"/>
                </a:lnTo>
                <a:lnTo>
                  <a:pt x="9525" y="400050"/>
                </a:lnTo>
                <a:lnTo>
                  <a:pt x="0" y="400050"/>
                </a:lnTo>
                <a:close/>
                <a:moveTo>
                  <a:pt x="628650" y="390525"/>
                </a:moveTo>
                <a:lnTo>
                  <a:pt x="638175" y="390525"/>
                </a:lnTo>
                <a:lnTo>
                  <a:pt x="638175" y="400050"/>
                </a:lnTo>
                <a:lnTo>
                  <a:pt x="628650" y="400050"/>
                </a:lnTo>
                <a:close/>
                <a:moveTo>
                  <a:pt x="609600" y="400050"/>
                </a:moveTo>
                <a:lnTo>
                  <a:pt x="628650" y="400050"/>
                </a:lnTo>
                <a:lnTo>
                  <a:pt x="628650" y="419100"/>
                </a:lnTo>
                <a:lnTo>
                  <a:pt x="619125" y="419100"/>
                </a:lnTo>
                <a:lnTo>
                  <a:pt x="619125" y="409575"/>
                </a:lnTo>
                <a:lnTo>
                  <a:pt x="609600" y="409575"/>
                </a:lnTo>
                <a:close/>
                <a:moveTo>
                  <a:pt x="600075" y="409575"/>
                </a:moveTo>
                <a:lnTo>
                  <a:pt x="609600" y="409575"/>
                </a:lnTo>
                <a:lnTo>
                  <a:pt x="609600" y="419100"/>
                </a:lnTo>
                <a:lnTo>
                  <a:pt x="600075" y="419100"/>
                </a:lnTo>
                <a:close/>
                <a:moveTo>
                  <a:pt x="695325" y="409575"/>
                </a:moveTo>
                <a:lnTo>
                  <a:pt x="714375" y="409575"/>
                </a:lnTo>
                <a:lnTo>
                  <a:pt x="714375" y="457200"/>
                </a:lnTo>
                <a:lnTo>
                  <a:pt x="695325" y="457200"/>
                </a:lnTo>
                <a:lnTo>
                  <a:pt x="695325" y="447675"/>
                </a:lnTo>
                <a:lnTo>
                  <a:pt x="704850" y="447675"/>
                </a:lnTo>
                <a:lnTo>
                  <a:pt x="704850" y="438150"/>
                </a:lnTo>
                <a:lnTo>
                  <a:pt x="695325" y="438150"/>
                </a:lnTo>
                <a:close/>
                <a:moveTo>
                  <a:pt x="781050" y="428625"/>
                </a:moveTo>
                <a:lnTo>
                  <a:pt x="790575" y="428625"/>
                </a:lnTo>
                <a:lnTo>
                  <a:pt x="790575" y="447675"/>
                </a:lnTo>
                <a:lnTo>
                  <a:pt x="781050" y="447675"/>
                </a:lnTo>
                <a:close/>
                <a:moveTo>
                  <a:pt x="1076325" y="428625"/>
                </a:moveTo>
                <a:lnTo>
                  <a:pt x="1095375" y="428625"/>
                </a:lnTo>
                <a:lnTo>
                  <a:pt x="1095375" y="457200"/>
                </a:lnTo>
                <a:lnTo>
                  <a:pt x="1085850" y="457200"/>
                </a:lnTo>
                <a:lnTo>
                  <a:pt x="1085850" y="438150"/>
                </a:lnTo>
                <a:lnTo>
                  <a:pt x="1076325" y="438150"/>
                </a:lnTo>
                <a:close/>
                <a:moveTo>
                  <a:pt x="0" y="438150"/>
                </a:moveTo>
                <a:lnTo>
                  <a:pt x="9525" y="438150"/>
                </a:lnTo>
                <a:lnTo>
                  <a:pt x="9525" y="447675"/>
                </a:lnTo>
                <a:lnTo>
                  <a:pt x="0" y="447675"/>
                </a:lnTo>
                <a:close/>
                <a:moveTo>
                  <a:pt x="790575" y="447675"/>
                </a:moveTo>
                <a:lnTo>
                  <a:pt x="800100" y="447675"/>
                </a:lnTo>
                <a:lnTo>
                  <a:pt x="800100" y="457200"/>
                </a:lnTo>
                <a:lnTo>
                  <a:pt x="790575" y="457200"/>
                </a:lnTo>
                <a:close/>
                <a:moveTo>
                  <a:pt x="685800" y="466725"/>
                </a:moveTo>
                <a:lnTo>
                  <a:pt x="714375" y="466725"/>
                </a:lnTo>
                <a:lnTo>
                  <a:pt x="714375" y="476250"/>
                </a:lnTo>
                <a:lnTo>
                  <a:pt x="685800" y="476250"/>
                </a:lnTo>
                <a:close/>
                <a:moveTo>
                  <a:pt x="1085850" y="495300"/>
                </a:moveTo>
                <a:lnTo>
                  <a:pt x="1095375" y="495300"/>
                </a:lnTo>
                <a:lnTo>
                  <a:pt x="1095375" y="504825"/>
                </a:lnTo>
                <a:lnTo>
                  <a:pt x="1104900" y="504825"/>
                </a:lnTo>
                <a:lnTo>
                  <a:pt x="1104900" y="542925"/>
                </a:lnTo>
                <a:lnTo>
                  <a:pt x="1095375" y="542925"/>
                </a:lnTo>
                <a:lnTo>
                  <a:pt x="1095375" y="533400"/>
                </a:lnTo>
                <a:lnTo>
                  <a:pt x="1085850" y="533400"/>
                </a:lnTo>
                <a:lnTo>
                  <a:pt x="1085850" y="523875"/>
                </a:lnTo>
                <a:lnTo>
                  <a:pt x="1095375" y="523875"/>
                </a:lnTo>
                <a:lnTo>
                  <a:pt x="1095375" y="514350"/>
                </a:lnTo>
                <a:lnTo>
                  <a:pt x="1085850" y="514350"/>
                </a:lnTo>
                <a:close/>
                <a:moveTo>
                  <a:pt x="76200" y="514350"/>
                </a:moveTo>
                <a:lnTo>
                  <a:pt x="85725" y="514350"/>
                </a:lnTo>
                <a:lnTo>
                  <a:pt x="85725" y="542925"/>
                </a:lnTo>
                <a:lnTo>
                  <a:pt x="76200" y="542925"/>
                </a:lnTo>
                <a:close/>
                <a:moveTo>
                  <a:pt x="1133475" y="523875"/>
                </a:moveTo>
                <a:lnTo>
                  <a:pt x="1143000" y="523875"/>
                </a:lnTo>
                <a:lnTo>
                  <a:pt x="1143000" y="533400"/>
                </a:lnTo>
                <a:lnTo>
                  <a:pt x="1133475" y="533400"/>
                </a:lnTo>
                <a:close/>
                <a:moveTo>
                  <a:pt x="419100" y="533400"/>
                </a:moveTo>
                <a:lnTo>
                  <a:pt x="457200" y="533400"/>
                </a:lnTo>
                <a:lnTo>
                  <a:pt x="457200" y="542925"/>
                </a:lnTo>
                <a:lnTo>
                  <a:pt x="485775" y="542925"/>
                </a:lnTo>
                <a:lnTo>
                  <a:pt x="485775" y="552450"/>
                </a:lnTo>
                <a:lnTo>
                  <a:pt x="476250" y="552450"/>
                </a:lnTo>
                <a:lnTo>
                  <a:pt x="476250" y="561975"/>
                </a:lnTo>
                <a:lnTo>
                  <a:pt x="466725" y="561975"/>
                </a:lnTo>
                <a:lnTo>
                  <a:pt x="466725" y="571500"/>
                </a:lnTo>
                <a:lnTo>
                  <a:pt x="457200" y="571500"/>
                </a:lnTo>
                <a:lnTo>
                  <a:pt x="457200" y="581025"/>
                </a:lnTo>
                <a:lnTo>
                  <a:pt x="466725" y="581025"/>
                </a:lnTo>
                <a:lnTo>
                  <a:pt x="466725" y="571500"/>
                </a:lnTo>
                <a:lnTo>
                  <a:pt x="476250" y="571500"/>
                </a:lnTo>
                <a:lnTo>
                  <a:pt x="476250" y="581025"/>
                </a:lnTo>
                <a:lnTo>
                  <a:pt x="466725" y="581025"/>
                </a:lnTo>
                <a:lnTo>
                  <a:pt x="466725" y="590550"/>
                </a:lnTo>
                <a:lnTo>
                  <a:pt x="438150" y="590550"/>
                </a:lnTo>
                <a:lnTo>
                  <a:pt x="438150" y="600075"/>
                </a:lnTo>
                <a:lnTo>
                  <a:pt x="428625" y="600075"/>
                </a:lnTo>
                <a:lnTo>
                  <a:pt x="428625" y="581025"/>
                </a:lnTo>
                <a:lnTo>
                  <a:pt x="447675" y="581025"/>
                </a:lnTo>
                <a:lnTo>
                  <a:pt x="447675" y="561975"/>
                </a:lnTo>
                <a:lnTo>
                  <a:pt x="419100" y="561975"/>
                </a:lnTo>
                <a:close/>
                <a:moveTo>
                  <a:pt x="9525" y="571500"/>
                </a:moveTo>
                <a:lnTo>
                  <a:pt x="38100" y="571500"/>
                </a:lnTo>
                <a:lnTo>
                  <a:pt x="38100" y="581025"/>
                </a:lnTo>
                <a:lnTo>
                  <a:pt x="47625" y="581025"/>
                </a:lnTo>
                <a:lnTo>
                  <a:pt x="47625" y="628650"/>
                </a:lnTo>
                <a:lnTo>
                  <a:pt x="28575" y="628650"/>
                </a:lnTo>
                <a:lnTo>
                  <a:pt x="28575" y="619125"/>
                </a:lnTo>
                <a:lnTo>
                  <a:pt x="0" y="619125"/>
                </a:lnTo>
                <a:lnTo>
                  <a:pt x="0" y="609600"/>
                </a:lnTo>
                <a:lnTo>
                  <a:pt x="9525" y="609600"/>
                </a:lnTo>
                <a:lnTo>
                  <a:pt x="9525" y="600075"/>
                </a:lnTo>
                <a:lnTo>
                  <a:pt x="28575" y="600075"/>
                </a:lnTo>
                <a:lnTo>
                  <a:pt x="28575" y="581025"/>
                </a:lnTo>
                <a:lnTo>
                  <a:pt x="19050" y="581025"/>
                </a:lnTo>
                <a:lnTo>
                  <a:pt x="19050" y="590550"/>
                </a:lnTo>
                <a:lnTo>
                  <a:pt x="9525" y="590550"/>
                </a:lnTo>
                <a:close/>
                <a:moveTo>
                  <a:pt x="504825" y="571500"/>
                </a:moveTo>
                <a:lnTo>
                  <a:pt x="542925" y="571500"/>
                </a:lnTo>
                <a:lnTo>
                  <a:pt x="542925" y="600075"/>
                </a:lnTo>
                <a:lnTo>
                  <a:pt x="533400" y="600075"/>
                </a:lnTo>
                <a:lnTo>
                  <a:pt x="533400" y="609600"/>
                </a:lnTo>
                <a:lnTo>
                  <a:pt x="523875" y="609600"/>
                </a:lnTo>
                <a:lnTo>
                  <a:pt x="523875" y="600075"/>
                </a:lnTo>
                <a:lnTo>
                  <a:pt x="504825" y="600075"/>
                </a:lnTo>
                <a:close/>
                <a:moveTo>
                  <a:pt x="1104900" y="571500"/>
                </a:moveTo>
                <a:lnTo>
                  <a:pt x="1114425" y="571500"/>
                </a:lnTo>
                <a:lnTo>
                  <a:pt x="1114425" y="581025"/>
                </a:lnTo>
                <a:lnTo>
                  <a:pt x="1104900" y="581025"/>
                </a:lnTo>
                <a:close/>
                <a:moveTo>
                  <a:pt x="1085850" y="581025"/>
                </a:moveTo>
                <a:lnTo>
                  <a:pt x="1104900" y="581025"/>
                </a:lnTo>
                <a:lnTo>
                  <a:pt x="1104900" y="590550"/>
                </a:lnTo>
                <a:lnTo>
                  <a:pt x="1085850" y="590550"/>
                </a:lnTo>
                <a:close/>
                <a:moveTo>
                  <a:pt x="600075" y="590550"/>
                </a:moveTo>
                <a:lnTo>
                  <a:pt x="609600" y="590550"/>
                </a:lnTo>
                <a:lnTo>
                  <a:pt x="609600" y="600075"/>
                </a:lnTo>
                <a:lnTo>
                  <a:pt x="600075" y="600075"/>
                </a:lnTo>
                <a:close/>
                <a:moveTo>
                  <a:pt x="590550" y="600075"/>
                </a:moveTo>
                <a:lnTo>
                  <a:pt x="600075" y="600075"/>
                </a:lnTo>
                <a:lnTo>
                  <a:pt x="600075" y="619125"/>
                </a:lnTo>
                <a:lnTo>
                  <a:pt x="590550" y="619125"/>
                </a:lnTo>
                <a:close/>
                <a:moveTo>
                  <a:pt x="609600" y="600075"/>
                </a:moveTo>
                <a:lnTo>
                  <a:pt x="638175" y="600075"/>
                </a:lnTo>
                <a:lnTo>
                  <a:pt x="638175" y="619125"/>
                </a:lnTo>
                <a:lnTo>
                  <a:pt x="628650" y="619125"/>
                </a:lnTo>
                <a:lnTo>
                  <a:pt x="628650" y="609600"/>
                </a:lnTo>
                <a:lnTo>
                  <a:pt x="619125" y="609600"/>
                </a:lnTo>
                <a:lnTo>
                  <a:pt x="619125" y="619125"/>
                </a:lnTo>
                <a:lnTo>
                  <a:pt x="609600" y="619125"/>
                </a:lnTo>
                <a:close/>
                <a:moveTo>
                  <a:pt x="638175" y="619125"/>
                </a:moveTo>
                <a:lnTo>
                  <a:pt x="647700" y="619125"/>
                </a:lnTo>
                <a:lnTo>
                  <a:pt x="647700" y="628650"/>
                </a:lnTo>
                <a:lnTo>
                  <a:pt x="638175" y="628650"/>
                </a:lnTo>
                <a:close/>
                <a:moveTo>
                  <a:pt x="647700" y="628650"/>
                </a:moveTo>
                <a:lnTo>
                  <a:pt x="657225" y="628650"/>
                </a:lnTo>
                <a:lnTo>
                  <a:pt x="657225" y="638175"/>
                </a:lnTo>
                <a:lnTo>
                  <a:pt x="647700" y="638175"/>
                </a:lnTo>
                <a:close/>
                <a:moveTo>
                  <a:pt x="638175" y="638175"/>
                </a:moveTo>
                <a:lnTo>
                  <a:pt x="647700" y="638175"/>
                </a:lnTo>
                <a:lnTo>
                  <a:pt x="647700" y="647700"/>
                </a:lnTo>
                <a:lnTo>
                  <a:pt x="638175" y="647700"/>
                </a:lnTo>
                <a:close/>
                <a:moveTo>
                  <a:pt x="0" y="676275"/>
                </a:moveTo>
                <a:lnTo>
                  <a:pt x="19050" y="676275"/>
                </a:lnTo>
                <a:lnTo>
                  <a:pt x="19050" y="685800"/>
                </a:lnTo>
                <a:lnTo>
                  <a:pt x="28575" y="685800"/>
                </a:lnTo>
                <a:lnTo>
                  <a:pt x="28575" y="695325"/>
                </a:lnTo>
                <a:lnTo>
                  <a:pt x="0" y="695325"/>
                </a:lnTo>
                <a:close/>
                <a:moveTo>
                  <a:pt x="19050" y="704850"/>
                </a:moveTo>
                <a:lnTo>
                  <a:pt x="28575" y="704850"/>
                </a:lnTo>
                <a:lnTo>
                  <a:pt x="28575" y="714375"/>
                </a:lnTo>
                <a:lnTo>
                  <a:pt x="19050" y="714375"/>
                </a:lnTo>
                <a:close/>
                <a:moveTo>
                  <a:pt x="38100" y="704850"/>
                </a:moveTo>
                <a:lnTo>
                  <a:pt x="47625" y="704850"/>
                </a:lnTo>
                <a:lnTo>
                  <a:pt x="47625" y="723900"/>
                </a:lnTo>
                <a:lnTo>
                  <a:pt x="28575" y="723900"/>
                </a:lnTo>
                <a:lnTo>
                  <a:pt x="28575" y="714375"/>
                </a:lnTo>
                <a:lnTo>
                  <a:pt x="38100" y="714375"/>
                </a:lnTo>
                <a:close/>
                <a:moveTo>
                  <a:pt x="733425" y="723900"/>
                </a:moveTo>
                <a:lnTo>
                  <a:pt x="752475" y="723900"/>
                </a:lnTo>
                <a:lnTo>
                  <a:pt x="752475" y="742950"/>
                </a:lnTo>
                <a:lnTo>
                  <a:pt x="742950" y="742950"/>
                </a:lnTo>
                <a:lnTo>
                  <a:pt x="742950" y="733425"/>
                </a:lnTo>
                <a:lnTo>
                  <a:pt x="733425" y="733425"/>
                </a:lnTo>
                <a:close/>
                <a:moveTo>
                  <a:pt x="504825" y="733425"/>
                </a:moveTo>
                <a:lnTo>
                  <a:pt x="514350" y="733425"/>
                </a:lnTo>
                <a:lnTo>
                  <a:pt x="514350" y="742950"/>
                </a:lnTo>
                <a:lnTo>
                  <a:pt x="504825" y="742950"/>
                </a:lnTo>
                <a:close/>
                <a:moveTo>
                  <a:pt x="428625" y="742950"/>
                </a:moveTo>
                <a:lnTo>
                  <a:pt x="438150" y="742950"/>
                </a:lnTo>
                <a:lnTo>
                  <a:pt x="438150" y="762000"/>
                </a:lnTo>
                <a:lnTo>
                  <a:pt x="428625" y="762000"/>
                </a:lnTo>
                <a:close/>
                <a:moveTo>
                  <a:pt x="752475" y="742950"/>
                </a:moveTo>
                <a:lnTo>
                  <a:pt x="762000" y="742950"/>
                </a:lnTo>
                <a:lnTo>
                  <a:pt x="762000" y="752475"/>
                </a:lnTo>
                <a:lnTo>
                  <a:pt x="752475" y="752475"/>
                </a:lnTo>
                <a:close/>
                <a:moveTo>
                  <a:pt x="0" y="752475"/>
                </a:moveTo>
                <a:lnTo>
                  <a:pt x="9525" y="752475"/>
                </a:lnTo>
                <a:lnTo>
                  <a:pt x="9525" y="762000"/>
                </a:lnTo>
                <a:lnTo>
                  <a:pt x="0" y="762000"/>
                </a:lnTo>
                <a:close/>
                <a:moveTo>
                  <a:pt x="1152525" y="752475"/>
                </a:moveTo>
                <a:lnTo>
                  <a:pt x="1162050" y="752475"/>
                </a:lnTo>
                <a:lnTo>
                  <a:pt x="1162050" y="771525"/>
                </a:lnTo>
                <a:lnTo>
                  <a:pt x="1152525" y="771525"/>
                </a:lnTo>
                <a:close/>
                <a:moveTo>
                  <a:pt x="19050" y="762000"/>
                </a:moveTo>
                <a:lnTo>
                  <a:pt x="28575" y="762000"/>
                </a:lnTo>
                <a:lnTo>
                  <a:pt x="28575" y="771525"/>
                </a:lnTo>
                <a:lnTo>
                  <a:pt x="38100" y="771525"/>
                </a:lnTo>
                <a:lnTo>
                  <a:pt x="38100" y="790575"/>
                </a:lnTo>
                <a:lnTo>
                  <a:pt x="28575" y="790575"/>
                </a:lnTo>
                <a:lnTo>
                  <a:pt x="28575" y="781050"/>
                </a:lnTo>
                <a:lnTo>
                  <a:pt x="19050" y="781050"/>
                </a:lnTo>
                <a:close/>
                <a:moveTo>
                  <a:pt x="666750" y="771525"/>
                </a:moveTo>
                <a:lnTo>
                  <a:pt x="676275" y="771525"/>
                </a:lnTo>
                <a:lnTo>
                  <a:pt x="676275" y="781050"/>
                </a:lnTo>
                <a:lnTo>
                  <a:pt x="666750" y="781050"/>
                </a:lnTo>
                <a:close/>
                <a:moveTo>
                  <a:pt x="400050" y="781050"/>
                </a:moveTo>
                <a:lnTo>
                  <a:pt x="419100" y="781050"/>
                </a:lnTo>
                <a:lnTo>
                  <a:pt x="419100" y="809625"/>
                </a:lnTo>
                <a:lnTo>
                  <a:pt x="409575" y="809625"/>
                </a:lnTo>
                <a:lnTo>
                  <a:pt x="409575" y="790575"/>
                </a:lnTo>
                <a:lnTo>
                  <a:pt x="400050" y="790575"/>
                </a:lnTo>
                <a:close/>
                <a:moveTo>
                  <a:pt x="1076325" y="790575"/>
                </a:moveTo>
                <a:lnTo>
                  <a:pt x="1095375" y="790575"/>
                </a:lnTo>
                <a:lnTo>
                  <a:pt x="1095375" y="800100"/>
                </a:lnTo>
                <a:lnTo>
                  <a:pt x="1104900" y="800100"/>
                </a:lnTo>
                <a:lnTo>
                  <a:pt x="1104900" y="809625"/>
                </a:lnTo>
                <a:lnTo>
                  <a:pt x="1066800" y="809625"/>
                </a:lnTo>
                <a:lnTo>
                  <a:pt x="1066800" y="800100"/>
                </a:lnTo>
                <a:lnTo>
                  <a:pt x="1076325" y="800100"/>
                </a:lnTo>
                <a:close/>
              </a:path>
            </a:pathLst>
          </a:custGeom>
          <a:solidFill xmlns:a="http://schemas.openxmlformats.org/drawingml/2006/main">
            <a:srgbClr val="FAF9F5"/>
          </a:solidFill>
          <a:ln xmlns:a="http://schemas.openxmlformats.org/drawingml/2006/main" w="0">
            <a:noFill/>
          </a:ln>
        </p:spPr>
      </p:sp>
      <p:sp>
        <p:nvSpPr>
          <p:cNvPr id="210" name="v21 vector #f9f9f5">
            <a:extLst xmlns:a="http://schemas.openxmlformats.org/drawingml/2006/main">
              <a:ext uri="{FF2B5EF4-FFF2-40B4-BE49-F238E27FC236}">
                <a16:creationId xmlns:a16="http://schemas.microsoft.com/office/drawing/2014/main" id="{DACC9B04-92A3-48B1-B01A-B54B4DEB0A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8250" y="4848225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19050" y="0"/>
                </a:moveTo>
                <a:lnTo>
                  <a:pt x="38100" y="0"/>
                </a:lnTo>
                <a:lnTo>
                  <a:pt x="38100" y="9525"/>
                </a:lnTo>
                <a:lnTo>
                  <a:pt x="19050" y="9525"/>
                </a:lnTo>
                <a:close/>
                <a:moveTo>
                  <a:pt x="295275" y="0"/>
                </a:moveTo>
                <a:lnTo>
                  <a:pt x="304800" y="0"/>
                </a:lnTo>
                <a:lnTo>
                  <a:pt x="304800" y="19050"/>
                </a:lnTo>
                <a:lnTo>
                  <a:pt x="295275" y="19050"/>
                </a:lnTo>
                <a:close/>
                <a:moveTo>
                  <a:pt x="485775" y="0"/>
                </a:moveTo>
                <a:lnTo>
                  <a:pt x="495300" y="0"/>
                </a:lnTo>
                <a:lnTo>
                  <a:pt x="495300" y="9525"/>
                </a:lnTo>
                <a:lnTo>
                  <a:pt x="485775" y="9525"/>
                </a:lnTo>
                <a:close/>
                <a:moveTo>
                  <a:pt x="133350" y="28575"/>
                </a:moveTo>
                <a:lnTo>
                  <a:pt x="142875" y="28575"/>
                </a:lnTo>
                <a:lnTo>
                  <a:pt x="142875" y="38100"/>
                </a:lnTo>
                <a:lnTo>
                  <a:pt x="133350" y="38100"/>
                </a:lnTo>
                <a:close/>
                <a:moveTo>
                  <a:pt x="19050" y="38100"/>
                </a:moveTo>
                <a:lnTo>
                  <a:pt x="38100" y="38100"/>
                </a:lnTo>
                <a:lnTo>
                  <a:pt x="38100" y="47625"/>
                </a:lnTo>
                <a:lnTo>
                  <a:pt x="19050" y="47625"/>
                </a:lnTo>
                <a:close/>
                <a:moveTo>
                  <a:pt x="123825" y="38100"/>
                </a:moveTo>
                <a:lnTo>
                  <a:pt x="133350" y="38100"/>
                </a:lnTo>
                <a:lnTo>
                  <a:pt x="133350" y="47625"/>
                </a:lnTo>
                <a:lnTo>
                  <a:pt x="123825" y="47625"/>
                </a:lnTo>
                <a:close/>
                <a:moveTo>
                  <a:pt x="57150" y="47625"/>
                </a:moveTo>
                <a:lnTo>
                  <a:pt x="66675" y="47625"/>
                </a:lnTo>
                <a:lnTo>
                  <a:pt x="66675" y="66675"/>
                </a:lnTo>
                <a:lnTo>
                  <a:pt x="57150" y="66675"/>
                </a:lnTo>
                <a:close/>
                <a:moveTo>
                  <a:pt x="114300" y="47625"/>
                </a:moveTo>
                <a:lnTo>
                  <a:pt x="123825" y="47625"/>
                </a:lnTo>
                <a:lnTo>
                  <a:pt x="123825" y="57150"/>
                </a:lnTo>
                <a:lnTo>
                  <a:pt x="114300" y="57150"/>
                </a:lnTo>
                <a:close/>
                <a:moveTo>
                  <a:pt x="371475" y="47625"/>
                </a:moveTo>
                <a:lnTo>
                  <a:pt x="381000" y="47625"/>
                </a:lnTo>
                <a:lnTo>
                  <a:pt x="381000" y="57150"/>
                </a:lnTo>
                <a:lnTo>
                  <a:pt x="371475" y="57150"/>
                </a:lnTo>
                <a:close/>
                <a:moveTo>
                  <a:pt x="923925" y="47625"/>
                </a:moveTo>
                <a:lnTo>
                  <a:pt x="933450" y="47625"/>
                </a:lnTo>
                <a:lnTo>
                  <a:pt x="933450" y="57150"/>
                </a:lnTo>
                <a:lnTo>
                  <a:pt x="923925" y="57150"/>
                </a:lnTo>
                <a:close/>
                <a:moveTo>
                  <a:pt x="971550" y="47625"/>
                </a:moveTo>
                <a:lnTo>
                  <a:pt x="981075" y="47625"/>
                </a:lnTo>
                <a:lnTo>
                  <a:pt x="981075" y="57150"/>
                </a:lnTo>
                <a:lnTo>
                  <a:pt x="971550" y="57150"/>
                </a:lnTo>
                <a:close/>
                <a:moveTo>
                  <a:pt x="76200" y="57150"/>
                </a:moveTo>
                <a:lnTo>
                  <a:pt x="85725" y="57150"/>
                </a:lnTo>
                <a:lnTo>
                  <a:pt x="85725" y="66675"/>
                </a:lnTo>
                <a:lnTo>
                  <a:pt x="76200" y="66675"/>
                </a:lnTo>
                <a:close/>
                <a:moveTo>
                  <a:pt x="123825" y="57150"/>
                </a:moveTo>
                <a:lnTo>
                  <a:pt x="133350" y="57150"/>
                </a:lnTo>
                <a:lnTo>
                  <a:pt x="133350" y="66675"/>
                </a:lnTo>
                <a:lnTo>
                  <a:pt x="123825" y="66675"/>
                </a:lnTo>
                <a:close/>
                <a:moveTo>
                  <a:pt x="1000125" y="57150"/>
                </a:moveTo>
                <a:lnTo>
                  <a:pt x="1009650" y="57150"/>
                </a:lnTo>
                <a:lnTo>
                  <a:pt x="1009650" y="76200"/>
                </a:lnTo>
                <a:lnTo>
                  <a:pt x="1000125" y="76200"/>
                </a:lnTo>
                <a:close/>
                <a:moveTo>
                  <a:pt x="104775" y="66675"/>
                </a:moveTo>
                <a:lnTo>
                  <a:pt x="123825" y="66675"/>
                </a:lnTo>
                <a:lnTo>
                  <a:pt x="123825" y="76200"/>
                </a:lnTo>
                <a:lnTo>
                  <a:pt x="104775" y="76200"/>
                </a:lnTo>
                <a:close/>
                <a:moveTo>
                  <a:pt x="952500" y="66675"/>
                </a:moveTo>
                <a:lnTo>
                  <a:pt x="971550" y="66675"/>
                </a:lnTo>
                <a:lnTo>
                  <a:pt x="971550" y="76200"/>
                </a:lnTo>
                <a:lnTo>
                  <a:pt x="952500" y="76200"/>
                </a:lnTo>
                <a:close/>
                <a:moveTo>
                  <a:pt x="19050" y="85725"/>
                </a:moveTo>
                <a:lnTo>
                  <a:pt x="38100" y="85725"/>
                </a:lnTo>
                <a:lnTo>
                  <a:pt x="38100" y="104775"/>
                </a:lnTo>
                <a:lnTo>
                  <a:pt x="28575" y="104775"/>
                </a:lnTo>
                <a:lnTo>
                  <a:pt x="28575" y="114300"/>
                </a:lnTo>
                <a:lnTo>
                  <a:pt x="19050" y="114300"/>
                </a:lnTo>
                <a:close/>
                <a:moveTo>
                  <a:pt x="1057275" y="95250"/>
                </a:moveTo>
                <a:lnTo>
                  <a:pt x="1066800" y="95250"/>
                </a:lnTo>
                <a:lnTo>
                  <a:pt x="1066800" y="104775"/>
                </a:lnTo>
                <a:lnTo>
                  <a:pt x="1057275" y="104775"/>
                </a:lnTo>
                <a:close/>
                <a:moveTo>
                  <a:pt x="1000125" y="104775"/>
                </a:moveTo>
                <a:lnTo>
                  <a:pt x="1009650" y="104775"/>
                </a:lnTo>
                <a:lnTo>
                  <a:pt x="1009650" y="114300"/>
                </a:lnTo>
                <a:lnTo>
                  <a:pt x="1000125" y="114300"/>
                </a:lnTo>
                <a:close/>
                <a:moveTo>
                  <a:pt x="19050" y="123825"/>
                </a:moveTo>
                <a:lnTo>
                  <a:pt x="28575" y="123825"/>
                </a:lnTo>
                <a:lnTo>
                  <a:pt x="28575" y="133350"/>
                </a:lnTo>
                <a:lnTo>
                  <a:pt x="19050" y="133350"/>
                </a:lnTo>
                <a:close/>
                <a:moveTo>
                  <a:pt x="990600" y="123825"/>
                </a:moveTo>
                <a:lnTo>
                  <a:pt x="1000125" y="123825"/>
                </a:lnTo>
                <a:lnTo>
                  <a:pt x="1000125" y="133350"/>
                </a:lnTo>
                <a:lnTo>
                  <a:pt x="990600" y="133350"/>
                </a:lnTo>
                <a:close/>
                <a:moveTo>
                  <a:pt x="28575" y="142875"/>
                </a:moveTo>
                <a:lnTo>
                  <a:pt x="38100" y="142875"/>
                </a:lnTo>
                <a:lnTo>
                  <a:pt x="38100" y="152400"/>
                </a:lnTo>
                <a:lnTo>
                  <a:pt x="28575" y="152400"/>
                </a:lnTo>
                <a:close/>
                <a:moveTo>
                  <a:pt x="47625" y="152400"/>
                </a:moveTo>
                <a:lnTo>
                  <a:pt x="57150" y="152400"/>
                </a:lnTo>
                <a:lnTo>
                  <a:pt x="57150" y="161925"/>
                </a:lnTo>
                <a:lnTo>
                  <a:pt x="47625" y="161925"/>
                </a:lnTo>
                <a:close/>
                <a:moveTo>
                  <a:pt x="1019175" y="152400"/>
                </a:moveTo>
                <a:lnTo>
                  <a:pt x="1028700" y="152400"/>
                </a:lnTo>
                <a:lnTo>
                  <a:pt x="1028700" y="161925"/>
                </a:lnTo>
                <a:lnTo>
                  <a:pt x="1019175" y="161925"/>
                </a:lnTo>
                <a:close/>
                <a:moveTo>
                  <a:pt x="971550" y="161925"/>
                </a:moveTo>
                <a:lnTo>
                  <a:pt x="981075" y="161925"/>
                </a:lnTo>
                <a:lnTo>
                  <a:pt x="981075" y="180975"/>
                </a:lnTo>
                <a:lnTo>
                  <a:pt x="971550" y="180975"/>
                </a:lnTo>
                <a:close/>
                <a:moveTo>
                  <a:pt x="1104900" y="161925"/>
                </a:moveTo>
                <a:lnTo>
                  <a:pt x="1133475" y="161925"/>
                </a:lnTo>
                <a:lnTo>
                  <a:pt x="1133475" y="171450"/>
                </a:lnTo>
                <a:lnTo>
                  <a:pt x="1114425" y="171450"/>
                </a:lnTo>
                <a:lnTo>
                  <a:pt x="1114425" y="180975"/>
                </a:lnTo>
                <a:lnTo>
                  <a:pt x="1095375" y="180975"/>
                </a:lnTo>
                <a:lnTo>
                  <a:pt x="1095375" y="171450"/>
                </a:lnTo>
                <a:lnTo>
                  <a:pt x="1104900" y="171450"/>
                </a:lnTo>
                <a:close/>
                <a:moveTo>
                  <a:pt x="133350" y="190500"/>
                </a:moveTo>
                <a:lnTo>
                  <a:pt x="142875" y="190500"/>
                </a:lnTo>
                <a:lnTo>
                  <a:pt x="142875" y="200025"/>
                </a:lnTo>
                <a:lnTo>
                  <a:pt x="133350" y="200025"/>
                </a:lnTo>
                <a:close/>
                <a:moveTo>
                  <a:pt x="400050" y="190500"/>
                </a:moveTo>
                <a:lnTo>
                  <a:pt x="419100" y="190500"/>
                </a:lnTo>
                <a:lnTo>
                  <a:pt x="419100" y="200025"/>
                </a:lnTo>
                <a:lnTo>
                  <a:pt x="409575" y="200025"/>
                </a:lnTo>
                <a:lnTo>
                  <a:pt x="409575" y="209550"/>
                </a:lnTo>
                <a:lnTo>
                  <a:pt x="400050" y="209550"/>
                </a:lnTo>
                <a:close/>
                <a:moveTo>
                  <a:pt x="123825" y="200025"/>
                </a:moveTo>
                <a:lnTo>
                  <a:pt x="133350" y="200025"/>
                </a:lnTo>
                <a:lnTo>
                  <a:pt x="133350" y="209550"/>
                </a:lnTo>
                <a:lnTo>
                  <a:pt x="123825" y="209550"/>
                </a:lnTo>
                <a:close/>
                <a:moveTo>
                  <a:pt x="219075" y="200025"/>
                </a:moveTo>
                <a:lnTo>
                  <a:pt x="228600" y="200025"/>
                </a:lnTo>
                <a:lnTo>
                  <a:pt x="228600" y="209550"/>
                </a:lnTo>
                <a:lnTo>
                  <a:pt x="219075" y="209550"/>
                </a:lnTo>
                <a:close/>
                <a:moveTo>
                  <a:pt x="371475" y="200025"/>
                </a:moveTo>
                <a:lnTo>
                  <a:pt x="381000" y="200025"/>
                </a:lnTo>
                <a:lnTo>
                  <a:pt x="381000" y="209550"/>
                </a:lnTo>
                <a:lnTo>
                  <a:pt x="371475" y="209550"/>
                </a:lnTo>
                <a:close/>
                <a:moveTo>
                  <a:pt x="419100" y="200025"/>
                </a:moveTo>
                <a:lnTo>
                  <a:pt x="428625" y="200025"/>
                </a:lnTo>
                <a:lnTo>
                  <a:pt x="428625" y="209550"/>
                </a:lnTo>
                <a:lnTo>
                  <a:pt x="419100" y="209550"/>
                </a:lnTo>
                <a:close/>
                <a:moveTo>
                  <a:pt x="438150" y="200025"/>
                </a:moveTo>
                <a:lnTo>
                  <a:pt x="457200" y="200025"/>
                </a:lnTo>
                <a:lnTo>
                  <a:pt x="457200" y="209550"/>
                </a:lnTo>
                <a:lnTo>
                  <a:pt x="438150" y="209550"/>
                </a:lnTo>
                <a:close/>
                <a:moveTo>
                  <a:pt x="561975" y="200025"/>
                </a:moveTo>
                <a:lnTo>
                  <a:pt x="600075" y="200025"/>
                </a:lnTo>
                <a:lnTo>
                  <a:pt x="600075" y="209550"/>
                </a:lnTo>
                <a:lnTo>
                  <a:pt x="561975" y="209550"/>
                </a:lnTo>
                <a:close/>
                <a:moveTo>
                  <a:pt x="371475" y="219075"/>
                </a:moveTo>
                <a:lnTo>
                  <a:pt x="381000" y="219075"/>
                </a:lnTo>
                <a:lnTo>
                  <a:pt x="381000" y="228600"/>
                </a:lnTo>
                <a:lnTo>
                  <a:pt x="371475" y="228600"/>
                </a:lnTo>
                <a:close/>
                <a:moveTo>
                  <a:pt x="962025" y="219075"/>
                </a:moveTo>
                <a:lnTo>
                  <a:pt x="981075" y="219075"/>
                </a:lnTo>
                <a:lnTo>
                  <a:pt x="981075" y="228600"/>
                </a:lnTo>
                <a:lnTo>
                  <a:pt x="962025" y="228600"/>
                </a:lnTo>
                <a:close/>
                <a:moveTo>
                  <a:pt x="981075" y="228600"/>
                </a:moveTo>
                <a:lnTo>
                  <a:pt x="990600" y="228600"/>
                </a:lnTo>
                <a:lnTo>
                  <a:pt x="990600" y="238125"/>
                </a:lnTo>
                <a:lnTo>
                  <a:pt x="981075" y="238125"/>
                </a:lnTo>
                <a:close/>
                <a:moveTo>
                  <a:pt x="1009650" y="228600"/>
                </a:moveTo>
                <a:lnTo>
                  <a:pt x="1019175" y="228600"/>
                </a:lnTo>
                <a:lnTo>
                  <a:pt x="1019175" y="238125"/>
                </a:lnTo>
                <a:lnTo>
                  <a:pt x="1009650" y="238125"/>
                </a:lnTo>
                <a:close/>
                <a:moveTo>
                  <a:pt x="504825" y="238125"/>
                </a:moveTo>
                <a:lnTo>
                  <a:pt x="514350" y="238125"/>
                </a:lnTo>
                <a:lnTo>
                  <a:pt x="514350" y="257175"/>
                </a:lnTo>
                <a:lnTo>
                  <a:pt x="504825" y="257175"/>
                </a:lnTo>
                <a:close/>
                <a:moveTo>
                  <a:pt x="1019175" y="257175"/>
                </a:moveTo>
                <a:lnTo>
                  <a:pt x="1028700" y="257175"/>
                </a:lnTo>
                <a:lnTo>
                  <a:pt x="1028700" y="266700"/>
                </a:lnTo>
                <a:lnTo>
                  <a:pt x="1019175" y="266700"/>
                </a:lnTo>
                <a:close/>
                <a:moveTo>
                  <a:pt x="1076325" y="276225"/>
                </a:moveTo>
                <a:lnTo>
                  <a:pt x="1085850" y="276225"/>
                </a:lnTo>
                <a:lnTo>
                  <a:pt x="1085850" y="295275"/>
                </a:lnTo>
                <a:lnTo>
                  <a:pt x="1095375" y="295275"/>
                </a:lnTo>
                <a:lnTo>
                  <a:pt x="1095375" y="304800"/>
                </a:lnTo>
                <a:lnTo>
                  <a:pt x="1076325" y="304800"/>
                </a:lnTo>
                <a:close/>
                <a:moveTo>
                  <a:pt x="1066800" y="333375"/>
                </a:moveTo>
                <a:lnTo>
                  <a:pt x="1076325" y="333375"/>
                </a:lnTo>
                <a:lnTo>
                  <a:pt x="1076325" y="342900"/>
                </a:lnTo>
                <a:lnTo>
                  <a:pt x="1066800" y="342900"/>
                </a:lnTo>
                <a:close/>
                <a:moveTo>
                  <a:pt x="1181100" y="333375"/>
                </a:moveTo>
                <a:lnTo>
                  <a:pt x="1190625" y="333375"/>
                </a:lnTo>
                <a:lnTo>
                  <a:pt x="1190625" y="342900"/>
                </a:lnTo>
                <a:lnTo>
                  <a:pt x="1181100" y="342900"/>
                </a:lnTo>
                <a:close/>
                <a:moveTo>
                  <a:pt x="819150" y="371475"/>
                </a:moveTo>
                <a:lnTo>
                  <a:pt x="838200" y="371475"/>
                </a:lnTo>
                <a:lnTo>
                  <a:pt x="838200" y="390525"/>
                </a:lnTo>
                <a:lnTo>
                  <a:pt x="819150" y="390525"/>
                </a:lnTo>
                <a:close/>
                <a:moveTo>
                  <a:pt x="1104900" y="371475"/>
                </a:moveTo>
                <a:lnTo>
                  <a:pt x="1114425" y="371475"/>
                </a:lnTo>
                <a:lnTo>
                  <a:pt x="1114425" y="390525"/>
                </a:lnTo>
                <a:lnTo>
                  <a:pt x="1104900" y="390525"/>
                </a:lnTo>
                <a:close/>
                <a:moveTo>
                  <a:pt x="0" y="381000"/>
                </a:moveTo>
                <a:lnTo>
                  <a:pt x="19050" y="381000"/>
                </a:lnTo>
                <a:lnTo>
                  <a:pt x="19050" y="390525"/>
                </a:lnTo>
                <a:lnTo>
                  <a:pt x="0" y="390525"/>
                </a:lnTo>
                <a:close/>
                <a:moveTo>
                  <a:pt x="47625" y="381000"/>
                </a:moveTo>
                <a:lnTo>
                  <a:pt x="76200" y="381000"/>
                </a:lnTo>
                <a:lnTo>
                  <a:pt x="76200" y="390525"/>
                </a:lnTo>
                <a:lnTo>
                  <a:pt x="66675" y="390525"/>
                </a:lnTo>
                <a:lnTo>
                  <a:pt x="66675" y="400050"/>
                </a:lnTo>
                <a:lnTo>
                  <a:pt x="57150" y="400050"/>
                </a:lnTo>
                <a:lnTo>
                  <a:pt x="57150" y="390525"/>
                </a:lnTo>
                <a:lnTo>
                  <a:pt x="47625" y="390525"/>
                </a:lnTo>
                <a:close/>
                <a:moveTo>
                  <a:pt x="200025" y="381000"/>
                </a:moveTo>
                <a:lnTo>
                  <a:pt x="219075" y="381000"/>
                </a:lnTo>
                <a:lnTo>
                  <a:pt x="219075" y="409575"/>
                </a:lnTo>
                <a:lnTo>
                  <a:pt x="200025" y="409575"/>
                </a:lnTo>
                <a:close/>
                <a:moveTo>
                  <a:pt x="19050" y="390525"/>
                </a:moveTo>
                <a:lnTo>
                  <a:pt x="28575" y="390525"/>
                </a:lnTo>
                <a:lnTo>
                  <a:pt x="28575" y="400050"/>
                </a:lnTo>
                <a:lnTo>
                  <a:pt x="19050" y="400050"/>
                </a:lnTo>
                <a:close/>
                <a:moveTo>
                  <a:pt x="28575" y="400050"/>
                </a:moveTo>
                <a:lnTo>
                  <a:pt x="38100" y="400050"/>
                </a:lnTo>
                <a:lnTo>
                  <a:pt x="38100" y="409575"/>
                </a:lnTo>
                <a:lnTo>
                  <a:pt x="47625" y="409575"/>
                </a:lnTo>
                <a:lnTo>
                  <a:pt x="47625" y="419100"/>
                </a:lnTo>
                <a:lnTo>
                  <a:pt x="57150" y="419100"/>
                </a:lnTo>
                <a:lnTo>
                  <a:pt x="57150" y="428625"/>
                </a:lnTo>
                <a:lnTo>
                  <a:pt x="38100" y="428625"/>
                </a:lnTo>
                <a:lnTo>
                  <a:pt x="38100" y="447675"/>
                </a:lnTo>
                <a:lnTo>
                  <a:pt x="28575" y="447675"/>
                </a:lnTo>
                <a:lnTo>
                  <a:pt x="28575" y="428625"/>
                </a:lnTo>
                <a:lnTo>
                  <a:pt x="19050" y="428625"/>
                </a:lnTo>
                <a:lnTo>
                  <a:pt x="19050" y="447675"/>
                </a:lnTo>
                <a:lnTo>
                  <a:pt x="9525" y="447675"/>
                </a:lnTo>
                <a:lnTo>
                  <a:pt x="9525" y="438150"/>
                </a:lnTo>
                <a:lnTo>
                  <a:pt x="0" y="438150"/>
                </a:lnTo>
                <a:lnTo>
                  <a:pt x="0" y="428625"/>
                </a:lnTo>
                <a:lnTo>
                  <a:pt x="9525" y="428625"/>
                </a:lnTo>
                <a:lnTo>
                  <a:pt x="9525" y="409575"/>
                </a:lnTo>
                <a:lnTo>
                  <a:pt x="28575" y="409575"/>
                </a:lnTo>
                <a:close/>
                <a:moveTo>
                  <a:pt x="76200" y="400050"/>
                </a:moveTo>
                <a:lnTo>
                  <a:pt x="85725" y="400050"/>
                </a:lnTo>
                <a:lnTo>
                  <a:pt x="85725" y="447675"/>
                </a:lnTo>
                <a:lnTo>
                  <a:pt x="76200" y="447675"/>
                </a:lnTo>
                <a:close/>
                <a:moveTo>
                  <a:pt x="628650" y="400050"/>
                </a:moveTo>
                <a:lnTo>
                  <a:pt x="638175" y="400050"/>
                </a:lnTo>
                <a:lnTo>
                  <a:pt x="638175" y="409575"/>
                </a:lnTo>
                <a:lnTo>
                  <a:pt x="628650" y="409575"/>
                </a:lnTo>
                <a:close/>
                <a:moveTo>
                  <a:pt x="676275" y="400050"/>
                </a:moveTo>
                <a:lnTo>
                  <a:pt x="704850" y="400050"/>
                </a:lnTo>
                <a:lnTo>
                  <a:pt x="704850" y="409575"/>
                </a:lnTo>
                <a:lnTo>
                  <a:pt x="695325" y="409575"/>
                </a:lnTo>
                <a:lnTo>
                  <a:pt x="695325" y="419100"/>
                </a:lnTo>
                <a:lnTo>
                  <a:pt x="685800" y="419100"/>
                </a:lnTo>
                <a:lnTo>
                  <a:pt x="685800" y="409575"/>
                </a:lnTo>
                <a:lnTo>
                  <a:pt x="676275" y="409575"/>
                </a:lnTo>
                <a:close/>
                <a:moveTo>
                  <a:pt x="57150" y="428625"/>
                </a:moveTo>
                <a:lnTo>
                  <a:pt x="66675" y="428625"/>
                </a:lnTo>
                <a:lnTo>
                  <a:pt x="66675" y="457200"/>
                </a:lnTo>
                <a:lnTo>
                  <a:pt x="57150" y="457200"/>
                </a:lnTo>
                <a:close/>
                <a:moveTo>
                  <a:pt x="1095375" y="438150"/>
                </a:moveTo>
                <a:lnTo>
                  <a:pt x="1114425" y="438150"/>
                </a:lnTo>
                <a:lnTo>
                  <a:pt x="1114425" y="447675"/>
                </a:lnTo>
                <a:lnTo>
                  <a:pt x="1123950" y="447675"/>
                </a:lnTo>
                <a:lnTo>
                  <a:pt x="1123950" y="466725"/>
                </a:lnTo>
                <a:lnTo>
                  <a:pt x="1095375" y="466725"/>
                </a:lnTo>
                <a:close/>
                <a:moveTo>
                  <a:pt x="0" y="447675"/>
                </a:moveTo>
                <a:lnTo>
                  <a:pt x="9525" y="447675"/>
                </a:lnTo>
                <a:lnTo>
                  <a:pt x="9525" y="466725"/>
                </a:lnTo>
                <a:lnTo>
                  <a:pt x="0" y="466725"/>
                </a:lnTo>
                <a:close/>
                <a:moveTo>
                  <a:pt x="38100" y="447675"/>
                </a:moveTo>
                <a:lnTo>
                  <a:pt x="47625" y="447675"/>
                </a:lnTo>
                <a:lnTo>
                  <a:pt x="47625" y="457200"/>
                </a:lnTo>
                <a:lnTo>
                  <a:pt x="38100" y="457200"/>
                </a:lnTo>
                <a:close/>
                <a:moveTo>
                  <a:pt x="704850" y="457200"/>
                </a:moveTo>
                <a:lnTo>
                  <a:pt x="714375" y="457200"/>
                </a:lnTo>
                <a:lnTo>
                  <a:pt x="714375" y="466725"/>
                </a:lnTo>
                <a:lnTo>
                  <a:pt x="704850" y="466725"/>
                </a:lnTo>
                <a:close/>
                <a:moveTo>
                  <a:pt x="790575" y="457200"/>
                </a:moveTo>
                <a:lnTo>
                  <a:pt x="800100" y="457200"/>
                </a:lnTo>
                <a:lnTo>
                  <a:pt x="800100" y="466725"/>
                </a:lnTo>
                <a:lnTo>
                  <a:pt x="790575" y="466725"/>
                </a:lnTo>
                <a:close/>
                <a:moveTo>
                  <a:pt x="809625" y="457200"/>
                </a:moveTo>
                <a:lnTo>
                  <a:pt x="819150" y="457200"/>
                </a:lnTo>
                <a:lnTo>
                  <a:pt x="819150" y="476250"/>
                </a:lnTo>
                <a:lnTo>
                  <a:pt x="809625" y="476250"/>
                </a:lnTo>
                <a:close/>
                <a:moveTo>
                  <a:pt x="0" y="476250"/>
                </a:moveTo>
                <a:lnTo>
                  <a:pt x="9525" y="476250"/>
                </a:lnTo>
                <a:lnTo>
                  <a:pt x="9525" y="485775"/>
                </a:lnTo>
                <a:lnTo>
                  <a:pt x="0" y="485775"/>
                </a:lnTo>
                <a:close/>
                <a:moveTo>
                  <a:pt x="714375" y="476250"/>
                </a:moveTo>
                <a:lnTo>
                  <a:pt x="723900" y="476250"/>
                </a:lnTo>
                <a:lnTo>
                  <a:pt x="723900" y="485775"/>
                </a:lnTo>
                <a:lnTo>
                  <a:pt x="714375" y="485775"/>
                </a:lnTo>
                <a:close/>
                <a:moveTo>
                  <a:pt x="38100" y="485775"/>
                </a:moveTo>
                <a:lnTo>
                  <a:pt x="57150" y="485775"/>
                </a:lnTo>
                <a:lnTo>
                  <a:pt x="57150" y="514350"/>
                </a:lnTo>
                <a:lnTo>
                  <a:pt x="38100" y="514350"/>
                </a:lnTo>
                <a:close/>
                <a:moveTo>
                  <a:pt x="76200" y="504825"/>
                </a:moveTo>
                <a:lnTo>
                  <a:pt x="85725" y="504825"/>
                </a:lnTo>
                <a:lnTo>
                  <a:pt x="85725" y="514350"/>
                </a:lnTo>
                <a:lnTo>
                  <a:pt x="76200" y="514350"/>
                </a:lnTo>
                <a:close/>
                <a:moveTo>
                  <a:pt x="1104900" y="504825"/>
                </a:moveTo>
                <a:lnTo>
                  <a:pt x="1114425" y="504825"/>
                </a:lnTo>
                <a:lnTo>
                  <a:pt x="1114425" y="514350"/>
                </a:lnTo>
                <a:lnTo>
                  <a:pt x="1104900" y="514350"/>
                </a:lnTo>
                <a:close/>
                <a:moveTo>
                  <a:pt x="180975" y="514350"/>
                </a:moveTo>
                <a:lnTo>
                  <a:pt x="190500" y="514350"/>
                </a:lnTo>
                <a:lnTo>
                  <a:pt x="190500" y="523875"/>
                </a:lnTo>
                <a:lnTo>
                  <a:pt x="180975" y="523875"/>
                </a:lnTo>
                <a:close/>
                <a:moveTo>
                  <a:pt x="438150" y="514350"/>
                </a:moveTo>
                <a:lnTo>
                  <a:pt x="457200" y="514350"/>
                </a:lnTo>
                <a:lnTo>
                  <a:pt x="457200" y="523875"/>
                </a:lnTo>
                <a:lnTo>
                  <a:pt x="438150" y="523875"/>
                </a:lnTo>
                <a:close/>
                <a:moveTo>
                  <a:pt x="1028700" y="514350"/>
                </a:moveTo>
                <a:lnTo>
                  <a:pt x="1038225" y="514350"/>
                </a:lnTo>
                <a:lnTo>
                  <a:pt x="1038225" y="523875"/>
                </a:lnTo>
                <a:lnTo>
                  <a:pt x="1028700" y="523875"/>
                </a:lnTo>
                <a:close/>
                <a:moveTo>
                  <a:pt x="1152525" y="514350"/>
                </a:moveTo>
                <a:lnTo>
                  <a:pt x="1162050" y="514350"/>
                </a:lnTo>
                <a:lnTo>
                  <a:pt x="1162050" y="523875"/>
                </a:lnTo>
                <a:lnTo>
                  <a:pt x="1152525" y="523875"/>
                </a:lnTo>
                <a:close/>
                <a:moveTo>
                  <a:pt x="9525" y="523875"/>
                </a:moveTo>
                <a:lnTo>
                  <a:pt x="28575" y="523875"/>
                </a:lnTo>
                <a:lnTo>
                  <a:pt x="28575" y="542925"/>
                </a:lnTo>
                <a:lnTo>
                  <a:pt x="19050" y="542925"/>
                </a:lnTo>
                <a:lnTo>
                  <a:pt x="19050" y="552450"/>
                </a:lnTo>
                <a:lnTo>
                  <a:pt x="57150" y="552450"/>
                </a:lnTo>
                <a:lnTo>
                  <a:pt x="57150" y="542925"/>
                </a:lnTo>
                <a:lnTo>
                  <a:pt x="76200" y="542925"/>
                </a:lnTo>
                <a:lnTo>
                  <a:pt x="76200" y="552450"/>
                </a:lnTo>
                <a:lnTo>
                  <a:pt x="57150" y="552450"/>
                </a:lnTo>
                <a:lnTo>
                  <a:pt x="57150" y="561975"/>
                </a:lnTo>
                <a:lnTo>
                  <a:pt x="38100" y="561975"/>
                </a:lnTo>
                <a:lnTo>
                  <a:pt x="38100" y="571500"/>
                </a:lnTo>
                <a:lnTo>
                  <a:pt x="9525" y="571500"/>
                </a:lnTo>
                <a:lnTo>
                  <a:pt x="9525" y="581025"/>
                </a:lnTo>
                <a:lnTo>
                  <a:pt x="0" y="581025"/>
                </a:lnTo>
                <a:lnTo>
                  <a:pt x="0" y="561975"/>
                </a:lnTo>
                <a:lnTo>
                  <a:pt x="9525" y="561975"/>
                </a:lnTo>
                <a:lnTo>
                  <a:pt x="9525" y="552450"/>
                </a:lnTo>
                <a:lnTo>
                  <a:pt x="0" y="552450"/>
                </a:lnTo>
                <a:lnTo>
                  <a:pt x="0" y="542925"/>
                </a:lnTo>
                <a:lnTo>
                  <a:pt x="9525" y="542925"/>
                </a:lnTo>
                <a:close/>
                <a:moveTo>
                  <a:pt x="190500" y="523875"/>
                </a:moveTo>
                <a:lnTo>
                  <a:pt x="209550" y="523875"/>
                </a:lnTo>
                <a:lnTo>
                  <a:pt x="209550" y="552450"/>
                </a:lnTo>
                <a:lnTo>
                  <a:pt x="200025" y="552450"/>
                </a:lnTo>
                <a:lnTo>
                  <a:pt x="200025" y="533400"/>
                </a:lnTo>
                <a:lnTo>
                  <a:pt x="190500" y="533400"/>
                </a:lnTo>
                <a:close/>
                <a:moveTo>
                  <a:pt x="180975" y="533400"/>
                </a:moveTo>
                <a:lnTo>
                  <a:pt x="190500" y="533400"/>
                </a:lnTo>
                <a:lnTo>
                  <a:pt x="190500" y="542925"/>
                </a:lnTo>
                <a:lnTo>
                  <a:pt x="180975" y="542925"/>
                </a:lnTo>
                <a:close/>
                <a:moveTo>
                  <a:pt x="457200" y="533400"/>
                </a:moveTo>
                <a:lnTo>
                  <a:pt x="485775" y="533400"/>
                </a:lnTo>
                <a:lnTo>
                  <a:pt x="485775" y="542925"/>
                </a:lnTo>
                <a:lnTo>
                  <a:pt x="457200" y="542925"/>
                </a:lnTo>
                <a:close/>
                <a:moveTo>
                  <a:pt x="1133475" y="533400"/>
                </a:moveTo>
                <a:lnTo>
                  <a:pt x="1143000" y="533400"/>
                </a:lnTo>
                <a:lnTo>
                  <a:pt x="1143000" y="552450"/>
                </a:lnTo>
                <a:lnTo>
                  <a:pt x="1133475" y="552450"/>
                </a:lnTo>
                <a:close/>
                <a:moveTo>
                  <a:pt x="419100" y="561975"/>
                </a:moveTo>
                <a:lnTo>
                  <a:pt x="447675" y="561975"/>
                </a:lnTo>
                <a:lnTo>
                  <a:pt x="447675" y="581025"/>
                </a:lnTo>
                <a:lnTo>
                  <a:pt x="428625" y="581025"/>
                </a:lnTo>
                <a:lnTo>
                  <a:pt x="428625" y="600075"/>
                </a:lnTo>
                <a:lnTo>
                  <a:pt x="419100" y="600075"/>
                </a:lnTo>
                <a:close/>
                <a:moveTo>
                  <a:pt x="466725" y="561975"/>
                </a:moveTo>
                <a:lnTo>
                  <a:pt x="476250" y="561975"/>
                </a:lnTo>
                <a:lnTo>
                  <a:pt x="476250" y="571500"/>
                </a:lnTo>
                <a:lnTo>
                  <a:pt x="466725" y="571500"/>
                </a:lnTo>
                <a:close/>
                <a:moveTo>
                  <a:pt x="123825" y="571500"/>
                </a:moveTo>
                <a:lnTo>
                  <a:pt x="133350" y="571500"/>
                </a:lnTo>
                <a:lnTo>
                  <a:pt x="133350" y="581025"/>
                </a:lnTo>
                <a:lnTo>
                  <a:pt x="123825" y="581025"/>
                </a:lnTo>
                <a:close/>
                <a:moveTo>
                  <a:pt x="142875" y="571500"/>
                </a:moveTo>
                <a:lnTo>
                  <a:pt x="152400" y="571500"/>
                </a:lnTo>
                <a:lnTo>
                  <a:pt x="152400" y="581025"/>
                </a:lnTo>
                <a:lnTo>
                  <a:pt x="142875" y="581025"/>
                </a:lnTo>
                <a:close/>
                <a:moveTo>
                  <a:pt x="476250" y="571500"/>
                </a:moveTo>
                <a:lnTo>
                  <a:pt x="485775" y="571500"/>
                </a:lnTo>
                <a:lnTo>
                  <a:pt x="485775" y="581025"/>
                </a:lnTo>
                <a:lnTo>
                  <a:pt x="476250" y="581025"/>
                </a:lnTo>
                <a:close/>
                <a:moveTo>
                  <a:pt x="495300" y="571500"/>
                </a:moveTo>
                <a:lnTo>
                  <a:pt x="504825" y="571500"/>
                </a:lnTo>
                <a:lnTo>
                  <a:pt x="504825" y="590550"/>
                </a:lnTo>
                <a:lnTo>
                  <a:pt x="495300" y="590550"/>
                </a:lnTo>
                <a:close/>
                <a:moveTo>
                  <a:pt x="600075" y="571500"/>
                </a:moveTo>
                <a:lnTo>
                  <a:pt x="609600" y="571500"/>
                </a:lnTo>
                <a:lnTo>
                  <a:pt x="609600" y="590550"/>
                </a:lnTo>
                <a:lnTo>
                  <a:pt x="600075" y="590550"/>
                </a:lnTo>
                <a:close/>
                <a:moveTo>
                  <a:pt x="0" y="590550"/>
                </a:moveTo>
                <a:lnTo>
                  <a:pt x="9525" y="590550"/>
                </a:lnTo>
                <a:lnTo>
                  <a:pt x="9525" y="609600"/>
                </a:lnTo>
                <a:lnTo>
                  <a:pt x="0" y="609600"/>
                </a:lnTo>
                <a:close/>
                <a:moveTo>
                  <a:pt x="590550" y="590550"/>
                </a:moveTo>
                <a:lnTo>
                  <a:pt x="600075" y="590550"/>
                </a:lnTo>
                <a:lnTo>
                  <a:pt x="600075" y="600075"/>
                </a:lnTo>
                <a:lnTo>
                  <a:pt x="590550" y="600075"/>
                </a:lnTo>
                <a:close/>
                <a:moveTo>
                  <a:pt x="609600" y="590550"/>
                </a:moveTo>
                <a:lnTo>
                  <a:pt x="628650" y="590550"/>
                </a:lnTo>
                <a:lnTo>
                  <a:pt x="628650" y="600075"/>
                </a:lnTo>
                <a:lnTo>
                  <a:pt x="609600" y="600075"/>
                </a:lnTo>
                <a:close/>
                <a:moveTo>
                  <a:pt x="1085850" y="590550"/>
                </a:moveTo>
                <a:lnTo>
                  <a:pt x="1095375" y="590550"/>
                </a:lnTo>
                <a:lnTo>
                  <a:pt x="1095375" y="600075"/>
                </a:lnTo>
                <a:lnTo>
                  <a:pt x="1085850" y="600075"/>
                </a:lnTo>
                <a:close/>
                <a:moveTo>
                  <a:pt x="504825" y="600075"/>
                </a:moveTo>
                <a:lnTo>
                  <a:pt x="523875" y="600075"/>
                </a:lnTo>
                <a:lnTo>
                  <a:pt x="523875" y="619125"/>
                </a:lnTo>
                <a:lnTo>
                  <a:pt x="504825" y="619125"/>
                </a:lnTo>
                <a:close/>
                <a:moveTo>
                  <a:pt x="1057275" y="600075"/>
                </a:moveTo>
                <a:lnTo>
                  <a:pt x="1066800" y="600075"/>
                </a:lnTo>
                <a:lnTo>
                  <a:pt x="1066800" y="609600"/>
                </a:lnTo>
                <a:lnTo>
                  <a:pt x="1057275" y="609600"/>
                </a:lnTo>
                <a:close/>
                <a:moveTo>
                  <a:pt x="523875" y="619125"/>
                </a:moveTo>
                <a:lnTo>
                  <a:pt x="533400" y="619125"/>
                </a:lnTo>
                <a:lnTo>
                  <a:pt x="533400" y="628650"/>
                </a:lnTo>
                <a:lnTo>
                  <a:pt x="523875" y="628650"/>
                </a:lnTo>
                <a:close/>
                <a:moveTo>
                  <a:pt x="247650" y="628650"/>
                </a:moveTo>
                <a:lnTo>
                  <a:pt x="257175" y="628650"/>
                </a:lnTo>
                <a:lnTo>
                  <a:pt x="257175" y="647700"/>
                </a:lnTo>
                <a:lnTo>
                  <a:pt x="247650" y="647700"/>
                </a:lnTo>
                <a:close/>
                <a:moveTo>
                  <a:pt x="361950" y="628650"/>
                </a:moveTo>
                <a:lnTo>
                  <a:pt x="371475" y="628650"/>
                </a:lnTo>
                <a:lnTo>
                  <a:pt x="371475" y="647700"/>
                </a:lnTo>
                <a:lnTo>
                  <a:pt x="361950" y="647700"/>
                </a:lnTo>
                <a:close/>
                <a:moveTo>
                  <a:pt x="514350" y="628650"/>
                </a:moveTo>
                <a:lnTo>
                  <a:pt x="523875" y="628650"/>
                </a:lnTo>
                <a:lnTo>
                  <a:pt x="523875" y="638175"/>
                </a:lnTo>
                <a:lnTo>
                  <a:pt x="514350" y="638175"/>
                </a:lnTo>
                <a:close/>
                <a:moveTo>
                  <a:pt x="533400" y="638175"/>
                </a:moveTo>
                <a:lnTo>
                  <a:pt x="542925" y="638175"/>
                </a:lnTo>
                <a:lnTo>
                  <a:pt x="542925" y="647700"/>
                </a:lnTo>
                <a:lnTo>
                  <a:pt x="533400" y="647700"/>
                </a:lnTo>
                <a:close/>
                <a:moveTo>
                  <a:pt x="381000" y="676275"/>
                </a:moveTo>
                <a:lnTo>
                  <a:pt x="409575" y="676275"/>
                </a:lnTo>
                <a:lnTo>
                  <a:pt x="409575" y="695325"/>
                </a:lnTo>
                <a:lnTo>
                  <a:pt x="381000" y="695325"/>
                </a:lnTo>
                <a:close/>
                <a:moveTo>
                  <a:pt x="742950" y="676275"/>
                </a:moveTo>
                <a:lnTo>
                  <a:pt x="752475" y="676275"/>
                </a:lnTo>
                <a:lnTo>
                  <a:pt x="752475" y="685800"/>
                </a:lnTo>
                <a:lnTo>
                  <a:pt x="742950" y="685800"/>
                </a:lnTo>
                <a:close/>
                <a:moveTo>
                  <a:pt x="752475" y="685800"/>
                </a:moveTo>
                <a:lnTo>
                  <a:pt x="762000" y="685800"/>
                </a:lnTo>
                <a:lnTo>
                  <a:pt x="762000" y="695325"/>
                </a:lnTo>
                <a:lnTo>
                  <a:pt x="752475" y="695325"/>
                </a:lnTo>
                <a:close/>
                <a:moveTo>
                  <a:pt x="1200150" y="685800"/>
                </a:moveTo>
                <a:lnTo>
                  <a:pt x="1209675" y="685800"/>
                </a:lnTo>
                <a:lnTo>
                  <a:pt x="1209675" y="695325"/>
                </a:lnTo>
                <a:lnTo>
                  <a:pt x="1200150" y="695325"/>
                </a:lnTo>
                <a:close/>
                <a:moveTo>
                  <a:pt x="180975" y="695325"/>
                </a:moveTo>
                <a:lnTo>
                  <a:pt x="209550" y="695325"/>
                </a:lnTo>
                <a:lnTo>
                  <a:pt x="209550" y="704850"/>
                </a:lnTo>
                <a:lnTo>
                  <a:pt x="190500" y="704850"/>
                </a:lnTo>
                <a:lnTo>
                  <a:pt x="190500" y="714375"/>
                </a:lnTo>
                <a:lnTo>
                  <a:pt x="171450" y="714375"/>
                </a:lnTo>
                <a:lnTo>
                  <a:pt x="171450" y="704850"/>
                </a:lnTo>
                <a:lnTo>
                  <a:pt x="180975" y="704850"/>
                </a:lnTo>
                <a:close/>
                <a:moveTo>
                  <a:pt x="285750" y="695325"/>
                </a:moveTo>
                <a:lnTo>
                  <a:pt x="295275" y="695325"/>
                </a:lnTo>
                <a:lnTo>
                  <a:pt x="295275" y="704850"/>
                </a:lnTo>
                <a:lnTo>
                  <a:pt x="285750" y="704850"/>
                </a:lnTo>
                <a:close/>
                <a:moveTo>
                  <a:pt x="314325" y="695325"/>
                </a:moveTo>
                <a:lnTo>
                  <a:pt x="342900" y="695325"/>
                </a:lnTo>
                <a:lnTo>
                  <a:pt x="342900" y="704850"/>
                </a:lnTo>
                <a:lnTo>
                  <a:pt x="323850" y="704850"/>
                </a:lnTo>
                <a:lnTo>
                  <a:pt x="323850" y="714375"/>
                </a:lnTo>
                <a:lnTo>
                  <a:pt x="314325" y="714375"/>
                </a:lnTo>
                <a:lnTo>
                  <a:pt x="314325" y="723900"/>
                </a:lnTo>
                <a:lnTo>
                  <a:pt x="295275" y="723900"/>
                </a:lnTo>
                <a:lnTo>
                  <a:pt x="295275" y="704850"/>
                </a:lnTo>
                <a:lnTo>
                  <a:pt x="314325" y="704850"/>
                </a:lnTo>
                <a:close/>
                <a:moveTo>
                  <a:pt x="352425" y="695325"/>
                </a:moveTo>
                <a:lnTo>
                  <a:pt x="361950" y="695325"/>
                </a:lnTo>
                <a:lnTo>
                  <a:pt x="361950" y="704850"/>
                </a:lnTo>
                <a:lnTo>
                  <a:pt x="352425" y="704850"/>
                </a:lnTo>
                <a:close/>
                <a:moveTo>
                  <a:pt x="371475" y="695325"/>
                </a:moveTo>
                <a:lnTo>
                  <a:pt x="381000" y="695325"/>
                </a:lnTo>
                <a:lnTo>
                  <a:pt x="381000" y="704850"/>
                </a:lnTo>
                <a:lnTo>
                  <a:pt x="371475" y="704850"/>
                </a:lnTo>
                <a:close/>
                <a:moveTo>
                  <a:pt x="419100" y="695325"/>
                </a:moveTo>
                <a:lnTo>
                  <a:pt x="428625" y="695325"/>
                </a:lnTo>
                <a:lnTo>
                  <a:pt x="428625" y="704850"/>
                </a:lnTo>
                <a:lnTo>
                  <a:pt x="419100" y="704850"/>
                </a:lnTo>
                <a:close/>
                <a:moveTo>
                  <a:pt x="704850" y="695325"/>
                </a:moveTo>
                <a:lnTo>
                  <a:pt x="714375" y="695325"/>
                </a:lnTo>
                <a:lnTo>
                  <a:pt x="714375" y="704850"/>
                </a:lnTo>
                <a:lnTo>
                  <a:pt x="704850" y="704850"/>
                </a:lnTo>
                <a:close/>
                <a:moveTo>
                  <a:pt x="723900" y="704850"/>
                </a:moveTo>
                <a:lnTo>
                  <a:pt x="742950" y="704850"/>
                </a:lnTo>
                <a:lnTo>
                  <a:pt x="742950" y="723900"/>
                </a:lnTo>
                <a:lnTo>
                  <a:pt x="733425" y="723900"/>
                </a:lnTo>
                <a:lnTo>
                  <a:pt x="733425" y="733425"/>
                </a:lnTo>
                <a:lnTo>
                  <a:pt x="742950" y="733425"/>
                </a:lnTo>
                <a:lnTo>
                  <a:pt x="742950" y="742950"/>
                </a:lnTo>
                <a:lnTo>
                  <a:pt x="704850" y="742950"/>
                </a:lnTo>
                <a:lnTo>
                  <a:pt x="704850" y="733425"/>
                </a:lnTo>
                <a:lnTo>
                  <a:pt x="714375" y="733425"/>
                </a:lnTo>
                <a:lnTo>
                  <a:pt x="714375" y="723900"/>
                </a:lnTo>
                <a:lnTo>
                  <a:pt x="723900" y="723900"/>
                </a:lnTo>
                <a:close/>
                <a:moveTo>
                  <a:pt x="142875" y="714375"/>
                </a:moveTo>
                <a:lnTo>
                  <a:pt x="152400" y="714375"/>
                </a:lnTo>
                <a:lnTo>
                  <a:pt x="152400" y="723900"/>
                </a:lnTo>
                <a:lnTo>
                  <a:pt x="142875" y="723900"/>
                </a:lnTo>
                <a:close/>
                <a:moveTo>
                  <a:pt x="657225" y="723900"/>
                </a:moveTo>
                <a:lnTo>
                  <a:pt x="666750" y="723900"/>
                </a:lnTo>
                <a:lnTo>
                  <a:pt x="666750" y="733425"/>
                </a:lnTo>
                <a:lnTo>
                  <a:pt x="657225" y="733425"/>
                </a:lnTo>
                <a:close/>
                <a:moveTo>
                  <a:pt x="66675" y="733425"/>
                </a:moveTo>
                <a:lnTo>
                  <a:pt x="76200" y="733425"/>
                </a:lnTo>
                <a:lnTo>
                  <a:pt x="76200" y="752475"/>
                </a:lnTo>
                <a:lnTo>
                  <a:pt x="66675" y="752475"/>
                </a:lnTo>
                <a:close/>
                <a:moveTo>
                  <a:pt x="295275" y="733425"/>
                </a:moveTo>
                <a:lnTo>
                  <a:pt x="314325" y="733425"/>
                </a:lnTo>
                <a:lnTo>
                  <a:pt x="314325" y="742950"/>
                </a:lnTo>
                <a:lnTo>
                  <a:pt x="304800" y="742950"/>
                </a:lnTo>
                <a:lnTo>
                  <a:pt x="304800" y="752475"/>
                </a:lnTo>
                <a:lnTo>
                  <a:pt x="285750" y="752475"/>
                </a:lnTo>
                <a:lnTo>
                  <a:pt x="285750" y="742950"/>
                </a:lnTo>
                <a:lnTo>
                  <a:pt x="295275" y="742950"/>
                </a:lnTo>
                <a:close/>
                <a:moveTo>
                  <a:pt x="342900" y="733425"/>
                </a:moveTo>
                <a:lnTo>
                  <a:pt x="352425" y="733425"/>
                </a:lnTo>
                <a:lnTo>
                  <a:pt x="352425" y="742950"/>
                </a:lnTo>
                <a:lnTo>
                  <a:pt x="342900" y="742950"/>
                </a:lnTo>
                <a:close/>
                <a:moveTo>
                  <a:pt x="438150" y="733425"/>
                </a:moveTo>
                <a:lnTo>
                  <a:pt x="447675" y="733425"/>
                </a:lnTo>
                <a:lnTo>
                  <a:pt x="447675" y="752475"/>
                </a:lnTo>
                <a:lnTo>
                  <a:pt x="438150" y="752475"/>
                </a:lnTo>
                <a:close/>
                <a:moveTo>
                  <a:pt x="790575" y="733425"/>
                </a:moveTo>
                <a:lnTo>
                  <a:pt x="800100" y="733425"/>
                </a:lnTo>
                <a:lnTo>
                  <a:pt x="800100" y="752475"/>
                </a:lnTo>
                <a:lnTo>
                  <a:pt x="790575" y="752475"/>
                </a:lnTo>
                <a:close/>
                <a:moveTo>
                  <a:pt x="114300" y="742950"/>
                </a:moveTo>
                <a:lnTo>
                  <a:pt x="123825" y="742950"/>
                </a:lnTo>
                <a:lnTo>
                  <a:pt x="123825" y="762000"/>
                </a:lnTo>
                <a:lnTo>
                  <a:pt x="114300" y="762000"/>
                </a:lnTo>
                <a:close/>
                <a:moveTo>
                  <a:pt x="390525" y="742950"/>
                </a:moveTo>
                <a:lnTo>
                  <a:pt x="400050" y="742950"/>
                </a:lnTo>
                <a:lnTo>
                  <a:pt x="400050" y="762000"/>
                </a:lnTo>
                <a:lnTo>
                  <a:pt x="390525" y="762000"/>
                </a:lnTo>
                <a:close/>
                <a:moveTo>
                  <a:pt x="180975" y="752475"/>
                </a:moveTo>
                <a:lnTo>
                  <a:pt x="200025" y="752475"/>
                </a:lnTo>
                <a:lnTo>
                  <a:pt x="200025" y="762000"/>
                </a:lnTo>
                <a:lnTo>
                  <a:pt x="180975" y="762000"/>
                </a:lnTo>
                <a:close/>
                <a:moveTo>
                  <a:pt x="0" y="762000"/>
                </a:moveTo>
                <a:lnTo>
                  <a:pt x="19050" y="762000"/>
                </a:lnTo>
                <a:lnTo>
                  <a:pt x="19050" y="781050"/>
                </a:lnTo>
                <a:lnTo>
                  <a:pt x="0" y="781050"/>
                </a:lnTo>
                <a:close/>
                <a:moveTo>
                  <a:pt x="400050" y="762000"/>
                </a:moveTo>
                <a:lnTo>
                  <a:pt x="419100" y="762000"/>
                </a:lnTo>
                <a:lnTo>
                  <a:pt x="419100" y="771525"/>
                </a:lnTo>
                <a:lnTo>
                  <a:pt x="400050" y="771525"/>
                </a:lnTo>
                <a:close/>
                <a:moveTo>
                  <a:pt x="962025" y="762000"/>
                </a:moveTo>
                <a:lnTo>
                  <a:pt x="981075" y="762000"/>
                </a:lnTo>
                <a:lnTo>
                  <a:pt x="981075" y="771525"/>
                </a:lnTo>
                <a:lnTo>
                  <a:pt x="962025" y="771525"/>
                </a:lnTo>
                <a:close/>
                <a:moveTo>
                  <a:pt x="1104900" y="762000"/>
                </a:moveTo>
                <a:lnTo>
                  <a:pt x="1114425" y="762000"/>
                </a:lnTo>
                <a:lnTo>
                  <a:pt x="1114425" y="771525"/>
                </a:lnTo>
                <a:lnTo>
                  <a:pt x="1104900" y="771525"/>
                </a:lnTo>
                <a:close/>
                <a:moveTo>
                  <a:pt x="838200" y="771525"/>
                </a:moveTo>
                <a:lnTo>
                  <a:pt x="847725" y="771525"/>
                </a:lnTo>
                <a:lnTo>
                  <a:pt x="847725" y="781050"/>
                </a:lnTo>
                <a:lnTo>
                  <a:pt x="876300" y="781050"/>
                </a:lnTo>
                <a:lnTo>
                  <a:pt x="876300" y="771525"/>
                </a:lnTo>
                <a:lnTo>
                  <a:pt x="895350" y="771525"/>
                </a:lnTo>
                <a:lnTo>
                  <a:pt x="895350" y="790575"/>
                </a:lnTo>
                <a:lnTo>
                  <a:pt x="838200" y="790575"/>
                </a:lnTo>
                <a:close/>
                <a:moveTo>
                  <a:pt x="952500" y="771525"/>
                </a:moveTo>
                <a:lnTo>
                  <a:pt x="962025" y="771525"/>
                </a:lnTo>
                <a:lnTo>
                  <a:pt x="962025" y="781050"/>
                </a:lnTo>
                <a:lnTo>
                  <a:pt x="952500" y="781050"/>
                </a:lnTo>
                <a:close/>
                <a:moveTo>
                  <a:pt x="276225" y="781050"/>
                </a:moveTo>
                <a:lnTo>
                  <a:pt x="295275" y="781050"/>
                </a:lnTo>
                <a:lnTo>
                  <a:pt x="295275" y="800100"/>
                </a:lnTo>
                <a:lnTo>
                  <a:pt x="285750" y="800100"/>
                </a:lnTo>
                <a:lnTo>
                  <a:pt x="285750" y="809625"/>
                </a:lnTo>
                <a:lnTo>
                  <a:pt x="266700" y="809625"/>
                </a:lnTo>
                <a:lnTo>
                  <a:pt x="266700" y="790575"/>
                </a:lnTo>
                <a:lnTo>
                  <a:pt x="276225" y="790575"/>
                </a:lnTo>
                <a:close/>
                <a:moveTo>
                  <a:pt x="333375" y="790575"/>
                </a:moveTo>
                <a:lnTo>
                  <a:pt x="342900" y="790575"/>
                </a:lnTo>
                <a:lnTo>
                  <a:pt x="342900" y="800100"/>
                </a:lnTo>
                <a:lnTo>
                  <a:pt x="333375" y="800100"/>
                </a:lnTo>
                <a:close/>
                <a:moveTo>
                  <a:pt x="828675" y="790575"/>
                </a:moveTo>
                <a:lnTo>
                  <a:pt x="838200" y="790575"/>
                </a:lnTo>
                <a:lnTo>
                  <a:pt x="838200" y="800100"/>
                </a:lnTo>
                <a:lnTo>
                  <a:pt x="828675" y="800100"/>
                </a:lnTo>
                <a:close/>
                <a:moveTo>
                  <a:pt x="104775" y="800100"/>
                </a:moveTo>
                <a:lnTo>
                  <a:pt x="114300" y="800100"/>
                </a:lnTo>
                <a:lnTo>
                  <a:pt x="114300" y="809625"/>
                </a:lnTo>
                <a:lnTo>
                  <a:pt x="104775" y="809625"/>
                </a:lnTo>
                <a:close/>
                <a:moveTo>
                  <a:pt x="152400" y="800100"/>
                </a:moveTo>
                <a:lnTo>
                  <a:pt x="161925" y="800100"/>
                </a:lnTo>
                <a:lnTo>
                  <a:pt x="161925" y="809625"/>
                </a:lnTo>
                <a:lnTo>
                  <a:pt x="152400" y="809625"/>
                </a:lnTo>
                <a:close/>
                <a:moveTo>
                  <a:pt x="419100" y="800100"/>
                </a:moveTo>
                <a:lnTo>
                  <a:pt x="438150" y="800100"/>
                </a:lnTo>
                <a:lnTo>
                  <a:pt x="438150" y="809625"/>
                </a:lnTo>
                <a:lnTo>
                  <a:pt x="419100" y="809625"/>
                </a:lnTo>
                <a:close/>
                <a:moveTo>
                  <a:pt x="476250" y="800100"/>
                </a:moveTo>
                <a:lnTo>
                  <a:pt x="485775" y="800100"/>
                </a:lnTo>
                <a:lnTo>
                  <a:pt x="485775" y="809625"/>
                </a:lnTo>
                <a:lnTo>
                  <a:pt x="476250" y="809625"/>
                </a:lnTo>
                <a:close/>
              </a:path>
            </a:pathLst>
          </a:custGeom>
          <a:solidFill xmlns:a="http://schemas.openxmlformats.org/drawingml/2006/main">
            <a:srgbClr val="F9F9F5"/>
          </a:solidFill>
          <a:ln xmlns:a="http://schemas.openxmlformats.org/drawingml/2006/main" w="0">
            <a:noFill/>
          </a:ln>
        </p:spPr>
      </p:sp>
      <p:sp>
        <p:nvSpPr>
          <p:cNvPr id="211" name="v21 vector #f9f9f4">
            <a:extLst xmlns:a="http://schemas.openxmlformats.org/drawingml/2006/main">
              <a:ext uri="{FF2B5EF4-FFF2-40B4-BE49-F238E27FC236}">
                <a16:creationId xmlns:a16="http://schemas.microsoft.com/office/drawing/2014/main" id="{9136E3E2-B253-485E-ADDE-05E3B50D91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8250" y="4848225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38100" y="0"/>
                </a:moveTo>
                <a:lnTo>
                  <a:pt x="47625" y="0"/>
                </a:lnTo>
                <a:lnTo>
                  <a:pt x="47625" y="9525"/>
                </a:lnTo>
                <a:lnTo>
                  <a:pt x="38100" y="9525"/>
                </a:lnTo>
                <a:close/>
                <a:moveTo>
                  <a:pt x="285750" y="0"/>
                </a:moveTo>
                <a:lnTo>
                  <a:pt x="295275" y="0"/>
                </a:lnTo>
                <a:lnTo>
                  <a:pt x="295275" y="9525"/>
                </a:lnTo>
                <a:lnTo>
                  <a:pt x="285750" y="9525"/>
                </a:lnTo>
                <a:close/>
                <a:moveTo>
                  <a:pt x="476250" y="0"/>
                </a:moveTo>
                <a:lnTo>
                  <a:pt x="485775" y="0"/>
                </a:lnTo>
                <a:lnTo>
                  <a:pt x="485775" y="9525"/>
                </a:lnTo>
                <a:lnTo>
                  <a:pt x="495300" y="9525"/>
                </a:lnTo>
                <a:lnTo>
                  <a:pt x="495300" y="19050"/>
                </a:lnTo>
                <a:lnTo>
                  <a:pt x="476250" y="19050"/>
                </a:lnTo>
                <a:close/>
                <a:moveTo>
                  <a:pt x="533400" y="0"/>
                </a:moveTo>
                <a:lnTo>
                  <a:pt x="552450" y="0"/>
                </a:lnTo>
                <a:lnTo>
                  <a:pt x="552450" y="9525"/>
                </a:lnTo>
                <a:lnTo>
                  <a:pt x="533400" y="9525"/>
                </a:lnTo>
                <a:close/>
                <a:moveTo>
                  <a:pt x="819150" y="0"/>
                </a:moveTo>
                <a:lnTo>
                  <a:pt x="828675" y="0"/>
                </a:lnTo>
                <a:lnTo>
                  <a:pt x="828675" y="19050"/>
                </a:lnTo>
                <a:lnTo>
                  <a:pt x="819150" y="19050"/>
                </a:lnTo>
                <a:close/>
                <a:moveTo>
                  <a:pt x="876300" y="0"/>
                </a:moveTo>
                <a:lnTo>
                  <a:pt x="895350" y="0"/>
                </a:lnTo>
                <a:lnTo>
                  <a:pt x="895350" y="9525"/>
                </a:lnTo>
                <a:lnTo>
                  <a:pt x="876300" y="9525"/>
                </a:lnTo>
                <a:close/>
                <a:moveTo>
                  <a:pt x="933450" y="0"/>
                </a:moveTo>
                <a:lnTo>
                  <a:pt x="942975" y="0"/>
                </a:lnTo>
                <a:lnTo>
                  <a:pt x="942975" y="9525"/>
                </a:lnTo>
                <a:lnTo>
                  <a:pt x="952500" y="9525"/>
                </a:lnTo>
                <a:lnTo>
                  <a:pt x="952500" y="19050"/>
                </a:lnTo>
                <a:lnTo>
                  <a:pt x="933450" y="19050"/>
                </a:lnTo>
                <a:close/>
                <a:moveTo>
                  <a:pt x="1133475" y="0"/>
                </a:moveTo>
                <a:lnTo>
                  <a:pt x="1143000" y="0"/>
                </a:lnTo>
                <a:lnTo>
                  <a:pt x="1143000" y="19050"/>
                </a:lnTo>
                <a:lnTo>
                  <a:pt x="1133475" y="19050"/>
                </a:lnTo>
                <a:lnTo>
                  <a:pt x="1133475" y="38100"/>
                </a:lnTo>
                <a:lnTo>
                  <a:pt x="1123950" y="38100"/>
                </a:lnTo>
                <a:lnTo>
                  <a:pt x="1123950" y="28575"/>
                </a:lnTo>
                <a:lnTo>
                  <a:pt x="1114425" y="28575"/>
                </a:lnTo>
                <a:lnTo>
                  <a:pt x="1114425" y="47625"/>
                </a:lnTo>
                <a:lnTo>
                  <a:pt x="1104900" y="47625"/>
                </a:lnTo>
                <a:lnTo>
                  <a:pt x="1104900" y="19050"/>
                </a:lnTo>
                <a:lnTo>
                  <a:pt x="1114425" y="19050"/>
                </a:lnTo>
                <a:lnTo>
                  <a:pt x="1114425" y="9525"/>
                </a:lnTo>
                <a:lnTo>
                  <a:pt x="1133475" y="9525"/>
                </a:lnTo>
                <a:close/>
                <a:moveTo>
                  <a:pt x="1190625" y="0"/>
                </a:moveTo>
                <a:lnTo>
                  <a:pt x="1200150" y="0"/>
                </a:lnTo>
                <a:lnTo>
                  <a:pt x="1200150" y="9525"/>
                </a:lnTo>
                <a:lnTo>
                  <a:pt x="1190625" y="9525"/>
                </a:lnTo>
                <a:close/>
                <a:moveTo>
                  <a:pt x="47625" y="9525"/>
                </a:moveTo>
                <a:lnTo>
                  <a:pt x="57150" y="9525"/>
                </a:lnTo>
                <a:lnTo>
                  <a:pt x="57150" y="28575"/>
                </a:lnTo>
                <a:lnTo>
                  <a:pt x="47625" y="28575"/>
                </a:lnTo>
                <a:close/>
                <a:moveTo>
                  <a:pt x="1057275" y="9525"/>
                </a:moveTo>
                <a:lnTo>
                  <a:pt x="1066800" y="9525"/>
                </a:lnTo>
                <a:lnTo>
                  <a:pt x="1066800" y="38100"/>
                </a:lnTo>
                <a:lnTo>
                  <a:pt x="1076325" y="38100"/>
                </a:lnTo>
                <a:lnTo>
                  <a:pt x="1076325" y="85725"/>
                </a:lnTo>
                <a:lnTo>
                  <a:pt x="1066800" y="85725"/>
                </a:lnTo>
                <a:lnTo>
                  <a:pt x="1066800" y="76200"/>
                </a:lnTo>
                <a:lnTo>
                  <a:pt x="1057275" y="76200"/>
                </a:lnTo>
                <a:lnTo>
                  <a:pt x="1057275" y="66675"/>
                </a:lnTo>
                <a:lnTo>
                  <a:pt x="1038225" y="66675"/>
                </a:lnTo>
                <a:lnTo>
                  <a:pt x="1038225" y="57150"/>
                </a:lnTo>
                <a:lnTo>
                  <a:pt x="1028700" y="57150"/>
                </a:lnTo>
                <a:lnTo>
                  <a:pt x="1028700" y="47625"/>
                </a:lnTo>
                <a:lnTo>
                  <a:pt x="1009650" y="47625"/>
                </a:lnTo>
                <a:lnTo>
                  <a:pt x="1009650" y="38100"/>
                </a:lnTo>
                <a:lnTo>
                  <a:pt x="1019175" y="38100"/>
                </a:lnTo>
                <a:lnTo>
                  <a:pt x="1019175" y="28575"/>
                </a:lnTo>
                <a:lnTo>
                  <a:pt x="1047750" y="28575"/>
                </a:lnTo>
                <a:lnTo>
                  <a:pt x="1047750" y="38100"/>
                </a:lnTo>
                <a:lnTo>
                  <a:pt x="1057275" y="38100"/>
                </a:lnTo>
                <a:close/>
                <a:moveTo>
                  <a:pt x="104775" y="28575"/>
                </a:moveTo>
                <a:lnTo>
                  <a:pt x="133350" y="28575"/>
                </a:lnTo>
                <a:lnTo>
                  <a:pt x="133350" y="38100"/>
                </a:lnTo>
                <a:lnTo>
                  <a:pt x="123825" y="38100"/>
                </a:lnTo>
                <a:lnTo>
                  <a:pt x="123825" y="47625"/>
                </a:lnTo>
                <a:lnTo>
                  <a:pt x="114300" y="47625"/>
                </a:lnTo>
                <a:lnTo>
                  <a:pt x="114300" y="38100"/>
                </a:lnTo>
                <a:lnTo>
                  <a:pt x="104775" y="38100"/>
                </a:lnTo>
                <a:close/>
                <a:moveTo>
                  <a:pt x="142875" y="28575"/>
                </a:moveTo>
                <a:lnTo>
                  <a:pt x="152400" y="28575"/>
                </a:lnTo>
                <a:lnTo>
                  <a:pt x="152400" y="38100"/>
                </a:lnTo>
                <a:lnTo>
                  <a:pt x="142875" y="38100"/>
                </a:lnTo>
                <a:close/>
                <a:moveTo>
                  <a:pt x="923925" y="28575"/>
                </a:moveTo>
                <a:lnTo>
                  <a:pt x="952500" y="28575"/>
                </a:lnTo>
                <a:lnTo>
                  <a:pt x="952500" y="38100"/>
                </a:lnTo>
                <a:lnTo>
                  <a:pt x="962025" y="38100"/>
                </a:lnTo>
                <a:lnTo>
                  <a:pt x="962025" y="47625"/>
                </a:lnTo>
                <a:lnTo>
                  <a:pt x="942975" y="47625"/>
                </a:lnTo>
                <a:lnTo>
                  <a:pt x="942975" y="57150"/>
                </a:lnTo>
                <a:lnTo>
                  <a:pt x="933450" y="57150"/>
                </a:lnTo>
                <a:lnTo>
                  <a:pt x="933450" y="38100"/>
                </a:lnTo>
                <a:lnTo>
                  <a:pt x="923925" y="38100"/>
                </a:lnTo>
                <a:close/>
                <a:moveTo>
                  <a:pt x="381000" y="38100"/>
                </a:moveTo>
                <a:lnTo>
                  <a:pt x="400050" y="38100"/>
                </a:lnTo>
                <a:lnTo>
                  <a:pt x="400050" y="47625"/>
                </a:lnTo>
                <a:lnTo>
                  <a:pt x="381000" y="47625"/>
                </a:lnTo>
                <a:close/>
                <a:moveTo>
                  <a:pt x="428625" y="47625"/>
                </a:moveTo>
                <a:lnTo>
                  <a:pt x="447675" y="47625"/>
                </a:lnTo>
                <a:lnTo>
                  <a:pt x="447675" y="57150"/>
                </a:lnTo>
                <a:lnTo>
                  <a:pt x="428625" y="57150"/>
                </a:lnTo>
                <a:close/>
                <a:moveTo>
                  <a:pt x="981075" y="47625"/>
                </a:moveTo>
                <a:lnTo>
                  <a:pt x="1000125" y="47625"/>
                </a:lnTo>
                <a:lnTo>
                  <a:pt x="1000125" y="57150"/>
                </a:lnTo>
                <a:lnTo>
                  <a:pt x="981075" y="57150"/>
                </a:lnTo>
                <a:close/>
                <a:moveTo>
                  <a:pt x="1047750" y="57150"/>
                </a:moveTo>
                <a:lnTo>
                  <a:pt x="1066800" y="57150"/>
                </a:lnTo>
                <a:lnTo>
                  <a:pt x="1066800" y="47625"/>
                </a:lnTo>
                <a:lnTo>
                  <a:pt x="1047750" y="47625"/>
                </a:lnTo>
                <a:close/>
                <a:moveTo>
                  <a:pt x="1104900" y="57150"/>
                </a:moveTo>
                <a:lnTo>
                  <a:pt x="1123950" y="57150"/>
                </a:lnTo>
                <a:lnTo>
                  <a:pt x="1123950" y="76200"/>
                </a:lnTo>
                <a:lnTo>
                  <a:pt x="1133475" y="76200"/>
                </a:lnTo>
                <a:lnTo>
                  <a:pt x="1133475" y="85725"/>
                </a:lnTo>
                <a:lnTo>
                  <a:pt x="1104900" y="85725"/>
                </a:lnTo>
                <a:lnTo>
                  <a:pt x="1104900" y="76200"/>
                </a:lnTo>
                <a:lnTo>
                  <a:pt x="1095375" y="76200"/>
                </a:lnTo>
                <a:lnTo>
                  <a:pt x="1095375" y="66675"/>
                </a:lnTo>
                <a:lnTo>
                  <a:pt x="1104900" y="66675"/>
                </a:lnTo>
                <a:close/>
                <a:moveTo>
                  <a:pt x="0" y="66675"/>
                </a:moveTo>
                <a:lnTo>
                  <a:pt x="19050" y="66675"/>
                </a:lnTo>
                <a:lnTo>
                  <a:pt x="19050" y="76200"/>
                </a:lnTo>
                <a:lnTo>
                  <a:pt x="0" y="76200"/>
                </a:lnTo>
                <a:close/>
                <a:moveTo>
                  <a:pt x="85725" y="66675"/>
                </a:moveTo>
                <a:lnTo>
                  <a:pt x="95250" y="66675"/>
                </a:lnTo>
                <a:lnTo>
                  <a:pt x="95250" y="76200"/>
                </a:lnTo>
                <a:lnTo>
                  <a:pt x="85725" y="76200"/>
                </a:lnTo>
                <a:close/>
                <a:moveTo>
                  <a:pt x="1009650" y="66675"/>
                </a:moveTo>
                <a:lnTo>
                  <a:pt x="1019175" y="66675"/>
                </a:lnTo>
                <a:lnTo>
                  <a:pt x="1019175" y="76200"/>
                </a:lnTo>
                <a:lnTo>
                  <a:pt x="1028700" y="76200"/>
                </a:lnTo>
                <a:lnTo>
                  <a:pt x="1028700" y="85725"/>
                </a:lnTo>
                <a:lnTo>
                  <a:pt x="1009650" y="85725"/>
                </a:lnTo>
                <a:lnTo>
                  <a:pt x="1009650" y="104775"/>
                </a:lnTo>
                <a:lnTo>
                  <a:pt x="1000125" y="104775"/>
                </a:lnTo>
                <a:lnTo>
                  <a:pt x="1000125" y="76200"/>
                </a:lnTo>
                <a:lnTo>
                  <a:pt x="1009650" y="76200"/>
                </a:lnTo>
                <a:close/>
                <a:moveTo>
                  <a:pt x="952500" y="76200"/>
                </a:moveTo>
                <a:lnTo>
                  <a:pt x="971550" y="76200"/>
                </a:lnTo>
                <a:lnTo>
                  <a:pt x="971550" y="85725"/>
                </a:lnTo>
                <a:lnTo>
                  <a:pt x="952500" y="85725"/>
                </a:lnTo>
                <a:close/>
                <a:moveTo>
                  <a:pt x="1057275" y="85725"/>
                </a:moveTo>
                <a:lnTo>
                  <a:pt x="1066800" y="85725"/>
                </a:lnTo>
                <a:lnTo>
                  <a:pt x="1066800" y="95250"/>
                </a:lnTo>
                <a:lnTo>
                  <a:pt x="1057275" y="95250"/>
                </a:lnTo>
                <a:close/>
                <a:moveTo>
                  <a:pt x="1162050" y="85725"/>
                </a:moveTo>
                <a:lnTo>
                  <a:pt x="1171575" y="85725"/>
                </a:lnTo>
                <a:lnTo>
                  <a:pt x="1171575" y="95250"/>
                </a:lnTo>
                <a:lnTo>
                  <a:pt x="1162050" y="95250"/>
                </a:lnTo>
                <a:close/>
                <a:moveTo>
                  <a:pt x="1114425" y="95250"/>
                </a:moveTo>
                <a:lnTo>
                  <a:pt x="1152525" y="95250"/>
                </a:lnTo>
                <a:lnTo>
                  <a:pt x="1152525" y="114300"/>
                </a:lnTo>
                <a:lnTo>
                  <a:pt x="1143000" y="114300"/>
                </a:lnTo>
                <a:lnTo>
                  <a:pt x="1143000" y="104775"/>
                </a:lnTo>
                <a:lnTo>
                  <a:pt x="1114425" y="104775"/>
                </a:lnTo>
                <a:close/>
                <a:moveTo>
                  <a:pt x="1162050" y="104775"/>
                </a:moveTo>
                <a:lnTo>
                  <a:pt x="1171575" y="104775"/>
                </a:lnTo>
                <a:lnTo>
                  <a:pt x="1171575" y="114300"/>
                </a:lnTo>
                <a:lnTo>
                  <a:pt x="1162050" y="114300"/>
                </a:lnTo>
                <a:close/>
                <a:moveTo>
                  <a:pt x="971550" y="133350"/>
                </a:moveTo>
                <a:lnTo>
                  <a:pt x="981075" y="133350"/>
                </a:lnTo>
                <a:lnTo>
                  <a:pt x="981075" y="161925"/>
                </a:lnTo>
                <a:lnTo>
                  <a:pt x="971550" y="161925"/>
                </a:lnTo>
                <a:close/>
                <a:moveTo>
                  <a:pt x="990600" y="133350"/>
                </a:moveTo>
                <a:lnTo>
                  <a:pt x="1000125" y="133350"/>
                </a:lnTo>
                <a:lnTo>
                  <a:pt x="1000125" y="142875"/>
                </a:lnTo>
                <a:lnTo>
                  <a:pt x="990600" y="142875"/>
                </a:lnTo>
                <a:close/>
                <a:moveTo>
                  <a:pt x="9525" y="142875"/>
                </a:moveTo>
                <a:lnTo>
                  <a:pt x="28575" y="142875"/>
                </a:lnTo>
                <a:lnTo>
                  <a:pt x="28575" y="152400"/>
                </a:lnTo>
                <a:lnTo>
                  <a:pt x="47625" y="152400"/>
                </a:lnTo>
                <a:lnTo>
                  <a:pt x="47625" y="161925"/>
                </a:lnTo>
                <a:lnTo>
                  <a:pt x="66675" y="161925"/>
                </a:lnTo>
                <a:lnTo>
                  <a:pt x="66675" y="171450"/>
                </a:lnTo>
                <a:lnTo>
                  <a:pt x="57150" y="171450"/>
                </a:lnTo>
                <a:lnTo>
                  <a:pt x="57150" y="180975"/>
                </a:lnTo>
                <a:lnTo>
                  <a:pt x="38100" y="180975"/>
                </a:lnTo>
                <a:lnTo>
                  <a:pt x="38100" y="161925"/>
                </a:lnTo>
                <a:lnTo>
                  <a:pt x="9525" y="161925"/>
                </a:lnTo>
                <a:lnTo>
                  <a:pt x="9525" y="171450"/>
                </a:lnTo>
                <a:lnTo>
                  <a:pt x="0" y="171450"/>
                </a:lnTo>
                <a:lnTo>
                  <a:pt x="0" y="152400"/>
                </a:lnTo>
                <a:lnTo>
                  <a:pt x="9525" y="152400"/>
                </a:lnTo>
                <a:close/>
                <a:moveTo>
                  <a:pt x="1133475" y="142875"/>
                </a:moveTo>
                <a:lnTo>
                  <a:pt x="1143000" y="142875"/>
                </a:lnTo>
                <a:lnTo>
                  <a:pt x="1143000" y="152400"/>
                </a:lnTo>
                <a:lnTo>
                  <a:pt x="1133475" y="152400"/>
                </a:lnTo>
                <a:close/>
                <a:moveTo>
                  <a:pt x="1114425" y="152400"/>
                </a:moveTo>
                <a:lnTo>
                  <a:pt x="1133475" y="152400"/>
                </a:lnTo>
                <a:lnTo>
                  <a:pt x="1133475" y="161925"/>
                </a:lnTo>
                <a:lnTo>
                  <a:pt x="1114425" y="161925"/>
                </a:lnTo>
                <a:close/>
                <a:moveTo>
                  <a:pt x="1038225" y="161925"/>
                </a:moveTo>
                <a:lnTo>
                  <a:pt x="1047750" y="161925"/>
                </a:lnTo>
                <a:lnTo>
                  <a:pt x="1047750" y="180975"/>
                </a:lnTo>
                <a:lnTo>
                  <a:pt x="1038225" y="180975"/>
                </a:lnTo>
                <a:close/>
                <a:moveTo>
                  <a:pt x="19050" y="190500"/>
                </a:moveTo>
                <a:lnTo>
                  <a:pt x="28575" y="190500"/>
                </a:lnTo>
                <a:lnTo>
                  <a:pt x="28575" y="200025"/>
                </a:lnTo>
                <a:lnTo>
                  <a:pt x="19050" y="200025"/>
                </a:lnTo>
                <a:close/>
                <a:moveTo>
                  <a:pt x="1057275" y="190500"/>
                </a:moveTo>
                <a:lnTo>
                  <a:pt x="1076325" y="190500"/>
                </a:lnTo>
                <a:lnTo>
                  <a:pt x="1076325" y="219075"/>
                </a:lnTo>
                <a:lnTo>
                  <a:pt x="1095375" y="219075"/>
                </a:lnTo>
                <a:lnTo>
                  <a:pt x="1095375" y="238125"/>
                </a:lnTo>
                <a:lnTo>
                  <a:pt x="1076325" y="238125"/>
                </a:lnTo>
                <a:lnTo>
                  <a:pt x="1076325" y="228600"/>
                </a:lnTo>
                <a:lnTo>
                  <a:pt x="1057275" y="228600"/>
                </a:lnTo>
                <a:close/>
                <a:moveTo>
                  <a:pt x="9525" y="200025"/>
                </a:moveTo>
                <a:lnTo>
                  <a:pt x="19050" y="200025"/>
                </a:lnTo>
                <a:lnTo>
                  <a:pt x="19050" y="209550"/>
                </a:lnTo>
                <a:lnTo>
                  <a:pt x="9525" y="209550"/>
                </a:lnTo>
                <a:close/>
                <a:moveTo>
                  <a:pt x="552450" y="200025"/>
                </a:moveTo>
                <a:lnTo>
                  <a:pt x="561975" y="200025"/>
                </a:lnTo>
                <a:lnTo>
                  <a:pt x="561975" y="209550"/>
                </a:lnTo>
                <a:lnTo>
                  <a:pt x="552450" y="209550"/>
                </a:lnTo>
                <a:close/>
                <a:moveTo>
                  <a:pt x="742950" y="200025"/>
                </a:moveTo>
                <a:lnTo>
                  <a:pt x="771525" y="200025"/>
                </a:lnTo>
                <a:lnTo>
                  <a:pt x="771525" y="209550"/>
                </a:lnTo>
                <a:lnTo>
                  <a:pt x="742950" y="209550"/>
                </a:lnTo>
                <a:close/>
                <a:moveTo>
                  <a:pt x="533400" y="209550"/>
                </a:moveTo>
                <a:lnTo>
                  <a:pt x="542925" y="209550"/>
                </a:lnTo>
                <a:lnTo>
                  <a:pt x="542925" y="219075"/>
                </a:lnTo>
                <a:lnTo>
                  <a:pt x="533400" y="219075"/>
                </a:lnTo>
                <a:close/>
                <a:moveTo>
                  <a:pt x="1181100" y="209550"/>
                </a:moveTo>
                <a:lnTo>
                  <a:pt x="1190625" y="209550"/>
                </a:lnTo>
                <a:lnTo>
                  <a:pt x="1190625" y="228600"/>
                </a:lnTo>
                <a:lnTo>
                  <a:pt x="1181100" y="228600"/>
                </a:lnTo>
                <a:close/>
                <a:moveTo>
                  <a:pt x="333375" y="238125"/>
                </a:moveTo>
                <a:lnTo>
                  <a:pt x="342900" y="238125"/>
                </a:lnTo>
                <a:lnTo>
                  <a:pt x="342900" y="257175"/>
                </a:lnTo>
                <a:lnTo>
                  <a:pt x="333375" y="257175"/>
                </a:lnTo>
                <a:close/>
                <a:moveTo>
                  <a:pt x="495300" y="238125"/>
                </a:moveTo>
                <a:lnTo>
                  <a:pt x="504825" y="238125"/>
                </a:lnTo>
                <a:lnTo>
                  <a:pt x="504825" y="257175"/>
                </a:lnTo>
                <a:lnTo>
                  <a:pt x="495300" y="257175"/>
                </a:lnTo>
                <a:close/>
                <a:moveTo>
                  <a:pt x="514350" y="238125"/>
                </a:moveTo>
                <a:lnTo>
                  <a:pt x="523875" y="238125"/>
                </a:lnTo>
                <a:lnTo>
                  <a:pt x="523875" y="247650"/>
                </a:lnTo>
                <a:lnTo>
                  <a:pt x="533400" y="247650"/>
                </a:lnTo>
                <a:lnTo>
                  <a:pt x="533400" y="257175"/>
                </a:lnTo>
                <a:lnTo>
                  <a:pt x="514350" y="257175"/>
                </a:lnTo>
                <a:close/>
                <a:moveTo>
                  <a:pt x="1000125" y="238125"/>
                </a:moveTo>
                <a:lnTo>
                  <a:pt x="1009650" y="238125"/>
                </a:lnTo>
                <a:lnTo>
                  <a:pt x="1009650" y="247650"/>
                </a:lnTo>
                <a:lnTo>
                  <a:pt x="1000125" y="247650"/>
                </a:lnTo>
                <a:close/>
                <a:moveTo>
                  <a:pt x="428625" y="247650"/>
                </a:moveTo>
                <a:lnTo>
                  <a:pt x="438150" y="247650"/>
                </a:lnTo>
                <a:lnTo>
                  <a:pt x="438150" y="257175"/>
                </a:lnTo>
                <a:lnTo>
                  <a:pt x="428625" y="257175"/>
                </a:lnTo>
                <a:close/>
                <a:moveTo>
                  <a:pt x="1181100" y="257175"/>
                </a:moveTo>
                <a:lnTo>
                  <a:pt x="1190625" y="257175"/>
                </a:lnTo>
                <a:lnTo>
                  <a:pt x="1190625" y="266700"/>
                </a:lnTo>
                <a:lnTo>
                  <a:pt x="1200150" y="266700"/>
                </a:lnTo>
                <a:lnTo>
                  <a:pt x="1200150" y="276225"/>
                </a:lnTo>
                <a:lnTo>
                  <a:pt x="1181100" y="276225"/>
                </a:lnTo>
                <a:lnTo>
                  <a:pt x="1181100" y="285750"/>
                </a:lnTo>
                <a:lnTo>
                  <a:pt x="1171575" y="285750"/>
                </a:lnTo>
                <a:lnTo>
                  <a:pt x="1171575" y="266700"/>
                </a:lnTo>
                <a:lnTo>
                  <a:pt x="1181100" y="266700"/>
                </a:lnTo>
                <a:close/>
                <a:moveTo>
                  <a:pt x="1104900" y="266700"/>
                </a:moveTo>
                <a:lnTo>
                  <a:pt x="1114425" y="266700"/>
                </a:lnTo>
                <a:lnTo>
                  <a:pt x="1114425" y="276225"/>
                </a:lnTo>
                <a:lnTo>
                  <a:pt x="1104900" y="276225"/>
                </a:lnTo>
                <a:close/>
                <a:moveTo>
                  <a:pt x="1133475" y="266700"/>
                </a:moveTo>
                <a:lnTo>
                  <a:pt x="1152525" y="266700"/>
                </a:lnTo>
                <a:lnTo>
                  <a:pt x="1152525" y="276225"/>
                </a:lnTo>
                <a:lnTo>
                  <a:pt x="1133475" y="276225"/>
                </a:lnTo>
                <a:close/>
                <a:moveTo>
                  <a:pt x="9525" y="285750"/>
                </a:moveTo>
                <a:lnTo>
                  <a:pt x="19050" y="285750"/>
                </a:lnTo>
                <a:lnTo>
                  <a:pt x="19050" y="314325"/>
                </a:lnTo>
                <a:lnTo>
                  <a:pt x="0" y="314325"/>
                </a:lnTo>
                <a:lnTo>
                  <a:pt x="0" y="295275"/>
                </a:lnTo>
                <a:lnTo>
                  <a:pt x="9525" y="295275"/>
                </a:lnTo>
                <a:close/>
                <a:moveTo>
                  <a:pt x="1085850" y="285750"/>
                </a:moveTo>
                <a:lnTo>
                  <a:pt x="1095375" y="285750"/>
                </a:lnTo>
                <a:lnTo>
                  <a:pt x="1095375" y="295275"/>
                </a:lnTo>
                <a:lnTo>
                  <a:pt x="1085850" y="295275"/>
                </a:lnTo>
                <a:close/>
                <a:moveTo>
                  <a:pt x="1095375" y="295275"/>
                </a:moveTo>
                <a:lnTo>
                  <a:pt x="1114425" y="295275"/>
                </a:lnTo>
                <a:lnTo>
                  <a:pt x="1114425" y="314325"/>
                </a:lnTo>
                <a:lnTo>
                  <a:pt x="1095375" y="314325"/>
                </a:lnTo>
                <a:lnTo>
                  <a:pt x="1095375" y="323850"/>
                </a:lnTo>
                <a:lnTo>
                  <a:pt x="1085850" y="323850"/>
                </a:lnTo>
                <a:lnTo>
                  <a:pt x="1085850" y="333375"/>
                </a:lnTo>
                <a:lnTo>
                  <a:pt x="1123950" y="333375"/>
                </a:lnTo>
                <a:lnTo>
                  <a:pt x="1123950" y="342900"/>
                </a:lnTo>
                <a:lnTo>
                  <a:pt x="1114425" y="342900"/>
                </a:lnTo>
                <a:lnTo>
                  <a:pt x="1114425" y="352425"/>
                </a:lnTo>
                <a:lnTo>
                  <a:pt x="1123950" y="352425"/>
                </a:lnTo>
                <a:lnTo>
                  <a:pt x="1123950" y="361950"/>
                </a:lnTo>
                <a:lnTo>
                  <a:pt x="1114425" y="361950"/>
                </a:lnTo>
                <a:lnTo>
                  <a:pt x="1114425" y="371475"/>
                </a:lnTo>
                <a:lnTo>
                  <a:pt x="1104900" y="371475"/>
                </a:lnTo>
                <a:lnTo>
                  <a:pt x="1104900" y="352425"/>
                </a:lnTo>
                <a:lnTo>
                  <a:pt x="1076325" y="352425"/>
                </a:lnTo>
                <a:lnTo>
                  <a:pt x="1076325" y="333375"/>
                </a:lnTo>
                <a:lnTo>
                  <a:pt x="1066800" y="333375"/>
                </a:lnTo>
                <a:lnTo>
                  <a:pt x="1066800" y="323850"/>
                </a:lnTo>
                <a:lnTo>
                  <a:pt x="1076325" y="323850"/>
                </a:lnTo>
                <a:lnTo>
                  <a:pt x="1076325" y="304800"/>
                </a:lnTo>
                <a:lnTo>
                  <a:pt x="1095375" y="304800"/>
                </a:lnTo>
                <a:close/>
                <a:moveTo>
                  <a:pt x="38100" y="304800"/>
                </a:moveTo>
                <a:lnTo>
                  <a:pt x="47625" y="304800"/>
                </a:lnTo>
                <a:lnTo>
                  <a:pt x="47625" y="323850"/>
                </a:lnTo>
                <a:lnTo>
                  <a:pt x="38100" y="323850"/>
                </a:lnTo>
                <a:close/>
                <a:moveTo>
                  <a:pt x="1123950" y="304800"/>
                </a:moveTo>
                <a:lnTo>
                  <a:pt x="1133475" y="304800"/>
                </a:lnTo>
                <a:lnTo>
                  <a:pt x="1133475" y="323850"/>
                </a:lnTo>
                <a:lnTo>
                  <a:pt x="1114425" y="323850"/>
                </a:lnTo>
                <a:lnTo>
                  <a:pt x="1114425" y="314325"/>
                </a:lnTo>
                <a:lnTo>
                  <a:pt x="1123950" y="314325"/>
                </a:lnTo>
                <a:close/>
                <a:moveTo>
                  <a:pt x="1009650" y="314325"/>
                </a:moveTo>
                <a:lnTo>
                  <a:pt x="1019175" y="314325"/>
                </a:lnTo>
                <a:lnTo>
                  <a:pt x="1019175" y="323850"/>
                </a:lnTo>
                <a:lnTo>
                  <a:pt x="1028700" y="323850"/>
                </a:lnTo>
                <a:lnTo>
                  <a:pt x="1028700" y="333375"/>
                </a:lnTo>
                <a:lnTo>
                  <a:pt x="1019175" y="333375"/>
                </a:lnTo>
                <a:lnTo>
                  <a:pt x="1019175" y="361950"/>
                </a:lnTo>
                <a:lnTo>
                  <a:pt x="1028700" y="361950"/>
                </a:lnTo>
                <a:lnTo>
                  <a:pt x="1028700" y="342900"/>
                </a:lnTo>
                <a:lnTo>
                  <a:pt x="1047750" y="342900"/>
                </a:lnTo>
                <a:lnTo>
                  <a:pt x="1047750" y="361950"/>
                </a:lnTo>
                <a:lnTo>
                  <a:pt x="1028700" y="361950"/>
                </a:lnTo>
                <a:lnTo>
                  <a:pt x="1028700" y="390525"/>
                </a:lnTo>
                <a:lnTo>
                  <a:pt x="1019175" y="390525"/>
                </a:lnTo>
                <a:lnTo>
                  <a:pt x="1019175" y="381000"/>
                </a:lnTo>
                <a:lnTo>
                  <a:pt x="1000125" y="381000"/>
                </a:lnTo>
                <a:lnTo>
                  <a:pt x="1000125" y="352425"/>
                </a:lnTo>
                <a:lnTo>
                  <a:pt x="1009650" y="352425"/>
                </a:lnTo>
                <a:close/>
                <a:moveTo>
                  <a:pt x="9525" y="333375"/>
                </a:moveTo>
                <a:lnTo>
                  <a:pt x="19050" y="333375"/>
                </a:lnTo>
                <a:lnTo>
                  <a:pt x="19050" y="342900"/>
                </a:lnTo>
                <a:lnTo>
                  <a:pt x="28575" y="342900"/>
                </a:lnTo>
                <a:lnTo>
                  <a:pt x="28575" y="352425"/>
                </a:lnTo>
                <a:lnTo>
                  <a:pt x="57150" y="352425"/>
                </a:lnTo>
                <a:lnTo>
                  <a:pt x="57150" y="371475"/>
                </a:lnTo>
                <a:lnTo>
                  <a:pt x="38100" y="371475"/>
                </a:lnTo>
                <a:lnTo>
                  <a:pt x="38100" y="390525"/>
                </a:lnTo>
                <a:lnTo>
                  <a:pt x="47625" y="390525"/>
                </a:lnTo>
                <a:lnTo>
                  <a:pt x="47625" y="400050"/>
                </a:lnTo>
                <a:lnTo>
                  <a:pt x="28575" y="400050"/>
                </a:lnTo>
                <a:lnTo>
                  <a:pt x="28575" y="381000"/>
                </a:lnTo>
                <a:lnTo>
                  <a:pt x="0" y="381000"/>
                </a:lnTo>
                <a:lnTo>
                  <a:pt x="0" y="371475"/>
                </a:lnTo>
                <a:lnTo>
                  <a:pt x="19050" y="371475"/>
                </a:lnTo>
                <a:lnTo>
                  <a:pt x="19050" y="361950"/>
                </a:lnTo>
                <a:lnTo>
                  <a:pt x="9525" y="361950"/>
                </a:lnTo>
                <a:lnTo>
                  <a:pt x="9525" y="352425"/>
                </a:lnTo>
                <a:lnTo>
                  <a:pt x="0" y="352425"/>
                </a:lnTo>
                <a:lnTo>
                  <a:pt x="0" y="342900"/>
                </a:lnTo>
                <a:lnTo>
                  <a:pt x="9525" y="342900"/>
                </a:lnTo>
                <a:close/>
                <a:moveTo>
                  <a:pt x="1047750" y="361950"/>
                </a:moveTo>
                <a:lnTo>
                  <a:pt x="1057275" y="361950"/>
                </a:lnTo>
                <a:lnTo>
                  <a:pt x="1057275" y="371475"/>
                </a:lnTo>
                <a:lnTo>
                  <a:pt x="1047750" y="371475"/>
                </a:lnTo>
                <a:close/>
                <a:moveTo>
                  <a:pt x="1162050" y="361950"/>
                </a:moveTo>
                <a:lnTo>
                  <a:pt x="1171575" y="361950"/>
                </a:lnTo>
                <a:lnTo>
                  <a:pt x="1171575" y="371475"/>
                </a:lnTo>
                <a:lnTo>
                  <a:pt x="1181100" y="371475"/>
                </a:lnTo>
                <a:lnTo>
                  <a:pt x="1181100" y="381000"/>
                </a:lnTo>
                <a:lnTo>
                  <a:pt x="1190625" y="381000"/>
                </a:lnTo>
                <a:lnTo>
                  <a:pt x="1190625" y="390525"/>
                </a:lnTo>
                <a:lnTo>
                  <a:pt x="1200150" y="390525"/>
                </a:lnTo>
                <a:lnTo>
                  <a:pt x="1200150" y="400050"/>
                </a:lnTo>
                <a:lnTo>
                  <a:pt x="1190625" y="400050"/>
                </a:lnTo>
                <a:lnTo>
                  <a:pt x="1190625" y="409575"/>
                </a:lnTo>
                <a:lnTo>
                  <a:pt x="1181100" y="409575"/>
                </a:lnTo>
                <a:lnTo>
                  <a:pt x="1181100" y="428625"/>
                </a:lnTo>
                <a:lnTo>
                  <a:pt x="1171575" y="428625"/>
                </a:lnTo>
                <a:lnTo>
                  <a:pt x="1171575" y="438150"/>
                </a:lnTo>
                <a:lnTo>
                  <a:pt x="1162050" y="438150"/>
                </a:lnTo>
                <a:lnTo>
                  <a:pt x="1162050" y="428625"/>
                </a:lnTo>
                <a:lnTo>
                  <a:pt x="1152525" y="428625"/>
                </a:lnTo>
                <a:lnTo>
                  <a:pt x="1152525" y="438150"/>
                </a:lnTo>
                <a:lnTo>
                  <a:pt x="1162050" y="438150"/>
                </a:lnTo>
                <a:lnTo>
                  <a:pt x="1162050" y="447675"/>
                </a:lnTo>
                <a:lnTo>
                  <a:pt x="1133475" y="447675"/>
                </a:lnTo>
                <a:lnTo>
                  <a:pt x="1133475" y="457200"/>
                </a:lnTo>
                <a:lnTo>
                  <a:pt x="1143000" y="457200"/>
                </a:lnTo>
                <a:lnTo>
                  <a:pt x="1143000" y="466725"/>
                </a:lnTo>
                <a:lnTo>
                  <a:pt x="1133475" y="466725"/>
                </a:lnTo>
                <a:lnTo>
                  <a:pt x="1133475" y="485775"/>
                </a:lnTo>
                <a:lnTo>
                  <a:pt x="1104900" y="485775"/>
                </a:lnTo>
                <a:lnTo>
                  <a:pt x="1104900" y="476250"/>
                </a:lnTo>
                <a:lnTo>
                  <a:pt x="1095375" y="476250"/>
                </a:lnTo>
                <a:lnTo>
                  <a:pt x="1095375" y="466725"/>
                </a:lnTo>
                <a:lnTo>
                  <a:pt x="1085850" y="466725"/>
                </a:lnTo>
                <a:lnTo>
                  <a:pt x="1085850" y="476250"/>
                </a:lnTo>
                <a:lnTo>
                  <a:pt x="1066800" y="476250"/>
                </a:lnTo>
                <a:lnTo>
                  <a:pt x="1066800" y="457200"/>
                </a:lnTo>
                <a:lnTo>
                  <a:pt x="1076325" y="457200"/>
                </a:lnTo>
                <a:lnTo>
                  <a:pt x="1076325" y="447675"/>
                </a:lnTo>
                <a:lnTo>
                  <a:pt x="1085850" y="447675"/>
                </a:lnTo>
                <a:lnTo>
                  <a:pt x="1085850" y="457200"/>
                </a:lnTo>
                <a:lnTo>
                  <a:pt x="1095375" y="457200"/>
                </a:lnTo>
                <a:lnTo>
                  <a:pt x="1095375" y="466725"/>
                </a:lnTo>
                <a:lnTo>
                  <a:pt x="1123950" y="466725"/>
                </a:lnTo>
                <a:lnTo>
                  <a:pt x="1123950" y="419100"/>
                </a:lnTo>
                <a:lnTo>
                  <a:pt x="1104900" y="419100"/>
                </a:lnTo>
                <a:lnTo>
                  <a:pt x="1104900" y="400050"/>
                </a:lnTo>
                <a:lnTo>
                  <a:pt x="1114425" y="400050"/>
                </a:lnTo>
                <a:lnTo>
                  <a:pt x="1114425" y="409575"/>
                </a:lnTo>
                <a:lnTo>
                  <a:pt x="1123950" y="409575"/>
                </a:lnTo>
                <a:lnTo>
                  <a:pt x="1123950" y="400050"/>
                </a:lnTo>
                <a:lnTo>
                  <a:pt x="1133475" y="400050"/>
                </a:lnTo>
                <a:lnTo>
                  <a:pt x="1133475" y="419100"/>
                </a:lnTo>
                <a:lnTo>
                  <a:pt x="1143000" y="419100"/>
                </a:lnTo>
                <a:lnTo>
                  <a:pt x="1143000" y="409575"/>
                </a:lnTo>
                <a:lnTo>
                  <a:pt x="1152525" y="409575"/>
                </a:lnTo>
                <a:lnTo>
                  <a:pt x="1152525" y="400050"/>
                </a:lnTo>
                <a:lnTo>
                  <a:pt x="1162050" y="400050"/>
                </a:lnTo>
                <a:close/>
                <a:moveTo>
                  <a:pt x="981075" y="371475"/>
                </a:moveTo>
                <a:lnTo>
                  <a:pt x="990600" y="371475"/>
                </a:lnTo>
                <a:lnTo>
                  <a:pt x="990600" y="381000"/>
                </a:lnTo>
                <a:lnTo>
                  <a:pt x="981075" y="381000"/>
                </a:lnTo>
                <a:close/>
                <a:moveTo>
                  <a:pt x="1114425" y="371475"/>
                </a:moveTo>
                <a:lnTo>
                  <a:pt x="1123950" y="371475"/>
                </a:lnTo>
                <a:lnTo>
                  <a:pt x="1123950" y="390525"/>
                </a:lnTo>
                <a:lnTo>
                  <a:pt x="1114425" y="390525"/>
                </a:lnTo>
                <a:close/>
                <a:moveTo>
                  <a:pt x="66675" y="390525"/>
                </a:moveTo>
                <a:lnTo>
                  <a:pt x="76200" y="390525"/>
                </a:lnTo>
                <a:lnTo>
                  <a:pt x="76200" y="409575"/>
                </a:lnTo>
                <a:lnTo>
                  <a:pt x="66675" y="409575"/>
                </a:lnTo>
                <a:close/>
                <a:moveTo>
                  <a:pt x="790575" y="390525"/>
                </a:moveTo>
                <a:lnTo>
                  <a:pt x="809625" y="390525"/>
                </a:lnTo>
                <a:lnTo>
                  <a:pt x="809625" y="409575"/>
                </a:lnTo>
                <a:lnTo>
                  <a:pt x="790575" y="409575"/>
                </a:lnTo>
                <a:close/>
                <a:moveTo>
                  <a:pt x="1009650" y="390525"/>
                </a:moveTo>
                <a:lnTo>
                  <a:pt x="1019175" y="390525"/>
                </a:lnTo>
                <a:lnTo>
                  <a:pt x="1019175" y="400050"/>
                </a:lnTo>
                <a:lnTo>
                  <a:pt x="1009650" y="400050"/>
                </a:lnTo>
                <a:close/>
                <a:moveTo>
                  <a:pt x="0" y="400050"/>
                </a:moveTo>
                <a:lnTo>
                  <a:pt x="9525" y="400050"/>
                </a:lnTo>
                <a:lnTo>
                  <a:pt x="9525" y="428625"/>
                </a:lnTo>
                <a:lnTo>
                  <a:pt x="0" y="428625"/>
                </a:lnTo>
                <a:close/>
                <a:moveTo>
                  <a:pt x="638175" y="400050"/>
                </a:moveTo>
                <a:lnTo>
                  <a:pt x="676275" y="400050"/>
                </a:lnTo>
                <a:lnTo>
                  <a:pt x="676275" y="409575"/>
                </a:lnTo>
                <a:lnTo>
                  <a:pt x="638175" y="409575"/>
                </a:lnTo>
                <a:close/>
                <a:moveTo>
                  <a:pt x="676275" y="409575"/>
                </a:moveTo>
                <a:lnTo>
                  <a:pt x="685800" y="409575"/>
                </a:lnTo>
                <a:lnTo>
                  <a:pt x="685800" y="419100"/>
                </a:lnTo>
                <a:lnTo>
                  <a:pt x="676275" y="419100"/>
                </a:lnTo>
                <a:close/>
                <a:moveTo>
                  <a:pt x="66675" y="438150"/>
                </a:moveTo>
                <a:lnTo>
                  <a:pt x="76200" y="438150"/>
                </a:lnTo>
                <a:lnTo>
                  <a:pt x="76200" y="495300"/>
                </a:lnTo>
                <a:lnTo>
                  <a:pt x="85725" y="495300"/>
                </a:lnTo>
                <a:lnTo>
                  <a:pt x="85725" y="504825"/>
                </a:lnTo>
                <a:lnTo>
                  <a:pt x="76200" y="504825"/>
                </a:lnTo>
                <a:lnTo>
                  <a:pt x="76200" y="514350"/>
                </a:lnTo>
                <a:lnTo>
                  <a:pt x="57150" y="514350"/>
                </a:lnTo>
                <a:lnTo>
                  <a:pt x="57150" y="485775"/>
                </a:lnTo>
                <a:lnTo>
                  <a:pt x="38100" y="485775"/>
                </a:lnTo>
                <a:lnTo>
                  <a:pt x="38100" y="476250"/>
                </a:lnTo>
                <a:lnTo>
                  <a:pt x="57150" y="476250"/>
                </a:lnTo>
                <a:lnTo>
                  <a:pt x="57150" y="457200"/>
                </a:lnTo>
                <a:lnTo>
                  <a:pt x="66675" y="457200"/>
                </a:lnTo>
                <a:close/>
                <a:moveTo>
                  <a:pt x="28575" y="447675"/>
                </a:moveTo>
                <a:lnTo>
                  <a:pt x="38100" y="447675"/>
                </a:lnTo>
                <a:lnTo>
                  <a:pt x="38100" y="457200"/>
                </a:lnTo>
                <a:lnTo>
                  <a:pt x="28575" y="457200"/>
                </a:lnTo>
                <a:close/>
                <a:moveTo>
                  <a:pt x="9525" y="457200"/>
                </a:moveTo>
                <a:lnTo>
                  <a:pt x="28575" y="457200"/>
                </a:lnTo>
                <a:lnTo>
                  <a:pt x="28575" y="476250"/>
                </a:lnTo>
                <a:lnTo>
                  <a:pt x="0" y="476250"/>
                </a:lnTo>
                <a:lnTo>
                  <a:pt x="0" y="466725"/>
                </a:lnTo>
                <a:lnTo>
                  <a:pt x="9525" y="466725"/>
                </a:lnTo>
                <a:close/>
                <a:moveTo>
                  <a:pt x="695325" y="457200"/>
                </a:moveTo>
                <a:lnTo>
                  <a:pt x="704850" y="457200"/>
                </a:lnTo>
                <a:lnTo>
                  <a:pt x="704850" y="466725"/>
                </a:lnTo>
                <a:lnTo>
                  <a:pt x="695325" y="466725"/>
                </a:lnTo>
                <a:close/>
                <a:moveTo>
                  <a:pt x="695325" y="476250"/>
                </a:moveTo>
                <a:lnTo>
                  <a:pt x="714375" y="476250"/>
                </a:lnTo>
                <a:lnTo>
                  <a:pt x="714375" y="485775"/>
                </a:lnTo>
                <a:lnTo>
                  <a:pt x="695325" y="485775"/>
                </a:lnTo>
                <a:close/>
                <a:moveTo>
                  <a:pt x="1143000" y="476250"/>
                </a:moveTo>
                <a:lnTo>
                  <a:pt x="1152525" y="476250"/>
                </a:lnTo>
                <a:lnTo>
                  <a:pt x="1152525" y="485775"/>
                </a:lnTo>
                <a:lnTo>
                  <a:pt x="1143000" y="485775"/>
                </a:lnTo>
                <a:close/>
                <a:moveTo>
                  <a:pt x="0" y="485775"/>
                </a:moveTo>
                <a:lnTo>
                  <a:pt x="9525" y="485775"/>
                </a:lnTo>
                <a:lnTo>
                  <a:pt x="9525" y="504825"/>
                </a:lnTo>
                <a:lnTo>
                  <a:pt x="0" y="504825"/>
                </a:lnTo>
                <a:close/>
                <a:moveTo>
                  <a:pt x="1028700" y="485775"/>
                </a:moveTo>
                <a:lnTo>
                  <a:pt x="1066800" y="485775"/>
                </a:lnTo>
                <a:lnTo>
                  <a:pt x="1066800" y="495300"/>
                </a:lnTo>
                <a:lnTo>
                  <a:pt x="1028700" y="495300"/>
                </a:lnTo>
                <a:close/>
                <a:moveTo>
                  <a:pt x="28575" y="495300"/>
                </a:moveTo>
                <a:lnTo>
                  <a:pt x="38100" y="495300"/>
                </a:lnTo>
                <a:lnTo>
                  <a:pt x="38100" y="514350"/>
                </a:lnTo>
                <a:lnTo>
                  <a:pt x="47625" y="514350"/>
                </a:lnTo>
                <a:lnTo>
                  <a:pt x="47625" y="542925"/>
                </a:lnTo>
                <a:lnTo>
                  <a:pt x="57150" y="542925"/>
                </a:lnTo>
                <a:lnTo>
                  <a:pt x="57150" y="552450"/>
                </a:lnTo>
                <a:lnTo>
                  <a:pt x="19050" y="552450"/>
                </a:lnTo>
                <a:lnTo>
                  <a:pt x="19050" y="542925"/>
                </a:lnTo>
                <a:lnTo>
                  <a:pt x="28575" y="542925"/>
                </a:lnTo>
                <a:lnTo>
                  <a:pt x="28575" y="523875"/>
                </a:lnTo>
                <a:lnTo>
                  <a:pt x="9525" y="523875"/>
                </a:lnTo>
                <a:lnTo>
                  <a:pt x="9525" y="514350"/>
                </a:lnTo>
                <a:lnTo>
                  <a:pt x="28575" y="514350"/>
                </a:lnTo>
                <a:close/>
                <a:moveTo>
                  <a:pt x="1066800" y="495300"/>
                </a:moveTo>
                <a:lnTo>
                  <a:pt x="1076325" y="495300"/>
                </a:lnTo>
                <a:lnTo>
                  <a:pt x="1076325" y="504825"/>
                </a:lnTo>
                <a:lnTo>
                  <a:pt x="1066800" y="504825"/>
                </a:lnTo>
                <a:close/>
                <a:moveTo>
                  <a:pt x="1095375" y="495300"/>
                </a:moveTo>
                <a:lnTo>
                  <a:pt x="1114425" y="495300"/>
                </a:lnTo>
                <a:lnTo>
                  <a:pt x="1114425" y="504825"/>
                </a:lnTo>
                <a:lnTo>
                  <a:pt x="1095375" y="504825"/>
                </a:lnTo>
                <a:close/>
                <a:moveTo>
                  <a:pt x="1143000" y="495300"/>
                </a:moveTo>
                <a:lnTo>
                  <a:pt x="1152525" y="495300"/>
                </a:lnTo>
                <a:lnTo>
                  <a:pt x="1152525" y="504825"/>
                </a:lnTo>
                <a:lnTo>
                  <a:pt x="1143000" y="504825"/>
                </a:lnTo>
                <a:close/>
                <a:moveTo>
                  <a:pt x="1133475" y="504825"/>
                </a:moveTo>
                <a:lnTo>
                  <a:pt x="1143000" y="504825"/>
                </a:lnTo>
                <a:lnTo>
                  <a:pt x="1143000" y="514350"/>
                </a:lnTo>
                <a:lnTo>
                  <a:pt x="1133475" y="514350"/>
                </a:lnTo>
                <a:close/>
                <a:moveTo>
                  <a:pt x="1152525" y="504825"/>
                </a:moveTo>
                <a:lnTo>
                  <a:pt x="1171575" y="504825"/>
                </a:lnTo>
                <a:lnTo>
                  <a:pt x="1171575" y="523875"/>
                </a:lnTo>
                <a:lnTo>
                  <a:pt x="1181100" y="523875"/>
                </a:lnTo>
                <a:lnTo>
                  <a:pt x="1181100" y="533400"/>
                </a:lnTo>
                <a:lnTo>
                  <a:pt x="1162050" y="533400"/>
                </a:lnTo>
                <a:lnTo>
                  <a:pt x="1162050" y="542925"/>
                </a:lnTo>
                <a:lnTo>
                  <a:pt x="1152525" y="542925"/>
                </a:lnTo>
                <a:lnTo>
                  <a:pt x="1152525" y="561975"/>
                </a:lnTo>
                <a:lnTo>
                  <a:pt x="1143000" y="561975"/>
                </a:lnTo>
                <a:lnTo>
                  <a:pt x="1143000" y="523875"/>
                </a:lnTo>
                <a:lnTo>
                  <a:pt x="1162050" y="523875"/>
                </a:lnTo>
                <a:lnTo>
                  <a:pt x="1162050" y="514350"/>
                </a:lnTo>
                <a:lnTo>
                  <a:pt x="1152525" y="514350"/>
                </a:lnTo>
                <a:close/>
                <a:moveTo>
                  <a:pt x="1200150" y="504825"/>
                </a:moveTo>
                <a:lnTo>
                  <a:pt x="1209675" y="504825"/>
                </a:lnTo>
                <a:lnTo>
                  <a:pt x="1209675" y="514350"/>
                </a:lnTo>
                <a:lnTo>
                  <a:pt x="1200150" y="514350"/>
                </a:lnTo>
                <a:close/>
                <a:moveTo>
                  <a:pt x="1114425" y="542925"/>
                </a:moveTo>
                <a:lnTo>
                  <a:pt x="1133475" y="542925"/>
                </a:lnTo>
                <a:lnTo>
                  <a:pt x="1133475" y="552450"/>
                </a:lnTo>
                <a:lnTo>
                  <a:pt x="1114425" y="552450"/>
                </a:lnTo>
                <a:close/>
                <a:moveTo>
                  <a:pt x="1104900" y="552450"/>
                </a:moveTo>
                <a:lnTo>
                  <a:pt x="1114425" y="552450"/>
                </a:lnTo>
                <a:lnTo>
                  <a:pt x="1114425" y="561975"/>
                </a:lnTo>
                <a:lnTo>
                  <a:pt x="1104900" y="561975"/>
                </a:lnTo>
                <a:close/>
                <a:moveTo>
                  <a:pt x="561975" y="561975"/>
                </a:moveTo>
                <a:lnTo>
                  <a:pt x="571500" y="561975"/>
                </a:lnTo>
                <a:lnTo>
                  <a:pt x="571500" y="571500"/>
                </a:lnTo>
                <a:lnTo>
                  <a:pt x="561975" y="571500"/>
                </a:lnTo>
                <a:close/>
                <a:moveTo>
                  <a:pt x="1114425" y="561975"/>
                </a:moveTo>
                <a:lnTo>
                  <a:pt x="1133475" y="561975"/>
                </a:lnTo>
                <a:lnTo>
                  <a:pt x="1133475" y="590550"/>
                </a:lnTo>
                <a:lnTo>
                  <a:pt x="1104900" y="590550"/>
                </a:lnTo>
                <a:lnTo>
                  <a:pt x="1104900" y="581025"/>
                </a:lnTo>
                <a:lnTo>
                  <a:pt x="1114425" y="581025"/>
                </a:lnTo>
                <a:close/>
                <a:moveTo>
                  <a:pt x="0" y="581025"/>
                </a:moveTo>
                <a:lnTo>
                  <a:pt x="9525" y="581025"/>
                </a:lnTo>
                <a:lnTo>
                  <a:pt x="9525" y="590550"/>
                </a:lnTo>
                <a:lnTo>
                  <a:pt x="0" y="590550"/>
                </a:lnTo>
                <a:close/>
                <a:moveTo>
                  <a:pt x="466725" y="581025"/>
                </a:moveTo>
                <a:lnTo>
                  <a:pt x="476250" y="581025"/>
                </a:lnTo>
                <a:lnTo>
                  <a:pt x="476250" y="590550"/>
                </a:lnTo>
                <a:lnTo>
                  <a:pt x="466725" y="590550"/>
                </a:lnTo>
                <a:close/>
                <a:moveTo>
                  <a:pt x="485775" y="581025"/>
                </a:moveTo>
                <a:lnTo>
                  <a:pt x="495300" y="581025"/>
                </a:lnTo>
                <a:lnTo>
                  <a:pt x="495300" y="590550"/>
                </a:lnTo>
                <a:lnTo>
                  <a:pt x="485775" y="590550"/>
                </a:lnTo>
                <a:close/>
                <a:moveTo>
                  <a:pt x="47625" y="590550"/>
                </a:moveTo>
                <a:lnTo>
                  <a:pt x="57150" y="590550"/>
                </a:lnTo>
                <a:lnTo>
                  <a:pt x="57150" y="600075"/>
                </a:lnTo>
                <a:lnTo>
                  <a:pt x="66675" y="600075"/>
                </a:lnTo>
                <a:lnTo>
                  <a:pt x="66675" y="638175"/>
                </a:lnTo>
                <a:lnTo>
                  <a:pt x="57150" y="638175"/>
                </a:lnTo>
                <a:lnTo>
                  <a:pt x="57150" y="647700"/>
                </a:lnTo>
                <a:lnTo>
                  <a:pt x="38100" y="647700"/>
                </a:lnTo>
                <a:lnTo>
                  <a:pt x="38100" y="657225"/>
                </a:lnTo>
                <a:lnTo>
                  <a:pt x="28575" y="657225"/>
                </a:lnTo>
                <a:lnTo>
                  <a:pt x="28575" y="628650"/>
                </a:lnTo>
                <a:lnTo>
                  <a:pt x="38100" y="628650"/>
                </a:lnTo>
                <a:lnTo>
                  <a:pt x="38100" y="638175"/>
                </a:lnTo>
                <a:lnTo>
                  <a:pt x="47625" y="638175"/>
                </a:lnTo>
                <a:close/>
                <a:moveTo>
                  <a:pt x="1143000" y="619125"/>
                </a:moveTo>
                <a:lnTo>
                  <a:pt x="1152525" y="619125"/>
                </a:lnTo>
                <a:lnTo>
                  <a:pt x="1152525" y="638175"/>
                </a:lnTo>
                <a:lnTo>
                  <a:pt x="1133475" y="638175"/>
                </a:lnTo>
                <a:lnTo>
                  <a:pt x="1133475" y="628650"/>
                </a:lnTo>
                <a:lnTo>
                  <a:pt x="1143000" y="628650"/>
                </a:lnTo>
                <a:close/>
                <a:moveTo>
                  <a:pt x="504825" y="628650"/>
                </a:moveTo>
                <a:lnTo>
                  <a:pt x="514350" y="628650"/>
                </a:lnTo>
                <a:lnTo>
                  <a:pt x="514350" y="638175"/>
                </a:lnTo>
                <a:lnTo>
                  <a:pt x="504825" y="638175"/>
                </a:lnTo>
                <a:close/>
                <a:moveTo>
                  <a:pt x="1133475" y="647700"/>
                </a:moveTo>
                <a:lnTo>
                  <a:pt x="1143000" y="647700"/>
                </a:lnTo>
                <a:lnTo>
                  <a:pt x="1143000" y="657225"/>
                </a:lnTo>
                <a:lnTo>
                  <a:pt x="1133475" y="657225"/>
                </a:lnTo>
                <a:close/>
                <a:moveTo>
                  <a:pt x="1171575" y="647700"/>
                </a:moveTo>
                <a:lnTo>
                  <a:pt x="1200150" y="647700"/>
                </a:lnTo>
                <a:lnTo>
                  <a:pt x="1200150" y="657225"/>
                </a:lnTo>
                <a:lnTo>
                  <a:pt x="1190625" y="657225"/>
                </a:lnTo>
                <a:lnTo>
                  <a:pt x="1190625" y="666750"/>
                </a:lnTo>
                <a:lnTo>
                  <a:pt x="1181100" y="666750"/>
                </a:lnTo>
                <a:lnTo>
                  <a:pt x="1181100" y="657225"/>
                </a:lnTo>
                <a:lnTo>
                  <a:pt x="1171575" y="657225"/>
                </a:lnTo>
                <a:close/>
                <a:moveTo>
                  <a:pt x="28575" y="666750"/>
                </a:moveTo>
                <a:lnTo>
                  <a:pt x="47625" y="666750"/>
                </a:lnTo>
                <a:lnTo>
                  <a:pt x="47625" y="685800"/>
                </a:lnTo>
                <a:lnTo>
                  <a:pt x="57150" y="685800"/>
                </a:lnTo>
                <a:lnTo>
                  <a:pt x="57150" y="695325"/>
                </a:lnTo>
                <a:lnTo>
                  <a:pt x="47625" y="695325"/>
                </a:lnTo>
                <a:lnTo>
                  <a:pt x="47625" y="704850"/>
                </a:lnTo>
                <a:lnTo>
                  <a:pt x="38100" y="704850"/>
                </a:lnTo>
                <a:lnTo>
                  <a:pt x="38100" y="676275"/>
                </a:lnTo>
                <a:lnTo>
                  <a:pt x="28575" y="676275"/>
                </a:lnTo>
                <a:close/>
                <a:moveTo>
                  <a:pt x="457200" y="676275"/>
                </a:moveTo>
                <a:lnTo>
                  <a:pt x="476250" y="676275"/>
                </a:lnTo>
                <a:lnTo>
                  <a:pt x="476250" y="695325"/>
                </a:lnTo>
                <a:lnTo>
                  <a:pt x="457200" y="695325"/>
                </a:lnTo>
                <a:close/>
                <a:moveTo>
                  <a:pt x="581025" y="676275"/>
                </a:moveTo>
                <a:lnTo>
                  <a:pt x="590550" y="676275"/>
                </a:lnTo>
                <a:lnTo>
                  <a:pt x="590550" y="685800"/>
                </a:lnTo>
                <a:lnTo>
                  <a:pt x="581025" y="685800"/>
                </a:lnTo>
                <a:close/>
                <a:moveTo>
                  <a:pt x="133350" y="685800"/>
                </a:moveTo>
                <a:lnTo>
                  <a:pt x="142875" y="685800"/>
                </a:lnTo>
                <a:lnTo>
                  <a:pt x="142875" y="695325"/>
                </a:lnTo>
                <a:lnTo>
                  <a:pt x="133350" y="695325"/>
                </a:lnTo>
                <a:close/>
                <a:moveTo>
                  <a:pt x="504825" y="685800"/>
                </a:moveTo>
                <a:lnTo>
                  <a:pt x="542925" y="685800"/>
                </a:lnTo>
                <a:lnTo>
                  <a:pt x="542925" y="695325"/>
                </a:lnTo>
                <a:lnTo>
                  <a:pt x="504825" y="695325"/>
                </a:lnTo>
                <a:close/>
                <a:moveTo>
                  <a:pt x="571500" y="685800"/>
                </a:moveTo>
                <a:lnTo>
                  <a:pt x="581025" y="685800"/>
                </a:lnTo>
                <a:lnTo>
                  <a:pt x="581025" y="695325"/>
                </a:lnTo>
                <a:lnTo>
                  <a:pt x="571500" y="695325"/>
                </a:lnTo>
                <a:close/>
                <a:moveTo>
                  <a:pt x="628650" y="685800"/>
                </a:moveTo>
                <a:lnTo>
                  <a:pt x="657225" y="685800"/>
                </a:lnTo>
                <a:lnTo>
                  <a:pt x="657225" y="695325"/>
                </a:lnTo>
                <a:lnTo>
                  <a:pt x="628650" y="695325"/>
                </a:lnTo>
                <a:close/>
                <a:moveTo>
                  <a:pt x="0" y="695325"/>
                </a:moveTo>
                <a:lnTo>
                  <a:pt x="19050" y="695325"/>
                </a:lnTo>
                <a:lnTo>
                  <a:pt x="19050" y="714375"/>
                </a:lnTo>
                <a:lnTo>
                  <a:pt x="28575" y="714375"/>
                </a:lnTo>
                <a:lnTo>
                  <a:pt x="28575" y="704850"/>
                </a:lnTo>
                <a:lnTo>
                  <a:pt x="38100" y="704850"/>
                </a:lnTo>
                <a:lnTo>
                  <a:pt x="38100" y="714375"/>
                </a:lnTo>
                <a:lnTo>
                  <a:pt x="28575" y="714375"/>
                </a:lnTo>
                <a:lnTo>
                  <a:pt x="28575" y="723900"/>
                </a:lnTo>
                <a:lnTo>
                  <a:pt x="38100" y="723900"/>
                </a:lnTo>
                <a:lnTo>
                  <a:pt x="38100" y="752475"/>
                </a:lnTo>
                <a:lnTo>
                  <a:pt x="57150" y="752475"/>
                </a:lnTo>
                <a:lnTo>
                  <a:pt x="57150" y="742950"/>
                </a:lnTo>
                <a:lnTo>
                  <a:pt x="66675" y="742950"/>
                </a:lnTo>
                <a:lnTo>
                  <a:pt x="66675" y="752475"/>
                </a:lnTo>
                <a:lnTo>
                  <a:pt x="76200" y="752475"/>
                </a:lnTo>
                <a:lnTo>
                  <a:pt x="76200" y="733425"/>
                </a:lnTo>
                <a:lnTo>
                  <a:pt x="66675" y="733425"/>
                </a:lnTo>
                <a:lnTo>
                  <a:pt x="66675" y="723900"/>
                </a:lnTo>
                <a:lnTo>
                  <a:pt x="76200" y="723900"/>
                </a:lnTo>
                <a:lnTo>
                  <a:pt x="76200" y="714375"/>
                </a:lnTo>
                <a:lnTo>
                  <a:pt x="57150" y="714375"/>
                </a:lnTo>
                <a:lnTo>
                  <a:pt x="57150" y="695325"/>
                </a:lnTo>
                <a:lnTo>
                  <a:pt x="66675" y="695325"/>
                </a:lnTo>
                <a:lnTo>
                  <a:pt x="66675" y="704850"/>
                </a:lnTo>
                <a:lnTo>
                  <a:pt x="85725" y="704850"/>
                </a:lnTo>
                <a:lnTo>
                  <a:pt x="85725" y="723900"/>
                </a:lnTo>
                <a:lnTo>
                  <a:pt x="95250" y="723900"/>
                </a:lnTo>
                <a:lnTo>
                  <a:pt x="95250" y="733425"/>
                </a:lnTo>
                <a:lnTo>
                  <a:pt x="85725" y="733425"/>
                </a:lnTo>
                <a:lnTo>
                  <a:pt x="85725" y="762000"/>
                </a:lnTo>
                <a:lnTo>
                  <a:pt x="95250" y="762000"/>
                </a:lnTo>
                <a:lnTo>
                  <a:pt x="95250" y="790575"/>
                </a:lnTo>
                <a:lnTo>
                  <a:pt x="85725" y="790575"/>
                </a:lnTo>
                <a:lnTo>
                  <a:pt x="85725" y="771525"/>
                </a:lnTo>
                <a:lnTo>
                  <a:pt x="47625" y="771525"/>
                </a:lnTo>
                <a:lnTo>
                  <a:pt x="47625" y="781050"/>
                </a:lnTo>
                <a:lnTo>
                  <a:pt x="38100" y="781050"/>
                </a:lnTo>
                <a:lnTo>
                  <a:pt x="38100" y="771525"/>
                </a:lnTo>
                <a:lnTo>
                  <a:pt x="28575" y="771525"/>
                </a:lnTo>
                <a:lnTo>
                  <a:pt x="28575" y="762000"/>
                </a:lnTo>
                <a:lnTo>
                  <a:pt x="9525" y="762000"/>
                </a:lnTo>
                <a:lnTo>
                  <a:pt x="9525" y="752475"/>
                </a:lnTo>
                <a:lnTo>
                  <a:pt x="0" y="752475"/>
                </a:lnTo>
                <a:close/>
                <a:moveTo>
                  <a:pt x="104775" y="695325"/>
                </a:moveTo>
                <a:lnTo>
                  <a:pt x="114300" y="695325"/>
                </a:lnTo>
                <a:lnTo>
                  <a:pt x="114300" y="704850"/>
                </a:lnTo>
                <a:lnTo>
                  <a:pt x="104775" y="704850"/>
                </a:lnTo>
                <a:close/>
                <a:moveTo>
                  <a:pt x="228600" y="695325"/>
                </a:moveTo>
                <a:lnTo>
                  <a:pt x="247650" y="695325"/>
                </a:lnTo>
                <a:lnTo>
                  <a:pt x="247650" y="704850"/>
                </a:lnTo>
                <a:lnTo>
                  <a:pt x="257175" y="704850"/>
                </a:lnTo>
                <a:lnTo>
                  <a:pt x="257175" y="695325"/>
                </a:lnTo>
                <a:lnTo>
                  <a:pt x="266700" y="695325"/>
                </a:lnTo>
                <a:lnTo>
                  <a:pt x="266700" y="704850"/>
                </a:lnTo>
                <a:lnTo>
                  <a:pt x="257175" y="704850"/>
                </a:lnTo>
                <a:lnTo>
                  <a:pt x="257175" y="723900"/>
                </a:lnTo>
                <a:lnTo>
                  <a:pt x="247650" y="723900"/>
                </a:lnTo>
                <a:lnTo>
                  <a:pt x="247650" y="714375"/>
                </a:lnTo>
                <a:lnTo>
                  <a:pt x="238125" y="714375"/>
                </a:lnTo>
                <a:lnTo>
                  <a:pt x="238125" y="704850"/>
                </a:lnTo>
                <a:lnTo>
                  <a:pt x="228600" y="704850"/>
                </a:lnTo>
                <a:close/>
                <a:moveTo>
                  <a:pt x="342900" y="695325"/>
                </a:moveTo>
                <a:lnTo>
                  <a:pt x="352425" y="695325"/>
                </a:lnTo>
                <a:lnTo>
                  <a:pt x="352425" y="704850"/>
                </a:lnTo>
                <a:lnTo>
                  <a:pt x="381000" y="704850"/>
                </a:lnTo>
                <a:lnTo>
                  <a:pt x="381000" y="714375"/>
                </a:lnTo>
                <a:lnTo>
                  <a:pt x="390525" y="714375"/>
                </a:lnTo>
                <a:lnTo>
                  <a:pt x="390525" y="723900"/>
                </a:lnTo>
                <a:lnTo>
                  <a:pt x="371475" y="723900"/>
                </a:lnTo>
                <a:lnTo>
                  <a:pt x="371475" y="733425"/>
                </a:lnTo>
                <a:lnTo>
                  <a:pt x="381000" y="733425"/>
                </a:lnTo>
                <a:lnTo>
                  <a:pt x="381000" y="742950"/>
                </a:lnTo>
                <a:lnTo>
                  <a:pt x="361950" y="742950"/>
                </a:lnTo>
                <a:lnTo>
                  <a:pt x="361950" y="733425"/>
                </a:lnTo>
                <a:lnTo>
                  <a:pt x="342900" y="733425"/>
                </a:lnTo>
                <a:lnTo>
                  <a:pt x="342900" y="762000"/>
                </a:lnTo>
                <a:lnTo>
                  <a:pt x="352425" y="762000"/>
                </a:lnTo>
                <a:lnTo>
                  <a:pt x="352425" y="771525"/>
                </a:lnTo>
                <a:lnTo>
                  <a:pt x="361950" y="771525"/>
                </a:lnTo>
                <a:lnTo>
                  <a:pt x="361950" y="790575"/>
                </a:lnTo>
                <a:lnTo>
                  <a:pt x="352425" y="790575"/>
                </a:lnTo>
                <a:lnTo>
                  <a:pt x="352425" y="781050"/>
                </a:lnTo>
                <a:lnTo>
                  <a:pt x="342900" y="781050"/>
                </a:lnTo>
                <a:lnTo>
                  <a:pt x="342900" y="790575"/>
                </a:lnTo>
                <a:lnTo>
                  <a:pt x="333375" y="790575"/>
                </a:lnTo>
                <a:lnTo>
                  <a:pt x="333375" y="704850"/>
                </a:lnTo>
                <a:lnTo>
                  <a:pt x="342900" y="704850"/>
                </a:lnTo>
                <a:close/>
                <a:moveTo>
                  <a:pt x="447675" y="695325"/>
                </a:moveTo>
                <a:lnTo>
                  <a:pt x="457200" y="695325"/>
                </a:lnTo>
                <a:lnTo>
                  <a:pt x="457200" y="704850"/>
                </a:lnTo>
                <a:lnTo>
                  <a:pt x="447675" y="704850"/>
                </a:lnTo>
                <a:close/>
                <a:moveTo>
                  <a:pt x="1095375" y="695325"/>
                </a:moveTo>
                <a:lnTo>
                  <a:pt x="1114425" y="695325"/>
                </a:lnTo>
                <a:lnTo>
                  <a:pt x="1114425" y="714375"/>
                </a:lnTo>
                <a:lnTo>
                  <a:pt x="1133475" y="714375"/>
                </a:lnTo>
                <a:lnTo>
                  <a:pt x="1133475" y="733425"/>
                </a:lnTo>
                <a:lnTo>
                  <a:pt x="1143000" y="733425"/>
                </a:lnTo>
                <a:lnTo>
                  <a:pt x="1143000" y="742950"/>
                </a:lnTo>
                <a:lnTo>
                  <a:pt x="1162050" y="742950"/>
                </a:lnTo>
                <a:lnTo>
                  <a:pt x="1162050" y="752475"/>
                </a:lnTo>
                <a:lnTo>
                  <a:pt x="1152525" y="752475"/>
                </a:lnTo>
                <a:lnTo>
                  <a:pt x="1152525" y="771525"/>
                </a:lnTo>
                <a:lnTo>
                  <a:pt x="1162050" y="771525"/>
                </a:lnTo>
                <a:lnTo>
                  <a:pt x="1162050" y="752475"/>
                </a:lnTo>
                <a:lnTo>
                  <a:pt x="1171575" y="752475"/>
                </a:lnTo>
                <a:lnTo>
                  <a:pt x="1171575" y="762000"/>
                </a:lnTo>
                <a:lnTo>
                  <a:pt x="1181100" y="762000"/>
                </a:lnTo>
                <a:lnTo>
                  <a:pt x="1181100" y="771525"/>
                </a:lnTo>
                <a:lnTo>
                  <a:pt x="1209675" y="771525"/>
                </a:lnTo>
                <a:lnTo>
                  <a:pt x="1209675" y="809625"/>
                </a:lnTo>
                <a:lnTo>
                  <a:pt x="1200150" y="809625"/>
                </a:lnTo>
                <a:lnTo>
                  <a:pt x="1200150" y="800100"/>
                </a:lnTo>
                <a:lnTo>
                  <a:pt x="1162050" y="800100"/>
                </a:lnTo>
                <a:lnTo>
                  <a:pt x="1162050" y="790575"/>
                </a:lnTo>
                <a:lnTo>
                  <a:pt x="1152525" y="790575"/>
                </a:lnTo>
                <a:lnTo>
                  <a:pt x="1152525" y="781050"/>
                </a:lnTo>
                <a:lnTo>
                  <a:pt x="1123950" y="781050"/>
                </a:lnTo>
                <a:lnTo>
                  <a:pt x="1123950" y="771525"/>
                </a:lnTo>
                <a:lnTo>
                  <a:pt x="1114425" y="771525"/>
                </a:lnTo>
                <a:lnTo>
                  <a:pt x="1114425" y="762000"/>
                </a:lnTo>
                <a:lnTo>
                  <a:pt x="1104900" y="762000"/>
                </a:lnTo>
                <a:lnTo>
                  <a:pt x="1104900" y="704850"/>
                </a:lnTo>
                <a:lnTo>
                  <a:pt x="1095375" y="704850"/>
                </a:lnTo>
                <a:close/>
                <a:moveTo>
                  <a:pt x="1152525" y="695325"/>
                </a:moveTo>
                <a:lnTo>
                  <a:pt x="1162050" y="695325"/>
                </a:lnTo>
                <a:lnTo>
                  <a:pt x="1162050" y="704850"/>
                </a:lnTo>
                <a:lnTo>
                  <a:pt x="1152525" y="704850"/>
                </a:lnTo>
                <a:close/>
                <a:moveTo>
                  <a:pt x="1200150" y="695325"/>
                </a:moveTo>
                <a:lnTo>
                  <a:pt x="1209675" y="695325"/>
                </a:lnTo>
                <a:lnTo>
                  <a:pt x="1209675" y="704850"/>
                </a:lnTo>
                <a:lnTo>
                  <a:pt x="1200150" y="704850"/>
                </a:lnTo>
                <a:close/>
                <a:moveTo>
                  <a:pt x="190500" y="704850"/>
                </a:moveTo>
                <a:lnTo>
                  <a:pt x="200025" y="704850"/>
                </a:lnTo>
                <a:lnTo>
                  <a:pt x="200025" y="714375"/>
                </a:lnTo>
                <a:lnTo>
                  <a:pt x="190500" y="714375"/>
                </a:lnTo>
                <a:close/>
                <a:moveTo>
                  <a:pt x="428625" y="704850"/>
                </a:moveTo>
                <a:lnTo>
                  <a:pt x="447675" y="704850"/>
                </a:lnTo>
                <a:lnTo>
                  <a:pt x="447675" y="714375"/>
                </a:lnTo>
                <a:lnTo>
                  <a:pt x="428625" y="714375"/>
                </a:lnTo>
                <a:close/>
                <a:moveTo>
                  <a:pt x="714375" y="704850"/>
                </a:moveTo>
                <a:lnTo>
                  <a:pt x="723900" y="704850"/>
                </a:lnTo>
                <a:lnTo>
                  <a:pt x="723900" y="723900"/>
                </a:lnTo>
                <a:lnTo>
                  <a:pt x="714375" y="723900"/>
                </a:lnTo>
                <a:close/>
                <a:moveTo>
                  <a:pt x="1143000" y="704850"/>
                </a:moveTo>
                <a:lnTo>
                  <a:pt x="1152525" y="704850"/>
                </a:lnTo>
                <a:lnTo>
                  <a:pt x="1152525" y="714375"/>
                </a:lnTo>
                <a:lnTo>
                  <a:pt x="1143000" y="714375"/>
                </a:lnTo>
                <a:close/>
                <a:moveTo>
                  <a:pt x="152400" y="714375"/>
                </a:moveTo>
                <a:lnTo>
                  <a:pt x="180975" y="714375"/>
                </a:lnTo>
                <a:lnTo>
                  <a:pt x="180975" y="723900"/>
                </a:lnTo>
                <a:lnTo>
                  <a:pt x="161925" y="723900"/>
                </a:lnTo>
                <a:lnTo>
                  <a:pt x="161925" y="742950"/>
                </a:lnTo>
                <a:lnTo>
                  <a:pt x="133350" y="742950"/>
                </a:lnTo>
                <a:lnTo>
                  <a:pt x="133350" y="723900"/>
                </a:lnTo>
                <a:lnTo>
                  <a:pt x="152400" y="723900"/>
                </a:lnTo>
                <a:close/>
                <a:moveTo>
                  <a:pt x="266700" y="714375"/>
                </a:moveTo>
                <a:lnTo>
                  <a:pt x="276225" y="714375"/>
                </a:lnTo>
                <a:lnTo>
                  <a:pt x="276225" y="723900"/>
                </a:lnTo>
                <a:lnTo>
                  <a:pt x="266700" y="723900"/>
                </a:lnTo>
                <a:close/>
                <a:moveTo>
                  <a:pt x="400050" y="714375"/>
                </a:moveTo>
                <a:lnTo>
                  <a:pt x="409575" y="714375"/>
                </a:lnTo>
                <a:lnTo>
                  <a:pt x="409575" y="723900"/>
                </a:lnTo>
                <a:lnTo>
                  <a:pt x="400050" y="723900"/>
                </a:lnTo>
                <a:close/>
                <a:moveTo>
                  <a:pt x="466725" y="714375"/>
                </a:moveTo>
                <a:lnTo>
                  <a:pt x="495300" y="714375"/>
                </a:lnTo>
                <a:lnTo>
                  <a:pt x="495300" y="723900"/>
                </a:lnTo>
                <a:lnTo>
                  <a:pt x="466725" y="723900"/>
                </a:lnTo>
                <a:close/>
                <a:moveTo>
                  <a:pt x="704850" y="723900"/>
                </a:moveTo>
                <a:lnTo>
                  <a:pt x="714375" y="723900"/>
                </a:lnTo>
                <a:lnTo>
                  <a:pt x="714375" y="733425"/>
                </a:lnTo>
                <a:lnTo>
                  <a:pt x="704850" y="733425"/>
                </a:lnTo>
                <a:close/>
                <a:moveTo>
                  <a:pt x="1190625" y="723900"/>
                </a:moveTo>
                <a:lnTo>
                  <a:pt x="1200150" y="723900"/>
                </a:lnTo>
                <a:lnTo>
                  <a:pt x="1200150" y="742950"/>
                </a:lnTo>
                <a:lnTo>
                  <a:pt x="1190625" y="742950"/>
                </a:lnTo>
                <a:close/>
                <a:moveTo>
                  <a:pt x="104775" y="733425"/>
                </a:moveTo>
                <a:lnTo>
                  <a:pt x="114300" y="733425"/>
                </a:lnTo>
                <a:lnTo>
                  <a:pt x="114300" y="762000"/>
                </a:lnTo>
                <a:lnTo>
                  <a:pt x="104775" y="762000"/>
                </a:lnTo>
                <a:close/>
                <a:moveTo>
                  <a:pt x="266700" y="733425"/>
                </a:moveTo>
                <a:lnTo>
                  <a:pt x="285750" y="733425"/>
                </a:lnTo>
                <a:lnTo>
                  <a:pt x="285750" y="771525"/>
                </a:lnTo>
                <a:lnTo>
                  <a:pt x="257175" y="771525"/>
                </a:lnTo>
                <a:lnTo>
                  <a:pt x="257175" y="762000"/>
                </a:lnTo>
                <a:lnTo>
                  <a:pt x="238125" y="762000"/>
                </a:lnTo>
                <a:lnTo>
                  <a:pt x="238125" y="752475"/>
                </a:lnTo>
                <a:lnTo>
                  <a:pt x="266700" y="752475"/>
                </a:lnTo>
                <a:close/>
                <a:moveTo>
                  <a:pt x="447675" y="742950"/>
                </a:moveTo>
                <a:lnTo>
                  <a:pt x="457200" y="742950"/>
                </a:lnTo>
                <a:lnTo>
                  <a:pt x="457200" y="752475"/>
                </a:lnTo>
                <a:lnTo>
                  <a:pt x="466725" y="752475"/>
                </a:lnTo>
                <a:lnTo>
                  <a:pt x="466725" y="762000"/>
                </a:lnTo>
                <a:lnTo>
                  <a:pt x="476250" y="762000"/>
                </a:lnTo>
                <a:lnTo>
                  <a:pt x="476250" y="771525"/>
                </a:lnTo>
                <a:lnTo>
                  <a:pt x="495300" y="771525"/>
                </a:lnTo>
                <a:lnTo>
                  <a:pt x="495300" y="762000"/>
                </a:lnTo>
                <a:lnTo>
                  <a:pt x="504825" y="762000"/>
                </a:lnTo>
                <a:lnTo>
                  <a:pt x="504825" y="742950"/>
                </a:lnTo>
                <a:lnTo>
                  <a:pt x="514350" y="742950"/>
                </a:lnTo>
                <a:lnTo>
                  <a:pt x="514350" y="752475"/>
                </a:lnTo>
                <a:lnTo>
                  <a:pt x="523875" y="752475"/>
                </a:lnTo>
                <a:lnTo>
                  <a:pt x="523875" y="762000"/>
                </a:lnTo>
                <a:lnTo>
                  <a:pt x="504825" y="762000"/>
                </a:lnTo>
                <a:lnTo>
                  <a:pt x="504825" y="771525"/>
                </a:lnTo>
                <a:lnTo>
                  <a:pt x="533400" y="771525"/>
                </a:lnTo>
                <a:lnTo>
                  <a:pt x="533400" y="781050"/>
                </a:lnTo>
                <a:lnTo>
                  <a:pt x="542925" y="781050"/>
                </a:lnTo>
                <a:lnTo>
                  <a:pt x="542925" y="790575"/>
                </a:lnTo>
                <a:lnTo>
                  <a:pt x="533400" y="790575"/>
                </a:lnTo>
                <a:lnTo>
                  <a:pt x="533400" y="809625"/>
                </a:lnTo>
                <a:lnTo>
                  <a:pt x="504825" y="809625"/>
                </a:lnTo>
                <a:lnTo>
                  <a:pt x="504825" y="781050"/>
                </a:lnTo>
                <a:lnTo>
                  <a:pt x="485775" y="781050"/>
                </a:lnTo>
                <a:lnTo>
                  <a:pt x="485775" y="790575"/>
                </a:lnTo>
                <a:lnTo>
                  <a:pt x="476250" y="790575"/>
                </a:lnTo>
                <a:lnTo>
                  <a:pt x="476250" y="809625"/>
                </a:lnTo>
                <a:lnTo>
                  <a:pt x="457200" y="809625"/>
                </a:lnTo>
                <a:lnTo>
                  <a:pt x="457200" y="800100"/>
                </a:lnTo>
                <a:lnTo>
                  <a:pt x="466725" y="800100"/>
                </a:lnTo>
                <a:lnTo>
                  <a:pt x="466725" y="790575"/>
                </a:lnTo>
                <a:lnTo>
                  <a:pt x="457200" y="790575"/>
                </a:lnTo>
                <a:lnTo>
                  <a:pt x="457200" y="781050"/>
                </a:lnTo>
                <a:lnTo>
                  <a:pt x="447675" y="781050"/>
                </a:lnTo>
                <a:close/>
                <a:moveTo>
                  <a:pt x="552450" y="742950"/>
                </a:moveTo>
                <a:lnTo>
                  <a:pt x="571500" y="742950"/>
                </a:lnTo>
                <a:lnTo>
                  <a:pt x="571500" y="752475"/>
                </a:lnTo>
                <a:lnTo>
                  <a:pt x="552450" y="752475"/>
                </a:lnTo>
                <a:close/>
                <a:moveTo>
                  <a:pt x="371475" y="752475"/>
                </a:moveTo>
                <a:lnTo>
                  <a:pt x="390525" y="752475"/>
                </a:lnTo>
                <a:lnTo>
                  <a:pt x="390525" y="762000"/>
                </a:lnTo>
                <a:lnTo>
                  <a:pt x="371475" y="762000"/>
                </a:lnTo>
                <a:close/>
                <a:moveTo>
                  <a:pt x="981075" y="752475"/>
                </a:moveTo>
                <a:lnTo>
                  <a:pt x="990600" y="752475"/>
                </a:lnTo>
                <a:lnTo>
                  <a:pt x="990600" y="771525"/>
                </a:lnTo>
                <a:lnTo>
                  <a:pt x="981075" y="771525"/>
                </a:lnTo>
                <a:close/>
                <a:moveTo>
                  <a:pt x="1028700" y="752475"/>
                </a:moveTo>
                <a:lnTo>
                  <a:pt x="1047750" y="752475"/>
                </a:lnTo>
                <a:lnTo>
                  <a:pt x="1047750" y="762000"/>
                </a:lnTo>
                <a:lnTo>
                  <a:pt x="1066800" y="762000"/>
                </a:lnTo>
                <a:lnTo>
                  <a:pt x="1066800" y="771525"/>
                </a:lnTo>
                <a:lnTo>
                  <a:pt x="1028700" y="771525"/>
                </a:lnTo>
                <a:close/>
                <a:moveTo>
                  <a:pt x="419100" y="762000"/>
                </a:moveTo>
                <a:lnTo>
                  <a:pt x="438150" y="762000"/>
                </a:lnTo>
                <a:lnTo>
                  <a:pt x="438150" y="800100"/>
                </a:lnTo>
                <a:lnTo>
                  <a:pt x="428625" y="800100"/>
                </a:lnTo>
                <a:lnTo>
                  <a:pt x="428625" y="781050"/>
                </a:lnTo>
                <a:lnTo>
                  <a:pt x="419100" y="781050"/>
                </a:lnTo>
                <a:close/>
                <a:moveTo>
                  <a:pt x="542925" y="762000"/>
                </a:moveTo>
                <a:lnTo>
                  <a:pt x="552450" y="762000"/>
                </a:lnTo>
                <a:lnTo>
                  <a:pt x="552450" y="771525"/>
                </a:lnTo>
                <a:lnTo>
                  <a:pt x="542925" y="771525"/>
                </a:lnTo>
                <a:close/>
                <a:moveTo>
                  <a:pt x="1095375" y="762000"/>
                </a:moveTo>
                <a:lnTo>
                  <a:pt x="1104900" y="762000"/>
                </a:lnTo>
                <a:lnTo>
                  <a:pt x="1104900" y="771525"/>
                </a:lnTo>
                <a:lnTo>
                  <a:pt x="1095375" y="771525"/>
                </a:lnTo>
                <a:close/>
                <a:moveTo>
                  <a:pt x="1114425" y="762000"/>
                </a:moveTo>
                <a:lnTo>
                  <a:pt x="1123950" y="762000"/>
                </a:lnTo>
                <a:lnTo>
                  <a:pt x="1123950" y="742950"/>
                </a:lnTo>
                <a:lnTo>
                  <a:pt x="1114425" y="742950"/>
                </a:lnTo>
                <a:close/>
                <a:moveTo>
                  <a:pt x="390525" y="771525"/>
                </a:moveTo>
                <a:lnTo>
                  <a:pt x="409575" y="771525"/>
                </a:lnTo>
                <a:lnTo>
                  <a:pt x="409575" y="781050"/>
                </a:lnTo>
                <a:lnTo>
                  <a:pt x="400050" y="781050"/>
                </a:lnTo>
                <a:lnTo>
                  <a:pt x="400050" y="790575"/>
                </a:lnTo>
                <a:lnTo>
                  <a:pt x="409575" y="790575"/>
                </a:lnTo>
                <a:lnTo>
                  <a:pt x="409575" y="800100"/>
                </a:lnTo>
                <a:lnTo>
                  <a:pt x="381000" y="800100"/>
                </a:lnTo>
                <a:lnTo>
                  <a:pt x="381000" y="790575"/>
                </a:lnTo>
                <a:lnTo>
                  <a:pt x="390525" y="790575"/>
                </a:lnTo>
                <a:close/>
                <a:moveTo>
                  <a:pt x="600075" y="771525"/>
                </a:moveTo>
                <a:lnTo>
                  <a:pt x="609600" y="771525"/>
                </a:lnTo>
                <a:lnTo>
                  <a:pt x="609600" y="781050"/>
                </a:lnTo>
                <a:lnTo>
                  <a:pt x="619125" y="781050"/>
                </a:lnTo>
                <a:lnTo>
                  <a:pt x="619125" y="790575"/>
                </a:lnTo>
                <a:lnTo>
                  <a:pt x="609600" y="790575"/>
                </a:lnTo>
                <a:lnTo>
                  <a:pt x="609600" y="800100"/>
                </a:lnTo>
                <a:lnTo>
                  <a:pt x="600075" y="800100"/>
                </a:lnTo>
                <a:lnTo>
                  <a:pt x="600075" y="809625"/>
                </a:lnTo>
                <a:lnTo>
                  <a:pt x="590550" y="809625"/>
                </a:lnTo>
                <a:lnTo>
                  <a:pt x="590550" y="781050"/>
                </a:lnTo>
                <a:lnTo>
                  <a:pt x="600075" y="781050"/>
                </a:lnTo>
                <a:close/>
                <a:moveTo>
                  <a:pt x="657225" y="771525"/>
                </a:moveTo>
                <a:lnTo>
                  <a:pt x="666750" y="771525"/>
                </a:lnTo>
                <a:lnTo>
                  <a:pt x="666750" y="781050"/>
                </a:lnTo>
                <a:lnTo>
                  <a:pt x="685800" y="781050"/>
                </a:lnTo>
                <a:lnTo>
                  <a:pt x="685800" y="800100"/>
                </a:lnTo>
                <a:lnTo>
                  <a:pt x="666750" y="800100"/>
                </a:lnTo>
                <a:lnTo>
                  <a:pt x="666750" y="790575"/>
                </a:lnTo>
                <a:lnTo>
                  <a:pt x="657225" y="790575"/>
                </a:lnTo>
                <a:close/>
                <a:moveTo>
                  <a:pt x="971550" y="771525"/>
                </a:moveTo>
                <a:lnTo>
                  <a:pt x="981075" y="771525"/>
                </a:lnTo>
                <a:lnTo>
                  <a:pt x="981075" y="781050"/>
                </a:lnTo>
                <a:lnTo>
                  <a:pt x="971550" y="781050"/>
                </a:lnTo>
                <a:close/>
                <a:moveTo>
                  <a:pt x="0" y="781050"/>
                </a:moveTo>
                <a:lnTo>
                  <a:pt x="9525" y="781050"/>
                </a:lnTo>
                <a:lnTo>
                  <a:pt x="9525" y="790575"/>
                </a:lnTo>
                <a:lnTo>
                  <a:pt x="28575" y="790575"/>
                </a:lnTo>
                <a:lnTo>
                  <a:pt x="28575" y="800100"/>
                </a:lnTo>
                <a:lnTo>
                  <a:pt x="0" y="800100"/>
                </a:lnTo>
                <a:close/>
                <a:moveTo>
                  <a:pt x="266700" y="781050"/>
                </a:moveTo>
                <a:lnTo>
                  <a:pt x="276225" y="781050"/>
                </a:lnTo>
                <a:lnTo>
                  <a:pt x="276225" y="790575"/>
                </a:lnTo>
                <a:lnTo>
                  <a:pt x="266700" y="790575"/>
                </a:lnTo>
                <a:close/>
                <a:moveTo>
                  <a:pt x="723900" y="781050"/>
                </a:moveTo>
                <a:lnTo>
                  <a:pt x="733425" y="781050"/>
                </a:lnTo>
                <a:lnTo>
                  <a:pt x="733425" y="790575"/>
                </a:lnTo>
                <a:lnTo>
                  <a:pt x="723900" y="790575"/>
                </a:lnTo>
                <a:close/>
                <a:moveTo>
                  <a:pt x="828675" y="781050"/>
                </a:moveTo>
                <a:lnTo>
                  <a:pt x="838200" y="781050"/>
                </a:lnTo>
                <a:lnTo>
                  <a:pt x="838200" y="790575"/>
                </a:lnTo>
                <a:lnTo>
                  <a:pt x="828675" y="790575"/>
                </a:lnTo>
                <a:close/>
                <a:moveTo>
                  <a:pt x="1095375" y="781050"/>
                </a:moveTo>
                <a:lnTo>
                  <a:pt x="1114425" y="781050"/>
                </a:lnTo>
                <a:lnTo>
                  <a:pt x="1114425" y="800100"/>
                </a:lnTo>
                <a:lnTo>
                  <a:pt x="1095375" y="800100"/>
                </a:lnTo>
                <a:close/>
                <a:moveTo>
                  <a:pt x="104775" y="790575"/>
                </a:moveTo>
                <a:lnTo>
                  <a:pt x="114300" y="790575"/>
                </a:lnTo>
                <a:lnTo>
                  <a:pt x="114300" y="800100"/>
                </a:lnTo>
                <a:lnTo>
                  <a:pt x="104775" y="800100"/>
                </a:lnTo>
                <a:close/>
                <a:moveTo>
                  <a:pt x="66675" y="800100"/>
                </a:moveTo>
                <a:lnTo>
                  <a:pt x="76200" y="800100"/>
                </a:lnTo>
                <a:lnTo>
                  <a:pt x="76200" y="809625"/>
                </a:lnTo>
                <a:lnTo>
                  <a:pt x="66675" y="809625"/>
                </a:lnTo>
                <a:close/>
                <a:moveTo>
                  <a:pt x="114300" y="800100"/>
                </a:moveTo>
                <a:lnTo>
                  <a:pt x="123825" y="800100"/>
                </a:lnTo>
                <a:lnTo>
                  <a:pt x="123825" y="809625"/>
                </a:lnTo>
                <a:lnTo>
                  <a:pt x="114300" y="809625"/>
                </a:lnTo>
                <a:close/>
                <a:moveTo>
                  <a:pt x="161925" y="800100"/>
                </a:moveTo>
                <a:lnTo>
                  <a:pt x="171450" y="800100"/>
                </a:lnTo>
                <a:lnTo>
                  <a:pt x="171450" y="809625"/>
                </a:lnTo>
                <a:lnTo>
                  <a:pt x="161925" y="809625"/>
                </a:lnTo>
                <a:close/>
                <a:moveTo>
                  <a:pt x="285750" y="800100"/>
                </a:moveTo>
                <a:lnTo>
                  <a:pt x="304800" y="800100"/>
                </a:lnTo>
                <a:lnTo>
                  <a:pt x="304800" y="809625"/>
                </a:lnTo>
                <a:lnTo>
                  <a:pt x="285750" y="809625"/>
                </a:lnTo>
                <a:close/>
                <a:moveTo>
                  <a:pt x="342900" y="800100"/>
                </a:moveTo>
                <a:lnTo>
                  <a:pt x="352425" y="800100"/>
                </a:lnTo>
                <a:lnTo>
                  <a:pt x="352425" y="809625"/>
                </a:lnTo>
                <a:lnTo>
                  <a:pt x="342900" y="809625"/>
                </a:lnTo>
                <a:close/>
                <a:moveTo>
                  <a:pt x="638175" y="800100"/>
                </a:moveTo>
                <a:lnTo>
                  <a:pt x="647700" y="800100"/>
                </a:lnTo>
                <a:lnTo>
                  <a:pt x="647700" y="809625"/>
                </a:lnTo>
                <a:lnTo>
                  <a:pt x="638175" y="809625"/>
                </a:lnTo>
                <a:close/>
                <a:moveTo>
                  <a:pt x="685800" y="800100"/>
                </a:moveTo>
                <a:lnTo>
                  <a:pt x="695325" y="800100"/>
                </a:lnTo>
                <a:lnTo>
                  <a:pt x="695325" y="809625"/>
                </a:lnTo>
                <a:lnTo>
                  <a:pt x="685800" y="809625"/>
                </a:lnTo>
                <a:close/>
                <a:moveTo>
                  <a:pt x="1133475" y="800100"/>
                </a:moveTo>
                <a:lnTo>
                  <a:pt x="1143000" y="800100"/>
                </a:lnTo>
                <a:lnTo>
                  <a:pt x="1143000" y="809625"/>
                </a:lnTo>
                <a:lnTo>
                  <a:pt x="1133475" y="809625"/>
                </a:lnTo>
                <a:close/>
              </a:path>
            </a:pathLst>
          </a:custGeom>
          <a:solidFill xmlns:a="http://schemas.openxmlformats.org/drawingml/2006/main">
            <a:srgbClr val="F9F9F4"/>
          </a:solidFill>
          <a:ln xmlns:a="http://schemas.openxmlformats.org/drawingml/2006/main" w="0">
            <a:noFill/>
          </a:ln>
        </p:spPr>
      </p:sp>
      <p:sp>
        <p:nvSpPr>
          <p:cNvPr id="212" name="v21 vector #f9f9f3">
            <a:extLst xmlns:a="http://schemas.openxmlformats.org/drawingml/2006/main">
              <a:ext uri="{FF2B5EF4-FFF2-40B4-BE49-F238E27FC236}">
                <a16:creationId xmlns:a16="http://schemas.microsoft.com/office/drawing/2014/main" id="{8AA8D2A4-7A90-4250-B344-4BE2093AEB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8250" y="4848225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47625" y="0"/>
                </a:moveTo>
                <a:lnTo>
                  <a:pt x="57150" y="0"/>
                </a:lnTo>
                <a:lnTo>
                  <a:pt x="57150" y="9525"/>
                </a:lnTo>
                <a:lnTo>
                  <a:pt x="47625" y="9525"/>
                </a:lnTo>
                <a:close/>
                <a:moveTo>
                  <a:pt x="657225" y="0"/>
                </a:moveTo>
                <a:lnTo>
                  <a:pt x="666750" y="0"/>
                </a:lnTo>
                <a:lnTo>
                  <a:pt x="666750" y="9525"/>
                </a:lnTo>
                <a:lnTo>
                  <a:pt x="657225" y="9525"/>
                </a:lnTo>
                <a:close/>
                <a:moveTo>
                  <a:pt x="1057275" y="0"/>
                </a:moveTo>
                <a:lnTo>
                  <a:pt x="1066800" y="0"/>
                </a:lnTo>
                <a:lnTo>
                  <a:pt x="1066800" y="9525"/>
                </a:lnTo>
                <a:lnTo>
                  <a:pt x="1057275" y="9525"/>
                </a:lnTo>
                <a:close/>
                <a:moveTo>
                  <a:pt x="1114425" y="0"/>
                </a:moveTo>
                <a:lnTo>
                  <a:pt x="1133475" y="0"/>
                </a:lnTo>
                <a:lnTo>
                  <a:pt x="1133475" y="9525"/>
                </a:lnTo>
                <a:lnTo>
                  <a:pt x="1114425" y="9525"/>
                </a:lnTo>
                <a:close/>
                <a:moveTo>
                  <a:pt x="1181100" y="0"/>
                </a:moveTo>
                <a:lnTo>
                  <a:pt x="1190625" y="0"/>
                </a:lnTo>
                <a:lnTo>
                  <a:pt x="1190625" y="9525"/>
                </a:lnTo>
                <a:lnTo>
                  <a:pt x="1200150" y="9525"/>
                </a:lnTo>
                <a:lnTo>
                  <a:pt x="1200150" y="19050"/>
                </a:lnTo>
                <a:lnTo>
                  <a:pt x="1181100" y="19050"/>
                </a:lnTo>
                <a:close/>
                <a:moveTo>
                  <a:pt x="1104900" y="9525"/>
                </a:moveTo>
                <a:lnTo>
                  <a:pt x="1114425" y="9525"/>
                </a:lnTo>
                <a:lnTo>
                  <a:pt x="1114425" y="19050"/>
                </a:lnTo>
                <a:lnTo>
                  <a:pt x="1104900" y="19050"/>
                </a:lnTo>
                <a:close/>
                <a:moveTo>
                  <a:pt x="1038225" y="19050"/>
                </a:moveTo>
                <a:lnTo>
                  <a:pt x="1047750" y="19050"/>
                </a:lnTo>
                <a:lnTo>
                  <a:pt x="1047750" y="28575"/>
                </a:lnTo>
                <a:lnTo>
                  <a:pt x="1038225" y="28575"/>
                </a:lnTo>
                <a:close/>
                <a:moveTo>
                  <a:pt x="590550" y="28575"/>
                </a:moveTo>
                <a:lnTo>
                  <a:pt x="600075" y="28575"/>
                </a:lnTo>
                <a:lnTo>
                  <a:pt x="600075" y="38100"/>
                </a:lnTo>
                <a:lnTo>
                  <a:pt x="590550" y="38100"/>
                </a:lnTo>
                <a:close/>
                <a:moveTo>
                  <a:pt x="1152525" y="38100"/>
                </a:moveTo>
                <a:lnTo>
                  <a:pt x="1171575" y="38100"/>
                </a:lnTo>
                <a:lnTo>
                  <a:pt x="1171575" y="47625"/>
                </a:lnTo>
                <a:lnTo>
                  <a:pt x="1152525" y="47625"/>
                </a:lnTo>
                <a:close/>
                <a:moveTo>
                  <a:pt x="1076325" y="66675"/>
                </a:moveTo>
                <a:lnTo>
                  <a:pt x="1095375" y="66675"/>
                </a:lnTo>
                <a:lnTo>
                  <a:pt x="1095375" y="76200"/>
                </a:lnTo>
                <a:lnTo>
                  <a:pt x="1076325" y="76200"/>
                </a:lnTo>
                <a:close/>
                <a:moveTo>
                  <a:pt x="1114425" y="85725"/>
                </a:moveTo>
                <a:lnTo>
                  <a:pt x="1133475" y="85725"/>
                </a:lnTo>
                <a:lnTo>
                  <a:pt x="1133475" y="95250"/>
                </a:lnTo>
                <a:lnTo>
                  <a:pt x="1114425" y="95250"/>
                </a:lnTo>
                <a:close/>
                <a:moveTo>
                  <a:pt x="1171575" y="85725"/>
                </a:moveTo>
                <a:lnTo>
                  <a:pt x="1181100" y="85725"/>
                </a:lnTo>
                <a:lnTo>
                  <a:pt x="1181100" y="95250"/>
                </a:lnTo>
                <a:lnTo>
                  <a:pt x="1171575" y="95250"/>
                </a:lnTo>
                <a:close/>
                <a:moveTo>
                  <a:pt x="1114425" y="133350"/>
                </a:moveTo>
                <a:lnTo>
                  <a:pt x="1133475" y="133350"/>
                </a:lnTo>
                <a:lnTo>
                  <a:pt x="1133475" y="142875"/>
                </a:lnTo>
                <a:lnTo>
                  <a:pt x="1114425" y="142875"/>
                </a:lnTo>
                <a:close/>
                <a:moveTo>
                  <a:pt x="57150" y="171450"/>
                </a:moveTo>
                <a:lnTo>
                  <a:pt x="66675" y="171450"/>
                </a:lnTo>
                <a:lnTo>
                  <a:pt x="66675" y="180975"/>
                </a:lnTo>
                <a:lnTo>
                  <a:pt x="57150" y="180975"/>
                </a:lnTo>
                <a:close/>
                <a:moveTo>
                  <a:pt x="38100" y="180975"/>
                </a:moveTo>
                <a:lnTo>
                  <a:pt x="47625" y="180975"/>
                </a:lnTo>
                <a:lnTo>
                  <a:pt x="47625" y="190500"/>
                </a:lnTo>
                <a:lnTo>
                  <a:pt x="38100" y="190500"/>
                </a:lnTo>
                <a:close/>
                <a:moveTo>
                  <a:pt x="571500" y="190500"/>
                </a:moveTo>
                <a:lnTo>
                  <a:pt x="600075" y="190500"/>
                </a:lnTo>
                <a:lnTo>
                  <a:pt x="600075" y="200025"/>
                </a:lnTo>
                <a:lnTo>
                  <a:pt x="571500" y="200025"/>
                </a:lnTo>
                <a:close/>
                <a:moveTo>
                  <a:pt x="885825" y="190500"/>
                </a:moveTo>
                <a:lnTo>
                  <a:pt x="904875" y="190500"/>
                </a:lnTo>
                <a:lnTo>
                  <a:pt x="904875" y="209550"/>
                </a:lnTo>
                <a:lnTo>
                  <a:pt x="876300" y="209550"/>
                </a:lnTo>
                <a:lnTo>
                  <a:pt x="876300" y="200025"/>
                </a:lnTo>
                <a:lnTo>
                  <a:pt x="885825" y="200025"/>
                </a:lnTo>
                <a:close/>
                <a:moveTo>
                  <a:pt x="0" y="200025"/>
                </a:moveTo>
                <a:lnTo>
                  <a:pt x="9525" y="200025"/>
                </a:lnTo>
                <a:lnTo>
                  <a:pt x="9525" y="209550"/>
                </a:lnTo>
                <a:lnTo>
                  <a:pt x="0" y="209550"/>
                </a:lnTo>
                <a:close/>
                <a:moveTo>
                  <a:pt x="914400" y="219075"/>
                </a:moveTo>
                <a:lnTo>
                  <a:pt x="923925" y="219075"/>
                </a:lnTo>
                <a:lnTo>
                  <a:pt x="923925" y="228600"/>
                </a:lnTo>
                <a:lnTo>
                  <a:pt x="914400" y="228600"/>
                </a:lnTo>
                <a:close/>
                <a:moveTo>
                  <a:pt x="1047750" y="352425"/>
                </a:moveTo>
                <a:lnTo>
                  <a:pt x="1057275" y="352425"/>
                </a:lnTo>
                <a:lnTo>
                  <a:pt x="1057275" y="361950"/>
                </a:lnTo>
                <a:lnTo>
                  <a:pt x="1047750" y="361950"/>
                </a:lnTo>
                <a:close/>
                <a:moveTo>
                  <a:pt x="590550" y="390525"/>
                </a:moveTo>
                <a:lnTo>
                  <a:pt x="600075" y="390525"/>
                </a:lnTo>
                <a:lnTo>
                  <a:pt x="600075" y="400050"/>
                </a:lnTo>
                <a:lnTo>
                  <a:pt x="590550" y="400050"/>
                </a:lnTo>
                <a:close/>
                <a:moveTo>
                  <a:pt x="1028700" y="438150"/>
                </a:moveTo>
                <a:lnTo>
                  <a:pt x="1038225" y="438150"/>
                </a:lnTo>
                <a:lnTo>
                  <a:pt x="1038225" y="447675"/>
                </a:lnTo>
                <a:lnTo>
                  <a:pt x="1028700" y="447675"/>
                </a:lnTo>
                <a:close/>
                <a:moveTo>
                  <a:pt x="1047750" y="457200"/>
                </a:moveTo>
                <a:lnTo>
                  <a:pt x="1066800" y="457200"/>
                </a:lnTo>
                <a:lnTo>
                  <a:pt x="1066800" y="466725"/>
                </a:lnTo>
                <a:lnTo>
                  <a:pt x="1047750" y="466725"/>
                </a:lnTo>
                <a:close/>
                <a:moveTo>
                  <a:pt x="1133475" y="466725"/>
                </a:moveTo>
                <a:lnTo>
                  <a:pt x="1143000" y="466725"/>
                </a:lnTo>
                <a:lnTo>
                  <a:pt x="1143000" y="476250"/>
                </a:lnTo>
                <a:lnTo>
                  <a:pt x="1133475" y="476250"/>
                </a:lnTo>
                <a:close/>
                <a:moveTo>
                  <a:pt x="1057275" y="476250"/>
                </a:moveTo>
                <a:lnTo>
                  <a:pt x="1085850" y="476250"/>
                </a:lnTo>
                <a:lnTo>
                  <a:pt x="1085850" y="495300"/>
                </a:lnTo>
                <a:lnTo>
                  <a:pt x="1066800" y="495300"/>
                </a:lnTo>
                <a:lnTo>
                  <a:pt x="1066800" y="485775"/>
                </a:lnTo>
                <a:lnTo>
                  <a:pt x="1057275" y="485775"/>
                </a:lnTo>
                <a:close/>
                <a:moveTo>
                  <a:pt x="1133475" y="552450"/>
                </a:moveTo>
                <a:lnTo>
                  <a:pt x="1143000" y="552450"/>
                </a:lnTo>
                <a:lnTo>
                  <a:pt x="1143000" y="561975"/>
                </a:lnTo>
                <a:lnTo>
                  <a:pt x="1133475" y="561975"/>
                </a:lnTo>
                <a:close/>
                <a:moveTo>
                  <a:pt x="1190625" y="638175"/>
                </a:moveTo>
                <a:lnTo>
                  <a:pt x="1200150" y="638175"/>
                </a:lnTo>
                <a:lnTo>
                  <a:pt x="1200150" y="647700"/>
                </a:lnTo>
                <a:lnTo>
                  <a:pt x="1190625" y="647700"/>
                </a:lnTo>
                <a:close/>
                <a:moveTo>
                  <a:pt x="152400" y="676275"/>
                </a:moveTo>
                <a:lnTo>
                  <a:pt x="161925" y="676275"/>
                </a:lnTo>
                <a:lnTo>
                  <a:pt x="161925" y="685800"/>
                </a:lnTo>
                <a:lnTo>
                  <a:pt x="152400" y="685800"/>
                </a:lnTo>
                <a:close/>
                <a:moveTo>
                  <a:pt x="504825" y="704850"/>
                </a:moveTo>
                <a:lnTo>
                  <a:pt x="514350" y="704850"/>
                </a:lnTo>
                <a:lnTo>
                  <a:pt x="514350" y="733425"/>
                </a:lnTo>
                <a:lnTo>
                  <a:pt x="504825" y="733425"/>
                </a:lnTo>
                <a:lnTo>
                  <a:pt x="504825" y="762000"/>
                </a:lnTo>
                <a:lnTo>
                  <a:pt x="495300" y="762000"/>
                </a:lnTo>
                <a:lnTo>
                  <a:pt x="495300" y="714375"/>
                </a:lnTo>
                <a:lnTo>
                  <a:pt x="504825" y="714375"/>
                </a:lnTo>
                <a:close/>
                <a:moveTo>
                  <a:pt x="571500" y="742950"/>
                </a:moveTo>
                <a:lnTo>
                  <a:pt x="581025" y="742950"/>
                </a:lnTo>
                <a:lnTo>
                  <a:pt x="581025" y="752475"/>
                </a:lnTo>
                <a:lnTo>
                  <a:pt x="571500" y="752475"/>
                </a:lnTo>
                <a:close/>
                <a:moveTo>
                  <a:pt x="552450" y="752475"/>
                </a:moveTo>
                <a:lnTo>
                  <a:pt x="571500" y="752475"/>
                </a:lnTo>
                <a:lnTo>
                  <a:pt x="571500" y="762000"/>
                </a:lnTo>
                <a:lnTo>
                  <a:pt x="552450" y="762000"/>
                </a:lnTo>
                <a:close/>
                <a:moveTo>
                  <a:pt x="485775" y="762000"/>
                </a:moveTo>
                <a:lnTo>
                  <a:pt x="495300" y="762000"/>
                </a:lnTo>
                <a:lnTo>
                  <a:pt x="495300" y="771525"/>
                </a:lnTo>
                <a:lnTo>
                  <a:pt x="485775" y="771525"/>
                </a:lnTo>
                <a:close/>
                <a:moveTo>
                  <a:pt x="533400" y="762000"/>
                </a:moveTo>
                <a:lnTo>
                  <a:pt x="542925" y="762000"/>
                </a:lnTo>
                <a:lnTo>
                  <a:pt x="542925" y="771525"/>
                </a:lnTo>
                <a:lnTo>
                  <a:pt x="533400" y="771525"/>
                </a:lnTo>
                <a:close/>
                <a:moveTo>
                  <a:pt x="647700" y="762000"/>
                </a:moveTo>
                <a:lnTo>
                  <a:pt x="666750" y="762000"/>
                </a:lnTo>
                <a:lnTo>
                  <a:pt x="666750" y="771525"/>
                </a:lnTo>
                <a:lnTo>
                  <a:pt x="657225" y="771525"/>
                </a:lnTo>
                <a:lnTo>
                  <a:pt x="657225" y="781050"/>
                </a:lnTo>
                <a:lnTo>
                  <a:pt x="647700" y="781050"/>
                </a:lnTo>
                <a:close/>
                <a:moveTo>
                  <a:pt x="1047750" y="771525"/>
                </a:moveTo>
                <a:lnTo>
                  <a:pt x="1057275" y="771525"/>
                </a:lnTo>
                <a:lnTo>
                  <a:pt x="1057275" y="790575"/>
                </a:lnTo>
                <a:lnTo>
                  <a:pt x="1047750" y="790575"/>
                </a:lnTo>
                <a:close/>
                <a:moveTo>
                  <a:pt x="1028700" y="790575"/>
                </a:moveTo>
                <a:lnTo>
                  <a:pt x="1047750" y="790575"/>
                </a:lnTo>
                <a:lnTo>
                  <a:pt x="1047750" y="809625"/>
                </a:lnTo>
                <a:lnTo>
                  <a:pt x="1028700" y="809625"/>
                </a:lnTo>
                <a:close/>
              </a:path>
            </a:pathLst>
          </a:custGeom>
          <a:solidFill xmlns:a="http://schemas.openxmlformats.org/drawingml/2006/main">
            <a:srgbClr val="F9F9F3"/>
          </a:solidFill>
          <a:ln xmlns:a="http://schemas.openxmlformats.org/drawingml/2006/main" w="0">
            <a:noFill/>
          </a:ln>
        </p:spPr>
      </p:sp>
      <p:sp>
        <p:nvSpPr>
          <p:cNvPr id="213" name="v21 vector #faf8f4">
            <a:extLst xmlns:a="http://schemas.openxmlformats.org/drawingml/2006/main">
              <a:ext uri="{FF2B5EF4-FFF2-40B4-BE49-F238E27FC236}">
                <a16:creationId xmlns:a16="http://schemas.microsoft.com/office/drawing/2014/main" id="{732F43E0-F607-4F52-AA77-16F5D8DCDD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8250" y="4848225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409575" y="0"/>
                </a:moveTo>
                <a:lnTo>
                  <a:pt x="428625" y="0"/>
                </a:lnTo>
                <a:lnTo>
                  <a:pt x="428625" y="19050"/>
                </a:lnTo>
                <a:lnTo>
                  <a:pt x="419100" y="19050"/>
                </a:lnTo>
                <a:lnTo>
                  <a:pt x="419100" y="28575"/>
                </a:lnTo>
                <a:lnTo>
                  <a:pt x="409575" y="28575"/>
                </a:lnTo>
                <a:close/>
                <a:moveTo>
                  <a:pt x="895350" y="19050"/>
                </a:moveTo>
                <a:lnTo>
                  <a:pt x="904875" y="19050"/>
                </a:lnTo>
                <a:lnTo>
                  <a:pt x="904875" y="38100"/>
                </a:lnTo>
                <a:lnTo>
                  <a:pt x="895350" y="38100"/>
                </a:lnTo>
                <a:close/>
                <a:moveTo>
                  <a:pt x="1133475" y="76200"/>
                </a:moveTo>
                <a:lnTo>
                  <a:pt x="1143000" y="76200"/>
                </a:lnTo>
                <a:lnTo>
                  <a:pt x="1143000" y="85725"/>
                </a:lnTo>
                <a:lnTo>
                  <a:pt x="1133475" y="85725"/>
                </a:lnTo>
                <a:close/>
                <a:moveTo>
                  <a:pt x="1085850" y="104775"/>
                </a:moveTo>
                <a:lnTo>
                  <a:pt x="1095375" y="104775"/>
                </a:lnTo>
                <a:lnTo>
                  <a:pt x="1095375" y="114300"/>
                </a:lnTo>
                <a:lnTo>
                  <a:pt x="1085850" y="114300"/>
                </a:lnTo>
                <a:close/>
                <a:moveTo>
                  <a:pt x="1200150" y="123825"/>
                </a:moveTo>
                <a:lnTo>
                  <a:pt x="1209675" y="123825"/>
                </a:lnTo>
                <a:lnTo>
                  <a:pt x="1209675" y="152400"/>
                </a:lnTo>
                <a:lnTo>
                  <a:pt x="1190625" y="152400"/>
                </a:lnTo>
                <a:lnTo>
                  <a:pt x="1190625" y="133350"/>
                </a:lnTo>
                <a:lnTo>
                  <a:pt x="1200150" y="133350"/>
                </a:lnTo>
                <a:close/>
                <a:moveTo>
                  <a:pt x="1152525" y="142875"/>
                </a:moveTo>
                <a:lnTo>
                  <a:pt x="1171575" y="142875"/>
                </a:lnTo>
                <a:lnTo>
                  <a:pt x="1171575" y="152400"/>
                </a:lnTo>
                <a:lnTo>
                  <a:pt x="1181100" y="152400"/>
                </a:lnTo>
                <a:lnTo>
                  <a:pt x="1181100" y="180975"/>
                </a:lnTo>
                <a:lnTo>
                  <a:pt x="1209675" y="180975"/>
                </a:lnTo>
                <a:lnTo>
                  <a:pt x="1209675" y="190500"/>
                </a:lnTo>
                <a:lnTo>
                  <a:pt x="1171575" y="190500"/>
                </a:lnTo>
                <a:lnTo>
                  <a:pt x="1171575" y="209550"/>
                </a:lnTo>
                <a:lnTo>
                  <a:pt x="1181100" y="209550"/>
                </a:lnTo>
                <a:lnTo>
                  <a:pt x="1181100" y="219075"/>
                </a:lnTo>
                <a:lnTo>
                  <a:pt x="1171575" y="219075"/>
                </a:lnTo>
                <a:lnTo>
                  <a:pt x="1171575" y="228600"/>
                </a:lnTo>
                <a:lnTo>
                  <a:pt x="1143000" y="228600"/>
                </a:lnTo>
                <a:lnTo>
                  <a:pt x="1143000" y="238125"/>
                </a:lnTo>
                <a:lnTo>
                  <a:pt x="1114425" y="238125"/>
                </a:lnTo>
                <a:lnTo>
                  <a:pt x="1114425" y="228600"/>
                </a:lnTo>
                <a:lnTo>
                  <a:pt x="1104900" y="228600"/>
                </a:lnTo>
                <a:lnTo>
                  <a:pt x="1104900" y="200025"/>
                </a:lnTo>
                <a:lnTo>
                  <a:pt x="1133475" y="200025"/>
                </a:lnTo>
                <a:lnTo>
                  <a:pt x="1133475" y="209550"/>
                </a:lnTo>
                <a:lnTo>
                  <a:pt x="1162050" y="209550"/>
                </a:lnTo>
                <a:lnTo>
                  <a:pt x="1162050" y="190500"/>
                </a:lnTo>
                <a:lnTo>
                  <a:pt x="1152525" y="190500"/>
                </a:lnTo>
                <a:close/>
                <a:moveTo>
                  <a:pt x="1000125" y="161925"/>
                </a:moveTo>
                <a:lnTo>
                  <a:pt x="1019175" y="161925"/>
                </a:lnTo>
                <a:lnTo>
                  <a:pt x="1019175" y="171450"/>
                </a:lnTo>
                <a:lnTo>
                  <a:pt x="1009650" y="171450"/>
                </a:lnTo>
                <a:lnTo>
                  <a:pt x="1009650" y="180975"/>
                </a:lnTo>
                <a:lnTo>
                  <a:pt x="1019175" y="180975"/>
                </a:lnTo>
                <a:lnTo>
                  <a:pt x="1019175" y="190500"/>
                </a:lnTo>
                <a:lnTo>
                  <a:pt x="1057275" y="190500"/>
                </a:lnTo>
                <a:lnTo>
                  <a:pt x="1057275" y="200025"/>
                </a:lnTo>
                <a:lnTo>
                  <a:pt x="1047750" y="200025"/>
                </a:lnTo>
                <a:lnTo>
                  <a:pt x="1047750" y="238125"/>
                </a:lnTo>
                <a:lnTo>
                  <a:pt x="1057275" y="238125"/>
                </a:lnTo>
                <a:lnTo>
                  <a:pt x="1057275" y="228600"/>
                </a:lnTo>
                <a:lnTo>
                  <a:pt x="1066800" y="228600"/>
                </a:lnTo>
                <a:lnTo>
                  <a:pt x="1066800" y="266700"/>
                </a:lnTo>
                <a:lnTo>
                  <a:pt x="1057275" y="266700"/>
                </a:lnTo>
                <a:lnTo>
                  <a:pt x="1057275" y="285750"/>
                </a:lnTo>
                <a:lnTo>
                  <a:pt x="1066800" y="285750"/>
                </a:lnTo>
                <a:lnTo>
                  <a:pt x="1066800" y="295275"/>
                </a:lnTo>
                <a:lnTo>
                  <a:pt x="1076325" y="295275"/>
                </a:lnTo>
                <a:lnTo>
                  <a:pt x="1076325" y="304800"/>
                </a:lnTo>
                <a:lnTo>
                  <a:pt x="1028700" y="304800"/>
                </a:lnTo>
                <a:lnTo>
                  <a:pt x="1028700" y="285750"/>
                </a:lnTo>
                <a:lnTo>
                  <a:pt x="1019175" y="285750"/>
                </a:lnTo>
                <a:lnTo>
                  <a:pt x="1019175" y="276225"/>
                </a:lnTo>
                <a:lnTo>
                  <a:pt x="1028700" y="276225"/>
                </a:lnTo>
                <a:lnTo>
                  <a:pt x="1028700" y="266700"/>
                </a:lnTo>
                <a:lnTo>
                  <a:pt x="1038225" y="266700"/>
                </a:lnTo>
                <a:lnTo>
                  <a:pt x="1038225" y="238125"/>
                </a:lnTo>
                <a:lnTo>
                  <a:pt x="1028700" y="238125"/>
                </a:lnTo>
                <a:lnTo>
                  <a:pt x="1028700" y="228600"/>
                </a:lnTo>
                <a:lnTo>
                  <a:pt x="1009650" y="228600"/>
                </a:lnTo>
                <a:lnTo>
                  <a:pt x="1009650" y="209550"/>
                </a:lnTo>
                <a:lnTo>
                  <a:pt x="1000125" y="209550"/>
                </a:lnTo>
                <a:close/>
                <a:moveTo>
                  <a:pt x="1095375" y="180975"/>
                </a:moveTo>
                <a:lnTo>
                  <a:pt x="1114425" y="180975"/>
                </a:lnTo>
                <a:lnTo>
                  <a:pt x="1114425" y="190500"/>
                </a:lnTo>
                <a:lnTo>
                  <a:pt x="1095375" y="190500"/>
                </a:lnTo>
                <a:close/>
                <a:moveTo>
                  <a:pt x="542925" y="190500"/>
                </a:moveTo>
                <a:lnTo>
                  <a:pt x="552450" y="190500"/>
                </a:lnTo>
                <a:lnTo>
                  <a:pt x="552450" y="200025"/>
                </a:lnTo>
                <a:lnTo>
                  <a:pt x="542925" y="200025"/>
                </a:lnTo>
                <a:close/>
                <a:moveTo>
                  <a:pt x="238125" y="200025"/>
                </a:moveTo>
                <a:lnTo>
                  <a:pt x="247650" y="200025"/>
                </a:lnTo>
                <a:lnTo>
                  <a:pt x="247650" y="209550"/>
                </a:lnTo>
                <a:lnTo>
                  <a:pt x="238125" y="209550"/>
                </a:lnTo>
                <a:close/>
                <a:moveTo>
                  <a:pt x="19050" y="266700"/>
                </a:moveTo>
                <a:lnTo>
                  <a:pt x="28575" y="266700"/>
                </a:lnTo>
                <a:lnTo>
                  <a:pt x="28575" y="276225"/>
                </a:lnTo>
                <a:lnTo>
                  <a:pt x="19050" y="276225"/>
                </a:lnTo>
                <a:close/>
                <a:moveTo>
                  <a:pt x="1047750" y="314325"/>
                </a:moveTo>
                <a:lnTo>
                  <a:pt x="1057275" y="314325"/>
                </a:lnTo>
                <a:lnTo>
                  <a:pt x="1057275" y="323850"/>
                </a:lnTo>
                <a:lnTo>
                  <a:pt x="1047750" y="323850"/>
                </a:lnTo>
                <a:close/>
                <a:moveTo>
                  <a:pt x="19050" y="323850"/>
                </a:moveTo>
                <a:lnTo>
                  <a:pt x="38100" y="323850"/>
                </a:lnTo>
                <a:lnTo>
                  <a:pt x="38100" y="342900"/>
                </a:lnTo>
                <a:lnTo>
                  <a:pt x="28575" y="342900"/>
                </a:lnTo>
                <a:lnTo>
                  <a:pt x="28575" y="333375"/>
                </a:lnTo>
                <a:lnTo>
                  <a:pt x="19050" y="333375"/>
                </a:lnTo>
                <a:close/>
                <a:moveTo>
                  <a:pt x="1028700" y="390525"/>
                </a:moveTo>
                <a:lnTo>
                  <a:pt x="1047750" y="390525"/>
                </a:lnTo>
                <a:lnTo>
                  <a:pt x="1047750" y="409575"/>
                </a:lnTo>
                <a:lnTo>
                  <a:pt x="1038225" y="409575"/>
                </a:lnTo>
                <a:lnTo>
                  <a:pt x="1038225" y="400050"/>
                </a:lnTo>
                <a:lnTo>
                  <a:pt x="1028700" y="400050"/>
                </a:lnTo>
                <a:close/>
                <a:moveTo>
                  <a:pt x="1057275" y="400050"/>
                </a:moveTo>
                <a:lnTo>
                  <a:pt x="1066800" y="400050"/>
                </a:lnTo>
                <a:lnTo>
                  <a:pt x="1066800" y="409575"/>
                </a:lnTo>
                <a:lnTo>
                  <a:pt x="1076325" y="409575"/>
                </a:lnTo>
                <a:lnTo>
                  <a:pt x="1076325" y="400050"/>
                </a:lnTo>
                <a:lnTo>
                  <a:pt x="1095375" y="400050"/>
                </a:lnTo>
                <a:lnTo>
                  <a:pt x="1095375" y="409575"/>
                </a:lnTo>
                <a:lnTo>
                  <a:pt x="1085850" y="409575"/>
                </a:lnTo>
                <a:lnTo>
                  <a:pt x="1085850" y="419100"/>
                </a:lnTo>
                <a:lnTo>
                  <a:pt x="1095375" y="419100"/>
                </a:lnTo>
                <a:lnTo>
                  <a:pt x="1095375" y="428625"/>
                </a:lnTo>
                <a:lnTo>
                  <a:pt x="1066800" y="428625"/>
                </a:lnTo>
                <a:lnTo>
                  <a:pt x="1066800" y="419100"/>
                </a:lnTo>
                <a:lnTo>
                  <a:pt x="1057275" y="419100"/>
                </a:lnTo>
                <a:close/>
                <a:moveTo>
                  <a:pt x="781050" y="419100"/>
                </a:moveTo>
                <a:lnTo>
                  <a:pt x="790575" y="419100"/>
                </a:lnTo>
                <a:lnTo>
                  <a:pt x="790575" y="428625"/>
                </a:lnTo>
                <a:lnTo>
                  <a:pt x="781050" y="428625"/>
                </a:lnTo>
                <a:close/>
                <a:moveTo>
                  <a:pt x="695325" y="438150"/>
                </a:moveTo>
                <a:lnTo>
                  <a:pt x="704850" y="438150"/>
                </a:lnTo>
                <a:lnTo>
                  <a:pt x="704850" y="447675"/>
                </a:lnTo>
                <a:lnTo>
                  <a:pt x="695325" y="447675"/>
                </a:lnTo>
                <a:close/>
                <a:moveTo>
                  <a:pt x="1171575" y="438150"/>
                </a:moveTo>
                <a:lnTo>
                  <a:pt x="1181100" y="438150"/>
                </a:lnTo>
                <a:lnTo>
                  <a:pt x="1181100" y="466725"/>
                </a:lnTo>
                <a:lnTo>
                  <a:pt x="1171575" y="466725"/>
                </a:lnTo>
                <a:lnTo>
                  <a:pt x="1171575" y="457200"/>
                </a:lnTo>
                <a:lnTo>
                  <a:pt x="1162050" y="457200"/>
                </a:lnTo>
                <a:lnTo>
                  <a:pt x="1162050" y="447675"/>
                </a:lnTo>
                <a:lnTo>
                  <a:pt x="1171575" y="447675"/>
                </a:lnTo>
                <a:close/>
                <a:moveTo>
                  <a:pt x="57150" y="514350"/>
                </a:moveTo>
                <a:lnTo>
                  <a:pt x="76200" y="514350"/>
                </a:lnTo>
                <a:lnTo>
                  <a:pt x="76200" y="542925"/>
                </a:lnTo>
                <a:lnTo>
                  <a:pt x="66675" y="542925"/>
                </a:lnTo>
                <a:lnTo>
                  <a:pt x="66675" y="533400"/>
                </a:lnTo>
                <a:lnTo>
                  <a:pt x="57150" y="533400"/>
                </a:lnTo>
                <a:close/>
                <a:moveTo>
                  <a:pt x="504825" y="542925"/>
                </a:moveTo>
                <a:lnTo>
                  <a:pt x="514350" y="542925"/>
                </a:lnTo>
                <a:lnTo>
                  <a:pt x="514350" y="552450"/>
                </a:lnTo>
                <a:lnTo>
                  <a:pt x="523875" y="552450"/>
                </a:lnTo>
                <a:lnTo>
                  <a:pt x="523875" y="561975"/>
                </a:lnTo>
                <a:lnTo>
                  <a:pt x="533400" y="561975"/>
                </a:lnTo>
                <a:lnTo>
                  <a:pt x="533400" y="571500"/>
                </a:lnTo>
                <a:lnTo>
                  <a:pt x="504825" y="571500"/>
                </a:lnTo>
                <a:close/>
                <a:moveTo>
                  <a:pt x="638175" y="609600"/>
                </a:moveTo>
                <a:lnTo>
                  <a:pt x="647700" y="609600"/>
                </a:lnTo>
                <a:lnTo>
                  <a:pt x="647700" y="619125"/>
                </a:lnTo>
                <a:lnTo>
                  <a:pt x="638175" y="619125"/>
                </a:lnTo>
                <a:close/>
                <a:moveTo>
                  <a:pt x="19050" y="619125"/>
                </a:moveTo>
                <a:lnTo>
                  <a:pt x="28575" y="619125"/>
                </a:lnTo>
                <a:lnTo>
                  <a:pt x="28575" y="628650"/>
                </a:lnTo>
                <a:lnTo>
                  <a:pt x="19050" y="628650"/>
                </a:lnTo>
                <a:close/>
                <a:moveTo>
                  <a:pt x="0" y="628650"/>
                </a:moveTo>
                <a:lnTo>
                  <a:pt x="19050" y="628650"/>
                </a:lnTo>
                <a:lnTo>
                  <a:pt x="19050" y="638175"/>
                </a:lnTo>
                <a:lnTo>
                  <a:pt x="0" y="638175"/>
                </a:lnTo>
                <a:close/>
                <a:moveTo>
                  <a:pt x="1133475" y="695325"/>
                </a:moveTo>
                <a:lnTo>
                  <a:pt x="1143000" y="695325"/>
                </a:lnTo>
                <a:lnTo>
                  <a:pt x="1143000" y="704850"/>
                </a:lnTo>
                <a:lnTo>
                  <a:pt x="1133475" y="704850"/>
                </a:lnTo>
                <a:close/>
                <a:moveTo>
                  <a:pt x="514350" y="733425"/>
                </a:moveTo>
                <a:lnTo>
                  <a:pt x="533400" y="733425"/>
                </a:lnTo>
                <a:lnTo>
                  <a:pt x="533400" y="742950"/>
                </a:lnTo>
                <a:lnTo>
                  <a:pt x="542925" y="742950"/>
                </a:lnTo>
                <a:lnTo>
                  <a:pt x="542925" y="752475"/>
                </a:lnTo>
                <a:lnTo>
                  <a:pt x="514350" y="752475"/>
                </a:lnTo>
                <a:close/>
                <a:moveTo>
                  <a:pt x="990600" y="781050"/>
                </a:moveTo>
                <a:lnTo>
                  <a:pt x="1009650" y="781050"/>
                </a:lnTo>
                <a:lnTo>
                  <a:pt x="1009650" y="790575"/>
                </a:lnTo>
                <a:lnTo>
                  <a:pt x="990600" y="790575"/>
                </a:lnTo>
                <a:close/>
                <a:moveTo>
                  <a:pt x="28575" y="790575"/>
                </a:moveTo>
                <a:lnTo>
                  <a:pt x="38100" y="790575"/>
                </a:lnTo>
                <a:lnTo>
                  <a:pt x="38100" y="800100"/>
                </a:lnTo>
                <a:lnTo>
                  <a:pt x="28575" y="800100"/>
                </a:lnTo>
                <a:close/>
                <a:moveTo>
                  <a:pt x="1066800" y="790575"/>
                </a:moveTo>
                <a:lnTo>
                  <a:pt x="1076325" y="790575"/>
                </a:lnTo>
                <a:lnTo>
                  <a:pt x="1076325" y="800100"/>
                </a:lnTo>
                <a:lnTo>
                  <a:pt x="1066800" y="800100"/>
                </a:lnTo>
                <a:close/>
                <a:moveTo>
                  <a:pt x="1057275" y="800100"/>
                </a:moveTo>
                <a:lnTo>
                  <a:pt x="1066800" y="800100"/>
                </a:lnTo>
                <a:lnTo>
                  <a:pt x="1066800" y="809625"/>
                </a:lnTo>
                <a:lnTo>
                  <a:pt x="1057275" y="809625"/>
                </a:lnTo>
                <a:close/>
              </a:path>
            </a:pathLst>
          </a:custGeom>
          <a:solidFill xmlns:a="http://schemas.openxmlformats.org/drawingml/2006/main">
            <a:srgbClr val="FAF8F4"/>
          </a:solidFill>
          <a:ln xmlns:a="http://schemas.openxmlformats.org/drawingml/2006/main" w="0">
            <a:noFill/>
          </a:ln>
        </p:spPr>
      </p:sp>
      <p:sp>
        <p:nvSpPr>
          <p:cNvPr id="214" name="v21 vector #f9f8f5">
            <a:extLst xmlns:a="http://schemas.openxmlformats.org/drawingml/2006/main">
              <a:ext uri="{FF2B5EF4-FFF2-40B4-BE49-F238E27FC236}">
                <a16:creationId xmlns:a16="http://schemas.microsoft.com/office/drawing/2014/main" id="{2D4AF3F6-BF38-4F80-9001-1649F2B6122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8250" y="4848225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57150" y="38100"/>
                </a:moveTo>
                <a:lnTo>
                  <a:pt x="66675" y="38100"/>
                </a:lnTo>
                <a:lnTo>
                  <a:pt x="66675" y="47625"/>
                </a:lnTo>
                <a:lnTo>
                  <a:pt x="57150" y="47625"/>
                </a:lnTo>
                <a:close/>
                <a:moveTo>
                  <a:pt x="962025" y="38100"/>
                </a:moveTo>
                <a:lnTo>
                  <a:pt x="971550" y="38100"/>
                </a:lnTo>
                <a:lnTo>
                  <a:pt x="971550" y="47625"/>
                </a:lnTo>
                <a:lnTo>
                  <a:pt x="962025" y="47625"/>
                </a:lnTo>
                <a:close/>
                <a:moveTo>
                  <a:pt x="66675" y="47625"/>
                </a:moveTo>
                <a:lnTo>
                  <a:pt x="76200" y="47625"/>
                </a:lnTo>
                <a:lnTo>
                  <a:pt x="76200" y="66675"/>
                </a:lnTo>
                <a:lnTo>
                  <a:pt x="66675" y="66675"/>
                </a:lnTo>
                <a:close/>
                <a:moveTo>
                  <a:pt x="114300" y="57150"/>
                </a:moveTo>
                <a:lnTo>
                  <a:pt x="123825" y="57150"/>
                </a:lnTo>
                <a:lnTo>
                  <a:pt x="123825" y="66675"/>
                </a:lnTo>
                <a:lnTo>
                  <a:pt x="114300" y="66675"/>
                </a:lnTo>
                <a:close/>
                <a:moveTo>
                  <a:pt x="1066800" y="95250"/>
                </a:moveTo>
                <a:lnTo>
                  <a:pt x="1076325" y="95250"/>
                </a:lnTo>
                <a:lnTo>
                  <a:pt x="1076325" y="123825"/>
                </a:lnTo>
                <a:lnTo>
                  <a:pt x="1057275" y="123825"/>
                </a:lnTo>
                <a:lnTo>
                  <a:pt x="1057275" y="114300"/>
                </a:lnTo>
                <a:lnTo>
                  <a:pt x="1047750" y="114300"/>
                </a:lnTo>
                <a:lnTo>
                  <a:pt x="1047750" y="104775"/>
                </a:lnTo>
                <a:lnTo>
                  <a:pt x="1066800" y="104775"/>
                </a:lnTo>
                <a:close/>
                <a:moveTo>
                  <a:pt x="1152525" y="114300"/>
                </a:moveTo>
                <a:lnTo>
                  <a:pt x="1162050" y="114300"/>
                </a:lnTo>
                <a:lnTo>
                  <a:pt x="1162050" y="123825"/>
                </a:lnTo>
                <a:lnTo>
                  <a:pt x="1152525" y="123825"/>
                </a:lnTo>
                <a:close/>
                <a:moveTo>
                  <a:pt x="1200150" y="114300"/>
                </a:moveTo>
                <a:lnTo>
                  <a:pt x="1209675" y="114300"/>
                </a:lnTo>
                <a:lnTo>
                  <a:pt x="1209675" y="123825"/>
                </a:lnTo>
                <a:lnTo>
                  <a:pt x="1200150" y="123825"/>
                </a:lnTo>
                <a:close/>
                <a:moveTo>
                  <a:pt x="1019175" y="133350"/>
                </a:moveTo>
                <a:lnTo>
                  <a:pt x="1038225" y="133350"/>
                </a:lnTo>
                <a:lnTo>
                  <a:pt x="1038225" y="142875"/>
                </a:lnTo>
                <a:lnTo>
                  <a:pt x="1028700" y="142875"/>
                </a:lnTo>
                <a:lnTo>
                  <a:pt x="1028700" y="152400"/>
                </a:lnTo>
                <a:lnTo>
                  <a:pt x="1009650" y="152400"/>
                </a:lnTo>
                <a:lnTo>
                  <a:pt x="1009650" y="161925"/>
                </a:lnTo>
                <a:lnTo>
                  <a:pt x="1000125" y="161925"/>
                </a:lnTo>
                <a:lnTo>
                  <a:pt x="1000125" y="142875"/>
                </a:lnTo>
                <a:lnTo>
                  <a:pt x="1019175" y="142875"/>
                </a:lnTo>
                <a:close/>
                <a:moveTo>
                  <a:pt x="1085850" y="171450"/>
                </a:moveTo>
                <a:lnTo>
                  <a:pt x="1095375" y="171450"/>
                </a:lnTo>
                <a:lnTo>
                  <a:pt x="1095375" y="190500"/>
                </a:lnTo>
                <a:lnTo>
                  <a:pt x="1085850" y="190500"/>
                </a:lnTo>
                <a:close/>
                <a:moveTo>
                  <a:pt x="1114425" y="171450"/>
                </a:moveTo>
                <a:lnTo>
                  <a:pt x="1143000" y="171450"/>
                </a:lnTo>
                <a:lnTo>
                  <a:pt x="1143000" y="190500"/>
                </a:lnTo>
                <a:lnTo>
                  <a:pt x="1162050" y="190500"/>
                </a:lnTo>
                <a:lnTo>
                  <a:pt x="1162050" y="209550"/>
                </a:lnTo>
                <a:lnTo>
                  <a:pt x="1133475" y="209550"/>
                </a:lnTo>
                <a:lnTo>
                  <a:pt x="1133475" y="200025"/>
                </a:lnTo>
                <a:lnTo>
                  <a:pt x="1104900" y="200025"/>
                </a:lnTo>
                <a:lnTo>
                  <a:pt x="1104900" y="190500"/>
                </a:lnTo>
                <a:lnTo>
                  <a:pt x="1114425" y="190500"/>
                </a:lnTo>
                <a:close/>
                <a:moveTo>
                  <a:pt x="142875" y="200025"/>
                </a:moveTo>
                <a:lnTo>
                  <a:pt x="171450" y="200025"/>
                </a:lnTo>
                <a:lnTo>
                  <a:pt x="171450" y="209550"/>
                </a:lnTo>
                <a:lnTo>
                  <a:pt x="142875" y="209550"/>
                </a:lnTo>
                <a:close/>
                <a:moveTo>
                  <a:pt x="390525" y="200025"/>
                </a:moveTo>
                <a:lnTo>
                  <a:pt x="400050" y="200025"/>
                </a:lnTo>
                <a:lnTo>
                  <a:pt x="400050" y="209550"/>
                </a:lnTo>
                <a:lnTo>
                  <a:pt x="390525" y="209550"/>
                </a:lnTo>
                <a:close/>
                <a:moveTo>
                  <a:pt x="381000" y="219075"/>
                </a:moveTo>
                <a:lnTo>
                  <a:pt x="390525" y="219075"/>
                </a:lnTo>
                <a:lnTo>
                  <a:pt x="390525" y="228600"/>
                </a:lnTo>
                <a:lnTo>
                  <a:pt x="381000" y="228600"/>
                </a:lnTo>
                <a:close/>
                <a:moveTo>
                  <a:pt x="1095375" y="247650"/>
                </a:moveTo>
                <a:lnTo>
                  <a:pt x="1114425" y="247650"/>
                </a:lnTo>
                <a:lnTo>
                  <a:pt x="1114425" y="266700"/>
                </a:lnTo>
                <a:lnTo>
                  <a:pt x="1095375" y="266700"/>
                </a:lnTo>
                <a:lnTo>
                  <a:pt x="1095375" y="276225"/>
                </a:lnTo>
                <a:lnTo>
                  <a:pt x="1085850" y="276225"/>
                </a:lnTo>
                <a:lnTo>
                  <a:pt x="1085850" y="257175"/>
                </a:lnTo>
                <a:lnTo>
                  <a:pt x="1095375" y="257175"/>
                </a:lnTo>
                <a:close/>
                <a:moveTo>
                  <a:pt x="428625" y="304800"/>
                </a:moveTo>
                <a:lnTo>
                  <a:pt x="438150" y="304800"/>
                </a:lnTo>
                <a:lnTo>
                  <a:pt x="438150" y="323850"/>
                </a:lnTo>
                <a:lnTo>
                  <a:pt x="428625" y="323850"/>
                </a:lnTo>
                <a:close/>
                <a:moveTo>
                  <a:pt x="685800" y="419100"/>
                </a:moveTo>
                <a:lnTo>
                  <a:pt x="695325" y="419100"/>
                </a:lnTo>
                <a:lnTo>
                  <a:pt x="695325" y="428625"/>
                </a:lnTo>
                <a:lnTo>
                  <a:pt x="685800" y="428625"/>
                </a:lnTo>
                <a:close/>
                <a:moveTo>
                  <a:pt x="19050" y="428625"/>
                </a:moveTo>
                <a:lnTo>
                  <a:pt x="28575" y="428625"/>
                </a:lnTo>
                <a:lnTo>
                  <a:pt x="28575" y="438150"/>
                </a:lnTo>
                <a:lnTo>
                  <a:pt x="19050" y="438150"/>
                </a:lnTo>
                <a:close/>
                <a:moveTo>
                  <a:pt x="1095375" y="428625"/>
                </a:moveTo>
                <a:lnTo>
                  <a:pt x="1123950" y="428625"/>
                </a:lnTo>
                <a:lnTo>
                  <a:pt x="1123950" y="447675"/>
                </a:lnTo>
                <a:lnTo>
                  <a:pt x="1114425" y="447675"/>
                </a:lnTo>
                <a:lnTo>
                  <a:pt x="1114425" y="438150"/>
                </a:lnTo>
                <a:lnTo>
                  <a:pt x="1095375" y="438150"/>
                </a:lnTo>
                <a:close/>
                <a:moveTo>
                  <a:pt x="819150" y="457200"/>
                </a:moveTo>
                <a:lnTo>
                  <a:pt x="828675" y="457200"/>
                </a:lnTo>
                <a:lnTo>
                  <a:pt x="828675" y="466725"/>
                </a:lnTo>
                <a:lnTo>
                  <a:pt x="819150" y="466725"/>
                </a:lnTo>
                <a:close/>
                <a:moveTo>
                  <a:pt x="457200" y="514350"/>
                </a:moveTo>
                <a:lnTo>
                  <a:pt x="466725" y="514350"/>
                </a:lnTo>
                <a:lnTo>
                  <a:pt x="466725" y="523875"/>
                </a:lnTo>
                <a:lnTo>
                  <a:pt x="457200" y="523875"/>
                </a:lnTo>
                <a:close/>
                <a:moveTo>
                  <a:pt x="57150" y="533400"/>
                </a:moveTo>
                <a:lnTo>
                  <a:pt x="66675" y="533400"/>
                </a:lnTo>
                <a:lnTo>
                  <a:pt x="66675" y="542925"/>
                </a:lnTo>
                <a:lnTo>
                  <a:pt x="57150" y="542925"/>
                </a:lnTo>
                <a:close/>
                <a:moveTo>
                  <a:pt x="485775" y="542925"/>
                </a:moveTo>
                <a:lnTo>
                  <a:pt x="495300" y="542925"/>
                </a:lnTo>
                <a:lnTo>
                  <a:pt x="495300" y="552450"/>
                </a:lnTo>
                <a:lnTo>
                  <a:pt x="485775" y="552450"/>
                </a:lnTo>
                <a:close/>
                <a:moveTo>
                  <a:pt x="0" y="552450"/>
                </a:moveTo>
                <a:lnTo>
                  <a:pt x="9525" y="552450"/>
                </a:lnTo>
                <a:lnTo>
                  <a:pt x="9525" y="561975"/>
                </a:lnTo>
                <a:lnTo>
                  <a:pt x="0" y="561975"/>
                </a:lnTo>
                <a:close/>
                <a:moveTo>
                  <a:pt x="476250" y="552450"/>
                </a:moveTo>
                <a:lnTo>
                  <a:pt x="485775" y="552450"/>
                </a:lnTo>
                <a:lnTo>
                  <a:pt x="485775" y="571500"/>
                </a:lnTo>
                <a:lnTo>
                  <a:pt x="476250" y="571500"/>
                </a:lnTo>
                <a:close/>
                <a:moveTo>
                  <a:pt x="438150" y="590550"/>
                </a:moveTo>
                <a:lnTo>
                  <a:pt x="447675" y="590550"/>
                </a:lnTo>
                <a:lnTo>
                  <a:pt x="447675" y="600075"/>
                </a:lnTo>
                <a:lnTo>
                  <a:pt x="438150" y="600075"/>
                </a:lnTo>
                <a:close/>
                <a:moveTo>
                  <a:pt x="485775" y="590550"/>
                </a:moveTo>
                <a:lnTo>
                  <a:pt x="504825" y="590550"/>
                </a:lnTo>
                <a:lnTo>
                  <a:pt x="504825" y="609600"/>
                </a:lnTo>
                <a:lnTo>
                  <a:pt x="495300" y="609600"/>
                </a:lnTo>
                <a:lnTo>
                  <a:pt x="495300" y="600075"/>
                </a:lnTo>
                <a:lnTo>
                  <a:pt x="485775" y="600075"/>
                </a:lnTo>
                <a:close/>
                <a:moveTo>
                  <a:pt x="1085850" y="600075"/>
                </a:moveTo>
                <a:lnTo>
                  <a:pt x="1095375" y="600075"/>
                </a:lnTo>
                <a:lnTo>
                  <a:pt x="1095375" y="609600"/>
                </a:lnTo>
                <a:lnTo>
                  <a:pt x="1085850" y="609600"/>
                </a:lnTo>
                <a:close/>
                <a:moveTo>
                  <a:pt x="514350" y="619125"/>
                </a:moveTo>
                <a:lnTo>
                  <a:pt x="523875" y="619125"/>
                </a:lnTo>
                <a:lnTo>
                  <a:pt x="523875" y="628650"/>
                </a:lnTo>
                <a:lnTo>
                  <a:pt x="514350" y="628650"/>
                </a:lnTo>
                <a:close/>
                <a:moveTo>
                  <a:pt x="647700" y="619125"/>
                </a:moveTo>
                <a:lnTo>
                  <a:pt x="657225" y="619125"/>
                </a:lnTo>
                <a:lnTo>
                  <a:pt x="657225" y="628650"/>
                </a:lnTo>
                <a:lnTo>
                  <a:pt x="647700" y="628650"/>
                </a:lnTo>
                <a:close/>
                <a:moveTo>
                  <a:pt x="657225" y="628650"/>
                </a:moveTo>
                <a:lnTo>
                  <a:pt x="666750" y="628650"/>
                </a:lnTo>
                <a:lnTo>
                  <a:pt x="666750" y="638175"/>
                </a:lnTo>
                <a:lnTo>
                  <a:pt x="657225" y="638175"/>
                </a:lnTo>
                <a:close/>
                <a:moveTo>
                  <a:pt x="647700" y="638175"/>
                </a:moveTo>
                <a:lnTo>
                  <a:pt x="657225" y="638175"/>
                </a:lnTo>
                <a:lnTo>
                  <a:pt x="657225" y="647700"/>
                </a:lnTo>
                <a:lnTo>
                  <a:pt x="647700" y="647700"/>
                </a:lnTo>
                <a:close/>
                <a:moveTo>
                  <a:pt x="0" y="647700"/>
                </a:moveTo>
                <a:lnTo>
                  <a:pt x="9525" y="647700"/>
                </a:lnTo>
                <a:lnTo>
                  <a:pt x="9525" y="657225"/>
                </a:lnTo>
                <a:lnTo>
                  <a:pt x="0" y="657225"/>
                </a:lnTo>
                <a:close/>
                <a:moveTo>
                  <a:pt x="1200150" y="676275"/>
                </a:moveTo>
                <a:lnTo>
                  <a:pt x="1209675" y="676275"/>
                </a:lnTo>
                <a:lnTo>
                  <a:pt x="1209675" y="685800"/>
                </a:lnTo>
                <a:lnTo>
                  <a:pt x="1200150" y="685800"/>
                </a:lnTo>
                <a:close/>
                <a:moveTo>
                  <a:pt x="276225" y="695325"/>
                </a:moveTo>
                <a:lnTo>
                  <a:pt x="285750" y="695325"/>
                </a:lnTo>
                <a:lnTo>
                  <a:pt x="285750" y="704850"/>
                </a:lnTo>
                <a:lnTo>
                  <a:pt x="276225" y="704850"/>
                </a:lnTo>
                <a:close/>
                <a:moveTo>
                  <a:pt x="285750" y="704850"/>
                </a:moveTo>
                <a:lnTo>
                  <a:pt x="295275" y="704850"/>
                </a:lnTo>
                <a:lnTo>
                  <a:pt x="295275" y="723900"/>
                </a:lnTo>
                <a:lnTo>
                  <a:pt x="285750" y="723900"/>
                </a:lnTo>
                <a:close/>
                <a:moveTo>
                  <a:pt x="323850" y="704850"/>
                </a:moveTo>
                <a:lnTo>
                  <a:pt x="333375" y="704850"/>
                </a:lnTo>
                <a:lnTo>
                  <a:pt x="333375" y="714375"/>
                </a:lnTo>
                <a:lnTo>
                  <a:pt x="323850" y="714375"/>
                </a:lnTo>
                <a:close/>
                <a:moveTo>
                  <a:pt x="314325" y="714375"/>
                </a:moveTo>
                <a:lnTo>
                  <a:pt x="323850" y="714375"/>
                </a:lnTo>
                <a:lnTo>
                  <a:pt x="323850" y="723900"/>
                </a:lnTo>
                <a:lnTo>
                  <a:pt x="314325" y="723900"/>
                </a:lnTo>
                <a:close/>
                <a:moveTo>
                  <a:pt x="295275" y="723900"/>
                </a:moveTo>
                <a:lnTo>
                  <a:pt x="314325" y="723900"/>
                </a:lnTo>
                <a:lnTo>
                  <a:pt x="314325" y="733425"/>
                </a:lnTo>
                <a:lnTo>
                  <a:pt x="295275" y="733425"/>
                </a:lnTo>
                <a:close/>
                <a:moveTo>
                  <a:pt x="647700" y="723900"/>
                </a:moveTo>
                <a:lnTo>
                  <a:pt x="657225" y="723900"/>
                </a:lnTo>
                <a:lnTo>
                  <a:pt x="657225" y="733425"/>
                </a:lnTo>
                <a:lnTo>
                  <a:pt x="647700" y="733425"/>
                </a:lnTo>
                <a:close/>
                <a:moveTo>
                  <a:pt x="342900" y="742950"/>
                </a:moveTo>
                <a:lnTo>
                  <a:pt x="352425" y="742950"/>
                </a:lnTo>
                <a:lnTo>
                  <a:pt x="352425" y="752475"/>
                </a:lnTo>
                <a:lnTo>
                  <a:pt x="342900" y="752475"/>
                </a:lnTo>
                <a:close/>
                <a:moveTo>
                  <a:pt x="123825" y="752475"/>
                </a:moveTo>
                <a:lnTo>
                  <a:pt x="133350" y="752475"/>
                </a:lnTo>
                <a:lnTo>
                  <a:pt x="133350" y="762000"/>
                </a:lnTo>
                <a:lnTo>
                  <a:pt x="123825" y="762000"/>
                </a:lnTo>
                <a:close/>
                <a:moveTo>
                  <a:pt x="895350" y="771525"/>
                </a:moveTo>
                <a:lnTo>
                  <a:pt x="904875" y="771525"/>
                </a:lnTo>
                <a:lnTo>
                  <a:pt x="904875" y="790575"/>
                </a:lnTo>
                <a:lnTo>
                  <a:pt x="895350" y="790575"/>
                </a:lnTo>
                <a:close/>
                <a:moveTo>
                  <a:pt x="85725" y="790575"/>
                </a:moveTo>
                <a:lnTo>
                  <a:pt x="104775" y="790575"/>
                </a:lnTo>
                <a:lnTo>
                  <a:pt x="104775" y="809625"/>
                </a:lnTo>
                <a:lnTo>
                  <a:pt x="76200" y="809625"/>
                </a:lnTo>
                <a:lnTo>
                  <a:pt x="76200" y="800100"/>
                </a:lnTo>
                <a:lnTo>
                  <a:pt x="85725" y="800100"/>
                </a:lnTo>
                <a:close/>
                <a:moveTo>
                  <a:pt x="838200" y="790575"/>
                </a:moveTo>
                <a:lnTo>
                  <a:pt x="895350" y="790575"/>
                </a:lnTo>
                <a:lnTo>
                  <a:pt x="895350" y="800100"/>
                </a:lnTo>
                <a:lnTo>
                  <a:pt x="885825" y="800100"/>
                </a:lnTo>
                <a:lnTo>
                  <a:pt x="885825" y="809625"/>
                </a:lnTo>
                <a:lnTo>
                  <a:pt x="838200" y="809625"/>
                </a:lnTo>
                <a:close/>
                <a:moveTo>
                  <a:pt x="1104900" y="800100"/>
                </a:moveTo>
                <a:lnTo>
                  <a:pt x="1114425" y="800100"/>
                </a:lnTo>
                <a:lnTo>
                  <a:pt x="1114425" y="809625"/>
                </a:lnTo>
                <a:lnTo>
                  <a:pt x="1104900" y="809625"/>
                </a:lnTo>
                <a:close/>
              </a:path>
            </a:pathLst>
          </a:custGeom>
          <a:solidFill xmlns:a="http://schemas.openxmlformats.org/drawingml/2006/main">
            <a:srgbClr val="F9F8F5"/>
          </a:solidFill>
          <a:ln xmlns:a="http://schemas.openxmlformats.org/drawingml/2006/main" w="0">
            <a:noFill/>
          </a:ln>
        </p:spPr>
      </p:sp>
      <p:sp>
        <p:nvSpPr>
          <p:cNvPr id="215" name="v21 vector #f9f8f4">
            <a:extLst xmlns:a="http://schemas.openxmlformats.org/drawingml/2006/main">
              <a:ext uri="{FF2B5EF4-FFF2-40B4-BE49-F238E27FC236}">
                <a16:creationId xmlns:a16="http://schemas.microsoft.com/office/drawing/2014/main" id="{B7F8158F-9907-4AB8-A096-F9AC37BFE1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8250" y="4848225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57150" y="0"/>
                </a:moveTo>
                <a:lnTo>
                  <a:pt x="66675" y="0"/>
                </a:lnTo>
                <a:lnTo>
                  <a:pt x="66675" y="28575"/>
                </a:lnTo>
                <a:lnTo>
                  <a:pt x="76200" y="28575"/>
                </a:lnTo>
                <a:lnTo>
                  <a:pt x="76200" y="38100"/>
                </a:lnTo>
                <a:lnTo>
                  <a:pt x="114300" y="38100"/>
                </a:lnTo>
                <a:lnTo>
                  <a:pt x="114300" y="66675"/>
                </a:lnTo>
                <a:lnTo>
                  <a:pt x="104775" y="66675"/>
                </a:lnTo>
                <a:lnTo>
                  <a:pt x="104775" y="76200"/>
                </a:lnTo>
                <a:lnTo>
                  <a:pt x="95250" y="76200"/>
                </a:lnTo>
                <a:lnTo>
                  <a:pt x="95250" y="66675"/>
                </a:lnTo>
                <a:lnTo>
                  <a:pt x="85725" y="66675"/>
                </a:lnTo>
                <a:lnTo>
                  <a:pt x="85725" y="57150"/>
                </a:lnTo>
                <a:lnTo>
                  <a:pt x="76200" y="57150"/>
                </a:lnTo>
                <a:lnTo>
                  <a:pt x="76200" y="47625"/>
                </a:lnTo>
                <a:lnTo>
                  <a:pt x="66675" y="47625"/>
                </a:lnTo>
                <a:lnTo>
                  <a:pt x="66675" y="38100"/>
                </a:lnTo>
                <a:lnTo>
                  <a:pt x="57150" y="38100"/>
                </a:lnTo>
                <a:close/>
                <a:moveTo>
                  <a:pt x="495300" y="0"/>
                </a:moveTo>
                <a:lnTo>
                  <a:pt x="504825" y="0"/>
                </a:lnTo>
                <a:lnTo>
                  <a:pt x="504825" y="9525"/>
                </a:lnTo>
                <a:lnTo>
                  <a:pt x="495300" y="9525"/>
                </a:lnTo>
                <a:close/>
                <a:moveTo>
                  <a:pt x="809625" y="0"/>
                </a:moveTo>
                <a:lnTo>
                  <a:pt x="819150" y="0"/>
                </a:lnTo>
                <a:lnTo>
                  <a:pt x="819150" y="9525"/>
                </a:lnTo>
                <a:lnTo>
                  <a:pt x="809625" y="9525"/>
                </a:lnTo>
                <a:close/>
                <a:moveTo>
                  <a:pt x="866775" y="0"/>
                </a:moveTo>
                <a:lnTo>
                  <a:pt x="876300" y="0"/>
                </a:lnTo>
                <a:lnTo>
                  <a:pt x="876300" y="9525"/>
                </a:lnTo>
                <a:lnTo>
                  <a:pt x="866775" y="9525"/>
                </a:lnTo>
                <a:close/>
                <a:moveTo>
                  <a:pt x="895350" y="0"/>
                </a:moveTo>
                <a:lnTo>
                  <a:pt x="933450" y="0"/>
                </a:lnTo>
                <a:lnTo>
                  <a:pt x="933450" y="19050"/>
                </a:lnTo>
                <a:lnTo>
                  <a:pt x="962025" y="19050"/>
                </a:lnTo>
                <a:lnTo>
                  <a:pt x="962025" y="9525"/>
                </a:lnTo>
                <a:lnTo>
                  <a:pt x="990600" y="9525"/>
                </a:lnTo>
                <a:lnTo>
                  <a:pt x="990600" y="0"/>
                </a:lnTo>
                <a:lnTo>
                  <a:pt x="1000125" y="0"/>
                </a:lnTo>
                <a:lnTo>
                  <a:pt x="1000125" y="38100"/>
                </a:lnTo>
                <a:lnTo>
                  <a:pt x="981075" y="38100"/>
                </a:lnTo>
                <a:lnTo>
                  <a:pt x="981075" y="47625"/>
                </a:lnTo>
                <a:lnTo>
                  <a:pt x="971550" y="47625"/>
                </a:lnTo>
                <a:lnTo>
                  <a:pt x="971550" y="38100"/>
                </a:lnTo>
                <a:lnTo>
                  <a:pt x="952500" y="38100"/>
                </a:lnTo>
                <a:lnTo>
                  <a:pt x="952500" y="28575"/>
                </a:lnTo>
                <a:lnTo>
                  <a:pt x="923925" y="28575"/>
                </a:lnTo>
                <a:lnTo>
                  <a:pt x="923925" y="38100"/>
                </a:lnTo>
                <a:lnTo>
                  <a:pt x="914400" y="38100"/>
                </a:lnTo>
                <a:lnTo>
                  <a:pt x="914400" y="47625"/>
                </a:lnTo>
                <a:lnTo>
                  <a:pt x="904875" y="47625"/>
                </a:lnTo>
                <a:lnTo>
                  <a:pt x="904875" y="19050"/>
                </a:lnTo>
                <a:lnTo>
                  <a:pt x="895350" y="19050"/>
                </a:lnTo>
                <a:close/>
                <a:moveTo>
                  <a:pt x="85725" y="19050"/>
                </a:moveTo>
                <a:lnTo>
                  <a:pt x="95250" y="19050"/>
                </a:lnTo>
                <a:lnTo>
                  <a:pt x="95250" y="28575"/>
                </a:lnTo>
                <a:lnTo>
                  <a:pt x="85725" y="28575"/>
                </a:lnTo>
                <a:close/>
                <a:moveTo>
                  <a:pt x="104775" y="19050"/>
                </a:moveTo>
                <a:lnTo>
                  <a:pt x="142875" y="19050"/>
                </a:lnTo>
                <a:lnTo>
                  <a:pt x="142875" y="28575"/>
                </a:lnTo>
                <a:lnTo>
                  <a:pt x="104775" y="28575"/>
                </a:lnTo>
                <a:close/>
                <a:moveTo>
                  <a:pt x="419100" y="19050"/>
                </a:moveTo>
                <a:lnTo>
                  <a:pt x="438150" y="19050"/>
                </a:lnTo>
                <a:lnTo>
                  <a:pt x="438150" y="47625"/>
                </a:lnTo>
                <a:lnTo>
                  <a:pt x="428625" y="47625"/>
                </a:lnTo>
                <a:lnTo>
                  <a:pt x="428625" y="28575"/>
                </a:lnTo>
                <a:lnTo>
                  <a:pt x="419100" y="28575"/>
                </a:lnTo>
                <a:close/>
                <a:moveTo>
                  <a:pt x="381000" y="28575"/>
                </a:moveTo>
                <a:lnTo>
                  <a:pt x="400050" y="28575"/>
                </a:lnTo>
                <a:lnTo>
                  <a:pt x="400050" y="38100"/>
                </a:lnTo>
                <a:lnTo>
                  <a:pt x="381000" y="38100"/>
                </a:lnTo>
                <a:close/>
                <a:moveTo>
                  <a:pt x="400050" y="38100"/>
                </a:moveTo>
                <a:lnTo>
                  <a:pt x="409575" y="38100"/>
                </a:lnTo>
                <a:lnTo>
                  <a:pt x="409575" y="47625"/>
                </a:lnTo>
                <a:lnTo>
                  <a:pt x="400050" y="47625"/>
                </a:lnTo>
                <a:close/>
                <a:moveTo>
                  <a:pt x="1000125" y="47625"/>
                </a:moveTo>
                <a:lnTo>
                  <a:pt x="1028700" y="47625"/>
                </a:lnTo>
                <a:lnTo>
                  <a:pt x="1028700" y="57150"/>
                </a:lnTo>
                <a:lnTo>
                  <a:pt x="1019175" y="57150"/>
                </a:lnTo>
                <a:lnTo>
                  <a:pt x="1019175" y="66675"/>
                </a:lnTo>
                <a:lnTo>
                  <a:pt x="1009650" y="66675"/>
                </a:lnTo>
                <a:lnTo>
                  <a:pt x="1009650" y="57150"/>
                </a:lnTo>
                <a:lnTo>
                  <a:pt x="1000125" y="57150"/>
                </a:lnTo>
                <a:close/>
                <a:moveTo>
                  <a:pt x="1047750" y="47625"/>
                </a:moveTo>
                <a:lnTo>
                  <a:pt x="1066800" y="47625"/>
                </a:lnTo>
                <a:lnTo>
                  <a:pt x="1066800" y="57150"/>
                </a:lnTo>
                <a:lnTo>
                  <a:pt x="1047750" y="57150"/>
                </a:lnTo>
                <a:close/>
                <a:moveTo>
                  <a:pt x="1123950" y="57150"/>
                </a:moveTo>
                <a:lnTo>
                  <a:pt x="1143000" y="57150"/>
                </a:lnTo>
                <a:lnTo>
                  <a:pt x="1143000" y="66675"/>
                </a:lnTo>
                <a:lnTo>
                  <a:pt x="1152525" y="66675"/>
                </a:lnTo>
                <a:lnTo>
                  <a:pt x="1152525" y="76200"/>
                </a:lnTo>
                <a:lnTo>
                  <a:pt x="1162050" y="76200"/>
                </a:lnTo>
                <a:lnTo>
                  <a:pt x="1162050" y="95250"/>
                </a:lnTo>
                <a:lnTo>
                  <a:pt x="1143000" y="95250"/>
                </a:lnTo>
                <a:lnTo>
                  <a:pt x="1143000" y="76200"/>
                </a:lnTo>
                <a:lnTo>
                  <a:pt x="1123950" y="76200"/>
                </a:lnTo>
                <a:close/>
                <a:moveTo>
                  <a:pt x="1190625" y="57150"/>
                </a:moveTo>
                <a:lnTo>
                  <a:pt x="1200150" y="57150"/>
                </a:lnTo>
                <a:lnTo>
                  <a:pt x="1200150" y="66675"/>
                </a:lnTo>
                <a:lnTo>
                  <a:pt x="1209675" y="66675"/>
                </a:lnTo>
                <a:lnTo>
                  <a:pt x="1209675" y="104775"/>
                </a:lnTo>
                <a:lnTo>
                  <a:pt x="1200150" y="104775"/>
                </a:lnTo>
                <a:lnTo>
                  <a:pt x="1200150" y="85725"/>
                </a:lnTo>
                <a:lnTo>
                  <a:pt x="1190625" y="85725"/>
                </a:lnTo>
                <a:close/>
                <a:moveTo>
                  <a:pt x="1019175" y="66675"/>
                </a:moveTo>
                <a:lnTo>
                  <a:pt x="1028700" y="66675"/>
                </a:lnTo>
                <a:lnTo>
                  <a:pt x="1028700" y="76200"/>
                </a:lnTo>
                <a:lnTo>
                  <a:pt x="1019175" y="76200"/>
                </a:lnTo>
                <a:close/>
                <a:moveTo>
                  <a:pt x="1038225" y="66675"/>
                </a:moveTo>
                <a:lnTo>
                  <a:pt x="1057275" y="66675"/>
                </a:lnTo>
                <a:lnTo>
                  <a:pt x="1057275" y="76200"/>
                </a:lnTo>
                <a:lnTo>
                  <a:pt x="1047750" y="76200"/>
                </a:lnTo>
                <a:lnTo>
                  <a:pt x="1047750" y="85725"/>
                </a:lnTo>
                <a:lnTo>
                  <a:pt x="1038225" y="85725"/>
                </a:lnTo>
                <a:close/>
                <a:moveTo>
                  <a:pt x="971550" y="76200"/>
                </a:moveTo>
                <a:lnTo>
                  <a:pt x="990600" y="76200"/>
                </a:lnTo>
                <a:lnTo>
                  <a:pt x="990600" y="85725"/>
                </a:lnTo>
                <a:lnTo>
                  <a:pt x="971550" y="85725"/>
                </a:lnTo>
                <a:close/>
                <a:moveTo>
                  <a:pt x="962025" y="85725"/>
                </a:moveTo>
                <a:lnTo>
                  <a:pt x="971550" y="85725"/>
                </a:lnTo>
                <a:lnTo>
                  <a:pt x="971550" y="95250"/>
                </a:lnTo>
                <a:lnTo>
                  <a:pt x="962025" y="95250"/>
                </a:lnTo>
                <a:close/>
                <a:moveTo>
                  <a:pt x="1066800" y="85725"/>
                </a:moveTo>
                <a:lnTo>
                  <a:pt x="1085850" y="85725"/>
                </a:lnTo>
                <a:lnTo>
                  <a:pt x="1085850" y="114300"/>
                </a:lnTo>
                <a:lnTo>
                  <a:pt x="1095375" y="114300"/>
                </a:lnTo>
                <a:lnTo>
                  <a:pt x="1095375" y="104775"/>
                </a:lnTo>
                <a:lnTo>
                  <a:pt x="1143000" y="104775"/>
                </a:lnTo>
                <a:lnTo>
                  <a:pt x="1143000" y="123825"/>
                </a:lnTo>
                <a:lnTo>
                  <a:pt x="1123950" y="123825"/>
                </a:lnTo>
                <a:lnTo>
                  <a:pt x="1123950" y="133350"/>
                </a:lnTo>
                <a:lnTo>
                  <a:pt x="1114425" y="133350"/>
                </a:lnTo>
                <a:lnTo>
                  <a:pt x="1114425" y="142875"/>
                </a:lnTo>
                <a:lnTo>
                  <a:pt x="1104900" y="142875"/>
                </a:lnTo>
                <a:lnTo>
                  <a:pt x="1104900" y="133350"/>
                </a:lnTo>
                <a:lnTo>
                  <a:pt x="1095375" y="133350"/>
                </a:lnTo>
                <a:lnTo>
                  <a:pt x="1095375" y="123825"/>
                </a:lnTo>
                <a:lnTo>
                  <a:pt x="1076325" y="123825"/>
                </a:lnTo>
                <a:lnTo>
                  <a:pt x="1076325" y="95250"/>
                </a:lnTo>
                <a:lnTo>
                  <a:pt x="1066800" y="95250"/>
                </a:lnTo>
                <a:close/>
                <a:moveTo>
                  <a:pt x="1162050" y="95250"/>
                </a:moveTo>
                <a:lnTo>
                  <a:pt x="1181100" y="95250"/>
                </a:lnTo>
                <a:lnTo>
                  <a:pt x="1181100" y="104775"/>
                </a:lnTo>
                <a:lnTo>
                  <a:pt x="1200150" y="104775"/>
                </a:lnTo>
                <a:lnTo>
                  <a:pt x="1200150" y="133350"/>
                </a:lnTo>
                <a:lnTo>
                  <a:pt x="1181100" y="133350"/>
                </a:lnTo>
                <a:lnTo>
                  <a:pt x="1181100" y="123825"/>
                </a:lnTo>
                <a:lnTo>
                  <a:pt x="1190625" y="123825"/>
                </a:lnTo>
                <a:lnTo>
                  <a:pt x="1190625" y="114300"/>
                </a:lnTo>
                <a:lnTo>
                  <a:pt x="1171575" y="114300"/>
                </a:lnTo>
                <a:lnTo>
                  <a:pt x="1171575" y="104775"/>
                </a:lnTo>
                <a:lnTo>
                  <a:pt x="1162050" y="104775"/>
                </a:lnTo>
                <a:close/>
                <a:moveTo>
                  <a:pt x="1152525" y="104775"/>
                </a:moveTo>
                <a:lnTo>
                  <a:pt x="1162050" y="104775"/>
                </a:lnTo>
                <a:lnTo>
                  <a:pt x="1162050" y="114300"/>
                </a:lnTo>
                <a:lnTo>
                  <a:pt x="1152525" y="114300"/>
                </a:lnTo>
                <a:close/>
                <a:moveTo>
                  <a:pt x="1047750" y="114300"/>
                </a:moveTo>
                <a:lnTo>
                  <a:pt x="1057275" y="114300"/>
                </a:lnTo>
                <a:lnTo>
                  <a:pt x="1057275" y="123825"/>
                </a:lnTo>
                <a:lnTo>
                  <a:pt x="1076325" y="123825"/>
                </a:lnTo>
                <a:lnTo>
                  <a:pt x="1076325" y="133350"/>
                </a:lnTo>
                <a:lnTo>
                  <a:pt x="1066800" y="133350"/>
                </a:lnTo>
                <a:lnTo>
                  <a:pt x="1066800" y="142875"/>
                </a:lnTo>
                <a:lnTo>
                  <a:pt x="1057275" y="142875"/>
                </a:lnTo>
                <a:lnTo>
                  <a:pt x="1057275" y="133350"/>
                </a:lnTo>
                <a:lnTo>
                  <a:pt x="1047750" y="133350"/>
                </a:lnTo>
                <a:close/>
                <a:moveTo>
                  <a:pt x="981075" y="133350"/>
                </a:moveTo>
                <a:lnTo>
                  <a:pt x="990600" y="133350"/>
                </a:lnTo>
                <a:lnTo>
                  <a:pt x="990600" y="142875"/>
                </a:lnTo>
                <a:lnTo>
                  <a:pt x="1000125" y="142875"/>
                </a:lnTo>
                <a:lnTo>
                  <a:pt x="1000125" y="171450"/>
                </a:lnTo>
                <a:lnTo>
                  <a:pt x="990600" y="171450"/>
                </a:lnTo>
                <a:lnTo>
                  <a:pt x="990600" y="180975"/>
                </a:lnTo>
                <a:lnTo>
                  <a:pt x="1000125" y="180975"/>
                </a:lnTo>
                <a:lnTo>
                  <a:pt x="1000125" y="209550"/>
                </a:lnTo>
                <a:lnTo>
                  <a:pt x="1009650" y="209550"/>
                </a:lnTo>
                <a:lnTo>
                  <a:pt x="1009650" y="238125"/>
                </a:lnTo>
                <a:lnTo>
                  <a:pt x="990600" y="238125"/>
                </a:lnTo>
                <a:lnTo>
                  <a:pt x="990600" y="228600"/>
                </a:lnTo>
                <a:lnTo>
                  <a:pt x="981075" y="228600"/>
                </a:lnTo>
                <a:lnTo>
                  <a:pt x="981075" y="219075"/>
                </a:lnTo>
                <a:lnTo>
                  <a:pt x="971550" y="219075"/>
                </a:lnTo>
                <a:lnTo>
                  <a:pt x="971550" y="209550"/>
                </a:lnTo>
                <a:lnTo>
                  <a:pt x="981075" y="209550"/>
                </a:lnTo>
                <a:lnTo>
                  <a:pt x="981075" y="219075"/>
                </a:lnTo>
                <a:lnTo>
                  <a:pt x="990600" y="219075"/>
                </a:lnTo>
                <a:lnTo>
                  <a:pt x="990600" y="190500"/>
                </a:lnTo>
                <a:lnTo>
                  <a:pt x="971550" y="190500"/>
                </a:lnTo>
                <a:lnTo>
                  <a:pt x="971550" y="180975"/>
                </a:lnTo>
                <a:lnTo>
                  <a:pt x="981075" y="180975"/>
                </a:lnTo>
                <a:close/>
                <a:moveTo>
                  <a:pt x="1133475" y="133350"/>
                </a:moveTo>
                <a:lnTo>
                  <a:pt x="1171575" y="133350"/>
                </a:lnTo>
                <a:lnTo>
                  <a:pt x="1171575" y="142875"/>
                </a:lnTo>
                <a:lnTo>
                  <a:pt x="1152525" y="142875"/>
                </a:lnTo>
                <a:lnTo>
                  <a:pt x="1152525" y="152400"/>
                </a:lnTo>
                <a:lnTo>
                  <a:pt x="1143000" y="152400"/>
                </a:lnTo>
                <a:lnTo>
                  <a:pt x="1143000" y="142875"/>
                </a:lnTo>
                <a:lnTo>
                  <a:pt x="1133475" y="142875"/>
                </a:lnTo>
                <a:close/>
                <a:moveTo>
                  <a:pt x="1028700" y="142875"/>
                </a:moveTo>
                <a:lnTo>
                  <a:pt x="1038225" y="142875"/>
                </a:lnTo>
                <a:lnTo>
                  <a:pt x="1038225" y="152400"/>
                </a:lnTo>
                <a:lnTo>
                  <a:pt x="1047750" y="152400"/>
                </a:lnTo>
                <a:lnTo>
                  <a:pt x="1047750" y="161925"/>
                </a:lnTo>
                <a:lnTo>
                  <a:pt x="1038225" y="161925"/>
                </a:lnTo>
                <a:lnTo>
                  <a:pt x="1038225" y="171450"/>
                </a:lnTo>
                <a:lnTo>
                  <a:pt x="1028700" y="171450"/>
                </a:lnTo>
                <a:close/>
                <a:moveTo>
                  <a:pt x="1085850" y="152400"/>
                </a:moveTo>
                <a:lnTo>
                  <a:pt x="1095375" y="152400"/>
                </a:lnTo>
                <a:lnTo>
                  <a:pt x="1095375" y="161925"/>
                </a:lnTo>
                <a:lnTo>
                  <a:pt x="1104900" y="161925"/>
                </a:lnTo>
                <a:lnTo>
                  <a:pt x="1104900" y="152400"/>
                </a:lnTo>
                <a:lnTo>
                  <a:pt x="1114425" y="152400"/>
                </a:lnTo>
                <a:lnTo>
                  <a:pt x="1114425" y="161925"/>
                </a:lnTo>
                <a:lnTo>
                  <a:pt x="1104900" y="161925"/>
                </a:lnTo>
                <a:lnTo>
                  <a:pt x="1104900" y="171450"/>
                </a:lnTo>
                <a:lnTo>
                  <a:pt x="1085850" y="171450"/>
                </a:lnTo>
                <a:lnTo>
                  <a:pt x="1085850" y="190500"/>
                </a:lnTo>
                <a:lnTo>
                  <a:pt x="1038225" y="190500"/>
                </a:lnTo>
                <a:lnTo>
                  <a:pt x="1038225" y="180975"/>
                </a:lnTo>
                <a:lnTo>
                  <a:pt x="1047750" y="180975"/>
                </a:lnTo>
                <a:lnTo>
                  <a:pt x="1047750" y="171450"/>
                </a:lnTo>
                <a:lnTo>
                  <a:pt x="1057275" y="171450"/>
                </a:lnTo>
                <a:lnTo>
                  <a:pt x="1057275" y="161925"/>
                </a:lnTo>
                <a:lnTo>
                  <a:pt x="1085850" y="161925"/>
                </a:lnTo>
                <a:close/>
                <a:moveTo>
                  <a:pt x="1181100" y="152400"/>
                </a:moveTo>
                <a:lnTo>
                  <a:pt x="1209675" y="152400"/>
                </a:lnTo>
                <a:lnTo>
                  <a:pt x="1209675" y="171450"/>
                </a:lnTo>
                <a:lnTo>
                  <a:pt x="1190625" y="171450"/>
                </a:lnTo>
                <a:lnTo>
                  <a:pt x="1190625" y="180975"/>
                </a:lnTo>
                <a:lnTo>
                  <a:pt x="1181100" y="180975"/>
                </a:lnTo>
                <a:close/>
                <a:moveTo>
                  <a:pt x="1143000" y="161925"/>
                </a:moveTo>
                <a:lnTo>
                  <a:pt x="1152525" y="161925"/>
                </a:lnTo>
                <a:lnTo>
                  <a:pt x="1152525" y="190500"/>
                </a:lnTo>
                <a:lnTo>
                  <a:pt x="1143000" y="190500"/>
                </a:lnTo>
                <a:close/>
                <a:moveTo>
                  <a:pt x="1085850" y="190500"/>
                </a:moveTo>
                <a:lnTo>
                  <a:pt x="1104900" y="190500"/>
                </a:lnTo>
                <a:lnTo>
                  <a:pt x="1104900" y="228600"/>
                </a:lnTo>
                <a:lnTo>
                  <a:pt x="1114425" y="228600"/>
                </a:lnTo>
                <a:lnTo>
                  <a:pt x="1114425" y="238125"/>
                </a:lnTo>
                <a:lnTo>
                  <a:pt x="1104900" y="238125"/>
                </a:lnTo>
                <a:lnTo>
                  <a:pt x="1104900" y="247650"/>
                </a:lnTo>
                <a:lnTo>
                  <a:pt x="1095375" y="247650"/>
                </a:lnTo>
                <a:lnTo>
                  <a:pt x="1095375" y="257175"/>
                </a:lnTo>
                <a:lnTo>
                  <a:pt x="1085850" y="257175"/>
                </a:lnTo>
                <a:lnTo>
                  <a:pt x="1085850" y="276225"/>
                </a:lnTo>
                <a:lnTo>
                  <a:pt x="1076325" y="276225"/>
                </a:lnTo>
                <a:lnTo>
                  <a:pt x="1076325" y="257175"/>
                </a:lnTo>
                <a:lnTo>
                  <a:pt x="1066800" y="257175"/>
                </a:lnTo>
                <a:lnTo>
                  <a:pt x="1066800" y="228600"/>
                </a:lnTo>
                <a:lnTo>
                  <a:pt x="1076325" y="228600"/>
                </a:lnTo>
                <a:lnTo>
                  <a:pt x="1076325" y="238125"/>
                </a:lnTo>
                <a:lnTo>
                  <a:pt x="1095375" y="238125"/>
                </a:lnTo>
                <a:lnTo>
                  <a:pt x="1095375" y="219075"/>
                </a:lnTo>
                <a:lnTo>
                  <a:pt x="1085850" y="219075"/>
                </a:lnTo>
                <a:close/>
                <a:moveTo>
                  <a:pt x="1171575" y="190500"/>
                </a:moveTo>
                <a:lnTo>
                  <a:pt x="1209675" y="190500"/>
                </a:lnTo>
                <a:lnTo>
                  <a:pt x="1209675" y="209550"/>
                </a:lnTo>
                <a:lnTo>
                  <a:pt x="1200150" y="209550"/>
                </a:lnTo>
                <a:lnTo>
                  <a:pt x="1200150" y="228600"/>
                </a:lnTo>
                <a:lnTo>
                  <a:pt x="1190625" y="228600"/>
                </a:lnTo>
                <a:lnTo>
                  <a:pt x="1190625" y="209550"/>
                </a:lnTo>
                <a:lnTo>
                  <a:pt x="1171575" y="209550"/>
                </a:lnTo>
                <a:close/>
                <a:moveTo>
                  <a:pt x="542925" y="209550"/>
                </a:moveTo>
                <a:lnTo>
                  <a:pt x="552450" y="209550"/>
                </a:lnTo>
                <a:lnTo>
                  <a:pt x="552450" y="219075"/>
                </a:lnTo>
                <a:lnTo>
                  <a:pt x="542925" y="219075"/>
                </a:lnTo>
                <a:close/>
                <a:moveTo>
                  <a:pt x="1047750" y="209550"/>
                </a:moveTo>
                <a:lnTo>
                  <a:pt x="1057275" y="209550"/>
                </a:lnTo>
                <a:lnTo>
                  <a:pt x="1057275" y="238125"/>
                </a:lnTo>
                <a:lnTo>
                  <a:pt x="1047750" y="238125"/>
                </a:lnTo>
                <a:close/>
                <a:moveTo>
                  <a:pt x="1171575" y="219075"/>
                </a:moveTo>
                <a:lnTo>
                  <a:pt x="1181100" y="219075"/>
                </a:lnTo>
                <a:lnTo>
                  <a:pt x="1181100" y="228600"/>
                </a:lnTo>
                <a:lnTo>
                  <a:pt x="1171575" y="228600"/>
                </a:lnTo>
                <a:close/>
                <a:moveTo>
                  <a:pt x="1181100" y="228600"/>
                </a:moveTo>
                <a:lnTo>
                  <a:pt x="1190625" y="228600"/>
                </a:lnTo>
                <a:lnTo>
                  <a:pt x="1190625" y="238125"/>
                </a:lnTo>
                <a:lnTo>
                  <a:pt x="1181100" y="238125"/>
                </a:lnTo>
                <a:close/>
                <a:moveTo>
                  <a:pt x="257175" y="238125"/>
                </a:moveTo>
                <a:lnTo>
                  <a:pt x="266700" y="238125"/>
                </a:lnTo>
                <a:lnTo>
                  <a:pt x="266700" y="257175"/>
                </a:lnTo>
                <a:lnTo>
                  <a:pt x="257175" y="257175"/>
                </a:lnTo>
                <a:close/>
                <a:moveTo>
                  <a:pt x="276225" y="238125"/>
                </a:moveTo>
                <a:lnTo>
                  <a:pt x="295275" y="238125"/>
                </a:lnTo>
                <a:lnTo>
                  <a:pt x="295275" y="257175"/>
                </a:lnTo>
                <a:lnTo>
                  <a:pt x="276225" y="257175"/>
                </a:lnTo>
                <a:close/>
                <a:moveTo>
                  <a:pt x="304800" y="238125"/>
                </a:moveTo>
                <a:lnTo>
                  <a:pt x="314325" y="238125"/>
                </a:lnTo>
                <a:lnTo>
                  <a:pt x="314325" y="257175"/>
                </a:lnTo>
                <a:lnTo>
                  <a:pt x="304800" y="257175"/>
                </a:lnTo>
                <a:close/>
                <a:moveTo>
                  <a:pt x="323850" y="238125"/>
                </a:moveTo>
                <a:lnTo>
                  <a:pt x="333375" y="238125"/>
                </a:lnTo>
                <a:lnTo>
                  <a:pt x="333375" y="257175"/>
                </a:lnTo>
                <a:lnTo>
                  <a:pt x="323850" y="257175"/>
                </a:lnTo>
                <a:close/>
                <a:moveTo>
                  <a:pt x="342900" y="238125"/>
                </a:moveTo>
                <a:lnTo>
                  <a:pt x="371475" y="238125"/>
                </a:lnTo>
                <a:lnTo>
                  <a:pt x="371475" y="257175"/>
                </a:lnTo>
                <a:lnTo>
                  <a:pt x="342900" y="257175"/>
                </a:lnTo>
                <a:close/>
                <a:moveTo>
                  <a:pt x="438150" y="238125"/>
                </a:moveTo>
                <a:lnTo>
                  <a:pt x="457200" y="238125"/>
                </a:lnTo>
                <a:lnTo>
                  <a:pt x="457200" y="257175"/>
                </a:lnTo>
                <a:lnTo>
                  <a:pt x="438150" y="257175"/>
                </a:lnTo>
                <a:close/>
                <a:moveTo>
                  <a:pt x="466725" y="238125"/>
                </a:moveTo>
                <a:lnTo>
                  <a:pt x="495300" y="238125"/>
                </a:lnTo>
                <a:lnTo>
                  <a:pt x="495300" y="257175"/>
                </a:lnTo>
                <a:lnTo>
                  <a:pt x="466725" y="257175"/>
                </a:lnTo>
                <a:close/>
                <a:moveTo>
                  <a:pt x="1133475" y="238125"/>
                </a:moveTo>
                <a:lnTo>
                  <a:pt x="1143000" y="238125"/>
                </a:lnTo>
                <a:lnTo>
                  <a:pt x="1143000" y="247650"/>
                </a:lnTo>
                <a:lnTo>
                  <a:pt x="1209675" y="247650"/>
                </a:lnTo>
                <a:lnTo>
                  <a:pt x="1209675" y="276225"/>
                </a:lnTo>
                <a:lnTo>
                  <a:pt x="1200150" y="276225"/>
                </a:lnTo>
                <a:lnTo>
                  <a:pt x="1200150" y="266700"/>
                </a:lnTo>
                <a:lnTo>
                  <a:pt x="1190625" y="266700"/>
                </a:lnTo>
                <a:lnTo>
                  <a:pt x="1190625" y="257175"/>
                </a:lnTo>
                <a:lnTo>
                  <a:pt x="1171575" y="257175"/>
                </a:lnTo>
                <a:lnTo>
                  <a:pt x="1171575" y="276225"/>
                </a:lnTo>
                <a:lnTo>
                  <a:pt x="1152525" y="276225"/>
                </a:lnTo>
                <a:lnTo>
                  <a:pt x="1152525" y="266700"/>
                </a:lnTo>
                <a:lnTo>
                  <a:pt x="1133475" y="266700"/>
                </a:lnTo>
                <a:lnTo>
                  <a:pt x="1133475" y="276225"/>
                </a:lnTo>
                <a:lnTo>
                  <a:pt x="1114425" y="276225"/>
                </a:lnTo>
                <a:lnTo>
                  <a:pt x="1114425" y="247650"/>
                </a:lnTo>
                <a:lnTo>
                  <a:pt x="1133475" y="247650"/>
                </a:lnTo>
                <a:close/>
                <a:moveTo>
                  <a:pt x="371475" y="257175"/>
                </a:moveTo>
                <a:lnTo>
                  <a:pt x="381000" y="257175"/>
                </a:lnTo>
                <a:lnTo>
                  <a:pt x="381000" y="266700"/>
                </a:lnTo>
                <a:lnTo>
                  <a:pt x="390525" y="266700"/>
                </a:lnTo>
                <a:lnTo>
                  <a:pt x="390525" y="323850"/>
                </a:lnTo>
                <a:lnTo>
                  <a:pt x="371475" y="323850"/>
                </a:lnTo>
                <a:close/>
                <a:moveTo>
                  <a:pt x="428625" y="257175"/>
                </a:moveTo>
                <a:lnTo>
                  <a:pt x="438150" y="257175"/>
                </a:lnTo>
                <a:lnTo>
                  <a:pt x="438150" y="266700"/>
                </a:lnTo>
                <a:lnTo>
                  <a:pt x="428625" y="266700"/>
                </a:lnTo>
                <a:close/>
                <a:moveTo>
                  <a:pt x="1028700" y="257175"/>
                </a:moveTo>
                <a:lnTo>
                  <a:pt x="1038225" y="257175"/>
                </a:lnTo>
                <a:lnTo>
                  <a:pt x="1038225" y="266700"/>
                </a:lnTo>
                <a:lnTo>
                  <a:pt x="1028700" y="266700"/>
                </a:lnTo>
                <a:close/>
                <a:moveTo>
                  <a:pt x="9525" y="266700"/>
                </a:moveTo>
                <a:lnTo>
                  <a:pt x="19050" y="266700"/>
                </a:lnTo>
                <a:lnTo>
                  <a:pt x="19050" y="276225"/>
                </a:lnTo>
                <a:lnTo>
                  <a:pt x="38100" y="276225"/>
                </a:lnTo>
                <a:lnTo>
                  <a:pt x="38100" y="323850"/>
                </a:lnTo>
                <a:lnTo>
                  <a:pt x="19050" y="323850"/>
                </a:lnTo>
                <a:lnTo>
                  <a:pt x="19050" y="333375"/>
                </a:lnTo>
                <a:lnTo>
                  <a:pt x="9525" y="333375"/>
                </a:lnTo>
                <a:lnTo>
                  <a:pt x="9525" y="314325"/>
                </a:lnTo>
                <a:lnTo>
                  <a:pt x="19050" y="314325"/>
                </a:lnTo>
                <a:lnTo>
                  <a:pt x="19050" y="285750"/>
                </a:lnTo>
                <a:lnTo>
                  <a:pt x="9525" y="285750"/>
                </a:lnTo>
                <a:close/>
                <a:moveTo>
                  <a:pt x="1095375" y="266700"/>
                </a:moveTo>
                <a:lnTo>
                  <a:pt x="1104900" y="266700"/>
                </a:lnTo>
                <a:lnTo>
                  <a:pt x="1104900" y="276225"/>
                </a:lnTo>
                <a:lnTo>
                  <a:pt x="1095375" y="276225"/>
                </a:lnTo>
                <a:close/>
                <a:moveTo>
                  <a:pt x="1085850" y="276225"/>
                </a:moveTo>
                <a:lnTo>
                  <a:pt x="1095375" y="276225"/>
                </a:lnTo>
                <a:lnTo>
                  <a:pt x="1095375" y="285750"/>
                </a:lnTo>
                <a:lnTo>
                  <a:pt x="1085850" y="285750"/>
                </a:lnTo>
                <a:close/>
                <a:moveTo>
                  <a:pt x="0" y="285750"/>
                </a:moveTo>
                <a:lnTo>
                  <a:pt x="9525" y="285750"/>
                </a:lnTo>
                <a:lnTo>
                  <a:pt x="9525" y="295275"/>
                </a:lnTo>
                <a:lnTo>
                  <a:pt x="0" y="295275"/>
                </a:lnTo>
                <a:close/>
                <a:moveTo>
                  <a:pt x="1171575" y="285750"/>
                </a:moveTo>
                <a:lnTo>
                  <a:pt x="1181100" y="285750"/>
                </a:lnTo>
                <a:lnTo>
                  <a:pt x="1181100" y="314325"/>
                </a:lnTo>
                <a:lnTo>
                  <a:pt x="1190625" y="314325"/>
                </a:lnTo>
                <a:lnTo>
                  <a:pt x="1190625" y="333375"/>
                </a:lnTo>
                <a:lnTo>
                  <a:pt x="1171575" y="333375"/>
                </a:lnTo>
                <a:lnTo>
                  <a:pt x="1171575" y="323850"/>
                </a:lnTo>
                <a:lnTo>
                  <a:pt x="1152525" y="323850"/>
                </a:lnTo>
                <a:lnTo>
                  <a:pt x="1152525" y="295275"/>
                </a:lnTo>
                <a:lnTo>
                  <a:pt x="1171575" y="295275"/>
                </a:lnTo>
                <a:close/>
                <a:moveTo>
                  <a:pt x="1028700" y="304800"/>
                </a:moveTo>
                <a:lnTo>
                  <a:pt x="1076325" y="304800"/>
                </a:lnTo>
                <a:lnTo>
                  <a:pt x="1076325" y="323850"/>
                </a:lnTo>
                <a:lnTo>
                  <a:pt x="1057275" y="323850"/>
                </a:lnTo>
                <a:lnTo>
                  <a:pt x="1057275" y="314325"/>
                </a:lnTo>
                <a:lnTo>
                  <a:pt x="1047750" y="314325"/>
                </a:lnTo>
                <a:lnTo>
                  <a:pt x="1047750" y="323850"/>
                </a:lnTo>
                <a:lnTo>
                  <a:pt x="1038225" y="323850"/>
                </a:lnTo>
                <a:lnTo>
                  <a:pt x="1038225" y="342900"/>
                </a:lnTo>
                <a:lnTo>
                  <a:pt x="1028700" y="342900"/>
                </a:lnTo>
                <a:lnTo>
                  <a:pt x="1028700" y="361950"/>
                </a:lnTo>
                <a:lnTo>
                  <a:pt x="1019175" y="361950"/>
                </a:lnTo>
                <a:lnTo>
                  <a:pt x="1019175" y="333375"/>
                </a:lnTo>
                <a:lnTo>
                  <a:pt x="1028700" y="333375"/>
                </a:lnTo>
                <a:lnTo>
                  <a:pt x="1028700" y="323850"/>
                </a:lnTo>
                <a:lnTo>
                  <a:pt x="1019175" y="323850"/>
                </a:lnTo>
                <a:lnTo>
                  <a:pt x="1019175" y="314325"/>
                </a:lnTo>
                <a:lnTo>
                  <a:pt x="1028700" y="314325"/>
                </a:lnTo>
                <a:close/>
                <a:moveTo>
                  <a:pt x="1114425" y="304800"/>
                </a:moveTo>
                <a:lnTo>
                  <a:pt x="1123950" y="304800"/>
                </a:lnTo>
                <a:lnTo>
                  <a:pt x="1123950" y="314325"/>
                </a:lnTo>
                <a:lnTo>
                  <a:pt x="1114425" y="314325"/>
                </a:lnTo>
                <a:close/>
                <a:moveTo>
                  <a:pt x="1095375" y="314325"/>
                </a:moveTo>
                <a:lnTo>
                  <a:pt x="1114425" y="314325"/>
                </a:lnTo>
                <a:lnTo>
                  <a:pt x="1114425" y="323850"/>
                </a:lnTo>
                <a:lnTo>
                  <a:pt x="1143000" y="323850"/>
                </a:lnTo>
                <a:lnTo>
                  <a:pt x="1143000" y="342900"/>
                </a:lnTo>
                <a:lnTo>
                  <a:pt x="1152525" y="342900"/>
                </a:lnTo>
                <a:lnTo>
                  <a:pt x="1152525" y="361950"/>
                </a:lnTo>
                <a:lnTo>
                  <a:pt x="1143000" y="361950"/>
                </a:lnTo>
                <a:lnTo>
                  <a:pt x="1143000" y="371475"/>
                </a:lnTo>
                <a:lnTo>
                  <a:pt x="1152525" y="371475"/>
                </a:lnTo>
                <a:lnTo>
                  <a:pt x="1152525" y="381000"/>
                </a:lnTo>
                <a:lnTo>
                  <a:pt x="1162050" y="381000"/>
                </a:lnTo>
                <a:lnTo>
                  <a:pt x="1162050" y="400050"/>
                </a:lnTo>
                <a:lnTo>
                  <a:pt x="1152525" y="400050"/>
                </a:lnTo>
                <a:lnTo>
                  <a:pt x="1152525" y="409575"/>
                </a:lnTo>
                <a:lnTo>
                  <a:pt x="1143000" y="409575"/>
                </a:lnTo>
                <a:lnTo>
                  <a:pt x="1143000" y="400050"/>
                </a:lnTo>
                <a:lnTo>
                  <a:pt x="1123950" y="400050"/>
                </a:lnTo>
                <a:lnTo>
                  <a:pt x="1123950" y="352425"/>
                </a:lnTo>
                <a:lnTo>
                  <a:pt x="1114425" y="352425"/>
                </a:lnTo>
                <a:lnTo>
                  <a:pt x="1114425" y="342900"/>
                </a:lnTo>
                <a:lnTo>
                  <a:pt x="1123950" y="342900"/>
                </a:lnTo>
                <a:lnTo>
                  <a:pt x="1123950" y="333375"/>
                </a:lnTo>
                <a:lnTo>
                  <a:pt x="1085850" y="333375"/>
                </a:lnTo>
                <a:lnTo>
                  <a:pt x="1085850" y="323850"/>
                </a:lnTo>
                <a:lnTo>
                  <a:pt x="1095375" y="323850"/>
                </a:lnTo>
                <a:close/>
                <a:moveTo>
                  <a:pt x="38100" y="323850"/>
                </a:moveTo>
                <a:lnTo>
                  <a:pt x="47625" y="323850"/>
                </a:lnTo>
                <a:lnTo>
                  <a:pt x="47625" y="352425"/>
                </a:lnTo>
                <a:lnTo>
                  <a:pt x="28575" y="352425"/>
                </a:lnTo>
                <a:lnTo>
                  <a:pt x="28575" y="342900"/>
                </a:lnTo>
                <a:lnTo>
                  <a:pt x="38100" y="342900"/>
                </a:lnTo>
                <a:close/>
                <a:moveTo>
                  <a:pt x="0" y="333375"/>
                </a:moveTo>
                <a:lnTo>
                  <a:pt x="9525" y="333375"/>
                </a:lnTo>
                <a:lnTo>
                  <a:pt x="9525" y="342900"/>
                </a:lnTo>
                <a:lnTo>
                  <a:pt x="0" y="342900"/>
                </a:lnTo>
                <a:close/>
                <a:moveTo>
                  <a:pt x="381000" y="333375"/>
                </a:moveTo>
                <a:lnTo>
                  <a:pt x="390525" y="333375"/>
                </a:lnTo>
                <a:lnTo>
                  <a:pt x="390525" y="342900"/>
                </a:lnTo>
                <a:lnTo>
                  <a:pt x="381000" y="342900"/>
                </a:lnTo>
                <a:close/>
                <a:moveTo>
                  <a:pt x="1190625" y="333375"/>
                </a:moveTo>
                <a:lnTo>
                  <a:pt x="1200150" y="333375"/>
                </a:lnTo>
                <a:lnTo>
                  <a:pt x="1200150" y="342900"/>
                </a:lnTo>
                <a:lnTo>
                  <a:pt x="1190625" y="342900"/>
                </a:lnTo>
                <a:close/>
                <a:moveTo>
                  <a:pt x="1057275" y="352425"/>
                </a:moveTo>
                <a:lnTo>
                  <a:pt x="1066800" y="352425"/>
                </a:lnTo>
                <a:lnTo>
                  <a:pt x="1066800" y="361950"/>
                </a:lnTo>
                <a:lnTo>
                  <a:pt x="1057275" y="361950"/>
                </a:lnTo>
                <a:close/>
                <a:moveTo>
                  <a:pt x="990600" y="371475"/>
                </a:moveTo>
                <a:lnTo>
                  <a:pt x="1000125" y="371475"/>
                </a:lnTo>
                <a:lnTo>
                  <a:pt x="1000125" y="381000"/>
                </a:lnTo>
                <a:lnTo>
                  <a:pt x="990600" y="381000"/>
                </a:lnTo>
                <a:close/>
                <a:moveTo>
                  <a:pt x="1057275" y="381000"/>
                </a:moveTo>
                <a:lnTo>
                  <a:pt x="1066800" y="381000"/>
                </a:lnTo>
                <a:lnTo>
                  <a:pt x="1066800" y="390525"/>
                </a:lnTo>
                <a:lnTo>
                  <a:pt x="1085850" y="390525"/>
                </a:lnTo>
                <a:lnTo>
                  <a:pt x="1085850" y="381000"/>
                </a:lnTo>
                <a:lnTo>
                  <a:pt x="1095375" y="381000"/>
                </a:lnTo>
                <a:lnTo>
                  <a:pt x="1095375" y="400050"/>
                </a:lnTo>
                <a:lnTo>
                  <a:pt x="1076325" y="400050"/>
                </a:lnTo>
                <a:lnTo>
                  <a:pt x="1076325" y="409575"/>
                </a:lnTo>
                <a:lnTo>
                  <a:pt x="1066800" y="409575"/>
                </a:lnTo>
                <a:lnTo>
                  <a:pt x="1066800" y="400050"/>
                </a:lnTo>
                <a:lnTo>
                  <a:pt x="1057275" y="400050"/>
                </a:lnTo>
                <a:lnTo>
                  <a:pt x="1057275" y="419100"/>
                </a:lnTo>
                <a:lnTo>
                  <a:pt x="1066800" y="419100"/>
                </a:lnTo>
                <a:lnTo>
                  <a:pt x="1066800" y="428625"/>
                </a:lnTo>
                <a:lnTo>
                  <a:pt x="1047750" y="428625"/>
                </a:lnTo>
                <a:lnTo>
                  <a:pt x="1047750" y="390525"/>
                </a:lnTo>
                <a:lnTo>
                  <a:pt x="1057275" y="390525"/>
                </a:lnTo>
                <a:close/>
                <a:moveTo>
                  <a:pt x="47625" y="390525"/>
                </a:moveTo>
                <a:lnTo>
                  <a:pt x="57150" y="390525"/>
                </a:lnTo>
                <a:lnTo>
                  <a:pt x="57150" y="400050"/>
                </a:lnTo>
                <a:lnTo>
                  <a:pt x="66675" y="400050"/>
                </a:lnTo>
                <a:lnTo>
                  <a:pt x="66675" y="409575"/>
                </a:lnTo>
                <a:lnTo>
                  <a:pt x="76200" y="409575"/>
                </a:lnTo>
                <a:lnTo>
                  <a:pt x="76200" y="438150"/>
                </a:lnTo>
                <a:lnTo>
                  <a:pt x="66675" y="438150"/>
                </a:lnTo>
                <a:lnTo>
                  <a:pt x="66675" y="428625"/>
                </a:lnTo>
                <a:lnTo>
                  <a:pt x="57150" y="428625"/>
                </a:lnTo>
                <a:lnTo>
                  <a:pt x="57150" y="419100"/>
                </a:lnTo>
                <a:lnTo>
                  <a:pt x="47625" y="419100"/>
                </a:lnTo>
                <a:lnTo>
                  <a:pt x="47625" y="409575"/>
                </a:lnTo>
                <a:lnTo>
                  <a:pt x="38100" y="409575"/>
                </a:lnTo>
                <a:lnTo>
                  <a:pt x="38100" y="400050"/>
                </a:lnTo>
                <a:lnTo>
                  <a:pt x="47625" y="400050"/>
                </a:lnTo>
                <a:close/>
                <a:moveTo>
                  <a:pt x="1190625" y="400050"/>
                </a:moveTo>
                <a:lnTo>
                  <a:pt x="1200150" y="400050"/>
                </a:lnTo>
                <a:lnTo>
                  <a:pt x="1200150" y="419100"/>
                </a:lnTo>
                <a:lnTo>
                  <a:pt x="1190625" y="419100"/>
                </a:lnTo>
                <a:lnTo>
                  <a:pt x="1190625" y="428625"/>
                </a:lnTo>
                <a:lnTo>
                  <a:pt x="1181100" y="428625"/>
                </a:lnTo>
                <a:lnTo>
                  <a:pt x="1181100" y="409575"/>
                </a:lnTo>
                <a:lnTo>
                  <a:pt x="1190625" y="409575"/>
                </a:lnTo>
                <a:close/>
                <a:moveTo>
                  <a:pt x="628650" y="409575"/>
                </a:moveTo>
                <a:lnTo>
                  <a:pt x="676275" y="409575"/>
                </a:lnTo>
                <a:lnTo>
                  <a:pt x="676275" y="419100"/>
                </a:lnTo>
                <a:lnTo>
                  <a:pt x="685800" y="419100"/>
                </a:lnTo>
                <a:lnTo>
                  <a:pt x="685800" y="428625"/>
                </a:lnTo>
                <a:lnTo>
                  <a:pt x="695325" y="428625"/>
                </a:lnTo>
                <a:lnTo>
                  <a:pt x="695325" y="466725"/>
                </a:lnTo>
                <a:lnTo>
                  <a:pt x="685800" y="466725"/>
                </a:lnTo>
                <a:lnTo>
                  <a:pt x="685800" y="438150"/>
                </a:lnTo>
                <a:lnTo>
                  <a:pt x="666750" y="438150"/>
                </a:lnTo>
                <a:lnTo>
                  <a:pt x="666750" y="428625"/>
                </a:lnTo>
                <a:lnTo>
                  <a:pt x="647700" y="428625"/>
                </a:lnTo>
                <a:lnTo>
                  <a:pt x="647700" y="419100"/>
                </a:lnTo>
                <a:lnTo>
                  <a:pt x="628650" y="419100"/>
                </a:lnTo>
                <a:close/>
                <a:moveTo>
                  <a:pt x="790575" y="409575"/>
                </a:moveTo>
                <a:lnTo>
                  <a:pt x="819150" y="409575"/>
                </a:lnTo>
                <a:lnTo>
                  <a:pt x="819150" y="419100"/>
                </a:lnTo>
                <a:lnTo>
                  <a:pt x="809625" y="419100"/>
                </a:lnTo>
                <a:lnTo>
                  <a:pt x="809625" y="447675"/>
                </a:lnTo>
                <a:lnTo>
                  <a:pt x="819150" y="447675"/>
                </a:lnTo>
                <a:lnTo>
                  <a:pt x="819150" y="457200"/>
                </a:lnTo>
                <a:lnTo>
                  <a:pt x="800100" y="457200"/>
                </a:lnTo>
                <a:lnTo>
                  <a:pt x="800100" y="447675"/>
                </a:lnTo>
                <a:lnTo>
                  <a:pt x="790575" y="447675"/>
                </a:lnTo>
                <a:close/>
                <a:moveTo>
                  <a:pt x="1028700" y="419100"/>
                </a:moveTo>
                <a:lnTo>
                  <a:pt x="1038225" y="419100"/>
                </a:lnTo>
                <a:lnTo>
                  <a:pt x="1038225" y="438150"/>
                </a:lnTo>
                <a:lnTo>
                  <a:pt x="1028700" y="438150"/>
                </a:lnTo>
                <a:close/>
                <a:moveTo>
                  <a:pt x="1095375" y="419100"/>
                </a:moveTo>
                <a:lnTo>
                  <a:pt x="1123950" y="419100"/>
                </a:lnTo>
                <a:lnTo>
                  <a:pt x="1123950" y="428625"/>
                </a:lnTo>
                <a:lnTo>
                  <a:pt x="1095375" y="428625"/>
                </a:lnTo>
                <a:close/>
                <a:moveTo>
                  <a:pt x="1066800" y="428625"/>
                </a:moveTo>
                <a:lnTo>
                  <a:pt x="1076325" y="428625"/>
                </a:lnTo>
                <a:lnTo>
                  <a:pt x="1076325" y="438150"/>
                </a:lnTo>
                <a:lnTo>
                  <a:pt x="1066800" y="438150"/>
                </a:lnTo>
                <a:close/>
                <a:moveTo>
                  <a:pt x="1152525" y="428625"/>
                </a:moveTo>
                <a:lnTo>
                  <a:pt x="1162050" y="428625"/>
                </a:lnTo>
                <a:lnTo>
                  <a:pt x="1162050" y="438150"/>
                </a:lnTo>
                <a:lnTo>
                  <a:pt x="1152525" y="438150"/>
                </a:lnTo>
                <a:close/>
                <a:moveTo>
                  <a:pt x="1171575" y="428625"/>
                </a:moveTo>
                <a:lnTo>
                  <a:pt x="1181100" y="428625"/>
                </a:lnTo>
                <a:lnTo>
                  <a:pt x="1181100" y="438150"/>
                </a:lnTo>
                <a:lnTo>
                  <a:pt x="1171575" y="438150"/>
                </a:lnTo>
                <a:close/>
                <a:moveTo>
                  <a:pt x="19050" y="438150"/>
                </a:moveTo>
                <a:lnTo>
                  <a:pt x="28575" y="438150"/>
                </a:lnTo>
                <a:lnTo>
                  <a:pt x="28575" y="457200"/>
                </a:lnTo>
                <a:lnTo>
                  <a:pt x="9525" y="457200"/>
                </a:lnTo>
                <a:lnTo>
                  <a:pt x="9525" y="447675"/>
                </a:lnTo>
                <a:lnTo>
                  <a:pt x="19050" y="447675"/>
                </a:lnTo>
                <a:close/>
                <a:moveTo>
                  <a:pt x="1076325" y="438150"/>
                </a:moveTo>
                <a:lnTo>
                  <a:pt x="1085850" y="438150"/>
                </a:lnTo>
                <a:lnTo>
                  <a:pt x="1085850" y="447675"/>
                </a:lnTo>
                <a:lnTo>
                  <a:pt x="1076325" y="447675"/>
                </a:lnTo>
                <a:close/>
                <a:moveTo>
                  <a:pt x="1162050" y="438150"/>
                </a:moveTo>
                <a:lnTo>
                  <a:pt x="1171575" y="438150"/>
                </a:lnTo>
                <a:lnTo>
                  <a:pt x="1171575" y="447675"/>
                </a:lnTo>
                <a:lnTo>
                  <a:pt x="1162050" y="447675"/>
                </a:lnTo>
                <a:close/>
                <a:moveTo>
                  <a:pt x="1181100" y="438150"/>
                </a:moveTo>
                <a:lnTo>
                  <a:pt x="1190625" y="438150"/>
                </a:lnTo>
                <a:lnTo>
                  <a:pt x="1190625" y="447675"/>
                </a:lnTo>
                <a:lnTo>
                  <a:pt x="1200150" y="447675"/>
                </a:lnTo>
                <a:lnTo>
                  <a:pt x="1200150" y="466725"/>
                </a:lnTo>
                <a:lnTo>
                  <a:pt x="1190625" y="466725"/>
                </a:lnTo>
                <a:lnTo>
                  <a:pt x="1190625" y="495300"/>
                </a:lnTo>
                <a:lnTo>
                  <a:pt x="1209675" y="495300"/>
                </a:lnTo>
                <a:lnTo>
                  <a:pt x="1209675" y="504825"/>
                </a:lnTo>
                <a:lnTo>
                  <a:pt x="1200150" y="504825"/>
                </a:lnTo>
                <a:lnTo>
                  <a:pt x="1200150" y="514350"/>
                </a:lnTo>
                <a:lnTo>
                  <a:pt x="1209675" y="514350"/>
                </a:lnTo>
                <a:lnTo>
                  <a:pt x="1209675" y="523875"/>
                </a:lnTo>
                <a:lnTo>
                  <a:pt x="1190625" y="523875"/>
                </a:lnTo>
                <a:lnTo>
                  <a:pt x="1190625" y="514350"/>
                </a:lnTo>
                <a:lnTo>
                  <a:pt x="1171575" y="514350"/>
                </a:lnTo>
                <a:lnTo>
                  <a:pt x="1171575" y="504825"/>
                </a:lnTo>
                <a:lnTo>
                  <a:pt x="1152525" y="504825"/>
                </a:lnTo>
                <a:lnTo>
                  <a:pt x="1152525" y="495300"/>
                </a:lnTo>
                <a:lnTo>
                  <a:pt x="1143000" y="495300"/>
                </a:lnTo>
                <a:lnTo>
                  <a:pt x="1143000" y="485775"/>
                </a:lnTo>
                <a:lnTo>
                  <a:pt x="1152525" y="485775"/>
                </a:lnTo>
                <a:lnTo>
                  <a:pt x="1152525" y="476250"/>
                </a:lnTo>
                <a:lnTo>
                  <a:pt x="1181100" y="476250"/>
                </a:lnTo>
                <a:close/>
                <a:moveTo>
                  <a:pt x="47625" y="447675"/>
                </a:moveTo>
                <a:lnTo>
                  <a:pt x="57150" y="447675"/>
                </a:lnTo>
                <a:lnTo>
                  <a:pt x="57150" y="476250"/>
                </a:lnTo>
                <a:lnTo>
                  <a:pt x="47625" y="476250"/>
                </a:lnTo>
                <a:lnTo>
                  <a:pt x="47625" y="466725"/>
                </a:lnTo>
                <a:lnTo>
                  <a:pt x="28575" y="466725"/>
                </a:lnTo>
                <a:lnTo>
                  <a:pt x="28575" y="457200"/>
                </a:lnTo>
                <a:lnTo>
                  <a:pt x="47625" y="457200"/>
                </a:lnTo>
                <a:close/>
                <a:moveTo>
                  <a:pt x="1066800" y="447675"/>
                </a:moveTo>
                <a:lnTo>
                  <a:pt x="1076325" y="447675"/>
                </a:lnTo>
                <a:lnTo>
                  <a:pt x="1076325" y="457200"/>
                </a:lnTo>
                <a:lnTo>
                  <a:pt x="1066800" y="457200"/>
                </a:lnTo>
                <a:close/>
                <a:moveTo>
                  <a:pt x="1133475" y="447675"/>
                </a:moveTo>
                <a:lnTo>
                  <a:pt x="1143000" y="447675"/>
                </a:lnTo>
                <a:lnTo>
                  <a:pt x="1143000" y="457200"/>
                </a:lnTo>
                <a:lnTo>
                  <a:pt x="1133475" y="457200"/>
                </a:lnTo>
                <a:close/>
                <a:moveTo>
                  <a:pt x="676275" y="466725"/>
                </a:moveTo>
                <a:lnTo>
                  <a:pt x="685800" y="466725"/>
                </a:lnTo>
                <a:lnTo>
                  <a:pt x="685800" y="476250"/>
                </a:lnTo>
                <a:lnTo>
                  <a:pt x="676275" y="476250"/>
                </a:lnTo>
                <a:close/>
                <a:moveTo>
                  <a:pt x="1057275" y="466725"/>
                </a:moveTo>
                <a:lnTo>
                  <a:pt x="1066800" y="466725"/>
                </a:lnTo>
                <a:lnTo>
                  <a:pt x="1066800" y="476250"/>
                </a:lnTo>
                <a:lnTo>
                  <a:pt x="1057275" y="476250"/>
                </a:lnTo>
                <a:close/>
                <a:moveTo>
                  <a:pt x="1085850" y="466725"/>
                </a:moveTo>
                <a:lnTo>
                  <a:pt x="1095375" y="466725"/>
                </a:lnTo>
                <a:lnTo>
                  <a:pt x="1095375" y="476250"/>
                </a:lnTo>
                <a:lnTo>
                  <a:pt x="1085850" y="476250"/>
                </a:lnTo>
                <a:close/>
                <a:moveTo>
                  <a:pt x="685800" y="476250"/>
                </a:moveTo>
                <a:lnTo>
                  <a:pt x="695325" y="476250"/>
                </a:lnTo>
                <a:lnTo>
                  <a:pt x="695325" y="485775"/>
                </a:lnTo>
                <a:lnTo>
                  <a:pt x="685800" y="485775"/>
                </a:lnTo>
                <a:close/>
                <a:moveTo>
                  <a:pt x="1095375" y="485775"/>
                </a:moveTo>
                <a:lnTo>
                  <a:pt x="1123950" y="485775"/>
                </a:lnTo>
                <a:lnTo>
                  <a:pt x="1123950" y="495300"/>
                </a:lnTo>
                <a:lnTo>
                  <a:pt x="1143000" y="495300"/>
                </a:lnTo>
                <a:lnTo>
                  <a:pt x="1143000" y="504825"/>
                </a:lnTo>
                <a:lnTo>
                  <a:pt x="1133475" y="504825"/>
                </a:lnTo>
                <a:lnTo>
                  <a:pt x="1133475" y="514350"/>
                </a:lnTo>
                <a:lnTo>
                  <a:pt x="1114425" y="514350"/>
                </a:lnTo>
                <a:lnTo>
                  <a:pt x="1114425" y="495300"/>
                </a:lnTo>
                <a:lnTo>
                  <a:pt x="1095375" y="495300"/>
                </a:lnTo>
                <a:close/>
                <a:moveTo>
                  <a:pt x="47625" y="514350"/>
                </a:moveTo>
                <a:lnTo>
                  <a:pt x="57150" y="514350"/>
                </a:lnTo>
                <a:lnTo>
                  <a:pt x="57150" y="542925"/>
                </a:lnTo>
                <a:lnTo>
                  <a:pt x="47625" y="542925"/>
                </a:lnTo>
                <a:close/>
                <a:moveTo>
                  <a:pt x="485775" y="533400"/>
                </a:moveTo>
                <a:lnTo>
                  <a:pt x="495300" y="533400"/>
                </a:lnTo>
                <a:lnTo>
                  <a:pt x="495300" y="542925"/>
                </a:lnTo>
                <a:lnTo>
                  <a:pt x="485775" y="542925"/>
                </a:lnTo>
                <a:close/>
                <a:moveTo>
                  <a:pt x="495300" y="542925"/>
                </a:moveTo>
                <a:lnTo>
                  <a:pt x="504825" y="542925"/>
                </a:lnTo>
                <a:lnTo>
                  <a:pt x="504825" y="571500"/>
                </a:lnTo>
                <a:lnTo>
                  <a:pt x="495300" y="571500"/>
                </a:lnTo>
                <a:lnTo>
                  <a:pt x="495300" y="561975"/>
                </a:lnTo>
                <a:lnTo>
                  <a:pt x="485775" y="561975"/>
                </a:lnTo>
                <a:lnTo>
                  <a:pt x="485775" y="552450"/>
                </a:lnTo>
                <a:lnTo>
                  <a:pt x="495300" y="552450"/>
                </a:lnTo>
                <a:close/>
                <a:moveTo>
                  <a:pt x="523875" y="552450"/>
                </a:moveTo>
                <a:lnTo>
                  <a:pt x="533400" y="552450"/>
                </a:lnTo>
                <a:lnTo>
                  <a:pt x="533400" y="561975"/>
                </a:lnTo>
                <a:lnTo>
                  <a:pt x="523875" y="561975"/>
                </a:lnTo>
                <a:close/>
                <a:moveTo>
                  <a:pt x="533400" y="561975"/>
                </a:moveTo>
                <a:lnTo>
                  <a:pt x="552450" y="561975"/>
                </a:lnTo>
                <a:lnTo>
                  <a:pt x="552450" y="571500"/>
                </a:lnTo>
                <a:lnTo>
                  <a:pt x="533400" y="571500"/>
                </a:lnTo>
                <a:close/>
                <a:moveTo>
                  <a:pt x="485775" y="571500"/>
                </a:moveTo>
                <a:lnTo>
                  <a:pt x="495300" y="571500"/>
                </a:lnTo>
                <a:lnTo>
                  <a:pt x="495300" y="581025"/>
                </a:lnTo>
                <a:lnTo>
                  <a:pt x="485775" y="581025"/>
                </a:lnTo>
                <a:close/>
                <a:moveTo>
                  <a:pt x="476250" y="581025"/>
                </a:moveTo>
                <a:lnTo>
                  <a:pt x="485775" y="581025"/>
                </a:lnTo>
                <a:lnTo>
                  <a:pt x="485775" y="600075"/>
                </a:lnTo>
                <a:lnTo>
                  <a:pt x="457200" y="600075"/>
                </a:lnTo>
                <a:lnTo>
                  <a:pt x="457200" y="609600"/>
                </a:lnTo>
                <a:lnTo>
                  <a:pt x="447675" y="609600"/>
                </a:lnTo>
                <a:lnTo>
                  <a:pt x="447675" y="590550"/>
                </a:lnTo>
                <a:lnTo>
                  <a:pt x="476250" y="590550"/>
                </a:lnTo>
                <a:close/>
                <a:moveTo>
                  <a:pt x="638175" y="590550"/>
                </a:moveTo>
                <a:lnTo>
                  <a:pt x="647700" y="590550"/>
                </a:lnTo>
                <a:lnTo>
                  <a:pt x="647700" y="609600"/>
                </a:lnTo>
                <a:lnTo>
                  <a:pt x="638175" y="609600"/>
                </a:lnTo>
                <a:close/>
                <a:moveTo>
                  <a:pt x="1095375" y="590550"/>
                </a:moveTo>
                <a:lnTo>
                  <a:pt x="1123950" y="590550"/>
                </a:lnTo>
                <a:lnTo>
                  <a:pt x="1123950" y="600075"/>
                </a:lnTo>
                <a:lnTo>
                  <a:pt x="1095375" y="600075"/>
                </a:lnTo>
                <a:close/>
                <a:moveTo>
                  <a:pt x="428625" y="600075"/>
                </a:moveTo>
                <a:lnTo>
                  <a:pt x="438150" y="600075"/>
                </a:lnTo>
                <a:lnTo>
                  <a:pt x="438150" y="609600"/>
                </a:lnTo>
                <a:lnTo>
                  <a:pt x="428625" y="609600"/>
                </a:lnTo>
                <a:close/>
                <a:moveTo>
                  <a:pt x="485775" y="600075"/>
                </a:moveTo>
                <a:lnTo>
                  <a:pt x="495300" y="600075"/>
                </a:lnTo>
                <a:lnTo>
                  <a:pt x="495300" y="609600"/>
                </a:lnTo>
                <a:lnTo>
                  <a:pt x="485775" y="609600"/>
                </a:lnTo>
                <a:close/>
                <a:moveTo>
                  <a:pt x="1162050" y="600075"/>
                </a:moveTo>
                <a:lnTo>
                  <a:pt x="1171575" y="600075"/>
                </a:lnTo>
                <a:lnTo>
                  <a:pt x="1171575" y="619125"/>
                </a:lnTo>
                <a:lnTo>
                  <a:pt x="1162050" y="619125"/>
                </a:lnTo>
                <a:close/>
                <a:moveTo>
                  <a:pt x="647700" y="609600"/>
                </a:moveTo>
                <a:lnTo>
                  <a:pt x="657225" y="609600"/>
                </a:lnTo>
                <a:lnTo>
                  <a:pt x="657225" y="619125"/>
                </a:lnTo>
                <a:lnTo>
                  <a:pt x="647700" y="619125"/>
                </a:lnTo>
                <a:close/>
                <a:moveTo>
                  <a:pt x="0" y="619125"/>
                </a:moveTo>
                <a:lnTo>
                  <a:pt x="19050" y="619125"/>
                </a:lnTo>
                <a:lnTo>
                  <a:pt x="19050" y="628650"/>
                </a:lnTo>
                <a:lnTo>
                  <a:pt x="0" y="628650"/>
                </a:lnTo>
                <a:close/>
                <a:moveTo>
                  <a:pt x="1123950" y="619125"/>
                </a:moveTo>
                <a:lnTo>
                  <a:pt x="1143000" y="619125"/>
                </a:lnTo>
                <a:lnTo>
                  <a:pt x="1143000" y="628650"/>
                </a:lnTo>
                <a:lnTo>
                  <a:pt x="1133475" y="628650"/>
                </a:lnTo>
                <a:lnTo>
                  <a:pt x="1133475" y="638175"/>
                </a:lnTo>
                <a:lnTo>
                  <a:pt x="1123950" y="638175"/>
                </a:lnTo>
                <a:close/>
                <a:moveTo>
                  <a:pt x="1152525" y="619125"/>
                </a:moveTo>
                <a:lnTo>
                  <a:pt x="1162050" y="619125"/>
                </a:lnTo>
                <a:lnTo>
                  <a:pt x="1162050" y="657225"/>
                </a:lnTo>
                <a:lnTo>
                  <a:pt x="1143000" y="657225"/>
                </a:lnTo>
                <a:lnTo>
                  <a:pt x="1143000" y="647700"/>
                </a:lnTo>
                <a:lnTo>
                  <a:pt x="1133475" y="647700"/>
                </a:lnTo>
                <a:lnTo>
                  <a:pt x="1133475" y="638175"/>
                </a:lnTo>
                <a:lnTo>
                  <a:pt x="1152525" y="638175"/>
                </a:lnTo>
                <a:close/>
                <a:moveTo>
                  <a:pt x="19050" y="628650"/>
                </a:moveTo>
                <a:lnTo>
                  <a:pt x="28575" y="628650"/>
                </a:lnTo>
                <a:lnTo>
                  <a:pt x="28575" y="657225"/>
                </a:lnTo>
                <a:lnTo>
                  <a:pt x="38100" y="657225"/>
                </a:lnTo>
                <a:lnTo>
                  <a:pt x="38100" y="666750"/>
                </a:lnTo>
                <a:lnTo>
                  <a:pt x="28575" y="666750"/>
                </a:lnTo>
                <a:lnTo>
                  <a:pt x="28575" y="676275"/>
                </a:lnTo>
                <a:lnTo>
                  <a:pt x="38100" y="676275"/>
                </a:lnTo>
                <a:lnTo>
                  <a:pt x="38100" y="704850"/>
                </a:lnTo>
                <a:lnTo>
                  <a:pt x="19050" y="704850"/>
                </a:lnTo>
                <a:lnTo>
                  <a:pt x="19050" y="695325"/>
                </a:lnTo>
                <a:lnTo>
                  <a:pt x="28575" y="695325"/>
                </a:lnTo>
                <a:lnTo>
                  <a:pt x="28575" y="685800"/>
                </a:lnTo>
                <a:lnTo>
                  <a:pt x="19050" y="685800"/>
                </a:lnTo>
                <a:lnTo>
                  <a:pt x="19050" y="676275"/>
                </a:lnTo>
                <a:lnTo>
                  <a:pt x="0" y="676275"/>
                </a:lnTo>
                <a:lnTo>
                  <a:pt x="0" y="657225"/>
                </a:lnTo>
                <a:lnTo>
                  <a:pt x="9525" y="657225"/>
                </a:lnTo>
                <a:lnTo>
                  <a:pt x="9525" y="647700"/>
                </a:lnTo>
                <a:lnTo>
                  <a:pt x="0" y="647700"/>
                </a:lnTo>
                <a:lnTo>
                  <a:pt x="0" y="638175"/>
                </a:lnTo>
                <a:lnTo>
                  <a:pt x="19050" y="638175"/>
                </a:lnTo>
                <a:close/>
                <a:moveTo>
                  <a:pt x="1095375" y="638175"/>
                </a:moveTo>
                <a:lnTo>
                  <a:pt x="1114425" y="638175"/>
                </a:lnTo>
                <a:lnTo>
                  <a:pt x="1114425" y="657225"/>
                </a:lnTo>
                <a:lnTo>
                  <a:pt x="1095375" y="657225"/>
                </a:lnTo>
                <a:close/>
                <a:moveTo>
                  <a:pt x="1200150" y="647700"/>
                </a:moveTo>
                <a:lnTo>
                  <a:pt x="1209675" y="647700"/>
                </a:lnTo>
                <a:lnTo>
                  <a:pt x="1209675" y="657225"/>
                </a:lnTo>
                <a:lnTo>
                  <a:pt x="1200150" y="657225"/>
                </a:lnTo>
                <a:close/>
                <a:moveTo>
                  <a:pt x="1190625" y="657225"/>
                </a:moveTo>
                <a:lnTo>
                  <a:pt x="1200150" y="657225"/>
                </a:lnTo>
                <a:lnTo>
                  <a:pt x="1200150" y="666750"/>
                </a:lnTo>
                <a:lnTo>
                  <a:pt x="1190625" y="666750"/>
                </a:lnTo>
                <a:close/>
                <a:moveTo>
                  <a:pt x="1200150" y="666750"/>
                </a:moveTo>
                <a:lnTo>
                  <a:pt x="1209675" y="666750"/>
                </a:lnTo>
                <a:lnTo>
                  <a:pt x="1209675" y="676275"/>
                </a:lnTo>
                <a:lnTo>
                  <a:pt x="1200150" y="676275"/>
                </a:lnTo>
                <a:close/>
                <a:moveTo>
                  <a:pt x="1143000" y="676275"/>
                </a:moveTo>
                <a:lnTo>
                  <a:pt x="1152525" y="676275"/>
                </a:lnTo>
                <a:lnTo>
                  <a:pt x="1152525" y="685800"/>
                </a:lnTo>
                <a:lnTo>
                  <a:pt x="1181100" y="685800"/>
                </a:lnTo>
                <a:lnTo>
                  <a:pt x="1181100" y="695325"/>
                </a:lnTo>
                <a:lnTo>
                  <a:pt x="1152525" y="695325"/>
                </a:lnTo>
                <a:lnTo>
                  <a:pt x="1152525" y="704850"/>
                </a:lnTo>
                <a:lnTo>
                  <a:pt x="1143000" y="704850"/>
                </a:lnTo>
                <a:lnTo>
                  <a:pt x="1143000" y="695325"/>
                </a:lnTo>
                <a:lnTo>
                  <a:pt x="1133475" y="695325"/>
                </a:lnTo>
                <a:lnTo>
                  <a:pt x="1133475" y="685800"/>
                </a:lnTo>
                <a:lnTo>
                  <a:pt x="1143000" y="685800"/>
                </a:lnTo>
                <a:close/>
                <a:moveTo>
                  <a:pt x="47625" y="695325"/>
                </a:moveTo>
                <a:lnTo>
                  <a:pt x="57150" y="695325"/>
                </a:lnTo>
                <a:lnTo>
                  <a:pt x="57150" y="714375"/>
                </a:lnTo>
                <a:lnTo>
                  <a:pt x="76200" y="714375"/>
                </a:lnTo>
                <a:lnTo>
                  <a:pt x="76200" y="723900"/>
                </a:lnTo>
                <a:lnTo>
                  <a:pt x="66675" y="723900"/>
                </a:lnTo>
                <a:lnTo>
                  <a:pt x="66675" y="742950"/>
                </a:lnTo>
                <a:lnTo>
                  <a:pt x="57150" y="742950"/>
                </a:lnTo>
                <a:lnTo>
                  <a:pt x="57150" y="752475"/>
                </a:lnTo>
                <a:lnTo>
                  <a:pt x="38100" y="752475"/>
                </a:lnTo>
                <a:lnTo>
                  <a:pt x="38100" y="723900"/>
                </a:lnTo>
                <a:lnTo>
                  <a:pt x="47625" y="723900"/>
                </a:lnTo>
                <a:close/>
                <a:moveTo>
                  <a:pt x="95250" y="695325"/>
                </a:moveTo>
                <a:lnTo>
                  <a:pt x="104775" y="695325"/>
                </a:lnTo>
                <a:lnTo>
                  <a:pt x="104775" y="704850"/>
                </a:lnTo>
                <a:lnTo>
                  <a:pt x="95250" y="704850"/>
                </a:lnTo>
                <a:close/>
                <a:moveTo>
                  <a:pt x="209550" y="695325"/>
                </a:moveTo>
                <a:lnTo>
                  <a:pt x="228600" y="695325"/>
                </a:lnTo>
                <a:lnTo>
                  <a:pt x="228600" y="704850"/>
                </a:lnTo>
                <a:lnTo>
                  <a:pt x="219075" y="704850"/>
                </a:lnTo>
                <a:lnTo>
                  <a:pt x="219075" y="723900"/>
                </a:lnTo>
                <a:lnTo>
                  <a:pt x="209550" y="723900"/>
                </a:lnTo>
                <a:lnTo>
                  <a:pt x="209550" y="771525"/>
                </a:lnTo>
                <a:lnTo>
                  <a:pt x="200025" y="771525"/>
                </a:lnTo>
                <a:lnTo>
                  <a:pt x="200025" y="781050"/>
                </a:lnTo>
                <a:lnTo>
                  <a:pt x="190500" y="781050"/>
                </a:lnTo>
                <a:lnTo>
                  <a:pt x="190500" y="800100"/>
                </a:lnTo>
                <a:lnTo>
                  <a:pt x="142875" y="800100"/>
                </a:lnTo>
                <a:lnTo>
                  <a:pt x="142875" y="809625"/>
                </a:lnTo>
                <a:lnTo>
                  <a:pt x="123825" y="809625"/>
                </a:lnTo>
                <a:lnTo>
                  <a:pt x="123825" y="790575"/>
                </a:lnTo>
                <a:lnTo>
                  <a:pt x="133350" y="790575"/>
                </a:lnTo>
                <a:lnTo>
                  <a:pt x="133350" y="781050"/>
                </a:lnTo>
                <a:lnTo>
                  <a:pt x="123825" y="781050"/>
                </a:lnTo>
                <a:lnTo>
                  <a:pt x="123825" y="771525"/>
                </a:lnTo>
                <a:lnTo>
                  <a:pt x="104775" y="771525"/>
                </a:lnTo>
                <a:lnTo>
                  <a:pt x="104775" y="762000"/>
                </a:lnTo>
                <a:lnTo>
                  <a:pt x="133350" y="762000"/>
                </a:lnTo>
                <a:lnTo>
                  <a:pt x="133350" y="752475"/>
                </a:lnTo>
                <a:lnTo>
                  <a:pt x="123825" y="752475"/>
                </a:lnTo>
                <a:lnTo>
                  <a:pt x="123825" y="742950"/>
                </a:lnTo>
                <a:lnTo>
                  <a:pt x="161925" y="742950"/>
                </a:lnTo>
                <a:lnTo>
                  <a:pt x="161925" y="723900"/>
                </a:lnTo>
                <a:lnTo>
                  <a:pt x="180975" y="723900"/>
                </a:lnTo>
                <a:lnTo>
                  <a:pt x="180975" y="714375"/>
                </a:lnTo>
                <a:lnTo>
                  <a:pt x="200025" y="714375"/>
                </a:lnTo>
                <a:lnTo>
                  <a:pt x="200025" y="704850"/>
                </a:lnTo>
                <a:lnTo>
                  <a:pt x="209550" y="704850"/>
                </a:lnTo>
                <a:close/>
                <a:moveTo>
                  <a:pt x="457200" y="695325"/>
                </a:moveTo>
                <a:lnTo>
                  <a:pt x="476250" y="695325"/>
                </a:lnTo>
                <a:lnTo>
                  <a:pt x="476250" y="714375"/>
                </a:lnTo>
                <a:lnTo>
                  <a:pt x="466725" y="714375"/>
                </a:lnTo>
                <a:lnTo>
                  <a:pt x="466725" y="723900"/>
                </a:lnTo>
                <a:lnTo>
                  <a:pt x="447675" y="723900"/>
                </a:lnTo>
                <a:lnTo>
                  <a:pt x="447675" y="733425"/>
                </a:lnTo>
                <a:lnTo>
                  <a:pt x="438150" y="733425"/>
                </a:lnTo>
                <a:lnTo>
                  <a:pt x="438150" y="742950"/>
                </a:lnTo>
                <a:lnTo>
                  <a:pt x="428625" y="742950"/>
                </a:lnTo>
                <a:lnTo>
                  <a:pt x="428625" y="762000"/>
                </a:lnTo>
                <a:lnTo>
                  <a:pt x="400050" y="762000"/>
                </a:lnTo>
                <a:lnTo>
                  <a:pt x="400050" y="723900"/>
                </a:lnTo>
                <a:lnTo>
                  <a:pt x="409575" y="723900"/>
                </a:lnTo>
                <a:lnTo>
                  <a:pt x="409575" y="733425"/>
                </a:lnTo>
                <a:lnTo>
                  <a:pt x="419100" y="733425"/>
                </a:lnTo>
                <a:lnTo>
                  <a:pt x="419100" y="714375"/>
                </a:lnTo>
                <a:lnTo>
                  <a:pt x="428625" y="714375"/>
                </a:lnTo>
                <a:lnTo>
                  <a:pt x="428625" y="723900"/>
                </a:lnTo>
                <a:lnTo>
                  <a:pt x="438150" y="723900"/>
                </a:lnTo>
                <a:lnTo>
                  <a:pt x="438150" y="714375"/>
                </a:lnTo>
                <a:lnTo>
                  <a:pt x="447675" y="714375"/>
                </a:lnTo>
                <a:lnTo>
                  <a:pt x="447675" y="704850"/>
                </a:lnTo>
                <a:lnTo>
                  <a:pt x="457200" y="704850"/>
                </a:lnTo>
                <a:close/>
                <a:moveTo>
                  <a:pt x="514350" y="695325"/>
                </a:moveTo>
                <a:lnTo>
                  <a:pt x="533400" y="695325"/>
                </a:lnTo>
                <a:lnTo>
                  <a:pt x="533400" y="704850"/>
                </a:lnTo>
                <a:lnTo>
                  <a:pt x="514350" y="704850"/>
                </a:lnTo>
                <a:close/>
                <a:moveTo>
                  <a:pt x="638175" y="695325"/>
                </a:moveTo>
                <a:lnTo>
                  <a:pt x="647700" y="695325"/>
                </a:lnTo>
                <a:lnTo>
                  <a:pt x="647700" y="714375"/>
                </a:lnTo>
                <a:lnTo>
                  <a:pt x="657225" y="714375"/>
                </a:lnTo>
                <a:lnTo>
                  <a:pt x="657225" y="723900"/>
                </a:lnTo>
                <a:lnTo>
                  <a:pt x="638175" y="723900"/>
                </a:lnTo>
                <a:close/>
                <a:moveTo>
                  <a:pt x="695325" y="695325"/>
                </a:moveTo>
                <a:lnTo>
                  <a:pt x="704850" y="695325"/>
                </a:lnTo>
                <a:lnTo>
                  <a:pt x="704850" y="704850"/>
                </a:lnTo>
                <a:lnTo>
                  <a:pt x="695325" y="704850"/>
                </a:lnTo>
                <a:close/>
                <a:moveTo>
                  <a:pt x="1123950" y="695325"/>
                </a:moveTo>
                <a:lnTo>
                  <a:pt x="1133475" y="695325"/>
                </a:lnTo>
                <a:lnTo>
                  <a:pt x="1133475" y="704850"/>
                </a:lnTo>
                <a:lnTo>
                  <a:pt x="1143000" y="704850"/>
                </a:lnTo>
                <a:lnTo>
                  <a:pt x="1143000" y="723900"/>
                </a:lnTo>
                <a:lnTo>
                  <a:pt x="1133475" y="723900"/>
                </a:lnTo>
                <a:lnTo>
                  <a:pt x="1133475" y="714375"/>
                </a:lnTo>
                <a:lnTo>
                  <a:pt x="1123950" y="714375"/>
                </a:lnTo>
                <a:close/>
                <a:moveTo>
                  <a:pt x="704850" y="704850"/>
                </a:moveTo>
                <a:lnTo>
                  <a:pt x="714375" y="704850"/>
                </a:lnTo>
                <a:lnTo>
                  <a:pt x="714375" y="723900"/>
                </a:lnTo>
                <a:lnTo>
                  <a:pt x="704850" y="723900"/>
                </a:lnTo>
                <a:close/>
                <a:moveTo>
                  <a:pt x="85725" y="714375"/>
                </a:moveTo>
                <a:lnTo>
                  <a:pt x="104775" y="714375"/>
                </a:lnTo>
                <a:lnTo>
                  <a:pt x="104775" y="742950"/>
                </a:lnTo>
                <a:lnTo>
                  <a:pt x="95250" y="742950"/>
                </a:lnTo>
                <a:lnTo>
                  <a:pt x="95250" y="752475"/>
                </a:lnTo>
                <a:lnTo>
                  <a:pt x="85725" y="752475"/>
                </a:lnTo>
                <a:lnTo>
                  <a:pt x="85725" y="733425"/>
                </a:lnTo>
                <a:lnTo>
                  <a:pt x="95250" y="733425"/>
                </a:lnTo>
                <a:lnTo>
                  <a:pt x="95250" y="723900"/>
                </a:lnTo>
                <a:lnTo>
                  <a:pt x="85725" y="723900"/>
                </a:lnTo>
                <a:close/>
                <a:moveTo>
                  <a:pt x="276225" y="714375"/>
                </a:moveTo>
                <a:lnTo>
                  <a:pt x="285750" y="714375"/>
                </a:lnTo>
                <a:lnTo>
                  <a:pt x="285750" y="723900"/>
                </a:lnTo>
                <a:lnTo>
                  <a:pt x="295275" y="723900"/>
                </a:lnTo>
                <a:lnTo>
                  <a:pt x="295275" y="742950"/>
                </a:lnTo>
                <a:lnTo>
                  <a:pt x="285750" y="742950"/>
                </a:lnTo>
                <a:lnTo>
                  <a:pt x="285750" y="733425"/>
                </a:lnTo>
                <a:lnTo>
                  <a:pt x="266700" y="733425"/>
                </a:lnTo>
                <a:lnTo>
                  <a:pt x="266700" y="752475"/>
                </a:lnTo>
                <a:lnTo>
                  <a:pt x="219075" y="752475"/>
                </a:lnTo>
                <a:lnTo>
                  <a:pt x="219075" y="733425"/>
                </a:lnTo>
                <a:lnTo>
                  <a:pt x="247650" y="733425"/>
                </a:lnTo>
                <a:lnTo>
                  <a:pt x="247650" y="723900"/>
                </a:lnTo>
                <a:lnTo>
                  <a:pt x="276225" y="723900"/>
                </a:lnTo>
                <a:close/>
                <a:moveTo>
                  <a:pt x="323850" y="714375"/>
                </a:moveTo>
                <a:lnTo>
                  <a:pt x="333375" y="714375"/>
                </a:lnTo>
                <a:lnTo>
                  <a:pt x="333375" y="733425"/>
                </a:lnTo>
                <a:lnTo>
                  <a:pt x="314325" y="733425"/>
                </a:lnTo>
                <a:lnTo>
                  <a:pt x="314325" y="723900"/>
                </a:lnTo>
                <a:lnTo>
                  <a:pt x="323850" y="723900"/>
                </a:lnTo>
                <a:close/>
                <a:moveTo>
                  <a:pt x="609600" y="714375"/>
                </a:moveTo>
                <a:lnTo>
                  <a:pt x="628650" y="714375"/>
                </a:lnTo>
                <a:lnTo>
                  <a:pt x="628650" y="723900"/>
                </a:lnTo>
                <a:lnTo>
                  <a:pt x="609600" y="723900"/>
                </a:lnTo>
                <a:close/>
                <a:moveTo>
                  <a:pt x="1181100" y="714375"/>
                </a:moveTo>
                <a:lnTo>
                  <a:pt x="1209675" y="714375"/>
                </a:lnTo>
                <a:lnTo>
                  <a:pt x="1209675" y="723900"/>
                </a:lnTo>
                <a:lnTo>
                  <a:pt x="1190625" y="723900"/>
                </a:lnTo>
                <a:lnTo>
                  <a:pt x="1190625" y="742950"/>
                </a:lnTo>
                <a:lnTo>
                  <a:pt x="1200150" y="742950"/>
                </a:lnTo>
                <a:lnTo>
                  <a:pt x="1200150" y="752475"/>
                </a:lnTo>
                <a:lnTo>
                  <a:pt x="1209675" y="752475"/>
                </a:lnTo>
                <a:lnTo>
                  <a:pt x="1209675" y="771525"/>
                </a:lnTo>
                <a:lnTo>
                  <a:pt x="1181100" y="771525"/>
                </a:lnTo>
                <a:lnTo>
                  <a:pt x="1181100" y="762000"/>
                </a:lnTo>
                <a:lnTo>
                  <a:pt x="1171575" y="762000"/>
                </a:lnTo>
                <a:lnTo>
                  <a:pt x="1171575" y="752475"/>
                </a:lnTo>
                <a:lnTo>
                  <a:pt x="1162050" y="752475"/>
                </a:lnTo>
                <a:lnTo>
                  <a:pt x="1162050" y="742950"/>
                </a:lnTo>
                <a:lnTo>
                  <a:pt x="1171575" y="742950"/>
                </a:lnTo>
                <a:lnTo>
                  <a:pt x="1171575" y="723900"/>
                </a:lnTo>
                <a:lnTo>
                  <a:pt x="1181100" y="723900"/>
                </a:lnTo>
                <a:close/>
                <a:moveTo>
                  <a:pt x="371475" y="723900"/>
                </a:moveTo>
                <a:lnTo>
                  <a:pt x="390525" y="723900"/>
                </a:lnTo>
                <a:lnTo>
                  <a:pt x="390525" y="733425"/>
                </a:lnTo>
                <a:lnTo>
                  <a:pt x="371475" y="733425"/>
                </a:lnTo>
                <a:close/>
                <a:moveTo>
                  <a:pt x="476250" y="723900"/>
                </a:moveTo>
                <a:lnTo>
                  <a:pt x="485775" y="723900"/>
                </a:lnTo>
                <a:lnTo>
                  <a:pt x="485775" y="733425"/>
                </a:lnTo>
                <a:lnTo>
                  <a:pt x="495300" y="733425"/>
                </a:lnTo>
                <a:lnTo>
                  <a:pt x="495300" y="742950"/>
                </a:lnTo>
                <a:lnTo>
                  <a:pt x="476250" y="742950"/>
                </a:lnTo>
                <a:close/>
                <a:moveTo>
                  <a:pt x="190500" y="733425"/>
                </a:moveTo>
                <a:lnTo>
                  <a:pt x="200025" y="733425"/>
                </a:lnTo>
                <a:lnTo>
                  <a:pt x="200025" y="723900"/>
                </a:lnTo>
                <a:lnTo>
                  <a:pt x="190500" y="723900"/>
                </a:lnTo>
                <a:close/>
                <a:moveTo>
                  <a:pt x="352425" y="733425"/>
                </a:moveTo>
                <a:lnTo>
                  <a:pt x="361950" y="733425"/>
                </a:lnTo>
                <a:lnTo>
                  <a:pt x="361950" y="742950"/>
                </a:lnTo>
                <a:lnTo>
                  <a:pt x="390525" y="742950"/>
                </a:lnTo>
                <a:lnTo>
                  <a:pt x="390525" y="752475"/>
                </a:lnTo>
                <a:lnTo>
                  <a:pt x="371475" y="752475"/>
                </a:lnTo>
                <a:lnTo>
                  <a:pt x="371475" y="771525"/>
                </a:lnTo>
                <a:lnTo>
                  <a:pt x="381000" y="771525"/>
                </a:lnTo>
                <a:lnTo>
                  <a:pt x="381000" y="762000"/>
                </a:lnTo>
                <a:lnTo>
                  <a:pt x="390525" y="762000"/>
                </a:lnTo>
                <a:lnTo>
                  <a:pt x="390525" y="790575"/>
                </a:lnTo>
                <a:lnTo>
                  <a:pt x="381000" y="790575"/>
                </a:lnTo>
                <a:lnTo>
                  <a:pt x="381000" y="781050"/>
                </a:lnTo>
                <a:lnTo>
                  <a:pt x="371475" y="781050"/>
                </a:lnTo>
                <a:lnTo>
                  <a:pt x="371475" y="790575"/>
                </a:lnTo>
                <a:lnTo>
                  <a:pt x="381000" y="790575"/>
                </a:lnTo>
                <a:lnTo>
                  <a:pt x="381000" y="800100"/>
                </a:lnTo>
                <a:lnTo>
                  <a:pt x="371475" y="800100"/>
                </a:lnTo>
                <a:lnTo>
                  <a:pt x="371475" y="809625"/>
                </a:lnTo>
                <a:lnTo>
                  <a:pt x="352425" y="809625"/>
                </a:lnTo>
                <a:lnTo>
                  <a:pt x="352425" y="790575"/>
                </a:lnTo>
                <a:lnTo>
                  <a:pt x="361950" y="790575"/>
                </a:lnTo>
                <a:lnTo>
                  <a:pt x="361950" y="771525"/>
                </a:lnTo>
                <a:lnTo>
                  <a:pt x="352425" y="771525"/>
                </a:lnTo>
                <a:lnTo>
                  <a:pt x="352425" y="762000"/>
                </a:lnTo>
                <a:lnTo>
                  <a:pt x="342900" y="762000"/>
                </a:lnTo>
                <a:lnTo>
                  <a:pt x="342900" y="752475"/>
                </a:lnTo>
                <a:lnTo>
                  <a:pt x="352425" y="752475"/>
                </a:lnTo>
                <a:close/>
                <a:moveTo>
                  <a:pt x="542925" y="733425"/>
                </a:moveTo>
                <a:lnTo>
                  <a:pt x="581025" y="733425"/>
                </a:lnTo>
                <a:lnTo>
                  <a:pt x="581025" y="742950"/>
                </a:lnTo>
                <a:lnTo>
                  <a:pt x="552450" y="742950"/>
                </a:lnTo>
                <a:lnTo>
                  <a:pt x="552450" y="752475"/>
                </a:lnTo>
                <a:lnTo>
                  <a:pt x="542925" y="752475"/>
                </a:lnTo>
                <a:close/>
                <a:moveTo>
                  <a:pt x="1038225" y="742950"/>
                </a:moveTo>
                <a:lnTo>
                  <a:pt x="1047750" y="742950"/>
                </a:lnTo>
                <a:lnTo>
                  <a:pt x="1047750" y="752475"/>
                </a:lnTo>
                <a:lnTo>
                  <a:pt x="1038225" y="752475"/>
                </a:lnTo>
                <a:close/>
                <a:moveTo>
                  <a:pt x="1076325" y="742950"/>
                </a:moveTo>
                <a:lnTo>
                  <a:pt x="1104900" y="742950"/>
                </a:lnTo>
                <a:lnTo>
                  <a:pt x="1104900" y="762000"/>
                </a:lnTo>
                <a:lnTo>
                  <a:pt x="1095375" y="762000"/>
                </a:lnTo>
                <a:lnTo>
                  <a:pt x="1095375" y="790575"/>
                </a:lnTo>
                <a:lnTo>
                  <a:pt x="1066800" y="790575"/>
                </a:lnTo>
                <a:lnTo>
                  <a:pt x="1066800" y="800100"/>
                </a:lnTo>
                <a:lnTo>
                  <a:pt x="1057275" y="800100"/>
                </a:lnTo>
                <a:lnTo>
                  <a:pt x="1057275" y="781050"/>
                </a:lnTo>
                <a:lnTo>
                  <a:pt x="1066800" y="781050"/>
                </a:lnTo>
                <a:lnTo>
                  <a:pt x="1066800" y="762000"/>
                </a:lnTo>
                <a:lnTo>
                  <a:pt x="1047750" y="762000"/>
                </a:lnTo>
                <a:lnTo>
                  <a:pt x="1047750" y="752475"/>
                </a:lnTo>
                <a:lnTo>
                  <a:pt x="1076325" y="752475"/>
                </a:lnTo>
                <a:close/>
                <a:moveTo>
                  <a:pt x="1114425" y="742950"/>
                </a:moveTo>
                <a:lnTo>
                  <a:pt x="1123950" y="742950"/>
                </a:lnTo>
                <a:lnTo>
                  <a:pt x="1123950" y="762000"/>
                </a:lnTo>
                <a:lnTo>
                  <a:pt x="1114425" y="762000"/>
                </a:lnTo>
                <a:close/>
                <a:moveTo>
                  <a:pt x="523875" y="752475"/>
                </a:moveTo>
                <a:lnTo>
                  <a:pt x="533400" y="752475"/>
                </a:lnTo>
                <a:lnTo>
                  <a:pt x="533400" y="771525"/>
                </a:lnTo>
                <a:lnTo>
                  <a:pt x="504825" y="771525"/>
                </a:lnTo>
                <a:lnTo>
                  <a:pt x="504825" y="762000"/>
                </a:lnTo>
                <a:lnTo>
                  <a:pt x="523875" y="762000"/>
                </a:lnTo>
                <a:close/>
                <a:moveTo>
                  <a:pt x="161925" y="762000"/>
                </a:moveTo>
                <a:lnTo>
                  <a:pt x="171450" y="762000"/>
                </a:lnTo>
                <a:lnTo>
                  <a:pt x="171450" y="742950"/>
                </a:lnTo>
                <a:lnTo>
                  <a:pt x="161925" y="742950"/>
                </a:lnTo>
                <a:close/>
                <a:moveTo>
                  <a:pt x="180975" y="762000"/>
                </a:moveTo>
                <a:lnTo>
                  <a:pt x="200025" y="762000"/>
                </a:lnTo>
                <a:lnTo>
                  <a:pt x="200025" y="752475"/>
                </a:lnTo>
                <a:lnTo>
                  <a:pt x="180975" y="752475"/>
                </a:lnTo>
                <a:close/>
                <a:moveTo>
                  <a:pt x="600075" y="762000"/>
                </a:moveTo>
                <a:lnTo>
                  <a:pt x="609600" y="762000"/>
                </a:lnTo>
                <a:lnTo>
                  <a:pt x="609600" y="771525"/>
                </a:lnTo>
                <a:lnTo>
                  <a:pt x="600075" y="771525"/>
                </a:lnTo>
                <a:close/>
                <a:moveTo>
                  <a:pt x="666750" y="762000"/>
                </a:moveTo>
                <a:lnTo>
                  <a:pt x="676275" y="762000"/>
                </a:lnTo>
                <a:lnTo>
                  <a:pt x="676275" y="771525"/>
                </a:lnTo>
                <a:lnTo>
                  <a:pt x="666750" y="771525"/>
                </a:lnTo>
                <a:close/>
                <a:moveTo>
                  <a:pt x="781050" y="762000"/>
                </a:moveTo>
                <a:lnTo>
                  <a:pt x="809625" y="762000"/>
                </a:lnTo>
                <a:lnTo>
                  <a:pt x="809625" y="771525"/>
                </a:lnTo>
                <a:lnTo>
                  <a:pt x="800100" y="771525"/>
                </a:lnTo>
                <a:lnTo>
                  <a:pt x="800100" y="781050"/>
                </a:lnTo>
                <a:lnTo>
                  <a:pt x="790575" y="781050"/>
                </a:lnTo>
                <a:lnTo>
                  <a:pt x="790575" y="809625"/>
                </a:lnTo>
                <a:lnTo>
                  <a:pt x="762000" y="809625"/>
                </a:lnTo>
                <a:lnTo>
                  <a:pt x="762000" y="781050"/>
                </a:lnTo>
                <a:lnTo>
                  <a:pt x="771525" y="781050"/>
                </a:lnTo>
                <a:lnTo>
                  <a:pt x="771525" y="790575"/>
                </a:lnTo>
                <a:lnTo>
                  <a:pt x="781050" y="790575"/>
                </a:lnTo>
                <a:close/>
                <a:moveTo>
                  <a:pt x="990600" y="762000"/>
                </a:moveTo>
                <a:lnTo>
                  <a:pt x="1009650" y="762000"/>
                </a:lnTo>
                <a:lnTo>
                  <a:pt x="1009650" y="771525"/>
                </a:lnTo>
                <a:lnTo>
                  <a:pt x="1019175" y="771525"/>
                </a:lnTo>
                <a:lnTo>
                  <a:pt x="1019175" y="762000"/>
                </a:lnTo>
                <a:lnTo>
                  <a:pt x="1028700" y="762000"/>
                </a:lnTo>
                <a:lnTo>
                  <a:pt x="1028700" y="771525"/>
                </a:lnTo>
                <a:lnTo>
                  <a:pt x="1038225" y="771525"/>
                </a:lnTo>
                <a:lnTo>
                  <a:pt x="1038225" y="781050"/>
                </a:lnTo>
                <a:lnTo>
                  <a:pt x="1028700" y="781050"/>
                </a:lnTo>
                <a:lnTo>
                  <a:pt x="1028700" y="800100"/>
                </a:lnTo>
                <a:lnTo>
                  <a:pt x="1019175" y="800100"/>
                </a:lnTo>
                <a:lnTo>
                  <a:pt x="1019175" y="809625"/>
                </a:lnTo>
                <a:lnTo>
                  <a:pt x="1009650" y="809625"/>
                </a:lnTo>
                <a:lnTo>
                  <a:pt x="1009650" y="800100"/>
                </a:lnTo>
                <a:lnTo>
                  <a:pt x="990600" y="800100"/>
                </a:lnTo>
                <a:lnTo>
                  <a:pt x="990600" y="790575"/>
                </a:lnTo>
                <a:lnTo>
                  <a:pt x="971550" y="790575"/>
                </a:lnTo>
                <a:lnTo>
                  <a:pt x="971550" y="781050"/>
                </a:lnTo>
                <a:lnTo>
                  <a:pt x="962025" y="781050"/>
                </a:lnTo>
                <a:lnTo>
                  <a:pt x="962025" y="771525"/>
                </a:lnTo>
                <a:lnTo>
                  <a:pt x="971550" y="771525"/>
                </a:lnTo>
                <a:lnTo>
                  <a:pt x="971550" y="781050"/>
                </a:lnTo>
                <a:lnTo>
                  <a:pt x="981075" y="781050"/>
                </a:lnTo>
                <a:lnTo>
                  <a:pt x="981075" y="771525"/>
                </a:lnTo>
                <a:lnTo>
                  <a:pt x="990600" y="771525"/>
                </a:lnTo>
                <a:close/>
                <a:moveTo>
                  <a:pt x="47625" y="771525"/>
                </a:moveTo>
                <a:lnTo>
                  <a:pt x="85725" y="771525"/>
                </a:lnTo>
                <a:lnTo>
                  <a:pt x="85725" y="800100"/>
                </a:lnTo>
                <a:lnTo>
                  <a:pt x="66675" y="800100"/>
                </a:lnTo>
                <a:lnTo>
                  <a:pt x="66675" y="809625"/>
                </a:lnTo>
                <a:lnTo>
                  <a:pt x="38100" y="809625"/>
                </a:lnTo>
                <a:lnTo>
                  <a:pt x="38100" y="781050"/>
                </a:lnTo>
                <a:lnTo>
                  <a:pt x="47625" y="781050"/>
                </a:lnTo>
                <a:close/>
                <a:moveTo>
                  <a:pt x="409575" y="771525"/>
                </a:moveTo>
                <a:lnTo>
                  <a:pt x="419100" y="771525"/>
                </a:lnTo>
                <a:lnTo>
                  <a:pt x="419100" y="781050"/>
                </a:lnTo>
                <a:lnTo>
                  <a:pt x="409575" y="781050"/>
                </a:lnTo>
                <a:close/>
                <a:moveTo>
                  <a:pt x="723900" y="771525"/>
                </a:moveTo>
                <a:lnTo>
                  <a:pt x="733425" y="771525"/>
                </a:lnTo>
                <a:lnTo>
                  <a:pt x="733425" y="781050"/>
                </a:lnTo>
                <a:lnTo>
                  <a:pt x="723900" y="781050"/>
                </a:lnTo>
                <a:close/>
                <a:moveTo>
                  <a:pt x="95250" y="781050"/>
                </a:moveTo>
                <a:lnTo>
                  <a:pt x="104775" y="781050"/>
                </a:lnTo>
                <a:lnTo>
                  <a:pt x="104775" y="790575"/>
                </a:lnTo>
                <a:lnTo>
                  <a:pt x="95250" y="790575"/>
                </a:lnTo>
                <a:close/>
                <a:moveTo>
                  <a:pt x="419100" y="781050"/>
                </a:moveTo>
                <a:lnTo>
                  <a:pt x="428625" y="781050"/>
                </a:lnTo>
                <a:lnTo>
                  <a:pt x="428625" y="800100"/>
                </a:lnTo>
                <a:lnTo>
                  <a:pt x="419100" y="800100"/>
                </a:lnTo>
                <a:close/>
                <a:moveTo>
                  <a:pt x="438150" y="790575"/>
                </a:moveTo>
                <a:lnTo>
                  <a:pt x="466725" y="790575"/>
                </a:lnTo>
                <a:lnTo>
                  <a:pt x="466725" y="800100"/>
                </a:lnTo>
                <a:lnTo>
                  <a:pt x="457200" y="800100"/>
                </a:lnTo>
                <a:lnTo>
                  <a:pt x="457200" y="809625"/>
                </a:lnTo>
                <a:lnTo>
                  <a:pt x="438150" y="809625"/>
                </a:lnTo>
                <a:close/>
                <a:moveTo>
                  <a:pt x="609600" y="790575"/>
                </a:moveTo>
                <a:lnTo>
                  <a:pt x="619125" y="790575"/>
                </a:lnTo>
                <a:lnTo>
                  <a:pt x="619125" y="800100"/>
                </a:lnTo>
                <a:lnTo>
                  <a:pt x="609600" y="800100"/>
                </a:lnTo>
                <a:close/>
                <a:moveTo>
                  <a:pt x="819150" y="790575"/>
                </a:moveTo>
                <a:lnTo>
                  <a:pt x="828675" y="790575"/>
                </a:lnTo>
                <a:lnTo>
                  <a:pt x="828675" y="800100"/>
                </a:lnTo>
                <a:lnTo>
                  <a:pt x="838200" y="800100"/>
                </a:lnTo>
                <a:lnTo>
                  <a:pt x="838200" y="809625"/>
                </a:lnTo>
                <a:lnTo>
                  <a:pt x="819150" y="809625"/>
                </a:lnTo>
                <a:close/>
                <a:moveTo>
                  <a:pt x="990600" y="790575"/>
                </a:moveTo>
                <a:lnTo>
                  <a:pt x="1009650" y="790575"/>
                </a:lnTo>
                <a:lnTo>
                  <a:pt x="1009650" y="781050"/>
                </a:lnTo>
                <a:lnTo>
                  <a:pt x="990600" y="781050"/>
                </a:lnTo>
                <a:close/>
                <a:moveTo>
                  <a:pt x="600075" y="800100"/>
                </a:moveTo>
                <a:lnTo>
                  <a:pt x="609600" y="800100"/>
                </a:lnTo>
                <a:lnTo>
                  <a:pt x="609600" y="809625"/>
                </a:lnTo>
                <a:lnTo>
                  <a:pt x="600075" y="809625"/>
                </a:lnTo>
                <a:close/>
                <a:moveTo>
                  <a:pt x="885825" y="800100"/>
                </a:moveTo>
                <a:lnTo>
                  <a:pt x="895350" y="800100"/>
                </a:lnTo>
                <a:lnTo>
                  <a:pt x="895350" y="809625"/>
                </a:lnTo>
                <a:lnTo>
                  <a:pt x="885825" y="809625"/>
                </a:lnTo>
                <a:close/>
                <a:moveTo>
                  <a:pt x="942975" y="800100"/>
                </a:moveTo>
                <a:lnTo>
                  <a:pt x="971550" y="800100"/>
                </a:lnTo>
                <a:lnTo>
                  <a:pt x="971550" y="809625"/>
                </a:lnTo>
                <a:lnTo>
                  <a:pt x="942975" y="809625"/>
                </a:lnTo>
                <a:close/>
                <a:moveTo>
                  <a:pt x="1114425" y="800100"/>
                </a:moveTo>
                <a:lnTo>
                  <a:pt x="1133475" y="800100"/>
                </a:lnTo>
                <a:lnTo>
                  <a:pt x="1133475" y="809625"/>
                </a:lnTo>
                <a:lnTo>
                  <a:pt x="1114425" y="809625"/>
                </a:lnTo>
                <a:close/>
              </a:path>
            </a:pathLst>
          </a:custGeom>
          <a:solidFill xmlns:a="http://schemas.openxmlformats.org/drawingml/2006/main">
            <a:srgbClr val="F9F8F4"/>
          </a:solidFill>
          <a:ln xmlns:a="http://schemas.openxmlformats.org/drawingml/2006/main" w="0">
            <a:noFill/>
          </a:ln>
        </p:spPr>
      </p:sp>
      <p:sp>
        <p:nvSpPr>
          <p:cNvPr id="216" name="v21 vector #f9f8f3">
            <a:extLst xmlns:a="http://schemas.openxmlformats.org/drawingml/2006/main">
              <a:ext uri="{FF2B5EF4-FFF2-40B4-BE49-F238E27FC236}">
                <a16:creationId xmlns:a16="http://schemas.microsoft.com/office/drawing/2014/main" id="{35E15518-7BCB-430B-92F0-54D480999D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8250" y="4848225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66675" y="0"/>
                </a:moveTo>
                <a:lnTo>
                  <a:pt x="95250" y="0"/>
                </a:lnTo>
                <a:lnTo>
                  <a:pt x="95250" y="9525"/>
                </a:lnTo>
                <a:lnTo>
                  <a:pt x="104775" y="9525"/>
                </a:lnTo>
                <a:lnTo>
                  <a:pt x="104775" y="38100"/>
                </a:lnTo>
                <a:lnTo>
                  <a:pt x="76200" y="38100"/>
                </a:lnTo>
                <a:lnTo>
                  <a:pt x="76200" y="28575"/>
                </a:lnTo>
                <a:lnTo>
                  <a:pt x="66675" y="28575"/>
                </a:lnTo>
                <a:close/>
                <a:moveTo>
                  <a:pt x="400050" y="0"/>
                </a:moveTo>
                <a:lnTo>
                  <a:pt x="409575" y="0"/>
                </a:lnTo>
                <a:lnTo>
                  <a:pt x="409575" y="28575"/>
                </a:lnTo>
                <a:lnTo>
                  <a:pt x="419100" y="28575"/>
                </a:lnTo>
                <a:lnTo>
                  <a:pt x="419100" y="38100"/>
                </a:lnTo>
                <a:lnTo>
                  <a:pt x="400050" y="38100"/>
                </a:lnTo>
                <a:lnTo>
                  <a:pt x="400050" y="28575"/>
                </a:lnTo>
                <a:lnTo>
                  <a:pt x="390525" y="28575"/>
                </a:lnTo>
                <a:lnTo>
                  <a:pt x="390525" y="19050"/>
                </a:lnTo>
                <a:lnTo>
                  <a:pt x="400050" y="19050"/>
                </a:lnTo>
                <a:close/>
                <a:moveTo>
                  <a:pt x="428625" y="0"/>
                </a:moveTo>
                <a:lnTo>
                  <a:pt x="447675" y="0"/>
                </a:lnTo>
                <a:lnTo>
                  <a:pt x="447675" y="9525"/>
                </a:lnTo>
                <a:lnTo>
                  <a:pt x="438150" y="9525"/>
                </a:lnTo>
                <a:lnTo>
                  <a:pt x="438150" y="19050"/>
                </a:lnTo>
                <a:lnTo>
                  <a:pt x="428625" y="19050"/>
                </a:lnTo>
                <a:close/>
                <a:moveTo>
                  <a:pt x="590550" y="0"/>
                </a:moveTo>
                <a:lnTo>
                  <a:pt x="600075" y="0"/>
                </a:lnTo>
                <a:lnTo>
                  <a:pt x="600075" y="9525"/>
                </a:lnTo>
                <a:lnTo>
                  <a:pt x="590550" y="9525"/>
                </a:lnTo>
                <a:close/>
                <a:moveTo>
                  <a:pt x="666750" y="0"/>
                </a:moveTo>
                <a:lnTo>
                  <a:pt x="676275" y="0"/>
                </a:lnTo>
                <a:lnTo>
                  <a:pt x="676275" y="9525"/>
                </a:lnTo>
                <a:lnTo>
                  <a:pt x="666750" y="9525"/>
                </a:lnTo>
                <a:close/>
                <a:moveTo>
                  <a:pt x="971550" y="0"/>
                </a:moveTo>
                <a:lnTo>
                  <a:pt x="981075" y="0"/>
                </a:lnTo>
                <a:lnTo>
                  <a:pt x="981075" y="9525"/>
                </a:lnTo>
                <a:lnTo>
                  <a:pt x="971550" y="9525"/>
                </a:lnTo>
                <a:close/>
                <a:moveTo>
                  <a:pt x="1038225" y="0"/>
                </a:moveTo>
                <a:lnTo>
                  <a:pt x="1057275" y="0"/>
                </a:lnTo>
                <a:lnTo>
                  <a:pt x="1057275" y="19050"/>
                </a:lnTo>
                <a:lnTo>
                  <a:pt x="1047750" y="19050"/>
                </a:lnTo>
                <a:lnTo>
                  <a:pt x="1047750" y="9525"/>
                </a:lnTo>
                <a:lnTo>
                  <a:pt x="1038225" y="9525"/>
                </a:lnTo>
                <a:close/>
                <a:moveTo>
                  <a:pt x="1085850" y="0"/>
                </a:moveTo>
                <a:lnTo>
                  <a:pt x="1114425" y="0"/>
                </a:lnTo>
                <a:lnTo>
                  <a:pt x="1114425" y="9525"/>
                </a:lnTo>
                <a:lnTo>
                  <a:pt x="1085850" y="9525"/>
                </a:lnTo>
                <a:close/>
                <a:moveTo>
                  <a:pt x="123825" y="9525"/>
                </a:moveTo>
                <a:lnTo>
                  <a:pt x="133350" y="9525"/>
                </a:lnTo>
                <a:lnTo>
                  <a:pt x="133350" y="19050"/>
                </a:lnTo>
                <a:lnTo>
                  <a:pt x="123825" y="19050"/>
                </a:lnTo>
                <a:close/>
                <a:moveTo>
                  <a:pt x="952500" y="9525"/>
                </a:moveTo>
                <a:lnTo>
                  <a:pt x="962025" y="9525"/>
                </a:lnTo>
                <a:lnTo>
                  <a:pt x="962025" y="19050"/>
                </a:lnTo>
                <a:lnTo>
                  <a:pt x="952500" y="19050"/>
                </a:lnTo>
                <a:close/>
                <a:moveTo>
                  <a:pt x="1181100" y="19050"/>
                </a:moveTo>
                <a:lnTo>
                  <a:pt x="1209675" y="19050"/>
                </a:lnTo>
                <a:lnTo>
                  <a:pt x="1209675" y="28575"/>
                </a:lnTo>
                <a:lnTo>
                  <a:pt x="1181100" y="28575"/>
                </a:lnTo>
                <a:close/>
                <a:moveTo>
                  <a:pt x="85725" y="28575"/>
                </a:moveTo>
                <a:lnTo>
                  <a:pt x="95250" y="28575"/>
                </a:lnTo>
                <a:lnTo>
                  <a:pt x="95250" y="19050"/>
                </a:lnTo>
                <a:lnTo>
                  <a:pt x="85725" y="19050"/>
                </a:lnTo>
                <a:close/>
                <a:moveTo>
                  <a:pt x="1000125" y="38100"/>
                </a:moveTo>
                <a:lnTo>
                  <a:pt x="1009650" y="38100"/>
                </a:lnTo>
                <a:lnTo>
                  <a:pt x="1009650" y="47625"/>
                </a:lnTo>
                <a:lnTo>
                  <a:pt x="1000125" y="47625"/>
                </a:lnTo>
                <a:close/>
                <a:moveTo>
                  <a:pt x="1143000" y="38100"/>
                </a:moveTo>
                <a:lnTo>
                  <a:pt x="1152525" y="38100"/>
                </a:lnTo>
                <a:lnTo>
                  <a:pt x="1152525" y="47625"/>
                </a:lnTo>
                <a:lnTo>
                  <a:pt x="1143000" y="47625"/>
                </a:lnTo>
                <a:close/>
                <a:moveTo>
                  <a:pt x="1133475" y="47625"/>
                </a:moveTo>
                <a:lnTo>
                  <a:pt x="1143000" y="47625"/>
                </a:lnTo>
                <a:lnTo>
                  <a:pt x="1143000" y="57150"/>
                </a:lnTo>
                <a:lnTo>
                  <a:pt x="1133475" y="57150"/>
                </a:lnTo>
                <a:close/>
                <a:moveTo>
                  <a:pt x="1152525" y="47625"/>
                </a:moveTo>
                <a:lnTo>
                  <a:pt x="1162050" y="47625"/>
                </a:lnTo>
                <a:lnTo>
                  <a:pt x="1162050" y="76200"/>
                </a:lnTo>
                <a:lnTo>
                  <a:pt x="1152525" y="76200"/>
                </a:lnTo>
                <a:lnTo>
                  <a:pt x="1152525" y="66675"/>
                </a:lnTo>
                <a:lnTo>
                  <a:pt x="1143000" y="66675"/>
                </a:lnTo>
                <a:lnTo>
                  <a:pt x="1143000" y="57150"/>
                </a:lnTo>
                <a:lnTo>
                  <a:pt x="1152525" y="57150"/>
                </a:lnTo>
                <a:close/>
                <a:moveTo>
                  <a:pt x="1019175" y="57150"/>
                </a:moveTo>
                <a:lnTo>
                  <a:pt x="1038225" y="57150"/>
                </a:lnTo>
                <a:lnTo>
                  <a:pt x="1038225" y="85725"/>
                </a:lnTo>
                <a:lnTo>
                  <a:pt x="1028700" y="85725"/>
                </a:lnTo>
                <a:lnTo>
                  <a:pt x="1028700" y="66675"/>
                </a:lnTo>
                <a:lnTo>
                  <a:pt x="1019175" y="66675"/>
                </a:lnTo>
                <a:close/>
                <a:moveTo>
                  <a:pt x="1200150" y="57150"/>
                </a:moveTo>
                <a:lnTo>
                  <a:pt x="1209675" y="57150"/>
                </a:lnTo>
                <a:lnTo>
                  <a:pt x="1209675" y="66675"/>
                </a:lnTo>
                <a:lnTo>
                  <a:pt x="1200150" y="66675"/>
                </a:lnTo>
                <a:close/>
                <a:moveTo>
                  <a:pt x="1076325" y="76200"/>
                </a:moveTo>
                <a:lnTo>
                  <a:pt x="1085850" y="76200"/>
                </a:lnTo>
                <a:lnTo>
                  <a:pt x="1085850" y="85725"/>
                </a:lnTo>
                <a:lnTo>
                  <a:pt x="1076325" y="85725"/>
                </a:lnTo>
                <a:close/>
                <a:moveTo>
                  <a:pt x="971550" y="85725"/>
                </a:moveTo>
                <a:lnTo>
                  <a:pt x="981075" y="85725"/>
                </a:lnTo>
                <a:lnTo>
                  <a:pt x="981075" y="95250"/>
                </a:lnTo>
                <a:lnTo>
                  <a:pt x="971550" y="95250"/>
                </a:lnTo>
                <a:close/>
                <a:moveTo>
                  <a:pt x="990600" y="85725"/>
                </a:moveTo>
                <a:lnTo>
                  <a:pt x="1000125" y="85725"/>
                </a:lnTo>
                <a:lnTo>
                  <a:pt x="1000125" y="114300"/>
                </a:lnTo>
                <a:lnTo>
                  <a:pt x="990600" y="114300"/>
                </a:lnTo>
                <a:close/>
                <a:moveTo>
                  <a:pt x="1133475" y="85725"/>
                </a:moveTo>
                <a:lnTo>
                  <a:pt x="1143000" y="85725"/>
                </a:lnTo>
                <a:lnTo>
                  <a:pt x="1143000" y="95250"/>
                </a:lnTo>
                <a:lnTo>
                  <a:pt x="1133475" y="95250"/>
                </a:lnTo>
                <a:close/>
                <a:moveTo>
                  <a:pt x="1181100" y="85725"/>
                </a:moveTo>
                <a:lnTo>
                  <a:pt x="1190625" y="85725"/>
                </a:lnTo>
                <a:lnTo>
                  <a:pt x="1190625" y="104775"/>
                </a:lnTo>
                <a:lnTo>
                  <a:pt x="1181100" y="104775"/>
                </a:lnTo>
                <a:close/>
                <a:moveTo>
                  <a:pt x="1095375" y="95250"/>
                </a:moveTo>
                <a:lnTo>
                  <a:pt x="1104900" y="95250"/>
                </a:lnTo>
                <a:lnTo>
                  <a:pt x="1104900" y="104775"/>
                </a:lnTo>
                <a:lnTo>
                  <a:pt x="1095375" y="104775"/>
                </a:lnTo>
                <a:close/>
                <a:moveTo>
                  <a:pt x="1123950" y="123825"/>
                </a:moveTo>
                <a:lnTo>
                  <a:pt x="1133475" y="123825"/>
                </a:lnTo>
                <a:lnTo>
                  <a:pt x="1133475" y="133350"/>
                </a:lnTo>
                <a:lnTo>
                  <a:pt x="1123950" y="133350"/>
                </a:lnTo>
                <a:close/>
                <a:moveTo>
                  <a:pt x="1038225" y="133350"/>
                </a:moveTo>
                <a:lnTo>
                  <a:pt x="1057275" y="133350"/>
                </a:lnTo>
                <a:lnTo>
                  <a:pt x="1057275" y="171450"/>
                </a:lnTo>
                <a:lnTo>
                  <a:pt x="1047750" y="171450"/>
                </a:lnTo>
                <a:lnTo>
                  <a:pt x="1047750" y="152400"/>
                </a:lnTo>
                <a:lnTo>
                  <a:pt x="1038225" y="152400"/>
                </a:lnTo>
                <a:close/>
                <a:moveTo>
                  <a:pt x="1104900" y="142875"/>
                </a:moveTo>
                <a:lnTo>
                  <a:pt x="1114425" y="142875"/>
                </a:lnTo>
                <a:lnTo>
                  <a:pt x="1114425" y="152400"/>
                </a:lnTo>
                <a:lnTo>
                  <a:pt x="1104900" y="152400"/>
                </a:lnTo>
                <a:close/>
                <a:moveTo>
                  <a:pt x="1095375" y="152400"/>
                </a:moveTo>
                <a:lnTo>
                  <a:pt x="1104900" y="152400"/>
                </a:lnTo>
                <a:lnTo>
                  <a:pt x="1104900" y="161925"/>
                </a:lnTo>
                <a:lnTo>
                  <a:pt x="1095375" y="161925"/>
                </a:lnTo>
                <a:close/>
                <a:moveTo>
                  <a:pt x="1200150" y="171450"/>
                </a:moveTo>
                <a:lnTo>
                  <a:pt x="1209675" y="171450"/>
                </a:lnTo>
                <a:lnTo>
                  <a:pt x="1209675" y="180975"/>
                </a:lnTo>
                <a:lnTo>
                  <a:pt x="1200150" y="180975"/>
                </a:lnTo>
                <a:close/>
                <a:moveTo>
                  <a:pt x="0" y="180975"/>
                </a:moveTo>
                <a:lnTo>
                  <a:pt x="9525" y="180975"/>
                </a:lnTo>
                <a:lnTo>
                  <a:pt x="9525" y="190500"/>
                </a:lnTo>
                <a:lnTo>
                  <a:pt x="0" y="190500"/>
                </a:lnTo>
                <a:close/>
                <a:moveTo>
                  <a:pt x="47625" y="180975"/>
                </a:moveTo>
                <a:lnTo>
                  <a:pt x="57150" y="180975"/>
                </a:lnTo>
                <a:lnTo>
                  <a:pt x="57150" y="190500"/>
                </a:lnTo>
                <a:lnTo>
                  <a:pt x="47625" y="190500"/>
                </a:lnTo>
                <a:close/>
                <a:moveTo>
                  <a:pt x="876300" y="190500"/>
                </a:moveTo>
                <a:lnTo>
                  <a:pt x="885825" y="190500"/>
                </a:lnTo>
                <a:lnTo>
                  <a:pt x="885825" y="200025"/>
                </a:lnTo>
                <a:lnTo>
                  <a:pt x="876300" y="200025"/>
                </a:lnTo>
                <a:close/>
                <a:moveTo>
                  <a:pt x="771525" y="200025"/>
                </a:moveTo>
                <a:lnTo>
                  <a:pt x="781050" y="200025"/>
                </a:lnTo>
                <a:lnTo>
                  <a:pt x="781050" y="209550"/>
                </a:lnTo>
                <a:lnTo>
                  <a:pt x="771525" y="209550"/>
                </a:lnTo>
                <a:close/>
                <a:moveTo>
                  <a:pt x="904875" y="200025"/>
                </a:moveTo>
                <a:lnTo>
                  <a:pt x="914400" y="200025"/>
                </a:lnTo>
                <a:lnTo>
                  <a:pt x="914400" y="209550"/>
                </a:lnTo>
                <a:lnTo>
                  <a:pt x="904875" y="209550"/>
                </a:lnTo>
                <a:close/>
                <a:moveTo>
                  <a:pt x="1200150" y="209550"/>
                </a:moveTo>
                <a:lnTo>
                  <a:pt x="1209675" y="209550"/>
                </a:lnTo>
                <a:lnTo>
                  <a:pt x="1209675" y="228600"/>
                </a:lnTo>
                <a:lnTo>
                  <a:pt x="1200150" y="228600"/>
                </a:lnTo>
                <a:close/>
                <a:moveTo>
                  <a:pt x="1171575" y="228600"/>
                </a:moveTo>
                <a:lnTo>
                  <a:pt x="1181100" y="228600"/>
                </a:lnTo>
                <a:lnTo>
                  <a:pt x="1181100" y="238125"/>
                </a:lnTo>
                <a:lnTo>
                  <a:pt x="1171575" y="238125"/>
                </a:lnTo>
                <a:close/>
                <a:moveTo>
                  <a:pt x="1143000" y="238125"/>
                </a:moveTo>
                <a:lnTo>
                  <a:pt x="1171575" y="238125"/>
                </a:lnTo>
                <a:lnTo>
                  <a:pt x="1171575" y="247650"/>
                </a:lnTo>
                <a:lnTo>
                  <a:pt x="1143000" y="247650"/>
                </a:lnTo>
                <a:close/>
                <a:moveTo>
                  <a:pt x="19050" y="257175"/>
                </a:moveTo>
                <a:lnTo>
                  <a:pt x="28575" y="257175"/>
                </a:lnTo>
                <a:lnTo>
                  <a:pt x="28575" y="266700"/>
                </a:lnTo>
                <a:lnTo>
                  <a:pt x="19050" y="266700"/>
                </a:lnTo>
                <a:close/>
                <a:moveTo>
                  <a:pt x="1066800" y="257175"/>
                </a:moveTo>
                <a:lnTo>
                  <a:pt x="1076325" y="257175"/>
                </a:lnTo>
                <a:lnTo>
                  <a:pt x="1076325" y="266700"/>
                </a:lnTo>
                <a:lnTo>
                  <a:pt x="1066800" y="266700"/>
                </a:lnTo>
                <a:close/>
                <a:moveTo>
                  <a:pt x="428625" y="266700"/>
                </a:moveTo>
                <a:lnTo>
                  <a:pt x="438150" y="266700"/>
                </a:lnTo>
                <a:lnTo>
                  <a:pt x="438150" y="295275"/>
                </a:lnTo>
                <a:lnTo>
                  <a:pt x="428625" y="295275"/>
                </a:lnTo>
                <a:close/>
                <a:moveTo>
                  <a:pt x="1143000" y="333375"/>
                </a:moveTo>
                <a:lnTo>
                  <a:pt x="1152525" y="333375"/>
                </a:lnTo>
                <a:lnTo>
                  <a:pt x="1152525" y="342900"/>
                </a:lnTo>
                <a:lnTo>
                  <a:pt x="1143000" y="342900"/>
                </a:lnTo>
                <a:close/>
                <a:moveTo>
                  <a:pt x="1190625" y="342900"/>
                </a:moveTo>
                <a:lnTo>
                  <a:pt x="1209675" y="342900"/>
                </a:lnTo>
                <a:lnTo>
                  <a:pt x="1209675" y="361950"/>
                </a:lnTo>
                <a:lnTo>
                  <a:pt x="1200150" y="361950"/>
                </a:lnTo>
                <a:lnTo>
                  <a:pt x="1200150" y="352425"/>
                </a:lnTo>
                <a:lnTo>
                  <a:pt x="1190625" y="352425"/>
                </a:lnTo>
                <a:close/>
                <a:moveTo>
                  <a:pt x="1152525" y="352425"/>
                </a:moveTo>
                <a:lnTo>
                  <a:pt x="1162050" y="352425"/>
                </a:lnTo>
                <a:lnTo>
                  <a:pt x="1162050" y="361950"/>
                </a:lnTo>
                <a:lnTo>
                  <a:pt x="1152525" y="361950"/>
                </a:lnTo>
                <a:close/>
                <a:moveTo>
                  <a:pt x="1057275" y="361950"/>
                </a:moveTo>
                <a:lnTo>
                  <a:pt x="1076325" y="361950"/>
                </a:lnTo>
                <a:lnTo>
                  <a:pt x="1076325" y="371475"/>
                </a:lnTo>
                <a:lnTo>
                  <a:pt x="1085850" y="371475"/>
                </a:lnTo>
                <a:lnTo>
                  <a:pt x="1085850" y="390525"/>
                </a:lnTo>
                <a:lnTo>
                  <a:pt x="1066800" y="390525"/>
                </a:lnTo>
                <a:lnTo>
                  <a:pt x="1066800" y="381000"/>
                </a:lnTo>
                <a:lnTo>
                  <a:pt x="1057275" y="381000"/>
                </a:lnTo>
                <a:close/>
                <a:moveTo>
                  <a:pt x="1019175" y="390525"/>
                </a:moveTo>
                <a:lnTo>
                  <a:pt x="1028700" y="390525"/>
                </a:lnTo>
                <a:lnTo>
                  <a:pt x="1028700" y="400050"/>
                </a:lnTo>
                <a:lnTo>
                  <a:pt x="1038225" y="400050"/>
                </a:lnTo>
                <a:lnTo>
                  <a:pt x="1038225" y="409575"/>
                </a:lnTo>
                <a:lnTo>
                  <a:pt x="1047750" y="409575"/>
                </a:lnTo>
                <a:lnTo>
                  <a:pt x="1047750" y="419100"/>
                </a:lnTo>
                <a:lnTo>
                  <a:pt x="1028700" y="419100"/>
                </a:lnTo>
                <a:lnTo>
                  <a:pt x="1028700" y="447675"/>
                </a:lnTo>
                <a:lnTo>
                  <a:pt x="990600" y="447675"/>
                </a:lnTo>
                <a:lnTo>
                  <a:pt x="990600" y="428625"/>
                </a:lnTo>
                <a:lnTo>
                  <a:pt x="1000125" y="428625"/>
                </a:lnTo>
                <a:lnTo>
                  <a:pt x="1000125" y="409575"/>
                </a:lnTo>
                <a:lnTo>
                  <a:pt x="1009650" y="409575"/>
                </a:lnTo>
                <a:lnTo>
                  <a:pt x="1009650" y="400050"/>
                </a:lnTo>
                <a:lnTo>
                  <a:pt x="1019175" y="400050"/>
                </a:lnTo>
                <a:close/>
                <a:moveTo>
                  <a:pt x="1133475" y="400050"/>
                </a:moveTo>
                <a:lnTo>
                  <a:pt x="1143000" y="400050"/>
                </a:lnTo>
                <a:lnTo>
                  <a:pt x="1143000" y="419100"/>
                </a:lnTo>
                <a:lnTo>
                  <a:pt x="1133475" y="419100"/>
                </a:lnTo>
                <a:close/>
                <a:moveTo>
                  <a:pt x="609600" y="409575"/>
                </a:moveTo>
                <a:lnTo>
                  <a:pt x="619125" y="409575"/>
                </a:lnTo>
                <a:lnTo>
                  <a:pt x="619125" y="419100"/>
                </a:lnTo>
                <a:lnTo>
                  <a:pt x="609600" y="419100"/>
                </a:lnTo>
                <a:close/>
                <a:moveTo>
                  <a:pt x="600075" y="419100"/>
                </a:moveTo>
                <a:lnTo>
                  <a:pt x="609600" y="419100"/>
                </a:lnTo>
                <a:lnTo>
                  <a:pt x="609600" y="428625"/>
                </a:lnTo>
                <a:lnTo>
                  <a:pt x="600075" y="428625"/>
                </a:lnTo>
                <a:close/>
                <a:moveTo>
                  <a:pt x="619125" y="419100"/>
                </a:moveTo>
                <a:lnTo>
                  <a:pt x="628650" y="419100"/>
                </a:lnTo>
                <a:lnTo>
                  <a:pt x="628650" y="428625"/>
                </a:lnTo>
                <a:lnTo>
                  <a:pt x="619125" y="428625"/>
                </a:lnTo>
                <a:close/>
                <a:moveTo>
                  <a:pt x="1057275" y="428625"/>
                </a:moveTo>
                <a:lnTo>
                  <a:pt x="1066800" y="428625"/>
                </a:lnTo>
                <a:lnTo>
                  <a:pt x="1066800" y="438150"/>
                </a:lnTo>
                <a:lnTo>
                  <a:pt x="1057275" y="438150"/>
                </a:lnTo>
                <a:close/>
                <a:moveTo>
                  <a:pt x="1066800" y="438150"/>
                </a:moveTo>
                <a:lnTo>
                  <a:pt x="1076325" y="438150"/>
                </a:lnTo>
                <a:lnTo>
                  <a:pt x="1076325" y="447675"/>
                </a:lnTo>
                <a:lnTo>
                  <a:pt x="1066800" y="447675"/>
                </a:lnTo>
                <a:close/>
                <a:moveTo>
                  <a:pt x="1190625" y="438150"/>
                </a:moveTo>
                <a:lnTo>
                  <a:pt x="1200150" y="438150"/>
                </a:lnTo>
                <a:lnTo>
                  <a:pt x="1200150" y="447675"/>
                </a:lnTo>
                <a:lnTo>
                  <a:pt x="1190625" y="447675"/>
                </a:lnTo>
                <a:close/>
                <a:moveTo>
                  <a:pt x="1143000" y="447675"/>
                </a:moveTo>
                <a:lnTo>
                  <a:pt x="1162050" y="447675"/>
                </a:lnTo>
                <a:lnTo>
                  <a:pt x="1162050" y="476250"/>
                </a:lnTo>
                <a:lnTo>
                  <a:pt x="1143000" y="476250"/>
                </a:lnTo>
                <a:close/>
                <a:moveTo>
                  <a:pt x="1200150" y="457200"/>
                </a:moveTo>
                <a:lnTo>
                  <a:pt x="1209675" y="457200"/>
                </a:lnTo>
                <a:lnTo>
                  <a:pt x="1209675" y="466725"/>
                </a:lnTo>
                <a:lnTo>
                  <a:pt x="1200150" y="466725"/>
                </a:lnTo>
                <a:close/>
                <a:moveTo>
                  <a:pt x="666750" y="466725"/>
                </a:moveTo>
                <a:lnTo>
                  <a:pt x="676275" y="466725"/>
                </a:lnTo>
                <a:lnTo>
                  <a:pt x="676275" y="476250"/>
                </a:lnTo>
                <a:lnTo>
                  <a:pt x="666750" y="476250"/>
                </a:lnTo>
                <a:close/>
                <a:moveTo>
                  <a:pt x="1038225" y="466725"/>
                </a:moveTo>
                <a:lnTo>
                  <a:pt x="1057275" y="466725"/>
                </a:lnTo>
                <a:lnTo>
                  <a:pt x="1057275" y="485775"/>
                </a:lnTo>
                <a:lnTo>
                  <a:pt x="1038225" y="485775"/>
                </a:lnTo>
                <a:close/>
                <a:moveTo>
                  <a:pt x="1171575" y="466725"/>
                </a:moveTo>
                <a:lnTo>
                  <a:pt x="1181100" y="466725"/>
                </a:lnTo>
                <a:lnTo>
                  <a:pt x="1181100" y="476250"/>
                </a:lnTo>
                <a:lnTo>
                  <a:pt x="1171575" y="476250"/>
                </a:lnTo>
                <a:close/>
                <a:moveTo>
                  <a:pt x="1085850" y="476250"/>
                </a:moveTo>
                <a:lnTo>
                  <a:pt x="1104900" y="476250"/>
                </a:lnTo>
                <a:lnTo>
                  <a:pt x="1104900" y="485775"/>
                </a:lnTo>
                <a:lnTo>
                  <a:pt x="1095375" y="485775"/>
                </a:lnTo>
                <a:lnTo>
                  <a:pt x="1095375" y="495300"/>
                </a:lnTo>
                <a:lnTo>
                  <a:pt x="1085850" y="495300"/>
                </a:lnTo>
                <a:close/>
                <a:moveTo>
                  <a:pt x="495300" y="533400"/>
                </a:moveTo>
                <a:lnTo>
                  <a:pt x="504825" y="533400"/>
                </a:lnTo>
                <a:lnTo>
                  <a:pt x="504825" y="542925"/>
                </a:lnTo>
                <a:lnTo>
                  <a:pt x="495300" y="542925"/>
                </a:lnTo>
                <a:close/>
                <a:moveTo>
                  <a:pt x="1114425" y="552450"/>
                </a:moveTo>
                <a:lnTo>
                  <a:pt x="1133475" y="552450"/>
                </a:lnTo>
                <a:lnTo>
                  <a:pt x="1133475" y="561975"/>
                </a:lnTo>
                <a:lnTo>
                  <a:pt x="1114425" y="561975"/>
                </a:lnTo>
                <a:close/>
                <a:moveTo>
                  <a:pt x="647700" y="590550"/>
                </a:moveTo>
                <a:lnTo>
                  <a:pt x="657225" y="590550"/>
                </a:lnTo>
                <a:lnTo>
                  <a:pt x="657225" y="600075"/>
                </a:lnTo>
                <a:lnTo>
                  <a:pt x="647700" y="600075"/>
                </a:lnTo>
                <a:close/>
                <a:moveTo>
                  <a:pt x="1104900" y="628650"/>
                </a:moveTo>
                <a:lnTo>
                  <a:pt x="1114425" y="628650"/>
                </a:lnTo>
                <a:lnTo>
                  <a:pt x="1114425" y="638175"/>
                </a:lnTo>
                <a:lnTo>
                  <a:pt x="1104900" y="638175"/>
                </a:lnTo>
                <a:close/>
                <a:moveTo>
                  <a:pt x="57150" y="638175"/>
                </a:moveTo>
                <a:lnTo>
                  <a:pt x="66675" y="638175"/>
                </a:lnTo>
                <a:lnTo>
                  <a:pt x="66675" y="657225"/>
                </a:lnTo>
                <a:lnTo>
                  <a:pt x="47625" y="657225"/>
                </a:lnTo>
                <a:lnTo>
                  <a:pt x="47625" y="666750"/>
                </a:lnTo>
                <a:lnTo>
                  <a:pt x="38100" y="666750"/>
                </a:lnTo>
                <a:lnTo>
                  <a:pt x="38100" y="647700"/>
                </a:lnTo>
                <a:lnTo>
                  <a:pt x="57150" y="647700"/>
                </a:lnTo>
                <a:close/>
                <a:moveTo>
                  <a:pt x="1152525" y="676275"/>
                </a:moveTo>
                <a:lnTo>
                  <a:pt x="1171575" y="676275"/>
                </a:lnTo>
                <a:lnTo>
                  <a:pt x="1171575" y="685800"/>
                </a:lnTo>
                <a:lnTo>
                  <a:pt x="1152525" y="685800"/>
                </a:lnTo>
                <a:close/>
                <a:moveTo>
                  <a:pt x="1085850" y="685800"/>
                </a:moveTo>
                <a:lnTo>
                  <a:pt x="1104900" y="685800"/>
                </a:lnTo>
                <a:lnTo>
                  <a:pt x="1104900" y="695325"/>
                </a:lnTo>
                <a:lnTo>
                  <a:pt x="1095375" y="695325"/>
                </a:lnTo>
                <a:lnTo>
                  <a:pt x="1095375" y="704850"/>
                </a:lnTo>
                <a:lnTo>
                  <a:pt x="1085850" y="704850"/>
                </a:lnTo>
                <a:close/>
                <a:moveTo>
                  <a:pt x="628650" y="695325"/>
                </a:moveTo>
                <a:lnTo>
                  <a:pt x="638175" y="695325"/>
                </a:lnTo>
                <a:lnTo>
                  <a:pt x="638175" y="714375"/>
                </a:lnTo>
                <a:lnTo>
                  <a:pt x="619125" y="714375"/>
                </a:lnTo>
                <a:lnTo>
                  <a:pt x="619125" y="704850"/>
                </a:lnTo>
                <a:lnTo>
                  <a:pt x="628650" y="704850"/>
                </a:lnTo>
                <a:close/>
                <a:moveTo>
                  <a:pt x="419100" y="704850"/>
                </a:moveTo>
                <a:lnTo>
                  <a:pt x="428625" y="704850"/>
                </a:lnTo>
                <a:lnTo>
                  <a:pt x="428625" y="714375"/>
                </a:lnTo>
                <a:lnTo>
                  <a:pt x="419100" y="714375"/>
                </a:lnTo>
                <a:close/>
                <a:moveTo>
                  <a:pt x="514350" y="704850"/>
                </a:moveTo>
                <a:lnTo>
                  <a:pt x="533400" y="704850"/>
                </a:lnTo>
                <a:lnTo>
                  <a:pt x="533400" y="723900"/>
                </a:lnTo>
                <a:lnTo>
                  <a:pt x="552450" y="723900"/>
                </a:lnTo>
                <a:lnTo>
                  <a:pt x="552450" y="733425"/>
                </a:lnTo>
                <a:lnTo>
                  <a:pt x="542925" y="733425"/>
                </a:lnTo>
                <a:lnTo>
                  <a:pt x="542925" y="742950"/>
                </a:lnTo>
                <a:lnTo>
                  <a:pt x="533400" y="742950"/>
                </a:lnTo>
                <a:lnTo>
                  <a:pt x="533400" y="733425"/>
                </a:lnTo>
                <a:lnTo>
                  <a:pt x="514350" y="733425"/>
                </a:lnTo>
                <a:lnTo>
                  <a:pt x="514350" y="723900"/>
                </a:lnTo>
                <a:lnTo>
                  <a:pt x="523875" y="723900"/>
                </a:lnTo>
                <a:lnTo>
                  <a:pt x="523875" y="714375"/>
                </a:lnTo>
                <a:lnTo>
                  <a:pt x="514350" y="714375"/>
                </a:lnTo>
                <a:close/>
                <a:moveTo>
                  <a:pt x="695325" y="704850"/>
                </a:moveTo>
                <a:lnTo>
                  <a:pt x="704850" y="704850"/>
                </a:lnTo>
                <a:lnTo>
                  <a:pt x="704850" y="714375"/>
                </a:lnTo>
                <a:lnTo>
                  <a:pt x="695325" y="714375"/>
                </a:lnTo>
                <a:close/>
                <a:moveTo>
                  <a:pt x="600075" y="714375"/>
                </a:moveTo>
                <a:lnTo>
                  <a:pt x="609600" y="714375"/>
                </a:lnTo>
                <a:lnTo>
                  <a:pt x="609600" y="733425"/>
                </a:lnTo>
                <a:lnTo>
                  <a:pt x="600075" y="733425"/>
                </a:lnTo>
                <a:close/>
                <a:moveTo>
                  <a:pt x="409575" y="723900"/>
                </a:moveTo>
                <a:lnTo>
                  <a:pt x="419100" y="723900"/>
                </a:lnTo>
                <a:lnTo>
                  <a:pt x="419100" y="733425"/>
                </a:lnTo>
                <a:lnTo>
                  <a:pt x="409575" y="733425"/>
                </a:lnTo>
                <a:close/>
                <a:moveTo>
                  <a:pt x="447675" y="723900"/>
                </a:moveTo>
                <a:lnTo>
                  <a:pt x="476250" y="723900"/>
                </a:lnTo>
                <a:lnTo>
                  <a:pt x="476250" y="742950"/>
                </a:lnTo>
                <a:lnTo>
                  <a:pt x="495300" y="742950"/>
                </a:lnTo>
                <a:lnTo>
                  <a:pt x="495300" y="752475"/>
                </a:lnTo>
                <a:lnTo>
                  <a:pt x="485775" y="752475"/>
                </a:lnTo>
                <a:lnTo>
                  <a:pt x="485775" y="771525"/>
                </a:lnTo>
                <a:lnTo>
                  <a:pt x="476250" y="771525"/>
                </a:lnTo>
                <a:lnTo>
                  <a:pt x="476250" y="762000"/>
                </a:lnTo>
                <a:lnTo>
                  <a:pt x="466725" y="762000"/>
                </a:lnTo>
                <a:lnTo>
                  <a:pt x="466725" y="752475"/>
                </a:lnTo>
                <a:lnTo>
                  <a:pt x="457200" y="752475"/>
                </a:lnTo>
                <a:lnTo>
                  <a:pt x="457200" y="742950"/>
                </a:lnTo>
                <a:lnTo>
                  <a:pt x="447675" y="742950"/>
                </a:lnTo>
                <a:close/>
                <a:moveTo>
                  <a:pt x="485775" y="723900"/>
                </a:moveTo>
                <a:lnTo>
                  <a:pt x="495300" y="723900"/>
                </a:lnTo>
                <a:lnTo>
                  <a:pt x="495300" y="733425"/>
                </a:lnTo>
                <a:lnTo>
                  <a:pt x="485775" y="733425"/>
                </a:lnTo>
                <a:close/>
                <a:moveTo>
                  <a:pt x="457200" y="742950"/>
                </a:moveTo>
                <a:lnTo>
                  <a:pt x="466725" y="742950"/>
                </a:lnTo>
                <a:lnTo>
                  <a:pt x="466725" y="733425"/>
                </a:lnTo>
                <a:lnTo>
                  <a:pt x="457200" y="733425"/>
                </a:lnTo>
                <a:close/>
                <a:moveTo>
                  <a:pt x="209550" y="752475"/>
                </a:moveTo>
                <a:lnTo>
                  <a:pt x="228600" y="752475"/>
                </a:lnTo>
                <a:lnTo>
                  <a:pt x="228600" y="762000"/>
                </a:lnTo>
                <a:lnTo>
                  <a:pt x="219075" y="762000"/>
                </a:lnTo>
                <a:lnTo>
                  <a:pt x="219075" y="771525"/>
                </a:lnTo>
                <a:lnTo>
                  <a:pt x="209550" y="771525"/>
                </a:lnTo>
                <a:close/>
                <a:moveTo>
                  <a:pt x="533400" y="752475"/>
                </a:moveTo>
                <a:lnTo>
                  <a:pt x="552450" y="752475"/>
                </a:lnTo>
                <a:lnTo>
                  <a:pt x="552450" y="762000"/>
                </a:lnTo>
                <a:lnTo>
                  <a:pt x="533400" y="762000"/>
                </a:lnTo>
                <a:close/>
                <a:moveTo>
                  <a:pt x="666750" y="752475"/>
                </a:moveTo>
                <a:lnTo>
                  <a:pt x="676275" y="752475"/>
                </a:lnTo>
                <a:lnTo>
                  <a:pt x="676275" y="762000"/>
                </a:lnTo>
                <a:lnTo>
                  <a:pt x="666750" y="762000"/>
                </a:lnTo>
                <a:close/>
                <a:moveTo>
                  <a:pt x="1019175" y="752475"/>
                </a:moveTo>
                <a:lnTo>
                  <a:pt x="1028700" y="752475"/>
                </a:lnTo>
                <a:lnTo>
                  <a:pt x="1028700" y="762000"/>
                </a:lnTo>
                <a:lnTo>
                  <a:pt x="1019175" y="762000"/>
                </a:lnTo>
                <a:close/>
                <a:moveTo>
                  <a:pt x="371475" y="762000"/>
                </a:moveTo>
                <a:lnTo>
                  <a:pt x="381000" y="762000"/>
                </a:lnTo>
                <a:lnTo>
                  <a:pt x="381000" y="771525"/>
                </a:lnTo>
                <a:lnTo>
                  <a:pt x="371475" y="771525"/>
                </a:lnTo>
                <a:close/>
                <a:moveTo>
                  <a:pt x="1009650" y="762000"/>
                </a:moveTo>
                <a:lnTo>
                  <a:pt x="1019175" y="762000"/>
                </a:lnTo>
                <a:lnTo>
                  <a:pt x="1019175" y="771525"/>
                </a:lnTo>
                <a:lnTo>
                  <a:pt x="1009650" y="771525"/>
                </a:lnTo>
                <a:close/>
                <a:moveTo>
                  <a:pt x="114300" y="771525"/>
                </a:moveTo>
                <a:lnTo>
                  <a:pt x="123825" y="771525"/>
                </a:lnTo>
                <a:lnTo>
                  <a:pt x="123825" y="781050"/>
                </a:lnTo>
                <a:lnTo>
                  <a:pt x="114300" y="781050"/>
                </a:lnTo>
                <a:close/>
                <a:moveTo>
                  <a:pt x="200025" y="771525"/>
                </a:moveTo>
                <a:lnTo>
                  <a:pt x="209550" y="771525"/>
                </a:lnTo>
                <a:lnTo>
                  <a:pt x="209550" y="781050"/>
                </a:lnTo>
                <a:lnTo>
                  <a:pt x="200025" y="781050"/>
                </a:lnTo>
                <a:close/>
                <a:moveTo>
                  <a:pt x="609600" y="771525"/>
                </a:moveTo>
                <a:lnTo>
                  <a:pt x="628650" y="771525"/>
                </a:lnTo>
                <a:lnTo>
                  <a:pt x="628650" y="800100"/>
                </a:lnTo>
                <a:lnTo>
                  <a:pt x="619125" y="800100"/>
                </a:lnTo>
                <a:lnTo>
                  <a:pt x="619125" y="781050"/>
                </a:lnTo>
                <a:lnTo>
                  <a:pt x="609600" y="781050"/>
                </a:lnTo>
                <a:close/>
                <a:moveTo>
                  <a:pt x="714375" y="771525"/>
                </a:moveTo>
                <a:lnTo>
                  <a:pt x="723900" y="771525"/>
                </a:lnTo>
                <a:lnTo>
                  <a:pt x="723900" y="781050"/>
                </a:lnTo>
                <a:lnTo>
                  <a:pt x="714375" y="781050"/>
                </a:lnTo>
                <a:close/>
                <a:moveTo>
                  <a:pt x="1057275" y="771525"/>
                </a:moveTo>
                <a:lnTo>
                  <a:pt x="1066800" y="771525"/>
                </a:lnTo>
                <a:lnTo>
                  <a:pt x="1066800" y="781050"/>
                </a:lnTo>
                <a:lnTo>
                  <a:pt x="1057275" y="781050"/>
                </a:lnTo>
                <a:close/>
                <a:moveTo>
                  <a:pt x="123825" y="781050"/>
                </a:moveTo>
                <a:lnTo>
                  <a:pt x="133350" y="781050"/>
                </a:lnTo>
                <a:lnTo>
                  <a:pt x="133350" y="790575"/>
                </a:lnTo>
                <a:lnTo>
                  <a:pt x="123825" y="790575"/>
                </a:lnTo>
                <a:close/>
                <a:moveTo>
                  <a:pt x="371475" y="781050"/>
                </a:moveTo>
                <a:lnTo>
                  <a:pt x="381000" y="781050"/>
                </a:lnTo>
                <a:lnTo>
                  <a:pt x="381000" y="790575"/>
                </a:lnTo>
                <a:lnTo>
                  <a:pt x="371475" y="790575"/>
                </a:lnTo>
                <a:close/>
                <a:moveTo>
                  <a:pt x="962025" y="781050"/>
                </a:moveTo>
                <a:lnTo>
                  <a:pt x="971550" y="781050"/>
                </a:lnTo>
                <a:lnTo>
                  <a:pt x="971550" y="790575"/>
                </a:lnTo>
                <a:lnTo>
                  <a:pt x="990600" y="790575"/>
                </a:lnTo>
                <a:lnTo>
                  <a:pt x="990600" y="809625"/>
                </a:lnTo>
                <a:lnTo>
                  <a:pt x="971550" y="809625"/>
                </a:lnTo>
                <a:lnTo>
                  <a:pt x="971550" y="800100"/>
                </a:lnTo>
                <a:lnTo>
                  <a:pt x="952500" y="800100"/>
                </a:lnTo>
                <a:lnTo>
                  <a:pt x="952500" y="790575"/>
                </a:lnTo>
                <a:lnTo>
                  <a:pt x="962025" y="790575"/>
                </a:lnTo>
                <a:close/>
                <a:moveTo>
                  <a:pt x="1047750" y="790575"/>
                </a:moveTo>
                <a:lnTo>
                  <a:pt x="1057275" y="790575"/>
                </a:lnTo>
                <a:lnTo>
                  <a:pt x="1057275" y="809625"/>
                </a:lnTo>
                <a:lnTo>
                  <a:pt x="1047750" y="809625"/>
                </a:lnTo>
                <a:close/>
                <a:moveTo>
                  <a:pt x="0" y="800100"/>
                </a:moveTo>
                <a:lnTo>
                  <a:pt x="38100" y="800100"/>
                </a:lnTo>
                <a:lnTo>
                  <a:pt x="38100" y="809625"/>
                </a:lnTo>
                <a:lnTo>
                  <a:pt x="0" y="809625"/>
                </a:lnTo>
                <a:close/>
                <a:moveTo>
                  <a:pt x="809625" y="800100"/>
                </a:moveTo>
                <a:lnTo>
                  <a:pt x="819150" y="800100"/>
                </a:lnTo>
                <a:lnTo>
                  <a:pt x="819150" y="809625"/>
                </a:lnTo>
                <a:lnTo>
                  <a:pt x="809625" y="809625"/>
                </a:lnTo>
                <a:close/>
              </a:path>
            </a:pathLst>
          </a:custGeom>
          <a:solidFill xmlns:a="http://schemas.openxmlformats.org/drawingml/2006/main">
            <a:srgbClr val="F9F8F3"/>
          </a:solidFill>
          <a:ln xmlns:a="http://schemas.openxmlformats.org/drawingml/2006/main" w="0">
            <a:noFill/>
          </a:ln>
        </p:spPr>
      </p:sp>
      <p:sp>
        <p:nvSpPr>
          <p:cNvPr id="217" name="v21 vector #f9f7f3">
            <a:extLst xmlns:a="http://schemas.openxmlformats.org/drawingml/2006/main">
              <a:ext uri="{FF2B5EF4-FFF2-40B4-BE49-F238E27FC236}">
                <a16:creationId xmlns:a16="http://schemas.microsoft.com/office/drawing/2014/main" id="{CC1ACA64-CBD3-4A1B-96B1-6BA52154BA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8250" y="4848225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381000" y="0"/>
                </a:moveTo>
                <a:lnTo>
                  <a:pt x="400050" y="0"/>
                </a:lnTo>
                <a:lnTo>
                  <a:pt x="400050" y="19050"/>
                </a:lnTo>
                <a:lnTo>
                  <a:pt x="390525" y="19050"/>
                </a:lnTo>
                <a:lnTo>
                  <a:pt x="390525" y="28575"/>
                </a:lnTo>
                <a:lnTo>
                  <a:pt x="381000" y="28575"/>
                </a:lnTo>
                <a:close/>
                <a:moveTo>
                  <a:pt x="600075" y="0"/>
                </a:moveTo>
                <a:lnTo>
                  <a:pt x="619125" y="0"/>
                </a:lnTo>
                <a:lnTo>
                  <a:pt x="619125" y="9525"/>
                </a:lnTo>
                <a:lnTo>
                  <a:pt x="600075" y="9525"/>
                </a:lnTo>
                <a:close/>
                <a:moveTo>
                  <a:pt x="419100" y="28575"/>
                </a:moveTo>
                <a:lnTo>
                  <a:pt x="428625" y="28575"/>
                </a:lnTo>
                <a:lnTo>
                  <a:pt x="428625" y="38100"/>
                </a:lnTo>
                <a:lnTo>
                  <a:pt x="419100" y="38100"/>
                </a:lnTo>
                <a:close/>
                <a:moveTo>
                  <a:pt x="1085850" y="76200"/>
                </a:moveTo>
                <a:lnTo>
                  <a:pt x="1095375" y="76200"/>
                </a:lnTo>
                <a:lnTo>
                  <a:pt x="1095375" y="104775"/>
                </a:lnTo>
                <a:lnTo>
                  <a:pt x="1085850" y="104775"/>
                </a:lnTo>
                <a:close/>
                <a:moveTo>
                  <a:pt x="981075" y="85725"/>
                </a:moveTo>
                <a:lnTo>
                  <a:pt x="990600" y="85725"/>
                </a:lnTo>
                <a:lnTo>
                  <a:pt x="990600" y="95250"/>
                </a:lnTo>
                <a:lnTo>
                  <a:pt x="981075" y="95250"/>
                </a:lnTo>
                <a:close/>
                <a:moveTo>
                  <a:pt x="1190625" y="85725"/>
                </a:moveTo>
                <a:lnTo>
                  <a:pt x="1200150" y="85725"/>
                </a:lnTo>
                <a:lnTo>
                  <a:pt x="1200150" y="104775"/>
                </a:lnTo>
                <a:lnTo>
                  <a:pt x="1190625" y="104775"/>
                </a:lnTo>
                <a:close/>
                <a:moveTo>
                  <a:pt x="1200150" y="104775"/>
                </a:moveTo>
                <a:lnTo>
                  <a:pt x="1209675" y="104775"/>
                </a:lnTo>
                <a:lnTo>
                  <a:pt x="1209675" y="114300"/>
                </a:lnTo>
                <a:lnTo>
                  <a:pt x="1200150" y="114300"/>
                </a:lnTo>
                <a:close/>
                <a:moveTo>
                  <a:pt x="1190625" y="171450"/>
                </a:moveTo>
                <a:lnTo>
                  <a:pt x="1200150" y="171450"/>
                </a:lnTo>
                <a:lnTo>
                  <a:pt x="1200150" y="180975"/>
                </a:lnTo>
                <a:lnTo>
                  <a:pt x="1190625" y="180975"/>
                </a:lnTo>
                <a:close/>
                <a:moveTo>
                  <a:pt x="1143000" y="228600"/>
                </a:moveTo>
                <a:lnTo>
                  <a:pt x="1171575" y="228600"/>
                </a:lnTo>
                <a:lnTo>
                  <a:pt x="1171575" y="238125"/>
                </a:lnTo>
                <a:lnTo>
                  <a:pt x="1143000" y="238125"/>
                </a:lnTo>
                <a:close/>
                <a:moveTo>
                  <a:pt x="457200" y="238125"/>
                </a:moveTo>
                <a:lnTo>
                  <a:pt x="466725" y="238125"/>
                </a:lnTo>
                <a:lnTo>
                  <a:pt x="466725" y="257175"/>
                </a:lnTo>
                <a:lnTo>
                  <a:pt x="457200" y="257175"/>
                </a:lnTo>
                <a:close/>
                <a:moveTo>
                  <a:pt x="1114425" y="238125"/>
                </a:moveTo>
                <a:lnTo>
                  <a:pt x="1123950" y="238125"/>
                </a:lnTo>
                <a:lnTo>
                  <a:pt x="1123950" y="247650"/>
                </a:lnTo>
                <a:lnTo>
                  <a:pt x="1114425" y="247650"/>
                </a:lnTo>
                <a:close/>
                <a:moveTo>
                  <a:pt x="19050" y="247650"/>
                </a:moveTo>
                <a:lnTo>
                  <a:pt x="28575" y="247650"/>
                </a:lnTo>
                <a:lnTo>
                  <a:pt x="28575" y="257175"/>
                </a:lnTo>
                <a:lnTo>
                  <a:pt x="19050" y="257175"/>
                </a:lnTo>
                <a:close/>
                <a:moveTo>
                  <a:pt x="28575" y="257175"/>
                </a:moveTo>
                <a:lnTo>
                  <a:pt x="38100" y="257175"/>
                </a:lnTo>
                <a:lnTo>
                  <a:pt x="38100" y="276225"/>
                </a:lnTo>
                <a:lnTo>
                  <a:pt x="28575" y="276225"/>
                </a:lnTo>
                <a:close/>
                <a:moveTo>
                  <a:pt x="447675" y="257175"/>
                </a:moveTo>
                <a:lnTo>
                  <a:pt x="457200" y="257175"/>
                </a:lnTo>
                <a:lnTo>
                  <a:pt x="457200" y="266700"/>
                </a:lnTo>
                <a:lnTo>
                  <a:pt x="447675" y="266700"/>
                </a:lnTo>
                <a:close/>
                <a:moveTo>
                  <a:pt x="276225" y="276225"/>
                </a:moveTo>
                <a:lnTo>
                  <a:pt x="295275" y="276225"/>
                </a:lnTo>
                <a:lnTo>
                  <a:pt x="295275" y="295275"/>
                </a:lnTo>
                <a:lnTo>
                  <a:pt x="276225" y="295275"/>
                </a:lnTo>
                <a:close/>
                <a:moveTo>
                  <a:pt x="361950" y="295275"/>
                </a:moveTo>
                <a:lnTo>
                  <a:pt x="371475" y="295275"/>
                </a:lnTo>
                <a:lnTo>
                  <a:pt x="371475" y="304800"/>
                </a:lnTo>
                <a:lnTo>
                  <a:pt x="361950" y="304800"/>
                </a:lnTo>
                <a:close/>
                <a:moveTo>
                  <a:pt x="323850" y="409575"/>
                </a:moveTo>
                <a:lnTo>
                  <a:pt x="342900" y="409575"/>
                </a:lnTo>
                <a:lnTo>
                  <a:pt x="342900" y="428625"/>
                </a:lnTo>
                <a:lnTo>
                  <a:pt x="333375" y="428625"/>
                </a:lnTo>
                <a:lnTo>
                  <a:pt x="333375" y="438150"/>
                </a:lnTo>
                <a:lnTo>
                  <a:pt x="323850" y="438150"/>
                </a:lnTo>
                <a:lnTo>
                  <a:pt x="323850" y="447675"/>
                </a:lnTo>
                <a:lnTo>
                  <a:pt x="314325" y="447675"/>
                </a:lnTo>
                <a:lnTo>
                  <a:pt x="314325" y="419100"/>
                </a:lnTo>
                <a:lnTo>
                  <a:pt x="323850" y="419100"/>
                </a:lnTo>
                <a:close/>
                <a:moveTo>
                  <a:pt x="628650" y="419100"/>
                </a:moveTo>
                <a:lnTo>
                  <a:pt x="647700" y="419100"/>
                </a:lnTo>
                <a:lnTo>
                  <a:pt x="647700" y="428625"/>
                </a:lnTo>
                <a:lnTo>
                  <a:pt x="657225" y="428625"/>
                </a:lnTo>
                <a:lnTo>
                  <a:pt x="657225" y="438150"/>
                </a:lnTo>
                <a:lnTo>
                  <a:pt x="628650" y="438150"/>
                </a:lnTo>
                <a:close/>
                <a:moveTo>
                  <a:pt x="990600" y="419100"/>
                </a:moveTo>
                <a:lnTo>
                  <a:pt x="1000125" y="419100"/>
                </a:lnTo>
                <a:lnTo>
                  <a:pt x="1000125" y="428625"/>
                </a:lnTo>
                <a:lnTo>
                  <a:pt x="990600" y="428625"/>
                </a:lnTo>
                <a:close/>
                <a:moveTo>
                  <a:pt x="1181100" y="428625"/>
                </a:moveTo>
                <a:lnTo>
                  <a:pt x="1190625" y="428625"/>
                </a:lnTo>
                <a:lnTo>
                  <a:pt x="1190625" y="438150"/>
                </a:lnTo>
                <a:lnTo>
                  <a:pt x="1181100" y="438150"/>
                </a:lnTo>
                <a:close/>
                <a:moveTo>
                  <a:pt x="342900" y="438150"/>
                </a:moveTo>
                <a:lnTo>
                  <a:pt x="361950" y="438150"/>
                </a:lnTo>
                <a:lnTo>
                  <a:pt x="361950" y="447675"/>
                </a:lnTo>
                <a:lnTo>
                  <a:pt x="342900" y="447675"/>
                </a:lnTo>
                <a:close/>
                <a:moveTo>
                  <a:pt x="257175" y="447675"/>
                </a:moveTo>
                <a:lnTo>
                  <a:pt x="266700" y="447675"/>
                </a:lnTo>
                <a:lnTo>
                  <a:pt x="266700" y="457200"/>
                </a:lnTo>
                <a:lnTo>
                  <a:pt x="285750" y="457200"/>
                </a:lnTo>
                <a:lnTo>
                  <a:pt x="285750" y="466725"/>
                </a:lnTo>
                <a:lnTo>
                  <a:pt x="295275" y="466725"/>
                </a:lnTo>
                <a:lnTo>
                  <a:pt x="295275" y="476250"/>
                </a:lnTo>
                <a:lnTo>
                  <a:pt x="285750" y="476250"/>
                </a:lnTo>
                <a:lnTo>
                  <a:pt x="285750" y="485775"/>
                </a:lnTo>
                <a:lnTo>
                  <a:pt x="257175" y="485775"/>
                </a:lnTo>
                <a:lnTo>
                  <a:pt x="257175" y="476250"/>
                </a:lnTo>
                <a:lnTo>
                  <a:pt x="266700" y="476250"/>
                </a:lnTo>
                <a:lnTo>
                  <a:pt x="266700" y="466725"/>
                </a:lnTo>
                <a:lnTo>
                  <a:pt x="257175" y="466725"/>
                </a:lnTo>
                <a:close/>
                <a:moveTo>
                  <a:pt x="1162050" y="457200"/>
                </a:moveTo>
                <a:lnTo>
                  <a:pt x="1171575" y="457200"/>
                </a:lnTo>
                <a:lnTo>
                  <a:pt x="1171575" y="476250"/>
                </a:lnTo>
                <a:lnTo>
                  <a:pt x="1162050" y="476250"/>
                </a:lnTo>
                <a:close/>
                <a:moveTo>
                  <a:pt x="504825" y="533400"/>
                </a:moveTo>
                <a:lnTo>
                  <a:pt x="514350" y="533400"/>
                </a:lnTo>
                <a:lnTo>
                  <a:pt x="514350" y="542925"/>
                </a:lnTo>
                <a:lnTo>
                  <a:pt x="504825" y="542925"/>
                </a:lnTo>
                <a:close/>
                <a:moveTo>
                  <a:pt x="514350" y="542925"/>
                </a:moveTo>
                <a:lnTo>
                  <a:pt x="533400" y="542925"/>
                </a:lnTo>
                <a:lnTo>
                  <a:pt x="533400" y="552450"/>
                </a:lnTo>
                <a:lnTo>
                  <a:pt x="514350" y="552450"/>
                </a:lnTo>
                <a:close/>
                <a:moveTo>
                  <a:pt x="628650" y="542925"/>
                </a:moveTo>
                <a:lnTo>
                  <a:pt x="638175" y="542925"/>
                </a:lnTo>
                <a:lnTo>
                  <a:pt x="638175" y="552450"/>
                </a:lnTo>
                <a:lnTo>
                  <a:pt x="657225" y="552450"/>
                </a:lnTo>
                <a:lnTo>
                  <a:pt x="657225" y="571500"/>
                </a:lnTo>
                <a:lnTo>
                  <a:pt x="685800" y="571500"/>
                </a:lnTo>
                <a:lnTo>
                  <a:pt x="685800" y="590550"/>
                </a:lnTo>
                <a:lnTo>
                  <a:pt x="666750" y="590550"/>
                </a:lnTo>
                <a:lnTo>
                  <a:pt x="666750" y="600075"/>
                </a:lnTo>
                <a:lnTo>
                  <a:pt x="657225" y="600075"/>
                </a:lnTo>
                <a:lnTo>
                  <a:pt x="657225" y="590550"/>
                </a:lnTo>
                <a:lnTo>
                  <a:pt x="647700" y="590550"/>
                </a:lnTo>
                <a:lnTo>
                  <a:pt x="647700" y="581025"/>
                </a:lnTo>
                <a:lnTo>
                  <a:pt x="638175" y="581025"/>
                </a:lnTo>
                <a:lnTo>
                  <a:pt x="638175" y="561975"/>
                </a:lnTo>
                <a:lnTo>
                  <a:pt x="628650" y="561975"/>
                </a:lnTo>
                <a:close/>
                <a:moveTo>
                  <a:pt x="419100" y="600075"/>
                </a:moveTo>
                <a:lnTo>
                  <a:pt x="428625" y="600075"/>
                </a:lnTo>
                <a:lnTo>
                  <a:pt x="428625" y="609600"/>
                </a:lnTo>
                <a:lnTo>
                  <a:pt x="419100" y="609600"/>
                </a:lnTo>
                <a:close/>
                <a:moveTo>
                  <a:pt x="438150" y="600075"/>
                </a:moveTo>
                <a:lnTo>
                  <a:pt x="447675" y="600075"/>
                </a:lnTo>
                <a:lnTo>
                  <a:pt x="447675" y="609600"/>
                </a:lnTo>
                <a:lnTo>
                  <a:pt x="438150" y="609600"/>
                </a:lnTo>
                <a:close/>
                <a:moveTo>
                  <a:pt x="428625" y="609600"/>
                </a:moveTo>
                <a:lnTo>
                  <a:pt x="438150" y="609600"/>
                </a:lnTo>
                <a:lnTo>
                  <a:pt x="438150" y="619125"/>
                </a:lnTo>
                <a:lnTo>
                  <a:pt x="428625" y="619125"/>
                </a:lnTo>
                <a:close/>
                <a:moveTo>
                  <a:pt x="657225" y="609600"/>
                </a:moveTo>
                <a:lnTo>
                  <a:pt x="666750" y="609600"/>
                </a:lnTo>
                <a:lnTo>
                  <a:pt x="666750" y="619125"/>
                </a:lnTo>
                <a:lnTo>
                  <a:pt x="657225" y="619125"/>
                </a:lnTo>
                <a:close/>
                <a:moveTo>
                  <a:pt x="1171575" y="676275"/>
                </a:moveTo>
                <a:lnTo>
                  <a:pt x="1181100" y="676275"/>
                </a:lnTo>
                <a:lnTo>
                  <a:pt x="1181100" y="685800"/>
                </a:lnTo>
                <a:lnTo>
                  <a:pt x="1171575" y="685800"/>
                </a:lnTo>
                <a:close/>
                <a:moveTo>
                  <a:pt x="457200" y="733425"/>
                </a:moveTo>
                <a:lnTo>
                  <a:pt x="466725" y="733425"/>
                </a:lnTo>
                <a:lnTo>
                  <a:pt x="466725" y="742950"/>
                </a:lnTo>
                <a:lnTo>
                  <a:pt x="457200" y="742950"/>
                </a:lnTo>
                <a:close/>
                <a:moveTo>
                  <a:pt x="1143000" y="733425"/>
                </a:moveTo>
                <a:lnTo>
                  <a:pt x="1152525" y="733425"/>
                </a:lnTo>
                <a:lnTo>
                  <a:pt x="1152525" y="742950"/>
                </a:lnTo>
                <a:lnTo>
                  <a:pt x="1143000" y="742950"/>
                </a:lnTo>
                <a:close/>
                <a:moveTo>
                  <a:pt x="209550" y="742950"/>
                </a:moveTo>
                <a:lnTo>
                  <a:pt x="219075" y="742950"/>
                </a:lnTo>
                <a:lnTo>
                  <a:pt x="219075" y="752475"/>
                </a:lnTo>
                <a:lnTo>
                  <a:pt x="209550" y="752475"/>
                </a:lnTo>
                <a:close/>
                <a:moveTo>
                  <a:pt x="1047750" y="742950"/>
                </a:moveTo>
                <a:lnTo>
                  <a:pt x="1066800" y="742950"/>
                </a:lnTo>
                <a:lnTo>
                  <a:pt x="1066800" y="752475"/>
                </a:lnTo>
                <a:lnTo>
                  <a:pt x="1047750" y="752475"/>
                </a:lnTo>
                <a:close/>
                <a:moveTo>
                  <a:pt x="990600" y="800100"/>
                </a:moveTo>
                <a:lnTo>
                  <a:pt x="1009650" y="800100"/>
                </a:lnTo>
                <a:lnTo>
                  <a:pt x="1009650" y="809625"/>
                </a:lnTo>
                <a:lnTo>
                  <a:pt x="990600" y="809625"/>
                </a:lnTo>
                <a:close/>
              </a:path>
            </a:pathLst>
          </a:custGeom>
          <a:solidFill xmlns:a="http://schemas.openxmlformats.org/drawingml/2006/main">
            <a:srgbClr val="F9F7F3"/>
          </a:solidFill>
          <a:ln xmlns:a="http://schemas.openxmlformats.org/drawingml/2006/main" w="0">
            <a:noFill/>
          </a:ln>
        </p:spPr>
      </p:sp>
      <p:sp>
        <p:nvSpPr>
          <p:cNvPr id="218" name="v21 vector #f8f9f4">
            <a:extLst xmlns:a="http://schemas.openxmlformats.org/drawingml/2006/main">
              <a:ext uri="{FF2B5EF4-FFF2-40B4-BE49-F238E27FC236}">
                <a16:creationId xmlns:a16="http://schemas.microsoft.com/office/drawing/2014/main" id="{BF2FB01C-0100-44C6-9273-5C4CEEC4C9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8250" y="4848225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200025" y="0"/>
                </a:moveTo>
                <a:lnTo>
                  <a:pt x="209550" y="0"/>
                </a:lnTo>
                <a:lnTo>
                  <a:pt x="209550" y="9525"/>
                </a:lnTo>
                <a:lnTo>
                  <a:pt x="200025" y="9525"/>
                </a:lnTo>
                <a:close/>
                <a:moveTo>
                  <a:pt x="466725" y="0"/>
                </a:moveTo>
                <a:lnTo>
                  <a:pt x="476250" y="0"/>
                </a:lnTo>
                <a:lnTo>
                  <a:pt x="476250" y="19050"/>
                </a:lnTo>
                <a:lnTo>
                  <a:pt x="485775" y="19050"/>
                </a:lnTo>
                <a:lnTo>
                  <a:pt x="485775" y="28575"/>
                </a:lnTo>
                <a:lnTo>
                  <a:pt x="466725" y="28575"/>
                </a:lnTo>
                <a:close/>
                <a:moveTo>
                  <a:pt x="504825" y="0"/>
                </a:moveTo>
                <a:lnTo>
                  <a:pt x="533400" y="0"/>
                </a:lnTo>
                <a:lnTo>
                  <a:pt x="533400" y="9525"/>
                </a:lnTo>
                <a:lnTo>
                  <a:pt x="542925" y="9525"/>
                </a:lnTo>
                <a:lnTo>
                  <a:pt x="542925" y="19050"/>
                </a:lnTo>
                <a:lnTo>
                  <a:pt x="523875" y="19050"/>
                </a:lnTo>
                <a:lnTo>
                  <a:pt x="523875" y="9525"/>
                </a:lnTo>
                <a:lnTo>
                  <a:pt x="504825" y="9525"/>
                </a:lnTo>
                <a:close/>
                <a:moveTo>
                  <a:pt x="942975" y="0"/>
                </a:moveTo>
                <a:lnTo>
                  <a:pt x="952500" y="0"/>
                </a:lnTo>
                <a:lnTo>
                  <a:pt x="952500" y="9525"/>
                </a:lnTo>
                <a:lnTo>
                  <a:pt x="942975" y="9525"/>
                </a:lnTo>
                <a:close/>
                <a:moveTo>
                  <a:pt x="1066800" y="0"/>
                </a:moveTo>
                <a:lnTo>
                  <a:pt x="1085850" y="0"/>
                </a:lnTo>
                <a:lnTo>
                  <a:pt x="1085850" y="28575"/>
                </a:lnTo>
                <a:lnTo>
                  <a:pt x="1095375" y="28575"/>
                </a:lnTo>
                <a:lnTo>
                  <a:pt x="1095375" y="47625"/>
                </a:lnTo>
                <a:lnTo>
                  <a:pt x="1114425" y="47625"/>
                </a:lnTo>
                <a:lnTo>
                  <a:pt x="1114425" y="57150"/>
                </a:lnTo>
                <a:lnTo>
                  <a:pt x="1104900" y="57150"/>
                </a:lnTo>
                <a:lnTo>
                  <a:pt x="1104900" y="66675"/>
                </a:lnTo>
                <a:lnTo>
                  <a:pt x="1076325" y="66675"/>
                </a:lnTo>
                <a:lnTo>
                  <a:pt x="1076325" y="38100"/>
                </a:lnTo>
                <a:lnTo>
                  <a:pt x="1066800" y="38100"/>
                </a:lnTo>
                <a:close/>
                <a:moveTo>
                  <a:pt x="1143000" y="0"/>
                </a:moveTo>
                <a:lnTo>
                  <a:pt x="1181100" y="0"/>
                </a:lnTo>
                <a:lnTo>
                  <a:pt x="1181100" y="28575"/>
                </a:lnTo>
                <a:lnTo>
                  <a:pt x="1162050" y="28575"/>
                </a:lnTo>
                <a:lnTo>
                  <a:pt x="1162050" y="38100"/>
                </a:lnTo>
                <a:lnTo>
                  <a:pt x="1152525" y="38100"/>
                </a:lnTo>
                <a:lnTo>
                  <a:pt x="1152525" y="28575"/>
                </a:lnTo>
                <a:lnTo>
                  <a:pt x="1143000" y="28575"/>
                </a:lnTo>
                <a:lnTo>
                  <a:pt x="1143000" y="38100"/>
                </a:lnTo>
                <a:lnTo>
                  <a:pt x="1133475" y="38100"/>
                </a:lnTo>
                <a:lnTo>
                  <a:pt x="1133475" y="19050"/>
                </a:lnTo>
                <a:lnTo>
                  <a:pt x="1143000" y="19050"/>
                </a:lnTo>
                <a:close/>
                <a:moveTo>
                  <a:pt x="1200150" y="0"/>
                </a:moveTo>
                <a:lnTo>
                  <a:pt x="1209675" y="0"/>
                </a:lnTo>
                <a:lnTo>
                  <a:pt x="1209675" y="19050"/>
                </a:lnTo>
                <a:lnTo>
                  <a:pt x="1200150" y="19050"/>
                </a:lnTo>
                <a:close/>
                <a:moveTo>
                  <a:pt x="304800" y="9525"/>
                </a:moveTo>
                <a:lnTo>
                  <a:pt x="314325" y="9525"/>
                </a:lnTo>
                <a:lnTo>
                  <a:pt x="314325" y="19050"/>
                </a:lnTo>
                <a:lnTo>
                  <a:pt x="304800" y="19050"/>
                </a:lnTo>
                <a:close/>
                <a:moveTo>
                  <a:pt x="342900" y="19050"/>
                </a:moveTo>
                <a:lnTo>
                  <a:pt x="352425" y="19050"/>
                </a:lnTo>
                <a:lnTo>
                  <a:pt x="352425" y="28575"/>
                </a:lnTo>
                <a:lnTo>
                  <a:pt x="342900" y="28575"/>
                </a:lnTo>
                <a:close/>
                <a:moveTo>
                  <a:pt x="447675" y="19050"/>
                </a:moveTo>
                <a:lnTo>
                  <a:pt x="457200" y="19050"/>
                </a:lnTo>
                <a:lnTo>
                  <a:pt x="457200" y="28575"/>
                </a:lnTo>
                <a:lnTo>
                  <a:pt x="466725" y="28575"/>
                </a:lnTo>
                <a:lnTo>
                  <a:pt x="466725" y="47625"/>
                </a:lnTo>
                <a:lnTo>
                  <a:pt x="514350" y="47625"/>
                </a:lnTo>
                <a:lnTo>
                  <a:pt x="514350" y="38100"/>
                </a:lnTo>
                <a:lnTo>
                  <a:pt x="523875" y="38100"/>
                </a:lnTo>
                <a:lnTo>
                  <a:pt x="523875" y="47625"/>
                </a:lnTo>
                <a:lnTo>
                  <a:pt x="552450" y="47625"/>
                </a:lnTo>
                <a:lnTo>
                  <a:pt x="552450" y="38100"/>
                </a:lnTo>
                <a:lnTo>
                  <a:pt x="571500" y="38100"/>
                </a:lnTo>
                <a:lnTo>
                  <a:pt x="571500" y="28575"/>
                </a:lnTo>
                <a:lnTo>
                  <a:pt x="590550" y="28575"/>
                </a:lnTo>
                <a:lnTo>
                  <a:pt x="590550" y="38100"/>
                </a:lnTo>
                <a:lnTo>
                  <a:pt x="609600" y="38100"/>
                </a:lnTo>
                <a:lnTo>
                  <a:pt x="609600" y="47625"/>
                </a:lnTo>
                <a:lnTo>
                  <a:pt x="628650" y="47625"/>
                </a:lnTo>
                <a:lnTo>
                  <a:pt x="628650" y="66675"/>
                </a:lnTo>
                <a:lnTo>
                  <a:pt x="504825" y="66675"/>
                </a:lnTo>
                <a:lnTo>
                  <a:pt x="504825" y="57150"/>
                </a:lnTo>
                <a:lnTo>
                  <a:pt x="485775" y="57150"/>
                </a:lnTo>
                <a:lnTo>
                  <a:pt x="485775" y="66675"/>
                </a:lnTo>
                <a:lnTo>
                  <a:pt x="400050" y="66675"/>
                </a:lnTo>
                <a:lnTo>
                  <a:pt x="400050" y="57150"/>
                </a:lnTo>
                <a:lnTo>
                  <a:pt x="409575" y="57150"/>
                </a:lnTo>
                <a:lnTo>
                  <a:pt x="409575" y="47625"/>
                </a:lnTo>
                <a:lnTo>
                  <a:pt x="428625" y="47625"/>
                </a:lnTo>
                <a:lnTo>
                  <a:pt x="428625" y="57150"/>
                </a:lnTo>
                <a:lnTo>
                  <a:pt x="447675" y="57150"/>
                </a:lnTo>
                <a:lnTo>
                  <a:pt x="447675" y="47625"/>
                </a:lnTo>
                <a:lnTo>
                  <a:pt x="438150" y="47625"/>
                </a:lnTo>
                <a:lnTo>
                  <a:pt x="438150" y="38100"/>
                </a:lnTo>
                <a:lnTo>
                  <a:pt x="447675" y="38100"/>
                </a:lnTo>
                <a:close/>
                <a:moveTo>
                  <a:pt x="809625" y="19050"/>
                </a:moveTo>
                <a:lnTo>
                  <a:pt x="828675" y="19050"/>
                </a:lnTo>
                <a:lnTo>
                  <a:pt x="828675" y="28575"/>
                </a:lnTo>
                <a:lnTo>
                  <a:pt x="819150" y="28575"/>
                </a:lnTo>
                <a:lnTo>
                  <a:pt x="819150" y="38100"/>
                </a:lnTo>
                <a:lnTo>
                  <a:pt x="809625" y="38100"/>
                </a:lnTo>
                <a:close/>
                <a:moveTo>
                  <a:pt x="1047750" y="19050"/>
                </a:moveTo>
                <a:lnTo>
                  <a:pt x="1057275" y="19050"/>
                </a:lnTo>
                <a:lnTo>
                  <a:pt x="1057275" y="38100"/>
                </a:lnTo>
                <a:lnTo>
                  <a:pt x="1047750" y="38100"/>
                </a:lnTo>
                <a:close/>
                <a:moveTo>
                  <a:pt x="152400" y="28575"/>
                </a:moveTo>
                <a:lnTo>
                  <a:pt x="180975" y="28575"/>
                </a:lnTo>
                <a:lnTo>
                  <a:pt x="180975" y="38100"/>
                </a:lnTo>
                <a:lnTo>
                  <a:pt x="152400" y="38100"/>
                </a:lnTo>
                <a:close/>
                <a:moveTo>
                  <a:pt x="1009650" y="28575"/>
                </a:moveTo>
                <a:lnTo>
                  <a:pt x="1019175" y="28575"/>
                </a:lnTo>
                <a:lnTo>
                  <a:pt x="1019175" y="38100"/>
                </a:lnTo>
                <a:lnTo>
                  <a:pt x="1009650" y="38100"/>
                </a:lnTo>
                <a:close/>
                <a:moveTo>
                  <a:pt x="1114425" y="28575"/>
                </a:moveTo>
                <a:lnTo>
                  <a:pt x="1123950" y="28575"/>
                </a:lnTo>
                <a:lnTo>
                  <a:pt x="1123950" y="38100"/>
                </a:lnTo>
                <a:lnTo>
                  <a:pt x="1114425" y="38100"/>
                </a:lnTo>
                <a:close/>
                <a:moveTo>
                  <a:pt x="257175" y="38100"/>
                </a:moveTo>
                <a:lnTo>
                  <a:pt x="266700" y="38100"/>
                </a:lnTo>
                <a:lnTo>
                  <a:pt x="266700" y="47625"/>
                </a:lnTo>
                <a:lnTo>
                  <a:pt x="257175" y="47625"/>
                </a:lnTo>
                <a:close/>
                <a:moveTo>
                  <a:pt x="914400" y="38100"/>
                </a:moveTo>
                <a:lnTo>
                  <a:pt x="933450" y="38100"/>
                </a:lnTo>
                <a:lnTo>
                  <a:pt x="933450" y="47625"/>
                </a:lnTo>
                <a:lnTo>
                  <a:pt x="914400" y="47625"/>
                </a:lnTo>
                <a:close/>
                <a:moveTo>
                  <a:pt x="1171575" y="38100"/>
                </a:moveTo>
                <a:lnTo>
                  <a:pt x="1181100" y="38100"/>
                </a:lnTo>
                <a:lnTo>
                  <a:pt x="1181100" y="47625"/>
                </a:lnTo>
                <a:lnTo>
                  <a:pt x="1171575" y="47625"/>
                </a:lnTo>
                <a:close/>
                <a:moveTo>
                  <a:pt x="361950" y="57150"/>
                </a:moveTo>
                <a:lnTo>
                  <a:pt x="381000" y="57150"/>
                </a:lnTo>
                <a:lnTo>
                  <a:pt x="381000" y="66675"/>
                </a:lnTo>
                <a:lnTo>
                  <a:pt x="361950" y="66675"/>
                </a:lnTo>
                <a:close/>
                <a:moveTo>
                  <a:pt x="914400" y="57150"/>
                </a:moveTo>
                <a:lnTo>
                  <a:pt x="933450" y="57150"/>
                </a:lnTo>
                <a:lnTo>
                  <a:pt x="933450" y="66675"/>
                </a:lnTo>
                <a:lnTo>
                  <a:pt x="914400" y="66675"/>
                </a:lnTo>
                <a:close/>
                <a:moveTo>
                  <a:pt x="933450" y="66675"/>
                </a:moveTo>
                <a:lnTo>
                  <a:pt x="942975" y="66675"/>
                </a:lnTo>
                <a:lnTo>
                  <a:pt x="942975" y="76200"/>
                </a:lnTo>
                <a:lnTo>
                  <a:pt x="933450" y="76200"/>
                </a:lnTo>
                <a:close/>
                <a:moveTo>
                  <a:pt x="942975" y="76200"/>
                </a:moveTo>
                <a:lnTo>
                  <a:pt x="952500" y="76200"/>
                </a:lnTo>
                <a:lnTo>
                  <a:pt x="952500" y="85725"/>
                </a:lnTo>
                <a:lnTo>
                  <a:pt x="942975" y="85725"/>
                </a:lnTo>
                <a:close/>
                <a:moveTo>
                  <a:pt x="1171575" y="76200"/>
                </a:moveTo>
                <a:lnTo>
                  <a:pt x="1181100" y="76200"/>
                </a:lnTo>
                <a:lnTo>
                  <a:pt x="1181100" y="85725"/>
                </a:lnTo>
                <a:lnTo>
                  <a:pt x="1171575" y="85725"/>
                </a:lnTo>
                <a:close/>
                <a:moveTo>
                  <a:pt x="1104900" y="85725"/>
                </a:moveTo>
                <a:lnTo>
                  <a:pt x="1114425" y="85725"/>
                </a:lnTo>
                <a:lnTo>
                  <a:pt x="1114425" y="104775"/>
                </a:lnTo>
                <a:lnTo>
                  <a:pt x="1104900" y="104775"/>
                </a:lnTo>
                <a:close/>
                <a:moveTo>
                  <a:pt x="971550" y="104775"/>
                </a:moveTo>
                <a:lnTo>
                  <a:pt x="981075" y="104775"/>
                </a:lnTo>
                <a:lnTo>
                  <a:pt x="981075" y="114300"/>
                </a:lnTo>
                <a:lnTo>
                  <a:pt x="1000125" y="114300"/>
                </a:lnTo>
                <a:lnTo>
                  <a:pt x="1000125" y="123825"/>
                </a:lnTo>
                <a:lnTo>
                  <a:pt x="990600" y="123825"/>
                </a:lnTo>
                <a:lnTo>
                  <a:pt x="990600" y="133350"/>
                </a:lnTo>
                <a:lnTo>
                  <a:pt x="962025" y="133350"/>
                </a:lnTo>
                <a:lnTo>
                  <a:pt x="962025" y="123825"/>
                </a:lnTo>
                <a:lnTo>
                  <a:pt x="971550" y="123825"/>
                </a:lnTo>
                <a:close/>
                <a:moveTo>
                  <a:pt x="1162050" y="114300"/>
                </a:moveTo>
                <a:lnTo>
                  <a:pt x="1171575" y="114300"/>
                </a:lnTo>
                <a:lnTo>
                  <a:pt x="1171575" y="123825"/>
                </a:lnTo>
                <a:lnTo>
                  <a:pt x="1181100" y="123825"/>
                </a:lnTo>
                <a:lnTo>
                  <a:pt x="1181100" y="133350"/>
                </a:lnTo>
                <a:lnTo>
                  <a:pt x="1162050" y="133350"/>
                </a:lnTo>
                <a:close/>
                <a:moveTo>
                  <a:pt x="962025" y="142875"/>
                </a:moveTo>
                <a:lnTo>
                  <a:pt x="971550" y="142875"/>
                </a:lnTo>
                <a:lnTo>
                  <a:pt x="971550" y="152400"/>
                </a:lnTo>
                <a:lnTo>
                  <a:pt x="962025" y="152400"/>
                </a:lnTo>
                <a:close/>
                <a:moveTo>
                  <a:pt x="1114425" y="142875"/>
                </a:moveTo>
                <a:lnTo>
                  <a:pt x="1133475" y="142875"/>
                </a:lnTo>
                <a:lnTo>
                  <a:pt x="1133475" y="152400"/>
                </a:lnTo>
                <a:lnTo>
                  <a:pt x="1114425" y="152400"/>
                </a:lnTo>
                <a:close/>
                <a:moveTo>
                  <a:pt x="9525" y="161925"/>
                </a:moveTo>
                <a:lnTo>
                  <a:pt x="38100" y="161925"/>
                </a:lnTo>
                <a:lnTo>
                  <a:pt x="38100" y="171450"/>
                </a:lnTo>
                <a:lnTo>
                  <a:pt x="28575" y="171450"/>
                </a:lnTo>
                <a:lnTo>
                  <a:pt x="28575" y="190500"/>
                </a:lnTo>
                <a:lnTo>
                  <a:pt x="19050" y="190500"/>
                </a:lnTo>
                <a:lnTo>
                  <a:pt x="19050" y="200025"/>
                </a:lnTo>
                <a:lnTo>
                  <a:pt x="9525" y="200025"/>
                </a:lnTo>
                <a:lnTo>
                  <a:pt x="9525" y="180975"/>
                </a:lnTo>
                <a:lnTo>
                  <a:pt x="0" y="180975"/>
                </a:lnTo>
                <a:lnTo>
                  <a:pt x="0" y="171450"/>
                </a:lnTo>
                <a:lnTo>
                  <a:pt x="9525" y="171450"/>
                </a:lnTo>
                <a:close/>
                <a:moveTo>
                  <a:pt x="962025" y="161925"/>
                </a:moveTo>
                <a:lnTo>
                  <a:pt x="971550" y="161925"/>
                </a:lnTo>
                <a:lnTo>
                  <a:pt x="971550" y="200025"/>
                </a:lnTo>
                <a:lnTo>
                  <a:pt x="990600" y="200025"/>
                </a:lnTo>
                <a:lnTo>
                  <a:pt x="990600" y="209550"/>
                </a:lnTo>
                <a:lnTo>
                  <a:pt x="971550" y="209550"/>
                </a:lnTo>
                <a:lnTo>
                  <a:pt x="971550" y="219075"/>
                </a:lnTo>
                <a:lnTo>
                  <a:pt x="962025" y="219075"/>
                </a:lnTo>
                <a:close/>
                <a:moveTo>
                  <a:pt x="76200" y="171450"/>
                </a:moveTo>
                <a:lnTo>
                  <a:pt x="95250" y="171450"/>
                </a:lnTo>
                <a:lnTo>
                  <a:pt x="95250" y="180975"/>
                </a:lnTo>
                <a:lnTo>
                  <a:pt x="76200" y="180975"/>
                </a:lnTo>
                <a:close/>
                <a:moveTo>
                  <a:pt x="142875" y="190500"/>
                </a:moveTo>
                <a:lnTo>
                  <a:pt x="152400" y="190500"/>
                </a:lnTo>
                <a:lnTo>
                  <a:pt x="152400" y="200025"/>
                </a:lnTo>
                <a:lnTo>
                  <a:pt x="142875" y="200025"/>
                </a:lnTo>
                <a:close/>
                <a:moveTo>
                  <a:pt x="314325" y="190500"/>
                </a:moveTo>
                <a:lnTo>
                  <a:pt x="333375" y="190500"/>
                </a:lnTo>
                <a:lnTo>
                  <a:pt x="333375" y="209550"/>
                </a:lnTo>
                <a:lnTo>
                  <a:pt x="323850" y="209550"/>
                </a:lnTo>
                <a:lnTo>
                  <a:pt x="323850" y="200025"/>
                </a:lnTo>
                <a:lnTo>
                  <a:pt x="314325" y="200025"/>
                </a:lnTo>
                <a:close/>
                <a:moveTo>
                  <a:pt x="371475" y="190500"/>
                </a:moveTo>
                <a:lnTo>
                  <a:pt x="400050" y="190500"/>
                </a:lnTo>
                <a:lnTo>
                  <a:pt x="400050" y="200025"/>
                </a:lnTo>
                <a:lnTo>
                  <a:pt x="390525" y="200025"/>
                </a:lnTo>
                <a:lnTo>
                  <a:pt x="390525" y="219075"/>
                </a:lnTo>
                <a:lnTo>
                  <a:pt x="361950" y="219075"/>
                </a:lnTo>
                <a:lnTo>
                  <a:pt x="361950" y="209550"/>
                </a:lnTo>
                <a:lnTo>
                  <a:pt x="381000" y="209550"/>
                </a:lnTo>
                <a:lnTo>
                  <a:pt x="381000" y="200025"/>
                </a:lnTo>
                <a:lnTo>
                  <a:pt x="371475" y="200025"/>
                </a:lnTo>
                <a:close/>
                <a:moveTo>
                  <a:pt x="438150" y="190500"/>
                </a:moveTo>
                <a:lnTo>
                  <a:pt x="457200" y="190500"/>
                </a:lnTo>
                <a:lnTo>
                  <a:pt x="457200" y="200025"/>
                </a:lnTo>
                <a:lnTo>
                  <a:pt x="438150" y="200025"/>
                </a:lnTo>
                <a:close/>
                <a:moveTo>
                  <a:pt x="476250" y="190500"/>
                </a:moveTo>
                <a:lnTo>
                  <a:pt x="504825" y="190500"/>
                </a:lnTo>
                <a:lnTo>
                  <a:pt x="504825" y="200025"/>
                </a:lnTo>
                <a:lnTo>
                  <a:pt x="495300" y="200025"/>
                </a:lnTo>
                <a:lnTo>
                  <a:pt x="495300" y="209550"/>
                </a:lnTo>
                <a:lnTo>
                  <a:pt x="476250" y="209550"/>
                </a:lnTo>
                <a:close/>
                <a:moveTo>
                  <a:pt x="561975" y="190500"/>
                </a:moveTo>
                <a:lnTo>
                  <a:pt x="571500" y="190500"/>
                </a:lnTo>
                <a:lnTo>
                  <a:pt x="571500" y="200025"/>
                </a:lnTo>
                <a:lnTo>
                  <a:pt x="561975" y="200025"/>
                </a:lnTo>
                <a:close/>
                <a:moveTo>
                  <a:pt x="742950" y="190500"/>
                </a:moveTo>
                <a:lnTo>
                  <a:pt x="762000" y="190500"/>
                </a:lnTo>
                <a:lnTo>
                  <a:pt x="762000" y="200025"/>
                </a:lnTo>
                <a:lnTo>
                  <a:pt x="742950" y="200025"/>
                </a:lnTo>
                <a:close/>
                <a:moveTo>
                  <a:pt x="19050" y="200025"/>
                </a:moveTo>
                <a:lnTo>
                  <a:pt x="28575" y="200025"/>
                </a:lnTo>
                <a:lnTo>
                  <a:pt x="28575" y="209550"/>
                </a:lnTo>
                <a:lnTo>
                  <a:pt x="19050" y="209550"/>
                </a:lnTo>
                <a:close/>
                <a:moveTo>
                  <a:pt x="457200" y="200025"/>
                </a:moveTo>
                <a:lnTo>
                  <a:pt x="466725" y="200025"/>
                </a:lnTo>
                <a:lnTo>
                  <a:pt x="466725" y="209550"/>
                </a:lnTo>
                <a:lnTo>
                  <a:pt x="457200" y="209550"/>
                </a:lnTo>
                <a:close/>
                <a:moveTo>
                  <a:pt x="733425" y="200025"/>
                </a:moveTo>
                <a:lnTo>
                  <a:pt x="742950" y="200025"/>
                </a:lnTo>
                <a:lnTo>
                  <a:pt x="742950" y="209550"/>
                </a:lnTo>
                <a:lnTo>
                  <a:pt x="733425" y="209550"/>
                </a:lnTo>
                <a:close/>
                <a:moveTo>
                  <a:pt x="819150" y="200025"/>
                </a:moveTo>
                <a:lnTo>
                  <a:pt x="828675" y="200025"/>
                </a:lnTo>
                <a:lnTo>
                  <a:pt x="828675" y="209550"/>
                </a:lnTo>
                <a:lnTo>
                  <a:pt x="819150" y="209550"/>
                </a:lnTo>
                <a:close/>
                <a:moveTo>
                  <a:pt x="914400" y="200025"/>
                </a:moveTo>
                <a:lnTo>
                  <a:pt x="923925" y="200025"/>
                </a:lnTo>
                <a:lnTo>
                  <a:pt x="923925" y="209550"/>
                </a:lnTo>
                <a:lnTo>
                  <a:pt x="914400" y="209550"/>
                </a:lnTo>
                <a:close/>
                <a:moveTo>
                  <a:pt x="0" y="209550"/>
                </a:moveTo>
                <a:lnTo>
                  <a:pt x="19050" y="209550"/>
                </a:lnTo>
                <a:lnTo>
                  <a:pt x="19050" y="219075"/>
                </a:lnTo>
                <a:lnTo>
                  <a:pt x="0" y="219075"/>
                </a:lnTo>
                <a:close/>
                <a:moveTo>
                  <a:pt x="276225" y="209550"/>
                </a:moveTo>
                <a:lnTo>
                  <a:pt x="285750" y="209550"/>
                </a:lnTo>
                <a:lnTo>
                  <a:pt x="285750" y="219075"/>
                </a:lnTo>
                <a:lnTo>
                  <a:pt x="276225" y="219075"/>
                </a:lnTo>
                <a:close/>
                <a:moveTo>
                  <a:pt x="295275" y="209550"/>
                </a:moveTo>
                <a:lnTo>
                  <a:pt x="304800" y="209550"/>
                </a:lnTo>
                <a:lnTo>
                  <a:pt x="304800" y="219075"/>
                </a:lnTo>
                <a:lnTo>
                  <a:pt x="295275" y="219075"/>
                </a:lnTo>
                <a:close/>
                <a:moveTo>
                  <a:pt x="419100" y="209550"/>
                </a:moveTo>
                <a:lnTo>
                  <a:pt x="447675" y="209550"/>
                </a:lnTo>
                <a:lnTo>
                  <a:pt x="447675" y="219075"/>
                </a:lnTo>
                <a:lnTo>
                  <a:pt x="419100" y="219075"/>
                </a:lnTo>
                <a:close/>
                <a:moveTo>
                  <a:pt x="523875" y="209550"/>
                </a:moveTo>
                <a:lnTo>
                  <a:pt x="533400" y="209550"/>
                </a:lnTo>
                <a:lnTo>
                  <a:pt x="533400" y="219075"/>
                </a:lnTo>
                <a:lnTo>
                  <a:pt x="523875" y="219075"/>
                </a:lnTo>
                <a:close/>
                <a:moveTo>
                  <a:pt x="561975" y="209550"/>
                </a:moveTo>
                <a:lnTo>
                  <a:pt x="581025" y="209550"/>
                </a:lnTo>
                <a:lnTo>
                  <a:pt x="581025" y="219075"/>
                </a:lnTo>
                <a:lnTo>
                  <a:pt x="571500" y="219075"/>
                </a:lnTo>
                <a:lnTo>
                  <a:pt x="571500" y="238125"/>
                </a:lnTo>
                <a:lnTo>
                  <a:pt x="552450" y="238125"/>
                </a:lnTo>
                <a:lnTo>
                  <a:pt x="552450" y="219075"/>
                </a:lnTo>
                <a:lnTo>
                  <a:pt x="561975" y="219075"/>
                </a:lnTo>
                <a:close/>
                <a:moveTo>
                  <a:pt x="695325" y="209550"/>
                </a:moveTo>
                <a:lnTo>
                  <a:pt x="714375" y="209550"/>
                </a:lnTo>
                <a:lnTo>
                  <a:pt x="714375" y="219075"/>
                </a:lnTo>
                <a:lnTo>
                  <a:pt x="695325" y="219075"/>
                </a:lnTo>
                <a:close/>
                <a:moveTo>
                  <a:pt x="1076325" y="209550"/>
                </a:moveTo>
                <a:lnTo>
                  <a:pt x="1085850" y="209550"/>
                </a:lnTo>
                <a:lnTo>
                  <a:pt x="1085850" y="219075"/>
                </a:lnTo>
                <a:lnTo>
                  <a:pt x="1076325" y="219075"/>
                </a:lnTo>
                <a:close/>
                <a:moveTo>
                  <a:pt x="923925" y="219075"/>
                </a:moveTo>
                <a:lnTo>
                  <a:pt x="933450" y="219075"/>
                </a:lnTo>
                <a:lnTo>
                  <a:pt x="933450" y="228600"/>
                </a:lnTo>
                <a:lnTo>
                  <a:pt x="923925" y="228600"/>
                </a:lnTo>
                <a:close/>
                <a:moveTo>
                  <a:pt x="419100" y="238125"/>
                </a:moveTo>
                <a:lnTo>
                  <a:pt x="428625" y="238125"/>
                </a:lnTo>
                <a:lnTo>
                  <a:pt x="428625" y="247650"/>
                </a:lnTo>
                <a:lnTo>
                  <a:pt x="419100" y="247650"/>
                </a:lnTo>
                <a:close/>
                <a:moveTo>
                  <a:pt x="523875" y="238125"/>
                </a:moveTo>
                <a:lnTo>
                  <a:pt x="533400" y="238125"/>
                </a:lnTo>
                <a:lnTo>
                  <a:pt x="533400" y="247650"/>
                </a:lnTo>
                <a:lnTo>
                  <a:pt x="523875" y="247650"/>
                </a:lnTo>
                <a:close/>
                <a:moveTo>
                  <a:pt x="0" y="247650"/>
                </a:moveTo>
                <a:lnTo>
                  <a:pt x="9525" y="247650"/>
                </a:lnTo>
                <a:lnTo>
                  <a:pt x="9525" y="266700"/>
                </a:lnTo>
                <a:lnTo>
                  <a:pt x="0" y="266700"/>
                </a:lnTo>
                <a:close/>
                <a:moveTo>
                  <a:pt x="533400" y="247650"/>
                </a:moveTo>
                <a:lnTo>
                  <a:pt x="542925" y="247650"/>
                </a:lnTo>
                <a:lnTo>
                  <a:pt x="542925" y="257175"/>
                </a:lnTo>
                <a:lnTo>
                  <a:pt x="533400" y="257175"/>
                </a:lnTo>
                <a:close/>
                <a:moveTo>
                  <a:pt x="1104900" y="276225"/>
                </a:moveTo>
                <a:lnTo>
                  <a:pt x="1114425" y="276225"/>
                </a:lnTo>
                <a:lnTo>
                  <a:pt x="1114425" y="295275"/>
                </a:lnTo>
                <a:lnTo>
                  <a:pt x="1095375" y="295275"/>
                </a:lnTo>
                <a:lnTo>
                  <a:pt x="1095375" y="285750"/>
                </a:lnTo>
                <a:lnTo>
                  <a:pt x="1104900" y="285750"/>
                </a:lnTo>
                <a:close/>
                <a:moveTo>
                  <a:pt x="1133475" y="276225"/>
                </a:moveTo>
                <a:lnTo>
                  <a:pt x="1152525" y="276225"/>
                </a:lnTo>
                <a:lnTo>
                  <a:pt x="1152525" y="323850"/>
                </a:lnTo>
                <a:lnTo>
                  <a:pt x="1133475" y="323850"/>
                </a:lnTo>
                <a:lnTo>
                  <a:pt x="1133475" y="304800"/>
                </a:lnTo>
                <a:lnTo>
                  <a:pt x="1114425" y="304800"/>
                </a:lnTo>
                <a:lnTo>
                  <a:pt x="1114425" y="295275"/>
                </a:lnTo>
                <a:lnTo>
                  <a:pt x="1133475" y="295275"/>
                </a:lnTo>
                <a:close/>
                <a:moveTo>
                  <a:pt x="1181100" y="276225"/>
                </a:moveTo>
                <a:lnTo>
                  <a:pt x="1190625" y="276225"/>
                </a:lnTo>
                <a:lnTo>
                  <a:pt x="1190625" y="285750"/>
                </a:lnTo>
                <a:lnTo>
                  <a:pt x="1181100" y="285750"/>
                </a:lnTo>
                <a:close/>
                <a:moveTo>
                  <a:pt x="38100" y="295275"/>
                </a:moveTo>
                <a:lnTo>
                  <a:pt x="57150" y="295275"/>
                </a:lnTo>
                <a:lnTo>
                  <a:pt x="57150" y="314325"/>
                </a:lnTo>
                <a:lnTo>
                  <a:pt x="66675" y="314325"/>
                </a:lnTo>
                <a:lnTo>
                  <a:pt x="66675" y="323850"/>
                </a:lnTo>
                <a:lnTo>
                  <a:pt x="47625" y="323850"/>
                </a:lnTo>
                <a:lnTo>
                  <a:pt x="47625" y="304800"/>
                </a:lnTo>
                <a:lnTo>
                  <a:pt x="38100" y="304800"/>
                </a:lnTo>
                <a:close/>
                <a:moveTo>
                  <a:pt x="0" y="314325"/>
                </a:moveTo>
                <a:lnTo>
                  <a:pt x="9525" y="314325"/>
                </a:lnTo>
                <a:lnTo>
                  <a:pt x="9525" y="323850"/>
                </a:lnTo>
                <a:lnTo>
                  <a:pt x="0" y="323850"/>
                </a:lnTo>
                <a:close/>
                <a:moveTo>
                  <a:pt x="180975" y="314325"/>
                </a:moveTo>
                <a:lnTo>
                  <a:pt x="190500" y="314325"/>
                </a:lnTo>
                <a:lnTo>
                  <a:pt x="190500" y="333375"/>
                </a:lnTo>
                <a:lnTo>
                  <a:pt x="180975" y="333375"/>
                </a:lnTo>
                <a:close/>
                <a:moveTo>
                  <a:pt x="200025" y="314325"/>
                </a:moveTo>
                <a:lnTo>
                  <a:pt x="209550" y="314325"/>
                </a:lnTo>
                <a:lnTo>
                  <a:pt x="209550" y="342900"/>
                </a:lnTo>
                <a:lnTo>
                  <a:pt x="200025" y="342900"/>
                </a:lnTo>
                <a:close/>
                <a:moveTo>
                  <a:pt x="419100" y="314325"/>
                </a:moveTo>
                <a:lnTo>
                  <a:pt x="428625" y="314325"/>
                </a:lnTo>
                <a:lnTo>
                  <a:pt x="428625" y="323850"/>
                </a:lnTo>
                <a:lnTo>
                  <a:pt x="438150" y="323850"/>
                </a:lnTo>
                <a:lnTo>
                  <a:pt x="438150" y="333375"/>
                </a:lnTo>
                <a:lnTo>
                  <a:pt x="428625" y="333375"/>
                </a:lnTo>
                <a:lnTo>
                  <a:pt x="428625" y="342900"/>
                </a:lnTo>
                <a:lnTo>
                  <a:pt x="419100" y="342900"/>
                </a:lnTo>
                <a:close/>
                <a:moveTo>
                  <a:pt x="552450" y="314325"/>
                </a:moveTo>
                <a:lnTo>
                  <a:pt x="571500" y="314325"/>
                </a:lnTo>
                <a:lnTo>
                  <a:pt x="571500" y="333375"/>
                </a:lnTo>
                <a:lnTo>
                  <a:pt x="552450" y="333375"/>
                </a:lnTo>
                <a:lnTo>
                  <a:pt x="552450" y="352425"/>
                </a:lnTo>
                <a:lnTo>
                  <a:pt x="428625" y="352425"/>
                </a:lnTo>
                <a:lnTo>
                  <a:pt x="428625" y="342900"/>
                </a:lnTo>
                <a:lnTo>
                  <a:pt x="438150" y="342900"/>
                </a:lnTo>
                <a:lnTo>
                  <a:pt x="438150" y="333375"/>
                </a:lnTo>
                <a:lnTo>
                  <a:pt x="542925" y="333375"/>
                </a:lnTo>
                <a:lnTo>
                  <a:pt x="542925" y="323850"/>
                </a:lnTo>
                <a:lnTo>
                  <a:pt x="552450" y="323850"/>
                </a:lnTo>
                <a:close/>
                <a:moveTo>
                  <a:pt x="76200" y="333375"/>
                </a:moveTo>
                <a:lnTo>
                  <a:pt x="85725" y="333375"/>
                </a:lnTo>
                <a:lnTo>
                  <a:pt x="85725" y="352425"/>
                </a:lnTo>
                <a:lnTo>
                  <a:pt x="95250" y="352425"/>
                </a:lnTo>
                <a:lnTo>
                  <a:pt x="95250" y="504825"/>
                </a:lnTo>
                <a:lnTo>
                  <a:pt x="85725" y="504825"/>
                </a:lnTo>
                <a:lnTo>
                  <a:pt x="85725" y="495300"/>
                </a:lnTo>
                <a:lnTo>
                  <a:pt x="76200" y="495300"/>
                </a:lnTo>
                <a:lnTo>
                  <a:pt x="76200" y="457200"/>
                </a:lnTo>
                <a:lnTo>
                  <a:pt x="85725" y="457200"/>
                </a:lnTo>
                <a:lnTo>
                  <a:pt x="85725" y="361950"/>
                </a:lnTo>
                <a:lnTo>
                  <a:pt x="76200" y="361950"/>
                </a:lnTo>
                <a:lnTo>
                  <a:pt x="76200" y="371475"/>
                </a:lnTo>
                <a:lnTo>
                  <a:pt x="66675" y="371475"/>
                </a:lnTo>
                <a:lnTo>
                  <a:pt x="66675" y="361950"/>
                </a:lnTo>
                <a:lnTo>
                  <a:pt x="57150" y="361950"/>
                </a:lnTo>
                <a:lnTo>
                  <a:pt x="57150" y="352425"/>
                </a:lnTo>
                <a:lnTo>
                  <a:pt x="76200" y="352425"/>
                </a:lnTo>
                <a:close/>
                <a:moveTo>
                  <a:pt x="257175" y="333375"/>
                </a:moveTo>
                <a:lnTo>
                  <a:pt x="266700" y="333375"/>
                </a:lnTo>
                <a:lnTo>
                  <a:pt x="266700" y="342900"/>
                </a:lnTo>
                <a:lnTo>
                  <a:pt x="257175" y="342900"/>
                </a:lnTo>
                <a:close/>
                <a:moveTo>
                  <a:pt x="1171575" y="333375"/>
                </a:moveTo>
                <a:lnTo>
                  <a:pt x="1181100" y="333375"/>
                </a:lnTo>
                <a:lnTo>
                  <a:pt x="1181100" y="342900"/>
                </a:lnTo>
                <a:lnTo>
                  <a:pt x="1171575" y="342900"/>
                </a:lnTo>
                <a:close/>
                <a:moveTo>
                  <a:pt x="1162050" y="342900"/>
                </a:moveTo>
                <a:lnTo>
                  <a:pt x="1171575" y="342900"/>
                </a:lnTo>
                <a:lnTo>
                  <a:pt x="1171575" y="352425"/>
                </a:lnTo>
                <a:lnTo>
                  <a:pt x="1181100" y="352425"/>
                </a:lnTo>
                <a:lnTo>
                  <a:pt x="1181100" y="342900"/>
                </a:lnTo>
                <a:lnTo>
                  <a:pt x="1190625" y="342900"/>
                </a:lnTo>
                <a:lnTo>
                  <a:pt x="1190625" y="371475"/>
                </a:lnTo>
                <a:lnTo>
                  <a:pt x="1200150" y="371475"/>
                </a:lnTo>
                <a:lnTo>
                  <a:pt x="1200150" y="361950"/>
                </a:lnTo>
                <a:lnTo>
                  <a:pt x="1209675" y="361950"/>
                </a:lnTo>
                <a:lnTo>
                  <a:pt x="1209675" y="400050"/>
                </a:lnTo>
                <a:lnTo>
                  <a:pt x="1200150" y="400050"/>
                </a:lnTo>
                <a:lnTo>
                  <a:pt x="1200150" y="390525"/>
                </a:lnTo>
                <a:lnTo>
                  <a:pt x="1190625" y="390525"/>
                </a:lnTo>
                <a:lnTo>
                  <a:pt x="1190625" y="381000"/>
                </a:lnTo>
                <a:lnTo>
                  <a:pt x="1181100" y="381000"/>
                </a:lnTo>
                <a:lnTo>
                  <a:pt x="1181100" y="371475"/>
                </a:lnTo>
                <a:lnTo>
                  <a:pt x="1171575" y="371475"/>
                </a:lnTo>
                <a:lnTo>
                  <a:pt x="1171575" y="361950"/>
                </a:lnTo>
                <a:lnTo>
                  <a:pt x="1162050" y="361950"/>
                </a:lnTo>
                <a:close/>
                <a:moveTo>
                  <a:pt x="0" y="352425"/>
                </a:moveTo>
                <a:lnTo>
                  <a:pt x="9525" y="352425"/>
                </a:lnTo>
                <a:lnTo>
                  <a:pt x="9525" y="361950"/>
                </a:lnTo>
                <a:lnTo>
                  <a:pt x="19050" y="361950"/>
                </a:lnTo>
                <a:lnTo>
                  <a:pt x="19050" y="371475"/>
                </a:lnTo>
                <a:lnTo>
                  <a:pt x="0" y="371475"/>
                </a:lnTo>
                <a:close/>
                <a:moveTo>
                  <a:pt x="123825" y="352425"/>
                </a:moveTo>
                <a:lnTo>
                  <a:pt x="133350" y="352425"/>
                </a:lnTo>
                <a:lnTo>
                  <a:pt x="133350" y="361950"/>
                </a:lnTo>
                <a:lnTo>
                  <a:pt x="123825" y="361950"/>
                </a:lnTo>
                <a:close/>
                <a:moveTo>
                  <a:pt x="142875" y="352425"/>
                </a:moveTo>
                <a:lnTo>
                  <a:pt x="152400" y="352425"/>
                </a:lnTo>
                <a:lnTo>
                  <a:pt x="152400" y="361950"/>
                </a:lnTo>
                <a:lnTo>
                  <a:pt x="142875" y="361950"/>
                </a:lnTo>
                <a:close/>
                <a:moveTo>
                  <a:pt x="1114425" y="361950"/>
                </a:moveTo>
                <a:lnTo>
                  <a:pt x="1123950" y="361950"/>
                </a:lnTo>
                <a:lnTo>
                  <a:pt x="1123950" y="371475"/>
                </a:lnTo>
                <a:lnTo>
                  <a:pt x="1114425" y="371475"/>
                </a:lnTo>
                <a:close/>
                <a:moveTo>
                  <a:pt x="152400" y="371475"/>
                </a:moveTo>
                <a:lnTo>
                  <a:pt x="161925" y="371475"/>
                </a:lnTo>
                <a:lnTo>
                  <a:pt x="161925" y="381000"/>
                </a:lnTo>
                <a:lnTo>
                  <a:pt x="171450" y="381000"/>
                </a:lnTo>
                <a:lnTo>
                  <a:pt x="171450" y="400050"/>
                </a:lnTo>
                <a:lnTo>
                  <a:pt x="152400" y="400050"/>
                </a:lnTo>
                <a:lnTo>
                  <a:pt x="152400" y="428625"/>
                </a:lnTo>
                <a:lnTo>
                  <a:pt x="142875" y="428625"/>
                </a:lnTo>
                <a:lnTo>
                  <a:pt x="142875" y="390525"/>
                </a:lnTo>
                <a:lnTo>
                  <a:pt x="152400" y="390525"/>
                </a:lnTo>
                <a:close/>
                <a:moveTo>
                  <a:pt x="190500" y="371475"/>
                </a:moveTo>
                <a:lnTo>
                  <a:pt x="200025" y="371475"/>
                </a:lnTo>
                <a:lnTo>
                  <a:pt x="200025" y="409575"/>
                </a:lnTo>
                <a:lnTo>
                  <a:pt x="190500" y="409575"/>
                </a:lnTo>
                <a:lnTo>
                  <a:pt x="190500" y="400050"/>
                </a:lnTo>
                <a:lnTo>
                  <a:pt x="180975" y="400050"/>
                </a:lnTo>
                <a:lnTo>
                  <a:pt x="180975" y="381000"/>
                </a:lnTo>
                <a:lnTo>
                  <a:pt x="190500" y="381000"/>
                </a:lnTo>
                <a:close/>
                <a:moveTo>
                  <a:pt x="257175" y="371475"/>
                </a:moveTo>
                <a:lnTo>
                  <a:pt x="276225" y="371475"/>
                </a:lnTo>
                <a:lnTo>
                  <a:pt x="276225" y="381000"/>
                </a:lnTo>
                <a:lnTo>
                  <a:pt x="285750" y="381000"/>
                </a:lnTo>
                <a:lnTo>
                  <a:pt x="285750" y="390525"/>
                </a:lnTo>
                <a:lnTo>
                  <a:pt x="266700" y="390525"/>
                </a:lnTo>
                <a:lnTo>
                  <a:pt x="266700" y="381000"/>
                </a:lnTo>
                <a:lnTo>
                  <a:pt x="257175" y="381000"/>
                </a:lnTo>
                <a:close/>
                <a:moveTo>
                  <a:pt x="323850" y="371475"/>
                </a:moveTo>
                <a:lnTo>
                  <a:pt x="361950" y="371475"/>
                </a:lnTo>
                <a:lnTo>
                  <a:pt x="361950" y="381000"/>
                </a:lnTo>
                <a:lnTo>
                  <a:pt x="381000" y="381000"/>
                </a:lnTo>
                <a:lnTo>
                  <a:pt x="381000" y="390525"/>
                </a:lnTo>
                <a:lnTo>
                  <a:pt x="323850" y="390525"/>
                </a:lnTo>
                <a:close/>
                <a:moveTo>
                  <a:pt x="838200" y="371475"/>
                </a:moveTo>
                <a:lnTo>
                  <a:pt x="847725" y="371475"/>
                </a:lnTo>
                <a:lnTo>
                  <a:pt x="847725" y="390525"/>
                </a:lnTo>
                <a:lnTo>
                  <a:pt x="838200" y="390525"/>
                </a:lnTo>
                <a:close/>
                <a:moveTo>
                  <a:pt x="914400" y="371475"/>
                </a:moveTo>
                <a:lnTo>
                  <a:pt x="923925" y="371475"/>
                </a:lnTo>
                <a:lnTo>
                  <a:pt x="923925" y="381000"/>
                </a:lnTo>
                <a:lnTo>
                  <a:pt x="914400" y="381000"/>
                </a:lnTo>
                <a:close/>
                <a:moveTo>
                  <a:pt x="962025" y="371475"/>
                </a:moveTo>
                <a:lnTo>
                  <a:pt x="971550" y="371475"/>
                </a:lnTo>
                <a:lnTo>
                  <a:pt x="971550" y="381000"/>
                </a:lnTo>
                <a:lnTo>
                  <a:pt x="981075" y="381000"/>
                </a:lnTo>
                <a:lnTo>
                  <a:pt x="981075" y="390525"/>
                </a:lnTo>
                <a:lnTo>
                  <a:pt x="971550" y="390525"/>
                </a:lnTo>
                <a:lnTo>
                  <a:pt x="971550" y="400050"/>
                </a:lnTo>
                <a:lnTo>
                  <a:pt x="962025" y="400050"/>
                </a:lnTo>
                <a:close/>
                <a:moveTo>
                  <a:pt x="247650" y="381000"/>
                </a:moveTo>
                <a:lnTo>
                  <a:pt x="257175" y="381000"/>
                </a:lnTo>
                <a:lnTo>
                  <a:pt x="257175" y="390525"/>
                </a:lnTo>
                <a:lnTo>
                  <a:pt x="247650" y="390525"/>
                </a:lnTo>
                <a:close/>
                <a:moveTo>
                  <a:pt x="1000125" y="381000"/>
                </a:moveTo>
                <a:lnTo>
                  <a:pt x="1019175" y="381000"/>
                </a:lnTo>
                <a:lnTo>
                  <a:pt x="1019175" y="390525"/>
                </a:lnTo>
                <a:lnTo>
                  <a:pt x="1009650" y="390525"/>
                </a:lnTo>
                <a:lnTo>
                  <a:pt x="1009650" y="400050"/>
                </a:lnTo>
                <a:lnTo>
                  <a:pt x="1000125" y="400050"/>
                </a:lnTo>
                <a:close/>
                <a:moveTo>
                  <a:pt x="257175" y="390525"/>
                </a:moveTo>
                <a:lnTo>
                  <a:pt x="266700" y="390525"/>
                </a:lnTo>
                <a:lnTo>
                  <a:pt x="266700" y="400050"/>
                </a:lnTo>
                <a:lnTo>
                  <a:pt x="257175" y="400050"/>
                </a:lnTo>
                <a:close/>
                <a:moveTo>
                  <a:pt x="809625" y="390525"/>
                </a:moveTo>
                <a:lnTo>
                  <a:pt x="828675" y="390525"/>
                </a:lnTo>
                <a:lnTo>
                  <a:pt x="828675" y="400050"/>
                </a:lnTo>
                <a:lnTo>
                  <a:pt x="809625" y="400050"/>
                </a:lnTo>
                <a:close/>
                <a:moveTo>
                  <a:pt x="1200150" y="409575"/>
                </a:moveTo>
                <a:lnTo>
                  <a:pt x="1209675" y="409575"/>
                </a:lnTo>
                <a:lnTo>
                  <a:pt x="1209675" y="419100"/>
                </a:lnTo>
                <a:lnTo>
                  <a:pt x="1200150" y="419100"/>
                </a:lnTo>
                <a:close/>
                <a:moveTo>
                  <a:pt x="123825" y="419100"/>
                </a:moveTo>
                <a:lnTo>
                  <a:pt x="133350" y="419100"/>
                </a:lnTo>
                <a:lnTo>
                  <a:pt x="133350" y="428625"/>
                </a:lnTo>
                <a:lnTo>
                  <a:pt x="123825" y="428625"/>
                </a:lnTo>
                <a:close/>
                <a:moveTo>
                  <a:pt x="1038225" y="428625"/>
                </a:moveTo>
                <a:lnTo>
                  <a:pt x="1047750" y="428625"/>
                </a:lnTo>
                <a:lnTo>
                  <a:pt x="1047750" y="438150"/>
                </a:lnTo>
                <a:lnTo>
                  <a:pt x="1066800" y="438150"/>
                </a:lnTo>
                <a:lnTo>
                  <a:pt x="1066800" y="457200"/>
                </a:lnTo>
                <a:lnTo>
                  <a:pt x="1038225" y="457200"/>
                </a:lnTo>
                <a:close/>
                <a:moveTo>
                  <a:pt x="133350" y="438150"/>
                </a:moveTo>
                <a:lnTo>
                  <a:pt x="142875" y="438150"/>
                </a:lnTo>
                <a:lnTo>
                  <a:pt x="142875" y="447675"/>
                </a:lnTo>
                <a:lnTo>
                  <a:pt x="133350" y="447675"/>
                </a:lnTo>
                <a:close/>
                <a:moveTo>
                  <a:pt x="171450" y="457200"/>
                </a:moveTo>
                <a:lnTo>
                  <a:pt x="190500" y="457200"/>
                </a:lnTo>
                <a:lnTo>
                  <a:pt x="190500" y="476250"/>
                </a:lnTo>
                <a:lnTo>
                  <a:pt x="171450" y="476250"/>
                </a:lnTo>
                <a:close/>
                <a:moveTo>
                  <a:pt x="9525" y="476250"/>
                </a:moveTo>
                <a:lnTo>
                  <a:pt x="19050" y="476250"/>
                </a:lnTo>
                <a:lnTo>
                  <a:pt x="19050" y="485775"/>
                </a:lnTo>
                <a:lnTo>
                  <a:pt x="38100" y="485775"/>
                </a:lnTo>
                <a:lnTo>
                  <a:pt x="38100" y="495300"/>
                </a:lnTo>
                <a:lnTo>
                  <a:pt x="28575" y="495300"/>
                </a:lnTo>
                <a:lnTo>
                  <a:pt x="28575" y="514350"/>
                </a:lnTo>
                <a:lnTo>
                  <a:pt x="9525" y="514350"/>
                </a:lnTo>
                <a:close/>
                <a:moveTo>
                  <a:pt x="133350" y="476250"/>
                </a:moveTo>
                <a:lnTo>
                  <a:pt x="142875" y="476250"/>
                </a:lnTo>
                <a:lnTo>
                  <a:pt x="142875" y="485775"/>
                </a:lnTo>
                <a:lnTo>
                  <a:pt x="133350" y="485775"/>
                </a:lnTo>
                <a:close/>
                <a:moveTo>
                  <a:pt x="190500" y="476250"/>
                </a:moveTo>
                <a:lnTo>
                  <a:pt x="200025" y="476250"/>
                </a:lnTo>
                <a:lnTo>
                  <a:pt x="200025" y="485775"/>
                </a:lnTo>
                <a:lnTo>
                  <a:pt x="190500" y="485775"/>
                </a:lnTo>
                <a:close/>
                <a:moveTo>
                  <a:pt x="1019175" y="476250"/>
                </a:moveTo>
                <a:lnTo>
                  <a:pt x="1028700" y="476250"/>
                </a:lnTo>
                <a:lnTo>
                  <a:pt x="1028700" y="504825"/>
                </a:lnTo>
                <a:lnTo>
                  <a:pt x="1019175" y="504825"/>
                </a:lnTo>
                <a:close/>
                <a:moveTo>
                  <a:pt x="1133475" y="476250"/>
                </a:moveTo>
                <a:lnTo>
                  <a:pt x="1143000" y="476250"/>
                </a:lnTo>
                <a:lnTo>
                  <a:pt x="1143000" y="485775"/>
                </a:lnTo>
                <a:lnTo>
                  <a:pt x="1133475" y="485775"/>
                </a:lnTo>
                <a:close/>
                <a:moveTo>
                  <a:pt x="123825" y="495300"/>
                </a:moveTo>
                <a:lnTo>
                  <a:pt x="133350" y="495300"/>
                </a:lnTo>
                <a:lnTo>
                  <a:pt x="133350" y="504825"/>
                </a:lnTo>
                <a:lnTo>
                  <a:pt x="123825" y="504825"/>
                </a:lnTo>
                <a:close/>
                <a:moveTo>
                  <a:pt x="142875" y="495300"/>
                </a:moveTo>
                <a:lnTo>
                  <a:pt x="152400" y="495300"/>
                </a:lnTo>
                <a:lnTo>
                  <a:pt x="152400" y="504825"/>
                </a:lnTo>
                <a:lnTo>
                  <a:pt x="142875" y="504825"/>
                </a:lnTo>
                <a:close/>
                <a:moveTo>
                  <a:pt x="152400" y="504825"/>
                </a:moveTo>
                <a:lnTo>
                  <a:pt x="161925" y="504825"/>
                </a:lnTo>
                <a:lnTo>
                  <a:pt x="161925" y="514350"/>
                </a:lnTo>
                <a:lnTo>
                  <a:pt x="152400" y="514350"/>
                </a:lnTo>
                <a:close/>
                <a:moveTo>
                  <a:pt x="95250" y="514350"/>
                </a:moveTo>
                <a:lnTo>
                  <a:pt x="104775" y="514350"/>
                </a:lnTo>
                <a:lnTo>
                  <a:pt x="104775" y="523875"/>
                </a:lnTo>
                <a:lnTo>
                  <a:pt x="95250" y="523875"/>
                </a:lnTo>
                <a:close/>
                <a:moveTo>
                  <a:pt x="419100" y="514350"/>
                </a:moveTo>
                <a:lnTo>
                  <a:pt x="428625" y="514350"/>
                </a:lnTo>
                <a:lnTo>
                  <a:pt x="428625" y="523875"/>
                </a:lnTo>
                <a:lnTo>
                  <a:pt x="419100" y="523875"/>
                </a:lnTo>
                <a:close/>
                <a:moveTo>
                  <a:pt x="733425" y="514350"/>
                </a:moveTo>
                <a:lnTo>
                  <a:pt x="742950" y="514350"/>
                </a:lnTo>
                <a:lnTo>
                  <a:pt x="742950" y="523875"/>
                </a:lnTo>
                <a:lnTo>
                  <a:pt x="752475" y="523875"/>
                </a:lnTo>
                <a:lnTo>
                  <a:pt x="752475" y="533400"/>
                </a:lnTo>
                <a:lnTo>
                  <a:pt x="733425" y="533400"/>
                </a:lnTo>
                <a:close/>
                <a:moveTo>
                  <a:pt x="1171575" y="514350"/>
                </a:moveTo>
                <a:lnTo>
                  <a:pt x="1181100" y="514350"/>
                </a:lnTo>
                <a:lnTo>
                  <a:pt x="1181100" y="523875"/>
                </a:lnTo>
                <a:lnTo>
                  <a:pt x="1171575" y="523875"/>
                </a:lnTo>
                <a:close/>
                <a:moveTo>
                  <a:pt x="0" y="523875"/>
                </a:moveTo>
                <a:lnTo>
                  <a:pt x="9525" y="523875"/>
                </a:lnTo>
                <a:lnTo>
                  <a:pt x="9525" y="542925"/>
                </a:lnTo>
                <a:lnTo>
                  <a:pt x="0" y="542925"/>
                </a:lnTo>
                <a:close/>
                <a:moveTo>
                  <a:pt x="466725" y="523875"/>
                </a:moveTo>
                <a:lnTo>
                  <a:pt x="476250" y="523875"/>
                </a:lnTo>
                <a:lnTo>
                  <a:pt x="476250" y="533400"/>
                </a:lnTo>
                <a:lnTo>
                  <a:pt x="466725" y="533400"/>
                </a:lnTo>
                <a:close/>
                <a:moveTo>
                  <a:pt x="1162050" y="533400"/>
                </a:moveTo>
                <a:lnTo>
                  <a:pt x="1181100" y="533400"/>
                </a:lnTo>
                <a:lnTo>
                  <a:pt x="1181100" y="542925"/>
                </a:lnTo>
                <a:lnTo>
                  <a:pt x="1162050" y="542925"/>
                </a:lnTo>
                <a:close/>
                <a:moveTo>
                  <a:pt x="95250" y="542925"/>
                </a:moveTo>
                <a:lnTo>
                  <a:pt x="104775" y="542925"/>
                </a:lnTo>
                <a:lnTo>
                  <a:pt x="104775" y="581025"/>
                </a:lnTo>
                <a:lnTo>
                  <a:pt x="95250" y="581025"/>
                </a:lnTo>
                <a:close/>
                <a:moveTo>
                  <a:pt x="152400" y="542925"/>
                </a:moveTo>
                <a:lnTo>
                  <a:pt x="161925" y="542925"/>
                </a:lnTo>
                <a:lnTo>
                  <a:pt x="161925" y="552450"/>
                </a:lnTo>
                <a:lnTo>
                  <a:pt x="152400" y="552450"/>
                </a:lnTo>
                <a:close/>
                <a:moveTo>
                  <a:pt x="209550" y="542925"/>
                </a:moveTo>
                <a:lnTo>
                  <a:pt x="219075" y="542925"/>
                </a:lnTo>
                <a:lnTo>
                  <a:pt x="219075" y="552450"/>
                </a:lnTo>
                <a:lnTo>
                  <a:pt x="209550" y="552450"/>
                </a:lnTo>
                <a:close/>
                <a:moveTo>
                  <a:pt x="1152525" y="542925"/>
                </a:moveTo>
                <a:lnTo>
                  <a:pt x="1162050" y="542925"/>
                </a:lnTo>
                <a:lnTo>
                  <a:pt x="1162050" y="552450"/>
                </a:lnTo>
                <a:lnTo>
                  <a:pt x="1152525" y="552450"/>
                </a:lnTo>
                <a:close/>
                <a:moveTo>
                  <a:pt x="1133475" y="561975"/>
                </a:moveTo>
                <a:lnTo>
                  <a:pt x="1162050" y="561975"/>
                </a:lnTo>
                <a:lnTo>
                  <a:pt x="1162050" y="571500"/>
                </a:lnTo>
                <a:lnTo>
                  <a:pt x="1143000" y="571500"/>
                </a:lnTo>
                <a:lnTo>
                  <a:pt x="1143000" y="590550"/>
                </a:lnTo>
                <a:lnTo>
                  <a:pt x="1133475" y="590550"/>
                </a:lnTo>
                <a:close/>
                <a:moveTo>
                  <a:pt x="200025" y="581025"/>
                </a:moveTo>
                <a:lnTo>
                  <a:pt x="219075" y="581025"/>
                </a:lnTo>
                <a:lnTo>
                  <a:pt x="219075" y="590550"/>
                </a:lnTo>
                <a:lnTo>
                  <a:pt x="209550" y="590550"/>
                </a:lnTo>
                <a:lnTo>
                  <a:pt x="209550" y="600075"/>
                </a:lnTo>
                <a:lnTo>
                  <a:pt x="200025" y="600075"/>
                </a:lnTo>
                <a:close/>
                <a:moveTo>
                  <a:pt x="590550" y="581025"/>
                </a:moveTo>
                <a:lnTo>
                  <a:pt x="600075" y="581025"/>
                </a:lnTo>
                <a:lnTo>
                  <a:pt x="600075" y="590550"/>
                </a:lnTo>
                <a:lnTo>
                  <a:pt x="590550" y="590550"/>
                </a:lnTo>
                <a:close/>
                <a:moveTo>
                  <a:pt x="609600" y="581025"/>
                </a:moveTo>
                <a:lnTo>
                  <a:pt x="628650" y="581025"/>
                </a:lnTo>
                <a:lnTo>
                  <a:pt x="628650" y="590550"/>
                </a:lnTo>
                <a:lnTo>
                  <a:pt x="609600" y="590550"/>
                </a:lnTo>
                <a:close/>
                <a:moveTo>
                  <a:pt x="85725" y="590550"/>
                </a:moveTo>
                <a:lnTo>
                  <a:pt x="95250" y="590550"/>
                </a:lnTo>
                <a:lnTo>
                  <a:pt x="95250" y="600075"/>
                </a:lnTo>
                <a:lnTo>
                  <a:pt x="85725" y="600075"/>
                </a:lnTo>
                <a:close/>
                <a:moveTo>
                  <a:pt x="628650" y="590550"/>
                </a:moveTo>
                <a:lnTo>
                  <a:pt x="638175" y="590550"/>
                </a:lnTo>
                <a:lnTo>
                  <a:pt x="638175" y="600075"/>
                </a:lnTo>
                <a:lnTo>
                  <a:pt x="628650" y="600075"/>
                </a:lnTo>
                <a:close/>
                <a:moveTo>
                  <a:pt x="66675" y="600075"/>
                </a:moveTo>
                <a:lnTo>
                  <a:pt x="85725" y="600075"/>
                </a:lnTo>
                <a:lnTo>
                  <a:pt x="85725" y="609600"/>
                </a:lnTo>
                <a:lnTo>
                  <a:pt x="66675" y="609600"/>
                </a:lnTo>
                <a:close/>
                <a:moveTo>
                  <a:pt x="1076325" y="600075"/>
                </a:moveTo>
                <a:lnTo>
                  <a:pt x="1085850" y="600075"/>
                </a:lnTo>
                <a:lnTo>
                  <a:pt x="1085850" y="619125"/>
                </a:lnTo>
                <a:lnTo>
                  <a:pt x="1076325" y="619125"/>
                </a:lnTo>
                <a:lnTo>
                  <a:pt x="1076325" y="628650"/>
                </a:lnTo>
                <a:lnTo>
                  <a:pt x="1066800" y="628650"/>
                </a:lnTo>
                <a:lnTo>
                  <a:pt x="1066800" y="619125"/>
                </a:lnTo>
                <a:lnTo>
                  <a:pt x="1057275" y="619125"/>
                </a:lnTo>
                <a:lnTo>
                  <a:pt x="1057275" y="609600"/>
                </a:lnTo>
                <a:lnTo>
                  <a:pt x="1076325" y="609600"/>
                </a:lnTo>
                <a:close/>
                <a:moveTo>
                  <a:pt x="1104900" y="609600"/>
                </a:moveTo>
                <a:lnTo>
                  <a:pt x="1123950" y="609600"/>
                </a:lnTo>
                <a:lnTo>
                  <a:pt x="1123950" y="628650"/>
                </a:lnTo>
                <a:lnTo>
                  <a:pt x="1104900" y="628650"/>
                </a:lnTo>
                <a:close/>
                <a:moveTo>
                  <a:pt x="228600" y="628650"/>
                </a:moveTo>
                <a:lnTo>
                  <a:pt x="247650" y="628650"/>
                </a:lnTo>
                <a:lnTo>
                  <a:pt x="247650" y="647700"/>
                </a:lnTo>
                <a:lnTo>
                  <a:pt x="228600" y="647700"/>
                </a:lnTo>
                <a:close/>
                <a:moveTo>
                  <a:pt x="390525" y="628650"/>
                </a:moveTo>
                <a:lnTo>
                  <a:pt x="428625" y="628650"/>
                </a:lnTo>
                <a:lnTo>
                  <a:pt x="428625" y="638175"/>
                </a:lnTo>
                <a:lnTo>
                  <a:pt x="419100" y="638175"/>
                </a:lnTo>
                <a:lnTo>
                  <a:pt x="419100" y="647700"/>
                </a:lnTo>
                <a:lnTo>
                  <a:pt x="390525" y="647700"/>
                </a:lnTo>
                <a:close/>
                <a:moveTo>
                  <a:pt x="523875" y="638175"/>
                </a:moveTo>
                <a:lnTo>
                  <a:pt x="533400" y="638175"/>
                </a:lnTo>
                <a:lnTo>
                  <a:pt x="533400" y="647700"/>
                </a:lnTo>
                <a:lnTo>
                  <a:pt x="523875" y="647700"/>
                </a:lnTo>
                <a:close/>
                <a:moveTo>
                  <a:pt x="1171575" y="638175"/>
                </a:moveTo>
                <a:lnTo>
                  <a:pt x="1190625" y="638175"/>
                </a:lnTo>
                <a:lnTo>
                  <a:pt x="1190625" y="647700"/>
                </a:lnTo>
                <a:lnTo>
                  <a:pt x="1171575" y="647700"/>
                </a:lnTo>
                <a:close/>
                <a:moveTo>
                  <a:pt x="1200150" y="638175"/>
                </a:moveTo>
                <a:lnTo>
                  <a:pt x="1209675" y="638175"/>
                </a:lnTo>
                <a:lnTo>
                  <a:pt x="1209675" y="647700"/>
                </a:lnTo>
                <a:lnTo>
                  <a:pt x="1200150" y="647700"/>
                </a:lnTo>
                <a:close/>
                <a:moveTo>
                  <a:pt x="85725" y="647700"/>
                </a:moveTo>
                <a:lnTo>
                  <a:pt x="104775" y="647700"/>
                </a:lnTo>
                <a:lnTo>
                  <a:pt x="104775" y="657225"/>
                </a:lnTo>
                <a:lnTo>
                  <a:pt x="114300" y="657225"/>
                </a:lnTo>
                <a:lnTo>
                  <a:pt x="114300" y="666750"/>
                </a:lnTo>
                <a:lnTo>
                  <a:pt x="85725" y="666750"/>
                </a:lnTo>
                <a:close/>
                <a:moveTo>
                  <a:pt x="1171575" y="657225"/>
                </a:moveTo>
                <a:lnTo>
                  <a:pt x="1181100" y="657225"/>
                </a:lnTo>
                <a:lnTo>
                  <a:pt x="1181100" y="666750"/>
                </a:lnTo>
                <a:lnTo>
                  <a:pt x="1171575" y="666750"/>
                </a:lnTo>
                <a:close/>
                <a:moveTo>
                  <a:pt x="47625" y="676275"/>
                </a:moveTo>
                <a:lnTo>
                  <a:pt x="57150" y="676275"/>
                </a:lnTo>
                <a:lnTo>
                  <a:pt x="57150" y="685800"/>
                </a:lnTo>
                <a:lnTo>
                  <a:pt x="47625" y="685800"/>
                </a:lnTo>
                <a:close/>
                <a:moveTo>
                  <a:pt x="114300" y="676275"/>
                </a:moveTo>
                <a:lnTo>
                  <a:pt x="123825" y="676275"/>
                </a:lnTo>
                <a:lnTo>
                  <a:pt x="123825" y="685800"/>
                </a:lnTo>
                <a:lnTo>
                  <a:pt x="133350" y="685800"/>
                </a:lnTo>
                <a:lnTo>
                  <a:pt x="133350" y="676275"/>
                </a:lnTo>
                <a:lnTo>
                  <a:pt x="152400" y="676275"/>
                </a:lnTo>
                <a:lnTo>
                  <a:pt x="152400" y="695325"/>
                </a:lnTo>
                <a:lnTo>
                  <a:pt x="161925" y="695325"/>
                </a:lnTo>
                <a:lnTo>
                  <a:pt x="161925" y="676275"/>
                </a:lnTo>
                <a:lnTo>
                  <a:pt x="171450" y="676275"/>
                </a:lnTo>
                <a:lnTo>
                  <a:pt x="171450" y="714375"/>
                </a:lnTo>
                <a:lnTo>
                  <a:pt x="142875" y="714375"/>
                </a:lnTo>
                <a:lnTo>
                  <a:pt x="142875" y="723900"/>
                </a:lnTo>
                <a:lnTo>
                  <a:pt x="133350" y="723900"/>
                </a:lnTo>
                <a:lnTo>
                  <a:pt x="133350" y="742950"/>
                </a:lnTo>
                <a:lnTo>
                  <a:pt x="114300" y="742950"/>
                </a:lnTo>
                <a:lnTo>
                  <a:pt x="114300" y="723900"/>
                </a:lnTo>
                <a:lnTo>
                  <a:pt x="104775" y="723900"/>
                </a:lnTo>
                <a:lnTo>
                  <a:pt x="104775" y="704850"/>
                </a:lnTo>
                <a:lnTo>
                  <a:pt x="114300" y="704850"/>
                </a:lnTo>
                <a:close/>
                <a:moveTo>
                  <a:pt x="476250" y="676275"/>
                </a:moveTo>
                <a:lnTo>
                  <a:pt x="581025" y="676275"/>
                </a:lnTo>
                <a:lnTo>
                  <a:pt x="581025" y="685800"/>
                </a:lnTo>
                <a:lnTo>
                  <a:pt x="561975" y="685800"/>
                </a:lnTo>
                <a:lnTo>
                  <a:pt x="561975" y="695325"/>
                </a:lnTo>
                <a:lnTo>
                  <a:pt x="581025" y="695325"/>
                </a:lnTo>
                <a:lnTo>
                  <a:pt x="581025" y="704850"/>
                </a:lnTo>
                <a:lnTo>
                  <a:pt x="571500" y="704850"/>
                </a:lnTo>
                <a:lnTo>
                  <a:pt x="571500" y="714375"/>
                </a:lnTo>
                <a:lnTo>
                  <a:pt x="542925" y="714375"/>
                </a:lnTo>
                <a:lnTo>
                  <a:pt x="542925" y="704850"/>
                </a:lnTo>
                <a:lnTo>
                  <a:pt x="533400" y="704850"/>
                </a:lnTo>
                <a:lnTo>
                  <a:pt x="533400" y="695325"/>
                </a:lnTo>
                <a:lnTo>
                  <a:pt x="542925" y="695325"/>
                </a:lnTo>
                <a:lnTo>
                  <a:pt x="542925" y="685800"/>
                </a:lnTo>
                <a:lnTo>
                  <a:pt x="504825" y="685800"/>
                </a:lnTo>
                <a:lnTo>
                  <a:pt x="504825" y="695325"/>
                </a:lnTo>
                <a:lnTo>
                  <a:pt x="514350" y="695325"/>
                </a:lnTo>
                <a:lnTo>
                  <a:pt x="514350" y="704850"/>
                </a:lnTo>
                <a:lnTo>
                  <a:pt x="504825" y="704850"/>
                </a:lnTo>
                <a:lnTo>
                  <a:pt x="504825" y="714375"/>
                </a:lnTo>
                <a:lnTo>
                  <a:pt x="485775" y="714375"/>
                </a:lnTo>
                <a:lnTo>
                  <a:pt x="485775" y="704850"/>
                </a:lnTo>
                <a:lnTo>
                  <a:pt x="476250" y="704850"/>
                </a:lnTo>
                <a:close/>
                <a:moveTo>
                  <a:pt x="590550" y="676275"/>
                </a:moveTo>
                <a:lnTo>
                  <a:pt x="695325" y="676275"/>
                </a:lnTo>
                <a:lnTo>
                  <a:pt x="695325" y="685800"/>
                </a:lnTo>
                <a:lnTo>
                  <a:pt x="685800" y="685800"/>
                </a:lnTo>
                <a:lnTo>
                  <a:pt x="685800" y="695325"/>
                </a:lnTo>
                <a:lnTo>
                  <a:pt x="695325" y="695325"/>
                </a:lnTo>
                <a:lnTo>
                  <a:pt x="695325" y="704850"/>
                </a:lnTo>
                <a:lnTo>
                  <a:pt x="685800" y="704850"/>
                </a:lnTo>
                <a:lnTo>
                  <a:pt x="685800" y="733425"/>
                </a:lnTo>
                <a:lnTo>
                  <a:pt x="676275" y="733425"/>
                </a:lnTo>
                <a:lnTo>
                  <a:pt x="676275" y="742950"/>
                </a:lnTo>
                <a:lnTo>
                  <a:pt x="666750" y="742950"/>
                </a:lnTo>
                <a:lnTo>
                  <a:pt x="666750" y="752475"/>
                </a:lnTo>
                <a:lnTo>
                  <a:pt x="657225" y="752475"/>
                </a:lnTo>
                <a:lnTo>
                  <a:pt x="657225" y="762000"/>
                </a:lnTo>
                <a:lnTo>
                  <a:pt x="647700" y="762000"/>
                </a:lnTo>
                <a:lnTo>
                  <a:pt x="647700" y="781050"/>
                </a:lnTo>
                <a:lnTo>
                  <a:pt x="657225" y="781050"/>
                </a:lnTo>
                <a:lnTo>
                  <a:pt x="657225" y="790575"/>
                </a:lnTo>
                <a:lnTo>
                  <a:pt x="666750" y="790575"/>
                </a:lnTo>
                <a:lnTo>
                  <a:pt x="666750" y="809625"/>
                </a:lnTo>
                <a:lnTo>
                  <a:pt x="647700" y="809625"/>
                </a:lnTo>
                <a:lnTo>
                  <a:pt x="647700" y="800100"/>
                </a:lnTo>
                <a:lnTo>
                  <a:pt x="638175" y="800100"/>
                </a:lnTo>
                <a:lnTo>
                  <a:pt x="638175" y="809625"/>
                </a:lnTo>
                <a:lnTo>
                  <a:pt x="628650" y="809625"/>
                </a:lnTo>
                <a:lnTo>
                  <a:pt x="628650" y="781050"/>
                </a:lnTo>
                <a:lnTo>
                  <a:pt x="638175" y="781050"/>
                </a:lnTo>
                <a:lnTo>
                  <a:pt x="638175" y="762000"/>
                </a:lnTo>
                <a:lnTo>
                  <a:pt x="628650" y="762000"/>
                </a:lnTo>
                <a:lnTo>
                  <a:pt x="628650" y="742950"/>
                </a:lnTo>
                <a:lnTo>
                  <a:pt x="647700" y="742950"/>
                </a:lnTo>
                <a:lnTo>
                  <a:pt x="647700" y="733425"/>
                </a:lnTo>
                <a:lnTo>
                  <a:pt x="666750" y="733425"/>
                </a:lnTo>
                <a:lnTo>
                  <a:pt x="666750" y="723900"/>
                </a:lnTo>
                <a:lnTo>
                  <a:pt x="676275" y="723900"/>
                </a:lnTo>
                <a:lnTo>
                  <a:pt x="676275" y="714375"/>
                </a:lnTo>
                <a:lnTo>
                  <a:pt x="666750" y="714375"/>
                </a:lnTo>
                <a:lnTo>
                  <a:pt x="666750" y="695325"/>
                </a:lnTo>
                <a:lnTo>
                  <a:pt x="657225" y="695325"/>
                </a:lnTo>
                <a:lnTo>
                  <a:pt x="657225" y="685800"/>
                </a:lnTo>
                <a:lnTo>
                  <a:pt x="628650" y="685800"/>
                </a:lnTo>
                <a:lnTo>
                  <a:pt x="628650" y="695325"/>
                </a:lnTo>
                <a:lnTo>
                  <a:pt x="590550" y="695325"/>
                </a:lnTo>
                <a:close/>
                <a:moveTo>
                  <a:pt x="133350" y="695325"/>
                </a:moveTo>
                <a:lnTo>
                  <a:pt x="142875" y="695325"/>
                </a:lnTo>
                <a:lnTo>
                  <a:pt x="142875" y="685800"/>
                </a:lnTo>
                <a:lnTo>
                  <a:pt x="133350" y="685800"/>
                </a:lnTo>
                <a:close/>
                <a:moveTo>
                  <a:pt x="266700" y="695325"/>
                </a:moveTo>
                <a:lnTo>
                  <a:pt x="276225" y="695325"/>
                </a:lnTo>
                <a:lnTo>
                  <a:pt x="276225" y="704850"/>
                </a:lnTo>
                <a:lnTo>
                  <a:pt x="266700" y="704850"/>
                </a:lnTo>
                <a:close/>
                <a:moveTo>
                  <a:pt x="381000" y="695325"/>
                </a:moveTo>
                <a:lnTo>
                  <a:pt x="409575" y="695325"/>
                </a:lnTo>
                <a:lnTo>
                  <a:pt x="409575" y="704850"/>
                </a:lnTo>
                <a:lnTo>
                  <a:pt x="381000" y="704850"/>
                </a:lnTo>
                <a:close/>
                <a:moveTo>
                  <a:pt x="1162050" y="695325"/>
                </a:moveTo>
                <a:lnTo>
                  <a:pt x="1181100" y="695325"/>
                </a:lnTo>
                <a:lnTo>
                  <a:pt x="1181100" y="723900"/>
                </a:lnTo>
                <a:lnTo>
                  <a:pt x="1171575" y="723900"/>
                </a:lnTo>
                <a:lnTo>
                  <a:pt x="1171575" y="714375"/>
                </a:lnTo>
                <a:lnTo>
                  <a:pt x="1152525" y="714375"/>
                </a:lnTo>
                <a:lnTo>
                  <a:pt x="1152525" y="704850"/>
                </a:lnTo>
                <a:lnTo>
                  <a:pt x="1162050" y="704850"/>
                </a:lnTo>
                <a:close/>
                <a:moveTo>
                  <a:pt x="1095375" y="704850"/>
                </a:moveTo>
                <a:lnTo>
                  <a:pt x="1104900" y="704850"/>
                </a:lnTo>
                <a:lnTo>
                  <a:pt x="1104900" y="733425"/>
                </a:lnTo>
                <a:lnTo>
                  <a:pt x="1095375" y="733425"/>
                </a:lnTo>
                <a:close/>
                <a:moveTo>
                  <a:pt x="1114425" y="704850"/>
                </a:moveTo>
                <a:lnTo>
                  <a:pt x="1123950" y="704850"/>
                </a:lnTo>
                <a:lnTo>
                  <a:pt x="1123950" y="714375"/>
                </a:lnTo>
                <a:lnTo>
                  <a:pt x="1114425" y="714375"/>
                </a:lnTo>
                <a:close/>
                <a:moveTo>
                  <a:pt x="390525" y="714375"/>
                </a:moveTo>
                <a:lnTo>
                  <a:pt x="400050" y="714375"/>
                </a:lnTo>
                <a:lnTo>
                  <a:pt x="400050" y="723900"/>
                </a:lnTo>
                <a:lnTo>
                  <a:pt x="390525" y="723900"/>
                </a:lnTo>
                <a:close/>
                <a:moveTo>
                  <a:pt x="409575" y="714375"/>
                </a:moveTo>
                <a:lnTo>
                  <a:pt x="419100" y="714375"/>
                </a:lnTo>
                <a:lnTo>
                  <a:pt x="419100" y="723900"/>
                </a:lnTo>
                <a:lnTo>
                  <a:pt x="409575" y="723900"/>
                </a:lnTo>
                <a:close/>
                <a:moveTo>
                  <a:pt x="428625" y="714375"/>
                </a:moveTo>
                <a:lnTo>
                  <a:pt x="438150" y="714375"/>
                </a:lnTo>
                <a:lnTo>
                  <a:pt x="438150" y="723900"/>
                </a:lnTo>
                <a:lnTo>
                  <a:pt x="428625" y="723900"/>
                </a:lnTo>
                <a:close/>
                <a:moveTo>
                  <a:pt x="1200150" y="723900"/>
                </a:moveTo>
                <a:lnTo>
                  <a:pt x="1209675" y="723900"/>
                </a:lnTo>
                <a:lnTo>
                  <a:pt x="1209675" y="752475"/>
                </a:lnTo>
                <a:lnTo>
                  <a:pt x="1200150" y="752475"/>
                </a:lnTo>
                <a:close/>
                <a:moveTo>
                  <a:pt x="314325" y="733425"/>
                </a:moveTo>
                <a:lnTo>
                  <a:pt x="333375" y="733425"/>
                </a:lnTo>
                <a:lnTo>
                  <a:pt x="333375" y="800100"/>
                </a:lnTo>
                <a:lnTo>
                  <a:pt x="323850" y="800100"/>
                </a:lnTo>
                <a:lnTo>
                  <a:pt x="323850" y="809625"/>
                </a:lnTo>
                <a:lnTo>
                  <a:pt x="304800" y="809625"/>
                </a:lnTo>
                <a:lnTo>
                  <a:pt x="304800" y="800100"/>
                </a:lnTo>
                <a:lnTo>
                  <a:pt x="295275" y="800100"/>
                </a:lnTo>
                <a:lnTo>
                  <a:pt x="295275" y="781050"/>
                </a:lnTo>
                <a:lnTo>
                  <a:pt x="266700" y="781050"/>
                </a:lnTo>
                <a:lnTo>
                  <a:pt x="266700" y="800100"/>
                </a:lnTo>
                <a:lnTo>
                  <a:pt x="257175" y="800100"/>
                </a:lnTo>
                <a:lnTo>
                  <a:pt x="257175" y="809625"/>
                </a:lnTo>
                <a:lnTo>
                  <a:pt x="238125" y="809625"/>
                </a:lnTo>
                <a:lnTo>
                  <a:pt x="238125" y="790575"/>
                </a:lnTo>
                <a:lnTo>
                  <a:pt x="247650" y="790575"/>
                </a:lnTo>
                <a:lnTo>
                  <a:pt x="247650" y="781050"/>
                </a:lnTo>
                <a:lnTo>
                  <a:pt x="238125" y="781050"/>
                </a:lnTo>
                <a:lnTo>
                  <a:pt x="238125" y="762000"/>
                </a:lnTo>
                <a:lnTo>
                  <a:pt x="257175" y="762000"/>
                </a:lnTo>
                <a:lnTo>
                  <a:pt x="257175" y="771525"/>
                </a:lnTo>
                <a:lnTo>
                  <a:pt x="285750" y="771525"/>
                </a:lnTo>
                <a:lnTo>
                  <a:pt x="285750" y="752475"/>
                </a:lnTo>
                <a:lnTo>
                  <a:pt x="304800" y="752475"/>
                </a:lnTo>
                <a:lnTo>
                  <a:pt x="304800" y="742950"/>
                </a:lnTo>
                <a:lnTo>
                  <a:pt x="314325" y="742950"/>
                </a:lnTo>
                <a:close/>
                <a:moveTo>
                  <a:pt x="581025" y="733425"/>
                </a:moveTo>
                <a:lnTo>
                  <a:pt x="590550" y="733425"/>
                </a:lnTo>
                <a:lnTo>
                  <a:pt x="590550" y="742950"/>
                </a:lnTo>
                <a:lnTo>
                  <a:pt x="609600" y="742950"/>
                </a:lnTo>
                <a:lnTo>
                  <a:pt x="609600" y="752475"/>
                </a:lnTo>
                <a:lnTo>
                  <a:pt x="600075" y="752475"/>
                </a:lnTo>
                <a:lnTo>
                  <a:pt x="600075" y="781050"/>
                </a:lnTo>
                <a:lnTo>
                  <a:pt x="590550" y="781050"/>
                </a:lnTo>
                <a:lnTo>
                  <a:pt x="590550" y="809625"/>
                </a:lnTo>
                <a:lnTo>
                  <a:pt x="533400" y="809625"/>
                </a:lnTo>
                <a:lnTo>
                  <a:pt x="533400" y="790575"/>
                </a:lnTo>
                <a:lnTo>
                  <a:pt x="542925" y="790575"/>
                </a:lnTo>
                <a:lnTo>
                  <a:pt x="542925" y="781050"/>
                </a:lnTo>
                <a:lnTo>
                  <a:pt x="533400" y="781050"/>
                </a:lnTo>
                <a:lnTo>
                  <a:pt x="533400" y="771525"/>
                </a:lnTo>
                <a:lnTo>
                  <a:pt x="552450" y="771525"/>
                </a:lnTo>
                <a:lnTo>
                  <a:pt x="552450" y="762000"/>
                </a:lnTo>
                <a:lnTo>
                  <a:pt x="571500" y="762000"/>
                </a:lnTo>
                <a:lnTo>
                  <a:pt x="571500" y="752475"/>
                </a:lnTo>
                <a:lnTo>
                  <a:pt x="581025" y="752475"/>
                </a:lnTo>
                <a:close/>
                <a:moveTo>
                  <a:pt x="695325" y="733425"/>
                </a:moveTo>
                <a:lnTo>
                  <a:pt x="704850" y="733425"/>
                </a:lnTo>
                <a:lnTo>
                  <a:pt x="704850" y="742950"/>
                </a:lnTo>
                <a:lnTo>
                  <a:pt x="752475" y="742950"/>
                </a:lnTo>
                <a:lnTo>
                  <a:pt x="752475" y="752475"/>
                </a:lnTo>
                <a:lnTo>
                  <a:pt x="723900" y="752475"/>
                </a:lnTo>
                <a:lnTo>
                  <a:pt x="723900" y="771525"/>
                </a:lnTo>
                <a:lnTo>
                  <a:pt x="704850" y="771525"/>
                </a:lnTo>
                <a:lnTo>
                  <a:pt x="704850" y="781050"/>
                </a:lnTo>
                <a:lnTo>
                  <a:pt x="695325" y="781050"/>
                </a:lnTo>
                <a:lnTo>
                  <a:pt x="695325" y="790575"/>
                </a:lnTo>
                <a:lnTo>
                  <a:pt x="704850" y="790575"/>
                </a:lnTo>
                <a:lnTo>
                  <a:pt x="704850" y="800100"/>
                </a:lnTo>
                <a:lnTo>
                  <a:pt x="733425" y="800100"/>
                </a:lnTo>
                <a:lnTo>
                  <a:pt x="733425" y="781050"/>
                </a:lnTo>
                <a:lnTo>
                  <a:pt x="742950" y="781050"/>
                </a:lnTo>
                <a:lnTo>
                  <a:pt x="742950" y="809625"/>
                </a:lnTo>
                <a:lnTo>
                  <a:pt x="695325" y="809625"/>
                </a:lnTo>
                <a:lnTo>
                  <a:pt x="695325" y="800100"/>
                </a:lnTo>
                <a:lnTo>
                  <a:pt x="685800" y="800100"/>
                </a:lnTo>
                <a:lnTo>
                  <a:pt x="685800" y="781050"/>
                </a:lnTo>
                <a:lnTo>
                  <a:pt x="676275" y="781050"/>
                </a:lnTo>
                <a:lnTo>
                  <a:pt x="676275" y="771525"/>
                </a:lnTo>
                <a:lnTo>
                  <a:pt x="695325" y="771525"/>
                </a:lnTo>
                <a:close/>
                <a:moveTo>
                  <a:pt x="800100" y="742950"/>
                </a:moveTo>
                <a:lnTo>
                  <a:pt x="809625" y="742950"/>
                </a:lnTo>
                <a:lnTo>
                  <a:pt x="809625" y="752475"/>
                </a:lnTo>
                <a:lnTo>
                  <a:pt x="819150" y="752475"/>
                </a:lnTo>
                <a:lnTo>
                  <a:pt x="819150" y="762000"/>
                </a:lnTo>
                <a:lnTo>
                  <a:pt x="752475" y="762000"/>
                </a:lnTo>
                <a:lnTo>
                  <a:pt x="752475" y="752475"/>
                </a:lnTo>
                <a:lnTo>
                  <a:pt x="800100" y="752475"/>
                </a:lnTo>
                <a:close/>
                <a:moveTo>
                  <a:pt x="85725" y="752475"/>
                </a:moveTo>
                <a:lnTo>
                  <a:pt x="95250" y="752475"/>
                </a:lnTo>
                <a:lnTo>
                  <a:pt x="95250" y="762000"/>
                </a:lnTo>
                <a:lnTo>
                  <a:pt x="85725" y="762000"/>
                </a:lnTo>
                <a:close/>
                <a:moveTo>
                  <a:pt x="485775" y="752475"/>
                </a:moveTo>
                <a:lnTo>
                  <a:pt x="495300" y="752475"/>
                </a:lnTo>
                <a:lnTo>
                  <a:pt x="495300" y="762000"/>
                </a:lnTo>
                <a:lnTo>
                  <a:pt x="485775" y="762000"/>
                </a:lnTo>
                <a:close/>
                <a:moveTo>
                  <a:pt x="971550" y="752475"/>
                </a:moveTo>
                <a:lnTo>
                  <a:pt x="981075" y="752475"/>
                </a:lnTo>
                <a:lnTo>
                  <a:pt x="981075" y="762000"/>
                </a:lnTo>
                <a:lnTo>
                  <a:pt x="971550" y="762000"/>
                </a:lnTo>
                <a:close/>
                <a:moveTo>
                  <a:pt x="438150" y="762000"/>
                </a:moveTo>
                <a:lnTo>
                  <a:pt x="447675" y="762000"/>
                </a:lnTo>
                <a:lnTo>
                  <a:pt x="447675" y="790575"/>
                </a:lnTo>
                <a:lnTo>
                  <a:pt x="438150" y="790575"/>
                </a:lnTo>
                <a:close/>
                <a:moveTo>
                  <a:pt x="819150" y="762000"/>
                </a:moveTo>
                <a:lnTo>
                  <a:pt x="857250" y="762000"/>
                </a:lnTo>
                <a:lnTo>
                  <a:pt x="857250" y="771525"/>
                </a:lnTo>
                <a:lnTo>
                  <a:pt x="838200" y="771525"/>
                </a:lnTo>
                <a:lnTo>
                  <a:pt x="838200" y="781050"/>
                </a:lnTo>
                <a:lnTo>
                  <a:pt x="819150" y="781050"/>
                </a:lnTo>
                <a:close/>
                <a:moveTo>
                  <a:pt x="942975" y="762000"/>
                </a:moveTo>
                <a:lnTo>
                  <a:pt x="962025" y="762000"/>
                </a:lnTo>
                <a:lnTo>
                  <a:pt x="962025" y="771525"/>
                </a:lnTo>
                <a:lnTo>
                  <a:pt x="952500" y="771525"/>
                </a:lnTo>
                <a:lnTo>
                  <a:pt x="952500" y="781050"/>
                </a:lnTo>
                <a:lnTo>
                  <a:pt x="933450" y="781050"/>
                </a:lnTo>
                <a:lnTo>
                  <a:pt x="933450" y="771525"/>
                </a:lnTo>
                <a:lnTo>
                  <a:pt x="942975" y="771525"/>
                </a:lnTo>
                <a:close/>
                <a:moveTo>
                  <a:pt x="866775" y="771525"/>
                </a:moveTo>
                <a:lnTo>
                  <a:pt x="876300" y="771525"/>
                </a:lnTo>
                <a:lnTo>
                  <a:pt x="876300" y="781050"/>
                </a:lnTo>
                <a:lnTo>
                  <a:pt x="866775" y="781050"/>
                </a:lnTo>
                <a:close/>
                <a:moveTo>
                  <a:pt x="904875" y="771525"/>
                </a:moveTo>
                <a:lnTo>
                  <a:pt x="914400" y="771525"/>
                </a:lnTo>
                <a:lnTo>
                  <a:pt x="914400" y="781050"/>
                </a:lnTo>
                <a:lnTo>
                  <a:pt x="923925" y="781050"/>
                </a:lnTo>
                <a:lnTo>
                  <a:pt x="923925" y="800100"/>
                </a:lnTo>
                <a:lnTo>
                  <a:pt x="942975" y="800100"/>
                </a:lnTo>
                <a:lnTo>
                  <a:pt x="942975" y="809625"/>
                </a:lnTo>
                <a:lnTo>
                  <a:pt x="904875" y="809625"/>
                </a:lnTo>
                <a:close/>
                <a:moveTo>
                  <a:pt x="1038225" y="771525"/>
                </a:moveTo>
                <a:lnTo>
                  <a:pt x="1047750" y="771525"/>
                </a:lnTo>
                <a:lnTo>
                  <a:pt x="1047750" y="790575"/>
                </a:lnTo>
                <a:lnTo>
                  <a:pt x="1038225" y="790575"/>
                </a:lnTo>
                <a:close/>
                <a:moveTo>
                  <a:pt x="1095375" y="771525"/>
                </a:moveTo>
                <a:lnTo>
                  <a:pt x="1123950" y="771525"/>
                </a:lnTo>
                <a:lnTo>
                  <a:pt x="1123950" y="781050"/>
                </a:lnTo>
                <a:lnTo>
                  <a:pt x="1152525" y="781050"/>
                </a:lnTo>
                <a:lnTo>
                  <a:pt x="1152525" y="790575"/>
                </a:lnTo>
                <a:lnTo>
                  <a:pt x="1162050" y="790575"/>
                </a:lnTo>
                <a:lnTo>
                  <a:pt x="1162050" y="800100"/>
                </a:lnTo>
                <a:lnTo>
                  <a:pt x="1200150" y="800100"/>
                </a:lnTo>
                <a:lnTo>
                  <a:pt x="1200150" y="809625"/>
                </a:lnTo>
                <a:lnTo>
                  <a:pt x="1143000" y="809625"/>
                </a:lnTo>
                <a:lnTo>
                  <a:pt x="1143000" y="800100"/>
                </a:lnTo>
                <a:lnTo>
                  <a:pt x="1133475" y="800100"/>
                </a:lnTo>
                <a:lnTo>
                  <a:pt x="1133475" y="790575"/>
                </a:lnTo>
                <a:lnTo>
                  <a:pt x="1114425" y="790575"/>
                </a:lnTo>
                <a:lnTo>
                  <a:pt x="1114425" y="781050"/>
                </a:lnTo>
                <a:lnTo>
                  <a:pt x="1095375" y="781050"/>
                </a:lnTo>
                <a:close/>
                <a:moveTo>
                  <a:pt x="200025" y="790575"/>
                </a:moveTo>
                <a:lnTo>
                  <a:pt x="219075" y="790575"/>
                </a:lnTo>
                <a:lnTo>
                  <a:pt x="219075" y="809625"/>
                </a:lnTo>
                <a:lnTo>
                  <a:pt x="171450" y="809625"/>
                </a:lnTo>
                <a:lnTo>
                  <a:pt x="171450" y="800100"/>
                </a:lnTo>
                <a:lnTo>
                  <a:pt x="200025" y="800100"/>
                </a:lnTo>
                <a:close/>
                <a:moveTo>
                  <a:pt x="333375" y="800100"/>
                </a:moveTo>
                <a:lnTo>
                  <a:pt x="342900" y="800100"/>
                </a:lnTo>
                <a:lnTo>
                  <a:pt x="342900" y="809625"/>
                </a:lnTo>
                <a:lnTo>
                  <a:pt x="333375" y="809625"/>
                </a:lnTo>
                <a:close/>
                <a:moveTo>
                  <a:pt x="381000" y="800100"/>
                </a:moveTo>
                <a:lnTo>
                  <a:pt x="409575" y="800100"/>
                </a:lnTo>
                <a:lnTo>
                  <a:pt x="409575" y="809625"/>
                </a:lnTo>
                <a:lnTo>
                  <a:pt x="381000" y="809625"/>
                </a:lnTo>
                <a:close/>
                <a:moveTo>
                  <a:pt x="485775" y="800100"/>
                </a:moveTo>
                <a:lnTo>
                  <a:pt x="495300" y="800100"/>
                </a:lnTo>
                <a:lnTo>
                  <a:pt x="495300" y="809625"/>
                </a:lnTo>
                <a:lnTo>
                  <a:pt x="485775" y="809625"/>
                </a:lnTo>
                <a:close/>
                <a:moveTo>
                  <a:pt x="676275" y="800100"/>
                </a:moveTo>
                <a:lnTo>
                  <a:pt x="685800" y="800100"/>
                </a:lnTo>
                <a:lnTo>
                  <a:pt x="685800" y="809625"/>
                </a:lnTo>
                <a:lnTo>
                  <a:pt x="676275" y="809625"/>
                </a:lnTo>
                <a:close/>
                <a:moveTo>
                  <a:pt x="1019175" y="800100"/>
                </a:moveTo>
                <a:lnTo>
                  <a:pt x="1028700" y="800100"/>
                </a:lnTo>
                <a:lnTo>
                  <a:pt x="1028700" y="809625"/>
                </a:lnTo>
                <a:lnTo>
                  <a:pt x="1019175" y="809625"/>
                </a:lnTo>
                <a:close/>
              </a:path>
            </a:pathLst>
          </a:custGeom>
          <a:solidFill xmlns:a="http://schemas.openxmlformats.org/drawingml/2006/main">
            <a:srgbClr val="F8F9F4"/>
          </a:solidFill>
          <a:ln xmlns:a="http://schemas.openxmlformats.org/drawingml/2006/main" w="0">
            <a:noFill/>
          </a:ln>
        </p:spPr>
      </p:sp>
      <p:sp>
        <p:nvSpPr>
          <p:cNvPr id="219" name="v21 vector #f8f8f3">
            <a:extLst xmlns:a="http://schemas.openxmlformats.org/drawingml/2006/main">
              <a:ext uri="{FF2B5EF4-FFF2-40B4-BE49-F238E27FC236}">
                <a16:creationId xmlns:a16="http://schemas.microsoft.com/office/drawing/2014/main" id="{CEDF8B8D-6A21-4A34-B7E8-985ABF9A0D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8250" y="4848225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133350" y="0"/>
                </a:moveTo>
                <a:lnTo>
                  <a:pt x="152400" y="0"/>
                </a:lnTo>
                <a:lnTo>
                  <a:pt x="152400" y="19050"/>
                </a:lnTo>
                <a:lnTo>
                  <a:pt x="161925" y="19050"/>
                </a:lnTo>
                <a:lnTo>
                  <a:pt x="161925" y="28575"/>
                </a:lnTo>
                <a:lnTo>
                  <a:pt x="142875" y="28575"/>
                </a:lnTo>
                <a:lnTo>
                  <a:pt x="142875" y="19050"/>
                </a:lnTo>
                <a:lnTo>
                  <a:pt x="133350" y="19050"/>
                </a:lnTo>
                <a:close/>
                <a:moveTo>
                  <a:pt x="247650" y="0"/>
                </a:moveTo>
                <a:lnTo>
                  <a:pt x="257175" y="0"/>
                </a:lnTo>
                <a:lnTo>
                  <a:pt x="257175" y="9525"/>
                </a:lnTo>
                <a:lnTo>
                  <a:pt x="247650" y="9525"/>
                </a:lnTo>
                <a:close/>
                <a:moveTo>
                  <a:pt x="266700" y="0"/>
                </a:moveTo>
                <a:lnTo>
                  <a:pt x="285750" y="0"/>
                </a:lnTo>
                <a:lnTo>
                  <a:pt x="285750" y="9525"/>
                </a:lnTo>
                <a:lnTo>
                  <a:pt x="295275" y="9525"/>
                </a:lnTo>
                <a:lnTo>
                  <a:pt x="295275" y="19050"/>
                </a:lnTo>
                <a:lnTo>
                  <a:pt x="285750" y="19050"/>
                </a:lnTo>
                <a:lnTo>
                  <a:pt x="285750" y="28575"/>
                </a:lnTo>
                <a:lnTo>
                  <a:pt x="266700" y="28575"/>
                </a:lnTo>
                <a:close/>
                <a:moveTo>
                  <a:pt x="323850" y="0"/>
                </a:moveTo>
                <a:lnTo>
                  <a:pt x="352425" y="0"/>
                </a:lnTo>
                <a:lnTo>
                  <a:pt x="352425" y="19050"/>
                </a:lnTo>
                <a:lnTo>
                  <a:pt x="342900" y="19050"/>
                </a:lnTo>
                <a:lnTo>
                  <a:pt x="342900" y="9525"/>
                </a:lnTo>
                <a:lnTo>
                  <a:pt x="333375" y="9525"/>
                </a:lnTo>
                <a:lnTo>
                  <a:pt x="333375" y="19050"/>
                </a:lnTo>
                <a:lnTo>
                  <a:pt x="314325" y="19050"/>
                </a:lnTo>
                <a:lnTo>
                  <a:pt x="314325" y="9525"/>
                </a:lnTo>
                <a:lnTo>
                  <a:pt x="323850" y="9525"/>
                </a:lnTo>
                <a:close/>
                <a:moveTo>
                  <a:pt x="447675" y="0"/>
                </a:moveTo>
                <a:lnTo>
                  <a:pt x="466725" y="0"/>
                </a:lnTo>
                <a:lnTo>
                  <a:pt x="466725" y="19050"/>
                </a:lnTo>
                <a:lnTo>
                  <a:pt x="447675" y="19050"/>
                </a:lnTo>
                <a:lnTo>
                  <a:pt x="447675" y="38100"/>
                </a:lnTo>
                <a:lnTo>
                  <a:pt x="438150" y="38100"/>
                </a:lnTo>
                <a:lnTo>
                  <a:pt x="438150" y="9525"/>
                </a:lnTo>
                <a:lnTo>
                  <a:pt x="447675" y="9525"/>
                </a:lnTo>
                <a:close/>
                <a:moveTo>
                  <a:pt x="552450" y="0"/>
                </a:moveTo>
                <a:lnTo>
                  <a:pt x="561975" y="0"/>
                </a:lnTo>
                <a:lnTo>
                  <a:pt x="561975" y="9525"/>
                </a:lnTo>
                <a:lnTo>
                  <a:pt x="552450" y="9525"/>
                </a:lnTo>
                <a:close/>
                <a:moveTo>
                  <a:pt x="571500" y="0"/>
                </a:moveTo>
                <a:lnTo>
                  <a:pt x="581025" y="0"/>
                </a:lnTo>
                <a:lnTo>
                  <a:pt x="581025" y="19050"/>
                </a:lnTo>
                <a:lnTo>
                  <a:pt x="590550" y="19050"/>
                </a:lnTo>
                <a:lnTo>
                  <a:pt x="590550" y="28575"/>
                </a:lnTo>
                <a:lnTo>
                  <a:pt x="571500" y="28575"/>
                </a:lnTo>
                <a:close/>
                <a:moveTo>
                  <a:pt x="638175" y="0"/>
                </a:moveTo>
                <a:lnTo>
                  <a:pt x="657225" y="0"/>
                </a:lnTo>
                <a:lnTo>
                  <a:pt x="657225" y="9525"/>
                </a:lnTo>
                <a:lnTo>
                  <a:pt x="638175" y="9525"/>
                </a:lnTo>
                <a:close/>
                <a:moveTo>
                  <a:pt x="952500" y="0"/>
                </a:moveTo>
                <a:lnTo>
                  <a:pt x="971550" y="0"/>
                </a:lnTo>
                <a:lnTo>
                  <a:pt x="971550" y="9525"/>
                </a:lnTo>
                <a:lnTo>
                  <a:pt x="952500" y="9525"/>
                </a:lnTo>
                <a:close/>
                <a:moveTo>
                  <a:pt x="1000125" y="0"/>
                </a:moveTo>
                <a:lnTo>
                  <a:pt x="1038225" y="0"/>
                </a:lnTo>
                <a:lnTo>
                  <a:pt x="1038225" y="9525"/>
                </a:lnTo>
                <a:lnTo>
                  <a:pt x="1047750" y="9525"/>
                </a:lnTo>
                <a:lnTo>
                  <a:pt x="1047750" y="19050"/>
                </a:lnTo>
                <a:lnTo>
                  <a:pt x="1038225" y="19050"/>
                </a:lnTo>
                <a:lnTo>
                  <a:pt x="1038225" y="28575"/>
                </a:lnTo>
                <a:lnTo>
                  <a:pt x="1009650" y="28575"/>
                </a:lnTo>
                <a:lnTo>
                  <a:pt x="1009650" y="38100"/>
                </a:lnTo>
                <a:lnTo>
                  <a:pt x="1000125" y="38100"/>
                </a:lnTo>
                <a:close/>
                <a:moveTo>
                  <a:pt x="495300" y="9525"/>
                </a:moveTo>
                <a:lnTo>
                  <a:pt x="523875" y="9525"/>
                </a:lnTo>
                <a:lnTo>
                  <a:pt x="523875" y="19050"/>
                </a:lnTo>
                <a:lnTo>
                  <a:pt x="533400" y="19050"/>
                </a:lnTo>
                <a:lnTo>
                  <a:pt x="533400" y="38100"/>
                </a:lnTo>
                <a:lnTo>
                  <a:pt x="552450" y="38100"/>
                </a:lnTo>
                <a:lnTo>
                  <a:pt x="552450" y="28575"/>
                </a:lnTo>
                <a:lnTo>
                  <a:pt x="571500" y="28575"/>
                </a:lnTo>
                <a:lnTo>
                  <a:pt x="571500" y="38100"/>
                </a:lnTo>
                <a:lnTo>
                  <a:pt x="552450" y="38100"/>
                </a:lnTo>
                <a:lnTo>
                  <a:pt x="552450" y="47625"/>
                </a:lnTo>
                <a:lnTo>
                  <a:pt x="523875" y="47625"/>
                </a:lnTo>
                <a:lnTo>
                  <a:pt x="523875" y="38100"/>
                </a:lnTo>
                <a:lnTo>
                  <a:pt x="476250" y="38100"/>
                </a:lnTo>
                <a:lnTo>
                  <a:pt x="476250" y="47625"/>
                </a:lnTo>
                <a:lnTo>
                  <a:pt x="466725" y="47625"/>
                </a:lnTo>
                <a:lnTo>
                  <a:pt x="466725" y="28575"/>
                </a:lnTo>
                <a:lnTo>
                  <a:pt x="485775" y="28575"/>
                </a:lnTo>
                <a:lnTo>
                  <a:pt x="485775" y="19050"/>
                </a:lnTo>
                <a:lnTo>
                  <a:pt x="495300" y="19050"/>
                </a:lnTo>
                <a:close/>
                <a:moveTo>
                  <a:pt x="542925" y="9525"/>
                </a:moveTo>
                <a:lnTo>
                  <a:pt x="552450" y="9525"/>
                </a:lnTo>
                <a:lnTo>
                  <a:pt x="552450" y="19050"/>
                </a:lnTo>
                <a:lnTo>
                  <a:pt x="542925" y="19050"/>
                </a:lnTo>
                <a:close/>
                <a:moveTo>
                  <a:pt x="809625" y="9525"/>
                </a:moveTo>
                <a:lnTo>
                  <a:pt x="819150" y="9525"/>
                </a:lnTo>
                <a:lnTo>
                  <a:pt x="819150" y="19050"/>
                </a:lnTo>
                <a:lnTo>
                  <a:pt x="809625" y="19050"/>
                </a:lnTo>
                <a:close/>
                <a:moveTo>
                  <a:pt x="1085850" y="9525"/>
                </a:moveTo>
                <a:lnTo>
                  <a:pt x="1104900" y="9525"/>
                </a:lnTo>
                <a:lnTo>
                  <a:pt x="1104900" y="47625"/>
                </a:lnTo>
                <a:lnTo>
                  <a:pt x="1095375" y="47625"/>
                </a:lnTo>
                <a:lnTo>
                  <a:pt x="1095375" y="28575"/>
                </a:lnTo>
                <a:lnTo>
                  <a:pt x="1085850" y="28575"/>
                </a:lnTo>
                <a:close/>
                <a:moveTo>
                  <a:pt x="800100" y="19050"/>
                </a:moveTo>
                <a:lnTo>
                  <a:pt x="809625" y="19050"/>
                </a:lnTo>
                <a:lnTo>
                  <a:pt x="809625" y="38100"/>
                </a:lnTo>
                <a:lnTo>
                  <a:pt x="790575" y="38100"/>
                </a:lnTo>
                <a:lnTo>
                  <a:pt x="790575" y="28575"/>
                </a:lnTo>
                <a:lnTo>
                  <a:pt x="800100" y="28575"/>
                </a:lnTo>
                <a:close/>
                <a:moveTo>
                  <a:pt x="352425" y="28575"/>
                </a:moveTo>
                <a:lnTo>
                  <a:pt x="361950" y="28575"/>
                </a:lnTo>
                <a:lnTo>
                  <a:pt x="361950" y="38100"/>
                </a:lnTo>
                <a:lnTo>
                  <a:pt x="352425" y="38100"/>
                </a:lnTo>
                <a:close/>
                <a:moveTo>
                  <a:pt x="1143000" y="28575"/>
                </a:moveTo>
                <a:lnTo>
                  <a:pt x="1152525" y="28575"/>
                </a:lnTo>
                <a:lnTo>
                  <a:pt x="1152525" y="38100"/>
                </a:lnTo>
                <a:lnTo>
                  <a:pt x="1143000" y="38100"/>
                </a:lnTo>
                <a:close/>
                <a:moveTo>
                  <a:pt x="1162050" y="28575"/>
                </a:moveTo>
                <a:lnTo>
                  <a:pt x="1209675" y="28575"/>
                </a:lnTo>
                <a:lnTo>
                  <a:pt x="1209675" y="57150"/>
                </a:lnTo>
                <a:lnTo>
                  <a:pt x="1190625" y="57150"/>
                </a:lnTo>
                <a:lnTo>
                  <a:pt x="1190625" y="85725"/>
                </a:lnTo>
                <a:lnTo>
                  <a:pt x="1181100" y="85725"/>
                </a:lnTo>
                <a:lnTo>
                  <a:pt x="1181100" y="76200"/>
                </a:lnTo>
                <a:lnTo>
                  <a:pt x="1171575" y="76200"/>
                </a:lnTo>
                <a:lnTo>
                  <a:pt x="1171575" y="85725"/>
                </a:lnTo>
                <a:lnTo>
                  <a:pt x="1162050" y="85725"/>
                </a:lnTo>
                <a:lnTo>
                  <a:pt x="1162050" y="47625"/>
                </a:lnTo>
                <a:lnTo>
                  <a:pt x="1181100" y="47625"/>
                </a:lnTo>
                <a:lnTo>
                  <a:pt x="1181100" y="38100"/>
                </a:lnTo>
                <a:lnTo>
                  <a:pt x="1162050" y="38100"/>
                </a:lnTo>
                <a:close/>
                <a:moveTo>
                  <a:pt x="361950" y="38100"/>
                </a:moveTo>
                <a:lnTo>
                  <a:pt x="381000" y="38100"/>
                </a:lnTo>
                <a:lnTo>
                  <a:pt x="381000" y="47625"/>
                </a:lnTo>
                <a:lnTo>
                  <a:pt x="361950" y="47625"/>
                </a:lnTo>
                <a:close/>
                <a:moveTo>
                  <a:pt x="409575" y="38100"/>
                </a:moveTo>
                <a:lnTo>
                  <a:pt x="428625" y="38100"/>
                </a:lnTo>
                <a:lnTo>
                  <a:pt x="428625" y="47625"/>
                </a:lnTo>
                <a:lnTo>
                  <a:pt x="409575" y="47625"/>
                </a:lnTo>
                <a:close/>
                <a:moveTo>
                  <a:pt x="609600" y="38100"/>
                </a:moveTo>
                <a:lnTo>
                  <a:pt x="647700" y="38100"/>
                </a:lnTo>
                <a:lnTo>
                  <a:pt x="647700" y="47625"/>
                </a:lnTo>
                <a:lnTo>
                  <a:pt x="609600" y="47625"/>
                </a:lnTo>
                <a:close/>
                <a:moveTo>
                  <a:pt x="981075" y="38100"/>
                </a:moveTo>
                <a:lnTo>
                  <a:pt x="1000125" y="38100"/>
                </a:lnTo>
                <a:lnTo>
                  <a:pt x="1000125" y="47625"/>
                </a:lnTo>
                <a:lnTo>
                  <a:pt x="981075" y="47625"/>
                </a:lnTo>
                <a:close/>
                <a:moveTo>
                  <a:pt x="1114425" y="38100"/>
                </a:moveTo>
                <a:lnTo>
                  <a:pt x="1123950" y="38100"/>
                </a:lnTo>
                <a:lnTo>
                  <a:pt x="1123950" y="47625"/>
                </a:lnTo>
                <a:lnTo>
                  <a:pt x="1133475" y="47625"/>
                </a:lnTo>
                <a:lnTo>
                  <a:pt x="1133475" y="57150"/>
                </a:lnTo>
                <a:lnTo>
                  <a:pt x="1114425" y="57150"/>
                </a:lnTo>
                <a:close/>
                <a:moveTo>
                  <a:pt x="647700" y="47625"/>
                </a:moveTo>
                <a:lnTo>
                  <a:pt x="676275" y="47625"/>
                </a:lnTo>
                <a:lnTo>
                  <a:pt x="676275" y="57150"/>
                </a:lnTo>
                <a:lnTo>
                  <a:pt x="666750" y="57150"/>
                </a:lnTo>
                <a:lnTo>
                  <a:pt x="666750" y="66675"/>
                </a:lnTo>
                <a:lnTo>
                  <a:pt x="647700" y="66675"/>
                </a:lnTo>
                <a:close/>
                <a:moveTo>
                  <a:pt x="1143000" y="47625"/>
                </a:moveTo>
                <a:lnTo>
                  <a:pt x="1152525" y="47625"/>
                </a:lnTo>
                <a:lnTo>
                  <a:pt x="1152525" y="57150"/>
                </a:lnTo>
                <a:lnTo>
                  <a:pt x="1143000" y="57150"/>
                </a:lnTo>
                <a:close/>
                <a:moveTo>
                  <a:pt x="1095375" y="76200"/>
                </a:moveTo>
                <a:lnTo>
                  <a:pt x="1104900" y="76200"/>
                </a:lnTo>
                <a:lnTo>
                  <a:pt x="1104900" y="95250"/>
                </a:lnTo>
                <a:lnTo>
                  <a:pt x="1095375" y="95250"/>
                </a:lnTo>
                <a:close/>
                <a:moveTo>
                  <a:pt x="962025" y="95250"/>
                </a:moveTo>
                <a:lnTo>
                  <a:pt x="990600" y="95250"/>
                </a:lnTo>
                <a:lnTo>
                  <a:pt x="990600" y="114300"/>
                </a:lnTo>
                <a:lnTo>
                  <a:pt x="981075" y="114300"/>
                </a:lnTo>
                <a:lnTo>
                  <a:pt x="981075" y="104775"/>
                </a:lnTo>
                <a:lnTo>
                  <a:pt x="971550" y="104775"/>
                </a:lnTo>
                <a:lnTo>
                  <a:pt x="971550" y="123825"/>
                </a:lnTo>
                <a:lnTo>
                  <a:pt x="962025" y="123825"/>
                </a:lnTo>
                <a:close/>
                <a:moveTo>
                  <a:pt x="1152525" y="95250"/>
                </a:moveTo>
                <a:lnTo>
                  <a:pt x="1162050" y="95250"/>
                </a:lnTo>
                <a:lnTo>
                  <a:pt x="1162050" y="104775"/>
                </a:lnTo>
                <a:lnTo>
                  <a:pt x="1152525" y="104775"/>
                </a:lnTo>
                <a:close/>
                <a:moveTo>
                  <a:pt x="1143000" y="114300"/>
                </a:moveTo>
                <a:lnTo>
                  <a:pt x="1152525" y="114300"/>
                </a:lnTo>
                <a:lnTo>
                  <a:pt x="1152525" y="123825"/>
                </a:lnTo>
                <a:lnTo>
                  <a:pt x="1162050" y="123825"/>
                </a:lnTo>
                <a:lnTo>
                  <a:pt x="1162050" y="133350"/>
                </a:lnTo>
                <a:lnTo>
                  <a:pt x="1133475" y="133350"/>
                </a:lnTo>
                <a:lnTo>
                  <a:pt x="1133475" y="123825"/>
                </a:lnTo>
                <a:lnTo>
                  <a:pt x="1143000" y="123825"/>
                </a:lnTo>
                <a:close/>
                <a:moveTo>
                  <a:pt x="1171575" y="114300"/>
                </a:moveTo>
                <a:lnTo>
                  <a:pt x="1190625" y="114300"/>
                </a:lnTo>
                <a:lnTo>
                  <a:pt x="1190625" y="123825"/>
                </a:lnTo>
                <a:lnTo>
                  <a:pt x="1171575" y="123825"/>
                </a:lnTo>
                <a:close/>
                <a:moveTo>
                  <a:pt x="962025" y="133350"/>
                </a:moveTo>
                <a:lnTo>
                  <a:pt x="971550" y="133350"/>
                </a:lnTo>
                <a:lnTo>
                  <a:pt x="971550" y="142875"/>
                </a:lnTo>
                <a:lnTo>
                  <a:pt x="962025" y="142875"/>
                </a:lnTo>
                <a:close/>
                <a:moveTo>
                  <a:pt x="1066800" y="133350"/>
                </a:moveTo>
                <a:lnTo>
                  <a:pt x="1076325" y="133350"/>
                </a:lnTo>
                <a:lnTo>
                  <a:pt x="1076325" y="152400"/>
                </a:lnTo>
                <a:lnTo>
                  <a:pt x="1085850" y="152400"/>
                </a:lnTo>
                <a:lnTo>
                  <a:pt x="1085850" y="161925"/>
                </a:lnTo>
                <a:lnTo>
                  <a:pt x="1057275" y="161925"/>
                </a:lnTo>
                <a:lnTo>
                  <a:pt x="1057275" y="142875"/>
                </a:lnTo>
                <a:lnTo>
                  <a:pt x="1066800" y="142875"/>
                </a:lnTo>
                <a:close/>
                <a:moveTo>
                  <a:pt x="1095375" y="133350"/>
                </a:moveTo>
                <a:lnTo>
                  <a:pt x="1104900" y="133350"/>
                </a:lnTo>
                <a:lnTo>
                  <a:pt x="1104900" y="152400"/>
                </a:lnTo>
                <a:lnTo>
                  <a:pt x="1095375" y="152400"/>
                </a:lnTo>
                <a:close/>
                <a:moveTo>
                  <a:pt x="28575" y="171450"/>
                </a:moveTo>
                <a:lnTo>
                  <a:pt x="38100" y="171450"/>
                </a:lnTo>
                <a:lnTo>
                  <a:pt x="38100" y="190500"/>
                </a:lnTo>
                <a:lnTo>
                  <a:pt x="57150" y="190500"/>
                </a:lnTo>
                <a:lnTo>
                  <a:pt x="57150" y="180975"/>
                </a:lnTo>
                <a:lnTo>
                  <a:pt x="66675" y="180975"/>
                </a:lnTo>
                <a:lnTo>
                  <a:pt x="66675" y="171450"/>
                </a:lnTo>
                <a:lnTo>
                  <a:pt x="76200" y="171450"/>
                </a:lnTo>
                <a:lnTo>
                  <a:pt x="76200" y="180975"/>
                </a:lnTo>
                <a:lnTo>
                  <a:pt x="66675" y="180975"/>
                </a:lnTo>
                <a:lnTo>
                  <a:pt x="66675" y="190500"/>
                </a:lnTo>
                <a:lnTo>
                  <a:pt x="57150" y="190500"/>
                </a:lnTo>
                <a:lnTo>
                  <a:pt x="57150" y="200025"/>
                </a:lnTo>
                <a:lnTo>
                  <a:pt x="38100" y="200025"/>
                </a:lnTo>
                <a:lnTo>
                  <a:pt x="38100" y="209550"/>
                </a:lnTo>
                <a:lnTo>
                  <a:pt x="28575" y="209550"/>
                </a:lnTo>
                <a:close/>
                <a:moveTo>
                  <a:pt x="76200" y="180975"/>
                </a:moveTo>
                <a:lnTo>
                  <a:pt x="85725" y="180975"/>
                </a:lnTo>
                <a:lnTo>
                  <a:pt x="85725" y="200025"/>
                </a:lnTo>
                <a:lnTo>
                  <a:pt x="76200" y="200025"/>
                </a:lnTo>
                <a:close/>
                <a:moveTo>
                  <a:pt x="0" y="190500"/>
                </a:moveTo>
                <a:lnTo>
                  <a:pt x="9525" y="190500"/>
                </a:lnTo>
                <a:lnTo>
                  <a:pt x="9525" y="200025"/>
                </a:lnTo>
                <a:lnTo>
                  <a:pt x="0" y="200025"/>
                </a:lnTo>
                <a:close/>
                <a:moveTo>
                  <a:pt x="190500" y="190500"/>
                </a:moveTo>
                <a:lnTo>
                  <a:pt x="219075" y="190500"/>
                </a:lnTo>
                <a:lnTo>
                  <a:pt x="219075" y="209550"/>
                </a:lnTo>
                <a:lnTo>
                  <a:pt x="209550" y="209550"/>
                </a:lnTo>
                <a:lnTo>
                  <a:pt x="209550" y="219075"/>
                </a:lnTo>
                <a:lnTo>
                  <a:pt x="200025" y="219075"/>
                </a:lnTo>
                <a:lnTo>
                  <a:pt x="200025" y="209550"/>
                </a:lnTo>
                <a:lnTo>
                  <a:pt x="190500" y="209550"/>
                </a:lnTo>
                <a:close/>
                <a:moveTo>
                  <a:pt x="552450" y="190500"/>
                </a:moveTo>
                <a:lnTo>
                  <a:pt x="561975" y="190500"/>
                </a:lnTo>
                <a:lnTo>
                  <a:pt x="561975" y="200025"/>
                </a:lnTo>
                <a:lnTo>
                  <a:pt x="552450" y="200025"/>
                </a:lnTo>
                <a:close/>
                <a:moveTo>
                  <a:pt x="762000" y="190500"/>
                </a:moveTo>
                <a:lnTo>
                  <a:pt x="781050" y="190500"/>
                </a:lnTo>
                <a:lnTo>
                  <a:pt x="781050" y="200025"/>
                </a:lnTo>
                <a:lnTo>
                  <a:pt x="762000" y="200025"/>
                </a:lnTo>
                <a:close/>
                <a:moveTo>
                  <a:pt x="800100" y="190500"/>
                </a:moveTo>
                <a:lnTo>
                  <a:pt x="819150" y="190500"/>
                </a:lnTo>
                <a:lnTo>
                  <a:pt x="819150" y="200025"/>
                </a:lnTo>
                <a:lnTo>
                  <a:pt x="800100" y="200025"/>
                </a:lnTo>
                <a:close/>
                <a:moveTo>
                  <a:pt x="866775" y="190500"/>
                </a:moveTo>
                <a:lnTo>
                  <a:pt x="876300" y="190500"/>
                </a:lnTo>
                <a:lnTo>
                  <a:pt x="876300" y="209550"/>
                </a:lnTo>
                <a:lnTo>
                  <a:pt x="866775" y="209550"/>
                </a:lnTo>
                <a:close/>
                <a:moveTo>
                  <a:pt x="971550" y="190500"/>
                </a:moveTo>
                <a:lnTo>
                  <a:pt x="990600" y="190500"/>
                </a:lnTo>
                <a:lnTo>
                  <a:pt x="990600" y="200025"/>
                </a:lnTo>
                <a:lnTo>
                  <a:pt x="971550" y="200025"/>
                </a:lnTo>
                <a:close/>
                <a:moveTo>
                  <a:pt x="1076325" y="190500"/>
                </a:moveTo>
                <a:lnTo>
                  <a:pt x="1085850" y="190500"/>
                </a:lnTo>
                <a:lnTo>
                  <a:pt x="1085850" y="209550"/>
                </a:lnTo>
                <a:lnTo>
                  <a:pt x="1076325" y="209550"/>
                </a:lnTo>
                <a:close/>
                <a:moveTo>
                  <a:pt x="247650" y="200025"/>
                </a:moveTo>
                <a:lnTo>
                  <a:pt x="257175" y="200025"/>
                </a:lnTo>
                <a:lnTo>
                  <a:pt x="257175" y="209550"/>
                </a:lnTo>
                <a:lnTo>
                  <a:pt x="276225" y="209550"/>
                </a:lnTo>
                <a:lnTo>
                  <a:pt x="276225" y="219075"/>
                </a:lnTo>
                <a:lnTo>
                  <a:pt x="266700" y="219075"/>
                </a:lnTo>
                <a:lnTo>
                  <a:pt x="266700" y="238125"/>
                </a:lnTo>
                <a:lnTo>
                  <a:pt x="257175" y="238125"/>
                </a:lnTo>
                <a:lnTo>
                  <a:pt x="257175" y="247650"/>
                </a:lnTo>
                <a:lnTo>
                  <a:pt x="247650" y="247650"/>
                </a:lnTo>
                <a:close/>
                <a:moveTo>
                  <a:pt x="923925" y="200025"/>
                </a:moveTo>
                <a:lnTo>
                  <a:pt x="933450" y="200025"/>
                </a:lnTo>
                <a:lnTo>
                  <a:pt x="933450" y="219075"/>
                </a:lnTo>
                <a:lnTo>
                  <a:pt x="914400" y="219075"/>
                </a:lnTo>
                <a:lnTo>
                  <a:pt x="914400" y="209550"/>
                </a:lnTo>
                <a:lnTo>
                  <a:pt x="923925" y="209550"/>
                </a:lnTo>
                <a:close/>
                <a:moveTo>
                  <a:pt x="19050" y="209550"/>
                </a:moveTo>
                <a:lnTo>
                  <a:pt x="28575" y="209550"/>
                </a:lnTo>
                <a:lnTo>
                  <a:pt x="28575" y="219075"/>
                </a:lnTo>
                <a:lnTo>
                  <a:pt x="19050" y="219075"/>
                </a:lnTo>
                <a:close/>
                <a:moveTo>
                  <a:pt x="123825" y="209550"/>
                </a:moveTo>
                <a:lnTo>
                  <a:pt x="152400" y="209550"/>
                </a:lnTo>
                <a:lnTo>
                  <a:pt x="152400" y="219075"/>
                </a:lnTo>
                <a:lnTo>
                  <a:pt x="142875" y="219075"/>
                </a:lnTo>
                <a:lnTo>
                  <a:pt x="142875" y="228600"/>
                </a:lnTo>
                <a:lnTo>
                  <a:pt x="133350" y="228600"/>
                </a:lnTo>
                <a:lnTo>
                  <a:pt x="133350" y="219075"/>
                </a:lnTo>
                <a:lnTo>
                  <a:pt x="123825" y="219075"/>
                </a:lnTo>
                <a:close/>
                <a:moveTo>
                  <a:pt x="409575" y="209550"/>
                </a:moveTo>
                <a:lnTo>
                  <a:pt x="419100" y="209550"/>
                </a:lnTo>
                <a:lnTo>
                  <a:pt x="419100" y="219075"/>
                </a:lnTo>
                <a:lnTo>
                  <a:pt x="409575" y="219075"/>
                </a:lnTo>
                <a:close/>
                <a:moveTo>
                  <a:pt x="552450" y="209550"/>
                </a:moveTo>
                <a:lnTo>
                  <a:pt x="561975" y="209550"/>
                </a:lnTo>
                <a:lnTo>
                  <a:pt x="561975" y="219075"/>
                </a:lnTo>
                <a:lnTo>
                  <a:pt x="552450" y="219075"/>
                </a:lnTo>
                <a:close/>
                <a:moveTo>
                  <a:pt x="752475" y="209550"/>
                </a:moveTo>
                <a:lnTo>
                  <a:pt x="771525" y="209550"/>
                </a:lnTo>
                <a:lnTo>
                  <a:pt x="771525" y="219075"/>
                </a:lnTo>
                <a:lnTo>
                  <a:pt x="752475" y="219075"/>
                </a:lnTo>
                <a:close/>
                <a:moveTo>
                  <a:pt x="800100" y="209550"/>
                </a:moveTo>
                <a:lnTo>
                  <a:pt x="819150" y="209550"/>
                </a:lnTo>
                <a:lnTo>
                  <a:pt x="819150" y="219075"/>
                </a:lnTo>
                <a:lnTo>
                  <a:pt x="800100" y="219075"/>
                </a:lnTo>
                <a:close/>
                <a:moveTo>
                  <a:pt x="981075" y="209550"/>
                </a:moveTo>
                <a:lnTo>
                  <a:pt x="990600" y="209550"/>
                </a:lnTo>
                <a:lnTo>
                  <a:pt x="990600" y="219075"/>
                </a:lnTo>
                <a:lnTo>
                  <a:pt x="981075" y="219075"/>
                </a:lnTo>
                <a:close/>
                <a:moveTo>
                  <a:pt x="0" y="219075"/>
                </a:moveTo>
                <a:lnTo>
                  <a:pt x="19050" y="219075"/>
                </a:lnTo>
                <a:lnTo>
                  <a:pt x="19050" y="228600"/>
                </a:lnTo>
                <a:lnTo>
                  <a:pt x="9525" y="228600"/>
                </a:lnTo>
                <a:lnTo>
                  <a:pt x="9525" y="238125"/>
                </a:lnTo>
                <a:lnTo>
                  <a:pt x="19050" y="238125"/>
                </a:lnTo>
                <a:lnTo>
                  <a:pt x="19050" y="266700"/>
                </a:lnTo>
                <a:lnTo>
                  <a:pt x="9525" y="266700"/>
                </a:lnTo>
                <a:lnTo>
                  <a:pt x="9525" y="247650"/>
                </a:lnTo>
                <a:lnTo>
                  <a:pt x="0" y="247650"/>
                </a:lnTo>
                <a:close/>
                <a:moveTo>
                  <a:pt x="438150" y="219075"/>
                </a:moveTo>
                <a:lnTo>
                  <a:pt x="447675" y="219075"/>
                </a:lnTo>
                <a:lnTo>
                  <a:pt x="447675" y="238125"/>
                </a:lnTo>
                <a:lnTo>
                  <a:pt x="438150" y="238125"/>
                </a:lnTo>
                <a:close/>
                <a:moveTo>
                  <a:pt x="47625" y="238125"/>
                </a:moveTo>
                <a:lnTo>
                  <a:pt x="57150" y="238125"/>
                </a:lnTo>
                <a:lnTo>
                  <a:pt x="57150" y="257175"/>
                </a:lnTo>
                <a:lnTo>
                  <a:pt x="47625" y="257175"/>
                </a:lnTo>
                <a:close/>
                <a:moveTo>
                  <a:pt x="266700" y="238125"/>
                </a:moveTo>
                <a:lnTo>
                  <a:pt x="276225" y="238125"/>
                </a:lnTo>
                <a:lnTo>
                  <a:pt x="276225" y="257175"/>
                </a:lnTo>
                <a:lnTo>
                  <a:pt x="266700" y="257175"/>
                </a:lnTo>
                <a:close/>
                <a:moveTo>
                  <a:pt x="295275" y="238125"/>
                </a:moveTo>
                <a:lnTo>
                  <a:pt x="304800" y="238125"/>
                </a:lnTo>
                <a:lnTo>
                  <a:pt x="304800" y="257175"/>
                </a:lnTo>
                <a:lnTo>
                  <a:pt x="295275" y="257175"/>
                </a:lnTo>
                <a:close/>
                <a:moveTo>
                  <a:pt x="314325" y="238125"/>
                </a:moveTo>
                <a:lnTo>
                  <a:pt x="323850" y="238125"/>
                </a:lnTo>
                <a:lnTo>
                  <a:pt x="323850" y="257175"/>
                </a:lnTo>
                <a:lnTo>
                  <a:pt x="314325" y="257175"/>
                </a:lnTo>
                <a:close/>
                <a:moveTo>
                  <a:pt x="533400" y="238125"/>
                </a:moveTo>
                <a:lnTo>
                  <a:pt x="542925" y="238125"/>
                </a:lnTo>
                <a:lnTo>
                  <a:pt x="542925" y="247650"/>
                </a:lnTo>
                <a:lnTo>
                  <a:pt x="533400" y="247650"/>
                </a:lnTo>
                <a:close/>
                <a:moveTo>
                  <a:pt x="552450" y="238125"/>
                </a:moveTo>
                <a:lnTo>
                  <a:pt x="561975" y="238125"/>
                </a:lnTo>
                <a:lnTo>
                  <a:pt x="561975" y="257175"/>
                </a:lnTo>
                <a:lnTo>
                  <a:pt x="542925" y="257175"/>
                </a:lnTo>
                <a:lnTo>
                  <a:pt x="542925" y="247650"/>
                </a:lnTo>
                <a:lnTo>
                  <a:pt x="552450" y="247650"/>
                </a:lnTo>
                <a:close/>
                <a:moveTo>
                  <a:pt x="161925" y="247650"/>
                </a:moveTo>
                <a:lnTo>
                  <a:pt x="180975" y="247650"/>
                </a:lnTo>
                <a:lnTo>
                  <a:pt x="180975" y="257175"/>
                </a:lnTo>
                <a:lnTo>
                  <a:pt x="161925" y="257175"/>
                </a:lnTo>
                <a:close/>
                <a:moveTo>
                  <a:pt x="419100" y="247650"/>
                </a:moveTo>
                <a:lnTo>
                  <a:pt x="428625" y="247650"/>
                </a:lnTo>
                <a:lnTo>
                  <a:pt x="428625" y="295275"/>
                </a:lnTo>
                <a:lnTo>
                  <a:pt x="438150" y="295275"/>
                </a:lnTo>
                <a:lnTo>
                  <a:pt x="438150" y="304800"/>
                </a:lnTo>
                <a:lnTo>
                  <a:pt x="428625" y="304800"/>
                </a:lnTo>
                <a:lnTo>
                  <a:pt x="428625" y="314325"/>
                </a:lnTo>
                <a:lnTo>
                  <a:pt x="419100" y="314325"/>
                </a:lnTo>
                <a:close/>
                <a:moveTo>
                  <a:pt x="200025" y="257175"/>
                </a:moveTo>
                <a:lnTo>
                  <a:pt x="209550" y="257175"/>
                </a:lnTo>
                <a:lnTo>
                  <a:pt x="209550" y="266700"/>
                </a:lnTo>
                <a:lnTo>
                  <a:pt x="200025" y="266700"/>
                </a:lnTo>
                <a:close/>
                <a:moveTo>
                  <a:pt x="257175" y="257175"/>
                </a:moveTo>
                <a:lnTo>
                  <a:pt x="266700" y="257175"/>
                </a:lnTo>
                <a:lnTo>
                  <a:pt x="266700" y="285750"/>
                </a:lnTo>
                <a:lnTo>
                  <a:pt x="247650" y="285750"/>
                </a:lnTo>
                <a:lnTo>
                  <a:pt x="247650" y="266700"/>
                </a:lnTo>
                <a:lnTo>
                  <a:pt x="257175" y="266700"/>
                </a:lnTo>
                <a:close/>
                <a:moveTo>
                  <a:pt x="514350" y="257175"/>
                </a:moveTo>
                <a:lnTo>
                  <a:pt x="542925" y="257175"/>
                </a:lnTo>
                <a:lnTo>
                  <a:pt x="542925" y="266700"/>
                </a:lnTo>
                <a:lnTo>
                  <a:pt x="561975" y="266700"/>
                </a:lnTo>
                <a:lnTo>
                  <a:pt x="561975" y="276225"/>
                </a:lnTo>
                <a:lnTo>
                  <a:pt x="552450" y="276225"/>
                </a:lnTo>
                <a:lnTo>
                  <a:pt x="552450" y="295275"/>
                </a:lnTo>
                <a:lnTo>
                  <a:pt x="571500" y="295275"/>
                </a:lnTo>
                <a:lnTo>
                  <a:pt x="571500" y="314325"/>
                </a:lnTo>
                <a:lnTo>
                  <a:pt x="552450" y="314325"/>
                </a:lnTo>
                <a:lnTo>
                  <a:pt x="552450" y="323850"/>
                </a:lnTo>
                <a:lnTo>
                  <a:pt x="542925" y="323850"/>
                </a:lnTo>
                <a:lnTo>
                  <a:pt x="542925" y="333375"/>
                </a:lnTo>
                <a:lnTo>
                  <a:pt x="523875" y="333375"/>
                </a:lnTo>
                <a:lnTo>
                  <a:pt x="523875" y="323850"/>
                </a:lnTo>
                <a:lnTo>
                  <a:pt x="533400" y="323850"/>
                </a:lnTo>
                <a:lnTo>
                  <a:pt x="533400" y="295275"/>
                </a:lnTo>
                <a:lnTo>
                  <a:pt x="542925" y="295275"/>
                </a:lnTo>
                <a:lnTo>
                  <a:pt x="542925" y="276225"/>
                </a:lnTo>
                <a:lnTo>
                  <a:pt x="523875" y="276225"/>
                </a:lnTo>
                <a:lnTo>
                  <a:pt x="523875" y="266700"/>
                </a:lnTo>
                <a:lnTo>
                  <a:pt x="514350" y="266700"/>
                </a:lnTo>
                <a:close/>
                <a:moveTo>
                  <a:pt x="0" y="266700"/>
                </a:moveTo>
                <a:lnTo>
                  <a:pt x="9525" y="266700"/>
                </a:lnTo>
                <a:lnTo>
                  <a:pt x="9525" y="285750"/>
                </a:lnTo>
                <a:lnTo>
                  <a:pt x="0" y="285750"/>
                </a:lnTo>
                <a:close/>
                <a:moveTo>
                  <a:pt x="1095375" y="276225"/>
                </a:moveTo>
                <a:lnTo>
                  <a:pt x="1104900" y="276225"/>
                </a:lnTo>
                <a:lnTo>
                  <a:pt x="1104900" y="285750"/>
                </a:lnTo>
                <a:lnTo>
                  <a:pt x="1095375" y="285750"/>
                </a:lnTo>
                <a:close/>
                <a:moveTo>
                  <a:pt x="1114425" y="276225"/>
                </a:moveTo>
                <a:lnTo>
                  <a:pt x="1133475" y="276225"/>
                </a:lnTo>
                <a:lnTo>
                  <a:pt x="1133475" y="295275"/>
                </a:lnTo>
                <a:lnTo>
                  <a:pt x="1114425" y="295275"/>
                </a:lnTo>
                <a:close/>
                <a:moveTo>
                  <a:pt x="1152525" y="276225"/>
                </a:moveTo>
                <a:lnTo>
                  <a:pt x="1171575" y="276225"/>
                </a:lnTo>
                <a:lnTo>
                  <a:pt x="1171575" y="295275"/>
                </a:lnTo>
                <a:lnTo>
                  <a:pt x="1152525" y="295275"/>
                </a:lnTo>
                <a:close/>
                <a:moveTo>
                  <a:pt x="1190625" y="276225"/>
                </a:moveTo>
                <a:lnTo>
                  <a:pt x="1209675" y="276225"/>
                </a:lnTo>
                <a:lnTo>
                  <a:pt x="1209675" y="342900"/>
                </a:lnTo>
                <a:lnTo>
                  <a:pt x="1200150" y="342900"/>
                </a:lnTo>
                <a:lnTo>
                  <a:pt x="1200150" y="333375"/>
                </a:lnTo>
                <a:lnTo>
                  <a:pt x="1190625" y="333375"/>
                </a:lnTo>
                <a:lnTo>
                  <a:pt x="1190625" y="314325"/>
                </a:lnTo>
                <a:lnTo>
                  <a:pt x="1181100" y="314325"/>
                </a:lnTo>
                <a:lnTo>
                  <a:pt x="1181100" y="285750"/>
                </a:lnTo>
                <a:lnTo>
                  <a:pt x="1190625" y="285750"/>
                </a:lnTo>
                <a:close/>
                <a:moveTo>
                  <a:pt x="38100" y="285750"/>
                </a:moveTo>
                <a:lnTo>
                  <a:pt x="66675" y="285750"/>
                </a:lnTo>
                <a:lnTo>
                  <a:pt x="66675" y="314325"/>
                </a:lnTo>
                <a:lnTo>
                  <a:pt x="57150" y="314325"/>
                </a:lnTo>
                <a:lnTo>
                  <a:pt x="57150" y="295275"/>
                </a:lnTo>
                <a:lnTo>
                  <a:pt x="38100" y="295275"/>
                </a:lnTo>
                <a:close/>
                <a:moveTo>
                  <a:pt x="485775" y="295275"/>
                </a:moveTo>
                <a:lnTo>
                  <a:pt x="495300" y="295275"/>
                </a:lnTo>
                <a:lnTo>
                  <a:pt x="495300" y="323850"/>
                </a:lnTo>
                <a:lnTo>
                  <a:pt x="504825" y="323850"/>
                </a:lnTo>
                <a:lnTo>
                  <a:pt x="504825" y="333375"/>
                </a:lnTo>
                <a:lnTo>
                  <a:pt x="466725" y="333375"/>
                </a:lnTo>
                <a:lnTo>
                  <a:pt x="466725" y="323850"/>
                </a:lnTo>
                <a:lnTo>
                  <a:pt x="476250" y="323850"/>
                </a:lnTo>
                <a:lnTo>
                  <a:pt x="476250" y="304800"/>
                </a:lnTo>
                <a:lnTo>
                  <a:pt x="485775" y="304800"/>
                </a:lnTo>
                <a:close/>
                <a:moveTo>
                  <a:pt x="247650" y="304800"/>
                </a:moveTo>
                <a:lnTo>
                  <a:pt x="266700" y="304800"/>
                </a:lnTo>
                <a:lnTo>
                  <a:pt x="266700" y="323850"/>
                </a:lnTo>
                <a:lnTo>
                  <a:pt x="276225" y="323850"/>
                </a:lnTo>
                <a:lnTo>
                  <a:pt x="276225" y="333375"/>
                </a:lnTo>
                <a:lnTo>
                  <a:pt x="342900" y="333375"/>
                </a:lnTo>
                <a:lnTo>
                  <a:pt x="342900" y="323850"/>
                </a:lnTo>
                <a:lnTo>
                  <a:pt x="352425" y="323850"/>
                </a:lnTo>
                <a:lnTo>
                  <a:pt x="352425" y="333375"/>
                </a:lnTo>
                <a:lnTo>
                  <a:pt x="371475" y="333375"/>
                </a:lnTo>
                <a:lnTo>
                  <a:pt x="371475" y="323850"/>
                </a:lnTo>
                <a:lnTo>
                  <a:pt x="390525" y="323850"/>
                </a:lnTo>
                <a:lnTo>
                  <a:pt x="390525" y="333375"/>
                </a:lnTo>
                <a:lnTo>
                  <a:pt x="371475" y="333375"/>
                </a:lnTo>
                <a:lnTo>
                  <a:pt x="371475" y="342900"/>
                </a:lnTo>
                <a:lnTo>
                  <a:pt x="381000" y="342900"/>
                </a:lnTo>
                <a:lnTo>
                  <a:pt x="381000" y="352425"/>
                </a:lnTo>
                <a:lnTo>
                  <a:pt x="361950" y="352425"/>
                </a:lnTo>
                <a:lnTo>
                  <a:pt x="361950" y="342900"/>
                </a:lnTo>
                <a:lnTo>
                  <a:pt x="266700" y="342900"/>
                </a:lnTo>
                <a:lnTo>
                  <a:pt x="266700" y="333375"/>
                </a:lnTo>
                <a:lnTo>
                  <a:pt x="257175" y="333375"/>
                </a:lnTo>
                <a:lnTo>
                  <a:pt x="257175" y="342900"/>
                </a:lnTo>
                <a:lnTo>
                  <a:pt x="247650" y="342900"/>
                </a:lnTo>
                <a:close/>
                <a:moveTo>
                  <a:pt x="66675" y="314325"/>
                </a:moveTo>
                <a:lnTo>
                  <a:pt x="76200" y="314325"/>
                </a:lnTo>
                <a:lnTo>
                  <a:pt x="76200" y="323850"/>
                </a:lnTo>
                <a:lnTo>
                  <a:pt x="85725" y="323850"/>
                </a:lnTo>
                <a:lnTo>
                  <a:pt x="85725" y="333375"/>
                </a:lnTo>
                <a:lnTo>
                  <a:pt x="76200" y="333375"/>
                </a:lnTo>
                <a:lnTo>
                  <a:pt x="76200" y="352425"/>
                </a:lnTo>
                <a:lnTo>
                  <a:pt x="47625" y="352425"/>
                </a:lnTo>
                <a:lnTo>
                  <a:pt x="47625" y="323850"/>
                </a:lnTo>
                <a:lnTo>
                  <a:pt x="66675" y="323850"/>
                </a:lnTo>
                <a:close/>
                <a:moveTo>
                  <a:pt x="0" y="323850"/>
                </a:moveTo>
                <a:lnTo>
                  <a:pt x="9525" y="323850"/>
                </a:lnTo>
                <a:lnTo>
                  <a:pt x="9525" y="333375"/>
                </a:lnTo>
                <a:lnTo>
                  <a:pt x="0" y="333375"/>
                </a:lnTo>
                <a:close/>
                <a:moveTo>
                  <a:pt x="438150" y="323850"/>
                </a:moveTo>
                <a:lnTo>
                  <a:pt x="447675" y="323850"/>
                </a:lnTo>
                <a:lnTo>
                  <a:pt x="447675" y="333375"/>
                </a:lnTo>
                <a:lnTo>
                  <a:pt x="438150" y="333375"/>
                </a:lnTo>
                <a:close/>
                <a:moveTo>
                  <a:pt x="1143000" y="323850"/>
                </a:moveTo>
                <a:lnTo>
                  <a:pt x="1171575" y="323850"/>
                </a:lnTo>
                <a:lnTo>
                  <a:pt x="1171575" y="342900"/>
                </a:lnTo>
                <a:lnTo>
                  <a:pt x="1162050" y="342900"/>
                </a:lnTo>
                <a:lnTo>
                  <a:pt x="1162050" y="352425"/>
                </a:lnTo>
                <a:lnTo>
                  <a:pt x="1152525" y="352425"/>
                </a:lnTo>
                <a:lnTo>
                  <a:pt x="1152525" y="333375"/>
                </a:lnTo>
                <a:lnTo>
                  <a:pt x="1143000" y="333375"/>
                </a:lnTo>
                <a:close/>
                <a:moveTo>
                  <a:pt x="1171575" y="342900"/>
                </a:moveTo>
                <a:lnTo>
                  <a:pt x="1181100" y="342900"/>
                </a:lnTo>
                <a:lnTo>
                  <a:pt x="1181100" y="352425"/>
                </a:lnTo>
                <a:lnTo>
                  <a:pt x="1171575" y="352425"/>
                </a:lnTo>
                <a:close/>
                <a:moveTo>
                  <a:pt x="1190625" y="352425"/>
                </a:moveTo>
                <a:lnTo>
                  <a:pt x="1200150" y="352425"/>
                </a:lnTo>
                <a:lnTo>
                  <a:pt x="1200150" y="371475"/>
                </a:lnTo>
                <a:lnTo>
                  <a:pt x="1190625" y="371475"/>
                </a:lnTo>
                <a:close/>
                <a:moveTo>
                  <a:pt x="904875" y="371475"/>
                </a:moveTo>
                <a:lnTo>
                  <a:pt x="914400" y="371475"/>
                </a:lnTo>
                <a:lnTo>
                  <a:pt x="914400" y="381000"/>
                </a:lnTo>
                <a:lnTo>
                  <a:pt x="904875" y="381000"/>
                </a:lnTo>
                <a:close/>
                <a:moveTo>
                  <a:pt x="981075" y="381000"/>
                </a:moveTo>
                <a:lnTo>
                  <a:pt x="1000125" y="381000"/>
                </a:lnTo>
                <a:lnTo>
                  <a:pt x="1000125" y="400050"/>
                </a:lnTo>
                <a:lnTo>
                  <a:pt x="990600" y="400050"/>
                </a:lnTo>
                <a:lnTo>
                  <a:pt x="990600" y="390525"/>
                </a:lnTo>
                <a:lnTo>
                  <a:pt x="981075" y="390525"/>
                </a:lnTo>
                <a:close/>
                <a:moveTo>
                  <a:pt x="247650" y="390525"/>
                </a:moveTo>
                <a:lnTo>
                  <a:pt x="257175" y="390525"/>
                </a:lnTo>
                <a:lnTo>
                  <a:pt x="257175" y="400050"/>
                </a:lnTo>
                <a:lnTo>
                  <a:pt x="247650" y="400050"/>
                </a:lnTo>
                <a:close/>
                <a:moveTo>
                  <a:pt x="323850" y="390525"/>
                </a:moveTo>
                <a:lnTo>
                  <a:pt x="333375" y="390525"/>
                </a:lnTo>
                <a:lnTo>
                  <a:pt x="333375" y="400050"/>
                </a:lnTo>
                <a:lnTo>
                  <a:pt x="323850" y="400050"/>
                </a:lnTo>
                <a:close/>
                <a:moveTo>
                  <a:pt x="828675" y="390525"/>
                </a:moveTo>
                <a:lnTo>
                  <a:pt x="847725" y="390525"/>
                </a:lnTo>
                <a:lnTo>
                  <a:pt x="847725" y="400050"/>
                </a:lnTo>
                <a:lnTo>
                  <a:pt x="838200" y="400050"/>
                </a:lnTo>
                <a:lnTo>
                  <a:pt x="838200" y="409575"/>
                </a:lnTo>
                <a:lnTo>
                  <a:pt x="809625" y="409575"/>
                </a:lnTo>
                <a:lnTo>
                  <a:pt x="809625" y="400050"/>
                </a:lnTo>
                <a:lnTo>
                  <a:pt x="828675" y="400050"/>
                </a:lnTo>
                <a:close/>
                <a:moveTo>
                  <a:pt x="971550" y="390525"/>
                </a:moveTo>
                <a:lnTo>
                  <a:pt x="981075" y="390525"/>
                </a:lnTo>
                <a:lnTo>
                  <a:pt x="981075" y="400050"/>
                </a:lnTo>
                <a:lnTo>
                  <a:pt x="971550" y="400050"/>
                </a:lnTo>
                <a:close/>
                <a:moveTo>
                  <a:pt x="152400" y="400050"/>
                </a:moveTo>
                <a:lnTo>
                  <a:pt x="161925" y="400050"/>
                </a:lnTo>
                <a:lnTo>
                  <a:pt x="161925" y="409575"/>
                </a:lnTo>
                <a:lnTo>
                  <a:pt x="152400" y="409575"/>
                </a:lnTo>
                <a:close/>
                <a:moveTo>
                  <a:pt x="590550" y="400050"/>
                </a:moveTo>
                <a:lnTo>
                  <a:pt x="600075" y="400050"/>
                </a:lnTo>
                <a:lnTo>
                  <a:pt x="600075" y="419100"/>
                </a:lnTo>
                <a:lnTo>
                  <a:pt x="590550" y="419100"/>
                </a:lnTo>
                <a:close/>
                <a:moveTo>
                  <a:pt x="1000125" y="400050"/>
                </a:moveTo>
                <a:lnTo>
                  <a:pt x="1009650" y="400050"/>
                </a:lnTo>
                <a:lnTo>
                  <a:pt x="1009650" y="409575"/>
                </a:lnTo>
                <a:lnTo>
                  <a:pt x="1000125" y="409575"/>
                </a:lnTo>
                <a:close/>
                <a:moveTo>
                  <a:pt x="1200150" y="400050"/>
                </a:moveTo>
                <a:lnTo>
                  <a:pt x="1209675" y="400050"/>
                </a:lnTo>
                <a:lnTo>
                  <a:pt x="1209675" y="409575"/>
                </a:lnTo>
                <a:lnTo>
                  <a:pt x="1200150" y="409575"/>
                </a:lnTo>
                <a:close/>
                <a:moveTo>
                  <a:pt x="609600" y="419100"/>
                </a:moveTo>
                <a:lnTo>
                  <a:pt x="619125" y="419100"/>
                </a:lnTo>
                <a:lnTo>
                  <a:pt x="619125" y="428625"/>
                </a:lnTo>
                <a:lnTo>
                  <a:pt x="609600" y="428625"/>
                </a:lnTo>
                <a:close/>
                <a:moveTo>
                  <a:pt x="809625" y="419100"/>
                </a:moveTo>
                <a:lnTo>
                  <a:pt x="819150" y="419100"/>
                </a:lnTo>
                <a:lnTo>
                  <a:pt x="819150" y="447675"/>
                </a:lnTo>
                <a:lnTo>
                  <a:pt x="809625" y="447675"/>
                </a:lnTo>
                <a:close/>
                <a:moveTo>
                  <a:pt x="1038225" y="419100"/>
                </a:moveTo>
                <a:lnTo>
                  <a:pt x="1047750" y="419100"/>
                </a:lnTo>
                <a:lnTo>
                  <a:pt x="1047750" y="428625"/>
                </a:lnTo>
                <a:lnTo>
                  <a:pt x="1038225" y="428625"/>
                </a:lnTo>
                <a:close/>
                <a:moveTo>
                  <a:pt x="1190625" y="419100"/>
                </a:moveTo>
                <a:lnTo>
                  <a:pt x="1209675" y="419100"/>
                </a:lnTo>
                <a:lnTo>
                  <a:pt x="1209675" y="457200"/>
                </a:lnTo>
                <a:lnTo>
                  <a:pt x="1200150" y="457200"/>
                </a:lnTo>
                <a:lnTo>
                  <a:pt x="1200150" y="428625"/>
                </a:lnTo>
                <a:lnTo>
                  <a:pt x="1190625" y="428625"/>
                </a:lnTo>
                <a:close/>
                <a:moveTo>
                  <a:pt x="657225" y="428625"/>
                </a:moveTo>
                <a:lnTo>
                  <a:pt x="666750" y="428625"/>
                </a:lnTo>
                <a:lnTo>
                  <a:pt x="666750" y="438150"/>
                </a:lnTo>
                <a:lnTo>
                  <a:pt x="685800" y="438150"/>
                </a:lnTo>
                <a:lnTo>
                  <a:pt x="685800" y="447675"/>
                </a:lnTo>
                <a:lnTo>
                  <a:pt x="676275" y="447675"/>
                </a:lnTo>
                <a:lnTo>
                  <a:pt x="676275" y="457200"/>
                </a:lnTo>
                <a:lnTo>
                  <a:pt x="666750" y="457200"/>
                </a:lnTo>
                <a:lnTo>
                  <a:pt x="666750" y="447675"/>
                </a:lnTo>
                <a:lnTo>
                  <a:pt x="657225" y="447675"/>
                </a:lnTo>
                <a:close/>
                <a:moveTo>
                  <a:pt x="971550" y="428625"/>
                </a:moveTo>
                <a:lnTo>
                  <a:pt x="981075" y="428625"/>
                </a:lnTo>
                <a:lnTo>
                  <a:pt x="981075" y="438150"/>
                </a:lnTo>
                <a:lnTo>
                  <a:pt x="990600" y="438150"/>
                </a:lnTo>
                <a:lnTo>
                  <a:pt x="990600" y="447675"/>
                </a:lnTo>
                <a:lnTo>
                  <a:pt x="981075" y="447675"/>
                </a:lnTo>
                <a:lnTo>
                  <a:pt x="981075" y="457200"/>
                </a:lnTo>
                <a:lnTo>
                  <a:pt x="971550" y="457200"/>
                </a:lnTo>
                <a:close/>
                <a:moveTo>
                  <a:pt x="1047750" y="428625"/>
                </a:moveTo>
                <a:lnTo>
                  <a:pt x="1057275" y="428625"/>
                </a:lnTo>
                <a:lnTo>
                  <a:pt x="1057275" y="438150"/>
                </a:lnTo>
                <a:lnTo>
                  <a:pt x="1047750" y="438150"/>
                </a:lnTo>
                <a:close/>
                <a:moveTo>
                  <a:pt x="819150" y="447675"/>
                </a:moveTo>
                <a:lnTo>
                  <a:pt x="828675" y="447675"/>
                </a:lnTo>
                <a:lnTo>
                  <a:pt x="828675" y="457200"/>
                </a:lnTo>
                <a:lnTo>
                  <a:pt x="819150" y="457200"/>
                </a:lnTo>
                <a:close/>
                <a:moveTo>
                  <a:pt x="990600" y="447675"/>
                </a:moveTo>
                <a:lnTo>
                  <a:pt x="1038225" y="447675"/>
                </a:lnTo>
                <a:lnTo>
                  <a:pt x="1038225" y="457200"/>
                </a:lnTo>
                <a:lnTo>
                  <a:pt x="1047750" y="457200"/>
                </a:lnTo>
                <a:lnTo>
                  <a:pt x="1047750" y="466725"/>
                </a:lnTo>
                <a:lnTo>
                  <a:pt x="1038225" y="466725"/>
                </a:lnTo>
                <a:lnTo>
                  <a:pt x="1038225" y="485775"/>
                </a:lnTo>
                <a:lnTo>
                  <a:pt x="1028700" y="485775"/>
                </a:lnTo>
                <a:lnTo>
                  <a:pt x="1028700" y="476250"/>
                </a:lnTo>
                <a:lnTo>
                  <a:pt x="1019175" y="476250"/>
                </a:lnTo>
                <a:lnTo>
                  <a:pt x="1019175" y="466725"/>
                </a:lnTo>
                <a:lnTo>
                  <a:pt x="990600" y="466725"/>
                </a:lnTo>
                <a:close/>
                <a:moveTo>
                  <a:pt x="676275" y="457200"/>
                </a:moveTo>
                <a:lnTo>
                  <a:pt x="685800" y="457200"/>
                </a:lnTo>
                <a:lnTo>
                  <a:pt x="685800" y="466725"/>
                </a:lnTo>
                <a:lnTo>
                  <a:pt x="676275" y="466725"/>
                </a:lnTo>
                <a:close/>
                <a:moveTo>
                  <a:pt x="28575" y="466725"/>
                </a:moveTo>
                <a:lnTo>
                  <a:pt x="47625" y="466725"/>
                </a:lnTo>
                <a:lnTo>
                  <a:pt x="47625" y="476250"/>
                </a:lnTo>
                <a:lnTo>
                  <a:pt x="38100" y="476250"/>
                </a:lnTo>
                <a:lnTo>
                  <a:pt x="38100" y="485775"/>
                </a:lnTo>
                <a:lnTo>
                  <a:pt x="19050" y="485775"/>
                </a:lnTo>
                <a:lnTo>
                  <a:pt x="19050" y="476250"/>
                </a:lnTo>
                <a:lnTo>
                  <a:pt x="28575" y="476250"/>
                </a:lnTo>
                <a:close/>
                <a:moveTo>
                  <a:pt x="342900" y="466725"/>
                </a:moveTo>
                <a:lnTo>
                  <a:pt x="371475" y="466725"/>
                </a:lnTo>
                <a:lnTo>
                  <a:pt x="371475" y="476250"/>
                </a:lnTo>
                <a:lnTo>
                  <a:pt x="342900" y="476250"/>
                </a:lnTo>
                <a:close/>
                <a:moveTo>
                  <a:pt x="1190625" y="466725"/>
                </a:moveTo>
                <a:lnTo>
                  <a:pt x="1200150" y="466725"/>
                </a:lnTo>
                <a:lnTo>
                  <a:pt x="1200150" y="495300"/>
                </a:lnTo>
                <a:lnTo>
                  <a:pt x="1190625" y="495300"/>
                </a:lnTo>
                <a:close/>
                <a:moveTo>
                  <a:pt x="676275" y="476250"/>
                </a:moveTo>
                <a:lnTo>
                  <a:pt x="685800" y="476250"/>
                </a:lnTo>
                <a:lnTo>
                  <a:pt x="685800" y="485775"/>
                </a:lnTo>
                <a:lnTo>
                  <a:pt x="676275" y="485775"/>
                </a:lnTo>
                <a:close/>
                <a:moveTo>
                  <a:pt x="1123950" y="485775"/>
                </a:moveTo>
                <a:lnTo>
                  <a:pt x="1143000" y="485775"/>
                </a:lnTo>
                <a:lnTo>
                  <a:pt x="1143000" y="495300"/>
                </a:lnTo>
                <a:lnTo>
                  <a:pt x="1123950" y="495300"/>
                </a:lnTo>
                <a:close/>
                <a:moveTo>
                  <a:pt x="0" y="504825"/>
                </a:moveTo>
                <a:lnTo>
                  <a:pt x="9525" y="504825"/>
                </a:lnTo>
                <a:lnTo>
                  <a:pt x="9525" y="523875"/>
                </a:lnTo>
                <a:lnTo>
                  <a:pt x="0" y="523875"/>
                </a:lnTo>
                <a:close/>
                <a:moveTo>
                  <a:pt x="190500" y="504825"/>
                </a:moveTo>
                <a:lnTo>
                  <a:pt x="200025" y="504825"/>
                </a:lnTo>
                <a:lnTo>
                  <a:pt x="200025" y="514350"/>
                </a:lnTo>
                <a:lnTo>
                  <a:pt x="190500" y="514350"/>
                </a:lnTo>
                <a:close/>
                <a:moveTo>
                  <a:pt x="209550" y="514350"/>
                </a:moveTo>
                <a:lnTo>
                  <a:pt x="219075" y="514350"/>
                </a:lnTo>
                <a:lnTo>
                  <a:pt x="219075" y="523875"/>
                </a:lnTo>
                <a:lnTo>
                  <a:pt x="209550" y="523875"/>
                </a:lnTo>
                <a:close/>
                <a:moveTo>
                  <a:pt x="466725" y="514350"/>
                </a:moveTo>
                <a:lnTo>
                  <a:pt x="485775" y="514350"/>
                </a:lnTo>
                <a:lnTo>
                  <a:pt x="485775" y="523875"/>
                </a:lnTo>
                <a:lnTo>
                  <a:pt x="495300" y="523875"/>
                </a:lnTo>
                <a:lnTo>
                  <a:pt x="495300" y="533400"/>
                </a:lnTo>
                <a:lnTo>
                  <a:pt x="476250" y="533400"/>
                </a:lnTo>
                <a:lnTo>
                  <a:pt x="476250" y="523875"/>
                </a:lnTo>
                <a:lnTo>
                  <a:pt x="466725" y="523875"/>
                </a:lnTo>
                <a:close/>
                <a:moveTo>
                  <a:pt x="714375" y="514350"/>
                </a:moveTo>
                <a:lnTo>
                  <a:pt x="733425" y="514350"/>
                </a:lnTo>
                <a:lnTo>
                  <a:pt x="733425" y="533400"/>
                </a:lnTo>
                <a:lnTo>
                  <a:pt x="723900" y="533400"/>
                </a:lnTo>
                <a:lnTo>
                  <a:pt x="723900" y="523875"/>
                </a:lnTo>
                <a:lnTo>
                  <a:pt x="714375" y="523875"/>
                </a:lnTo>
                <a:close/>
                <a:moveTo>
                  <a:pt x="1181100" y="514350"/>
                </a:moveTo>
                <a:lnTo>
                  <a:pt x="1190625" y="514350"/>
                </a:lnTo>
                <a:lnTo>
                  <a:pt x="1190625" y="523875"/>
                </a:lnTo>
                <a:lnTo>
                  <a:pt x="1209675" y="523875"/>
                </a:lnTo>
                <a:lnTo>
                  <a:pt x="1209675" y="533400"/>
                </a:lnTo>
                <a:lnTo>
                  <a:pt x="1181100" y="533400"/>
                </a:lnTo>
                <a:close/>
                <a:moveTo>
                  <a:pt x="733425" y="533400"/>
                </a:moveTo>
                <a:lnTo>
                  <a:pt x="742950" y="533400"/>
                </a:lnTo>
                <a:lnTo>
                  <a:pt x="742950" y="542925"/>
                </a:lnTo>
                <a:lnTo>
                  <a:pt x="733425" y="542925"/>
                </a:lnTo>
                <a:close/>
                <a:moveTo>
                  <a:pt x="1200150" y="542925"/>
                </a:moveTo>
                <a:lnTo>
                  <a:pt x="1209675" y="542925"/>
                </a:lnTo>
                <a:lnTo>
                  <a:pt x="1209675" y="581025"/>
                </a:lnTo>
                <a:lnTo>
                  <a:pt x="1200150" y="581025"/>
                </a:lnTo>
                <a:close/>
                <a:moveTo>
                  <a:pt x="542925" y="552450"/>
                </a:moveTo>
                <a:lnTo>
                  <a:pt x="561975" y="552450"/>
                </a:lnTo>
                <a:lnTo>
                  <a:pt x="561975" y="561975"/>
                </a:lnTo>
                <a:lnTo>
                  <a:pt x="542925" y="561975"/>
                </a:lnTo>
                <a:close/>
                <a:moveTo>
                  <a:pt x="1152525" y="552450"/>
                </a:moveTo>
                <a:lnTo>
                  <a:pt x="1162050" y="552450"/>
                </a:lnTo>
                <a:lnTo>
                  <a:pt x="1162050" y="561975"/>
                </a:lnTo>
                <a:lnTo>
                  <a:pt x="1152525" y="561975"/>
                </a:lnTo>
                <a:close/>
                <a:moveTo>
                  <a:pt x="485775" y="561975"/>
                </a:moveTo>
                <a:lnTo>
                  <a:pt x="495300" y="561975"/>
                </a:lnTo>
                <a:lnTo>
                  <a:pt x="495300" y="571500"/>
                </a:lnTo>
                <a:lnTo>
                  <a:pt x="485775" y="571500"/>
                </a:lnTo>
                <a:close/>
                <a:moveTo>
                  <a:pt x="1143000" y="571500"/>
                </a:moveTo>
                <a:lnTo>
                  <a:pt x="1162050" y="571500"/>
                </a:lnTo>
                <a:lnTo>
                  <a:pt x="1162050" y="581025"/>
                </a:lnTo>
                <a:lnTo>
                  <a:pt x="1181100" y="581025"/>
                </a:lnTo>
                <a:lnTo>
                  <a:pt x="1181100" y="590550"/>
                </a:lnTo>
                <a:lnTo>
                  <a:pt x="1190625" y="590550"/>
                </a:lnTo>
                <a:lnTo>
                  <a:pt x="1190625" y="619125"/>
                </a:lnTo>
                <a:lnTo>
                  <a:pt x="1181100" y="619125"/>
                </a:lnTo>
                <a:lnTo>
                  <a:pt x="1181100" y="638175"/>
                </a:lnTo>
                <a:lnTo>
                  <a:pt x="1171575" y="638175"/>
                </a:lnTo>
                <a:lnTo>
                  <a:pt x="1171575" y="666750"/>
                </a:lnTo>
                <a:lnTo>
                  <a:pt x="1181100" y="666750"/>
                </a:lnTo>
                <a:lnTo>
                  <a:pt x="1181100" y="676275"/>
                </a:lnTo>
                <a:lnTo>
                  <a:pt x="1143000" y="676275"/>
                </a:lnTo>
                <a:lnTo>
                  <a:pt x="1143000" y="685800"/>
                </a:lnTo>
                <a:lnTo>
                  <a:pt x="1133475" y="685800"/>
                </a:lnTo>
                <a:lnTo>
                  <a:pt x="1133475" y="676275"/>
                </a:lnTo>
                <a:lnTo>
                  <a:pt x="1123950" y="676275"/>
                </a:lnTo>
                <a:lnTo>
                  <a:pt x="1123950" y="666750"/>
                </a:lnTo>
                <a:lnTo>
                  <a:pt x="1104900" y="666750"/>
                </a:lnTo>
                <a:lnTo>
                  <a:pt x="1104900" y="657225"/>
                </a:lnTo>
                <a:lnTo>
                  <a:pt x="1114425" y="657225"/>
                </a:lnTo>
                <a:lnTo>
                  <a:pt x="1114425" y="628650"/>
                </a:lnTo>
                <a:lnTo>
                  <a:pt x="1123950" y="628650"/>
                </a:lnTo>
                <a:lnTo>
                  <a:pt x="1123950" y="638175"/>
                </a:lnTo>
                <a:lnTo>
                  <a:pt x="1133475" y="638175"/>
                </a:lnTo>
                <a:lnTo>
                  <a:pt x="1133475" y="657225"/>
                </a:lnTo>
                <a:lnTo>
                  <a:pt x="1162050" y="657225"/>
                </a:lnTo>
                <a:lnTo>
                  <a:pt x="1162050" y="619125"/>
                </a:lnTo>
                <a:lnTo>
                  <a:pt x="1123950" y="619125"/>
                </a:lnTo>
                <a:lnTo>
                  <a:pt x="1123950" y="609600"/>
                </a:lnTo>
                <a:lnTo>
                  <a:pt x="1095375" y="609600"/>
                </a:lnTo>
                <a:lnTo>
                  <a:pt x="1095375" y="600075"/>
                </a:lnTo>
                <a:lnTo>
                  <a:pt x="1123950" y="600075"/>
                </a:lnTo>
                <a:lnTo>
                  <a:pt x="1123950" y="590550"/>
                </a:lnTo>
                <a:lnTo>
                  <a:pt x="1143000" y="590550"/>
                </a:lnTo>
                <a:close/>
                <a:moveTo>
                  <a:pt x="628650" y="581025"/>
                </a:moveTo>
                <a:lnTo>
                  <a:pt x="638175" y="581025"/>
                </a:lnTo>
                <a:lnTo>
                  <a:pt x="638175" y="590550"/>
                </a:lnTo>
                <a:lnTo>
                  <a:pt x="628650" y="590550"/>
                </a:lnTo>
                <a:close/>
                <a:moveTo>
                  <a:pt x="457200" y="600075"/>
                </a:moveTo>
                <a:lnTo>
                  <a:pt x="485775" y="600075"/>
                </a:lnTo>
                <a:lnTo>
                  <a:pt x="485775" y="609600"/>
                </a:lnTo>
                <a:lnTo>
                  <a:pt x="504825" y="609600"/>
                </a:lnTo>
                <a:lnTo>
                  <a:pt x="504825" y="619125"/>
                </a:lnTo>
                <a:lnTo>
                  <a:pt x="514350" y="619125"/>
                </a:lnTo>
                <a:lnTo>
                  <a:pt x="514350" y="628650"/>
                </a:lnTo>
                <a:lnTo>
                  <a:pt x="504825" y="628650"/>
                </a:lnTo>
                <a:lnTo>
                  <a:pt x="504825" y="638175"/>
                </a:lnTo>
                <a:lnTo>
                  <a:pt x="495300" y="638175"/>
                </a:lnTo>
                <a:lnTo>
                  <a:pt x="495300" y="619125"/>
                </a:lnTo>
                <a:lnTo>
                  <a:pt x="457200" y="619125"/>
                </a:lnTo>
                <a:close/>
                <a:moveTo>
                  <a:pt x="647700" y="600075"/>
                </a:moveTo>
                <a:lnTo>
                  <a:pt x="657225" y="600075"/>
                </a:lnTo>
                <a:lnTo>
                  <a:pt x="657225" y="609600"/>
                </a:lnTo>
                <a:lnTo>
                  <a:pt x="647700" y="609600"/>
                </a:lnTo>
                <a:close/>
                <a:moveTo>
                  <a:pt x="1152525" y="600075"/>
                </a:moveTo>
                <a:lnTo>
                  <a:pt x="1162050" y="600075"/>
                </a:lnTo>
                <a:lnTo>
                  <a:pt x="1162050" y="590550"/>
                </a:lnTo>
                <a:lnTo>
                  <a:pt x="1143000" y="590550"/>
                </a:lnTo>
                <a:lnTo>
                  <a:pt x="1143000" y="600075"/>
                </a:lnTo>
                <a:lnTo>
                  <a:pt x="1133475" y="600075"/>
                </a:lnTo>
                <a:lnTo>
                  <a:pt x="1133475" y="609600"/>
                </a:lnTo>
                <a:lnTo>
                  <a:pt x="1152525" y="609600"/>
                </a:lnTo>
                <a:close/>
                <a:moveTo>
                  <a:pt x="66675" y="609600"/>
                </a:moveTo>
                <a:lnTo>
                  <a:pt x="95250" y="609600"/>
                </a:lnTo>
                <a:lnTo>
                  <a:pt x="95250" y="619125"/>
                </a:lnTo>
                <a:lnTo>
                  <a:pt x="85725" y="619125"/>
                </a:lnTo>
                <a:lnTo>
                  <a:pt x="85725" y="628650"/>
                </a:lnTo>
                <a:lnTo>
                  <a:pt x="95250" y="628650"/>
                </a:lnTo>
                <a:lnTo>
                  <a:pt x="95250" y="647700"/>
                </a:lnTo>
                <a:lnTo>
                  <a:pt x="85725" y="647700"/>
                </a:lnTo>
                <a:lnTo>
                  <a:pt x="85725" y="666750"/>
                </a:lnTo>
                <a:lnTo>
                  <a:pt x="123825" y="666750"/>
                </a:lnTo>
                <a:lnTo>
                  <a:pt x="123825" y="676275"/>
                </a:lnTo>
                <a:lnTo>
                  <a:pt x="114300" y="676275"/>
                </a:lnTo>
                <a:lnTo>
                  <a:pt x="114300" y="695325"/>
                </a:lnTo>
                <a:lnTo>
                  <a:pt x="95250" y="695325"/>
                </a:lnTo>
                <a:lnTo>
                  <a:pt x="95250" y="704850"/>
                </a:lnTo>
                <a:lnTo>
                  <a:pt x="104775" y="704850"/>
                </a:lnTo>
                <a:lnTo>
                  <a:pt x="104775" y="714375"/>
                </a:lnTo>
                <a:lnTo>
                  <a:pt x="85725" y="714375"/>
                </a:lnTo>
                <a:lnTo>
                  <a:pt x="85725" y="704850"/>
                </a:lnTo>
                <a:lnTo>
                  <a:pt x="66675" y="704850"/>
                </a:lnTo>
                <a:lnTo>
                  <a:pt x="66675" y="695325"/>
                </a:lnTo>
                <a:lnTo>
                  <a:pt x="57150" y="695325"/>
                </a:lnTo>
                <a:lnTo>
                  <a:pt x="57150" y="685800"/>
                </a:lnTo>
                <a:lnTo>
                  <a:pt x="76200" y="685800"/>
                </a:lnTo>
                <a:lnTo>
                  <a:pt x="76200" y="676275"/>
                </a:lnTo>
                <a:lnTo>
                  <a:pt x="47625" y="676275"/>
                </a:lnTo>
                <a:lnTo>
                  <a:pt x="47625" y="657225"/>
                </a:lnTo>
                <a:lnTo>
                  <a:pt x="66675" y="657225"/>
                </a:lnTo>
                <a:lnTo>
                  <a:pt x="66675" y="628650"/>
                </a:lnTo>
                <a:lnTo>
                  <a:pt x="76200" y="628650"/>
                </a:lnTo>
                <a:lnTo>
                  <a:pt x="76200" y="619125"/>
                </a:lnTo>
                <a:lnTo>
                  <a:pt x="66675" y="619125"/>
                </a:lnTo>
                <a:close/>
                <a:moveTo>
                  <a:pt x="1095375" y="619125"/>
                </a:moveTo>
                <a:lnTo>
                  <a:pt x="1104900" y="619125"/>
                </a:lnTo>
                <a:lnTo>
                  <a:pt x="1104900" y="638175"/>
                </a:lnTo>
                <a:lnTo>
                  <a:pt x="1095375" y="638175"/>
                </a:lnTo>
                <a:close/>
                <a:moveTo>
                  <a:pt x="1162050" y="619125"/>
                </a:moveTo>
                <a:lnTo>
                  <a:pt x="1171575" y="619125"/>
                </a:lnTo>
                <a:lnTo>
                  <a:pt x="1171575" y="600075"/>
                </a:lnTo>
                <a:lnTo>
                  <a:pt x="1162050" y="600075"/>
                </a:lnTo>
                <a:close/>
                <a:moveTo>
                  <a:pt x="371475" y="628650"/>
                </a:moveTo>
                <a:lnTo>
                  <a:pt x="390525" y="628650"/>
                </a:lnTo>
                <a:lnTo>
                  <a:pt x="390525" y="647700"/>
                </a:lnTo>
                <a:lnTo>
                  <a:pt x="371475" y="647700"/>
                </a:lnTo>
                <a:close/>
                <a:moveTo>
                  <a:pt x="666750" y="628650"/>
                </a:moveTo>
                <a:lnTo>
                  <a:pt x="685800" y="628650"/>
                </a:lnTo>
                <a:lnTo>
                  <a:pt x="685800" y="638175"/>
                </a:lnTo>
                <a:lnTo>
                  <a:pt x="676275" y="638175"/>
                </a:lnTo>
                <a:lnTo>
                  <a:pt x="676275" y="647700"/>
                </a:lnTo>
                <a:lnTo>
                  <a:pt x="657225" y="647700"/>
                </a:lnTo>
                <a:lnTo>
                  <a:pt x="657225" y="638175"/>
                </a:lnTo>
                <a:lnTo>
                  <a:pt x="666750" y="638175"/>
                </a:lnTo>
                <a:close/>
                <a:moveTo>
                  <a:pt x="1200150" y="628650"/>
                </a:moveTo>
                <a:lnTo>
                  <a:pt x="1209675" y="628650"/>
                </a:lnTo>
                <a:lnTo>
                  <a:pt x="1209675" y="638175"/>
                </a:lnTo>
                <a:lnTo>
                  <a:pt x="1200150" y="638175"/>
                </a:lnTo>
                <a:close/>
                <a:moveTo>
                  <a:pt x="504825" y="638175"/>
                </a:moveTo>
                <a:lnTo>
                  <a:pt x="523875" y="638175"/>
                </a:lnTo>
                <a:lnTo>
                  <a:pt x="523875" y="647700"/>
                </a:lnTo>
                <a:lnTo>
                  <a:pt x="504825" y="647700"/>
                </a:lnTo>
                <a:close/>
                <a:moveTo>
                  <a:pt x="1085850" y="638175"/>
                </a:moveTo>
                <a:lnTo>
                  <a:pt x="1095375" y="638175"/>
                </a:lnTo>
                <a:lnTo>
                  <a:pt x="1095375" y="657225"/>
                </a:lnTo>
                <a:lnTo>
                  <a:pt x="1085850" y="657225"/>
                </a:lnTo>
                <a:close/>
                <a:moveTo>
                  <a:pt x="1066800" y="647700"/>
                </a:moveTo>
                <a:lnTo>
                  <a:pt x="1076325" y="647700"/>
                </a:lnTo>
                <a:lnTo>
                  <a:pt x="1076325" y="657225"/>
                </a:lnTo>
                <a:lnTo>
                  <a:pt x="1066800" y="657225"/>
                </a:lnTo>
                <a:close/>
                <a:moveTo>
                  <a:pt x="1200150" y="657225"/>
                </a:moveTo>
                <a:lnTo>
                  <a:pt x="1209675" y="657225"/>
                </a:lnTo>
                <a:lnTo>
                  <a:pt x="1209675" y="666750"/>
                </a:lnTo>
                <a:lnTo>
                  <a:pt x="1200150" y="666750"/>
                </a:lnTo>
                <a:close/>
                <a:moveTo>
                  <a:pt x="1190625" y="666750"/>
                </a:moveTo>
                <a:lnTo>
                  <a:pt x="1200150" y="666750"/>
                </a:lnTo>
                <a:lnTo>
                  <a:pt x="1200150" y="676275"/>
                </a:lnTo>
                <a:lnTo>
                  <a:pt x="1190625" y="676275"/>
                </a:lnTo>
                <a:close/>
                <a:moveTo>
                  <a:pt x="1095375" y="676275"/>
                </a:moveTo>
                <a:lnTo>
                  <a:pt x="1114425" y="676275"/>
                </a:lnTo>
                <a:lnTo>
                  <a:pt x="1114425" y="685800"/>
                </a:lnTo>
                <a:lnTo>
                  <a:pt x="1133475" y="685800"/>
                </a:lnTo>
                <a:lnTo>
                  <a:pt x="1133475" y="695325"/>
                </a:lnTo>
                <a:lnTo>
                  <a:pt x="1123950" y="695325"/>
                </a:lnTo>
                <a:lnTo>
                  <a:pt x="1123950" y="704850"/>
                </a:lnTo>
                <a:lnTo>
                  <a:pt x="1114425" y="704850"/>
                </a:lnTo>
                <a:lnTo>
                  <a:pt x="1114425" y="695325"/>
                </a:lnTo>
                <a:lnTo>
                  <a:pt x="1104900" y="695325"/>
                </a:lnTo>
                <a:lnTo>
                  <a:pt x="1104900" y="685800"/>
                </a:lnTo>
                <a:lnTo>
                  <a:pt x="1095375" y="685800"/>
                </a:lnTo>
                <a:close/>
                <a:moveTo>
                  <a:pt x="409575" y="695325"/>
                </a:moveTo>
                <a:lnTo>
                  <a:pt x="419100" y="695325"/>
                </a:lnTo>
                <a:lnTo>
                  <a:pt x="419100" y="714375"/>
                </a:lnTo>
                <a:lnTo>
                  <a:pt x="381000" y="714375"/>
                </a:lnTo>
                <a:lnTo>
                  <a:pt x="381000" y="704850"/>
                </a:lnTo>
                <a:lnTo>
                  <a:pt x="409575" y="704850"/>
                </a:lnTo>
                <a:close/>
                <a:moveTo>
                  <a:pt x="581025" y="695325"/>
                </a:moveTo>
                <a:lnTo>
                  <a:pt x="600075" y="695325"/>
                </a:lnTo>
                <a:lnTo>
                  <a:pt x="600075" y="704850"/>
                </a:lnTo>
                <a:lnTo>
                  <a:pt x="590550" y="704850"/>
                </a:lnTo>
                <a:lnTo>
                  <a:pt x="590550" y="714375"/>
                </a:lnTo>
                <a:lnTo>
                  <a:pt x="600075" y="714375"/>
                </a:lnTo>
                <a:lnTo>
                  <a:pt x="600075" y="733425"/>
                </a:lnTo>
                <a:lnTo>
                  <a:pt x="609600" y="733425"/>
                </a:lnTo>
                <a:lnTo>
                  <a:pt x="609600" y="723900"/>
                </a:lnTo>
                <a:lnTo>
                  <a:pt x="628650" y="723900"/>
                </a:lnTo>
                <a:lnTo>
                  <a:pt x="628650" y="714375"/>
                </a:lnTo>
                <a:lnTo>
                  <a:pt x="638175" y="714375"/>
                </a:lnTo>
                <a:lnTo>
                  <a:pt x="638175" y="723900"/>
                </a:lnTo>
                <a:lnTo>
                  <a:pt x="647700" y="723900"/>
                </a:lnTo>
                <a:lnTo>
                  <a:pt x="647700" y="742950"/>
                </a:lnTo>
                <a:lnTo>
                  <a:pt x="628650" y="742950"/>
                </a:lnTo>
                <a:lnTo>
                  <a:pt x="628650" y="762000"/>
                </a:lnTo>
                <a:lnTo>
                  <a:pt x="638175" y="762000"/>
                </a:lnTo>
                <a:lnTo>
                  <a:pt x="638175" y="781050"/>
                </a:lnTo>
                <a:lnTo>
                  <a:pt x="628650" y="781050"/>
                </a:lnTo>
                <a:lnTo>
                  <a:pt x="628650" y="771525"/>
                </a:lnTo>
                <a:lnTo>
                  <a:pt x="609600" y="771525"/>
                </a:lnTo>
                <a:lnTo>
                  <a:pt x="609600" y="762000"/>
                </a:lnTo>
                <a:lnTo>
                  <a:pt x="600075" y="762000"/>
                </a:lnTo>
                <a:lnTo>
                  <a:pt x="600075" y="752475"/>
                </a:lnTo>
                <a:lnTo>
                  <a:pt x="609600" y="752475"/>
                </a:lnTo>
                <a:lnTo>
                  <a:pt x="609600" y="742950"/>
                </a:lnTo>
                <a:lnTo>
                  <a:pt x="590550" y="742950"/>
                </a:lnTo>
                <a:lnTo>
                  <a:pt x="590550" y="733425"/>
                </a:lnTo>
                <a:lnTo>
                  <a:pt x="571500" y="733425"/>
                </a:lnTo>
                <a:lnTo>
                  <a:pt x="571500" y="723900"/>
                </a:lnTo>
                <a:lnTo>
                  <a:pt x="533400" y="723900"/>
                </a:lnTo>
                <a:lnTo>
                  <a:pt x="533400" y="704850"/>
                </a:lnTo>
                <a:lnTo>
                  <a:pt x="542925" y="704850"/>
                </a:lnTo>
                <a:lnTo>
                  <a:pt x="542925" y="714375"/>
                </a:lnTo>
                <a:lnTo>
                  <a:pt x="571500" y="714375"/>
                </a:lnTo>
                <a:lnTo>
                  <a:pt x="571500" y="704850"/>
                </a:lnTo>
                <a:lnTo>
                  <a:pt x="581025" y="704850"/>
                </a:lnTo>
                <a:close/>
                <a:moveTo>
                  <a:pt x="609600" y="695325"/>
                </a:moveTo>
                <a:lnTo>
                  <a:pt x="628650" y="695325"/>
                </a:lnTo>
                <a:lnTo>
                  <a:pt x="628650" y="704850"/>
                </a:lnTo>
                <a:lnTo>
                  <a:pt x="619125" y="704850"/>
                </a:lnTo>
                <a:lnTo>
                  <a:pt x="619125" y="714375"/>
                </a:lnTo>
                <a:lnTo>
                  <a:pt x="609600" y="714375"/>
                </a:lnTo>
                <a:close/>
                <a:moveTo>
                  <a:pt x="647700" y="695325"/>
                </a:moveTo>
                <a:lnTo>
                  <a:pt x="666750" y="695325"/>
                </a:lnTo>
                <a:lnTo>
                  <a:pt x="666750" y="714375"/>
                </a:lnTo>
                <a:lnTo>
                  <a:pt x="647700" y="714375"/>
                </a:lnTo>
                <a:close/>
                <a:moveTo>
                  <a:pt x="1181100" y="695325"/>
                </a:moveTo>
                <a:lnTo>
                  <a:pt x="1200150" y="695325"/>
                </a:lnTo>
                <a:lnTo>
                  <a:pt x="1200150" y="704850"/>
                </a:lnTo>
                <a:lnTo>
                  <a:pt x="1209675" y="704850"/>
                </a:lnTo>
                <a:lnTo>
                  <a:pt x="1209675" y="714375"/>
                </a:lnTo>
                <a:lnTo>
                  <a:pt x="1181100" y="714375"/>
                </a:lnTo>
                <a:close/>
                <a:moveTo>
                  <a:pt x="228600" y="704850"/>
                </a:moveTo>
                <a:lnTo>
                  <a:pt x="238125" y="704850"/>
                </a:lnTo>
                <a:lnTo>
                  <a:pt x="238125" y="714375"/>
                </a:lnTo>
                <a:lnTo>
                  <a:pt x="247650" y="714375"/>
                </a:lnTo>
                <a:lnTo>
                  <a:pt x="247650" y="733425"/>
                </a:lnTo>
                <a:lnTo>
                  <a:pt x="228600" y="733425"/>
                </a:lnTo>
                <a:lnTo>
                  <a:pt x="228600" y="723900"/>
                </a:lnTo>
                <a:lnTo>
                  <a:pt x="219075" y="723900"/>
                </a:lnTo>
                <a:lnTo>
                  <a:pt x="219075" y="714375"/>
                </a:lnTo>
                <a:lnTo>
                  <a:pt x="228600" y="714375"/>
                </a:lnTo>
                <a:close/>
                <a:moveTo>
                  <a:pt x="257175" y="704850"/>
                </a:moveTo>
                <a:lnTo>
                  <a:pt x="276225" y="704850"/>
                </a:lnTo>
                <a:lnTo>
                  <a:pt x="276225" y="714375"/>
                </a:lnTo>
                <a:lnTo>
                  <a:pt x="266700" y="714375"/>
                </a:lnTo>
                <a:lnTo>
                  <a:pt x="266700" y="723900"/>
                </a:lnTo>
                <a:lnTo>
                  <a:pt x="257175" y="723900"/>
                </a:lnTo>
                <a:close/>
                <a:moveTo>
                  <a:pt x="476250" y="704850"/>
                </a:moveTo>
                <a:lnTo>
                  <a:pt x="485775" y="704850"/>
                </a:lnTo>
                <a:lnTo>
                  <a:pt x="485775" y="714375"/>
                </a:lnTo>
                <a:lnTo>
                  <a:pt x="476250" y="714375"/>
                </a:lnTo>
                <a:close/>
                <a:moveTo>
                  <a:pt x="685800" y="704850"/>
                </a:moveTo>
                <a:lnTo>
                  <a:pt x="695325" y="704850"/>
                </a:lnTo>
                <a:lnTo>
                  <a:pt x="695325" y="714375"/>
                </a:lnTo>
                <a:lnTo>
                  <a:pt x="704850" y="714375"/>
                </a:lnTo>
                <a:lnTo>
                  <a:pt x="704850" y="733425"/>
                </a:lnTo>
                <a:lnTo>
                  <a:pt x="695325" y="733425"/>
                </a:lnTo>
                <a:lnTo>
                  <a:pt x="695325" y="771525"/>
                </a:lnTo>
                <a:lnTo>
                  <a:pt x="676275" y="771525"/>
                </a:lnTo>
                <a:lnTo>
                  <a:pt x="676275" y="752475"/>
                </a:lnTo>
                <a:lnTo>
                  <a:pt x="666750" y="752475"/>
                </a:lnTo>
                <a:lnTo>
                  <a:pt x="666750" y="742950"/>
                </a:lnTo>
                <a:lnTo>
                  <a:pt x="676275" y="742950"/>
                </a:lnTo>
                <a:lnTo>
                  <a:pt x="676275" y="733425"/>
                </a:lnTo>
                <a:lnTo>
                  <a:pt x="685800" y="733425"/>
                </a:lnTo>
                <a:close/>
                <a:moveTo>
                  <a:pt x="1085850" y="704850"/>
                </a:moveTo>
                <a:lnTo>
                  <a:pt x="1095375" y="704850"/>
                </a:lnTo>
                <a:lnTo>
                  <a:pt x="1095375" y="733425"/>
                </a:lnTo>
                <a:lnTo>
                  <a:pt x="1104900" y="733425"/>
                </a:lnTo>
                <a:lnTo>
                  <a:pt x="1104900" y="742950"/>
                </a:lnTo>
                <a:lnTo>
                  <a:pt x="1076325" y="742950"/>
                </a:lnTo>
                <a:lnTo>
                  <a:pt x="1076325" y="733425"/>
                </a:lnTo>
                <a:lnTo>
                  <a:pt x="1085850" y="733425"/>
                </a:lnTo>
                <a:lnTo>
                  <a:pt x="1085850" y="723900"/>
                </a:lnTo>
                <a:lnTo>
                  <a:pt x="1076325" y="723900"/>
                </a:lnTo>
                <a:lnTo>
                  <a:pt x="1076325" y="714375"/>
                </a:lnTo>
                <a:lnTo>
                  <a:pt x="1085850" y="714375"/>
                </a:lnTo>
                <a:close/>
                <a:moveTo>
                  <a:pt x="514350" y="714375"/>
                </a:moveTo>
                <a:lnTo>
                  <a:pt x="523875" y="714375"/>
                </a:lnTo>
                <a:lnTo>
                  <a:pt x="523875" y="723900"/>
                </a:lnTo>
                <a:lnTo>
                  <a:pt x="514350" y="723900"/>
                </a:lnTo>
                <a:close/>
                <a:moveTo>
                  <a:pt x="1143000" y="714375"/>
                </a:moveTo>
                <a:lnTo>
                  <a:pt x="1171575" y="714375"/>
                </a:lnTo>
                <a:lnTo>
                  <a:pt x="1171575" y="733425"/>
                </a:lnTo>
                <a:lnTo>
                  <a:pt x="1162050" y="733425"/>
                </a:lnTo>
                <a:lnTo>
                  <a:pt x="1162050" y="723900"/>
                </a:lnTo>
                <a:lnTo>
                  <a:pt x="1143000" y="723900"/>
                </a:lnTo>
                <a:close/>
                <a:moveTo>
                  <a:pt x="104775" y="723900"/>
                </a:moveTo>
                <a:lnTo>
                  <a:pt x="114300" y="723900"/>
                </a:lnTo>
                <a:lnTo>
                  <a:pt x="114300" y="733425"/>
                </a:lnTo>
                <a:lnTo>
                  <a:pt x="104775" y="733425"/>
                </a:lnTo>
                <a:close/>
                <a:moveTo>
                  <a:pt x="190500" y="723900"/>
                </a:moveTo>
                <a:lnTo>
                  <a:pt x="200025" y="723900"/>
                </a:lnTo>
                <a:lnTo>
                  <a:pt x="200025" y="733425"/>
                </a:lnTo>
                <a:lnTo>
                  <a:pt x="190500" y="733425"/>
                </a:lnTo>
                <a:close/>
                <a:moveTo>
                  <a:pt x="209550" y="723900"/>
                </a:moveTo>
                <a:lnTo>
                  <a:pt x="219075" y="723900"/>
                </a:lnTo>
                <a:lnTo>
                  <a:pt x="219075" y="742950"/>
                </a:lnTo>
                <a:lnTo>
                  <a:pt x="209550" y="742950"/>
                </a:lnTo>
                <a:close/>
                <a:moveTo>
                  <a:pt x="390525" y="723900"/>
                </a:moveTo>
                <a:lnTo>
                  <a:pt x="400050" y="723900"/>
                </a:lnTo>
                <a:lnTo>
                  <a:pt x="400050" y="742950"/>
                </a:lnTo>
                <a:lnTo>
                  <a:pt x="381000" y="742950"/>
                </a:lnTo>
                <a:lnTo>
                  <a:pt x="381000" y="733425"/>
                </a:lnTo>
                <a:lnTo>
                  <a:pt x="390525" y="733425"/>
                </a:lnTo>
                <a:close/>
                <a:moveTo>
                  <a:pt x="1009650" y="733425"/>
                </a:moveTo>
                <a:lnTo>
                  <a:pt x="1028700" y="733425"/>
                </a:lnTo>
                <a:lnTo>
                  <a:pt x="1028700" y="742950"/>
                </a:lnTo>
                <a:lnTo>
                  <a:pt x="1038225" y="742950"/>
                </a:lnTo>
                <a:lnTo>
                  <a:pt x="1038225" y="752475"/>
                </a:lnTo>
                <a:lnTo>
                  <a:pt x="1019175" y="752475"/>
                </a:lnTo>
                <a:lnTo>
                  <a:pt x="1019175" y="762000"/>
                </a:lnTo>
                <a:lnTo>
                  <a:pt x="990600" y="762000"/>
                </a:lnTo>
                <a:lnTo>
                  <a:pt x="990600" y="742950"/>
                </a:lnTo>
                <a:lnTo>
                  <a:pt x="1009650" y="742950"/>
                </a:lnTo>
                <a:close/>
                <a:moveTo>
                  <a:pt x="95250" y="742950"/>
                </a:moveTo>
                <a:lnTo>
                  <a:pt x="104775" y="742950"/>
                </a:lnTo>
                <a:lnTo>
                  <a:pt x="104775" y="771525"/>
                </a:lnTo>
                <a:lnTo>
                  <a:pt x="114300" y="771525"/>
                </a:lnTo>
                <a:lnTo>
                  <a:pt x="114300" y="781050"/>
                </a:lnTo>
                <a:lnTo>
                  <a:pt x="123825" y="781050"/>
                </a:lnTo>
                <a:lnTo>
                  <a:pt x="123825" y="800100"/>
                </a:lnTo>
                <a:lnTo>
                  <a:pt x="114300" y="800100"/>
                </a:lnTo>
                <a:lnTo>
                  <a:pt x="114300" y="790575"/>
                </a:lnTo>
                <a:lnTo>
                  <a:pt x="104775" y="790575"/>
                </a:lnTo>
                <a:lnTo>
                  <a:pt x="104775" y="781050"/>
                </a:lnTo>
                <a:lnTo>
                  <a:pt x="95250" y="781050"/>
                </a:lnTo>
                <a:close/>
                <a:moveTo>
                  <a:pt x="161925" y="742950"/>
                </a:moveTo>
                <a:lnTo>
                  <a:pt x="171450" y="742950"/>
                </a:lnTo>
                <a:lnTo>
                  <a:pt x="171450" y="762000"/>
                </a:lnTo>
                <a:lnTo>
                  <a:pt x="161925" y="762000"/>
                </a:lnTo>
                <a:close/>
                <a:moveTo>
                  <a:pt x="228600" y="752475"/>
                </a:moveTo>
                <a:lnTo>
                  <a:pt x="238125" y="752475"/>
                </a:lnTo>
                <a:lnTo>
                  <a:pt x="238125" y="781050"/>
                </a:lnTo>
                <a:lnTo>
                  <a:pt x="247650" y="781050"/>
                </a:lnTo>
                <a:lnTo>
                  <a:pt x="247650" y="790575"/>
                </a:lnTo>
                <a:lnTo>
                  <a:pt x="238125" y="790575"/>
                </a:lnTo>
                <a:lnTo>
                  <a:pt x="238125" y="809625"/>
                </a:lnTo>
                <a:lnTo>
                  <a:pt x="219075" y="809625"/>
                </a:lnTo>
                <a:lnTo>
                  <a:pt x="219075" y="790575"/>
                </a:lnTo>
                <a:lnTo>
                  <a:pt x="200025" y="790575"/>
                </a:lnTo>
                <a:lnTo>
                  <a:pt x="200025" y="800100"/>
                </a:lnTo>
                <a:lnTo>
                  <a:pt x="190500" y="800100"/>
                </a:lnTo>
                <a:lnTo>
                  <a:pt x="190500" y="781050"/>
                </a:lnTo>
                <a:lnTo>
                  <a:pt x="209550" y="781050"/>
                </a:lnTo>
                <a:lnTo>
                  <a:pt x="209550" y="771525"/>
                </a:lnTo>
                <a:lnTo>
                  <a:pt x="219075" y="771525"/>
                </a:lnTo>
                <a:lnTo>
                  <a:pt x="219075" y="762000"/>
                </a:lnTo>
                <a:lnTo>
                  <a:pt x="228600" y="762000"/>
                </a:lnTo>
                <a:close/>
                <a:moveTo>
                  <a:pt x="657225" y="752475"/>
                </a:moveTo>
                <a:lnTo>
                  <a:pt x="666750" y="752475"/>
                </a:lnTo>
                <a:lnTo>
                  <a:pt x="666750" y="762000"/>
                </a:lnTo>
                <a:lnTo>
                  <a:pt x="657225" y="762000"/>
                </a:lnTo>
                <a:close/>
                <a:moveTo>
                  <a:pt x="723900" y="752475"/>
                </a:moveTo>
                <a:lnTo>
                  <a:pt x="752475" y="752475"/>
                </a:lnTo>
                <a:lnTo>
                  <a:pt x="752475" y="762000"/>
                </a:lnTo>
                <a:lnTo>
                  <a:pt x="781050" y="762000"/>
                </a:lnTo>
                <a:lnTo>
                  <a:pt x="781050" y="771525"/>
                </a:lnTo>
                <a:lnTo>
                  <a:pt x="762000" y="771525"/>
                </a:lnTo>
                <a:lnTo>
                  <a:pt x="762000" y="809625"/>
                </a:lnTo>
                <a:lnTo>
                  <a:pt x="742950" y="809625"/>
                </a:lnTo>
                <a:lnTo>
                  <a:pt x="742950" y="781050"/>
                </a:lnTo>
                <a:lnTo>
                  <a:pt x="733425" y="781050"/>
                </a:lnTo>
                <a:lnTo>
                  <a:pt x="733425" y="771525"/>
                </a:lnTo>
                <a:lnTo>
                  <a:pt x="723900" y="771525"/>
                </a:lnTo>
                <a:close/>
                <a:moveTo>
                  <a:pt x="819150" y="752475"/>
                </a:moveTo>
                <a:lnTo>
                  <a:pt x="828675" y="752475"/>
                </a:lnTo>
                <a:lnTo>
                  <a:pt x="828675" y="762000"/>
                </a:lnTo>
                <a:lnTo>
                  <a:pt x="819150" y="762000"/>
                </a:lnTo>
                <a:close/>
                <a:moveTo>
                  <a:pt x="809625" y="762000"/>
                </a:moveTo>
                <a:lnTo>
                  <a:pt x="819150" y="762000"/>
                </a:lnTo>
                <a:lnTo>
                  <a:pt x="819150" y="781050"/>
                </a:lnTo>
                <a:lnTo>
                  <a:pt x="828675" y="781050"/>
                </a:lnTo>
                <a:lnTo>
                  <a:pt x="828675" y="790575"/>
                </a:lnTo>
                <a:lnTo>
                  <a:pt x="819150" y="790575"/>
                </a:lnTo>
                <a:lnTo>
                  <a:pt x="819150" y="800100"/>
                </a:lnTo>
                <a:lnTo>
                  <a:pt x="809625" y="800100"/>
                </a:lnTo>
                <a:lnTo>
                  <a:pt x="809625" y="809625"/>
                </a:lnTo>
                <a:lnTo>
                  <a:pt x="790575" y="809625"/>
                </a:lnTo>
                <a:lnTo>
                  <a:pt x="790575" y="800100"/>
                </a:lnTo>
                <a:lnTo>
                  <a:pt x="800100" y="800100"/>
                </a:lnTo>
                <a:lnTo>
                  <a:pt x="800100" y="790575"/>
                </a:lnTo>
                <a:lnTo>
                  <a:pt x="790575" y="790575"/>
                </a:lnTo>
                <a:lnTo>
                  <a:pt x="790575" y="781050"/>
                </a:lnTo>
                <a:lnTo>
                  <a:pt x="800100" y="781050"/>
                </a:lnTo>
                <a:lnTo>
                  <a:pt x="800100" y="771525"/>
                </a:lnTo>
                <a:lnTo>
                  <a:pt x="809625" y="771525"/>
                </a:lnTo>
                <a:close/>
                <a:moveTo>
                  <a:pt x="704850" y="771525"/>
                </a:moveTo>
                <a:lnTo>
                  <a:pt x="714375" y="771525"/>
                </a:lnTo>
                <a:lnTo>
                  <a:pt x="714375" y="781050"/>
                </a:lnTo>
                <a:lnTo>
                  <a:pt x="723900" y="781050"/>
                </a:lnTo>
                <a:lnTo>
                  <a:pt x="723900" y="790575"/>
                </a:lnTo>
                <a:lnTo>
                  <a:pt x="733425" y="790575"/>
                </a:lnTo>
                <a:lnTo>
                  <a:pt x="733425" y="800100"/>
                </a:lnTo>
                <a:lnTo>
                  <a:pt x="704850" y="800100"/>
                </a:lnTo>
                <a:lnTo>
                  <a:pt x="704850" y="790575"/>
                </a:lnTo>
                <a:lnTo>
                  <a:pt x="695325" y="790575"/>
                </a:lnTo>
                <a:lnTo>
                  <a:pt x="695325" y="781050"/>
                </a:lnTo>
                <a:lnTo>
                  <a:pt x="704850" y="781050"/>
                </a:lnTo>
                <a:close/>
                <a:moveTo>
                  <a:pt x="914400" y="771525"/>
                </a:moveTo>
                <a:lnTo>
                  <a:pt x="923925" y="771525"/>
                </a:lnTo>
                <a:lnTo>
                  <a:pt x="923925" y="781050"/>
                </a:lnTo>
                <a:lnTo>
                  <a:pt x="914400" y="781050"/>
                </a:lnTo>
                <a:close/>
                <a:moveTo>
                  <a:pt x="447675" y="781050"/>
                </a:moveTo>
                <a:lnTo>
                  <a:pt x="457200" y="781050"/>
                </a:lnTo>
                <a:lnTo>
                  <a:pt x="457200" y="790575"/>
                </a:lnTo>
                <a:lnTo>
                  <a:pt x="447675" y="790575"/>
                </a:lnTo>
                <a:close/>
                <a:moveTo>
                  <a:pt x="933450" y="781050"/>
                </a:moveTo>
                <a:lnTo>
                  <a:pt x="962025" y="781050"/>
                </a:lnTo>
                <a:lnTo>
                  <a:pt x="962025" y="790575"/>
                </a:lnTo>
                <a:lnTo>
                  <a:pt x="942975" y="790575"/>
                </a:lnTo>
                <a:lnTo>
                  <a:pt x="942975" y="800100"/>
                </a:lnTo>
                <a:lnTo>
                  <a:pt x="933450" y="800100"/>
                </a:lnTo>
                <a:close/>
                <a:moveTo>
                  <a:pt x="1028700" y="781050"/>
                </a:moveTo>
                <a:lnTo>
                  <a:pt x="1038225" y="781050"/>
                </a:lnTo>
                <a:lnTo>
                  <a:pt x="1038225" y="790575"/>
                </a:lnTo>
                <a:lnTo>
                  <a:pt x="1028700" y="790575"/>
                </a:lnTo>
                <a:close/>
                <a:moveTo>
                  <a:pt x="895350" y="790575"/>
                </a:moveTo>
                <a:lnTo>
                  <a:pt x="904875" y="790575"/>
                </a:lnTo>
                <a:lnTo>
                  <a:pt x="904875" y="809625"/>
                </a:lnTo>
                <a:lnTo>
                  <a:pt x="895350" y="809625"/>
                </a:lnTo>
                <a:close/>
                <a:moveTo>
                  <a:pt x="1114425" y="790575"/>
                </a:moveTo>
                <a:lnTo>
                  <a:pt x="1133475" y="790575"/>
                </a:lnTo>
                <a:lnTo>
                  <a:pt x="1133475" y="800100"/>
                </a:lnTo>
                <a:lnTo>
                  <a:pt x="1114425" y="800100"/>
                </a:lnTo>
                <a:close/>
                <a:moveTo>
                  <a:pt x="142875" y="800100"/>
                </a:moveTo>
                <a:lnTo>
                  <a:pt x="152400" y="800100"/>
                </a:lnTo>
                <a:lnTo>
                  <a:pt x="152400" y="809625"/>
                </a:lnTo>
                <a:lnTo>
                  <a:pt x="142875" y="809625"/>
                </a:lnTo>
                <a:close/>
                <a:moveTo>
                  <a:pt x="371475" y="800100"/>
                </a:moveTo>
                <a:lnTo>
                  <a:pt x="381000" y="800100"/>
                </a:lnTo>
                <a:lnTo>
                  <a:pt x="381000" y="809625"/>
                </a:lnTo>
                <a:lnTo>
                  <a:pt x="371475" y="809625"/>
                </a:lnTo>
                <a:close/>
                <a:moveTo>
                  <a:pt x="609600" y="800100"/>
                </a:moveTo>
                <a:lnTo>
                  <a:pt x="628650" y="800100"/>
                </a:lnTo>
                <a:lnTo>
                  <a:pt x="628650" y="809625"/>
                </a:lnTo>
                <a:lnTo>
                  <a:pt x="609600" y="809625"/>
                </a:lnTo>
                <a:close/>
                <a:moveTo>
                  <a:pt x="666750" y="800100"/>
                </a:moveTo>
                <a:lnTo>
                  <a:pt x="676275" y="800100"/>
                </a:lnTo>
                <a:lnTo>
                  <a:pt x="676275" y="809625"/>
                </a:lnTo>
                <a:lnTo>
                  <a:pt x="666750" y="809625"/>
                </a:lnTo>
                <a:close/>
              </a:path>
            </a:pathLst>
          </a:custGeom>
          <a:solidFill xmlns:a="http://schemas.openxmlformats.org/drawingml/2006/main">
            <a:srgbClr val="F8F8F3"/>
          </a:solidFill>
          <a:ln xmlns:a="http://schemas.openxmlformats.org/drawingml/2006/main" w="0">
            <a:noFill/>
          </a:ln>
        </p:spPr>
      </p:sp>
      <p:sp>
        <p:nvSpPr>
          <p:cNvPr id="220" name="v21 vector #f8f7f3">
            <a:extLst xmlns:a="http://schemas.openxmlformats.org/drawingml/2006/main">
              <a:ext uri="{FF2B5EF4-FFF2-40B4-BE49-F238E27FC236}">
                <a16:creationId xmlns:a16="http://schemas.microsoft.com/office/drawing/2014/main" id="{53BCEB1B-1F27-4C3B-96E4-774EE6BC3E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8250" y="4848225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95250" y="0"/>
                </a:moveTo>
                <a:lnTo>
                  <a:pt x="133350" y="0"/>
                </a:lnTo>
                <a:lnTo>
                  <a:pt x="133350" y="9525"/>
                </a:lnTo>
                <a:lnTo>
                  <a:pt x="123825" y="9525"/>
                </a:lnTo>
                <a:lnTo>
                  <a:pt x="123825" y="19050"/>
                </a:lnTo>
                <a:lnTo>
                  <a:pt x="104775" y="19050"/>
                </a:lnTo>
                <a:lnTo>
                  <a:pt x="104775" y="9525"/>
                </a:lnTo>
                <a:lnTo>
                  <a:pt x="95250" y="9525"/>
                </a:lnTo>
                <a:close/>
                <a:moveTo>
                  <a:pt x="152400" y="0"/>
                </a:moveTo>
                <a:lnTo>
                  <a:pt x="171450" y="0"/>
                </a:lnTo>
                <a:lnTo>
                  <a:pt x="171450" y="9525"/>
                </a:lnTo>
                <a:lnTo>
                  <a:pt x="180975" y="9525"/>
                </a:lnTo>
                <a:lnTo>
                  <a:pt x="180975" y="0"/>
                </a:lnTo>
                <a:lnTo>
                  <a:pt x="200025" y="0"/>
                </a:lnTo>
                <a:lnTo>
                  <a:pt x="200025" y="9525"/>
                </a:lnTo>
                <a:lnTo>
                  <a:pt x="209550" y="9525"/>
                </a:lnTo>
                <a:lnTo>
                  <a:pt x="209550" y="19050"/>
                </a:lnTo>
                <a:lnTo>
                  <a:pt x="180975" y="19050"/>
                </a:lnTo>
                <a:lnTo>
                  <a:pt x="180975" y="28575"/>
                </a:lnTo>
                <a:lnTo>
                  <a:pt x="161925" y="28575"/>
                </a:lnTo>
                <a:lnTo>
                  <a:pt x="161925" y="19050"/>
                </a:lnTo>
                <a:lnTo>
                  <a:pt x="152400" y="19050"/>
                </a:lnTo>
                <a:close/>
                <a:moveTo>
                  <a:pt x="238125" y="0"/>
                </a:moveTo>
                <a:lnTo>
                  <a:pt x="247650" y="0"/>
                </a:lnTo>
                <a:lnTo>
                  <a:pt x="247650" y="9525"/>
                </a:lnTo>
                <a:lnTo>
                  <a:pt x="257175" y="9525"/>
                </a:lnTo>
                <a:lnTo>
                  <a:pt x="257175" y="0"/>
                </a:lnTo>
                <a:lnTo>
                  <a:pt x="266700" y="0"/>
                </a:lnTo>
                <a:lnTo>
                  <a:pt x="266700" y="38100"/>
                </a:lnTo>
                <a:lnTo>
                  <a:pt x="257175" y="38100"/>
                </a:lnTo>
                <a:lnTo>
                  <a:pt x="257175" y="28575"/>
                </a:lnTo>
                <a:lnTo>
                  <a:pt x="247650" y="28575"/>
                </a:lnTo>
                <a:lnTo>
                  <a:pt x="247650" y="19050"/>
                </a:lnTo>
                <a:lnTo>
                  <a:pt x="238125" y="19050"/>
                </a:lnTo>
                <a:close/>
                <a:moveTo>
                  <a:pt x="352425" y="0"/>
                </a:moveTo>
                <a:lnTo>
                  <a:pt x="381000" y="0"/>
                </a:lnTo>
                <a:lnTo>
                  <a:pt x="381000" y="38100"/>
                </a:lnTo>
                <a:lnTo>
                  <a:pt x="361950" y="38100"/>
                </a:lnTo>
                <a:lnTo>
                  <a:pt x="361950" y="28575"/>
                </a:lnTo>
                <a:lnTo>
                  <a:pt x="352425" y="28575"/>
                </a:lnTo>
                <a:close/>
                <a:moveTo>
                  <a:pt x="561975" y="0"/>
                </a:moveTo>
                <a:lnTo>
                  <a:pt x="571500" y="0"/>
                </a:lnTo>
                <a:lnTo>
                  <a:pt x="571500" y="28575"/>
                </a:lnTo>
                <a:lnTo>
                  <a:pt x="552450" y="28575"/>
                </a:lnTo>
                <a:lnTo>
                  <a:pt x="552450" y="38100"/>
                </a:lnTo>
                <a:lnTo>
                  <a:pt x="533400" y="38100"/>
                </a:lnTo>
                <a:lnTo>
                  <a:pt x="533400" y="19050"/>
                </a:lnTo>
                <a:lnTo>
                  <a:pt x="552450" y="19050"/>
                </a:lnTo>
                <a:lnTo>
                  <a:pt x="552450" y="9525"/>
                </a:lnTo>
                <a:lnTo>
                  <a:pt x="561975" y="9525"/>
                </a:lnTo>
                <a:close/>
                <a:moveTo>
                  <a:pt x="581025" y="0"/>
                </a:moveTo>
                <a:lnTo>
                  <a:pt x="590550" y="0"/>
                </a:lnTo>
                <a:lnTo>
                  <a:pt x="590550" y="9525"/>
                </a:lnTo>
                <a:lnTo>
                  <a:pt x="619125" y="9525"/>
                </a:lnTo>
                <a:lnTo>
                  <a:pt x="619125" y="0"/>
                </a:lnTo>
                <a:lnTo>
                  <a:pt x="638175" y="0"/>
                </a:lnTo>
                <a:lnTo>
                  <a:pt x="638175" y="9525"/>
                </a:lnTo>
                <a:lnTo>
                  <a:pt x="666750" y="9525"/>
                </a:lnTo>
                <a:lnTo>
                  <a:pt x="666750" y="19050"/>
                </a:lnTo>
                <a:lnTo>
                  <a:pt x="657225" y="19050"/>
                </a:lnTo>
                <a:lnTo>
                  <a:pt x="657225" y="47625"/>
                </a:lnTo>
                <a:lnTo>
                  <a:pt x="647700" y="47625"/>
                </a:lnTo>
                <a:lnTo>
                  <a:pt x="647700" y="38100"/>
                </a:lnTo>
                <a:lnTo>
                  <a:pt x="600075" y="38100"/>
                </a:lnTo>
                <a:lnTo>
                  <a:pt x="600075" y="28575"/>
                </a:lnTo>
                <a:lnTo>
                  <a:pt x="590550" y="28575"/>
                </a:lnTo>
                <a:lnTo>
                  <a:pt x="590550" y="19050"/>
                </a:lnTo>
                <a:lnTo>
                  <a:pt x="581025" y="19050"/>
                </a:lnTo>
                <a:close/>
                <a:moveTo>
                  <a:pt x="771525" y="0"/>
                </a:moveTo>
                <a:lnTo>
                  <a:pt x="809625" y="0"/>
                </a:lnTo>
                <a:lnTo>
                  <a:pt x="809625" y="19050"/>
                </a:lnTo>
                <a:lnTo>
                  <a:pt x="800100" y="19050"/>
                </a:lnTo>
                <a:lnTo>
                  <a:pt x="800100" y="28575"/>
                </a:lnTo>
                <a:lnTo>
                  <a:pt x="790575" y="28575"/>
                </a:lnTo>
                <a:lnTo>
                  <a:pt x="790575" y="19050"/>
                </a:lnTo>
                <a:lnTo>
                  <a:pt x="781050" y="19050"/>
                </a:lnTo>
                <a:lnTo>
                  <a:pt x="781050" y="9525"/>
                </a:lnTo>
                <a:lnTo>
                  <a:pt x="771525" y="9525"/>
                </a:lnTo>
                <a:close/>
                <a:moveTo>
                  <a:pt x="1123950" y="38100"/>
                </a:moveTo>
                <a:lnTo>
                  <a:pt x="1143000" y="38100"/>
                </a:lnTo>
                <a:lnTo>
                  <a:pt x="1143000" y="47625"/>
                </a:lnTo>
                <a:lnTo>
                  <a:pt x="1123950" y="47625"/>
                </a:lnTo>
                <a:close/>
                <a:moveTo>
                  <a:pt x="1076325" y="123825"/>
                </a:moveTo>
                <a:lnTo>
                  <a:pt x="1095375" y="123825"/>
                </a:lnTo>
                <a:lnTo>
                  <a:pt x="1095375" y="152400"/>
                </a:lnTo>
                <a:lnTo>
                  <a:pt x="1076325" y="152400"/>
                </a:lnTo>
                <a:close/>
                <a:moveTo>
                  <a:pt x="66675" y="180975"/>
                </a:moveTo>
                <a:lnTo>
                  <a:pt x="76200" y="180975"/>
                </a:lnTo>
                <a:lnTo>
                  <a:pt x="76200" y="190500"/>
                </a:lnTo>
                <a:lnTo>
                  <a:pt x="66675" y="190500"/>
                </a:lnTo>
                <a:close/>
                <a:moveTo>
                  <a:pt x="152400" y="190500"/>
                </a:moveTo>
                <a:lnTo>
                  <a:pt x="190500" y="190500"/>
                </a:lnTo>
                <a:lnTo>
                  <a:pt x="190500" y="209550"/>
                </a:lnTo>
                <a:lnTo>
                  <a:pt x="200025" y="209550"/>
                </a:lnTo>
                <a:lnTo>
                  <a:pt x="200025" y="219075"/>
                </a:lnTo>
                <a:lnTo>
                  <a:pt x="209550" y="219075"/>
                </a:lnTo>
                <a:lnTo>
                  <a:pt x="209550" y="209550"/>
                </a:lnTo>
                <a:lnTo>
                  <a:pt x="228600" y="209550"/>
                </a:lnTo>
                <a:lnTo>
                  <a:pt x="228600" y="228600"/>
                </a:lnTo>
                <a:lnTo>
                  <a:pt x="209550" y="228600"/>
                </a:lnTo>
                <a:lnTo>
                  <a:pt x="209550" y="257175"/>
                </a:lnTo>
                <a:lnTo>
                  <a:pt x="200025" y="257175"/>
                </a:lnTo>
                <a:lnTo>
                  <a:pt x="200025" y="247650"/>
                </a:lnTo>
                <a:lnTo>
                  <a:pt x="190500" y="247650"/>
                </a:lnTo>
                <a:lnTo>
                  <a:pt x="190500" y="257175"/>
                </a:lnTo>
                <a:lnTo>
                  <a:pt x="180975" y="257175"/>
                </a:lnTo>
                <a:lnTo>
                  <a:pt x="180975" y="247650"/>
                </a:lnTo>
                <a:lnTo>
                  <a:pt x="161925" y="247650"/>
                </a:lnTo>
                <a:lnTo>
                  <a:pt x="161925" y="257175"/>
                </a:lnTo>
                <a:lnTo>
                  <a:pt x="152400" y="257175"/>
                </a:lnTo>
                <a:lnTo>
                  <a:pt x="152400" y="209550"/>
                </a:lnTo>
                <a:lnTo>
                  <a:pt x="171450" y="209550"/>
                </a:lnTo>
                <a:lnTo>
                  <a:pt x="171450" y="200025"/>
                </a:lnTo>
                <a:lnTo>
                  <a:pt x="152400" y="200025"/>
                </a:lnTo>
                <a:close/>
                <a:moveTo>
                  <a:pt x="238125" y="190500"/>
                </a:moveTo>
                <a:lnTo>
                  <a:pt x="266700" y="190500"/>
                </a:lnTo>
                <a:lnTo>
                  <a:pt x="266700" y="200025"/>
                </a:lnTo>
                <a:lnTo>
                  <a:pt x="238125" y="200025"/>
                </a:lnTo>
                <a:close/>
                <a:moveTo>
                  <a:pt x="723900" y="190500"/>
                </a:moveTo>
                <a:lnTo>
                  <a:pt x="742950" y="190500"/>
                </a:lnTo>
                <a:lnTo>
                  <a:pt x="742950" y="200025"/>
                </a:lnTo>
                <a:lnTo>
                  <a:pt x="723900" y="200025"/>
                </a:lnTo>
                <a:close/>
                <a:moveTo>
                  <a:pt x="781050" y="190500"/>
                </a:moveTo>
                <a:lnTo>
                  <a:pt x="800100" y="190500"/>
                </a:lnTo>
                <a:lnTo>
                  <a:pt x="800100" y="200025"/>
                </a:lnTo>
                <a:lnTo>
                  <a:pt x="781050" y="200025"/>
                </a:lnTo>
                <a:close/>
                <a:moveTo>
                  <a:pt x="904875" y="190500"/>
                </a:moveTo>
                <a:lnTo>
                  <a:pt x="923925" y="190500"/>
                </a:lnTo>
                <a:lnTo>
                  <a:pt x="923925" y="200025"/>
                </a:lnTo>
                <a:lnTo>
                  <a:pt x="904875" y="200025"/>
                </a:lnTo>
                <a:close/>
                <a:moveTo>
                  <a:pt x="38100" y="200025"/>
                </a:moveTo>
                <a:lnTo>
                  <a:pt x="47625" y="200025"/>
                </a:lnTo>
                <a:lnTo>
                  <a:pt x="47625" y="228600"/>
                </a:lnTo>
                <a:lnTo>
                  <a:pt x="57150" y="228600"/>
                </a:lnTo>
                <a:lnTo>
                  <a:pt x="57150" y="238125"/>
                </a:lnTo>
                <a:lnTo>
                  <a:pt x="47625" y="238125"/>
                </a:lnTo>
                <a:lnTo>
                  <a:pt x="47625" y="257175"/>
                </a:lnTo>
                <a:lnTo>
                  <a:pt x="57150" y="257175"/>
                </a:lnTo>
                <a:lnTo>
                  <a:pt x="57150" y="238125"/>
                </a:lnTo>
                <a:lnTo>
                  <a:pt x="66675" y="238125"/>
                </a:lnTo>
                <a:lnTo>
                  <a:pt x="66675" y="257175"/>
                </a:lnTo>
                <a:lnTo>
                  <a:pt x="57150" y="257175"/>
                </a:lnTo>
                <a:lnTo>
                  <a:pt x="57150" y="266700"/>
                </a:lnTo>
                <a:lnTo>
                  <a:pt x="47625" y="266700"/>
                </a:lnTo>
                <a:lnTo>
                  <a:pt x="47625" y="285750"/>
                </a:lnTo>
                <a:lnTo>
                  <a:pt x="38100" y="285750"/>
                </a:lnTo>
                <a:lnTo>
                  <a:pt x="38100" y="257175"/>
                </a:lnTo>
                <a:lnTo>
                  <a:pt x="28575" y="257175"/>
                </a:lnTo>
                <a:lnTo>
                  <a:pt x="28575" y="247650"/>
                </a:lnTo>
                <a:lnTo>
                  <a:pt x="19050" y="247650"/>
                </a:lnTo>
                <a:lnTo>
                  <a:pt x="19050" y="238125"/>
                </a:lnTo>
                <a:lnTo>
                  <a:pt x="9525" y="238125"/>
                </a:lnTo>
                <a:lnTo>
                  <a:pt x="9525" y="228600"/>
                </a:lnTo>
                <a:lnTo>
                  <a:pt x="19050" y="228600"/>
                </a:lnTo>
                <a:lnTo>
                  <a:pt x="19050" y="219075"/>
                </a:lnTo>
                <a:lnTo>
                  <a:pt x="28575" y="219075"/>
                </a:lnTo>
                <a:lnTo>
                  <a:pt x="28575" y="209550"/>
                </a:lnTo>
                <a:lnTo>
                  <a:pt x="38100" y="209550"/>
                </a:lnTo>
                <a:close/>
                <a:moveTo>
                  <a:pt x="238125" y="209550"/>
                </a:moveTo>
                <a:lnTo>
                  <a:pt x="247650" y="209550"/>
                </a:lnTo>
                <a:lnTo>
                  <a:pt x="247650" y="228600"/>
                </a:lnTo>
                <a:lnTo>
                  <a:pt x="238125" y="228600"/>
                </a:lnTo>
                <a:close/>
                <a:moveTo>
                  <a:pt x="390525" y="209550"/>
                </a:moveTo>
                <a:lnTo>
                  <a:pt x="409575" y="209550"/>
                </a:lnTo>
                <a:lnTo>
                  <a:pt x="409575" y="219075"/>
                </a:lnTo>
                <a:lnTo>
                  <a:pt x="390525" y="219075"/>
                </a:lnTo>
                <a:close/>
                <a:moveTo>
                  <a:pt x="742950" y="209550"/>
                </a:moveTo>
                <a:lnTo>
                  <a:pt x="752475" y="209550"/>
                </a:lnTo>
                <a:lnTo>
                  <a:pt x="752475" y="219075"/>
                </a:lnTo>
                <a:lnTo>
                  <a:pt x="742950" y="219075"/>
                </a:lnTo>
                <a:close/>
                <a:moveTo>
                  <a:pt x="771525" y="209550"/>
                </a:moveTo>
                <a:lnTo>
                  <a:pt x="800100" y="209550"/>
                </a:lnTo>
                <a:lnTo>
                  <a:pt x="800100" y="219075"/>
                </a:lnTo>
                <a:lnTo>
                  <a:pt x="771525" y="219075"/>
                </a:lnTo>
                <a:close/>
                <a:moveTo>
                  <a:pt x="904875" y="209550"/>
                </a:moveTo>
                <a:lnTo>
                  <a:pt x="914400" y="209550"/>
                </a:lnTo>
                <a:lnTo>
                  <a:pt x="914400" y="219075"/>
                </a:lnTo>
                <a:lnTo>
                  <a:pt x="904875" y="219075"/>
                </a:lnTo>
                <a:close/>
                <a:moveTo>
                  <a:pt x="542925" y="219075"/>
                </a:moveTo>
                <a:lnTo>
                  <a:pt x="552450" y="219075"/>
                </a:lnTo>
                <a:lnTo>
                  <a:pt x="552450" y="228600"/>
                </a:lnTo>
                <a:lnTo>
                  <a:pt x="542925" y="228600"/>
                </a:lnTo>
                <a:close/>
                <a:moveTo>
                  <a:pt x="133350" y="228600"/>
                </a:moveTo>
                <a:lnTo>
                  <a:pt x="142875" y="228600"/>
                </a:lnTo>
                <a:lnTo>
                  <a:pt x="142875" y="238125"/>
                </a:lnTo>
                <a:lnTo>
                  <a:pt x="133350" y="238125"/>
                </a:lnTo>
                <a:close/>
                <a:moveTo>
                  <a:pt x="1190625" y="228600"/>
                </a:moveTo>
                <a:lnTo>
                  <a:pt x="1209675" y="228600"/>
                </a:lnTo>
                <a:lnTo>
                  <a:pt x="1209675" y="247650"/>
                </a:lnTo>
                <a:lnTo>
                  <a:pt x="1171575" y="247650"/>
                </a:lnTo>
                <a:lnTo>
                  <a:pt x="1171575" y="238125"/>
                </a:lnTo>
                <a:lnTo>
                  <a:pt x="1190625" y="238125"/>
                </a:lnTo>
                <a:close/>
                <a:moveTo>
                  <a:pt x="190500" y="238125"/>
                </a:moveTo>
                <a:lnTo>
                  <a:pt x="200025" y="238125"/>
                </a:lnTo>
                <a:lnTo>
                  <a:pt x="200025" y="228600"/>
                </a:lnTo>
                <a:lnTo>
                  <a:pt x="190500" y="228600"/>
                </a:lnTo>
                <a:close/>
                <a:moveTo>
                  <a:pt x="1104900" y="238125"/>
                </a:moveTo>
                <a:lnTo>
                  <a:pt x="1114425" y="238125"/>
                </a:lnTo>
                <a:lnTo>
                  <a:pt x="1114425" y="247650"/>
                </a:lnTo>
                <a:lnTo>
                  <a:pt x="1104900" y="247650"/>
                </a:lnTo>
                <a:close/>
                <a:moveTo>
                  <a:pt x="1123950" y="238125"/>
                </a:moveTo>
                <a:lnTo>
                  <a:pt x="1133475" y="238125"/>
                </a:lnTo>
                <a:lnTo>
                  <a:pt x="1133475" y="247650"/>
                </a:lnTo>
                <a:lnTo>
                  <a:pt x="1123950" y="247650"/>
                </a:lnTo>
                <a:close/>
                <a:moveTo>
                  <a:pt x="247650" y="247650"/>
                </a:moveTo>
                <a:lnTo>
                  <a:pt x="257175" y="247650"/>
                </a:lnTo>
                <a:lnTo>
                  <a:pt x="257175" y="266700"/>
                </a:lnTo>
                <a:lnTo>
                  <a:pt x="247650" y="266700"/>
                </a:lnTo>
                <a:close/>
                <a:moveTo>
                  <a:pt x="266700" y="257175"/>
                </a:moveTo>
                <a:lnTo>
                  <a:pt x="371475" y="257175"/>
                </a:lnTo>
                <a:lnTo>
                  <a:pt x="371475" y="295275"/>
                </a:lnTo>
                <a:lnTo>
                  <a:pt x="361950" y="295275"/>
                </a:lnTo>
                <a:lnTo>
                  <a:pt x="361950" y="304800"/>
                </a:lnTo>
                <a:lnTo>
                  <a:pt x="371475" y="304800"/>
                </a:lnTo>
                <a:lnTo>
                  <a:pt x="371475" y="333375"/>
                </a:lnTo>
                <a:lnTo>
                  <a:pt x="352425" y="333375"/>
                </a:lnTo>
                <a:lnTo>
                  <a:pt x="352425" y="323850"/>
                </a:lnTo>
                <a:lnTo>
                  <a:pt x="342900" y="323850"/>
                </a:lnTo>
                <a:lnTo>
                  <a:pt x="342900" y="333375"/>
                </a:lnTo>
                <a:lnTo>
                  <a:pt x="276225" y="333375"/>
                </a:lnTo>
                <a:lnTo>
                  <a:pt x="276225" y="323850"/>
                </a:lnTo>
                <a:lnTo>
                  <a:pt x="266700" y="323850"/>
                </a:lnTo>
                <a:lnTo>
                  <a:pt x="266700" y="304800"/>
                </a:lnTo>
                <a:lnTo>
                  <a:pt x="247650" y="304800"/>
                </a:lnTo>
                <a:lnTo>
                  <a:pt x="247650" y="285750"/>
                </a:lnTo>
                <a:lnTo>
                  <a:pt x="266700" y="285750"/>
                </a:lnTo>
                <a:close/>
                <a:moveTo>
                  <a:pt x="381000" y="257175"/>
                </a:moveTo>
                <a:lnTo>
                  <a:pt x="390525" y="257175"/>
                </a:lnTo>
                <a:lnTo>
                  <a:pt x="390525" y="266700"/>
                </a:lnTo>
                <a:lnTo>
                  <a:pt x="381000" y="266700"/>
                </a:lnTo>
                <a:close/>
                <a:moveTo>
                  <a:pt x="438150" y="257175"/>
                </a:moveTo>
                <a:lnTo>
                  <a:pt x="447675" y="257175"/>
                </a:lnTo>
                <a:lnTo>
                  <a:pt x="447675" y="266700"/>
                </a:lnTo>
                <a:lnTo>
                  <a:pt x="457200" y="266700"/>
                </a:lnTo>
                <a:lnTo>
                  <a:pt x="457200" y="257175"/>
                </a:lnTo>
                <a:lnTo>
                  <a:pt x="514350" y="257175"/>
                </a:lnTo>
                <a:lnTo>
                  <a:pt x="514350" y="266700"/>
                </a:lnTo>
                <a:lnTo>
                  <a:pt x="523875" y="266700"/>
                </a:lnTo>
                <a:lnTo>
                  <a:pt x="523875" y="276225"/>
                </a:lnTo>
                <a:lnTo>
                  <a:pt x="542925" y="276225"/>
                </a:lnTo>
                <a:lnTo>
                  <a:pt x="542925" y="295275"/>
                </a:lnTo>
                <a:lnTo>
                  <a:pt x="533400" y="295275"/>
                </a:lnTo>
                <a:lnTo>
                  <a:pt x="533400" y="323850"/>
                </a:lnTo>
                <a:lnTo>
                  <a:pt x="523875" y="323850"/>
                </a:lnTo>
                <a:lnTo>
                  <a:pt x="523875" y="333375"/>
                </a:lnTo>
                <a:lnTo>
                  <a:pt x="504825" y="333375"/>
                </a:lnTo>
                <a:lnTo>
                  <a:pt x="504825" y="323850"/>
                </a:lnTo>
                <a:lnTo>
                  <a:pt x="495300" y="323850"/>
                </a:lnTo>
                <a:lnTo>
                  <a:pt x="495300" y="295275"/>
                </a:lnTo>
                <a:lnTo>
                  <a:pt x="485775" y="295275"/>
                </a:lnTo>
                <a:lnTo>
                  <a:pt x="485775" y="304800"/>
                </a:lnTo>
                <a:lnTo>
                  <a:pt x="476250" y="304800"/>
                </a:lnTo>
                <a:lnTo>
                  <a:pt x="476250" y="323850"/>
                </a:lnTo>
                <a:lnTo>
                  <a:pt x="466725" y="323850"/>
                </a:lnTo>
                <a:lnTo>
                  <a:pt x="466725" y="333375"/>
                </a:lnTo>
                <a:lnTo>
                  <a:pt x="447675" y="333375"/>
                </a:lnTo>
                <a:lnTo>
                  <a:pt x="447675" y="323850"/>
                </a:lnTo>
                <a:lnTo>
                  <a:pt x="438150" y="323850"/>
                </a:lnTo>
                <a:close/>
                <a:moveTo>
                  <a:pt x="542925" y="257175"/>
                </a:moveTo>
                <a:lnTo>
                  <a:pt x="561975" y="257175"/>
                </a:lnTo>
                <a:lnTo>
                  <a:pt x="561975" y="266700"/>
                </a:lnTo>
                <a:lnTo>
                  <a:pt x="542925" y="266700"/>
                </a:lnTo>
                <a:close/>
                <a:moveTo>
                  <a:pt x="276225" y="295275"/>
                </a:moveTo>
                <a:lnTo>
                  <a:pt x="295275" y="295275"/>
                </a:lnTo>
                <a:lnTo>
                  <a:pt x="295275" y="276225"/>
                </a:lnTo>
                <a:lnTo>
                  <a:pt x="276225" y="276225"/>
                </a:lnTo>
                <a:close/>
                <a:moveTo>
                  <a:pt x="266700" y="390525"/>
                </a:moveTo>
                <a:lnTo>
                  <a:pt x="323850" y="390525"/>
                </a:lnTo>
                <a:lnTo>
                  <a:pt x="323850" y="400050"/>
                </a:lnTo>
                <a:lnTo>
                  <a:pt x="333375" y="400050"/>
                </a:lnTo>
                <a:lnTo>
                  <a:pt x="333375" y="390525"/>
                </a:lnTo>
                <a:lnTo>
                  <a:pt x="381000" y="390525"/>
                </a:lnTo>
                <a:lnTo>
                  <a:pt x="381000" y="419100"/>
                </a:lnTo>
                <a:lnTo>
                  <a:pt x="361950" y="419100"/>
                </a:lnTo>
                <a:lnTo>
                  <a:pt x="361950" y="438150"/>
                </a:lnTo>
                <a:lnTo>
                  <a:pt x="342900" y="438150"/>
                </a:lnTo>
                <a:lnTo>
                  <a:pt x="342900" y="447675"/>
                </a:lnTo>
                <a:lnTo>
                  <a:pt x="361950" y="447675"/>
                </a:lnTo>
                <a:lnTo>
                  <a:pt x="361950" y="457200"/>
                </a:lnTo>
                <a:lnTo>
                  <a:pt x="352425" y="457200"/>
                </a:lnTo>
                <a:lnTo>
                  <a:pt x="352425" y="466725"/>
                </a:lnTo>
                <a:lnTo>
                  <a:pt x="342900" y="466725"/>
                </a:lnTo>
                <a:lnTo>
                  <a:pt x="342900" y="485775"/>
                </a:lnTo>
                <a:lnTo>
                  <a:pt x="285750" y="485775"/>
                </a:lnTo>
                <a:lnTo>
                  <a:pt x="285750" y="476250"/>
                </a:lnTo>
                <a:lnTo>
                  <a:pt x="295275" y="476250"/>
                </a:lnTo>
                <a:lnTo>
                  <a:pt x="295275" y="466725"/>
                </a:lnTo>
                <a:lnTo>
                  <a:pt x="285750" y="466725"/>
                </a:lnTo>
                <a:lnTo>
                  <a:pt x="285750" y="457200"/>
                </a:lnTo>
                <a:lnTo>
                  <a:pt x="266700" y="457200"/>
                </a:lnTo>
                <a:lnTo>
                  <a:pt x="266700" y="447675"/>
                </a:lnTo>
                <a:lnTo>
                  <a:pt x="257175" y="447675"/>
                </a:lnTo>
                <a:lnTo>
                  <a:pt x="257175" y="428625"/>
                </a:lnTo>
                <a:lnTo>
                  <a:pt x="247650" y="428625"/>
                </a:lnTo>
                <a:lnTo>
                  <a:pt x="247650" y="400050"/>
                </a:lnTo>
                <a:lnTo>
                  <a:pt x="266700" y="400050"/>
                </a:lnTo>
                <a:close/>
                <a:moveTo>
                  <a:pt x="981075" y="390525"/>
                </a:moveTo>
                <a:lnTo>
                  <a:pt x="990600" y="390525"/>
                </a:lnTo>
                <a:lnTo>
                  <a:pt x="990600" y="400050"/>
                </a:lnTo>
                <a:lnTo>
                  <a:pt x="1000125" y="400050"/>
                </a:lnTo>
                <a:lnTo>
                  <a:pt x="1000125" y="419100"/>
                </a:lnTo>
                <a:lnTo>
                  <a:pt x="990600" y="419100"/>
                </a:lnTo>
                <a:lnTo>
                  <a:pt x="990600" y="438150"/>
                </a:lnTo>
                <a:lnTo>
                  <a:pt x="981075" y="438150"/>
                </a:lnTo>
                <a:lnTo>
                  <a:pt x="981075" y="428625"/>
                </a:lnTo>
                <a:lnTo>
                  <a:pt x="971550" y="428625"/>
                </a:lnTo>
                <a:lnTo>
                  <a:pt x="971550" y="400050"/>
                </a:lnTo>
                <a:lnTo>
                  <a:pt x="981075" y="400050"/>
                </a:lnTo>
                <a:close/>
                <a:moveTo>
                  <a:pt x="838200" y="400050"/>
                </a:moveTo>
                <a:lnTo>
                  <a:pt x="847725" y="400050"/>
                </a:lnTo>
                <a:lnTo>
                  <a:pt x="847725" y="438150"/>
                </a:lnTo>
                <a:lnTo>
                  <a:pt x="838200" y="438150"/>
                </a:lnTo>
                <a:lnTo>
                  <a:pt x="838200" y="457200"/>
                </a:lnTo>
                <a:lnTo>
                  <a:pt x="828675" y="457200"/>
                </a:lnTo>
                <a:lnTo>
                  <a:pt x="828675" y="447675"/>
                </a:lnTo>
                <a:lnTo>
                  <a:pt x="819150" y="447675"/>
                </a:lnTo>
                <a:lnTo>
                  <a:pt x="819150" y="409575"/>
                </a:lnTo>
                <a:lnTo>
                  <a:pt x="838200" y="409575"/>
                </a:lnTo>
                <a:close/>
                <a:moveTo>
                  <a:pt x="857250" y="409575"/>
                </a:moveTo>
                <a:lnTo>
                  <a:pt x="866775" y="409575"/>
                </a:lnTo>
                <a:lnTo>
                  <a:pt x="866775" y="419100"/>
                </a:lnTo>
                <a:lnTo>
                  <a:pt x="876300" y="419100"/>
                </a:lnTo>
                <a:lnTo>
                  <a:pt x="876300" y="428625"/>
                </a:lnTo>
                <a:lnTo>
                  <a:pt x="857250" y="428625"/>
                </a:lnTo>
                <a:close/>
                <a:moveTo>
                  <a:pt x="333375" y="428625"/>
                </a:moveTo>
                <a:lnTo>
                  <a:pt x="342900" y="428625"/>
                </a:lnTo>
                <a:lnTo>
                  <a:pt x="342900" y="409575"/>
                </a:lnTo>
                <a:lnTo>
                  <a:pt x="323850" y="409575"/>
                </a:lnTo>
                <a:lnTo>
                  <a:pt x="323850" y="419100"/>
                </a:lnTo>
                <a:lnTo>
                  <a:pt x="314325" y="419100"/>
                </a:lnTo>
                <a:lnTo>
                  <a:pt x="314325" y="447675"/>
                </a:lnTo>
                <a:lnTo>
                  <a:pt x="323850" y="447675"/>
                </a:lnTo>
                <a:lnTo>
                  <a:pt x="323850" y="438150"/>
                </a:lnTo>
                <a:lnTo>
                  <a:pt x="333375" y="438150"/>
                </a:lnTo>
                <a:close/>
                <a:moveTo>
                  <a:pt x="600075" y="428625"/>
                </a:moveTo>
                <a:lnTo>
                  <a:pt x="609600" y="428625"/>
                </a:lnTo>
                <a:lnTo>
                  <a:pt x="609600" y="438150"/>
                </a:lnTo>
                <a:lnTo>
                  <a:pt x="600075" y="438150"/>
                </a:lnTo>
                <a:close/>
                <a:moveTo>
                  <a:pt x="619125" y="428625"/>
                </a:moveTo>
                <a:lnTo>
                  <a:pt x="628650" y="428625"/>
                </a:lnTo>
                <a:lnTo>
                  <a:pt x="628650" y="438150"/>
                </a:lnTo>
                <a:lnTo>
                  <a:pt x="657225" y="438150"/>
                </a:lnTo>
                <a:lnTo>
                  <a:pt x="657225" y="447675"/>
                </a:lnTo>
                <a:lnTo>
                  <a:pt x="666750" y="447675"/>
                </a:lnTo>
                <a:lnTo>
                  <a:pt x="666750" y="457200"/>
                </a:lnTo>
                <a:lnTo>
                  <a:pt x="676275" y="457200"/>
                </a:lnTo>
                <a:lnTo>
                  <a:pt x="676275" y="447675"/>
                </a:lnTo>
                <a:lnTo>
                  <a:pt x="685800" y="447675"/>
                </a:lnTo>
                <a:lnTo>
                  <a:pt x="685800" y="457200"/>
                </a:lnTo>
                <a:lnTo>
                  <a:pt x="676275" y="457200"/>
                </a:lnTo>
                <a:lnTo>
                  <a:pt x="676275" y="466725"/>
                </a:lnTo>
                <a:lnTo>
                  <a:pt x="666750" y="466725"/>
                </a:lnTo>
                <a:lnTo>
                  <a:pt x="666750" y="476250"/>
                </a:lnTo>
                <a:lnTo>
                  <a:pt x="647700" y="476250"/>
                </a:lnTo>
                <a:lnTo>
                  <a:pt x="647700" y="466725"/>
                </a:lnTo>
                <a:lnTo>
                  <a:pt x="657225" y="466725"/>
                </a:lnTo>
                <a:lnTo>
                  <a:pt x="657225" y="457200"/>
                </a:lnTo>
                <a:lnTo>
                  <a:pt x="638175" y="457200"/>
                </a:lnTo>
                <a:lnTo>
                  <a:pt x="638175" y="447675"/>
                </a:lnTo>
                <a:lnTo>
                  <a:pt x="619125" y="447675"/>
                </a:lnTo>
                <a:close/>
                <a:moveTo>
                  <a:pt x="1190625" y="428625"/>
                </a:moveTo>
                <a:lnTo>
                  <a:pt x="1200150" y="428625"/>
                </a:lnTo>
                <a:lnTo>
                  <a:pt x="1200150" y="438150"/>
                </a:lnTo>
                <a:lnTo>
                  <a:pt x="1190625" y="438150"/>
                </a:lnTo>
                <a:close/>
                <a:moveTo>
                  <a:pt x="266700" y="447675"/>
                </a:moveTo>
                <a:lnTo>
                  <a:pt x="276225" y="447675"/>
                </a:lnTo>
                <a:lnTo>
                  <a:pt x="276225" y="438150"/>
                </a:lnTo>
                <a:lnTo>
                  <a:pt x="266700" y="438150"/>
                </a:lnTo>
                <a:close/>
                <a:moveTo>
                  <a:pt x="1200150" y="466725"/>
                </a:moveTo>
                <a:lnTo>
                  <a:pt x="1209675" y="466725"/>
                </a:lnTo>
                <a:lnTo>
                  <a:pt x="1209675" y="495300"/>
                </a:lnTo>
                <a:lnTo>
                  <a:pt x="1200150" y="495300"/>
                </a:lnTo>
                <a:close/>
                <a:moveTo>
                  <a:pt x="666750" y="476250"/>
                </a:moveTo>
                <a:lnTo>
                  <a:pt x="676275" y="476250"/>
                </a:lnTo>
                <a:lnTo>
                  <a:pt x="676275" y="485775"/>
                </a:lnTo>
                <a:lnTo>
                  <a:pt x="666750" y="485775"/>
                </a:lnTo>
                <a:close/>
                <a:moveTo>
                  <a:pt x="704850" y="514350"/>
                </a:moveTo>
                <a:lnTo>
                  <a:pt x="714375" y="514350"/>
                </a:lnTo>
                <a:lnTo>
                  <a:pt x="714375" y="523875"/>
                </a:lnTo>
                <a:lnTo>
                  <a:pt x="723900" y="523875"/>
                </a:lnTo>
                <a:lnTo>
                  <a:pt x="723900" y="533400"/>
                </a:lnTo>
                <a:lnTo>
                  <a:pt x="704850" y="533400"/>
                </a:lnTo>
                <a:close/>
                <a:moveTo>
                  <a:pt x="495300" y="523875"/>
                </a:moveTo>
                <a:lnTo>
                  <a:pt x="514350" y="523875"/>
                </a:lnTo>
                <a:lnTo>
                  <a:pt x="514350" y="533400"/>
                </a:lnTo>
                <a:lnTo>
                  <a:pt x="495300" y="533400"/>
                </a:lnTo>
                <a:close/>
                <a:moveTo>
                  <a:pt x="657225" y="523875"/>
                </a:moveTo>
                <a:lnTo>
                  <a:pt x="676275" y="523875"/>
                </a:lnTo>
                <a:lnTo>
                  <a:pt x="676275" y="533400"/>
                </a:lnTo>
                <a:lnTo>
                  <a:pt x="685800" y="533400"/>
                </a:lnTo>
                <a:lnTo>
                  <a:pt x="685800" y="542925"/>
                </a:lnTo>
                <a:lnTo>
                  <a:pt x="704850" y="542925"/>
                </a:lnTo>
                <a:lnTo>
                  <a:pt x="704850" y="590550"/>
                </a:lnTo>
                <a:lnTo>
                  <a:pt x="695325" y="590550"/>
                </a:lnTo>
                <a:lnTo>
                  <a:pt x="695325" y="619125"/>
                </a:lnTo>
                <a:lnTo>
                  <a:pt x="685800" y="619125"/>
                </a:lnTo>
                <a:lnTo>
                  <a:pt x="685800" y="628650"/>
                </a:lnTo>
                <a:lnTo>
                  <a:pt x="657225" y="628650"/>
                </a:lnTo>
                <a:lnTo>
                  <a:pt x="657225" y="619125"/>
                </a:lnTo>
                <a:lnTo>
                  <a:pt x="666750" y="619125"/>
                </a:lnTo>
                <a:lnTo>
                  <a:pt x="666750" y="609600"/>
                </a:lnTo>
                <a:lnTo>
                  <a:pt x="657225" y="609600"/>
                </a:lnTo>
                <a:lnTo>
                  <a:pt x="657225" y="600075"/>
                </a:lnTo>
                <a:lnTo>
                  <a:pt x="666750" y="600075"/>
                </a:lnTo>
                <a:lnTo>
                  <a:pt x="666750" y="590550"/>
                </a:lnTo>
                <a:lnTo>
                  <a:pt x="685800" y="590550"/>
                </a:lnTo>
                <a:lnTo>
                  <a:pt x="685800" y="571500"/>
                </a:lnTo>
                <a:lnTo>
                  <a:pt x="657225" y="571500"/>
                </a:lnTo>
                <a:lnTo>
                  <a:pt x="657225" y="552450"/>
                </a:lnTo>
                <a:lnTo>
                  <a:pt x="638175" y="552450"/>
                </a:lnTo>
                <a:lnTo>
                  <a:pt x="638175" y="542925"/>
                </a:lnTo>
                <a:lnTo>
                  <a:pt x="628650" y="542925"/>
                </a:lnTo>
                <a:lnTo>
                  <a:pt x="628650" y="533400"/>
                </a:lnTo>
                <a:lnTo>
                  <a:pt x="657225" y="533400"/>
                </a:lnTo>
                <a:close/>
                <a:moveTo>
                  <a:pt x="514350" y="533400"/>
                </a:moveTo>
                <a:lnTo>
                  <a:pt x="533400" y="533400"/>
                </a:lnTo>
                <a:lnTo>
                  <a:pt x="533400" y="542925"/>
                </a:lnTo>
                <a:lnTo>
                  <a:pt x="514350" y="542925"/>
                </a:lnTo>
                <a:close/>
                <a:moveTo>
                  <a:pt x="1181100" y="533400"/>
                </a:moveTo>
                <a:lnTo>
                  <a:pt x="1209675" y="533400"/>
                </a:lnTo>
                <a:lnTo>
                  <a:pt x="1209675" y="542925"/>
                </a:lnTo>
                <a:lnTo>
                  <a:pt x="1200150" y="542925"/>
                </a:lnTo>
                <a:lnTo>
                  <a:pt x="1200150" y="581025"/>
                </a:lnTo>
                <a:lnTo>
                  <a:pt x="1209675" y="581025"/>
                </a:lnTo>
                <a:lnTo>
                  <a:pt x="1209675" y="628650"/>
                </a:lnTo>
                <a:lnTo>
                  <a:pt x="1200150" y="628650"/>
                </a:lnTo>
                <a:lnTo>
                  <a:pt x="1200150" y="638175"/>
                </a:lnTo>
                <a:lnTo>
                  <a:pt x="1181100" y="638175"/>
                </a:lnTo>
                <a:lnTo>
                  <a:pt x="1181100" y="619125"/>
                </a:lnTo>
                <a:lnTo>
                  <a:pt x="1190625" y="619125"/>
                </a:lnTo>
                <a:lnTo>
                  <a:pt x="1190625" y="590550"/>
                </a:lnTo>
                <a:lnTo>
                  <a:pt x="1181100" y="590550"/>
                </a:lnTo>
                <a:lnTo>
                  <a:pt x="1181100" y="581025"/>
                </a:lnTo>
                <a:lnTo>
                  <a:pt x="1162050" y="581025"/>
                </a:lnTo>
                <a:lnTo>
                  <a:pt x="1162050" y="542925"/>
                </a:lnTo>
                <a:lnTo>
                  <a:pt x="1181100" y="542925"/>
                </a:lnTo>
                <a:close/>
                <a:moveTo>
                  <a:pt x="533400" y="542925"/>
                </a:moveTo>
                <a:lnTo>
                  <a:pt x="542925" y="542925"/>
                </a:lnTo>
                <a:lnTo>
                  <a:pt x="542925" y="561975"/>
                </a:lnTo>
                <a:lnTo>
                  <a:pt x="533400" y="561975"/>
                </a:lnTo>
                <a:close/>
                <a:moveTo>
                  <a:pt x="600075" y="552450"/>
                </a:moveTo>
                <a:lnTo>
                  <a:pt x="609600" y="552450"/>
                </a:lnTo>
                <a:lnTo>
                  <a:pt x="609600" y="571500"/>
                </a:lnTo>
                <a:lnTo>
                  <a:pt x="600075" y="571500"/>
                </a:lnTo>
                <a:close/>
                <a:moveTo>
                  <a:pt x="619125" y="561975"/>
                </a:moveTo>
                <a:lnTo>
                  <a:pt x="638175" y="561975"/>
                </a:lnTo>
                <a:lnTo>
                  <a:pt x="638175" y="581025"/>
                </a:lnTo>
                <a:lnTo>
                  <a:pt x="609600" y="581025"/>
                </a:lnTo>
                <a:lnTo>
                  <a:pt x="609600" y="571500"/>
                </a:lnTo>
                <a:lnTo>
                  <a:pt x="619125" y="571500"/>
                </a:lnTo>
                <a:close/>
                <a:moveTo>
                  <a:pt x="638175" y="581025"/>
                </a:moveTo>
                <a:lnTo>
                  <a:pt x="647700" y="581025"/>
                </a:lnTo>
                <a:lnTo>
                  <a:pt x="647700" y="590550"/>
                </a:lnTo>
                <a:lnTo>
                  <a:pt x="638175" y="590550"/>
                </a:lnTo>
                <a:close/>
                <a:moveTo>
                  <a:pt x="171450" y="590550"/>
                </a:moveTo>
                <a:lnTo>
                  <a:pt x="190500" y="590550"/>
                </a:lnTo>
                <a:lnTo>
                  <a:pt x="190500" y="600075"/>
                </a:lnTo>
                <a:lnTo>
                  <a:pt x="209550" y="600075"/>
                </a:lnTo>
                <a:lnTo>
                  <a:pt x="209550" y="609600"/>
                </a:lnTo>
                <a:lnTo>
                  <a:pt x="190500" y="609600"/>
                </a:lnTo>
                <a:lnTo>
                  <a:pt x="190500" y="628650"/>
                </a:lnTo>
                <a:lnTo>
                  <a:pt x="171450" y="628650"/>
                </a:lnTo>
                <a:lnTo>
                  <a:pt x="171450" y="619125"/>
                </a:lnTo>
                <a:lnTo>
                  <a:pt x="161925" y="619125"/>
                </a:lnTo>
                <a:lnTo>
                  <a:pt x="161925" y="600075"/>
                </a:lnTo>
                <a:lnTo>
                  <a:pt x="171450" y="600075"/>
                </a:lnTo>
                <a:close/>
                <a:moveTo>
                  <a:pt x="1143000" y="590550"/>
                </a:moveTo>
                <a:lnTo>
                  <a:pt x="1162050" y="590550"/>
                </a:lnTo>
                <a:lnTo>
                  <a:pt x="1162050" y="600075"/>
                </a:lnTo>
                <a:lnTo>
                  <a:pt x="1152525" y="600075"/>
                </a:lnTo>
                <a:lnTo>
                  <a:pt x="1152525" y="609600"/>
                </a:lnTo>
                <a:lnTo>
                  <a:pt x="1133475" y="609600"/>
                </a:lnTo>
                <a:lnTo>
                  <a:pt x="1133475" y="600075"/>
                </a:lnTo>
                <a:lnTo>
                  <a:pt x="1143000" y="600075"/>
                </a:lnTo>
                <a:close/>
                <a:moveTo>
                  <a:pt x="419100" y="609600"/>
                </a:moveTo>
                <a:lnTo>
                  <a:pt x="428625" y="609600"/>
                </a:lnTo>
                <a:lnTo>
                  <a:pt x="428625" y="619125"/>
                </a:lnTo>
                <a:lnTo>
                  <a:pt x="438150" y="619125"/>
                </a:lnTo>
                <a:lnTo>
                  <a:pt x="438150" y="609600"/>
                </a:lnTo>
                <a:lnTo>
                  <a:pt x="457200" y="609600"/>
                </a:lnTo>
                <a:lnTo>
                  <a:pt x="457200" y="619125"/>
                </a:lnTo>
                <a:lnTo>
                  <a:pt x="495300" y="619125"/>
                </a:lnTo>
                <a:lnTo>
                  <a:pt x="495300" y="638175"/>
                </a:lnTo>
                <a:lnTo>
                  <a:pt x="504825" y="638175"/>
                </a:lnTo>
                <a:lnTo>
                  <a:pt x="504825" y="647700"/>
                </a:lnTo>
                <a:lnTo>
                  <a:pt x="476250" y="647700"/>
                </a:lnTo>
                <a:lnTo>
                  <a:pt x="476250" y="638175"/>
                </a:lnTo>
                <a:lnTo>
                  <a:pt x="447675" y="638175"/>
                </a:lnTo>
                <a:lnTo>
                  <a:pt x="447675" y="619125"/>
                </a:lnTo>
                <a:lnTo>
                  <a:pt x="438150" y="619125"/>
                </a:lnTo>
                <a:lnTo>
                  <a:pt x="438150" y="638175"/>
                </a:lnTo>
                <a:lnTo>
                  <a:pt x="428625" y="638175"/>
                </a:lnTo>
                <a:lnTo>
                  <a:pt x="428625" y="628650"/>
                </a:lnTo>
                <a:lnTo>
                  <a:pt x="419100" y="628650"/>
                </a:lnTo>
                <a:close/>
                <a:moveTo>
                  <a:pt x="676275" y="609600"/>
                </a:moveTo>
                <a:lnTo>
                  <a:pt x="685800" y="609600"/>
                </a:lnTo>
                <a:lnTo>
                  <a:pt x="685800" y="600075"/>
                </a:lnTo>
                <a:lnTo>
                  <a:pt x="676275" y="600075"/>
                </a:lnTo>
                <a:close/>
                <a:moveTo>
                  <a:pt x="1085850" y="609600"/>
                </a:moveTo>
                <a:lnTo>
                  <a:pt x="1104900" y="609600"/>
                </a:lnTo>
                <a:lnTo>
                  <a:pt x="1104900" y="619125"/>
                </a:lnTo>
                <a:lnTo>
                  <a:pt x="1095375" y="619125"/>
                </a:lnTo>
                <a:lnTo>
                  <a:pt x="1095375" y="638175"/>
                </a:lnTo>
                <a:lnTo>
                  <a:pt x="1085850" y="638175"/>
                </a:lnTo>
                <a:close/>
                <a:moveTo>
                  <a:pt x="66675" y="619125"/>
                </a:moveTo>
                <a:lnTo>
                  <a:pt x="76200" y="619125"/>
                </a:lnTo>
                <a:lnTo>
                  <a:pt x="76200" y="628650"/>
                </a:lnTo>
                <a:lnTo>
                  <a:pt x="66675" y="628650"/>
                </a:lnTo>
                <a:close/>
                <a:moveTo>
                  <a:pt x="1076325" y="647700"/>
                </a:moveTo>
                <a:lnTo>
                  <a:pt x="1085850" y="647700"/>
                </a:lnTo>
                <a:lnTo>
                  <a:pt x="1085850" y="657225"/>
                </a:lnTo>
                <a:lnTo>
                  <a:pt x="1076325" y="657225"/>
                </a:lnTo>
                <a:close/>
                <a:moveTo>
                  <a:pt x="1085850" y="657225"/>
                </a:moveTo>
                <a:lnTo>
                  <a:pt x="1104900" y="657225"/>
                </a:lnTo>
                <a:lnTo>
                  <a:pt x="1104900" y="666750"/>
                </a:lnTo>
                <a:lnTo>
                  <a:pt x="1123950" y="666750"/>
                </a:lnTo>
                <a:lnTo>
                  <a:pt x="1123950" y="676275"/>
                </a:lnTo>
                <a:lnTo>
                  <a:pt x="1133475" y="676275"/>
                </a:lnTo>
                <a:lnTo>
                  <a:pt x="1133475" y="685800"/>
                </a:lnTo>
                <a:lnTo>
                  <a:pt x="1114425" y="685800"/>
                </a:lnTo>
                <a:lnTo>
                  <a:pt x="1114425" y="676275"/>
                </a:lnTo>
                <a:lnTo>
                  <a:pt x="1095375" y="676275"/>
                </a:lnTo>
                <a:lnTo>
                  <a:pt x="1095375" y="685800"/>
                </a:lnTo>
                <a:lnTo>
                  <a:pt x="1085850" y="685800"/>
                </a:lnTo>
                <a:close/>
                <a:moveTo>
                  <a:pt x="1181100" y="666750"/>
                </a:moveTo>
                <a:lnTo>
                  <a:pt x="1190625" y="666750"/>
                </a:lnTo>
                <a:lnTo>
                  <a:pt x="1190625" y="676275"/>
                </a:lnTo>
                <a:lnTo>
                  <a:pt x="1200150" y="676275"/>
                </a:lnTo>
                <a:lnTo>
                  <a:pt x="1200150" y="695325"/>
                </a:lnTo>
                <a:lnTo>
                  <a:pt x="1181100" y="695325"/>
                </a:lnTo>
                <a:close/>
                <a:moveTo>
                  <a:pt x="57150" y="676275"/>
                </a:moveTo>
                <a:lnTo>
                  <a:pt x="76200" y="676275"/>
                </a:lnTo>
                <a:lnTo>
                  <a:pt x="76200" y="685800"/>
                </a:lnTo>
                <a:lnTo>
                  <a:pt x="57150" y="685800"/>
                </a:lnTo>
                <a:close/>
                <a:moveTo>
                  <a:pt x="1076325" y="685800"/>
                </a:moveTo>
                <a:lnTo>
                  <a:pt x="1085850" y="685800"/>
                </a:lnTo>
                <a:lnTo>
                  <a:pt x="1085850" y="714375"/>
                </a:lnTo>
                <a:lnTo>
                  <a:pt x="1076325" y="714375"/>
                </a:lnTo>
                <a:lnTo>
                  <a:pt x="1076325" y="723900"/>
                </a:lnTo>
                <a:lnTo>
                  <a:pt x="1085850" y="723900"/>
                </a:lnTo>
                <a:lnTo>
                  <a:pt x="1085850" y="733425"/>
                </a:lnTo>
                <a:lnTo>
                  <a:pt x="1076325" y="733425"/>
                </a:lnTo>
                <a:lnTo>
                  <a:pt x="1076325" y="752475"/>
                </a:lnTo>
                <a:lnTo>
                  <a:pt x="1066800" y="752475"/>
                </a:lnTo>
                <a:lnTo>
                  <a:pt x="1066800" y="742950"/>
                </a:lnTo>
                <a:lnTo>
                  <a:pt x="1028700" y="742950"/>
                </a:lnTo>
                <a:lnTo>
                  <a:pt x="1028700" y="733425"/>
                </a:lnTo>
                <a:lnTo>
                  <a:pt x="1047750" y="733425"/>
                </a:lnTo>
                <a:lnTo>
                  <a:pt x="1047750" y="723900"/>
                </a:lnTo>
                <a:lnTo>
                  <a:pt x="1057275" y="723900"/>
                </a:lnTo>
                <a:lnTo>
                  <a:pt x="1057275" y="704850"/>
                </a:lnTo>
                <a:lnTo>
                  <a:pt x="1076325" y="704850"/>
                </a:lnTo>
                <a:close/>
                <a:moveTo>
                  <a:pt x="600075" y="695325"/>
                </a:moveTo>
                <a:lnTo>
                  <a:pt x="609600" y="695325"/>
                </a:lnTo>
                <a:lnTo>
                  <a:pt x="609600" y="714375"/>
                </a:lnTo>
                <a:lnTo>
                  <a:pt x="590550" y="714375"/>
                </a:lnTo>
                <a:lnTo>
                  <a:pt x="590550" y="704850"/>
                </a:lnTo>
                <a:lnTo>
                  <a:pt x="600075" y="704850"/>
                </a:lnTo>
                <a:close/>
                <a:moveTo>
                  <a:pt x="219075" y="704850"/>
                </a:moveTo>
                <a:lnTo>
                  <a:pt x="228600" y="704850"/>
                </a:lnTo>
                <a:lnTo>
                  <a:pt x="228600" y="714375"/>
                </a:lnTo>
                <a:lnTo>
                  <a:pt x="219075" y="714375"/>
                </a:lnTo>
                <a:close/>
                <a:moveTo>
                  <a:pt x="276225" y="704850"/>
                </a:moveTo>
                <a:lnTo>
                  <a:pt x="285750" y="704850"/>
                </a:lnTo>
                <a:lnTo>
                  <a:pt x="285750" y="714375"/>
                </a:lnTo>
                <a:lnTo>
                  <a:pt x="276225" y="714375"/>
                </a:lnTo>
                <a:close/>
                <a:moveTo>
                  <a:pt x="219075" y="723900"/>
                </a:moveTo>
                <a:lnTo>
                  <a:pt x="228600" y="723900"/>
                </a:lnTo>
                <a:lnTo>
                  <a:pt x="228600" y="733425"/>
                </a:lnTo>
                <a:lnTo>
                  <a:pt x="219075" y="733425"/>
                </a:lnTo>
                <a:close/>
                <a:moveTo>
                  <a:pt x="552450" y="723900"/>
                </a:moveTo>
                <a:lnTo>
                  <a:pt x="571500" y="723900"/>
                </a:lnTo>
                <a:lnTo>
                  <a:pt x="571500" y="733425"/>
                </a:lnTo>
                <a:lnTo>
                  <a:pt x="552450" y="733425"/>
                </a:lnTo>
                <a:close/>
                <a:moveTo>
                  <a:pt x="1133475" y="723900"/>
                </a:moveTo>
                <a:lnTo>
                  <a:pt x="1162050" y="723900"/>
                </a:lnTo>
                <a:lnTo>
                  <a:pt x="1162050" y="733425"/>
                </a:lnTo>
                <a:lnTo>
                  <a:pt x="1171575" y="733425"/>
                </a:lnTo>
                <a:lnTo>
                  <a:pt x="1171575" y="742950"/>
                </a:lnTo>
                <a:lnTo>
                  <a:pt x="1152525" y="742950"/>
                </a:lnTo>
                <a:lnTo>
                  <a:pt x="1152525" y="733425"/>
                </a:lnTo>
                <a:lnTo>
                  <a:pt x="1133475" y="733425"/>
                </a:lnTo>
                <a:close/>
                <a:moveTo>
                  <a:pt x="762000" y="771525"/>
                </a:moveTo>
                <a:lnTo>
                  <a:pt x="781050" y="771525"/>
                </a:lnTo>
                <a:lnTo>
                  <a:pt x="781050" y="790575"/>
                </a:lnTo>
                <a:lnTo>
                  <a:pt x="771525" y="790575"/>
                </a:lnTo>
                <a:lnTo>
                  <a:pt x="771525" y="781050"/>
                </a:lnTo>
                <a:lnTo>
                  <a:pt x="762000" y="781050"/>
                </a:lnTo>
                <a:close/>
                <a:moveTo>
                  <a:pt x="790575" y="790575"/>
                </a:moveTo>
                <a:lnTo>
                  <a:pt x="800100" y="790575"/>
                </a:lnTo>
                <a:lnTo>
                  <a:pt x="800100" y="800100"/>
                </a:lnTo>
                <a:lnTo>
                  <a:pt x="790575" y="800100"/>
                </a:lnTo>
                <a:close/>
                <a:moveTo>
                  <a:pt x="942975" y="790575"/>
                </a:moveTo>
                <a:lnTo>
                  <a:pt x="952500" y="790575"/>
                </a:lnTo>
                <a:lnTo>
                  <a:pt x="952500" y="800100"/>
                </a:lnTo>
                <a:lnTo>
                  <a:pt x="942975" y="800100"/>
                </a:lnTo>
                <a:close/>
              </a:path>
            </a:pathLst>
          </a:custGeom>
          <a:solidFill xmlns:a="http://schemas.openxmlformats.org/drawingml/2006/main">
            <a:srgbClr val="F8F7F3"/>
          </a:solidFill>
          <a:ln xmlns:a="http://schemas.openxmlformats.org/drawingml/2006/main" w="0">
            <a:noFill/>
          </a:ln>
        </p:spPr>
      </p:sp>
      <p:sp>
        <p:nvSpPr>
          <p:cNvPr id="221" name="v21 vector #f6f9f3">
            <a:extLst xmlns:a="http://schemas.openxmlformats.org/drawingml/2006/main">
              <a:ext uri="{FF2B5EF4-FFF2-40B4-BE49-F238E27FC236}">
                <a16:creationId xmlns:a16="http://schemas.microsoft.com/office/drawing/2014/main" id="{952C9A08-F995-4296-8CD5-1534AFDF123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8250" y="4848225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209550" y="0"/>
                </a:moveTo>
                <a:lnTo>
                  <a:pt x="238125" y="0"/>
                </a:lnTo>
                <a:lnTo>
                  <a:pt x="238125" y="19050"/>
                </a:lnTo>
                <a:lnTo>
                  <a:pt x="228600" y="19050"/>
                </a:lnTo>
                <a:lnTo>
                  <a:pt x="228600" y="9525"/>
                </a:lnTo>
                <a:lnTo>
                  <a:pt x="209550" y="9525"/>
                </a:lnTo>
                <a:close/>
                <a:moveTo>
                  <a:pt x="333375" y="9525"/>
                </a:moveTo>
                <a:lnTo>
                  <a:pt x="342900" y="9525"/>
                </a:lnTo>
                <a:lnTo>
                  <a:pt x="342900" y="28575"/>
                </a:lnTo>
                <a:lnTo>
                  <a:pt x="333375" y="28575"/>
                </a:lnTo>
                <a:close/>
                <a:moveTo>
                  <a:pt x="285750" y="19050"/>
                </a:moveTo>
                <a:lnTo>
                  <a:pt x="295275" y="19050"/>
                </a:lnTo>
                <a:lnTo>
                  <a:pt x="295275" y="28575"/>
                </a:lnTo>
                <a:lnTo>
                  <a:pt x="285750" y="28575"/>
                </a:lnTo>
                <a:close/>
                <a:moveTo>
                  <a:pt x="457200" y="19050"/>
                </a:moveTo>
                <a:lnTo>
                  <a:pt x="466725" y="19050"/>
                </a:lnTo>
                <a:lnTo>
                  <a:pt x="466725" y="28575"/>
                </a:lnTo>
                <a:lnTo>
                  <a:pt x="457200" y="28575"/>
                </a:lnTo>
                <a:close/>
                <a:moveTo>
                  <a:pt x="276225" y="28575"/>
                </a:moveTo>
                <a:lnTo>
                  <a:pt x="285750" y="28575"/>
                </a:lnTo>
                <a:lnTo>
                  <a:pt x="285750" y="38100"/>
                </a:lnTo>
                <a:lnTo>
                  <a:pt x="276225" y="38100"/>
                </a:lnTo>
                <a:close/>
                <a:moveTo>
                  <a:pt x="342900" y="28575"/>
                </a:moveTo>
                <a:lnTo>
                  <a:pt x="352425" y="28575"/>
                </a:lnTo>
                <a:lnTo>
                  <a:pt x="352425" y="38100"/>
                </a:lnTo>
                <a:lnTo>
                  <a:pt x="342900" y="38100"/>
                </a:lnTo>
                <a:close/>
                <a:moveTo>
                  <a:pt x="352425" y="38100"/>
                </a:moveTo>
                <a:lnTo>
                  <a:pt x="361950" y="38100"/>
                </a:lnTo>
                <a:lnTo>
                  <a:pt x="361950" y="57150"/>
                </a:lnTo>
                <a:lnTo>
                  <a:pt x="352425" y="57150"/>
                </a:lnTo>
                <a:close/>
                <a:moveTo>
                  <a:pt x="476250" y="38100"/>
                </a:moveTo>
                <a:lnTo>
                  <a:pt x="514350" y="38100"/>
                </a:lnTo>
                <a:lnTo>
                  <a:pt x="514350" y="47625"/>
                </a:lnTo>
                <a:lnTo>
                  <a:pt x="476250" y="47625"/>
                </a:lnTo>
                <a:close/>
                <a:moveTo>
                  <a:pt x="790575" y="38100"/>
                </a:moveTo>
                <a:lnTo>
                  <a:pt x="819150" y="38100"/>
                </a:lnTo>
                <a:lnTo>
                  <a:pt x="819150" y="57150"/>
                </a:lnTo>
                <a:lnTo>
                  <a:pt x="809625" y="57150"/>
                </a:lnTo>
                <a:lnTo>
                  <a:pt x="809625" y="47625"/>
                </a:lnTo>
                <a:lnTo>
                  <a:pt x="800100" y="47625"/>
                </a:lnTo>
                <a:lnTo>
                  <a:pt x="800100" y="57150"/>
                </a:lnTo>
                <a:lnTo>
                  <a:pt x="809625" y="57150"/>
                </a:lnTo>
                <a:lnTo>
                  <a:pt x="809625" y="66675"/>
                </a:lnTo>
                <a:lnTo>
                  <a:pt x="790575" y="66675"/>
                </a:lnTo>
                <a:lnTo>
                  <a:pt x="790575" y="57150"/>
                </a:lnTo>
                <a:lnTo>
                  <a:pt x="781050" y="57150"/>
                </a:lnTo>
                <a:lnTo>
                  <a:pt x="781050" y="47625"/>
                </a:lnTo>
                <a:lnTo>
                  <a:pt x="790575" y="47625"/>
                </a:lnTo>
                <a:close/>
                <a:moveTo>
                  <a:pt x="247650" y="47625"/>
                </a:moveTo>
                <a:lnTo>
                  <a:pt x="257175" y="47625"/>
                </a:lnTo>
                <a:lnTo>
                  <a:pt x="257175" y="57150"/>
                </a:lnTo>
                <a:lnTo>
                  <a:pt x="247650" y="57150"/>
                </a:lnTo>
                <a:close/>
                <a:moveTo>
                  <a:pt x="266700" y="47625"/>
                </a:moveTo>
                <a:lnTo>
                  <a:pt x="276225" y="47625"/>
                </a:lnTo>
                <a:lnTo>
                  <a:pt x="276225" y="57150"/>
                </a:lnTo>
                <a:lnTo>
                  <a:pt x="266700" y="57150"/>
                </a:lnTo>
                <a:close/>
                <a:moveTo>
                  <a:pt x="628650" y="47625"/>
                </a:moveTo>
                <a:lnTo>
                  <a:pt x="647700" y="47625"/>
                </a:lnTo>
                <a:lnTo>
                  <a:pt x="647700" y="66675"/>
                </a:lnTo>
                <a:lnTo>
                  <a:pt x="628650" y="66675"/>
                </a:lnTo>
                <a:close/>
                <a:moveTo>
                  <a:pt x="485775" y="57150"/>
                </a:moveTo>
                <a:lnTo>
                  <a:pt x="504825" y="57150"/>
                </a:lnTo>
                <a:lnTo>
                  <a:pt x="504825" y="66675"/>
                </a:lnTo>
                <a:lnTo>
                  <a:pt x="485775" y="66675"/>
                </a:lnTo>
                <a:close/>
                <a:moveTo>
                  <a:pt x="695325" y="57150"/>
                </a:moveTo>
                <a:lnTo>
                  <a:pt x="704850" y="57150"/>
                </a:lnTo>
                <a:lnTo>
                  <a:pt x="704850" y="66675"/>
                </a:lnTo>
                <a:lnTo>
                  <a:pt x="695325" y="66675"/>
                </a:lnTo>
                <a:close/>
                <a:moveTo>
                  <a:pt x="838200" y="57150"/>
                </a:moveTo>
                <a:lnTo>
                  <a:pt x="857250" y="57150"/>
                </a:lnTo>
                <a:lnTo>
                  <a:pt x="857250" y="76200"/>
                </a:lnTo>
                <a:lnTo>
                  <a:pt x="838200" y="76200"/>
                </a:lnTo>
                <a:close/>
                <a:moveTo>
                  <a:pt x="952500" y="85725"/>
                </a:moveTo>
                <a:lnTo>
                  <a:pt x="962025" y="85725"/>
                </a:lnTo>
                <a:lnTo>
                  <a:pt x="962025" y="95250"/>
                </a:lnTo>
                <a:lnTo>
                  <a:pt x="952500" y="95250"/>
                </a:lnTo>
                <a:close/>
                <a:moveTo>
                  <a:pt x="95250" y="114300"/>
                </a:moveTo>
                <a:lnTo>
                  <a:pt x="104775" y="114300"/>
                </a:lnTo>
                <a:lnTo>
                  <a:pt x="104775" y="180975"/>
                </a:lnTo>
                <a:lnTo>
                  <a:pt x="95250" y="180975"/>
                </a:lnTo>
                <a:close/>
                <a:moveTo>
                  <a:pt x="962025" y="152400"/>
                </a:moveTo>
                <a:lnTo>
                  <a:pt x="971550" y="152400"/>
                </a:lnTo>
                <a:lnTo>
                  <a:pt x="971550" y="161925"/>
                </a:lnTo>
                <a:lnTo>
                  <a:pt x="962025" y="161925"/>
                </a:lnTo>
                <a:close/>
                <a:moveTo>
                  <a:pt x="85725" y="180975"/>
                </a:moveTo>
                <a:lnTo>
                  <a:pt x="95250" y="180975"/>
                </a:lnTo>
                <a:lnTo>
                  <a:pt x="95250" y="209550"/>
                </a:lnTo>
                <a:lnTo>
                  <a:pt x="76200" y="209550"/>
                </a:lnTo>
                <a:lnTo>
                  <a:pt x="76200" y="200025"/>
                </a:lnTo>
                <a:lnTo>
                  <a:pt x="85725" y="200025"/>
                </a:lnTo>
                <a:close/>
                <a:moveTo>
                  <a:pt x="419100" y="190500"/>
                </a:moveTo>
                <a:lnTo>
                  <a:pt x="438150" y="190500"/>
                </a:lnTo>
                <a:lnTo>
                  <a:pt x="438150" y="200025"/>
                </a:lnTo>
                <a:lnTo>
                  <a:pt x="419100" y="200025"/>
                </a:lnTo>
                <a:close/>
                <a:moveTo>
                  <a:pt x="457200" y="190500"/>
                </a:moveTo>
                <a:lnTo>
                  <a:pt x="476250" y="190500"/>
                </a:lnTo>
                <a:lnTo>
                  <a:pt x="476250" y="209550"/>
                </a:lnTo>
                <a:lnTo>
                  <a:pt x="523875" y="209550"/>
                </a:lnTo>
                <a:lnTo>
                  <a:pt x="523875" y="219075"/>
                </a:lnTo>
                <a:lnTo>
                  <a:pt x="447675" y="219075"/>
                </a:lnTo>
                <a:lnTo>
                  <a:pt x="447675" y="209550"/>
                </a:lnTo>
                <a:lnTo>
                  <a:pt x="466725" y="209550"/>
                </a:lnTo>
                <a:lnTo>
                  <a:pt x="466725" y="200025"/>
                </a:lnTo>
                <a:lnTo>
                  <a:pt x="457200" y="200025"/>
                </a:lnTo>
                <a:close/>
                <a:moveTo>
                  <a:pt x="714375" y="190500"/>
                </a:moveTo>
                <a:lnTo>
                  <a:pt x="723900" y="190500"/>
                </a:lnTo>
                <a:lnTo>
                  <a:pt x="723900" y="200025"/>
                </a:lnTo>
                <a:lnTo>
                  <a:pt x="714375" y="200025"/>
                </a:lnTo>
                <a:close/>
                <a:moveTo>
                  <a:pt x="828675" y="200025"/>
                </a:moveTo>
                <a:lnTo>
                  <a:pt x="838200" y="200025"/>
                </a:lnTo>
                <a:lnTo>
                  <a:pt x="838200" y="209550"/>
                </a:lnTo>
                <a:lnTo>
                  <a:pt x="828675" y="209550"/>
                </a:lnTo>
                <a:close/>
                <a:moveTo>
                  <a:pt x="285750" y="209550"/>
                </a:moveTo>
                <a:lnTo>
                  <a:pt x="295275" y="209550"/>
                </a:lnTo>
                <a:lnTo>
                  <a:pt x="295275" y="219075"/>
                </a:lnTo>
                <a:lnTo>
                  <a:pt x="285750" y="219075"/>
                </a:lnTo>
                <a:close/>
                <a:moveTo>
                  <a:pt x="304800" y="209550"/>
                </a:moveTo>
                <a:lnTo>
                  <a:pt x="361950" y="209550"/>
                </a:lnTo>
                <a:lnTo>
                  <a:pt x="361950" y="219075"/>
                </a:lnTo>
                <a:lnTo>
                  <a:pt x="304800" y="219075"/>
                </a:lnTo>
                <a:close/>
                <a:moveTo>
                  <a:pt x="609600" y="209550"/>
                </a:moveTo>
                <a:lnTo>
                  <a:pt x="657225" y="209550"/>
                </a:lnTo>
                <a:lnTo>
                  <a:pt x="657225" y="219075"/>
                </a:lnTo>
                <a:lnTo>
                  <a:pt x="609600" y="219075"/>
                </a:lnTo>
                <a:close/>
                <a:moveTo>
                  <a:pt x="714375" y="209550"/>
                </a:moveTo>
                <a:lnTo>
                  <a:pt x="723900" y="209550"/>
                </a:lnTo>
                <a:lnTo>
                  <a:pt x="723900" y="219075"/>
                </a:lnTo>
                <a:lnTo>
                  <a:pt x="714375" y="219075"/>
                </a:lnTo>
                <a:close/>
                <a:moveTo>
                  <a:pt x="266700" y="219075"/>
                </a:moveTo>
                <a:lnTo>
                  <a:pt x="276225" y="219075"/>
                </a:lnTo>
                <a:lnTo>
                  <a:pt x="276225" y="238125"/>
                </a:lnTo>
                <a:lnTo>
                  <a:pt x="266700" y="238125"/>
                </a:lnTo>
                <a:close/>
                <a:moveTo>
                  <a:pt x="361950" y="219075"/>
                </a:moveTo>
                <a:lnTo>
                  <a:pt x="371475" y="219075"/>
                </a:lnTo>
                <a:lnTo>
                  <a:pt x="371475" y="228600"/>
                </a:lnTo>
                <a:lnTo>
                  <a:pt x="361950" y="228600"/>
                </a:lnTo>
                <a:close/>
                <a:moveTo>
                  <a:pt x="200025" y="266700"/>
                </a:moveTo>
                <a:lnTo>
                  <a:pt x="209550" y="266700"/>
                </a:lnTo>
                <a:lnTo>
                  <a:pt x="209550" y="276225"/>
                </a:lnTo>
                <a:lnTo>
                  <a:pt x="219075" y="276225"/>
                </a:lnTo>
                <a:lnTo>
                  <a:pt x="219075" y="314325"/>
                </a:lnTo>
                <a:lnTo>
                  <a:pt x="200025" y="314325"/>
                </a:lnTo>
                <a:close/>
                <a:moveTo>
                  <a:pt x="133350" y="276225"/>
                </a:moveTo>
                <a:lnTo>
                  <a:pt x="142875" y="276225"/>
                </a:lnTo>
                <a:lnTo>
                  <a:pt x="142875" y="304800"/>
                </a:lnTo>
                <a:lnTo>
                  <a:pt x="133350" y="304800"/>
                </a:lnTo>
                <a:close/>
                <a:moveTo>
                  <a:pt x="552450" y="276225"/>
                </a:moveTo>
                <a:lnTo>
                  <a:pt x="571500" y="276225"/>
                </a:lnTo>
                <a:lnTo>
                  <a:pt x="571500" y="295275"/>
                </a:lnTo>
                <a:lnTo>
                  <a:pt x="552450" y="295275"/>
                </a:lnTo>
                <a:close/>
                <a:moveTo>
                  <a:pt x="161925" y="314325"/>
                </a:moveTo>
                <a:lnTo>
                  <a:pt x="171450" y="314325"/>
                </a:lnTo>
                <a:lnTo>
                  <a:pt x="171450" y="333375"/>
                </a:lnTo>
                <a:lnTo>
                  <a:pt x="161925" y="333375"/>
                </a:lnTo>
                <a:close/>
                <a:moveTo>
                  <a:pt x="190500" y="314325"/>
                </a:moveTo>
                <a:lnTo>
                  <a:pt x="200025" y="314325"/>
                </a:lnTo>
                <a:lnTo>
                  <a:pt x="200025" y="333375"/>
                </a:lnTo>
                <a:lnTo>
                  <a:pt x="190500" y="333375"/>
                </a:lnTo>
                <a:close/>
                <a:moveTo>
                  <a:pt x="85725" y="333375"/>
                </a:moveTo>
                <a:lnTo>
                  <a:pt x="95250" y="333375"/>
                </a:lnTo>
                <a:lnTo>
                  <a:pt x="95250" y="352425"/>
                </a:lnTo>
                <a:lnTo>
                  <a:pt x="85725" y="352425"/>
                </a:lnTo>
                <a:close/>
                <a:moveTo>
                  <a:pt x="209550" y="333375"/>
                </a:moveTo>
                <a:lnTo>
                  <a:pt x="219075" y="333375"/>
                </a:lnTo>
                <a:lnTo>
                  <a:pt x="219075" y="342900"/>
                </a:lnTo>
                <a:lnTo>
                  <a:pt x="209550" y="342900"/>
                </a:lnTo>
                <a:close/>
                <a:moveTo>
                  <a:pt x="276225" y="342900"/>
                </a:moveTo>
                <a:lnTo>
                  <a:pt x="285750" y="342900"/>
                </a:lnTo>
                <a:lnTo>
                  <a:pt x="285750" y="352425"/>
                </a:lnTo>
                <a:lnTo>
                  <a:pt x="276225" y="352425"/>
                </a:lnTo>
                <a:close/>
                <a:moveTo>
                  <a:pt x="295275" y="342900"/>
                </a:moveTo>
                <a:lnTo>
                  <a:pt x="352425" y="342900"/>
                </a:lnTo>
                <a:lnTo>
                  <a:pt x="352425" y="352425"/>
                </a:lnTo>
                <a:lnTo>
                  <a:pt x="295275" y="352425"/>
                </a:lnTo>
                <a:close/>
                <a:moveTo>
                  <a:pt x="95250" y="352425"/>
                </a:moveTo>
                <a:lnTo>
                  <a:pt x="104775" y="352425"/>
                </a:lnTo>
                <a:lnTo>
                  <a:pt x="104775" y="447675"/>
                </a:lnTo>
                <a:lnTo>
                  <a:pt x="95250" y="447675"/>
                </a:lnTo>
                <a:close/>
                <a:moveTo>
                  <a:pt x="904875" y="361950"/>
                </a:moveTo>
                <a:lnTo>
                  <a:pt x="914400" y="361950"/>
                </a:lnTo>
                <a:lnTo>
                  <a:pt x="914400" y="371475"/>
                </a:lnTo>
                <a:lnTo>
                  <a:pt x="904875" y="371475"/>
                </a:lnTo>
                <a:close/>
                <a:moveTo>
                  <a:pt x="276225" y="371475"/>
                </a:moveTo>
                <a:lnTo>
                  <a:pt x="323850" y="371475"/>
                </a:lnTo>
                <a:lnTo>
                  <a:pt x="323850" y="390525"/>
                </a:lnTo>
                <a:lnTo>
                  <a:pt x="285750" y="390525"/>
                </a:lnTo>
                <a:lnTo>
                  <a:pt x="285750" y="381000"/>
                </a:lnTo>
                <a:lnTo>
                  <a:pt x="276225" y="381000"/>
                </a:lnTo>
                <a:close/>
                <a:moveTo>
                  <a:pt x="361950" y="371475"/>
                </a:moveTo>
                <a:lnTo>
                  <a:pt x="381000" y="371475"/>
                </a:lnTo>
                <a:lnTo>
                  <a:pt x="381000" y="381000"/>
                </a:lnTo>
                <a:lnTo>
                  <a:pt x="361950" y="381000"/>
                </a:lnTo>
                <a:close/>
                <a:moveTo>
                  <a:pt x="847725" y="371475"/>
                </a:moveTo>
                <a:lnTo>
                  <a:pt x="876300" y="371475"/>
                </a:lnTo>
                <a:lnTo>
                  <a:pt x="876300" y="381000"/>
                </a:lnTo>
                <a:lnTo>
                  <a:pt x="885825" y="381000"/>
                </a:lnTo>
                <a:lnTo>
                  <a:pt x="885825" y="390525"/>
                </a:lnTo>
                <a:lnTo>
                  <a:pt x="857250" y="390525"/>
                </a:lnTo>
                <a:lnTo>
                  <a:pt x="857250" y="400050"/>
                </a:lnTo>
                <a:lnTo>
                  <a:pt x="847725" y="400050"/>
                </a:lnTo>
                <a:close/>
                <a:moveTo>
                  <a:pt x="923925" y="371475"/>
                </a:moveTo>
                <a:lnTo>
                  <a:pt x="933450" y="371475"/>
                </a:lnTo>
                <a:lnTo>
                  <a:pt x="933450" y="381000"/>
                </a:lnTo>
                <a:lnTo>
                  <a:pt x="923925" y="381000"/>
                </a:lnTo>
                <a:close/>
                <a:moveTo>
                  <a:pt x="123825" y="428625"/>
                </a:moveTo>
                <a:lnTo>
                  <a:pt x="133350" y="428625"/>
                </a:lnTo>
                <a:lnTo>
                  <a:pt x="133350" y="438150"/>
                </a:lnTo>
                <a:lnTo>
                  <a:pt x="123825" y="438150"/>
                </a:lnTo>
                <a:close/>
                <a:moveTo>
                  <a:pt x="142875" y="428625"/>
                </a:moveTo>
                <a:lnTo>
                  <a:pt x="152400" y="428625"/>
                </a:lnTo>
                <a:lnTo>
                  <a:pt x="152400" y="438150"/>
                </a:lnTo>
                <a:lnTo>
                  <a:pt x="142875" y="438150"/>
                </a:lnTo>
                <a:close/>
                <a:moveTo>
                  <a:pt x="981075" y="447675"/>
                </a:moveTo>
                <a:lnTo>
                  <a:pt x="990600" y="447675"/>
                </a:lnTo>
                <a:lnTo>
                  <a:pt x="990600" y="466725"/>
                </a:lnTo>
                <a:lnTo>
                  <a:pt x="971550" y="466725"/>
                </a:lnTo>
                <a:lnTo>
                  <a:pt x="971550" y="457200"/>
                </a:lnTo>
                <a:lnTo>
                  <a:pt x="981075" y="457200"/>
                </a:lnTo>
                <a:close/>
                <a:moveTo>
                  <a:pt x="828675" y="457200"/>
                </a:moveTo>
                <a:lnTo>
                  <a:pt x="838200" y="457200"/>
                </a:lnTo>
                <a:lnTo>
                  <a:pt x="838200" y="466725"/>
                </a:lnTo>
                <a:lnTo>
                  <a:pt x="828675" y="466725"/>
                </a:lnTo>
                <a:close/>
                <a:moveTo>
                  <a:pt x="990600" y="466725"/>
                </a:moveTo>
                <a:lnTo>
                  <a:pt x="1019175" y="466725"/>
                </a:lnTo>
                <a:lnTo>
                  <a:pt x="1019175" y="495300"/>
                </a:lnTo>
                <a:lnTo>
                  <a:pt x="1009650" y="495300"/>
                </a:lnTo>
                <a:lnTo>
                  <a:pt x="1009650" y="485775"/>
                </a:lnTo>
                <a:lnTo>
                  <a:pt x="1000125" y="485775"/>
                </a:lnTo>
                <a:lnTo>
                  <a:pt x="1000125" y="476250"/>
                </a:lnTo>
                <a:lnTo>
                  <a:pt x="990600" y="476250"/>
                </a:lnTo>
                <a:close/>
                <a:moveTo>
                  <a:pt x="800100" y="476250"/>
                </a:moveTo>
                <a:lnTo>
                  <a:pt x="809625" y="476250"/>
                </a:lnTo>
                <a:lnTo>
                  <a:pt x="809625" y="485775"/>
                </a:lnTo>
                <a:lnTo>
                  <a:pt x="800100" y="485775"/>
                </a:lnTo>
                <a:close/>
                <a:moveTo>
                  <a:pt x="95250" y="495300"/>
                </a:moveTo>
                <a:lnTo>
                  <a:pt x="104775" y="495300"/>
                </a:lnTo>
                <a:lnTo>
                  <a:pt x="104775" y="514350"/>
                </a:lnTo>
                <a:lnTo>
                  <a:pt x="95250" y="514350"/>
                </a:lnTo>
                <a:close/>
                <a:moveTo>
                  <a:pt x="428625" y="504825"/>
                </a:moveTo>
                <a:lnTo>
                  <a:pt x="447675" y="504825"/>
                </a:lnTo>
                <a:lnTo>
                  <a:pt x="447675" y="514350"/>
                </a:lnTo>
                <a:lnTo>
                  <a:pt x="428625" y="514350"/>
                </a:lnTo>
                <a:close/>
                <a:moveTo>
                  <a:pt x="190500" y="514350"/>
                </a:moveTo>
                <a:lnTo>
                  <a:pt x="200025" y="514350"/>
                </a:lnTo>
                <a:lnTo>
                  <a:pt x="200025" y="523875"/>
                </a:lnTo>
                <a:lnTo>
                  <a:pt x="190500" y="523875"/>
                </a:lnTo>
                <a:close/>
                <a:moveTo>
                  <a:pt x="742950" y="514350"/>
                </a:moveTo>
                <a:lnTo>
                  <a:pt x="762000" y="514350"/>
                </a:lnTo>
                <a:lnTo>
                  <a:pt x="762000" y="533400"/>
                </a:lnTo>
                <a:lnTo>
                  <a:pt x="752475" y="533400"/>
                </a:lnTo>
                <a:lnTo>
                  <a:pt x="752475" y="523875"/>
                </a:lnTo>
                <a:lnTo>
                  <a:pt x="742950" y="523875"/>
                </a:lnTo>
                <a:close/>
                <a:moveTo>
                  <a:pt x="95250" y="523875"/>
                </a:moveTo>
                <a:lnTo>
                  <a:pt x="104775" y="523875"/>
                </a:lnTo>
                <a:lnTo>
                  <a:pt x="104775" y="542925"/>
                </a:lnTo>
                <a:lnTo>
                  <a:pt x="95250" y="542925"/>
                </a:lnTo>
                <a:close/>
                <a:moveTo>
                  <a:pt x="190500" y="533400"/>
                </a:moveTo>
                <a:lnTo>
                  <a:pt x="200025" y="533400"/>
                </a:lnTo>
                <a:lnTo>
                  <a:pt x="200025" y="542925"/>
                </a:lnTo>
                <a:lnTo>
                  <a:pt x="190500" y="542925"/>
                </a:lnTo>
                <a:close/>
                <a:moveTo>
                  <a:pt x="552450" y="533400"/>
                </a:moveTo>
                <a:lnTo>
                  <a:pt x="561975" y="533400"/>
                </a:lnTo>
                <a:lnTo>
                  <a:pt x="561975" y="542925"/>
                </a:lnTo>
                <a:lnTo>
                  <a:pt x="571500" y="542925"/>
                </a:lnTo>
                <a:lnTo>
                  <a:pt x="571500" y="561975"/>
                </a:lnTo>
                <a:lnTo>
                  <a:pt x="561975" y="561975"/>
                </a:lnTo>
                <a:lnTo>
                  <a:pt x="561975" y="552450"/>
                </a:lnTo>
                <a:lnTo>
                  <a:pt x="552450" y="552450"/>
                </a:lnTo>
                <a:close/>
                <a:moveTo>
                  <a:pt x="742950" y="533400"/>
                </a:moveTo>
                <a:lnTo>
                  <a:pt x="752475" y="533400"/>
                </a:lnTo>
                <a:lnTo>
                  <a:pt x="752475" y="542925"/>
                </a:lnTo>
                <a:lnTo>
                  <a:pt x="742950" y="542925"/>
                </a:lnTo>
                <a:close/>
                <a:moveTo>
                  <a:pt x="1047750" y="552450"/>
                </a:moveTo>
                <a:lnTo>
                  <a:pt x="1057275" y="552450"/>
                </a:lnTo>
                <a:lnTo>
                  <a:pt x="1057275" y="561975"/>
                </a:lnTo>
                <a:lnTo>
                  <a:pt x="1047750" y="561975"/>
                </a:lnTo>
                <a:close/>
                <a:moveTo>
                  <a:pt x="590550" y="571500"/>
                </a:moveTo>
                <a:lnTo>
                  <a:pt x="600075" y="571500"/>
                </a:lnTo>
                <a:lnTo>
                  <a:pt x="600075" y="581025"/>
                </a:lnTo>
                <a:lnTo>
                  <a:pt x="590550" y="581025"/>
                </a:lnTo>
                <a:close/>
                <a:moveTo>
                  <a:pt x="95250" y="581025"/>
                </a:moveTo>
                <a:lnTo>
                  <a:pt x="104775" y="581025"/>
                </a:lnTo>
                <a:lnTo>
                  <a:pt x="104775" y="600075"/>
                </a:lnTo>
                <a:lnTo>
                  <a:pt x="95250" y="600075"/>
                </a:lnTo>
                <a:close/>
                <a:moveTo>
                  <a:pt x="123825" y="581025"/>
                </a:moveTo>
                <a:lnTo>
                  <a:pt x="133350" y="581025"/>
                </a:lnTo>
                <a:lnTo>
                  <a:pt x="133350" y="590550"/>
                </a:lnTo>
                <a:lnTo>
                  <a:pt x="123825" y="590550"/>
                </a:lnTo>
                <a:close/>
                <a:moveTo>
                  <a:pt x="133350" y="590550"/>
                </a:moveTo>
                <a:lnTo>
                  <a:pt x="142875" y="590550"/>
                </a:lnTo>
                <a:lnTo>
                  <a:pt x="142875" y="600075"/>
                </a:lnTo>
                <a:lnTo>
                  <a:pt x="133350" y="600075"/>
                </a:lnTo>
                <a:close/>
                <a:moveTo>
                  <a:pt x="85725" y="600075"/>
                </a:moveTo>
                <a:lnTo>
                  <a:pt x="95250" y="600075"/>
                </a:lnTo>
                <a:lnTo>
                  <a:pt x="95250" y="609600"/>
                </a:lnTo>
                <a:lnTo>
                  <a:pt x="85725" y="609600"/>
                </a:lnTo>
                <a:close/>
                <a:moveTo>
                  <a:pt x="85725" y="619125"/>
                </a:moveTo>
                <a:lnTo>
                  <a:pt x="95250" y="619125"/>
                </a:lnTo>
                <a:lnTo>
                  <a:pt x="95250" y="628650"/>
                </a:lnTo>
                <a:lnTo>
                  <a:pt x="85725" y="628650"/>
                </a:lnTo>
                <a:close/>
                <a:moveTo>
                  <a:pt x="1057275" y="619125"/>
                </a:moveTo>
                <a:lnTo>
                  <a:pt x="1066800" y="619125"/>
                </a:lnTo>
                <a:lnTo>
                  <a:pt x="1066800" y="628650"/>
                </a:lnTo>
                <a:lnTo>
                  <a:pt x="1076325" y="628650"/>
                </a:lnTo>
                <a:lnTo>
                  <a:pt x="1076325" y="647700"/>
                </a:lnTo>
                <a:lnTo>
                  <a:pt x="1066800" y="647700"/>
                </a:lnTo>
                <a:lnTo>
                  <a:pt x="1066800" y="638175"/>
                </a:lnTo>
                <a:lnTo>
                  <a:pt x="1057275" y="638175"/>
                </a:lnTo>
                <a:close/>
                <a:moveTo>
                  <a:pt x="95250" y="628650"/>
                </a:moveTo>
                <a:lnTo>
                  <a:pt x="104775" y="628650"/>
                </a:lnTo>
                <a:lnTo>
                  <a:pt x="104775" y="647700"/>
                </a:lnTo>
                <a:lnTo>
                  <a:pt x="95250" y="647700"/>
                </a:lnTo>
                <a:close/>
                <a:moveTo>
                  <a:pt x="219075" y="628650"/>
                </a:moveTo>
                <a:lnTo>
                  <a:pt x="228600" y="628650"/>
                </a:lnTo>
                <a:lnTo>
                  <a:pt x="228600" y="638175"/>
                </a:lnTo>
                <a:lnTo>
                  <a:pt x="219075" y="638175"/>
                </a:lnTo>
                <a:close/>
                <a:moveTo>
                  <a:pt x="685800" y="628650"/>
                </a:moveTo>
                <a:lnTo>
                  <a:pt x="695325" y="628650"/>
                </a:lnTo>
                <a:lnTo>
                  <a:pt x="695325" y="638175"/>
                </a:lnTo>
                <a:lnTo>
                  <a:pt x="685800" y="638175"/>
                </a:lnTo>
                <a:close/>
                <a:moveTo>
                  <a:pt x="676275" y="638175"/>
                </a:moveTo>
                <a:lnTo>
                  <a:pt x="685800" y="638175"/>
                </a:lnTo>
                <a:lnTo>
                  <a:pt x="685800" y="647700"/>
                </a:lnTo>
                <a:lnTo>
                  <a:pt x="676275" y="647700"/>
                </a:lnTo>
                <a:close/>
                <a:moveTo>
                  <a:pt x="295275" y="647700"/>
                </a:moveTo>
                <a:lnTo>
                  <a:pt x="304800" y="647700"/>
                </a:lnTo>
                <a:lnTo>
                  <a:pt x="304800" y="657225"/>
                </a:lnTo>
                <a:lnTo>
                  <a:pt x="295275" y="657225"/>
                </a:lnTo>
                <a:close/>
                <a:moveTo>
                  <a:pt x="123825" y="676275"/>
                </a:moveTo>
                <a:lnTo>
                  <a:pt x="133350" y="676275"/>
                </a:lnTo>
                <a:lnTo>
                  <a:pt x="133350" y="685800"/>
                </a:lnTo>
                <a:lnTo>
                  <a:pt x="123825" y="685800"/>
                </a:lnTo>
                <a:close/>
                <a:moveTo>
                  <a:pt x="1009650" y="723900"/>
                </a:moveTo>
                <a:lnTo>
                  <a:pt x="1028700" y="723900"/>
                </a:lnTo>
                <a:lnTo>
                  <a:pt x="1028700" y="733425"/>
                </a:lnTo>
                <a:lnTo>
                  <a:pt x="1009650" y="733425"/>
                </a:lnTo>
                <a:close/>
                <a:moveTo>
                  <a:pt x="1000125" y="733425"/>
                </a:moveTo>
                <a:lnTo>
                  <a:pt x="1009650" y="733425"/>
                </a:lnTo>
                <a:lnTo>
                  <a:pt x="1009650" y="742950"/>
                </a:lnTo>
                <a:lnTo>
                  <a:pt x="1000125" y="742950"/>
                </a:lnTo>
                <a:close/>
                <a:moveTo>
                  <a:pt x="857250" y="762000"/>
                </a:moveTo>
                <a:lnTo>
                  <a:pt x="866775" y="762000"/>
                </a:lnTo>
                <a:lnTo>
                  <a:pt x="866775" y="771525"/>
                </a:lnTo>
                <a:lnTo>
                  <a:pt x="857250" y="771525"/>
                </a:lnTo>
                <a:close/>
                <a:moveTo>
                  <a:pt x="933450" y="762000"/>
                </a:moveTo>
                <a:lnTo>
                  <a:pt x="942975" y="762000"/>
                </a:lnTo>
                <a:lnTo>
                  <a:pt x="942975" y="771525"/>
                </a:lnTo>
                <a:lnTo>
                  <a:pt x="933450" y="771525"/>
                </a:lnTo>
                <a:close/>
                <a:moveTo>
                  <a:pt x="923925" y="771525"/>
                </a:moveTo>
                <a:lnTo>
                  <a:pt x="933450" y="771525"/>
                </a:lnTo>
                <a:lnTo>
                  <a:pt x="933450" y="800100"/>
                </a:lnTo>
                <a:lnTo>
                  <a:pt x="923925" y="800100"/>
                </a:lnTo>
                <a:close/>
              </a:path>
            </a:pathLst>
          </a:custGeom>
          <a:solidFill xmlns:a="http://schemas.openxmlformats.org/drawingml/2006/main">
            <a:srgbClr val="F6F9F3"/>
          </a:solidFill>
          <a:ln xmlns:a="http://schemas.openxmlformats.org/drawingml/2006/main" w="0">
            <a:noFill/>
          </a:ln>
        </p:spPr>
      </p:sp>
      <p:sp>
        <p:nvSpPr>
          <p:cNvPr id="222" name="v21 vector #f5f7f1">
            <a:extLst xmlns:a="http://schemas.openxmlformats.org/drawingml/2006/main">
              <a:ext uri="{FF2B5EF4-FFF2-40B4-BE49-F238E27FC236}">
                <a16:creationId xmlns:a16="http://schemas.microsoft.com/office/drawing/2014/main" id="{48F5CA56-1D22-4198-9983-C2CF246C8B2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8250" y="4848225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171450" y="0"/>
                </a:moveTo>
                <a:lnTo>
                  <a:pt x="180975" y="0"/>
                </a:lnTo>
                <a:lnTo>
                  <a:pt x="180975" y="9525"/>
                </a:lnTo>
                <a:lnTo>
                  <a:pt x="171450" y="9525"/>
                </a:lnTo>
                <a:close/>
                <a:moveTo>
                  <a:pt x="676275" y="0"/>
                </a:moveTo>
                <a:lnTo>
                  <a:pt x="695325" y="0"/>
                </a:lnTo>
                <a:lnTo>
                  <a:pt x="695325" y="9525"/>
                </a:lnTo>
                <a:lnTo>
                  <a:pt x="685800" y="9525"/>
                </a:lnTo>
                <a:lnTo>
                  <a:pt x="685800" y="19050"/>
                </a:lnTo>
                <a:lnTo>
                  <a:pt x="676275" y="19050"/>
                </a:lnTo>
                <a:lnTo>
                  <a:pt x="676275" y="28575"/>
                </a:lnTo>
                <a:lnTo>
                  <a:pt x="685800" y="28575"/>
                </a:lnTo>
                <a:lnTo>
                  <a:pt x="685800" y="47625"/>
                </a:lnTo>
                <a:lnTo>
                  <a:pt x="695325" y="47625"/>
                </a:lnTo>
                <a:lnTo>
                  <a:pt x="695325" y="38100"/>
                </a:lnTo>
                <a:lnTo>
                  <a:pt x="704850" y="38100"/>
                </a:lnTo>
                <a:lnTo>
                  <a:pt x="704850" y="19050"/>
                </a:lnTo>
                <a:lnTo>
                  <a:pt x="714375" y="19050"/>
                </a:lnTo>
                <a:lnTo>
                  <a:pt x="714375" y="0"/>
                </a:lnTo>
                <a:lnTo>
                  <a:pt x="771525" y="0"/>
                </a:lnTo>
                <a:lnTo>
                  <a:pt x="771525" y="9525"/>
                </a:lnTo>
                <a:lnTo>
                  <a:pt x="781050" y="9525"/>
                </a:lnTo>
                <a:lnTo>
                  <a:pt x="781050" y="19050"/>
                </a:lnTo>
                <a:lnTo>
                  <a:pt x="790575" y="19050"/>
                </a:lnTo>
                <a:lnTo>
                  <a:pt x="790575" y="47625"/>
                </a:lnTo>
                <a:lnTo>
                  <a:pt x="781050" y="47625"/>
                </a:lnTo>
                <a:lnTo>
                  <a:pt x="781050" y="38100"/>
                </a:lnTo>
                <a:lnTo>
                  <a:pt x="771525" y="38100"/>
                </a:lnTo>
                <a:lnTo>
                  <a:pt x="771525" y="28575"/>
                </a:lnTo>
                <a:lnTo>
                  <a:pt x="762000" y="28575"/>
                </a:lnTo>
                <a:lnTo>
                  <a:pt x="762000" y="19050"/>
                </a:lnTo>
                <a:lnTo>
                  <a:pt x="752475" y="19050"/>
                </a:lnTo>
                <a:lnTo>
                  <a:pt x="752475" y="9525"/>
                </a:lnTo>
                <a:lnTo>
                  <a:pt x="742950" y="9525"/>
                </a:lnTo>
                <a:lnTo>
                  <a:pt x="742950" y="19050"/>
                </a:lnTo>
                <a:lnTo>
                  <a:pt x="733425" y="19050"/>
                </a:lnTo>
                <a:lnTo>
                  <a:pt x="733425" y="28575"/>
                </a:lnTo>
                <a:lnTo>
                  <a:pt x="723900" y="28575"/>
                </a:lnTo>
                <a:lnTo>
                  <a:pt x="723900" y="38100"/>
                </a:lnTo>
                <a:lnTo>
                  <a:pt x="714375" y="38100"/>
                </a:lnTo>
                <a:lnTo>
                  <a:pt x="714375" y="57150"/>
                </a:lnTo>
                <a:lnTo>
                  <a:pt x="704850" y="57150"/>
                </a:lnTo>
                <a:lnTo>
                  <a:pt x="704850" y="47625"/>
                </a:lnTo>
                <a:lnTo>
                  <a:pt x="695325" y="47625"/>
                </a:lnTo>
                <a:lnTo>
                  <a:pt x="695325" y="66675"/>
                </a:lnTo>
                <a:lnTo>
                  <a:pt x="666750" y="66675"/>
                </a:lnTo>
                <a:lnTo>
                  <a:pt x="666750" y="57150"/>
                </a:lnTo>
                <a:lnTo>
                  <a:pt x="676275" y="57150"/>
                </a:lnTo>
                <a:lnTo>
                  <a:pt x="676275" y="47625"/>
                </a:lnTo>
                <a:lnTo>
                  <a:pt x="657225" y="47625"/>
                </a:lnTo>
                <a:lnTo>
                  <a:pt x="657225" y="19050"/>
                </a:lnTo>
                <a:lnTo>
                  <a:pt x="666750" y="19050"/>
                </a:lnTo>
                <a:lnTo>
                  <a:pt x="666750" y="9525"/>
                </a:lnTo>
                <a:lnTo>
                  <a:pt x="676275" y="9525"/>
                </a:lnTo>
                <a:close/>
                <a:moveTo>
                  <a:pt x="209550" y="9525"/>
                </a:moveTo>
                <a:lnTo>
                  <a:pt x="228600" y="9525"/>
                </a:lnTo>
                <a:lnTo>
                  <a:pt x="228600" y="19050"/>
                </a:lnTo>
                <a:lnTo>
                  <a:pt x="209550" y="19050"/>
                </a:lnTo>
                <a:close/>
                <a:moveTo>
                  <a:pt x="180975" y="19050"/>
                </a:moveTo>
                <a:lnTo>
                  <a:pt x="190500" y="19050"/>
                </a:lnTo>
                <a:lnTo>
                  <a:pt x="190500" y="28575"/>
                </a:lnTo>
                <a:lnTo>
                  <a:pt x="180975" y="28575"/>
                </a:lnTo>
                <a:close/>
                <a:moveTo>
                  <a:pt x="238125" y="19050"/>
                </a:moveTo>
                <a:lnTo>
                  <a:pt x="247650" y="19050"/>
                </a:lnTo>
                <a:lnTo>
                  <a:pt x="247650" y="28575"/>
                </a:lnTo>
                <a:lnTo>
                  <a:pt x="238125" y="28575"/>
                </a:lnTo>
                <a:close/>
                <a:moveTo>
                  <a:pt x="247650" y="28575"/>
                </a:moveTo>
                <a:lnTo>
                  <a:pt x="257175" y="28575"/>
                </a:lnTo>
                <a:lnTo>
                  <a:pt x="257175" y="47625"/>
                </a:lnTo>
                <a:lnTo>
                  <a:pt x="247650" y="47625"/>
                </a:lnTo>
                <a:close/>
                <a:moveTo>
                  <a:pt x="266700" y="28575"/>
                </a:moveTo>
                <a:lnTo>
                  <a:pt x="276225" y="28575"/>
                </a:lnTo>
                <a:lnTo>
                  <a:pt x="276225" y="47625"/>
                </a:lnTo>
                <a:lnTo>
                  <a:pt x="266700" y="47625"/>
                </a:lnTo>
                <a:close/>
                <a:moveTo>
                  <a:pt x="838200" y="76200"/>
                </a:moveTo>
                <a:lnTo>
                  <a:pt x="857250" y="76200"/>
                </a:lnTo>
                <a:lnTo>
                  <a:pt x="857250" y="114300"/>
                </a:lnTo>
                <a:lnTo>
                  <a:pt x="838200" y="114300"/>
                </a:lnTo>
                <a:close/>
                <a:moveTo>
                  <a:pt x="733425" y="85725"/>
                </a:moveTo>
                <a:lnTo>
                  <a:pt x="752475" y="85725"/>
                </a:lnTo>
                <a:lnTo>
                  <a:pt x="752475" y="114300"/>
                </a:lnTo>
                <a:lnTo>
                  <a:pt x="733425" y="114300"/>
                </a:lnTo>
                <a:close/>
                <a:moveTo>
                  <a:pt x="95250" y="180975"/>
                </a:moveTo>
                <a:lnTo>
                  <a:pt x="104775" y="180975"/>
                </a:lnTo>
                <a:lnTo>
                  <a:pt x="104775" y="219075"/>
                </a:lnTo>
                <a:lnTo>
                  <a:pt x="95250" y="219075"/>
                </a:lnTo>
                <a:lnTo>
                  <a:pt x="95250" y="228600"/>
                </a:lnTo>
                <a:lnTo>
                  <a:pt x="85725" y="228600"/>
                </a:lnTo>
                <a:lnTo>
                  <a:pt x="85725" y="238125"/>
                </a:lnTo>
                <a:lnTo>
                  <a:pt x="104775" y="238125"/>
                </a:lnTo>
                <a:lnTo>
                  <a:pt x="104775" y="352425"/>
                </a:lnTo>
                <a:lnTo>
                  <a:pt x="95250" y="352425"/>
                </a:lnTo>
                <a:lnTo>
                  <a:pt x="95250" y="333375"/>
                </a:lnTo>
                <a:lnTo>
                  <a:pt x="85725" y="333375"/>
                </a:lnTo>
                <a:lnTo>
                  <a:pt x="85725" y="323850"/>
                </a:lnTo>
                <a:lnTo>
                  <a:pt x="76200" y="323850"/>
                </a:lnTo>
                <a:lnTo>
                  <a:pt x="76200" y="314325"/>
                </a:lnTo>
                <a:lnTo>
                  <a:pt x="66675" y="314325"/>
                </a:lnTo>
                <a:lnTo>
                  <a:pt x="66675" y="285750"/>
                </a:lnTo>
                <a:lnTo>
                  <a:pt x="47625" y="285750"/>
                </a:lnTo>
                <a:lnTo>
                  <a:pt x="47625" y="266700"/>
                </a:lnTo>
                <a:lnTo>
                  <a:pt x="57150" y="266700"/>
                </a:lnTo>
                <a:lnTo>
                  <a:pt x="57150" y="257175"/>
                </a:lnTo>
                <a:lnTo>
                  <a:pt x="66675" y="257175"/>
                </a:lnTo>
                <a:lnTo>
                  <a:pt x="66675" y="238125"/>
                </a:lnTo>
                <a:lnTo>
                  <a:pt x="57150" y="238125"/>
                </a:lnTo>
                <a:lnTo>
                  <a:pt x="57150" y="228600"/>
                </a:lnTo>
                <a:lnTo>
                  <a:pt x="47625" y="228600"/>
                </a:lnTo>
                <a:lnTo>
                  <a:pt x="47625" y="200025"/>
                </a:lnTo>
                <a:lnTo>
                  <a:pt x="57150" y="200025"/>
                </a:lnTo>
                <a:lnTo>
                  <a:pt x="57150" y="190500"/>
                </a:lnTo>
                <a:lnTo>
                  <a:pt x="76200" y="190500"/>
                </a:lnTo>
                <a:lnTo>
                  <a:pt x="76200" y="209550"/>
                </a:lnTo>
                <a:lnTo>
                  <a:pt x="95250" y="209550"/>
                </a:lnTo>
                <a:close/>
                <a:moveTo>
                  <a:pt x="219075" y="190500"/>
                </a:moveTo>
                <a:lnTo>
                  <a:pt x="238125" y="190500"/>
                </a:lnTo>
                <a:lnTo>
                  <a:pt x="238125" y="200025"/>
                </a:lnTo>
                <a:lnTo>
                  <a:pt x="219075" y="200025"/>
                </a:lnTo>
                <a:close/>
                <a:moveTo>
                  <a:pt x="819150" y="190500"/>
                </a:moveTo>
                <a:lnTo>
                  <a:pt x="838200" y="190500"/>
                </a:lnTo>
                <a:lnTo>
                  <a:pt x="838200" y="200025"/>
                </a:lnTo>
                <a:lnTo>
                  <a:pt x="819150" y="200025"/>
                </a:lnTo>
                <a:close/>
                <a:moveTo>
                  <a:pt x="847725" y="190500"/>
                </a:moveTo>
                <a:lnTo>
                  <a:pt x="866775" y="190500"/>
                </a:lnTo>
                <a:lnTo>
                  <a:pt x="866775" y="209550"/>
                </a:lnTo>
                <a:lnTo>
                  <a:pt x="838200" y="209550"/>
                </a:lnTo>
                <a:lnTo>
                  <a:pt x="838200" y="200025"/>
                </a:lnTo>
                <a:lnTo>
                  <a:pt x="847725" y="200025"/>
                </a:lnTo>
                <a:close/>
                <a:moveTo>
                  <a:pt x="228600" y="209550"/>
                </a:moveTo>
                <a:lnTo>
                  <a:pt x="238125" y="209550"/>
                </a:lnTo>
                <a:lnTo>
                  <a:pt x="238125" y="219075"/>
                </a:lnTo>
                <a:lnTo>
                  <a:pt x="228600" y="219075"/>
                </a:lnTo>
                <a:close/>
                <a:moveTo>
                  <a:pt x="581025" y="209550"/>
                </a:moveTo>
                <a:lnTo>
                  <a:pt x="609600" y="209550"/>
                </a:lnTo>
                <a:lnTo>
                  <a:pt x="609600" y="219075"/>
                </a:lnTo>
                <a:lnTo>
                  <a:pt x="581025" y="219075"/>
                </a:lnTo>
                <a:close/>
                <a:moveTo>
                  <a:pt x="723900" y="209550"/>
                </a:moveTo>
                <a:lnTo>
                  <a:pt x="742950" y="209550"/>
                </a:lnTo>
                <a:lnTo>
                  <a:pt x="742950" y="219075"/>
                </a:lnTo>
                <a:lnTo>
                  <a:pt x="723900" y="219075"/>
                </a:lnTo>
                <a:close/>
                <a:moveTo>
                  <a:pt x="819150" y="209550"/>
                </a:moveTo>
                <a:lnTo>
                  <a:pt x="838200" y="209550"/>
                </a:lnTo>
                <a:lnTo>
                  <a:pt x="838200" y="219075"/>
                </a:lnTo>
                <a:lnTo>
                  <a:pt x="819150" y="219075"/>
                </a:lnTo>
                <a:close/>
                <a:moveTo>
                  <a:pt x="866775" y="209550"/>
                </a:moveTo>
                <a:lnTo>
                  <a:pt x="885825" y="209550"/>
                </a:lnTo>
                <a:lnTo>
                  <a:pt x="885825" y="219075"/>
                </a:lnTo>
                <a:lnTo>
                  <a:pt x="866775" y="219075"/>
                </a:lnTo>
                <a:close/>
                <a:moveTo>
                  <a:pt x="123825" y="219075"/>
                </a:moveTo>
                <a:lnTo>
                  <a:pt x="133350" y="219075"/>
                </a:lnTo>
                <a:lnTo>
                  <a:pt x="133350" y="238125"/>
                </a:lnTo>
                <a:lnTo>
                  <a:pt x="152400" y="238125"/>
                </a:lnTo>
                <a:lnTo>
                  <a:pt x="152400" y="257175"/>
                </a:lnTo>
                <a:lnTo>
                  <a:pt x="190500" y="257175"/>
                </a:lnTo>
                <a:lnTo>
                  <a:pt x="190500" y="247650"/>
                </a:lnTo>
                <a:lnTo>
                  <a:pt x="200025" y="247650"/>
                </a:lnTo>
                <a:lnTo>
                  <a:pt x="200025" y="276225"/>
                </a:lnTo>
                <a:lnTo>
                  <a:pt x="190500" y="276225"/>
                </a:lnTo>
                <a:lnTo>
                  <a:pt x="190500" y="266700"/>
                </a:lnTo>
                <a:lnTo>
                  <a:pt x="152400" y="266700"/>
                </a:lnTo>
                <a:lnTo>
                  <a:pt x="152400" y="285750"/>
                </a:lnTo>
                <a:lnTo>
                  <a:pt x="142875" y="285750"/>
                </a:lnTo>
                <a:lnTo>
                  <a:pt x="142875" y="276225"/>
                </a:lnTo>
                <a:lnTo>
                  <a:pt x="133350" y="276225"/>
                </a:lnTo>
                <a:lnTo>
                  <a:pt x="133350" y="285750"/>
                </a:lnTo>
                <a:lnTo>
                  <a:pt x="123825" y="285750"/>
                </a:lnTo>
                <a:close/>
                <a:moveTo>
                  <a:pt x="571500" y="219075"/>
                </a:moveTo>
                <a:lnTo>
                  <a:pt x="581025" y="219075"/>
                </a:lnTo>
                <a:lnTo>
                  <a:pt x="581025" y="228600"/>
                </a:lnTo>
                <a:lnTo>
                  <a:pt x="571500" y="228600"/>
                </a:lnTo>
                <a:close/>
                <a:moveTo>
                  <a:pt x="190500" y="228600"/>
                </a:moveTo>
                <a:lnTo>
                  <a:pt x="200025" y="228600"/>
                </a:lnTo>
                <a:lnTo>
                  <a:pt x="200025" y="238125"/>
                </a:lnTo>
                <a:lnTo>
                  <a:pt x="190500" y="238125"/>
                </a:lnTo>
                <a:close/>
                <a:moveTo>
                  <a:pt x="209550" y="228600"/>
                </a:moveTo>
                <a:lnTo>
                  <a:pt x="219075" y="228600"/>
                </a:lnTo>
                <a:lnTo>
                  <a:pt x="219075" y="276225"/>
                </a:lnTo>
                <a:lnTo>
                  <a:pt x="209550" y="276225"/>
                </a:lnTo>
                <a:close/>
                <a:moveTo>
                  <a:pt x="542925" y="238125"/>
                </a:moveTo>
                <a:lnTo>
                  <a:pt x="552450" y="238125"/>
                </a:lnTo>
                <a:lnTo>
                  <a:pt x="552450" y="247650"/>
                </a:lnTo>
                <a:lnTo>
                  <a:pt x="542925" y="247650"/>
                </a:lnTo>
                <a:close/>
                <a:moveTo>
                  <a:pt x="561975" y="257175"/>
                </a:moveTo>
                <a:lnTo>
                  <a:pt x="571500" y="257175"/>
                </a:lnTo>
                <a:lnTo>
                  <a:pt x="571500" y="276225"/>
                </a:lnTo>
                <a:lnTo>
                  <a:pt x="561975" y="276225"/>
                </a:lnTo>
                <a:close/>
                <a:moveTo>
                  <a:pt x="133350" y="304800"/>
                </a:moveTo>
                <a:lnTo>
                  <a:pt x="142875" y="304800"/>
                </a:lnTo>
                <a:lnTo>
                  <a:pt x="142875" y="314325"/>
                </a:lnTo>
                <a:lnTo>
                  <a:pt x="161925" y="314325"/>
                </a:lnTo>
                <a:lnTo>
                  <a:pt x="161925" y="342900"/>
                </a:lnTo>
                <a:lnTo>
                  <a:pt x="152400" y="342900"/>
                </a:lnTo>
                <a:lnTo>
                  <a:pt x="152400" y="352425"/>
                </a:lnTo>
                <a:lnTo>
                  <a:pt x="142875" y="352425"/>
                </a:lnTo>
                <a:lnTo>
                  <a:pt x="142875" y="342900"/>
                </a:lnTo>
                <a:lnTo>
                  <a:pt x="133350" y="342900"/>
                </a:lnTo>
                <a:lnTo>
                  <a:pt x="133350" y="323850"/>
                </a:lnTo>
                <a:lnTo>
                  <a:pt x="123825" y="323850"/>
                </a:lnTo>
                <a:lnTo>
                  <a:pt x="123825" y="314325"/>
                </a:lnTo>
                <a:lnTo>
                  <a:pt x="133350" y="314325"/>
                </a:lnTo>
                <a:close/>
                <a:moveTo>
                  <a:pt x="190500" y="304800"/>
                </a:moveTo>
                <a:lnTo>
                  <a:pt x="200025" y="304800"/>
                </a:lnTo>
                <a:lnTo>
                  <a:pt x="200025" y="314325"/>
                </a:lnTo>
                <a:lnTo>
                  <a:pt x="190500" y="314325"/>
                </a:lnTo>
                <a:close/>
                <a:moveTo>
                  <a:pt x="209550" y="314325"/>
                </a:moveTo>
                <a:lnTo>
                  <a:pt x="219075" y="314325"/>
                </a:lnTo>
                <a:lnTo>
                  <a:pt x="219075" y="333375"/>
                </a:lnTo>
                <a:lnTo>
                  <a:pt x="209550" y="333375"/>
                </a:lnTo>
                <a:close/>
                <a:moveTo>
                  <a:pt x="190500" y="333375"/>
                </a:moveTo>
                <a:lnTo>
                  <a:pt x="200025" y="333375"/>
                </a:lnTo>
                <a:lnTo>
                  <a:pt x="200025" y="342900"/>
                </a:lnTo>
                <a:lnTo>
                  <a:pt x="190500" y="342900"/>
                </a:lnTo>
                <a:close/>
                <a:moveTo>
                  <a:pt x="123825" y="342900"/>
                </a:moveTo>
                <a:lnTo>
                  <a:pt x="133350" y="342900"/>
                </a:lnTo>
                <a:lnTo>
                  <a:pt x="133350" y="352425"/>
                </a:lnTo>
                <a:lnTo>
                  <a:pt x="123825" y="352425"/>
                </a:lnTo>
                <a:close/>
                <a:moveTo>
                  <a:pt x="257175" y="342900"/>
                </a:moveTo>
                <a:lnTo>
                  <a:pt x="276225" y="342900"/>
                </a:lnTo>
                <a:lnTo>
                  <a:pt x="276225" y="352425"/>
                </a:lnTo>
                <a:lnTo>
                  <a:pt x="257175" y="352425"/>
                </a:lnTo>
                <a:close/>
                <a:moveTo>
                  <a:pt x="285750" y="342900"/>
                </a:moveTo>
                <a:lnTo>
                  <a:pt x="295275" y="342900"/>
                </a:lnTo>
                <a:lnTo>
                  <a:pt x="295275" y="352425"/>
                </a:lnTo>
                <a:lnTo>
                  <a:pt x="285750" y="352425"/>
                </a:lnTo>
                <a:close/>
                <a:moveTo>
                  <a:pt x="352425" y="342900"/>
                </a:moveTo>
                <a:lnTo>
                  <a:pt x="361950" y="342900"/>
                </a:lnTo>
                <a:lnTo>
                  <a:pt x="361950" y="352425"/>
                </a:lnTo>
                <a:lnTo>
                  <a:pt x="352425" y="352425"/>
                </a:lnTo>
                <a:close/>
                <a:moveTo>
                  <a:pt x="876300" y="371475"/>
                </a:moveTo>
                <a:lnTo>
                  <a:pt x="904875" y="371475"/>
                </a:lnTo>
                <a:lnTo>
                  <a:pt x="904875" y="381000"/>
                </a:lnTo>
                <a:lnTo>
                  <a:pt x="923925" y="381000"/>
                </a:lnTo>
                <a:lnTo>
                  <a:pt x="923925" y="390525"/>
                </a:lnTo>
                <a:lnTo>
                  <a:pt x="895350" y="390525"/>
                </a:lnTo>
                <a:lnTo>
                  <a:pt x="895350" y="400050"/>
                </a:lnTo>
                <a:lnTo>
                  <a:pt x="876300" y="400050"/>
                </a:lnTo>
                <a:lnTo>
                  <a:pt x="876300" y="390525"/>
                </a:lnTo>
                <a:lnTo>
                  <a:pt x="885825" y="390525"/>
                </a:lnTo>
                <a:lnTo>
                  <a:pt x="885825" y="381000"/>
                </a:lnTo>
                <a:lnTo>
                  <a:pt x="876300" y="381000"/>
                </a:lnTo>
                <a:close/>
                <a:moveTo>
                  <a:pt x="381000" y="381000"/>
                </a:moveTo>
                <a:lnTo>
                  <a:pt x="390525" y="381000"/>
                </a:lnTo>
                <a:lnTo>
                  <a:pt x="390525" y="390525"/>
                </a:lnTo>
                <a:lnTo>
                  <a:pt x="381000" y="390525"/>
                </a:lnTo>
                <a:close/>
                <a:moveTo>
                  <a:pt x="857250" y="390525"/>
                </a:moveTo>
                <a:lnTo>
                  <a:pt x="866775" y="390525"/>
                </a:lnTo>
                <a:lnTo>
                  <a:pt x="866775" y="400050"/>
                </a:lnTo>
                <a:lnTo>
                  <a:pt x="857250" y="400050"/>
                </a:lnTo>
                <a:close/>
                <a:moveTo>
                  <a:pt x="962025" y="400050"/>
                </a:moveTo>
                <a:lnTo>
                  <a:pt x="971550" y="400050"/>
                </a:lnTo>
                <a:lnTo>
                  <a:pt x="971550" y="457200"/>
                </a:lnTo>
                <a:lnTo>
                  <a:pt x="962025" y="457200"/>
                </a:lnTo>
                <a:close/>
                <a:moveTo>
                  <a:pt x="866775" y="409575"/>
                </a:moveTo>
                <a:lnTo>
                  <a:pt x="895350" y="409575"/>
                </a:lnTo>
                <a:lnTo>
                  <a:pt x="895350" y="419100"/>
                </a:lnTo>
                <a:lnTo>
                  <a:pt x="904875" y="419100"/>
                </a:lnTo>
                <a:lnTo>
                  <a:pt x="904875" y="428625"/>
                </a:lnTo>
                <a:lnTo>
                  <a:pt x="923925" y="428625"/>
                </a:lnTo>
                <a:lnTo>
                  <a:pt x="923925" y="438150"/>
                </a:lnTo>
                <a:lnTo>
                  <a:pt x="933450" y="438150"/>
                </a:lnTo>
                <a:lnTo>
                  <a:pt x="933450" y="447675"/>
                </a:lnTo>
                <a:lnTo>
                  <a:pt x="923925" y="447675"/>
                </a:lnTo>
                <a:lnTo>
                  <a:pt x="923925" y="457200"/>
                </a:lnTo>
                <a:lnTo>
                  <a:pt x="914400" y="457200"/>
                </a:lnTo>
                <a:lnTo>
                  <a:pt x="914400" y="447675"/>
                </a:lnTo>
                <a:lnTo>
                  <a:pt x="885825" y="447675"/>
                </a:lnTo>
                <a:lnTo>
                  <a:pt x="885825" y="457200"/>
                </a:lnTo>
                <a:lnTo>
                  <a:pt x="857250" y="457200"/>
                </a:lnTo>
                <a:lnTo>
                  <a:pt x="857250" y="447675"/>
                </a:lnTo>
                <a:lnTo>
                  <a:pt x="847725" y="447675"/>
                </a:lnTo>
                <a:lnTo>
                  <a:pt x="847725" y="457200"/>
                </a:lnTo>
                <a:lnTo>
                  <a:pt x="838200" y="457200"/>
                </a:lnTo>
                <a:lnTo>
                  <a:pt x="838200" y="438150"/>
                </a:lnTo>
                <a:lnTo>
                  <a:pt x="847725" y="438150"/>
                </a:lnTo>
                <a:lnTo>
                  <a:pt x="847725" y="419100"/>
                </a:lnTo>
                <a:lnTo>
                  <a:pt x="857250" y="419100"/>
                </a:lnTo>
                <a:lnTo>
                  <a:pt x="857250" y="428625"/>
                </a:lnTo>
                <a:lnTo>
                  <a:pt x="876300" y="428625"/>
                </a:lnTo>
                <a:lnTo>
                  <a:pt x="876300" y="419100"/>
                </a:lnTo>
                <a:lnTo>
                  <a:pt x="866775" y="419100"/>
                </a:lnTo>
                <a:close/>
                <a:moveTo>
                  <a:pt x="247650" y="428625"/>
                </a:moveTo>
                <a:lnTo>
                  <a:pt x="257175" y="428625"/>
                </a:lnTo>
                <a:lnTo>
                  <a:pt x="257175" y="476250"/>
                </a:lnTo>
                <a:lnTo>
                  <a:pt x="247650" y="476250"/>
                </a:lnTo>
                <a:close/>
                <a:moveTo>
                  <a:pt x="123825" y="438150"/>
                </a:moveTo>
                <a:lnTo>
                  <a:pt x="133350" y="438150"/>
                </a:lnTo>
                <a:lnTo>
                  <a:pt x="133350" y="447675"/>
                </a:lnTo>
                <a:lnTo>
                  <a:pt x="123825" y="447675"/>
                </a:lnTo>
                <a:close/>
                <a:moveTo>
                  <a:pt x="190500" y="438150"/>
                </a:moveTo>
                <a:lnTo>
                  <a:pt x="200025" y="438150"/>
                </a:lnTo>
                <a:lnTo>
                  <a:pt x="200025" y="447675"/>
                </a:lnTo>
                <a:lnTo>
                  <a:pt x="190500" y="447675"/>
                </a:lnTo>
                <a:close/>
                <a:moveTo>
                  <a:pt x="266700" y="438150"/>
                </a:moveTo>
                <a:lnTo>
                  <a:pt x="276225" y="438150"/>
                </a:lnTo>
                <a:lnTo>
                  <a:pt x="276225" y="447675"/>
                </a:lnTo>
                <a:lnTo>
                  <a:pt x="266700" y="447675"/>
                </a:lnTo>
                <a:close/>
                <a:moveTo>
                  <a:pt x="95250" y="447675"/>
                </a:moveTo>
                <a:lnTo>
                  <a:pt x="104775" y="447675"/>
                </a:lnTo>
                <a:lnTo>
                  <a:pt x="104775" y="495300"/>
                </a:lnTo>
                <a:lnTo>
                  <a:pt x="95250" y="495300"/>
                </a:lnTo>
                <a:close/>
                <a:moveTo>
                  <a:pt x="133350" y="447675"/>
                </a:moveTo>
                <a:lnTo>
                  <a:pt x="142875" y="447675"/>
                </a:lnTo>
                <a:lnTo>
                  <a:pt x="142875" y="457200"/>
                </a:lnTo>
                <a:lnTo>
                  <a:pt x="133350" y="457200"/>
                </a:lnTo>
                <a:close/>
                <a:moveTo>
                  <a:pt x="171450" y="447675"/>
                </a:moveTo>
                <a:lnTo>
                  <a:pt x="190500" y="447675"/>
                </a:lnTo>
                <a:lnTo>
                  <a:pt x="190500" y="457200"/>
                </a:lnTo>
                <a:lnTo>
                  <a:pt x="171450" y="457200"/>
                </a:lnTo>
                <a:close/>
                <a:moveTo>
                  <a:pt x="628650" y="447675"/>
                </a:moveTo>
                <a:lnTo>
                  <a:pt x="638175" y="447675"/>
                </a:lnTo>
                <a:lnTo>
                  <a:pt x="638175" y="457200"/>
                </a:lnTo>
                <a:lnTo>
                  <a:pt x="628650" y="457200"/>
                </a:lnTo>
                <a:close/>
                <a:moveTo>
                  <a:pt x="152400" y="457200"/>
                </a:moveTo>
                <a:lnTo>
                  <a:pt x="171450" y="457200"/>
                </a:lnTo>
                <a:lnTo>
                  <a:pt x="171450" y="476250"/>
                </a:lnTo>
                <a:lnTo>
                  <a:pt x="152400" y="476250"/>
                </a:lnTo>
                <a:close/>
                <a:moveTo>
                  <a:pt x="352425" y="457200"/>
                </a:moveTo>
                <a:lnTo>
                  <a:pt x="361950" y="457200"/>
                </a:lnTo>
                <a:lnTo>
                  <a:pt x="361950" y="466725"/>
                </a:lnTo>
                <a:lnTo>
                  <a:pt x="352425" y="466725"/>
                </a:lnTo>
                <a:close/>
                <a:moveTo>
                  <a:pt x="371475" y="457200"/>
                </a:moveTo>
                <a:lnTo>
                  <a:pt x="381000" y="457200"/>
                </a:lnTo>
                <a:lnTo>
                  <a:pt x="381000" y="466725"/>
                </a:lnTo>
                <a:lnTo>
                  <a:pt x="371475" y="466725"/>
                </a:lnTo>
                <a:close/>
                <a:moveTo>
                  <a:pt x="647700" y="457200"/>
                </a:moveTo>
                <a:lnTo>
                  <a:pt x="657225" y="457200"/>
                </a:lnTo>
                <a:lnTo>
                  <a:pt x="657225" y="466725"/>
                </a:lnTo>
                <a:lnTo>
                  <a:pt x="647700" y="466725"/>
                </a:lnTo>
                <a:close/>
                <a:moveTo>
                  <a:pt x="600075" y="466725"/>
                </a:moveTo>
                <a:lnTo>
                  <a:pt x="609600" y="466725"/>
                </a:lnTo>
                <a:lnTo>
                  <a:pt x="609600" y="476250"/>
                </a:lnTo>
                <a:lnTo>
                  <a:pt x="600075" y="476250"/>
                </a:lnTo>
                <a:close/>
                <a:moveTo>
                  <a:pt x="628650" y="466725"/>
                </a:moveTo>
                <a:lnTo>
                  <a:pt x="647700" y="466725"/>
                </a:lnTo>
                <a:lnTo>
                  <a:pt x="647700" y="476250"/>
                </a:lnTo>
                <a:lnTo>
                  <a:pt x="628650" y="476250"/>
                </a:lnTo>
                <a:close/>
                <a:moveTo>
                  <a:pt x="981075" y="466725"/>
                </a:moveTo>
                <a:lnTo>
                  <a:pt x="990600" y="466725"/>
                </a:lnTo>
                <a:lnTo>
                  <a:pt x="990600" y="476250"/>
                </a:lnTo>
                <a:lnTo>
                  <a:pt x="981075" y="476250"/>
                </a:lnTo>
                <a:close/>
                <a:moveTo>
                  <a:pt x="342900" y="476250"/>
                </a:moveTo>
                <a:lnTo>
                  <a:pt x="381000" y="476250"/>
                </a:lnTo>
                <a:lnTo>
                  <a:pt x="381000" y="485775"/>
                </a:lnTo>
                <a:lnTo>
                  <a:pt x="342900" y="485775"/>
                </a:lnTo>
                <a:close/>
                <a:moveTo>
                  <a:pt x="647700" y="476250"/>
                </a:moveTo>
                <a:lnTo>
                  <a:pt x="666750" y="476250"/>
                </a:lnTo>
                <a:lnTo>
                  <a:pt x="666750" y="485775"/>
                </a:lnTo>
                <a:lnTo>
                  <a:pt x="647700" y="485775"/>
                </a:lnTo>
                <a:close/>
                <a:moveTo>
                  <a:pt x="990600" y="476250"/>
                </a:moveTo>
                <a:lnTo>
                  <a:pt x="1000125" y="476250"/>
                </a:lnTo>
                <a:lnTo>
                  <a:pt x="1000125" y="485775"/>
                </a:lnTo>
                <a:lnTo>
                  <a:pt x="990600" y="485775"/>
                </a:lnTo>
                <a:close/>
                <a:moveTo>
                  <a:pt x="123825" y="485775"/>
                </a:moveTo>
                <a:lnTo>
                  <a:pt x="133350" y="485775"/>
                </a:lnTo>
                <a:lnTo>
                  <a:pt x="133350" y="495300"/>
                </a:lnTo>
                <a:lnTo>
                  <a:pt x="123825" y="495300"/>
                </a:lnTo>
                <a:close/>
                <a:moveTo>
                  <a:pt x="142875" y="485775"/>
                </a:moveTo>
                <a:lnTo>
                  <a:pt x="152400" y="485775"/>
                </a:lnTo>
                <a:lnTo>
                  <a:pt x="152400" y="495300"/>
                </a:lnTo>
                <a:lnTo>
                  <a:pt x="142875" y="495300"/>
                </a:lnTo>
                <a:close/>
                <a:moveTo>
                  <a:pt x="447675" y="504825"/>
                </a:moveTo>
                <a:lnTo>
                  <a:pt x="485775" y="504825"/>
                </a:lnTo>
                <a:lnTo>
                  <a:pt x="485775" y="514350"/>
                </a:lnTo>
                <a:lnTo>
                  <a:pt x="447675" y="514350"/>
                </a:lnTo>
                <a:close/>
                <a:moveTo>
                  <a:pt x="514350" y="504825"/>
                </a:moveTo>
                <a:lnTo>
                  <a:pt x="561975" y="504825"/>
                </a:lnTo>
                <a:lnTo>
                  <a:pt x="561975" y="514350"/>
                </a:lnTo>
                <a:lnTo>
                  <a:pt x="571500" y="514350"/>
                </a:lnTo>
                <a:lnTo>
                  <a:pt x="571500" y="542925"/>
                </a:lnTo>
                <a:lnTo>
                  <a:pt x="561975" y="542925"/>
                </a:lnTo>
                <a:lnTo>
                  <a:pt x="561975" y="533400"/>
                </a:lnTo>
                <a:lnTo>
                  <a:pt x="552450" y="533400"/>
                </a:lnTo>
                <a:lnTo>
                  <a:pt x="552450" y="552450"/>
                </a:lnTo>
                <a:lnTo>
                  <a:pt x="542925" y="552450"/>
                </a:lnTo>
                <a:lnTo>
                  <a:pt x="542925" y="542925"/>
                </a:lnTo>
                <a:lnTo>
                  <a:pt x="533400" y="542925"/>
                </a:lnTo>
                <a:lnTo>
                  <a:pt x="533400" y="533400"/>
                </a:lnTo>
                <a:lnTo>
                  <a:pt x="514350" y="533400"/>
                </a:lnTo>
                <a:lnTo>
                  <a:pt x="514350" y="523875"/>
                </a:lnTo>
                <a:lnTo>
                  <a:pt x="485775" y="523875"/>
                </a:lnTo>
                <a:lnTo>
                  <a:pt x="485775" y="514350"/>
                </a:lnTo>
                <a:lnTo>
                  <a:pt x="514350" y="514350"/>
                </a:lnTo>
                <a:close/>
                <a:moveTo>
                  <a:pt x="600075" y="514350"/>
                </a:moveTo>
                <a:lnTo>
                  <a:pt x="609600" y="514350"/>
                </a:lnTo>
                <a:lnTo>
                  <a:pt x="609600" y="533400"/>
                </a:lnTo>
                <a:lnTo>
                  <a:pt x="600075" y="533400"/>
                </a:lnTo>
                <a:close/>
                <a:moveTo>
                  <a:pt x="647700" y="514350"/>
                </a:moveTo>
                <a:lnTo>
                  <a:pt x="704850" y="514350"/>
                </a:lnTo>
                <a:lnTo>
                  <a:pt x="704850" y="533400"/>
                </a:lnTo>
                <a:lnTo>
                  <a:pt x="723900" y="533400"/>
                </a:lnTo>
                <a:lnTo>
                  <a:pt x="723900" y="542925"/>
                </a:lnTo>
                <a:lnTo>
                  <a:pt x="685800" y="542925"/>
                </a:lnTo>
                <a:lnTo>
                  <a:pt x="685800" y="533400"/>
                </a:lnTo>
                <a:lnTo>
                  <a:pt x="676275" y="533400"/>
                </a:lnTo>
                <a:lnTo>
                  <a:pt x="676275" y="523875"/>
                </a:lnTo>
                <a:lnTo>
                  <a:pt x="657225" y="523875"/>
                </a:lnTo>
                <a:lnTo>
                  <a:pt x="657225" y="533400"/>
                </a:lnTo>
                <a:lnTo>
                  <a:pt x="638175" y="533400"/>
                </a:lnTo>
                <a:lnTo>
                  <a:pt x="638175" y="523875"/>
                </a:lnTo>
                <a:lnTo>
                  <a:pt x="647700" y="523875"/>
                </a:lnTo>
                <a:close/>
                <a:moveTo>
                  <a:pt x="209550" y="523875"/>
                </a:moveTo>
                <a:lnTo>
                  <a:pt x="219075" y="523875"/>
                </a:lnTo>
                <a:lnTo>
                  <a:pt x="219075" y="542925"/>
                </a:lnTo>
                <a:lnTo>
                  <a:pt x="209550" y="542925"/>
                </a:lnTo>
                <a:close/>
                <a:moveTo>
                  <a:pt x="190500" y="542925"/>
                </a:moveTo>
                <a:lnTo>
                  <a:pt x="200025" y="542925"/>
                </a:lnTo>
                <a:lnTo>
                  <a:pt x="200025" y="552450"/>
                </a:lnTo>
                <a:lnTo>
                  <a:pt x="190500" y="552450"/>
                </a:lnTo>
                <a:close/>
                <a:moveTo>
                  <a:pt x="600075" y="542925"/>
                </a:moveTo>
                <a:lnTo>
                  <a:pt x="609600" y="542925"/>
                </a:lnTo>
                <a:lnTo>
                  <a:pt x="609600" y="552450"/>
                </a:lnTo>
                <a:lnTo>
                  <a:pt x="600075" y="552450"/>
                </a:lnTo>
                <a:close/>
                <a:moveTo>
                  <a:pt x="619125" y="542925"/>
                </a:moveTo>
                <a:lnTo>
                  <a:pt x="628650" y="542925"/>
                </a:lnTo>
                <a:lnTo>
                  <a:pt x="628650" y="561975"/>
                </a:lnTo>
                <a:lnTo>
                  <a:pt x="619125" y="561975"/>
                </a:lnTo>
                <a:close/>
                <a:moveTo>
                  <a:pt x="723900" y="561975"/>
                </a:moveTo>
                <a:lnTo>
                  <a:pt x="733425" y="561975"/>
                </a:lnTo>
                <a:lnTo>
                  <a:pt x="733425" y="571500"/>
                </a:lnTo>
                <a:lnTo>
                  <a:pt x="742950" y="571500"/>
                </a:lnTo>
                <a:lnTo>
                  <a:pt x="742950" y="590550"/>
                </a:lnTo>
                <a:lnTo>
                  <a:pt x="723900" y="590550"/>
                </a:lnTo>
                <a:close/>
                <a:moveTo>
                  <a:pt x="704850" y="571500"/>
                </a:moveTo>
                <a:lnTo>
                  <a:pt x="714375" y="571500"/>
                </a:lnTo>
                <a:lnTo>
                  <a:pt x="714375" y="581025"/>
                </a:lnTo>
                <a:lnTo>
                  <a:pt x="704850" y="581025"/>
                </a:lnTo>
                <a:close/>
                <a:moveTo>
                  <a:pt x="142875" y="581025"/>
                </a:moveTo>
                <a:lnTo>
                  <a:pt x="152400" y="581025"/>
                </a:lnTo>
                <a:lnTo>
                  <a:pt x="152400" y="590550"/>
                </a:lnTo>
                <a:lnTo>
                  <a:pt x="171450" y="590550"/>
                </a:lnTo>
                <a:lnTo>
                  <a:pt x="171450" y="600075"/>
                </a:lnTo>
                <a:lnTo>
                  <a:pt x="142875" y="600075"/>
                </a:lnTo>
                <a:close/>
                <a:moveTo>
                  <a:pt x="190500" y="581025"/>
                </a:moveTo>
                <a:lnTo>
                  <a:pt x="200025" y="581025"/>
                </a:lnTo>
                <a:lnTo>
                  <a:pt x="200025" y="600075"/>
                </a:lnTo>
                <a:lnTo>
                  <a:pt x="190500" y="600075"/>
                </a:lnTo>
                <a:close/>
                <a:moveTo>
                  <a:pt x="123825" y="590550"/>
                </a:moveTo>
                <a:lnTo>
                  <a:pt x="133350" y="590550"/>
                </a:lnTo>
                <a:lnTo>
                  <a:pt x="133350" y="600075"/>
                </a:lnTo>
                <a:lnTo>
                  <a:pt x="142875" y="600075"/>
                </a:lnTo>
                <a:lnTo>
                  <a:pt x="142875" y="619125"/>
                </a:lnTo>
                <a:lnTo>
                  <a:pt x="152400" y="619125"/>
                </a:lnTo>
                <a:lnTo>
                  <a:pt x="152400" y="628650"/>
                </a:lnTo>
                <a:lnTo>
                  <a:pt x="161925" y="628650"/>
                </a:lnTo>
                <a:lnTo>
                  <a:pt x="161925" y="619125"/>
                </a:lnTo>
                <a:lnTo>
                  <a:pt x="171450" y="619125"/>
                </a:lnTo>
                <a:lnTo>
                  <a:pt x="171450" y="628650"/>
                </a:lnTo>
                <a:lnTo>
                  <a:pt x="190500" y="628650"/>
                </a:lnTo>
                <a:lnTo>
                  <a:pt x="190500" y="609600"/>
                </a:lnTo>
                <a:lnTo>
                  <a:pt x="209550" y="609600"/>
                </a:lnTo>
                <a:lnTo>
                  <a:pt x="209550" y="590550"/>
                </a:lnTo>
                <a:lnTo>
                  <a:pt x="219075" y="590550"/>
                </a:lnTo>
                <a:lnTo>
                  <a:pt x="219075" y="619125"/>
                </a:lnTo>
                <a:lnTo>
                  <a:pt x="209550" y="619125"/>
                </a:lnTo>
                <a:lnTo>
                  <a:pt x="209550" y="628650"/>
                </a:lnTo>
                <a:lnTo>
                  <a:pt x="219075" y="628650"/>
                </a:lnTo>
                <a:lnTo>
                  <a:pt x="219075" y="638175"/>
                </a:lnTo>
                <a:lnTo>
                  <a:pt x="152400" y="638175"/>
                </a:lnTo>
                <a:lnTo>
                  <a:pt x="152400" y="647700"/>
                </a:lnTo>
                <a:lnTo>
                  <a:pt x="142875" y="647700"/>
                </a:lnTo>
                <a:lnTo>
                  <a:pt x="142875" y="638175"/>
                </a:lnTo>
                <a:lnTo>
                  <a:pt x="123825" y="638175"/>
                </a:lnTo>
                <a:close/>
                <a:moveTo>
                  <a:pt x="695325" y="590550"/>
                </a:moveTo>
                <a:lnTo>
                  <a:pt x="704850" y="590550"/>
                </a:lnTo>
                <a:lnTo>
                  <a:pt x="704850" y="628650"/>
                </a:lnTo>
                <a:lnTo>
                  <a:pt x="723900" y="628650"/>
                </a:lnTo>
                <a:lnTo>
                  <a:pt x="723900" y="619125"/>
                </a:lnTo>
                <a:lnTo>
                  <a:pt x="733425" y="619125"/>
                </a:lnTo>
                <a:lnTo>
                  <a:pt x="733425" y="638175"/>
                </a:lnTo>
                <a:lnTo>
                  <a:pt x="742950" y="638175"/>
                </a:lnTo>
                <a:lnTo>
                  <a:pt x="742950" y="647700"/>
                </a:lnTo>
                <a:lnTo>
                  <a:pt x="685800" y="647700"/>
                </a:lnTo>
                <a:lnTo>
                  <a:pt x="685800" y="638175"/>
                </a:lnTo>
                <a:lnTo>
                  <a:pt x="695325" y="638175"/>
                </a:lnTo>
                <a:lnTo>
                  <a:pt x="695325" y="628650"/>
                </a:lnTo>
                <a:lnTo>
                  <a:pt x="685800" y="628650"/>
                </a:lnTo>
                <a:lnTo>
                  <a:pt x="685800" y="619125"/>
                </a:lnTo>
                <a:lnTo>
                  <a:pt x="695325" y="619125"/>
                </a:lnTo>
                <a:close/>
                <a:moveTo>
                  <a:pt x="1019175" y="590550"/>
                </a:moveTo>
                <a:lnTo>
                  <a:pt x="1038225" y="590550"/>
                </a:lnTo>
                <a:lnTo>
                  <a:pt x="1038225" y="609600"/>
                </a:lnTo>
                <a:lnTo>
                  <a:pt x="1019175" y="609600"/>
                </a:lnTo>
                <a:close/>
                <a:moveTo>
                  <a:pt x="95250" y="600075"/>
                </a:moveTo>
                <a:lnTo>
                  <a:pt x="104775" y="600075"/>
                </a:lnTo>
                <a:lnTo>
                  <a:pt x="104775" y="628650"/>
                </a:lnTo>
                <a:lnTo>
                  <a:pt x="95250" y="628650"/>
                </a:lnTo>
                <a:close/>
                <a:moveTo>
                  <a:pt x="676275" y="600075"/>
                </a:moveTo>
                <a:lnTo>
                  <a:pt x="685800" y="600075"/>
                </a:lnTo>
                <a:lnTo>
                  <a:pt x="685800" y="609600"/>
                </a:lnTo>
                <a:lnTo>
                  <a:pt x="676275" y="609600"/>
                </a:lnTo>
                <a:close/>
                <a:moveTo>
                  <a:pt x="409575" y="619125"/>
                </a:moveTo>
                <a:lnTo>
                  <a:pt x="419100" y="619125"/>
                </a:lnTo>
                <a:lnTo>
                  <a:pt x="419100" y="628650"/>
                </a:lnTo>
                <a:lnTo>
                  <a:pt x="409575" y="628650"/>
                </a:lnTo>
                <a:close/>
                <a:moveTo>
                  <a:pt x="438150" y="619125"/>
                </a:moveTo>
                <a:lnTo>
                  <a:pt x="447675" y="619125"/>
                </a:lnTo>
                <a:lnTo>
                  <a:pt x="447675" y="638175"/>
                </a:lnTo>
                <a:lnTo>
                  <a:pt x="438150" y="638175"/>
                </a:lnTo>
                <a:close/>
                <a:moveTo>
                  <a:pt x="857250" y="619125"/>
                </a:moveTo>
                <a:lnTo>
                  <a:pt x="866775" y="619125"/>
                </a:lnTo>
                <a:lnTo>
                  <a:pt x="866775" y="628650"/>
                </a:lnTo>
                <a:lnTo>
                  <a:pt x="857250" y="628650"/>
                </a:lnTo>
                <a:close/>
                <a:moveTo>
                  <a:pt x="942975" y="619125"/>
                </a:moveTo>
                <a:lnTo>
                  <a:pt x="952500" y="619125"/>
                </a:lnTo>
                <a:lnTo>
                  <a:pt x="952500" y="628650"/>
                </a:lnTo>
                <a:lnTo>
                  <a:pt x="942975" y="628650"/>
                </a:lnTo>
                <a:close/>
                <a:moveTo>
                  <a:pt x="1076325" y="619125"/>
                </a:moveTo>
                <a:lnTo>
                  <a:pt x="1085850" y="619125"/>
                </a:lnTo>
                <a:lnTo>
                  <a:pt x="1085850" y="647700"/>
                </a:lnTo>
                <a:lnTo>
                  <a:pt x="1076325" y="647700"/>
                </a:lnTo>
                <a:close/>
                <a:moveTo>
                  <a:pt x="219075" y="638175"/>
                </a:moveTo>
                <a:lnTo>
                  <a:pt x="228600" y="638175"/>
                </a:lnTo>
                <a:lnTo>
                  <a:pt x="228600" y="647700"/>
                </a:lnTo>
                <a:lnTo>
                  <a:pt x="219075" y="647700"/>
                </a:lnTo>
                <a:close/>
                <a:moveTo>
                  <a:pt x="419100" y="638175"/>
                </a:moveTo>
                <a:lnTo>
                  <a:pt x="438150" y="638175"/>
                </a:lnTo>
                <a:lnTo>
                  <a:pt x="438150" y="647700"/>
                </a:lnTo>
                <a:lnTo>
                  <a:pt x="419100" y="647700"/>
                </a:lnTo>
                <a:close/>
                <a:moveTo>
                  <a:pt x="457200" y="638175"/>
                </a:moveTo>
                <a:lnTo>
                  <a:pt x="476250" y="638175"/>
                </a:lnTo>
                <a:lnTo>
                  <a:pt x="476250" y="647700"/>
                </a:lnTo>
                <a:lnTo>
                  <a:pt x="457200" y="647700"/>
                </a:lnTo>
                <a:close/>
                <a:moveTo>
                  <a:pt x="1057275" y="638175"/>
                </a:moveTo>
                <a:lnTo>
                  <a:pt x="1066800" y="638175"/>
                </a:lnTo>
                <a:lnTo>
                  <a:pt x="1066800" y="657225"/>
                </a:lnTo>
                <a:lnTo>
                  <a:pt x="1085850" y="657225"/>
                </a:lnTo>
                <a:lnTo>
                  <a:pt x="1085850" y="685800"/>
                </a:lnTo>
                <a:lnTo>
                  <a:pt x="1076325" y="685800"/>
                </a:lnTo>
                <a:lnTo>
                  <a:pt x="1076325" y="704850"/>
                </a:lnTo>
                <a:lnTo>
                  <a:pt x="1057275" y="704850"/>
                </a:lnTo>
                <a:lnTo>
                  <a:pt x="1057275" y="723900"/>
                </a:lnTo>
                <a:lnTo>
                  <a:pt x="1047750" y="723900"/>
                </a:lnTo>
                <a:lnTo>
                  <a:pt x="1047750" y="733425"/>
                </a:lnTo>
                <a:lnTo>
                  <a:pt x="1028700" y="733425"/>
                </a:lnTo>
                <a:lnTo>
                  <a:pt x="1028700" y="723900"/>
                </a:lnTo>
                <a:lnTo>
                  <a:pt x="1019175" y="723900"/>
                </a:lnTo>
                <a:lnTo>
                  <a:pt x="1019175" y="714375"/>
                </a:lnTo>
                <a:lnTo>
                  <a:pt x="1047750" y="714375"/>
                </a:lnTo>
                <a:lnTo>
                  <a:pt x="1047750" y="704850"/>
                </a:lnTo>
                <a:lnTo>
                  <a:pt x="1038225" y="704850"/>
                </a:lnTo>
                <a:lnTo>
                  <a:pt x="1038225" y="695325"/>
                </a:lnTo>
                <a:lnTo>
                  <a:pt x="1047750" y="695325"/>
                </a:lnTo>
                <a:lnTo>
                  <a:pt x="1047750" y="666750"/>
                </a:lnTo>
                <a:lnTo>
                  <a:pt x="1057275" y="666750"/>
                </a:lnTo>
                <a:close/>
                <a:moveTo>
                  <a:pt x="257175" y="647700"/>
                </a:moveTo>
                <a:lnTo>
                  <a:pt x="295275" y="647700"/>
                </a:lnTo>
                <a:lnTo>
                  <a:pt x="295275" y="657225"/>
                </a:lnTo>
                <a:lnTo>
                  <a:pt x="257175" y="657225"/>
                </a:lnTo>
                <a:close/>
                <a:moveTo>
                  <a:pt x="304800" y="647700"/>
                </a:moveTo>
                <a:lnTo>
                  <a:pt x="333375" y="647700"/>
                </a:lnTo>
                <a:lnTo>
                  <a:pt x="333375" y="657225"/>
                </a:lnTo>
                <a:lnTo>
                  <a:pt x="304800" y="657225"/>
                </a:lnTo>
                <a:close/>
                <a:moveTo>
                  <a:pt x="600075" y="647700"/>
                </a:moveTo>
                <a:lnTo>
                  <a:pt x="657225" y="647700"/>
                </a:lnTo>
                <a:lnTo>
                  <a:pt x="657225" y="657225"/>
                </a:lnTo>
                <a:lnTo>
                  <a:pt x="600075" y="657225"/>
                </a:lnTo>
                <a:close/>
                <a:moveTo>
                  <a:pt x="790575" y="666750"/>
                </a:moveTo>
                <a:lnTo>
                  <a:pt x="800100" y="666750"/>
                </a:lnTo>
                <a:lnTo>
                  <a:pt x="800100" y="676275"/>
                </a:lnTo>
                <a:lnTo>
                  <a:pt x="790575" y="676275"/>
                </a:lnTo>
                <a:close/>
              </a:path>
            </a:pathLst>
          </a:custGeom>
          <a:solidFill xmlns:a="http://schemas.openxmlformats.org/drawingml/2006/main">
            <a:srgbClr val="F5F7F1"/>
          </a:solidFill>
          <a:ln xmlns:a="http://schemas.openxmlformats.org/drawingml/2006/main" w="0">
            <a:noFill/>
          </a:ln>
        </p:spPr>
      </p:sp>
      <p:sp>
        <p:nvSpPr>
          <p:cNvPr id="223" name="v21 vector #f5f5f0">
            <a:extLst xmlns:a="http://schemas.openxmlformats.org/drawingml/2006/main">
              <a:ext uri="{FF2B5EF4-FFF2-40B4-BE49-F238E27FC236}">
                <a16:creationId xmlns:a16="http://schemas.microsoft.com/office/drawing/2014/main" id="{2006A985-4783-466E-B5B2-60CE16F25F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8250" y="4848225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695325" y="0"/>
                </a:moveTo>
                <a:lnTo>
                  <a:pt x="714375" y="0"/>
                </a:lnTo>
                <a:lnTo>
                  <a:pt x="714375" y="19050"/>
                </a:lnTo>
                <a:lnTo>
                  <a:pt x="704850" y="19050"/>
                </a:lnTo>
                <a:lnTo>
                  <a:pt x="704850" y="38100"/>
                </a:lnTo>
                <a:lnTo>
                  <a:pt x="695325" y="38100"/>
                </a:lnTo>
                <a:lnTo>
                  <a:pt x="695325" y="47625"/>
                </a:lnTo>
                <a:lnTo>
                  <a:pt x="685800" y="47625"/>
                </a:lnTo>
                <a:lnTo>
                  <a:pt x="685800" y="28575"/>
                </a:lnTo>
                <a:lnTo>
                  <a:pt x="676275" y="28575"/>
                </a:lnTo>
                <a:lnTo>
                  <a:pt x="676275" y="19050"/>
                </a:lnTo>
                <a:lnTo>
                  <a:pt x="685800" y="19050"/>
                </a:lnTo>
                <a:lnTo>
                  <a:pt x="685800" y="9525"/>
                </a:lnTo>
                <a:lnTo>
                  <a:pt x="695325" y="9525"/>
                </a:lnTo>
                <a:close/>
                <a:moveTo>
                  <a:pt x="742950" y="9525"/>
                </a:moveTo>
                <a:lnTo>
                  <a:pt x="752475" y="9525"/>
                </a:lnTo>
                <a:lnTo>
                  <a:pt x="752475" y="19050"/>
                </a:lnTo>
                <a:lnTo>
                  <a:pt x="742950" y="19050"/>
                </a:lnTo>
                <a:close/>
                <a:moveTo>
                  <a:pt x="228600" y="19050"/>
                </a:moveTo>
                <a:lnTo>
                  <a:pt x="238125" y="19050"/>
                </a:lnTo>
                <a:lnTo>
                  <a:pt x="238125" y="28575"/>
                </a:lnTo>
                <a:lnTo>
                  <a:pt x="228600" y="28575"/>
                </a:lnTo>
                <a:close/>
                <a:moveTo>
                  <a:pt x="238125" y="28575"/>
                </a:moveTo>
                <a:lnTo>
                  <a:pt x="247650" y="28575"/>
                </a:lnTo>
                <a:lnTo>
                  <a:pt x="247650" y="38100"/>
                </a:lnTo>
                <a:lnTo>
                  <a:pt x="238125" y="38100"/>
                </a:lnTo>
                <a:close/>
                <a:moveTo>
                  <a:pt x="276225" y="38100"/>
                </a:moveTo>
                <a:lnTo>
                  <a:pt x="285750" y="38100"/>
                </a:lnTo>
                <a:lnTo>
                  <a:pt x="285750" y="47625"/>
                </a:lnTo>
                <a:lnTo>
                  <a:pt x="276225" y="47625"/>
                </a:lnTo>
                <a:close/>
                <a:moveTo>
                  <a:pt x="209550" y="47625"/>
                </a:moveTo>
                <a:lnTo>
                  <a:pt x="219075" y="47625"/>
                </a:lnTo>
                <a:lnTo>
                  <a:pt x="219075" y="57150"/>
                </a:lnTo>
                <a:lnTo>
                  <a:pt x="228600" y="57150"/>
                </a:lnTo>
                <a:lnTo>
                  <a:pt x="228600" y="95250"/>
                </a:lnTo>
                <a:lnTo>
                  <a:pt x="209550" y="95250"/>
                </a:lnTo>
                <a:close/>
                <a:moveTo>
                  <a:pt x="733425" y="57150"/>
                </a:moveTo>
                <a:lnTo>
                  <a:pt x="752475" y="57150"/>
                </a:lnTo>
                <a:lnTo>
                  <a:pt x="752475" y="85725"/>
                </a:lnTo>
                <a:lnTo>
                  <a:pt x="733425" y="85725"/>
                </a:lnTo>
                <a:close/>
                <a:moveTo>
                  <a:pt x="123825" y="66675"/>
                </a:moveTo>
                <a:lnTo>
                  <a:pt x="133350" y="66675"/>
                </a:lnTo>
                <a:lnTo>
                  <a:pt x="133350" y="76200"/>
                </a:lnTo>
                <a:lnTo>
                  <a:pt x="123825" y="76200"/>
                </a:lnTo>
                <a:close/>
                <a:moveTo>
                  <a:pt x="114300" y="76200"/>
                </a:moveTo>
                <a:lnTo>
                  <a:pt x="123825" y="76200"/>
                </a:lnTo>
                <a:lnTo>
                  <a:pt x="123825" y="85725"/>
                </a:lnTo>
                <a:lnTo>
                  <a:pt x="114300" y="85725"/>
                </a:lnTo>
                <a:close/>
                <a:moveTo>
                  <a:pt x="104775" y="85725"/>
                </a:moveTo>
                <a:lnTo>
                  <a:pt x="114300" y="85725"/>
                </a:lnTo>
                <a:lnTo>
                  <a:pt x="114300" y="95250"/>
                </a:lnTo>
                <a:lnTo>
                  <a:pt x="104775" y="95250"/>
                </a:lnTo>
                <a:close/>
                <a:moveTo>
                  <a:pt x="752475" y="95250"/>
                </a:moveTo>
                <a:lnTo>
                  <a:pt x="762000" y="95250"/>
                </a:lnTo>
                <a:lnTo>
                  <a:pt x="762000" y="114300"/>
                </a:lnTo>
                <a:lnTo>
                  <a:pt x="752475" y="114300"/>
                </a:lnTo>
                <a:close/>
                <a:moveTo>
                  <a:pt x="838200" y="190500"/>
                </a:moveTo>
                <a:lnTo>
                  <a:pt x="847725" y="190500"/>
                </a:lnTo>
                <a:lnTo>
                  <a:pt x="847725" y="200025"/>
                </a:lnTo>
                <a:lnTo>
                  <a:pt x="838200" y="200025"/>
                </a:lnTo>
                <a:close/>
                <a:moveTo>
                  <a:pt x="923925" y="190500"/>
                </a:moveTo>
                <a:lnTo>
                  <a:pt x="933450" y="190500"/>
                </a:lnTo>
                <a:lnTo>
                  <a:pt x="933450" y="200025"/>
                </a:lnTo>
                <a:lnTo>
                  <a:pt x="923925" y="200025"/>
                </a:lnTo>
                <a:close/>
                <a:moveTo>
                  <a:pt x="838200" y="209550"/>
                </a:moveTo>
                <a:lnTo>
                  <a:pt x="866775" y="209550"/>
                </a:lnTo>
                <a:lnTo>
                  <a:pt x="866775" y="219075"/>
                </a:lnTo>
                <a:lnTo>
                  <a:pt x="838200" y="219075"/>
                </a:lnTo>
                <a:close/>
                <a:moveTo>
                  <a:pt x="885825" y="209550"/>
                </a:moveTo>
                <a:lnTo>
                  <a:pt x="904875" y="209550"/>
                </a:lnTo>
                <a:lnTo>
                  <a:pt x="904875" y="219075"/>
                </a:lnTo>
                <a:lnTo>
                  <a:pt x="885825" y="219075"/>
                </a:lnTo>
                <a:close/>
                <a:moveTo>
                  <a:pt x="95250" y="219075"/>
                </a:moveTo>
                <a:lnTo>
                  <a:pt x="104775" y="219075"/>
                </a:lnTo>
                <a:lnTo>
                  <a:pt x="104775" y="238125"/>
                </a:lnTo>
                <a:lnTo>
                  <a:pt x="85725" y="238125"/>
                </a:lnTo>
                <a:lnTo>
                  <a:pt x="85725" y="228600"/>
                </a:lnTo>
                <a:lnTo>
                  <a:pt x="95250" y="228600"/>
                </a:lnTo>
                <a:close/>
                <a:moveTo>
                  <a:pt x="142875" y="219075"/>
                </a:moveTo>
                <a:lnTo>
                  <a:pt x="152400" y="219075"/>
                </a:lnTo>
                <a:lnTo>
                  <a:pt x="152400" y="238125"/>
                </a:lnTo>
                <a:lnTo>
                  <a:pt x="142875" y="238125"/>
                </a:lnTo>
                <a:close/>
                <a:moveTo>
                  <a:pt x="390525" y="219075"/>
                </a:moveTo>
                <a:lnTo>
                  <a:pt x="400050" y="219075"/>
                </a:lnTo>
                <a:lnTo>
                  <a:pt x="400050" y="228600"/>
                </a:lnTo>
                <a:lnTo>
                  <a:pt x="390525" y="228600"/>
                </a:lnTo>
                <a:close/>
                <a:moveTo>
                  <a:pt x="409575" y="219075"/>
                </a:moveTo>
                <a:lnTo>
                  <a:pt x="419100" y="219075"/>
                </a:lnTo>
                <a:lnTo>
                  <a:pt x="419100" y="228600"/>
                </a:lnTo>
                <a:lnTo>
                  <a:pt x="409575" y="228600"/>
                </a:lnTo>
                <a:close/>
                <a:moveTo>
                  <a:pt x="723900" y="219075"/>
                </a:moveTo>
                <a:lnTo>
                  <a:pt x="781050" y="219075"/>
                </a:lnTo>
                <a:lnTo>
                  <a:pt x="781050" y="228600"/>
                </a:lnTo>
                <a:lnTo>
                  <a:pt x="723900" y="228600"/>
                </a:lnTo>
                <a:close/>
                <a:moveTo>
                  <a:pt x="904875" y="219075"/>
                </a:moveTo>
                <a:lnTo>
                  <a:pt x="914400" y="219075"/>
                </a:lnTo>
                <a:lnTo>
                  <a:pt x="914400" y="228600"/>
                </a:lnTo>
                <a:lnTo>
                  <a:pt x="904875" y="228600"/>
                </a:lnTo>
                <a:close/>
                <a:moveTo>
                  <a:pt x="933450" y="219075"/>
                </a:moveTo>
                <a:lnTo>
                  <a:pt x="942975" y="219075"/>
                </a:lnTo>
                <a:lnTo>
                  <a:pt x="942975" y="381000"/>
                </a:lnTo>
                <a:lnTo>
                  <a:pt x="933450" y="381000"/>
                </a:lnTo>
                <a:close/>
                <a:moveTo>
                  <a:pt x="542925" y="228600"/>
                </a:moveTo>
                <a:lnTo>
                  <a:pt x="552450" y="228600"/>
                </a:lnTo>
                <a:lnTo>
                  <a:pt x="552450" y="238125"/>
                </a:lnTo>
                <a:lnTo>
                  <a:pt x="542925" y="238125"/>
                </a:lnTo>
                <a:close/>
                <a:moveTo>
                  <a:pt x="561975" y="238125"/>
                </a:moveTo>
                <a:lnTo>
                  <a:pt x="571500" y="238125"/>
                </a:lnTo>
                <a:lnTo>
                  <a:pt x="571500" y="257175"/>
                </a:lnTo>
                <a:lnTo>
                  <a:pt x="561975" y="257175"/>
                </a:lnTo>
                <a:close/>
                <a:moveTo>
                  <a:pt x="152400" y="266700"/>
                </a:moveTo>
                <a:lnTo>
                  <a:pt x="161925" y="266700"/>
                </a:lnTo>
                <a:lnTo>
                  <a:pt x="161925" y="276225"/>
                </a:lnTo>
                <a:lnTo>
                  <a:pt x="152400" y="276225"/>
                </a:lnTo>
                <a:close/>
                <a:moveTo>
                  <a:pt x="123825" y="285750"/>
                </a:moveTo>
                <a:lnTo>
                  <a:pt x="133350" y="285750"/>
                </a:lnTo>
                <a:lnTo>
                  <a:pt x="133350" y="314325"/>
                </a:lnTo>
                <a:lnTo>
                  <a:pt x="123825" y="314325"/>
                </a:lnTo>
                <a:close/>
                <a:moveTo>
                  <a:pt x="142875" y="285750"/>
                </a:moveTo>
                <a:lnTo>
                  <a:pt x="152400" y="285750"/>
                </a:lnTo>
                <a:lnTo>
                  <a:pt x="152400" y="304800"/>
                </a:lnTo>
                <a:lnTo>
                  <a:pt x="161925" y="304800"/>
                </a:lnTo>
                <a:lnTo>
                  <a:pt x="161925" y="314325"/>
                </a:lnTo>
                <a:lnTo>
                  <a:pt x="142875" y="314325"/>
                </a:lnTo>
                <a:close/>
                <a:moveTo>
                  <a:pt x="123825" y="323850"/>
                </a:moveTo>
                <a:lnTo>
                  <a:pt x="133350" y="323850"/>
                </a:lnTo>
                <a:lnTo>
                  <a:pt x="133350" y="342900"/>
                </a:lnTo>
                <a:lnTo>
                  <a:pt x="123825" y="342900"/>
                </a:lnTo>
                <a:close/>
                <a:moveTo>
                  <a:pt x="923925" y="381000"/>
                </a:moveTo>
                <a:lnTo>
                  <a:pt x="933450" y="381000"/>
                </a:lnTo>
                <a:lnTo>
                  <a:pt x="933450" y="438150"/>
                </a:lnTo>
                <a:lnTo>
                  <a:pt x="923925" y="438150"/>
                </a:lnTo>
                <a:lnTo>
                  <a:pt x="923925" y="428625"/>
                </a:lnTo>
                <a:lnTo>
                  <a:pt x="904875" y="428625"/>
                </a:lnTo>
                <a:lnTo>
                  <a:pt x="904875" y="419100"/>
                </a:lnTo>
                <a:lnTo>
                  <a:pt x="895350" y="419100"/>
                </a:lnTo>
                <a:lnTo>
                  <a:pt x="895350" y="409575"/>
                </a:lnTo>
                <a:lnTo>
                  <a:pt x="857250" y="409575"/>
                </a:lnTo>
                <a:lnTo>
                  <a:pt x="857250" y="419100"/>
                </a:lnTo>
                <a:lnTo>
                  <a:pt x="847725" y="419100"/>
                </a:lnTo>
                <a:lnTo>
                  <a:pt x="847725" y="400050"/>
                </a:lnTo>
                <a:lnTo>
                  <a:pt x="866775" y="400050"/>
                </a:lnTo>
                <a:lnTo>
                  <a:pt x="866775" y="390525"/>
                </a:lnTo>
                <a:lnTo>
                  <a:pt x="876300" y="390525"/>
                </a:lnTo>
                <a:lnTo>
                  <a:pt x="876300" y="400050"/>
                </a:lnTo>
                <a:lnTo>
                  <a:pt x="895350" y="400050"/>
                </a:lnTo>
                <a:lnTo>
                  <a:pt x="895350" y="390525"/>
                </a:lnTo>
                <a:lnTo>
                  <a:pt x="923925" y="390525"/>
                </a:lnTo>
                <a:close/>
                <a:moveTo>
                  <a:pt x="381000" y="390525"/>
                </a:moveTo>
                <a:lnTo>
                  <a:pt x="390525" y="390525"/>
                </a:lnTo>
                <a:lnTo>
                  <a:pt x="390525" y="476250"/>
                </a:lnTo>
                <a:lnTo>
                  <a:pt x="381000" y="476250"/>
                </a:lnTo>
                <a:lnTo>
                  <a:pt x="381000" y="457200"/>
                </a:lnTo>
                <a:lnTo>
                  <a:pt x="371475" y="457200"/>
                </a:lnTo>
                <a:lnTo>
                  <a:pt x="371475" y="466725"/>
                </a:lnTo>
                <a:lnTo>
                  <a:pt x="361950" y="466725"/>
                </a:lnTo>
                <a:lnTo>
                  <a:pt x="361950" y="419100"/>
                </a:lnTo>
                <a:lnTo>
                  <a:pt x="381000" y="419100"/>
                </a:lnTo>
                <a:close/>
                <a:moveTo>
                  <a:pt x="161925" y="400050"/>
                </a:moveTo>
                <a:lnTo>
                  <a:pt x="190500" y="400050"/>
                </a:lnTo>
                <a:lnTo>
                  <a:pt x="190500" y="409575"/>
                </a:lnTo>
                <a:lnTo>
                  <a:pt x="161925" y="409575"/>
                </a:lnTo>
                <a:close/>
                <a:moveTo>
                  <a:pt x="152400" y="409575"/>
                </a:moveTo>
                <a:lnTo>
                  <a:pt x="161925" y="409575"/>
                </a:lnTo>
                <a:lnTo>
                  <a:pt x="161925" y="419100"/>
                </a:lnTo>
                <a:lnTo>
                  <a:pt x="152400" y="419100"/>
                </a:lnTo>
                <a:close/>
                <a:moveTo>
                  <a:pt x="190500" y="409575"/>
                </a:moveTo>
                <a:lnTo>
                  <a:pt x="200025" y="409575"/>
                </a:lnTo>
                <a:lnTo>
                  <a:pt x="200025" y="419100"/>
                </a:lnTo>
                <a:lnTo>
                  <a:pt x="190500" y="419100"/>
                </a:lnTo>
                <a:close/>
                <a:moveTo>
                  <a:pt x="590550" y="419100"/>
                </a:moveTo>
                <a:lnTo>
                  <a:pt x="600075" y="419100"/>
                </a:lnTo>
                <a:lnTo>
                  <a:pt x="600075" y="438150"/>
                </a:lnTo>
                <a:lnTo>
                  <a:pt x="609600" y="438150"/>
                </a:lnTo>
                <a:lnTo>
                  <a:pt x="609600" y="428625"/>
                </a:lnTo>
                <a:lnTo>
                  <a:pt x="619125" y="428625"/>
                </a:lnTo>
                <a:lnTo>
                  <a:pt x="619125" y="447675"/>
                </a:lnTo>
                <a:lnTo>
                  <a:pt x="628650" y="447675"/>
                </a:lnTo>
                <a:lnTo>
                  <a:pt x="628650" y="457200"/>
                </a:lnTo>
                <a:lnTo>
                  <a:pt x="647700" y="457200"/>
                </a:lnTo>
                <a:lnTo>
                  <a:pt x="647700" y="466725"/>
                </a:lnTo>
                <a:lnTo>
                  <a:pt x="628650" y="466725"/>
                </a:lnTo>
                <a:lnTo>
                  <a:pt x="628650" y="476250"/>
                </a:lnTo>
                <a:lnTo>
                  <a:pt x="647700" y="476250"/>
                </a:lnTo>
                <a:lnTo>
                  <a:pt x="647700" y="485775"/>
                </a:lnTo>
                <a:lnTo>
                  <a:pt x="600075" y="485775"/>
                </a:lnTo>
                <a:lnTo>
                  <a:pt x="600075" y="476250"/>
                </a:lnTo>
                <a:lnTo>
                  <a:pt x="590550" y="476250"/>
                </a:lnTo>
                <a:close/>
                <a:moveTo>
                  <a:pt x="142875" y="438150"/>
                </a:moveTo>
                <a:lnTo>
                  <a:pt x="161925" y="438150"/>
                </a:lnTo>
                <a:lnTo>
                  <a:pt x="161925" y="447675"/>
                </a:lnTo>
                <a:lnTo>
                  <a:pt x="171450" y="447675"/>
                </a:lnTo>
                <a:lnTo>
                  <a:pt x="171450" y="457200"/>
                </a:lnTo>
                <a:lnTo>
                  <a:pt x="152400" y="457200"/>
                </a:lnTo>
                <a:lnTo>
                  <a:pt x="152400" y="476250"/>
                </a:lnTo>
                <a:lnTo>
                  <a:pt x="161925" y="476250"/>
                </a:lnTo>
                <a:lnTo>
                  <a:pt x="161925" y="485775"/>
                </a:lnTo>
                <a:lnTo>
                  <a:pt x="142875" y="485775"/>
                </a:lnTo>
                <a:lnTo>
                  <a:pt x="142875" y="476250"/>
                </a:lnTo>
                <a:lnTo>
                  <a:pt x="133350" y="476250"/>
                </a:lnTo>
                <a:lnTo>
                  <a:pt x="133350" y="485775"/>
                </a:lnTo>
                <a:lnTo>
                  <a:pt x="123825" y="485775"/>
                </a:lnTo>
                <a:lnTo>
                  <a:pt x="123825" y="447675"/>
                </a:lnTo>
                <a:lnTo>
                  <a:pt x="133350" y="447675"/>
                </a:lnTo>
                <a:lnTo>
                  <a:pt x="133350" y="457200"/>
                </a:lnTo>
                <a:lnTo>
                  <a:pt x="142875" y="457200"/>
                </a:lnTo>
                <a:close/>
                <a:moveTo>
                  <a:pt x="847725" y="447675"/>
                </a:moveTo>
                <a:lnTo>
                  <a:pt x="857250" y="447675"/>
                </a:lnTo>
                <a:lnTo>
                  <a:pt x="857250" y="457200"/>
                </a:lnTo>
                <a:lnTo>
                  <a:pt x="847725" y="457200"/>
                </a:lnTo>
                <a:close/>
                <a:moveTo>
                  <a:pt x="885825" y="447675"/>
                </a:moveTo>
                <a:lnTo>
                  <a:pt x="914400" y="447675"/>
                </a:lnTo>
                <a:lnTo>
                  <a:pt x="914400" y="457200"/>
                </a:lnTo>
                <a:lnTo>
                  <a:pt x="885825" y="457200"/>
                </a:lnTo>
                <a:close/>
                <a:moveTo>
                  <a:pt x="923925" y="447675"/>
                </a:moveTo>
                <a:lnTo>
                  <a:pt x="933450" y="447675"/>
                </a:lnTo>
                <a:lnTo>
                  <a:pt x="933450" y="457200"/>
                </a:lnTo>
                <a:lnTo>
                  <a:pt x="923925" y="457200"/>
                </a:lnTo>
                <a:close/>
                <a:moveTo>
                  <a:pt x="838200" y="457200"/>
                </a:moveTo>
                <a:lnTo>
                  <a:pt x="847725" y="457200"/>
                </a:lnTo>
                <a:lnTo>
                  <a:pt x="847725" y="466725"/>
                </a:lnTo>
                <a:lnTo>
                  <a:pt x="838200" y="466725"/>
                </a:lnTo>
                <a:close/>
                <a:moveTo>
                  <a:pt x="600075" y="476250"/>
                </a:moveTo>
                <a:lnTo>
                  <a:pt x="609600" y="476250"/>
                </a:lnTo>
                <a:lnTo>
                  <a:pt x="609600" y="466725"/>
                </a:lnTo>
                <a:lnTo>
                  <a:pt x="600075" y="466725"/>
                </a:lnTo>
                <a:close/>
                <a:moveTo>
                  <a:pt x="904875" y="476250"/>
                </a:moveTo>
                <a:lnTo>
                  <a:pt x="914400" y="476250"/>
                </a:lnTo>
                <a:lnTo>
                  <a:pt x="914400" y="485775"/>
                </a:lnTo>
                <a:lnTo>
                  <a:pt x="952500" y="485775"/>
                </a:lnTo>
                <a:lnTo>
                  <a:pt x="952500" y="495300"/>
                </a:lnTo>
                <a:lnTo>
                  <a:pt x="971550" y="495300"/>
                </a:lnTo>
                <a:lnTo>
                  <a:pt x="971550" y="504825"/>
                </a:lnTo>
                <a:lnTo>
                  <a:pt x="990600" y="504825"/>
                </a:lnTo>
                <a:lnTo>
                  <a:pt x="990600" y="514350"/>
                </a:lnTo>
                <a:lnTo>
                  <a:pt x="1000125" y="514350"/>
                </a:lnTo>
                <a:lnTo>
                  <a:pt x="1000125" y="523875"/>
                </a:lnTo>
                <a:lnTo>
                  <a:pt x="1009650" y="523875"/>
                </a:lnTo>
                <a:lnTo>
                  <a:pt x="1009650" y="542925"/>
                </a:lnTo>
                <a:lnTo>
                  <a:pt x="1019175" y="542925"/>
                </a:lnTo>
                <a:lnTo>
                  <a:pt x="1019175" y="552450"/>
                </a:lnTo>
                <a:lnTo>
                  <a:pt x="1028700" y="552450"/>
                </a:lnTo>
                <a:lnTo>
                  <a:pt x="1028700" y="590550"/>
                </a:lnTo>
                <a:lnTo>
                  <a:pt x="1019175" y="590550"/>
                </a:lnTo>
                <a:lnTo>
                  <a:pt x="1019175" y="609600"/>
                </a:lnTo>
                <a:lnTo>
                  <a:pt x="1038225" y="609600"/>
                </a:lnTo>
                <a:lnTo>
                  <a:pt x="1038225" y="628650"/>
                </a:lnTo>
                <a:lnTo>
                  <a:pt x="1028700" y="628650"/>
                </a:lnTo>
                <a:lnTo>
                  <a:pt x="1028700" y="666750"/>
                </a:lnTo>
                <a:lnTo>
                  <a:pt x="1019175" y="666750"/>
                </a:lnTo>
                <a:lnTo>
                  <a:pt x="1019175" y="685800"/>
                </a:lnTo>
                <a:lnTo>
                  <a:pt x="1000125" y="685800"/>
                </a:lnTo>
                <a:lnTo>
                  <a:pt x="1000125" y="666750"/>
                </a:lnTo>
                <a:lnTo>
                  <a:pt x="990600" y="666750"/>
                </a:lnTo>
                <a:lnTo>
                  <a:pt x="990600" y="647700"/>
                </a:lnTo>
                <a:lnTo>
                  <a:pt x="971550" y="647700"/>
                </a:lnTo>
                <a:lnTo>
                  <a:pt x="971550" y="638175"/>
                </a:lnTo>
                <a:lnTo>
                  <a:pt x="933450" y="638175"/>
                </a:lnTo>
                <a:lnTo>
                  <a:pt x="933450" y="619125"/>
                </a:lnTo>
                <a:lnTo>
                  <a:pt x="942975" y="619125"/>
                </a:lnTo>
                <a:lnTo>
                  <a:pt x="942975" y="609600"/>
                </a:lnTo>
                <a:lnTo>
                  <a:pt x="952500" y="609600"/>
                </a:lnTo>
                <a:lnTo>
                  <a:pt x="952500" y="600075"/>
                </a:lnTo>
                <a:lnTo>
                  <a:pt x="962025" y="600075"/>
                </a:lnTo>
                <a:lnTo>
                  <a:pt x="962025" y="542925"/>
                </a:lnTo>
                <a:lnTo>
                  <a:pt x="952500" y="542925"/>
                </a:lnTo>
                <a:lnTo>
                  <a:pt x="952500" y="533400"/>
                </a:lnTo>
                <a:lnTo>
                  <a:pt x="942975" y="533400"/>
                </a:lnTo>
                <a:lnTo>
                  <a:pt x="942975" y="523875"/>
                </a:lnTo>
                <a:lnTo>
                  <a:pt x="933450" y="523875"/>
                </a:lnTo>
                <a:lnTo>
                  <a:pt x="933450" y="514350"/>
                </a:lnTo>
                <a:lnTo>
                  <a:pt x="923925" y="514350"/>
                </a:lnTo>
                <a:lnTo>
                  <a:pt x="923925" y="504825"/>
                </a:lnTo>
                <a:lnTo>
                  <a:pt x="904875" y="504825"/>
                </a:lnTo>
                <a:lnTo>
                  <a:pt x="904875" y="495300"/>
                </a:lnTo>
                <a:lnTo>
                  <a:pt x="876300" y="495300"/>
                </a:lnTo>
                <a:lnTo>
                  <a:pt x="876300" y="485775"/>
                </a:lnTo>
                <a:lnTo>
                  <a:pt x="904875" y="485775"/>
                </a:lnTo>
                <a:close/>
                <a:moveTo>
                  <a:pt x="857250" y="495300"/>
                </a:moveTo>
                <a:lnTo>
                  <a:pt x="876300" y="495300"/>
                </a:lnTo>
                <a:lnTo>
                  <a:pt x="876300" y="504825"/>
                </a:lnTo>
                <a:lnTo>
                  <a:pt x="857250" y="504825"/>
                </a:lnTo>
                <a:close/>
                <a:moveTo>
                  <a:pt x="485775" y="504825"/>
                </a:moveTo>
                <a:lnTo>
                  <a:pt x="514350" y="504825"/>
                </a:lnTo>
                <a:lnTo>
                  <a:pt x="514350" y="514350"/>
                </a:lnTo>
                <a:lnTo>
                  <a:pt x="485775" y="514350"/>
                </a:lnTo>
                <a:close/>
                <a:moveTo>
                  <a:pt x="600075" y="504825"/>
                </a:moveTo>
                <a:lnTo>
                  <a:pt x="742950" y="504825"/>
                </a:lnTo>
                <a:lnTo>
                  <a:pt x="742950" y="514350"/>
                </a:lnTo>
                <a:lnTo>
                  <a:pt x="647700" y="514350"/>
                </a:lnTo>
                <a:lnTo>
                  <a:pt x="647700" y="523875"/>
                </a:lnTo>
                <a:lnTo>
                  <a:pt x="638175" y="523875"/>
                </a:lnTo>
                <a:lnTo>
                  <a:pt x="638175" y="533400"/>
                </a:lnTo>
                <a:lnTo>
                  <a:pt x="628650" y="533400"/>
                </a:lnTo>
                <a:lnTo>
                  <a:pt x="628650" y="542925"/>
                </a:lnTo>
                <a:lnTo>
                  <a:pt x="619125" y="542925"/>
                </a:lnTo>
                <a:lnTo>
                  <a:pt x="619125" y="571500"/>
                </a:lnTo>
                <a:lnTo>
                  <a:pt x="609600" y="571500"/>
                </a:lnTo>
                <a:lnTo>
                  <a:pt x="609600" y="542925"/>
                </a:lnTo>
                <a:lnTo>
                  <a:pt x="600075" y="542925"/>
                </a:lnTo>
                <a:lnTo>
                  <a:pt x="600075" y="571500"/>
                </a:lnTo>
                <a:lnTo>
                  <a:pt x="590550" y="571500"/>
                </a:lnTo>
                <a:lnTo>
                  <a:pt x="590550" y="514350"/>
                </a:lnTo>
                <a:lnTo>
                  <a:pt x="600075" y="514350"/>
                </a:lnTo>
                <a:close/>
                <a:moveTo>
                  <a:pt x="762000" y="514350"/>
                </a:moveTo>
                <a:lnTo>
                  <a:pt x="771525" y="514350"/>
                </a:lnTo>
                <a:lnTo>
                  <a:pt x="771525" y="523875"/>
                </a:lnTo>
                <a:lnTo>
                  <a:pt x="762000" y="523875"/>
                </a:lnTo>
                <a:close/>
                <a:moveTo>
                  <a:pt x="800100" y="514350"/>
                </a:moveTo>
                <a:lnTo>
                  <a:pt x="819150" y="514350"/>
                </a:lnTo>
                <a:lnTo>
                  <a:pt x="819150" y="523875"/>
                </a:lnTo>
                <a:lnTo>
                  <a:pt x="809625" y="523875"/>
                </a:lnTo>
                <a:lnTo>
                  <a:pt x="809625" y="533400"/>
                </a:lnTo>
                <a:lnTo>
                  <a:pt x="800100" y="533400"/>
                </a:lnTo>
                <a:close/>
                <a:moveTo>
                  <a:pt x="600075" y="533400"/>
                </a:moveTo>
                <a:lnTo>
                  <a:pt x="609600" y="533400"/>
                </a:lnTo>
                <a:lnTo>
                  <a:pt x="609600" y="514350"/>
                </a:lnTo>
                <a:lnTo>
                  <a:pt x="600075" y="514350"/>
                </a:lnTo>
                <a:close/>
                <a:moveTo>
                  <a:pt x="723900" y="533400"/>
                </a:moveTo>
                <a:lnTo>
                  <a:pt x="733425" y="533400"/>
                </a:lnTo>
                <a:lnTo>
                  <a:pt x="733425" y="542925"/>
                </a:lnTo>
                <a:lnTo>
                  <a:pt x="752475" y="542925"/>
                </a:lnTo>
                <a:lnTo>
                  <a:pt x="752475" y="552450"/>
                </a:lnTo>
                <a:lnTo>
                  <a:pt x="742950" y="552450"/>
                </a:lnTo>
                <a:lnTo>
                  <a:pt x="742950" y="571500"/>
                </a:lnTo>
                <a:lnTo>
                  <a:pt x="733425" y="571500"/>
                </a:lnTo>
                <a:lnTo>
                  <a:pt x="733425" y="561975"/>
                </a:lnTo>
                <a:lnTo>
                  <a:pt x="723900" y="561975"/>
                </a:lnTo>
                <a:lnTo>
                  <a:pt x="723900" y="590550"/>
                </a:lnTo>
                <a:lnTo>
                  <a:pt x="742950" y="590550"/>
                </a:lnTo>
                <a:lnTo>
                  <a:pt x="742950" y="638175"/>
                </a:lnTo>
                <a:lnTo>
                  <a:pt x="733425" y="638175"/>
                </a:lnTo>
                <a:lnTo>
                  <a:pt x="733425" y="619125"/>
                </a:lnTo>
                <a:lnTo>
                  <a:pt x="723900" y="619125"/>
                </a:lnTo>
                <a:lnTo>
                  <a:pt x="723900" y="628650"/>
                </a:lnTo>
                <a:lnTo>
                  <a:pt x="704850" y="628650"/>
                </a:lnTo>
                <a:lnTo>
                  <a:pt x="704850" y="581025"/>
                </a:lnTo>
                <a:lnTo>
                  <a:pt x="714375" y="581025"/>
                </a:lnTo>
                <a:lnTo>
                  <a:pt x="714375" y="571500"/>
                </a:lnTo>
                <a:lnTo>
                  <a:pt x="704850" y="571500"/>
                </a:lnTo>
                <a:lnTo>
                  <a:pt x="704850" y="542925"/>
                </a:lnTo>
                <a:lnTo>
                  <a:pt x="723900" y="542925"/>
                </a:lnTo>
                <a:close/>
                <a:moveTo>
                  <a:pt x="1038225" y="533400"/>
                </a:moveTo>
                <a:lnTo>
                  <a:pt x="1047750" y="533400"/>
                </a:lnTo>
                <a:lnTo>
                  <a:pt x="1047750" y="542925"/>
                </a:lnTo>
                <a:lnTo>
                  <a:pt x="1038225" y="542925"/>
                </a:lnTo>
                <a:close/>
                <a:moveTo>
                  <a:pt x="152400" y="581025"/>
                </a:moveTo>
                <a:lnTo>
                  <a:pt x="161925" y="581025"/>
                </a:lnTo>
                <a:lnTo>
                  <a:pt x="161925" y="590550"/>
                </a:lnTo>
                <a:lnTo>
                  <a:pt x="152400" y="590550"/>
                </a:lnTo>
                <a:close/>
                <a:moveTo>
                  <a:pt x="142875" y="600075"/>
                </a:moveTo>
                <a:lnTo>
                  <a:pt x="161925" y="600075"/>
                </a:lnTo>
                <a:lnTo>
                  <a:pt x="161925" y="628650"/>
                </a:lnTo>
                <a:lnTo>
                  <a:pt x="152400" y="628650"/>
                </a:lnTo>
                <a:lnTo>
                  <a:pt x="152400" y="619125"/>
                </a:lnTo>
                <a:lnTo>
                  <a:pt x="142875" y="619125"/>
                </a:lnTo>
                <a:close/>
                <a:moveTo>
                  <a:pt x="828675" y="600075"/>
                </a:moveTo>
                <a:lnTo>
                  <a:pt x="847725" y="600075"/>
                </a:lnTo>
                <a:lnTo>
                  <a:pt x="847725" y="609600"/>
                </a:lnTo>
                <a:lnTo>
                  <a:pt x="857250" y="609600"/>
                </a:lnTo>
                <a:lnTo>
                  <a:pt x="857250" y="628650"/>
                </a:lnTo>
                <a:lnTo>
                  <a:pt x="866775" y="628650"/>
                </a:lnTo>
                <a:lnTo>
                  <a:pt x="866775" y="638175"/>
                </a:lnTo>
                <a:lnTo>
                  <a:pt x="838200" y="638175"/>
                </a:lnTo>
                <a:lnTo>
                  <a:pt x="838200" y="647700"/>
                </a:lnTo>
                <a:lnTo>
                  <a:pt x="828675" y="647700"/>
                </a:lnTo>
                <a:lnTo>
                  <a:pt x="828675" y="657225"/>
                </a:lnTo>
                <a:lnTo>
                  <a:pt x="819150" y="657225"/>
                </a:lnTo>
                <a:lnTo>
                  <a:pt x="819150" y="666750"/>
                </a:lnTo>
                <a:lnTo>
                  <a:pt x="809625" y="666750"/>
                </a:lnTo>
                <a:lnTo>
                  <a:pt x="809625" y="676275"/>
                </a:lnTo>
                <a:lnTo>
                  <a:pt x="800100" y="676275"/>
                </a:lnTo>
                <a:lnTo>
                  <a:pt x="800100" y="666750"/>
                </a:lnTo>
                <a:lnTo>
                  <a:pt x="790575" y="666750"/>
                </a:lnTo>
                <a:lnTo>
                  <a:pt x="790575" y="676275"/>
                </a:lnTo>
                <a:lnTo>
                  <a:pt x="781050" y="676275"/>
                </a:lnTo>
                <a:lnTo>
                  <a:pt x="781050" y="666750"/>
                </a:lnTo>
                <a:lnTo>
                  <a:pt x="771525" y="666750"/>
                </a:lnTo>
                <a:lnTo>
                  <a:pt x="771525" y="638175"/>
                </a:lnTo>
                <a:lnTo>
                  <a:pt x="781050" y="638175"/>
                </a:lnTo>
                <a:lnTo>
                  <a:pt x="781050" y="619125"/>
                </a:lnTo>
                <a:lnTo>
                  <a:pt x="800100" y="619125"/>
                </a:lnTo>
                <a:lnTo>
                  <a:pt x="800100" y="609600"/>
                </a:lnTo>
                <a:lnTo>
                  <a:pt x="828675" y="609600"/>
                </a:lnTo>
                <a:close/>
                <a:moveTo>
                  <a:pt x="209550" y="619125"/>
                </a:moveTo>
                <a:lnTo>
                  <a:pt x="228600" y="619125"/>
                </a:lnTo>
                <a:lnTo>
                  <a:pt x="228600" y="628650"/>
                </a:lnTo>
                <a:lnTo>
                  <a:pt x="209550" y="628650"/>
                </a:lnTo>
                <a:close/>
                <a:moveTo>
                  <a:pt x="371475" y="619125"/>
                </a:moveTo>
                <a:lnTo>
                  <a:pt x="400050" y="619125"/>
                </a:lnTo>
                <a:lnTo>
                  <a:pt x="400050" y="628650"/>
                </a:lnTo>
                <a:lnTo>
                  <a:pt x="371475" y="628650"/>
                </a:lnTo>
                <a:close/>
                <a:moveTo>
                  <a:pt x="942975" y="628650"/>
                </a:moveTo>
                <a:lnTo>
                  <a:pt x="952500" y="628650"/>
                </a:lnTo>
                <a:lnTo>
                  <a:pt x="952500" y="619125"/>
                </a:lnTo>
                <a:lnTo>
                  <a:pt x="942975" y="619125"/>
                </a:lnTo>
                <a:close/>
                <a:moveTo>
                  <a:pt x="133350" y="638175"/>
                </a:moveTo>
                <a:lnTo>
                  <a:pt x="142875" y="638175"/>
                </a:lnTo>
                <a:lnTo>
                  <a:pt x="142875" y="647700"/>
                </a:lnTo>
                <a:lnTo>
                  <a:pt x="133350" y="647700"/>
                </a:lnTo>
                <a:close/>
                <a:moveTo>
                  <a:pt x="152400" y="638175"/>
                </a:moveTo>
                <a:lnTo>
                  <a:pt x="219075" y="638175"/>
                </a:lnTo>
                <a:lnTo>
                  <a:pt x="219075" y="647700"/>
                </a:lnTo>
                <a:lnTo>
                  <a:pt x="152400" y="647700"/>
                </a:lnTo>
                <a:close/>
                <a:moveTo>
                  <a:pt x="438150" y="638175"/>
                </a:moveTo>
                <a:lnTo>
                  <a:pt x="457200" y="638175"/>
                </a:lnTo>
                <a:lnTo>
                  <a:pt x="457200" y="657225"/>
                </a:lnTo>
                <a:lnTo>
                  <a:pt x="333375" y="657225"/>
                </a:lnTo>
                <a:lnTo>
                  <a:pt x="333375" y="647700"/>
                </a:lnTo>
                <a:lnTo>
                  <a:pt x="438150" y="647700"/>
                </a:lnTo>
                <a:close/>
                <a:moveTo>
                  <a:pt x="219075" y="647700"/>
                </a:moveTo>
                <a:lnTo>
                  <a:pt x="257175" y="647700"/>
                </a:lnTo>
                <a:lnTo>
                  <a:pt x="257175" y="657225"/>
                </a:lnTo>
                <a:lnTo>
                  <a:pt x="219075" y="657225"/>
                </a:lnTo>
                <a:close/>
                <a:moveTo>
                  <a:pt x="476250" y="647700"/>
                </a:moveTo>
                <a:lnTo>
                  <a:pt x="600075" y="647700"/>
                </a:lnTo>
                <a:lnTo>
                  <a:pt x="600075" y="657225"/>
                </a:lnTo>
                <a:lnTo>
                  <a:pt x="476250" y="657225"/>
                </a:lnTo>
                <a:close/>
                <a:moveTo>
                  <a:pt x="657225" y="647700"/>
                </a:moveTo>
                <a:lnTo>
                  <a:pt x="714375" y="647700"/>
                </a:lnTo>
                <a:lnTo>
                  <a:pt x="714375" y="657225"/>
                </a:lnTo>
                <a:lnTo>
                  <a:pt x="657225" y="657225"/>
                </a:lnTo>
                <a:close/>
                <a:moveTo>
                  <a:pt x="723900" y="647700"/>
                </a:moveTo>
                <a:lnTo>
                  <a:pt x="733425" y="647700"/>
                </a:lnTo>
                <a:lnTo>
                  <a:pt x="733425" y="657225"/>
                </a:lnTo>
                <a:lnTo>
                  <a:pt x="723900" y="657225"/>
                </a:lnTo>
                <a:close/>
                <a:moveTo>
                  <a:pt x="123825" y="666750"/>
                </a:moveTo>
                <a:lnTo>
                  <a:pt x="133350" y="666750"/>
                </a:lnTo>
                <a:lnTo>
                  <a:pt x="133350" y="676275"/>
                </a:lnTo>
                <a:lnTo>
                  <a:pt x="123825" y="676275"/>
                </a:lnTo>
                <a:close/>
                <a:moveTo>
                  <a:pt x="790575" y="676275"/>
                </a:moveTo>
                <a:lnTo>
                  <a:pt x="800100" y="676275"/>
                </a:lnTo>
                <a:lnTo>
                  <a:pt x="800100" y="685800"/>
                </a:lnTo>
                <a:lnTo>
                  <a:pt x="790575" y="685800"/>
                </a:lnTo>
                <a:close/>
                <a:moveTo>
                  <a:pt x="1038225" y="685800"/>
                </a:moveTo>
                <a:lnTo>
                  <a:pt x="1047750" y="685800"/>
                </a:lnTo>
                <a:lnTo>
                  <a:pt x="1047750" y="695325"/>
                </a:lnTo>
                <a:lnTo>
                  <a:pt x="1038225" y="695325"/>
                </a:lnTo>
                <a:close/>
                <a:moveTo>
                  <a:pt x="1028700" y="704850"/>
                </a:moveTo>
                <a:lnTo>
                  <a:pt x="1047750" y="704850"/>
                </a:lnTo>
                <a:lnTo>
                  <a:pt x="1047750" y="714375"/>
                </a:lnTo>
                <a:lnTo>
                  <a:pt x="1028700" y="714375"/>
                </a:lnTo>
                <a:close/>
                <a:moveTo>
                  <a:pt x="809625" y="742950"/>
                </a:moveTo>
                <a:lnTo>
                  <a:pt x="819150" y="742950"/>
                </a:lnTo>
                <a:lnTo>
                  <a:pt x="819150" y="752475"/>
                </a:lnTo>
                <a:lnTo>
                  <a:pt x="809625" y="752475"/>
                </a:lnTo>
                <a:close/>
                <a:moveTo>
                  <a:pt x="981075" y="742950"/>
                </a:moveTo>
                <a:lnTo>
                  <a:pt x="990600" y="742950"/>
                </a:lnTo>
                <a:lnTo>
                  <a:pt x="990600" y="752475"/>
                </a:lnTo>
                <a:lnTo>
                  <a:pt x="981075" y="752475"/>
                </a:lnTo>
                <a:close/>
                <a:moveTo>
                  <a:pt x="828675" y="752475"/>
                </a:moveTo>
                <a:lnTo>
                  <a:pt x="838200" y="752475"/>
                </a:lnTo>
                <a:lnTo>
                  <a:pt x="838200" y="762000"/>
                </a:lnTo>
                <a:lnTo>
                  <a:pt x="828675" y="762000"/>
                </a:lnTo>
                <a:close/>
                <a:moveTo>
                  <a:pt x="962025" y="752475"/>
                </a:moveTo>
                <a:lnTo>
                  <a:pt x="971550" y="752475"/>
                </a:lnTo>
                <a:lnTo>
                  <a:pt x="971550" y="762000"/>
                </a:lnTo>
                <a:lnTo>
                  <a:pt x="962025" y="762000"/>
                </a:lnTo>
                <a:close/>
              </a:path>
            </a:pathLst>
          </a:custGeom>
          <a:solidFill xmlns:a="http://schemas.openxmlformats.org/drawingml/2006/main">
            <a:srgbClr val="F5F5F0"/>
          </a:solidFill>
          <a:ln xmlns:a="http://schemas.openxmlformats.org/drawingml/2006/main" w="0">
            <a:noFill/>
          </a:ln>
        </p:spPr>
      </p:sp>
      <p:sp>
        <p:nvSpPr>
          <p:cNvPr id="224" name="v21 vector #e4e5db">
            <a:extLst xmlns:a="http://schemas.openxmlformats.org/drawingml/2006/main">
              <a:ext uri="{FF2B5EF4-FFF2-40B4-BE49-F238E27FC236}">
                <a16:creationId xmlns:a16="http://schemas.microsoft.com/office/drawing/2014/main" id="{A6C15B43-8371-4D43-A7E3-E8FB6AF74C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8250" y="4848225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190500" y="19050"/>
                </a:moveTo>
                <a:lnTo>
                  <a:pt x="200025" y="19050"/>
                </a:lnTo>
                <a:lnTo>
                  <a:pt x="200025" y="28575"/>
                </a:lnTo>
                <a:lnTo>
                  <a:pt x="190500" y="28575"/>
                </a:lnTo>
                <a:close/>
                <a:moveTo>
                  <a:pt x="295275" y="19050"/>
                </a:moveTo>
                <a:lnTo>
                  <a:pt x="304800" y="19050"/>
                </a:lnTo>
                <a:lnTo>
                  <a:pt x="304800" y="28575"/>
                </a:lnTo>
                <a:lnTo>
                  <a:pt x="295275" y="28575"/>
                </a:lnTo>
                <a:close/>
                <a:moveTo>
                  <a:pt x="828675" y="19050"/>
                </a:moveTo>
                <a:lnTo>
                  <a:pt x="838200" y="19050"/>
                </a:lnTo>
                <a:lnTo>
                  <a:pt x="838200" y="28575"/>
                </a:lnTo>
                <a:lnTo>
                  <a:pt x="828675" y="28575"/>
                </a:lnTo>
                <a:close/>
                <a:moveTo>
                  <a:pt x="180975" y="28575"/>
                </a:moveTo>
                <a:lnTo>
                  <a:pt x="190500" y="28575"/>
                </a:lnTo>
                <a:lnTo>
                  <a:pt x="190500" y="38100"/>
                </a:lnTo>
                <a:lnTo>
                  <a:pt x="180975" y="38100"/>
                </a:lnTo>
                <a:close/>
                <a:moveTo>
                  <a:pt x="285750" y="28575"/>
                </a:moveTo>
                <a:lnTo>
                  <a:pt x="295275" y="28575"/>
                </a:lnTo>
                <a:lnTo>
                  <a:pt x="295275" y="38100"/>
                </a:lnTo>
                <a:lnTo>
                  <a:pt x="285750" y="38100"/>
                </a:lnTo>
                <a:close/>
                <a:moveTo>
                  <a:pt x="819150" y="28575"/>
                </a:moveTo>
                <a:lnTo>
                  <a:pt x="828675" y="28575"/>
                </a:lnTo>
                <a:lnTo>
                  <a:pt x="828675" y="38100"/>
                </a:lnTo>
                <a:lnTo>
                  <a:pt x="819150" y="38100"/>
                </a:lnTo>
                <a:close/>
                <a:moveTo>
                  <a:pt x="342900" y="38100"/>
                </a:moveTo>
                <a:lnTo>
                  <a:pt x="352425" y="38100"/>
                </a:lnTo>
                <a:lnTo>
                  <a:pt x="352425" y="47625"/>
                </a:lnTo>
                <a:lnTo>
                  <a:pt x="342900" y="47625"/>
                </a:lnTo>
                <a:close/>
                <a:moveTo>
                  <a:pt x="876300" y="38100"/>
                </a:moveTo>
                <a:lnTo>
                  <a:pt x="885825" y="38100"/>
                </a:lnTo>
                <a:lnTo>
                  <a:pt x="885825" y="47625"/>
                </a:lnTo>
                <a:lnTo>
                  <a:pt x="876300" y="47625"/>
                </a:lnTo>
                <a:close/>
                <a:moveTo>
                  <a:pt x="200025" y="47625"/>
                </a:moveTo>
                <a:lnTo>
                  <a:pt x="209550" y="47625"/>
                </a:lnTo>
                <a:lnTo>
                  <a:pt x="209550" y="95250"/>
                </a:lnTo>
                <a:lnTo>
                  <a:pt x="228600" y="95250"/>
                </a:lnTo>
                <a:lnTo>
                  <a:pt x="228600" y="114300"/>
                </a:lnTo>
                <a:lnTo>
                  <a:pt x="219075" y="114300"/>
                </a:lnTo>
                <a:lnTo>
                  <a:pt x="219075" y="123825"/>
                </a:lnTo>
                <a:lnTo>
                  <a:pt x="209550" y="123825"/>
                </a:lnTo>
                <a:lnTo>
                  <a:pt x="209550" y="114300"/>
                </a:lnTo>
                <a:lnTo>
                  <a:pt x="200025" y="114300"/>
                </a:lnTo>
                <a:close/>
                <a:moveTo>
                  <a:pt x="219075" y="47625"/>
                </a:moveTo>
                <a:lnTo>
                  <a:pt x="228600" y="47625"/>
                </a:lnTo>
                <a:lnTo>
                  <a:pt x="228600" y="57150"/>
                </a:lnTo>
                <a:lnTo>
                  <a:pt x="219075" y="57150"/>
                </a:lnTo>
                <a:close/>
                <a:moveTo>
                  <a:pt x="276225" y="47625"/>
                </a:moveTo>
                <a:lnTo>
                  <a:pt x="285750" y="47625"/>
                </a:lnTo>
                <a:lnTo>
                  <a:pt x="285750" y="57150"/>
                </a:lnTo>
                <a:lnTo>
                  <a:pt x="276225" y="57150"/>
                </a:lnTo>
                <a:close/>
                <a:moveTo>
                  <a:pt x="304800" y="47625"/>
                </a:moveTo>
                <a:lnTo>
                  <a:pt x="323850" y="47625"/>
                </a:lnTo>
                <a:lnTo>
                  <a:pt x="323850" y="57150"/>
                </a:lnTo>
                <a:lnTo>
                  <a:pt x="304800" y="57150"/>
                </a:lnTo>
                <a:close/>
                <a:moveTo>
                  <a:pt x="733425" y="47625"/>
                </a:moveTo>
                <a:lnTo>
                  <a:pt x="762000" y="47625"/>
                </a:lnTo>
                <a:lnTo>
                  <a:pt x="762000" y="95250"/>
                </a:lnTo>
                <a:lnTo>
                  <a:pt x="752475" y="95250"/>
                </a:lnTo>
                <a:lnTo>
                  <a:pt x="752475" y="57150"/>
                </a:lnTo>
                <a:lnTo>
                  <a:pt x="733425" y="57150"/>
                </a:lnTo>
                <a:close/>
                <a:moveTo>
                  <a:pt x="838200" y="47625"/>
                </a:moveTo>
                <a:lnTo>
                  <a:pt x="857250" y="47625"/>
                </a:lnTo>
                <a:lnTo>
                  <a:pt x="857250" y="57150"/>
                </a:lnTo>
                <a:lnTo>
                  <a:pt x="838200" y="57150"/>
                </a:lnTo>
                <a:close/>
                <a:moveTo>
                  <a:pt x="266700" y="57150"/>
                </a:moveTo>
                <a:lnTo>
                  <a:pt x="276225" y="57150"/>
                </a:lnTo>
                <a:lnTo>
                  <a:pt x="276225" y="66675"/>
                </a:lnTo>
                <a:lnTo>
                  <a:pt x="266700" y="66675"/>
                </a:lnTo>
                <a:close/>
                <a:moveTo>
                  <a:pt x="923925" y="66675"/>
                </a:moveTo>
                <a:lnTo>
                  <a:pt x="933450" y="66675"/>
                </a:lnTo>
                <a:lnTo>
                  <a:pt x="933450" y="76200"/>
                </a:lnTo>
                <a:lnTo>
                  <a:pt x="923925" y="76200"/>
                </a:lnTo>
                <a:close/>
                <a:moveTo>
                  <a:pt x="304800" y="104775"/>
                </a:moveTo>
                <a:lnTo>
                  <a:pt x="323850" y="104775"/>
                </a:lnTo>
                <a:lnTo>
                  <a:pt x="323850" y="114300"/>
                </a:lnTo>
                <a:lnTo>
                  <a:pt x="304800" y="114300"/>
                </a:lnTo>
                <a:close/>
                <a:moveTo>
                  <a:pt x="742950" y="114300"/>
                </a:moveTo>
                <a:lnTo>
                  <a:pt x="752475" y="114300"/>
                </a:lnTo>
                <a:lnTo>
                  <a:pt x="752475" y="123825"/>
                </a:lnTo>
                <a:lnTo>
                  <a:pt x="742950" y="123825"/>
                </a:lnTo>
                <a:close/>
                <a:moveTo>
                  <a:pt x="933450" y="200025"/>
                </a:moveTo>
                <a:lnTo>
                  <a:pt x="942975" y="200025"/>
                </a:lnTo>
                <a:lnTo>
                  <a:pt x="942975" y="219075"/>
                </a:lnTo>
                <a:lnTo>
                  <a:pt x="933450" y="219075"/>
                </a:lnTo>
                <a:close/>
                <a:moveTo>
                  <a:pt x="228600" y="219075"/>
                </a:moveTo>
                <a:lnTo>
                  <a:pt x="238125" y="219075"/>
                </a:lnTo>
                <a:lnTo>
                  <a:pt x="238125" y="228600"/>
                </a:lnTo>
                <a:lnTo>
                  <a:pt x="228600" y="228600"/>
                </a:lnTo>
                <a:close/>
                <a:moveTo>
                  <a:pt x="400050" y="219075"/>
                </a:moveTo>
                <a:lnTo>
                  <a:pt x="409575" y="219075"/>
                </a:lnTo>
                <a:lnTo>
                  <a:pt x="409575" y="228600"/>
                </a:lnTo>
                <a:lnTo>
                  <a:pt x="400050" y="228600"/>
                </a:lnTo>
                <a:close/>
                <a:moveTo>
                  <a:pt x="781050" y="219075"/>
                </a:moveTo>
                <a:lnTo>
                  <a:pt x="790575" y="219075"/>
                </a:lnTo>
                <a:lnTo>
                  <a:pt x="790575" y="228600"/>
                </a:lnTo>
                <a:lnTo>
                  <a:pt x="781050" y="228600"/>
                </a:lnTo>
                <a:close/>
                <a:moveTo>
                  <a:pt x="895350" y="219075"/>
                </a:moveTo>
                <a:lnTo>
                  <a:pt x="904875" y="219075"/>
                </a:lnTo>
                <a:lnTo>
                  <a:pt x="904875" y="228600"/>
                </a:lnTo>
                <a:lnTo>
                  <a:pt x="895350" y="228600"/>
                </a:lnTo>
                <a:close/>
                <a:moveTo>
                  <a:pt x="238125" y="228600"/>
                </a:moveTo>
                <a:lnTo>
                  <a:pt x="247650" y="228600"/>
                </a:lnTo>
                <a:lnTo>
                  <a:pt x="247650" y="342900"/>
                </a:lnTo>
                <a:lnTo>
                  <a:pt x="238125" y="342900"/>
                </a:lnTo>
                <a:close/>
                <a:moveTo>
                  <a:pt x="390525" y="228600"/>
                </a:moveTo>
                <a:lnTo>
                  <a:pt x="400050" y="228600"/>
                </a:lnTo>
                <a:lnTo>
                  <a:pt x="400050" y="333375"/>
                </a:lnTo>
                <a:lnTo>
                  <a:pt x="419100" y="333375"/>
                </a:lnTo>
                <a:lnTo>
                  <a:pt x="419100" y="342900"/>
                </a:lnTo>
                <a:lnTo>
                  <a:pt x="390525" y="342900"/>
                </a:lnTo>
                <a:close/>
                <a:moveTo>
                  <a:pt x="762000" y="228600"/>
                </a:moveTo>
                <a:lnTo>
                  <a:pt x="781050" y="228600"/>
                </a:lnTo>
                <a:lnTo>
                  <a:pt x="781050" y="247650"/>
                </a:lnTo>
                <a:lnTo>
                  <a:pt x="762000" y="247650"/>
                </a:lnTo>
                <a:close/>
                <a:moveTo>
                  <a:pt x="904875" y="228600"/>
                </a:moveTo>
                <a:lnTo>
                  <a:pt x="914400" y="228600"/>
                </a:lnTo>
                <a:lnTo>
                  <a:pt x="914400" y="361950"/>
                </a:lnTo>
                <a:lnTo>
                  <a:pt x="904875" y="361950"/>
                </a:lnTo>
                <a:lnTo>
                  <a:pt x="904875" y="342900"/>
                </a:lnTo>
                <a:lnTo>
                  <a:pt x="857250" y="342900"/>
                </a:lnTo>
                <a:lnTo>
                  <a:pt x="857250" y="333375"/>
                </a:lnTo>
                <a:lnTo>
                  <a:pt x="876300" y="333375"/>
                </a:lnTo>
                <a:lnTo>
                  <a:pt x="876300" y="314325"/>
                </a:lnTo>
                <a:lnTo>
                  <a:pt x="895350" y="314325"/>
                </a:lnTo>
                <a:lnTo>
                  <a:pt x="895350" y="304800"/>
                </a:lnTo>
                <a:lnTo>
                  <a:pt x="904875" y="304800"/>
                </a:lnTo>
                <a:lnTo>
                  <a:pt x="904875" y="257175"/>
                </a:lnTo>
                <a:lnTo>
                  <a:pt x="895350" y="257175"/>
                </a:lnTo>
                <a:lnTo>
                  <a:pt x="895350" y="247650"/>
                </a:lnTo>
                <a:lnTo>
                  <a:pt x="904875" y="247650"/>
                </a:lnTo>
                <a:close/>
                <a:moveTo>
                  <a:pt x="657225" y="285750"/>
                </a:moveTo>
                <a:lnTo>
                  <a:pt x="676275" y="285750"/>
                </a:lnTo>
                <a:lnTo>
                  <a:pt x="676275" y="304800"/>
                </a:lnTo>
                <a:lnTo>
                  <a:pt x="657225" y="304800"/>
                </a:lnTo>
                <a:close/>
                <a:moveTo>
                  <a:pt x="590550" y="314325"/>
                </a:moveTo>
                <a:lnTo>
                  <a:pt x="609600" y="314325"/>
                </a:lnTo>
                <a:lnTo>
                  <a:pt x="609600" y="342900"/>
                </a:lnTo>
                <a:lnTo>
                  <a:pt x="590550" y="342900"/>
                </a:lnTo>
                <a:close/>
                <a:moveTo>
                  <a:pt x="161925" y="333375"/>
                </a:moveTo>
                <a:lnTo>
                  <a:pt x="190500" y="333375"/>
                </a:lnTo>
                <a:lnTo>
                  <a:pt x="190500" y="342900"/>
                </a:lnTo>
                <a:lnTo>
                  <a:pt x="161925" y="342900"/>
                </a:lnTo>
                <a:close/>
                <a:moveTo>
                  <a:pt x="723900" y="333375"/>
                </a:moveTo>
                <a:lnTo>
                  <a:pt x="733425" y="333375"/>
                </a:lnTo>
                <a:lnTo>
                  <a:pt x="733425" y="342900"/>
                </a:lnTo>
                <a:lnTo>
                  <a:pt x="723900" y="342900"/>
                </a:lnTo>
                <a:close/>
                <a:moveTo>
                  <a:pt x="885825" y="333375"/>
                </a:moveTo>
                <a:lnTo>
                  <a:pt x="895350" y="333375"/>
                </a:lnTo>
                <a:lnTo>
                  <a:pt x="895350" y="323850"/>
                </a:lnTo>
                <a:lnTo>
                  <a:pt x="885825" y="323850"/>
                </a:lnTo>
                <a:close/>
                <a:moveTo>
                  <a:pt x="152400" y="342900"/>
                </a:moveTo>
                <a:lnTo>
                  <a:pt x="161925" y="342900"/>
                </a:lnTo>
                <a:lnTo>
                  <a:pt x="161925" y="352425"/>
                </a:lnTo>
                <a:lnTo>
                  <a:pt x="152400" y="352425"/>
                </a:lnTo>
                <a:close/>
                <a:moveTo>
                  <a:pt x="190500" y="342900"/>
                </a:moveTo>
                <a:lnTo>
                  <a:pt x="200025" y="342900"/>
                </a:lnTo>
                <a:lnTo>
                  <a:pt x="200025" y="352425"/>
                </a:lnTo>
                <a:lnTo>
                  <a:pt x="190500" y="352425"/>
                </a:lnTo>
                <a:close/>
                <a:moveTo>
                  <a:pt x="247650" y="342900"/>
                </a:moveTo>
                <a:lnTo>
                  <a:pt x="257175" y="342900"/>
                </a:lnTo>
                <a:lnTo>
                  <a:pt x="257175" y="352425"/>
                </a:lnTo>
                <a:lnTo>
                  <a:pt x="247650" y="352425"/>
                </a:lnTo>
                <a:close/>
                <a:moveTo>
                  <a:pt x="381000" y="342900"/>
                </a:moveTo>
                <a:lnTo>
                  <a:pt x="390525" y="342900"/>
                </a:lnTo>
                <a:lnTo>
                  <a:pt x="390525" y="352425"/>
                </a:lnTo>
                <a:lnTo>
                  <a:pt x="381000" y="352425"/>
                </a:lnTo>
                <a:close/>
                <a:moveTo>
                  <a:pt x="419100" y="342900"/>
                </a:moveTo>
                <a:lnTo>
                  <a:pt x="428625" y="342900"/>
                </a:lnTo>
                <a:lnTo>
                  <a:pt x="428625" y="352425"/>
                </a:lnTo>
                <a:lnTo>
                  <a:pt x="419100" y="352425"/>
                </a:lnTo>
                <a:close/>
                <a:moveTo>
                  <a:pt x="247650" y="371475"/>
                </a:moveTo>
                <a:lnTo>
                  <a:pt x="257175" y="371475"/>
                </a:lnTo>
                <a:lnTo>
                  <a:pt x="257175" y="381000"/>
                </a:lnTo>
                <a:lnTo>
                  <a:pt x="247650" y="381000"/>
                </a:lnTo>
                <a:close/>
                <a:moveTo>
                  <a:pt x="381000" y="371475"/>
                </a:moveTo>
                <a:lnTo>
                  <a:pt x="390525" y="371475"/>
                </a:lnTo>
                <a:lnTo>
                  <a:pt x="390525" y="381000"/>
                </a:lnTo>
                <a:lnTo>
                  <a:pt x="381000" y="381000"/>
                </a:lnTo>
                <a:close/>
                <a:moveTo>
                  <a:pt x="238125" y="381000"/>
                </a:moveTo>
                <a:lnTo>
                  <a:pt x="247650" y="381000"/>
                </a:lnTo>
                <a:lnTo>
                  <a:pt x="247650" y="476250"/>
                </a:lnTo>
                <a:lnTo>
                  <a:pt x="238125" y="476250"/>
                </a:lnTo>
                <a:close/>
                <a:moveTo>
                  <a:pt x="390525" y="381000"/>
                </a:moveTo>
                <a:lnTo>
                  <a:pt x="400050" y="381000"/>
                </a:lnTo>
                <a:lnTo>
                  <a:pt x="400050" y="428625"/>
                </a:lnTo>
                <a:lnTo>
                  <a:pt x="390525" y="428625"/>
                </a:lnTo>
                <a:close/>
                <a:moveTo>
                  <a:pt x="933450" y="381000"/>
                </a:moveTo>
                <a:lnTo>
                  <a:pt x="942975" y="381000"/>
                </a:lnTo>
                <a:lnTo>
                  <a:pt x="942975" y="447675"/>
                </a:lnTo>
                <a:lnTo>
                  <a:pt x="933450" y="447675"/>
                </a:lnTo>
                <a:close/>
                <a:moveTo>
                  <a:pt x="962025" y="457200"/>
                </a:moveTo>
                <a:lnTo>
                  <a:pt x="971550" y="457200"/>
                </a:lnTo>
                <a:lnTo>
                  <a:pt x="971550" y="466725"/>
                </a:lnTo>
                <a:lnTo>
                  <a:pt x="962025" y="466725"/>
                </a:lnTo>
                <a:close/>
                <a:moveTo>
                  <a:pt x="819150" y="466725"/>
                </a:moveTo>
                <a:lnTo>
                  <a:pt x="828675" y="466725"/>
                </a:lnTo>
                <a:lnTo>
                  <a:pt x="828675" y="476250"/>
                </a:lnTo>
                <a:lnTo>
                  <a:pt x="819150" y="476250"/>
                </a:lnTo>
                <a:close/>
                <a:moveTo>
                  <a:pt x="971550" y="466725"/>
                </a:moveTo>
                <a:lnTo>
                  <a:pt x="981075" y="466725"/>
                </a:lnTo>
                <a:lnTo>
                  <a:pt x="981075" y="476250"/>
                </a:lnTo>
                <a:lnTo>
                  <a:pt x="971550" y="476250"/>
                </a:lnTo>
                <a:close/>
                <a:moveTo>
                  <a:pt x="247650" y="476250"/>
                </a:moveTo>
                <a:lnTo>
                  <a:pt x="257175" y="476250"/>
                </a:lnTo>
                <a:lnTo>
                  <a:pt x="257175" y="485775"/>
                </a:lnTo>
                <a:lnTo>
                  <a:pt x="247650" y="485775"/>
                </a:lnTo>
                <a:close/>
                <a:moveTo>
                  <a:pt x="866775" y="476250"/>
                </a:moveTo>
                <a:lnTo>
                  <a:pt x="904875" y="476250"/>
                </a:lnTo>
                <a:lnTo>
                  <a:pt x="904875" y="485775"/>
                </a:lnTo>
                <a:lnTo>
                  <a:pt x="876300" y="485775"/>
                </a:lnTo>
                <a:lnTo>
                  <a:pt x="876300" y="495300"/>
                </a:lnTo>
                <a:lnTo>
                  <a:pt x="857250" y="495300"/>
                </a:lnTo>
                <a:lnTo>
                  <a:pt x="857250" y="504825"/>
                </a:lnTo>
                <a:lnTo>
                  <a:pt x="876300" y="504825"/>
                </a:lnTo>
                <a:lnTo>
                  <a:pt x="876300" y="495300"/>
                </a:lnTo>
                <a:lnTo>
                  <a:pt x="904875" y="495300"/>
                </a:lnTo>
                <a:lnTo>
                  <a:pt x="904875" y="504825"/>
                </a:lnTo>
                <a:lnTo>
                  <a:pt x="885825" y="504825"/>
                </a:lnTo>
                <a:lnTo>
                  <a:pt x="885825" y="514350"/>
                </a:lnTo>
                <a:lnTo>
                  <a:pt x="866775" y="514350"/>
                </a:lnTo>
                <a:lnTo>
                  <a:pt x="866775" y="523875"/>
                </a:lnTo>
                <a:lnTo>
                  <a:pt x="857250" y="523875"/>
                </a:lnTo>
                <a:lnTo>
                  <a:pt x="857250" y="533400"/>
                </a:lnTo>
                <a:lnTo>
                  <a:pt x="847725" y="533400"/>
                </a:lnTo>
                <a:lnTo>
                  <a:pt x="847725" y="542925"/>
                </a:lnTo>
                <a:lnTo>
                  <a:pt x="838200" y="542925"/>
                </a:lnTo>
                <a:lnTo>
                  <a:pt x="838200" y="590550"/>
                </a:lnTo>
                <a:lnTo>
                  <a:pt x="847725" y="590550"/>
                </a:lnTo>
                <a:lnTo>
                  <a:pt x="847725" y="600075"/>
                </a:lnTo>
                <a:lnTo>
                  <a:pt x="828675" y="600075"/>
                </a:lnTo>
                <a:lnTo>
                  <a:pt x="828675" y="609600"/>
                </a:lnTo>
                <a:lnTo>
                  <a:pt x="800100" y="609600"/>
                </a:lnTo>
                <a:lnTo>
                  <a:pt x="800100" y="619125"/>
                </a:lnTo>
                <a:lnTo>
                  <a:pt x="781050" y="619125"/>
                </a:lnTo>
                <a:lnTo>
                  <a:pt x="781050" y="638175"/>
                </a:lnTo>
                <a:lnTo>
                  <a:pt x="771525" y="638175"/>
                </a:lnTo>
                <a:lnTo>
                  <a:pt x="771525" y="628650"/>
                </a:lnTo>
                <a:lnTo>
                  <a:pt x="762000" y="628650"/>
                </a:lnTo>
                <a:lnTo>
                  <a:pt x="762000" y="590550"/>
                </a:lnTo>
                <a:lnTo>
                  <a:pt x="771525" y="590550"/>
                </a:lnTo>
                <a:lnTo>
                  <a:pt x="771525" y="552450"/>
                </a:lnTo>
                <a:lnTo>
                  <a:pt x="781050" y="552450"/>
                </a:lnTo>
                <a:lnTo>
                  <a:pt x="781050" y="533400"/>
                </a:lnTo>
                <a:lnTo>
                  <a:pt x="790575" y="533400"/>
                </a:lnTo>
                <a:lnTo>
                  <a:pt x="790575" y="523875"/>
                </a:lnTo>
                <a:lnTo>
                  <a:pt x="800100" y="523875"/>
                </a:lnTo>
                <a:lnTo>
                  <a:pt x="800100" y="533400"/>
                </a:lnTo>
                <a:lnTo>
                  <a:pt x="809625" y="533400"/>
                </a:lnTo>
                <a:lnTo>
                  <a:pt x="809625" y="523875"/>
                </a:lnTo>
                <a:lnTo>
                  <a:pt x="819150" y="523875"/>
                </a:lnTo>
                <a:lnTo>
                  <a:pt x="819150" y="514350"/>
                </a:lnTo>
                <a:lnTo>
                  <a:pt x="809625" y="514350"/>
                </a:lnTo>
                <a:lnTo>
                  <a:pt x="809625" y="504825"/>
                </a:lnTo>
                <a:lnTo>
                  <a:pt x="819150" y="504825"/>
                </a:lnTo>
                <a:lnTo>
                  <a:pt x="819150" y="495300"/>
                </a:lnTo>
                <a:lnTo>
                  <a:pt x="838200" y="495300"/>
                </a:lnTo>
                <a:lnTo>
                  <a:pt x="838200" y="485775"/>
                </a:lnTo>
                <a:lnTo>
                  <a:pt x="866775" y="485775"/>
                </a:lnTo>
                <a:close/>
                <a:moveTo>
                  <a:pt x="914400" y="476250"/>
                </a:moveTo>
                <a:lnTo>
                  <a:pt x="933450" y="476250"/>
                </a:lnTo>
                <a:lnTo>
                  <a:pt x="933450" y="485775"/>
                </a:lnTo>
                <a:lnTo>
                  <a:pt x="914400" y="485775"/>
                </a:lnTo>
                <a:close/>
                <a:moveTo>
                  <a:pt x="952500" y="485775"/>
                </a:moveTo>
                <a:lnTo>
                  <a:pt x="962025" y="485775"/>
                </a:lnTo>
                <a:lnTo>
                  <a:pt x="962025" y="495300"/>
                </a:lnTo>
                <a:lnTo>
                  <a:pt x="952500" y="495300"/>
                </a:lnTo>
                <a:close/>
                <a:moveTo>
                  <a:pt x="1000125" y="485775"/>
                </a:moveTo>
                <a:lnTo>
                  <a:pt x="1009650" y="485775"/>
                </a:lnTo>
                <a:lnTo>
                  <a:pt x="1009650" y="495300"/>
                </a:lnTo>
                <a:lnTo>
                  <a:pt x="1000125" y="495300"/>
                </a:lnTo>
                <a:close/>
                <a:moveTo>
                  <a:pt x="971550" y="495300"/>
                </a:moveTo>
                <a:lnTo>
                  <a:pt x="981075" y="495300"/>
                </a:lnTo>
                <a:lnTo>
                  <a:pt x="981075" y="504825"/>
                </a:lnTo>
                <a:lnTo>
                  <a:pt x="971550" y="504825"/>
                </a:lnTo>
                <a:close/>
                <a:moveTo>
                  <a:pt x="1009650" y="495300"/>
                </a:moveTo>
                <a:lnTo>
                  <a:pt x="1019175" y="495300"/>
                </a:lnTo>
                <a:lnTo>
                  <a:pt x="1019175" y="504825"/>
                </a:lnTo>
                <a:lnTo>
                  <a:pt x="1009650" y="504825"/>
                </a:lnTo>
                <a:close/>
                <a:moveTo>
                  <a:pt x="742950" y="504825"/>
                </a:moveTo>
                <a:lnTo>
                  <a:pt x="771525" y="504825"/>
                </a:lnTo>
                <a:lnTo>
                  <a:pt x="771525" y="514350"/>
                </a:lnTo>
                <a:lnTo>
                  <a:pt x="742950" y="514350"/>
                </a:lnTo>
                <a:close/>
                <a:moveTo>
                  <a:pt x="914400" y="504825"/>
                </a:moveTo>
                <a:lnTo>
                  <a:pt x="923925" y="504825"/>
                </a:lnTo>
                <a:lnTo>
                  <a:pt x="923925" y="514350"/>
                </a:lnTo>
                <a:lnTo>
                  <a:pt x="914400" y="514350"/>
                </a:lnTo>
                <a:close/>
                <a:moveTo>
                  <a:pt x="1019175" y="504825"/>
                </a:moveTo>
                <a:lnTo>
                  <a:pt x="1028700" y="504825"/>
                </a:lnTo>
                <a:lnTo>
                  <a:pt x="1028700" y="514350"/>
                </a:lnTo>
                <a:lnTo>
                  <a:pt x="1019175" y="514350"/>
                </a:lnTo>
                <a:close/>
                <a:moveTo>
                  <a:pt x="371475" y="533400"/>
                </a:moveTo>
                <a:lnTo>
                  <a:pt x="381000" y="533400"/>
                </a:lnTo>
                <a:lnTo>
                  <a:pt x="381000" y="561975"/>
                </a:lnTo>
                <a:lnTo>
                  <a:pt x="371475" y="561975"/>
                </a:lnTo>
                <a:close/>
                <a:moveTo>
                  <a:pt x="752475" y="533400"/>
                </a:moveTo>
                <a:lnTo>
                  <a:pt x="762000" y="533400"/>
                </a:lnTo>
                <a:lnTo>
                  <a:pt x="762000" y="542925"/>
                </a:lnTo>
                <a:lnTo>
                  <a:pt x="752475" y="542925"/>
                </a:lnTo>
                <a:close/>
                <a:moveTo>
                  <a:pt x="1009650" y="533400"/>
                </a:moveTo>
                <a:lnTo>
                  <a:pt x="1019175" y="533400"/>
                </a:lnTo>
                <a:lnTo>
                  <a:pt x="1019175" y="542925"/>
                </a:lnTo>
                <a:lnTo>
                  <a:pt x="1009650" y="542925"/>
                </a:lnTo>
                <a:close/>
                <a:moveTo>
                  <a:pt x="314325" y="542925"/>
                </a:moveTo>
                <a:lnTo>
                  <a:pt x="323850" y="542925"/>
                </a:lnTo>
                <a:lnTo>
                  <a:pt x="323850" y="581025"/>
                </a:lnTo>
                <a:lnTo>
                  <a:pt x="314325" y="581025"/>
                </a:lnTo>
                <a:lnTo>
                  <a:pt x="314325" y="571500"/>
                </a:lnTo>
                <a:lnTo>
                  <a:pt x="304800" y="571500"/>
                </a:lnTo>
                <a:lnTo>
                  <a:pt x="304800" y="552450"/>
                </a:lnTo>
                <a:lnTo>
                  <a:pt x="314325" y="552450"/>
                </a:lnTo>
                <a:close/>
                <a:moveTo>
                  <a:pt x="952500" y="542925"/>
                </a:moveTo>
                <a:lnTo>
                  <a:pt x="962025" y="542925"/>
                </a:lnTo>
                <a:lnTo>
                  <a:pt x="962025" y="552450"/>
                </a:lnTo>
                <a:lnTo>
                  <a:pt x="952500" y="552450"/>
                </a:lnTo>
                <a:close/>
                <a:moveTo>
                  <a:pt x="742950" y="552450"/>
                </a:moveTo>
                <a:lnTo>
                  <a:pt x="752475" y="552450"/>
                </a:lnTo>
                <a:lnTo>
                  <a:pt x="752475" y="561975"/>
                </a:lnTo>
                <a:lnTo>
                  <a:pt x="742950" y="561975"/>
                </a:lnTo>
                <a:close/>
                <a:moveTo>
                  <a:pt x="1047750" y="561975"/>
                </a:moveTo>
                <a:lnTo>
                  <a:pt x="1057275" y="561975"/>
                </a:lnTo>
                <a:lnTo>
                  <a:pt x="1057275" y="571500"/>
                </a:lnTo>
                <a:lnTo>
                  <a:pt x="1047750" y="571500"/>
                </a:lnTo>
                <a:close/>
                <a:moveTo>
                  <a:pt x="371475" y="581025"/>
                </a:moveTo>
                <a:lnTo>
                  <a:pt x="381000" y="581025"/>
                </a:lnTo>
                <a:lnTo>
                  <a:pt x="381000" y="600075"/>
                </a:lnTo>
                <a:lnTo>
                  <a:pt x="371475" y="600075"/>
                </a:lnTo>
                <a:close/>
                <a:moveTo>
                  <a:pt x="1028700" y="581025"/>
                </a:moveTo>
                <a:lnTo>
                  <a:pt x="1038225" y="581025"/>
                </a:lnTo>
                <a:lnTo>
                  <a:pt x="1038225" y="590550"/>
                </a:lnTo>
                <a:lnTo>
                  <a:pt x="1028700" y="590550"/>
                </a:lnTo>
                <a:close/>
                <a:moveTo>
                  <a:pt x="952500" y="590550"/>
                </a:moveTo>
                <a:lnTo>
                  <a:pt x="962025" y="590550"/>
                </a:lnTo>
                <a:lnTo>
                  <a:pt x="962025" y="600075"/>
                </a:lnTo>
                <a:lnTo>
                  <a:pt x="952500" y="600075"/>
                </a:lnTo>
                <a:close/>
                <a:moveTo>
                  <a:pt x="371475" y="609600"/>
                </a:moveTo>
                <a:lnTo>
                  <a:pt x="390525" y="609600"/>
                </a:lnTo>
                <a:lnTo>
                  <a:pt x="390525" y="619125"/>
                </a:lnTo>
                <a:lnTo>
                  <a:pt x="371475" y="619125"/>
                </a:lnTo>
                <a:close/>
                <a:moveTo>
                  <a:pt x="228600" y="619125"/>
                </a:moveTo>
                <a:lnTo>
                  <a:pt x="276225" y="619125"/>
                </a:lnTo>
                <a:lnTo>
                  <a:pt x="276225" y="628650"/>
                </a:lnTo>
                <a:lnTo>
                  <a:pt x="228600" y="628650"/>
                </a:lnTo>
                <a:close/>
                <a:moveTo>
                  <a:pt x="304800" y="619125"/>
                </a:moveTo>
                <a:lnTo>
                  <a:pt x="333375" y="619125"/>
                </a:lnTo>
                <a:lnTo>
                  <a:pt x="333375" y="628650"/>
                </a:lnTo>
                <a:lnTo>
                  <a:pt x="304800" y="628650"/>
                </a:lnTo>
                <a:close/>
                <a:moveTo>
                  <a:pt x="361950" y="619125"/>
                </a:moveTo>
                <a:lnTo>
                  <a:pt x="371475" y="619125"/>
                </a:lnTo>
                <a:lnTo>
                  <a:pt x="371475" y="628650"/>
                </a:lnTo>
                <a:lnTo>
                  <a:pt x="361950" y="628650"/>
                </a:lnTo>
                <a:close/>
                <a:moveTo>
                  <a:pt x="400050" y="619125"/>
                </a:moveTo>
                <a:lnTo>
                  <a:pt x="409575" y="619125"/>
                </a:lnTo>
                <a:lnTo>
                  <a:pt x="409575" y="628650"/>
                </a:lnTo>
                <a:lnTo>
                  <a:pt x="400050" y="628650"/>
                </a:lnTo>
                <a:close/>
                <a:moveTo>
                  <a:pt x="1028700" y="628650"/>
                </a:moveTo>
                <a:lnTo>
                  <a:pt x="1038225" y="628650"/>
                </a:lnTo>
                <a:lnTo>
                  <a:pt x="1038225" y="638175"/>
                </a:lnTo>
                <a:lnTo>
                  <a:pt x="1028700" y="638175"/>
                </a:lnTo>
                <a:close/>
                <a:moveTo>
                  <a:pt x="838200" y="638175"/>
                </a:moveTo>
                <a:lnTo>
                  <a:pt x="847725" y="638175"/>
                </a:lnTo>
                <a:lnTo>
                  <a:pt x="847725" y="647700"/>
                </a:lnTo>
                <a:lnTo>
                  <a:pt x="838200" y="647700"/>
                </a:lnTo>
                <a:close/>
                <a:moveTo>
                  <a:pt x="962025" y="638175"/>
                </a:moveTo>
                <a:lnTo>
                  <a:pt x="971550" y="638175"/>
                </a:lnTo>
                <a:lnTo>
                  <a:pt x="971550" y="647700"/>
                </a:lnTo>
                <a:lnTo>
                  <a:pt x="962025" y="647700"/>
                </a:lnTo>
                <a:close/>
                <a:moveTo>
                  <a:pt x="104775" y="647700"/>
                </a:moveTo>
                <a:lnTo>
                  <a:pt x="114300" y="647700"/>
                </a:lnTo>
                <a:lnTo>
                  <a:pt x="114300" y="657225"/>
                </a:lnTo>
                <a:lnTo>
                  <a:pt x="104775" y="657225"/>
                </a:lnTo>
                <a:close/>
                <a:moveTo>
                  <a:pt x="142875" y="647700"/>
                </a:moveTo>
                <a:lnTo>
                  <a:pt x="219075" y="647700"/>
                </a:lnTo>
                <a:lnTo>
                  <a:pt x="219075" y="657225"/>
                </a:lnTo>
                <a:lnTo>
                  <a:pt x="142875" y="657225"/>
                </a:lnTo>
                <a:close/>
                <a:moveTo>
                  <a:pt x="457200" y="647700"/>
                </a:moveTo>
                <a:lnTo>
                  <a:pt x="476250" y="647700"/>
                </a:lnTo>
                <a:lnTo>
                  <a:pt x="476250" y="657225"/>
                </a:lnTo>
                <a:lnTo>
                  <a:pt x="457200" y="657225"/>
                </a:lnTo>
                <a:close/>
                <a:moveTo>
                  <a:pt x="714375" y="647700"/>
                </a:moveTo>
                <a:lnTo>
                  <a:pt x="723900" y="647700"/>
                </a:lnTo>
                <a:lnTo>
                  <a:pt x="723900" y="657225"/>
                </a:lnTo>
                <a:lnTo>
                  <a:pt x="714375" y="657225"/>
                </a:lnTo>
                <a:close/>
                <a:moveTo>
                  <a:pt x="971550" y="647700"/>
                </a:moveTo>
                <a:lnTo>
                  <a:pt x="990600" y="647700"/>
                </a:lnTo>
                <a:lnTo>
                  <a:pt x="990600" y="666750"/>
                </a:lnTo>
                <a:lnTo>
                  <a:pt x="981075" y="666750"/>
                </a:lnTo>
                <a:lnTo>
                  <a:pt x="981075" y="657225"/>
                </a:lnTo>
                <a:lnTo>
                  <a:pt x="971550" y="657225"/>
                </a:lnTo>
                <a:close/>
                <a:moveTo>
                  <a:pt x="114300" y="657225"/>
                </a:moveTo>
                <a:lnTo>
                  <a:pt x="123825" y="657225"/>
                </a:lnTo>
                <a:lnTo>
                  <a:pt x="123825" y="666750"/>
                </a:lnTo>
                <a:lnTo>
                  <a:pt x="114300" y="666750"/>
                </a:lnTo>
                <a:close/>
                <a:moveTo>
                  <a:pt x="1047750" y="657225"/>
                </a:moveTo>
                <a:lnTo>
                  <a:pt x="1057275" y="657225"/>
                </a:lnTo>
                <a:lnTo>
                  <a:pt x="1057275" y="666750"/>
                </a:lnTo>
                <a:lnTo>
                  <a:pt x="1047750" y="666750"/>
                </a:lnTo>
                <a:close/>
                <a:moveTo>
                  <a:pt x="990600" y="666750"/>
                </a:moveTo>
                <a:lnTo>
                  <a:pt x="1000125" y="666750"/>
                </a:lnTo>
                <a:lnTo>
                  <a:pt x="1000125" y="676275"/>
                </a:lnTo>
                <a:lnTo>
                  <a:pt x="990600" y="676275"/>
                </a:lnTo>
                <a:close/>
                <a:moveTo>
                  <a:pt x="781050" y="676275"/>
                </a:moveTo>
                <a:lnTo>
                  <a:pt x="790575" y="676275"/>
                </a:lnTo>
                <a:lnTo>
                  <a:pt x="790575" y="685800"/>
                </a:lnTo>
                <a:lnTo>
                  <a:pt x="781050" y="685800"/>
                </a:lnTo>
                <a:close/>
                <a:moveTo>
                  <a:pt x="762000" y="695325"/>
                </a:moveTo>
                <a:lnTo>
                  <a:pt x="771525" y="695325"/>
                </a:lnTo>
                <a:lnTo>
                  <a:pt x="771525" y="704850"/>
                </a:lnTo>
                <a:lnTo>
                  <a:pt x="762000" y="704850"/>
                </a:lnTo>
                <a:close/>
                <a:moveTo>
                  <a:pt x="1028700" y="695325"/>
                </a:moveTo>
                <a:lnTo>
                  <a:pt x="1038225" y="695325"/>
                </a:lnTo>
                <a:lnTo>
                  <a:pt x="1038225" y="704850"/>
                </a:lnTo>
                <a:lnTo>
                  <a:pt x="1028700" y="704850"/>
                </a:lnTo>
                <a:close/>
                <a:moveTo>
                  <a:pt x="800100" y="733425"/>
                </a:moveTo>
                <a:lnTo>
                  <a:pt x="809625" y="733425"/>
                </a:lnTo>
                <a:lnTo>
                  <a:pt x="809625" y="742950"/>
                </a:lnTo>
                <a:lnTo>
                  <a:pt x="800100" y="742950"/>
                </a:lnTo>
                <a:close/>
                <a:moveTo>
                  <a:pt x="866775" y="762000"/>
                </a:moveTo>
                <a:lnTo>
                  <a:pt x="885825" y="762000"/>
                </a:lnTo>
                <a:lnTo>
                  <a:pt x="885825" y="771525"/>
                </a:lnTo>
                <a:lnTo>
                  <a:pt x="866775" y="771525"/>
                </a:lnTo>
                <a:close/>
                <a:moveTo>
                  <a:pt x="923925" y="762000"/>
                </a:moveTo>
                <a:lnTo>
                  <a:pt x="933450" y="762000"/>
                </a:lnTo>
                <a:lnTo>
                  <a:pt x="933450" y="771525"/>
                </a:lnTo>
                <a:lnTo>
                  <a:pt x="923925" y="771525"/>
                </a:lnTo>
                <a:close/>
              </a:path>
            </a:pathLst>
          </a:custGeom>
          <a:solidFill xmlns:a="http://schemas.openxmlformats.org/drawingml/2006/main">
            <a:srgbClr val="E4E5DB"/>
          </a:solidFill>
          <a:ln xmlns:a="http://schemas.openxmlformats.org/drawingml/2006/main" w="0">
            <a:noFill/>
          </a:ln>
        </p:spPr>
      </p:sp>
      <p:sp>
        <p:nvSpPr>
          <p:cNvPr id="225" name="v21 vector #ceccbf">
            <a:extLst xmlns:a="http://schemas.openxmlformats.org/drawingml/2006/main">
              <a:ext uri="{FF2B5EF4-FFF2-40B4-BE49-F238E27FC236}">
                <a16:creationId xmlns:a16="http://schemas.microsoft.com/office/drawing/2014/main" id="{E0774C06-4996-43DC-B061-9CDB8B70F1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8250" y="4848225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323850" y="19050"/>
                </a:moveTo>
                <a:lnTo>
                  <a:pt x="333375" y="19050"/>
                </a:lnTo>
                <a:lnTo>
                  <a:pt x="333375" y="28575"/>
                </a:lnTo>
                <a:lnTo>
                  <a:pt x="323850" y="28575"/>
                </a:lnTo>
                <a:close/>
                <a:moveTo>
                  <a:pt x="752475" y="19050"/>
                </a:moveTo>
                <a:lnTo>
                  <a:pt x="762000" y="19050"/>
                </a:lnTo>
                <a:lnTo>
                  <a:pt x="762000" y="28575"/>
                </a:lnTo>
                <a:lnTo>
                  <a:pt x="752475" y="28575"/>
                </a:lnTo>
                <a:close/>
                <a:moveTo>
                  <a:pt x="857250" y="19050"/>
                </a:moveTo>
                <a:lnTo>
                  <a:pt x="866775" y="19050"/>
                </a:lnTo>
                <a:lnTo>
                  <a:pt x="866775" y="28575"/>
                </a:lnTo>
                <a:lnTo>
                  <a:pt x="857250" y="28575"/>
                </a:lnTo>
                <a:close/>
                <a:moveTo>
                  <a:pt x="333375" y="28575"/>
                </a:moveTo>
                <a:lnTo>
                  <a:pt x="342900" y="28575"/>
                </a:lnTo>
                <a:lnTo>
                  <a:pt x="342900" y="38100"/>
                </a:lnTo>
                <a:lnTo>
                  <a:pt x="333375" y="38100"/>
                </a:lnTo>
                <a:close/>
                <a:moveTo>
                  <a:pt x="866775" y="28575"/>
                </a:moveTo>
                <a:lnTo>
                  <a:pt x="876300" y="28575"/>
                </a:lnTo>
                <a:lnTo>
                  <a:pt x="876300" y="38100"/>
                </a:lnTo>
                <a:lnTo>
                  <a:pt x="866775" y="38100"/>
                </a:lnTo>
                <a:close/>
                <a:moveTo>
                  <a:pt x="209550" y="38100"/>
                </a:moveTo>
                <a:lnTo>
                  <a:pt x="219075" y="38100"/>
                </a:lnTo>
                <a:lnTo>
                  <a:pt x="219075" y="47625"/>
                </a:lnTo>
                <a:lnTo>
                  <a:pt x="209550" y="47625"/>
                </a:lnTo>
                <a:close/>
                <a:moveTo>
                  <a:pt x="714375" y="38100"/>
                </a:moveTo>
                <a:lnTo>
                  <a:pt x="723900" y="38100"/>
                </a:lnTo>
                <a:lnTo>
                  <a:pt x="723900" y="47625"/>
                </a:lnTo>
                <a:lnTo>
                  <a:pt x="714375" y="47625"/>
                </a:lnTo>
                <a:close/>
                <a:moveTo>
                  <a:pt x="847725" y="38100"/>
                </a:moveTo>
                <a:lnTo>
                  <a:pt x="857250" y="38100"/>
                </a:lnTo>
                <a:lnTo>
                  <a:pt x="857250" y="47625"/>
                </a:lnTo>
                <a:lnTo>
                  <a:pt x="847725" y="47625"/>
                </a:lnTo>
                <a:close/>
                <a:moveTo>
                  <a:pt x="342900" y="47625"/>
                </a:moveTo>
                <a:lnTo>
                  <a:pt x="352425" y="47625"/>
                </a:lnTo>
                <a:lnTo>
                  <a:pt x="352425" y="57150"/>
                </a:lnTo>
                <a:lnTo>
                  <a:pt x="342900" y="57150"/>
                </a:lnTo>
                <a:close/>
                <a:moveTo>
                  <a:pt x="857250" y="47625"/>
                </a:moveTo>
                <a:lnTo>
                  <a:pt x="885825" y="47625"/>
                </a:lnTo>
                <a:lnTo>
                  <a:pt x="885825" y="57150"/>
                </a:lnTo>
                <a:lnTo>
                  <a:pt x="876300" y="57150"/>
                </a:lnTo>
                <a:lnTo>
                  <a:pt x="876300" y="66675"/>
                </a:lnTo>
                <a:lnTo>
                  <a:pt x="866775" y="66675"/>
                </a:lnTo>
                <a:lnTo>
                  <a:pt x="866775" y="114300"/>
                </a:lnTo>
                <a:lnTo>
                  <a:pt x="857250" y="114300"/>
                </a:lnTo>
                <a:close/>
                <a:moveTo>
                  <a:pt x="352425" y="57150"/>
                </a:moveTo>
                <a:lnTo>
                  <a:pt x="361950" y="57150"/>
                </a:lnTo>
                <a:lnTo>
                  <a:pt x="361950" y="66675"/>
                </a:lnTo>
                <a:lnTo>
                  <a:pt x="352425" y="66675"/>
                </a:lnTo>
                <a:close/>
                <a:moveTo>
                  <a:pt x="885825" y="57150"/>
                </a:moveTo>
                <a:lnTo>
                  <a:pt x="895350" y="57150"/>
                </a:lnTo>
                <a:lnTo>
                  <a:pt x="895350" y="66675"/>
                </a:lnTo>
                <a:lnTo>
                  <a:pt x="885825" y="66675"/>
                </a:lnTo>
                <a:close/>
                <a:moveTo>
                  <a:pt x="133350" y="66675"/>
                </a:moveTo>
                <a:lnTo>
                  <a:pt x="142875" y="66675"/>
                </a:lnTo>
                <a:lnTo>
                  <a:pt x="142875" y="76200"/>
                </a:lnTo>
                <a:lnTo>
                  <a:pt x="133350" y="76200"/>
                </a:lnTo>
                <a:close/>
                <a:moveTo>
                  <a:pt x="952500" y="95250"/>
                </a:moveTo>
                <a:lnTo>
                  <a:pt x="962025" y="95250"/>
                </a:lnTo>
                <a:lnTo>
                  <a:pt x="962025" y="104775"/>
                </a:lnTo>
                <a:lnTo>
                  <a:pt x="952500" y="104775"/>
                </a:lnTo>
                <a:close/>
                <a:moveTo>
                  <a:pt x="847725" y="114300"/>
                </a:moveTo>
                <a:lnTo>
                  <a:pt x="857250" y="114300"/>
                </a:lnTo>
                <a:lnTo>
                  <a:pt x="857250" y="123825"/>
                </a:lnTo>
                <a:lnTo>
                  <a:pt x="847725" y="123825"/>
                </a:lnTo>
                <a:close/>
                <a:moveTo>
                  <a:pt x="133350" y="180975"/>
                </a:moveTo>
                <a:lnTo>
                  <a:pt x="933450" y="180975"/>
                </a:lnTo>
                <a:lnTo>
                  <a:pt x="933450" y="190500"/>
                </a:lnTo>
                <a:lnTo>
                  <a:pt x="133350" y="190500"/>
                </a:lnTo>
                <a:close/>
                <a:moveTo>
                  <a:pt x="123825" y="190500"/>
                </a:moveTo>
                <a:lnTo>
                  <a:pt x="133350" y="190500"/>
                </a:lnTo>
                <a:lnTo>
                  <a:pt x="133350" y="200025"/>
                </a:lnTo>
                <a:lnTo>
                  <a:pt x="123825" y="200025"/>
                </a:lnTo>
                <a:close/>
                <a:moveTo>
                  <a:pt x="933450" y="190500"/>
                </a:moveTo>
                <a:lnTo>
                  <a:pt x="942975" y="190500"/>
                </a:lnTo>
                <a:lnTo>
                  <a:pt x="942975" y="200025"/>
                </a:lnTo>
                <a:lnTo>
                  <a:pt x="933450" y="200025"/>
                </a:lnTo>
                <a:close/>
                <a:moveTo>
                  <a:pt x="447675" y="219075"/>
                </a:moveTo>
                <a:lnTo>
                  <a:pt x="457200" y="219075"/>
                </a:lnTo>
                <a:lnTo>
                  <a:pt x="457200" y="238125"/>
                </a:lnTo>
                <a:lnTo>
                  <a:pt x="447675" y="238125"/>
                </a:lnTo>
                <a:close/>
                <a:moveTo>
                  <a:pt x="533400" y="219075"/>
                </a:moveTo>
                <a:lnTo>
                  <a:pt x="542925" y="219075"/>
                </a:lnTo>
                <a:lnTo>
                  <a:pt x="542925" y="238125"/>
                </a:lnTo>
                <a:lnTo>
                  <a:pt x="533400" y="238125"/>
                </a:lnTo>
                <a:close/>
                <a:moveTo>
                  <a:pt x="581025" y="219075"/>
                </a:moveTo>
                <a:lnTo>
                  <a:pt x="609600" y="219075"/>
                </a:lnTo>
                <a:lnTo>
                  <a:pt x="609600" y="238125"/>
                </a:lnTo>
                <a:lnTo>
                  <a:pt x="638175" y="238125"/>
                </a:lnTo>
                <a:lnTo>
                  <a:pt x="638175" y="257175"/>
                </a:lnTo>
                <a:lnTo>
                  <a:pt x="628650" y="257175"/>
                </a:lnTo>
                <a:lnTo>
                  <a:pt x="628650" y="276225"/>
                </a:lnTo>
                <a:lnTo>
                  <a:pt x="619125" y="276225"/>
                </a:lnTo>
                <a:lnTo>
                  <a:pt x="619125" y="314325"/>
                </a:lnTo>
                <a:lnTo>
                  <a:pt x="590550" y="314325"/>
                </a:lnTo>
                <a:lnTo>
                  <a:pt x="590550" y="285750"/>
                </a:lnTo>
                <a:lnTo>
                  <a:pt x="600075" y="285750"/>
                </a:lnTo>
                <a:lnTo>
                  <a:pt x="600075" y="266700"/>
                </a:lnTo>
                <a:lnTo>
                  <a:pt x="590550" y="266700"/>
                </a:lnTo>
                <a:lnTo>
                  <a:pt x="590550" y="238125"/>
                </a:lnTo>
                <a:lnTo>
                  <a:pt x="600075" y="238125"/>
                </a:lnTo>
                <a:lnTo>
                  <a:pt x="600075" y="228600"/>
                </a:lnTo>
                <a:lnTo>
                  <a:pt x="581025" y="228600"/>
                </a:lnTo>
                <a:close/>
                <a:moveTo>
                  <a:pt x="219075" y="228600"/>
                </a:moveTo>
                <a:lnTo>
                  <a:pt x="238125" y="228600"/>
                </a:lnTo>
                <a:lnTo>
                  <a:pt x="238125" y="247650"/>
                </a:lnTo>
                <a:lnTo>
                  <a:pt x="219075" y="247650"/>
                </a:lnTo>
                <a:close/>
                <a:moveTo>
                  <a:pt x="400050" y="228600"/>
                </a:moveTo>
                <a:lnTo>
                  <a:pt x="419100" y="228600"/>
                </a:lnTo>
                <a:lnTo>
                  <a:pt x="419100" y="333375"/>
                </a:lnTo>
                <a:lnTo>
                  <a:pt x="400050" y="333375"/>
                </a:lnTo>
                <a:close/>
                <a:moveTo>
                  <a:pt x="723900" y="228600"/>
                </a:moveTo>
                <a:lnTo>
                  <a:pt x="742950" y="228600"/>
                </a:lnTo>
                <a:lnTo>
                  <a:pt x="742950" y="342900"/>
                </a:lnTo>
                <a:lnTo>
                  <a:pt x="733425" y="342900"/>
                </a:lnTo>
                <a:lnTo>
                  <a:pt x="733425" y="333375"/>
                </a:lnTo>
                <a:lnTo>
                  <a:pt x="723900" y="333375"/>
                </a:lnTo>
                <a:lnTo>
                  <a:pt x="723900" y="314325"/>
                </a:lnTo>
                <a:lnTo>
                  <a:pt x="714375" y="314325"/>
                </a:lnTo>
                <a:lnTo>
                  <a:pt x="714375" y="295275"/>
                </a:lnTo>
                <a:lnTo>
                  <a:pt x="704850" y="295275"/>
                </a:lnTo>
                <a:lnTo>
                  <a:pt x="704850" y="257175"/>
                </a:lnTo>
                <a:lnTo>
                  <a:pt x="695325" y="257175"/>
                </a:lnTo>
                <a:lnTo>
                  <a:pt x="695325" y="238125"/>
                </a:lnTo>
                <a:lnTo>
                  <a:pt x="723900" y="238125"/>
                </a:lnTo>
                <a:close/>
                <a:moveTo>
                  <a:pt x="781050" y="228600"/>
                </a:moveTo>
                <a:lnTo>
                  <a:pt x="790575" y="228600"/>
                </a:lnTo>
                <a:lnTo>
                  <a:pt x="790575" y="238125"/>
                </a:lnTo>
                <a:lnTo>
                  <a:pt x="895350" y="238125"/>
                </a:lnTo>
                <a:lnTo>
                  <a:pt x="895350" y="228600"/>
                </a:lnTo>
                <a:lnTo>
                  <a:pt x="904875" y="228600"/>
                </a:lnTo>
                <a:lnTo>
                  <a:pt x="904875" y="247650"/>
                </a:lnTo>
                <a:lnTo>
                  <a:pt x="895350" y="247650"/>
                </a:lnTo>
                <a:lnTo>
                  <a:pt x="895350" y="257175"/>
                </a:lnTo>
                <a:lnTo>
                  <a:pt x="904875" y="257175"/>
                </a:lnTo>
                <a:lnTo>
                  <a:pt x="904875" y="304800"/>
                </a:lnTo>
                <a:lnTo>
                  <a:pt x="895350" y="304800"/>
                </a:lnTo>
                <a:lnTo>
                  <a:pt x="895350" y="314325"/>
                </a:lnTo>
                <a:lnTo>
                  <a:pt x="876300" y="314325"/>
                </a:lnTo>
                <a:lnTo>
                  <a:pt x="876300" y="333375"/>
                </a:lnTo>
                <a:lnTo>
                  <a:pt x="857250" y="333375"/>
                </a:lnTo>
                <a:lnTo>
                  <a:pt x="857250" y="342900"/>
                </a:lnTo>
                <a:lnTo>
                  <a:pt x="904875" y="342900"/>
                </a:lnTo>
                <a:lnTo>
                  <a:pt x="904875" y="371475"/>
                </a:lnTo>
                <a:lnTo>
                  <a:pt x="895350" y="371475"/>
                </a:lnTo>
                <a:lnTo>
                  <a:pt x="895350" y="352425"/>
                </a:lnTo>
                <a:lnTo>
                  <a:pt x="771525" y="352425"/>
                </a:lnTo>
                <a:lnTo>
                  <a:pt x="771525" y="342900"/>
                </a:lnTo>
                <a:lnTo>
                  <a:pt x="762000" y="342900"/>
                </a:lnTo>
                <a:lnTo>
                  <a:pt x="762000" y="247650"/>
                </a:lnTo>
                <a:lnTo>
                  <a:pt x="781050" y="247650"/>
                </a:lnTo>
                <a:close/>
                <a:moveTo>
                  <a:pt x="161925" y="266700"/>
                </a:moveTo>
                <a:lnTo>
                  <a:pt x="190500" y="266700"/>
                </a:lnTo>
                <a:lnTo>
                  <a:pt x="190500" y="276225"/>
                </a:lnTo>
                <a:lnTo>
                  <a:pt x="200025" y="276225"/>
                </a:lnTo>
                <a:lnTo>
                  <a:pt x="200025" y="304800"/>
                </a:lnTo>
                <a:lnTo>
                  <a:pt x="190500" y="304800"/>
                </a:lnTo>
                <a:lnTo>
                  <a:pt x="190500" y="314325"/>
                </a:lnTo>
                <a:lnTo>
                  <a:pt x="161925" y="314325"/>
                </a:lnTo>
                <a:lnTo>
                  <a:pt x="161925" y="304800"/>
                </a:lnTo>
                <a:lnTo>
                  <a:pt x="152400" y="304800"/>
                </a:lnTo>
                <a:lnTo>
                  <a:pt x="152400" y="276225"/>
                </a:lnTo>
                <a:lnTo>
                  <a:pt x="161925" y="276225"/>
                </a:lnTo>
                <a:close/>
                <a:moveTo>
                  <a:pt x="657225" y="276225"/>
                </a:moveTo>
                <a:lnTo>
                  <a:pt x="676275" y="276225"/>
                </a:lnTo>
                <a:lnTo>
                  <a:pt x="676275" y="285750"/>
                </a:lnTo>
                <a:lnTo>
                  <a:pt x="657225" y="285750"/>
                </a:lnTo>
                <a:close/>
                <a:moveTo>
                  <a:pt x="647700" y="285750"/>
                </a:moveTo>
                <a:lnTo>
                  <a:pt x="657225" y="285750"/>
                </a:lnTo>
                <a:lnTo>
                  <a:pt x="657225" y="295275"/>
                </a:lnTo>
                <a:lnTo>
                  <a:pt x="647700" y="295275"/>
                </a:lnTo>
                <a:close/>
                <a:moveTo>
                  <a:pt x="676275" y="285750"/>
                </a:moveTo>
                <a:lnTo>
                  <a:pt x="685800" y="285750"/>
                </a:lnTo>
                <a:lnTo>
                  <a:pt x="685800" y="304800"/>
                </a:lnTo>
                <a:lnTo>
                  <a:pt x="676275" y="304800"/>
                </a:lnTo>
                <a:close/>
                <a:moveTo>
                  <a:pt x="161925" y="295275"/>
                </a:moveTo>
                <a:lnTo>
                  <a:pt x="171450" y="295275"/>
                </a:lnTo>
                <a:lnTo>
                  <a:pt x="171450" y="304800"/>
                </a:lnTo>
                <a:lnTo>
                  <a:pt x="180975" y="304800"/>
                </a:lnTo>
                <a:lnTo>
                  <a:pt x="180975" y="295275"/>
                </a:lnTo>
                <a:lnTo>
                  <a:pt x="190500" y="295275"/>
                </a:lnTo>
                <a:lnTo>
                  <a:pt x="190500" y="285750"/>
                </a:lnTo>
                <a:lnTo>
                  <a:pt x="180975" y="285750"/>
                </a:lnTo>
                <a:lnTo>
                  <a:pt x="180975" y="276225"/>
                </a:lnTo>
                <a:lnTo>
                  <a:pt x="171450" y="276225"/>
                </a:lnTo>
                <a:lnTo>
                  <a:pt x="171450" y="285750"/>
                </a:lnTo>
                <a:lnTo>
                  <a:pt x="161925" y="285750"/>
                </a:lnTo>
                <a:close/>
                <a:moveTo>
                  <a:pt x="657225" y="304800"/>
                </a:moveTo>
                <a:lnTo>
                  <a:pt x="676275" y="304800"/>
                </a:lnTo>
                <a:lnTo>
                  <a:pt x="676275" y="323850"/>
                </a:lnTo>
                <a:lnTo>
                  <a:pt x="685800" y="323850"/>
                </a:lnTo>
                <a:lnTo>
                  <a:pt x="685800" y="333375"/>
                </a:lnTo>
                <a:lnTo>
                  <a:pt x="676275" y="333375"/>
                </a:lnTo>
                <a:lnTo>
                  <a:pt x="676275" y="342900"/>
                </a:lnTo>
                <a:lnTo>
                  <a:pt x="666750" y="342900"/>
                </a:lnTo>
                <a:lnTo>
                  <a:pt x="666750" y="333375"/>
                </a:lnTo>
                <a:lnTo>
                  <a:pt x="657225" y="333375"/>
                </a:lnTo>
                <a:lnTo>
                  <a:pt x="657225" y="323850"/>
                </a:lnTo>
                <a:lnTo>
                  <a:pt x="666750" y="323850"/>
                </a:lnTo>
                <a:lnTo>
                  <a:pt x="666750" y="314325"/>
                </a:lnTo>
                <a:lnTo>
                  <a:pt x="657225" y="314325"/>
                </a:lnTo>
                <a:close/>
                <a:moveTo>
                  <a:pt x="885825" y="323850"/>
                </a:moveTo>
                <a:lnTo>
                  <a:pt x="895350" y="323850"/>
                </a:lnTo>
                <a:lnTo>
                  <a:pt x="895350" y="333375"/>
                </a:lnTo>
                <a:lnTo>
                  <a:pt x="885825" y="333375"/>
                </a:lnTo>
                <a:close/>
                <a:moveTo>
                  <a:pt x="161925" y="342900"/>
                </a:moveTo>
                <a:lnTo>
                  <a:pt x="171450" y="342900"/>
                </a:lnTo>
                <a:lnTo>
                  <a:pt x="171450" y="352425"/>
                </a:lnTo>
                <a:lnTo>
                  <a:pt x="161925" y="352425"/>
                </a:lnTo>
                <a:close/>
                <a:moveTo>
                  <a:pt x="180975" y="342900"/>
                </a:moveTo>
                <a:lnTo>
                  <a:pt x="190500" y="342900"/>
                </a:lnTo>
                <a:lnTo>
                  <a:pt x="190500" y="352425"/>
                </a:lnTo>
                <a:lnTo>
                  <a:pt x="180975" y="352425"/>
                </a:lnTo>
                <a:close/>
                <a:moveTo>
                  <a:pt x="600075" y="342900"/>
                </a:moveTo>
                <a:lnTo>
                  <a:pt x="609600" y="342900"/>
                </a:lnTo>
                <a:lnTo>
                  <a:pt x="609600" y="352425"/>
                </a:lnTo>
                <a:lnTo>
                  <a:pt x="600075" y="352425"/>
                </a:lnTo>
                <a:close/>
                <a:moveTo>
                  <a:pt x="723900" y="342900"/>
                </a:moveTo>
                <a:lnTo>
                  <a:pt x="733425" y="342900"/>
                </a:lnTo>
                <a:lnTo>
                  <a:pt x="733425" y="352425"/>
                </a:lnTo>
                <a:lnTo>
                  <a:pt x="723900" y="352425"/>
                </a:lnTo>
                <a:close/>
                <a:moveTo>
                  <a:pt x="152400" y="352425"/>
                </a:moveTo>
                <a:lnTo>
                  <a:pt x="161925" y="352425"/>
                </a:lnTo>
                <a:lnTo>
                  <a:pt x="161925" y="371475"/>
                </a:lnTo>
                <a:lnTo>
                  <a:pt x="152400" y="371475"/>
                </a:lnTo>
                <a:close/>
                <a:moveTo>
                  <a:pt x="190500" y="352425"/>
                </a:moveTo>
                <a:lnTo>
                  <a:pt x="200025" y="352425"/>
                </a:lnTo>
                <a:lnTo>
                  <a:pt x="200025" y="371475"/>
                </a:lnTo>
                <a:lnTo>
                  <a:pt x="190500" y="371475"/>
                </a:lnTo>
                <a:close/>
                <a:moveTo>
                  <a:pt x="219075" y="352425"/>
                </a:moveTo>
                <a:lnTo>
                  <a:pt x="228600" y="352425"/>
                </a:lnTo>
                <a:lnTo>
                  <a:pt x="228600" y="381000"/>
                </a:lnTo>
                <a:lnTo>
                  <a:pt x="238125" y="381000"/>
                </a:lnTo>
                <a:lnTo>
                  <a:pt x="238125" y="485775"/>
                </a:lnTo>
                <a:lnTo>
                  <a:pt x="228600" y="485775"/>
                </a:lnTo>
                <a:lnTo>
                  <a:pt x="228600" y="514350"/>
                </a:lnTo>
                <a:lnTo>
                  <a:pt x="285750" y="514350"/>
                </a:lnTo>
                <a:lnTo>
                  <a:pt x="285750" y="523875"/>
                </a:lnTo>
                <a:lnTo>
                  <a:pt x="266700" y="523875"/>
                </a:lnTo>
                <a:lnTo>
                  <a:pt x="266700" y="542925"/>
                </a:lnTo>
                <a:lnTo>
                  <a:pt x="276225" y="542925"/>
                </a:lnTo>
                <a:lnTo>
                  <a:pt x="276225" y="581025"/>
                </a:lnTo>
                <a:lnTo>
                  <a:pt x="266700" y="581025"/>
                </a:lnTo>
                <a:lnTo>
                  <a:pt x="266700" y="600075"/>
                </a:lnTo>
                <a:lnTo>
                  <a:pt x="257175" y="600075"/>
                </a:lnTo>
                <a:lnTo>
                  <a:pt x="257175" y="609600"/>
                </a:lnTo>
                <a:lnTo>
                  <a:pt x="266700" y="609600"/>
                </a:lnTo>
                <a:lnTo>
                  <a:pt x="266700" y="619125"/>
                </a:lnTo>
                <a:lnTo>
                  <a:pt x="219075" y="619125"/>
                </a:lnTo>
                <a:close/>
                <a:moveTo>
                  <a:pt x="161925" y="371475"/>
                </a:moveTo>
                <a:lnTo>
                  <a:pt x="171450" y="371475"/>
                </a:lnTo>
                <a:lnTo>
                  <a:pt x="171450" y="381000"/>
                </a:lnTo>
                <a:lnTo>
                  <a:pt x="161925" y="381000"/>
                </a:lnTo>
                <a:close/>
                <a:moveTo>
                  <a:pt x="180975" y="371475"/>
                </a:moveTo>
                <a:lnTo>
                  <a:pt x="190500" y="371475"/>
                </a:lnTo>
                <a:lnTo>
                  <a:pt x="190500" y="381000"/>
                </a:lnTo>
                <a:lnTo>
                  <a:pt x="180975" y="381000"/>
                </a:lnTo>
                <a:close/>
                <a:moveTo>
                  <a:pt x="419100" y="371475"/>
                </a:moveTo>
                <a:lnTo>
                  <a:pt x="428625" y="371475"/>
                </a:lnTo>
                <a:lnTo>
                  <a:pt x="428625" y="381000"/>
                </a:lnTo>
                <a:lnTo>
                  <a:pt x="447675" y="381000"/>
                </a:lnTo>
                <a:lnTo>
                  <a:pt x="447675" y="390525"/>
                </a:lnTo>
                <a:lnTo>
                  <a:pt x="457200" y="390525"/>
                </a:lnTo>
                <a:lnTo>
                  <a:pt x="457200" y="419100"/>
                </a:lnTo>
                <a:lnTo>
                  <a:pt x="466725" y="419100"/>
                </a:lnTo>
                <a:lnTo>
                  <a:pt x="466725" y="447675"/>
                </a:lnTo>
                <a:lnTo>
                  <a:pt x="457200" y="447675"/>
                </a:lnTo>
                <a:lnTo>
                  <a:pt x="457200" y="457200"/>
                </a:lnTo>
                <a:lnTo>
                  <a:pt x="447675" y="457200"/>
                </a:lnTo>
                <a:lnTo>
                  <a:pt x="447675" y="476250"/>
                </a:lnTo>
                <a:lnTo>
                  <a:pt x="438150" y="476250"/>
                </a:lnTo>
                <a:lnTo>
                  <a:pt x="438150" y="485775"/>
                </a:lnTo>
                <a:lnTo>
                  <a:pt x="419100" y="485775"/>
                </a:lnTo>
                <a:lnTo>
                  <a:pt x="419100" y="476250"/>
                </a:lnTo>
                <a:lnTo>
                  <a:pt x="390525" y="476250"/>
                </a:lnTo>
                <a:lnTo>
                  <a:pt x="390525" y="428625"/>
                </a:lnTo>
                <a:lnTo>
                  <a:pt x="400050" y="428625"/>
                </a:lnTo>
                <a:lnTo>
                  <a:pt x="400050" y="381000"/>
                </a:lnTo>
                <a:lnTo>
                  <a:pt x="419100" y="381000"/>
                </a:lnTo>
                <a:close/>
                <a:moveTo>
                  <a:pt x="542925" y="371475"/>
                </a:moveTo>
                <a:lnTo>
                  <a:pt x="561975" y="371475"/>
                </a:lnTo>
                <a:lnTo>
                  <a:pt x="561975" y="381000"/>
                </a:lnTo>
                <a:lnTo>
                  <a:pt x="571500" y="381000"/>
                </a:lnTo>
                <a:lnTo>
                  <a:pt x="571500" y="476250"/>
                </a:lnTo>
                <a:lnTo>
                  <a:pt x="561975" y="476250"/>
                </a:lnTo>
                <a:lnTo>
                  <a:pt x="561975" y="485775"/>
                </a:lnTo>
                <a:lnTo>
                  <a:pt x="552450" y="485775"/>
                </a:lnTo>
                <a:lnTo>
                  <a:pt x="552450" y="476250"/>
                </a:lnTo>
                <a:lnTo>
                  <a:pt x="542925" y="476250"/>
                </a:lnTo>
                <a:lnTo>
                  <a:pt x="542925" y="457200"/>
                </a:lnTo>
                <a:lnTo>
                  <a:pt x="533400" y="457200"/>
                </a:lnTo>
                <a:lnTo>
                  <a:pt x="533400" y="447675"/>
                </a:lnTo>
                <a:lnTo>
                  <a:pt x="523875" y="447675"/>
                </a:lnTo>
                <a:lnTo>
                  <a:pt x="523875" y="438150"/>
                </a:lnTo>
                <a:lnTo>
                  <a:pt x="514350" y="438150"/>
                </a:lnTo>
                <a:lnTo>
                  <a:pt x="514350" y="419100"/>
                </a:lnTo>
                <a:lnTo>
                  <a:pt x="523875" y="419100"/>
                </a:lnTo>
                <a:lnTo>
                  <a:pt x="523875" y="409575"/>
                </a:lnTo>
                <a:lnTo>
                  <a:pt x="533400" y="409575"/>
                </a:lnTo>
                <a:lnTo>
                  <a:pt x="533400" y="400050"/>
                </a:lnTo>
                <a:lnTo>
                  <a:pt x="542925" y="400050"/>
                </a:lnTo>
                <a:close/>
                <a:moveTo>
                  <a:pt x="161925" y="409575"/>
                </a:moveTo>
                <a:lnTo>
                  <a:pt x="171450" y="409575"/>
                </a:lnTo>
                <a:lnTo>
                  <a:pt x="171450" y="419100"/>
                </a:lnTo>
                <a:lnTo>
                  <a:pt x="161925" y="419100"/>
                </a:lnTo>
                <a:close/>
                <a:moveTo>
                  <a:pt x="180975" y="409575"/>
                </a:moveTo>
                <a:lnTo>
                  <a:pt x="190500" y="409575"/>
                </a:lnTo>
                <a:lnTo>
                  <a:pt x="190500" y="419100"/>
                </a:lnTo>
                <a:lnTo>
                  <a:pt x="180975" y="419100"/>
                </a:lnTo>
                <a:close/>
                <a:moveTo>
                  <a:pt x="152400" y="419100"/>
                </a:moveTo>
                <a:lnTo>
                  <a:pt x="161925" y="419100"/>
                </a:lnTo>
                <a:lnTo>
                  <a:pt x="161925" y="438150"/>
                </a:lnTo>
                <a:lnTo>
                  <a:pt x="152400" y="438150"/>
                </a:lnTo>
                <a:close/>
                <a:moveTo>
                  <a:pt x="190500" y="419100"/>
                </a:moveTo>
                <a:lnTo>
                  <a:pt x="200025" y="419100"/>
                </a:lnTo>
                <a:lnTo>
                  <a:pt x="200025" y="438150"/>
                </a:lnTo>
                <a:lnTo>
                  <a:pt x="190500" y="438150"/>
                </a:lnTo>
                <a:close/>
                <a:moveTo>
                  <a:pt x="161925" y="438150"/>
                </a:moveTo>
                <a:lnTo>
                  <a:pt x="171450" y="438150"/>
                </a:lnTo>
                <a:lnTo>
                  <a:pt x="171450" y="447675"/>
                </a:lnTo>
                <a:lnTo>
                  <a:pt x="161925" y="447675"/>
                </a:lnTo>
                <a:close/>
                <a:moveTo>
                  <a:pt x="180975" y="438150"/>
                </a:moveTo>
                <a:lnTo>
                  <a:pt x="190500" y="438150"/>
                </a:lnTo>
                <a:lnTo>
                  <a:pt x="190500" y="447675"/>
                </a:lnTo>
                <a:lnTo>
                  <a:pt x="180975" y="447675"/>
                </a:lnTo>
                <a:close/>
                <a:moveTo>
                  <a:pt x="847725" y="457200"/>
                </a:moveTo>
                <a:lnTo>
                  <a:pt x="857250" y="457200"/>
                </a:lnTo>
                <a:lnTo>
                  <a:pt x="857250" y="466725"/>
                </a:lnTo>
                <a:lnTo>
                  <a:pt x="847725" y="466725"/>
                </a:lnTo>
                <a:close/>
                <a:moveTo>
                  <a:pt x="161925" y="476250"/>
                </a:moveTo>
                <a:lnTo>
                  <a:pt x="171450" y="476250"/>
                </a:lnTo>
                <a:lnTo>
                  <a:pt x="171450" y="485775"/>
                </a:lnTo>
                <a:lnTo>
                  <a:pt x="161925" y="485775"/>
                </a:lnTo>
                <a:close/>
                <a:moveTo>
                  <a:pt x="381000" y="476250"/>
                </a:moveTo>
                <a:lnTo>
                  <a:pt x="390525" y="476250"/>
                </a:lnTo>
                <a:lnTo>
                  <a:pt x="390525" y="485775"/>
                </a:lnTo>
                <a:lnTo>
                  <a:pt x="381000" y="485775"/>
                </a:lnTo>
                <a:close/>
                <a:moveTo>
                  <a:pt x="762000" y="476250"/>
                </a:moveTo>
                <a:lnTo>
                  <a:pt x="771525" y="476250"/>
                </a:lnTo>
                <a:lnTo>
                  <a:pt x="771525" y="485775"/>
                </a:lnTo>
                <a:lnTo>
                  <a:pt x="762000" y="485775"/>
                </a:lnTo>
                <a:close/>
                <a:moveTo>
                  <a:pt x="857250" y="476250"/>
                </a:moveTo>
                <a:lnTo>
                  <a:pt x="866775" y="476250"/>
                </a:lnTo>
                <a:lnTo>
                  <a:pt x="866775" y="485775"/>
                </a:lnTo>
                <a:lnTo>
                  <a:pt x="857250" y="485775"/>
                </a:lnTo>
                <a:close/>
                <a:moveTo>
                  <a:pt x="933450" y="476250"/>
                </a:moveTo>
                <a:lnTo>
                  <a:pt x="942975" y="476250"/>
                </a:lnTo>
                <a:lnTo>
                  <a:pt x="942975" y="485775"/>
                </a:lnTo>
                <a:lnTo>
                  <a:pt x="933450" y="485775"/>
                </a:lnTo>
                <a:close/>
                <a:moveTo>
                  <a:pt x="152400" y="485775"/>
                </a:moveTo>
                <a:lnTo>
                  <a:pt x="161925" y="485775"/>
                </a:lnTo>
                <a:lnTo>
                  <a:pt x="161925" y="504825"/>
                </a:lnTo>
                <a:lnTo>
                  <a:pt x="152400" y="504825"/>
                </a:lnTo>
                <a:close/>
                <a:moveTo>
                  <a:pt x="161925" y="504825"/>
                </a:moveTo>
                <a:lnTo>
                  <a:pt x="171450" y="504825"/>
                </a:lnTo>
                <a:lnTo>
                  <a:pt x="171450" y="514350"/>
                </a:lnTo>
                <a:lnTo>
                  <a:pt x="161925" y="514350"/>
                </a:lnTo>
                <a:close/>
                <a:moveTo>
                  <a:pt x="352425" y="504825"/>
                </a:moveTo>
                <a:lnTo>
                  <a:pt x="390525" y="504825"/>
                </a:lnTo>
                <a:lnTo>
                  <a:pt x="390525" y="514350"/>
                </a:lnTo>
                <a:lnTo>
                  <a:pt x="419100" y="514350"/>
                </a:lnTo>
                <a:lnTo>
                  <a:pt x="419100" y="504825"/>
                </a:lnTo>
                <a:lnTo>
                  <a:pt x="428625" y="504825"/>
                </a:lnTo>
                <a:lnTo>
                  <a:pt x="428625" y="514350"/>
                </a:lnTo>
                <a:lnTo>
                  <a:pt x="419100" y="514350"/>
                </a:lnTo>
                <a:lnTo>
                  <a:pt x="419100" y="619125"/>
                </a:lnTo>
                <a:lnTo>
                  <a:pt x="390525" y="619125"/>
                </a:lnTo>
                <a:lnTo>
                  <a:pt x="390525" y="609600"/>
                </a:lnTo>
                <a:lnTo>
                  <a:pt x="371475" y="609600"/>
                </a:lnTo>
                <a:lnTo>
                  <a:pt x="371475" y="600075"/>
                </a:lnTo>
                <a:lnTo>
                  <a:pt x="381000" y="600075"/>
                </a:lnTo>
                <a:lnTo>
                  <a:pt x="381000" y="581025"/>
                </a:lnTo>
                <a:lnTo>
                  <a:pt x="371475" y="581025"/>
                </a:lnTo>
                <a:lnTo>
                  <a:pt x="371475" y="561975"/>
                </a:lnTo>
                <a:lnTo>
                  <a:pt x="361950" y="561975"/>
                </a:lnTo>
                <a:lnTo>
                  <a:pt x="361950" y="533400"/>
                </a:lnTo>
                <a:lnTo>
                  <a:pt x="352425" y="533400"/>
                </a:lnTo>
                <a:lnTo>
                  <a:pt x="352425" y="523875"/>
                </a:lnTo>
                <a:lnTo>
                  <a:pt x="342900" y="523875"/>
                </a:lnTo>
                <a:lnTo>
                  <a:pt x="342900" y="514350"/>
                </a:lnTo>
                <a:lnTo>
                  <a:pt x="352425" y="514350"/>
                </a:lnTo>
                <a:close/>
                <a:moveTo>
                  <a:pt x="885825" y="504825"/>
                </a:moveTo>
                <a:lnTo>
                  <a:pt x="914400" y="504825"/>
                </a:lnTo>
                <a:lnTo>
                  <a:pt x="914400" y="514350"/>
                </a:lnTo>
                <a:lnTo>
                  <a:pt x="885825" y="514350"/>
                </a:lnTo>
                <a:close/>
                <a:moveTo>
                  <a:pt x="161925" y="542925"/>
                </a:moveTo>
                <a:lnTo>
                  <a:pt x="171450" y="542925"/>
                </a:lnTo>
                <a:lnTo>
                  <a:pt x="171450" y="552450"/>
                </a:lnTo>
                <a:lnTo>
                  <a:pt x="161925" y="552450"/>
                </a:lnTo>
                <a:close/>
                <a:moveTo>
                  <a:pt x="304800" y="542925"/>
                </a:moveTo>
                <a:lnTo>
                  <a:pt x="314325" y="542925"/>
                </a:lnTo>
                <a:lnTo>
                  <a:pt x="314325" y="552450"/>
                </a:lnTo>
                <a:lnTo>
                  <a:pt x="304800" y="552450"/>
                </a:lnTo>
                <a:close/>
                <a:moveTo>
                  <a:pt x="838200" y="542925"/>
                </a:moveTo>
                <a:lnTo>
                  <a:pt x="847725" y="542925"/>
                </a:lnTo>
                <a:lnTo>
                  <a:pt x="847725" y="552450"/>
                </a:lnTo>
                <a:lnTo>
                  <a:pt x="838200" y="552450"/>
                </a:lnTo>
                <a:close/>
                <a:moveTo>
                  <a:pt x="152400" y="552450"/>
                </a:moveTo>
                <a:lnTo>
                  <a:pt x="161925" y="552450"/>
                </a:lnTo>
                <a:lnTo>
                  <a:pt x="161925" y="581025"/>
                </a:lnTo>
                <a:lnTo>
                  <a:pt x="152400" y="581025"/>
                </a:lnTo>
                <a:close/>
                <a:moveTo>
                  <a:pt x="295275" y="552450"/>
                </a:moveTo>
                <a:lnTo>
                  <a:pt x="304800" y="552450"/>
                </a:lnTo>
                <a:lnTo>
                  <a:pt x="304800" y="571500"/>
                </a:lnTo>
                <a:lnTo>
                  <a:pt x="295275" y="571500"/>
                </a:lnTo>
                <a:close/>
                <a:moveTo>
                  <a:pt x="323850" y="552450"/>
                </a:moveTo>
                <a:lnTo>
                  <a:pt x="333375" y="552450"/>
                </a:lnTo>
                <a:lnTo>
                  <a:pt x="333375" y="581025"/>
                </a:lnTo>
                <a:lnTo>
                  <a:pt x="323850" y="581025"/>
                </a:lnTo>
                <a:close/>
                <a:moveTo>
                  <a:pt x="371475" y="561975"/>
                </a:moveTo>
                <a:lnTo>
                  <a:pt x="381000" y="561975"/>
                </a:lnTo>
                <a:lnTo>
                  <a:pt x="381000" y="533400"/>
                </a:lnTo>
                <a:lnTo>
                  <a:pt x="371475" y="533400"/>
                </a:lnTo>
                <a:close/>
                <a:moveTo>
                  <a:pt x="742950" y="561975"/>
                </a:moveTo>
                <a:lnTo>
                  <a:pt x="752475" y="561975"/>
                </a:lnTo>
                <a:lnTo>
                  <a:pt x="752475" y="571500"/>
                </a:lnTo>
                <a:lnTo>
                  <a:pt x="742950" y="571500"/>
                </a:lnTo>
                <a:close/>
                <a:moveTo>
                  <a:pt x="304800" y="571500"/>
                </a:moveTo>
                <a:lnTo>
                  <a:pt x="314325" y="571500"/>
                </a:lnTo>
                <a:lnTo>
                  <a:pt x="314325" y="581025"/>
                </a:lnTo>
                <a:lnTo>
                  <a:pt x="304800" y="581025"/>
                </a:lnTo>
                <a:close/>
                <a:moveTo>
                  <a:pt x="1028700" y="571500"/>
                </a:moveTo>
                <a:lnTo>
                  <a:pt x="1038225" y="571500"/>
                </a:lnTo>
                <a:lnTo>
                  <a:pt x="1038225" y="581025"/>
                </a:lnTo>
                <a:lnTo>
                  <a:pt x="1028700" y="581025"/>
                </a:lnTo>
                <a:close/>
                <a:moveTo>
                  <a:pt x="161925" y="581025"/>
                </a:moveTo>
                <a:lnTo>
                  <a:pt x="171450" y="581025"/>
                </a:lnTo>
                <a:lnTo>
                  <a:pt x="171450" y="590550"/>
                </a:lnTo>
                <a:lnTo>
                  <a:pt x="161925" y="590550"/>
                </a:lnTo>
                <a:close/>
                <a:moveTo>
                  <a:pt x="762000" y="581025"/>
                </a:moveTo>
                <a:lnTo>
                  <a:pt x="771525" y="581025"/>
                </a:lnTo>
                <a:lnTo>
                  <a:pt x="771525" y="590550"/>
                </a:lnTo>
                <a:lnTo>
                  <a:pt x="762000" y="590550"/>
                </a:lnTo>
                <a:close/>
                <a:moveTo>
                  <a:pt x="323850" y="609600"/>
                </a:moveTo>
                <a:lnTo>
                  <a:pt x="352425" y="609600"/>
                </a:lnTo>
                <a:lnTo>
                  <a:pt x="352425" y="619125"/>
                </a:lnTo>
                <a:lnTo>
                  <a:pt x="361950" y="619125"/>
                </a:lnTo>
                <a:lnTo>
                  <a:pt x="361950" y="609600"/>
                </a:lnTo>
                <a:lnTo>
                  <a:pt x="371475" y="609600"/>
                </a:lnTo>
                <a:lnTo>
                  <a:pt x="371475" y="619125"/>
                </a:lnTo>
                <a:lnTo>
                  <a:pt x="361950" y="619125"/>
                </a:lnTo>
                <a:lnTo>
                  <a:pt x="361950" y="628650"/>
                </a:lnTo>
                <a:lnTo>
                  <a:pt x="333375" y="628650"/>
                </a:lnTo>
                <a:lnTo>
                  <a:pt x="333375" y="619125"/>
                </a:lnTo>
                <a:lnTo>
                  <a:pt x="323850" y="619125"/>
                </a:lnTo>
                <a:close/>
                <a:moveTo>
                  <a:pt x="276225" y="619125"/>
                </a:moveTo>
                <a:lnTo>
                  <a:pt x="304800" y="619125"/>
                </a:lnTo>
                <a:lnTo>
                  <a:pt x="304800" y="628650"/>
                </a:lnTo>
                <a:lnTo>
                  <a:pt x="276225" y="628650"/>
                </a:lnTo>
                <a:close/>
                <a:moveTo>
                  <a:pt x="866775" y="619125"/>
                </a:moveTo>
                <a:lnTo>
                  <a:pt x="876300" y="619125"/>
                </a:lnTo>
                <a:lnTo>
                  <a:pt x="876300" y="638175"/>
                </a:lnTo>
                <a:lnTo>
                  <a:pt x="866775" y="638175"/>
                </a:lnTo>
                <a:close/>
                <a:moveTo>
                  <a:pt x="923925" y="619125"/>
                </a:moveTo>
                <a:lnTo>
                  <a:pt x="933450" y="619125"/>
                </a:lnTo>
                <a:lnTo>
                  <a:pt x="933450" y="638175"/>
                </a:lnTo>
                <a:lnTo>
                  <a:pt x="923925" y="638175"/>
                </a:lnTo>
                <a:close/>
                <a:moveTo>
                  <a:pt x="762000" y="628650"/>
                </a:moveTo>
                <a:lnTo>
                  <a:pt x="771525" y="628650"/>
                </a:lnTo>
                <a:lnTo>
                  <a:pt x="771525" y="638175"/>
                </a:lnTo>
                <a:lnTo>
                  <a:pt x="762000" y="638175"/>
                </a:lnTo>
                <a:close/>
                <a:moveTo>
                  <a:pt x="952500" y="638175"/>
                </a:moveTo>
                <a:lnTo>
                  <a:pt x="962025" y="638175"/>
                </a:lnTo>
                <a:lnTo>
                  <a:pt x="962025" y="647700"/>
                </a:lnTo>
                <a:lnTo>
                  <a:pt x="952500" y="647700"/>
                </a:lnTo>
                <a:close/>
                <a:moveTo>
                  <a:pt x="1028700" y="638175"/>
                </a:moveTo>
                <a:lnTo>
                  <a:pt x="1038225" y="638175"/>
                </a:lnTo>
                <a:lnTo>
                  <a:pt x="1038225" y="647700"/>
                </a:lnTo>
                <a:lnTo>
                  <a:pt x="1028700" y="647700"/>
                </a:lnTo>
                <a:close/>
                <a:moveTo>
                  <a:pt x="733425" y="647700"/>
                </a:moveTo>
                <a:lnTo>
                  <a:pt x="742950" y="647700"/>
                </a:lnTo>
                <a:lnTo>
                  <a:pt x="742950" y="657225"/>
                </a:lnTo>
                <a:lnTo>
                  <a:pt x="733425" y="657225"/>
                </a:lnTo>
                <a:close/>
                <a:moveTo>
                  <a:pt x="133350" y="666750"/>
                </a:moveTo>
                <a:lnTo>
                  <a:pt x="142875" y="666750"/>
                </a:lnTo>
                <a:lnTo>
                  <a:pt x="142875" y="676275"/>
                </a:lnTo>
                <a:lnTo>
                  <a:pt x="133350" y="676275"/>
                </a:lnTo>
                <a:close/>
                <a:moveTo>
                  <a:pt x="771525" y="666750"/>
                </a:moveTo>
                <a:lnTo>
                  <a:pt x="781050" y="666750"/>
                </a:lnTo>
                <a:lnTo>
                  <a:pt x="781050" y="676275"/>
                </a:lnTo>
                <a:lnTo>
                  <a:pt x="771525" y="676275"/>
                </a:lnTo>
                <a:close/>
                <a:moveTo>
                  <a:pt x="1019175" y="666750"/>
                </a:moveTo>
                <a:lnTo>
                  <a:pt x="1028700" y="666750"/>
                </a:lnTo>
                <a:lnTo>
                  <a:pt x="1028700" y="676275"/>
                </a:lnTo>
                <a:lnTo>
                  <a:pt x="1019175" y="676275"/>
                </a:lnTo>
                <a:close/>
                <a:moveTo>
                  <a:pt x="1038225" y="676275"/>
                </a:moveTo>
                <a:lnTo>
                  <a:pt x="1047750" y="676275"/>
                </a:lnTo>
                <a:lnTo>
                  <a:pt x="1047750" y="685800"/>
                </a:lnTo>
                <a:lnTo>
                  <a:pt x="1038225" y="685800"/>
                </a:lnTo>
                <a:close/>
                <a:moveTo>
                  <a:pt x="771525" y="704850"/>
                </a:moveTo>
                <a:lnTo>
                  <a:pt x="781050" y="704850"/>
                </a:lnTo>
                <a:lnTo>
                  <a:pt x="781050" y="714375"/>
                </a:lnTo>
                <a:lnTo>
                  <a:pt x="771525" y="714375"/>
                </a:lnTo>
                <a:close/>
                <a:moveTo>
                  <a:pt x="1019175" y="704850"/>
                </a:moveTo>
                <a:lnTo>
                  <a:pt x="1028700" y="704850"/>
                </a:lnTo>
                <a:lnTo>
                  <a:pt x="1028700" y="714375"/>
                </a:lnTo>
                <a:lnTo>
                  <a:pt x="1019175" y="714375"/>
                </a:lnTo>
                <a:close/>
                <a:moveTo>
                  <a:pt x="781050" y="714375"/>
                </a:moveTo>
                <a:lnTo>
                  <a:pt x="790575" y="714375"/>
                </a:lnTo>
                <a:lnTo>
                  <a:pt x="790575" y="723900"/>
                </a:lnTo>
                <a:lnTo>
                  <a:pt x="781050" y="723900"/>
                </a:lnTo>
                <a:close/>
                <a:moveTo>
                  <a:pt x="790575" y="723900"/>
                </a:moveTo>
                <a:lnTo>
                  <a:pt x="800100" y="723900"/>
                </a:lnTo>
                <a:lnTo>
                  <a:pt x="800100" y="733425"/>
                </a:lnTo>
                <a:lnTo>
                  <a:pt x="790575" y="733425"/>
                </a:lnTo>
                <a:close/>
                <a:moveTo>
                  <a:pt x="990600" y="733425"/>
                </a:moveTo>
                <a:lnTo>
                  <a:pt x="1000125" y="733425"/>
                </a:lnTo>
                <a:lnTo>
                  <a:pt x="1000125" y="742950"/>
                </a:lnTo>
                <a:lnTo>
                  <a:pt x="990600" y="742950"/>
                </a:lnTo>
                <a:close/>
                <a:moveTo>
                  <a:pt x="838200" y="752475"/>
                </a:moveTo>
                <a:lnTo>
                  <a:pt x="847725" y="752475"/>
                </a:lnTo>
                <a:lnTo>
                  <a:pt x="847725" y="762000"/>
                </a:lnTo>
                <a:lnTo>
                  <a:pt x="838200" y="762000"/>
                </a:lnTo>
                <a:close/>
                <a:moveTo>
                  <a:pt x="952500" y="752475"/>
                </a:moveTo>
                <a:lnTo>
                  <a:pt x="962025" y="752475"/>
                </a:lnTo>
                <a:lnTo>
                  <a:pt x="962025" y="762000"/>
                </a:lnTo>
                <a:lnTo>
                  <a:pt x="952500" y="762000"/>
                </a:lnTo>
                <a:close/>
                <a:moveTo>
                  <a:pt x="885825" y="762000"/>
                </a:moveTo>
                <a:lnTo>
                  <a:pt x="923925" y="762000"/>
                </a:lnTo>
                <a:lnTo>
                  <a:pt x="923925" y="771525"/>
                </a:lnTo>
                <a:lnTo>
                  <a:pt x="885825" y="771525"/>
                </a:lnTo>
                <a:close/>
              </a:path>
            </a:pathLst>
          </a:custGeom>
          <a:solidFill xmlns:a="http://schemas.openxmlformats.org/drawingml/2006/main">
            <a:srgbClr val="CECCBF"/>
          </a:solidFill>
          <a:ln xmlns:a="http://schemas.openxmlformats.org/drawingml/2006/main" w="0">
            <a:noFill/>
          </a:ln>
        </p:spPr>
      </p:sp>
      <p:sp>
        <p:nvSpPr>
          <p:cNvPr id="226" name="v21 vector #a8aea2">
            <a:extLst xmlns:a="http://schemas.openxmlformats.org/drawingml/2006/main">
              <a:ext uri="{FF2B5EF4-FFF2-40B4-BE49-F238E27FC236}">
                <a16:creationId xmlns:a16="http://schemas.microsoft.com/office/drawing/2014/main" id="{C11BB0B1-AC94-445E-968E-B9B65C560F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8250" y="4848225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200025" y="19050"/>
                </a:moveTo>
                <a:lnTo>
                  <a:pt x="228600" y="19050"/>
                </a:lnTo>
                <a:lnTo>
                  <a:pt x="228600" y="28575"/>
                </a:lnTo>
                <a:lnTo>
                  <a:pt x="219075" y="28575"/>
                </a:lnTo>
                <a:lnTo>
                  <a:pt x="219075" y="38100"/>
                </a:lnTo>
                <a:lnTo>
                  <a:pt x="209550" y="38100"/>
                </a:lnTo>
                <a:lnTo>
                  <a:pt x="209550" y="28575"/>
                </a:lnTo>
                <a:lnTo>
                  <a:pt x="200025" y="28575"/>
                </a:lnTo>
                <a:close/>
                <a:moveTo>
                  <a:pt x="304800" y="19050"/>
                </a:moveTo>
                <a:lnTo>
                  <a:pt x="323850" y="19050"/>
                </a:lnTo>
                <a:lnTo>
                  <a:pt x="323850" y="28575"/>
                </a:lnTo>
                <a:lnTo>
                  <a:pt x="333375" y="28575"/>
                </a:lnTo>
                <a:lnTo>
                  <a:pt x="333375" y="38100"/>
                </a:lnTo>
                <a:lnTo>
                  <a:pt x="323850" y="38100"/>
                </a:lnTo>
                <a:lnTo>
                  <a:pt x="323850" y="47625"/>
                </a:lnTo>
                <a:lnTo>
                  <a:pt x="304800" y="47625"/>
                </a:lnTo>
                <a:lnTo>
                  <a:pt x="304800" y="38100"/>
                </a:lnTo>
                <a:lnTo>
                  <a:pt x="295275" y="38100"/>
                </a:lnTo>
                <a:lnTo>
                  <a:pt x="295275" y="28575"/>
                </a:lnTo>
                <a:lnTo>
                  <a:pt x="304800" y="28575"/>
                </a:lnTo>
                <a:close/>
                <a:moveTo>
                  <a:pt x="733425" y="19050"/>
                </a:moveTo>
                <a:lnTo>
                  <a:pt x="752475" y="19050"/>
                </a:lnTo>
                <a:lnTo>
                  <a:pt x="752475" y="47625"/>
                </a:lnTo>
                <a:lnTo>
                  <a:pt x="742950" y="47625"/>
                </a:lnTo>
                <a:lnTo>
                  <a:pt x="742950" y="28575"/>
                </a:lnTo>
                <a:lnTo>
                  <a:pt x="733425" y="28575"/>
                </a:lnTo>
                <a:close/>
                <a:moveTo>
                  <a:pt x="838200" y="19050"/>
                </a:moveTo>
                <a:lnTo>
                  <a:pt x="857250" y="19050"/>
                </a:lnTo>
                <a:lnTo>
                  <a:pt x="857250" y="28575"/>
                </a:lnTo>
                <a:lnTo>
                  <a:pt x="866775" y="28575"/>
                </a:lnTo>
                <a:lnTo>
                  <a:pt x="866775" y="38100"/>
                </a:lnTo>
                <a:lnTo>
                  <a:pt x="828675" y="38100"/>
                </a:lnTo>
                <a:lnTo>
                  <a:pt x="828675" y="28575"/>
                </a:lnTo>
                <a:lnTo>
                  <a:pt x="838200" y="28575"/>
                </a:lnTo>
                <a:close/>
                <a:moveTo>
                  <a:pt x="190500" y="28575"/>
                </a:moveTo>
                <a:lnTo>
                  <a:pt x="200025" y="28575"/>
                </a:lnTo>
                <a:lnTo>
                  <a:pt x="200025" y="38100"/>
                </a:lnTo>
                <a:lnTo>
                  <a:pt x="190500" y="38100"/>
                </a:lnTo>
                <a:close/>
                <a:moveTo>
                  <a:pt x="228600" y="28575"/>
                </a:moveTo>
                <a:lnTo>
                  <a:pt x="238125" y="28575"/>
                </a:lnTo>
                <a:lnTo>
                  <a:pt x="238125" y="38100"/>
                </a:lnTo>
                <a:lnTo>
                  <a:pt x="228600" y="38100"/>
                </a:lnTo>
                <a:close/>
                <a:moveTo>
                  <a:pt x="723900" y="28575"/>
                </a:moveTo>
                <a:lnTo>
                  <a:pt x="733425" y="28575"/>
                </a:lnTo>
                <a:lnTo>
                  <a:pt x="733425" y="38100"/>
                </a:lnTo>
                <a:lnTo>
                  <a:pt x="723900" y="38100"/>
                </a:lnTo>
                <a:close/>
                <a:moveTo>
                  <a:pt x="762000" y="28575"/>
                </a:moveTo>
                <a:lnTo>
                  <a:pt x="771525" y="28575"/>
                </a:lnTo>
                <a:lnTo>
                  <a:pt x="771525" y="38100"/>
                </a:lnTo>
                <a:lnTo>
                  <a:pt x="762000" y="38100"/>
                </a:lnTo>
                <a:close/>
                <a:moveTo>
                  <a:pt x="180975" y="38100"/>
                </a:moveTo>
                <a:lnTo>
                  <a:pt x="190500" y="38100"/>
                </a:lnTo>
                <a:lnTo>
                  <a:pt x="190500" y="47625"/>
                </a:lnTo>
                <a:lnTo>
                  <a:pt x="200025" y="47625"/>
                </a:lnTo>
                <a:lnTo>
                  <a:pt x="200025" y="57150"/>
                </a:lnTo>
                <a:lnTo>
                  <a:pt x="180975" y="57150"/>
                </a:lnTo>
                <a:close/>
                <a:moveTo>
                  <a:pt x="238125" y="38100"/>
                </a:moveTo>
                <a:lnTo>
                  <a:pt x="247650" y="38100"/>
                </a:lnTo>
                <a:lnTo>
                  <a:pt x="247650" y="47625"/>
                </a:lnTo>
                <a:lnTo>
                  <a:pt x="238125" y="47625"/>
                </a:lnTo>
                <a:close/>
                <a:moveTo>
                  <a:pt x="285750" y="38100"/>
                </a:moveTo>
                <a:lnTo>
                  <a:pt x="295275" y="38100"/>
                </a:lnTo>
                <a:lnTo>
                  <a:pt x="295275" y="47625"/>
                </a:lnTo>
                <a:lnTo>
                  <a:pt x="304800" y="47625"/>
                </a:lnTo>
                <a:lnTo>
                  <a:pt x="304800" y="114300"/>
                </a:lnTo>
                <a:lnTo>
                  <a:pt x="295275" y="114300"/>
                </a:lnTo>
                <a:lnTo>
                  <a:pt x="295275" y="66675"/>
                </a:lnTo>
                <a:lnTo>
                  <a:pt x="285750" y="66675"/>
                </a:lnTo>
                <a:close/>
                <a:moveTo>
                  <a:pt x="333375" y="38100"/>
                </a:moveTo>
                <a:lnTo>
                  <a:pt x="342900" y="38100"/>
                </a:lnTo>
                <a:lnTo>
                  <a:pt x="342900" y="57150"/>
                </a:lnTo>
                <a:lnTo>
                  <a:pt x="352425" y="57150"/>
                </a:lnTo>
                <a:lnTo>
                  <a:pt x="352425" y="66675"/>
                </a:lnTo>
                <a:lnTo>
                  <a:pt x="333375" y="66675"/>
                </a:lnTo>
                <a:lnTo>
                  <a:pt x="333375" y="114300"/>
                </a:lnTo>
                <a:lnTo>
                  <a:pt x="323850" y="114300"/>
                </a:lnTo>
                <a:lnTo>
                  <a:pt x="323850" y="47625"/>
                </a:lnTo>
                <a:lnTo>
                  <a:pt x="333375" y="47625"/>
                </a:lnTo>
                <a:close/>
                <a:moveTo>
                  <a:pt x="771525" y="38100"/>
                </a:moveTo>
                <a:lnTo>
                  <a:pt x="781050" y="38100"/>
                </a:lnTo>
                <a:lnTo>
                  <a:pt x="781050" y="47625"/>
                </a:lnTo>
                <a:lnTo>
                  <a:pt x="771525" y="47625"/>
                </a:lnTo>
                <a:close/>
                <a:moveTo>
                  <a:pt x="866775" y="38100"/>
                </a:moveTo>
                <a:lnTo>
                  <a:pt x="876300" y="38100"/>
                </a:lnTo>
                <a:lnTo>
                  <a:pt x="876300" y="47625"/>
                </a:lnTo>
                <a:lnTo>
                  <a:pt x="866775" y="47625"/>
                </a:lnTo>
                <a:close/>
                <a:moveTo>
                  <a:pt x="171450" y="57150"/>
                </a:moveTo>
                <a:lnTo>
                  <a:pt x="180975" y="57150"/>
                </a:lnTo>
                <a:lnTo>
                  <a:pt x="180975" y="76200"/>
                </a:lnTo>
                <a:lnTo>
                  <a:pt x="142875" y="76200"/>
                </a:lnTo>
                <a:lnTo>
                  <a:pt x="142875" y="66675"/>
                </a:lnTo>
                <a:lnTo>
                  <a:pt x="171450" y="66675"/>
                </a:lnTo>
                <a:close/>
                <a:moveTo>
                  <a:pt x="247650" y="57150"/>
                </a:moveTo>
                <a:lnTo>
                  <a:pt x="257175" y="57150"/>
                </a:lnTo>
                <a:lnTo>
                  <a:pt x="257175" y="66675"/>
                </a:lnTo>
                <a:lnTo>
                  <a:pt x="247650" y="66675"/>
                </a:lnTo>
                <a:close/>
                <a:moveTo>
                  <a:pt x="704850" y="57150"/>
                </a:moveTo>
                <a:lnTo>
                  <a:pt x="714375" y="57150"/>
                </a:lnTo>
                <a:lnTo>
                  <a:pt x="714375" y="66675"/>
                </a:lnTo>
                <a:lnTo>
                  <a:pt x="704850" y="66675"/>
                </a:lnTo>
                <a:close/>
                <a:moveTo>
                  <a:pt x="781050" y="57150"/>
                </a:moveTo>
                <a:lnTo>
                  <a:pt x="790575" y="57150"/>
                </a:lnTo>
                <a:lnTo>
                  <a:pt x="790575" y="66675"/>
                </a:lnTo>
                <a:lnTo>
                  <a:pt x="781050" y="66675"/>
                </a:lnTo>
                <a:close/>
                <a:moveTo>
                  <a:pt x="809625" y="57150"/>
                </a:moveTo>
                <a:lnTo>
                  <a:pt x="819150" y="57150"/>
                </a:lnTo>
                <a:lnTo>
                  <a:pt x="819150" y="66675"/>
                </a:lnTo>
                <a:lnTo>
                  <a:pt x="809625" y="66675"/>
                </a:lnTo>
                <a:close/>
                <a:moveTo>
                  <a:pt x="876300" y="57150"/>
                </a:moveTo>
                <a:lnTo>
                  <a:pt x="885825" y="57150"/>
                </a:lnTo>
                <a:lnTo>
                  <a:pt x="885825" y="66675"/>
                </a:lnTo>
                <a:lnTo>
                  <a:pt x="876300" y="66675"/>
                </a:lnTo>
                <a:close/>
                <a:moveTo>
                  <a:pt x="352425" y="66675"/>
                </a:moveTo>
                <a:lnTo>
                  <a:pt x="704850" y="66675"/>
                </a:lnTo>
                <a:lnTo>
                  <a:pt x="704850" y="76200"/>
                </a:lnTo>
                <a:lnTo>
                  <a:pt x="352425" y="76200"/>
                </a:lnTo>
                <a:close/>
                <a:moveTo>
                  <a:pt x="790575" y="66675"/>
                </a:moveTo>
                <a:lnTo>
                  <a:pt x="809625" y="66675"/>
                </a:lnTo>
                <a:lnTo>
                  <a:pt x="809625" y="76200"/>
                </a:lnTo>
                <a:lnTo>
                  <a:pt x="790575" y="76200"/>
                </a:lnTo>
                <a:close/>
                <a:moveTo>
                  <a:pt x="885825" y="66675"/>
                </a:moveTo>
                <a:lnTo>
                  <a:pt x="923925" y="66675"/>
                </a:lnTo>
                <a:lnTo>
                  <a:pt x="923925" y="76200"/>
                </a:lnTo>
                <a:lnTo>
                  <a:pt x="885825" y="76200"/>
                </a:lnTo>
                <a:close/>
                <a:moveTo>
                  <a:pt x="104775" y="95250"/>
                </a:moveTo>
                <a:lnTo>
                  <a:pt x="114300" y="95250"/>
                </a:lnTo>
                <a:lnTo>
                  <a:pt x="114300" y="104775"/>
                </a:lnTo>
                <a:lnTo>
                  <a:pt x="104775" y="104775"/>
                </a:lnTo>
                <a:close/>
                <a:moveTo>
                  <a:pt x="304800" y="114300"/>
                </a:moveTo>
                <a:lnTo>
                  <a:pt x="323850" y="114300"/>
                </a:lnTo>
                <a:lnTo>
                  <a:pt x="323850" y="123825"/>
                </a:lnTo>
                <a:lnTo>
                  <a:pt x="304800" y="123825"/>
                </a:lnTo>
                <a:close/>
                <a:moveTo>
                  <a:pt x="352425" y="219075"/>
                </a:moveTo>
                <a:lnTo>
                  <a:pt x="361950" y="219075"/>
                </a:lnTo>
                <a:lnTo>
                  <a:pt x="361950" y="238125"/>
                </a:lnTo>
                <a:lnTo>
                  <a:pt x="352425" y="238125"/>
                </a:lnTo>
                <a:close/>
                <a:moveTo>
                  <a:pt x="876300" y="219075"/>
                </a:moveTo>
                <a:lnTo>
                  <a:pt x="895350" y="219075"/>
                </a:lnTo>
                <a:lnTo>
                  <a:pt x="895350" y="238125"/>
                </a:lnTo>
                <a:lnTo>
                  <a:pt x="876300" y="238125"/>
                </a:lnTo>
                <a:close/>
                <a:moveTo>
                  <a:pt x="571500" y="228600"/>
                </a:moveTo>
                <a:lnTo>
                  <a:pt x="600075" y="228600"/>
                </a:lnTo>
                <a:lnTo>
                  <a:pt x="600075" y="238125"/>
                </a:lnTo>
                <a:lnTo>
                  <a:pt x="571500" y="238125"/>
                </a:lnTo>
                <a:close/>
                <a:moveTo>
                  <a:pt x="742950" y="228600"/>
                </a:moveTo>
                <a:lnTo>
                  <a:pt x="762000" y="228600"/>
                </a:lnTo>
                <a:lnTo>
                  <a:pt x="762000" y="342900"/>
                </a:lnTo>
                <a:lnTo>
                  <a:pt x="742950" y="342900"/>
                </a:lnTo>
                <a:close/>
                <a:moveTo>
                  <a:pt x="219075" y="247650"/>
                </a:moveTo>
                <a:lnTo>
                  <a:pt x="238125" y="247650"/>
                </a:lnTo>
                <a:lnTo>
                  <a:pt x="238125" y="342900"/>
                </a:lnTo>
                <a:lnTo>
                  <a:pt x="247650" y="342900"/>
                </a:lnTo>
                <a:lnTo>
                  <a:pt x="247650" y="352425"/>
                </a:lnTo>
                <a:lnTo>
                  <a:pt x="219075" y="352425"/>
                </a:lnTo>
                <a:close/>
                <a:moveTo>
                  <a:pt x="571500" y="247650"/>
                </a:moveTo>
                <a:lnTo>
                  <a:pt x="590550" y="247650"/>
                </a:lnTo>
                <a:lnTo>
                  <a:pt x="590550" y="266700"/>
                </a:lnTo>
                <a:lnTo>
                  <a:pt x="600075" y="266700"/>
                </a:lnTo>
                <a:lnTo>
                  <a:pt x="600075" y="285750"/>
                </a:lnTo>
                <a:lnTo>
                  <a:pt x="590550" y="285750"/>
                </a:lnTo>
                <a:lnTo>
                  <a:pt x="590550" y="342900"/>
                </a:lnTo>
                <a:lnTo>
                  <a:pt x="581025" y="342900"/>
                </a:lnTo>
                <a:lnTo>
                  <a:pt x="581025" y="352425"/>
                </a:lnTo>
                <a:lnTo>
                  <a:pt x="561975" y="352425"/>
                </a:lnTo>
                <a:lnTo>
                  <a:pt x="561975" y="342900"/>
                </a:lnTo>
                <a:lnTo>
                  <a:pt x="571500" y="342900"/>
                </a:lnTo>
                <a:close/>
                <a:moveTo>
                  <a:pt x="685800" y="247650"/>
                </a:moveTo>
                <a:lnTo>
                  <a:pt x="695325" y="247650"/>
                </a:lnTo>
                <a:lnTo>
                  <a:pt x="695325" y="257175"/>
                </a:lnTo>
                <a:lnTo>
                  <a:pt x="685800" y="257175"/>
                </a:lnTo>
                <a:close/>
                <a:moveTo>
                  <a:pt x="695325" y="257175"/>
                </a:moveTo>
                <a:lnTo>
                  <a:pt x="704850" y="257175"/>
                </a:lnTo>
                <a:lnTo>
                  <a:pt x="704850" y="266700"/>
                </a:lnTo>
                <a:lnTo>
                  <a:pt x="695325" y="266700"/>
                </a:lnTo>
                <a:close/>
                <a:moveTo>
                  <a:pt x="619125" y="276225"/>
                </a:moveTo>
                <a:lnTo>
                  <a:pt x="628650" y="276225"/>
                </a:lnTo>
                <a:lnTo>
                  <a:pt x="628650" y="314325"/>
                </a:lnTo>
                <a:lnTo>
                  <a:pt x="619125" y="314325"/>
                </a:lnTo>
                <a:close/>
                <a:moveTo>
                  <a:pt x="647700" y="295275"/>
                </a:moveTo>
                <a:lnTo>
                  <a:pt x="657225" y="295275"/>
                </a:lnTo>
                <a:lnTo>
                  <a:pt x="657225" y="304800"/>
                </a:lnTo>
                <a:lnTo>
                  <a:pt x="647700" y="304800"/>
                </a:lnTo>
                <a:close/>
                <a:moveTo>
                  <a:pt x="704850" y="295275"/>
                </a:moveTo>
                <a:lnTo>
                  <a:pt x="714375" y="295275"/>
                </a:lnTo>
                <a:lnTo>
                  <a:pt x="714375" y="314325"/>
                </a:lnTo>
                <a:lnTo>
                  <a:pt x="704850" y="314325"/>
                </a:lnTo>
                <a:close/>
                <a:moveTo>
                  <a:pt x="609600" y="314325"/>
                </a:moveTo>
                <a:lnTo>
                  <a:pt x="619125" y="314325"/>
                </a:lnTo>
                <a:lnTo>
                  <a:pt x="619125" y="342900"/>
                </a:lnTo>
                <a:lnTo>
                  <a:pt x="609600" y="342900"/>
                </a:lnTo>
                <a:close/>
                <a:moveTo>
                  <a:pt x="657225" y="314325"/>
                </a:moveTo>
                <a:lnTo>
                  <a:pt x="666750" y="314325"/>
                </a:lnTo>
                <a:lnTo>
                  <a:pt x="666750" y="323850"/>
                </a:lnTo>
                <a:lnTo>
                  <a:pt x="657225" y="323850"/>
                </a:lnTo>
                <a:close/>
                <a:moveTo>
                  <a:pt x="714375" y="314325"/>
                </a:moveTo>
                <a:lnTo>
                  <a:pt x="723900" y="314325"/>
                </a:lnTo>
                <a:lnTo>
                  <a:pt x="723900" y="352425"/>
                </a:lnTo>
                <a:lnTo>
                  <a:pt x="714375" y="352425"/>
                </a:lnTo>
                <a:lnTo>
                  <a:pt x="714375" y="342900"/>
                </a:lnTo>
                <a:lnTo>
                  <a:pt x="704850" y="342900"/>
                </a:lnTo>
                <a:lnTo>
                  <a:pt x="704850" y="333375"/>
                </a:lnTo>
                <a:lnTo>
                  <a:pt x="714375" y="333375"/>
                </a:lnTo>
                <a:close/>
                <a:moveTo>
                  <a:pt x="638175" y="333375"/>
                </a:moveTo>
                <a:lnTo>
                  <a:pt x="666750" y="333375"/>
                </a:lnTo>
                <a:lnTo>
                  <a:pt x="666750" y="342900"/>
                </a:lnTo>
                <a:lnTo>
                  <a:pt x="657225" y="342900"/>
                </a:lnTo>
                <a:lnTo>
                  <a:pt x="657225" y="352425"/>
                </a:lnTo>
                <a:lnTo>
                  <a:pt x="638175" y="352425"/>
                </a:lnTo>
                <a:close/>
                <a:moveTo>
                  <a:pt x="676275" y="333375"/>
                </a:moveTo>
                <a:lnTo>
                  <a:pt x="695325" y="333375"/>
                </a:lnTo>
                <a:lnTo>
                  <a:pt x="695325" y="342900"/>
                </a:lnTo>
                <a:lnTo>
                  <a:pt x="676275" y="342900"/>
                </a:lnTo>
                <a:close/>
                <a:moveTo>
                  <a:pt x="390525" y="342900"/>
                </a:moveTo>
                <a:lnTo>
                  <a:pt x="400050" y="342900"/>
                </a:lnTo>
                <a:lnTo>
                  <a:pt x="400050" y="352425"/>
                </a:lnTo>
                <a:lnTo>
                  <a:pt x="390525" y="352425"/>
                </a:lnTo>
                <a:close/>
                <a:moveTo>
                  <a:pt x="409575" y="342900"/>
                </a:moveTo>
                <a:lnTo>
                  <a:pt x="419100" y="342900"/>
                </a:lnTo>
                <a:lnTo>
                  <a:pt x="419100" y="352425"/>
                </a:lnTo>
                <a:lnTo>
                  <a:pt x="409575" y="352425"/>
                </a:lnTo>
                <a:close/>
                <a:moveTo>
                  <a:pt x="590550" y="342900"/>
                </a:moveTo>
                <a:lnTo>
                  <a:pt x="600075" y="342900"/>
                </a:lnTo>
                <a:lnTo>
                  <a:pt x="600075" y="352425"/>
                </a:lnTo>
                <a:lnTo>
                  <a:pt x="590550" y="352425"/>
                </a:lnTo>
                <a:close/>
                <a:moveTo>
                  <a:pt x="733425" y="342900"/>
                </a:moveTo>
                <a:lnTo>
                  <a:pt x="742950" y="342900"/>
                </a:lnTo>
                <a:lnTo>
                  <a:pt x="742950" y="352425"/>
                </a:lnTo>
                <a:lnTo>
                  <a:pt x="733425" y="352425"/>
                </a:lnTo>
                <a:close/>
                <a:moveTo>
                  <a:pt x="352425" y="352425"/>
                </a:moveTo>
                <a:lnTo>
                  <a:pt x="390525" y="352425"/>
                </a:lnTo>
                <a:lnTo>
                  <a:pt x="390525" y="371475"/>
                </a:lnTo>
                <a:lnTo>
                  <a:pt x="352425" y="371475"/>
                </a:lnTo>
                <a:close/>
                <a:moveTo>
                  <a:pt x="419100" y="352425"/>
                </a:moveTo>
                <a:lnTo>
                  <a:pt x="561975" y="352425"/>
                </a:lnTo>
                <a:lnTo>
                  <a:pt x="561975" y="371475"/>
                </a:lnTo>
                <a:lnTo>
                  <a:pt x="542925" y="371475"/>
                </a:lnTo>
                <a:lnTo>
                  <a:pt x="542925" y="400050"/>
                </a:lnTo>
                <a:lnTo>
                  <a:pt x="533400" y="400050"/>
                </a:lnTo>
                <a:lnTo>
                  <a:pt x="533400" y="409575"/>
                </a:lnTo>
                <a:lnTo>
                  <a:pt x="523875" y="409575"/>
                </a:lnTo>
                <a:lnTo>
                  <a:pt x="523875" y="419100"/>
                </a:lnTo>
                <a:lnTo>
                  <a:pt x="514350" y="419100"/>
                </a:lnTo>
                <a:lnTo>
                  <a:pt x="514350" y="390525"/>
                </a:lnTo>
                <a:lnTo>
                  <a:pt x="504825" y="390525"/>
                </a:lnTo>
                <a:lnTo>
                  <a:pt x="504825" y="371475"/>
                </a:lnTo>
                <a:lnTo>
                  <a:pt x="485775" y="371475"/>
                </a:lnTo>
                <a:lnTo>
                  <a:pt x="485775" y="390525"/>
                </a:lnTo>
                <a:lnTo>
                  <a:pt x="476250" y="390525"/>
                </a:lnTo>
                <a:lnTo>
                  <a:pt x="476250" y="400050"/>
                </a:lnTo>
                <a:lnTo>
                  <a:pt x="466725" y="400050"/>
                </a:lnTo>
                <a:lnTo>
                  <a:pt x="466725" y="419100"/>
                </a:lnTo>
                <a:lnTo>
                  <a:pt x="457200" y="419100"/>
                </a:lnTo>
                <a:lnTo>
                  <a:pt x="457200" y="390525"/>
                </a:lnTo>
                <a:lnTo>
                  <a:pt x="447675" y="390525"/>
                </a:lnTo>
                <a:lnTo>
                  <a:pt x="447675" y="381000"/>
                </a:lnTo>
                <a:lnTo>
                  <a:pt x="428625" y="381000"/>
                </a:lnTo>
                <a:lnTo>
                  <a:pt x="428625" y="371475"/>
                </a:lnTo>
                <a:lnTo>
                  <a:pt x="419100" y="371475"/>
                </a:lnTo>
                <a:close/>
                <a:moveTo>
                  <a:pt x="228600" y="371475"/>
                </a:moveTo>
                <a:lnTo>
                  <a:pt x="238125" y="371475"/>
                </a:lnTo>
                <a:lnTo>
                  <a:pt x="238125" y="381000"/>
                </a:lnTo>
                <a:lnTo>
                  <a:pt x="228600" y="381000"/>
                </a:lnTo>
                <a:close/>
                <a:moveTo>
                  <a:pt x="590550" y="371475"/>
                </a:moveTo>
                <a:lnTo>
                  <a:pt x="600075" y="371475"/>
                </a:lnTo>
                <a:lnTo>
                  <a:pt x="600075" y="381000"/>
                </a:lnTo>
                <a:lnTo>
                  <a:pt x="590550" y="381000"/>
                </a:lnTo>
                <a:close/>
                <a:moveTo>
                  <a:pt x="733425" y="371475"/>
                </a:moveTo>
                <a:lnTo>
                  <a:pt x="742950" y="371475"/>
                </a:lnTo>
                <a:lnTo>
                  <a:pt x="742950" y="381000"/>
                </a:lnTo>
                <a:lnTo>
                  <a:pt x="733425" y="381000"/>
                </a:lnTo>
                <a:close/>
                <a:moveTo>
                  <a:pt x="447675" y="381000"/>
                </a:moveTo>
                <a:lnTo>
                  <a:pt x="466725" y="381000"/>
                </a:lnTo>
                <a:lnTo>
                  <a:pt x="466725" y="371475"/>
                </a:lnTo>
                <a:lnTo>
                  <a:pt x="447675" y="371475"/>
                </a:lnTo>
                <a:close/>
                <a:moveTo>
                  <a:pt x="571500" y="381000"/>
                </a:moveTo>
                <a:lnTo>
                  <a:pt x="590550" y="381000"/>
                </a:lnTo>
                <a:lnTo>
                  <a:pt x="590550" y="476250"/>
                </a:lnTo>
                <a:lnTo>
                  <a:pt x="600075" y="476250"/>
                </a:lnTo>
                <a:lnTo>
                  <a:pt x="600075" y="485775"/>
                </a:lnTo>
                <a:lnTo>
                  <a:pt x="733425" y="485775"/>
                </a:lnTo>
                <a:lnTo>
                  <a:pt x="733425" y="476250"/>
                </a:lnTo>
                <a:lnTo>
                  <a:pt x="742950" y="476250"/>
                </a:lnTo>
                <a:lnTo>
                  <a:pt x="742950" y="504825"/>
                </a:lnTo>
                <a:lnTo>
                  <a:pt x="600075" y="504825"/>
                </a:lnTo>
                <a:lnTo>
                  <a:pt x="600075" y="495300"/>
                </a:lnTo>
                <a:lnTo>
                  <a:pt x="590550" y="495300"/>
                </a:lnTo>
                <a:lnTo>
                  <a:pt x="590550" y="485775"/>
                </a:lnTo>
                <a:lnTo>
                  <a:pt x="581025" y="485775"/>
                </a:lnTo>
                <a:lnTo>
                  <a:pt x="581025" y="476250"/>
                </a:lnTo>
                <a:lnTo>
                  <a:pt x="571500" y="476250"/>
                </a:lnTo>
                <a:close/>
                <a:moveTo>
                  <a:pt x="742950" y="381000"/>
                </a:moveTo>
                <a:lnTo>
                  <a:pt x="762000" y="381000"/>
                </a:lnTo>
                <a:lnTo>
                  <a:pt x="762000" y="409575"/>
                </a:lnTo>
                <a:lnTo>
                  <a:pt x="742950" y="409575"/>
                </a:lnTo>
                <a:close/>
                <a:moveTo>
                  <a:pt x="742950" y="428625"/>
                </a:moveTo>
                <a:lnTo>
                  <a:pt x="762000" y="428625"/>
                </a:lnTo>
                <a:lnTo>
                  <a:pt x="762000" y="447675"/>
                </a:lnTo>
                <a:lnTo>
                  <a:pt x="742950" y="447675"/>
                </a:lnTo>
                <a:close/>
                <a:moveTo>
                  <a:pt x="514350" y="438150"/>
                </a:moveTo>
                <a:lnTo>
                  <a:pt x="523875" y="438150"/>
                </a:lnTo>
                <a:lnTo>
                  <a:pt x="523875" y="447675"/>
                </a:lnTo>
                <a:lnTo>
                  <a:pt x="514350" y="447675"/>
                </a:lnTo>
                <a:close/>
                <a:moveTo>
                  <a:pt x="523875" y="447675"/>
                </a:moveTo>
                <a:lnTo>
                  <a:pt x="533400" y="447675"/>
                </a:lnTo>
                <a:lnTo>
                  <a:pt x="533400" y="457200"/>
                </a:lnTo>
                <a:lnTo>
                  <a:pt x="523875" y="457200"/>
                </a:lnTo>
                <a:close/>
                <a:moveTo>
                  <a:pt x="533400" y="457200"/>
                </a:moveTo>
                <a:lnTo>
                  <a:pt x="542925" y="457200"/>
                </a:lnTo>
                <a:lnTo>
                  <a:pt x="542925" y="476250"/>
                </a:lnTo>
                <a:lnTo>
                  <a:pt x="533400" y="476250"/>
                </a:lnTo>
                <a:close/>
                <a:moveTo>
                  <a:pt x="857250" y="457200"/>
                </a:moveTo>
                <a:lnTo>
                  <a:pt x="866775" y="457200"/>
                </a:lnTo>
                <a:lnTo>
                  <a:pt x="866775" y="466725"/>
                </a:lnTo>
                <a:lnTo>
                  <a:pt x="857250" y="466725"/>
                </a:lnTo>
                <a:close/>
                <a:moveTo>
                  <a:pt x="828675" y="466725"/>
                </a:moveTo>
                <a:lnTo>
                  <a:pt x="838200" y="466725"/>
                </a:lnTo>
                <a:lnTo>
                  <a:pt x="838200" y="476250"/>
                </a:lnTo>
                <a:lnTo>
                  <a:pt x="828675" y="476250"/>
                </a:lnTo>
                <a:close/>
                <a:moveTo>
                  <a:pt x="180975" y="476250"/>
                </a:moveTo>
                <a:lnTo>
                  <a:pt x="190500" y="476250"/>
                </a:lnTo>
                <a:lnTo>
                  <a:pt x="190500" y="485775"/>
                </a:lnTo>
                <a:lnTo>
                  <a:pt x="180975" y="485775"/>
                </a:lnTo>
                <a:close/>
                <a:moveTo>
                  <a:pt x="238125" y="476250"/>
                </a:moveTo>
                <a:lnTo>
                  <a:pt x="247650" y="476250"/>
                </a:lnTo>
                <a:lnTo>
                  <a:pt x="247650" y="485775"/>
                </a:lnTo>
                <a:lnTo>
                  <a:pt x="238125" y="485775"/>
                </a:lnTo>
                <a:close/>
                <a:moveTo>
                  <a:pt x="390525" y="476250"/>
                </a:moveTo>
                <a:lnTo>
                  <a:pt x="400050" y="476250"/>
                </a:lnTo>
                <a:lnTo>
                  <a:pt x="400050" y="485775"/>
                </a:lnTo>
                <a:lnTo>
                  <a:pt x="390525" y="485775"/>
                </a:lnTo>
                <a:close/>
                <a:moveTo>
                  <a:pt x="542925" y="476250"/>
                </a:moveTo>
                <a:lnTo>
                  <a:pt x="552450" y="476250"/>
                </a:lnTo>
                <a:lnTo>
                  <a:pt x="552450" y="485775"/>
                </a:lnTo>
                <a:lnTo>
                  <a:pt x="542925" y="485775"/>
                </a:lnTo>
                <a:close/>
                <a:moveTo>
                  <a:pt x="809625" y="476250"/>
                </a:moveTo>
                <a:lnTo>
                  <a:pt x="828675" y="476250"/>
                </a:lnTo>
                <a:lnTo>
                  <a:pt x="828675" y="485775"/>
                </a:lnTo>
                <a:lnTo>
                  <a:pt x="809625" y="485775"/>
                </a:lnTo>
                <a:close/>
                <a:moveTo>
                  <a:pt x="971550" y="476250"/>
                </a:moveTo>
                <a:lnTo>
                  <a:pt x="990600" y="476250"/>
                </a:lnTo>
                <a:lnTo>
                  <a:pt x="990600" y="485775"/>
                </a:lnTo>
                <a:lnTo>
                  <a:pt x="971550" y="485775"/>
                </a:lnTo>
                <a:close/>
                <a:moveTo>
                  <a:pt x="190500" y="485775"/>
                </a:moveTo>
                <a:lnTo>
                  <a:pt x="200025" y="485775"/>
                </a:lnTo>
                <a:lnTo>
                  <a:pt x="200025" y="504825"/>
                </a:lnTo>
                <a:lnTo>
                  <a:pt x="190500" y="504825"/>
                </a:lnTo>
                <a:close/>
                <a:moveTo>
                  <a:pt x="247650" y="485775"/>
                </a:moveTo>
                <a:lnTo>
                  <a:pt x="390525" y="485775"/>
                </a:lnTo>
                <a:lnTo>
                  <a:pt x="390525" y="504825"/>
                </a:lnTo>
                <a:lnTo>
                  <a:pt x="352425" y="504825"/>
                </a:lnTo>
                <a:lnTo>
                  <a:pt x="352425" y="514350"/>
                </a:lnTo>
                <a:lnTo>
                  <a:pt x="342900" y="514350"/>
                </a:lnTo>
                <a:lnTo>
                  <a:pt x="342900" y="504825"/>
                </a:lnTo>
                <a:lnTo>
                  <a:pt x="323850" y="504825"/>
                </a:lnTo>
                <a:lnTo>
                  <a:pt x="323850" y="495300"/>
                </a:lnTo>
                <a:lnTo>
                  <a:pt x="304800" y="495300"/>
                </a:lnTo>
                <a:lnTo>
                  <a:pt x="304800" y="504825"/>
                </a:lnTo>
                <a:lnTo>
                  <a:pt x="285750" y="504825"/>
                </a:lnTo>
                <a:lnTo>
                  <a:pt x="285750" y="514350"/>
                </a:lnTo>
                <a:lnTo>
                  <a:pt x="247650" y="514350"/>
                </a:lnTo>
                <a:close/>
                <a:moveTo>
                  <a:pt x="771525" y="485775"/>
                </a:moveTo>
                <a:lnTo>
                  <a:pt x="800100" y="485775"/>
                </a:lnTo>
                <a:lnTo>
                  <a:pt x="800100" y="495300"/>
                </a:lnTo>
                <a:lnTo>
                  <a:pt x="781050" y="495300"/>
                </a:lnTo>
                <a:lnTo>
                  <a:pt x="781050" y="504825"/>
                </a:lnTo>
                <a:lnTo>
                  <a:pt x="762000" y="504825"/>
                </a:lnTo>
                <a:lnTo>
                  <a:pt x="762000" y="495300"/>
                </a:lnTo>
                <a:lnTo>
                  <a:pt x="771525" y="495300"/>
                </a:lnTo>
                <a:close/>
                <a:moveTo>
                  <a:pt x="828675" y="485775"/>
                </a:moveTo>
                <a:lnTo>
                  <a:pt x="838200" y="485775"/>
                </a:lnTo>
                <a:lnTo>
                  <a:pt x="838200" y="495300"/>
                </a:lnTo>
                <a:lnTo>
                  <a:pt x="828675" y="495300"/>
                </a:lnTo>
                <a:close/>
                <a:moveTo>
                  <a:pt x="962025" y="485775"/>
                </a:moveTo>
                <a:lnTo>
                  <a:pt x="971550" y="485775"/>
                </a:lnTo>
                <a:lnTo>
                  <a:pt x="971550" y="495300"/>
                </a:lnTo>
                <a:lnTo>
                  <a:pt x="962025" y="495300"/>
                </a:lnTo>
                <a:close/>
                <a:moveTo>
                  <a:pt x="180975" y="504825"/>
                </a:moveTo>
                <a:lnTo>
                  <a:pt x="190500" y="504825"/>
                </a:lnTo>
                <a:lnTo>
                  <a:pt x="190500" y="514350"/>
                </a:lnTo>
                <a:lnTo>
                  <a:pt x="180975" y="514350"/>
                </a:lnTo>
                <a:close/>
                <a:moveTo>
                  <a:pt x="228600" y="504825"/>
                </a:moveTo>
                <a:lnTo>
                  <a:pt x="238125" y="504825"/>
                </a:lnTo>
                <a:lnTo>
                  <a:pt x="238125" y="514350"/>
                </a:lnTo>
                <a:lnTo>
                  <a:pt x="228600" y="514350"/>
                </a:lnTo>
                <a:close/>
                <a:moveTo>
                  <a:pt x="990600" y="504825"/>
                </a:moveTo>
                <a:lnTo>
                  <a:pt x="1000125" y="504825"/>
                </a:lnTo>
                <a:lnTo>
                  <a:pt x="1000125" y="514350"/>
                </a:lnTo>
                <a:lnTo>
                  <a:pt x="990600" y="514350"/>
                </a:lnTo>
                <a:close/>
                <a:moveTo>
                  <a:pt x="285750" y="514350"/>
                </a:moveTo>
                <a:lnTo>
                  <a:pt x="295275" y="514350"/>
                </a:lnTo>
                <a:lnTo>
                  <a:pt x="295275" y="523875"/>
                </a:lnTo>
                <a:lnTo>
                  <a:pt x="285750" y="523875"/>
                </a:lnTo>
                <a:close/>
                <a:moveTo>
                  <a:pt x="923925" y="514350"/>
                </a:moveTo>
                <a:lnTo>
                  <a:pt x="933450" y="514350"/>
                </a:lnTo>
                <a:lnTo>
                  <a:pt x="933450" y="523875"/>
                </a:lnTo>
                <a:lnTo>
                  <a:pt x="923925" y="523875"/>
                </a:lnTo>
                <a:close/>
                <a:moveTo>
                  <a:pt x="1000125" y="514350"/>
                </a:moveTo>
                <a:lnTo>
                  <a:pt x="1009650" y="514350"/>
                </a:lnTo>
                <a:lnTo>
                  <a:pt x="1009650" y="523875"/>
                </a:lnTo>
                <a:lnTo>
                  <a:pt x="1000125" y="523875"/>
                </a:lnTo>
                <a:close/>
                <a:moveTo>
                  <a:pt x="266700" y="523875"/>
                </a:moveTo>
                <a:lnTo>
                  <a:pt x="285750" y="523875"/>
                </a:lnTo>
                <a:lnTo>
                  <a:pt x="285750" y="533400"/>
                </a:lnTo>
                <a:lnTo>
                  <a:pt x="276225" y="533400"/>
                </a:lnTo>
                <a:lnTo>
                  <a:pt x="276225" y="542925"/>
                </a:lnTo>
                <a:lnTo>
                  <a:pt x="266700" y="542925"/>
                </a:lnTo>
                <a:close/>
                <a:moveTo>
                  <a:pt x="762000" y="523875"/>
                </a:moveTo>
                <a:lnTo>
                  <a:pt x="771525" y="523875"/>
                </a:lnTo>
                <a:lnTo>
                  <a:pt x="771525" y="533400"/>
                </a:lnTo>
                <a:lnTo>
                  <a:pt x="762000" y="533400"/>
                </a:lnTo>
                <a:close/>
                <a:moveTo>
                  <a:pt x="1028700" y="523875"/>
                </a:moveTo>
                <a:lnTo>
                  <a:pt x="1038225" y="523875"/>
                </a:lnTo>
                <a:lnTo>
                  <a:pt x="1038225" y="542925"/>
                </a:lnTo>
                <a:lnTo>
                  <a:pt x="1028700" y="542925"/>
                </a:lnTo>
                <a:close/>
                <a:moveTo>
                  <a:pt x="180975" y="542925"/>
                </a:moveTo>
                <a:lnTo>
                  <a:pt x="190500" y="542925"/>
                </a:lnTo>
                <a:lnTo>
                  <a:pt x="190500" y="552450"/>
                </a:lnTo>
                <a:lnTo>
                  <a:pt x="180975" y="552450"/>
                </a:lnTo>
                <a:close/>
                <a:moveTo>
                  <a:pt x="323850" y="542925"/>
                </a:moveTo>
                <a:lnTo>
                  <a:pt x="333375" y="542925"/>
                </a:lnTo>
                <a:lnTo>
                  <a:pt x="333375" y="552450"/>
                </a:lnTo>
                <a:lnTo>
                  <a:pt x="323850" y="552450"/>
                </a:lnTo>
                <a:close/>
                <a:moveTo>
                  <a:pt x="752475" y="542925"/>
                </a:moveTo>
                <a:lnTo>
                  <a:pt x="762000" y="542925"/>
                </a:lnTo>
                <a:lnTo>
                  <a:pt x="762000" y="552450"/>
                </a:lnTo>
                <a:lnTo>
                  <a:pt x="752475" y="552450"/>
                </a:lnTo>
                <a:close/>
                <a:moveTo>
                  <a:pt x="1019175" y="542925"/>
                </a:moveTo>
                <a:lnTo>
                  <a:pt x="1028700" y="542925"/>
                </a:lnTo>
                <a:lnTo>
                  <a:pt x="1028700" y="552450"/>
                </a:lnTo>
                <a:lnTo>
                  <a:pt x="1019175" y="552450"/>
                </a:lnTo>
                <a:close/>
                <a:moveTo>
                  <a:pt x="1038225" y="542925"/>
                </a:moveTo>
                <a:lnTo>
                  <a:pt x="1047750" y="542925"/>
                </a:lnTo>
                <a:lnTo>
                  <a:pt x="1047750" y="552450"/>
                </a:lnTo>
                <a:lnTo>
                  <a:pt x="1038225" y="552450"/>
                </a:lnTo>
                <a:close/>
                <a:moveTo>
                  <a:pt x="190500" y="552450"/>
                </a:moveTo>
                <a:lnTo>
                  <a:pt x="200025" y="552450"/>
                </a:lnTo>
                <a:lnTo>
                  <a:pt x="200025" y="581025"/>
                </a:lnTo>
                <a:lnTo>
                  <a:pt x="190500" y="581025"/>
                </a:lnTo>
                <a:lnTo>
                  <a:pt x="190500" y="590550"/>
                </a:lnTo>
                <a:lnTo>
                  <a:pt x="171450" y="590550"/>
                </a:lnTo>
                <a:lnTo>
                  <a:pt x="171450" y="581025"/>
                </a:lnTo>
                <a:lnTo>
                  <a:pt x="161925" y="581025"/>
                </a:lnTo>
                <a:lnTo>
                  <a:pt x="161925" y="571500"/>
                </a:lnTo>
                <a:lnTo>
                  <a:pt x="171450" y="571500"/>
                </a:lnTo>
                <a:lnTo>
                  <a:pt x="171450" y="581025"/>
                </a:lnTo>
                <a:lnTo>
                  <a:pt x="180975" y="581025"/>
                </a:lnTo>
                <a:lnTo>
                  <a:pt x="180975" y="571500"/>
                </a:lnTo>
                <a:lnTo>
                  <a:pt x="190500" y="571500"/>
                </a:lnTo>
                <a:close/>
                <a:moveTo>
                  <a:pt x="333375" y="552450"/>
                </a:moveTo>
                <a:lnTo>
                  <a:pt x="342900" y="552450"/>
                </a:lnTo>
                <a:lnTo>
                  <a:pt x="342900" y="571500"/>
                </a:lnTo>
                <a:lnTo>
                  <a:pt x="333375" y="571500"/>
                </a:lnTo>
                <a:close/>
                <a:moveTo>
                  <a:pt x="952500" y="552450"/>
                </a:moveTo>
                <a:lnTo>
                  <a:pt x="962025" y="552450"/>
                </a:lnTo>
                <a:lnTo>
                  <a:pt x="962025" y="561975"/>
                </a:lnTo>
                <a:lnTo>
                  <a:pt x="952500" y="561975"/>
                </a:lnTo>
                <a:close/>
                <a:moveTo>
                  <a:pt x="361950" y="561975"/>
                </a:moveTo>
                <a:lnTo>
                  <a:pt x="371475" y="561975"/>
                </a:lnTo>
                <a:lnTo>
                  <a:pt x="371475" y="609600"/>
                </a:lnTo>
                <a:lnTo>
                  <a:pt x="361950" y="609600"/>
                </a:lnTo>
                <a:close/>
                <a:moveTo>
                  <a:pt x="571500" y="561975"/>
                </a:moveTo>
                <a:lnTo>
                  <a:pt x="590550" y="561975"/>
                </a:lnTo>
                <a:lnTo>
                  <a:pt x="590550" y="619125"/>
                </a:lnTo>
                <a:lnTo>
                  <a:pt x="571500" y="619125"/>
                </a:lnTo>
                <a:close/>
                <a:moveTo>
                  <a:pt x="295275" y="571500"/>
                </a:moveTo>
                <a:lnTo>
                  <a:pt x="304800" y="571500"/>
                </a:lnTo>
                <a:lnTo>
                  <a:pt x="304800" y="581025"/>
                </a:lnTo>
                <a:lnTo>
                  <a:pt x="295275" y="581025"/>
                </a:lnTo>
                <a:close/>
                <a:moveTo>
                  <a:pt x="742950" y="571500"/>
                </a:moveTo>
                <a:lnTo>
                  <a:pt x="752475" y="571500"/>
                </a:lnTo>
                <a:lnTo>
                  <a:pt x="752475" y="581025"/>
                </a:lnTo>
                <a:lnTo>
                  <a:pt x="742950" y="581025"/>
                </a:lnTo>
                <a:close/>
                <a:moveTo>
                  <a:pt x="762000" y="571500"/>
                </a:moveTo>
                <a:lnTo>
                  <a:pt x="771525" y="571500"/>
                </a:lnTo>
                <a:lnTo>
                  <a:pt x="771525" y="581025"/>
                </a:lnTo>
                <a:lnTo>
                  <a:pt x="762000" y="581025"/>
                </a:lnTo>
                <a:close/>
                <a:moveTo>
                  <a:pt x="1047750" y="571500"/>
                </a:moveTo>
                <a:lnTo>
                  <a:pt x="1057275" y="571500"/>
                </a:lnTo>
                <a:lnTo>
                  <a:pt x="1057275" y="581025"/>
                </a:lnTo>
                <a:lnTo>
                  <a:pt x="1047750" y="581025"/>
                </a:lnTo>
                <a:close/>
                <a:moveTo>
                  <a:pt x="304800" y="581025"/>
                </a:moveTo>
                <a:lnTo>
                  <a:pt x="323850" y="581025"/>
                </a:lnTo>
                <a:lnTo>
                  <a:pt x="323850" y="600075"/>
                </a:lnTo>
                <a:lnTo>
                  <a:pt x="304800" y="600075"/>
                </a:lnTo>
                <a:close/>
                <a:moveTo>
                  <a:pt x="838200" y="581025"/>
                </a:moveTo>
                <a:lnTo>
                  <a:pt x="847725" y="581025"/>
                </a:lnTo>
                <a:lnTo>
                  <a:pt x="847725" y="590550"/>
                </a:lnTo>
                <a:lnTo>
                  <a:pt x="838200" y="590550"/>
                </a:lnTo>
                <a:close/>
                <a:moveTo>
                  <a:pt x="952500" y="581025"/>
                </a:moveTo>
                <a:lnTo>
                  <a:pt x="962025" y="581025"/>
                </a:lnTo>
                <a:lnTo>
                  <a:pt x="962025" y="590550"/>
                </a:lnTo>
                <a:lnTo>
                  <a:pt x="952500" y="590550"/>
                </a:lnTo>
                <a:close/>
                <a:moveTo>
                  <a:pt x="285750" y="600075"/>
                </a:moveTo>
                <a:lnTo>
                  <a:pt x="304800" y="600075"/>
                </a:lnTo>
                <a:lnTo>
                  <a:pt x="304800" y="609600"/>
                </a:lnTo>
                <a:lnTo>
                  <a:pt x="323850" y="609600"/>
                </a:lnTo>
                <a:lnTo>
                  <a:pt x="323850" y="619125"/>
                </a:lnTo>
                <a:lnTo>
                  <a:pt x="266700" y="619125"/>
                </a:lnTo>
                <a:lnTo>
                  <a:pt x="266700" y="609600"/>
                </a:lnTo>
                <a:lnTo>
                  <a:pt x="285750" y="609600"/>
                </a:lnTo>
                <a:close/>
                <a:moveTo>
                  <a:pt x="847725" y="600075"/>
                </a:moveTo>
                <a:lnTo>
                  <a:pt x="857250" y="600075"/>
                </a:lnTo>
                <a:lnTo>
                  <a:pt x="857250" y="609600"/>
                </a:lnTo>
                <a:lnTo>
                  <a:pt x="847725" y="609600"/>
                </a:lnTo>
                <a:close/>
                <a:moveTo>
                  <a:pt x="942975" y="600075"/>
                </a:moveTo>
                <a:lnTo>
                  <a:pt x="952500" y="600075"/>
                </a:lnTo>
                <a:lnTo>
                  <a:pt x="952500" y="609600"/>
                </a:lnTo>
                <a:lnTo>
                  <a:pt x="942975" y="609600"/>
                </a:lnTo>
                <a:close/>
                <a:moveTo>
                  <a:pt x="352425" y="609600"/>
                </a:moveTo>
                <a:lnTo>
                  <a:pt x="361950" y="609600"/>
                </a:lnTo>
                <a:lnTo>
                  <a:pt x="361950" y="619125"/>
                </a:lnTo>
                <a:lnTo>
                  <a:pt x="352425" y="619125"/>
                </a:lnTo>
                <a:close/>
                <a:moveTo>
                  <a:pt x="857250" y="609600"/>
                </a:moveTo>
                <a:lnTo>
                  <a:pt x="866775" y="609600"/>
                </a:lnTo>
                <a:lnTo>
                  <a:pt x="866775" y="619125"/>
                </a:lnTo>
                <a:lnTo>
                  <a:pt x="857250" y="619125"/>
                </a:lnTo>
                <a:close/>
                <a:moveTo>
                  <a:pt x="933450" y="609600"/>
                </a:moveTo>
                <a:lnTo>
                  <a:pt x="942975" y="609600"/>
                </a:lnTo>
                <a:lnTo>
                  <a:pt x="942975" y="619125"/>
                </a:lnTo>
                <a:lnTo>
                  <a:pt x="933450" y="619125"/>
                </a:lnTo>
                <a:close/>
                <a:moveTo>
                  <a:pt x="104775" y="638175"/>
                </a:moveTo>
                <a:lnTo>
                  <a:pt x="114300" y="638175"/>
                </a:lnTo>
                <a:lnTo>
                  <a:pt x="114300" y="647700"/>
                </a:lnTo>
                <a:lnTo>
                  <a:pt x="104775" y="647700"/>
                </a:lnTo>
                <a:close/>
                <a:moveTo>
                  <a:pt x="123825" y="638175"/>
                </a:moveTo>
                <a:lnTo>
                  <a:pt x="133350" y="638175"/>
                </a:lnTo>
                <a:lnTo>
                  <a:pt x="133350" y="647700"/>
                </a:lnTo>
                <a:lnTo>
                  <a:pt x="123825" y="647700"/>
                </a:lnTo>
                <a:close/>
                <a:moveTo>
                  <a:pt x="742950" y="638175"/>
                </a:moveTo>
                <a:lnTo>
                  <a:pt x="752475" y="638175"/>
                </a:lnTo>
                <a:lnTo>
                  <a:pt x="752475" y="647700"/>
                </a:lnTo>
                <a:lnTo>
                  <a:pt x="742950" y="647700"/>
                </a:lnTo>
                <a:close/>
                <a:moveTo>
                  <a:pt x="762000" y="638175"/>
                </a:moveTo>
                <a:lnTo>
                  <a:pt x="771525" y="638175"/>
                </a:lnTo>
                <a:lnTo>
                  <a:pt x="771525" y="647700"/>
                </a:lnTo>
                <a:lnTo>
                  <a:pt x="762000" y="647700"/>
                </a:lnTo>
                <a:close/>
                <a:moveTo>
                  <a:pt x="847725" y="638175"/>
                </a:moveTo>
                <a:lnTo>
                  <a:pt x="857250" y="638175"/>
                </a:lnTo>
                <a:lnTo>
                  <a:pt x="857250" y="647700"/>
                </a:lnTo>
                <a:lnTo>
                  <a:pt x="847725" y="647700"/>
                </a:lnTo>
                <a:close/>
                <a:moveTo>
                  <a:pt x="114300" y="647700"/>
                </a:moveTo>
                <a:lnTo>
                  <a:pt x="123825" y="647700"/>
                </a:lnTo>
                <a:lnTo>
                  <a:pt x="123825" y="657225"/>
                </a:lnTo>
                <a:lnTo>
                  <a:pt x="114300" y="657225"/>
                </a:lnTo>
                <a:close/>
                <a:moveTo>
                  <a:pt x="133350" y="647700"/>
                </a:moveTo>
                <a:lnTo>
                  <a:pt x="142875" y="647700"/>
                </a:lnTo>
                <a:lnTo>
                  <a:pt x="142875" y="657225"/>
                </a:lnTo>
                <a:lnTo>
                  <a:pt x="133350" y="657225"/>
                </a:lnTo>
                <a:close/>
                <a:moveTo>
                  <a:pt x="828675" y="647700"/>
                </a:moveTo>
                <a:lnTo>
                  <a:pt x="838200" y="647700"/>
                </a:lnTo>
                <a:lnTo>
                  <a:pt x="838200" y="657225"/>
                </a:lnTo>
                <a:lnTo>
                  <a:pt x="828675" y="657225"/>
                </a:lnTo>
                <a:close/>
                <a:moveTo>
                  <a:pt x="1028700" y="647700"/>
                </a:moveTo>
                <a:lnTo>
                  <a:pt x="1038225" y="647700"/>
                </a:lnTo>
                <a:lnTo>
                  <a:pt x="1038225" y="657225"/>
                </a:lnTo>
                <a:lnTo>
                  <a:pt x="1028700" y="657225"/>
                </a:lnTo>
                <a:close/>
                <a:moveTo>
                  <a:pt x="1047750" y="647700"/>
                </a:moveTo>
                <a:lnTo>
                  <a:pt x="1057275" y="647700"/>
                </a:lnTo>
                <a:lnTo>
                  <a:pt x="1057275" y="657225"/>
                </a:lnTo>
                <a:lnTo>
                  <a:pt x="1047750" y="657225"/>
                </a:lnTo>
                <a:close/>
                <a:moveTo>
                  <a:pt x="123825" y="657225"/>
                </a:moveTo>
                <a:lnTo>
                  <a:pt x="133350" y="657225"/>
                </a:lnTo>
                <a:lnTo>
                  <a:pt x="133350" y="666750"/>
                </a:lnTo>
                <a:lnTo>
                  <a:pt x="123825" y="666750"/>
                </a:lnTo>
                <a:close/>
                <a:moveTo>
                  <a:pt x="800100" y="676275"/>
                </a:moveTo>
                <a:lnTo>
                  <a:pt x="809625" y="676275"/>
                </a:lnTo>
                <a:lnTo>
                  <a:pt x="809625" y="685800"/>
                </a:lnTo>
                <a:lnTo>
                  <a:pt x="800100" y="685800"/>
                </a:lnTo>
                <a:close/>
                <a:moveTo>
                  <a:pt x="990600" y="676275"/>
                </a:moveTo>
                <a:lnTo>
                  <a:pt x="1000125" y="676275"/>
                </a:lnTo>
                <a:lnTo>
                  <a:pt x="1000125" y="685800"/>
                </a:lnTo>
                <a:lnTo>
                  <a:pt x="990600" y="685800"/>
                </a:lnTo>
                <a:close/>
                <a:moveTo>
                  <a:pt x="790575" y="685800"/>
                </a:moveTo>
                <a:lnTo>
                  <a:pt x="800100" y="685800"/>
                </a:lnTo>
                <a:lnTo>
                  <a:pt x="800100" y="695325"/>
                </a:lnTo>
                <a:lnTo>
                  <a:pt x="790575" y="695325"/>
                </a:lnTo>
                <a:close/>
                <a:moveTo>
                  <a:pt x="1000125" y="685800"/>
                </a:moveTo>
                <a:lnTo>
                  <a:pt x="1019175" y="685800"/>
                </a:lnTo>
                <a:lnTo>
                  <a:pt x="1019175" y="695325"/>
                </a:lnTo>
                <a:lnTo>
                  <a:pt x="1000125" y="695325"/>
                </a:lnTo>
                <a:close/>
                <a:moveTo>
                  <a:pt x="1009650" y="714375"/>
                </a:moveTo>
                <a:lnTo>
                  <a:pt x="1019175" y="714375"/>
                </a:lnTo>
                <a:lnTo>
                  <a:pt x="1019175" y="723900"/>
                </a:lnTo>
                <a:lnTo>
                  <a:pt x="1009650" y="723900"/>
                </a:lnTo>
                <a:close/>
                <a:moveTo>
                  <a:pt x="1000125" y="723900"/>
                </a:moveTo>
                <a:lnTo>
                  <a:pt x="1009650" y="723900"/>
                </a:lnTo>
                <a:lnTo>
                  <a:pt x="1009650" y="733425"/>
                </a:lnTo>
                <a:lnTo>
                  <a:pt x="1000125" y="733425"/>
                </a:lnTo>
                <a:close/>
                <a:moveTo>
                  <a:pt x="819150" y="742950"/>
                </a:moveTo>
                <a:lnTo>
                  <a:pt x="828675" y="742950"/>
                </a:lnTo>
                <a:lnTo>
                  <a:pt x="828675" y="752475"/>
                </a:lnTo>
                <a:lnTo>
                  <a:pt x="819150" y="752475"/>
                </a:lnTo>
                <a:close/>
                <a:moveTo>
                  <a:pt x="971550" y="742950"/>
                </a:moveTo>
                <a:lnTo>
                  <a:pt x="981075" y="742950"/>
                </a:lnTo>
                <a:lnTo>
                  <a:pt x="981075" y="752475"/>
                </a:lnTo>
                <a:lnTo>
                  <a:pt x="971550" y="752475"/>
                </a:lnTo>
                <a:close/>
              </a:path>
            </a:pathLst>
          </a:custGeom>
          <a:solidFill xmlns:a="http://schemas.openxmlformats.org/drawingml/2006/main">
            <a:srgbClr val="A8AEA2"/>
          </a:solidFill>
          <a:ln xmlns:a="http://schemas.openxmlformats.org/drawingml/2006/main" w="0">
            <a:noFill/>
          </a:ln>
        </p:spPr>
      </p:sp>
      <p:sp>
        <p:nvSpPr>
          <p:cNvPr id="227" name="v21 vector #869086">
            <a:extLst xmlns:a="http://schemas.openxmlformats.org/drawingml/2006/main">
              <a:ext uri="{FF2B5EF4-FFF2-40B4-BE49-F238E27FC236}">
                <a16:creationId xmlns:a16="http://schemas.microsoft.com/office/drawing/2014/main" id="{CAA66F2D-20A9-42B4-836C-2B5390CD0E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8250" y="4848225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200025" y="28575"/>
                </a:moveTo>
                <a:lnTo>
                  <a:pt x="209550" y="28575"/>
                </a:lnTo>
                <a:lnTo>
                  <a:pt x="209550" y="38100"/>
                </a:lnTo>
                <a:lnTo>
                  <a:pt x="200025" y="38100"/>
                </a:lnTo>
                <a:close/>
                <a:moveTo>
                  <a:pt x="219075" y="28575"/>
                </a:moveTo>
                <a:lnTo>
                  <a:pt x="228600" y="28575"/>
                </a:lnTo>
                <a:lnTo>
                  <a:pt x="228600" y="38100"/>
                </a:lnTo>
                <a:lnTo>
                  <a:pt x="219075" y="38100"/>
                </a:lnTo>
                <a:close/>
                <a:moveTo>
                  <a:pt x="733425" y="28575"/>
                </a:moveTo>
                <a:lnTo>
                  <a:pt x="742950" y="28575"/>
                </a:lnTo>
                <a:lnTo>
                  <a:pt x="742950" y="47625"/>
                </a:lnTo>
                <a:lnTo>
                  <a:pt x="733425" y="47625"/>
                </a:lnTo>
                <a:lnTo>
                  <a:pt x="733425" y="66675"/>
                </a:lnTo>
                <a:lnTo>
                  <a:pt x="714375" y="66675"/>
                </a:lnTo>
                <a:lnTo>
                  <a:pt x="714375" y="47625"/>
                </a:lnTo>
                <a:lnTo>
                  <a:pt x="723900" y="47625"/>
                </a:lnTo>
                <a:lnTo>
                  <a:pt x="723900" y="38100"/>
                </a:lnTo>
                <a:lnTo>
                  <a:pt x="733425" y="38100"/>
                </a:lnTo>
                <a:close/>
                <a:moveTo>
                  <a:pt x="752475" y="28575"/>
                </a:moveTo>
                <a:lnTo>
                  <a:pt x="762000" y="28575"/>
                </a:lnTo>
                <a:lnTo>
                  <a:pt x="762000" y="38100"/>
                </a:lnTo>
                <a:lnTo>
                  <a:pt x="771525" y="38100"/>
                </a:lnTo>
                <a:lnTo>
                  <a:pt x="771525" y="47625"/>
                </a:lnTo>
                <a:lnTo>
                  <a:pt x="781050" y="47625"/>
                </a:lnTo>
                <a:lnTo>
                  <a:pt x="781050" y="66675"/>
                </a:lnTo>
                <a:lnTo>
                  <a:pt x="762000" y="66675"/>
                </a:lnTo>
                <a:lnTo>
                  <a:pt x="762000" y="47625"/>
                </a:lnTo>
                <a:lnTo>
                  <a:pt x="752475" y="47625"/>
                </a:lnTo>
                <a:close/>
                <a:moveTo>
                  <a:pt x="190500" y="38100"/>
                </a:moveTo>
                <a:lnTo>
                  <a:pt x="200025" y="38100"/>
                </a:lnTo>
                <a:lnTo>
                  <a:pt x="200025" y="47625"/>
                </a:lnTo>
                <a:lnTo>
                  <a:pt x="190500" y="47625"/>
                </a:lnTo>
                <a:close/>
                <a:moveTo>
                  <a:pt x="228600" y="38100"/>
                </a:moveTo>
                <a:lnTo>
                  <a:pt x="238125" y="38100"/>
                </a:lnTo>
                <a:lnTo>
                  <a:pt x="238125" y="47625"/>
                </a:lnTo>
                <a:lnTo>
                  <a:pt x="247650" y="47625"/>
                </a:lnTo>
                <a:lnTo>
                  <a:pt x="247650" y="66675"/>
                </a:lnTo>
                <a:lnTo>
                  <a:pt x="228600" y="66675"/>
                </a:lnTo>
                <a:close/>
                <a:moveTo>
                  <a:pt x="819150" y="38100"/>
                </a:moveTo>
                <a:lnTo>
                  <a:pt x="838200" y="38100"/>
                </a:lnTo>
                <a:lnTo>
                  <a:pt x="838200" y="66675"/>
                </a:lnTo>
                <a:lnTo>
                  <a:pt x="819150" y="66675"/>
                </a:lnTo>
                <a:close/>
                <a:moveTo>
                  <a:pt x="857250" y="38100"/>
                </a:moveTo>
                <a:lnTo>
                  <a:pt x="866775" y="38100"/>
                </a:lnTo>
                <a:lnTo>
                  <a:pt x="866775" y="47625"/>
                </a:lnTo>
                <a:lnTo>
                  <a:pt x="857250" y="47625"/>
                </a:lnTo>
                <a:close/>
                <a:moveTo>
                  <a:pt x="180975" y="57150"/>
                </a:moveTo>
                <a:lnTo>
                  <a:pt x="200025" y="57150"/>
                </a:lnTo>
                <a:lnTo>
                  <a:pt x="200025" y="66675"/>
                </a:lnTo>
                <a:lnTo>
                  <a:pt x="180975" y="66675"/>
                </a:lnTo>
                <a:close/>
                <a:moveTo>
                  <a:pt x="276225" y="57150"/>
                </a:moveTo>
                <a:lnTo>
                  <a:pt x="285750" y="57150"/>
                </a:lnTo>
                <a:lnTo>
                  <a:pt x="285750" y="66675"/>
                </a:lnTo>
                <a:lnTo>
                  <a:pt x="276225" y="66675"/>
                </a:lnTo>
                <a:close/>
                <a:moveTo>
                  <a:pt x="247650" y="66675"/>
                </a:moveTo>
                <a:lnTo>
                  <a:pt x="276225" y="66675"/>
                </a:lnTo>
                <a:lnTo>
                  <a:pt x="276225" y="76200"/>
                </a:lnTo>
                <a:lnTo>
                  <a:pt x="247650" y="76200"/>
                </a:lnTo>
                <a:close/>
                <a:moveTo>
                  <a:pt x="285750" y="66675"/>
                </a:moveTo>
                <a:lnTo>
                  <a:pt x="295275" y="66675"/>
                </a:lnTo>
                <a:lnTo>
                  <a:pt x="295275" y="76200"/>
                </a:lnTo>
                <a:lnTo>
                  <a:pt x="285750" y="76200"/>
                </a:lnTo>
                <a:close/>
                <a:moveTo>
                  <a:pt x="333375" y="66675"/>
                </a:moveTo>
                <a:lnTo>
                  <a:pt x="342900" y="66675"/>
                </a:lnTo>
                <a:lnTo>
                  <a:pt x="342900" y="76200"/>
                </a:lnTo>
                <a:lnTo>
                  <a:pt x="333375" y="76200"/>
                </a:lnTo>
                <a:close/>
                <a:moveTo>
                  <a:pt x="704850" y="66675"/>
                </a:moveTo>
                <a:lnTo>
                  <a:pt x="714375" y="66675"/>
                </a:lnTo>
                <a:lnTo>
                  <a:pt x="714375" y="76200"/>
                </a:lnTo>
                <a:lnTo>
                  <a:pt x="704850" y="76200"/>
                </a:lnTo>
                <a:close/>
                <a:moveTo>
                  <a:pt x="781050" y="66675"/>
                </a:moveTo>
                <a:lnTo>
                  <a:pt x="790575" y="66675"/>
                </a:lnTo>
                <a:lnTo>
                  <a:pt x="790575" y="76200"/>
                </a:lnTo>
                <a:lnTo>
                  <a:pt x="781050" y="76200"/>
                </a:lnTo>
                <a:close/>
                <a:moveTo>
                  <a:pt x="809625" y="66675"/>
                </a:moveTo>
                <a:lnTo>
                  <a:pt x="819150" y="66675"/>
                </a:lnTo>
                <a:lnTo>
                  <a:pt x="819150" y="76200"/>
                </a:lnTo>
                <a:lnTo>
                  <a:pt x="809625" y="76200"/>
                </a:lnTo>
                <a:close/>
                <a:moveTo>
                  <a:pt x="866775" y="66675"/>
                </a:moveTo>
                <a:lnTo>
                  <a:pt x="876300" y="66675"/>
                </a:lnTo>
                <a:lnTo>
                  <a:pt x="876300" y="76200"/>
                </a:lnTo>
                <a:lnTo>
                  <a:pt x="866775" y="76200"/>
                </a:lnTo>
                <a:close/>
                <a:moveTo>
                  <a:pt x="933450" y="76200"/>
                </a:moveTo>
                <a:lnTo>
                  <a:pt x="942975" y="76200"/>
                </a:lnTo>
                <a:lnTo>
                  <a:pt x="942975" y="85725"/>
                </a:lnTo>
                <a:lnTo>
                  <a:pt x="933450" y="85725"/>
                </a:lnTo>
                <a:close/>
                <a:moveTo>
                  <a:pt x="942975" y="85725"/>
                </a:moveTo>
                <a:lnTo>
                  <a:pt x="952500" y="85725"/>
                </a:lnTo>
                <a:lnTo>
                  <a:pt x="952500" y="95250"/>
                </a:lnTo>
                <a:lnTo>
                  <a:pt x="942975" y="95250"/>
                </a:lnTo>
                <a:close/>
                <a:moveTo>
                  <a:pt x="952500" y="104775"/>
                </a:moveTo>
                <a:lnTo>
                  <a:pt x="962025" y="104775"/>
                </a:lnTo>
                <a:lnTo>
                  <a:pt x="962025" y="466725"/>
                </a:lnTo>
                <a:lnTo>
                  <a:pt x="952500" y="466725"/>
                </a:lnTo>
                <a:lnTo>
                  <a:pt x="952500" y="457200"/>
                </a:lnTo>
                <a:lnTo>
                  <a:pt x="933450" y="457200"/>
                </a:lnTo>
                <a:lnTo>
                  <a:pt x="933450" y="447675"/>
                </a:lnTo>
                <a:lnTo>
                  <a:pt x="942975" y="447675"/>
                </a:lnTo>
                <a:lnTo>
                  <a:pt x="942975" y="180975"/>
                </a:lnTo>
                <a:lnTo>
                  <a:pt x="952500" y="180975"/>
                </a:lnTo>
                <a:close/>
                <a:moveTo>
                  <a:pt x="200025" y="114300"/>
                </a:moveTo>
                <a:lnTo>
                  <a:pt x="209550" y="114300"/>
                </a:lnTo>
                <a:lnTo>
                  <a:pt x="209550" y="123825"/>
                </a:lnTo>
                <a:lnTo>
                  <a:pt x="200025" y="123825"/>
                </a:lnTo>
                <a:close/>
                <a:moveTo>
                  <a:pt x="219075" y="114300"/>
                </a:moveTo>
                <a:lnTo>
                  <a:pt x="228600" y="114300"/>
                </a:lnTo>
                <a:lnTo>
                  <a:pt x="228600" y="123825"/>
                </a:lnTo>
                <a:lnTo>
                  <a:pt x="219075" y="123825"/>
                </a:lnTo>
                <a:close/>
                <a:moveTo>
                  <a:pt x="733425" y="114300"/>
                </a:moveTo>
                <a:lnTo>
                  <a:pt x="742950" y="114300"/>
                </a:lnTo>
                <a:lnTo>
                  <a:pt x="742950" y="123825"/>
                </a:lnTo>
                <a:lnTo>
                  <a:pt x="733425" y="123825"/>
                </a:lnTo>
                <a:close/>
                <a:moveTo>
                  <a:pt x="752475" y="114300"/>
                </a:moveTo>
                <a:lnTo>
                  <a:pt x="762000" y="114300"/>
                </a:lnTo>
                <a:lnTo>
                  <a:pt x="762000" y="123825"/>
                </a:lnTo>
                <a:lnTo>
                  <a:pt x="752475" y="123825"/>
                </a:lnTo>
                <a:close/>
                <a:moveTo>
                  <a:pt x="838200" y="114300"/>
                </a:moveTo>
                <a:lnTo>
                  <a:pt x="847725" y="114300"/>
                </a:lnTo>
                <a:lnTo>
                  <a:pt x="847725" y="123825"/>
                </a:lnTo>
                <a:lnTo>
                  <a:pt x="838200" y="123825"/>
                </a:lnTo>
                <a:close/>
                <a:moveTo>
                  <a:pt x="857250" y="114300"/>
                </a:moveTo>
                <a:lnTo>
                  <a:pt x="866775" y="114300"/>
                </a:lnTo>
                <a:lnTo>
                  <a:pt x="866775" y="123825"/>
                </a:lnTo>
                <a:lnTo>
                  <a:pt x="857250" y="123825"/>
                </a:lnTo>
                <a:close/>
                <a:moveTo>
                  <a:pt x="123825" y="180975"/>
                </a:moveTo>
                <a:lnTo>
                  <a:pt x="133350" y="180975"/>
                </a:lnTo>
                <a:lnTo>
                  <a:pt x="133350" y="190500"/>
                </a:lnTo>
                <a:lnTo>
                  <a:pt x="123825" y="190500"/>
                </a:lnTo>
                <a:close/>
                <a:moveTo>
                  <a:pt x="276225" y="219075"/>
                </a:moveTo>
                <a:lnTo>
                  <a:pt x="352425" y="219075"/>
                </a:lnTo>
                <a:lnTo>
                  <a:pt x="352425" y="238125"/>
                </a:lnTo>
                <a:lnTo>
                  <a:pt x="276225" y="238125"/>
                </a:lnTo>
                <a:close/>
                <a:moveTo>
                  <a:pt x="457200" y="219075"/>
                </a:moveTo>
                <a:lnTo>
                  <a:pt x="533400" y="219075"/>
                </a:lnTo>
                <a:lnTo>
                  <a:pt x="533400" y="238125"/>
                </a:lnTo>
                <a:lnTo>
                  <a:pt x="457200" y="238125"/>
                </a:lnTo>
                <a:close/>
                <a:moveTo>
                  <a:pt x="609600" y="219075"/>
                </a:moveTo>
                <a:lnTo>
                  <a:pt x="723900" y="219075"/>
                </a:lnTo>
                <a:lnTo>
                  <a:pt x="723900" y="238125"/>
                </a:lnTo>
                <a:lnTo>
                  <a:pt x="609600" y="238125"/>
                </a:lnTo>
                <a:close/>
                <a:moveTo>
                  <a:pt x="790575" y="219075"/>
                </a:moveTo>
                <a:lnTo>
                  <a:pt x="876300" y="219075"/>
                </a:lnTo>
                <a:lnTo>
                  <a:pt x="876300" y="238125"/>
                </a:lnTo>
                <a:lnTo>
                  <a:pt x="790575" y="238125"/>
                </a:lnTo>
                <a:close/>
                <a:moveTo>
                  <a:pt x="571500" y="238125"/>
                </a:moveTo>
                <a:lnTo>
                  <a:pt x="590550" y="238125"/>
                </a:lnTo>
                <a:lnTo>
                  <a:pt x="590550" y="247650"/>
                </a:lnTo>
                <a:lnTo>
                  <a:pt x="571500" y="247650"/>
                </a:lnTo>
                <a:close/>
                <a:moveTo>
                  <a:pt x="676275" y="276225"/>
                </a:moveTo>
                <a:lnTo>
                  <a:pt x="685800" y="276225"/>
                </a:lnTo>
                <a:lnTo>
                  <a:pt x="685800" y="285750"/>
                </a:lnTo>
                <a:lnTo>
                  <a:pt x="676275" y="285750"/>
                </a:lnTo>
                <a:close/>
                <a:moveTo>
                  <a:pt x="676275" y="304800"/>
                </a:moveTo>
                <a:lnTo>
                  <a:pt x="685800" y="304800"/>
                </a:lnTo>
                <a:lnTo>
                  <a:pt x="685800" y="323850"/>
                </a:lnTo>
                <a:lnTo>
                  <a:pt x="676275" y="323850"/>
                </a:lnTo>
                <a:close/>
                <a:moveTo>
                  <a:pt x="704850" y="314325"/>
                </a:moveTo>
                <a:lnTo>
                  <a:pt x="714375" y="314325"/>
                </a:lnTo>
                <a:lnTo>
                  <a:pt x="714375" y="323850"/>
                </a:lnTo>
                <a:lnTo>
                  <a:pt x="704850" y="323850"/>
                </a:lnTo>
                <a:close/>
                <a:moveTo>
                  <a:pt x="647700" y="323850"/>
                </a:moveTo>
                <a:lnTo>
                  <a:pt x="657225" y="323850"/>
                </a:lnTo>
                <a:lnTo>
                  <a:pt x="657225" y="333375"/>
                </a:lnTo>
                <a:lnTo>
                  <a:pt x="647700" y="333375"/>
                </a:lnTo>
                <a:close/>
                <a:moveTo>
                  <a:pt x="619125" y="333375"/>
                </a:moveTo>
                <a:lnTo>
                  <a:pt x="638175" y="333375"/>
                </a:lnTo>
                <a:lnTo>
                  <a:pt x="638175" y="352425"/>
                </a:lnTo>
                <a:lnTo>
                  <a:pt x="657225" y="352425"/>
                </a:lnTo>
                <a:lnTo>
                  <a:pt x="657225" y="342900"/>
                </a:lnTo>
                <a:lnTo>
                  <a:pt x="695325" y="342900"/>
                </a:lnTo>
                <a:lnTo>
                  <a:pt x="695325" y="333375"/>
                </a:lnTo>
                <a:lnTo>
                  <a:pt x="704850" y="333375"/>
                </a:lnTo>
                <a:lnTo>
                  <a:pt x="704850" y="342900"/>
                </a:lnTo>
                <a:lnTo>
                  <a:pt x="714375" y="342900"/>
                </a:lnTo>
                <a:lnTo>
                  <a:pt x="714375" y="352425"/>
                </a:lnTo>
                <a:lnTo>
                  <a:pt x="742950" y="352425"/>
                </a:lnTo>
                <a:lnTo>
                  <a:pt x="742950" y="342900"/>
                </a:lnTo>
                <a:lnTo>
                  <a:pt x="771525" y="342900"/>
                </a:lnTo>
                <a:lnTo>
                  <a:pt x="771525" y="352425"/>
                </a:lnTo>
                <a:lnTo>
                  <a:pt x="742950" y="352425"/>
                </a:lnTo>
                <a:lnTo>
                  <a:pt x="742950" y="371475"/>
                </a:lnTo>
                <a:lnTo>
                  <a:pt x="590550" y="371475"/>
                </a:lnTo>
                <a:lnTo>
                  <a:pt x="590550" y="352425"/>
                </a:lnTo>
                <a:lnTo>
                  <a:pt x="581025" y="352425"/>
                </a:lnTo>
                <a:lnTo>
                  <a:pt x="581025" y="342900"/>
                </a:lnTo>
                <a:lnTo>
                  <a:pt x="590550" y="342900"/>
                </a:lnTo>
                <a:lnTo>
                  <a:pt x="590550" y="352425"/>
                </a:lnTo>
                <a:lnTo>
                  <a:pt x="609600" y="352425"/>
                </a:lnTo>
                <a:lnTo>
                  <a:pt x="609600" y="342900"/>
                </a:lnTo>
                <a:lnTo>
                  <a:pt x="619125" y="342900"/>
                </a:lnTo>
                <a:close/>
                <a:moveTo>
                  <a:pt x="400050" y="342900"/>
                </a:moveTo>
                <a:lnTo>
                  <a:pt x="409575" y="342900"/>
                </a:lnTo>
                <a:lnTo>
                  <a:pt x="409575" y="352425"/>
                </a:lnTo>
                <a:lnTo>
                  <a:pt x="400050" y="352425"/>
                </a:lnTo>
                <a:close/>
                <a:moveTo>
                  <a:pt x="228600" y="352425"/>
                </a:moveTo>
                <a:lnTo>
                  <a:pt x="238125" y="352425"/>
                </a:lnTo>
                <a:lnTo>
                  <a:pt x="238125" y="371475"/>
                </a:lnTo>
                <a:lnTo>
                  <a:pt x="228600" y="371475"/>
                </a:lnTo>
                <a:close/>
                <a:moveTo>
                  <a:pt x="247650" y="352425"/>
                </a:moveTo>
                <a:lnTo>
                  <a:pt x="352425" y="352425"/>
                </a:lnTo>
                <a:lnTo>
                  <a:pt x="352425" y="371475"/>
                </a:lnTo>
                <a:lnTo>
                  <a:pt x="247650" y="371475"/>
                </a:lnTo>
                <a:close/>
                <a:moveTo>
                  <a:pt x="771525" y="352425"/>
                </a:moveTo>
                <a:lnTo>
                  <a:pt x="895350" y="352425"/>
                </a:lnTo>
                <a:lnTo>
                  <a:pt x="895350" y="371475"/>
                </a:lnTo>
                <a:lnTo>
                  <a:pt x="771525" y="371475"/>
                </a:lnTo>
                <a:close/>
                <a:moveTo>
                  <a:pt x="161925" y="361950"/>
                </a:moveTo>
                <a:lnTo>
                  <a:pt x="171450" y="361950"/>
                </a:lnTo>
                <a:lnTo>
                  <a:pt x="171450" y="371475"/>
                </a:lnTo>
                <a:lnTo>
                  <a:pt x="161925" y="371475"/>
                </a:lnTo>
                <a:close/>
                <a:moveTo>
                  <a:pt x="180975" y="361950"/>
                </a:moveTo>
                <a:lnTo>
                  <a:pt x="190500" y="361950"/>
                </a:lnTo>
                <a:lnTo>
                  <a:pt x="190500" y="371475"/>
                </a:lnTo>
                <a:lnTo>
                  <a:pt x="180975" y="371475"/>
                </a:lnTo>
                <a:close/>
                <a:moveTo>
                  <a:pt x="171450" y="371475"/>
                </a:moveTo>
                <a:lnTo>
                  <a:pt x="180975" y="371475"/>
                </a:lnTo>
                <a:lnTo>
                  <a:pt x="180975" y="381000"/>
                </a:lnTo>
                <a:lnTo>
                  <a:pt x="171450" y="381000"/>
                </a:lnTo>
                <a:close/>
                <a:moveTo>
                  <a:pt x="447675" y="371475"/>
                </a:moveTo>
                <a:lnTo>
                  <a:pt x="466725" y="371475"/>
                </a:lnTo>
                <a:lnTo>
                  <a:pt x="466725" y="381000"/>
                </a:lnTo>
                <a:lnTo>
                  <a:pt x="447675" y="381000"/>
                </a:lnTo>
                <a:close/>
                <a:moveTo>
                  <a:pt x="485775" y="371475"/>
                </a:moveTo>
                <a:lnTo>
                  <a:pt x="504825" y="371475"/>
                </a:lnTo>
                <a:lnTo>
                  <a:pt x="504825" y="390525"/>
                </a:lnTo>
                <a:lnTo>
                  <a:pt x="485775" y="390525"/>
                </a:lnTo>
                <a:close/>
                <a:moveTo>
                  <a:pt x="504825" y="390525"/>
                </a:moveTo>
                <a:lnTo>
                  <a:pt x="514350" y="390525"/>
                </a:lnTo>
                <a:lnTo>
                  <a:pt x="514350" y="400050"/>
                </a:lnTo>
                <a:lnTo>
                  <a:pt x="504825" y="400050"/>
                </a:lnTo>
                <a:close/>
                <a:moveTo>
                  <a:pt x="742950" y="409575"/>
                </a:moveTo>
                <a:lnTo>
                  <a:pt x="762000" y="409575"/>
                </a:lnTo>
                <a:lnTo>
                  <a:pt x="762000" y="428625"/>
                </a:lnTo>
                <a:lnTo>
                  <a:pt x="742950" y="428625"/>
                </a:lnTo>
                <a:close/>
                <a:moveTo>
                  <a:pt x="466725" y="419100"/>
                </a:moveTo>
                <a:lnTo>
                  <a:pt x="476250" y="419100"/>
                </a:lnTo>
                <a:lnTo>
                  <a:pt x="476250" y="447675"/>
                </a:lnTo>
                <a:lnTo>
                  <a:pt x="466725" y="447675"/>
                </a:lnTo>
                <a:close/>
                <a:moveTo>
                  <a:pt x="504825" y="419100"/>
                </a:moveTo>
                <a:lnTo>
                  <a:pt x="514350" y="419100"/>
                </a:lnTo>
                <a:lnTo>
                  <a:pt x="514350" y="447675"/>
                </a:lnTo>
                <a:lnTo>
                  <a:pt x="504825" y="447675"/>
                </a:lnTo>
                <a:close/>
                <a:moveTo>
                  <a:pt x="742950" y="447675"/>
                </a:moveTo>
                <a:lnTo>
                  <a:pt x="762000" y="447675"/>
                </a:lnTo>
                <a:lnTo>
                  <a:pt x="762000" y="485775"/>
                </a:lnTo>
                <a:lnTo>
                  <a:pt x="771525" y="485775"/>
                </a:lnTo>
                <a:lnTo>
                  <a:pt x="771525" y="495300"/>
                </a:lnTo>
                <a:lnTo>
                  <a:pt x="762000" y="495300"/>
                </a:lnTo>
                <a:lnTo>
                  <a:pt x="762000" y="504825"/>
                </a:lnTo>
                <a:lnTo>
                  <a:pt x="752475" y="504825"/>
                </a:lnTo>
                <a:lnTo>
                  <a:pt x="752475" y="485775"/>
                </a:lnTo>
                <a:lnTo>
                  <a:pt x="742950" y="485775"/>
                </a:lnTo>
                <a:close/>
                <a:moveTo>
                  <a:pt x="838200" y="466725"/>
                </a:moveTo>
                <a:lnTo>
                  <a:pt x="866775" y="466725"/>
                </a:lnTo>
                <a:lnTo>
                  <a:pt x="866775" y="476250"/>
                </a:lnTo>
                <a:lnTo>
                  <a:pt x="857250" y="476250"/>
                </a:lnTo>
                <a:lnTo>
                  <a:pt x="857250" y="485775"/>
                </a:lnTo>
                <a:lnTo>
                  <a:pt x="838200" y="485775"/>
                </a:lnTo>
                <a:close/>
                <a:moveTo>
                  <a:pt x="962025" y="466725"/>
                </a:moveTo>
                <a:lnTo>
                  <a:pt x="971550" y="466725"/>
                </a:lnTo>
                <a:lnTo>
                  <a:pt x="971550" y="476250"/>
                </a:lnTo>
                <a:lnTo>
                  <a:pt x="962025" y="476250"/>
                </a:lnTo>
                <a:close/>
                <a:moveTo>
                  <a:pt x="171450" y="476250"/>
                </a:moveTo>
                <a:lnTo>
                  <a:pt x="180975" y="476250"/>
                </a:lnTo>
                <a:lnTo>
                  <a:pt x="180975" y="485775"/>
                </a:lnTo>
                <a:lnTo>
                  <a:pt x="171450" y="485775"/>
                </a:lnTo>
                <a:close/>
                <a:moveTo>
                  <a:pt x="400050" y="476250"/>
                </a:moveTo>
                <a:lnTo>
                  <a:pt x="419100" y="476250"/>
                </a:lnTo>
                <a:lnTo>
                  <a:pt x="419100" y="485775"/>
                </a:lnTo>
                <a:lnTo>
                  <a:pt x="400050" y="485775"/>
                </a:lnTo>
                <a:close/>
                <a:moveTo>
                  <a:pt x="438150" y="476250"/>
                </a:moveTo>
                <a:lnTo>
                  <a:pt x="457200" y="476250"/>
                </a:lnTo>
                <a:lnTo>
                  <a:pt x="457200" y="495300"/>
                </a:lnTo>
                <a:lnTo>
                  <a:pt x="476250" y="495300"/>
                </a:lnTo>
                <a:lnTo>
                  <a:pt x="476250" y="504825"/>
                </a:lnTo>
                <a:lnTo>
                  <a:pt x="419100" y="504825"/>
                </a:lnTo>
                <a:lnTo>
                  <a:pt x="419100" y="485775"/>
                </a:lnTo>
                <a:lnTo>
                  <a:pt x="438150" y="485775"/>
                </a:lnTo>
                <a:close/>
                <a:moveTo>
                  <a:pt x="523875" y="476250"/>
                </a:moveTo>
                <a:lnTo>
                  <a:pt x="542925" y="476250"/>
                </a:lnTo>
                <a:lnTo>
                  <a:pt x="542925" y="485775"/>
                </a:lnTo>
                <a:lnTo>
                  <a:pt x="561975" y="485775"/>
                </a:lnTo>
                <a:lnTo>
                  <a:pt x="561975" y="476250"/>
                </a:lnTo>
                <a:lnTo>
                  <a:pt x="581025" y="476250"/>
                </a:lnTo>
                <a:lnTo>
                  <a:pt x="581025" y="485775"/>
                </a:lnTo>
                <a:lnTo>
                  <a:pt x="561975" y="485775"/>
                </a:lnTo>
                <a:lnTo>
                  <a:pt x="561975" y="504825"/>
                </a:lnTo>
                <a:lnTo>
                  <a:pt x="514350" y="504825"/>
                </a:lnTo>
                <a:lnTo>
                  <a:pt x="514350" y="495300"/>
                </a:lnTo>
                <a:lnTo>
                  <a:pt x="533400" y="495300"/>
                </a:lnTo>
                <a:lnTo>
                  <a:pt x="533400" y="485775"/>
                </a:lnTo>
                <a:lnTo>
                  <a:pt x="523875" y="485775"/>
                </a:lnTo>
                <a:close/>
                <a:moveTo>
                  <a:pt x="942975" y="476250"/>
                </a:moveTo>
                <a:lnTo>
                  <a:pt x="962025" y="476250"/>
                </a:lnTo>
                <a:lnTo>
                  <a:pt x="962025" y="485775"/>
                </a:lnTo>
                <a:lnTo>
                  <a:pt x="942975" y="485775"/>
                </a:lnTo>
                <a:close/>
                <a:moveTo>
                  <a:pt x="161925" y="485775"/>
                </a:moveTo>
                <a:lnTo>
                  <a:pt x="171450" y="485775"/>
                </a:lnTo>
                <a:lnTo>
                  <a:pt x="171450" y="495300"/>
                </a:lnTo>
                <a:lnTo>
                  <a:pt x="161925" y="495300"/>
                </a:lnTo>
                <a:close/>
                <a:moveTo>
                  <a:pt x="180975" y="485775"/>
                </a:moveTo>
                <a:lnTo>
                  <a:pt x="190500" y="485775"/>
                </a:lnTo>
                <a:lnTo>
                  <a:pt x="190500" y="495300"/>
                </a:lnTo>
                <a:lnTo>
                  <a:pt x="180975" y="495300"/>
                </a:lnTo>
                <a:close/>
                <a:moveTo>
                  <a:pt x="228600" y="485775"/>
                </a:moveTo>
                <a:lnTo>
                  <a:pt x="238125" y="485775"/>
                </a:lnTo>
                <a:lnTo>
                  <a:pt x="238125" y="504825"/>
                </a:lnTo>
                <a:lnTo>
                  <a:pt x="228600" y="504825"/>
                </a:lnTo>
                <a:close/>
                <a:moveTo>
                  <a:pt x="800100" y="485775"/>
                </a:moveTo>
                <a:lnTo>
                  <a:pt x="809625" y="485775"/>
                </a:lnTo>
                <a:lnTo>
                  <a:pt x="809625" y="495300"/>
                </a:lnTo>
                <a:lnTo>
                  <a:pt x="800100" y="495300"/>
                </a:lnTo>
                <a:close/>
                <a:moveTo>
                  <a:pt x="971550" y="485775"/>
                </a:moveTo>
                <a:lnTo>
                  <a:pt x="981075" y="485775"/>
                </a:lnTo>
                <a:lnTo>
                  <a:pt x="981075" y="495300"/>
                </a:lnTo>
                <a:lnTo>
                  <a:pt x="971550" y="495300"/>
                </a:lnTo>
                <a:close/>
                <a:moveTo>
                  <a:pt x="990600" y="485775"/>
                </a:moveTo>
                <a:lnTo>
                  <a:pt x="1000125" y="485775"/>
                </a:lnTo>
                <a:lnTo>
                  <a:pt x="1000125" y="495300"/>
                </a:lnTo>
                <a:lnTo>
                  <a:pt x="990600" y="495300"/>
                </a:lnTo>
                <a:close/>
                <a:moveTo>
                  <a:pt x="304800" y="495300"/>
                </a:moveTo>
                <a:lnTo>
                  <a:pt x="323850" y="495300"/>
                </a:lnTo>
                <a:lnTo>
                  <a:pt x="323850" y="504825"/>
                </a:lnTo>
                <a:lnTo>
                  <a:pt x="304800" y="504825"/>
                </a:lnTo>
                <a:close/>
                <a:moveTo>
                  <a:pt x="590550" y="495300"/>
                </a:moveTo>
                <a:lnTo>
                  <a:pt x="600075" y="495300"/>
                </a:lnTo>
                <a:lnTo>
                  <a:pt x="600075" y="514350"/>
                </a:lnTo>
                <a:lnTo>
                  <a:pt x="590550" y="514350"/>
                </a:lnTo>
                <a:close/>
                <a:moveTo>
                  <a:pt x="781050" y="495300"/>
                </a:moveTo>
                <a:lnTo>
                  <a:pt x="790575" y="495300"/>
                </a:lnTo>
                <a:lnTo>
                  <a:pt x="790575" y="504825"/>
                </a:lnTo>
                <a:lnTo>
                  <a:pt x="781050" y="504825"/>
                </a:lnTo>
                <a:close/>
                <a:moveTo>
                  <a:pt x="809625" y="495300"/>
                </a:moveTo>
                <a:lnTo>
                  <a:pt x="819150" y="495300"/>
                </a:lnTo>
                <a:lnTo>
                  <a:pt x="819150" y="504825"/>
                </a:lnTo>
                <a:lnTo>
                  <a:pt x="809625" y="504825"/>
                </a:lnTo>
                <a:close/>
                <a:moveTo>
                  <a:pt x="981075" y="495300"/>
                </a:moveTo>
                <a:lnTo>
                  <a:pt x="990600" y="495300"/>
                </a:lnTo>
                <a:lnTo>
                  <a:pt x="990600" y="504825"/>
                </a:lnTo>
                <a:lnTo>
                  <a:pt x="981075" y="504825"/>
                </a:lnTo>
                <a:close/>
                <a:moveTo>
                  <a:pt x="285750" y="504825"/>
                </a:moveTo>
                <a:lnTo>
                  <a:pt x="295275" y="504825"/>
                </a:lnTo>
                <a:lnTo>
                  <a:pt x="295275" y="514350"/>
                </a:lnTo>
                <a:lnTo>
                  <a:pt x="285750" y="514350"/>
                </a:lnTo>
                <a:close/>
                <a:moveTo>
                  <a:pt x="771525" y="504825"/>
                </a:moveTo>
                <a:lnTo>
                  <a:pt x="781050" y="504825"/>
                </a:lnTo>
                <a:lnTo>
                  <a:pt x="781050" y="523875"/>
                </a:lnTo>
                <a:lnTo>
                  <a:pt x="771525" y="523875"/>
                </a:lnTo>
                <a:close/>
                <a:moveTo>
                  <a:pt x="800100" y="504825"/>
                </a:moveTo>
                <a:lnTo>
                  <a:pt x="809625" y="504825"/>
                </a:lnTo>
                <a:lnTo>
                  <a:pt x="809625" y="514350"/>
                </a:lnTo>
                <a:lnTo>
                  <a:pt x="800100" y="514350"/>
                </a:lnTo>
                <a:close/>
                <a:moveTo>
                  <a:pt x="1009650" y="504825"/>
                </a:moveTo>
                <a:lnTo>
                  <a:pt x="1019175" y="504825"/>
                </a:lnTo>
                <a:lnTo>
                  <a:pt x="1019175" y="514350"/>
                </a:lnTo>
                <a:lnTo>
                  <a:pt x="1028700" y="514350"/>
                </a:lnTo>
                <a:lnTo>
                  <a:pt x="1028700" y="542925"/>
                </a:lnTo>
                <a:lnTo>
                  <a:pt x="1019175" y="542925"/>
                </a:lnTo>
                <a:lnTo>
                  <a:pt x="1019175" y="533400"/>
                </a:lnTo>
                <a:lnTo>
                  <a:pt x="1009650" y="533400"/>
                </a:lnTo>
                <a:close/>
                <a:moveTo>
                  <a:pt x="571500" y="514350"/>
                </a:moveTo>
                <a:lnTo>
                  <a:pt x="590550" y="514350"/>
                </a:lnTo>
                <a:lnTo>
                  <a:pt x="590550" y="561975"/>
                </a:lnTo>
                <a:lnTo>
                  <a:pt x="571500" y="561975"/>
                </a:lnTo>
                <a:close/>
                <a:moveTo>
                  <a:pt x="790575" y="514350"/>
                </a:moveTo>
                <a:lnTo>
                  <a:pt x="800100" y="514350"/>
                </a:lnTo>
                <a:lnTo>
                  <a:pt x="800100" y="523875"/>
                </a:lnTo>
                <a:lnTo>
                  <a:pt x="790575" y="523875"/>
                </a:lnTo>
                <a:close/>
                <a:moveTo>
                  <a:pt x="866775" y="514350"/>
                </a:moveTo>
                <a:lnTo>
                  <a:pt x="876300" y="514350"/>
                </a:lnTo>
                <a:lnTo>
                  <a:pt x="876300" y="523875"/>
                </a:lnTo>
                <a:lnTo>
                  <a:pt x="866775" y="523875"/>
                </a:lnTo>
                <a:close/>
                <a:moveTo>
                  <a:pt x="781050" y="523875"/>
                </a:moveTo>
                <a:lnTo>
                  <a:pt x="790575" y="523875"/>
                </a:lnTo>
                <a:lnTo>
                  <a:pt x="790575" y="533400"/>
                </a:lnTo>
                <a:lnTo>
                  <a:pt x="781050" y="533400"/>
                </a:lnTo>
                <a:close/>
                <a:moveTo>
                  <a:pt x="933450" y="523875"/>
                </a:moveTo>
                <a:lnTo>
                  <a:pt x="942975" y="523875"/>
                </a:lnTo>
                <a:lnTo>
                  <a:pt x="942975" y="533400"/>
                </a:lnTo>
                <a:lnTo>
                  <a:pt x="933450" y="533400"/>
                </a:lnTo>
                <a:close/>
                <a:moveTo>
                  <a:pt x="304800" y="533400"/>
                </a:moveTo>
                <a:lnTo>
                  <a:pt x="323850" y="533400"/>
                </a:lnTo>
                <a:lnTo>
                  <a:pt x="323850" y="542925"/>
                </a:lnTo>
                <a:lnTo>
                  <a:pt x="304800" y="542925"/>
                </a:lnTo>
                <a:close/>
                <a:moveTo>
                  <a:pt x="352425" y="533400"/>
                </a:moveTo>
                <a:lnTo>
                  <a:pt x="361950" y="533400"/>
                </a:lnTo>
                <a:lnTo>
                  <a:pt x="361950" y="542925"/>
                </a:lnTo>
                <a:lnTo>
                  <a:pt x="352425" y="542925"/>
                </a:lnTo>
                <a:close/>
                <a:moveTo>
                  <a:pt x="762000" y="533400"/>
                </a:moveTo>
                <a:lnTo>
                  <a:pt x="771525" y="533400"/>
                </a:lnTo>
                <a:lnTo>
                  <a:pt x="771525" y="542925"/>
                </a:lnTo>
                <a:lnTo>
                  <a:pt x="762000" y="542925"/>
                </a:lnTo>
                <a:close/>
                <a:moveTo>
                  <a:pt x="942975" y="533400"/>
                </a:moveTo>
                <a:lnTo>
                  <a:pt x="952500" y="533400"/>
                </a:lnTo>
                <a:lnTo>
                  <a:pt x="952500" y="542925"/>
                </a:lnTo>
                <a:lnTo>
                  <a:pt x="942975" y="542925"/>
                </a:lnTo>
                <a:close/>
                <a:moveTo>
                  <a:pt x="171450" y="542925"/>
                </a:moveTo>
                <a:lnTo>
                  <a:pt x="180975" y="542925"/>
                </a:lnTo>
                <a:lnTo>
                  <a:pt x="180975" y="552450"/>
                </a:lnTo>
                <a:lnTo>
                  <a:pt x="171450" y="552450"/>
                </a:lnTo>
                <a:close/>
                <a:moveTo>
                  <a:pt x="295275" y="542925"/>
                </a:moveTo>
                <a:lnTo>
                  <a:pt x="304800" y="542925"/>
                </a:lnTo>
                <a:lnTo>
                  <a:pt x="304800" y="552450"/>
                </a:lnTo>
                <a:lnTo>
                  <a:pt x="295275" y="552450"/>
                </a:lnTo>
                <a:close/>
                <a:moveTo>
                  <a:pt x="771525" y="542925"/>
                </a:moveTo>
                <a:lnTo>
                  <a:pt x="781050" y="542925"/>
                </a:lnTo>
                <a:lnTo>
                  <a:pt x="781050" y="552450"/>
                </a:lnTo>
                <a:lnTo>
                  <a:pt x="771525" y="552450"/>
                </a:lnTo>
                <a:close/>
                <a:moveTo>
                  <a:pt x="161925" y="552450"/>
                </a:moveTo>
                <a:lnTo>
                  <a:pt x="171450" y="552450"/>
                </a:lnTo>
                <a:lnTo>
                  <a:pt x="171450" y="561975"/>
                </a:lnTo>
                <a:lnTo>
                  <a:pt x="161925" y="561975"/>
                </a:lnTo>
                <a:close/>
                <a:moveTo>
                  <a:pt x="180975" y="552450"/>
                </a:moveTo>
                <a:lnTo>
                  <a:pt x="190500" y="552450"/>
                </a:lnTo>
                <a:lnTo>
                  <a:pt x="190500" y="561975"/>
                </a:lnTo>
                <a:lnTo>
                  <a:pt x="180975" y="561975"/>
                </a:lnTo>
                <a:close/>
                <a:moveTo>
                  <a:pt x="752475" y="552450"/>
                </a:moveTo>
                <a:lnTo>
                  <a:pt x="771525" y="552450"/>
                </a:lnTo>
                <a:lnTo>
                  <a:pt x="771525" y="571500"/>
                </a:lnTo>
                <a:lnTo>
                  <a:pt x="762000" y="571500"/>
                </a:lnTo>
                <a:lnTo>
                  <a:pt x="762000" y="590550"/>
                </a:lnTo>
                <a:lnTo>
                  <a:pt x="742950" y="590550"/>
                </a:lnTo>
                <a:lnTo>
                  <a:pt x="742950" y="581025"/>
                </a:lnTo>
                <a:lnTo>
                  <a:pt x="752475" y="581025"/>
                </a:lnTo>
                <a:close/>
                <a:moveTo>
                  <a:pt x="838200" y="552450"/>
                </a:moveTo>
                <a:lnTo>
                  <a:pt x="847725" y="552450"/>
                </a:lnTo>
                <a:lnTo>
                  <a:pt x="847725" y="581025"/>
                </a:lnTo>
                <a:lnTo>
                  <a:pt x="838200" y="581025"/>
                </a:lnTo>
                <a:close/>
                <a:moveTo>
                  <a:pt x="1028700" y="552450"/>
                </a:moveTo>
                <a:lnTo>
                  <a:pt x="1047750" y="552450"/>
                </a:lnTo>
                <a:lnTo>
                  <a:pt x="1047750" y="581025"/>
                </a:lnTo>
                <a:lnTo>
                  <a:pt x="1057275" y="581025"/>
                </a:lnTo>
                <a:lnTo>
                  <a:pt x="1057275" y="590550"/>
                </a:lnTo>
                <a:lnTo>
                  <a:pt x="1038225" y="590550"/>
                </a:lnTo>
                <a:lnTo>
                  <a:pt x="1038225" y="571500"/>
                </a:lnTo>
                <a:lnTo>
                  <a:pt x="1028700" y="571500"/>
                </a:lnTo>
                <a:close/>
                <a:moveTo>
                  <a:pt x="352425" y="561975"/>
                </a:moveTo>
                <a:lnTo>
                  <a:pt x="361950" y="561975"/>
                </a:lnTo>
                <a:lnTo>
                  <a:pt x="361950" y="609600"/>
                </a:lnTo>
                <a:lnTo>
                  <a:pt x="304800" y="609600"/>
                </a:lnTo>
                <a:lnTo>
                  <a:pt x="304800" y="600075"/>
                </a:lnTo>
                <a:lnTo>
                  <a:pt x="323850" y="600075"/>
                </a:lnTo>
                <a:lnTo>
                  <a:pt x="323850" y="581025"/>
                </a:lnTo>
                <a:lnTo>
                  <a:pt x="333375" y="581025"/>
                </a:lnTo>
                <a:lnTo>
                  <a:pt x="333375" y="590550"/>
                </a:lnTo>
                <a:lnTo>
                  <a:pt x="352425" y="590550"/>
                </a:lnTo>
                <a:close/>
                <a:moveTo>
                  <a:pt x="952500" y="561975"/>
                </a:moveTo>
                <a:lnTo>
                  <a:pt x="962025" y="561975"/>
                </a:lnTo>
                <a:lnTo>
                  <a:pt x="962025" y="581025"/>
                </a:lnTo>
                <a:lnTo>
                  <a:pt x="952500" y="581025"/>
                </a:lnTo>
                <a:close/>
                <a:moveTo>
                  <a:pt x="266700" y="581025"/>
                </a:moveTo>
                <a:lnTo>
                  <a:pt x="276225" y="581025"/>
                </a:lnTo>
                <a:lnTo>
                  <a:pt x="276225" y="600075"/>
                </a:lnTo>
                <a:lnTo>
                  <a:pt x="285750" y="600075"/>
                </a:lnTo>
                <a:lnTo>
                  <a:pt x="285750" y="609600"/>
                </a:lnTo>
                <a:lnTo>
                  <a:pt x="257175" y="609600"/>
                </a:lnTo>
                <a:lnTo>
                  <a:pt x="257175" y="600075"/>
                </a:lnTo>
                <a:lnTo>
                  <a:pt x="266700" y="600075"/>
                </a:lnTo>
                <a:close/>
                <a:moveTo>
                  <a:pt x="876300" y="619125"/>
                </a:moveTo>
                <a:lnTo>
                  <a:pt x="885825" y="619125"/>
                </a:lnTo>
                <a:lnTo>
                  <a:pt x="885825" y="638175"/>
                </a:lnTo>
                <a:lnTo>
                  <a:pt x="876300" y="638175"/>
                </a:lnTo>
                <a:close/>
                <a:moveTo>
                  <a:pt x="914400" y="619125"/>
                </a:moveTo>
                <a:lnTo>
                  <a:pt x="923925" y="619125"/>
                </a:lnTo>
                <a:lnTo>
                  <a:pt x="923925" y="638175"/>
                </a:lnTo>
                <a:lnTo>
                  <a:pt x="914400" y="638175"/>
                </a:lnTo>
                <a:close/>
                <a:moveTo>
                  <a:pt x="742950" y="628650"/>
                </a:moveTo>
                <a:lnTo>
                  <a:pt x="762000" y="628650"/>
                </a:lnTo>
                <a:lnTo>
                  <a:pt x="762000" y="647700"/>
                </a:lnTo>
                <a:lnTo>
                  <a:pt x="752475" y="647700"/>
                </a:lnTo>
                <a:lnTo>
                  <a:pt x="752475" y="638175"/>
                </a:lnTo>
                <a:lnTo>
                  <a:pt x="742950" y="638175"/>
                </a:lnTo>
                <a:close/>
                <a:moveTo>
                  <a:pt x="942975" y="638175"/>
                </a:moveTo>
                <a:lnTo>
                  <a:pt x="952500" y="638175"/>
                </a:lnTo>
                <a:lnTo>
                  <a:pt x="952500" y="647700"/>
                </a:lnTo>
                <a:lnTo>
                  <a:pt x="942975" y="647700"/>
                </a:lnTo>
                <a:close/>
                <a:moveTo>
                  <a:pt x="1038225" y="638175"/>
                </a:moveTo>
                <a:lnTo>
                  <a:pt x="1057275" y="638175"/>
                </a:lnTo>
                <a:lnTo>
                  <a:pt x="1057275" y="647700"/>
                </a:lnTo>
                <a:lnTo>
                  <a:pt x="1047750" y="647700"/>
                </a:lnTo>
                <a:lnTo>
                  <a:pt x="1047750" y="676275"/>
                </a:lnTo>
                <a:lnTo>
                  <a:pt x="1038225" y="676275"/>
                </a:lnTo>
                <a:lnTo>
                  <a:pt x="1038225" y="695325"/>
                </a:lnTo>
                <a:lnTo>
                  <a:pt x="1028700" y="695325"/>
                </a:lnTo>
                <a:lnTo>
                  <a:pt x="1028700" y="704850"/>
                </a:lnTo>
                <a:lnTo>
                  <a:pt x="1019175" y="704850"/>
                </a:lnTo>
                <a:lnTo>
                  <a:pt x="1019175" y="676275"/>
                </a:lnTo>
                <a:lnTo>
                  <a:pt x="1028700" y="676275"/>
                </a:lnTo>
                <a:lnTo>
                  <a:pt x="1028700" y="657225"/>
                </a:lnTo>
                <a:lnTo>
                  <a:pt x="1038225" y="657225"/>
                </a:lnTo>
                <a:close/>
                <a:moveTo>
                  <a:pt x="762000" y="647700"/>
                </a:moveTo>
                <a:lnTo>
                  <a:pt x="771525" y="647700"/>
                </a:lnTo>
                <a:lnTo>
                  <a:pt x="771525" y="657225"/>
                </a:lnTo>
                <a:lnTo>
                  <a:pt x="762000" y="657225"/>
                </a:lnTo>
                <a:close/>
                <a:moveTo>
                  <a:pt x="962025" y="647700"/>
                </a:moveTo>
                <a:lnTo>
                  <a:pt x="971550" y="647700"/>
                </a:lnTo>
                <a:lnTo>
                  <a:pt x="971550" y="657225"/>
                </a:lnTo>
                <a:lnTo>
                  <a:pt x="962025" y="657225"/>
                </a:lnTo>
                <a:close/>
                <a:moveTo>
                  <a:pt x="133350" y="657225"/>
                </a:moveTo>
                <a:lnTo>
                  <a:pt x="742950" y="657225"/>
                </a:lnTo>
                <a:lnTo>
                  <a:pt x="742950" y="666750"/>
                </a:lnTo>
                <a:lnTo>
                  <a:pt x="752475" y="666750"/>
                </a:lnTo>
                <a:lnTo>
                  <a:pt x="752475" y="676275"/>
                </a:lnTo>
                <a:lnTo>
                  <a:pt x="142875" y="676275"/>
                </a:lnTo>
                <a:lnTo>
                  <a:pt x="142875" y="666750"/>
                </a:lnTo>
                <a:lnTo>
                  <a:pt x="133350" y="666750"/>
                </a:lnTo>
                <a:close/>
                <a:moveTo>
                  <a:pt x="819150" y="657225"/>
                </a:moveTo>
                <a:lnTo>
                  <a:pt x="828675" y="657225"/>
                </a:lnTo>
                <a:lnTo>
                  <a:pt x="828675" y="666750"/>
                </a:lnTo>
                <a:lnTo>
                  <a:pt x="819150" y="666750"/>
                </a:lnTo>
                <a:close/>
                <a:moveTo>
                  <a:pt x="809625" y="666750"/>
                </a:moveTo>
                <a:lnTo>
                  <a:pt x="819150" y="666750"/>
                </a:lnTo>
                <a:lnTo>
                  <a:pt x="819150" y="676275"/>
                </a:lnTo>
                <a:lnTo>
                  <a:pt x="809625" y="676275"/>
                </a:lnTo>
                <a:close/>
                <a:moveTo>
                  <a:pt x="752475" y="676275"/>
                </a:moveTo>
                <a:lnTo>
                  <a:pt x="781050" y="676275"/>
                </a:lnTo>
                <a:lnTo>
                  <a:pt x="781050" y="685800"/>
                </a:lnTo>
                <a:lnTo>
                  <a:pt x="790575" y="685800"/>
                </a:lnTo>
                <a:lnTo>
                  <a:pt x="790575" y="695325"/>
                </a:lnTo>
                <a:lnTo>
                  <a:pt x="781050" y="695325"/>
                </a:lnTo>
                <a:lnTo>
                  <a:pt x="781050" y="704850"/>
                </a:lnTo>
                <a:lnTo>
                  <a:pt x="771525" y="704850"/>
                </a:lnTo>
                <a:lnTo>
                  <a:pt x="771525" y="695325"/>
                </a:lnTo>
                <a:lnTo>
                  <a:pt x="762000" y="695325"/>
                </a:lnTo>
                <a:lnTo>
                  <a:pt x="762000" y="685800"/>
                </a:lnTo>
                <a:lnTo>
                  <a:pt x="752475" y="685800"/>
                </a:lnTo>
                <a:close/>
                <a:moveTo>
                  <a:pt x="809625" y="733425"/>
                </a:moveTo>
                <a:lnTo>
                  <a:pt x="819150" y="733425"/>
                </a:lnTo>
                <a:lnTo>
                  <a:pt x="819150" y="742950"/>
                </a:lnTo>
                <a:lnTo>
                  <a:pt x="809625" y="742950"/>
                </a:lnTo>
                <a:close/>
                <a:moveTo>
                  <a:pt x="847725" y="752475"/>
                </a:moveTo>
                <a:lnTo>
                  <a:pt x="857250" y="752475"/>
                </a:lnTo>
                <a:lnTo>
                  <a:pt x="857250" y="762000"/>
                </a:lnTo>
                <a:lnTo>
                  <a:pt x="847725" y="762000"/>
                </a:lnTo>
                <a:close/>
                <a:moveTo>
                  <a:pt x="942975" y="752475"/>
                </a:moveTo>
                <a:lnTo>
                  <a:pt x="952500" y="752475"/>
                </a:lnTo>
                <a:lnTo>
                  <a:pt x="952500" y="762000"/>
                </a:lnTo>
                <a:lnTo>
                  <a:pt x="942975" y="762000"/>
                </a:lnTo>
                <a:close/>
              </a:path>
            </a:pathLst>
          </a:custGeom>
          <a:solidFill xmlns:a="http://schemas.openxmlformats.org/drawingml/2006/main">
            <a:srgbClr val="869086"/>
          </a:solidFill>
          <a:ln xmlns:a="http://schemas.openxmlformats.org/drawingml/2006/main" w="0">
            <a:noFill/>
          </a:ln>
        </p:spPr>
      </p:sp>
      <p:sp>
        <p:nvSpPr>
          <p:cNvPr id="228" name="v21 vector #526659">
            <a:extLst xmlns:a="http://schemas.openxmlformats.org/drawingml/2006/main">
              <a:ext uri="{FF2B5EF4-FFF2-40B4-BE49-F238E27FC236}">
                <a16:creationId xmlns:a16="http://schemas.microsoft.com/office/drawing/2014/main" id="{37D59898-FD85-49AA-BEF0-4B3B645088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8250" y="4848225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200025" y="38100"/>
                </a:moveTo>
                <a:lnTo>
                  <a:pt x="209550" y="38100"/>
                </a:lnTo>
                <a:lnTo>
                  <a:pt x="209550" y="47625"/>
                </a:lnTo>
                <a:lnTo>
                  <a:pt x="200025" y="47625"/>
                </a:lnTo>
                <a:close/>
                <a:moveTo>
                  <a:pt x="219075" y="38100"/>
                </a:moveTo>
                <a:lnTo>
                  <a:pt x="228600" y="38100"/>
                </a:lnTo>
                <a:lnTo>
                  <a:pt x="228600" y="47625"/>
                </a:lnTo>
                <a:lnTo>
                  <a:pt x="219075" y="47625"/>
                </a:lnTo>
                <a:close/>
                <a:moveTo>
                  <a:pt x="295275" y="38100"/>
                </a:moveTo>
                <a:lnTo>
                  <a:pt x="304800" y="38100"/>
                </a:lnTo>
                <a:lnTo>
                  <a:pt x="304800" y="47625"/>
                </a:lnTo>
                <a:lnTo>
                  <a:pt x="295275" y="47625"/>
                </a:lnTo>
                <a:close/>
                <a:moveTo>
                  <a:pt x="323850" y="38100"/>
                </a:moveTo>
                <a:lnTo>
                  <a:pt x="333375" y="38100"/>
                </a:lnTo>
                <a:lnTo>
                  <a:pt x="333375" y="47625"/>
                </a:lnTo>
                <a:lnTo>
                  <a:pt x="323850" y="47625"/>
                </a:lnTo>
                <a:close/>
                <a:moveTo>
                  <a:pt x="838200" y="38100"/>
                </a:moveTo>
                <a:lnTo>
                  <a:pt x="847725" y="38100"/>
                </a:lnTo>
                <a:lnTo>
                  <a:pt x="847725" y="47625"/>
                </a:lnTo>
                <a:lnTo>
                  <a:pt x="838200" y="47625"/>
                </a:lnTo>
                <a:close/>
                <a:moveTo>
                  <a:pt x="180975" y="66675"/>
                </a:moveTo>
                <a:lnTo>
                  <a:pt x="200025" y="66675"/>
                </a:lnTo>
                <a:lnTo>
                  <a:pt x="200025" y="114300"/>
                </a:lnTo>
                <a:lnTo>
                  <a:pt x="190500" y="114300"/>
                </a:lnTo>
                <a:lnTo>
                  <a:pt x="190500" y="85725"/>
                </a:lnTo>
                <a:lnTo>
                  <a:pt x="180975" y="85725"/>
                </a:lnTo>
                <a:close/>
                <a:moveTo>
                  <a:pt x="228600" y="66675"/>
                </a:moveTo>
                <a:lnTo>
                  <a:pt x="247650" y="66675"/>
                </a:lnTo>
                <a:lnTo>
                  <a:pt x="247650" y="85725"/>
                </a:lnTo>
                <a:lnTo>
                  <a:pt x="238125" y="85725"/>
                </a:lnTo>
                <a:lnTo>
                  <a:pt x="238125" y="123825"/>
                </a:lnTo>
                <a:lnTo>
                  <a:pt x="228600" y="123825"/>
                </a:lnTo>
                <a:close/>
                <a:moveTo>
                  <a:pt x="723900" y="66675"/>
                </a:moveTo>
                <a:lnTo>
                  <a:pt x="733425" y="66675"/>
                </a:lnTo>
                <a:lnTo>
                  <a:pt x="733425" y="114300"/>
                </a:lnTo>
                <a:lnTo>
                  <a:pt x="723900" y="114300"/>
                </a:lnTo>
                <a:close/>
                <a:moveTo>
                  <a:pt x="762000" y="66675"/>
                </a:moveTo>
                <a:lnTo>
                  <a:pt x="781050" y="66675"/>
                </a:lnTo>
                <a:lnTo>
                  <a:pt x="781050" y="85725"/>
                </a:lnTo>
                <a:lnTo>
                  <a:pt x="771525" y="85725"/>
                </a:lnTo>
                <a:lnTo>
                  <a:pt x="771525" y="123825"/>
                </a:lnTo>
                <a:lnTo>
                  <a:pt x="762000" y="123825"/>
                </a:lnTo>
                <a:close/>
                <a:moveTo>
                  <a:pt x="819150" y="66675"/>
                </a:moveTo>
                <a:lnTo>
                  <a:pt x="838200" y="66675"/>
                </a:lnTo>
                <a:lnTo>
                  <a:pt x="838200" y="114300"/>
                </a:lnTo>
                <a:lnTo>
                  <a:pt x="828675" y="114300"/>
                </a:lnTo>
                <a:lnTo>
                  <a:pt x="828675" y="85725"/>
                </a:lnTo>
                <a:lnTo>
                  <a:pt x="819150" y="85725"/>
                </a:lnTo>
                <a:close/>
                <a:moveTo>
                  <a:pt x="123825" y="76200"/>
                </a:moveTo>
                <a:lnTo>
                  <a:pt x="133350" y="76200"/>
                </a:lnTo>
                <a:lnTo>
                  <a:pt x="133350" y="85725"/>
                </a:lnTo>
                <a:lnTo>
                  <a:pt x="123825" y="85725"/>
                </a:lnTo>
                <a:close/>
                <a:moveTo>
                  <a:pt x="114300" y="85725"/>
                </a:moveTo>
                <a:lnTo>
                  <a:pt x="123825" y="85725"/>
                </a:lnTo>
                <a:lnTo>
                  <a:pt x="123825" y="95250"/>
                </a:lnTo>
                <a:lnTo>
                  <a:pt x="114300" y="95250"/>
                </a:lnTo>
                <a:close/>
                <a:moveTo>
                  <a:pt x="104775" y="104775"/>
                </a:moveTo>
                <a:lnTo>
                  <a:pt x="114300" y="104775"/>
                </a:lnTo>
                <a:lnTo>
                  <a:pt x="114300" y="171450"/>
                </a:lnTo>
                <a:lnTo>
                  <a:pt x="123825" y="171450"/>
                </a:lnTo>
                <a:lnTo>
                  <a:pt x="123825" y="647700"/>
                </a:lnTo>
                <a:lnTo>
                  <a:pt x="114300" y="647700"/>
                </a:lnTo>
                <a:lnTo>
                  <a:pt x="114300" y="638175"/>
                </a:lnTo>
                <a:lnTo>
                  <a:pt x="104775" y="638175"/>
                </a:lnTo>
                <a:close/>
                <a:moveTo>
                  <a:pt x="295275" y="114300"/>
                </a:moveTo>
                <a:lnTo>
                  <a:pt x="304800" y="114300"/>
                </a:lnTo>
                <a:lnTo>
                  <a:pt x="304800" y="123825"/>
                </a:lnTo>
                <a:lnTo>
                  <a:pt x="295275" y="123825"/>
                </a:lnTo>
                <a:close/>
                <a:moveTo>
                  <a:pt x="323850" y="114300"/>
                </a:moveTo>
                <a:lnTo>
                  <a:pt x="333375" y="114300"/>
                </a:lnTo>
                <a:lnTo>
                  <a:pt x="333375" y="123825"/>
                </a:lnTo>
                <a:lnTo>
                  <a:pt x="323850" y="123825"/>
                </a:lnTo>
                <a:close/>
                <a:moveTo>
                  <a:pt x="209550" y="123825"/>
                </a:moveTo>
                <a:lnTo>
                  <a:pt x="228600" y="123825"/>
                </a:lnTo>
                <a:lnTo>
                  <a:pt x="228600" y="133350"/>
                </a:lnTo>
                <a:lnTo>
                  <a:pt x="209550" y="133350"/>
                </a:lnTo>
                <a:close/>
                <a:moveTo>
                  <a:pt x="304800" y="123825"/>
                </a:moveTo>
                <a:lnTo>
                  <a:pt x="323850" y="123825"/>
                </a:lnTo>
                <a:lnTo>
                  <a:pt x="323850" y="133350"/>
                </a:lnTo>
                <a:lnTo>
                  <a:pt x="304800" y="133350"/>
                </a:lnTo>
                <a:close/>
                <a:moveTo>
                  <a:pt x="742950" y="123825"/>
                </a:moveTo>
                <a:lnTo>
                  <a:pt x="762000" y="123825"/>
                </a:lnTo>
                <a:lnTo>
                  <a:pt x="762000" y="133350"/>
                </a:lnTo>
                <a:lnTo>
                  <a:pt x="742950" y="133350"/>
                </a:lnTo>
                <a:close/>
                <a:moveTo>
                  <a:pt x="847725" y="123825"/>
                </a:moveTo>
                <a:lnTo>
                  <a:pt x="857250" y="123825"/>
                </a:lnTo>
                <a:lnTo>
                  <a:pt x="857250" y="133350"/>
                </a:lnTo>
                <a:lnTo>
                  <a:pt x="847725" y="133350"/>
                </a:lnTo>
                <a:close/>
                <a:moveTo>
                  <a:pt x="638175" y="238125"/>
                </a:moveTo>
                <a:lnTo>
                  <a:pt x="695325" y="238125"/>
                </a:lnTo>
                <a:lnTo>
                  <a:pt x="695325" y="247650"/>
                </a:lnTo>
                <a:lnTo>
                  <a:pt x="647700" y="247650"/>
                </a:lnTo>
                <a:lnTo>
                  <a:pt x="647700" y="257175"/>
                </a:lnTo>
                <a:lnTo>
                  <a:pt x="638175" y="257175"/>
                </a:lnTo>
                <a:close/>
                <a:moveTo>
                  <a:pt x="628650" y="257175"/>
                </a:moveTo>
                <a:lnTo>
                  <a:pt x="638175" y="257175"/>
                </a:lnTo>
                <a:lnTo>
                  <a:pt x="638175" y="266700"/>
                </a:lnTo>
                <a:lnTo>
                  <a:pt x="628650" y="266700"/>
                </a:lnTo>
                <a:close/>
                <a:moveTo>
                  <a:pt x="657225" y="266700"/>
                </a:moveTo>
                <a:lnTo>
                  <a:pt x="676275" y="266700"/>
                </a:lnTo>
                <a:lnTo>
                  <a:pt x="676275" y="276225"/>
                </a:lnTo>
                <a:lnTo>
                  <a:pt x="657225" y="276225"/>
                </a:lnTo>
                <a:close/>
                <a:moveTo>
                  <a:pt x="695325" y="266700"/>
                </a:moveTo>
                <a:lnTo>
                  <a:pt x="704850" y="266700"/>
                </a:lnTo>
                <a:lnTo>
                  <a:pt x="704850" y="323850"/>
                </a:lnTo>
                <a:lnTo>
                  <a:pt x="714375" y="323850"/>
                </a:lnTo>
                <a:lnTo>
                  <a:pt x="714375" y="333375"/>
                </a:lnTo>
                <a:lnTo>
                  <a:pt x="685800" y="333375"/>
                </a:lnTo>
                <a:lnTo>
                  <a:pt x="685800" y="285750"/>
                </a:lnTo>
                <a:lnTo>
                  <a:pt x="695325" y="285750"/>
                </a:lnTo>
                <a:close/>
                <a:moveTo>
                  <a:pt x="647700" y="276225"/>
                </a:moveTo>
                <a:lnTo>
                  <a:pt x="657225" y="276225"/>
                </a:lnTo>
                <a:lnTo>
                  <a:pt x="657225" y="285750"/>
                </a:lnTo>
                <a:lnTo>
                  <a:pt x="647700" y="285750"/>
                </a:lnTo>
                <a:close/>
                <a:moveTo>
                  <a:pt x="628650" y="285750"/>
                </a:moveTo>
                <a:lnTo>
                  <a:pt x="647700" y="285750"/>
                </a:lnTo>
                <a:lnTo>
                  <a:pt x="647700" y="304800"/>
                </a:lnTo>
                <a:lnTo>
                  <a:pt x="628650" y="304800"/>
                </a:lnTo>
                <a:close/>
                <a:moveTo>
                  <a:pt x="647700" y="304800"/>
                </a:moveTo>
                <a:lnTo>
                  <a:pt x="657225" y="304800"/>
                </a:lnTo>
                <a:lnTo>
                  <a:pt x="657225" y="323850"/>
                </a:lnTo>
                <a:lnTo>
                  <a:pt x="647700" y="323850"/>
                </a:lnTo>
                <a:close/>
                <a:moveTo>
                  <a:pt x="619125" y="314325"/>
                </a:moveTo>
                <a:lnTo>
                  <a:pt x="628650" y="314325"/>
                </a:lnTo>
                <a:lnTo>
                  <a:pt x="628650" y="333375"/>
                </a:lnTo>
                <a:lnTo>
                  <a:pt x="619125" y="333375"/>
                </a:lnTo>
                <a:close/>
                <a:moveTo>
                  <a:pt x="638175" y="323850"/>
                </a:moveTo>
                <a:lnTo>
                  <a:pt x="647700" y="323850"/>
                </a:lnTo>
                <a:lnTo>
                  <a:pt x="647700" y="333375"/>
                </a:lnTo>
                <a:lnTo>
                  <a:pt x="638175" y="333375"/>
                </a:lnTo>
                <a:close/>
                <a:moveTo>
                  <a:pt x="238125" y="352425"/>
                </a:moveTo>
                <a:lnTo>
                  <a:pt x="247650" y="352425"/>
                </a:lnTo>
                <a:lnTo>
                  <a:pt x="247650" y="381000"/>
                </a:lnTo>
                <a:lnTo>
                  <a:pt x="238125" y="381000"/>
                </a:lnTo>
                <a:close/>
                <a:moveTo>
                  <a:pt x="390525" y="352425"/>
                </a:moveTo>
                <a:lnTo>
                  <a:pt x="419100" y="352425"/>
                </a:lnTo>
                <a:lnTo>
                  <a:pt x="419100" y="381000"/>
                </a:lnTo>
                <a:lnTo>
                  <a:pt x="390525" y="381000"/>
                </a:lnTo>
                <a:close/>
                <a:moveTo>
                  <a:pt x="561975" y="352425"/>
                </a:moveTo>
                <a:lnTo>
                  <a:pt x="590550" y="352425"/>
                </a:lnTo>
                <a:lnTo>
                  <a:pt x="590550" y="381000"/>
                </a:lnTo>
                <a:lnTo>
                  <a:pt x="561975" y="381000"/>
                </a:lnTo>
                <a:close/>
                <a:moveTo>
                  <a:pt x="742950" y="352425"/>
                </a:moveTo>
                <a:lnTo>
                  <a:pt x="771525" y="352425"/>
                </a:lnTo>
                <a:lnTo>
                  <a:pt x="771525" y="381000"/>
                </a:lnTo>
                <a:lnTo>
                  <a:pt x="742950" y="381000"/>
                </a:lnTo>
                <a:close/>
                <a:moveTo>
                  <a:pt x="171450" y="409575"/>
                </a:moveTo>
                <a:lnTo>
                  <a:pt x="180975" y="409575"/>
                </a:lnTo>
                <a:lnTo>
                  <a:pt x="180975" y="419100"/>
                </a:lnTo>
                <a:lnTo>
                  <a:pt x="171450" y="419100"/>
                </a:lnTo>
                <a:close/>
                <a:moveTo>
                  <a:pt x="161925" y="428625"/>
                </a:moveTo>
                <a:lnTo>
                  <a:pt x="171450" y="428625"/>
                </a:lnTo>
                <a:lnTo>
                  <a:pt x="171450" y="438150"/>
                </a:lnTo>
                <a:lnTo>
                  <a:pt x="161925" y="438150"/>
                </a:lnTo>
                <a:close/>
                <a:moveTo>
                  <a:pt x="180975" y="428625"/>
                </a:moveTo>
                <a:lnTo>
                  <a:pt x="190500" y="428625"/>
                </a:lnTo>
                <a:lnTo>
                  <a:pt x="190500" y="438150"/>
                </a:lnTo>
                <a:lnTo>
                  <a:pt x="180975" y="438150"/>
                </a:lnTo>
                <a:close/>
                <a:moveTo>
                  <a:pt x="476250" y="428625"/>
                </a:moveTo>
                <a:lnTo>
                  <a:pt x="504825" y="428625"/>
                </a:lnTo>
                <a:lnTo>
                  <a:pt x="504825" y="447675"/>
                </a:lnTo>
                <a:lnTo>
                  <a:pt x="476250" y="447675"/>
                </a:lnTo>
                <a:close/>
                <a:moveTo>
                  <a:pt x="171450" y="438150"/>
                </a:moveTo>
                <a:lnTo>
                  <a:pt x="180975" y="438150"/>
                </a:lnTo>
                <a:lnTo>
                  <a:pt x="180975" y="447675"/>
                </a:lnTo>
                <a:lnTo>
                  <a:pt x="171450" y="447675"/>
                </a:lnTo>
                <a:close/>
                <a:moveTo>
                  <a:pt x="457200" y="447675"/>
                </a:moveTo>
                <a:lnTo>
                  <a:pt x="466725" y="447675"/>
                </a:lnTo>
                <a:lnTo>
                  <a:pt x="466725" y="457200"/>
                </a:lnTo>
                <a:lnTo>
                  <a:pt x="457200" y="457200"/>
                </a:lnTo>
                <a:close/>
                <a:moveTo>
                  <a:pt x="447675" y="457200"/>
                </a:moveTo>
                <a:lnTo>
                  <a:pt x="457200" y="457200"/>
                </a:lnTo>
                <a:lnTo>
                  <a:pt x="457200" y="476250"/>
                </a:lnTo>
                <a:lnTo>
                  <a:pt x="447675" y="476250"/>
                </a:lnTo>
                <a:close/>
                <a:moveTo>
                  <a:pt x="866775" y="457200"/>
                </a:moveTo>
                <a:lnTo>
                  <a:pt x="933450" y="457200"/>
                </a:lnTo>
                <a:lnTo>
                  <a:pt x="933450" y="466725"/>
                </a:lnTo>
                <a:lnTo>
                  <a:pt x="962025" y="466725"/>
                </a:lnTo>
                <a:lnTo>
                  <a:pt x="962025" y="476250"/>
                </a:lnTo>
                <a:lnTo>
                  <a:pt x="866775" y="476250"/>
                </a:lnTo>
                <a:close/>
                <a:moveTo>
                  <a:pt x="523875" y="466725"/>
                </a:moveTo>
                <a:lnTo>
                  <a:pt x="533400" y="466725"/>
                </a:lnTo>
                <a:lnTo>
                  <a:pt x="533400" y="476250"/>
                </a:lnTo>
                <a:lnTo>
                  <a:pt x="523875" y="476250"/>
                </a:lnTo>
                <a:close/>
                <a:moveTo>
                  <a:pt x="457200" y="476250"/>
                </a:moveTo>
                <a:lnTo>
                  <a:pt x="523875" y="476250"/>
                </a:lnTo>
                <a:lnTo>
                  <a:pt x="523875" y="485775"/>
                </a:lnTo>
                <a:lnTo>
                  <a:pt x="533400" y="485775"/>
                </a:lnTo>
                <a:lnTo>
                  <a:pt x="533400" y="495300"/>
                </a:lnTo>
                <a:lnTo>
                  <a:pt x="514350" y="495300"/>
                </a:lnTo>
                <a:lnTo>
                  <a:pt x="514350" y="504825"/>
                </a:lnTo>
                <a:lnTo>
                  <a:pt x="476250" y="504825"/>
                </a:lnTo>
                <a:lnTo>
                  <a:pt x="476250" y="495300"/>
                </a:lnTo>
                <a:lnTo>
                  <a:pt x="457200" y="495300"/>
                </a:lnTo>
                <a:close/>
                <a:moveTo>
                  <a:pt x="828675" y="476250"/>
                </a:moveTo>
                <a:lnTo>
                  <a:pt x="838200" y="476250"/>
                </a:lnTo>
                <a:lnTo>
                  <a:pt x="838200" y="485775"/>
                </a:lnTo>
                <a:lnTo>
                  <a:pt x="828675" y="485775"/>
                </a:lnTo>
                <a:close/>
                <a:moveTo>
                  <a:pt x="962025" y="476250"/>
                </a:moveTo>
                <a:lnTo>
                  <a:pt x="971550" y="476250"/>
                </a:lnTo>
                <a:lnTo>
                  <a:pt x="971550" y="485775"/>
                </a:lnTo>
                <a:lnTo>
                  <a:pt x="962025" y="485775"/>
                </a:lnTo>
                <a:close/>
                <a:moveTo>
                  <a:pt x="238125" y="485775"/>
                </a:moveTo>
                <a:lnTo>
                  <a:pt x="247650" y="485775"/>
                </a:lnTo>
                <a:lnTo>
                  <a:pt x="247650" y="495300"/>
                </a:lnTo>
                <a:lnTo>
                  <a:pt x="238125" y="495300"/>
                </a:lnTo>
                <a:close/>
                <a:moveTo>
                  <a:pt x="390525" y="485775"/>
                </a:moveTo>
                <a:lnTo>
                  <a:pt x="419100" y="485775"/>
                </a:lnTo>
                <a:lnTo>
                  <a:pt x="419100" y="514350"/>
                </a:lnTo>
                <a:lnTo>
                  <a:pt x="390525" y="514350"/>
                </a:lnTo>
                <a:close/>
                <a:moveTo>
                  <a:pt x="561975" y="485775"/>
                </a:moveTo>
                <a:lnTo>
                  <a:pt x="590550" y="485775"/>
                </a:lnTo>
                <a:lnTo>
                  <a:pt x="590550" y="514350"/>
                </a:lnTo>
                <a:lnTo>
                  <a:pt x="561975" y="514350"/>
                </a:lnTo>
                <a:close/>
                <a:moveTo>
                  <a:pt x="742950" y="485775"/>
                </a:moveTo>
                <a:lnTo>
                  <a:pt x="752475" y="485775"/>
                </a:lnTo>
                <a:lnTo>
                  <a:pt x="752475" y="504825"/>
                </a:lnTo>
                <a:lnTo>
                  <a:pt x="742950" y="504825"/>
                </a:lnTo>
                <a:close/>
                <a:moveTo>
                  <a:pt x="809625" y="485775"/>
                </a:moveTo>
                <a:lnTo>
                  <a:pt x="828675" y="485775"/>
                </a:lnTo>
                <a:lnTo>
                  <a:pt x="828675" y="495300"/>
                </a:lnTo>
                <a:lnTo>
                  <a:pt x="809625" y="495300"/>
                </a:lnTo>
                <a:close/>
                <a:moveTo>
                  <a:pt x="981075" y="485775"/>
                </a:moveTo>
                <a:lnTo>
                  <a:pt x="990600" y="485775"/>
                </a:lnTo>
                <a:lnTo>
                  <a:pt x="990600" y="495300"/>
                </a:lnTo>
                <a:lnTo>
                  <a:pt x="981075" y="495300"/>
                </a:lnTo>
                <a:close/>
                <a:moveTo>
                  <a:pt x="161925" y="495300"/>
                </a:moveTo>
                <a:lnTo>
                  <a:pt x="171450" y="495300"/>
                </a:lnTo>
                <a:lnTo>
                  <a:pt x="171450" y="504825"/>
                </a:lnTo>
                <a:lnTo>
                  <a:pt x="161925" y="504825"/>
                </a:lnTo>
                <a:close/>
                <a:moveTo>
                  <a:pt x="180975" y="495300"/>
                </a:moveTo>
                <a:lnTo>
                  <a:pt x="190500" y="495300"/>
                </a:lnTo>
                <a:lnTo>
                  <a:pt x="190500" y="504825"/>
                </a:lnTo>
                <a:lnTo>
                  <a:pt x="180975" y="504825"/>
                </a:lnTo>
                <a:close/>
                <a:moveTo>
                  <a:pt x="790575" y="495300"/>
                </a:moveTo>
                <a:lnTo>
                  <a:pt x="809625" y="495300"/>
                </a:lnTo>
                <a:lnTo>
                  <a:pt x="809625" y="504825"/>
                </a:lnTo>
                <a:lnTo>
                  <a:pt x="800100" y="504825"/>
                </a:lnTo>
                <a:lnTo>
                  <a:pt x="800100" y="514350"/>
                </a:lnTo>
                <a:lnTo>
                  <a:pt x="790575" y="514350"/>
                </a:lnTo>
                <a:lnTo>
                  <a:pt x="790575" y="523875"/>
                </a:lnTo>
                <a:lnTo>
                  <a:pt x="781050" y="523875"/>
                </a:lnTo>
                <a:lnTo>
                  <a:pt x="781050" y="504825"/>
                </a:lnTo>
                <a:lnTo>
                  <a:pt x="790575" y="504825"/>
                </a:lnTo>
                <a:close/>
                <a:moveTo>
                  <a:pt x="990600" y="495300"/>
                </a:moveTo>
                <a:lnTo>
                  <a:pt x="1009650" y="495300"/>
                </a:lnTo>
                <a:lnTo>
                  <a:pt x="1009650" y="514350"/>
                </a:lnTo>
                <a:lnTo>
                  <a:pt x="1000125" y="514350"/>
                </a:lnTo>
                <a:lnTo>
                  <a:pt x="1000125" y="504825"/>
                </a:lnTo>
                <a:lnTo>
                  <a:pt x="990600" y="504825"/>
                </a:lnTo>
                <a:close/>
                <a:moveTo>
                  <a:pt x="171450" y="504825"/>
                </a:moveTo>
                <a:lnTo>
                  <a:pt x="180975" y="504825"/>
                </a:lnTo>
                <a:lnTo>
                  <a:pt x="180975" y="514350"/>
                </a:lnTo>
                <a:lnTo>
                  <a:pt x="171450" y="514350"/>
                </a:lnTo>
                <a:close/>
                <a:moveTo>
                  <a:pt x="238125" y="504825"/>
                </a:moveTo>
                <a:lnTo>
                  <a:pt x="247650" y="504825"/>
                </a:lnTo>
                <a:lnTo>
                  <a:pt x="247650" y="514350"/>
                </a:lnTo>
                <a:lnTo>
                  <a:pt x="238125" y="514350"/>
                </a:lnTo>
                <a:close/>
                <a:moveTo>
                  <a:pt x="295275" y="504825"/>
                </a:moveTo>
                <a:lnTo>
                  <a:pt x="342900" y="504825"/>
                </a:lnTo>
                <a:lnTo>
                  <a:pt x="342900" y="514350"/>
                </a:lnTo>
                <a:lnTo>
                  <a:pt x="295275" y="514350"/>
                </a:lnTo>
                <a:close/>
                <a:moveTo>
                  <a:pt x="914400" y="514350"/>
                </a:moveTo>
                <a:lnTo>
                  <a:pt x="923925" y="514350"/>
                </a:lnTo>
                <a:lnTo>
                  <a:pt x="923925" y="523875"/>
                </a:lnTo>
                <a:lnTo>
                  <a:pt x="914400" y="523875"/>
                </a:lnTo>
                <a:close/>
                <a:moveTo>
                  <a:pt x="771525" y="523875"/>
                </a:moveTo>
                <a:lnTo>
                  <a:pt x="781050" y="523875"/>
                </a:lnTo>
                <a:lnTo>
                  <a:pt x="781050" y="542925"/>
                </a:lnTo>
                <a:lnTo>
                  <a:pt x="771525" y="542925"/>
                </a:lnTo>
                <a:close/>
                <a:moveTo>
                  <a:pt x="857250" y="523875"/>
                </a:moveTo>
                <a:lnTo>
                  <a:pt x="866775" y="523875"/>
                </a:lnTo>
                <a:lnTo>
                  <a:pt x="866775" y="533400"/>
                </a:lnTo>
                <a:lnTo>
                  <a:pt x="857250" y="533400"/>
                </a:lnTo>
                <a:close/>
                <a:moveTo>
                  <a:pt x="276225" y="533400"/>
                </a:moveTo>
                <a:lnTo>
                  <a:pt x="285750" y="533400"/>
                </a:lnTo>
                <a:lnTo>
                  <a:pt x="285750" y="542925"/>
                </a:lnTo>
                <a:lnTo>
                  <a:pt x="295275" y="542925"/>
                </a:lnTo>
                <a:lnTo>
                  <a:pt x="295275" y="571500"/>
                </a:lnTo>
                <a:lnTo>
                  <a:pt x="285750" y="571500"/>
                </a:lnTo>
                <a:lnTo>
                  <a:pt x="285750" y="600075"/>
                </a:lnTo>
                <a:lnTo>
                  <a:pt x="276225" y="600075"/>
                </a:lnTo>
                <a:close/>
                <a:moveTo>
                  <a:pt x="323850" y="533400"/>
                </a:moveTo>
                <a:lnTo>
                  <a:pt x="333375" y="533400"/>
                </a:lnTo>
                <a:lnTo>
                  <a:pt x="333375" y="542925"/>
                </a:lnTo>
                <a:lnTo>
                  <a:pt x="323850" y="542925"/>
                </a:lnTo>
                <a:close/>
                <a:moveTo>
                  <a:pt x="847725" y="533400"/>
                </a:moveTo>
                <a:lnTo>
                  <a:pt x="857250" y="533400"/>
                </a:lnTo>
                <a:lnTo>
                  <a:pt x="857250" y="542925"/>
                </a:lnTo>
                <a:lnTo>
                  <a:pt x="847725" y="542925"/>
                </a:lnTo>
                <a:close/>
                <a:moveTo>
                  <a:pt x="333375" y="542925"/>
                </a:moveTo>
                <a:lnTo>
                  <a:pt x="361950" y="542925"/>
                </a:lnTo>
                <a:lnTo>
                  <a:pt x="361950" y="561975"/>
                </a:lnTo>
                <a:lnTo>
                  <a:pt x="352425" y="561975"/>
                </a:lnTo>
                <a:lnTo>
                  <a:pt x="352425" y="581025"/>
                </a:lnTo>
                <a:lnTo>
                  <a:pt x="342900" y="581025"/>
                </a:lnTo>
                <a:lnTo>
                  <a:pt x="342900" y="590550"/>
                </a:lnTo>
                <a:lnTo>
                  <a:pt x="333375" y="590550"/>
                </a:lnTo>
                <a:lnTo>
                  <a:pt x="333375" y="571500"/>
                </a:lnTo>
                <a:lnTo>
                  <a:pt x="342900" y="571500"/>
                </a:lnTo>
                <a:lnTo>
                  <a:pt x="342900" y="552450"/>
                </a:lnTo>
                <a:lnTo>
                  <a:pt x="333375" y="552450"/>
                </a:lnTo>
                <a:close/>
                <a:moveTo>
                  <a:pt x="762000" y="542925"/>
                </a:moveTo>
                <a:lnTo>
                  <a:pt x="771525" y="542925"/>
                </a:lnTo>
                <a:lnTo>
                  <a:pt x="771525" y="552450"/>
                </a:lnTo>
                <a:lnTo>
                  <a:pt x="762000" y="552450"/>
                </a:lnTo>
                <a:close/>
                <a:moveTo>
                  <a:pt x="1028700" y="542925"/>
                </a:moveTo>
                <a:lnTo>
                  <a:pt x="1038225" y="542925"/>
                </a:lnTo>
                <a:lnTo>
                  <a:pt x="1038225" y="552450"/>
                </a:lnTo>
                <a:lnTo>
                  <a:pt x="1028700" y="552450"/>
                </a:lnTo>
                <a:close/>
                <a:moveTo>
                  <a:pt x="742950" y="590550"/>
                </a:moveTo>
                <a:lnTo>
                  <a:pt x="762000" y="590550"/>
                </a:lnTo>
                <a:lnTo>
                  <a:pt x="762000" y="628650"/>
                </a:lnTo>
                <a:lnTo>
                  <a:pt x="742950" y="628650"/>
                </a:lnTo>
                <a:close/>
                <a:moveTo>
                  <a:pt x="1038225" y="590550"/>
                </a:moveTo>
                <a:lnTo>
                  <a:pt x="1057275" y="590550"/>
                </a:lnTo>
                <a:lnTo>
                  <a:pt x="1057275" y="638175"/>
                </a:lnTo>
                <a:lnTo>
                  <a:pt x="1038225" y="638175"/>
                </a:lnTo>
                <a:close/>
                <a:moveTo>
                  <a:pt x="885825" y="619125"/>
                </a:moveTo>
                <a:lnTo>
                  <a:pt x="914400" y="619125"/>
                </a:lnTo>
                <a:lnTo>
                  <a:pt x="914400" y="638175"/>
                </a:lnTo>
                <a:lnTo>
                  <a:pt x="942975" y="638175"/>
                </a:lnTo>
                <a:lnTo>
                  <a:pt x="942975" y="647700"/>
                </a:lnTo>
                <a:lnTo>
                  <a:pt x="857250" y="647700"/>
                </a:lnTo>
                <a:lnTo>
                  <a:pt x="857250" y="638175"/>
                </a:lnTo>
                <a:lnTo>
                  <a:pt x="885825" y="638175"/>
                </a:lnTo>
                <a:close/>
                <a:moveTo>
                  <a:pt x="123825" y="647700"/>
                </a:moveTo>
                <a:lnTo>
                  <a:pt x="133350" y="647700"/>
                </a:lnTo>
                <a:lnTo>
                  <a:pt x="133350" y="657225"/>
                </a:lnTo>
                <a:lnTo>
                  <a:pt x="123825" y="657225"/>
                </a:lnTo>
                <a:close/>
                <a:moveTo>
                  <a:pt x="752475" y="647700"/>
                </a:moveTo>
                <a:lnTo>
                  <a:pt x="762000" y="647700"/>
                </a:lnTo>
                <a:lnTo>
                  <a:pt x="762000" y="657225"/>
                </a:lnTo>
                <a:lnTo>
                  <a:pt x="771525" y="657225"/>
                </a:lnTo>
                <a:lnTo>
                  <a:pt x="771525" y="676275"/>
                </a:lnTo>
                <a:lnTo>
                  <a:pt x="752475" y="676275"/>
                </a:lnTo>
                <a:lnTo>
                  <a:pt x="752475" y="666750"/>
                </a:lnTo>
                <a:lnTo>
                  <a:pt x="742950" y="666750"/>
                </a:lnTo>
                <a:lnTo>
                  <a:pt x="742950" y="657225"/>
                </a:lnTo>
                <a:lnTo>
                  <a:pt x="752475" y="657225"/>
                </a:lnTo>
                <a:close/>
                <a:moveTo>
                  <a:pt x="971550" y="657225"/>
                </a:moveTo>
                <a:lnTo>
                  <a:pt x="981075" y="657225"/>
                </a:lnTo>
                <a:lnTo>
                  <a:pt x="981075" y="666750"/>
                </a:lnTo>
                <a:lnTo>
                  <a:pt x="971550" y="666750"/>
                </a:lnTo>
                <a:close/>
                <a:moveTo>
                  <a:pt x="981075" y="666750"/>
                </a:moveTo>
                <a:lnTo>
                  <a:pt x="990600" y="666750"/>
                </a:lnTo>
                <a:lnTo>
                  <a:pt x="990600" y="676275"/>
                </a:lnTo>
                <a:lnTo>
                  <a:pt x="981075" y="676275"/>
                </a:lnTo>
                <a:close/>
                <a:moveTo>
                  <a:pt x="781050" y="695325"/>
                </a:moveTo>
                <a:lnTo>
                  <a:pt x="790575" y="695325"/>
                </a:lnTo>
                <a:lnTo>
                  <a:pt x="790575" y="714375"/>
                </a:lnTo>
                <a:lnTo>
                  <a:pt x="781050" y="714375"/>
                </a:lnTo>
                <a:close/>
                <a:moveTo>
                  <a:pt x="981075" y="733425"/>
                </a:moveTo>
                <a:lnTo>
                  <a:pt x="990600" y="733425"/>
                </a:lnTo>
                <a:lnTo>
                  <a:pt x="990600" y="742950"/>
                </a:lnTo>
                <a:lnTo>
                  <a:pt x="981075" y="742950"/>
                </a:lnTo>
                <a:close/>
                <a:moveTo>
                  <a:pt x="828675" y="742950"/>
                </a:moveTo>
                <a:lnTo>
                  <a:pt x="838200" y="742950"/>
                </a:lnTo>
                <a:lnTo>
                  <a:pt x="838200" y="752475"/>
                </a:lnTo>
                <a:lnTo>
                  <a:pt x="828675" y="752475"/>
                </a:lnTo>
                <a:close/>
                <a:moveTo>
                  <a:pt x="962025" y="742950"/>
                </a:moveTo>
                <a:lnTo>
                  <a:pt x="971550" y="742950"/>
                </a:lnTo>
                <a:lnTo>
                  <a:pt x="971550" y="752475"/>
                </a:lnTo>
                <a:lnTo>
                  <a:pt x="962025" y="752475"/>
                </a:lnTo>
                <a:close/>
                <a:moveTo>
                  <a:pt x="857250" y="752475"/>
                </a:moveTo>
                <a:lnTo>
                  <a:pt x="866775" y="752475"/>
                </a:lnTo>
                <a:lnTo>
                  <a:pt x="866775" y="762000"/>
                </a:lnTo>
                <a:lnTo>
                  <a:pt x="857250" y="762000"/>
                </a:lnTo>
                <a:close/>
                <a:moveTo>
                  <a:pt x="933450" y="752475"/>
                </a:moveTo>
                <a:lnTo>
                  <a:pt x="942975" y="752475"/>
                </a:lnTo>
                <a:lnTo>
                  <a:pt x="942975" y="762000"/>
                </a:lnTo>
                <a:lnTo>
                  <a:pt x="933450" y="762000"/>
                </a:lnTo>
                <a:close/>
              </a:path>
            </a:pathLst>
          </a:custGeom>
          <a:solidFill xmlns:a="http://schemas.openxmlformats.org/drawingml/2006/main">
            <a:srgbClr val="526659"/>
          </a:solidFill>
          <a:ln xmlns:a="http://schemas.openxmlformats.org/drawingml/2006/main" w="0">
            <a:noFill/>
          </a:ln>
        </p:spPr>
      </p:sp>
      <p:sp>
        <p:nvSpPr>
          <p:cNvPr id="229" name="v21 vector #2d4f3e">
            <a:extLst xmlns:a="http://schemas.openxmlformats.org/drawingml/2006/main">
              <a:ext uri="{FF2B5EF4-FFF2-40B4-BE49-F238E27FC236}">
                <a16:creationId xmlns:a16="http://schemas.microsoft.com/office/drawing/2014/main" id="{5D4CD0A4-4BDC-435C-81B5-E5B19110AF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8250" y="4848225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276225" y="66675"/>
                </a:moveTo>
                <a:lnTo>
                  <a:pt x="285750" y="66675"/>
                </a:lnTo>
                <a:lnTo>
                  <a:pt x="285750" y="76200"/>
                </a:lnTo>
                <a:lnTo>
                  <a:pt x="276225" y="76200"/>
                </a:lnTo>
                <a:close/>
                <a:moveTo>
                  <a:pt x="714375" y="66675"/>
                </a:moveTo>
                <a:lnTo>
                  <a:pt x="723900" y="66675"/>
                </a:lnTo>
                <a:lnTo>
                  <a:pt x="723900" y="114300"/>
                </a:lnTo>
                <a:lnTo>
                  <a:pt x="733425" y="114300"/>
                </a:lnTo>
                <a:lnTo>
                  <a:pt x="733425" y="123825"/>
                </a:lnTo>
                <a:lnTo>
                  <a:pt x="742950" y="123825"/>
                </a:lnTo>
                <a:lnTo>
                  <a:pt x="742950" y="133350"/>
                </a:lnTo>
                <a:lnTo>
                  <a:pt x="762000" y="133350"/>
                </a:lnTo>
                <a:lnTo>
                  <a:pt x="762000" y="123825"/>
                </a:lnTo>
                <a:lnTo>
                  <a:pt x="771525" y="123825"/>
                </a:lnTo>
                <a:lnTo>
                  <a:pt x="771525" y="104775"/>
                </a:lnTo>
                <a:lnTo>
                  <a:pt x="809625" y="104775"/>
                </a:lnTo>
                <a:lnTo>
                  <a:pt x="809625" y="114300"/>
                </a:lnTo>
                <a:lnTo>
                  <a:pt x="819150" y="114300"/>
                </a:lnTo>
                <a:lnTo>
                  <a:pt x="819150" y="95250"/>
                </a:lnTo>
                <a:lnTo>
                  <a:pt x="828675" y="95250"/>
                </a:lnTo>
                <a:lnTo>
                  <a:pt x="828675" y="114300"/>
                </a:lnTo>
                <a:lnTo>
                  <a:pt x="838200" y="114300"/>
                </a:lnTo>
                <a:lnTo>
                  <a:pt x="838200" y="123825"/>
                </a:lnTo>
                <a:lnTo>
                  <a:pt x="847725" y="123825"/>
                </a:lnTo>
                <a:lnTo>
                  <a:pt x="847725" y="133350"/>
                </a:lnTo>
                <a:lnTo>
                  <a:pt x="828675" y="133350"/>
                </a:lnTo>
                <a:lnTo>
                  <a:pt x="828675" y="123825"/>
                </a:lnTo>
                <a:lnTo>
                  <a:pt x="809625" y="123825"/>
                </a:lnTo>
                <a:lnTo>
                  <a:pt x="809625" y="152400"/>
                </a:lnTo>
                <a:lnTo>
                  <a:pt x="800100" y="152400"/>
                </a:lnTo>
                <a:lnTo>
                  <a:pt x="800100" y="161925"/>
                </a:lnTo>
                <a:lnTo>
                  <a:pt x="809625" y="161925"/>
                </a:lnTo>
                <a:lnTo>
                  <a:pt x="809625" y="171450"/>
                </a:lnTo>
                <a:lnTo>
                  <a:pt x="933450" y="171450"/>
                </a:lnTo>
                <a:lnTo>
                  <a:pt x="933450" y="180975"/>
                </a:lnTo>
                <a:lnTo>
                  <a:pt x="514350" y="180975"/>
                </a:lnTo>
                <a:lnTo>
                  <a:pt x="514350" y="171450"/>
                </a:lnTo>
                <a:lnTo>
                  <a:pt x="552450" y="171450"/>
                </a:lnTo>
                <a:lnTo>
                  <a:pt x="552450" y="161925"/>
                </a:lnTo>
                <a:lnTo>
                  <a:pt x="504825" y="161925"/>
                </a:lnTo>
                <a:lnTo>
                  <a:pt x="504825" y="152400"/>
                </a:lnTo>
                <a:lnTo>
                  <a:pt x="457200" y="152400"/>
                </a:lnTo>
                <a:lnTo>
                  <a:pt x="457200" y="142875"/>
                </a:lnTo>
                <a:lnTo>
                  <a:pt x="476250" y="142875"/>
                </a:lnTo>
                <a:lnTo>
                  <a:pt x="476250" y="123825"/>
                </a:lnTo>
                <a:lnTo>
                  <a:pt x="485775" y="123825"/>
                </a:lnTo>
                <a:lnTo>
                  <a:pt x="485775" y="114300"/>
                </a:lnTo>
                <a:lnTo>
                  <a:pt x="495300" y="114300"/>
                </a:lnTo>
                <a:lnTo>
                  <a:pt x="495300" y="104775"/>
                </a:lnTo>
                <a:lnTo>
                  <a:pt x="504825" y="104775"/>
                </a:lnTo>
                <a:lnTo>
                  <a:pt x="504825" y="95250"/>
                </a:lnTo>
                <a:lnTo>
                  <a:pt x="542925" y="95250"/>
                </a:lnTo>
                <a:lnTo>
                  <a:pt x="542925" y="76200"/>
                </a:lnTo>
                <a:lnTo>
                  <a:pt x="714375" y="76200"/>
                </a:lnTo>
                <a:close/>
                <a:moveTo>
                  <a:pt x="876300" y="66675"/>
                </a:moveTo>
                <a:lnTo>
                  <a:pt x="885825" y="66675"/>
                </a:lnTo>
                <a:lnTo>
                  <a:pt x="885825" y="76200"/>
                </a:lnTo>
                <a:lnTo>
                  <a:pt x="876300" y="76200"/>
                </a:lnTo>
                <a:close/>
                <a:moveTo>
                  <a:pt x="133350" y="76200"/>
                </a:moveTo>
                <a:lnTo>
                  <a:pt x="180975" y="76200"/>
                </a:lnTo>
                <a:lnTo>
                  <a:pt x="180975" y="85725"/>
                </a:lnTo>
                <a:lnTo>
                  <a:pt x="171450" y="85725"/>
                </a:lnTo>
                <a:lnTo>
                  <a:pt x="171450" y="95250"/>
                </a:lnTo>
                <a:lnTo>
                  <a:pt x="180975" y="95250"/>
                </a:lnTo>
                <a:lnTo>
                  <a:pt x="180975" y="85725"/>
                </a:lnTo>
                <a:lnTo>
                  <a:pt x="190500" y="85725"/>
                </a:lnTo>
                <a:lnTo>
                  <a:pt x="190500" y="114300"/>
                </a:lnTo>
                <a:lnTo>
                  <a:pt x="200025" y="114300"/>
                </a:lnTo>
                <a:lnTo>
                  <a:pt x="200025" y="123825"/>
                </a:lnTo>
                <a:lnTo>
                  <a:pt x="209550" y="123825"/>
                </a:lnTo>
                <a:lnTo>
                  <a:pt x="209550" y="133350"/>
                </a:lnTo>
                <a:lnTo>
                  <a:pt x="228600" y="133350"/>
                </a:lnTo>
                <a:lnTo>
                  <a:pt x="228600" y="123825"/>
                </a:lnTo>
                <a:lnTo>
                  <a:pt x="238125" y="123825"/>
                </a:lnTo>
                <a:lnTo>
                  <a:pt x="238125" y="85725"/>
                </a:lnTo>
                <a:lnTo>
                  <a:pt x="247650" y="85725"/>
                </a:lnTo>
                <a:lnTo>
                  <a:pt x="247650" y="76200"/>
                </a:lnTo>
                <a:lnTo>
                  <a:pt x="276225" y="76200"/>
                </a:lnTo>
                <a:lnTo>
                  <a:pt x="276225" y="85725"/>
                </a:lnTo>
                <a:lnTo>
                  <a:pt x="266700" y="85725"/>
                </a:lnTo>
                <a:lnTo>
                  <a:pt x="266700" y="95250"/>
                </a:lnTo>
                <a:lnTo>
                  <a:pt x="276225" y="95250"/>
                </a:lnTo>
                <a:lnTo>
                  <a:pt x="276225" y="114300"/>
                </a:lnTo>
                <a:lnTo>
                  <a:pt x="295275" y="114300"/>
                </a:lnTo>
                <a:lnTo>
                  <a:pt x="295275" y="123825"/>
                </a:lnTo>
                <a:lnTo>
                  <a:pt x="304800" y="123825"/>
                </a:lnTo>
                <a:lnTo>
                  <a:pt x="304800" y="133350"/>
                </a:lnTo>
                <a:lnTo>
                  <a:pt x="333375" y="133350"/>
                </a:lnTo>
                <a:lnTo>
                  <a:pt x="333375" y="142875"/>
                </a:lnTo>
                <a:lnTo>
                  <a:pt x="352425" y="142875"/>
                </a:lnTo>
                <a:lnTo>
                  <a:pt x="352425" y="152400"/>
                </a:lnTo>
                <a:lnTo>
                  <a:pt x="342900" y="152400"/>
                </a:lnTo>
                <a:lnTo>
                  <a:pt x="342900" y="161925"/>
                </a:lnTo>
                <a:lnTo>
                  <a:pt x="438150" y="161925"/>
                </a:lnTo>
                <a:lnTo>
                  <a:pt x="438150" y="171450"/>
                </a:lnTo>
                <a:lnTo>
                  <a:pt x="447675" y="171450"/>
                </a:lnTo>
                <a:lnTo>
                  <a:pt x="447675" y="180975"/>
                </a:lnTo>
                <a:lnTo>
                  <a:pt x="123825" y="180975"/>
                </a:lnTo>
                <a:lnTo>
                  <a:pt x="123825" y="171450"/>
                </a:lnTo>
                <a:lnTo>
                  <a:pt x="114300" y="171450"/>
                </a:lnTo>
                <a:lnTo>
                  <a:pt x="114300" y="95250"/>
                </a:lnTo>
                <a:lnTo>
                  <a:pt x="123825" y="95250"/>
                </a:lnTo>
                <a:lnTo>
                  <a:pt x="123825" y="85725"/>
                </a:lnTo>
                <a:lnTo>
                  <a:pt x="133350" y="85725"/>
                </a:lnTo>
                <a:close/>
                <a:moveTo>
                  <a:pt x="495300" y="76200"/>
                </a:moveTo>
                <a:lnTo>
                  <a:pt x="514350" y="76200"/>
                </a:lnTo>
                <a:lnTo>
                  <a:pt x="514350" y="85725"/>
                </a:lnTo>
                <a:lnTo>
                  <a:pt x="495300" y="85725"/>
                </a:lnTo>
                <a:close/>
                <a:moveTo>
                  <a:pt x="885825" y="76200"/>
                </a:moveTo>
                <a:lnTo>
                  <a:pt x="933450" y="76200"/>
                </a:lnTo>
                <a:lnTo>
                  <a:pt x="933450" y="85725"/>
                </a:lnTo>
                <a:lnTo>
                  <a:pt x="885825" y="85725"/>
                </a:lnTo>
                <a:close/>
                <a:moveTo>
                  <a:pt x="247650" y="95250"/>
                </a:moveTo>
                <a:lnTo>
                  <a:pt x="257175" y="95250"/>
                </a:lnTo>
                <a:lnTo>
                  <a:pt x="257175" y="85725"/>
                </a:lnTo>
                <a:lnTo>
                  <a:pt x="247650" y="85725"/>
                </a:lnTo>
                <a:close/>
                <a:moveTo>
                  <a:pt x="704850" y="95250"/>
                </a:moveTo>
                <a:lnTo>
                  <a:pt x="714375" y="95250"/>
                </a:lnTo>
                <a:lnTo>
                  <a:pt x="714375" y="85725"/>
                </a:lnTo>
                <a:lnTo>
                  <a:pt x="704850" y="85725"/>
                </a:lnTo>
                <a:close/>
                <a:moveTo>
                  <a:pt x="409575" y="142875"/>
                </a:moveTo>
                <a:lnTo>
                  <a:pt x="438150" y="142875"/>
                </a:lnTo>
                <a:lnTo>
                  <a:pt x="438150" y="152400"/>
                </a:lnTo>
                <a:lnTo>
                  <a:pt x="409575" y="152400"/>
                </a:lnTo>
                <a:close/>
                <a:moveTo>
                  <a:pt x="123825" y="171450"/>
                </a:moveTo>
                <a:lnTo>
                  <a:pt x="133350" y="171450"/>
                </a:lnTo>
                <a:lnTo>
                  <a:pt x="133350" y="152400"/>
                </a:lnTo>
                <a:lnTo>
                  <a:pt x="123825" y="152400"/>
                </a:lnTo>
                <a:close/>
                <a:moveTo>
                  <a:pt x="571500" y="171450"/>
                </a:moveTo>
                <a:lnTo>
                  <a:pt x="590550" y="171450"/>
                </a:lnTo>
                <a:lnTo>
                  <a:pt x="590550" y="161925"/>
                </a:lnTo>
                <a:lnTo>
                  <a:pt x="571500" y="161925"/>
                </a:lnTo>
                <a:close/>
                <a:moveTo>
                  <a:pt x="933450" y="180975"/>
                </a:moveTo>
                <a:lnTo>
                  <a:pt x="942975" y="180975"/>
                </a:lnTo>
                <a:lnTo>
                  <a:pt x="942975" y="190500"/>
                </a:lnTo>
                <a:lnTo>
                  <a:pt x="933450" y="190500"/>
                </a:lnTo>
                <a:close/>
                <a:moveTo>
                  <a:pt x="685800" y="276225"/>
                </a:moveTo>
                <a:lnTo>
                  <a:pt x="695325" y="276225"/>
                </a:lnTo>
                <a:lnTo>
                  <a:pt x="695325" y="285750"/>
                </a:lnTo>
                <a:lnTo>
                  <a:pt x="685800" y="285750"/>
                </a:lnTo>
                <a:close/>
                <a:moveTo>
                  <a:pt x="628650" y="304800"/>
                </a:moveTo>
                <a:lnTo>
                  <a:pt x="647700" y="304800"/>
                </a:lnTo>
                <a:lnTo>
                  <a:pt x="647700" y="323850"/>
                </a:lnTo>
                <a:lnTo>
                  <a:pt x="638175" y="323850"/>
                </a:lnTo>
                <a:lnTo>
                  <a:pt x="638175" y="333375"/>
                </a:lnTo>
                <a:lnTo>
                  <a:pt x="628650" y="333375"/>
                </a:lnTo>
                <a:close/>
                <a:moveTo>
                  <a:pt x="476250" y="390525"/>
                </a:moveTo>
                <a:lnTo>
                  <a:pt x="504825" y="390525"/>
                </a:lnTo>
                <a:lnTo>
                  <a:pt x="504825" y="400050"/>
                </a:lnTo>
                <a:lnTo>
                  <a:pt x="514350" y="400050"/>
                </a:lnTo>
                <a:lnTo>
                  <a:pt x="514350" y="419100"/>
                </a:lnTo>
                <a:lnTo>
                  <a:pt x="504825" y="419100"/>
                </a:lnTo>
                <a:lnTo>
                  <a:pt x="504825" y="428625"/>
                </a:lnTo>
                <a:lnTo>
                  <a:pt x="476250" y="428625"/>
                </a:lnTo>
                <a:lnTo>
                  <a:pt x="476250" y="419100"/>
                </a:lnTo>
                <a:lnTo>
                  <a:pt x="466725" y="419100"/>
                </a:lnTo>
                <a:lnTo>
                  <a:pt x="466725" y="400050"/>
                </a:lnTo>
                <a:lnTo>
                  <a:pt x="476250" y="400050"/>
                </a:lnTo>
                <a:close/>
                <a:moveTo>
                  <a:pt x="161925" y="419100"/>
                </a:moveTo>
                <a:lnTo>
                  <a:pt x="171450" y="419100"/>
                </a:lnTo>
                <a:lnTo>
                  <a:pt x="171450" y="428625"/>
                </a:lnTo>
                <a:lnTo>
                  <a:pt x="161925" y="428625"/>
                </a:lnTo>
                <a:close/>
                <a:moveTo>
                  <a:pt x="180975" y="419100"/>
                </a:moveTo>
                <a:lnTo>
                  <a:pt x="190500" y="419100"/>
                </a:lnTo>
                <a:lnTo>
                  <a:pt x="190500" y="428625"/>
                </a:lnTo>
                <a:lnTo>
                  <a:pt x="180975" y="428625"/>
                </a:lnTo>
                <a:close/>
                <a:moveTo>
                  <a:pt x="476250" y="419100"/>
                </a:moveTo>
                <a:lnTo>
                  <a:pt x="495300" y="419100"/>
                </a:lnTo>
                <a:lnTo>
                  <a:pt x="495300" y="400050"/>
                </a:lnTo>
                <a:lnTo>
                  <a:pt x="476250" y="400050"/>
                </a:lnTo>
                <a:close/>
                <a:moveTo>
                  <a:pt x="485775" y="447675"/>
                </a:moveTo>
                <a:lnTo>
                  <a:pt x="523875" y="447675"/>
                </a:lnTo>
                <a:lnTo>
                  <a:pt x="523875" y="457200"/>
                </a:lnTo>
                <a:lnTo>
                  <a:pt x="485775" y="457200"/>
                </a:lnTo>
                <a:close/>
                <a:moveTo>
                  <a:pt x="523875" y="457200"/>
                </a:moveTo>
                <a:lnTo>
                  <a:pt x="533400" y="457200"/>
                </a:lnTo>
                <a:lnTo>
                  <a:pt x="533400" y="466725"/>
                </a:lnTo>
                <a:lnTo>
                  <a:pt x="523875" y="466725"/>
                </a:lnTo>
                <a:close/>
                <a:moveTo>
                  <a:pt x="485775" y="466725"/>
                </a:moveTo>
                <a:lnTo>
                  <a:pt x="523875" y="466725"/>
                </a:lnTo>
                <a:lnTo>
                  <a:pt x="523875" y="476250"/>
                </a:lnTo>
                <a:lnTo>
                  <a:pt x="485775" y="476250"/>
                </a:lnTo>
                <a:close/>
                <a:moveTo>
                  <a:pt x="238125" y="495300"/>
                </a:moveTo>
                <a:lnTo>
                  <a:pt x="247650" y="495300"/>
                </a:lnTo>
                <a:lnTo>
                  <a:pt x="247650" y="504825"/>
                </a:lnTo>
                <a:lnTo>
                  <a:pt x="238125" y="504825"/>
                </a:lnTo>
                <a:close/>
                <a:moveTo>
                  <a:pt x="876300" y="514350"/>
                </a:moveTo>
                <a:lnTo>
                  <a:pt x="885825" y="514350"/>
                </a:lnTo>
                <a:lnTo>
                  <a:pt x="885825" y="523875"/>
                </a:lnTo>
                <a:lnTo>
                  <a:pt x="876300" y="523875"/>
                </a:lnTo>
                <a:close/>
                <a:moveTo>
                  <a:pt x="866775" y="523875"/>
                </a:moveTo>
                <a:lnTo>
                  <a:pt x="876300" y="523875"/>
                </a:lnTo>
                <a:lnTo>
                  <a:pt x="876300" y="533400"/>
                </a:lnTo>
                <a:lnTo>
                  <a:pt x="866775" y="533400"/>
                </a:lnTo>
                <a:close/>
                <a:moveTo>
                  <a:pt x="914400" y="523875"/>
                </a:moveTo>
                <a:lnTo>
                  <a:pt x="933450" y="523875"/>
                </a:lnTo>
                <a:lnTo>
                  <a:pt x="933450" y="533400"/>
                </a:lnTo>
                <a:lnTo>
                  <a:pt x="942975" y="533400"/>
                </a:lnTo>
                <a:lnTo>
                  <a:pt x="942975" y="542925"/>
                </a:lnTo>
                <a:lnTo>
                  <a:pt x="952500" y="542925"/>
                </a:lnTo>
                <a:lnTo>
                  <a:pt x="952500" y="600075"/>
                </a:lnTo>
                <a:lnTo>
                  <a:pt x="942975" y="600075"/>
                </a:lnTo>
                <a:lnTo>
                  <a:pt x="942975" y="609600"/>
                </a:lnTo>
                <a:lnTo>
                  <a:pt x="933450" y="609600"/>
                </a:lnTo>
                <a:lnTo>
                  <a:pt x="933450" y="600075"/>
                </a:lnTo>
                <a:lnTo>
                  <a:pt x="923925" y="600075"/>
                </a:lnTo>
                <a:lnTo>
                  <a:pt x="923925" y="609600"/>
                </a:lnTo>
                <a:lnTo>
                  <a:pt x="933450" y="609600"/>
                </a:lnTo>
                <a:lnTo>
                  <a:pt x="933450" y="619125"/>
                </a:lnTo>
                <a:lnTo>
                  <a:pt x="866775" y="619125"/>
                </a:lnTo>
                <a:lnTo>
                  <a:pt x="866775" y="609600"/>
                </a:lnTo>
                <a:lnTo>
                  <a:pt x="857250" y="609600"/>
                </a:lnTo>
                <a:lnTo>
                  <a:pt x="857250" y="600075"/>
                </a:lnTo>
                <a:lnTo>
                  <a:pt x="847725" y="600075"/>
                </a:lnTo>
                <a:lnTo>
                  <a:pt x="847725" y="581025"/>
                </a:lnTo>
                <a:lnTo>
                  <a:pt x="857250" y="581025"/>
                </a:lnTo>
                <a:lnTo>
                  <a:pt x="857250" y="590550"/>
                </a:lnTo>
                <a:lnTo>
                  <a:pt x="866775" y="590550"/>
                </a:lnTo>
                <a:lnTo>
                  <a:pt x="866775" y="571500"/>
                </a:lnTo>
                <a:lnTo>
                  <a:pt x="885825" y="571500"/>
                </a:lnTo>
                <a:lnTo>
                  <a:pt x="885825" y="561975"/>
                </a:lnTo>
                <a:lnTo>
                  <a:pt x="895350" y="561975"/>
                </a:lnTo>
                <a:lnTo>
                  <a:pt x="895350" y="552450"/>
                </a:lnTo>
                <a:lnTo>
                  <a:pt x="885825" y="552450"/>
                </a:lnTo>
                <a:lnTo>
                  <a:pt x="885825" y="542925"/>
                </a:lnTo>
                <a:lnTo>
                  <a:pt x="895350" y="542925"/>
                </a:lnTo>
                <a:lnTo>
                  <a:pt x="895350" y="533400"/>
                </a:lnTo>
                <a:lnTo>
                  <a:pt x="914400" y="533400"/>
                </a:lnTo>
                <a:close/>
                <a:moveTo>
                  <a:pt x="342900" y="581025"/>
                </a:moveTo>
                <a:lnTo>
                  <a:pt x="352425" y="581025"/>
                </a:lnTo>
                <a:lnTo>
                  <a:pt x="352425" y="590550"/>
                </a:lnTo>
                <a:lnTo>
                  <a:pt x="342900" y="590550"/>
                </a:lnTo>
                <a:close/>
                <a:moveTo>
                  <a:pt x="866775" y="609600"/>
                </a:moveTo>
                <a:lnTo>
                  <a:pt x="876300" y="609600"/>
                </a:lnTo>
                <a:lnTo>
                  <a:pt x="876300" y="600075"/>
                </a:lnTo>
                <a:lnTo>
                  <a:pt x="866775" y="600075"/>
                </a:lnTo>
                <a:close/>
                <a:moveTo>
                  <a:pt x="742950" y="647700"/>
                </a:moveTo>
                <a:lnTo>
                  <a:pt x="752475" y="647700"/>
                </a:lnTo>
                <a:lnTo>
                  <a:pt x="752475" y="657225"/>
                </a:lnTo>
                <a:lnTo>
                  <a:pt x="742950" y="657225"/>
                </a:lnTo>
                <a:close/>
                <a:moveTo>
                  <a:pt x="838200" y="647700"/>
                </a:moveTo>
                <a:lnTo>
                  <a:pt x="904875" y="647700"/>
                </a:lnTo>
                <a:lnTo>
                  <a:pt x="904875" y="657225"/>
                </a:lnTo>
                <a:lnTo>
                  <a:pt x="895350" y="657225"/>
                </a:lnTo>
                <a:lnTo>
                  <a:pt x="895350" y="666750"/>
                </a:lnTo>
                <a:lnTo>
                  <a:pt x="904875" y="666750"/>
                </a:lnTo>
                <a:lnTo>
                  <a:pt x="904875" y="676275"/>
                </a:lnTo>
                <a:lnTo>
                  <a:pt x="914400" y="676275"/>
                </a:lnTo>
                <a:lnTo>
                  <a:pt x="914400" y="685800"/>
                </a:lnTo>
                <a:lnTo>
                  <a:pt x="923925" y="685800"/>
                </a:lnTo>
                <a:lnTo>
                  <a:pt x="923925" y="676275"/>
                </a:lnTo>
                <a:lnTo>
                  <a:pt x="971550" y="676275"/>
                </a:lnTo>
                <a:lnTo>
                  <a:pt x="971550" y="666750"/>
                </a:lnTo>
                <a:lnTo>
                  <a:pt x="981075" y="666750"/>
                </a:lnTo>
                <a:lnTo>
                  <a:pt x="981075" y="676275"/>
                </a:lnTo>
                <a:lnTo>
                  <a:pt x="971550" y="676275"/>
                </a:lnTo>
                <a:lnTo>
                  <a:pt x="971550" y="685800"/>
                </a:lnTo>
                <a:lnTo>
                  <a:pt x="981075" y="685800"/>
                </a:lnTo>
                <a:lnTo>
                  <a:pt x="981075" y="676275"/>
                </a:lnTo>
                <a:lnTo>
                  <a:pt x="990600" y="676275"/>
                </a:lnTo>
                <a:lnTo>
                  <a:pt x="990600" y="685800"/>
                </a:lnTo>
                <a:lnTo>
                  <a:pt x="1000125" y="685800"/>
                </a:lnTo>
                <a:lnTo>
                  <a:pt x="1000125" y="695325"/>
                </a:lnTo>
                <a:lnTo>
                  <a:pt x="1019175" y="695325"/>
                </a:lnTo>
                <a:lnTo>
                  <a:pt x="1019175" y="714375"/>
                </a:lnTo>
                <a:lnTo>
                  <a:pt x="1009650" y="714375"/>
                </a:lnTo>
                <a:lnTo>
                  <a:pt x="1009650" y="704850"/>
                </a:lnTo>
                <a:lnTo>
                  <a:pt x="1000125" y="704850"/>
                </a:lnTo>
                <a:lnTo>
                  <a:pt x="1000125" y="714375"/>
                </a:lnTo>
                <a:lnTo>
                  <a:pt x="990600" y="714375"/>
                </a:lnTo>
                <a:lnTo>
                  <a:pt x="990600" y="723900"/>
                </a:lnTo>
                <a:lnTo>
                  <a:pt x="981075" y="723900"/>
                </a:lnTo>
                <a:lnTo>
                  <a:pt x="981075" y="742950"/>
                </a:lnTo>
                <a:lnTo>
                  <a:pt x="962025" y="742950"/>
                </a:lnTo>
                <a:lnTo>
                  <a:pt x="962025" y="752475"/>
                </a:lnTo>
                <a:lnTo>
                  <a:pt x="933450" y="752475"/>
                </a:lnTo>
                <a:lnTo>
                  <a:pt x="933450" y="762000"/>
                </a:lnTo>
                <a:lnTo>
                  <a:pt x="866775" y="762000"/>
                </a:lnTo>
                <a:lnTo>
                  <a:pt x="866775" y="752475"/>
                </a:lnTo>
                <a:lnTo>
                  <a:pt x="838200" y="752475"/>
                </a:lnTo>
                <a:lnTo>
                  <a:pt x="838200" y="742950"/>
                </a:lnTo>
                <a:lnTo>
                  <a:pt x="819150" y="742950"/>
                </a:lnTo>
                <a:lnTo>
                  <a:pt x="819150" y="733425"/>
                </a:lnTo>
                <a:lnTo>
                  <a:pt x="800100" y="733425"/>
                </a:lnTo>
                <a:lnTo>
                  <a:pt x="800100" y="723900"/>
                </a:lnTo>
                <a:lnTo>
                  <a:pt x="790575" y="723900"/>
                </a:lnTo>
                <a:lnTo>
                  <a:pt x="790575" y="714375"/>
                </a:lnTo>
                <a:lnTo>
                  <a:pt x="800100" y="714375"/>
                </a:lnTo>
                <a:lnTo>
                  <a:pt x="800100" y="704850"/>
                </a:lnTo>
                <a:lnTo>
                  <a:pt x="790575" y="704850"/>
                </a:lnTo>
                <a:lnTo>
                  <a:pt x="790575" y="695325"/>
                </a:lnTo>
                <a:lnTo>
                  <a:pt x="800100" y="695325"/>
                </a:lnTo>
                <a:lnTo>
                  <a:pt x="800100" y="685800"/>
                </a:lnTo>
                <a:lnTo>
                  <a:pt x="809625" y="685800"/>
                </a:lnTo>
                <a:lnTo>
                  <a:pt x="809625" y="676275"/>
                </a:lnTo>
                <a:lnTo>
                  <a:pt x="819150" y="676275"/>
                </a:lnTo>
                <a:lnTo>
                  <a:pt x="819150" y="666750"/>
                </a:lnTo>
                <a:lnTo>
                  <a:pt x="828675" y="666750"/>
                </a:lnTo>
                <a:lnTo>
                  <a:pt x="828675" y="657225"/>
                </a:lnTo>
                <a:lnTo>
                  <a:pt x="838200" y="657225"/>
                </a:lnTo>
                <a:close/>
                <a:moveTo>
                  <a:pt x="990600" y="723900"/>
                </a:moveTo>
                <a:lnTo>
                  <a:pt x="1000125" y="723900"/>
                </a:lnTo>
                <a:lnTo>
                  <a:pt x="1000125" y="733425"/>
                </a:lnTo>
                <a:lnTo>
                  <a:pt x="990600" y="733425"/>
                </a:lnTo>
                <a:close/>
              </a:path>
            </a:pathLst>
          </a:custGeom>
          <a:solidFill xmlns:a="http://schemas.openxmlformats.org/drawingml/2006/main">
            <a:srgbClr val="2D4F3E"/>
          </a:solidFill>
          <a:ln xmlns:a="http://schemas.openxmlformats.org/drawingml/2006/main" w="0">
            <a:noFill/>
          </a:ln>
        </p:spPr>
      </p:sp>
      <p:sp>
        <p:nvSpPr>
          <p:cNvPr id="230" name="v21 vector #2b4838">
            <a:extLst xmlns:a="http://schemas.openxmlformats.org/drawingml/2006/main">
              <a:ext uri="{FF2B5EF4-FFF2-40B4-BE49-F238E27FC236}">
                <a16:creationId xmlns:a16="http://schemas.microsoft.com/office/drawing/2014/main" id="{66C45A0A-4656-4E52-9C36-7AC201936D1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48250" y="4848225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342900" y="66675"/>
                </a:moveTo>
                <a:lnTo>
                  <a:pt x="352425" y="66675"/>
                </a:lnTo>
                <a:lnTo>
                  <a:pt x="352425" y="76200"/>
                </a:lnTo>
                <a:lnTo>
                  <a:pt x="495300" y="76200"/>
                </a:lnTo>
                <a:lnTo>
                  <a:pt x="495300" y="85725"/>
                </a:lnTo>
                <a:lnTo>
                  <a:pt x="514350" y="85725"/>
                </a:lnTo>
                <a:lnTo>
                  <a:pt x="514350" y="76200"/>
                </a:lnTo>
                <a:lnTo>
                  <a:pt x="542925" y="76200"/>
                </a:lnTo>
                <a:lnTo>
                  <a:pt x="542925" y="95250"/>
                </a:lnTo>
                <a:lnTo>
                  <a:pt x="504825" y="95250"/>
                </a:lnTo>
                <a:lnTo>
                  <a:pt x="504825" y="104775"/>
                </a:lnTo>
                <a:lnTo>
                  <a:pt x="495300" y="104775"/>
                </a:lnTo>
                <a:lnTo>
                  <a:pt x="495300" y="114300"/>
                </a:lnTo>
                <a:lnTo>
                  <a:pt x="485775" y="114300"/>
                </a:lnTo>
                <a:lnTo>
                  <a:pt x="485775" y="123825"/>
                </a:lnTo>
                <a:lnTo>
                  <a:pt x="476250" y="123825"/>
                </a:lnTo>
                <a:lnTo>
                  <a:pt x="476250" y="142875"/>
                </a:lnTo>
                <a:lnTo>
                  <a:pt x="457200" y="142875"/>
                </a:lnTo>
                <a:lnTo>
                  <a:pt x="457200" y="152400"/>
                </a:lnTo>
                <a:lnTo>
                  <a:pt x="504825" y="152400"/>
                </a:lnTo>
                <a:lnTo>
                  <a:pt x="504825" y="161925"/>
                </a:lnTo>
                <a:lnTo>
                  <a:pt x="552450" y="161925"/>
                </a:lnTo>
                <a:lnTo>
                  <a:pt x="552450" y="171450"/>
                </a:lnTo>
                <a:lnTo>
                  <a:pt x="514350" y="171450"/>
                </a:lnTo>
                <a:lnTo>
                  <a:pt x="514350" y="180975"/>
                </a:lnTo>
                <a:lnTo>
                  <a:pt x="447675" y="180975"/>
                </a:lnTo>
                <a:lnTo>
                  <a:pt x="447675" y="171450"/>
                </a:lnTo>
                <a:lnTo>
                  <a:pt x="438150" y="171450"/>
                </a:lnTo>
                <a:lnTo>
                  <a:pt x="438150" y="161925"/>
                </a:lnTo>
                <a:lnTo>
                  <a:pt x="342900" y="161925"/>
                </a:lnTo>
                <a:lnTo>
                  <a:pt x="342900" y="152400"/>
                </a:lnTo>
                <a:lnTo>
                  <a:pt x="352425" y="152400"/>
                </a:lnTo>
                <a:lnTo>
                  <a:pt x="352425" y="142875"/>
                </a:lnTo>
                <a:lnTo>
                  <a:pt x="333375" y="142875"/>
                </a:lnTo>
                <a:lnTo>
                  <a:pt x="333375" y="133350"/>
                </a:lnTo>
                <a:lnTo>
                  <a:pt x="323850" y="133350"/>
                </a:lnTo>
                <a:lnTo>
                  <a:pt x="323850" y="123825"/>
                </a:lnTo>
                <a:lnTo>
                  <a:pt x="333375" y="123825"/>
                </a:lnTo>
                <a:lnTo>
                  <a:pt x="333375" y="76200"/>
                </a:lnTo>
                <a:lnTo>
                  <a:pt x="342900" y="76200"/>
                </a:lnTo>
                <a:close/>
                <a:moveTo>
                  <a:pt x="276225" y="76200"/>
                </a:moveTo>
                <a:lnTo>
                  <a:pt x="295275" y="76200"/>
                </a:lnTo>
                <a:lnTo>
                  <a:pt x="295275" y="114300"/>
                </a:lnTo>
                <a:lnTo>
                  <a:pt x="276225" y="114300"/>
                </a:lnTo>
                <a:lnTo>
                  <a:pt x="276225" y="95250"/>
                </a:lnTo>
                <a:lnTo>
                  <a:pt x="266700" y="95250"/>
                </a:lnTo>
                <a:lnTo>
                  <a:pt x="266700" y="85725"/>
                </a:lnTo>
                <a:lnTo>
                  <a:pt x="276225" y="85725"/>
                </a:lnTo>
                <a:close/>
                <a:moveTo>
                  <a:pt x="781050" y="76200"/>
                </a:moveTo>
                <a:lnTo>
                  <a:pt x="819150" y="76200"/>
                </a:lnTo>
                <a:lnTo>
                  <a:pt x="819150" y="85725"/>
                </a:lnTo>
                <a:lnTo>
                  <a:pt x="828675" y="85725"/>
                </a:lnTo>
                <a:lnTo>
                  <a:pt x="828675" y="95250"/>
                </a:lnTo>
                <a:lnTo>
                  <a:pt x="819150" y="95250"/>
                </a:lnTo>
                <a:lnTo>
                  <a:pt x="819150" y="114300"/>
                </a:lnTo>
                <a:lnTo>
                  <a:pt x="809625" y="114300"/>
                </a:lnTo>
                <a:lnTo>
                  <a:pt x="809625" y="104775"/>
                </a:lnTo>
                <a:lnTo>
                  <a:pt x="771525" y="104775"/>
                </a:lnTo>
                <a:lnTo>
                  <a:pt x="771525" y="85725"/>
                </a:lnTo>
                <a:lnTo>
                  <a:pt x="781050" y="85725"/>
                </a:lnTo>
                <a:close/>
                <a:moveTo>
                  <a:pt x="866775" y="76200"/>
                </a:moveTo>
                <a:lnTo>
                  <a:pt x="885825" y="76200"/>
                </a:lnTo>
                <a:lnTo>
                  <a:pt x="885825" y="85725"/>
                </a:lnTo>
                <a:lnTo>
                  <a:pt x="942975" y="85725"/>
                </a:lnTo>
                <a:lnTo>
                  <a:pt x="942975" y="95250"/>
                </a:lnTo>
                <a:lnTo>
                  <a:pt x="952500" y="95250"/>
                </a:lnTo>
                <a:lnTo>
                  <a:pt x="952500" y="180975"/>
                </a:lnTo>
                <a:lnTo>
                  <a:pt x="933450" y="180975"/>
                </a:lnTo>
                <a:lnTo>
                  <a:pt x="933450" y="171450"/>
                </a:lnTo>
                <a:lnTo>
                  <a:pt x="809625" y="171450"/>
                </a:lnTo>
                <a:lnTo>
                  <a:pt x="809625" y="161925"/>
                </a:lnTo>
                <a:lnTo>
                  <a:pt x="800100" y="161925"/>
                </a:lnTo>
                <a:lnTo>
                  <a:pt x="800100" y="152400"/>
                </a:lnTo>
                <a:lnTo>
                  <a:pt x="809625" y="152400"/>
                </a:lnTo>
                <a:lnTo>
                  <a:pt x="809625" y="123825"/>
                </a:lnTo>
                <a:lnTo>
                  <a:pt x="828675" y="123825"/>
                </a:lnTo>
                <a:lnTo>
                  <a:pt x="828675" y="133350"/>
                </a:lnTo>
                <a:lnTo>
                  <a:pt x="857250" y="133350"/>
                </a:lnTo>
                <a:lnTo>
                  <a:pt x="857250" y="123825"/>
                </a:lnTo>
                <a:lnTo>
                  <a:pt x="866775" y="123825"/>
                </a:lnTo>
                <a:close/>
                <a:moveTo>
                  <a:pt x="171450" y="85725"/>
                </a:moveTo>
                <a:lnTo>
                  <a:pt x="180975" y="85725"/>
                </a:lnTo>
                <a:lnTo>
                  <a:pt x="180975" y="95250"/>
                </a:lnTo>
                <a:lnTo>
                  <a:pt x="171450" y="95250"/>
                </a:lnTo>
                <a:close/>
                <a:moveTo>
                  <a:pt x="247650" y="85725"/>
                </a:moveTo>
                <a:lnTo>
                  <a:pt x="257175" y="85725"/>
                </a:lnTo>
                <a:lnTo>
                  <a:pt x="257175" y="95250"/>
                </a:lnTo>
                <a:lnTo>
                  <a:pt x="247650" y="95250"/>
                </a:lnTo>
                <a:close/>
                <a:moveTo>
                  <a:pt x="704850" y="85725"/>
                </a:moveTo>
                <a:lnTo>
                  <a:pt x="714375" y="85725"/>
                </a:lnTo>
                <a:lnTo>
                  <a:pt x="714375" y="95250"/>
                </a:lnTo>
                <a:lnTo>
                  <a:pt x="704850" y="95250"/>
                </a:lnTo>
                <a:close/>
                <a:moveTo>
                  <a:pt x="123825" y="152400"/>
                </a:moveTo>
                <a:lnTo>
                  <a:pt x="133350" y="152400"/>
                </a:lnTo>
                <a:lnTo>
                  <a:pt x="133350" y="171450"/>
                </a:lnTo>
                <a:lnTo>
                  <a:pt x="123825" y="171450"/>
                </a:lnTo>
                <a:close/>
                <a:moveTo>
                  <a:pt x="409575" y="152400"/>
                </a:moveTo>
                <a:lnTo>
                  <a:pt x="438150" y="152400"/>
                </a:lnTo>
                <a:lnTo>
                  <a:pt x="438150" y="142875"/>
                </a:lnTo>
                <a:lnTo>
                  <a:pt x="409575" y="142875"/>
                </a:lnTo>
                <a:close/>
                <a:moveTo>
                  <a:pt x="571500" y="161925"/>
                </a:moveTo>
                <a:lnTo>
                  <a:pt x="590550" y="161925"/>
                </a:lnTo>
                <a:lnTo>
                  <a:pt x="590550" y="171450"/>
                </a:lnTo>
                <a:lnTo>
                  <a:pt x="571500" y="171450"/>
                </a:lnTo>
                <a:close/>
                <a:moveTo>
                  <a:pt x="647700" y="247650"/>
                </a:moveTo>
                <a:lnTo>
                  <a:pt x="685800" y="247650"/>
                </a:lnTo>
                <a:lnTo>
                  <a:pt x="685800" y="257175"/>
                </a:lnTo>
                <a:lnTo>
                  <a:pt x="695325" y="257175"/>
                </a:lnTo>
                <a:lnTo>
                  <a:pt x="695325" y="276225"/>
                </a:lnTo>
                <a:lnTo>
                  <a:pt x="676275" y="276225"/>
                </a:lnTo>
                <a:lnTo>
                  <a:pt x="676275" y="266700"/>
                </a:lnTo>
                <a:lnTo>
                  <a:pt x="657225" y="266700"/>
                </a:lnTo>
                <a:lnTo>
                  <a:pt x="657225" y="276225"/>
                </a:lnTo>
                <a:lnTo>
                  <a:pt x="647700" y="276225"/>
                </a:lnTo>
                <a:lnTo>
                  <a:pt x="647700" y="285750"/>
                </a:lnTo>
                <a:lnTo>
                  <a:pt x="628650" y="285750"/>
                </a:lnTo>
                <a:lnTo>
                  <a:pt x="628650" y="266700"/>
                </a:lnTo>
                <a:lnTo>
                  <a:pt x="638175" y="266700"/>
                </a:lnTo>
                <a:lnTo>
                  <a:pt x="638175" y="257175"/>
                </a:lnTo>
                <a:lnTo>
                  <a:pt x="647700" y="257175"/>
                </a:lnTo>
                <a:close/>
                <a:moveTo>
                  <a:pt x="171450" y="276225"/>
                </a:moveTo>
                <a:lnTo>
                  <a:pt x="180975" y="276225"/>
                </a:lnTo>
                <a:lnTo>
                  <a:pt x="180975" y="285750"/>
                </a:lnTo>
                <a:lnTo>
                  <a:pt x="190500" y="285750"/>
                </a:lnTo>
                <a:lnTo>
                  <a:pt x="190500" y="295275"/>
                </a:lnTo>
                <a:lnTo>
                  <a:pt x="180975" y="295275"/>
                </a:lnTo>
                <a:lnTo>
                  <a:pt x="180975" y="304800"/>
                </a:lnTo>
                <a:lnTo>
                  <a:pt x="171450" y="304800"/>
                </a:lnTo>
                <a:lnTo>
                  <a:pt x="171450" y="295275"/>
                </a:lnTo>
                <a:lnTo>
                  <a:pt x="161925" y="295275"/>
                </a:lnTo>
                <a:lnTo>
                  <a:pt x="161925" y="285750"/>
                </a:lnTo>
                <a:lnTo>
                  <a:pt x="171450" y="285750"/>
                </a:lnTo>
                <a:close/>
                <a:moveTo>
                  <a:pt x="171450" y="342900"/>
                </a:moveTo>
                <a:lnTo>
                  <a:pt x="180975" y="342900"/>
                </a:lnTo>
                <a:lnTo>
                  <a:pt x="180975" y="352425"/>
                </a:lnTo>
                <a:lnTo>
                  <a:pt x="190500" y="352425"/>
                </a:lnTo>
                <a:lnTo>
                  <a:pt x="190500" y="361950"/>
                </a:lnTo>
                <a:lnTo>
                  <a:pt x="180975" y="361950"/>
                </a:lnTo>
                <a:lnTo>
                  <a:pt x="180975" y="371475"/>
                </a:lnTo>
                <a:lnTo>
                  <a:pt x="171450" y="371475"/>
                </a:lnTo>
                <a:lnTo>
                  <a:pt x="171450" y="361950"/>
                </a:lnTo>
                <a:lnTo>
                  <a:pt x="161925" y="361950"/>
                </a:lnTo>
                <a:lnTo>
                  <a:pt x="161925" y="352425"/>
                </a:lnTo>
                <a:lnTo>
                  <a:pt x="171450" y="352425"/>
                </a:lnTo>
                <a:close/>
                <a:moveTo>
                  <a:pt x="476250" y="400050"/>
                </a:moveTo>
                <a:lnTo>
                  <a:pt x="495300" y="400050"/>
                </a:lnTo>
                <a:lnTo>
                  <a:pt x="495300" y="419100"/>
                </a:lnTo>
                <a:lnTo>
                  <a:pt x="476250" y="419100"/>
                </a:lnTo>
                <a:close/>
                <a:moveTo>
                  <a:pt x="171450" y="419100"/>
                </a:moveTo>
                <a:lnTo>
                  <a:pt x="180975" y="419100"/>
                </a:lnTo>
                <a:lnTo>
                  <a:pt x="180975" y="438150"/>
                </a:lnTo>
                <a:lnTo>
                  <a:pt x="171450" y="438150"/>
                </a:lnTo>
                <a:close/>
                <a:moveTo>
                  <a:pt x="466725" y="447675"/>
                </a:moveTo>
                <a:lnTo>
                  <a:pt x="485775" y="447675"/>
                </a:lnTo>
                <a:lnTo>
                  <a:pt x="485775" y="457200"/>
                </a:lnTo>
                <a:lnTo>
                  <a:pt x="523875" y="457200"/>
                </a:lnTo>
                <a:lnTo>
                  <a:pt x="523875" y="466725"/>
                </a:lnTo>
                <a:lnTo>
                  <a:pt x="485775" y="466725"/>
                </a:lnTo>
                <a:lnTo>
                  <a:pt x="485775" y="476250"/>
                </a:lnTo>
                <a:lnTo>
                  <a:pt x="457200" y="476250"/>
                </a:lnTo>
                <a:lnTo>
                  <a:pt x="457200" y="457200"/>
                </a:lnTo>
                <a:lnTo>
                  <a:pt x="466725" y="457200"/>
                </a:lnTo>
                <a:close/>
                <a:moveTo>
                  <a:pt x="933450" y="457200"/>
                </a:moveTo>
                <a:lnTo>
                  <a:pt x="952500" y="457200"/>
                </a:lnTo>
                <a:lnTo>
                  <a:pt x="952500" y="466725"/>
                </a:lnTo>
                <a:lnTo>
                  <a:pt x="933450" y="466725"/>
                </a:lnTo>
                <a:close/>
                <a:moveTo>
                  <a:pt x="171450" y="485775"/>
                </a:moveTo>
                <a:lnTo>
                  <a:pt x="180975" y="485775"/>
                </a:lnTo>
                <a:lnTo>
                  <a:pt x="180975" y="504825"/>
                </a:lnTo>
                <a:lnTo>
                  <a:pt x="171450" y="504825"/>
                </a:lnTo>
                <a:close/>
                <a:moveTo>
                  <a:pt x="295275" y="514350"/>
                </a:moveTo>
                <a:lnTo>
                  <a:pt x="342900" y="514350"/>
                </a:lnTo>
                <a:lnTo>
                  <a:pt x="342900" y="523875"/>
                </a:lnTo>
                <a:lnTo>
                  <a:pt x="352425" y="523875"/>
                </a:lnTo>
                <a:lnTo>
                  <a:pt x="352425" y="542925"/>
                </a:lnTo>
                <a:lnTo>
                  <a:pt x="333375" y="542925"/>
                </a:lnTo>
                <a:lnTo>
                  <a:pt x="333375" y="533400"/>
                </a:lnTo>
                <a:lnTo>
                  <a:pt x="304800" y="533400"/>
                </a:lnTo>
                <a:lnTo>
                  <a:pt x="304800" y="542925"/>
                </a:lnTo>
                <a:lnTo>
                  <a:pt x="285750" y="542925"/>
                </a:lnTo>
                <a:lnTo>
                  <a:pt x="285750" y="523875"/>
                </a:lnTo>
                <a:lnTo>
                  <a:pt x="295275" y="523875"/>
                </a:lnTo>
                <a:close/>
                <a:moveTo>
                  <a:pt x="885825" y="514350"/>
                </a:moveTo>
                <a:lnTo>
                  <a:pt x="914400" y="514350"/>
                </a:lnTo>
                <a:lnTo>
                  <a:pt x="914400" y="533400"/>
                </a:lnTo>
                <a:lnTo>
                  <a:pt x="895350" y="533400"/>
                </a:lnTo>
                <a:lnTo>
                  <a:pt x="895350" y="542925"/>
                </a:lnTo>
                <a:lnTo>
                  <a:pt x="885825" y="542925"/>
                </a:lnTo>
                <a:lnTo>
                  <a:pt x="885825" y="552450"/>
                </a:lnTo>
                <a:lnTo>
                  <a:pt x="895350" y="552450"/>
                </a:lnTo>
                <a:lnTo>
                  <a:pt x="895350" y="561975"/>
                </a:lnTo>
                <a:lnTo>
                  <a:pt x="885825" y="561975"/>
                </a:lnTo>
                <a:lnTo>
                  <a:pt x="885825" y="571500"/>
                </a:lnTo>
                <a:lnTo>
                  <a:pt x="866775" y="571500"/>
                </a:lnTo>
                <a:lnTo>
                  <a:pt x="866775" y="590550"/>
                </a:lnTo>
                <a:lnTo>
                  <a:pt x="857250" y="590550"/>
                </a:lnTo>
                <a:lnTo>
                  <a:pt x="857250" y="581025"/>
                </a:lnTo>
                <a:lnTo>
                  <a:pt x="847725" y="581025"/>
                </a:lnTo>
                <a:lnTo>
                  <a:pt x="847725" y="542925"/>
                </a:lnTo>
                <a:lnTo>
                  <a:pt x="857250" y="542925"/>
                </a:lnTo>
                <a:lnTo>
                  <a:pt x="857250" y="533400"/>
                </a:lnTo>
                <a:lnTo>
                  <a:pt x="876300" y="533400"/>
                </a:lnTo>
                <a:lnTo>
                  <a:pt x="876300" y="523875"/>
                </a:lnTo>
                <a:lnTo>
                  <a:pt x="885825" y="523875"/>
                </a:lnTo>
                <a:close/>
                <a:moveTo>
                  <a:pt x="171450" y="552450"/>
                </a:moveTo>
                <a:lnTo>
                  <a:pt x="180975" y="552450"/>
                </a:lnTo>
                <a:lnTo>
                  <a:pt x="180975" y="561975"/>
                </a:lnTo>
                <a:lnTo>
                  <a:pt x="190500" y="561975"/>
                </a:lnTo>
                <a:lnTo>
                  <a:pt x="190500" y="571500"/>
                </a:lnTo>
                <a:lnTo>
                  <a:pt x="180975" y="571500"/>
                </a:lnTo>
                <a:lnTo>
                  <a:pt x="180975" y="581025"/>
                </a:lnTo>
                <a:lnTo>
                  <a:pt x="171450" y="581025"/>
                </a:lnTo>
                <a:lnTo>
                  <a:pt x="171450" y="571500"/>
                </a:lnTo>
                <a:lnTo>
                  <a:pt x="161925" y="571500"/>
                </a:lnTo>
                <a:lnTo>
                  <a:pt x="161925" y="561975"/>
                </a:lnTo>
                <a:lnTo>
                  <a:pt x="171450" y="561975"/>
                </a:lnTo>
                <a:close/>
                <a:moveTo>
                  <a:pt x="285750" y="571500"/>
                </a:moveTo>
                <a:lnTo>
                  <a:pt x="295275" y="571500"/>
                </a:lnTo>
                <a:lnTo>
                  <a:pt x="295275" y="581025"/>
                </a:lnTo>
                <a:lnTo>
                  <a:pt x="304800" y="581025"/>
                </a:lnTo>
                <a:lnTo>
                  <a:pt x="304800" y="600075"/>
                </a:lnTo>
                <a:lnTo>
                  <a:pt x="285750" y="600075"/>
                </a:lnTo>
                <a:close/>
                <a:moveTo>
                  <a:pt x="866775" y="600075"/>
                </a:moveTo>
                <a:lnTo>
                  <a:pt x="876300" y="600075"/>
                </a:lnTo>
                <a:lnTo>
                  <a:pt x="876300" y="609600"/>
                </a:lnTo>
                <a:lnTo>
                  <a:pt x="866775" y="609600"/>
                </a:lnTo>
                <a:close/>
                <a:moveTo>
                  <a:pt x="923925" y="600075"/>
                </a:moveTo>
                <a:lnTo>
                  <a:pt x="933450" y="600075"/>
                </a:lnTo>
                <a:lnTo>
                  <a:pt x="933450" y="609600"/>
                </a:lnTo>
                <a:lnTo>
                  <a:pt x="923925" y="609600"/>
                </a:lnTo>
                <a:close/>
                <a:moveTo>
                  <a:pt x="904875" y="647700"/>
                </a:moveTo>
                <a:lnTo>
                  <a:pt x="962025" y="647700"/>
                </a:lnTo>
                <a:lnTo>
                  <a:pt x="962025" y="657225"/>
                </a:lnTo>
                <a:lnTo>
                  <a:pt x="971550" y="657225"/>
                </a:lnTo>
                <a:lnTo>
                  <a:pt x="971550" y="676275"/>
                </a:lnTo>
                <a:lnTo>
                  <a:pt x="923925" y="676275"/>
                </a:lnTo>
                <a:lnTo>
                  <a:pt x="923925" y="685800"/>
                </a:lnTo>
                <a:lnTo>
                  <a:pt x="914400" y="685800"/>
                </a:lnTo>
                <a:lnTo>
                  <a:pt x="914400" y="676275"/>
                </a:lnTo>
                <a:lnTo>
                  <a:pt x="904875" y="676275"/>
                </a:lnTo>
                <a:lnTo>
                  <a:pt x="904875" y="666750"/>
                </a:lnTo>
                <a:lnTo>
                  <a:pt x="895350" y="666750"/>
                </a:lnTo>
                <a:lnTo>
                  <a:pt x="895350" y="657225"/>
                </a:lnTo>
                <a:lnTo>
                  <a:pt x="904875" y="657225"/>
                </a:lnTo>
                <a:close/>
                <a:moveTo>
                  <a:pt x="971550" y="676275"/>
                </a:moveTo>
                <a:lnTo>
                  <a:pt x="981075" y="676275"/>
                </a:lnTo>
                <a:lnTo>
                  <a:pt x="981075" y="685800"/>
                </a:lnTo>
                <a:lnTo>
                  <a:pt x="971550" y="685800"/>
                </a:lnTo>
                <a:close/>
                <a:moveTo>
                  <a:pt x="790575" y="704850"/>
                </a:moveTo>
                <a:lnTo>
                  <a:pt x="800100" y="704850"/>
                </a:lnTo>
                <a:lnTo>
                  <a:pt x="800100" y="714375"/>
                </a:lnTo>
                <a:lnTo>
                  <a:pt x="790575" y="714375"/>
                </a:lnTo>
                <a:close/>
                <a:moveTo>
                  <a:pt x="1000125" y="704850"/>
                </a:moveTo>
                <a:lnTo>
                  <a:pt x="1009650" y="704850"/>
                </a:lnTo>
                <a:lnTo>
                  <a:pt x="1009650" y="723900"/>
                </a:lnTo>
                <a:lnTo>
                  <a:pt x="990600" y="723900"/>
                </a:lnTo>
                <a:lnTo>
                  <a:pt x="990600" y="714375"/>
                </a:lnTo>
                <a:lnTo>
                  <a:pt x="1000125" y="714375"/>
                </a:lnTo>
                <a:close/>
                <a:moveTo>
                  <a:pt x="981075" y="723900"/>
                </a:moveTo>
                <a:lnTo>
                  <a:pt x="990600" y="723900"/>
                </a:lnTo>
                <a:lnTo>
                  <a:pt x="990600" y="733425"/>
                </a:lnTo>
                <a:lnTo>
                  <a:pt x="981075" y="733425"/>
                </a:lnTo>
                <a:close/>
              </a:path>
            </a:pathLst>
          </a:custGeom>
          <a:solidFill xmlns:a="http://schemas.openxmlformats.org/drawingml/2006/main">
            <a:srgbClr val="2B4838"/>
          </a:solidFill>
          <a:ln xmlns:a="http://schemas.openxmlformats.org/drawingml/2006/main" w="0">
            <a:noFill/>
          </a:ln>
        </p:spPr>
      </p:sp>
      <p:sp>
        <p:nvSpPr>
          <p:cNvPr id="231" name="">
            <a:extLst xmlns:a="http://schemas.openxmlformats.org/drawingml/2006/main">
              <a:ext uri="{FF2B5EF4-FFF2-40B4-BE49-F238E27FC236}">
                <a16:creationId xmlns:a16="http://schemas.microsoft.com/office/drawing/2014/main" id="{F384F647-7508-46B3-B46A-7831D7074F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667500" y="4914900"/>
            <a:ext cx="1495425" cy="93345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l"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defPPr>
            <a:lvl1pPr algn="l"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1pPr>
            <a:lvl2pPr algn="l"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2pPr>
            <a:lvl3pPr algn="l"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3pPr>
            <a:lvl4pPr algn="l"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4pPr>
            <a:lvl5pPr algn="l"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5pPr>
            <a:lvl6pPr algn="l"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6pPr>
            <a:lvl7pPr algn="l"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7pPr>
            <a:lvl8pPr algn="l"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8pPr>
            <a:lvl9pPr algn="l"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l">
              <a:lnSpc>
                <a:spcPct val="105000"/>
              </a:lnSpc>
              <a:buNone/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pPr>
            <a:r>
              <a:rPr sz="1500" b="0">
                <a:solidFill>
                  <a:srgbClr val="1D4333"/>
                </a:solidFill>
                <a:latin typeface="Arial"/>
                <a:ea typeface="Arial"/>
                <a:cs typeface="Arial"/>
              </a:rPr>
              <a:t>Asignación</a:t>
            </a:r>
          </a:p>
          <a:p xmlns:a="http://schemas.openxmlformats.org/drawingml/2006/main">
            <a:pPr algn="l">
              <a:lnSpc>
                <a:spcPct val="105000"/>
              </a:lnSpc>
              <a:buNone/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pPr>
            <a:r>
              <a:rPr sz="1500" b="0">
                <a:solidFill>
                  <a:srgbClr val="1D4333"/>
                </a:solidFill>
                <a:latin typeface="Arial"/>
                <a:ea typeface="Arial"/>
                <a:cs typeface="Arial"/>
              </a:rPr>
              <a:t>y consulta</a:t>
            </a:r>
          </a:p>
          <a:p xmlns:a="http://schemas.openxmlformats.org/drawingml/2006/main">
            <a:pPr algn="l">
              <a:lnSpc>
                <a:spcPct val="105000"/>
              </a:lnSpc>
              <a:buNone/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pPr>
            <a:r>
              <a:rPr sz="1500" b="0">
                <a:solidFill>
                  <a:srgbClr val="1D4333"/>
                </a:solidFill>
                <a:latin typeface="Arial"/>
                <a:ea typeface="Arial"/>
                <a:cs typeface="Arial"/>
              </a:rPr>
              <a:t>de turnos</a:t>
            </a:r>
          </a:p>
        </p:txBody>
      </p:sp>
      <p:sp>
        <p:nvSpPr>
          <p:cNvPr id="232" name="">
            <a:extLst xmlns:a="http://schemas.openxmlformats.org/drawingml/2006/main">
              <a:ext uri="{FF2B5EF4-FFF2-40B4-BE49-F238E27FC236}">
                <a16:creationId xmlns:a16="http://schemas.microsoft.com/office/drawing/2014/main" id="{8AF239B0-7022-4DFB-80CC-A1851D30F2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353425" y="5105400"/>
            <a:ext cx="619125" cy="42862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l">
              <a:defRPr sz="3075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defPPr>
            <a:lvl1pPr algn="l">
              <a:defRPr sz="3075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1pPr>
            <a:lvl2pPr algn="l">
              <a:defRPr sz="3075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2pPr>
            <a:lvl3pPr algn="l">
              <a:defRPr sz="3075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3pPr>
            <a:lvl4pPr algn="l">
              <a:defRPr sz="3075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4pPr>
            <a:lvl5pPr algn="l">
              <a:defRPr sz="3075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5pPr>
            <a:lvl6pPr algn="l">
              <a:defRPr sz="3075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6pPr>
            <a:lvl7pPr algn="l">
              <a:defRPr sz="3075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7pPr>
            <a:lvl8pPr algn="l">
              <a:defRPr sz="3075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8pPr>
            <a:lvl9pPr algn="l">
              <a:defRPr sz="3075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l">
              <a:lnSpc>
                <a:spcPct val="105000"/>
              </a:lnSpc>
              <a:buNone/>
              <a:defRPr sz="3075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pPr>
            <a:r>
              <a:rPr sz="3075" b="0">
                <a:solidFill>
                  <a:srgbClr val="1D4333"/>
                </a:solidFill>
                <a:latin typeface="Arial"/>
                <a:ea typeface="Arial"/>
                <a:cs typeface="Arial"/>
              </a:rPr>
              <a:t>⟶</a:t>
            </a:r>
          </a:p>
        </p:txBody>
      </p:sp>
      <p:sp>
        <p:nvSpPr>
          <p:cNvPr id="233" name="">
            <a:extLst xmlns:a="http://schemas.openxmlformats.org/drawingml/2006/main">
              <a:ext uri="{FF2B5EF4-FFF2-40B4-BE49-F238E27FC236}">
                <a16:creationId xmlns:a16="http://schemas.microsoft.com/office/drawing/2014/main" id="{37B57D77-6B1F-497B-BF1E-2747B51603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039225" y="4733925"/>
            <a:ext cx="3343275" cy="1143000"/>
          </a:xfrm>
          <a:prstGeom xmlns:a="http://schemas.openxmlformats.org/drawingml/2006/main" prst="roundRect">
            <a:avLst>
              <a:gd name="adj" fmla="val 18333"/>
            </a:avLst>
          </a:prstGeom>
          <a:solidFill xmlns:a="http://schemas.openxmlformats.org/drawingml/2006/main">
            <a:srgbClr val="FAFAF6"/>
          </a:solidFill>
          <a:ln xmlns:a="http://schemas.openxmlformats.org/drawingml/2006/main" w="23813">
            <a:solidFill>
              <a:srgbClr val="1D4333"/>
            </a:solidFill>
          </a:ln>
        </p:spPr>
      </p:sp>
      <p:sp>
        <p:nvSpPr>
          <p:cNvPr id="234" name="">
            <a:extLst xmlns:a="http://schemas.openxmlformats.org/drawingml/2006/main">
              <a:ext uri="{FF2B5EF4-FFF2-40B4-BE49-F238E27FC236}">
                <a16:creationId xmlns:a16="http://schemas.microsoft.com/office/drawing/2014/main" id="{452A838B-486F-4B44-8324-6A177F1494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210675" y="4848225"/>
            <a:ext cx="1428750" cy="962025"/>
          </a:xfrm>
          <a:prstGeom xmlns:a="http://schemas.openxmlformats.org/drawingml/2006/main" prst="rect">
            <a:avLst/>
          </a:prstGeom>
          <a:solidFill xmlns:a="http://schemas.openxmlformats.org/drawingml/2006/main">
            <a:srgbClr val="F5F2E8"/>
          </a:solidFill>
          <a:ln xmlns:a="http://schemas.openxmlformats.org/drawingml/2006/main" w="0">
            <a:noFill/>
          </a:ln>
        </p:spPr>
      </p:sp>
      <p:sp>
        <p:nvSpPr>
          <p:cNvPr id="235" name="v22 vector #fafbf7">
            <a:extLst xmlns:a="http://schemas.openxmlformats.org/drawingml/2006/main">
              <a:ext uri="{FF2B5EF4-FFF2-40B4-BE49-F238E27FC236}">
                <a16:creationId xmlns:a16="http://schemas.microsoft.com/office/drawing/2014/main" id="{F4280781-EB61-4EA3-B740-F0FC8D959B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10675" y="4848225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723900" y="0"/>
                </a:moveTo>
                <a:lnTo>
                  <a:pt x="733425" y="0"/>
                </a:lnTo>
                <a:lnTo>
                  <a:pt x="733425" y="9525"/>
                </a:lnTo>
                <a:lnTo>
                  <a:pt x="723900" y="9525"/>
                </a:lnTo>
                <a:close/>
                <a:moveTo>
                  <a:pt x="742950" y="0"/>
                </a:moveTo>
                <a:lnTo>
                  <a:pt x="752475" y="0"/>
                </a:lnTo>
                <a:lnTo>
                  <a:pt x="752475" y="9525"/>
                </a:lnTo>
                <a:lnTo>
                  <a:pt x="742950" y="9525"/>
                </a:lnTo>
                <a:close/>
                <a:moveTo>
                  <a:pt x="762000" y="0"/>
                </a:moveTo>
                <a:lnTo>
                  <a:pt x="771525" y="0"/>
                </a:lnTo>
                <a:lnTo>
                  <a:pt x="771525" y="9525"/>
                </a:lnTo>
                <a:lnTo>
                  <a:pt x="762000" y="9525"/>
                </a:lnTo>
                <a:close/>
                <a:moveTo>
                  <a:pt x="885825" y="76200"/>
                </a:moveTo>
                <a:lnTo>
                  <a:pt x="904875" y="76200"/>
                </a:lnTo>
                <a:lnTo>
                  <a:pt x="904875" y="85725"/>
                </a:lnTo>
                <a:lnTo>
                  <a:pt x="923925" y="85725"/>
                </a:lnTo>
                <a:lnTo>
                  <a:pt x="923925" y="133350"/>
                </a:lnTo>
                <a:lnTo>
                  <a:pt x="904875" y="133350"/>
                </a:lnTo>
                <a:lnTo>
                  <a:pt x="904875" y="104775"/>
                </a:lnTo>
                <a:lnTo>
                  <a:pt x="895350" y="104775"/>
                </a:lnTo>
                <a:lnTo>
                  <a:pt x="895350" y="95250"/>
                </a:lnTo>
                <a:lnTo>
                  <a:pt x="885825" y="95250"/>
                </a:lnTo>
                <a:close/>
                <a:moveTo>
                  <a:pt x="209550" y="133350"/>
                </a:moveTo>
                <a:lnTo>
                  <a:pt x="219075" y="133350"/>
                </a:lnTo>
                <a:lnTo>
                  <a:pt x="219075" y="142875"/>
                </a:lnTo>
                <a:lnTo>
                  <a:pt x="209550" y="142875"/>
                </a:lnTo>
                <a:close/>
                <a:moveTo>
                  <a:pt x="1114425" y="161925"/>
                </a:moveTo>
                <a:lnTo>
                  <a:pt x="1123950" y="161925"/>
                </a:lnTo>
                <a:lnTo>
                  <a:pt x="1123950" y="171450"/>
                </a:lnTo>
                <a:lnTo>
                  <a:pt x="1162050" y="171450"/>
                </a:lnTo>
                <a:lnTo>
                  <a:pt x="1162050" y="190500"/>
                </a:lnTo>
                <a:lnTo>
                  <a:pt x="1171575" y="190500"/>
                </a:lnTo>
                <a:lnTo>
                  <a:pt x="1171575" y="200025"/>
                </a:lnTo>
                <a:lnTo>
                  <a:pt x="1143000" y="200025"/>
                </a:lnTo>
                <a:lnTo>
                  <a:pt x="1143000" y="190500"/>
                </a:lnTo>
                <a:lnTo>
                  <a:pt x="1133475" y="190500"/>
                </a:lnTo>
                <a:lnTo>
                  <a:pt x="1133475" y="180975"/>
                </a:lnTo>
                <a:lnTo>
                  <a:pt x="1114425" y="180975"/>
                </a:lnTo>
                <a:close/>
                <a:moveTo>
                  <a:pt x="1076325" y="200025"/>
                </a:moveTo>
                <a:lnTo>
                  <a:pt x="1085850" y="200025"/>
                </a:lnTo>
                <a:lnTo>
                  <a:pt x="1085850" y="209550"/>
                </a:lnTo>
                <a:lnTo>
                  <a:pt x="1076325" y="209550"/>
                </a:lnTo>
                <a:close/>
                <a:moveTo>
                  <a:pt x="1085850" y="209550"/>
                </a:moveTo>
                <a:lnTo>
                  <a:pt x="1114425" y="209550"/>
                </a:lnTo>
                <a:lnTo>
                  <a:pt x="1114425" y="228600"/>
                </a:lnTo>
                <a:lnTo>
                  <a:pt x="1095375" y="228600"/>
                </a:lnTo>
                <a:lnTo>
                  <a:pt x="1095375" y="219075"/>
                </a:lnTo>
                <a:lnTo>
                  <a:pt x="1085850" y="219075"/>
                </a:lnTo>
                <a:close/>
                <a:moveTo>
                  <a:pt x="1047750" y="219075"/>
                </a:moveTo>
                <a:lnTo>
                  <a:pt x="1057275" y="219075"/>
                </a:lnTo>
                <a:lnTo>
                  <a:pt x="1057275" y="228600"/>
                </a:lnTo>
                <a:lnTo>
                  <a:pt x="1066800" y="228600"/>
                </a:lnTo>
                <a:lnTo>
                  <a:pt x="1066800" y="247650"/>
                </a:lnTo>
                <a:lnTo>
                  <a:pt x="1057275" y="247650"/>
                </a:lnTo>
                <a:lnTo>
                  <a:pt x="1057275" y="257175"/>
                </a:lnTo>
                <a:lnTo>
                  <a:pt x="1038225" y="257175"/>
                </a:lnTo>
                <a:lnTo>
                  <a:pt x="1038225" y="238125"/>
                </a:lnTo>
                <a:lnTo>
                  <a:pt x="1047750" y="238125"/>
                </a:lnTo>
                <a:close/>
                <a:moveTo>
                  <a:pt x="1152525" y="238125"/>
                </a:moveTo>
                <a:lnTo>
                  <a:pt x="1162050" y="238125"/>
                </a:lnTo>
                <a:lnTo>
                  <a:pt x="1162050" y="247650"/>
                </a:lnTo>
                <a:lnTo>
                  <a:pt x="1171575" y="247650"/>
                </a:lnTo>
                <a:lnTo>
                  <a:pt x="1171575" y="266700"/>
                </a:lnTo>
                <a:lnTo>
                  <a:pt x="1152525" y="266700"/>
                </a:lnTo>
                <a:lnTo>
                  <a:pt x="1152525" y="276225"/>
                </a:lnTo>
                <a:lnTo>
                  <a:pt x="1143000" y="276225"/>
                </a:lnTo>
                <a:lnTo>
                  <a:pt x="1143000" y="295275"/>
                </a:lnTo>
                <a:lnTo>
                  <a:pt x="1133475" y="295275"/>
                </a:lnTo>
                <a:lnTo>
                  <a:pt x="1133475" y="304800"/>
                </a:lnTo>
                <a:lnTo>
                  <a:pt x="1123950" y="304800"/>
                </a:lnTo>
                <a:lnTo>
                  <a:pt x="1123950" y="333375"/>
                </a:lnTo>
                <a:lnTo>
                  <a:pt x="1095375" y="333375"/>
                </a:lnTo>
                <a:lnTo>
                  <a:pt x="1095375" y="323850"/>
                </a:lnTo>
                <a:lnTo>
                  <a:pt x="1076325" y="323850"/>
                </a:lnTo>
                <a:lnTo>
                  <a:pt x="1076325" y="314325"/>
                </a:lnTo>
                <a:lnTo>
                  <a:pt x="1066800" y="314325"/>
                </a:lnTo>
                <a:lnTo>
                  <a:pt x="1066800" y="295275"/>
                </a:lnTo>
                <a:lnTo>
                  <a:pt x="1095375" y="295275"/>
                </a:lnTo>
                <a:lnTo>
                  <a:pt x="1095375" y="304800"/>
                </a:lnTo>
                <a:lnTo>
                  <a:pt x="1114425" y="304800"/>
                </a:lnTo>
                <a:lnTo>
                  <a:pt x="1114425" y="285750"/>
                </a:lnTo>
                <a:lnTo>
                  <a:pt x="1123950" y="285750"/>
                </a:lnTo>
                <a:lnTo>
                  <a:pt x="1123950" y="276225"/>
                </a:lnTo>
                <a:lnTo>
                  <a:pt x="1104900" y="276225"/>
                </a:lnTo>
                <a:lnTo>
                  <a:pt x="1104900" y="257175"/>
                </a:lnTo>
                <a:lnTo>
                  <a:pt x="1143000" y="257175"/>
                </a:lnTo>
                <a:lnTo>
                  <a:pt x="1143000" y="247650"/>
                </a:lnTo>
                <a:lnTo>
                  <a:pt x="1152525" y="247650"/>
                </a:lnTo>
                <a:close/>
                <a:moveTo>
                  <a:pt x="904875" y="257175"/>
                </a:moveTo>
                <a:lnTo>
                  <a:pt x="914400" y="257175"/>
                </a:lnTo>
                <a:lnTo>
                  <a:pt x="914400" y="285750"/>
                </a:lnTo>
                <a:lnTo>
                  <a:pt x="904875" y="285750"/>
                </a:lnTo>
                <a:lnTo>
                  <a:pt x="904875" y="295275"/>
                </a:lnTo>
                <a:lnTo>
                  <a:pt x="895350" y="295275"/>
                </a:lnTo>
                <a:lnTo>
                  <a:pt x="895350" y="304800"/>
                </a:lnTo>
                <a:lnTo>
                  <a:pt x="885825" y="304800"/>
                </a:lnTo>
                <a:lnTo>
                  <a:pt x="885825" y="314325"/>
                </a:lnTo>
                <a:lnTo>
                  <a:pt x="876300" y="314325"/>
                </a:lnTo>
                <a:lnTo>
                  <a:pt x="876300" y="323850"/>
                </a:lnTo>
                <a:lnTo>
                  <a:pt x="857250" y="323850"/>
                </a:lnTo>
                <a:lnTo>
                  <a:pt x="857250" y="314325"/>
                </a:lnTo>
                <a:lnTo>
                  <a:pt x="866775" y="314325"/>
                </a:lnTo>
                <a:lnTo>
                  <a:pt x="866775" y="304800"/>
                </a:lnTo>
                <a:lnTo>
                  <a:pt x="876300" y="304800"/>
                </a:lnTo>
                <a:lnTo>
                  <a:pt x="876300" y="295275"/>
                </a:lnTo>
                <a:lnTo>
                  <a:pt x="885825" y="295275"/>
                </a:lnTo>
                <a:lnTo>
                  <a:pt x="885825" y="285750"/>
                </a:lnTo>
                <a:lnTo>
                  <a:pt x="895350" y="285750"/>
                </a:lnTo>
                <a:lnTo>
                  <a:pt x="895350" y="266700"/>
                </a:lnTo>
                <a:lnTo>
                  <a:pt x="904875" y="266700"/>
                </a:lnTo>
                <a:close/>
                <a:moveTo>
                  <a:pt x="1085850" y="266700"/>
                </a:moveTo>
                <a:lnTo>
                  <a:pt x="1095375" y="266700"/>
                </a:lnTo>
                <a:lnTo>
                  <a:pt x="1095375" y="276225"/>
                </a:lnTo>
                <a:lnTo>
                  <a:pt x="1085850" y="276225"/>
                </a:lnTo>
                <a:close/>
                <a:moveTo>
                  <a:pt x="438150" y="342900"/>
                </a:moveTo>
                <a:lnTo>
                  <a:pt x="447675" y="342900"/>
                </a:lnTo>
                <a:lnTo>
                  <a:pt x="447675" y="361950"/>
                </a:lnTo>
                <a:lnTo>
                  <a:pt x="438150" y="361950"/>
                </a:lnTo>
                <a:lnTo>
                  <a:pt x="438150" y="371475"/>
                </a:lnTo>
                <a:lnTo>
                  <a:pt x="428625" y="371475"/>
                </a:lnTo>
                <a:lnTo>
                  <a:pt x="428625" y="381000"/>
                </a:lnTo>
                <a:lnTo>
                  <a:pt x="409575" y="381000"/>
                </a:lnTo>
                <a:lnTo>
                  <a:pt x="409575" y="371475"/>
                </a:lnTo>
                <a:lnTo>
                  <a:pt x="419100" y="371475"/>
                </a:lnTo>
                <a:lnTo>
                  <a:pt x="419100" y="361950"/>
                </a:lnTo>
                <a:lnTo>
                  <a:pt x="428625" y="361950"/>
                </a:lnTo>
                <a:lnTo>
                  <a:pt x="428625" y="352425"/>
                </a:lnTo>
                <a:lnTo>
                  <a:pt x="438150" y="352425"/>
                </a:lnTo>
                <a:close/>
                <a:moveTo>
                  <a:pt x="819150" y="342900"/>
                </a:moveTo>
                <a:lnTo>
                  <a:pt x="838200" y="342900"/>
                </a:lnTo>
                <a:lnTo>
                  <a:pt x="838200" y="352425"/>
                </a:lnTo>
                <a:lnTo>
                  <a:pt x="819150" y="352425"/>
                </a:lnTo>
                <a:close/>
                <a:moveTo>
                  <a:pt x="314325" y="371475"/>
                </a:moveTo>
                <a:lnTo>
                  <a:pt x="323850" y="371475"/>
                </a:lnTo>
                <a:lnTo>
                  <a:pt x="323850" y="381000"/>
                </a:lnTo>
                <a:lnTo>
                  <a:pt x="314325" y="381000"/>
                </a:lnTo>
                <a:close/>
                <a:moveTo>
                  <a:pt x="323850" y="381000"/>
                </a:moveTo>
                <a:lnTo>
                  <a:pt x="352425" y="381000"/>
                </a:lnTo>
                <a:lnTo>
                  <a:pt x="352425" y="400050"/>
                </a:lnTo>
                <a:lnTo>
                  <a:pt x="333375" y="400050"/>
                </a:lnTo>
                <a:lnTo>
                  <a:pt x="333375" y="390525"/>
                </a:lnTo>
                <a:lnTo>
                  <a:pt x="323850" y="390525"/>
                </a:lnTo>
                <a:close/>
                <a:moveTo>
                  <a:pt x="400050" y="381000"/>
                </a:moveTo>
                <a:lnTo>
                  <a:pt x="409575" y="381000"/>
                </a:lnTo>
                <a:lnTo>
                  <a:pt x="409575" y="390525"/>
                </a:lnTo>
                <a:lnTo>
                  <a:pt x="400050" y="390525"/>
                </a:lnTo>
                <a:close/>
                <a:moveTo>
                  <a:pt x="457200" y="381000"/>
                </a:moveTo>
                <a:lnTo>
                  <a:pt x="466725" y="381000"/>
                </a:lnTo>
                <a:lnTo>
                  <a:pt x="466725" y="390525"/>
                </a:lnTo>
                <a:lnTo>
                  <a:pt x="457200" y="390525"/>
                </a:lnTo>
                <a:close/>
                <a:moveTo>
                  <a:pt x="266700" y="409575"/>
                </a:moveTo>
                <a:lnTo>
                  <a:pt x="276225" y="409575"/>
                </a:lnTo>
                <a:lnTo>
                  <a:pt x="276225" y="419100"/>
                </a:lnTo>
                <a:lnTo>
                  <a:pt x="266700" y="419100"/>
                </a:lnTo>
                <a:close/>
                <a:moveTo>
                  <a:pt x="704850" y="419100"/>
                </a:moveTo>
                <a:lnTo>
                  <a:pt x="723900" y="419100"/>
                </a:lnTo>
                <a:lnTo>
                  <a:pt x="723900" y="428625"/>
                </a:lnTo>
                <a:lnTo>
                  <a:pt x="752475" y="428625"/>
                </a:lnTo>
                <a:lnTo>
                  <a:pt x="752475" y="438150"/>
                </a:lnTo>
                <a:lnTo>
                  <a:pt x="800100" y="438150"/>
                </a:lnTo>
                <a:lnTo>
                  <a:pt x="800100" y="447675"/>
                </a:lnTo>
                <a:lnTo>
                  <a:pt x="809625" y="447675"/>
                </a:lnTo>
                <a:lnTo>
                  <a:pt x="809625" y="457200"/>
                </a:lnTo>
                <a:lnTo>
                  <a:pt x="800100" y="457200"/>
                </a:lnTo>
                <a:lnTo>
                  <a:pt x="800100" y="476250"/>
                </a:lnTo>
                <a:lnTo>
                  <a:pt x="809625" y="476250"/>
                </a:lnTo>
                <a:lnTo>
                  <a:pt x="809625" y="504825"/>
                </a:lnTo>
                <a:lnTo>
                  <a:pt x="800100" y="504825"/>
                </a:lnTo>
                <a:lnTo>
                  <a:pt x="800100" y="495300"/>
                </a:lnTo>
                <a:lnTo>
                  <a:pt x="790575" y="495300"/>
                </a:lnTo>
                <a:lnTo>
                  <a:pt x="790575" y="485775"/>
                </a:lnTo>
                <a:lnTo>
                  <a:pt x="781050" y="485775"/>
                </a:lnTo>
                <a:lnTo>
                  <a:pt x="781050" y="476250"/>
                </a:lnTo>
                <a:lnTo>
                  <a:pt x="771525" y="476250"/>
                </a:lnTo>
                <a:lnTo>
                  <a:pt x="771525" y="466725"/>
                </a:lnTo>
                <a:lnTo>
                  <a:pt x="762000" y="466725"/>
                </a:lnTo>
                <a:lnTo>
                  <a:pt x="762000" y="457200"/>
                </a:lnTo>
                <a:lnTo>
                  <a:pt x="752475" y="457200"/>
                </a:lnTo>
                <a:lnTo>
                  <a:pt x="752475" y="447675"/>
                </a:lnTo>
                <a:lnTo>
                  <a:pt x="733425" y="447675"/>
                </a:lnTo>
                <a:lnTo>
                  <a:pt x="733425" y="438150"/>
                </a:lnTo>
                <a:lnTo>
                  <a:pt x="704850" y="438150"/>
                </a:lnTo>
                <a:close/>
                <a:moveTo>
                  <a:pt x="323850" y="428625"/>
                </a:moveTo>
                <a:lnTo>
                  <a:pt x="342900" y="428625"/>
                </a:lnTo>
                <a:lnTo>
                  <a:pt x="342900" y="438150"/>
                </a:lnTo>
                <a:lnTo>
                  <a:pt x="352425" y="438150"/>
                </a:lnTo>
                <a:lnTo>
                  <a:pt x="352425" y="447675"/>
                </a:lnTo>
                <a:lnTo>
                  <a:pt x="333375" y="447675"/>
                </a:lnTo>
                <a:lnTo>
                  <a:pt x="333375" y="438150"/>
                </a:lnTo>
                <a:lnTo>
                  <a:pt x="323850" y="438150"/>
                </a:lnTo>
                <a:close/>
                <a:moveTo>
                  <a:pt x="133350" y="438150"/>
                </a:moveTo>
                <a:lnTo>
                  <a:pt x="161925" y="438150"/>
                </a:lnTo>
                <a:lnTo>
                  <a:pt x="161925" y="447675"/>
                </a:lnTo>
                <a:lnTo>
                  <a:pt x="200025" y="447675"/>
                </a:lnTo>
                <a:lnTo>
                  <a:pt x="200025" y="438150"/>
                </a:lnTo>
                <a:lnTo>
                  <a:pt x="219075" y="438150"/>
                </a:lnTo>
                <a:lnTo>
                  <a:pt x="219075" y="447675"/>
                </a:lnTo>
                <a:lnTo>
                  <a:pt x="209550" y="447675"/>
                </a:lnTo>
                <a:lnTo>
                  <a:pt x="209550" y="457200"/>
                </a:lnTo>
                <a:lnTo>
                  <a:pt x="190500" y="457200"/>
                </a:lnTo>
                <a:lnTo>
                  <a:pt x="190500" y="466725"/>
                </a:lnTo>
                <a:lnTo>
                  <a:pt x="171450" y="466725"/>
                </a:lnTo>
                <a:lnTo>
                  <a:pt x="171450" y="476250"/>
                </a:lnTo>
                <a:lnTo>
                  <a:pt x="161925" y="476250"/>
                </a:lnTo>
                <a:lnTo>
                  <a:pt x="161925" y="485775"/>
                </a:lnTo>
                <a:lnTo>
                  <a:pt x="142875" y="485775"/>
                </a:lnTo>
                <a:lnTo>
                  <a:pt x="142875" y="495300"/>
                </a:lnTo>
                <a:lnTo>
                  <a:pt x="123825" y="495300"/>
                </a:lnTo>
                <a:lnTo>
                  <a:pt x="123825" y="476250"/>
                </a:lnTo>
                <a:lnTo>
                  <a:pt x="133350" y="476250"/>
                </a:lnTo>
                <a:lnTo>
                  <a:pt x="133350" y="466725"/>
                </a:lnTo>
                <a:lnTo>
                  <a:pt x="123825" y="466725"/>
                </a:lnTo>
                <a:lnTo>
                  <a:pt x="123825" y="457200"/>
                </a:lnTo>
                <a:lnTo>
                  <a:pt x="133350" y="457200"/>
                </a:lnTo>
                <a:close/>
                <a:moveTo>
                  <a:pt x="1200150" y="495300"/>
                </a:moveTo>
                <a:lnTo>
                  <a:pt x="1209675" y="495300"/>
                </a:lnTo>
                <a:lnTo>
                  <a:pt x="1209675" y="590550"/>
                </a:lnTo>
                <a:lnTo>
                  <a:pt x="1200150" y="590550"/>
                </a:lnTo>
                <a:lnTo>
                  <a:pt x="1200150" y="581025"/>
                </a:lnTo>
                <a:lnTo>
                  <a:pt x="1190625" y="581025"/>
                </a:lnTo>
                <a:lnTo>
                  <a:pt x="1190625" y="533400"/>
                </a:lnTo>
                <a:lnTo>
                  <a:pt x="1200150" y="533400"/>
                </a:lnTo>
                <a:lnTo>
                  <a:pt x="1200150" y="514350"/>
                </a:lnTo>
                <a:lnTo>
                  <a:pt x="1190625" y="514350"/>
                </a:lnTo>
                <a:lnTo>
                  <a:pt x="1190625" y="504825"/>
                </a:lnTo>
                <a:lnTo>
                  <a:pt x="1200150" y="504825"/>
                </a:lnTo>
                <a:close/>
                <a:moveTo>
                  <a:pt x="1095375" y="504825"/>
                </a:moveTo>
                <a:lnTo>
                  <a:pt x="1114425" y="504825"/>
                </a:lnTo>
                <a:lnTo>
                  <a:pt x="1114425" y="514350"/>
                </a:lnTo>
                <a:lnTo>
                  <a:pt x="1143000" y="514350"/>
                </a:lnTo>
                <a:lnTo>
                  <a:pt x="1143000" y="542925"/>
                </a:lnTo>
                <a:lnTo>
                  <a:pt x="1133475" y="542925"/>
                </a:lnTo>
                <a:lnTo>
                  <a:pt x="1133475" y="523875"/>
                </a:lnTo>
                <a:lnTo>
                  <a:pt x="1095375" y="523875"/>
                </a:lnTo>
                <a:close/>
                <a:moveTo>
                  <a:pt x="1047750" y="542925"/>
                </a:moveTo>
                <a:lnTo>
                  <a:pt x="1066800" y="542925"/>
                </a:lnTo>
                <a:lnTo>
                  <a:pt x="1066800" y="552450"/>
                </a:lnTo>
                <a:lnTo>
                  <a:pt x="1057275" y="552450"/>
                </a:lnTo>
                <a:lnTo>
                  <a:pt x="1057275" y="571500"/>
                </a:lnTo>
                <a:lnTo>
                  <a:pt x="1047750" y="571500"/>
                </a:lnTo>
                <a:close/>
                <a:moveTo>
                  <a:pt x="1038225" y="571500"/>
                </a:moveTo>
                <a:lnTo>
                  <a:pt x="1047750" y="571500"/>
                </a:lnTo>
                <a:lnTo>
                  <a:pt x="1047750" y="581025"/>
                </a:lnTo>
                <a:lnTo>
                  <a:pt x="1057275" y="581025"/>
                </a:lnTo>
                <a:lnTo>
                  <a:pt x="1057275" y="600075"/>
                </a:lnTo>
                <a:lnTo>
                  <a:pt x="1066800" y="600075"/>
                </a:lnTo>
                <a:lnTo>
                  <a:pt x="1066800" y="619125"/>
                </a:lnTo>
                <a:lnTo>
                  <a:pt x="1057275" y="619125"/>
                </a:lnTo>
                <a:lnTo>
                  <a:pt x="1057275" y="609600"/>
                </a:lnTo>
                <a:lnTo>
                  <a:pt x="1038225" y="609600"/>
                </a:lnTo>
                <a:close/>
                <a:moveTo>
                  <a:pt x="76200" y="619125"/>
                </a:moveTo>
                <a:lnTo>
                  <a:pt x="95250" y="619125"/>
                </a:lnTo>
                <a:lnTo>
                  <a:pt x="95250" y="676275"/>
                </a:lnTo>
                <a:lnTo>
                  <a:pt x="76200" y="676275"/>
                </a:lnTo>
                <a:lnTo>
                  <a:pt x="76200" y="666750"/>
                </a:lnTo>
                <a:lnTo>
                  <a:pt x="66675" y="666750"/>
                </a:lnTo>
                <a:lnTo>
                  <a:pt x="66675" y="657225"/>
                </a:lnTo>
                <a:lnTo>
                  <a:pt x="57150" y="657225"/>
                </a:lnTo>
                <a:lnTo>
                  <a:pt x="57150" y="638175"/>
                </a:lnTo>
                <a:lnTo>
                  <a:pt x="66675" y="638175"/>
                </a:lnTo>
                <a:lnTo>
                  <a:pt x="66675" y="628650"/>
                </a:lnTo>
                <a:lnTo>
                  <a:pt x="76200" y="628650"/>
                </a:lnTo>
                <a:close/>
                <a:moveTo>
                  <a:pt x="819150" y="619125"/>
                </a:moveTo>
                <a:lnTo>
                  <a:pt x="838200" y="619125"/>
                </a:lnTo>
                <a:lnTo>
                  <a:pt x="838200" y="638175"/>
                </a:lnTo>
                <a:lnTo>
                  <a:pt x="828675" y="638175"/>
                </a:lnTo>
                <a:lnTo>
                  <a:pt x="828675" y="628650"/>
                </a:lnTo>
                <a:lnTo>
                  <a:pt x="819150" y="628650"/>
                </a:lnTo>
                <a:close/>
                <a:moveTo>
                  <a:pt x="809625" y="647700"/>
                </a:moveTo>
                <a:lnTo>
                  <a:pt x="819150" y="647700"/>
                </a:lnTo>
                <a:lnTo>
                  <a:pt x="819150" y="657225"/>
                </a:lnTo>
                <a:lnTo>
                  <a:pt x="809625" y="657225"/>
                </a:lnTo>
                <a:close/>
                <a:moveTo>
                  <a:pt x="800100" y="666750"/>
                </a:moveTo>
                <a:lnTo>
                  <a:pt x="809625" y="666750"/>
                </a:lnTo>
                <a:lnTo>
                  <a:pt x="809625" y="704850"/>
                </a:lnTo>
                <a:lnTo>
                  <a:pt x="800100" y="704850"/>
                </a:lnTo>
                <a:lnTo>
                  <a:pt x="800100" y="714375"/>
                </a:lnTo>
                <a:lnTo>
                  <a:pt x="781050" y="714375"/>
                </a:lnTo>
                <a:lnTo>
                  <a:pt x="781050" y="704850"/>
                </a:lnTo>
                <a:lnTo>
                  <a:pt x="771525" y="704850"/>
                </a:lnTo>
                <a:lnTo>
                  <a:pt x="771525" y="695325"/>
                </a:lnTo>
                <a:lnTo>
                  <a:pt x="781050" y="695325"/>
                </a:lnTo>
                <a:lnTo>
                  <a:pt x="781050" y="685800"/>
                </a:lnTo>
                <a:lnTo>
                  <a:pt x="790575" y="685800"/>
                </a:lnTo>
                <a:lnTo>
                  <a:pt x="790575" y="676275"/>
                </a:lnTo>
                <a:lnTo>
                  <a:pt x="800100" y="676275"/>
                </a:lnTo>
                <a:close/>
                <a:moveTo>
                  <a:pt x="314325" y="676275"/>
                </a:moveTo>
                <a:lnTo>
                  <a:pt x="438150" y="676275"/>
                </a:lnTo>
                <a:lnTo>
                  <a:pt x="438150" y="695325"/>
                </a:lnTo>
                <a:lnTo>
                  <a:pt x="400050" y="695325"/>
                </a:lnTo>
                <a:lnTo>
                  <a:pt x="400050" y="704850"/>
                </a:lnTo>
                <a:lnTo>
                  <a:pt x="323850" y="704850"/>
                </a:lnTo>
                <a:lnTo>
                  <a:pt x="323850" y="714375"/>
                </a:lnTo>
                <a:lnTo>
                  <a:pt x="314325" y="714375"/>
                </a:lnTo>
                <a:lnTo>
                  <a:pt x="314325" y="695325"/>
                </a:lnTo>
                <a:lnTo>
                  <a:pt x="304800" y="695325"/>
                </a:lnTo>
                <a:lnTo>
                  <a:pt x="304800" y="685800"/>
                </a:lnTo>
                <a:lnTo>
                  <a:pt x="314325" y="685800"/>
                </a:lnTo>
                <a:close/>
                <a:moveTo>
                  <a:pt x="723900" y="723900"/>
                </a:moveTo>
                <a:lnTo>
                  <a:pt x="752475" y="723900"/>
                </a:lnTo>
                <a:lnTo>
                  <a:pt x="752475" y="733425"/>
                </a:lnTo>
                <a:lnTo>
                  <a:pt x="742950" y="733425"/>
                </a:lnTo>
                <a:lnTo>
                  <a:pt x="742950" y="742950"/>
                </a:lnTo>
                <a:lnTo>
                  <a:pt x="723900" y="742950"/>
                </a:lnTo>
                <a:close/>
              </a:path>
            </a:pathLst>
          </a:custGeom>
          <a:solidFill xmlns:a="http://schemas.openxmlformats.org/drawingml/2006/main">
            <a:srgbClr val="FAFBF7"/>
          </a:solidFill>
          <a:ln xmlns:a="http://schemas.openxmlformats.org/drawingml/2006/main" w="0">
            <a:noFill/>
          </a:ln>
        </p:spPr>
      </p:sp>
      <p:sp>
        <p:nvSpPr>
          <p:cNvPr id="236" name="v22 vector #f9faf5">
            <a:extLst xmlns:a="http://schemas.openxmlformats.org/drawingml/2006/main">
              <a:ext uri="{FF2B5EF4-FFF2-40B4-BE49-F238E27FC236}">
                <a16:creationId xmlns:a16="http://schemas.microsoft.com/office/drawing/2014/main" id="{34D37BCF-2269-4630-BC4D-FDFE12BFA4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10675" y="4848225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704850" y="0"/>
                </a:moveTo>
                <a:lnTo>
                  <a:pt x="723900" y="0"/>
                </a:lnTo>
                <a:lnTo>
                  <a:pt x="723900" y="19050"/>
                </a:lnTo>
                <a:lnTo>
                  <a:pt x="714375" y="19050"/>
                </a:lnTo>
                <a:lnTo>
                  <a:pt x="714375" y="9525"/>
                </a:lnTo>
                <a:lnTo>
                  <a:pt x="704850" y="9525"/>
                </a:lnTo>
                <a:close/>
                <a:moveTo>
                  <a:pt x="733425" y="0"/>
                </a:moveTo>
                <a:lnTo>
                  <a:pt x="742950" y="0"/>
                </a:lnTo>
                <a:lnTo>
                  <a:pt x="742950" y="9525"/>
                </a:lnTo>
                <a:lnTo>
                  <a:pt x="733425" y="9525"/>
                </a:lnTo>
                <a:close/>
                <a:moveTo>
                  <a:pt x="752475" y="0"/>
                </a:moveTo>
                <a:lnTo>
                  <a:pt x="762000" y="0"/>
                </a:lnTo>
                <a:lnTo>
                  <a:pt x="762000" y="9525"/>
                </a:lnTo>
                <a:lnTo>
                  <a:pt x="752475" y="9525"/>
                </a:lnTo>
                <a:close/>
                <a:moveTo>
                  <a:pt x="104775" y="19050"/>
                </a:moveTo>
                <a:lnTo>
                  <a:pt x="114300" y="19050"/>
                </a:lnTo>
                <a:lnTo>
                  <a:pt x="114300" y="28575"/>
                </a:lnTo>
                <a:lnTo>
                  <a:pt x="104775" y="28575"/>
                </a:lnTo>
                <a:close/>
                <a:moveTo>
                  <a:pt x="333375" y="38100"/>
                </a:moveTo>
                <a:lnTo>
                  <a:pt x="352425" y="38100"/>
                </a:lnTo>
                <a:lnTo>
                  <a:pt x="352425" y="57150"/>
                </a:lnTo>
                <a:lnTo>
                  <a:pt x="333375" y="57150"/>
                </a:lnTo>
                <a:close/>
                <a:moveTo>
                  <a:pt x="866775" y="38100"/>
                </a:moveTo>
                <a:lnTo>
                  <a:pt x="876300" y="38100"/>
                </a:lnTo>
                <a:lnTo>
                  <a:pt x="876300" y="47625"/>
                </a:lnTo>
                <a:lnTo>
                  <a:pt x="885825" y="47625"/>
                </a:lnTo>
                <a:lnTo>
                  <a:pt x="885825" y="66675"/>
                </a:lnTo>
                <a:lnTo>
                  <a:pt x="904875" y="66675"/>
                </a:lnTo>
                <a:lnTo>
                  <a:pt x="904875" y="76200"/>
                </a:lnTo>
                <a:lnTo>
                  <a:pt x="876300" y="76200"/>
                </a:lnTo>
                <a:lnTo>
                  <a:pt x="876300" y="57150"/>
                </a:lnTo>
                <a:lnTo>
                  <a:pt x="866775" y="57150"/>
                </a:lnTo>
                <a:close/>
                <a:moveTo>
                  <a:pt x="66675" y="47625"/>
                </a:moveTo>
                <a:lnTo>
                  <a:pt x="85725" y="47625"/>
                </a:lnTo>
                <a:lnTo>
                  <a:pt x="85725" y="66675"/>
                </a:lnTo>
                <a:lnTo>
                  <a:pt x="76200" y="66675"/>
                </a:lnTo>
                <a:lnTo>
                  <a:pt x="76200" y="76200"/>
                </a:lnTo>
                <a:lnTo>
                  <a:pt x="66675" y="76200"/>
                </a:lnTo>
                <a:close/>
                <a:moveTo>
                  <a:pt x="904875" y="76200"/>
                </a:moveTo>
                <a:lnTo>
                  <a:pt x="914400" y="76200"/>
                </a:lnTo>
                <a:lnTo>
                  <a:pt x="914400" y="85725"/>
                </a:lnTo>
                <a:lnTo>
                  <a:pt x="904875" y="85725"/>
                </a:lnTo>
                <a:close/>
                <a:moveTo>
                  <a:pt x="923925" y="95250"/>
                </a:moveTo>
                <a:lnTo>
                  <a:pt x="942975" y="95250"/>
                </a:lnTo>
                <a:lnTo>
                  <a:pt x="942975" y="104775"/>
                </a:lnTo>
                <a:lnTo>
                  <a:pt x="952500" y="104775"/>
                </a:lnTo>
                <a:lnTo>
                  <a:pt x="952500" y="114300"/>
                </a:lnTo>
                <a:lnTo>
                  <a:pt x="942975" y="114300"/>
                </a:lnTo>
                <a:lnTo>
                  <a:pt x="942975" y="123825"/>
                </a:lnTo>
                <a:lnTo>
                  <a:pt x="933450" y="123825"/>
                </a:lnTo>
                <a:lnTo>
                  <a:pt x="933450" y="133350"/>
                </a:lnTo>
                <a:lnTo>
                  <a:pt x="923925" y="133350"/>
                </a:lnTo>
                <a:close/>
                <a:moveTo>
                  <a:pt x="200025" y="133350"/>
                </a:moveTo>
                <a:lnTo>
                  <a:pt x="209550" y="133350"/>
                </a:lnTo>
                <a:lnTo>
                  <a:pt x="209550" y="161925"/>
                </a:lnTo>
                <a:lnTo>
                  <a:pt x="190500" y="161925"/>
                </a:lnTo>
                <a:lnTo>
                  <a:pt x="190500" y="142875"/>
                </a:lnTo>
                <a:lnTo>
                  <a:pt x="200025" y="142875"/>
                </a:lnTo>
                <a:close/>
                <a:moveTo>
                  <a:pt x="1200150" y="133350"/>
                </a:moveTo>
                <a:lnTo>
                  <a:pt x="1209675" y="133350"/>
                </a:lnTo>
                <a:lnTo>
                  <a:pt x="1209675" y="152400"/>
                </a:lnTo>
                <a:lnTo>
                  <a:pt x="1200150" y="152400"/>
                </a:lnTo>
                <a:close/>
                <a:moveTo>
                  <a:pt x="47625" y="152400"/>
                </a:moveTo>
                <a:lnTo>
                  <a:pt x="57150" y="152400"/>
                </a:lnTo>
                <a:lnTo>
                  <a:pt x="57150" y="161925"/>
                </a:lnTo>
                <a:lnTo>
                  <a:pt x="47625" y="161925"/>
                </a:lnTo>
                <a:close/>
                <a:moveTo>
                  <a:pt x="104775" y="200025"/>
                </a:moveTo>
                <a:lnTo>
                  <a:pt x="114300" y="200025"/>
                </a:lnTo>
                <a:lnTo>
                  <a:pt x="114300" y="219075"/>
                </a:lnTo>
                <a:lnTo>
                  <a:pt x="104775" y="219075"/>
                </a:lnTo>
                <a:close/>
                <a:moveTo>
                  <a:pt x="200025" y="219075"/>
                </a:moveTo>
                <a:lnTo>
                  <a:pt x="209550" y="219075"/>
                </a:lnTo>
                <a:lnTo>
                  <a:pt x="209550" y="228600"/>
                </a:lnTo>
                <a:lnTo>
                  <a:pt x="200025" y="228600"/>
                </a:lnTo>
                <a:close/>
                <a:moveTo>
                  <a:pt x="1028700" y="247650"/>
                </a:moveTo>
                <a:lnTo>
                  <a:pt x="1038225" y="247650"/>
                </a:lnTo>
                <a:lnTo>
                  <a:pt x="1038225" y="257175"/>
                </a:lnTo>
                <a:lnTo>
                  <a:pt x="1057275" y="257175"/>
                </a:lnTo>
                <a:lnTo>
                  <a:pt x="1057275" y="247650"/>
                </a:lnTo>
                <a:lnTo>
                  <a:pt x="1066800" y="247650"/>
                </a:lnTo>
                <a:lnTo>
                  <a:pt x="1066800" y="257175"/>
                </a:lnTo>
                <a:lnTo>
                  <a:pt x="1095375" y="257175"/>
                </a:lnTo>
                <a:lnTo>
                  <a:pt x="1095375" y="266700"/>
                </a:lnTo>
                <a:lnTo>
                  <a:pt x="1085850" y="266700"/>
                </a:lnTo>
                <a:lnTo>
                  <a:pt x="1085850" y="285750"/>
                </a:lnTo>
                <a:lnTo>
                  <a:pt x="1095375" y="285750"/>
                </a:lnTo>
                <a:lnTo>
                  <a:pt x="1095375" y="295275"/>
                </a:lnTo>
                <a:lnTo>
                  <a:pt x="1066800" y="295275"/>
                </a:lnTo>
                <a:lnTo>
                  <a:pt x="1066800" y="304800"/>
                </a:lnTo>
                <a:lnTo>
                  <a:pt x="1057275" y="304800"/>
                </a:lnTo>
                <a:lnTo>
                  <a:pt x="1057275" y="295275"/>
                </a:lnTo>
                <a:lnTo>
                  <a:pt x="1038225" y="295275"/>
                </a:lnTo>
                <a:lnTo>
                  <a:pt x="1038225" y="304800"/>
                </a:lnTo>
                <a:lnTo>
                  <a:pt x="1028700" y="304800"/>
                </a:lnTo>
                <a:close/>
                <a:moveTo>
                  <a:pt x="914400" y="257175"/>
                </a:moveTo>
                <a:lnTo>
                  <a:pt x="923925" y="257175"/>
                </a:lnTo>
                <a:lnTo>
                  <a:pt x="923925" y="276225"/>
                </a:lnTo>
                <a:lnTo>
                  <a:pt x="914400" y="276225"/>
                </a:lnTo>
                <a:close/>
                <a:moveTo>
                  <a:pt x="1171575" y="257175"/>
                </a:moveTo>
                <a:lnTo>
                  <a:pt x="1181100" y="257175"/>
                </a:lnTo>
                <a:lnTo>
                  <a:pt x="1181100" y="266700"/>
                </a:lnTo>
                <a:lnTo>
                  <a:pt x="1190625" y="266700"/>
                </a:lnTo>
                <a:lnTo>
                  <a:pt x="1190625" y="276225"/>
                </a:lnTo>
                <a:lnTo>
                  <a:pt x="1171575" y="276225"/>
                </a:lnTo>
                <a:lnTo>
                  <a:pt x="1171575" y="285750"/>
                </a:lnTo>
                <a:lnTo>
                  <a:pt x="1152525" y="285750"/>
                </a:lnTo>
                <a:lnTo>
                  <a:pt x="1152525" y="295275"/>
                </a:lnTo>
                <a:lnTo>
                  <a:pt x="1143000" y="295275"/>
                </a:lnTo>
                <a:lnTo>
                  <a:pt x="1143000" y="276225"/>
                </a:lnTo>
                <a:lnTo>
                  <a:pt x="1152525" y="276225"/>
                </a:lnTo>
                <a:lnTo>
                  <a:pt x="1152525" y="266700"/>
                </a:lnTo>
                <a:lnTo>
                  <a:pt x="1171575" y="266700"/>
                </a:lnTo>
                <a:close/>
                <a:moveTo>
                  <a:pt x="933450" y="266700"/>
                </a:moveTo>
                <a:lnTo>
                  <a:pt x="962025" y="266700"/>
                </a:lnTo>
                <a:lnTo>
                  <a:pt x="962025" y="295275"/>
                </a:lnTo>
                <a:lnTo>
                  <a:pt x="933450" y="295275"/>
                </a:lnTo>
                <a:close/>
                <a:moveTo>
                  <a:pt x="0" y="276225"/>
                </a:moveTo>
                <a:lnTo>
                  <a:pt x="9525" y="276225"/>
                </a:lnTo>
                <a:lnTo>
                  <a:pt x="9525" y="295275"/>
                </a:lnTo>
                <a:lnTo>
                  <a:pt x="0" y="295275"/>
                </a:lnTo>
                <a:close/>
                <a:moveTo>
                  <a:pt x="1114425" y="276225"/>
                </a:moveTo>
                <a:lnTo>
                  <a:pt x="1123950" y="276225"/>
                </a:lnTo>
                <a:lnTo>
                  <a:pt x="1123950" y="285750"/>
                </a:lnTo>
                <a:lnTo>
                  <a:pt x="1114425" y="285750"/>
                </a:lnTo>
                <a:close/>
                <a:moveTo>
                  <a:pt x="590550" y="285750"/>
                </a:moveTo>
                <a:lnTo>
                  <a:pt x="609600" y="285750"/>
                </a:lnTo>
                <a:lnTo>
                  <a:pt x="609600" y="295275"/>
                </a:lnTo>
                <a:lnTo>
                  <a:pt x="590550" y="295275"/>
                </a:lnTo>
                <a:close/>
                <a:moveTo>
                  <a:pt x="1066800" y="285750"/>
                </a:moveTo>
                <a:lnTo>
                  <a:pt x="1076325" y="285750"/>
                </a:lnTo>
                <a:lnTo>
                  <a:pt x="1076325" y="276225"/>
                </a:lnTo>
                <a:lnTo>
                  <a:pt x="1066800" y="276225"/>
                </a:lnTo>
                <a:close/>
                <a:moveTo>
                  <a:pt x="1095375" y="295275"/>
                </a:moveTo>
                <a:lnTo>
                  <a:pt x="1114425" y="295275"/>
                </a:lnTo>
                <a:lnTo>
                  <a:pt x="1114425" y="304800"/>
                </a:lnTo>
                <a:lnTo>
                  <a:pt x="1095375" y="304800"/>
                </a:lnTo>
                <a:close/>
                <a:moveTo>
                  <a:pt x="1066800" y="314325"/>
                </a:moveTo>
                <a:lnTo>
                  <a:pt x="1076325" y="314325"/>
                </a:lnTo>
                <a:lnTo>
                  <a:pt x="1076325" y="323850"/>
                </a:lnTo>
                <a:lnTo>
                  <a:pt x="1066800" y="323850"/>
                </a:lnTo>
                <a:close/>
                <a:moveTo>
                  <a:pt x="504825" y="323850"/>
                </a:moveTo>
                <a:lnTo>
                  <a:pt x="514350" y="323850"/>
                </a:lnTo>
                <a:lnTo>
                  <a:pt x="514350" y="333375"/>
                </a:lnTo>
                <a:lnTo>
                  <a:pt x="504825" y="333375"/>
                </a:lnTo>
                <a:close/>
                <a:moveTo>
                  <a:pt x="847725" y="323850"/>
                </a:moveTo>
                <a:lnTo>
                  <a:pt x="866775" y="323850"/>
                </a:lnTo>
                <a:lnTo>
                  <a:pt x="866775" y="333375"/>
                </a:lnTo>
                <a:lnTo>
                  <a:pt x="857250" y="333375"/>
                </a:lnTo>
                <a:lnTo>
                  <a:pt x="857250" y="342900"/>
                </a:lnTo>
                <a:lnTo>
                  <a:pt x="847725" y="342900"/>
                </a:lnTo>
                <a:lnTo>
                  <a:pt x="847725" y="371475"/>
                </a:lnTo>
                <a:lnTo>
                  <a:pt x="866775" y="371475"/>
                </a:lnTo>
                <a:lnTo>
                  <a:pt x="866775" y="390525"/>
                </a:lnTo>
                <a:lnTo>
                  <a:pt x="895350" y="390525"/>
                </a:lnTo>
                <a:lnTo>
                  <a:pt x="895350" y="400050"/>
                </a:lnTo>
                <a:lnTo>
                  <a:pt x="857250" y="400050"/>
                </a:lnTo>
                <a:lnTo>
                  <a:pt x="857250" y="390525"/>
                </a:lnTo>
                <a:lnTo>
                  <a:pt x="838200" y="390525"/>
                </a:lnTo>
                <a:lnTo>
                  <a:pt x="838200" y="381000"/>
                </a:lnTo>
                <a:lnTo>
                  <a:pt x="828675" y="381000"/>
                </a:lnTo>
                <a:lnTo>
                  <a:pt x="828675" y="371475"/>
                </a:lnTo>
                <a:lnTo>
                  <a:pt x="809625" y="371475"/>
                </a:lnTo>
                <a:lnTo>
                  <a:pt x="809625" y="361950"/>
                </a:lnTo>
                <a:lnTo>
                  <a:pt x="800100" y="361950"/>
                </a:lnTo>
                <a:lnTo>
                  <a:pt x="800100" y="352425"/>
                </a:lnTo>
                <a:lnTo>
                  <a:pt x="838200" y="352425"/>
                </a:lnTo>
                <a:lnTo>
                  <a:pt x="838200" y="333375"/>
                </a:lnTo>
                <a:lnTo>
                  <a:pt x="847725" y="333375"/>
                </a:lnTo>
                <a:close/>
                <a:moveTo>
                  <a:pt x="1009650" y="323850"/>
                </a:moveTo>
                <a:lnTo>
                  <a:pt x="1028700" y="323850"/>
                </a:lnTo>
                <a:lnTo>
                  <a:pt x="1028700" y="333375"/>
                </a:lnTo>
                <a:lnTo>
                  <a:pt x="1019175" y="333375"/>
                </a:lnTo>
                <a:lnTo>
                  <a:pt x="1019175" y="342900"/>
                </a:lnTo>
                <a:lnTo>
                  <a:pt x="1009650" y="342900"/>
                </a:lnTo>
                <a:close/>
                <a:moveTo>
                  <a:pt x="28575" y="333375"/>
                </a:moveTo>
                <a:lnTo>
                  <a:pt x="47625" y="333375"/>
                </a:lnTo>
                <a:lnTo>
                  <a:pt x="47625" y="352425"/>
                </a:lnTo>
                <a:lnTo>
                  <a:pt x="28575" y="352425"/>
                </a:lnTo>
                <a:close/>
                <a:moveTo>
                  <a:pt x="95250" y="361950"/>
                </a:moveTo>
                <a:lnTo>
                  <a:pt x="114300" y="361950"/>
                </a:lnTo>
                <a:lnTo>
                  <a:pt x="114300" y="371475"/>
                </a:lnTo>
                <a:lnTo>
                  <a:pt x="95250" y="371475"/>
                </a:lnTo>
                <a:close/>
                <a:moveTo>
                  <a:pt x="323850" y="371475"/>
                </a:moveTo>
                <a:lnTo>
                  <a:pt x="333375" y="371475"/>
                </a:lnTo>
                <a:lnTo>
                  <a:pt x="333375" y="381000"/>
                </a:lnTo>
                <a:lnTo>
                  <a:pt x="323850" y="381000"/>
                </a:lnTo>
                <a:close/>
                <a:moveTo>
                  <a:pt x="400050" y="371475"/>
                </a:moveTo>
                <a:lnTo>
                  <a:pt x="409575" y="371475"/>
                </a:lnTo>
                <a:lnTo>
                  <a:pt x="409575" y="381000"/>
                </a:lnTo>
                <a:lnTo>
                  <a:pt x="400050" y="381000"/>
                </a:lnTo>
                <a:close/>
                <a:moveTo>
                  <a:pt x="95250" y="381000"/>
                </a:moveTo>
                <a:lnTo>
                  <a:pt x="114300" y="381000"/>
                </a:lnTo>
                <a:lnTo>
                  <a:pt x="114300" y="390525"/>
                </a:lnTo>
                <a:lnTo>
                  <a:pt x="95250" y="390525"/>
                </a:lnTo>
                <a:close/>
                <a:moveTo>
                  <a:pt x="352425" y="381000"/>
                </a:moveTo>
                <a:lnTo>
                  <a:pt x="400050" y="381000"/>
                </a:lnTo>
                <a:lnTo>
                  <a:pt x="400050" y="400050"/>
                </a:lnTo>
                <a:lnTo>
                  <a:pt x="352425" y="400050"/>
                </a:lnTo>
                <a:close/>
                <a:moveTo>
                  <a:pt x="104775" y="400050"/>
                </a:moveTo>
                <a:lnTo>
                  <a:pt x="114300" y="400050"/>
                </a:lnTo>
                <a:lnTo>
                  <a:pt x="114300" y="428625"/>
                </a:lnTo>
                <a:lnTo>
                  <a:pt x="123825" y="428625"/>
                </a:lnTo>
                <a:lnTo>
                  <a:pt x="123825" y="438150"/>
                </a:lnTo>
                <a:lnTo>
                  <a:pt x="133350" y="438150"/>
                </a:lnTo>
                <a:lnTo>
                  <a:pt x="133350" y="428625"/>
                </a:lnTo>
                <a:lnTo>
                  <a:pt x="152400" y="428625"/>
                </a:lnTo>
                <a:lnTo>
                  <a:pt x="152400" y="419100"/>
                </a:lnTo>
                <a:lnTo>
                  <a:pt x="161925" y="419100"/>
                </a:lnTo>
                <a:lnTo>
                  <a:pt x="161925" y="400050"/>
                </a:lnTo>
                <a:lnTo>
                  <a:pt x="180975" y="400050"/>
                </a:lnTo>
                <a:lnTo>
                  <a:pt x="180975" y="409575"/>
                </a:lnTo>
                <a:lnTo>
                  <a:pt x="171450" y="409575"/>
                </a:lnTo>
                <a:lnTo>
                  <a:pt x="171450" y="428625"/>
                </a:lnTo>
                <a:lnTo>
                  <a:pt x="180975" y="428625"/>
                </a:lnTo>
                <a:lnTo>
                  <a:pt x="180975" y="419100"/>
                </a:lnTo>
                <a:lnTo>
                  <a:pt x="190500" y="419100"/>
                </a:lnTo>
                <a:lnTo>
                  <a:pt x="190500" y="428625"/>
                </a:lnTo>
                <a:lnTo>
                  <a:pt x="209550" y="428625"/>
                </a:lnTo>
                <a:lnTo>
                  <a:pt x="209550" y="438150"/>
                </a:lnTo>
                <a:lnTo>
                  <a:pt x="200025" y="438150"/>
                </a:lnTo>
                <a:lnTo>
                  <a:pt x="200025" y="447675"/>
                </a:lnTo>
                <a:lnTo>
                  <a:pt x="161925" y="447675"/>
                </a:lnTo>
                <a:lnTo>
                  <a:pt x="161925" y="438150"/>
                </a:lnTo>
                <a:lnTo>
                  <a:pt x="133350" y="438150"/>
                </a:lnTo>
                <a:lnTo>
                  <a:pt x="133350" y="457200"/>
                </a:lnTo>
                <a:lnTo>
                  <a:pt x="123825" y="457200"/>
                </a:lnTo>
                <a:lnTo>
                  <a:pt x="123825" y="466725"/>
                </a:lnTo>
                <a:lnTo>
                  <a:pt x="133350" y="466725"/>
                </a:lnTo>
                <a:lnTo>
                  <a:pt x="133350" y="476250"/>
                </a:lnTo>
                <a:lnTo>
                  <a:pt x="123825" y="476250"/>
                </a:lnTo>
                <a:lnTo>
                  <a:pt x="123825" y="485775"/>
                </a:lnTo>
                <a:lnTo>
                  <a:pt x="114300" y="485775"/>
                </a:lnTo>
                <a:lnTo>
                  <a:pt x="114300" y="466725"/>
                </a:lnTo>
                <a:lnTo>
                  <a:pt x="95250" y="466725"/>
                </a:lnTo>
                <a:lnTo>
                  <a:pt x="95250" y="457200"/>
                </a:lnTo>
                <a:lnTo>
                  <a:pt x="38100" y="457200"/>
                </a:lnTo>
                <a:lnTo>
                  <a:pt x="38100" y="447675"/>
                </a:lnTo>
                <a:lnTo>
                  <a:pt x="28575" y="447675"/>
                </a:lnTo>
                <a:lnTo>
                  <a:pt x="28575" y="438150"/>
                </a:lnTo>
                <a:lnTo>
                  <a:pt x="57150" y="438150"/>
                </a:lnTo>
                <a:lnTo>
                  <a:pt x="57150" y="447675"/>
                </a:lnTo>
                <a:lnTo>
                  <a:pt x="76200" y="447675"/>
                </a:lnTo>
                <a:lnTo>
                  <a:pt x="76200" y="438150"/>
                </a:lnTo>
                <a:lnTo>
                  <a:pt x="85725" y="438150"/>
                </a:lnTo>
                <a:lnTo>
                  <a:pt x="85725" y="419100"/>
                </a:lnTo>
                <a:lnTo>
                  <a:pt x="95250" y="419100"/>
                </a:lnTo>
                <a:lnTo>
                  <a:pt x="95250" y="428625"/>
                </a:lnTo>
                <a:lnTo>
                  <a:pt x="104775" y="428625"/>
                </a:lnTo>
                <a:close/>
                <a:moveTo>
                  <a:pt x="952500" y="400050"/>
                </a:moveTo>
                <a:lnTo>
                  <a:pt x="962025" y="400050"/>
                </a:lnTo>
                <a:lnTo>
                  <a:pt x="962025" y="409575"/>
                </a:lnTo>
                <a:lnTo>
                  <a:pt x="981075" y="409575"/>
                </a:lnTo>
                <a:lnTo>
                  <a:pt x="981075" y="419100"/>
                </a:lnTo>
                <a:lnTo>
                  <a:pt x="952500" y="419100"/>
                </a:lnTo>
                <a:close/>
                <a:moveTo>
                  <a:pt x="66675" y="409575"/>
                </a:moveTo>
                <a:lnTo>
                  <a:pt x="76200" y="409575"/>
                </a:lnTo>
                <a:lnTo>
                  <a:pt x="76200" y="419100"/>
                </a:lnTo>
                <a:lnTo>
                  <a:pt x="66675" y="419100"/>
                </a:lnTo>
                <a:close/>
                <a:moveTo>
                  <a:pt x="723900" y="419100"/>
                </a:moveTo>
                <a:lnTo>
                  <a:pt x="752475" y="419100"/>
                </a:lnTo>
                <a:lnTo>
                  <a:pt x="752475" y="428625"/>
                </a:lnTo>
                <a:lnTo>
                  <a:pt x="723900" y="428625"/>
                </a:lnTo>
                <a:close/>
                <a:moveTo>
                  <a:pt x="800100" y="419100"/>
                </a:moveTo>
                <a:lnTo>
                  <a:pt x="809625" y="419100"/>
                </a:lnTo>
                <a:lnTo>
                  <a:pt x="809625" y="438150"/>
                </a:lnTo>
                <a:lnTo>
                  <a:pt x="828675" y="438150"/>
                </a:lnTo>
                <a:lnTo>
                  <a:pt x="828675" y="447675"/>
                </a:lnTo>
                <a:lnTo>
                  <a:pt x="847725" y="447675"/>
                </a:lnTo>
                <a:lnTo>
                  <a:pt x="847725" y="457200"/>
                </a:lnTo>
                <a:lnTo>
                  <a:pt x="857250" y="457200"/>
                </a:lnTo>
                <a:lnTo>
                  <a:pt x="857250" y="466725"/>
                </a:lnTo>
                <a:lnTo>
                  <a:pt x="847725" y="466725"/>
                </a:lnTo>
                <a:lnTo>
                  <a:pt x="847725" y="476250"/>
                </a:lnTo>
                <a:lnTo>
                  <a:pt x="838200" y="476250"/>
                </a:lnTo>
                <a:lnTo>
                  <a:pt x="838200" y="485775"/>
                </a:lnTo>
                <a:lnTo>
                  <a:pt x="828675" y="485775"/>
                </a:lnTo>
                <a:lnTo>
                  <a:pt x="828675" y="495300"/>
                </a:lnTo>
                <a:lnTo>
                  <a:pt x="819150" y="495300"/>
                </a:lnTo>
                <a:lnTo>
                  <a:pt x="819150" y="504825"/>
                </a:lnTo>
                <a:lnTo>
                  <a:pt x="809625" y="504825"/>
                </a:lnTo>
                <a:lnTo>
                  <a:pt x="809625" y="476250"/>
                </a:lnTo>
                <a:lnTo>
                  <a:pt x="800100" y="476250"/>
                </a:lnTo>
                <a:lnTo>
                  <a:pt x="800100" y="457200"/>
                </a:lnTo>
                <a:lnTo>
                  <a:pt x="809625" y="457200"/>
                </a:lnTo>
                <a:lnTo>
                  <a:pt x="809625" y="447675"/>
                </a:lnTo>
                <a:lnTo>
                  <a:pt x="800100" y="447675"/>
                </a:lnTo>
                <a:lnTo>
                  <a:pt x="800100" y="438150"/>
                </a:lnTo>
                <a:lnTo>
                  <a:pt x="790575" y="438150"/>
                </a:lnTo>
                <a:lnTo>
                  <a:pt x="790575" y="428625"/>
                </a:lnTo>
                <a:lnTo>
                  <a:pt x="800100" y="428625"/>
                </a:lnTo>
                <a:close/>
                <a:moveTo>
                  <a:pt x="752475" y="428625"/>
                </a:moveTo>
                <a:lnTo>
                  <a:pt x="762000" y="428625"/>
                </a:lnTo>
                <a:lnTo>
                  <a:pt x="762000" y="438150"/>
                </a:lnTo>
                <a:lnTo>
                  <a:pt x="752475" y="438150"/>
                </a:lnTo>
                <a:close/>
                <a:moveTo>
                  <a:pt x="0" y="438150"/>
                </a:moveTo>
                <a:lnTo>
                  <a:pt x="9525" y="438150"/>
                </a:lnTo>
                <a:lnTo>
                  <a:pt x="9525" y="447675"/>
                </a:lnTo>
                <a:lnTo>
                  <a:pt x="0" y="447675"/>
                </a:lnTo>
                <a:close/>
                <a:moveTo>
                  <a:pt x="0" y="495300"/>
                </a:moveTo>
                <a:lnTo>
                  <a:pt x="19050" y="495300"/>
                </a:lnTo>
                <a:lnTo>
                  <a:pt x="19050" y="504825"/>
                </a:lnTo>
                <a:lnTo>
                  <a:pt x="9525" y="504825"/>
                </a:lnTo>
                <a:lnTo>
                  <a:pt x="9525" y="514350"/>
                </a:lnTo>
                <a:lnTo>
                  <a:pt x="0" y="514350"/>
                </a:lnTo>
                <a:close/>
                <a:moveTo>
                  <a:pt x="1057275" y="523875"/>
                </a:moveTo>
                <a:lnTo>
                  <a:pt x="1076325" y="523875"/>
                </a:lnTo>
                <a:lnTo>
                  <a:pt x="1076325" y="542925"/>
                </a:lnTo>
                <a:lnTo>
                  <a:pt x="1047750" y="542925"/>
                </a:lnTo>
                <a:lnTo>
                  <a:pt x="1047750" y="533400"/>
                </a:lnTo>
                <a:lnTo>
                  <a:pt x="1057275" y="533400"/>
                </a:lnTo>
                <a:close/>
                <a:moveTo>
                  <a:pt x="85725" y="533400"/>
                </a:moveTo>
                <a:lnTo>
                  <a:pt x="104775" y="533400"/>
                </a:lnTo>
                <a:lnTo>
                  <a:pt x="104775" y="542925"/>
                </a:lnTo>
                <a:lnTo>
                  <a:pt x="85725" y="542925"/>
                </a:lnTo>
                <a:close/>
                <a:moveTo>
                  <a:pt x="1038225" y="542925"/>
                </a:moveTo>
                <a:lnTo>
                  <a:pt x="1047750" y="542925"/>
                </a:lnTo>
                <a:lnTo>
                  <a:pt x="1047750" y="561975"/>
                </a:lnTo>
                <a:lnTo>
                  <a:pt x="1038225" y="561975"/>
                </a:lnTo>
                <a:close/>
                <a:moveTo>
                  <a:pt x="1009650" y="581025"/>
                </a:moveTo>
                <a:lnTo>
                  <a:pt x="1038225" y="581025"/>
                </a:lnTo>
                <a:lnTo>
                  <a:pt x="1038225" y="590550"/>
                </a:lnTo>
                <a:lnTo>
                  <a:pt x="1028700" y="590550"/>
                </a:lnTo>
                <a:lnTo>
                  <a:pt x="1028700" y="600075"/>
                </a:lnTo>
                <a:lnTo>
                  <a:pt x="1000125" y="600075"/>
                </a:lnTo>
                <a:lnTo>
                  <a:pt x="1000125" y="590550"/>
                </a:lnTo>
                <a:lnTo>
                  <a:pt x="1009650" y="590550"/>
                </a:lnTo>
                <a:close/>
                <a:moveTo>
                  <a:pt x="76200" y="600075"/>
                </a:moveTo>
                <a:lnTo>
                  <a:pt x="85725" y="600075"/>
                </a:lnTo>
                <a:lnTo>
                  <a:pt x="85725" y="609600"/>
                </a:lnTo>
                <a:lnTo>
                  <a:pt x="95250" y="609600"/>
                </a:lnTo>
                <a:lnTo>
                  <a:pt x="95250" y="619125"/>
                </a:lnTo>
                <a:lnTo>
                  <a:pt x="76200" y="619125"/>
                </a:lnTo>
                <a:close/>
                <a:moveTo>
                  <a:pt x="66675" y="619125"/>
                </a:moveTo>
                <a:lnTo>
                  <a:pt x="76200" y="619125"/>
                </a:lnTo>
                <a:lnTo>
                  <a:pt x="76200" y="628650"/>
                </a:lnTo>
                <a:lnTo>
                  <a:pt x="66675" y="628650"/>
                </a:lnTo>
                <a:close/>
                <a:moveTo>
                  <a:pt x="904875" y="619125"/>
                </a:moveTo>
                <a:lnTo>
                  <a:pt x="914400" y="619125"/>
                </a:lnTo>
                <a:lnTo>
                  <a:pt x="914400" y="628650"/>
                </a:lnTo>
                <a:lnTo>
                  <a:pt x="904875" y="628650"/>
                </a:lnTo>
                <a:close/>
                <a:moveTo>
                  <a:pt x="838200" y="628650"/>
                </a:moveTo>
                <a:lnTo>
                  <a:pt x="847725" y="628650"/>
                </a:lnTo>
                <a:lnTo>
                  <a:pt x="847725" y="638175"/>
                </a:lnTo>
                <a:lnTo>
                  <a:pt x="866775" y="638175"/>
                </a:lnTo>
                <a:lnTo>
                  <a:pt x="866775" y="647700"/>
                </a:lnTo>
                <a:lnTo>
                  <a:pt x="876300" y="647700"/>
                </a:lnTo>
                <a:lnTo>
                  <a:pt x="876300" y="638175"/>
                </a:lnTo>
                <a:lnTo>
                  <a:pt x="895350" y="638175"/>
                </a:lnTo>
                <a:lnTo>
                  <a:pt x="895350" y="647700"/>
                </a:lnTo>
                <a:lnTo>
                  <a:pt x="876300" y="647700"/>
                </a:lnTo>
                <a:lnTo>
                  <a:pt x="876300" y="666750"/>
                </a:lnTo>
                <a:lnTo>
                  <a:pt x="857250" y="666750"/>
                </a:lnTo>
                <a:lnTo>
                  <a:pt x="857250" y="657225"/>
                </a:lnTo>
                <a:lnTo>
                  <a:pt x="847725" y="657225"/>
                </a:lnTo>
                <a:lnTo>
                  <a:pt x="847725" y="676275"/>
                </a:lnTo>
                <a:lnTo>
                  <a:pt x="838200" y="676275"/>
                </a:lnTo>
                <a:lnTo>
                  <a:pt x="838200" y="657225"/>
                </a:lnTo>
                <a:lnTo>
                  <a:pt x="828675" y="657225"/>
                </a:lnTo>
                <a:lnTo>
                  <a:pt x="828675" y="647700"/>
                </a:lnTo>
                <a:lnTo>
                  <a:pt x="838200" y="647700"/>
                </a:lnTo>
                <a:close/>
                <a:moveTo>
                  <a:pt x="1085850" y="628650"/>
                </a:moveTo>
                <a:lnTo>
                  <a:pt x="1095375" y="628650"/>
                </a:lnTo>
                <a:lnTo>
                  <a:pt x="1095375" y="647700"/>
                </a:lnTo>
                <a:lnTo>
                  <a:pt x="1085850" y="647700"/>
                </a:lnTo>
                <a:close/>
                <a:moveTo>
                  <a:pt x="38100" y="647700"/>
                </a:moveTo>
                <a:lnTo>
                  <a:pt x="57150" y="647700"/>
                </a:lnTo>
                <a:lnTo>
                  <a:pt x="57150" y="657225"/>
                </a:lnTo>
                <a:lnTo>
                  <a:pt x="66675" y="657225"/>
                </a:lnTo>
                <a:lnTo>
                  <a:pt x="66675" y="666750"/>
                </a:lnTo>
                <a:lnTo>
                  <a:pt x="38100" y="666750"/>
                </a:lnTo>
                <a:close/>
                <a:moveTo>
                  <a:pt x="66675" y="666750"/>
                </a:moveTo>
                <a:lnTo>
                  <a:pt x="76200" y="666750"/>
                </a:lnTo>
                <a:lnTo>
                  <a:pt x="76200" y="676275"/>
                </a:lnTo>
                <a:lnTo>
                  <a:pt x="66675" y="676275"/>
                </a:lnTo>
                <a:close/>
                <a:moveTo>
                  <a:pt x="809625" y="666750"/>
                </a:moveTo>
                <a:lnTo>
                  <a:pt x="828675" y="666750"/>
                </a:lnTo>
                <a:lnTo>
                  <a:pt x="828675" y="676275"/>
                </a:lnTo>
                <a:lnTo>
                  <a:pt x="819150" y="676275"/>
                </a:lnTo>
                <a:lnTo>
                  <a:pt x="819150" y="695325"/>
                </a:lnTo>
                <a:lnTo>
                  <a:pt x="809625" y="695325"/>
                </a:lnTo>
                <a:close/>
                <a:moveTo>
                  <a:pt x="76200" y="676275"/>
                </a:moveTo>
                <a:lnTo>
                  <a:pt x="104775" y="676275"/>
                </a:lnTo>
                <a:lnTo>
                  <a:pt x="104775" y="685800"/>
                </a:lnTo>
                <a:lnTo>
                  <a:pt x="76200" y="685800"/>
                </a:lnTo>
                <a:close/>
                <a:moveTo>
                  <a:pt x="438150" y="676275"/>
                </a:moveTo>
                <a:lnTo>
                  <a:pt x="447675" y="676275"/>
                </a:lnTo>
                <a:lnTo>
                  <a:pt x="447675" y="685800"/>
                </a:lnTo>
                <a:lnTo>
                  <a:pt x="466725" y="685800"/>
                </a:lnTo>
                <a:lnTo>
                  <a:pt x="466725" y="695325"/>
                </a:lnTo>
                <a:lnTo>
                  <a:pt x="438150" y="695325"/>
                </a:lnTo>
                <a:close/>
                <a:moveTo>
                  <a:pt x="866775" y="676275"/>
                </a:moveTo>
                <a:lnTo>
                  <a:pt x="885825" y="676275"/>
                </a:lnTo>
                <a:lnTo>
                  <a:pt x="885825" y="685800"/>
                </a:lnTo>
                <a:lnTo>
                  <a:pt x="876300" y="685800"/>
                </a:lnTo>
                <a:lnTo>
                  <a:pt x="876300" y="704850"/>
                </a:lnTo>
                <a:lnTo>
                  <a:pt x="866775" y="704850"/>
                </a:lnTo>
                <a:lnTo>
                  <a:pt x="866775" y="714375"/>
                </a:lnTo>
                <a:lnTo>
                  <a:pt x="857250" y="714375"/>
                </a:lnTo>
                <a:lnTo>
                  <a:pt x="857250" y="695325"/>
                </a:lnTo>
                <a:lnTo>
                  <a:pt x="866775" y="695325"/>
                </a:lnTo>
                <a:close/>
                <a:moveTo>
                  <a:pt x="209550" y="685800"/>
                </a:moveTo>
                <a:lnTo>
                  <a:pt x="238125" y="685800"/>
                </a:lnTo>
                <a:lnTo>
                  <a:pt x="238125" y="695325"/>
                </a:lnTo>
                <a:lnTo>
                  <a:pt x="209550" y="695325"/>
                </a:lnTo>
                <a:close/>
                <a:moveTo>
                  <a:pt x="295275" y="685800"/>
                </a:moveTo>
                <a:lnTo>
                  <a:pt x="304800" y="685800"/>
                </a:lnTo>
                <a:lnTo>
                  <a:pt x="304800" y="695325"/>
                </a:lnTo>
                <a:lnTo>
                  <a:pt x="295275" y="695325"/>
                </a:lnTo>
                <a:close/>
                <a:moveTo>
                  <a:pt x="304800" y="695325"/>
                </a:moveTo>
                <a:lnTo>
                  <a:pt x="314325" y="695325"/>
                </a:lnTo>
                <a:lnTo>
                  <a:pt x="314325" y="714375"/>
                </a:lnTo>
                <a:lnTo>
                  <a:pt x="323850" y="714375"/>
                </a:lnTo>
                <a:lnTo>
                  <a:pt x="323850" y="704850"/>
                </a:lnTo>
                <a:lnTo>
                  <a:pt x="409575" y="704850"/>
                </a:lnTo>
                <a:lnTo>
                  <a:pt x="409575" y="723900"/>
                </a:lnTo>
                <a:lnTo>
                  <a:pt x="371475" y="723900"/>
                </a:lnTo>
                <a:lnTo>
                  <a:pt x="371475" y="714375"/>
                </a:lnTo>
                <a:lnTo>
                  <a:pt x="361950" y="714375"/>
                </a:lnTo>
                <a:lnTo>
                  <a:pt x="361950" y="733425"/>
                </a:lnTo>
                <a:lnTo>
                  <a:pt x="352425" y="733425"/>
                </a:lnTo>
                <a:lnTo>
                  <a:pt x="352425" y="742950"/>
                </a:lnTo>
                <a:lnTo>
                  <a:pt x="333375" y="742950"/>
                </a:lnTo>
                <a:lnTo>
                  <a:pt x="333375" y="752475"/>
                </a:lnTo>
                <a:lnTo>
                  <a:pt x="304800" y="752475"/>
                </a:lnTo>
                <a:lnTo>
                  <a:pt x="304800" y="771525"/>
                </a:lnTo>
                <a:lnTo>
                  <a:pt x="276225" y="771525"/>
                </a:lnTo>
                <a:lnTo>
                  <a:pt x="276225" y="752475"/>
                </a:lnTo>
                <a:lnTo>
                  <a:pt x="257175" y="752475"/>
                </a:lnTo>
                <a:lnTo>
                  <a:pt x="257175" y="723900"/>
                </a:lnTo>
                <a:lnTo>
                  <a:pt x="295275" y="723900"/>
                </a:lnTo>
                <a:lnTo>
                  <a:pt x="295275" y="704850"/>
                </a:lnTo>
                <a:lnTo>
                  <a:pt x="304800" y="704850"/>
                </a:lnTo>
                <a:close/>
                <a:moveTo>
                  <a:pt x="219075" y="704850"/>
                </a:moveTo>
                <a:lnTo>
                  <a:pt x="238125" y="704850"/>
                </a:lnTo>
                <a:lnTo>
                  <a:pt x="238125" y="714375"/>
                </a:lnTo>
                <a:lnTo>
                  <a:pt x="219075" y="714375"/>
                </a:lnTo>
                <a:close/>
                <a:moveTo>
                  <a:pt x="762000" y="704850"/>
                </a:moveTo>
                <a:lnTo>
                  <a:pt x="781050" y="704850"/>
                </a:lnTo>
                <a:lnTo>
                  <a:pt x="781050" y="714375"/>
                </a:lnTo>
                <a:lnTo>
                  <a:pt x="800100" y="714375"/>
                </a:lnTo>
                <a:lnTo>
                  <a:pt x="800100" y="704850"/>
                </a:lnTo>
                <a:lnTo>
                  <a:pt x="819150" y="704850"/>
                </a:lnTo>
                <a:lnTo>
                  <a:pt x="819150" y="714375"/>
                </a:lnTo>
                <a:lnTo>
                  <a:pt x="800100" y="714375"/>
                </a:lnTo>
                <a:lnTo>
                  <a:pt x="800100" y="723900"/>
                </a:lnTo>
                <a:lnTo>
                  <a:pt x="752475" y="723900"/>
                </a:lnTo>
                <a:lnTo>
                  <a:pt x="752475" y="714375"/>
                </a:lnTo>
                <a:lnTo>
                  <a:pt x="762000" y="714375"/>
                </a:lnTo>
                <a:close/>
                <a:moveTo>
                  <a:pt x="838200" y="704850"/>
                </a:moveTo>
                <a:lnTo>
                  <a:pt x="847725" y="704850"/>
                </a:lnTo>
                <a:lnTo>
                  <a:pt x="847725" y="714375"/>
                </a:lnTo>
                <a:lnTo>
                  <a:pt x="838200" y="714375"/>
                </a:lnTo>
                <a:close/>
                <a:moveTo>
                  <a:pt x="1143000" y="723900"/>
                </a:moveTo>
                <a:lnTo>
                  <a:pt x="1152525" y="723900"/>
                </a:lnTo>
                <a:lnTo>
                  <a:pt x="1152525" y="733425"/>
                </a:lnTo>
                <a:lnTo>
                  <a:pt x="1143000" y="733425"/>
                </a:lnTo>
                <a:close/>
                <a:moveTo>
                  <a:pt x="628650" y="733425"/>
                </a:moveTo>
                <a:lnTo>
                  <a:pt x="647700" y="733425"/>
                </a:lnTo>
                <a:lnTo>
                  <a:pt x="647700" y="742950"/>
                </a:lnTo>
                <a:lnTo>
                  <a:pt x="676275" y="742950"/>
                </a:lnTo>
                <a:lnTo>
                  <a:pt x="676275" y="752475"/>
                </a:lnTo>
                <a:lnTo>
                  <a:pt x="685800" y="752475"/>
                </a:lnTo>
                <a:lnTo>
                  <a:pt x="685800" y="762000"/>
                </a:lnTo>
                <a:lnTo>
                  <a:pt x="666750" y="762000"/>
                </a:lnTo>
                <a:lnTo>
                  <a:pt x="666750" y="771525"/>
                </a:lnTo>
                <a:lnTo>
                  <a:pt x="647700" y="771525"/>
                </a:lnTo>
                <a:lnTo>
                  <a:pt x="647700" y="762000"/>
                </a:lnTo>
                <a:lnTo>
                  <a:pt x="628650" y="762000"/>
                </a:lnTo>
                <a:lnTo>
                  <a:pt x="628650" y="752475"/>
                </a:lnTo>
                <a:lnTo>
                  <a:pt x="619125" y="752475"/>
                </a:lnTo>
                <a:lnTo>
                  <a:pt x="619125" y="742950"/>
                </a:lnTo>
                <a:lnTo>
                  <a:pt x="628650" y="742950"/>
                </a:lnTo>
                <a:close/>
                <a:moveTo>
                  <a:pt x="695325" y="733425"/>
                </a:moveTo>
                <a:lnTo>
                  <a:pt x="723900" y="733425"/>
                </a:lnTo>
                <a:lnTo>
                  <a:pt x="723900" y="762000"/>
                </a:lnTo>
                <a:lnTo>
                  <a:pt x="714375" y="762000"/>
                </a:lnTo>
                <a:lnTo>
                  <a:pt x="714375" y="752475"/>
                </a:lnTo>
                <a:lnTo>
                  <a:pt x="695325" y="752475"/>
                </a:lnTo>
                <a:close/>
                <a:moveTo>
                  <a:pt x="304800" y="742950"/>
                </a:moveTo>
                <a:lnTo>
                  <a:pt x="323850" y="742950"/>
                </a:lnTo>
                <a:lnTo>
                  <a:pt x="323850" y="733425"/>
                </a:lnTo>
                <a:lnTo>
                  <a:pt x="304800" y="733425"/>
                </a:lnTo>
                <a:close/>
                <a:moveTo>
                  <a:pt x="904875" y="752475"/>
                </a:moveTo>
                <a:lnTo>
                  <a:pt x="923925" y="752475"/>
                </a:lnTo>
                <a:lnTo>
                  <a:pt x="923925" y="771525"/>
                </a:lnTo>
                <a:lnTo>
                  <a:pt x="904875" y="771525"/>
                </a:lnTo>
                <a:close/>
                <a:moveTo>
                  <a:pt x="866775" y="762000"/>
                </a:moveTo>
                <a:lnTo>
                  <a:pt x="885825" y="762000"/>
                </a:lnTo>
                <a:lnTo>
                  <a:pt x="885825" y="781050"/>
                </a:lnTo>
                <a:lnTo>
                  <a:pt x="876300" y="781050"/>
                </a:lnTo>
                <a:lnTo>
                  <a:pt x="876300" y="771525"/>
                </a:lnTo>
                <a:lnTo>
                  <a:pt x="866775" y="771525"/>
                </a:lnTo>
                <a:close/>
                <a:moveTo>
                  <a:pt x="95250" y="771525"/>
                </a:moveTo>
                <a:lnTo>
                  <a:pt x="114300" y="771525"/>
                </a:lnTo>
                <a:lnTo>
                  <a:pt x="114300" y="781050"/>
                </a:lnTo>
                <a:lnTo>
                  <a:pt x="123825" y="781050"/>
                </a:lnTo>
                <a:lnTo>
                  <a:pt x="123825" y="771525"/>
                </a:lnTo>
                <a:lnTo>
                  <a:pt x="133350" y="771525"/>
                </a:lnTo>
                <a:lnTo>
                  <a:pt x="133350" y="790575"/>
                </a:lnTo>
                <a:lnTo>
                  <a:pt x="161925" y="790575"/>
                </a:lnTo>
                <a:lnTo>
                  <a:pt x="161925" y="781050"/>
                </a:lnTo>
                <a:lnTo>
                  <a:pt x="171450" y="781050"/>
                </a:lnTo>
                <a:lnTo>
                  <a:pt x="171450" y="809625"/>
                </a:lnTo>
                <a:lnTo>
                  <a:pt x="123825" y="809625"/>
                </a:lnTo>
                <a:lnTo>
                  <a:pt x="123825" y="800100"/>
                </a:lnTo>
                <a:lnTo>
                  <a:pt x="104775" y="800100"/>
                </a:lnTo>
                <a:lnTo>
                  <a:pt x="104775" y="809625"/>
                </a:lnTo>
                <a:lnTo>
                  <a:pt x="95250" y="809625"/>
                </a:lnTo>
                <a:lnTo>
                  <a:pt x="95250" y="800100"/>
                </a:lnTo>
                <a:lnTo>
                  <a:pt x="85725" y="800100"/>
                </a:lnTo>
                <a:lnTo>
                  <a:pt x="85725" y="781050"/>
                </a:lnTo>
                <a:lnTo>
                  <a:pt x="95250" y="781050"/>
                </a:lnTo>
                <a:close/>
                <a:moveTo>
                  <a:pt x="228600" y="771525"/>
                </a:moveTo>
                <a:lnTo>
                  <a:pt x="266700" y="771525"/>
                </a:lnTo>
                <a:lnTo>
                  <a:pt x="266700" y="790575"/>
                </a:lnTo>
                <a:lnTo>
                  <a:pt x="228600" y="790575"/>
                </a:lnTo>
                <a:lnTo>
                  <a:pt x="228600" y="809625"/>
                </a:lnTo>
                <a:lnTo>
                  <a:pt x="200025" y="809625"/>
                </a:lnTo>
                <a:lnTo>
                  <a:pt x="200025" y="800100"/>
                </a:lnTo>
                <a:lnTo>
                  <a:pt x="180975" y="800100"/>
                </a:lnTo>
                <a:lnTo>
                  <a:pt x="180975" y="781050"/>
                </a:lnTo>
                <a:lnTo>
                  <a:pt x="228600" y="781050"/>
                </a:lnTo>
                <a:close/>
                <a:moveTo>
                  <a:pt x="1038225" y="771525"/>
                </a:moveTo>
                <a:lnTo>
                  <a:pt x="1047750" y="771525"/>
                </a:lnTo>
                <a:lnTo>
                  <a:pt x="1047750" y="781050"/>
                </a:lnTo>
                <a:lnTo>
                  <a:pt x="1038225" y="781050"/>
                </a:lnTo>
                <a:close/>
                <a:moveTo>
                  <a:pt x="1076325" y="771525"/>
                </a:moveTo>
                <a:lnTo>
                  <a:pt x="1085850" y="771525"/>
                </a:lnTo>
                <a:lnTo>
                  <a:pt x="1085850" y="781050"/>
                </a:lnTo>
                <a:lnTo>
                  <a:pt x="1095375" y="781050"/>
                </a:lnTo>
                <a:lnTo>
                  <a:pt x="1095375" y="800100"/>
                </a:lnTo>
                <a:lnTo>
                  <a:pt x="1085850" y="800100"/>
                </a:lnTo>
                <a:lnTo>
                  <a:pt x="1085850" y="790575"/>
                </a:lnTo>
                <a:lnTo>
                  <a:pt x="1066800" y="790575"/>
                </a:lnTo>
                <a:lnTo>
                  <a:pt x="1066800" y="781050"/>
                </a:lnTo>
                <a:lnTo>
                  <a:pt x="1076325" y="781050"/>
                </a:lnTo>
                <a:close/>
                <a:moveTo>
                  <a:pt x="1152525" y="781050"/>
                </a:moveTo>
                <a:lnTo>
                  <a:pt x="1162050" y="781050"/>
                </a:lnTo>
                <a:lnTo>
                  <a:pt x="1162050" y="800100"/>
                </a:lnTo>
                <a:lnTo>
                  <a:pt x="1152525" y="800100"/>
                </a:lnTo>
                <a:close/>
                <a:moveTo>
                  <a:pt x="0" y="790575"/>
                </a:moveTo>
                <a:lnTo>
                  <a:pt x="9525" y="790575"/>
                </a:lnTo>
                <a:lnTo>
                  <a:pt x="9525" y="800100"/>
                </a:lnTo>
                <a:lnTo>
                  <a:pt x="38100" y="800100"/>
                </a:lnTo>
                <a:lnTo>
                  <a:pt x="38100" y="809625"/>
                </a:lnTo>
                <a:lnTo>
                  <a:pt x="0" y="809625"/>
                </a:lnTo>
                <a:close/>
                <a:moveTo>
                  <a:pt x="66675" y="790575"/>
                </a:moveTo>
                <a:lnTo>
                  <a:pt x="76200" y="790575"/>
                </a:lnTo>
                <a:lnTo>
                  <a:pt x="76200" y="800100"/>
                </a:lnTo>
                <a:lnTo>
                  <a:pt x="66675" y="800100"/>
                </a:lnTo>
                <a:close/>
                <a:moveTo>
                  <a:pt x="571500" y="790575"/>
                </a:moveTo>
                <a:lnTo>
                  <a:pt x="590550" y="790575"/>
                </a:lnTo>
                <a:lnTo>
                  <a:pt x="590550" y="809625"/>
                </a:lnTo>
                <a:lnTo>
                  <a:pt x="561975" y="809625"/>
                </a:lnTo>
                <a:lnTo>
                  <a:pt x="561975" y="800100"/>
                </a:lnTo>
                <a:lnTo>
                  <a:pt x="571500" y="800100"/>
                </a:lnTo>
                <a:close/>
                <a:moveTo>
                  <a:pt x="933450" y="790575"/>
                </a:moveTo>
                <a:lnTo>
                  <a:pt x="962025" y="790575"/>
                </a:lnTo>
                <a:lnTo>
                  <a:pt x="962025" y="800100"/>
                </a:lnTo>
                <a:lnTo>
                  <a:pt x="981075" y="800100"/>
                </a:lnTo>
                <a:lnTo>
                  <a:pt x="981075" y="809625"/>
                </a:lnTo>
                <a:lnTo>
                  <a:pt x="923925" y="809625"/>
                </a:lnTo>
                <a:lnTo>
                  <a:pt x="923925" y="800100"/>
                </a:lnTo>
                <a:lnTo>
                  <a:pt x="933450" y="800100"/>
                </a:lnTo>
                <a:close/>
                <a:moveTo>
                  <a:pt x="514350" y="800100"/>
                </a:moveTo>
                <a:lnTo>
                  <a:pt x="533400" y="800100"/>
                </a:lnTo>
                <a:lnTo>
                  <a:pt x="533400" y="809625"/>
                </a:lnTo>
                <a:lnTo>
                  <a:pt x="514350" y="809625"/>
                </a:lnTo>
                <a:close/>
                <a:moveTo>
                  <a:pt x="733425" y="800100"/>
                </a:moveTo>
                <a:lnTo>
                  <a:pt x="742950" y="800100"/>
                </a:lnTo>
                <a:lnTo>
                  <a:pt x="742950" y="809625"/>
                </a:lnTo>
                <a:lnTo>
                  <a:pt x="733425" y="809625"/>
                </a:lnTo>
                <a:close/>
                <a:moveTo>
                  <a:pt x="1104900" y="800100"/>
                </a:moveTo>
                <a:lnTo>
                  <a:pt x="1143000" y="800100"/>
                </a:lnTo>
                <a:lnTo>
                  <a:pt x="1143000" y="809625"/>
                </a:lnTo>
                <a:lnTo>
                  <a:pt x="1104900" y="809625"/>
                </a:lnTo>
                <a:close/>
              </a:path>
            </a:pathLst>
          </a:custGeom>
          <a:solidFill xmlns:a="http://schemas.openxmlformats.org/drawingml/2006/main">
            <a:srgbClr val="F9FAF5"/>
          </a:solidFill>
          <a:ln xmlns:a="http://schemas.openxmlformats.org/drawingml/2006/main" w="0">
            <a:noFill/>
          </a:ln>
        </p:spPr>
      </p:sp>
      <p:sp>
        <p:nvSpPr>
          <p:cNvPr id="237" name="v22 vector #faf9f5">
            <a:extLst xmlns:a="http://schemas.openxmlformats.org/drawingml/2006/main">
              <a:ext uri="{FF2B5EF4-FFF2-40B4-BE49-F238E27FC236}">
                <a16:creationId xmlns:a16="http://schemas.microsoft.com/office/drawing/2014/main" id="{7348E82A-17DD-48CF-8840-C730EA9A58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10675" y="4848225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19050" y="114300"/>
                </a:moveTo>
                <a:lnTo>
                  <a:pt x="28575" y="114300"/>
                </a:lnTo>
                <a:lnTo>
                  <a:pt x="28575" y="133350"/>
                </a:lnTo>
                <a:lnTo>
                  <a:pt x="19050" y="133350"/>
                </a:lnTo>
                <a:close/>
                <a:moveTo>
                  <a:pt x="123825" y="133350"/>
                </a:moveTo>
                <a:lnTo>
                  <a:pt x="133350" y="133350"/>
                </a:lnTo>
                <a:lnTo>
                  <a:pt x="133350" y="142875"/>
                </a:lnTo>
                <a:lnTo>
                  <a:pt x="123825" y="142875"/>
                </a:lnTo>
                <a:close/>
                <a:moveTo>
                  <a:pt x="104775" y="142875"/>
                </a:moveTo>
                <a:lnTo>
                  <a:pt x="123825" y="142875"/>
                </a:lnTo>
                <a:lnTo>
                  <a:pt x="123825" y="152400"/>
                </a:lnTo>
                <a:lnTo>
                  <a:pt x="104775" y="152400"/>
                </a:lnTo>
                <a:close/>
                <a:moveTo>
                  <a:pt x="0" y="161925"/>
                </a:moveTo>
                <a:lnTo>
                  <a:pt x="9525" y="161925"/>
                </a:lnTo>
                <a:lnTo>
                  <a:pt x="9525" y="171450"/>
                </a:lnTo>
                <a:lnTo>
                  <a:pt x="19050" y="171450"/>
                </a:lnTo>
                <a:lnTo>
                  <a:pt x="19050" y="180975"/>
                </a:lnTo>
                <a:lnTo>
                  <a:pt x="28575" y="180975"/>
                </a:lnTo>
                <a:lnTo>
                  <a:pt x="28575" y="190500"/>
                </a:lnTo>
                <a:lnTo>
                  <a:pt x="19050" y="190500"/>
                </a:lnTo>
                <a:lnTo>
                  <a:pt x="19050" y="200025"/>
                </a:lnTo>
                <a:lnTo>
                  <a:pt x="0" y="200025"/>
                </a:lnTo>
                <a:close/>
                <a:moveTo>
                  <a:pt x="190500" y="161925"/>
                </a:moveTo>
                <a:lnTo>
                  <a:pt x="200025" y="161925"/>
                </a:lnTo>
                <a:lnTo>
                  <a:pt x="200025" y="171450"/>
                </a:lnTo>
                <a:lnTo>
                  <a:pt x="190500" y="171450"/>
                </a:lnTo>
                <a:close/>
                <a:moveTo>
                  <a:pt x="76200" y="171450"/>
                </a:moveTo>
                <a:lnTo>
                  <a:pt x="85725" y="171450"/>
                </a:lnTo>
                <a:lnTo>
                  <a:pt x="85725" y="190500"/>
                </a:lnTo>
                <a:lnTo>
                  <a:pt x="66675" y="190500"/>
                </a:lnTo>
                <a:lnTo>
                  <a:pt x="66675" y="180975"/>
                </a:lnTo>
                <a:lnTo>
                  <a:pt x="76200" y="180975"/>
                </a:lnTo>
                <a:close/>
                <a:moveTo>
                  <a:pt x="1038225" y="219075"/>
                </a:moveTo>
                <a:lnTo>
                  <a:pt x="1047750" y="219075"/>
                </a:lnTo>
                <a:lnTo>
                  <a:pt x="1047750" y="238125"/>
                </a:lnTo>
                <a:lnTo>
                  <a:pt x="1038225" y="238125"/>
                </a:lnTo>
                <a:lnTo>
                  <a:pt x="1038225" y="247650"/>
                </a:lnTo>
                <a:lnTo>
                  <a:pt x="1028700" y="247650"/>
                </a:lnTo>
                <a:lnTo>
                  <a:pt x="1028700" y="276225"/>
                </a:lnTo>
                <a:lnTo>
                  <a:pt x="1000125" y="276225"/>
                </a:lnTo>
                <a:lnTo>
                  <a:pt x="1000125" y="266700"/>
                </a:lnTo>
                <a:lnTo>
                  <a:pt x="990600" y="266700"/>
                </a:lnTo>
                <a:lnTo>
                  <a:pt x="990600" y="257175"/>
                </a:lnTo>
                <a:lnTo>
                  <a:pt x="971550" y="257175"/>
                </a:lnTo>
                <a:lnTo>
                  <a:pt x="971550" y="247650"/>
                </a:lnTo>
                <a:lnTo>
                  <a:pt x="981075" y="247650"/>
                </a:lnTo>
                <a:lnTo>
                  <a:pt x="981075" y="238125"/>
                </a:lnTo>
                <a:lnTo>
                  <a:pt x="1000125" y="238125"/>
                </a:lnTo>
                <a:lnTo>
                  <a:pt x="1000125" y="247650"/>
                </a:lnTo>
                <a:lnTo>
                  <a:pt x="1019175" y="247650"/>
                </a:lnTo>
                <a:lnTo>
                  <a:pt x="1019175" y="238125"/>
                </a:lnTo>
                <a:lnTo>
                  <a:pt x="1028700" y="238125"/>
                </a:lnTo>
                <a:lnTo>
                  <a:pt x="1028700" y="228600"/>
                </a:lnTo>
                <a:lnTo>
                  <a:pt x="1038225" y="228600"/>
                </a:lnTo>
                <a:close/>
                <a:moveTo>
                  <a:pt x="9525" y="238125"/>
                </a:moveTo>
                <a:lnTo>
                  <a:pt x="38100" y="238125"/>
                </a:lnTo>
                <a:lnTo>
                  <a:pt x="38100" y="247650"/>
                </a:lnTo>
                <a:lnTo>
                  <a:pt x="47625" y="247650"/>
                </a:lnTo>
                <a:lnTo>
                  <a:pt x="47625" y="257175"/>
                </a:lnTo>
                <a:lnTo>
                  <a:pt x="57150" y="257175"/>
                </a:lnTo>
                <a:lnTo>
                  <a:pt x="57150" y="266700"/>
                </a:lnTo>
                <a:lnTo>
                  <a:pt x="28575" y="266700"/>
                </a:lnTo>
                <a:lnTo>
                  <a:pt x="28575" y="257175"/>
                </a:lnTo>
                <a:lnTo>
                  <a:pt x="19050" y="257175"/>
                </a:lnTo>
                <a:lnTo>
                  <a:pt x="19050" y="247650"/>
                </a:lnTo>
                <a:lnTo>
                  <a:pt x="9525" y="247650"/>
                </a:lnTo>
                <a:close/>
                <a:moveTo>
                  <a:pt x="952500" y="247650"/>
                </a:moveTo>
                <a:lnTo>
                  <a:pt x="962025" y="247650"/>
                </a:lnTo>
                <a:lnTo>
                  <a:pt x="962025" y="266700"/>
                </a:lnTo>
                <a:lnTo>
                  <a:pt x="933450" y="266700"/>
                </a:lnTo>
                <a:lnTo>
                  <a:pt x="933450" y="285750"/>
                </a:lnTo>
                <a:lnTo>
                  <a:pt x="923925" y="285750"/>
                </a:lnTo>
                <a:lnTo>
                  <a:pt x="923925" y="295275"/>
                </a:lnTo>
                <a:lnTo>
                  <a:pt x="904875" y="295275"/>
                </a:lnTo>
                <a:lnTo>
                  <a:pt x="904875" y="285750"/>
                </a:lnTo>
                <a:lnTo>
                  <a:pt x="914400" y="285750"/>
                </a:lnTo>
                <a:lnTo>
                  <a:pt x="914400" y="276225"/>
                </a:lnTo>
                <a:lnTo>
                  <a:pt x="923925" y="276225"/>
                </a:lnTo>
                <a:lnTo>
                  <a:pt x="923925" y="257175"/>
                </a:lnTo>
                <a:lnTo>
                  <a:pt x="952500" y="257175"/>
                </a:lnTo>
                <a:close/>
                <a:moveTo>
                  <a:pt x="1095375" y="257175"/>
                </a:moveTo>
                <a:lnTo>
                  <a:pt x="1104900" y="257175"/>
                </a:lnTo>
                <a:lnTo>
                  <a:pt x="1104900" y="276225"/>
                </a:lnTo>
                <a:lnTo>
                  <a:pt x="1114425" y="276225"/>
                </a:lnTo>
                <a:lnTo>
                  <a:pt x="1114425" y="295275"/>
                </a:lnTo>
                <a:lnTo>
                  <a:pt x="1095375" y="295275"/>
                </a:lnTo>
                <a:lnTo>
                  <a:pt x="1095375" y="285750"/>
                </a:lnTo>
                <a:lnTo>
                  <a:pt x="1085850" y="285750"/>
                </a:lnTo>
                <a:lnTo>
                  <a:pt x="1085850" y="276225"/>
                </a:lnTo>
                <a:lnTo>
                  <a:pt x="1095375" y="276225"/>
                </a:lnTo>
                <a:close/>
                <a:moveTo>
                  <a:pt x="371475" y="266700"/>
                </a:moveTo>
                <a:lnTo>
                  <a:pt x="381000" y="266700"/>
                </a:lnTo>
                <a:lnTo>
                  <a:pt x="381000" y="276225"/>
                </a:lnTo>
                <a:lnTo>
                  <a:pt x="371475" y="276225"/>
                </a:lnTo>
                <a:close/>
                <a:moveTo>
                  <a:pt x="962025" y="266700"/>
                </a:moveTo>
                <a:lnTo>
                  <a:pt x="971550" y="266700"/>
                </a:lnTo>
                <a:lnTo>
                  <a:pt x="971550" y="276225"/>
                </a:lnTo>
                <a:lnTo>
                  <a:pt x="962025" y="276225"/>
                </a:lnTo>
                <a:close/>
                <a:moveTo>
                  <a:pt x="1066800" y="276225"/>
                </a:moveTo>
                <a:lnTo>
                  <a:pt x="1076325" y="276225"/>
                </a:lnTo>
                <a:lnTo>
                  <a:pt x="1076325" y="285750"/>
                </a:lnTo>
                <a:lnTo>
                  <a:pt x="1066800" y="285750"/>
                </a:lnTo>
                <a:close/>
                <a:moveTo>
                  <a:pt x="1152525" y="285750"/>
                </a:moveTo>
                <a:lnTo>
                  <a:pt x="1171575" y="285750"/>
                </a:lnTo>
                <a:lnTo>
                  <a:pt x="1171575" y="295275"/>
                </a:lnTo>
                <a:lnTo>
                  <a:pt x="1152525" y="295275"/>
                </a:lnTo>
                <a:close/>
                <a:moveTo>
                  <a:pt x="142875" y="295275"/>
                </a:moveTo>
                <a:lnTo>
                  <a:pt x="152400" y="295275"/>
                </a:lnTo>
                <a:lnTo>
                  <a:pt x="152400" y="304800"/>
                </a:lnTo>
                <a:lnTo>
                  <a:pt x="142875" y="304800"/>
                </a:lnTo>
                <a:close/>
                <a:moveTo>
                  <a:pt x="895350" y="295275"/>
                </a:moveTo>
                <a:lnTo>
                  <a:pt x="904875" y="295275"/>
                </a:lnTo>
                <a:lnTo>
                  <a:pt x="904875" y="304800"/>
                </a:lnTo>
                <a:lnTo>
                  <a:pt x="895350" y="304800"/>
                </a:lnTo>
                <a:close/>
                <a:moveTo>
                  <a:pt x="942975" y="295275"/>
                </a:moveTo>
                <a:lnTo>
                  <a:pt x="952500" y="295275"/>
                </a:lnTo>
                <a:lnTo>
                  <a:pt x="952500" y="304800"/>
                </a:lnTo>
                <a:lnTo>
                  <a:pt x="942975" y="304800"/>
                </a:lnTo>
                <a:close/>
                <a:moveTo>
                  <a:pt x="1047750" y="295275"/>
                </a:moveTo>
                <a:lnTo>
                  <a:pt x="1057275" y="295275"/>
                </a:lnTo>
                <a:lnTo>
                  <a:pt x="1057275" y="314325"/>
                </a:lnTo>
                <a:lnTo>
                  <a:pt x="1047750" y="314325"/>
                </a:lnTo>
                <a:close/>
                <a:moveTo>
                  <a:pt x="1133475" y="295275"/>
                </a:moveTo>
                <a:lnTo>
                  <a:pt x="1143000" y="295275"/>
                </a:lnTo>
                <a:lnTo>
                  <a:pt x="1143000" y="304800"/>
                </a:lnTo>
                <a:lnTo>
                  <a:pt x="1133475" y="304800"/>
                </a:lnTo>
                <a:close/>
                <a:moveTo>
                  <a:pt x="1028700" y="304800"/>
                </a:moveTo>
                <a:lnTo>
                  <a:pt x="1038225" y="304800"/>
                </a:lnTo>
                <a:lnTo>
                  <a:pt x="1038225" y="314325"/>
                </a:lnTo>
                <a:lnTo>
                  <a:pt x="1028700" y="314325"/>
                </a:lnTo>
                <a:close/>
                <a:moveTo>
                  <a:pt x="0" y="342900"/>
                </a:moveTo>
                <a:lnTo>
                  <a:pt x="9525" y="342900"/>
                </a:lnTo>
                <a:lnTo>
                  <a:pt x="9525" y="361950"/>
                </a:lnTo>
                <a:lnTo>
                  <a:pt x="47625" y="361950"/>
                </a:lnTo>
                <a:lnTo>
                  <a:pt x="47625" y="371475"/>
                </a:lnTo>
                <a:lnTo>
                  <a:pt x="57150" y="371475"/>
                </a:lnTo>
                <a:lnTo>
                  <a:pt x="57150" y="381000"/>
                </a:lnTo>
                <a:lnTo>
                  <a:pt x="66675" y="381000"/>
                </a:lnTo>
                <a:lnTo>
                  <a:pt x="66675" y="371475"/>
                </a:lnTo>
                <a:lnTo>
                  <a:pt x="76200" y="371475"/>
                </a:lnTo>
                <a:lnTo>
                  <a:pt x="76200" y="381000"/>
                </a:lnTo>
                <a:lnTo>
                  <a:pt x="66675" y="381000"/>
                </a:lnTo>
                <a:lnTo>
                  <a:pt x="66675" y="400050"/>
                </a:lnTo>
                <a:lnTo>
                  <a:pt x="57150" y="400050"/>
                </a:lnTo>
                <a:lnTo>
                  <a:pt x="57150" y="419100"/>
                </a:lnTo>
                <a:lnTo>
                  <a:pt x="47625" y="419100"/>
                </a:lnTo>
                <a:lnTo>
                  <a:pt x="47625" y="409575"/>
                </a:lnTo>
                <a:lnTo>
                  <a:pt x="38100" y="409575"/>
                </a:lnTo>
                <a:lnTo>
                  <a:pt x="38100" y="390525"/>
                </a:lnTo>
                <a:lnTo>
                  <a:pt x="28575" y="390525"/>
                </a:lnTo>
                <a:lnTo>
                  <a:pt x="28575" y="381000"/>
                </a:lnTo>
                <a:lnTo>
                  <a:pt x="9525" y="381000"/>
                </a:lnTo>
                <a:lnTo>
                  <a:pt x="9525" y="400050"/>
                </a:lnTo>
                <a:lnTo>
                  <a:pt x="0" y="400050"/>
                </a:lnTo>
                <a:close/>
                <a:moveTo>
                  <a:pt x="95250" y="390525"/>
                </a:moveTo>
                <a:lnTo>
                  <a:pt x="114300" y="390525"/>
                </a:lnTo>
                <a:lnTo>
                  <a:pt x="114300" y="400050"/>
                </a:lnTo>
                <a:lnTo>
                  <a:pt x="95250" y="400050"/>
                </a:lnTo>
                <a:close/>
                <a:moveTo>
                  <a:pt x="0" y="409575"/>
                </a:moveTo>
                <a:lnTo>
                  <a:pt x="9525" y="409575"/>
                </a:lnTo>
                <a:lnTo>
                  <a:pt x="9525" y="419100"/>
                </a:lnTo>
                <a:lnTo>
                  <a:pt x="0" y="419100"/>
                </a:lnTo>
                <a:close/>
                <a:moveTo>
                  <a:pt x="9525" y="419100"/>
                </a:moveTo>
                <a:lnTo>
                  <a:pt x="38100" y="419100"/>
                </a:lnTo>
                <a:lnTo>
                  <a:pt x="38100" y="428625"/>
                </a:lnTo>
                <a:lnTo>
                  <a:pt x="28575" y="428625"/>
                </a:lnTo>
                <a:lnTo>
                  <a:pt x="28575" y="438150"/>
                </a:lnTo>
                <a:lnTo>
                  <a:pt x="9525" y="438150"/>
                </a:lnTo>
                <a:close/>
                <a:moveTo>
                  <a:pt x="762000" y="428625"/>
                </a:moveTo>
                <a:lnTo>
                  <a:pt x="790575" y="428625"/>
                </a:lnTo>
                <a:lnTo>
                  <a:pt x="790575" y="438150"/>
                </a:lnTo>
                <a:lnTo>
                  <a:pt x="762000" y="438150"/>
                </a:lnTo>
                <a:close/>
                <a:moveTo>
                  <a:pt x="1190625" y="447675"/>
                </a:moveTo>
                <a:lnTo>
                  <a:pt x="1209675" y="447675"/>
                </a:lnTo>
                <a:lnTo>
                  <a:pt x="1209675" y="466725"/>
                </a:lnTo>
                <a:lnTo>
                  <a:pt x="1200150" y="466725"/>
                </a:lnTo>
                <a:lnTo>
                  <a:pt x="1200150" y="457200"/>
                </a:lnTo>
                <a:lnTo>
                  <a:pt x="1190625" y="457200"/>
                </a:lnTo>
                <a:close/>
                <a:moveTo>
                  <a:pt x="104775" y="466725"/>
                </a:moveTo>
                <a:lnTo>
                  <a:pt x="114300" y="466725"/>
                </a:lnTo>
                <a:lnTo>
                  <a:pt x="114300" y="485775"/>
                </a:lnTo>
                <a:lnTo>
                  <a:pt x="104775" y="485775"/>
                </a:lnTo>
                <a:close/>
                <a:moveTo>
                  <a:pt x="1114425" y="485775"/>
                </a:moveTo>
                <a:lnTo>
                  <a:pt x="1152525" y="485775"/>
                </a:lnTo>
                <a:lnTo>
                  <a:pt x="1152525" y="523875"/>
                </a:lnTo>
                <a:lnTo>
                  <a:pt x="1143000" y="523875"/>
                </a:lnTo>
                <a:lnTo>
                  <a:pt x="1143000" y="514350"/>
                </a:lnTo>
                <a:lnTo>
                  <a:pt x="1114425" y="514350"/>
                </a:lnTo>
                <a:lnTo>
                  <a:pt x="1114425" y="504825"/>
                </a:lnTo>
                <a:lnTo>
                  <a:pt x="1095375" y="504825"/>
                </a:lnTo>
                <a:lnTo>
                  <a:pt x="1095375" y="495300"/>
                </a:lnTo>
                <a:lnTo>
                  <a:pt x="1114425" y="495300"/>
                </a:lnTo>
                <a:close/>
                <a:moveTo>
                  <a:pt x="1190625" y="485775"/>
                </a:moveTo>
                <a:lnTo>
                  <a:pt x="1209675" y="485775"/>
                </a:lnTo>
                <a:lnTo>
                  <a:pt x="1209675" y="495300"/>
                </a:lnTo>
                <a:lnTo>
                  <a:pt x="1200150" y="495300"/>
                </a:lnTo>
                <a:lnTo>
                  <a:pt x="1200150" y="504825"/>
                </a:lnTo>
                <a:lnTo>
                  <a:pt x="1181100" y="504825"/>
                </a:lnTo>
                <a:lnTo>
                  <a:pt x="1181100" y="495300"/>
                </a:lnTo>
                <a:lnTo>
                  <a:pt x="1190625" y="495300"/>
                </a:lnTo>
                <a:close/>
                <a:moveTo>
                  <a:pt x="1047750" y="514350"/>
                </a:moveTo>
                <a:lnTo>
                  <a:pt x="1095375" y="514350"/>
                </a:lnTo>
                <a:lnTo>
                  <a:pt x="1095375" y="523875"/>
                </a:lnTo>
                <a:lnTo>
                  <a:pt x="1085850" y="523875"/>
                </a:lnTo>
                <a:lnTo>
                  <a:pt x="1085850" y="533400"/>
                </a:lnTo>
                <a:lnTo>
                  <a:pt x="1076325" y="533400"/>
                </a:lnTo>
                <a:lnTo>
                  <a:pt x="1076325" y="523875"/>
                </a:lnTo>
                <a:lnTo>
                  <a:pt x="1047750" y="523875"/>
                </a:lnTo>
                <a:close/>
                <a:moveTo>
                  <a:pt x="1190625" y="514350"/>
                </a:moveTo>
                <a:lnTo>
                  <a:pt x="1200150" y="514350"/>
                </a:lnTo>
                <a:lnTo>
                  <a:pt x="1200150" y="533400"/>
                </a:lnTo>
                <a:lnTo>
                  <a:pt x="1190625" y="533400"/>
                </a:lnTo>
                <a:close/>
                <a:moveTo>
                  <a:pt x="1038225" y="561975"/>
                </a:moveTo>
                <a:lnTo>
                  <a:pt x="1047750" y="561975"/>
                </a:lnTo>
                <a:lnTo>
                  <a:pt x="1047750" y="571500"/>
                </a:lnTo>
                <a:lnTo>
                  <a:pt x="1038225" y="571500"/>
                </a:lnTo>
                <a:close/>
                <a:moveTo>
                  <a:pt x="1028700" y="571500"/>
                </a:moveTo>
                <a:lnTo>
                  <a:pt x="1038225" y="571500"/>
                </a:lnTo>
                <a:lnTo>
                  <a:pt x="1038225" y="581025"/>
                </a:lnTo>
                <a:lnTo>
                  <a:pt x="1028700" y="581025"/>
                </a:lnTo>
                <a:close/>
                <a:moveTo>
                  <a:pt x="1047750" y="571500"/>
                </a:moveTo>
                <a:lnTo>
                  <a:pt x="1057275" y="571500"/>
                </a:lnTo>
                <a:lnTo>
                  <a:pt x="1057275" y="581025"/>
                </a:lnTo>
                <a:lnTo>
                  <a:pt x="1047750" y="581025"/>
                </a:lnTo>
                <a:close/>
                <a:moveTo>
                  <a:pt x="952500" y="590550"/>
                </a:moveTo>
                <a:lnTo>
                  <a:pt x="971550" y="590550"/>
                </a:lnTo>
                <a:lnTo>
                  <a:pt x="971550" y="600075"/>
                </a:lnTo>
                <a:lnTo>
                  <a:pt x="981075" y="600075"/>
                </a:lnTo>
                <a:lnTo>
                  <a:pt x="981075" y="609600"/>
                </a:lnTo>
                <a:lnTo>
                  <a:pt x="962025" y="609600"/>
                </a:lnTo>
                <a:lnTo>
                  <a:pt x="962025" y="628650"/>
                </a:lnTo>
                <a:lnTo>
                  <a:pt x="942975" y="628650"/>
                </a:lnTo>
                <a:lnTo>
                  <a:pt x="942975" y="638175"/>
                </a:lnTo>
                <a:lnTo>
                  <a:pt x="962025" y="638175"/>
                </a:lnTo>
                <a:lnTo>
                  <a:pt x="962025" y="647700"/>
                </a:lnTo>
                <a:lnTo>
                  <a:pt x="990600" y="647700"/>
                </a:lnTo>
                <a:lnTo>
                  <a:pt x="990600" y="657225"/>
                </a:lnTo>
                <a:lnTo>
                  <a:pt x="981075" y="657225"/>
                </a:lnTo>
                <a:lnTo>
                  <a:pt x="981075" y="676275"/>
                </a:lnTo>
                <a:lnTo>
                  <a:pt x="962025" y="676275"/>
                </a:lnTo>
                <a:lnTo>
                  <a:pt x="962025" y="666750"/>
                </a:lnTo>
                <a:lnTo>
                  <a:pt x="952500" y="666750"/>
                </a:lnTo>
                <a:lnTo>
                  <a:pt x="952500" y="657225"/>
                </a:lnTo>
                <a:lnTo>
                  <a:pt x="942975" y="657225"/>
                </a:lnTo>
                <a:lnTo>
                  <a:pt x="942975" y="647700"/>
                </a:lnTo>
                <a:lnTo>
                  <a:pt x="923925" y="647700"/>
                </a:lnTo>
                <a:lnTo>
                  <a:pt x="923925" y="638175"/>
                </a:lnTo>
                <a:lnTo>
                  <a:pt x="914400" y="638175"/>
                </a:lnTo>
                <a:lnTo>
                  <a:pt x="914400" y="647700"/>
                </a:lnTo>
                <a:lnTo>
                  <a:pt x="904875" y="647700"/>
                </a:lnTo>
                <a:lnTo>
                  <a:pt x="904875" y="666750"/>
                </a:lnTo>
                <a:lnTo>
                  <a:pt x="885825" y="666750"/>
                </a:lnTo>
                <a:lnTo>
                  <a:pt x="885825" y="657225"/>
                </a:lnTo>
                <a:lnTo>
                  <a:pt x="876300" y="657225"/>
                </a:lnTo>
                <a:lnTo>
                  <a:pt x="876300" y="647700"/>
                </a:lnTo>
                <a:lnTo>
                  <a:pt x="866775" y="647700"/>
                </a:lnTo>
                <a:lnTo>
                  <a:pt x="866775" y="638175"/>
                </a:lnTo>
                <a:lnTo>
                  <a:pt x="876300" y="638175"/>
                </a:lnTo>
                <a:lnTo>
                  <a:pt x="876300" y="628650"/>
                </a:lnTo>
                <a:lnTo>
                  <a:pt x="914400" y="628650"/>
                </a:lnTo>
                <a:lnTo>
                  <a:pt x="914400" y="619125"/>
                </a:lnTo>
                <a:lnTo>
                  <a:pt x="923925" y="619125"/>
                </a:lnTo>
                <a:lnTo>
                  <a:pt x="923925" y="600075"/>
                </a:lnTo>
                <a:lnTo>
                  <a:pt x="952500" y="600075"/>
                </a:lnTo>
                <a:close/>
                <a:moveTo>
                  <a:pt x="1028700" y="590550"/>
                </a:moveTo>
                <a:lnTo>
                  <a:pt x="1038225" y="590550"/>
                </a:lnTo>
                <a:lnTo>
                  <a:pt x="1038225" y="609600"/>
                </a:lnTo>
                <a:lnTo>
                  <a:pt x="1057275" y="609600"/>
                </a:lnTo>
                <a:lnTo>
                  <a:pt x="1057275" y="619125"/>
                </a:lnTo>
                <a:lnTo>
                  <a:pt x="1066800" y="619125"/>
                </a:lnTo>
                <a:lnTo>
                  <a:pt x="1066800" y="628650"/>
                </a:lnTo>
                <a:lnTo>
                  <a:pt x="1047750" y="628650"/>
                </a:lnTo>
                <a:lnTo>
                  <a:pt x="1047750" y="638175"/>
                </a:lnTo>
                <a:lnTo>
                  <a:pt x="1038225" y="638175"/>
                </a:lnTo>
                <a:lnTo>
                  <a:pt x="1038225" y="628650"/>
                </a:lnTo>
                <a:lnTo>
                  <a:pt x="1019175" y="628650"/>
                </a:lnTo>
                <a:lnTo>
                  <a:pt x="1019175" y="619125"/>
                </a:lnTo>
                <a:lnTo>
                  <a:pt x="1009650" y="619125"/>
                </a:lnTo>
                <a:lnTo>
                  <a:pt x="1009650" y="609600"/>
                </a:lnTo>
                <a:lnTo>
                  <a:pt x="1000125" y="609600"/>
                </a:lnTo>
                <a:lnTo>
                  <a:pt x="1000125" y="600075"/>
                </a:lnTo>
                <a:lnTo>
                  <a:pt x="1028700" y="600075"/>
                </a:lnTo>
                <a:close/>
                <a:moveTo>
                  <a:pt x="9525" y="619125"/>
                </a:moveTo>
                <a:lnTo>
                  <a:pt x="19050" y="619125"/>
                </a:lnTo>
                <a:lnTo>
                  <a:pt x="19050" y="628650"/>
                </a:lnTo>
                <a:lnTo>
                  <a:pt x="9525" y="628650"/>
                </a:lnTo>
                <a:close/>
                <a:moveTo>
                  <a:pt x="838200" y="619125"/>
                </a:moveTo>
                <a:lnTo>
                  <a:pt x="857250" y="619125"/>
                </a:lnTo>
                <a:lnTo>
                  <a:pt x="857250" y="638175"/>
                </a:lnTo>
                <a:lnTo>
                  <a:pt x="847725" y="638175"/>
                </a:lnTo>
                <a:lnTo>
                  <a:pt x="847725" y="628650"/>
                </a:lnTo>
                <a:lnTo>
                  <a:pt x="838200" y="628650"/>
                </a:lnTo>
                <a:close/>
                <a:moveTo>
                  <a:pt x="19050" y="628650"/>
                </a:moveTo>
                <a:lnTo>
                  <a:pt x="28575" y="628650"/>
                </a:lnTo>
                <a:lnTo>
                  <a:pt x="28575" y="638175"/>
                </a:lnTo>
                <a:lnTo>
                  <a:pt x="19050" y="638175"/>
                </a:lnTo>
                <a:close/>
                <a:moveTo>
                  <a:pt x="57150" y="628650"/>
                </a:moveTo>
                <a:lnTo>
                  <a:pt x="66675" y="628650"/>
                </a:lnTo>
                <a:lnTo>
                  <a:pt x="66675" y="638175"/>
                </a:lnTo>
                <a:lnTo>
                  <a:pt x="57150" y="638175"/>
                </a:lnTo>
                <a:close/>
                <a:moveTo>
                  <a:pt x="819150" y="628650"/>
                </a:moveTo>
                <a:lnTo>
                  <a:pt x="828675" y="628650"/>
                </a:lnTo>
                <a:lnTo>
                  <a:pt x="828675" y="638175"/>
                </a:lnTo>
                <a:lnTo>
                  <a:pt x="838200" y="638175"/>
                </a:lnTo>
                <a:lnTo>
                  <a:pt x="838200" y="647700"/>
                </a:lnTo>
                <a:lnTo>
                  <a:pt x="828675" y="647700"/>
                </a:lnTo>
                <a:lnTo>
                  <a:pt x="828675" y="657225"/>
                </a:lnTo>
                <a:lnTo>
                  <a:pt x="838200" y="657225"/>
                </a:lnTo>
                <a:lnTo>
                  <a:pt x="838200" y="676275"/>
                </a:lnTo>
                <a:lnTo>
                  <a:pt x="847725" y="676275"/>
                </a:lnTo>
                <a:lnTo>
                  <a:pt x="847725" y="657225"/>
                </a:lnTo>
                <a:lnTo>
                  <a:pt x="857250" y="657225"/>
                </a:lnTo>
                <a:lnTo>
                  <a:pt x="857250" y="676275"/>
                </a:lnTo>
                <a:lnTo>
                  <a:pt x="866775" y="676275"/>
                </a:lnTo>
                <a:lnTo>
                  <a:pt x="866775" y="695325"/>
                </a:lnTo>
                <a:lnTo>
                  <a:pt x="857250" y="695325"/>
                </a:lnTo>
                <a:lnTo>
                  <a:pt x="857250" y="704850"/>
                </a:lnTo>
                <a:lnTo>
                  <a:pt x="838200" y="704850"/>
                </a:lnTo>
                <a:lnTo>
                  <a:pt x="838200" y="714375"/>
                </a:lnTo>
                <a:lnTo>
                  <a:pt x="819150" y="714375"/>
                </a:lnTo>
                <a:lnTo>
                  <a:pt x="819150" y="704850"/>
                </a:lnTo>
                <a:lnTo>
                  <a:pt x="809625" y="704850"/>
                </a:lnTo>
                <a:lnTo>
                  <a:pt x="809625" y="695325"/>
                </a:lnTo>
                <a:lnTo>
                  <a:pt x="819150" y="695325"/>
                </a:lnTo>
                <a:lnTo>
                  <a:pt x="819150" y="676275"/>
                </a:lnTo>
                <a:lnTo>
                  <a:pt x="828675" y="676275"/>
                </a:lnTo>
                <a:lnTo>
                  <a:pt x="828675" y="666750"/>
                </a:lnTo>
                <a:lnTo>
                  <a:pt x="819150" y="666750"/>
                </a:lnTo>
                <a:close/>
                <a:moveTo>
                  <a:pt x="47625" y="638175"/>
                </a:moveTo>
                <a:lnTo>
                  <a:pt x="57150" y="638175"/>
                </a:lnTo>
                <a:lnTo>
                  <a:pt x="57150" y="647700"/>
                </a:lnTo>
                <a:lnTo>
                  <a:pt x="47625" y="647700"/>
                </a:lnTo>
                <a:close/>
                <a:moveTo>
                  <a:pt x="923925" y="638175"/>
                </a:moveTo>
                <a:lnTo>
                  <a:pt x="933450" y="638175"/>
                </a:lnTo>
                <a:lnTo>
                  <a:pt x="933450" y="628650"/>
                </a:lnTo>
                <a:lnTo>
                  <a:pt x="923925" y="628650"/>
                </a:lnTo>
                <a:close/>
                <a:moveTo>
                  <a:pt x="876300" y="647700"/>
                </a:moveTo>
                <a:lnTo>
                  <a:pt x="895350" y="647700"/>
                </a:lnTo>
                <a:lnTo>
                  <a:pt x="895350" y="638175"/>
                </a:lnTo>
                <a:lnTo>
                  <a:pt x="876300" y="638175"/>
                </a:lnTo>
                <a:close/>
                <a:moveTo>
                  <a:pt x="285750" y="685800"/>
                </a:moveTo>
                <a:lnTo>
                  <a:pt x="295275" y="685800"/>
                </a:lnTo>
                <a:lnTo>
                  <a:pt x="295275" y="695325"/>
                </a:lnTo>
                <a:lnTo>
                  <a:pt x="285750" y="695325"/>
                </a:lnTo>
                <a:close/>
                <a:moveTo>
                  <a:pt x="876300" y="685800"/>
                </a:moveTo>
                <a:lnTo>
                  <a:pt x="885825" y="685800"/>
                </a:lnTo>
                <a:lnTo>
                  <a:pt x="885825" y="695325"/>
                </a:lnTo>
                <a:lnTo>
                  <a:pt x="904875" y="695325"/>
                </a:lnTo>
                <a:lnTo>
                  <a:pt x="904875" y="704850"/>
                </a:lnTo>
                <a:lnTo>
                  <a:pt x="885825" y="704850"/>
                </a:lnTo>
                <a:lnTo>
                  <a:pt x="885825" y="714375"/>
                </a:lnTo>
                <a:lnTo>
                  <a:pt x="866775" y="714375"/>
                </a:lnTo>
                <a:lnTo>
                  <a:pt x="866775" y="704850"/>
                </a:lnTo>
                <a:lnTo>
                  <a:pt x="876300" y="704850"/>
                </a:lnTo>
                <a:close/>
                <a:moveTo>
                  <a:pt x="295275" y="695325"/>
                </a:moveTo>
                <a:lnTo>
                  <a:pt x="304800" y="695325"/>
                </a:lnTo>
                <a:lnTo>
                  <a:pt x="304800" y="704850"/>
                </a:lnTo>
                <a:lnTo>
                  <a:pt x="295275" y="704850"/>
                </a:lnTo>
                <a:close/>
                <a:moveTo>
                  <a:pt x="400050" y="695325"/>
                </a:moveTo>
                <a:lnTo>
                  <a:pt x="438150" y="695325"/>
                </a:lnTo>
                <a:lnTo>
                  <a:pt x="438150" y="704850"/>
                </a:lnTo>
                <a:lnTo>
                  <a:pt x="428625" y="704850"/>
                </a:lnTo>
                <a:lnTo>
                  <a:pt x="428625" y="714375"/>
                </a:lnTo>
                <a:lnTo>
                  <a:pt x="419100" y="714375"/>
                </a:lnTo>
                <a:lnTo>
                  <a:pt x="419100" y="704850"/>
                </a:lnTo>
                <a:lnTo>
                  <a:pt x="400050" y="704850"/>
                </a:lnTo>
                <a:close/>
                <a:moveTo>
                  <a:pt x="285750" y="704850"/>
                </a:moveTo>
                <a:lnTo>
                  <a:pt x="295275" y="704850"/>
                </a:lnTo>
                <a:lnTo>
                  <a:pt x="295275" y="714375"/>
                </a:lnTo>
                <a:lnTo>
                  <a:pt x="285750" y="714375"/>
                </a:lnTo>
                <a:close/>
                <a:moveTo>
                  <a:pt x="361950" y="714375"/>
                </a:moveTo>
                <a:lnTo>
                  <a:pt x="371475" y="714375"/>
                </a:lnTo>
                <a:lnTo>
                  <a:pt x="371475" y="723900"/>
                </a:lnTo>
                <a:lnTo>
                  <a:pt x="361950" y="723900"/>
                </a:lnTo>
                <a:close/>
                <a:moveTo>
                  <a:pt x="371475" y="723900"/>
                </a:moveTo>
                <a:lnTo>
                  <a:pt x="400050" y="723900"/>
                </a:lnTo>
                <a:lnTo>
                  <a:pt x="400050" y="742950"/>
                </a:lnTo>
                <a:lnTo>
                  <a:pt x="381000" y="742950"/>
                </a:lnTo>
                <a:lnTo>
                  <a:pt x="381000" y="733425"/>
                </a:lnTo>
                <a:lnTo>
                  <a:pt x="371475" y="733425"/>
                </a:lnTo>
                <a:close/>
                <a:moveTo>
                  <a:pt x="752475" y="723900"/>
                </a:moveTo>
                <a:lnTo>
                  <a:pt x="771525" y="723900"/>
                </a:lnTo>
                <a:lnTo>
                  <a:pt x="771525" y="733425"/>
                </a:lnTo>
                <a:lnTo>
                  <a:pt x="752475" y="733425"/>
                </a:lnTo>
                <a:close/>
                <a:moveTo>
                  <a:pt x="942975" y="723900"/>
                </a:moveTo>
                <a:lnTo>
                  <a:pt x="962025" y="723900"/>
                </a:lnTo>
                <a:lnTo>
                  <a:pt x="962025" y="733425"/>
                </a:lnTo>
                <a:lnTo>
                  <a:pt x="942975" y="733425"/>
                </a:lnTo>
                <a:close/>
                <a:moveTo>
                  <a:pt x="1019175" y="723900"/>
                </a:moveTo>
                <a:lnTo>
                  <a:pt x="1028700" y="723900"/>
                </a:lnTo>
                <a:lnTo>
                  <a:pt x="1028700" y="733425"/>
                </a:lnTo>
                <a:lnTo>
                  <a:pt x="1019175" y="733425"/>
                </a:lnTo>
                <a:close/>
                <a:moveTo>
                  <a:pt x="742950" y="733425"/>
                </a:moveTo>
                <a:lnTo>
                  <a:pt x="752475" y="733425"/>
                </a:lnTo>
                <a:lnTo>
                  <a:pt x="752475" y="742950"/>
                </a:lnTo>
                <a:lnTo>
                  <a:pt x="742950" y="742950"/>
                </a:lnTo>
                <a:close/>
                <a:moveTo>
                  <a:pt x="781050" y="733425"/>
                </a:moveTo>
                <a:lnTo>
                  <a:pt x="800100" y="733425"/>
                </a:lnTo>
                <a:lnTo>
                  <a:pt x="800100" y="742950"/>
                </a:lnTo>
                <a:lnTo>
                  <a:pt x="781050" y="742950"/>
                </a:lnTo>
                <a:close/>
                <a:moveTo>
                  <a:pt x="962025" y="733425"/>
                </a:moveTo>
                <a:lnTo>
                  <a:pt x="981075" y="733425"/>
                </a:lnTo>
                <a:lnTo>
                  <a:pt x="981075" y="752475"/>
                </a:lnTo>
                <a:lnTo>
                  <a:pt x="971550" y="752475"/>
                </a:lnTo>
                <a:lnTo>
                  <a:pt x="971550" y="742950"/>
                </a:lnTo>
                <a:lnTo>
                  <a:pt x="962025" y="742950"/>
                </a:lnTo>
                <a:close/>
                <a:moveTo>
                  <a:pt x="219075" y="742950"/>
                </a:moveTo>
                <a:lnTo>
                  <a:pt x="238125" y="742950"/>
                </a:lnTo>
                <a:lnTo>
                  <a:pt x="238125" y="762000"/>
                </a:lnTo>
                <a:lnTo>
                  <a:pt x="247650" y="762000"/>
                </a:lnTo>
                <a:lnTo>
                  <a:pt x="247650" y="771525"/>
                </a:lnTo>
                <a:lnTo>
                  <a:pt x="228600" y="771525"/>
                </a:lnTo>
                <a:lnTo>
                  <a:pt x="228600" y="781050"/>
                </a:lnTo>
                <a:lnTo>
                  <a:pt x="219075" y="781050"/>
                </a:lnTo>
                <a:lnTo>
                  <a:pt x="219075" y="762000"/>
                </a:lnTo>
                <a:lnTo>
                  <a:pt x="209550" y="762000"/>
                </a:lnTo>
                <a:lnTo>
                  <a:pt x="209550" y="752475"/>
                </a:lnTo>
                <a:lnTo>
                  <a:pt x="219075" y="752475"/>
                </a:lnTo>
                <a:close/>
                <a:moveTo>
                  <a:pt x="723900" y="742950"/>
                </a:moveTo>
                <a:lnTo>
                  <a:pt x="733425" y="742950"/>
                </a:lnTo>
                <a:lnTo>
                  <a:pt x="733425" y="752475"/>
                </a:lnTo>
                <a:lnTo>
                  <a:pt x="723900" y="752475"/>
                </a:lnTo>
                <a:close/>
                <a:moveTo>
                  <a:pt x="857250" y="742950"/>
                </a:moveTo>
                <a:lnTo>
                  <a:pt x="876300" y="742950"/>
                </a:lnTo>
                <a:lnTo>
                  <a:pt x="876300" y="752475"/>
                </a:lnTo>
                <a:lnTo>
                  <a:pt x="857250" y="752475"/>
                </a:lnTo>
                <a:close/>
                <a:moveTo>
                  <a:pt x="923925" y="742950"/>
                </a:moveTo>
                <a:lnTo>
                  <a:pt x="933450" y="742950"/>
                </a:lnTo>
                <a:lnTo>
                  <a:pt x="933450" y="752475"/>
                </a:lnTo>
                <a:lnTo>
                  <a:pt x="923925" y="752475"/>
                </a:lnTo>
                <a:close/>
                <a:moveTo>
                  <a:pt x="885825" y="762000"/>
                </a:moveTo>
                <a:lnTo>
                  <a:pt x="895350" y="762000"/>
                </a:lnTo>
                <a:lnTo>
                  <a:pt x="895350" y="781050"/>
                </a:lnTo>
                <a:lnTo>
                  <a:pt x="885825" y="781050"/>
                </a:lnTo>
                <a:close/>
                <a:moveTo>
                  <a:pt x="809625" y="771525"/>
                </a:moveTo>
                <a:lnTo>
                  <a:pt x="828675" y="771525"/>
                </a:lnTo>
                <a:lnTo>
                  <a:pt x="828675" y="790575"/>
                </a:lnTo>
                <a:lnTo>
                  <a:pt x="819150" y="790575"/>
                </a:lnTo>
                <a:lnTo>
                  <a:pt x="819150" y="781050"/>
                </a:lnTo>
                <a:lnTo>
                  <a:pt x="809625" y="781050"/>
                </a:lnTo>
                <a:close/>
              </a:path>
            </a:pathLst>
          </a:custGeom>
          <a:solidFill xmlns:a="http://schemas.openxmlformats.org/drawingml/2006/main">
            <a:srgbClr val="FAF9F5"/>
          </a:solidFill>
          <a:ln xmlns:a="http://schemas.openxmlformats.org/drawingml/2006/main" w="0">
            <a:noFill/>
          </a:ln>
        </p:spPr>
      </p:sp>
      <p:sp>
        <p:nvSpPr>
          <p:cNvPr id="238" name="v22 vector #f9f9f5">
            <a:extLst xmlns:a="http://schemas.openxmlformats.org/drawingml/2006/main">
              <a:ext uri="{FF2B5EF4-FFF2-40B4-BE49-F238E27FC236}">
                <a16:creationId xmlns:a16="http://schemas.microsoft.com/office/drawing/2014/main" id="{01EF751E-D391-4332-8F94-FDA33FB89B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10675" y="4848225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695325" y="0"/>
                </a:moveTo>
                <a:lnTo>
                  <a:pt x="704850" y="0"/>
                </a:lnTo>
                <a:lnTo>
                  <a:pt x="704850" y="9525"/>
                </a:lnTo>
                <a:lnTo>
                  <a:pt x="714375" y="9525"/>
                </a:lnTo>
                <a:lnTo>
                  <a:pt x="714375" y="19050"/>
                </a:lnTo>
                <a:lnTo>
                  <a:pt x="695325" y="19050"/>
                </a:lnTo>
                <a:close/>
                <a:moveTo>
                  <a:pt x="57150" y="66675"/>
                </a:moveTo>
                <a:lnTo>
                  <a:pt x="66675" y="66675"/>
                </a:lnTo>
                <a:lnTo>
                  <a:pt x="66675" y="76200"/>
                </a:lnTo>
                <a:lnTo>
                  <a:pt x="57150" y="76200"/>
                </a:lnTo>
                <a:close/>
                <a:moveTo>
                  <a:pt x="76200" y="66675"/>
                </a:moveTo>
                <a:lnTo>
                  <a:pt x="104775" y="66675"/>
                </a:lnTo>
                <a:lnTo>
                  <a:pt x="104775" y="76200"/>
                </a:lnTo>
                <a:lnTo>
                  <a:pt x="85725" y="76200"/>
                </a:lnTo>
                <a:lnTo>
                  <a:pt x="85725" y="85725"/>
                </a:lnTo>
                <a:lnTo>
                  <a:pt x="76200" y="85725"/>
                </a:lnTo>
                <a:close/>
                <a:moveTo>
                  <a:pt x="952500" y="66675"/>
                </a:moveTo>
                <a:lnTo>
                  <a:pt x="962025" y="66675"/>
                </a:lnTo>
                <a:lnTo>
                  <a:pt x="962025" y="85725"/>
                </a:lnTo>
                <a:lnTo>
                  <a:pt x="952500" y="85725"/>
                </a:lnTo>
                <a:close/>
                <a:moveTo>
                  <a:pt x="914400" y="76200"/>
                </a:moveTo>
                <a:lnTo>
                  <a:pt x="942975" y="76200"/>
                </a:lnTo>
                <a:lnTo>
                  <a:pt x="942975" y="95250"/>
                </a:lnTo>
                <a:lnTo>
                  <a:pt x="923925" y="95250"/>
                </a:lnTo>
                <a:lnTo>
                  <a:pt x="923925" y="85725"/>
                </a:lnTo>
                <a:lnTo>
                  <a:pt x="914400" y="85725"/>
                </a:lnTo>
                <a:close/>
                <a:moveTo>
                  <a:pt x="133350" y="104775"/>
                </a:moveTo>
                <a:lnTo>
                  <a:pt x="142875" y="104775"/>
                </a:lnTo>
                <a:lnTo>
                  <a:pt x="142875" y="114300"/>
                </a:lnTo>
                <a:lnTo>
                  <a:pt x="133350" y="114300"/>
                </a:lnTo>
                <a:close/>
                <a:moveTo>
                  <a:pt x="28575" y="114300"/>
                </a:moveTo>
                <a:lnTo>
                  <a:pt x="38100" y="114300"/>
                </a:lnTo>
                <a:lnTo>
                  <a:pt x="38100" y="123825"/>
                </a:lnTo>
                <a:lnTo>
                  <a:pt x="47625" y="123825"/>
                </a:lnTo>
                <a:lnTo>
                  <a:pt x="47625" y="142875"/>
                </a:lnTo>
                <a:lnTo>
                  <a:pt x="57150" y="142875"/>
                </a:lnTo>
                <a:lnTo>
                  <a:pt x="57150" y="152400"/>
                </a:lnTo>
                <a:lnTo>
                  <a:pt x="47625" y="152400"/>
                </a:lnTo>
                <a:lnTo>
                  <a:pt x="47625" y="161925"/>
                </a:lnTo>
                <a:lnTo>
                  <a:pt x="28575" y="161925"/>
                </a:lnTo>
                <a:close/>
                <a:moveTo>
                  <a:pt x="200025" y="114300"/>
                </a:moveTo>
                <a:lnTo>
                  <a:pt x="219075" y="114300"/>
                </a:lnTo>
                <a:lnTo>
                  <a:pt x="219075" y="123825"/>
                </a:lnTo>
                <a:lnTo>
                  <a:pt x="200025" y="123825"/>
                </a:lnTo>
                <a:close/>
                <a:moveTo>
                  <a:pt x="114300" y="133350"/>
                </a:moveTo>
                <a:lnTo>
                  <a:pt x="123825" y="133350"/>
                </a:lnTo>
                <a:lnTo>
                  <a:pt x="123825" y="142875"/>
                </a:lnTo>
                <a:lnTo>
                  <a:pt x="114300" y="142875"/>
                </a:lnTo>
                <a:close/>
                <a:moveTo>
                  <a:pt x="771525" y="142875"/>
                </a:moveTo>
                <a:lnTo>
                  <a:pt x="781050" y="142875"/>
                </a:lnTo>
                <a:lnTo>
                  <a:pt x="781050" y="171450"/>
                </a:lnTo>
                <a:lnTo>
                  <a:pt x="771525" y="171450"/>
                </a:lnTo>
                <a:close/>
                <a:moveTo>
                  <a:pt x="104775" y="152400"/>
                </a:moveTo>
                <a:lnTo>
                  <a:pt x="114300" y="152400"/>
                </a:lnTo>
                <a:lnTo>
                  <a:pt x="114300" y="161925"/>
                </a:lnTo>
                <a:lnTo>
                  <a:pt x="104775" y="161925"/>
                </a:lnTo>
                <a:close/>
                <a:moveTo>
                  <a:pt x="9525" y="161925"/>
                </a:moveTo>
                <a:lnTo>
                  <a:pt x="19050" y="161925"/>
                </a:lnTo>
                <a:lnTo>
                  <a:pt x="19050" y="171450"/>
                </a:lnTo>
                <a:lnTo>
                  <a:pt x="9525" y="171450"/>
                </a:lnTo>
                <a:close/>
                <a:moveTo>
                  <a:pt x="47625" y="161925"/>
                </a:moveTo>
                <a:lnTo>
                  <a:pt x="57150" y="161925"/>
                </a:lnTo>
                <a:lnTo>
                  <a:pt x="57150" y="171450"/>
                </a:lnTo>
                <a:lnTo>
                  <a:pt x="47625" y="171450"/>
                </a:lnTo>
                <a:close/>
                <a:moveTo>
                  <a:pt x="19050" y="171450"/>
                </a:moveTo>
                <a:lnTo>
                  <a:pt x="28575" y="171450"/>
                </a:lnTo>
                <a:lnTo>
                  <a:pt x="28575" y="180975"/>
                </a:lnTo>
                <a:lnTo>
                  <a:pt x="19050" y="180975"/>
                </a:lnTo>
                <a:close/>
                <a:moveTo>
                  <a:pt x="66675" y="171450"/>
                </a:moveTo>
                <a:lnTo>
                  <a:pt x="76200" y="171450"/>
                </a:lnTo>
                <a:lnTo>
                  <a:pt x="76200" y="180975"/>
                </a:lnTo>
                <a:lnTo>
                  <a:pt x="66675" y="180975"/>
                </a:lnTo>
                <a:close/>
                <a:moveTo>
                  <a:pt x="57150" y="180975"/>
                </a:moveTo>
                <a:lnTo>
                  <a:pt x="66675" y="180975"/>
                </a:lnTo>
                <a:lnTo>
                  <a:pt x="66675" y="190500"/>
                </a:lnTo>
                <a:lnTo>
                  <a:pt x="57150" y="190500"/>
                </a:lnTo>
                <a:close/>
                <a:moveTo>
                  <a:pt x="142875" y="180975"/>
                </a:moveTo>
                <a:lnTo>
                  <a:pt x="152400" y="180975"/>
                </a:lnTo>
                <a:lnTo>
                  <a:pt x="152400" y="190500"/>
                </a:lnTo>
                <a:lnTo>
                  <a:pt x="142875" y="190500"/>
                </a:lnTo>
                <a:close/>
                <a:moveTo>
                  <a:pt x="771525" y="180975"/>
                </a:moveTo>
                <a:lnTo>
                  <a:pt x="781050" y="180975"/>
                </a:lnTo>
                <a:lnTo>
                  <a:pt x="781050" y="190500"/>
                </a:lnTo>
                <a:lnTo>
                  <a:pt x="771525" y="190500"/>
                </a:lnTo>
                <a:close/>
                <a:moveTo>
                  <a:pt x="19050" y="190500"/>
                </a:moveTo>
                <a:lnTo>
                  <a:pt x="38100" y="190500"/>
                </a:lnTo>
                <a:lnTo>
                  <a:pt x="38100" y="200025"/>
                </a:lnTo>
                <a:lnTo>
                  <a:pt x="47625" y="200025"/>
                </a:lnTo>
                <a:lnTo>
                  <a:pt x="47625" y="209550"/>
                </a:lnTo>
                <a:lnTo>
                  <a:pt x="38100" y="209550"/>
                </a:lnTo>
                <a:lnTo>
                  <a:pt x="38100" y="219075"/>
                </a:lnTo>
                <a:lnTo>
                  <a:pt x="19050" y="219075"/>
                </a:lnTo>
                <a:lnTo>
                  <a:pt x="19050" y="209550"/>
                </a:lnTo>
                <a:lnTo>
                  <a:pt x="0" y="209550"/>
                </a:lnTo>
                <a:lnTo>
                  <a:pt x="0" y="200025"/>
                </a:lnTo>
                <a:lnTo>
                  <a:pt x="19050" y="200025"/>
                </a:lnTo>
                <a:close/>
                <a:moveTo>
                  <a:pt x="1057275" y="200025"/>
                </a:moveTo>
                <a:lnTo>
                  <a:pt x="1066800" y="200025"/>
                </a:lnTo>
                <a:lnTo>
                  <a:pt x="1066800" y="209550"/>
                </a:lnTo>
                <a:lnTo>
                  <a:pt x="1057275" y="209550"/>
                </a:lnTo>
                <a:close/>
                <a:moveTo>
                  <a:pt x="114300" y="209550"/>
                </a:moveTo>
                <a:lnTo>
                  <a:pt x="123825" y="209550"/>
                </a:lnTo>
                <a:lnTo>
                  <a:pt x="123825" y="219075"/>
                </a:lnTo>
                <a:lnTo>
                  <a:pt x="114300" y="219075"/>
                </a:lnTo>
                <a:close/>
                <a:moveTo>
                  <a:pt x="1047750" y="209550"/>
                </a:moveTo>
                <a:lnTo>
                  <a:pt x="1057275" y="209550"/>
                </a:lnTo>
                <a:lnTo>
                  <a:pt x="1057275" y="219075"/>
                </a:lnTo>
                <a:lnTo>
                  <a:pt x="1047750" y="219075"/>
                </a:lnTo>
                <a:close/>
                <a:moveTo>
                  <a:pt x="0" y="219075"/>
                </a:moveTo>
                <a:lnTo>
                  <a:pt x="19050" y="219075"/>
                </a:lnTo>
                <a:lnTo>
                  <a:pt x="19050" y="238125"/>
                </a:lnTo>
                <a:lnTo>
                  <a:pt x="9525" y="238125"/>
                </a:lnTo>
                <a:lnTo>
                  <a:pt x="9525" y="247650"/>
                </a:lnTo>
                <a:lnTo>
                  <a:pt x="0" y="247650"/>
                </a:lnTo>
                <a:close/>
                <a:moveTo>
                  <a:pt x="1057275" y="219075"/>
                </a:moveTo>
                <a:lnTo>
                  <a:pt x="1066800" y="219075"/>
                </a:lnTo>
                <a:lnTo>
                  <a:pt x="1066800" y="228600"/>
                </a:lnTo>
                <a:lnTo>
                  <a:pt x="1057275" y="228600"/>
                </a:lnTo>
                <a:close/>
                <a:moveTo>
                  <a:pt x="1019175" y="228600"/>
                </a:moveTo>
                <a:lnTo>
                  <a:pt x="1028700" y="228600"/>
                </a:lnTo>
                <a:lnTo>
                  <a:pt x="1028700" y="238125"/>
                </a:lnTo>
                <a:lnTo>
                  <a:pt x="1019175" y="238125"/>
                </a:lnTo>
                <a:close/>
                <a:moveTo>
                  <a:pt x="38100" y="238125"/>
                </a:moveTo>
                <a:lnTo>
                  <a:pt x="47625" y="238125"/>
                </a:lnTo>
                <a:lnTo>
                  <a:pt x="47625" y="247650"/>
                </a:lnTo>
                <a:lnTo>
                  <a:pt x="38100" y="247650"/>
                </a:lnTo>
                <a:close/>
                <a:moveTo>
                  <a:pt x="533400" y="238125"/>
                </a:moveTo>
                <a:lnTo>
                  <a:pt x="542925" y="238125"/>
                </a:lnTo>
                <a:lnTo>
                  <a:pt x="542925" y="247650"/>
                </a:lnTo>
                <a:lnTo>
                  <a:pt x="533400" y="247650"/>
                </a:lnTo>
                <a:close/>
                <a:moveTo>
                  <a:pt x="47625" y="247650"/>
                </a:moveTo>
                <a:lnTo>
                  <a:pt x="57150" y="247650"/>
                </a:lnTo>
                <a:lnTo>
                  <a:pt x="57150" y="257175"/>
                </a:lnTo>
                <a:lnTo>
                  <a:pt x="47625" y="257175"/>
                </a:lnTo>
                <a:close/>
                <a:moveTo>
                  <a:pt x="161925" y="247650"/>
                </a:moveTo>
                <a:lnTo>
                  <a:pt x="190500" y="247650"/>
                </a:lnTo>
                <a:lnTo>
                  <a:pt x="190500" y="266700"/>
                </a:lnTo>
                <a:lnTo>
                  <a:pt x="171450" y="266700"/>
                </a:lnTo>
                <a:lnTo>
                  <a:pt x="171450" y="285750"/>
                </a:lnTo>
                <a:lnTo>
                  <a:pt x="161925" y="285750"/>
                </a:lnTo>
                <a:close/>
                <a:moveTo>
                  <a:pt x="914400" y="247650"/>
                </a:moveTo>
                <a:lnTo>
                  <a:pt x="923925" y="247650"/>
                </a:lnTo>
                <a:lnTo>
                  <a:pt x="923925" y="257175"/>
                </a:lnTo>
                <a:lnTo>
                  <a:pt x="914400" y="257175"/>
                </a:lnTo>
                <a:close/>
                <a:moveTo>
                  <a:pt x="1066800" y="247650"/>
                </a:moveTo>
                <a:lnTo>
                  <a:pt x="1076325" y="247650"/>
                </a:lnTo>
                <a:lnTo>
                  <a:pt x="1076325" y="257175"/>
                </a:lnTo>
                <a:lnTo>
                  <a:pt x="1066800" y="257175"/>
                </a:lnTo>
                <a:close/>
                <a:moveTo>
                  <a:pt x="9525" y="257175"/>
                </a:moveTo>
                <a:lnTo>
                  <a:pt x="28575" y="257175"/>
                </a:lnTo>
                <a:lnTo>
                  <a:pt x="28575" y="266700"/>
                </a:lnTo>
                <a:lnTo>
                  <a:pt x="9525" y="266700"/>
                </a:lnTo>
                <a:close/>
                <a:moveTo>
                  <a:pt x="962025" y="257175"/>
                </a:moveTo>
                <a:lnTo>
                  <a:pt x="981075" y="257175"/>
                </a:lnTo>
                <a:lnTo>
                  <a:pt x="981075" y="266700"/>
                </a:lnTo>
                <a:lnTo>
                  <a:pt x="962025" y="266700"/>
                </a:lnTo>
                <a:close/>
                <a:moveTo>
                  <a:pt x="0" y="266700"/>
                </a:moveTo>
                <a:lnTo>
                  <a:pt x="9525" y="266700"/>
                </a:lnTo>
                <a:lnTo>
                  <a:pt x="9525" y="276225"/>
                </a:lnTo>
                <a:lnTo>
                  <a:pt x="0" y="276225"/>
                </a:lnTo>
                <a:close/>
                <a:moveTo>
                  <a:pt x="38100" y="266700"/>
                </a:moveTo>
                <a:lnTo>
                  <a:pt x="47625" y="266700"/>
                </a:lnTo>
                <a:lnTo>
                  <a:pt x="47625" y="285750"/>
                </a:lnTo>
                <a:lnTo>
                  <a:pt x="28575" y="285750"/>
                </a:lnTo>
                <a:lnTo>
                  <a:pt x="28575" y="276225"/>
                </a:lnTo>
                <a:lnTo>
                  <a:pt x="38100" y="276225"/>
                </a:lnTo>
                <a:close/>
                <a:moveTo>
                  <a:pt x="361950" y="266700"/>
                </a:moveTo>
                <a:lnTo>
                  <a:pt x="371475" y="266700"/>
                </a:lnTo>
                <a:lnTo>
                  <a:pt x="371475" y="276225"/>
                </a:lnTo>
                <a:lnTo>
                  <a:pt x="361950" y="276225"/>
                </a:lnTo>
                <a:close/>
                <a:moveTo>
                  <a:pt x="962025" y="276225"/>
                </a:moveTo>
                <a:lnTo>
                  <a:pt x="971550" y="276225"/>
                </a:lnTo>
                <a:lnTo>
                  <a:pt x="971550" y="285750"/>
                </a:lnTo>
                <a:lnTo>
                  <a:pt x="962025" y="285750"/>
                </a:lnTo>
                <a:close/>
                <a:moveTo>
                  <a:pt x="1000125" y="276225"/>
                </a:moveTo>
                <a:lnTo>
                  <a:pt x="1028700" y="276225"/>
                </a:lnTo>
                <a:lnTo>
                  <a:pt x="1028700" y="304800"/>
                </a:lnTo>
                <a:lnTo>
                  <a:pt x="1019175" y="304800"/>
                </a:lnTo>
                <a:lnTo>
                  <a:pt x="1019175" y="285750"/>
                </a:lnTo>
                <a:lnTo>
                  <a:pt x="1000125" y="285750"/>
                </a:lnTo>
                <a:close/>
                <a:moveTo>
                  <a:pt x="923925" y="285750"/>
                </a:moveTo>
                <a:lnTo>
                  <a:pt x="933450" y="285750"/>
                </a:lnTo>
                <a:lnTo>
                  <a:pt x="933450" y="295275"/>
                </a:lnTo>
                <a:lnTo>
                  <a:pt x="942975" y="295275"/>
                </a:lnTo>
                <a:lnTo>
                  <a:pt x="942975" y="304800"/>
                </a:lnTo>
                <a:lnTo>
                  <a:pt x="923925" y="304800"/>
                </a:lnTo>
                <a:close/>
                <a:moveTo>
                  <a:pt x="28575" y="295275"/>
                </a:moveTo>
                <a:lnTo>
                  <a:pt x="47625" y="295275"/>
                </a:lnTo>
                <a:lnTo>
                  <a:pt x="47625" y="304800"/>
                </a:lnTo>
                <a:lnTo>
                  <a:pt x="28575" y="304800"/>
                </a:lnTo>
                <a:close/>
                <a:moveTo>
                  <a:pt x="447675" y="295275"/>
                </a:moveTo>
                <a:lnTo>
                  <a:pt x="457200" y="295275"/>
                </a:lnTo>
                <a:lnTo>
                  <a:pt x="457200" y="304800"/>
                </a:lnTo>
                <a:lnTo>
                  <a:pt x="466725" y="304800"/>
                </a:lnTo>
                <a:lnTo>
                  <a:pt x="466725" y="314325"/>
                </a:lnTo>
                <a:lnTo>
                  <a:pt x="447675" y="314325"/>
                </a:lnTo>
                <a:close/>
                <a:moveTo>
                  <a:pt x="1038225" y="295275"/>
                </a:moveTo>
                <a:lnTo>
                  <a:pt x="1047750" y="295275"/>
                </a:lnTo>
                <a:lnTo>
                  <a:pt x="1047750" y="314325"/>
                </a:lnTo>
                <a:lnTo>
                  <a:pt x="1057275" y="314325"/>
                </a:lnTo>
                <a:lnTo>
                  <a:pt x="1057275" y="304800"/>
                </a:lnTo>
                <a:lnTo>
                  <a:pt x="1066800" y="304800"/>
                </a:lnTo>
                <a:lnTo>
                  <a:pt x="1066800" y="323850"/>
                </a:lnTo>
                <a:lnTo>
                  <a:pt x="1076325" y="323850"/>
                </a:lnTo>
                <a:lnTo>
                  <a:pt x="1076325" y="333375"/>
                </a:lnTo>
                <a:lnTo>
                  <a:pt x="1066800" y="333375"/>
                </a:lnTo>
                <a:lnTo>
                  <a:pt x="1066800" y="342900"/>
                </a:lnTo>
                <a:lnTo>
                  <a:pt x="1047750" y="342900"/>
                </a:lnTo>
                <a:lnTo>
                  <a:pt x="1047750" y="333375"/>
                </a:lnTo>
                <a:lnTo>
                  <a:pt x="1038225" y="333375"/>
                </a:lnTo>
                <a:lnTo>
                  <a:pt x="1038225" y="323850"/>
                </a:lnTo>
                <a:lnTo>
                  <a:pt x="1028700" y="323850"/>
                </a:lnTo>
                <a:lnTo>
                  <a:pt x="1028700" y="314325"/>
                </a:lnTo>
                <a:lnTo>
                  <a:pt x="1038225" y="314325"/>
                </a:lnTo>
                <a:close/>
                <a:moveTo>
                  <a:pt x="1143000" y="295275"/>
                </a:moveTo>
                <a:lnTo>
                  <a:pt x="1152525" y="295275"/>
                </a:lnTo>
                <a:lnTo>
                  <a:pt x="1152525" y="304800"/>
                </a:lnTo>
                <a:lnTo>
                  <a:pt x="1143000" y="304800"/>
                </a:lnTo>
                <a:close/>
                <a:moveTo>
                  <a:pt x="885825" y="304800"/>
                </a:moveTo>
                <a:lnTo>
                  <a:pt x="895350" y="304800"/>
                </a:lnTo>
                <a:lnTo>
                  <a:pt x="895350" y="314325"/>
                </a:lnTo>
                <a:lnTo>
                  <a:pt x="885825" y="314325"/>
                </a:lnTo>
                <a:close/>
                <a:moveTo>
                  <a:pt x="1123950" y="304800"/>
                </a:moveTo>
                <a:lnTo>
                  <a:pt x="1133475" y="304800"/>
                </a:lnTo>
                <a:lnTo>
                  <a:pt x="1133475" y="314325"/>
                </a:lnTo>
                <a:lnTo>
                  <a:pt x="1123950" y="314325"/>
                </a:lnTo>
                <a:close/>
                <a:moveTo>
                  <a:pt x="28575" y="314325"/>
                </a:moveTo>
                <a:lnTo>
                  <a:pt x="38100" y="314325"/>
                </a:lnTo>
                <a:lnTo>
                  <a:pt x="38100" y="333375"/>
                </a:lnTo>
                <a:lnTo>
                  <a:pt x="9525" y="333375"/>
                </a:lnTo>
                <a:lnTo>
                  <a:pt x="9525" y="323850"/>
                </a:lnTo>
                <a:lnTo>
                  <a:pt x="28575" y="323850"/>
                </a:lnTo>
                <a:close/>
                <a:moveTo>
                  <a:pt x="876300" y="314325"/>
                </a:moveTo>
                <a:lnTo>
                  <a:pt x="885825" y="314325"/>
                </a:lnTo>
                <a:lnTo>
                  <a:pt x="885825" y="323850"/>
                </a:lnTo>
                <a:lnTo>
                  <a:pt x="876300" y="323850"/>
                </a:lnTo>
                <a:close/>
                <a:moveTo>
                  <a:pt x="866775" y="323850"/>
                </a:moveTo>
                <a:lnTo>
                  <a:pt x="876300" y="323850"/>
                </a:lnTo>
                <a:lnTo>
                  <a:pt x="876300" y="333375"/>
                </a:lnTo>
                <a:lnTo>
                  <a:pt x="866775" y="333375"/>
                </a:lnTo>
                <a:close/>
                <a:moveTo>
                  <a:pt x="47625" y="333375"/>
                </a:moveTo>
                <a:lnTo>
                  <a:pt x="57150" y="333375"/>
                </a:lnTo>
                <a:lnTo>
                  <a:pt x="57150" y="352425"/>
                </a:lnTo>
                <a:lnTo>
                  <a:pt x="47625" y="352425"/>
                </a:lnTo>
                <a:close/>
                <a:moveTo>
                  <a:pt x="19050" y="352425"/>
                </a:moveTo>
                <a:lnTo>
                  <a:pt x="47625" y="352425"/>
                </a:lnTo>
                <a:lnTo>
                  <a:pt x="47625" y="361950"/>
                </a:lnTo>
                <a:lnTo>
                  <a:pt x="19050" y="361950"/>
                </a:lnTo>
                <a:close/>
                <a:moveTo>
                  <a:pt x="685800" y="361950"/>
                </a:moveTo>
                <a:lnTo>
                  <a:pt x="695325" y="361950"/>
                </a:lnTo>
                <a:lnTo>
                  <a:pt x="695325" y="371475"/>
                </a:lnTo>
                <a:lnTo>
                  <a:pt x="685800" y="371475"/>
                </a:lnTo>
                <a:close/>
                <a:moveTo>
                  <a:pt x="466725" y="381000"/>
                </a:moveTo>
                <a:lnTo>
                  <a:pt x="476250" y="381000"/>
                </a:lnTo>
                <a:lnTo>
                  <a:pt x="476250" y="390525"/>
                </a:lnTo>
                <a:lnTo>
                  <a:pt x="466725" y="390525"/>
                </a:lnTo>
                <a:close/>
                <a:moveTo>
                  <a:pt x="714375" y="409575"/>
                </a:moveTo>
                <a:lnTo>
                  <a:pt x="742950" y="409575"/>
                </a:lnTo>
                <a:lnTo>
                  <a:pt x="742950" y="419100"/>
                </a:lnTo>
                <a:lnTo>
                  <a:pt x="714375" y="419100"/>
                </a:lnTo>
                <a:close/>
                <a:moveTo>
                  <a:pt x="95250" y="419100"/>
                </a:moveTo>
                <a:lnTo>
                  <a:pt x="104775" y="419100"/>
                </a:lnTo>
                <a:lnTo>
                  <a:pt x="104775" y="428625"/>
                </a:lnTo>
                <a:lnTo>
                  <a:pt x="95250" y="428625"/>
                </a:lnTo>
                <a:close/>
                <a:moveTo>
                  <a:pt x="933450" y="438150"/>
                </a:moveTo>
                <a:lnTo>
                  <a:pt x="952500" y="438150"/>
                </a:lnTo>
                <a:lnTo>
                  <a:pt x="952500" y="447675"/>
                </a:lnTo>
                <a:lnTo>
                  <a:pt x="942975" y="447675"/>
                </a:lnTo>
                <a:lnTo>
                  <a:pt x="942975" y="457200"/>
                </a:lnTo>
                <a:lnTo>
                  <a:pt x="914400" y="457200"/>
                </a:lnTo>
                <a:lnTo>
                  <a:pt x="914400" y="447675"/>
                </a:lnTo>
                <a:lnTo>
                  <a:pt x="933450" y="447675"/>
                </a:lnTo>
                <a:close/>
                <a:moveTo>
                  <a:pt x="47625" y="457200"/>
                </a:moveTo>
                <a:lnTo>
                  <a:pt x="66675" y="457200"/>
                </a:lnTo>
                <a:lnTo>
                  <a:pt x="66675" y="466725"/>
                </a:lnTo>
                <a:lnTo>
                  <a:pt x="47625" y="466725"/>
                </a:lnTo>
                <a:close/>
                <a:moveTo>
                  <a:pt x="0" y="476250"/>
                </a:moveTo>
                <a:lnTo>
                  <a:pt x="9525" y="476250"/>
                </a:lnTo>
                <a:lnTo>
                  <a:pt x="9525" y="485775"/>
                </a:lnTo>
                <a:lnTo>
                  <a:pt x="0" y="485775"/>
                </a:lnTo>
                <a:close/>
                <a:moveTo>
                  <a:pt x="1162050" y="476250"/>
                </a:moveTo>
                <a:lnTo>
                  <a:pt x="1190625" y="476250"/>
                </a:lnTo>
                <a:lnTo>
                  <a:pt x="1190625" y="495300"/>
                </a:lnTo>
                <a:lnTo>
                  <a:pt x="1152525" y="495300"/>
                </a:lnTo>
                <a:lnTo>
                  <a:pt x="1152525" y="485775"/>
                </a:lnTo>
                <a:lnTo>
                  <a:pt x="1162050" y="485775"/>
                </a:lnTo>
                <a:close/>
                <a:moveTo>
                  <a:pt x="114300" y="485775"/>
                </a:moveTo>
                <a:lnTo>
                  <a:pt x="123825" y="485775"/>
                </a:lnTo>
                <a:lnTo>
                  <a:pt x="123825" y="495300"/>
                </a:lnTo>
                <a:lnTo>
                  <a:pt x="114300" y="495300"/>
                </a:lnTo>
                <a:close/>
                <a:moveTo>
                  <a:pt x="9525" y="504825"/>
                </a:moveTo>
                <a:lnTo>
                  <a:pt x="19050" y="504825"/>
                </a:lnTo>
                <a:lnTo>
                  <a:pt x="19050" y="514350"/>
                </a:lnTo>
                <a:lnTo>
                  <a:pt x="9525" y="514350"/>
                </a:lnTo>
                <a:close/>
                <a:moveTo>
                  <a:pt x="1057275" y="504825"/>
                </a:moveTo>
                <a:lnTo>
                  <a:pt x="1095375" y="504825"/>
                </a:lnTo>
                <a:lnTo>
                  <a:pt x="1095375" y="514350"/>
                </a:lnTo>
                <a:lnTo>
                  <a:pt x="1057275" y="514350"/>
                </a:lnTo>
                <a:close/>
                <a:moveTo>
                  <a:pt x="1047750" y="523875"/>
                </a:moveTo>
                <a:lnTo>
                  <a:pt x="1057275" y="523875"/>
                </a:lnTo>
                <a:lnTo>
                  <a:pt x="1057275" y="533400"/>
                </a:lnTo>
                <a:lnTo>
                  <a:pt x="1047750" y="533400"/>
                </a:lnTo>
                <a:close/>
                <a:moveTo>
                  <a:pt x="1038225" y="533400"/>
                </a:moveTo>
                <a:lnTo>
                  <a:pt x="1047750" y="533400"/>
                </a:lnTo>
                <a:lnTo>
                  <a:pt x="1047750" y="542925"/>
                </a:lnTo>
                <a:lnTo>
                  <a:pt x="1038225" y="542925"/>
                </a:lnTo>
                <a:close/>
                <a:moveTo>
                  <a:pt x="0" y="542925"/>
                </a:moveTo>
                <a:lnTo>
                  <a:pt x="9525" y="542925"/>
                </a:lnTo>
                <a:lnTo>
                  <a:pt x="9525" y="552450"/>
                </a:lnTo>
                <a:lnTo>
                  <a:pt x="19050" y="552450"/>
                </a:lnTo>
                <a:lnTo>
                  <a:pt x="19050" y="561975"/>
                </a:lnTo>
                <a:lnTo>
                  <a:pt x="9525" y="561975"/>
                </a:lnTo>
                <a:lnTo>
                  <a:pt x="9525" y="571500"/>
                </a:lnTo>
                <a:lnTo>
                  <a:pt x="0" y="571500"/>
                </a:lnTo>
                <a:close/>
                <a:moveTo>
                  <a:pt x="1028700" y="542925"/>
                </a:moveTo>
                <a:lnTo>
                  <a:pt x="1038225" y="542925"/>
                </a:lnTo>
                <a:lnTo>
                  <a:pt x="1038225" y="571500"/>
                </a:lnTo>
                <a:lnTo>
                  <a:pt x="1028700" y="571500"/>
                </a:lnTo>
                <a:close/>
                <a:moveTo>
                  <a:pt x="1057275" y="552450"/>
                </a:moveTo>
                <a:lnTo>
                  <a:pt x="1066800" y="552450"/>
                </a:lnTo>
                <a:lnTo>
                  <a:pt x="1066800" y="561975"/>
                </a:lnTo>
                <a:lnTo>
                  <a:pt x="1057275" y="561975"/>
                </a:lnTo>
                <a:close/>
                <a:moveTo>
                  <a:pt x="1019175" y="571500"/>
                </a:moveTo>
                <a:lnTo>
                  <a:pt x="1028700" y="571500"/>
                </a:lnTo>
                <a:lnTo>
                  <a:pt x="1028700" y="581025"/>
                </a:lnTo>
                <a:lnTo>
                  <a:pt x="1019175" y="581025"/>
                </a:lnTo>
                <a:close/>
                <a:moveTo>
                  <a:pt x="1200150" y="590550"/>
                </a:moveTo>
                <a:lnTo>
                  <a:pt x="1209675" y="590550"/>
                </a:lnTo>
                <a:lnTo>
                  <a:pt x="1209675" y="600075"/>
                </a:lnTo>
                <a:lnTo>
                  <a:pt x="1200150" y="600075"/>
                </a:lnTo>
                <a:close/>
                <a:moveTo>
                  <a:pt x="57150" y="609600"/>
                </a:moveTo>
                <a:lnTo>
                  <a:pt x="76200" y="609600"/>
                </a:lnTo>
                <a:lnTo>
                  <a:pt x="76200" y="619125"/>
                </a:lnTo>
                <a:lnTo>
                  <a:pt x="66675" y="619125"/>
                </a:lnTo>
                <a:lnTo>
                  <a:pt x="66675" y="628650"/>
                </a:lnTo>
                <a:lnTo>
                  <a:pt x="57150" y="628650"/>
                </a:lnTo>
                <a:close/>
                <a:moveTo>
                  <a:pt x="895350" y="609600"/>
                </a:moveTo>
                <a:lnTo>
                  <a:pt x="904875" y="609600"/>
                </a:lnTo>
                <a:lnTo>
                  <a:pt x="904875" y="628650"/>
                </a:lnTo>
                <a:lnTo>
                  <a:pt x="895350" y="628650"/>
                </a:lnTo>
                <a:close/>
                <a:moveTo>
                  <a:pt x="1000125" y="609600"/>
                </a:moveTo>
                <a:lnTo>
                  <a:pt x="1009650" y="609600"/>
                </a:lnTo>
                <a:lnTo>
                  <a:pt x="1009650" y="619125"/>
                </a:lnTo>
                <a:lnTo>
                  <a:pt x="1000125" y="619125"/>
                </a:lnTo>
                <a:close/>
                <a:moveTo>
                  <a:pt x="1066800" y="609600"/>
                </a:moveTo>
                <a:lnTo>
                  <a:pt x="1076325" y="609600"/>
                </a:lnTo>
                <a:lnTo>
                  <a:pt x="1076325" y="619125"/>
                </a:lnTo>
                <a:lnTo>
                  <a:pt x="1066800" y="619125"/>
                </a:lnTo>
                <a:close/>
                <a:moveTo>
                  <a:pt x="1009650" y="619125"/>
                </a:moveTo>
                <a:lnTo>
                  <a:pt x="1019175" y="619125"/>
                </a:lnTo>
                <a:lnTo>
                  <a:pt x="1019175" y="628650"/>
                </a:lnTo>
                <a:lnTo>
                  <a:pt x="1038225" y="628650"/>
                </a:lnTo>
                <a:lnTo>
                  <a:pt x="1038225" y="647700"/>
                </a:lnTo>
                <a:lnTo>
                  <a:pt x="1019175" y="647700"/>
                </a:lnTo>
                <a:lnTo>
                  <a:pt x="1019175" y="638175"/>
                </a:lnTo>
                <a:lnTo>
                  <a:pt x="1009650" y="638175"/>
                </a:lnTo>
                <a:close/>
                <a:moveTo>
                  <a:pt x="857250" y="628650"/>
                </a:moveTo>
                <a:lnTo>
                  <a:pt x="876300" y="628650"/>
                </a:lnTo>
                <a:lnTo>
                  <a:pt x="876300" y="638175"/>
                </a:lnTo>
                <a:lnTo>
                  <a:pt x="857250" y="638175"/>
                </a:lnTo>
                <a:close/>
                <a:moveTo>
                  <a:pt x="1047750" y="628650"/>
                </a:moveTo>
                <a:lnTo>
                  <a:pt x="1057275" y="628650"/>
                </a:lnTo>
                <a:lnTo>
                  <a:pt x="1057275" y="638175"/>
                </a:lnTo>
                <a:lnTo>
                  <a:pt x="1047750" y="638175"/>
                </a:lnTo>
                <a:close/>
                <a:moveTo>
                  <a:pt x="19050" y="638175"/>
                </a:moveTo>
                <a:lnTo>
                  <a:pt x="38100" y="638175"/>
                </a:lnTo>
                <a:lnTo>
                  <a:pt x="38100" y="666750"/>
                </a:lnTo>
                <a:lnTo>
                  <a:pt x="28575" y="666750"/>
                </a:lnTo>
                <a:lnTo>
                  <a:pt x="28575" y="657225"/>
                </a:lnTo>
                <a:lnTo>
                  <a:pt x="19050" y="657225"/>
                </a:lnTo>
                <a:close/>
                <a:moveTo>
                  <a:pt x="914400" y="638175"/>
                </a:moveTo>
                <a:lnTo>
                  <a:pt x="923925" y="638175"/>
                </a:lnTo>
                <a:lnTo>
                  <a:pt x="923925" y="657225"/>
                </a:lnTo>
                <a:lnTo>
                  <a:pt x="933450" y="657225"/>
                </a:lnTo>
                <a:lnTo>
                  <a:pt x="933450" y="647700"/>
                </a:lnTo>
                <a:lnTo>
                  <a:pt x="942975" y="647700"/>
                </a:lnTo>
                <a:lnTo>
                  <a:pt x="942975" y="657225"/>
                </a:lnTo>
                <a:lnTo>
                  <a:pt x="952500" y="657225"/>
                </a:lnTo>
                <a:lnTo>
                  <a:pt x="952500" y="666750"/>
                </a:lnTo>
                <a:lnTo>
                  <a:pt x="914400" y="666750"/>
                </a:lnTo>
                <a:lnTo>
                  <a:pt x="914400" y="676275"/>
                </a:lnTo>
                <a:lnTo>
                  <a:pt x="904875" y="676275"/>
                </a:lnTo>
                <a:lnTo>
                  <a:pt x="904875" y="685800"/>
                </a:lnTo>
                <a:lnTo>
                  <a:pt x="923925" y="685800"/>
                </a:lnTo>
                <a:lnTo>
                  <a:pt x="923925" y="704850"/>
                </a:lnTo>
                <a:lnTo>
                  <a:pt x="904875" y="704850"/>
                </a:lnTo>
                <a:lnTo>
                  <a:pt x="904875" y="695325"/>
                </a:lnTo>
                <a:lnTo>
                  <a:pt x="885825" y="695325"/>
                </a:lnTo>
                <a:lnTo>
                  <a:pt x="885825" y="676275"/>
                </a:lnTo>
                <a:lnTo>
                  <a:pt x="857250" y="676275"/>
                </a:lnTo>
                <a:lnTo>
                  <a:pt x="857250" y="666750"/>
                </a:lnTo>
                <a:lnTo>
                  <a:pt x="876300" y="666750"/>
                </a:lnTo>
                <a:lnTo>
                  <a:pt x="876300" y="657225"/>
                </a:lnTo>
                <a:lnTo>
                  <a:pt x="885825" y="657225"/>
                </a:lnTo>
                <a:lnTo>
                  <a:pt x="885825" y="666750"/>
                </a:lnTo>
                <a:lnTo>
                  <a:pt x="904875" y="666750"/>
                </a:lnTo>
                <a:lnTo>
                  <a:pt x="904875" y="647700"/>
                </a:lnTo>
                <a:lnTo>
                  <a:pt x="914400" y="647700"/>
                </a:lnTo>
                <a:close/>
                <a:moveTo>
                  <a:pt x="809625" y="657225"/>
                </a:moveTo>
                <a:lnTo>
                  <a:pt x="819150" y="657225"/>
                </a:lnTo>
                <a:lnTo>
                  <a:pt x="819150" y="666750"/>
                </a:lnTo>
                <a:lnTo>
                  <a:pt x="809625" y="666750"/>
                </a:lnTo>
                <a:close/>
                <a:moveTo>
                  <a:pt x="38100" y="666750"/>
                </a:moveTo>
                <a:lnTo>
                  <a:pt x="47625" y="666750"/>
                </a:lnTo>
                <a:lnTo>
                  <a:pt x="47625" y="676275"/>
                </a:lnTo>
                <a:lnTo>
                  <a:pt x="38100" y="676275"/>
                </a:lnTo>
                <a:close/>
                <a:moveTo>
                  <a:pt x="952500" y="666750"/>
                </a:moveTo>
                <a:lnTo>
                  <a:pt x="962025" y="666750"/>
                </a:lnTo>
                <a:lnTo>
                  <a:pt x="962025" y="676275"/>
                </a:lnTo>
                <a:lnTo>
                  <a:pt x="952500" y="676275"/>
                </a:lnTo>
                <a:close/>
                <a:moveTo>
                  <a:pt x="266700" y="685800"/>
                </a:moveTo>
                <a:lnTo>
                  <a:pt x="276225" y="685800"/>
                </a:lnTo>
                <a:lnTo>
                  <a:pt x="276225" y="695325"/>
                </a:lnTo>
                <a:lnTo>
                  <a:pt x="266700" y="695325"/>
                </a:lnTo>
                <a:close/>
                <a:moveTo>
                  <a:pt x="257175" y="704850"/>
                </a:moveTo>
                <a:lnTo>
                  <a:pt x="285750" y="704850"/>
                </a:lnTo>
                <a:lnTo>
                  <a:pt x="285750" y="714375"/>
                </a:lnTo>
                <a:lnTo>
                  <a:pt x="295275" y="714375"/>
                </a:lnTo>
                <a:lnTo>
                  <a:pt x="295275" y="723900"/>
                </a:lnTo>
                <a:lnTo>
                  <a:pt x="247650" y="723900"/>
                </a:lnTo>
                <a:lnTo>
                  <a:pt x="247650" y="714375"/>
                </a:lnTo>
                <a:lnTo>
                  <a:pt x="257175" y="714375"/>
                </a:lnTo>
                <a:close/>
                <a:moveTo>
                  <a:pt x="847725" y="704850"/>
                </a:moveTo>
                <a:lnTo>
                  <a:pt x="857250" y="704850"/>
                </a:lnTo>
                <a:lnTo>
                  <a:pt x="857250" y="714375"/>
                </a:lnTo>
                <a:lnTo>
                  <a:pt x="847725" y="714375"/>
                </a:lnTo>
                <a:close/>
                <a:moveTo>
                  <a:pt x="800100" y="714375"/>
                </a:moveTo>
                <a:lnTo>
                  <a:pt x="828675" y="714375"/>
                </a:lnTo>
                <a:lnTo>
                  <a:pt x="828675" y="723900"/>
                </a:lnTo>
                <a:lnTo>
                  <a:pt x="800100" y="723900"/>
                </a:lnTo>
                <a:close/>
                <a:moveTo>
                  <a:pt x="361950" y="723900"/>
                </a:moveTo>
                <a:lnTo>
                  <a:pt x="371475" y="723900"/>
                </a:lnTo>
                <a:lnTo>
                  <a:pt x="371475" y="733425"/>
                </a:lnTo>
                <a:lnTo>
                  <a:pt x="361950" y="733425"/>
                </a:lnTo>
                <a:close/>
                <a:moveTo>
                  <a:pt x="304800" y="733425"/>
                </a:moveTo>
                <a:lnTo>
                  <a:pt x="314325" y="733425"/>
                </a:lnTo>
                <a:lnTo>
                  <a:pt x="314325" y="742950"/>
                </a:lnTo>
                <a:lnTo>
                  <a:pt x="304800" y="742950"/>
                </a:lnTo>
                <a:close/>
                <a:moveTo>
                  <a:pt x="180975" y="742950"/>
                </a:moveTo>
                <a:lnTo>
                  <a:pt x="200025" y="742950"/>
                </a:lnTo>
                <a:lnTo>
                  <a:pt x="200025" y="752475"/>
                </a:lnTo>
                <a:lnTo>
                  <a:pt x="180975" y="752475"/>
                </a:lnTo>
                <a:close/>
                <a:moveTo>
                  <a:pt x="781050" y="752475"/>
                </a:moveTo>
                <a:lnTo>
                  <a:pt x="800100" y="752475"/>
                </a:lnTo>
                <a:lnTo>
                  <a:pt x="800100" y="762000"/>
                </a:lnTo>
                <a:lnTo>
                  <a:pt x="790575" y="762000"/>
                </a:lnTo>
                <a:lnTo>
                  <a:pt x="790575" y="781050"/>
                </a:lnTo>
                <a:lnTo>
                  <a:pt x="781050" y="781050"/>
                </a:lnTo>
                <a:lnTo>
                  <a:pt x="781050" y="771525"/>
                </a:lnTo>
                <a:lnTo>
                  <a:pt x="771525" y="771525"/>
                </a:lnTo>
                <a:lnTo>
                  <a:pt x="771525" y="790575"/>
                </a:lnTo>
                <a:lnTo>
                  <a:pt x="762000" y="790575"/>
                </a:lnTo>
                <a:lnTo>
                  <a:pt x="762000" y="781050"/>
                </a:lnTo>
                <a:lnTo>
                  <a:pt x="752475" y="781050"/>
                </a:lnTo>
                <a:lnTo>
                  <a:pt x="752475" y="771525"/>
                </a:lnTo>
                <a:lnTo>
                  <a:pt x="762000" y="771525"/>
                </a:lnTo>
                <a:lnTo>
                  <a:pt x="762000" y="762000"/>
                </a:lnTo>
                <a:lnTo>
                  <a:pt x="781050" y="762000"/>
                </a:lnTo>
                <a:close/>
                <a:moveTo>
                  <a:pt x="38100" y="762000"/>
                </a:moveTo>
                <a:lnTo>
                  <a:pt x="47625" y="762000"/>
                </a:lnTo>
                <a:lnTo>
                  <a:pt x="47625" y="771525"/>
                </a:lnTo>
                <a:lnTo>
                  <a:pt x="38100" y="771525"/>
                </a:lnTo>
                <a:close/>
                <a:moveTo>
                  <a:pt x="95250" y="762000"/>
                </a:moveTo>
                <a:lnTo>
                  <a:pt x="104775" y="762000"/>
                </a:lnTo>
                <a:lnTo>
                  <a:pt x="104775" y="771525"/>
                </a:lnTo>
                <a:lnTo>
                  <a:pt x="95250" y="771525"/>
                </a:lnTo>
                <a:close/>
                <a:moveTo>
                  <a:pt x="209550" y="762000"/>
                </a:moveTo>
                <a:lnTo>
                  <a:pt x="219075" y="762000"/>
                </a:lnTo>
                <a:lnTo>
                  <a:pt x="219075" y="771525"/>
                </a:lnTo>
                <a:lnTo>
                  <a:pt x="209550" y="771525"/>
                </a:lnTo>
                <a:close/>
                <a:moveTo>
                  <a:pt x="628650" y="762000"/>
                </a:moveTo>
                <a:lnTo>
                  <a:pt x="647700" y="762000"/>
                </a:lnTo>
                <a:lnTo>
                  <a:pt x="647700" y="771525"/>
                </a:lnTo>
                <a:lnTo>
                  <a:pt x="628650" y="771525"/>
                </a:lnTo>
                <a:close/>
                <a:moveTo>
                  <a:pt x="666750" y="762000"/>
                </a:moveTo>
                <a:lnTo>
                  <a:pt x="676275" y="762000"/>
                </a:lnTo>
                <a:lnTo>
                  <a:pt x="676275" y="781050"/>
                </a:lnTo>
                <a:lnTo>
                  <a:pt x="647700" y="781050"/>
                </a:lnTo>
                <a:lnTo>
                  <a:pt x="647700" y="771525"/>
                </a:lnTo>
                <a:lnTo>
                  <a:pt x="666750" y="771525"/>
                </a:lnTo>
                <a:close/>
                <a:moveTo>
                  <a:pt x="895350" y="762000"/>
                </a:moveTo>
                <a:lnTo>
                  <a:pt x="904875" y="762000"/>
                </a:lnTo>
                <a:lnTo>
                  <a:pt x="904875" y="771525"/>
                </a:lnTo>
                <a:lnTo>
                  <a:pt x="914400" y="771525"/>
                </a:lnTo>
                <a:lnTo>
                  <a:pt x="914400" y="781050"/>
                </a:lnTo>
                <a:lnTo>
                  <a:pt x="895350" y="781050"/>
                </a:lnTo>
                <a:close/>
                <a:moveTo>
                  <a:pt x="85725" y="771525"/>
                </a:moveTo>
                <a:lnTo>
                  <a:pt x="95250" y="771525"/>
                </a:lnTo>
                <a:lnTo>
                  <a:pt x="95250" y="781050"/>
                </a:lnTo>
                <a:lnTo>
                  <a:pt x="85725" y="781050"/>
                </a:lnTo>
                <a:close/>
                <a:moveTo>
                  <a:pt x="476250" y="771525"/>
                </a:moveTo>
                <a:lnTo>
                  <a:pt x="495300" y="771525"/>
                </a:lnTo>
                <a:lnTo>
                  <a:pt x="495300" y="781050"/>
                </a:lnTo>
                <a:lnTo>
                  <a:pt x="504825" y="781050"/>
                </a:lnTo>
                <a:lnTo>
                  <a:pt x="504825" y="790575"/>
                </a:lnTo>
                <a:lnTo>
                  <a:pt x="485775" y="790575"/>
                </a:lnTo>
                <a:lnTo>
                  <a:pt x="485775" y="781050"/>
                </a:lnTo>
                <a:lnTo>
                  <a:pt x="476250" y="781050"/>
                </a:lnTo>
                <a:close/>
                <a:moveTo>
                  <a:pt x="876300" y="781050"/>
                </a:moveTo>
                <a:lnTo>
                  <a:pt x="895350" y="781050"/>
                </a:lnTo>
                <a:lnTo>
                  <a:pt x="895350" y="800100"/>
                </a:lnTo>
                <a:lnTo>
                  <a:pt x="885825" y="800100"/>
                </a:lnTo>
                <a:lnTo>
                  <a:pt x="885825" y="790575"/>
                </a:lnTo>
                <a:lnTo>
                  <a:pt x="876300" y="790575"/>
                </a:lnTo>
                <a:close/>
                <a:moveTo>
                  <a:pt x="104775" y="800100"/>
                </a:moveTo>
                <a:lnTo>
                  <a:pt x="123825" y="800100"/>
                </a:lnTo>
                <a:lnTo>
                  <a:pt x="123825" y="809625"/>
                </a:lnTo>
                <a:lnTo>
                  <a:pt x="104775" y="809625"/>
                </a:lnTo>
                <a:close/>
              </a:path>
            </a:pathLst>
          </a:custGeom>
          <a:solidFill xmlns:a="http://schemas.openxmlformats.org/drawingml/2006/main">
            <a:srgbClr val="F9F9F5"/>
          </a:solidFill>
          <a:ln xmlns:a="http://schemas.openxmlformats.org/drawingml/2006/main" w="0">
            <a:noFill/>
          </a:ln>
        </p:spPr>
      </p:sp>
      <p:sp>
        <p:nvSpPr>
          <p:cNvPr id="239" name="v22 vector #f9f9f4">
            <a:extLst xmlns:a="http://schemas.openxmlformats.org/drawingml/2006/main">
              <a:ext uri="{FF2B5EF4-FFF2-40B4-BE49-F238E27FC236}">
                <a16:creationId xmlns:a16="http://schemas.microsoft.com/office/drawing/2014/main" id="{18AF45A7-F6E9-4A00-B0AB-5489B6BDFA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10675" y="4848225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228600" y="0"/>
                </a:moveTo>
                <a:lnTo>
                  <a:pt x="247650" y="0"/>
                </a:lnTo>
                <a:lnTo>
                  <a:pt x="247650" y="9525"/>
                </a:lnTo>
                <a:lnTo>
                  <a:pt x="228600" y="9525"/>
                </a:lnTo>
                <a:close/>
                <a:moveTo>
                  <a:pt x="895350" y="0"/>
                </a:moveTo>
                <a:lnTo>
                  <a:pt x="904875" y="0"/>
                </a:lnTo>
                <a:lnTo>
                  <a:pt x="904875" y="9525"/>
                </a:lnTo>
                <a:lnTo>
                  <a:pt x="895350" y="9525"/>
                </a:lnTo>
                <a:close/>
                <a:moveTo>
                  <a:pt x="1133475" y="0"/>
                </a:moveTo>
                <a:lnTo>
                  <a:pt x="1143000" y="0"/>
                </a:lnTo>
                <a:lnTo>
                  <a:pt x="1143000" y="9525"/>
                </a:lnTo>
                <a:lnTo>
                  <a:pt x="1133475" y="9525"/>
                </a:lnTo>
                <a:close/>
                <a:moveTo>
                  <a:pt x="685800" y="9525"/>
                </a:moveTo>
                <a:lnTo>
                  <a:pt x="695325" y="9525"/>
                </a:lnTo>
                <a:lnTo>
                  <a:pt x="695325" y="19050"/>
                </a:lnTo>
                <a:lnTo>
                  <a:pt x="685800" y="19050"/>
                </a:lnTo>
                <a:close/>
                <a:moveTo>
                  <a:pt x="1019175" y="9525"/>
                </a:moveTo>
                <a:lnTo>
                  <a:pt x="1028700" y="9525"/>
                </a:lnTo>
                <a:lnTo>
                  <a:pt x="1028700" y="19050"/>
                </a:lnTo>
                <a:lnTo>
                  <a:pt x="1019175" y="19050"/>
                </a:lnTo>
                <a:close/>
                <a:moveTo>
                  <a:pt x="981075" y="28575"/>
                </a:moveTo>
                <a:lnTo>
                  <a:pt x="1000125" y="28575"/>
                </a:lnTo>
                <a:lnTo>
                  <a:pt x="1000125" y="47625"/>
                </a:lnTo>
                <a:lnTo>
                  <a:pt x="981075" y="47625"/>
                </a:lnTo>
                <a:close/>
                <a:moveTo>
                  <a:pt x="38100" y="38100"/>
                </a:moveTo>
                <a:lnTo>
                  <a:pt x="47625" y="38100"/>
                </a:lnTo>
                <a:lnTo>
                  <a:pt x="47625" y="47625"/>
                </a:lnTo>
                <a:lnTo>
                  <a:pt x="38100" y="47625"/>
                </a:lnTo>
                <a:close/>
                <a:moveTo>
                  <a:pt x="400050" y="38100"/>
                </a:moveTo>
                <a:lnTo>
                  <a:pt x="409575" y="38100"/>
                </a:lnTo>
                <a:lnTo>
                  <a:pt x="409575" y="47625"/>
                </a:lnTo>
                <a:lnTo>
                  <a:pt x="400050" y="47625"/>
                </a:lnTo>
                <a:close/>
                <a:moveTo>
                  <a:pt x="466725" y="38100"/>
                </a:moveTo>
                <a:lnTo>
                  <a:pt x="476250" y="38100"/>
                </a:lnTo>
                <a:lnTo>
                  <a:pt x="476250" y="47625"/>
                </a:lnTo>
                <a:lnTo>
                  <a:pt x="466725" y="47625"/>
                </a:lnTo>
                <a:close/>
                <a:moveTo>
                  <a:pt x="28575" y="47625"/>
                </a:moveTo>
                <a:lnTo>
                  <a:pt x="38100" y="47625"/>
                </a:lnTo>
                <a:lnTo>
                  <a:pt x="38100" y="66675"/>
                </a:lnTo>
                <a:lnTo>
                  <a:pt x="28575" y="66675"/>
                </a:lnTo>
                <a:lnTo>
                  <a:pt x="28575" y="76200"/>
                </a:lnTo>
                <a:lnTo>
                  <a:pt x="47625" y="76200"/>
                </a:lnTo>
                <a:lnTo>
                  <a:pt x="47625" y="57150"/>
                </a:lnTo>
                <a:lnTo>
                  <a:pt x="66675" y="57150"/>
                </a:lnTo>
                <a:lnTo>
                  <a:pt x="66675" y="66675"/>
                </a:lnTo>
                <a:lnTo>
                  <a:pt x="57150" y="66675"/>
                </a:lnTo>
                <a:lnTo>
                  <a:pt x="57150" y="76200"/>
                </a:lnTo>
                <a:lnTo>
                  <a:pt x="76200" y="76200"/>
                </a:lnTo>
                <a:lnTo>
                  <a:pt x="76200" y="85725"/>
                </a:lnTo>
                <a:lnTo>
                  <a:pt x="38100" y="85725"/>
                </a:lnTo>
                <a:lnTo>
                  <a:pt x="38100" y="95250"/>
                </a:lnTo>
                <a:lnTo>
                  <a:pt x="19050" y="95250"/>
                </a:lnTo>
                <a:lnTo>
                  <a:pt x="19050" y="104775"/>
                </a:lnTo>
                <a:lnTo>
                  <a:pt x="38100" y="104775"/>
                </a:lnTo>
                <a:lnTo>
                  <a:pt x="38100" y="114300"/>
                </a:lnTo>
                <a:lnTo>
                  <a:pt x="0" y="114300"/>
                </a:lnTo>
                <a:lnTo>
                  <a:pt x="0" y="95250"/>
                </a:lnTo>
                <a:lnTo>
                  <a:pt x="9525" y="95250"/>
                </a:lnTo>
                <a:lnTo>
                  <a:pt x="9525" y="85725"/>
                </a:lnTo>
                <a:lnTo>
                  <a:pt x="19050" y="85725"/>
                </a:lnTo>
                <a:lnTo>
                  <a:pt x="19050" y="76200"/>
                </a:lnTo>
                <a:lnTo>
                  <a:pt x="9525" y="76200"/>
                </a:lnTo>
                <a:lnTo>
                  <a:pt x="9525" y="66675"/>
                </a:lnTo>
                <a:lnTo>
                  <a:pt x="19050" y="66675"/>
                </a:lnTo>
                <a:lnTo>
                  <a:pt x="19050" y="57150"/>
                </a:lnTo>
                <a:lnTo>
                  <a:pt x="28575" y="57150"/>
                </a:lnTo>
                <a:close/>
                <a:moveTo>
                  <a:pt x="885825" y="47625"/>
                </a:moveTo>
                <a:lnTo>
                  <a:pt x="895350" y="47625"/>
                </a:lnTo>
                <a:lnTo>
                  <a:pt x="895350" y="57150"/>
                </a:lnTo>
                <a:lnTo>
                  <a:pt x="904875" y="57150"/>
                </a:lnTo>
                <a:lnTo>
                  <a:pt x="904875" y="66675"/>
                </a:lnTo>
                <a:lnTo>
                  <a:pt x="885825" y="66675"/>
                </a:lnTo>
                <a:close/>
                <a:moveTo>
                  <a:pt x="104775" y="66675"/>
                </a:moveTo>
                <a:lnTo>
                  <a:pt x="142875" y="66675"/>
                </a:lnTo>
                <a:lnTo>
                  <a:pt x="142875" y="76200"/>
                </a:lnTo>
                <a:lnTo>
                  <a:pt x="104775" y="76200"/>
                </a:lnTo>
                <a:close/>
                <a:moveTo>
                  <a:pt x="914400" y="66675"/>
                </a:moveTo>
                <a:lnTo>
                  <a:pt x="923925" y="66675"/>
                </a:lnTo>
                <a:lnTo>
                  <a:pt x="923925" y="76200"/>
                </a:lnTo>
                <a:lnTo>
                  <a:pt x="914400" y="76200"/>
                </a:lnTo>
                <a:close/>
                <a:moveTo>
                  <a:pt x="962025" y="76200"/>
                </a:moveTo>
                <a:lnTo>
                  <a:pt x="981075" y="76200"/>
                </a:lnTo>
                <a:lnTo>
                  <a:pt x="981075" y="95250"/>
                </a:lnTo>
                <a:lnTo>
                  <a:pt x="971550" y="95250"/>
                </a:lnTo>
                <a:lnTo>
                  <a:pt x="971550" y="85725"/>
                </a:lnTo>
                <a:lnTo>
                  <a:pt x="962025" y="85725"/>
                </a:lnTo>
                <a:close/>
                <a:moveTo>
                  <a:pt x="76200" y="85725"/>
                </a:moveTo>
                <a:lnTo>
                  <a:pt x="85725" y="85725"/>
                </a:lnTo>
                <a:lnTo>
                  <a:pt x="85725" y="114300"/>
                </a:lnTo>
                <a:lnTo>
                  <a:pt x="66675" y="114300"/>
                </a:lnTo>
                <a:lnTo>
                  <a:pt x="66675" y="104775"/>
                </a:lnTo>
                <a:lnTo>
                  <a:pt x="57150" y="104775"/>
                </a:lnTo>
                <a:lnTo>
                  <a:pt x="57150" y="95250"/>
                </a:lnTo>
                <a:lnTo>
                  <a:pt x="76200" y="95250"/>
                </a:lnTo>
                <a:close/>
                <a:moveTo>
                  <a:pt x="952500" y="85725"/>
                </a:moveTo>
                <a:lnTo>
                  <a:pt x="962025" y="85725"/>
                </a:lnTo>
                <a:lnTo>
                  <a:pt x="962025" y="95250"/>
                </a:lnTo>
                <a:lnTo>
                  <a:pt x="952500" y="95250"/>
                </a:lnTo>
                <a:close/>
                <a:moveTo>
                  <a:pt x="942975" y="95250"/>
                </a:moveTo>
                <a:lnTo>
                  <a:pt x="952500" y="95250"/>
                </a:lnTo>
                <a:lnTo>
                  <a:pt x="952500" y="104775"/>
                </a:lnTo>
                <a:lnTo>
                  <a:pt x="942975" y="104775"/>
                </a:lnTo>
                <a:close/>
                <a:moveTo>
                  <a:pt x="123825" y="104775"/>
                </a:moveTo>
                <a:lnTo>
                  <a:pt x="133350" y="104775"/>
                </a:lnTo>
                <a:lnTo>
                  <a:pt x="133350" y="123825"/>
                </a:lnTo>
                <a:lnTo>
                  <a:pt x="123825" y="123825"/>
                </a:lnTo>
                <a:close/>
                <a:moveTo>
                  <a:pt x="142875" y="104775"/>
                </a:moveTo>
                <a:lnTo>
                  <a:pt x="152400" y="104775"/>
                </a:lnTo>
                <a:lnTo>
                  <a:pt x="152400" y="114300"/>
                </a:lnTo>
                <a:lnTo>
                  <a:pt x="142875" y="114300"/>
                </a:lnTo>
                <a:close/>
                <a:moveTo>
                  <a:pt x="933450" y="123825"/>
                </a:moveTo>
                <a:lnTo>
                  <a:pt x="942975" y="123825"/>
                </a:lnTo>
                <a:lnTo>
                  <a:pt x="942975" y="133350"/>
                </a:lnTo>
                <a:lnTo>
                  <a:pt x="933450" y="133350"/>
                </a:lnTo>
                <a:close/>
                <a:moveTo>
                  <a:pt x="161925" y="133350"/>
                </a:moveTo>
                <a:lnTo>
                  <a:pt x="171450" y="133350"/>
                </a:lnTo>
                <a:lnTo>
                  <a:pt x="171450" y="142875"/>
                </a:lnTo>
                <a:lnTo>
                  <a:pt x="161925" y="142875"/>
                </a:lnTo>
                <a:close/>
                <a:moveTo>
                  <a:pt x="180975" y="133350"/>
                </a:moveTo>
                <a:lnTo>
                  <a:pt x="200025" y="133350"/>
                </a:lnTo>
                <a:lnTo>
                  <a:pt x="200025" y="142875"/>
                </a:lnTo>
                <a:lnTo>
                  <a:pt x="190500" y="142875"/>
                </a:lnTo>
                <a:lnTo>
                  <a:pt x="190500" y="161925"/>
                </a:lnTo>
                <a:lnTo>
                  <a:pt x="180975" y="161925"/>
                </a:lnTo>
                <a:lnTo>
                  <a:pt x="180975" y="152400"/>
                </a:lnTo>
                <a:lnTo>
                  <a:pt x="171450" y="152400"/>
                </a:lnTo>
                <a:lnTo>
                  <a:pt x="171450" y="142875"/>
                </a:lnTo>
                <a:lnTo>
                  <a:pt x="180975" y="142875"/>
                </a:lnTo>
                <a:close/>
                <a:moveTo>
                  <a:pt x="19050" y="152400"/>
                </a:moveTo>
                <a:lnTo>
                  <a:pt x="28575" y="152400"/>
                </a:lnTo>
                <a:lnTo>
                  <a:pt x="28575" y="161925"/>
                </a:lnTo>
                <a:lnTo>
                  <a:pt x="47625" y="161925"/>
                </a:lnTo>
                <a:lnTo>
                  <a:pt x="47625" y="171450"/>
                </a:lnTo>
                <a:lnTo>
                  <a:pt x="19050" y="171450"/>
                </a:lnTo>
                <a:close/>
                <a:moveTo>
                  <a:pt x="161925" y="152400"/>
                </a:moveTo>
                <a:lnTo>
                  <a:pt x="171450" y="152400"/>
                </a:lnTo>
                <a:lnTo>
                  <a:pt x="171450" y="161925"/>
                </a:lnTo>
                <a:lnTo>
                  <a:pt x="161925" y="161925"/>
                </a:lnTo>
                <a:close/>
                <a:moveTo>
                  <a:pt x="66675" y="161925"/>
                </a:moveTo>
                <a:lnTo>
                  <a:pt x="114300" y="161925"/>
                </a:lnTo>
                <a:lnTo>
                  <a:pt x="114300" y="171450"/>
                </a:lnTo>
                <a:lnTo>
                  <a:pt x="104775" y="171450"/>
                </a:lnTo>
                <a:lnTo>
                  <a:pt x="104775" y="190500"/>
                </a:lnTo>
                <a:lnTo>
                  <a:pt x="114300" y="190500"/>
                </a:lnTo>
                <a:lnTo>
                  <a:pt x="114300" y="200025"/>
                </a:lnTo>
                <a:lnTo>
                  <a:pt x="104775" y="200025"/>
                </a:lnTo>
                <a:lnTo>
                  <a:pt x="104775" y="219075"/>
                </a:lnTo>
                <a:lnTo>
                  <a:pt x="95250" y="219075"/>
                </a:lnTo>
                <a:lnTo>
                  <a:pt x="95250" y="190500"/>
                </a:lnTo>
                <a:lnTo>
                  <a:pt x="85725" y="190500"/>
                </a:lnTo>
                <a:lnTo>
                  <a:pt x="85725" y="171450"/>
                </a:lnTo>
                <a:lnTo>
                  <a:pt x="66675" y="171450"/>
                </a:lnTo>
                <a:close/>
                <a:moveTo>
                  <a:pt x="552450" y="161925"/>
                </a:moveTo>
                <a:lnTo>
                  <a:pt x="561975" y="161925"/>
                </a:lnTo>
                <a:lnTo>
                  <a:pt x="561975" y="190500"/>
                </a:lnTo>
                <a:lnTo>
                  <a:pt x="552450" y="190500"/>
                </a:lnTo>
                <a:close/>
                <a:moveTo>
                  <a:pt x="190500" y="171450"/>
                </a:moveTo>
                <a:lnTo>
                  <a:pt x="200025" y="171450"/>
                </a:lnTo>
                <a:lnTo>
                  <a:pt x="200025" y="200025"/>
                </a:lnTo>
                <a:lnTo>
                  <a:pt x="209550" y="200025"/>
                </a:lnTo>
                <a:lnTo>
                  <a:pt x="209550" y="209550"/>
                </a:lnTo>
                <a:lnTo>
                  <a:pt x="200025" y="209550"/>
                </a:lnTo>
                <a:lnTo>
                  <a:pt x="200025" y="228600"/>
                </a:lnTo>
                <a:lnTo>
                  <a:pt x="190500" y="228600"/>
                </a:lnTo>
                <a:close/>
                <a:moveTo>
                  <a:pt x="114300" y="200025"/>
                </a:moveTo>
                <a:lnTo>
                  <a:pt x="123825" y="200025"/>
                </a:lnTo>
                <a:lnTo>
                  <a:pt x="123825" y="209550"/>
                </a:lnTo>
                <a:lnTo>
                  <a:pt x="114300" y="209550"/>
                </a:lnTo>
                <a:close/>
                <a:moveTo>
                  <a:pt x="38100" y="209550"/>
                </a:moveTo>
                <a:lnTo>
                  <a:pt x="47625" y="209550"/>
                </a:lnTo>
                <a:lnTo>
                  <a:pt x="47625" y="238125"/>
                </a:lnTo>
                <a:lnTo>
                  <a:pt x="19050" y="238125"/>
                </a:lnTo>
                <a:lnTo>
                  <a:pt x="19050" y="219075"/>
                </a:lnTo>
                <a:lnTo>
                  <a:pt x="38100" y="219075"/>
                </a:lnTo>
                <a:close/>
                <a:moveTo>
                  <a:pt x="1057275" y="209550"/>
                </a:moveTo>
                <a:lnTo>
                  <a:pt x="1066800" y="209550"/>
                </a:lnTo>
                <a:lnTo>
                  <a:pt x="1066800" y="219075"/>
                </a:lnTo>
                <a:lnTo>
                  <a:pt x="1057275" y="219075"/>
                </a:lnTo>
                <a:close/>
                <a:moveTo>
                  <a:pt x="85725" y="228600"/>
                </a:moveTo>
                <a:lnTo>
                  <a:pt x="95250" y="228600"/>
                </a:lnTo>
                <a:lnTo>
                  <a:pt x="95250" y="247650"/>
                </a:lnTo>
                <a:lnTo>
                  <a:pt x="104775" y="247650"/>
                </a:lnTo>
                <a:lnTo>
                  <a:pt x="104775" y="257175"/>
                </a:lnTo>
                <a:lnTo>
                  <a:pt x="85725" y="257175"/>
                </a:lnTo>
                <a:lnTo>
                  <a:pt x="85725" y="247650"/>
                </a:lnTo>
                <a:lnTo>
                  <a:pt x="66675" y="247650"/>
                </a:lnTo>
                <a:lnTo>
                  <a:pt x="66675" y="238125"/>
                </a:lnTo>
                <a:lnTo>
                  <a:pt x="85725" y="238125"/>
                </a:lnTo>
                <a:close/>
                <a:moveTo>
                  <a:pt x="161925" y="228600"/>
                </a:moveTo>
                <a:lnTo>
                  <a:pt x="180975" y="228600"/>
                </a:lnTo>
                <a:lnTo>
                  <a:pt x="180975" y="247650"/>
                </a:lnTo>
                <a:lnTo>
                  <a:pt x="161925" y="247650"/>
                </a:lnTo>
                <a:close/>
                <a:moveTo>
                  <a:pt x="409575" y="228600"/>
                </a:moveTo>
                <a:lnTo>
                  <a:pt x="419100" y="228600"/>
                </a:lnTo>
                <a:lnTo>
                  <a:pt x="419100" y="238125"/>
                </a:lnTo>
                <a:lnTo>
                  <a:pt x="409575" y="238125"/>
                </a:lnTo>
                <a:close/>
                <a:moveTo>
                  <a:pt x="142875" y="238125"/>
                </a:moveTo>
                <a:lnTo>
                  <a:pt x="152400" y="238125"/>
                </a:lnTo>
                <a:lnTo>
                  <a:pt x="152400" y="257175"/>
                </a:lnTo>
                <a:lnTo>
                  <a:pt x="142875" y="257175"/>
                </a:lnTo>
                <a:close/>
                <a:moveTo>
                  <a:pt x="971550" y="238125"/>
                </a:moveTo>
                <a:lnTo>
                  <a:pt x="981075" y="238125"/>
                </a:lnTo>
                <a:lnTo>
                  <a:pt x="981075" y="247650"/>
                </a:lnTo>
                <a:lnTo>
                  <a:pt x="971550" y="247650"/>
                </a:lnTo>
                <a:close/>
                <a:moveTo>
                  <a:pt x="0" y="247650"/>
                </a:moveTo>
                <a:lnTo>
                  <a:pt x="19050" y="247650"/>
                </a:lnTo>
                <a:lnTo>
                  <a:pt x="19050" y="257175"/>
                </a:lnTo>
                <a:lnTo>
                  <a:pt x="9525" y="257175"/>
                </a:lnTo>
                <a:lnTo>
                  <a:pt x="9525" y="266700"/>
                </a:lnTo>
                <a:lnTo>
                  <a:pt x="0" y="266700"/>
                </a:lnTo>
                <a:close/>
                <a:moveTo>
                  <a:pt x="923925" y="247650"/>
                </a:moveTo>
                <a:lnTo>
                  <a:pt x="933450" y="247650"/>
                </a:lnTo>
                <a:lnTo>
                  <a:pt x="933450" y="257175"/>
                </a:lnTo>
                <a:lnTo>
                  <a:pt x="923925" y="257175"/>
                </a:lnTo>
                <a:close/>
                <a:moveTo>
                  <a:pt x="962025" y="247650"/>
                </a:moveTo>
                <a:lnTo>
                  <a:pt x="971550" y="247650"/>
                </a:lnTo>
                <a:lnTo>
                  <a:pt x="971550" y="257175"/>
                </a:lnTo>
                <a:lnTo>
                  <a:pt x="962025" y="257175"/>
                </a:lnTo>
                <a:close/>
                <a:moveTo>
                  <a:pt x="66675" y="257175"/>
                </a:moveTo>
                <a:lnTo>
                  <a:pt x="76200" y="257175"/>
                </a:lnTo>
                <a:lnTo>
                  <a:pt x="76200" y="285750"/>
                </a:lnTo>
                <a:lnTo>
                  <a:pt x="85725" y="285750"/>
                </a:lnTo>
                <a:lnTo>
                  <a:pt x="85725" y="276225"/>
                </a:lnTo>
                <a:lnTo>
                  <a:pt x="95250" y="276225"/>
                </a:lnTo>
                <a:lnTo>
                  <a:pt x="95250" y="323850"/>
                </a:lnTo>
                <a:lnTo>
                  <a:pt x="85725" y="323850"/>
                </a:lnTo>
                <a:lnTo>
                  <a:pt x="85725" y="314325"/>
                </a:lnTo>
                <a:lnTo>
                  <a:pt x="76200" y="314325"/>
                </a:lnTo>
                <a:lnTo>
                  <a:pt x="76200" y="323850"/>
                </a:lnTo>
                <a:lnTo>
                  <a:pt x="85725" y="323850"/>
                </a:lnTo>
                <a:lnTo>
                  <a:pt x="85725" y="333375"/>
                </a:lnTo>
                <a:lnTo>
                  <a:pt x="76200" y="333375"/>
                </a:lnTo>
                <a:lnTo>
                  <a:pt x="76200" y="352425"/>
                </a:lnTo>
                <a:lnTo>
                  <a:pt x="57150" y="352425"/>
                </a:lnTo>
                <a:lnTo>
                  <a:pt x="57150" y="333375"/>
                </a:lnTo>
                <a:lnTo>
                  <a:pt x="66675" y="333375"/>
                </a:lnTo>
                <a:lnTo>
                  <a:pt x="66675" y="285750"/>
                </a:lnTo>
                <a:lnTo>
                  <a:pt x="57150" y="285750"/>
                </a:lnTo>
                <a:lnTo>
                  <a:pt x="57150" y="304800"/>
                </a:lnTo>
                <a:lnTo>
                  <a:pt x="47625" y="304800"/>
                </a:lnTo>
                <a:lnTo>
                  <a:pt x="47625" y="295275"/>
                </a:lnTo>
                <a:lnTo>
                  <a:pt x="38100" y="295275"/>
                </a:lnTo>
                <a:lnTo>
                  <a:pt x="38100" y="285750"/>
                </a:lnTo>
                <a:lnTo>
                  <a:pt x="47625" y="285750"/>
                </a:lnTo>
                <a:lnTo>
                  <a:pt x="47625" y="266700"/>
                </a:lnTo>
                <a:lnTo>
                  <a:pt x="66675" y="266700"/>
                </a:lnTo>
                <a:close/>
                <a:moveTo>
                  <a:pt x="9525" y="276225"/>
                </a:moveTo>
                <a:lnTo>
                  <a:pt x="19050" y="276225"/>
                </a:lnTo>
                <a:lnTo>
                  <a:pt x="19050" y="285750"/>
                </a:lnTo>
                <a:lnTo>
                  <a:pt x="9525" y="285750"/>
                </a:lnTo>
                <a:close/>
                <a:moveTo>
                  <a:pt x="371475" y="276225"/>
                </a:moveTo>
                <a:lnTo>
                  <a:pt x="381000" y="276225"/>
                </a:lnTo>
                <a:lnTo>
                  <a:pt x="381000" y="285750"/>
                </a:lnTo>
                <a:lnTo>
                  <a:pt x="371475" y="285750"/>
                </a:lnTo>
                <a:close/>
                <a:moveTo>
                  <a:pt x="990600" y="276225"/>
                </a:moveTo>
                <a:lnTo>
                  <a:pt x="1000125" y="276225"/>
                </a:lnTo>
                <a:lnTo>
                  <a:pt x="1000125" y="285750"/>
                </a:lnTo>
                <a:lnTo>
                  <a:pt x="1019175" y="285750"/>
                </a:lnTo>
                <a:lnTo>
                  <a:pt x="1019175" y="304800"/>
                </a:lnTo>
                <a:lnTo>
                  <a:pt x="1009650" y="304800"/>
                </a:lnTo>
                <a:lnTo>
                  <a:pt x="1009650" y="314325"/>
                </a:lnTo>
                <a:lnTo>
                  <a:pt x="1000125" y="314325"/>
                </a:lnTo>
                <a:lnTo>
                  <a:pt x="1000125" y="295275"/>
                </a:lnTo>
                <a:lnTo>
                  <a:pt x="990600" y="295275"/>
                </a:lnTo>
                <a:close/>
                <a:moveTo>
                  <a:pt x="1171575" y="276225"/>
                </a:moveTo>
                <a:lnTo>
                  <a:pt x="1181100" y="276225"/>
                </a:lnTo>
                <a:lnTo>
                  <a:pt x="1181100" y="285750"/>
                </a:lnTo>
                <a:lnTo>
                  <a:pt x="1171575" y="285750"/>
                </a:lnTo>
                <a:close/>
                <a:moveTo>
                  <a:pt x="447675" y="285750"/>
                </a:moveTo>
                <a:lnTo>
                  <a:pt x="457200" y="285750"/>
                </a:lnTo>
                <a:lnTo>
                  <a:pt x="457200" y="295275"/>
                </a:lnTo>
                <a:lnTo>
                  <a:pt x="447675" y="295275"/>
                </a:lnTo>
                <a:close/>
                <a:moveTo>
                  <a:pt x="581025" y="285750"/>
                </a:moveTo>
                <a:lnTo>
                  <a:pt x="590550" y="285750"/>
                </a:lnTo>
                <a:lnTo>
                  <a:pt x="590550" y="295275"/>
                </a:lnTo>
                <a:lnTo>
                  <a:pt x="600075" y="295275"/>
                </a:lnTo>
                <a:lnTo>
                  <a:pt x="600075" y="304800"/>
                </a:lnTo>
                <a:lnTo>
                  <a:pt x="581025" y="304800"/>
                </a:lnTo>
                <a:close/>
                <a:moveTo>
                  <a:pt x="457200" y="295275"/>
                </a:moveTo>
                <a:lnTo>
                  <a:pt x="466725" y="295275"/>
                </a:lnTo>
                <a:lnTo>
                  <a:pt x="466725" y="304800"/>
                </a:lnTo>
                <a:lnTo>
                  <a:pt x="457200" y="304800"/>
                </a:lnTo>
                <a:close/>
                <a:moveTo>
                  <a:pt x="904875" y="295275"/>
                </a:moveTo>
                <a:lnTo>
                  <a:pt x="923925" y="295275"/>
                </a:lnTo>
                <a:lnTo>
                  <a:pt x="923925" y="304800"/>
                </a:lnTo>
                <a:lnTo>
                  <a:pt x="904875" y="304800"/>
                </a:lnTo>
                <a:close/>
                <a:moveTo>
                  <a:pt x="19050" y="304800"/>
                </a:moveTo>
                <a:lnTo>
                  <a:pt x="28575" y="304800"/>
                </a:lnTo>
                <a:lnTo>
                  <a:pt x="28575" y="323850"/>
                </a:lnTo>
                <a:lnTo>
                  <a:pt x="19050" y="323850"/>
                </a:lnTo>
                <a:close/>
                <a:moveTo>
                  <a:pt x="142875" y="304800"/>
                </a:moveTo>
                <a:lnTo>
                  <a:pt x="152400" y="304800"/>
                </a:lnTo>
                <a:lnTo>
                  <a:pt x="152400" y="314325"/>
                </a:lnTo>
                <a:lnTo>
                  <a:pt x="142875" y="314325"/>
                </a:lnTo>
                <a:close/>
                <a:moveTo>
                  <a:pt x="933450" y="304800"/>
                </a:moveTo>
                <a:lnTo>
                  <a:pt x="942975" y="304800"/>
                </a:lnTo>
                <a:lnTo>
                  <a:pt x="942975" y="314325"/>
                </a:lnTo>
                <a:lnTo>
                  <a:pt x="933450" y="314325"/>
                </a:lnTo>
                <a:close/>
                <a:moveTo>
                  <a:pt x="1019175" y="304800"/>
                </a:moveTo>
                <a:lnTo>
                  <a:pt x="1028700" y="304800"/>
                </a:lnTo>
                <a:lnTo>
                  <a:pt x="1028700" y="314325"/>
                </a:lnTo>
                <a:lnTo>
                  <a:pt x="1019175" y="314325"/>
                </a:lnTo>
                <a:close/>
                <a:moveTo>
                  <a:pt x="38100" y="314325"/>
                </a:moveTo>
                <a:lnTo>
                  <a:pt x="47625" y="314325"/>
                </a:lnTo>
                <a:lnTo>
                  <a:pt x="47625" y="333375"/>
                </a:lnTo>
                <a:lnTo>
                  <a:pt x="38100" y="333375"/>
                </a:lnTo>
                <a:close/>
                <a:moveTo>
                  <a:pt x="523875" y="314325"/>
                </a:moveTo>
                <a:lnTo>
                  <a:pt x="533400" y="314325"/>
                </a:lnTo>
                <a:lnTo>
                  <a:pt x="533400" y="333375"/>
                </a:lnTo>
                <a:lnTo>
                  <a:pt x="523875" y="333375"/>
                </a:lnTo>
                <a:close/>
                <a:moveTo>
                  <a:pt x="885825" y="314325"/>
                </a:moveTo>
                <a:lnTo>
                  <a:pt x="895350" y="314325"/>
                </a:lnTo>
                <a:lnTo>
                  <a:pt x="895350" y="323850"/>
                </a:lnTo>
                <a:lnTo>
                  <a:pt x="885825" y="323850"/>
                </a:lnTo>
                <a:close/>
                <a:moveTo>
                  <a:pt x="161925" y="323850"/>
                </a:moveTo>
                <a:lnTo>
                  <a:pt x="171450" y="323850"/>
                </a:lnTo>
                <a:lnTo>
                  <a:pt x="171450" y="333375"/>
                </a:lnTo>
                <a:lnTo>
                  <a:pt x="161925" y="333375"/>
                </a:lnTo>
                <a:close/>
                <a:moveTo>
                  <a:pt x="876300" y="323850"/>
                </a:moveTo>
                <a:lnTo>
                  <a:pt x="885825" y="323850"/>
                </a:lnTo>
                <a:lnTo>
                  <a:pt x="885825" y="333375"/>
                </a:lnTo>
                <a:lnTo>
                  <a:pt x="876300" y="333375"/>
                </a:lnTo>
                <a:close/>
                <a:moveTo>
                  <a:pt x="1000125" y="323850"/>
                </a:moveTo>
                <a:lnTo>
                  <a:pt x="1009650" y="323850"/>
                </a:lnTo>
                <a:lnTo>
                  <a:pt x="1009650" y="342900"/>
                </a:lnTo>
                <a:lnTo>
                  <a:pt x="1000125" y="342900"/>
                </a:lnTo>
                <a:close/>
                <a:moveTo>
                  <a:pt x="1028700" y="323850"/>
                </a:moveTo>
                <a:lnTo>
                  <a:pt x="1038225" y="323850"/>
                </a:lnTo>
                <a:lnTo>
                  <a:pt x="1038225" y="333375"/>
                </a:lnTo>
                <a:lnTo>
                  <a:pt x="1028700" y="333375"/>
                </a:lnTo>
                <a:close/>
                <a:moveTo>
                  <a:pt x="123825" y="333375"/>
                </a:moveTo>
                <a:lnTo>
                  <a:pt x="133350" y="333375"/>
                </a:lnTo>
                <a:lnTo>
                  <a:pt x="133350" y="352425"/>
                </a:lnTo>
                <a:lnTo>
                  <a:pt x="123825" y="352425"/>
                </a:lnTo>
                <a:lnTo>
                  <a:pt x="123825" y="361950"/>
                </a:lnTo>
                <a:lnTo>
                  <a:pt x="114300" y="361950"/>
                </a:lnTo>
                <a:lnTo>
                  <a:pt x="114300" y="342900"/>
                </a:lnTo>
                <a:lnTo>
                  <a:pt x="123825" y="342900"/>
                </a:lnTo>
                <a:close/>
                <a:moveTo>
                  <a:pt x="180975" y="333375"/>
                </a:moveTo>
                <a:lnTo>
                  <a:pt x="190500" y="333375"/>
                </a:lnTo>
                <a:lnTo>
                  <a:pt x="190500" y="342900"/>
                </a:lnTo>
                <a:lnTo>
                  <a:pt x="180975" y="342900"/>
                </a:lnTo>
                <a:close/>
                <a:moveTo>
                  <a:pt x="314325" y="333375"/>
                </a:moveTo>
                <a:lnTo>
                  <a:pt x="323850" y="333375"/>
                </a:lnTo>
                <a:lnTo>
                  <a:pt x="323850" y="342900"/>
                </a:lnTo>
                <a:lnTo>
                  <a:pt x="314325" y="342900"/>
                </a:lnTo>
                <a:close/>
                <a:moveTo>
                  <a:pt x="438150" y="333375"/>
                </a:moveTo>
                <a:lnTo>
                  <a:pt x="447675" y="333375"/>
                </a:lnTo>
                <a:lnTo>
                  <a:pt x="447675" y="342900"/>
                </a:lnTo>
                <a:lnTo>
                  <a:pt x="438150" y="342900"/>
                </a:lnTo>
                <a:close/>
                <a:moveTo>
                  <a:pt x="504825" y="333375"/>
                </a:moveTo>
                <a:lnTo>
                  <a:pt x="514350" y="333375"/>
                </a:lnTo>
                <a:lnTo>
                  <a:pt x="514350" y="342900"/>
                </a:lnTo>
                <a:lnTo>
                  <a:pt x="504825" y="342900"/>
                </a:lnTo>
                <a:close/>
                <a:moveTo>
                  <a:pt x="857250" y="333375"/>
                </a:moveTo>
                <a:lnTo>
                  <a:pt x="876300" y="333375"/>
                </a:lnTo>
                <a:lnTo>
                  <a:pt x="876300" y="342900"/>
                </a:lnTo>
                <a:lnTo>
                  <a:pt x="857250" y="342900"/>
                </a:lnTo>
                <a:close/>
                <a:moveTo>
                  <a:pt x="1019175" y="333375"/>
                </a:moveTo>
                <a:lnTo>
                  <a:pt x="1028700" y="333375"/>
                </a:lnTo>
                <a:lnTo>
                  <a:pt x="1028700" y="342900"/>
                </a:lnTo>
                <a:lnTo>
                  <a:pt x="1019175" y="342900"/>
                </a:lnTo>
                <a:close/>
                <a:moveTo>
                  <a:pt x="9525" y="342900"/>
                </a:moveTo>
                <a:lnTo>
                  <a:pt x="19050" y="342900"/>
                </a:lnTo>
                <a:lnTo>
                  <a:pt x="19050" y="361950"/>
                </a:lnTo>
                <a:lnTo>
                  <a:pt x="9525" y="361950"/>
                </a:lnTo>
                <a:close/>
                <a:moveTo>
                  <a:pt x="190500" y="342900"/>
                </a:moveTo>
                <a:lnTo>
                  <a:pt x="200025" y="342900"/>
                </a:lnTo>
                <a:lnTo>
                  <a:pt x="200025" y="352425"/>
                </a:lnTo>
                <a:lnTo>
                  <a:pt x="190500" y="352425"/>
                </a:lnTo>
                <a:close/>
                <a:moveTo>
                  <a:pt x="323850" y="342900"/>
                </a:moveTo>
                <a:lnTo>
                  <a:pt x="333375" y="342900"/>
                </a:lnTo>
                <a:lnTo>
                  <a:pt x="333375" y="352425"/>
                </a:lnTo>
                <a:lnTo>
                  <a:pt x="323850" y="352425"/>
                </a:lnTo>
                <a:close/>
                <a:moveTo>
                  <a:pt x="847725" y="342900"/>
                </a:moveTo>
                <a:lnTo>
                  <a:pt x="857250" y="342900"/>
                </a:lnTo>
                <a:lnTo>
                  <a:pt x="857250" y="352425"/>
                </a:lnTo>
                <a:lnTo>
                  <a:pt x="847725" y="352425"/>
                </a:lnTo>
                <a:close/>
                <a:moveTo>
                  <a:pt x="885825" y="342900"/>
                </a:moveTo>
                <a:lnTo>
                  <a:pt x="904875" y="342900"/>
                </a:lnTo>
                <a:lnTo>
                  <a:pt x="904875" y="352425"/>
                </a:lnTo>
                <a:lnTo>
                  <a:pt x="885825" y="352425"/>
                </a:lnTo>
                <a:close/>
                <a:moveTo>
                  <a:pt x="1009650" y="342900"/>
                </a:moveTo>
                <a:lnTo>
                  <a:pt x="1019175" y="342900"/>
                </a:lnTo>
                <a:lnTo>
                  <a:pt x="1019175" y="352425"/>
                </a:lnTo>
                <a:lnTo>
                  <a:pt x="1009650" y="352425"/>
                </a:lnTo>
                <a:close/>
                <a:moveTo>
                  <a:pt x="95250" y="352425"/>
                </a:moveTo>
                <a:lnTo>
                  <a:pt x="104775" y="352425"/>
                </a:lnTo>
                <a:lnTo>
                  <a:pt x="104775" y="361950"/>
                </a:lnTo>
                <a:lnTo>
                  <a:pt x="95250" y="361950"/>
                </a:lnTo>
                <a:close/>
                <a:moveTo>
                  <a:pt x="76200" y="361950"/>
                </a:moveTo>
                <a:lnTo>
                  <a:pt x="95250" y="361950"/>
                </a:lnTo>
                <a:lnTo>
                  <a:pt x="95250" y="371475"/>
                </a:lnTo>
                <a:lnTo>
                  <a:pt x="76200" y="371475"/>
                </a:lnTo>
                <a:close/>
                <a:moveTo>
                  <a:pt x="323850" y="361950"/>
                </a:moveTo>
                <a:lnTo>
                  <a:pt x="333375" y="361950"/>
                </a:lnTo>
                <a:lnTo>
                  <a:pt x="333375" y="371475"/>
                </a:lnTo>
                <a:lnTo>
                  <a:pt x="323850" y="371475"/>
                </a:lnTo>
                <a:close/>
                <a:moveTo>
                  <a:pt x="409575" y="361950"/>
                </a:moveTo>
                <a:lnTo>
                  <a:pt x="419100" y="361950"/>
                </a:lnTo>
                <a:lnTo>
                  <a:pt x="419100" y="371475"/>
                </a:lnTo>
                <a:lnTo>
                  <a:pt x="409575" y="371475"/>
                </a:lnTo>
                <a:close/>
                <a:moveTo>
                  <a:pt x="733425" y="361950"/>
                </a:moveTo>
                <a:lnTo>
                  <a:pt x="742950" y="361950"/>
                </a:lnTo>
                <a:lnTo>
                  <a:pt x="742950" y="381000"/>
                </a:lnTo>
                <a:lnTo>
                  <a:pt x="723900" y="381000"/>
                </a:lnTo>
                <a:lnTo>
                  <a:pt x="723900" y="371475"/>
                </a:lnTo>
                <a:lnTo>
                  <a:pt x="733425" y="371475"/>
                </a:lnTo>
                <a:close/>
                <a:moveTo>
                  <a:pt x="800100" y="361950"/>
                </a:moveTo>
                <a:lnTo>
                  <a:pt x="809625" y="361950"/>
                </a:lnTo>
                <a:lnTo>
                  <a:pt x="809625" y="371475"/>
                </a:lnTo>
                <a:lnTo>
                  <a:pt x="800100" y="371475"/>
                </a:lnTo>
                <a:close/>
                <a:moveTo>
                  <a:pt x="847725" y="361950"/>
                </a:moveTo>
                <a:lnTo>
                  <a:pt x="857250" y="361950"/>
                </a:lnTo>
                <a:lnTo>
                  <a:pt x="857250" y="371475"/>
                </a:lnTo>
                <a:lnTo>
                  <a:pt x="847725" y="371475"/>
                </a:lnTo>
                <a:close/>
                <a:moveTo>
                  <a:pt x="333375" y="371475"/>
                </a:moveTo>
                <a:lnTo>
                  <a:pt x="342900" y="371475"/>
                </a:lnTo>
                <a:lnTo>
                  <a:pt x="342900" y="381000"/>
                </a:lnTo>
                <a:lnTo>
                  <a:pt x="333375" y="381000"/>
                </a:lnTo>
                <a:close/>
                <a:moveTo>
                  <a:pt x="371475" y="371475"/>
                </a:moveTo>
                <a:lnTo>
                  <a:pt x="400050" y="371475"/>
                </a:lnTo>
                <a:lnTo>
                  <a:pt x="400050" y="381000"/>
                </a:lnTo>
                <a:lnTo>
                  <a:pt x="371475" y="381000"/>
                </a:lnTo>
                <a:close/>
                <a:moveTo>
                  <a:pt x="819150" y="371475"/>
                </a:moveTo>
                <a:lnTo>
                  <a:pt x="828675" y="371475"/>
                </a:lnTo>
                <a:lnTo>
                  <a:pt x="828675" y="381000"/>
                </a:lnTo>
                <a:lnTo>
                  <a:pt x="819150" y="381000"/>
                </a:lnTo>
                <a:close/>
                <a:moveTo>
                  <a:pt x="85725" y="381000"/>
                </a:moveTo>
                <a:lnTo>
                  <a:pt x="95250" y="381000"/>
                </a:lnTo>
                <a:lnTo>
                  <a:pt x="95250" y="390525"/>
                </a:lnTo>
                <a:lnTo>
                  <a:pt x="85725" y="390525"/>
                </a:lnTo>
                <a:close/>
                <a:moveTo>
                  <a:pt x="971550" y="381000"/>
                </a:moveTo>
                <a:lnTo>
                  <a:pt x="981075" y="381000"/>
                </a:lnTo>
                <a:lnTo>
                  <a:pt x="981075" y="390525"/>
                </a:lnTo>
                <a:lnTo>
                  <a:pt x="990600" y="390525"/>
                </a:lnTo>
                <a:lnTo>
                  <a:pt x="990600" y="409575"/>
                </a:lnTo>
                <a:lnTo>
                  <a:pt x="971550" y="409575"/>
                </a:lnTo>
                <a:close/>
                <a:moveTo>
                  <a:pt x="66675" y="390525"/>
                </a:moveTo>
                <a:lnTo>
                  <a:pt x="76200" y="390525"/>
                </a:lnTo>
                <a:lnTo>
                  <a:pt x="76200" y="400050"/>
                </a:lnTo>
                <a:lnTo>
                  <a:pt x="66675" y="400050"/>
                </a:lnTo>
                <a:close/>
                <a:moveTo>
                  <a:pt x="466725" y="390525"/>
                </a:moveTo>
                <a:lnTo>
                  <a:pt x="476250" y="390525"/>
                </a:lnTo>
                <a:lnTo>
                  <a:pt x="476250" y="400050"/>
                </a:lnTo>
                <a:lnTo>
                  <a:pt x="466725" y="400050"/>
                </a:lnTo>
                <a:close/>
                <a:moveTo>
                  <a:pt x="57150" y="400050"/>
                </a:moveTo>
                <a:lnTo>
                  <a:pt x="66675" y="400050"/>
                </a:lnTo>
                <a:lnTo>
                  <a:pt x="66675" y="419100"/>
                </a:lnTo>
                <a:lnTo>
                  <a:pt x="57150" y="419100"/>
                </a:lnTo>
                <a:close/>
                <a:moveTo>
                  <a:pt x="76200" y="400050"/>
                </a:moveTo>
                <a:lnTo>
                  <a:pt x="104775" y="400050"/>
                </a:lnTo>
                <a:lnTo>
                  <a:pt x="104775" y="419100"/>
                </a:lnTo>
                <a:lnTo>
                  <a:pt x="76200" y="419100"/>
                </a:lnTo>
                <a:close/>
                <a:moveTo>
                  <a:pt x="114300" y="400050"/>
                </a:moveTo>
                <a:lnTo>
                  <a:pt x="133350" y="400050"/>
                </a:lnTo>
                <a:lnTo>
                  <a:pt x="133350" y="419100"/>
                </a:lnTo>
                <a:lnTo>
                  <a:pt x="114300" y="419100"/>
                </a:lnTo>
                <a:close/>
                <a:moveTo>
                  <a:pt x="142875" y="400050"/>
                </a:moveTo>
                <a:lnTo>
                  <a:pt x="152400" y="400050"/>
                </a:lnTo>
                <a:lnTo>
                  <a:pt x="152400" y="409575"/>
                </a:lnTo>
                <a:lnTo>
                  <a:pt x="161925" y="409575"/>
                </a:lnTo>
                <a:lnTo>
                  <a:pt x="161925" y="419100"/>
                </a:lnTo>
                <a:lnTo>
                  <a:pt x="142875" y="419100"/>
                </a:lnTo>
                <a:close/>
                <a:moveTo>
                  <a:pt x="180975" y="400050"/>
                </a:moveTo>
                <a:lnTo>
                  <a:pt x="190500" y="400050"/>
                </a:lnTo>
                <a:lnTo>
                  <a:pt x="190500" y="419100"/>
                </a:lnTo>
                <a:lnTo>
                  <a:pt x="180975" y="419100"/>
                </a:lnTo>
                <a:lnTo>
                  <a:pt x="180975" y="428625"/>
                </a:lnTo>
                <a:lnTo>
                  <a:pt x="171450" y="428625"/>
                </a:lnTo>
                <a:lnTo>
                  <a:pt x="171450" y="409575"/>
                </a:lnTo>
                <a:lnTo>
                  <a:pt x="180975" y="409575"/>
                </a:lnTo>
                <a:close/>
                <a:moveTo>
                  <a:pt x="723900" y="400050"/>
                </a:moveTo>
                <a:lnTo>
                  <a:pt x="733425" y="400050"/>
                </a:lnTo>
                <a:lnTo>
                  <a:pt x="733425" y="409575"/>
                </a:lnTo>
                <a:lnTo>
                  <a:pt x="723900" y="409575"/>
                </a:lnTo>
                <a:close/>
                <a:moveTo>
                  <a:pt x="866775" y="400050"/>
                </a:moveTo>
                <a:lnTo>
                  <a:pt x="876300" y="400050"/>
                </a:lnTo>
                <a:lnTo>
                  <a:pt x="876300" y="409575"/>
                </a:lnTo>
                <a:lnTo>
                  <a:pt x="866775" y="409575"/>
                </a:lnTo>
                <a:close/>
                <a:moveTo>
                  <a:pt x="742950" y="409575"/>
                </a:moveTo>
                <a:lnTo>
                  <a:pt x="752475" y="409575"/>
                </a:lnTo>
                <a:lnTo>
                  <a:pt x="752475" y="419100"/>
                </a:lnTo>
                <a:lnTo>
                  <a:pt x="742950" y="419100"/>
                </a:lnTo>
                <a:close/>
                <a:moveTo>
                  <a:pt x="762000" y="409575"/>
                </a:moveTo>
                <a:lnTo>
                  <a:pt x="781050" y="409575"/>
                </a:lnTo>
                <a:lnTo>
                  <a:pt x="781050" y="419100"/>
                </a:lnTo>
                <a:lnTo>
                  <a:pt x="800100" y="419100"/>
                </a:lnTo>
                <a:lnTo>
                  <a:pt x="800100" y="428625"/>
                </a:lnTo>
                <a:lnTo>
                  <a:pt x="752475" y="428625"/>
                </a:lnTo>
                <a:lnTo>
                  <a:pt x="752475" y="419100"/>
                </a:lnTo>
                <a:lnTo>
                  <a:pt x="762000" y="419100"/>
                </a:lnTo>
                <a:close/>
                <a:moveTo>
                  <a:pt x="0" y="419100"/>
                </a:moveTo>
                <a:lnTo>
                  <a:pt x="9525" y="419100"/>
                </a:lnTo>
                <a:lnTo>
                  <a:pt x="9525" y="438150"/>
                </a:lnTo>
                <a:lnTo>
                  <a:pt x="0" y="438150"/>
                </a:lnTo>
                <a:close/>
                <a:moveTo>
                  <a:pt x="190500" y="419100"/>
                </a:moveTo>
                <a:lnTo>
                  <a:pt x="200025" y="419100"/>
                </a:lnTo>
                <a:lnTo>
                  <a:pt x="200025" y="428625"/>
                </a:lnTo>
                <a:lnTo>
                  <a:pt x="190500" y="428625"/>
                </a:lnTo>
                <a:close/>
                <a:moveTo>
                  <a:pt x="619125" y="419100"/>
                </a:moveTo>
                <a:lnTo>
                  <a:pt x="628650" y="419100"/>
                </a:lnTo>
                <a:lnTo>
                  <a:pt x="628650" y="428625"/>
                </a:lnTo>
                <a:lnTo>
                  <a:pt x="619125" y="428625"/>
                </a:lnTo>
                <a:close/>
                <a:moveTo>
                  <a:pt x="838200" y="419100"/>
                </a:moveTo>
                <a:lnTo>
                  <a:pt x="866775" y="419100"/>
                </a:lnTo>
                <a:lnTo>
                  <a:pt x="866775" y="447675"/>
                </a:lnTo>
                <a:lnTo>
                  <a:pt x="857250" y="447675"/>
                </a:lnTo>
                <a:lnTo>
                  <a:pt x="857250" y="457200"/>
                </a:lnTo>
                <a:lnTo>
                  <a:pt x="847725" y="457200"/>
                </a:lnTo>
                <a:lnTo>
                  <a:pt x="847725" y="447675"/>
                </a:lnTo>
                <a:lnTo>
                  <a:pt x="838200" y="447675"/>
                </a:lnTo>
                <a:lnTo>
                  <a:pt x="838200" y="438150"/>
                </a:lnTo>
                <a:lnTo>
                  <a:pt x="847725" y="438150"/>
                </a:lnTo>
                <a:lnTo>
                  <a:pt x="847725" y="428625"/>
                </a:lnTo>
                <a:lnTo>
                  <a:pt x="838200" y="428625"/>
                </a:lnTo>
                <a:close/>
                <a:moveTo>
                  <a:pt x="962025" y="419100"/>
                </a:moveTo>
                <a:lnTo>
                  <a:pt x="981075" y="419100"/>
                </a:lnTo>
                <a:lnTo>
                  <a:pt x="981075" y="428625"/>
                </a:lnTo>
                <a:lnTo>
                  <a:pt x="990600" y="428625"/>
                </a:lnTo>
                <a:lnTo>
                  <a:pt x="990600" y="447675"/>
                </a:lnTo>
                <a:lnTo>
                  <a:pt x="962025" y="447675"/>
                </a:lnTo>
                <a:lnTo>
                  <a:pt x="962025" y="457200"/>
                </a:lnTo>
                <a:lnTo>
                  <a:pt x="942975" y="457200"/>
                </a:lnTo>
                <a:lnTo>
                  <a:pt x="942975" y="447675"/>
                </a:lnTo>
                <a:lnTo>
                  <a:pt x="952500" y="447675"/>
                </a:lnTo>
                <a:lnTo>
                  <a:pt x="952500" y="438150"/>
                </a:lnTo>
                <a:lnTo>
                  <a:pt x="971550" y="438150"/>
                </a:lnTo>
                <a:lnTo>
                  <a:pt x="971550" y="428625"/>
                </a:lnTo>
                <a:lnTo>
                  <a:pt x="962025" y="428625"/>
                </a:lnTo>
                <a:close/>
                <a:moveTo>
                  <a:pt x="28575" y="428625"/>
                </a:moveTo>
                <a:lnTo>
                  <a:pt x="38100" y="428625"/>
                </a:lnTo>
                <a:lnTo>
                  <a:pt x="38100" y="438150"/>
                </a:lnTo>
                <a:lnTo>
                  <a:pt x="28575" y="438150"/>
                </a:lnTo>
                <a:close/>
                <a:moveTo>
                  <a:pt x="9525" y="438150"/>
                </a:moveTo>
                <a:lnTo>
                  <a:pt x="28575" y="438150"/>
                </a:lnTo>
                <a:lnTo>
                  <a:pt x="28575" y="466725"/>
                </a:lnTo>
                <a:lnTo>
                  <a:pt x="19050" y="466725"/>
                </a:lnTo>
                <a:lnTo>
                  <a:pt x="19050" y="457200"/>
                </a:lnTo>
                <a:lnTo>
                  <a:pt x="9525" y="457200"/>
                </a:lnTo>
                <a:lnTo>
                  <a:pt x="9525" y="476250"/>
                </a:lnTo>
                <a:lnTo>
                  <a:pt x="0" y="476250"/>
                </a:lnTo>
                <a:lnTo>
                  <a:pt x="0" y="447675"/>
                </a:lnTo>
                <a:lnTo>
                  <a:pt x="9525" y="447675"/>
                </a:lnTo>
                <a:close/>
                <a:moveTo>
                  <a:pt x="38100" y="457200"/>
                </a:moveTo>
                <a:lnTo>
                  <a:pt x="47625" y="457200"/>
                </a:lnTo>
                <a:lnTo>
                  <a:pt x="47625" y="466725"/>
                </a:lnTo>
                <a:lnTo>
                  <a:pt x="57150" y="466725"/>
                </a:lnTo>
                <a:lnTo>
                  <a:pt x="57150" y="476250"/>
                </a:lnTo>
                <a:lnTo>
                  <a:pt x="38100" y="476250"/>
                </a:lnTo>
                <a:lnTo>
                  <a:pt x="38100" y="495300"/>
                </a:lnTo>
                <a:lnTo>
                  <a:pt x="28575" y="495300"/>
                </a:lnTo>
                <a:lnTo>
                  <a:pt x="28575" y="466725"/>
                </a:lnTo>
                <a:lnTo>
                  <a:pt x="38100" y="466725"/>
                </a:lnTo>
                <a:close/>
                <a:moveTo>
                  <a:pt x="66675" y="457200"/>
                </a:moveTo>
                <a:lnTo>
                  <a:pt x="85725" y="457200"/>
                </a:lnTo>
                <a:lnTo>
                  <a:pt x="85725" y="466725"/>
                </a:lnTo>
                <a:lnTo>
                  <a:pt x="66675" y="466725"/>
                </a:lnTo>
                <a:close/>
                <a:moveTo>
                  <a:pt x="895350" y="457200"/>
                </a:moveTo>
                <a:lnTo>
                  <a:pt x="914400" y="457200"/>
                </a:lnTo>
                <a:lnTo>
                  <a:pt x="914400" y="466725"/>
                </a:lnTo>
                <a:lnTo>
                  <a:pt x="895350" y="466725"/>
                </a:lnTo>
                <a:close/>
                <a:moveTo>
                  <a:pt x="76200" y="476250"/>
                </a:moveTo>
                <a:lnTo>
                  <a:pt x="85725" y="476250"/>
                </a:lnTo>
                <a:lnTo>
                  <a:pt x="85725" y="485775"/>
                </a:lnTo>
                <a:lnTo>
                  <a:pt x="76200" y="485775"/>
                </a:lnTo>
                <a:close/>
                <a:moveTo>
                  <a:pt x="838200" y="476250"/>
                </a:moveTo>
                <a:lnTo>
                  <a:pt x="847725" y="476250"/>
                </a:lnTo>
                <a:lnTo>
                  <a:pt x="847725" y="485775"/>
                </a:lnTo>
                <a:lnTo>
                  <a:pt x="838200" y="485775"/>
                </a:lnTo>
                <a:close/>
                <a:moveTo>
                  <a:pt x="866775" y="476250"/>
                </a:moveTo>
                <a:lnTo>
                  <a:pt x="876300" y="476250"/>
                </a:lnTo>
                <a:lnTo>
                  <a:pt x="876300" y="485775"/>
                </a:lnTo>
                <a:lnTo>
                  <a:pt x="866775" y="485775"/>
                </a:lnTo>
                <a:close/>
                <a:moveTo>
                  <a:pt x="1200150" y="476250"/>
                </a:moveTo>
                <a:lnTo>
                  <a:pt x="1209675" y="476250"/>
                </a:lnTo>
                <a:lnTo>
                  <a:pt x="1209675" y="485775"/>
                </a:lnTo>
                <a:lnTo>
                  <a:pt x="1200150" y="485775"/>
                </a:lnTo>
                <a:close/>
                <a:moveTo>
                  <a:pt x="0" y="485775"/>
                </a:moveTo>
                <a:lnTo>
                  <a:pt x="19050" y="485775"/>
                </a:lnTo>
                <a:lnTo>
                  <a:pt x="19050" y="495300"/>
                </a:lnTo>
                <a:lnTo>
                  <a:pt x="0" y="495300"/>
                </a:lnTo>
                <a:close/>
                <a:moveTo>
                  <a:pt x="828675" y="485775"/>
                </a:moveTo>
                <a:lnTo>
                  <a:pt x="838200" y="485775"/>
                </a:lnTo>
                <a:lnTo>
                  <a:pt x="838200" y="495300"/>
                </a:lnTo>
                <a:lnTo>
                  <a:pt x="828675" y="495300"/>
                </a:lnTo>
                <a:close/>
                <a:moveTo>
                  <a:pt x="847725" y="485775"/>
                </a:moveTo>
                <a:lnTo>
                  <a:pt x="866775" y="485775"/>
                </a:lnTo>
                <a:lnTo>
                  <a:pt x="866775" y="495300"/>
                </a:lnTo>
                <a:lnTo>
                  <a:pt x="857250" y="495300"/>
                </a:lnTo>
                <a:lnTo>
                  <a:pt x="857250" y="504825"/>
                </a:lnTo>
                <a:lnTo>
                  <a:pt x="847725" y="504825"/>
                </a:lnTo>
                <a:close/>
                <a:moveTo>
                  <a:pt x="19050" y="495300"/>
                </a:moveTo>
                <a:lnTo>
                  <a:pt x="28575" y="495300"/>
                </a:lnTo>
                <a:lnTo>
                  <a:pt x="28575" y="504825"/>
                </a:lnTo>
                <a:lnTo>
                  <a:pt x="19050" y="504825"/>
                </a:lnTo>
                <a:close/>
                <a:moveTo>
                  <a:pt x="819150" y="495300"/>
                </a:moveTo>
                <a:lnTo>
                  <a:pt x="828675" y="495300"/>
                </a:lnTo>
                <a:lnTo>
                  <a:pt x="828675" y="504825"/>
                </a:lnTo>
                <a:lnTo>
                  <a:pt x="819150" y="504825"/>
                </a:lnTo>
                <a:close/>
                <a:moveTo>
                  <a:pt x="47625" y="552450"/>
                </a:moveTo>
                <a:lnTo>
                  <a:pt x="57150" y="552450"/>
                </a:lnTo>
                <a:lnTo>
                  <a:pt x="57150" y="561975"/>
                </a:lnTo>
                <a:lnTo>
                  <a:pt x="47625" y="561975"/>
                </a:lnTo>
                <a:close/>
                <a:moveTo>
                  <a:pt x="9525" y="561975"/>
                </a:moveTo>
                <a:lnTo>
                  <a:pt x="19050" y="561975"/>
                </a:lnTo>
                <a:lnTo>
                  <a:pt x="19050" y="571500"/>
                </a:lnTo>
                <a:lnTo>
                  <a:pt x="9525" y="571500"/>
                </a:lnTo>
                <a:close/>
                <a:moveTo>
                  <a:pt x="28575" y="561975"/>
                </a:moveTo>
                <a:lnTo>
                  <a:pt x="38100" y="561975"/>
                </a:lnTo>
                <a:lnTo>
                  <a:pt x="38100" y="590550"/>
                </a:lnTo>
                <a:lnTo>
                  <a:pt x="28575" y="590550"/>
                </a:lnTo>
                <a:close/>
                <a:moveTo>
                  <a:pt x="66675" y="561975"/>
                </a:moveTo>
                <a:lnTo>
                  <a:pt x="76200" y="561975"/>
                </a:lnTo>
                <a:lnTo>
                  <a:pt x="76200" y="571500"/>
                </a:lnTo>
                <a:lnTo>
                  <a:pt x="66675" y="571500"/>
                </a:lnTo>
                <a:close/>
                <a:moveTo>
                  <a:pt x="0" y="571500"/>
                </a:moveTo>
                <a:lnTo>
                  <a:pt x="9525" y="571500"/>
                </a:lnTo>
                <a:lnTo>
                  <a:pt x="9525" y="581025"/>
                </a:lnTo>
                <a:lnTo>
                  <a:pt x="0" y="581025"/>
                </a:lnTo>
                <a:close/>
                <a:moveTo>
                  <a:pt x="1000125" y="571500"/>
                </a:moveTo>
                <a:lnTo>
                  <a:pt x="1019175" y="571500"/>
                </a:lnTo>
                <a:lnTo>
                  <a:pt x="1019175" y="581025"/>
                </a:lnTo>
                <a:lnTo>
                  <a:pt x="1000125" y="581025"/>
                </a:lnTo>
                <a:close/>
                <a:moveTo>
                  <a:pt x="38100" y="590550"/>
                </a:moveTo>
                <a:lnTo>
                  <a:pt x="47625" y="590550"/>
                </a:lnTo>
                <a:lnTo>
                  <a:pt x="47625" y="600075"/>
                </a:lnTo>
                <a:lnTo>
                  <a:pt x="38100" y="600075"/>
                </a:lnTo>
                <a:close/>
                <a:moveTo>
                  <a:pt x="971550" y="590550"/>
                </a:moveTo>
                <a:lnTo>
                  <a:pt x="981075" y="590550"/>
                </a:lnTo>
                <a:lnTo>
                  <a:pt x="981075" y="600075"/>
                </a:lnTo>
                <a:lnTo>
                  <a:pt x="971550" y="600075"/>
                </a:lnTo>
                <a:close/>
                <a:moveTo>
                  <a:pt x="47625" y="600075"/>
                </a:moveTo>
                <a:lnTo>
                  <a:pt x="76200" y="600075"/>
                </a:lnTo>
                <a:lnTo>
                  <a:pt x="76200" y="609600"/>
                </a:lnTo>
                <a:lnTo>
                  <a:pt x="57150" y="609600"/>
                </a:lnTo>
                <a:lnTo>
                  <a:pt x="57150" y="619125"/>
                </a:lnTo>
                <a:lnTo>
                  <a:pt x="47625" y="619125"/>
                </a:lnTo>
                <a:close/>
                <a:moveTo>
                  <a:pt x="914400" y="600075"/>
                </a:moveTo>
                <a:lnTo>
                  <a:pt x="923925" y="600075"/>
                </a:lnTo>
                <a:lnTo>
                  <a:pt x="923925" y="619125"/>
                </a:lnTo>
                <a:lnTo>
                  <a:pt x="904875" y="619125"/>
                </a:lnTo>
                <a:lnTo>
                  <a:pt x="904875" y="609600"/>
                </a:lnTo>
                <a:lnTo>
                  <a:pt x="914400" y="609600"/>
                </a:lnTo>
                <a:close/>
                <a:moveTo>
                  <a:pt x="981075" y="600075"/>
                </a:moveTo>
                <a:lnTo>
                  <a:pt x="1000125" y="600075"/>
                </a:lnTo>
                <a:lnTo>
                  <a:pt x="1000125" y="619125"/>
                </a:lnTo>
                <a:lnTo>
                  <a:pt x="1009650" y="619125"/>
                </a:lnTo>
                <a:lnTo>
                  <a:pt x="1009650" y="638175"/>
                </a:lnTo>
                <a:lnTo>
                  <a:pt x="1019175" y="638175"/>
                </a:lnTo>
                <a:lnTo>
                  <a:pt x="1019175" y="657225"/>
                </a:lnTo>
                <a:lnTo>
                  <a:pt x="1000125" y="657225"/>
                </a:lnTo>
                <a:lnTo>
                  <a:pt x="1000125" y="647700"/>
                </a:lnTo>
                <a:lnTo>
                  <a:pt x="971550" y="647700"/>
                </a:lnTo>
                <a:lnTo>
                  <a:pt x="971550" y="638175"/>
                </a:lnTo>
                <a:lnTo>
                  <a:pt x="981075" y="638175"/>
                </a:lnTo>
                <a:lnTo>
                  <a:pt x="981075" y="628650"/>
                </a:lnTo>
                <a:lnTo>
                  <a:pt x="990600" y="628650"/>
                </a:lnTo>
                <a:lnTo>
                  <a:pt x="990600" y="619125"/>
                </a:lnTo>
                <a:lnTo>
                  <a:pt x="971550" y="619125"/>
                </a:lnTo>
                <a:lnTo>
                  <a:pt x="971550" y="609600"/>
                </a:lnTo>
                <a:lnTo>
                  <a:pt x="981075" y="609600"/>
                </a:lnTo>
                <a:close/>
                <a:moveTo>
                  <a:pt x="9525" y="609600"/>
                </a:moveTo>
                <a:lnTo>
                  <a:pt x="19050" y="609600"/>
                </a:lnTo>
                <a:lnTo>
                  <a:pt x="19050" y="619125"/>
                </a:lnTo>
                <a:lnTo>
                  <a:pt x="9525" y="619125"/>
                </a:lnTo>
                <a:close/>
                <a:moveTo>
                  <a:pt x="19050" y="619125"/>
                </a:moveTo>
                <a:lnTo>
                  <a:pt x="28575" y="619125"/>
                </a:lnTo>
                <a:lnTo>
                  <a:pt x="28575" y="628650"/>
                </a:lnTo>
                <a:lnTo>
                  <a:pt x="19050" y="628650"/>
                </a:lnTo>
                <a:close/>
                <a:moveTo>
                  <a:pt x="857250" y="619125"/>
                </a:moveTo>
                <a:lnTo>
                  <a:pt x="866775" y="619125"/>
                </a:lnTo>
                <a:lnTo>
                  <a:pt x="866775" y="628650"/>
                </a:lnTo>
                <a:lnTo>
                  <a:pt x="857250" y="628650"/>
                </a:lnTo>
                <a:close/>
                <a:moveTo>
                  <a:pt x="9525" y="628650"/>
                </a:moveTo>
                <a:lnTo>
                  <a:pt x="19050" y="628650"/>
                </a:lnTo>
                <a:lnTo>
                  <a:pt x="19050" y="647700"/>
                </a:lnTo>
                <a:lnTo>
                  <a:pt x="9525" y="647700"/>
                </a:lnTo>
                <a:close/>
                <a:moveTo>
                  <a:pt x="1066800" y="628650"/>
                </a:moveTo>
                <a:lnTo>
                  <a:pt x="1076325" y="628650"/>
                </a:lnTo>
                <a:lnTo>
                  <a:pt x="1076325" y="638175"/>
                </a:lnTo>
                <a:lnTo>
                  <a:pt x="1066800" y="638175"/>
                </a:lnTo>
                <a:close/>
                <a:moveTo>
                  <a:pt x="1095375" y="638175"/>
                </a:moveTo>
                <a:lnTo>
                  <a:pt x="1114425" y="638175"/>
                </a:lnTo>
                <a:lnTo>
                  <a:pt x="1114425" y="657225"/>
                </a:lnTo>
                <a:lnTo>
                  <a:pt x="1104900" y="657225"/>
                </a:lnTo>
                <a:lnTo>
                  <a:pt x="1104900" y="647700"/>
                </a:lnTo>
                <a:lnTo>
                  <a:pt x="1095375" y="647700"/>
                </a:lnTo>
                <a:close/>
                <a:moveTo>
                  <a:pt x="0" y="647700"/>
                </a:moveTo>
                <a:lnTo>
                  <a:pt x="9525" y="647700"/>
                </a:lnTo>
                <a:lnTo>
                  <a:pt x="9525" y="657225"/>
                </a:lnTo>
                <a:lnTo>
                  <a:pt x="0" y="657225"/>
                </a:lnTo>
                <a:close/>
                <a:moveTo>
                  <a:pt x="1066800" y="657225"/>
                </a:moveTo>
                <a:lnTo>
                  <a:pt x="1085850" y="657225"/>
                </a:lnTo>
                <a:lnTo>
                  <a:pt x="1085850" y="685800"/>
                </a:lnTo>
                <a:lnTo>
                  <a:pt x="1047750" y="685800"/>
                </a:lnTo>
                <a:lnTo>
                  <a:pt x="1047750" y="676275"/>
                </a:lnTo>
                <a:lnTo>
                  <a:pt x="1057275" y="676275"/>
                </a:lnTo>
                <a:lnTo>
                  <a:pt x="1057275" y="666750"/>
                </a:lnTo>
                <a:lnTo>
                  <a:pt x="1066800" y="666750"/>
                </a:lnTo>
                <a:close/>
                <a:moveTo>
                  <a:pt x="47625" y="666750"/>
                </a:moveTo>
                <a:lnTo>
                  <a:pt x="57150" y="666750"/>
                </a:lnTo>
                <a:lnTo>
                  <a:pt x="57150" y="676275"/>
                </a:lnTo>
                <a:lnTo>
                  <a:pt x="47625" y="676275"/>
                </a:lnTo>
                <a:close/>
                <a:moveTo>
                  <a:pt x="104775" y="676275"/>
                </a:moveTo>
                <a:lnTo>
                  <a:pt x="114300" y="676275"/>
                </a:lnTo>
                <a:lnTo>
                  <a:pt x="114300" y="695325"/>
                </a:lnTo>
                <a:lnTo>
                  <a:pt x="95250" y="695325"/>
                </a:lnTo>
                <a:lnTo>
                  <a:pt x="95250" y="685800"/>
                </a:lnTo>
                <a:lnTo>
                  <a:pt x="104775" y="685800"/>
                </a:lnTo>
                <a:close/>
                <a:moveTo>
                  <a:pt x="971550" y="676275"/>
                </a:moveTo>
                <a:lnTo>
                  <a:pt x="990600" y="676275"/>
                </a:lnTo>
                <a:lnTo>
                  <a:pt x="990600" y="685800"/>
                </a:lnTo>
                <a:lnTo>
                  <a:pt x="1000125" y="685800"/>
                </a:lnTo>
                <a:lnTo>
                  <a:pt x="1000125" y="695325"/>
                </a:lnTo>
                <a:lnTo>
                  <a:pt x="1009650" y="695325"/>
                </a:lnTo>
                <a:lnTo>
                  <a:pt x="1009650" y="704850"/>
                </a:lnTo>
                <a:lnTo>
                  <a:pt x="952500" y="704850"/>
                </a:lnTo>
                <a:lnTo>
                  <a:pt x="952500" y="695325"/>
                </a:lnTo>
                <a:lnTo>
                  <a:pt x="971550" y="695325"/>
                </a:lnTo>
                <a:close/>
                <a:moveTo>
                  <a:pt x="152400" y="685800"/>
                </a:moveTo>
                <a:lnTo>
                  <a:pt x="171450" y="685800"/>
                </a:lnTo>
                <a:lnTo>
                  <a:pt x="171450" y="695325"/>
                </a:lnTo>
                <a:lnTo>
                  <a:pt x="152400" y="695325"/>
                </a:lnTo>
                <a:close/>
                <a:moveTo>
                  <a:pt x="257175" y="685800"/>
                </a:moveTo>
                <a:lnTo>
                  <a:pt x="266700" y="685800"/>
                </a:lnTo>
                <a:lnTo>
                  <a:pt x="266700" y="695325"/>
                </a:lnTo>
                <a:lnTo>
                  <a:pt x="257175" y="695325"/>
                </a:lnTo>
                <a:close/>
                <a:moveTo>
                  <a:pt x="276225" y="685800"/>
                </a:moveTo>
                <a:lnTo>
                  <a:pt x="285750" y="685800"/>
                </a:lnTo>
                <a:lnTo>
                  <a:pt x="285750" y="695325"/>
                </a:lnTo>
                <a:lnTo>
                  <a:pt x="295275" y="695325"/>
                </a:lnTo>
                <a:lnTo>
                  <a:pt x="295275" y="704850"/>
                </a:lnTo>
                <a:lnTo>
                  <a:pt x="266700" y="704850"/>
                </a:lnTo>
                <a:lnTo>
                  <a:pt x="266700" y="695325"/>
                </a:lnTo>
                <a:lnTo>
                  <a:pt x="276225" y="695325"/>
                </a:lnTo>
                <a:close/>
                <a:moveTo>
                  <a:pt x="923925" y="685800"/>
                </a:moveTo>
                <a:lnTo>
                  <a:pt x="942975" y="685800"/>
                </a:lnTo>
                <a:lnTo>
                  <a:pt x="942975" y="695325"/>
                </a:lnTo>
                <a:lnTo>
                  <a:pt x="923925" y="695325"/>
                </a:lnTo>
                <a:close/>
                <a:moveTo>
                  <a:pt x="438150" y="695325"/>
                </a:moveTo>
                <a:lnTo>
                  <a:pt x="457200" y="695325"/>
                </a:lnTo>
                <a:lnTo>
                  <a:pt x="457200" y="714375"/>
                </a:lnTo>
                <a:lnTo>
                  <a:pt x="438150" y="714375"/>
                </a:lnTo>
                <a:close/>
                <a:moveTo>
                  <a:pt x="1162050" y="695325"/>
                </a:moveTo>
                <a:lnTo>
                  <a:pt x="1171575" y="695325"/>
                </a:lnTo>
                <a:lnTo>
                  <a:pt x="1171575" y="704850"/>
                </a:lnTo>
                <a:lnTo>
                  <a:pt x="1162050" y="704850"/>
                </a:lnTo>
                <a:close/>
                <a:moveTo>
                  <a:pt x="1181100" y="695325"/>
                </a:moveTo>
                <a:lnTo>
                  <a:pt x="1190625" y="695325"/>
                </a:lnTo>
                <a:lnTo>
                  <a:pt x="1190625" y="714375"/>
                </a:lnTo>
                <a:lnTo>
                  <a:pt x="1181100" y="714375"/>
                </a:lnTo>
                <a:close/>
                <a:moveTo>
                  <a:pt x="209550" y="704850"/>
                </a:moveTo>
                <a:lnTo>
                  <a:pt x="219075" y="704850"/>
                </a:lnTo>
                <a:lnTo>
                  <a:pt x="219075" y="714375"/>
                </a:lnTo>
                <a:lnTo>
                  <a:pt x="209550" y="714375"/>
                </a:lnTo>
                <a:close/>
                <a:moveTo>
                  <a:pt x="238125" y="704850"/>
                </a:moveTo>
                <a:lnTo>
                  <a:pt x="257175" y="704850"/>
                </a:lnTo>
                <a:lnTo>
                  <a:pt x="257175" y="714375"/>
                </a:lnTo>
                <a:lnTo>
                  <a:pt x="247650" y="714375"/>
                </a:lnTo>
                <a:lnTo>
                  <a:pt x="247650" y="723900"/>
                </a:lnTo>
                <a:lnTo>
                  <a:pt x="257175" y="723900"/>
                </a:lnTo>
                <a:lnTo>
                  <a:pt x="257175" y="742950"/>
                </a:lnTo>
                <a:lnTo>
                  <a:pt x="247650" y="742950"/>
                </a:lnTo>
                <a:lnTo>
                  <a:pt x="247650" y="762000"/>
                </a:lnTo>
                <a:lnTo>
                  <a:pt x="238125" y="762000"/>
                </a:lnTo>
                <a:lnTo>
                  <a:pt x="238125" y="742950"/>
                </a:lnTo>
                <a:lnTo>
                  <a:pt x="228600" y="742950"/>
                </a:lnTo>
                <a:lnTo>
                  <a:pt x="228600" y="714375"/>
                </a:lnTo>
                <a:lnTo>
                  <a:pt x="238125" y="714375"/>
                </a:lnTo>
                <a:close/>
                <a:moveTo>
                  <a:pt x="409575" y="704850"/>
                </a:moveTo>
                <a:lnTo>
                  <a:pt x="419100" y="704850"/>
                </a:lnTo>
                <a:lnTo>
                  <a:pt x="419100" y="714375"/>
                </a:lnTo>
                <a:lnTo>
                  <a:pt x="409575" y="714375"/>
                </a:lnTo>
                <a:close/>
                <a:moveTo>
                  <a:pt x="914400" y="704850"/>
                </a:moveTo>
                <a:lnTo>
                  <a:pt x="933450" y="704850"/>
                </a:lnTo>
                <a:lnTo>
                  <a:pt x="933450" y="714375"/>
                </a:lnTo>
                <a:lnTo>
                  <a:pt x="914400" y="714375"/>
                </a:lnTo>
                <a:close/>
                <a:moveTo>
                  <a:pt x="1038225" y="704850"/>
                </a:moveTo>
                <a:lnTo>
                  <a:pt x="1047750" y="704850"/>
                </a:lnTo>
                <a:lnTo>
                  <a:pt x="1047750" y="714375"/>
                </a:lnTo>
                <a:lnTo>
                  <a:pt x="1038225" y="714375"/>
                </a:lnTo>
                <a:close/>
                <a:moveTo>
                  <a:pt x="1143000" y="704850"/>
                </a:moveTo>
                <a:lnTo>
                  <a:pt x="1152525" y="704850"/>
                </a:lnTo>
                <a:lnTo>
                  <a:pt x="1152525" y="723900"/>
                </a:lnTo>
                <a:lnTo>
                  <a:pt x="1143000" y="723900"/>
                </a:lnTo>
                <a:lnTo>
                  <a:pt x="1143000" y="733425"/>
                </a:lnTo>
                <a:lnTo>
                  <a:pt x="1152525" y="733425"/>
                </a:lnTo>
                <a:lnTo>
                  <a:pt x="1152525" y="752475"/>
                </a:lnTo>
                <a:lnTo>
                  <a:pt x="1143000" y="752475"/>
                </a:lnTo>
                <a:lnTo>
                  <a:pt x="1143000" y="771525"/>
                </a:lnTo>
                <a:lnTo>
                  <a:pt x="1133475" y="771525"/>
                </a:lnTo>
                <a:lnTo>
                  <a:pt x="1133475" y="762000"/>
                </a:lnTo>
                <a:lnTo>
                  <a:pt x="1123950" y="762000"/>
                </a:lnTo>
                <a:lnTo>
                  <a:pt x="1123950" y="733425"/>
                </a:lnTo>
                <a:lnTo>
                  <a:pt x="1114425" y="733425"/>
                </a:lnTo>
                <a:lnTo>
                  <a:pt x="1114425" y="714375"/>
                </a:lnTo>
                <a:lnTo>
                  <a:pt x="1123950" y="714375"/>
                </a:lnTo>
                <a:lnTo>
                  <a:pt x="1123950" y="723900"/>
                </a:lnTo>
                <a:lnTo>
                  <a:pt x="1133475" y="723900"/>
                </a:lnTo>
                <a:lnTo>
                  <a:pt x="1133475" y="714375"/>
                </a:lnTo>
                <a:lnTo>
                  <a:pt x="1143000" y="714375"/>
                </a:lnTo>
                <a:close/>
                <a:moveTo>
                  <a:pt x="828675" y="714375"/>
                </a:moveTo>
                <a:lnTo>
                  <a:pt x="885825" y="714375"/>
                </a:lnTo>
                <a:lnTo>
                  <a:pt x="885825" y="723900"/>
                </a:lnTo>
                <a:lnTo>
                  <a:pt x="895350" y="723900"/>
                </a:lnTo>
                <a:lnTo>
                  <a:pt x="895350" y="742950"/>
                </a:lnTo>
                <a:lnTo>
                  <a:pt x="904875" y="742950"/>
                </a:lnTo>
                <a:lnTo>
                  <a:pt x="904875" y="733425"/>
                </a:lnTo>
                <a:lnTo>
                  <a:pt x="923925" y="733425"/>
                </a:lnTo>
                <a:lnTo>
                  <a:pt x="923925" y="752475"/>
                </a:lnTo>
                <a:lnTo>
                  <a:pt x="904875" y="752475"/>
                </a:lnTo>
                <a:lnTo>
                  <a:pt x="904875" y="762000"/>
                </a:lnTo>
                <a:lnTo>
                  <a:pt x="866775" y="762000"/>
                </a:lnTo>
                <a:lnTo>
                  <a:pt x="866775" y="771525"/>
                </a:lnTo>
                <a:lnTo>
                  <a:pt x="876300" y="771525"/>
                </a:lnTo>
                <a:lnTo>
                  <a:pt x="876300" y="790575"/>
                </a:lnTo>
                <a:lnTo>
                  <a:pt x="866775" y="790575"/>
                </a:lnTo>
                <a:lnTo>
                  <a:pt x="866775" y="809625"/>
                </a:lnTo>
                <a:lnTo>
                  <a:pt x="828675" y="809625"/>
                </a:lnTo>
                <a:lnTo>
                  <a:pt x="828675" y="800100"/>
                </a:lnTo>
                <a:lnTo>
                  <a:pt x="819150" y="800100"/>
                </a:lnTo>
                <a:lnTo>
                  <a:pt x="819150" y="790575"/>
                </a:lnTo>
                <a:lnTo>
                  <a:pt x="809625" y="790575"/>
                </a:lnTo>
                <a:lnTo>
                  <a:pt x="809625" y="781050"/>
                </a:lnTo>
                <a:lnTo>
                  <a:pt x="819150" y="781050"/>
                </a:lnTo>
                <a:lnTo>
                  <a:pt x="819150" y="790575"/>
                </a:lnTo>
                <a:lnTo>
                  <a:pt x="828675" y="790575"/>
                </a:lnTo>
                <a:lnTo>
                  <a:pt x="828675" y="781050"/>
                </a:lnTo>
                <a:lnTo>
                  <a:pt x="857250" y="781050"/>
                </a:lnTo>
                <a:lnTo>
                  <a:pt x="857250" y="752475"/>
                </a:lnTo>
                <a:lnTo>
                  <a:pt x="876300" y="752475"/>
                </a:lnTo>
                <a:lnTo>
                  <a:pt x="876300" y="742950"/>
                </a:lnTo>
                <a:lnTo>
                  <a:pt x="847725" y="742950"/>
                </a:lnTo>
                <a:lnTo>
                  <a:pt x="847725" y="723900"/>
                </a:lnTo>
                <a:lnTo>
                  <a:pt x="828675" y="723900"/>
                </a:lnTo>
                <a:close/>
                <a:moveTo>
                  <a:pt x="942975" y="714375"/>
                </a:moveTo>
                <a:lnTo>
                  <a:pt x="981075" y="714375"/>
                </a:lnTo>
                <a:lnTo>
                  <a:pt x="981075" y="723900"/>
                </a:lnTo>
                <a:lnTo>
                  <a:pt x="990600" y="723900"/>
                </a:lnTo>
                <a:lnTo>
                  <a:pt x="990600" y="752475"/>
                </a:lnTo>
                <a:lnTo>
                  <a:pt x="981075" y="752475"/>
                </a:lnTo>
                <a:lnTo>
                  <a:pt x="981075" y="733425"/>
                </a:lnTo>
                <a:lnTo>
                  <a:pt x="962025" y="733425"/>
                </a:lnTo>
                <a:lnTo>
                  <a:pt x="962025" y="723900"/>
                </a:lnTo>
                <a:lnTo>
                  <a:pt x="942975" y="723900"/>
                </a:lnTo>
                <a:close/>
                <a:moveTo>
                  <a:pt x="1000125" y="714375"/>
                </a:moveTo>
                <a:lnTo>
                  <a:pt x="1019175" y="714375"/>
                </a:lnTo>
                <a:lnTo>
                  <a:pt x="1019175" y="733425"/>
                </a:lnTo>
                <a:lnTo>
                  <a:pt x="1009650" y="733425"/>
                </a:lnTo>
                <a:lnTo>
                  <a:pt x="1009650" y="752475"/>
                </a:lnTo>
                <a:lnTo>
                  <a:pt x="1000125" y="752475"/>
                </a:lnTo>
                <a:close/>
                <a:moveTo>
                  <a:pt x="1095375" y="714375"/>
                </a:moveTo>
                <a:lnTo>
                  <a:pt x="1104900" y="714375"/>
                </a:lnTo>
                <a:lnTo>
                  <a:pt x="1104900" y="723900"/>
                </a:lnTo>
                <a:lnTo>
                  <a:pt x="1095375" y="723900"/>
                </a:lnTo>
                <a:close/>
                <a:moveTo>
                  <a:pt x="1190625" y="714375"/>
                </a:moveTo>
                <a:lnTo>
                  <a:pt x="1209675" y="714375"/>
                </a:lnTo>
                <a:lnTo>
                  <a:pt x="1209675" y="733425"/>
                </a:lnTo>
                <a:lnTo>
                  <a:pt x="1200150" y="733425"/>
                </a:lnTo>
                <a:lnTo>
                  <a:pt x="1200150" y="723900"/>
                </a:lnTo>
                <a:lnTo>
                  <a:pt x="1190625" y="723900"/>
                </a:lnTo>
                <a:close/>
                <a:moveTo>
                  <a:pt x="161925" y="723900"/>
                </a:moveTo>
                <a:lnTo>
                  <a:pt x="171450" y="723900"/>
                </a:lnTo>
                <a:lnTo>
                  <a:pt x="171450" y="733425"/>
                </a:lnTo>
                <a:lnTo>
                  <a:pt x="180975" y="733425"/>
                </a:lnTo>
                <a:lnTo>
                  <a:pt x="180975" y="723900"/>
                </a:lnTo>
                <a:lnTo>
                  <a:pt x="190500" y="723900"/>
                </a:lnTo>
                <a:lnTo>
                  <a:pt x="190500" y="742950"/>
                </a:lnTo>
                <a:lnTo>
                  <a:pt x="161925" y="742950"/>
                </a:lnTo>
                <a:close/>
                <a:moveTo>
                  <a:pt x="771525" y="723900"/>
                </a:moveTo>
                <a:lnTo>
                  <a:pt x="819150" y="723900"/>
                </a:lnTo>
                <a:lnTo>
                  <a:pt x="819150" y="742950"/>
                </a:lnTo>
                <a:lnTo>
                  <a:pt x="828675" y="742950"/>
                </a:lnTo>
                <a:lnTo>
                  <a:pt x="828675" y="752475"/>
                </a:lnTo>
                <a:lnTo>
                  <a:pt x="819150" y="752475"/>
                </a:lnTo>
                <a:lnTo>
                  <a:pt x="819150" y="771525"/>
                </a:lnTo>
                <a:lnTo>
                  <a:pt x="790575" y="771525"/>
                </a:lnTo>
                <a:lnTo>
                  <a:pt x="790575" y="762000"/>
                </a:lnTo>
                <a:lnTo>
                  <a:pt x="800100" y="762000"/>
                </a:lnTo>
                <a:lnTo>
                  <a:pt x="800100" y="752475"/>
                </a:lnTo>
                <a:lnTo>
                  <a:pt x="781050" y="752475"/>
                </a:lnTo>
                <a:lnTo>
                  <a:pt x="781050" y="762000"/>
                </a:lnTo>
                <a:lnTo>
                  <a:pt x="762000" y="762000"/>
                </a:lnTo>
                <a:lnTo>
                  <a:pt x="762000" y="752475"/>
                </a:lnTo>
                <a:lnTo>
                  <a:pt x="752475" y="752475"/>
                </a:lnTo>
                <a:lnTo>
                  <a:pt x="752475" y="762000"/>
                </a:lnTo>
                <a:lnTo>
                  <a:pt x="762000" y="762000"/>
                </a:lnTo>
                <a:lnTo>
                  <a:pt x="762000" y="771525"/>
                </a:lnTo>
                <a:lnTo>
                  <a:pt x="752475" y="771525"/>
                </a:lnTo>
                <a:lnTo>
                  <a:pt x="752475" y="781050"/>
                </a:lnTo>
                <a:lnTo>
                  <a:pt x="723900" y="781050"/>
                </a:lnTo>
                <a:lnTo>
                  <a:pt x="723900" y="771525"/>
                </a:lnTo>
                <a:lnTo>
                  <a:pt x="714375" y="771525"/>
                </a:lnTo>
                <a:lnTo>
                  <a:pt x="714375" y="781050"/>
                </a:lnTo>
                <a:lnTo>
                  <a:pt x="704850" y="781050"/>
                </a:lnTo>
                <a:lnTo>
                  <a:pt x="704850" y="790575"/>
                </a:lnTo>
                <a:lnTo>
                  <a:pt x="676275" y="790575"/>
                </a:lnTo>
                <a:lnTo>
                  <a:pt x="676275" y="762000"/>
                </a:lnTo>
                <a:lnTo>
                  <a:pt x="685800" y="762000"/>
                </a:lnTo>
                <a:lnTo>
                  <a:pt x="685800" y="771525"/>
                </a:lnTo>
                <a:lnTo>
                  <a:pt x="695325" y="771525"/>
                </a:lnTo>
                <a:lnTo>
                  <a:pt x="695325" y="752475"/>
                </a:lnTo>
                <a:lnTo>
                  <a:pt x="714375" y="752475"/>
                </a:lnTo>
                <a:lnTo>
                  <a:pt x="714375" y="762000"/>
                </a:lnTo>
                <a:lnTo>
                  <a:pt x="723900" y="762000"/>
                </a:lnTo>
                <a:lnTo>
                  <a:pt x="723900" y="752475"/>
                </a:lnTo>
                <a:lnTo>
                  <a:pt x="733425" y="752475"/>
                </a:lnTo>
                <a:lnTo>
                  <a:pt x="733425" y="742950"/>
                </a:lnTo>
                <a:lnTo>
                  <a:pt x="752475" y="742950"/>
                </a:lnTo>
                <a:lnTo>
                  <a:pt x="752475" y="733425"/>
                </a:lnTo>
                <a:lnTo>
                  <a:pt x="771525" y="733425"/>
                </a:lnTo>
                <a:close/>
                <a:moveTo>
                  <a:pt x="1076325" y="723900"/>
                </a:moveTo>
                <a:lnTo>
                  <a:pt x="1085850" y="723900"/>
                </a:lnTo>
                <a:lnTo>
                  <a:pt x="1085850" y="733425"/>
                </a:lnTo>
                <a:lnTo>
                  <a:pt x="1076325" y="733425"/>
                </a:lnTo>
                <a:close/>
                <a:moveTo>
                  <a:pt x="314325" y="733425"/>
                </a:moveTo>
                <a:lnTo>
                  <a:pt x="323850" y="733425"/>
                </a:lnTo>
                <a:lnTo>
                  <a:pt x="323850" y="742950"/>
                </a:lnTo>
                <a:lnTo>
                  <a:pt x="314325" y="742950"/>
                </a:lnTo>
                <a:close/>
                <a:moveTo>
                  <a:pt x="352425" y="733425"/>
                </a:moveTo>
                <a:lnTo>
                  <a:pt x="381000" y="733425"/>
                </a:lnTo>
                <a:lnTo>
                  <a:pt x="381000" y="742950"/>
                </a:lnTo>
                <a:lnTo>
                  <a:pt x="352425" y="742950"/>
                </a:lnTo>
                <a:close/>
                <a:moveTo>
                  <a:pt x="952500" y="733425"/>
                </a:moveTo>
                <a:lnTo>
                  <a:pt x="962025" y="733425"/>
                </a:lnTo>
                <a:lnTo>
                  <a:pt x="962025" y="742950"/>
                </a:lnTo>
                <a:lnTo>
                  <a:pt x="971550" y="742950"/>
                </a:lnTo>
                <a:lnTo>
                  <a:pt x="971550" y="752475"/>
                </a:lnTo>
                <a:lnTo>
                  <a:pt x="962025" y="752475"/>
                </a:lnTo>
                <a:lnTo>
                  <a:pt x="962025" y="762000"/>
                </a:lnTo>
                <a:lnTo>
                  <a:pt x="971550" y="762000"/>
                </a:lnTo>
                <a:lnTo>
                  <a:pt x="971550" y="752475"/>
                </a:lnTo>
                <a:lnTo>
                  <a:pt x="981075" y="752475"/>
                </a:lnTo>
                <a:lnTo>
                  <a:pt x="981075" y="781050"/>
                </a:lnTo>
                <a:lnTo>
                  <a:pt x="1000125" y="781050"/>
                </a:lnTo>
                <a:lnTo>
                  <a:pt x="1000125" y="762000"/>
                </a:lnTo>
                <a:lnTo>
                  <a:pt x="1009650" y="762000"/>
                </a:lnTo>
                <a:lnTo>
                  <a:pt x="1009650" y="781050"/>
                </a:lnTo>
                <a:lnTo>
                  <a:pt x="1038225" y="781050"/>
                </a:lnTo>
                <a:lnTo>
                  <a:pt x="1038225" y="790575"/>
                </a:lnTo>
                <a:lnTo>
                  <a:pt x="1047750" y="790575"/>
                </a:lnTo>
                <a:lnTo>
                  <a:pt x="1047750" y="809625"/>
                </a:lnTo>
                <a:lnTo>
                  <a:pt x="1038225" y="809625"/>
                </a:lnTo>
                <a:lnTo>
                  <a:pt x="1038225" y="800100"/>
                </a:lnTo>
                <a:lnTo>
                  <a:pt x="1019175" y="800100"/>
                </a:lnTo>
                <a:lnTo>
                  <a:pt x="1019175" y="790575"/>
                </a:lnTo>
                <a:lnTo>
                  <a:pt x="1009650" y="790575"/>
                </a:lnTo>
                <a:lnTo>
                  <a:pt x="1009650" y="809625"/>
                </a:lnTo>
                <a:lnTo>
                  <a:pt x="1000125" y="809625"/>
                </a:lnTo>
                <a:lnTo>
                  <a:pt x="1000125" y="800100"/>
                </a:lnTo>
                <a:lnTo>
                  <a:pt x="990600" y="800100"/>
                </a:lnTo>
                <a:lnTo>
                  <a:pt x="990600" y="809625"/>
                </a:lnTo>
                <a:lnTo>
                  <a:pt x="981075" y="809625"/>
                </a:lnTo>
                <a:lnTo>
                  <a:pt x="981075" y="800100"/>
                </a:lnTo>
                <a:lnTo>
                  <a:pt x="971550" y="800100"/>
                </a:lnTo>
                <a:lnTo>
                  <a:pt x="971550" y="790575"/>
                </a:lnTo>
                <a:lnTo>
                  <a:pt x="952500" y="790575"/>
                </a:lnTo>
                <a:close/>
                <a:moveTo>
                  <a:pt x="104775" y="742950"/>
                </a:moveTo>
                <a:lnTo>
                  <a:pt x="142875" y="742950"/>
                </a:lnTo>
                <a:lnTo>
                  <a:pt x="142875" y="771525"/>
                </a:lnTo>
                <a:lnTo>
                  <a:pt x="161925" y="771525"/>
                </a:lnTo>
                <a:lnTo>
                  <a:pt x="161925" y="790575"/>
                </a:lnTo>
                <a:lnTo>
                  <a:pt x="133350" y="790575"/>
                </a:lnTo>
                <a:lnTo>
                  <a:pt x="133350" y="771525"/>
                </a:lnTo>
                <a:lnTo>
                  <a:pt x="123825" y="771525"/>
                </a:lnTo>
                <a:lnTo>
                  <a:pt x="123825" y="781050"/>
                </a:lnTo>
                <a:lnTo>
                  <a:pt x="114300" y="781050"/>
                </a:lnTo>
                <a:lnTo>
                  <a:pt x="114300" y="771525"/>
                </a:lnTo>
                <a:lnTo>
                  <a:pt x="104775" y="771525"/>
                </a:lnTo>
                <a:lnTo>
                  <a:pt x="104775" y="762000"/>
                </a:lnTo>
                <a:lnTo>
                  <a:pt x="95250" y="762000"/>
                </a:lnTo>
                <a:lnTo>
                  <a:pt x="95250" y="752475"/>
                </a:lnTo>
                <a:lnTo>
                  <a:pt x="104775" y="752475"/>
                </a:lnTo>
                <a:close/>
                <a:moveTo>
                  <a:pt x="200025" y="742950"/>
                </a:moveTo>
                <a:lnTo>
                  <a:pt x="209550" y="742950"/>
                </a:lnTo>
                <a:lnTo>
                  <a:pt x="209550" y="771525"/>
                </a:lnTo>
                <a:lnTo>
                  <a:pt x="219075" y="771525"/>
                </a:lnTo>
                <a:lnTo>
                  <a:pt x="219075" y="781050"/>
                </a:lnTo>
                <a:lnTo>
                  <a:pt x="200025" y="781050"/>
                </a:lnTo>
                <a:lnTo>
                  <a:pt x="200025" y="762000"/>
                </a:lnTo>
                <a:lnTo>
                  <a:pt x="180975" y="762000"/>
                </a:lnTo>
                <a:lnTo>
                  <a:pt x="180975" y="752475"/>
                </a:lnTo>
                <a:lnTo>
                  <a:pt x="200025" y="752475"/>
                </a:lnTo>
                <a:close/>
                <a:moveTo>
                  <a:pt x="381000" y="742950"/>
                </a:moveTo>
                <a:lnTo>
                  <a:pt x="400050" y="742950"/>
                </a:lnTo>
                <a:lnTo>
                  <a:pt x="400050" y="762000"/>
                </a:lnTo>
                <a:lnTo>
                  <a:pt x="390525" y="762000"/>
                </a:lnTo>
                <a:lnTo>
                  <a:pt x="390525" y="752475"/>
                </a:lnTo>
                <a:lnTo>
                  <a:pt x="381000" y="752475"/>
                </a:lnTo>
                <a:close/>
                <a:moveTo>
                  <a:pt x="409575" y="742950"/>
                </a:moveTo>
                <a:lnTo>
                  <a:pt x="419100" y="742950"/>
                </a:lnTo>
                <a:lnTo>
                  <a:pt x="419100" y="752475"/>
                </a:lnTo>
                <a:lnTo>
                  <a:pt x="409575" y="752475"/>
                </a:lnTo>
                <a:close/>
                <a:moveTo>
                  <a:pt x="523875" y="742950"/>
                </a:moveTo>
                <a:lnTo>
                  <a:pt x="533400" y="742950"/>
                </a:lnTo>
                <a:lnTo>
                  <a:pt x="533400" y="752475"/>
                </a:lnTo>
                <a:lnTo>
                  <a:pt x="552450" y="752475"/>
                </a:lnTo>
                <a:lnTo>
                  <a:pt x="552450" y="762000"/>
                </a:lnTo>
                <a:lnTo>
                  <a:pt x="523875" y="762000"/>
                </a:lnTo>
                <a:close/>
                <a:moveTo>
                  <a:pt x="781050" y="742950"/>
                </a:moveTo>
                <a:lnTo>
                  <a:pt x="800100" y="742950"/>
                </a:lnTo>
                <a:lnTo>
                  <a:pt x="800100" y="733425"/>
                </a:lnTo>
                <a:lnTo>
                  <a:pt x="781050" y="733425"/>
                </a:lnTo>
                <a:close/>
                <a:moveTo>
                  <a:pt x="933450" y="742950"/>
                </a:moveTo>
                <a:lnTo>
                  <a:pt x="942975" y="742950"/>
                </a:lnTo>
                <a:lnTo>
                  <a:pt x="942975" y="752475"/>
                </a:lnTo>
                <a:lnTo>
                  <a:pt x="933450" y="752475"/>
                </a:lnTo>
                <a:close/>
                <a:moveTo>
                  <a:pt x="1095375" y="742950"/>
                </a:moveTo>
                <a:lnTo>
                  <a:pt x="1104900" y="742950"/>
                </a:lnTo>
                <a:lnTo>
                  <a:pt x="1104900" y="752475"/>
                </a:lnTo>
                <a:lnTo>
                  <a:pt x="1095375" y="752475"/>
                </a:lnTo>
                <a:close/>
                <a:moveTo>
                  <a:pt x="1162050" y="742950"/>
                </a:moveTo>
                <a:lnTo>
                  <a:pt x="1190625" y="742950"/>
                </a:lnTo>
                <a:lnTo>
                  <a:pt x="1190625" y="762000"/>
                </a:lnTo>
                <a:lnTo>
                  <a:pt x="1171575" y="762000"/>
                </a:lnTo>
                <a:lnTo>
                  <a:pt x="1171575" y="752475"/>
                </a:lnTo>
                <a:lnTo>
                  <a:pt x="1162050" y="752475"/>
                </a:lnTo>
                <a:close/>
                <a:moveTo>
                  <a:pt x="28575" y="752475"/>
                </a:moveTo>
                <a:lnTo>
                  <a:pt x="38100" y="752475"/>
                </a:lnTo>
                <a:lnTo>
                  <a:pt x="38100" y="771525"/>
                </a:lnTo>
                <a:lnTo>
                  <a:pt x="28575" y="771525"/>
                </a:lnTo>
                <a:close/>
                <a:moveTo>
                  <a:pt x="66675" y="752475"/>
                </a:moveTo>
                <a:lnTo>
                  <a:pt x="85725" y="752475"/>
                </a:lnTo>
                <a:lnTo>
                  <a:pt x="85725" y="762000"/>
                </a:lnTo>
                <a:lnTo>
                  <a:pt x="66675" y="762000"/>
                </a:lnTo>
                <a:close/>
                <a:moveTo>
                  <a:pt x="257175" y="752475"/>
                </a:moveTo>
                <a:lnTo>
                  <a:pt x="266700" y="752475"/>
                </a:lnTo>
                <a:lnTo>
                  <a:pt x="266700" y="771525"/>
                </a:lnTo>
                <a:lnTo>
                  <a:pt x="257175" y="771525"/>
                </a:lnTo>
                <a:close/>
                <a:moveTo>
                  <a:pt x="600075" y="752475"/>
                </a:moveTo>
                <a:lnTo>
                  <a:pt x="628650" y="752475"/>
                </a:lnTo>
                <a:lnTo>
                  <a:pt x="628650" y="771525"/>
                </a:lnTo>
                <a:lnTo>
                  <a:pt x="619125" y="771525"/>
                </a:lnTo>
                <a:lnTo>
                  <a:pt x="619125" y="781050"/>
                </a:lnTo>
                <a:lnTo>
                  <a:pt x="609600" y="781050"/>
                </a:lnTo>
                <a:lnTo>
                  <a:pt x="609600" y="790575"/>
                </a:lnTo>
                <a:lnTo>
                  <a:pt x="600075" y="790575"/>
                </a:lnTo>
                <a:lnTo>
                  <a:pt x="600075" y="809625"/>
                </a:lnTo>
                <a:lnTo>
                  <a:pt x="590550" y="809625"/>
                </a:lnTo>
                <a:lnTo>
                  <a:pt x="590550" y="790575"/>
                </a:lnTo>
                <a:lnTo>
                  <a:pt x="571500" y="790575"/>
                </a:lnTo>
                <a:lnTo>
                  <a:pt x="571500" y="800100"/>
                </a:lnTo>
                <a:lnTo>
                  <a:pt x="561975" y="800100"/>
                </a:lnTo>
                <a:lnTo>
                  <a:pt x="561975" y="809625"/>
                </a:lnTo>
                <a:lnTo>
                  <a:pt x="533400" y="809625"/>
                </a:lnTo>
                <a:lnTo>
                  <a:pt x="533400" y="800100"/>
                </a:lnTo>
                <a:lnTo>
                  <a:pt x="542925" y="800100"/>
                </a:lnTo>
                <a:lnTo>
                  <a:pt x="542925" y="790575"/>
                </a:lnTo>
                <a:lnTo>
                  <a:pt x="561975" y="790575"/>
                </a:lnTo>
                <a:lnTo>
                  <a:pt x="561975" y="781050"/>
                </a:lnTo>
                <a:lnTo>
                  <a:pt x="581025" y="781050"/>
                </a:lnTo>
                <a:lnTo>
                  <a:pt x="581025" y="762000"/>
                </a:lnTo>
                <a:lnTo>
                  <a:pt x="600075" y="762000"/>
                </a:lnTo>
                <a:close/>
                <a:moveTo>
                  <a:pt x="923925" y="752475"/>
                </a:moveTo>
                <a:lnTo>
                  <a:pt x="933450" y="752475"/>
                </a:lnTo>
                <a:lnTo>
                  <a:pt x="933450" y="762000"/>
                </a:lnTo>
                <a:lnTo>
                  <a:pt x="923925" y="762000"/>
                </a:lnTo>
                <a:close/>
                <a:moveTo>
                  <a:pt x="1047750" y="752475"/>
                </a:moveTo>
                <a:lnTo>
                  <a:pt x="1057275" y="752475"/>
                </a:lnTo>
                <a:lnTo>
                  <a:pt x="1057275" y="762000"/>
                </a:lnTo>
                <a:lnTo>
                  <a:pt x="1047750" y="762000"/>
                </a:lnTo>
                <a:close/>
                <a:moveTo>
                  <a:pt x="0" y="762000"/>
                </a:moveTo>
                <a:lnTo>
                  <a:pt x="9525" y="762000"/>
                </a:lnTo>
                <a:lnTo>
                  <a:pt x="9525" y="790575"/>
                </a:lnTo>
                <a:lnTo>
                  <a:pt x="0" y="790575"/>
                </a:lnTo>
                <a:close/>
                <a:moveTo>
                  <a:pt x="57150" y="762000"/>
                </a:moveTo>
                <a:lnTo>
                  <a:pt x="66675" y="762000"/>
                </a:lnTo>
                <a:lnTo>
                  <a:pt x="66675" y="771525"/>
                </a:lnTo>
                <a:lnTo>
                  <a:pt x="85725" y="771525"/>
                </a:lnTo>
                <a:lnTo>
                  <a:pt x="85725" y="762000"/>
                </a:lnTo>
                <a:lnTo>
                  <a:pt x="95250" y="762000"/>
                </a:lnTo>
                <a:lnTo>
                  <a:pt x="95250" y="771525"/>
                </a:lnTo>
                <a:lnTo>
                  <a:pt x="85725" y="771525"/>
                </a:lnTo>
                <a:lnTo>
                  <a:pt x="85725" y="800100"/>
                </a:lnTo>
                <a:lnTo>
                  <a:pt x="76200" y="800100"/>
                </a:lnTo>
                <a:lnTo>
                  <a:pt x="76200" y="790575"/>
                </a:lnTo>
                <a:lnTo>
                  <a:pt x="47625" y="790575"/>
                </a:lnTo>
                <a:lnTo>
                  <a:pt x="47625" y="781050"/>
                </a:lnTo>
                <a:lnTo>
                  <a:pt x="38100" y="781050"/>
                </a:lnTo>
                <a:lnTo>
                  <a:pt x="38100" y="771525"/>
                </a:lnTo>
                <a:lnTo>
                  <a:pt x="57150" y="771525"/>
                </a:lnTo>
                <a:close/>
                <a:moveTo>
                  <a:pt x="104775" y="762000"/>
                </a:moveTo>
                <a:lnTo>
                  <a:pt x="114300" y="762000"/>
                </a:lnTo>
                <a:lnTo>
                  <a:pt x="114300" y="752475"/>
                </a:lnTo>
                <a:lnTo>
                  <a:pt x="104775" y="752475"/>
                </a:lnTo>
                <a:close/>
                <a:moveTo>
                  <a:pt x="400050" y="762000"/>
                </a:moveTo>
                <a:lnTo>
                  <a:pt x="428625" y="762000"/>
                </a:lnTo>
                <a:lnTo>
                  <a:pt x="428625" y="781050"/>
                </a:lnTo>
                <a:lnTo>
                  <a:pt x="400050" y="781050"/>
                </a:lnTo>
                <a:close/>
                <a:moveTo>
                  <a:pt x="476250" y="762000"/>
                </a:moveTo>
                <a:lnTo>
                  <a:pt x="485775" y="762000"/>
                </a:lnTo>
                <a:lnTo>
                  <a:pt x="485775" y="771525"/>
                </a:lnTo>
                <a:lnTo>
                  <a:pt x="476250" y="771525"/>
                </a:lnTo>
                <a:close/>
                <a:moveTo>
                  <a:pt x="561975" y="762000"/>
                </a:moveTo>
                <a:lnTo>
                  <a:pt x="571500" y="762000"/>
                </a:lnTo>
                <a:lnTo>
                  <a:pt x="571500" y="771525"/>
                </a:lnTo>
                <a:lnTo>
                  <a:pt x="561975" y="771525"/>
                </a:lnTo>
                <a:close/>
                <a:moveTo>
                  <a:pt x="1066800" y="762000"/>
                </a:moveTo>
                <a:lnTo>
                  <a:pt x="1076325" y="762000"/>
                </a:lnTo>
                <a:lnTo>
                  <a:pt x="1076325" y="781050"/>
                </a:lnTo>
                <a:lnTo>
                  <a:pt x="1047750" y="781050"/>
                </a:lnTo>
                <a:lnTo>
                  <a:pt x="1047750" y="771525"/>
                </a:lnTo>
                <a:lnTo>
                  <a:pt x="1066800" y="771525"/>
                </a:lnTo>
                <a:close/>
                <a:moveTo>
                  <a:pt x="1114425" y="762000"/>
                </a:moveTo>
                <a:lnTo>
                  <a:pt x="1123950" y="762000"/>
                </a:lnTo>
                <a:lnTo>
                  <a:pt x="1123950" y="771525"/>
                </a:lnTo>
                <a:lnTo>
                  <a:pt x="1114425" y="771525"/>
                </a:lnTo>
                <a:close/>
                <a:moveTo>
                  <a:pt x="295275" y="771525"/>
                </a:moveTo>
                <a:lnTo>
                  <a:pt x="304800" y="771525"/>
                </a:lnTo>
                <a:lnTo>
                  <a:pt x="304800" y="781050"/>
                </a:lnTo>
                <a:lnTo>
                  <a:pt x="314325" y="781050"/>
                </a:lnTo>
                <a:lnTo>
                  <a:pt x="314325" y="800100"/>
                </a:lnTo>
                <a:lnTo>
                  <a:pt x="304800" y="800100"/>
                </a:lnTo>
                <a:lnTo>
                  <a:pt x="304800" y="790575"/>
                </a:lnTo>
                <a:lnTo>
                  <a:pt x="295275" y="790575"/>
                </a:lnTo>
                <a:close/>
                <a:moveTo>
                  <a:pt x="361950" y="771525"/>
                </a:moveTo>
                <a:lnTo>
                  <a:pt x="371475" y="771525"/>
                </a:lnTo>
                <a:lnTo>
                  <a:pt x="371475" y="781050"/>
                </a:lnTo>
                <a:lnTo>
                  <a:pt x="381000" y="781050"/>
                </a:lnTo>
                <a:lnTo>
                  <a:pt x="381000" y="790575"/>
                </a:lnTo>
                <a:lnTo>
                  <a:pt x="409575" y="790575"/>
                </a:lnTo>
                <a:lnTo>
                  <a:pt x="409575" y="800100"/>
                </a:lnTo>
                <a:lnTo>
                  <a:pt x="371475" y="800100"/>
                </a:lnTo>
                <a:lnTo>
                  <a:pt x="371475" y="790575"/>
                </a:lnTo>
                <a:lnTo>
                  <a:pt x="361950" y="790575"/>
                </a:lnTo>
                <a:close/>
                <a:moveTo>
                  <a:pt x="466725" y="771525"/>
                </a:moveTo>
                <a:lnTo>
                  <a:pt x="476250" y="771525"/>
                </a:lnTo>
                <a:lnTo>
                  <a:pt x="476250" y="781050"/>
                </a:lnTo>
                <a:lnTo>
                  <a:pt x="466725" y="781050"/>
                </a:lnTo>
                <a:close/>
                <a:moveTo>
                  <a:pt x="495300" y="771525"/>
                </a:moveTo>
                <a:lnTo>
                  <a:pt x="504825" y="771525"/>
                </a:lnTo>
                <a:lnTo>
                  <a:pt x="504825" y="781050"/>
                </a:lnTo>
                <a:lnTo>
                  <a:pt x="495300" y="781050"/>
                </a:lnTo>
                <a:close/>
                <a:moveTo>
                  <a:pt x="914400" y="771525"/>
                </a:moveTo>
                <a:lnTo>
                  <a:pt x="923925" y="771525"/>
                </a:lnTo>
                <a:lnTo>
                  <a:pt x="923925" y="781050"/>
                </a:lnTo>
                <a:lnTo>
                  <a:pt x="914400" y="781050"/>
                </a:lnTo>
                <a:close/>
                <a:moveTo>
                  <a:pt x="1152525" y="771525"/>
                </a:moveTo>
                <a:lnTo>
                  <a:pt x="1171575" y="771525"/>
                </a:lnTo>
                <a:lnTo>
                  <a:pt x="1171575" y="800100"/>
                </a:lnTo>
                <a:lnTo>
                  <a:pt x="1162050" y="800100"/>
                </a:lnTo>
                <a:lnTo>
                  <a:pt x="1162050" y="781050"/>
                </a:lnTo>
                <a:lnTo>
                  <a:pt x="1152525" y="781050"/>
                </a:lnTo>
                <a:close/>
                <a:moveTo>
                  <a:pt x="504825" y="781050"/>
                </a:moveTo>
                <a:lnTo>
                  <a:pt x="514350" y="781050"/>
                </a:lnTo>
                <a:lnTo>
                  <a:pt x="514350" y="790575"/>
                </a:lnTo>
                <a:lnTo>
                  <a:pt x="523875" y="790575"/>
                </a:lnTo>
                <a:lnTo>
                  <a:pt x="523875" y="800100"/>
                </a:lnTo>
                <a:lnTo>
                  <a:pt x="514350" y="800100"/>
                </a:lnTo>
                <a:lnTo>
                  <a:pt x="514350" y="809625"/>
                </a:lnTo>
                <a:lnTo>
                  <a:pt x="504825" y="809625"/>
                </a:lnTo>
                <a:lnTo>
                  <a:pt x="504825" y="800100"/>
                </a:lnTo>
                <a:lnTo>
                  <a:pt x="495300" y="800100"/>
                </a:lnTo>
                <a:lnTo>
                  <a:pt x="495300" y="790575"/>
                </a:lnTo>
                <a:lnTo>
                  <a:pt x="504825" y="790575"/>
                </a:lnTo>
                <a:close/>
                <a:moveTo>
                  <a:pt x="638175" y="781050"/>
                </a:moveTo>
                <a:lnTo>
                  <a:pt x="647700" y="781050"/>
                </a:lnTo>
                <a:lnTo>
                  <a:pt x="647700" y="790575"/>
                </a:lnTo>
                <a:lnTo>
                  <a:pt x="638175" y="790575"/>
                </a:lnTo>
                <a:close/>
                <a:moveTo>
                  <a:pt x="895350" y="781050"/>
                </a:moveTo>
                <a:lnTo>
                  <a:pt x="914400" y="781050"/>
                </a:lnTo>
                <a:lnTo>
                  <a:pt x="914400" y="790575"/>
                </a:lnTo>
                <a:lnTo>
                  <a:pt x="904875" y="790575"/>
                </a:lnTo>
                <a:lnTo>
                  <a:pt x="904875" y="800100"/>
                </a:lnTo>
                <a:lnTo>
                  <a:pt x="895350" y="800100"/>
                </a:lnTo>
                <a:close/>
                <a:moveTo>
                  <a:pt x="1133475" y="781050"/>
                </a:moveTo>
                <a:lnTo>
                  <a:pt x="1143000" y="781050"/>
                </a:lnTo>
                <a:lnTo>
                  <a:pt x="1143000" y="790575"/>
                </a:lnTo>
                <a:lnTo>
                  <a:pt x="1133475" y="790575"/>
                </a:lnTo>
                <a:close/>
                <a:moveTo>
                  <a:pt x="247650" y="790575"/>
                </a:moveTo>
                <a:lnTo>
                  <a:pt x="257175" y="790575"/>
                </a:lnTo>
                <a:lnTo>
                  <a:pt x="257175" y="800100"/>
                </a:lnTo>
                <a:lnTo>
                  <a:pt x="247650" y="800100"/>
                </a:lnTo>
                <a:close/>
                <a:moveTo>
                  <a:pt x="628650" y="790575"/>
                </a:moveTo>
                <a:lnTo>
                  <a:pt x="638175" y="790575"/>
                </a:lnTo>
                <a:lnTo>
                  <a:pt x="638175" y="809625"/>
                </a:lnTo>
                <a:lnTo>
                  <a:pt x="628650" y="809625"/>
                </a:lnTo>
                <a:close/>
                <a:moveTo>
                  <a:pt x="733425" y="790575"/>
                </a:moveTo>
                <a:lnTo>
                  <a:pt x="742950" y="790575"/>
                </a:lnTo>
                <a:lnTo>
                  <a:pt x="742950" y="800100"/>
                </a:lnTo>
                <a:lnTo>
                  <a:pt x="733425" y="800100"/>
                </a:lnTo>
                <a:close/>
                <a:moveTo>
                  <a:pt x="923925" y="790575"/>
                </a:moveTo>
                <a:lnTo>
                  <a:pt x="933450" y="790575"/>
                </a:lnTo>
                <a:lnTo>
                  <a:pt x="933450" y="800100"/>
                </a:lnTo>
                <a:lnTo>
                  <a:pt x="923925" y="800100"/>
                </a:lnTo>
                <a:close/>
                <a:moveTo>
                  <a:pt x="1123950" y="790575"/>
                </a:moveTo>
                <a:lnTo>
                  <a:pt x="1133475" y="790575"/>
                </a:lnTo>
                <a:lnTo>
                  <a:pt x="1133475" y="800100"/>
                </a:lnTo>
                <a:lnTo>
                  <a:pt x="1123950" y="800100"/>
                </a:lnTo>
                <a:close/>
                <a:moveTo>
                  <a:pt x="1143000" y="790575"/>
                </a:moveTo>
                <a:lnTo>
                  <a:pt x="1152525" y="790575"/>
                </a:lnTo>
                <a:lnTo>
                  <a:pt x="1152525" y="809625"/>
                </a:lnTo>
                <a:lnTo>
                  <a:pt x="1143000" y="809625"/>
                </a:lnTo>
                <a:close/>
                <a:moveTo>
                  <a:pt x="1200150" y="790575"/>
                </a:moveTo>
                <a:lnTo>
                  <a:pt x="1209675" y="790575"/>
                </a:lnTo>
                <a:lnTo>
                  <a:pt x="1209675" y="809625"/>
                </a:lnTo>
                <a:lnTo>
                  <a:pt x="1190625" y="809625"/>
                </a:lnTo>
                <a:lnTo>
                  <a:pt x="1190625" y="800100"/>
                </a:lnTo>
                <a:lnTo>
                  <a:pt x="1200150" y="800100"/>
                </a:lnTo>
                <a:close/>
                <a:moveTo>
                  <a:pt x="66675" y="800100"/>
                </a:moveTo>
                <a:lnTo>
                  <a:pt x="76200" y="800100"/>
                </a:lnTo>
                <a:lnTo>
                  <a:pt x="76200" y="809625"/>
                </a:lnTo>
                <a:lnTo>
                  <a:pt x="66675" y="809625"/>
                </a:lnTo>
                <a:close/>
                <a:moveTo>
                  <a:pt x="85725" y="800100"/>
                </a:moveTo>
                <a:lnTo>
                  <a:pt x="95250" y="800100"/>
                </a:lnTo>
                <a:lnTo>
                  <a:pt x="95250" y="809625"/>
                </a:lnTo>
                <a:lnTo>
                  <a:pt x="85725" y="809625"/>
                </a:lnTo>
                <a:close/>
                <a:moveTo>
                  <a:pt x="676275" y="800100"/>
                </a:moveTo>
                <a:lnTo>
                  <a:pt x="704850" y="800100"/>
                </a:lnTo>
                <a:lnTo>
                  <a:pt x="704850" y="809625"/>
                </a:lnTo>
                <a:lnTo>
                  <a:pt x="676275" y="809625"/>
                </a:lnTo>
                <a:close/>
                <a:moveTo>
                  <a:pt x="723900" y="800100"/>
                </a:moveTo>
                <a:lnTo>
                  <a:pt x="733425" y="800100"/>
                </a:lnTo>
                <a:lnTo>
                  <a:pt x="733425" y="809625"/>
                </a:lnTo>
                <a:lnTo>
                  <a:pt x="723900" y="809625"/>
                </a:lnTo>
                <a:close/>
              </a:path>
            </a:pathLst>
          </a:custGeom>
          <a:solidFill xmlns:a="http://schemas.openxmlformats.org/drawingml/2006/main">
            <a:srgbClr val="F9F9F4"/>
          </a:solidFill>
          <a:ln xmlns:a="http://schemas.openxmlformats.org/drawingml/2006/main" w="0">
            <a:noFill/>
          </a:ln>
        </p:spPr>
      </p:sp>
      <p:sp>
        <p:nvSpPr>
          <p:cNvPr id="240" name="v22 vector #f9f9f3">
            <a:extLst xmlns:a="http://schemas.openxmlformats.org/drawingml/2006/main">
              <a:ext uri="{FF2B5EF4-FFF2-40B4-BE49-F238E27FC236}">
                <a16:creationId xmlns:a16="http://schemas.microsoft.com/office/drawing/2014/main" id="{FA4591CC-C041-444A-A260-8C4EF5984C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10675" y="4848225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771525" y="0"/>
                </a:moveTo>
                <a:lnTo>
                  <a:pt x="781050" y="0"/>
                </a:lnTo>
                <a:lnTo>
                  <a:pt x="781050" y="9525"/>
                </a:lnTo>
                <a:lnTo>
                  <a:pt x="771525" y="9525"/>
                </a:lnTo>
                <a:close/>
                <a:moveTo>
                  <a:pt x="942975" y="0"/>
                </a:moveTo>
                <a:lnTo>
                  <a:pt x="962025" y="0"/>
                </a:lnTo>
                <a:lnTo>
                  <a:pt x="962025" y="19050"/>
                </a:lnTo>
                <a:lnTo>
                  <a:pt x="942975" y="19050"/>
                </a:lnTo>
                <a:close/>
                <a:moveTo>
                  <a:pt x="1143000" y="0"/>
                </a:moveTo>
                <a:lnTo>
                  <a:pt x="1152525" y="0"/>
                </a:lnTo>
                <a:lnTo>
                  <a:pt x="1152525" y="9525"/>
                </a:lnTo>
                <a:lnTo>
                  <a:pt x="1143000" y="9525"/>
                </a:lnTo>
                <a:close/>
                <a:moveTo>
                  <a:pt x="0" y="38100"/>
                </a:moveTo>
                <a:lnTo>
                  <a:pt x="9525" y="38100"/>
                </a:lnTo>
                <a:lnTo>
                  <a:pt x="9525" y="47625"/>
                </a:lnTo>
                <a:lnTo>
                  <a:pt x="0" y="47625"/>
                </a:lnTo>
                <a:close/>
                <a:moveTo>
                  <a:pt x="104775" y="57150"/>
                </a:moveTo>
                <a:lnTo>
                  <a:pt x="133350" y="57150"/>
                </a:lnTo>
                <a:lnTo>
                  <a:pt x="133350" y="66675"/>
                </a:lnTo>
                <a:lnTo>
                  <a:pt x="104775" y="66675"/>
                </a:lnTo>
                <a:close/>
                <a:moveTo>
                  <a:pt x="0" y="66675"/>
                </a:moveTo>
                <a:lnTo>
                  <a:pt x="9525" y="66675"/>
                </a:lnTo>
                <a:lnTo>
                  <a:pt x="9525" y="76200"/>
                </a:lnTo>
                <a:lnTo>
                  <a:pt x="19050" y="76200"/>
                </a:lnTo>
                <a:lnTo>
                  <a:pt x="19050" y="85725"/>
                </a:lnTo>
                <a:lnTo>
                  <a:pt x="9525" y="85725"/>
                </a:lnTo>
                <a:lnTo>
                  <a:pt x="9525" y="95250"/>
                </a:lnTo>
                <a:lnTo>
                  <a:pt x="0" y="95250"/>
                </a:lnTo>
                <a:close/>
                <a:moveTo>
                  <a:pt x="66675" y="114300"/>
                </a:moveTo>
                <a:lnTo>
                  <a:pt x="76200" y="114300"/>
                </a:lnTo>
                <a:lnTo>
                  <a:pt x="76200" y="123825"/>
                </a:lnTo>
                <a:lnTo>
                  <a:pt x="66675" y="123825"/>
                </a:lnTo>
                <a:close/>
                <a:moveTo>
                  <a:pt x="76200" y="276225"/>
                </a:moveTo>
                <a:lnTo>
                  <a:pt x="85725" y="276225"/>
                </a:lnTo>
                <a:lnTo>
                  <a:pt x="85725" y="285750"/>
                </a:lnTo>
                <a:lnTo>
                  <a:pt x="76200" y="285750"/>
                </a:lnTo>
                <a:close/>
                <a:moveTo>
                  <a:pt x="95250" y="276225"/>
                </a:moveTo>
                <a:lnTo>
                  <a:pt x="104775" y="276225"/>
                </a:lnTo>
                <a:lnTo>
                  <a:pt x="104775" y="295275"/>
                </a:lnTo>
                <a:lnTo>
                  <a:pt x="95250" y="295275"/>
                </a:lnTo>
                <a:close/>
                <a:moveTo>
                  <a:pt x="123825" y="323850"/>
                </a:moveTo>
                <a:lnTo>
                  <a:pt x="133350" y="323850"/>
                </a:lnTo>
                <a:lnTo>
                  <a:pt x="133350" y="333375"/>
                </a:lnTo>
                <a:lnTo>
                  <a:pt x="123825" y="333375"/>
                </a:lnTo>
                <a:close/>
                <a:moveTo>
                  <a:pt x="104775" y="342900"/>
                </a:moveTo>
                <a:lnTo>
                  <a:pt x="114300" y="342900"/>
                </a:lnTo>
                <a:lnTo>
                  <a:pt x="114300" y="352425"/>
                </a:lnTo>
                <a:lnTo>
                  <a:pt x="104775" y="352425"/>
                </a:lnTo>
                <a:close/>
                <a:moveTo>
                  <a:pt x="133350" y="342900"/>
                </a:moveTo>
                <a:lnTo>
                  <a:pt x="142875" y="342900"/>
                </a:lnTo>
                <a:lnTo>
                  <a:pt x="142875" y="352425"/>
                </a:lnTo>
                <a:lnTo>
                  <a:pt x="133350" y="352425"/>
                </a:lnTo>
                <a:close/>
                <a:moveTo>
                  <a:pt x="123825" y="352425"/>
                </a:moveTo>
                <a:lnTo>
                  <a:pt x="133350" y="352425"/>
                </a:lnTo>
                <a:lnTo>
                  <a:pt x="133350" y="361950"/>
                </a:lnTo>
                <a:lnTo>
                  <a:pt x="123825" y="361950"/>
                </a:lnTo>
                <a:close/>
                <a:moveTo>
                  <a:pt x="76200" y="371475"/>
                </a:moveTo>
                <a:lnTo>
                  <a:pt x="104775" y="371475"/>
                </a:lnTo>
                <a:lnTo>
                  <a:pt x="104775" y="381000"/>
                </a:lnTo>
                <a:lnTo>
                  <a:pt x="76200" y="381000"/>
                </a:lnTo>
                <a:close/>
                <a:moveTo>
                  <a:pt x="809625" y="371475"/>
                </a:moveTo>
                <a:lnTo>
                  <a:pt x="819150" y="371475"/>
                </a:lnTo>
                <a:lnTo>
                  <a:pt x="819150" y="381000"/>
                </a:lnTo>
                <a:lnTo>
                  <a:pt x="809625" y="381000"/>
                </a:lnTo>
                <a:close/>
                <a:moveTo>
                  <a:pt x="114300" y="390525"/>
                </a:moveTo>
                <a:lnTo>
                  <a:pt x="133350" y="390525"/>
                </a:lnTo>
                <a:lnTo>
                  <a:pt x="133350" y="400050"/>
                </a:lnTo>
                <a:lnTo>
                  <a:pt x="114300" y="400050"/>
                </a:lnTo>
                <a:close/>
                <a:moveTo>
                  <a:pt x="142875" y="390525"/>
                </a:moveTo>
                <a:lnTo>
                  <a:pt x="152400" y="390525"/>
                </a:lnTo>
                <a:lnTo>
                  <a:pt x="152400" y="400050"/>
                </a:lnTo>
                <a:lnTo>
                  <a:pt x="142875" y="400050"/>
                </a:lnTo>
                <a:close/>
                <a:moveTo>
                  <a:pt x="161925" y="390525"/>
                </a:moveTo>
                <a:lnTo>
                  <a:pt x="171450" y="390525"/>
                </a:lnTo>
                <a:lnTo>
                  <a:pt x="171450" y="400050"/>
                </a:lnTo>
                <a:lnTo>
                  <a:pt x="161925" y="400050"/>
                </a:lnTo>
                <a:close/>
                <a:moveTo>
                  <a:pt x="66675" y="400050"/>
                </a:moveTo>
                <a:lnTo>
                  <a:pt x="76200" y="400050"/>
                </a:lnTo>
                <a:lnTo>
                  <a:pt x="76200" y="409575"/>
                </a:lnTo>
                <a:lnTo>
                  <a:pt x="66675" y="409575"/>
                </a:lnTo>
                <a:close/>
                <a:moveTo>
                  <a:pt x="152400" y="400050"/>
                </a:moveTo>
                <a:lnTo>
                  <a:pt x="161925" y="400050"/>
                </a:lnTo>
                <a:lnTo>
                  <a:pt x="161925" y="409575"/>
                </a:lnTo>
                <a:lnTo>
                  <a:pt x="152400" y="409575"/>
                </a:lnTo>
                <a:close/>
                <a:moveTo>
                  <a:pt x="38100" y="409575"/>
                </a:moveTo>
                <a:lnTo>
                  <a:pt x="47625" y="409575"/>
                </a:lnTo>
                <a:lnTo>
                  <a:pt x="47625" y="438150"/>
                </a:lnTo>
                <a:lnTo>
                  <a:pt x="38100" y="438150"/>
                </a:lnTo>
                <a:close/>
                <a:moveTo>
                  <a:pt x="752475" y="409575"/>
                </a:moveTo>
                <a:lnTo>
                  <a:pt x="762000" y="409575"/>
                </a:lnTo>
                <a:lnTo>
                  <a:pt x="762000" y="419100"/>
                </a:lnTo>
                <a:lnTo>
                  <a:pt x="752475" y="419100"/>
                </a:lnTo>
                <a:close/>
                <a:moveTo>
                  <a:pt x="990600" y="428625"/>
                </a:moveTo>
                <a:lnTo>
                  <a:pt x="1000125" y="428625"/>
                </a:lnTo>
                <a:lnTo>
                  <a:pt x="1000125" y="447675"/>
                </a:lnTo>
                <a:lnTo>
                  <a:pt x="990600" y="447675"/>
                </a:lnTo>
                <a:close/>
                <a:moveTo>
                  <a:pt x="28575" y="447675"/>
                </a:moveTo>
                <a:lnTo>
                  <a:pt x="38100" y="447675"/>
                </a:lnTo>
                <a:lnTo>
                  <a:pt x="38100" y="466725"/>
                </a:lnTo>
                <a:lnTo>
                  <a:pt x="28575" y="466725"/>
                </a:lnTo>
                <a:close/>
                <a:moveTo>
                  <a:pt x="66675" y="466725"/>
                </a:moveTo>
                <a:lnTo>
                  <a:pt x="76200" y="466725"/>
                </a:lnTo>
                <a:lnTo>
                  <a:pt x="76200" y="476250"/>
                </a:lnTo>
                <a:lnTo>
                  <a:pt x="66675" y="476250"/>
                </a:lnTo>
                <a:close/>
                <a:moveTo>
                  <a:pt x="885825" y="466725"/>
                </a:moveTo>
                <a:lnTo>
                  <a:pt x="895350" y="466725"/>
                </a:lnTo>
                <a:lnTo>
                  <a:pt x="895350" y="476250"/>
                </a:lnTo>
                <a:lnTo>
                  <a:pt x="885825" y="476250"/>
                </a:lnTo>
                <a:close/>
                <a:moveTo>
                  <a:pt x="876300" y="523875"/>
                </a:moveTo>
                <a:lnTo>
                  <a:pt x="885825" y="523875"/>
                </a:lnTo>
                <a:lnTo>
                  <a:pt x="885825" y="542925"/>
                </a:lnTo>
                <a:lnTo>
                  <a:pt x="876300" y="542925"/>
                </a:lnTo>
                <a:close/>
                <a:moveTo>
                  <a:pt x="66675" y="581025"/>
                </a:moveTo>
                <a:lnTo>
                  <a:pt x="76200" y="581025"/>
                </a:lnTo>
                <a:lnTo>
                  <a:pt x="76200" y="590550"/>
                </a:lnTo>
                <a:lnTo>
                  <a:pt x="66675" y="590550"/>
                </a:lnTo>
                <a:close/>
                <a:moveTo>
                  <a:pt x="47625" y="590550"/>
                </a:moveTo>
                <a:lnTo>
                  <a:pt x="66675" y="590550"/>
                </a:lnTo>
                <a:lnTo>
                  <a:pt x="66675" y="600075"/>
                </a:lnTo>
                <a:lnTo>
                  <a:pt x="47625" y="600075"/>
                </a:lnTo>
                <a:close/>
                <a:moveTo>
                  <a:pt x="971550" y="619125"/>
                </a:moveTo>
                <a:lnTo>
                  <a:pt x="990600" y="619125"/>
                </a:lnTo>
                <a:lnTo>
                  <a:pt x="990600" y="628650"/>
                </a:lnTo>
                <a:lnTo>
                  <a:pt x="981075" y="628650"/>
                </a:lnTo>
                <a:lnTo>
                  <a:pt x="981075" y="638175"/>
                </a:lnTo>
                <a:lnTo>
                  <a:pt x="971550" y="638175"/>
                </a:lnTo>
                <a:close/>
                <a:moveTo>
                  <a:pt x="114300" y="685800"/>
                </a:moveTo>
                <a:lnTo>
                  <a:pt x="123825" y="685800"/>
                </a:lnTo>
                <a:lnTo>
                  <a:pt x="123825" y="695325"/>
                </a:lnTo>
                <a:lnTo>
                  <a:pt x="114300" y="695325"/>
                </a:lnTo>
                <a:close/>
                <a:moveTo>
                  <a:pt x="247650" y="685800"/>
                </a:moveTo>
                <a:lnTo>
                  <a:pt x="257175" y="685800"/>
                </a:lnTo>
                <a:lnTo>
                  <a:pt x="257175" y="695325"/>
                </a:lnTo>
                <a:lnTo>
                  <a:pt x="247650" y="695325"/>
                </a:lnTo>
                <a:close/>
                <a:moveTo>
                  <a:pt x="257175" y="695325"/>
                </a:moveTo>
                <a:lnTo>
                  <a:pt x="266700" y="695325"/>
                </a:lnTo>
                <a:lnTo>
                  <a:pt x="266700" y="704850"/>
                </a:lnTo>
                <a:lnTo>
                  <a:pt x="257175" y="704850"/>
                </a:lnTo>
                <a:close/>
                <a:moveTo>
                  <a:pt x="1009650" y="695325"/>
                </a:moveTo>
                <a:lnTo>
                  <a:pt x="1019175" y="695325"/>
                </a:lnTo>
                <a:lnTo>
                  <a:pt x="1019175" y="714375"/>
                </a:lnTo>
                <a:lnTo>
                  <a:pt x="1009650" y="714375"/>
                </a:lnTo>
                <a:close/>
                <a:moveTo>
                  <a:pt x="409575" y="714375"/>
                </a:moveTo>
                <a:lnTo>
                  <a:pt x="428625" y="714375"/>
                </a:lnTo>
                <a:lnTo>
                  <a:pt x="428625" y="723900"/>
                </a:lnTo>
                <a:lnTo>
                  <a:pt x="419100" y="723900"/>
                </a:lnTo>
                <a:lnTo>
                  <a:pt x="419100" y="733425"/>
                </a:lnTo>
                <a:lnTo>
                  <a:pt x="409575" y="733425"/>
                </a:lnTo>
                <a:lnTo>
                  <a:pt x="409575" y="742950"/>
                </a:lnTo>
                <a:lnTo>
                  <a:pt x="400050" y="742950"/>
                </a:lnTo>
                <a:lnTo>
                  <a:pt x="400050" y="723900"/>
                </a:lnTo>
                <a:lnTo>
                  <a:pt x="409575" y="723900"/>
                </a:lnTo>
                <a:close/>
                <a:moveTo>
                  <a:pt x="171450" y="723900"/>
                </a:moveTo>
                <a:lnTo>
                  <a:pt x="180975" y="723900"/>
                </a:lnTo>
                <a:lnTo>
                  <a:pt x="180975" y="733425"/>
                </a:lnTo>
                <a:lnTo>
                  <a:pt x="171450" y="733425"/>
                </a:lnTo>
                <a:close/>
                <a:moveTo>
                  <a:pt x="1104900" y="733425"/>
                </a:moveTo>
                <a:lnTo>
                  <a:pt x="1123950" y="733425"/>
                </a:lnTo>
                <a:lnTo>
                  <a:pt x="1123950" y="762000"/>
                </a:lnTo>
                <a:lnTo>
                  <a:pt x="1104900" y="762000"/>
                </a:lnTo>
                <a:close/>
                <a:moveTo>
                  <a:pt x="990600" y="742950"/>
                </a:moveTo>
                <a:lnTo>
                  <a:pt x="1000125" y="742950"/>
                </a:lnTo>
                <a:lnTo>
                  <a:pt x="1000125" y="752475"/>
                </a:lnTo>
                <a:lnTo>
                  <a:pt x="990600" y="752475"/>
                </a:lnTo>
                <a:close/>
                <a:moveTo>
                  <a:pt x="1009650" y="742950"/>
                </a:moveTo>
                <a:lnTo>
                  <a:pt x="1019175" y="742950"/>
                </a:lnTo>
                <a:lnTo>
                  <a:pt x="1019175" y="752475"/>
                </a:lnTo>
                <a:lnTo>
                  <a:pt x="1009650" y="752475"/>
                </a:lnTo>
                <a:close/>
                <a:moveTo>
                  <a:pt x="1038225" y="752475"/>
                </a:moveTo>
                <a:lnTo>
                  <a:pt x="1047750" y="752475"/>
                </a:lnTo>
                <a:lnTo>
                  <a:pt x="1047750" y="762000"/>
                </a:lnTo>
                <a:lnTo>
                  <a:pt x="1057275" y="762000"/>
                </a:lnTo>
                <a:lnTo>
                  <a:pt x="1057275" y="752475"/>
                </a:lnTo>
                <a:lnTo>
                  <a:pt x="1066800" y="752475"/>
                </a:lnTo>
                <a:lnTo>
                  <a:pt x="1066800" y="771525"/>
                </a:lnTo>
                <a:lnTo>
                  <a:pt x="1038225" y="771525"/>
                </a:lnTo>
                <a:close/>
                <a:moveTo>
                  <a:pt x="76200" y="762000"/>
                </a:moveTo>
                <a:lnTo>
                  <a:pt x="85725" y="762000"/>
                </a:lnTo>
                <a:lnTo>
                  <a:pt x="85725" y="771525"/>
                </a:lnTo>
                <a:lnTo>
                  <a:pt x="76200" y="771525"/>
                </a:lnTo>
                <a:close/>
                <a:moveTo>
                  <a:pt x="352425" y="762000"/>
                </a:moveTo>
                <a:lnTo>
                  <a:pt x="371475" y="762000"/>
                </a:lnTo>
                <a:lnTo>
                  <a:pt x="371475" y="771525"/>
                </a:lnTo>
                <a:lnTo>
                  <a:pt x="352425" y="771525"/>
                </a:lnTo>
                <a:close/>
                <a:moveTo>
                  <a:pt x="466725" y="762000"/>
                </a:moveTo>
                <a:lnTo>
                  <a:pt x="476250" y="762000"/>
                </a:lnTo>
                <a:lnTo>
                  <a:pt x="476250" y="771525"/>
                </a:lnTo>
                <a:lnTo>
                  <a:pt x="466725" y="771525"/>
                </a:lnTo>
                <a:close/>
                <a:moveTo>
                  <a:pt x="485775" y="762000"/>
                </a:moveTo>
                <a:lnTo>
                  <a:pt x="495300" y="762000"/>
                </a:lnTo>
                <a:lnTo>
                  <a:pt x="495300" y="771525"/>
                </a:lnTo>
                <a:lnTo>
                  <a:pt x="485775" y="771525"/>
                </a:lnTo>
                <a:close/>
                <a:moveTo>
                  <a:pt x="990600" y="762000"/>
                </a:moveTo>
                <a:lnTo>
                  <a:pt x="1000125" y="762000"/>
                </a:lnTo>
                <a:lnTo>
                  <a:pt x="1000125" y="781050"/>
                </a:lnTo>
                <a:lnTo>
                  <a:pt x="981075" y="781050"/>
                </a:lnTo>
                <a:lnTo>
                  <a:pt x="981075" y="771525"/>
                </a:lnTo>
                <a:lnTo>
                  <a:pt x="990600" y="771525"/>
                </a:lnTo>
                <a:close/>
                <a:moveTo>
                  <a:pt x="1009650" y="762000"/>
                </a:moveTo>
                <a:lnTo>
                  <a:pt x="1019175" y="762000"/>
                </a:lnTo>
                <a:lnTo>
                  <a:pt x="1019175" y="771525"/>
                </a:lnTo>
                <a:lnTo>
                  <a:pt x="1038225" y="771525"/>
                </a:lnTo>
                <a:lnTo>
                  <a:pt x="1038225" y="781050"/>
                </a:lnTo>
                <a:lnTo>
                  <a:pt x="1009650" y="781050"/>
                </a:lnTo>
                <a:close/>
                <a:moveTo>
                  <a:pt x="828675" y="771525"/>
                </a:moveTo>
                <a:lnTo>
                  <a:pt x="838200" y="771525"/>
                </a:lnTo>
                <a:lnTo>
                  <a:pt x="838200" y="781050"/>
                </a:lnTo>
                <a:lnTo>
                  <a:pt x="828675" y="781050"/>
                </a:lnTo>
                <a:close/>
                <a:moveTo>
                  <a:pt x="1171575" y="790575"/>
                </a:moveTo>
                <a:lnTo>
                  <a:pt x="1181100" y="790575"/>
                </a:lnTo>
                <a:lnTo>
                  <a:pt x="1181100" y="800100"/>
                </a:lnTo>
                <a:lnTo>
                  <a:pt x="1190625" y="800100"/>
                </a:lnTo>
                <a:lnTo>
                  <a:pt x="1190625" y="809625"/>
                </a:lnTo>
                <a:lnTo>
                  <a:pt x="1162050" y="809625"/>
                </a:lnTo>
                <a:lnTo>
                  <a:pt x="1162050" y="800100"/>
                </a:lnTo>
                <a:lnTo>
                  <a:pt x="1171575" y="800100"/>
                </a:lnTo>
                <a:close/>
                <a:moveTo>
                  <a:pt x="76200" y="800100"/>
                </a:moveTo>
                <a:lnTo>
                  <a:pt x="85725" y="800100"/>
                </a:lnTo>
                <a:lnTo>
                  <a:pt x="85725" y="809625"/>
                </a:lnTo>
                <a:lnTo>
                  <a:pt x="76200" y="809625"/>
                </a:lnTo>
                <a:close/>
                <a:moveTo>
                  <a:pt x="400050" y="800100"/>
                </a:moveTo>
                <a:lnTo>
                  <a:pt x="409575" y="800100"/>
                </a:lnTo>
                <a:lnTo>
                  <a:pt x="409575" y="809625"/>
                </a:lnTo>
                <a:lnTo>
                  <a:pt x="400050" y="809625"/>
                </a:lnTo>
                <a:close/>
                <a:moveTo>
                  <a:pt x="781050" y="800100"/>
                </a:moveTo>
                <a:lnTo>
                  <a:pt x="790575" y="800100"/>
                </a:lnTo>
                <a:lnTo>
                  <a:pt x="790575" y="809625"/>
                </a:lnTo>
                <a:lnTo>
                  <a:pt x="781050" y="809625"/>
                </a:lnTo>
                <a:close/>
              </a:path>
            </a:pathLst>
          </a:custGeom>
          <a:solidFill xmlns:a="http://schemas.openxmlformats.org/drawingml/2006/main">
            <a:srgbClr val="F9F9F3"/>
          </a:solidFill>
          <a:ln xmlns:a="http://schemas.openxmlformats.org/drawingml/2006/main" w="0">
            <a:noFill/>
          </a:ln>
        </p:spPr>
      </p:sp>
      <p:sp>
        <p:nvSpPr>
          <p:cNvPr id="241" name="v22 vector #faf8f4">
            <a:extLst xmlns:a="http://schemas.openxmlformats.org/drawingml/2006/main">
              <a:ext uri="{FF2B5EF4-FFF2-40B4-BE49-F238E27FC236}">
                <a16:creationId xmlns:a16="http://schemas.microsoft.com/office/drawing/2014/main" id="{CF15C93D-4DAF-4395-8620-F420FF9FFBC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10675" y="4848225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85725" y="104775"/>
                </a:moveTo>
                <a:lnTo>
                  <a:pt x="104775" y="104775"/>
                </a:lnTo>
                <a:lnTo>
                  <a:pt x="104775" y="123825"/>
                </a:lnTo>
                <a:lnTo>
                  <a:pt x="114300" y="123825"/>
                </a:lnTo>
                <a:lnTo>
                  <a:pt x="114300" y="142875"/>
                </a:lnTo>
                <a:lnTo>
                  <a:pt x="104775" y="142875"/>
                </a:lnTo>
                <a:lnTo>
                  <a:pt x="104775" y="152400"/>
                </a:lnTo>
                <a:lnTo>
                  <a:pt x="95250" y="152400"/>
                </a:lnTo>
                <a:lnTo>
                  <a:pt x="95250" y="142875"/>
                </a:lnTo>
                <a:lnTo>
                  <a:pt x="85725" y="142875"/>
                </a:lnTo>
                <a:lnTo>
                  <a:pt x="85725" y="133350"/>
                </a:lnTo>
                <a:lnTo>
                  <a:pt x="76200" y="133350"/>
                </a:lnTo>
                <a:lnTo>
                  <a:pt x="76200" y="114300"/>
                </a:lnTo>
                <a:lnTo>
                  <a:pt x="85725" y="114300"/>
                </a:lnTo>
                <a:close/>
                <a:moveTo>
                  <a:pt x="0" y="114300"/>
                </a:moveTo>
                <a:lnTo>
                  <a:pt x="19050" y="114300"/>
                </a:lnTo>
                <a:lnTo>
                  <a:pt x="19050" y="142875"/>
                </a:lnTo>
                <a:lnTo>
                  <a:pt x="9525" y="142875"/>
                </a:lnTo>
                <a:lnTo>
                  <a:pt x="9525" y="152400"/>
                </a:lnTo>
                <a:lnTo>
                  <a:pt x="0" y="152400"/>
                </a:lnTo>
                <a:close/>
                <a:moveTo>
                  <a:pt x="123825" y="142875"/>
                </a:moveTo>
                <a:lnTo>
                  <a:pt x="133350" y="142875"/>
                </a:lnTo>
                <a:lnTo>
                  <a:pt x="133350" y="152400"/>
                </a:lnTo>
                <a:lnTo>
                  <a:pt x="123825" y="152400"/>
                </a:lnTo>
                <a:close/>
                <a:moveTo>
                  <a:pt x="114300" y="152400"/>
                </a:moveTo>
                <a:lnTo>
                  <a:pt x="123825" y="152400"/>
                </a:lnTo>
                <a:lnTo>
                  <a:pt x="123825" y="161925"/>
                </a:lnTo>
                <a:lnTo>
                  <a:pt x="114300" y="161925"/>
                </a:lnTo>
                <a:close/>
                <a:moveTo>
                  <a:pt x="133350" y="152400"/>
                </a:moveTo>
                <a:lnTo>
                  <a:pt x="142875" y="152400"/>
                </a:lnTo>
                <a:lnTo>
                  <a:pt x="142875" y="161925"/>
                </a:lnTo>
                <a:lnTo>
                  <a:pt x="133350" y="161925"/>
                </a:lnTo>
                <a:close/>
                <a:moveTo>
                  <a:pt x="161925" y="200025"/>
                </a:moveTo>
                <a:lnTo>
                  <a:pt x="171450" y="200025"/>
                </a:lnTo>
                <a:lnTo>
                  <a:pt x="171450" y="209550"/>
                </a:lnTo>
                <a:lnTo>
                  <a:pt x="161925" y="209550"/>
                </a:lnTo>
                <a:close/>
                <a:moveTo>
                  <a:pt x="1028700" y="219075"/>
                </a:moveTo>
                <a:lnTo>
                  <a:pt x="1038225" y="219075"/>
                </a:lnTo>
                <a:lnTo>
                  <a:pt x="1038225" y="228600"/>
                </a:lnTo>
                <a:lnTo>
                  <a:pt x="1028700" y="228600"/>
                </a:lnTo>
                <a:close/>
                <a:moveTo>
                  <a:pt x="933450" y="247650"/>
                </a:moveTo>
                <a:lnTo>
                  <a:pt x="952500" y="247650"/>
                </a:lnTo>
                <a:lnTo>
                  <a:pt x="952500" y="257175"/>
                </a:lnTo>
                <a:lnTo>
                  <a:pt x="933450" y="257175"/>
                </a:lnTo>
                <a:close/>
                <a:moveTo>
                  <a:pt x="381000" y="266700"/>
                </a:moveTo>
                <a:lnTo>
                  <a:pt x="390525" y="266700"/>
                </a:lnTo>
                <a:lnTo>
                  <a:pt x="390525" y="276225"/>
                </a:lnTo>
                <a:lnTo>
                  <a:pt x="381000" y="276225"/>
                </a:lnTo>
                <a:close/>
                <a:moveTo>
                  <a:pt x="142875" y="285750"/>
                </a:moveTo>
                <a:lnTo>
                  <a:pt x="161925" y="285750"/>
                </a:lnTo>
                <a:lnTo>
                  <a:pt x="161925" y="304800"/>
                </a:lnTo>
                <a:lnTo>
                  <a:pt x="152400" y="304800"/>
                </a:lnTo>
                <a:lnTo>
                  <a:pt x="152400" y="295275"/>
                </a:lnTo>
                <a:lnTo>
                  <a:pt x="142875" y="295275"/>
                </a:lnTo>
                <a:close/>
                <a:moveTo>
                  <a:pt x="962025" y="285750"/>
                </a:moveTo>
                <a:lnTo>
                  <a:pt x="971550" y="285750"/>
                </a:lnTo>
                <a:lnTo>
                  <a:pt x="971550" y="295275"/>
                </a:lnTo>
                <a:lnTo>
                  <a:pt x="962025" y="295275"/>
                </a:lnTo>
                <a:close/>
                <a:moveTo>
                  <a:pt x="57150" y="352425"/>
                </a:moveTo>
                <a:lnTo>
                  <a:pt x="66675" y="352425"/>
                </a:lnTo>
                <a:lnTo>
                  <a:pt x="66675" y="361950"/>
                </a:lnTo>
                <a:lnTo>
                  <a:pt x="57150" y="361950"/>
                </a:lnTo>
                <a:close/>
                <a:moveTo>
                  <a:pt x="57150" y="371475"/>
                </a:moveTo>
                <a:lnTo>
                  <a:pt x="66675" y="371475"/>
                </a:lnTo>
                <a:lnTo>
                  <a:pt x="66675" y="381000"/>
                </a:lnTo>
                <a:lnTo>
                  <a:pt x="57150" y="381000"/>
                </a:lnTo>
                <a:close/>
                <a:moveTo>
                  <a:pt x="9525" y="381000"/>
                </a:moveTo>
                <a:lnTo>
                  <a:pt x="28575" y="381000"/>
                </a:lnTo>
                <a:lnTo>
                  <a:pt x="28575" y="390525"/>
                </a:lnTo>
                <a:lnTo>
                  <a:pt x="38100" y="390525"/>
                </a:lnTo>
                <a:lnTo>
                  <a:pt x="38100" y="419100"/>
                </a:lnTo>
                <a:lnTo>
                  <a:pt x="9525" y="419100"/>
                </a:lnTo>
                <a:close/>
                <a:moveTo>
                  <a:pt x="1095375" y="485775"/>
                </a:moveTo>
                <a:lnTo>
                  <a:pt x="1114425" y="485775"/>
                </a:lnTo>
                <a:lnTo>
                  <a:pt x="1114425" y="495300"/>
                </a:lnTo>
                <a:lnTo>
                  <a:pt x="1095375" y="495300"/>
                </a:lnTo>
                <a:close/>
                <a:moveTo>
                  <a:pt x="933450" y="590550"/>
                </a:moveTo>
                <a:lnTo>
                  <a:pt x="952500" y="590550"/>
                </a:lnTo>
                <a:lnTo>
                  <a:pt x="952500" y="600075"/>
                </a:lnTo>
                <a:lnTo>
                  <a:pt x="933450" y="600075"/>
                </a:lnTo>
                <a:close/>
                <a:moveTo>
                  <a:pt x="838200" y="609600"/>
                </a:moveTo>
                <a:lnTo>
                  <a:pt x="847725" y="609600"/>
                </a:lnTo>
                <a:lnTo>
                  <a:pt x="847725" y="619125"/>
                </a:lnTo>
                <a:lnTo>
                  <a:pt x="838200" y="619125"/>
                </a:lnTo>
                <a:close/>
                <a:moveTo>
                  <a:pt x="857250" y="609600"/>
                </a:moveTo>
                <a:lnTo>
                  <a:pt x="876300" y="609600"/>
                </a:lnTo>
                <a:lnTo>
                  <a:pt x="876300" y="619125"/>
                </a:lnTo>
                <a:lnTo>
                  <a:pt x="857250" y="619125"/>
                </a:lnTo>
                <a:close/>
                <a:moveTo>
                  <a:pt x="942975" y="628650"/>
                </a:moveTo>
                <a:lnTo>
                  <a:pt x="962025" y="628650"/>
                </a:lnTo>
                <a:lnTo>
                  <a:pt x="962025" y="638175"/>
                </a:lnTo>
                <a:lnTo>
                  <a:pt x="942975" y="638175"/>
                </a:lnTo>
                <a:close/>
                <a:moveTo>
                  <a:pt x="962025" y="638175"/>
                </a:moveTo>
                <a:lnTo>
                  <a:pt x="971550" y="638175"/>
                </a:lnTo>
                <a:lnTo>
                  <a:pt x="971550" y="647700"/>
                </a:lnTo>
                <a:lnTo>
                  <a:pt x="962025" y="647700"/>
                </a:lnTo>
                <a:close/>
                <a:moveTo>
                  <a:pt x="1095375" y="657225"/>
                </a:moveTo>
                <a:lnTo>
                  <a:pt x="1104900" y="657225"/>
                </a:lnTo>
                <a:lnTo>
                  <a:pt x="1104900" y="666750"/>
                </a:lnTo>
                <a:lnTo>
                  <a:pt x="1095375" y="666750"/>
                </a:lnTo>
                <a:close/>
                <a:moveTo>
                  <a:pt x="1019175" y="714375"/>
                </a:moveTo>
                <a:lnTo>
                  <a:pt x="1038225" y="714375"/>
                </a:lnTo>
                <a:lnTo>
                  <a:pt x="1038225" y="733425"/>
                </a:lnTo>
                <a:lnTo>
                  <a:pt x="1028700" y="733425"/>
                </a:lnTo>
                <a:lnTo>
                  <a:pt x="1028700" y="723900"/>
                </a:lnTo>
                <a:lnTo>
                  <a:pt x="1019175" y="723900"/>
                </a:lnTo>
                <a:close/>
              </a:path>
            </a:pathLst>
          </a:custGeom>
          <a:solidFill xmlns:a="http://schemas.openxmlformats.org/drawingml/2006/main">
            <a:srgbClr val="FAF8F4"/>
          </a:solidFill>
          <a:ln xmlns:a="http://schemas.openxmlformats.org/drawingml/2006/main" w="0">
            <a:noFill/>
          </a:ln>
        </p:spPr>
      </p:sp>
      <p:sp>
        <p:nvSpPr>
          <p:cNvPr id="242" name="v22 vector #f9f8f4">
            <a:extLst xmlns:a="http://schemas.openxmlformats.org/drawingml/2006/main">
              <a:ext uri="{FF2B5EF4-FFF2-40B4-BE49-F238E27FC236}">
                <a16:creationId xmlns:a16="http://schemas.microsoft.com/office/drawing/2014/main" id="{30E9DC44-3113-417B-AA9A-E88E77EAF6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10675" y="4848225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209550" y="0"/>
                </a:moveTo>
                <a:lnTo>
                  <a:pt x="219075" y="0"/>
                </a:lnTo>
                <a:lnTo>
                  <a:pt x="219075" y="19050"/>
                </a:lnTo>
                <a:lnTo>
                  <a:pt x="209550" y="19050"/>
                </a:lnTo>
                <a:close/>
                <a:moveTo>
                  <a:pt x="247650" y="0"/>
                </a:moveTo>
                <a:lnTo>
                  <a:pt x="257175" y="0"/>
                </a:lnTo>
                <a:lnTo>
                  <a:pt x="257175" y="19050"/>
                </a:lnTo>
                <a:lnTo>
                  <a:pt x="238125" y="19050"/>
                </a:lnTo>
                <a:lnTo>
                  <a:pt x="238125" y="9525"/>
                </a:lnTo>
                <a:lnTo>
                  <a:pt x="247650" y="9525"/>
                </a:lnTo>
                <a:close/>
                <a:moveTo>
                  <a:pt x="361950" y="0"/>
                </a:moveTo>
                <a:lnTo>
                  <a:pt x="381000" y="0"/>
                </a:lnTo>
                <a:lnTo>
                  <a:pt x="381000" y="9525"/>
                </a:lnTo>
                <a:lnTo>
                  <a:pt x="361950" y="9525"/>
                </a:lnTo>
                <a:close/>
                <a:moveTo>
                  <a:pt x="447675" y="0"/>
                </a:moveTo>
                <a:lnTo>
                  <a:pt x="457200" y="0"/>
                </a:lnTo>
                <a:lnTo>
                  <a:pt x="457200" y="9525"/>
                </a:lnTo>
                <a:lnTo>
                  <a:pt x="447675" y="9525"/>
                </a:lnTo>
                <a:close/>
                <a:moveTo>
                  <a:pt x="466725" y="0"/>
                </a:moveTo>
                <a:lnTo>
                  <a:pt x="542925" y="0"/>
                </a:lnTo>
                <a:lnTo>
                  <a:pt x="542925" y="9525"/>
                </a:lnTo>
                <a:lnTo>
                  <a:pt x="523875" y="9525"/>
                </a:lnTo>
                <a:lnTo>
                  <a:pt x="523875" y="19050"/>
                </a:lnTo>
                <a:lnTo>
                  <a:pt x="485775" y="19050"/>
                </a:lnTo>
                <a:lnTo>
                  <a:pt x="485775" y="9525"/>
                </a:lnTo>
                <a:lnTo>
                  <a:pt x="476250" y="9525"/>
                </a:lnTo>
                <a:lnTo>
                  <a:pt x="476250" y="19050"/>
                </a:lnTo>
                <a:lnTo>
                  <a:pt x="466725" y="19050"/>
                </a:lnTo>
                <a:close/>
                <a:moveTo>
                  <a:pt x="838200" y="0"/>
                </a:moveTo>
                <a:lnTo>
                  <a:pt x="847725" y="0"/>
                </a:lnTo>
                <a:lnTo>
                  <a:pt x="847725" y="9525"/>
                </a:lnTo>
                <a:lnTo>
                  <a:pt x="838200" y="9525"/>
                </a:lnTo>
                <a:close/>
                <a:moveTo>
                  <a:pt x="1000125" y="0"/>
                </a:moveTo>
                <a:lnTo>
                  <a:pt x="1028700" y="0"/>
                </a:lnTo>
                <a:lnTo>
                  <a:pt x="1028700" y="9525"/>
                </a:lnTo>
                <a:lnTo>
                  <a:pt x="1019175" y="9525"/>
                </a:lnTo>
                <a:lnTo>
                  <a:pt x="1019175" y="19050"/>
                </a:lnTo>
                <a:lnTo>
                  <a:pt x="1000125" y="19050"/>
                </a:lnTo>
                <a:close/>
                <a:moveTo>
                  <a:pt x="295275" y="9525"/>
                </a:moveTo>
                <a:lnTo>
                  <a:pt x="304800" y="9525"/>
                </a:lnTo>
                <a:lnTo>
                  <a:pt x="304800" y="19050"/>
                </a:lnTo>
                <a:lnTo>
                  <a:pt x="295275" y="19050"/>
                </a:lnTo>
                <a:close/>
                <a:moveTo>
                  <a:pt x="895350" y="9525"/>
                </a:moveTo>
                <a:lnTo>
                  <a:pt x="904875" y="9525"/>
                </a:lnTo>
                <a:lnTo>
                  <a:pt x="904875" y="19050"/>
                </a:lnTo>
                <a:lnTo>
                  <a:pt x="895350" y="19050"/>
                </a:lnTo>
                <a:close/>
                <a:moveTo>
                  <a:pt x="257175" y="19050"/>
                </a:moveTo>
                <a:lnTo>
                  <a:pt x="266700" y="19050"/>
                </a:lnTo>
                <a:lnTo>
                  <a:pt x="266700" y="28575"/>
                </a:lnTo>
                <a:lnTo>
                  <a:pt x="257175" y="28575"/>
                </a:lnTo>
                <a:close/>
                <a:moveTo>
                  <a:pt x="304800" y="19050"/>
                </a:moveTo>
                <a:lnTo>
                  <a:pt x="314325" y="19050"/>
                </a:lnTo>
                <a:lnTo>
                  <a:pt x="314325" y="28575"/>
                </a:lnTo>
                <a:lnTo>
                  <a:pt x="304800" y="28575"/>
                </a:lnTo>
                <a:close/>
                <a:moveTo>
                  <a:pt x="600075" y="19050"/>
                </a:moveTo>
                <a:lnTo>
                  <a:pt x="619125" y="19050"/>
                </a:lnTo>
                <a:lnTo>
                  <a:pt x="619125" y="28575"/>
                </a:lnTo>
                <a:lnTo>
                  <a:pt x="600075" y="28575"/>
                </a:lnTo>
                <a:close/>
                <a:moveTo>
                  <a:pt x="942975" y="19050"/>
                </a:moveTo>
                <a:lnTo>
                  <a:pt x="952500" y="19050"/>
                </a:lnTo>
                <a:lnTo>
                  <a:pt x="952500" y="66675"/>
                </a:lnTo>
                <a:lnTo>
                  <a:pt x="942975" y="66675"/>
                </a:lnTo>
                <a:lnTo>
                  <a:pt x="942975" y="76200"/>
                </a:lnTo>
                <a:lnTo>
                  <a:pt x="933450" y="76200"/>
                </a:lnTo>
                <a:lnTo>
                  <a:pt x="933450" y="38100"/>
                </a:lnTo>
                <a:lnTo>
                  <a:pt x="942975" y="38100"/>
                </a:lnTo>
                <a:close/>
                <a:moveTo>
                  <a:pt x="981075" y="19050"/>
                </a:moveTo>
                <a:lnTo>
                  <a:pt x="1000125" y="19050"/>
                </a:lnTo>
                <a:lnTo>
                  <a:pt x="1000125" y="28575"/>
                </a:lnTo>
                <a:lnTo>
                  <a:pt x="981075" y="28575"/>
                </a:lnTo>
                <a:close/>
                <a:moveTo>
                  <a:pt x="266700" y="28575"/>
                </a:moveTo>
                <a:lnTo>
                  <a:pt x="295275" y="28575"/>
                </a:lnTo>
                <a:lnTo>
                  <a:pt x="295275" y="38100"/>
                </a:lnTo>
                <a:lnTo>
                  <a:pt x="266700" y="38100"/>
                </a:lnTo>
                <a:close/>
                <a:moveTo>
                  <a:pt x="400050" y="28575"/>
                </a:moveTo>
                <a:lnTo>
                  <a:pt x="409575" y="28575"/>
                </a:lnTo>
                <a:lnTo>
                  <a:pt x="409575" y="38100"/>
                </a:lnTo>
                <a:lnTo>
                  <a:pt x="400050" y="38100"/>
                </a:lnTo>
                <a:close/>
                <a:moveTo>
                  <a:pt x="466725" y="28575"/>
                </a:moveTo>
                <a:lnTo>
                  <a:pt x="476250" y="28575"/>
                </a:lnTo>
                <a:lnTo>
                  <a:pt x="476250" y="38100"/>
                </a:lnTo>
                <a:lnTo>
                  <a:pt x="466725" y="38100"/>
                </a:lnTo>
                <a:close/>
                <a:moveTo>
                  <a:pt x="885825" y="28575"/>
                </a:moveTo>
                <a:lnTo>
                  <a:pt x="895350" y="28575"/>
                </a:lnTo>
                <a:lnTo>
                  <a:pt x="895350" y="47625"/>
                </a:lnTo>
                <a:lnTo>
                  <a:pt x="885825" y="47625"/>
                </a:lnTo>
                <a:close/>
                <a:moveTo>
                  <a:pt x="47625" y="38100"/>
                </a:moveTo>
                <a:lnTo>
                  <a:pt x="57150" y="38100"/>
                </a:lnTo>
                <a:lnTo>
                  <a:pt x="57150" y="47625"/>
                </a:lnTo>
                <a:lnTo>
                  <a:pt x="66675" y="47625"/>
                </a:lnTo>
                <a:lnTo>
                  <a:pt x="66675" y="57150"/>
                </a:lnTo>
                <a:lnTo>
                  <a:pt x="47625" y="57150"/>
                </a:lnTo>
                <a:lnTo>
                  <a:pt x="47625" y="76200"/>
                </a:lnTo>
                <a:lnTo>
                  <a:pt x="28575" y="76200"/>
                </a:lnTo>
                <a:lnTo>
                  <a:pt x="28575" y="66675"/>
                </a:lnTo>
                <a:lnTo>
                  <a:pt x="38100" y="66675"/>
                </a:lnTo>
                <a:lnTo>
                  <a:pt x="38100" y="47625"/>
                </a:lnTo>
                <a:lnTo>
                  <a:pt x="47625" y="47625"/>
                </a:lnTo>
                <a:close/>
                <a:moveTo>
                  <a:pt x="161925" y="38100"/>
                </a:moveTo>
                <a:lnTo>
                  <a:pt x="171450" y="38100"/>
                </a:lnTo>
                <a:lnTo>
                  <a:pt x="171450" y="66675"/>
                </a:lnTo>
                <a:lnTo>
                  <a:pt x="161925" y="66675"/>
                </a:lnTo>
                <a:close/>
                <a:moveTo>
                  <a:pt x="323850" y="38100"/>
                </a:moveTo>
                <a:lnTo>
                  <a:pt x="333375" y="38100"/>
                </a:lnTo>
                <a:lnTo>
                  <a:pt x="333375" y="47625"/>
                </a:lnTo>
                <a:lnTo>
                  <a:pt x="323850" y="47625"/>
                </a:lnTo>
                <a:close/>
                <a:moveTo>
                  <a:pt x="409575" y="38100"/>
                </a:moveTo>
                <a:lnTo>
                  <a:pt x="419100" y="38100"/>
                </a:lnTo>
                <a:lnTo>
                  <a:pt x="419100" y="47625"/>
                </a:lnTo>
                <a:lnTo>
                  <a:pt x="409575" y="47625"/>
                </a:lnTo>
                <a:close/>
                <a:moveTo>
                  <a:pt x="466725" y="47625"/>
                </a:moveTo>
                <a:lnTo>
                  <a:pt x="476250" y="47625"/>
                </a:lnTo>
                <a:lnTo>
                  <a:pt x="476250" y="57150"/>
                </a:lnTo>
                <a:lnTo>
                  <a:pt x="466725" y="57150"/>
                </a:lnTo>
                <a:close/>
                <a:moveTo>
                  <a:pt x="1000125" y="47625"/>
                </a:moveTo>
                <a:lnTo>
                  <a:pt x="1019175" y="47625"/>
                </a:lnTo>
                <a:lnTo>
                  <a:pt x="1019175" y="76200"/>
                </a:lnTo>
                <a:lnTo>
                  <a:pt x="1000125" y="76200"/>
                </a:lnTo>
                <a:close/>
                <a:moveTo>
                  <a:pt x="85725" y="76200"/>
                </a:moveTo>
                <a:lnTo>
                  <a:pt x="152400" y="76200"/>
                </a:lnTo>
                <a:lnTo>
                  <a:pt x="152400" y="85725"/>
                </a:lnTo>
                <a:lnTo>
                  <a:pt x="161925" y="85725"/>
                </a:lnTo>
                <a:lnTo>
                  <a:pt x="161925" y="104775"/>
                </a:lnTo>
                <a:lnTo>
                  <a:pt x="171450" y="104775"/>
                </a:lnTo>
                <a:lnTo>
                  <a:pt x="171450" y="114300"/>
                </a:lnTo>
                <a:lnTo>
                  <a:pt x="161925" y="114300"/>
                </a:lnTo>
                <a:lnTo>
                  <a:pt x="161925" y="123825"/>
                </a:lnTo>
                <a:lnTo>
                  <a:pt x="190500" y="123825"/>
                </a:lnTo>
                <a:lnTo>
                  <a:pt x="190500" y="133350"/>
                </a:lnTo>
                <a:lnTo>
                  <a:pt x="180975" y="133350"/>
                </a:lnTo>
                <a:lnTo>
                  <a:pt x="180975" y="142875"/>
                </a:lnTo>
                <a:lnTo>
                  <a:pt x="171450" y="142875"/>
                </a:lnTo>
                <a:lnTo>
                  <a:pt x="171450" y="133350"/>
                </a:lnTo>
                <a:lnTo>
                  <a:pt x="152400" y="133350"/>
                </a:lnTo>
                <a:lnTo>
                  <a:pt x="152400" y="142875"/>
                </a:lnTo>
                <a:lnTo>
                  <a:pt x="142875" y="142875"/>
                </a:lnTo>
                <a:lnTo>
                  <a:pt x="142875" y="152400"/>
                </a:lnTo>
                <a:lnTo>
                  <a:pt x="133350" y="152400"/>
                </a:lnTo>
                <a:lnTo>
                  <a:pt x="133350" y="133350"/>
                </a:lnTo>
                <a:lnTo>
                  <a:pt x="114300" y="133350"/>
                </a:lnTo>
                <a:lnTo>
                  <a:pt x="114300" y="123825"/>
                </a:lnTo>
                <a:lnTo>
                  <a:pt x="104775" y="123825"/>
                </a:lnTo>
                <a:lnTo>
                  <a:pt x="104775" y="104775"/>
                </a:lnTo>
                <a:lnTo>
                  <a:pt x="85725" y="104775"/>
                </a:lnTo>
                <a:close/>
                <a:moveTo>
                  <a:pt x="533400" y="76200"/>
                </a:moveTo>
                <a:lnTo>
                  <a:pt x="552450" y="76200"/>
                </a:lnTo>
                <a:lnTo>
                  <a:pt x="552450" y="95250"/>
                </a:lnTo>
                <a:lnTo>
                  <a:pt x="571500" y="95250"/>
                </a:lnTo>
                <a:lnTo>
                  <a:pt x="571500" y="104775"/>
                </a:lnTo>
                <a:lnTo>
                  <a:pt x="581025" y="104775"/>
                </a:lnTo>
                <a:lnTo>
                  <a:pt x="581025" y="123825"/>
                </a:lnTo>
                <a:lnTo>
                  <a:pt x="561975" y="123825"/>
                </a:lnTo>
                <a:lnTo>
                  <a:pt x="561975" y="133350"/>
                </a:lnTo>
                <a:lnTo>
                  <a:pt x="552450" y="133350"/>
                </a:lnTo>
                <a:lnTo>
                  <a:pt x="552450" y="142875"/>
                </a:lnTo>
                <a:lnTo>
                  <a:pt x="542925" y="142875"/>
                </a:lnTo>
                <a:lnTo>
                  <a:pt x="542925" y="133350"/>
                </a:lnTo>
                <a:lnTo>
                  <a:pt x="533400" y="133350"/>
                </a:lnTo>
                <a:lnTo>
                  <a:pt x="533400" y="95250"/>
                </a:lnTo>
                <a:lnTo>
                  <a:pt x="514350" y="95250"/>
                </a:lnTo>
                <a:lnTo>
                  <a:pt x="514350" y="85725"/>
                </a:lnTo>
                <a:lnTo>
                  <a:pt x="533400" y="85725"/>
                </a:lnTo>
                <a:close/>
                <a:moveTo>
                  <a:pt x="47625" y="85725"/>
                </a:moveTo>
                <a:lnTo>
                  <a:pt x="76200" y="85725"/>
                </a:lnTo>
                <a:lnTo>
                  <a:pt x="76200" y="95250"/>
                </a:lnTo>
                <a:lnTo>
                  <a:pt x="47625" y="95250"/>
                </a:lnTo>
                <a:close/>
                <a:moveTo>
                  <a:pt x="981075" y="85725"/>
                </a:moveTo>
                <a:lnTo>
                  <a:pt x="990600" y="85725"/>
                </a:lnTo>
                <a:lnTo>
                  <a:pt x="990600" y="95250"/>
                </a:lnTo>
                <a:lnTo>
                  <a:pt x="981075" y="95250"/>
                </a:lnTo>
                <a:close/>
                <a:moveTo>
                  <a:pt x="19050" y="95250"/>
                </a:moveTo>
                <a:lnTo>
                  <a:pt x="28575" y="95250"/>
                </a:lnTo>
                <a:lnTo>
                  <a:pt x="28575" y="104775"/>
                </a:lnTo>
                <a:lnTo>
                  <a:pt x="19050" y="104775"/>
                </a:lnTo>
                <a:close/>
                <a:moveTo>
                  <a:pt x="190500" y="95250"/>
                </a:moveTo>
                <a:lnTo>
                  <a:pt x="209550" y="95250"/>
                </a:lnTo>
                <a:lnTo>
                  <a:pt x="209550" y="114300"/>
                </a:lnTo>
                <a:lnTo>
                  <a:pt x="190500" y="114300"/>
                </a:lnTo>
                <a:close/>
                <a:moveTo>
                  <a:pt x="971550" y="95250"/>
                </a:moveTo>
                <a:lnTo>
                  <a:pt x="981075" y="95250"/>
                </a:lnTo>
                <a:lnTo>
                  <a:pt x="981075" y="104775"/>
                </a:lnTo>
                <a:lnTo>
                  <a:pt x="971550" y="104775"/>
                </a:lnTo>
                <a:close/>
                <a:moveTo>
                  <a:pt x="952500" y="104775"/>
                </a:moveTo>
                <a:lnTo>
                  <a:pt x="962025" y="104775"/>
                </a:lnTo>
                <a:lnTo>
                  <a:pt x="962025" y="133350"/>
                </a:lnTo>
                <a:lnTo>
                  <a:pt x="952500" y="133350"/>
                </a:lnTo>
                <a:lnTo>
                  <a:pt x="952500" y="142875"/>
                </a:lnTo>
                <a:lnTo>
                  <a:pt x="942975" y="142875"/>
                </a:lnTo>
                <a:lnTo>
                  <a:pt x="942975" y="114300"/>
                </a:lnTo>
                <a:lnTo>
                  <a:pt x="952500" y="114300"/>
                </a:lnTo>
                <a:close/>
                <a:moveTo>
                  <a:pt x="133350" y="114300"/>
                </a:moveTo>
                <a:lnTo>
                  <a:pt x="152400" y="114300"/>
                </a:lnTo>
                <a:lnTo>
                  <a:pt x="152400" y="104775"/>
                </a:lnTo>
                <a:lnTo>
                  <a:pt x="123825" y="104775"/>
                </a:lnTo>
                <a:lnTo>
                  <a:pt x="123825" y="123825"/>
                </a:lnTo>
                <a:lnTo>
                  <a:pt x="133350" y="123825"/>
                </a:lnTo>
                <a:close/>
                <a:moveTo>
                  <a:pt x="19050" y="133350"/>
                </a:moveTo>
                <a:lnTo>
                  <a:pt x="28575" y="133350"/>
                </a:lnTo>
                <a:lnTo>
                  <a:pt x="28575" y="152400"/>
                </a:lnTo>
                <a:lnTo>
                  <a:pt x="19050" y="152400"/>
                </a:lnTo>
                <a:lnTo>
                  <a:pt x="19050" y="161925"/>
                </a:lnTo>
                <a:lnTo>
                  <a:pt x="0" y="161925"/>
                </a:lnTo>
                <a:lnTo>
                  <a:pt x="0" y="152400"/>
                </a:lnTo>
                <a:lnTo>
                  <a:pt x="9525" y="152400"/>
                </a:lnTo>
                <a:lnTo>
                  <a:pt x="9525" y="142875"/>
                </a:lnTo>
                <a:lnTo>
                  <a:pt x="19050" y="142875"/>
                </a:lnTo>
                <a:close/>
                <a:moveTo>
                  <a:pt x="57150" y="133350"/>
                </a:moveTo>
                <a:lnTo>
                  <a:pt x="85725" y="133350"/>
                </a:lnTo>
                <a:lnTo>
                  <a:pt x="85725" y="142875"/>
                </a:lnTo>
                <a:lnTo>
                  <a:pt x="95250" y="142875"/>
                </a:lnTo>
                <a:lnTo>
                  <a:pt x="95250" y="152400"/>
                </a:lnTo>
                <a:lnTo>
                  <a:pt x="85725" y="152400"/>
                </a:lnTo>
                <a:lnTo>
                  <a:pt x="85725" y="161925"/>
                </a:lnTo>
                <a:lnTo>
                  <a:pt x="76200" y="161925"/>
                </a:lnTo>
                <a:lnTo>
                  <a:pt x="76200" y="142875"/>
                </a:lnTo>
                <a:lnTo>
                  <a:pt x="57150" y="142875"/>
                </a:lnTo>
                <a:close/>
                <a:moveTo>
                  <a:pt x="95250" y="152400"/>
                </a:moveTo>
                <a:lnTo>
                  <a:pt x="104775" y="152400"/>
                </a:lnTo>
                <a:lnTo>
                  <a:pt x="104775" y="161925"/>
                </a:lnTo>
                <a:lnTo>
                  <a:pt x="95250" y="161925"/>
                </a:lnTo>
                <a:close/>
                <a:moveTo>
                  <a:pt x="123825" y="152400"/>
                </a:moveTo>
                <a:lnTo>
                  <a:pt x="133350" y="152400"/>
                </a:lnTo>
                <a:lnTo>
                  <a:pt x="133350" y="161925"/>
                </a:lnTo>
                <a:lnTo>
                  <a:pt x="142875" y="161925"/>
                </a:lnTo>
                <a:lnTo>
                  <a:pt x="142875" y="152400"/>
                </a:lnTo>
                <a:lnTo>
                  <a:pt x="161925" y="152400"/>
                </a:lnTo>
                <a:lnTo>
                  <a:pt x="161925" y="161925"/>
                </a:lnTo>
                <a:lnTo>
                  <a:pt x="171450" y="161925"/>
                </a:lnTo>
                <a:lnTo>
                  <a:pt x="171450" y="152400"/>
                </a:lnTo>
                <a:lnTo>
                  <a:pt x="180975" y="152400"/>
                </a:lnTo>
                <a:lnTo>
                  <a:pt x="180975" y="161925"/>
                </a:lnTo>
                <a:lnTo>
                  <a:pt x="190500" y="161925"/>
                </a:lnTo>
                <a:lnTo>
                  <a:pt x="190500" y="247650"/>
                </a:lnTo>
                <a:lnTo>
                  <a:pt x="180975" y="247650"/>
                </a:lnTo>
                <a:lnTo>
                  <a:pt x="180975" y="228600"/>
                </a:lnTo>
                <a:lnTo>
                  <a:pt x="161925" y="228600"/>
                </a:lnTo>
                <a:lnTo>
                  <a:pt x="161925" y="219075"/>
                </a:lnTo>
                <a:lnTo>
                  <a:pt x="152400" y="219075"/>
                </a:lnTo>
                <a:lnTo>
                  <a:pt x="152400" y="238125"/>
                </a:lnTo>
                <a:lnTo>
                  <a:pt x="142875" y="238125"/>
                </a:lnTo>
                <a:lnTo>
                  <a:pt x="142875" y="228600"/>
                </a:lnTo>
                <a:lnTo>
                  <a:pt x="123825" y="228600"/>
                </a:lnTo>
                <a:lnTo>
                  <a:pt x="123825" y="200025"/>
                </a:lnTo>
                <a:lnTo>
                  <a:pt x="133350" y="200025"/>
                </a:lnTo>
                <a:lnTo>
                  <a:pt x="133350" y="209550"/>
                </a:lnTo>
                <a:lnTo>
                  <a:pt x="142875" y="209550"/>
                </a:lnTo>
                <a:lnTo>
                  <a:pt x="142875" y="190500"/>
                </a:lnTo>
                <a:lnTo>
                  <a:pt x="152400" y="190500"/>
                </a:lnTo>
                <a:lnTo>
                  <a:pt x="152400" y="180975"/>
                </a:lnTo>
                <a:lnTo>
                  <a:pt x="142875" y="180975"/>
                </a:lnTo>
                <a:lnTo>
                  <a:pt x="142875" y="171450"/>
                </a:lnTo>
                <a:lnTo>
                  <a:pt x="123825" y="171450"/>
                </a:lnTo>
                <a:lnTo>
                  <a:pt x="123825" y="180975"/>
                </a:lnTo>
                <a:lnTo>
                  <a:pt x="114300" y="180975"/>
                </a:lnTo>
                <a:lnTo>
                  <a:pt x="114300" y="161925"/>
                </a:lnTo>
                <a:lnTo>
                  <a:pt x="123825" y="161925"/>
                </a:lnTo>
                <a:close/>
                <a:moveTo>
                  <a:pt x="781050" y="152400"/>
                </a:moveTo>
                <a:lnTo>
                  <a:pt x="790575" y="152400"/>
                </a:lnTo>
                <a:lnTo>
                  <a:pt x="790575" y="171450"/>
                </a:lnTo>
                <a:lnTo>
                  <a:pt x="781050" y="171450"/>
                </a:lnTo>
                <a:close/>
                <a:moveTo>
                  <a:pt x="28575" y="171450"/>
                </a:moveTo>
                <a:lnTo>
                  <a:pt x="66675" y="171450"/>
                </a:lnTo>
                <a:lnTo>
                  <a:pt x="66675" y="180975"/>
                </a:lnTo>
                <a:lnTo>
                  <a:pt x="57150" y="180975"/>
                </a:lnTo>
                <a:lnTo>
                  <a:pt x="57150" y="190500"/>
                </a:lnTo>
                <a:lnTo>
                  <a:pt x="95250" y="190500"/>
                </a:lnTo>
                <a:lnTo>
                  <a:pt x="95250" y="200025"/>
                </a:lnTo>
                <a:lnTo>
                  <a:pt x="85725" y="200025"/>
                </a:lnTo>
                <a:lnTo>
                  <a:pt x="85725" y="209550"/>
                </a:lnTo>
                <a:lnTo>
                  <a:pt x="76200" y="209550"/>
                </a:lnTo>
                <a:lnTo>
                  <a:pt x="76200" y="219075"/>
                </a:lnTo>
                <a:lnTo>
                  <a:pt x="85725" y="219075"/>
                </a:lnTo>
                <a:lnTo>
                  <a:pt x="85725" y="238125"/>
                </a:lnTo>
                <a:lnTo>
                  <a:pt x="76200" y="238125"/>
                </a:lnTo>
                <a:lnTo>
                  <a:pt x="76200" y="228600"/>
                </a:lnTo>
                <a:lnTo>
                  <a:pt x="47625" y="228600"/>
                </a:lnTo>
                <a:lnTo>
                  <a:pt x="47625" y="200025"/>
                </a:lnTo>
                <a:lnTo>
                  <a:pt x="38100" y="200025"/>
                </a:lnTo>
                <a:lnTo>
                  <a:pt x="38100" y="190500"/>
                </a:lnTo>
                <a:lnTo>
                  <a:pt x="28575" y="190500"/>
                </a:lnTo>
                <a:close/>
                <a:moveTo>
                  <a:pt x="1028700" y="200025"/>
                </a:moveTo>
                <a:lnTo>
                  <a:pt x="1057275" y="200025"/>
                </a:lnTo>
                <a:lnTo>
                  <a:pt x="1057275" y="209550"/>
                </a:lnTo>
                <a:lnTo>
                  <a:pt x="1047750" y="209550"/>
                </a:lnTo>
                <a:lnTo>
                  <a:pt x="1047750" y="219075"/>
                </a:lnTo>
                <a:lnTo>
                  <a:pt x="1028700" y="219075"/>
                </a:lnTo>
                <a:lnTo>
                  <a:pt x="1028700" y="228600"/>
                </a:lnTo>
                <a:lnTo>
                  <a:pt x="1019175" y="228600"/>
                </a:lnTo>
                <a:lnTo>
                  <a:pt x="1019175" y="209550"/>
                </a:lnTo>
                <a:lnTo>
                  <a:pt x="1028700" y="209550"/>
                </a:lnTo>
                <a:close/>
                <a:moveTo>
                  <a:pt x="0" y="209550"/>
                </a:moveTo>
                <a:lnTo>
                  <a:pt x="19050" y="209550"/>
                </a:lnTo>
                <a:lnTo>
                  <a:pt x="19050" y="219075"/>
                </a:lnTo>
                <a:lnTo>
                  <a:pt x="0" y="219075"/>
                </a:lnTo>
                <a:close/>
                <a:moveTo>
                  <a:pt x="161925" y="209550"/>
                </a:moveTo>
                <a:lnTo>
                  <a:pt x="171450" y="209550"/>
                </a:lnTo>
                <a:lnTo>
                  <a:pt x="171450" y="200025"/>
                </a:lnTo>
                <a:lnTo>
                  <a:pt x="161925" y="200025"/>
                </a:lnTo>
                <a:close/>
                <a:moveTo>
                  <a:pt x="352425" y="219075"/>
                </a:moveTo>
                <a:lnTo>
                  <a:pt x="381000" y="219075"/>
                </a:lnTo>
                <a:lnTo>
                  <a:pt x="381000" y="228600"/>
                </a:lnTo>
                <a:lnTo>
                  <a:pt x="371475" y="228600"/>
                </a:lnTo>
                <a:lnTo>
                  <a:pt x="371475" y="257175"/>
                </a:lnTo>
                <a:lnTo>
                  <a:pt x="390525" y="257175"/>
                </a:lnTo>
                <a:lnTo>
                  <a:pt x="390525" y="266700"/>
                </a:lnTo>
                <a:lnTo>
                  <a:pt x="352425" y="266700"/>
                </a:lnTo>
                <a:lnTo>
                  <a:pt x="352425" y="257175"/>
                </a:lnTo>
                <a:lnTo>
                  <a:pt x="342900" y="257175"/>
                </a:lnTo>
                <a:lnTo>
                  <a:pt x="342900" y="228600"/>
                </a:lnTo>
                <a:lnTo>
                  <a:pt x="352425" y="228600"/>
                </a:lnTo>
                <a:close/>
                <a:moveTo>
                  <a:pt x="390525" y="228600"/>
                </a:moveTo>
                <a:lnTo>
                  <a:pt x="409575" y="228600"/>
                </a:lnTo>
                <a:lnTo>
                  <a:pt x="409575" y="238125"/>
                </a:lnTo>
                <a:lnTo>
                  <a:pt x="390525" y="238125"/>
                </a:lnTo>
                <a:close/>
                <a:moveTo>
                  <a:pt x="981075" y="228600"/>
                </a:moveTo>
                <a:lnTo>
                  <a:pt x="1019175" y="228600"/>
                </a:lnTo>
                <a:lnTo>
                  <a:pt x="1019175" y="247650"/>
                </a:lnTo>
                <a:lnTo>
                  <a:pt x="1000125" y="247650"/>
                </a:lnTo>
                <a:lnTo>
                  <a:pt x="1000125" y="238125"/>
                </a:lnTo>
                <a:lnTo>
                  <a:pt x="981075" y="238125"/>
                </a:lnTo>
                <a:close/>
                <a:moveTo>
                  <a:pt x="104775" y="247650"/>
                </a:moveTo>
                <a:lnTo>
                  <a:pt x="114300" y="247650"/>
                </a:lnTo>
                <a:lnTo>
                  <a:pt x="114300" y="257175"/>
                </a:lnTo>
                <a:lnTo>
                  <a:pt x="104775" y="257175"/>
                </a:lnTo>
                <a:close/>
                <a:moveTo>
                  <a:pt x="152400" y="247650"/>
                </a:moveTo>
                <a:lnTo>
                  <a:pt x="161925" y="247650"/>
                </a:lnTo>
                <a:lnTo>
                  <a:pt x="161925" y="285750"/>
                </a:lnTo>
                <a:lnTo>
                  <a:pt x="142875" y="285750"/>
                </a:lnTo>
                <a:lnTo>
                  <a:pt x="142875" y="257175"/>
                </a:lnTo>
                <a:lnTo>
                  <a:pt x="152400" y="257175"/>
                </a:lnTo>
                <a:close/>
                <a:moveTo>
                  <a:pt x="304800" y="247650"/>
                </a:moveTo>
                <a:lnTo>
                  <a:pt x="314325" y="247650"/>
                </a:lnTo>
                <a:lnTo>
                  <a:pt x="314325" y="266700"/>
                </a:lnTo>
                <a:lnTo>
                  <a:pt x="323850" y="266700"/>
                </a:lnTo>
                <a:lnTo>
                  <a:pt x="323850" y="285750"/>
                </a:lnTo>
                <a:lnTo>
                  <a:pt x="314325" y="285750"/>
                </a:lnTo>
                <a:lnTo>
                  <a:pt x="314325" y="276225"/>
                </a:lnTo>
                <a:lnTo>
                  <a:pt x="304800" y="276225"/>
                </a:lnTo>
                <a:close/>
                <a:moveTo>
                  <a:pt x="85725" y="257175"/>
                </a:moveTo>
                <a:lnTo>
                  <a:pt x="95250" y="257175"/>
                </a:lnTo>
                <a:lnTo>
                  <a:pt x="95250" y="266700"/>
                </a:lnTo>
                <a:lnTo>
                  <a:pt x="85725" y="266700"/>
                </a:lnTo>
                <a:close/>
                <a:moveTo>
                  <a:pt x="419100" y="257175"/>
                </a:moveTo>
                <a:lnTo>
                  <a:pt x="428625" y="257175"/>
                </a:lnTo>
                <a:lnTo>
                  <a:pt x="428625" y="266700"/>
                </a:lnTo>
                <a:lnTo>
                  <a:pt x="438150" y="266700"/>
                </a:lnTo>
                <a:lnTo>
                  <a:pt x="438150" y="276225"/>
                </a:lnTo>
                <a:lnTo>
                  <a:pt x="428625" y="276225"/>
                </a:lnTo>
                <a:lnTo>
                  <a:pt x="428625" y="285750"/>
                </a:lnTo>
                <a:lnTo>
                  <a:pt x="419100" y="285750"/>
                </a:lnTo>
                <a:close/>
                <a:moveTo>
                  <a:pt x="981075" y="257175"/>
                </a:moveTo>
                <a:lnTo>
                  <a:pt x="990600" y="257175"/>
                </a:lnTo>
                <a:lnTo>
                  <a:pt x="990600" y="266700"/>
                </a:lnTo>
                <a:lnTo>
                  <a:pt x="1000125" y="266700"/>
                </a:lnTo>
                <a:lnTo>
                  <a:pt x="1000125" y="276225"/>
                </a:lnTo>
                <a:lnTo>
                  <a:pt x="990600" y="276225"/>
                </a:lnTo>
                <a:lnTo>
                  <a:pt x="990600" y="285750"/>
                </a:lnTo>
                <a:lnTo>
                  <a:pt x="971550" y="285750"/>
                </a:lnTo>
                <a:lnTo>
                  <a:pt x="971550" y="266700"/>
                </a:lnTo>
                <a:lnTo>
                  <a:pt x="981075" y="266700"/>
                </a:lnTo>
                <a:close/>
                <a:moveTo>
                  <a:pt x="9525" y="266700"/>
                </a:moveTo>
                <a:lnTo>
                  <a:pt x="19050" y="266700"/>
                </a:lnTo>
                <a:lnTo>
                  <a:pt x="19050" y="276225"/>
                </a:lnTo>
                <a:lnTo>
                  <a:pt x="9525" y="276225"/>
                </a:lnTo>
                <a:close/>
                <a:moveTo>
                  <a:pt x="104775" y="266700"/>
                </a:moveTo>
                <a:lnTo>
                  <a:pt x="133350" y="266700"/>
                </a:lnTo>
                <a:lnTo>
                  <a:pt x="133350" y="276225"/>
                </a:lnTo>
                <a:lnTo>
                  <a:pt x="104775" y="276225"/>
                </a:lnTo>
                <a:close/>
                <a:moveTo>
                  <a:pt x="390525" y="266700"/>
                </a:moveTo>
                <a:lnTo>
                  <a:pt x="409575" y="266700"/>
                </a:lnTo>
                <a:lnTo>
                  <a:pt x="409575" y="276225"/>
                </a:lnTo>
                <a:lnTo>
                  <a:pt x="400050" y="276225"/>
                </a:lnTo>
                <a:lnTo>
                  <a:pt x="400050" y="285750"/>
                </a:lnTo>
                <a:lnTo>
                  <a:pt x="390525" y="285750"/>
                </a:lnTo>
                <a:lnTo>
                  <a:pt x="390525" y="295275"/>
                </a:lnTo>
                <a:lnTo>
                  <a:pt x="381000" y="295275"/>
                </a:lnTo>
                <a:lnTo>
                  <a:pt x="381000" y="276225"/>
                </a:lnTo>
                <a:lnTo>
                  <a:pt x="390525" y="276225"/>
                </a:lnTo>
                <a:close/>
                <a:moveTo>
                  <a:pt x="542925" y="266700"/>
                </a:moveTo>
                <a:lnTo>
                  <a:pt x="552450" y="266700"/>
                </a:lnTo>
                <a:lnTo>
                  <a:pt x="552450" y="285750"/>
                </a:lnTo>
                <a:lnTo>
                  <a:pt x="542925" y="285750"/>
                </a:lnTo>
                <a:close/>
                <a:moveTo>
                  <a:pt x="57150" y="285750"/>
                </a:moveTo>
                <a:lnTo>
                  <a:pt x="66675" y="285750"/>
                </a:lnTo>
                <a:lnTo>
                  <a:pt x="66675" y="333375"/>
                </a:lnTo>
                <a:lnTo>
                  <a:pt x="47625" y="333375"/>
                </a:lnTo>
                <a:lnTo>
                  <a:pt x="47625" y="314325"/>
                </a:lnTo>
                <a:lnTo>
                  <a:pt x="57150" y="314325"/>
                </a:lnTo>
                <a:close/>
                <a:moveTo>
                  <a:pt x="123825" y="285750"/>
                </a:moveTo>
                <a:lnTo>
                  <a:pt x="142875" y="285750"/>
                </a:lnTo>
                <a:lnTo>
                  <a:pt x="142875" y="295275"/>
                </a:lnTo>
                <a:lnTo>
                  <a:pt x="123825" y="295275"/>
                </a:lnTo>
                <a:close/>
                <a:moveTo>
                  <a:pt x="1171575" y="285750"/>
                </a:moveTo>
                <a:lnTo>
                  <a:pt x="1181100" y="285750"/>
                </a:lnTo>
                <a:lnTo>
                  <a:pt x="1181100" y="295275"/>
                </a:lnTo>
                <a:lnTo>
                  <a:pt x="1171575" y="295275"/>
                </a:lnTo>
                <a:close/>
                <a:moveTo>
                  <a:pt x="161925" y="295275"/>
                </a:moveTo>
                <a:lnTo>
                  <a:pt x="171450" y="295275"/>
                </a:lnTo>
                <a:lnTo>
                  <a:pt x="171450" y="314325"/>
                </a:lnTo>
                <a:lnTo>
                  <a:pt x="180975" y="314325"/>
                </a:lnTo>
                <a:lnTo>
                  <a:pt x="180975" y="323850"/>
                </a:lnTo>
                <a:lnTo>
                  <a:pt x="190500" y="323850"/>
                </a:lnTo>
                <a:lnTo>
                  <a:pt x="190500" y="333375"/>
                </a:lnTo>
                <a:lnTo>
                  <a:pt x="171450" y="333375"/>
                </a:lnTo>
                <a:lnTo>
                  <a:pt x="171450" y="323850"/>
                </a:lnTo>
                <a:lnTo>
                  <a:pt x="161925" y="323850"/>
                </a:lnTo>
                <a:lnTo>
                  <a:pt x="161925" y="314325"/>
                </a:lnTo>
                <a:lnTo>
                  <a:pt x="152400" y="314325"/>
                </a:lnTo>
                <a:lnTo>
                  <a:pt x="152400" y="304800"/>
                </a:lnTo>
                <a:lnTo>
                  <a:pt x="161925" y="304800"/>
                </a:lnTo>
                <a:close/>
                <a:moveTo>
                  <a:pt x="1152525" y="295275"/>
                </a:moveTo>
                <a:lnTo>
                  <a:pt x="1162050" y="295275"/>
                </a:lnTo>
                <a:lnTo>
                  <a:pt x="1162050" y="304800"/>
                </a:lnTo>
                <a:lnTo>
                  <a:pt x="1152525" y="304800"/>
                </a:lnTo>
                <a:close/>
                <a:moveTo>
                  <a:pt x="314325" y="304800"/>
                </a:moveTo>
                <a:lnTo>
                  <a:pt x="352425" y="304800"/>
                </a:lnTo>
                <a:lnTo>
                  <a:pt x="352425" y="323850"/>
                </a:lnTo>
                <a:lnTo>
                  <a:pt x="361950" y="323850"/>
                </a:lnTo>
                <a:lnTo>
                  <a:pt x="361950" y="304800"/>
                </a:lnTo>
                <a:lnTo>
                  <a:pt x="371475" y="304800"/>
                </a:lnTo>
                <a:lnTo>
                  <a:pt x="371475" y="314325"/>
                </a:lnTo>
                <a:lnTo>
                  <a:pt x="381000" y="314325"/>
                </a:lnTo>
                <a:lnTo>
                  <a:pt x="381000" y="304800"/>
                </a:lnTo>
                <a:lnTo>
                  <a:pt x="390525" y="304800"/>
                </a:lnTo>
                <a:lnTo>
                  <a:pt x="390525" y="323850"/>
                </a:lnTo>
                <a:lnTo>
                  <a:pt x="400050" y="323850"/>
                </a:lnTo>
                <a:lnTo>
                  <a:pt x="400050" y="333375"/>
                </a:lnTo>
                <a:lnTo>
                  <a:pt x="409575" y="333375"/>
                </a:lnTo>
                <a:lnTo>
                  <a:pt x="409575" y="371475"/>
                </a:lnTo>
                <a:lnTo>
                  <a:pt x="400050" y="371475"/>
                </a:lnTo>
                <a:lnTo>
                  <a:pt x="400050" y="352425"/>
                </a:lnTo>
                <a:lnTo>
                  <a:pt x="361950" y="352425"/>
                </a:lnTo>
                <a:lnTo>
                  <a:pt x="361950" y="371475"/>
                </a:lnTo>
                <a:lnTo>
                  <a:pt x="333375" y="371475"/>
                </a:lnTo>
                <a:lnTo>
                  <a:pt x="333375" y="342900"/>
                </a:lnTo>
                <a:lnTo>
                  <a:pt x="323850" y="342900"/>
                </a:lnTo>
                <a:lnTo>
                  <a:pt x="323850" y="333375"/>
                </a:lnTo>
                <a:lnTo>
                  <a:pt x="304800" y="333375"/>
                </a:lnTo>
                <a:lnTo>
                  <a:pt x="304800" y="314325"/>
                </a:lnTo>
                <a:lnTo>
                  <a:pt x="314325" y="314325"/>
                </a:lnTo>
                <a:close/>
                <a:moveTo>
                  <a:pt x="914400" y="304800"/>
                </a:moveTo>
                <a:lnTo>
                  <a:pt x="933450" y="304800"/>
                </a:lnTo>
                <a:lnTo>
                  <a:pt x="933450" y="314325"/>
                </a:lnTo>
                <a:lnTo>
                  <a:pt x="914400" y="314325"/>
                </a:lnTo>
                <a:close/>
                <a:moveTo>
                  <a:pt x="76200" y="314325"/>
                </a:moveTo>
                <a:lnTo>
                  <a:pt x="85725" y="314325"/>
                </a:lnTo>
                <a:lnTo>
                  <a:pt x="85725" y="323850"/>
                </a:lnTo>
                <a:lnTo>
                  <a:pt x="76200" y="323850"/>
                </a:lnTo>
                <a:close/>
                <a:moveTo>
                  <a:pt x="1000125" y="314325"/>
                </a:moveTo>
                <a:lnTo>
                  <a:pt x="1009650" y="314325"/>
                </a:lnTo>
                <a:lnTo>
                  <a:pt x="1009650" y="323850"/>
                </a:lnTo>
                <a:lnTo>
                  <a:pt x="1000125" y="323850"/>
                </a:lnTo>
                <a:close/>
                <a:moveTo>
                  <a:pt x="85725" y="323850"/>
                </a:moveTo>
                <a:lnTo>
                  <a:pt x="104775" y="323850"/>
                </a:lnTo>
                <a:lnTo>
                  <a:pt x="104775" y="352425"/>
                </a:lnTo>
                <a:lnTo>
                  <a:pt x="95250" y="352425"/>
                </a:lnTo>
                <a:lnTo>
                  <a:pt x="95250" y="361950"/>
                </a:lnTo>
                <a:lnTo>
                  <a:pt x="76200" y="361950"/>
                </a:lnTo>
                <a:lnTo>
                  <a:pt x="76200" y="371475"/>
                </a:lnTo>
                <a:lnTo>
                  <a:pt x="47625" y="371475"/>
                </a:lnTo>
                <a:lnTo>
                  <a:pt x="47625" y="352425"/>
                </a:lnTo>
                <a:lnTo>
                  <a:pt x="57150" y="352425"/>
                </a:lnTo>
                <a:lnTo>
                  <a:pt x="57150" y="361950"/>
                </a:lnTo>
                <a:lnTo>
                  <a:pt x="66675" y="361950"/>
                </a:lnTo>
                <a:lnTo>
                  <a:pt x="66675" y="352425"/>
                </a:lnTo>
                <a:lnTo>
                  <a:pt x="76200" y="352425"/>
                </a:lnTo>
                <a:lnTo>
                  <a:pt x="76200" y="333375"/>
                </a:lnTo>
                <a:lnTo>
                  <a:pt x="85725" y="333375"/>
                </a:lnTo>
                <a:close/>
                <a:moveTo>
                  <a:pt x="885825" y="323850"/>
                </a:moveTo>
                <a:lnTo>
                  <a:pt x="895350" y="323850"/>
                </a:lnTo>
                <a:lnTo>
                  <a:pt x="895350" y="333375"/>
                </a:lnTo>
                <a:lnTo>
                  <a:pt x="904875" y="333375"/>
                </a:lnTo>
                <a:lnTo>
                  <a:pt x="904875" y="342900"/>
                </a:lnTo>
                <a:lnTo>
                  <a:pt x="885825" y="342900"/>
                </a:lnTo>
                <a:lnTo>
                  <a:pt x="885825" y="352425"/>
                </a:lnTo>
                <a:lnTo>
                  <a:pt x="876300" y="352425"/>
                </a:lnTo>
                <a:lnTo>
                  <a:pt x="876300" y="333375"/>
                </a:lnTo>
                <a:lnTo>
                  <a:pt x="885825" y="333375"/>
                </a:lnTo>
                <a:close/>
                <a:moveTo>
                  <a:pt x="9525" y="333375"/>
                </a:moveTo>
                <a:lnTo>
                  <a:pt x="28575" y="333375"/>
                </a:lnTo>
                <a:lnTo>
                  <a:pt x="28575" y="352425"/>
                </a:lnTo>
                <a:lnTo>
                  <a:pt x="19050" y="352425"/>
                </a:lnTo>
                <a:lnTo>
                  <a:pt x="19050" y="342900"/>
                </a:lnTo>
                <a:lnTo>
                  <a:pt x="9525" y="342900"/>
                </a:lnTo>
                <a:close/>
                <a:moveTo>
                  <a:pt x="114300" y="333375"/>
                </a:moveTo>
                <a:lnTo>
                  <a:pt x="123825" y="333375"/>
                </a:lnTo>
                <a:lnTo>
                  <a:pt x="123825" y="342900"/>
                </a:lnTo>
                <a:lnTo>
                  <a:pt x="114300" y="342900"/>
                </a:lnTo>
                <a:close/>
                <a:moveTo>
                  <a:pt x="190500" y="333375"/>
                </a:moveTo>
                <a:lnTo>
                  <a:pt x="200025" y="333375"/>
                </a:lnTo>
                <a:lnTo>
                  <a:pt x="200025" y="342900"/>
                </a:lnTo>
                <a:lnTo>
                  <a:pt x="190500" y="342900"/>
                </a:lnTo>
                <a:close/>
                <a:moveTo>
                  <a:pt x="419100" y="333375"/>
                </a:moveTo>
                <a:lnTo>
                  <a:pt x="428625" y="333375"/>
                </a:lnTo>
                <a:lnTo>
                  <a:pt x="428625" y="342900"/>
                </a:lnTo>
                <a:lnTo>
                  <a:pt x="438150" y="342900"/>
                </a:lnTo>
                <a:lnTo>
                  <a:pt x="438150" y="352425"/>
                </a:lnTo>
                <a:lnTo>
                  <a:pt x="428625" y="352425"/>
                </a:lnTo>
                <a:lnTo>
                  <a:pt x="428625" y="361950"/>
                </a:lnTo>
                <a:lnTo>
                  <a:pt x="419100" y="361950"/>
                </a:lnTo>
                <a:close/>
                <a:moveTo>
                  <a:pt x="85725" y="342900"/>
                </a:moveTo>
                <a:lnTo>
                  <a:pt x="95250" y="342900"/>
                </a:lnTo>
                <a:lnTo>
                  <a:pt x="95250" y="333375"/>
                </a:lnTo>
                <a:lnTo>
                  <a:pt x="85725" y="333375"/>
                </a:lnTo>
                <a:close/>
                <a:moveTo>
                  <a:pt x="200025" y="342900"/>
                </a:moveTo>
                <a:lnTo>
                  <a:pt x="209550" y="342900"/>
                </a:lnTo>
                <a:lnTo>
                  <a:pt x="209550" y="352425"/>
                </a:lnTo>
                <a:lnTo>
                  <a:pt x="200025" y="352425"/>
                </a:lnTo>
                <a:close/>
                <a:moveTo>
                  <a:pt x="990600" y="342900"/>
                </a:moveTo>
                <a:lnTo>
                  <a:pt x="1009650" y="342900"/>
                </a:lnTo>
                <a:lnTo>
                  <a:pt x="1009650" y="361950"/>
                </a:lnTo>
                <a:lnTo>
                  <a:pt x="1000125" y="361950"/>
                </a:lnTo>
                <a:lnTo>
                  <a:pt x="1000125" y="371475"/>
                </a:lnTo>
                <a:lnTo>
                  <a:pt x="990600" y="371475"/>
                </a:lnTo>
                <a:lnTo>
                  <a:pt x="990600" y="390525"/>
                </a:lnTo>
                <a:lnTo>
                  <a:pt x="981075" y="390525"/>
                </a:lnTo>
                <a:lnTo>
                  <a:pt x="981075" y="381000"/>
                </a:lnTo>
                <a:lnTo>
                  <a:pt x="971550" y="381000"/>
                </a:lnTo>
                <a:lnTo>
                  <a:pt x="971550" y="361950"/>
                </a:lnTo>
                <a:lnTo>
                  <a:pt x="981075" y="361950"/>
                </a:lnTo>
                <a:lnTo>
                  <a:pt x="981075" y="352425"/>
                </a:lnTo>
                <a:lnTo>
                  <a:pt x="990600" y="352425"/>
                </a:lnTo>
                <a:close/>
                <a:moveTo>
                  <a:pt x="628650" y="352425"/>
                </a:moveTo>
                <a:lnTo>
                  <a:pt x="676275" y="352425"/>
                </a:lnTo>
                <a:lnTo>
                  <a:pt x="676275" y="361950"/>
                </a:lnTo>
                <a:lnTo>
                  <a:pt x="666750" y="361950"/>
                </a:lnTo>
                <a:lnTo>
                  <a:pt x="666750" y="381000"/>
                </a:lnTo>
                <a:lnTo>
                  <a:pt x="638175" y="381000"/>
                </a:lnTo>
                <a:lnTo>
                  <a:pt x="638175" y="361950"/>
                </a:lnTo>
                <a:lnTo>
                  <a:pt x="628650" y="361950"/>
                </a:lnTo>
                <a:close/>
                <a:moveTo>
                  <a:pt x="533400" y="371475"/>
                </a:moveTo>
                <a:lnTo>
                  <a:pt x="542925" y="371475"/>
                </a:lnTo>
                <a:lnTo>
                  <a:pt x="542925" y="381000"/>
                </a:lnTo>
                <a:lnTo>
                  <a:pt x="533400" y="381000"/>
                </a:lnTo>
                <a:close/>
                <a:moveTo>
                  <a:pt x="752475" y="371475"/>
                </a:moveTo>
                <a:lnTo>
                  <a:pt x="762000" y="371475"/>
                </a:lnTo>
                <a:lnTo>
                  <a:pt x="762000" y="381000"/>
                </a:lnTo>
                <a:lnTo>
                  <a:pt x="752475" y="381000"/>
                </a:lnTo>
                <a:close/>
                <a:moveTo>
                  <a:pt x="66675" y="381000"/>
                </a:moveTo>
                <a:lnTo>
                  <a:pt x="76200" y="381000"/>
                </a:lnTo>
                <a:lnTo>
                  <a:pt x="76200" y="390525"/>
                </a:lnTo>
                <a:lnTo>
                  <a:pt x="66675" y="390525"/>
                </a:lnTo>
                <a:close/>
                <a:moveTo>
                  <a:pt x="676275" y="381000"/>
                </a:moveTo>
                <a:lnTo>
                  <a:pt x="695325" y="381000"/>
                </a:lnTo>
                <a:lnTo>
                  <a:pt x="695325" y="390525"/>
                </a:lnTo>
                <a:lnTo>
                  <a:pt x="704850" y="390525"/>
                </a:lnTo>
                <a:lnTo>
                  <a:pt x="704850" y="400050"/>
                </a:lnTo>
                <a:lnTo>
                  <a:pt x="685800" y="400050"/>
                </a:lnTo>
                <a:lnTo>
                  <a:pt x="685800" y="409575"/>
                </a:lnTo>
                <a:lnTo>
                  <a:pt x="714375" y="409575"/>
                </a:lnTo>
                <a:lnTo>
                  <a:pt x="714375" y="390525"/>
                </a:lnTo>
                <a:lnTo>
                  <a:pt x="733425" y="390525"/>
                </a:lnTo>
                <a:lnTo>
                  <a:pt x="733425" y="400050"/>
                </a:lnTo>
                <a:lnTo>
                  <a:pt x="723900" y="400050"/>
                </a:lnTo>
                <a:lnTo>
                  <a:pt x="723900" y="409575"/>
                </a:lnTo>
                <a:lnTo>
                  <a:pt x="714375" y="409575"/>
                </a:lnTo>
                <a:lnTo>
                  <a:pt x="714375" y="419100"/>
                </a:lnTo>
                <a:lnTo>
                  <a:pt x="676275" y="419100"/>
                </a:lnTo>
                <a:close/>
                <a:moveTo>
                  <a:pt x="800100" y="381000"/>
                </a:moveTo>
                <a:lnTo>
                  <a:pt x="809625" y="381000"/>
                </a:lnTo>
                <a:lnTo>
                  <a:pt x="809625" y="390525"/>
                </a:lnTo>
                <a:lnTo>
                  <a:pt x="800100" y="390525"/>
                </a:lnTo>
                <a:close/>
                <a:moveTo>
                  <a:pt x="76200" y="390525"/>
                </a:moveTo>
                <a:lnTo>
                  <a:pt x="95250" y="390525"/>
                </a:lnTo>
                <a:lnTo>
                  <a:pt x="95250" y="400050"/>
                </a:lnTo>
                <a:lnTo>
                  <a:pt x="76200" y="400050"/>
                </a:lnTo>
                <a:close/>
                <a:moveTo>
                  <a:pt x="0" y="400050"/>
                </a:moveTo>
                <a:lnTo>
                  <a:pt x="9525" y="400050"/>
                </a:lnTo>
                <a:lnTo>
                  <a:pt x="9525" y="409575"/>
                </a:lnTo>
                <a:lnTo>
                  <a:pt x="0" y="409575"/>
                </a:lnTo>
                <a:close/>
                <a:moveTo>
                  <a:pt x="1171575" y="447675"/>
                </a:moveTo>
                <a:lnTo>
                  <a:pt x="1190625" y="447675"/>
                </a:lnTo>
                <a:lnTo>
                  <a:pt x="1190625" y="457200"/>
                </a:lnTo>
                <a:lnTo>
                  <a:pt x="1200150" y="457200"/>
                </a:lnTo>
                <a:lnTo>
                  <a:pt x="1200150" y="466725"/>
                </a:lnTo>
                <a:lnTo>
                  <a:pt x="1209675" y="466725"/>
                </a:lnTo>
                <a:lnTo>
                  <a:pt x="1209675" y="476250"/>
                </a:lnTo>
                <a:lnTo>
                  <a:pt x="1200150" y="476250"/>
                </a:lnTo>
                <a:lnTo>
                  <a:pt x="1200150" y="485775"/>
                </a:lnTo>
                <a:lnTo>
                  <a:pt x="1190625" y="485775"/>
                </a:lnTo>
                <a:lnTo>
                  <a:pt x="1190625" y="476250"/>
                </a:lnTo>
                <a:lnTo>
                  <a:pt x="1162050" y="476250"/>
                </a:lnTo>
                <a:lnTo>
                  <a:pt x="1162050" y="466725"/>
                </a:lnTo>
                <a:lnTo>
                  <a:pt x="1171575" y="466725"/>
                </a:lnTo>
                <a:close/>
                <a:moveTo>
                  <a:pt x="9525" y="457200"/>
                </a:moveTo>
                <a:lnTo>
                  <a:pt x="19050" y="457200"/>
                </a:lnTo>
                <a:lnTo>
                  <a:pt x="19050" y="466725"/>
                </a:lnTo>
                <a:lnTo>
                  <a:pt x="28575" y="466725"/>
                </a:lnTo>
                <a:lnTo>
                  <a:pt x="28575" y="495300"/>
                </a:lnTo>
                <a:lnTo>
                  <a:pt x="19050" y="495300"/>
                </a:lnTo>
                <a:lnTo>
                  <a:pt x="19050" y="485775"/>
                </a:lnTo>
                <a:lnTo>
                  <a:pt x="9525" y="485775"/>
                </a:lnTo>
                <a:close/>
                <a:moveTo>
                  <a:pt x="914400" y="457200"/>
                </a:moveTo>
                <a:lnTo>
                  <a:pt x="952500" y="457200"/>
                </a:lnTo>
                <a:lnTo>
                  <a:pt x="952500" y="466725"/>
                </a:lnTo>
                <a:lnTo>
                  <a:pt x="923925" y="466725"/>
                </a:lnTo>
                <a:lnTo>
                  <a:pt x="923925" y="476250"/>
                </a:lnTo>
                <a:lnTo>
                  <a:pt x="914400" y="476250"/>
                </a:lnTo>
                <a:lnTo>
                  <a:pt x="914400" y="485775"/>
                </a:lnTo>
                <a:lnTo>
                  <a:pt x="895350" y="485775"/>
                </a:lnTo>
                <a:lnTo>
                  <a:pt x="895350" y="476250"/>
                </a:lnTo>
                <a:lnTo>
                  <a:pt x="904875" y="476250"/>
                </a:lnTo>
                <a:lnTo>
                  <a:pt x="904875" y="466725"/>
                </a:lnTo>
                <a:lnTo>
                  <a:pt x="914400" y="466725"/>
                </a:lnTo>
                <a:close/>
                <a:moveTo>
                  <a:pt x="95250" y="466725"/>
                </a:moveTo>
                <a:lnTo>
                  <a:pt x="104775" y="466725"/>
                </a:lnTo>
                <a:lnTo>
                  <a:pt x="104775" y="495300"/>
                </a:lnTo>
                <a:lnTo>
                  <a:pt x="85725" y="495300"/>
                </a:lnTo>
                <a:lnTo>
                  <a:pt x="85725" y="504825"/>
                </a:lnTo>
                <a:lnTo>
                  <a:pt x="66675" y="504825"/>
                </a:lnTo>
                <a:lnTo>
                  <a:pt x="66675" y="495300"/>
                </a:lnTo>
                <a:lnTo>
                  <a:pt x="76200" y="495300"/>
                </a:lnTo>
                <a:lnTo>
                  <a:pt x="76200" y="485775"/>
                </a:lnTo>
                <a:lnTo>
                  <a:pt x="95250" y="485775"/>
                </a:lnTo>
                <a:close/>
                <a:moveTo>
                  <a:pt x="1009650" y="466725"/>
                </a:moveTo>
                <a:lnTo>
                  <a:pt x="1019175" y="466725"/>
                </a:lnTo>
                <a:lnTo>
                  <a:pt x="1019175" y="476250"/>
                </a:lnTo>
                <a:lnTo>
                  <a:pt x="1009650" y="476250"/>
                </a:lnTo>
                <a:close/>
                <a:moveTo>
                  <a:pt x="1123950" y="476250"/>
                </a:moveTo>
                <a:lnTo>
                  <a:pt x="1162050" y="476250"/>
                </a:lnTo>
                <a:lnTo>
                  <a:pt x="1162050" y="485775"/>
                </a:lnTo>
                <a:lnTo>
                  <a:pt x="1123950" y="485775"/>
                </a:lnTo>
                <a:close/>
                <a:moveTo>
                  <a:pt x="866775" y="485775"/>
                </a:moveTo>
                <a:lnTo>
                  <a:pt x="876300" y="485775"/>
                </a:lnTo>
                <a:lnTo>
                  <a:pt x="876300" y="495300"/>
                </a:lnTo>
                <a:lnTo>
                  <a:pt x="866775" y="495300"/>
                </a:lnTo>
                <a:close/>
                <a:moveTo>
                  <a:pt x="1085850" y="485775"/>
                </a:moveTo>
                <a:lnTo>
                  <a:pt x="1095375" y="485775"/>
                </a:lnTo>
                <a:lnTo>
                  <a:pt x="1095375" y="504825"/>
                </a:lnTo>
                <a:lnTo>
                  <a:pt x="1076325" y="504825"/>
                </a:lnTo>
                <a:lnTo>
                  <a:pt x="1076325" y="495300"/>
                </a:lnTo>
                <a:lnTo>
                  <a:pt x="1085850" y="495300"/>
                </a:lnTo>
                <a:close/>
                <a:moveTo>
                  <a:pt x="857250" y="495300"/>
                </a:moveTo>
                <a:lnTo>
                  <a:pt x="866775" y="495300"/>
                </a:lnTo>
                <a:lnTo>
                  <a:pt x="866775" y="504825"/>
                </a:lnTo>
                <a:lnTo>
                  <a:pt x="857250" y="504825"/>
                </a:lnTo>
                <a:close/>
                <a:moveTo>
                  <a:pt x="1152525" y="495300"/>
                </a:moveTo>
                <a:lnTo>
                  <a:pt x="1162050" y="495300"/>
                </a:lnTo>
                <a:lnTo>
                  <a:pt x="1162050" y="504825"/>
                </a:lnTo>
                <a:lnTo>
                  <a:pt x="1152525" y="504825"/>
                </a:lnTo>
                <a:close/>
                <a:moveTo>
                  <a:pt x="1038225" y="504825"/>
                </a:moveTo>
                <a:lnTo>
                  <a:pt x="1057275" y="504825"/>
                </a:lnTo>
                <a:lnTo>
                  <a:pt x="1057275" y="514350"/>
                </a:lnTo>
                <a:lnTo>
                  <a:pt x="1047750" y="514350"/>
                </a:lnTo>
                <a:lnTo>
                  <a:pt x="1047750" y="533400"/>
                </a:lnTo>
                <a:lnTo>
                  <a:pt x="1038225" y="533400"/>
                </a:lnTo>
                <a:lnTo>
                  <a:pt x="1038225" y="542925"/>
                </a:lnTo>
                <a:lnTo>
                  <a:pt x="1028700" y="542925"/>
                </a:lnTo>
                <a:lnTo>
                  <a:pt x="1028700" y="514350"/>
                </a:lnTo>
                <a:lnTo>
                  <a:pt x="1038225" y="514350"/>
                </a:lnTo>
                <a:close/>
                <a:moveTo>
                  <a:pt x="0" y="514350"/>
                </a:moveTo>
                <a:lnTo>
                  <a:pt x="19050" y="514350"/>
                </a:lnTo>
                <a:lnTo>
                  <a:pt x="19050" y="552450"/>
                </a:lnTo>
                <a:lnTo>
                  <a:pt x="9525" y="552450"/>
                </a:lnTo>
                <a:lnTo>
                  <a:pt x="9525" y="533400"/>
                </a:lnTo>
                <a:lnTo>
                  <a:pt x="0" y="533400"/>
                </a:lnTo>
                <a:close/>
                <a:moveTo>
                  <a:pt x="57150" y="542925"/>
                </a:moveTo>
                <a:lnTo>
                  <a:pt x="66675" y="542925"/>
                </a:lnTo>
                <a:lnTo>
                  <a:pt x="66675" y="552450"/>
                </a:lnTo>
                <a:lnTo>
                  <a:pt x="57150" y="552450"/>
                </a:lnTo>
                <a:close/>
                <a:moveTo>
                  <a:pt x="1009650" y="542925"/>
                </a:moveTo>
                <a:lnTo>
                  <a:pt x="1028700" y="542925"/>
                </a:lnTo>
                <a:lnTo>
                  <a:pt x="1028700" y="571500"/>
                </a:lnTo>
                <a:lnTo>
                  <a:pt x="1009650" y="571500"/>
                </a:lnTo>
                <a:close/>
                <a:moveTo>
                  <a:pt x="19050" y="552450"/>
                </a:moveTo>
                <a:lnTo>
                  <a:pt x="28575" y="552450"/>
                </a:lnTo>
                <a:lnTo>
                  <a:pt x="28575" y="590550"/>
                </a:lnTo>
                <a:lnTo>
                  <a:pt x="9525" y="590550"/>
                </a:lnTo>
                <a:lnTo>
                  <a:pt x="9525" y="600075"/>
                </a:lnTo>
                <a:lnTo>
                  <a:pt x="19050" y="600075"/>
                </a:lnTo>
                <a:lnTo>
                  <a:pt x="19050" y="609600"/>
                </a:lnTo>
                <a:lnTo>
                  <a:pt x="9525" y="609600"/>
                </a:lnTo>
                <a:lnTo>
                  <a:pt x="9525" y="638175"/>
                </a:lnTo>
                <a:lnTo>
                  <a:pt x="0" y="638175"/>
                </a:lnTo>
                <a:lnTo>
                  <a:pt x="0" y="581025"/>
                </a:lnTo>
                <a:lnTo>
                  <a:pt x="9525" y="581025"/>
                </a:lnTo>
                <a:lnTo>
                  <a:pt x="9525" y="571500"/>
                </a:lnTo>
                <a:lnTo>
                  <a:pt x="19050" y="571500"/>
                </a:lnTo>
                <a:close/>
                <a:moveTo>
                  <a:pt x="57150" y="561975"/>
                </a:moveTo>
                <a:lnTo>
                  <a:pt x="66675" y="561975"/>
                </a:lnTo>
                <a:lnTo>
                  <a:pt x="66675" y="571500"/>
                </a:lnTo>
                <a:lnTo>
                  <a:pt x="57150" y="571500"/>
                </a:lnTo>
                <a:close/>
                <a:moveTo>
                  <a:pt x="962025" y="581025"/>
                </a:moveTo>
                <a:lnTo>
                  <a:pt x="971550" y="581025"/>
                </a:lnTo>
                <a:lnTo>
                  <a:pt x="971550" y="590550"/>
                </a:lnTo>
                <a:lnTo>
                  <a:pt x="962025" y="590550"/>
                </a:lnTo>
                <a:close/>
                <a:moveTo>
                  <a:pt x="876300" y="590550"/>
                </a:moveTo>
                <a:lnTo>
                  <a:pt x="895350" y="590550"/>
                </a:lnTo>
                <a:lnTo>
                  <a:pt x="895350" y="628650"/>
                </a:lnTo>
                <a:lnTo>
                  <a:pt x="866775" y="628650"/>
                </a:lnTo>
                <a:lnTo>
                  <a:pt x="866775" y="619125"/>
                </a:lnTo>
                <a:lnTo>
                  <a:pt x="885825" y="619125"/>
                </a:lnTo>
                <a:lnTo>
                  <a:pt x="885825" y="600075"/>
                </a:lnTo>
                <a:lnTo>
                  <a:pt x="876300" y="600075"/>
                </a:lnTo>
                <a:close/>
                <a:moveTo>
                  <a:pt x="28575" y="600075"/>
                </a:moveTo>
                <a:lnTo>
                  <a:pt x="47625" y="600075"/>
                </a:lnTo>
                <a:lnTo>
                  <a:pt x="47625" y="609600"/>
                </a:lnTo>
                <a:lnTo>
                  <a:pt x="28575" y="609600"/>
                </a:lnTo>
                <a:close/>
                <a:moveTo>
                  <a:pt x="904875" y="600075"/>
                </a:moveTo>
                <a:lnTo>
                  <a:pt x="914400" y="600075"/>
                </a:lnTo>
                <a:lnTo>
                  <a:pt x="914400" y="609600"/>
                </a:lnTo>
                <a:lnTo>
                  <a:pt x="904875" y="609600"/>
                </a:lnTo>
                <a:close/>
                <a:moveTo>
                  <a:pt x="962025" y="609600"/>
                </a:moveTo>
                <a:lnTo>
                  <a:pt x="971550" y="609600"/>
                </a:lnTo>
                <a:lnTo>
                  <a:pt x="971550" y="619125"/>
                </a:lnTo>
                <a:lnTo>
                  <a:pt x="962025" y="619125"/>
                </a:lnTo>
                <a:close/>
                <a:moveTo>
                  <a:pt x="47625" y="619125"/>
                </a:moveTo>
                <a:lnTo>
                  <a:pt x="57150" y="619125"/>
                </a:lnTo>
                <a:lnTo>
                  <a:pt x="57150" y="638175"/>
                </a:lnTo>
                <a:lnTo>
                  <a:pt x="47625" y="638175"/>
                </a:lnTo>
                <a:close/>
                <a:moveTo>
                  <a:pt x="923925" y="628650"/>
                </a:moveTo>
                <a:lnTo>
                  <a:pt x="933450" y="628650"/>
                </a:lnTo>
                <a:lnTo>
                  <a:pt x="933450" y="638175"/>
                </a:lnTo>
                <a:lnTo>
                  <a:pt x="923925" y="638175"/>
                </a:lnTo>
                <a:close/>
                <a:moveTo>
                  <a:pt x="962025" y="628650"/>
                </a:moveTo>
                <a:lnTo>
                  <a:pt x="971550" y="628650"/>
                </a:lnTo>
                <a:lnTo>
                  <a:pt x="971550" y="638175"/>
                </a:lnTo>
                <a:lnTo>
                  <a:pt x="962025" y="638175"/>
                </a:lnTo>
                <a:close/>
                <a:moveTo>
                  <a:pt x="1057275" y="628650"/>
                </a:moveTo>
                <a:lnTo>
                  <a:pt x="1066800" y="628650"/>
                </a:lnTo>
                <a:lnTo>
                  <a:pt x="1066800" y="638175"/>
                </a:lnTo>
                <a:lnTo>
                  <a:pt x="1057275" y="638175"/>
                </a:lnTo>
                <a:close/>
                <a:moveTo>
                  <a:pt x="38100" y="638175"/>
                </a:moveTo>
                <a:lnTo>
                  <a:pt x="47625" y="638175"/>
                </a:lnTo>
                <a:lnTo>
                  <a:pt x="47625" y="647700"/>
                </a:lnTo>
                <a:lnTo>
                  <a:pt x="38100" y="647700"/>
                </a:lnTo>
                <a:close/>
                <a:moveTo>
                  <a:pt x="1038225" y="638175"/>
                </a:moveTo>
                <a:lnTo>
                  <a:pt x="1057275" y="638175"/>
                </a:lnTo>
                <a:lnTo>
                  <a:pt x="1057275" y="657225"/>
                </a:lnTo>
                <a:lnTo>
                  <a:pt x="1066800" y="657225"/>
                </a:lnTo>
                <a:lnTo>
                  <a:pt x="1066800" y="666750"/>
                </a:lnTo>
                <a:lnTo>
                  <a:pt x="1057275" y="666750"/>
                </a:lnTo>
                <a:lnTo>
                  <a:pt x="1057275" y="676275"/>
                </a:lnTo>
                <a:lnTo>
                  <a:pt x="1047750" y="676275"/>
                </a:lnTo>
                <a:lnTo>
                  <a:pt x="1047750" y="647700"/>
                </a:lnTo>
                <a:lnTo>
                  <a:pt x="1038225" y="647700"/>
                </a:lnTo>
                <a:close/>
                <a:moveTo>
                  <a:pt x="1200150" y="638175"/>
                </a:moveTo>
                <a:lnTo>
                  <a:pt x="1209675" y="638175"/>
                </a:lnTo>
                <a:lnTo>
                  <a:pt x="1209675" y="666750"/>
                </a:lnTo>
                <a:lnTo>
                  <a:pt x="1200150" y="666750"/>
                </a:lnTo>
                <a:close/>
                <a:moveTo>
                  <a:pt x="923925" y="647700"/>
                </a:moveTo>
                <a:lnTo>
                  <a:pt x="933450" y="647700"/>
                </a:lnTo>
                <a:lnTo>
                  <a:pt x="933450" y="657225"/>
                </a:lnTo>
                <a:lnTo>
                  <a:pt x="923925" y="657225"/>
                </a:lnTo>
                <a:close/>
                <a:moveTo>
                  <a:pt x="990600" y="647700"/>
                </a:moveTo>
                <a:lnTo>
                  <a:pt x="1000125" y="647700"/>
                </a:lnTo>
                <a:lnTo>
                  <a:pt x="1000125" y="666750"/>
                </a:lnTo>
                <a:lnTo>
                  <a:pt x="990600" y="666750"/>
                </a:lnTo>
                <a:lnTo>
                  <a:pt x="990600" y="676275"/>
                </a:lnTo>
                <a:lnTo>
                  <a:pt x="981075" y="676275"/>
                </a:lnTo>
                <a:lnTo>
                  <a:pt x="981075" y="657225"/>
                </a:lnTo>
                <a:lnTo>
                  <a:pt x="990600" y="657225"/>
                </a:lnTo>
                <a:close/>
                <a:moveTo>
                  <a:pt x="1019175" y="647700"/>
                </a:moveTo>
                <a:lnTo>
                  <a:pt x="1038225" y="647700"/>
                </a:lnTo>
                <a:lnTo>
                  <a:pt x="1038225" y="657225"/>
                </a:lnTo>
                <a:lnTo>
                  <a:pt x="1019175" y="657225"/>
                </a:lnTo>
                <a:close/>
                <a:moveTo>
                  <a:pt x="1085850" y="647700"/>
                </a:moveTo>
                <a:lnTo>
                  <a:pt x="1104900" y="647700"/>
                </a:lnTo>
                <a:lnTo>
                  <a:pt x="1104900" y="657225"/>
                </a:lnTo>
                <a:lnTo>
                  <a:pt x="1095375" y="657225"/>
                </a:lnTo>
                <a:lnTo>
                  <a:pt x="1095375" y="666750"/>
                </a:lnTo>
                <a:lnTo>
                  <a:pt x="1104900" y="666750"/>
                </a:lnTo>
                <a:lnTo>
                  <a:pt x="1104900" y="657225"/>
                </a:lnTo>
                <a:lnTo>
                  <a:pt x="1114425" y="657225"/>
                </a:lnTo>
                <a:lnTo>
                  <a:pt x="1114425" y="647700"/>
                </a:lnTo>
                <a:lnTo>
                  <a:pt x="1133475" y="647700"/>
                </a:lnTo>
                <a:lnTo>
                  <a:pt x="1133475" y="657225"/>
                </a:lnTo>
                <a:lnTo>
                  <a:pt x="1152525" y="657225"/>
                </a:lnTo>
                <a:lnTo>
                  <a:pt x="1152525" y="695325"/>
                </a:lnTo>
                <a:lnTo>
                  <a:pt x="1143000" y="695325"/>
                </a:lnTo>
                <a:lnTo>
                  <a:pt x="1143000" y="685800"/>
                </a:lnTo>
                <a:lnTo>
                  <a:pt x="1133475" y="685800"/>
                </a:lnTo>
                <a:lnTo>
                  <a:pt x="1133475" y="676275"/>
                </a:lnTo>
                <a:lnTo>
                  <a:pt x="1104900" y="676275"/>
                </a:lnTo>
                <a:lnTo>
                  <a:pt x="1104900" y="685800"/>
                </a:lnTo>
                <a:lnTo>
                  <a:pt x="1095375" y="685800"/>
                </a:lnTo>
                <a:lnTo>
                  <a:pt x="1095375" y="676275"/>
                </a:lnTo>
                <a:lnTo>
                  <a:pt x="1085850" y="676275"/>
                </a:lnTo>
                <a:close/>
                <a:moveTo>
                  <a:pt x="0" y="666750"/>
                </a:moveTo>
                <a:lnTo>
                  <a:pt x="9525" y="666750"/>
                </a:lnTo>
                <a:lnTo>
                  <a:pt x="9525" y="685800"/>
                </a:lnTo>
                <a:lnTo>
                  <a:pt x="0" y="685800"/>
                </a:lnTo>
                <a:close/>
                <a:moveTo>
                  <a:pt x="57150" y="666750"/>
                </a:moveTo>
                <a:lnTo>
                  <a:pt x="66675" y="666750"/>
                </a:lnTo>
                <a:lnTo>
                  <a:pt x="66675" y="676275"/>
                </a:lnTo>
                <a:lnTo>
                  <a:pt x="57150" y="676275"/>
                </a:lnTo>
                <a:close/>
                <a:moveTo>
                  <a:pt x="914400" y="666750"/>
                </a:moveTo>
                <a:lnTo>
                  <a:pt x="952500" y="666750"/>
                </a:lnTo>
                <a:lnTo>
                  <a:pt x="952500" y="676275"/>
                </a:lnTo>
                <a:lnTo>
                  <a:pt x="971550" y="676275"/>
                </a:lnTo>
                <a:lnTo>
                  <a:pt x="971550" y="685800"/>
                </a:lnTo>
                <a:lnTo>
                  <a:pt x="904875" y="685800"/>
                </a:lnTo>
                <a:lnTo>
                  <a:pt x="904875" y="676275"/>
                </a:lnTo>
                <a:lnTo>
                  <a:pt x="914400" y="676275"/>
                </a:lnTo>
                <a:close/>
                <a:moveTo>
                  <a:pt x="990600" y="676275"/>
                </a:moveTo>
                <a:lnTo>
                  <a:pt x="1000125" y="676275"/>
                </a:lnTo>
                <a:lnTo>
                  <a:pt x="1000125" y="685800"/>
                </a:lnTo>
                <a:lnTo>
                  <a:pt x="990600" y="685800"/>
                </a:lnTo>
                <a:close/>
                <a:moveTo>
                  <a:pt x="171450" y="685800"/>
                </a:moveTo>
                <a:lnTo>
                  <a:pt x="180975" y="685800"/>
                </a:lnTo>
                <a:lnTo>
                  <a:pt x="180975" y="695325"/>
                </a:lnTo>
                <a:lnTo>
                  <a:pt x="171450" y="695325"/>
                </a:lnTo>
                <a:close/>
                <a:moveTo>
                  <a:pt x="1000125" y="685800"/>
                </a:moveTo>
                <a:lnTo>
                  <a:pt x="1009650" y="685800"/>
                </a:lnTo>
                <a:lnTo>
                  <a:pt x="1009650" y="695325"/>
                </a:lnTo>
                <a:lnTo>
                  <a:pt x="1000125" y="695325"/>
                </a:lnTo>
                <a:close/>
                <a:moveTo>
                  <a:pt x="1123950" y="685800"/>
                </a:moveTo>
                <a:lnTo>
                  <a:pt x="1133475" y="685800"/>
                </a:lnTo>
                <a:lnTo>
                  <a:pt x="1133475" y="695325"/>
                </a:lnTo>
                <a:lnTo>
                  <a:pt x="1123950" y="695325"/>
                </a:lnTo>
                <a:close/>
                <a:moveTo>
                  <a:pt x="95250" y="695325"/>
                </a:moveTo>
                <a:lnTo>
                  <a:pt x="104775" y="695325"/>
                </a:lnTo>
                <a:lnTo>
                  <a:pt x="104775" y="704850"/>
                </a:lnTo>
                <a:lnTo>
                  <a:pt x="95250" y="704850"/>
                </a:lnTo>
                <a:close/>
                <a:moveTo>
                  <a:pt x="1114425" y="695325"/>
                </a:moveTo>
                <a:lnTo>
                  <a:pt x="1123950" y="695325"/>
                </a:lnTo>
                <a:lnTo>
                  <a:pt x="1123950" y="704850"/>
                </a:lnTo>
                <a:lnTo>
                  <a:pt x="1143000" y="704850"/>
                </a:lnTo>
                <a:lnTo>
                  <a:pt x="1143000" y="714375"/>
                </a:lnTo>
                <a:lnTo>
                  <a:pt x="1133475" y="714375"/>
                </a:lnTo>
                <a:lnTo>
                  <a:pt x="1133475" y="723900"/>
                </a:lnTo>
                <a:lnTo>
                  <a:pt x="1123950" y="723900"/>
                </a:lnTo>
                <a:lnTo>
                  <a:pt x="1123950" y="714375"/>
                </a:lnTo>
                <a:lnTo>
                  <a:pt x="1114425" y="714375"/>
                </a:lnTo>
                <a:close/>
                <a:moveTo>
                  <a:pt x="47625" y="704850"/>
                </a:moveTo>
                <a:lnTo>
                  <a:pt x="76200" y="704850"/>
                </a:lnTo>
                <a:lnTo>
                  <a:pt x="76200" y="714375"/>
                </a:lnTo>
                <a:lnTo>
                  <a:pt x="85725" y="714375"/>
                </a:lnTo>
                <a:lnTo>
                  <a:pt x="85725" y="723900"/>
                </a:lnTo>
                <a:lnTo>
                  <a:pt x="76200" y="723900"/>
                </a:lnTo>
                <a:lnTo>
                  <a:pt x="76200" y="733425"/>
                </a:lnTo>
                <a:lnTo>
                  <a:pt x="95250" y="733425"/>
                </a:lnTo>
                <a:lnTo>
                  <a:pt x="95250" y="714375"/>
                </a:lnTo>
                <a:lnTo>
                  <a:pt x="152400" y="714375"/>
                </a:lnTo>
                <a:lnTo>
                  <a:pt x="152400" y="742950"/>
                </a:lnTo>
                <a:lnTo>
                  <a:pt x="161925" y="742950"/>
                </a:lnTo>
                <a:lnTo>
                  <a:pt x="161925" y="752475"/>
                </a:lnTo>
                <a:lnTo>
                  <a:pt x="152400" y="752475"/>
                </a:lnTo>
                <a:lnTo>
                  <a:pt x="152400" y="762000"/>
                </a:lnTo>
                <a:lnTo>
                  <a:pt x="161925" y="762000"/>
                </a:lnTo>
                <a:lnTo>
                  <a:pt x="161925" y="771525"/>
                </a:lnTo>
                <a:lnTo>
                  <a:pt x="142875" y="771525"/>
                </a:lnTo>
                <a:lnTo>
                  <a:pt x="142875" y="742950"/>
                </a:lnTo>
                <a:lnTo>
                  <a:pt x="104775" y="742950"/>
                </a:lnTo>
                <a:lnTo>
                  <a:pt x="104775" y="752475"/>
                </a:lnTo>
                <a:lnTo>
                  <a:pt x="95250" y="752475"/>
                </a:lnTo>
                <a:lnTo>
                  <a:pt x="95250" y="742950"/>
                </a:lnTo>
                <a:lnTo>
                  <a:pt x="57150" y="742950"/>
                </a:lnTo>
                <a:lnTo>
                  <a:pt x="57150" y="733425"/>
                </a:lnTo>
                <a:lnTo>
                  <a:pt x="47625" y="733425"/>
                </a:lnTo>
                <a:close/>
                <a:moveTo>
                  <a:pt x="161925" y="704850"/>
                </a:moveTo>
                <a:lnTo>
                  <a:pt x="171450" y="704850"/>
                </a:lnTo>
                <a:lnTo>
                  <a:pt x="171450" y="723900"/>
                </a:lnTo>
                <a:lnTo>
                  <a:pt x="161925" y="723900"/>
                </a:lnTo>
                <a:close/>
                <a:moveTo>
                  <a:pt x="428625" y="704850"/>
                </a:moveTo>
                <a:lnTo>
                  <a:pt x="438150" y="704850"/>
                </a:lnTo>
                <a:lnTo>
                  <a:pt x="438150" y="714375"/>
                </a:lnTo>
                <a:lnTo>
                  <a:pt x="428625" y="714375"/>
                </a:lnTo>
                <a:close/>
                <a:moveTo>
                  <a:pt x="885825" y="704850"/>
                </a:moveTo>
                <a:lnTo>
                  <a:pt x="914400" y="704850"/>
                </a:lnTo>
                <a:lnTo>
                  <a:pt x="914400" y="733425"/>
                </a:lnTo>
                <a:lnTo>
                  <a:pt x="904875" y="733425"/>
                </a:lnTo>
                <a:lnTo>
                  <a:pt x="904875" y="742950"/>
                </a:lnTo>
                <a:lnTo>
                  <a:pt x="895350" y="742950"/>
                </a:lnTo>
                <a:lnTo>
                  <a:pt x="895350" y="723900"/>
                </a:lnTo>
                <a:lnTo>
                  <a:pt x="885825" y="723900"/>
                </a:lnTo>
                <a:close/>
                <a:moveTo>
                  <a:pt x="971550" y="704850"/>
                </a:moveTo>
                <a:lnTo>
                  <a:pt x="990600" y="704850"/>
                </a:lnTo>
                <a:lnTo>
                  <a:pt x="990600" y="723900"/>
                </a:lnTo>
                <a:lnTo>
                  <a:pt x="981075" y="723900"/>
                </a:lnTo>
                <a:lnTo>
                  <a:pt x="981075" y="714375"/>
                </a:lnTo>
                <a:lnTo>
                  <a:pt x="971550" y="714375"/>
                </a:lnTo>
                <a:close/>
                <a:moveTo>
                  <a:pt x="1019175" y="704850"/>
                </a:moveTo>
                <a:lnTo>
                  <a:pt x="1028700" y="704850"/>
                </a:lnTo>
                <a:lnTo>
                  <a:pt x="1028700" y="714375"/>
                </a:lnTo>
                <a:lnTo>
                  <a:pt x="1019175" y="714375"/>
                </a:lnTo>
                <a:close/>
                <a:moveTo>
                  <a:pt x="1190625" y="704850"/>
                </a:moveTo>
                <a:lnTo>
                  <a:pt x="1209675" y="704850"/>
                </a:lnTo>
                <a:lnTo>
                  <a:pt x="1209675" y="714375"/>
                </a:lnTo>
                <a:lnTo>
                  <a:pt x="1190625" y="714375"/>
                </a:lnTo>
                <a:close/>
                <a:moveTo>
                  <a:pt x="0" y="714375"/>
                </a:moveTo>
                <a:lnTo>
                  <a:pt x="9525" y="714375"/>
                </a:lnTo>
                <a:lnTo>
                  <a:pt x="9525" y="723900"/>
                </a:lnTo>
                <a:lnTo>
                  <a:pt x="0" y="723900"/>
                </a:lnTo>
                <a:close/>
                <a:moveTo>
                  <a:pt x="209550" y="714375"/>
                </a:moveTo>
                <a:lnTo>
                  <a:pt x="219075" y="714375"/>
                </a:lnTo>
                <a:lnTo>
                  <a:pt x="219075" y="733425"/>
                </a:lnTo>
                <a:lnTo>
                  <a:pt x="228600" y="733425"/>
                </a:lnTo>
                <a:lnTo>
                  <a:pt x="228600" y="742950"/>
                </a:lnTo>
                <a:lnTo>
                  <a:pt x="219075" y="742950"/>
                </a:lnTo>
                <a:lnTo>
                  <a:pt x="219075" y="752475"/>
                </a:lnTo>
                <a:lnTo>
                  <a:pt x="209550" y="752475"/>
                </a:lnTo>
                <a:lnTo>
                  <a:pt x="209550" y="742950"/>
                </a:lnTo>
                <a:lnTo>
                  <a:pt x="190500" y="742950"/>
                </a:lnTo>
                <a:lnTo>
                  <a:pt x="190500" y="723900"/>
                </a:lnTo>
                <a:lnTo>
                  <a:pt x="209550" y="723900"/>
                </a:lnTo>
                <a:close/>
                <a:moveTo>
                  <a:pt x="438150" y="714375"/>
                </a:moveTo>
                <a:lnTo>
                  <a:pt x="447675" y="714375"/>
                </a:lnTo>
                <a:lnTo>
                  <a:pt x="447675" y="723900"/>
                </a:lnTo>
                <a:lnTo>
                  <a:pt x="438150" y="723900"/>
                </a:lnTo>
                <a:close/>
                <a:moveTo>
                  <a:pt x="552450" y="714375"/>
                </a:moveTo>
                <a:lnTo>
                  <a:pt x="561975" y="714375"/>
                </a:lnTo>
                <a:lnTo>
                  <a:pt x="561975" y="723900"/>
                </a:lnTo>
                <a:lnTo>
                  <a:pt x="552450" y="723900"/>
                </a:lnTo>
                <a:close/>
                <a:moveTo>
                  <a:pt x="1038225" y="714375"/>
                </a:moveTo>
                <a:lnTo>
                  <a:pt x="1047750" y="714375"/>
                </a:lnTo>
                <a:lnTo>
                  <a:pt x="1047750" y="733425"/>
                </a:lnTo>
                <a:lnTo>
                  <a:pt x="1057275" y="733425"/>
                </a:lnTo>
                <a:lnTo>
                  <a:pt x="1057275" y="742950"/>
                </a:lnTo>
                <a:lnTo>
                  <a:pt x="1009650" y="742950"/>
                </a:lnTo>
                <a:lnTo>
                  <a:pt x="1009650" y="733425"/>
                </a:lnTo>
                <a:lnTo>
                  <a:pt x="1038225" y="733425"/>
                </a:lnTo>
                <a:close/>
                <a:moveTo>
                  <a:pt x="447675" y="723900"/>
                </a:moveTo>
                <a:lnTo>
                  <a:pt x="466725" y="723900"/>
                </a:lnTo>
                <a:lnTo>
                  <a:pt x="466725" y="742950"/>
                </a:lnTo>
                <a:lnTo>
                  <a:pt x="457200" y="742950"/>
                </a:lnTo>
                <a:lnTo>
                  <a:pt x="457200" y="733425"/>
                </a:lnTo>
                <a:lnTo>
                  <a:pt x="447675" y="733425"/>
                </a:lnTo>
                <a:close/>
                <a:moveTo>
                  <a:pt x="923925" y="723900"/>
                </a:moveTo>
                <a:lnTo>
                  <a:pt x="942975" y="723900"/>
                </a:lnTo>
                <a:lnTo>
                  <a:pt x="942975" y="733425"/>
                </a:lnTo>
                <a:lnTo>
                  <a:pt x="952500" y="733425"/>
                </a:lnTo>
                <a:lnTo>
                  <a:pt x="952500" y="752475"/>
                </a:lnTo>
                <a:lnTo>
                  <a:pt x="942975" y="752475"/>
                </a:lnTo>
                <a:lnTo>
                  <a:pt x="942975" y="742950"/>
                </a:lnTo>
                <a:lnTo>
                  <a:pt x="923925" y="742950"/>
                </a:lnTo>
                <a:close/>
                <a:moveTo>
                  <a:pt x="1085850" y="723900"/>
                </a:moveTo>
                <a:lnTo>
                  <a:pt x="1095375" y="723900"/>
                </a:lnTo>
                <a:lnTo>
                  <a:pt x="1095375" y="733425"/>
                </a:lnTo>
                <a:lnTo>
                  <a:pt x="1104900" y="733425"/>
                </a:lnTo>
                <a:lnTo>
                  <a:pt x="1104900" y="742950"/>
                </a:lnTo>
                <a:lnTo>
                  <a:pt x="1085850" y="742950"/>
                </a:lnTo>
                <a:close/>
                <a:moveTo>
                  <a:pt x="1190625" y="723900"/>
                </a:moveTo>
                <a:lnTo>
                  <a:pt x="1200150" y="723900"/>
                </a:lnTo>
                <a:lnTo>
                  <a:pt x="1200150" y="742950"/>
                </a:lnTo>
                <a:lnTo>
                  <a:pt x="1162050" y="742950"/>
                </a:lnTo>
                <a:lnTo>
                  <a:pt x="1162050" y="733425"/>
                </a:lnTo>
                <a:lnTo>
                  <a:pt x="1190625" y="733425"/>
                </a:lnTo>
                <a:close/>
                <a:moveTo>
                  <a:pt x="400050" y="742950"/>
                </a:moveTo>
                <a:lnTo>
                  <a:pt x="409575" y="742950"/>
                </a:lnTo>
                <a:lnTo>
                  <a:pt x="409575" y="752475"/>
                </a:lnTo>
                <a:lnTo>
                  <a:pt x="438150" y="752475"/>
                </a:lnTo>
                <a:lnTo>
                  <a:pt x="438150" y="762000"/>
                </a:lnTo>
                <a:lnTo>
                  <a:pt x="447675" y="762000"/>
                </a:lnTo>
                <a:lnTo>
                  <a:pt x="447675" y="781050"/>
                </a:lnTo>
                <a:lnTo>
                  <a:pt x="428625" y="781050"/>
                </a:lnTo>
                <a:lnTo>
                  <a:pt x="428625" y="762000"/>
                </a:lnTo>
                <a:lnTo>
                  <a:pt x="400050" y="762000"/>
                </a:lnTo>
                <a:close/>
                <a:moveTo>
                  <a:pt x="514350" y="742950"/>
                </a:moveTo>
                <a:lnTo>
                  <a:pt x="523875" y="742950"/>
                </a:lnTo>
                <a:lnTo>
                  <a:pt x="523875" y="752475"/>
                </a:lnTo>
                <a:lnTo>
                  <a:pt x="514350" y="752475"/>
                </a:lnTo>
                <a:close/>
                <a:moveTo>
                  <a:pt x="533400" y="742950"/>
                </a:moveTo>
                <a:lnTo>
                  <a:pt x="542925" y="742950"/>
                </a:lnTo>
                <a:lnTo>
                  <a:pt x="542925" y="752475"/>
                </a:lnTo>
                <a:lnTo>
                  <a:pt x="533400" y="752475"/>
                </a:lnTo>
                <a:close/>
                <a:moveTo>
                  <a:pt x="685800" y="742950"/>
                </a:moveTo>
                <a:lnTo>
                  <a:pt x="695325" y="742950"/>
                </a:lnTo>
                <a:lnTo>
                  <a:pt x="695325" y="771525"/>
                </a:lnTo>
                <a:lnTo>
                  <a:pt x="685800" y="771525"/>
                </a:lnTo>
                <a:close/>
                <a:moveTo>
                  <a:pt x="38100" y="752475"/>
                </a:moveTo>
                <a:lnTo>
                  <a:pt x="57150" y="752475"/>
                </a:lnTo>
                <a:lnTo>
                  <a:pt x="57150" y="771525"/>
                </a:lnTo>
                <a:lnTo>
                  <a:pt x="47625" y="771525"/>
                </a:lnTo>
                <a:lnTo>
                  <a:pt x="47625" y="762000"/>
                </a:lnTo>
                <a:lnTo>
                  <a:pt x="38100" y="762000"/>
                </a:lnTo>
                <a:close/>
                <a:moveTo>
                  <a:pt x="85725" y="752475"/>
                </a:moveTo>
                <a:lnTo>
                  <a:pt x="95250" y="752475"/>
                </a:lnTo>
                <a:lnTo>
                  <a:pt x="95250" y="762000"/>
                </a:lnTo>
                <a:lnTo>
                  <a:pt x="85725" y="762000"/>
                </a:lnTo>
                <a:close/>
                <a:moveTo>
                  <a:pt x="247650" y="752475"/>
                </a:moveTo>
                <a:lnTo>
                  <a:pt x="257175" y="752475"/>
                </a:lnTo>
                <a:lnTo>
                  <a:pt x="257175" y="771525"/>
                </a:lnTo>
                <a:lnTo>
                  <a:pt x="247650" y="771525"/>
                </a:lnTo>
                <a:close/>
                <a:moveTo>
                  <a:pt x="752475" y="752475"/>
                </a:moveTo>
                <a:lnTo>
                  <a:pt x="762000" y="752475"/>
                </a:lnTo>
                <a:lnTo>
                  <a:pt x="762000" y="762000"/>
                </a:lnTo>
                <a:lnTo>
                  <a:pt x="752475" y="762000"/>
                </a:lnTo>
                <a:close/>
                <a:moveTo>
                  <a:pt x="819150" y="752475"/>
                </a:moveTo>
                <a:lnTo>
                  <a:pt x="828675" y="752475"/>
                </a:lnTo>
                <a:lnTo>
                  <a:pt x="828675" y="771525"/>
                </a:lnTo>
                <a:lnTo>
                  <a:pt x="819150" y="771525"/>
                </a:lnTo>
                <a:close/>
                <a:moveTo>
                  <a:pt x="962025" y="752475"/>
                </a:moveTo>
                <a:lnTo>
                  <a:pt x="971550" y="752475"/>
                </a:lnTo>
                <a:lnTo>
                  <a:pt x="971550" y="762000"/>
                </a:lnTo>
                <a:lnTo>
                  <a:pt x="962025" y="762000"/>
                </a:lnTo>
                <a:close/>
                <a:moveTo>
                  <a:pt x="981075" y="752475"/>
                </a:moveTo>
                <a:lnTo>
                  <a:pt x="990600" y="752475"/>
                </a:lnTo>
                <a:lnTo>
                  <a:pt x="990600" y="771525"/>
                </a:lnTo>
                <a:lnTo>
                  <a:pt x="981075" y="771525"/>
                </a:lnTo>
                <a:close/>
                <a:moveTo>
                  <a:pt x="533400" y="762000"/>
                </a:moveTo>
                <a:lnTo>
                  <a:pt x="561975" y="762000"/>
                </a:lnTo>
                <a:lnTo>
                  <a:pt x="561975" y="771525"/>
                </a:lnTo>
                <a:lnTo>
                  <a:pt x="533400" y="771525"/>
                </a:lnTo>
                <a:close/>
                <a:moveTo>
                  <a:pt x="571500" y="762000"/>
                </a:moveTo>
                <a:lnTo>
                  <a:pt x="581025" y="762000"/>
                </a:lnTo>
                <a:lnTo>
                  <a:pt x="581025" y="781050"/>
                </a:lnTo>
                <a:lnTo>
                  <a:pt x="561975" y="781050"/>
                </a:lnTo>
                <a:lnTo>
                  <a:pt x="561975" y="771525"/>
                </a:lnTo>
                <a:lnTo>
                  <a:pt x="571500" y="771525"/>
                </a:lnTo>
                <a:close/>
                <a:moveTo>
                  <a:pt x="1123950" y="762000"/>
                </a:moveTo>
                <a:lnTo>
                  <a:pt x="1133475" y="762000"/>
                </a:lnTo>
                <a:lnTo>
                  <a:pt x="1133475" y="771525"/>
                </a:lnTo>
                <a:lnTo>
                  <a:pt x="1143000" y="771525"/>
                </a:lnTo>
                <a:lnTo>
                  <a:pt x="1143000" y="762000"/>
                </a:lnTo>
                <a:lnTo>
                  <a:pt x="1152525" y="762000"/>
                </a:lnTo>
                <a:lnTo>
                  <a:pt x="1152525" y="790575"/>
                </a:lnTo>
                <a:lnTo>
                  <a:pt x="1143000" y="790575"/>
                </a:lnTo>
                <a:lnTo>
                  <a:pt x="1143000" y="781050"/>
                </a:lnTo>
                <a:lnTo>
                  <a:pt x="1123950" y="781050"/>
                </a:lnTo>
                <a:close/>
                <a:moveTo>
                  <a:pt x="771525" y="771525"/>
                </a:moveTo>
                <a:lnTo>
                  <a:pt x="781050" y="771525"/>
                </a:lnTo>
                <a:lnTo>
                  <a:pt x="781050" y="781050"/>
                </a:lnTo>
                <a:lnTo>
                  <a:pt x="790575" y="781050"/>
                </a:lnTo>
                <a:lnTo>
                  <a:pt x="790575" y="771525"/>
                </a:lnTo>
                <a:lnTo>
                  <a:pt x="800100" y="771525"/>
                </a:lnTo>
                <a:lnTo>
                  <a:pt x="800100" y="781050"/>
                </a:lnTo>
                <a:lnTo>
                  <a:pt x="790575" y="781050"/>
                </a:lnTo>
                <a:lnTo>
                  <a:pt x="790575" y="790575"/>
                </a:lnTo>
                <a:lnTo>
                  <a:pt x="781050" y="790575"/>
                </a:lnTo>
                <a:lnTo>
                  <a:pt x="781050" y="800100"/>
                </a:lnTo>
                <a:lnTo>
                  <a:pt x="771525" y="800100"/>
                </a:lnTo>
                <a:close/>
                <a:moveTo>
                  <a:pt x="314325" y="781050"/>
                </a:moveTo>
                <a:lnTo>
                  <a:pt x="323850" y="781050"/>
                </a:lnTo>
                <a:lnTo>
                  <a:pt x="323850" y="800100"/>
                </a:lnTo>
                <a:lnTo>
                  <a:pt x="314325" y="800100"/>
                </a:lnTo>
                <a:close/>
                <a:moveTo>
                  <a:pt x="476250" y="781050"/>
                </a:moveTo>
                <a:lnTo>
                  <a:pt x="485775" y="781050"/>
                </a:lnTo>
                <a:lnTo>
                  <a:pt x="485775" y="790575"/>
                </a:lnTo>
                <a:lnTo>
                  <a:pt x="476250" y="790575"/>
                </a:lnTo>
                <a:close/>
                <a:moveTo>
                  <a:pt x="609600" y="781050"/>
                </a:moveTo>
                <a:lnTo>
                  <a:pt x="619125" y="781050"/>
                </a:lnTo>
                <a:lnTo>
                  <a:pt x="619125" y="800100"/>
                </a:lnTo>
                <a:lnTo>
                  <a:pt x="628650" y="800100"/>
                </a:lnTo>
                <a:lnTo>
                  <a:pt x="628650" y="809625"/>
                </a:lnTo>
                <a:lnTo>
                  <a:pt x="600075" y="809625"/>
                </a:lnTo>
                <a:lnTo>
                  <a:pt x="600075" y="790575"/>
                </a:lnTo>
                <a:lnTo>
                  <a:pt x="609600" y="790575"/>
                </a:lnTo>
                <a:close/>
                <a:moveTo>
                  <a:pt x="647700" y="781050"/>
                </a:moveTo>
                <a:lnTo>
                  <a:pt x="676275" y="781050"/>
                </a:lnTo>
                <a:lnTo>
                  <a:pt x="676275" y="790575"/>
                </a:lnTo>
                <a:lnTo>
                  <a:pt x="704850" y="790575"/>
                </a:lnTo>
                <a:lnTo>
                  <a:pt x="704850" y="781050"/>
                </a:lnTo>
                <a:lnTo>
                  <a:pt x="714375" y="781050"/>
                </a:lnTo>
                <a:lnTo>
                  <a:pt x="714375" y="790575"/>
                </a:lnTo>
                <a:lnTo>
                  <a:pt x="733425" y="790575"/>
                </a:lnTo>
                <a:lnTo>
                  <a:pt x="733425" y="800100"/>
                </a:lnTo>
                <a:lnTo>
                  <a:pt x="723900" y="800100"/>
                </a:lnTo>
                <a:lnTo>
                  <a:pt x="723900" y="809625"/>
                </a:lnTo>
                <a:lnTo>
                  <a:pt x="704850" y="809625"/>
                </a:lnTo>
                <a:lnTo>
                  <a:pt x="704850" y="800100"/>
                </a:lnTo>
                <a:lnTo>
                  <a:pt x="676275" y="800100"/>
                </a:lnTo>
                <a:lnTo>
                  <a:pt x="676275" y="809625"/>
                </a:lnTo>
                <a:lnTo>
                  <a:pt x="647700" y="809625"/>
                </a:lnTo>
                <a:close/>
                <a:moveTo>
                  <a:pt x="1171575" y="781050"/>
                </a:moveTo>
                <a:lnTo>
                  <a:pt x="1181100" y="781050"/>
                </a:lnTo>
                <a:lnTo>
                  <a:pt x="1181100" y="790575"/>
                </a:lnTo>
                <a:lnTo>
                  <a:pt x="1171575" y="790575"/>
                </a:lnTo>
                <a:close/>
                <a:moveTo>
                  <a:pt x="1181100" y="790575"/>
                </a:moveTo>
                <a:lnTo>
                  <a:pt x="1200150" y="790575"/>
                </a:lnTo>
                <a:lnTo>
                  <a:pt x="1200150" y="800100"/>
                </a:lnTo>
                <a:lnTo>
                  <a:pt x="1181100" y="800100"/>
                </a:lnTo>
                <a:close/>
                <a:moveTo>
                  <a:pt x="371475" y="800100"/>
                </a:moveTo>
                <a:lnTo>
                  <a:pt x="390525" y="800100"/>
                </a:lnTo>
                <a:lnTo>
                  <a:pt x="390525" y="809625"/>
                </a:lnTo>
                <a:lnTo>
                  <a:pt x="371475" y="809625"/>
                </a:lnTo>
                <a:close/>
                <a:moveTo>
                  <a:pt x="466725" y="800100"/>
                </a:moveTo>
                <a:lnTo>
                  <a:pt x="476250" y="800100"/>
                </a:lnTo>
                <a:lnTo>
                  <a:pt x="476250" y="809625"/>
                </a:lnTo>
                <a:lnTo>
                  <a:pt x="466725" y="809625"/>
                </a:lnTo>
                <a:close/>
                <a:moveTo>
                  <a:pt x="990600" y="800100"/>
                </a:moveTo>
                <a:lnTo>
                  <a:pt x="1000125" y="800100"/>
                </a:lnTo>
                <a:lnTo>
                  <a:pt x="1000125" y="809625"/>
                </a:lnTo>
                <a:lnTo>
                  <a:pt x="990600" y="809625"/>
                </a:lnTo>
                <a:close/>
              </a:path>
            </a:pathLst>
          </a:custGeom>
          <a:solidFill xmlns:a="http://schemas.openxmlformats.org/drawingml/2006/main">
            <a:srgbClr val="F9F8F4"/>
          </a:solidFill>
          <a:ln xmlns:a="http://schemas.openxmlformats.org/drawingml/2006/main" w="0">
            <a:noFill/>
          </a:ln>
        </p:spPr>
      </p:sp>
      <p:sp>
        <p:nvSpPr>
          <p:cNvPr id="243" name="v22 vector #f9f8f3">
            <a:extLst xmlns:a="http://schemas.openxmlformats.org/drawingml/2006/main">
              <a:ext uri="{FF2B5EF4-FFF2-40B4-BE49-F238E27FC236}">
                <a16:creationId xmlns:a16="http://schemas.microsoft.com/office/drawing/2014/main" id="{05271060-A1F2-4C1F-BE4B-42384468B1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10675" y="4848225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609600" y="0"/>
                </a:moveTo>
                <a:lnTo>
                  <a:pt x="628650" y="0"/>
                </a:lnTo>
                <a:lnTo>
                  <a:pt x="628650" y="9525"/>
                </a:lnTo>
                <a:lnTo>
                  <a:pt x="609600" y="9525"/>
                </a:lnTo>
                <a:close/>
                <a:moveTo>
                  <a:pt x="981075" y="0"/>
                </a:moveTo>
                <a:lnTo>
                  <a:pt x="990600" y="0"/>
                </a:lnTo>
                <a:lnTo>
                  <a:pt x="990600" y="19050"/>
                </a:lnTo>
                <a:lnTo>
                  <a:pt x="981075" y="19050"/>
                </a:lnTo>
                <a:close/>
                <a:moveTo>
                  <a:pt x="1066800" y="0"/>
                </a:moveTo>
                <a:lnTo>
                  <a:pt x="1076325" y="0"/>
                </a:lnTo>
                <a:lnTo>
                  <a:pt x="1076325" y="9525"/>
                </a:lnTo>
                <a:lnTo>
                  <a:pt x="1066800" y="9525"/>
                </a:lnTo>
                <a:close/>
                <a:moveTo>
                  <a:pt x="161925" y="9525"/>
                </a:moveTo>
                <a:lnTo>
                  <a:pt x="180975" y="9525"/>
                </a:lnTo>
                <a:lnTo>
                  <a:pt x="180975" y="28575"/>
                </a:lnTo>
                <a:lnTo>
                  <a:pt x="161925" y="28575"/>
                </a:lnTo>
                <a:close/>
                <a:moveTo>
                  <a:pt x="228600" y="9525"/>
                </a:moveTo>
                <a:lnTo>
                  <a:pt x="238125" y="9525"/>
                </a:lnTo>
                <a:lnTo>
                  <a:pt x="238125" y="19050"/>
                </a:lnTo>
                <a:lnTo>
                  <a:pt x="228600" y="19050"/>
                </a:lnTo>
                <a:close/>
                <a:moveTo>
                  <a:pt x="304800" y="9525"/>
                </a:moveTo>
                <a:lnTo>
                  <a:pt x="314325" y="9525"/>
                </a:lnTo>
                <a:lnTo>
                  <a:pt x="314325" y="19050"/>
                </a:lnTo>
                <a:lnTo>
                  <a:pt x="304800" y="19050"/>
                </a:lnTo>
                <a:close/>
                <a:moveTo>
                  <a:pt x="447675" y="9525"/>
                </a:moveTo>
                <a:lnTo>
                  <a:pt x="457200" y="9525"/>
                </a:lnTo>
                <a:lnTo>
                  <a:pt x="457200" y="19050"/>
                </a:lnTo>
                <a:lnTo>
                  <a:pt x="447675" y="19050"/>
                </a:lnTo>
                <a:close/>
                <a:moveTo>
                  <a:pt x="1143000" y="9525"/>
                </a:moveTo>
                <a:lnTo>
                  <a:pt x="1152525" y="9525"/>
                </a:lnTo>
                <a:lnTo>
                  <a:pt x="1152525" y="19050"/>
                </a:lnTo>
                <a:lnTo>
                  <a:pt x="1143000" y="19050"/>
                </a:lnTo>
                <a:close/>
                <a:moveTo>
                  <a:pt x="0" y="19050"/>
                </a:moveTo>
                <a:lnTo>
                  <a:pt x="9525" y="19050"/>
                </a:lnTo>
                <a:lnTo>
                  <a:pt x="9525" y="38100"/>
                </a:lnTo>
                <a:lnTo>
                  <a:pt x="0" y="38100"/>
                </a:lnTo>
                <a:close/>
                <a:moveTo>
                  <a:pt x="238125" y="19050"/>
                </a:moveTo>
                <a:lnTo>
                  <a:pt x="257175" y="19050"/>
                </a:lnTo>
                <a:lnTo>
                  <a:pt x="257175" y="28575"/>
                </a:lnTo>
                <a:lnTo>
                  <a:pt x="238125" y="28575"/>
                </a:lnTo>
                <a:close/>
                <a:moveTo>
                  <a:pt x="485775" y="19050"/>
                </a:moveTo>
                <a:lnTo>
                  <a:pt x="495300" y="19050"/>
                </a:lnTo>
                <a:lnTo>
                  <a:pt x="495300" y="47625"/>
                </a:lnTo>
                <a:lnTo>
                  <a:pt x="485775" y="47625"/>
                </a:lnTo>
                <a:close/>
                <a:moveTo>
                  <a:pt x="933450" y="19050"/>
                </a:moveTo>
                <a:lnTo>
                  <a:pt x="942975" y="19050"/>
                </a:lnTo>
                <a:lnTo>
                  <a:pt x="942975" y="38100"/>
                </a:lnTo>
                <a:lnTo>
                  <a:pt x="933450" y="38100"/>
                </a:lnTo>
                <a:close/>
                <a:moveTo>
                  <a:pt x="409575" y="28575"/>
                </a:moveTo>
                <a:lnTo>
                  <a:pt x="419100" y="28575"/>
                </a:lnTo>
                <a:lnTo>
                  <a:pt x="419100" y="38100"/>
                </a:lnTo>
                <a:lnTo>
                  <a:pt x="409575" y="38100"/>
                </a:lnTo>
                <a:close/>
                <a:moveTo>
                  <a:pt x="923925" y="38100"/>
                </a:moveTo>
                <a:lnTo>
                  <a:pt x="933450" y="38100"/>
                </a:lnTo>
                <a:lnTo>
                  <a:pt x="933450" y="47625"/>
                </a:lnTo>
                <a:lnTo>
                  <a:pt x="923925" y="47625"/>
                </a:lnTo>
                <a:close/>
                <a:moveTo>
                  <a:pt x="895350" y="47625"/>
                </a:moveTo>
                <a:lnTo>
                  <a:pt x="904875" y="47625"/>
                </a:lnTo>
                <a:lnTo>
                  <a:pt x="904875" y="57150"/>
                </a:lnTo>
                <a:lnTo>
                  <a:pt x="895350" y="57150"/>
                </a:lnTo>
                <a:close/>
                <a:moveTo>
                  <a:pt x="542925" y="57150"/>
                </a:moveTo>
                <a:lnTo>
                  <a:pt x="552450" y="57150"/>
                </a:lnTo>
                <a:lnTo>
                  <a:pt x="552450" y="76200"/>
                </a:lnTo>
                <a:lnTo>
                  <a:pt x="542925" y="76200"/>
                </a:lnTo>
                <a:close/>
                <a:moveTo>
                  <a:pt x="1038225" y="66675"/>
                </a:moveTo>
                <a:lnTo>
                  <a:pt x="1057275" y="66675"/>
                </a:lnTo>
                <a:lnTo>
                  <a:pt x="1057275" y="76200"/>
                </a:lnTo>
                <a:lnTo>
                  <a:pt x="1038225" y="76200"/>
                </a:lnTo>
                <a:close/>
                <a:moveTo>
                  <a:pt x="1200150" y="85725"/>
                </a:moveTo>
                <a:lnTo>
                  <a:pt x="1209675" y="85725"/>
                </a:lnTo>
                <a:lnTo>
                  <a:pt x="1209675" y="95250"/>
                </a:lnTo>
                <a:lnTo>
                  <a:pt x="1200150" y="95250"/>
                </a:lnTo>
                <a:close/>
                <a:moveTo>
                  <a:pt x="523875" y="95250"/>
                </a:moveTo>
                <a:lnTo>
                  <a:pt x="533400" y="95250"/>
                </a:lnTo>
                <a:lnTo>
                  <a:pt x="533400" y="114300"/>
                </a:lnTo>
                <a:lnTo>
                  <a:pt x="514350" y="114300"/>
                </a:lnTo>
                <a:lnTo>
                  <a:pt x="514350" y="104775"/>
                </a:lnTo>
                <a:lnTo>
                  <a:pt x="523875" y="104775"/>
                </a:lnTo>
                <a:close/>
                <a:moveTo>
                  <a:pt x="981075" y="95250"/>
                </a:moveTo>
                <a:lnTo>
                  <a:pt x="990600" y="95250"/>
                </a:lnTo>
                <a:lnTo>
                  <a:pt x="990600" y="104775"/>
                </a:lnTo>
                <a:lnTo>
                  <a:pt x="981075" y="104775"/>
                </a:lnTo>
                <a:close/>
                <a:moveTo>
                  <a:pt x="1190625" y="104775"/>
                </a:moveTo>
                <a:lnTo>
                  <a:pt x="1209675" y="104775"/>
                </a:lnTo>
                <a:lnTo>
                  <a:pt x="1209675" y="114300"/>
                </a:lnTo>
                <a:lnTo>
                  <a:pt x="1190625" y="114300"/>
                </a:lnTo>
                <a:close/>
                <a:moveTo>
                  <a:pt x="66675" y="123825"/>
                </a:moveTo>
                <a:lnTo>
                  <a:pt x="76200" y="123825"/>
                </a:lnTo>
                <a:lnTo>
                  <a:pt x="76200" y="133350"/>
                </a:lnTo>
                <a:lnTo>
                  <a:pt x="66675" y="133350"/>
                </a:lnTo>
                <a:close/>
                <a:moveTo>
                  <a:pt x="942975" y="142875"/>
                </a:moveTo>
                <a:lnTo>
                  <a:pt x="962025" y="142875"/>
                </a:lnTo>
                <a:lnTo>
                  <a:pt x="962025" y="152400"/>
                </a:lnTo>
                <a:lnTo>
                  <a:pt x="942975" y="152400"/>
                </a:lnTo>
                <a:close/>
                <a:moveTo>
                  <a:pt x="371475" y="228600"/>
                </a:moveTo>
                <a:lnTo>
                  <a:pt x="390525" y="228600"/>
                </a:lnTo>
                <a:lnTo>
                  <a:pt x="390525" y="238125"/>
                </a:lnTo>
                <a:lnTo>
                  <a:pt x="381000" y="238125"/>
                </a:lnTo>
                <a:lnTo>
                  <a:pt x="381000" y="257175"/>
                </a:lnTo>
                <a:lnTo>
                  <a:pt x="371475" y="257175"/>
                </a:lnTo>
                <a:close/>
                <a:moveTo>
                  <a:pt x="933450" y="238125"/>
                </a:moveTo>
                <a:lnTo>
                  <a:pt x="942975" y="238125"/>
                </a:lnTo>
                <a:lnTo>
                  <a:pt x="942975" y="247650"/>
                </a:lnTo>
                <a:lnTo>
                  <a:pt x="933450" y="247650"/>
                </a:lnTo>
                <a:close/>
                <a:moveTo>
                  <a:pt x="952500" y="238125"/>
                </a:moveTo>
                <a:lnTo>
                  <a:pt x="962025" y="238125"/>
                </a:lnTo>
                <a:lnTo>
                  <a:pt x="962025" y="247650"/>
                </a:lnTo>
                <a:lnTo>
                  <a:pt x="952500" y="247650"/>
                </a:lnTo>
                <a:close/>
                <a:moveTo>
                  <a:pt x="390525" y="247650"/>
                </a:moveTo>
                <a:lnTo>
                  <a:pt x="419100" y="247650"/>
                </a:lnTo>
                <a:lnTo>
                  <a:pt x="419100" y="285750"/>
                </a:lnTo>
                <a:lnTo>
                  <a:pt x="409575" y="285750"/>
                </a:lnTo>
                <a:lnTo>
                  <a:pt x="409575" y="266700"/>
                </a:lnTo>
                <a:lnTo>
                  <a:pt x="390525" y="266700"/>
                </a:lnTo>
                <a:close/>
                <a:moveTo>
                  <a:pt x="533400" y="247650"/>
                </a:moveTo>
                <a:lnTo>
                  <a:pt x="542925" y="247650"/>
                </a:lnTo>
                <a:lnTo>
                  <a:pt x="542925" y="257175"/>
                </a:lnTo>
                <a:lnTo>
                  <a:pt x="533400" y="257175"/>
                </a:lnTo>
                <a:close/>
                <a:moveTo>
                  <a:pt x="76200" y="266700"/>
                </a:moveTo>
                <a:lnTo>
                  <a:pt x="85725" y="266700"/>
                </a:lnTo>
                <a:lnTo>
                  <a:pt x="85725" y="276225"/>
                </a:lnTo>
                <a:lnTo>
                  <a:pt x="76200" y="276225"/>
                </a:lnTo>
                <a:close/>
                <a:moveTo>
                  <a:pt x="95250" y="266700"/>
                </a:moveTo>
                <a:lnTo>
                  <a:pt x="104775" y="266700"/>
                </a:lnTo>
                <a:lnTo>
                  <a:pt x="104775" y="276225"/>
                </a:lnTo>
                <a:lnTo>
                  <a:pt x="95250" y="276225"/>
                </a:lnTo>
                <a:close/>
                <a:moveTo>
                  <a:pt x="438150" y="266700"/>
                </a:moveTo>
                <a:lnTo>
                  <a:pt x="447675" y="266700"/>
                </a:lnTo>
                <a:lnTo>
                  <a:pt x="447675" y="276225"/>
                </a:lnTo>
                <a:lnTo>
                  <a:pt x="438150" y="276225"/>
                </a:lnTo>
                <a:close/>
                <a:moveTo>
                  <a:pt x="304800" y="276225"/>
                </a:moveTo>
                <a:lnTo>
                  <a:pt x="314325" y="276225"/>
                </a:lnTo>
                <a:lnTo>
                  <a:pt x="314325" y="285750"/>
                </a:lnTo>
                <a:lnTo>
                  <a:pt x="304800" y="285750"/>
                </a:lnTo>
                <a:close/>
                <a:moveTo>
                  <a:pt x="428625" y="276225"/>
                </a:moveTo>
                <a:lnTo>
                  <a:pt x="438150" y="276225"/>
                </a:lnTo>
                <a:lnTo>
                  <a:pt x="438150" y="285750"/>
                </a:lnTo>
                <a:lnTo>
                  <a:pt x="447675" y="285750"/>
                </a:lnTo>
                <a:lnTo>
                  <a:pt x="447675" y="304800"/>
                </a:lnTo>
                <a:lnTo>
                  <a:pt x="438150" y="304800"/>
                </a:lnTo>
                <a:lnTo>
                  <a:pt x="438150" y="295275"/>
                </a:lnTo>
                <a:lnTo>
                  <a:pt x="419100" y="295275"/>
                </a:lnTo>
                <a:lnTo>
                  <a:pt x="419100" y="285750"/>
                </a:lnTo>
                <a:lnTo>
                  <a:pt x="428625" y="285750"/>
                </a:lnTo>
                <a:close/>
                <a:moveTo>
                  <a:pt x="295275" y="285750"/>
                </a:moveTo>
                <a:lnTo>
                  <a:pt x="304800" y="285750"/>
                </a:lnTo>
                <a:lnTo>
                  <a:pt x="304800" y="295275"/>
                </a:lnTo>
                <a:lnTo>
                  <a:pt x="295275" y="295275"/>
                </a:lnTo>
                <a:close/>
                <a:moveTo>
                  <a:pt x="971550" y="285750"/>
                </a:moveTo>
                <a:lnTo>
                  <a:pt x="990600" y="285750"/>
                </a:lnTo>
                <a:lnTo>
                  <a:pt x="990600" y="304800"/>
                </a:lnTo>
                <a:lnTo>
                  <a:pt x="1000125" y="304800"/>
                </a:lnTo>
                <a:lnTo>
                  <a:pt x="1000125" y="314325"/>
                </a:lnTo>
                <a:lnTo>
                  <a:pt x="962025" y="314325"/>
                </a:lnTo>
                <a:lnTo>
                  <a:pt x="962025" y="304800"/>
                </a:lnTo>
                <a:lnTo>
                  <a:pt x="952500" y="304800"/>
                </a:lnTo>
                <a:lnTo>
                  <a:pt x="952500" y="295275"/>
                </a:lnTo>
                <a:lnTo>
                  <a:pt x="971550" y="295275"/>
                </a:lnTo>
                <a:close/>
                <a:moveTo>
                  <a:pt x="304800" y="295275"/>
                </a:moveTo>
                <a:lnTo>
                  <a:pt x="314325" y="295275"/>
                </a:lnTo>
                <a:lnTo>
                  <a:pt x="314325" y="304800"/>
                </a:lnTo>
                <a:lnTo>
                  <a:pt x="304800" y="304800"/>
                </a:lnTo>
                <a:close/>
                <a:moveTo>
                  <a:pt x="276225" y="304800"/>
                </a:moveTo>
                <a:lnTo>
                  <a:pt x="285750" y="304800"/>
                </a:lnTo>
                <a:lnTo>
                  <a:pt x="285750" y="323850"/>
                </a:lnTo>
                <a:lnTo>
                  <a:pt x="276225" y="323850"/>
                </a:lnTo>
                <a:close/>
                <a:moveTo>
                  <a:pt x="352425" y="304800"/>
                </a:moveTo>
                <a:lnTo>
                  <a:pt x="361950" y="304800"/>
                </a:lnTo>
                <a:lnTo>
                  <a:pt x="361950" y="323850"/>
                </a:lnTo>
                <a:lnTo>
                  <a:pt x="352425" y="323850"/>
                </a:lnTo>
                <a:close/>
                <a:moveTo>
                  <a:pt x="95250" y="314325"/>
                </a:moveTo>
                <a:lnTo>
                  <a:pt x="104775" y="314325"/>
                </a:lnTo>
                <a:lnTo>
                  <a:pt x="104775" y="323850"/>
                </a:lnTo>
                <a:lnTo>
                  <a:pt x="95250" y="323850"/>
                </a:lnTo>
                <a:close/>
                <a:moveTo>
                  <a:pt x="904875" y="314325"/>
                </a:moveTo>
                <a:lnTo>
                  <a:pt x="933450" y="314325"/>
                </a:lnTo>
                <a:lnTo>
                  <a:pt x="933450" y="323850"/>
                </a:lnTo>
                <a:lnTo>
                  <a:pt x="904875" y="323850"/>
                </a:lnTo>
                <a:close/>
                <a:moveTo>
                  <a:pt x="104775" y="323850"/>
                </a:moveTo>
                <a:lnTo>
                  <a:pt x="123825" y="323850"/>
                </a:lnTo>
                <a:lnTo>
                  <a:pt x="123825" y="333375"/>
                </a:lnTo>
                <a:lnTo>
                  <a:pt x="114300" y="333375"/>
                </a:lnTo>
                <a:lnTo>
                  <a:pt x="114300" y="342900"/>
                </a:lnTo>
                <a:lnTo>
                  <a:pt x="104775" y="342900"/>
                </a:lnTo>
                <a:close/>
                <a:moveTo>
                  <a:pt x="895350" y="323850"/>
                </a:moveTo>
                <a:lnTo>
                  <a:pt x="904875" y="323850"/>
                </a:lnTo>
                <a:lnTo>
                  <a:pt x="904875" y="333375"/>
                </a:lnTo>
                <a:lnTo>
                  <a:pt x="895350" y="333375"/>
                </a:lnTo>
                <a:close/>
                <a:moveTo>
                  <a:pt x="85725" y="333375"/>
                </a:moveTo>
                <a:lnTo>
                  <a:pt x="95250" y="333375"/>
                </a:lnTo>
                <a:lnTo>
                  <a:pt x="95250" y="342900"/>
                </a:lnTo>
                <a:lnTo>
                  <a:pt x="85725" y="342900"/>
                </a:lnTo>
                <a:close/>
                <a:moveTo>
                  <a:pt x="742950" y="371475"/>
                </a:moveTo>
                <a:lnTo>
                  <a:pt x="752475" y="371475"/>
                </a:lnTo>
                <a:lnTo>
                  <a:pt x="752475" y="381000"/>
                </a:lnTo>
                <a:lnTo>
                  <a:pt x="771525" y="381000"/>
                </a:lnTo>
                <a:lnTo>
                  <a:pt x="771525" y="390525"/>
                </a:lnTo>
                <a:lnTo>
                  <a:pt x="781050" y="390525"/>
                </a:lnTo>
                <a:lnTo>
                  <a:pt x="781050" y="381000"/>
                </a:lnTo>
                <a:lnTo>
                  <a:pt x="790575" y="381000"/>
                </a:lnTo>
                <a:lnTo>
                  <a:pt x="790575" y="371475"/>
                </a:lnTo>
                <a:lnTo>
                  <a:pt x="809625" y="371475"/>
                </a:lnTo>
                <a:lnTo>
                  <a:pt x="809625" y="381000"/>
                </a:lnTo>
                <a:lnTo>
                  <a:pt x="800100" y="381000"/>
                </a:lnTo>
                <a:lnTo>
                  <a:pt x="800100" y="390525"/>
                </a:lnTo>
                <a:lnTo>
                  <a:pt x="790575" y="390525"/>
                </a:lnTo>
                <a:lnTo>
                  <a:pt x="790575" y="400050"/>
                </a:lnTo>
                <a:lnTo>
                  <a:pt x="771525" y="400050"/>
                </a:lnTo>
                <a:lnTo>
                  <a:pt x="771525" y="409575"/>
                </a:lnTo>
                <a:lnTo>
                  <a:pt x="762000" y="409575"/>
                </a:lnTo>
                <a:lnTo>
                  <a:pt x="762000" y="400050"/>
                </a:lnTo>
                <a:lnTo>
                  <a:pt x="742950" y="400050"/>
                </a:lnTo>
                <a:lnTo>
                  <a:pt x="742950" y="390525"/>
                </a:lnTo>
                <a:lnTo>
                  <a:pt x="733425" y="390525"/>
                </a:lnTo>
                <a:lnTo>
                  <a:pt x="733425" y="381000"/>
                </a:lnTo>
                <a:lnTo>
                  <a:pt x="742950" y="381000"/>
                </a:lnTo>
                <a:close/>
                <a:moveTo>
                  <a:pt x="76200" y="381000"/>
                </a:moveTo>
                <a:lnTo>
                  <a:pt x="85725" y="381000"/>
                </a:lnTo>
                <a:lnTo>
                  <a:pt x="85725" y="390525"/>
                </a:lnTo>
                <a:lnTo>
                  <a:pt x="76200" y="390525"/>
                </a:lnTo>
                <a:close/>
                <a:moveTo>
                  <a:pt x="133350" y="390525"/>
                </a:moveTo>
                <a:lnTo>
                  <a:pt x="142875" y="390525"/>
                </a:lnTo>
                <a:lnTo>
                  <a:pt x="142875" y="409575"/>
                </a:lnTo>
                <a:lnTo>
                  <a:pt x="133350" y="409575"/>
                </a:lnTo>
                <a:close/>
                <a:moveTo>
                  <a:pt x="476250" y="390525"/>
                </a:moveTo>
                <a:lnTo>
                  <a:pt x="495300" y="390525"/>
                </a:lnTo>
                <a:lnTo>
                  <a:pt x="495300" y="400050"/>
                </a:lnTo>
                <a:lnTo>
                  <a:pt x="504825" y="400050"/>
                </a:lnTo>
                <a:lnTo>
                  <a:pt x="504825" y="409575"/>
                </a:lnTo>
                <a:lnTo>
                  <a:pt x="485775" y="409575"/>
                </a:lnTo>
                <a:lnTo>
                  <a:pt x="485775" y="400050"/>
                </a:lnTo>
                <a:lnTo>
                  <a:pt x="476250" y="400050"/>
                </a:lnTo>
                <a:close/>
                <a:moveTo>
                  <a:pt x="990600" y="390525"/>
                </a:moveTo>
                <a:lnTo>
                  <a:pt x="1000125" y="390525"/>
                </a:lnTo>
                <a:lnTo>
                  <a:pt x="1000125" y="400050"/>
                </a:lnTo>
                <a:lnTo>
                  <a:pt x="990600" y="400050"/>
                </a:lnTo>
                <a:close/>
                <a:moveTo>
                  <a:pt x="990600" y="419100"/>
                </a:moveTo>
                <a:lnTo>
                  <a:pt x="1000125" y="419100"/>
                </a:lnTo>
                <a:lnTo>
                  <a:pt x="1000125" y="428625"/>
                </a:lnTo>
                <a:lnTo>
                  <a:pt x="990600" y="428625"/>
                </a:lnTo>
                <a:close/>
                <a:moveTo>
                  <a:pt x="1000125" y="428625"/>
                </a:moveTo>
                <a:lnTo>
                  <a:pt x="1009650" y="428625"/>
                </a:lnTo>
                <a:lnTo>
                  <a:pt x="1009650" y="438150"/>
                </a:lnTo>
                <a:lnTo>
                  <a:pt x="1000125" y="438150"/>
                </a:lnTo>
                <a:close/>
                <a:moveTo>
                  <a:pt x="971550" y="447675"/>
                </a:moveTo>
                <a:lnTo>
                  <a:pt x="981075" y="447675"/>
                </a:lnTo>
                <a:lnTo>
                  <a:pt x="981075" y="457200"/>
                </a:lnTo>
                <a:lnTo>
                  <a:pt x="971550" y="457200"/>
                </a:lnTo>
                <a:close/>
                <a:moveTo>
                  <a:pt x="952500" y="457200"/>
                </a:moveTo>
                <a:lnTo>
                  <a:pt x="971550" y="457200"/>
                </a:lnTo>
                <a:lnTo>
                  <a:pt x="971550" y="466725"/>
                </a:lnTo>
                <a:lnTo>
                  <a:pt x="962025" y="466725"/>
                </a:lnTo>
                <a:lnTo>
                  <a:pt x="962025" y="476250"/>
                </a:lnTo>
                <a:lnTo>
                  <a:pt x="942975" y="476250"/>
                </a:lnTo>
                <a:lnTo>
                  <a:pt x="942975" y="485775"/>
                </a:lnTo>
                <a:lnTo>
                  <a:pt x="933450" y="485775"/>
                </a:lnTo>
                <a:lnTo>
                  <a:pt x="933450" y="476250"/>
                </a:lnTo>
                <a:lnTo>
                  <a:pt x="923925" y="476250"/>
                </a:lnTo>
                <a:lnTo>
                  <a:pt x="923925" y="466725"/>
                </a:lnTo>
                <a:lnTo>
                  <a:pt x="952500" y="466725"/>
                </a:lnTo>
                <a:close/>
                <a:moveTo>
                  <a:pt x="57150" y="466725"/>
                </a:moveTo>
                <a:lnTo>
                  <a:pt x="66675" y="466725"/>
                </a:lnTo>
                <a:lnTo>
                  <a:pt x="66675" y="476250"/>
                </a:lnTo>
                <a:lnTo>
                  <a:pt x="57150" y="476250"/>
                </a:lnTo>
                <a:close/>
                <a:moveTo>
                  <a:pt x="895350" y="466725"/>
                </a:moveTo>
                <a:lnTo>
                  <a:pt x="904875" y="466725"/>
                </a:lnTo>
                <a:lnTo>
                  <a:pt x="904875" y="476250"/>
                </a:lnTo>
                <a:lnTo>
                  <a:pt x="895350" y="476250"/>
                </a:lnTo>
                <a:close/>
                <a:moveTo>
                  <a:pt x="1000125" y="466725"/>
                </a:moveTo>
                <a:lnTo>
                  <a:pt x="1009650" y="466725"/>
                </a:lnTo>
                <a:lnTo>
                  <a:pt x="1009650" y="476250"/>
                </a:lnTo>
                <a:lnTo>
                  <a:pt x="1019175" y="476250"/>
                </a:lnTo>
                <a:lnTo>
                  <a:pt x="1019175" y="495300"/>
                </a:lnTo>
                <a:lnTo>
                  <a:pt x="1000125" y="495300"/>
                </a:lnTo>
                <a:close/>
                <a:moveTo>
                  <a:pt x="876300" y="476250"/>
                </a:moveTo>
                <a:lnTo>
                  <a:pt x="895350" y="476250"/>
                </a:lnTo>
                <a:lnTo>
                  <a:pt x="895350" y="485775"/>
                </a:lnTo>
                <a:lnTo>
                  <a:pt x="876300" y="485775"/>
                </a:lnTo>
                <a:close/>
                <a:moveTo>
                  <a:pt x="914400" y="476250"/>
                </a:moveTo>
                <a:lnTo>
                  <a:pt x="923925" y="476250"/>
                </a:lnTo>
                <a:lnTo>
                  <a:pt x="923925" y="485775"/>
                </a:lnTo>
                <a:lnTo>
                  <a:pt x="914400" y="485775"/>
                </a:lnTo>
                <a:close/>
                <a:moveTo>
                  <a:pt x="847725" y="504825"/>
                </a:moveTo>
                <a:lnTo>
                  <a:pt x="857250" y="504825"/>
                </a:lnTo>
                <a:lnTo>
                  <a:pt x="857250" y="514350"/>
                </a:lnTo>
                <a:lnTo>
                  <a:pt x="847725" y="514350"/>
                </a:lnTo>
                <a:close/>
                <a:moveTo>
                  <a:pt x="28575" y="533400"/>
                </a:moveTo>
                <a:lnTo>
                  <a:pt x="38100" y="533400"/>
                </a:lnTo>
                <a:lnTo>
                  <a:pt x="38100" y="542925"/>
                </a:lnTo>
                <a:lnTo>
                  <a:pt x="28575" y="542925"/>
                </a:lnTo>
                <a:close/>
                <a:moveTo>
                  <a:pt x="47625" y="533400"/>
                </a:moveTo>
                <a:lnTo>
                  <a:pt x="57150" y="533400"/>
                </a:lnTo>
                <a:lnTo>
                  <a:pt x="57150" y="552450"/>
                </a:lnTo>
                <a:lnTo>
                  <a:pt x="47625" y="552450"/>
                </a:lnTo>
                <a:close/>
                <a:moveTo>
                  <a:pt x="866775" y="533400"/>
                </a:moveTo>
                <a:lnTo>
                  <a:pt x="876300" y="533400"/>
                </a:lnTo>
                <a:lnTo>
                  <a:pt x="876300" y="542925"/>
                </a:lnTo>
                <a:lnTo>
                  <a:pt x="866775" y="542925"/>
                </a:lnTo>
                <a:close/>
                <a:moveTo>
                  <a:pt x="933450" y="542925"/>
                </a:moveTo>
                <a:lnTo>
                  <a:pt x="942975" y="542925"/>
                </a:lnTo>
                <a:lnTo>
                  <a:pt x="942975" y="552450"/>
                </a:lnTo>
                <a:lnTo>
                  <a:pt x="933450" y="552450"/>
                </a:lnTo>
                <a:close/>
                <a:moveTo>
                  <a:pt x="28575" y="552450"/>
                </a:moveTo>
                <a:lnTo>
                  <a:pt x="38100" y="552450"/>
                </a:lnTo>
                <a:lnTo>
                  <a:pt x="38100" y="561975"/>
                </a:lnTo>
                <a:lnTo>
                  <a:pt x="28575" y="561975"/>
                </a:lnTo>
                <a:close/>
                <a:moveTo>
                  <a:pt x="990600" y="552450"/>
                </a:moveTo>
                <a:lnTo>
                  <a:pt x="1009650" y="552450"/>
                </a:lnTo>
                <a:lnTo>
                  <a:pt x="1009650" y="561975"/>
                </a:lnTo>
                <a:lnTo>
                  <a:pt x="990600" y="561975"/>
                </a:lnTo>
                <a:close/>
                <a:moveTo>
                  <a:pt x="47625" y="571500"/>
                </a:moveTo>
                <a:lnTo>
                  <a:pt x="57150" y="571500"/>
                </a:lnTo>
                <a:lnTo>
                  <a:pt x="57150" y="581025"/>
                </a:lnTo>
                <a:lnTo>
                  <a:pt x="66675" y="581025"/>
                </a:lnTo>
                <a:lnTo>
                  <a:pt x="66675" y="590550"/>
                </a:lnTo>
                <a:lnTo>
                  <a:pt x="47625" y="590550"/>
                </a:lnTo>
                <a:close/>
                <a:moveTo>
                  <a:pt x="885825" y="571500"/>
                </a:moveTo>
                <a:lnTo>
                  <a:pt x="914400" y="571500"/>
                </a:lnTo>
                <a:lnTo>
                  <a:pt x="914400" y="590550"/>
                </a:lnTo>
                <a:lnTo>
                  <a:pt x="933450" y="590550"/>
                </a:lnTo>
                <a:lnTo>
                  <a:pt x="933450" y="600075"/>
                </a:lnTo>
                <a:lnTo>
                  <a:pt x="895350" y="600075"/>
                </a:lnTo>
                <a:lnTo>
                  <a:pt x="895350" y="590550"/>
                </a:lnTo>
                <a:lnTo>
                  <a:pt x="885825" y="590550"/>
                </a:lnTo>
                <a:close/>
                <a:moveTo>
                  <a:pt x="952500" y="581025"/>
                </a:moveTo>
                <a:lnTo>
                  <a:pt x="962025" y="581025"/>
                </a:lnTo>
                <a:lnTo>
                  <a:pt x="962025" y="590550"/>
                </a:lnTo>
                <a:lnTo>
                  <a:pt x="952500" y="590550"/>
                </a:lnTo>
                <a:close/>
                <a:moveTo>
                  <a:pt x="895350" y="590550"/>
                </a:moveTo>
                <a:lnTo>
                  <a:pt x="904875" y="590550"/>
                </a:lnTo>
                <a:lnTo>
                  <a:pt x="904875" y="581025"/>
                </a:lnTo>
                <a:lnTo>
                  <a:pt x="895350" y="581025"/>
                </a:lnTo>
                <a:close/>
                <a:moveTo>
                  <a:pt x="857250" y="600075"/>
                </a:moveTo>
                <a:lnTo>
                  <a:pt x="876300" y="600075"/>
                </a:lnTo>
                <a:lnTo>
                  <a:pt x="876300" y="609600"/>
                </a:lnTo>
                <a:lnTo>
                  <a:pt x="857250" y="609600"/>
                </a:lnTo>
                <a:close/>
                <a:moveTo>
                  <a:pt x="847725" y="609600"/>
                </a:moveTo>
                <a:lnTo>
                  <a:pt x="857250" y="609600"/>
                </a:lnTo>
                <a:lnTo>
                  <a:pt x="857250" y="619125"/>
                </a:lnTo>
                <a:lnTo>
                  <a:pt x="847725" y="619125"/>
                </a:lnTo>
                <a:close/>
                <a:moveTo>
                  <a:pt x="876300" y="609600"/>
                </a:moveTo>
                <a:lnTo>
                  <a:pt x="885825" y="609600"/>
                </a:lnTo>
                <a:lnTo>
                  <a:pt x="885825" y="619125"/>
                </a:lnTo>
                <a:lnTo>
                  <a:pt x="876300" y="619125"/>
                </a:lnTo>
                <a:close/>
                <a:moveTo>
                  <a:pt x="962025" y="619125"/>
                </a:moveTo>
                <a:lnTo>
                  <a:pt x="971550" y="619125"/>
                </a:lnTo>
                <a:lnTo>
                  <a:pt x="971550" y="628650"/>
                </a:lnTo>
                <a:lnTo>
                  <a:pt x="962025" y="628650"/>
                </a:lnTo>
                <a:close/>
                <a:moveTo>
                  <a:pt x="1057275" y="638175"/>
                </a:moveTo>
                <a:lnTo>
                  <a:pt x="1085850" y="638175"/>
                </a:lnTo>
                <a:lnTo>
                  <a:pt x="1085850" y="657225"/>
                </a:lnTo>
                <a:lnTo>
                  <a:pt x="1057275" y="657225"/>
                </a:lnTo>
                <a:close/>
                <a:moveTo>
                  <a:pt x="1133475" y="647700"/>
                </a:moveTo>
                <a:lnTo>
                  <a:pt x="1152525" y="647700"/>
                </a:lnTo>
                <a:lnTo>
                  <a:pt x="1152525" y="657225"/>
                </a:lnTo>
                <a:lnTo>
                  <a:pt x="1133475" y="657225"/>
                </a:lnTo>
                <a:close/>
                <a:moveTo>
                  <a:pt x="1000125" y="657225"/>
                </a:moveTo>
                <a:lnTo>
                  <a:pt x="1019175" y="657225"/>
                </a:lnTo>
                <a:lnTo>
                  <a:pt x="1019175" y="666750"/>
                </a:lnTo>
                <a:lnTo>
                  <a:pt x="1000125" y="666750"/>
                </a:lnTo>
                <a:close/>
                <a:moveTo>
                  <a:pt x="1038225" y="657225"/>
                </a:moveTo>
                <a:lnTo>
                  <a:pt x="1047750" y="657225"/>
                </a:lnTo>
                <a:lnTo>
                  <a:pt x="1047750" y="676275"/>
                </a:lnTo>
                <a:lnTo>
                  <a:pt x="1038225" y="676275"/>
                </a:lnTo>
                <a:close/>
                <a:moveTo>
                  <a:pt x="1152525" y="657225"/>
                </a:moveTo>
                <a:lnTo>
                  <a:pt x="1162050" y="657225"/>
                </a:lnTo>
                <a:lnTo>
                  <a:pt x="1162050" y="676275"/>
                </a:lnTo>
                <a:lnTo>
                  <a:pt x="1152525" y="676275"/>
                </a:lnTo>
                <a:close/>
                <a:moveTo>
                  <a:pt x="1190625" y="657225"/>
                </a:moveTo>
                <a:lnTo>
                  <a:pt x="1200150" y="657225"/>
                </a:lnTo>
                <a:lnTo>
                  <a:pt x="1200150" y="666750"/>
                </a:lnTo>
                <a:lnTo>
                  <a:pt x="1209675" y="666750"/>
                </a:lnTo>
                <a:lnTo>
                  <a:pt x="1209675" y="704850"/>
                </a:lnTo>
                <a:lnTo>
                  <a:pt x="1190625" y="704850"/>
                </a:lnTo>
                <a:lnTo>
                  <a:pt x="1190625" y="695325"/>
                </a:lnTo>
                <a:lnTo>
                  <a:pt x="1181100" y="695325"/>
                </a:lnTo>
                <a:lnTo>
                  <a:pt x="1181100" y="685800"/>
                </a:lnTo>
                <a:lnTo>
                  <a:pt x="1190625" y="685800"/>
                </a:lnTo>
                <a:close/>
                <a:moveTo>
                  <a:pt x="990600" y="666750"/>
                </a:moveTo>
                <a:lnTo>
                  <a:pt x="1000125" y="666750"/>
                </a:lnTo>
                <a:lnTo>
                  <a:pt x="1000125" y="676275"/>
                </a:lnTo>
                <a:lnTo>
                  <a:pt x="990600" y="676275"/>
                </a:lnTo>
                <a:close/>
                <a:moveTo>
                  <a:pt x="57150" y="676275"/>
                </a:moveTo>
                <a:lnTo>
                  <a:pt x="76200" y="676275"/>
                </a:lnTo>
                <a:lnTo>
                  <a:pt x="76200" y="685800"/>
                </a:lnTo>
                <a:lnTo>
                  <a:pt x="95250" y="685800"/>
                </a:lnTo>
                <a:lnTo>
                  <a:pt x="95250" y="695325"/>
                </a:lnTo>
                <a:lnTo>
                  <a:pt x="85725" y="695325"/>
                </a:lnTo>
                <a:lnTo>
                  <a:pt x="85725" y="714375"/>
                </a:lnTo>
                <a:lnTo>
                  <a:pt x="76200" y="714375"/>
                </a:lnTo>
                <a:lnTo>
                  <a:pt x="76200" y="704850"/>
                </a:lnTo>
                <a:lnTo>
                  <a:pt x="57150" y="704850"/>
                </a:lnTo>
                <a:lnTo>
                  <a:pt x="57150" y="695325"/>
                </a:lnTo>
                <a:lnTo>
                  <a:pt x="66675" y="695325"/>
                </a:lnTo>
                <a:lnTo>
                  <a:pt x="66675" y="685800"/>
                </a:lnTo>
                <a:lnTo>
                  <a:pt x="57150" y="685800"/>
                </a:lnTo>
                <a:close/>
                <a:moveTo>
                  <a:pt x="1000125" y="676275"/>
                </a:moveTo>
                <a:lnTo>
                  <a:pt x="1019175" y="676275"/>
                </a:lnTo>
                <a:lnTo>
                  <a:pt x="1019175" y="695325"/>
                </a:lnTo>
                <a:lnTo>
                  <a:pt x="1009650" y="695325"/>
                </a:lnTo>
                <a:lnTo>
                  <a:pt x="1009650" y="685800"/>
                </a:lnTo>
                <a:lnTo>
                  <a:pt x="1000125" y="685800"/>
                </a:lnTo>
                <a:close/>
                <a:moveTo>
                  <a:pt x="1085850" y="676275"/>
                </a:moveTo>
                <a:lnTo>
                  <a:pt x="1095375" y="676275"/>
                </a:lnTo>
                <a:lnTo>
                  <a:pt x="1095375" y="685800"/>
                </a:lnTo>
                <a:lnTo>
                  <a:pt x="1085850" y="685800"/>
                </a:lnTo>
                <a:close/>
                <a:moveTo>
                  <a:pt x="1114425" y="676275"/>
                </a:moveTo>
                <a:lnTo>
                  <a:pt x="1123950" y="676275"/>
                </a:lnTo>
                <a:lnTo>
                  <a:pt x="1123950" y="695325"/>
                </a:lnTo>
                <a:lnTo>
                  <a:pt x="1114425" y="695325"/>
                </a:lnTo>
                <a:close/>
                <a:moveTo>
                  <a:pt x="123825" y="685800"/>
                </a:moveTo>
                <a:lnTo>
                  <a:pt x="152400" y="685800"/>
                </a:lnTo>
                <a:lnTo>
                  <a:pt x="152400" y="695325"/>
                </a:lnTo>
                <a:lnTo>
                  <a:pt x="123825" y="695325"/>
                </a:lnTo>
                <a:close/>
                <a:moveTo>
                  <a:pt x="238125" y="685800"/>
                </a:moveTo>
                <a:lnTo>
                  <a:pt x="247650" y="685800"/>
                </a:lnTo>
                <a:lnTo>
                  <a:pt x="247650" y="695325"/>
                </a:lnTo>
                <a:lnTo>
                  <a:pt x="238125" y="695325"/>
                </a:lnTo>
                <a:close/>
                <a:moveTo>
                  <a:pt x="247650" y="695325"/>
                </a:moveTo>
                <a:lnTo>
                  <a:pt x="257175" y="695325"/>
                </a:lnTo>
                <a:lnTo>
                  <a:pt x="257175" y="704850"/>
                </a:lnTo>
                <a:lnTo>
                  <a:pt x="247650" y="704850"/>
                </a:lnTo>
                <a:close/>
                <a:moveTo>
                  <a:pt x="1019175" y="695325"/>
                </a:moveTo>
                <a:lnTo>
                  <a:pt x="1038225" y="695325"/>
                </a:lnTo>
                <a:lnTo>
                  <a:pt x="1038225" y="714375"/>
                </a:lnTo>
                <a:lnTo>
                  <a:pt x="1028700" y="714375"/>
                </a:lnTo>
                <a:lnTo>
                  <a:pt x="1028700" y="704850"/>
                </a:lnTo>
                <a:lnTo>
                  <a:pt x="1019175" y="704850"/>
                </a:lnTo>
                <a:close/>
                <a:moveTo>
                  <a:pt x="123825" y="704850"/>
                </a:moveTo>
                <a:lnTo>
                  <a:pt x="161925" y="704850"/>
                </a:lnTo>
                <a:lnTo>
                  <a:pt x="161925" y="742950"/>
                </a:lnTo>
                <a:lnTo>
                  <a:pt x="152400" y="742950"/>
                </a:lnTo>
                <a:lnTo>
                  <a:pt x="152400" y="714375"/>
                </a:lnTo>
                <a:lnTo>
                  <a:pt x="123825" y="714375"/>
                </a:lnTo>
                <a:close/>
                <a:moveTo>
                  <a:pt x="171450" y="704850"/>
                </a:moveTo>
                <a:lnTo>
                  <a:pt x="209550" y="704850"/>
                </a:lnTo>
                <a:lnTo>
                  <a:pt x="209550" y="723900"/>
                </a:lnTo>
                <a:lnTo>
                  <a:pt x="171450" y="723900"/>
                </a:lnTo>
                <a:close/>
                <a:moveTo>
                  <a:pt x="428625" y="714375"/>
                </a:moveTo>
                <a:lnTo>
                  <a:pt x="438150" y="714375"/>
                </a:lnTo>
                <a:lnTo>
                  <a:pt x="438150" y="723900"/>
                </a:lnTo>
                <a:lnTo>
                  <a:pt x="428625" y="723900"/>
                </a:lnTo>
                <a:close/>
                <a:moveTo>
                  <a:pt x="419100" y="723900"/>
                </a:moveTo>
                <a:lnTo>
                  <a:pt x="428625" y="723900"/>
                </a:lnTo>
                <a:lnTo>
                  <a:pt x="428625" y="733425"/>
                </a:lnTo>
                <a:lnTo>
                  <a:pt x="419100" y="733425"/>
                </a:lnTo>
                <a:close/>
                <a:moveTo>
                  <a:pt x="914400" y="723900"/>
                </a:moveTo>
                <a:lnTo>
                  <a:pt x="923925" y="723900"/>
                </a:lnTo>
                <a:lnTo>
                  <a:pt x="923925" y="733425"/>
                </a:lnTo>
                <a:lnTo>
                  <a:pt x="914400" y="733425"/>
                </a:lnTo>
                <a:close/>
                <a:moveTo>
                  <a:pt x="990600" y="723900"/>
                </a:moveTo>
                <a:lnTo>
                  <a:pt x="1000125" y="723900"/>
                </a:lnTo>
                <a:lnTo>
                  <a:pt x="1000125" y="742950"/>
                </a:lnTo>
                <a:lnTo>
                  <a:pt x="990600" y="742950"/>
                </a:lnTo>
                <a:close/>
                <a:moveTo>
                  <a:pt x="1047750" y="723900"/>
                </a:moveTo>
                <a:lnTo>
                  <a:pt x="1057275" y="723900"/>
                </a:lnTo>
                <a:lnTo>
                  <a:pt x="1057275" y="733425"/>
                </a:lnTo>
                <a:lnTo>
                  <a:pt x="1047750" y="733425"/>
                </a:lnTo>
                <a:close/>
                <a:moveTo>
                  <a:pt x="1095375" y="723900"/>
                </a:moveTo>
                <a:lnTo>
                  <a:pt x="1104900" y="723900"/>
                </a:lnTo>
                <a:lnTo>
                  <a:pt x="1104900" y="733425"/>
                </a:lnTo>
                <a:lnTo>
                  <a:pt x="1095375" y="733425"/>
                </a:lnTo>
                <a:close/>
                <a:moveTo>
                  <a:pt x="1200150" y="733425"/>
                </a:moveTo>
                <a:lnTo>
                  <a:pt x="1209675" y="733425"/>
                </a:lnTo>
                <a:lnTo>
                  <a:pt x="1209675" y="742950"/>
                </a:lnTo>
                <a:lnTo>
                  <a:pt x="1200150" y="742950"/>
                </a:lnTo>
                <a:close/>
                <a:moveTo>
                  <a:pt x="457200" y="742950"/>
                </a:moveTo>
                <a:lnTo>
                  <a:pt x="476250" y="742950"/>
                </a:lnTo>
                <a:lnTo>
                  <a:pt x="476250" y="752475"/>
                </a:lnTo>
                <a:lnTo>
                  <a:pt x="485775" y="752475"/>
                </a:lnTo>
                <a:lnTo>
                  <a:pt x="485775" y="762000"/>
                </a:lnTo>
                <a:lnTo>
                  <a:pt x="466725" y="762000"/>
                </a:lnTo>
                <a:lnTo>
                  <a:pt x="466725" y="781050"/>
                </a:lnTo>
                <a:lnTo>
                  <a:pt x="447675" y="781050"/>
                </a:lnTo>
                <a:lnTo>
                  <a:pt x="447675" y="752475"/>
                </a:lnTo>
                <a:lnTo>
                  <a:pt x="457200" y="752475"/>
                </a:lnTo>
                <a:close/>
                <a:moveTo>
                  <a:pt x="676275" y="742950"/>
                </a:moveTo>
                <a:lnTo>
                  <a:pt x="685800" y="742950"/>
                </a:lnTo>
                <a:lnTo>
                  <a:pt x="685800" y="752475"/>
                </a:lnTo>
                <a:lnTo>
                  <a:pt x="676275" y="752475"/>
                </a:lnTo>
                <a:close/>
                <a:moveTo>
                  <a:pt x="1019175" y="742950"/>
                </a:moveTo>
                <a:lnTo>
                  <a:pt x="1057275" y="742950"/>
                </a:lnTo>
                <a:lnTo>
                  <a:pt x="1057275" y="752475"/>
                </a:lnTo>
                <a:lnTo>
                  <a:pt x="1038225" y="752475"/>
                </a:lnTo>
                <a:lnTo>
                  <a:pt x="1038225" y="771525"/>
                </a:lnTo>
                <a:lnTo>
                  <a:pt x="1019175" y="771525"/>
                </a:lnTo>
                <a:close/>
                <a:moveTo>
                  <a:pt x="1190625" y="742950"/>
                </a:moveTo>
                <a:lnTo>
                  <a:pt x="1200150" y="742950"/>
                </a:lnTo>
                <a:lnTo>
                  <a:pt x="1200150" y="752475"/>
                </a:lnTo>
                <a:lnTo>
                  <a:pt x="1190625" y="752475"/>
                </a:lnTo>
                <a:close/>
                <a:moveTo>
                  <a:pt x="581025" y="752475"/>
                </a:moveTo>
                <a:lnTo>
                  <a:pt x="600075" y="752475"/>
                </a:lnTo>
                <a:lnTo>
                  <a:pt x="600075" y="762000"/>
                </a:lnTo>
                <a:lnTo>
                  <a:pt x="581025" y="762000"/>
                </a:lnTo>
                <a:close/>
                <a:moveTo>
                  <a:pt x="990600" y="752475"/>
                </a:moveTo>
                <a:lnTo>
                  <a:pt x="1000125" y="752475"/>
                </a:lnTo>
                <a:lnTo>
                  <a:pt x="1000125" y="762000"/>
                </a:lnTo>
                <a:lnTo>
                  <a:pt x="990600" y="762000"/>
                </a:lnTo>
                <a:close/>
                <a:moveTo>
                  <a:pt x="66675" y="762000"/>
                </a:moveTo>
                <a:lnTo>
                  <a:pt x="76200" y="762000"/>
                </a:lnTo>
                <a:lnTo>
                  <a:pt x="76200" y="771525"/>
                </a:lnTo>
                <a:lnTo>
                  <a:pt x="66675" y="771525"/>
                </a:lnTo>
                <a:close/>
                <a:moveTo>
                  <a:pt x="828675" y="762000"/>
                </a:moveTo>
                <a:lnTo>
                  <a:pt x="838200" y="762000"/>
                </a:lnTo>
                <a:lnTo>
                  <a:pt x="838200" y="771525"/>
                </a:lnTo>
                <a:lnTo>
                  <a:pt x="828675" y="771525"/>
                </a:lnTo>
                <a:close/>
                <a:moveTo>
                  <a:pt x="352425" y="771525"/>
                </a:moveTo>
                <a:lnTo>
                  <a:pt x="361950" y="771525"/>
                </a:lnTo>
                <a:lnTo>
                  <a:pt x="361950" y="781050"/>
                </a:lnTo>
                <a:lnTo>
                  <a:pt x="352425" y="781050"/>
                </a:lnTo>
                <a:close/>
                <a:moveTo>
                  <a:pt x="542925" y="771525"/>
                </a:moveTo>
                <a:lnTo>
                  <a:pt x="561975" y="771525"/>
                </a:lnTo>
                <a:lnTo>
                  <a:pt x="561975" y="790575"/>
                </a:lnTo>
                <a:lnTo>
                  <a:pt x="542925" y="790575"/>
                </a:lnTo>
                <a:close/>
                <a:moveTo>
                  <a:pt x="800100" y="771525"/>
                </a:moveTo>
                <a:lnTo>
                  <a:pt x="809625" y="771525"/>
                </a:lnTo>
                <a:lnTo>
                  <a:pt x="809625" y="800100"/>
                </a:lnTo>
                <a:lnTo>
                  <a:pt x="800100" y="800100"/>
                </a:lnTo>
                <a:lnTo>
                  <a:pt x="800100" y="809625"/>
                </a:lnTo>
                <a:lnTo>
                  <a:pt x="790575" y="809625"/>
                </a:lnTo>
                <a:lnTo>
                  <a:pt x="790575" y="800100"/>
                </a:lnTo>
                <a:lnTo>
                  <a:pt x="781050" y="800100"/>
                </a:lnTo>
                <a:lnTo>
                  <a:pt x="781050" y="790575"/>
                </a:lnTo>
                <a:lnTo>
                  <a:pt x="790575" y="790575"/>
                </a:lnTo>
                <a:lnTo>
                  <a:pt x="790575" y="781050"/>
                </a:lnTo>
                <a:lnTo>
                  <a:pt x="800100" y="781050"/>
                </a:lnTo>
                <a:close/>
                <a:moveTo>
                  <a:pt x="1171575" y="771525"/>
                </a:moveTo>
                <a:lnTo>
                  <a:pt x="1181100" y="771525"/>
                </a:lnTo>
                <a:lnTo>
                  <a:pt x="1181100" y="781050"/>
                </a:lnTo>
                <a:lnTo>
                  <a:pt x="1171575" y="781050"/>
                </a:lnTo>
                <a:close/>
                <a:moveTo>
                  <a:pt x="466725" y="781050"/>
                </a:moveTo>
                <a:lnTo>
                  <a:pt x="476250" y="781050"/>
                </a:lnTo>
                <a:lnTo>
                  <a:pt x="476250" y="790575"/>
                </a:lnTo>
                <a:lnTo>
                  <a:pt x="466725" y="790575"/>
                </a:lnTo>
                <a:close/>
                <a:moveTo>
                  <a:pt x="390525" y="800100"/>
                </a:moveTo>
                <a:lnTo>
                  <a:pt x="400050" y="800100"/>
                </a:lnTo>
                <a:lnTo>
                  <a:pt x="400050" y="809625"/>
                </a:lnTo>
                <a:lnTo>
                  <a:pt x="390525" y="809625"/>
                </a:lnTo>
                <a:close/>
                <a:moveTo>
                  <a:pt x="476250" y="800100"/>
                </a:moveTo>
                <a:lnTo>
                  <a:pt x="485775" y="800100"/>
                </a:lnTo>
                <a:lnTo>
                  <a:pt x="485775" y="809625"/>
                </a:lnTo>
                <a:lnTo>
                  <a:pt x="476250" y="809625"/>
                </a:lnTo>
                <a:close/>
                <a:moveTo>
                  <a:pt x="638175" y="800100"/>
                </a:moveTo>
                <a:lnTo>
                  <a:pt x="647700" y="800100"/>
                </a:lnTo>
                <a:lnTo>
                  <a:pt x="647700" y="809625"/>
                </a:lnTo>
                <a:lnTo>
                  <a:pt x="638175" y="809625"/>
                </a:lnTo>
                <a:close/>
              </a:path>
            </a:pathLst>
          </a:custGeom>
          <a:solidFill xmlns:a="http://schemas.openxmlformats.org/drawingml/2006/main">
            <a:srgbClr val="F9F8F3"/>
          </a:solidFill>
          <a:ln xmlns:a="http://schemas.openxmlformats.org/drawingml/2006/main" w="0">
            <a:noFill/>
          </a:ln>
        </p:spPr>
      </p:sp>
      <p:sp>
        <p:nvSpPr>
          <p:cNvPr id="244" name="v22 vector #f8faf5">
            <a:extLst xmlns:a="http://schemas.openxmlformats.org/drawingml/2006/main">
              <a:ext uri="{FF2B5EF4-FFF2-40B4-BE49-F238E27FC236}">
                <a16:creationId xmlns:a16="http://schemas.microsoft.com/office/drawing/2014/main" id="{66CEFAC2-9068-41FC-B824-5257EAB636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10675" y="4848225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123825" y="0"/>
                </a:moveTo>
                <a:lnTo>
                  <a:pt x="133350" y="0"/>
                </a:lnTo>
                <a:lnTo>
                  <a:pt x="133350" y="9525"/>
                </a:lnTo>
                <a:lnTo>
                  <a:pt x="123825" y="9525"/>
                </a:lnTo>
                <a:close/>
                <a:moveTo>
                  <a:pt x="104775" y="9525"/>
                </a:moveTo>
                <a:lnTo>
                  <a:pt x="123825" y="9525"/>
                </a:lnTo>
                <a:lnTo>
                  <a:pt x="123825" y="19050"/>
                </a:lnTo>
                <a:lnTo>
                  <a:pt x="104775" y="19050"/>
                </a:lnTo>
                <a:close/>
                <a:moveTo>
                  <a:pt x="723900" y="9525"/>
                </a:moveTo>
                <a:lnTo>
                  <a:pt x="733425" y="9525"/>
                </a:lnTo>
                <a:lnTo>
                  <a:pt x="733425" y="19050"/>
                </a:lnTo>
                <a:lnTo>
                  <a:pt x="723900" y="19050"/>
                </a:lnTo>
                <a:close/>
                <a:moveTo>
                  <a:pt x="742950" y="9525"/>
                </a:moveTo>
                <a:lnTo>
                  <a:pt x="752475" y="9525"/>
                </a:lnTo>
                <a:lnTo>
                  <a:pt x="752475" y="19050"/>
                </a:lnTo>
                <a:lnTo>
                  <a:pt x="742950" y="19050"/>
                </a:lnTo>
                <a:close/>
                <a:moveTo>
                  <a:pt x="9525" y="38100"/>
                </a:moveTo>
                <a:lnTo>
                  <a:pt x="28575" y="38100"/>
                </a:lnTo>
                <a:lnTo>
                  <a:pt x="28575" y="57150"/>
                </a:lnTo>
                <a:lnTo>
                  <a:pt x="9525" y="57150"/>
                </a:lnTo>
                <a:close/>
                <a:moveTo>
                  <a:pt x="352425" y="38100"/>
                </a:moveTo>
                <a:lnTo>
                  <a:pt x="390525" y="38100"/>
                </a:lnTo>
                <a:lnTo>
                  <a:pt x="390525" y="57150"/>
                </a:lnTo>
                <a:lnTo>
                  <a:pt x="352425" y="57150"/>
                </a:lnTo>
                <a:close/>
                <a:moveTo>
                  <a:pt x="857250" y="47625"/>
                </a:moveTo>
                <a:lnTo>
                  <a:pt x="866775" y="47625"/>
                </a:lnTo>
                <a:lnTo>
                  <a:pt x="866775" y="57150"/>
                </a:lnTo>
                <a:lnTo>
                  <a:pt x="857250" y="57150"/>
                </a:lnTo>
                <a:close/>
                <a:moveTo>
                  <a:pt x="295275" y="57150"/>
                </a:moveTo>
                <a:lnTo>
                  <a:pt x="314325" y="57150"/>
                </a:lnTo>
                <a:lnTo>
                  <a:pt x="314325" y="66675"/>
                </a:lnTo>
                <a:lnTo>
                  <a:pt x="295275" y="66675"/>
                </a:lnTo>
                <a:close/>
                <a:moveTo>
                  <a:pt x="428625" y="57150"/>
                </a:moveTo>
                <a:lnTo>
                  <a:pt x="438150" y="57150"/>
                </a:lnTo>
                <a:lnTo>
                  <a:pt x="438150" y="66675"/>
                </a:lnTo>
                <a:lnTo>
                  <a:pt x="428625" y="66675"/>
                </a:lnTo>
                <a:close/>
                <a:moveTo>
                  <a:pt x="866775" y="57150"/>
                </a:moveTo>
                <a:lnTo>
                  <a:pt x="876300" y="57150"/>
                </a:lnTo>
                <a:lnTo>
                  <a:pt x="876300" y="66675"/>
                </a:lnTo>
                <a:lnTo>
                  <a:pt x="866775" y="66675"/>
                </a:lnTo>
                <a:close/>
                <a:moveTo>
                  <a:pt x="904875" y="66675"/>
                </a:moveTo>
                <a:lnTo>
                  <a:pt x="914400" y="66675"/>
                </a:lnTo>
                <a:lnTo>
                  <a:pt x="914400" y="76200"/>
                </a:lnTo>
                <a:lnTo>
                  <a:pt x="904875" y="76200"/>
                </a:lnTo>
                <a:close/>
                <a:moveTo>
                  <a:pt x="752475" y="85725"/>
                </a:moveTo>
                <a:lnTo>
                  <a:pt x="800100" y="85725"/>
                </a:lnTo>
                <a:lnTo>
                  <a:pt x="800100" y="104775"/>
                </a:lnTo>
                <a:lnTo>
                  <a:pt x="790575" y="104775"/>
                </a:lnTo>
                <a:lnTo>
                  <a:pt x="790575" y="95250"/>
                </a:lnTo>
                <a:lnTo>
                  <a:pt x="752475" y="95250"/>
                </a:lnTo>
                <a:close/>
                <a:moveTo>
                  <a:pt x="895350" y="104775"/>
                </a:moveTo>
                <a:lnTo>
                  <a:pt x="904875" y="104775"/>
                </a:lnTo>
                <a:lnTo>
                  <a:pt x="904875" y="114300"/>
                </a:lnTo>
                <a:lnTo>
                  <a:pt x="895350" y="114300"/>
                </a:lnTo>
                <a:close/>
                <a:moveTo>
                  <a:pt x="219075" y="114300"/>
                </a:moveTo>
                <a:lnTo>
                  <a:pt x="228600" y="114300"/>
                </a:lnTo>
                <a:lnTo>
                  <a:pt x="228600" y="133350"/>
                </a:lnTo>
                <a:lnTo>
                  <a:pt x="209550" y="133350"/>
                </a:lnTo>
                <a:lnTo>
                  <a:pt x="209550" y="123825"/>
                </a:lnTo>
                <a:lnTo>
                  <a:pt x="219075" y="123825"/>
                </a:lnTo>
                <a:close/>
                <a:moveTo>
                  <a:pt x="209550" y="142875"/>
                </a:moveTo>
                <a:lnTo>
                  <a:pt x="219075" y="142875"/>
                </a:lnTo>
                <a:lnTo>
                  <a:pt x="219075" y="152400"/>
                </a:lnTo>
                <a:lnTo>
                  <a:pt x="209550" y="152400"/>
                </a:lnTo>
                <a:close/>
                <a:moveTo>
                  <a:pt x="914400" y="152400"/>
                </a:moveTo>
                <a:lnTo>
                  <a:pt x="933450" y="152400"/>
                </a:lnTo>
                <a:lnTo>
                  <a:pt x="933450" y="171450"/>
                </a:lnTo>
                <a:lnTo>
                  <a:pt x="914400" y="171450"/>
                </a:lnTo>
                <a:close/>
                <a:moveTo>
                  <a:pt x="1104900" y="161925"/>
                </a:moveTo>
                <a:lnTo>
                  <a:pt x="1114425" y="161925"/>
                </a:lnTo>
                <a:lnTo>
                  <a:pt x="1114425" y="180975"/>
                </a:lnTo>
                <a:lnTo>
                  <a:pt x="1104900" y="180975"/>
                </a:lnTo>
                <a:close/>
                <a:moveTo>
                  <a:pt x="1123950" y="161925"/>
                </a:moveTo>
                <a:lnTo>
                  <a:pt x="1133475" y="161925"/>
                </a:lnTo>
                <a:lnTo>
                  <a:pt x="1133475" y="171450"/>
                </a:lnTo>
                <a:lnTo>
                  <a:pt x="1123950" y="171450"/>
                </a:lnTo>
                <a:close/>
                <a:moveTo>
                  <a:pt x="1162050" y="171450"/>
                </a:moveTo>
                <a:lnTo>
                  <a:pt x="1171575" y="171450"/>
                </a:lnTo>
                <a:lnTo>
                  <a:pt x="1171575" y="190500"/>
                </a:lnTo>
                <a:lnTo>
                  <a:pt x="1162050" y="190500"/>
                </a:lnTo>
                <a:close/>
                <a:moveTo>
                  <a:pt x="200025" y="209550"/>
                </a:moveTo>
                <a:lnTo>
                  <a:pt x="209550" y="209550"/>
                </a:lnTo>
                <a:lnTo>
                  <a:pt x="209550" y="219075"/>
                </a:lnTo>
                <a:lnTo>
                  <a:pt x="200025" y="219075"/>
                </a:lnTo>
                <a:close/>
                <a:moveTo>
                  <a:pt x="209550" y="219075"/>
                </a:moveTo>
                <a:lnTo>
                  <a:pt x="219075" y="219075"/>
                </a:lnTo>
                <a:lnTo>
                  <a:pt x="219075" y="228600"/>
                </a:lnTo>
                <a:lnTo>
                  <a:pt x="209550" y="228600"/>
                </a:lnTo>
                <a:close/>
                <a:moveTo>
                  <a:pt x="428625" y="228600"/>
                </a:moveTo>
                <a:lnTo>
                  <a:pt x="447675" y="228600"/>
                </a:lnTo>
                <a:lnTo>
                  <a:pt x="447675" y="238125"/>
                </a:lnTo>
                <a:lnTo>
                  <a:pt x="428625" y="238125"/>
                </a:lnTo>
                <a:close/>
                <a:moveTo>
                  <a:pt x="657225" y="247650"/>
                </a:moveTo>
                <a:lnTo>
                  <a:pt x="666750" y="247650"/>
                </a:lnTo>
                <a:lnTo>
                  <a:pt x="666750" y="266700"/>
                </a:lnTo>
                <a:lnTo>
                  <a:pt x="657225" y="266700"/>
                </a:lnTo>
                <a:close/>
                <a:moveTo>
                  <a:pt x="1181100" y="257175"/>
                </a:moveTo>
                <a:lnTo>
                  <a:pt x="1190625" y="257175"/>
                </a:lnTo>
                <a:lnTo>
                  <a:pt x="1190625" y="266700"/>
                </a:lnTo>
                <a:lnTo>
                  <a:pt x="1181100" y="266700"/>
                </a:lnTo>
                <a:close/>
                <a:moveTo>
                  <a:pt x="600075" y="295275"/>
                </a:moveTo>
                <a:lnTo>
                  <a:pt x="619125" y="295275"/>
                </a:lnTo>
                <a:lnTo>
                  <a:pt x="619125" y="314325"/>
                </a:lnTo>
                <a:lnTo>
                  <a:pt x="609600" y="314325"/>
                </a:lnTo>
                <a:lnTo>
                  <a:pt x="609600" y="304800"/>
                </a:lnTo>
                <a:lnTo>
                  <a:pt x="600075" y="304800"/>
                </a:lnTo>
                <a:close/>
                <a:moveTo>
                  <a:pt x="514350" y="314325"/>
                </a:moveTo>
                <a:lnTo>
                  <a:pt x="523875" y="314325"/>
                </a:lnTo>
                <a:lnTo>
                  <a:pt x="523875" y="323850"/>
                </a:lnTo>
                <a:lnTo>
                  <a:pt x="514350" y="323850"/>
                </a:lnTo>
                <a:close/>
                <a:moveTo>
                  <a:pt x="619125" y="314325"/>
                </a:moveTo>
                <a:lnTo>
                  <a:pt x="628650" y="314325"/>
                </a:lnTo>
                <a:lnTo>
                  <a:pt x="628650" y="323850"/>
                </a:lnTo>
                <a:lnTo>
                  <a:pt x="619125" y="323850"/>
                </a:lnTo>
                <a:close/>
                <a:moveTo>
                  <a:pt x="447675" y="333375"/>
                </a:moveTo>
                <a:lnTo>
                  <a:pt x="457200" y="333375"/>
                </a:lnTo>
                <a:lnTo>
                  <a:pt x="457200" y="342900"/>
                </a:lnTo>
                <a:lnTo>
                  <a:pt x="447675" y="342900"/>
                </a:lnTo>
                <a:close/>
                <a:moveTo>
                  <a:pt x="828675" y="333375"/>
                </a:moveTo>
                <a:lnTo>
                  <a:pt x="838200" y="333375"/>
                </a:lnTo>
                <a:lnTo>
                  <a:pt x="838200" y="342900"/>
                </a:lnTo>
                <a:lnTo>
                  <a:pt x="828675" y="342900"/>
                </a:lnTo>
                <a:close/>
                <a:moveTo>
                  <a:pt x="161925" y="342900"/>
                </a:moveTo>
                <a:lnTo>
                  <a:pt x="180975" y="342900"/>
                </a:lnTo>
                <a:lnTo>
                  <a:pt x="180975" y="352425"/>
                </a:lnTo>
                <a:lnTo>
                  <a:pt x="171450" y="352425"/>
                </a:lnTo>
                <a:lnTo>
                  <a:pt x="171450" y="361950"/>
                </a:lnTo>
                <a:lnTo>
                  <a:pt x="161925" y="361950"/>
                </a:lnTo>
                <a:close/>
                <a:moveTo>
                  <a:pt x="285750" y="342900"/>
                </a:moveTo>
                <a:lnTo>
                  <a:pt x="295275" y="342900"/>
                </a:lnTo>
                <a:lnTo>
                  <a:pt x="295275" y="352425"/>
                </a:lnTo>
                <a:lnTo>
                  <a:pt x="304800" y="352425"/>
                </a:lnTo>
                <a:lnTo>
                  <a:pt x="304800" y="361950"/>
                </a:lnTo>
                <a:lnTo>
                  <a:pt x="323850" y="361950"/>
                </a:lnTo>
                <a:lnTo>
                  <a:pt x="323850" y="371475"/>
                </a:lnTo>
                <a:lnTo>
                  <a:pt x="314325" y="371475"/>
                </a:lnTo>
                <a:lnTo>
                  <a:pt x="314325" y="381000"/>
                </a:lnTo>
                <a:lnTo>
                  <a:pt x="304800" y="381000"/>
                </a:lnTo>
                <a:lnTo>
                  <a:pt x="304800" y="371475"/>
                </a:lnTo>
                <a:lnTo>
                  <a:pt x="295275" y="371475"/>
                </a:lnTo>
                <a:lnTo>
                  <a:pt x="295275" y="361950"/>
                </a:lnTo>
                <a:lnTo>
                  <a:pt x="285750" y="361950"/>
                </a:lnTo>
                <a:close/>
                <a:moveTo>
                  <a:pt x="476250" y="352425"/>
                </a:moveTo>
                <a:lnTo>
                  <a:pt x="495300" y="352425"/>
                </a:lnTo>
                <a:lnTo>
                  <a:pt x="495300" y="361950"/>
                </a:lnTo>
                <a:lnTo>
                  <a:pt x="485775" y="361950"/>
                </a:lnTo>
                <a:lnTo>
                  <a:pt x="485775" y="371475"/>
                </a:lnTo>
                <a:lnTo>
                  <a:pt x="476250" y="371475"/>
                </a:lnTo>
                <a:close/>
                <a:moveTo>
                  <a:pt x="209550" y="381000"/>
                </a:moveTo>
                <a:lnTo>
                  <a:pt x="228600" y="381000"/>
                </a:lnTo>
                <a:lnTo>
                  <a:pt x="228600" y="390525"/>
                </a:lnTo>
                <a:lnTo>
                  <a:pt x="219075" y="390525"/>
                </a:lnTo>
                <a:lnTo>
                  <a:pt x="219075" y="400050"/>
                </a:lnTo>
                <a:lnTo>
                  <a:pt x="209550" y="400050"/>
                </a:lnTo>
                <a:close/>
                <a:moveTo>
                  <a:pt x="266700" y="381000"/>
                </a:moveTo>
                <a:lnTo>
                  <a:pt x="276225" y="381000"/>
                </a:lnTo>
                <a:lnTo>
                  <a:pt x="276225" y="400050"/>
                </a:lnTo>
                <a:lnTo>
                  <a:pt x="285750" y="400050"/>
                </a:lnTo>
                <a:lnTo>
                  <a:pt x="285750" y="409575"/>
                </a:lnTo>
                <a:lnTo>
                  <a:pt x="266700" y="409575"/>
                </a:lnTo>
                <a:close/>
                <a:moveTo>
                  <a:pt x="409575" y="381000"/>
                </a:moveTo>
                <a:lnTo>
                  <a:pt x="419100" y="381000"/>
                </a:lnTo>
                <a:lnTo>
                  <a:pt x="419100" y="390525"/>
                </a:lnTo>
                <a:lnTo>
                  <a:pt x="409575" y="390525"/>
                </a:lnTo>
                <a:close/>
                <a:moveTo>
                  <a:pt x="866775" y="381000"/>
                </a:moveTo>
                <a:lnTo>
                  <a:pt x="876300" y="381000"/>
                </a:lnTo>
                <a:lnTo>
                  <a:pt x="876300" y="390525"/>
                </a:lnTo>
                <a:lnTo>
                  <a:pt x="866775" y="390525"/>
                </a:lnTo>
                <a:close/>
                <a:moveTo>
                  <a:pt x="447675" y="390525"/>
                </a:moveTo>
                <a:lnTo>
                  <a:pt x="466725" y="390525"/>
                </a:lnTo>
                <a:lnTo>
                  <a:pt x="466725" y="419100"/>
                </a:lnTo>
                <a:lnTo>
                  <a:pt x="447675" y="419100"/>
                </a:lnTo>
                <a:close/>
                <a:moveTo>
                  <a:pt x="838200" y="390525"/>
                </a:moveTo>
                <a:lnTo>
                  <a:pt x="857250" y="390525"/>
                </a:lnTo>
                <a:lnTo>
                  <a:pt x="857250" y="419100"/>
                </a:lnTo>
                <a:lnTo>
                  <a:pt x="838200" y="419100"/>
                </a:lnTo>
                <a:lnTo>
                  <a:pt x="838200" y="428625"/>
                </a:lnTo>
                <a:lnTo>
                  <a:pt x="828675" y="428625"/>
                </a:lnTo>
                <a:lnTo>
                  <a:pt x="828675" y="438150"/>
                </a:lnTo>
                <a:lnTo>
                  <a:pt x="809625" y="438150"/>
                </a:lnTo>
                <a:lnTo>
                  <a:pt x="809625" y="419100"/>
                </a:lnTo>
                <a:lnTo>
                  <a:pt x="828675" y="419100"/>
                </a:lnTo>
                <a:lnTo>
                  <a:pt x="828675" y="409575"/>
                </a:lnTo>
                <a:lnTo>
                  <a:pt x="838200" y="409575"/>
                </a:lnTo>
                <a:close/>
                <a:moveTo>
                  <a:pt x="962025" y="400050"/>
                </a:moveTo>
                <a:lnTo>
                  <a:pt x="971550" y="400050"/>
                </a:lnTo>
                <a:lnTo>
                  <a:pt x="971550" y="409575"/>
                </a:lnTo>
                <a:lnTo>
                  <a:pt x="962025" y="409575"/>
                </a:lnTo>
                <a:close/>
                <a:moveTo>
                  <a:pt x="1104900" y="400050"/>
                </a:moveTo>
                <a:lnTo>
                  <a:pt x="1123950" y="400050"/>
                </a:lnTo>
                <a:lnTo>
                  <a:pt x="1123950" y="409575"/>
                </a:lnTo>
                <a:lnTo>
                  <a:pt x="1104900" y="409575"/>
                </a:lnTo>
                <a:close/>
                <a:moveTo>
                  <a:pt x="257175" y="409575"/>
                </a:moveTo>
                <a:lnTo>
                  <a:pt x="266700" y="409575"/>
                </a:lnTo>
                <a:lnTo>
                  <a:pt x="266700" y="428625"/>
                </a:lnTo>
                <a:lnTo>
                  <a:pt x="257175" y="428625"/>
                </a:lnTo>
                <a:close/>
                <a:moveTo>
                  <a:pt x="66675" y="419100"/>
                </a:moveTo>
                <a:lnTo>
                  <a:pt x="76200" y="419100"/>
                </a:lnTo>
                <a:lnTo>
                  <a:pt x="76200" y="428625"/>
                </a:lnTo>
                <a:lnTo>
                  <a:pt x="85725" y="428625"/>
                </a:lnTo>
                <a:lnTo>
                  <a:pt x="85725" y="438150"/>
                </a:lnTo>
                <a:lnTo>
                  <a:pt x="76200" y="438150"/>
                </a:lnTo>
                <a:lnTo>
                  <a:pt x="76200" y="447675"/>
                </a:lnTo>
                <a:lnTo>
                  <a:pt x="57150" y="447675"/>
                </a:lnTo>
                <a:lnTo>
                  <a:pt x="57150" y="438150"/>
                </a:lnTo>
                <a:lnTo>
                  <a:pt x="47625" y="438150"/>
                </a:lnTo>
                <a:lnTo>
                  <a:pt x="47625" y="428625"/>
                </a:lnTo>
                <a:lnTo>
                  <a:pt x="66675" y="428625"/>
                </a:lnTo>
                <a:close/>
                <a:moveTo>
                  <a:pt x="114300" y="419100"/>
                </a:moveTo>
                <a:lnTo>
                  <a:pt x="152400" y="419100"/>
                </a:lnTo>
                <a:lnTo>
                  <a:pt x="152400" y="428625"/>
                </a:lnTo>
                <a:lnTo>
                  <a:pt x="133350" y="428625"/>
                </a:lnTo>
                <a:lnTo>
                  <a:pt x="133350" y="438150"/>
                </a:lnTo>
                <a:lnTo>
                  <a:pt x="123825" y="438150"/>
                </a:lnTo>
                <a:lnTo>
                  <a:pt x="123825" y="428625"/>
                </a:lnTo>
                <a:lnTo>
                  <a:pt x="114300" y="428625"/>
                </a:lnTo>
                <a:close/>
                <a:moveTo>
                  <a:pt x="400050" y="419100"/>
                </a:moveTo>
                <a:lnTo>
                  <a:pt x="409575" y="419100"/>
                </a:lnTo>
                <a:lnTo>
                  <a:pt x="409575" y="438150"/>
                </a:lnTo>
                <a:lnTo>
                  <a:pt x="400050" y="438150"/>
                </a:lnTo>
                <a:close/>
                <a:moveTo>
                  <a:pt x="695325" y="419100"/>
                </a:moveTo>
                <a:lnTo>
                  <a:pt x="704850" y="419100"/>
                </a:lnTo>
                <a:lnTo>
                  <a:pt x="704850" y="438150"/>
                </a:lnTo>
                <a:lnTo>
                  <a:pt x="695325" y="438150"/>
                </a:lnTo>
                <a:close/>
                <a:moveTo>
                  <a:pt x="209550" y="428625"/>
                </a:moveTo>
                <a:lnTo>
                  <a:pt x="238125" y="428625"/>
                </a:lnTo>
                <a:lnTo>
                  <a:pt x="238125" y="438150"/>
                </a:lnTo>
                <a:lnTo>
                  <a:pt x="228600" y="438150"/>
                </a:lnTo>
                <a:lnTo>
                  <a:pt x="228600" y="447675"/>
                </a:lnTo>
                <a:lnTo>
                  <a:pt x="219075" y="447675"/>
                </a:lnTo>
                <a:lnTo>
                  <a:pt x="219075" y="438150"/>
                </a:lnTo>
                <a:lnTo>
                  <a:pt x="209550" y="438150"/>
                </a:lnTo>
                <a:close/>
                <a:moveTo>
                  <a:pt x="342900" y="428625"/>
                </a:moveTo>
                <a:lnTo>
                  <a:pt x="361950" y="428625"/>
                </a:lnTo>
                <a:lnTo>
                  <a:pt x="361950" y="457200"/>
                </a:lnTo>
                <a:lnTo>
                  <a:pt x="342900" y="457200"/>
                </a:lnTo>
                <a:lnTo>
                  <a:pt x="342900" y="447675"/>
                </a:lnTo>
                <a:lnTo>
                  <a:pt x="352425" y="447675"/>
                </a:lnTo>
                <a:lnTo>
                  <a:pt x="352425" y="438150"/>
                </a:lnTo>
                <a:lnTo>
                  <a:pt x="342900" y="438150"/>
                </a:lnTo>
                <a:close/>
                <a:moveTo>
                  <a:pt x="371475" y="438150"/>
                </a:moveTo>
                <a:lnTo>
                  <a:pt x="390525" y="438150"/>
                </a:lnTo>
                <a:lnTo>
                  <a:pt x="390525" y="447675"/>
                </a:lnTo>
                <a:lnTo>
                  <a:pt x="371475" y="447675"/>
                </a:lnTo>
                <a:close/>
                <a:moveTo>
                  <a:pt x="828675" y="438150"/>
                </a:moveTo>
                <a:lnTo>
                  <a:pt x="838200" y="438150"/>
                </a:lnTo>
                <a:lnTo>
                  <a:pt x="838200" y="447675"/>
                </a:lnTo>
                <a:lnTo>
                  <a:pt x="828675" y="447675"/>
                </a:lnTo>
                <a:close/>
                <a:moveTo>
                  <a:pt x="209550" y="447675"/>
                </a:moveTo>
                <a:lnTo>
                  <a:pt x="219075" y="447675"/>
                </a:lnTo>
                <a:lnTo>
                  <a:pt x="219075" y="457200"/>
                </a:lnTo>
                <a:lnTo>
                  <a:pt x="209550" y="457200"/>
                </a:lnTo>
                <a:close/>
                <a:moveTo>
                  <a:pt x="742950" y="447675"/>
                </a:moveTo>
                <a:lnTo>
                  <a:pt x="752475" y="447675"/>
                </a:lnTo>
                <a:lnTo>
                  <a:pt x="752475" y="457200"/>
                </a:lnTo>
                <a:lnTo>
                  <a:pt x="742950" y="457200"/>
                </a:lnTo>
                <a:close/>
                <a:moveTo>
                  <a:pt x="561975" y="457200"/>
                </a:moveTo>
                <a:lnTo>
                  <a:pt x="581025" y="457200"/>
                </a:lnTo>
                <a:lnTo>
                  <a:pt x="581025" y="466725"/>
                </a:lnTo>
                <a:lnTo>
                  <a:pt x="561975" y="466725"/>
                </a:lnTo>
                <a:close/>
                <a:moveTo>
                  <a:pt x="95250" y="523875"/>
                </a:moveTo>
                <a:lnTo>
                  <a:pt x="104775" y="523875"/>
                </a:lnTo>
                <a:lnTo>
                  <a:pt x="104775" y="533400"/>
                </a:lnTo>
                <a:lnTo>
                  <a:pt x="95250" y="533400"/>
                </a:lnTo>
                <a:close/>
                <a:moveTo>
                  <a:pt x="95250" y="542925"/>
                </a:moveTo>
                <a:lnTo>
                  <a:pt x="104775" y="542925"/>
                </a:lnTo>
                <a:lnTo>
                  <a:pt x="104775" y="552450"/>
                </a:lnTo>
                <a:lnTo>
                  <a:pt x="95250" y="552450"/>
                </a:lnTo>
                <a:close/>
                <a:moveTo>
                  <a:pt x="1057275" y="590550"/>
                </a:moveTo>
                <a:lnTo>
                  <a:pt x="1066800" y="590550"/>
                </a:lnTo>
                <a:lnTo>
                  <a:pt x="1066800" y="600075"/>
                </a:lnTo>
                <a:lnTo>
                  <a:pt x="1057275" y="600075"/>
                </a:lnTo>
                <a:close/>
                <a:moveTo>
                  <a:pt x="828675" y="609600"/>
                </a:moveTo>
                <a:lnTo>
                  <a:pt x="838200" y="609600"/>
                </a:lnTo>
                <a:lnTo>
                  <a:pt x="838200" y="619125"/>
                </a:lnTo>
                <a:lnTo>
                  <a:pt x="828675" y="619125"/>
                </a:lnTo>
                <a:close/>
                <a:moveTo>
                  <a:pt x="95250" y="666750"/>
                </a:moveTo>
                <a:lnTo>
                  <a:pt x="104775" y="666750"/>
                </a:lnTo>
                <a:lnTo>
                  <a:pt x="104775" y="676275"/>
                </a:lnTo>
                <a:lnTo>
                  <a:pt x="95250" y="676275"/>
                </a:lnTo>
                <a:close/>
                <a:moveTo>
                  <a:pt x="304800" y="676275"/>
                </a:moveTo>
                <a:lnTo>
                  <a:pt x="314325" y="676275"/>
                </a:lnTo>
                <a:lnTo>
                  <a:pt x="314325" y="685800"/>
                </a:lnTo>
                <a:lnTo>
                  <a:pt x="304800" y="685800"/>
                </a:lnTo>
                <a:close/>
                <a:moveTo>
                  <a:pt x="1047750" y="685800"/>
                </a:moveTo>
                <a:lnTo>
                  <a:pt x="1066800" y="685800"/>
                </a:lnTo>
                <a:lnTo>
                  <a:pt x="1066800" y="695325"/>
                </a:lnTo>
                <a:lnTo>
                  <a:pt x="1047750" y="695325"/>
                </a:lnTo>
                <a:close/>
                <a:moveTo>
                  <a:pt x="219075" y="695325"/>
                </a:moveTo>
                <a:lnTo>
                  <a:pt x="228600" y="695325"/>
                </a:lnTo>
                <a:lnTo>
                  <a:pt x="228600" y="704850"/>
                </a:lnTo>
                <a:lnTo>
                  <a:pt x="219075" y="704850"/>
                </a:lnTo>
                <a:close/>
                <a:moveTo>
                  <a:pt x="333375" y="742950"/>
                </a:moveTo>
                <a:lnTo>
                  <a:pt x="352425" y="742950"/>
                </a:lnTo>
                <a:lnTo>
                  <a:pt x="352425" y="752475"/>
                </a:lnTo>
                <a:lnTo>
                  <a:pt x="333375" y="752475"/>
                </a:lnTo>
                <a:close/>
                <a:moveTo>
                  <a:pt x="323850" y="752475"/>
                </a:moveTo>
                <a:lnTo>
                  <a:pt x="333375" y="752475"/>
                </a:lnTo>
                <a:lnTo>
                  <a:pt x="333375" y="762000"/>
                </a:lnTo>
                <a:lnTo>
                  <a:pt x="323850" y="762000"/>
                </a:lnTo>
                <a:close/>
                <a:moveTo>
                  <a:pt x="180975" y="771525"/>
                </a:moveTo>
                <a:lnTo>
                  <a:pt x="200025" y="771525"/>
                </a:lnTo>
                <a:lnTo>
                  <a:pt x="200025" y="781050"/>
                </a:lnTo>
                <a:lnTo>
                  <a:pt x="180975" y="781050"/>
                </a:lnTo>
                <a:close/>
                <a:moveTo>
                  <a:pt x="1085850" y="771525"/>
                </a:moveTo>
                <a:lnTo>
                  <a:pt x="1104900" y="771525"/>
                </a:lnTo>
                <a:lnTo>
                  <a:pt x="1104900" y="790575"/>
                </a:lnTo>
                <a:lnTo>
                  <a:pt x="1114425" y="790575"/>
                </a:lnTo>
                <a:lnTo>
                  <a:pt x="1114425" y="800100"/>
                </a:lnTo>
                <a:lnTo>
                  <a:pt x="1095375" y="800100"/>
                </a:lnTo>
                <a:lnTo>
                  <a:pt x="1095375" y="781050"/>
                </a:lnTo>
                <a:lnTo>
                  <a:pt x="1085850" y="781050"/>
                </a:lnTo>
                <a:close/>
                <a:moveTo>
                  <a:pt x="171450" y="781050"/>
                </a:moveTo>
                <a:lnTo>
                  <a:pt x="180975" y="781050"/>
                </a:lnTo>
                <a:lnTo>
                  <a:pt x="180975" y="800100"/>
                </a:lnTo>
                <a:lnTo>
                  <a:pt x="200025" y="800100"/>
                </a:lnTo>
                <a:lnTo>
                  <a:pt x="200025" y="809625"/>
                </a:lnTo>
                <a:lnTo>
                  <a:pt x="171450" y="809625"/>
                </a:lnTo>
                <a:close/>
                <a:moveTo>
                  <a:pt x="962025" y="790575"/>
                </a:moveTo>
                <a:lnTo>
                  <a:pt x="971550" y="790575"/>
                </a:lnTo>
                <a:lnTo>
                  <a:pt x="971550" y="800100"/>
                </a:lnTo>
                <a:lnTo>
                  <a:pt x="962025" y="800100"/>
                </a:lnTo>
                <a:close/>
                <a:moveTo>
                  <a:pt x="1057275" y="790575"/>
                </a:moveTo>
                <a:lnTo>
                  <a:pt x="1085850" y="790575"/>
                </a:lnTo>
                <a:lnTo>
                  <a:pt x="1085850" y="800100"/>
                </a:lnTo>
                <a:lnTo>
                  <a:pt x="1066800" y="800100"/>
                </a:lnTo>
                <a:lnTo>
                  <a:pt x="1066800" y="809625"/>
                </a:lnTo>
                <a:lnTo>
                  <a:pt x="1057275" y="809625"/>
                </a:lnTo>
                <a:close/>
                <a:moveTo>
                  <a:pt x="866775" y="800100"/>
                </a:moveTo>
                <a:lnTo>
                  <a:pt x="876300" y="800100"/>
                </a:lnTo>
                <a:lnTo>
                  <a:pt x="876300" y="809625"/>
                </a:lnTo>
                <a:lnTo>
                  <a:pt x="866775" y="809625"/>
                </a:lnTo>
                <a:close/>
              </a:path>
            </a:pathLst>
          </a:custGeom>
          <a:solidFill xmlns:a="http://schemas.openxmlformats.org/drawingml/2006/main">
            <a:srgbClr val="F8FAF5"/>
          </a:solidFill>
          <a:ln xmlns:a="http://schemas.openxmlformats.org/drawingml/2006/main" w="0">
            <a:noFill/>
          </a:ln>
        </p:spPr>
      </p:sp>
      <p:sp>
        <p:nvSpPr>
          <p:cNvPr id="245" name="v22 vector #f8f9f4">
            <a:extLst xmlns:a="http://schemas.openxmlformats.org/drawingml/2006/main">
              <a:ext uri="{FF2B5EF4-FFF2-40B4-BE49-F238E27FC236}">
                <a16:creationId xmlns:a16="http://schemas.microsoft.com/office/drawing/2014/main" id="{C4840B3F-3D49-431A-9DFF-9757674F00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10675" y="4848225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28575" y="0"/>
                </a:moveTo>
                <a:lnTo>
                  <a:pt x="47625" y="0"/>
                </a:lnTo>
                <a:lnTo>
                  <a:pt x="47625" y="9525"/>
                </a:lnTo>
                <a:lnTo>
                  <a:pt x="28575" y="9525"/>
                </a:lnTo>
                <a:close/>
                <a:moveTo>
                  <a:pt x="85725" y="0"/>
                </a:moveTo>
                <a:lnTo>
                  <a:pt x="114300" y="0"/>
                </a:lnTo>
                <a:lnTo>
                  <a:pt x="114300" y="9525"/>
                </a:lnTo>
                <a:lnTo>
                  <a:pt x="104775" y="9525"/>
                </a:lnTo>
                <a:lnTo>
                  <a:pt x="104775" y="19050"/>
                </a:lnTo>
                <a:lnTo>
                  <a:pt x="95250" y="19050"/>
                </a:lnTo>
                <a:lnTo>
                  <a:pt x="95250" y="9525"/>
                </a:lnTo>
                <a:lnTo>
                  <a:pt x="85725" y="9525"/>
                </a:lnTo>
                <a:close/>
                <a:moveTo>
                  <a:pt x="1028700" y="0"/>
                </a:moveTo>
                <a:lnTo>
                  <a:pt x="1038225" y="0"/>
                </a:lnTo>
                <a:lnTo>
                  <a:pt x="1038225" y="9525"/>
                </a:lnTo>
                <a:lnTo>
                  <a:pt x="1028700" y="9525"/>
                </a:lnTo>
                <a:close/>
                <a:moveTo>
                  <a:pt x="47625" y="9525"/>
                </a:moveTo>
                <a:lnTo>
                  <a:pt x="57150" y="9525"/>
                </a:lnTo>
                <a:lnTo>
                  <a:pt x="57150" y="19050"/>
                </a:lnTo>
                <a:lnTo>
                  <a:pt x="76200" y="19050"/>
                </a:lnTo>
                <a:lnTo>
                  <a:pt x="76200" y="28575"/>
                </a:lnTo>
                <a:lnTo>
                  <a:pt x="66675" y="28575"/>
                </a:lnTo>
                <a:lnTo>
                  <a:pt x="66675" y="38100"/>
                </a:lnTo>
                <a:lnTo>
                  <a:pt x="47625" y="38100"/>
                </a:lnTo>
                <a:close/>
                <a:moveTo>
                  <a:pt x="180975" y="9525"/>
                </a:moveTo>
                <a:lnTo>
                  <a:pt x="190500" y="9525"/>
                </a:lnTo>
                <a:lnTo>
                  <a:pt x="190500" y="19050"/>
                </a:lnTo>
                <a:lnTo>
                  <a:pt x="180975" y="19050"/>
                </a:lnTo>
                <a:close/>
                <a:moveTo>
                  <a:pt x="676275" y="9525"/>
                </a:moveTo>
                <a:lnTo>
                  <a:pt x="685800" y="9525"/>
                </a:lnTo>
                <a:lnTo>
                  <a:pt x="685800" y="19050"/>
                </a:lnTo>
                <a:lnTo>
                  <a:pt x="695325" y="19050"/>
                </a:lnTo>
                <a:lnTo>
                  <a:pt x="695325" y="28575"/>
                </a:lnTo>
                <a:lnTo>
                  <a:pt x="676275" y="28575"/>
                </a:lnTo>
                <a:close/>
                <a:moveTo>
                  <a:pt x="114300" y="19050"/>
                </a:moveTo>
                <a:lnTo>
                  <a:pt x="123825" y="19050"/>
                </a:lnTo>
                <a:lnTo>
                  <a:pt x="123825" y="28575"/>
                </a:lnTo>
                <a:lnTo>
                  <a:pt x="114300" y="28575"/>
                </a:lnTo>
                <a:close/>
                <a:moveTo>
                  <a:pt x="809625" y="19050"/>
                </a:moveTo>
                <a:lnTo>
                  <a:pt x="828675" y="19050"/>
                </a:lnTo>
                <a:lnTo>
                  <a:pt x="828675" y="28575"/>
                </a:lnTo>
                <a:lnTo>
                  <a:pt x="809625" y="28575"/>
                </a:lnTo>
                <a:close/>
                <a:moveTo>
                  <a:pt x="952500" y="19050"/>
                </a:moveTo>
                <a:lnTo>
                  <a:pt x="962025" y="19050"/>
                </a:lnTo>
                <a:lnTo>
                  <a:pt x="962025" y="28575"/>
                </a:lnTo>
                <a:lnTo>
                  <a:pt x="952500" y="28575"/>
                </a:lnTo>
                <a:close/>
                <a:moveTo>
                  <a:pt x="1000125" y="19050"/>
                </a:moveTo>
                <a:lnTo>
                  <a:pt x="1009650" y="19050"/>
                </a:lnTo>
                <a:lnTo>
                  <a:pt x="1009650" y="38100"/>
                </a:lnTo>
                <a:lnTo>
                  <a:pt x="1000125" y="38100"/>
                </a:lnTo>
                <a:close/>
                <a:moveTo>
                  <a:pt x="28575" y="38100"/>
                </a:moveTo>
                <a:lnTo>
                  <a:pt x="38100" y="38100"/>
                </a:lnTo>
                <a:lnTo>
                  <a:pt x="38100" y="47625"/>
                </a:lnTo>
                <a:lnTo>
                  <a:pt x="28575" y="47625"/>
                </a:lnTo>
                <a:close/>
                <a:moveTo>
                  <a:pt x="66675" y="38100"/>
                </a:moveTo>
                <a:lnTo>
                  <a:pt x="76200" y="38100"/>
                </a:lnTo>
                <a:lnTo>
                  <a:pt x="76200" y="47625"/>
                </a:lnTo>
                <a:lnTo>
                  <a:pt x="66675" y="47625"/>
                </a:lnTo>
                <a:close/>
                <a:moveTo>
                  <a:pt x="390525" y="38100"/>
                </a:moveTo>
                <a:lnTo>
                  <a:pt x="400050" y="38100"/>
                </a:lnTo>
                <a:lnTo>
                  <a:pt x="400050" y="47625"/>
                </a:lnTo>
                <a:lnTo>
                  <a:pt x="419100" y="47625"/>
                </a:lnTo>
                <a:lnTo>
                  <a:pt x="419100" y="57150"/>
                </a:lnTo>
                <a:lnTo>
                  <a:pt x="390525" y="57150"/>
                </a:lnTo>
                <a:close/>
                <a:moveTo>
                  <a:pt x="847725" y="38100"/>
                </a:moveTo>
                <a:lnTo>
                  <a:pt x="866775" y="38100"/>
                </a:lnTo>
                <a:lnTo>
                  <a:pt x="866775" y="47625"/>
                </a:lnTo>
                <a:lnTo>
                  <a:pt x="847725" y="47625"/>
                </a:lnTo>
                <a:close/>
                <a:moveTo>
                  <a:pt x="876300" y="38100"/>
                </a:moveTo>
                <a:lnTo>
                  <a:pt x="885825" y="38100"/>
                </a:lnTo>
                <a:lnTo>
                  <a:pt x="885825" y="47625"/>
                </a:lnTo>
                <a:lnTo>
                  <a:pt x="876300" y="47625"/>
                </a:lnTo>
                <a:close/>
                <a:moveTo>
                  <a:pt x="142875" y="47625"/>
                </a:moveTo>
                <a:lnTo>
                  <a:pt x="152400" y="47625"/>
                </a:lnTo>
                <a:lnTo>
                  <a:pt x="152400" y="76200"/>
                </a:lnTo>
                <a:lnTo>
                  <a:pt x="142875" y="76200"/>
                </a:lnTo>
                <a:lnTo>
                  <a:pt x="142875" y="66675"/>
                </a:lnTo>
                <a:lnTo>
                  <a:pt x="133350" y="66675"/>
                </a:lnTo>
                <a:lnTo>
                  <a:pt x="133350" y="57150"/>
                </a:lnTo>
                <a:lnTo>
                  <a:pt x="142875" y="57150"/>
                </a:lnTo>
                <a:close/>
                <a:moveTo>
                  <a:pt x="9525" y="57150"/>
                </a:moveTo>
                <a:lnTo>
                  <a:pt x="19050" y="57150"/>
                </a:lnTo>
                <a:lnTo>
                  <a:pt x="19050" y="66675"/>
                </a:lnTo>
                <a:lnTo>
                  <a:pt x="9525" y="66675"/>
                </a:lnTo>
                <a:close/>
                <a:moveTo>
                  <a:pt x="85725" y="57150"/>
                </a:moveTo>
                <a:lnTo>
                  <a:pt x="104775" y="57150"/>
                </a:lnTo>
                <a:lnTo>
                  <a:pt x="104775" y="66675"/>
                </a:lnTo>
                <a:lnTo>
                  <a:pt x="85725" y="66675"/>
                </a:lnTo>
                <a:close/>
                <a:moveTo>
                  <a:pt x="619125" y="57150"/>
                </a:moveTo>
                <a:lnTo>
                  <a:pt x="628650" y="57150"/>
                </a:lnTo>
                <a:lnTo>
                  <a:pt x="628650" y="66675"/>
                </a:lnTo>
                <a:lnTo>
                  <a:pt x="619125" y="66675"/>
                </a:lnTo>
                <a:close/>
                <a:moveTo>
                  <a:pt x="904875" y="57150"/>
                </a:moveTo>
                <a:lnTo>
                  <a:pt x="914400" y="57150"/>
                </a:lnTo>
                <a:lnTo>
                  <a:pt x="914400" y="66675"/>
                </a:lnTo>
                <a:lnTo>
                  <a:pt x="904875" y="66675"/>
                </a:lnTo>
                <a:close/>
                <a:moveTo>
                  <a:pt x="952500" y="57150"/>
                </a:moveTo>
                <a:lnTo>
                  <a:pt x="962025" y="57150"/>
                </a:lnTo>
                <a:lnTo>
                  <a:pt x="962025" y="66675"/>
                </a:lnTo>
                <a:lnTo>
                  <a:pt x="952500" y="66675"/>
                </a:lnTo>
                <a:close/>
                <a:moveTo>
                  <a:pt x="161925" y="66675"/>
                </a:moveTo>
                <a:lnTo>
                  <a:pt x="171450" y="66675"/>
                </a:lnTo>
                <a:lnTo>
                  <a:pt x="171450" y="76200"/>
                </a:lnTo>
                <a:lnTo>
                  <a:pt x="161925" y="76200"/>
                </a:lnTo>
                <a:close/>
                <a:moveTo>
                  <a:pt x="942975" y="66675"/>
                </a:moveTo>
                <a:lnTo>
                  <a:pt x="952500" y="66675"/>
                </a:lnTo>
                <a:lnTo>
                  <a:pt x="952500" y="95250"/>
                </a:lnTo>
                <a:lnTo>
                  <a:pt x="942975" y="95250"/>
                </a:lnTo>
                <a:close/>
                <a:moveTo>
                  <a:pt x="962025" y="66675"/>
                </a:moveTo>
                <a:lnTo>
                  <a:pt x="981075" y="66675"/>
                </a:lnTo>
                <a:lnTo>
                  <a:pt x="981075" y="76200"/>
                </a:lnTo>
                <a:lnTo>
                  <a:pt x="962025" y="76200"/>
                </a:lnTo>
                <a:close/>
                <a:moveTo>
                  <a:pt x="38100" y="85725"/>
                </a:moveTo>
                <a:lnTo>
                  <a:pt x="47625" y="85725"/>
                </a:lnTo>
                <a:lnTo>
                  <a:pt x="47625" y="95250"/>
                </a:lnTo>
                <a:lnTo>
                  <a:pt x="57150" y="95250"/>
                </a:lnTo>
                <a:lnTo>
                  <a:pt x="57150" y="104775"/>
                </a:lnTo>
                <a:lnTo>
                  <a:pt x="66675" y="104775"/>
                </a:lnTo>
                <a:lnTo>
                  <a:pt x="66675" y="123825"/>
                </a:lnTo>
                <a:lnTo>
                  <a:pt x="38100" y="123825"/>
                </a:lnTo>
                <a:close/>
                <a:moveTo>
                  <a:pt x="171450" y="85725"/>
                </a:moveTo>
                <a:lnTo>
                  <a:pt x="180975" y="85725"/>
                </a:lnTo>
                <a:lnTo>
                  <a:pt x="180975" y="95250"/>
                </a:lnTo>
                <a:lnTo>
                  <a:pt x="171450" y="95250"/>
                </a:lnTo>
                <a:close/>
                <a:moveTo>
                  <a:pt x="257175" y="85725"/>
                </a:moveTo>
                <a:lnTo>
                  <a:pt x="276225" y="85725"/>
                </a:lnTo>
                <a:lnTo>
                  <a:pt x="276225" y="95250"/>
                </a:lnTo>
                <a:lnTo>
                  <a:pt x="257175" y="95250"/>
                </a:lnTo>
                <a:close/>
                <a:moveTo>
                  <a:pt x="714375" y="85725"/>
                </a:moveTo>
                <a:lnTo>
                  <a:pt x="742950" y="85725"/>
                </a:lnTo>
                <a:lnTo>
                  <a:pt x="742950" y="95250"/>
                </a:lnTo>
                <a:lnTo>
                  <a:pt x="714375" y="95250"/>
                </a:lnTo>
                <a:close/>
                <a:moveTo>
                  <a:pt x="962025" y="85725"/>
                </a:moveTo>
                <a:lnTo>
                  <a:pt x="971550" y="85725"/>
                </a:lnTo>
                <a:lnTo>
                  <a:pt x="971550" y="95250"/>
                </a:lnTo>
                <a:lnTo>
                  <a:pt x="962025" y="95250"/>
                </a:lnTo>
                <a:close/>
                <a:moveTo>
                  <a:pt x="247650" y="95250"/>
                </a:moveTo>
                <a:lnTo>
                  <a:pt x="257175" y="95250"/>
                </a:lnTo>
                <a:lnTo>
                  <a:pt x="257175" y="104775"/>
                </a:lnTo>
                <a:lnTo>
                  <a:pt x="247650" y="104775"/>
                </a:lnTo>
                <a:close/>
                <a:moveTo>
                  <a:pt x="228600" y="104775"/>
                </a:moveTo>
                <a:lnTo>
                  <a:pt x="247650" y="104775"/>
                </a:lnTo>
                <a:lnTo>
                  <a:pt x="247650" y="114300"/>
                </a:lnTo>
                <a:lnTo>
                  <a:pt x="228600" y="114300"/>
                </a:lnTo>
                <a:close/>
                <a:moveTo>
                  <a:pt x="495300" y="104775"/>
                </a:moveTo>
                <a:lnTo>
                  <a:pt x="504825" y="104775"/>
                </a:lnTo>
                <a:lnTo>
                  <a:pt x="504825" y="114300"/>
                </a:lnTo>
                <a:lnTo>
                  <a:pt x="495300" y="114300"/>
                </a:lnTo>
                <a:close/>
                <a:moveTo>
                  <a:pt x="190500" y="123825"/>
                </a:moveTo>
                <a:lnTo>
                  <a:pt x="209550" y="123825"/>
                </a:lnTo>
                <a:lnTo>
                  <a:pt x="209550" y="133350"/>
                </a:lnTo>
                <a:lnTo>
                  <a:pt x="190500" y="133350"/>
                </a:lnTo>
                <a:close/>
                <a:moveTo>
                  <a:pt x="1200150" y="123825"/>
                </a:moveTo>
                <a:lnTo>
                  <a:pt x="1209675" y="123825"/>
                </a:lnTo>
                <a:lnTo>
                  <a:pt x="1209675" y="133350"/>
                </a:lnTo>
                <a:lnTo>
                  <a:pt x="1200150" y="133350"/>
                </a:lnTo>
                <a:close/>
                <a:moveTo>
                  <a:pt x="561975" y="133350"/>
                </a:moveTo>
                <a:lnTo>
                  <a:pt x="571500" y="133350"/>
                </a:lnTo>
                <a:lnTo>
                  <a:pt x="571500" y="152400"/>
                </a:lnTo>
                <a:lnTo>
                  <a:pt x="561975" y="152400"/>
                </a:lnTo>
                <a:lnTo>
                  <a:pt x="561975" y="161925"/>
                </a:lnTo>
                <a:lnTo>
                  <a:pt x="552450" y="161925"/>
                </a:lnTo>
                <a:lnTo>
                  <a:pt x="552450" y="142875"/>
                </a:lnTo>
                <a:lnTo>
                  <a:pt x="561975" y="142875"/>
                </a:lnTo>
                <a:close/>
                <a:moveTo>
                  <a:pt x="914400" y="133350"/>
                </a:moveTo>
                <a:lnTo>
                  <a:pt x="933450" y="133350"/>
                </a:lnTo>
                <a:lnTo>
                  <a:pt x="933450" y="152400"/>
                </a:lnTo>
                <a:lnTo>
                  <a:pt x="914400" y="152400"/>
                </a:lnTo>
                <a:close/>
                <a:moveTo>
                  <a:pt x="1190625" y="133350"/>
                </a:moveTo>
                <a:lnTo>
                  <a:pt x="1200150" y="133350"/>
                </a:lnTo>
                <a:lnTo>
                  <a:pt x="1200150" y="161925"/>
                </a:lnTo>
                <a:lnTo>
                  <a:pt x="1181100" y="161925"/>
                </a:lnTo>
                <a:lnTo>
                  <a:pt x="1181100" y="171450"/>
                </a:lnTo>
                <a:lnTo>
                  <a:pt x="1152525" y="171450"/>
                </a:lnTo>
                <a:lnTo>
                  <a:pt x="1152525" y="161925"/>
                </a:lnTo>
                <a:lnTo>
                  <a:pt x="1171575" y="161925"/>
                </a:lnTo>
                <a:lnTo>
                  <a:pt x="1171575" y="152400"/>
                </a:lnTo>
                <a:lnTo>
                  <a:pt x="1181100" y="152400"/>
                </a:lnTo>
                <a:lnTo>
                  <a:pt x="1181100" y="142875"/>
                </a:lnTo>
                <a:lnTo>
                  <a:pt x="1190625" y="142875"/>
                </a:lnTo>
                <a:close/>
                <a:moveTo>
                  <a:pt x="57150" y="142875"/>
                </a:moveTo>
                <a:lnTo>
                  <a:pt x="66675" y="142875"/>
                </a:lnTo>
                <a:lnTo>
                  <a:pt x="66675" y="152400"/>
                </a:lnTo>
                <a:lnTo>
                  <a:pt x="76200" y="152400"/>
                </a:lnTo>
                <a:lnTo>
                  <a:pt x="76200" y="161925"/>
                </a:lnTo>
                <a:lnTo>
                  <a:pt x="66675" y="161925"/>
                </a:lnTo>
                <a:lnTo>
                  <a:pt x="66675" y="171450"/>
                </a:lnTo>
                <a:lnTo>
                  <a:pt x="57150" y="171450"/>
                </a:lnTo>
                <a:close/>
                <a:moveTo>
                  <a:pt x="161925" y="142875"/>
                </a:moveTo>
                <a:lnTo>
                  <a:pt x="171450" y="142875"/>
                </a:lnTo>
                <a:lnTo>
                  <a:pt x="171450" y="152400"/>
                </a:lnTo>
                <a:lnTo>
                  <a:pt x="161925" y="152400"/>
                </a:lnTo>
                <a:close/>
                <a:moveTo>
                  <a:pt x="762000" y="142875"/>
                </a:moveTo>
                <a:lnTo>
                  <a:pt x="771525" y="142875"/>
                </a:lnTo>
                <a:lnTo>
                  <a:pt x="771525" y="171450"/>
                </a:lnTo>
                <a:lnTo>
                  <a:pt x="781050" y="171450"/>
                </a:lnTo>
                <a:lnTo>
                  <a:pt x="781050" y="180975"/>
                </a:lnTo>
                <a:lnTo>
                  <a:pt x="771525" y="180975"/>
                </a:lnTo>
                <a:lnTo>
                  <a:pt x="771525" y="190500"/>
                </a:lnTo>
                <a:lnTo>
                  <a:pt x="762000" y="190500"/>
                </a:lnTo>
                <a:close/>
                <a:moveTo>
                  <a:pt x="200025" y="161925"/>
                </a:moveTo>
                <a:lnTo>
                  <a:pt x="209550" y="161925"/>
                </a:lnTo>
                <a:lnTo>
                  <a:pt x="209550" y="200025"/>
                </a:lnTo>
                <a:lnTo>
                  <a:pt x="200025" y="200025"/>
                </a:lnTo>
                <a:close/>
                <a:moveTo>
                  <a:pt x="104775" y="171450"/>
                </a:moveTo>
                <a:lnTo>
                  <a:pt x="114300" y="171450"/>
                </a:lnTo>
                <a:lnTo>
                  <a:pt x="114300" y="180975"/>
                </a:lnTo>
                <a:lnTo>
                  <a:pt x="104775" y="180975"/>
                </a:lnTo>
                <a:close/>
                <a:moveTo>
                  <a:pt x="923925" y="171450"/>
                </a:moveTo>
                <a:lnTo>
                  <a:pt x="933450" y="171450"/>
                </a:lnTo>
                <a:lnTo>
                  <a:pt x="933450" y="180975"/>
                </a:lnTo>
                <a:lnTo>
                  <a:pt x="923925" y="180975"/>
                </a:lnTo>
                <a:close/>
                <a:moveTo>
                  <a:pt x="123825" y="180975"/>
                </a:moveTo>
                <a:lnTo>
                  <a:pt x="142875" y="180975"/>
                </a:lnTo>
                <a:lnTo>
                  <a:pt x="142875" y="190500"/>
                </a:lnTo>
                <a:lnTo>
                  <a:pt x="133350" y="190500"/>
                </a:lnTo>
                <a:lnTo>
                  <a:pt x="133350" y="200025"/>
                </a:lnTo>
                <a:lnTo>
                  <a:pt x="123825" y="200025"/>
                </a:lnTo>
                <a:close/>
                <a:moveTo>
                  <a:pt x="1066800" y="190500"/>
                </a:moveTo>
                <a:lnTo>
                  <a:pt x="1076325" y="190500"/>
                </a:lnTo>
                <a:lnTo>
                  <a:pt x="1076325" y="209550"/>
                </a:lnTo>
                <a:lnTo>
                  <a:pt x="1066800" y="209550"/>
                </a:lnTo>
                <a:close/>
                <a:moveTo>
                  <a:pt x="552450" y="200025"/>
                </a:moveTo>
                <a:lnTo>
                  <a:pt x="561975" y="200025"/>
                </a:lnTo>
                <a:lnTo>
                  <a:pt x="561975" y="209550"/>
                </a:lnTo>
                <a:lnTo>
                  <a:pt x="552450" y="209550"/>
                </a:lnTo>
                <a:close/>
                <a:moveTo>
                  <a:pt x="561975" y="209550"/>
                </a:moveTo>
                <a:lnTo>
                  <a:pt x="571500" y="209550"/>
                </a:lnTo>
                <a:lnTo>
                  <a:pt x="571500" y="228600"/>
                </a:lnTo>
                <a:lnTo>
                  <a:pt x="561975" y="228600"/>
                </a:lnTo>
                <a:close/>
                <a:moveTo>
                  <a:pt x="95250" y="219075"/>
                </a:moveTo>
                <a:lnTo>
                  <a:pt x="123825" y="219075"/>
                </a:lnTo>
                <a:lnTo>
                  <a:pt x="123825" y="228600"/>
                </a:lnTo>
                <a:lnTo>
                  <a:pt x="114300" y="228600"/>
                </a:lnTo>
                <a:lnTo>
                  <a:pt x="114300" y="247650"/>
                </a:lnTo>
                <a:lnTo>
                  <a:pt x="95250" y="247650"/>
                </a:lnTo>
                <a:close/>
                <a:moveTo>
                  <a:pt x="428625" y="219075"/>
                </a:moveTo>
                <a:lnTo>
                  <a:pt x="438150" y="219075"/>
                </a:lnTo>
                <a:lnTo>
                  <a:pt x="438150" y="228600"/>
                </a:lnTo>
                <a:lnTo>
                  <a:pt x="428625" y="228600"/>
                </a:lnTo>
                <a:close/>
                <a:moveTo>
                  <a:pt x="514350" y="219075"/>
                </a:moveTo>
                <a:lnTo>
                  <a:pt x="542925" y="219075"/>
                </a:lnTo>
                <a:lnTo>
                  <a:pt x="542925" y="238125"/>
                </a:lnTo>
                <a:lnTo>
                  <a:pt x="533400" y="238125"/>
                </a:lnTo>
                <a:lnTo>
                  <a:pt x="533400" y="247650"/>
                </a:lnTo>
                <a:lnTo>
                  <a:pt x="523875" y="247650"/>
                </a:lnTo>
                <a:lnTo>
                  <a:pt x="523875" y="238125"/>
                </a:lnTo>
                <a:lnTo>
                  <a:pt x="514350" y="238125"/>
                </a:lnTo>
                <a:close/>
                <a:moveTo>
                  <a:pt x="152400" y="228600"/>
                </a:moveTo>
                <a:lnTo>
                  <a:pt x="161925" y="228600"/>
                </a:lnTo>
                <a:lnTo>
                  <a:pt x="161925" y="238125"/>
                </a:lnTo>
                <a:lnTo>
                  <a:pt x="152400" y="238125"/>
                </a:lnTo>
                <a:close/>
                <a:moveTo>
                  <a:pt x="200025" y="228600"/>
                </a:moveTo>
                <a:lnTo>
                  <a:pt x="219075" y="228600"/>
                </a:lnTo>
                <a:lnTo>
                  <a:pt x="219075" y="238125"/>
                </a:lnTo>
                <a:lnTo>
                  <a:pt x="209550" y="238125"/>
                </a:lnTo>
                <a:lnTo>
                  <a:pt x="209550" y="247650"/>
                </a:lnTo>
                <a:lnTo>
                  <a:pt x="200025" y="247650"/>
                </a:lnTo>
                <a:close/>
                <a:moveTo>
                  <a:pt x="419100" y="228600"/>
                </a:moveTo>
                <a:lnTo>
                  <a:pt x="428625" y="228600"/>
                </a:lnTo>
                <a:lnTo>
                  <a:pt x="428625" y="238125"/>
                </a:lnTo>
                <a:lnTo>
                  <a:pt x="419100" y="238125"/>
                </a:lnTo>
                <a:close/>
                <a:moveTo>
                  <a:pt x="438150" y="238125"/>
                </a:moveTo>
                <a:lnTo>
                  <a:pt x="457200" y="238125"/>
                </a:lnTo>
                <a:lnTo>
                  <a:pt x="457200" y="247650"/>
                </a:lnTo>
                <a:lnTo>
                  <a:pt x="438150" y="247650"/>
                </a:lnTo>
                <a:close/>
                <a:moveTo>
                  <a:pt x="57150" y="247650"/>
                </a:moveTo>
                <a:lnTo>
                  <a:pt x="85725" y="247650"/>
                </a:lnTo>
                <a:lnTo>
                  <a:pt x="85725" y="266700"/>
                </a:lnTo>
                <a:lnTo>
                  <a:pt x="76200" y="266700"/>
                </a:lnTo>
                <a:lnTo>
                  <a:pt x="76200" y="257175"/>
                </a:lnTo>
                <a:lnTo>
                  <a:pt x="66675" y="257175"/>
                </a:lnTo>
                <a:lnTo>
                  <a:pt x="66675" y="266700"/>
                </a:lnTo>
                <a:lnTo>
                  <a:pt x="57150" y="266700"/>
                </a:lnTo>
                <a:close/>
                <a:moveTo>
                  <a:pt x="190500" y="247650"/>
                </a:moveTo>
                <a:lnTo>
                  <a:pt x="200025" y="247650"/>
                </a:lnTo>
                <a:lnTo>
                  <a:pt x="200025" y="304800"/>
                </a:lnTo>
                <a:lnTo>
                  <a:pt x="190500" y="304800"/>
                </a:lnTo>
                <a:lnTo>
                  <a:pt x="190500" y="314325"/>
                </a:lnTo>
                <a:lnTo>
                  <a:pt x="180975" y="314325"/>
                </a:lnTo>
                <a:lnTo>
                  <a:pt x="180975" y="304800"/>
                </a:lnTo>
                <a:lnTo>
                  <a:pt x="171450" y="304800"/>
                </a:lnTo>
                <a:lnTo>
                  <a:pt x="171450" y="266700"/>
                </a:lnTo>
                <a:lnTo>
                  <a:pt x="190500" y="266700"/>
                </a:lnTo>
                <a:close/>
                <a:moveTo>
                  <a:pt x="323850" y="247650"/>
                </a:moveTo>
                <a:lnTo>
                  <a:pt x="333375" y="247650"/>
                </a:lnTo>
                <a:lnTo>
                  <a:pt x="333375" y="266700"/>
                </a:lnTo>
                <a:lnTo>
                  <a:pt x="342900" y="266700"/>
                </a:lnTo>
                <a:lnTo>
                  <a:pt x="342900" y="276225"/>
                </a:lnTo>
                <a:lnTo>
                  <a:pt x="323850" y="276225"/>
                </a:lnTo>
                <a:close/>
                <a:moveTo>
                  <a:pt x="457200" y="247650"/>
                </a:moveTo>
                <a:lnTo>
                  <a:pt x="466725" y="247650"/>
                </a:lnTo>
                <a:lnTo>
                  <a:pt x="466725" y="295275"/>
                </a:lnTo>
                <a:lnTo>
                  <a:pt x="457200" y="295275"/>
                </a:lnTo>
                <a:close/>
                <a:moveTo>
                  <a:pt x="904875" y="247650"/>
                </a:moveTo>
                <a:lnTo>
                  <a:pt x="914400" y="247650"/>
                </a:lnTo>
                <a:lnTo>
                  <a:pt x="914400" y="257175"/>
                </a:lnTo>
                <a:lnTo>
                  <a:pt x="904875" y="257175"/>
                </a:lnTo>
                <a:close/>
                <a:moveTo>
                  <a:pt x="1190625" y="257175"/>
                </a:moveTo>
                <a:lnTo>
                  <a:pt x="1209675" y="257175"/>
                </a:lnTo>
                <a:lnTo>
                  <a:pt x="1209675" y="276225"/>
                </a:lnTo>
                <a:lnTo>
                  <a:pt x="1190625" y="276225"/>
                </a:lnTo>
                <a:close/>
                <a:moveTo>
                  <a:pt x="28575" y="266700"/>
                </a:moveTo>
                <a:lnTo>
                  <a:pt x="38100" y="266700"/>
                </a:lnTo>
                <a:lnTo>
                  <a:pt x="38100" y="276225"/>
                </a:lnTo>
                <a:lnTo>
                  <a:pt x="28575" y="276225"/>
                </a:lnTo>
                <a:close/>
                <a:moveTo>
                  <a:pt x="19050" y="276225"/>
                </a:moveTo>
                <a:lnTo>
                  <a:pt x="28575" y="276225"/>
                </a:lnTo>
                <a:lnTo>
                  <a:pt x="28575" y="285750"/>
                </a:lnTo>
                <a:lnTo>
                  <a:pt x="19050" y="285750"/>
                </a:lnTo>
                <a:close/>
                <a:moveTo>
                  <a:pt x="342900" y="276225"/>
                </a:moveTo>
                <a:lnTo>
                  <a:pt x="371475" y="276225"/>
                </a:lnTo>
                <a:lnTo>
                  <a:pt x="371475" y="285750"/>
                </a:lnTo>
                <a:lnTo>
                  <a:pt x="381000" y="285750"/>
                </a:lnTo>
                <a:lnTo>
                  <a:pt x="381000" y="295275"/>
                </a:lnTo>
                <a:lnTo>
                  <a:pt x="361950" y="295275"/>
                </a:lnTo>
                <a:lnTo>
                  <a:pt x="361950" y="304800"/>
                </a:lnTo>
                <a:lnTo>
                  <a:pt x="342900" y="304800"/>
                </a:lnTo>
                <a:close/>
                <a:moveTo>
                  <a:pt x="581025" y="276225"/>
                </a:moveTo>
                <a:lnTo>
                  <a:pt x="600075" y="276225"/>
                </a:lnTo>
                <a:lnTo>
                  <a:pt x="600075" y="285750"/>
                </a:lnTo>
                <a:lnTo>
                  <a:pt x="581025" y="285750"/>
                </a:lnTo>
                <a:close/>
                <a:moveTo>
                  <a:pt x="1181100" y="276225"/>
                </a:moveTo>
                <a:lnTo>
                  <a:pt x="1190625" y="276225"/>
                </a:lnTo>
                <a:lnTo>
                  <a:pt x="1190625" y="285750"/>
                </a:lnTo>
                <a:lnTo>
                  <a:pt x="1181100" y="285750"/>
                </a:lnTo>
                <a:close/>
                <a:moveTo>
                  <a:pt x="9525" y="285750"/>
                </a:moveTo>
                <a:lnTo>
                  <a:pt x="19050" y="285750"/>
                </a:lnTo>
                <a:lnTo>
                  <a:pt x="19050" y="295275"/>
                </a:lnTo>
                <a:lnTo>
                  <a:pt x="9525" y="295275"/>
                </a:lnTo>
                <a:close/>
                <a:moveTo>
                  <a:pt x="28575" y="285750"/>
                </a:moveTo>
                <a:lnTo>
                  <a:pt x="38100" y="285750"/>
                </a:lnTo>
                <a:lnTo>
                  <a:pt x="38100" y="295275"/>
                </a:lnTo>
                <a:lnTo>
                  <a:pt x="28575" y="295275"/>
                </a:lnTo>
                <a:close/>
                <a:moveTo>
                  <a:pt x="0" y="295275"/>
                </a:moveTo>
                <a:lnTo>
                  <a:pt x="9525" y="295275"/>
                </a:lnTo>
                <a:lnTo>
                  <a:pt x="9525" y="304800"/>
                </a:lnTo>
                <a:lnTo>
                  <a:pt x="19050" y="304800"/>
                </a:lnTo>
                <a:lnTo>
                  <a:pt x="19050" y="314325"/>
                </a:lnTo>
                <a:lnTo>
                  <a:pt x="0" y="314325"/>
                </a:lnTo>
                <a:close/>
                <a:moveTo>
                  <a:pt x="28575" y="304800"/>
                </a:moveTo>
                <a:lnTo>
                  <a:pt x="47625" y="304800"/>
                </a:lnTo>
                <a:lnTo>
                  <a:pt x="47625" y="314325"/>
                </a:lnTo>
                <a:lnTo>
                  <a:pt x="28575" y="314325"/>
                </a:lnTo>
                <a:close/>
                <a:moveTo>
                  <a:pt x="523875" y="304800"/>
                </a:moveTo>
                <a:lnTo>
                  <a:pt x="533400" y="304800"/>
                </a:lnTo>
                <a:lnTo>
                  <a:pt x="533400" y="314325"/>
                </a:lnTo>
                <a:lnTo>
                  <a:pt x="523875" y="314325"/>
                </a:lnTo>
                <a:close/>
                <a:moveTo>
                  <a:pt x="895350" y="304800"/>
                </a:moveTo>
                <a:lnTo>
                  <a:pt x="904875" y="304800"/>
                </a:lnTo>
                <a:lnTo>
                  <a:pt x="904875" y="314325"/>
                </a:lnTo>
                <a:lnTo>
                  <a:pt x="895350" y="314325"/>
                </a:lnTo>
                <a:close/>
                <a:moveTo>
                  <a:pt x="942975" y="304800"/>
                </a:moveTo>
                <a:lnTo>
                  <a:pt x="952500" y="304800"/>
                </a:lnTo>
                <a:lnTo>
                  <a:pt x="952500" y="314325"/>
                </a:lnTo>
                <a:lnTo>
                  <a:pt x="942975" y="314325"/>
                </a:lnTo>
                <a:close/>
                <a:moveTo>
                  <a:pt x="1009650" y="304800"/>
                </a:moveTo>
                <a:lnTo>
                  <a:pt x="1019175" y="304800"/>
                </a:lnTo>
                <a:lnTo>
                  <a:pt x="1019175" y="314325"/>
                </a:lnTo>
                <a:lnTo>
                  <a:pt x="1028700" y="314325"/>
                </a:lnTo>
                <a:lnTo>
                  <a:pt x="1028700" y="323850"/>
                </a:lnTo>
                <a:lnTo>
                  <a:pt x="1009650" y="323850"/>
                </a:lnTo>
                <a:close/>
                <a:moveTo>
                  <a:pt x="447675" y="314325"/>
                </a:moveTo>
                <a:lnTo>
                  <a:pt x="466725" y="314325"/>
                </a:lnTo>
                <a:lnTo>
                  <a:pt x="466725" y="323850"/>
                </a:lnTo>
                <a:lnTo>
                  <a:pt x="457200" y="323850"/>
                </a:lnTo>
                <a:lnTo>
                  <a:pt x="457200" y="333375"/>
                </a:lnTo>
                <a:lnTo>
                  <a:pt x="447675" y="333375"/>
                </a:lnTo>
                <a:close/>
                <a:moveTo>
                  <a:pt x="0" y="323850"/>
                </a:moveTo>
                <a:lnTo>
                  <a:pt x="9525" y="323850"/>
                </a:lnTo>
                <a:lnTo>
                  <a:pt x="9525" y="342900"/>
                </a:lnTo>
                <a:lnTo>
                  <a:pt x="0" y="342900"/>
                </a:lnTo>
                <a:close/>
                <a:moveTo>
                  <a:pt x="514350" y="323850"/>
                </a:moveTo>
                <a:lnTo>
                  <a:pt x="523875" y="323850"/>
                </a:lnTo>
                <a:lnTo>
                  <a:pt x="523875" y="333375"/>
                </a:lnTo>
                <a:lnTo>
                  <a:pt x="514350" y="333375"/>
                </a:lnTo>
                <a:close/>
                <a:moveTo>
                  <a:pt x="952500" y="323850"/>
                </a:moveTo>
                <a:lnTo>
                  <a:pt x="962025" y="323850"/>
                </a:lnTo>
                <a:lnTo>
                  <a:pt x="962025" y="333375"/>
                </a:lnTo>
                <a:lnTo>
                  <a:pt x="971550" y="333375"/>
                </a:lnTo>
                <a:lnTo>
                  <a:pt x="971550" y="342900"/>
                </a:lnTo>
                <a:lnTo>
                  <a:pt x="981075" y="342900"/>
                </a:lnTo>
                <a:lnTo>
                  <a:pt x="981075" y="352425"/>
                </a:lnTo>
                <a:lnTo>
                  <a:pt x="971550" y="352425"/>
                </a:lnTo>
                <a:lnTo>
                  <a:pt x="971550" y="361950"/>
                </a:lnTo>
                <a:lnTo>
                  <a:pt x="962025" y="361950"/>
                </a:lnTo>
                <a:lnTo>
                  <a:pt x="962025" y="371475"/>
                </a:lnTo>
                <a:lnTo>
                  <a:pt x="971550" y="371475"/>
                </a:lnTo>
                <a:lnTo>
                  <a:pt x="971550" y="400050"/>
                </a:lnTo>
                <a:lnTo>
                  <a:pt x="952500" y="400050"/>
                </a:lnTo>
                <a:close/>
                <a:moveTo>
                  <a:pt x="171450" y="333375"/>
                </a:moveTo>
                <a:lnTo>
                  <a:pt x="180975" y="333375"/>
                </a:lnTo>
                <a:lnTo>
                  <a:pt x="180975" y="342900"/>
                </a:lnTo>
                <a:lnTo>
                  <a:pt x="171450" y="342900"/>
                </a:lnTo>
                <a:close/>
                <a:moveTo>
                  <a:pt x="219075" y="333375"/>
                </a:moveTo>
                <a:lnTo>
                  <a:pt x="238125" y="333375"/>
                </a:lnTo>
                <a:lnTo>
                  <a:pt x="238125" y="352425"/>
                </a:lnTo>
                <a:lnTo>
                  <a:pt x="228600" y="352425"/>
                </a:lnTo>
                <a:lnTo>
                  <a:pt x="228600" y="342900"/>
                </a:lnTo>
                <a:lnTo>
                  <a:pt x="219075" y="342900"/>
                </a:lnTo>
                <a:close/>
                <a:moveTo>
                  <a:pt x="276225" y="333375"/>
                </a:moveTo>
                <a:lnTo>
                  <a:pt x="295275" y="333375"/>
                </a:lnTo>
                <a:lnTo>
                  <a:pt x="295275" y="342900"/>
                </a:lnTo>
                <a:lnTo>
                  <a:pt x="276225" y="342900"/>
                </a:lnTo>
                <a:close/>
                <a:moveTo>
                  <a:pt x="523875" y="333375"/>
                </a:moveTo>
                <a:lnTo>
                  <a:pt x="533400" y="333375"/>
                </a:lnTo>
                <a:lnTo>
                  <a:pt x="533400" y="342900"/>
                </a:lnTo>
                <a:lnTo>
                  <a:pt x="523875" y="342900"/>
                </a:lnTo>
                <a:close/>
                <a:moveTo>
                  <a:pt x="638175" y="333375"/>
                </a:moveTo>
                <a:lnTo>
                  <a:pt x="657225" y="333375"/>
                </a:lnTo>
                <a:lnTo>
                  <a:pt x="657225" y="342900"/>
                </a:lnTo>
                <a:lnTo>
                  <a:pt x="638175" y="342900"/>
                </a:lnTo>
                <a:close/>
                <a:moveTo>
                  <a:pt x="1028700" y="333375"/>
                </a:moveTo>
                <a:lnTo>
                  <a:pt x="1047750" y="333375"/>
                </a:lnTo>
                <a:lnTo>
                  <a:pt x="1047750" y="342900"/>
                </a:lnTo>
                <a:lnTo>
                  <a:pt x="1028700" y="342900"/>
                </a:lnTo>
                <a:close/>
                <a:moveTo>
                  <a:pt x="857250" y="342900"/>
                </a:moveTo>
                <a:lnTo>
                  <a:pt x="876300" y="342900"/>
                </a:lnTo>
                <a:lnTo>
                  <a:pt x="876300" y="352425"/>
                </a:lnTo>
                <a:lnTo>
                  <a:pt x="866775" y="352425"/>
                </a:lnTo>
                <a:lnTo>
                  <a:pt x="866775" y="371475"/>
                </a:lnTo>
                <a:lnTo>
                  <a:pt x="857250" y="371475"/>
                </a:lnTo>
                <a:lnTo>
                  <a:pt x="857250" y="361950"/>
                </a:lnTo>
                <a:lnTo>
                  <a:pt x="847725" y="361950"/>
                </a:lnTo>
                <a:lnTo>
                  <a:pt x="847725" y="352425"/>
                </a:lnTo>
                <a:lnTo>
                  <a:pt x="857250" y="352425"/>
                </a:lnTo>
                <a:close/>
                <a:moveTo>
                  <a:pt x="1019175" y="342900"/>
                </a:moveTo>
                <a:lnTo>
                  <a:pt x="1028700" y="342900"/>
                </a:lnTo>
                <a:lnTo>
                  <a:pt x="1028700" y="352425"/>
                </a:lnTo>
                <a:lnTo>
                  <a:pt x="1019175" y="352425"/>
                </a:lnTo>
                <a:close/>
                <a:moveTo>
                  <a:pt x="323850" y="352425"/>
                </a:moveTo>
                <a:lnTo>
                  <a:pt x="333375" y="352425"/>
                </a:lnTo>
                <a:lnTo>
                  <a:pt x="333375" y="361950"/>
                </a:lnTo>
                <a:lnTo>
                  <a:pt x="323850" y="361950"/>
                </a:lnTo>
                <a:close/>
                <a:moveTo>
                  <a:pt x="695325" y="352425"/>
                </a:moveTo>
                <a:lnTo>
                  <a:pt x="704850" y="352425"/>
                </a:lnTo>
                <a:lnTo>
                  <a:pt x="704850" y="361950"/>
                </a:lnTo>
                <a:lnTo>
                  <a:pt x="723900" y="361950"/>
                </a:lnTo>
                <a:lnTo>
                  <a:pt x="723900" y="381000"/>
                </a:lnTo>
                <a:lnTo>
                  <a:pt x="704850" y="381000"/>
                </a:lnTo>
                <a:lnTo>
                  <a:pt x="704850" y="371475"/>
                </a:lnTo>
                <a:lnTo>
                  <a:pt x="695325" y="371475"/>
                </a:lnTo>
                <a:close/>
                <a:moveTo>
                  <a:pt x="371475" y="361950"/>
                </a:moveTo>
                <a:lnTo>
                  <a:pt x="381000" y="361950"/>
                </a:lnTo>
                <a:lnTo>
                  <a:pt x="381000" y="371475"/>
                </a:lnTo>
                <a:lnTo>
                  <a:pt x="371475" y="371475"/>
                </a:lnTo>
                <a:close/>
                <a:moveTo>
                  <a:pt x="390525" y="361950"/>
                </a:moveTo>
                <a:lnTo>
                  <a:pt x="400050" y="361950"/>
                </a:lnTo>
                <a:lnTo>
                  <a:pt x="400050" y="371475"/>
                </a:lnTo>
                <a:lnTo>
                  <a:pt x="390525" y="371475"/>
                </a:lnTo>
                <a:close/>
                <a:moveTo>
                  <a:pt x="485775" y="361950"/>
                </a:moveTo>
                <a:lnTo>
                  <a:pt x="495300" y="361950"/>
                </a:lnTo>
                <a:lnTo>
                  <a:pt x="495300" y="371475"/>
                </a:lnTo>
                <a:lnTo>
                  <a:pt x="485775" y="371475"/>
                </a:lnTo>
                <a:close/>
                <a:moveTo>
                  <a:pt x="219075" y="371475"/>
                </a:moveTo>
                <a:lnTo>
                  <a:pt x="238125" y="371475"/>
                </a:lnTo>
                <a:lnTo>
                  <a:pt x="238125" y="381000"/>
                </a:lnTo>
                <a:lnTo>
                  <a:pt x="266700" y="381000"/>
                </a:lnTo>
                <a:lnTo>
                  <a:pt x="266700" y="409575"/>
                </a:lnTo>
                <a:lnTo>
                  <a:pt x="257175" y="409575"/>
                </a:lnTo>
                <a:lnTo>
                  <a:pt x="257175" y="428625"/>
                </a:lnTo>
                <a:lnTo>
                  <a:pt x="247650" y="428625"/>
                </a:lnTo>
                <a:lnTo>
                  <a:pt x="247650" y="438150"/>
                </a:lnTo>
                <a:lnTo>
                  <a:pt x="238125" y="438150"/>
                </a:lnTo>
                <a:lnTo>
                  <a:pt x="238125" y="428625"/>
                </a:lnTo>
                <a:lnTo>
                  <a:pt x="200025" y="428625"/>
                </a:lnTo>
                <a:lnTo>
                  <a:pt x="200025" y="419100"/>
                </a:lnTo>
                <a:lnTo>
                  <a:pt x="190500" y="419100"/>
                </a:lnTo>
                <a:lnTo>
                  <a:pt x="190500" y="409575"/>
                </a:lnTo>
                <a:lnTo>
                  <a:pt x="200025" y="409575"/>
                </a:lnTo>
                <a:lnTo>
                  <a:pt x="200025" y="400050"/>
                </a:lnTo>
                <a:lnTo>
                  <a:pt x="190500" y="400050"/>
                </a:lnTo>
                <a:lnTo>
                  <a:pt x="190500" y="390525"/>
                </a:lnTo>
                <a:lnTo>
                  <a:pt x="200025" y="390525"/>
                </a:lnTo>
                <a:lnTo>
                  <a:pt x="200025" y="381000"/>
                </a:lnTo>
                <a:lnTo>
                  <a:pt x="209550" y="381000"/>
                </a:lnTo>
                <a:lnTo>
                  <a:pt x="209550" y="400050"/>
                </a:lnTo>
                <a:lnTo>
                  <a:pt x="219075" y="400050"/>
                </a:lnTo>
                <a:lnTo>
                  <a:pt x="219075" y="390525"/>
                </a:lnTo>
                <a:lnTo>
                  <a:pt x="228600" y="390525"/>
                </a:lnTo>
                <a:lnTo>
                  <a:pt x="228600" y="381000"/>
                </a:lnTo>
                <a:lnTo>
                  <a:pt x="219075" y="381000"/>
                </a:lnTo>
                <a:close/>
                <a:moveTo>
                  <a:pt x="466725" y="371475"/>
                </a:moveTo>
                <a:lnTo>
                  <a:pt x="485775" y="371475"/>
                </a:lnTo>
                <a:lnTo>
                  <a:pt x="485775" y="390525"/>
                </a:lnTo>
                <a:lnTo>
                  <a:pt x="476250" y="390525"/>
                </a:lnTo>
                <a:lnTo>
                  <a:pt x="476250" y="381000"/>
                </a:lnTo>
                <a:lnTo>
                  <a:pt x="466725" y="381000"/>
                </a:lnTo>
                <a:close/>
                <a:moveTo>
                  <a:pt x="314325" y="381000"/>
                </a:moveTo>
                <a:lnTo>
                  <a:pt x="323850" y="381000"/>
                </a:lnTo>
                <a:lnTo>
                  <a:pt x="323850" y="390525"/>
                </a:lnTo>
                <a:lnTo>
                  <a:pt x="314325" y="390525"/>
                </a:lnTo>
                <a:close/>
                <a:moveTo>
                  <a:pt x="819150" y="381000"/>
                </a:moveTo>
                <a:lnTo>
                  <a:pt x="838200" y="381000"/>
                </a:lnTo>
                <a:lnTo>
                  <a:pt x="838200" y="409575"/>
                </a:lnTo>
                <a:lnTo>
                  <a:pt x="828675" y="409575"/>
                </a:lnTo>
                <a:lnTo>
                  <a:pt x="828675" y="390525"/>
                </a:lnTo>
                <a:lnTo>
                  <a:pt x="819150" y="390525"/>
                </a:lnTo>
                <a:close/>
                <a:moveTo>
                  <a:pt x="876300" y="381000"/>
                </a:moveTo>
                <a:lnTo>
                  <a:pt x="885825" y="381000"/>
                </a:lnTo>
                <a:lnTo>
                  <a:pt x="885825" y="390525"/>
                </a:lnTo>
                <a:lnTo>
                  <a:pt x="876300" y="390525"/>
                </a:lnTo>
                <a:close/>
                <a:moveTo>
                  <a:pt x="895350" y="390525"/>
                </a:moveTo>
                <a:lnTo>
                  <a:pt x="904875" y="390525"/>
                </a:lnTo>
                <a:lnTo>
                  <a:pt x="904875" y="409575"/>
                </a:lnTo>
                <a:lnTo>
                  <a:pt x="876300" y="409575"/>
                </a:lnTo>
                <a:lnTo>
                  <a:pt x="876300" y="400050"/>
                </a:lnTo>
                <a:lnTo>
                  <a:pt x="895350" y="400050"/>
                </a:lnTo>
                <a:close/>
                <a:moveTo>
                  <a:pt x="466725" y="400050"/>
                </a:moveTo>
                <a:lnTo>
                  <a:pt x="476250" y="400050"/>
                </a:lnTo>
                <a:lnTo>
                  <a:pt x="476250" y="419100"/>
                </a:lnTo>
                <a:lnTo>
                  <a:pt x="466725" y="419100"/>
                </a:lnTo>
                <a:close/>
                <a:moveTo>
                  <a:pt x="857250" y="400050"/>
                </a:moveTo>
                <a:lnTo>
                  <a:pt x="866775" y="400050"/>
                </a:lnTo>
                <a:lnTo>
                  <a:pt x="866775" y="409575"/>
                </a:lnTo>
                <a:lnTo>
                  <a:pt x="876300" y="409575"/>
                </a:lnTo>
                <a:lnTo>
                  <a:pt x="876300" y="419100"/>
                </a:lnTo>
                <a:lnTo>
                  <a:pt x="857250" y="419100"/>
                </a:lnTo>
                <a:close/>
                <a:moveTo>
                  <a:pt x="133350" y="409575"/>
                </a:moveTo>
                <a:lnTo>
                  <a:pt x="142875" y="409575"/>
                </a:lnTo>
                <a:lnTo>
                  <a:pt x="142875" y="419100"/>
                </a:lnTo>
                <a:lnTo>
                  <a:pt x="133350" y="419100"/>
                </a:lnTo>
                <a:close/>
                <a:moveTo>
                  <a:pt x="781050" y="409575"/>
                </a:moveTo>
                <a:lnTo>
                  <a:pt x="828675" y="409575"/>
                </a:lnTo>
                <a:lnTo>
                  <a:pt x="828675" y="419100"/>
                </a:lnTo>
                <a:lnTo>
                  <a:pt x="781050" y="419100"/>
                </a:lnTo>
                <a:close/>
                <a:moveTo>
                  <a:pt x="981075" y="409575"/>
                </a:moveTo>
                <a:lnTo>
                  <a:pt x="990600" y="409575"/>
                </a:lnTo>
                <a:lnTo>
                  <a:pt x="990600" y="428625"/>
                </a:lnTo>
                <a:lnTo>
                  <a:pt x="981075" y="428625"/>
                </a:lnTo>
                <a:close/>
                <a:moveTo>
                  <a:pt x="76200" y="419100"/>
                </a:moveTo>
                <a:lnTo>
                  <a:pt x="85725" y="419100"/>
                </a:lnTo>
                <a:lnTo>
                  <a:pt x="85725" y="428625"/>
                </a:lnTo>
                <a:lnTo>
                  <a:pt x="76200" y="428625"/>
                </a:lnTo>
                <a:close/>
                <a:moveTo>
                  <a:pt x="628650" y="419100"/>
                </a:moveTo>
                <a:lnTo>
                  <a:pt x="638175" y="419100"/>
                </a:lnTo>
                <a:lnTo>
                  <a:pt x="638175" y="438150"/>
                </a:lnTo>
                <a:lnTo>
                  <a:pt x="619125" y="438150"/>
                </a:lnTo>
                <a:lnTo>
                  <a:pt x="619125" y="428625"/>
                </a:lnTo>
                <a:lnTo>
                  <a:pt x="628650" y="428625"/>
                </a:lnTo>
                <a:close/>
                <a:moveTo>
                  <a:pt x="952500" y="419100"/>
                </a:moveTo>
                <a:lnTo>
                  <a:pt x="962025" y="419100"/>
                </a:lnTo>
                <a:lnTo>
                  <a:pt x="962025" y="428625"/>
                </a:lnTo>
                <a:lnTo>
                  <a:pt x="971550" y="428625"/>
                </a:lnTo>
                <a:lnTo>
                  <a:pt x="971550" y="438150"/>
                </a:lnTo>
                <a:lnTo>
                  <a:pt x="933450" y="438150"/>
                </a:lnTo>
                <a:lnTo>
                  <a:pt x="933450" y="447675"/>
                </a:lnTo>
                <a:lnTo>
                  <a:pt x="914400" y="447675"/>
                </a:lnTo>
                <a:lnTo>
                  <a:pt x="914400" y="457200"/>
                </a:lnTo>
                <a:lnTo>
                  <a:pt x="895350" y="457200"/>
                </a:lnTo>
                <a:lnTo>
                  <a:pt x="895350" y="447675"/>
                </a:lnTo>
                <a:lnTo>
                  <a:pt x="876300" y="447675"/>
                </a:lnTo>
                <a:lnTo>
                  <a:pt x="876300" y="457200"/>
                </a:lnTo>
                <a:lnTo>
                  <a:pt x="857250" y="457200"/>
                </a:lnTo>
                <a:lnTo>
                  <a:pt x="857250" y="447675"/>
                </a:lnTo>
                <a:lnTo>
                  <a:pt x="866775" y="447675"/>
                </a:lnTo>
                <a:lnTo>
                  <a:pt x="866775" y="428625"/>
                </a:lnTo>
                <a:lnTo>
                  <a:pt x="876300" y="428625"/>
                </a:lnTo>
                <a:lnTo>
                  <a:pt x="876300" y="438150"/>
                </a:lnTo>
                <a:lnTo>
                  <a:pt x="904875" y="438150"/>
                </a:lnTo>
                <a:lnTo>
                  <a:pt x="904875" y="428625"/>
                </a:lnTo>
                <a:lnTo>
                  <a:pt x="952500" y="428625"/>
                </a:lnTo>
                <a:close/>
                <a:moveTo>
                  <a:pt x="361950" y="428625"/>
                </a:moveTo>
                <a:lnTo>
                  <a:pt x="381000" y="428625"/>
                </a:lnTo>
                <a:lnTo>
                  <a:pt x="381000" y="438150"/>
                </a:lnTo>
                <a:lnTo>
                  <a:pt x="371475" y="438150"/>
                </a:lnTo>
                <a:lnTo>
                  <a:pt x="371475" y="447675"/>
                </a:lnTo>
                <a:lnTo>
                  <a:pt x="381000" y="447675"/>
                </a:lnTo>
                <a:lnTo>
                  <a:pt x="381000" y="457200"/>
                </a:lnTo>
                <a:lnTo>
                  <a:pt x="361950" y="457200"/>
                </a:lnTo>
                <a:close/>
                <a:moveTo>
                  <a:pt x="828675" y="428625"/>
                </a:moveTo>
                <a:lnTo>
                  <a:pt x="847725" y="428625"/>
                </a:lnTo>
                <a:lnTo>
                  <a:pt x="847725" y="438150"/>
                </a:lnTo>
                <a:lnTo>
                  <a:pt x="828675" y="438150"/>
                </a:lnTo>
                <a:close/>
                <a:moveTo>
                  <a:pt x="85725" y="457200"/>
                </a:moveTo>
                <a:lnTo>
                  <a:pt x="95250" y="457200"/>
                </a:lnTo>
                <a:lnTo>
                  <a:pt x="95250" y="466725"/>
                </a:lnTo>
                <a:lnTo>
                  <a:pt x="85725" y="466725"/>
                </a:lnTo>
                <a:close/>
                <a:moveTo>
                  <a:pt x="114300" y="495300"/>
                </a:moveTo>
                <a:lnTo>
                  <a:pt x="133350" y="495300"/>
                </a:lnTo>
                <a:lnTo>
                  <a:pt x="133350" y="504825"/>
                </a:lnTo>
                <a:lnTo>
                  <a:pt x="114300" y="504825"/>
                </a:lnTo>
                <a:close/>
                <a:moveTo>
                  <a:pt x="19050" y="504825"/>
                </a:moveTo>
                <a:lnTo>
                  <a:pt x="38100" y="504825"/>
                </a:lnTo>
                <a:lnTo>
                  <a:pt x="38100" y="514350"/>
                </a:lnTo>
                <a:lnTo>
                  <a:pt x="47625" y="514350"/>
                </a:lnTo>
                <a:lnTo>
                  <a:pt x="47625" y="533400"/>
                </a:lnTo>
                <a:lnTo>
                  <a:pt x="28575" y="533400"/>
                </a:lnTo>
                <a:lnTo>
                  <a:pt x="28575" y="523875"/>
                </a:lnTo>
                <a:lnTo>
                  <a:pt x="19050" y="523875"/>
                </a:lnTo>
                <a:close/>
                <a:moveTo>
                  <a:pt x="809625" y="504825"/>
                </a:moveTo>
                <a:lnTo>
                  <a:pt x="819150" y="504825"/>
                </a:lnTo>
                <a:lnTo>
                  <a:pt x="819150" y="514350"/>
                </a:lnTo>
                <a:lnTo>
                  <a:pt x="809625" y="514350"/>
                </a:lnTo>
                <a:close/>
                <a:moveTo>
                  <a:pt x="76200" y="523875"/>
                </a:moveTo>
                <a:lnTo>
                  <a:pt x="95250" y="523875"/>
                </a:lnTo>
                <a:lnTo>
                  <a:pt x="95250" y="533400"/>
                </a:lnTo>
                <a:lnTo>
                  <a:pt x="85725" y="533400"/>
                </a:lnTo>
                <a:lnTo>
                  <a:pt x="85725" y="542925"/>
                </a:lnTo>
                <a:lnTo>
                  <a:pt x="95250" y="542925"/>
                </a:lnTo>
                <a:lnTo>
                  <a:pt x="95250" y="552450"/>
                </a:lnTo>
                <a:lnTo>
                  <a:pt x="104775" y="552450"/>
                </a:lnTo>
                <a:lnTo>
                  <a:pt x="104775" y="571500"/>
                </a:lnTo>
                <a:lnTo>
                  <a:pt x="95250" y="571500"/>
                </a:lnTo>
                <a:lnTo>
                  <a:pt x="95250" y="609600"/>
                </a:lnTo>
                <a:lnTo>
                  <a:pt x="85725" y="609600"/>
                </a:lnTo>
                <a:lnTo>
                  <a:pt x="85725" y="600075"/>
                </a:lnTo>
                <a:lnTo>
                  <a:pt x="76200" y="600075"/>
                </a:lnTo>
                <a:lnTo>
                  <a:pt x="76200" y="561975"/>
                </a:lnTo>
                <a:lnTo>
                  <a:pt x="57150" y="561975"/>
                </a:lnTo>
                <a:lnTo>
                  <a:pt x="57150" y="552450"/>
                </a:lnTo>
                <a:lnTo>
                  <a:pt x="66675" y="552450"/>
                </a:lnTo>
                <a:lnTo>
                  <a:pt x="66675" y="533400"/>
                </a:lnTo>
                <a:lnTo>
                  <a:pt x="76200" y="533400"/>
                </a:lnTo>
                <a:close/>
                <a:moveTo>
                  <a:pt x="38100" y="561975"/>
                </a:moveTo>
                <a:lnTo>
                  <a:pt x="47625" y="561975"/>
                </a:lnTo>
                <a:lnTo>
                  <a:pt x="47625" y="571500"/>
                </a:lnTo>
                <a:lnTo>
                  <a:pt x="38100" y="571500"/>
                </a:lnTo>
                <a:close/>
                <a:moveTo>
                  <a:pt x="971550" y="581025"/>
                </a:moveTo>
                <a:lnTo>
                  <a:pt x="981075" y="581025"/>
                </a:lnTo>
                <a:lnTo>
                  <a:pt x="981075" y="590550"/>
                </a:lnTo>
                <a:lnTo>
                  <a:pt x="971550" y="590550"/>
                </a:lnTo>
                <a:close/>
                <a:moveTo>
                  <a:pt x="1000125" y="581025"/>
                </a:moveTo>
                <a:lnTo>
                  <a:pt x="1009650" y="581025"/>
                </a:lnTo>
                <a:lnTo>
                  <a:pt x="1009650" y="590550"/>
                </a:lnTo>
                <a:lnTo>
                  <a:pt x="1000125" y="590550"/>
                </a:lnTo>
                <a:close/>
                <a:moveTo>
                  <a:pt x="1190625" y="581025"/>
                </a:moveTo>
                <a:lnTo>
                  <a:pt x="1200150" y="581025"/>
                </a:lnTo>
                <a:lnTo>
                  <a:pt x="1200150" y="590550"/>
                </a:lnTo>
                <a:lnTo>
                  <a:pt x="1190625" y="590550"/>
                </a:lnTo>
                <a:close/>
                <a:moveTo>
                  <a:pt x="981075" y="590550"/>
                </a:moveTo>
                <a:lnTo>
                  <a:pt x="1000125" y="590550"/>
                </a:lnTo>
                <a:lnTo>
                  <a:pt x="1000125" y="600075"/>
                </a:lnTo>
                <a:lnTo>
                  <a:pt x="981075" y="600075"/>
                </a:lnTo>
                <a:close/>
                <a:moveTo>
                  <a:pt x="19050" y="609600"/>
                </a:moveTo>
                <a:lnTo>
                  <a:pt x="38100" y="609600"/>
                </a:lnTo>
                <a:lnTo>
                  <a:pt x="38100" y="638175"/>
                </a:lnTo>
                <a:lnTo>
                  <a:pt x="28575" y="638175"/>
                </a:lnTo>
                <a:lnTo>
                  <a:pt x="28575" y="619125"/>
                </a:lnTo>
                <a:lnTo>
                  <a:pt x="19050" y="619125"/>
                </a:lnTo>
                <a:close/>
                <a:moveTo>
                  <a:pt x="1066800" y="619125"/>
                </a:moveTo>
                <a:lnTo>
                  <a:pt x="1085850" y="619125"/>
                </a:lnTo>
                <a:lnTo>
                  <a:pt x="1085850" y="638175"/>
                </a:lnTo>
                <a:lnTo>
                  <a:pt x="1076325" y="638175"/>
                </a:lnTo>
                <a:lnTo>
                  <a:pt x="1076325" y="628650"/>
                </a:lnTo>
                <a:lnTo>
                  <a:pt x="1066800" y="628650"/>
                </a:lnTo>
                <a:close/>
                <a:moveTo>
                  <a:pt x="809625" y="638175"/>
                </a:moveTo>
                <a:lnTo>
                  <a:pt x="819150" y="638175"/>
                </a:lnTo>
                <a:lnTo>
                  <a:pt x="819150" y="647700"/>
                </a:lnTo>
                <a:lnTo>
                  <a:pt x="809625" y="647700"/>
                </a:lnTo>
                <a:close/>
                <a:moveTo>
                  <a:pt x="1114425" y="638175"/>
                </a:moveTo>
                <a:lnTo>
                  <a:pt x="1123950" y="638175"/>
                </a:lnTo>
                <a:lnTo>
                  <a:pt x="1123950" y="647700"/>
                </a:lnTo>
                <a:lnTo>
                  <a:pt x="1114425" y="647700"/>
                </a:lnTo>
                <a:close/>
                <a:moveTo>
                  <a:pt x="9525" y="647700"/>
                </a:moveTo>
                <a:lnTo>
                  <a:pt x="19050" y="647700"/>
                </a:lnTo>
                <a:lnTo>
                  <a:pt x="19050" y="657225"/>
                </a:lnTo>
                <a:lnTo>
                  <a:pt x="28575" y="657225"/>
                </a:lnTo>
                <a:lnTo>
                  <a:pt x="28575" y="666750"/>
                </a:lnTo>
                <a:lnTo>
                  <a:pt x="9525" y="666750"/>
                </a:lnTo>
                <a:close/>
                <a:moveTo>
                  <a:pt x="800100" y="657225"/>
                </a:moveTo>
                <a:lnTo>
                  <a:pt x="809625" y="657225"/>
                </a:lnTo>
                <a:lnTo>
                  <a:pt x="809625" y="666750"/>
                </a:lnTo>
                <a:lnTo>
                  <a:pt x="800100" y="666750"/>
                </a:lnTo>
                <a:close/>
                <a:moveTo>
                  <a:pt x="28575" y="666750"/>
                </a:moveTo>
                <a:lnTo>
                  <a:pt x="38100" y="666750"/>
                </a:lnTo>
                <a:lnTo>
                  <a:pt x="38100" y="676275"/>
                </a:lnTo>
                <a:lnTo>
                  <a:pt x="28575" y="676275"/>
                </a:lnTo>
                <a:close/>
                <a:moveTo>
                  <a:pt x="285750" y="676275"/>
                </a:moveTo>
                <a:lnTo>
                  <a:pt x="304800" y="676275"/>
                </a:lnTo>
                <a:lnTo>
                  <a:pt x="304800" y="685800"/>
                </a:lnTo>
                <a:lnTo>
                  <a:pt x="285750" y="685800"/>
                </a:lnTo>
                <a:close/>
                <a:moveTo>
                  <a:pt x="447675" y="676275"/>
                </a:moveTo>
                <a:lnTo>
                  <a:pt x="457200" y="676275"/>
                </a:lnTo>
                <a:lnTo>
                  <a:pt x="457200" y="685800"/>
                </a:lnTo>
                <a:lnTo>
                  <a:pt x="447675" y="685800"/>
                </a:lnTo>
                <a:close/>
                <a:moveTo>
                  <a:pt x="1038225" y="676275"/>
                </a:moveTo>
                <a:lnTo>
                  <a:pt x="1047750" y="676275"/>
                </a:lnTo>
                <a:lnTo>
                  <a:pt x="1047750" y="695325"/>
                </a:lnTo>
                <a:lnTo>
                  <a:pt x="1038225" y="695325"/>
                </a:lnTo>
                <a:close/>
                <a:moveTo>
                  <a:pt x="1162050" y="676275"/>
                </a:moveTo>
                <a:lnTo>
                  <a:pt x="1171575" y="676275"/>
                </a:lnTo>
                <a:lnTo>
                  <a:pt x="1171575" y="685800"/>
                </a:lnTo>
                <a:lnTo>
                  <a:pt x="1181100" y="685800"/>
                </a:lnTo>
                <a:lnTo>
                  <a:pt x="1181100" y="714375"/>
                </a:lnTo>
                <a:lnTo>
                  <a:pt x="1162050" y="714375"/>
                </a:lnTo>
                <a:lnTo>
                  <a:pt x="1162050" y="704850"/>
                </a:lnTo>
                <a:lnTo>
                  <a:pt x="1152525" y="704850"/>
                </a:lnTo>
                <a:lnTo>
                  <a:pt x="1152525" y="695325"/>
                </a:lnTo>
                <a:lnTo>
                  <a:pt x="1162050" y="695325"/>
                </a:lnTo>
                <a:close/>
                <a:moveTo>
                  <a:pt x="942975" y="685800"/>
                </a:moveTo>
                <a:lnTo>
                  <a:pt x="952500" y="685800"/>
                </a:lnTo>
                <a:lnTo>
                  <a:pt x="952500" y="714375"/>
                </a:lnTo>
                <a:lnTo>
                  <a:pt x="942975" y="714375"/>
                </a:lnTo>
                <a:lnTo>
                  <a:pt x="942975" y="723900"/>
                </a:lnTo>
                <a:lnTo>
                  <a:pt x="933450" y="723900"/>
                </a:lnTo>
                <a:lnTo>
                  <a:pt x="933450" y="704850"/>
                </a:lnTo>
                <a:lnTo>
                  <a:pt x="923925" y="704850"/>
                </a:lnTo>
                <a:lnTo>
                  <a:pt x="923925" y="695325"/>
                </a:lnTo>
                <a:lnTo>
                  <a:pt x="942975" y="695325"/>
                </a:lnTo>
                <a:close/>
                <a:moveTo>
                  <a:pt x="228600" y="695325"/>
                </a:moveTo>
                <a:lnTo>
                  <a:pt x="238125" y="695325"/>
                </a:lnTo>
                <a:lnTo>
                  <a:pt x="238125" y="704850"/>
                </a:lnTo>
                <a:lnTo>
                  <a:pt x="228600" y="704850"/>
                </a:lnTo>
                <a:close/>
                <a:moveTo>
                  <a:pt x="552450" y="695325"/>
                </a:moveTo>
                <a:lnTo>
                  <a:pt x="561975" y="695325"/>
                </a:lnTo>
                <a:lnTo>
                  <a:pt x="561975" y="704850"/>
                </a:lnTo>
                <a:lnTo>
                  <a:pt x="571500" y="704850"/>
                </a:lnTo>
                <a:lnTo>
                  <a:pt x="571500" y="714375"/>
                </a:lnTo>
                <a:lnTo>
                  <a:pt x="552450" y="714375"/>
                </a:lnTo>
                <a:close/>
                <a:moveTo>
                  <a:pt x="1162050" y="704850"/>
                </a:moveTo>
                <a:lnTo>
                  <a:pt x="1171575" y="704850"/>
                </a:lnTo>
                <a:lnTo>
                  <a:pt x="1171575" y="695325"/>
                </a:lnTo>
                <a:lnTo>
                  <a:pt x="1162050" y="695325"/>
                </a:lnTo>
                <a:close/>
                <a:moveTo>
                  <a:pt x="447675" y="714375"/>
                </a:moveTo>
                <a:lnTo>
                  <a:pt x="457200" y="714375"/>
                </a:lnTo>
                <a:lnTo>
                  <a:pt x="457200" y="723900"/>
                </a:lnTo>
                <a:lnTo>
                  <a:pt x="447675" y="723900"/>
                </a:lnTo>
                <a:close/>
                <a:moveTo>
                  <a:pt x="742950" y="714375"/>
                </a:moveTo>
                <a:lnTo>
                  <a:pt x="752475" y="714375"/>
                </a:lnTo>
                <a:lnTo>
                  <a:pt x="752475" y="723900"/>
                </a:lnTo>
                <a:lnTo>
                  <a:pt x="742950" y="723900"/>
                </a:lnTo>
                <a:close/>
                <a:moveTo>
                  <a:pt x="1076325" y="714375"/>
                </a:moveTo>
                <a:lnTo>
                  <a:pt x="1085850" y="714375"/>
                </a:lnTo>
                <a:lnTo>
                  <a:pt x="1085850" y="723900"/>
                </a:lnTo>
                <a:lnTo>
                  <a:pt x="1076325" y="723900"/>
                </a:lnTo>
                <a:close/>
                <a:moveTo>
                  <a:pt x="1152525" y="714375"/>
                </a:moveTo>
                <a:lnTo>
                  <a:pt x="1162050" y="714375"/>
                </a:lnTo>
                <a:lnTo>
                  <a:pt x="1162050" y="752475"/>
                </a:lnTo>
                <a:lnTo>
                  <a:pt x="1152525" y="752475"/>
                </a:lnTo>
                <a:close/>
                <a:moveTo>
                  <a:pt x="1181100" y="714375"/>
                </a:moveTo>
                <a:lnTo>
                  <a:pt x="1190625" y="714375"/>
                </a:lnTo>
                <a:lnTo>
                  <a:pt x="1190625" y="723900"/>
                </a:lnTo>
                <a:lnTo>
                  <a:pt x="1181100" y="723900"/>
                </a:lnTo>
                <a:close/>
                <a:moveTo>
                  <a:pt x="819150" y="723900"/>
                </a:moveTo>
                <a:lnTo>
                  <a:pt x="847725" y="723900"/>
                </a:lnTo>
                <a:lnTo>
                  <a:pt x="847725" y="733425"/>
                </a:lnTo>
                <a:lnTo>
                  <a:pt x="838200" y="733425"/>
                </a:lnTo>
                <a:lnTo>
                  <a:pt x="838200" y="752475"/>
                </a:lnTo>
                <a:lnTo>
                  <a:pt x="828675" y="752475"/>
                </a:lnTo>
                <a:lnTo>
                  <a:pt x="828675" y="742950"/>
                </a:lnTo>
                <a:lnTo>
                  <a:pt x="819150" y="742950"/>
                </a:lnTo>
                <a:close/>
                <a:moveTo>
                  <a:pt x="1057275" y="723900"/>
                </a:moveTo>
                <a:lnTo>
                  <a:pt x="1076325" y="723900"/>
                </a:lnTo>
                <a:lnTo>
                  <a:pt x="1076325" y="733425"/>
                </a:lnTo>
                <a:lnTo>
                  <a:pt x="1085850" y="733425"/>
                </a:lnTo>
                <a:lnTo>
                  <a:pt x="1085850" y="742950"/>
                </a:lnTo>
                <a:lnTo>
                  <a:pt x="1095375" y="742950"/>
                </a:lnTo>
                <a:lnTo>
                  <a:pt x="1095375" y="752475"/>
                </a:lnTo>
                <a:lnTo>
                  <a:pt x="1104900" y="752475"/>
                </a:lnTo>
                <a:lnTo>
                  <a:pt x="1104900" y="771525"/>
                </a:lnTo>
                <a:lnTo>
                  <a:pt x="1076325" y="771525"/>
                </a:lnTo>
                <a:lnTo>
                  <a:pt x="1076325" y="762000"/>
                </a:lnTo>
                <a:lnTo>
                  <a:pt x="1066800" y="762000"/>
                </a:lnTo>
                <a:lnTo>
                  <a:pt x="1066800" y="752475"/>
                </a:lnTo>
                <a:lnTo>
                  <a:pt x="1057275" y="752475"/>
                </a:lnTo>
                <a:lnTo>
                  <a:pt x="1057275" y="742950"/>
                </a:lnTo>
                <a:lnTo>
                  <a:pt x="1066800" y="742950"/>
                </a:lnTo>
                <a:lnTo>
                  <a:pt x="1066800" y="733425"/>
                </a:lnTo>
                <a:lnTo>
                  <a:pt x="1057275" y="733425"/>
                </a:lnTo>
                <a:close/>
                <a:moveTo>
                  <a:pt x="0" y="733425"/>
                </a:moveTo>
                <a:lnTo>
                  <a:pt x="9525" y="733425"/>
                </a:lnTo>
                <a:lnTo>
                  <a:pt x="9525" y="742950"/>
                </a:lnTo>
                <a:lnTo>
                  <a:pt x="0" y="742950"/>
                </a:lnTo>
                <a:close/>
                <a:moveTo>
                  <a:pt x="171450" y="742950"/>
                </a:moveTo>
                <a:lnTo>
                  <a:pt x="180975" y="742950"/>
                </a:lnTo>
                <a:lnTo>
                  <a:pt x="180975" y="752475"/>
                </a:lnTo>
                <a:lnTo>
                  <a:pt x="171450" y="752475"/>
                </a:lnTo>
                <a:close/>
                <a:moveTo>
                  <a:pt x="247650" y="742950"/>
                </a:moveTo>
                <a:lnTo>
                  <a:pt x="257175" y="742950"/>
                </a:lnTo>
                <a:lnTo>
                  <a:pt x="257175" y="752475"/>
                </a:lnTo>
                <a:lnTo>
                  <a:pt x="247650" y="752475"/>
                </a:lnTo>
                <a:close/>
                <a:moveTo>
                  <a:pt x="352425" y="742950"/>
                </a:moveTo>
                <a:lnTo>
                  <a:pt x="381000" y="742950"/>
                </a:lnTo>
                <a:lnTo>
                  <a:pt x="381000" y="752475"/>
                </a:lnTo>
                <a:lnTo>
                  <a:pt x="361950" y="752475"/>
                </a:lnTo>
                <a:lnTo>
                  <a:pt x="361950" y="762000"/>
                </a:lnTo>
                <a:lnTo>
                  <a:pt x="333375" y="762000"/>
                </a:lnTo>
                <a:lnTo>
                  <a:pt x="333375" y="752475"/>
                </a:lnTo>
                <a:lnTo>
                  <a:pt x="352425" y="752475"/>
                </a:lnTo>
                <a:close/>
                <a:moveTo>
                  <a:pt x="419100" y="742950"/>
                </a:moveTo>
                <a:lnTo>
                  <a:pt x="438150" y="742950"/>
                </a:lnTo>
                <a:lnTo>
                  <a:pt x="438150" y="752475"/>
                </a:lnTo>
                <a:lnTo>
                  <a:pt x="419100" y="752475"/>
                </a:lnTo>
                <a:close/>
                <a:moveTo>
                  <a:pt x="104775" y="752475"/>
                </a:moveTo>
                <a:lnTo>
                  <a:pt x="114300" y="752475"/>
                </a:lnTo>
                <a:lnTo>
                  <a:pt x="114300" y="762000"/>
                </a:lnTo>
                <a:lnTo>
                  <a:pt x="104775" y="762000"/>
                </a:lnTo>
                <a:close/>
                <a:moveTo>
                  <a:pt x="266700" y="752475"/>
                </a:moveTo>
                <a:lnTo>
                  <a:pt x="276225" y="752475"/>
                </a:lnTo>
                <a:lnTo>
                  <a:pt x="276225" y="762000"/>
                </a:lnTo>
                <a:lnTo>
                  <a:pt x="266700" y="762000"/>
                </a:lnTo>
                <a:close/>
                <a:moveTo>
                  <a:pt x="514350" y="752475"/>
                </a:moveTo>
                <a:lnTo>
                  <a:pt x="523875" y="752475"/>
                </a:lnTo>
                <a:lnTo>
                  <a:pt x="523875" y="762000"/>
                </a:lnTo>
                <a:lnTo>
                  <a:pt x="514350" y="762000"/>
                </a:lnTo>
                <a:close/>
                <a:moveTo>
                  <a:pt x="933450" y="752475"/>
                </a:moveTo>
                <a:lnTo>
                  <a:pt x="952500" y="752475"/>
                </a:lnTo>
                <a:lnTo>
                  <a:pt x="952500" y="790575"/>
                </a:lnTo>
                <a:lnTo>
                  <a:pt x="942975" y="790575"/>
                </a:lnTo>
                <a:lnTo>
                  <a:pt x="942975" y="781050"/>
                </a:lnTo>
                <a:lnTo>
                  <a:pt x="933450" y="781050"/>
                </a:lnTo>
                <a:lnTo>
                  <a:pt x="933450" y="771525"/>
                </a:lnTo>
                <a:lnTo>
                  <a:pt x="923925" y="771525"/>
                </a:lnTo>
                <a:lnTo>
                  <a:pt x="923925" y="762000"/>
                </a:lnTo>
                <a:lnTo>
                  <a:pt x="933450" y="762000"/>
                </a:lnTo>
                <a:close/>
                <a:moveTo>
                  <a:pt x="1143000" y="752475"/>
                </a:moveTo>
                <a:lnTo>
                  <a:pt x="1152525" y="752475"/>
                </a:lnTo>
                <a:lnTo>
                  <a:pt x="1152525" y="762000"/>
                </a:lnTo>
                <a:lnTo>
                  <a:pt x="1143000" y="762000"/>
                </a:lnTo>
                <a:close/>
                <a:moveTo>
                  <a:pt x="1162050" y="752475"/>
                </a:moveTo>
                <a:lnTo>
                  <a:pt x="1171575" y="752475"/>
                </a:lnTo>
                <a:lnTo>
                  <a:pt x="1171575" y="762000"/>
                </a:lnTo>
                <a:lnTo>
                  <a:pt x="1162050" y="762000"/>
                </a:lnTo>
                <a:close/>
                <a:moveTo>
                  <a:pt x="161925" y="762000"/>
                </a:moveTo>
                <a:lnTo>
                  <a:pt x="180975" y="762000"/>
                </a:lnTo>
                <a:lnTo>
                  <a:pt x="180975" y="781050"/>
                </a:lnTo>
                <a:lnTo>
                  <a:pt x="161925" y="781050"/>
                </a:lnTo>
                <a:close/>
                <a:moveTo>
                  <a:pt x="190500" y="762000"/>
                </a:moveTo>
                <a:lnTo>
                  <a:pt x="200025" y="762000"/>
                </a:lnTo>
                <a:lnTo>
                  <a:pt x="200025" y="771525"/>
                </a:lnTo>
                <a:lnTo>
                  <a:pt x="190500" y="771525"/>
                </a:lnTo>
                <a:close/>
                <a:moveTo>
                  <a:pt x="19050" y="771525"/>
                </a:moveTo>
                <a:lnTo>
                  <a:pt x="38100" y="771525"/>
                </a:lnTo>
                <a:lnTo>
                  <a:pt x="38100" y="781050"/>
                </a:lnTo>
                <a:lnTo>
                  <a:pt x="47625" y="781050"/>
                </a:lnTo>
                <a:lnTo>
                  <a:pt x="47625" y="790575"/>
                </a:lnTo>
                <a:lnTo>
                  <a:pt x="66675" y="790575"/>
                </a:lnTo>
                <a:lnTo>
                  <a:pt x="66675" y="809625"/>
                </a:lnTo>
                <a:lnTo>
                  <a:pt x="38100" y="809625"/>
                </a:lnTo>
                <a:lnTo>
                  <a:pt x="38100" y="800100"/>
                </a:lnTo>
                <a:lnTo>
                  <a:pt x="9525" y="800100"/>
                </a:lnTo>
                <a:lnTo>
                  <a:pt x="9525" y="790575"/>
                </a:lnTo>
                <a:lnTo>
                  <a:pt x="19050" y="790575"/>
                </a:lnTo>
                <a:close/>
                <a:moveTo>
                  <a:pt x="371475" y="771525"/>
                </a:moveTo>
                <a:lnTo>
                  <a:pt x="381000" y="771525"/>
                </a:lnTo>
                <a:lnTo>
                  <a:pt x="381000" y="781050"/>
                </a:lnTo>
                <a:lnTo>
                  <a:pt x="371475" y="781050"/>
                </a:lnTo>
                <a:close/>
                <a:moveTo>
                  <a:pt x="504825" y="771525"/>
                </a:moveTo>
                <a:lnTo>
                  <a:pt x="514350" y="771525"/>
                </a:lnTo>
                <a:lnTo>
                  <a:pt x="514350" y="781050"/>
                </a:lnTo>
                <a:lnTo>
                  <a:pt x="504825" y="781050"/>
                </a:lnTo>
                <a:close/>
                <a:moveTo>
                  <a:pt x="619125" y="771525"/>
                </a:moveTo>
                <a:lnTo>
                  <a:pt x="647700" y="771525"/>
                </a:lnTo>
                <a:lnTo>
                  <a:pt x="647700" y="781050"/>
                </a:lnTo>
                <a:lnTo>
                  <a:pt x="638175" y="781050"/>
                </a:lnTo>
                <a:lnTo>
                  <a:pt x="638175" y="790575"/>
                </a:lnTo>
                <a:lnTo>
                  <a:pt x="619125" y="790575"/>
                </a:lnTo>
                <a:close/>
                <a:moveTo>
                  <a:pt x="714375" y="771525"/>
                </a:moveTo>
                <a:lnTo>
                  <a:pt x="723900" y="771525"/>
                </a:lnTo>
                <a:lnTo>
                  <a:pt x="723900" y="781050"/>
                </a:lnTo>
                <a:lnTo>
                  <a:pt x="714375" y="781050"/>
                </a:lnTo>
                <a:close/>
                <a:moveTo>
                  <a:pt x="1104900" y="771525"/>
                </a:moveTo>
                <a:lnTo>
                  <a:pt x="1123950" y="771525"/>
                </a:lnTo>
                <a:lnTo>
                  <a:pt x="1123950" y="800100"/>
                </a:lnTo>
                <a:lnTo>
                  <a:pt x="1114425" y="800100"/>
                </a:lnTo>
                <a:lnTo>
                  <a:pt x="1114425" y="781050"/>
                </a:lnTo>
                <a:lnTo>
                  <a:pt x="1104900" y="781050"/>
                </a:lnTo>
                <a:close/>
                <a:moveTo>
                  <a:pt x="381000" y="781050"/>
                </a:moveTo>
                <a:lnTo>
                  <a:pt x="438150" y="781050"/>
                </a:lnTo>
                <a:lnTo>
                  <a:pt x="438150" y="800100"/>
                </a:lnTo>
                <a:lnTo>
                  <a:pt x="409575" y="800100"/>
                </a:lnTo>
                <a:lnTo>
                  <a:pt x="409575" y="790575"/>
                </a:lnTo>
                <a:lnTo>
                  <a:pt x="381000" y="790575"/>
                </a:lnTo>
                <a:close/>
                <a:moveTo>
                  <a:pt x="733425" y="781050"/>
                </a:moveTo>
                <a:lnTo>
                  <a:pt x="762000" y="781050"/>
                </a:lnTo>
                <a:lnTo>
                  <a:pt x="762000" y="790575"/>
                </a:lnTo>
                <a:lnTo>
                  <a:pt x="771525" y="790575"/>
                </a:lnTo>
                <a:lnTo>
                  <a:pt x="771525" y="800100"/>
                </a:lnTo>
                <a:lnTo>
                  <a:pt x="762000" y="800100"/>
                </a:lnTo>
                <a:lnTo>
                  <a:pt x="762000" y="809625"/>
                </a:lnTo>
                <a:lnTo>
                  <a:pt x="742950" y="809625"/>
                </a:lnTo>
                <a:lnTo>
                  <a:pt x="742950" y="790575"/>
                </a:lnTo>
                <a:lnTo>
                  <a:pt x="733425" y="790575"/>
                </a:lnTo>
                <a:close/>
                <a:moveTo>
                  <a:pt x="1038225" y="781050"/>
                </a:moveTo>
                <a:lnTo>
                  <a:pt x="1066800" y="781050"/>
                </a:lnTo>
                <a:lnTo>
                  <a:pt x="1066800" y="790575"/>
                </a:lnTo>
                <a:lnTo>
                  <a:pt x="1057275" y="790575"/>
                </a:lnTo>
                <a:lnTo>
                  <a:pt x="1057275" y="809625"/>
                </a:lnTo>
                <a:lnTo>
                  <a:pt x="1047750" y="809625"/>
                </a:lnTo>
                <a:lnTo>
                  <a:pt x="1047750" y="790575"/>
                </a:lnTo>
                <a:lnTo>
                  <a:pt x="1038225" y="790575"/>
                </a:lnTo>
                <a:close/>
                <a:moveTo>
                  <a:pt x="257175" y="790575"/>
                </a:moveTo>
                <a:lnTo>
                  <a:pt x="266700" y="790575"/>
                </a:lnTo>
                <a:lnTo>
                  <a:pt x="266700" y="800100"/>
                </a:lnTo>
                <a:lnTo>
                  <a:pt x="257175" y="800100"/>
                </a:lnTo>
                <a:close/>
                <a:moveTo>
                  <a:pt x="323850" y="790575"/>
                </a:moveTo>
                <a:lnTo>
                  <a:pt x="333375" y="790575"/>
                </a:lnTo>
                <a:lnTo>
                  <a:pt x="333375" y="809625"/>
                </a:lnTo>
                <a:lnTo>
                  <a:pt x="314325" y="809625"/>
                </a:lnTo>
                <a:lnTo>
                  <a:pt x="314325" y="800100"/>
                </a:lnTo>
                <a:lnTo>
                  <a:pt x="323850" y="800100"/>
                </a:lnTo>
                <a:close/>
                <a:moveTo>
                  <a:pt x="361950" y="790575"/>
                </a:moveTo>
                <a:lnTo>
                  <a:pt x="371475" y="790575"/>
                </a:lnTo>
                <a:lnTo>
                  <a:pt x="371475" y="809625"/>
                </a:lnTo>
                <a:lnTo>
                  <a:pt x="352425" y="809625"/>
                </a:lnTo>
                <a:lnTo>
                  <a:pt x="352425" y="800100"/>
                </a:lnTo>
                <a:lnTo>
                  <a:pt x="361950" y="800100"/>
                </a:lnTo>
                <a:close/>
                <a:moveTo>
                  <a:pt x="866775" y="790575"/>
                </a:moveTo>
                <a:lnTo>
                  <a:pt x="885825" y="790575"/>
                </a:lnTo>
                <a:lnTo>
                  <a:pt x="885825" y="800100"/>
                </a:lnTo>
                <a:lnTo>
                  <a:pt x="895350" y="800100"/>
                </a:lnTo>
                <a:lnTo>
                  <a:pt x="895350" y="809625"/>
                </a:lnTo>
                <a:lnTo>
                  <a:pt x="876300" y="809625"/>
                </a:lnTo>
                <a:lnTo>
                  <a:pt x="876300" y="800100"/>
                </a:lnTo>
                <a:lnTo>
                  <a:pt x="866775" y="800100"/>
                </a:lnTo>
                <a:close/>
                <a:moveTo>
                  <a:pt x="1009650" y="790575"/>
                </a:moveTo>
                <a:lnTo>
                  <a:pt x="1019175" y="790575"/>
                </a:lnTo>
                <a:lnTo>
                  <a:pt x="1019175" y="800100"/>
                </a:lnTo>
                <a:lnTo>
                  <a:pt x="1028700" y="800100"/>
                </a:lnTo>
                <a:lnTo>
                  <a:pt x="1028700" y="809625"/>
                </a:lnTo>
                <a:lnTo>
                  <a:pt x="1009650" y="809625"/>
                </a:lnTo>
                <a:close/>
                <a:moveTo>
                  <a:pt x="1066800" y="800100"/>
                </a:moveTo>
                <a:lnTo>
                  <a:pt x="1104900" y="800100"/>
                </a:lnTo>
                <a:lnTo>
                  <a:pt x="1104900" y="809625"/>
                </a:lnTo>
                <a:lnTo>
                  <a:pt x="1066800" y="809625"/>
                </a:lnTo>
                <a:close/>
              </a:path>
            </a:pathLst>
          </a:custGeom>
          <a:solidFill xmlns:a="http://schemas.openxmlformats.org/drawingml/2006/main">
            <a:srgbClr val="F8F9F4"/>
          </a:solidFill>
          <a:ln xmlns:a="http://schemas.openxmlformats.org/drawingml/2006/main" w="0">
            <a:noFill/>
          </a:ln>
        </p:spPr>
      </p:sp>
      <p:sp>
        <p:nvSpPr>
          <p:cNvPr id="246" name="v22 vector #f8f9f3">
            <a:extLst xmlns:a="http://schemas.openxmlformats.org/drawingml/2006/main">
              <a:ext uri="{FF2B5EF4-FFF2-40B4-BE49-F238E27FC236}">
                <a16:creationId xmlns:a16="http://schemas.microsoft.com/office/drawing/2014/main" id="{C912983A-D981-4A84-AA02-401265468E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10675" y="4848225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0" y="0"/>
                </a:moveTo>
                <a:lnTo>
                  <a:pt x="28575" y="0"/>
                </a:lnTo>
                <a:lnTo>
                  <a:pt x="28575" y="9525"/>
                </a:lnTo>
                <a:lnTo>
                  <a:pt x="47625" y="9525"/>
                </a:lnTo>
                <a:lnTo>
                  <a:pt x="47625" y="0"/>
                </a:lnTo>
                <a:lnTo>
                  <a:pt x="85725" y="0"/>
                </a:lnTo>
                <a:lnTo>
                  <a:pt x="85725" y="9525"/>
                </a:lnTo>
                <a:lnTo>
                  <a:pt x="95250" y="9525"/>
                </a:lnTo>
                <a:lnTo>
                  <a:pt x="95250" y="19050"/>
                </a:lnTo>
                <a:lnTo>
                  <a:pt x="104775" y="19050"/>
                </a:lnTo>
                <a:lnTo>
                  <a:pt x="104775" y="28575"/>
                </a:lnTo>
                <a:lnTo>
                  <a:pt x="114300" y="28575"/>
                </a:lnTo>
                <a:lnTo>
                  <a:pt x="114300" y="57150"/>
                </a:lnTo>
                <a:lnTo>
                  <a:pt x="85725" y="57150"/>
                </a:lnTo>
                <a:lnTo>
                  <a:pt x="85725" y="47625"/>
                </a:lnTo>
                <a:lnTo>
                  <a:pt x="76200" y="47625"/>
                </a:lnTo>
                <a:lnTo>
                  <a:pt x="76200" y="38100"/>
                </a:lnTo>
                <a:lnTo>
                  <a:pt x="66675" y="38100"/>
                </a:lnTo>
                <a:lnTo>
                  <a:pt x="66675" y="28575"/>
                </a:lnTo>
                <a:lnTo>
                  <a:pt x="76200" y="28575"/>
                </a:lnTo>
                <a:lnTo>
                  <a:pt x="76200" y="19050"/>
                </a:lnTo>
                <a:lnTo>
                  <a:pt x="57150" y="19050"/>
                </a:lnTo>
                <a:lnTo>
                  <a:pt x="57150" y="9525"/>
                </a:lnTo>
                <a:lnTo>
                  <a:pt x="47625" y="9525"/>
                </a:lnTo>
                <a:lnTo>
                  <a:pt x="47625" y="19050"/>
                </a:lnTo>
                <a:lnTo>
                  <a:pt x="38100" y="19050"/>
                </a:lnTo>
                <a:lnTo>
                  <a:pt x="38100" y="28575"/>
                </a:lnTo>
                <a:lnTo>
                  <a:pt x="47625" y="28575"/>
                </a:lnTo>
                <a:lnTo>
                  <a:pt x="47625" y="38100"/>
                </a:lnTo>
                <a:lnTo>
                  <a:pt x="19050" y="38100"/>
                </a:lnTo>
                <a:lnTo>
                  <a:pt x="19050" y="9525"/>
                </a:lnTo>
                <a:lnTo>
                  <a:pt x="0" y="9525"/>
                </a:lnTo>
                <a:close/>
                <a:moveTo>
                  <a:pt x="114300" y="0"/>
                </a:moveTo>
                <a:lnTo>
                  <a:pt x="123825" y="0"/>
                </a:lnTo>
                <a:lnTo>
                  <a:pt x="123825" y="9525"/>
                </a:lnTo>
                <a:lnTo>
                  <a:pt x="114300" y="9525"/>
                </a:lnTo>
                <a:close/>
                <a:moveTo>
                  <a:pt x="133350" y="0"/>
                </a:moveTo>
                <a:lnTo>
                  <a:pt x="142875" y="0"/>
                </a:lnTo>
                <a:lnTo>
                  <a:pt x="142875" y="9525"/>
                </a:lnTo>
                <a:lnTo>
                  <a:pt x="133350" y="9525"/>
                </a:lnTo>
                <a:close/>
                <a:moveTo>
                  <a:pt x="571500" y="0"/>
                </a:moveTo>
                <a:lnTo>
                  <a:pt x="581025" y="0"/>
                </a:lnTo>
                <a:lnTo>
                  <a:pt x="581025" y="9525"/>
                </a:lnTo>
                <a:lnTo>
                  <a:pt x="571500" y="9525"/>
                </a:lnTo>
                <a:close/>
                <a:moveTo>
                  <a:pt x="781050" y="0"/>
                </a:moveTo>
                <a:lnTo>
                  <a:pt x="790575" y="0"/>
                </a:lnTo>
                <a:lnTo>
                  <a:pt x="790575" y="9525"/>
                </a:lnTo>
                <a:lnTo>
                  <a:pt x="781050" y="9525"/>
                </a:lnTo>
                <a:close/>
                <a:moveTo>
                  <a:pt x="1123950" y="0"/>
                </a:moveTo>
                <a:lnTo>
                  <a:pt x="1133475" y="0"/>
                </a:lnTo>
                <a:lnTo>
                  <a:pt x="1133475" y="9525"/>
                </a:lnTo>
                <a:lnTo>
                  <a:pt x="1123950" y="9525"/>
                </a:lnTo>
                <a:close/>
                <a:moveTo>
                  <a:pt x="123825" y="9525"/>
                </a:moveTo>
                <a:lnTo>
                  <a:pt x="133350" y="9525"/>
                </a:lnTo>
                <a:lnTo>
                  <a:pt x="133350" y="19050"/>
                </a:lnTo>
                <a:lnTo>
                  <a:pt x="123825" y="19050"/>
                </a:lnTo>
                <a:close/>
                <a:moveTo>
                  <a:pt x="762000" y="9525"/>
                </a:moveTo>
                <a:lnTo>
                  <a:pt x="781050" y="9525"/>
                </a:lnTo>
                <a:lnTo>
                  <a:pt x="781050" y="19050"/>
                </a:lnTo>
                <a:lnTo>
                  <a:pt x="762000" y="19050"/>
                </a:lnTo>
                <a:close/>
                <a:moveTo>
                  <a:pt x="800100" y="9525"/>
                </a:moveTo>
                <a:lnTo>
                  <a:pt x="819150" y="9525"/>
                </a:lnTo>
                <a:lnTo>
                  <a:pt x="819150" y="19050"/>
                </a:lnTo>
                <a:lnTo>
                  <a:pt x="800100" y="19050"/>
                </a:lnTo>
                <a:close/>
                <a:moveTo>
                  <a:pt x="962025" y="9525"/>
                </a:moveTo>
                <a:lnTo>
                  <a:pt x="971550" y="9525"/>
                </a:lnTo>
                <a:lnTo>
                  <a:pt x="971550" y="19050"/>
                </a:lnTo>
                <a:lnTo>
                  <a:pt x="981075" y="19050"/>
                </a:lnTo>
                <a:lnTo>
                  <a:pt x="981075" y="47625"/>
                </a:lnTo>
                <a:lnTo>
                  <a:pt x="971550" y="47625"/>
                </a:lnTo>
                <a:lnTo>
                  <a:pt x="971550" y="38100"/>
                </a:lnTo>
                <a:lnTo>
                  <a:pt x="962025" y="38100"/>
                </a:lnTo>
                <a:close/>
                <a:moveTo>
                  <a:pt x="209550" y="38100"/>
                </a:moveTo>
                <a:lnTo>
                  <a:pt x="219075" y="38100"/>
                </a:lnTo>
                <a:lnTo>
                  <a:pt x="219075" y="57150"/>
                </a:lnTo>
                <a:lnTo>
                  <a:pt x="209550" y="57150"/>
                </a:lnTo>
                <a:close/>
                <a:moveTo>
                  <a:pt x="457200" y="38100"/>
                </a:moveTo>
                <a:lnTo>
                  <a:pt x="466725" y="38100"/>
                </a:lnTo>
                <a:lnTo>
                  <a:pt x="466725" y="47625"/>
                </a:lnTo>
                <a:lnTo>
                  <a:pt x="457200" y="47625"/>
                </a:lnTo>
                <a:close/>
                <a:moveTo>
                  <a:pt x="0" y="47625"/>
                </a:moveTo>
                <a:lnTo>
                  <a:pt x="9525" y="47625"/>
                </a:lnTo>
                <a:lnTo>
                  <a:pt x="9525" y="66675"/>
                </a:lnTo>
                <a:lnTo>
                  <a:pt x="0" y="66675"/>
                </a:lnTo>
                <a:close/>
                <a:moveTo>
                  <a:pt x="133350" y="47625"/>
                </a:moveTo>
                <a:lnTo>
                  <a:pt x="142875" y="47625"/>
                </a:lnTo>
                <a:lnTo>
                  <a:pt x="142875" y="57150"/>
                </a:lnTo>
                <a:lnTo>
                  <a:pt x="133350" y="57150"/>
                </a:lnTo>
                <a:close/>
                <a:moveTo>
                  <a:pt x="447675" y="47625"/>
                </a:moveTo>
                <a:lnTo>
                  <a:pt x="457200" y="47625"/>
                </a:lnTo>
                <a:lnTo>
                  <a:pt x="457200" y="57150"/>
                </a:lnTo>
                <a:lnTo>
                  <a:pt x="447675" y="57150"/>
                </a:lnTo>
                <a:close/>
                <a:moveTo>
                  <a:pt x="962025" y="57150"/>
                </a:moveTo>
                <a:lnTo>
                  <a:pt x="981075" y="57150"/>
                </a:lnTo>
                <a:lnTo>
                  <a:pt x="981075" y="66675"/>
                </a:lnTo>
                <a:lnTo>
                  <a:pt x="962025" y="66675"/>
                </a:lnTo>
                <a:close/>
                <a:moveTo>
                  <a:pt x="171450" y="76200"/>
                </a:moveTo>
                <a:lnTo>
                  <a:pt x="180975" y="76200"/>
                </a:lnTo>
                <a:lnTo>
                  <a:pt x="180975" y="85725"/>
                </a:lnTo>
                <a:lnTo>
                  <a:pt x="171450" y="85725"/>
                </a:lnTo>
                <a:close/>
                <a:moveTo>
                  <a:pt x="800100" y="85725"/>
                </a:moveTo>
                <a:lnTo>
                  <a:pt x="809625" y="85725"/>
                </a:lnTo>
                <a:lnTo>
                  <a:pt x="809625" y="104775"/>
                </a:lnTo>
                <a:lnTo>
                  <a:pt x="800100" y="104775"/>
                </a:lnTo>
                <a:close/>
                <a:moveTo>
                  <a:pt x="495300" y="95250"/>
                </a:moveTo>
                <a:lnTo>
                  <a:pt x="504825" y="95250"/>
                </a:lnTo>
                <a:lnTo>
                  <a:pt x="504825" y="104775"/>
                </a:lnTo>
                <a:lnTo>
                  <a:pt x="495300" y="104775"/>
                </a:lnTo>
                <a:close/>
                <a:moveTo>
                  <a:pt x="504825" y="104775"/>
                </a:moveTo>
                <a:lnTo>
                  <a:pt x="514350" y="104775"/>
                </a:lnTo>
                <a:lnTo>
                  <a:pt x="514350" y="123825"/>
                </a:lnTo>
                <a:lnTo>
                  <a:pt x="504825" y="123825"/>
                </a:lnTo>
                <a:close/>
                <a:moveTo>
                  <a:pt x="571500" y="133350"/>
                </a:moveTo>
                <a:lnTo>
                  <a:pt x="581025" y="133350"/>
                </a:lnTo>
                <a:lnTo>
                  <a:pt x="581025" y="152400"/>
                </a:lnTo>
                <a:lnTo>
                  <a:pt x="571500" y="152400"/>
                </a:lnTo>
                <a:close/>
                <a:moveTo>
                  <a:pt x="561975" y="152400"/>
                </a:moveTo>
                <a:lnTo>
                  <a:pt x="571500" y="152400"/>
                </a:lnTo>
                <a:lnTo>
                  <a:pt x="571500" y="171450"/>
                </a:lnTo>
                <a:lnTo>
                  <a:pt x="561975" y="171450"/>
                </a:lnTo>
                <a:close/>
                <a:moveTo>
                  <a:pt x="542925" y="161925"/>
                </a:moveTo>
                <a:lnTo>
                  <a:pt x="552450" y="161925"/>
                </a:lnTo>
                <a:lnTo>
                  <a:pt x="552450" y="171450"/>
                </a:lnTo>
                <a:lnTo>
                  <a:pt x="542925" y="171450"/>
                </a:lnTo>
                <a:close/>
                <a:moveTo>
                  <a:pt x="523875" y="209550"/>
                </a:moveTo>
                <a:lnTo>
                  <a:pt x="533400" y="209550"/>
                </a:lnTo>
                <a:lnTo>
                  <a:pt x="533400" y="219075"/>
                </a:lnTo>
                <a:lnTo>
                  <a:pt x="523875" y="219075"/>
                </a:lnTo>
                <a:close/>
                <a:moveTo>
                  <a:pt x="323850" y="276225"/>
                </a:moveTo>
                <a:lnTo>
                  <a:pt x="342900" y="276225"/>
                </a:lnTo>
                <a:lnTo>
                  <a:pt x="342900" y="295275"/>
                </a:lnTo>
                <a:lnTo>
                  <a:pt x="323850" y="295275"/>
                </a:lnTo>
                <a:close/>
                <a:moveTo>
                  <a:pt x="95250" y="295275"/>
                </a:moveTo>
                <a:lnTo>
                  <a:pt x="104775" y="295275"/>
                </a:lnTo>
                <a:lnTo>
                  <a:pt x="104775" y="314325"/>
                </a:lnTo>
                <a:lnTo>
                  <a:pt x="95250" y="314325"/>
                </a:lnTo>
                <a:close/>
                <a:moveTo>
                  <a:pt x="990600" y="295275"/>
                </a:moveTo>
                <a:lnTo>
                  <a:pt x="1000125" y="295275"/>
                </a:lnTo>
                <a:lnTo>
                  <a:pt x="1000125" y="304800"/>
                </a:lnTo>
                <a:lnTo>
                  <a:pt x="990600" y="304800"/>
                </a:lnTo>
                <a:close/>
                <a:moveTo>
                  <a:pt x="190500" y="304800"/>
                </a:moveTo>
                <a:lnTo>
                  <a:pt x="209550" y="304800"/>
                </a:lnTo>
                <a:lnTo>
                  <a:pt x="209550" y="314325"/>
                </a:lnTo>
                <a:lnTo>
                  <a:pt x="190500" y="314325"/>
                </a:lnTo>
                <a:close/>
                <a:moveTo>
                  <a:pt x="133350" y="314325"/>
                </a:moveTo>
                <a:lnTo>
                  <a:pt x="152400" y="314325"/>
                </a:lnTo>
                <a:lnTo>
                  <a:pt x="152400" y="323850"/>
                </a:lnTo>
                <a:lnTo>
                  <a:pt x="161925" y="323850"/>
                </a:lnTo>
                <a:lnTo>
                  <a:pt x="161925" y="333375"/>
                </a:lnTo>
                <a:lnTo>
                  <a:pt x="171450" y="333375"/>
                </a:lnTo>
                <a:lnTo>
                  <a:pt x="171450" y="342900"/>
                </a:lnTo>
                <a:lnTo>
                  <a:pt x="161925" y="342900"/>
                </a:lnTo>
                <a:lnTo>
                  <a:pt x="161925" y="361950"/>
                </a:lnTo>
                <a:lnTo>
                  <a:pt x="142875" y="361950"/>
                </a:lnTo>
                <a:lnTo>
                  <a:pt x="142875" y="371475"/>
                </a:lnTo>
                <a:lnTo>
                  <a:pt x="152400" y="371475"/>
                </a:lnTo>
                <a:lnTo>
                  <a:pt x="152400" y="381000"/>
                </a:lnTo>
                <a:lnTo>
                  <a:pt x="133350" y="381000"/>
                </a:lnTo>
                <a:lnTo>
                  <a:pt x="133350" y="390525"/>
                </a:lnTo>
                <a:lnTo>
                  <a:pt x="114300" y="390525"/>
                </a:lnTo>
                <a:lnTo>
                  <a:pt x="114300" y="381000"/>
                </a:lnTo>
                <a:lnTo>
                  <a:pt x="104775" y="381000"/>
                </a:lnTo>
                <a:lnTo>
                  <a:pt x="104775" y="371475"/>
                </a:lnTo>
                <a:lnTo>
                  <a:pt x="114300" y="371475"/>
                </a:lnTo>
                <a:lnTo>
                  <a:pt x="114300" y="361950"/>
                </a:lnTo>
                <a:lnTo>
                  <a:pt x="104775" y="361950"/>
                </a:lnTo>
                <a:lnTo>
                  <a:pt x="104775" y="352425"/>
                </a:lnTo>
                <a:lnTo>
                  <a:pt x="114300" y="352425"/>
                </a:lnTo>
                <a:lnTo>
                  <a:pt x="114300" y="361950"/>
                </a:lnTo>
                <a:lnTo>
                  <a:pt x="133350" y="361950"/>
                </a:lnTo>
                <a:lnTo>
                  <a:pt x="133350" y="352425"/>
                </a:lnTo>
                <a:lnTo>
                  <a:pt x="142875" y="352425"/>
                </a:lnTo>
                <a:lnTo>
                  <a:pt x="142875" y="342900"/>
                </a:lnTo>
                <a:lnTo>
                  <a:pt x="133350" y="342900"/>
                </a:lnTo>
                <a:close/>
                <a:moveTo>
                  <a:pt x="895350" y="314325"/>
                </a:moveTo>
                <a:lnTo>
                  <a:pt x="904875" y="314325"/>
                </a:lnTo>
                <a:lnTo>
                  <a:pt x="904875" y="323850"/>
                </a:lnTo>
                <a:lnTo>
                  <a:pt x="895350" y="323850"/>
                </a:lnTo>
                <a:close/>
                <a:moveTo>
                  <a:pt x="933450" y="323850"/>
                </a:moveTo>
                <a:lnTo>
                  <a:pt x="952500" y="323850"/>
                </a:lnTo>
                <a:lnTo>
                  <a:pt x="952500" y="428625"/>
                </a:lnTo>
                <a:lnTo>
                  <a:pt x="904875" y="428625"/>
                </a:lnTo>
                <a:lnTo>
                  <a:pt x="904875" y="419100"/>
                </a:lnTo>
                <a:lnTo>
                  <a:pt x="895350" y="419100"/>
                </a:lnTo>
                <a:lnTo>
                  <a:pt x="895350" y="438150"/>
                </a:lnTo>
                <a:lnTo>
                  <a:pt x="876300" y="438150"/>
                </a:lnTo>
                <a:lnTo>
                  <a:pt x="876300" y="428625"/>
                </a:lnTo>
                <a:lnTo>
                  <a:pt x="866775" y="428625"/>
                </a:lnTo>
                <a:lnTo>
                  <a:pt x="866775" y="419100"/>
                </a:lnTo>
                <a:lnTo>
                  <a:pt x="876300" y="419100"/>
                </a:lnTo>
                <a:lnTo>
                  <a:pt x="876300" y="409575"/>
                </a:lnTo>
                <a:lnTo>
                  <a:pt x="904875" y="409575"/>
                </a:lnTo>
                <a:lnTo>
                  <a:pt x="904875" y="361950"/>
                </a:lnTo>
                <a:lnTo>
                  <a:pt x="895350" y="361950"/>
                </a:lnTo>
                <a:lnTo>
                  <a:pt x="895350" y="371475"/>
                </a:lnTo>
                <a:lnTo>
                  <a:pt x="885825" y="371475"/>
                </a:lnTo>
                <a:lnTo>
                  <a:pt x="885825" y="381000"/>
                </a:lnTo>
                <a:lnTo>
                  <a:pt x="866775" y="381000"/>
                </a:lnTo>
                <a:lnTo>
                  <a:pt x="866775" y="352425"/>
                </a:lnTo>
                <a:lnTo>
                  <a:pt x="923925" y="352425"/>
                </a:lnTo>
                <a:lnTo>
                  <a:pt x="923925" y="342900"/>
                </a:lnTo>
                <a:lnTo>
                  <a:pt x="933450" y="342900"/>
                </a:lnTo>
                <a:close/>
                <a:moveTo>
                  <a:pt x="304800" y="333375"/>
                </a:moveTo>
                <a:lnTo>
                  <a:pt x="314325" y="333375"/>
                </a:lnTo>
                <a:lnTo>
                  <a:pt x="314325" y="342900"/>
                </a:lnTo>
                <a:lnTo>
                  <a:pt x="323850" y="342900"/>
                </a:lnTo>
                <a:lnTo>
                  <a:pt x="323850" y="361950"/>
                </a:lnTo>
                <a:lnTo>
                  <a:pt x="304800" y="361950"/>
                </a:lnTo>
                <a:lnTo>
                  <a:pt x="304800" y="352425"/>
                </a:lnTo>
                <a:lnTo>
                  <a:pt x="295275" y="352425"/>
                </a:lnTo>
                <a:lnTo>
                  <a:pt x="295275" y="342900"/>
                </a:lnTo>
                <a:lnTo>
                  <a:pt x="304800" y="342900"/>
                </a:lnTo>
                <a:close/>
                <a:moveTo>
                  <a:pt x="495300" y="333375"/>
                </a:moveTo>
                <a:lnTo>
                  <a:pt x="504825" y="333375"/>
                </a:lnTo>
                <a:lnTo>
                  <a:pt x="504825" y="342900"/>
                </a:lnTo>
                <a:lnTo>
                  <a:pt x="514350" y="342900"/>
                </a:lnTo>
                <a:lnTo>
                  <a:pt x="514350" y="333375"/>
                </a:lnTo>
                <a:lnTo>
                  <a:pt x="523875" y="333375"/>
                </a:lnTo>
                <a:lnTo>
                  <a:pt x="523875" y="342900"/>
                </a:lnTo>
                <a:lnTo>
                  <a:pt x="514350" y="342900"/>
                </a:lnTo>
                <a:lnTo>
                  <a:pt x="514350" y="352425"/>
                </a:lnTo>
                <a:lnTo>
                  <a:pt x="495300" y="352425"/>
                </a:lnTo>
                <a:close/>
                <a:moveTo>
                  <a:pt x="180975" y="342900"/>
                </a:moveTo>
                <a:lnTo>
                  <a:pt x="190500" y="342900"/>
                </a:lnTo>
                <a:lnTo>
                  <a:pt x="190500" y="371475"/>
                </a:lnTo>
                <a:lnTo>
                  <a:pt x="180975" y="371475"/>
                </a:lnTo>
                <a:lnTo>
                  <a:pt x="180975" y="361950"/>
                </a:lnTo>
                <a:lnTo>
                  <a:pt x="171450" y="361950"/>
                </a:lnTo>
                <a:lnTo>
                  <a:pt x="171450" y="352425"/>
                </a:lnTo>
                <a:lnTo>
                  <a:pt x="180975" y="352425"/>
                </a:lnTo>
                <a:close/>
                <a:moveTo>
                  <a:pt x="790575" y="361950"/>
                </a:moveTo>
                <a:lnTo>
                  <a:pt x="800100" y="361950"/>
                </a:lnTo>
                <a:lnTo>
                  <a:pt x="800100" y="371475"/>
                </a:lnTo>
                <a:lnTo>
                  <a:pt x="790575" y="371475"/>
                </a:lnTo>
                <a:close/>
                <a:moveTo>
                  <a:pt x="933450" y="361950"/>
                </a:moveTo>
                <a:lnTo>
                  <a:pt x="942975" y="361950"/>
                </a:lnTo>
                <a:lnTo>
                  <a:pt x="942975" y="352425"/>
                </a:lnTo>
                <a:lnTo>
                  <a:pt x="933450" y="352425"/>
                </a:lnTo>
                <a:close/>
                <a:moveTo>
                  <a:pt x="161925" y="381000"/>
                </a:moveTo>
                <a:lnTo>
                  <a:pt x="171450" y="381000"/>
                </a:lnTo>
                <a:lnTo>
                  <a:pt x="171450" y="390525"/>
                </a:lnTo>
                <a:lnTo>
                  <a:pt x="161925" y="390525"/>
                </a:lnTo>
                <a:close/>
                <a:moveTo>
                  <a:pt x="152400" y="390525"/>
                </a:moveTo>
                <a:lnTo>
                  <a:pt x="161925" y="390525"/>
                </a:lnTo>
                <a:lnTo>
                  <a:pt x="161925" y="400050"/>
                </a:lnTo>
                <a:lnTo>
                  <a:pt x="152400" y="400050"/>
                </a:lnTo>
                <a:close/>
                <a:moveTo>
                  <a:pt x="171450" y="390525"/>
                </a:moveTo>
                <a:lnTo>
                  <a:pt x="180975" y="390525"/>
                </a:lnTo>
                <a:lnTo>
                  <a:pt x="180975" y="400050"/>
                </a:lnTo>
                <a:lnTo>
                  <a:pt x="171450" y="400050"/>
                </a:lnTo>
                <a:close/>
                <a:moveTo>
                  <a:pt x="990600" y="400050"/>
                </a:moveTo>
                <a:lnTo>
                  <a:pt x="1009650" y="400050"/>
                </a:lnTo>
                <a:lnTo>
                  <a:pt x="1009650" y="409575"/>
                </a:lnTo>
                <a:lnTo>
                  <a:pt x="1000125" y="409575"/>
                </a:lnTo>
                <a:lnTo>
                  <a:pt x="1000125" y="419100"/>
                </a:lnTo>
                <a:lnTo>
                  <a:pt x="990600" y="419100"/>
                </a:lnTo>
                <a:close/>
                <a:moveTo>
                  <a:pt x="914400" y="409575"/>
                </a:moveTo>
                <a:lnTo>
                  <a:pt x="933450" y="409575"/>
                </a:lnTo>
                <a:lnTo>
                  <a:pt x="933450" y="400050"/>
                </a:lnTo>
                <a:lnTo>
                  <a:pt x="914400" y="400050"/>
                </a:lnTo>
                <a:close/>
                <a:moveTo>
                  <a:pt x="47625" y="419100"/>
                </a:moveTo>
                <a:lnTo>
                  <a:pt x="66675" y="419100"/>
                </a:lnTo>
                <a:lnTo>
                  <a:pt x="66675" y="428625"/>
                </a:lnTo>
                <a:lnTo>
                  <a:pt x="47625" y="428625"/>
                </a:lnTo>
                <a:close/>
                <a:moveTo>
                  <a:pt x="600075" y="428625"/>
                </a:moveTo>
                <a:lnTo>
                  <a:pt x="619125" y="428625"/>
                </a:lnTo>
                <a:lnTo>
                  <a:pt x="619125" y="438150"/>
                </a:lnTo>
                <a:lnTo>
                  <a:pt x="600075" y="438150"/>
                </a:lnTo>
                <a:close/>
                <a:moveTo>
                  <a:pt x="876300" y="447675"/>
                </a:moveTo>
                <a:lnTo>
                  <a:pt x="895350" y="447675"/>
                </a:lnTo>
                <a:lnTo>
                  <a:pt x="895350" y="466725"/>
                </a:lnTo>
                <a:lnTo>
                  <a:pt x="885825" y="466725"/>
                </a:lnTo>
                <a:lnTo>
                  <a:pt x="885825" y="476250"/>
                </a:lnTo>
                <a:lnTo>
                  <a:pt x="866775" y="476250"/>
                </a:lnTo>
                <a:lnTo>
                  <a:pt x="866775" y="485775"/>
                </a:lnTo>
                <a:lnTo>
                  <a:pt x="847725" y="485775"/>
                </a:lnTo>
                <a:lnTo>
                  <a:pt x="847725" y="466725"/>
                </a:lnTo>
                <a:lnTo>
                  <a:pt x="857250" y="466725"/>
                </a:lnTo>
                <a:lnTo>
                  <a:pt x="857250" y="457200"/>
                </a:lnTo>
                <a:lnTo>
                  <a:pt x="876300" y="457200"/>
                </a:lnTo>
                <a:close/>
                <a:moveTo>
                  <a:pt x="981075" y="447675"/>
                </a:moveTo>
                <a:lnTo>
                  <a:pt x="990600" y="447675"/>
                </a:lnTo>
                <a:lnTo>
                  <a:pt x="990600" y="457200"/>
                </a:lnTo>
                <a:lnTo>
                  <a:pt x="981075" y="457200"/>
                </a:lnTo>
                <a:close/>
                <a:moveTo>
                  <a:pt x="76200" y="466725"/>
                </a:moveTo>
                <a:lnTo>
                  <a:pt x="85725" y="466725"/>
                </a:lnTo>
                <a:lnTo>
                  <a:pt x="85725" y="476250"/>
                </a:lnTo>
                <a:lnTo>
                  <a:pt x="76200" y="476250"/>
                </a:lnTo>
                <a:close/>
                <a:moveTo>
                  <a:pt x="38100" y="476250"/>
                </a:moveTo>
                <a:lnTo>
                  <a:pt x="47625" y="476250"/>
                </a:lnTo>
                <a:lnTo>
                  <a:pt x="47625" y="485775"/>
                </a:lnTo>
                <a:lnTo>
                  <a:pt x="57150" y="485775"/>
                </a:lnTo>
                <a:lnTo>
                  <a:pt x="57150" y="514350"/>
                </a:lnTo>
                <a:lnTo>
                  <a:pt x="38100" y="514350"/>
                </a:lnTo>
                <a:lnTo>
                  <a:pt x="38100" y="504825"/>
                </a:lnTo>
                <a:lnTo>
                  <a:pt x="28575" y="504825"/>
                </a:lnTo>
                <a:lnTo>
                  <a:pt x="28575" y="495300"/>
                </a:lnTo>
                <a:lnTo>
                  <a:pt x="38100" y="495300"/>
                </a:lnTo>
                <a:close/>
                <a:moveTo>
                  <a:pt x="66675" y="476250"/>
                </a:moveTo>
                <a:lnTo>
                  <a:pt x="76200" y="476250"/>
                </a:lnTo>
                <a:lnTo>
                  <a:pt x="76200" y="485775"/>
                </a:lnTo>
                <a:lnTo>
                  <a:pt x="66675" y="485775"/>
                </a:lnTo>
                <a:close/>
                <a:moveTo>
                  <a:pt x="838200" y="485775"/>
                </a:moveTo>
                <a:lnTo>
                  <a:pt x="847725" y="485775"/>
                </a:lnTo>
                <a:lnTo>
                  <a:pt x="847725" y="504825"/>
                </a:lnTo>
                <a:lnTo>
                  <a:pt x="828675" y="504825"/>
                </a:lnTo>
                <a:lnTo>
                  <a:pt x="828675" y="495300"/>
                </a:lnTo>
                <a:lnTo>
                  <a:pt x="838200" y="495300"/>
                </a:lnTo>
                <a:close/>
                <a:moveTo>
                  <a:pt x="904875" y="485775"/>
                </a:moveTo>
                <a:lnTo>
                  <a:pt x="923925" y="485775"/>
                </a:lnTo>
                <a:lnTo>
                  <a:pt x="923925" y="495300"/>
                </a:lnTo>
                <a:lnTo>
                  <a:pt x="933450" y="495300"/>
                </a:lnTo>
                <a:lnTo>
                  <a:pt x="933450" y="504825"/>
                </a:lnTo>
                <a:lnTo>
                  <a:pt x="904875" y="504825"/>
                </a:lnTo>
                <a:close/>
                <a:moveTo>
                  <a:pt x="38100" y="504825"/>
                </a:moveTo>
                <a:lnTo>
                  <a:pt x="47625" y="504825"/>
                </a:lnTo>
                <a:lnTo>
                  <a:pt x="47625" y="495300"/>
                </a:lnTo>
                <a:lnTo>
                  <a:pt x="38100" y="495300"/>
                </a:lnTo>
                <a:close/>
                <a:moveTo>
                  <a:pt x="819150" y="504825"/>
                </a:moveTo>
                <a:lnTo>
                  <a:pt x="828675" y="504825"/>
                </a:lnTo>
                <a:lnTo>
                  <a:pt x="828675" y="514350"/>
                </a:lnTo>
                <a:lnTo>
                  <a:pt x="819150" y="514350"/>
                </a:lnTo>
                <a:close/>
                <a:moveTo>
                  <a:pt x="885825" y="523875"/>
                </a:moveTo>
                <a:lnTo>
                  <a:pt x="895350" y="523875"/>
                </a:lnTo>
                <a:lnTo>
                  <a:pt x="895350" y="533400"/>
                </a:lnTo>
                <a:lnTo>
                  <a:pt x="885825" y="533400"/>
                </a:lnTo>
                <a:close/>
                <a:moveTo>
                  <a:pt x="38100" y="571500"/>
                </a:moveTo>
                <a:lnTo>
                  <a:pt x="47625" y="571500"/>
                </a:lnTo>
                <a:lnTo>
                  <a:pt x="47625" y="590550"/>
                </a:lnTo>
                <a:lnTo>
                  <a:pt x="38100" y="590550"/>
                </a:lnTo>
                <a:close/>
                <a:moveTo>
                  <a:pt x="66675" y="590550"/>
                </a:moveTo>
                <a:lnTo>
                  <a:pt x="76200" y="590550"/>
                </a:lnTo>
                <a:lnTo>
                  <a:pt x="76200" y="600075"/>
                </a:lnTo>
                <a:lnTo>
                  <a:pt x="66675" y="600075"/>
                </a:lnTo>
                <a:close/>
                <a:moveTo>
                  <a:pt x="1104900" y="628650"/>
                </a:moveTo>
                <a:lnTo>
                  <a:pt x="1114425" y="628650"/>
                </a:lnTo>
                <a:lnTo>
                  <a:pt x="1114425" y="638175"/>
                </a:lnTo>
                <a:lnTo>
                  <a:pt x="1104900" y="638175"/>
                </a:lnTo>
                <a:close/>
                <a:moveTo>
                  <a:pt x="1171575" y="638175"/>
                </a:moveTo>
                <a:lnTo>
                  <a:pt x="1190625" y="638175"/>
                </a:lnTo>
                <a:lnTo>
                  <a:pt x="1190625" y="647700"/>
                </a:lnTo>
                <a:lnTo>
                  <a:pt x="1171575" y="647700"/>
                </a:lnTo>
                <a:close/>
                <a:moveTo>
                  <a:pt x="114300" y="676275"/>
                </a:moveTo>
                <a:lnTo>
                  <a:pt x="123825" y="676275"/>
                </a:lnTo>
                <a:lnTo>
                  <a:pt x="123825" y="685800"/>
                </a:lnTo>
                <a:lnTo>
                  <a:pt x="114300" y="685800"/>
                </a:lnTo>
                <a:close/>
                <a:moveTo>
                  <a:pt x="1171575" y="676275"/>
                </a:moveTo>
                <a:lnTo>
                  <a:pt x="1181100" y="676275"/>
                </a:lnTo>
                <a:lnTo>
                  <a:pt x="1181100" y="685800"/>
                </a:lnTo>
                <a:lnTo>
                  <a:pt x="1171575" y="685800"/>
                </a:lnTo>
                <a:close/>
                <a:moveTo>
                  <a:pt x="190500" y="685800"/>
                </a:moveTo>
                <a:lnTo>
                  <a:pt x="209550" y="685800"/>
                </a:lnTo>
                <a:lnTo>
                  <a:pt x="209550" y="695325"/>
                </a:lnTo>
                <a:lnTo>
                  <a:pt x="219075" y="695325"/>
                </a:lnTo>
                <a:lnTo>
                  <a:pt x="219075" y="704850"/>
                </a:lnTo>
                <a:lnTo>
                  <a:pt x="200025" y="704850"/>
                </a:lnTo>
                <a:lnTo>
                  <a:pt x="200025" y="695325"/>
                </a:lnTo>
                <a:lnTo>
                  <a:pt x="190500" y="695325"/>
                </a:lnTo>
                <a:close/>
                <a:moveTo>
                  <a:pt x="466725" y="685800"/>
                </a:moveTo>
                <a:lnTo>
                  <a:pt x="476250" y="685800"/>
                </a:lnTo>
                <a:lnTo>
                  <a:pt x="476250" y="695325"/>
                </a:lnTo>
                <a:lnTo>
                  <a:pt x="466725" y="695325"/>
                </a:lnTo>
                <a:close/>
                <a:moveTo>
                  <a:pt x="457200" y="695325"/>
                </a:moveTo>
                <a:lnTo>
                  <a:pt x="466725" y="695325"/>
                </a:lnTo>
                <a:lnTo>
                  <a:pt x="466725" y="704850"/>
                </a:lnTo>
                <a:lnTo>
                  <a:pt x="476250" y="704850"/>
                </a:lnTo>
                <a:lnTo>
                  <a:pt x="476250" y="714375"/>
                </a:lnTo>
                <a:lnTo>
                  <a:pt x="466725" y="714375"/>
                </a:lnTo>
                <a:lnTo>
                  <a:pt x="466725" y="723900"/>
                </a:lnTo>
                <a:lnTo>
                  <a:pt x="457200" y="723900"/>
                </a:lnTo>
                <a:close/>
                <a:moveTo>
                  <a:pt x="1038225" y="695325"/>
                </a:moveTo>
                <a:lnTo>
                  <a:pt x="1076325" y="695325"/>
                </a:lnTo>
                <a:lnTo>
                  <a:pt x="1076325" y="704850"/>
                </a:lnTo>
                <a:lnTo>
                  <a:pt x="1066800" y="704850"/>
                </a:lnTo>
                <a:lnTo>
                  <a:pt x="1066800" y="714375"/>
                </a:lnTo>
                <a:lnTo>
                  <a:pt x="1076325" y="714375"/>
                </a:lnTo>
                <a:lnTo>
                  <a:pt x="1076325" y="723900"/>
                </a:lnTo>
                <a:lnTo>
                  <a:pt x="1047750" y="723900"/>
                </a:lnTo>
                <a:lnTo>
                  <a:pt x="1047750" y="704850"/>
                </a:lnTo>
                <a:lnTo>
                  <a:pt x="1038225" y="704850"/>
                </a:lnTo>
                <a:close/>
                <a:moveTo>
                  <a:pt x="1000125" y="704850"/>
                </a:moveTo>
                <a:lnTo>
                  <a:pt x="1009650" y="704850"/>
                </a:lnTo>
                <a:lnTo>
                  <a:pt x="1009650" y="714375"/>
                </a:lnTo>
                <a:lnTo>
                  <a:pt x="1000125" y="714375"/>
                </a:lnTo>
                <a:close/>
                <a:moveTo>
                  <a:pt x="1152525" y="704850"/>
                </a:moveTo>
                <a:lnTo>
                  <a:pt x="1162050" y="704850"/>
                </a:lnTo>
                <a:lnTo>
                  <a:pt x="1162050" y="714375"/>
                </a:lnTo>
                <a:lnTo>
                  <a:pt x="1152525" y="714375"/>
                </a:lnTo>
                <a:close/>
                <a:moveTo>
                  <a:pt x="1104900" y="714375"/>
                </a:moveTo>
                <a:lnTo>
                  <a:pt x="1114425" y="714375"/>
                </a:lnTo>
                <a:lnTo>
                  <a:pt x="1114425" y="733425"/>
                </a:lnTo>
                <a:lnTo>
                  <a:pt x="1104900" y="733425"/>
                </a:lnTo>
                <a:close/>
                <a:moveTo>
                  <a:pt x="1162050" y="714375"/>
                </a:moveTo>
                <a:lnTo>
                  <a:pt x="1171575" y="714375"/>
                </a:lnTo>
                <a:lnTo>
                  <a:pt x="1171575" y="723900"/>
                </a:lnTo>
                <a:lnTo>
                  <a:pt x="1162050" y="723900"/>
                </a:lnTo>
                <a:close/>
                <a:moveTo>
                  <a:pt x="409575" y="733425"/>
                </a:moveTo>
                <a:lnTo>
                  <a:pt x="419100" y="733425"/>
                </a:lnTo>
                <a:lnTo>
                  <a:pt x="419100" y="742950"/>
                </a:lnTo>
                <a:lnTo>
                  <a:pt x="409575" y="742950"/>
                </a:lnTo>
                <a:close/>
                <a:moveTo>
                  <a:pt x="28575" y="742950"/>
                </a:moveTo>
                <a:lnTo>
                  <a:pt x="47625" y="742950"/>
                </a:lnTo>
                <a:lnTo>
                  <a:pt x="47625" y="752475"/>
                </a:lnTo>
                <a:lnTo>
                  <a:pt x="28575" y="752475"/>
                </a:lnTo>
                <a:close/>
                <a:moveTo>
                  <a:pt x="161925" y="742950"/>
                </a:moveTo>
                <a:lnTo>
                  <a:pt x="171450" y="742950"/>
                </a:lnTo>
                <a:lnTo>
                  <a:pt x="171450" y="752475"/>
                </a:lnTo>
                <a:lnTo>
                  <a:pt x="161925" y="752475"/>
                </a:lnTo>
                <a:close/>
                <a:moveTo>
                  <a:pt x="847725" y="742950"/>
                </a:moveTo>
                <a:lnTo>
                  <a:pt x="857250" y="742950"/>
                </a:lnTo>
                <a:lnTo>
                  <a:pt x="857250" y="781050"/>
                </a:lnTo>
                <a:lnTo>
                  <a:pt x="838200" y="781050"/>
                </a:lnTo>
                <a:lnTo>
                  <a:pt x="838200" y="762000"/>
                </a:lnTo>
                <a:lnTo>
                  <a:pt x="847725" y="762000"/>
                </a:lnTo>
                <a:close/>
                <a:moveTo>
                  <a:pt x="0" y="752475"/>
                </a:moveTo>
                <a:lnTo>
                  <a:pt x="9525" y="752475"/>
                </a:lnTo>
                <a:lnTo>
                  <a:pt x="9525" y="762000"/>
                </a:lnTo>
                <a:lnTo>
                  <a:pt x="0" y="762000"/>
                </a:lnTo>
                <a:close/>
                <a:moveTo>
                  <a:pt x="304800" y="752475"/>
                </a:moveTo>
                <a:lnTo>
                  <a:pt x="323850" y="752475"/>
                </a:lnTo>
                <a:lnTo>
                  <a:pt x="323850" y="762000"/>
                </a:lnTo>
                <a:lnTo>
                  <a:pt x="342900" y="762000"/>
                </a:lnTo>
                <a:lnTo>
                  <a:pt x="342900" y="790575"/>
                </a:lnTo>
                <a:lnTo>
                  <a:pt x="352425" y="790575"/>
                </a:lnTo>
                <a:lnTo>
                  <a:pt x="352425" y="781050"/>
                </a:lnTo>
                <a:lnTo>
                  <a:pt x="361950" y="781050"/>
                </a:lnTo>
                <a:lnTo>
                  <a:pt x="361950" y="800100"/>
                </a:lnTo>
                <a:lnTo>
                  <a:pt x="352425" y="800100"/>
                </a:lnTo>
                <a:lnTo>
                  <a:pt x="352425" y="809625"/>
                </a:lnTo>
                <a:lnTo>
                  <a:pt x="333375" y="809625"/>
                </a:lnTo>
                <a:lnTo>
                  <a:pt x="333375" y="781050"/>
                </a:lnTo>
                <a:lnTo>
                  <a:pt x="314325" y="781050"/>
                </a:lnTo>
                <a:lnTo>
                  <a:pt x="314325" y="771525"/>
                </a:lnTo>
                <a:lnTo>
                  <a:pt x="304800" y="771525"/>
                </a:lnTo>
                <a:close/>
                <a:moveTo>
                  <a:pt x="361950" y="752475"/>
                </a:moveTo>
                <a:lnTo>
                  <a:pt x="390525" y="752475"/>
                </a:lnTo>
                <a:lnTo>
                  <a:pt x="390525" y="762000"/>
                </a:lnTo>
                <a:lnTo>
                  <a:pt x="381000" y="762000"/>
                </a:lnTo>
                <a:lnTo>
                  <a:pt x="381000" y="771525"/>
                </a:lnTo>
                <a:lnTo>
                  <a:pt x="371475" y="771525"/>
                </a:lnTo>
                <a:lnTo>
                  <a:pt x="371475" y="762000"/>
                </a:lnTo>
                <a:lnTo>
                  <a:pt x="361950" y="762000"/>
                </a:lnTo>
                <a:close/>
                <a:moveTo>
                  <a:pt x="561975" y="752475"/>
                </a:moveTo>
                <a:lnTo>
                  <a:pt x="571500" y="752475"/>
                </a:lnTo>
                <a:lnTo>
                  <a:pt x="571500" y="762000"/>
                </a:lnTo>
                <a:lnTo>
                  <a:pt x="561975" y="762000"/>
                </a:lnTo>
                <a:close/>
                <a:moveTo>
                  <a:pt x="1190625" y="752475"/>
                </a:moveTo>
                <a:lnTo>
                  <a:pt x="1200150" y="752475"/>
                </a:lnTo>
                <a:lnTo>
                  <a:pt x="1200150" y="762000"/>
                </a:lnTo>
                <a:lnTo>
                  <a:pt x="1190625" y="762000"/>
                </a:lnTo>
                <a:close/>
                <a:moveTo>
                  <a:pt x="180975" y="762000"/>
                </a:moveTo>
                <a:lnTo>
                  <a:pt x="190500" y="762000"/>
                </a:lnTo>
                <a:lnTo>
                  <a:pt x="190500" y="771525"/>
                </a:lnTo>
                <a:lnTo>
                  <a:pt x="180975" y="771525"/>
                </a:lnTo>
                <a:close/>
                <a:moveTo>
                  <a:pt x="266700" y="762000"/>
                </a:moveTo>
                <a:lnTo>
                  <a:pt x="276225" y="762000"/>
                </a:lnTo>
                <a:lnTo>
                  <a:pt x="276225" y="771525"/>
                </a:lnTo>
                <a:lnTo>
                  <a:pt x="295275" y="771525"/>
                </a:lnTo>
                <a:lnTo>
                  <a:pt x="295275" y="790575"/>
                </a:lnTo>
                <a:lnTo>
                  <a:pt x="304800" y="790575"/>
                </a:lnTo>
                <a:lnTo>
                  <a:pt x="304800" y="800100"/>
                </a:lnTo>
                <a:lnTo>
                  <a:pt x="314325" y="800100"/>
                </a:lnTo>
                <a:lnTo>
                  <a:pt x="314325" y="809625"/>
                </a:lnTo>
                <a:lnTo>
                  <a:pt x="295275" y="809625"/>
                </a:lnTo>
                <a:lnTo>
                  <a:pt x="295275" y="800100"/>
                </a:lnTo>
                <a:lnTo>
                  <a:pt x="285750" y="800100"/>
                </a:lnTo>
                <a:lnTo>
                  <a:pt x="285750" y="790575"/>
                </a:lnTo>
                <a:lnTo>
                  <a:pt x="276225" y="790575"/>
                </a:lnTo>
                <a:lnTo>
                  <a:pt x="276225" y="800100"/>
                </a:lnTo>
                <a:lnTo>
                  <a:pt x="266700" y="800100"/>
                </a:lnTo>
                <a:close/>
                <a:moveTo>
                  <a:pt x="390525" y="762000"/>
                </a:moveTo>
                <a:lnTo>
                  <a:pt x="400050" y="762000"/>
                </a:lnTo>
                <a:lnTo>
                  <a:pt x="400050" y="781050"/>
                </a:lnTo>
                <a:lnTo>
                  <a:pt x="381000" y="781050"/>
                </a:lnTo>
                <a:lnTo>
                  <a:pt x="381000" y="771525"/>
                </a:lnTo>
                <a:lnTo>
                  <a:pt x="390525" y="771525"/>
                </a:lnTo>
                <a:close/>
                <a:moveTo>
                  <a:pt x="514350" y="762000"/>
                </a:moveTo>
                <a:lnTo>
                  <a:pt x="533400" y="762000"/>
                </a:lnTo>
                <a:lnTo>
                  <a:pt x="533400" y="771525"/>
                </a:lnTo>
                <a:lnTo>
                  <a:pt x="514350" y="771525"/>
                </a:lnTo>
                <a:close/>
                <a:moveTo>
                  <a:pt x="1104900" y="762000"/>
                </a:moveTo>
                <a:lnTo>
                  <a:pt x="1114425" y="762000"/>
                </a:lnTo>
                <a:lnTo>
                  <a:pt x="1114425" y="771525"/>
                </a:lnTo>
                <a:lnTo>
                  <a:pt x="1104900" y="771525"/>
                </a:lnTo>
                <a:close/>
                <a:moveTo>
                  <a:pt x="1200150" y="762000"/>
                </a:moveTo>
                <a:lnTo>
                  <a:pt x="1209675" y="762000"/>
                </a:lnTo>
                <a:lnTo>
                  <a:pt x="1209675" y="790575"/>
                </a:lnTo>
                <a:lnTo>
                  <a:pt x="1200150" y="790575"/>
                </a:lnTo>
                <a:close/>
                <a:moveTo>
                  <a:pt x="9525" y="771525"/>
                </a:moveTo>
                <a:lnTo>
                  <a:pt x="19050" y="771525"/>
                </a:lnTo>
                <a:lnTo>
                  <a:pt x="19050" y="790575"/>
                </a:lnTo>
                <a:lnTo>
                  <a:pt x="9525" y="790575"/>
                </a:lnTo>
                <a:close/>
                <a:moveTo>
                  <a:pt x="228600" y="790575"/>
                </a:moveTo>
                <a:lnTo>
                  <a:pt x="238125" y="790575"/>
                </a:lnTo>
                <a:lnTo>
                  <a:pt x="238125" y="800100"/>
                </a:lnTo>
                <a:lnTo>
                  <a:pt x="228600" y="800100"/>
                </a:lnTo>
                <a:close/>
                <a:moveTo>
                  <a:pt x="809625" y="790575"/>
                </a:moveTo>
                <a:lnTo>
                  <a:pt x="819150" y="790575"/>
                </a:lnTo>
                <a:lnTo>
                  <a:pt x="819150" y="800100"/>
                </a:lnTo>
                <a:lnTo>
                  <a:pt x="809625" y="800100"/>
                </a:lnTo>
                <a:close/>
                <a:moveTo>
                  <a:pt x="904875" y="790575"/>
                </a:moveTo>
                <a:lnTo>
                  <a:pt x="923925" y="790575"/>
                </a:lnTo>
                <a:lnTo>
                  <a:pt x="923925" y="809625"/>
                </a:lnTo>
                <a:lnTo>
                  <a:pt x="895350" y="809625"/>
                </a:lnTo>
                <a:lnTo>
                  <a:pt x="895350" y="800100"/>
                </a:lnTo>
                <a:lnTo>
                  <a:pt x="904875" y="800100"/>
                </a:lnTo>
                <a:close/>
                <a:moveTo>
                  <a:pt x="1133475" y="790575"/>
                </a:moveTo>
                <a:lnTo>
                  <a:pt x="1143000" y="790575"/>
                </a:lnTo>
                <a:lnTo>
                  <a:pt x="1143000" y="800100"/>
                </a:lnTo>
                <a:lnTo>
                  <a:pt x="1133475" y="800100"/>
                </a:lnTo>
                <a:close/>
                <a:moveTo>
                  <a:pt x="409575" y="800100"/>
                </a:moveTo>
                <a:lnTo>
                  <a:pt x="428625" y="800100"/>
                </a:lnTo>
                <a:lnTo>
                  <a:pt x="428625" y="809625"/>
                </a:lnTo>
                <a:lnTo>
                  <a:pt x="409575" y="809625"/>
                </a:lnTo>
                <a:close/>
                <a:moveTo>
                  <a:pt x="762000" y="800100"/>
                </a:moveTo>
                <a:lnTo>
                  <a:pt x="781050" y="800100"/>
                </a:lnTo>
                <a:lnTo>
                  <a:pt x="781050" y="809625"/>
                </a:lnTo>
                <a:lnTo>
                  <a:pt x="762000" y="809625"/>
                </a:lnTo>
                <a:close/>
                <a:moveTo>
                  <a:pt x="800100" y="800100"/>
                </a:moveTo>
                <a:lnTo>
                  <a:pt x="809625" y="800100"/>
                </a:lnTo>
                <a:lnTo>
                  <a:pt x="809625" y="809625"/>
                </a:lnTo>
                <a:lnTo>
                  <a:pt x="800100" y="809625"/>
                </a:lnTo>
                <a:close/>
                <a:moveTo>
                  <a:pt x="819150" y="800100"/>
                </a:moveTo>
                <a:lnTo>
                  <a:pt x="828675" y="800100"/>
                </a:lnTo>
                <a:lnTo>
                  <a:pt x="828675" y="809625"/>
                </a:lnTo>
                <a:lnTo>
                  <a:pt x="819150" y="809625"/>
                </a:lnTo>
                <a:close/>
                <a:moveTo>
                  <a:pt x="1028700" y="800100"/>
                </a:moveTo>
                <a:lnTo>
                  <a:pt x="1038225" y="800100"/>
                </a:lnTo>
                <a:lnTo>
                  <a:pt x="1038225" y="809625"/>
                </a:lnTo>
                <a:lnTo>
                  <a:pt x="1028700" y="809625"/>
                </a:lnTo>
                <a:close/>
                <a:moveTo>
                  <a:pt x="1152525" y="800100"/>
                </a:moveTo>
                <a:lnTo>
                  <a:pt x="1162050" y="800100"/>
                </a:lnTo>
                <a:lnTo>
                  <a:pt x="1162050" y="809625"/>
                </a:lnTo>
                <a:lnTo>
                  <a:pt x="1152525" y="809625"/>
                </a:lnTo>
                <a:close/>
              </a:path>
            </a:pathLst>
          </a:custGeom>
          <a:solidFill xmlns:a="http://schemas.openxmlformats.org/drawingml/2006/main">
            <a:srgbClr val="F8F9F3"/>
          </a:solidFill>
          <a:ln xmlns:a="http://schemas.openxmlformats.org/drawingml/2006/main" w="0">
            <a:noFill/>
          </a:ln>
        </p:spPr>
      </p:sp>
      <p:sp>
        <p:nvSpPr>
          <p:cNvPr id="247" name="v22 vector #f8f8f4">
            <a:extLst xmlns:a="http://schemas.openxmlformats.org/drawingml/2006/main">
              <a:ext uri="{FF2B5EF4-FFF2-40B4-BE49-F238E27FC236}">
                <a16:creationId xmlns:a16="http://schemas.microsoft.com/office/drawing/2014/main" id="{9E268D54-FF1B-428D-A6A2-93839667D9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10675" y="4848225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257175" y="0"/>
                </a:moveTo>
                <a:lnTo>
                  <a:pt x="266700" y="0"/>
                </a:lnTo>
                <a:lnTo>
                  <a:pt x="266700" y="19050"/>
                </a:lnTo>
                <a:lnTo>
                  <a:pt x="257175" y="19050"/>
                </a:lnTo>
                <a:close/>
                <a:moveTo>
                  <a:pt x="542925" y="0"/>
                </a:moveTo>
                <a:lnTo>
                  <a:pt x="571500" y="0"/>
                </a:lnTo>
                <a:lnTo>
                  <a:pt x="571500" y="28575"/>
                </a:lnTo>
                <a:lnTo>
                  <a:pt x="552450" y="28575"/>
                </a:lnTo>
                <a:lnTo>
                  <a:pt x="552450" y="9525"/>
                </a:lnTo>
                <a:lnTo>
                  <a:pt x="542925" y="9525"/>
                </a:lnTo>
                <a:close/>
                <a:moveTo>
                  <a:pt x="685800" y="0"/>
                </a:moveTo>
                <a:lnTo>
                  <a:pt x="695325" y="0"/>
                </a:lnTo>
                <a:lnTo>
                  <a:pt x="695325" y="9525"/>
                </a:lnTo>
                <a:lnTo>
                  <a:pt x="685800" y="9525"/>
                </a:lnTo>
                <a:close/>
                <a:moveTo>
                  <a:pt x="828675" y="0"/>
                </a:moveTo>
                <a:lnTo>
                  <a:pt x="838200" y="0"/>
                </a:lnTo>
                <a:lnTo>
                  <a:pt x="838200" y="9525"/>
                </a:lnTo>
                <a:lnTo>
                  <a:pt x="828675" y="9525"/>
                </a:lnTo>
                <a:close/>
                <a:moveTo>
                  <a:pt x="876300" y="0"/>
                </a:moveTo>
                <a:lnTo>
                  <a:pt x="885825" y="0"/>
                </a:lnTo>
                <a:lnTo>
                  <a:pt x="885825" y="9525"/>
                </a:lnTo>
                <a:lnTo>
                  <a:pt x="876300" y="9525"/>
                </a:lnTo>
                <a:close/>
                <a:moveTo>
                  <a:pt x="190500" y="9525"/>
                </a:moveTo>
                <a:lnTo>
                  <a:pt x="200025" y="9525"/>
                </a:lnTo>
                <a:lnTo>
                  <a:pt x="200025" y="28575"/>
                </a:lnTo>
                <a:lnTo>
                  <a:pt x="190500" y="28575"/>
                </a:lnTo>
                <a:close/>
                <a:moveTo>
                  <a:pt x="533400" y="9525"/>
                </a:moveTo>
                <a:lnTo>
                  <a:pt x="542925" y="9525"/>
                </a:lnTo>
                <a:lnTo>
                  <a:pt x="542925" y="19050"/>
                </a:lnTo>
                <a:lnTo>
                  <a:pt x="533400" y="19050"/>
                </a:lnTo>
                <a:close/>
                <a:moveTo>
                  <a:pt x="1028700" y="9525"/>
                </a:moveTo>
                <a:lnTo>
                  <a:pt x="1038225" y="9525"/>
                </a:lnTo>
                <a:lnTo>
                  <a:pt x="1038225" y="19050"/>
                </a:lnTo>
                <a:lnTo>
                  <a:pt x="1028700" y="19050"/>
                </a:lnTo>
                <a:close/>
                <a:moveTo>
                  <a:pt x="666750" y="19050"/>
                </a:moveTo>
                <a:lnTo>
                  <a:pt x="676275" y="19050"/>
                </a:lnTo>
                <a:lnTo>
                  <a:pt x="676275" y="28575"/>
                </a:lnTo>
                <a:lnTo>
                  <a:pt x="666750" y="28575"/>
                </a:lnTo>
                <a:close/>
                <a:moveTo>
                  <a:pt x="885825" y="19050"/>
                </a:moveTo>
                <a:lnTo>
                  <a:pt x="895350" y="19050"/>
                </a:lnTo>
                <a:lnTo>
                  <a:pt x="895350" y="28575"/>
                </a:lnTo>
                <a:lnTo>
                  <a:pt x="885825" y="28575"/>
                </a:lnTo>
                <a:close/>
                <a:moveTo>
                  <a:pt x="1019175" y="19050"/>
                </a:moveTo>
                <a:lnTo>
                  <a:pt x="1028700" y="19050"/>
                </a:lnTo>
                <a:lnTo>
                  <a:pt x="1028700" y="28575"/>
                </a:lnTo>
                <a:lnTo>
                  <a:pt x="1019175" y="28575"/>
                </a:lnTo>
                <a:close/>
                <a:moveTo>
                  <a:pt x="390525" y="28575"/>
                </a:moveTo>
                <a:lnTo>
                  <a:pt x="400050" y="28575"/>
                </a:lnTo>
                <a:lnTo>
                  <a:pt x="400050" y="38100"/>
                </a:lnTo>
                <a:lnTo>
                  <a:pt x="390525" y="38100"/>
                </a:lnTo>
                <a:close/>
                <a:moveTo>
                  <a:pt x="600075" y="28575"/>
                </a:moveTo>
                <a:lnTo>
                  <a:pt x="619125" y="28575"/>
                </a:lnTo>
                <a:lnTo>
                  <a:pt x="619125" y="38100"/>
                </a:lnTo>
                <a:lnTo>
                  <a:pt x="638175" y="38100"/>
                </a:lnTo>
                <a:lnTo>
                  <a:pt x="638175" y="57150"/>
                </a:lnTo>
                <a:lnTo>
                  <a:pt x="619125" y="57150"/>
                </a:lnTo>
                <a:lnTo>
                  <a:pt x="619125" y="66675"/>
                </a:lnTo>
                <a:lnTo>
                  <a:pt x="609600" y="66675"/>
                </a:lnTo>
                <a:lnTo>
                  <a:pt x="609600" y="47625"/>
                </a:lnTo>
                <a:lnTo>
                  <a:pt x="600075" y="47625"/>
                </a:lnTo>
                <a:close/>
                <a:moveTo>
                  <a:pt x="866775" y="28575"/>
                </a:moveTo>
                <a:lnTo>
                  <a:pt x="885825" y="28575"/>
                </a:lnTo>
                <a:lnTo>
                  <a:pt x="885825" y="38100"/>
                </a:lnTo>
                <a:lnTo>
                  <a:pt x="866775" y="38100"/>
                </a:lnTo>
                <a:close/>
                <a:moveTo>
                  <a:pt x="952500" y="28575"/>
                </a:moveTo>
                <a:lnTo>
                  <a:pt x="962025" y="28575"/>
                </a:lnTo>
                <a:lnTo>
                  <a:pt x="962025" y="57150"/>
                </a:lnTo>
                <a:lnTo>
                  <a:pt x="952500" y="57150"/>
                </a:lnTo>
                <a:close/>
                <a:moveTo>
                  <a:pt x="57150" y="38100"/>
                </a:moveTo>
                <a:lnTo>
                  <a:pt x="66675" y="38100"/>
                </a:lnTo>
                <a:lnTo>
                  <a:pt x="66675" y="47625"/>
                </a:lnTo>
                <a:lnTo>
                  <a:pt x="57150" y="47625"/>
                </a:lnTo>
                <a:close/>
                <a:moveTo>
                  <a:pt x="314325" y="38100"/>
                </a:moveTo>
                <a:lnTo>
                  <a:pt x="323850" y="38100"/>
                </a:lnTo>
                <a:lnTo>
                  <a:pt x="323850" y="47625"/>
                </a:lnTo>
                <a:lnTo>
                  <a:pt x="333375" y="47625"/>
                </a:lnTo>
                <a:lnTo>
                  <a:pt x="333375" y="57150"/>
                </a:lnTo>
                <a:lnTo>
                  <a:pt x="314325" y="57150"/>
                </a:lnTo>
                <a:close/>
                <a:moveTo>
                  <a:pt x="1000125" y="38100"/>
                </a:moveTo>
                <a:lnTo>
                  <a:pt x="1009650" y="38100"/>
                </a:lnTo>
                <a:lnTo>
                  <a:pt x="1009650" y="47625"/>
                </a:lnTo>
                <a:lnTo>
                  <a:pt x="1000125" y="47625"/>
                </a:lnTo>
                <a:close/>
                <a:moveTo>
                  <a:pt x="152400" y="47625"/>
                </a:moveTo>
                <a:lnTo>
                  <a:pt x="161925" y="47625"/>
                </a:lnTo>
                <a:lnTo>
                  <a:pt x="161925" y="85725"/>
                </a:lnTo>
                <a:lnTo>
                  <a:pt x="152400" y="85725"/>
                </a:lnTo>
                <a:close/>
                <a:moveTo>
                  <a:pt x="476250" y="47625"/>
                </a:moveTo>
                <a:lnTo>
                  <a:pt x="485775" y="47625"/>
                </a:lnTo>
                <a:lnTo>
                  <a:pt x="485775" y="57150"/>
                </a:lnTo>
                <a:lnTo>
                  <a:pt x="476250" y="57150"/>
                </a:lnTo>
                <a:close/>
                <a:moveTo>
                  <a:pt x="209550" y="57150"/>
                </a:moveTo>
                <a:lnTo>
                  <a:pt x="219075" y="57150"/>
                </a:lnTo>
                <a:lnTo>
                  <a:pt x="219075" y="66675"/>
                </a:lnTo>
                <a:lnTo>
                  <a:pt x="209550" y="66675"/>
                </a:lnTo>
                <a:close/>
                <a:moveTo>
                  <a:pt x="228600" y="57150"/>
                </a:moveTo>
                <a:lnTo>
                  <a:pt x="257175" y="57150"/>
                </a:lnTo>
                <a:lnTo>
                  <a:pt x="257175" y="66675"/>
                </a:lnTo>
                <a:lnTo>
                  <a:pt x="228600" y="66675"/>
                </a:lnTo>
                <a:close/>
                <a:moveTo>
                  <a:pt x="914400" y="57150"/>
                </a:moveTo>
                <a:lnTo>
                  <a:pt x="933450" y="57150"/>
                </a:lnTo>
                <a:lnTo>
                  <a:pt x="933450" y="76200"/>
                </a:lnTo>
                <a:lnTo>
                  <a:pt x="923925" y="76200"/>
                </a:lnTo>
                <a:lnTo>
                  <a:pt x="923925" y="66675"/>
                </a:lnTo>
                <a:lnTo>
                  <a:pt x="914400" y="66675"/>
                </a:lnTo>
                <a:close/>
                <a:moveTo>
                  <a:pt x="190500" y="76200"/>
                </a:moveTo>
                <a:lnTo>
                  <a:pt x="200025" y="76200"/>
                </a:lnTo>
                <a:lnTo>
                  <a:pt x="200025" y="95250"/>
                </a:lnTo>
                <a:lnTo>
                  <a:pt x="190500" y="95250"/>
                </a:lnTo>
                <a:lnTo>
                  <a:pt x="190500" y="114300"/>
                </a:lnTo>
                <a:lnTo>
                  <a:pt x="180975" y="114300"/>
                </a:lnTo>
                <a:lnTo>
                  <a:pt x="180975" y="85725"/>
                </a:lnTo>
                <a:lnTo>
                  <a:pt x="190500" y="85725"/>
                </a:lnTo>
                <a:close/>
                <a:moveTo>
                  <a:pt x="257175" y="76200"/>
                </a:moveTo>
                <a:lnTo>
                  <a:pt x="276225" y="76200"/>
                </a:lnTo>
                <a:lnTo>
                  <a:pt x="276225" y="85725"/>
                </a:lnTo>
                <a:lnTo>
                  <a:pt x="257175" y="85725"/>
                </a:lnTo>
                <a:close/>
                <a:moveTo>
                  <a:pt x="161925" y="85725"/>
                </a:moveTo>
                <a:lnTo>
                  <a:pt x="171450" y="85725"/>
                </a:lnTo>
                <a:lnTo>
                  <a:pt x="171450" y="104775"/>
                </a:lnTo>
                <a:lnTo>
                  <a:pt x="161925" y="104775"/>
                </a:lnTo>
                <a:close/>
                <a:moveTo>
                  <a:pt x="28575" y="95250"/>
                </a:moveTo>
                <a:lnTo>
                  <a:pt x="38100" y="95250"/>
                </a:lnTo>
                <a:lnTo>
                  <a:pt x="38100" y="104775"/>
                </a:lnTo>
                <a:lnTo>
                  <a:pt x="28575" y="104775"/>
                </a:lnTo>
                <a:close/>
                <a:moveTo>
                  <a:pt x="209550" y="95250"/>
                </a:moveTo>
                <a:lnTo>
                  <a:pt x="247650" y="95250"/>
                </a:lnTo>
                <a:lnTo>
                  <a:pt x="247650" y="104775"/>
                </a:lnTo>
                <a:lnTo>
                  <a:pt x="228600" y="104775"/>
                </a:lnTo>
                <a:lnTo>
                  <a:pt x="228600" y="114300"/>
                </a:lnTo>
                <a:lnTo>
                  <a:pt x="209550" y="114300"/>
                </a:lnTo>
                <a:close/>
                <a:moveTo>
                  <a:pt x="952500" y="95250"/>
                </a:moveTo>
                <a:lnTo>
                  <a:pt x="971550" y="95250"/>
                </a:lnTo>
                <a:lnTo>
                  <a:pt x="971550" y="104775"/>
                </a:lnTo>
                <a:lnTo>
                  <a:pt x="952500" y="104775"/>
                </a:lnTo>
                <a:close/>
                <a:moveTo>
                  <a:pt x="190500" y="114300"/>
                </a:moveTo>
                <a:lnTo>
                  <a:pt x="200025" y="114300"/>
                </a:lnTo>
                <a:lnTo>
                  <a:pt x="200025" y="123825"/>
                </a:lnTo>
                <a:lnTo>
                  <a:pt x="190500" y="123825"/>
                </a:lnTo>
                <a:close/>
                <a:moveTo>
                  <a:pt x="47625" y="123825"/>
                </a:moveTo>
                <a:lnTo>
                  <a:pt x="66675" y="123825"/>
                </a:lnTo>
                <a:lnTo>
                  <a:pt x="66675" y="133350"/>
                </a:lnTo>
                <a:lnTo>
                  <a:pt x="57150" y="133350"/>
                </a:lnTo>
                <a:lnTo>
                  <a:pt x="57150" y="142875"/>
                </a:lnTo>
                <a:lnTo>
                  <a:pt x="47625" y="142875"/>
                </a:lnTo>
                <a:close/>
                <a:moveTo>
                  <a:pt x="561975" y="123825"/>
                </a:moveTo>
                <a:lnTo>
                  <a:pt x="581025" y="123825"/>
                </a:lnTo>
                <a:lnTo>
                  <a:pt x="581025" y="133350"/>
                </a:lnTo>
                <a:lnTo>
                  <a:pt x="561975" y="133350"/>
                </a:lnTo>
                <a:close/>
                <a:moveTo>
                  <a:pt x="152400" y="133350"/>
                </a:moveTo>
                <a:lnTo>
                  <a:pt x="161925" y="133350"/>
                </a:lnTo>
                <a:lnTo>
                  <a:pt x="161925" y="142875"/>
                </a:lnTo>
                <a:lnTo>
                  <a:pt x="152400" y="142875"/>
                </a:lnTo>
                <a:close/>
                <a:moveTo>
                  <a:pt x="933450" y="133350"/>
                </a:moveTo>
                <a:lnTo>
                  <a:pt x="942975" y="133350"/>
                </a:lnTo>
                <a:lnTo>
                  <a:pt x="942975" y="152400"/>
                </a:lnTo>
                <a:lnTo>
                  <a:pt x="933450" y="152400"/>
                </a:lnTo>
                <a:close/>
                <a:moveTo>
                  <a:pt x="66675" y="142875"/>
                </a:moveTo>
                <a:lnTo>
                  <a:pt x="76200" y="142875"/>
                </a:lnTo>
                <a:lnTo>
                  <a:pt x="76200" y="152400"/>
                </a:lnTo>
                <a:lnTo>
                  <a:pt x="66675" y="152400"/>
                </a:lnTo>
                <a:close/>
                <a:moveTo>
                  <a:pt x="85725" y="152400"/>
                </a:moveTo>
                <a:lnTo>
                  <a:pt x="95250" y="152400"/>
                </a:lnTo>
                <a:lnTo>
                  <a:pt x="95250" y="161925"/>
                </a:lnTo>
                <a:lnTo>
                  <a:pt x="85725" y="161925"/>
                </a:lnTo>
                <a:close/>
                <a:moveTo>
                  <a:pt x="123825" y="171450"/>
                </a:moveTo>
                <a:lnTo>
                  <a:pt x="142875" y="171450"/>
                </a:lnTo>
                <a:lnTo>
                  <a:pt x="142875" y="180975"/>
                </a:lnTo>
                <a:lnTo>
                  <a:pt x="123825" y="180975"/>
                </a:lnTo>
                <a:close/>
                <a:moveTo>
                  <a:pt x="781050" y="171450"/>
                </a:moveTo>
                <a:lnTo>
                  <a:pt x="790575" y="171450"/>
                </a:lnTo>
                <a:lnTo>
                  <a:pt x="790575" y="180975"/>
                </a:lnTo>
                <a:lnTo>
                  <a:pt x="781050" y="180975"/>
                </a:lnTo>
                <a:close/>
                <a:moveTo>
                  <a:pt x="104775" y="180975"/>
                </a:moveTo>
                <a:lnTo>
                  <a:pt x="123825" y="180975"/>
                </a:lnTo>
                <a:lnTo>
                  <a:pt x="123825" y="200025"/>
                </a:lnTo>
                <a:lnTo>
                  <a:pt x="114300" y="200025"/>
                </a:lnTo>
                <a:lnTo>
                  <a:pt x="114300" y="190500"/>
                </a:lnTo>
                <a:lnTo>
                  <a:pt x="104775" y="190500"/>
                </a:lnTo>
                <a:close/>
                <a:moveTo>
                  <a:pt x="133350" y="190500"/>
                </a:moveTo>
                <a:lnTo>
                  <a:pt x="142875" y="190500"/>
                </a:lnTo>
                <a:lnTo>
                  <a:pt x="142875" y="209550"/>
                </a:lnTo>
                <a:lnTo>
                  <a:pt x="133350" y="209550"/>
                </a:lnTo>
                <a:close/>
                <a:moveTo>
                  <a:pt x="552450" y="190500"/>
                </a:moveTo>
                <a:lnTo>
                  <a:pt x="561975" y="190500"/>
                </a:lnTo>
                <a:lnTo>
                  <a:pt x="561975" y="200025"/>
                </a:lnTo>
                <a:lnTo>
                  <a:pt x="552450" y="200025"/>
                </a:lnTo>
                <a:close/>
                <a:moveTo>
                  <a:pt x="723900" y="190500"/>
                </a:moveTo>
                <a:lnTo>
                  <a:pt x="733425" y="190500"/>
                </a:lnTo>
                <a:lnTo>
                  <a:pt x="733425" y="200025"/>
                </a:lnTo>
                <a:lnTo>
                  <a:pt x="723900" y="200025"/>
                </a:lnTo>
                <a:close/>
                <a:moveTo>
                  <a:pt x="1057275" y="190500"/>
                </a:moveTo>
                <a:lnTo>
                  <a:pt x="1066800" y="190500"/>
                </a:lnTo>
                <a:lnTo>
                  <a:pt x="1066800" y="200025"/>
                </a:lnTo>
                <a:lnTo>
                  <a:pt x="1057275" y="200025"/>
                </a:lnTo>
                <a:close/>
                <a:moveTo>
                  <a:pt x="352425" y="209550"/>
                </a:moveTo>
                <a:lnTo>
                  <a:pt x="371475" y="209550"/>
                </a:lnTo>
                <a:lnTo>
                  <a:pt x="371475" y="219075"/>
                </a:lnTo>
                <a:lnTo>
                  <a:pt x="352425" y="219075"/>
                </a:lnTo>
                <a:close/>
                <a:moveTo>
                  <a:pt x="542925" y="209550"/>
                </a:moveTo>
                <a:lnTo>
                  <a:pt x="561975" y="209550"/>
                </a:lnTo>
                <a:lnTo>
                  <a:pt x="561975" y="228600"/>
                </a:lnTo>
                <a:lnTo>
                  <a:pt x="542925" y="228600"/>
                </a:lnTo>
                <a:close/>
                <a:moveTo>
                  <a:pt x="85725" y="219075"/>
                </a:moveTo>
                <a:lnTo>
                  <a:pt x="95250" y="219075"/>
                </a:lnTo>
                <a:lnTo>
                  <a:pt x="95250" y="228600"/>
                </a:lnTo>
                <a:lnTo>
                  <a:pt x="85725" y="228600"/>
                </a:lnTo>
                <a:close/>
                <a:moveTo>
                  <a:pt x="400050" y="219075"/>
                </a:moveTo>
                <a:lnTo>
                  <a:pt x="428625" y="219075"/>
                </a:lnTo>
                <a:lnTo>
                  <a:pt x="428625" y="228600"/>
                </a:lnTo>
                <a:lnTo>
                  <a:pt x="400050" y="228600"/>
                </a:lnTo>
                <a:close/>
                <a:moveTo>
                  <a:pt x="47625" y="228600"/>
                </a:moveTo>
                <a:lnTo>
                  <a:pt x="76200" y="228600"/>
                </a:lnTo>
                <a:lnTo>
                  <a:pt x="76200" y="238125"/>
                </a:lnTo>
                <a:lnTo>
                  <a:pt x="66675" y="238125"/>
                </a:lnTo>
                <a:lnTo>
                  <a:pt x="66675" y="247650"/>
                </a:lnTo>
                <a:lnTo>
                  <a:pt x="47625" y="247650"/>
                </a:lnTo>
                <a:close/>
                <a:moveTo>
                  <a:pt x="114300" y="228600"/>
                </a:moveTo>
                <a:lnTo>
                  <a:pt x="142875" y="228600"/>
                </a:lnTo>
                <a:lnTo>
                  <a:pt x="142875" y="257175"/>
                </a:lnTo>
                <a:lnTo>
                  <a:pt x="133350" y="257175"/>
                </a:lnTo>
                <a:lnTo>
                  <a:pt x="133350" y="238125"/>
                </a:lnTo>
                <a:lnTo>
                  <a:pt x="114300" y="238125"/>
                </a:lnTo>
                <a:close/>
                <a:moveTo>
                  <a:pt x="190500" y="228600"/>
                </a:moveTo>
                <a:lnTo>
                  <a:pt x="200025" y="228600"/>
                </a:lnTo>
                <a:lnTo>
                  <a:pt x="200025" y="247650"/>
                </a:lnTo>
                <a:lnTo>
                  <a:pt x="190500" y="247650"/>
                </a:lnTo>
                <a:close/>
                <a:moveTo>
                  <a:pt x="285750" y="228600"/>
                </a:moveTo>
                <a:lnTo>
                  <a:pt x="295275" y="228600"/>
                </a:lnTo>
                <a:lnTo>
                  <a:pt x="295275" y="247650"/>
                </a:lnTo>
                <a:lnTo>
                  <a:pt x="285750" y="247650"/>
                </a:lnTo>
                <a:close/>
                <a:moveTo>
                  <a:pt x="447675" y="228600"/>
                </a:moveTo>
                <a:lnTo>
                  <a:pt x="457200" y="228600"/>
                </a:lnTo>
                <a:lnTo>
                  <a:pt x="457200" y="238125"/>
                </a:lnTo>
                <a:lnTo>
                  <a:pt x="447675" y="238125"/>
                </a:lnTo>
                <a:close/>
                <a:moveTo>
                  <a:pt x="561975" y="228600"/>
                </a:moveTo>
                <a:lnTo>
                  <a:pt x="571500" y="228600"/>
                </a:lnTo>
                <a:lnTo>
                  <a:pt x="571500" y="238125"/>
                </a:lnTo>
                <a:lnTo>
                  <a:pt x="561975" y="238125"/>
                </a:lnTo>
                <a:close/>
                <a:moveTo>
                  <a:pt x="152400" y="238125"/>
                </a:moveTo>
                <a:lnTo>
                  <a:pt x="161925" y="238125"/>
                </a:lnTo>
                <a:lnTo>
                  <a:pt x="161925" y="247650"/>
                </a:lnTo>
                <a:lnTo>
                  <a:pt x="152400" y="247650"/>
                </a:lnTo>
                <a:close/>
                <a:moveTo>
                  <a:pt x="333375" y="238125"/>
                </a:moveTo>
                <a:lnTo>
                  <a:pt x="342900" y="238125"/>
                </a:lnTo>
                <a:lnTo>
                  <a:pt x="342900" y="257175"/>
                </a:lnTo>
                <a:lnTo>
                  <a:pt x="352425" y="257175"/>
                </a:lnTo>
                <a:lnTo>
                  <a:pt x="352425" y="266700"/>
                </a:lnTo>
                <a:lnTo>
                  <a:pt x="361950" y="266700"/>
                </a:lnTo>
                <a:lnTo>
                  <a:pt x="361950" y="276225"/>
                </a:lnTo>
                <a:lnTo>
                  <a:pt x="342900" y="276225"/>
                </a:lnTo>
                <a:lnTo>
                  <a:pt x="342900" y="266700"/>
                </a:lnTo>
                <a:lnTo>
                  <a:pt x="333375" y="266700"/>
                </a:lnTo>
                <a:close/>
                <a:moveTo>
                  <a:pt x="409575" y="238125"/>
                </a:moveTo>
                <a:lnTo>
                  <a:pt x="419100" y="238125"/>
                </a:lnTo>
                <a:lnTo>
                  <a:pt x="419100" y="247650"/>
                </a:lnTo>
                <a:lnTo>
                  <a:pt x="409575" y="247650"/>
                </a:lnTo>
                <a:close/>
                <a:moveTo>
                  <a:pt x="914400" y="238125"/>
                </a:moveTo>
                <a:lnTo>
                  <a:pt x="933450" y="238125"/>
                </a:lnTo>
                <a:lnTo>
                  <a:pt x="933450" y="247650"/>
                </a:lnTo>
                <a:lnTo>
                  <a:pt x="914400" y="247650"/>
                </a:lnTo>
                <a:close/>
                <a:moveTo>
                  <a:pt x="962025" y="238125"/>
                </a:moveTo>
                <a:lnTo>
                  <a:pt x="971550" y="238125"/>
                </a:lnTo>
                <a:lnTo>
                  <a:pt x="971550" y="247650"/>
                </a:lnTo>
                <a:lnTo>
                  <a:pt x="962025" y="247650"/>
                </a:lnTo>
                <a:close/>
                <a:moveTo>
                  <a:pt x="438150" y="247650"/>
                </a:moveTo>
                <a:lnTo>
                  <a:pt x="457200" y="247650"/>
                </a:lnTo>
                <a:lnTo>
                  <a:pt x="457200" y="276225"/>
                </a:lnTo>
                <a:lnTo>
                  <a:pt x="447675" y="276225"/>
                </a:lnTo>
                <a:lnTo>
                  <a:pt x="447675" y="257175"/>
                </a:lnTo>
                <a:lnTo>
                  <a:pt x="438150" y="257175"/>
                </a:lnTo>
                <a:close/>
                <a:moveTo>
                  <a:pt x="295275" y="257175"/>
                </a:moveTo>
                <a:lnTo>
                  <a:pt x="304800" y="257175"/>
                </a:lnTo>
                <a:lnTo>
                  <a:pt x="304800" y="276225"/>
                </a:lnTo>
                <a:lnTo>
                  <a:pt x="295275" y="276225"/>
                </a:lnTo>
                <a:close/>
                <a:moveTo>
                  <a:pt x="314325" y="257175"/>
                </a:moveTo>
                <a:lnTo>
                  <a:pt x="323850" y="257175"/>
                </a:lnTo>
                <a:lnTo>
                  <a:pt x="323850" y="266700"/>
                </a:lnTo>
                <a:lnTo>
                  <a:pt x="314325" y="266700"/>
                </a:lnTo>
                <a:close/>
                <a:moveTo>
                  <a:pt x="542925" y="257175"/>
                </a:moveTo>
                <a:lnTo>
                  <a:pt x="552450" y="257175"/>
                </a:lnTo>
                <a:lnTo>
                  <a:pt x="552450" y="266700"/>
                </a:lnTo>
                <a:lnTo>
                  <a:pt x="542925" y="266700"/>
                </a:lnTo>
                <a:close/>
                <a:moveTo>
                  <a:pt x="19050" y="266700"/>
                </a:moveTo>
                <a:lnTo>
                  <a:pt x="28575" y="266700"/>
                </a:lnTo>
                <a:lnTo>
                  <a:pt x="28575" y="276225"/>
                </a:lnTo>
                <a:lnTo>
                  <a:pt x="19050" y="276225"/>
                </a:lnTo>
                <a:close/>
                <a:moveTo>
                  <a:pt x="533400" y="266700"/>
                </a:moveTo>
                <a:lnTo>
                  <a:pt x="542925" y="266700"/>
                </a:lnTo>
                <a:lnTo>
                  <a:pt x="542925" y="285750"/>
                </a:lnTo>
                <a:lnTo>
                  <a:pt x="552450" y="285750"/>
                </a:lnTo>
                <a:lnTo>
                  <a:pt x="552450" y="276225"/>
                </a:lnTo>
                <a:lnTo>
                  <a:pt x="561975" y="276225"/>
                </a:lnTo>
                <a:lnTo>
                  <a:pt x="561975" y="285750"/>
                </a:lnTo>
                <a:lnTo>
                  <a:pt x="552450" y="285750"/>
                </a:lnTo>
                <a:lnTo>
                  <a:pt x="552450" y="295275"/>
                </a:lnTo>
                <a:lnTo>
                  <a:pt x="542925" y="295275"/>
                </a:lnTo>
                <a:lnTo>
                  <a:pt x="542925" y="333375"/>
                </a:lnTo>
                <a:lnTo>
                  <a:pt x="533400" y="333375"/>
                </a:lnTo>
                <a:lnTo>
                  <a:pt x="533400" y="304800"/>
                </a:lnTo>
                <a:lnTo>
                  <a:pt x="523875" y="304800"/>
                </a:lnTo>
                <a:lnTo>
                  <a:pt x="523875" y="295275"/>
                </a:lnTo>
                <a:lnTo>
                  <a:pt x="533400" y="295275"/>
                </a:lnTo>
                <a:close/>
                <a:moveTo>
                  <a:pt x="571500" y="276225"/>
                </a:moveTo>
                <a:lnTo>
                  <a:pt x="581025" y="276225"/>
                </a:lnTo>
                <a:lnTo>
                  <a:pt x="581025" y="295275"/>
                </a:lnTo>
                <a:lnTo>
                  <a:pt x="571500" y="295275"/>
                </a:lnTo>
                <a:close/>
                <a:moveTo>
                  <a:pt x="19050" y="285750"/>
                </a:moveTo>
                <a:lnTo>
                  <a:pt x="28575" y="285750"/>
                </a:lnTo>
                <a:lnTo>
                  <a:pt x="28575" y="304800"/>
                </a:lnTo>
                <a:lnTo>
                  <a:pt x="9525" y="304800"/>
                </a:lnTo>
                <a:lnTo>
                  <a:pt x="9525" y="295275"/>
                </a:lnTo>
                <a:lnTo>
                  <a:pt x="19050" y="295275"/>
                </a:lnTo>
                <a:close/>
                <a:moveTo>
                  <a:pt x="161925" y="285750"/>
                </a:moveTo>
                <a:lnTo>
                  <a:pt x="171450" y="285750"/>
                </a:lnTo>
                <a:lnTo>
                  <a:pt x="171450" y="295275"/>
                </a:lnTo>
                <a:lnTo>
                  <a:pt x="161925" y="295275"/>
                </a:lnTo>
                <a:close/>
                <a:moveTo>
                  <a:pt x="361950" y="295275"/>
                </a:moveTo>
                <a:lnTo>
                  <a:pt x="390525" y="295275"/>
                </a:lnTo>
                <a:lnTo>
                  <a:pt x="390525" y="304800"/>
                </a:lnTo>
                <a:lnTo>
                  <a:pt x="381000" y="304800"/>
                </a:lnTo>
                <a:lnTo>
                  <a:pt x="381000" y="314325"/>
                </a:lnTo>
                <a:lnTo>
                  <a:pt x="371475" y="314325"/>
                </a:lnTo>
                <a:lnTo>
                  <a:pt x="371475" y="304800"/>
                </a:lnTo>
                <a:lnTo>
                  <a:pt x="361950" y="304800"/>
                </a:lnTo>
                <a:close/>
                <a:moveTo>
                  <a:pt x="47625" y="304800"/>
                </a:moveTo>
                <a:lnTo>
                  <a:pt x="57150" y="304800"/>
                </a:lnTo>
                <a:lnTo>
                  <a:pt x="57150" y="314325"/>
                </a:lnTo>
                <a:lnTo>
                  <a:pt x="47625" y="314325"/>
                </a:lnTo>
                <a:close/>
                <a:moveTo>
                  <a:pt x="171450" y="304800"/>
                </a:moveTo>
                <a:lnTo>
                  <a:pt x="180975" y="304800"/>
                </a:lnTo>
                <a:lnTo>
                  <a:pt x="180975" y="314325"/>
                </a:lnTo>
                <a:lnTo>
                  <a:pt x="171450" y="314325"/>
                </a:lnTo>
                <a:close/>
                <a:moveTo>
                  <a:pt x="304800" y="304800"/>
                </a:moveTo>
                <a:lnTo>
                  <a:pt x="314325" y="304800"/>
                </a:lnTo>
                <a:lnTo>
                  <a:pt x="314325" y="314325"/>
                </a:lnTo>
                <a:lnTo>
                  <a:pt x="304800" y="314325"/>
                </a:lnTo>
                <a:close/>
                <a:moveTo>
                  <a:pt x="438150" y="304800"/>
                </a:moveTo>
                <a:lnTo>
                  <a:pt x="447675" y="304800"/>
                </a:lnTo>
                <a:lnTo>
                  <a:pt x="447675" y="333375"/>
                </a:lnTo>
                <a:lnTo>
                  <a:pt x="438150" y="333375"/>
                </a:lnTo>
                <a:close/>
                <a:moveTo>
                  <a:pt x="9525" y="314325"/>
                </a:moveTo>
                <a:lnTo>
                  <a:pt x="19050" y="314325"/>
                </a:lnTo>
                <a:lnTo>
                  <a:pt x="19050" y="323850"/>
                </a:lnTo>
                <a:lnTo>
                  <a:pt x="9525" y="323850"/>
                </a:lnTo>
                <a:close/>
                <a:moveTo>
                  <a:pt x="180975" y="314325"/>
                </a:moveTo>
                <a:lnTo>
                  <a:pt x="190500" y="314325"/>
                </a:lnTo>
                <a:lnTo>
                  <a:pt x="190500" y="323850"/>
                </a:lnTo>
                <a:lnTo>
                  <a:pt x="180975" y="323850"/>
                </a:lnTo>
                <a:close/>
                <a:moveTo>
                  <a:pt x="933450" y="314325"/>
                </a:moveTo>
                <a:lnTo>
                  <a:pt x="942975" y="314325"/>
                </a:lnTo>
                <a:lnTo>
                  <a:pt x="942975" y="323850"/>
                </a:lnTo>
                <a:lnTo>
                  <a:pt x="933450" y="323850"/>
                </a:lnTo>
                <a:close/>
                <a:moveTo>
                  <a:pt x="457200" y="323850"/>
                </a:moveTo>
                <a:lnTo>
                  <a:pt x="466725" y="323850"/>
                </a:lnTo>
                <a:lnTo>
                  <a:pt x="466725" y="333375"/>
                </a:lnTo>
                <a:lnTo>
                  <a:pt x="457200" y="333375"/>
                </a:lnTo>
                <a:close/>
                <a:moveTo>
                  <a:pt x="990600" y="323850"/>
                </a:moveTo>
                <a:lnTo>
                  <a:pt x="1000125" y="323850"/>
                </a:lnTo>
                <a:lnTo>
                  <a:pt x="1000125" y="342900"/>
                </a:lnTo>
                <a:lnTo>
                  <a:pt x="990600" y="342900"/>
                </a:lnTo>
                <a:close/>
                <a:moveTo>
                  <a:pt x="428625" y="333375"/>
                </a:moveTo>
                <a:lnTo>
                  <a:pt x="438150" y="333375"/>
                </a:lnTo>
                <a:lnTo>
                  <a:pt x="438150" y="342900"/>
                </a:lnTo>
                <a:lnTo>
                  <a:pt x="428625" y="342900"/>
                </a:lnTo>
                <a:close/>
                <a:moveTo>
                  <a:pt x="628650" y="333375"/>
                </a:moveTo>
                <a:lnTo>
                  <a:pt x="638175" y="333375"/>
                </a:lnTo>
                <a:lnTo>
                  <a:pt x="638175" y="342900"/>
                </a:lnTo>
                <a:lnTo>
                  <a:pt x="628650" y="342900"/>
                </a:lnTo>
                <a:close/>
                <a:moveTo>
                  <a:pt x="209550" y="342900"/>
                </a:moveTo>
                <a:lnTo>
                  <a:pt x="219075" y="342900"/>
                </a:lnTo>
                <a:lnTo>
                  <a:pt x="219075" y="352425"/>
                </a:lnTo>
                <a:lnTo>
                  <a:pt x="209550" y="352425"/>
                </a:lnTo>
                <a:close/>
                <a:moveTo>
                  <a:pt x="409575" y="342900"/>
                </a:moveTo>
                <a:lnTo>
                  <a:pt x="419100" y="342900"/>
                </a:lnTo>
                <a:lnTo>
                  <a:pt x="419100" y="361950"/>
                </a:lnTo>
                <a:lnTo>
                  <a:pt x="409575" y="361950"/>
                </a:lnTo>
                <a:close/>
                <a:moveTo>
                  <a:pt x="638175" y="342900"/>
                </a:moveTo>
                <a:lnTo>
                  <a:pt x="666750" y="342900"/>
                </a:lnTo>
                <a:lnTo>
                  <a:pt x="666750" y="352425"/>
                </a:lnTo>
                <a:lnTo>
                  <a:pt x="638175" y="352425"/>
                </a:lnTo>
                <a:close/>
                <a:moveTo>
                  <a:pt x="981075" y="342900"/>
                </a:moveTo>
                <a:lnTo>
                  <a:pt x="990600" y="342900"/>
                </a:lnTo>
                <a:lnTo>
                  <a:pt x="990600" y="352425"/>
                </a:lnTo>
                <a:lnTo>
                  <a:pt x="981075" y="352425"/>
                </a:lnTo>
                <a:close/>
                <a:moveTo>
                  <a:pt x="371475" y="352425"/>
                </a:moveTo>
                <a:lnTo>
                  <a:pt x="400050" y="352425"/>
                </a:lnTo>
                <a:lnTo>
                  <a:pt x="400050" y="361950"/>
                </a:lnTo>
                <a:lnTo>
                  <a:pt x="390525" y="361950"/>
                </a:lnTo>
                <a:lnTo>
                  <a:pt x="390525" y="371475"/>
                </a:lnTo>
                <a:lnTo>
                  <a:pt x="381000" y="371475"/>
                </a:lnTo>
                <a:lnTo>
                  <a:pt x="381000" y="361950"/>
                </a:lnTo>
                <a:lnTo>
                  <a:pt x="371475" y="361950"/>
                </a:lnTo>
                <a:close/>
                <a:moveTo>
                  <a:pt x="495300" y="352425"/>
                </a:moveTo>
                <a:lnTo>
                  <a:pt x="504825" y="352425"/>
                </a:lnTo>
                <a:lnTo>
                  <a:pt x="504825" y="371475"/>
                </a:lnTo>
                <a:lnTo>
                  <a:pt x="495300" y="371475"/>
                </a:lnTo>
                <a:close/>
                <a:moveTo>
                  <a:pt x="676275" y="352425"/>
                </a:moveTo>
                <a:lnTo>
                  <a:pt x="695325" y="352425"/>
                </a:lnTo>
                <a:lnTo>
                  <a:pt x="695325" y="361950"/>
                </a:lnTo>
                <a:lnTo>
                  <a:pt x="685800" y="361950"/>
                </a:lnTo>
                <a:lnTo>
                  <a:pt x="685800" y="371475"/>
                </a:lnTo>
                <a:lnTo>
                  <a:pt x="704850" y="371475"/>
                </a:lnTo>
                <a:lnTo>
                  <a:pt x="704850" y="381000"/>
                </a:lnTo>
                <a:lnTo>
                  <a:pt x="676275" y="381000"/>
                </a:lnTo>
                <a:lnTo>
                  <a:pt x="676275" y="371475"/>
                </a:lnTo>
                <a:lnTo>
                  <a:pt x="666750" y="371475"/>
                </a:lnTo>
                <a:lnTo>
                  <a:pt x="666750" y="361950"/>
                </a:lnTo>
                <a:lnTo>
                  <a:pt x="676275" y="361950"/>
                </a:lnTo>
                <a:close/>
                <a:moveTo>
                  <a:pt x="971550" y="352425"/>
                </a:moveTo>
                <a:lnTo>
                  <a:pt x="981075" y="352425"/>
                </a:lnTo>
                <a:lnTo>
                  <a:pt x="981075" y="361950"/>
                </a:lnTo>
                <a:lnTo>
                  <a:pt x="971550" y="361950"/>
                </a:lnTo>
                <a:close/>
                <a:moveTo>
                  <a:pt x="1009650" y="352425"/>
                </a:moveTo>
                <a:lnTo>
                  <a:pt x="1019175" y="352425"/>
                </a:lnTo>
                <a:lnTo>
                  <a:pt x="1019175" y="361950"/>
                </a:lnTo>
                <a:lnTo>
                  <a:pt x="1009650" y="361950"/>
                </a:lnTo>
                <a:close/>
                <a:moveTo>
                  <a:pt x="342900" y="371475"/>
                </a:moveTo>
                <a:lnTo>
                  <a:pt x="371475" y="371475"/>
                </a:lnTo>
                <a:lnTo>
                  <a:pt x="371475" y="381000"/>
                </a:lnTo>
                <a:lnTo>
                  <a:pt x="342900" y="381000"/>
                </a:lnTo>
                <a:close/>
                <a:moveTo>
                  <a:pt x="485775" y="371475"/>
                </a:moveTo>
                <a:lnTo>
                  <a:pt x="495300" y="371475"/>
                </a:lnTo>
                <a:lnTo>
                  <a:pt x="495300" y="381000"/>
                </a:lnTo>
                <a:lnTo>
                  <a:pt x="485775" y="381000"/>
                </a:lnTo>
                <a:close/>
                <a:moveTo>
                  <a:pt x="714375" y="381000"/>
                </a:moveTo>
                <a:lnTo>
                  <a:pt x="723900" y="381000"/>
                </a:lnTo>
                <a:lnTo>
                  <a:pt x="723900" y="390525"/>
                </a:lnTo>
                <a:lnTo>
                  <a:pt x="714375" y="390525"/>
                </a:lnTo>
                <a:close/>
                <a:moveTo>
                  <a:pt x="180975" y="390525"/>
                </a:moveTo>
                <a:lnTo>
                  <a:pt x="190500" y="390525"/>
                </a:lnTo>
                <a:lnTo>
                  <a:pt x="190500" y="400050"/>
                </a:lnTo>
                <a:lnTo>
                  <a:pt x="180975" y="400050"/>
                </a:lnTo>
                <a:close/>
                <a:moveTo>
                  <a:pt x="704850" y="390525"/>
                </a:moveTo>
                <a:lnTo>
                  <a:pt x="714375" y="390525"/>
                </a:lnTo>
                <a:lnTo>
                  <a:pt x="714375" y="409575"/>
                </a:lnTo>
                <a:lnTo>
                  <a:pt x="695325" y="409575"/>
                </a:lnTo>
                <a:lnTo>
                  <a:pt x="695325" y="400050"/>
                </a:lnTo>
                <a:lnTo>
                  <a:pt x="704850" y="400050"/>
                </a:lnTo>
                <a:close/>
                <a:moveTo>
                  <a:pt x="819150" y="390525"/>
                </a:moveTo>
                <a:lnTo>
                  <a:pt x="828675" y="390525"/>
                </a:lnTo>
                <a:lnTo>
                  <a:pt x="828675" y="409575"/>
                </a:lnTo>
                <a:lnTo>
                  <a:pt x="819150" y="409575"/>
                </a:lnTo>
                <a:close/>
                <a:moveTo>
                  <a:pt x="190500" y="400050"/>
                </a:moveTo>
                <a:lnTo>
                  <a:pt x="200025" y="400050"/>
                </a:lnTo>
                <a:lnTo>
                  <a:pt x="200025" y="409575"/>
                </a:lnTo>
                <a:lnTo>
                  <a:pt x="190500" y="409575"/>
                </a:lnTo>
                <a:close/>
                <a:moveTo>
                  <a:pt x="1152525" y="457200"/>
                </a:moveTo>
                <a:lnTo>
                  <a:pt x="1171575" y="457200"/>
                </a:lnTo>
                <a:lnTo>
                  <a:pt x="1171575" y="466725"/>
                </a:lnTo>
                <a:lnTo>
                  <a:pt x="1162050" y="466725"/>
                </a:lnTo>
                <a:lnTo>
                  <a:pt x="1162050" y="476250"/>
                </a:lnTo>
                <a:lnTo>
                  <a:pt x="1143000" y="476250"/>
                </a:lnTo>
                <a:lnTo>
                  <a:pt x="1143000" y="466725"/>
                </a:lnTo>
                <a:lnTo>
                  <a:pt x="1152525" y="466725"/>
                </a:lnTo>
                <a:close/>
                <a:moveTo>
                  <a:pt x="85725" y="466725"/>
                </a:moveTo>
                <a:lnTo>
                  <a:pt x="95250" y="466725"/>
                </a:lnTo>
                <a:lnTo>
                  <a:pt x="95250" y="485775"/>
                </a:lnTo>
                <a:lnTo>
                  <a:pt x="85725" y="485775"/>
                </a:lnTo>
                <a:close/>
                <a:moveTo>
                  <a:pt x="104775" y="485775"/>
                </a:moveTo>
                <a:lnTo>
                  <a:pt x="114300" y="485775"/>
                </a:lnTo>
                <a:lnTo>
                  <a:pt x="114300" y="495300"/>
                </a:lnTo>
                <a:lnTo>
                  <a:pt x="104775" y="495300"/>
                </a:lnTo>
                <a:close/>
                <a:moveTo>
                  <a:pt x="1076325" y="485775"/>
                </a:moveTo>
                <a:lnTo>
                  <a:pt x="1085850" y="485775"/>
                </a:lnTo>
                <a:lnTo>
                  <a:pt x="1085850" y="495300"/>
                </a:lnTo>
                <a:lnTo>
                  <a:pt x="1076325" y="495300"/>
                </a:lnTo>
                <a:close/>
                <a:moveTo>
                  <a:pt x="57150" y="495300"/>
                </a:moveTo>
                <a:lnTo>
                  <a:pt x="66675" y="495300"/>
                </a:lnTo>
                <a:lnTo>
                  <a:pt x="66675" y="504825"/>
                </a:lnTo>
                <a:lnTo>
                  <a:pt x="76200" y="504825"/>
                </a:lnTo>
                <a:lnTo>
                  <a:pt x="76200" y="514350"/>
                </a:lnTo>
                <a:lnTo>
                  <a:pt x="85725" y="514350"/>
                </a:lnTo>
                <a:lnTo>
                  <a:pt x="85725" y="523875"/>
                </a:lnTo>
                <a:lnTo>
                  <a:pt x="66675" y="523875"/>
                </a:lnTo>
                <a:lnTo>
                  <a:pt x="66675" y="514350"/>
                </a:lnTo>
                <a:lnTo>
                  <a:pt x="57150" y="514350"/>
                </a:lnTo>
                <a:close/>
                <a:moveTo>
                  <a:pt x="1057275" y="495300"/>
                </a:moveTo>
                <a:lnTo>
                  <a:pt x="1076325" y="495300"/>
                </a:lnTo>
                <a:lnTo>
                  <a:pt x="1076325" y="504825"/>
                </a:lnTo>
                <a:lnTo>
                  <a:pt x="1057275" y="504825"/>
                </a:lnTo>
                <a:close/>
                <a:moveTo>
                  <a:pt x="19050" y="523875"/>
                </a:moveTo>
                <a:lnTo>
                  <a:pt x="28575" y="523875"/>
                </a:lnTo>
                <a:lnTo>
                  <a:pt x="28575" y="533400"/>
                </a:lnTo>
                <a:lnTo>
                  <a:pt x="19050" y="533400"/>
                </a:lnTo>
                <a:close/>
                <a:moveTo>
                  <a:pt x="1123950" y="523875"/>
                </a:moveTo>
                <a:lnTo>
                  <a:pt x="1133475" y="523875"/>
                </a:lnTo>
                <a:lnTo>
                  <a:pt x="1133475" y="533400"/>
                </a:lnTo>
                <a:lnTo>
                  <a:pt x="1123950" y="533400"/>
                </a:lnTo>
                <a:close/>
                <a:moveTo>
                  <a:pt x="1143000" y="523875"/>
                </a:moveTo>
                <a:lnTo>
                  <a:pt x="1152525" y="523875"/>
                </a:lnTo>
                <a:lnTo>
                  <a:pt x="1152525" y="533400"/>
                </a:lnTo>
                <a:lnTo>
                  <a:pt x="1143000" y="533400"/>
                </a:lnTo>
                <a:close/>
                <a:moveTo>
                  <a:pt x="0" y="533400"/>
                </a:moveTo>
                <a:lnTo>
                  <a:pt x="9525" y="533400"/>
                </a:lnTo>
                <a:lnTo>
                  <a:pt x="9525" y="542925"/>
                </a:lnTo>
                <a:lnTo>
                  <a:pt x="0" y="542925"/>
                </a:lnTo>
                <a:close/>
                <a:moveTo>
                  <a:pt x="47625" y="561975"/>
                </a:moveTo>
                <a:lnTo>
                  <a:pt x="57150" y="561975"/>
                </a:lnTo>
                <a:lnTo>
                  <a:pt x="57150" y="571500"/>
                </a:lnTo>
                <a:lnTo>
                  <a:pt x="47625" y="571500"/>
                </a:lnTo>
                <a:close/>
                <a:moveTo>
                  <a:pt x="1000125" y="561975"/>
                </a:moveTo>
                <a:lnTo>
                  <a:pt x="1009650" y="561975"/>
                </a:lnTo>
                <a:lnTo>
                  <a:pt x="1009650" y="571500"/>
                </a:lnTo>
                <a:lnTo>
                  <a:pt x="1000125" y="571500"/>
                </a:lnTo>
                <a:close/>
                <a:moveTo>
                  <a:pt x="981075" y="581025"/>
                </a:moveTo>
                <a:lnTo>
                  <a:pt x="990600" y="581025"/>
                </a:lnTo>
                <a:lnTo>
                  <a:pt x="990600" y="590550"/>
                </a:lnTo>
                <a:lnTo>
                  <a:pt x="981075" y="590550"/>
                </a:lnTo>
                <a:close/>
                <a:moveTo>
                  <a:pt x="9525" y="590550"/>
                </a:moveTo>
                <a:lnTo>
                  <a:pt x="19050" y="590550"/>
                </a:lnTo>
                <a:lnTo>
                  <a:pt x="19050" y="600075"/>
                </a:lnTo>
                <a:lnTo>
                  <a:pt x="9525" y="600075"/>
                </a:lnTo>
                <a:close/>
                <a:moveTo>
                  <a:pt x="28575" y="590550"/>
                </a:moveTo>
                <a:lnTo>
                  <a:pt x="38100" y="590550"/>
                </a:lnTo>
                <a:lnTo>
                  <a:pt x="38100" y="600075"/>
                </a:lnTo>
                <a:lnTo>
                  <a:pt x="28575" y="600075"/>
                </a:lnTo>
                <a:close/>
                <a:moveTo>
                  <a:pt x="895350" y="600075"/>
                </a:moveTo>
                <a:lnTo>
                  <a:pt x="904875" y="600075"/>
                </a:lnTo>
                <a:lnTo>
                  <a:pt x="904875" y="609600"/>
                </a:lnTo>
                <a:lnTo>
                  <a:pt x="895350" y="609600"/>
                </a:lnTo>
                <a:close/>
                <a:moveTo>
                  <a:pt x="38100" y="609600"/>
                </a:moveTo>
                <a:lnTo>
                  <a:pt x="47625" y="609600"/>
                </a:lnTo>
                <a:lnTo>
                  <a:pt x="47625" y="638175"/>
                </a:lnTo>
                <a:lnTo>
                  <a:pt x="38100" y="638175"/>
                </a:lnTo>
                <a:close/>
                <a:moveTo>
                  <a:pt x="0" y="638175"/>
                </a:moveTo>
                <a:lnTo>
                  <a:pt x="9525" y="638175"/>
                </a:lnTo>
                <a:lnTo>
                  <a:pt x="9525" y="647700"/>
                </a:lnTo>
                <a:lnTo>
                  <a:pt x="0" y="647700"/>
                </a:lnTo>
                <a:close/>
                <a:moveTo>
                  <a:pt x="0" y="657225"/>
                </a:moveTo>
                <a:lnTo>
                  <a:pt x="9525" y="657225"/>
                </a:lnTo>
                <a:lnTo>
                  <a:pt x="9525" y="666750"/>
                </a:lnTo>
                <a:lnTo>
                  <a:pt x="0" y="666750"/>
                </a:lnTo>
                <a:close/>
                <a:moveTo>
                  <a:pt x="9525" y="666750"/>
                </a:moveTo>
                <a:lnTo>
                  <a:pt x="28575" y="666750"/>
                </a:lnTo>
                <a:lnTo>
                  <a:pt x="28575" y="676275"/>
                </a:lnTo>
                <a:lnTo>
                  <a:pt x="19050" y="676275"/>
                </a:lnTo>
                <a:lnTo>
                  <a:pt x="19050" y="695325"/>
                </a:lnTo>
                <a:lnTo>
                  <a:pt x="9525" y="695325"/>
                </a:lnTo>
                <a:close/>
                <a:moveTo>
                  <a:pt x="1152525" y="676275"/>
                </a:moveTo>
                <a:lnTo>
                  <a:pt x="1162050" y="676275"/>
                </a:lnTo>
                <a:lnTo>
                  <a:pt x="1162050" y="695325"/>
                </a:lnTo>
                <a:lnTo>
                  <a:pt x="1152525" y="695325"/>
                </a:lnTo>
                <a:close/>
                <a:moveTo>
                  <a:pt x="952500" y="685800"/>
                </a:moveTo>
                <a:lnTo>
                  <a:pt x="962025" y="685800"/>
                </a:lnTo>
                <a:lnTo>
                  <a:pt x="962025" y="695325"/>
                </a:lnTo>
                <a:lnTo>
                  <a:pt x="952500" y="695325"/>
                </a:lnTo>
                <a:close/>
                <a:moveTo>
                  <a:pt x="161925" y="695325"/>
                </a:moveTo>
                <a:lnTo>
                  <a:pt x="171450" y="695325"/>
                </a:lnTo>
                <a:lnTo>
                  <a:pt x="171450" y="704850"/>
                </a:lnTo>
                <a:lnTo>
                  <a:pt x="161925" y="704850"/>
                </a:lnTo>
                <a:close/>
                <a:moveTo>
                  <a:pt x="1095375" y="695325"/>
                </a:moveTo>
                <a:lnTo>
                  <a:pt x="1104900" y="695325"/>
                </a:lnTo>
                <a:lnTo>
                  <a:pt x="1104900" y="704850"/>
                </a:lnTo>
                <a:lnTo>
                  <a:pt x="1095375" y="704850"/>
                </a:lnTo>
                <a:close/>
                <a:moveTo>
                  <a:pt x="1143000" y="695325"/>
                </a:moveTo>
                <a:lnTo>
                  <a:pt x="1152525" y="695325"/>
                </a:lnTo>
                <a:lnTo>
                  <a:pt x="1152525" y="704850"/>
                </a:lnTo>
                <a:lnTo>
                  <a:pt x="1143000" y="704850"/>
                </a:lnTo>
                <a:close/>
                <a:moveTo>
                  <a:pt x="952500" y="704850"/>
                </a:moveTo>
                <a:lnTo>
                  <a:pt x="962025" y="704850"/>
                </a:lnTo>
                <a:lnTo>
                  <a:pt x="962025" y="714375"/>
                </a:lnTo>
                <a:lnTo>
                  <a:pt x="952500" y="714375"/>
                </a:lnTo>
                <a:close/>
                <a:moveTo>
                  <a:pt x="219075" y="714375"/>
                </a:moveTo>
                <a:lnTo>
                  <a:pt x="228600" y="714375"/>
                </a:lnTo>
                <a:lnTo>
                  <a:pt x="228600" y="733425"/>
                </a:lnTo>
                <a:lnTo>
                  <a:pt x="219075" y="733425"/>
                </a:lnTo>
                <a:close/>
                <a:moveTo>
                  <a:pt x="561975" y="714375"/>
                </a:moveTo>
                <a:lnTo>
                  <a:pt x="581025" y="714375"/>
                </a:lnTo>
                <a:lnTo>
                  <a:pt x="581025" y="723900"/>
                </a:lnTo>
                <a:lnTo>
                  <a:pt x="561975" y="723900"/>
                </a:lnTo>
                <a:close/>
                <a:moveTo>
                  <a:pt x="923925" y="714375"/>
                </a:moveTo>
                <a:lnTo>
                  <a:pt x="933450" y="714375"/>
                </a:lnTo>
                <a:lnTo>
                  <a:pt x="933450" y="723900"/>
                </a:lnTo>
                <a:lnTo>
                  <a:pt x="923925" y="723900"/>
                </a:lnTo>
                <a:close/>
                <a:moveTo>
                  <a:pt x="1085850" y="714375"/>
                </a:moveTo>
                <a:lnTo>
                  <a:pt x="1095375" y="714375"/>
                </a:lnTo>
                <a:lnTo>
                  <a:pt x="1095375" y="723900"/>
                </a:lnTo>
                <a:lnTo>
                  <a:pt x="1085850" y="723900"/>
                </a:lnTo>
                <a:close/>
                <a:moveTo>
                  <a:pt x="0" y="723900"/>
                </a:moveTo>
                <a:lnTo>
                  <a:pt x="9525" y="723900"/>
                </a:lnTo>
                <a:lnTo>
                  <a:pt x="9525" y="733425"/>
                </a:lnTo>
                <a:lnTo>
                  <a:pt x="0" y="733425"/>
                </a:lnTo>
                <a:close/>
                <a:moveTo>
                  <a:pt x="438150" y="723900"/>
                </a:moveTo>
                <a:lnTo>
                  <a:pt x="447675" y="723900"/>
                </a:lnTo>
                <a:lnTo>
                  <a:pt x="447675" y="733425"/>
                </a:lnTo>
                <a:lnTo>
                  <a:pt x="438150" y="733425"/>
                </a:lnTo>
                <a:close/>
                <a:moveTo>
                  <a:pt x="1162050" y="723900"/>
                </a:moveTo>
                <a:lnTo>
                  <a:pt x="1190625" y="723900"/>
                </a:lnTo>
                <a:lnTo>
                  <a:pt x="1190625" y="733425"/>
                </a:lnTo>
                <a:lnTo>
                  <a:pt x="1162050" y="733425"/>
                </a:lnTo>
                <a:close/>
                <a:moveTo>
                  <a:pt x="838200" y="733425"/>
                </a:moveTo>
                <a:lnTo>
                  <a:pt x="847725" y="733425"/>
                </a:lnTo>
                <a:lnTo>
                  <a:pt x="847725" y="742950"/>
                </a:lnTo>
                <a:lnTo>
                  <a:pt x="838200" y="742950"/>
                </a:lnTo>
                <a:close/>
                <a:moveTo>
                  <a:pt x="152400" y="752475"/>
                </a:moveTo>
                <a:lnTo>
                  <a:pt x="161925" y="752475"/>
                </a:lnTo>
                <a:lnTo>
                  <a:pt x="161925" y="762000"/>
                </a:lnTo>
                <a:lnTo>
                  <a:pt x="152400" y="762000"/>
                </a:lnTo>
                <a:close/>
                <a:moveTo>
                  <a:pt x="438150" y="752475"/>
                </a:moveTo>
                <a:lnTo>
                  <a:pt x="447675" y="752475"/>
                </a:lnTo>
                <a:lnTo>
                  <a:pt x="447675" y="762000"/>
                </a:lnTo>
                <a:lnTo>
                  <a:pt x="438150" y="762000"/>
                </a:lnTo>
                <a:close/>
                <a:moveTo>
                  <a:pt x="19050" y="762000"/>
                </a:moveTo>
                <a:lnTo>
                  <a:pt x="28575" y="762000"/>
                </a:lnTo>
                <a:lnTo>
                  <a:pt x="28575" y="771525"/>
                </a:lnTo>
                <a:lnTo>
                  <a:pt x="19050" y="771525"/>
                </a:lnTo>
                <a:close/>
                <a:moveTo>
                  <a:pt x="923925" y="771525"/>
                </a:moveTo>
                <a:lnTo>
                  <a:pt x="933450" y="771525"/>
                </a:lnTo>
                <a:lnTo>
                  <a:pt x="933450" y="781050"/>
                </a:lnTo>
                <a:lnTo>
                  <a:pt x="923925" y="781050"/>
                </a:lnTo>
                <a:close/>
                <a:moveTo>
                  <a:pt x="438150" y="781050"/>
                </a:moveTo>
                <a:lnTo>
                  <a:pt x="457200" y="781050"/>
                </a:lnTo>
                <a:lnTo>
                  <a:pt x="457200" y="809625"/>
                </a:lnTo>
                <a:lnTo>
                  <a:pt x="438150" y="809625"/>
                </a:lnTo>
                <a:close/>
                <a:moveTo>
                  <a:pt x="714375" y="781050"/>
                </a:moveTo>
                <a:lnTo>
                  <a:pt x="733425" y="781050"/>
                </a:lnTo>
                <a:lnTo>
                  <a:pt x="733425" y="790575"/>
                </a:lnTo>
                <a:lnTo>
                  <a:pt x="714375" y="790575"/>
                </a:lnTo>
                <a:close/>
                <a:moveTo>
                  <a:pt x="933450" y="781050"/>
                </a:moveTo>
                <a:lnTo>
                  <a:pt x="942975" y="781050"/>
                </a:lnTo>
                <a:lnTo>
                  <a:pt x="942975" y="790575"/>
                </a:lnTo>
                <a:lnTo>
                  <a:pt x="933450" y="790575"/>
                </a:lnTo>
                <a:close/>
                <a:moveTo>
                  <a:pt x="1123950" y="781050"/>
                </a:moveTo>
                <a:lnTo>
                  <a:pt x="1133475" y="781050"/>
                </a:lnTo>
                <a:lnTo>
                  <a:pt x="1133475" y="790575"/>
                </a:lnTo>
                <a:lnTo>
                  <a:pt x="1123950" y="790575"/>
                </a:lnTo>
                <a:close/>
                <a:moveTo>
                  <a:pt x="485775" y="790575"/>
                </a:moveTo>
                <a:lnTo>
                  <a:pt x="495300" y="790575"/>
                </a:lnTo>
                <a:lnTo>
                  <a:pt x="495300" y="800100"/>
                </a:lnTo>
                <a:lnTo>
                  <a:pt x="485775" y="800100"/>
                </a:lnTo>
                <a:close/>
                <a:moveTo>
                  <a:pt x="523875" y="790575"/>
                </a:moveTo>
                <a:lnTo>
                  <a:pt x="542925" y="790575"/>
                </a:lnTo>
                <a:lnTo>
                  <a:pt x="542925" y="800100"/>
                </a:lnTo>
                <a:lnTo>
                  <a:pt x="523875" y="800100"/>
                </a:lnTo>
                <a:close/>
                <a:moveTo>
                  <a:pt x="619125" y="790575"/>
                </a:moveTo>
                <a:lnTo>
                  <a:pt x="628650" y="790575"/>
                </a:lnTo>
                <a:lnTo>
                  <a:pt x="628650" y="800100"/>
                </a:lnTo>
                <a:lnTo>
                  <a:pt x="619125" y="800100"/>
                </a:lnTo>
                <a:close/>
                <a:moveTo>
                  <a:pt x="638175" y="790575"/>
                </a:moveTo>
                <a:lnTo>
                  <a:pt x="647700" y="790575"/>
                </a:lnTo>
                <a:lnTo>
                  <a:pt x="647700" y="800100"/>
                </a:lnTo>
                <a:lnTo>
                  <a:pt x="638175" y="800100"/>
                </a:lnTo>
                <a:close/>
              </a:path>
            </a:pathLst>
          </a:custGeom>
          <a:solidFill xmlns:a="http://schemas.openxmlformats.org/drawingml/2006/main">
            <a:srgbClr val="F8F8F4"/>
          </a:solidFill>
          <a:ln xmlns:a="http://schemas.openxmlformats.org/drawingml/2006/main" w="0">
            <a:noFill/>
          </a:ln>
        </p:spPr>
      </p:sp>
      <p:sp>
        <p:nvSpPr>
          <p:cNvPr id="248" name="v22 vector #f8f8f3">
            <a:extLst xmlns:a="http://schemas.openxmlformats.org/drawingml/2006/main">
              <a:ext uri="{FF2B5EF4-FFF2-40B4-BE49-F238E27FC236}">
                <a16:creationId xmlns:a16="http://schemas.microsoft.com/office/drawing/2014/main" id="{A605D963-E594-4A57-8062-CFF16BC237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10675" y="4848225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171450" y="0"/>
                </a:moveTo>
                <a:lnTo>
                  <a:pt x="209550" y="0"/>
                </a:lnTo>
                <a:lnTo>
                  <a:pt x="209550" y="19050"/>
                </a:lnTo>
                <a:lnTo>
                  <a:pt x="219075" y="19050"/>
                </a:lnTo>
                <a:lnTo>
                  <a:pt x="219075" y="0"/>
                </a:lnTo>
                <a:lnTo>
                  <a:pt x="228600" y="0"/>
                </a:lnTo>
                <a:lnTo>
                  <a:pt x="228600" y="19050"/>
                </a:lnTo>
                <a:lnTo>
                  <a:pt x="238125" y="19050"/>
                </a:lnTo>
                <a:lnTo>
                  <a:pt x="238125" y="28575"/>
                </a:lnTo>
                <a:lnTo>
                  <a:pt x="266700" y="28575"/>
                </a:lnTo>
                <a:lnTo>
                  <a:pt x="266700" y="38100"/>
                </a:lnTo>
                <a:lnTo>
                  <a:pt x="295275" y="38100"/>
                </a:lnTo>
                <a:lnTo>
                  <a:pt x="295275" y="28575"/>
                </a:lnTo>
                <a:lnTo>
                  <a:pt x="285750" y="28575"/>
                </a:lnTo>
                <a:lnTo>
                  <a:pt x="285750" y="19050"/>
                </a:lnTo>
                <a:lnTo>
                  <a:pt x="304800" y="19050"/>
                </a:lnTo>
                <a:lnTo>
                  <a:pt x="304800" y="38100"/>
                </a:lnTo>
                <a:lnTo>
                  <a:pt x="314325" y="38100"/>
                </a:lnTo>
                <a:lnTo>
                  <a:pt x="314325" y="57150"/>
                </a:lnTo>
                <a:lnTo>
                  <a:pt x="295275" y="57150"/>
                </a:lnTo>
                <a:lnTo>
                  <a:pt x="295275" y="66675"/>
                </a:lnTo>
                <a:lnTo>
                  <a:pt x="276225" y="66675"/>
                </a:lnTo>
                <a:lnTo>
                  <a:pt x="276225" y="76200"/>
                </a:lnTo>
                <a:lnTo>
                  <a:pt x="266700" y="76200"/>
                </a:lnTo>
                <a:lnTo>
                  <a:pt x="266700" y="57150"/>
                </a:lnTo>
                <a:lnTo>
                  <a:pt x="228600" y="57150"/>
                </a:lnTo>
                <a:lnTo>
                  <a:pt x="228600" y="66675"/>
                </a:lnTo>
                <a:lnTo>
                  <a:pt x="219075" y="66675"/>
                </a:lnTo>
                <a:lnTo>
                  <a:pt x="219075" y="38100"/>
                </a:lnTo>
                <a:lnTo>
                  <a:pt x="209550" y="38100"/>
                </a:lnTo>
                <a:lnTo>
                  <a:pt x="209550" y="66675"/>
                </a:lnTo>
                <a:lnTo>
                  <a:pt x="200025" y="66675"/>
                </a:lnTo>
                <a:lnTo>
                  <a:pt x="200025" y="38100"/>
                </a:lnTo>
                <a:lnTo>
                  <a:pt x="190500" y="38100"/>
                </a:lnTo>
                <a:lnTo>
                  <a:pt x="190500" y="28575"/>
                </a:lnTo>
                <a:lnTo>
                  <a:pt x="180975" y="28575"/>
                </a:lnTo>
                <a:lnTo>
                  <a:pt x="180975" y="19050"/>
                </a:lnTo>
                <a:lnTo>
                  <a:pt x="190500" y="19050"/>
                </a:lnTo>
                <a:lnTo>
                  <a:pt x="190500" y="28575"/>
                </a:lnTo>
                <a:lnTo>
                  <a:pt x="200025" y="28575"/>
                </a:lnTo>
                <a:lnTo>
                  <a:pt x="200025" y="9525"/>
                </a:lnTo>
                <a:lnTo>
                  <a:pt x="171450" y="9525"/>
                </a:lnTo>
                <a:close/>
                <a:moveTo>
                  <a:pt x="295275" y="0"/>
                </a:moveTo>
                <a:lnTo>
                  <a:pt x="304800" y="0"/>
                </a:lnTo>
                <a:lnTo>
                  <a:pt x="304800" y="9525"/>
                </a:lnTo>
                <a:lnTo>
                  <a:pt x="295275" y="9525"/>
                </a:lnTo>
                <a:close/>
                <a:moveTo>
                  <a:pt x="314325" y="0"/>
                </a:moveTo>
                <a:lnTo>
                  <a:pt x="333375" y="0"/>
                </a:lnTo>
                <a:lnTo>
                  <a:pt x="333375" y="9525"/>
                </a:lnTo>
                <a:lnTo>
                  <a:pt x="314325" y="9525"/>
                </a:lnTo>
                <a:close/>
                <a:moveTo>
                  <a:pt x="419100" y="0"/>
                </a:moveTo>
                <a:lnTo>
                  <a:pt x="447675" y="0"/>
                </a:lnTo>
                <a:lnTo>
                  <a:pt x="447675" y="9525"/>
                </a:lnTo>
                <a:lnTo>
                  <a:pt x="419100" y="9525"/>
                </a:lnTo>
                <a:close/>
                <a:moveTo>
                  <a:pt x="581025" y="0"/>
                </a:moveTo>
                <a:lnTo>
                  <a:pt x="590550" y="0"/>
                </a:lnTo>
                <a:lnTo>
                  <a:pt x="590550" y="9525"/>
                </a:lnTo>
                <a:lnTo>
                  <a:pt x="581025" y="9525"/>
                </a:lnTo>
                <a:close/>
                <a:moveTo>
                  <a:pt x="600075" y="0"/>
                </a:moveTo>
                <a:lnTo>
                  <a:pt x="609600" y="0"/>
                </a:lnTo>
                <a:lnTo>
                  <a:pt x="609600" y="9525"/>
                </a:lnTo>
                <a:lnTo>
                  <a:pt x="628650" y="9525"/>
                </a:lnTo>
                <a:lnTo>
                  <a:pt x="628650" y="0"/>
                </a:lnTo>
                <a:lnTo>
                  <a:pt x="638175" y="0"/>
                </a:lnTo>
                <a:lnTo>
                  <a:pt x="638175" y="19050"/>
                </a:lnTo>
                <a:lnTo>
                  <a:pt x="628650" y="19050"/>
                </a:lnTo>
                <a:lnTo>
                  <a:pt x="628650" y="28575"/>
                </a:lnTo>
                <a:lnTo>
                  <a:pt x="638175" y="28575"/>
                </a:lnTo>
                <a:lnTo>
                  <a:pt x="638175" y="38100"/>
                </a:lnTo>
                <a:lnTo>
                  <a:pt x="619125" y="38100"/>
                </a:lnTo>
                <a:lnTo>
                  <a:pt x="619125" y="19050"/>
                </a:lnTo>
                <a:lnTo>
                  <a:pt x="600075" y="19050"/>
                </a:lnTo>
                <a:close/>
                <a:moveTo>
                  <a:pt x="809625" y="0"/>
                </a:moveTo>
                <a:lnTo>
                  <a:pt x="828675" y="0"/>
                </a:lnTo>
                <a:lnTo>
                  <a:pt x="828675" y="9525"/>
                </a:lnTo>
                <a:lnTo>
                  <a:pt x="847725" y="9525"/>
                </a:lnTo>
                <a:lnTo>
                  <a:pt x="847725" y="0"/>
                </a:lnTo>
                <a:lnTo>
                  <a:pt x="876300" y="0"/>
                </a:lnTo>
                <a:lnTo>
                  <a:pt x="876300" y="9525"/>
                </a:lnTo>
                <a:lnTo>
                  <a:pt x="885825" y="9525"/>
                </a:lnTo>
                <a:lnTo>
                  <a:pt x="885825" y="0"/>
                </a:lnTo>
                <a:lnTo>
                  <a:pt x="895350" y="0"/>
                </a:lnTo>
                <a:lnTo>
                  <a:pt x="895350" y="19050"/>
                </a:lnTo>
                <a:lnTo>
                  <a:pt x="885825" y="19050"/>
                </a:lnTo>
                <a:lnTo>
                  <a:pt x="885825" y="28575"/>
                </a:lnTo>
                <a:lnTo>
                  <a:pt x="866775" y="28575"/>
                </a:lnTo>
                <a:lnTo>
                  <a:pt x="866775" y="38100"/>
                </a:lnTo>
                <a:lnTo>
                  <a:pt x="847725" y="38100"/>
                </a:lnTo>
                <a:lnTo>
                  <a:pt x="847725" y="28575"/>
                </a:lnTo>
                <a:lnTo>
                  <a:pt x="838200" y="28575"/>
                </a:lnTo>
                <a:lnTo>
                  <a:pt x="838200" y="19050"/>
                </a:lnTo>
                <a:lnTo>
                  <a:pt x="819150" y="19050"/>
                </a:lnTo>
                <a:lnTo>
                  <a:pt x="819150" y="9525"/>
                </a:lnTo>
                <a:lnTo>
                  <a:pt x="809625" y="9525"/>
                </a:lnTo>
                <a:close/>
                <a:moveTo>
                  <a:pt x="904875" y="0"/>
                </a:moveTo>
                <a:lnTo>
                  <a:pt x="942975" y="0"/>
                </a:lnTo>
                <a:lnTo>
                  <a:pt x="942975" y="19050"/>
                </a:lnTo>
                <a:lnTo>
                  <a:pt x="933450" y="19050"/>
                </a:lnTo>
                <a:lnTo>
                  <a:pt x="933450" y="38100"/>
                </a:lnTo>
                <a:lnTo>
                  <a:pt x="923925" y="38100"/>
                </a:lnTo>
                <a:lnTo>
                  <a:pt x="923925" y="47625"/>
                </a:lnTo>
                <a:lnTo>
                  <a:pt x="933450" y="47625"/>
                </a:lnTo>
                <a:lnTo>
                  <a:pt x="933450" y="57150"/>
                </a:lnTo>
                <a:lnTo>
                  <a:pt x="904875" y="57150"/>
                </a:lnTo>
                <a:lnTo>
                  <a:pt x="904875" y="47625"/>
                </a:lnTo>
                <a:lnTo>
                  <a:pt x="895350" y="47625"/>
                </a:lnTo>
                <a:lnTo>
                  <a:pt x="895350" y="19050"/>
                </a:lnTo>
                <a:lnTo>
                  <a:pt x="904875" y="19050"/>
                </a:lnTo>
                <a:close/>
                <a:moveTo>
                  <a:pt x="962025" y="0"/>
                </a:moveTo>
                <a:lnTo>
                  <a:pt x="981075" y="0"/>
                </a:lnTo>
                <a:lnTo>
                  <a:pt x="981075" y="19050"/>
                </a:lnTo>
                <a:lnTo>
                  <a:pt x="971550" y="19050"/>
                </a:lnTo>
                <a:lnTo>
                  <a:pt x="971550" y="9525"/>
                </a:lnTo>
                <a:lnTo>
                  <a:pt x="962025" y="9525"/>
                </a:lnTo>
                <a:close/>
                <a:moveTo>
                  <a:pt x="990600" y="0"/>
                </a:moveTo>
                <a:lnTo>
                  <a:pt x="1000125" y="0"/>
                </a:lnTo>
                <a:lnTo>
                  <a:pt x="1000125" y="19050"/>
                </a:lnTo>
                <a:lnTo>
                  <a:pt x="990600" y="19050"/>
                </a:lnTo>
                <a:close/>
                <a:moveTo>
                  <a:pt x="1038225" y="0"/>
                </a:moveTo>
                <a:lnTo>
                  <a:pt x="1057275" y="0"/>
                </a:lnTo>
                <a:lnTo>
                  <a:pt x="1057275" y="9525"/>
                </a:lnTo>
                <a:lnTo>
                  <a:pt x="1076325" y="9525"/>
                </a:lnTo>
                <a:lnTo>
                  <a:pt x="1076325" y="0"/>
                </a:lnTo>
                <a:lnTo>
                  <a:pt x="1104900" y="0"/>
                </a:lnTo>
                <a:lnTo>
                  <a:pt x="1104900" y="9525"/>
                </a:lnTo>
                <a:lnTo>
                  <a:pt x="1095375" y="9525"/>
                </a:lnTo>
                <a:lnTo>
                  <a:pt x="1095375" y="19050"/>
                </a:lnTo>
                <a:lnTo>
                  <a:pt x="1085850" y="19050"/>
                </a:lnTo>
                <a:lnTo>
                  <a:pt x="1085850" y="28575"/>
                </a:lnTo>
                <a:lnTo>
                  <a:pt x="1057275" y="28575"/>
                </a:lnTo>
                <a:lnTo>
                  <a:pt x="1057275" y="38100"/>
                </a:lnTo>
                <a:lnTo>
                  <a:pt x="1066800" y="38100"/>
                </a:lnTo>
                <a:lnTo>
                  <a:pt x="1066800" y="47625"/>
                </a:lnTo>
                <a:lnTo>
                  <a:pt x="1057275" y="47625"/>
                </a:lnTo>
                <a:lnTo>
                  <a:pt x="1057275" y="66675"/>
                </a:lnTo>
                <a:lnTo>
                  <a:pt x="1038225" y="66675"/>
                </a:lnTo>
                <a:lnTo>
                  <a:pt x="1038225" y="38100"/>
                </a:lnTo>
                <a:lnTo>
                  <a:pt x="1028700" y="38100"/>
                </a:lnTo>
                <a:lnTo>
                  <a:pt x="1028700" y="19050"/>
                </a:lnTo>
                <a:lnTo>
                  <a:pt x="1038225" y="19050"/>
                </a:lnTo>
                <a:close/>
                <a:moveTo>
                  <a:pt x="1114425" y="0"/>
                </a:moveTo>
                <a:lnTo>
                  <a:pt x="1123950" y="0"/>
                </a:lnTo>
                <a:lnTo>
                  <a:pt x="1123950" y="9525"/>
                </a:lnTo>
                <a:lnTo>
                  <a:pt x="1114425" y="9525"/>
                </a:lnTo>
                <a:close/>
                <a:moveTo>
                  <a:pt x="1152525" y="0"/>
                </a:moveTo>
                <a:lnTo>
                  <a:pt x="1162050" y="0"/>
                </a:lnTo>
                <a:lnTo>
                  <a:pt x="1162050" y="19050"/>
                </a:lnTo>
                <a:lnTo>
                  <a:pt x="1152525" y="19050"/>
                </a:lnTo>
                <a:close/>
                <a:moveTo>
                  <a:pt x="0" y="9525"/>
                </a:moveTo>
                <a:lnTo>
                  <a:pt x="19050" y="9525"/>
                </a:lnTo>
                <a:lnTo>
                  <a:pt x="19050" y="38100"/>
                </a:lnTo>
                <a:lnTo>
                  <a:pt x="9525" y="38100"/>
                </a:lnTo>
                <a:lnTo>
                  <a:pt x="9525" y="19050"/>
                </a:lnTo>
                <a:lnTo>
                  <a:pt x="0" y="19050"/>
                </a:lnTo>
                <a:close/>
                <a:moveTo>
                  <a:pt x="133350" y="9525"/>
                </a:moveTo>
                <a:lnTo>
                  <a:pt x="142875" y="9525"/>
                </a:lnTo>
                <a:lnTo>
                  <a:pt x="142875" y="19050"/>
                </a:lnTo>
                <a:lnTo>
                  <a:pt x="133350" y="19050"/>
                </a:lnTo>
                <a:close/>
                <a:moveTo>
                  <a:pt x="352425" y="9525"/>
                </a:moveTo>
                <a:lnTo>
                  <a:pt x="371475" y="9525"/>
                </a:lnTo>
                <a:lnTo>
                  <a:pt x="371475" y="19050"/>
                </a:lnTo>
                <a:lnTo>
                  <a:pt x="352425" y="19050"/>
                </a:lnTo>
                <a:close/>
                <a:moveTo>
                  <a:pt x="542925" y="9525"/>
                </a:moveTo>
                <a:lnTo>
                  <a:pt x="552450" y="9525"/>
                </a:lnTo>
                <a:lnTo>
                  <a:pt x="552450" y="28575"/>
                </a:lnTo>
                <a:lnTo>
                  <a:pt x="542925" y="28575"/>
                </a:lnTo>
                <a:close/>
                <a:moveTo>
                  <a:pt x="571500" y="9525"/>
                </a:moveTo>
                <a:lnTo>
                  <a:pt x="581025" y="9525"/>
                </a:lnTo>
                <a:lnTo>
                  <a:pt x="581025" y="19050"/>
                </a:lnTo>
                <a:lnTo>
                  <a:pt x="571500" y="19050"/>
                </a:lnTo>
                <a:close/>
                <a:moveTo>
                  <a:pt x="1123950" y="9525"/>
                </a:moveTo>
                <a:lnTo>
                  <a:pt x="1143000" y="9525"/>
                </a:lnTo>
                <a:lnTo>
                  <a:pt x="1143000" y="19050"/>
                </a:lnTo>
                <a:lnTo>
                  <a:pt x="1152525" y="19050"/>
                </a:lnTo>
                <a:lnTo>
                  <a:pt x="1152525" y="28575"/>
                </a:lnTo>
                <a:lnTo>
                  <a:pt x="1143000" y="28575"/>
                </a:lnTo>
                <a:lnTo>
                  <a:pt x="1143000" y="38100"/>
                </a:lnTo>
                <a:lnTo>
                  <a:pt x="1133475" y="38100"/>
                </a:lnTo>
                <a:lnTo>
                  <a:pt x="1133475" y="28575"/>
                </a:lnTo>
                <a:lnTo>
                  <a:pt x="1123950" y="28575"/>
                </a:lnTo>
                <a:close/>
                <a:moveTo>
                  <a:pt x="1190625" y="9525"/>
                </a:moveTo>
                <a:lnTo>
                  <a:pt x="1209675" y="9525"/>
                </a:lnTo>
                <a:lnTo>
                  <a:pt x="1209675" y="28575"/>
                </a:lnTo>
                <a:lnTo>
                  <a:pt x="1181100" y="28575"/>
                </a:lnTo>
                <a:lnTo>
                  <a:pt x="1181100" y="19050"/>
                </a:lnTo>
                <a:lnTo>
                  <a:pt x="1190625" y="19050"/>
                </a:lnTo>
                <a:close/>
                <a:moveTo>
                  <a:pt x="123825" y="19050"/>
                </a:moveTo>
                <a:lnTo>
                  <a:pt x="133350" y="19050"/>
                </a:lnTo>
                <a:lnTo>
                  <a:pt x="133350" y="38100"/>
                </a:lnTo>
                <a:lnTo>
                  <a:pt x="114300" y="38100"/>
                </a:lnTo>
                <a:lnTo>
                  <a:pt x="114300" y="28575"/>
                </a:lnTo>
                <a:lnTo>
                  <a:pt x="123825" y="28575"/>
                </a:lnTo>
                <a:close/>
                <a:moveTo>
                  <a:pt x="466725" y="19050"/>
                </a:moveTo>
                <a:lnTo>
                  <a:pt x="485775" y="19050"/>
                </a:lnTo>
                <a:lnTo>
                  <a:pt x="485775" y="47625"/>
                </a:lnTo>
                <a:lnTo>
                  <a:pt x="476250" y="47625"/>
                </a:lnTo>
                <a:lnTo>
                  <a:pt x="476250" y="28575"/>
                </a:lnTo>
                <a:lnTo>
                  <a:pt x="466725" y="28575"/>
                </a:lnTo>
                <a:close/>
                <a:moveTo>
                  <a:pt x="590550" y="19050"/>
                </a:moveTo>
                <a:lnTo>
                  <a:pt x="600075" y="19050"/>
                </a:lnTo>
                <a:lnTo>
                  <a:pt x="600075" y="47625"/>
                </a:lnTo>
                <a:lnTo>
                  <a:pt x="609600" y="47625"/>
                </a:lnTo>
                <a:lnTo>
                  <a:pt x="609600" y="66675"/>
                </a:lnTo>
                <a:lnTo>
                  <a:pt x="600075" y="66675"/>
                </a:lnTo>
                <a:lnTo>
                  <a:pt x="600075" y="57150"/>
                </a:lnTo>
                <a:lnTo>
                  <a:pt x="590550" y="57150"/>
                </a:lnTo>
                <a:lnTo>
                  <a:pt x="590550" y="47625"/>
                </a:lnTo>
                <a:lnTo>
                  <a:pt x="581025" y="47625"/>
                </a:lnTo>
                <a:lnTo>
                  <a:pt x="581025" y="38100"/>
                </a:lnTo>
                <a:lnTo>
                  <a:pt x="590550" y="38100"/>
                </a:lnTo>
                <a:close/>
                <a:moveTo>
                  <a:pt x="1009650" y="19050"/>
                </a:moveTo>
                <a:lnTo>
                  <a:pt x="1019175" y="19050"/>
                </a:lnTo>
                <a:lnTo>
                  <a:pt x="1019175" y="47625"/>
                </a:lnTo>
                <a:lnTo>
                  <a:pt x="1009650" y="47625"/>
                </a:lnTo>
                <a:close/>
                <a:moveTo>
                  <a:pt x="142875" y="28575"/>
                </a:moveTo>
                <a:lnTo>
                  <a:pt x="161925" y="28575"/>
                </a:lnTo>
                <a:lnTo>
                  <a:pt x="161925" y="47625"/>
                </a:lnTo>
                <a:lnTo>
                  <a:pt x="133350" y="47625"/>
                </a:lnTo>
                <a:lnTo>
                  <a:pt x="133350" y="38100"/>
                </a:lnTo>
                <a:lnTo>
                  <a:pt x="142875" y="38100"/>
                </a:lnTo>
                <a:close/>
                <a:moveTo>
                  <a:pt x="342900" y="28575"/>
                </a:moveTo>
                <a:lnTo>
                  <a:pt x="361950" y="28575"/>
                </a:lnTo>
                <a:lnTo>
                  <a:pt x="361950" y="38100"/>
                </a:lnTo>
                <a:lnTo>
                  <a:pt x="342900" y="38100"/>
                </a:lnTo>
                <a:close/>
                <a:moveTo>
                  <a:pt x="381000" y="28575"/>
                </a:moveTo>
                <a:lnTo>
                  <a:pt x="390525" y="28575"/>
                </a:lnTo>
                <a:lnTo>
                  <a:pt x="390525" y="38100"/>
                </a:lnTo>
                <a:lnTo>
                  <a:pt x="381000" y="38100"/>
                </a:lnTo>
                <a:close/>
                <a:moveTo>
                  <a:pt x="447675" y="28575"/>
                </a:moveTo>
                <a:lnTo>
                  <a:pt x="466725" y="28575"/>
                </a:lnTo>
                <a:lnTo>
                  <a:pt x="466725" y="38100"/>
                </a:lnTo>
                <a:lnTo>
                  <a:pt x="457200" y="38100"/>
                </a:lnTo>
                <a:lnTo>
                  <a:pt x="457200" y="47625"/>
                </a:lnTo>
                <a:lnTo>
                  <a:pt x="447675" y="47625"/>
                </a:lnTo>
                <a:lnTo>
                  <a:pt x="447675" y="57150"/>
                </a:lnTo>
                <a:lnTo>
                  <a:pt x="419100" y="57150"/>
                </a:lnTo>
                <a:lnTo>
                  <a:pt x="419100" y="38100"/>
                </a:lnTo>
                <a:lnTo>
                  <a:pt x="447675" y="38100"/>
                </a:lnTo>
                <a:close/>
                <a:moveTo>
                  <a:pt x="552450" y="28575"/>
                </a:moveTo>
                <a:lnTo>
                  <a:pt x="561975" y="28575"/>
                </a:lnTo>
                <a:lnTo>
                  <a:pt x="561975" y="38100"/>
                </a:lnTo>
                <a:lnTo>
                  <a:pt x="552450" y="38100"/>
                </a:lnTo>
                <a:close/>
                <a:moveTo>
                  <a:pt x="1162050" y="28575"/>
                </a:moveTo>
                <a:lnTo>
                  <a:pt x="1181100" y="28575"/>
                </a:lnTo>
                <a:lnTo>
                  <a:pt x="1181100" y="47625"/>
                </a:lnTo>
                <a:lnTo>
                  <a:pt x="1171575" y="47625"/>
                </a:lnTo>
                <a:lnTo>
                  <a:pt x="1171575" y="57150"/>
                </a:lnTo>
                <a:lnTo>
                  <a:pt x="1162050" y="57150"/>
                </a:lnTo>
                <a:close/>
                <a:moveTo>
                  <a:pt x="962025" y="38100"/>
                </a:moveTo>
                <a:lnTo>
                  <a:pt x="971550" y="38100"/>
                </a:lnTo>
                <a:lnTo>
                  <a:pt x="971550" y="47625"/>
                </a:lnTo>
                <a:lnTo>
                  <a:pt x="1000125" y="47625"/>
                </a:lnTo>
                <a:lnTo>
                  <a:pt x="1000125" y="76200"/>
                </a:lnTo>
                <a:lnTo>
                  <a:pt x="990600" y="76200"/>
                </a:lnTo>
                <a:lnTo>
                  <a:pt x="990600" y="85725"/>
                </a:lnTo>
                <a:lnTo>
                  <a:pt x="981075" y="85725"/>
                </a:lnTo>
                <a:lnTo>
                  <a:pt x="981075" y="57150"/>
                </a:lnTo>
                <a:lnTo>
                  <a:pt x="962025" y="57150"/>
                </a:lnTo>
                <a:close/>
                <a:moveTo>
                  <a:pt x="114300" y="47625"/>
                </a:moveTo>
                <a:lnTo>
                  <a:pt x="133350" y="47625"/>
                </a:lnTo>
                <a:lnTo>
                  <a:pt x="133350" y="57150"/>
                </a:lnTo>
                <a:lnTo>
                  <a:pt x="114300" y="57150"/>
                </a:lnTo>
                <a:close/>
                <a:moveTo>
                  <a:pt x="457200" y="47625"/>
                </a:moveTo>
                <a:lnTo>
                  <a:pt x="466725" y="47625"/>
                </a:lnTo>
                <a:lnTo>
                  <a:pt x="466725" y="57150"/>
                </a:lnTo>
                <a:lnTo>
                  <a:pt x="485775" y="57150"/>
                </a:lnTo>
                <a:lnTo>
                  <a:pt x="485775" y="47625"/>
                </a:lnTo>
                <a:lnTo>
                  <a:pt x="495300" y="47625"/>
                </a:lnTo>
                <a:lnTo>
                  <a:pt x="495300" y="57150"/>
                </a:lnTo>
                <a:lnTo>
                  <a:pt x="504825" y="57150"/>
                </a:lnTo>
                <a:lnTo>
                  <a:pt x="504825" y="66675"/>
                </a:lnTo>
                <a:lnTo>
                  <a:pt x="514350" y="66675"/>
                </a:lnTo>
                <a:lnTo>
                  <a:pt x="514350" y="76200"/>
                </a:lnTo>
                <a:lnTo>
                  <a:pt x="504825" y="76200"/>
                </a:lnTo>
                <a:lnTo>
                  <a:pt x="504825" y="95250"/>
                </a:lnTo>
                <a:lnTo>
                  <a:pt x="485775" y="95250"/>
                </a:lnTo>
                <a:lnTo>
                  <a:pt x="485775" y="76200"/>
                </a:lnTo>
                <a:lnTo>
                  <a:pt x="476250" y="76200"/>
                </a:lnTo>
                <a:lnTo>
                  <a:pt x="476250" y="66675"/>
                </a:lnTo>
                <a:lnTo>
                  <a:pt x="457200" y="66675"/>
                </a:lnTo>
                <a:close/>
                <a:moveTo>
                  <a:pt x="552450" y="57150"/>
                </a:moveTo>
                <a:lnTo>
                  <a:pt x="571500" y="57150"/>
                </a:lnTo>
                <a:lnTo>
                  <a:pt x="571500" y="66675"/>
                </a:lnTo>
                <a:lnTo>
                  <a:pt x="561975" y="66675"/>
                </a:lnTo>
                <a:lnTo>
                  <a:pt x="561975" y="95250"/>
                </a:lnTo>
                <a:lnTo>
                  <a:pt x="552450" y="95250"/>
                </a:lnTo>
                <a:close/>
                <a:moveTo>
                  <a:pt x="171450" y="66675"/>
                </a:moveTo>
                <a:lnTo>
                  <a:pt x="180975" y="66675"/>
                </a:lnTo>
                <a:lnTo>
                  <a:pt x="180975" y="76200"/>
                </a:lnTo>
                <a:lnTo>
                  <a:pt x="171450" y="76200"/>
                </a:lnTo>
                <a:close/>
                <a:moveTo>
                  <a:pt x="1028700" y="66675"/>
                </a:moveTo>
                <a:lnTo>
                  <a:pt x="1038225" y="66675"/>
                </a:lnTo>
                <a:lnTo>
                  <a:pt x="1038225" y="76200"/>
                </a:lnTo>
                <a:lnTo>
                  <a:pt x="1028700" y="76200"/>
                </a:lnTo>
                <a:close/>
                <a:moveTo>
                  <a:pt x="161925" y="76200"/>
                </a:moveTo>
                <a:lnTo>
                  <a:pt x="171450" y="76200"/>
                </a:lnTo>
                <a:lnTo>
                  <a:pt x="171450" y="85725"/>
                </a:lnTo>
                <a:lnTo>
                  <a:pt x="161925" y="85725"/>
                </a:lnTo>
                <a:close/>
                <a:moveTo>
                  <a:pt x="180975" y="76200"/>
                </a:moveTo>
                <a:lnTo>
                  <a:pt x="190500" y="76200"/>
                </a:lnTo>
                <a:lnTo>
                  <a:pt x="190500" y="85725"/>
                </a:lnTo>
                <a:lnTo>
                  <a:pt x="180975" y="85725"/>
                </a:lnTo>
                <a:close/>
                <a:moveTo>
                  <a:pt x="247650" y="76200"/>
                </a:moveTo>
                <a:lnTo>
                  <a:pt x="257175" y="76200"/>
                </a:lnTo>
                <a:lnTo>
                  <a:pt x="257175" y="95250"/>
                </a:lnTo>
                <a:lnTo>
                  <a:pt x="238125" y="95250"/>
                </a:lnTo>
                <a:lnTo>
                  <a:pt x="238125" y="85725"/>
                </a:lnTo>
                <a:lnTo>
                  <a:pt x="247650" y="85725"/>
                </a:lnTo>
                <a:close/>
                <a:moveTo>
                  <a:pt x="200025" y="85725"/>
                </a:moveTo>
                <a:lnTo>
                  <a:pt x="209550" y="85725"/>
                </a:lnTo>
                <a:lnTo>
                  <a:pt x="209550" y="95250"/>
                </a:lnTo>
                <a:lnTo>
                  <a:pt x="200025" y="95250"/>
                </a:lnTo>
                <a:close/>
                <a:moveTo>
                  <a:pt x="171450" y="95250"/>
                </a:moveTo>
                <a:lnTo>
                  <a:pt x="180975" y="95250"/>
                </a:lnTo>
                <a:lnTo>
                  <a:pt x="180975" y="104775"/>
                </a:lnTo>
                <a:lnTo>
                  <a:pt x="171450" y="104775"/>
                </a:lnTo>
                <a:close/>
                <a:moveTo>
                  <a:pt x="514350" y="95250"/>
                </a:moveTo>
                <a:lnTo>
                  <a:pt x="523875" y="95250"/>
                </a:lnTo>
                <a:lnTo>
                  <a:pt x="523875" y="104775"/>
                </a:lnTo>
                <a:lnTo>
                  <a:pt x="514350" y="104775"/>
                </a:lnTo>
                <a:close/>
                <a:moveTo>
                  <a:pt x="781050" y="95250"/>
                </a:moveTo>
                <a:lnTo>
                  <a:pt x="790575" y="95250"/>
                </a:lnTo>
                <a:lnTo>
                  <a:pt x="790575" y="104775"/>
                </a:lnTo>
                <a:lnTo>
                  <a:pt x="781050" y="104775"/>
                </a:lnTo>
                <a:close/>
                <a:moveTo>
                  <a:pt x="971550" y="104775"/>
                </a:moveTo>
                <a:lnTo>
                  <a:pt x="990600" y="104775"/>
                </a:lnTo>
                <a:lnTo>
                  <a:pt x="990600" y="114300"/>
                </a:lnTo>
                <a:lnTo>
                  <a:pt x="971550" y="114300"/>
                </a:lnTo>
                <a:close/>
                <a:moveTo>
                  <a:pt x="514350" y="114300"/>
                </a:moveTo>
                <a:lnTo>
                  <a:pt x="523875" y="114300"/>
                </a:lnTo>
                <a:lnTo>
                  <a:pt x="523875" y="123825"/>
                </a:lnTo>
                <a:lnTo>
                  <a:pt x="514350" y="123825"/>
                </a:lnTo>
                <a:close/>
                <a:moveTo>
                  <a:pt x="1200150" y="114300"/>
                </a:moveTo>
                <a:lnTo>
                  <a:pt x="1209675" y="114300"/>
                </a:lnTo>
                <a:lnTo>
                  <a:pt x="1209675" y="123825"/>
                </a:lnTo>
                <a:lnTo>
                  <a:pt x="1200150" y="123825"/>
                </a:lnTo>
                <a:close/>
                <a:moveTo>
                  <a:pt x="771525" y="123825"/>
                </a:moveTo>
                <a:lnTo>
                  <a:pt x="781050" y="123825"/>
                </a:lnTo>
                <a:lnTo>
                  <a:pt x="781050" y="133350"/>
                </a:lnTo>
                <a:lnTo>
                  <a:pt x="790575" y="133350"/>
                </a:lnTo>
                <a:lnTo>
                  <a:pt x="790575" y="152400"/>
                </a:lnTo>
                <a:lnTo>
                  <a:pt x="781050" y="152400"/>
                </a:lnTo>
                <a:lnTo>
                  <a:pt x="781050" y="142875"/>
                </a:lnTo>
                <a:lnTo>
                  <a:pt x="762000" y="142875"/>
                </a:lnTo>
                <a:lnTo>
                  <a:pt x="762000" y="133350"/>
                </a:lnTo>
                <a:lnTo>
                  <a:pt x="771525" y="133350"/>
                </a:lnTo>
                <a:close/>
                <a:moveTo>
                  <a:pt x="1190625" y="123825"/>
                </a:moveTo>
                <a:lnTo>
                  <a:pt x="1200150" y="123825"/>
                </a:lnTo>
                <a:lnTo>
                  <a:pt x="1200150" y="133350"/>
                </a:lnTo>
                <a:lnTo>
                  <a:pt x="1190625" y="133350"/>
                </a:lnTo>
                <a:close/>
                <a:moveTo>
                  <a:pt x="552450" y="133350"/>
                </a:moveTo>
                <a:lnTo>
                  <a:pt x="561975" y="133350"/>
                </a:lnTo>
                <a:lnTo>
                  <a:pt x="561975" y="142875"/>
                </a:lnTo>
                <a:lnTo>
                  <a:pt x="552450" y="142875"/>
                </a:lnTo>
                <a:close/>
                <a:moveTo>
                  <a:pt x="542925" y="152400"/>
                </a:moveTo>
                <a:lnTo>
                  <a:pt x="552450" y="152400"/>
                </a:lnTo>
                <a:lnTo>
                  <a:pt x="552450" y="161925"/>
                </a:lnTo>
                <a:lnTo>
                  <a:pt x="542925" y="161925"/>
                </a:lnTo>
                <a:close/>
                <a:moveTo>
                  <a:pt x="790575" y="152400"/>
                </a:moveTo>
                <a:lnTo>
                  <a:pt x="800100" y="152400"/>
                </a:lnTo>
                <a:lnTo>
                  <a:pt x="800100" y="161925"/>
                </a:lnTo>
                <a:lnTo>
                  <a:pt x="790575" y="161925"/>
                </a:lnTo>
                <a:close/>
                <a:moveTo>
                  <a:pt x="933450" y="152400"/>
                </a:moveTo>
                <a:lnTo>
                  <a:pt x="942975" y="152400"/>
                </a:lnTo>
                <a:lnTo>
                  <a:pt x="942975" y="171450"/>
                </a:lnTo>
                <a:lnTo>
                  <a:pt x="933450" y="171450"/>
                </a:lnTo>
                <a:close/>
                <a:moveTo>
                  <a:pt x="952500" y="152400"/>
                </a:moveTo>
                <a:lnTo>
                  <a:pt x="962025" y="152400"/>
                </a:lnTo>
                <a:lnTo>
                  <a:pt x="962025" y="161925"/>
                </a:lnTo>
                <a:lnTo>
                  <a:pt x="952500" y="161925"/>
                </a:lnTo>
                <a:close/>
                <a:moveTo>
                  <a:pt x="1047750" y="161925"/>
                </a:moveTo>
                <a:lnTo>
                  <a:pt x="1066800" y="161925"/>
                </a:lnTo>
                <a:lnTo>
                  <a:pt x="1066800" y="180975"/>
                </a:lnTo>
                <a:lnTo>
                  <a:pt x="1057275" y="180975"/>
                </a:lnTo>
                <a:lnTo>
                  <a:pt x="1057275" y="190500"/>
                </a:lnTo>
                <a:lnTo>
                  <a:pt x="1047750" y="190500"/>
                </a:lnTo>
                <a:close/>
                <a:moveTo>
                  <a:pt x="523875" y="171450"/>
                </a:moveTo>
                <a:lnTo>
                  <a:pt x="552450" y="171450"/>
                </a:lnTo>
                <a:lnTo>
                  <a:pt x="552450" y="180975"/>
                </a:lnTo>
                <a:lnTo>
                  <a:pt x="542925" y="180975"/>
                </a:lnTo>
                <a:lnTo>
                  <a:pt x="542925" y="190500"/>
                </a:lnTo>
                <a:lnTo>
                  <a:pt x="533400" y="190500"/>
                </a:lnTo>
                <a:lnTo>
                  <a:pt x="533400" y="180975"/>
                </a:lnTo>
                <a:lnTo>
                  <a:pt x="523875" y="180975"/>
                </a:lnTo>
                <a:close/>
                <a:moveTo>
                  <a:pt x="561975" y="171450"/>
                </a:moveTo>
                <a:lnTo>
                  <a:pt x="571500" y="171450"/>
                </a:lnTo>
                <a:lnTo>
                  <a:pt x="571500" y="190500"/>
                </a:lnTo>
                <a:lnTo>
                  <a:pt x="561975" y="190500"/>
                </a:lnTo>
                <a:close/>
                <a:moveTo>
                  <a:pt x="85725" y="200025"/>
                </a:moveTo>
                <a:lnTo>
                  <a:pt x="95250" y="200025"/>
                </a:lnTo>
                <a:lnTo>
                  <a:pt x="95250" y="219075"/>
                </a:lnTo>
                <a:lnTo>
                  <a:pt x="85725" y="219075"/>
                </a:lnTo>
                <a:close/>
                <a:moveTo>
                  <a:pt x="523875" y="200025"/>
                </a:moveTo>
                <a:lnTo>
                  <a:pt x="552450" y="200025"/>
                </a:lnTo>
                <a:lnTo>
                  <a:pt x="552450" y="209550"/>
                </a:lnTo>
                <a:lnTo>
                  <a:pt x="542925" y="209550"/>
                </a:lnTo>
                <a:lnTo>
                  <a:pt x="542925" y="219075"/>
                </a:lnTo>
                <a:lnTo>
                  <a:pt x="533400" y="219075"/>
                </a:lnTo>
                <a:lnTo>
                  <a:pt x="533400" y="209550"/>
                </a:lnTo>
                <a:lnTo>
                  <a:pt x="523875" y="209550"/>
                </a:lnTo>
                <a:close/>
                <a:moveTo>
                  <a:pt x="981075" y="200025"/>
                </a:moveTo>
                <a:lnTo>
                  <a:pt x="990600" y="200025"/>
                </a:lnTo>
                <a:lnTo>
                  <a:pt x="990600" y="209550"/>
                </a:lnTo>
                <a:lnTo>
                  <a:pt x="981075" y="209550"/>
                </a:lnTo>
                <a:close/>
                <a:moveTo>
                  <a:pt x="1000125" y="200025"/>
                </a:moveTo>
                <a:lnTo>
                  <a:pt x="1009650" y="200025"/>
                </a:lnTo>
                <a:lnTo>
                  <a:pt x="1009650" y="209550"/>
                </a:lnTo>
                <a:lnTo>
                  <a:pt x="1019175" y="209550"/>
                </a:lnTo>
                <a:lnTo>
                  <a:pt x="1019175" y="228600"/>
                </a:lnTo>
                <a:lnTo>
                  <a:pt x="981075" y="228600"/>
                </a:lnTo>
                <a:lnTo>
                  <a:pt x="981075" y="219075"/>
                </a:lnTo>
                <a:lnTo>
                  <a:pt x="1000125" y="219075"/>
                </a:lnTo>
                <a:close/>
                <a:moveTo>
                  <a:pt x="342900" y="209550"/>
                </a:moveTo>
                <a:lnTo>
                  <a:pt x="352425" y="209550"/>
                </a:lnTo>
                <a:lnTo>
                  <a:pt x="352425" y="228600"/>
                </a:lnTo>
                <a:lnTo>
                  <a:pt x="342900" y="228600"/>
                </a:lnTo>
                <a:close/>
                <a:moveTo>
                  <a:pt x="371475" y="209550"/>
                </a:moveTo>
                <a:lnTo>
                  <a:pt x="381000" y="209550"/>
                </a:lnTo>
                <a:lnTo>
                  <a:pt x="381000" y="219075"/>
                </a:lnTo>
                <a:lnTo>
                  <a:pt x="371475" y="219075"/>
                </a:lnTo>
                <a:close/>
                <a:moveTo>
                  <a:pt x="381000" y="219075"/>
                </a:moveTo>
                <a:lnTo>
                  <a:pt x="400050" y="219075"/>
                </a:lnTo>
                <a:lnTo>
                  <a:pt x="400050" y="228600"/>
                </a:lnTo>
                <a:lnTo>
                  <a:pt x="381000" y="228600"/>
                </a:lnTo>
                <a:close/>
                <a:moveTo>
                  <a:pt x="438150" y="219075"/>
                </a:moveTo>
                <a:lnTo>
                  <a:pt x="447675" y="219075"/>
                </a:lnTo>
                <a:lnTo>
                  <a:pt x="447675" y="228600"/>
                </a:lnTo>
                <a:lnTo>
                  <a:pt x="438150" y="228600"/>
                </a:lnTo>
                <a:close/>
                <a:moveTo>
                  <a:pt x="295275" y="228600"/>
                </a:moveTo>
                <a:lnTo>
                  <a:pt x="342900" y="228600"/>
                </a:lnTo>
                <a:lnTo>
                  <a:pt x="342900" y="238125"/>
                </a:lnTo>
                <a:lnTo>
                  <a:pt x="333375" y="238125"/>
                </a:lnTo>
                <a:lnTo>
                  <a:pt x="333375" y="247650"/>
                </a:lnTo>
                <a:lnTo>
                  <a:pt x="323850" y="247650"/>
                </a:lnTo>
                <a:lnTo>
                  <a:pt x="323850" y="257175"/>
                </a:lnTo>
                <a:lnTo>
                  <a:pt x="314325" y="257175"/>
                </a:lnTo>
                <a:lnTo>
                  <a:pt x="314325" y="247650"/>
                </a:lnTo>
                <a:lnTo>
                  <a:pt x="304800" y="247650"/>
                </a:lnTo>
                <a:lnTo>
                  <a:pt x="304800" y="257175"/>
                </a:lnTo>
                <a:lnTo>
                  <a:pt x="295275" y="257175"/>
                </a:lnTo>
                <a:lnTo>
                  <a:pt x="295275" y="276225"/>
                </a:lnTo>
                <a:lnTo>
                  <a:pt x="304800" y="276225"/>
                </a:lnTo>
                <a:lnTo>
                  <a:pt x="304800" y="285750"/>
                </a:lnTo>
                <a:lnTo>
                  <a:pt x="285750" y="285750"/>
                </a:lnTo>
                <a:lnTo>
                  <a:pt x="285750" y="295275"/>
                </a:lnTo>
                <a:lnTo>
                  <a:pt x="276225" y="295275"/>
                </a:lnTo>
                <a:lnTo>
                  <a:pt x="276225" y="285750"/>
                </a:lnTo>
                <a:lnTo>
                  <a:pt x="266700" y="285750"/>
                </a:lnTo>
                <a:lnTo>
                  <a:pt x="266700" y="247650"/>
                </a:lnTo>
                <a:lnTo>
                  <a:pt x="276225" y="247650"/>
                </a:lnTo>
                <a:lnTo>
                  <a:pt x="276225" y="238125"/>
                </a:lnTo>
                <a:lnTo>
                  <a:pt x="285750" y="238125"/>
                </a:lnTo>
                <a:lnTo>
                  <a:pt x="285750" y="247650"/>
                </a:lnTo>
                <a:lnTo>
                  <a:pt x="295275" y="247650"/>
                </a:lnTo>
                <a:close/>
                <a:moveTo>
                  <a:pt x="542925" y="228600"/>
                </a:moveTo>
                <a:lnTo>
                  <a:pt x="552450" y="228600"/>
                </a:lnTo>
                <a:lnTo>
                  <a:pt x="552450" y="238125"/>
                </a:lnTo>
                <a:lnTo>
                  <a:pt x="542925" y="238125"/>
                </a:lnTo>
                <a:close/>
                <a:moveTo>
                  <a:pt x="971550" y="228600"/>
                </a:moveTo>
                <a:lnTo>
                  <a:pt x="981075" y="228600"/>
                </a:lnTo>
                <a:lnTo>
                  <a:pt x="981075" y="238125"/>
                </a:lnTo>
                <a:lnTo>
                  <a:pt x="971550" y="238125"/>
                </a:lnTo>
                <a:close/>
                <a:moveTo>
                  <a:pt x="123825" y="238125"/>
                </a:moveTo>
                <a:lnTo>
                  <a:pt x="133350" y="238125"/>
                </a:lnTo>
                <a:lnTo>
                  <a:pt x="133350" y="257175"/>
                </a:lnTo>
                <a:lnTo>
                  <a:pt x="142875" y="257175"/>
                </a:lnTo>
                <a:lnTo>
                  <a:pt x="142875" y="266700"/>
                </a:lnTo>
                <a:lnTo>
                  <a:pt x="95250" y="266700"/>
                </a:lnTo>
                <a:lnTo>
                  <a:pt x="95250" y="257175"/>
                </a:lnTo>
                <a:lnTo>
                  <a:pt x="114300" y="257175"/>
                </a:lnTo>
                <a:lnTo>
                  <a:pt x="114300" y="247650"/>
                </a:lnTo>
                <a:lnTo>
                  <a:pt x="123825" y="247650"/>
                </a:lnTo>
                <a:close/>
                <a:moveTo>
                  <a:pt x="381000" y="238125"/>
                </a:moveTo>
                <a:lnTo>
                  <a:pt x="409575" y="238125"/>
                </a:lnTo>
                <a:lnTo>
                  <a:pt x="409575" y="247650"/>
                </a:lnTo>
                <a:lnTo>
                  <a:pt x="390525" y="247650"/>
                </a:lnTo>
                <a:lnTo>
                  <a:pt x="390525" y="257175"/>
                </a:lnTo>
                <a:lnTo>
                  <a:pt x="381000" y="257175"/>
                </a:lnTo>
                <a:close/>
                <a:moveTo>
                  <a:pt x="419100" y="238125"/>
                </a:moveTo>
                <a:lnTo>
                  <a:pt x="438150" y="238125"/>
                </a:lnTo>
                <a:lnTo>
                  <a:pt x="438150" y="257175"/>
                </a:lnTo>
                <a:lnTo>
                  <a:pt x="419100" y="257175"/>
                </a:lnTo>
                <a:close/>
                <a:moveTo>
                  <a:pt x="571500" y="238125"/>
                </a:moveTo>
                <a:lnTo>
                  <a:pt x="581025" y="238125"/>
                </a:lnTo>
                <a:lnTo>
                  <a:pt x="581025" y="257175"/>
                </a:lnTo>
                <a:lnTo>
                  <a:pt x="590550" y="257175"/>
                </a:lnTo>
                <a:lnTo>
                  <a:pt x="590550" y="276225"/>
                </a:lnTo>
                <a:lnTo>
                  <a:pt x="571500" y="276225"/>
                </a:lnTo>
                <a:close/>
                <a:moveTo>
                  <a:pt x="657225" y="238125"/>
                </a:moveTo>
                <a:lnTo>
                  <a:pt x="666750" y="238125"/>
                </a:lnTo>
                <a:lnTo>
                  <a:pt x="666750" y="247650"/>
                </a:lnTo>
                <a:lnTo>
                  <a:pt x="657225" y="247650"/>
                </a:lnTo>
                <a:close/>
                <a:moveTo>
                  <a:pt x="200025" y="247650"/>
                </a:moveTo>
                <a:lnTo>
                  <a:pt x="209550" y="247650"/>
                </a:lnTo>
                <a:lnTo>
                  <a:pt x="209550" y="257175"/>
                </a:lnTo>
                <a:lnTo>
                  <a:pt x="200025" y="257175"/>
                </a:lnTo>
                <a:close/>
                <a:moveTo>
                  <a:pt x="666750" y="247650"/>
                </a:moveTo>
                <a:lnTo>
                  <a:pt x="685800" y="247650"/>
                </a:lnTo>
                <a:lnTo>
                  <a:pt x="685800" y="257175"/>
                </a:lnTo>
                <a:lnTo>
                  <a:pt x="666750" y="257175"/>
                </a:lnTo>
                <a:close/>
                <a:moveTo>
                  <a:pt x="438150" y="257175"/>
                </a:moveTo>
                <a:lnTo>
                  <a:pt x="447675" y="257175"/>
                </a:lnTo>
                <a:lnTo>
                  <a:pt x="447675" y="266700"/>
                </a:lnTo>
                <a:lnTo>
                  <a:pt x="438150" y="266700"/>
                </a:lnTo>
                <a:close/>
                <a:moveTo>
                  <a:pt x="85725" y="266700"/>
                </a:moveTo>
                <a:lnTo>
                  <a:pt x="95250" y="266700"/>
                </a:lnTo>
                <a:lnTo>
                  <a:pt x="95250" y="276225"/>
                </a:lnTo>
                <a:lnTo>
                  <a:pt x="85725" y="276225"/>
                </a:lnTo>
                <a:close/>
                <a:moveTo>
                  <a:pt x="104775" y="276225"/>
                </a:moveTo>
                <a:lnTo>
                  <a:pt x="123825" y="276225"/>
                </a:lnTo>
                <a:lnTo>
                  <a:pt x="123825" y="295275"/>
                </a:lnTo>
                <a:lnTo>
                  <a:pt x="104775" y="295275"/>
                </a:lnTo>
                <a:close/>
                <a:moveTo>
                  <a:pt x="438150" y="276225"/>
                </a:moveTo>
                <a:lnTo>
                  <a:pt x="457200" y="276225"/>
                </a:lnTo>
                <a:lnTo>
                  <a:pt x="457200" y="285750"/>
                </a:lnTo>
                <a:lnTo>
                  <a:pt x="438150" y="285750"/>
                </a:lnTo>
                <a:close/>
                <a:moveTo>
                  <a:pt x="561975" y="276225"/>
                </a:moveTo>
                <a:lnTo>
                  <a:pt x="571500" y="276225"/>
                </a:lnTo>
                <a:lnTo>
                  <a:pt x="571500" y="295275"/>
                </a:lnTo>
                <a:lnTo>
                  <a:pt x="581025" y="295275"/>
                </a:lnTo>
                <a:lnTo>
                  <a:pt x="581025" y="304800"/>
                </a:lnTo>
                <a:lnTo>
                  <a:pt x="561975" y="304800"/>
                </a:lnTo>
                <a:close/>
                <a:moveTo>
                  <a:pt x="1190625" y="276225"/>
                </a:moveTo>
                <a:lnTo>
                  <a:pt x="1200150" y="276225"/>
                </a:lnTo>
                <a:lnTo>
                  <a:pt x="1200150" y="285750"/>
                </a:lnTo>
                <a:lnTo>
                  <a:pt x="1209675" y="285750"/>
                </a:lnTo>
                <a:lnTo>
                  <a:pt x="1209675" y="295275"/>
                </a:lnTo>
                <a:lnTo>
                  <a:pt x="1181100" y="295275"/>
                </a:lnTo>
                <a:lnTo>
                  <a:pt x="1181100" y="285750"/>
                </a:lnTo>
                <a:lnTo>
                  <a:pt x="1190625" y="285750"/>
                </a:lnTo>
                <a:close/>
                <a:moveTo>
                  <a:pt x="304800" y="285750"/>
                </a:moveTo>
                <a:lnTo>
                  <a:pt x="323850" y="285750"/>
                </a:lnTo>
                <a:lnTo>
                  <a:pt x="323850" y="295275"/>
                </a:lnTo>
                <a:lnTo>
                  <a:pt x="342900" y="295275"/>
                </a:lnTo>
                <a:lnTo>
                  <a:pt x="342900" y="304800"/>
                </a:lnTo>
                <a:lnTo>
                  <a:pt x="314325" y="304800"/>
                </a:lnTo>
                <a:lnTo>
                  <a:pt x="314325" y="295275"/>
                </a:lnTo>
                <a:lnTo>
                  <a:pt x="304800" y="295275"/>
                </a:lnTo>
                <a:close/>
                <a:moveTo>
                  <a:pt x="390525" y="285750"/>
                </a:moveTo>
                <a:lnTo>
                  <a:pt x="400050" y="285750"/>
                </a:lnTo>
                <a:lnTo>
                  <a:pt x="400050" y="295275"/>
                </a:lnTo>
                <a:lnTo>
                  <a:pt x="409575" y="295275"/>
                </a:lnTo>
                <a:lnTo>
                  <a:pt x="409575" y="304800"/>
                </a:lnTo>
                <a:lnTo>
                  <a:pt x="400050" y="304800"/>
                </a:lnTo>
                <a:lnTo>
                  <a:pt x="400050" y="323850"/>
                </a:lnTo>
                <a:lnTo>
                  <a:pt x="390525" y="323850"/>
                </a:lnTo>
                <a:close/>
                <a:moveTo>
                  <a:pt x="133350" y="295275"/>
                </a:moveTo>
                <a:lnTo>
                  <a:pt x="142875" y="295275"/>
                </a:lnTo>
                <a:lnTo>
                  <a:pt x="142875" y="314325"/>
                </a:lnTo>
                <a:lnTo>
                  <a:pt x="133350" y="314325"/>
                </a:lnTo>
                <a:lnTo>
                  <a:pt x="133350" y="323850"/>
                </a:lnTo>
                <a:lnTo>
                  <a:pt x="104775" y="323850"/>
                </a:lnTo>
                <a:lnTo>
                  <a:pt x="104775" y="304800"/>
                </a:lnTo>
                <a:lnTo>
                  <a:pt x="133350" y="304800"/>
                </a:lnTo>
                <a:close/>
                <a:moveTo>
                  <a:pt x="581025" y="304800"/>
                </a:moveTo>
                <a:lnTo>
                  <a:pt x="590550" y="304800"/>
                </a:lnTo>
                <a:lnTo>
                  <a:pt x="590550" y="314325"/>
                </a:lnTo>
                <a:lnTo>
                  <a:pt x="581025" y="314325"/>
                </a:lnTo>
                <a:close/>
                <a:moveTo>
                  <a:pt x="904875" y="304800"/>
                </a:moveTo>
                <a:lnTo>
                  <a:pt x="914400" y="304800"/>
                </a:lnTo>
                <a:lnTo>
                  <a:pt x="914400" y="314325"/>
                </a:lnTo>
                <a:lnTo>
                  <a:pt x="904875" y="314325"/>
                </a:lnTo>
                <a:close/>
                <a:moveTo>
                  <a:pt x="952500" y="304800"/>
                </a:moveTo>
                <a:lnTo>
                  <a:pt x="962025" y="304800"/>
                </a:lnTo>
                <a:lnTo>
                  <a:pt x="962025" y="314325"/>
                </a:lnTo>
                <a:lnTo>
                  <a:pt x="952500" y="314325"/>
                </a:lnTo>
                <a:close/>
                <a:moveTo>
                  <a:pt x="0" y="314325"/>
                </a:moveTo>
                <a:lnTo>
                  <a:pt x="9525" y="314325"/>
                </a:lnTo>
                <a:lnTo>
                  <a:pt x="9525" y="323850"/>
                </a:lnTo>
                <a:lnTo>
                  <a:pt x="0" y="323850"/>
                </a:lnTo>
                <a:close/>
                <a:moveTo>
                  <a:pt x="152400" y="314325"/>
                </a:moveTo>
                <a:lnTo>
                  <a:pt x="161925" y="314325"/>
                </a:lnTo>
                <a:lnTo>
                  <a:pt x="161925" y="323850"/>
                </a:lnTo>
                <a:lnTo>
                  <a:pt x="152400" y="323850"/>
                </a:lnTo>
                <a:close/>
                <a:moveTo>
                  <a:pt x="190500" y="314325"/>
                </a:moveTo>
                <a:lnTo>
                  <a:pt x="209550" y="314325"/>
                </a:lnTo>
                <a:lnTo>
                  <a:pt x="209550" y="323850"/>
                </a:lnTo>
                <a:lnTo>
                  <a:pt x="219075" y="323850"/>
                </a:lnTo>
                <a:lnTo>
                  <a:pt x="219075" y="342900"/>
                </a:lnTo>
                <a:lnTo>
                  <a:pt x="200025" y="342900"/>
                </a:lnTo>
                <a:lnTo>
                  <a:pt x="200025" y="333375"/>
                </a:lnTo>
                <a:lnTo>
                  <a:pt x="190500" y="333375"/>
                </a:lnTo>
                <a:close/>
                <a:moveTo>
                  <a:pt x="266700" y="314325"/>
                </a:moveTo>
                <a:lnTo>
                  <a:pt x="276225" y="314325"/>
                </a:lnTo>
                <a:lnTo>
                  <a:pt x="276225" y="323850"/>
                </a:lnTo>
                <a:lnTo>
                  <a:pt x="266700" y="323850"/>
                </a:lnTo>
                <a:close/>
                <a:moveTo>
                  <a:pt x="285750" y="314325"/>
                </a:moveTo>
                <a:lnTo>
                  <a:pt x="295275" y="314325"/>
                </a:lnTo>
                <a:lnTo>
                  <a:pt x="295275" y="323850"/>
                </a:lnTo>
                <a:lnTo>
                  <a:pt x="304800" y="323850"/>
                </a:lnTo>
                <a:lnTo>
                  <a:pt x="304800" y="342900"/>
                </a:lnTo>
                <a:lnTo>
                  <a:pt x="295275" y="342900"/>
                </a:lnTo>
                <a:lnTo>
                  <a:pt x="295275" y="333375"/>
                </a:lnTo>
                <a:lnTo>
                  <a:pt x="276225" y="333375"/>
                </a:lnTo>
                <a:lnTo>
                  <a:pt x="276225" y="323850"/>
                </a:lnTo>
                <a:lnTo>
                  <a:pt x="285750" y="323850"/>
                </a:lnTo>
                <a:close/>
                <a:moveTo>
                  <a:pt x="942975" y="314325"/>
                </a:moveTo>
                <a:lnTo>
                  <a:pt x="952500" y="314325"/>
                </a:lnTo>
                <a:lnTo>
                  <a:pt x="952500" y="323850"/>
                </a:lnTo>
                <a:lnTo>
                  <a:pt x="942975" y="323850"/>
                </a:lnTo>
                <a:close/>
                <a:moveTo>
                  <a:pt x="981075" y="314325"/>
                </a:moveTo>
                <a:lnTo>
                  <a:pt x="1000125" y="314325"/>
                </a:lnTo>
                <a:lnTo>
                  <a:pt x="1000125" y="323850"/>
                </a:lnTo>
                <a:lnTo>
                  <a:pt x="990600" y="323850"/>
                </a:lnTo>
                <a:lnTo>
                  <a:pt x="990600" y="342900"/>
                </a:lnTo>
                <a:lnTo>
                  <a:pt x="971550" y="342900"/>
                </a:lnTo>
                <a:lnTo>
                  <a:pt x="971550" y="333375"/>
                </a:lnTo>
                <a:lnTo>
                  <a:pt x="981075" y="333375"/>
                </a:lnTo>
                <a:close/>
                <a:moveTo>
                  <a:pt x="428625" y="323850"/>
                </a:moveTo>
                <a:lnTo>
                  <a:pt x="438150" y="323850"/>
                </a:lnTo>
                <a:lnTo>
                  <a:pt x="438150" y="333375"/>
                </a:lnTo>
                <a:lnTo>
                  <a:pt x="428625" y="333375"/>
                </a:lnTo>
                <a:close/>
                <a:moveTo>
                  <a:pt x="542925" y="323850"/>
                </a:moveTo>
                <a:lnTo>
                  <a:pt x="552450" y="323850"/>
                </a:lnTo>
                <a:lnTo>
                  <a:pt x="552450" y="333375"/>
                </a:lnTo>
                <a:lnTo>
                  <a:pt x="561975" y="333375"/>
                </a:lnTo>
                <a:lnTo>
                  <a:pt x="561975" y="342900"/>
                </a:lnTo>
                <a:lnTo>
                  <a:pt x="552450" y="342900"/>
                </a:lnTo>
                <a:lnTo>
                  <a:pt x="552450" y="352425"/>
                </a:lnTo>
                <a:lnTo>
                  <a:pt x="542925" y="352425"/>
                </a:lnTo>
                <a:lnTo>
                  <a:pt x="542925" y="361950"/>
                </a:lnTo>
                <a:lnTo>
                  <a:pt x="552450" y="361950"/>
                </a:lnTo>
                <a:lnTo>
                  <a:pt x="552450" y="371475"/>
                </a:lnTo>
                <a:lnTo>
                  <a:pt x="514350" y="371475"/>
                </a:lnTo>
                <a:lnTo>
                  <a:pt x="514350" y="390525"/>
                </a:lnTo>
                <a:lnTo>
                  <a:pt x="504825" y="390525"/>
                </a:lnTo>
                <a:lnTo>
                  <a:pt x="504825" y="400050"/>
                </a:lnTo>
                <a:lnTo>
                  <a:pt x="495300" y="400050"/>
                </a:lnTo>
                <a:lnTo>
                  <a:pt x="495300" y="390525"/>
                </a:lnTo>
                <a:lnTo>
                  <a:pt x="485775" y="390525"/>
                </a:lnTo>
                <a:lnTo>
                  <a:pt x="485775" y="381000"/>
                </a:lnTo>
                <a:lnTo>
                  <a:pt x="495300" y="381000"/>
                </a:lnTo>
                <a:lnTo>
                  <a:pt x="495300" y="371475"/>
                </a:lnTo>
                <a:lnTo>
                  <a:pt x="504825" y="371475"/>
                </a:lnTo>
                <a:lnTo>
                  <a:pt x="504825" y="352425"/>
                </a:lnTo>
                <a:lnTo>
                  <a:pt x="514350" y="352425"/>
                </a:lnTo>
                <a:lnTo>
                  <a:pt x="514350" y="342900"/>
                </a:lnTo>
                <a:lnTo>
                  <a:pt x="533400" y="342900"/>
                </a:lnTo>
                <a:lnTo>
                  <a:pt x="533400" y="333375"/>
                </a:lnTo>
                <a:lnTo>
                  <a:pt x="542925" y="333375"/>
                </a:lnTo>
                <a:close/>
                <a:moveTo>
                  <a:pt x="619125" y="323850"/>
                </a:moveTo>
                <a:lnTo>
                  <a:pt x="628650" y="323850"/>
                </a:lnTo>
                <a:lnTo>
                  <a:pt x="628650" y="342900"/>
                </a:lnTo>
                <a:lnTo>
                  <a:pt x="619125" y="342900"/>
                </a:lnTo>
                <a:close/>
                <a:moveTo>
                  <a:pt x="923925" y="323850"/>
                </a:moveTo>
                <a:lnTo>
                  <a:pt x="933450" y="323850"/>
                </a:lnTo>
                <a:lnTo>
                  <a:pt x="933450" y="333375"/>
                </a:lnTo>
                <a:lnTo>
                  <a:pt x="923925" y="333375"/>
                </a:lnTo>
                <a:close/>
                <a:moveTo>
                  <a:pt x="219075" y="342900"/>
                </a:moveTo>
                <a:lnTo>
                  <a:pt x="228600" y="342900"/>
                </a:lnTo>
                <a:lnTo>
                  <a:pt x="228600" y="352425"/>
                </a:lnTo>
                <a:lnTo>
                  <a:pt x="219075" y="352425"/>
                </a:lnTo>
                <a:close/>
                <a:moveTo>
                  <a:pt x="628650" y="342900"/>
                </a:moveTo>
                <a:lnTo>
                  <a:pt x="638175" y="342900"/>
                </a:lnTo>
                <a:lnTo>
                  <a:pt x="638175" y="352425"/>
                </a:lnTo>
                <a:lnTo>
                  <a:pt x="628650" y="352425"/>
                </a:lnTo>
                <a:close/>
                <a:moveTo>
                  <a:pt x="904875" y="342900"/>
                </a:moveTo>
                <a:lnTo>
                  <a:pt x="914400" y="342900"/>
                </a:lnTo>
                <a:lnTo>
                  <a:pt x="914400" y="352425"/>
                </a:lnTo>
                <a:lnTo>
                  <a:pt x="904875" y="352425"/>
                </a:lnTo>
                <a:close/>
                <a:moveTo>
                  <a:pt x="190500" y="352425"/>
                </a:moveTo>
                <a:lnTo>
                  <a:pt x="219075" y="352425"/>
                </a:lnTo>
                <a:lnTo>
                  <a:pt x="219075" y="371475"/>
                </a:lnTo>
                <a:lnTo>
                  <a:pt x="209550" y="371475"/>
                </a:lnTo>
                <a:lnTo>
                  <a:pt x="209550" y="381000"/>
                </a:lnTo>
                <a:lnTo>
                  <a:pt x="200025" y="381000"/>
                </a:lnTo>
                <a:lnTo>
                  <a:pt x="200025" y="361950"/>
                </a:lnTo>
                <a:lnTo>
                  <a:pt x="190500" y="361950"/>
                </a:lnTo>
                <a:close/>
                <a:moveTo>
                  <a:pt x="361950" y="352425"/>
                </a:moveTo>
                <a:lnTo>
                  <a:pt x="371475" y="352425"/>
                </a:lnTo>
                <a:lnTo>
                  <a:pt x="371475" y="371475"/>
                </a:lnTo>
                <a:lnTo>
                  <a:pt x="361950" y="371475"/>
                </a:lnTo>
                <a:close/>
                <a:moveTo>
                  <a:pt x="723900" y="361950"/>
                </a:moveTo>
                <a:lnTo>
                  <a:pt x="733425" y="361950"/>
                </a:lnTo>
                <a:lnTo>
                  <a:pt x="733425" y="371475"/>
                </a:lnTo>
                <a:lnTo>
                  <a:pt x="723900" y="371475"/>
                </a:lnTo>
                <a:close/>
                <a:moveTo>
                  <a:pt x="742950" y="361950"/>
                </a:moveTo>
                <a:lnTo>
                  <a:pt x="752475" y="361950"/>
                </a:lnTo>
                <a:lnTo>
                  <a:pt x="752475" y="371475"/>
                </a:lnTo>
                <a:lnTo>
                  <a:pt x="742950" y="371475"/>
                </a:lnTo>
                <a:close/>
                <a:moveTo>
                  <a:pt x="895350" y="361950"/>
                </a:moveTo>
                <a:lnTo>
                  <a:pt x="904875" y="361950"/>
                </a:lnTo>
                <a:lnTo>
                  <a:pt x="904875" y="390525"/>
                </a:lnTo>
                <a:lnTo>
                  <a:pt x="885825" y="390525"/>
                </a:lnTo>
                <a:lnTo>
                  <a:pt x="885825" y="371475"/>
                </a:lnTo>
                <a:lnTo>
                  <a:pt x="895350" y="371475"/>
                </a:lnTo>
                <a:close/>
                <a:moveTo>
                  <a:pt x="962025" y="361950"/>
                </a:moveTo>
                <a:lnTo>
                  <a:pt x="971550" y="361950"/>
                </a:lnTo>
                <a:lnTo>
                  <a:pt x="971550" y="371475"/>
                </a:lnTo>
                <a:lnTo>
                  <a:pt x="962025" y="371475"/>
                </a:lnTo>
                <a:close/>
                <a:moveTo>
                  <a:pt x="1000125" y="361950"/>
                </a:moveTo>
                <a:lnTo>
                  <a:pt x="1009650" y="361950"/>
                </a:lnTo>
                <a:lnTo>
                  <a:pt x="1009650" y="371475"/>
                </a:lnTo>
                <a:lnTo>
                  <a:pt x="1000125" y="371475"/>
                </a:lnTo>
                <a:close/>
                <a:moveTo>
                  <a:pt x="247650" y="371475"/>
                </a:moveTo>
                <a:lnTo>
                  <a:pt x="266700" y="371475"/>
                </a:lnTo>
                <a:lnTo>
                  <a:pt x="266700" y="381000"/>
                </a:lnTo>
                <a:lnTo>
                  <a:pt x="247650" y="381000"/>
                </a:lnTo>
                <a:close/>
                <a:moveTo>
                  <a:pt x="762000" y="371475"/>
                </a:moveTo>
                <a:lnTo>
                  <a:pt x="790575" y="371475"/>
                </a:lnTo>
                <a:lnTo>
                  <a:pt x="790575" y="381000"/>
                </a:lnTo>
                <a:lnTo>
                  <a:pt x="762000" y="381000"/>
                </a:lnTo>
                <a:close/>
                <a:moveTo>
                  <a:pt x="990600" y="371475"/>
                </a:moveTo>
                <a:lnTo>
                  <a:pt x="1000125" y="371475"/>
                </a:lnTo>
                <a:lnTo>
                  <a:pt x="1000125" y="381000"/>
                </a:lnTo>
                <a:lnTo>
                  <a:pt x="1009650" y="381000"/>
                </a:lnTo>
                <a:lnTo>
                  <a:pt x="1009650" y="400050"/>
                </a:lnTo>
                <a:lnTo>
                  <a:pt x="1000125" y="400050"/>
                </a:lnTo>
                <a:lnTo>
                  <a:pt x="1000125" y="390525"/>
                </a:lnTo>
                <a:lnTo>
                  <a:pt x="990600" y="390525"/>
                </a:lnTo>
                <a:close/>
                <a:moveTo>
                  <a:pt x="133350" y="381000"/>
                </a:moveTo>
                <a:lnTo>
                  <a:pt x="161925" y="381000"/>
                </a:lnTo>
                <a:lnTo>
                  <a:pt x="161925" y="390525"/>
                </a:lnTo>
                <a:lnTo>
                  <a:pt x="133350" y="390525"/>
                </a:lnTo>
                <a:close/>
                <a:moveTo>
                  <a:pt x="190500" y="381000"/>
                </a:moveTo>
                <a:lnTo>
                  <a:pt x="200025" y="381000"/>
                </a:lnTo>
                <a:lnTo>
                  <a:pt x="200025" y="390525"/>
                </a:lnTo>
                <a:lnTo>
                  <a:pt x="190500" y="390525"/>
                </a:lnTo>
                <a:close/>
                <a:moveTo>
                  <a:pt x="723900" y="381000"/>
                </a:moveTo>
                <a:lnTo>
                  <a:pt x="733425" y="381000"/>
                </a:lnTo>
                <a:lnTo>
                  <a:pt x="733425" y="390525"/>
                </a:lnTo>
                <a:lnTo>
                  <a:pt x="723900" y="390525"/>
                </a:lnTo>
                <a:close/>
                <a:moveTo>
                  <a:pt x="733425" y="390525"/>
                </a:moveTo>
                <a:lnTo>
                  <a:pt x="742950" y="390525"/>
                </a:lnTo>
                <a:lnTo>
                  <a:pt x="742950" y="400050"/>
                </a:lnTo>
                <a:lnTo>
                  <a:pt x="762000" y="400050"/>
                </a:lnTo>
                <a:lnTo>
                  <a:pt x="762000" y="409575"/>
                </a:lnTo>
                <a:lnTo>
                  <a:pt x="733425" y="409575"/>
                </a:lnTo>
                <a:close/>
                <a:moveTo>
                  <a:pt x="476250" y="400050"/>
                </a:moveTo>
                <a:lnTo>
                  <a:pt x="485775" y="400050"/>
                </a:lnTo>
                <a:lnTo>
                  <a:pt x="485775" y="409575"/>
                </a:lnTo>
                <a:lnTo>
                  <a:pt x="514350" y="409575"/>
                </a:lnTo>
                <a:lnTo>
                  <a:pt x="514350" y="419100"/>
                </a:lnTo>
                <a:lnTo>
                  <a:pt x="523875" y="419100"/>
                </a:lnTo>
                <a:lnTo>
                  <a:pt x="523875" y="428625"/>
                </a:lnTo>
                <a:lnTo>
                  <a:pt x="504825" y="428625"/>
                </a:lnTo>
                <a:lnTo>
                  <a:pt x="504825" y="419100"/>
                </a:lnTo>
                <a:lnTo>
                  <a:pt x="485775" y="419100"/>
                </a:lnTo>
                <a:lnTo>
                  <a:pt x="485775" y="428625"/>
                </a:lnTo>
                <a:lnTo>
                  <a:pt x="476250" y="428625"/>
                </a:lnTo>
                <a:close/>
                <a:moveTo>
                  <a:pt x="666750" y="400050"/>
                </a:moveTo>
                <a:lnTo>
                  <a:pt x="676275" y="400050"/>
                </a:lnTo>
                <a:lnTo>
                  <a:pt x="676275" y="419100"/>
                </a:lnTo>
                <a:lnTo>
                  <a:pt x="695325" y="419100"/>
                </a:lnTo>
                <a:lnTo>
                  <a:pt x="695325" y="428625"/>
                </a:lnTo>
                <a:lnTo>
                  <a:pt x="638175" y="428625"/>
                </a:lnTo>
                <a:lnTo>
                  <a:pt x="638175" y="419100"/>
                </a:lnTo>
                <a:lnTo>
                  <a:pt x="628650" y="419100"/>
                </a:lnTo>
                <a:lnTo>
                  <a:pt x="628650" y="409575"/>
                </a:lnTo>
                <a:lnTo>
                  <a:pt x="666750" y="409575"/>
                </a:lnTo>
                <a:close/>
                <a:moveTo>
                  <a:pt x="685800" y="400050"/>
                </a:moveTo>
                <a:lnTo>
                  <a:pt x="695325" y="400050"/>
                </a:lnTo>
                <a:lnTo>
                  <a:pt x="695325" y="409575"/>
                </a:lnTo>
                <a:lnTo>
                  <a:pt x="685800" y="409575"/>
                </a:lnTo>
                <a:close/>
                <a:moveTo>
                  <a:pt x="771525" y="400050"/>
                </a:moveTo>
                <a:lnTo>
                  <a:pt x="790575" y="400050"/>
                </a:lnTo>
                <a:lnTo>
                  <a:pt x="790575" y="409575"/>
                </a:lnTo>
                <a:lnTo>
                  <a:pt x="771525" y="409575"/>
                </a:lnTo>
                <a:close/>
                <a:moveTo>
                  <a:pt x="809625" y="400050"/>
                </a:moveTo>
                <a:lnTo>
                  <a:pt x="819150" y="400050"/>
                </a:lnTo>
                <a:lnTo>
                  <a:pt x="819150" y="409575"/>
                </a:lnTo>
                <a:lnTo>
                  <a:pt x="809625" y="409575"/>
                </a:lnTo>
                <a:close/>
                <a:moveTo>
                  <a:pt x="914400" y="400050"/>
                </a:moveTo>
                <a:lnTo>
                  <a:pt x="933450" y="400050"/>
                </a:lnTo>
                <a:lnTo>
                  <a:pt x="933450" y="409575"/>
                </a:lnTo>
                <a:lnTo>
                  <a:pt x="914400" y="409575"/>
                </a:lnTo>
                <a:close/>
                <a:moveTo>
                  <a:pt x="1009650" y="400050"/>
                </a:moveTo>
                <a:lnTo>
                  <a:pt x="1019175" y="400050"/>
                </a:lnTo>
                <a:lnTo>
                  <a:pt x="1019175" y="419100"/>
                </a:lnTo>
                <a:lnTo>
                  <a:pt x="1009650" y="419100"/>
                </a:lnTo>
                <a:lnTo>
                  <a:pt x="1009650" y="428625"/>
                </a:lnTo>
                <a:lnTo>
                  <a:pt x="1000125" y="428625"/>
                </a:lnTo>
                <a:lnTo>
                  <a:pt x="1000125" y="409575"/>
                </a:lnTo>
                <a:lnTo>
                  <a:pt x="1009650" y="409575"/>
                </a:lnTo>
                <a:close/>
                <a:moveTo>
                  <a:pt x="600075" y="419100"/>
                </a:moveTo>
                <a:lnTo>
                  <a:pt x="619125" y="419100"/>
                </a:lnTo>
                <a:lnTo>
                  <a:pt x="619125" y="428625"/>
                </a:lnTo>
                <a:lnTo>
                  <a:pt x="600075" y="428625"/>
                </a:lnTo>
                <a:close/>
                <a:moveTo>
                  <a:pt x="895350" y="419100"/>
                </a:moveTo>
                <a:lnTo>
                  <a:pt x="904875" y="419100"/>
                </a:lnTo>
                <a:lnTo>
                  <a:pt x="904875" y="438150"/>
                </a:lnTo>
                <a:lnTo>
                  <a:pt x="895350" y="438150"/>
                </a:lnTo>
                <a:close/>
                <a:moveTo>
                  <a:pt x="590550" y="428625"/>
                </a:moveTo>
                <a:lnTo>
                  <a:pt x="600075" y="428625"/>
                </a:lnTo>
                <a:lnTo>
                  <a:pt x="600075" y="438150"/>
                </a:lnTo>
                <a:lnTo>
                  <a:pt x="590550" y="438150"/>
                </a:lnTo>
                <a:close/>
                <a:moveTo>
                  <a:pt x="581025" y="438150"/>
                </a:moveTo>
                <a:lnTo>
                  <a:pt x="590550" y="438150"/>
                </a:lnTo>
                <a:lnTo>
                  <a:pt x="590550" y="457200"/>
                </a:lnTo>
                <a:lnTo>
                  <a:pt x="581025" y="457200"/>
                </a:lnTo>
                <a:close/>
                <a:moveTo>
                  <a:pt x="1000125" y="438150"/>
                </a:moveTo>
                <a:lnTo>
                  <a:pt x="1009650" y="438150"/>
                </a:lnTo>
                <a:lnTo>
                  <a:pt x="1009650" y="447675"/>
                </a:lnTo>
                <a:lnTo>
                  <a:pt x="1000125" y="447675"/>
                </a:lnTo>
                <a:close/>
                <a:moveTo>
                  <a:pt x="962025" y="447675"/>
                </a:moveTo>
                <a:lnTo>
                  <a:pt x="971550" y="447675"/>
                </a:lnTo>
                <a:lnTo>
                  <a:pt x="971550" y="457200"/>
                </a:lnTo>
                <a:lnTo>
                  <a:pt x="962025" y="457200"/>
                </a:lnTo>
                <a:close/>
                <a:moveTo>
                  <a:pt x="990600" y="447675"/>
                </a:moveTo>
                <a:lnTo>
                  <a:pt x="1000125" y="447675"/>
                </a:lnTo>
                <a:lnTo>
                  <a:pt x="1000125" y="457200"/>
                </a:lnTo>
                <a:lnTo>
                  <a:pt x="990600" y="457200"/>
                </a:lnTo>
                <a:close/>
                <a:moveTo>
                  <a:pt x="1000125" y="457200"/>
                </a:moveTo>
                <a:lnTo>
                  <a:pt x="1019175" y="457200"/>
                </a:lnTo>
                <a:lnTo>
                  <a:pt x="1019175" y="466725"/>
                </a:lnTo>
                <a:lnTo>
                  <a:pt x="1000125" y="466725"/>
                </a:lnTo>
                <a:close/>
                <a:moveTo>
                  <a:pt x="47625" y="476250"/>
                </a:moveTo>
                <a:lnTo>
                  <a:pt x="66675" y="476250"/>
                </a:lnTo>
                <a:lnTo>
                  <a:pt x="66675" y="485775"/>
                </a:lnTo>
                <a:lnTo>
                  <a:pt x="76200" y="485775"/>
                </a:lnTo>
                <a:lnTo>
                  <a:pt x="76200" y="495300"/>
                </a:lnTo>
                <a:lnTo>
                  <a:pt x="57150" y="495300"/>
                </a:lnTo>
                <a:lnTo>
                  <a:pt x="57150" y="485775"/>
                </a:lnTo>
                <a:lnTo>
                  <a:pt x="47625" y="485775"/>
                </a:lnTo>
                <a:close/>
                <a:moveTo>
                  <a:pt x="923925" y="476250"/>
                </a:moveTo>
                <a:lnTo>
                  <a:pt x="933450" y="476250"/>
                </a:lnTo>
                <a:lnTo>
                  <a:pt x="933450" y="485775"/>
                </a:lnTo>
                <a:lnTo>
                  <a:pt x="952500" y="485775"/>
                </a:lnTo>
                <a:lnTo>
                  <a:pt x="952500" y="495300"/>
                </a:lnTo>
                <a:lnTo>
                  <a:pt x="962025" y="495300"/>
                </a:lnTo>
                <a:lnTo>
                  <a:pt x="962025" y="504825"/>
                </a:lnTo>
                <a:lnTo>
                  <a:pt x="981075" y="504825"/>
                </a:lnTo>
                <a:lnTo>
                  <a:pt x="981075" y="495300"/>
                </a:lnTo>
                <a:lnTo>
                  <a:pt x="990600" y="495300"/>
                </a:lnTo>
                <a:lnTo>
                  <a:pt x="990600" y="476250"/>
                </a:lnTo>
                <a:lnTo>
                  <a:pt x="1000125" y="476250"/>
                </a:lnTo>
                <a:lnTo>
                  <a:pt x="1000125" y="504825"/>
                </a:lnTo>
                <a:lnTo>
                  <a:pt x="990600" y="504825"/>
                </a:lnTo>
                <a:lnTo>
                  <a:pt x="990600" y="523875"/>
                </a:lnTo>
                <a:lnTo>
                  <a:pt x="981075" y="523875"/>
                </a:lnTo>
                <a:lnTo>
                  <a:pt x="981075" y="533400"/>
                </a:lnTo>
                <a:lnTo>
                  <a:pt x="962025" y="533400"/>
                </a:lnTo>
                <a:lnTo>
                  <a:pt x="962025" y="523875"/>
                </a:lnTo>
                <a:lnTo>
                  <a:pt x="971550" y="523875"/>
                </a:lnTo>
                <a:lnTo>
                  <a:pt x="971550" y="514350"/>
                </a:lnTo>
                <a:lnTo>
                  <a:pt x="952500" y="514350"/>
                </a:lnTo>
                <a:lnTo>
                  <a:pt x="952500" y="523875"/>
                </a:lnTo>
                <a:lnTo>
                  <a:pt x="942975" y="523875"/>
                </a:lnTo>
                <a:lnTo>
                  <a:pt x="942975" y="514350"/>
                </a:lnTo>
                <a:lnTo>
                  <a:pt x="923925" y="514350"/>
                </a:lnTo>
                <a:lnTo>
                  <a:pt x="923925" y="523875"/>
                </a:lnTo>
                <a:lnTo>
                  <a:pt x="914400" y="523875"/>
                </a:lnTo>
                <a:lnTo>
                  <a:pt x="914400" y="514350"/>
                </a:lnTo>
                <a:lnTo>
                  <a:pt x="904875" y="514350"/>
                </a:lnTo>
                <a:lnTo>
                  <a:pt x="904875" y="504825"/>
                </a:lnTo>
                <a:lnTo>
                  <a:pt x="933450" y="504825"/>
                </a:lnTo>
                <a:lnTo>
                  <a:pt x="933450" y="495300"/>
                </a:lnTo>
                <a:lnTo>
                  <a:pt x="923925" y="495300"/>
                </a:lnTo>
                <a:close/>
                <a:moveTo>
                  <a:pt x="1019175" y="476250"/>
                </a:moveTo>
                <a:lnTo>
                  <a:pt x="1028700" y="476250"/>
                </a:lnTo>
                <a:lnTo>
                  <a:pt x="1028700" y="495300"/>
                </a:lnTo>
                <a:lnTo>
                  <a:pt x="1019175" y="495300"/>
                </a:lnTo>
                <a:close/>
                <a:moveTo>
                  <a:pt x="885825" y="485775"/>
                </a:moveTo>
                <a:lnTo>
                  <a:pt x="904875" y="485775"/>
                </a:lnTo>
                <a:lnTo>
                  <a:pt x="904875" y="495300"/>
                </a:lnTo>
                <a:lnTo>
                  <a:pt x="885825" y="495300"/>
                </a:lnTo>
                <a:close/>
                <a:moveTo>
                  <a:pt x="1038225" y="485775"/>
                </a:moveTo>
                <a:lnTo>
                  <a:pt x="1047750" y="485775"/>
                </a:lnTo>
                <a:lnTo>
                  <a:pt x="1047750" y="495300"/>
                </a:lnTo>
                <a:lnTo>
                  <a:pt x="1057275" y="495300"/>
                </a:lnTo>
                <a:lnTo>
                  <a:pt x="1057275" y="485775"/>
                </a:lnTo>
                <a:lnTo>
                  <a:pt x="1076325" y="485775"/>
                </a:lnTo>
                <a:lnTo>
                  <a:pt x="1076325" y="495300"/>
                </a:lnTo>
                <a:lnTo>
                  <a:pt x="1057275" y="495300"/>
                </a:lnTo>
                <a:lnTo>
                  <a:pt x="1057275" y="504825"/>
                </a:lnTo>
                <a:lnTo>
                  <a:pt x="1038225" y="504825"/>
                </a:lnTo>
                <a:lnTo>
                  <a:pt x="1038225" y="514350"/>
                </a:lnTo>
                <a:lnTo>
                  <a:pt x="1028700" y="514350"/>
                </a:lnTo>
                <a:lnTo>
                  <a:pt x="1028700" y="542925"/>
                </a:lnTo>
                <a:lnTo>
                  <a:pt x="1009650" y="542925"/>
                </a:lnTo>
                <a:lnTo>
                  <a:pt x="1009650" y="552450"/>
                </a:lnTo>
                <a:lnTo>
                  <a:pt x="990600" y="552450"/>
                </a:lnTo>
                <a:lnTo>
                  <a:pt x="990600" y="561975"/>
                </a:lnTo>
                <a:lnTo>
                  <a:pt x="1000125" y="561975"/>
                </a:lnTo>
                <a:lnTo>
                  <a:pt x="1000125" y="590550"/>
                </a:lnTo>
                <a:lnTo>
                  <a:pt x="990600" y="590550"/>
                </a:lnTo>
                <a:lnTo>
                  <a:pt x="990600" y="581025"/>
                </a:lnTo>
                <a:lnTo>
                  <a:pt x="962025" y="581025"/>
                </a:lnTo>
                <a:lnTo>
                  <a:pt x="962025" y="571500"/>
                </a:lnTo>
                <a:lnTo>
                  <a:pt x="981075" y="571500"/>
                </a:lnTo>
                <a:lnTo>
                  <a:pt x="981075" y="552450"/>
                </a:lnTo>
                <a:lnTo>
                  <a:pt x="971550" y="552450"/>
                </a:lnTo>
                <a:lnTo>
                  <a:pt x="971550" y="542925"/>
                </a:lnTo>
                <a:lnTo>
                  <a:pt x="1000125" y="542925"/>
                </a:lnTo>
                <a:lnTo>
                  <a:pt x="1000125" y="533400"/>
                </a:lnTo>
                <a:lnTo>
                  <a:pt x="1009650" y="533400"/>
                </a:lnTo>
                <a:lnTo>
                  <a:pt x="1009650" y="514350"/>
                </a:lnTo>
                <a:lnTo>
                  <a:pt x="1019175" y="514350"/>
                </a:lnTo>
                <a:lnTo>
                  <a:pt x="1019175" y="504825"/>
                </a:lnTo>
                <a:lnTo>
                  <a:pt x="1028700" y="504825"/>
                </a:lnTo>
                <a:lnTo>
                  <a:pt x="1028700" y="495300"/>
                </a:lnTo>
                <a:lnTo>
                  <a:pt x="1038225" y="495300"/>
                </a:lnTo>
                <a:close/>
                <a:moveTo>
                  <a:pt x="38100" y="495300"/>
                </a:moveTo>
                <a:lnTo>
                  <a:pt x="47625" y="495300"/>
                </a:lnTo>
                <a:lnTo>
                  <a:pt x="47625" y="504825"/>
                </a:lnTo>
                <a:lnTo>
                  <a:pt x="38100" y="504825"/>
                </a:lnTo>
                <a:close/>
                <a:moveTo>
                  <a:pt x="85725" y="495300"/>
                </a:moveTo>
                <a:lnTo>
                  <a:pt x="114300" y="495300"/>
                </a:lnTo>
                <a:lnTo>
                  <a:pt x="114300" y="504825"/>
                </a:lnTo>
                <a:lnTo>
                  <a:pt x="85725" y="504825"/>
                </a:lnTo>
                <a:close/>
                <a:moveTo>
                  <a:pt x="866775" y="495300"/>
                </a:moveTo>
                <a:lnTo>
                  <a:pt x="876300" y="495300"/>
                </a:lnTo>
                <a:lnTo>
                  <a:pt x="876300" y="514350"/>
                </a:lnTo>
                <a:lnTo>
                  <a:pt x="857250" y="514350"/>
                </a:lnTo>
                <a:lnTo>
                  <a:pt x="857250" y="504825"/>
                </a:lnTo>
                <a:lnTo>
                  <a:pt x="866775" y="504825"/>
                </a:lnTo>
                <a:close/>
                <a:moveTo>
                  <a:pt x="76200" y="504825"/>
                </a:moveTo>
                <a:lnTo>
                  <a:pt x="85725" y="504825"/>
                </a:lnTo>
                <a:lnTo>
                  <a:pt x="85725" y="514350"/>
                </a:lnTo>
                <a:lnTo>
                  <a:pt x="76200" y="514350"/>
                </a:lnTo>
                <a:close/>
                <a:moveTo>
                  <a:pt x="47625" y="523875"/>
                </a:moveTo>
                <a:lnTo>
                  <a:pt x="76200" y="523875"/>
                </a:lnTo>
                <a:lnTo>
                  <a:pt x="76200" y="533400"/>
                </a:lnTo>
                <a:lnTo>
                  <a:pt x="66675" y="533400"/>
                </a:lnTo>
                <a:lnTo>
                  <a:pt x="66675" y="542925"/>
                </a:lnTo>
                <a:lnTo>
                  <a:pt x="57150" y="542925"/>
                </a:lnTo>
                <a:lnTo>
                  <a:pt x="57150" y="533400"/>
                </a:lnTo>
                <a:lnTo>
                  <a:pt x="47625" y="533400"/>
                </a:lnTo>
                <a:close/>
                <a:moveTo>
                  <a:pt x="866775" y="523875"/>
                </a:moveTo>
                <a:lnTo>
                  <a:pt x="876300" y="523875"/>
                </a:lnTo>
                <a:lnTo>
                  <a:pt x="876300" y="533400"/>
                </a:lnTo>
                <a:lnTo>
                  <a:pt x="866775" y="533400"/>
                </a:lnTo>
                <a:close/>
                <a:moveTo>
                  <a:pt x="38100" y="533400"/>
                </a:moveTo>
                <a:lnTo>
                  <a:pt x="47625" y="533400"/>
                </a:lnTo>
                <a:lnTo>
                  <a:pt x="47625" y="561975"/>
                </a:lnTo>
                <a:lnTo>
                  <a:pt x="38100" y="561975"/>
                </a:lnTo>
                <a:lnTo>
                  <a:pt x="38100" y="552450"/>
                </a:lnTo>
                <a:lnTo>
                  <a:pt x="19050" y="552450"/>
                </a:lnTo>
                <a:lnTo>
                  <a:pt x="19050" y="542925"/>
                </a:lnTo>
                <a:lnTo>
                  <a:pt x="38100" y="542925"/>
                </a:lnTo>
                <a:close/>
                <a:moveTo>
                  <a:pt x="914400" y="533400"/>
                </a:moveTo>
                <a:lnTo>
                  <a:pt x="923925" y="533400"/>
                </a:lnTo>
                <a:lnTo>
                  <a:pt x="923925" y="542925"/>
                </a:lnTo>
                <a:lnTo>
                  <a:pt x="914400" y="542925"/>
                </a:lnTo>
                <a:close/>
                <a:moveTo>
                  <a:pt x="923925" y="542925"/>
                </a:moveTo>
                <a:lnTo>
                  <a:pt x="933450" y="542925"/>
                </a:lnTo>
                <a:lnTo>
                  <a:pt x="933450" y="552450"/>
                </a:lnTo>
                <a:lnTo>
                  <a:pt x="942975" y="552450"/>
                </a:lnTo>
                <a:lnTo>
                  <a:pt x="942975" y="561975"/>
                </a:lnTo>
                <a:lnTo>
                  <a:pt x="914400" y="561975"/>
                </a:lnTo>
                <a:lnTo>
                  <a:pt x="914400" y="552450"/>
                </a:lnTo>
                <a:lnTo>
                  <a:pt x="923925" y="552450"/>
                </a:lnTo>
                <a:close/>
                <a:moveTo>
                  <a:pt x="885825" y="561975"/>
                </a:moveTo>
                <a:lnTo>
                  <a:pt x="895350" y="561975"/>
                </a:lnTo>
                <a:lnTo>
                  <a:pt x="895350" y="571500"/>
                </a:lnTo>
                <a:lnTo>
                  <a:pt x="885825" y="571500"/>
                </a:lnTo>
                <a:close/>
                <a:moveTo>
                  <a:pt x="57150" y="571500"/>
                </a:moveTo>
                <a:lnTo>
                  <a:pt x="76200" y="571500"/>
                </a:lnTo>
                <a:lnTo>
                  <a:pt x="76200" y="581025"/>
                </a:lnTo>
                <a:lnTo>
                  <a:pt x="57150" y="581025"/>
                </a:lnTo>
                <a:close/>
                <a:moveTo>
                  <a:pt x="19050" y="590550"/>
                </a:moveTo>
                <a:lnTo>
                  <a:pt x="28575" y="590550"/>
                </a:lnTo>
                <a:lnTo>
                  <a:pt x="28575" y="609600"/>
                </a:lnTo>
                <a:lnTo>
                  <a:pt x="19050" y="609600"/>
                </a:lnTo>
                <a:close/>
                <a:moveTo>
                  <a:pt x="1095375" y="628650"/>
                </a:moveTo>
                <a:lnTo>
                  <a:pt x="1104900" y="628650"/>
                </a:lnTo>
                <a:lnTo>
                  <a:pt x="1104900" y="638175"/>
                </a:lnTo>
                <a:lnTo>
                  <a:pt x="1095375" y="638175"/>
                </a:lnTo>
                <a:close/>
                <a:moveTo>
                  <a:pt x="1114425" y="628650"/>
                </a:moveTo>
                <a:lnTo>
                  <a:pt x="1143000" y="628650"/>
                </a:lnTo>
                <a:lnTo>
                  <a:pt x="1143000" y="638175"/>
                </a:lnTo>
                <a:lnTo>
                  <a:pt x="1171575" y="638175"/>
                </a:lnTo>
                <a:lnTo>
                  <a:pt x="1171575" y="647700"/>
                </a:lnTo>
                <a:lnTo>
                  <a:pt x="1123950" y="647700"/>
                </a:lnTo>
                <a:lnTo>
                  <a:pt x="1123950" y="638175"/>
                </a:lnTo>
                <a:lnTo>
                  <a:pt x="1114425" y="638175"/>
                </a:lnTo>
                <a:close/>
                <a:moveTo>
                  <a:pt x="1181100" y="628650"/>
                </a:moveTo>
                <a:lnTo>
                  <a:pt x="1200150" y="628650"/>
                </a:lnTo>
                <a:lnTo>
                  <a:pt x="1200150" y="657225"/>
                </a:lnTo>
                <a:lnTo>
                  <a:pt x="1190625" y="657225"/>
                </a:lnTo>
                <a:lnTo>
                  <a:pt x="1190625" y="685800"/>
                </a:lnTo>
                <a:lnTo>
                  <a:pt x="1181100" y="685800"/>
                </a:lnTo>
                <a:lnTo>
                  <a:pt x="1181100" y="676275"/>
                </a:lnTo>
                <a:lnTo>
                  <a:pt x="1162050" y="676275"/>
                </a:lnTo>
                <a:lnTo>
                  <a:pt x="1162050" y="657225"/>
                </a:lnTo>
                <a:lnTo>
                  <a:pt x="1181100" y="657225"/>
                </a:lnTo>
                <a:lnTo>
                  <a:pt x="1181100" y="647700"/>
                </a:lnTo>
                <a:lnTo>
                  <a:pt x="1190625" y="647700"/>
                </a:lnTo>
                <a:lnTo>
                  <a:pt x="1190625" y="638175"/>
                </a:lnTo>
                <a:lnTo>
                  <a:pt x="1181100" y="638175"/>
                </a:lnTo>
                <a:close/>
                <a:moveTo>
                  <a:pt x="1019175" y="657225"/>
                </a:moveTo>
                <a:lnTo>
                  <a:pt x="1038225" y="657225"/>
                </a:lnTo>
                <a:lnTo>
                  <a:pt x="1038225" y="695325"/>
                </a:lnTo>
                <a:lnTo>
                  <a:pt x="1019175" y="695325"/>
                </a:lnTo>
                <a:lnTo>
                  <a:pt x="1019175" y="676275"/>
                </a:lnTo>
                <a:lnTo>
                  <a:pt x="1000125" y="676275"/>
                </a:lnTo>
                <a:lnTo>
                  <a:pt x="1000125" y="666750"/>
                </a:lnTo>
                <a:lnTo>
                  <a:pt x="1019175" y="666750"/>
                </a:lnTo>
                <a:close/>
                <a:moveTo>
                  <a:pt x="19050" y="676275"/>
                </a:moveTo>
                <a:lnTo>
                  <a:pt x="57150" y="676275"/>
                </a:lnTo>
                <a:lnTo>
                  <a:pt x="57150" y="685800"/>
                </a:lnTo>
                <a:lnTo>
                  <a:pt x="38100" y="685800"/>
                </a:lnTo>
                <a:lnTo>
                  <a:pt x="38100" y="704850"/>
                </a:lnTo>
                <a:lnTo>
                  <a:pt x="47625" y="704850"/>
                </a:lnTo>
                <a:lnTo>
                  <a:pt x="47625" y="733425"/>
                </a:lnTo>
                <a:lnTo>
                  <a:pt x="57150" y="733425"/>
                </a:lnTo>
                <a:lnTo>
                  <a:pt x="57150" y="742950"/>
                </a:lnTo>
                <a:lnTo>
                  <a:pt x="95250" y="742950"/>
                </a:lnTo>
                <a:lnTo>
                  <a:pt x="95250" y="752475"/>
                </a:lnTo>
                <a:lnTo>
                  <a:pt x="66675" y="752475"/>
                </a:lnTo>
                <a:lnTo>
                  <a:pt x="66675" y="762000"/>
                </a:lnTo>
                <a:lnTo>
                  <a:pt x="57150" y="762000"/>
                </a:lnTo>
                <a:lnTo>
                  <a:pt x="57150" y="752475"/>
                </a:lnTo>
                <a:lnTo>
                  <a:pt x="47625" y="752475"/>
                </a:lnTo>
                <a:lnTo>
                  <a:pt x="47625" y="742950"/>
                </a:lnTo>
                <a:lnTo>
                  <a:pt x="28575" y="742950"/>
                </a:lnTo>
                <a:lnTo>
                  <a:pt x="28575" y="762000"/>
                </a:lnTo>
                <a:lnTo>
                  <a:pt x="19050" y="762000"/>
                </a:lnTo>
                <a:lnTo>
                  <a:pt x="19050" y="771525"/>
                </a:lnTo>
                <a:lnTo>
                  <a:pt x="9525" y="771525"/>
                </a:lnTo>
                <a:lnTo>
                  <a:pt x="9525" y="733425"/>
                </a:lnTo>
                <a:lnTo>
                  <a:pt x="38100" y="733425"/>
                </a:lnTo>
                <a:lnTo>
                  <a:pt x="38100" y="714375"/>
                </a:lnTo>
                <a:lnTo>
                  <a:pt x="0" y="714375"/>
                </a:lnTo>
                <a:lnTo>
                  <a:pt x="0" y="685800"/>
                </a:lnTo>
                <a:lnTo>
                  <a:pt x="9525" y="685800"/>
                </a:lnTo>
                <a:lnTo>
                  <a:pt x="9525" y="695325"/>
                </a:lnTo>
                <a:lnTo>
                  <a:pt x="19050" y="695325"/>
                </a:lnTo>
                <a:close/>
                <a:moveTo>
                  <a:pt x="123825" y="676275"/>
                </a:moveTo>
                <a:lnTo>
                  <a:pt x="133350" y="676275"/>
                </a:lnTo>
                <a:lnTo>
                  <a:pt x="133350" y="685800"/>
                </a:lnTo>
                <a:lnTo>
                  <a:pt x="123825" y="685800"/>
                </a:lnTo>
                <a:close/>
                <a:moveTo>
                  <a:pt x="1019175" y="676275"/>
                </a:moveTo>
                <a:lnTo>
                  <a:pt x="1028700" y="676275"/>
                </a:lnTo>
                <a:lnTo>
                  <a:pt x="1028700" y="666750"/>
                </a:lnTo>
                <a:lnTo>
                  <a:pt x="1019175" y="666750"/>
                </a:lnTo>
                <a:close/>
                <a:moveTo>
                  <a:pt x="1104900" y="676275"/>
                </a:moveTo>
                <a:lnTo>
                  <a:pt x="1114425" y="676275"/>
                </a:lnTo>
                <a:lnTo>
                  <a:pt x="1114425" y="714375"/>
                </a:lnTo>
                <a:lnTo>
                  <a:pt x="1066800" y="714375"/>
                </a:lnTo>
                <a:lnTo>
                  <a:pt x="1066800" y="704850"/>
                </a:lnTo>
                <a:lnTo>
                  <a:pt x="1076325" y="704850"/>
                </a:lnTo>
                <a:lnTo>
                  <a:pt x="1076325" y="695325"/>
                </a:lnTo>
                <a:lnTo>
                  <a:pt x="1066800" y="695325"/>
                </a:lnTo>
                <a:lnTo>
                  <a:pt x="1066800" y="685800"/>
                </a:lnTo>
                <a:lnTo>
                  <a:pt x="1104900" y="685800"/>
                </a:lnTo>
                <a:close/>
                <a:moveTo>
                  <a:pt x="1123950" y="676275"/>
                </a:moveTo>
                <a:lnTo>
                  <a:pt x="1133475" y="676275"/>
                </a:lnTo>
                <a:lnTo>
                  <a:pt x="1133475" y="685800"/>
                </a:lnTo>
                <a:lnTo>
                  <a:pt x="1123950" y="685800"/>
                </a:lnTo>
                <a:close/>
                <a:moveTo>
                  <a:pt x="57150" y="685800"/>
                </a:moveTo>
                <a:lnTo>
                  <a:pt x="66675" y="685800"/>
                </a:lnTo>
                <a:lnTo>
                  <a:pt x="66675" y="695325"/>
                </a:lnTo>
                <a:lnTo>
                  <a:pt x="57150" y="695325"/>
                </a:lnTo>
                <a:close/>
                <a:moveTo>
                  <a:pt x="180975" y="685800"/>
                </a:moveTo>
                <a:lnTo>
                  <a:pt x="190500" y="685800"/>
                </a:lnTo>
                <a:lnTo>
                  <a:pt x="190500" y="695325"/>
                </a:lnTo>
                <a:lnTo>
                  <a:pt x="200025" y="695325"/>
                </a:lnTo>
                <a:lnTo>
                  <a:pt x="200025" y="704850"/>
                </a:lnTo>
                <a:lnTo>
                  <a:pt x="171450" y="704850"/>
                </a:lnTo>
                <a:lnTo>
                  <a:pt x="171450" y="695325"/>
                </a:lnTo>
                <a:lnTo>
                  <a:pt x="180975" y="695325"/>
                </a:lnTo>
                <a:close/>
                <a:moveTo>
                  <a:pt x="514350" y="685800"/>
                </a:moveTo>
                <a:lnTo>
                  <a:pt x="542925" y="685800"/>
                </a:lnTo>
                <a:lnTo>
                  <a:pt x="542925" y="695325"/>
                </a:lnTo>
                <a:lnTo>
                  <a:pt x="552450" y="695325"/>
                </a:lnTo>
                <a:lnTo>
                  <a:pt x="552450" y="723900"/>
                </a:lnTo>
                <a:lnTo>
                  <a:pt x="533400" y="723900"/>
                </a:lnTo>
                <a:lnTo>
                  <a:pt x="533400" y="733425"/>
                </a:lnTo>
                <a:lnTo>
                  <a:pt x="552450" y="733425"/>
                </a:lnTo>
                <a:lnTo>
                  <a:pt x="552450" y="723900"/>
                </a:lnTo>
                <a:lnTo>
                  <a:pt x="581025" y="723900"/>
                </a:lnTo>
                <a:lnTo>
                  <a:pt x="581025" y="742950"/>
                </a:lnTo>
                <a:lnTo>
                  <a:pt x="590550" y="742950"/>
                </a:lnTo>
                <a:lnTo>
                  <a:pt x="590550" y="752475"/>
                </a:lnTo>
                <a:lnTo>
                  <a:pt x="581025" y="752475"/>
                </a:lnTo>
                <a:lnTo>
                  <a:pt x="581025" y="762000"/>
                </a:lnTo>
                <a:lnTo>
                  <a:pt x="571500" y="762000"/>
                </a:lnTo>
                <a:lnTo>
                  <a:pt x="571500" y="752475"/>
                </a:lnTo>
                <a:lnTo>
                  <a:pt x="561975" y="752475"/>
                </a:lnTo>
                <a:lnTo>
                  <a:pt x="561975" y="762000"/>
                </a:lnTo>
                <a:lnTo>
                  <a:pt x="552450" y="762000"/>
                </a:lnTo>
                <a:lnTo>
                  <a:pt x="552450" y="752475"/>
                </a:lnTo>
                <a:lnTo>
                  <a:pt x="542925" y="752475"/>
                </a:lnTo>
                <a:lnTo>
                  <a:pt x="542925" y="742950"/>
                </a:lnTo>
                <a:lnTo>
                  <a:pt x="514350" y="742950"/>
                </a:lnTo>
                <a:lnTo>
                  <a:pt x="514350" y="771525"/>
                </a:lnTo>
                <a:lnTo>
                  <a:pt x="495300" y="771525"/>
                </a:lnTo>
                <a:lnTo>
                  <a:pt x="495300" y="762000"/>
                </a:lnTo>
                <a:lnTo>
                  <a:pt x="485775" y="762000"/>
                </a:lnTo>
                <a:lnTo>
                  <a:pt x="485775" y="752475"/>
                </a:lnTo>
                <a:lnTo>
                  <a:pt x="476250" y="752475"/>
                </a:lnTo>
                <a:lnTo>
                  <a:pt x="476250" y="742950"/>
                </a:lnTo>
                <a:lnTo>
                  <a:pt x="485775" y="742950"/>
                </a:lnTo>
                <a:lnTo>
                  <a:pt x="485775" y="714375"/>
                </a:lnTo>
                <a:lnTo>
                  <a:pt x="495300" y="714375"/>
                </a:lnTo>
                <a:lnTo>
                  <a:pt x="495300" y="733425"/>
                </a:lnTo>
                <a:lnTo>
                  <a:pt x="504825" y="733425"/>
                </a:lnTo>
                <a:lnTo>
                  <a:pt x="504825" y="714375"/>
                </a:lnTo>
                <a:lnTo>
                  <a:pt x="514350" y="714375"/>
                </a:lnTo>
                <a:lnTo>
                  <a:pt x="514350" y="704850"/>
                </a:lnTo>
                <a:lnTo>
                  <a:pt x="523875" y="704850"/>
                </a:lnTo>
                <a:lnTo>
                  <a:pt x="523875" y="695325"/>
                </a:lnTo>
                <a:lnTo>
                  <a:pt x="514350" y="695325"/>
                </a:lnTo>
                <a:close/>
                <a:moveTo>
                  <a:pt x="962025" y="685800"/>
                </a:moveTo>
                <a:lnTo>
                  <a:pt x="971550" y="685800"/>
                </a:lnTo>
                <a:lnTo>
                  <a:pt x="971550" y="695325"/>
                </a:lnTo>
                <a:lnTo>
                  <a:pt x="962025" y="695325"/>
                </a:lnTo>
                <a:close/>
                <a:moveTo>
                  <a:pt x="1133475" y="685800"/>
                </a:moveTo>
                <a:lnTo>
                  <a:pt x="1143000" y="685800"/>
                </a:lnTo>
                <a:lnTo>
                  <a:pt x="1143000" y="704850"/>
                </a:lnTo>
                <a:lnTo>
                  <a:pt x="1123950" y="704850"/>
                </a:lnTo>
                <a:lnTo>
                  <a:pt x="1123950" y="695325"/>
                </a:lnTo>
                <a:lnTo>
                  <a:pt x="1133475" y="695325"/>
                </a:lnTo>
                <a:close/>
                <a:moveTo>
                  <a:pt x="123825" y="695325"/>
                </a:moveTo>
                <a:lnTo>
                  <a:pt x="161925" y="695325"/>
                </a:lnTo>
                <a:lnTo>
                  <a:pt x="161925" y="704850"/>
                </a:lnTo>
                <a:lnTo>
                  <a:pt x="123825" y="704850"/>
                </a:lnTo>
                <a:close/>
                <a:moveTo>
                  <a:pt x="238125" y="695325"/>
                </a:moveTo>
                <a:lnTo>
                  <a:pt x="247650" y="695325"/>
                </a:lnTo>
                <a:lnTo>
                  <a:pt x="247650" y="704850"/>
                </a:lnTo>
                <a:lnTo>
                  <a:pt x="238125" y="704850"/>
                </a:lnTo>
                <a:close/>
                <a:moveTo>
                  <a:pt x="962025" y="704850"/>
                </a:moveTo>
                <a:lnTo>
                  <a:pt x="971550" y="704850"/>
                </a:lnTo>
                <a:lnTo>
                  <a:pt x="971550" y="714375"/>
                </a:lnTo>
                <a:lnTo>
                  <a:pt x="962025" y="714375"/>
                </a:lnTo>
                <a:close/>
                <a:moveTo>
                  <a:pt x="990600" y="704850"/>
                </a:moveTo>
                <a:lnTo>
                  <a:pt x="1000125" y="704850"/>
                </a:lnTo>
                <a:lnTo>
                  <a:pt x="1000125" y="723900"/>
                </a:lnTo>
                <a:lnTo>
                  <a:pt x="990600" y="723900"/>
                </a:lnTo>
                <a:close/>
                <a:moveTo>
                  <a:pt x="1095375" y="704850"/>
                </a:moveTo>
                <a:lnTo>
                  <a:pt x="1104900" y="704850"/>
                </a:lnTo>
                <a:lnTo>
                  <a:pt x="1104900" y="695325"/>
                </a:lnTo>
                <a:lnTo>
                  <a:pt x="1095375" y="695325"/>
                </a:lnTo>
                <a:close/>
                <a:moveTo>
                  <a:pt x="466725" y="714375"/>
                </a:moveTo>
                <a:lnTo>
                  <a:pt x="476250" y="714375"/>
                </a:lnTo>
                <a:lnTo>
                  <a:pt x="476250" y="723900"/>
                </a:lnTo>
                <a:lnTo>
                  <a:pt x="466725" y="723900"/>
                </a:lnTo>
                <a:close/>
                <a:moveTo>
                  <a:pt x="914400" y="714375"/>
                </a:moveTo>
                <a:lnTo>
                  <a:pt x="923925" y="714375"/>
                </a:lnTo>
                <a:lnTo>
                  <a:pt x="923925" y="723900"/>
                </a:lnTo>
                <a:lnTo>
                  <a:pt x="914400" y="723900"/>
                </a:lnTo>
                <a:close/>
                <a:moveTo>
                  <a:pt x="1171575" y="714375"/>
                </a:moveTo>
                <a:lnTo>
                  <a:pt x="1181100" y="714375"/>
                </a:lnTo>
                <a:lnTo>
                  <a:pt x="1181100" y="723900"/>
                </a:lnTo>
                <a:lnTo>
                  <a:pt x="1171575" y="723900"/>
                </a:lnTo>
                <a:close/>
                <a:moveTo>
                  <a:pt x="76200" y="723900"/>
                </a:moveTo>
                <a:lnTo>
                  <a:pt x="95250" y="723900"/>
                </a:lnTo>
                <a:lnTo>
                  <a:pt x="95250" y="733425"/>
                </a:lnTo>
                <a:lnTo>
                  <a:pt x="76200" y="733425"/>
                </a:lnTo>
                <a:close/>
                <a:moveTo>
                  <a:pt x="428625" y="723900"/>
                </a:moveTo>
                <a:lnTo>
                  <a:pt x="438150" y="723900"/>
                </a:lnTo>
                <a:lnTo>
                  <a:pt x="438150" y="733425"/>
                </a:lnTo>
                <a:lnTo>
                  <a:pt x="457200" y="733425"/>
                </a:lnTo>
                <a:lnTo>
                  <a:pt x="457200" y="752475"/>
                </a:lnTo>
                <a:lnTo>
                  <a:pt x="438150" y="752475"/>
                </a:lnTo>
                <a:lnTo>
                  <a:pt x="438150" y="742950"/>
                </a:lnTo>
                <a:lnTo>
                  <a:pt x="419100" y="742950"/>
                </a:lnTo>
                <a:lnTo>
                  <a:pt x="419100" y="733425"/>
                </a:lnTo>
                <a:lnTo>
                  <a:pt x="428625" y="733425"/>
                </a:lnTo>
                <a:close/>
                <a:moveTo>
                  <a:pt x="514350" y="723900"/>
                </a:moveTo>
                <a:lnTo>
                  <a:pt x="523875" y="723900"/>
                </a:lnTo>
                <a:lnTo>
                  <a:pt x="523875" y="714375"/>
                </a:lnTo>
                <a:lnTo>
                  <a:pt x="514350" y="714375"/>
                </a:lnTo>
                <a:close/>
                <a:moveTo>
                  <a:pt x="619125" y="733425"/>
                </a:moveTo>
                <a:lnTo>
                  <a:pt x="628650" y="733425"/>
                </a:lnTo>
                <a:lnTo>
                  <a:pt x="628650" y="742950"/>
                </a:lnTo>
                <a:lnTo>
                  <a:pt x="619125" y="742950"/>
                </a:lnTo>
                <a:close/>
                <a:moveTo>
                  <a:pt x="1057275" y="733425"/>
                </a:moveTo>
                <a:lnTo>
                  <a:pt x="1066800" y="733425"/>
                </a:lnTo>
                <a:lnTo>
                  <a:pt x="1066800" y="742950"/>
                </a:lnTo>
                <a:lnTo>
                  <a:pt x="1057275" y="742950"/>
                </a:lnTo>
                <a:close/>
                <a:moveTo>
                  <a:pt x="600075" y="742950"/>
                </a:moveTo>
                <a:lnTo>
                  <a:pt x="619125" y="742950"/>
                </a:lnTo>
                <a:lnTo>
                  <a:pt x="619125" y="752475"/>
                </a:lnTo>
                <a:lnTo>
                  <a:pt x="600075" y="752475"/>
                </a:lnTo>
                <a:close/>
                <a:moveTo>
                  <a:pt x="838200" y="742950"/>
                </a:moveTo>
                <a:lnTo>
                  <a:pt x="847725" y="742950"/>
                </a:lnTo>
                <a:lnTo>
                  <a:pt x="847725" y="762000"/>
                </a:lnTo>
                <a:lnTo>
                  <a:pt x="828675" y="762000"/>
                </a:lnTo>
                <a:lnTo>
                  <a:pt x="828675" y="752475"/>
                </a:lnTo>
                <a:lnTo>
                  <a:pt x="838200" y="752475"/>
                </a:lnTo>
                <a:close/>
                <a:moveTo>
                  <a:pt x="1200150" y="742950"/>
                </a:moveTo>
                <a:lnTo>
                  <a:pt x="1209675" y="742950"/>
                </a:lnTo>
                <a:lnTo>
                  <a:pt x="1209675" y="762000"/>
                </a:lnTo>
                <a:lnTo>
                  <a:pt x="1200150" y="762000"/>
                </a:lnTo>
                <a:close/>
                <a:moveTo>
                  <a:pt x="161925" y="752475"/>
                </a:moveTo>
                <a:lnTo>
                  <a:pt x="180975" y="752475"/>
                </a:lnTo>
                <a:lnTo>
                  <a:pt x="180975" y="762000"/>
                </a:lnTo>
                <a:lnTo>
                  <a:pt x="161925" y="762000"/>
                </a:lnTo>
                <a:close/>
                <a:moveTo>
                  <a:pt x="1000125" y="752475"/>
                </a:moveTo>
                <a:lnTo>
                  <a:pt x="1019175" y="752475"/>
                </a:lnTo>
                <a:lnTo>
                  <a:pt x="1019175" y="762000"/>
                </a:lnTo>
                <a:lnTo>
                  <a:pt x="1000125" y="762000"/>
                </a:lnTo>
                <a:close/>
                <a:moveTo>
                  <a:pt x="1152525" y="752475"/>
                </a:moveTo>
                <a:lnTo>
                  <a:pt x="1162050" y="752475"/>
                </a:lnTo>
                <a:lnTo>
                  <a:pt x="1162050" y="762000"/>
                </a:lnTo>
                <a:lnTo>
                  <a:pt x="1200150" y="762000"/>
                </a:lnTo>
                <a:lnTo>
                  <a:pt x="1200150" y="790575"/>
                </a:lnTo>
                <a:lnTo>
                  <a:pt x="1181100" y="790575"/>
                </a:lnTo>
                <a:lnTo>
                  <a:pt x="1181100" y="771525"/>
                </a:lnTo>
                <a:lnTo>
                  <a:pt x="1152525" y="771525"/>
                </a:lnTo>
                <a:close/>
                <a:moveTo>
                  <a:pt x="342900" y="762000"/>
                </a:moveTo>
                <a:lnTo>
                  <a:pt x="352425" y="762000"/>
                </a:lnTo>
                <a:lnTo>
                  <a:pt x="352425" y="790575"/>
                </a:lnTo>
                <a:lnTo>
                  <a:pt x="342900" y="790575"/>
                </a:lnTo>
                <a:close/>
                <a:moveTo>
                  <a:pt x="381000" y="762000"/>
                </a:moveTo>
                <a:lnTo>
                  <a:pt x="390525" y="762000"/>
                </a:lnTo>
                <a:lnTo>
                  <a:pt x="390525" y="771525"/>
                </a:lnTo>
                <a:lnTo>
                  <a:pt x="381000" y="771525"/>
                </a:lnTo>
                <a:close/>
                <a:moveTo>
                  <a:pt x="304800" y="771525"/>
                </a:moveTo>
                <a:lnTo>
                  <a:pt x="314325" y="771525"/>
                </a:lnTo>
                <a:lnTo>
                  <a:pt x="314325" y="781050"/>
                </a:lnTo>
                <a:lnTo>
                  <a:pt x="304800" y="781050"/>
                </a:lnTo>
                <a:close/>
                <a:moveTo>
                  <a:pt x="514350" y="771525"/>
                </a:moveTo>
                <a:lnTo>
                  <a:pt x="542925" y="771525"/>
                </a:lnTo>
                <a:lnTo>
                  <a:pt x="542925" y="790575"/>
                </a:lnTo>
                <a:lnTo>
                  <a:pt x="514350" y="790575"/>
                </a:lnTo>
                <a:close/>
                <a:moveTo>
                  <a:pt x="323850" y="781050"/>
                </a:moveTo>
                <a:lnTo>
                  <a:pt x="333375" y="781050"/>
                </a:lnTo>
                <a:lnTo>
                  <a:pt x="333375" y="790575"/>
                </a:lnTo>
                <a:lnTo>
                  <a:pt x="323850" y="790575"/>
                </a:lnTo>
                <a:close/>
                <a:moveTo>
                  <a:pt x="457200" y="781050"/>
                </a:moveTo>
                <a:lnTo>
                  <a:pt x="466725" y="781050"/>
                </a:lnTo>
                <a:lnTo>
                  <a:pt x="466725" y="790575"/>
                </a:lnTo>
                <a:lnTo>
                  <a:pt x="485775" y="790575"/>
                </a:lnTo>
                <a:lnTo>
                  <a:pt x="485775" y="800100"/>
                </a:lnTo>
                <a:lnTo>
                  <a:pt x="457200" y="800100"/>
                </a:lnTo>
                <a:close/>
                <a:moveTo>
                  <a:pt x="914400" y="781050"/>
                </a:moveTo>
                <a:lnTo>
                  <a:pt x="933450" y="781050"/>
                </a:lnTo>
                <a:lnTo>
                  <a:pt x="933450" y="790575"/>
                </a:lnTo>
                <a:lnTo>
                  <a:pt x="914400" y="790575"/>
                </a:lnTo>
                <a:close/>
                <a:moveTo>
                  <a:pt x="276225" y="790575"/>
                </a:moveTo>
                <a:lnTo>
                  <a:pt x="285750" y="790575"/>
                </a:lnTo>
                <a:lnTo>
                  <a:pt x="285750" y="800100"/>
                </a:lnTo>
                <a:lnTo>
                  <a:pt x="295275" y="800100"/>
                </a:lnTo>
                <a:lnTo>
                  <a:pt x="295275" y="809625"/>
                </a:lnTo>
                <a:lnTo>
                  <a:pt x="257175" y="809625"/>
                </a:lnTo>
                <a:lnTo>
                  <a:pt x="257175" y="800100"/>
                </a:lnTo>
                <a:lnTo>
                  <a:pt x="276225" y="800100"/>
                </a:lnTo>
                <a:close/>
                <a:moveTo>
                  <a:pt x="428625" y="800100"/>
                </a:moveTo>
                <a:lnTo>
                  <a:pt x="438150" y="800100"/>
                </a:lnTo>
                <a:lnTo>
                  <a:pt x="438150" y="809625"/>
                </a:lnTo>
                <a:lnTo>
                  <a:pt x="428625" y="809625"/>
                </a:lnTo>
                <a:close/>
                <a:moveTo>
                  <a:pt x="485775" y="800100"/>
                </a:moveTo>
                <a:lnTo>
                  <a:pt x="504825" y="800100"/>
                </a:lnTo>
                <a:lnTo>
                  <a:pt x="504825" y="809625"/>
                </a:lnTo>
                <a:lnTo>
                  <a:pt x="485775" y="809625"/>
                </a:lnTo>
                <a:close/>
                <a:moveTo>
                  <a:pt x="809625" y="800100"/>
                </a:moveTo>
                <a:lnTo>
                  <a:pt x="819150" y="800100"/>
                </a:lnTo>
                <a:lnTo>
                  <a:pt x="819150" y="809625"/>
                </a:lnTo>
                <a:lnTo>
                  <a:pt x="809625" y="809625"/>
                </a:lnTo>
                <a:close/>
              </a:path>
            </a:pathLst>
          </a:custGeom>
          <a:solidFill xmlns:a="http://schemas.openxmlformats.org/drawingml/2006/main">
            <a:srgbClr val="F8F8F3"/>
          </a:solidFill>
          <a:ln xmlns:a="http://schemas.openxmlformats.org/drawingml/2006/main" w="0">
            <a:noFill/>
          </a:ln>
        </p:spPr>
      </p:sp>
      <p:sp>
        <p:nvSpPr>
          <p:cNvPr id="249" name="v22 vector #f8f8f2">
            <a:extLst xmlns:a="http://schemas.openxmlformats.org/drawingml/2006/main">
              <a:ext uri="{FF2B5EF4-FFF2-40B4-BE49-F238E27FC236}">
                <a16:creationId xmlns:a16="http://schemas.microsoft.com/office/drawing/2014/main" id="{E5D50F5F-563A-44D7-B7EF-77A61D5BEBB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10675" y="4848225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409575" y="0"/>
                </a:moveTo>
                <a:lnTo>
                  <a:pt x="419100" y="0"/>
                </a:lnTo>
                <a:lnTo>
                  <a:pt x="419100" y="9525"/>
                </a:lnTo>
                <a:lnTo>
                  <a:pt x="409575" y="9525"/>
                </a:lnTo>
                <a:close/>
                <a:moveTo>
                  <a:pt x="790575" y="0"/>
                </a:moveTo>
                <a:lnTo>
                  <a:pt x="800100" y="0"/>
                </a:lnTo>
                <a:lnTo>
                  <a:pt x="800100" y="19050"/>
                </a:lnTo>
                <a:lnTo>
                  <a:pt x="781050" y="19050"/>
                </a:lnTo>
                <a:lnTo>
                  <a:pt x="781050" y="9525"/>
                </a:lnTo>
                <a:lnTo>
                  <a:pt x="790575" y="9525"/>
                </a:lnTo>
                <a:close/>
                <a:moveTo>
                  <a:pt x="1057275" y="0"/>
                </a:moveTo>
                <a:lnTo>
                  <a:pt x="1066800" y="0"/>
                </a:lnTo>
                <a:lnTo>
                  <a:pt x="1066800" y="9525"/>
                </a:lnTo>
                <a:lnTo>
                  <a:pt x="1057275" y="9525"/>
                </a:lnTo>
                <a:close/>
                <a:moveTo>
                  <a:pt x="647700" y="9525"/>
                </a:moveTo>
                <a:lnTo>
                  <a:pt x="657225" y="9525"/>
                </a:lnTo>
                <a:lnTo>
                  <a:pt x="657225" y="28575"/>
                </a:lnTo>
                <a:lnTo>
                  <a:pt x="647700" y="28575"/>
                </a:lnTo>
                <a:lnTo>
                  <a:pt x="647700" y="38100"/>
                </a:lnTo>
                <a:lnTo>
                  <a:pt x="638175" y="38100"/>
                </a:lnTo>
                <a:lnTo>
                  <a:pt x="638175" y="28575"/>
                </a:lnTo>
                <a:lnTo>
                  <a:pt x="628650" y="28575"/>
                </a:lnTo>
                <a:lnTo>
                  <a:pt x="628650" y="19050"/>
                </a:lnTo>
                <a:lnTo>
                  <a:pt x="647700" y="19050"/>
                </a:lnTo>
                <a:close/>
                <a:moveTo>
                  <a:pt x="133350" y="19050"/>
                </a:moveTo>
                <a:lnTo>
                  <a:pt x="142875" y="19050"/>
                </a:lnTo>
                <a:lnTo>
                  <a:pt x="142875" y="38100"/>
                </a:lnTo>
                <a:lnTo>
                  <a:pt x="133350" y="38100"/>
                </a:lnTo>
                <a:close/>
                <a:moveTo>
                  <a:pt x="838200" y="28575"/>
                </a:moveTo>
                <a:lnTo>
                  <a:pt x="847725" y="28575"/>
                </a:lnTo>
                <a:lnTo>
                  <a:pt x="847725" y="38100"/>
                </a:lnTo>
                <a:lnTo>
                  <a:pt x="838200" y="38100"/>
                </a:lnTo>
                <a:close/>
                <a:moveTo>
                  <a:pt x="1057275" y="28575"/>
                </a:moveTo>
                <a:lnTo>
                  <a:pt x="1076325" y="28575"/>
                </a:lnTo>
                <a:lnTo>
                  <a:pt x="1076325" y="38100"/>
                </a:lnTo>
                <a:lnTo>
                  <a:pt x="1057275" y="38100"/>
                </a:lnTo>
                <a:close/>
                <a:moveTo>
                  <a:pt x="1190625" y="28575"/>
                </a:moveTo>
                <a:lnTo>
                  <a:pt x="1209675" y="28575"/>
                </a:lnTo>
                <a:lnTo>
                  <a:pt x="1209675" y="38100"/>
                </a:lnTo>
                <a:lnTo>
                  <a:pt x="1190625" y="38100"/>
                </a:lnTo>
                <a:close/>
                <a:moveTo>
                  <a:pt x="1019175" y="38100"/>
                </a:moveTo>
                <a:lnTo>
                  <a:pt x="1028700" y="38100"/>
                </a:lnTo>
                <a:lnTo>
                  <a:pt x="1028700" y="47625"/>
                </a:lnTo>
                <a:lnTo>
                  <a:pt x="1019175" y="47625"/>
                </a:lnTo>
                <a:close/>
                <a:moveTo>
                  <a:pt x="1152525" y="38100"/>
                </a:moveTo>
                <a:lnTo>
                  <a:pt x="1162050" y="38100"/>
                </a:lnTo>
                <a:lnTo>
                  <a:pt x="1162050" y="47625"/>
                </a:lnTo>
                <a:lnTo>
                  <a:pt x="1152525" y="47625"/>
                </a:lnTo>
                <a:close/>
                <a:moveTo>
                  <a:pt x="495300" y="47625"/>
                </a:moveTo>
                <a:lnTo>
                  <a:pt x="514350" y="47625"/>
                </a:lnTo>
                <a:lnTo>
                  <a:pt x="514350" y="57150"/>
                </a:lnTo>
                <a:lnTo>
                  <a:pt x="523875" y="57150"/>
                </a:lnTo>
                <a:lnTo>
                  <a:pt x="523875" y="66675"/>
                </a:lnTo>
                <a:lnTo>
                  <a:pt x="504825" y="66675"/>
                </a:lnTo>
                <a:lnTo>
                  <a:pt x="504825" y="57150"/>
                </a:lnTo>
                <a:lnTo>
                  <a:pt x="495300" y="57150"/>
                </a:lnTo>
                <a:close/>
                <a:moveTo>
                  <a:pt x="1171575" y="47625"/>
                </a:moveTo>
                <a:lnTo>
                  <a:pt x="1181100" y="47625"/>
                </a:lnTo>
                <a:lnTo>
                  <a:pt x="1181100" y="57150"/>
                </a:lnTo>
                <a:lnTo>
                  <a:pt x="1171575" y="57150"/>
                </a:lnTo>
                <a:close/>
                <a:moveTo>
                  <a:pt x="1162050" y="57150"/>
                </a:moveTo>
                <a:lnTo>
                  <a:pt x="1171575" y="57150"/>
                </a:lnTo>
                <a:lnTo>
                  <a:pt x="1171575" y="85725"/>
                </a:lnTo>
                <a:lnTo>
                  <a:pt x="1181100" y="85725"/>
                </a:lnTo>
                <a:lnTo>
                  <a:pt x="1181100" y="104775"/>
                </a:lnTo>
                <a:lnTo>
                  <a:pt x="1171575" y="104775"/>
                </a:lnTo>
                <a:lnTo>
                  <a:pt x="1171575" y="95250"/>
                </a:lnTo>
                <a:lnTo>
                  <a:pt x="1162050" y="95250"/>
                </a:lnTo>
                <a:lnTo>
                  <a:pt x="1162050" y="76200"/>
                </a:lnTo>
                <a:lnTo>
                  <a:pt x="1152525" y="76200"/>
                </a:lnTo>
                <a:lnTo>
                  <a:pt x="1152525" y="66675"/>
                </a:lnTo>
                <a:lnTo>
                  <a:pt x="1162050" y="66675"/>
                </a:lnTo>
                <a:close/>
                <a:moveTo>
                  <a:pt x="447675" y="66675"/>
                </a:moveTo>
                <a:lnTo>
                  <a:pt x="476250" y="66675"/>
                </a:lnTo>
                <a:lnTo>
                  <a:pt x="476250" y="76200"/>
                </a:lnTo>
                <a:lnTo>
                  <a:pt x="447675" y="76200"/>
                </a:lnTo>
                <a:close/>
                <a:moveTo>
                  <a:pt x="600075" y="66675"/>
                </a:moveTo>
                <a:lnTo>
                  <a:pt x="619125" y="66675"/>
                </a:lnTo>
                <a:lnTo>
                  <a:pt x="619125" y="76200"/>
                </a:lnTo>
                <a:lnTo>
                  <a:pt x="600075" y="76200"/>
                </a:lnTo>
                <a:close/>
                <a:moveTo>
                  <a:pt x="581025" y="76200"/>
                </a:moveTo>
                <a:lnTo>
                  <a:pt x="600075" y="76200"/>
                </a:lnTo>
                <a:lnTo>
                  <a:pt x="600075" y="85725"/>
                </a:lnTo>
                <a:lnTo>
                  <a:pt x="590550" y="85725"/>
                </a:lnTo>
                <a:lnTo>
                  <a:pt x="590550" y="114300"/>
                </a:lnTo>
                <a:lnTo>
                  <a:pt x="581025" y="114300"/>
                </a:lnTo>
                <a:lnTo>
                  <a:pt x="581025" y="104775"/>
                </a:lnTo>
                <a:lnTo>
                  <a:pt x="571500" y="104775"/>
                </a:lnTo>
                <a:lnTo>
                  <a:pt x="571500" y="95250"/>
                </a:lnTo>
                <a:lnTo>
                  <a:pt x="581025" y="95250"/>
                </a:lnTo>
                <a:close/>
                <a:moveTo>
                  <a:pt x="1123950" y="85725"/>
                </a:moveTo>
                <a:lnTo>
                  <a:pt x="1133475" y="85725"/>
                </a:lnTo>
                <a:lnTo>
                  <a:pt x="1133475" y="95250"/>
                </a:lnTo>
                <a:lnTo>
                  <a:pt x="1123950" y="95250"/>
                </a:lnTo>
                <a:close/>
                <a:moveTo>
                  <a:pt x="800100" y="114300"/>
                </a:moveTo>
                <a:lnTo>
                  <a:pt x="809625" y="114300"/>
                </a:lnTo>
                <a:lnTo>
                  <a:pt x="809625" y="123825"/>
                </a:lnTo>
                <a:lnTo>
                  <a:pt x="800100" y="123825"/>
                </a:lnTo>
                <a:close/>
                <a:moveTo>
                  <a:pt x="819150" y="114300"/>
                </a:moveTo>
                <a:lnTo>
                  <a:pt x="828675" y="114300"/>
                </a:lnTo>
                <a:lnTo>
                  <a:pt x="828675" y="123825"/>
                </a:lnTo>
                <a:lnTo>
                  <a:pt x="819150" y="123825"/>
                </a:lnTo>
                <a:close/>
                <a:moveTo>
                  <a:pt x="514350" y="123825"/>
                </a:moveTo>
                <a:lnTo>
                  <a:pt x="523875" y="123825"/>
                </a:lnTo>
                <a:lnTo>
                  <a:pt x="523875" y="133350"/>
                </a:lnTo>
                <a:lnTo>
                  <a:pt x="514350" y="133350"/>
                </a:lnTo>
                <a:close/>
                <a:moveTo>
                  <a:pt x="523875" y="133350"/>
                </a:moveTo>
                <a:lnTo>
                  <a:pt x="533400" y="133350"/>
                </a:lnTo>
                <a:lnTo>
                  <a:pt x="533400" y="152400"/>
                </a:lnTo>
                <a:lnTo>
                  <a:pt x="523875" y="152400"/>
                </a:lnTo>
                <a:close/>
                <a:moveTo>
                  <a:pt x="790575" y="133350"/>
                </a:moveTo>
                <a:lnTo>
                  <a:pt x="800100" y="133350"/>
                </a:lnTo>
                <a:lnTo>
                  <a:pt x="800100" y="142875"/>
                </a:lnTo>
                <a:lnTo>
                  <a:pt x="790575" y="142875"/>
                </a:lnTo>
                <a:close/>
                <a:moveTo>
                  <a:pt x="800100" y="142875"/>
                </a:moveTo>
                <a:lnTo>
                  <a:pt x="809625" y="142875"/>
                </a:lnTo>
                <a:lnTo>
                  <a:pt x="809625" y="161925"/>
                </a:lnTo>
                <a:lnTo>
                  <a:pt x="800100" y="161925"/>
                </a:lnTo>
                <a:close/>
                <a:moveTo>
                  <a:pt x="942975" y="152400"/>
                </a:moveTo>
                <a:lnTo>
                  <a:pt x="952500" y="152400"/>
                </a:lnTo>
                <a:lnTo>
                  <a:pt x="952500" y="171450"/>
                </a:lnTo>
                <a:lnTo>
                  <a:pt x="942975" y="171450"/>
                </a:lnTo>
                <a:close/>
                <a:moveTo>
                  <a:pt x="1019175" y="152400"/>
                </a:moveTo>
                <a:lnTo>
                  <a:pt x="1028700" y="152400"/>
                </a:lnTo>
                <a:lnTo>
                  <a:pt x="1028700" y="171450"/>
                </a:lnTo>
                <a:lnTo>
                  <a:pt x="1019175" y="171450"/>
                </a:lnTo>
                <a:close/>
                <a:moveTo>
                  <a:pt x="933450" y="171450"/>
                </a:moveTo>
                <a:lnTo>
                  <a:pt x="942975" y="171450"/>
                </a:lnTo>
                <a:lnTo>
                  <a:pt x="942975" y="180975"/>
                </a:lnTo>
                <a:lnTo>
                  <a:pt x="933450" y="180975"/>
                </a:lnTo>
                <a:close/>
                <a:moveTo>
                  <a:pt x="533400" y="190500"/>
                </a:moveTo>
                <a:lnTo>
                  <a:pt x="552450" y="190500"/>
                </a:lnTo>
                <a:lnTo>
                  <a:pt x="552450" y="200025"/>
                </a:lnTo>
                <a:lnTo>
                  <a:pt x="533400" y="200025"/>
                </a:lnTo>
                <a:close/>
                <a:moveTo>
                  <a:pt x="714375" y="190500"/>
                </a:moveTo>
                <a:lnTo>
                  <a:pt x="723900" y="190500"/>
                </a:lnTo>
                <a:lnTo>
                  <a:pt x="723900" y="200025"/>
                </a:lnTo>
                <a:lnTo>
                  <a:pt x="714375" y="200025"/>
                </a:lnTo>
                <a:close/>
                <a:moveTo>
                  <a:pt x="971550" y="190500"/>
                </a:moveTo>
                <a:lnTo>
                  <a:pt x="981075" y="190500"/>
                </a:lnTo>
                <a:lnTo>
                  <a:pt x="981075" y="200025"/>
                </a:lnTo>
                <a:lnTo>
                  <a:pt x="971550" y="200025"/>
                </a:lnTo>
                <a:close/>
                <a:moveTo>
                  <a:pt x="323850" y="209550"/>
                </a:moveTo>
                <a:lnTo>
                  <a:pt x="342900" y="209550"/>
                </a:lnTo>
                <a:lnTo>
                  <a:pt x="342900" y="228600"/>
                </a:lnTo>
                <a:lnTo>
                  <a:pt x="295275" y="228600"/>
                </a:lnTo>
                <a:lnTo>
                  <a:pt x="295275" y="219075"/>
                </a:lnTo>
                <a:lnTo>
                  <a:pt x="323850" y="219075"/>
                </a:lnTo>
                <a:close/>
                <a:moveTo>
                  <a:pt x="923925" y="228600"/>
                </a:moveTo>
                <a:lnTo>
                  <a:pt x="933450" y="228600"/>
                </a:lnTo>
                <a:lnTo>
                  <a:pt x="933450" y="238125"/>
                </a:lnTo>
                <a:lnTo>
                  <a:pt x="923925" y="238125"/>
                </a:lnTo>
                <a:close/>
                <a:moveTo>
                  <a:pt x="666750" y="238125"/>
                </a:moveTo>
                <a:lnTo>
                  <a:pt x="676275" y="238125"/>
                </a:lnTo>
                <a:lnTo>
                  <a:pt x="676275" y="247650"/>
                </a:lnTo>
                <a:lnTo>
                  <a:pt x="666750" y="247650"/>
                </a:lnTo>
                <a:close/>
                <a:moveTo>
                  <a:pt x="742950" y="266700"/>
                </a:moveTo>
                <a:lnTo>
                  <a:pt x="762000" y="266700"/>
                </a:lnTo>
                <a:lnTo>
                  <a:pt x="762000" y="276225"/>
                </a:lnTo>
                <a:lnTo>
                  <a:pt x="771525" y="276225"/>
                </a:lnTo>
                <a:lnTo>
                  <a:pt x="771525" y="266700"/>
                </a:lnTo>
                <a:lnTo>
                  <a:pt x="781050" y="266700"/>
                </a:lnTo>
                <a:lnTo>
                  <a:pt x="781050" y="276225"/>
                </a:lnTo>
                <a:lnTo>
                  <a:pt x="771525" y="276225"/>
                </a:lnTo>
                <a:lnTo>
                  <a:pt x="771525" y="295275"/>
                </a:lnTo>
                <a:lnTo>
                  <a:pt x="742950" y="295275"/>
                </a:lnTo>
                <a:lnTo>
                  <a:pt x="742950" y="285750"/>
                </a:lnTo>
                <a:lnTo>
                  <a:pt x="752475" y="285750"/>
                </a:lnTo>
                <a:lnTo>
                  <a:pt x="752475" y="276225"/>
                </a:lnTo>
                <a:lnTo>
                  <a:pt x="742950" y="276225"/>
                </a:lnTo>
                <a:close/>
                <a:moveTo>
                  <a:pt x="104775" y="295275"/>
                </a:moveTo>
                <a:lnTo>
                  <a:pt x="123825" y="295275"/>
                </a:lnTo>
                <a:lnTo>
                  <a:pt x="123825" y="304800"/>
                </a:lnTo>
                <a:lnTo>
                  <a:pt x="104775" y="304800"/>
                </a:lnTo>
                <a:close/>
                <a:moveTo>
                  <a:pt x="923925" y="333375"/>
                </a:moveTo>
                <a:lnTo>
                  <a:pt x="933450" y="333375"/>
                </a:lnTo>
                <a:lnTo>
                  <a:pt x="933450" y="342900"/>
                </a:lnTo>
                <a:lnTo>
                  <a:pt x="923925" y="342900"/>
                </a:lnTo>
                <a:close/>
                <a:moveTo>
                  <a:pt x="552450" y="342900"/>
                </a:moveTo>
                <a:lnTo>
                  <a:pt x="581025" y="342900"/>
                </a:lnTo>
                <a:lnTo>
                  <a:pt x="581025" y="352425"/>
                </a:lnTo>
                <a:lnTo>
                  <a:pt x="561975" y="352425"/>
                </a:lnTo>
                <a:lnTo>
                  <a:pt x="561975" y="361950"/>
                </a:lnTo>
                <a:lnTo>
                  <a:pt x="542925" y="361950"/>
                </a:lnTo>
                <a:lnTo>
                  <a:pt x="542925" y="352425"/>
                </a:lnTo>
                <a:lnTo>
                  <a:pt x="552450" y="352425"/>
                </a:lnTo>
                <a:close/>
                <a:moveTo>
                  <a:pt x="666750" y="342900"/>
                </a:moveTo>
                <a:lnTo>
                  <a:pt x="676275" y="342900"/>
                </a:lnTo>
                <a:lnTo>
                  <a:pt x="676275" y="352425"/>
                </a:lnTo>
                <a:lnTo>
                  <a:pt x="666750" y="352425"/>
                </a:lnTo>
                <a:close/>
                <a:moveTo>
                  <a:pt x="914400" y="342900"/>
                </a:moveTo>
                <a:lnTo>
                  <a:pt x="923925" y="342900"/>
                </a:lnTo>
                <a:lnTo>
                  <a:pt x="923925" y="352425"/>
                </a:lnTo>
                <a:lnTo>
                  <a:pt x="914400" y="352425"/>
                </a:lnTo>
                <a:close/>
                <a:moveTo>
                  <a:pt x="1028700" y="342900"/>
                </a:moveTo>
                <a:lnTo>
                  <a:pt x="1038225" y="342900"/>
                </a:lnTo>
                <a:lnTo>
                  <a:pt x="1038225" y="352425"/>
                </a:lnTo>
                <a:lnTo>
                  <a:pt x="1047750" y="352425"/>
                </a:lnTo>
                <a:lnTo>
                  <a:pt x="1047750" y="361950"/>
                </a:lnTo>
                <a:lnTo>
                  <a:pt x="1028700" y="361950"/>
                </a:lnTo>
                <a:lnTo>
                  <a:pt x="1028700" y="400050"/>
                </a:lnTo>
                <a:lnTo>
                  <a:pt x="1009650" y="400050"/>
                </a:lnTo>
                <a:lnTo>
                  <a:pt x="1009650" y="381000"/>
                </a:lnTo>
                <a:lnTo>
                  <a:pt x="1000125" y="381000"/>
                </a:lnTo>
                <a:lnTo>
                  <a:pt x="1000125" y="371475"/>
                </a:lnTo>
                <a:lnTo>
                  <a:pt x="1009650" y="371475"/>
                </a:lnTo>
                <a:lnTo>
                  <a:pt x="1009650" y="361950"/>
                </a:lnTo>
                <a:lnTo>
                  <a:pt x="1019175" y="361950"/>
                </a:lnTo>
                <a:lnTo>
                  <a:pt x="1019175" y="352425"/>
                </a:lnTo>
                <a:lnTo>
                  <a:pt x="1028700" y="352425"/>
                </a:lnTo>
                <a:close/>
                <a:moveTo>
                  <a:pt x="152400" y="361950"/>
                </a:moveTo>
                <a:lnTo>
                  <a:pt x="180975" y="361950"/>
                </a:lnTo>
                <a:lnTo>
                  <a:pt x="180975" y="371475"/>
                </a:lnTo>
                <a:lnTo>
                  <a:pt x="190500" y="371475"/>
                </a:lnTo>
                <a:lnTo>
                  <a:pt x="190500" y="361950"/>
                </a:lnTo>
                <a:lnTo>
                  <a:pt x="200025" y="361950"/>
                </a:lnTo>
                <a:lnTo>
                  <a:pt x="200025" y="381000"/>
                </a:lnTo>
                <a:lnTo>
                  <a:pt x="152400" y="381000"/>
                </a:lnTo>
                <a:close/>
                <a:moveTo>
                  <a:pt x="762000" y="361950"/>
                </a:moveTo>
                <a:lnTo>
                  <a:pt x="771525" y="361950"/>
                </a:lnTo>
                <a:lnTo>
                  <a:pt x="771525" y="371475"/>
                </a:lnTo>
                <a:lnTo>
                  <a:pt x="762000" y="371475"/>
                </a:lnTo>
                <a:close/>
                <a:moveTo>
                  <a:pt x="571500" y="419100"/>
                </a:moveTo>
                <a:lnTo>
                  <a:pt x="581025" y="419100"/>
                </a:lnTo>
                <a:lnTo>
                  <a:pt x="581025" y="428625"/>
                </a:lnTo>
                <a:lnTo>
                  <a:pt x="571500" y="428625"/>
                </a:lnTo>
                <a:close/>
                <a:moveTo>
                  <a:pt x="1028700" y="419100"/>
                </a:moveTo>
                <a:lnTo>
                  <a:pt x="1038225" y="419100"/>
                </a:lnTo>
                <a:lnTo>
                  <a:pt x="1038225" y="428625"/>
                </a:lnTo>
                <a:lnTo>
                  <a:pt x="1028700" y="428625"/>
                </a:lnTo>
                <a:close/>
                <a:moveTo>
                  <a:pt x="571500" y="438150"/>
                </a:moveTo>
                <a:lnTo>
                  <a:pt x="581025" y="438150"/>
                </a:lnTo>
                <a:lnTo>
                  <a:pt x="581025" y="447675"/>
                </a:lnTo>
                <a:lnTo>
                  <a:pt x="571500" y="447675"/>
                </a:lnTo>
                <a:close/>
                <a:moveTo>
                  <a:pt x="1162050" y="438150"/>
                </a:moveTo>
                <a:lnTo>
                  <a:pt x="1181100" y="438150"/>
                </a:lnTo>
                <a:lnTo>
                  <a:pt x="1181100" y="447675"/>
                </a:lnTo>
                <a:lnTo>
                  <a:pt x="1162050" y="447675"/>
                </a:lnTo>
                <a:close/>
                <a:moveTo>
                  <a:pt x="1000125" y="447675"/>
                </a:moveTo>
                <a:lnTo>
                  <a:pt x="1028700" y="447675"/>
                </a:lnTo>
                <a:lnTo>
                  <a:pt x="1028700" y="457200"/>
                </a:lnTo>
                <a:lnTo>
                  <a:pt x="1000125" y="457200"/>
                </a:lnTo>
                <a:close/>
                <a:moveTo>
                  <a:pt x="1038225" y="447675"/>
                </a:moveTo>
                <a:lnTo>
                  <a:pt x="1047750" y="447675"/>
                </a:lnTo>
                <a:lnTo>
                  <a:pt x="1047750" y="457200"/>
                </a:lnTo>
                <a:lnTo>
                  <a:pt x="1038225" y="457200"/>
                </a:lnTo>
                <a:close/>
                <a:moveTo>
                  <a:pt x="971550" y="457200"/>
                </a:moveTo>
                <a:lnTo>
                  <a:pt x="1000125" y="457200"/>
                </a:lnTo>
                <a:lnTo>
                  <a:pt x="1000125" y="476250"/>
                </a:lnTo>
                <a:lnTo>
                  <a:pt x="990600" y="476250"/>
                </a:lnTo>
                <a:lnTo>
                  <a:pt x="990600" y="466725"/>
                </a:lnTo>
                <a:lnTo>
                  <a:pt x="981075" y="466725"/>
                </a:lnTo>
                <a:lnTo>
                  <a:pt x="981075" y="476250"/>
                </a:lnTo>
                <a:lnTo>
                  <a:pt x="971550" y="476250"/>
                </a:lnTo>
                <a:close/>
                <a:moveTo>
                  <a:pt x="1028700" y="457200"/>
                </a:moveTo>
                <a:lnTo>
                  <a:pt x="1038225" y="457200"/>
                </a:lnTo>
                <a:lnTo>
                  <a:pt x="1038225" y="466725"/>
                </a:lnTo>
                <a:lnTo>
                  <a:pt x="1028700" y="466725"/>
                </a:lnTo>
                <a:close/>
                <a:moveTo>
                  <a:pt x="1076325" y="457200"/>
                </a:moveTo>
                <a:lnTo>
                  <a:pt x="1104900" y="457200"/>
                </a:lnTo>
                <a:lnTo>
                  <a:pt x="1104900" y="466725"/>
                </a:lnTo>
                <a:lnTo>
                  <a:pt x="1076325" y="466725"/>
                </a:lnTo>
                <a:close/>
                <a:moveTo>
                  <a:pt x="1133475" y="457200"/>
                </a:moveTo>
                <a:lnTo>
                  <a:pt x="1143000" y="457200"/>
                </a:lnTo>
                <a:lnTo>
                  <a:pt x="1143000" y="466725"/>
                </a:lnTo>
                <a:lnTo>
                  <a:pt x="1133475" y="466725"/>
                </a:lnTo>
                <a:close/>
                <a:moveTo>
                  <a:pt x="1038225" y="466725"/>
                </a:moveTo>
                <a:lnTo>
                  <a:pt x="1047750" y="466725"/>
                </a:lnTo>
                <a:lnTo>
                  <a:pt x="1047750" y="476250"/>
                </a:lnTo>
                <a:lnTo>
                  <a:pt x="1038225" y="476250"/>
                </a:lnTo>
                <a:close/>
                <a:moveTo>
                  <a:pt x="1066800" y="466725"/>
                </a:moveTo>
                <a:lnTo>
                  <a:pt x="1076325" y="466725"/>
                </a:lnTo>
                <a:lnTo>
                  <a:pt x="1076325" y="476250"/>
                </a:lnTo>
                <a:lnTo>
                  <a:pt x="1066800" y="476250"/>
                </a:lnTo>
                <a:close/>
                <a:moveTo>
                  <a:pt x="952500" y="485775"/>
                </a:moveTo>
                <a:lnTo>
                  <a:pt x="990600" y="485775"/>
                </a:lnTo>
                <a:lnTo>
                  <a:pt x="990600" y="495300"/>
                </a:lnTo>
                <a:lnTo>
                  <a:pt x="981075" y="495300"/>
                </a:lnTo>
                <a:lnTo>
                  <a:pt x="981075" y="504825"/>
                </a:lnTo>
                <a:lnTo>
                  <a:pt x="962025" y="504825"/>
                </a:lnTo>
                <a:lnTo>
                  <a:pt x="962025" y="495300"/>
                </a:lnTo>
                <a:lnTo>
                  <a:pt x="952500" y="495300"/>
                </a:lnTo>
                <a:close/>
                <a:moveTo>
                  <a:pt x="1028700" y="485775"/>
                </a:moveTo>
                <a:lnTo>
                  <a:pt x="1038225" y="485775"/>
                </a:lnTo>
                <a:lnTo>
                  <a:pt x="1038225" y="495300"/>
                </a:lnTo>
                <a:lnTo>
                  <a:pt x="1028700" y="495300"/>
                </a:lnTo>
                <a:close/>
                <a:moveTo>
                  <a:pt x="876300" y="495300"/>
                </a:moveTo>
                <a:lnTo>
                  <a:pt x="904875" y="495300"/>
                </a:lnTo>
                <a:lnTo>
                  <a:pt x="904875" y="514350"/>
                </a:lnTo>
                <a:lnTo>
                  <a:pt x="914400" y="514350"/>
                </a:lnTo>
                <a:lnTo>
                  <a:pt x="914400" y="533400"/>
                </a:lnTo>
                <a:lnTo>
                  <a:pt x="895350" y="533400"/>
                </a:lnTo>
                <a:lnTo>
                  <a:pt x="895350" y="523875"/>
                </a:lnTo>
                <a:lnTo>
                  <a:pt x="857250" y="523875"/>
                </a:lnTo>
                <a:lnTo>
                  <a:pt x="857250" y="514350"/>
                </a:lnTo>
                <a:lnTo>
                  <a:pt x="876300" y="514350"/>
                </a:lnTo>
                <a:close/>
                <a:moveTo>
                  <a:pt x="95250" y="504825"/>
                </a:moveTo>
                <a:lnTo>
                  <a:pt x="104775" y="504825"/>
                </a:lnTo>
                <a:lnTo>
                  <a:pt x="104775" y="523875"/>
                </a:lnTo>
                <a:lnTo>
                  <a:pt x="85725" y="523875"/>
                </a:lnTo>
                <a:lnTo>
                  <a:pt x="85725" y="514350"/>
                </a:lnTo>
                <a:lnTo>
                  <a:pt x="95250" y="514350"/>
                </a:lnTo>
                <a:close/>
                <a:moveTo>
                  <a:pt x="809625" y="514350"/>
                </a:moveTo>
                <a:lnTo>
                  <a:pt x="828675" y="514350"/>
                </a:lnTo>
                <a:lnTo>
                  <a:pt x="828675" y="523875"/>
                </a:lnTo>
                <a:lnTo>
                  <a:pt x="838200" y="523875"/>
                </a:lnTo>
                <a:lnTo>
                  <a:pt x="838200" y="533400"/>
                </a:lnTo>
                <a:lnTo>
                  <a:pt x="819150" y="533400"/>
                </a:lnTo>
                <a:lnTo>
                  <a:pt x="819150" y="523875"/>
                </a:lnTo>
                <a:lnTo>
                  <a:pt x="809625" y="523875"/>
                </a:lnTo>
                <a:close/>
                <a:moveTo>
                  <a:pt x="952500" y="514350"/>
                </a:moveTo>
                <a:lnTo>
                  <a:pt x="971550" y="514350"/>
                </a:lnTo>
                <a:lnTo>
                  <a:pt x="971550" y="523875"/>
                </a:lnTo>
                <a:lnTo>
                  <a:pt x="962025" y="523875"/>
                </a:lnTo>
                <a:lnTo>
                  <a:pt x="962025" y="533400"/>
                </a:lnTo>
                <a:lnTo>
                  <a:pt x="952500" y="533400"/>
                </a:lnTo>
                <a:close/>
                <a:moveTo>
                  <a:pt x="904875" y="542925"/>
                </a:moveTo>
                <a:lnTo>
                  <a:pt x="923925" y="542925"/>
                </a:lnTo>
                <a:lnTo>
                  <a:pt x="923925" y="552450"/>
                </a:lnTo>
                <a:lnTo>
                  <a:pt x="904875" y="552450"/>
                </a:lnTo>
                <a:close/>
                <a:moveTo>
                  <a:pt x="895350" y="552450"/>
                </a:moveTo>
                <a:lnTo>
                  <a:pt x="904875" y="552450"/>
                </a:lnTo>
                <a:lnTo>
                  <a:pt x="904875" y="571500"/>
                </a:lnTo>
                <a:lnTo>
                  <a:pt x="895350" y="571500"/>
                </a:lnTo>
                <a:close/>
                <a:moveTo>
                  <a:pt x="971550" y="552450"/>
                </a:moveTo>
                <a:lnTo>
                  <a:pt x="981075" y="552450"/>
                </a:lnTo>
                <a:lnTo>
                  <a:pt x="981075" y="571500"/>
                </a:lnTo>
                <a:lnTo>
                  <a:pt x="971550" y="571500"/>
                </a:lnTo>
                <a:close/>
                <a:moveTo>
                  <a:pt x="1171575" y="628650"/>
                </a:moveTo>
                <a:lnTo>
                  <a:pt x="1181100" y="628650"/>
                </a:lnTo>
                <a:lnTo>
                  <a:pt x="1181100" y="638175"/>
                </a:lnTo>
                <a:lnTo>
                  <a:pt x="1171575" y="638175"/>
                </a:lnTo>
                <a:close/>
                <a:moveTo>
                  <a:pt x="1171575" y="647700"/>
                </a:moveTo>
                <a:lnTo>
                  <a:pt x="1181100" y="647700"/>
                </a:lnTo>
                <a:lnTo>
                  <a:pt x="1181100" y="657225"/>
                </a:lnTo>
                <a:lnTo>
                  <a:pt x="1171575" y="657225"/>
                </a:lnTo>
                <a:close/>
                <a:moveTo>
                  <a:pt x="133350" y="676275"/>
                </a:moveTo>
                <a:lnTo>
                  <a:pt x="152400" y="676275"/>
                </a:lnTo>
                <a:lnTo>
                  <a:pt x="152400" y="685800"/>
                </a:lnTo>
                <a:lnTo>
                  <a:pt x="133350" y="685800"/>
                </a:lnTo>
                <a:close/>
                <a:moveTo>
                  <a:pt x="190500" y="676275"/>
                </a:moveTo>
                <a:lnTo>
                  <a:pt x="238125" y="676275"/>
                </a:lnTo>
                <a:lnTo>
                  <a:pt x="238125" y="685800"/>
                </a:lnTo>
                <a:lnTo>
                  <a:pt x="190500" y="685800"/>
                </a:lnTo>
                <a:close/>
                <a:moveTo>
                  <a:pt x="476250" y="676275"/>
                </a:moveTo>
                <a:lnTo>
                  <a:pt x="485775" y="676275"/>
                </a:lnTo>
                <a:lnTo>
                  <a:pt x="485775" y="685800"/>
                </a:lnTo>
                <a:lnTo>
                  <a:pt x="476250" y="685800"/>
                </a:lnTo>
                <a:close/>
                <a:moveTo>
                  <a:pt x="38100" y="685800"/>
                </a:moveTo>
                <a:lnTo>
                  <a:pt x="57150" y="685800"/>
                </a:lnTo>
                <a:lnTo>
                  <a:pt x="57150" y="704850"/>
                </a:lnTo>
                <a:lnTo>
                  <a:pt x="38100" y="704850"/>
                </a:lnTo>
                <a:close/>
                <a:moveTo>
                  <a:pt x="485775" y="685800"/>
                </a:moveTo>
                <a:lnTo>
                  <a:pt x="514350" y="685800"/>
                </a:lnTo>
                <a:lnTo>
                  <a:pt x="514350" y="695325"/>
                </a:lnTo>
                <a:lnTo>
                  <a:pt x="523875" y="695325"/>
                </a:lnTo>
                <a:lnTo>
                  <a:pt x="523875" y="704850"/>
                </a:lnTo>
                <a:lnTo>
                  <a:pt x="514350" y="704850"/>
                </a:lnTo>
                <a:lnTo>
                  <a:pt x="514350" y="714375"/>
                </a:lnTo>
                <a:lnTo>
                  <a:pt x="504825" y="714375"/>
                </a:lnTo>
                <a:lnTo>
                  <a:pt x="504825" y="733425"/>
                </a:lnTo>
                <a:lnTo>
                  <a:pt x="495300" y="733425"/>
                </a:lnTo>
                <a:lnTo>
                  <a:pt x="495300" y="714375"/>
                </a:lnTo>
                <a:lnTo>
                  <a:pt x="485775" y="714375"/>
                </a:lnTo>
                <a:lnTo>
                  <a:pt x="485775" y="733425"/>
                </a:lnTo>
                <a:lnTo>
                  <a:pt x="476250" y="733425"/>
                </a:lnTo>
                <a:lnTo>
                  <a:pt x="476250" y="695325"/>
                </a:lnTo>
                <a:lnTo>
                  <a:pt x="485775" y="695325"/>
                </a:lnTo>
                <a:close/>
                <a:moveTo>
                  <a:pt x="514350" y="714375"/>
                </a:moveTo>
                <a:lnTo>
                  <a:pt x="523875" y="714375"/>
                </a:lnTo>
                <a:lnTo>
                  <a:pt x="523875" y="723900"/>
                </a:lnTo>
                <a:lnTo>
                  <a:pt x="514350" y="723900"/>
                </a:lnTo>
                <a:close/>
                <a:moveTo>
                  <a:pt x="581025" y="723900"/>
                </a:moveTo>
                <a:lnTo>
                  <a:pt x="600075" y="723900"/>
                </a:lnTo>
                <a:lnTo>
                  <a:pt x="600075" y="733425"/>
                </a:lnTo>
                <a:lnTo>
                  <a:pt x="619125" y="733425"/>
                </a:lnTo>
                <a:lnTo>
                  <a:pt x="619125" y="742950"/>
                </a:lnTo>
                <a:lnTo>
                  <a:pt x="600075" y="742950"/>
                </a:lnTo>
                <a:lnTo>
                  <a:pt x="600075" y="752475"/>
                </a:lnTo>
                <a:lnTo>
                  <a:pt x="590550" y="752475"/>
                </a:lnTo>
                <a:lnTo>
                  <a:pt x="590550" y="742950"/>
                </a:lnTo>
                <a:lnTo>
                  <a:pt x="581025" y="742950"/>
                </a:lnTo>
                <a:close/>
              </a:path>
            </a:pathLst>
          </a:custGeom>
          <a:solidFill xmlns:a="http://schemas.openxmlformats.org/drawingml/2006/main">
            <a:srgbClr val="F8F8F2"/>
          </a:solidFill>
          <a:ln xmlns:a="http://schemas.openxmlformats.org/drawingml/2006/main" w="0">
            <a:noFill/>
          </a:ln>
        </p:spPr>
      </p:sp>
      <p:sp>
        <p:nvSpPr>
          <p:cNvPr id="250" name="v22 vector #f6f9f3">
            <a:extLst xmlns:a="http://schemas.openxmlformats.org/drawingml/2006/main">
              <a:ext uri="{FF2B5EF4-FFF2-40B4-BE49-F238E27FC236}">
                <a16:creationId xmlns:a16="http://schemas.microsoft.com/office/drawing/2014/main" id="{0A8893A2-346D-4F20-9EBD-74E1C57B445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10675" y="4848225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733425" y="9525"/>
                </a:moveTo>
                <a:lnTo>
                  <a:pt x="742950" y="9525"/>
                </a:lnTo>
                <a:lnTo>
                  <a:pt x="742950" y="19050"/>
                </a:lnTo>
                <a:lnTo>
                  <a:pt x="733425" y="19050"/>
                </a:lnTo>
                <a:close/>
                <a:moveTo>
                  <a:pt x="752475" y="9525"/>
                </a:moveTo>
                <a:lnTo>
                  <a:pt x="762000" y="9525"/>
                </a:lnTo>
                <a:lnTo>
                  <a:pt x="762000" y="19050"/>
                </a:lnTo>
                <a:lnTo>
                  <a:pt x="752475" y="19050"/>
                </a:lnTo>
                <a:close/>
                <a:moveTo>
                  <a:pt x="38100" y="19050"/>
                </a:moveTo>
                <a:lnTo>
                  <a:pt x="47625" y="19050"/>
                </a:lnTo>
                <a:lnTo>
                  <a:pt x="47625" y="28575"/>
                </a:lnTo>
                <a:lnTo>
                  <a:pt x="38100" y="28575"/>
                </a:lnTo>
                <a:close/>
                <a:moveTo>
                  <a:pt x="800100" y="19050"/>
                </a:moveTo>
                <a:lnTo>
                  <a:pt x="809625" y="19050"/>
                </a:lnTo>
                <a:lnTo>
                  <a:pt x="809625" y="28575"/>
                </a:lnTo>
                <a:lnTo>
                  <a:pt x="800100" y="28575"/>
                </a:lnTo>
                <a:close/>
                <a:moveTo>
                  <a:pt x="828675" y="19050"/>
                </a:moveTo>
                <a:lnTo>
                  <a:pt x="838200" y="19050"/>
                </a:lnTo>
                <a:lnTo>
                  <a:pt x="838200" y="38100"/>
                </a:lnTo>
                <a:lnTo>
                  <a:pt x="819150" y="38100"/>
                </a:lnTo>
                <a:lnTo>
                  <a:pt x="819150" y="28575"/>
                </a:lnTo>
                <a:lnTo>
                  <a:pt x="828675" y="28575"/>
                </a:lnTo>
                <a:close/>
                <a:moveTo>
                  <a:pt x="647700" y="28575"/>
                </a:moveTo>
                <a:lnTo>
                  <a:pt x="657225" y="28575"/>
                </a:lnTo>
                <a:lnTo>
                  <a:pt x="657225" y="38100"/>
                </a:lnTo>
                <a:lnTo>
                  <a:pt x="647700" y="38100"/>
                </a:lnTo>
                <a:close/>
                <a:moveTo>
                  <a:pt x="638175" y="38100"/>
                </a:moveTo>
                <a:lnTo>
                  <a:pt x="647700" y="38100"/>
                </a:lnTo>
                <a:lnTo>
                  <a:pt x="647700" y="47625"/>
                </a:lnTo>
                <a:lnTo>
                  <a:pt x="638175" y="47625"/>
                </a:lnTo>
                <a:close/>
                <a:moveTo>
                  <a:pt x="838200" y="38100"/>
                </a:moveTo>
                <a:lnTo>
                  <a:pt x="847725" y="38100"/>
                </a:lnTo>
                <a:lnTo>
                  <a:pt x="847725" y="47625"/>
                </a:lnTo>
                <a:lnTo>
                  <a:pt x="838200" y="47625"/>
                </a:lnTo>
                <a:close/>
                <a:moveTo>
                  <a:pt x="847725" y="47625"/>
                </a:moveTo>
                <a:lnTo>
                  <a:pt x="857250" y="47625"/>
                </a:lnTo>
                <a:lnTo>
                  <a:pt x="857250" y="57150"/>
                </a:lnTo>
                <a:lnTo>
                  <a:pt x="847725" y="57150"/>
                </a:lnTo>
                <a:close/>
                <a:moveTo>
                  <a:pt x="419100" y="57150"/>
                </a:moveTo>
                <a:lnTo>
                  <a:pt x="428625" y="57150"/>
                </a:lnTo>
                <a:lnTo>
                  <a:pt x="428625" y="66675"/>
                </a:lnTo>
                <a:lnTo>
                  <a:pt x="419100" y="66675"/>
                </a:lnTo>
                <a:close/>
                <a:moveTo>
                  <a:pt x="438150" y="57150"/>
                </a:moveTo>
                <a:lnTo>
                  <a:pt x="457200" y="57150"/>
                </a:lnTo>
                <a:lnTo>
                  <a:pt x="457200" y="66675"/>
                </a:lnTo>
                <a:lnTo>
                  <a:pt x="438150" y="66675"/>
                </a:lnTo>
                <a:close/>
                <a:moveTo>
                  <a:pt x="276225" y="66675"/>
                </a:moveTo>
                <a:lnTo>
                  <a:pt x="304800" y="66675"/>
                </a:lnTo>
                <a:lnTo>
                  <a:pt x="304800" y="76200"/>
                </a:lnTo>
                <a:lnTo>
                  <a:pt x="276225" y="76200"/>
                </a:lnTo>
                <a:close/>
                <a:moveTo>
                  <a:pt x="466725" y="76200"/>
                </a:moveTo>
                <a:lnTo>
                  <a:pt x="485775" y="76200"/>
                </a:lnTo>
                <a:lnTo>
                  <a:pt x="485775" y="95250"/>
                </a:lnTo>
                <a:lnTo>
                  <a:pt x="495300" y="95250"/>
                </a:lnTo>
                <a:lnTo>
                  <a:pt x="495300" y="104775"/>
                </a:lnTo>
                <a:lnTo>
                  <a:pt x="476250" y="104775"/>
                </a:lnTo>
                <a:lnTo>
                  <a:pt x="476250" y="95250"/>
                </a:lnTo>
                <a:lnTo>
                  <a:pt x="466725" y="95250"/>
                </a:lnTo>
                <a:close/>
                <a:moveTo>
                  <a:pt x="714375" y="76200"/>
                </a:moveTo>
                <a:lnTo>
                  <a:pt x="723900" y="76200"/>
                </a:lnTo>
                <a:lnTo>
                  <a:pt x="723900" y="85725"/>
                </a:lnTo>
                <a:lnTo>
                  <a:pt x="714375" y="85725"/>
                </a:lnTo>
                <a:close/>
                <a:moveTo>
                  <a:pt x="762000" y="76200"/>
                </a:moveTo>
                <a:lnTo>
                  <a:pt x="790575" y="76200"/>
                </a:lnTo>
                <a:lnTo>
                  <a:pt x="790575" y="85725"/>
                </a:lnTo>
                <a:lnTo>
                  <a:pt x="762000" y="85725"/>
                </a:lnTo>
                <a:close/>
                <a:moveTo>
                  <a:pt x="257175" y="95250"/>
                </a:moveTo>
                <a:lnTo>
                  <a:pt x="266700" y="95250"/>
                </a:lnTo>
                <a:lnTo>
                  <a:pt x="266700" y="104775"/>
                </a:lnTo>
                <a:lnTo>
                  <a:pt x="257175" y="104775"/>
                </a:lnTo>
                <a:close/>
                <a:moveTo>
                  <a:pt x="771525" y="95250"/>
                </a:moveTo>
                <a:lnTo>
                  <a:pt x="781050" y="95250"/>
                </a:lnTo>
                <a:lnTo>
                  <a:pt x="781050" y="104775"/>
                </a:lnTo>
                <a:lnTo>
                  <a:pt x="771525" y="104775"/>
                </a:lnTo>
                <a:close/>
                <a:moveTo>
                  <a:pt x="809625" y="95250"/>
                </a:moveTo>
                <a:lnTo>
                  <a:pt x="819150" y="95250"/>
                </a:lnTo>
                <a:lnTo>
                  <a:pt x="819150" y="104775"/>
                </a:lnTo>
                <a:lnTo>
                  <a:pt x="809625" y="104775"/>
                </a:lnTo>
                <a:close/>
                <a:moveTo>
                  <a:pt x="819150" y="104775"/>
                </a:moveTo>
                <a:lnTo>
                  <a:pt x="828675" y="104775"/>
                </a:lnTo>
                <a:lnTo>
                  <a:pt x="828675" y="114300"/>
                </a:lnTo>
                <a:lnTo>
                  <a:pt x="819150" y="114300"/>
                </a:lnTo>
                <a:close/>
                <a:moveTo>
                  <a:pt x="228600" y="114300"/>
                </a:moveTo>
                <a:lnTo>
                  <a:pt x="238125" y="114300"/>
                </a:lnTo>
                <a:lnTo>
                  <a:pt x="238125" y="123825"/>
                </a:lnTo>
                <a:lnTo>
                  <a:pt x="228600" y="123825"/>
                </a:lnTo>
                <a:close/>
                <a:moveTo>
                  <a:pt x="771525" y="114300"/>
                </a:moveTo>
                <a:lnTo>
                  <a:pt x="781050" y="114300"/>
                </a:lnTo>
                <a:lnTo>
                  <a:pt x="781050" y="123825"/>
                </a:lnTo>
                <a:lnTo>
                  <a:pt x="771525" y="123825"/>
                </a:lnTo>
                <a:close/>
                <a:moveTo>
                  <a:pt x="762000" y="123825"/>
                </a:moveTo>
                <a:lnTo>
                  <a:pt x="771525" y="123825"/>
                </a:lnTo>
                <a:lnTo>
                  <a:pt x="771525" y="133350"/>
                </a:lnTo>
                <a:lnTo>
                  <a:pt x="762000" y="133350"/>
                </a:lnTo>
                <a:close/>
                <a:moveTo>
                  <a:pt x="571500" y="152400"/>
                </a:moveTo>
                <a:lnTo>
                  <a:pt x="581025" y="152400"/>
                </a:lnTo>
                <a:lnTo>
                  <a:pt x="581025" y="161925"/>
                </a:lnTo>
                <a:lnTo>
                  <a:pt x="571500" y="161925"/>
                </a:lnTo>
                <a:close/>
                <a:moveTo>
                  <a:pt x="1104900" y="152400"/>
                </a:moveTo>
                <a:lnTo>
                  <a:pt x="1123950" y="152400"/>
                </a:lnTo>
                <a:lnTo>
                  <a:pt x="1123950" y="161925"/>
                </a:lnTo>
                <a:lnTo>
                  <a:pt x="1104900" y="161925"/>
                </a:lnTo>
                <a:close/>
                <a:moveTo>
                  <a:pt x="1162050" y="152400"/>
                </a:moveTo>
                <a:lnTo>
                  <a:pt x="1171575" y="152400"/>
                </a:lnTo>
                <a:lnTo>
                  <a:pt x="1171575" y="161925"/>
                </a:lnTo>
                <a:lnTo>
                  <a:pt x="1162050" y="161925"/>
                </a:lnTo>
                <a:close/>
                <a:moveTo>
                  <a:pt x="714375" y="161925"/>
                </a:moveTo>
                <a:lnTo>
                  <a:pt x="733425" y="161925"/>
                </a:lnTo>
                <a:lnTo>
                  <a:pt x="733425" y="190500"/>
                </a:lnTo>
                <a:lnTo>
                  <a:pt x="714375" y="190500"/>
                </a:lnTo>
                <a:close/>
                <a:moveTo>
                  <a:pt x="514350" y="171450"/>
                </a:moveTo>
                <a:lnTo>
                  <a:pt x="523875" y="171450"/>
                </a:lnTo>
                <a:lnTo>
                  <a:pt x="523875" y="180975"/>
                </a:lnTo>
                <a:lnTo>
                  <a:pt x="533400" y="180975"/>
                </a:lnTo>
                <a:lnTo>
                  <a:pt x="533400" y="200025"/>
                </a:lnTo>
                <a:lnTo>
                  <a:pt x="523875" y="200025"/>
                </a:lnTo>
                <a:lnTo>
                  <a:pt x="523875" y="219075"/>
                </a:lnTo>
                <a:lnTo>
                  <a:pt x="514350" y="219075"/>
                </a:lnTo>
                <a:close/>
                <a:moveTo>
                  <a:pt x="914400" y="171450"/>
                </a:moveTo>
                <a:lnTo>
                  <a:pt x="923925" y="171450"/>
                </a:lnTo>
                <a:lnTo>
                  <a:pt x="923925" y="180975"/>
                </a:lnTo>
                <a:lnTo>
                  <a:pt x="933450" y="180975"/>
                </a:lnTo>
                <a:lnTo>
                  <a:pt x="933450" y="209550"/>
                </a:lnTo>
                <a:lnTo>
                  <a:pt x="914400" y="209550"/>
                </a:lnTo>
                <a:close/>
                <a:moveTo>
                  <a:pt x="1171575" y="180975"/>
                </a:moveTo>
                <a:lnTo>
                  <a:pt x="1181100" y="180975"/>
                </a:lnTo>
                <a:lnTo>
                  <a:pt x="1181100" y="200025"/>
                </a:lnTo>
                <a:lnTo>
                  <a:pt x="1171575" y="200025"/>
                </a:lnTo>
                <a:close/>
                <a:moveTo>
                  <a:pt x="1200150" y="180975"/>
                </a:moveTo>
                <a:lnTo>
                  <a:pt x="1209675" y="180975"/>
                </a:lnTo>
                <a:lnTo>
                  <a:pt x="1209675" y="200025"/>
                </a:lnTo>
                <a:lnTo>
                  <a:pt x="1200150" y="200025"/>
                </a:lnTo>
                <a:close/>
                <a:moveTo>
                  <a:pt x="304800" y="190500"/>
                </a:moveTo>
                <a:lnTo>
                  <a:pt x="314325" y="190500"/>
                </a:lnTo>
                <a:lnTo>
                  <a:pt x="314325" y="209550"/>
                </a:lnTo>
                <a:lnTo>
                  <a:pt x="304800" y="209550"/>
                </a:lnTo>
                <a:close/>
                <a:moveTo>
                  <a:pt x="561975" y="190500"/>
                </a:moveTo>
                <a:lnTo>
                  <a:pt x="571500" y="190500"/>
                </a:lnTo>
                <a:lnTo>
                  <a:pt x="571500" y="209550"/>
                </a:lnTo>
                <a:lnTo>
                  <a:pt x="561975" y="209550"/>
                </a:lnTo>
                <a:close/>
                <a:moveTo>
                  <a:pt x="771525" y="190500"/>
                </a:moveTo>
                <a:lnTo>
                  <a:pt x="790575" y="190500"/>
                </a:lnTo>
                <a:lnTo>
                  <a:pt x="790575" y="200025"/>
                </a:lnTo>
                <a:lnTo>
                  <a:pt x="771525" y="200025"/>
                </a:lnTo>
                <a:close/>
                <a:moveTo>
                  <a:pt x="733425" y="200025"/>
                </a:moveTo>
                <a:lnTo>
                  <a:pt x="742950" y="200025"/>
                </a:lnTo>
                <a:lnTo>
                  <a:pt x="742950" y="209550"/>
                </a:lnTo>
                <a:lnTo>
                  <a:pt x="733425" y="209550"/>
                </a:lnTo>
                <a:close/>
                <a:moveTo>
                  <a:pt x="1085850" y="200025"/>
                </a:moveTo>
                <a:lnTo>
                  <a:pt x="1104900" y="200025"/>
                </a:lnTo>
                <a:lnTo>
                  <a:pt x="1104900" y="209550"/>
                </a:lnTo>
                <a:lnTo>
                  <a:pt x="1085850" y="209550"/>
                </a:lnTo>
                <a:close/>
                <a:moveTo>
                  <a:pt x="1162050" y="200025"/>
                </a:moveTo>
                <a:lnTo>
                  <a:pt x="1171575" y="200025"/>
                </a:lnTo>
                <a:lnTo>
                  <a:pt x="1171575" y="209550"/>
                </a:lnTo>
                <a:lnTo>
                  <a:pt x="1162050" y="209550"/>
                </a:lnTo>
                <a:close/>
                <a:moveTo>
                  <a:pt x="209550" y="209550"/>
                </a:moveTo>
                <a:lnTo>
                  <a:pt x="219075" y="209550"/>
                </a:lnTo>
                <a:lnTo>
                  <a:pt x="219075" y="219075"/>
                </a:lnTo>
                <a:lnTo>
                  <a:pt x="209550" y="219075"/>
                </a:lnTo>
                <a:close/>
                <a:moveTo>
                  <a:pt x="571500" y="209550"/>
                </a:moveTo>
                <a:lnTo>
                  <a:pt x="581025" y="209550"/>
                </a:lnTo>
                <a:lnTo>
                  <a:pt x="581025" y="219075"/>
                </a:lnTo>
                <a:lnTo>
                  <a:pt x="571500" y="219075"/>
                </a:lnTo>
                <a:close/>
                <a:moveTo>
                  <a:pt x="638175" y="219075"/>
                </a:moveTo>
                <a:lnTo>
                  <a:pt x="657225" y="219075"/>
                </a:lnTo>
                <a:lnTo>
                  <a:pt x="657225" y="247650"/>
                </a:lnTo>
                <a:lnTo>
                  <a:pt x="647700" y="247650"/>
                </a:lnTo>
                <a:lnTo>
                  <a:pt x="647700" y="238125"/>
                </a:lnTo>
                <a:lnTo>
                  <a:pt x="638175" y="238125"/>
                </a:lnTo>
                <a:close/>
                <a:moveTo>
                  <a:pt x="1200150" y="219075"/>
                </a:moveTo>
                <a:lnTo>
                  <a:pt x="1209675" y="219075"/>
                </a:lnTo>
                <a:lnTo>
                  <a:pt x="1209675" y="238125"/>
                </a:lnTo>
                <a:lnTo>
                  <a:pt x="1200150" y="238125"/>
                </a:lnTo>
                <a:close/>
                <a:moveTo>
                  <a:pt x="276225" y="228600"/>
                </a:moveTo>
                <a:lnTo>
                  <a:pt x="285750" y="228600"/>
                </a:lnTo>
                <a:lnTo>
                  <a:pt x="285750" y="238125"/>
                </a:lnTo>
                <a:lnTo>
                  <a:pt x="276225" y="238125"/>
                </a:lnTo>
                <a:close/>
                <a:moveTo>
                  <a:pt x="1066800" y="238125"/>
                </a:moveTo>
                <a:lnTo>
                  <a:pt x="1076325" y="238125"/>
                </a:lnTo>
                <a:lnTo>
                  <a:pt x="1076325" y="247650"/>
                </a:lnTo>
                <a:lnTo>
                  <a:pt x="1066800" y="247650"/>
                </a:lnTo>
                <a:close/>
                <a:moveTo>
                  <a:pt x="581025" y="247650"/>
                </a:moveTo>
                <a:lnTo>
                  <a:pt x="590550" y="247650"/>
                </a:lnTo>
                <a:lnTo>
                  <a:pt x="590550" y="257175"/>
                </a:lnTo>
                <a:lnTo>
                  <a:pt x="581025" y="257175"/>
                </a:lnTo>
                <a:close/>
                <a:moveTo>
                  <a:pt x="1076325" y="247650"/>
                </a:moveTo>
                <a:lnTo>
                  <a:pt x="1085850" y="247650"/>
                </a:lnTo>
                <a:lnTo>
                  <a:pt x="1085850" y="257175"/>
                </a:lnTo>
                <a:lnTo>
                  <a:pt x="1076325" y="257175"/>
                </a:lnTo>
                <a:close/>
                <a:moveTo>
                  <a:pt x="466725" y="257175"/>
                </a:moveTo>
                <a:lnTo>
                  <a:pt x="476250" y="257175"/>
                </a:lnTo>
                <a:lnTo>
                  <a:pt x="476250" y="295275"/>
                </a:lnTo>
                <a:lnTo>
                  <a:pt x="466725" y="295275"/>
                </a:lnTo>
                <a:close/>
                <a:moveTo>
                  <a:pt x="666750" y="257175"/>
                </a:moveTo>
                <a:lnTo>
                  <a:pt x="685800" y="257175"/>
                </a:lnTo>
                <a:lnTo>
                  <a:pt x="685800" y="276225"/>
                </a:lnTo>
                <a:lnTo>
                  <a:pt x="666750" y="276225"/>
                </a:lnTo>
                <a:close/>
                <a:moveTo>
                  <a:pt x="800100" y="276225"/>
                </a:moveTo>
                <a:lnTo>
                  <a:pt x="819150" y="276225"/>
                </a:lnTo>
                <a:lnTo>
                  <a:pt x="819150" y="285750"/>
                </a:lnTo>
                <a:lnTo>
                  <a:pt x="809625" y="285750"/>
                </a:lnTo>
                <a:lnTo>
                  <a:pt x="809625" y="295275"/>
                </a:lnTo>
                <a:lnTo>
                  <a:pt x="790575" y="295275"/>
                </a:lnTo>
                <a:lnTo>
                  <a:pt x="790575" y="304800"/>
                </a:lnTo>
                <a:lnTo>
                  <a:pt x="762000" y="304800"/>
                </a:lnTo>
                <a:lnTo>
                  <a:pt x="762000" y="295275"/>
                </a:lnTo>
                <a:lnTo>
                  <a:pt x="771525" y="295275"/>
                </a:lnTo>
                <a:lnTo>
                  <a:pt x="771525" y="285750"/>
                </a:lnTo>
                <a:lnTo>
                  <a:pt x="800100" y="285750"/>
                </a:lnTo>
                <a:close/>
                <a:moveTo>
                  <a:pt x="1200150" y="276225"/>
                </a:moveTo>
                <a:lnTo>
                  <a:pt x="1209675" y="276225"/>
                </a:lnTo>
                <a:lnTo>
                  <a:pt x="1209675" y="285750"/>
                </a:lnTo>
                <a:lnTo>
                  <a:pt x="1200150" y="285750"/>
                </a:lnTo>
                <a:close/>
                <a:moveTo>
                  <a:pt x="200025" y="295275"/>
                </a:moveTo>
                <a:lnTo>
                  <a:pt x="209550" y="295275"/>
                </a:lnTo>
                <a:lnTo>
                  <a:pt x="209550" y="304800"/>
                </a:lnTo>
                <a:lnTo>
                  <a:pt x="200025" y="304800"/>
                </a:lnTo>
                <a:close/>
                <a:moveTo>
                  <a:pt x="209550" y="304800"/>
                </a:moveTo>
                <a:lnTo>
                  <a:pt x="219075" y="304800"/>
                </a:lnTo>
                <a:lnTo>
                  <a:pt x="219075" y="314325"/>
                </a:lnTo>
                <a:lnTo>
                  <a:pt x="228600" y="314325"/>
                </a:lnTo>
                <a:lnTo>
                  <a:pt x="228600" y="323850"/>
                </a:lnTo>
                <a:lnTo>
                  <a:pt x="238125" y="323850"/>
                </a:lnTo>
                <a:lnTo>
                  <a:pt x="238125" y="333375"/>
                </a:lnTo>
                <a:lnTo>
                  <a:pt x="219075" y="333375"/>
                </a:lnTo>
                <a:lnTo>
                  <a:pt x="219075" y="323850"/>
                </a:lnTo>
                <a:lnTo>
                  <a:pt x="209550" y="323850"/>
                </a:lnTo>
                <a:close/>
                <a:moveTo>
                  <a:pt x="619125" y="304800"/>
                </a:moveTo>
                <a:lnTo>
                  <a:pt x="628650" y="304800"/>
                </a:lnTo>
                <a:lnTo>
                  <a:pt x="628650" y="314325"/>
                </a:lnTo>
                <a:lnTo>
                  <a:pt x="619125" y="314325"/>
                </a:lnTo>
                <a:close/>
                <a:moveTo>
                  <a:pt x="609600" y="314325"/>
                </a:moveTo>
                <a:lnTo>
                  <a:pt x="619125" y="314325"/>
                </a:lnTo>
                <a:lnTo>
                  <a:pt x="619125" y="323850"/>
                </a:lnTo>
                <a:lnTo>
                  <a:pt x="609600" y="323850"/>
                </a:lnTo>
                <a:close/>
                <a:moveTo>
                  <a:pt x="628650" y="314325"/>
                </a:moveTo>
                <a:lnTo>
                  <a:pt x="638175" y="314325"/>
                </a:lnTo>
                <a:lnTo>
                  <a:pt x="638175" y="323850"/>
                </a:lnTo>
                <a:lnTo>
                  <a:pt x="647700" y="323850"/>
                </a:lnTo>
                <a:lnTo>
                  <a:pt x="647700" y="333375"/>
                </a:lnTo>
                <a:lnTo>
                  <a:pt x="628650" y="333375"/>
                </a:lnTo>
                <a:close/>
                <a:moveTo>
                  <a:pt x="1085850" y="323850"/>
                </a:moveTo>
                <a:lnTo>
                  <a:pt x="1095375" y="323850"/>
                </a:lnTo>
                <a:lnTo>
                  <a:pt x="1095375" y="333375"/>
                </a:lnTo>
                <a:lnTo>
                  <a:pt x="1085850" y="333375"/>
                </a:lnTo>
                <a:close/>
                <a:moveTo>
                  <a:pt x="238125" y="333375"/>
                </a:moveTo>
                <a:lnTo>
                  <a:pt x="247650" y="333375"/>
                </a:lnTo>
                <a:lnTo>
                  <a:pt x="247650" y="361950"/>
                </a:lnTo>
                <a:lnTo>
                  <a:pt x="257175" y="361950"/>
                </a:lnTo>
                <a:lnTo>
                  <a:pt x="257175" y="371475"/>
                </a:lnTo>
                <a:lnTo>
                  <a:pt x="247650" y="371475"/>
                </a:lnTo>
                <a:lnTo>
                  <a:pt x="247650" y="381000"/>
                </a:lnTo>
                <a:lnTo>
                  <a:pt x="238125" y="381000"/>
                </a:lnTo>
                <a:lnTo>
                  <a:pt x="238125" y="371475"/>
                </a:lnTo>
                <a:lnTo>
                  <a:pt x="219075" y="371475"/>
                </a:lnTo>
                <a:lnTo>
                  <a:pt x="219075" y="352425"/>
                </a:lnTo>
                <a:lnTo>
                  <a:pt x="238125" y="352425"/>
                </a:lnTo>
                <a:close/>
                <a:moveTo>
                  <a:pt x="1104900" y="333375"/>
                </a:moveTo>
                <a:lnTo>
                  <a:pt x="1114425" y="333375"/>
                </a:lnTo>
                <a:lnTo>
                  <a:pt x="1114425" y="342900"/>
                </a:lnTo>
                <a:lnTo>
                  <a:pt x="1104900" y="342900"/>
                </a:lnTo>
                <a:close/>
                <a:moveTo>
                  <a:pt x="276225" y="342900"/>
                </a:moveTo>
                <a:lnTo>
                  <a:pt x="285750" y="342900"/>
                </a:lnTo>
                <a:lnTo>
                  <a:pt x="285750" y="352425"/>
                </a:lnTo>
                <a:lnTo>
                  <a:pt x="276225" y="352425"/>
                </a:lnTo>
                <a:close/>
                <a:moveTo>
                  <a:pt x="447675" y="342900"/>
                </a:moveTo>
                <a:lnTo>
                  <a:pt x="457200" y="342900"/>
                </a:lnTo>
                <a:lnTo>
                  <a:pt x="457200" y="352425"/>
                </a:lnTo>
                <a:lnTo>
                  <a:pt x="447675" y="352425"/>
                </a:lnTo>
                <a:close/>
                <a:moveTo>
                  <a:pt x="485775" y="342900"/>
                </a:moveTo>
                <a:lnTo>
                  <a:pt x="495300" y="342900"/>
                </a:lnTo>
                <a:lnTo>
                  <a:pt x="495300" y="352425"/>
                </a:lnTo>
                <a:lnTo>
                  <a:pt x="485775" y="352425"/>
                </a:lnTo>
                <a:close/>
                <a:moveTo>
                  <a:pt x="809625" y="342900"/>
                </a:moveTo>
                <a:lnTo>
                  <a:pt x="819150" y="342900"/>
                </a:lnTo>
                <a:lnTo>
                  <a:pt x="819150" y="352425"/>
                </a:lnTo>
                <a:lnTo>
                  <a:pt x="809625" y="352425"/>
                </a:lnTo>
                <a:close/>
                <a:moveTo>
                  <a:pt x="1038225" y="342900"/>
                </a:moveTo>
                <a:lnTo>
                  <a:pt x="1057275" y="342900"/>
                </a:lnTo>
                <a:lnTo>
                  <a:pt x="1057275" y="352425"/>
                </a:lnTo>
                <a:lnTo>
                  <a:pt x="1038225" y="352425"/>
                </a:lnTo>
                <a:close/>
                <a:moveTo>
                  <a:pt x="704850" y="352425"/>
                </a:moveTo>
                <a:lnTo>
                  <a:pt x="714375" y="352425"/>
                </a:lnTo>
                <a:lnTo>
                  <a:pt x="714375" y="361950"/>
                </a:lnTo>
                <a:lnTo>
                  <a:pt x="704850" y="361950"/>
                </a:lnTo>
                <a:close/>
                <a:moveTo>
                  <a:pt x="781050" y="352425"/>
                </a:moveTo>
                <a:lnTo>
                  <a:pt x="800100" y="352425"/>
                </a:lnTo>
                <a:lnTo>
                  <a:pt x="800100" y="361950"/>
                </a:lnTo>
                <a:lnTo>
                  <a:pt x="790575" y="361950"/>
                </a:lnTo>
                <a:lnTo>
                  <a:pt x="790575" y="371475"/>
                </a:lnTo>
                <a:lnTo>
                  <a:pt x="781050" y="371475"/>
                </a:lnTo>
                <a:close/>
                <a:moveTo>
                  <a:pt x="933450" y="352425"/>
                </a:moveTo>
                <a:lnTo>
                  <a:pt x="942975" y="352425"/>
                </a:lnTo>
                <a:lnTo>
                  <a:pt x="942975" y="361950"/>
                </a:lnTo>
                <a:lnTo>
                  <a:pt x="933450" y="361950"/>
                </a:lnTo>
                <a:close/>
                <a:moveTo>
                  <a:pt x="1162050" y="352425"/>
                </a:moveTo>
                <a:lnTo>
                  <a:pt x="1171575" y="352425"/>
                </a:lnTo>
                <a:lnTo>
                  <a:pt x="1171575" y="361950"/>
                </a:lnTo>
                <a:lnTo>
                  <a:pt x="1162050" y="361950"/>
                </a:lnTo>
                <a:close/>
                <a:moveTo>
                  <a:pt x="142875" y="361950"/>
                </a:moveTo>
                <a:lnTo>
                  <a:pt x="152400" y="361950"/>
                </a:lnTo>
                <a:lnTo>
                  <a:pt x="152400" y="371475"/>
                </a:lnTo>
                <a:lnTo>
                  <a:pt x="142875" y="371475"/>
                </a:lnTo>
                <a:close/>
                <a:moveTo>
                  <a:pt x="209550" y="371475"/>
                </a:moveTo>
                <a:lnTo>
                  <a:pt x="219075" y="371475"/>
                </a:lnTo>
                <a:lnTo>
                  <a:pt x="219075" y="381000"/>
                </a:lnTo>
                <a:lnTo>
                  <a:pt x="209550" y="381000"/>
                </a:lnTo>
                <a:close/>
                <a:moveTo>
                  <a:pt x="276225" y="390525"/>
                </a:moveTo>
                <a:lnTo>
                  <a:pt x="285750" y="390525"/>
                </a:lnTo>
                <a:lnTo>
                  <a:pt x="285750" y="400050"/>
                </a:lnTo>
                <a:lnTo>
                  <a:pt x="276225" y="400050"/>
                </a:lnTo>
                <a:close/>
                <a:moveTo>
                  <a:pt x="276225" y="409575"/>
                </a:moveTo>
                <a:lnTo>
                  <a:pt x="285750" y="409575"/>
                </a:lnTo>
                <a:lnTo>
                  <a:pt x="285750" y="419100"/>
                </a:lnTo>
                <a:lnTo>
                  <a:pt x="276225" y="419100"/>
                </a:lnTo>
                <a:close/>
                <a:moveTo>
                  <a:pt x="266700" y="419100"/>
                </a:moveTo>
                <a:lnTo>
                  <a:pt x="276225" y="419100"/>
                </a:lnTo>
                <a:lnTo>
                  <a:pt x="276225" y="428625"/>
                </a:lnTo>
                <a:lnTo>
                  <a:pt x="266700" y="428625"/>
                </a:lnTo>
                <a:close/>
                <a:moveTo>
                  <a:pt x="457200" y="419100"/>
                </a:moveTo>
                <a:lnTo>
                  <a:pt x="476250" y="419100"/>
                </a:lnTo>
                <a:lnTo>
                  <a:pt x="476250" y="428625"/>
                </a:lnTo>
                <a:lnTo>
                  <a:pt x="457200" y="428625"/>
                </a:lnTo>
                <a:close/>
                <a:moveTo>
                  <a:pt x="485775" y="419100"/>
                </a:moveTo>
                <a:lnTo>
                  <a:pt x="504825" y="419100"/>
                </a:lnTo>
                <a:lnTo>
                  <a:pt x="504825" y="428625"/>
                </a:lnTo>
                <a:lnTo>
                  <a:pt x="533400" y="428625"/>
                </a:lnTo>
                <a:lnTo>
                  <a:pt x="533400" y="438150"/>
                </a:lnTo>
                <a:lnTo>
                  <a:pt x="542925" y="438150"/>
                </a:lnTo>
                <a:lnTo>
                  <a:pt x="542925" y="447675"/>
                </a:lnTo>
                <a:lnTo>
                  <a:pt x="581025" y="447675"/>
                </a:lnTo>
                <a:lnTo>
                  <a:pt x="581025" y="457200"/>
                </a:lnTo>
                <a:lnTo>
                  <a:pt x="561975" y="457200"/>
                </a:lnTo>
                <a:lnTo>
                  <a:pt x="561975" y="466725"/>
                </a:lnTo>
                <a:lnTo>
                  <a:pt x="542925" y="466725"/>
                </a:lnTo>
                <a:lnTo>
                  <a:pt x="542925" y="457200"/>
                </a:lnTo>
                <a:lnTo>
                  <a:pt x="514350" y="457200"/>
                </a:lnTo>
                <a:lnTo>
                  <a:pt x="514350" y="447675"/>
                </a:lnTo>
                <a:lnTo>
                  <a:pt x="504825" y="447675"/>
                </a:lnTo>
                <a:lnTo>
                  <a:pt x="504825" y="438150"/>
                </a:lnTo>
                <a:lnTo>
                  <a:pt x="476250" y="438150"/>
                </a:lnTo>
                <a:lnTo>
                  <a:pt x="476250" y="428625"/>
                </a:lnTo>
                <a:lnTo>
                  <a:pt x="485775" y="428625"/>
                </a:lnTo>
                <a:close/>
                <a:moveTo>
                  <a:pt x="247650" y="428625"/>
                </a:moveTo>
                <a:lnTo>
                  <a:pt x="257175" y="428625"/>
                </a:lnTo>
                <a:lnTo>
                  <a:pt x="257175" y="438150"/>
                </a:lnTo>
                <a:lnTo>
                  <a:pt x="247650" y="438150"/>
                </a:lnTo>
                <a:close/>
                <a:moveTo>
                  <a:pt x="381000" y="428625"/>
                </a:moveTo>
                <a:lnTo>
                  <a:pt x="400050" y="428625"/>
                </a:lnTo>
                <a:lnTo>
                  <a:pt x="400050" y="447675"/>
                </a:lnTo>
                <a:lnTo>
                  <a:pt x="390525" y="447675"/>
                </a:lnTo>
                <a:lnTo>
                  <a:pt x="390525" y="438150"/>
                </a:lnTo>
                <a:lnTo>
                  <a:pt x="381000" y="438150"/>
                </a:lnTo>
                <a:close/>
                <a:moveTo>
                  <a:pt x="228600" y="438150"/>
                </a:moveTo>
                <a:lnTo>
                  <a:pt x="238125" y="438150"/>
                </a:lnTo>
                <a:lnTo>
                  <a:pt x="238125" y="447675"/>
                </a:lnTo>
                <a:lnTo>
                  <a:pt x="228600" y="447675"/>
                </a:lnTo>
                <a:close/>
                <a:moveTo>
                  <a:pt x="590550" y="438150"/>
                </a:moveTo>
                <a:lnTo>
                  <a:pt x="609600" y="438150"/>
                </a:lnTo>
                <a:lnTo>
                  <a:pt x="609600" y="447675"/>
                </a:lnTo>
                <a:lnTo>
                  <a:pt x="590550" y="447675"/>
                </a:lnTo>
                <a:close/>
                <a:moveTo>
                  <a:pt x="723900" y="438150"/>
                </a:moveTo>
                <a:lnTo>
                  <a:pt x="733425" y="438150"/>
                </a:lnTo>
                <a:lnTo>
                  <a:pt x="733425" y="447675"/>
                </a:lnTo>
                <a:lnTo>
                  <a:pt x="723900" y="447675"/>
                </a:lnTo>
                <a:close/>
                <a:moveTo>
                  <a:pt x="381000" y="447675"/>
                </a:moveTo>
                <a:lnTo>
                  <a:pt x="390525" y="447675"/>
                </a:lnTo>
                <a:lnTo>
                  <a:pt x="390525" y="457200"/>
                </a:lnTo>
                <a:lnTo>
                  <a:pt x="381000" y="457200"/>
                </a:lnTo>
                <a:close/>
                <a:moveTo>
                  <a:pt x="352425" y="457200"/>
                </a:moveTo>
                <a:lnTo>
                  <a:pt x="381000" y="457200"/>
                </a:lnTo>
                <a:lnTo>
                  <a:pt x="381000" y="466725"/>
                </a:lnTo>
                <a:lnTo>
                  <a:pt x="352425" y="466725"/>
                </a:lnTo>
                <a:close/>
                <a:moveTo>
                  <a:pt x="104775" y="504825"/>
                </a:moveTo>
                <a:lnTo>
                  <a:pt x="123825" y="504825"/>
                </a:lnTo>
                <a:lnTo>
                  <a:pt x="123825" y="523875"/>
                </a:lnTo>
                <a:lnTo>
                  <a:pt x="114300" y="523875"/>
                </a:lnTo>
                <a:lnTo>
                  <a:pt x="114300" y="533400"/>
                </a:lnTo>
                <a:lnTo>
                  <a:pt x="104775" y="533400"/>
                </a:lnTo>
                <a:close/>
                <a:moveTo>
                  <a:pt x="828675" y="533400"/>
                </a:moveTo>
                <a:lnTo>
                  <a:pt x="838200" y="533400"/>
                </a:lnTo>
                <a:lnTo>
                  <a:pt x="838200" y="542925"/>
                </a:lnTo>
                <a:lnTo>
                  <a:pt x="828675" y="542925"/>
                </a:lnTo>
                <a:close/>
                <a:moveTo>
                  <a:pt x="1143000" y="533400"/>
                </a:moveTo>
                <a:lnTo>
                  <a:pt x="1152525" y="533400"/>
                </a:lnTo>
                <a:lnTo>
                  <a:pt x="1152525" y="542925"/>
                </a:lnTo>
                <a:lnTo>
                  <a:pt x="1143000" y="542925"/>
                </a:lnTo>
                <a:close/>
                <a:moveTo>
                  <a:pt x="95250" y="571500"/>
                </a:moveTo>
                <a:lnTo>
                  <a:pt x="104775" y="571500"/>
                </a:lnTo>
                <a:lnTo>
                  <a:pt x="104775" y="590550"/>
                </a:lnTo>
                <a:lnTo>
                  <a:pt x="95250" y="590550"/>
                </a:lnTo>
                <a:close/>
                <a:moveTo>
                  <a:pt x="819150" y="609600"/>
                </a:moveTo>
                <a:lnTo>
                  <a:pt x="828675" y="609600"/>
                </a:lnTo>
                <a:lnTo>
                  <a:pt x="828675" y="619125"/>
                </a:lnTo>
                <a:lnTo>
                  <a:pt x="819150" y="619125"/>
                </a:lnTo>
                <a:close/>
                <a:moveTo>
                  <a:pt x="152400" y="676275"/>
                </a:moveTo>
                <a:lnTo>
                  <a:pt x="171450" y="676275"/>
                </a:lnTo>
                <a:lnTo>
                  <a:pt x="171450" y="685800"/>
                </a:lnTo>
                <a:lnTo>
                  <a:pt x="152400" y="685800"/>
                </a:lnTo>
                <a:close/>
                <a:moveTo>
                  <a:pt x="257175" y="676275"/>
                </a:moveTo>
                <a:lnTo>
                  <a:pt x="285750" y="676275"/>
                </a:lnTo>
                <a:lnTo>
                  <a:pt x="285750" y="685800"/>
                </a:lnTo>
                <a:lnTo>
                  <a:pt x="257175" y="685800"/>
                </a:lnTo>
                <a:close/>
                <a:moveTo>
                  <a:pt x="457200" y="676275"/>
                </a:moveTo>
                <a:lnTo>
                  <a:pt x="476250" y="676275"/>
                </a:lnTo>
                <a:lnTo>
                  <a:pt x="476250" y="685800"/>
                </a:lnTo>
                <a:lnTo>
                  <a:pt x="457200" y="685800"/>
                </a:lnTo>
                <a:close/>
                <a:moveTo>
                  <a:pt x="533400" y="676275"/>
                </a:moveTo>
                <a:lnTo>
                  <a:pt x="552450" y="676275"/>
                </a:lnTo>
                <a:lnTo>
                  <a:pt x="552450" y="685800"/>
                </a:lnTo>
                <a:lnTo>
                  <a:pt x="561975" y="685800"/>
                </a:lnTo>
                <a:lnTo>
                  <a:pt x="561975" y="695325"/>
                </a:lnTo>
                <a:lnTo>
                  <a:pt x="542925" y="695325"/>
                </a:lnTo>
                <a:lnTo>
                  <a:pt x="542925" y="685800"/>
                </a:lnTo>
                <a:lnTo>
                  <a:pt x="533400" y="685800"/>
                </a:lnTo>
                <a:close/>
                <a:moveTo>
                  <a:pt x="476250" y="685800"/>
                </a:moveTo>
                <a:lnTo>
                  <a:pt x="485775" y="685800"/>
                </a:lnTo>
                <a:lnTo>
                  <a:pt x="485775" y="695325"/>
                </a:lnTo>
                <a:lnTo>
                  <a:pt x="476250" y="695325"/>
                </a:lnTo>
                <a:close/>
                <a:moveTo>
                  <a:pt x="466725" y="695325"/>
                </a:moveTo>
                <a:lnTo>
                  <a:pt x="476250" y="695325"/>
                </a:lnTo>
                <a:lnTo>
                  <a:pt x="476250" y="704850"/>
                </a:lnTo>
                <a:lnTo>
                  <a:pt x="466725" y="704850"/>
                </a:lnTo>
                <a:close/>
                <a:moveTo>
                  <a:pt x="561975" y="695325"/>
                </a:moveTo>
                <a:lnTo>
                  <a:pt x="571500" y="695325"/>
                </a:lnTo>
                <a:lnTo>
                  <a:pt x="571500" y="704850"/>
                </a:lnTo>
                <a:lnTo>
                  <a:pt x="561975" y="704850"/>
                </a:lnTo>
                <a:close/>
                <a:moveTo>
                  <a:pt x="571500" y="704850"/>
                </a:moveTo>
                <a:lnTo>
                  <a:pt x="581025" y="704850"/>
                </a:lnTo>
                <a:lnTo>
                  <a:pt x="581025" y="714375"/>
                </a:lnTo>
                <a:lnTo>
                  <a:pt x="571500" y="714375"/>
                </a:lnTo>
                <a:close/>
                <a:moveTo>
                  <a:pt x="581025" y="714375"/>
                </a:moveTo>
                <a:lnTo>
                  <a:pt x="590550" y="714375"/>
                </a:lnTo>
                <a:lnTo>
                  <a:pt x="590550" y="723900"/>
                </a:lnTo>
                <a:lnTo>
                  <a:pt x="581025" y="723900"/>
                </a:lnTo>
                <a:close/>
                <a:moveTo>
                  <a:pt x="0" y="742950"/>
                </a:moveTo>
                <a:lnTo>
                  <a:pt x="9525" y="742950"/>
                </a:lnTo>
                <a:lnTo>
                  <a:pt x="9525" y="752475"/>
                </a:lnTo>
                <a:lnTo>
                  <a:pt x="0" y="752475"/>
                </a:lnTo>
                <a:close/>
                <a:moveTo>
                  <a:pt x="1104900" y="781050"/>
                </a:moveTo>
                <a:lnTo>
                  <a:pt x="1114425" y="781050"/>
                </a:lnTo>
                <a:lnTo>
                  <a:pt x="1114425" y="790575"/>
                </a:lnTo>
                <a:lnTo>
                  <a:pt x="1104900" y="790575"/>
                </a:lnTo>
                <a:close/>
                <a:moveTo>
                  <a:pt x="238125" y="790575"/>
                </a:moveTo>
                <a:lnTo>
                  <a:pt x="247650" y="790575"/>
                </a:lnTo>
                <a:lnTo>
                  <a:pt x="247650" y="800100"/>
                </a:lnTo>
                <a:lnTo>
                  <a:pt x="257175" y="800100"/>
                </a:lnTo>
                <a:lnTo>
                  <a:pt x="257175" y="809625"/>
                </a:lnTo>
                <a:lnTo>
                  <a:pt x="228600" y="809625"/>
                </a:lnTo>
                <a:lnTo>
                  <a:pt x="228600" y="800100"/>
                </a:lnTo>
                <a:lnTo>
                  <a:pt x="238125" y="800100"/>
                </a:lnTo>
                <a:close/>
              </a:path>
            </a:pathLst>
          </a:custGeom>
          <a:solidFill xmlns:a="http://schemas.openxmlformats.org/drawingml/2006/main">
            <a:srgbClr val="F6F9F3"/>
          </a:solidFill>
          <a:ln xmlns:a="http://schemas.openxmlformats.org/drawingml/2006/main" w="0">
            <a:noFill/>
          </a:ln>
        </p:spPr>
      </p:sp>
      <p:sp>
        <p:nvSpPr>
          <p:cNvPr id="251" name="v22 vector #f8f7f3">
            <a:extLst xmlns:a="http://schemas.openxmlformats.org/drawingml/2006/main">
              <a:ext uri="{FF2B5EF4-FFF2-40B4-BE49-F238E27FC236}">
                <a16:creationId xmlns:a16="http://schemas.microsoft.com/office/drawing/2014/main" id="{22E4AF87-D42B-452F-9DB8-A2C53B3F9C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10675" y="4848225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142875" y="0"/>
                </a:moveTo>
                <a:lnTo>
                  <a:pt x="171450" y="0"/>
                </a:lnTo>
                <a:lnTo>
                  <a:pt x="171450" y="9525"/>
                </a:lnTo>
                <a:lnTo>
                  <a:pt x="161925" y="9525"/>
                </a:lnTo>
                <a:lnTo>
                  <a:pt x="161925" y="28575"/>
                </a:lnTo>
                <a:lnTo>
                  <a:pt x="142875" y="28575"/>
                </a:lnTo>
                <a:close/>
                <a:moveTo>
                  <a:pt x="266700" y="0"/>
                </a:moveTo>
                <a:lnTo>
                  <a:pt x="295275" y="0"/>
                </a:lnTo>
                <a:lnTo>
                  <a:pt x="295275" y="19050"/>
                </a:lnTo>
                <a:lnTo>
                  <a:pt x="285750" y="19050"/>
                </a:lnTo>
                <a:lnTo>
                  <a:pt x="285750" y="28575"/>
                </a:lnTo>
                <a:lnTo>
                  <a:pt x="266700" y="28575"/>
                </a:lnTo>
                <a:close/>
                <a:moveTo>
                  <a:pt x="304800" y="0"/>
                </a:moveTo>
                <a:lnTo>
                  <a:pt x="314325" y="0"/>
                </a:lnTo>
                <a:lnTo>
                  <a:pt x="314325" y="9525"/>
                </a:lnTo>
                <a:lnTo>
                  <a:pt x="304800" y="9525"/>
                </a:lnTo>
                <a:close/>
                <a:moveTo>
                  <a:pt x="333375" y="0"/>
                </a:moveTo>
                <a:lnTo>
                  <a:pt x="361950" y="0"/>
                </a:lnTo>
                <a:lnTo>
                  <a:pt x="361950" y="9525"/>
                </a:lnTo>
                <a:lnTo>
                  <a:pt x="352425" y="9525"/>
                </a:lnTo>
                <a:lnTo>
                  <a:pt x="352425" y="19050"/>
                </a:lnTo>
                <a:lnTo>
                  <a:pt x="371475" y="19050"/>
                </a:lnTo>
                <a:lnTo>
                  <a:pt x="371475" y="9525"/>
                </a:lnTo>
                <a:lnTo>
                  <a:pt x="381000" y="9525"/>
                </a:lnTo>
                <a:lnTo>
                  <a:pt x="381000" y="0"/>
                </a:lnTo>
                <a:lnTo>
                  <a:pt x="409575" y="0"/>
                </a:lnTo>
                <a:lnTo>
                  <a:pt x="409575" y="9525"/>
                </a:lnTo>
                <a:lnTo>
                  <a:pt x="447675" y="9525"/>
                </a:lnTo>
                <a:lnTo>
                  <a:pt x="447675" y="19050"/>
                </a:lnTo>
                <a:lnTo>
                  <a:pt x="457200" y="19050"/>
                </a:lnTo>
                <a:lnTo>
                  <a:pt x="457200" y="0"/>
                </a:lnTo>
                <a:lnTo>
                  <a:pt x="466725" y="0"/>
                </a:lnTo>
                <a:lnTo>
                  <a:pt x="466725" y="28575"/>
                </a:lnTo>
                <a:lnTo>
                  <a:pt x="447675" y="28575"/>
                </a:lnTo>
                <a:lnTo>
                  <a:pt x="447675" y="38100"/>
                </a:lnTo>
                <a:lnTo>
                  <a:pt x="419100" y="38100"/>
                </a:lnTo>
                <a:lnTo>
                  <a:pt x="419100" y="28575"/>
                </a:lnTo>
                <a:lnTo>
                  <a:pt x="381000" y="28575"/>
                </a:lnTo>
                <a:lnTo>
                  <a:pt x="381000" y="38100"/>
                </a:lnTo>
                <a:lnTo>
                  <a:pt x="361950" y="38100"/>
                </a:lnTo>
                <a:lnTo>
                  <a:pt x="361950" y="28575"/>
                </a:lnTo>
                <a:lnTo>
                  <a:pt x="342900" y="28575"/>
                </a:lnTo>
                <a:lnTo>
                  <a:pt x="342900" y="38100"/>
                </a:lnTo>
                <a:lnTo>
                  <a:pt x="304800" y="38100"/>
                </a:lnTo>
                <a:lnTo>
                  <a:pt x="304800" y="28575"/>
                </a:lnTo>
                <a:lnTo>
                  <a:pt x="314325" y="28575"/>
                </a:lnTo>
                <a:lnTo>
                  <a:pt x="314325" y="9525"/>
                </a:lnTo>
                <a:lnTo>
                  <a:pt x="333375" y="9525"/>
                </a:lnTo>
                <a:close/>
                <a:moveTo>
                  <a:pt x="590550" y="0"/>
                </a:moveTo>
                <a:lnTo>
                  <a:pt x="600075" y="0"/>
                </a:lnTo>
                <a:lnTo>
                  <a:pt x="600075" y="19050"/>
                </a:lnTo>
                <a:lnTo>
                  <a:pt x="590550" y="19050"/>
                </a:lnTo>
                <a:lnTo>
                  <a:pt x="590550" y="38100"/>
                </a:lnTo>
                <a:lnTo>
                  <a:pt x="581025" y="38100"/>
                </a:lnTo>
                <a:lnTo>
                  <a:pt x="581025" y="47625"/>
                </a:lnTo>
                <a:lnTo>
                  <a:pt x="590550" y="47625"/>
                </a:lnTo>
                <a:lnTo>
                  <a:pt x="590550" y="57150"/>
                </a:lnTo>
                <a:lnTo>
                  <a:pt x="600075" y="57150"/>
                </a:lnTo>
                <a:lnTo>
                  <a:pt x="600075" y="76200"/>
                </a:lnTo>
                <a:lnTo>
                  <a:pt x="581025" y="76200"/>
                </a:lnTo>
                <a:lnTo>
                  <a:pt x="581025" y="85725"/>
                </a:lnTo>
                <a:lnTo>
                  <a:pt x="571500" y="85725"/>
                </a:lnTo>
                <a:lnTo>
                  <a:pt x="571500" y="95250"/>
                </a:lnTo>
                <a:lnTo>
                  <a:pt x="561975" y="95250"/>
                </a:lnTo>
                <a:lnTo>
                  <a:pt x="561975" y="66675"/>
                </a:lnTo>
                <a:lnTo>
                  <a:pt x="571500" y="66675"/>
                </a:lnTo>
                <a:lnTo>
                  <a:pt x="571500" y="57150"/>
                </a:lnTo>
                <a:lnTo>
                  <a:pt x="533400" y="57150"/>
                </a:lnTo>
                <a:lnTo>
                  <a:pt x="533400" y="47625"/>
                </a:lnTo>
                <a:lnTo>
                  <a:pt x="495300" y="47625"/>
                </a:lnTo>
                <a:lnTo>
                  <a:pt x="495300" y="19050"/>
                </a:lnTo>
                <a:lnTo>
                  <a:pt x="523875" y="19050"/>
                </a:lnTo>
                <a:lnTo>
                  <a:pt x="523875" y="9525"/>
                </a:lnTo>
                <a:lnTo>
                  <a:pt x="533400" y="9525"/>
                </a:lnTo>
                <a:lnTo>
                  <a:pt x="533400" y="19050"/>
                </a:lnTo>
                <a:lnTo>
                  <a:pt x="542925" y="19050"/>
                </a:lnTo>
                <a:lnTo>
                  <a:pt x="542925" y="28575"/>
                </a:lnTo>
                <a:lnTo>
                  <a:pt x="552450" y="28575"/>
                </a:lnTo>
                <a:lnTo>
                  <a:pt x="552450" y="38100"/>
                </a:lnTo>
                <a:lnTo>
                  <a:pt x="561975" y="38100"/>
                </a:lnTo>
                <a:lnTo>
                  <a:pt x="561975" y="28575"/>
                </a:lnTo>
                <a:lnTo>
                  <a:pt x="571500" y="28575"/>
                </a:lnTo>
                <a:lnTo>
                  <a:pt x="571500" y="19050"/>
                </a:lnTo>
                <a:lnTo>
                  <a:pt x="581025" y="19050"/>
                </a:lnTo>
                <a:lnTo>
                  <a:pt x="581025" y="9525"/>
                </a:lnTo>
                <a:lnTo>
                  <a:pt x="590550" y="9525"/>
                </a:lnTo>
                <a:close/>
                <a:moveTo>
                  <a:pt x="638175" y="0"/>
                </a:moveTo>
                <a:lnTo>
                  <a:pt x="685800" y="0"/>
                </a:lnTo>
                <a:lnTo>
                  <a:pt x="685800" y="9525"/>
                </a:lnTo>
                <a:lnTo>
                  <a:pt x="676275" y="9525"/>
                </a:lnTo>
                <a:lnTo>
                  <a:pt x="676275" y="19050"/>
                </a:lnTo>
                <a:lnTo>
                  <a:pt x="657225" y="19050"/>
                </a:lnTo>
                <a:lnTo>
                  <a:pt x="657225" y="9525"/>
                </a:lnTo>
                <a:lnTo>
                  <a:pt x="647700" y="9525"/>
                </a:lnTo>
                <a:lnTo>
                  <a:pt x="647700" y="19050"/>
                </a:lnTo>
                <a:lnTo>
                  <a:pt x="638175" y="19050"/>
                </a:lnTo>
                <a:close/>
                <a:moveTo>
                  <a:pt x="800100" y="0"/>
                </a:moveTo>
                <a:lnTo>
                  <a:pt x="809625" y="0"/>
                </a:lnTo>
                <a:lnTo>
                  <a:pt x="809625" y="9525"/>
                </a:lnTo>
                <a:lnTo>
                  <a:pt x="800100" y="9525"/>
                </a:lnTo>
                <a:close/>
                <a:moveTo>
                  <a:pt x="1104900" y="0"/>
                </a:moveTo>
                <a:lnTo>
                  <a:pt x="1114425" y="0"/>
                </a:lnTo>
                <a:lnTo>
                  <a:pt x="1114425" y="9525"/>
                </a:lnTo>
                <a:lnTo>
                  <a:pt x="1123950" y="9525"/>
                </a:lnTo>
                <a:lnTo>
                  <a:pt x="1123950" y="28575"/>
                </a:lnTo>
                <a:lnTo>
                  <a:pt x="1133475" y="28575"/>
                </a:lnTo>
                <a:lnTo>
                  <a:pt x="1133475" y="38100"/>
                </a:lnTo>
                <a:lnTo>
                  <a:pt x="1143000" y="38100"/>
                </a:lnTo>
                <a:lnTo>
                  <a:pt x="1143000" y="28575"/>
                </a:lnTo>
                <a:lnTo>
                  <a:pt x="1152525" y="28575"/>
                </a:lnTo>
                <a:lnTo>
                  <a:pt x="1152525" y="19050"/>
                </a:lnTo>
                <a:lnTo>
                  <a:pt x="1162050" y="19050"/>
                </a:lnTo>
                <a:lnTo>
                  <a:pt x="1162050" y="0"/>
                </a:lnTo>
                <a:lnTo>
                  <a:pt x="1209675" y="0"/>
                </a:lnTo>
                <a:lnTo>
                  <a:pt x="1209675" y="9525"/>
                </a:lnTo>
                <a:lnTo>
                  <a:pt x="1190625" y="9525"/>
                </a:lnTo>
                <a:lnTo>
                  <a:pt x="1190625" y="19050"/>
                </a:lnTo>
                <a:lnTo>
                  <a:pt x="1181100" y="19050"/>
                </a:lnTo>
                <a:lnTo>
                  <a:pt x="1181100" y="28575"/>
                </a:lnTo>
                <a:lnTo>
                  <a:pt x="1162050" y="28575"/>
                </a:lnTo>
                <a:lnTo>
                  <a:pt x="1162050" y="38100"/>
                </a:lnTo>
                <a:lnTo>
                  <a:pt x="1152525" y="38100"/>
                </a:lnTo>
                <a:lnTo>
                  <a:pt x="1152525" y="47625"/>
                </a:lnTo>
                <a:lnTo>
                  <a:pt x="1162050" y="47625"/>
                </a:lnTo>
                <a:lnTo>
                  <a:pt x="1162050" y="66675"/>
                </a:lnTo>
                <a:lnTo>
                  <a:pt x="1152525" y="66675"/>
                </a:lnTo>
                <a:lnTo>
                  <a:pt x="1152525" y="76200"/>
                </a:lnTo>
                <a:lnTo>
                  <a:pt x="1114425" y="76200"/>
                </a:lnTo>
                <a:lnTo>
                  <a:pt x="1114425" y="66675"/>
                </a:lnTo>
                <a:lnTo>
                  <a:pt x="1104900" y="66675"/>
                </a:lnTo>
                <a:lnTo>
                  <a:pt x="1104900" y="76200"/>
                </a:lnTo>
                <a:lnTo>
                  <a:pt x="1095375" y="76200"/>
                </a:lnTo>
                <a:lnTo>
                  <a:pt x="1095375" y="66675"/>
                </a:lnTo>
                <a:lnTo>
                  <a:pt x="1085850" y="66675"/>
                </a:lnTo>
                <a:lnTo>
                  <a:pt x="1085850" y="85725"/>
                </a:lnTo>
                <a:lnTo>
                  <a:pt x="1057275" y="85725"/>
                </a:lnTo>
                <a:lnTo>
                  <a:pt x="1057275" y="114300"/>
                </a:lnTo>
                <a:lnTo>
                  <a:pt x="1047750" y="114300"/>
                </a:lnTo>
                <a:lnTo>
                  <a:pt x="1047750" y="123825"/>
                </a:lnTo>
                <a:lnTo>
                  <a:pt x="1038225" y="123825"/>
                </a:lnTo>
                <a:lnTo>
                  <a:pt x="1038225" y="133350"/>
                </a:lnTo>
                <a:lnTo>
                  <a:pt x="1028700" y="133350"/>
                </a:lnTo>
                <a:lnTo>
                  <a:pt x="1028700" y="142875"/>
                </a:lnTo>
                <a:lnTo>
                  <a:pt x="1019175" y="142875"/>
                </a:lnTo>
                <a:lnTo>
                  <a:pt x="1019175" y="171450"/>
                </a:lnTo>
                <a:lnTo>
                  <a:pt x="1009650" y="171450"/>
                </a:lnTo>
                <a:lnTo>
                  <a:pt x="1009650" y="180975"/>
                </a:lnTo>
                <a:lnTo>
                  <a:pt x="1019175" y="180975"/>
                </a:lnTo>
                <a:lnTo>
                  <a:pt x="1019175" y="190500"/>
                </a:lnTo>
                <a:lnTo>
                  <a:pt x="1038225" y="190500"/>
                </a:lnTo>
                <a:lnTo>
                  <a:pt x="1038225" y="171450"/>
                </a:lnTo>
                <a:lnTo>
                  <a:pt x="1047750" y="171450"/>
                </a:lnTo>
                <a:lnTo>
                  <a:pt x="1047750" y="190500"/>
                </a:lnTo>
                <a:lnTo>
                  <a:pt x="1057275" y="190500"/>
                </a:lnTo>
                <a:lnTo>
                  <a:pt x="1057275" y="180975"/>
                </a:lnTo>
                <a:lnTo>
                  <a:pt x="1066800" y="180975"/>
                </a:lnTo>
                <a:lnTo>
                  <a:pt x="1066800" y="190500"/>
                </a:lnTo>
                <a:lnTo>
                  <a:pt x="1057275" y="190500"/>
                </a:lnTo>
                <a:lnTo>
                  <a:pt x="1057275" y="200025"/>
                </a:lnTo>
                <a:lnTo>
                  <a:pt x="1028700" y="200025"/>
                </a:lnTo>
                <a:lnTo>
                  <a:pt x="1028700" y="209550"/>
                </a:lnTo>
                <a:lnTo>
                  <a:pt x="1009650" y="209550"/>
                </a:lnTo>
                <a:lnTo>
                  <a:pt x="1009650" y="200025"/>
                </a:lnTo>
                <a:lnTo>
                  <a:pt x="1000125" y="200025"/>
                </a:lnTo>
                <a:lnTo>
                  <a:pt x="1000125" y="219075"/>
                </a:lnTo>
                <a:lnTo>
                  <a:pt x="981075" y="219075"/>
                </a:lnTo>
                <a:lnTo>
                  <a:pt x="981075" y="228600"/>
                </a:lnTo>
                <a:lnTo>
                  <a:pt x="971550" y="228600"/>
                </a:lnTo>
                <a:lnTo>
                  <a:pt x="971550" y="238125"/>
                </a:lnTo>
                <a:lnTo>
                  <a:pt x="952500" y="238125"/>
                </a:lnTo>
                <a:lnTo>
                  <a:pt x="952500" y="228600"/>
                </a:lnTo>
                <a:lnTo>
                  <a:pt x="962025" y="228600"/>
                </a:lnTo>
                <a:lnTo>
                  <a:pt x="962025" y="200025"/>
                </a:lnTo>
                <a:lnTo>
                  <a:pt x="981075" y="200025"/>
                </a:lnTo>
                <a:lnTo>
                  <a:pt x="981075" y="171450"/>
                </a:lnTo>
                <a:lnTo>
                  <a:pt x="952500" y="171450"/>
                </a:lnTo>
                <a:lnTo>
                  <a:pt x="952500" y="161925"/>
                </a:lnTo>
                <a:lnTo>
                  <a:pt x="962025" y="161925"/>
                </a:lnTo>
                <a:lnTo>
                  <a:pt x="962025" y="142875"/>
                </a:lnTo>
                <a:lnTo>
                  <a:pt x="952500" y="142875"/>
                </a:lnTo>
                <a:lnTo>
                  <a:pt x="952500" y="133350"/>
                </a:lnTo>
                <a:lnTo>
                  <a:pt x="962025" y="133350"/>
                </a:lnTo>
                <a:lnTo>
                  <a:pt x="962025" y="104775"/>
                </a:lnTo>
                <a:lnTo>
                  <a:pt x="971550" y="104775"/>
                </a:lnTo>
                <a:lnTo>
                  <a:pt x="971550" y="114300"/>
                </a:lnTo>
                <a:lnTo>
                  <a:pt x="990600" y="114300"/>
                </a:lnTo>
                <a:lnTo>
                  <a:pt x="990600" y="76200"/>
                </a:lnTo>
                <a:lnTo>
                  <a:pt x="1019175" y="76200"/>
                </a:lnTo>
                <a:lnTo>
                  <a:pt x="1019175" y="47625"/>
                </a:lnTo>
                <a:lnTo>
                  <a:pt x="1028700" y="47625"/>
                </a:lnTo>
                <a:lnTo>
                  <a:pt x="1028700" y="38100"/>
                </a:lnTo>
                <a:lnTo>
                  <a:pt x="1019175" y="38100"/>
                </a:lnTo>
                <a:lnTo>
                  <a:pt x="1019175" y="28575"/>
                </a:lnTo>
                <a:lnTo>
                  <a:pt x="1028700" y="28575"/>
                </a:lnTo>
                <a:lnTo>
                  <a:pt x="1028700" y="38100"/>
                </a:lnTo>
                <a:lnTo>
                  <a:pt x="1038225" y="38100"/>
                </a:lnTo>
                <a:lnTo>
                  <a:pt x="1038225" y="66675"/>
                </a:lnTo>
                <a:lnTo>
                  <a:pt x="1028700" y="66675"/>
                </a:lnTo>
                <a:lnTo>
                  <a:pt x="1028700" y="76200"/>
                </a:lnTo>
                <a:lnTo>
                  <a:pt x="1057275" y="76200"/>
                </a:lnTo>
                <a:lnTo>
                  <a:pt x="1057275" y="47625"/>
                </a:lnTo>
                <a:lnTo>
                  <a:pt x="1066800" y="47625"/>
                </a:lnTo>
                <a:lnTo>
                  <a:pt x="1066800" y="38100"/>
                </a:lnTo>
                <a:lnTo>
                  <a:pt x="1076325" y="38100"/>
                </a:lnTo>
                <a:lnTo>
                  <a:pt x="1076325" y="28575"/>
                </a:lnTo>
                <a:lnTo>
                  <a:pt x="1085850" y="28575"/>
                </a:lnTo>
                <a:lnTo>
                  <a:pt x="1085850" y="19050"/>
                </a:lnTo>
                <a:lnTo>
                  <a:pt x="1095375" y="19050"/>
                </a:lnTo>
                <a:lnTo>
                  <a:pt x="1095375" y="9525"/>
                </a:lnTo>
                <a:lnTo>
                  <a:pt x="1104900" y="9525"/>
                </a:lnTo>
                <a:close/>
                <a:moveTo>
                  <a:pt x="476250" y="9525"/>
                </a:moveTo>
                <a:lnTo>
                  <a:pt x="485775" y="9525"/>
                </a:lnTo>
                <a:lnTo>
                  <a:pt x="485775" y="19050"/>
                </a:lnTo>
                <a:lnTo>
                  <a:pt x="476250" y="19050"/>
                </a:lnTo>
                <a:close/>
                <a:moveTo>
                  <a:pt x="161925" y="28575"/>
                </a:moveTo>
                <a:lnTo>
                  <a:pt x="190500" y="28575"/>
                </a:lnTo>
                <a:lnTo>
                  <a:pt x="190500" y="38100"/>
                </a:lnTo>
                <a:lnTo>
                  <a:pt x="200025" y="38100"/>
                </a:lnTo>
                <a:lnTo>
                  <a:pt x="200025" y="66675"/>
                </a:lnTo>
                <a:lnTo>
                  <a:pt x="257175" y="66675"/>
                </a:lnTo>
                <a:lnTo>
                  <a:pt x="257175" y="57150"/>
                </a:lnTo>
                <a:lnTo>
                  <a:pt x="266700" y="57150"/>
                </a:lnTo>
                <a:lnTo>
                  <a:pt x="266700" y="76200"/>
                </a:lnTo>
                <a:lnTo>
                  <a:pt x="247650" y="76200"/>
                </a:lnTo>
                <a:lnTo>
                  <a:pt x="247650" y="85725"/>
                </a:lnTo>
                <a:lnTo>
                  <a:pt x="238125" y="85725"/>
                </a:lnTo>
                <a:lnTo>
                  <a:pt x="238125" y="95250"/>
                </a:lnTo>
                <a:lnTo>
                  <a:pt x="209550" y="95250"/>
                </a:lnTo>
                <a:lnTo>
                  <a:pt x="209550" y="85725"/>
                </a:lnTo>
                <a:lnTo>
                  <a:pt x="200025" y="85725"/>
                </a:lnTo>
                <a:lnTo>
                  <a:pt x="200025" y="76200"/>
                </a:lnTo>
                <a:lnTo>
                  <a:pt x="180975" y="76200"/>
                </a:lnTo>
                <a:lnTo>
                  <a:pt x="180975" y="66675"/>
                </a:lnTo>
                <a:lnTo>
                  <a:pt x="171450" y="66675"/>
                </a:lnTo>
                <a:lnTo>
                  <a:pt x="171450" y="38100"/>
                </a:lnTo>
                <a:lnTo>
                  <a:pt x="161925" y="38100"/>
                </a:lnTo>
                <a:close/>
                <a:moveTo>
                  <a:pt x="1181100" y="28575"/>
                </a:moveTo>
                <a:lnTo>
                  <a:pt x="1190625" y="28575"/>
                </a:lnTo>
                <a:lnTo>
                  <a:pt x="1190625" y="38100"/>
                </a:lnTo>
                <a:lnTo>
                  <a:pt x="1200150" y="38100"/>
                </a:lnTo>
                <a:lnTo>
                  <a:pt x="1200150" y="47625"/>
                </a:lnTo>
                <a:lnTo>
                  <a:pt x="1190625" y="47625"/>
                </a:lnTo>
                <a:lnTo>
                  <a:pt x="1190625" y="57150"/>
                </a:lnTo>
                <a:lnTo>
                  <a:pt x="1209675" y="57150"/>
                </a:lnTo>
                <a:lnTo>
                  <a:pt x="1209675" y="85725"/>
                </a:lnTo>
                <a:lnTo>
                  <a:pt x="1200150" y="85725"/>
                </a:lnTo>
                <a:lnTo>
                  <a:pt x="1200150" y="95250"/>
                </a:lnTo>
                <a:lnTo>
                  <a:pt x="1209675" y="95250"/>
                </a:lnTo>
                <a:lnTo>
                  <a:pt x="1209675" y="104775"/>
                </a:lnTo>
                <a:lnTo>
                  <a:pt x="1190625" y="104775"/>
                </a:lnTo>
                <a:lnTo>
                  <a:pt x="1190625" y="114300"/>
                </a:lnTo>
                <a:lnTo>
                  <a:pt x="1200150" y="114300"/>
                </a:lnTo>
                <a:lnTo>
                  <a:pt x="1200150" y="123825"/>
                </a:lnTo>
                <a:lnTo>
                  <a:pt x="1181100" y="123825"/>
                </a:lnTo>
                <a:lnTo>
                  <a:pt x="1181100" y="76200"/>
                </a:lnTo>
                <a:lnTo>
                  <a:pt x="1190625" y="76200"/>
                </a:lnTo>
                <a:lnTo>
                  <a:pt x="1190625" y="66675"/>
                </a:lnTo>
                <a:lnTo>
                  <a:pt x="1181100" y="66675"/>
                </a:lnTo>
                <a:close/>
                <a:moveTo>
                  <a:pt x="114300" y="38100"/>
                </a:moveTo>
                <a:lnTo>
                  <a:pt x="133350" y="38100"/>
                </a:lnTo>
                <a:lnTo>
                  <a:pt x="133350" y="47625"/>
                </a:lnTo>
                <a:lnTo>
                  <a:pt x="114300" y="47625"/>
                </a:lnTo>
                <a:close/>
                <a:moveTo>
                  <a:pt x="514350" y="66675"/>
                </a:moveTo>
                <a:lnTo>
                  <a:pt x="542925" y="66675"/>
                </a:lnTo>
                <a:lnTo>
                  <a:pt x="542925" y="76200"/>
                </a:lnTo>
                <a:lnTo>
                  <a:pt x="533400" y="76200"/>
                </a:lnTo>
                <a:lnTo>
                  <a:pt x="533400" y="85725"/>
                </a:lnTo>
                <a:lnTo>
                  <a:pt x="514350" y="85725"/>
                </a:lnTo>
                <a:lnTo>
                  <a:pt x="514350" y="104775"/>
                </a:lnTo>
                <a:lnTo>
                  <a:pt x="504825" y="104775"/>
                </a:lnTo>
                <a:lnTo>
                  <a:pt x="504825" y="76200"/>
                </a:lnTo>
                <a:lnTo>
                  <a:pt x="514350" y="76200"/>
                </a:lnTo>
                <a:close/>
                <a:moveTo>
                  <a:pt x="762000" y="95250"/>
                </a:moveTo>
                <a:lnTo>
                  <a:pt x="771525" y="95250"/>
                </a:lnTo>
                <a:lnTo>
                  <a:pt x="771525" y="104775"/>
                </a:lnTo>
                <a:lnTo>
                  <a:pt x="762000" y="104775"/>
                </a:lnTo>
                <a:close/>
                <a:moveTo>
                  <a:pt x="171450" y="104775"/>
                </a:moveTo>
                <a:lnTo>
                  <a:pt x="180975" y="104775"/>
                </a:lnTo>
                <a:lnTo>
                  <a:pt x="180975" y="114300"/>
                </a:lnTo>
                <a:lnTo>
                  <a:pt x="190500" y="114300"/>
                </a:lnTo>
                <a:lnTo>
                  <a:pt x="190500" y="123825"/>
                </a:lnTo>
                <a:lnTo>
                  <a:pt x="161925" y="123825"/>
                </a:lnTo>
                <a:lnTo>
                  <a:pt x="161925" y="114300"/>
                </a:lnTo>
                <a:lnTo>
                  <a:pt x="171450" y="114300"/>
                </a:lnTo>
                <a:close/>
                <a:moveTo>
                  <a:pt x="771525" y="104775"/>
                </a:moveTo>
                <a:lnTo>
                  <a:pt x="819150" y="104775"/>
                </a:lnTo>
                <a:lnTo>
                  <a:pt x="819150" y="114300"/>
                </a:lnTo>
                <a:lnTo>
                  <a:pt x="790575" y="114300"/>
                </a:lnTo>
                <a:lnTo>
                  <a:pt x="790575" y="133350"/>
                </a:lnTo>
                <a:lnTo>
                  <a:pt x="781050" y="133350"/>
                </a:lnTo>
                <a:lnTo>
                  <a:pt x="781050" y="114300"/>
                </a:lnTo>
                <a:lnTo>
                  <a:pt x="771525" y="114300"/>
                </a:lnTo>
                <a:close/>
                <a:moveTo>
                  <a:pt x="523875" y="114300"/>
                </a:moveTo>
                <a:lnTo>
                  <a:pt x="533400" y="114300"/>
                </a:lnTo>
                <a:lnTo>
                  <a:pt x="533400" y="133350"/>
                </a:lnTo>
                <a:lnTo>
                  <a:pt x="523875" y="133350"/>
                </a:lnTo>
                <a:close/>
                <a:moveTo>
                  <a:pt x="762000" y="114300"/>
                </a:moveTo>
                <a:lnTo>
                  <a:pt x="771525" y="114300"/>
                </a:lnTo>
                <a:lnTo>
                  <a:pt x="771525" y="123825"/>
                </a:lnTo>
                <a:lnTo>
                  <a:pt x="762000" y="123825"/>
                </a:lnTo>
                <a:close/>
                <a:moveTo>
                  <a:pt x="533400" y="133350"/>
                </a:moveTo>
                <a:lnTo>
                  <a:pt x="542925" y="133350"/>
                </a:lnTo>
                <a:lnTo>
                  <a:pt x="542925" y="142875"/>
                </a:lnTo>
                <a:lnTo>
                  <a:pt x="552450" y="142875"/>
                </a:lnTo>
                <a:lnTo>
                  <a:pt x="552450" y="152400"/>
                </a:lnTo>
                <a:lnTo>
                  <a:pt x="542925" y="152400"/>
                </a:lnTo>
                <a:lnTo>
                  <a:pt x="542925" y="171450"/>
                </a:lnTo>
                <a:lnTo>
                  <a:pt x="523875" y="171450"/>
                </a:lnTo>
                <a:lnTo>
                  <a:pt x="523875" y="152400"/>
                </a:lnTo>
                <a:lnTo>
                  <a:pt x="533400" y="152400"/>
                </a:lnTo>
                <a:close/>
                <a:moveTo>
                  <a:pt x="1181100" y="133350"/>
                </a:moveTo>
                <a:lnTo>
                  <a:pt x="1190625" y="133350"/>
                </a:lnTo>
                <a:lnTo>
                  <a:pt x="1190625" y="142875"/>
                </a:lnTo>
                <a:lnTo>
                  <a:pt x="1181100" y="142875"/>
                </a:lnTo>
                <a:close/>
                <a:moveTo>
                  <a:pt x="142875" y="142875"/>
                </a:moveTo>
                <a:lnTo>
                  <a:pt x="161925" y="142875"/>
                </a:lnTo>
                <a:lnTo>
                  <a:pt x="161925" y="152400"/>
                </a:lnTo>
                <a:lnTo>
                  <a:pt x="142875" y="152400"/>
                </a:lnTo>
                <a:close/>
                <a:moveTo>
                  <a:pt x="790575" y="142875"/>
                </a:moveTo>
                <a:lnTo>
                  <a:pt x="800100" y="142875"/>
                </a:lnTo>
                <a:lnTo>
                  <a:pt x="800100" y="152400"/>
                </a:lnTo>
                <a:lnTo>
                  <a:pt x="790575" y="152400"/>
                </a:lnTo>
                <a:close/>
                <a:moveTo>
                  <a:pt x="1171575" y="142875"/>
                </a:moveTo>
                <a:lnTo>
                  <a:pt x="1181100" y="142875"/>
                </a:lnTo>
                <a:lnTo>
                  <a:pt x="1181100" y="152400"/>
                </a:lnTo>
                <a:lnTo>
                  <a:pt x="1171575" y="152400"/>
                </a:lnTo>
                <a:close/>
                <a:moveTo>
                  <a:pt x="714375" y="152400"/>
                </a:moveTo>
                <a:lnTo>
                  <a:pt x="723900" y="152400"/>
                </a:lnTo>
                <a:lnTo>
                  <a:pt x="723900" y="161925"/>
                </a:lnTo>
                <a:lnTo>
                  <a:pt x="714375" y="161925"/>
                </a:lnTo>
                <a:close/>
                <a:moveTo>
                  <a:pt x="790575" y="161925"/>
                </a:moveTo>
                <a:lnTo>
                  <a:pt x="809625" y="161925"/>
                </a:lnTo>
                <a:lnTo>
                  <a:pt x="809625" y="171450"/>
                </a:lnTo>
                <a:lnTo>
                  <a:pt x="800100" y="171450"/>
                </a:lnTo>
                <a:lnTo>
                  <a:pt x="800100" y="180975"/>
                </a:lnTo>
                <a:lnTo>
                  <a:pt x="790575" y="180975"/>
                </a:lnTo>
                <a:close/>
                <a:moveTo>
                  <a:pt x="704850" y="171450"/>
                </a:moveTo>
                <a:lnTo>
                  <a:pt x="714375" y="171450"/>
                </a:lnTo>
                <a:lnTo>
                  <a:pt x="714375" y="180975"/>
                </a:lnTo>
                <a:lnTo>
                  <a:pt x="704850" y="180975"/>
                </a:lnTo>
                <a:close/>
                <a:moveTo>
                  <a:pt x="542925" y="180975"/>
                </a:moveTo>
                <a:lnTo>
                  <a:pt x="552450" y="180975"/>
                </a:lnTo>
                <a:lnTo>
                  <a:pt x="552450" y="190500"/>
                </a:lnTo>
                <a:lnTo>
                  <a:pt x="542925" y="190500"/>
                </a:lnTo>
                <a:close/>
                <a:moveTo>
                  <a:pt x="781050" y="180975"/>
                </a:moveTo>
                <a:lnTo>
                  <a:pt x="790575" y="180975"/>
                </a:lnTo>
                <a:lnTo>
                  <a:pt x="790575" y="190500"/>
                </a:lnTo>
                <a:lnTo>
                  <a:pt x="781050" y="190500"/>
                </a:lnTo>
                <a:close/>
                <a:moveTo>
                  <a:pt x="76200" y="209550"/>
                </a:moveTo>
                <a:lnTo>
                  <a:pt x="85725" y="209550"/>
                </a:lnTo>
                <a:lnTo>
                  <a:pt x="85725" y="219075"/>
                </a:lnTo>
                <a:lnTo>
                  <a:pt x="76200" y="219075"/>
                </a:lnTo>
                <a:close/>
                <a:moveTo>
                  <a:pt x="981075" y="209550"/>
                </a:moveTo>
                <a:lnTo>
                  <a:pt x="990600" y="209550"/>
                </a:lnTo>
                <a:lnTo>
                  <a:pt x="990600" y="200025"/>
                </a:lnTo>
                <a:lnTo>
                  <a:pt x="981075" y="200025"/>
                </a:lnTo>
                <a:close/>
                <a:moveTo>
                  <a:pt x="152400" y="219075"/>
                </a:moveTo>
                <a:lnTo>
                  <a:pt x="161925" y="219075"/>
                </a:lnTo>
                <a:lnTo>
                  <a:pt x="161925" y="228600"/>
                </a:lnTo>
                <a:lnTo>
                  <a:pt x="152400" y="228600"/>
                </a:lnTo>
                <a:close/>
                <a:moveTo>
                  <a:pt x="571500" y="219075"/>
                </a:moveTo>
                <a:lnTo>
                  <a:pt x="581025" y="219075"/>
                </a:lnTo>
                <a:lnTo>
                  <a:pt x="581025" y="238125"/>
                </a:lnTo>
                <a:lnTo>
                  <a:pt x="571500" y="238125"/>
                </a:lnTo>
                <a:close/>
                <a:moveTo>
                  <a:pt x="552450" y="228600"/>
                </a:moveTo>
                <a:lnTo>
                  <a:pt x="561975" y="228600"/>
                </a:lnTo>
                <a:lnTo>
                  <a:pt x="561975" y="238125"/>
                </a:lnTo>
                <a:lnTo>
                  <a:pt x="571500" y="238125"/>
                </a:lnTo>
                <a:lnTo>
                  <a:pt x="571500" y="276225"/>
                </a:lnTo>
                <a:lnTo>
                  <a:pt x="552450" y="276225"/>
                </a:lnTo>
                <a:lnTo>
                  <a:pt x="552450" y="257175"/>
                </a:lnTo>
                <a:lnTo>
                  <a:pt x="542925" y="257175"/>
                </a:lnTo>
                <a:lnTo>
                  <a:pt x="542925" y="238125"/>
                </a:lnTo>
                <a:lnTo>
                  <a:pt x="552450" y="238125"/>
                </a:lnTo>
                <a:close/>
                <a:moveTo>
                  <a:pt x="114300" y="238125"/>
                </a:moveTo>
                <a:lnTo>
                  <a:pt x="123825" y="238125"/>
                </a:lnTo>
                <a:lnTo>
                  <a:pt x="123825" y="247650"/>
                </a:lnTo>
                <a:lnTo>
                  <a:pt x="114300" y="247650"/>
                </a:lnTo>
                <a:close/>
                <a:moveTo>
                  <a:pt x="942975" y="238125"/>
                </a:moveTo>
                <a:lnTo>
                  <a:pt x="952500" y="238125"/>
                </a:lnTo>
                <a:lnTo>
                  <a:pt x="952500" y="247650"/>
                </a:lnTo>
                <a:lnTo>
                  <a:pt x="942975" y="247650"/>
                </a:lnTo>
                <a:close/>
                <a:moveTo>
                  <a:pt x="428625" y="257175"/>
                </a:moveTo>
                <a:lnTo>
                  <a:pt x="438150" y="257175"/>
                </a:lnTo>
                <a:lnTo>
                  <a:pt x="438150" y="266700"/>
                </a:lnTo>
                <a:lnTo>
                  <a:pt x="428625" y="266700"/>
                </a:lnTo>
                <a:close/>
                <a:moveTo>
                  <a:pt x="533400" y="257175"/>
                </a:moveTo>
                <a:lnTo>
                  <a:pt x="542925" y="257175"/>
                </a:lnTo>
                <a:lnTo>
                  <a:pt x="542925" y="266700"/>
                </a:lnTo>
                <a:lnTo>
                  <a:pt x="533400" y="266700"/>
                </a:lnTo>
                <a:close/>
                <a:moveTo>
                  <a:pt x="762000" y="257175"/>
                </a:moveTo>
                <a:lnTo>
                  <a:pt x="771525" y="257175"/>
                </a:lnTo>
                <a:lnTo>
                  <a:pt x="771525" y="276225"/>
                </a:lnTo>
                <a:lnTo>
                  <a:pt x="762000" y="276225"/>
                </a:lnTo>
                <a:close/>
                <a:moveTo>
                  <a:pt x="133350" y="266700"/>
                </a:moveTo>
                <a:lnTo>
                  <a:pt x="142875" y="266700"/>
                </a:lnTo>
                <a:lnTo>
                  <a:pt x="142875" y="285750"/>
                </a:lnTo>
                <a:lnTo>
                  <a:pt x="123825" y="285750"/>
                </a:lnTo>
                <a:lnTo>
                  <a:pt x="123825" y="276225"/>
                </a:lnTo>
                <a:lnTo>
                  <a:pt x="133350" y="276225"/>
                </a:lnTo>
                <a:close/>
                <a:moveTo>
                  <a:pt x="400050" y="276225"/>
                </a:moveTo>
                <a:lnTo>
                  <a:pt x="409575" y="276225"/>
                </a:lnTo>
                <a:lnTo>
                  <a:pt x="409575" y="285750"/>
                </a:lnTo>
                <a:lnTo>
                  <a:pt x="419100" y="285750"/>
                </a:lnTo>
                <a:lnTo>
                  <a:pt x="419100" y="295275"/>
                </a:lnTo>
                <a:lnTo>
                  <a:pt x="438150" y="295275"/>
                </a:lnTo>
                <a:lnTo>
                  <a:pt x="438150" y="323850"/>
                </a:lnTo>
                <a:lnTo>
                  <a:pt x="428625" y="323850"/>
                </a:lnTo>
                <a:lnTo>
                  <a:pt x="428625" y="333375"/>
                </a:lnTo>
                <a:lnTo>
                  <a:pt x="419100" y="333375"/>
                </a:lnTo>
                <a:lnTo>
                  <a:pt x="419100" y="342900"/>
                </a:lnTo>
                <a:lnTo>
                  <a:pt x="409575" y="342900"/>
                </a:lnTo>
                <a:lnTo>
                  <a:pt x="409575" y="333375"/>
                </a:lnTo>
                <a:lnTo>
                  <a:pt x="400050" y="333375"/>
                </a:lnTo>
                <a:lnTo>
                  <a:pt x="400050" y="304800"/>
                </a:lnTo>
                <a:lnTo>
                  <a:pt x="409575" y="304800"/>
                </a:lnTo>
                <a:lnTo>
                  <a:pt x="409575" y="295275"/>
                </a:lnTo>
                <a:lnTo>
                  <a:pt x="400050" y="295275"/>
                </a:lnTo>
                <a:close/>
                <a:moveTo>
                  <a:pt x="771525" y="276225"/>
                </a:moveTo>
                <a:lnTo>
                  <a:pt x="800100" y="276225"/>
                </a:lnTo>
                <a:lnTo>
                  <a:pt x="800100" y="285750"/>
                </a:lnTo>
                <a:lnTo>
                  <a:pt x="771525" y="285750"/>
                </a:lnTo>
                <a:close/>
                <a:moveTo>
                  <a:pt x="266700" y="285750"/>
                </a:moveTo>
                <a:lnTo>
                  <a:pt x="276225" y="285750"/>
                </a:lnTo>
                <a:lnTo>
                  <a:pt x="276225" y="295275"/>
                </a:lnTo>
                <a:lnTo>
                  <a:pt x="285750" y="295275"/>
                </a:lnTo>
                <a:lnTo>
                  <a:pt x="285750" y="285750"/>
                </a:lnTo>
                <a:lnTo>
                  <a:pt x="295275" y="285750"/>
                </a:lnTo>
                <a:lnTo>
                  <a:pt x="295275" y="295275"/>
                </a:lnTo>
                <a:lnTo>
                  <a:pt x="304800" y="295275"/>
                </a:lnTo>
                <a:lnTo>
                  <a:pt x="304800" y="323850"/>
                </a:lnTo>
                <a:lnTo>
                  <a:pt x="295275" y="323850"/>
                </a:lnTo>
                <a:lnTo>
                  <a:pt x="295275" y="314325"/>
                </a:lnTo>
                <a:lnTo>
                  <a:pt x="285750" y="314325"/>
                </a:lnTo>
                <a:lnTo>
                  <a:pt x="285750" y="304800"/>
                </a:lnTo>
                <a:lnTo>
                  <a:pt x="276225" y="304800"/>
                </a:lnTo>
                <a:lnTo>
                  <a:pt x="276225" y="314325"/>
                </a:lnTo>
                <a:lnTo>
                  <a:pt x="266700" y="314325"/>
                </a:lnTo>
                <a:close/>
                <a:moveTo>
                  <a:pt x="552450" y="285750"/>
                </a:moveTo>
                <a:lnTo>
                  <a:pt x="561975" y="285750"/>
                </a:lnTo>
                <a:lnTo>
                  <a:pt x="561975" y="304800"/>
                </a:lnTo>
                <a:lnTo>
                  <a:pt x="581025" y="304800"/>
                </a:lnTo>
                <a:lnTo>
                  <a:pt x="581025" y="314325"/>
                </a:lnTo>
                <a:lnTo>
                  <a:pt x="590550" y="314325"/>
                </a:lnTo>
                <a:lnTo>
                  <a:pt x="590550" y="304800"/>
                </a:lnTo>
                <a:lnTo>
                  <a:pt x="609600" y="304800"/>
                </a:lnTo>
                <a:lnTo>
                  <a:pt x="609600" y="323850"/>
                </a:lnTo>
                <a:lnTo>
                  <a:pt x="619125" y="323850"/>
                </a:lnTo>
                <a:lnTo>
                  <a:pt x="619125" y="342900"/>
                </a:lnTo>
                <a:lnTo>
                  <a:pt x="628650" y="342900"/>
                </a:lnTo>
                <a:lnTo>
                  <a:pt x="628650" y="361950"/>
                </a:lnTo>
                <a:lnTo>
                  <a:pt x="638175" y="361950"/>
                </a:lnTo>
                <a:lnTo>
                  <a:pt x="638175" y="381000"/>
                </a:lnTo>
                <a:lnTo>
                  <a:pt x="666750" y="381000"/>
                </a:lnTo>
                <a:lnTo>
                  <a:pt x="666750" y="371475"/>
                </a:lnTo>
                <a:lnTo>
                  <a:pt x="676275" y="371475"/>
                </a:lnTo>
                <a:lnTo>
                  <a:pt x="676275" y="400050"/>
                </a:lnTo>
                <a:lnTo>
                  <a:pt x="666750" y="400050"/>
                </a:lnTo>
                <a:lnTo>
                  <a:pt x="666750" y="409575"/>
                </a:lnTo>
                <a:lnTo>
                  <a:pt x="628650" y="409575"/>
                </a:lnTo>
                <a:lnTo>
                  <a:pt x="628650" y="419100"/>
                </a:lnTo>
                <a:lnTo>
                  <a:pt x="600075" y="419100"/>
                </a:lnTo>
                <a:lnTo>
                  <a:pt x="600075" y="428625"/>
                </a:lnTo>
                <a:lnTo>
                  <a:pt x="590550" y="428625"/>
                </a:lnTo>
                <a:lnTo>
                  <a:pt x="590550" y="438150"/>
                </a:lnTo>
                <a:lnTo>
                  <a:pt x="581025" y="438150"/>
                </a:lnTo>
                <a:lnTo>
                  <a:pt x="581025" y="419100"/>
                </a:lnTo>
                <a:lnTo>
                  <a:pt x="561975" y="419100"/>
                </a:lnTo>
                <a:lnTo>
                  <a:pt x="561975" y="428625"/>
                </a:lnTo>
                <a:lnTo>
                  <a:pt x="542925" y="428625"/>
                </a:lnTo>
                <a:lnTo>
                  <a:pt x="542925" y="438150"/>
                </a:lnTo>
                <a:lnTo>
                  <a:pt x="533400" y="438150"/>
                </a:lnTo>
                <a:lnTo>
                  <a:pt x="533400" y="428625"/>
                </a:lnTo>
                <a:lnTo>
                  <a:pt x="523875" y="428625"/>
                </a:lnTo>
                <a:lnTo>
                  <a:pt x="523875" y="419100"/>
                </a:lnTo>
                <a:lnTo>
                  <a:pt x="514350" y="419100"/>
                </a:lnTo>
                <a:lnTo>
                  <a:pt x="514350" y="409575"/>
                </a:lnTo>
                <a:lnTo>
                  <a:pt x="504825" y="409575"/>
                </a:lnTo>
                <a:lnTo>
                  <a:pt x="504825" y="390525"/>
                </a:lnTo>
                <a:lnTo>
                  <a:pt x="514350" y="390525"/>
                </a:lnTo>
                <a:lnTo>
                  <a:pt x="514350" y="371475"/>
                </a:lnTo>
                <a:lnTo>
                  <a:pt x="533400" y="371475"/>
                </a:lnTo>
                <a:lnTo>
                  <a:pt x="533400" y="381000"/>
                </a:lnTo>
                <a:lnTo>
                  <a:pt x="542925" y="381000"/>
                </a:lnTo>
                <a:lnTo>
                  <a:pt x="542925" y="371475"/>
                </a:lnTo>
                <a:lnTo>
                  <a:pt x="552450" y="371475"/>
                </a:lnTo>
                <a:lnTo>
                  <a:pt x="552450" y="361950"/>
                </a:lnTo>
                <a:lnTo>
                  <a:pt x="561975" y="361950"/>
                </a:lnTo>
                <a:lnTo>
                  <a:pt x="561975" y="352425"/>
                </a:lnTo>
                <a:lnTo>
                  <a:pt x="581025" y="352425"/>
                </a:lnTo>
                <a:lnTo>
                  <a:pt x="581025" y="342900"/>
                </a:lnTo>
                <a:lnTo>
                  <a:pt x="561975" y="342900"/>
                </a:lnTo>
                <a:lnTo>
                  <a:pt x="561975" y="333375"/>
                </a:lnTo>
                <a:lnTo>
                  <a:pt x="552450" y="333375"/>
                </a:lnTo>
                <a:lnTo>
                  <a:pt x="552450" y="323850"/>
                </a:lnTo>
                <a:lnTo>
                  <a:pt x="542925" y="323850"/>
                </a:lnTo>
                <a:lnTo>
                  <a:pt x="542925" y="295275"/>
                </a:lnTo>
                <a:lnTo>
                  <a:pt x="552450" y="295275"/>
                </a:lnTo>
                <a:close/>
                <a:moveTo>
                  <a:pt x="123825" y="295275"/>
                </a:moveTo>
                <a:lnTo>
                  <a:pt x="133350" y="295275"/>
                </a:lnTo>
                <a:lnTo>
                  <a:pt x="133350" y="304800"/>
                </a:lnTo>
                <a:lnTo>
                  <a:pt x="123825" y="304800"/>
                </a:lnTo>
                <a:close/>
                <a:moveTo>
                  <a:pt x="1162050" y="295275"/>
                </a:moveTo>
                <a:lnTo>
                  <a:pt x="1200150" y="295275"/>
                </a:lnTo>
                <a:lnTo>
                  <a:pt x="1200150" y="304800"/>
                </a:lnTo>
                <a:lnTo>
                  <a:pt x="1162050" y="304800"/>
                </a:lnTo>
                <a:close/>
                <a:moveTo>
                  <a:pt x="1143000" y="304800"/>
                </a:moveTo>
                <a:lnTo>
                  <a:pt x="1162050" y="304800"/>
                </a:lnTo>
                <a:lnTo>
                  <a:pt x="1162050" y="314325"/>
                </a:lnTo>
                <a:lnTo>
                  <a:pt x="1143000" y="314325"/>
                </a:lnTo>
                <a:close/>
                <a:moveTo>
                  <a:pt x="952500" y="314325"/>
                </a:moveTo>
                <a:lnTo>
                  <a:pt x="981075" y="314325"/>
                </a:lnTo>
                <a:lnTo>
                  <a:pt x="981075" y="333375"/>
                </a:lnTo>
                <a:lnTo>
                  <a:pt x="962025" y="333375"/>
                </a:lnTo>
                <a:lnTo>
                  <a:pt x="962025" y="323850"/>
                </a:lnTo>
                <a:lnTo>
                  <a:pt x="952500" y="323850"/>
                </a:lnTo>
                <a:close/>
                <a:moveTo>
                  <a:pt x="904875" y="323850"/>
                </a:moveTo>
                <a:lnTo>
                  <a:pt x="923925" y="323850"/>
                </a:lnTo>
                <a:lnTo>
                  <a:pt x="923925" y="342900"/>
                </a:lnTo>
                <a:lnTo>
                  <a:pt x="904875" y="342900"/>
                </a:lnTo>
                <a:close/>
                <a:moveTo>
                  <a:pt x="752475" y="361950"/>
                </a:moveTo>
                <a:lnTo>
                  <a:pt x="762000" y="361950"/>
                </a:lnTo>
                <a:lnTo>
                  <a:pt x="762000" y="371475"/>
                </a:lnTo>
                <a:lnTo>
                  <a:pt x="752475" y="371475"/>
                </a:lnTo>
                <a:close/>
                <a:moveTo>
                  <a:pt x="771525" y="361950"/>
                </a:moveTo>
                <a:lnTo>
                  <a:pt x="781050" y="361950"/>
                </a:lnTo>
                <a:lnTo>
                  <a:pt x="781050" y="371475"/>
                </a:lnTo>
                <a:lnTo>
                  <a:pt x="771525" y="371475"/>
                </a:lnTo>
                <a:close/>
                <a:moveTo>
                  <a:pt x="171450" y="381000"/>
                </a:moveTo>
                <a:lnTo>
                  <a:pt x="190500" y="381000"/>
                </a:lnTo>
                <a:lnTo>
                  <a:pt x="190500" y="390525"/>
                </a:lnTo>
                <a:lnTo>
                  <a:pt x="171450" y="390525"/>
                </a:lnTo>
                <a:close/>
                <a:moveTo>
                  <a:pt x="695325" y="381000"/>
                </a:moveTo>
                <a:lnTo>
                  <a:pt x="714375" y="381000"/>
                </a:lnTo>
                <a:lnTo>
                  <a:pt x="714375" y="390525"/>
                </a:lnTo>
                <a:lnTo>
                  <a:pt x="695325" y="390525"/>
                </a:lnTo>
                <a:close/>
                <a:moveTo>
                  <a:pt x="771525" y="381000"/>
                </a:moveTo>
                <a:lnTo>
                  <a:pt x="781050" y="381000"/>
                </a:lnTo>
                <a:lnTo>
                  <a:pt x="781050" y="390525"/>
                </a:lnTo>
                <a:lnTo>
                  <a:pt x="771525" y="390525"/>
                </a:lnTo>
                <a:close/>
                <a:moveTo>
                  <a:pt x="809625" y="381000"/>
                </a:moveTo>
                <a:lnTo>
                  <a:pt x="819150" y="381000"/>
                </a:lnTo>
                <a:lnTo>
                  <a:pt x="819150" y="400050"/>
                </a:lnTo>
                <a:lnTo>
                  <a:pt x="809625" y="400050"/>
                </a:lnTo>
                <a:lnTo>
                  <a:pt x="809625" y="409575"/>
                </a:lnTo>
                <a:lnTo>
                  <a:pt x="790575" y="409575"/>
                </a:lnTo>
                <a:lnTo>
                  <a:pt x="790575" y="390525"/>
                </a:lnTo>
                <a:lnTo>
                  <a:pt x="809625" y="390525"/>
                </a:lnTo>
                <a:close/>
                <a:moveTo>
                  <a:pt x="1019175" y="400050"/>
                </a:moveTo>
                <a:lnTo>
                  <a:pt x="1038225" y="400050"/>
                </a:lnTo>
                <a:lnTo>
                  <a:pt x="1038225" y="419100"/>
                </a:lnTo>
                <a:lnTo>
                  <a:pt x="1028700" y="419100"/>
                </a:lnTo>
                <a:lnTo>
                  <a:pt x="1028700" y="428625"/>
                </a:lnTo>
                <a:lnTo>
                  <a:pt x="1019175" y="428625"/>
                </a:lnTo>
                <a:lnTo>
                  <a:pt x="1019175" y="438150"/>
                </a:lnTo>
                <a:lnTo>
                  <a:pt x="1009650" y="438150"/>
                </a:lnTo>
                <a:lnTo>
                  <a:pt x="1009650" y="419100"/>
                </a:lnTo>
                <a:lnTo>
                  <a:pt x="1019175" y="419100"/>
                </a:lnTo>
                <a:close/>
                <a:moveTo>
                  <a:pt x="1181100" y="438150"/>
                </a:moveTo>
                <a:lnTo>
                  <a:pt x="1190625" y="438150"/>
                </a:lnTo>
                <a:lnTo>
                  <a:pt x="1190625" y="447675"/>
                </a:lnTo>
                <a:lnTo>
                  <a:pt x="1181100" y="447675"/>
                </a:lnTo>
                <a:close/>
                <a:moveTo>
                  <a:pt x="1162050" y="447675"/>
                </a:moveTo>
                <a:lnTo>
                  <a:pt x="1171575" y="447675"/>
                </a:lnTo>
                <a:lnTo>
                  <a:pt x="1171575" y="457200"/>
                </a:lnTo>
                <a:lnTo>
                  <a:pt x="1162050" y="457200"/>
                </a:lnTo>
                <a:close/>
                <a:moveTo>
                  <a:pt x="1019175" y="457200"/>
                </a:moveTo>
                <a:lnTo>
                  <a:pt x="1028700" y="457200"/>
                </a:lnTo>
                <a:lnTo>
                  <a:pt x="1028700" y="466725"/>
                </a:lnTo>
                <a:lnTo>
                  <a:pt x="1038225" y="466725"/>
                </a:lnTo>
                <a:lnTo>
                  <a:pt x="1038225" y="476250"/>
                </a:lnTo>
                <a:lnTo>
                  <a:pt x="1057275" y="476250"/>
                </a:lnTo>
                <a:lnTo>
                  <a:pt x="1057275" y="466725"/>
                </a:lnTo>
                <a:lnTo>
                  <a:pt x="1066800" y="466725"/>
                </a:lnTo>
                <a:lnTo>
                  <a:pt x="1066800" y="476250"/>
                </a:lnTo>
                <a:lnTo>
                  <a:pt x="1076325" y="476250"/>
                </a:lnTo>
                <a:lnTo>
                  <a:pt x="1076325" y="466725"/>
                </a:lnTo>
                <a:lnTo>
                  <a:pt x="1095375" y="466725"/>
                </a:lnTo>
                <a:lnTo>
                  <a:pt x="1095375" y="476250"/>
                </a:lnTo>
                <a:lnTo>
                  <a:pt x="1123950" y="476250"/>
                </a:lnTo>
                <a:lnTo>
                  <a:pt x="1123950" y="466725"/>
                </a:lnTo>
                <a:lnTo>
                  <a:pt x="1143000" y="466725"/>
                </a:lnTo>
                <a:lnTo>
                  <a:pt x="1143000" y="457200"/>
                </a:lnTo>
                <a:lnTo>
                  <a:pt x="1152525" y="457200"/>
                </a:lnTo>
                <a:lnTo>
                  <a:pt x="1152525" y="466725"/>
                </a:lnTo>
                <a:lnTo>
                  <a:pt x="1143000" y="466725"/>
                </a:lnTo>
                <a:lnTo>
                  <a:pt x="1143000" y="476250"/>
                </a:lnTo>
                <a:lnTo>
                  <a:pt x="1123950" y="476250"/>
                </a:lnTo>
                <a:lnTo>
                  <a:pt x="1123950" y="485775"/>
                </a:lnTo>
                <a:lnTo>
                  <a:pt x="1057275" y="485775"/>
                </a:lnTo>
                <a:lnTo>
                  <a:pt x="1057275" y="495300"/>
                </a:lnTo>
                <a:lnTo>
                  <a:pt x="1047750" y="495300"/>
                </a:lnTo>
                <a:lnTo>
                  <a:pt x="1047750" y="485775"/>
                </a:lnTo>
                <a:lnTo>
                  <a:pt x="1028700" y="485775"/>
                </a:lnTo>
                <a:lnTo>
                  <a:pt x="1028700" y="476250"/>
                </a:lnTo>
                <a:lnTo>
                  <a:pt x="1019175" y="476250"/>
                </a:lnTo>
                <a:close/>
                <a:moveTo>
                  <a:pt x="962025" y="466725"/>
                </a:moveTo>
                <a:lnTo>
                  <a:pt x="971550" y="466725"/>
                </a:lnTo>
                <a:lnTo>
                  <a:pt x="971550" y="476250"/>
                </a:lnTo>
                <a:lnTo>
                  <a:pt x="981075" y="476250"/>
                </a:lnTo>
                <a:lnTo>
                  <a:pt x="981075" y="466725"/>
                </a:lnTo>
                <a:lnTo>
                  <a:pt x="990600" y="466725"/>
                </a:lnTo>
                <a:lnTo>
                  <a:pt x="990600" y="485775"/>
                </a:lnTo>
                <a:lnTo>
                  <a:pt x="942975" y="485775"/>
                </a:lnTo>
                <a:lnTo>
                  <a:pt x="942975" y="476250"/>
                </a:lnTo>
                <a:lnTo>
                  <a:pt x="962025" y="476250"/>
                </a:lnTo>
                <a:close/>
                <a:moveTo>
                  <a:pt x="876300" y="485775"/>
                </a:moveTo>
                <a:lnTo>
                  <a:pt x="885825" y="485775"/>
                </a:lnTo>
                <a:lnTo>
                  <a:pt x="885825" y="495300"/>
                </a:lnTo>
                <a:lnTo>
                  <a:pt x="876300" y="495300"/>
                </a:lnTo>
                <a:close/>
                <a:moveTo>
                  <a:pt x="1000125" y="495300"/>
                </a:moveTo>
                <a:lnTo>
                  <a:pt x="1028700" y="495300"/>
                </a:lnTo>
                <a:lnTo>
                  <a:pt x="1028700" y="504825"/>
                </a:lnTo>
                <a:lnTo>
                  <a:pt x="1019175" y="504825"/>
                </a:lnTo>
                <a:lnTo>
                  <a:pt x="1019175" y="514350"/>
                </a:lnTo>
                <a:lnTo>
                  <a:pt x="1009650" y="514350"/>
                </a:lnTo>
                <a:lnTo>
                  <a:pt x="1009650" y="533400"/>
                </a:lnTo>
                <a:lnTo>
                  <a:pt x="1000125" y="533400"/>
                </a:lnTo>
                <a:lnTo>
                  <a:pt x="1000125" y="542925"/>
                </a:lnTo>
                <a:lnTo>
                  <a:pt x="971550" y="542925"/>
                </a:lnTo>
                <a:lnTo>
                  <a:pt x="971550" y="571500"/>
                </a:lnTo>
                <a:lnTo>
                  <a:pt x="962025" y="571500"/>
                </a:lnTo>
                <a:lnTo>
                  <a:pt x="962025" y="581025"/>
                </a:lnTo>
                <a:lnTo>
                  <a:pt x="952500" y="581025"/>
                </a:lnTo>
                <a:lnTo>
                  <a:pt x="952500" y="590550"/>
                </a:lnTo>
                <a:lnTo>
                  <a:pt x="914400" y="590550"/>
                </a:lnTo>
                <a:lnTo>
                  <a:pt x="914400" y="571500"/>
                </a:lnTo>
                <a:lnTo>
                  <a:pt x="904875" y="571500"/>
                </a:lnTo>
                <a:lnTo>
                  <a:pt x="904875" y="552450"/>
                </a:lnTo>
                <a:lnTo>
                  <a:pt x="895350" y="552450"/>
                </a:lnTo>
                <a:lnTo>
                  <a:pt x="895350" y="561975"/>
                </a:lnTo>
                <a:lnTo>
                  <a:pt x="885825" y="561975"/>
                </a:lnTo>
                <a:lnTo>
                  <a:pt x="885825" y="590550"/>
                </a:lnTo>
                <a:lnTo>
                  <a:pt x="876300" y="590550"/>
                </a:lnTo>
                <a:lnTo>
                  <a:pt x="876300" y="600075"/>
                </a:lnTo>
                <a:lnTo>
                  <a:pt x="857250" y="600075"/>
                </a:lnTo>
                <a:lnTo>
                  <a:pt x="857250" y="609600"/>
                </a:lnTo>
                <a:lnTo>
                  <a:pt x="838200" y="609600"/>
                </a:lnTo>
                <a:lnTo>
                  <a:pt x="838200" y="552450"/>
                </a:lnTo>
                <a:lnTo>
                  <a:pt x="857250" y="552450"/>
                </a:lnTo>
                <a:lnTo>
                  <a:pt x="857250" y="533400"/>
                </a:lnTo>
                <a:lnTo>
                  <a:pt x="866775" y="533400"/>
                </a:lnTo>
                <a:lnTo>
                  <a:pt x="866775" y="542925"/>
                </a:lnTo>
                <a:lnTo>
                  <a:pt x="885825" y="542925"/>
                </a:lnTo>
                <a:lnTo>
                  <a:pt x="885825" y="533400"/>
                </a:lnTo>
                <a:lnTo>
                  <a:pt x="914400" y="533400"/>
                </a:lnTo>
                <a:lnTo>
                  <a:pt x="914400" y="523875"/>
                </a:lnTo>
                <a:lnTo>
                  <a:pt x="923925" y="523875"/>
                </a:lnTo>
                <a:lnTo>
                  <a:pt x="923925" y="514350"/>
                </a:lnTo>
                <a:lnTo>
                  <a:pt x="942975" y="514350"/>
                </a:lnTo>
                <a:lnTo>
                  <a:pt x="942975" y="523875"/>
                </a:lnTo>
                <a:lnTo>
                  <a:pt x="952500" y="523875"/>
                </a:lnTo>
                <a:lnTo>
                  <a:pt x="952500" y="533400"/>
                </a:lnTo>
                <a:lnTo>
                  <a:pt x="981075" y="533400"/>
                </a:lnTo>
                <a:lnTo>
                  <a:pt x="981075" y="523875"/>
                </a:lnTo>
                <a:lnTo>
                  <a:pt x="990600" y="523875"/>
                </a:lnTo>
                <a:lnTo>
                  <a:pt x="990600" y="504825"/>
                </a:lnTo>
                <a:lnTo>
                  <a:pt x="1000125" y="504825"/>
                </a:lnTo>
                <a:close/>
                <a:moveTo>
                  <a:pt x="85725" y="504825"/>
                </a:moveTo>
                <a:lnTo>
                  <a:pt x="95250" y="504825"/>
                </a:lnTo>
                <a:lnTo>
                  <a:pt x="95250" y="514350"/>
                </a:lnTo>
                <a:lnTo>
                  <a:pt x="85725" y="514350"/>
                </a:lnTo>
                <a:close/>
                <a:moveTo>
                  <a:pt x="828675" y="504825"/>
                </a:moveTo>
                <a:lnTo>
                  <a:pt x="847725" y="504825"/>
                </a:lnTo>
                <a:lnTo>
                  <a:pt x="847725" y="514350"/>
                </a:lnTo>
                <a:lnTo>
                  <a:pt x="857250" y="514350"/>
                </a:lnTo>
                <a:lnTo>
                  <a:pt x="857250" y="523875"/>
                </a:lnTo>
                <a:lnTo>
                  <a:pt x="828675" y="523875"/>
                </a:lnTo>
                <a:close/>
                <a:moveTo>
                  <a:pt x="47625" y="514350"/>
                </a:moveTo>
                <a:lnTo>
                  <a:pt x="66675" y="514350"/>
                </a:lnTo>
                <a:lnTo>
                  <a:pt x="66675" y="523875"/>
                </a:lnTo>
                <a:lnTo>
                  <a:pt x="47625" y="523875"/>
                </a:lnTo>
                <a:close/>
                <a:moveTo>
                  <a:pt x="19050" y="533400"/>
                </a:moveTo>
                <a:lnTo>
                  <a:pt x="28575" y="533400"/>
                </a:lnTo>
                <a:lnTo>
                  <a:pt x="28575" y="542925"/>
                </a:lnTo>
                <a:lnTo>
                  <a:pt x="19050" y="542925"/>
                </a:lnTo>
                <a:close/>
                <a:moveTo>
                  <a:pt x="904875" y="552450"/>
                </a:moveTo>
                <a:lnTo>
                  <a:pt x="914400" y="552450"/>
                </a:lnTo>
                <a:lnTo>
                  <a:pt x="914400" y="561975"/>
                </a:lnTo>
                <a:lnTo>
                  <a:pt x="942975" y="561975"/>
                </a:lnTo>
                <a:lnTo>
                  <a:pt x="942975" y="542925"/>
                </a:lnTo>
                <a:lnTo>
                  <a:pt x="923925" y="542925"/>
                </a:lnTo>
                <a:lnTo>
                  <a:pt x="923925" y="533400"/>
                </a:lnTo>
                <a:lnTo>
                  <a:pt x="914400" y="533400"/>
                </a:lnTo>
                <a:lnTo>
                  <a:pt x="914400" y="542925"/>
                </a:lnTo>
                <a:lnTo>
                  <a:pt x="904875" y="542925"/>
                </a:lnTo>
                <a:close/>
                <a:moveTo>
                  <a:pt x="895350" y="581025"/>
                </a:moveTo>
                <a:lnTo>
                  <a:pt x="904875" y="581025"/>
                </a:lnTo>
                <a:lnTo>
                  <a:pt x="904875" y="590550"/>
                </a:lnTo>
                <a:lnTo>
                  <a:pt x="895350" y="590550"/>
                </a:lnTo>
                <a:close/>
                <a:moveTo>
                  <a:pt x="847725" y="590550"/>
                </a:moveTo>
                <a:lnTo>
                  <a:pt x="857250" y="590550"/>
                </a:lnTo>
                <a:lnTo>
                  <a:pt x="857250" y="561975"/>
                </a:lnTo>
                <a:lnTo>
                  <a:pt x="847725" y="561975"/>
                </a:lnTo>
                <a:close/>
                <a:moveTo>
                  <a:pt x="1190625" y="590550"/>
                </a:moveTo>
                <a:lnTo>
                  <a:pt x="1200150" y="590550"/>
                </a:lnTo>
                <a:lnTo>
                  <a:pt x="1200150" y="600075"/>
                </a:lnTo>
                <a:lnTo>
                  <a:pt x="1190625" y="600075"/>
                </a:lnTo>
                <a:close/>
                <a:moveTo>
                  <a:pt x="876300" y="600075"/>
                </a:moveTo>
                <a:lnTo>
                  <a:pt x="885825" y="600075"/>
                </a:lnTo>
                <a:lnTo>
                  <a:pt x="885825" y="609600"/>
                </a:lnTo>
                <a:lnTo>
                  <a:pt x="876300" y="609600"/>
                </a:lnTo>
                <a:close/>
                <a:moveTo>
                  <a:pt x="1200150" y="600075"/>
                </a:moveTo>
                <a:lnTo>
                  <a:pt x="1209675" y="600075"/>
                </a:lnTo>
                <a:lnTo>
                  <a:pt x="1209675" y="609600"/>
                </a:lnTo>
                <a:lnTo>
                  <a:pt x="1200150" y="609600"/>
                </a:lnTo>
                <a:close/>
                <a:moveTo>
                  <a:pt x="1190625" y="619125"/>
                </a:moveTo>
                <a:lnTo>
                  <a:pt x="1209675" y="619125"/>
                </a:lnTo>
                <a:lnTo>
                  <a:pt x="1209675" y="638175"/>
                </a:lnTo>
                <a:lnTo>
                  <a:pt x="1200150" y="638175"/>
                </a:lnTo>
                <a:lnTo>
                  <a:pt x="1200150" y="628650"/>
                </a:lnTo>
                <a:lnTo>
                  <a:pt x="1190625" y="628650"/>
                </a:lnTo>
                <a:close/>
                <a:moveTo>
                  <a:pt x="1143000" y="628650"/>
                </a:moveTo>
                <a:lnTo>
                  <a:pt x="1171575" y="628650"/>
                </a:lnTo>
                <a:lnTo>
                  <a:pt x="1171575" y="638175"/>
                </a:lnTo>
                <a:lnTo>
                  <a:pt x="1143000" y="638175"/>
                </a:lnTo>
                <a:close/>
                <a:moveTo>
                  <a:pt x="1038225" y="647700"/>
                </a:moveTo>
                <a:lnTo>
                  <a:pt x="1047750" y="647700"/>
                </a:lnTo>
                <a:lnTo>
                  <a:pt x="1047750" y="657225"/>
                </a:lnTo>
                <a:lnTo>
                  <a:pt x="1038225" y="657225"/>
                </a:lnTo>
                <a:close/>
                <a:moveTo>
                  <a:pt x="1152525" y="647700"/>
                </a:moveTo>
                <a:lnTo>
                  <a:pt x="1171575" y="647700"/>
                </a:lnTo>
                <a:lnTo>
                  <a:pt x="1171575" y="657225"/>
                </a:lnTo>
                <a:lnTo>
                  <a:pt x="1152525" y="657225"/>
                </a:lnTo>
                <a:close/>
                <a:moveTo>
                  <a:pt x="1019175" y="666750"/>
                </a:moveTo>
                <a:lnTo>
                  <a:pt x="1028700" y="666750"/>
                </a:lnTo>
                <a:lnTo>
                  <a:pt x="1028700" y="676275"/>
                </a:lnTo>
                <a:lnTo>
                  <a:pt x="1019175" y="676275"/>
                </a:lnTo>
                <a:close/>
                <a:moveTo>
                  <a:pt x="171450" y="676275"/>
                </a:moveTo>
                <a:lnTo>
                  <a:pt x="190500" y="676275"/>
                </a:lnTo>
                <a:lnTo>
                  <a:pt x="190500" y="685800"/>
                </a:lnTo>
                <a:lnTo>
                  <a:pt x="171450" y="685800"/>
                </a:lnTo>
                <a:close/>
                <a:moveTo>
                  <a:pt x="85725" y="695325"/>
                </a:moveTo>
                <a:lnTo>
                  <a:pt x="95250" y="695325"/>
                </a:lnTo>
                <a:lnTo>
                  <a:pt x="95250" y="704850"/>
                </a:lnTo>
                <a:lnTo>
                  <a:pt x="104775" y="704850"/>
                </a:lnTo>
                <a:lnTo>
                  <a:pt x="104775" y="695325"/>
                </a:lnTo>
                <a:lnTo>
                  <a:pt x="123825" y="695325"/>
                </a:lnTo>
                <a:lnTo>
                  <a:pt x="123825" y="714375"/>
                </a:lnTo>
                <a:lnTo>
                  <a:pt x="95250" y="714375"/>
                </a:lnTo>
                <a:lnTo>
                  <a:pt x="95250" y="723900"/>
                </a:lnTo>
                <a:lnTo>
                  <a:pt x="85725" y="723900"/>
                </a:lnTo>
                <a:close/>
                <a:moveTo>
                  <a:pt x="9525" y="714375"/>
                </a:moveTo>
                <a:lnTo>
                  <a:pt x="38100" y="714375"/>
                </a:lnTo>
                <a:lnTo>
                  <a:pt x="38100" y="733425"/>
                </a:lnTo>
                <a:lnTo>
                  <a:pt x="9525" y="733425"/>
                </a:lnTo>
                <a:close/>
                <a:moveTo>
                  <a:pt x="466725" y="723900"/>
                </a:moveTo>
                <a:lnTo>
                  <a:pt x="476250" y="723900"/>
                </a:lnTo>
                <a:lnTo>
                  <a:pt x="476250" y="733425"/>
                </a:lnTo>
                <a:lnTo>
                  <a:pt x="485775" y="733425"/>
                </a:lnTo>
                <a:lnTo>
                  <a:pt x="485775" y="742950"/>
                </a:lnTo>
                <a:lnTo>
                  <a:pt x="466725" y="742950"/>
                </a:lnTo>
                <a:close/>
                <a:moveTo>
                  <a:pt x="533400" y="723900"/>
                </a:moveTo>
                <a:lnTo>
                  <a:pt x="552450" y="723900"/>
                </a:lnTo>
                <a:lnTo>
                  <a:pt x="552450" y="733425"/>
                </a:lnTo>
                <a:lnTo>
                  <a:pt x="533400" y="733425"/>
                </a:lnTo>
                <a:close/>
                <a:moveTo>
                  <a:pt x="457200" y="800100"/>
                </a:moveTo>
                <a:lnTo>
                  <a:pt x="466725" y="800100"/>
                </a:lnTo>
                <a:lnTo>
                  <a:pt x="466725" y="809625"/>
                </a:lnTo>
                <a:lnTo>
                  <a:pt x="457200" y="809625"/>
                </a:lnTo>
                <a:close/>
              </a:path>
            </a:pathLst>
          </a:custGeom>
          <a:solidFill xmlns:a="http://schemas.openxmlformats.org/drawingml/2006/main">
            <a:srgbClr val="F8F7F3"/>
          </a:solidFill>
          <a:ln xmlns:a="http://schemas.openxmlformats.org/drawingml/2006/main" w="0">
            <a:noFill/>
          </a:ln>
        </p:spPr>
      </p:sp>
      <p:sp>
        <p:nvSpPr>
          <p:cNvPr id="252" name="v22 vector #f6f6f1">
            <a:extLst xmlns:a="http://schemas.openxmlformats.org/drawingml/2006/main">
              <a:ext uri="{FF2B5EF4-FFF2-40B4-BE49-F238E27FC236}">
                <a16:creationId xmlns:a16="http://schemas.microsoft.com/office/drawing/2014/main" id="{FDCC2762-989F-4545-AE94-E5DAC87F46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10675" y="4848225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657225" y="19050"/>
                </a:moveTo>
                <a:lnTo>
                  <a:pt x="666750" y="19050"/>
                </a:lnTo>
                <a:lnTo>
                  <a:pt x="666750" y="28575"/>
                </a:lnTo>
                <a:lnTo>
                  <a:pt x="676275" y="28575"/>
                </a:lnTo>
                <a:lnTo>
                  <a:pt x="676275" y="38100"/>
                </a:lnTo>
                <a:lnTo>
                  <a:pt x="657225" y="38100"/>
                </a:lnTo>
                <a:close/>
                <a:moveTo>
                  <a:pt x="647700" y="38100"/>
                </a:moveTo>
                <a:lnTo>
                  <a:pt x="657225" y="38100"/>
                </a:lnTo>
                <a:lnTo>
                  <a:pt x="657225" y="47625"/>
                </a:lnTo>
                <a:lnTo>
                  <a:pt x="647700" y="47625"/>
                </a:lnTo>
                <a:close/>
                <a:moveTo>
                  <a:pt x="1200150" y="38100"/>
                </a:moveTo>
                <a:lnTo>
                  <a:pt x="1209675" y="38100"/>
                </a:lnTo>
                <a:lnTo>
                  <a:pt x="1209675" y="57150"/>
                </a:lnTo>
                <a:lnTo>
                  <a:pt x="1190625" y="57150"/>
                </a:lnTo>
                <a:lnTo>
                  <a:pt x="1190625" y="47625"/>
                </a:lnTo>
                <a:lnTo>
                  <a:pt x="1200150" y="47625"/>
                </a:lnTo>
                <a:close/>
                <a:moveTo>
                  <a:pt x="514350" y="47625"/>
                </a:moveTo>
                <a:lnTo>
                  <a:pt x="533400" y="47625"/>
                </a:lnTo>
                <a:lnTo>
                  <a:pt x="533400" y="57150"/>
                </a:lnTo>
                <a:lnTo>
                  <a:pt x="542925" y="57150"/>
                </a:lnTo>
                <a:lnTo>
                  <a:pt x="542925" y="66675"/>
                </a:lnTo>
                <a:lnTo>
                  <a:pt x="523875" y="66675"/>
                </a:lnTo>
                <a:lnTo>
                  <a:pt x="523875" y="57150"/>
                </a:lnTo>
                <a:lnTo>
                  <a:pt x="514350" y="57150"/>
                </a:lnTo>
                <a:close/>
                <a:moveTo>
                  <a:pt x="314325" y="57150"/>
                </a:moveTo>
                <a:lnTo>
                  <a:pt x="323850" y="57150"/>
                </a:lnTo>
                <a:lnTo>
                  <a:pt x="323850" y="66675"/>
                </a:lnTo>
                <a:lnTo>
                  <a:pt x="314325" y="66675"/>
                </a:lnTo>
                <a:close/>
                <a:moveTo>
                  <a:pt x="1171575" y="57150"/>
                </a:moveTo>
                <a:lnTo>
                  <a:pt x="1181100" y="57150"/>
                </a:lnTo>
                <a:lnTo>
                  <a:pt x="1181100" y="66675"/>
                </a:lnTo>
                <a:lnTo>
                  <a:pt x="1190625" y="66675"/>
                </a:lnTo>
                <a:lnTo>
                  <a:pt x="1190625" y="76200"/>
                </a:lnTo>
                <a:lnTo>
                  <a:pt x="1181100" y="76200"/>
                </a:lnTo>
                <a:lnTo>
                  <a:pt x="1181100" y="85725"/>
                </a:lnTo>
                <a:lnTo>
                  <a:pt x="1171575" y="85725"/>
                </a:lnTo>
                <a:close/>
                <a:moveTo>
                  <a:pt x="438150" y="66675"/>
                </a:moveTo>
                <a:lnTo>
                  <a:pt x="447675" y="66675"/>
                </a:lnTo>
                <a:lnTo>
                  <a:pt x="447675" y="76200"/>
                </a:lnTo>
                <a:lnTo>
                  <a:pt x="438150" y="76200"/>
                </a:lnTo>
                <a:close/>
                <a:moveTo>
                  <a:pt x="1085850" y="66675"/>
                </a:moveTo>
                <a:lnTo>
                  <a:pt x="1095375" y="66675"/>
                </a:lnTo>
                <a:lnTo>
                  <a:pt x="1095375" y="76200"/>
                </a:lnTo>
                <a:lnTo>
                  <a:pt x="1104900" y="76200"/>
                </a:lnTo>
                <a:lnTo>
                  <a:pt x="1104900" y="66675"/>
                </a:lnTo>
                <a:lnTo>
                  <a:pt x="1114425" y="66675"/>
                </a:lnTo>
                <a:lnTo>
                  <a:pt x="1114425" y="76200"/>
                </a:lnTo>
                <a:lnTo>
                  <a:pt x="1162050" y="76200"/>
                </a:lnTo>
                <a:lnTo>
                  <a:pt x="1162050" y="95250"/>
                </a:lnTo>
                <a:lnTo>
                  <a:pt x="1171575" y="95250"/>
                </a:lnTo>
                <a:lnTo>
                  <a:pt x="1171575" y="104775"/>
                </a:lnTo>
                <a:lnTo>
                  <a:pt x="1181100" y="104775"/>
                </a:lnTo>
                <a:lnTo>
                  <a:pt x="1181100" y="123825"/>
                </a:lnTo>
                <a:lnTo>
                  <a:pt x="1190625" y="123825"/>
                </a:lnTo>
                <a:lnTo>
                  <a:pt x="1190625" y="133350"/>
                </a:lnTo>
                <a:lnTo>
                  <a:pt x="1181100" y="133350"/>
                </a:lnTo>
                <a:lnTo>
                  <a:pt x="1181100" y="142875"/>
                </a:lnTo>
                <a:lnTo>
                  <a:pt x="1171575" y="142875"/>
                </a:lnTo>
                <a:lnTo>
                  <a:pt x="1171575" y="152400"/>
                </a:lnTo>
                <a:lnTo>
                  <a:pt x="1162050" y="152400"/>
                </a:lnTo>
                <a:lnTo>
                  <a:pt x="1162050" y="161925"/>
                </a:lnTo>
                <a:lnTo>
                  <a:pt x="1152525" y="161925"/>
                </a:lnTo>
                <a:lnTo>
                  <a:pt x="1152525" y="142875"/>
                </a:lnTo>
                <a:lnTo>
                  <a:pt x="1143000" y="142875"/>
                </a:lnTo>
                <a:lnTo>
                  <a:pt x="1143000" y="133350"/>
                </a:lnTo>
                <a:lnTo>
                  <a:pt x="1123950" y="133350"/>
                </a:lnTo>
                <a:lnTo>
                  <a:pt x="1123950" y="123825"/>
                </a:lnTo>
                <a:lnTo>
                  <a:pt x="1095375" y="123825"/>
                </a:lnTo>
                <a:lnTo>
                  <a:pt x="1095375" y="133350"/>
                </a:lnTo>
                <a:lnTo>
                  <a:pt x="1076325" y="133350"/>
                </a:lnTo>
                <a:lnTo>
                  <a:pt x="1076325" y="142875"/>
                </a:lnTo>
                <a:lnTo>
                  <a:pt x="1066800" y="142875"/>
                </a:lnTo>
                <a:lnTo>
                  <a:pt x="1066800" y="161925"/>
                </a:lnTo>
                <a:lnTo>
                  <a:pt x="1047750" y="161925"/>
                </a:lnTo>
                <a:lnTo>
                  <a:pt x="1047750" y="171450"/>
                </a:lnTo>
                <a:lnTo>
                  <a:pt x="1038225" y="171450"/>
                </a:lnTo>
                <a:lnTo>
                  <a:pt x="1038225" y="190500"/>
                </a:lnTo>
                <a:lnTo>
                  <a:pt x="1019175" y="190500"/>
                </a:lnTo>
                <a:lnTo>
                  <a:pt x="1019175" y="180975"/>
                </a:lnTo>
                <a:lnTo>
                  <a:pt x="1009650" y="180975"/>
                </a:lnTo>
                <a:lnTo>
                  <a:pt x="1009650" y="171450"/>
                </a:lnTo>
                <a:lnTo>
                  <a:pt x="1028700" y="171450"/>
                </a:lnTo>
                <a:lnTo>
                  <a:pt x="1028700" y="152400"/>
                </a:lnTo>
                <a:lnTo>
                  <a:pt x="1019175" y="152400"/>
                </a:lnTo>
                <a:lnTo>
                  <a:pt x="1019175" y="142875"/>
                </a:lnTo>
                <a:lnTo>
                  <a:pt x="1028700" y="142875"/>
                </a:lnTo>
                <a:lnTo>
                  <a:pt x="1028700" y="133350"/>
                </a:lnTo>
                <a:lnTo>
                  <a:pt x="1038225" y="133350"/>
                </a:lnTo>
                <a:lnTo>
                  <a:pt x="1038225" y="123825"/>
                </a:lnTo>
                <a:lnTo>
                  <a:pt x="1047750" y="123825"/>
                </a:lnTo>
                <a:lnTo>
                  <a:pt x="1047750" y="114300"/>
                </a:lnTo>
                <a:lnTo>
                  <a:pt x="1057275" y="114300"/>
                </a:lnTo>
                <a:lnTo>
                  <a:pt x="1057275" y="85725"/>
                </a:lnTo>
                <a:lnTo>
                  <a:pt x="1085850" y="85725"/>
                </a:lnTo>
                <a:close/>
                <a:moveTo>
                  <a:pt x="276225" y="76200"/>
                </a:moveTo>
                <a:lnTo>
                  <a:pt x="295275" y="76200"/>
                </a:lnTo>
                <a:lnTo>
                  <a:pt x="295275" y="85725"/>
                </a:lnTo>
                <a:lnTo>
                  <a:pt x="285750" y="85725"/>
                </a:lnTo>
                <a:lnTo>
                  <a:pt x="285750" y="95250"/>
                </a:lnTo>
                <a:lnTo>
                  <a:pt x="276225" y="95250"/>
                </a:lnTo>
                <a:close/>
                <a:moveTo>
                  <a:pt x="447675" y="76200"/>
                </a:moveTo>
                <a:lnTo>
                  <a:pt x="466725" y="76200"/>
                </a:lnTo>
                <a:lnTo>
                  <a:pt x="466725" y="85725"/>
                </a:lnTo>
                <a:lnTo>
                  <a:pt x="447675" y="85725"/>
                </a:lnTo>
                <a:close/>
                <a:moveTo>
                  <a:pt x="600075" y="76200"/>
                </a:moveTo>
                <a:lnTo>
                  <a:pt x="609600" y="76200"/>
                </a:lnTo>
                <a:lnTo>
                  <a:pt x="609600" y="95250"/>
                </a:lnTo>
                <a:lnTo>
                  <a:pt x="600075" y="95250"/>
                </a:lnTo>
                <a:lnTo>
                  <a:pt x="600075" y="104775"/>
                </a:lnTo>
                <a:lnTo>
                  <a:pt x="590550" y="104775"/>
                </a:lnTo>
                <a:lnTo>
                  <a:pt x="590550" y="85725"/>
                </a:lnTo>
                <a:lnTo>
                  <a:pt x="600075" y="85725"/>
                </a:lnTo>
                <a:close/>
                <a:moveTo>
                  <a:pt x="704850" y="76200"/>
                </a:moveTo>
                <a:lnTo>
                  <a:pt x="714375" y="76200"/>
                </a:lnTo>
                <a:lnTo>
                  <a:pt x="714375" y="95250"/>
                </a:lnTo>
                <a:lnTo>
                  <a:pt x="733425" y="95250"/>
                </a:lnTo>
                <a:lnTo>
                  <a:pt x="733425" y="161925"/>
                </a:lnTo>
                <a:lnTo>
                  <a:pt x="723900" y="161925"/>
                </a:lnTo>
                <a:lnTo>
                  <a:pt x="723900" y="152400"/>
                </a:lnTo>
                <a:lnTo>
                  <a:pt x="714375" y="152400"/>
                </a:lnTo>
                <a:lnTo>
                  <a:pt x="714375" y="171450"/>
                </a:lnTo>
                <a:lnTo>
                  <a:pt x="704850" y="171450"/>
                </a:lnTo>
                <a:lnTo>
                  <a:pt x="704850" y="180975"/>
                </a:lnTo>
                <a:lnTo>
                  <a:pt x="714375" y="180975"/>
                </a:lnTo>
                <a:lnTo>
                  <a:pt x="714375" y="200025"/>
                </a:lnTo>
                <a:lnTo>
                  <a:pt x="733425" y="200025"/>
                </a:lnTo>
                <a:lnTo>
                  <a:pt x="733425" y="209550"/>
                </a:lnTo>
                <a:lnTo>
                  <a:pt x="752475" y="209550"/>
                </a:lnTo>
                <a:lnTo>
                  <a:pt x="752475" y="219075"/>
                </a:lnTo>
                <a:lnTo>
                  <a:pt x="762000" y="219075"/>
                </a:lnTo>
                <a:lnTo>
                  <a:pt x="762000" y="228600"/>
                </a:lnTo>
                <a:lnTo>
                  <a:pt x="771525" y="228600"/>
                </a:lnTo>
                <a:lnTo>
                  <a:pt x="771525" y="238125"/>
                </a:lnTo>
                <a:lnTo>
                  <a:pt x="781050" y="238125"/>
                </a:lnTo>
                <a:lnTo>
                  <a:pt x="781050" y="247650"/>
                </a:lnTo>
                <a:lnTo>
                  <a:pt x="800100" y="247650"/>
                </a:lnTo>
                <a:lnTo>
                  <a:pt x="800100" y="238125"/>
                </a:lnTo>
                <a:lnTo>
                  <a:pt x="809625" y="238125"/>
                </a:lnTo>
                <a:lnTo>
                  <a:pt x="809625" y="228600"/>
                </a:lnTo>
                <a:lnTo>
                  <a:pt x="800100" y="228600"/>
                </a:lnTo>
                <a:lnTo>
                  <a:pt x="800100" y="219075"/>
                </a:lnTo>
                <a:lnTo>
                  <a:pt x="790575" y="219075"/>
                </a:lnTo>
                <a:lnTo>
                  <a:pt x="790575" y="209550"/>
                </a:lnTo>
                <a:lnTo>
                  <a:pt x="781050" y="209550"/>
                </a:lnTo>
                <a:lnTo>
                  <a:pt x="781050" y="200025"/>
                </a:lnTo>
                <a:lnTo>
                  <a:pt x="790575" y="200025"/>
                </a:lnTo>
                <a:lnTo>
                  <a:pt x="790575" y="180975"/>
                </a:lnTo>
                <a:lnTo>
                  <a:pt x="800100" y="180975"/>
                </a:lnTo>
                <a:lnTo>
                  <a:pt x="800100" y="171450"/>
                </a:lnTo>
                <a:lnTo>
                  <a:pt x="809625" y="171450"/>
                </a:lnTo>
                <a:lnTo>
                  <a:pt x="809625" y="142875"/>
                </a:lnTo>
                <a:lnTo>
                  <a:pt x="800100" y="142875"/>
                </a:lnTo>
                <a:lnTo>
                  <a:pt x="800100" y="133350"/>
                </a:lnTo>
                <a:lnTo>
                  <a:pt x="790575" y="133350"/>
                </a:lnTo>
                <a:lnTo>
                  <a:pt x="790575" y="114300"/>
                </a:lnTo>
                <a:lnTo>
                  <a:pt x="800100" y="114300"/>
                </a:lnTo>
                <a:lnTo>
                  <a:pt x="800100" y="123825"/>
                </a:lnTo>
                <a:lnTo>
                  <a:pt x="809625" y="123825"/>
                </a:lnTo>
                <a:lnTo>
                  <a:pt x="809625" y="114300"/>
                </a:lnTo>
                <a:lnTo>
                  <a:pt x="819150" y="114300"/>
                </a:lnTo>
                <a:lnTo>
                  <a:pt x="819150" y="123825"/>
                </a:lnTo>
                <a:lnTo>
                  <a:pt x="828675" y="123825"/>
                </a:lnTo>
                <a:lnTo>
                  <a:pt x="828675" y="114300"/>
                </a:lnTo>
                <a:lnTo>
                  <a:pt x="838200" y="114300"/>
                </a:lnTo>
                <a:lnTo>
                  <a:pt x="838200" y="123825"/>
                </a:lnTo>
                <a:lnTo>
                  <a:pt x="847725" y="123825"/>
                </a:lnTo>
                <a:lnTo>
                  <a:pt x="847725" y="142875"/>
                </a:lnTo>
                <a:lnTo>
                  <a:pt x="857250" y="142875"/>
                </a:lnTo>
                <a:lnTo>
                  <a:pt x="857250" y="180975"/>
                </a:lnTo>
                <a:lnTo>
                  <a:pt x="866775" y="180975"/>
                </a:lnTo>
                <a:lnTo>
                  <a:pt x="866775" y="200025"/>
                </a:lnTo>
                <a:lnTo>
                  <a:pt x="857250" y="200025"/>
                </a:lnTo>
                <a:lnTo>
                  <a:pt x="857250" y="238125"/>
                </a:lnTo>
                <a:lnTo>
                  <a:pt x="847725" y="238125"/>
                </a:lnTo>
                <a:lnTo>
                  <a:pt x="847725" y="257175"/>
                </a:lnTo>
                <a:lnTo>
                  <a:pt x="838200" y="257175"/>
                </a:lnTo>
                <a:lnTo>
                  <a:pt x="838200" y="266700"/>
                </a:lnTo>
                <a:lnTo>
                  <a:pt x="828675" y="266700"/>
                </a:lnTo>
                <a:lnTo>
                  <a:pt x="828675" y="276225"/>
                </a:lnTo>
                <a:lnTo>
                  <a:pt x="781050" y="276225"/>
                </a:lnTo>
                <a:lnTo>
                  <a:pt x="781050" y="266700"/>
                </a:lnTo>
                <a:lnTo>
                  <a:pt x="771525" y="266700"/>
                </a:lnTo>
                <a:lnTo>
                  <a:pt x="771525" y="257175"/>
                </a:lnTo>
                <a:lnTo>
                  <a:pt x="762000" y="257175"/>
                </a:lnTo>
                <a:lnTo>
                  <a:pt x="762000" y="266700"/>
                </a:lnTo>
                <a:lnTo>
                  <a:pt x="742950" y="266700"/>
                </a:lnTo>
                <a:lnTo>
                  <a:pt x="742950" y="276225"/>
                </a:lnTo>
                <a:lnTo>
                  <a:pt x="752475" y="276225"/>
                </a:lnTo>
                <a:lnTo>
                  <a:pt x="752475" y="285750"/>
                </a:lnTo>
                <a:lnTo>
                  <a:pt x="742950" y="285750"/>
                </a:lnTo>
                <a:lnTo>
                  <a:pt x="742950" y="295275"/>
                </a:lnTo>
                <a:lnTo>
                  <a:pt x="762000" y="295275"/>
                </a:lnTo>
                <a:lnTo>
                  <a:pt x="762000" y="304800"/>
                </a:lnTo>
                <a:lnTo>
                  <a:pt x="704850" y="304800"/>
                </a:lnTo>
                <a:lnTo>
                  <a:pt x="704850" y="295275"/>
                </a:lnTo>
                <a:lnTo>
                  <a:pt x="685800" y="295275"/>
                </a:lnTo>
                <a:lnTo>
                  <a:pt x="685800" y="285750"/>
                </a:lnTo>
                <a:lnTo>
                  <a:pt x="676275" y="285750"/>
                </a:lnTo>
                <a:lnTo>
                  <a:pt x="676275" y="276225"/>
                </a:lnTo>
                <a:lnTo>
                  <a:pt x="685800" y="276225"/>
                </a:lnTo>
                <a:lnTo>
                  <a:pt x="685800" y="247650"/>
                </a:lnTo>
                <a:lnTo>
                  <a:pt x="676275" y="247650"/>
                </a:lnTo>
                <a:lnTo>
                  <a:pt x="676275" y="238125"/>
                </a:lnTo>
                <a:lnTo>
                  <a:pt x="657225" y="238125"/>
                </a:lnTo>
                <a:lnTo>
                  <a:pt x="657225" y="219075"/>
                </a:lnTo>
                <a:lnTo>
                  <a:pt x="638175" y="219075"/>
                </a:lnTo>
                <a:lnTo>
                  <a:pt x="638175" y="209550"/>
                </a:lnTo>
                <a:lnTo>
                  <a:pt x="628650" y="209550"/>
                </a:lnTo>
                <a:lnTo>
                  <a:pt x="628650" y="171450"/>
                </a:lnTo>
                <a:lnTo>
                  <a:pt x="638175" y="171450"/>
                </a:lnTo>
                <a:lnTo>
                  <a:pt x="638175" y="133350"/>
                </a:lnTo>
                <a:lnTo>
                  <a:pt x="647700" y="133350"/>
                </a:lnTo>
                <a:lnTo>
                  <a:pt x="647700" y="123825"/>
                </a:lnTo>
                <a:lnTo>
                  <a:pt x="657225" y="123825"/>
                </a:lnTo>
                <a:lnTo>
                  <a:pt x="657225" y="104775"/>
                </a:lnTo>
                <a:lnTo>
                  <a:pt x="666750" y="104775"/>
                </a:lnTo>
                <a:lnTo>
                  <a:pt x="666750" y="95250"/>
                </a:lnTo>
                <a:lnTo>
                  <a:pt x="685800" y="95250"/>
                </a:lnTo>
                <a:lnTo>
                  <a:pt x="685800" y="85725"/>
                </a:lnTo>
                <a:lnTo>
                  <a:pt x="704850" y="85725"/>
                </a:lnTo>
                <a:close/>
                <a:moveTo>
                  <a:pt x="723900" y="76200"/>
                </a:moveTo>
                <a:lnTo>
                  <a:pt x="733425" y="76200"/>
                </a:lnTo>
                <a:lnTo>
                  <a:pt x="733425" y="85725"/>
                </a:lnTo>
                <a:lnTo>
                  <a:pt x="723900" y="85725"/>
                </a:lnTo>
                <a:close/>
                <a:moveTo>
                  <a:pt x="752475" y="76200"/>
                </a:moveTo>
                <a:lnTo>
                  <a:pt x="762000" y="76200"/>
                </a:lnTo>
                <a:lnTo>
                  <a:pt x="762000" y="85725"/>
                </a:lnTo>
                <a:lnTo>
                  <a:pt x="752475" y="85725"/>
                </a:lnTo>
                <a:close/>
                <a:moveTo>
                  <a:pt x="876300" y="76200"/>
                </a:moveTo>
                <a:lnTo>
                  <a:pt x="885825" y="76200"/>
                </a:lnTo>
                <a:lnTo>
                  <a:pt x="885825" y="85725"/>
                </a:lnTo>
                <a:lnTo>
                  <a:pt x="876300" y="85725"/>
                </a:lnTo>
                <a:close/>
                <a:moveTo>
                  <a:pt x="571500" y="85725"/>
                </a:moveTo>
                <a:lnTo>
                  <a:pt x="581025" y="85725"/>
                </a:lnTo>
                <a:lnTo>
                  <a:pt x="581025" y="95250"/>
                </a:lnTo>
                <a:lnTo>
                  <a:pt x="571500" y="95250"/>
                </a:lnTo>
                <a:close/>
                <a:moveTo>
                  <a:pt x="266700" y="95250"/>
                </a:moveTo>
                <a:lnTo>
                  <a:pt x="276225" y="95250"/>
                </a:lnTo>
                <a:lnTo>
                  <a:pt x="276225" y="104775"/>
                </a:lnTo>
                <a:lnTo>
                  <a:pt x="266700" y="104775"/>
                </a:lnTo>
                <a:close/>
                <a:moveTo>
                  <a:pt x="1123950" y="95250"/>
                </a:moveTo>
                <a:lnTo>
                  <a:pt x="1133475" y="95250"/>
                </a:lnTo>
                <a:lnTo>
                  <a:pt x="1133475" y="85725"/>
                </a:lnTo>
                <a:lnTo>
                  <a:pt x="1123950" y="85725"/>
                </a:lnTo>
                <a:close/>
                <a:moveTo>
                  <a:pt x="485775" y="104775"/>
                </a:moveTo>
                <a:lnTo>
                  <a:pt x="495300" y="104775"/>
                </a:lnTo>
                <a:lnTo>
                  <a:pt x="495300" y="114300"/>
                </a:lnTo>
                <a:lnTo>
                  <a:pt x="485775" y="114300"/>
                </a:lnTo>
                <a:close/>
                <a:moveTo>
                  <a:pt x="762000" y="104775"/>
                </a:moveTo>
                <a:lnTo>
                  <a:pt x="771525" y="104775"/>
                </a:lnTo>
                <a:lnTo>
                  <a:pt x="771525" y="114300"/>
                </a:lnTo>
                <a:lnTo>
                  <a:pt x="762000" y="114300"/>
                </a:lnTo>
                <a:close/>
                <a:moveTo>
                  <a:pt x="495300" y="114300"/>
                </a:moveTo>
                <a:lnTo>
                  <a:pt x="504825" y="114300"/>
                </a:lnTo>
                <a:lnTo>
                  <a:pt x="504825" y="123825"/>
                </a:lnTo>
                <a:lnTo>
                  <a:pt x="495300" y="123825"/>
                </a:lnTo>
                <a:close/>
                <a:moveTo>
                  <a:pt x="581025" y="114300"/>
                </a:moveTo>
                <a:lnTo>
                  <a:pt x="590550" y="114300"/>
                </a:lnTo>
                <a:lnTo>
                  <a:pt x="590550" y="123825"/>
                </a:lnTo>
                <a:lnTo>
                  <a:pt x="581025" y="123825"/>
                </a:lnTo>
                <a:close/>
                <a:moveTo>
                  <a:pt x="504825" y="123825"/>
                </a:moveTo>
                <a:lnTo>
                  <a:pt x="514350" y="123825"/>
                </a:lnTo>
                <a:lnTo>
                  <a:pt x="514350" y="133350"/>
                </a:lnTo>
                <a:lnTo>
                  <a:pt x="504825" y="133350"/>
                </a:lnTo>
                <a:close/>
                <a:moveTo>
                  <a:pt x="514350" y="133350"/>
                </a:moveTo>
                <a:lnTo>
                  <a:pt x="523875" y="133350"/>
                </a:lnTo>
                <a:lnTo>
                  <a:pt x="523875" y="171450"/>
                </a:lnTo>
                <a:lnTo>
                  <a:pt x="514350" y="171450"/>
                </a:lnTo>
                <a:close/>
                <a:moveTo>
                  <a:pt x="209550" y="152400"/>
                </a:moveTo>
                <a:lnTo>
                  <a:pt x="219075" y="152400"/>
                </a:lnTo>
                <a:lnTo>
                  <a:pt x="219075" y="161925"/>
                </a:lnTo>
                <a:lnTo>
                  <a:pt x="209550" y="161925"/>
                </a:lnTo>
                <a:close/>
                <a:moveTo>
                  <a:pt x="1200150" y="152400"/>
                </a:moveTo>
                <a:lnTo>
                  <a:pt x="1209675" y="152400"/>
                </a:lnTo>
                <a:lnTo>
                  <a:pt x="1209675" y="161925"/>
                </a:lnTo>
                <a:lnTo>
                  <a:pt x="1200150" y="161925"/>
                </a:lnTo>
                <a:close/>
                <a:moveTo>
                  <a:pt x="571500" y="161925"/>
                </a:moveTo>
                <a:lnTo>
                  <a:pt x="581025" y="161925"/>
                </a:lnTo>
                <a:lnTo>
                  <a:pt x="581025" y="180975"/>
                </a:lnTo>
                <a:lnTo>
                  <a:pt x="571500" y="180975"/>
                </a:lnTo>
                <a:close/>
                <a:moveTo>
                  <a:pt x="1095375" y="161925"/>
                </a:moveTo>
                <a:lnTo>
                  <a:pt x="1104900" y="161925"/>
                </a:lnTo>
                <a:lnTo>
                  <a:pt x="1104900" y="171450"/>
                </a:lnTo>
                <a:lnTo>
                  <a:pt x="1095375" y="171450"/>
                </a:lnTo>
                <a:close/>
                <a:moveTo>
                  <a:pt x="1143000" y="161925"/>
                </a:moveTo>
                <a:lnTo>
                  <a:pt x="1152525" y="161925"/>
                </a:lnTo>
                <a:lnTo>
                  <a:pt x="1152525" y="171450"/>
                </a:lnTo>
                <a:lnTo>
                  <a:pt x="1143000" y="171450"/>
                </a:lnTo>
                <a:close/>
                <a:moveTo>
                  <a:pt x="942975" y="171450"/>
                </a:moveTo>
                <a:lnTo>
                  <a:pt x="981075" y="171450"/>
                </a:lnTo>
                <a:lnTo>
                  <a:pt x="981075" y="190500"/>
                </a:lnTo>
                <a:lnTo>
                  <a:pt x="971550" y="190500"/>
                </a:lnTo>
                <a:lnTo>
                  <a:pt x="971550" y="200025"/>
                </a:lnTo>
                <a:lnTo>
                  <a:pt x="962025" y="200025"/>
                </a:lnTo>
                <a:lnTo>
                  <a:pt x="962025" y="228600"/>
                </a:lnTo>
                <a:lnTo>
                  <a:pt x="952500" y="228600"/>
                </a:lnTo>
                <a:lnTo>
                  <a:pt x="952500" y="238125"/>
                </a:lnTo>
                <a:lnTo>
                  <a:pt x="933450" y="238125"/>
                </a:lnTo>
                <a:lnTo>
                  <a:pt x="933450" y="228600"/>
                </a:lnTo>
                <a:lnTo>
                  <a:pt x="923925" y="228600"/>
                </a:lnTo>
                <a:lnTo>
                  <a:pt x="923925" y="238125"/>
                </a:lnTo>
                <a:lnTo>
                  <a:pt x="914400" y="238125"/>
                </a:lnTo>
                <a:lnTo>
                  <a:pt x="914400" y="209550"/>
                </a:lnTo>
                <a:lnTo>
                  <a:pt x="933450" y="209550"/>
                </a:lnTo>
                <a:lnTo>
                  <a:pt x="933450" y="180975"/>
                </a:lnTo>
                <a:lnTo>
                  <a:pt x="942975" y="180975"/>
                </a:lnTo>
                <a:close/>
                <a:moveTo>
                  <a:pt x="304800" y="180975"/>
                </a:moveTo>
                <a:lnTo>
                  <a:pt x="314325" y="180975"/>
                </a:lnTo>
                <a:lnTo>
                  <a:pt x="314325" y="190500"/>
                </a:lnTo>
                <a:lnTo>
                  <a:pt x="304800" y="190500"/>
                </a:lnTo>
                <a:close/>
                <a:moveTo>
                  <a:pt x="295275" y="190500"/>
                </a:moveTo>
                <a:lnTo>
                  <a:pt x="304800" y="190500"/>
                </a:lnTo>
                <a:lnTo>
                  <a:pt x="304800" y="209550"/>
                </a:lnTo>
                <a:lnTo>
                  <a:pt x="314325" y="209550"/>
                </a:lnTo>
                <a:lnTo>
                  <a:pt x="314325" y="190500"/>
                </a:lnTo>
                <a:lnTo>
                  <a:pt x="323850" y="190500"/>
                </a:lnTo>
                <a:lnTo>
                  <a:pt x="323850" y="200025"/>
                </a:lnTo>
                <a:lnTo>
                  <a:pt x="352425" y="200025"/>
                </a:lnTo>
                <a:lnTo>
                  <a:pt x="352425" y="209550"/>
                </a:lnTo>
                <a:lnTo>
                  <a:pt x="323850" y="209550"/>
                </a:lnTo>
                <a:lnTo>
                  <a:pt x="323850" y="219075"/>
                </a:lnTo>
                <a:lnTo>
                  <a:pt x="295275" y="219075"/>
                </a:lnTo>
                <a:lnTo>
                  <a:pt x="295275" y="228600"/>
                </a:lnTo>
                <a:lnTo>
                  <a:pt x="285750" y="228600"/>
                </a:lnTo>
                <a:lnTo>
                  <a:pt x="285750" y="209550"/>
                </a:lnTo>
                <a:lnTo>
                  <a:pt x="295275" y="209550"/>
                </a:lnTo>
                <a:close/>
                <a:moveTo>
                  <a:pt x="209550" y="200025"/>
                </a:moveTo>
                <a:lnTo>
                  <a:pt x="219075" y="200025"/>
                </a:lnTo>
                <a:lnTo>
                  <a:pt x="219075" y="209550"/>
                </a:lnTo>
                <a:lnTo>
                  <a:pt x="209550" y="209550"/>
                </a:lnTo>
                <a:close/>
                <a:moveTo>
                  <a:pt x="571500" y="200025"/>
                </a:moveTo>
                <a:lnTo>
                  <a:pt x="581025" y="200025"/>
                </a:lnTo>
                <a:lnTo>
                  <a:pt x="581025" y="209550"/>
                </a:lnTo>
                <a:lnTo>
                  <a:pt x="571500" y="209550"/>
                </a:lnTo>
                <a:close/>
                <a:moveTo>
                  <a:pt x="1152525" y="200025"/>
                </a:moveTo>
                <a:lnTo>
                  <a:pt x="1162050" y="200025"/>
                </a:lnTo>
                <a:lnTo>
                  <a:pt x="1162050" y="209550"/>
                </a:lnTo>
                <a:lnTo>
                  <a:pt x="1152525" y="209550"/>
                </a:lnTo>
                <a:close/>
                <a:moveTo>
                  <a:pt x="381000" y="209550"/>
                </a:moveTo>
                <a:lnTo>
                  <a:pt x="390525" y="209550"/>
                </a:lnTo>
                <a:lnTo>
                  <a:pt x="390525" y="219075"/>
                </a:lnTo>
                <a:lnTo>
                  <a:pt x="381000" y="219075"/>
                </a:lnTo>
                <a:close/>
                <a:moveTo>
                  <a:pt x="1066800" y="209550"/>
                </a:moveTo>
                <a:lnTo>
                  <a:pt x="1085850" y="209550"/>
                </a:lnTo>
                <a:lnTo>
                  <a:pt x="1085850" y="219075"/>
                </a:lnTo>
                <a:lnTo>
                  <a:pt x="1066800" y="219075"/>
                </a:lnTo>
                <a:close/>
                <a:moveTo>
                  <a:pt x="1114425" y="209550"/>
                </a:moveTo>
                <a:lnTo>
                  <a:pt x="1123950" y="209550"/>
                </a:lnTo>
                <a:lnTo>
                  <a:pt x="1123950" y="228600"/>
                </a:lnTo>
                <a:lnTo>
                  <a:pt x="1114425" y="228600"/>
                </a:lnTo>
                <a:close/>
                <a:moveTo>
                  <a:pt x="1085850" y="219075"/>
                </a:moveTo>
                <a:lnTo>
                  <a:pt x="1095375" y="219075"/>
                </a:lnTo>
                <a:lnTo>
                  <a:pt x="1095375" y="228600"/>
                </a:lnTo>
                <a:lnTo>
                  <a:pt x="1085850" y="228600"/>
                </a:lnTo>
                <a:close/>
                <a:moveTo>
                  <a:pt x="904875" y="238125"/>
                </a:moveTo>
                <a:lnTo>
                  <a:pt x="914400" y="238125"/>
                </a:lnTo>
                <a:lnTo>
                  <a:pt x="914400" y="247650"/>
                </a:lnTo>
                <a:lnTo>
                  <a:pt x="904875" y="247650"/>
                </a:lnTo>
                <a:close/>
                <a:moveTo>
                  <a:pt x="1143000" y="238125"/>
                </a:moveTo>
                <a:lnTo>
                  <a:pt x="1152525" y="238125"/>
                </a:lnTo>
                <a:lnTo>
                  <a:pt x="1152525" y="247650"/>
                </a:lnTo>
                <a:lnTo>
                  <a:pt x="1143000" y="247650"/>
                </a:lnTo>
                <a:close/>
                <a:moveTo>
                  <a:pt x="647700" y="247650"/>
                </a:moveTo>
                <a:lnTo>
                  <a:pt x="657225" y="247650"/>
                </a:lnTo>
                <a:lnTo>
                  <a:pt x="657225" y="257175"/>
                </a:lnTo>
                <a:lnTo>
                  <a:pt x="647700" y="257175"/>
                </a:lnTo>
                <a:close/>
                <a:moveTo>
                  <a:pt x="1133475" y="247650"/>
                </a:moveTo>
                <a:lnTo>
                  <a:pt x="1143000" y="247650"/>
                </a:lnTo>
                <a:lnTo>
                  <a:pt x="1143000" y="257175"/>
                </a:lnTo>
                <a:lnTo>
                  <a:pt x="1133475" y="257175"/>
                </a:lnTo>
                <a:close/>
                <a:moveTo>
                  <a:pt x="257175" y="257175"/>
                </a:moveTo>
                <a:lnTo>
                  <a:pt x="266700" y="257175"/>
                </a:lnTo>
                <a:lnTo>
                  <a:pt x="266700" y="285750"/>
                </a:lnTo>
                <a:lnTo>
                  <a:pt x="257175" y="285750"/>
                </a:lnTo>
                <a:close/>
                <a:moveTo>
                  <a:pt x="590550" y="266700"/>
                </a:moveTo>
                <a:lnTo>
                  <a:pt x="600075" y="266700"/>
                </a:lnTo>
                <a:lnTo>
                  <a:pt x="600075" y="276225"/>
                </a:lnTo>
                <a:lnTo>
                  <a:pt x="590550" y="276225"/>
                </a:lnTo>
                <a:close/>
                <a:moveTo>
                  <a:pt x="200025" y="285750"/>
                </a:moveTo>
                <a:lnTo>
                  <a:pt x="209550" y="285750"/>
                </a:lnTo>
                <a:lnTo>
                  <a:pt x="209550" y="295275"/>
                </a:lnTo>
                <a:lnTo>
                  <a:pt x="200025" y="295275"/>
                </a:lnTo>
                <a:close/>
                <a:moveTo>
                  <a:pt x="466725" y="295275"/>
                </a:moveTo>
                <a:lnTo>
                  <a:pt x="476250" y="295275"/>
                </a:lnTo>
                <a:lnTo>
                  <a:pt x="476250" y="304800"/>
                </a:lnTo>
                <a:lnTo>
                  <a:pt x="466725" y="304800"/>
                </a:lnTo>
                <a:close/>
                <a:moveTo>
                  <a:pt x="1200150" y="295275"/>
                </a:moveTo>
                <a:lnTo>
                  <a:pt x="1209675" y="295275"/>
                </a:lnTo>
                <a:lnTo>
                  <a:pt x="1209675" y="342900"/>
                </a:lnTo>
                <a:lnTo>
                  <a:pt x="1181100" y="342900"/>
                </a:lnTo>
                <a:lnTo>
                  <a:pt x="1181100" y="352425"/>
                </a:lnTo>
                <a:lnTo>
                  <a:pt x="1162050" y="352425"/>
                </a:lnTo>
                <a:lnTo>
                  <a:pt x="1162050" y="361950"/>
                </a:lnTo>
                <a:lnTo>
                  <a:pt x="1152525" y="361950"/>
                </a:lnTo>
                <a:lnTo>
                  <a:pt x="1152525" y="314325"/>
                </a:lnTo>
                <a:lnTo>
                  <a:pt x="1162050" y="314325"/>
                </a:lnTo>
                <a:lnTo>
                  <a:pt x="1162050" y="304800"/>
                </a:lnTo>
                <a:lnTo>
                  <a:pt x="1200150" y="304800"/>
                </a:lnTo>
                <a:close/>
                <a:moveTo>
                  <a:pt x="1133475" y="304800"/>
                </a:moveTo>
                <a:lnTo>
                  <a:pt x="1143000" y="304800"/>
                </a:lnTo>
                <a:lnTo>
                  <a:pt x="1143000" y="314325"/>
                </a:lnTo>
                <a:lnTo>
                  <a:pt x="1133475" y="314325"/>
                </a:lnTo>
                <a:close/>
                <a:moveTo>
                  <a:pt x="266700" y="323850"/>
                </a:moveTo>
                <a:lnTo>
                  <a:pt x="276225" y="323850"/>
                </a:lnTo>
                <a:lnTo>
                  <a:pt x="276225" y="333375"/>
                </a:lnTo>
                <a:lnTo>
                  <a:pt x="266700" y="333375"/>
                </a:lnTo>
                <a:close/>
                <a:moveTo>
                  <a:pt x="495300" y="323850"/>
                </a:moveTo>
                <a:lnTo>
                  <a:pt x="504825" y="323850"/>
                </a:lnTo>
                <a:lnTo>
                  <a:pt x="504825" y="333375"/>
                </a:lnTo>
                <a:lnTo>
                  <a:pt x="495300" y="333375"/>
                </a:lnTo>
                <a:close/>
                <a:moveTo>
                  <a:pt x="485775" y="333375"/>
                </a:moveTo>
                <a:lnTo>
                  <a:pt x="495300" y="333375"/>
                </a:lnTo>
                <a:lnTo>
                  <a:pt x="495300" y="342900"/>
                </a:lnTo>
                <a:lnTo>
                  <a:pt x="485775" y="342900"/>
                </a:lnTo>
                <a:close/>
                <a:moveTo>
                  <a:pt x="657225" y="333375"/>
                </a:moveTo>
                <a:lnTo>
                  <a:pt x="666750" y="333375"/>
                </a:lnTo>
                <a:lnTo>
                  <a:pt x="666750" y="342900"/>
                </a:lnTo>
                <a:lnTo>
                  <a:pt x="657225" y="342900"/>
                </a:lnTo>
                <a:close/>
                <a:moveTo>
                  <a:pt x="1114425" y="333375"/>
                </a:moveTo>
                <a:lnTo>
                  <a:pt x="1123950" y="333375"/>
                </a:lnTo>
                <a:lnTo>
                  <a:pt x="1123950" y="342900"/>
                </a:lnTo>
                <a:lnTo>
                  <a:pt x="1114425" y="342900"/>
                </a:lnTo>
                <a:close/>
                <a:moveTo>
                  <a:pt x="676275" y="342900"/>
                </a:moveTo>
                <a:lnTo>
                  <a:pt x="685800" y="342900"/>
                </a:lnTo>
                <a:lnTo>
                  <a:pt x="685800" y="352425"/>
                </a:lnTo>
                <a:lnTo>
                  <a:pt x="676275" y="352425"/>
                </a:lnTo>
                <a:close/>
                <a:moveTo>
                  <a:pt x="1104900" y="342900"/>
                </a:moveTo>
                <a:lnTo>
                  <a:pt x="1114425" y="342900"/>
                </a:lnTo>
                <a:lnTo>
                  <a:pt x="1114425" y="352425"/>
                </a:lnTo>
                <a:lnTo>
                  <a:pt x="1104900" y="352425"/>
                </a:lnTo>
                <a:close/>
                <a:moveTo>
                  <a:pt x="247650" y="352425"/>
                </a:moveTo>
                <a:lnTo>
                  <a:pt x="257175" y="352425"/>
                </a:lnTo>
                <a:lnTo>
                  <a:pt x="257175" y="361950"/>
                </a:lnTo>
                <a:lnTo>
                  <a:pt x="247650" y="361950"/>
                </a:lnTo>
                <a:close/>
                <a:moveTo>
                  <a:pt x="771525" y="352425"/>
                </a:moveTo>
                <a:lnTo>
                  <a:pt x="781050" y="352425"/>
                </a:lnTo>
                <a:lnTo>
                  <a:pt x="781050" y="361950"/>
                </a:lnTo>
                <a:lnTo>
                  <a:pt x="771525" y="361950"/>
                </a:lnTo>
                <a:close/>
                <a:moveTo>
                  <a:pt x="1047750" y="352425"/>
                </a:moveTo>
                <a:lnTo>
                  <a:pt x="1057275" y="352425"/>
                </a:lnTo>
                <a:lnTo>
                  <a:pt x="1057275" y="361950"/>
                </a:lnTo>
                <a:lnTo>
                  <a:pt x="1066800" y="361950"/>
                </a:lnTo>
                <a:lnTo>
                  <a:pt x="1066800" y="419100"/>
                </a:lnTo>
                <a:lnTo>
                  <a:pt x="1076325" y="419100"/>
                </a:lnTo>
                <a:lnTo>
                  <a:pt x="1076325" y="428625"/>
                </a:lnTo>
                <a:lnTo>
                  <a:pt x="1085850" y="428625"/>
                </a:lnTo>
                <a:lnTo>
                  <a:pt x="1085850" y="438150"/>
                </a:lnTo>
                <a:lnTo>
                  <a:pt x="1095375" y="438150"/>
                </a:lnTo>
                <a:lnTo>
                  <a:pt x="1095375" y="447675"/>
                </a:lnTo>
                <a:lnTo>
                  <a:pt x="1114425" y="447675"/>
                </a:lnTo>
                <a:lnTo>
                  <a:pt x="1114425" y="438150"/>
                </a:lnTo>
                <a:lnTo>
                  <a:pt x="1152525" y="438150"/>
                </a:lnTo>
                <a:lnTo>
                  <a:pt x="1152525" y="419100"/>
                </a:lnTo>
                <a:lnTo>
                  <a:pt x="1171575" y="419100"/>
                </a:lnTo>
                <a:lnTo>
                  <a:pt x="1171575" y="428625"/>
                </a:lnTo>
                <a:lnTo>
                  <a:pt x="1181100" y="428625"/>
                </a:lnTo>
                <a:lnTo>
                  <a:pt x="1181100" y="438150"/>
                </a:lnTo>
                <a:lnTo>
                  <a:pt x="1162050" y="438150"/>
                </a:lnTo>
                <a:lnTo>
                  <a:pt x="1162050" y="457200"/>
                </a:lnTo>
                <a:lnTo>
                  <a:pt x="1133475" y="457200"/>
                </a:lnTo>
                <a:lnTo>
                  <a:pt x="1133475" y="466725"/>
                </a:lnTo>
                <a:lnTo>
                  <a:pt x="1123950" y="466725"/>
                </a:lnTo>
                <a:lnTo>
                  <a:pt x="1123950" y="476250"/>
                </a:lnTo>
                <a:lnTo>
                  <a:pt x="1095375" y="476250"/>
                </a:lnTo>
                <a:lnTo>
                  <a:pt x="1095375" y="466725"/>
                </a:lnTo>
                <a:lnTo>
                  <a:pt x="1104900" y="466725"/>
                </a:lnTo>
                <a:lnTo>
                  <a:pt x="1104900" y="457200"/>
                </a:lnTo>
                <a:lnTo>
                  <a:pt x="1076325" y="457200"/>
                </a:lnTo>
                <a:lnTo>
                  <a:pt x="1076325" y="466725"/>
                </a:lnTo>
                <a:lnTo>
                  <a:pt x="1057275" y="466725"/>
                </a:lnTo>
                <a:lnTo>
                  <a:pt x="1057275" y="476250"/>
                </a:lnTo>
                <a:lnTo>
                  <a:pt x="1047750" y="476250"/>
                </a:lnTo>
                <a:lnTo>
                  <a:pt x="1047750" y="466725"/>
                </a:lnTo>
                <a:lnTo>
                  <a:pt x="1038225" y="466725"/>
                </a:lnTo>
                <a:lnTo>
                  <a:pt x="1038225" y="457200"/>
                </a:lnTo>
                <a:lnTo>
                  <a:pt x="1028700" y="457200"/>
                </a:lnTo>
                <a:lnTo>
                  <a:pt x="1028700" y="447675"/>
                </a:lnTo>
                <a:lnTo>
                  <a:pt x="1009650" y="447675"/>
                </a:lnTo>
                <a:lnTo>
                  <a:pt x="1009650" y="438150"/>
                </a:lnTo>
                <a:lnTo>
                  <a:pt x="1019175" y="438150"/>
                </a:lnTo>
                <a:lnTo>
                  <a:pt x="1019175" y="428625"/>
                </a:lnTo>
                <a:lnTo>
                  <a:pt x="1038225" y="428625"/>
                </a:lnTo>
                <a:lnTo>
                  <a:pt x="1038225" y="400050"/>
                </a:lnTo>
                <a:lnTo>
                  <a:pt x="1028700" y="400050"/>
                </a:lnTo>
                <a:lnTo>
                  <a:pt x="1028700" y="361950"/>
                </a:lnTo>
                <a:lnTo>
                  <a:pt x="1047750" y="361950"/>
                </a:lnTo>
                <a:close/>
                <a:moveTo>
                  <a:pt x="1104900" y="361950"/>
                </a:moveTo>
                <a:lnTo>
                  <a:pt x="1114425" y="361950"/>
                </a:lnTo>
                <a:lnTo>
                  <a:pt x="1114425" y="371475"/>
                </a:lnTo>
                <a:lnTo>
                  <a:pt x="1123950" y="371475"/>
                </a:lnTo>
                <a:lnTo>
                  <a:pt x="1123950" y="400050"/>
                </a:lnTo>
                <a:lnTo>
                  <a:pt x="1104900" y="400050"/>
                </a:lnTo>
                <a:lnTo>
                  <a:pt x="1104900" y="409575"/>
                </a:lnTo>
                <a:lnTo>
                  <a:pt x="1095375" y="409575"/>
                </a:lnTo>
                <a:lnTo>
                  <a:pt x="1095375" y="381000"/>
                </a:lnTo>
                <a:lnTo>
                  <a:pt x="1104900" y="381000"/>
                </a:lnTo>
                <a:close/>
                <a:moveTo>
                  <a:pt x="1200150" y="400050"/>
                </a:moveTo>
                <a:lnTo>
                  <a:pt x="1209675" y="400050"/>
                </a:lnTo>
                <a:lnTo>
                  <a:pt x="1209675" y="419100"/>
                </a:lnTo>
                <a:lnTo>
                  <a:pt x="1200150" y="419100"/>
                </a:lnTo>
                <a:close/>
                <a:moveTo>
                  <a:pt x="1104900" y="409575"/>
                </a:moveTo>
                <a:lnTo>
                  <a:pt x="1123950" y="409575"/>
                </a:lnTo>
                <a:lnTo>
                  <a:pt x="1123950" y="419100"/>
                </a:lnTo>
                <a:lnTo>
                  <a:pt x="1104900" y="419100"/>
                </a:lnTo>
                <a:close/>
                <a:moveTo>
                  <a:pt x="323850" y="419100"/>
                </a:moveTo>
                <a:lnTo>
                  <a:pt x="342900" y="419100"/>
                </a:lnTo>
                <a:lnTo>
                  <a:pt x="342900" y="428625"/>
                </a:lnTo>
                <a:lnTo>
                  <a:pt x="323850" y="428625"/>
                </a:lnTo>
                <a:close/>
                <a:moveTo>
                  <a:pt x="561975" y="419100"/>
                </a:moveTo>
                <a:lnTo>
                  <a:pt x="571500" y="419100"/>
                </a:lnTo>
                <a:lnTo>
                  <a:pt x="571500" y="428625"/>
                </a:lnTo>
                <a:lnTo>
                  <a:pt x="581025" y="428625"/>
                </a:lnTo>
                <a:lnTo>
                  <a:pt x="581025" y="438150"/>
                </a:lnTo>
                <a:lnTo>
                  <a:pt x="571500" y="438150"/>
                </a:lnTo>
                <a:lnTo>
                  <a:pt x="571500" y="447675"/>
                </a:lnTo>
                <a:lnTo>
                  <a:pt x="542925" y="447675"/>
                </a:lnTo>
                <a:lnTo>
                  <a:pt x="542925" y="428625"/>
                </a:lnTo>
                <a:lnTo>
                  <a:pt x="561975" y="428625"/>
                </a:lnTo>
                <a:close/>
                <a:moveTo>
                  <a:pt x="409575" y="428625"/>
                </a:moveTo>
                <a:lnTo>
                  <a:pt x="419100" y="428625"/>
                </a:lnTo>
                <a:lnTo>
                  <a:pt x="419100" y="438150"/>
                </a:lnTo>
                <a:lnTo>
                  <a:pt x="409575" y="438150"/>
                </a:lnTo>
                <a:close/>
                <a:moveTo>
                  <a:pt x="638175" y="428625"/>
                </a:moveTo>
                <a:lnTo>
                  <a:pt x="647700" y="428625"/>
                </a:lnTo>
                <a:lnTo>
                  <a:pt x="647700" y="438150"/>
                </a:lnTo>
                <a:lnTo>
                  <a:pt x="638175" y="438150"/>
                </a:lnTo>
                <a:close/>
                <a:moveTo>
                  <a:pt x="400050" y="438150"/>
                </a:moveTo>
                <a:lnTo>
                  <a:pt x="409575" y="438150"/>
                </a:lnTo>
                <a:lnTo>
                  <a:pt x="409575" y="447675"/>
                </a:lnTo>
                <a:lnTo>
                  <a:pt x="400050" y="447675"/>
                </a:lnTo>
                <a:close/>
                <a:moveTo>
                  <a:pt x="495300" y="438150"/>
                </a:moveTo>
                <a:lnTo>
                  <a:pt x="504825" y="438150"/>
                </a:lnTo>
                <a:lnTo>
                  <a:pt x="504825" y="447675"/>
                </a:lnTo>
                <a:lnTo>
                  <a:pt x="495300" y="447675"/>
                </a:lnTo>
                <a:close/>
                <a:moveTo>
                  <a:pt x="390525" y="447675"/>
                </a:moveTo>
                <a:lnTo>
                  <a:pt x="400050" y="447675"/>
                </a:lnTo>
                <a:lnTo>
                  <a:pt x="400050" y="457200"/>
                </a:lnTo>
                <a:lnTo>
                  <a:pt x="390525" y="457200"/>
                </a:lnTo>
                <a:close/>
                <a:moveTo>
                  <a:pt x="1038225" y="457200"/>
                </a:moveTo>
                <a:lnTo>
                  <a:pt x="1047750" y="457200"/>
                </a:lnTo>
                <a:lnTo>
                  <a:pt x="1047750" y="447675"/>
                </a:lnTo>
                <a:lnTo>
                  <a:pt x="1038225" y="447675"/>
                </a:lnTo>
                <a:close/>
                <a:moveTo>
                  <a:pt x="142875" y="485775"/>
                </a:moveTo>
                <a:lnTo>
                  <a:pt x="152400" y="485775"/>
                </a:lnTo>
                <a:lnTo>
                  <a:pt x="152400" y="495300"/>
                </a:lnTo>
                <a:lnTo>
                  <a:pt x="142875" y="495300"/>
                </a:lnTo>
                <a:close/>
                <a:moveTo>
                  <a:pt x="1162050" y="495300"/>
                </a:moveTo>
                <a:lnTo>
                  <a:pt x="1181100" y="495300"/>
                </a:lnTo>
                <a:lnTo>
                  <a:pt x="1181100" y="504825"/>
                </a:lnTo>
                <a:lnTo>
                  <a:pt x="1162050" y="504825"/>
                </a:lnTo>
                <a:close/>
                <a:moveTo>
                  <a:pt x="800100" y="504825"/>
                </a:moveTo>
                <a:lnTo>
                  <a:pt x="809625" y="504825"/>
                </a:lnTo>
                <a:lnTo>
                  <a:pt x="809625" y="514350"/>
                </a:lnTo>
                <a:lnTo>
                  <a:pt x="800100" y="514350"/>
                </a:lnTo>
                <a:close/>
                <a:moveTo>
                  <a:pt x="1152525" y="504825"/>
                </a:moveTo>
                <a:lnTo>
                  <a:pt x="1162050" y="504825"/>
                </a:lnTo>
                <a:lnTo>
                  <a:pt x="1162050" y="552450"/>
                </a:lnTo>
                <a:lnTo>
                  <a:pt x="1143000" y="552450"/>
                </a:lnTo>
                <a:lnTo>
                  <a:pt x="1143000" y="542925"/>
                </a:lnTo>
                <a:lnTo>
                  <a:pt x="1152525" y="542925"/>
                </a:lnTo>
                <a:close/>
                <a:moveTo>
                  <a:pt x="1181100" y="504825"/>
                </a:moveTo>
                <a:lnTo>
                  <a:pt x="1190625" y="504825"/>
                </a:lnTo>
                <a:lnTo>
                  <a:pt x="1190625" y="514350"/>
                </a:lnTo>
                <a:lnTo>
                  <a:pt x="1181100" y="514350"/>
                </a:lnTo>
                <a:close/>
                <a:moveTo>
                  <a:pt x="838200" y="523875"/>
                </a:moveTo>
                <a:lnTo>
                  <a:pt x="866775" y="523875"/>
                </a:lnTo>
                <a:lnTo>
                  <a:pt x="866775" y="533400"/>
                </a:lnTo>
                <a:lnTo>
                  <a:pt x="857250" y="533400"/>
                </a:lnTo>
                <a:lnTo>
                  <a:pt x="857250" y="552450"/>
                </a:lnTo>
                <a:lnTo>
                  <a:pt x="838200" y="552450"/>
                </a:lnTo>
                <a:lnTo>
                  <a:pt x="838200" y="609600"/>
                </a:lnTo>
                <a:lnTo>
                  <a:pt x="828675" y="609600"/>
                </a:lnTo>
                <a:lnTo>
                  <a:pt x="828675" y="561975"/>
                </a:lnTo>
                <a:lnTo>
                  <a:pt x="819150" y="561975"/>
                </a:lnTo>
                <a:lnTo>
                  <a:pt x="819150" y="533400"/>
                </a:lnTo>
                <a:lnTo>
                  <a:pt x="828675" y="533400"/>
                </a:lnTo>
                <a:lnTo>
                  <a:pt x="828675" y="542925"/>
                </a:lnTo>
                <a:lnTo>
                  <a:pt x="838200" y="542925"/>
                </a:lnTo>
                <a:close/>
                <a:moveTo>
                  <a:pt x="1085850" y="523875"/>
                </a:moveTo>
                <a:lnTo>
                  <a:pt x="1095375" y="523875"/>
                </a:lnTo>
                <a:lnTo>
                  <a:pt x="1095375" y="533400"/>
                </a:lnTo>
                <a:lnTo>
                  <a:pt x="1085850" y="533400"/>
                </a:lnTo>
                <a:close/>
                <a:moveTo>
                  <a:pt x="104775" y="533400"/>
                </a:moveTo>
                <a:lnTo>
                  <a:pt x="114300" y="533400"/>
                </a:lnTo>
                <a:lnTo>
                  <a:pt x="114300" y="542925"/>
                </a:lnTo>
                <a:lnTo>
                  <a:pt x="104775" y="542925"/>
                </a:lnTo>
                <a:close/>
                <a:moveTo>
                  <a:pt x="847725" y="561975"/>
                </a:moveTo>
                <a:lnTo>
                  <a:pt x="857250" y="561975"/>
                </a:lnTo>
                <a:lnTo>
                  <a:pt x="857250" y="590550"/>
                </a:lnTo>
                <a:lnTo>
                  <a:pt x="847725" y="590550"/>
                </a:lnTo>
                <a:close/>
                <a:moveTo>
                  <a:pt x="1057275" y="561975"/>
                </a:moveTo>
                <a:lnTo>
                  <a:pt x="1066800" y="561975"/>
                </a:lnTo>
                <a:lnTo>
                  <a:pt x="1066800" y="571500"/>
                </a:lnTo>
                <a:lnTo>
                  <a:pt x="1057275" y="571500"/>
                </a:lnTo>
                <a:close/>
                <a:moveTo>
                  <a:pt x="1181100" y="561975"/>
                </a:moveTo>
                <a:lnTo>
                  <a:pt x="1190625" y="561975"/>
                </a:lnTo>
                <a:lnTo>
                  <a:pt x="1190625" y="590550"/>
                </a:lnTo>
                <a:lnTo>
                  <a:pt x="1181100" y="590550"/>
                </a:lnTo>
                <a:close/>
                <a:moveTo>
                  <a:pt x="1143000" y="581025"/>
                </a:moveTo>
                <a:lnTo>
                  <a:pt x="1162050" y="581025"/>
                </a:lnTo>
                <a:lnTo>
                  <a:pt x="1162050" y="619125"/>
                </a:lnTo>
                <a:lnTo>
                  <a:pt x="1171575" y="619125"/>
                </a:lnTo>
                <a:lnTo>
                  <a:pt x="1171575" y="628650"/>
                </a:lnTo>
                <a:lnTo>
                  <a:pt x="1123950" y="628650"/>
                </a:lnTo>
                <a:lnTo>
                  <a:pt x="1123950" y="619125"/>
                </a:lnTo>
                <a:lnTo>
                  <a:pt x="1143000" y="619125"/>
                </a:lnTo>
                <a:close/>
                <a:moveTo>
                  <a:pt x="95250" y="590550"/>
                </a:moveTo>
                <a:lnTo>
                  <a:pt x="104775" y="590550"/>
                </a:lnTo>
                <a:lnTo>
                  <a:pt x="104775" y="600075"/>
                </a:lnTo>
                <a:lnTo>
                  <a:pt x="95250" y="600075"/>
                </a:lnTo>
                <a:close/>
                <a:moveTo>
                  <a:pt x="1190625" y="600075"/>
                </a:moveTo>
                <a:lnTo>
                  <a:pt x="1200150" y="600075"/>
                </a:lnTo>
                <a:lnTo>
                  <a:pt x="1200150" y="609600"/>
                </a:lnTo>
                <a:lnTo>
                  <a:pt x="1209675" y="609600"/>
                </a:lnTo>
                <a:lnTo>
                  <a:pt x="1209675" y="619125"/>
                </a:lnTo>
                <a:lnTo>
                  <a:pt x="1190625" y="619125"/>
                </a:lnTo>
                <a:close/>
                <a:moveTo>
                  <a:pt x="1181100" y="619125"/>
                </a:moveTo>
                <a:lnTo>
                  <a:pt x="1190625" y="619125"/>
                </a:lnTo>
                <a:lnTo>
                  <a:pt x="1190625" y="628650"/>
                </a:lnTo>
                <a:lnTo>
                  <a:pt x="1181100" y="628650"/>
                </a:lnTo>
                <a:close/>
                <a:moveTo>
                  <a:pt x="238125" y="676275"/>
                </a:moveTo>
                <a:lnTo>
                  <a:pt x="257175" y="676275"/>
                </a:lnTo>
                <a:lnTo>
                  <a:pt x="257175" y="685800"/>
                </a:lnTo>
                <a:lnTo>
                  <a:pt x="238125" y="685800"/>
                </a:lnTo>
                <a:close/>
                <a:moveTo>
                  <a:pt x="485775" y="676275"/>
                </a:moveTo>
                <a:lnTo>
                  <a:pt x="533400" y="676275"/>
                </a:lnTo>
                <a:lnTo>
                  <a:pt x="533400" y="685800"/>
                </a:lnTo>
                <a:lnTo>
                  <a:pt x="485775" y="685800"/>
                </a:lnTo>
                <a:close/>
                <a:moveTo>
                  <a:pt x="590550" y="714375"/>
                </a:moveTo>
                <a:lnTo>
                  <a:pt x="600075" y="714375"/>
                </a:lnTo>
                <a:lnTo>
                  <a:pt x="600075" y="723900"/>
                </a:lnTo>
                <a:lnTo>
                  <a:pt x="590550" y="723900"/>
                </a:lnTo>
                <a:close/>
                <a:moveTo>
                  <a:pt x="600075" y="723900"/>
                </a:moveTo>
                <a:lnTo>
                  <a:pt x="619125" y="723900"/>
                </a:lnTo>
                <a:lnTo>
                  <a:pt x="619125" y="733425"/>
                </a:lnTo>
                <a:lnTo>
                  <a:pt x="600075" y="733425"/>
                </a:lnTo>
                <a:close/>
                <a:moveTo>
                  <a:pt x="647700" y="733425"/>
                </a:moveTo>
                <a:lnTo>
                  <a:pt x="657225" y="733425"/>
                </a:lnTo>
                <a:lnTo>
                  <a:pt x="657225" y="742950"/>
                </a:lnTo>
                <a:lnTo>
                  <a:pt x="647700" y="742950"/>
                </a:lnTo>
                <a:close/>
                <a:moveTo>
                  <a:pt x="685800" y="733425"/>
                </a:moveTo>
                <a:lnTo>
                  <a:pt x="695325" y="733425"/>
                </a:lnTo>
                <a:lnTo>
                  <a:pt x="695325" y="742950"/>
                </a:lnTo>
                <a:lnTo>
                  <a:pt x="685800" y="742950"/>
                </a:lnTo>
                <a:close/>
              </a:path>
            </a:pathLst>
          </a:custGeom>
          <a:solidFill xmlns:a="http://schemas.openxmlformats.org/drawingml/2006/main">
            <a:srgbClr val="F6F6F1"/>
          </a:solidFill>
          <a:ln xmlns:a="http://schemas.openxmlformats.org/drawingml/2006/main" w="0">
            <a:noFill/>
          </a:ln>
        </p:spPr>
      </p:sp>
      <p:sp>
        <p:nvSpPr>
          <p:cNvPr id="253" name="v22 vector #e7eae2">
            <a:extLst xmlns:a="http://schemas.openxmlformats.org/drawingml/2006/main">
              <a:ext uri="{FF2B5EF4-FFF2-40B4-BE49-F238E27FC236}">
                <a16:creationId xmlns:a16="http://schemas.microsoft.com/office/drawing/2014/main" id="{0FB08EF2-EEE6-415C-BD2D-310EF7275E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10675" y="4848225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695325" y="19050"/>
                </a:moveTo>
                <a:lnTo>
                  <a:pt x="704850" y="19050"/>
                </a:lnTo>
                <a:lnTo>
                  <a:pt x="704850" y="28575"/>
                </a:lnTo>
                <a:lnTo>
                  <a:pt x="695325" y="28575"/>
                </a:lnTo>
                <a:close/>
                <a:moveTo>
                  <a:pt x="790575" y="19050"/>
                </a:moveTo>
                <a:lnTo>
                  <a:pt x="800100" y="19050"/>
                </a:lnTo>
                <a:lnTo>
                  <a:pt x="800100" y="28575"/>
                </a:lnTo>
                <a:lnTo>
                  <a:pt x="790575" y="28575"/>
                </a:lnTo>
                <a:close/>
                <a:moveTo>
                  <a:pt x="638175" y="47625"/>
                </a:moveTo>
                <a:lnTo>
                  <a:pt x="647700" y="47625"/>
                </a:lnTo>
                <a:lnTo>
                  <a:pt x="647700" y="57150"/>
                </a:lnTo>
                <a:lnTo>
                  <a:pt x="638175" y="57150"/>
                </a:lnTo>
                <a:close/>
                <a:moveTo>
                  <a:pt x="409575" y="57150"/>
                </a:moveTo>
                <a:lnTo>
                  <a:pt x="419100" y="57150"/>
                </a:lnTo>
                <a:lnTo>
                  <a:pt x="419100" y="66675"/>
                </a:lnTo>
                <a:lnTo>
                  <a:pt x="409575" y="66675"/>
                </a:lnTo>
                <a:close/>
                <a:moveTo>
                  <a:pt x="628650" y="57150"/>
                </a:moveTo>
                <a:lnTo>
                  <a:pt x="638175" y="57150"/>
                </a:lnTo>
                <a:lnTo>
                  <a:pt x="638175" y="66675"/>
                </a:lnTo>
                <a:lnTo>
                  <a:pt x="628650" y="66675"/>
                </a:lnTo>
                <a:close/>
                <a:moveTo>
                  <a:pt x="857250" y="57150"/>
                </a:moveTo>
                <a:lnTo>
                  <a:pt x="866775" y="57150"/>
                </a:lnTo>
                <a:lnTo>
                  <a:pt x="866775" y="66675"/>
                </a:lnTo>
                <a:lnTo>
                  <a:pt x="857250" y="66675"/>
                </a:lnTo>
                <a:close/>
                <a:moveTo>
                  <a:pt x="619125" y="66675"/>
                </a:moveTo>
                <a:lnTo>
                  <a:pt x="628650" y="66675"/>
                </a:lnTo>
                <a:lnTo>
                  <a:pt x="628650" y="76200"/>
                </a:lnTo>
                <a:lnTo>
                  <a:pt x="619125" y="76200"/>
                </a:lnTo>
                <a:close/>
                <a:moveTo>
                  <a:pt x="742950" y="66675"/>
                </a:moveTo>
                <a:lnTo>
                  <a:pt x="762000" y="66675"/>
                </a:lnTo>
                <a:lnTo>
                  <a:pt x="762000" y="76200"/>
                </a:lnTo>
                <a:lnTo>
                  <a:pt x="752475" y="76200"/>
                </a:lnTo>
                <a:lnTo>
                  <a:pt x="752475" y="95250"/>
                </a:lnTo>
                <a:lnTo>
                  <a:pt x="742950" y="95250"/>
                </a:lnTo>
                <a:lnTo>
                  <a:pt x="742950" y="85725"/>
                </a:lnTo>
                <a:lnTo>
                  <a:pt x="733425" y="85725"/>
                </a:lnTo>
                <a:lnTo>
                  <a:pt x="733425" y="76200"/>
                </a:lnTo>
                <a:lnTo>
                  <a:pt x="742950" y="76200"/>
                </a:lnTo>
                <a:close/>
                <a:moveTo>
                  <a:pt x="866775" y="66675"/>
                </a:moveTo>
                <a:lnTo>
                  <a:pt x="876300" y="66675"/>
                </a:lnTo>
                <a:lnTo>
                  <a:pt x="876300" y="76200"/>
                </a:lnTo>
                <a:lnTo>
                  <a:pt x="866775" y="76200"/>
                </a:lnTo>
                <a:close/>
                <a:moveTo>
                  <a:pt x="609600" y="76200"/>
                </a:moveTo>
                <a:lnTo>
                  <a:pt x="619125" y="76200"/>
                </a:lnTo>
                <a:lnTo>
                  <a:pt x="619125" y="85725"/>
                </a:lnTo>
                <a:lnTo>
                  <a:pt x="609600" y="85725"/>
                </a:lnTo>
                <a:close/>
                <a:moveTo>
                  <a:pt x="790575" y="76200"/>
                </a:moveTo>
                <a:lnTo>
                  <a:pt x="800100" y="76200"/>
                </a:lnTo>
                <a:lnTo>
                  <a:pt x="800100" y="85725"/>
                </a:lnTo>
                <a:lnTo>
                  <a:pt x="790575" y="85725"/>
                </a:lnTo>
                <a:close/>
                <a:moveTo>
                  <a:pt x="457200" y="85725"/>
                </a:moveTo>
                <a:lnTo>
                  <a:pt x="466725" y="85725"/>
                </a:lnTo>
                <a:lnTo>
                  <a:pt x="466725" y="95250"/>
                </a:lnTo>
                <a:lnTo>
                  <a:pt x="457200" y="95250"/>
                </a:lnTo>
                <a:close/>
                <a:moveTo>
                  <a:pt x="733425" y="95250"/>
                </a:moveTo>
                <a:lnTo>
                  <a:pt x="742950" y="95250"/>
                </a:lnTo>
                <a:lnTo>
                  <a:pt x="742950" y="104775"/>
                </a:lnTo>
                <a:lnTo>
                  <a:pt x="733425" y="104775"/>
                </a:lnTo>
                <a:close/>
                <a:moveTo>
                  <a:pt x="752475" y="95250"/>
                </a:moveTo>
                <a:lnTo>
                  <a:pt x="762000" y="95250"/>
                </a:lnTo>
                <a:lnTo>
                  <a:pt x="762000" y="104775"/>
                </a:lnTo>
                <a:lnTo>
                  <a:pt x="752475" y="104775"/>
                </a:lnTo>
                <a:close/>
                <a:moveTo>
                  <a:pt x="819150" y="95250"/>
                </a:moveTo>
                <a:lnTo>
                  <a:pt x="828675" y="95250"/>
                </a:lnTo>
                <a:lnTo>
                  <a:pt x="828675" y="104775"/>
                </a:lnTo>
                <a:lnTo>
                  <a:pt x="819150" y="104775"/>
                </a:lnTo>
                <a:close/>
                <a:moveTo>
                  <a:pt x="590550" y="104775"/>
                </a:moveTo>
                <a:lnTo>
                  <a:pt x="600075" y="104775"/>
                </a:lnTo>
                <a:lnTo>
                  <a:pt x="600075" y="114300"/>
                </a:lnTo>
                <a:lnTo>
                  <a:pt x="590550" y="114300"/>
                </a:lnTo>
                <a:close/>
                <a:moveTo>
                  <a:pt x="828675" y="104775"/>
                </a:moveTo>
                <a:lnTo>
                  <a:pt x="838200" y="104775"/>
                </a:lnTo>
                <a:lnTo>
                  <a:pt x="838200" y="114300"/>
                </a:lnTo>
                <a:lnTo>
                  <a:pt x="828675" y="114300"/>
                </a:lnTo>
                <a:close/>
                <a:moveTo>
                  <a:pt x="647700" y="114300"/>
                </a:moveTo>
                <a:lnTo>
                  <a:pt x="657225" y="114300"/>
                </a:lnTo>
                <a:lnTo>
                  <a:pt x="657225" y="123825"/>
                </a:lnTo>
                <a:lnTo>
                  <a:pt x="647700" y="123825"/>
                </a:lnTo>
                <a:close/>
                <a:moveTo>
                  <a:pt x="838200" y="114300"/>
                </a:moveTo>
                <a:lnTo>
                  <a:pt x="847725" y="114300"/>
                </a:lnTo>
                <a:lnTo>
                  <a:pt x="847725" y="123825"/>
                </a:lnTo>
                <a:lnTo>
                  <a:pt x="838200" y="123825"/>
                </a:lnTo>
                <a:close/>
                <a:moveTo>
                  <a:pt x="581025" y="123825"/>
                </a:moveTo>
                <a:lnTo>
                  <a:pt x="590550" y="123825"/>
                </a:lnTo>
                <a:lnTo>
                  <a:pt x="590550" y="133350"/>
                </a:lnTo>
                <a:lnTo>
                  <a:pt x="581025" y="133350"/>
                </a:lnTo>
                <a:close/>
                <a:moveTo>
                  <a:pt x="1095375" y="123825"/>
                </a:moveTo>
                <a:lnTo>
                  <a:pt x="1123950" y="123825"/>
                </a:lnTo>
                <a:lnTo>
                  <a:pt x="1123950" y="133350"/>
                </a:lnTo>
                <a:lnTo>
                  <a:pt x="1095375" y="133350"/>
                </a:lnTo>
                <a:close/>
                <a:moveTo>
                  <a:pt x="219075" y="133350"/>
                </a:moveTo>
                <a:lnTo>
                  <a:pt x="228600" y="133350"/>
                </a:lnTo>
                <a:lnTo>
                  <a:pt x="228600" y="142875"/>
                </a:lnTo>
                <a:lnTo>
                  <a:pt x="219075" y="142875"/>
                </a:lnTo>
                <a:close/>
                <a:moveTo>
                  <a:pt x="504825" y="133350"/>
                </a:moveTo>
                <a:lnTo>
                  <a:pt x="514350" y="133350"/>
                </a:lnTo>
                <a:lnTo>
                  <a:pt x="514350" y="142875"/>
                </a:lnTo>
                <a:lnTo>
                  <a:pt x="504825" y="142875"/>
                </a:lnTo>
                <a:close/>
                <a:moveTo>
                  <a:pt x="847725" y="133350"/>
                </a:moveTo>
                <a:lnTo>
                  <a:pt x="857250" y="133350"/>
                </a:lnTo>
                <a:lnTo>
                  <a:pt x="857250" y="142875"/>
                </a:lnTo>
                <a:lnTo>
                  <a:pt x="847725" y="142875"/>
                </a:lnTo>
                <a:close/>
                <a:moveTo>
                  <a:pt x="904875" y="133350"/>
                </a:moveTo>
                <a:lnTo>
                  <a:pt x="914400" y="133350"/>
                </a:lnTo>
                <a:lnTo>
                  <a:pt x="914400" y="142875"/>
                </a:lnTo>
                <a:lnTo>
                  <a:pt x="904875" y="142875"/>
                </a:lnTo>
                <a:close/>
                <a:moveTo>
                  <a:pt x="1076325" y="133350"/>
                </a:moveTo>
                <a:lnTo>
                  <a:pt x="1085850" y="133350"/>
                </a:lnTo>
                <a:lnTo>
                  <a:pt x="1085850" y="142875"/>
                </a:lnTo>
                <a:lnTo>
                  <a:pt x="1076325" y="142875"/>
                </a:lnTo>
                <a:close/>
                <a:moveTo>
                  <a:pt x="1066800" y="142875"/>
                </a:moveTo>
                <a:lnTo>
                  <a:pt x="1076325" y="142875"/>
                </a:lnTo>
                <a:lnTo>
                  <a:pt x="1076325" y="152400"/>
                </a:lnTo>
                <a:lnTo>
                  <a:pt x="1066800" y="152400"/>
                </a:lnTo>
                <a:close/>
                <a:moveTo>
                  <a:pt x="209550" y="161925"/>
                </a:moveTo>
                <a:lnTo>
                  <a:pt x="219075" y="161925"/>
                </a:lnTo>
                <a:lnTo>
                  <a:pt x="219075" y="200025"/>
                </a:lnTo>
                <a:lnTo>
                  <a:pt x="209550" y="200025"/>
                </a:lnTo>
                <a:close/>
                <a:moveTo>
                  <a:pt x="628650" y="161925"/>
                </a:moveTo>
                <a:lnTo>
                  <a:pt x="638175" y="161925"/>
                </a:lnTo>
                <a:lnTo>
                  <a:pt x="638175" y="171450"/>
                </a:lnTo>
                <a:lnTo>
                  <a:pt x="628650" y="171450"/>
                </a:lnTo>
                <a:close/>
                <a:moveTo>
                  <a:pt x="857250" y="161925"/>
                </a:moveTo>
                <a:lnTo>
                  <a:pt x="866775" y="161925"/>
                </a:lnTo>
                <a:lnTo>
                  <a:pt x="866775" y="180975"/>
                </a:lnTo>
                <a:lnTo>
                  <a:pt x="857250" y="180975"/>
                </a:lnTo>
                <a:close/>
                <a:moveTo>
                  <a:pt x="571500" y="180975"/>
                </a:moveTo>
                <a:lnTo>
                  <a:pt x="581025" y="180975"/>
                </a:lnTo>
                <a:lnTo>
                  <a:pt x="581025" y="200025"/>
                </a:lnTo>
                <a:lnTo>
                  <a:pt x="571500" y="200025"/>
                </a:lnTo>
                <a:close/>
                <a:moveTo>
                  <a:pt x="1066800" y="180975"/>
                </a:moveTo>
                <a:lnTo>
                  <a:pt x="1076325" y="180975"/>
                </a:lnTo>
                <a:lnTo>
                  <a:pt x="1076325" y="190500"/>
                </a:lnTo>
                <a:lnTo>
                  <a:pt x="1066800" y="190500"/>
                </a:lnTo>
                <a:close/>
                <a:moveTo>
                  <a:pt x="1190625" y="180975"/>
                </a:moveTo>
                <a:lnTo>
                  <a:pt x="1200150" y="180975"/>
                </a:lnTo>
                <a:lnTo>
                  <a:pt x="1200150" y="200025"/>
                </a:lnTo>
                <a:lnTo>
                  <a:pt x="1181100" y="200025"/>
                </a:lnTo>
                <a:lnTo>
                  <a:pt x="1181100" y="190500"/>
                </a:lnTo>
                <a:lnTo>
                  <a:pt x="1190625" y="190500"/>
                </a:lnTo>
                <a:close/>
                <a:moveTo>
                  <a:pt x="323850" y="190500"/>
                </a:moveTo>
                <a:lnTo>
                  <a:pt x="333375" y="190500"/>
                </a:lnTo>
                <a:lnTo>
                  <a:pt x="333375" y="200025"/>
                </a:lnTo>
                <a:lnTo>
                  <a:pt x="323850" y="200025"/>
                </a:lnTo>
                <a:close/>
                <a:moveTo>
                  <a:pt x="1076325" y="190500"/>
                </a:moveTo>
                <a:lnTo>
                  <a:pt x="1085850" y="190500"/>
                </a:lnTo>
                <a:lnTo>
                  <a:pt x="1085850" y="200025"/>
                </a:lnTo>
                <a:lnTo>
                  <a:pt x="1076325" y="200025"/>
                </a:lnTo>
                <a:close/>
                <a:moveTo>
                  <a:pt x="352425" y="200025"/>
                </a:moveTo>
                <a:lnTo>
                  <a:pt x="361950" y="200025"/>
                </a:lnTo>
                <a:lnTo>
                  <a:pt x="361950" y="209550"/>
                </a:lnTo>
                <a:lnTo>
                  <a:pt x="352425" y="209550"/>
                </a:lnTo>
                <a:close/>
                <a:moveTo>
                  <a:pt x="857250" y="200025"/>
                </a:moveTo>
                <a:lnTo>
                  <a:pt x="866775" y="200025"/>
                </a:lnTo>
                <a:lnTo>
                  <a:pt x="866775" y="209550"/>
                </a:lnTo>
                <a:lnTo>
                  <a:pt x="857250" y="209550"/>
                </a:lnTo>
                <a:close/>
                <a:moveTo>
                  <a:pt x="1104900" y="200025"/>
                </a:moveTo>
                <a:lnTo>
                  <a:pt x="1114425" y="200025"/>
                </a:lnTo>
                <a:lnTo>
                  <a:pt x="1114425" y="209550"/>
                </a:lnTo>
                <a:lnTo>
                  <a:pt x="1104900" y="209550"/>
                </a:lnTo>
                <a:close/>
                <a:moveTo>
                  <a:pt x="1171575" y="200025"/>
                </a:moveTo>
                <a:lnTo>
                  <a:pt x="1181100" y="200025"/>
                </a:lnTo>
                <a:lnTo>
                  <a:pt x="1181100" y="209550"/>
                </a:lnTo>
                <a:lnTo>
                  <a:pt x="1171575" y="209550"/>
                </a:lnTo>
                <a:close/>
                <a:moveTo>
                  <a:pt x="390525" y="209550"/>
                </a:moveTo>
                <a:lnTo>
                  <a:pt x="400050" y="209550"/>
                </a:lnTo>
                <a:lnTo>
                  <a:pt x="400050" y="219075"/>
                </a:lnTo>
                <a:lnTo>
                  <a:pt x="390525" y="219075"/>
                </a:lnTo>
                <a:close/>
                <a:moveTo>
                  <a:pt x="628650" y="209550"/>
                </a:moveTo>
                <a:lnTo>
                  <a:pt x="638175" y="209550"/>
                </a:lnTo>
                <a:lnTo>
                  <a:pt x="638175" y="219075"/>
                </a:lnTo>
                <a:lnTo>
                  <a:pt x="628650" y="219075"/>
                </a:lnTo>
                <a:close/>
                <a:moveTo>
                  <a:pt x="1152525" y="209550"/>
                </a:moveTo>
                <a:lnTo>
                  <a:pt x="1171575" y="209550"/>
                </a:lnTo>
                <a:lnTo>
                  <a:pt x="1171575" y="219075"/>
                </a:lnTo>
                <a:lnTo>
                  <a:pt x="1152525" y="219075"/>
                </a:lnTo>
                <a:close/>
                <a:moveTo>
                  <a:pt x="1066800" y="219075"/>
                </a:moveTo>
                <a:lnTo>
                  <a:pt x="1076325" y="219075"/>
                </a:lnTo>
                <a:lnTo>
                  <a:pt x="1076325" y="228600"/>
                </a:lnTo>
                <a:lnTo>
                  <a:pt x="1066800" y="228600"/>
                </a:lnTo>
                <a:close/>
                <a:moveTo>
                  <a:pt x="1152525" y="228600"/>
                </a:moveTo>
                <a:lnTo>
                  <a:pt x="1162050" y="228600"/>
                </a:lnTo>
                <a:lnTo>
                  <a:pt x="1162050" y="238125"/>
                </a:lnTo>
                <a:lnTo>
                  <a:pt x="1152525" y="238125"/>
                </a:lnTo>
                <a:close/>
                <a:moveTo>
                  <a:pt x="266700" y="238125"/>
                </a:moveTo>
                <a:lnTo>
                  <a:pt x="276225" y="238125"/>
                </a:lnTo>
                <a:lnTo>
                  <a:pt x="276225" y="247650"/>
                </a:lnTo>
                <a:lnTo>
                  <a:pt x="266700" y="247650"/>
                </a:lnTo>
                <a:close/>
                <a:moveTo>
                  <a:pt x="457200" y="238125"/>
                </a:moveTo>
                <a:lnTo>
                  <a:pt x="466725" y="238125"/>
                </a:lnTo>
                <a:lnTo>
                  <a:pt x="466725" y="247650"/>
                </a:lnTo>
                <a:lnTo>
                  <a:pt x="457200" y="247650"/>
                </a:lnTo>
                <a:close/>
                <a:moveTo>
                  <a:pt x="581025" y="238125"/>
                </a:moveTo>
                <a:lnTo>
                  <a:pt x="590550" y="238125"/>
                </a:lnTo>
                <a:lnTo>
                  <a:pt x="590550" y="247650"/>
                </a:lnTo>
                <a:lnTo>
                  <a:pt x="581025" y="247650"/>
                </a:lnTo>
                <a:close/>
                <a:moveTo>
                  <a:pt x="638175" y="238125"/>
                </a:moveTo>
                <a:lnTo>
                  <a:pt x="647700" y="238125"/>
                </a:lnTo>
                <a:lnTo>
                  <a:pt x="647700" y="247650"/>
                </a:lnTo>
                <a:lnTo>
                  <a:pt x="638175" y="247650"/>
                </a:lnTo>
                <a:close/>
                <a:moveTo>
                  <a:pt x="781050" y="238125"/>
                </a:moveTo>
                <a:lnTo>
                  <a:pt x="790575" y="238125"/>
                </a:lnTo>
                <a:lnTo>
                  <a:pt x="790575" y="247650"/>
                </a:lnTo>
                <a:lnTo>
                  <a:pt x="781050" y="247650"/>
                </a:lnTo>
                <a:close/>
                <a:moveTo>
                  <a:pt x="1162050" y="238125"/>
                </a:moveTo>
                <a:lnTo>
                  <a:pt x="1171575" y="238125"/>
                </a:lnTo>
                <a:lnTo>
                  <a:pt x="1171575" y="247650"/>
                </a:lnTo>
                <a:lnTo>
                  <a:pt x="1162050" y="247650"/>
                </a:lnTo>
                <a:close/>
                <a:moveTo>
                  <a:pt x="257175" y="247650"/>
                </a:moveTo>
                <a:lnTo>
                  <a:pt x="266700" y="247650"/>
                </a:lnTo>
                <a:lnTo>
                  <a:pt x="266700" y="257175"/>
                </a:lnTo>
                <a:lnTo>
                  <a:pt x="257175" y="257175"/>
                </a:lnTo>
                <a:close/>
                <a:moveTo>
                  <a:pt x="523875" y="247650"/>
                </a:moveTo>
                <a:lnTo>
                  <a:pt x="533400" y="247650"/>
                </a:lnTo>
                <a:lnTo>
                  <a:pt x="533400" y="257175"/>
                </a:lnTo>
                <a:lnTo>
                  <a:pt x="523875" y="257175"/>
                </a:lnTo>
                <a:close/>
                <a:moveTo>
                  <a:pt x="1171575" y="247650"/>
                </a:moveTo>
                <a:lnTo>
                  <a:pt x="1181100" y="247650"/>
                </a:lnTo>
                <a:lnTo>
                  <a:pt x="1181100" y="257175"/>
                </a:lnTo>
                <a:lnTo>
                  <a:pt x="1171575" y="257175"/>
                </a:lnTo>
                <a:close/>
                <a:moveTo>
                  <a:pt x="200025" y="257175"/>
                </a:moveTo>
                <a:lnTo>
                  <a:pt x="209550" y="257175"/>
                </a:lnTo>
                <a:lnTo>
                  <a:pt x="209550" y="285750"/>
                </a:lnTo>
                <a:lnTo>
                  <a:pt x="200025" y="285750"/>
                </a:lnTo>
                <a:close/>
                <a:moveTo>
                  <a:pt x="895350" y="257175"/>
                </a:moveTo>
                <a:lnTo>
                  <a:pt x="904875" y="257175"/>
                </a:lnTo>
                <a:lnTo>
                  <a:pt x="904875" y="266700"/>
                </a:lnTo>
                <a:lnTo>
                  <a:pt x="895350" y="266700"/>
                </a:lnTo>
                <a:close/>
                <a:moveTo>
                  <a:pt x="885825" y="276225"/>
                </a:moveTo>
                <a:lnTo>
                  <a:pt x="895350" y="276225"/>
                </a:lnTo>
                <a:lnTo>
                  <a:pt x="895350" y="285750"/>
                </a:lnTo>
                <a:lnTo>
                  <a:pt x="885825" y="285750"/>
                </a:lnTo>
                <a:close/>
                <a:moveTo>
                  <a:pt x="257175" y="285750"/>
                </a:moveTo>
                <a:lnTo>
                  <a:pt x="266700" y="285750"/>
                </a:lnTo>
                <a:lnTo>
                  <a:pt x="266700" y="314325"/>
                </a:lnTo>
                <a:lnTo>
                  <a:pt x="257175" y="314325"/>
                </a:lnTo>
                <a:close/>
                <a:moveTo>
                  <a:pt x="523875" y="285750"/>
                </a:moveTo>
                <a:lnTo>
                  <a:pt x="533400" y="285750"/>
                </a:lnTo>
                <a:lnTo>
                  <a:pt x="533400" y="295275"/>
                </a:lnTo>
                <a:lnTo>
                  <a:pt x="523875" y="295275"/>
                </a:lnTo>
                <a:close/>
                <a:moveTo>
                  <a:pt x="466725" y="304800"/>
                </a:moveTo>
                <a:lnTo>
                  <a:pt x="476250" y="304800"/>
                </a:lnTo>
                <a:lnTo>
                  <a:pt x="476250" y="314325"/>
                </a:lnTo>
                <a:lnTo>
                  <a:pt x="466725" y="314325"/>
                </a:lnTo>
                <a:close/>
                <a:moveTo>
                  <a:pt x="514350" y="304800"/>
                </a:moveTo>
                <a:lnTo>
                  <a:pt x="523875" y="304800"/>
                </a:lnTo>
                <a:lnTo>
                  <a:pt x="523875" y="314325"/>
                </a:lnTo>
                <a:lnTo>
                  <a:pt x="514350" y="314325"/>
                </a:lnTo>
                <a:close/>
                <a:moveTo>
                  <a:pt x="504825" y="314325"/>
                </a:moveTo>
                <a:lnTo>
                  <a:pt x="514350" y="314325"/>
                </a:lnTo>
                <a:lnTo>
                  <a:pt x="514350" y="323850"/>
                </a:lnTo>
                <a:lnTo>
                  <a:pt x="504825" y="323850"/>
                </a:lnTo>
                <a:close/>
                <a:moveTo>
                  <a:pt x="1123950" y="314325"/>
                </a:moveTo>
                <a:lnTo>
                  <a:pt x="1133475" y="314325"/>
                </a:lnTo>
                <a:lnTo>
                  <a:pt x="1133475" y="323850"/>
                </a:lnTo>
                <a:lnTo>
                  <a:pt x="1123950" y="323850"/>
                </a:lnTo>
                <a:close/>
                <a:moveTo>
                  <a:pt x="1143000" y="314325"/>
                </a:moveTo>
                <a:lnTo>
                  <a:pt x="1152525" y="314325"/>
                </a:lnTo>
                <a:lnTo>
                  <a:pt x="1152525" y="323850"/>
                </a:lnTo>
                <a:lnTo>
                  <a:pt x="1143000" y="323850"/>
                </a:lnTo>
                <a:close/>
                <a:moveTo>
                  <a:pt x="838200" y="323850"/>
                </a:moveTo>
                <a:lnTo>
                  <a:pt x="847725" y="323850"/>
                </a:lnTo>
                <a:lnTo>
                  <a:pt x="847725" y="333375"/>
                </a:lnTo>
                <a:lnTo>
                  <a:pt x="838200" y="333375"/>
                </a:lnTo>
                <a:close/>
                <a:moveTo>
                  <a:pt x="1076325" y="323850"/>
                </a:moveTo>
                <a:lnTo>
                  <a:pt x="1085850" y="323850"/>
                </a:lnTo>
                <a:lnTo>
                  <a:pt x="1085850" y="333375"/>
                </a:lnTo>
                <a:lnTo>
                  <a:pt x="1076325" y="333375"/>
                </a:lnTo>
                <a:close/>
                <a:moveTo>
                  <a:pt x="457200" y="333375"/>
                </a:moveTo>
                <a:lnTo>
                  <a:pt x="466725" y="333375"/>
                </a:lnTo>
                <a:lnTo>
                  <a:pt x="466725" y="342900"/>
                </a:lnTo>
                <a:lnTo>
                  <a:pt x="457200" y="342900"/>
                </a:lnTo>
                <a:close/>
                <a:moveTo>
                  <a:pt x="1066800" y="333375"/>
                </a:moveTo>
                <a:lnTo>
                  <a:pt x="1076325" y="333375"/>
                </a:lnTo>
                <a:lnTo>
                  <a:pt x="1076325" y="342900"/>
                </a:lnTo>
                <a:lnTo>
                  <a:pt x="1066800" y="342900"/>
                </a:lnTo>
                <a:close/>
                <a:moveTo>
                  <a:pt x="800100" y="342900"/>
                </a:moveTo>
                <a:lnTo>
                  <a:pt x="809625" y="342900"/>
                </a:lnTo>
                <a:lnTo>
                  <a:pt x="809625" y="352425"/>
                </a:lnTo>
                <a:lnTo>
                  <a:pt x="800100" y="352425"/>
                </a:lnTo>
                <a:close/>
                <a:moveTo>
                  <a:pt x="1057275" y="342900"/>
                </a:moveTo>
                <a:lnTo>
                  <a:pt x="1066800" y="342900"/>
                </a:lnTo>
                <a:lnTo>
                  <a:pt x="1066800" y="361950"/>
                </a:lnTo>
                <a:lnTo>
                  <a:pt x="1057275" y="361950"/>
                </a:lnTo>
                <a:close/>
                <a:moveTo>
                  <a:pt x="1114425" y="342900"/>
                </a:moveTo>
                <a:lnTo>
                  <a:pt x="1123950" y="342900"/>
                </a:lnTo>
                <a:lnTo>
                  <a:pt x="1123950" y="352425"/>
                </a:lnTo>
                <a:lnTo>
                  <a:pt x="1114425" y="352425"/>
                </a:lnTo>
                <a:close/>
                <a:moveTo>
                  <a:pt x="1181100" y="342900"/>
                </a:moveTo>
                <a:lnTo>
                  <a:pt x="1190625" y="342900"/>
                </a:lnTo>
                <a:lnTo>
                  <a:pt x="1190625" y="352425"/>
                </a:lnTo>
                <a:lnTo>
                  <a:pt x="1181100" y="352425"/>
                </a:lnTo>
                <a:close/>
                <a:moveTo>
                  <a:pt x="714375" y="352425"/>
                </a:moveTo>
                <a:lnTo>
                  <a:pt x="733425" y="352425"/>
                </a:lnTo>
                <a:lnTo>
                  <a:pt x="733425" y="361950"/>
                </a:lnTo>
                <a:lnTo>
                  <a:pt x="714375" y="361950"/>
                </a:lnTo>
                <a:close/>
                <a:moveTo>
                  <a:pt x="762000" y="352425"/>
                </a:moveTo>
                <a:lnTo>
                  <a:pt x="771525" y="352425"/>
                </a:lnTo>
                <a:lnTo>
                  <a:pt x="771525" y="361950"/>
                </a:lnTo>
                <a:lnTo>
                  <a:pt x="762000" y="361950"/>
                </a:lnTo>
                <a:close/>
                <a:moveTo>
                  <a:pt x="1104900" y="352425"/>
                </a:moveTo>
                <a:lnTo>
                  <a:pt x="1114425" y="352425"/>
                </a:lnTo>
                <a:lnTo>
                  <a:pt x="1114425" y="361950"/>
                </a:lnTo>
                <a:lnTo>
                  <a:pt x="1104900" y="361950"/>
                </a:lnTo>
                <a:close/>
                <a:moveTo>
                  <a:pt x="1171575" y="352425"/>
                </a:moveTo>
                <a:lnTo>
                  <a:pt x="1181100" y="352425"/>
                </a:lnTo>
                <a:lnTo>
                  <a:pt x="1181100" y="361950"/>
                </a:lnTo>
                <a:lnTo>
                  <a:pt x="1171575" y="361950"/>
                </a:lnTo>
                <a:close/>
                <a:moveTo>
                  <a:pt x="257175" y="361950"/>
                </a:moveTo>
                <a:lnTo>
                  <a:pt x="266700" y="361950"/>
                </a:lnTo>
                <a:lnTo>
                  <a:pt x="266700" y="371475"/>
                </a:lnTo>
                <a:lnTo>
                  <a:pt x="257175" y="371475"/>
                </a:lnTo>
                <a:close/>
                <a:moveTo>
                  <a:pt x="466725" y="361950"/>
                </a:moveTo>
                <a:lnTo>
                  <a:pt x="476250" y="361950"/>
                </a:lnTo>
                <a:lnTo>
                  <a:pt x="476250" y="371475"/>
                </a:lnTo>
                <a:lnTo>
                  <a:pt x="466725" y="371475"/>
                </a:lnTo>
                <a:close/>
                <a:moveTo>
                  <a:pt x="1114425" y="361950"/>
                </a:moveTo>
                <a:lnTo>
                  <a:pt x="1123950" y="361950"/>
                </a:lnTo>
                <a:lnTo>
                  <a:pt x="1123950" y="371475"/>
                </a:lnTo>
                <a:lnTo>
                  <a:pt x="1114425" y="371475"/>
                </a:lnTo>
                <a:close/>
                <a:moveTo>
                  <a:pt x="1152525" y="361950"/>
                </a:moveTo>
                <a:lnTo>
                  <a:pt x="1171575" y="361950"/>
                </a:lnTo>
                <a:lnTo>
                  <a:pt x="1171575" y="371475"/>
                </a:lnTo>
                <a:lnTo>
                  <a:pt x="1152525" y="371475"/>
                </a:lnTo>
                <a:close/>
                <a:moveTo>
                  <a:pt x="1200150" y="361950"/>
                </a:moveTo>
                <a:lnTo>
                  <a:pt x="1209675" y="361950"/>
                </a:lnTo>
                <a:lnTo>
                  <a:pt x="1209675" y="381000"/>
                </a:lnTo>
                <a:lnTo>
                  <a:pt x="1200150" y="381000"/>
                </a:lnTo>
                <a:close/>
                <a:moveTo>
                  <a:pt x="1066800" y="371475"/>
                </a:moveTo>
                <a:lnTo>
                  <a:pt x="1076325" y="371475"/>
                </a:lnTo>
                <a:lnTo>
                  <a:pt x="1076325" y="419100"/>
                </a:lnTo>
                <a:lnTo>
                  <a:pt x="1066800" y="419100"/>
                </a:lnTo>
                <a:close/>
                <a:moveTo>
                  <a:pt x="1095375" y="371475"/>
                </a:moveTo>
                <a:lnTo>
                  <a:pt x="1104900" y="371475"/>
                </a:lnTo>
                <a:lnTo>
                  <a:pt x="1104900" y="381000"/>
                </a:lnTo>
                <a:lnTo>
                  <a:pt x="1095375" y="381000"/>
                </a:lnTo>
                <a:close/>
                <a:moveTo>
                  <a:pt x="400050" y="390525"/>
                </a:moveTo>
                <a:lnTo>
                  <a:pt x="409575" y="390525"/>
                </a:lnTo>
                <a:lnTo>
                  <a:pt x="409575" y="400050"/>
                </a:lnTo>
                <a:lnTo>
                  <a:pt x="400050" y="400050"/>
                </a:lnTo>
                <a:close/>
                <a:moveTo>
                  <a:pt x="314325" y="409575"/>
                </a:moveTo>
                <a:lnTo>
                  <a:pt x="323850" y="409575"/>
                </a:lnTo>
                <a:lnTo>
                  <a:pt x="323850" y="438150"/>
                </a:lnTo>
                <a:lnTo>
                  <a:pt x="314325" y="438150"/>
                </a:lnTo>
                <a:lnTo>
                  <a:pt x="314325" y="428625"/>
                </a:lnTo>
                <a:lnTo>
                  <a:pt x="304800" y="428625"/>
                </a:lnTo>
                <a:lnTo>
                  <a:pt x="304800" y="419100"/>
                </a:lnTo>
                <a:lnTo>
                  <a:pt x="314325" y="419100"/>
                </a:lnTo>
                <a:close/>
                <a:moveTo>
                  <a:pt x="390525" y="419100"/>
                </a:moveTo>
                <a:lnTo>
                  <a:pt x="400050" y="419100"/>
                </a:lnTo>
                <a:lnTo>
                  <a:pt x="400050" y="428625"/>
                </a:lnTo>
                <a:lnTo>
                  <a:pt x="390525" y="428625"/>
                </a:lnTo>
                <a:close/>
                <a:moveTo>
                  <a:pt x="409575" y="419100"/>
                </a:moveTo>
                <a:lnTo>
                  <a:pt x="419100" y="419100"/>
                </a:lnTo>
                <a:lnTo>
                  <a:pt x="419100" y="428625"/>
                </a:lnTo>
                <a:lnTo>
                  <a:pt x="409575" y="428625"/>
                </a:lnTo>
                <a:close/>
                <a:moveTo>
                  <a:pt x="1104900" y="419100"/>
                </a:moveTo>
                <a:lnTo>
                  <a:pt x="1114425" y="419100"/>
                </a:lnTo>
                <a:lnTo>
                  <a:pt x="1114425" y="428625"/>
                </a:lnTo>
                <a:lnTo>
                  <a:pt x="1133475" y="428625"/>
                </a:lnTo>
                <a:lnTo>
                  <a:pt x="1133475" y="438150"/>
                </a:lnTo>
                <a:lnTo>
                  <a:pt x="1114425" y="438150"/>
                </a:lnTo>
                <a:lnTo>
                  <a:pt x="1114425" y="447675"/>
                </a:lnTo>
                <a:lnTo>
                  <a:pt x="1095375" y="447675"/>
                </a:lnTo>
                <a:lnTo>
                  <a:pt x="1095375" y="438150"/>
                </a:lnTo>
                <a:lnTo>
                  <a:pt x="1104900" y="438150"/>
                </a:lnTo>
                <a:close/>
                <a:moveTo>
                  <a:pt x="466725" y="428625"/>
                </a:moveTo>
                <a:lnTo>
                  <a:pt x="476250" y="428625"/>
                </a:lnTo>
                <a:lnTo>
                  <a:pt x="476250" y="438150"/>
                </a:lnTo>
                <a:lnTo>
                  <a:pt x="466725" y="438150"/>
                </a:lnTo>
                <a:close/>
                <a:moveTo>
                  <a:pt x="647700" y="428625"/>
                </a:moveTo>
                <a:lnTo>
                  <a:pt x="657225" y="428625"/>
                </a:lnTo>
                <a:lnTo>
                  <a:pt x="657225" y="438150"/>
                </a:lnTo>
                <a:lnTo>
                  <a:pt x="647700" y="438150"/>
                </a:lnTo>
                <a:close/>
                <a:moveTo>
                  <a:pt x="685800" y="428625"/>
                </a:moveTo>
                <a:lnTo>
                  <a:pt x="695325" y="428625"/>
                </a:lnTo>
                <a:lnTo>
                  <a:pt x="695325" y="438150"/>
                </a:lnTo>
                <a:lnTo>
                  <a:pt x="685800" y="438150"/>
                </a:lnTo>
                <a:close/>
                <a:moveTo>
                  <a:pt x="1143000" y="428625"/>
                </a:moveTo>
                <a:lnTo>
                  <a:pt x="1152525" y="428625"/>
                </a:lnTo>
                <a:lnTo>
                  <a:pt x="1152525" y="438150"/>
                </a:lnTo>
                <a:lnTo>
                  <a:pt x="1143000" y="438150"/>
                </a:lnTo>
                <a:close/>
                <a:moveTo>
                  <a:pt x="238125" y="438150"/>
                </a:moveTo>
                <a:lnTo>
                  <a:pt x="247650" y="438150"/>
                </a:lnTo>
                <a:lnTo>
                  <a:pt x="247650" y="447675"/>
                </a:lnTo>
                <a:lnTo>
                  <a:pt x="238125" y="447675"/>
                </a:lnTo>
                <a:close/>
                <a:moveTo>
                  <a:pt x="323850" y="438150"/>
                </a:moveTo>
                <a:lnTo>
                  <a:pt x="333375" y="438150"/>
                </a:lnTo>
                <a:lnTo>
                  <a:pt x="333375" y="447675"/>
                </a:lnTo>
                <a:lnTo>
                  <a:pt x="323850" y="447675"/>
                </a:lnTo>
                <a:close/>
                <a:moveTo>
                  <a:pt x="485775" y="438150"/>
                </a:moveTo>
                <a:lnTo>
                  <a:pt x="495300" y="438150"/>
                </a:lnTo>
                <a:lnTo>
                  <a:pt x="495300" y="447675"/>
                </a:lnTo>
                <a:lnTo>
                  <a:pt x="485775" y="447675"/>
                </a:lnTo>
                <a:close/>
                <a:moveTo>
                  <a:pt x="609600" y="438150"/>
                </a:moveTo>
                <a:lnTo>
                  <a:pt x="619125" y="438150"/>
                </a:lnTo>
                <a:lnTo>
                  <a:pt x="619125" y="447675"/>
                </a:lnTo>
                <a:lnTo>
                  <a:pt x="609600" y="447675"/>
                </a:lnTo>
                <a:close/>
                <a:moveTo>
                  <a:pt x="1190625" y="438150"/>
                </a:moveTo>
                <a:lnTo>
                  <a:pt x="1209675" y="438150"/>
                </a:lnTo>
                <a:lnTo>
                  <a:pt x="1209675" y="447675"/>
                </a:lnTo>
                <a:lnTo>
                  <a:pt x="1190625" y="447675"/>
                </a:lnTo>
                <a:close/>
                <a:moveTo>
                  <a:pt x="219075" y="447675"/>
                </a:moveTo>
                <a:lnTo>
                  <a:pt x="228600" y="447675"/>
                </a:lnTo>
                <a:lnTo>
                  <a:pt x="228600" y="457200"/>
                </a:lnTo>
                <a:lnTo>
                  <a:pt x="219075" y="457200"/>
                </a:lnTo>
                <a:close/>
                <a:moveTo>
                  <a:pt x="333375" y="447675"/>
                </a:moveTo>
                <a:lnTo>
                  <a:pt x="342900" y="447675"/>
                </a:lnTo>
                <a:lnTo>
                  <a:pt x="342900" y="457200"/>
                </a:lnTo>
                <a:lnTo>
                  <a:pt x="333375" y="457200"/>
                </a:lnTo>
                <a:close/>
                <a:moveTo>
                  <a:pt x="590550" y="447675"/>
                </a:moveTo>
                <a:lnTo>
                  <a:pt x="600075" y="447675"/>
                </a:lnTo>
                <a:lnTo>
                  <a:pt x="600075" y="457200"/>
                </a:lnTo>
                <a:lnTo>
                  <a:pt x="590550" y="457200"/>
                </a:lnTo>
                <a:close/>
                <a:moveTo>
                  <a:pt x="190500" y="457200"/>
                </a:moveTo>
                <a:lnTo>
                  <a:pt x="200025" y="457200"/>
                </a:lnTo>
                <a:lnTo>
                  <a:pt x="200025" y="466725"/>
                </a:lnTo>
                <a:lnTo>
                  <a:pt x="190500" y="466725"/>
                </a:lnTo>
                <a:close/>
                <a:moveTo>
                  <a:pt x="342900" y="457200"/>
                </a:moveTo>
                <a:lnTo>
                  <a:pt x="352425" y="457200"/>
                </a:lnTo>
                <a:lnTo>
                  <a:pt x="352425" y="466725"/>
                </a:lnTo>
                <a:lnTo>
                  <a:pt x="342900" y="466725"/>
                </a:lnTo>
                <a:close/>
                <a:moveTo>
                  <a:pt x="381000" y="457200"/>
                </a:moveTo>
                <a:lnTo>
                  <a:pt x="390525" y="457200"/>
                </a:lnTo>
                <a:lnTo>
                  <a:pt x="390525" y="466725"/>
                </a:lnTo>
                <a:lnTo>
                  <a:pt x="381000" y="466725"/>
                </a:lnTo>
                <a:close/>
                <a:moveTo>
                  <a:pt x="533400" y="457200"/>
                </a:moveTo>
                <a:lnTo>
                  <a:pt x="542925" y="457200"/>
                </a:lnTo>
                <a:lnTo>
                  <a:pt x="542925" y="466725"/>
                </a:lnTo>
                <a:lnTo>
                  <a:pt x="533400" y="466725"/>
                </a:lnTo>
                <a:close/>
                <a:moveTo>
                  <a:pt x="171450" y="466725"/>
                </a:moveTo>
                <a:lnTo>
                  <a:pt x="180975" y="466725"/>
                </a:lnTo>
                <a:lnTo>
                  <a:pt x="180975" y="476250"/>
                </a:lnTo>
                <a:lnTo>
                  <a:pt x="171450" y="476250"/>
                </a:lnTo>
                <a:close/>
                <a:moveTo>
                  <a:pt x="352425" y="466725"/>
                </a:moveTo>
                <a:lnTo>
                  <a:pt x="371475" y="466725"/>
                </a:lnTo>
                <a:lnTo>
                  <a:pt x="371475" y="476250"/>
                </a:lnTo>
                <a:lnTo>
                  <a:pt x="352425" y="476250"/>
                </a:lnTo>
                <a:close/>
                <a:moveTo>
                  <a:pt x="552450" y="466725"/>
                </a:moveTo>
                <a:lnTo>
                  <a:pt x="571500" y="466725"/>
                </a:lnTo>
                <a:lnTo>
                  <a:pt x="571500" y="476250"/>
                </a:lnTo>
                <a:lnTo>
                  <a:pt x="552450" y="476250"/>
                </a:lnTo>
                <a:close/>
                <a:moveTo>
                  <a:pt x="628650" y="466725"/>
                </a:moveTo>
                <a:lnTo>
                  <a:pt x="647700" y="466725"/>
                </a:lnTo>
                <a:lnTo>
                  <a:pt x="647700" y="476250"/>
                </a:lnTo>
                <a:lnTo>
                  <a:pt x="628650" y="476250"/>
                </a:lnTo>
                <a:close/>
                <a:moveTo>
                  <a:pt x="685800" y="466725"/>
                </a:moveTo>
                <a:lnTo>
                  <a:pt x="695325" y="466725"/>
                </a:lnTo>
                <a:lnTo>
                  <a:pt x="695325" y="476250"/>
                </a:lnTo>
                <a:lnTo>
                  <a:pt x="685800" y="476250"/>
                </a:lnTo>
                <a:close/>
                <a:moveTo>
                  <a:pt x="600075" y="476250"/>
                </a:moveTo>
                <a:lnTo>
                  <a:pt x="619125" y="476250"/>
                </a:lnTo>
                <a:lnTo>
                  <a:pt x="619125" y="495300"/>
                </a:lnTo>
                <a:lnTo>
                  <a:pt x="609600" y="495300"/>
                </a:lnTo>
                <a:lnTo>
                  <a:pt x="609600" y="504825"/>
                </a:lnTo>
                <a:lnTo>
                  <a:pt x="600075" y="504825"/>
                </a:lnTo>
                <a:lnTo>
                  <a:pt x="600075" y="514350"/>
                </a:lnTo>
                <a:lnTo>
                  <a:pt x="609600" y="514350"/>
                </a:lnTo>
                <a:lnTo>
                  <a:pt x="609600" y="542925"/>
                </a:lnTo>
                <a:lnTo>
                  <a:pt x="600075" y="542925"/>
                </a:lnTo>
                <a:lnTo>
                  <a:pt x="600075" y="552450"/>
                </a:lnTo>
                <a:lnTo>
                  <a:pt x="609600" y="552450"/>
                </a:lnTo>
                <a:lnTo>
                  <a:pt x="609600" y="561975"/>
                </a:lnTo>
                <a:lnTo>
                  <a:pt x="590550" y="561975"/>
                </a:lnTo>
                <a:lnTo>
                  <a:pt x="590550" y="552450"/>
                </a:lnTo>
                <a:lnTo>
                  <a:pt x="581025" y="552450"/>
                </a:lnTo>
                <a:lnTo>
                  <a:pt x="581025" y="542925"/>
                </a:lnTo>
                <a:lnTo>
                  <a:pt x="561975" y="542925"/>
                </a:lnTo>
                <a:lnTo>
                  <a:pt x="561975" y="533400"/>
                </a:lnTo>
                <a:lnTo>
                  <a:pt x="571500" y="533400"/>
                </a:lnTo>
                <a:lnTo>
                  <a:pt x="571500" y="523875"/>
                </a:lnTo>
                <a:lnTo>
                  <a:pt x="581025" y="523875"/>
                </a:lnTo>
                <a:lnTo>
                  <a:pt x="581025" y="514350"/>
                </a:lnTo>
                <a:lnTo>
                  <a:pt x="590550" y="514350"/>
                </a:lnTo>
                <a:lnTo>
                  <a:pt x="590550" y="504825"/>
                </a:lnTo>
                <a:lnTo>
                  <a:pt x="581025" y="504825"/>
                </a:lnTo>
                <a:lnTo>
                  <a:pt x="581025" y="495300"/>
                </a:lnTo>
                <a:lnTo>
                  <a:pt x="590550" y="495300"/>
                </a:lnTo>
                <a:lnTo>
                  <a:pt x="590550" y="485775"/>
                </a:lnTo>
                <a:lnTo>
                  <a:pt x="600075" y="485775"/>
                </a:lnTo>
                <a:close/>
                <a:moveTo>
                  <a:pt x="714375" y="476250"/>
                </a:moveTo>
                <a:lnTo>
                  <a:pt x="723900" y="476250"/>
                </a:lnTo>
                <a:lnTo>
                  <a:pt x="723900" y="485775"/>
                </a:lnTo>
                <a:lnTo>
                  <a:pt x="714375" y="485775"/>
                </a:lnTo>
                <a:close/>
                <a:moveTo>
                  <a:pt x="723900" y="485775"/>
                </a:moveTo>
                <a:lnTo>
                  <a:pt x="733425" y="485775"/>
                </a:lnTo>
                <a:lnTo>
                  <a:pt x="733425" y="495300"/>
                </a:lnTo>
                <a:lnTo>
                  <a:pt x="723900" y="495300"/>
                </a:lnTo>
                <a:close/>
                <a:moveTo>
                  <a:pt x="133350" y="495300"/>
                </a:moveTo>
                <a:lnTo>
                  <a:pt x="142875" y="495300"/>
                </a:lnTo>
                <a:lnTo>
                  <a:pt x="142875" y="504825"/>
                </a:lnTo>
                <a:lnTo>
                  <a:pt x="133350" y="504825"/>
                </a:lnTo>
                <a:close/>
                <a:moveTo>
                  <a:pt x="123825" y="504825"/>
                </a:moveTo>
                <a:lnTo>
                  <a:pt x="133350" y="504825"/>
                </a:lnTo>
                <a:lnTo>
                  <a:pt x="133350" y="514350"/>
                </a:lnTo>
                <a:lnTo>
                  <a:pt x="123825" y="514350"/>
                </a:lnTo>
                <a:close/>
                <a:moveTo>
                  <a:pt x="723900" y="504825"/>
                </a:moveTo>
                <a:lnTo>
                  <a:pt x="733425" y="504825"/>
                </a:lnTo>
                <a:lnTo>
                  <a:pt x="733425" y="514350"/>
                </a:lnTo>
                <a:lnTo>
                  <a:pt x="723900" y="514350"/>
                </a:lnTo>
                <a:close/>
                <a:moveTo>
                  <a:pt x="1181100" y="514350"/>
                </a:moveTo>
                <a:lnTo>
                  <a:pt x="1190625" y="514350"/>
                </a:lnTo>
                <a:lnTo>
                  <a:pt x="1190625" y="561975"/>
                </a:lnTo>
                <a:lnTo>
                  <a:pt x="1181100" y="561975"/>
                </a:lnTo>
                <a:close/>
                <a:moveTo>
                  <a:pt x="809625" y="523875"/>
                </a:moveTo>
                <a:lnTo>
                  <a:pt x="819150" y="523875"/>
                </a:lnTo>
                <a:lnTo>
                  <a:pt x="819150" y="533400"/>
                </a:lnTo>
                <a:lnTo>
                  <a:pt x="809625" y="533400"/>
                </a:lnTo>
                <a:close/>
                <a:moveTo>
                  <a:pt x="1114425" y="523875"/>
                </a:moveTo>
                <a:lnTo>
                  <a:pt x="1123950" y="523875"/>
                </a:lnTo>
                <a:lnTo>
                  <a:pt x="1123950" y="533400"/>
                </a:lnTo>
                <a:lnTo>
                  <a:pt x="1114425" y="533400"/>
                </a:lnTo>
                <a:close/>
                <a:moveTo>
                  <a:pt x="1076325" y="533400"/>
                </a:moveTo>
                <a:lnTo>
                  <a:pt x="1085850" y="533400"/>
                </a:lnTo>
                <a:lnTo>
                  <a:pt x="1085850" y="542925"/>
                </a:lnTo>
                <a:lnTo>
                  <a:pt x="1076325" y="542925"/>
                </a:lnTo>
                <a:close/>
                <a:moveTo>
                  <a:pt x="104775" y="542925"/>
                </a:moveTo>
                <a:lnTo>
                  <a:pt x="114300" y="542925"/>
                </a:lnTo>
                <a:lnTo>
                  <a:pt x="114300" y="552450"/>
                </a:lnTo>
                <a:lnTo>
                  <a:pt x="104775" y="552450"/>
                </a:lnTo>
                <a:close/>
                <a:moveTo>
                  <a:pt x="1066800" y="542925"/>
                </a:moveTo>
                <a:lnTo>
                  <a:pt x="1076325" y="542925"/>
                </a:lnTo>
                <a:lnTo>
                  <a:pt x="1076325" y="552450"/>
                </a:lnTo>
                <a:lnTo>
                  <a:pt x="1066800" y="552450"/>
                </a:lnTo>
                <a:close/>
                <a:moveTo>
                  <a:pt x="676275" y="552450"/>
                </a:moveTo>
                <a:lnTo>
                  <a:pt x="685800" y="552450"/>
                </a:lnTo>
                <a:lnTo>
                  <a:pt x="685800" y="571500"/>
                </a:lnTo>
                <a:lnTo>
                  <a:pt x="676275" y="571500"/>
                </a:lnTo>
                <a:lnTo>
                  <a:pt x="676275" y="581025"/>
                </a:lnTo>
                <a:lnTo>
                  <a:pt x="666750" y="581025"/>
                </a:lnTo>
                <a:lnTo>
                  <a:pt x="666750" y="590550"/>
                </a:lnTo>
                <a:lnTo>
                  <a:pt x="657225" y="590550"/>
                </a:lnTo>
                <a:lnTo>
                  <a:pt x="657225" y="600075"/>
                </a:lnTo>
                <a:lnTo>
                  <a:pt x="638175" y="600075"/>
                </a:lnTo>
                <a:lnTo>
                  <a:pt x="638175" y="590550"/>
                </a:lnTo>
                <a:lnTo>
                  <a:pt x="628650" y="590550"/>
                </a:lnTo>
                <a:lnTo>
                  <a:pt x="628650" y="581025"/>
                </a:lnTo>
                <a:lnTo>
                  <a:pt x="619125" y="581025"/>
                </a:lnTo>
                <a:lnTo>
                  <a:pt x="619125" y="571500"/>
                </a:lnTo>
                <a:lnTo>
                  <a:pt x="638175" y="571500"/>
                </a:lnTo>
                <a:lnTo>
                  <a:pt x="638175" y="581025"/>
                </a:lnTo>
                <a:lnTo>
                  <a:pt x="647700" y="581025"/>
                </a:lnTo>
                <a:lnTo>
                  <a:pt x="647700" y="571500"/>
                </a:lnTo>
                <a:lnTo>
                  <a:pt x="657225" y="571500"/>
                </a:lnTo>
                <a:lnTo>
                  <a:pt x="657225" y="561975"/>
                </a:lnTo>
                <a:lnTo>
                  <a:pt x="676275" y="561975"/>
                </a:lnTo>
                <a:close/>
                <a:moveTo>
                  <a:pt x="742950" y="552450"/>
                </a:moveTo>
                <a:lnTo>
                  <a:pt x="752475" y="552450"/>
                </a:lnTo>
                <a:lnTo>
                  <a:pt x="752475" y="571500"/>
                </a:lnTo>
                <a:lnTo>
                  <a:pt x="742950" y="571500"/>
                </a:lnTo>
                <a:close/>
                <a:moveTo>
                  <a:pt x="1143000" y="552450"/>
                </a:moveTo>
                <a:lnTo>
                  <a:pt x="1162050" y="552450"/>
                </a:lnTo>
                <a:lnTo>
                  <a:pt x="1162050" y="561975"/>
                </a:lnTo>
                <a:lnTo>
                  <a:pt x="1143000" y="561975"/>
                </a:lnTo>
                <a:close/>
                <a:moveTo>
                  <a:pt x="819150" y="561975"/>
                </a:moveTo>
                <a:lnTo>
                  <a:pt x="828675" y="561975"/>
                </a:lnTo>
                <a:lnTo>
                  <a:pt x="828675" y="609600"/>
                </a:lnTo>
                <a:lnTo>
                  <a:pt x="819150" y="609600"/>
                </a:lnTo>
                <a:close/>
                <a:moveTo>
                  <a:pt x="1057275" y="571500"/>
                </a:moveTo>
                <a:lnTo>
                  <a:pt x="1066800" y="571500"/>
                </a:lnTo>
                <a:lnTo>
                  <a:pt x="1066800" y="590550"/>
                </a:lnTo>
                <a:lnTo>
                  <a:pt x="1057275" y="590550"/>
                </a:lnTo>
                <a:close/>
                <a:moveTo>
                  <a:pt x="1143000" y="571500"/>
                </a:moveTo>
                <a:lnTo>
                  <a:pt x="1152525" y="571500"/>
                </a:lnTo>
                <a:lnTo>
                  <a:pt x="1152525" y="581025"/>
                </a:lnTo>
                <a:lnTo>
                  <a:pt x="1143000" y="581025"/>
                </a:lnTo>
                <a:close/>
                <a:moveTo>
                  <a:pt x="1181100" y="590550"/>
                </a:moveTo>
                <a:lnTo>
                  <a:pt x="1190625" y="590550"/>
                </a:lnTo>
                <a:lnTo>
                  <a:pt x="1190625" y="619125"/>
                </a:lnTo>
                <a:lnTo>
                  <a:pt x="1181100" y="619125"/>
                </a:lnTo>
                <a:lnTo>
                  <a:pt x="1181100" y="628650"/>
                </a:lnTo>
                <a:lnTo>
                  <a:pt x="1171575" y="628650"/>
                </a:lnTo>
                <a:lnTo>
                  <a:pt x="1171575" y="619125"/>
                </a:lnTo>
                <a:lnTo>
                  <a:pt x="1162050" y="619125"/>
                </a:lnTo>
                <a:lnTo>
                  <a:pt x="1162050" y="609600"/>
                </a:lnTo>
                <a:lnTo>
                  <a:pt x="1181100" y="609600"/>
                </a:lnTo>
                <a:close/>
                <a:moveTo>
                  <a:pt x="1133475" y="609600"/>
                </a:moveTo>
                <a:lnTo>
                  <a:pt x="1143000" y="609600"/>
                </a:lnTo>
                <a:lnTo>
                  <a:pt x="1143000" y="619125"/>
                </a:lnTo>
                <a:lnTo>
                  <a:pt x="1133475" y="619125"/>
                </a:lnTo>
                <a:close/>
                <a:moveTo>
                  <a:pt x="1085850" y="619125"/>
                </a:moveTo>
                <a:lnTo>
                  <a:pt x="1095375" y="619125"/>
                </a:lnTo>
                <a:lnTo>
                  <a:pt x="1095375" y="628650"/>
                </a:lnTo>
                <a:lnTo>
                  <a:pt x="1085850" y="628650"/>
                </a:lnTo>
                <a:close/>
                <a:moveTo>
                  <a:pt x="114300" y="666750"/>
                </a:moveTo>
                <a:lnTo>
                  <a:pt x="200025" y="666750"/>
                </a:lnTo>
                <a:lnTo>
                  <a:pt x="200025" y="676275"/>
                </a:lnTo>
                <a:lnTo>
                  <a:pt x="114300" y="676275"/>
                </a:lnTo>
                <a:close/>
                <a:moveTo>
                  <a:pt x="228600" y="666750"/>
                </a:moveTo>
                <a:lnTo>
                  <a:pt x="352425" y="666750"/>
                </a:lnTo>
                <a:lnTo>
                  <a:pt x="352425" y="676275"/>
                </a:lnTo>
                <a:lnTo>
                  <a:pt x="228600" y="676275"/>
                </a:lnTo>
                <a:close/>
                <a:moveTo>
                  <a:pt x="371475" y="666750"/>
                </a:moveTo>
                <a:lnTo>
                  <a:pt x="542925" y="666750"/>
                </a:lnTo>
                <a:lnTo>
                  <a:pt x="542925" y="676275"/>
                </a:lnTo>
                <a:lnTo>
                  <a:pt x="371475" y="676275"/>
                </a:lnTo>
                <a:close/>
                <a:moveTo>
                  <a:pt x="657225" y="733425"/>
                </a:moveTo>
                <a:lnTo>
                  <a:pt x="685800" y="733425"/>
                </a:lnTo>
                <a:lnTo>
                  <a:pt x="685800" y="742950"/>
                </a:lnTo>
                <a:lnTo>
                  <a:pt x="657225" y="742950"/>
                </a:lnTo>
                <a:close/>
              </a:path>
            </a:pathLst>
          </a:custGeom>
          <a:solidFill xmlns:a="http://schemas.openxmlformats.org/drawingml/2006/main">
            <a:srgbClr val="E7EAE2"/>
          </a:solidFill>
          <a:ln xmlns:a="http://schemas.openxmlformats.org/drawingml/2006/main" w="0">
            <a:noFill/>
          </a:ln>
        </p:spPr>
      </p:sp>
      <p:sp>
        <p:nvSpPr>
          <p:cNvPr id="254" name="v22 vector #cecfc2">
            <a:extLst xmlns:a="http://schemas.openxmlformats.org/drawingml/2006/main">
              <a:ext uri="{FF2B5EF4-FFF2-40B4-BE49-F238E27FC236}">
                <a16:creationId xmlns:a16="http://schemas.microsoft.com/office/drawing/2014/main" id="{B1AE2737-F312-44DB-B7E6-1308697241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10675" y="4848225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704850" y="19050"/>
                </a:moveTo>
                <a:lnTo>
                  <a:pt x="714375" y="19050"/>
                </a:lnTo>
                <a:lnTo>
                  <a:pt x="714375" y="28575"/>
                </a:lnTo>
                <a:lnTo>
                  <a:pt x="704850" y="28575"/>
                </a:lnTo>
                <a:close/>
                <a:moveTo>
                  <a:pt x="781050" y="19050"/>
                </a:moveTo>
                <a:lnTo>
                  <a:pt x="790575" y="19050"/>
                </a:lnTo>
                <a:lnTo>
                  <a:pt x="790575" y="28575"/>
                </a:lnTo>
                <a:lnTo>
                  <a:pt x="781050" y="28575"/>
                </a:lnTo>
                <a:close/>
                <a:moveTo>
                  <a:pt x="676275" y="28575"/>
                </a:moveTo>
                <a:lnTo>
                  <a:pt x="685800" y="28575"/>
                </a:lnTo>
                <a:lnTo>
                  <a:pt x="685800" y="38100"/>
                </a:lnTo>
                <a:lnTo>
                  <a:pt x="676275" y="38100"/>
                </a:lnTo>
                <a:close/>
                <a:moveTo>
                  <a:pt x="809625" y="28575"/>
                </a:moveTo>
                <a:lnTo>
                  <a:pt x="819150" y="28575"/>
                </a:lnTo>
                <a:lnTo>
                  <a:pt x="819150" y="38100"/>
                </a:lnTo>
                <a:lnTo>
                  <a:pt x="809625" y="38100"/>
                </a:lnTo>
                <a:close/>
                <a:moveTo>
                  <a:pt x="657225" y="38100"/>
                </a:moveTo>
                <a:lnTo>
                  <a:pt x="666750" y="38100"/>
                </a:lnTo>
                <a:lnTo>
                  <a:pt x="666750" y="47625"/>
                </a:lnTo>
                <a:lnTo>
                  <a:pt x="657225" y="47625"/>
                </a:lnTo>
                <a:close/>
                <a:moveTo>
                  <a:pt x="828675" y="38100"/>
                </a:moveTo>
                <a:lnTo>
                  <a:pt x="838200" y="38100"/>
                </a:lnTo>
                <a:lnTo>
                  <a:pt x="838200" y="47625"/>
                </a:lnTo>
                <a:lnTo>
                  <a:pt x="828675" y="47625"/>
                </a:lnTo>
                <a:close/>
                <a:moveTo>
                  <a:pt x="323850" y="57150"/>
                </a:moveTo>
                <a:lnTo>
                  <a:pt x="342900" y="57150"/>
                </a:lnTo>
                <a:lnTo>
                  <a:pt x="342900" y="66675"/>
                </a:lnTo>
                <a:lnTo>
                  <a:pt x="323850" y="66675"/>
                </a:lnTo>
                <a:close/>
                <a:moveTo>
                  <a:pt x="390525" y="57150"/>
                </a:moveTo>
                <a:lnTo>
                  <a:pt x="409575" y="57150"/>
                </a:lnTo>
                <a:lnTo>
                  <a:pt x="409575" y="66675"/>
                </a:lnTo>
                <a:lnTo>
                  <a:pt x="390525" y="66675"/>
                </a:lnTo>
                <a:close/>
                <a:moveTo>
                  <a:pt x="304800" y="66675"/>
                </a:moveTo>
                <a:lnTo>
                  <a:pt x="314325" y="66675"/>
                </a:lnTo>
                <a:lnTo>
                  <a:pt x="314325" y="76200"/>
                </a:lnTo>
                <a:lnTo>
                  <a:pt x="304800" y="76200"/>
                </a:lnTo>
                <a:close/>
                <a:moveTo>
                  <a:pt x="428625" y="66675"/>
                </a:moveTo>
                <a:lnTo>
                  <a:pt x="438150" y="66675"/>
                </a:lnTo>
                <a:lnTo>
                  <a:pt x="438150" y="76200"/>
                </a:lnTo>
                <a:lnTo>
                  <a:pt x="428625" y="76200"/>
                </a:lnTo>
                <a:close/>
                <a:moveTo>
                  <a:pt x="723900" y="66675"/>
                </a:moveTo>
                <a:lnTo>
                  <a:pt x="742950" y="66675"/>
                </a:lnTo>
                <a:lnTo>
                  <a:pt x="742950" y="76200"/>
                </a:lnTo>
                <a:lnTo>
                  <a:pt x="723900" y="76200"/>
                </a:lnTo>
                <a:close/>
                <a:moveTo>
                  <a:pt x="762000" y="66675"/>
                </a:moveTo>
                <a:lnTo>
                  <a:pt x="781050" y="66675"/>
                </a:lnTo>
                <a:lnTo>
                  <a:pt x="781050" y="76200"/>
                </a:lnTo>
                <a:lnTo>
                  <a:pt x="762000" y="76200"/>
                </a:lnTo>
                <a:close/>
                <a:moveTo>
                  <a:pt x="695325" y="76200"/>
                </a:moveTo>
                <a:lnTo>
                  <a:pt x="704850" y="76200"/>
                </a:lnTo>
                <a:lnTo>
                  <a:pt x="704850" y="85725"/>
                </a:lnTo>
                <a:lnTo>
                  <a:pt x="695325" y="85725"/>
                </a:lnTo>
                <a:close/>
                <a:moveTo>
                  <a:pt x="676275" y="85725"/>
                </a:moveTo>
                <a:lnTo>
                  <a:pt x="685800" y="85725"/>
                </a:lnTo>
                <a:lnTo>
                  <a:pt x="685800" y="95250"/>
                </a:lnTo>
                <a:lnTo>
                  <a:pt x="676275" y="95250"/>
                </a:lnTo>
                <a:close/>
                <a:moveTo>
                  <a:pt x="809625" y="85725"/>
                </a:moveTo>
                <a:lnTo>
                  <a:pt x="819150" y="85725"/>
                </a:lnTo>
                <a:lnTo>
                  <a:pt x="819150" y="95250"/>
                </a:lnTo>
                <a:lnTo>
                  <a:pt x="809625" y="95250"/>
                </a:lnTo>
                <a:close/>
                <a:moveTo>
                  <a:pt x="466725" y="95250"/>
                </a:moveTo>
                <a:lnTo>
                  <a:pt x="476250" y="95250"/>
                </a:lnTo>
                <a:lnTo>
                  <a:pt x="476250" y="104775"/>
                </a:lnTo>
                <a:lnTo>
                  <a:pt x="466725" y="104775"/>
                </a:lnTo>
                <a:close/>
                <a:moveTo>
                  <a:pt x="885825" y="95250"/>
                </a:moveTo>
                <a:lnTo>
                  <a:pt x="895350" y="95250"/>
                </a:lnTo>
                <a:lnTo>
                  <a:pt x="895350" y="104775"/>
                </a:lnTo>
                <a:lnTo>
                  <a:pt x="885825" y="104775"/>
                </a:lnTo>
                <a:close/>
                <a:moveTo>
                  <a:pt x="247650" y="104775"/>
                </a:moveTo>
                <a:lnTo>
                  <a:pt x="257175" y="104775"/>
                </a:lnTo>
                <a:lnTo>
                  <a:pt x="257175" y="114300"/>
                </a:lnTo>
                <a:lnTo>
                  <a:pt x="247650" y="114300"/>
                </a:lnTo>
                <a:close/>
                <a:moveTo>
                  <a:pt x="238125" y="114300"/>
                </a:moveTo>
                <a:lnTo>
                  <a:pt x="247650" y="114300"/>
                </a:lnTo>
                <a:lnTo>
                  <a:pt x="247650" y="123825"/>
                </a:lnTo>
                <a:lnTo>
                  <a:pt x="238125" y="123825"/>
                </a:lnTo>
                <a:close/>
                <a:moveTo>
                  <a:pt x="895350" y="114300"/>
                </a:moveTo>
                <a:lnTo>
                  <a:pt x="904875" y="114300"/>
                </a:lnTo>
                <a:lnTo>
                  <a:pt x="904875" y="123825"/>
                </a:lnTo>
                <a:lnTo>
                  <a:pt x="895350" y="123825"/>
                </a:lnTo>
                <a:close/>
                <a:moveTo>
                  <a:pt x="228600" y="123825"/>
                </a:moveTo>
                <a:lnTo>
                  <a:pt x="238125" y="123825"/>
                </a:lnTo>
                <a:lnTo>
                  <a:pt x="238125" y="133350"/>
                </a:lnTo>
                <a:lnTo>
                  <a:pt x="228600" y="133350"/>
                </a:lnTo>
                <a:close/>
                <a:moveTo>
                  <a:pt x="495300" y="123825"/>
                </a:moveTo>
                <a:lnTo>
                  <a:pt x="504825" y="123825"/>
                </a:lnTo>
                <a:lnTo>
                  <a:pt x="504825" y="133350"/>
                </a:lnTo>
                <a:lnTo>
                  <a:pt x="495300" y="133350"/>
                </a:lnTo>
                <a:close/>
                <a:moveTo>
                  <a:pt x="638175" y="123825"/>
                </a:moveTo>
                <a:lnTo>
                  <a:pt x="647700" y="123825"/>
                </a:lnTo>
                <a:lnTo>
                  <a:pt x="647700" y="133350"/>
                </a:lnTo>
                <a:lnTo>
                  <a:pt x="638175" y="133350"/>
                </a:lnTo>
                <a:close/>
                <a:moveTo>
                  <a:pt x="847725" y="123825"/>
                </a:moveTo>
                <a:lnTo>
                  <a:pt x="857250" y="123825"/>
                </a:lnTo>
                <a:lnTo>
                  <a:pt x="857250" y="133350"/>
                </a:lnTo>
                <a:lnTo>
                  <a:pt x="847725" y="133350"/>
                </a:lnTo>
                <a:close/>
                <a:moveTo>
                  <a:pt x="581025" y="133350"/>
                </a:moveTo>
                <a:lnTo>
                  <a:pt x="590550" y="133350"/>
                </a:lnTo>
                <a:lnTo>
                  <a:pt x="590550" y="142875"/>
                </a:lnTo>
                <a:lnTo>
                  <a:pt x="581025" y="142875"/>
                </a:lnTo>
                <a:close/>
                <a:moveTo>
                  <a:pt x="1133475" y="133350"/>
                </a:moveTo>
                <a:lnTo>
                  <a:pt x="1143000" y="133350"/>
                </a:lnTo>
                <a:lnTo>
                  <a:pt x="1143000" y="142875"/>
                </a:lnTo>
                <a:lnTo>
                  <a:pt x="1133475" y="142875"/>
                </a:lnTo>
                <a:close/>
                <a:moveTo>
                  <a:pt x="219075" y="142875"/>
                </a:moveTo>
                <a:lnTo>
                  <a:pt x="228600" y="142875"/>
                </a:lnTo>
                <a:lnTo>
                  <a:pt x="228600" y="152400"/>
                </a:lnTo>
                <a:lnTo>
                  <a:pt x="219075" y="152400"/>
                </a:lnTo>
                <a:close/>
                <a:moveTo>
                  <a:pt x="504825" y="142875"/>
                </a:moveTo>
                <a:lnTo>
                  <a:pt x="514350" y="142875"/>
                </a:lnTo>
                <a:lnTo>
                  <a:pt x="514350" y="161925"/>
                </a:lnTo>
                <a:lnTo>
                  <a:pt x="504825" y="161925"/>
                </a:lnTo>
                <a:close/>
                <a:moveTo>
                  <a:pt x="1143000" y="142875"/>
                </a:moveTo>
                <a:lnTo>
                  <a:pt x="1152525" y="142875"/>
                </a:lnTo>
                <a:lnTo>
                  <a:pt x="1152525" y="152400"/>
                </a:lnTo>
                <a:lnTo>
                  <a:pt x="1143000" y="152400"/>
                </a:lnTo>
                <a:close/>
                <a:moveTo>
                  <a:pt x="628650" y="152400"/>
                </a:moveTo>
                <a:lnTo>
                  <a:pt x="638175" y="152400"/>
                </a:lnTo>
                <a:lnTo>
                  <a:pt x="638175" y="161925"/>
                </a:lnTo>
                <a:lnTo>
                  <a:pt x="628650" y="161925"/>
                </a:lnTo>
                <a:close/>
                <a:moveTo>
                  <a:pt x="857250" y="152400"/>
                </a:moveTo>
                <a:lnTo>
                  <a:pt x="866775" y="152400"/>
                </a:lnTo>
                <a:lnTo>
                  <a:pt x="866775" y="161925"/>
                </a:lnTo>
                <a:lnTo>
                  <a:pt x="857250" y="161925"/>
                </a:lnTo>
                <a:close/>
                <a:moveTo>
                  <a:pt x="1066800" y="152400"/>
                </a:moveTo>
                <a:lnTo>
                  <a:pt x="1076325" y="152400"/>
                </a:lnTo>
                <a:lnTo>
                  <a:pt x="1076325" y="180975"/>
                </a:lnTo>
                <a:lnTo>
                  <a:pt x="1066800" y="180975"/>
                </a:lnTo>
                <a:close/>
                <a:moveTo>
                  <a:pt x="1095375" y="152400"/>
                </a:moveTo>
                <a:lnTo>
                  <a:pt x="1104900" y="152400"/>
                </a:lnTo>
                <a:lnTo>
                  <a:pt x="1104900" y="161925"/>
                </a:lnTo>
                <a:lnTo>
                  <a:pt x="1095375" y="161925"/>
                </a:lnTo>
                <a:close/>
                <a:moveTo>
                  <a:pt x="1133475" y="161925"/>
                </a:moveTo>
                <a:lnTo>
                  <a:pt x="1143000" y="161925"/>
                </a:lnTo>
                <a:lnTo>
                  <a:pt x="1143000" y="171450"/>
                </a:lnTo>
                <a:lnTo>
                  <a:pt x="1133475" y="171450"/>
                </a:lnTo>
                <a:close/>
                <a:moveTo>
                  <a:pt x="1181100" y="161925"/>
                </a:moveTo>
                <a:lnTo>
                  <a:pt x="1190625" y="161925"/>
                </a:lnTo>
                <a:lnTo>
                  <a:pt x="1190625" y="171450"/>
                </a:lnTo>
                <a:lnTo>
                  <a:pt x="1181100" y="171450"/>
                </a:lnTo>
                <a:close/>
                <a:moveTo>
                  <a:pt x="1095375" y="171450"/>
                </a:moveTo>
                <a:lnTo>
                  <a:pt x="1104900" y="171450"/>
                </a:lnTo>
                <a:lnTo>
                  <a:pt x="1104900" y="180975"/>
                </a:lnTo>
                <a:lnTo>
                  <a:pt x="1095375" y="180975"/>
                </a:lnTo>
                <a:close/>
                <a:moveTo>
                  <a:pt x="1171575" y="171450"/>
                </a:moveTo>
                <a:lnTo>
                  <a:pt x="1181100" y="171450"/>
                </a:lnTo>
                <a:lnTo>
                  <a:pt x="1181100" y="180975"/>
                </a:lnTo>
                <a:lnTo>
                  <a:pt x="1171575" y="180975"/>
                </a:lnTo>
                <a:close/>
                <a:moveTo>
                  <a:pt x="314325" y="180975"/>
                </a:moveTo>
                <a:lnTo>
                  <a:pt x="323850" y="180975"/>
                </a:lnTo>
                <a:lnTo>
                  <a:pt x="323850" y="190500"/>
                </a:lnTo>
                <a:lnTo>
                  <a:pt x="314325" y="190500"/>
                </a:lnTo>
                <a:close/>
                <a:moveTo>
                  <a:pt x="1123950" y="180975"/>
                </a:moveTo>
                <a:lnTo>
                  <a:pt x="1133475" y="180975"/>
                </a:lnTo>
                <a:lnTo>
                  <a:pt x="1133475" y="190500"/>
                </a:lnTo>
                <a:lnTo>
                  <a:pt x="1123950" y="190500"/>
                </a:lnTo>
                <a:close/>
                <a:moveTo>
                  <a:pt x="1181100" y="180975"/>
                </a:moveTo>
                <a:lnTo>
                  <a:pt x="1190625" y="180975"/>
                </a:lnTo>
                <a:lnTo>
                  <a:pt x="1190625" y="190500"/>
                </a:lnTo>
                <a:lnTo>
                  <a:pt x="1181100" y="190500"/>
                </a:lnTo>
                <a:close/>
                <a:moveTo>
                  <a:pt x="333375" y="190500"/>
                </a:moveTo>
                <a:lnTo>
                  <a:pt x="342900" y="190500"/>
                </a:lnTo>
                <a:lnTo>
                  <a:pt x="342900" y="200025"/>
                </a:lnTo>
                <a:lnTo>
                  <a:pt x="333375" y="200025"/>
                </a:lnTo>
                <a:close/>
                <a:moveTo>
                  <a:pt x="733425" y="190500"/>
                </a:moveTo>
                <a:lnTo>
                  <a:pt x="742950" y="190500"/>
                </a:lnTo>
                <a:lnTo>
                  <a:pt x="742950" y="200025"/>
                </a:lnTo>
                <a:lnTo>
                  <a:pt x="733425" y="200025"/>
                </a:lnTo>
                <a:close/>
                <a:moveTo>
                  <a:pt x="285750" y="200025"/>
                </a:moveTo>
                <a:lnTo>
                  <a:pt x="295275" y="200025"/>
                </a:lnTo>
                <a:lnTo>
                  <a:pt x="295275" y="209550"/>
                </a:lnTo>
                <a:lnTo>
                  <a:pt x="285750" y="209550"/>
                </a:lnTo>
                <a:close/>
                <a:moveTo>
                  <a:pt x="361950" y="200025"/>
                </a:moveTo>
                <a:lnTo>
                  <a:pt x="371475" y="200025"/>
                </a:lnTo>
                <a:lnTo>
                  <a:pt x="371475" y="209550"/>
                </a:lnTo>
                <a:lnTo>
                  <a:pt x="361950" y="209550"/>
                </a:lnTo>
                <a:close/>
                <a:moveTo>
                  <a:pt x="742950" y="200025"/>
                </a:moveTo>
                <a:lnTo>
                  <a:pt x="752475" y="200025"/>
                </a:lnTo>
                <a:lnTo>
                  <a:pt x="752475" y="209550"/>
                </a:lnTo>
                <a:lnTo>
                  <a:pt x="742950" y="209550"/>
                </a:lnTo>
                <a:close/>
                <a:moveTo>
                  <a:pt x="1114425" y="200025"/>
                </a:moveTo>
                <a:lnTo>
                  <a:pt x="1123950" y="200025"/>
                </a:lnTo>
                <a:lnTo>
                  <a:pt x="1123950" y="209550"/>
                </a:lnTo>
                <a:lnTo>
                  <a:pt x="1114425" y="209550"/>
                </a:lnTo>
                <a:close/>
                <a:moveTo>
                  <a:pt x="1200150" y="200025"/>
                </a:moveTo>
                <a:lnTo>
                  <a:pt x="1209675" y="200025"/>
                </a:lnTo>
                <a:lnTo>
                  <a:pt x="1209675" y="219075"/>
                </a:lnTo>
                <a:lnTo>
                  <a:pt x="1200150" y="219075"/>
                </a:lnTo>
                <a:close/>
                <a:moveTo>
                  <a:pt x="400050" y="209550"/>
                </a:moveTo>
                <a:lnTo>
                  <a:pt x="438150" y="209550"/>
                </a:lnTo>
                <a:lnTo>
                  <a:pt x="438150" y="219075"/>
                </a:lnTo>
                <a:lnTo>
                  <a:pt x="400050" y="219075"/>
                </a:lnTo>
                <a:close/>
                <a:moveTo>
                  <a:pt x="504825" y="209550"/>
                </a:moveTo>
                <a:lnTo>
                  <a:pt x="514350" y="209550"/>
                </a:lnTo>
                <a:lnTo>
                  <a:pt x="514350" y="238125"/>
                </a:lnTo>
                <a:lnTo>
                  <a:pt x="504825" y="238125"/>
                </a:lnTo>
                <a:close/>
                <a:moveTo>
                  <a:pt x="752475" y="209550"/>
                </a:moveTo>
                <a:lnTo>
                  <a:pt x="762000" y="209550"/>
                </a:lnTo>
                <a:lnTo>
                  <a:pt x="762000" y="219075"/>
                </a:lnTo>
                <a:lnTo>
                  <a:pt x="752475" y="219075"/>
                </a:lnTo>
                <a:close/>
                <a:moveTo>
                  <a:pt x="857250" y="209550"/>
                </a:moveTo>
                <a:lnTo>
                  <a:pt x="866775" y="209550"/>
                </a:lnTo>
                <a:lnTo>
                  <a:pt x="866775" y="228600"/>
                </a:lnTo>
                <a:lnTo>
                  <a:pt x="857250" y="228600"/>
                </a:lnTo>
                <a:close/>
                <a:moveTo>
                  <a:pt x="1123950" y="209550"/>
                </a:moveTo>
                <a:lnTo>
                  <a:pt x="1133475" y="209550"/>
                </a:lnTo>
                <a:lnTo>
                  <a:pt x="1133475" y="228600"/>
                </a:lnTo>
                <a:lnTo>
                  <a:pt x="1123950" y="228600"/>
                </a:lnTo>
                <a:close/>
                <a:moveTo>
                  <a:pt x="219075" y="219075"/>
                </a:moveTo>
                <a:lnTo>
                  <a:pt x="228600" y="219075"/>
                </a:lnTo>
                <a:lnTo>
                  <a:pt x="228600" y="238125"/>
                </a:lnTo>
                <a:lnTo>
                  <a:pt x="219075" y="238125"/>
                </a:lnTo>
                <a:close/>
                <a:moveTo>
                  <a:pt x="276225" y="219075"/>
                </a:moveTo>
                <a:lnTo>
                  <a:pt x="285750" y="219075"/>
                </a:lnTo>
                <a:lnTo>
                  <a:pt x="285750" y="228600"/>
                </a:lnTo>
                <a:lnTo>
                  <a:pt x="276225" y="228600"/>
                </a:lnTo>
                <a:close/>
                <a:moveTo>
                  <a:pt x="628650" y="219075"/>
                </a:moveTo>
                <a:lnTo>
                  <a:pt x="638175" y="219075"/>
                </a:lnTo>
                <a:lnTo>
                  <a:pt x="638175" y="228600"/>
                </a:lnTo>
                <a:lnTo>
                  <a:pt x="628650" y="228600"/>
                </a:lnTo>
                <a:close/>
                <a:moveTo>
                  <a:pt x="762000" y="219075"/>
                </a:moveTo>
                <a:lnTo>
                  <a:pt x="771525" y="219075"/>
                </a:lnTo>
                <a:lnTo>
                  <a:pt x="771525" y="228600"/>
                </a:lnTo>
                <a:lnTo>
                  <a:pt x="762000" y="228600"/>
                </a:lnTo>
                <a:close/>
                <a:moveTo>
                  <a:pt x="1152525" y="219075"/>
                </a:moveTo>
                <a:lnTo>
                  <a:pt x="1171575" y="219075"/>
                </a:lnTo>
                <a:lnTo>
                  <a:pt x="1171575" y="238125"/>
                </a:lnTo>
                <a:lnTo>
                  <a:pt x="1162050" y="238125"/>
                </a:lnTo>
                <a:lnTo>
                  <a:pt x="1162050" y="228600"/>
                </a:lnTo>
                <a:lnTo>
                  <a:pt x="1152525" y="228600"/>
                </a:lnTo>
                <a:close/>
                <a:moveTo>
                  <a:pt x="1190625" y="219075"/>
                </a:moveTo>
                <a:lnTo>
                  <a:pt x="1200150" y="219075"/>
                </a:lnTo>
                <a:lnTo>
                  <a:pt x="1200150" y="228600"/>
                </a:lnTo>
                <a:lnTo>
                  <a:pt x="1190625" y="228600"/>
                </a:lnTo>
                <a:close/>
                <a:moveTo>
                  <a:pt x="581025" y="228600"/>
                </a:moveTo>
                <a:lnTo>
                  <a:pt x="590550" y="228600"/>
                </a:lnTo>
                <a:lnTo>
                  <a:pt x="590550" y="238125"/>
                </a:lnTo>
                <a:lnTo>
                  <a:pt x="581025" y="238125"/>
                </a:lnTo>
                <a:close/>
                <a:moveTo>
                  <a:pt x="771525" y="228600"/>
                </a:moveTo>
                <a:lnTo>
                  <a:pt x="781050" y="228600"/>
                </a:lnTo>
                <a:lnTo>
                  <a:pt x="781050" y="238125"/>
                </a:lnTo>
                <a:lnTo>
                  <a:pt x="771525" y="238125"/>
                </a:lnTo>
                <a:close/>
                <a:moveTo>
                  <a:pt x="904875" y="228600"/>
                </a:moveTo>
                <a:lnTo>
                  <a:pt x="914400" y="228600"/>
                </a:lnTo>
                <a:lnTo>
                  <a:pt x="914400" y="238125"/>
                </a:lnTo>
                <a:lnTo>
                  <a:pt x="904875" y="238125"/>
                </a:lnTo>
                <a:close/>
                <a:moveTo>
                  <a:pt x="1095375" y="228600"/>
                </a:moveTo>
                <a:lnTo>
                  <a:pt x="1123950" y="228600"/>
                </a:lnTo>
                <a:lnTo>
                  <a:pt x="1123950" y="238125"/>
                </a:lnTo>
                <a:lnTo>
                  <a:pt x="1095375" y="238125"/>
                </a:lnTo>
                <a:close/>
                <a:moveTo>
                  <a:pt x="209550" y="238125"/>
                </a:moveTo>
                <a:lnTo>
                  <a:pt x="219075" y="238125"/>
                </a:lnTo>
                <a:lnTo>
                  <a:pt x="219075" y="247650"/>
                </a:lnTo>
                <a:lnTo>
                  <a:pt x="209550" y="247650"/>
                </a:lnTo>
                <a:close/>
                <a:moveTo>
                  <a:pt x="514350" y="238125"/>
                </a:moveTo>
                <a:lnTo>
                  <a:pt x="523875" y="238125"/>
                </a:lnTo>
                <a:lnTo>
                  <a:pt x="523875" y="247650"/>
                </a:lnTo>
                <a:lnTo>
                  <a:pt x="514350" y="247650"/>
                </a:lnTo>
                <a:close/>
                <a:moveTo>
                  <a:pt x="847725" y="238125"/>
                </a:moveTo>
                <a:lnTo>
                  <a:pt x="857250" y="238125"/>
                </a:lnTo>
                <a:lnTo>
                  <a:pt x="857250" y="247650"/>
                </a:lnTo>
                <a:lnTo>
                  <a:pt x="847725" y="247650"/>
                </a:lnTo>
                <a:close/>
                <a:moveTo>
                  <a:pt x="1171575" y="238125"/>
                </a:moveTo>
                <a:lnTo>
                  <a:pt x="1181100" y="238125"/>
                </a:lnTo>
                <a:lnTo>
                  <a:pt x="1181100" y="247650"/>
                </a:lnTo>
                <a:lnTo>
                  <a:pt x="1171575" y="247650"/>
                </a:lnTo>
                <a:close/>
                <a:moveTo>
                  <a:pt x="1085850" y="247650"/>
                </a:moveTo>
                <a:lnTo>
                  <a:pt x="1095375" y="247650"/>
                </a:lnTo>
                <a:lnTo>
                  <a:pt x="1095375" y="257175"/>
                </a:lnTo>
                <a:lnTo>
                  <a:pt x="1085850" y="257175"/>
                </a:lnTo>
                <a:close/>
                <a:moveTo>
                  <a:pt x="1123950" y="247650"/>
                </a:moveTo>
                <a:lnTo>
                  <a:pt x="1133475" y="247650"/>
                </a:lnTo>
                <a:lnTo>
                  <a:pt x="1133475" y="257175"/>
                </a:lnTo>
                <a:lnTo>
                  <a:pt x="1123950" y="257175"/>
                </a:lnTo>
                <a:close/>
                <a:moveTo>
                  <a:pt x="1181100" y="247650"/>
                </a:moveTo>
                <a:lnTo>
                  <a:pt x="1190625" y="247650"/>
                </a:lnTo>
                <a:lnTo>
                  <a:pt x="1190625" y="257175"/>
                </a:lnTo>
                <a:lnTo>
                  <a:pt x="1181100" y="257175"/>
                </a:lnTo>
                <a:close/>
                <a:moveTo>
                  <a:pt x="247650" y="257175"/>
                </a:moveTo>
                <a:lnTo>
                  <a:pt x="257175" y="257175"/>
                </a:lnTo>
                <a:lnTo>
                  <a:pt x="257175" y="304800"/>
                </a:lnTo>
                <a:lnTo>
                  <a:pt x="247650" y="304800"/>
                </a:lnTo>
                <a:lnTo>
                  <a:pt x="247650" y="295275"/>
                </a:lnTo>
                <a:lnTo>
                  <a:pt x="228600" y="295275"/>
                </a:lnTo>
                <a:lnTo>
                  <a:pt x="228600" y="266700"/>
                </a:lnTo>
                <a:lnTo>
                  <a:pt x="247650" y="266700"/>
                </a:lnTo>
                <a:close/>
                <a:moveTo>
                  <a:pt x="523875" y="257175"/>
                </a:moveTo>
                <a:lnTo>
                  <a:pt x="533400" y="257175"/>
                </a:lnTo>
                <a:lnTo>
                  <a:pt x="533400" y="285750"/>
                </a:lnTo>
                <a:lnTo>
                  <a:pt x="523875" y="285750"/>
                </a:lnTo>
                <a:close/>
                <a:moveTo>
                  <a:pt x="590550" y="257175"/>
                </a:moveTo>
                <a:lnTo>
                  <a:pt x="600075" y="257175"/>
                </a:lnTo>
                <a:lnTo>
                  <a:pt x="600075" y="266700"/>
                </a:lnTo>
                <a:lnTo>
                  <a:pt x="590550" y="266700"/>
                </a:lnTo>
                <a:close/>
                <a:moveTo>
                  <a:pt x="647700" y="257175"/>
                </a:moveTo>
                <a:lnTo>
                  <a:pt x="657225" y="257175"/>
                </a:lnTo>
                <a:lnTo>
                  <a:pt x="657225" y="266700"/>
                </a:lnTo>
                <a:lnTo>
                  <a:pt x="647700" y="266700"/>
                </a:lnTo>
                <a:close/>
                <a:moveTo>
                  <a:pt x="838200" y="257175"/>
                </a:moveTo>
                <a:lnTo>
                  <a:pt x="847725" y="257175"/>
                </a:lnTo>
                <a:lnTo>
                  <a:pt x="847725" y="266700"/>
                </a:lnTo>
                <a:lnTo>
                  <a:pt x="838200" y="266700"/>
                </a:lnTo>
                <a:close/>
                <a:moveTo>
                  <a:pt x="495300" y="266700"/>
                </a:moveTo>
                <a:lnTo>
                  <a:pt x="504825" y="266700"/>
                </a:lnTo>
                <a:lnTo>
                  <a:pt x="504825" y="276225"/>
                </a:lnTo>
                <a:lnTo>
                  <a:pt x="495300" y="276225"/>
                </a:lnTo>
                <a:close/>
                <a:moveTo>
                  <a:pt x="657225" y="266700"/>
                </a:moveTo>
                <a:lnTo>
                  <a:pt x="666750" y="266700"/>
                </a:lnTo>
                <a:lnTo>
                  <a:pt x="666750" y="276225"/>
                </a:lnTo>
                <a:lnTo>
                  <a:pt x="657225" y="276225"/>
                </a:lnTo>
                <a:close/>
                <a:moveTo>
                  <a:pt x="828675" y="266700"/>
                </a:moveTo>
                <a:lnTo>
                  <a:pt x="838200" y="266700"/>
                </a:lnTo>
                <a:lnTo>
                  <a:pt x="838200" y="276225"/>
                </a:lnTo>
                <a:lnTo>
                  <a:pt x="828675" y="276225"/>
                </a:lnTo>
                <a:close/>
                <a:moveTo>
                  <a:pt x="600075" y="276225"/>
                </a:moveTo>
                <a:lnTo>
                  <a:pt x="609600" y="276225"/>
                </a:lnTo>
                <a:lnTo>
                  <a:pt x="609600" y="285750"/>
                </a:lnTo>
                <a:lnTo>
                  <a:pt x="600075" y="285750"/>
                </a:lnTo>
                <a:close/>
                <a:moveTo>
                  <a:pt x="666750" y="276225"/>
                </a:moveTo>
                <a:lnTo>
                  <a:pt x="676275" y="276225"/>
                </a:lnTo>
                <a:lnTo>
                  <a:pt x="676275" y="285750"/>
                </a:lnTo>
                <a:lnTo>
                  <a:pt x="666750" y="285750"/>
                </a:lnTo>
                <a:close/>
                <a:moveTo>
                  <a:pt x="819150" y="276225"/>
                </a:moveTo>
                <a:lnTo>
                  <a:pt x="828675" y="276225"/>
                </a:lnTo>
                <a:lnTo>
                  <a:pt x="828675" y="285750"/>
                </a:lnTo>
                <a:lnTo>
                  <a:pt x="819150" y="285750"/>
                </a:lnTo>
                <a:close/>
                <a:moveTo>
                  <a:pt x="876300" y="285750"/>
                </a:moveTo>
                <a:lnTo>
                  <a:pt x="885825" y="285750"/>
                </a:lnTo>
                <a:lnTo>
                  <a:pt x="885825" y="295275"/>
                </a:lnTo>
                <a:lnTo>
                  <a:pt x="876300" y="295275"/>
                </a:lnTo>
                <a:close/>
                <a:moveTo>
                  <a:pt x="209550" y="295275"/>
                </a:moveTo>
                <a:lnTo>
                  <a:pt x="219075" y="295275"/>
                </a:lnTo>
                <a:lnTo>
                  <a:pt x="219075" y="304800"/>
                </a:lnTo>
                <a:lnTo>
                  <a:pt x="209550" y="304800"/>
                </a:lnTo>
                <a:close/>
                <a:moveTo>
                  <a:pt x="695325" y="295275"/>
                </a:moveTo>
                <a:lnTo>
                  <a:pt x="704850" y="295275"/>
                </a:lnTo>
                <a:lnTo>
                  <a:pt x="704850" y="304800"/>
                </a:lnTo>
                <a:lnTo>
                  <a:pt x="695325" y="304800"/>
                </a:lnTo>
                <a:close/>
                <a:moveTo>
                  <a:pt x="790575" y="295275"/>
                </a:moveTo>
                <a:lnTo>
                  <a:pt x="800100" y="295275"/>
                </a:lnTo>
                <a:lnTo>
                  <a:pt x="800100" y="304800"/>
                </a:lnTo>
                <a:lnTo>
                  <a:pt x="790575" y="304800"/>
                </a:lnTo>
                <a:close/>
                <a:moveTo>
                  <a:pt x="866775" y="295275"/>
                </a:moveTo>
                <a:lnTo>
                  <a:pt x="876300" y="295275"/>
                </a:lnTo>
                <a:lnTo>
                  <a:pt x="876300" y="304800"/>
                </a:lnTo>
                <a:lnTo>
                  <a:pt x="866775" y="304800"/>
                </a:lnTo>
                <a:close/>
                <a:moveTo>
                  <a:pt x="219075" y="304800"/>
                </a:moveTo>
                <a:lnTo>
                  <a:pt x="228600" y="304800"/>
                </a:lnTo>
                <a:lnTo>
                  <a:pt x="228600" y="314325"/>
                </a:lnTo>
                <a:lnTo>
                  <a:pt x="219075" y="314325"/>
                </a:lnTo>
                <a:close/>
                <a:moveTo>
                  <a:pt x="723900" y="304800"/>
                </a:moveTo>
                <a:lnTo>
                  <a:pt x="771525" y="304800"/>
                </a:lnTo>
                <a:lnTo>
                  <a:pt x="771525" y="314325"/>
                </a:lnTo>
                <a:lnTo>
                  <a:pt x="723900" y="314325"/>
                </a:lnTo>
                <a:close/>
                <a:moveTo>
                  <a:pt x="857250" y="304800"/>
                </a:moveTo>
                <a:lnTo>
                  <a:pt x="866775" y="304800"/>
                </a:lnTo>
                <a:lnTo>
                  <a:pt x="866775" y="314325"/>
                </a:lnTo>
                <a:lnTo>
                  <a:pt x="857250" y="314325"/>
                </a:lnTo>
                <a:close/>
                <a:moveTo>
                  <a:pt x="228600" y="314325"/>
                </a:moveTo>
                <a:lnTo>
                  <a:pt x="238125" y="314325"/>
                </a:lnTo>
                <a:lnTo>
                  <a:pt x="238125" y="323850"/>
                </a:lnTo>
                <a:lnTo>
                  <a:pt x="228600" y="323850"/>
                </a:lnTo>
                <a:close/>
                <a:moveTo>
                  <a:pt x="257175" y="314325"/>
                </a:moveTo>
                <a:lnTo>
                  <a:pt x="266700" y="314325"/>
                </a:lnTo>
                <a:lnTo>
                  <a:pt x="266700" y="323850"/>
                </a:lnTo>
                <a:lnTo>
                  <a:pt x="257175" y="323850"/>
                </a:lnTo>
                <a:close/>
                <a:moveTo>
                  <a:pt x="466725" y="314325"/>
                </a:moveTo>
                <a:lnTo>
                  <a:pt x="476250" y="314325"/>
                </a:lnTo>
                <a:lnTo>
                  <a:pt x="476250" y="323850"/>
                </a:lnTo>
                <a:lnTo>
                  <a:pt x="466725" y="323850"/>
                </a:lnTo>
                <a:close/>
                <a:moveTo>
                  <a:pt x="847725" y="314325"/>
                </a:moveTo>
                <a:lnTo>
                  <a:pt x="857250" y="314325"/>
                </a:lnTo>
                <a:lnTo>
                  <a:pt x="857250" y="323850"/>
                </a:lnTo>
                <a:lnTo>
                  <a:pt x="847725" y="323850"/>
                </a:lnTo>
                <a:close/>
                <a:moveTo>
                  <a:pt x="238125" y="323850"/>
                </a:moveTo>
                <a:lnTo>
                  <a:pt x="247650" y="323850"/>
                </a:lnTo>
                <a:lnTo>
                  <a:pt x="247650" y="333375"/>
                </a:lnTo>
                <a:lnTo>
                  <a:pt x="238125" y="333375"/>
                </a:lnTo>
                <a:close/>
                <a:moveTo>
                  <a:pt x="647700" y="323850"/>
                </a:moveTo>
                <a:lnTo>
                  <a:pt x="657225" y="323850"/>
                </a:lnTo>
                <a:lnTo>
                  <a:pt x="657225" y="333375"/>
                </a:lnTo>
                <a:lnTo>
                  <a:pt x="647700" y="333375"/>
                </a:lnTo>
                <a:close/>
                <a:moveTo>
                  <a:pt x="1123950" y="323850"/>
                </a:moveTo>
                <a:lnTo>
                  <a:pt x="1133475" y="323850"/>
                </a:lnTo>
                <a:lnTo>
                  <a:pt x="1133475" y="333375"/>
                </a:lnTo>
                <a:lnTo>
                  <a:pt x="1143000" y="333375"/>
                </a:lnTo>
                <a:lnTo>
                  <a:pt x="1143000" y="323850"/>
                </a:lnTo>
                <a:lnTo>
                  <a:pt x="1152525" y="323850"/>
                </a:lnTo>
                <a:lnTo>
                  <a:pt x="1152525" y="352425"/>
                </a:lnTo>
                <a:lnTo>
                  <a:pt x="1133475" y="352425"/>
                </a:lnTo>
                <a:lnTo>
                  <a:pt x="1133475" y="400050"/>
                </a:lnTo>
                <a:lnTo>
                  <a:pt x="1162050" y="400050"/>
                </a:lnTo>
                <a:lnTo>
                  <a:pt x="1162050" y="409575"/>
                </a:lnTo>
                <a:lnTo>
                  <a:pt x="1171575" y="409575"/>
                </a:lnTo>
                <a:lnTo>
                  <a:pt x="1171575" y="419100"/>
                </a:lnTo>
                <a:lnTo>
                  <a:pt x="1152525" y="419100"/>
                </a:lnTo>
                <a:lnTo>
                  <a:pt x="1152525" y="428625"/>
                </a:lnTo>
                <a:lnTo>
                  <a:pt x="1143000" y="428625"/>
                </a:lnTo>
                <a:lnTo>
                  <a:pt x="1143000" y="438150"/>
                </a:lnTo>
                <a:lnTo>
                  <a:pt x="1133475" y="438150"/>
                </a:lnTo>
                <a:lnTo>
                  <a:pt x="1133475" y="428625"/>
                </a:lnTo>
                <a:lnTo>
                  <a:pt x="1114425" y="428625"/>
                </a:lnTo>
                <a:lnTo>
                  <a:pt x="1114425" y="419100"/>
                </a:lnTo>
                <a:lnTo>
                  <a:pt x="1123950" y="419100"/>
                </a:lnTo>
                <a:lnTo>
                  <a:pt x="1123950" y="361950"/>
                </a:lnTo>
                <a:lnTo>
                  <a:pt x="1114425" y="361950"/>
                </a:lnTo>
                <a:lnTo>
                  <a:pt x="1114425" y="352425"/>
                </a:lnTo>
                <a:lnTo>
                  <a:pt x="1123950" y="352425"/>
                </a:lnTo>
                <a:close/>
                <a:moveTo>
                  <a:pt x="266700" y="333375"/>
                </a:moveTo>
                <a:lnTo>
                  <a:pt x="276225" y="333375"/>
                </a:lnTo>
                <a:lnTo>
                  <a:pt x="276225" y="342900"/>
                </a:lnTo>
                <a:lnTo>
                  <a:pt x="266700" y="342900"/>
                </a:lnTo>
                <a:close/>
                <a:moveTo>
                  <a:pt x="666750" y="333375"/>
                </a:moveTo>
                <a:lnTo>
                  <a:pt x="676275" y="333375"/>
                </a:lnTo>
                <a:lnTo>
                  <a:pt x="676275" y="342900"/>
                </a:lnTo>
                <a:lnTo>
                  <a:pt x="666750" y="342900"/>
                </a:lnTo>
                <a:close/>
                <a:moveTo>
                  <a:pt x="819150" y="333375"/>
                </a:moveTo>
                <a:lnTo>
                  <a:pt x="828675" y="333375"/>
                </a:lnTo>
                <a:lnTo>
                  <a:pt x="828675" y="342900"/>
                </a:lnTo>
                <a:lnTo>
                  <a:pt x="819150" y="342900"/>
                </a:lnTo>
                <a:close/>
                <a:moveTo>
                  <a:pt x="1095375" y="333375"/>
                </a:moveTo>
                <a:lnTo>
                  <a:pt x="1104900" y="333375"/>
                </a:lnTo>
                <a:lnTo>
                  <a:pt x="1104900" y="342900"/>
                </a:lnTo>
                <a:lnTo>
                  <a:pt x="1095375" y="342900"/>
                </a:lnTo>
                <a:close/>
                <a:moveTo>
                  <a:pt x="247650" y="342900"/>
                </a:moveTo>
                <a:lnTo>
                  <a:pt x="257175" y="342900"/>
                </a:lnTo>
                <a:lnTo>
                  <a:pt x="257175" y="352425"/>
                </a:lnTo>
                <a:lnTo>
                  <a:pt x="247650" y="352425"/>
                </a:lnTo>
                <a:close/>
                <a:moveTo>
                  <a:pt x="476250" y="342900"/>
                </a:moveTo>
                <a:lnTo>
                  <a:pt x="485775" y="342900"/>
                </a:lnTo>
                <a:lnTo>
                  <a:pt x="485775" y="352425"/>
                </a:lnTo>
                <a:lnTo>
                  <a:pt x="476250" y="352425"/>
                </a:lnTo>
                <a:close/>
                <a:moveTo>
                  <a:pt x="685800" y="342900"/>
                </a:moveTo>
                <a:lnTo>
                  <a:pt x="695325" y="342900"/>
                </a:lnTo>
                <a:lnTo>
                  <a:pt x="695325" y="352425"/>
                </a:lnTo>
                <a:lnTo>
                  <a:pt x="685800" y="352425"/>
                </a:lnTo>
                <a:close/>
                <a:moveTo>
                  <a:pt x="790575" y="342900"/>
                </a:moveTo>
                <a:lnTo>
                  <a:pt x="800100" y="342900"/>
                </a:lnTo>
                <a:lnTo>
                  <a:pt x="800100" y="352425"/>
                </a:lnTo>
                <a:lnTo>
                  <a:pt x="790575" y="352425"/>
                </a:lnTo>
                <a:close/>
                <a:moveTo>
                  <a:pt x="1190625" y="342900"/>
                </a:moveTo>
                <a:lnTo>
                  <a:pt x="1200150" y="342900"/>
                </a:lnTo>
                <a:lnTo>
                  <a:pt x="1200150" y="352425"/>
                </a:lnTo>
                <a:lnTo>
                  <a:pt x="1190625" y="352425"/>
                </a:lnTo>
                <a:close/>
                <a:moveTo>
                  <a:pt x="447675" y="352425"/>
                </a:moveTo>
                <a:lnTo>
                  <a:pt x="457200" y="352425"/>
                </a:lnTo>
                <a:lnTo>
                  <a:pt x="457200" y="361950"/>
                </a:lnTo>
                <a:lnTo>
                  <a:pt x="447675" y="361950"/>
                </a:lnTo>
                <a:close/>
                <a:moveTo>
                  <a:pt x="733425" y="352425"/>
                </a:moveTo>
                <a:lnTo>
                  <a:pt x="762000" y="352425"/>
                </a:lnTo>
                <a:lnTo>
                  <a:pt x="762000" y="361950"/>
                </a:lnTo>
                <a:lnTo>
                  <a:pt x="733425" y="361950"/>
                </a:lnTo>
                <a:close/>
                <a:moveTo>
                  <a:pt x="1181100" y="352425"/>
                </a:moveTo>
                <a:lnTo>
                  <a:pt x="1190625" y="352425"/>
                </a:lnTo>
                <a:lnTo>
                  <a:pt x="1190625" y="361950"/>
                </a:lnTo>
                <a:lnTo>
                  <a:pt x="1181100" y="361950"/>
                </a:lnTo>
                <a:close/>
                <a:moveTo>
                  <a:pt x="285750" y="361950"/>
                </a:moveTo>
                <a:lnTo>
                  <a:pt x="295275" y="361950"/>
                </a:lnTo>
                <a:lnTo>
                  <a:pt x="295275" y="371475"/>
                </a:lnTo>
                <a:lnTo>
                  <a:pt x="285750" y="371475"/>
                </a:lnTo>
                <a:close/>
                <a:moveTo>
                  <a:pt x="438150" y="361950"/>
                </a:moveTo>
                <a:lnTo>
                  <a:pt x="447675" y="361950"/>
                </a:lnTo>
                <a:lnTo>
                  <a:pt x="447675" y="371475"/>
                </a:lnTo>
                <a:lnTo>
                  <a:pt x="438150" y="371475"/>
                </a:lnTo>
                <a:close/>
                <a:moveTo>
                  <a:pt x="1066800" y="361950"/>
                </a:moveTo>
                <a:lnTo>
                  <a:pt x="1076325" y="361950"/>
                </a:lnTo>
                <a:lnTo>
                  <a:pt x="1076325" y="371475"/>
                </a:lnTo>
                <a:lnTo>
                  <a:pt x="1066800" y="371475"/>
                </a:lnTo>
                <a:close/>
                <a:moveTo>
                  <a:pt x="1190625" y="361950"/>
                </a:moveTo>
                <a:lnTo>
                  <a:pt x="1200150" y="361950"/>
                </a:lnTo>
                <a:lnTo>
                  <a:pt x="1200150" y="381000"/>
                </a:lnTo>
                <a:lnTo>
                  <a:pt x="1190625" y="381000"/>
                </a:lnTo>
                <a:close/>
                <a:moveTo>
                  <a:pt x="266700" y="371475"/>
                </a:moveTo>
                <a:lnTo>
                  <a:pt x="276225" y="371475"/>
                </a:lnTo>
                <a:lnTo>
                  <a:pt x="276225" y="381000"/>
                </a:lnTo>
                <a:lnTo>
                  <a:pt x="266700" y="381000"/>
                </a:lnTo>
                <a:close/>
                <a:moveTo>
                  <a:pt x="295275" y="371475"/>
                </a:moveTo>
                <a:lnTo>
                  <a:pt x="304800" y="371475"/>
                </a:lnTo>
                <a:lnTo>
                  <a:pt x="304800" y="381000"/>
                </a:lnTo>
                <a:lnTo>
                  <a:pt x="295275" y="381000"/>
                </a:lnTo>
                <a:close/>
                <a:moveTo>
                  <a:pt x="428625" y="371475"/>
                </a:moveTo>
                <a:lnTo>
                  <a:pt x="438150" y="371475"/>
                </a:lnTo>
                <a:lnTo>
                  <a:pt x="438150" y="381000"/>
                </a:lnTo>
                <a:lnTo>
                  <a:pt x="428625" y="381000"/>
                </a:lnTo>
                <a:close/>
                <a:moveTo>
                  <a:pt x="457200" y="371475"/>
                </a:moveTo>
                <a:lnTo>
                  <a:pt x="466725" y="371475"/>
                </a:lnTo>
                <a:lnTo>
                  <a:pt x="466725" y="381000"/>
                </a:lnTo>
                <a:lnTo>
                  <a:pt x="457200" y="381000"/>
                </a:lnTo>
                <a:close/>
                <a:moveTo>
                  <a:pt x="276225" y="381000"/>
                </a:moveTo>
                <a:lnTo>
                  <a:pt x="285750" y="381000"/>
                </a:lnTo>
                <a:lnTo>
                  <a:pt x="285750" y="390525"/>
                </a:lnTo>
                <a:lnTo>
                  <a:pt x="276225" y="390525"/>
                </a:lnTo>
                <a:close/>
                <a:moveTo>
                  <a:pt x="304800" y="381000"/>
                </a:moveTo>
                <a:lnTo>
                  <a:pt x="314325" y="381000"/>
                </a:lnTo>
                <a:lnTo>
                  <a:pt x="314325" y="390525"/>
                </a:lnTo>
                <a:lnTo>
                  <a:pt x="304800" y="390525"/>
                </a:lnTo>
                <a:close/>
                <a:moveTo>
                  <a:pt x="419100" y="381000"/>
                </a:moveTo>
                <a:lnTo>
                  <a:pt x="428625" y="381000"/>
                </a:lnTo>
                <a:lnTo>
                  <a:pt x="428625" y="390525"/>
                </a:lnTo>
                <a:lnTo>
                  <a:pt x="419100" y="390525"/>
                </a:lnTo>
                <a:close/>
                <a:moveTo>
                  <a:pt x="447675" y="381000"/>
                </a:moveTo>
                <a:lnTo>
                  <a:pt x="457200" y="381000"/>
                </a:lnTo>
                <a:lnTo>
                  <a:pt x="457200" y="390525"/>
                </a:lnTo>
                <a:lnTo>
                  <a:pt x="447675" y="390525"/>
                </a:lnTo>
                <a:close/>
                <a:moveTo>
                  <a:pt x="323850" y="390525"/>
                </a:moveTo>
                <a:lnTo>
                  <a:pt x="333375" y="390525"/>
                </a:lnTo>
                <a:lnTo>
                  <a:pt x="333375" y="400050"/>
                </a:lnTo>
                <a:lnTo>
                  <a:pt x="323850" y="400050"/>
                </a:lnTo>
                <a:close/>
                <a:moveTo>
                  <a:pt x="438150" y="390525"/>
                </a:moveTo>
                <a:lnTo>
                  <a:pt x="447675" y="390525"/>
                </a:lnTo>
                <a:lnTo>
                  <a:pt x="447675" y="419100"/>
                </a:lnTo>
                <a:lnTo>
                  <a:pt x="438150" y="419100"/>
                </a:lnTo>
                <a:close/>
                <a:moveTo>
                  <a:pt x="352425" y="400050"/>
                </a:moveTo>
                <a:lnTo>
                  <a:pt x="390525" y="400050"/>
                </a:lnTo>
                <a:lnTo>
                  <a:pt x="390525" y="428625"/>
                </a:lnTo>
                <a:lnTo>
                  <a:pt x="342900" y="428625"/>
                </a:lnTo>
                <a:lnTo>
                  <a:pt x="342900" y="419100"/>
                </a:lnTo>
                <a:lnTo>
                  <a:pt x="352425" y="419100"/>
                </a:lnTo>
                <a:close/>
                <a:moveTo>
                  <a:pt x="1190625" y="400050"/>
                </a:moveTo>
                <a:lnTo>
                  <a:pt x="1200150" y="400050"/>
                </a:lnTo>
                <a:lnTo>
                  <a:pt x="1200150" y="419100"/>
                </a:lnTo>
                <a:lnTo>
                  <a:pt x="1190625" y="419100"/>
                </a:lnTo>
                <a:close/>
                <a:moveTo>
                  <a:pt x="409575" y="409575"/>
                </a:moveTo>
                <a:lnTo>
                  <a:pt x="419100" y="409575"/>
                </a:lnTo>
                <a:lnTo>
                  <a:pt x="419100" y="419100"/>
                </a:lnTo>
                <a:lnTo>
                  <a:pt x="409575" y="419100"/>
                </a:lnTo>
                <a:close/>
                <a:moveTo>
                  <a:pt x="419100" y="419100"/>
                </a:moveTo>
                <a:lnTo>
                  <a:pt x="428625" y="419100"/>
                </a:lnTo>
                <a:lnTo>
                  <a:pt x="428625" y="428625"/>
                </a:lnTo>
                <a:lnTo>
                  <a:pt x="419100" y="428625"/>
                </a:lnTo>
                <a:close/>
                <a:moveTo>
                  <a:pt x="447675" y="419100"/>
                </a:moveTo>
                <a:lnTo>
                  <a:pt x="457200" y="419100"/>
                </a:lnTo>
                <a:lnTo>
                  <a:pt x="457200" y="428625"/>
                </a:lnTo>
                <a:lnTo>
                  <a:pt x="447675" y="428625"/>
                </a:lnTo>
                <a:close/>
                <a:moveTo>
                  <a:pt x="257175" y="428625"/>
                </a:moveTo>
                <a:lnTo>
                  <a:pt x="266700" y="428625"/>
                </a:lnTo>
                <a:lnTo>
                  <a:pt x="266700" y="438150"/>
                </a:lnTo>
                <a:lnTo>
                  <a:pt x="257175" y="438150"/>
                </a:lnTo>
                <a:close/>
                <a:moveTo>
                  <a:pt x="657225" y="428625"/>
                </a:moveTo>
                <a:lnTo>
                  <a:pt x="685800" y="428625"/>
                </a:lnTo>
                <a:lnTo>
                  <a:pt x="685800" y="438150"/>
                </a:lnTo>
                <a:lnTo>
                  <a:pt x="657225" y="438150"/>
                </a:lnTo>
                <a:close/>
                <a:moveTo>
                  <a:pt x="619125" y="438150"/>
                </a:moveTo>
                <a:lnTo>
                  <a:pt x="628650" y="438150"/>
                </a:lnTo>
                <a:lnTo>
                  <a:pt x="628650" y="447675"/>
                </a:lnTo>
                <a:lnTo>
                  <a:pt x="619125" y="447675"/>
                </a:lnTo>
                <a:close/>
                <a:moveTo>
                  <a:pt x="714375" y="438150"/>
                </a:moveTo>
                <a:lnTo>
                  <a:pt x="723900" y="438150"/>
                </a:lnTo>
                <a:lnTo>
                  <a:pt x="723900" y="447675"/>
                </a:lnTo>
                <a:lnTo>
                  <a:pt x="714375" y="447675"/>
                </a:lnTo>
                <a:close/>
                <a:moveTo>
                  <a:pt x="504825" y="447675"/>
                </a:moveTo>
                <a:lnTo>
                  <a:pt x="514350" y="447675"/>
                </a:lnTo>
                <a:lnTo>
                  <a:pt x="514350" y="457200"/>
                </a:lnTo>
                <a:lnTo>
                  <a:pt x="504825" y="457200"/>
                </a:lnTo>
                <a:close/>
                <a:moveTo>
                  <a:pt x="733425" y="447675"/>
                </a:moveTo>
                <a:lnTo>
                  <a:pt x="742950" y="447675"/>
                </a:lnTo>
                <a:lnTo>
                  <a:pt x="742950" y="457200"/>
                </a:lnTo>
                <a:lnTo>
                  <a:pt x="733425" y="457200"/>
                </a:lnTo>
                <a:close/>
                <a:moveTo>
                  <a:pt x="200025" y="457200"/>
                </a:moveTo>
                <a:lnTo>
                  <a:pt x="209550" y="457200"/>
                </a:lnTo>
                <a:lnTo>
                  <a:pt x="209550" y="466725"/>
                </a:lnTo>
                <a:lnTo>
                  <a:pt x="200025" y="466725"/>
                </a:lnTo>
                <a:close/>
                <a:moveTo>
                  <a:pt x="523875" y="457200"/>
                </a:moveTo>
                <a:lnTo>
                  <a:pt x="533400" y="457200"/>
                </a:lnTo>
                <a:lnTo>
                  <a:pt x="533400" y="466725"/>
                </a:lnTo>
                <a:lnTo>
                  <a:pt x="523875" y="466725"/>
                </a:lnTo>
                <a:close/>
                <a:moveTo>
                  <a:pt x="581025" y="457200"/>
                </a:moveTo>
                <a:lnTo>
                  <a:pt x="590550" y="457200"/>
                </a:lnTo>
                <a:lnTo>
                  <a:pt x="590550" y="466725"/>
                </a:lnTo>
                <a:lnTo>
                  <a:pt x="581025" y="466725"/>
                </a:lnTo>
                <a:close/>
                <a:moveTo>
                  <a:pt x="628650" y="457200"/>
                </a:moveTo>
                <a:lnTo>
                  <a:pt x="714375" y="457200"/>
                </a:lnTo>
                <a:lnTo>
                  <a:pt x="714375" y="466725"/>
                </a:lnTo>
                <a:lnTo>
                  <a:pt x="733425" y="466725"/>
                </a:lnTo>
                <a:lnTo>
                  <a:pt x="733425" y="476250"/>
                </a:lnTo>
                <a:lnTo>
                  <a:pt x="752475" y="476250"/>
                </a:lnTo>
                <a:lnTo>
                  <a:pt x="752475" y="485775"/>
                </a:lnTo>
                <a:lnTo>
                  <a:pt x="762000" y="485775"/>
                </a:lnTo>
                <a:lnTo>
                  <a:pt x="762000" y="495300"/>
                </a:lnTo>
                <a:lnTo>
                  <a:pt x="771525" y="495300"/>
                </a:lnTo>
                <a:lnTo>
                  <a:pt x="771525" y="504825"/>
                </a:lnTo>
                <a:lnTo>
                  <a:pt x="781050" y="504825"/>
                </a:lnTo>
                <a:lnTo>
                  <a:pt x="781050" y="523875"/>
                </a:lnTo>
                <a:lnTo>
                  <a:pt x="790575" y="523875"/>
                </a:lnTo>
                <a:lnTo>
                  <a:pt x="790575" y="542925"/>
                </a:lnTo>
                <a:lnTo>
                  <a:pt x="800100" y="542925"/>
                </a:lnTo>
                <a:lnTo>
                  <a:pt x="800100" y="628650"/>
                </a:lnTo>
                <a:lnTo>
                  <a:pt x="790575" y="628650"/>
                </a:lnTo>
                <a:lnTo>
                  <a:pt x="790575" y="647700"/>
                </a:lnTo>
                <a:lnTo>
                  <a:pt x="781050" y="647700"/>
                </a:lnTo>
                <a:lnTo>
                  <a:pt x="781050" y="666750"/>
                </a:lnTo>
                <a:lnTo>
                  <a:pt x="771525" y="666750"/>
                </a:lnTo>
                <a:lnTo>
                  <a:pt x="771525" y="676275"/>
                </a:lnTo>
                <a:lnTo>
                  <a:pt x="762000" y="676275"/>
                </a:lnTo>
                <a:lnTo>
                  <a:pt x="762000" y="685800"/>
                </a:lnTo>
                <a:lnTo>
                  <a:pt x="752475" y="685800"/>
                </a:lnTo>
                <a:lnTo>
                  <a:pt x="752475" y="695325"/>
                </a:lnTo>
                <a:lnTo>
                  <a:pt x="733425" y="695325"/>
                </a:lnTo>
                <a:lnTo>
                  <a:pt x="733425" y="704850"/>
                </a:lnTo>
                <a:lnTo>
                  <a:pt x="714375" y="704850"/>
                </a:lnTo>
                <a:lnTo>
                  <a:pt x="714375" y="714375"/>
                </a:lnTo>
                <a:lnTo>
                  <a:pt x="628650" y="714375"/>
                </a:lnTo>
                <a:lnTo>
                  <a:pt x="628650" y="704850"/>
                </a:lnTo>
                <a:lnTo>
                  <a:pt x="609600" y="704850"/>
                </a:lnTo>
                <a:lnTo>
                  <a:pt x="609600" y="695325"/>
                </a:lnTo>
                <a:lnTo>
                  <a:pt x="590550" y="695325"/>
                </a:lnTo>
                <a:lnTo>
                  <a:pt x="590550" y="685800"/>
                </a:lnTo>
                <a:lnTo>
                  <a:pt x="581025" y="685800"/>
                </a:lnTo>
                <a:lnTo>
                  <a:pt x="581025" y="676275"/>
                </a:lnTo>
                <a:lnTo>
                  <a:pt x="571500" y="676275"/>
                </a:lnTo>
                <a:lnTo>
                  <a:pt x="571500" y="666750"/>
                </a:lnTo>
                <a:lnTo>
                  <a:pt x="561975" y="666750"/>
                </a:lnTo>
                <a:lnTo>
                  <a:pt x="561975" y="657225"/>
                </a:lnTo>
                <a:lnTo>
                  <a:pt x="552450" y="657225"/>
                </a:lnTo>
                <a:lnTo>
                  <a:pt x="552450" y="628650"/>
                </a:lnTo>
                <a:lnTo>
                  <a:pt x="542925" y="628650"/>
                </a:lnTo>
                <a:lnTo>
                  <a:pt x="542925" y="542925"/>
                </a:lnTo>
                <a:lnTo>
                  <a:pt x="552450" y="542925"/>
                </a:lnTo>
                <a:lnTo>
                  <a:pt x="552450" y="523875"/>
                </a:lnTo>
                <a:lnTo>
                  <a:pt x="561975" y="523875"/>
                </a:lnTo>
                <a:lnTo>
                  <a:pt x="561975" y="504825"/>
                </a:lnTo>
                <a:lnTo>
                  <a:pt x="571500" y="504825"/>
                </a:lnTo>
                <a:lnTo>
                  <a:pt x="571500" y="495300"/>
                </a:lnTo>
                <a:lnTo>
                  <a:pt x="581025" y="495300"/>
                </a:lnTo>
                <a:lnTo>
                  <a:pt x="581025" y="485775"/>
                </a:lnTo>
                <a:lnTo>
                  <a:pt x="590550" y="485775"/>
                </a:lnTo>
                <a:lnTo>
                  <a:pt x="590550" y="476250"/>
                </a:lnTo>
                <a:lnTo>
                  <a:pt x="600075" y="476250"/>
                </a:lnTo>
                <a:lnTo>
                  <a:pt x="600075" y="485775"/>
                </a:lnTo>
                <a:lnTo>
                  <a:pt x="590550" y="485775"/>
                </a:lnTo>
                <a:lnTo>
                  <a:pt x="590550" y="495300"/>
                </a:lnTo>
                <a:lnTo>
                  <a:pt x="581025" y="495300"/>
                </a:lnTo>
                <a:lnTo>
                  <a:pt x="581025" y="504825"/>
                </a:lnTo>
                <a:lnTo>
                  <a:pt x="590550" y="504825"/>
                </a:lnTo>
                <a:lnTo>
                  <a:pt x="590550" y="514350"/>
                </a:lnTo>
                <a:lnTo>
                  <a:pt x="581025" y="514350"/>
                </a:lnTo>
                <a:lnTo>
                  <a:pt x="581025" y="523875"/>
                </a:lnTo>
                <a:lnTo>
                  <a:pt x="571500" y="523875"/>
                </a:lnTo>
                <a:lnTo>
                  <a:pt x="571500" y="533400"/>
                </a:lnTo>
                <a:lnTo>
                  <a:pt x="561975" y="533400"/>
                </a:lnTo>
                <a:lnTo>
                  <a:pt x="561975" y="542925"/>
                </a:lnTo>
                <a:lnTo>
                  <a:pt x="581025" y="542925"/>
                </a:lnTo>
                <a:lnTo>
                  <a:pt x="581025" y="552450"/>
                </a:lnTo>
                <a:lnTo>
                  <a:pt x="590550" y="552450"/>
                </a:lnTo>
                <a:lnTo>
                  <a:pt x="590550" y="561975"/>
                </a:lnTo>
                <a:lnTo>
                  <a:pt x="609600" y="561975"/>
                </a:lnTo>
                <a:lnTo>
                  <a:pt x="609600" y="552450"/>
                </a:lnTo>
                <a:lnTo>
                  <a:pt x="600075" y="552450"/>
                </a:lnTo>
                <a:lnTo>
                  <a:pt x="600075" y="542925"/>
                </a:lnTo>
                <a:lnTo>
                  <a:pt x="609600" y="542925"/>
                </a:lnTo>
                <a:lnTo>
                  <a:pt x="609600" y="514350"/>
                </a:lnTo>
                <a:lnTo>
                  <a:pt x="600075" y="514350"/>
                </a:lnTo>
                <a:lnTo>
                  <a:pt x="600075" y="504825"/>
                </a:lnTo>
                <a:lnTo>
                  <a:pt x="609600" y="504825"/>
                </a:lnTo>
                <a:lnTo>
                  <a:pt x="609600" y="495300"/>
                </a:lnTo>
                <a:lnTo>
                  <a:pt x="619125" y="495300"/>
                </a:lnTo>
                <a:lnTo>
                  <a:pt x="619125" y="476250"/>
                </a:lnTo>
                <a:lnTo>
                  <a:pt x="609600" y="476250"/>
                </a:lnTo>
                <a:lnTo>
                  <a:pt x="609600" y="466725"/>
                </a:lnTo>
                <a:lnTo>
                  <a:pt x="628650" y="466725"/>
                </a:lnTo>
                <a:close/>
                <a:moveTo>
                  <a:pt x="752475" y="457200"/>
                </a:moveTo>
                <a:lnTo>
                  <a:pt x="762000" y="457200"/>
                </a:lnTo>
                <a:lnTo>
                  <a:pt x="762000" y="466725"/>
                </a:lnTo>
                <a:lnTo>
                  <a:pt x="752475" y="466725"/>
                </a:lnTo>
                <a:close/>
                <a:moveTo>
                  <a:pt x="180975" y="466725"/>
                </a:moveTo>
                <a:lnTo>
                  <a:pt x="190500" y="466725"/>
                </a:lnTo>
                <a:lnTo>
                  <a:pt x="190500" y="476250"/>
                </a:lnTo>
                <a:lnTo>
                  <a:pt x="180975" y="476250"/>
                </a:lnTo>
                <a:close/>
                <a:moveTo>
                  <a:pt x="371475" y="466725"/>
                </a:moveTo>
                <a:lnTo>
                  <a:pt x="381000" y="466725"/>
                </a:lnTo>
                <a:lnTo>
                  <a:pt x="381000" y="476250"/>
                </a:lnTo>
                <a:lnTo>
                  <a:pt x="371475" y="476250"/>
                </a:lnTo>
                <a:close/>
                <a:moveTo>
                  <a:pt x="571500" y="466725"/>
                </a:moveTo>
                <a:lnTo>
                  <a:pt x="581025" y="466725"/>
                </a:lnTo>
                <a:lnTo>
                  <a:pt x="581025" y="476250"/>
                </a:lnTo>
                <a:lnTo>
                  <a:pt x="571500" y="476250"/>
                </a:lnTo>
                <a:close/>
                <a:moveTo>
                  <a:pt x="762000" y="466725"/>
                </a:moveTo>
                <a:lnTo>
                  <a:pt x="771525" y="466725"/>
                </a:lnTo>
                <a:lnTo>
                  <a:pt x="771525" y="476250"/>
                </a:lnTo>
                <a:lnTo>
                  <a:pt x="762000" y="476250"/>
                </a:lnTo>
                <a:close/>
                <a:moveTo>
                  <a:pt x="161925" y="476250"/>
                </a:moveTo>
                <a:lnTo>
                  <a:pt x="171450" y="476250"/>
                </a:lnTo>
                <a:lnTo>
                  <a:pt x="171450" y="485775"/>
                </a:lnTo>
                <a:lnTo>
                  <a:pt x="161925" y="485775"/>
                </a:lnTo>
                <a:close/>
                <a:moveTo>
                  <a:pt x="628650" y="476250"/>
                </a:moveTo>
                <a:lnTo>
                  <a:pt x="647700" y="476250"/>
                </a:lnTo>
                <a:lnTo>
                  <a:pt x="647700" y="466725"/>
                </a:lnTo>
                <a:lnTo>
                  <a:pt x="628650" y="466725"/>
                </a:lnTo>
                <a:close/>
                <a:moveTo>
                  <a:pt x="685800" y="476250"/>
                </a:moveTo>
                <a:lnTo>
                  <a:pt x="695325" y="476250"/>
                </a:lnTo>
                <a:lnTo>
                  <a:pt x="695325" y="466725"/>
                </a:lnTo>
                <a:lnTo>
                  <a:pt x="685800" y="466725"/>
                </a:lnTo>
                <a:close/>
                <a:moveTo>
                  <a:pt x="714375" y="485775"/>
                </a:moveTo>
                <a:lnTo>
                  <a:pt x="723900" y="485775"/>
                </a:lnTo>
                <a:lnTo>
                  <a:pt x="723900" y="476250"/>
                </a:lnTo>
                <a:lnTo>
                  <a:pt x="714375" y="476250"/>
                </a:lnTo>
                <a:close/>
                <a:moveTo>
                  <a:pt x="723900" y="495300"/>
                </a:moveTo>
                <a:lnTo>
                  <a:pt x="733425" y="495300"/>
                </a:lnTo>
                <a:lnTo>
                  <a:pt x="733425" y="485775"/>
                </a:lnTo>
                <a:lnTo>
                  <a:pt x="723900" y="485775"/>
                </a:lnTo>
                <a:close/>
                <a:moveTo>
                  <a:pt x="790575" y="495300"/>
                </a:moveTo>
                <a:lnTo>
                  <a:pt x="800100" y="495300"/>
                </a:lnTo>
                <a:lnTo>
                  <a:pt x="800100" y="504825"/>
                </a:lnTo>
                <a:lnTo>
                  <a:pt x="790575" y="504825"/>
                </a:lnTo>
                <a:close/>
                <a:moveTo>
                  <a:pt x="1162050" y="504825"/>
                </a:moveTo>
                <a:lnTo>
                  <a:pt x="1181100" y="504825"/>
                </a:lnTo>
                <a:lnTo>
                  <a:pt x="1181100" y="514350"/>
                </a:lnTo>
                <a:lnTo>
                  <a:pt x="1162050" y="514350"/>
                </a:lnTo>
                <a:close/>
                <a:moveTo>
                  <a:pt x="723900" y="514350"/>
                </a:moveTo>
                <a:lnTo>
                  <a:pt x="733425" y="514350"/>
                </a:lnTo>
                <a:lnTo>
                  <a:pt x="733425" y="504825"/>
                </a:lnTo>
                <a:lnTo>
                  <a:pt x="723900" y="504825"/>
                </a:lnTo>
                <a:close/>
                <a:moveTo>
                  <a:pt x="114300" y="523875"/>
                </a:moveTo>
                <a:lnTo>
                  <a:pt x="123825" y="523875"/>
                </a:lnTo>
                <a:lnTo>
                  <a:pt x="123825" y="533400"/>
                </a:lnTo>
                <a:lnTo>
                  <a:pt x="114300" y="533400"/>
                </a:lnTo>
                <a:close/>
                <a:moveTo>
                  <a:pt x="1095375" y="523875"/>
                </a:moveTo>
                <a:lnTo>
                  <a:pt x="1114425" y="523875"/>
                </a:lnTo>
                <a:lnTo>
                  <a:pt x="1114425" y="533400"/>
                </a:lnTo>
                <a:lnTo>
                  <a:pt x="1095375" y="533400"/>
                </a:lnTo>
                <a:close/>
                <a:moveTo>
                  <a:pt x="809625" y="533400"/>
                </a:moveTo>
                <a:lnTo>
                  <a:pt x="819150" y="533400"/>
                </a:lnTo>
                <a:lnTo>
                  <a:pt x="819150" y="542925"/>
                </a:lnTo>
                <a:lnTo>
                  <a:pt x="809625" y="542925"/>
                </a:lnTo>
                <a:close/>
                <a:moveTo>
                  <a:pt x="104775" y="552450"/>
                </a:moveTo>
                <a:lnTo>
                  <a:pt x="114300" y="552450"/>
                </a:lnTo>
                <a:lnTo>
                  <a:pt x="114300" y="571500"/>
                </a:lnTo>
                <a:lnTo>
                  <a:pt x="104775" y="571500"/>
                </a:lnTo>
                <a:close/>
                <a:moveTo>
                  <a:pt x="1095375" y="552450"/>
                </a:moveTo>
                <a:lnTo>
                  <a:pt x="1123950" y="552450"/>
                </a:lnTo>
                <a:lnTo>
                  <a:pt x="1123950" y="561975"/>
                </a:lnTo>
                <a:lnTo>
                  <a:pt x="1114425" y="561975"/>
                </a:lnTo>
                <a:lnTo>
                  <a:pt x="1114425" y="571500"/>
                </a:lnTo>
                <a:lnTo>
                  <a:pt x="1123950" y="571500"/>
                </a:lnTo>
                <a:lnTo>
                  <a:pt x="1123950" y="581025"/>
                </a:lnTo>
                <a:lnTo>
                  <a:pt x="1133475" y="581025"/>
                </a:lnTo>
                <a:lnTo>
                  <a:pt x="1133475" y="571500"/>
                </a:lnTo>
                <a:lnTo>
                  <a:pt x="1143000" y="571500"/>
                </a:lnTo>
                <a:lnTo>
                  <a:pt x="1143000" y="561975"/>
                </a:lnTo>
                <a:lnTo>
                  <a:pt x="1162050" y="561975"/>
                </a:lnTo>
                <a:lnTo>
                  <a:pt x="1162050" y="581025"/>
                </a:lnTo>
                <a:lnTo>
                  <a:pt x="1152525" y="581025"/>
                </a:lnTo>
                <a:lnTo>
                  <a:pt x="1152525" y="571500"/>
                </a:lnTo>
                <a:lnTo>
                  <a:pt x="1143000" y="571500"/>
                </a:lnTo>
                <a:lnTo>
                  <a:pt x="1143000" y="609600"/>
                </a:lnTo>
                <a:lnTo>
                  <a:pt x="1133475" y="609600"/>
                </a:lnTo>
                <a:lnTo>
                  <a:pt x="1133475" y="600075"/>
                </a:lnTo>
                <a:lnTo>
                  <a:pt x="1095375" y="600075"/>
                </a:lnTo>
                <a:close/>
                <a:moveTo>
                  <a:pt x="733425" y="561975"/>
                </a:moveTo>
                <a:lnTo>
                  <a:pt x="742950" y="561975"/>
                </a:lnTo>
                <a:lnTo>
                  <a:pt x="742950" y="571500"/>
                </a:lnTo>
                <a:lnTo>
                  <a:pt x="752475" y="571500"/>
                </a:lnTo>
                <a:lnTo>
                  <a:pt x="752475" y="533400"/>
                </a:lnTo>
                <a:lnTo>
                  <a:pt x="742950" y="533400"/>
                </a:lnTo>
                <a:lnTo>
                  <a:pt x="742950" y="523875"/>
                </a:lnTo>
                <a:lnTo>
                  <a:pt x="723900" y="523875"/>
                </a:lnTo>
                <a:lnTo>
                  <a:pt x="723900" y="533400"/>
                </a:lnTo>
                <a:lnTo>
                  <a:pt x="714375" y="533400"/>
                </a:lnTo>
                <a:lnTo>
                  <a:pt x="714375" y="542925"/>
                </a:lnTo>
                <a:lnTo>
                  <a:pt x="704850" y="542925"/>
                </a:lnTo>
                <a:lnTo>
                  <a:pt x="704850" y="552450"/>
                </a:lnTo>
                <a:lnTo>
                  <a:pt x="695325" y="552450"/>
                </a:lnTo>
                <a:lnTo>
                  <a:pt x="695325" y="561975"/>
                </a:lnTo>
                <a:lnTo>
                  <a:pt x="685800" y="561975"/>
                </a:lnTo>
                <a:lnTo>
                  <a:pt x="685800" y="552450"/>
                </a:lnTo>
                <a:lnTo>
                  <a:pt x="676275" y="552450"/>
                </a:lnTo>
                <a:lnTo>
                  <a:pt x="676275" y="561975"/>
                </a:lnTo>
                <a:lnTo>
                  <a:pt x="657225" y="561975"/>
                </a:lnTo>
                <a:lnTo>
                  <a:pt x="657225" y="571500"/>
                </a:lnTo>
                <a:lnTo>
                  <a:pt x="647700" y="571500"/>
                </a:lnTo>
                <a:lnTo>
                  <a:pt x="647700" y="581025"/>
                </a:lnTo>
                <a:lnTo>
                  <a:pt x="638175" y="581025"/>
                </a:lnTo>
                <a:lnTo>
                  <a:pt x="638175" y="571500"/>
                </a:lnTo>
                <a:lnTo>
                  <a:pt x="619125" y="571500"/>
                </a:lnTo>
                <a:lnTo>
                  <a:pt x="619125" y="581025"/>
                </a:lnTo>
                <a:lnTo>
                  <a:pt x="590550" y="581025"/>
                </a:lnTo>
                <a:lnTo>
                  <a:pt x="590550" y="609600"/>
                </a:lnTo>
                <a:lnTo>
                  <a:pt x="600075" y="609600"/>
                </a:lnTo>
                <a:lnTo>
                  <a:pt x="600075" y="619125"/>
                </a:lnTo>
                <a:lnTo>
                  <a:pt x="609600" y="619125"/>
                </a:lnTo>
                <a:lnTo>
                  <a:pt x="609600" y="628650"/>
                </a:lnTo>
                <a:lnTo>
                  <a:pt x="619125" y="628650"/>
                </a:lnTo>
                <a:lnTo>
                  <a:pt x="619125" y="638175"/>
                </a:lnTo>
                <a:lnTo>
                  <a:pt x="628650" y="638175"/>
                </a:lnTo>
                <a:lnTo>
                  <a:pt x="628650" y="647700"/>
                </a:lnTo>
                <a:lnTo>
                  <a:pt x="657225" y="647700"/>
                </a:lnTo>
                <a:lnTo>
                  <a:pt x="657225" y="638175"/>
                </a:lnTo>
                <a:lnTo>
                  <a:pt x="666750" y="638175"/>
                </a:lnTo>
                <a:lnTo>
                  <a:pt x="666750" y="628650"/>
                </a:lnTo>
                <a:lnTo>
                  <a:pt x="676275" y="628650"/>
                </a:lnTo>
                <a:lnTo>
                  <a:pt x="676275" y="619125"/>
                </a:lnTo>
                <a:lnTo>
                  <a:pt x="685800" y="619125"/>
                </a:lnTo>
                <a:lnTo>
                  <a:pt x="685800" y="609600"/>
                </a:lnTo>
                <a:lnTo>
                  <a:pt x="695325" y="609600"/>
                </a:lnTo>
                <a:lnTo>
                  <a:pt x="695325" y="600075"/>
                </a:lnTo>
                <a:lnTo>
                  <a:pt x="704850" y="600075"/>
                </a:lnTo>
                <a:lnTo>
                  <a:pt x="704850" y="590550"/>
                </a:lnTo>
                <a:lnTo>
                  <a:pt x="714375" y="590550"/>
                </a:lnTo>
                <a:lnTo>
                  <a:pt x="714375" y="581025"/>
                </a:lnTo>
                <a:lnTo>
                  <a:pt x="723900" y="581025"/>
                </a:lnTo>
                <a:lnTo>
                  <a:pt x="723900" y="571500"/>
                </a:lnTo>
                <a:lnTo>
                  <a:pt x="733425" y="571500"/>
                </a:lnTo>
                <a:close/>
                <a:moveTo>
                  <a:pt x="438150" y="590550"/>
                </a:moveTo>
                <a:lnTo>
                  <a:pt x="504825" y="590550"/>
                </a:lnTo>
                <a:lnTo>
                  <a:pt x="504825" y="609600"/>
                </a:lnTo>
                <a:lnTo>
                  <a:pt x="438150" y="609600"/>
                </a:lnTo>
                <a:close/>
                <a:moveTo>
                  <a:pt x="95250" y="600075"/>
                </a:moveTo>
                <a:lnTo>
                  <a:pt x="104775" y="600075"/>
                </a:lnTo>
                <a:lnTo>
                  <a:pt x="104775" y="619125"/>
                </a:lnTo>
                <a:lnTo>
                  <a:pt x="95250" y="619125"/>
                </a:lnTo>
                <a:close/>
                <a:moveTo>
                  <a:pt x="1066800" y="600075"/>
                </a:moveTo>
                <a:lnTo>
                  <a:pt x="1076325" y="600075"/>
                </a:lnTo>
                <a:lnTo>
                  <a:pt x="1076325" y="609600"/>
                </a:lnTo>
                <a:lnTo>
                  <a:pt x="1066800" y="609600"/>
                </a:lnTo>
                <a:close/>
                <a:moveTo>
                  <a:pt x="1076325" y="609600"/>
                </a:moveTo>
                <a:lnTo>
                  <a:pt x="1085850" y="609600"/>
                </a:lnTo>
                <a:lnTo>
                  <a:pt x="1085850" y="619125"/>
                </a:lnTo>
                <a:lnTo>
                  <a:pt x="1076325" y="619125"/>
                </a:lnTo>
                <a:close/>
                <a:moveTo>
                  <a:pt x="1095375" y="619125"/>
                </a:moveTo>
                <a:lnTo>
                  <a:pt x="1123950" y="619125"/>
                </a:lnTo>
                <a:lnTo>
                  <a:pt x="1123950" y="628650"/>
                </a:lnTo>
                <a:lnTo>
                  <a:pt x="1095375" y="628650"/>
                </a:lnTo>
                <a:close/>
                <a:moveTo>
                  <a:pt x="809625" y="628650"/>
                </a:moveTo>
                <a:lnTo>
                  <a:pt x="819150" y="628650"/>
                </a:lnTo>
                <a:lnTo>
                  <a:pt x="819150" y="638175"/>
                </a:lnTo>
                <a:lnTo>
                  <a:pt x="809625" y="638175"/>
                </a:lnTo>
                <a:close/>
                <a:moveTo>
                  <a:pt x="800100" y="647700"/>
                </a:moveTo>
                <a:lnTo>
                  <a:pt x="809625" y="647700"/>
                </a:lnTo>
                <a:lnTo>
                  <a:pt x="809625" y="657225"/>
                </a:lnTo>
                <a:lnTo>
                  <a:pt x="800100" y="657225"/>
                </a:lnTo>
                <a:close/>
                <a:moveTo>
                  <a:pt x="95250" y="657225"/>
                </a:moveTo>
                <a:lnTo>
                  <a:pt x="104775" y="657225"/>
                </a:lnTo>
                <a:lnTo>
                  <a:pt x="104775" y="666750"/>
                </a:lnTo>
                <a:lnTo>
                  <a:pt x="95250" y="666750"/>
                </a:lnTo>
                <a:close/>
                <a:moveTo>
                  <a:pt x="104775" y="666750"/>
                </a:moveTo>
                <a:lnTo>
                  <a:pt x="114300" y="666750"/>
                </a:lnTo>
                <a:lnTo>
                  <a:pt x="114300" y="676275"/>
                </a:lnTo>
                <a:lnTo>
                  <a:pt x="104775" y="676275"/>
                </a:lnTo>
                <a:close/>
                <a:moveTo>
                  <a:pt x="200025" y="666750"/>
                </a:moveTo>
                <a:lnTo>
                  <a:pt x="228600" y="666750"/>
                </a:lnTo>
                <a:lnTo>
                  <a:pt x="228600" y="676275"/>
                </a:lnTo>
                <a:lnTo>
                  <a:pt x="200025" y="676275"/>
                </a:lnTo>
                <a:close/>
                <a:moveTo>
                  <a:pt x="352425" y="666750"/>
                </a:moveTo>
                <a:lnTo>
                  <a:pt x="371475" y="666750"/>
                </a:lnTo>
                <a:lnTo>
                  <a:pt x="371475" y="676275"/>
                </a:lnTo>
                <a:lnTo>
                  <a:pt x="352425" y="676275"/>
                </a:lnTo>
                <a:close/>
                <a:moveTo>
                  <a:pt x="790575" y="666750"/>
                </a:moveTo>
                <a:lnTo>
                  <a:pt x="800100" y="666750"/>
                </a:lnTo>
                <a:lnTo>
                  <a:pt x="800100" y="676275"/>
                </a:lnTo>
                <a:lnTo>
                  <a:pt x="790575" y="676275"/>
                </a:lnTo>
                <a:close/>
                <a:moveTo>
                  <a:pt x="781050" y="676275"/>
                </a:moveTo>
                <a:lnTo>
                  <a:pt x="790575" y="676275"/>
                </a:lnTo>
                <a:lnTo>
                  <a:pt x="790575" y="685800"/>
                </a:lnTo>
                <a:lnTo>
                  <a:pt x="781050" y="685800"/>
                </a:lnTo>
                <a:close/>
                <a:moveTo>
                  <a:pt x="771525" y="685800"/>
                </a:moveTo>
                <a:lnTo>
                  <a:pt x="781050" y="685800"/>
                </a:lnTo>
                <a:lnTo>
                  <a:pt x="781050" y="695325"/>
                </a:lnTo>
                <a:lnTo>
                  <a:pt x="771525" y="695325"/>
                </a:lnTo>
                <a:close/>
                <a:moveTo>
                  <a:pt x="571500" y="695325"/>
                </a:moveTo>
                <a:lnTo>
                  <a:pt x="581025" y="695325"/>
                </a:lnTo>
                <a:lnTo>
                  <a:pt x="581025" y="704850"/>
                </a:lnTo>
                <a:lnTo>
                  <a:pt x="571500" y="704850"/>
                </a:lnTo>
                <a:close/>
                <a:moveTo>
                  <a:pt x="762000" y="695325"/>
                </a:moveTo>
                <a:lnTo>
                  <a:pt x="771525" y="695325"/>
                </a:lnTo>
                <a:lnTo>
                  <a:pt x="771525" y="704850"/>
                </a:lnTo>
                <a:lnTo>
                  <a:pt x="762000" y="704850"/>
                </a:lnTo>
                <a:close/>
                <a:moveTo>
                  <a:pt x="581025" y="704850"/>
                </a:moveTo>
                <a:lnTo>
                  <a:pt x="590550" y="704850"/>
                </a:lnTo>
                <a:lnTo>
                  <a:pt x="590550" y="714375"/>
                </a:lnTo>
                <a:lnTo>
                  <a:pt x="581025" y="714375"/>
                </a:lnTo>
                <a:close/>
                <a:moveTo>
                  <a:pt x="752475" y="704850"/>
                </a:moveTo>
                <a:lnTo>
                  <a:pt x="762000" y="704850"/>
                </a:lnTo>
                <a:lnTo>
                  <a:pt x="762000" y="714375"/>
                </a:lnTo>
                <a:lnTo>
                  <a:pt x="752475" y="714375"/>
                </a:lnTo>
                <a:close/>
                <a:moveTo>
                  <a:pt x="600075" y="714375"/>
                </a:moveTo>
                <a:lnTo>
                  <a:pt x="609600" y="714375"/>
                </a:lnTo>
                <a:lnTo>
                  <a:pt x="609600" y="723900"/>
                </a:lnTo>
                <a:lnTo>
                  <a:pt x="600075" y="723900"/>
                </a:lnTo>
                <a:close/>
                <a:moveTo>
                  <a:pt x="733425" y="714375"/>
                </a:moveTo>
                <a:lnTo>
                  <a:pt x="742950" y="714375"/>
                </a:lnTo>
                <a:lnTo>
                  <a:pt x="742950" y="723900"/>
                </a:lnTo>
                <a:lnTo>
                  <a:pt x="733425" y="723900"/>
                </a:lnTo>
                <a:close/>
                <a:moveTo>
                  <a:pt x="619125" y="723900"/>
                </a:moveTo>
                <a:lnTo>
                  <a:pt x="628650" y="723900"/>
                </a:lnTo>
                <a:lnTo>
                  <a:pt x="628650" y="733425"/>
                </a:lnTo>
                <a:lnTo>
                  <a:pt x="619125" y="733425"/>
                </a:lnTo>
                <a:close/>
                <a:moveTo>
                  <a:pt x="714375" y="723900"/>
                </a:moveTo>
                <a:lnTo>
                  <a:pt x="723900" y="723900"/>
                </a:lnTo>
                <a:lnTo>
                  <a:pt x="723900" y="733425"/>
                </a:lnTo>
                <a:lnTo>
                  <a:pt x="714375" y="733425"/>
                </a:lnTo>
                <a:close/>
              </a:path>
            </a:pathLst>
          </a:custGeom>
          <a:solidFill xmlns:a="http://schemas.openxmlformats.org/drawingml/2006/main">
            <a:srgbClr val="CECFC2"/>
          </a:solidFill>
          <a:ln xmlns:a="http://schemas.openxmlformats.org/drawingml/2006/main" w="0">
            <a:noFill/>
          </a:ln>
        </p:spPr>
      </p:sp>
      <p:sp>
        <p:nvSpPr>
          <p:cNvPr id="255" name="v22 vector #76867b">
            <a:extLst xmlns:a="http://schemas.openxmlformats.org/drawingml/2006/main">
              <a:ext uri="{FF2B5EF4-FFF2-40B4-BE49-F238E27FC236}">
                <a16:creationId xmlns:a16="http://schemas.microsoft.com/office/drawing/2014/main" id="{6E5A2D68-3A8A-47CF-847F-40751FCB2C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10675" y="4848225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714375" y="19050"/>
                </a:moveTo>
                <a:lnTo>
                  <a:pt x="781050" y="19050"/>
                </a:lnTo>
                <a:lnTo>
                  <a:pt x="781050" y="28575"/>
                </a:lnTo>
                <a:lnTo>
                  <a:pt x="714375" y="28575"/>
                </a:lnTo>
                <a:close/>
                <a:moveTo>
                  <a:pt x="685800" y="28575"/>
                </a:moveTo>
                <a:lnTo>
                  <a:pt x="695325" y="28575"/>
                </a:lnTo>
                <a:lnTo>
                  <a:pt x="695325" y="38100"/>
                </a:lnTo>
                <a:lnTo>
                  <a:pt x="685800" y="38100"/>
                </a:lnTo>
                <a:close/>
                <a:moveTo>
                  <a:pt x="800100" y="28575"/>
                </a:moveTo>
                <a:lnTo>
                  <a:pt x="809625" y="28575"/>
                </a:lnTo>
                <a:lnTo>
                  <a:pt x="809625" y="38100"/>
                </a:lnTo>
                <a:lnTo>
                  <a:pt x="800100" y="38100"/>
                </a:lnTo>
                <a:close/>
                <a:moveTo>
                  <a:pt x="647700" y="47625"/>
                </a:moveTo>
                <a:lnTo>
                  <a:pt x="657225" y="47625"/>
                </a:lnTo>
                <a:lnTo>
                  <a:pt x="657225" y="57150"/>
                </a:lnTo>
                <a:lnTo>
                  <a:pt x="647700" y="57150"/>
                </a:lnTo>
                <a:close/>
                <a:moveTo>
                  <a:pt x="838200" y="47625"/>
                </a:moveTo>
                <a:lnTo>
                  <a:pt x="847725" y="47625"/>
                </a:lnTo>
                <a:lnTo>
                  <a:pt x="847725" y="57150"/>
                </a:lnTo>
                <a:lnTo>
                  <a:pt x="838200" y="57150"/>
                </a:lnTo>
                <a:close/>
                <a:moveTo>
                  <a:pt x="342900" y="57150"/>
                </a:moveTo>
                <a:lnTo>
                  <a:pt x="390525" y="57150"/>
                </a:lnTo>
                <a:lnTo>
                  <a:pt x="390525" y="66675"/>
                </a:lnTo>
                <a:lnTo>
                  <a:pt x="342900" y="66675"/>
                </a:lnTo>
                <a:close/>
                <a:moveTo>
                  <a:pt x="847725" y="57150"/>
                </a:moveTo>
                <a:lnTo>
                  <a:pt x="857250" y="57150"/>
                </a:lnTo>
                <a:lnTo>
                  <a:pt x="857250" y="66675"/>
                </a:lnTo>
                <a:lnTo>
                  <a:pt x="847725" y="66675"/>
                </a:lnTo>
                <a:close/>
                <a:moveTo>
                  <a:pt x="314325" y="66675"/>
                </a:moveTo>
                <a:lnTo>
                  <a:pt x="323850" y="66675"/>
                </a:lnTo>
                <a:lnTo>
                  <a:pt x="323850" y="76200"/>
                </a:lnTo>
                <a:lnTo>
                  <a:pt x="314325" y="76200"/>
                </a:lnTo>
                <a:close/>
                <a:moveTo>
                  <a:pt x="419100" y="66675"/>
                </a:moveTo>
                <a:lnTo>
                  <a:pt x="428625" y="66675"/>
                </a:lnTo>
                <a:lnTo>
                  <a:pt x="428625" y="76200"/>
                </a:lnTo>
                <a:lnTo>
                  <a:pt x="419100" y="76200"/>
                </a:lnTo>
                <a:close/>
                <a:moveTo>
                  <a:pt x="704850" y="66675"/>
                </a:moveTo>
                <a:lnTo>
                  <a:pt x="723900" y="66675"/>
                </a:lnTo>
                <a:lnTo>
                  <a:pt x="723900" y="76200"/>
                </a:lnTo>
                <a:lnTo>
                  <a:pt x="704850" y="76200"/>
                </a:lnTo>
                <a:close/>
                <a:moveTo>
                  <a:pt x="781050" y="66675"/>
                </a:moveTo>
                <a:lnTo>
                  <a:pt x="790575" y="66675"/>
                </a:lnTo>
                <a:lnTo>
                  <a:pt x="790575" y="76200"/>
                </a:lnTo>
                <a:lnTo>
                  <a:pt x="781050" y="76200"/>
                </a:lnTo>
                <a:close/>
                <a:moveTo>
                  <a:pt x="857250" y="66675"/>
                </a:moveTo>
                <a:lnTo>
                  <a:pt x="866775" y="66675"/>
                </a:lnTo>
                <a:lnTo>
                  <a:pt x="866775" y="76200"/>
                </a:lnTo>
                <a:lnTo>
                  <a:pt x="857250" y="76200"/>
                </a:lnTo>
                <a:close/>
                <a:moveTo>
                  <a:pt x="295275" y="76200"/>
                </a:moveTo>
                <a:lnTo>
                  <a:pt x="304800" y="76200"/>
                </a:lnTo>
                <a:lnTo>
                  <a:pt x="304800" y="85725"/>
                </a:lnTo>
                <a:lnTo>
                  <a:pt x="295275" y="85725"/>
                </a:lnTo>
                <a:close/>
                <a:moveTo>
                  <a:pt x="438150" y="76200"/>
                </a:moveTo>
                <a:lnTo>
                  <a:pt x="447675" y="76200"/>
                </a:lnTo>
                <a:lnTo>
                  <a:pt x="447675" y="85725"/>
                </a:lnTo>
                <a:lnTo>
                  <a:pt x="438150" y="85725"/>
                </a:lnTo>
                <a:close/>
                <a:moveTo>
                  <a:pt x="685800" y="76200"/>
                </a:moveTo>
                <a:lnTo>
                  <a:pt x="695325" y="76200"/>
                </a:lnTo>
                <a:lnTo>
                  <a:pt x="695325" y="85725"/>
                </a:lnTo>
                <a:lnTo>
                  <a:pt x="685800" y="85725"/>
                </a:lnTo>
                <a:close/>
                <a:moveTo>
                  <a:pt x="800100" y="76200"/>
                </a:moveTo>
                <a:lnTo>
                  <a:pt x="809625" y="76200"/>
                </a:lnTo>
                <a:lnTo>
                  <a:pt x="809625" y="85725"/>
                </a:lnTo>
                <a:lnTo>
                  <a:pt x="800100" y="85725"/>
                </a:lnTo>
                <a:close/>
                <a:moveTo>
                  <a:pt x="866775" y="76200"/>
                </a:moveTo>
                <a:lnTo>
                  <a:pt x="876300" y="76200"/>
                </a:lnTo>
                <a:lnTo>
                  <a:pt x="876300" y="85725"/>
                </a:lnTo>
                <a:lnTo>
                  <a:pt x="866775" y="85725"/>
                </a:lnTo>
                <a:close/>
                <a:moveTo>
                  <a:pt x="285750" y="85725"/>
                </a:moveTo>
                <a:lnTo>
                  <a:pt x="295275" y="85725"/>
                </a:lnTo>
                <a:lnTo>
                  <a:pt x="295275" y="95250"/>
                </a:lnTo>
                <a:lnTo>
                  <a:pt x="285750" y="95250"/>
                </a:lnTo>
                <a:close/>
                <a:moveTo>
                  <a:pt x="447675" y="85725"/>
                </a:moveTo>
                <a:lnTo>
                  <a:pt x="457200" y="85725"/>
                </a:lnTo>
                <a:lnTo>
                  <a:pt x="457200" y="95250"/>
                </a:lnTo>
                <a:lnTo>
                  <a:pt x="447675" y="95250"/>
                </a:lnTo>
                <a:close/>
                <a:moveTo>
                  <a:pt x="609600" y="85725"/>
                </a:moveTo>
                <a:lnTo>
                  <a:pt x="619125" y="85725"/>
                </a:lnTo>
                <a:lnTo>
                  <a:pt x="619125" y="95250"/>
                </a:lnTo>
                <a:lnTo>
                  <a:pt x="609600" y="95250"/>
                </a:lnTo>
                <a:close/>
                <a:moveTo>
                  <a:pt x="666750" y="85725"/>
                </a:moveTo>
                <a:lnTo>
                  <a:pt x="676275" y="85725"/>
                </a:lnTo>
                <a:lnTo>
                  <a:pt x="676275" y="95250"/>
                </a:lnTo>
                <a:lnTo>
                  <a:pt x="666750" y="95250"/>
                </a:lnTo>
                <a:close/>
                <a:moveTo>
                  <a:pt x="876300" y="85725"/>
                </a:moveTo>
                <a:lnTo>
                  <a:pt x="885825" y="85725"/>
                </a:lnTo>
                <a:lnTo>
                  <a:pt x="885825" y="95250"/>
                </a:lnTo>
                <a:lnTo>
                  <a:pt x="876300" y="95250"/>
                </a:lnTo>
                <a:close/>
                <a:moveTo>
                  <a:pt x="276225" y="95250"/>
                </a:moveTo>
                <a:lnTo>
                  <a:pt x="285750" y="95250"/>
                </a:lnTo>
                <a:lnTo>
                  <a:pt x="285750" y="104775"/>
                </a:lnTo>
                <a:lnTo>
                  <a:pt x="276225" y="104775"/>
                </a:lnTo>
                <a:close/>
                <a:moveTo>
                  <a:pt x="600075" y="95250"/>
                </a:moveTo>
                <a:lnTo>
                  <a:pt x="609600" y="95250"/>
                </a:lnTo>
                <a:lnTo>
                  <a:pt x="609600" y="104775"/>
                </a:lnTo>
                <a:lnTo>
                  <a:pt x="600075" y="104775"/>
                </a:lnTo>
                <a:close/>
                <a:moveTo>
                  <a:pt x="657225" y="95250"/>
                </a:moveTo>
                <a:lnTo>
                  <a:pt x="666750" y="95250"/>
                </a:lnTo>
                <a:lnTo>
                  <a:pt x="666750" y="104775"/>
                </a:lnTo>
                <a:lnTo>
                  <a:pt x="657225" y="104775"/>
                </a:lnTo>
                <a:close/>
                <a:moveTo>
                  <a:pt x="742950" y="95250"/>
                </a:moveTo>
                <a:lnTo>
                  <a:pt x="752475" y="95250"/>
                </a:lnTo>
                <a:lnTo>
                  <a:pt x="752475" y="104775"/>
                </a:lnTo>
                <a:lnTo>
                  <a:pt x="762000" y="104775"/>
                </a:lnTo>
                <a:lnTo>
                  <a:pt x="762000" y="190500"/>
                </a:lnTo>
                <a:lnTo>
                  <a:pt x="752475" y="190500"/>
                </a:lnTo>
                <a:lnTo>
                  <a:pt x="752475" y="200025"/>
                </a:lnTo>
                <a:lnTo>
                  <a:pt x="742950" y="200025"/>
                </a:lnTo>
                <a:lnTo>
                  <a:pt x="742950" y="190500"/>
                </a:lnTo>
                <a:lnTo>
                  <a:pt x="733425" y="190500"/>
                </a:lnTo>
                <a:lnTo>
                  <a:pt x="733425" y="104775"/>
                </a:lnTo>
                <a:lnTo>
                  <a:pt x="742950" y="104775"/>
                </a:lnTo>
                <a:close/>
                <a:moveTo>
                  <a:pt x="257175" y="104775"/>
                </a:moveTo>
                <a:lnTo>
                  <a:pt x="266700" y="104775"/>
                </a:lnTo>
                <a:lnTo>
                  <a:pt x="266700" y="114300"/>
                </a:lnTo>
                <a:lnTo>
                  <a:pt x="257175" y="114300"/>
                </a:lnTo>
                <a:close/>
                <a:moveTo>
                  <a:pt x="476250" y="104775"/>
                </a:moveTo>
                <a:lnTo>
                  <a:pt x="485775" y="104775"/>
                </a:lnTo>
                <a:lnTo>
                  <a:pt x="485775" y="114300"/>
                </a:lnTo>
                <a:lnTo>
                  <a:pt x="476250" y="114300"/>
                </a:lnTo>
                <a:close/>
                <a:moveTo>
                  <a:pt x="647700" y="104775"/>
                </a:moveTo>
                <a:lnTo>
                  <a:pt x="657225" y="104775"/>
                </a:lnTo>
                <a:lnTo>
                  <a:pt x="657225" y="114300"/>
                </a:lnTo>
                <a:lnTo>
                  <a:pt x="647700" y="114300"/>
                </a:lnTo>
                <a:close/>
                <a:moveTo>
                  <a:pt x="885825" y="104775"/>
                </a:moveTo>
                <a:lnTo>
                  <a:pt x="895350" y="104775"/>
                </a:lnTo>
                <a:lnTo>
                  <a:pt x="895350" y="114300"/>
                </a:lnTo>
                <a:lnTo>
                  <a:pt x="885825" y="114300"/>
                </a:lnTo>
                <a:close/>
                <a:moveTo>
                  <a:pt x="485775" y="114300"/>
                </a:moveTo>
                <a:lnTo>
                  <a:pt x="495300" y="114300"/>
                </a:lnTo>
                <a:lnTo>
                  <a:pt x="495300" y="123825"/>
                </a:lnTo>
                <a:lnTo>
                  <a:pt x="485775" y="123825"/>
                </a:lnTo>
                <a:close/>
                <a:moveTo>
                  <a:pt x="590550" y="114300"/>
                </a:moveTo>
                <a:lnTo>
                  <a:pt x="600075" y="114300"/>
                </a:lnTo>
                <a:lnTo>
                  <a:pt x="600075" y="123825"/>
                </a:lnTo>
                <a:lnTo>
                  <a:pt x="590550" y="123825"/>
                </a:lnTo>
                <a:close/>
                <a:moveTo>
                  <a:pt x="1085850" y="133350"/>
                </a:moveTo>
                <a:lnTo>
                  <a:pt x="1095375" y="133350"/>
                </a:lnTo>
                <a:lnTo>
                  <a:pt x="1095375" y="142875"/>
                </a:lnTo>
                <a:lnTo>
                  <a:pt x="1085850" y="142875"/>
                </a:lnTo>
                <a:close/>
                <a:moveTo>
                  <a:pt x="581025" y="142875"/>
                </a:moveTo>
                <a:lnTo>
                  <a:pt x="590550" y="142875"/>
                </a:lnTo>
                <a:lnTo>
                  <a:pt x="590550" y="161925"/>
                </a:lnTo>
                <a:lnTo>
                  <a:pt x="581025" y="161925"/>
                </a:lnTo>
                <a:close/>
                <a:moveTo>
                  <a:pt x="628650" y="142875"/>
                </a:moveTo>
                <a:lnTo>
                  <a:pt x="638175" y="142875"/>
                </a:lnTo>
                <a:lnTo>
                  <a:pt x="638175" y="152400"/>
                </a:lnTo>
                <a:lnTo>
                  <a:pt x="628650" y="152400"/>
                </a:lnTo>
                <a:close/>
                <a:moveTo>
                  <a:pt x="857250" y="142875"/>
                </a:moveTo>
                <a:lnTo>
                  <a:pt x="866775" y="142875"/>
                </a:lnTo>
                <a:lnTo>
                  <a:pt x="866775" y="152400"/>
                </a:lnTo>
                <a:lnTo>
                  <a:pt x="857250" y="152400"/>
                </a:lnTo>
                <a:close/>
                <a:moveTo>
                  <a:pt x="904875" y="142875"/>
                </a:moveTo>
                <a:lnTo>
                  <a:pt x="914400" y="142875"/>
                </a:lnTo>
                <a:lnTo>
                  <a:pt x="914400" y="171450"/>
                </a:lnTo>
                <a:lnTo>
                  <a:pt x="904875" y="171450"/>
                </a:lnTo>
                <a:close/>
                <a:moveTo>
                  <a:pt x="1076325" y="142875"/>
                </a:moveTo>
                <a:lnTo>
                  <a:pt x="1085850" y="142875"/>
                </a:lnTo>
                <a:lnTo>
                  <a:pt x="1085850" y="161925"/>
                </a:lnTo>
                <a:lnTo>
                  <a:pt x="1095375" y="161925"/>
                </a:lnTo>
                <a:lnTo>
                  <a:pt x="1095375" y="200025"/>
                </a:lnTo>
                <a:lnTo>
                  <a:pt x="1085850" y="200025"/>
                </a:lnTo>
                <a:lnTo>
                  <a:pt x="1085850" y="190500"/>
                </a:lnTo>
                <a:lnTo>
                  <a:pt x="1076325" y="190500"/>
                </a:lnTo>
                <a:close/>
                <a:moveTo>
                  <a:pt x="219075" y="152400"/>
                </a:moveTo>
                <a:lnTo>
                  <a:pt x="228600" y="152400"/>
                </a:lnTo>
                <a:lnTo>
                  <a:pt x="228600" y="161925"/>
                </a:lnTo>
                <a:lnTo>
                  <a:pt x="219075" y="161925"/>
                </a:lnTo>
                <a:close/>
                <a:moveTo>
                  <a:pt x="1123950" y="152400"/>
                </a:moveTo>
                <a:lnTo>
                  <a:pt x="1152525" y="152400"/>
                </a:lnTo>
                <a:lnTo>
                  <a:pt x="1152525" y="161925"/>
                </a:lnTo>
                <a:lnTo>
                  <a:pt x="1123950" y="161925"/>
                </a:lnTo>
                <a:close/>
                <a:moveTo>
                  <a:pt x="504825" y="161925"/>
                </a:moveTo>
                <a:lnTo>
                  <a:pt x="514350" y="161925"/>
                </a:lnTo>
                <a:lnTo>
                  <a:pt x="514350" y="209550"/>
                </a:lnTo>
                <a:lnTo>
                  <a:pt x="504825" y="209550"/>
                </a:lnTo>
                <a:close/>
                <a:moveTo>
                  <a:pt x="1190625" y="161925"/>
                </a:moveTo>
                <a:lnTo>
                  <a:pt x="1209675" y="161925"/>
                </a:lnTo>
                <a:lnTo>
                  <a:pt x="1209675" y="180975"/>
                </a:lnTo>
                <a:lnTo>
                  <a:pt x="1181100" y="180975"/>
                </a:lnTo>
                <a:lnTo>
                  <a:pt x="1181100" y="171450"/>
                </a:lnTo>
                <a:lnTo>
                  <a:pt x="1190625" y="171450"/>
                </a:lnTo>
                <a:close/>
                <a:moveTo>
                  <a:pt x="295275" y="171450"/>
                </a:moveTo>
                <a:lnTo>
                  <a:pt x="314325" y="171450"/>
                </a:lnTo>
                <a:lnTo>
                  <a:pt x="314325" y="180975"/>
                </a:lnTo>
                <a:lnTo>
                  <a:pt x="304800" y="180975"/>
                </a:lnTo>
                <a:lnTo>
                  <a:pt x="304800" y="190500"/>
                </a:lnTo>
                <a:lnTo>
                  <a:pt x="295275" y="190500"/>
                </a:lnTo>
                <a:lnTo>
                  <a:pt x="295275" y="200025"/>
                </a:lnTo>
                <a:lnTo>
                  <a:pt x="285750" y="200025"/>
                </a:lnTo>
                <a:lnTo>
                  <a:pt x="285750" y="180975"/>
                </a:lnTo>
                <a:lnTo>
                  <a:pt x="295275" y="180975"/>
                </a:lnTo>
                <a:close/>
                <a:moveTo>
                  <a:pt x="1114425" y="180975"/>
                </a:moveTo>
                <a:lnTo>
                  <a:pt x="1123950" y="180975"/>
                </a:lnTo>
                <a:lnTo>
                  <a:pt x="1123950" y="190500"/>
                </a:lnTo>
                <a:lnTo>
                  <a:pt x="1114425" y="190500"/>
                </a:lnTo>
                <a:close/>
                <a:moveTo>
                  <a:pt x="342900" y="190500"/>
                </a:moveTo>
                <a:lnTo>
                  <a:pt x="352425" y="190500"/>
                </a:lnTo>
                <a:lnTo>
                  <a:pt x="352425" y="200025"/>
                </a:lnTo>
                <a:lnTo>
                  <a:pt x="342900" y="200025"/>
                </a:lnTo>
                <a:close/>
                <a:moveTo>
                  <a:pt x="762000" y="190500"/>
                </a:moveTo>
                <a:lnTo>
                  <a:pt x="771525" y="190500"/>
                </a:lnTo>
                <a:lnTo>
                  <a:pt x="771525" y="200025"/>
                </a:lnTo>
                <a:lnTo>
                  <a:pt x="762000" y="200025"/>
                </a:lnTo>
                <a:close/>
                <a:moveTo>
                  <a:pt x="1123950" y="190500"/>
                </a:moveTo>
                <a:lnTo>
                  <a:pt x="1143000" y="190500"/>
                </a:lnTo>
                <a:lnTo>
                  <a:pt x="1143000" y="200025"/>
                </a:lnTo>
                <a:lnTo>
                  <a:pt x="1123950" y="200025"/>
                </a:lnTo>
                <a:close/>
                <a:moveTo>
                  <a:pt x="219075" y="200025"/>
                </a:moveTo>
                <a:lnTo>
                  <a:pt x="228600" y="200025"/>
                </a:lnTo>
                <a:lnTo>
                  <a:pt x="228600" y="219075"/>
                </a:lnTo>
                <a:lnTo>
                  <a:pt x="219075" y="219075"/>
                </a:lnTo>
                <a:close/>
                <a:moveTo>
                  <a:pt x="371475" y="200025"/>
                </a:moveTo>
                <a:lnTo>
                  <a:pt x="381000" y="200025"/>
                </a:lnTo>
                <a:lnTo>
                  <a:pt x="381000" y="209550"/>
                </a:lnTo>
                <a:lnTo>
                  <a:pt x="371475" y="209550"/>
                </a:lnTo>
                <a:close/>
                <a:moveTo>
                  <a:pt x="771525" y="200025"/>
                </a:moveTo>
                <a:lnTo>
                  <a:pt x="781050" y="200025"/>
                </a:lnTo>
                <a:lnTo>
                  <a:pt x="781050" y="209550"/>
                </a:lnTo>
                <a:lnTo>
                  <a:pt x="771525" y="209550"/>
                </a:lnTo>
                <a:close/>
                <a:moveTo>
                  <a:pt x="904875" y="200025"/>
                </a:moveTo>
                <a:lnTo>
                  <a:pt x="914400" y="200025"/>
                </a:lnTo>
                <a:lnTo>
                  <a:pt x="914400" y="228600"/>
                </a:lnTo>
                <a:lnTo>
                  <a:pt x="904875" y="228600"/>
                </a:lnTo>
                <a:close/>
                <a:moveTo>
                  <a:pt x="1143000" y="200025"/>
                </a:moveTo>
                <a:lnTo>
                  <a:pt x="1152525" y="200025"/>
                </a:lnTo>
                <a:lnTo>
                  <a:pt x="1152525" y="209550"/>
                </a:lnTo>
                <a:lnTo>
                  <a:pt x="1143000" y="209550"/>
                </a:lnTo>
                <a:close/>
                <a:moveTo>
                  <a:pt x="1181100" y="200025"/>
                </a:moveTo>
                <a:lnTo>
                  <a:pt x="1200150" y="200025"/>
                </a:lnTo>
                <a:lnTo>
                  <a:pt x="1200150" y="219075"/>
                </a:lnTo>
                <a:lnTo>
                  <a:pt x="1190625" y="219075"/>
                </a:lnTo>
                <a:lnTo>
                  <a:pt x="1190625" y="228600"/>
                </a:lnTo>
                <a:lnTo>
                  <a:pt x="1181100" y="228600"/>
                </a:lnTo>
                <a:lnTo>
                  <a:pt x="1181100" y="238125"/>
                </a:lnTo>
                <a:lnTo>
                  <a:pt x="1171575" y="238125"/>
                </a:lnTo>
                <a:lnTo>
                  <a:pt x="1171575" y="209550"/>
                </a:lnTo>
                <a:lnTo>
                  <a:pt x="1181100" y="209550"/>
                </a:lnTo>
                <a:close/>
                <a:moveTo>
                  <a:pt x="438150" y="209550"/>
                </a:moveTo>
                <a:lnTo>
                  <a:pt x="447675" y="209550"/>
                </a:lnTo>
                <a:lnTo>
                  <a:pt x="447675" y="219075"/>
                </a:lnTo>
                <a:lnTo>
                  <a:pt x="438150" y="219075"/>
                </a:lnTo>
                <a:close/>
                <a:moveTo>
                  <a:pt x="781050" y="209550"/>
                </a:moveTo>
                <a:lnTo>
                  <a:pt x="790575" y="209550"/>
                </a:lnTo>
                <a:lnTo>
                  <a:pt x="790575" y="219075"/>
                </a:lnTo>
                <a:lnTo>
                  <a:pt x="781050" y="219075"/>
                </a:lnTo>
                <a:close/>
                <a:moveTo>
                  <a:pt x="447675" y="219075"/>
                </a:moveTo>
                <a:lnTo>
                  <a:pt x="457200" y="219075"/>
                </a:lnTo>
                <a:lnTo>
                  <a:pt x="457200" y="228600"/>
                </a:lnTo>
                <a:lnTo>
                  <a:pt x="447675" y="228600"/>
                </a:lnTo>
                <a:close/>
                <a:moveTo>
                  <a:pt x="581025" y="219075"/>
                </a:moveTo>
                <a:lnTo>
                  <a:pt x="590550" y="219075"/>
                </a:lnTo>
                <a:lnTo>
                  <a:pt x="590550" y="228600"/>
                </a:lnTo>
                <a:lnTo>
                  <a:pt x="581025" y="228600"/>
                </a:lnTo>
                <a:close/>
                <a:moveTo>
                  <a:pt x="790575" y="219075"/>
                </a:moveTo>
                <a:lnTo>
                  <a:pt x="800100" y="219075"/>
                </a:lnTo>
                <a:lnTo>
                  <a:pt x="800100" y="228600"/>
                </a:lnTo>
                <a:lnTo>
                  <a:pt x="809625" y="228600"/>
                </a:lnTo>
                <a:lnTo>
                  <a:pt x="809625" y="238125"/>
                </a:lnTo>
                <a:lnTo>
                  <a:pt x="800100" y="238125"/>
                </a:lnTo>
                <a:lnTo>
                  <a:pt x="800100" y="247650"/>
                </a:lnTo>
                <a:lnTo>
                  <a:pt x="790575" y="247650"/>
                </a:lnTo>
                <a:lnTo>
                  <a:pt x="790575" y="238125"/>
                </a:lnTo>
                <a:lnTo>
                  <a:pt x="781050" y="238125"/>
                </a:lnTo>
                <a:lnTo>
                  <a:pt x="781050" y="228600"/>
                </a:lnTo>
                <a:lnTo>
                  <a:pt x="790575" y="228600"/>
                </a:lnTo>
                <a:close/>
                <a:moveTo>
                  <a:pt x="1076325" y="219075"/>
                </a:moveTo>
                <a:lnTo>
                  <a:pt x="1085850" y="219075"/>
                </a:lnTo>
                <a:lnTo>
                  <a:pt x="1085850" y="228600"/>
                </a:lnTo>
                <a:lnTo>
                  <a:pt x="1095375" y="228600"/>
                </a:lnTo>
                <a:lnTo>
                  <a:pt x="1095375" y="238125"/>
                </a:lnTo>
                <a:lnTo>
                  <a:pt x="1143000" y="238125"/>
                </a:lnTo>
                <a:lnTo>
                  <a:pt x="1143000" y="228600"/>
                </a:lnTo>
                <a:lnTo>
                  <a:pt x="1152525" y="228600"/>
                </a:lnTo>
                <a:lnTo>
                  <a:pt x="1152525" y="238125"/>
                </a:lnTo>
                <a:lnTo>
                  <a:pt x="1143000" y="238125"/>
                </a:lnTo>
                <a:lnTo>
                  <a:pt x="1143000" y="247650"/>
                </a:lnTo>
                <a:lnTo>
                  <a:pt x="1123950" y="247650"/>
                </a:lnTo>
                <a:lnTo>
                  <a:pt x="1123950" y="257175"/>
                </a:lnTo>
                <a:lnTo>
                  <a:pt x="1095375" y="257175"/>
                </a:lnTo>
                <a:lnTo>
                  <a:pt x="1095375" y="247650"/>
                </a:lnTo>
                <a:lnTo>
                  <a:pt x="1076325" y="247650"/>
                </a:lnTo>
                <a:lnTo>
                  <a:pt x="1076325" y="238125"/>
                </a:lnTo>
                <a:lnTo>
                  <a:pt x="1066800" y="238125"/>
                </a:lnTo>
                <a:lnTo>
                  <a:pt x="1066800" y="228600"/>
                </a:lnTo>
                <a:lnTo>
                  <a:pt x="1076325" y="228600"/>
                </a:lnTo>
                <a:close/>
                <a:moveTo>
                  <a:pt x="266700" y="228600"/>
                </a:moveTo>
                <a:lnTo>
                  <a:pt x="276225" y="228600"/>
                </a:lnTo>
                <a:lnTo>
                  <a:pt x="276225" y="238125"/>
                </a:lnTo>
                <a:lnTo>
                  <a:pt x="266700" y="238125"/>
                </a:lnTo>
                <a:close/>
                <a:moveTo>
                  <a:pt x="457200" y="228600"/>
                </a:moveTo>
                <a:lnTo>
                  <a:pt x="466725" y="228600"/>
                </a:lnTo>
                <a:lnTo>
                  <a:pt x="466725" y="238125"/>
                </a:lnTo>
                <a:lnTo>
                  <a:pt x="457200" y="238125"/>
                </a:lnTo>
                <a:close/>
                <a:moveTo>
                  <a:pt x="628650" y="228600"/>
                </a:moveTo>
                <a:lnTo>
                  <a:pt x="638175" y="228600"/>
                </a:lnTo>
                <a:lnTo>
                  <a:pt x="638175" y="238125"/>
                </a:lnTo>
                <a:lnTo>
                  <a:pt x="628650" y="238125"/>
                </a:lnTo>
                <a:close/>
                <a:moveTo>
                  <a:pt x="857250" y="228600"/>
                </a:moveTo>
                <a:lnTo>
                  <a:pt x="866775" y="228600"/>
                </a:lnTo>
                <a:lnTo>
                  <a:pt x="866775" y="238125"/>
                </a:lnTo>
                <a:lnTo>
                  <a:pt x="857250" y="238125"/>
                </a:lnTo>
                <a:close/>
                <a:moveTo>
                  <a:pt x="1190625" y="228600"/>
                </a:moveTo>
                <a:lnTo>
                  <a:pt x="1200150" y="228600"/>
                </a:lnTo>
                <a:lnTo>
                  <a:pt x="1200150" y="238125"/>
                </a:lnTo>
                <a:lnTo>
                  <a:pt x="1209675" y="238125"/>
                </a:lnTo>
                <a:lnTo>
                  <a:pt x="1209675" y="257175"/>
                </a:lnTo>
                <a:lnTo>
                  <a:pt x="1190625" y="257175"/>
                </a:lnTo>
                <a:lnTo>
                  <a:pt x="1190625" y="247650"/>
                </a:lnTo>
                <a:lnTo>
                  <a:pt x="1181100" y="247650"/>
                </a:lnTo>
                <a:lnTo>
                  <a:pt x="1181100" y="238125"/>
                </a:lnTo>
                <a:lnTo>
                  <a:pt x="1190625" y="238125"/>
                </a:lnTo>
                <a:close/>
                <a:moveTo>
                  <a:pt x="219075" y="238125"/>
                </a:moveTo>
                <a:lnTo>
                  <a:pt x="228600" y="238125"/>
                </a:lnTo>
                <a:lnTo>
                  <a:pt x="228600" y="247650"/>
                </a:lnTo>
                <a:lnTo>
                  <a:pt x="257175" y="247650"/>
                </a:lnTo>
                <a:lnTo>
                  <a:pt x="257175" y="257175"/>
                </a:lnTo>
                <a:lnTo>
                  <a:pt x="247650" y="257175"/>
                </a:lnTo>
                <a:lnTo>
                  <a:pt x="247650" y="266700"/>
                </a:lnTo>
                <a:lnTo>
                  <a:pt x="228600" y="266700"/>
                </a:lnTo>
                <a:lnTo>
                  <a:pt x="228600" y="285750"/>
                </a:lnTo>
                <a:lnTo>
                  <a:pt x="219075" y="285750"/>
                </a:lnTo>
                <a:lnTo>
                  <a:pt x="219075" y="295275"/>
                </a:lnTo>
                <a:lnTo>
                  <a:pt x="209550" y="295275"/>
                </a:lnTo>
                <a:lnTo>
                  <a:pt x="209550" y="247650"/>
                </a:lnTo>
                <a:lnTo>
                  <a:pt x="219075" y="247650"/>
                </a:lnTo>
                <a:close/>
                <a:moveTo>
                  <a:pt x="466725" y="247650"/>
                </a:moveTo>
                <a:lnTo>
                  <a:pt x="504825" y="247650"/>
                </a:lnTo>
                <a:lnTo>
                  <a:pt x="504825" y="257175"/>
                </a:lnTo>
                <a:lnTo>
                  <a:pt x="514350" y="257175"/>
                </a:lnTo>
                <a:lnTo>
                  <a:pt x="514350" y="247650"/>
                </a:lnTo>
                <a:lnTo>
                  <a:pt x="523875" y="247650"/>
                </a:lnTo>
                <a:lnTo>
                  <a:pt x="523875" y="304800"/>
                </a:lnTo>
                <a:lnTo>
                  <a:pt x="514350" y="304800"/>
                </a:lnTo>
                <a:lnTo>
                  <a:pt x="514350" y="314325"/>
                </a:lnTo>
                <a:lnTo>
                  <a:pt x="504825" y="314325"/>
                </a:lnTo>
                <a:lnTo>
                  <a:pt x="504825" y="304800"/>
                </a:lnTo>
                <a:lnTo>
                  <a:pt x="476250" y="304800"/>
                </a:lnTo>
                <a:lnTo>
                  <a:pt x="476250" y="257175"/>
                </a:lnTo>
                <a:lnTo>
                  <a:pt x="466725" y="257175"/>
                </a:lnTo>
                <a:close/>
                <a:moveTo>
                  <a:pt x="590550" y="247650"/>
                </a:moveTo>
                <a:lnTo>
                  <a:pt x="600075" y="247650"/>
                </a:lnTo>
                <a:lnTo>
                  <a:pt x="600075" y="257175"/>
                </a:lnTo>
                <a:lnTo>
                  <a:pt x="590550" y="257175"/>
                </a:lnTo>
                <a:close/>
                <a:moveTo>
                  <a:pt x="638175" y="247650"/>
                </a:moveTo>
                <a:lnTo>
                  <a:pt x="647700" y="247650"/>
                </a:lnTo>
                <a:lnTo>
                  <a:pt x="647700" y="257175"/>
                </a:lnTo>
                <a:lnTo>
                  <a:pt x="638175" y="257175"/>
                </a:lnTo>
                <a:close/>
                <a:moveTo>
                  <a:pt x="847725" y="247650"/>
                </a:moveTo>
                <a:lnTo>
                  <a:pt x="857250" y="247650"/>
                </a:lnTo>
                <a:lnTo>
                  <a:pt x="857250" y="257175"/>
                </a:lnTo>
                <a:lnTo>
                  <a:pt x="847725" y="257175"/>
                </a:lnTo>
                <a:close/>
                <a:moveTo>
                  <a:pt x="895350" y="247650"/>
                </a:moveTo>
                <a:lnTo>
                  <a:pt x="904875" y="247650"/>
                </a:lnTo>
                <a:lnTo>
                  <a:pt x="904875" y="257175"/>
                </a:lnTo>
                <a:lnTo>
                  <a:pt x="895350" y="257175"/>
                </a:lnTo>
                <a:close/>
                <a:moveTo>
                  <a:pt x="600075" y="266700"/>
                </a:moveTo>
                <a:lnTo>
                  <a:pt x="609600" y="266700"/>
                </a:lnTo>
                <a:lnTo>
                  <a:pt x="609600" y="276225"/>
                </a:lnTo>
                <a:lnTo>
                  <a:pt x="600075" y="276225"/>
                </a:lnTo>
                <a:close/>
                <a:moveTo>
                  <a:pt x="885825" y="266700"/>
                </a:moveTo>
                <a:lnTo>
                  <a:pt x="895350" y="266700"/>
                </a:lnTo>
                <a:lnTo>
                  <a:pt x="895350" y="276225"/>
                </a:lnTo>
                <a:lnTo>
                  <a:pt x="885825" y="276225"/>
                </a:lnTo>
                <a:close/>
                <a:moveTo>
                  <a:pt x="495300" y="276225"/>
                </a:moveTo>
                <a:lnTo>
                  <a:pt x="504825" y="276225"/>
                </a:lnTo>
                <a:lnTo>
                  <a:pt x="504825" y="266700"/>
                </a:lnTo>
                <a:lnTo>
                  <a:pt x="495300" y="266700"/>
                </a:lnTo>
                <a:close/>
                <a:moveTo>
                  <a:pt x="609600" y="285750"/>
                </a:moveTo>
                <a:lnTo>
                  <a:pt x="619125" y="285750"/>
                </a:lnTo>
                <a:lnTo>
                  <a:pt x="619125" y="295275"/>
                </a:lnTo>
                <a:lnTo>
                  <a:pt x="609600" y="295275"/>
                </a:lnTo>
                <a:close/>
                <a:moveTo>
                  <a:pt x="676275" y="285750"/>
                </a:moveTo>
                <a:lnTo>
                  <a:pt x="685800" y="285750"/>
                </a:lnTo>
                <a:lnTo>
                  <a:pt x="685800" y="295275"/>
                </a:lnTo>
                <a:lnTo>
                  <a:pt x="676275" y="295275"/>
                </a:lnTo>
                <a:close/>
                <a:moveTo>
                  <a:pt x="809625" y="285750"/>
                </a:moveTo>
                <a:lnTo>
                  <a:pt x="819150" y="285750"/>
                </a:lnTo>
                <a:lnTo>
                  <a:pt x="819150" y="295275"/>
                </a:lnTo>
                <a:lnTo>
                  <a:pt x="809625" y="295275"/>
                </a:lnTo>
                <a:close/>
                <a:moveTo>
                  <a:pt x="238125" y="295275"/>
                </a:moveTo>
                <a:lnTo>
                  <a:pt x="247650" y="295275"/>
                </a:lnTo>
                <a:lnTo>
                  <a:pt x="247650" y="304800"/>
                </a:lnTo>
                <a:lnTo>
                  <a:pt x="238125" y="304800"/>
                </a:lnTo>
                <a:close/>
                <a:moveTo>
                  <a:pt x="619125" y="295275"/>
                </a:moveTo>
                <a:lnTo>
                  <a:pt x="628650" y="295275"/>
                </a:lnTo>
                <a:lnTo>
                  <a:pt x="628650" y="304800"/>
                </a:lnTo>
                <a:lnTo>
                  <a:pt x="619125" y="304800"/>
                </a:lnTo>
                <a:close/>
                <a:moveTo>
                  <a:pt x="247650" y="304800"/>
                </a:moveTo>
                <a:lnTo>
                  <a:pt x="257175" y="304800"/>
                </a:lnTo>
                <a:lnTo>
                  <a:pt x="257175" y="314325"/>
                </a:lnTo>
                <a:lnTo>
                  <a:pt x="247650" y="314325"/>
                </a:lnTo>
                <a:close/>
                <a:moveTo>
                  <a:pt x="628650" y="304800"/>
                </a:moveTo>
                <a:lnTo>
                  <a:pt x="638175" y="304800"/>
                </a:lnTo>
                <a:lnTo>
                  <a:pt x="638175" y="314325"/>
                </a:lnTo>
                <a:lnTo>
                  <a:pt x="628650" y="314325"/>
                </a:lnTo>
                <a:close/>
                <a:moveTo>
                  <a:pt x="714375" y="304800"/>
                </a:moveTo>
                <a:lnTo>
                  <a:pt x="723900" y="304800"/>
                </a:lnTo>
                <a:lnTo>
                  <a:pt x="723900" y="314325"/>
                </a:lnTo>
                <a:lnTo>
                  <a:pt x="714375" y="314325"/>
                </a:lnTo>
                <a:close/>
                <a:moveTo>
                  <a:pt x="771525" y="304800"/>
                </a:moveTo>
                <a:lnTo>
                  <a:pt x="781050" y="304800"/>
                </a:lnTo>
                <a:lnTo>
                  <a:pt x="781050" y="314325"/>
                </a:lnTo>
                <a:lnTo>
                  <a:pt x="771525" y="314325"/>
                </a:lnTo>
                <a:close/>
                <a:moveTo>
                  <a:pt x="495300" y="314325"/>
                </a:moveTo>
                <a:lnTo>
                  <a:pt x="504825" y="314325"/>
                </a:lnTo>
                <a:lnTo>
                  <a:pt x="504825" y="323850"/>
                </a:lnTo>
                <a:lnTo>
                  <a:pt x="495300" y="323850"/>
                </a:lnTo>
                <a:close/>
                <a:moveTo>
                  <a:pt x="638175" y="314325"/>
                </a:moveTo>
                <a:lnTo>
                  <a:pt x="647700" y="314325"/>
                </a:lnTo>
                <a:lnTo>
                  <a:pt x="647700" y="323850"/>
                </a:lnTo>
                <a:lnTo>
                  <a:pt x="638175" y="323850"/>
                </a:lnTo>
                <a:close/>
                <a:moveTo>
                  <a:pt x="1133475" y="314325"/>
                </a:moveTo>
                <a:lnTo>
                  <a:pt x="1143000" y="314325"/>
                </a:lnTo>
                <a:lnTo>
                  <a:pt x="1143000" y="333375"/>
                </a:lnTo>
                <a:lnTo>
                  <a:pt x="1133475" y="333375"/>
                </a:lnTo>
                <a:close/>
                <a:moveTo>
                  <a:pt x="466725" y="323850"/>
                </a:moveTo>
                <a:lnTo>
                  <a:pt x="476250" y="323850"/>
                </a:lnTo>
                <a:lnTo>
                  <a:pt x="476250" y="333375"/>
                </a:lnTo>
                <a:lnTo>
                  <a:pt x="485775" y="333375"/>
                </a:lnTo>
                <a:lnTo>
                  <a:pt x="485775" y="323850"/>
                </a:lnTo>
                <a:lnTo>
                  <a:pt x="495300" y="323850"/>
                </a:lnTo>
                <a:lnTo>
                  <a:pt x="495300" y="333375"/>
                </a:lnTo>
                <a:lnTo>
                  <a:pt x="485775" y="333375"/>
                </a:lnTo>
                <a:lnTo>
                  <a:pt x="485775" y="342900"/>
                </a:lnTo>
                <a:lnTo>
                  <a:pt x="466725" y="342900"/>
                </a:lnTo>
                <a:close/>
                <a:moveTo>
                  <a:pt x="657225" y="323850"/>
                </a:moveTo>
                <a:lnTo>
                  <a:pt x="666750" y="323850"/>
                </a:lnTo>
                <a:lnTo>
                  <a:pt x="666750" y="333375"/>
                </a:lnTo>
                <a:lnTo>
                  <a:pt x="657225" y="333375"/>
                </a:lnTo>
                <a:close/>
                <a:moveTo>
                  <a:pt x="828675" y="323850"/>
                </a:moveTo>
                <a:lnTo>
                  <a:pt x="838200" y="323850"/>
                </a:lnTo>
                <a:lnTo>
                  <a:pt x="838200" y="333375"/>
                </a:lnTo>
                <a:lnTo>
                  <a:pt x="828675" y="333375"/>
                </a:lnTo>
                <a:close/>
                <a:moveTo>
                  <a:pt x="676275" y="333375"/>
                </a:moveTo>
                <a:lnTo>
                  <a:pt x="685800" y="333375"/>
                </a:lnTo>
                <a:lnTo>
                  <a:pt x="685800" y="342900"/>
                </a:lnTo>
                <a:lnTo>
                  <a:pt x="676275" y="342900"/>
                </a:lnTo>
                <a:close/>
                <a:moveTo>
                  <a:pt x="809625" y="333375"/>
                </a:moveTo>
                <a:lnTo>
                  <a:pt x="819150" y="333375"/>
                </a:lnTo>
                <a:lnTo>
                  <a:pt x="819150" y="342900"/>
                </a:lnTo>
                <a:lnTo>
                  <a:pt x="809625" y="342900"/>
                </a:lnTo>
                <a:close/>
                <a:moveTo>
                  <a:pt x="1076325" y="333375"/>
                </a:moveTo>
                <a:lnTo>
                  <a:pt x="1095375" y="333375"/>
                </a:lnTo>
                <a:lnTo>
                  <a:pt x="1095375" y="342900"/>
                </a:lnTo>
                <a:lnTo>
                  <a:pt x="1076325" y="342900"/>
                </a:lnTo>
                <a:close/>
                <a:moveTo>
                  <a:pt x="266700" y="342900"/>
                </a:moveTo>
                <a:lnTo>
                  <a:pt x="276225" y="342900"/>
                </a:lnTo>
                <a:lnTo>
                  <a:pt x="276225" y="352425"/>
                </a:lnTo>
                <a:lnTo>
                  <a:pt x="266700" y="352425"/>
                </a:lnTo>
                <a:close/>
                <a:moveTo>
                  <a:pt x="457200" y="342900"/>
                </a:moveTo>
                <a:lnTo>
                  <a:pt x="466725" y="342900"/>
                </a:lnTo>
                <a:lnTo>
                  <a:pt x="466725" y="352425"/>
                </a:lnTo>
                <a:lnTo>
                  <a:pt x="457200" y="352425"/>
                </a:lnTo>
                <a:close/>
                <a:moveTo>
                  <a:pt x="695325" y="342900"/>
                </a:moveTo>
                <a:lnTo>
                  <a:pt x="704850" y="342900"/>
                </a:lnTo>
                <a:lnTo>
                  <a:pt x="704850" y="352425"/>
                </a:lnTo>
                <a:lnTo>
                  <a:pt x="695325" y="352425"/>
                </a:lnTo>
                <a:close/>
                <a:moveTo>
                  <a:pt x="781050" y="342900"/>
                </a:moveTo>
                <a:lnTo>
                  <a:pt x="790575" y="342900"/>
                </a:lnTo>
                <a:lnTo>
                  <a:pt x="790575" y="352425"/>
                </a:lnTo>
                <a:lnTo>
                  <a:pt x="781050" y="352425"/>
                </a:lnTo>
                <a:close/>
                <a:moveTo>
                  <a:pt x="1066800" y="342900"/>
                </a:moveTo>
                <a:lnTo>
                  <a:pt x="1076325" y="342900"/>
                </a:lnTo>
                <a:lnTo>
                  <a:pt x="1076325" y="361950"/>
                </a:lnTo>
                <a:lnTo>
                  <a:pt x="1066800" y="361950"/>
                </a:lnTo>
                <a:close/>
                <a:moveTo>
                  <a:pt x="1200150" y="342900"/>
                </a:moveTo>
                <a:lnTo>
                  <a:pt x="1209675" y="342900"/>
                </a:lnTo>
                <a:lnTo>
                  <a:pt x="1209675" y="361950"/>
                </a:lnTo>
                <a:lnTo>
                  <a:pt x="1190625" y="361950"/>
                </a:lnTo>
                <a:lnTo>
                  <a:pt x="1190625" y="352425"/>
                </a:lnTo>
                <a:lnTo>
                  <a:pt x="1200150" y="352425"/>
                </a:lnTo>
                <a:close/>
                <a:moveTo>
                  <a:pt x="257175" y="352425"/>
                </a:moveTo>
                <a:lnTo>
                  <a:pt x="266700" y="352425"/>
                </a:lnTo>
                <a:lnTo>
                  <a:pt x="266700" y="361950"/>
                </a:lnTo>
                <a:lnTo>
                  <a:pt x="257175" y="361950"/>
                </a:lnTo>
                <a:close/>
                <a:moveTo>
                  <a:pt x="276225" y="352425"/>
                </a:moveTo>
                <a:lnTo>
                  <a:pt x="285750" y="352425"/>
                </a:lnTo>
                <a:lnTo>
                  <a:pt x="285750" y="361950"/>
                </a:lnTo>
                <a:lnTo>
                  <a:pt x="276225" y="361950"/>
                </a:lnTo>
                <a:close/>
                <a:moveTo>
                  <a:pt x="466725" y="352425"/>
                </a:moveTo>
                <a:lnTo>
                  <a:pt x="476250" y="352425"/>
                </a:lnTo>
                <a:lnTo>
                  <a:pt x="476250" y="361950"/>
                </a:lnTo>
                <a:lnTo>
                  <a:pt x="466725" y="361950"/>
                </a:lnTo>
                <a:close/>
                <a:moveTo>
                  <a:pt x="1133475" y="352425"/>
                </a:moveTo>
                <a:lnTo>
                  <a:pt x="1152525" y="352425"/>
                </a:lnTo>
                <a:lnTo>
                  <a:pt x="1152525" y="371475"/>
                </a:lnTo>
                <a:lnTo>
                  <a:pt x="1171575" y="371475"/>
                </a:lnTo>
                <a:lnTo>
                  <a:pt x="1171575" y="361950"/>
                </a:lnTo>
                <a:lnTo>
                  <a:pt x="1181100" y="361950"/>
                </a:lnTo>
                <a:lnTo>
                  <a:pt x="1181100" y="371475"/>
                </a:lnTo>
                <a:lnTo>
                  <a:pt x="1171575" y="371475"/>
                </a:lnTo>
                <a:lnTo>
                  <a:pt x="1171575" y="409575"/>
                </a:lnTo>
                <a:lnTo>
                  <a:pt x="1162050" y="409575"/>
                </a:lnTo>
                <a:lnTo>
                  <a:pt x="1162050" y="400050"/>
                </a:lnTo>
                <a:lnTo>
                  <a:pt x="1133475" y="400050"/>
                </a:lnTo>
                <a:close/>
                <a:moveTo>
                  <a:pt x="266700" y="361950"/>
                </a:moveTo>
                <a:lnTo>
                  <a:pt x="276225" y="361950"/>
                </a:lnTo>
                <a:lnTo>
                  <a:pt x="276225" y="371475"/>
                </a:lnTo>
                <a:lnTo>
                  <a:pt x="266700" y="371475"/>
                </a:lnTo>
                <a:close/>
                <a:moveTo>
                  <a:pt x="285750" y="390525"/>
                </a:moveTo>
                <a:lnTo>
                  <a:pt x="295275" y="390525"/>
                </a:lnTo>
                <a:lnTo>
                  <a:pt x="295275" y="419100"/>
                </a:lnTo>
                <a:lnTo>
                  <a:pt x="285750" y="419100"/>
                </a:lnTo>
                <a:close/>
                <a:moveTo>
                  <a:pt x="314325" y="390525"/>
                </a:moveTo>
                <a:lnTo>
                  <a:pt x="323850" y="390525"/>
                </a:lnTo>
                <a:lnTo>
                  <a:pt x="323850" y="400050"/>
                </a:lnTo>
                <a:lnTo>
                  <a:pt x="352425" y="400050"/>
                </a:lnTo>
                <a:lnTo>
                  <a:pt x="352425" y="419100"/>
                </a:lnTo>
                <a:lnTo>
                  <a:pt x="323850" y="419100"/>
                </a:lnTo>
                <a:lnTo>
                  <a:pt x="323850" y="409575"/>
                </a:lnTo>
                <a:lnTo>
                  <a:pt x="314325" y="409575"/>
                </a:lnTo>
                <a:close/>
                <a:moveTo>
                  <a:pt x="409575" y="390525"/>
                </a:moveTo>
                <a:lnTo>
                  <a:pt x="419100" y="390525"/>
                </a:lnTo>
                <a:lnTo>
                  <a:pt x="419100" y="409575"/>
                </a:lnTo>
                <a:lnTo>
                  <a:pt x="409575" y="409575"/>
                </a:lnTo>
                <a:lnTo>
                  <a:pt x="409575" y="419100"/>
                </a:lnTo>
                <a:lnTo>
                  <a:pt x="390525" y="419100"/>
                </a:lnTo>
                <a:lnTo>
                  <a:pt x="390525" y="400050"/>
                </a:lnTo>
                <a:lnTo>
                  <a:pt x="409575" y="400050"/>
                </a:lnTo>
                <a:close/>
                <a:moveTo>
                  <a:pt x="1181100" y="400050"/>
                </a:moveTo>
                <a:lnTo>
                  <a:pt x="1190625" y="400050"/>
                </a:lnTo>
                <a:lnTo>
                  <a:pt x="1190625" y="419100"/>
                </a:lnTo>
                <a:lnTo>
                  <a:pt x="1209675" y="419100"/>
                </a:lnTo>
                <a:lnTo>
                  <a:pt x="1209675" y="438150"/>
                </a:lnTo>
                <a:lnTo>
                  <a:pt x="1181100" y="438150"/>
                </a:lnTo>
                <a:lnTo>
                  <a:pt x="1181100" y="428625"/>
                </a:lnTo>
                <a:lnTo>
                  <a:pt x="1171575" y="428625"/>
                </a:lnTo>
                <a:lnTo>
                  <a:pt x="1171575" y="409575"/>
                </a:lnTo>
                <a:lnTo>
                  <a:pt x="1181100" y="409575"/>
                </a:lnTo>
                <a:close/>
                <a:moveTo>
                  <a:pt x="1095375" y="409575"/>
                </a:moveTo>
                <a:lnTo>
                  <a:pt x="1104900" y="409575"/>
                </a:lnTo>
                <a:lnTo>
                  <a:pt x="1104900" y="419100"/>
                </a:lnTo>
                <a:lnTo>
                  <a:pt x="1095375" y="419100"/>
                </a:lnTo>
                <a:close/>
                <a:moveTo>
                  <a:pt x="276225" y="419100"/>
                </a:moveTo>
                <a:lnTo>
                  <a:pt x="285750" y="419100"/>
                </a:lnTo>
                <a:lnTo>
                  <a:pt x="285750" y="428625"/>
                </a:lnTo>
                <a:lnTo>
                  <a:pt x="276225" y="428625"/>
                </a:lnTo>
                <a:close/>
                <a:moveTo>
                  <a:pt x="266700" y="428625"/>
                </a:moveTo>
                <a:lnTo>
                  <a:pt x="276225" y="428625"/>
                </a:lnTo>
                <a:lnTo>
                  <a:pt x="276225" y="438150"/>
                </a:lnTo>
                <a:lnTo>
                  <a:pt x="266700" y="438150"/>
                </a:lnTo>
                <a:close/>
                <a:moveTo>
                  <a:pt x="419100" y="428625"/>
                </a:moveTo>
                <a:lnTo>
                  <a:pt x="428625" y="428625"/>
                </a:lnTo>
                <a:lnTo>
                  <a:pt x="428625" y="438150"/>
                </a:lnTo>
                <a:lnTo>
                  <a:pt x="419100" y="438150"/>
                </a:lnTo>
                <a:close/>
                <a:moveTo>
                  <a:pt x="457200" y="428625"/>
                </a:moveTo>
                <a:lnTo>
                  <a:pt x="466725" y="428625"/>
                </a:lnTo>
                <a:lnTo>
                  <a:pt x="466725" y="438150"/>
                </a:lnTo>
                <a:lnTo>
                  <a:pt x="457200" y="438150"/>
                </a:lnTo>
                <a:close/>
                <a:moveTo>
                  <a:pt x="247650" y="438150"/>
                </a:moveTo>
                <a:lnTo>
                  <a:pt x="257175" y="438150"/>
                </a:lnTo>
                <a:lnTo>
                  <a:pt x="257175" y="447675"/>
                </a:lnTo>
                <a:lnTo>
                  <a:pt x="247650" y="447675"/>
                </a:lnTo>
                <a:close/>
                <a:moveTo>
                  <a:pt x="409575" y="438150"/>
                </a:moveTo>
                <a:lnTo>
                  <a:pt x="419100" y="438150"/>
                </a:lnTo>
                <a:lnTo>
                  <a:pt x="419100" y="447675"/>
                </a:lnTo>
                <a:lnTo>
                  <a:pt x="409575" y="447675"/>
                </a:lnTo>
                <a:close/>
                <a:moveTo>
                  <a:pt x="476250" y="438150"/>
                </a:moveTo>
                <a:lnTo>
                  <a:pt x="485775" y="438150"/>
                </a:lnTo>
                <a:lnTo>
                  <a:pt x="485775" y="447675"/>
                </a:lnTo>
                <a:lnTo>
                  <a:pt x="476250" y="447675"/>
                </a:lnTo>
                <a:close/>
                <a:moveTo>
                  <a:pt x="628650" y="438150"/>
                </a:moveTo>
                <a:lnTo>
                  <a:pt x="638175" y="438150"/>
                </a:lnTo>
                <a:lnTo>
                  <a:pt x="638175" y="457200"/>
                </a:lnTo>
                <a:lnTo>
                  <a:pt x="628650" y="457200"/>
                </a:lnTo>
                <a:lnTo>
                  <a:pt x="628650" y="466725"/>
                </a:lnTo>
                <a:lnTo>
                  <a:pt x="609600" y="466725"/>
                </a:lnTo>
                <a:lnTo>
                  <a:pt x="609600" y="457200"/>
                </a:lnTo>
                <a:lnTo>
                  <a:pt x="600075" y="457200"/>
                </a:lnTo>
                <a:lnTo>
                  <a:pt x="600075" y="447675"/>
                </a:lnTo>
                <a:lnTo>
                  <a:pt x="628650" y="447675"/>
                </a:lnTo>
                <a:close/>
                <a:moveTo>
                  <a:pt x="657225" y="438150"/>
                </a:moveTo>
                <a:lnTo>
                  <a:pt x="685800" y="438150"/>
                </a:lnTo>
                <a:lnTo>
                  <a:pt x="685800" y="457200"/>
                </a:lnTo>
                <a:lnTo>
                  <a:pt x="657225" y="457200"/>
                </a:lnTo>
                <a:close/>
                <a:moveTo>
                  <a:pt x="704850" y="438150"/>
                </a:moveTo>
                <a:lnTo>
                  <a:pt x="714375" y="438150"/>
                </a:lnTo>
                <a:lnTo>
                  <a:pt x="714375" y="447675"/>
                </a:lnTo>
                <a:lnTo>
                  <a:pt x="733425" y="447675"/>
                </a:lnTo>
                <a:lnTo>
                  <a:pt x="733425" y="466725"/>
                </a:lnTo>
                <a:lnTo>
                  <a:pt x="714375" y="466725"/>
                </a:lnTo>
                <a:lnTo>
                  <a:pt x="714375" y="457200"/>
                </a:lnTo>
                <a:lnTo>
                  <a:pt x="704850" y="457200"/>
                </a:lnTo>
                <a:close/>
                <a:moveTo>
                  <a:pt x="228600" y="447675"/>
                </a:moveTo>
                <a:lnTo>
                  <a:pt x="238125" y="447675"/>
                </a:lnTo>
                <a:lnTo>
                  <a:pt x="238125" y="457200"/>
                </a:lnTo>
                <a:lnTo>
                  <a:pt x="228600" y="457200"/>
                </a:lnTo>
                <a:close/>
                <a:moveTo>
                  <a:pt x="400050" y="447675"/>
                </a:moveTo>
                <a:lnTo>
                  <a:pt x="409575" y="447675"/>
                </a:lnTo>
                <a:lnTo>
                  <a:pt x="409575" y="457200"/>
                </a:lnTo>
                <a:lnTo>
                  <a:pt x="400050" y="457200"/>
                </a:lnTo>
                <a:close/>
                <a:moveTo>
                  <a:pt x="495300" y="447675"/>
                </a:moveTo>
                <a:lnTo>
                  <a:pt x="504825" y="447675"/>
                </a:lnTo>
                <a:lnTo>
                  <a:pt x="504825" y="457200"/>
                </a:lnTo>
                <a:lnTo>
                  <a:pt x="495300" y="457200"/>
                </a:lnTo>
                <a:close/>
                <a:moveTo>
                  <a:pt x="209550" y="457200"/>
                </a:moveTo>
                <a:lnTo>
                  <a:pt x="219075" y="457200"/>
                </a:lnTo>
                <a:lnTo>
                  <a:pt x="219075" y="466725"/>
                </a:lnTo>
                <a:lnTo>
                  <a:pt x="209550" y="466725"/>
                </a:lnTo>
                <a:close/>
                <a:moveTo>
                  <a:pt x="390525" y="457200"/>
                </a:moveTo>
                <a:lnTo>
                  <a:pt x="400050" y="457200"/>
                </a:lnTo>
                <a:lnTo>
                  <a:pt x="400050" y="466725"/>
                </a:lnTo>
                <a:lnTo>
                  <a:pt x="390525" y="466725"/>
                </a:lnTo>
                <a:close/>
                <a:moveTo>
                  <a:pt x="590550" y="457200"/>
                </a:moveTo>
                <a:lnTo>
                  <a:pt x="600075" y="457200"/>
                </a:lnTo>
                <a:lnTo>
                  <a:pt x="600075" y="466725"/>
                </a:lnTo>
                <a:lnTo>
                  <a:pt x="590550" y="466725"/>
                </a:lnTo>
                <a:close/>
                <a:moveTo>
                  <a:pt x="742950" y="457200"/>
                </a:moveTo>
                <a:lnTo>
                  <a:pt x="752475" y="457200"/>
                </a:lnTo>
                <a:lnTo>
                  <a:pt x="752475" y="466725"/>
                </a:lnTo>
                <a:lnTo>
                  <a:pt x="742950" y="466725"/>
                </a:lnTo>
                <a:close/>
                <a:moveTo>
                  <a:pt x="542925" y="466725"/>
                </a:moveTo>
                <a:lnTo>
                  <a:pt x="552450" y="466725"/>
                </a:lnTo>
                <a:lnTo>
                  <a:pt x="552450" y="476250"/>
                </a:lnTo>
                <a:lnTo>
                  <a:pt x="542925" y="476250"/>
                </a:lnTo>
                <a:close/>
                <a:moveTo>
                  <a:pt x="600075" y="466725"/>
                </a:moveTo>
                <a:lnTo>
                  <a:pt x="609600" y="466725"/>
                </a:lnTo>
                <a:lnTo>
                  <a:pt x="609600" y="476250"/>
                </a:lnTo>
                <a:lnTo>
                  <a:pt x="600075" y="476250"/>
                </a:lnTo>
                <a:close/>
                <a:moveTo>
                  <a:pt x="733425" y="466725"/>
                </a:moveTo>
                <a:lnTo>
                  <a:pt x="742950" y="466725"/>
                </a:lnTo>
                <a:lnTo>
                  <a:pt x="742950" y="476250"/>
                </a:lnTo>
                <a:lnTo>
                  <a:pt x="733425" y="476250"/>
                </a:lnTo>
                <a:close/>
                <a:moveTo>
                  <a:pt x="361950" y="476250"/>
                </a:moveTo>
                <a:lnTo>
                  <a:pt x="371475" y="476250"/>
                </a:lnTo>
                <a:lnTo>
                  <a:pt x="371475" y="485775"/>
                </a:lnTo>
                <a:lnTo>
                  <a:pt x="361950" y="485775"/>
                </a:lnTo>
                <a:close/>
                <a:moveTo>
                  <a:pt x="561975" y="476250"/>
                </a:moveTo>
                <a:lnTo>
                  <a:pt x="590550" y="476250"/>
                </a:lnTo>
                <a:lnTo>
                  <a:pt x="590550" y="485775"/>
                </a:lnTo>
                <a:lnTo>
                  <a:pt x="581025" y="485775"/>
                </a:lnTo>
                <a:lnTo>
                  <a:pt x="581025" y="495300"/>
                </a:lnTo>
                <a:lnTo>
                  <a:pt x="571500" y="495300"/>
                </a:lnTo>
                <a:lnTo>
                  <a:pt x="571500" y="485775"/>
                </a:lnTo>
                <a:lnTo>
                  <a:pt x="561975" y="485775"/>
                </a:lnTo>
                <a:close/>
                <a:moveTo>
                  <a:pt x="771525" y="476250"/>
                </a:moveTo>
                <a:lnTo>
                  <a:pt x="781050" y="476250"/>
                </a:lnTo>
                <a:lnTo>
                  <a:pt x="781050" y="485775"/>
                </a:lnTo>
                <a:lnTo>
                  <a:pt x="771525" y="485775"/>
                </a:lnTo>
                <a:close/>
                <a:moveTo>
                  <a:pt x="152400" y="485775"/>
                </a:moveTo>
                <a:lnTo>
                  <a:pt x="161925" y="485775"/>
                </a:lnTo>
                <a:lnTo>
                  <a:pt x="161925" y="495300"/>
                </a:lnTo>
                <a:lnTo>
                  <a:pt x="152400" y="495300"/>
                </a:lnTo>
                <a:close/>
                <a:moveTo>
                  <a:pt x="781050" y="485775"/>
                </a:moveTo>
                <a:lnTo>
                  <a:pt x="790575" y="485775"/>
                </a:lnTo>
                <a:lnTo>
                  <a:pt x="790575" y="495300"/>
                </a:lnTo>
                <a:lnTo>
                  <a:pt x="781050" y="495300"/>
                </a:lnTo>
                <a:close/>
                <a:moveTo>
                  <a:pt x="142875" y="495300"/>
                </a:moveTo>
                <a:lnTo>
                  <a:pt x="152400" y="495300"/>
                </a:lnTo>
                <a:lnTo>
                  <a:pt x="152400" y="504825"/>
                </a:lnTo>
                <a:lnTo>
                  <a:pt x="142875" y="504825"/>
                </a:lnTo>
                <a:close/>
                <a:moveTo>
                  <a:pt x="133350" y="504825"/>
                </a:moveTo>
                <a:lnTo>
                  <a:pt x="142875" y="504825"/>
                </a:lnTo>
                <a:lnTo>
                  <a:pt x="142875" y="514350"/>
                </a:lnTo>
                <a:lnTo>
                  <a:pt x="133350" y="514350"/>
                </a:lnTo>
                <a:close/>
                <a:moveTo>
                  <a:pt x="790575" y="504825"/>
                </a:moveTo>
                <a:lnTo>
                  <a:pt x="800100" y="504825"/>
                </a:lnTo>
                <a:lnTo>
                  <a:pt x="800100" y="514350"/>
                </a:lnTo>
                <a:lnTo>
                  <a:pt x="790575" y="514350"/>
                </a:lnTo>
                <a:close/>
                <a:moveTo>
                  <a:pt x="123825" y="514350"/>
                </a:moveTo>
                <a:lnTo>
                  <a:pt x="133350" y="514350"/>
                </a:lnTo>
                <a:lnTo>
                  <a:pt x="133350" y="523875"/>
                </a:lnTo>
                <a:lnTo>
                  <a:pt x="123825" y="523875"/>
                </a:lnTo>
                <a:close/>
                <a:moveTo>
                  <a:pt x="552450" y="514350"/>
                </a:moveTo>
                <a:lnTo>
                  <a:pt x="561975" y="514350"/>
                </a:lnTo>
                <a:lnTo>
                  <a:pt x="561975" y="523875"/>
                </a:lnTo>
                <a:lnTo>
                  <a:pt x="552450" y="523875"/>
                </a:lnTo>
                <a:close/>
                <a:moveTo>
                  <a:pt x="781050" y="514350"/>
                </a:moveTo>
                <a:lnTo>
                  <a:pt x="790575" y="514350"/>
                </a:lnTo>
                <a:lnTo>
                  <a:pt x="790575" y="523875"/>
                </a:lnTo>
                <a:lnTo>
                  <a:pt x="781050" y="523875"/>
                </a:lnTo>
                <a:close/>
                <a:moveTo>
                  <a:pt x="800100" y="514350"/>
                </a:moveTo>
                <a:lnTo>
                  <a:pt x="809625" y="514350"/>
                </a:lnTo>
                <a:lnTo>
                  <a:pt x="809625" y="542925"/>
                </a:lnTo>
                <a:lnTo>
                  <a:pt x="819150" y="542925"/>
                </a:lnTo>
                <a:lnTo>
                  <a:pt x="819150" y="561975"/>
                </a:lnTo>
                <a:lnTo>
                  <a:pt x="800100" y="561975"/>
                </a:lnTo>
                <a:lnTo>
                  <a:pt x="800100" y="542925"/>
                </a:lnTo>
                <a:lnTo>
                  <a:pt x="790575" y="542925"/>
                </a:lnTo>
                <a:lnTo>
                  <a:pt x="790575" y="523875"/>
                </a:lnTo>
                <a:lnTo>
                  <a:pt x="800100" y="523875"/>
                </a:lnTo>
                <a:close/>
                <a:moveTo>
                  <a:pt x="114300" y="533400"/>
                </a:moveTo>
                <a:lnTo>
                  <a:pt x="123825" y="533400"/>
                </a:lnTo>
                <a:lnTo>
                  <a:pt x="123825" y="542925"/>
                </a:lnTo>
                <a:lnTo>
                  <a:pt x="114300" y="542925"/>
                </a:lnTo>
                <a:close/>
                <a:moveTo>
                  <a:pt x="542925" y="533400"/>
                </a:moveTo>
                <a:lnTo>
                  <a:pt x="552450" y="533400"/>
                </a:lnTo>
                <a:lnTo>
                  <a:pt x="552450" y="542925"/>
                </a:lnTo>
                <a:lnTo>
                  <a:pt x="542925" y="542925"/>
                </a:lnTo>
                <a:close/>
                <a:moveTo>
                  <a:pt x="742950" y="533400"/>
                </a:moveTo>
                <a:lnTo>
                  <a:pt x="752475" y="533400"/>
                </a:lnTo>
                <a:lnTo>
                  <a:pt x="752475" y="552450"/>
                </a:lnTo>
                <a:lnTo>
                  <a:pt x="742950" y="552450"/>
                </a:lnTo>
                <a:close/>
                <a:moveTo>
                  <a:pt x="1085850" y="533400"/>
                </a:moveTo>
                <a:lnTo>
                  <a:pt x="1133475" y="533400"/>
                </a:lnTo>
                <a:lnTo>
                  <a:pt x="1133475" y="542925"/>
                </a:lnTo>
                <a:lnTo>
                  <a:pt x="1143000" y="542925"/>
                </a:lnTo>
                <a:lnTo>
                  <a:pt x="1143000" y="571500"/>
                </a:lnTo>
                <a:lnTo>
                  <a:pt x="1133475" y="571500"/>
                </a:lnTo>
                <a:lnTo>
                  <a:pt x="1133475" y="561975"/>
                </a:lnTo>
                <a:lnTo>
                  <a:pt x="1123950" y="561975"/>
                </a:lnTo>
                <a:lnTo>
                  <a:pt x="1123950" y="552450"/>
                </a:lnTo>
                <a:lnTo>
                  <a:pt x="1095375" y="552450"/>
                </a:lnTo>
                <a:lnTo>
                  <a:pt x="1095375" y="542925"/>
                </a:lnTo>
                <a:lnTo>
                  <a:pt x="1085850" y="542925"/>
                </a:lnTo>
                <a:close/>
                <a:moveTo>
                  <a:pt x="1076325" y="542925"/>
                </a:moveTo>
                <a:lnTo>
                  <a:pt x="1085850" y="542925"/>
                </a:lnTo>
                <a:lnTo>
                  <a:pt x="1085850" y="552450"/>
                </a:lnTo>
                <a:lnTo>
                  <a:pt x="1076325" y="552450"/>
                </a:lnTo>
                <a:close/>
                <a:moveTo>
                  <a:pt x="733425" y="552450"/>
                </a:moveTo>
                <a:lnTo>
                  <a:pt x="742950" y="552450"/>
                </a:lnTo>
                <a:lnTo>
                  <a:pt x="742950" y="561975"/>
                </a:lnTo>
                <a:lnTo>
                  <a:pt x="733425" y="561975"/>
                </a:lnTo>
                <a:close/>
                <a:moveTo>
                  <a:pt x="1066800" y="552450"/>
                </a:moveTo>
                <a:lnTo>
                  <a:pt x="1076325" y="552450"/>
                </a:lnTo>
                <a:lnTo>
                  <a:pt x="1076325" y="561975"/>
                </a:lnTo>
                <a:lnTo>
                  <a:pt x="1066800" y="561975"/>
                </a:lnTo>
                <a:close/>
                <a:moveTo>
                  <a:pt x="1085850" y="552450"/>
                </a:moveTo>
                <a:lnTo>
                  <a:pt x="1095375" y="552450"/>
                </a:lnTo>
                <a:lnTo>
                  <a:pt x="1095375" y="561975"/>
                </a:lnTo>
                <a:lnTo>
                  <a:pt x="1085850" y="561975"/>
                </a:lnTo>
                <a:close/>
                <a:moveTo>
                  <a:pt x="533400" y="561975"/>
                </a:moveTo>
                <a:lnTo>
                  <a:pt x="542925" y="561975"/>
                </a:lnTo>
                <a:lnTo>
                  <a:pt x="542925" y="609600"/>
                </a:lnTo>
                <a:lnTo>
                  <a:pt x="533400" y="609600"/>
                </a:lnTo>
                <a:close/>
                <a:moveTo>
                  <a:pt x="685800" y="561975"/>
                </a:moveTo>
                <a:lnTo>
                  <a:pt x="695325" y="561975"/>
                </a:lnTo>
                <a:lnTo>
                  <a:pt x="695325" y="571500"/>
                </a:lnTo>
                <a:lnTo>
                  <a:pt x="685800" y="571500"/>
                </a:lnTo>
                <a:close/>
                <a:moveTo>
                  <a:pt x="1114425" y="561975"/>
                </a:moveTo>
                <a:lnTo>
                  <a:pt x="1123950" y="561975"/>
                </a:lnTo>
                <a:lnTo>
                  <a:pt x="1123950" y="571500"/>
                </a:lnTo>
                <a:lnTo>
                  <a:pt x="1114425" y="571500"/>
                </a:lnTo>
                <a:close/>
                <a:moveTo>
                  <a:pt x="104775" y="571500"/>
                </a:moveTo>
                <a:lnTo>
                  <a:pt x="114300" y="571500"/>
                </a:lnTo>
                <a:lnTo>
                  <a:pt x="114300" y="581025"/>
                </a:lnTo>
                <a:lnTo>
                  <a:pt x="104775" y="581025"/>
                </a:lnTo>
                <a:close/>
                <a:moveTo>
                  <a:pt x="676275" y="571500"/>
                </a:moveTo>
                <a:lnTo>
                  <a:pt x="685800" y="571500"/>
                </a:lnTo>
                <a:lnTo>
                  <a:pt x="685800" y="581025"/>
                </a:lnTo>
                <a:lnTo>
                  <a:pt x="676275" y="581025"/>
                </a:lnTo>
                <a:close/>
                <a:moveTo>
                  <a:pt x="1123950" y="571500"/>
                </a:moveTo>
                <a:lnTo>
                  <a:pt x="1133475" y="571500"/>
                </a:lnTo>
                <a:lnTo>
                  <a:pt x="1133475" y="581025"/>
                </a:lnTo>
                <a:lnTo>
                  <a:pt x="1123950" y="581025"/>
                </a:lnTo>
                <a:close/>
                <a:moveTo>
                  <a:pt x="590550" y="581025"/>
                </a:moveTo>
                <a:lnTo>
                  <a:pt x="600075" y="581025"/>
                </a:lnTo>
                <a:lnTo>
                  <a:pt x="600075" y="609600"/>
                </a:lnTo>
                <a:lnTo>
                  <a:pt x="590550" y="609600"/>
                </a:lnTo>
                <a:close/>
                <a:moveTo>
                  <a:pt x="619125" y="581025"/>
                </a:moveTo>
                <a:lnTo>
                  <a:pt x="628650" y="581025"/>
                </a:lnTo>
                <a:lnTo>
                  <a:pt x="628650" y="590550"/>
                </a:lnTo>
                <a:lnTo>
                  <a:pt x="619125" y="590550"/>
                </a:lnTo>
                <a:close/>
                <a:moveTo>
                  <a:pt x="666750" y="581025"/>
                </a:moveTo>
                <a:lnTo>
                  <a:pt x="676275" y="581025"/>
                </a:lnTo>
                <a:lnTo>
                  <a:pt x="676275" y="590550"/>
                </a:lnTo>
                <a:lnTo>
                  <a:pt x="666750" y="590550"/>
                </a:lnTo>
                <a:close/>
                <a:moveTo>
                  <a:pt x="628650" y="590550"/>
                </a:moveTo>
                <a:lnTo>
                  <a:pt x="638175" y="590550"/>
                </a:lnTo>
                <a:lnTo>
                  <a:pt x="638175" y="600075"/>
                </a:lnTo>
                <a:lnTo>
                  <a:pt x="628650" y="600075"/>
                </a:lnTo>
                <a:close/>
                <a:moveTo>
                  <a:pt x="657225" y="590550"/>
                </a:moveTo>
                <a:lnTo>
                  <a:pt x="666750" y="590550"/>
                </a:lnTo>
                <a:lnTo>
                  <a:pt x="666750" y="600075"/>
                </a:lnTo>
                <a:lnTo>
                  <a:pt x="657225" y="600075"/>
                </a:lnTo>
                <a:close/>
                <a:moveTo>
                  <a:pt x="1066800" y="590550"/>
                </a:moveTo>
                <a:lnTo>
                  <a:pt x="1076325" y="590550"/>
                </a:lnTo>
                <a:lnTo>
                  <a:pt x="1076325" y="600075"/>
                </a:lnTo>
                <a:lnTo>
                  <a:pt x="1066800" y="600075"/>
                </a:lnTo>
                <a:close/>
                <a:moveTo>
                  <a:pt x="1085850" y="590550"/>
                </a:moveTo>
                <a:lnTo>
                  <a:pt x="1095375" y="590550"/>
                </a:lnTo>
                <a:lnTo>
                  <a:pt x="1095375" y="600075"/>
                </a:lnTo>
                <a:lnTo>
                  <a:pt x="1085850" y="600075"/>
                </a:lnTo>
                <a:close/>
                <a:moveTo>
                  <a:pt x="428625" y="600075"/>
                </a:moveTo>
                <a:lnTo>
                  <a:pt x="438150" y="600075"/>
                </a:lnTo>
                <a:lnTo>
                  <a:pt x="438150" y="609600"/>
                </a:lnTo>
                <a:lnTo>
                  <a:pt x="428625" y="609600"/>
                </a:lnTo>
                <a:close/>
                <a:moveTo>
                  <a:pt x="504825" y="600075"/>
                </a:moveTo>
                <a:lnTo>
                  <a:pt x="514350" y="600075"/>
                </a:lnTo>
                <a:lnTo>
                  <a:pt x="514350" y="609600"/>
                </a:lnTo>
                <a:lnTo>
                  <a:pt x="504825" y="609600"/>
                </a:lnTo>
                <a:close/>
                <a:moveTo>
                  <a:pt x="638175" y="600075"/>
                </a:moveTo>
                <a:lnTo>
                  <a:pt x="657225" y="600075"/>
                </a:lnTo>
                <a:lnTo>
                  <a:pt x="657225" y="609600"/>
                </a:lnTo>
                <a:lnTo>
                  <a:pt x="638175" y="609600"/>
                </a:lnTo>
                <a:close/>
                <a:moveTo>
                  <a:pt x="1076325" y="600075"/>
                </a:moveTo>
                <a:lnTo>
                  <a:pt x="1085850" y="600075"/>
                </a:lnTo>
                <a:lnTo>
                  <a:pt x="1085850" y="609600"/>
                </a:lnTo>
                <a:lnTo>
                  <a:pt x="1076325" y="609600"/>
                </a:lnTo>
                <a:close/>
                <a:moveTo>
                  <a:pt x="1095375" y="600075"/>
                </a:moveTo>
                <a:lnTo>
                  <a:pt x="1133475" y="600075"/>
                </a:lnTo>
                <a:lnTo>
                  <a:pt x="1133475" y="619125"/>
                </a:lnTo>
                <a:lnTo>
                  <a:pt x="1085850" y="619125"/>
                </a:lnTo>
                <a:lnTo>
                  <a:pt x="1085850" y="609600"/>
                </a:lnTo>
                <a:lnTo>
                  <a:pt x="1095375" y="609600"/>
                </a:lnTo>
                <a:close/>
                <a:moveTo>
                  <a:pt x="438150" y="609600"/>
                </a:moveTo>
                <a:lnTo>
                  <a:pt x="504825" y="609600"/>
                </a:lnTo>
                <a:lnTo>
                  <a:pt x="504825" y="619125"/>
                </a:lnTo>
                <a:lnTo>
                  <a:pt x="438150" y="619125"/>
                </a:lnTo>
                <a:close/>
                <a:moveTo>
                  <a:pt x="600075" y="609600"/>
                </a:moveTo>
                <a:lnTo>
                  <a:pt x="609600" y="609600"/>
                </a:lnTo>
                <a:lnTo>
                  <a:pt x="609600" y="619125"/>
                </a:lnTo>
                <a:lnTo>
                  <a:pt x="600075" y="619125"/>
                </a:lnTo>
                <a:close/>
                <a:moveTo>
                  <a:pt x="800100" y="609600"/>
                </a:moveTo>
                <a:lnTo>
                  <a:pt x="819150" y="609600"/>
                </a:lnTo>
                <a:lnTo>
                  <a:pt x="819150" y="628650"/>
                </a:lnTo>
                <a:lnTo>
                  <a:pt x="809625" y="628650"/>
                </a:lnTo>
                <a:lnTo>
                  <a:pt x="809625" y="647700"/>
                </a:lnTo>
                <a:lnTo>
                  <a:pt x="790575" y="647700"/>
                </a:lnTo>
                <a:lnTo>
                  <a:pt x="790575" y="628650"/>
                </a:lnTo>
                <a:lnTo>
                  <a:pt x="800100" y="628650"/>
                </a:lnTo>
                <a:close/>
                <a:moveTo>
                  <a:pt x="95250" y="619125"/>
                </a:moveTo>
                <a:lnTo>
                  <a:pt x="104775" y="619125"/>
                </a:lnTo>
                <a:lnTo>
                  <a:pt x="104775" y="647700"/>
                </a:lnTo>
                <a:lnTo>
                  <a:pt x="95250" y="647700"/>
                </a:lnTo>
                <a:close/>
                <a:moveTo>
                  <a:pt x="609600" y="619125"/>
                </a:moveTo>
                <a:lnTo>
                  <a:pt x="619125" y="619125"/>
                </a:lnTo>
                <a:lnTo>
                  <a:pt x="619125" y="628650"/>
                </a:lnTo>
                <a:lnTo>
                  <a:pt x="609600" y="628650"/>
                </a:lnTo>
                <a:close/>
                <a:moveTo>
                  <a:pt x="542925" y="628650"/>
                </a:moveTo>
                <a:lnTo>
                  <a:pt x="552450" y="628650"/>
                </a:lnTo>
                <a:lnTo>
                  <a:pt x="552450" y="638175"/>
                </a:lnTo>
                <a:lnTo>
                  <a:pt x="542925" y="638175"/>
                </a:lnTo>
                <a:close/>
                <a:moveTo>
                  <a:pt x="619125" y="628650"/>
                </a:moveTo>
                <a:lnTo>
                  <a:pt x="628650" y="628650"/>
                </a:lnTo>
                <a:lnTo>
                  <a:pt x="628650" y="638175"/>
                </a:lnTo>
                <a:lnTo>
                  <a:pt x="619125" y="638175"/>
                </a:lnTo>
                <a:close/>
                <a:moveTo>
                  <a:pt x="628650" y="638175"/>
                </a:moveTo>
                <a:lnTo>
                  <a:pt x="638175" y="638175"/>
                </a:lnTo>
                <a:lnTo>
                  <a:pt x="638175" y="647700"/>
                </a:lnTo>
                <a:lnTo>
                  <a:pt x="628650" y="647700"/>
                </a:lnTo>
                <a:close/>
                <a:moveTo>
                  <a:pt x="781050" y="647700"/>
                </a:moveTo>
                <a:lnTo>
                  <a:pt x="790575" y="647700"/>
                </a:lnTo>
                <a:lnTo>
                  <a:pt x="790575" y="657225"/>
                </a:lnTo>
                <a:lnTo>
                  <a:pt x="781050" y="657225"/>
                </a:lnTo>
                <a:close/>
                <a:moveTo>
                  <a:pt x="790575" y="657225"/>
                </a:moveTo>
                <a:lnTo>
                  <a:pt x="800100" y="657225"/>
                </a:lnTo>
                <a:lnTo>
                  <a:pt x="800100" y="666750"/>
                </a:lnTo>
                <a:lnTo>
                  <a:pt x="790575" y="666750"/>
                </a:lnTo>
                <a:close/>
                <a:moveTo>
                  <a:pt x="542925" y="666750"/>
                </a:moveTo>
                <a:lnTo>
                  <a:pt x="552450" y="666750"/>
                </a:lnTo>
                <a:lnTo>
                  <a:pt x="552450" y="676275"/>
                </a:lnTo>
                <a:lnTo>
                  <a:pt x="542925" y="676275"/>
                </a:lnTo>
                <a:close/>
                <a:moveTo>
                  <a:pt x="552450" y="676275"/>
                </a:moveTo>
                <a:lnTo>
                  <a:pt x="561975" y="676275"/>
                </a:lnTo>
                <a:lnTo>
                  <a:pt x="561975" y="685800"/>
                </a:lnTo>
                <a:lnTo>
                  <a:pt x="552450" y="685800"/>
                </a:lnTo>
                <a:close/>
                <a:moveTo>
                  <a:pt x="561975" y="685800"/>
                </a:moveTo>
                <a:lnTo>
                  <a:pt x="571500" y="685800"/>
                </a:lnTo>
                <a:lnTo>
                  <a:pt x="571500" y="695325"/>
                </a:lnTo>
                <a:lnTo>
                  <a:pt x="561975" y="695325"/>
                </a:lnTo>
                <a:close/>
                <a:moveTo>
                  <a:pt x="600075" y="695325"/>
                </a:moveTo>
                <a:lnTo>
                  <a:pt x="609600" y="695325"/>
                </a:lnTo>
                <a:lnTo>
                  <a:pt x="609600" y="704850"/>
                </a:lnTo>
                <a:lnTo>
                  <a:pt x="600075" y="704850"/>
                </a:lnTo>
                <a:close/>
                <a:moveTo>
                  <a:pt x="733425" y="695325"/>
                </a:moveTo>
                <a:lnTo>
                  <a:pt x="742950" y="695325"/>
                </a:lnTo>
                <a:lnTo>
                  <a:pt x="742950" y="704850"/>
                </a:lnTo>
                <a:lnTo>
                  <a:pt x="733425" y="704850"/>
                </a:lnTo>
                <a:close/>
                <a:moveTo>
                  <a:pt x="590550" y="704850"/>
                </a:moveTo>
                <a:lnTo>
                  <a:pt x="600075" y="704850"/>
                </a:lnTo>
                <a:lnTo>
                  <a:pt x="600075" y="714375"/>
                </a:lnTo>
                <a:lnTo>
                  <a:pt x="590550" y="714375"/>
                </a:lnTo>
                <a:close/>
                <a:moveTo>
                  <a:pt x="609600" y="704850"/>
                </a:moveTo>
                <a:lnTo>
                  <a:pt x="628650" y="704850"/>
                </a:lnTo>
                <a:lnTo>
                  <a:pt x="628650" y="714375"/>
                </a:lnTo>
                <a:lnTo>
                  <a:pt x="647700" y="714375"/>
                </a:lnTo>
                <a:lnTo>
                  <a:pt x="647700" y="733425"/>
                </a:lnTo>
                <a:lnTo>
                  <a:pt x="628650" y="733425"/>
                </a:lnTo>
                <a:lnTo>
                  <a:pt x="628650" y="723900"/>
                </a:lnTo>
                <a:lnTo>
                  <a:pt x="609600" y="723900"/>
                </a:lnTo>
                <a:close/>
                <a:moveTo>
                  <a:pt x="714375" y="704850"/>
                </a:moveTo>
                <a:lnTo>
                  <a:pt x="733425" y="704850"/>
                </a:lnTo>
                <a:lnTo>
                  <a:pt x="733425" y="723900"/>
                </a:lnTo>
                <a:lnTo>
                  <a:pt x="714375" y="723900"/>
                </a:lnTo>
                <a:lnTo>
                  <a:pt x="714375" y="733425"/>
                </a:lnTo>
                <a:lnTo>
                  <a:pt x="695325" y="733425"/>
                </a:lnTo>
                <a:lnTo>
                  <a:pt x="695325" y="714375"/>
                </a:lnTo>
                <a:lnTo>
                  <a:pt x="714375" y="714375"/>
                </a:lnTo>
                <a:close/>
                <a:moveTo>
                  <a:pt x="742950" y="704850"/>
                </a:moveTo>
                <a:lnTo>
                  <a:pt x="752475" y="704850"/>
                </a:lnTo>
                <a:lnTo>
                  <a:pt x="752475" y="714375"/>
                </a:lnTo>
                <a:lnTo>
                  <a:pt x="742950" y="714375"/>
                </a:lnTo>
                <a:close/>
              </a:path>
            </a:pathLst>
          </a:custGeom>
          <a:solidFill xmlns:a="http://schemas.openxmlformats.org/drawingml/2006/main">
            <a:srgbClr val="76867B"/>
          </a:solidFill>
          <a:ln xmlns:a="http://schemas.openxmlformats.org/drawingml/2006/main" w="0">
            <a:noFill/>
          </a:ln>
        </p:spPr>
      </p:sp>
      <p:sp>
        <p:nvSpPr>
          <p:cNvPr id="256" name="v22 vector #406251">
            <a:extLst xmlns:a="http://schemas.openxmlformats.org/drawingml/2006/main">
              <a:ext uri="{FF2B5EF4-FFF2-40B4-BE49-F238E27FC236}">
                <a16:creationId xmlns:a16="http://schemas.microsoft.com/office/drawing/2014/main" id="{8BF01C37-004E-419B-AC2A-35B2BA6674E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10675" y="4848225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666750" y="38100"/>
                </a:moveTo>
                <a:lnTo>
                  <a:pt x="676275" y="38100"/>
                </a:lnTo>
                <a:lnTo>
                  <a:pt x="676275" y="47625"/>
                </a:lnTo>
                <a:lnTo>
                  <a:pt x="666750" y="47625"/>
                </a:lnTo>
                <a:close/>
                <a:moveTo>
                  <a:pt x="819150" y="38100"/>
                </a:moveTo>
                <a:lnTo>
                  <a:pt x="828675" y="38100"/>
                </a:lnTo>
                <a:lnTo>
                  <a:pt x="828675" y="47625"/>
                </a:lnTo>
                <a:lnTo>
                  <a:pt x="819150" y="47625"/>
                </a:lnTo>
                <a:close/>
                <a:moveTo>
                  <a:pt x="638175" y="57150"/>
                </a:moveTo>
                <a:lnTo>
                  <a:pt x="647700" y="57150"/>
                </a:lnTo>
                <a:lnTo>
                  <a:pt x="647700" y="66675"/>
                </a:lnTo>
                <a:lnTo>
                  <a:pt x="638175" y="66675"/>
                </a:lnTo>
                <a:close/>
                <a:moveTo>
                  <a:pt x="409575" y="66675"/>
                </a:moveTo>
                <a:lnTo>
                  <a:pt x="419100" y="66675"/>
                </a:lnTo>
                <a:lnTo>
                  <a:pt x="419100" y="76200"/>
                </a:lnTo>
                <a:lnTo>
                  <a:pt x="409575" y="76200"/>
                </a:lnTo>
                <a:close/>
                <a:moveTo>
                  <a:pt x="628650" y="66675"/>
                </a:moveTo>
                <a:lnTo>
                  <a:pt x="638175" y="66675"/>
                </a:lnTo>
                <a:lnTo>
                  <a:pt x="638175" y="76200"/>
                </a:lnTo>
                <a:lnTo>
                  <a:pt x="628650" y="76200"/>
                </a:lnTo>
                <a:close/>
                <a:moveTo>
                  <a:pt x="619125" y="76200"/>
                </a:moveTo>
                <a:lnTo>
                  <a:pt x="628650" y="76200"/>
                </a:lnTo>
                <a:lnTo>
                  <a:pt x="628650" y="85725"/>
                </a:lnTo>
                <a:lnTo>
                  <a:pt x="619125" y="85725"/>
                </a:lnTo>
                <a:close/>
                <a:moveTo>
                  <a:pt x="819150" y="85725"/>
                </a:moveTo>
                <a:lnTo>
                  <a:pt x="828675" y="85725"/>
                </a:lnTo>
                <a:lnTo>
                  <a:pt x="828675" y="95250"/>
                </a:lnTo>
                <a:lnTo>
                  <a:pt x="819150" y="95250"/>
                </a:lnTo>
                <a:close/>
                <a:moveTo>
                  <a:pt x="828675" y="95250"/>
                </a:moveTo>
                <a:lnTo>
                  <a:pt x="838200" y="95250"/>
                </a:lnTo>
                <a:lnTo>
                  <a:pt x="838200" y="104775"/>
                </a:lnTo>
                <a:lnTo>
                  <a:pt x="828675" y="104775"/>
                </a:lnTo>
                <a:close/>
                <a:moveTo>
                  <a:pt x="266700" y="104775"/>
                </a:moveTo>
                <a:lnTo>
                  <a:pt x="276225" y="104775"/>
                </a:lnTo>
                <a:lnTo>
                  <a:pt x="276225" y="114300"/>
                </a:lnTo>
                <a:lnTo>
                  <a:pt x="266700" y="114300"/>
                </a:lnTo>
                <a:close/>
                <a:moveTo>
                  <a:pt x="838200" y="104775"/>
                </a:moveTo>
                <a:lnTo>
                  <a:pt x="847725" y="104775"/>
                </a:lnTo>
                <a:lnTo>
                  <a:pt x="847725" y="114300"/>
                </a:lnTo>
                <a:lnTo>
                  <a:pt x="838200" y="114300"/>
                </a:lnTo>
                <a:close/>
                <a:moveTo>
                  <a:pt x="590550" y="123825"/>
                </a:moveTo>
                <a:lnTo>
                  <a:pt x="600075" y="123825"/>
                </a:lnTo>
                <a:lnTo>
                  <a:pt x="600075" y="133350"/>
                </a:lnTo>
                <a:lnTo>
                  <a:pt x="590550" y="133350"/>
                </a:lnTo>
                <a:close/>
                <a:moveTo>
                  <a:pt x="895350" y="123825"/>
                </a:moveTo>
                <a:lnTo>
                  <a:pt x="904875" y="123825"/>
                </a:lnTo>
                <a:lnTo>
                  <a:pt x="904875" y="133350"/>
                </a:lnTo>
                <a:lnTo>
                  <a:pt x="895350" y="133350"/>
                </a:lnTo>
                <a:close/>
                <a:moveTo>
                  <a:pt x="495300" y="133350"/>
                </a:moveTo>
                <a:lnTo>
                  <a:pt x="504825" y="133350"/>
                </a:lnTo>
                <a:lnTo>
                  <a:pt x="504825" y="142875"/>
                </a:lnTo>
                <a:lnTo>
                  <a:pt x="495300" y="142875"/>
                </a:lnTo>
                <a:close/>
                <a:moveTo>
                  <a:pt x="628650" y="133350"/>
                </a:moveTo>
                <a:lnTo>
                  <a:pt x="638175" y="133350"/>
                </a:lnTo>
                <a:lnTo>
                  <a:pt x="638175" y="142875"/>
                </a:lnTo>
                <a:lnTo>
                  <a:pt x="628650" y="142875"/>
                </a:lnTo>
                <a:close/>
                <a:moveTo>
                  <a:pt x="857250" y="133350"/>
                </a:moveTo>
                <a:lnTo>
                  <a:pt x="866775" y="133350"/>
                </a:lnTo>
                <a:lnTo>
                  <a:pt x="866775" y="142875"/>
                </a:lnTo>
                <a:lnTo>
                  <a:pt x="857250" y="142875"/>
                </a:lnTo>
                <a:close/>
                <a:moveTo>
                  <a:pt x="1095375" y="133350"/>
                </a:moveTo>
                <a:lnTo>
                  <a:pt x="1104900" y="133350"/>
                </a:lnTo>
                <a:lnTo>
                  <a:pt x="1104900" y="152400"/>
                </a:lnTo>
                <a:lnTo>
                  <a:pt x="1095375" y="152400"/>
                </a:lnTo>
                <a:lnTo>
                  <a:pt x="1095375" y="161925"/>
                </a:lnTo>
                <a:lnTo>
                  <a:pt x="1085850" y="161925"/>
                </a:lnTo>
                <a:lnTo>
                  <a:pt x="1085850" y="142875"/>
                </a:lnTo>
                <a:lnTo>
                  <a:pt x="1095375" y="142875"/>
                </a:lnTo>
                <a:close/>
                <a:moveTo>
                  <a:pt x="1114425" y="133350"/>
                </a:moveTo>
                <a:lnTo>
                  <a:pt x="1133475" y="133350"/>
                </a:lnTo>
                <a:lnTo>
                  <a:pt x="1133475" y="142875"/>
                </a:lnTo>
                <a:lnTo>
                  <a:pt x="1123950" y="142875"/>
                </a:lnTo>
                <a:lnTo>
                  <a:pt x="1123950" y="152400"/>
                </a:lnTo>
                <a:lnTo>
                  <a:pt x="1114425" y="152400"/>
                </a:lnTo>
                <a:close/>
                <a:moveTo>
                  <a:pt x="1133475" y="142875"/>
                </a:moveTo>
                <a:lnTo>
                  <a:pt x="1143000" y="142875"/>
                </a:lnTo>
                <a:lnTo>
                  <a:pt x="1143000" y="152400"/>
                </a:lnTo>
                <a:lnTo>
                  <a:pt x="1133475" y="152400"/>
                </a:lnTo>
                <a:close/>
                <a:moveTo>
                  <a:pt x="219075" y="161925"/>
                </a:moveTo>
                <a:lnTo>
                  <a:pt x="228600" y="161925"/>
                </a:lnTo>
                <a:lnTo>
                  <a:pt x="228600" y="200025"/>
                </a:lnTo>
                <a:lnTo>
                  <a:pt x="219075" y="200025"/>
                </a:lnTo>
                <a:close/>
                <a:moveTo>
                  <a:pt x="581025" y="161925"/>
                </a:moveTo>
                <a:lnTo>
                  <a:pt x="590550" y="161925"/>
                </a:lnTo>
                <a:lnTo>
                  <a:pt x="590550" y="171450"/>
                </a:lnTo>
                <a:lnTo>
                  <a:pt x="581025" y="171450"/>
                </a:lnTo>
                <a:close/>
                <a:moveTo>
                  <a:pt x="619125" y="171450"/>
                </a:moveTo>
                <a:lnTo>
                  <a:pt x="628650" y="171450"/>
                </a:lnTo>
                <a:lnTo>
                  <a:pt x="628650" y="209550"/>
                </a:lnTo>
                <a:lnTo>
                  <a:pt x="619125" y="209550"/>
                </a:lnTo>
                <a:close/>
                <a:moveTo>
                  <a:pt x="866775" y="171450"/>
                </a:moveTo>
                <a:lnTo>
                  <a:pt x="876300" y="171450"/>
                </a:lnTo>
                <a:lnTo>
                  <a:pt x="876300" y="209550"/>
                </a:lnTo>
                <a:lnTo>
                  <a:pt x="866775" y="209550"/>
                </a:lnTo>
                <a:close/>
                <a:moveTo>
                  <a:pt x="904875" y="171450"/>
                </a:moveTo>
                <a:lnTo>
                  <a:pt x="914400" y="171450"/>
                </a:lnTo>
                <a:lnTo>
                  <a:pt x="914400" y="200025"/>
                </a:lnTo>
                <a:lnTo>
                  <a:pt x="904875" y="200025"/>
                </a:lnTo>
                <a:close/>
                <a:moveTo>
                  <a:pt x="323850" y="180975"/>
                </a:moveTo>
                <a:lnTo>
                  <a:pt x="333375" y="180975"/>
                </a:lnTo>
                <a:lnTo>
                  <a:pt x="333375" y="190500"/>
                </a:lnTo>
                <a:lnTo>
                  <a:pt x="323850" y="190500"/>
                </a:lnTo>
                <a:close/>
                <a:moveTo>
                  <a:pt x="1095375" y="180975"/>
                </a:moveTo>
                <a:lnTo>
                  <a:pt x="1114425" y="180975"/>
                </a:lnTo>
                <a:lnTo>
                  <a:pt x="1114425" y="190500"/>
                </a:lnTo>
                <a:lnTo>
                  <a:pt x="1123950" y="190500"/>
                </a:lnTo>
                <a:lnTo>
                  <a:pt x="1123950" y="200025"/>
                </a:lnTo>
                <a:lnTo>
                  <a:pt x="1095375" y="200025"/>
                </a:lnTo>
                <a:close/>
                <a:moveTo>
                  <a:pt x="276225" y="209550"/>
                </a:moveTo>
                <a:lnTo>
                  <a:pt x="285750" y="209550"/>
                </a:lnTo>
                <a:lnTo>
                  <a:pt x="285750" y="219075"/>
                </a:lnTo>
                <a:lnTo>
                  <a:pt x="276225" y="219075"/>
                </a:lnTo>
                <a:close/>
                <a:moveTo>
                  <a:pt x="581025" y="209550"/>
                </a:moveTo>
                <a:lnTo>
                  <a:pt x="590550" y="209550"/>
                </a:lnTo>
                <a:lnTo>
                  <a:pt x="590550" y="219075"/>
                </a:lnTo>
                <a:lnTo>
                  <a:pt x="581025" y="219075"/>
                </a:lnTo>
                <a:close/>
                <a:moveTo>
                  <a:pt x="1143000" y="209550"/>
                </a:moveTo>
                <a:lnTo>
                  <a:pt x="1152525" y="209550"/>
                </a:lnTo>
                <a:lnTo>
                  <a:pt x="1152525" y="228600"/>
                </a:lnTo>
                <a:lnTo>
                  <a:pt x="1143000" y="228600"/>
                </a:lnTo>
                <a:lnTo>
                  <a:pt x="1143000" y="238125"/>
                </a:lnTo>
                <a:lnTo>
                  <a:pt x="1123950" y="238125"/>
                </a:lnTo>
                <a:lnTo>
                  <a:pt x="1123950" y="228600"/>
                </a:lnTo>
                <a:lnTo>
                  <a:pt x="1133475" y="228600"/>
                </a:lnTo>
                <a:lnTo>
                  <a:pt x="1133475" y="219075"/>
                </a:lnTo>
                <a:lnTo>
                  <a:pt x="1143000" y="219075"/>
                </a:lnTo>
                <a:close/>
                <a:moveTo>
                  <a:pt x="1181100" y="228600"/>
                </a:moveTo>
                <a:lnTo>
                  <a:pt x="1190625" y="228600"/>
                </a:lnTo>
                <a:lnTo>
                  <a:pt x="1190625" y="238125"/>
                </a:lnTo>
                <a:lnTo>
                  <a:pt x="1181100" y="238125"/>
                </a:lnTo>
                <a:close/>
                <a:moveTo>
                  <a:pt x="876300" y="276225"/>
                </a:moveTo>
                <a:lnTo>
                  <a:pt x="885825" y="276225"/>
                </a:lnTo>
                <a:lnTo>
                  <a:pt x="885825" y="285750"/>
                </a:lnTo>
                <a:lnTo>
                  <a:pt x="876300" y="285750"/>
                </a:lnTo>
                <a:close/>
                <a:moveTo>
                  <a:pt x="219075" y="285750"/>
                </a:moveTo>
                <a:lnTo>
                  <a:pt x="228600" y="285750"/>
                </a:lnTo>
                <a:lnTo>
                  <a:pt x="228600" y="295275"/>
                </a:lnTo>
                <a:lnTo>
                  <a:pt x="238125" y="295275"/>
                </a:lnTo>
                <a:lnTo>
                  <a:pt x="238125" y="314325"/>
                </a:lnTo>
                <a:lnTo>
                  <a:pt x="228600" y="314325"/>
                </a:lnTo>
                <a:lnTo>
                  <a:pt x="228600" y="304800"/>
                </a:lnTo>
                <a:lnTo>
                  <a:pt x="219075" y="304800"/>
                </a:lnTo>
                <a:close/>
                <a:moveTo>
                  <a:pt x="685800" y="295275"/>
                </a:moveTo>
                <a:lnTo>
                  <a:pt x="695325" y="295275"/>
                </a:lnTo>
                <a:lnTo>
                  <a:pt x="695325" y="304800"/>
                </a:lnTo>
                <a:lnTo>
                  <a:pt x="685800" y="304800"/>
                </a:lnTo>
                <a:close/>
                <a:moveTo>
                  <a:pt x="800100" y="295275"/>
                </a:moveTo>
                <a:lnTo>
                  <a:pt x="809625" y="295275"/>
                </a:lnTo>
                <a:lnTo>
                  <a:pt x="809625" y="304800"/>
                </a:lnTo>
                <a:lnTo>
                  <a:pt x="800100" y="304800"/>
                </a:lnTo>
                <a:close/>
                <a:moveTo>
                  <a:pt x="476250" y="304800"/>
                </a:moveTo>
                <a:lnTo>
                  <a:pt x="485775" y="304800"/>
                </a:lnTo>
                <a:lnTo>
                  <a:pt x="485775" y="314325"/>
                </a:lnTo>
                <a:lnTo>
                  <a:pt x="476250" y="314325"/>
                </a:lnTo>
                <a:close/>
                <a:moveTo>
                  <a:pt x="495300" y="304800"/>
                </a:moveTo>
                <a:lnTo>
                  <a:pt x="504825" y="304800"/>
                </a:lnTo>
                <a:lnTo>
                  <a:pt x="504825" y="314325"/>
                </a:lnTo>
                <a:lnTo>
                  <a:pt x="495300" y="314325"/>
                </a:lnTo>
                <a:close/>
                <a:moveTo>
                  <a:pt x="781050" y="304800"/>
                </a:moveTo>
                <a:lnTo>
                  <a:pt x="800100" y="304800"/>
                </a:lnTo>
                <a:lnTo>
                  <a:pt x="800100" y="314325"/>
                </a:lnTo>
                <a:lnTo>
                  <a:pt x="781050" y="314325"/>
                </a:lnTo>
                <a:close/>
                <a:moveTo>
                  <a:pt x="771525" y="314325"/>
                </a:moveTo>
                <a:lnTo>
                  <a:pt x="781050" y="314325"/>
                </a:lnTo>
                <a:lnTo>
                  <a:pt x="781050" y="323850"/>
                </a:lnTo>
                <a:lnTo>
                  <a:pt x="771525" y="323850"/>
                </a:lnTo>
                <a:close/>
                <a:moveTo>
                  <a:pt x="838200" y="314325"/>
                </a:moveTo>
                <a:lnTo>
                  <a:pt x="847725" y="314325"/>
                </a:lnTo>
                <a:lnTo>
                  <a:pt x="847725" y="323850"/>
                </a:lnTo>
                <a:lnTo>
                  <a:pt x="838200" y="323850"/>
                </a:lnTo>
                <a:close/>
                <a:moveTo>
                  <a:pt x="247650" y="323850"/>
                </a:moveTo>
                <a:lnTo>
                  <a:pt x="266700" y="323850"/>
                </a:lnTo>
                <a:lnTo>
                  <a:pt x="266700" y="352425"/>
                </a:lnTo>
                <a:lnTo>
                  <a:pt x="257175" y="352425"/>
                </a:lnTo>
                <a:lnTo>
                  <a:pt x="257175" y="342900"/>
                </a:lnTo>
                <a:lnTo>
                  <a:pt x="247650" y="342900"/>
                </a:lnTo>
                <a:close/>
                <a:moveTo>
                  <a:pt x="781050" y="333375"/>
                </a:moveTo>
                <a:lnTo>
                  <a:pt x="790575" y="333375"/>
                </a:lnTo>
                <a:lnTo>
                  <a:pt x="790575" y="342900"/>
                </a:lnTo>
                <a:lnTo>
                  <a:pt x="781050" y="342900"/>
                </a:lnTo>
                <a:close/>
                <a:moveTo>
                  <a:pt x="466725" y="342900"/>
                </a:moveTo>
                <a:lnTo>
                  <a:pt x="476250" y="342900"/>
                </a:lnTo>
                <a:lnTo>
                  <a:pt x="476250" y="352425"/>
                </a:lnTo>
                <a:lnTo>
                  <a:pt x="466725" y="352425"/>
                </a:lnTo>
                <a:close/>
                <a:moveTo>
                  <a:pt x="704850" y="342900"/>
                </a:moveTo>
                <a:lnTo>
                  <a:pt x="714375" y="342900"/>
                </a:lnTo>
                <a:lnTo>
                  <a:pt x="714375" y="352425"/>
                </a:lnTo>
                <a:lnTo>
                  <a:pt x="704850" y="352425"/>
                </a:lnTo>
                <a:close/>
                <a:moveTo>
                  <a:pt x="771525" y="342900"/>
                </a:moveTo>
                <a:lnTo>
                  <a:pt x="781050" y="342900"/>
                </a:lnTo>
                <a:lnTo>
                  <a:pt x="781050" y="352425"/>
                </a:lnTo>
                <a:lnTo>
                  <a:pt x="771525" y="352425"/>
                </a:lnTo>
                <a:close/>
                <a:moveTo>
                  <a:pt x="1095375" y="342900"/>
                </a:moveTo>
                <a:lnTo>
                  <a:pt x="1104900" y="342900"/>
                </a:lnTo>
                <a:lnTo>
                  <a:pt x="1104900" y="371475"/>
                </a:lnTo>
                <a:lnTo>
                  <a:pt x="1095375" y="371475"/>
                </a:lnTo>
                <a:close/>
                <a:moveTo>
                  <a:pt x="266700" y="352425"/>
                </a:moveTo>
                <a:lnTo>
                  <a:pt x="276225" y="352425"/>
                </a:lnTo>
                <a:lnTo>
                  <a:pt x="276225" y="361950"/>
                </a:lnTo>
                <a:lnTo>
                  <a:pt x="266700" y="361950"/>
                </a:lnTo>
                <a:close/>
                <a:moveTo>
                  <a:pt x="457200" y="352425"/>
                </a:moveTo>
                <a:lnTo>
                  <a:pt x="466725" y="352425"/>
                </a:lnTo>
                <a:lnTo>
                  <a:pt x="466725" y="371475"/>
                </a:lnTo>
                <a:lnTo>
                  <a:pt x="457200" y="371475"/>
                </a:lnTo>
                <a:close/>
                <a:moveTo>
                  <a:pt x="1076325" y="371475"/>
                </a:moveTo>
                <a:lnTo>
                  <a:pt x="1095375" y="371475"/>
                </a:lnTo>
                <a:lnTo>
                  <a:pt x="1095375" y="419100"/>
                </a:lnTo>
                <a:lnTo>
                  <a:pt x="1104900" y="419100"/>
                </a:lnTo>
                <a:lnTo>
                  <a:pt x="1104900" y="438150"/>
                </a:lnTo>
                <a:lnTo>
                  <a:pt x="1085850" y="438150"/>
                </a:lnTo>
                <a:lnTo>
                  <a:pt x="1085850" y="428625"/>
                </a:lnTo>
                <a:lnTo>
                  <a:pt x="1076325" y="428625"/>
                </a:lnTo>
                <a:close/>
                <a:moveTo>
                  <a:pt x="1171575" y="371475"/>
                </a:moveTo>
                <a:lnTo>
                  <a:pt x="1190625" y="371475"/>
                </a:lnTo>
                <a:lnTo>
                  <a:pt x="1190625" y="381000"/>
                </a:lnTo>
                <a:lnTo>
                  <a:pt x="1209675" y="381000"/>
                </a:lnTo>
                <a:lnTo>
                  <a:pt x="1209675" y="400050"/>
                </a:lnTo>
                <a:lnTo>
                  <a:pt x="1181100" y="400050"/>
                </a:lnTo>
                <a:lnTo>
                  <a:pt x="1181100" y="409575"/>
                </a:lnTo>
                <a:lnTo>
                  <a:pt x="1171575" y="409575"/>
                </a:lnTo>
                <a:close/>
                <a:moveTo>
                  <a:pt x="295275" y="400050"/>
                </a:moveTo>
                <a:lnTo>
                  <a:pt x="304800" y="400050"/>
                </a:lnTo>
                <a:lnTo>
                  <a:pt x="304800" y="409575"/>
                </a:lnTo>
                <a:lnTo>
                  <a:pt x="314325" y="409575"/>
                </a:lnTo>
                <a:lnTo>
                  <a:pt x="314325" y="419100"/>
                </a:lnTo>
                <a:lnTo>
                  <a:pt x="295275" y="419100"/>
                </a:lnTo>
                <a:close/>
                <a:moveTo>
                  <a:pt x="428625" y="400050"/>
                </a:moveTo>
                <a:lnTo>
                  <a:pt x="438150" y="400050"/>
                </a:lnTo>
                <a:lnTo>
                  <a:pt x="438150" y="419100"/>
                </a:lnTo>
                <a:lnTo>
                  <a:pt x="419100" y="419100"/>
                </a:lnTo>
                <a:lnTo>
                  <a:pt x="419100" y="409575"/>
                </a:lnTo>
                <a:lnTo>
                  <a:pt x="428625" y="409575"/>
                </a:lnTo>
                <a:close/>
                <a:moveTo>
                  <a:pt x="304800" y="428625"/>
                </a:moveTo>
                <a:lnTo>
                  <a:pt x="314325" y="428625"/>
                </a:lnTo>
                <a:lnTo>
                  <a:pt x="314325" y="438150"/>
                </a:lnTo>
                <a:lnTo>
                  <a:pt x="304800" y="438150"/>
                </a:lnTo>
                <a:close/>
                <a:moveTo>
                  <a:pt x="314325" y="438150"/>
                </a:moveTo>
                <a:lnTo>
                  <a:pt x="323850" y="438150"/>
                </a:lnTo>
                <a:lnTo>
                  <a:pt x="323850" y="447675"/>
                </a:lnTo>
                <a:lnTo>
                  <a:pt x="314325" y="447675"/>
                </a:lnTo>
                <a:close/>
                <a:moveTo>
                  <a:pt x="638175" y="438150"/>
                </a:moveTo>
                <a:lnTo>
                  <a:pt x="657225" y="438150"/>
                </a:lnTo>
                <a:lnTo>
                  <a:pt x="657225" y="457200"/>
                </a:lnTo>
                <a:lnTo>
                  <a:pt x="638175" y="457200"/>
                </a:lnTo>
                <a:close/>
                <a:moveTo>
                  <a:pt x="685800" y="438150"/>
                </a:moveTo>
                <a:lnTo>
                  <a:pt x="704850" y="438150"/>
                </a:lnTo>
                <a:lnTo>
                  <a:pt x="704850" y="457200"/>
                </a:lnTo>
                <a:lnTo>
                  <a:pt x="685800" y="457200"/>
                </a:lnTo>
                <a:close/>
                <a:moveTo>
                  <a:pt x="323850" y="447675"/>
                </a:moveTo>
                <a:lnTo>
                  <a:pt x="333375" y="447675"/>
                </a:lnTo>
                <a:lnTo>
                  <a:pt x="333375" y="457200"/>
                </a:lnTo>
                <a:lnTo>
                  <a:pt x="323850" y="457200"/>
                </a:lnTo>
                <a:close/>
                <a:moveTo>
                  <a:pt x="219075" y="457200"/>
                </a:moveTo>
                <a:lnTo>
                  <a:pt x="228600" y="457200"/>
                </a:lnTo>
                <a:lnTo>
                  <a:pt x="228600" y="466725"/>
                </a:lnTo>
                <a:lnTo>
                  <a:pt x="266700" y="466725"/>
                </a:lnTo>
                <a:lnTo>
                  <a:pt x="266700" y="476250"/>
                </a:lnTo>
                <a:lnTo>
                  <a:pt x="276225" y="476250"/>
                </a:lnTo>
                <a:lnTo>
                  <a:pt x="276225" y="495300"/>
                </a:lnTo>
                <a:lnTo>
                  <a:pt x="285750" y="495300"/>
                </a:lnTo>
                <a:lnTo>
                  <a:pt x="285750" y="504825"/>
                </a:lnTo>
                <a:lnTo>
                  <a:pt x="295275" y="504825"/>
                </a:lnTo>
                <a:lnTo>
                  <a:pt x="295275" y="523875"/>
                </a:lnTo>
                <a:lnTo>
                  <a:pt x="333375" y="523875"/>
                </a:lnTo>
                <a:lnTo>
                  <a:pt x="333375" y="514350"/>
                </a:lnTo>
                <a:lnTo>
                  <a:pt x="352425" y="514350"/>
                </a:lnTo>
                <a:lnTo>
                  <a:pt x="352425" y="657225"/>
                </a:lnTo>
                <a:lnTo>
                  <a:pt x="371475" y="657225"/>
                </a:lnTo>
                <a:lnTo>
                  <a:pt x="371475" y="581025"/>
                </a:lnTo>
                <a:lnTo>
                  <a:pt x="381000" y="581025"/>
                </a:lnTo>
                <a:lnTo>
                  <a:pt x="381000" y="542925"/>
                </a:lnTo>
                <a:lnTo>
                  <a:pt x="371475" y="542925"/>
                </a:lnTo>
                <a:lnTo>
                  <a:pt x="371475" y="533400"/>
                </a:lnTo>
                <a:lnTo>
                  <a:pt x="381000" y="533400"/>
                </a:lnTo>
                <a:lnTo>
                  <a:pt x="381000" y="514350"/>
                </a:lnTo>
                <a:lnTo>
                  <a:pt x="400050" y="514350"/>
                </a:lnTo>
                <a:lnTo>
                  <a:pt x="400050" y="523875"/>
                </a:lnTo>
                <a:lnTo>
                  <a:pt x="409575" y="523875"/>
                </a:lnTo>
                <a:lnTo>
                  <a:pt x="409575" y="533400"/>
                </a:lnTo>
                <a:lnTo>
                  <a:pt x="428625" y="533400"/>
                </a:lnTo>
                <a:lnTo>
                  <a:pt x="428625" y="523875"/>
                </a:lnTo>
                <a:lnTo>
                  <a:pt x="438150" y="523875"/>
                </a:lnTo>
                <a:lnTo>
                  <a:pt x="438150" y="514350"/>
                </a:lnTo>
                <a:lnTo>
                  <a:pt x="447675" y="514350"/>
                </a:lnTo>
                <a:lnTo>
                  <a:pt x="447675" y="504825"/>
                </a:lnTo>
                <a:lnTo>
                  <a:pt x="457200" y="504825"/>
                </a:lnTo>
                <a:lnTo>
                  <a:pt x="457200" y="495300"/>
                </a:lnTo>
                <a:lnTo>
                  <a:pt x="466725" y="495300"/>
                </a:lnTo>
                <a:lnTo>
                  <a:pt x="466725" y="485775"/>
                </a:lnTo>
                <a:lnTo>
                  <a:pt x="476250" y="485775"/>
                </a:lnTo>
                <a:lnTo>
                  <a:pt x="476250" y="495300"/>
                </a:lnTo>
                <a:lnTo>
                  <a:pt x="485775" y="495300"/>
                </a:lnTo>
                <a:lnTo>
                  <a:pt x="485775" y="485775"/>
                </a:lnTo>
                <a:lnTo>
                  <a:pt x="504825" y="485775"/>
                </a:lnTo>
                <a:lnTo>
                  <a:pt x="504825" y="476250"/>
                </a:lnTo>
                <a:lnTo>
                  <a:pt x="523875" y="476250"/>
                </a:lnTo>
                <a:lnTo>
                  <a:pt x="523875" y="485775"/>
                </a:lnTo>
                <a:lnTo>
                  <a:pt x="542925" y="485775"/>
                </a:lnTo>
                <a:lnTo>
                  <a:pt x="542925" y="476250"/>
                </a:lnTo>
                <a:lnTo>
                  <a:pt x="561975" y="476250"/>
                </a:lnTo>
                <a:lnTo>
                  <a:pt x="561975" y="485775"/>
                </a:lnTo>
                <a:lnTo>
                  <a:pt x="571500" y="485775"/>
                </a:lnTo>
                <a:lnTo>
                  <a:pt x="571500" y="504825"/>
                </a:lnTo>
                <a:lnTo>
                  <a:pt x="561975" y="504825"/>
                </a:lnTo>
                <a:lnTo>
                  <a:pt x="561975" y="495300"/>
                </a:lnTo>
                <a:lnTo>
                  <a:pt x="552450" y="495300"/>
                </a:lnTo>
                <a:lnTo>
                  <a:pt x="552450" y="504825"/>
                </a:lnTo>
                <a:lnTo>
                  <a:pt x="542925" y="504825"/>
                </a:lnTo>
                <a:lnTo>
                  <a:pt x="542925" y="523875"/>
                </a:lnTo>
                <a:lnTo>
                  <a:pt x="533400" y="523875"/>
                </a:lnTo>
                <a:lnTo>
                  <a:pt x="533400" y="533400"/>
                </a:lnTo>
                <a:lnTo>
                  <a:pt x="523875" y="533400"/>
                </a:lnTo>
                <a:lnTo>
                  <a:pt x="523875" y="561975"/>
                </a:lnTo>
                <a:lnTo>
                  <a:pt x="514350" y="561975"/>
                </a:lnTo>
                <a:lnTo>
                  <a:pt x="514350" y="571500"/>
                </a:lnTo>
                <a:lnTo>
                  <a:pt x="438150" y="571500"/>
                </a:lnTo>
                <a:lnTo>
                  <a:pt x="438150" y="600075"/>
                </a:lnTo>
                <a:lnTo>
                  <a:pt x="428625" y="600075"/>
                </a:lnTo>
                <a:lnTo>
                  <a:pt x="428625" y="609600"/>
                </a:lnTo>
                <a:lnTo>
                  <a:pt x="438150" y="609600"/>
                </a:lnTo>
                <a:lnTo>
                  <a:pt x="438150" y="619125"/>
                </a:lnTo>
                <a:lnTo>
                  <a:pt x="504825" y="619125"/>
                </a:lnTo>
                <a:lnTo>
                  <a:pt x="504825" y="628650"/>
                </a:lnTo>
                <a:lnTo>
                  <a:pt x="476250" y="628650"/>
                </a:lnTo>
                <a:lnTo>
                  <a:pt x="476250" y="657225"/>
                </a:lnTo>
                <a:lnTo>
                  <a:pt x="514350" y="657225"/>
                </a:lnTo>
                <a:lnTo>
                  <a:pt x="514350" y="647700"/>
                </a:lnTo>
                <a:lnTo>
                  <a:pt x="542925" y="647700"/>
                </a:lnTo>
                <a:lnTo>
                  <a:pt x="542925" y="638175"/>
                </a:lnTo>
                <a:lnTo>
                  <a:pt x="552450" y="638175"/>
                </a:lnTo>
                <a:lnTo>
                  <a:pt x="552450" y="647700"/>
                </a:lnTo>
                <a:lnTo>
                  <a:pt x="542925" y="647700"/>
                </a:lnTo>
                <a:lnTo>
                  <a:pt x="542925" y="666750"/>
                </a:lnTo>
                <a:lnTo>
                  <a:pt x="219075" y="666750"/>
                </a:lnTo>
                <a:lnTo>
                  <a:pt x="219075" y="657225"/>
                </a:lnTo>
                <a:lnTo>
                  <a:pt x="228600" y="657225"/>
                </a:lnTo>
                <a:lnTo>
                  <a:pt x="228600" y="619125"/>
                </a:lnTo>
                <a:lnTo>
                  <a:pt x="219075" y="619125"/>
                </a:lnTo>
                <a:lnTo>
                  <a:pt x="219075" y="609600"/>
                </a:lnTo>
                <a:lnTo>
                  <a:pt x="209550" y="609600"/>
                </a:lnTo>
                <a:lnTo>
                  <a:pt x="209550" y="619125"/>
                </a:lnTo>
                <a:lnTo>
                  <a:pt x="200025" y="619125"/>
                </a:lnTo>
                <a:lnTo>
                  <a:pt x="200025" y="657225"/>
                </a:lnTo>
                <a:lnTo>
                  <a:pt x="209550" y="657225"/>
                </a:lnTo>
                <a:lnTo>
                  <a:pt x="209550" y="666750"/>
                </a:lnTo>
                <a:lnTo>
                  <a:pt x="104775" y="666750"/>
                </a:lnTo>
                <a:lnTo>
                  <a:pt x="104775" y="657225"/>
                </a:lnTo>
                <a:lnTo>
                  <a:pt x="95250" y="657225"/>
                </a:lnTo>
                <a:lnTo>
                  <a:pt x="95250" y="647700"/>
                </a:lnTo>
                <a:lnTo>
                  <a:pt x="104775" y="647700"/>
                </a:lnTo>
                <a:lnTo>
                  <a:pt x="104775" y="609600"/>
                </a:lnTo>
                <a:lnTo>
                  <a:pt x="123825" y="609600"/>
                </a:lnTo>
                <a:lnTo>
                  <a:pt x="123825" y="590550"/>
                </a:lnTo>
                <a:lnTo>
                  <a:pt x="104775" y="590550"/>
                </a:lnTo>
                <a:lnTo>
                  <a:pt x="104775" y="581025"/>
                </a:lnTo>
                <a:lnTo>
                  <a:pt x="114300" y="581025"/>
                </a:lnTo>
                <a:lnTo>
                  <a:pt x="114300" y="561975"/>
                </a:lnTo>
                <a:lnTo>
                  <a:pt x="133350" y="561975"/>
                </a:lnTo>
                <a:lnTo>
                  <a:pt x="133350" y="533400"/>
                </a:lnTo>
                <a:lnTo>
                  <a:pt x="123825" y="533400"/>
                </a:lnTo>
                <a:lnTo>
                  <a:pt x="123825" y="523875"/>
                </a:lnTo>
                <a:lnTo>
                  <a:pt x="133350" y="523875"/>
                </a:lnTo>
                <a:lnTo>
                  <a:pt x="133350" y="533400"/>
                </a:lnTo>
                <a:lnTo>
                  <a:pt x="142875" y="533400"/>
                </a:lnTo>
                <a:lnTo>
                  <a:pt x="142875" y="523875"/>
                </a:lnTo>
                <a:lnTo>
                  <a:pt x="152400" y="523875"/>
                </a:lnTo>
                <a:lnTo>
                  <a:pt x="152400" y="514350"/>
                </a:lnTo>
                <a:lnTo>
                  <a:pt x="161925" y="514350"/>
                </a:lnTo>
                <a:lnTo>
                  <a:pt x="161925" y="504825"/>
                </a:lnTo>
                <a:lnTo>
                  <a:pt x="171450" y="504825"/>
                </a:lnTo>
                <a:lnTo>
                  <a:pt x="171450" y="495300"/>
                </a:lnTo>
                <a:lnTo>
                  <a:pt x="161925" y="495300"/>
                </a:lnTo>
                <a:lnTo>
                  <a:pt x="161925" y="485775"/>
                </a:lnTo>
                <a:lnTo>
                  <a:pt x="171450" y="485775"/>
                </a:lnTo>
                <a:lnTo>
                  <a:pt x="171450" y="476250"/>
                </a:lnTo>
                <a:lnTo>
                  <a:pt x="190500" y="476250"/>
                </a:lnTo>
                <a:lnTo>
                  <a:pt x="190500" y="466725"/>
                </a:lnTo>
                <a:lnTo>
                  <a:pt x="209550" y="466725"/>
                </a:lnTo>
                <a:lnTo>
                  <a:pt x="209550" y="476250"/>
                </a:lnTo>
                <a:lnTo>
                  <a:pt x="219075" y="476250"/>
                </a:lnTo>
                <a:close/>
                <a:moveTo>
                  <a:pt x="333375" y="457200"/>
                </a:moveTo>
                <a:lnTo>
                  <a:pt x="342900" y="457200"/>
                </a:lnTo>
                <a:lnTo>
                  <a:pt x="342900" y="466725"/>
                </a:lnTo>
                <a:lnTo>
                  <a:pt x="333375" y="466725"/>
                </a:lnTo>
                <a:close/>
                <a:moveTo>
                  <a:pt x="514350" y="457200"/>
                </a:moveTo>
                <a:lnTo>
                  <a:pt x="523875" y="457200"/>
                </a:lnTo>
                <a:lnTo>
                  <a:pt x="523875" y="466725"/>
                </a:lnTo>
                <a:lnTo>
                  <a:pt x="514350" y="466725"/>
                </a:lnTo>
                <a:close/>
                <a:moveTo>
                  <a:pt x="600075" y="457200"/>
                </a:moveTo>
                <a:lnTo>
                  <a:pt x="609600" y="457200"/>
                </a:lnTo>
                <a:lnTo>
                  <a:pt x="609600" y="466725"/>
                </a:lnTo>
                <a:lnTo>
                  <a:pt x="600075" y="466725"/>
                </a:lnTo>
                <a:close/>
                <a:moveTo>
                  <a:pt x="733425" y="457200"/>
                </a:moveTo>
                <a:lnTo>
                  <a:pt x="742950" y="457200"/>
                </a:lnTo>
                <a:lnTo>
                  <a:pt x="742950" y="466725"/>
                </a:lnTo>
                <a:lnTo>
                  <a:pt x="733425" y="466725"/>
                </a:lnTo>
                <a:close/>
                <a:moveTo>
                  <a:pt x="342900" y="466725"/>
                </a:moveTo>
                <a:lnTo>
                  <a:pt x="352425" y="466725"/>
                </a:lnTo>
                <a:lnTo>
                  <a:pt x="352425" y="476250"/>
                </a:lnTo>
                <a:lnTo>
                  <a:pt x="342900" y="476250"/>
                </a:lnTo>
                <a:close/>
                <a:moveTo>
                  <a:pt x="381000" y="466725"/>
                </a:moveTo>
                <a:lnTo>
                  <a:pt x="390525" y="466725"/>
                </a:lnTo>
                <a:lnTo>
                  <a:pt x="390525" y="476250"/>
                </a:lnTo>
                <a:lnTo>
                  <a:pt x="381000" y="476250"/>
                </a:lnTo>
                <a:close/>
                <a:moveTo>
                  <a:pt x="581025" y="466725"/>
                </a:moveTo>
                <a:lnTo>
                  <a:pt x="600075" y="466725"/>
                </a:lnTo>
                <a:lnTo>
                  <a:pt x="600075" y="476250"/>
                </a:lnTo>
                <a:lnTo>
                  <a:pt x="581025" y="476250"/>
                </a:lnTo>
                <a:close/>
                <a:moveTo>
                  <a:pt x="742950" y="466725"/>
                </a:moveTo>
                <a:lnTo>
                  <a:pt x="762000" y="466725"/>
                </a:lnTo>
                <a:lnTo>
                  <a:pt x="762000" y="476250"/>
                </a:lnTo>
                <a:lnTo>
                  <a:pt x="771525" y="476250"/>
                </a:lnTo>
                <a:lnTo>
                  <a:pt x="771525" y="485775"/>
                </a:lnTo>
                <a:lnTo>
                  <a:pt x="781050" y="485775"/>
                </a:lnTo>
                <a:lnTo>
                  <a:pt x="781050" y="495300"/>
                </a:lnTo>
                <a:lnTo>
                  <a:pt x="790575" y="495300"/>
                </a:lnTo>
                <a:lnTo>
                  <a:pt x="790575" y="514350"/>
                </a:lnTo>
                <a:lnTo>
                  <a:pt x="781050" y="514350"/>
                </a:lnTo>
                <a:lnTo>
                  <a:pt x="781050" y="504825"/>
                </a:lnTo>
                <a:lnTo>
                  <a:pt x="771525" y="504825"/>
                </a:lnTo>
                <a:lnTo>
                  <a:pt x="771525" y="495300"/>
                </a:lnTo>
                <a:lnTo>
                  <a:pt x="762000" y="495300"/>
                </a:lnTo>
                <a:lnTo>
                  <a:pt x="762000" y="485775"/>
                </a:lnTo>
                <a:lnTo>
                  <a:pt x="752475" y="485775"/>
                </a:lnTo>
                <a:lnTo>
                  <a:pt x="752475" y="476250"/>
                </a:lnTo>
                <a:lnTo>
                  <a:pt x="742950" y="476250"/>
                </a:lnTo>
                <a:close/>
                <a:moveTo>
                  <a:pt x="352425" y="476250"/>
                </a:moveTo>
                <a:lnTo>
                  <a:pt x="361950" y="476250"/>
                </a:lnTo>
                <a:lnTo>
                  <a:pt x="361950" y="485775"/>
                </a:lnTo>
                <a:lnTo>
                  <a:pt x="352425" y="485775"/>
                </a:lnTo>
                <a:close/>
                <a:moveTo>
                  <a:pt x="552450" y="504825"/>
                </a:moveTo>
                <a:lnTo>
                  <a:pt x="561975" y="504825"/>
                </a:lnTo>
                <a:lnTo>
                  <a:pt x="561975" y="514350"/>
                </a:lnTo>
                <a:lnTo>
                  <a:pt x="552450" y="514350"/>
                </a:lnTo>
                <a:close/>
                <a:moveTo>
                  <a:pt x="790575" y="514350"/>
                </a:moveTo>
                <a:lnTo>
                  <a:pt x="800100" y="514350"/>
                </a:lnTo>
                <a:lnTo>
                  <a:pt x="800100" y="523875"/>
                </a:lnTo>
                <a:lnTo>
                  <a:pt x="790575" y="523875"/>
                </a:lnTo>
                <a:close/>
                <a:moveTo>
                  <a:pt x="542925" y="523875"/>
                </a:moveTo>
                <a:lnTo>
                  <a:pt x="552450" y="523875"/>
                </a:lnTo>
                <a:lnTo>
                  <a:pt x="552450" y="533400"/>
                </a:lnTo>
                <a:lnTo>
                  <a:pt x="542925" y="533400"/>
                </a:lnTo>
                <a:close/>
                <a:moveTo>
                  <a:pt x="723900" y="523875"/>
                </a:moveTo>
                <a:lnTo>
                  <a:pt x="742950" y="523875"/>
                </a:lnTo>
                <a:lnTo>
                  <a:pt x="742950" y="533400"/>
                </a:lnTo>
                <a:lnTo>
                  <a:pt x="723900" y="533400"/>
                </a:lnTo>
                <a:close/>
                <a:moveTo>
                  <a:pt x="714375" y="533400"/>
                </a:moveTo>
                <a:lnTo>
                  <a:pt x="723900" y="533400"/>
                </a:lnTo>
                <a:lnTo>
                  <a:pt x="723900" y="542925"/>
                </a:lnTo>
                <a:lnTo>
                  <a:pt x="714375" y="542925"/>
                </a:lnTo>
                <a:close/>
                <a:moveTo>
                  <a:pt x="704850" y="542925"/>
                </a:moveTo>
                <a:lnTo>
                  <a:pt x="714375" y="542925"/>
                </a:lnTo>
                <a:lnTo>
                  <a:pt x="714375" y="552450"/>
                </a:lnTo>
                <a:lnTo>
                  <a:pt x="704850" y="552450"/>
                </a:lnTo>
                <a:close/>
                <a:moveTo>
                  <a:pt x="1085850" y="542925"/>
                </a:moveTo>
                <a:lnTo>
                  <a:pt x="1095375" y="542925"/>
                </a:lnTo>
                <a:lnTo>
                  <a:pt x="1095375" y="552450"/>
                </a:lnTo>
                <a:lnTo>
                  <a:pt x="1085850" y="552450"/>
                </a:lnTo>
                <a:close/>
                <a:moveTo>
                  <a:pt x="533400" y="552450"/>
                </a:moveTo>
                <a:lnTo>
                  <a:pt x="542925" y="552450"/>
                </a:lnTo>
                <a:lnTo>
                  <a:pt x="542925" y="561975"/>
                </a:lnTo>
                <a:lnTo>
                  <a:pt x="533400" y="561975"/>
                </a:lnTo>
                <a:close/>
                <a:moveTo>
                  <a:pt x="695325" y="552450"/>
                </a:moveTo>
                <a:lnTo>
                  <a:pt x="704850" y="552450"/>
                </a:lnTo>
                <a:lnTo>
                  <a:pt x="704850" y="561975"/>
                </a:lnTo>
                <a:lnTo>
                  <a:pt x="695325" y="561975"/>
                </a:lnTo>
                <a:close/>
                <a:moveTo>
                  <a:pt x="1076325" y="552450"/>
                </a:moveTo>
                <a:lnTo>
                  <a:pt x="1085850" y="552450"/>
                </a:lnTo>
                <a:lnTo>
                  <a:pt x="1085850" y="571500"/>
                </a:lnTo>
                <a:lnTo>
                  <a:pt x="1095375" y="571500"/>
                </a:lnTo>
                <a:lnTo>
                  <a:pt x="1095375" y="590550"/>
                </a:lnTo>
                <a:lnTo>
                  <a:pt x="1085850" y="590550"/>
                </a:lnTo>
                <a:lnTo>
                  <a:pt x="1085850" y="600075"/>
                </a:lnTo>
                <a:lnTo>
                  <a:pt x="1076325" y="600075"/>
                </a:lnTo>
                <a:lnTo>
                  <a:pt x="1076325" y="590550"/>
                </a:lnTo>
                <a:lnTo>
                  <a:pt x="1066800" y="590550"/>
                </a:lnTo>
                <a:lnTo>
                  <a:pt x="1066800" y="561975"/>
                </a:lnTo>
                <a:lnTo>
                  <a:pt x="1076325" y="561975"/>
                </a:lnTo>
                <a:close/>
                <a:moveTo>
                  <a:pt x="1162050" y="552450"/>
                </a:moveTo>
                <a:lnTo>
                  <a:pt x="1181100" y="552450"/>
                </a:lnTo>
                <a:lnTo>
                  <a:pt x="1181100" y="609600"/>
                </a:lnTo>
                <a:lnTo>
                  <a:pt x="1162050" y="609600"/>
                </a:lnTo>
                <a:close/>
                <a:moveTo>
                  <a:pt x="723900" y="561975"/>
                </a:moveTo>
                <a:lnTo>
                  <a:pt x="733425" y="561975"/>
                </a:lnTo>
                <a:lnTo>
                  <a:pt x="733425" y="571500"/>
                </a:lnTo>
                <a:lnTo>
                  <a:pt x="723900" y="571500"/>
                </a:lnTo>
                <a:close/>
                <a:moveTo>
                  <a:pt x="800100" y="561975"/>
                </a:moveTo>
                <a:lnTo>
                  <a:pt x="819150" y="561975"/>
                </a:lnTo>
                <a:lnTo>
                  <a:pt x="819150" y="609600"/>
                </a:lnTo>
                <a:lnTo>
                  <a:pt x="800100" y="609600"/>
                </a:lnTo>
                <a:close/>
                <a:moveTo>
                  <a:pt x="714375" y="571500"/>
                </a:moveTo>
                <a:lnTo>
                  <a:pt x="723900" y="571500"/>
                </a:lnTo>
                <a:lnTo>
                  <a:pt x="723900" y="581025"/>
                </a:lnTo>
                <a:lnTo>
                  <a:pt x="714375" y="581025"/>
                </a:lnTo>
                <a:close/>
                <a:moveTo>
                  <a:pt x="704850" y="581025"/>
                </a:moveTo>
                <a:lnTo>
                  <a:pt x="714375" y="581025"/>
                </a:lnTo>
                <a:lnTo>
                  <a:pt x="714375" y="590550"/>
                </a:lnTo>
                <a:lnTo>
                  <a:pt x="704850" y="590550"/>
                </a:lnTo>
                <a:close/>
                <a:moveTo>
                  <a:pt x="533400" y="609600"/>
                </a:moveTo>
                <a:lnTo>
                  <a:pt x="542925" y="609600"/>
                </a:lnTo>
                <a:lnTo>
                  <a:pt x="542925" y="619125"/>
                </a:lnTo>
                <a:lnTo>
                  <a:pt x="533400" y="619125"/>
                </a:lnTo>
                <a:close/>
                <a:moveTo>
                  <a:pt x="790575" y="647700"/>
                </a:moveTo>
                <a:lnTo>
                  <a:pt x="800100" y="647700"/>
                </a:lnTo>
                <a:lnTo>
                  <a:pt x="800100" y="657225"/>
                </a:lnTo>
                <a:lnTo>
                  <a:pt x="790575" y="657225"/>
                </a:lnTo>
                <a:close/>
                <a:moveTo>
                  <a:pt x="552450" y="657225"/>
                </a:moveTo>
                <a:lnTo>
                  <a:pt x="561975" y="657225"/>
                </a:lnTo>
                <a:lnTo>
                  <a:pt x="561975" y="666750"/>
                </a:lnTo>
                <a:lnTo>
                  <a:pt x="571500" y="666750"/>
                </a:lnTo>
                <a:lnTo>
                  <a:pt x="571500" y="676275"/>
                </a:lnTo>
                <a:lnTo>
                  <a:pt x="581025" y="676275"/>
                </a:lnTo>
                <a:lnTo>
                  <a:pt x="581025" y="685800"/>
                </a:lnTo>
                <a:lnTo>
                  <a:pt x="590550" y="685800"/>
                </a:lnTo>
                <a:lnTo>
                  <a:pt x="590550" y="695325"/>
                </a:lnTo>
                <a:lnTo>
                  <a:pt x="600075" y="695325"/>
                </a:lnTo>
                <a:lnTo>
                  <a:pt x="600075" y="704850"/>
                </a:lnTo>
                <a:lnTo>
                  <a:pt x="581025" y="704850"/>
                </a:lnTo>
                <a:lnTo>
                  <a:pt x="581025" y="695325"/>
                </a:lnTo>
                <a:lnTo>
                  <a:pt x="571500" y="695325"/>
                </a:lnTo>
                <a:lnTo>
                  <a:pt x="571500" y="685800"/>
                </a:lnTo>
                <a:lnTo>
                  <a:pt x="561975" y="685800"/>
                </a:lnTo>
                <a:lnTo>
                  <a:pt x="561975" y="676275"/>
                </a:lnTo>
                <a:lnTo>
                  <a:pt x="552450" y="676275"/>
                </a:lnTo>
                <a:close/>
                <a:moveTo>
                  <a:pt x="781050" y="657225"/>
                </a:moveTo>
                <a:lnTo>
                  <a:pt x="790575" y="657225"/>
                </a:lnTo>
                <a:lnTo>
                  <a:pt x="790575" y="676275"/>
                </a:lnTo>
                <a:lnTo>
                  <a:pt x="781050" y="676275"/>
                </a:lnTo>
                <a:close/>
                <a:moveTo>
                  <a:pt x="742950" y="695325"/>
                </a:moveTo>
                <a:lnTo>
                  <a:pt x="762000" y="695325"/>
                </a:lnTo>
                <a:lnTo>
                  <a:pt x="762000" y="704850"/>
                </a:lnTo>
                <a:lnTo>
                  <a:pt x="742950" y="704850"/>
                </a:lnTo>
                <a:close/>
                <a:moveTo>
                  <a:pt x="600075" y="704850"/>
                </a:moveTo>
                <a:lnTo>
                  <a:pt x="609600" y="704850"/>
                </a:lnTo>
                <a:lnTo>
                  <a:pt x="609600" y="714375"/>
                </a:lnTo>
                <a:lnTo>
                  <a:pt x="600075" y="714375"/>
                </a:lnTo>
                <a:close/>
                <a:moveTo>
                  <a:pt x="733425" y="704850"/>
                </a:moveTo>
                <a:lnTo>
                  <a:pt x="742950" y="704850"/>
                </a:lnTo>
                <a:lnTo>
                  <a:pt x="742950" y="714375"/>
                </a:lnTo>
                <a:lnTo>
                  <a:pt x="733425" y="714375"/>
                </a:lnTo>
                <a:close/>
                <a:moveTo>
                  <a:pt x="647700" y="714375"/>
                </a:moveTo>
                <a:lnTo>
                  <a:pt x="695325" y="714375"/>
                </a:lnTo>
                <a:lnTo>
                  <a:pt x="695325" y="733425"/>
                </a:lnTo>
                <a:lnTo>
                  <a:pt x="647700" y="733425"/>
                </a:lnTo>
                <a:close/>
              </a:path>
            </a:pathLst>
          </a:custGeom>
          <a:solidFill xmlns:a="http://schemas.openxmlformats.org/drawingml/2006/main">
            <a:srgbClr val="406251"/>
          </a:solidFill>
          <a:ln xmlns:a="http://schemas.openxmlformats.org/drawingml/2006/main" w="0">
            <a:noFill/>
          </a:ln>
        </p:spPr>
      </p:sp>
      <p:sp>
        <p:nvSpPr>
          <p:cNvPr id="257" name="v22 vector #355444">
            <a:extLst xmlns:a="http://schemas.openxmlformats.org/drawingml/2006/main">
              <a:ext uri="{FF2B5EF4-FFF2-40B4-BE49-F238E27FC236}">
                <a16:creationId xmlns:a16="http://schemas.microsoft.com/office/drawing/2014/main" id="{FAD928B4-D477-44CD-B452-EA3D939707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10675" y="4848225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695325" y="28575"/>
                </a:moveTo>
                <a:lnTo>
                  <a:pt x="704850" y="28575"/>
                </a:lnTo>
                <a:lnTo>
                  <a:pt x="704850" y="38100"/>
                </a:lnTo>
                <a:lnTo>
                  <a:pt x="695325" y="38100"/>
                </a:lnTo>
                <a:close/>
                <a:moveTo>
                  <a:pt x="800100" y="38100"/>
                </a:moveTo>
                <a:lnTo>
                  <a:pt x="819150" y="38100"/>
                </a:lnTo>
                <a:lnTo>
                  <a:pt x="819150" y="47625"/>
                </a:lnTo>
                <a:lnTo>
                  <a:pt x="838200" y="47625"/>
                </a:lnTo>
                <a:lnTo>
                  <a:pt x="838200" y="57150"/>
                </a:lnTo>
                <a:lnTo>
                  <a:pt x="847725" y="57150"/>
                </a:lnTo>
                <a:lnTo>
                  <a:pt x="847725" y="66675"/>
                </a:lnTo>
                <a:lnTo>
                  <a:pt x="857250" y="66675"/>
                </a:lnTo>
                <a:lnTo>
                  <a:pt x="857250" y="76200"/>
                </a:lnTo>
                <a:lnTo>
                  <a:pt x="866775" y="76200"/>
                </a:lnTo>
                <a:lnTo>
                  <a:pt x="866775" y="114300"/>
                </a:lnTo>
                <a:lnTo>
                  <a:pt x="895350" y="114300"/>
                </a:lnTo>
                <a:lnTo>
                  <a:pt x="895350" y="123825"/>
                </a:lnTo>
                <a:lnTo>
                  <a:pt x="876300" y="123825"/>
                </a:lnTo>
                <a:lnTo>
                  <a:pt x="876300" y="171450"/>
                </a:lnTo>
                <a:lnTo>
                  <a:pt x="866775" y="171450"/>
                </a:lnTo>
                <a:lnTo>
                  <a:pt x="866775" y="133350"/>
                </a:lnTo>
                <a:lnTo>
                  <a:pt x="857250" y="133350"/>
                </a:lnTo>
                <a:lnTo>
                  <a:pt x="857250" y="123825"/>
                </a:lnTo>
                <a:lnTo>
                  <a:pt x="847725" y="123825"/>
                </a:lnTo>
                <a:lnTo>
                  <a:pt x="847725" y="104775"/>
                </a:lnTo>
                <a:lnTo>
                  <a:pt x="838200" y="104775"/>
                </a:lnTo>
                <a:lnTo>
                  <a:pt x="838200" y="95250"/>
                </a:lnTo>
                <a:lnTo>
                  <a:pt x="828675" y="95250"/>
                </a:lnTo>
                <a:lnTo>
                  <a:pt x="828675" y="85725"/>
                </a:lnTo>
                <a:lnTo>
                  <a:pt x="809625" y="85725"/>
                </a:lnTo>
                <a:lnTo>
                  <a:pt x="809625" y="76200"/>
                </a:lnTo>
                <a:lnTo>
                  <a:pt x="790575" y="76200"/>
                </a:lnTo>
                <a:lnTo>
                  <a:pt x="790575" y="66675"/>
                </a:lnTo>
                <a:lnTo>
                  <a:pt x="781050" y="66675"/>
                </a:lnTo>
                <a:lnTo>
                  <a:pt x="781050" y="57150"/>
                </a:lnTo>
                <a:lnTo>
                  <a:pt x="800100" y="57150"/>
                </a:lnTo>
                <a:close/>
                <a:moveTo>
                  <a:pt x="657225" y="47625"/>
                </a:moveTo>
                <a:lnTo>
                  <a:pt x="666750" y="47625"/>
                </a:lnTo>
                <a:lnTo>
                  <a:pt x="666750" y="57150"/>
                </a:lnTo>
                <a:lnTo>
                  <a:pt x="657225" y="57150"/>
                </a:lnTo>
                <a:close/>
                <a:moveTo>
                  <a:pt x="342900" y="66675"/>
                </a:moveTo>
                <a:lnTo>
                  <a:pt x="409575" y="66675"/>
                </a:lnTo>
                <a:lnTo>
                  <a:pt x="409575" y="95250"/>
                </a:lnTo>
                <a:lnTo>
                  <a:pt x="428625" y="95250"/>
                </a:lnTo>
                <a:lnTo>
                  <a:pt x="428625" y="104775"/>
                </a:lnTo>
                <a:lnTo>
                  <a:pt x="419100" y="104775"/>
                </a:lnTo>
                <a:lnTo>
                  <a:pt x="419100" y="114300"/>
                </a:lnTo>
                <a:lnTo>
                  <a:pt x="400050" y="114300"/>
                </a:lnTo>
                <a:lnTo>
                  <a:pt x="400050" y="133350"/>
                </a:lnTo>
                <a:lnTo>
                  <a:pt x="438150" y="133350"/>
                </a:lnTo>
                <a:lnTo>
                  <a:pt x="438150" y="161925"/>
                </a:lnTo>
                <a:lnTo>
                  <a:pt x="428625" y="161925"/>
                </a:lnTo>
                <a:lnTo>
                  <a:pt x="428625" y="171450"/>
                </a:lnTo>
                <a:lnTo>
                  <a:pt x="419100" y="171450"/>
                </a:lnTo>
                <a:lnTo>
                  <a:pt x="419100" y="180975"/>
                </a:lnTo>
                <a:lnTo>
                  <a:pt x="390525" y="180975"/>
                </a:lnTo>
                <a:lnTo>
                  <a:pt x="390525" y="190500"/>
                </a:lnTo>
                <a:lnTo>
                  <a:pt x="381000" y="190500"/>
                </a:lnTo>
                <a:lnTo>
                  <a:pt x="381000" y="200025"/>
                </a:lnTo>
                <a:lnTo>
                  <a:pt x="352425" y="200025"/>
                </a:lnTo>
                <a:lnTo>
                  <a:pt x="352425" y="180975"/>
                </a:lnTo>
                <a:lnTo>
                  <a:pt x="342900" y="180975"/>
                </a:lnTo>
                <a:lnTo>
                  <a:pt x="342900" y="190500"/>
                </a:lnTo>
                <a:lnTo>
                  <a:pt x="333375" y="190500"/>
                </a:lnTo>
                <a:lnTo>
                  <a:pt x="333375" y="161925"/>
                </a:lnTo>
                <a:lnTo>
                  <a:pt x="342900" y="161925"/>
                </a:lnTo>
                <a:lnTo>
                  <a:pt x="342900" y="152400"/>
                </a:lnTo>
                <a:lnTo>
                  <a:pt x="352425" y="152400"/>
                </a:lnTo>
                <a:lnTo>
                  <a:pt x="352425" y="142875"/>
                </a:lnTo>
                <a:lnTo>
                  <a:pt x="361950" y="142875"/>
                </a:lnTo>
                <a:lnTo>
                  <a:pt x="361950" y="133350"/>
                </a:lnTo>
                <a:lnTo>
                  <a:pt x="371475" y="133350"/>
                </a:lnTo>
                <a:lnTo>
                  <a:pt x="371475" y="114300"/>
                </a:lnTo>
                <a:lnTo>
                  <a:pt x="390525" y="114300"/>
                </a:lnTo>
                <a:lnTo>
                  <a:pt x="390525" y="104775"/>
                </a:lnTo>
                <a:lnTo>
                  <a:pt x="371475" y="104775"/>
                </a:lnTo>
                <a:lnTo>
                  <a:pt x="371475" y="95250"/>
                </a:lnTo>
                <a:lnTo>
                  <a:pt x="352425" y="95250"/>
                </a:lnTo>
                <a:lnTo>
                  <a:pt x="352425" y="76200"/>
                </a:lnTo>
                <a:lnTo>
                  <a:pt x="342900" y="76200"/>
                </a:lnTo>
                <a:close/>
                <a:moveTo>
                  <a:pt x="695325" y="66675"/>
                </a:moveTo>
                <a:lnTo>
                  <a:pt x="704850" y="66675"/>
                </a:lnTo>
                <a:lnTo>
                  <a:pt x="704850" y="76200"/>
                </a:lnTo>
                <a:lnTo>
                  <a:pt x="695325" y="76200"/>
                </a:lnTo>
                <a:close/>
                <a:moveTo>
                  <a:pt x="428625" y="76200"/>
                </a:moveTo>
                <a:lnTo>
                  <a:pt x="438150" y="76200"/>
                </a:lnTo>
                <a:lnTo>
                  <a:pt x="438150" y="85725"/>
                </a:lnTo>
                <a:lnTo>
                  <a:pt x="428625" y="85725"/>
                </a:lnTo>
                <a:close/>
                <a:moveTo>
                  <a:pt x="876300" y="95250"/>
                </a:moveTo>
                <a:lnTo>
                  <a:pt x="885825" y="95250"/>
                </a:lnTo>
                <a:lnTo>
                  <a:pt x="885825" y="104775"/>
                </a:lnTo>
                <a:lnTo>
                  <a:pt x="876300" y="104775"/>
                </a:lnTo>
                <a:close/>
                <a:moveTo>
                  <a:pt x="600075" y="104775"/>
                </a:moveTo>
                <a:lnTo>
                  <a:pt x="609600" y="104775"/>
                </a:lnTo>
                <a:lnTo>
                  <a:pt x="609600" y="114300"/>
                </a:lnTo>
                <a:lnTo>
                  <a:pt x="600075" y="114300"/>
                </a:lnTo>
                <a:close/>
                <a:moveTo>
                  <a:pt x="638175" y="114300"/>
                </a:moveTo>
                <a:lnTo>
                  <a:pt x="647700" y="114300"/>
                </a:lnTo>
                <a:lnTo>
                  <a:pt x="647700" y="123825"/>
                </a:lnTo>
                <a:lnTo>
                  <a:pt x="638175" y="123825"/>
                </a:lnTo>
                <a:close/>
                <a:moveTo>
                  <a:pt x="228600" y="133350"/>
                </a:moveTo>
                <a:lnTo>
                  <a:pt x="238125" y="133350"/>
                </a:lnTo>
                <a:lnTo>
                  <a:pt x="238125" y="142875"/>
                </a:lnTo>
                <a:lnTo>
                  <a:pt x="228600" y="142875"/>
                </a:lnTo>
                <a:close/>
                <a:moveTo>
                  <a:pt x="1104900" y="133350"/>
                </a:moveTo>
                <a:lnTo>
                  <a:pt x="1114425" y="133350"/>
                </a:lnTo>
                <a:lnTo>
                  <a:pt x="1114425" y="152400"/>
                </a:lnTo>
                <a:lnTo>
                  <a:pt x="1104900" y="152400"/>
                </a:lnTo>
                <a:close/>
                <a:moveTo>
                  <a:pt x="1123950" y="142875"/>
                </a:moveTo>
                <a:lnTo>
                  <a:pt x="1133475" y="142875"/>
                </a:lnTo>
                <a:lnTo>
                  <a:pt x="1133475" y="152400"/>
                </a:lnTo>
                <a:lnTo>
                  <a:pt x="1123950" y="152400"/>
                </a:lnTo>
                <a:close/>
                <a:moveTo>
                  <a:pt x="228600" y="161925"/>
                </a:moveTo>
                <a:lnTo>
                  <a:pt x="238125" y="161925"/>
                </a:lnTo>
                <a:lnTo>
                  <a:pt x="238125" y="171450"/>
                </a:lnTo>
                <a:lnTo>
                  <a:pt x="228600" y="171450"/>
                </a:lnTo>
                <a:close/>
                <a:moveTo>
                  <a:pt x="619125" y="161925"/>
                </a:moveTo>
                <a:lnTo>
                  <a:pt x="628650" y="161925"/>
                </a:lnTo>
                <a:lnTo>
                  <a:pt x="628650" y="171450"/>
                </a:lnTo>
                <a:lnTo>
                  <a:pt x="619125" y="171450"/>
                </a:lnTo>
                <a:close/>
                <a:moveTo>
                  <a:pt x="314325" y="171450"/>
                </a:moveTo>
                <a:lnTo>
                  <a:pt x="323850" y="171450"/>
                </a:lnTo>
                <a:lnTo>
                  <a:pt x="323850" y="180975"/>
                </a:lnTo>
                <a:lnTo>
                  <a:pt x="314325" y="180975"/>
                </a:lnTo>
                <a:close/>
                <a:moveTo>
                  <a:pt x="381000" y="171450"/>
                </a:moveTo>
                <a:lnTo>
                  <a:pt x="400050" y="171450"/>
                </a:lnTo>
                <a:lnTo>
                  <a:pt x="400050" y="161925"/>
                </a:lnTo>
                <a:lnTo>
                  <a:pt x="390525" y="161925"/>
                </a:lnTo>
                <a:lnTo>
                  <a:pt x="390525" y="152400"/>
                </a:lnTo>
                <a:lnTo>
                  <a:pt x="381000" y="152400"/>
                </a:lnTo>
                <a:close/>
                <a:moveTo>
                  <a:pt x="581025" y="171450"/>
                </a:moveTo>
                <a:lnTo>
                  <a:pt x="590550" y="171450"/>
                </a:lnTo>
                <a:lnTo>
                  <a:pt x="590550" y="180975"/>
                </a:lnTo>
                <a:lnTo>
                  <a:pt x="581025" y="180975"/>
                </a:lnTo>
                <a:close/>
                <a:moveTo>
                  <a:pt x="609600" y="171450"/>
                </a:moveTo>
                <a:lnTo>
                  <a:pt x="619125" y="171450"/>
                </a:lnTo>
                <a:lnTo>
                  <a:pt x="619125" y="209550"/>
                </a:lnTo>
                <a:lnTo>
                  <a:pt x="628650" y="209550"/>
                </a:lnTo>
                <a:lnTo>
                  <a:pt x="628650" y="238125"/>
                </a:lnTo>
                <a:lnTo>
                  <a:pt x="638175" y="238125"/>
                </a:lnTo>
                <a:lnTo>
                  <a:pt x="638175" y="247650"/>
                </a:lnTo>
                <a:lnTo>
                  <a:pt x="619125" y="247650"/>
                </a:lnTo>
                <a:lnTo>
                  <a:pt x="619125" y="228600"/>
                </a:lnTo>
                <a:lnTo>
                  <a:pt x="609600" y="228600"/>
                </a:lnTo>
                <a:close/>
                <a:moveTo>
                  <a:pt x="381000" y="200025"/>
                </a:moveTo>
                <a:lnTo>
                  <a:pt x="390525" y="200025"/>
                </a:lnTo>
                <a:lnTo>
                  <a:pt x="390525" y="209550"/>
                </a:lnTo>
                <a:lnTo>
                  <a:pt x="381000" y="209550"/>
                </a:lnTo>
                <a:close/>
                <a:moveTo>
                  <a:pt x="581025" y="200025"/>
                </a:moveTo>
                <a:lnTo>
                  <a:pt x="600075" y="200025"/>
                </a:lnTo>
                <a:lnTo>
                  <a:pt x="600075" y="228600"/>
                </a:lnTo>
                <a:lnTo>
                  <a:pt x="609600" y="228600"/>
                </a:lnTo>
                <a:lnTo>
                  <a:pt x="609600" y="247650"/>
                </a:lnTo>
                <a:lnTo>
                  <a:pt x="590550" y="247650"/>
                </a:lnTo>
                <a:lnTo>
                  <a:pt x="590550" y="209550"/>
                </a:lnTo>
                <a:lnTo>
                  <a:pt x="581025" y="209550"/>
                </a:lnTo>
                <a:close/>
                <a:moveTo>
                  <a:pt x="1123950" y="200025"/>
                </a:moveTo>
                <a:lnTo>
                  <a:pt x="1143000" y="200025"/>
                </a:lnTo>
                <a:lnTo>
                  <a:pt x="1143000" y="219075"/>
                </a:lnTo>
                <a:lnTo>
                  <a:pt x="1133475" y="219075"/>
                </a:lnTo>
                <a:lnTo>
                  <a:pt x="1133475" y="209550"/>
                </a:lnTo>
                <a:lnTo>
                  <a:pt x="1123950" y="209550"/>
                </a:lnTo>
                <a:close/>
                <a:moveTo>
                  <a:pt x="866775" y="209550"/>
                </a:moveTo>
                <a:lnTo>
                  <a:pt x="876300" y="209550"/>
                </a:lnTo>
                <a:lnTo>
                  <a:pt x="876300" y="219075"/>
                </a:lnTo>
                <a:lnTo>
                  <a:pt x="866775" y="219075"/>
                </a:lnTo>
                <a:close/>
                <a:moveTo>
                  <a:pt x="266700" y="219075"/>
                </a:moveTo>
                <a:lnTo>
                  <a:pt x="276225" y="219075"/>
                </a:lnTo>
                <a:lnTo>
                  <a:pt x="276225" y="228600"/>
                </a:lnTo>
                <a:lnTo>
                  <a:pt x="266700" y="228600"/>
                </a:lnTo>
                <a:close/>
                <a:moveTo>
                  <a:pt x="771525" y="219075"/>
                </a:moveTo>
                <a:lnTo>
                  <a:pt x="790575" y="219075"/>
                </a:lnTo>
                <a:lnTo>
                  <a:pt x="790575" y="228600"/>
                </a:lnTo>
                <a:lnTo>
                  <a:pt x="771525" y="228600"/>
                </a:lnTo>
                <a:close/>
                <a:moveTo>
                  <a:pt x="257175" y="238125"/>
                </a:moveTo>
                <a:lnTo>
                  <a:pt x="266700" y="238125"/>
                </a:lnTo>
                <a:lnTo>
                  <a:pt x="266700" y="247650"/>
                </a:lnTo>
                <a:lnTo>
                  <a:pt x="257175" y="247650"/>
                </a:lnTo>
                <a:close/>
                <a:moveTo>
                  <a:pt x="857250" y="238125"/>
                </a:moveTo>
                <a:lnTo>
                  <a:pt x="866775" y="238125"/>
                </a:lnTo>
                <a:lnTo>
                  <a:pt x="866775" y="247650"/>
                </a:lnTo>
                <a:lnTo>
                  <a:pt x="857250" y="247650"/>
                </a:lnTo>
                <a:close/>
                <a:moveTo>
                  <a:pt x="895350" y="238125"/>
                </a:moveTo>
                <a:lnTo>
                  <a:pt x="904875" y="238125"/>
                </a:lnTo>
                <a:lnTo>
                  <a:pt x="904875" y="247650"/>
                </a:lnTo>
                <a:lnTo>
                  <a:pt x="895350" y="247650"/>
                </a:lnTo>
                <a:close/>
                <a:moveTo>
                  <a:pt x="600075" y="257175"/>
                </a:moveTo>
                <a:lnTo>
                  <a:pt x="638175" y="257175"/>
                </a:lnTo>
                <a:lnTo>
                  <a:pt x="638175" y="285750"/>
                </a:lnTo>
                <a:lnTo>
                  <a:pt x="628650" y="285750"/>
                </a:lnTo>
                <a:lnTo>
                  <a:pt x="628650" y="266700"/>
                </a:lnTo>
                <a:lnTo>
                  <a:pt x="600075" y="266700"/>
                </a:lnTo>
                <a:close/>
                <a:moveTo>
                  <a:pt x="885825" y="257175"/>
                </a:moveTo>
                <a:lnTo>
                  <a:pt x="895350" y="257175"/>
                </a:lnTo>
                <a:lnTo>
                  <a:pt x="895350" y="266700"/>
                </a:lnTo>
                <a:lnTo>
                  <a:pt x="885825" y="266700"/>
                </a:lnTo>
                <a:close/>
                <a:moveTo>
                  <a:pt x="647700" y="266700"/>
                </a:moveTo>
                <a:lnTo>
                  <a:pt x="657225" y="266700"/>
                </a:lnTo>
                <a:lnTo>
                  <a:pt x="657225" y="276225"/>
                </a:lnTo>
                <a:lnTo>
                  <a:pt x="647700" y="276225"/>
                </a:lnTo>
                <a:close/>
                <a:moveTo>
                  <a:pt x="609600" y="276225"/>
                </a:moveTo>
                <a:lnTo>
                  <a:pt x="619125" y="276225"/>
                </a:lnTo>
                <a:lnTo>
                  <a:pt x="619125" y="285750"/>
                </a:lnTo>
                <a:lnTo>
                  <a:pt x="609600" y="285750"/>
                </a:lnTo>
                <a:close/>
                <a:moveTo>
                  <a:pt x="847725" y="276225"/>
                </a:moveTo>
                <a:lnTo>
                  <a:pt x="876300" y="276225"/>
                </a:lnTo>
                <a:lnTo>
                  <a:pt x="876300" y="295275"/>
                </a:lnTo>
                <a:lnTo>
                  <a:pt x="866775" y="295275"/>
                </a:lnTo>
                <a:lnTo>
                  <a:pt x="866775" y="285750"/>
                </a:lnTo>
                <a:lnTo>
                  <a:pt x="857250" y="285750"/>
                </a:lnTo>
                <a:lnTo>
                  <a:pt x="857250" y="295275"/>
                </a:lnTo>
                <a:lnTo>
                  <a:pt x="847725" y="295275"/>
                </a:lnTo>
                <a:lnTo>
                  <a:pt x="847725" y="304800"/>
                </a:lnTo>
                <a:lnTo>
                  <a:pt x="857250" y="304800"/>
                </a:lnTo>
                <a:lnTo>
                  <a:pt x="857250" y="314325"/>
                </a:lnTo>
                <a:lnTo>
                  <a:pt x="838200" y="314325"/>
                </a:lnTo>
                <a:lnTo>
                  <a:pt x="838200" y="323850"/>
                </a:lnTo>
                <a:lnTo>
                  <a:pt x="828675" y="323850"/>
                </a:lnTo>
                <a:lnTo>
                  <a:pt x="828675" y="333375"/>
                </a:lnTo>
                <a:lnTo>
                  <a:pt x="819150" y="333375"/>
                </a:lnTo>
                <a:lnTo>
                  <a:pt x="819150" y="314325"/>
                </a:lnTo>
                <a:lnTo>
                  <a:pt x="809625" y="314325"/>
                </a:lnTo>
                <a:lnTo>
                  <a:pt x="809625" y="342900"/>
                </a:lnTo>
                <a:lnTo>
                  <a:pt x="790575" y="342900"/>
                </a:lnTo>
                <a:lnTo>
                  <a:pt x="790575" y="333375"/>
                </a:lnTo>
                <a:lnTo>
                  <a:pt x="800100" y="333375"/>
                </a:lnTo>
                <a:lnTo>
                  <a:pt x="800100" y="323850"/>
                </a:lnTo>
                <a:lnTo>
                  <a:pt x="781050" y="323850"/>
                </a:lnTo>
                <a:lnTo>
                  <a:pt x="781050" y="314325"/>
                </a:lnTo>
                <a:lnTo>
                  <a:pt x="800100" y="314325"/>
                </a:lnTo>
                <a:lnTo>
                  <a:pt x="800100" y="304800"/>
                </a:lnTo>
                <a:lnTo>
                  <a:pt x="809625" y="304800"/>
                </a:lnTo>
                <a:lnTo>
                  <a:pt x="809625" y="295275"/>
                </a:lnTo>
                <a:lnTo>
                  <a:pt x="838200" y="295275"/>
                </a:lnTo>
                <a:lnTo>
                  <a:pt x="838200" y="285750"/>
                </a:lnTo>
                <a:lnTo>
                  <a:pt x="847725" y="285750"/>
                </a:lnTo>
                <a:close/>
                <a:moveTo>
                  <a:pt x="485775" y="304800"/>
                </a:moveTo>
                <a:lnTo>
                  <a:pt x="495300" y="304800"/>
                </a:lnTo>
                <a:lnTo>
                  <a:pt x="495300" y="314325"/>
                </a:lnTo>
                <a:lnTo>
                  <a:pt x="485775" y="314325"/>
                </a:lnTo>
                <a:close/>
                <a:moveTo>
                  <a:pt x="695325" y="304800"/>
                </a:moveTo>
                <a:lnTo>
                  <a:pt x="714375" y="304800"/>
                </a:lnTo>
                <a:lnTo>
                  <a:pt x="714375" y="314325"/>
                </a:lnTo>
                <a:lnTo>
                  <a:pt x="771525" y="314325"/>
                </a:lnTo>
                <a:lnTo>
                  <a:pt x="771525" y="323850"/>
                </a:lnTo>
                <a:lnTo>
                  <a:pt x="704850" y="323850"/>
                </a:lnTo>
                <a:lnTo>
                  <a:pt x="704850" y="314325"/>
                </a:lnTo>
                <a:lnTo>
                  <a:pt x="695325" y="314325"/>
                </a:lnTo>
                <a:close/>
                <a:moveTo>
                  <a:pt x="476250" y="314325"/>
                </a:moveTo>
                <a:lnTo>
                  <a:pt x="485775" y="314325"/>
                </a:lnTo>
                <a:lnTo>
                  <a:pt x="485775" y="333375"/>
                </a:lnTo>
                <a:lnTo>
                  <a:pt x="476250" y="333375"/>
                </a:lnTo>
                <a:close/>
                <a:moveTo>
                  <a:pt x="647700" y="314325"/>
                </a:moveTo>
                <a:lnTo>
                  <a:pt x="657225" y="314325"/>
                </a:lnTo>
                <a:lnTo>
                  <a:pt x="657225" y="323850"/>
                </a:lnTo>
                <a:lnTo>
                  <a:pt x="647700" y="323850"/>
                </a:lnTo>
                <a:close/>
                <a:moveTo>
                  <a:pt x="666750" y="323850"/>
                </a:moveTo>
                <a:lnTo>
                  <a:pt x="676275" y="323850"/>
                </a:lnTo>
                <a:lnTo>
                  <a:pt x="676275" y="333375"/>
                </a:lnTo>
                <a:lnTo>
                  <a:pt x="666750" y="333375"/>
                </a:lnTo>
                <a:close/>
                <a:moveTo>
                  <a:pt x="685800" y="333375"/>
                </a:moveTo>
                <a:lnTo>
                  <a:pt x="714375" y="333375"/>
                </a:lnTo>
                <a:lnTo>
                  <a:pt x="714375" y="342900"/>
                </a:lnTo>
                <a:lnTo>
                  <a:pt x="685800" y="342900"/>
                </a:lnTo>
                <a:close/>
                <a:moveTo>
                  <a:pt x="762000" y="333375"/>
                </a:moveTo>
                <a:lnTo>
                  <a:pt x="781050" y="333375"/>
                </a:lnTo>
                <a:lnTo>
                  <a:pt x="781050" y="342900"/>
                </a:lnTo>
                <a:lnTo>
                  <a:pt x="771525" y="342900"/>
                </a:lnTo>
                <a:lnTo>
                  <a:pt x="771525" y="352425"/>
                </a:lnTo>
                <a:lnTo>
                  <a:pt x="742950" y="352425"/>
                </a:lnTo>
                <a:lnTo>
                  <a:pt x="742950" y="342900"/>
                </a:lnTo>
                <a:lnTo>
                  <a:pt x="762000" y="342900"/>
                </a:lnTo>
                <a:close/>
                <a:moveTo>
                  <a:pt x="447675" y="361950"/>
                </a:moveTo>
                <a:lnTo>
                  <a:pt x="457200" y="361950"/>
                </a:lnTo>
                <a:lnTo>
                  <a:pt x="457200" y="381000"/>
                </a:lnTo>
                <a:lnTo>
                  <a:pt x="447675" y="381000"/>
                </a:lnTo>
                <a:lnTo>
                  <a:pt x="447675" y="390525"/>
                </a:lnTo>
                <a:lnTo>
                  <a:pt x="438150" y="390525"/>
                </a:lnTo>
                <a:lnTo>
                  <a:pt x="438150" y="400050"/>
                </a:lnTo>
                <a:lnTo>
                  <a:pt x="428625" y="400050"/>
                </a:lnTo>
                <a:lnTo>
                  <a:pt x="428625" y="409575"/>
                </a:lnTo>
                <a:lnTo>
                  <a:pt x="419100" y="409575"/>
                </a:lnTo>
                <a:lnTo>
                  <a:pt x="419100" y="390525"/>
                </a:lnTo>
                <a:lnTo>
                  <a:pt x="428625" y="390525"/>
                </a:lnTo>
                <a:lnTo>
                  <a:pt x="428625" y="381000"/>
                </a:lnTo>
                <a:lnTo>
                  <a:pt x="438150" y="381000"/>
                </a:lnTo>
                <a:lnTo>
                  <a:pt x="438150" y="371475"/>
                </a:lnTo>
                <a:lnTo>
                  <a:pt x="447675" y="371475"/>
                </a:lnTo>
                <a:close/>
                <a:moveTo>
                  <a:pt x="1076325" y="361950"/>
                </a:moveTo>
                <a:lnTo>
                  <a:pt x="1095375" y="361950"/>
                </a:lnTo>
                <a:lnTo>
                  <a:pt x="1095375" y="371475"/>
                </a:lnTo>
                <a:lnTo>
                  <a:pt x="1076325" y="371475"/>
                </a:lnTo>
                <a:close/>
                <a:moveTo>
                  <a:pt x="257175" y="438150"/>
                </a:moveTo>
                <a:lnTo>
                  <a:pt x="266700" y="438150"/>
                </a:lnTo>
                <a:lnTo>
                  <a:pt x="266700" y="447675"/>
                </a:lnTo>
                <a:lnTo>
                  <a:pt x="285750" y="447675"/>
                </a:lnTo>
                <a:lnTo>
                  <a:pt x="285750" y="457200"/>
                </a:lnTo>
                <a:lnTo>
                  <a:pt x="295275" y="457200"/>
                </a:lnTo>
                <a:lnTo>
                  <a:pt x="295275" y="466725"/>
                </a:lnTo>
                <a:lnTo>
                  <a:pt x="304800" y="466725"/>
                </a:lnTo>
                <a:lnTo>
                  <a:pt x="304800" y="476250"/>
                </a:lnTo>
                <a:lnTo>
                  <a:pt x="314325" y="476250"/>
                </a:lnTo>
                <a:lnTo>
                  <a:pt x="314325" y="495300"/>
                </a:lnTo>
                <a:lnTo>
                  <a:pt x="323850" y="495300"/>
                </a:lnTo>
                <a:lnTo>
                  <a:pt x="323850" y="504825"/>
                </a:lnTo>
                <a:lnTo>
                  <a:pt x="352425" y="504825"/>
                </a:lnTo>
                <a:lnTo>
                  <a:pt x="352425" y="514350"/>
                </a:lnTo>
                <a:lnTo>
                  <a:pt x="333375" y="514350"/>
                </a:lnTo>
                <a:lnTo>
                  <a:pt x="333375" y="523875"/>
                </a:lnTo>
                <a:lnTo>
                  <a:pt x="295275" y="523875"/>
                </a:lnTo>
                <a:lnTo>
                  <a:pt x="295275" y="504825"/>
                </a:lnTo>
                <a:lnTo>
                  <a:pt x="285750" y="504825"/>
                </a:lnTo>
                <a:lnTo>
                  <a:pt x="285750" y="495300"/>
                </a:lnTo>
                <a:lnTo>
                  <a:pt x="276225" y="495300"/>
                </a:lnTo>
                <a:lnTo>
                  <a:pt x="276225" y="476250"/>
                </a:lnTo>
                <a:lnTo>
                  <a:pt x="266700" y="476250"/>
                </a:lnTo>
                <a:lnTo>
                  <a:pt x="266700" y="466725"/>
                </a:lnTo>
                <a:lnTo>
                  <a:pt x="228600" y="466725"/>
                </a:lnTo>
                <a:lnTo>
                  <a:pt x="228600" y="457200"/>
                </a:lnTo>
                <a:lnTo>
                  <a:pt x="238125" y="457200"/>
                </a:lnTo>
                <a:lnTo>
                  <a:pt x="238125" y="447675"/>
                </a:lnTo>
                <a:lnTo>
                  <a:pt x="257175" y="447675"/>
                </a:lnTo>
                <a:close/>
                <a:moveTo>
                  <a:pt x="485775" y="447675"/>
                </a:moveTo>
                <a:lnTo>
                  <a:pt x="495300" y="447675"/>
                </a:lnTo>
                <a:lnTo>
                  <a:pt x="495300" y="457200"/>
                </a:lnTo>
                <a:lnTo>
                  <a:pt x="514350" y="457200"/>
                </a:lnTo>
                <a:lnTo>
                  <a:pt x="514350" y="466725"/>
                </a:lnTo>
                <a:lnTo>
                  <a:pt x="542925" y="466725"/>
                </a:lnTo>
                <a:lnTo>
                  <a:pt x="542925" y="485775"/>
                </a:lnTo>
                <a:lnTo>
                  <a:pt x="523875" y="485775"/>
                </a:lnTo>
                <a:lnTo>
                  <a:pt x="523875" y="476250"/>
                </a:lnTo>
                <a:lnTo>
                  <a:pt x="504825" y="476250"/>
                </a:lnTo>
                <a:lnTo>
                  <a:pt x="504825" y="485775"/>
                </a:lnTo>
                <a:lnTo>
                  <a:pt x="485775" y="485775"/>
                </a:lnTo>
                <a:lnTo>
                  <a:pt x="485775" y="495300"/>
                </a:lnTo>
                <a:lnTo>
                  <a:pt x="476250" y="495300"/>
                </a:lnTo>
                <a:lnTo>
                  <a:pt x="476250" y="485775"/>
                </a:lnTo>
                <a:lnTo>
                  <a:pt x="466725" y="485775"/>
                </a:lnTo>
                <a:lnTo>
                  <a:pt x="466725" y="495300"/>
                </a:lnTo>
                <a:lnTo>
                  <a:pt x="457200" y="495300"/>
                </a:lnTo>
                <a:lnTo>
                  <a:pt x="457200" y="504825"/>
                </a:lnTo>
                <a:lnTo>
                  <a:pt x="447675" y="504825"/>
                </a:lnTo>
                <a:lnTo>
                  <a:pt x="447675" y="485775"/>
                </a:lnTo>
                <a:lnTo>
                  <a:pt x="457200" y="485775"/>
                </a:lnTo>
                <a:lnTo>
                  <a:pt x="457200" y="466725"/>
                </a:lnTo>
                <a:lnTo>
                  <a:pt x="466725" y="466725"/>
                </a:lnTo>
                <a:lnTo>
                  <a:pt x="466725" y="457200"/>
                </a:lnTo>
                <a:lnTo>
                  <a:pt x="485775" y="457200"/>
                </a:lnTo>
                <a:close/>
                <a:moveTo>
                  <a:pt x="209550" y="466725"/>
                </a:moveTo>
                <a:lnTo>
                  <a:pt x="219075" y="466725"/>
                </a:lnTo>
                <a:lnTo>
                  <a:pt x="219075" y="476250"/>
                </a:lnTo>
                <a:lnTo>
                  <a:pt x="209550" y="476250"/>
                </a:lnTo>
                <a:close/>
                <a:moveTo>
                  <a:pt x="371475" y="476250"/>
                </a:moveTo>
                <a:lnTo>
                  <a:pt x="381000" y="476250"/>
                </a:lnTo>
                <a:lnTo>
                  <a:pt x="381000" y="485775"/>
                </a:lnTo>
                <a:lnTo>
                  <a:pt x="371475" y="485775"/>
                </a:lnTo>
                <a:close/>
                <a:moveTo>
                  <a:pt x="152400" y="495300"/>
                </a:moveTo>
                <a:lnTo>
                  <a:pt x="171450" y="495300"/>
                </a:lnTo>
                <a:lnTo>
                  <a:pt x="171450" y="504825"/>
                </a:lnTo>
                <a:lnTo>
                  <a:pt x="161925" y="504825"/>
                </a:lnTo>
                <a:lnTo>
                  <a:pt x="161925" y="514350"/>
                </a:lnTo>
                <a:lnTo>
                  <a:pt x="152400" y="514350"/>
                </a:lnTo>
                <a:lnTo>
                  <a:pt x="152400" y="523875"/>
                </a:lnTo>
                <a:lnTo>
                  <a:pt x="142875" y="523875"/>
                </a:lnTo>
                <a:lnTo>
                  <a:pt x="142875" y="533400"/>
                </a:lnTo>
                <a:lnTo>
                  <a:pt x="133350" y="533400"/>
                </a:lnTo>
                <a:lnTo>
                  <a:pt x="133350" y="514350"/>
                </a:lnTo>
                <a:lnTo>
                  <a:pt x="142875" y="514350"/>
                </a:lnTo>
                <a:lnTo>
                  <a:pt x="142875" y="504825"/>
                </a:lnTo>
                <a:lnTo>
                  <a:pt x="152400" y="504825"/>
                </a:lnTo>
                <a:close/>
                <a:moveTo>
                  <a:pt x="552450" y="495300"/>
                </a:moveTo>
                <a:lnTo>
                  <a:pt x="561975" y="495300"/>
                </a:lnTo>
                <a:lnTo>
                  <a:pt x="561975" y="504825"/>
                </a:lnTo>
                <a:lnTo>
                  <a:pt x="552450" y="504825"/>
                </a:lnTo>
                <a:close/>
                <a:moveTo>
                  <a:pt x="361950" y="504825"/>
                </a:moveTo>
                <a:lnTo>
                  <a:pt x="390525" y="504825"/>
                </a:lnTo>
                <a:lnTo>
                  <a:pt x="390525" y="514350"/>
                </a:lnTo>
                <a:lnTo>
                  <a:pt x="381000" y="514350"/>
                </a:lnTo>
                <a:lnTo>
                  <a:pt x="381000" y="533400"/>
                </a:lnTo>
                <a:lnTo>
                  <a:pt x="371475" y="533400"/>
                </a:lnTo>
                <a:lnTo>
                  <a:pt x="371475" y="542925"/>
                </a:lnTo>
                <a:lnTo>
                  <a:pt x="381000" y="542925"/>
                </a:lnTo>
                <a:lnTo>
                  <a:pt x="381000" y="581025"/>
                </a:lnTo>
                <a:lnTo>
                  <a:pt x="371475" y="581025"/>
                </a:lnTo>
                <a:lnTo>
                  <a:pt x="371475" y="657225"/>
                </a:lnTo>
                <a:lnTo>
                  <a:pt x="352425" y="657225"/>
                </a:lnTo>
                <a:lnTo>
                  <a:pt x="352425" y="514350"/>
                </a:lnTo>
                <a:lnTo>
                  <a:pt x="361950" y="514350"/>
                </a:lnTo>
                <a:close/>
                <a:moveTo>
                  <a:pt x="438150" y="504825"/>
                </a:moveTo>
                <a:lnTo>
                  <a:pt x="447675" y="504825"/>
                </a:lnTo>
                <a:lnTo>
                  <a:pt x="447675" y="514350"/>
                </a:lnTo>
                <a:lnTo>
                  <a:pt x="438150" y="514350"/>
                </a:lnTo>
                <a:close/>
                <a:moveTo>
                  <a:pt x="542925" y="504825"/>
                </a:moveTo>
                <a:lnTo>
                  <a:pt x="552450" y="504825"/>
                </a:lnTo>
                <a:lnTo>
                  <a:pt x="552450" y="523875"/>
                </a:lnTo>
                <a:lnTo>
                  <a:pt x="542925" y="523875"/>
                </a:lnTo>
                <a:close/>
                <a:moveTo>
                  <a:pt x="400050" y="514350"/>
                </a:moveTo>
                <a:lnTo>
                  <a:pt x="409575" y="514350"/>
                </a:lnTo>
                <a:lnTo>
                  <a:pt x="409575" y="523875"/>
                </a:lnTo>
                <a:lnTo>
                  <a:pt x="400050" y="523875"/>
                </a:lnTo>
                <a:close/>
                <a:moveTo>
                  <a:pt x="1162050" y="514350"/>
                </a:moveTo>
                <a:lnTo>
                  <a:pt x="1181100" y="514350"/>
                </a:lnTo>
                <a:lnTo>
                  <a:pt x="1181100" y="552450"/>
                </a:lnTo>
                <a:lnTo>
                  <a:pt x="1162050" y="552450"/>
                </a:lnTo>
                <a:close/>
                <a:moveTo>
                  <a:pt x="409575" y="523875"/>
                </a:moveTo>
                <a:lnTo>
                  <a:pt x="428625" y="523875"/>
                </a:lnTo>
                <a:lnTo>
                  <a:pt x="428625" y="533400"/>
                </a:lnTo>
                <a:lnTo>
                  <a:pt x="409575" y="533400"/>
                </a:lnTo>
                <a:close/>
                <a:moveTo>
                  <a:pt x="533400" y="523875"/>
                </a:moveTo>
                <a:lnTo>
                  <a:pt x="542925" y="523875"/>
                </a:lnTo>
                <a:lnTo>
                  <a:pt x="542925" y="552450"/>
                </a:lnTo>
                <a:lnTo>
                  <a:pt x="533400" y="552450"/>
                </a:lnTo>
                <a:lnTo>
                  <a:pt x="533400" y="590550"/>
                </a:lnTo>
                <a:lnTo>
                  <a:pt x="523875" y="590550"/>
                </a:lnTo>
                <a:lnTo>
                  <a:pt x="523875" y="581025"/>
                </a:lnTo>
                <a:lnTo>
                  <a:pt x="514350" y="581025"/>
                </a:lnTo>
                <a:lnTo>
                  <a:pt x="514350" y="600075"/>
                </a:lnTo>
                <a:lnTo>
                  <a:pt x="504825" y="600075"/>
                </a:lnTo>
                <a:lnTo>
                  <a:pt x="504825" y="590550"/>
                </a:lnTo>
                <a:lnTo>
                  <a:pt x="438150" y="590550"/>
                </a:lnTo>
                <a:lnTo>
                  <a:pt x="438150" y="571500"/>
                </a:lnTo>
                <a:lnTo>
                  <a:pt x="514350" y="571500"/>
                </a:lnTo>
                <a:lnTo>
                  <a:pt x="514350" y="561975"/>
                </a:lnTo>
                <a:lnTo>
                  <a:pt x="523875" y="561975"/>
                </a:lnTo>
                <a:lnTo>
                  <a:pt x="523875" y="533400"/>
                </a:lnTo>
                <a:lnTo>
                  <a:pt x="533400" y="533400"/>
                </a:lnTo>
                <a:close/>
                <a:moveTo>
                  <a:pt x="123825" y="533400"/>
                </a:moveTo>
                <a:lnTo>
                  <a:pt x="133350" y="533400"/>
                </a:lnTo>
                <a:lnTo>
                  <a:pt x="133350" y="561975"/>
                </a:lnTo>
                <a:lnTo>
                  <a:pt x="114300" y="561975"/>
                </a:lnTo>
                <a:lnTo>
                  <a:pt x="114300" y="542925"/>
                </a:lnTo>
                <a:lnTo>
                  <a:pt x="123825" y="542925"/>
                </a:lnTo>
                <a:close/>
                <a:moveTo>
                  <a:pt x="723900" y="533400"/>
                </a:moveTo>
                <a:lnTo>
                  <a:pt x="742950" y="533400"/>
                </a:lnTo>
                <a:lnTo>
                  <a:pt x="742950" y="552450"/>
                </a:lnTo>
                <a:lnTo>
                  <a:pt x="733425" y="552450"/>
                </a:lnTo>
                <a:lnTo>
                  <a:pt x="733425" y="542925"/>
                </a:lnTo>
                <a:lnTo>
                  <a:pt x="723900" y="542925"/>
                </a:lnTo>
                <a:close/>
                <a:moveTo>
                  <a:pt x="714375" y="542925"/>
                </a:moveTo>
                <a:lnTo>
                  <a:pt x="723900" y="542925"/>
                </a:lnTo>
                <a:lnTo>
                  <a:pt x="723900" y="552450"/>
                </a:lnTo>
                <a:lnTo>
                  <a:pt x="733425" y="552450"/>
                </a:lnTo>
                <a:lnTo>
                  <a:pt x="733425" y="561975"/>
                </a:lnTo>
                <a:lnTo>
                  <a:pt x="723900" y="561975"/>
                </a:lnTo>
                <a:lnTo>
                  <a:pt x="723900" y="571500"/>
                </a:lnTo>
                <a:lnTo>
                  <a:pt x="714375" y="571500"/>
                </a:lnTo>
                <a:lnTo>
                  <a:pt x="714375" y="581025"/>
                </a:lnTo>
                <a:lnTo>
                  <a:pt x="704850" y="581025"/>
                </a:lnTo>
                <a:lnTo>
                  <a:pt x="704850" y="600075"/>
                </a:lnTo>
                <a:lnTo>
                  <a:pt x="695325" y="600075"/>
                </a:lnTo>
                <a:lnTo>
                  <a:pt x="695325" y="590550"/>
                </a:lnTo>
                <a:lnTo>
                  <a:pt x="676275" y="590550"/>
                </a:lnTo>
                <a:lnTo>
                  <a:pt x="676275" y="581025"/>
                </a:lnTo>
                <a:lnTo>
                  <a:pt x="685800" y="581025"/>
                </a:lnTo>
                <a:lnTo>
                  <a:pt x="685800" y="571500"/>
                </a:lnTo>
                <a:lnTo>
                  <a:pt x="695325" y="571500"/>
                </a:lnTo>
                <a:lnTo>
                  <a:pt x="695325" y="561975"/>
                </a:lnTo>
                <a:lnTo>
                  <a:pt x="704850" y="561975"/>
                </a:lnTo>
                <a:lnTo>
                  <a:pt x="704850" y="552450"/>
                </a:lnTo>
                <a:lnTo>
                  <a:pt x="714375" y="552450"/>
                </a:lnTo>
                <a:close/>
                <a:moveTo>
                  <a:pt x="1085850" y="561975"/>
                </a:moveTo>
                <a:lnTo>
                  <a:pt x="1095375" y="561975"/>
                </a:lnTo>
                <a:lnTo>
                  <a:pt x="1095375" y="571500"/>
                </a:lnTo>
                <a:lnTo>
                  <a:pt x="1085850" y="571500"/>
                </a:lnTo>
                <a:close/>
                <a:moveTo>
                  <a:pt x="1123950" y="561975"/>
                </a:moveTo>
                <a:lnTo>
                  <a:pt x="1133475" y="561975"/>
                </a:lnTo>
                <a:lnTo>
                  <a:pt x="1133475" y="571500"/>
                </a:lnTo>
                <a:lnTo>
                  <a:pt x="1123950" y="571500"/>
                </a:lnTo>
                <a:close/>
                <a:moveTo>
                  <a:pt x="600075" y="581025"/>
                </a:moveTo>
                <a:lnTo>
                  <a:pt x="619125" y="581025"/>
                </a:lnTo>
                <a:lnTo>
                  <a:pt x="619125" y="590550"/>
                </a:lnTo>
                <a:lnTo>
                  <a:pt x="609600" y="590550"/>
                </a:lnTo>
                <a:lnTo>
                  <a:pt x="609600" y="600075"/>
                </a:lnTo>
                <a:lnTo>
                  <a:pt x="619125" y="600075"/>
                </a:lnTo>
                <a:lnTo>
                  <a:pt x="619125" y="590550"/>
                </a:lnTo>
                <a:lnTo>
                  <a:pt x="628650" y="590550"/>
                </a:lnTo>
                <a:lnTo>
                  <a:pt x="628650" y="600075"/>
                </a:lnTo>
                <a:lnTo>
                  <a:pt x="638175" y="600075"/>
                </a:lnTo>
                <a:lnTo>
                  <a:pt x="638175" y="609600"/>
                </a:lnTo>
                <a:lnTo>
                  <a:pt x="647700" y="609600"/>
                </a:lnTo>
                <a:lnTo>
                  <a:pt x="647700" y="619125"/>
                </a:lnTo>
                <a:lnTo>
                  <a:pt x="638175" y="619125"/>
                </a:lnTo>
                <a:lnTo>
                  <a:pt x="638175" y="638175"/>
                </a:lnTo>
                <a:lnTo>
                  <a:pt x="628650" y="638175"/>
                </a:lnTo>
                <a:lnTo>
                  <a:pt x="628650" y="628650"/>
                </a:lnTo>
                <a:lnTo>
                  <a:pt x="619125" y="628650"/>
                </a:lnTo>
                <a:lnTo>
                  <a:pt x="619125" y="619125"/>
                </a:lnTo>
                <a:lnTo>
                  <a:pt x="609600" y="619125"/>
                </a:lnTo>
                <a:lnTo>
                  <a:pt x="609600" y="609600"/>
                </a:lnTo>
                <a:lnTo>
                  <a:pt x="600075" y="609600"/>
                </a:lnTo>
                <a:close/>
                <a:moveTo>
                  <a:pt x="104775" y="590550"/>
                </a:moveTo>
                <a:lnTo>
                  <a:pt x="123825" y="590550"/>
                </a:lnTo>
                <a:lnTo>
                  <a:pt x="123825" y="609600"/>
                </a:lnTo>
                <a:lnTo>
                  <a:pt x="104775" y="609600"/>
                </a:lnTo>
                <a:close/>
                <a:moveTo>
                  <a:pt x="685800" y="600075"/>
                </a:moveTo>
                <a:lnTo>
                  <a:pt x="695325" y="600075"/>
                </a:lnTo>
                <a:lnTo>
                  <a:pt x="695325" y="609600"/>
                </a:lnTo>
                <a:lnTo>
                  <a:pt x="685800" y="609600"/>
                </a:lnTo>
                <a:close/>
                <a:moveTo>
                  <a:pt x="209550" y="609600"/>
                </a:moveTo>
                <a:lnTo>
                  <a:pt x="219075" y="609600"/>
                </a:lnTo>
                <a:lnTo>
                  <a:pt x="219075" y="619125"/>
                </a:lnTo>
                <a:lnTo>
                  <a:pt x="228600" y="619125"/>
                </a:lnTo>
                <a:lnTo>
                  <a:pt x="228600" y="657225"/>
                </a:lnTo>
                <a:lnTo>
                  <a:pt x="219075" y="657225"/>
                </a:lnTo>
                <a:lnTo>
                  <a:pt x="219075" y="666750"/>
                </a:lnTo>
                <a:lnTo>
                  <a:pt x="209550" y="666750"/>
                </a:lnTo>
                <a:lnTo>
                  <a:pt x="209550" y="657225"/>
                </a:lnTo>
                <a:lnTo>
                  <a:pt x="200025" y="657225"/>
                </a:lnTo>
                <a:lnTo>
                  <a:pt x="200025" y="619125"/>
                </a:lnTo>
                <a:lnTo>
                  <a:pt x="209550" y="619125"/>
                </a:lnTo>
                <a:close/>
                <a:moveTo>
                  <a:pt x="504825" y="609600"/>
                </a:moveTo>
                <a:lnTo>
                  <a:pt x="514350" y="609600"/>
                </a:lnTo>
                <a:lnTo>
                  <a:pt x="514350" y="619125"/>
                </a:lnTo>
                <a:lnTo>
                  <a:pt x="523875" y="619125"/>
                </a:lnTo>
                <a:lnTo>
                  <a:pt x="523875" y="638175"/>
                </a:lnTo>
                <a:lnTo>
                  <a:pt x="533400" y="638175"/>
                </a:lnTo>
                <a:lnTo>
                  <a:pt x="533400" y="647700"/>
                </a:lnTo>
                <a:lnTo>
                  <a:pt x="514350" y="647700"/>
                </a:lnTo>
                <a:lnTo>
                  <a:pt x="514350" y="657225"/>
                </a:lnTo>
                <a:lnTo>
                  <a:pt x="476250" y="657225"/>
                </a:lnTo>
                <a:lnTo>
                  <a:pt x="476250" y="628650"/>
                </a:lnTo>
                <a:lnTo>
                  <a:pt x="504825" y="628650"/>
                </a:lnTo>
                <a:close/>
                <a:moveTo>
                  <a:pt x="542925" y="647700"/>
                </a:moveTo>
                <a:lnTo>
                  <a:pt x="552450" y="647700"/>
                </a:lnTo>
                <a:lnTo>
                  <a:pt x="552450" y="666750"/>
                </a:lnTo>
                <a:lnTo>
                  <a:pt x="542925" y="666750"/>
                </a:lnTo>
                <a:close/>
                <a:moveTo>
                  <a:pt x="771525" y="666750"/>
                </a:moveTo>
                <a:lnTo>
                  <a:pt x="781050" y="666750"/>
                </a:lnTo>
                <a:lnTo>
                  <a:pt x="781050" y="685800"/>
                </a:lnTo>
                <a:lnTo>
                  <a:pt x="771525" y="685800"/>
                </a:lnTo>
                <a:lnTo>
                  <a:pt x="771525" y="695325"/>
                </a:lnTo>
                <a:lnTo>
                  <a:pt x="752475" y="695325"/>
                </a:lnTo>
                <a:lnTo>
                  <a:pt x="752475" y="685800"/>
                </a:lnTo>
                <a:lnTo>
                  <a:pt x="762000" y="685800"/>
                </a:lnTo>
                <a:lnTo>
                  <a:pt x="762000" y="676275"/>
                </a:lnTo>
                <a:lnTo>
                  <a:pt x="771525" y="676275"/>
                </a:lnTo>
                <a:close/>
              </a:path>
            </a:pathLst>
          </a:custGeom>
          <a:solidFill xmlns:a="http://schemas.openxmlformats.org/drawingml/2006/main">
            <a:srgbClr val="355444"/>
          </a:solidFill>
          <a:ln xmlns:a="http://schemas.openxmlformats.org/drawingml/2006/main" w="0">
            <a:noFill/>
          </a:ln>
        </p:spPr>
      </p:sp>
      <p:sp>
        <p:nvSpPr>
          <p:cNvPr id="258" name="v22 vector #2d493a">
            <a:extLst xmlns:a="http://schemas.openxmlformats.org/drawingml/2006/main">
              <a:ext uri="{FF2B5EF4-FFF2-40B4-BE49-F238E27FC236}">
                <a16:creationId xmlns:a16="http://schemas.microsoft.com/office/drawing/2014/main" id="{9025B6B8-16A7-4B7A-9423-19CE8146C2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210675" y="4848225"/>
            <a:ext cx="1428750" cy="962025"/>
          </a:xfrm>
          <a:custGeom xmlns:a="http://schemas.openxmlformats.org/drawingml/2006/main">
            <a:pathLst>
              <a:path w="1209675" h="809625">
                <a:moveTo>
                  <a:pt x="704850" y="28575"/>
                </a:moveTo>
                <a:lnTo>
                  <a:pt x="800100" y="28575"/>
                </a:lnTo>
                <a:lnTo>
                  <a:pt x="800100" y="57150"/>
                </a:lnTo>
                <a:lnTo>
                  <a:pt x="781050" y="57150"/>
                </a:lnTo>
                <a:lnTo>
                  <a:pt x="781050" y="66675"/>
                </a:lnTo>
                <a:lnTo>
                  <a:pt x="695325" y="66675"/>
                </a:lnTo>
                <a:lnTo>
                  <a:pt x="695325" y="76200"/>
                </a:lnTo>
                <a:lnTo>
                  <a:pt x="685800" y="76200"/>
                </a:lnTo>
                <a:lnTo>
                  <a:pt x="685800" y="85725"/>
                </a:lnTo>
                <a:lnTo>
                  <a:pt x="666750" y="85725"/>
                </a:lnTo>
                <a:lnTo>
                  <a:pt x="666750" y="95250"/>
                </a:lnTo>
                <a:lnTo>
                  <a:pt x="657225" y="95250"/>
                </a:lnTo>
                <a:lnTo>
                  <a:pt x="657225" y="104775"/>
                </a:lnTo>
                <a:lnTo>
                  <a:pt x="647700" y="104775"/>
                </a:lnTo>
                <a:lnTo>
                  <a:pt x="647700" y="114300"/>
                </a:lnTo>
                <a:lnTo>
                  <a:pt x="638175" y="114300"/>
                </a:lnTo>
                <a:lnTo>
                  <a:pt x="638175" y="133350"/>
                </a:lnTo>
                <a:lnTo>
                  <a:pt x="628650" y="133350"/>
                </a:lnTo>
                <a:lnTo>
                  <a:pt x="628650" y="161925"/>
                </a:lnTo>
                <a:lnTo>
                  <a:pt x="619125" y="161925"/>
                </a:lnTo>
                <a:lnTo>
                  <a:pt x="619125" y="171450"/>
                </a:lnTo>
                <a:lnTo>
                  <a:pt x="609600" y="171450"/>
                </a:lnTo>
                <a:lnTo>
                  <a:pt x="609600" y="228600"/>
                </a:lnTo>
                <a:lnTo>
                  <a:pt x="600075" y="228600"/>
                </a:lnTo>
                <a:lnTo>
                  <a:pt x="600075" y="200025"/>
                </a:lnTo>
                <a:lnTo>
                  <a:pt x="581025" y="200025"/>
                </a:lnTo>
                <a:lnTo>
                  <a:pt x="581025" y="180975"/>
                </a:lnTo>
                <a:lnTo>
                  <a:pt x="590550" y="180975"/>
                </a:lnTo>
                <a:lnTo>
                  <a:pt x="590550" y="133350"/>
                </a:lnTo>
                <a:lnTo>
                  <a:pt x="600075" y="133350"/>
                </a:lnTo>
                <a:lnTo>
                  <a:pt x="600075" y="114300"/>
                </a:lnTo>
                <a:lnTo>
                  <a:pt x="609600" y="114300"/>
                </a:lnTo>
                <a:lnTo>
                  <a:pt x="609600" y="95250"/>
                </a:lnTo>
                <a:lnTo>
                  <a:pt x="619125" y="95250"/>
                </a:lnTo>
                <a:lnTo>
                  <a:pt x="619125" y="85725"/>
                </a:lnTo>
                <a:lnTo>
                  <a:pt x="628650" y="85725"/>
                </a:lnTo>
                <a:lnTo>
                  <a:pt x="628650" y="76200"/>
                </a:lnTo>
                <a:lnTo>
                  <a:pt x="638175" y="76200"/>
                </a:lnTo>
                <a:lnTo>
                  <a:pt x="638175" y="66675"/>
                </a:lnTo>
                <a:lnTo>
                  <a:pt x="647700" y="66675"/>
                </a:lnTo>
                <a:lnTo>
                  <a:pt x="647700" y="57150"/>
                </a:lnTo>
                <a:lnTo>
                  <a:pt x="666750" y="57150"/>
                </a:lnTo>
                <a:lnTo>
                  <a:pt x="666750" y="47625"/>
                </a:lnTo>
                <a:lnTo>
                  <a:pt x="676275" y="47625"/>
                </a:lnTo>
                <a:lnTo>
                  <a:pt x="676275" y="38100"/>
                </a:lnTo>
                <a:lnTo>
                  <a:pt x="704850" y="38100"/>
                </a:lnTo>
                <a:close/>
                <a:moveTo>
                  <a:pt x="323850" y="66675"/>
                </a:moveTo>
                <a:lnTo>
                  <a:pt x="342900" y="66675"/>
                </a:lnTo>
                <a:lnTo>
                  <a:pt x="342900" y="76200"/>
                </a:lnTo>
                <a:lnTo>
                  <a:pt x="352425" y="76200"/>
                </a:lnTo>
                <a:lnTo>
                  <a:pt x="352425" y="95250"/>
                </a:lnTo>
                <a:lnTo>
                  <a:pt x="371475" y="95250"/>
                </a:lnTo>
                <a:lnTo>
                  <a:pt x="371475" y="104775"/>
                </a:lnTo>
                <a:lnTo>
                  <a:pt x="390525" y="104775"/>
                </a:lnTo>
                <a:lnTo>
                  <a:pt x="390525" y="114300"/>
                </a:lnTo>
                <a:lnTo>
                  <a:pt x="371475" y="114300"/>
                </a:lnTo>
                <a:lnTo>
                  <a:pt x="371475" y="133350"/>
                </a:lnTo>
                <a:lnTo>
                  <a:pt x="361950" y="133350"/>
                </a:lnTo>
                <a:lnTo>
                  <a:pt x="361950" y="142875"/>
                </a:lnTo>
                <a:lnTo>
                  <a:pt x="352425" y="142875"/>
                </a:lnTo>
                <a:lnTo>
                  <a:pt x="352425" y="152400"/>
                </a:lnTo>
                <a:lnTo>
                  <a:pt x="342900" y="152400"/>
                </a:lnTo>
                <a:lnTo>
                  <a:pt x="342900" y="161925"/>
                </a:lnTo>
                <a:lnTo>
                  <a:pt x="333375" y="161925"/>
                </a:lnTo>
                <a:lnTo>
                  <a:pt x="333375" y="180975"/>
                </a:lnTo>
                <a:lnTo>
                  <a:pt x="323850" y="180975"/>
                </a:lnTo>
                <a:lnTo>
                  <a:pt x="323850" y="171450"/>
                </a:lnTo>
                <a:lnTo>
                  <a:pt x="295275" y="171450"/>
                </a:lnTo>
                <a:lnTo>
                  <a:pt x="295275" y="180975"/>
                </a:lnTo>
                <a:lnTo>
                  <a:pt x="285750" y="180975"/>
                </a:lnTo>
                <a:lnTo>
                  <a:pt x="285750" y="209550"/>
                </a:lnTo>
                <a:lnTo>
                  <a:pt x="276225" y="209550"/>
                </a:lnTo>
                <a:lnTo>
                  <a:pt x="276225" y="219075"/>
                </a:lnTo>
                <a:lnTo>
                  <a:pt x="266700" y="219075"/>
                </a:lnTo>
                <a:lnTo>
                  <a:pt x="266700" y="238125"/>
                </a:lnTo>
                <a:lnTo>
                  <a:pt x="257175" y="238125"/>
                </a:lnTo>
                <a:lnTo>
                  <a:pt x="257175" y="247650"/>
                </a:lnTo>
                <a:lnTo>
                  <a:pt x="228600" y="247650"/>
                </a:lnTo>
                <a:lnTo>
                  <a:pt x="228600" y="171450"/>
                </a:lnTo>
                <a:lnTo>
                  <a:pt x="238125" y="171450"/>
                </a:lnTo>
                <a:lnTo>
                  <a:pt x="238125" y="161925"/>
                </a:lnTo>
                <a:lnTo>
                  <a:pt x="228600" y="161925"/>
                </a:lnTo>
                <a:lnTo>
                  <a:pt x="228600" y="142875"/>
                </a:lnTo>
                <a:lnTo>
                  <a:pt x="238125" y="142875"/>
                </a:lnTo>
                <a:lnTo>
                  <a:pt x="238125" y="123825"/>
                </a:lnTo>
                <a:lnTo>
                  <a:pt x="247650" y="123825"/>
                </a:lnTo>
                <a:lnTo>
                  <a:pt x="247650" y="114300"/>
                </a:lnTo>
                <a:lnTo>
                  <a:pt x="276225" y="114300"/>
                </a:lnTo>
                <a:lnTo>
                  <a:pt x="276225" y="104775"/>
                </a:lnTo>
                <a:lnTo>
                  <a:pt x="285750" y="104775"/>
                </a:lnTo>
                <a:lnTo>
                  <a:pt x="285750" y="95250"/>
                </a:lnTo>
                <a:lnTo>
                  <a:pt x="295275" y="95250"/>
                </a:lnTo>
                <a:lnTo>
                  <a:pt x="295275" y="85725"/>
                </a:lnTo>
                <a:lnTo>
                  <a:pt x="304800" y="85725"/>
                </a:lnTo>
                <a:lnTo>
                  <a:pt x="304800" y="76200"/>
                </a:lnTo>
                <a:lnTo>
                  <a:pt x="323850" y="76200"/>
                </a:lnTo>
                <a:close/>
                <a:moveTo>
                  <a:pt x="409575" y="76200"/>
                </a:moveTo>
                <a:lnTo>
                  <a:pt x="428625" y="76200"/>
                </a:lnTo>
                <a:lnTo>
                  <a:pt x="428625" y="85725"/>
                </a:lnTo>
                <a:lnTo>
                  <a:pt x="447675" y="85725"/>
                </a:lnTo>
                <a:lnTo>
                  <a:pt x="447675" y="95250"/>
                </a:lnTo>
                <a:lnTo>
                  <a:pt x="466725" y="95250"/>
                </a:lnTo>
                <a:lnTo>
                  <a:pt x="466725" y="104775"/>
                </a:lnTo>
                <a:lnTo>
                  <a:pt x="476250" y="104775"/>
                </a:lnTo>
                <a:lnTo>
                  <a:pt x="476250" y="114300"/>
                </a:lnTo>
                <a:lnTo>
                  <a:pt x="485775" y="114300"/>
                </a:lnTo>
                <a:lnTo>
                  <a:pt x="485775" y="123825"/>
                </a:lnTo>
                <a:lnTo>
                  <a:pt x="495300" y="123825"/>
                </a:lnTo>
                <a:lnTo>
                  <a:pt x="495300" y="142875"/>
                </a:lnTo>
                <a:lnTo>
                  <a:pt x="504825" y="142875"/>
                </a:lnTo>
                <a:lnTo>
                  <a:pt x="504825" y="238125"/>
                </a:lnTo>
                <a:lnTo>
                  <a:pt x="514350" y="238125"/>
                </a:lnTo>
                <a:lnTo>
                  <a:pt x="514350" y="257175"/>
                </a:lnTo>
                <a:lnTo>
                  <a:pt x="504825" y="257175"/>
                </a:lnTo>
                <a:lnTo>
                  <a:pt x="504825" y="247650"/>
                </a:lnTo>
                <a:lnTo>
                  <a:pt x="466725" y="247650"/>
                </a:lnTo>
                <a:lnTo>
                  <a:pt x="466725" y="228600"/>
                </a:lnTo>
                <a:lnTo>
                  <a:pt x="457200" y="228600"/>
                </a:lnTo>
                <a:lnTo>
                  <a:pt x="457200" y="219075"/>
                </a:lnTo>
                <a:lnTo>
                  <a:pt x="447675" y="219075"/>
                </a:lnTo>
                <a:lnTo>
                  <a:pt x="447675" y="209550"/>
                </a:lnTo>
                <a:lnTo>
                  <a:pt x="390525" y="209550"/>
                </a:lnTo>
                <a:lnTo>
                  <a:pt x="390525" y="200025"/>
                </a:lnTo>
                <a:lnTo>
                  <a:pt x="381000" y="200025"/>
                </a:lnTo>
                <a:lnTo>
                  <a:pt x="381000" y="190500"/>
                </a:lnTo>
                <a:lnTo>
                  <a:pt x="390525" y="190500"/>
                </a:lnTo>
                <a:lnTo>
                  <a:pt x="390525" y="180975"/>
                </a:lnTo>
                <a:lnTo>
                  <a:pt x="419100" y="180975"/>
                </a:lnTo>
                <a:lnTo>
                  <a:pt x="419100" y="171450"/>
                </a:lnTo>
                <a:lnTo>
                  <a:pt x="428625" y="171450"/>
                </a:lnTo>
                <a:lnTo>
                  <a:pt x="428625" y="161925"/>
                </a:lnTo>
                <a:lnTo>
                  <a:pt x="438150" y="161925"/>
                </a:lnTo>
                <a:lnTo>
                  <a:pt x="438150" y="133350"/>
                </a:lnTo>
                <a:lnTo>
                  <a:pt x="400050" y="133350"/>
                </a:lnTo>
                <a:lnTo>
                  <a:pt x="400050" y="114300"/>
                </a:lnTo>
                <a:lnTo>
                  <a:pt x="419100" y="114300"/>
                </a:lnTo>
                <a:lnTo>
                  <a:pt x="419100" y="104775"/>
                </a:lnTo>
                <a:lnTo>
                  <a:pt x="428625" y="104775"/>
                </a:lnTo>
                <a:lnTo>
                  <a:pt x="428625" y="95250"/>
                </a:lnTo>
                <a:lnTo>
                  <a:pt x="409575" y="95250"/>
                </a:lnTo>
                <a:close/>
                <a:moveTo>
                  <a:pt x="866775" y="85725"/>
                </a:moveTo>
                <a:lnTo>
                  <a:pt x="876300" y="85725"/>
                </a:lnTo>
                <a:lnTo>
                  <a:pt x="876300" y="104775"/>
                </a:lnTo>
                <a:lnTo>
                  <a:pt x="885825" y="104775"/>
                </a:lnTo>
                <a:lnTo>
                  <a:pt x="885825" y="114300"/>
                </a:lnTo>
                <a:lnTo>
                  <a:pt x="866775" y="114300"/>
                </a:lnTo>
                <a:close/>
                <a:moveTo>
                  <a:pt x="876300" y="123825"/>
                </a:moveTo>
                <a:lnTo>
                  <a:pt x="895350" y="123825"/>
                </a:lnTo>
                <a:lnTo>
                  <a:pt x="895350" y="133350"/>
                </a:lnTo>
                <a:lnTo>
                  <a:pt x="904875" y="133350"/>
                </a:lnTo>
                <a:lnTo>
                  <a:pt x="904875" y="238125"/>
                </a:lnTo>
                <a:lnTo>
                  <a:pt x="895350" y="238125"/>
                </a:lnTo>
                <a:lnTo>
                  <a:pt x="895350" y="257175"/>
                </a:lnTo>
                <a:lnTo>
                  <a:pt x="885825" y="257175"/>
                </a:lnTo>
                <a:lnTo>
                  <a:pt x="885825" y="276225"/>
                </a:lnTo>
                <a:lnTo>
                  <a:pt x="847725" y="276225"/>
                </a:lnTo>
                <a:lnTo>
                  <a:pt x="847725" y="285750"/>
                </a:lnTo>
                <a:lnTo>
                  <a:pt x="838200" y="285750"/>
                </a:lnTo>
                <a:lnTo>
                  <a:pt x="838200" y="295275"/>
                </a:lnTo>
                <a:lnTo>
                  <a:pt x="819150" y="295275"/>
                </a:lnTo>
                <a:lnTo>
                  <a:pt x="819150" y="285750"/>
                </a:lnTo>
                <a:lnTo>
                  <a:pt x="828675" y="285750"/>
                </a:lnTo>
                <a:lnTo>
                  <a:pt x="828675" y="276225"/>
                </a:lnTo>
                <a:lnTo>
                  <a:pt x="838200" y="276225"/>
                </a:lnTo>
                <a:lnTo>
                  <a:pt x="838200" y="266700"/>
                </a:lnTo>
                <a:lnTo>
                  <a:pt x="847725" y="266700"/>
                </a:lnTo>
                <a:lnTo>
                  <a:pt x="847725" y="257175"/>
                </a:lnTo>
                <a:lnTo>
                  <a:pt x="857250" y="257175"/>
                </a:lnTo>
                <a:lnTo>
                  <a:pt x="857250" y="247650"/>
                </a:lnTo>
                <a:lnTo>
                  <a:pt x="866775" y="247650"/>
                </a:lnTo>
                <a:lnTo>
                  <a:pt x="866775" y="219075"/>
                </a:lnTo>
                <a:lnTo>
                  <a:pt x="876300" y="219075"/>
                </a:lnTo>
                <a:close/>
                <a:moveTo>
                  <a:pt x="381000" y="152400"/>
                </a:moveTo>
                <a:lnTo>
                  <a:pt x="390525" y="152400"/>
                </a:lnTo>
                <a:lnTo>
                  <a:pt x="390525" y="161925"/>
                </a:lnTo>
                <a:lnTo>
                  <a:pt x="400050" y="161925"/>
                </a:lnTo>
                <a:lnTo>
                  <a:pt x="400050" y="171450"/>
                </a:lnTo>
                <a:lnTo>
                  <a:pt x="381000" y="171450"/>
                </a:lnTo>
                <a:close/>
                <a:moveTo>
                  <a:pt x="342900" y="180975"/>
                </a:moveTo>
                <a:lnTo>
                  <a:pt x="352425" y="180975"/>
                </a:lnTo>
                <a:lnTo>
                  <a:pt x="352425" y="190500"/>
                </a:lnTo>
                <a:lnTo>
                  <a:pt x="342900" y="190500"/>
                </a:lnTo>
                <a:close/>
                <a:moveTo>
                  <a:pt x="752475" y="190500"/>
                </a:moveTo>
                <a:lnTo>
                  <a:pt x="762000" y="190500"/>
                </a:lnTo>
                <a:lnTo>
                  <a:pt x="762000" y="200025"/>
                </a:lnTo>
                <a:lnTo>
                  <a:pt x="771525" y="200025"/>
                </a:lnTo>
                <a:lnTo>
                  <a:pt x="771525" y="209550"/>
                </a:lnTo>
                <a:lnTo>
                  <a:pt x="781050" y="209550"/>
                </a:lnTo>
                <a:lnTo>
                  <a:pt x="781050" y="219075"/>
                </a:lnTo>
                <a:lnTo>
                  <a:pt x="762000" y="219075"/>
                </a:lnTo>
                <a:lnTo>
                  <a:pt x="762000" y="209550"/>
                </a:lnTo>
                <a:lnTo>
                  <a:pt x="752475" y="209550"/>
                </a:lnTo>
                <a:close/>
                <a:moveTo>
                  <a:pt x="609600" y="228600"/>
                </a:moveTo>
                <a:lnTo>
                  <a:pt x="619125" y="228600"/>
                </a:lnTo>
                <a:lnTo>
                  <a:pt x="619125" y="247650"/>
                </a:lnTo>
                <a:lnTo>
                  <a:pt x="638175" y="247650"/>
                </a:lnTo>
                <a:lnTo>
                  <a:pt x="638175" y="257175"/>
                </a:lnTo>
                <a:lnTo>
                  <a:pt x="600075" y="257175"/>
                </a:lnTo>
                <a:lnTo>
                  <a:pt x="600075" y="247650"/>
                </a:lnTo>
                <a:lnTo>
                  <a:pt x="609600" y="247650"/>
                </a:lnTo>
                <a:close/>
                <a:moveTo>
                  <a:pt x="638175" y="257175"/>
                </a:moveTo>
                <a:lnTo>
                  <a:pt x="647700" y="257175"/>
                </a:lnTo>
                <a:lnTo>
                  <a:pt x="647700" y="276225"/>
                </a:lnTo>
                <a:lnTo>
                  <a:pt x="666750" y="276225"/>
                </a:lnTo>
                <a:lnTo>
                  <a:pt x="666750" y="285750"/>
                </a:lnTo>
                <a:lnTo>
                  <a:pt x="676275" y="285750"/>
                </a:lnTo>
                <a:lnTo>
                  <a:pt x="676275" y="295275"/>
                </a:lnTo>
                <a:lnTo>
                  <a:pt x="685800" y="295275"/>
                </a:lnTo>
                <a:lnTo>
                  <a:pt x="685800" y="304800"/>
                </a:lnTo>
                <a:lnTo>
                  <a:pt x="695325" y="304800"/>
                </a:lnTo>
                <a:lnTo>
                  <a:pt x="695325" y="314325"/>
                </a:lnTo>
                <a:lnTo>
                  <a:pt x="704850" y="314325"/>
                </a:lnTo>
                <a:lnTo>
                  <a:pt x="704850" y="323850"/>
                </a:lnTo>
                <a:lnTo>
                  <a:pt x="800100" y="323850"/>
                </a:lnTo>
                <a:lnTo>
                  <a:pt x="800100" y="333375"/>
                </a:lnTo>
                <a:lnTo>
                  <a:pt x="762000" y="333375"/>
                </a:lnTo>
                <a:lnTo>
                  <a:pt x="762000" y="342900"/>
                </a:lnTo>
                <a:lnTo>
                  <a:pt x="742950" y="342900"/>
                </a:lnTo>
                <a:lnTo>
                  <a:pt x="742950" y="352425"/>
                </a:lnTo>
                <a:lnTo>
                  <a:pt x="714375" y="352425"/>
                </a:lnTo>
                <a:lnTo>
                  <a:pt x="714375" y="333375"/>
                </a:lnTo>
                <a:lnTo>
                  <a:pt x="676275" y="333375"/>
                </a:lnTo>
                <a:lnTo>
                  <a:pt x="676275" y="323850"/>
                </a:lnTo>
                <a:lnTo>
                  <a:pt x="657225" y="323850"/>
                </a:lnTo>
                <a:lnTo>
                  <a:pt x="657225" y="314325"/>
                </a:lnTo>
                <a:lnTo>
                  <a:pt x="638175" y="314325"/>
                </a:lnTo>
                <a:lnTo>
                  <a:pt x="638175" y="304800"/>
                </a:lnTo>
                <a:lnTo>
                  <a:pt x="628650" y="304800"/>
                </a:lnTo>
                <a:lnTo>
                  <a:pt x="628650" y="295275"/>
                </a:lnTo>
                <a:lnTo>
                  <a:pt x="619125" y="295275"/>
                </a:lnTo>
                <a:lnTo>
                  <a:pt x="619125" y="276225"/>
                </a:lnTo>
                <a:lnTo>
                  <a:pt x="609600" y="276225"/>
                </a:lnTo>
                <a:lnTo>
                  <a:pt x="609600" y="266700"/>
                </a:lnTo>
                <a:lnTo>
                  <a:pt x="628650" y="266700"/>
                </a:lnTo>
                <a:lnTo>
                  <a:pt x="628650" y="285750"/>
                </a:lnTo>
                <a:lnTo>
                  <a:pt x="638175" y="285750"/>
                </a:lnTo>
                <a:close/>
                <a:moveTo>
                  <a:pt x="857250" y="285750"/>
                </a:moveTo>
                <a:lnTo>
                  <a:pt x="866775" y="285750"/>
                </a:lnTo>
                <a:lnTo>
                  <a:pt x="866775" y="304800"/>
                </a:lnTo>
                <a:lnTo>
                  <a:pt x="847725" y="304800"/>
                </a:lnTo>
                <a:lnTo>
                  <a:pt x="847725" y="295275"/>
                </a:lnTo>
                <a:lnTo>
                  <a:pt x="857250" y="295275"/>
                </a:lnTo>
                <a:close/>
                <a:moveTo>
                  <a:pt x="238125" y="304800"/>
                </a:moveTo>
                <a:lnTo>
                  <a:pt x="247650" y="304800"/>
                </a:lnTo>
                <a:lnTo>
                  <a:pt x="247650" y="314325"/>
                </a:lnTo>
                <a:lnTo>
                  <a:pt x="257175" y="314325"/>
                </a:lnTo>
                <a:lnTo>
                  <a:pt x="257175" y="323850"/>
                </a:lnTo>
                <a:lnTo>
                  <a:pt x="238125" y="323850"/>
                </a:lnTo>
                <a:close/>
                <a:moveTo>
                  <a:pt x="485775" y="314325"/>
                </a:moveTo>
                <a:lnTo>
                  <a:pt x="495300" y="314325"/>
                </a:lnTo>
                <a:lnTo>
                  <a:pt x="495300" y="323850"/>
                </a:lnTo>
                <a:lnTo>
                  <a:pt x="485775" y="323850"/>
                </a:lnTo>
                <a:close/>
                <a:moveTo>
                  <a:pt x="809625" y="314325"/>
                </a:moveTo>
                <a:lnTo>
                  <a:pt x="819150" y="314325"/>
                </a:lnTo>
                <a:lnTo>
                  <a:pt x="819150" y="333375"/>
                </a:lnTo>
                <a:lnTo>
                  <a:pt x="809625" y="333375"/>
                </a:lnTo>
                <a:close/>
                <a:moveTo>
                  <a:pt x="1076325" y="342900"/>
                </a:moveTo>
                <a:lnTo>
                  <a:pt x="1095375" y="342900"/>
                </a:lnTo>
                <a:lnTo>
                  <a:pt x="1095375" y="361950"/>
                </a:lnTo>
                <a:lnTo>
                  <a:pt x="1076325" y="361950"/>
                </a:lnTo>
                <a:close/>
                <a:moveTo>
                  <a:pt x="276225" y="361950"/>
                </a:moveTo>
                <a:lnTo>
                  <a:pt x="285750" y="361950"/>
                </a:lnTo>
                <a:lnTo>
                  <a:pt x="285750" y="371475"/>
                </a:lnTo>
                <a:lnTo>
                  <a:pt x="295275" y="371475"/>
                </a:lnTo>
                <a:lnTo>
                  <a:pt x="295275" y="381000"/>
                </a:lnTo>
                <a:lnTo>
                  <a:pt x="304800" y="381000"/>
                </a:lnTo>
                <a:lnTo>
                  <a:pt x="304800" y="390525"/>
                </a:lnTo>
                <a:lnTo>
                  <a:pt x="314325" y="390525"/>
                </a:lnTo>
                <a:lnTo>
                  <a:pt x="314325" y="409575"/>
                </a:lnTo>
                <a:lnTo>
                  <a:pt x="304800" y="409575"/>
                </a:lnTo>
                <a:lnTo>
                  <a:pt x="304800" y="400050"/>
                </a:lnTo>
                <a:lnTo>
                  <a:pt x="295275" y="400050"/>
                </a:lnTo>
                <a:lnTo>
                  <a:pt x="295275" y="390525"/>
                </a:lnTo>
                <a:lnTo>
                  <a:pt x="285750" y="390525"/>
                </a:lnTo>
                <a:lnTo>
                  <a:pt x="285750" y="381000"/>
                </a:lnTo>
                <a:lnTo>
                  <a:pt x="276225" y="381000"/>
                </a:lnTo>
                <a:close/>
                <a:moveTo>
                  <a:pt x="1181100" y="361950"/>
                </a:moveTo>
                <a:lnTo>
                  <a:pt x="1190625" y="361950"/>
                </a:lnTo>
                <a:lnTo>
                  <a:pt x="1190625" y="371475"/>
                </a:lnTo>
                <a:lnTo>
                  <a:pt x="1181100" y="371475"/>
                </a:lnTo>
                <a:close/>
                <a:moveTo>
                  <a:pt x="285750" y="419100"/>
                </a:moveTo>
                <a:lnTo>
                  <a:pt x="304800" y="419100"/>
                </a:lnTo>
                <a:lnTo>
                  <a:pt x="304800" y="438150"/>
                </a:lnTo>
                <a:lnTo>
                  <a:pt x="314325" y="438150"/>
                </a:lnTo>
                <a:lnTo>
                  <a:pt x="314325" y="447675"/>
                </a:lnTo>
                <a:lnTo>
                  <a:pt x="323850" y="447675"/>
                </a:lnTo>
                <a:lnTo>
                  <a:pt x="323850" y="457200"/>
                </a:lnTo>
                <a:lnTo>
                  <a:pt x="333375" y="457200"/>
                </a:lnTo>
                <a:lnTo>
                  <a:pt x="333375" y="466725"/>
                </a:lnTo>
                <a:lnTo>
                  <a:pt x="342900" y="466725"/>
                </a:lnTo>
                <a:lnTo>
                  <a:pt x="342900" y="476250"/>
                </a:lnTo>
                <a:lnTo>
                  <a:pt x="352425" y="476250"/>
                </a:lnTo>
                <a:lnTo>
                  <a:pt x="352425" y="485775"/>
                </a:lnTo>
                <a:lnTo>
                  <a:pt x="381000" y="485775"/>
                </a:lnTo>
                <a:lnTo>
                  <a:pt x="381000" y="476250"/>
                </a:lnTo>
                <a:lnTo>
                  <a:pt x="390525" y="476250"/>
                </a:lnTo>
                <a:lnTo>
                  <a:pt x="390525" y="466725"/>
                </a:lnTo>
                <a:lnTo>
                  <a:pt x="400050" y="466725"/>
                </a:lnTo>
                <a:lnTo>
                  <a:pt x="400050" y="457200"/>
                </a:lnTo>
                <a:lnTo>
                  <a:pt x="409575" y="457200"/>
                </a:lnTo>
                <a:lnTo>
                  <a:pt x="409575" y="447675"/>
                </a:lnTo>
                <a:lnTo>
                  <a:pt x="419100" y="447675"/>
                </a:lnTo>
                <a:lnTo>
                  <a:pt x="419100" y="438150"/>
                </a:lnTo>
                <a:lnTo>
                  <a:pt x="428625" y="438150"/>
                </a:lnTo>
                <a:lnTo>
                  <a:pt x="428625" y="419100"/>
                </a:lnTo>
                <a:lnTo>
                  <a:pt x="447675" y="419100"/>
                </a:lnTo>
                <a:lnTo>
                  <a:pt x="447675" y="428625"/>
                </a:lnTo>
                <a:lnTo>
                  <a:pt x="457200" y="428625"/>
                </a:lnTo>
                <a:lnTo>
                  <a:pt x="457200" y="438150"/>
                </a:lnTo>
                <a:lnTo>
                  <a:pt x="476250" y="438150"/>
                </a:lnTo>
                <a:lnTo>
                  <a:pt x="476250" y="447675"/>
                </a:lnTo>
                <a:lnTo>
                  <a:pt x="485775" y="447675"/>
                </a:lnTo>
                <a:lnTo>
                  <a:pt x="485775" y="457200"/>
                </a:lnTo>
                <a:lnTo>
                  <a:pt x="466725" y="457200"/>
                </a:lnTo>
                <a:lnTo>
                  <a:pt x="466725" y="466725"/>
                </a:lnTo>
                <a:lnTo>
                  <a:pt x="457200" y="466725"/>
                </a:lnTo>
                <a:lnTo>
                  <a:pt x="457200" y="485775"/>
                </a:lnTo>
                <a:lnTo>
                  <a:pt x="447675" y="485775"/>
                </a:lnTo>
                <a:lnTo>
                  <a:pt x="447675" y="504825"/>
                </a:lnTo>
                <a:lnTo>
                  <a:pt x="438150" y="504825"/>
                </a:lnTo>
                <a:lnTo>
                  <a:pt x="438150" y="523875"/>
                </a:lnTo>
                <a:lnTo>
                  <a:pt x="409575" y="523875"/>
                </a:lnTo>
                <a:lnTo>
                  <a:pt x="409575" y="514350"/>
                </a:lnTo>
                <a:lnTo>
                  <a:pt x="390525" y="514350"/>
                </a:lnTo>
                <a:lnTo>
                  <a:pt x="390525" y="504825"/>
                </a:lnTo>
                <a:lnTo>
                  <a:pt x="361950" y="504825"/>
                </a:lnTo>
                <a:lnTo>
                  <a:pt x="361950" y="514350"/>
                </a:lnTo>
                <a:lnTo>
                  <a:pt x="352425" y="514350"/>
                </a:lnTo>
                <a:lnTo>
                  <a:pt x="352425" y="504825"/>
                </a:lnTo>
                <a:lnTo>
                  <a:pt x="323850" y="504825"/>
                </a:lnTo>
                <a:lnTo>
                  <a:pt x="323850" y="495300"/>
                </a:lnTo>
                <a:lnTo>
                  <a:pt x="314325" y="495300"/>
                </a:lnTo>
                <a:lnTo>
                  <a:pt x="314325" y="476250"/>
                </a:lnTo>
                <a:lnTo>
                  <a:pt x="304800" y="476250"/>
                </a:lnTo>
                <a:lnTo>
                  <a:pt x="304800" y="466725"/>
                </a:lnTo>
                <a:lnTo>
                  <a:pt x="295275" y="466725"/>
                </a:lnTo>
                <a:lnTo>
                  <a:pt x="295275" y="457200"/>
                </a:lnTo>
                <a:lnTo>
                  <a:pt x="285750" y="457200"/>
                </a:lnTo>
                <a:lnTo>
                  <a:pt x="285750" y="447675"/>
                </a:lnTo>
                <a:lnTo>
                  <a:pt x="266700" y="447675"/>
                </a:lnTo>
                <a:lnTo>
                  <a:pt x="266700" y="438150"/>
                </a:lnTo>
                <a:lnTo>
                  <a:pt x="276225" y="438150"/>
                </a:lnTo>
                <a:lnTo>
                  <a:pt x="276225" y="428625"/>
                </a:lnTo>
                <a:lnTo>
                  <a:pt x="285750" y="428625"/>
                </a:lnTo>
                <a:close/>
                <a:moveTo>
                  <a:pt x="723900" y="542925"/>
                </a:moveTo>
                <a:lnTo>
                  <a:pt x="733425" y="542925"/>
                </a:lnTo>
                <a:lnTo>
                  <a:pt x="733425" y="552450"/>
                </a:lnTo>
                <a:lnTo>
                  <a:pt x="723900" y="552450"/>
                </a:lnTo>
                <a:close/>
                <a:moveTo>
                  <a:pt x="514350" y="581025"/>
                </a:moveTo>
                <a:lnTo>
                  <a:pt x="523875" y="581025"/>
                </a:lnTo>
                <a:lnTo>
                  <a:pt x="523875" y="590550"/>
                </a:lnTo>
                <a:lnTo>
                  <a:pt x="533400" y="590550"/>
                </a:lnTo>
                <a:lnTo>
                  <a:pt x="533400" y="619125"/>
                </a:lnTo>
                <a:lnTo>
                  <a:pt x="542925" y="619125"/>
                </a:lnTo>
                <a:lnTo>
                  <a:pt x="542925" y="647700"/>
                </a:lnTo>
                <a:lnTo>
                  <a:pt x="533400" y="647700"/>
                </a:lnTo>
                <a:lnTo>
                  <a:pt x="533400" y="638175"/>
                </a:lnTo>
                <a:lnTo>
                  <a:pt x="523875" y="638175"/>
                </a:lnTo>
                <a:lnTo>
                  <a:pt x="523875" y="619125"/>
                </a:lnTo>
                <a:lnTo>
                  <a:pt x="514350" y="619125"/>
                </a:lnTo>
                <a:close/>
                <a:moveTo>
                  <a:pt x="609600" y="590550"/>
                </a:moveTo>
                <a:lnTo>
                  <a:pt x="619125" y="590550"/>
                </a:lnTo>
                <a:lnTo>
                  <a:pt x="619125" y="600075"/>
                </a:lnTo>
                <a:lnTo>
                  <a:pt x="609600" y="600075"/>
                </a:lnTo>
                <a:close/>
                <a:moveTo>
                  <a:pt x="666750" y="590550"/>
                </a:moveTo>
                <a:lnTo>
                  <a:pt x="695325" y="590550"/>
                </a:lnTo>
                <a:lnTo>
                  <a:pt x="695325" y="600075"/>
                </a:lnTo>
                <a:lnTo>
                  <a:pt x="685800" y="600075"/>
                </a:lnTo>
                <a:lnTo>
                  <a:pt x="685800" y="619125"/>
                </a:lnTo>
                <a:lnTo>
                  <a:pt x="676275" y="619125"/>
                </a:lnTo>
                <a:lnTo>
                  <a:pt x="676275" y="628650"/>
                </a:lnTo>
                <a:lnTo>
                  <a:pt x="666750" y="628650"/>
                </a:lnTo>
                <a:lnTo>
                  <a:pt x="666750" y="638175"/>
                </a:lnTo>
                <a:lnTo>
                  <a:pt x="657225" y="638175"/>
                </a:lnTo>
                <a:lnTo>
                  <a:pt x="657225" y="647700"/>
                </a:lnTo>
                <a:lnTo>
                  <a:pt x="638175" y="647700"/>
                </a:lnTo>
                <a:lnTo>
                  <a:pt x="638175" y="619125"/>
                </a:lnTo>
                <a:lnTo>
                  <a:pt x="647700" y="619125"/>
                </a:lnTo>
                <a:lnTo>
                  <a:pt x="647700" y="609600"/>
                </a:lnTo>
                <a:lnTo>
                  <a:pt x="657225" y="609600"/>
                </a:lnTo>
                <a:lnTo>
                  <a:pt x="657225" y="600075"/>
                </a:lnTo>
                <a:lnTo>
                  <a:pt x="666750" y="600075"/>
                </a:lnTo>
                <a:close/>
                <a:moveTo>
                  <a:pt x="1085850" y="600075"/>
                </a:moveTo>
                <a:lnTo>
                  <a:pt x="1095375" y="600075"/>
                </a:lnTo>
                <a:lnTo>
                  <a:pt x="1095375" y="609600"/>
                </a:lnTo>
                <a:lnTo>
                  <a:pt x="1085850" y="609600"/>
                </a:lnTo>
                <a:close/>
              </a:path>
            </a:pathLst>
          </a:custGeom>
          <a:solidFill xmlns:a="http://schemas.openxmlformats.org/drawingml/2006/main">
            <a:srgbClr val="2D493A"/>
          </a:solidFill>
          <a:ln xmlns:a="http://schemas.openxmlformats.org/drawingml/2006/main" w="0">
            <a:noFill/>
          </a:ln>
        </p:spPr>
      </p:sp>
      <p:sp>
        <p:nvSpPr>
          <p:cNvPr id="259" name="">
            <a:extLst xmlns:a="http://schemas.openxmlformats.org/drawingml/2006/main">
              <a:ext uri="{FF2B5EF4-FFF2-40B4-BE49-F238E27FC236}">
                <a16:creationId xmlns:a16="http://schemas.microsoft.com/office/drawing/2014/main" id="{DE4EFA94-D502-47FD-B430-133F553AA4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420350" y="4810125"/>
            <a:ext cx="1905000" cy="1000125"/>
          </a:xfrm>
          <a:prstGeom xmlns:a="http://schemas.openxmlformats.org/drawingml/2006/main" prst="rect">
            <a:avLst/>
          </a:prstGeom>
          <a:solidFill xmlns:a="http://schemas.openxmlformats.org/drawingml/2006/main">
            <a:srgbClr val="FAFAF6"/>
          </a:solidFill>
          <a:ln xmlns:a="http://schemas.openxmlformats.org/drawingml/2006/main" w="0">
            <a:noFill/>
          </a:ln>
        </p:spPr>
      </p:sp>
      <p:sp>
        <p:nvSpPr>
          <p:cNvPr id="260" name="">
            <a:extLst xmlns:a="http://schemas.openxmlformats.org/drawingml/2006/main">
              <a:ext uri="{FF2B5EF4-FFF2-40B4-BE49-F238E27FC236}">
                <a16:creationId xmlns:a16="http://schemas.microsoft.com/office/drawing/2014/main" id="{251C04FF-55F8-40FB-A3FD-9A1D0319BA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706100" y="4914900"/>
            <a:ext cx="1638300" cy="93345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l"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defPPr>
            <a:lvl1pPr algn="l"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1pPr>
            <a:lvl2pPr algn="l"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2pPr>
            <a:lvl3pPr algn="l"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3pPr>
            <a:lvl4pPr algn="l"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4pPr>
            <a:lvl5pPr algn="l"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5pPr>
            <a:lvl6pPr algn="l"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6pPr>
            <a:lvl7pPr algn="l"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7pPr>
            <a:lvl8pPr algn="l"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8pPr>
            <a:lvl9pPr algn="l"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l">
              <a:lnSpc>
                <a:spcPct val="105000"/>
              </a:lnSpc>
              <a:buNone/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pPr>
            <a:r>
              <a:rPr sz="1500" b="0">
                <a:solidFill>
                  <a:srgbClr val="1D4333"/>
                </a:solidFill>
                <a:latin typeface="Arial"/>
                <a:ea typeface="Arial"/>
                <a:cs typeface="Arial"/>
              </a:rPr>
              <a:t>Saber qué horarios</a:t>
            </a:r>
          </a:p>
          <a:p xmlns:a="http://schemas.openxmlformats.org/drawingml/2006/main">
            <a:pPr algn="l">
              <a:lnSpc>
                <a:spcPct val="105000"/>
              </a:lnSpc>
              <a:buNone/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pPr>
            <a:r>
              <a:rPr sz="1500" b="0">
                <a:solidFill>
                  <a:srgbClr val="1D4333"/>
                </a:solidFill>
                <a:latin typeface="Arial"/>
                <a:ea typeface="Arial"/>
                <a:cs typeface="Arial"/>
              </a:rPr>
              <a:t>tiene asignados</a:t>
            </a:r>
          </a:p>
          <a:p xmlns:a="http://schemas.openxmlformats.org/drawingml/2006/main">
            <a:pPr algn="l">
              <a:lnSpc>
                <a:spcPct val="105000"/>
              </a:lnSpc>
              <a:buNone/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pPr>
            <a:r>
              <a:rPr sz="1500" b="0">
                <a:solidFill>
                  <a:srgbClr val="1D4333"/>
                </a:solidFill>
                <a:latin typeface="Arial"/>
                <a:ea typeface="Arial"/>
                <a:cs typeface="Arial"/>
              </a:rPr>
              <a:t>el empleado</a:t>
            </a:r>
          </a:p>
        </p:txBody>
      </p:sp>
      <p:sp>
        <p:nvSpPr>
          <p:cNvPr id="261" name="">
            <a:extLst xmlns:a="http://schemas.openxmlformats.org/drawingml/2006/main">
              <a:ext uri="{FF2B5EF4-FFF2-40B4-BE49-F238E27FC236}">
                <a16:creationId xmlns:a16="http://schemas.microsoft.com/office/drawing/2014/main" id="{358E6948-DFC2-42DA-BE75-CEF0A1D5CD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23900" y="6229350"/>
            <a:ext cx="11668125" cy="733425"/>
          </a:xfrm>
          <a:prstGeom xmlns:a="http://schemas.openxmlformats.org/drawingml/2006/main" prst="roundRect">
            <a:avLst>
              <a:gd name="adj" fmla="val 28571"/>
            </a:avLst>
          </a:prstGeom>
          <a:solidFill xmlns:a="http://schemas.openxmlformats.org/drawingml/2006/main">
            <a:srgbClr val="BF6F49"/>
          </a:solidFill>
          <a:ln xmlns:a="http://schemas.openxmlformats.org/drawingml/2006/main" w="23813">
            <a:solidFill>
              <a:srgbClr val="955133"/>
            </a:solidFill>
          </a:ln>
        </p:spPr>
      </p:sp>
      <p:sp>
        <p:nvSpPr>
          <p:cNvPr id="262" name="">
            <a:extLst xmlns:a="http://schemas.openxmlformats.org/drawingml/2006/main">
              <a:ext uri="{FF2B5EF4-FFF2-40B4-BE49-F238E27FC236}">
                <a16:creationId xmlns:a16="http://schemas.microsoft.com/office/drawing/2014/main" id="{91EEEA1A-A639-4ABD-A552-133627296A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47750" y="6457950"/>
            <a:ext cx="11029950" cy="40005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ctr">
              <a:defRPr sz="2175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defPPr>
            <a:lvl1pPr algn="ctr">
              <a:defRPr sz="2175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lvl1pPr>
            <a:lvl2pPr algn="ctr">
              <a:defRPr sz="2175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lvl2pPr>
            <a:lvl3pPr algn="ctr">
              <a:defRPr sz="2175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lvl3pPr>
            <a:lvl4pPr algn="ctr">
              <a:defRPr sz="2175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lvl4pPr>
            <a:lvl5pPr algn="ctr">
              <a:defRPr sz="2175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lvl5pPr>
            <a:lvl6pPr algn="ctr">
              <a:defRPr sz="2175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lvl6pPr>
            <a:lvl7pPr algn="ctr">
              <a:defRPr sz="2175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lvl7pPr>
            <a:lvl8pPr algn="ctr">
              <a:defRPr sz="2175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lvl8pPr>
            <a:lvl9pPr algn="ctr">
              <a:defRPr sz="2175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ctr">
              <a:lnSpc>
                <a:spcPct val="105000"/>
              </a:lnSpc>
              <a:buNone/>
              <a:defRPr sz="2175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pPr>
            <a:r>
              <a:rPr sz="2175" b="0">
                <a:solidFill>
                  <a:srgbClr val="FFFFFF"/>
                </a:solidFill>
                <a:latin typeface="Arial"/>
                <a:ea typeface="Arial"/>
                <a:cs typeface="Arial"/>
              </a:rPr>
              <a:t>Para Juan y otros comercios de barrio: registros y turnos en una misma herramienta.</a:t>
            </a:r>
          </a:p>
        </p:txBody>
      </p:sp>
    </p:spTree>
    <p:extLst>
      <p:ext uri="{BB962C8B-B14F-4D97-AF65-F5344CB8AC3E}">
        <p14:creationId xmlns:p14="http://schemas.microsoft.com/office/powerpoint/2010/main" val="539404861"/>
      </p:ext>
    </p:extLst>
  </p:cSld>
</p:sld>
</file>

<file path=ppt/slides/slide4.xml><?xml version="1.0" encoding="utf-8"?>
<p:sld xmlns:p="http://schemas.openxmlformats.org/presentationml/2006/main">
  <p:cSld>
    <p:bg>
      <p:bgPr>
        <a:solidFill xmlns:a="http://schemas.openxmlformats.org/drawingml/2006/main">
          <a:srgbClr val="F9F9F4"/>
        </a:solidFill>
      </p:bgPr>
    </p:bg>
    <p:spTree>
      <p:nvGrpSpPr>
        <p:cNvPr id="1" name=""/>
        <p:cNvGrpSpPr/>
        <p:nvPr/>
      </p:nvGrpSpPr>
      <p:grpSpPr>
        <a:xfrm xmlns:a="http://schemas.openxmlformats.org/drawingml/2006/main"/>
      </p:grpSpPr>
      <p:sp>
        <p:nvSpPr>
          <p:cNvPr id="54" name="">
            <a:extLst xmlns:a="http://schemas.openxmlformats.org/drawingml/2006/main">
              <a:ext uri="{FF2B5EF4-FFF2-40B4-BE49-F238E27FC236}">
                <a16:creationId xmlns:a16="http://schemas.microsoft.com/office/drawing/2014/main" id="{1A97D216-5747-4EA0-A683-2DC021572CB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077700" y="7153275"/>
            <a:ext cx="990600" cy="17145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l">
              <a:defRPr sz="750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defPPr>
            <a:lvl1pPr algn="l">
              <a:defRPr sz="750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1pPr>
            <a:lvl2pPr algn="l">
              <a:defRPr sz="750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2pPr>
            <a:lvl3pPr algn="l">
              <a:defRPr sz="750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3pPr>
            <a:lvl4pPr algn="l">
              <a:defRPr sz="750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4pPr>
            <a:lvl5pPr algn="l">
              <a:defRPr sz="750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5pPr>
            <a:lvl6pPr algn="l">
              <a:defRPr sz="750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6pPr>
            <a:lvl7pPr algn="l">
              <a:defRPr sz="750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7pPr>
            <a:lvl8pPr algn="l">
              <a:defRPr sz="750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8pPr>
            <a:lvl9pPr algn="l">
              <a:defRPr sz="750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l">
              <a:lnSpc>
                <a:spcPct val="105000"/>
              </a:lnSpc>
              <a:buNone/>
              <a:defRPr sz="750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pPr>
            <a:r>
              <a:rPr sz="750" b="1">
                <a:solidFill>
                  <a:srgbClr val="111111"/>
                </a:solidFill>
                <a:latin typeface="Arial"/>
                <a:ea typeface="Arial"/>
                <a:cs typeface="Arial"/>
              </a:rPr>
              <a:t>Gemini Notebook</a:t>
            </a:r>
          </a:p>
        </p:txBody>
      </p:sp>
      <p:sp>
        <p:nvSpPr>
          <p:cNvPr id="2" name="">
            <a:extLst xmlns:a="http://schemas.openxmlformats.org/drawingml/2006/main">
              <a:ext uri="{FF2B5EF4-FFF2-40B4-BE49-F238E27FC236}">
                <a16:creationId xmlns:a16="http://schemas.microsoft.com/office/drawing/2014/main" id="{9ABA91D7-D89C-4AA7-A795-4CF4C219B6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42950" y="0"/>
            <a:ext cx="0" cy="7372350"/>
          </a:xfrm>
          <a:prstGeom xmlns:a="http://schemas.openxmlformats.org/drawingml/2006/main" prst="line">
            <a:avLst/>
          </a:prstGeom>
          <a:noFill xmlns:a="http://schemas.openxmlformats.org/drawingml/2006/main"/>
          <a:ln xmlns:a="http://schemas.openxmlformats.org/drawingml/2006/main" w="9525">
            <a:solidFill>
              <a:srgbClr val="A7B4A7"/>
            </a:solidFill>
          </a:ln>
        </p:spPr>
      </p:sp>
      <p:sp>
        <p:nvSpPr>
          <p:cNvPr id="3" name="">
            <a:extLst xmlns:a="http://schemas.openxmlformats.org/drawingml/2006/main">
              <a:ext uri="{FF2B5EF4-FFF2-40B4-BE49-F238E27FC236}">
                <a16:creationId xmlns:a16="http://schemas.microsoft.com/office/drawing/2014/main" id="{B1075415-0498-4DC6-B107-1C11C2F48C8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363450" y="0"/>
            <a:ext cx="0" cy="7372350"/>
          </a:xfrm>
          <a:prstGeom xmlns:a="http://schemas.openxmlformats.org/drawingml/2006/main" prst="line">
            <a:avLst/>
          </a:prstGeom>
          <a:noFill xmlns:a="http://schemas.openxmlformats.org/drawingml/2006/main"/>
          <a:ln xmlns:a="http://schemas.openxmlformats.org/drawingml/2006/main" w="9525">
            <a:solidFill>
              <a:srgbClr val="A7B4A7"/>
            </a:solidFill>
          </a:ln>
        </p:spPr>
      </p:sp>
      <p:sp>
        <p:nvSpPr>
          <p:cNvPr id="4" name="">
            <a:extLst xmlns:a="http://schemas.openxmlformats.org/drawingml/2006/main">
              <a:ext uri="{FF2B5EF4-FFF2-40B4-BE49-F238E27FC236}">
                <a16:creationId xmlns:a16="http://schemas.microsoft.com/office/drawing/2014/main" id="{83241F98-590E-42D2-97B9-8FF896FE7B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0" y="1171575"/>
            <a:ext cx="3190875" cy="0"/>
          </a:xfrm>
          <a:prstGeom xmlns:a="http://schemas.openxmlformats.org/drawingml/2006/main" prst="line">
            <a:avLst/>
          </a:prstGeom>
          <a:noFill xmlns:a="http://schemas.openxmlformats.org/drawingml/2006/main"/>
          <a:ln xmlns:a="http://schemas.openxmlformats.org/drawingml/2006/main" w="9525">
            <a:solidFill>
              <a:srgbClr val="A7B4A7"/>
            </a:solidFill>
          </a:ln>
        </p:spPr>
      </p:sp>
      <p:sp>
        <p:nvSpPr>
          <p:cNvPr id="5" name="">
            <a:extLst xmlns:a="http://schemas.openxmlformats.org/drawingml/2006/main">
              <a:ext uri="{FF2B5EF4-FFF2-40B4-BE49-F238E27FC236}">
                <a16:creationId xmlns:a16="http://schemas.microsoft.com/office/drawing/2014/main" id="{64EE3C19-7B9E-4C08-AAD2-CC686CE92A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991225" y="1362075"/>
            <a:ext cx="7115175" cy="0"/>
          </a:xfrm>
          <a:prstGeom xmlns:a="http://schemas.openxmlformats.org/drawingml/2006/main" prst="line">
            <a:avLst/>
          </a:prstGeom>
          <a:noFill xmlns:a="http://schemas.openxmlformats.org/drawingml/2006/main"/>
          <a:ln xmlns:a="http://schemas.openxmlformats.org/drawingml/2006/main" w="9525">
            <a:solidFill>
              <a:srgbClr val="A7B4A7"/>
            </a:solidFill>
          </a:ln>
        </p:spPr>
      </p:sp>
      <p:sp>
        <p:nvSpPr>
          <p:cNvPr id="6" name="">
            <a:extLst xmlns:a="http://schemas.openxmlformats.org/drawingml/2006/main">
              <a:ext uri="{FF2B5EF4-FFF2-40B4-BE49-F238E27FC236}">
                <a16:creationId xmlns:a16="http://schemas.microsoft.com/office/drawing/2014/main" id="{97C2ED05-B6AD-4FDF-A443-8AB1C8CDA7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0" y="6619875"/>
            <a:ext cx="3190875" cy="0"/>
          </a:xfrm>
          <a:prstGeom xmlns:a="http://schemas.openxmlformats.org/drawingml/2006/main" prst="line">
            <a:avLst/>
          </a:prstGeom>
          <a:noFill xmlns:a="http://schemas.openxmlformats.org/drawingml/2006/main"/>
          <a:ln xmlns:a="http://schemas.openxmlformats.org/drawingml/2006/main" w="9525">
            <a:solidFill>
              <a:srgbClr val="A7B4A7"/>
            </a:solidFill>
          </a:ln>
        </p:spPr>
      </p:sp>
      <p:sp>
        <p:nvSpPr>
          <p:cNvPr id="7" name="">
            <a:extLst xmlns:a="http://schemas.openxmlformats.org/drawingml/2006/main">
              <a:ext uri="{FF2B5EF4-FFF2-40B4-BE49-F238E27FC236}">
                <a16:creationId xmlns:a16="http://schemas.microsoft.com/office/drawing/2014/main" id="{EE0B20AC-9C64-41E2-9995-8C7B1FE765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991225" y="6810375"/>
            <a:ext cx="7115175" cy="0"/>
          </a:xfrm>
          <a:prstGeom xmlns:a="http://schemas.openxmlformats.org/drawingml/2006/main" prst="line">
            <a:avLst/>
          </a:prstGeom>
          <a:noFill xmlns:a="http://schemas.openxmlformats.org/drawingml/2006/main"/>
          <a:ln xmlns:a="http://schemas.openxmlformats.org/drawingml/2006/main" w="9525">
            <a:solidFill>
              <a:srgbClr val="A7B4A7"/>
            </a:solidFill>
          </a:ln>
        </p:spPr>
      </p:sp>
      <p:sp>
        <p:nvSpPr>
          <p:cNvPr id="8" name="">
            <a:extLst xmlns:a="http://schemas.openxmlformats.org/drawingml/2006/main">
              <a:ext uri="{FF2B5EF4-FFF2-40B4-BE49-F238E27FC236}">
                <a16:creationId xmlns:a16="http://schemas.microsoft.com/office/drawing/2014/main" id="{59F0866D-AE25-444D-9516-0CC43C93FC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048000" y="457200"/>
            <a:ext cx="7620000" cy="73342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l">
              <a:defRPr sz="4125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defPPr>
            <a:lvl1pPr algn="l">
              <a:defRPr sz="4125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lvl1pPr>
            <a:lvl2pPr algn="l">
              <a:defRPr sz="4125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lvl2pPr>
            <a:lvl3pPr algn="l">
              <a:defRPr sz="4125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lvl3pPr>
            <a:lvl4pPr algn="l">
              <a:defRPr sz="4125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lvl4pPr>
            <a:lvl5pPr algn="l">
              <a:defRPr sz="4125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lvl5pPr>
            <a:lvl6pPr algn="l">
              <a:defRPr sz="4125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lvl6pPr>
            <a:lvl7pPr algn="l">
              <a:defRPr sz="4125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lvl7pPr>
            <a:lvl8pPr algn="l">
              <a:defRPr sz="4125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lvl8pPr>
            <a:lvl9pPr algn="l">
              <a:defRPr sz="4125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l">
              <a:lnSpc>
                <a:spcPct val="105000"/>
              </a:lnSpc>
              <a:buNone/>
              <a:defRPr sz="4125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pPr>
            <a:r>
              <a:rPr sz="4125" b="1">
                <a:solidFill>
                  <a:srgbClr val="1D4333"/>
                </a:solidFill>
                <a:latin typeface="Arial"/>
                <a:ea typeface="Arial"/>
                <a:cs typeface="Arial"/>
              </a:rPr>
              <a:t>Bienvenida, roles y turnos</a:t>
            </a:r>
          </a:p>
        </p:txBody>
      </p:sp>
      <p:sp>
        <p:nvSpPr>
          <p:cNvPr id="9" name="">
            <a:extLst xmlns:a="http://schemas.openxmlformats.org/drawingml/2006/main">
              <a:ext uri="{FF2B5EF4-FFF2-40B4-BE49-F238E27FC236}">
                <a16:creationId xmlns:a16="http://schemas.microsoft.com/office/drawing/2014/main" id="{AD6955AE-31C0-4E1A-997E-79216B9FA5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42950" y="1181100"/>
            <a:ext cx="2419350" cy="1133475"/>
          </a:xfrm>
          <a:prstGeom xmlns:a="http://schemas.openxmlformats.org/drawingml/2006/main" prst="roundRect">
            <a:avLst>
              <a:gd name="adj" fmla="val 18487"/>
            </a:avLst>
          </a:prstGeom>
          <a:solidFill xmlns:a="http://schemas.openxmlformats.org/drawingml/2006/main">
            <a:srgbClr val="FFFFFF"/>
          </a:solidFill>
          <a:ln xmlns:a="http://schemas.openxmlformats.org/drawingml/2006/main" w="23813">
            <a:solidFill>
              <a:srgbClr val="1D4333"/>
            </a:solidFill>
          </a:ln>
        </p:spPr>
      </p:sp>
      <p:sp>
        <p:nvSpPr>
          <p:cNvPr id="10" name="">
            <a:extLst xmlns:a="http://schemas.openxmlformats.org/drawingml/2006/main">
              <a:ext uri="{FF2B5EF4-FFF2-40B4-BE49-F238E27FC236}">
                <a16:creationId xmlns:a16="http://schemas.microsoft.com/office/drawing/2014/main" id="{E7ECB365-2186-4E5F-9E4B-B69F1D9E19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09625" y="1247775"/>
            <a:ext cx="2286000" cy="400050"/>
          </a:xfrm>
          <a:prstGeom xmlns:a="http://schemas.openxmlformats.org/drawingml/2006/main" prst="roundRect">
            <a:avLst>
              <a:gd name="adj" fmla="val 50000"/>
            </a:avLst>
          </a:prstGeom>
          <a:solidFill xmlns:a="http://schemas.openxmlformats.org/drawingml/2006/main">
            <a:srgbClr val="1D4333"/>
          </a:solidFill>
          <a:ln xmlns:a="http://schemas.openxmlformats.org/drawingml/2006/main" w="0">
            <a:noFill/>
          </a:ln>
        </p:spPr>
      </p:sp>
      <p:sp>
        <p:nvSpPr>
          <p:cNvPr id="11" name="">
            <a:extLst xmlns:a="http://schemas.openxmlformats.org/drawingml/2006/main">
              <a:ext uri="{FF2B5EF4-FFF2-40B4-BE49-F238E27FC236}">
                <a16:creationId xmlns:a16="http://schemas.microsoft.com/office/drawing/2014/main" id="{1827F0AE-B3B8-4A98-A840-8A1CF3B1CC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57250" y="1323975"/>
            <a:ext cx="2190750" cy="28575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ctr">
              <a:defRPr sz="1500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defPPr>
            <a:lvl1pPr algn="ctr">
              <a:defRPr sz="1500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lvl1pPr>
            <a:lvl2pPr algn="ctr">
              <a:defRPr sz="1500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lvl2pPr>
            <a:lvl3pPr algn="ctr">
              <a:defRPr sz="1500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lvl3pPr>
            <a:lvl4pPr algn="ctr">
              <a:defRPr sz="1500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lvl4pPr>
            <a:lvl5pPr algn="ctr">
              <a:defRPr sz="1500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lvl5pPr>
            <a:lvl6pPr algn="ctr">
              <a:defRPr sz="1500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lvl6pPr>
            <a:lvl7pPr algn="ctr">
              <a:defRPr sz="1500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lvl7pPr>
            <a:lvl8pPr algn="ctr">
              <a:defRPr sz="1500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lvl8pPr>
            <a:lvl9pPr algn="ctr">
              <a:defRPr sz="1500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ctr">
              <a:lnSpc>
                <a:spcPct val="105000"/>
              </a:lnSpc>
              <a:buNone/>
              <a:defRPr sz="1500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pPr>
            <a:r>
              <a:rPr sz="15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Autenticación</a:t>
            </a:r>
          </a:p>
        </p:txBody>
      </p:sp>
      <p:sp>
        <p:nvSpPr>
          <p:cNvPr id="12" name="">
            <a:extLst xmlns:a="http://schemas.openxmlformats.org/drawingml/2006/main">
              <a:ext uri="{FF2B5EF4-FFF2-40B4-BE49-F238E27FC236}">
                <a16:creationId xmlns:a16="http://schemas.microsoft.com/office/drawing/2014/main" id="{B289442A-355C-4FD3-A12A-52225A44B1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09625" y="1762125"/>
            <a:ext cx="2286000" cy="70485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ctr"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defPPr>
            <a:lvl1pPr algn="ctr"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1pPr>
            <a:lvl2pPr algn="ctr"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2pPr>
            <a:lvl3pPr algn="ctr"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3pPr>
            <a:lvl4pPr algn="ctr"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4pPr>
            <a:lvl5pPr algn="ctr"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5pPr>
            <a:lvl6pPr algn="ctr"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6pPr>
            <a:lvl7pPr algn="ctr"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7pPr>
            <a:lvl8pPr algn="ctr"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8pPr>
            <a:lvl9pPr algn="ctr"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ctr">
              <a:lnSpc>
                <a:spcPct val="105000"/>
              </a:lnSpc>
              <a:buNone/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pPr>
            <a:r>
              <a:rPr sz="1500" b="0">
                <a:solidFill>
                  <a:srgbClr val="1D4333"/>
                </a:solidFill>
                <a:latin typeface="Arial"/>
                <a:ea typeface="Arial"/>
                <a:cs typeface="Arial"/>
              </a:rPr>
              <a:t>Registro de usuario y</a:t>
            </a:r>
          </a:p>
          <a:p xmlns:a="http://schemas.openxmlformats.org/drawingml/2006/main">
            <a:pPr algn="ctr">
              <a:lnSpc>
                <a:spcPct val="105000"/>
              </a:lnSpc>
              <a:buNone/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pPr>
            <a:r>
              <a:rPr sz="1500" b="0">
                <a:solidFill>
                  <a:srgbClr val="1D4333"/>
                </a:solidFill>
                <a:latin typeface="Arial"/>
                <a:ea typeface="Arial"/>
                <a:cs typeface="Arial"/>
              </a:rPr>
              <a:t>acceso seguro.</a:t>
            </a:r>
          </a:p>
        </p:txBody>
      </p:sp>
      <p:sp>
        <p:nvSpPr>
          <p:cNvPr id="13" name="">
            <a:extLst xmlns:a="http://schemas.openxmlformats.org/drawingml/2006/main">
              <a:ext uri="{FF2B5EF4-FFF2-40B4-BE49-F238E27FC236}">
                <a16:creationId xmlns:a16="http://schemas.microsoft.com/office/drawing/2014/main" id="{E717875A-20D9-44EF-B4E7-9642EB5B47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42950" y="2524125"/>
            <a:ext cx="2419350" cy="1133475"/>
          </a:xfrm>
          <a:prstGeom xmlns:a="http://schemas.openxmlformats.org/drawingml/2006/main" prst="roundRect">
            <a:avLst>
              <a:gd name="adj" fmla="val 18487"/>
            </a:avLst>
          </a:prstGeom>
          <a:solidFill xmlns:a="http://schemas.openxmlformats.org/drawingml/2006/main">
            <a:srgbClr val="FFFFFF"/>
          </a:solidFill>
          <a:ln xmlns:a="http://schemas.openxmlformats.org/drawingml/2006/main" w="23813">
            <a:solidFill>
              <a:srgbClr val="1D4333"/>
            </a:solidFill>
          </a:ln>
        </p:spPr>
      </p:sp>
      <p:sp>
        <p:nvSpPr>
          <p:cNvPr id="14" name="">
            <a:extLst xmlns:a="http://schemas.openxmlformats.org/drawingml/2006/main">
              <a:ext uri="{FF2B5EF4-FFF2-40B4-BE49-F238E27FC236}">
                <a16:creationId xmlns:a16="http://schemas.microsoft.com/office/drawing/2014/main" id="{5DD91DEB-A6D2-4F43-98A3-57D06737F7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09625" y="2590800"/>
            <a:ext cx="2286000" cy="400050"/>
          </a:xfrm>
          <a:prstGeom xmlns:a="http://schemas.openxmlformats.org/drawingml/2006/main" prst="roundRect">
            <a:avLst>
              <a:gd name="adj" fmla="val 50000"/>
            </a:avLst>
          </a:prstGeom>
          <a:solidFill xmlns:a="http://schemas.openxmlformats.org/drawingml/2006/main">
            <a:srgbClr val="1D4333"/>
          </a:solidFill>
          <a:ln xmlns:a="http://schemas.openxmlformats.org/drawingml/2006/main" w="0">
            <a:noFill/>
          </a:ln>
        </p:spPr>
      </p:sp>
      <p:sp>
        <p:nvSpPr>
          <p:cNvPr id="15" name="">
            <a:extLst xmlns:a="http://schemas.openxmlformats.org/drawingml/2006/main">
              <a:ext uri="{FF2B5EF4-FFF2-40B4-BE49-F238E27FC236}">
                <a16:creationId xmlns:a16="http://schemas.microsoft.com/office/drawing/2014/main" id="{0CE1E4D8-A2C2-4B64-A159-28E521E30C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57250" y="2667000"/>
            <a:ext cx="2190750" cy="28575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ctr">
              <a:defRPr sz="1500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defPPr>
            <a:lvl1pPr algn="ctr">
              <a:defRPr sz="1500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lvl1pPr>
            <a:lvl2pPr algn="ctr">
              <a:defRPr sz="1500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lvl2pPr>
            <a:lvl3pPr algn="ctr">
              <a:defRPr sz="1500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lvl3pPr>
            <a:lvl4pPr algn="ctr">
              <a:defRPr sz="1500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lvl4pPr>
            <a:lvl5pPr algn="ctr">
              <a:defRPr sz="1500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lvl5pPr>
            <a:lvl6pPr algn="ctr">
              <a:defRPr sz="1500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lvl6pPr>
            <a:lvl7pPr algn="ctr">
              <a:defRPr sz="1500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lvl7pPr>
            <a:lvl8pPr algn="ctr">
              <a:defRPr sz="1500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lvl8pPr>
            <a:lvl9pPr algn="ctr">
              <a:defRPr sz="1500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ctr">
              <a:lnSpc>
                <a:spcPct val="105000"/>
              </a:lnSpc>
              <a:buNone/>
              <a:defRPr sz="1500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pPr>
            <a:r>
              <a:rPr sz="15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Gestión de Cuentas</a:t>
            </a:r>
          </a:p>
        </p:txBody>
      </p:sp>
      <p:sp>
        <p:nvSpPr>
          <p:cNvPr id="16" name="">
            <a:extLst xmlns:a="http://schemas.openxmlformats.org/drawingml/2006/main">
              <a:ext uri="{FF2B5EF4-FFF2-40B4-BE49-F238E27FC236}">
                <a16:creationId xmlns:a16="http://schemas.microsoft.com/office/drawing/2014/main" id="{6FC3F457-4A5B-47E1-A02C-0CB93ACB60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09625" y="3105150"/>
            <a:ext cx="2286000" cy="70485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ctr"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defPPr>
            <a:lvl1pPr algn="ctr"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1pPr>
            <a:lvl2pPr algn="ctr"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2pPr>
            <a:lvl3pPr algn="ctr"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3pPr>
            <a:lvl4pPr algn="ctr"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4pPr>
            <a:lvl5pPr algn="ctr"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5pPr>
            <a:lvl6pPr algn="ctr"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6pPr>
            <a:lvl7pPr algn="ctr"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7pPr>
            <a:lvl8pPr algn="ctr"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8pPr>
            <a:lvl9pPr algn="ctr"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ctr">
              <a:lnSpc>
                <a:spcPct val="105000"/>
              </a:lnSpc>
              <a:buNone/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pPr>
            <a:r>
              <a:rPr sz="1500" b="0">
                <a:solidFill>
                  <a:srgbClr val="1D4333"/>
                </a:solidFill>
                <a:latin typeface="Arial"/>
                <a:ea typeface="Arial"/>
                <a:cs typeface="Arial"/>
              </a:rPr>
              <a:t>El dueño administra el</a:t>
            </a:r>
          </a:p>
          <a:p xmlns:a="http://schemas.openxmlformats.org/drawingml/2006/main">
            <a:pPr algn="ctr">
              <a:lnSpc>
                <a:spcPct val="105000"/>
              </a:lnSpc>
              <a:buNone/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pPr>
            <a:r>
              <a:rPr sz="1500" b="0">
                <a:solidFill>
                  <a:srgbClr val="1D4333"/>
                </a:solidFill>
                <a:latin typeface="Arial"/>
                <a:ea typeface="Arial"/>
                <a:cs typeface="Arial"/>
              </a:rPr>
              <a:t>perfil del comercio.</a:t>
            </a:r>
          </a:p>
        </p:txBody>
      </p:sp>
      <p:sp>
        <p:nvSpPr>
          <p:cNvPr id="17" name="">
            <a:extLst xmlns:a="http://schemas.openxmlformats.org/drawingml/2006/main">
              <a:ext uri="{FF2B5EF4-FFF2-40B4-BE49-F238E27FC236}">
                <a16:creationId xmlns:a16="http://schemas.microsoft.com/office/drawing/2014/main" id="{8F3472A8-2158-4E6F-8E0E-FB6468C836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42950" y="3876675"/>
            <a:ext cx="2419350" cy="1419225"/>
          </a:xfrm>
          <a:prstGeom xmlns:a="http://schemas.openxmlformats.org/drawingml/2006/main" prst="roundRect">
            <a:avLst>
              <a:gd name="adj" fmla="val 14765"/>
            </a:avLst>
          </a:prstGeom>
          <a:solidFill xmlns:a="http://schemas.openxmlformats.org/drawingml/2006/main">
            <a:srgbClr val="FFFFFF"/>
          </a:solidFill>
          <a:ln xmlns:a="http://schemas.openxmlformats.org/drawingml/2006/main" w="23813">
            <a:solidFill>
              <a:srgbClr val="1D4333"/>
            </a:solidFill>
          </a:ln>
        </p:spPr>
      </p:sp>
      <p:sp>
        <p:nvSpPr>
          <p:cNvPr id="18" name="">
            <a:extLst xmlns:a="http://schemas.openxmlformats.org/drawingml/2006/main">
              <a:ext uri="{FF2B5EF4-FFF2-40B4-BE49-F238E27FC236}">
                <a16:creationId xmlns:a16="http://schemas.microsoft.com/office/drawing/2014/main" id="{9F6B298D-878C-4DEF-9F7F-E0CD06E2AA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09625" y="3943350"/>
            <a:ext cx="2286000" cy="400050"/>
          </a:xfrm>
          <a:prstGeom xmlns:a="http://schemas.openxmlformats.org/drawingml/2006/main" prst="roundRect">
            <a:avLst>
              <a:gd name="adj" fmla="val 50000"/>
            </a:avLst>
          </a:prstGeom>
          <a:solidFill xmlns:a="http://schemas.openxmlformats.org/drawingml/2006/main">
            <a:srgbClr val="1D4333"/>
          </a:solidFill>
          <a:ln xmlns:a="http://schemas.openxmlformats.org/drawingml/2006/main" w="0">
            <a:noFill/>
          </a:ln>
        </p:spPr>
      </p:sp>
      <p:sp>
        <p:nvSpPr>
          <p:cNvPr id="19" name="">
            <a:extLst xmlns:a="http://schemas.openxmlformats.org/drawingml/2006/main">
              <a:ext uri="{FF2B5EF4-FFF2-40B4-BE49-F238E27FC236}">
                <a16:creationId xmlns:a16="http://schemas.microsoft.com/office/drawing/2014/main" id="{83D75B1F-73A1-45FA-9EB6-365A516ACD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57250" y="4019550"/>
            <a:ext cx="2190750" cy="28575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ctr">
              <a:defRPr sz="1500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defPPr>
            <a:lvl1pPr algn="ctr">
              <a:defRPr sz="1500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lvl1pPr>
            <a:lvl2pPr algn="ctr">
              <a:defRPr sz="1500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lvl2pPr>
            <a:lvl3pPr algn="ctr">
              <a:defRPr sz="1500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lvl3pPr>
            <a:lvl4pPr algn="ctr">
              <a:defRPr sz="1500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lvl4pPr>
            <a:lvl5pPr algn="ctr">
              <a:defRPr sz="1500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lvl5pPr>
            <a:lvl6pPr algn="ctr">
              <a:defRPr sz="1500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lvl6pPr>
            <a:lvl7pPr algn="ctr">
              <a:defRPr sz="1500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lvl7pPr>
            <a:lvl8pPr algn="ctr">
              <a:defRPr sz="1500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lvl8pPr>
            <a:lvl9pPr algn="ctr">
              <a:defRPr sz="1500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ctr">
              <a:lnSpc>
                <a:spcPct val="105000"/>
              </a:lnSpc>
              <a:buNone/>
              <a:defRPr sz="1500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pPr>
            <a:r>
              <a:rPr sz="15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Roles en Acción</a:t>
            </a:r>
          </a:p>
        </p:txBody>
      </p:sp>
      <p:sp>
        <p:nvSpPr>
          <p:cNvPr id="20" name="">
            <a:extLst xmlns:a="http://schemas.openxmlformats.org/drawingml/2006/main">
              <a:ext uri="{FF2B5EF4-FFF2-40B4-BE49-F238E27FC236}">
                <a16:creationId xmlns:a16="http://schemas.microsoft.com/office/drawing/2014/main" id="{D9092690-8A04-4B1A-99EC-65567012CF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09625" y="4457700"/>
            <a:ext cx="2286000" cy="99060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ctr"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defPPr>
            <a:lvl1pPr algn="ctr"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1pPr>
            <a:lvl2pPr algn="ctr"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2pPr>
            <a:lvl3pPr algn="ctr"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3pPr>
            <a:lvl4pPr algn="ctr"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4pPr>
            <a:lvl5pPr algn="ctr"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5pPr>
            <a:lvl6pPr algn="ctr"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6pPr>
            <a:lvl7pPr algn="ctr"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7pPr>
            <a:lvl8pPr algn="ctr"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8pPr>
            <a:lvl9pPr algn="ctr"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ctr">
              <a:lnSpc>
                <a:spcPct val="105000"/>
              </a:lnSpc>
              <a:buNone/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pPr>
            <a:r>
              <a:rPr sz="1500" b="0">
                <a:solidFill>
                  <a:srgbClr val="1D4333"/>
                </a:solidFill>
                <a:latin typeface="Arial"/>
                <a:ea typeface="Arial"/>
                <a:cs typeface="Arial"/>
              </a:rPr>
              <a:t>Las opciones de la interfaz</a:t>
            </a:r>
          </a:p>
          <a:p xmlns:a="http://schemas.openxmlformats.org/drawingml/2006/main">
            <a:pPr algn="ctr">
              <a:lnSpc>
                <a:spcPct val="105000"/>
              </a:lnSpc>
              <a:buNone/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pPr>
            <a:r>
              <a:rPr sz="1500" b="0">
                <a:solidFill>
                  <a:srgbClr val="1D4333"/>
                </a:solidFill>
                <a:latin typeface="Arial"/>
                <a:ea typeface="Arial"/>
                <a:cs typeface="Arial"/>
              </a:rPr>
              <a:t>se adaptan según el rol</a:t>
            </a:r>
          </a:p>
          <a:p xmlns:a="http://schemas.openxmlformats.org/drawingml/2006/main">
            <a:pPr algn="ctr">
              <a:lnSpc>
                <a:spcPct val="105000"/>
              </a:lnSpc>
              <a:buNone/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pPr>
            <a:r>
              <a:rPr sz="1500" b="0">
                <a:solidFill>
                  <a:srgbClr val="1D4333"/>
                </a:solidFill>
                <a:latin typeface="Arial"/>
                <a:ea typeface="Arial"/>
                <a:cs typeface="Arial"/>
              </a:rPr>
              <a:t>(Dueño vs. Empleado).</a:t>
            </a:r>
          </a:p>
        </p:txBody>
      </p:sp>
      <p:sp>
        <p:nvSpPr>
          <p:cNvPr id="21" name="">
            <a:extLst xmlns:a="http://schemas.openxmlformats.org/drawingml/2006/main">
              <a:ext uri="{FF2B5EF4-FFF2-40B4-BE49-F238E27FC236}">
                <a16:creationId xmlns:a16="http://schemas.microsoft.com/office/drawing/2014/main" id="{1DDB3D96-E153-47F1-A00D-AE2283AE4F9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42950" y="5505450"/>
            <a:ext cx="2419350" cy="1133475"/>
          </a:xfrm>
          <a:prstGeom xmlns:a="http://schemas.openxmlformats.org/drawingml/2006/main" prst="roundRect">
            <a:avLst>
              <a:gd name="adj" fmla="val 18487"/>
            </a:avLst>
          </a:prstGeom>
          <a:solidFill xmlns:a="http://schemas.openxmlformats.org/drawingml/2006/main">
            <a:srgbClr val="FFFFFF"/>
          </a:solidFill>
          <a:ln xmlns:a="http://schemas.openxmlformats.org/drawingml/2006/main" w="23813">
            <a:solidFill>
              <a:srgbClr val="1D4333"/>
            </a:solidFill>
          </a:ln>
        </p:spPr>
      </p:sp>
      <p:sp>
        <p:nvSpPr>
          <p:cNvPr id="22" name="">
            <a:extLst xmlns:a="http://schemas.openxmlformats.org/drawingml/2006/main">
              <a:ext uri="{FF2B5EF4-FFF2-40B4-BE49-F238E27FC236}">
                <a16:creationId xmlns:a16="http://schemas.microsoft.com/office/drawing/2014/main" id="{BDC0FB38-FFFB-407C-A8B8-3B0FAE43D6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09625" y="5572125"/>
            <a:ext cx="2286000" cy="400050"/>
          </a:xfrm>
          <a:prstGeom xmlns:a="http://schemas.openxmlformats.org/drawingml/2006/main" prst="roundRect">
            <a:avLst>
              <a:gd name="adj" fmla="val 50000"/>
            </a:avLst>
          </a:prstGeom>
          <a:solidFill xmlns:a="http://schemas.openxmlformats.org/drawingml/2006/main">
            <a:srgbClr val="1D4333"/>
          </a:solidFill>
          <a:ln xmlns:a="http://schemas.openxmlformats.org/drawingml/2006/main" w="0">
            <a:noFill/>
          </a:ln>
        </p:spPr>
      </p:sp>
      <p:sp>
        <p:nvSpPr>
          <p:cNvPr id="23" name="">
            <a:extLst xmlns:a="http://schemas.openxmlformats.org/drawingml/2006/main">
              <a:ext uri="{FF2B5EF4-FFF2-40B4-BE49-F238E27FC236}">
                <a16:creationId xmlns:a16="http://schemas.microsoft.com/office/drawing/2014/main" id="{887B2C6A-A5AF-4B88-8821-2239615126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57250" y="5648325"/>
            <a:ext cx="2190750" cy="28575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ctr">
              <a:defRPr sz="1500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defPPr>
            <a:lvl1pPr algn="ctr">
              <a:defRPr sz="1500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lvl1pPr>
            <a:lvl2pPr algn="ctr">
              <a:defRPr sz="1500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lvl2pPr>
            <a:lvl3pPr algn="ctr">
              <a:defRPr sz="1500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lvl3pPr>
            <a:lvl4pPr algn="ctr">
              <a:defRPr sz="1500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lvl4pPr>
            <a:lvl5pPr algn="ctr">
              <a:defRPr sz="1500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lvl5pPr>
            <a:lvl6pPr algn="ctr">
              <a:defRPr sz="1500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lvl6pPr>
            <a:lvl7pPr algn="ctr">
              <a:defRPr sz="1500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lvl7pPr>
            <a:lvl8pPr algn="ctr">
              <a:defRPr sz="1500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lvl8pPr>
            <a:lvl9pPr algn="ctr">
              <a:defRPr sz="1500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ctr">
              <a:lnSpc>
                <a:spcPct val="105000"/>
              </a:lnSpc>
              <a:buNone/>
              <a:defRPr sz="1500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pPr>
            <a:r>
              <a:rPr sz="1500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Asignación de Turnos</a:t>
            </a:r>
          </a:p>
        </p:txBody>
      </p:sp>
      <p:sp>
        <p:nvSpPr>
          <p:cNvPr id="24" name="">
            <a:extLst xmlns:a="http://schemas.openxmlformats.org/drawingml/2006/main">
              <a:ext uri="{FF2B5EF4-FFF2-40B4-BE49-F238E27FC236}">
                <a16:creationId xmlns:a16="http://schemas.microsoft.com/office/drawing/2014/main" id="{968F176D-2164-4818-825A-4E9E5E4B00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09625" y="6086475"/>
            <a:ext cx="2286000" cy="70485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ctr"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defPPr>
            <a:lvl1pPr algn="ctr"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1pPr>
            <a:lvl2pPr algn="ctr"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2pPr>
            <a:lvl3pPr algn="ctr"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3pPr>
            <a:lvl4pPr algn="ctr"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4pPr>
            <a:lvl5pPr algn="ctr"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5pPr>
            <a:lvl6pPr algn="ctr"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6pPr>
            <a:lvl7pPr algn="ctr"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7pPr>
            <a:lvl8pPr algn="ctr"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8pPr>
            <a:lvl9pPr algn="ctr"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ctr">
              <a:lnSpc>
                <a:spcPct val="105000"/>
              </a:lnSpc>
              <a:buNone/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pPr>
            <a:r>
              <a:rPr sz="1500" b="0">
                <a:solidFill>
                  <a:srgbClr val="1D4333"/>
                </a:solidFill>
                <a:latin typeface="Arial"/>
                <a:ea typeface="Arial"/>
                <a:cs typeface="Arial"/>
              </a:rPr>
              <a:t>Organización de la</a:t>
            </a:r>
          </a:p>
          <a:p xmlns:a="http://schemas.openxmlformats.org/drawingml/2006/main">
            <a:pPr algn="ctr">
              <a:lnSpc>
                <a:spcPct val="105000"/>
              </a:lnSpc>
              <a:buNone/>
              <a:defRPr sz="150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pPr>
            <a:r>
              <a:rPr sz="1500" b="0">
                <a:solidFill>
                  <a:srgbClr val="1D4333"/>
                </a:solidFill>
                <a:latin typeface="Arial"/>
                <a:ea typeface="Arial"/>
                <a:cs typeface="Arial"/>
              </a:rPr>
              <a:t>jornada laboral en la app.</a:t>
            </a:r>
          </a:p>
        </p:txBody>
      </p:sp>
      <p:sp>
        <p:nvSpPr>
          <p:cNvPr id="25" name="">
            <a:extLst xmlns:a="http://schemas.openxmlformats.org/drawingml/2006/main">
              <a:ext uri="{FF2B5EF4-FFF2-40B4-BE49-F238E27FC236}">
                <a16:creationId xmlns:a16="http://schemas.microsoft.com/office/drawing/2014/main" id="{C849F6ED-B199-479C-B6F4-3932180F32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552825" y="1866900"/>
            <a:ext cx="2181225" cy="4581525"/>
          </a:xfrm>
          <a:prstGeom xmlns:a="http://schemas.openxmlformats.org/drawingml/2006/main" prst="rect">
            <a:avLst/>
          </a:prstGeom>
          <a:solidFill xmlns:a="http://schemas.openxmlformats.org/drawingml/2006/main">
            <a:srgbClr val="F5F2E8"/>
          </a:solidFill>
          <a:ln xmlns:a="http://schemas.openxmlformats.org/drawingml/2006/main" w="0">
            <a:noFill/>
          </a:ln>
        </p:spPr>
      </p:sp>
      <p:sp>
        <p:nvSpPr>
          <p:cNvPr id="26" name="phone4 vector #f7f6eb">
            <a:extLst xmlns:a="http://schemas.openxmlformats.org/drawingml/2006/main">
              <a:ext uri="{FF2B5EF4-FFF2-40B4-BE49-F238E27FC236}">
                <a16:creationId xmlns:a16="http://schemas.microsoft.com/office/drawing/2014/main" id="{C6A8B4A7-C631-4CC4-98B0-5BA0CAF78AA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552825" y="1866900"/>
            <a:ext cx="2181225" cy="4581525"/>
          </a:xfrm>
          <a:custGeom xmlns:a="http://schemas.openxmlformats.org/drawingml/2006/main">
            <a:pathLst>
              <a:path w="1847850" h="3886200">
                <a:moveTo>
                  <a:pt x="28575" y="0"/>
                </a:moveTo>
                <a:lnTo>
                  <a:pt x="38100" y="0"/>
                </a:lnTo>
                <a:lnTo>
                  <a:pt x="38100" y="9525"/>
                </a:lnTo>
                <a:lnTo>
                  <a:pt x="28575" y="9525"/>
                </a:lnTo>
                <a:close/>
                <a:moveTo>
                  <a:pt x="1657350" y="0"/>
                </a:moveTo>
                <a:lnTo>
                  <a:pt x="1685925" y="0"/>
                </a:lnTo>
                <a:lnTo>
                  <a:pt x="1685925" y="9525"/>
                </a:lnTo>
                <a:lnTo>
                  <a:pt x="1676400" y="9525"/>
                </a:lnTo>
                <a:lnTo>
                  <a:pt x="1676400" y="28575"/>
                </a:lnTo>
                <a:lnTo>
                  <a:pt x="1685925" y="28575"/>
                </a:lnTo>
                <a:lnTo>
                  <a:pt x="1685925" y="38100"/>
                </a:lnTo>
                <a:lnTo>
                  <a:pt x="1666875" y="38100"/>
                </a:lnTo>
                <a:lnTo>
                  <a:pt x="1666875" y="28575"/>
                </a:lnTo>
                <a:lnTo>
                  <a:pt x="1657350" y="28575"/>
                </a:lnTo>
                <a:lnTo>
                  <a:pt x="1657350" y="19050"/>
                </a:lnTo>
                <a:lnTo>
                  <a:pt x="1666875" y="19050"/>
                </a:lnTo>
                <a:lnTo>
                  <a:pt x="1666875" y="9525"/>
                </a:lnTo>
                <a:lnTo>
                  <a:pt x="1657350" y="9525"/>
                </a:lnTo>
                <a:close/>
                <a:moveTo>
                  <a:pt x="1819275" y="0"/>
                </a:moveTo>
                <a:lnTo>
                  <a:pt x="1828800" y="0"/>
                </a:lnTo>
                <a:lnTo>
                  <a:pt x="1828800" y="19050"/>
                </a:lnTo>
                <a:lnTo>
                  <a:pt x="1809750" y="19050"/>
                </a:lnTo>
                <a:lnTo>
                  <a:pt x="1809750" y="9525"/>
                </a:lnTo>
                <a:lnTo>
                  <a:pt x="1819275" y="9525"/>
                </a:lnTo>
                <a:close/>
                <a:moveTo>
                  <a:pt x="1838325" y="0"/>
                </a:moveTo>
                <a:lnTo>
                  <a:pt x="1847850" y="0"/>
                </a:lnTo>
                <a:lnTo>
                  <a:pt x="1847850" y="9525"/>
                </a:lnTo>
                <a:lnTo>
                  <a:pt x="1838325" y="9525"/>
                </a:lnTo>
                <a:close/>
                <a:moveTo>
                  <a:pt x="1619250" y="9525"/>
                </a:moveTo>
                <a:lnTo>
                  <a:pt x="1628775" y="9525"/>
                </a:lnTo>
                <a:lnTo>
                  <a:pt x="1628775" y="19050"/>
                </a:lnTo>
                <a:lnTo>
                  <a:pt x="1619250" y="19050"/>
                </a:lnTo>
                <a:close/>
                <a:moveTo>
                  <a:pt x="1724025" y="19050"/>
                </a:moveTo>
                <a:lnTo>
                  <a:pt x="1733550" y="19050"/>
                </a:lnTo>
                <a:lnTo>
                  <a:pt x="1733550" y="28575"/>
                </a:lnTo>
                <a:lnTo>
                  <a:pt x="1724025" y="28575"/>
                </a:lnTo>
                <a:close/>
                <a:moveTo>
                  <a:pt x="219075" y="38100"/>
                </a:moveTo>
                <a:lnTo>
                  <a:pt x="238125" y="38100"/>
                </a:lnTo>
                <a:lnTo>
                  <a:pt x="238125" y="57150"/>
                </a:lnTo>
                <a:lnTo>
                  <a:pt x="209550" y="57150"/>
                </a:lnTo>
                <a:lnTo>
                  <a:pt x="209550" y="66675"/>
                </a:lnTo>
                <a:lnTo>
                  <a:pt x="190500" y="66675"/>
                </a:lnTo>
                <a:lnTo>
                  <a:pt x="190500" y="76200"/>
                </a:lnTo>
                <a:lnTo>
                  <a:pt x="180975" y="76200"/>
                </a:lnTo>
                <a:lnTo>
                  <a:pt x="180975" y="85725"/>
                </a:lnTo>
                <a:lnTo>
                  <a:pt x="161925" y="85725"/>
                </a:lnTo>
                <a:lnTo>
                  <a:pt x="161925" y="76200"/>
                </a:lnTo>
                <a:lnTo>
                  <a:pt x="171450" y="76200"/>
                </a:lnTo>
                <a:lnTo>
                  <a:pt x="171450" y="57150"/>
                </a:lnTo>
                <a:lnTo>
                  <a:pt x="190500" y="57150"/>
                </a:lnTo>
                <a:lnTo>
                  <a:pt x="190500" y="47625"/>
                </a:lnTo>
                <a:lnTo>
                  <a:pt x="219075" y="47625"/>
                </a:lnTo>
                <a:close/>
                <a:moveTo>
                  <a:pt x="38100" y="47625"/>
                </a:moveTo>
                <a:lnTo>
                  <a:pt x="47625" y="47625"/>
                </a:lnTo>
                <a:lnTo>
                  <a:pt x="47625" y="57150"/>
                </a:lnTo>
                <a:lnTo>
                  <a:pt x="38100" y="57150"/>
                </a:lnTo>
                <a:close/>
                <a:moveTo>
                  <a:pt x="1666875" y="57150"/>
                </a:moveTo>
                <a:lnTo>
                  <a:pt x="1685925" y="57150"/>
                </a:lnTo>
                <a:lnTo>
                  <a:pt x="1685925" y="76200"/>
                </a:lnTo>
                <a:lnTo>
                  <a:pt x="1676400" y="76200"/>
                </a:lnTo>
                <a:lnTo>
                  <a:pt x="1676400" y="66675"/>
                </a:lnTo>
                <a:lnTo>
                  <a:pt x="1666875" y="66675"/>
                </a:lnTo>
                <a:close/>
                <a:moveTo>
                  <a:pt x="1685925" y="76200"/>
                </a:moveTo>
                <a:lnTo>
                  <a:pt x="1704975" y="76200"/>
                </a:lnTo>
                <a:lnTo>
                  <a:pt x="1704975" y="85725"/>
                </a:lnTo>
                <a:lnTo>
                  <a:pt x="1685925" y="85725"/>
                </a:lnTo>
                <a:close/>
                <a:moveTo>
                  <a:pt x="1838325" y="114300"/>
                </a:moveTo>
                <a:lnTo>
                  <a:pt x="1847850" y="114300"/>
                </a:lnTo>
                <a:lnTo>
                  <a:pt x="1847850" y="123825"/>
                </a:lnTo>
                <a:lnTo>
                  <a:pt x="1838325" y="123825"/>
                </a:lnTo>
                <a:close/>
                <a:moveTo>
                  <a:pt x="1800225" y="180975"/>
                </a:moveTo>
                <a:lnTo>
                  <a:pt x="1819275" y="180975"/>
                </a:lnTo>
                <a:lnTo>
                  <a:pt x="1819275" y="190500"/>
                </a:lnTo>
                <a:lnTo>
                  <a:pt x="1809750" y="190500"/>
                </a:lnTo>
                <a:lnTo>
                  <a:pt x="1809750" y="200025"/>
                </a:lnTo>
                <a:lnTo>
                  <a:pt x="1819275" y="200025"/>
                </a:lnTo>
                <a:lnTo>
                  <a:pt x="1819275" y="209550"/>
                </a:lnTo>
                <a:lnTo>
                  <a:pt x="1809750" y="209550"/>
                </a:lnTo>
                <a:lnTo>
                  <a:pt x="1809750" y="219075"/>
                </a:lnTo>
                <a:lnTo>
                  <a:pt x="1800225" y="219075"/>
                </a:lnTo>
                <a:close/>
                <a:moveTo>
                  <a:pt x="57150" y="190500"/>
                </a:moveTo>
                <a:lnTo>
                  <a:pt x="66675" y="190500"/>
                </a:lnTo>
                <a:lnTo>
                  <a:pt x="66675" y="209550"/>
                </a:lnTo>
                <a:lnTo>
                  <a:pt x="57150" y="209550"/>
                </a:lnTo>
                <a:lnTo>
                  <a:pt x="57150" y="228600"/>
                </a:lnTo>
                <a:lnTo>
                  <a:pt x="47625" y="228600"/>
                </a:lnTo>
                <a:lnTo>
                  <a:pt x="47625" y="200025"/>
                </a:lnTo>
                <a:lnTo>
                  <a:pt x="57150" y="200025"/>
                </a:lnTo>
                <a:close/>
                <a:moveTo>
                  <a:pt x="0" y="209550"/>
                </a:moveTo>
                <a:lnTo>
                  <a:pt x="19050" y="209550"/>
                </a:lnTo>
                <a:lnTo>
                  <a:pt x="19050" y="228600"/>
                </a:lnTo>
                <a:lnTo>
                  <a:pt x="0" y="228600"/>
                </a:lnTo>
                <a:close/>
                <a:moveTo>
                  <a:pt x="1838325" y="209550"/>
                </a:moveTo>
                <a:lnTo>
                  <a:pt x="1847850" y="209550"/>
                </a:lnTo>
                <a:lnTo>
                  <a:pt x="1847850" y="228600"/>
                </a:lnTo>
                <a:lnTo>
                  <a:pt x="1838325" y="228600"/>
                </a:lnTo>
                <a:close/>
                <a:moveTo>
                  <a:pt x="28575" y="238125"/>
                </a:moveTo>
                <a:lnTo>
                  <a:pt x="47625" y="238125"/>
                </a:lnTo>
                <a:lnTo>
                  <a:pt x="47625" y="247650"/>
                </a:lnTo>
                <a:lnTo>
                  <a:pt x="38100" y="247650"/>
                </a:lnTo>
                <a:lnTo>
                  <a:pt x="38100" y="257175"/>
                </a:lnTo>
                <a:lnTo>
                  <a:pt x="28575" y="257175"/>
                </a:lnTo>
                <a:close/>
                <a:moveTo>
                  <a:pt x="1838325" y="238125"/>
                </a:moveTo>
                <a:lnTo>
                  <a:pt x="1847850" y="238125"/>
                </a:lnTo>
                <a:lnTo>
                  <a:pt x="1847850" y="247650"/>
                </a:lnTo>
                <a:lnTo>
                  <a:pt x="1838325" y="247650"/>
                </a:lnTo>
                <a:close/>
                <a:moveTo>
                  <a:pt x="1828800" y="266700"/>
                </a:moveTo>
                <a:lnTo>
                  <a:pt x="1838325" y="266700"/>
                </a:lnTo>
                <a:lnTo>
                  <a:pt x="1838325" y="285750"/>
                </a:lnTo>
                <a:lnTo>
                  <a:pt x="1828800" y="285750"/>
                </a:lnTo>
                <a:close/>
                <a:moveTo>
                  <a:pt x="1838325" y="419100"/>
                </a:moveTo>
                <a:lnTo>
                  <a:pt x="1847850" y="419100"/>
                </a:lnTo>
                <a:lnTo>
                  <a:pt x="1847850" y="428625"/>
                </a:lnTo>
                <a:lnTo>
                  <a:pt x="1838325" y="428625"/>
                </a:lnTo>
                <a:close/>
                <a:moveTo>
                  <a:pt x="1838325" y="447675"/>
                </a:moveTo>
                <a:lnTo>
                  <a:pt x="1847850" y="447675"/>
                </a:lnTo>
                <a:lnTo>
                  <a:pt x="1847850" y="495300"/>
                </a:lnTo>
                <a:lnTo>
                  <a:pt x="1838325" y="495300"/>
                </a:lnTo>
                <a:close/>
                <a:moveTo>
                  <a:pt x="1838325" y="523875"/>
                </a:moveTo>
                <a:lnTo>
                  <a:pt x="1847850" y="523875"/>
                </a:lnTo>
                <a:lnTo>
                  <a:pt x="1847850" y="533400"/>
                </a:lnTo>
                <a:lnTo>
                  <a:pt x="1838325" y="533400"/>
                </a:lnTo>
                <a:close/>
                <a:moveTo>
                  <a:pt x="1838325" y="561975"/>
                </a:moveTo>
                <a:lnTo>
                  <a:pt x="1847850" y="561975"/>
                </a:lnTo>
                <a:lnTo>
                  <a:pt x="1847850" y="571500"/>
                </a:lnTo>
                <a:lnTo>
                  <a:pt x="1838325" y="571500"/>
                </a:lnTo>
                <a:close/>
                <a:moveTo>
                  <a:pt x="285750" y="704850"/>
                </a:moveTo>
                <a:lnTo>
                  <a:pt x="295275" y="704850"/>
                </a:lnTo>
                <a:lnTo>
                  <a:pt x="295275" y="714375"/>
                </a:lnTo>
                <a:lnTo>
                  <a:pt x="285750" y="714375"/>
                </a:lnTo>
                <a:close/>
                <a:moveTo>
                  <a:pt x="9525" y="942975"/>
                </a:moveTo>
                <a:lnTo>
                  <a:pt x="19050" y="942975"/>
                </a:lnTo>
                <a:lnTo>
                  <a:pt x="19050" y="971550"/>
                </a:lnTo>
                <a:lnTo>
                  <a:pt x="9525" y="971550"/>
                </a:lnTo>
                <a:lnTo>
                  <a:pt x="9525" y="1057275"/>
                </a:lnTo>
                <a:lnTo>
                  <a:pt x="0" y="1057275"/>
                </a:lnTo>
                <a:lnTo>
                  <a:pt x="0" y="952500"/>
                </a:lnTo>
                <a:lnTo>
                  <a:pt x="9525" y="952500"/>
                </a:lnTo>
                <a:close/>
                <a:moveTo>
                  <a:pt x="1838325" y="1057275"/>
                </a:moveTo>
                <a:lnTo>
                  <a:pt x="1847850" y="1057275"/>
                </a:lnTo>
                <a:lnTo>
                  <a:pt x="1847850" y="1114425"/>
                </a:lnTo>
                <a:lnTo>
                  <a:pt x="1838325" y="1114425"/>
                </a:lnTo>
                <a:close/>
                <a:moveTo>
                  <a:pt x="685800" y="1152525"/>
                </a:moveTo>
                <a:lnTo>
                  <a:pt x="1647825" y="1152525"/>
                </a:lnTo>
                <a:lnTo>
                  <a:pt x="1647825" y="1162050"/>
                </a:lnTo>
                <a:lnTo>
                  <a:pt x="1657350" y="1162050"/>
                </a:lnTo>
                <a:lnTo>
                  <a:pt x="1657350" y="1171575"/>
                </a:lnTo>
                <a:lnTo>
                  <a:pt x="1666875" y="1171575"/>
                </a:lnTo>
                <a:lnTo>
                  <a:pt x="1666875" y="1314450"/>
                </a:lnTo>
                <a:lnTo>
                  <a:pt x="1657350" y="1314450"/>
                </a:lnTo>
                <a:lnTo>
                  <a:pt x="1657350" y="1323975"/>
                </a:lnTo>
                <a:lnTo>
                  <a:pt x="1647825" y="1323975"/>
                </a:lnTo>
                <a:lnTo>
                  <a:pt x="1647825" y="1333500"/>
                </a:lnTo>
                <a:lnTo>
                  <a:pt x="1476375" y="1333500"/>
                </a:lnTo>
                <a:lnTo>
                  <a:pt x="1476375" y="1323975"/>
                </a:lnTo>
                <a:lnTo>
                  <a:pt x="1428750" y="1323975"/>
                </a:lnTo>
                <a:lnTo>
                  <a:pt x="1428750" y="1333500"/>
                </a:lnTo>
                <a:lnTo>
                  <a:pt x="1019175" y="1333500"/>
                </a:lnTo>
                <a:lnTo>
                  <a:pt x="1019175" y="1323975"/>
                </a:lnTo>
                <a:lnTo>
                  <a:pt x="1009650" y="1323975"/>
                </a:lnTo>
                <a:lnTo>
                  <a:pt x="1009650" y="1333500"/>
                </a:lnTo>
                <a:lnTo>
                  <a:pt x="704850" y="1333500"/>
                </a:lnTo>
                <a:lnTo>
                  <a:pt x="704850" y="1323975"/>
                </a:lnTo>
                <a:lnTo>
                  <a:pt x="685800" y="1323975"/>
                </a:lnTo>
                <a:lnTo>
                  <a:pt x="685800" y="1314450"/>
                </a:lnTo>
                <a:lnTo>
                  <a:pt x="704850" y="1314450"/>
                </a:lnTo>
                <a:lnTo>
                  <a:pt x="704850" y="1295400"/>
                </a:lnTo>
                <a:lnTo>
                  <a:pt x="714375" y="1295400"/>
                </a:lnTo>
                <a:lnTo>
                  <a:pt x="714375" y="1285875"/>
                </a:lnTo>
                <a:lnTo>
                  <a:pt x="704850" y="1285875"/>
                </a:lnTo>
                <a:lnTo>
                  <a:pt x="704850" y="1181100"/>
                </a:lnTo>
                <a:lnTo>
                  <a:pt x="695325" y="1181100"/>
                </a:lnTo>
                <a:lnTo>
                  <a:pt x="695325" y="1171575"/>
                </a:lnTo>
                <a:lnTo>
                  <a:pt x="685800" y="1171575"/>
                </a:lnTo>
                <a:close/>
                <a:moveTo>
                  <a:pt x="180975" y="1257300"/>
                </a:moveTo>
                <a:lnTo>
                  <a:pt x="200025" y="1257300"/>
                </a:lnTo>
                <a:lnTo>
                  <a:pt x="200025" y="1276350"/>
                </a:lnTo>
                <a:lnTo>
                  <a:pt x="180975" y="1276350"/>
                </a:lnTo>
                <a:close/>
                <a:moveTo>
                  <a:pt x="809625" y="1257300"/>
                </a:moveTo>
                <a:lnTo>
                  <a:pt x="819150" y="1257300"/>
                </a:lnTo>
                <a:lnTo>
                  <a:pt x="819150" y="1266825"/>
                </a:lnTo>
                <a:lnTo>
                  <a:pt x="828675" y="1266825"/>
                </a:lnTo>
                <a:lnTo>
                  <a:pt x="828675" y="1276350"/>
                </a:lnTo>
                <a:lnTo>
                  <a:pt x="838200" y="1276350"/>
                </a:lnTo>
                <a:lnTo>
                  <a:pt x="838200" y="1285875"/>
                </a:lnTo>
                <a:lnTo>
                  <a:pt x="847725" y="1285875"/>
                </a:lnTo>
                <a:lnTo>
                  <a:pt x="847725" y="1276350"/>
                </a:lnTo>
                <a:lnTo>
                  <a:pt x="876300" y="1276350"/>
                </a:lnTo>
                <a:lnTo>
                  <a:pt x="876300" y="1266825"/>
                </a:lnTo>
                <a:lnTo>
                  <a:pt x="885825" y="1266825"/>
                </a:lnTo>
                <a:lnTo>
                  <a:pt x="885825" y="1257300"/>
                </a:lnTo>
                <a:lnTo>
                  <a:pt x="876300" y="1257300"/>
                </a:lnTo>
                <a:lnTo>
                  <a:pt x="876300" y="1247775"/>
                </a:lnTo>
                <a:lnTo>
                  <a:pt x="857250" y="1247775"/>
                </a:lnTo>
                <a:lnTo>
                  <a:pt x="857250" y="1238250"/>
                </a:lnTo>
                <a:lnTo>
                  <a:pt x="847725" y="1238250"/>
                </a:lnTo>
                <a:lnTo>
                  <a:pt x="847725" y="1219200"/>
                </a:lnTo>
                <a:lnTo>
                  <a:pt x="838200" y="1219200"/>
                </a:lnTo>
                <a:lnTo>
                  <a:pt x="838200" y="1209675"/>
                </a:lnTo>
                <a:lnTo>
                  <a:pt x="828675" y="1209675"/>
                </a:lnTo>
                <a:lnTo>
                  <a:pt x="828675" y="1219200"/>
                </a:lnTo>
                <a:lnTo>
                  <a:pt x="819150" y="1219200"/>
                </a:lnTo>
                <a:lnTo>
                  <a:pt x="819150" y="1228725"/>
                </a:lnTo>
                <a:lnTo>
                  <a:pt x="809625" y="1228725"/>
                </a:lnTo>
                <a:close/>
                <a:moveTo>
                  <a:pt x="904875" y="1257300"/>
                </a:moveTo>
                <a:lnTo>
                  <a:pt x="914400" y="1257300"/>
                </a:lnTo>
                <a:lnTo>
                  <a:pt x="914400" y="1266825"/>
                </a:lnTo>
                <a:lnTo>
                  <a:pt x="1066800" y="1266825"/>
                </a:lnTo>
                <a:lnTo>
                  <a:pt x="1066800" y="1257300"/>
                </a:lnTo>
                <a:lnTo>
                  <a:pt x="1076325" y="1257300"/>
                </a:lnTo>
                <a:lnTo>
                  <a:pt x="1076325" y="1238250"/>
                </a:lnTo>
                <a:lnTo>
                  <a:pt x="1066800" y="1238250"/>
                </a:lnTo>
                <a:lnTo>
                  <a:pt x="1066800" y="1228725"/>
                </a:lnTo>
                <a:lnTo>
                  <a:pt x="1057275" y="1228725"/>
                </a:lnTo>
                <a:lnTo>
                  <a:pt x="1057275" y="1219200"/>
                </a:lnTo>
                <a:lnTo>
                  <a:pt x="1028700" y="1219200"/>
                </a:lnTo>
                <a:lnTo>
                  <a:pt x="1028700" y="1228725"/>
                </a:lnTo>
                <a:lnTo>
                  <a:pt x="952500" y="1228725"/>
                </a:lnTo>
                <a:lnTo>
                  <a:pt x="952500" y="1219200"/>
                </a:lnTo>
                <a:lnTo>
                  <a:pt x="904875" y="1219200"/>
                </a:lnTo>
                <a:close/>
                <a:moveTo>
                  <a:pt x="1371600" y="1257300"/>
                </a:moveTo>
                <a:lnTo>
                  <a:pt x="1381125" y="1257300"/>
                </a:lnTo>
                <a:lnTo>
                  <a:pt x="1381125" y="1266825"/>
                </a:lnTo>
                <a:lnTo>
                  <a:pt x="1552575" y="1266825"/>
                </a:lnTo>
                <a:lnTo>
                  <a:pt x="1552575" y="1257300"/>
                </a:lnTo>
                <a:lnTo>
                  <a:pt x="1562100" y="1257300"/>
                </a:lnTo>
                <a:lnTo>
                  <a:pt x="1562100" y="1238250"/>
                </a:lnTo>
                <a:lnTo>
                  <a:pt x="1552575" y="1238250"/>
                </a:lnTo>
                <a:lnTo>
                  <a:pt x="1552575" y="1228725"/>
                </a:lnTo>
                <a:lnTo>
                  <a:pt x="1466850" y="1228725"/>
                </a:lnTo>
                <a:lnTo>
                  <a:pt x="1466850" y="1219200"/>
                </a:lnTo>
                <a:lnTo>
                  <a:pt x="1447800" y="1219200"/>
                </a:lnTo>
                <a:lnTo>
                  <a:pt x="1447800" y="1228725"/>
                </a:lnTo>
                <a:lnTo>
                  <a:pt x="1428750" y="1228725"/>
                </a:lnTo>
                <a:lnTo>
                  <a:pt x="1428750" y="1219200"/>
                </a:lnTo>
                <a:lnTo>
                  <a:pt x="1381125" y="1219200"/>
                </a:lnTo>
                <a:lnTo>
                  <a:pt x="1381125" y="1238250"/>
                </a:lnTo>
                <a:lnTo>
                  <a:pt x="1371600" y="1238250"/>
                </a:lnTo>
                <a:close/>
                <a:moveTo>
                  <a:pt x="9525" y="1266825"/>
                </a:moveTo>
                <a:lnTo>
                  <a:pt x="19050" y="1266825"/>
                </a:lnTo>
                <a:lnTo>
                  <a:pt x="19050" y="1276350"/>
                </a:lnTo>
                <a:lnTo>
                  <a:pt x="28575" y="1276350"/>
                </a:lnTo>
                <a:lnTo>
                  <a:pt x="28575" y="1285875"/>
                </a:lnTo>
                <a:lnTo>
                  <a:pt x="19050" y="1285875"/>
                </a:lnTo>
                <a:lnTo>
                  <a:pt x="19050" y="1295400"/>
                </a:lnTo>
                <a:lnTo>
                  <a:pt x="9525" y="1295400"/>
                </a:lnTo>
                <a:close/>
                <a:moveTo>
                  <a:pt x="1295400" y="1276350"/>
                </a:moveTo>
                <a:lnTo>
                  <a:pt x="1304925" y="1276350"/>
                </a:lnTo>
                <a:lnTo>
                  <a:pt x="1304925" y="1285875"/>
                </a:lnTo>
                <a:lnTo>
                  <a:pt x="1343025" y="1285875"/>
                </a:lnTo>
                <a:lnTo>
                  <a:pt x="1343025" y="1276350"/>
                </a:lnTo>
                <a:lnTo>
                  <a:pt x="1352550" y="1276350"/>
                </a:lnTo>
                <a:lnTo>
                  <a:pt x="1352550" y="1209675"/>
                </a:lnTo>
                <a:lnTo>
                  <a:pt x="1343025" y="1209675"/>
                </a:lnTo>
                <a:lnTo>
                  <a:pt x="1343025" y="1200150"/>
                </a:lnTo>
                <a:lnTo>
                  <a:pt x="1304925" y="1200150"/>
                </a:lnTo>
                <a:lnTo>
                  <a:pt x="1304925" y="1209675"/>
                </a:lnTo>
                <a:lnTo>
                  <a:pt x="1295400" y="1209675"/>
                </a:lnTo>
                <a:close/>
                <a:moveTo>
                  <a:pt x="0" y="1295400"/>
                </a:moveTo>
                <a:lnTo>
                  <a:pt x="9525" y="1295400"/>
                </a:lnTo>
                <a:lnTo>
                  <a:pt x="9525" y="1390650"/>
                </a:lnTo>
                <a:lnTo>
                  <a:pt x="0" y="1390650"/>
                </a:lnTo>
                <a:close/>
                <a:moveTo>
                  <a:pt x="781050" y="1304925"/>
                </a:moveTo>
                <a:lnTo>
                  <a:pt x="790575" y="1304925"/>
                </a:lnTo>
                <a:lnTo>
                  <a:pt x="790575" y="1295400"/>
                </a:lnTo>
                <a:lnTo>
                  <a:pt x="781050" y="1295400"/>
                </a:lnTo>
                <a:close/>
                <a:moveTo>
                  <a:pt x="0" y="1524000"/>
                </a:moveTo>
                <a:lnTo>
                  <a:pt x="9525" y="1524000"/>
                </a:lnTo>
                <a:lnTo>
                  <a:pt x="9525" y="1562100"/>
                </a:lnTo>
                <a:lnTo>
                  <a:pt x="19050" y="1562100"/>
                </a:lnTo>
                <a:lnTo>
                  <a:pt x="19050" y="1571625"/>
                </a:lnTo>
                <a:lnTo>
                  <a:pt x="28575" y="1571625"/>
                </a:lnTo>
                <a:lnTo>
                  <a:pt x="28575" y="1600200"/>
                </a:lnTo>
                <a:lnTo>
                  <a:pt x="19050" y="1600200"/>
                </a:lnTo>
                <a:lnTo>
                  <a:pt x="19050" y="1647825"/>
                </a:lnTo>
                <a:lnTo>
                  <a:pt x="9525" y="1647825"/>
                </a:lnTo>
                <a:lnTo>
                  <a:pt x="9525" y="1600200"/>
                </a:lnTo>
                <a:lnTo>
                  <a:pt x="0" y="1600200"/>
                </a:lnTo>
                <a:close/>
                <a:moveTo>
                  <a:pt x="571500" y="1543050"/>
                </a:moveTo>
                <a:lnTo>
                  <a:pt x="590550" y="1543050"/>
                </a:lnTo>
                <a:lnTo>
                  <a:pt x="590550" y="1562100"/>
                </a:lnTo>
                <a:lnTo>
                  <a:pt x="571500" y="1562100"/>
                </a:lnTo>
                <a:close/>
                <a:moveTo>
                  <a:pt x="1838325" y="1571625"/>
                </a:moveTo>
                <a:lnTo>
                  <a:pt x="1847850" y="1571625"/>
                </a:lnTo>
                <a:lnTo>
                  <a:pt x="1847850" y="1638300"/>
                </a:lnTo>
                <a:lnTo>
                  <a:pt x="1838325" y="1638300"/>
                </a:lnTo>
                <a:close/>
                <a:moveTo>
                  <a:pt x="1838325" y="2362200"/>
                </a:moveTo>
                <a:lnTo>
                  <a:pt x="1847850" y="2362200"/>
                </a:lnTo>
                <a:lnTo>
                  <a:pt x="1847850" y="2400300"/>
                </a:lnTo>
                <a:lnTo>
                  <a:pt x="1838325" y="2400300"/>
                </a:lnTo>
                <a:close/>
                <a:moveTo>
                  <a:pt x="523875" y="2609850"/>
                </a:moveTo>
                <a:lnTo>
                  <a:pt x="533400" y="2609850"/>
                </a:lnTo>
                <a:lnTo>
                  <a:pt x="533400" y="2628900"/>
                </a:lnTo>
                <a:lnTo>
                  <a:pt x="514350" y="2628900"/>
                </a:lnTo>
                <a:lnTo>
                  <a:pt x="514350" y="2619375"/>
                </a:lnTo>
                <a:lnTo>
                  <a:pt x="523875" y="2619375"/>
                </a:lnTo>
                <a:close/>
                <a:moveTo>
                  <a:pt x="1838325" y="2638425"/>
                </a:moveTo>
                <a:lnTo>
                  <a:pt x="1847850" y="2638425"/>
                </a:lnTo>
                <a:lnTo>
                  <a:pt x="1847850" y="2676525"/>
                </a:lnTo>
                <a:lnTo>
                  <a:pt x="1838325" y="2676525"/>
                </a:lnTo>
                <a:close/>
                <a:moveTo>
                  <a:pt x="9525" y="2828925"/>
                </a:moveTo>
                <a:lnTo>
                  <a:pt x="28575" y="2828925"/>
                </a:lnTo>
                <a:lnTo>
                  <a:pt x="28575" y="2847975"/>
                </a:lnTo>
                <a:lnTo>
                  <a:pt x="9525" y="2847975"/>
                </a:lnTo>
                <a:close/>
                <a:moveTo>
                  <a:pt x="9525" y="2876550"/>
                </a:moveTo>
                <a:lnTo>
                  <a:pt x="19050" y="2876550"/>
                </a:lnTo>
                <a:lnTo>
                  <a:pt x="19050" y="2886075"/>
                </a:lnTo>
                <a:lnTo>
                  <a:pt x="9525" y="2886075"/>
                </a:lnTo>
                <a:close/>
                <a:moveTo>
                  <a:pt x="1838325" y="2886075"/>
                </a:moveTo>
                <a:lnTo>
                  <a:pt x="1847850" y="2886075"/>
                </a:lnTo>
                <a:lnTo>
                  <a:pt x="1847850" y="2933700"/>
                </a:lnTo>
                <a:lnTo>
                  <a:pt x="1838325" y="2933700"/>
                </a:lnTo>
                <a:close/>
                <a:moveTo>
                  <a:pt x="9525" y="3086100"/>
                </a:moveTo>
                <a:lnTo>
                  <a:pt x="19050" y="3086100"/>
                </a:lnTo>
                <a:lnTo>
                  <a:pt x="19050" y="3095625"/>
                </a:lnTo>
                <a:lnTo>
                  <a:pt x="28575" y="3095625"/>
                </a:lnTo>
                <a:lnTo>
                  <a:pt x="28575" y="3114675"/>
                </a:lnTo>
                <a:lnTo>
                  <a:pt x="9525" y="3114675"/>
                </a:lnTo>
                <a:close/>
                <a:moveTo>
                  <a:pt x="723900" y="3086100"/>
                </a:moveTo>
                <a:lnTo>
                  <a:pt x="742950" y="3086100"/>
                </a:lnTo>
                <a:lnTo>
                  <a:pt x="742950" y="3105150"/>
                </a:lnTo>
                <a:lnTo>
                  <a:pt x="723900" y="3105150"/>
                </a:lnTo>
                <a:close/>
                <a:moveTo>
                  <a:pt x="9525" y="3181350"/>
                </a:moveTo>
                <a:lnTo>
                  <a:pt x="19050" y="3181350"/>
                </a:lnTo>
                <a:lnTo>
                  <a:pt x="19050" y="3190875"/>
                </a:lnTo>
                <a:lnTo>
                  <a:pt x="9525" y="3190875"/>
                </a:lnTo>
                <a:close/>
                <a:moveTo>
                  <a:pt x="9525" y="3486150"/>
                </a:moveTo>
                <a:lnTo>
                  <a:pt x="19050" y="3486150"/>
                </a:lnTo>
                <a:lnTo>
                  <a:pt x="19050" y="3495675"/>
                </a:lnTo>
                <a:lnTo>
                  <a:pt x="28575" y="3495675"/>
                </a:lnTo>
                <a:lnTo>
                  <a:pt x="28575" y="3571875"/>
                </a:lnTo>
                <a:lnTo>
                  <a:pt x="19050" y="3571875"/>
                </a:lnTo>
                <a:lnTo>
                  <a:pt x="19050" y="3552825"/>
                </a:lnTo>
                <a:lnTo>
                  <a:pt x="9525" y="3552825"/>
                </a:lnTo>
                <a:lnTo>
                  <a:pt x="9525" y="3505200"/>
                </a:lnTo>
                <a:lnTo>
                  <a:pt x="0" y="3505200"/>
                </a:lnTo>
                <a:lnTo>
                  <a:pt x="0" y="3495675"/>
                </a:lnTo>
                <a:lnTo>
                  <a:pt x="9525" y="3495675"/>
                </a:lnTo>
                <a:close/>
                <a:moveTo>
                  <a:pt x="1828800" y="3590925"/>
                </a:moveTo>
                <a:lnTo>
                  <a:pt x="1847850" y="3590925"/>
                </a:lnTo>
                <a:lnTo>
                  <a:pt x="1847850" y="3619500"/>
                </a:lnTo>
                <a:lnTo>
                  <a:pt x="1838325" y="3619500"/>
                </a:lnTo>
                <a:lnTo>
                  <a:pt x="1838325" y="3629025"/>
                </a:lnTo>
                <a:lnTo>
                  <a:pt x="1828800" y="3629025"/>
                </a:lnTo>
                <a:close/>
                <a:moveTo>
                  <a:pt x="66675" y="3714750"/>
                </a:moveTo>
                <a:lnTo>
                  <a:pt x="85725" y="3714750"/>
                </a:lnTo>
                <a:lnTo>
                  <a:pt x="85725" y="3724275"/>
                </a:lnTo>
                <a:lnTo>
                  <a:pt x="95250" y="3724275"/>
                </a:lnTo>
                <a:lnTo>
                  <a:pt x="95250" y="3733800"/>
                </a:lnTo>
                <a:lnTo>
                  <a:pt x="104775" y="3733800"/>
                </a:lnTo>
                <a:lnTo>
                  <a:pt x="104775" y="3743325"/>
                </a:lnTo>
                <a:lnTo>
                  <a:pt x="114300" y="3743325"/>
                </a:lnTo>
                <a:lnTo>
                  <a:pt x="114300" y="3771900"/>
                </a:lnTo>
                <a:lnTo>
                  <a:pt x="85725" y="3771900"/>
                </a:lnTo>
                <a:lnTo>
                  <a:pt x="85725" y="3781425"/>
                </a:lnTo>
                <a:lnTo>
                  <a:pt x="95250" y="3781425"/>
                </a:lnTo>
                <a:lnTo>
                  <a:pt x="95250" y="3790950"/>
                </a:lnTo>
                <a:lnTo>
                  <a:pt x="76200" y="3790950"/>
                </a:lnTo>
                <a:lnTo>
                  <a:pt x="76200" y="3771900"/>
                </a:lnTo>
                <a:lnTo>
                  <a:pt x="66675" y="3771900"/>
                </a:lnTo>
                <a:lnTo>
                  <a:pt x="66675" y="3752850"/>
                </a:lnTo>
                <a:lnTo>
                  <a:pt x="76200" y="3752850"/>
                </a:lnTo>
                <a:lnTo>
                  <a:pt x="76200" y="3724275"/>
                </a:lnTo>
                <a:lnTo>
                  <a:pt x="66675" y="3724275"/>
                </a:lnTo>
                <a:close/>
                <a:moveTo>
                  <a:pt x="0" y="3724275"/>
                </a:moveTo>
                <a:lnTo>
                  <a:pt x="9525" y="3724275"/>
                </a:lnTo>
                <a:lnTo>
                  <a:pt x="9525" y="3733800"/>
                </a:lnTo>
                <a:lnTo>
                  <a:pt x="19050" y="3733800"/>
                </a:lnTo>
                <a:lnTo>
                  <a:pt x="19050" y="3752850"/>
                </a:lnTo>
                <a:lnTo>
                  <a:pt x="28575" y="3752850"/>
                </a:lnTo>
                <a:lnTo>
                  <a:pt x="28575" y="3762375"/>
                </a:lnTo>
                <a:lnTo>
                  <a:pt x="9525" y="3762375"/>
                </a:lnTo>
                <a:lnTo>
                  <a:pt x="9525" y="3771900"/>
                </a:lnTo>
                <a:lnTo>
                  <a:pt x="0" y="3771900"/>
                </a:lnTo>
                <a:close/>
                <a:moveTo>
                  <a:pt x="1704975" y="3790950"/>
                </a:moveTo>
                <a:lnTo>
                  <a:pt x="1724025" y="3790950"/>
                </a:lnTo>
                <a:lnTo>
                  <a:pt x="1724025" y="3848100"/>
                </a:lnTo>
                <a:lnTo>
                  <a:pt x="1704975" y="3848100"/>
                </a:lnTo>
                <a:lnTo>
                  <a:pt x="1704975" y="3838575"/>
                </a:lnTo>
                <a:lnTo>
                  <a:pt x="1685925" y="3838575"/>
                </a:lnTo>
                <a:lnTo>
                  <a:pt x="1685925" y="3810000"/>
                </a:lnTo>
                <a:lnTo>
                  <a:pt x="1695450" y="3810000"/>
                </a:lnTo>
                <a:lnTo>
                  <a:pt x="1695450" y="3800475"/>
                </a:lnTo>
                <a:lnTo>
                  <a:pt x="1704975" y="3800475"/>
                </a:lnTo>
                <a:close/>
                <a:moveTo>
                  <a:pt x="0" y="3800475"/>
                </a:moveTo>
                <a:lnTo>
                  <a:pt x="9525" y="3800475"/>
                </a:lnTo>
                <a:lnTo>
                  <a:pt x="9525" y="3819525"/>
                </a:lnTo>
                <a:lnTo>
                  <a:pt x="0" y="3819525"/>
                </a:lnTo>
                <a:close/>
                <a:moveTo>
                  <a:pt x="85725" y="3800475"/>
                </a:moveTo>
                <a:lnTo>
                  <a:pt x="95250" y="3800475"/>
                </a:lnTo>
                <a:lnTo>
                  <a:pt x="95250" y="3810000"/>
                </a:lnTo>
                <a:lnTo>
                  <a:pt x="85725" y="3810000"/>
                </a:lnTo>
                <a:close/>
                <a:moveTo>
                  <a:pt x="1819275" y="3800475"/>
                </a:moveTo>
                <a:lnTo>
                  <a:pt x="1828800" y="3800475"/>
                </a:lnTo>
                <a:lnTo>
                  <a:pt x="1828800" y="3810000"/>
                </a:lnTo>
                <a:lnTo>
                  <a:pt x="1838325" y="3810000"/>
                </a:lnTo>
                <a:lnTo>
                  <a:pt x="1838325" y="3819525"/>
                </a:lnTo>
                <a:lnTo>
                  <a:pt x="1847850" y="3819525"/>
                </a:lnTo>
                <a:lnTo>
                  <a:pt x="1847850" y="3829050"/>
                </a:lnTo>
                <a:lnTo>
                  <a:pt x="1809750" y="3829050"/>
                </a:lnTo>
                <a:lnTo>
                  <a:pt x="1809750" y="3819525"/>
                </a:lnTo>
                <a:lnTo>
                  <a:pt x="1800225" y="3819525"/>
                </a:lnTo>
                <a:lnTo>
                  <a:pt x="1800225" y="3810000"/>
                </a:lnTo>
                <a:lnTo>
                  <a:pt x="1819275" y="3810000"/>
                </a:lnTo>
                <a:close/>
                <a:moveTo>
                  <a:pt x="76200" y="3819525"/>
                </a:moveTo>
                <a:lnTo>
                  <a:pt x="95250" y="3819525"/>
                </a:lnTo>
                <a:lnTo>
                  <a:pt x="95250" y="3838575"/>
                </a:lnTo>
                <a:lnTo>
                  <a:pt x="85725" y="3838575"/>
                </a:lnTo>
                <a:lnTo>
                  <a:pt x="85725" y="3829050"/>
                </a:lnTo>
                <a:lnTo>
                  <a:pt x="76200" y="3829050"/>
                </a:lnTo>
                <a:close/>
                <a:moveTo>
                  <a:pt x="1647825" y="3838575"/>
                </a:moveTo>
                <a:lnTo>
                  <a:pt x="1666875" y="3838575"/>
                </a:lnTo>
                <a:lnTo>
                  <a:pt x="1666875" y="3848100"/>
                </a:lnTo>
                <a:lnTo>
                  <a:pt x="1657350" y="3848100"/>
                </a:lnTo>
                <a:lnTo>
                  <a:pt x="1657350" y="3857625"/>
                </a:lnTo>
                <a:lnTo>
                  <a:pt x="1628775" y="3857625"/>
                </a:lnTo>
                <a:lnTo>
                  <a:pt x="1628775" y="3848100"/>
                </a:lnTo>
                <a:lnTo>
                  <a:pt x="1647825" y="3848100"/>
                </a:lnTo>
                <a:close/>
                <a:moveTo>
                  <a:pt x="1809750" y="3838575"/>
                </a:moveTo>
                <a:lnTo>
                  <a:pt x="1828800" y="3838575"/>
                </a:lnTo>
                <a:lnTo>
                  <a:pt x="1828800" y="3867150"/>
                </a:lnTo>
                <a:lnTo>
                  <a:pt x="1819275" y="3867150"/>
                </a:lnTo>
                <a:lnTo>
                  <a:pt x="1819275" y="3848100"/>
                </a:lnTo>
                <a:lnTo>
                  <a:pt x="1809750" y="3848100"/>
                </a:lnTo>
                <a:close/>
                <a:moveTo>
                  <a:pt x="1590675" y="3848100"/>
                </a:moveTo>
                <a:lnTo>
                  <a:pt x="1619250" y="3848100"/>
                </a:lnTo>
                <a:lnTo>
                  <a:pt x="1619250" y="3867150"/>
                </a:lnTo>
                <a:lnTo>
                  <a:pt x="1600200" y="3867150"/>
                </a:lnTo>
                <a:lnTo>
                  <a:pt x="1600200" y="3876675"/>
                </a:lnTo>
                <a:lnTo>
                  <a:pt x="1581150" y="3876675"/>
                </a:lnTo>
                <a:lnTo>
                  <a:pt x="1581150" y="3857625"/>
                </a:lnTo>
                <a:lnTo>
                  <a:pt x="1590675" y="3857625"/>
                </a:lnTo>
                <a:close/>
                <a:moveTo>
                  <a:pt x="1800225" y="3848100"/>
                </a:moveTo>
                <a:lnTo>
                  <a:pt x="1809750" y="3848100"/>
                </a:lnTo>
                <a:lnTo>
                  <a:pt x="1809750" y="3867150"/>
                </a:lnTo>
                <a:lnTo>
                  <a:pt x="1800225" y="3867150"/>
                </a:lnTo>
                <a:close/>
                <a:moveTo>
                  <a:pt x="285750" y="3867150"/>
                </a:moveTo>
                <a:lnTo>
                  <a:pt x="295275" y="3867150"/>
                </a:lnTo>
                <a:lnTo>
                  <a:pt x="295275" y="3876675"/>
                </a:lnTo>
                <a:lnTo>
                  <a:pt x="285750" y="3876675"/>
                </a:lnTo>
                <a:close/>
                <a:moveTo>
                  <a:pt x="1019175" y="3867150"/>
                </a:moveTo>
                <a:lnTo>
                  <a:pt x="1028700" y="3867150"/>
                </a:lnTo>
                <a:lnTo>
                  <a:pt x="1028700" y="3876675"/>
                </a:lnTo>
                <a:lnTo>
                  <a:pt x="1019175" y="3876675"/>
                </a:lnTo>
                <a:close/>
                <a:moveTo>
                  <a:pt x="1276350" y="3867150"/>
                </a:moveTo>
                <a:lnTo>
                  <a:pt x="1285875" y="3867150"/>
                </a:lnTo>
                <a:lnTo>
                  <a:pt x="1285875" y="3876675"/>
                </a:lnTo>
                <a:lnTo>
                  <a:pt x="1333500" y="3876675"/>
                </a:lnTo>
                <a:lnTo>
                  <a:pt x="1333500" y="3886200"/>
                </a:lnTo>
                <a:lnTo>
                  <a:pt x="1257300" y="3886200"/>
                </a:lnTo>
                <a:lnTo>
                  <a:pt x="1257300" y="3876675"/>
                </a:lnTo>
                <a:lnTo>
                  <a:pt x="1276350" y="3876675"/>
                </a:lnTo>
                <a:close/>
                <a:moveTo>
                  <a:pt x="419100" y="3876675"/>
                </a:moveTo>
                <a:lnTo>
                  <a:pt x="428625" y="3876675"/>
                </a:lnTo>
                <a:lnTo>
                  <a:pt x="428625" y="3886200"/>
                </a:lnTo>
                <a:lnTo>
                  <a:pt x="419100" y="3886200"/>
                </a:lnTo>
                <a:close/>
                <a:moveTo>
                  <a:pt x="466725" y="3876675"/>
                </a:moveTo>
                <a:lnTo>
                  <a:pt x="485775" y="3876675"/>
                </a:lnTo>
                <a:lnTo>
                  <a:pt x="485775" y="3886200"/>
                </a:lnTo>
                <a:lnTo>
                  <a:pt x="466725" y="3886200"/>
                </a:lnTo>
                <a:close/>
                <a:moveTo>
                  <a:pt x="514350" y="3876675"/>
                </a:moveTo>
                <a:lnTo>
                  <a:pt x="523875" y="3876675"/>
                </a:lnTo>
                <a:lnTo>
                  <a:pt x="523875" y="3886200"/>
                </a:lnTo>
                <a:lnTo>
                  <a:pt x="514350" y="3886200"/>
                </a:lnTo>
                <a:close/>
                <a:moveTo>
                  <a:pt x="609600" y="3876675"/>
                </a:moveTo>
                <a:lnTo>
                  <a:pt x="619125" y="3876675"/>
                </a:lnTo>
                <a:lnTo>
                  <a:pt x="619125" y="3886200"/>
                </a:lnTo>
                <a:lnTo>
                  <a:pt x="609600" y="3886200"/>
                </a:lnTo>
                <a:close/>
                <a:moveTo>
                  <a:pt x="647700" y="3876675"/>
                </a:moveTo>
                <a:lnTo>
                  <a:pt x="666750" y="3876675"/>
                </a:lnTo>
                <a:lnTo>
                  <a:pt x="666750" y="3886200"/>
                </a:lnTo>
                <a:lnTo>
                  <a:pt x="647700" y="3886200"/>
                </a:lnTo>
                <a:close/>
                <a:moveTo>
                  <a:pt x="800100" y="3876675"/>
                </a:moveTo>
                <a:lnTo>
                  <a:pt x="828675" y="3876675"/>
                </a:lnTo>
                <a:lnTo>
                  <a:pt x="828675" y="3886200"/>
                </a:lnTo>
                <a:lnTo>
                  <a:pt x="800100" y="3886200"/>
                </a:lnTo>
                <a:close/>
                <a:moveTo>
                  <a:pt x="847725" y="3876675"/>
                </a:moveTo>
                <a:lnTo>
                  <a:pt x="876300" y="3876675"/>
                </a:lnTo>
                <a:lnTo>
                  <a:pt x="876300" y="3886200"/>
                </a:lnTo>
                <a:lnTo>
                  <a:pt x="847725" y="3886200"/>
                </a:lnTo>
                <a:close/>
                <a:moveTo>
                  <a:pt x="933450" y="3876675"/>
                </a:moveTo>
                <a:lnTo>
                  <a:pt x="962025" y="3876675"/>
                </a:lnTo>
                <a:lnTo>
                  <a:pt x="962025" y="3886200"/>
                </a:lnTo>
                <a:lnTo>
                  <a:pt x="933450" y="3886200"/>
                </a:lnTo>
                <a:close/>
                <a:moveTo>
                  <a:pt x="1085850" y="3876675"/>
                </a:moveTo>
                <a:lnTo>
                  <a:pt x="1104900" y="3876675"/>
                </a:lnTo>
                <a:lnTo>
                  <a:pt x="1104900" y="3886200"/>
                </a:lnTo>
                <a:lnTo>
                  <a:pt x="1085850" y="3886200"/>
                </a:lnTo>
                <a:close/>
                <a:moveTo>
                  <a:pt x="1209675" y="3876675"/>
                </a:moveTo>
                <a:lnTo>
                  <a:pt x="1219200" y="3876675"/>
                </a:lnTo>
                <a:lnTo>
                  <a:pt x="1219200" y="3886200"/>
                </a:lnTo>
                <a:lnTo>
                  <a:pt x="1209675" y="3886200"/>
                </a:lnTo>
                <a:close/>
                <a:moveTo>
                  <a:pt x="1362075" y="3876675"/>
                </a:moveTo>
                <a:lnTo>
                  <a:pt x="1390650" y="3876675"/>
                </a:lnTo>
                <a:lnTo>
                  <a:pt x="1390650" y="3886200"/>
                </a:lnTo>
                <a:lnTo>
                  <a:pt x="1362075" y="3886200"/>
                </a:lnTo>
                <a:close/>
                <a:moveTo>
                  <a:pt x="1419225" y="3876675"/>
                </a:moveTo>
                <a:lnTo>
                  <a:pt x="1438275" y="3876675"/>
                </a:lnTo>
                <a:lnTo>
                  <a:pt x="1438275" y="3886200"/>
                </a:lnTo>
                <a:lnTo>
                  <a:pt x="1419225" y="3886200"/>
                </a:lnTo>
                <a:close/>
                <a:moveTo>
                  <a:pt x="1466850" y="3876675"/>
                </a:moveTo>
                <a:lnTo>
                  <a:pt x="1495425" y="3876675"/>
                </a:lnTo>
                <a:lnTo>
                  <a:pt x="1495425" y="3886200"/>
                </a:lnTo>
                <a:lnTo>
                  <a:pt x="1466850" y="3886200"/>
                </a:lnTo>
                <a:close/>
                <a:moveTo>
                  <a:pt x="1676400" y="3876675"/>
                </a:moveTo>
                <a:lnTo>
                  <a:pt x="1695450" y="3876675"/>
                </a:lnTo>
                <a:lnTo>
                  <a:pt x="1695450" y="3886200"/>
                </a:lnTo>
                <a:lnTo>
                  <a:pt x="1676400" y="3886200"/>
                </a:lnTo>
                <a:close/>
              </a:path>
            </a:pathLst>
          </a:custGeom>
          <a:solidFill xmlns:a="http://schemas.openxmlformats.org/drawingml/2006/main">
            <a:srgbClr val="F7F6EB"/>
          </a:solidFill>
          <a:ln xmlns:a="http://schemas.openxmlformats.org/drawingml/2006/main" w="0">
            <a:noFill/>
          </a:ln>
        </p:spPr>
      </p:sp>
      <p:sp>
        <p:nvSpPr>
          <p:cNvPr id="27" name="phone4 vector #f5f3ec">
            <a:extLst xmlns:a="http://schemas.openxmlformats.org/drawingml/2006/main">
              <a:ext uri="{FF2B5EF4-FFF2-40B4-BE49-F238E27FC236}">
                <a16:creationId xmlns:a16="http://schemas.microsoft.com/office/drawing/2014/main" id="{E238F03C-596D-46CC-809A-FBA725B282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552825" y="1866900"/>
            <a:ext cx="2181225" cy="4581525"/>
          </a:xfrm>
          <a:custGeom xmlns:a="http://schemas.openxmlformats.org/drawingml/2006/main">
            <a:pathLst>
              <a:path w="1847850" h="3886200">
                <a:moveTo>
                  <a:pt x="0" y="0"/>
                </a:moveTo>
                <a:lnTo>
                  <a:pt x="28575" y="0"/>
                </a:lnTo>
                <a:lnTo>
                  <a:pt x="28575" y="9525"/>
                </a:lnTo>
                <a:lnTo>
                  <a:pt x="38100" y="9525"/>
                </a:lnTo>
                <a:lnTo>
                  <a:pt x="38100" y="0"/>
                </a:lnTo>
                <a:lnTo>
                  <a:pt x="342900" y="0"/>
                </a:lnTo>
                <a:lnTo>
                  <a:pt x="342900" y="9525"/>
                </a:lnTo>
                <a:lnTo>
                  <a:pt x="352425" y="9525"/>
                </a:lnTo>
                <a:lnTo>
                  <a:pt x="352425" y="0"/>
                </a:lnTo>
                <a:lnTo>
                  <a:pt x="381000" y="0"/>
                </a:lnTo>
                <a:lnTo>
                  <a:pt x="381000" y="9525"/>
                </a:lnTo>
                <a:lnTo>
                  <a:pt x="390525" y="9525"/>
                </a:lnTo>
                <a:lnTo>
                  <a:pt x="390525" y="19050"/>
                </a:lnTo>
                <a:lnTo>
                  <a:pt x="352425" y="19050"/>
                </a:lnTo>
                <a:lnTo>
                  <a:pt x="352425" y="28575"/>
                </a:lnTo>
                <a:lnTo>
                  <a:pt x="304800" y="28575"/>
                </a:lnTo>
                <a:lnTo>
                  <a:pt x="304800" y="38100"/>
                </a:lnTo>
                <a:lnTo>
                  <a:pt x="266700" y="38100"/>
                </a:lnTo>
                <a:lnTo>
                  <a:pt x="266700" y="47625"/>
                </a:lnTo>
                <a:lnTo>
                  <a:pt x="238125" y="47625"/>
                </a:lnTo>
                <a:lnTo>
                  <a:pt x="238125" y="38100"/>
                </a:lnTo>
                <a:lnTo>
                  <a:pt x="219075" y="38100"/>
                </a:lnTo>
                <a:lnTo>
                  <a:pt x="219075" y="47625"/>
                </a:lnTo>
                <a:lnTo>
                  <a:pt x="190500" y="47625"/>
                </a:lnTo>
                <a:lnTo>
                  <a:pt x="190500" y="57150"/>
                </a:lnTo>
                <a:lnTo>
                  <a:pt x="171450" y="57150"/>
                </a:lnTo>
                <a:lnTo>
                  <a:pt x="171450" y="76200"/>
                </a:lnTo>
                <a:lnTo>
                  <a:pt x="161925" y="76200"/>
                </a:lnTo>
                <a:lnTo>
                  <a:pt x="161925" y="95250"/>
                </a:lnTo>
                <a:lnTo>
                  <a:pt x="152400" y="95250"/>
                </a:lnTo>
                <a:lnTo>
                  <a:pt x="152400" y="104775"/>
                </a:lnTo>
                <a:lnTo>
                  <a:pt x="142875" y="104775"/>
                </a:lnTo>
                <a:lnTo>
                  <a:pt x="142875" y="114300"/>
                </a:lnTo>
                <a:lnTo>
                  <a:pt x="133350" y="114300"/>
                </a:lnTo>
                <a:lnTo>
                  <a:pt x="133350" y="123825"/>
                </a:lnTo>
                <a:lnTo>
                  <a:pt x="123825" y="123825"/>
                </a:lnTo>
                <a:lnTo>
                  <a:pt x="123825" y="133350"/>
                </a:lnTo>
                <a:lnTo>
                  <a:pt x="114300" y="133350"/>
                </a:lnTo>
                <a:lnTo>
                  <a:pt x="114300" y="142875"/>
                </a:lnTo>
                <a:lnTo>
                  <a:pt x="104775" y="142875"/>
                </a:lnTo>
                <a:lnTo>
                  <a:pt x="104775" y="152400"/>
                </a:lnTo>
                <a:lnTo>
                  <a:pt x="95250" y="152400"/>
                </a:lnTo>
                <a:lnTo>
                  <a:pt x="95250" y="161925"/>
                </a:lnTo>
                <a:lnTo>
                  <a:pt x="85725" y="161925"/>
                </a:lnTo>
                <a:lnTo>
                  <a:pt x="85725" y="180975"/>
                </a:lnTo>
                <a:lnTo>
                  <a:pt x="76200" y="180975"/>
                </a:lnTo>
                <a:lnTo>
                  <a:pt x="76200" y="200025"/>
                </a:lnTo>
                <a:lnTo>
                  <a:pt x="66675" y="200025"/>
                </a:lnTo>
                <a:lnTo>
                  <a:pt x="66675" y="190500"/>
                </a:lnTo>
                <a:lnTo>
                  <a:pt x="57150" y="190500"/>
                </a:lnTo>
                <a:lnTo>
                  <a:pt x="57150" y="200025"/>
                </a:lnTo>
                <a:lnTo>
                  <a:pt x="47625" y="200025"/>
                </a:lnTo>
                <a:lnTo>
                  <a:pt x="47625" y="228600"/>
                </a:lnTo>
                <a:lnTo>
                  <a:pt x="57150" y="228600"/>
                </a:lnTo>
                <a:lnTo>
                  <a:pt x="57150" y="247650"/>
                </a:lnTo>
                <a:lnTo>
                  <a:pt x="47625" y="247650"/>
                </a:lnTo>
                <a:lnTo>
                  <a:pt x="47625" y="238125"/>
                </a:lnTo>
                <a:lnTo>
                  <a:pt x="28575" y="238125"/>
                </a:lnTo>
                <a:lnTo>
                  <a:pt x="28575" y="257175"/>
                </a:lnTo>
                <a:lnTo>
                  <a:pt x="38100" y="257175"/>
                </a:lnTo>
                <a:lnTo>
                  <a:pt x="38100" y="247650"/>
                </a:lnTo>
                <a:lnTo>
                  <a:pt x="47625" y="247650"/>
                </a:lnTo>
                <a:lnTo>
                  <a:pt x="47625" y="276225"/>
                </a:lnTo>
                <a:lnTo>
                  <a:pt x="38100" y="276225"/>
                </a:lnTo>
                <a:lnTo>
                  <a:pt x="38100" y="323850"/>
                </a:lnTo>
                <a:lnTo>
                  <a:pt x="28575" y="323850"/>
                </a:lnTo>
                <a:lnTo>
                  <a:pt x="28575" y="390525"/>
                </a:lnTo>
                <a:lnTo>
                  <a:pt x="19050" y="390525"/>
                </a:lnTo>
                <a:lnTo>
                  <a:pt x="19050" y="409575"/>
                </a:lnTo>
                <a:lnTo>
                  <a:pt x="28575" y="409575"/>
                </a:lnTo>
                <a:lnTo>
                  <a:pt x="28575" y="619125"/>
                </a:lnTo>
                <a:lnTo>
                  <a:pt x="19050" y="619125"/>
                </a:lnTo>
                <a:lnTo>
                  <a:pt x="19050" y="647700"/>
                </a:lnTo>
                <a:lnTo>
                  <a:pt x="28575" y="647700"/>
                </a:lnTo>
                <a:lnTo>
                  <a:pt x="28575" y="657225"/>
                </a:lnTo>
                <a:lnTo>
                  <a:pt x="19050" y="657225"/>
                </a:lnTo>
                <a:lnTo>
                  <a:pt x="19050" y="695325"/>
                </a:lnTo>
                <a:lnTo>
                  <a:pt x="9525" y="695325"/>
                </a:lnTo>
                <a:lnTo>
                  <a:pt x="9525" y="676275"/>
                </a:lnTo>
                <a:lnTo>
                  <a:pt x="0" y="676275"/>
                </a:lnTo>
                <a:lnTo>
                  <a:pt x="0" y="647700"/>
                </a:lnTo>
                <a:lnTo>
                  <a:pt x="9525" y="647700"/>
                </a:lnTo>
                <a:lnTo>
                  <a:pt x="9525" y="619125"/>
                </a:lnTo>
                <a:lnTo>
                  <a:pt x="0" y="619125"/>
                </a:lnTo>
                <a:lnTo>
                  <a:pt x="0" y="409575"/>
                </a:lnTo>
                <a:lnTo>
                  <a:pt x="9525" y="409575"/>
                </a:lnTo>
                <a:lnTo>
                  <a:pt x="9525" y="381000"/>
                </a:lnTo>
                <a:lnTo>
                  <a:pt x="0" y="381000"/>
                </a:lnTo>
                <a:lnTo>
                  <a:pt x="0" y="228600"/>
                </a:lnTo>
                <a:lnTo>
                  <a:pt x="19050" y="228600"/>
                </a:lnTo>
                <a:lnTo>
                  <a:pt x="19050" y="209550"/>
                </a:lnTo>
                <a:lnTo>
                  <a:pt x="0" y="209550"/>
                </a:lnTo>
                <a:lnTo>
                  <a:pt x="0" y="76200"/>
                </a:lnTo>
                <a:lnTo>
                  <a:pt x="9525" y="76200"/>
                </a:lnTo>
                <a:lnTo>
                  <a:pt x="9525" y="66675"/>
                </a:lnTo>
                <a:lnTo>
                  <a:pt x="0" y="66675"/>
                </a:lnTo>
                <a:close/>
                <a:moveTo>
                  <a:pt x="409575" y="0"/>
                </a:moveTo>
                <a:lnTo>
                  <a:pt x="476250" y="0"/>
                </a:lnTo>
                <a:lnTo>
                  <a:pt x="476250" y="9525"/>
                </a:lnTo>
                <a:lnTo>
                  <a:pt x="466725" y="9525"/>
                </a:lnTo>
                <a:lnTo>
                  <a:pt x="466725" y="19050"/>
                </a:lnTo>
                <a:lnTo>
                  <a:pt x="457200" y="19050"/>
                </a:lnTo>
                <a:lnTo>
                  <a:pt x="457200" y="9525"/>
                </a:lnTo>
                <a:lnTo>
                  <a:pt x="409575" y="9525"/>
                </a:lnTo>
                <a:close/>
                <a:moveTo>
                  <a:pt x="485775" y="0"/>
                </a:moveTo>
                <a:lnTo>
                  <a:pt x="1419225" y="0"/>
                </a:lnTo>
                <a:lnTo>
                  <a:pt x="1419225" y="19050"/>
                </a:lnTo>
                <a:lnTo>
                  <a:pt x="1295400" y="19050"/>
                </a:lnTo>
                <a:lnTo>
                  <a:pt x="1295400" y="9525"/>
                </a:lnTo>
                <a:lnTo>
                  <a:pt x="1276350" y="9525"/>
                </a:lnTo>
                <a:lnTo>
                  <a:pt x="1276350" y="19050"/>
                </a:lnTo>
                <a:lnTo>
                  <a:pt x="1247775" y="19050"/>
                </a:lnTo>
                <a:lnTo>
                  <a:pt x="1247775" y="28575"/>
                </a:lnTo>
                <a:lnTo>
                  <a:pt x="1228725" y="28575"/>
                </a:lnTo>
                <a:lnTo>
                  <a:pt x="1228725" y="19050"/>
                </a:lnTo>
                <a:lnTo>
                  <a:pt x="990600" y="19050"/>
                </a:lnTo>
                <a:lnTo>
                  <a:pt x="990600" y="28575"/>
                </a:lnTo>
                <a:lnTo>
                  <a:pt x="971550" y="28575"/>
                </a:lnTo>
                <a:lnTo>
                  <a:pt x="971550" y="19050"/>
                </a:lnTo>
                <a:lnTo>
                  <a:pt x="923925" y="19050"/>
                </a:lnTo>
                <a:lnTo>
                  <a:pt x="923925" y="9525"/>
                </a:lnTo>
                <a:lnTo>
                  <a:pt x="914400" y="9525"/>
                </a:lnTo>
                <a:lnTo>
                  <a:pt x="914400" y="19050"/>
                </a:lnTo>
                <a:lnTo>
                  <a:pt x="895350" y="19050"/>
                </a:lnTo>
                <a:lnTo>
                  <a:pt x="895350" y="28575"/>
                </a:lnTo>
                <a:lnTo>
                  <a:pt x="857250" y="28575"/>
                </a:lnTo>
                <a:lnTo>
                  <a:pt x="857250" y="19050"/>
                </a:lnTo>
                <a:lnTo>
                  <a:pt x="828675" y="19050"/>
                </a:lnTo>
                <a:lnTo>
                  <a:pt x="828675" y="28575"/>
                </a:lnTo>
                <a:lnTo>
                  <a:pt x="800100" y="28575"/>
                </a:lnTo>
                <a:lnTo>
                  <a:pt x="800100" y="19050"/>
                </a:lnTo>
                <a:lnTo>
                  <a:pt x="723900" y="19050"/>
                </a:lnTo>
                <a:lnTo>
                  <a:pt x="723900" y="28575"/>
                </a:lnTo>
                <a:lnTo>
                  <a:pt x="704850" y="28575"/>
                </a:lnTo>
                <a:lnTo>
                  <a:pt x="704850" y="19050"/>
                </a:lnTo>
                <a:lnTo>
                  <a:pt x="514350" y="19050"/>
                </a:lnTo>
                <a:lnTo>
                  <a:pt x="514350" y="9525"/>
                </a:lnTo>
                <a:lnTo>
                  <a:pt x="485775" y="9525"/>
                </a:lnTo>
                <a:close/>
                <a:moveTo>
                  <a:pt x="1438275" y="0"/>
                </a:moveTo>
                <a:lnTo>
                  <a:pt x="1476375" y="0"/>
                </a:lnTo>
                <a:lnTo>
                  <a:pt x="1476375" y="9525"/>
                </a:lnTo>
                <a:lnTo>
                  <a:pt x="1485900" y="9525"/>
                </a:lnTo>
                <a:lnTo>
                  <a:pt x="1485900" y="28575"/>
                </a:lnTo>
                <a:lnTo>
                  <a:pt x="1457325" y="28575"/>
                </a:lnTo>
                <a:lnTo>
                  <a:pt x="1457325" y="19050"/>
                </a:lnTo>
                <a:lnTo>
                  <a:pt x="1447800" y="19050"/>
                </a:lnTo>
                <a:lnTo>
                  <a:pt x="1447800" y="9525"/>
                </a:lnTo>
                <a:lnTo>
                  <a:pt x="1438275" y="9525"/>
                </a:lnTo>
                <a:close/>
                <a:moveTo>
                  <a:pt x="1514475" y="0"/>
                </a:moveTo>
                <a:lnTo>
                  <a:pt x="1524000" y="0"/>
                </a:lnTo>
                <a:lnTo>
                  <a:pt x="1524000" y="9525"/>
                </a:lnTo>
                <a:lnTo>
                  <a:pt x="1552575" y="9525"/>
                </a:lnTo>
                <a:lnTo>
                  <a:pt x="1552575" y="0"/>
                </a:lnTo>
                <a:lnTo>
                  <a:pt x="1657350" y="0"/>
                </a:lnTo>
                <a:lnTo>
                  <a:pt x="1657350" y="9525"/>
                </a:lnTo>
                <a:lnTo>
                  <a:pt x="1666875" y="9525"/>
                </a:lnTo>
                <a:lnTo>
                  <a:pt x="1666875" y="19050"/>
                </a:lnTo>
                <a:lnTo>
                  <a:pt x="1657350" y="19050"/>
                </a:lnTo>
                <a:lnTo>
                  <a:pt x="1657350" y="28575"/>
                </a:lnTo>
                <a:lnTo>
                  <a:pt x="1666875" y="28575"/>
                </a:lnTo>
                <a:lnTo>
                  <a:pt x="1666875" y="38100"/>
                </a:lnTo>
                <a:lnTo>
                  <a:pt x="1685925" y="38100"/>
                </a:lnTo>
                <a:lnTo>
                  <a:pt x="1685925" y="28575"/>
                </a:lnTo>
                <a:lnTo>
                  <a:pt x="1676400" y="28575"/>
                </a:lnTo>
                <a:lnTo>
                  <a:pt x="1676400" y="9525"/>
                </a:lnTo>
                <a:lnTo>
                  <a:pt x="1685925" y="9525"/>
                </a:lnTo>
                <a:lnTo>
                  <a:pt x="1685925" y="0"/>
                </a:lnTo>
                <a:lnTo>
                  <a:pt x="1819275" y="0"/>
                </a:lnTo>
                <a:lnTo>
                  <a:pt x="1819275" y="9525"/>
                </a:lnTo>
                <a:lnTo>
                  <a:pt x="1809750" y="9525"/>
                </a:lnTo>
                <a:lnTo>
                  <a:pt x="1809750" y="19050"/>
                </a:lnTo>
                <a:lnTo>
                  <a:pt x="1828800" y="19050"/>
                </a:lnTo>
                <a:lnTo>
                  <a:pt x="1828800" y="0"/>
                </a:lnTo>
                <a:lnTo>
                  <a:pt x="1838325" y="0"/>
                </a:lnTo>
                <a:lnTo>
                  <a:pt x="1838325" y="9525"/>
                </a:lnTo>
                <a:lnTo>
                  <a:pt x="1847850" y="9525"/>
                </a:lnTo>
                <a:lnTo>
                  <a:pt x="1847850" y="38100"/>
                </a:lnTo>
                <a:lnTo>
                  <a:pt x="1838325" y="38100"/>
                </a:lnTo>
                <a:lnTo>
                  <a:pt x="1838325" y="47625"/>
                </a:lnTo>
                <a:lnTo>
                  <a:pt x="1847850" y="47625"/>
                </a:lnTo>
                <a:lnTo>
                  <a:pt x="1847850" y="114300"/>
                </a:lnTo>
                <a:lnTo>
                  <a:pt x="1838325" y="114300"/>
                </a:lnTo>
                <a:lnTo>
                  <a:pt x="1838325" y="123825"/>
                </a:lnTo>
                <a:lnTo>
                  <a:pt x="1847850" y="123825"/>
                </a:lnTo>
                <a:lnTo>
                  <a:pt x="1847850" y="209550"/>
                </a:lnTo>
                <a:lnTo>
                  <a:pt x="1838325" y="209550"/>
                </a:lnTo>
                <a:lnTo>
                  <a:pt x="1838325" y="228600"/>
                </a:lnTo>
                <a:lnTo>
                  <a:pt x="1847850" y="228600"/>
                </a:lnTo>
                <a:lnTo>
                  <a:pt x="1847850" y="238125"/>
                </a:lnTo>
                <a:lnTo>
                  <a:pt x="1838325" y="238125"/>
                </a:lnTo>
                <a:lnTo>
                  <a:pt x="1838325" y="247650"/>
                </a:lnTo>
                <a:lnTo>
                  <a:pt x="1847850" y="247650"/>
                </a:lnTo>
                <a:lnTo>
                  <a:pt x="1847850" y="419100"/>
                </a:lnTo>
                <a:lnTo>
                  <a:pt x="1828800" y="419100"/>
                </a:lnTo>
                <a:lnTo>
                  <a:pt x="1828800" y="400050"/>
                </a:lnTo>
                <a:lnTo>
                  <a:pt x="1838325" y="400050"/>
                </a:lnTo>
                <a:lnTo>
                  <a:pt x="1838325" y="371475"/>
                </a:lnTo>
                <a:lnTo>
                  <a:pt x="1828800" y="371475"/>
                </a:lnTo>
                <a:lnTo>
                  <a:pt x="1828800" y="295275"/>
                </a:lnTo>
                <a:lnTo>
                  <a:pt x="1819275" y="295275"/>
                </a:lnTo>
                <a:lnTo>
                  <a:pt x="1819275" y="257175"/>
                </a:lnTo>
                <a:lnTo>
                  <a:pt x="1809750" y="257175"/>
                </a:lnTo>
                <a:lnTo>
                  <a:pt x="1809750" y="238125"/>
                </a:lnTo>
                <a:lnTo>
                  <a:pt x="1800225" y="238125"/>
                </a:lnTo>
                <a:lnTo>
                  <a:pt x="1800225" y="219075"/>
                </a:lnTo>
                <a:lnTo>
                  <a:pt x="1809750" y="219075"/>
                </a:lnTo>
                <a:lnTo>
                  <a:pt x="1809750" y="209550"/>
                </a:lnTo>
                <a:lnTo>
                  <a:pt x="1819275" y="209550"/>
                </a:lnTo>
                <a:lnTo>
                  <a:pt x="1819275" y="200025"/>
                </a:lnTo>
                <a:lnTo>
                  <a:pt x="1809750" y="200025"/>
                </a:lnTo>
                <a:lnTo>
                  <a:pt x="1809750" y="190500"/>
                </a:lnTo>
                <a:lnTo>
                  <a:pt x="1819275" y="190500"/>
                </a:lnTo>
                <a:lnTo>
                  <a:pt x="1819275" y="180975"/>
                </a:lnTo>
                <a:lnTo>
                  <a:pt x="1800225" y="180975"/>
                </a:lnTo>
                <a:lnTo>
                  <a:pt x="1800225" y="209550"/>
                </a:lnTo>
                <a:lnTo>
                  <a:pt x="1790700" y="209550"/>
                </a:lnTo>
                <a:lnTo>
                  <a:pt x="1790700" y="180975"/>
                </a:lnTo>
                <a:lnTo>
                  <a:pt x="1781175" y="180975"/>
                </a:lnTo>
                <a:lnTo>
                  <a:pt x="1781175" y="171450"/>
                </a:lnTo>
                <a:lnTo>
                  <a:pt x="1771650" y="171450"/>
                </a:lnTo>
                <a:lnTo>
                  <a:pt x="1771650" y="133350"/>
                </a:lnTo>
                <a:lnTo>
                  <a:pt x="1743075" y="133350"/>
                </a:lnTo>
                <a:lnTo>
                  <a:pt x="1743075" y="123825"/>
                </a:lnTo>
                <a:lnTo>
                  <a:pt x="1733550" y="123825"/>
                </a:lnTo>
                <a:lnTo>
                  <a:pt x="1733550" y="114300"/>
                </a:lnTo>
                <a:lnTo>
                  <a:pt x="1724025" y="114300"/>
                </a:lnTo>
                <a:lnTo>
                  <a:pt x="1724025" y="104775"/>
                </a:lnTo>
                <a:lnTo>
                  <a:pt x="1714500" y="104775"/>
                </a:lnTo>
                <a:lnTo>
                  <a:pt x="1714500" y="95250"/>
                </a:lnTo>
                <a:lnTo>
                  <a:pt x="1695450" y="95250"/>
                </a:lnTo>
                <a:lnTo>
                  <a:pt x="1695450" y="85725"/>
                </a:lnTo>
                <a:lnTo>
                  <a:pt x="1704975" y="85725"/>
                </a:lnTo>
                <a:lnTo>
                  <a:pt x="1704975" y="76200"/>
                </a:lnTo>
                <a:lnTo>
                  <a:pt x="1685925" y="76200"/>
                </a:lnTo>
                <a:lnTo>
                  <a:pt x="1685925" y="57150"/>
                </a:lnTo>
                <a:lnTo>
                  <a:pt x="1666875" y="57150"/>
                </a:lnTo>
                <a:lnTo>
                  <a:pt x="1666875" y="66675"/>
                </a:lnTo>
                <a:lnTo>
                  <a:pt x="1647825" y="66675"/>
                </a:lnTo>
                <a:lnTo>
                  <a:pt x="1647825" y="57150"/>
                </a:lnTo>
                <a:lnTo>
                  <a:pt x="1628775" y="57150"/>
                </a:lnTo>
                <a:lnTo>
                  <a:pt x="1628775" y="47625"/>
                </a:lnTo>
                <a:lnTo>
                  <a:pt x="1600200" y="47625"/>
                </a:lnTo>
                <a:lnTo>
                  <a:pt x="1600200" y="38100"/>
                </a:lnTo>
                <a:lnTo>
                  <a:pt x="1552575" y="38100"/>
                </a:lnTo>
                <a:lnTo>
                  <a:pt x="1552575" y="28575"/>
                </a:lnTo>
                <a:lnTo>
                  <a:pt x="1543050" y="28575"/>
                </a:lnTo>
                <a:lnTo>
                  <a:pt x="1543050" y="19050"/>
                </a:lnTo>
                <a:lnTo>
                  <a:pt x="1504950" y="19050"/>
                </a:lnTo>
                <a:lnTo>
                  <a:pt x="1504950" y="9525"/>
                </a:lnTo>
                <a:lnTo>
                  <a:pt x="1514475" y="9525"/>
                </a:lnTo>
                <a:close/>
                <a:moveTo>
                  <a:pt x="1619250" y="19050"/>
                </a:moveTo>
                <a:lnTo>
                  <a:pt x="1628775" y="19050"/>
                </a:lnTo>
                <a:lnTo>
                  <a:pt x="1628775" y="9525"/>
                </a:lnTo>
                <a:lnTo>
                  <a:pt x="1619250" y="9525"/>
                </a:lnTo>
                <a:close/>
                <a:moveTo>
                  <a:pt x="1724025" y="28575"/>
                </a:moveTo>
                <a:lnTo>
                  <a:pt x="1733550" y="28575"/>
                </a:lnTo>
                <a:lnTo>
                  <a:pt x="1733550" y="19050"/>
                </a:lnTo>
                <a:lnTo>
                  <a:pt x="1724025" y="19050"/>
                </a:lnTo>
                <a:close/>
                <a:moveTo>
                  <a:pt x="38100" y="57150"/>
                </a:moveTo>
                <a:lnTo>
                  <a:pt x="47625" y="57150"/>
                </a:lnTo>
                <a:lnTo>
                  <a:pt x="47625" y="47625"/>
                </a:lnTo>
                <a:lnTo>
                  <a:pt x="38100" y="47625"/>
                </a:lnTo>
                <a:close/>
                <a:moveTo>
                  <a:pt x="209550" y="57150"/>
                </a:moveTo>
                <a:lnTo>
                  <a:pt x="219075" y="57150"/>
                </a:lnTo>
                <a:lnTo>
                  <a:pt x="219075" y="66675"/>
                </a:lnTo>
                <a:lnTo>
                  <a:pt x="209550" y="66675"/>
                </a:lnTo>
                <a:close/>
                <a:moveTo>
                  <a:pt x="1666875" y="66675"/>
                </a:moveTo>
                <a:lnTo>
                  <a:pt x="1676400" y="66675"/>
                </a:lnTo>
                <a:lnTo>
                  <a:pt x="1676400" y="76200"/>
                </a:lnTo>
                <a:lnTo>
                  <a:pt x="1666875" y="76200"/>
                </a:lnTo>
                <a:close/>
                <a:moveTo>
                  <a:pt x="114300" y="114300"/>
                </a:moveTo>
                <a:lnTo>
                  <a:pt x="123825" y="114300"/>
                </a:lnTo>
                <a:lnTo>
                  <a:pt x="123825" y="104775"/>
                </a:lnTo>
                <a:lnTo>
                  <a:pt x="114300" y="104775"/>
                </a:lnTo>
                <a:close/>
                <a:moveTo>
                  <a:pt x="1800225" y="123825"/>
                </a:moveTo>
                <a:lnTo>
                  <a:pt x="1819275" y="123825"/>
                </a:lnTo>
                <a:lnTo>
                  <a:pt x="1819275" y="104775"/>
                </a:lnTo>
                <a:lnTo>
                  <a:pt x="1800225" y="104775"/>
                </a:lnTo>
                <a:close/>
                <a:moveTo>
                  <a:pt x="47625" y="133350"/>
                </a:moveTo>
                <a:lnTo>
                  <a:pt x="57150" y="133350"/>
                </a:lnTo>
                <a:lnTo>
                  <a:pt x="57150" y="123825"/>
                </a:lnTo>
                <a:lnTo>
                  <a:pt x="47625" y="123825"/>
                </a:lnTo>
                <a:close/>
                <a:moveTo>
                  <a:pt x="85725" y="133350"/>
                </a:moveTo>
                <a:lnTo>
                  <a:pt x="104775" y="133350"/>
                </a:lnTo>
                <a:lnTo>
                  <a:pt x="104775" y="104775"/>
                </a:lnTo>
                <a:lnTo>
                  <a:pt x="95250" y="104775"/>
                </a:lnTo>
                <a:lnTo>
                  <a:pt x="95250" y="114300"/>
                </a:lnTo>
                <a:lnTo>
                  <a:pt x="85725" y="114300"/>
                </a:lnTo>
                <a:lnTo>
                  <a:pt x="85725" y="123825"/>
                </a:lnTo>
                <a:lnTo>
                  <a:pt x="76200" y="123825"/>
                </a:lnTo>
                <a:lnTo>
                  <a:pt x="76200" y="142875"/>
                </a:lnTo>
                <a:lnTo>
                  <a:pt x="66675" y="142875"/>
                </a:lnTo>
                <a:lnTo>
                  <a:pt x="66675" y="133350"/>
                </a:lnTo>
                <a:lnTo>
                  <a:pt x="57150" y="133350"/>
                </a:lnTo>
                <a:lnTo>
                  <a:pt x="57150" y="152400"/>
                </a:lnTo>
                <a:lnTo>
                  <a:pt x="85725" y="152400"/>
                </a:lnTo>
                <a:close/>
                <a:moveTo>
                  <a:pt x="57150" y="209550"/>
                </a:moveTo>
                <a:lnTo>
                  <a:pt x="66675" y="209550"/>
                </a:lnTo>
                <a:lnTo>
                  <a:pt x="66675" y="219075"/>
                </a:lnTo>
                <a:lnTo>
                  <a:pt x="57150" y="219075"/>
                </a:lnTo>
                <a:close/>
                <a:moveTo>
                  <a:pt x="1828800" y="285750"/>
                </a:moveTo>
                <a:lnTo>
                  <a:pt x="1838325" y="285750"/>
                </a:lnTo>
                <a:lnTo>
                  <a:pt x="1838325" y="266700"/>
                </a:lnTo>
                <a:lnTo>
                  <a:pt x="1828800" y="266700"/>
                </a:lnTo>
                <a:close/>
                <a:moveTo>
                  <a:pt x="1838325" y="428625"/>
                </a:moveTo>
                <a:lnTo>
                  <a:pt x="1847850" y="428625"/>
                </a:lnTo>
                <a:lnTo>
                  <a:pt x="1847850" y="447675"/>
                </a:lnTo>
                <a:lnTo>
                  <a:pt x="1838325" y="447675"/>
                </a:lnTo>
                <a:close/>
                <a:moveTo>
                  <a:pt x="1838325" y="495300"/>
                </a:moveTo>
                <a:lnTo>
                  <a:pt x="1847850" y="495300"/>
                </a:lnTo>
                <a:lnTo>
                  <a:pt x="1847850" y="523875"/>
                </a:lnTo>
                <a:lnTo>
                  <a:pt x="1838325" y="523875"/>
                </a:lnTo>
                <a:close/>
                <a:moveTo>
                  <a:pt x="1838325" y="533400"/>
                </a:moveTo>
                <a:lnTo>
                  <a:pt x="1847850" y="533400"/>
                </a:lnTo>
                <a:lnTo>
                  <a:pt x="1847850" y="561975"/>
                </a:lnTo>
                <a:lnTo>
                  <a:pt x="1838325" y="561975"/>
                </a:lnTo>
                <a:close/>
                <a:moveTo>
                  <a:pt x="1838325" y="571500"/>
                </a:moveTo>
                <a:lnTo>
                  <a:pt x="1847850" y="571500"/>
                </a:lnTo>
                <a:lnTo>
                  <a:pt x="1847850" y="1057275"/>
                </a:lnTo>
                <a:lnTo>
                  <a:pt x="1828800" y="1057275"/>
                </a:lnTo>
                <a:lnTo>
                  <a:pt x="1828800" y="1038225"/>
                </a:lnTo>
                <a:lnTo>
                  <a:pt x="1838325" y="1038225"/>
                </a:lnTo>
                <a:lnTo>
                  <a:pt x="1838325" y="1019175"/>
                </a:lnTo>
                <a:lnTo>
                  <a:pt x="1828800" y="1019175"/>
                </a:lnTo>
                <a:lnTo>
                  <a:pt x="1828800" y="990600"/>
                </a:lnTo>
                <a:lnTo>
                  <a:pt x="1838325" y="990600"/>
                </a:lnTo>
                <a:lnTo>
                  <a:pt x="1838325" y="942975"/>
                </a:lnTo>
                <a:lnTo>
                  <a:pt x="1828800" y="942975"/>
                </a:lnTo>
                <a:lnTo>
                  <a:pt x="1828800" y="914400"/>
                </a:lnTo>
                <a:lnTo>
                  <a:pt x="1838325" y="914400"/>
                </a:lnTo>
                <a:lnTo>
                  <a:pt x="1838325" y="885825"/>
                </a:lnTo>
                <a:lnTo>
                  <a:pt x="1828800" y="885825"/>
                </a:lnTo>
                <a:lnTo>
                  <a:pt x="1828800" y="857250"/>
                </a:lnTo>
                <a:lnTo>
                  <a:pt x="1838325" y="857250"/>
                </a:lnTo>
                <a:lnTo>
                  <a:pt x="1838325" y="800100"/>
                </a:lnTo>
                <a:lnTo>
                  <a:pt x="1828800" y="800100"/>
                </a:lnTo>
                <a:lnTo>
                  <a:pt x="1828800" y="781050"/>
                </a:lnTo>
                <a:lnTo>
                  <a:pt x="1838325" y="781050"/>
                </a:lnTo>
                <a:close/>
                <a:moveTo>
                  <a:pt x="342900" y="723900"/>
                </a:moveTo>
                <a:lnTo>
                  <a:pt x="352425" y="723900"/>
                </a:lnTo>
                <a:lnTo>
                  <a:pt x="352425" y="733425"/>
                </a:lnTo>
                <a:lnTo>
                  <a:pt x="342900" y="733425"/>
                </a:lnTo>
                <a:close/>
                <a:moveTo>
                  <a:pt x="447675" y="733425"/>
                </a:moveTo>
                <a:lnTo>
                  <a:pt x="457200" y="733425"/>
                </a:lnTo>
                <a:lnTo>
                  <a:pt x="457200" y="752475"/>
                </a:lnTo>
                <a:lnTo>
                  <a:pt x="447675" y="752475"/>
                </a:lnTo>
                <a:close/>
                <a:moveTo>
                  <a:pt x="361950" y="742950"/>
                </a:moveTo>
                <a:lnTo>
                  <a:pt x="371475" y="742950"/>
                </a:lnTo>
                <a:lnTo>
                  <a:pt x="371475" y="752475"/>
                </a:lnTo>
                <a:lnTo>
                  <a:pt x="361950" y="752475"/>
                </a:lnTo>
                <a:close/>
                <a:moveTo>
                  <a:pt x="371475" y="762000"/>
                </a:moveTo>
                <a:lnTo>
                  <a:pt x="381000" y="762000"/>
                </a:lnTo>
                <a:lnTo>
                  <a:pt x="381000" y="771525"/>
                </a:lnTo>
                <a:lnTo>
                  <a:pt x="390525" y="771525"/>
                </a:lnTo>
                <a:lnTo>
                  <a:pt x="390525" y="781050"/>
                </a:lnTo>
                <a:lnTo>
                  <a:pt x="371475" y="781050"/>
                </a:lnTo>
                <a:close/>
                <a:moveTo>
                  <a:pt x="9525" y="857250"/>
                </a:moveTo>
                <a:lnTo>
                  <a:pt x="19050" y="857250"/>
                </a:lnTo>
                <a:lnTo>
                  <a:pt x="19050" y="866775"/>
                </a:lnTo>
                <a:lnTo>
                  <a:pt x="28575" y="866775"/>
                </a:lnTo>
                <a:lnTo>
                  <a:pt x="28575" y="952500"/>
                </a:lnTo>
                <a:lnTo>
                  <a:pt x="19050" y="952500"/>
                </a:lnTo>
                <a:lnTo>
                  <a:pt x="19050" y="942975"/>
                </a:lnTo>
                <a:lnTo>
                  <a:pt x="9525" y="942975"/>
                </a:lnTo>
                <a:lnTo>
                  <a:pt x="9525" y="952500"/>
                </a:lnTo>
                <a:lnTo>
                  <a:pt x="0" y="952500"/>
                </a:lnTo>
                <a:lnTo>
                  <a:pt x="0" y="866775"/>
                </a:lnTo>
                <a:lnTo>
                  <a:pt x="9525" y="866775"/>
                </a:lnTo>
                <a:close/>
                <a:moveTo>
                  <a:pt x="0" y="1057275"/>
                </a:moveTo>
                <a:lnTo>
                  <a:pt x="9525" y="1057275"/>
                </a:lnTo>
                <a:lnTo>
                  <a:pt x="9525" y="1219200"/>
                </a:lnTo>
                <a:lnTo>
                  <a:pt x="19050" y="1219200"/>
                </a:lnTo>
                <a:lnTo>
                  <a:pt x="19050" y="1238250"/>
                </a:lnTo>
                <a:lnTo>
                  <a:pt x="28575" y="1238250"/>
                </a:lnTo>
                <a:lnTo>
                  <a:pt x="28575" y="1276350"/>
                </a:lnTo>
                <a:lnTo>
                  <a:pt x="19050" y="1276350"/>
                </a:lnTo>
                <a:lnTo>
                  <a:pt x="19050" y="1266825"/>
                </a:lnTo>
                <a:lnTo>
                  <a:pt x="9525" y="1266825"/>
                </a:lnTo>
                <a:lnTo>
                  <a:pt x="9525" y="1295400"/>
                </a:lnTo>
                <a:lnTo>
                  <a:pt x="0" y="1295400"/>
                </a:lnTo>
                <a:close/>
                <a:moveTo>
                  <a:pt x="1828800" y="1076325"/>
                </a:moveTo>
                <a:lnTo>
                  <a:pt x="1838325" y="1076325"/>
                </a:lnTo>
                <a:lnTo>
                  <a:pt x="1838325" y="1104900"/>
                </a:lnTo>
                <a:lnTo>
                  <a:pt x="1828800" y="1104900"/>
                </a:lnTo>
                <a:close/>
                <a:moveTo>
                  <a:pt x="1838325" y="1114425"/>
                </a:moveTo>
                <a:lnTo>
                  <a:pt x="1847850" y="1114425"/>
                </a:lnTo>
                <a:lnTo>
                  <a:pt x="1847850" y="1123950"/>
                </a:lnTo>
                <a:lnTo>
                  <a:pt x="1838325" y="1123950"/>
                </a:lnTo>
                <a:close/>
                <a:moveTo>
                  <a:pt x="695325" y="1181100"/>
                </a:moveTo>
                <a:lnTo>
                  <a:pt x="704850" y="1181100"/>
                </a:lnTo>
                <a:lnTo>
                  <a:pt x="704850" y="1190625"/>
                </a:lnTo>
                <a:lnTo>
                  <a:pt x="695325" y="1190625"/>
                </a:lnTo>
                <a:close/>
                <a:moveTo>
                  <a:pt x="904875" y="1219200"/>
                </a:moveTo>
                <a:lnTo>
                  <a:pt x="914400" y="1219200"/>
                </a:lnTo>
                <a:lnTo>
                  <a:pt x="914400" y="1228725"/>
                </a:lnTo>
                <a:lnTo>
                  <a:pt x="904875" y="1228725"/>
                </a:lnTo>
                <a:close/>
                <a:moveTo>
                  <a:pt x="942975" y="1219200"/>
                </a:moveTo>
                <a:lnTo>
                  <a:pt x="952500" y="1219200"/>
                </a:lnTo>
                <a:lnTo>
                  <a:pt x="952500" y="1228725"/>
                </a:lnTo>
                <a:lnTo>
                  <a:pt x="942975" y="1228725"/>
                </a:lnTo>
                <a:close/>
                <a:moveTo>
                  <a:pt x="1038225" y="1219200"/>
                </a:moveTo>
                <a:lnTo>
                  <a:pt x="1057275" y="1219200"/>
                </a:lnTo>
                <a:lnTo>
                  <a:pt x="1057275" y="1228725"/>
                </a:lnTo>
                <a:lnTo>
                  <a:pt x="1038225" y="1228725"/>
                </a:lnTo>
                <a:close/>
                <a:moveTo>
                  <a:pt x="838200" y="1276350"/>
                </a:moveTo>
                <a:lnTo>
                  <a:pt x="847725" y="1276350"/>
                </a:lnTo>
                <a:lnTo>
                  <a:pt x="847725" y="1285875"/>
                </a:lnTo>
                <a:lnTo>
                  <a:pt x="838200" y="1285875"/>
                </a:lnTo>
                <a:close/>
                <a:moveTo>
                  <a:pt x="704850" y="1285875"/>
                </a:moveTo>
                <a:lnTo>
                  <a:pt x="714375" y="1285875"/>
                </a:lnTo>
                <a:lnTo>
                  <a:pt x="714375" y="1295400"/>
                </a:lnTo>
                <a:lnTo>
                  <a:pt x="704850" y="1295400"/>
                </a:lnTo>
                <a:close/>
                <a:moveTo>
                  <a:pt x="9525" y="1295400"/>
                </a:moveTo>
                <a:lnTo>
                  <a:pt x="19050" y="1295400"/>
                </a:lnTo>
                <a:lnTo>
                  <a:pt x="19050" y="1304925"/>
                </a:lnTo>
                <a:lnTo>
                  <a:pt x="9525" y="1304925"/>
                </a:lnTo>
                <a:close/>
                <a:moveTo>
                  <a:pt x="781050" y="1295400"/>
                </a:moveTo>
                <a:lnTo>
                  <a:pt x="790575" y="1295400"/>
                </a:lnTo>
                <a:lnTo>
                  <a:pt x="790575" y="1304925"/>
                </a:lnTo>
                <a:lnTo>
                  <a:pt x="781050" y="1304925"/>
                </a:lnTo>
                <a:close/>
                <a:moveTo>
                  <a:pt x="695325" y="1304925"/>
                </a:moveTo>
                <a:lnTo>
                  <a:pt x="704850" y="1304925"/>
                </a:lnTo>
                <a:lnTo>
                  <a:pt x="704850" y="1314450"/>
                </a:lnTo>
                <a:lnTo>
                  <a:pt x="695325" y="1314450"/>
                </a:lnTo>
                <a:close/>
                <a:moveTo>
                  <a:pt x="695325" y="1323975"/>
                </a:moveTo>
                <a:lnTo>
                  <a:pt x="704850" y="1323975"/>
                </a:lnTo>
                <a:lnTo>
                  <a:pt x="704850" y="1333500"/>
                </a:lnTo>
                <a:lnTo>
                  <a:pt x="695325" y="1333500"/>
                </a:lnTo>
                <a:close/>
                <a:moveTo>
                  <a:pt x="1009650" y="1323975"/>
                </a:moveTo>
                <a:lnTo>
                  <a:pt x="1019175" y="1323975"/>
                </a:lnTo>
                <a:lnTo>
                  <a:pt x="1019175" y="1333500"/>
                </a:lnTo>
                <a:lnTo>
                  <a:pt x="1009650" y="1333500"/>
                </a:lnTo>
                <a:close/>
                <a:moveTo>
                  <a:pt x="1428750" y="1323975"/>
                </a:moveTo>
                <a:lnTo>
                  <a:pt x="1476375" y="1323975"/>
                </a:lnTo>
                <a:lnTo>
                  <a:pt x="1476375" y="1333500"/>
                </a:lnTo>
                <a:lnTo>
                  <a:pt x="1428750" y="1333500"/>
                </a:lnTo>
                <a:close/>
                <a:moveTo>
                  <a:pt x="0" y="1390650"/>
                </a:moveTo>
                <a:lnTo>
                  <a:pt x="9525" y="1390650"/>
                </a:lnTo>
                <a:lnTo>
                  <a:pt x="9525" y="1524000"/>
                </a:lnTo>
                <a:lnTo>
                  <a:pt x="0" y="1524000"/>
                </a:lnTo>
                <a:close/>
                <a:moveTo>
                  <a:pt x="9525" y="1552575"/>
                </a:moveTo>
                <a:lnTo>
                  <a:pt x="19050" y="1552575"/>
                </a:lnTo>
                <a:lnTo>
                  <a:pt x="19050" y="1562100"/>
                </a:lnTo>
                <a:lnTo>
                  <a:pt x="9525" y="1562100"/>
                </a:lnTo>
                <a:close/>
                <a:moveTo>
                  <a:pt x="1838325" y="1562100"/>
                </a:moveTo>
                <a:lnTo>
                  <a:pt x="1847850" y="1562100"/>
                </a:lnTo>
                <a:lnTo>
                  <a:pt x="1847850" y="1571625"/>
                </a:lnTo>
                <a:lnTo>
                  <a:pt x="1838325" y="1571625"/>
                </a:lnTo>
                <a:close/>
                <a:moveTo>
                  <a:pt x="0" y="1600200"/>
                </a:moveTo>
                <a:lnTo>
                  <a:pt x="9525" y="1600200"/>
                </a:lnTo>
                <a:lnTo>
                  <a:pt x="9525" y="1647825"/>
                </a:lnTo>
                <a:lnTo>
                  <a:pt x="19050" y="1647825"/>
                </a:lnTo>
                <a:lnTo>
                  <a:pt x="19050" y="1600200"/>
                </a:lnTo>
                <a:lnTo>
                  <a:pt x="28575" y="1600200"/>
                </a:lnTo>
                <a:lnTo>
                  <a:pt x="28575" y="1724025"/>
                </a:lnTo>
                <a:lnTo>
                  <a:pt x="19050" y="1724025"/>
                </a:lnTo>
                <a:lnTo>
                  <a:pt x="19050" y="1733550"/>
                </a:lnTo>
                <a:lnTo>
                  <a:pt x="0" y="1733550"/>
                </a:lnTo>
                <a:close/>
                <a:moveTo>
                  <a:pt x="1838325" y="1638300"/>
                </a:moveTo>
                <a:lnTo>
                  <a:pt x="1847850" y="1638300"/>
                </a:lnTo>
                <a:lnTo>
                  <a:pt x="1847850" y="1914525"/>
                </a:lnTo>
                <a:lnTo>
                  <a:pt x="1838325" y="1914525"/>
                </a:lnTo>
                <a:close/>
                <a:moveTo>
                  <a:pt x="0" y="1752600"/>
                </a:moveTo>
                <a:lnTo>
                  <a:pt x="19050" y="1752600"/>
                </a:lnTo>
                <a:lnTo>
                  <a:pt x="19050" y="1781175"/>
                </a:lnTo>
                <a:lnTo>
                  <a:pt x="0" y="1781175"/>
                </a:lnTo>
                <a:close/>
                <a:moveTo>
                  <a:pt x="0" y="1800225"/>
                </a:moveTo>
                <a:lnTo>
                  <a:pt x="19050" y="1800225"/>
                </a:lnTo>
                <a:lnTo>
                  <a:pt x="19050" y="1828800"/>
                </a:lnTo>
                <a:lnTo>
                  <a:pt x="9525" y="1828800"/>
                </a:lnTo>
                <a:lnTo>
                  <a:pt x="9525" y="1819275"/>
                </a:lnTo>
                <a:lnTo>
                  <a:pt x="0" y="1819275"/>
                </a:lnTo>
                <a:close/>
                <a:moveTo>
                  <a:pt x="9525" y="1838325"/>
                </a:moveTo>
                <a:lnTo>
                  <a:pt x="19050" y="1838325"/>
                </a:lnTo>
                <a:lnTo>
                  <a:pt x="19050" y="1847850"/>
                </a:lnTo>
                <a:lnTo>
                  <a:pt x="28575" y="1847850"/>
                </a:lnTo>
                <a:lnTo>
                  <a:pt x="28575" y="1866900"/>
                </a:lnTo>
                <a:lnTo>
                  <a:pt x="19050" y="1866900"/>
                </a:lnTo>
                <a:lnTo>
                  <a:pt x="19050" y="1885950"/>
                </a:lnTo>
                <a:lnTo>
                  <a:pt x="28575" y="1885950"/>
                </a:lnTo>
                <a:lnTo>
                  <a:pt x="28575" y="1914525"/>
                </a:lnTo>
                <a:lnTo>
                  <a:pt x="19050" y="1914525"/>
                </a:lnTo>
                <a:lnTo>
                  <a:pt x="19050" y="1943100"/>
                </a:lnTo>
                <a:lnTo>
                  <a:pt x="28575" y="1943100"/>
                </a:lnTo>
                <a:lnTo>
                  <a:pt x="28575" y="2057400"/>
                </a:lnTo>
                <a:lnTo>
                  <a:pt x="9525" y="2057400"/>
                </a:lnTo>
                <a:lnTo>
                  <a:pt x="9525" y="2047875"/>
                </a:lnTo>
                <a:lnTo>
                  <a:pt x="0" y="2047875"/>
                </a:lnTo>
                <a:lnTo>
                  <a:pt x="0" y="1847850"/>
                </a:lnTo>
                <a:lnTo>
                  <a:pt x="9525" y="1847850"/>
                </a:lnTo>
                <a:close/>
                <a:moveTo>
                  <a:pt x="1838325" y="1943100"/>
                </a:moveTo>
                <a:lnTo>
                  <a:pt x="1847850" y="1943100"/>
                </a:lnTo>
                <a:lnTo>
                  <a:pt x="1847850" y="2000250"/>
                </a:lnTo>
                <a:lnTo>
                  <a:pt x="1838325" y="2000250"/>
                </a:lnTo>
                <a:close/>
                <a:moveTo>
                  <a:pt x="1838325" y="2009775"/>
                </a:moveTo>
                <a:lnTo>
                  <a:pt x="1847850" y="2009775"/>
                </a:lnTo>
                <a:lnTo>
                  <a:pt x="1847850" y="2362200"/>
                </a:lnTo>
                <a:lnTo>
                  <a:pt x="1838325" y="2362200"/>
                </a:lnTo>
                <a:close/>
                <a:moveTo>
                  <a:pt x="9525" y="2066925"/>
                </a:moveTo>
                <a:lnTo>
                  <a:pt x="28575" y="2066925"/>
                </a:lnTo>
                <a:lnTo>
                  <a:pt x="28575" y="2209800"/>
                </a:lnTo>
                <a:lnTo>
                  <a:pt x="19050" y="2209800"/>
                </a:lnTo>
                <a:lnTo>
                  <a:pt x="19050" y="2219325"/>
                </a:lnTo>
                <a:lnTo>
                  <a:pt x="9525" y="2219325"/>
                </a:lnTo>
                <a:lnTo>
                  <a:pt x="9525" y="2209800"/>
                </a:lnTo>
                <a:lnTo>
                  <a:pt x="0" y="2209800"/>
                </a:lnTo>
                <a:lnTo>
                  <a:pt x="0" y="2076450"/>
                </a:lnTo>
                <a:lnTo>
                  <a:pt x="9525" y="2076450"/>
                </a:lnTo>
                <a:close/>
                <a:moveTo>
                  <a:pt x="9525" y="2228850"/>
                </a:moveTo>
                <a:lnTo>
                  <a:pt x="28575" y="2228850"/>
                </a:lnTo>
                <a:lnTo>
                  <a:pt x="28575" y="2247900"/>
                </a:lnTo>
                <a:lnTo>
                  <a:pt x="19050" y="2247900"/>
                </a:lnTo>
                <a:lnTo>
                  <a:pt x="19050" y="2266950"/>
                </a:lnTo>
                <a:lnTo>
                  <a:pt x="28575" y="2266950"/>
                </a:lnTo>
                <a:lnTo>
                  <a:pt x="28575" y="2305050"/>
                </a:lnTo>
                <a:lnTo>
                  <a:pt x="19050" y="2305050"/>
                </a:lnTo>
                <a:lnTo>
                  <a:pt x="19050" y="2314575"/>
                </a:lnTo>
                <a:lnTo>
                  <a:pt x="9525" y="2314575"/>
                </a:lnTo>
                <a:lnTo>
                  <a:pt x="9525" y="2295525"/>
                </a:lnTo>
                <a:lnTo>
                  <a:pt x="0" y="2295525"/>
                </a:lnTo>
                <a:lnTo>
                  <a:pt x="0" y="2276475"/>
                </a:lnTo>
                <a:lnTo>
                  <a:pt x="9525" y="2276475"/>
                </a:lnTo>
                <a:lnTo>
                  <a:pt x="9525" y="2257425"/>
                </a:lnTo>
                <a:lnTo>
                  <a:pt x="0" y="2257425"/>
                </a:lnTo>
                <a:lnTo>
                  <a:pt x="0" y="2238375"/>
                </a:lnTo>
                <a:lnTo>
                  <a:pt x="9525" y="2238375"/>
                </a:lnTo>
                <a:close/>
                <a:moveTo>
                  <a:pt x="0" y="2333625"/>
                </a:moveTo>
                <a:lnTo>
                  <a:pt x="19050" y="2333625"/>
                </a:lnTo>
                <a:lnTo>
                  <a:pt x="19050" y="2362200"/>
                </a:lnTo>
                <a:lnTo>
                  <a:pt x="9525" y="2362200"/>
                </a:lnTo>
                <a:lnTo>
                  <a:pt x="9525" y="2352675"/>
                </a:lnTo>
                <a:lnTo>
                  <a:pt x="0" y="2352675"/>
                </a:lnTo>
                <a:close/>
                <a:moveTo>
                  <a:pt x="9525" y="2371725"/>
                </a:moveTo>
                <a:lnTo>
                  <a:pt x="19050" y="2371725"/>
                </a:lnTo>
                <a:lnTo>
                  <a:pt x="19050" y="2409825"/>
                </a:lnTo>
                <a:lnTo>
                  <a:pt x="28575" y="2409825"/>
                </a:lnTo>
                <a:lnTo>
                  <a:pt x="28575" y="2438400"/>
                </a:lnTo>
                <a:lnTo>
                  <a:pt x="19050" y="2438400"/>
                </a:lnTo>
                <a:lnTo>
                  <a:pt x="19050" y="2457450"/>
                </a:lnTo>
                <a:lnTo>
                  <a:pt x="28575" y="2457450"/>
                </a:lnTo>
                <a:lnTo>
                  <a:pt x="28575" y="2609850"/>
                </a:lnTo>
                <a:lnTo>
                  <a:pt x="19050" y="2609850"/>
                </a:lnTo>
                <a:lnTo>
                  <a:pt x="19050" y="2647950"/>
                </a:lnTo>
                <a:lnTo>
                  <a:pt x="9525" y="2647950"/>
                </a:lnTo>
                <a:lnTo>
                  <a:pt x="9525" y="2638425"/>
                </a:lnTo>
                <a:lnTo>
                  <a:pt x="0" y="2638425"/>
                </a:lnTo>
                <a:lnTo>
                  <a:pt x="0" y="2514600"/>
                </a:lnTo>
                <a:lnTo>
                  <a:pt x="9525" y="2514600"/>
                </a:lnTo>
                <a:lnTo>
                  <a:pt x="9525" y="2495550"/>
                </a:lnTo>
                <a:lnTo>
                  <a:pt x="0" y="2495550"/>
                </a:lnTo>
                <a:lnTo>
                  <a:pt x="0" y="2466975"/>
                </a:lnTo>
                <a:lnTo>
                  <a:pt x="9525" y="2466975"/>
                </a:lnTo>
                <a:lnTo>
                  <a:pt x="9525" y="2457450"/>
                </a:lnTo>
                <a:lnTo>
                  <a:pt x="0" y="2457450"/>
                </a:lnTo>
                <a:lnTo>
                  <a:pt x="0" y="2381250"/>
                </a:lnTo>
                <a:lnTo>
                  <a:pt x="9525" y="2381250"/>
                </a:lnTo>
                <a:close/>
                <a:moveTo>
                  <a:pt x="1838325" y="2400300"/>
                </a:moveTo>
                <a:lnTo>
                  <a:pt x="1847850" y="2400300"/>
                </a:lnTo>
                <a:lnTo>
                  <a:pt x="1847850" y="2638425"/>
                </a:lnTo>
                <a:lnTo>
                  <a:pt x="1838325" y="2638425"/>
                </a:lnTo>
                <a:close/>
                <a:moveTo>
                  <a:pt x="504825" y="2609850"/>
                </a:moveTo>
                <a:lnTo>
                  <a:pt x="523875" y="2609850"/>
                </a:lnTo>
                <a:lnTo>
                  <a:pt x="523875" y="2619375"/>
                </a:lnTo>
                <a:lnTo>
                  <a:pt x="504825" y="2619375"/>
                </a:lnTo>
                <a:close/>
                <a:moveTo>
                  <a:pt x="533400" y="2609850"/>
                </a:moveTo>
                <a:lnTo>
                  <a:pt x="542925" y="2609850"/>
                </a:lnTo>
                <a:lnTo>
                  <a:pt x="542925" y="2628900"/>
                </a:lnTo>
                <a:lnTo>
                  <a:pt x="533400" y="2628900"/>
                </a:lnTo>
                <a:close/>
                <a:moveTo>
                  <a:pt x="1838325" y="2676525"/>
                </a:moveTo>
                <a:lnTo>
                  <a:pt x="1847850" y="2676525"/>
                </a:lnTo>
                <a:lnTo>
                  <a:pt x="1847850" y="2886075"/>
                </a:lnTo>
                <a:lnTo>
                  <a:pt x="1838325" y="2886075"/>
                </a:lnTo>
                <a:lnTo>
                  <a:pt x="1838325" y="2933700"/>
                </a:lnTo>
                <a:lnTo>
                  <a:pt x="1847850" y="2933700"/>
                </a:lnTo>
                <a:lnTo>
                  <a:pt x="1847850" y="3590925"/>
                </a:lnTo>
                <a:lnTo>
                  <a:pt x="1828800" y="3590925"/>
                </a:lnTo>
                <a:lnTo>
                  <a:pt x="1828800" y="3562350"/>
                </a:lnTo>
                <a:lnTo>
                  <a:pt x="1838325" y="3562350"/>
                </a:lnTo>
                <a:lnTo>
                  <a:pt x="1838325" y="3543300"/>
                </a:lnTo>
                <a:lnTo>
                  <a:pt x="1828800" y="3543300"/>
                </a:lnTo>
                <a:lnTo>
                  <a:pt x="1828800" y="3438525"/>
                </a:lnTo>
                <a:lnTo>
                  <a:pt x="1838325" y="3438525"/>
                </a:lnTo>
                <a:lnTo>
                  <a:pt x="1838325" y="3333750"/>
                </a:lnTo>
                <a:lnTo>
                  <a:pt x="1828800" y="3333750"/>
                </a:lnTo>
                <a:lnTo>
                  <a:pt x="1828800" y="3305175"/>
                </a:lnTo>
                <a:lnTo>
                  <a:pt x="1838325" y="3305175"/>
                </a:lnTo>
                <a:lnTo>
                  <a:pt x="1838325" y="3286125"/>
                </a:lnTo>
                <a:lnTo>
                  <a:pt x="1828800" y="3286125"/>
                </a:lnTo>
                <a:lnTo>
                  <a:pt x="1828800" y="3067050"/>
                </a:lnTo>
                <a:lnTo>
                  <a:pt x="1838325" y="3067050"/>
                </a:lnTo>
                <a:lnTo>
                  <a:pt x="1838325" y="2990850"/>
                </a:lnTo>
                <a:lnTo>
                  <a:pt x="1828800" y="2990850"/>
                </a:lnTo>
                <a:lnTo>
                  <a:pt x="1828800" y="2876550"/>
                </a:lnTo>
                <a:lnTo>
                  <a:pt x="1838325" y="2876550"/>
                </a:lnTo>
                <a:lnTo>
                  <a:pt x="1838325" y="2857500"/>
                </a:lnTo>
                <a:lnTo>
                  <a:pt x="1828800" y="2857500"/>
                </a:lnTo>
                <a:lnTo>
                  <a:pt x="1828800" y="2838450"/>
                </a:lnTo>
                <a:lnTo>
                  <a:pt x="1838325" y="2838450"/>
                </a:lnTo>
                <a:close/>
                <a:moveTo>
                  <a:pt x="9525" y="2752725"/>
                </a:moveTo>
                <a:lnTo>
                  <a:pt x="19050" y="2752725"/>
                </a:lnTo>
                <a:lnTo>
                  <a:pt x="19050" y="2762250"/>
                </a:lnTo>
                <a:lnTo>
                  <a:pt x="28575" y="2762250"/>
                </a:lnTo>
                <a:lnTo>
                  <a:pt x="28575" y="2828925"/>
                </a:lnTo>
                <a:lnTo>
                  <a:pt x="9525" y="2828925"/>
                </a:lnTo>
                <a:lnTo>
                  <a:pt x="9525" y="2847975"/>
                </a:lnTo>
                <a:lnTo>
                  <a:pt x="28575" y="2847975"/>
                </a:lnTo>
                <a:lnTo>
                  <a:pt x="28575" y="3009900"/>
                </a:lnTo>
                <a:lnTo>
                  <a:pt x="19050" y="3009900"/>
                </a:lnTo>
                <a:lnTo>
                  <a:pt x="19050" y="3028950"/>
                </a:lnTo>
                <a:lnTo>
                  <a:pt x="28575" y="3028950"/>
                </a:lnTo>
                <a:lnTo>
                  <a:pt x="28575" y="3095625"/>
                </a:lnTo>
                <a:lnTo>
                  <a:pt x="19050" y="3095625"/>
                </a:lnTo>
                <a:lnTo>
                  <a:pt x="19050" y="3086100"/>
                </a:lnTo>
                <a:lnTo>
                  <a:pt x="9525" y="3086100"/>
                </a:lnTo>
                <a:lnTo>
                  <a:pt x="9525" y="3105150"/>
                </a:lnTo>
                <a:lnTo>
                  <a:pt x="0" y="3105150"/>
                </a:lnTo>
                <a:lnTo>
                  <a:pt x="0" y="2971800"/>
                </a:lnTo>
                <a:lnTo>
                  <a:pt x="9525" y="2971800"/>
                </a:lnTo>
                <a:lnTo>
                  <a:pt x="9525" y="2962275"/>
                </a:lnTo>
                <a:lnTo>
                  <a:pt x="0" y="2962275"/>
                </a:lnTo>
                <a:lnTo>
                  <a:pt x="0" y="2771775"/>
                </a:lnTo>
                <a:lnTo>
                  <a:pt x="9525" y="2771775"/>
                </a:lnTo>
                <a:close/>
                <a:moveTo>
                  <a:pt x="9525" y="2886075"/>
                </a:moveTo>
                <a:lnTo>
                  <a:pt x="19050" y="2886075"/>
                </a:lnTo>
                <a:lnTo>
                  <a:pt x="19050" y="2876550"/>
                </a:lnTo>
                <a:lnTo>
                  <a:pt x="9525" y="2876550"/>
                </a:lnTo>
                <a:close/>
                <a:moveTo>
                  <a:pt x="9525" y="3171825"/>
                </a:moveTo>
                <a:lnTo>
                  <a:pt x="28575" y="3171825"/>
                </a:lnTo>
                <a:lnTo>
                  <a:pt x="28575" y="3209925"/>
                </a:lnTo>
                <a:lnTo>
                  <a:pt x="19050" y="3209925"/>
                </a:lnTo>
                <a:lnTo>
                  <a:pt x="19050" y="3219450"/>
                </a:lnTo>
                <a:lnTo>
                  <a:pt x="28575" y="3219450"/>
                </a:lnTo>
                <a:lnTo>
                  <a:pt x="28575" y="3257550"/>
                </a:lnTo>
                <a:lnTo>
                  <a:pt x="19050" y="3257550"/>
                </a:lnTo>
                <a:lnTo>
                  <a:pt x="19050" y="3276600"/>
                </a:lnTo>
                <a:lnTo>
                  <a:pt x="28575" y="3276600"/>
                </a:lnTo>
                <a:lnTo>
                  <a:pt x="28575" y="3295650"/>
                </a:lnTo>
                <a:lnTo>
                  <a:pt x="19050" y="3295650"/>
                </a:lnTo>
                <a:lnTo>
                  <a:pt x="19050" y="3314700"/>
                </a:lnTo>
                <a:lnTo>
                  <a:pt x="28575" y="3314700"/>
                </a:lnTo>
                <a:lnTo>
                  <a:pt x="28575" y="3371850"/>
                </a:lnTo>
                <a:lnTo>
                  <a:pt x="9525" y="3371850"/>
                </a:lnTo>
                <a:lnTo>
                  <a:pt x="9525" y="3343275"/>
                </a:lnTo>
                <a:lnTo>
                  <a:pt x="0" y="3343275"/>
                </a:lnTo>
                <a:lnTo>
                  <a:pt x="0" y="3314700"/>
                </a:lnTo>
                <a:lnTo>
                  <a:pt x="9525" y="3314700"/>
                </a:lnTo>
                <a:lnTo>
                  <a:pt x="9525" y="3305175"/>
                </a:lnTo>
                <a:lnTo>
                  <a:pt x="0" y="3305175"/>
                </a:lnTo>
                <a:lnTo>
                  <a:pt x="0" y="3267075"/>
                </a:lnTo>
                <a:lnTo>
                  <a:pt x="9525" y="3267075"/>
                </a:lnTo>
                <a:lnTo>
                  <a:pt x="9525" y="3248025"/>
                </a:lnTo>
                <a:lnTo>
                  <a:pt x="0" y="3248025"/>
                </a:lnTo>
                <a:lnTo>
                  <a:pt x="0" y="3219450"/>
                </a:lnTo>
                <a:lnTo>
                  <a:pt x="9525" y="3219450"/>
                </a:lnTo>
                <a:lnTo>
                  <a:pt x="9525" y="3190875"/>
                </a:lnTo>
                <a:lnTo>
                  <a:pt x="19050" y="3190875"/>
                </a:lnTo>
                <a:lnTo>
                  <a:pt x="19050" y="3181350"/>
                </a:lnTo>
                <a:lnTo>
                  <a:pt x="9525" y="3181350"/>
                </a:lnTo>
                <a:close/>
                <a:moveTo>
                  <a:pt x="9525" y="3381375"/>
                </a:moveTo>
                <a:lnTo>
                  <a:pt x="28575" y="3381375"/>
                </a:lnTo>
                <a:lnTo>
                  <a:pt x="28575" y="3409950"/>
                </a:lnTo>
                <a:lnTo>
                  <a:pt x="19050" y="3409950"/>
                </a:lnTo>
                <a:lnTo>
                  <a:pt x="19050" y="3419475"/>
                </a:lnTo>
                <a:lnTo>
                  <a:pt x="28575" y="3419475"/>
                </a:lnTo>
                <a:lnTo>
                  <a:pt x="28575" y="3495675"/>
                </a:lnTo>
                <a:lnTo>
                  <a:pt x="19050" y="3495675"/>
                </a:lnTo>
                <a:lnTo>
                  <a:pt x="19050" y="3486150"/>
                </a:lnTo>
                <a:lnTo>
                  <a:pt x="9525" y="3486150"/>
                </a:lnTo>
                <a:lnTo>
                  <a:pt x="9525" y="3495675"/>
                </a:lnTo>
                <a:lnTo>
                  <a:pt x="0" y="3495675"/>
                </a:lnTo>
                <a:lnTo>
                  <a:pt x="0" y="3390900"/>
                </a:lnTo>
                <a:lnTo>
                  <a:pt x="9525" y="3390900"/>
                </a:lnTo>
                <a:close/>
                <a:moveTo>
                  <a:pt x="0" y="3505200"/>
                </a:moveTo>
                <a:lnTo>
                  <a:pt x="9525" y="3505200"/>
                </a:lnTo>
                <a:lnTo>
                  <a:pt x="9525" y="3552825"/>
                </a:lnTo>
                <a:lnTo>
                  <a:pt x="19050" y="3552825"/>
                </a:lnTo>
                <a:lnTo>
                  <a:pt x="19050" y="3571875"/>
                </a:lnTo>
                <a:lnTo>
                  <a:pt x="28575" y="3571875"/>
                </a:lnTo>
                <a:lnTo>
                  <a:pt x="28575" y="3552825"/>
                </a:lnTo>
                <a:lnTo>
                  <a:pt x="38100" y="3552825"/>
                </a:lnTo>
                <a:lnTo>
                  <a:pt x="38100" y="3590925"/>
                </a:lnTo>
                <a:lnTo>
                  <a:pt x="28575" y="3590925"/>
                </a:lnTo>
                <a:lnTo>
                  <a:pt x="28575" y="3609975"/>
                </a:lnTo>
                <a:lnTo>
                  <a:pt x="9525" y="3609975"/>
                </a:lnTo>
                <a:lnTo>
                  <a:pt x="9525" y="3619500"/>
                </a:lnTo>
                <a:lnTo>
                  <a:pt x="19050" y="3619500"/>
                </a:lnTo>
                <a:lnTo>
                  <a:pt x="19050" y="3657600"/>
                </a:lnTo>
                <a:lnTo>
                  <a:pt x="9525" y="3657600"/>
                </a:lnTo>
                <a:lnTo>
                  <a:pt x="9525" y="3667125"/>
                </a:lnTo>
                <a:lnTo>
                  <a:pt x="0" y="3667125"/>
                </a:lnTo>
                <a:close/>
                <a:moveTo>
                  <a:pt x="942975" y="3524250"/>
                </a:moveTo>
                <a:lnTo>
                  <a:pt x="952500" y="3524250"/>
                </a:lnTo>
                <a:lnTo>
                  <a:pt x="952500" y="3533775"/>
                </a:lnTo>
                <a:lnTo>
                  <a:pt x="942975" y="3533775"/>
                </a:lnTo>
                <a:close/>
                <a:moveTo>
                  <a:pt x="1819275" y="3590925"/>
                </a:moveTo>
                <a:lnTo>
                  <a:pt x="1828800" y="3590925"/>
                </a:lnTo>
                <a:lnTo>
                  <a:pt x="1828800" y="3629025"/>
                </a:lnTo>
                <a:lnTo>
                  <a:pt x="1838325" y="3629025"/>
                </a:lnTo>
                <a:lnTo>
                  <a:pt x="1838325" y="3619500"/>
                </a:lnTo>
                <a:lnTo>
                  <a:pt x="1847850" y="3619500"/>
                </a:lnTo>
                <a:lnTo>
                  <a:pt x="1847850" y="3724275"/>
                </a:lnTo>
                <a:lnTo>
                  <a:pt x="1838325" y="3724275"/>
                </a:lnTo>
                <a:lnTo>
                  <a:pt x="1838325" y="3733800"/>
                </a:lnTo>
                <a:lnTo>
                  <a:pt x="1847850" y="3733800"/>
                </a:lnTo>
                <a:lnTo>
                  <a:pt x="1847850" y="3819525"/>
                </a:lnTo>
                <a:lnTo>
                  <a:pt x="1838325" y="3819525"/>
                </a:lnTo>
                <a:lnTo>
                  <a:pt x="1838325" y="3810000"/>
                </a:lnTo>
                <a:lnTo>
                  <a:pt x="1828800" y="3810000"/>
                </a:lnTo>
                <a:lnTo>
                  <a:pt x="1828800" y="3800475"/>
                </a:lnTo>
                <a:lnTo>
                  <a:pt x="1819275" y="3800475"/>
                </a:lnTo>
                <a:lnTo>
                  <a:pt x="1819275" y="3810000"/>
                </a:lnTo>
                <a:lnTo>
                  <a:pt x="1800225" y="3810000"/>
                </a:lnTo>
                <a:lnTo>
                  <a:pt x="1800225" y="3819525"/>
                </a:lnTo>
                <a:lnTo>
                  <a:pt x="1809750" y="3819525"/>
                </a:lnTo>
                <a:lnTo>
                  <a:pt x="1809750" y="3829050"/>
                </a:lnTo>
                <a:lnTo>
                  <a:pt x="1847850" y="3829050"/>
                </a:lnTo>
                <a:lnTo>
                  <a:pt x="1847850" y="3886200"/>
                </a:lnTo>
                <a:lnTo>
                  <a:pt x="1695450" y="3886200"/>
                </a:lnTo>
                <a:lnTo>
                  <a:pt x="1695450" y="3876675"/>
                </a:lnTo>
                <a:lnTo>
                  <a:pt x="1676400" y="3876675"/>
                </a:lnTo>
                <a:lnTo>
                  <a:pt x="1676400" y="3886200"/>
                </a:lnTo>
                <a:lnTo>
                  <a:pt x="1495425" y="3886200"/>
                </a:lnTo>
                <a:lnTo>
                  <a:pt x="1495425" y="3876675"/>
                </a:lnTo>
                <a:lnTo>
                  <a:pt x="1466850" y="3876675"/>
                </a:lnTo>
                <a:lnTo>
                  <a:pt x="1466850" y="3886200"/>
                </a:lnTo>
                <a:lnTo>
                  <a:pt x="1438275" y="3886200"/>
                </a:lnTo>
                <a:lnTo>
                  <a:pt x="1438275" y="3876675"/>
                </a:lnTo>
                <a:lnTo>
                  <a:pt x="1419225" y="3876675"/>
                </a:lnTo>
                <a:lnTo>
                  <a:pt x="1419225" y="3886200"/>
                </a:lnTo>
                <a:lnTo>
                  <a:pt x="1390650" y="3886200"/>
                </a:lnTo>
                <a:lnTo>
                  <a:pt x="1390650" y="3876675"/>
                </a:lnTo>
                <a:lnTo>
                  <a:pt x="1362075" y="3876675"/>
                </a:lnTo>
                <a:lnTo>
                  <a:pt x="1362075" y="3886200"/>
                </a:lnTo>
                <a:lnTo>
                  <a:pt x="1333500" y="3886200"/>
                </a:lnTo>
                <a:lnTo>
                  <a:pt x="1333500" y="3876675"/>
                </a:lnTo>
                <a:lnTo>
                  <a:pt x="1285875" y="3876675"/>
                </a:lnTo>
                <a:lnTo>
                  <a:pt x="1285875" y="3867150"/>
                </a:lnTo>
                <a:lnTo>
                  <a:pt x="1552575" y="3867150"/>
                </a:lnTo>
                <a:lnTo>
                  <a:pt x="1552575" y="3857625"/>
                </a:lnTo>
                <a:lnTo>
                  <a:pt x="1581150" y="3857625"/>
                </a:lnTo>
                <a:lnTo>
                  <a:pt x="1581150" y="3876675"/>
                </a:lnTo>
                <a:lnTo>
                  <a:pt x="1600200" y="3876675"/>
                </a:lnTo>
                <a:lnTo>
                  <a:pt x="1600200" y="3867150"/>
                </a:lnTo>
                <a:lnTo>
                  <a:pt x="1619250" y="3867150"/>
                </a:lnTo>
                <a:lnTo>
                  <a:pt x="1619250" y="3838575"/>
                </a:lnTo>
                <a:lnTo>
                  <a:pt x="1647825" y="3838575"/>
                </a:lnTo>
                <a:lnTo>
                  <a:pt x="1647825" y="3829050"/>
                </a:lnTo>
                <a:lnTo>
                  <a:pt x="1666875" y="3829050"/>
                </a:lnTo>
                <a:lnTo>
                  <a:pt x="1666875" y="3819525"/>
                </a:lnTo>
                <a:lnTo>
                  <a:pt x="1685925" y="3819525"/>
                </a:lnTo>
                <a:lnTo>
                  <a:pt x="1685925" y="3838575"/>
                </a:lnTo>
                <a:lnTo>
                  <a:pt x="1704975" y="3838575"/>
                </a:lnTo>
                <a:lnTo>
                  <a:pt x="1704975" y="3848100"/>
                </a:lnTo>
                <a:lnTo>
                  <a:pt x="1724025" y="3848100"/>
                </a:lnTo>
                <a:lnTo>
                  <a:pt x="1724025" y="3781425"/>
                </a:lnTo>
                <a:lnTo>
                  <a:pt x="1733550" y="3781425"/>
                </a:lnTo>
                <a:lnTo>
                  <a:pt x="1733550" y="3771900"/>
                </a:lnTo>
                <a:lnTo>
                  <a:pt x="1743075" y="3771900"/>
                </a:lnTo>
                <a:lnTo>
                  <a:pt x="1743075" y="3762375"/>
                </a:lnTo>
                <a:lnTo>
                  <a:pt x="1752600" y="3762375"/>
                </a:lnTo>
                <a:lnTo>
                  <a:pt x="1752600" y="3743325"/>
                </a:lnTo>
                <a:lnTo>
                  <a:pt x="1762125" y="3743325"/>
                </a:lnTo>
                <a:lnTo>
                  <a:pt x="1762125" y="3733800"/>
                </a:lnTo>
                <a:lnTo>
                  <a:pt x="1781175" y="3733800"/>
                </a:lnTo>
                <a:lnTo>
                  <a:pt x="1781175" y="3752850"/>
                </a:lnTo>
                <a:lnTo>
                  <a:pt x="1790700" y="3752850"/>
                </a:lnTo>
                <a:lnTo>
                  <a:pt x="1790700" y="3762375"/>
                </a:lnTo>
                <a:lnTo>
                  <a:pt x="1781175" y="3762375"/>
                </a:lnTo>
                <a:lnTo>
                  <a:pt x="1781175" y="3771900"/>
                </a:lnTo>
                <a:lnTo>
                  <a:pt x="1809750" y="3771900"/>
                </a:lnTo>
                <a:lnTo>
                  <a:pt x="1809750" y="3762375"/>
                </a:lnTo>
                <a:lnTo>
                  <a:pt x="1819275" y="3762375"/>
                </a:lnTo>
                <a:lnTo>
                  <a:pt x="1819275" y="3752850"/>
                </a:lnTo>
                <a:lnTo>
                  <a:pt x="1809750" y="3752850"/>
                </a:lnTo>
                <a:lnTo>
                  <a:pt x="1809750" y="3724275"/>
                </a:lnTo>
                <a:lnTo>
                  <a:pt x="1790700" y="3724275"/>
                </a:lnTo>
                <a:lnTo>
                  <a:pt x="1790700" y="3695700"/>
                </a:lnTo>
                <a:lnTo>
                  <a:pt x="1800225" y="3695700"/>
                </a:lnTo>
                <a:lnTo>
                  <a:pt x="1800225" y="3657600"/>
                </a:lnTo>
                <a:lnTo>
                  <a:pt x="1809750" y="3657600"/>
                </a:lnTo>
                <a:lnTo>
                  <a:pt x="1809750" y="3629025"/>
                </a:lnTo>
                <a:lnTo>
                  <a:pt x="1819275" y="3629025"/>
                </a:lnTo>
                <a:close/>
                <a:moveTo>
                  <a:pt x="38100" y="3648075"/>
                </a:moveTo>
                <a:lnTo>
                  <a:pt x="57150" y="3648075"/>
                </a:lnTo>
                <a:lnTo>
                  <a:pt x="57150" y="3676650"/>
                </a:lnTo>
                <a:lnTo>
                  <a:pt x="66675" y="3676650"/>
                </a:lnTo>
                <a:lnTo>
                  <a:pt x="66675" y="3695700"/>
                </a:lnTo>
                <a:lnTo>
                  <a:pt x="76200" y="3695700"/>
                </a:lnTo>
                <a:lnTo>
                  <a:pt x="76200" y="3705225"/>
                </a:lnTo>
                <a:lnTo>
                  <a:pt x="85725" y="3705225"/>
                </a:lnTo>
                <a:lnTo>
                  <a:pt x="85725" y="3714750"/>
                </a:lnTo>
                <a:lnTo>
                  <a:pt x="66675" y="3714750"/>
                </a:lnTo>
                <a:lnTo>
                  <a:pt x="66675" y="3724275"/>
                </a:lnTo>
                <a:lnTo>
                  <a:pt x="76200" y="3724275"/>
                </a:lnTo>
                <a:lnTo>
                  <a:pt x="76200" y="3752850"/>
                </a:lnTo>
                <a:lnTo>
                  <a:pt x="66675" y="3752850"/>
                </a:lnTo>
                <a:lnTo>
                  <a:pt x="66675" y="3771900"/>
                </a:lnTo>
                <a:lnTo>
                  <a:pt x="76200" y="3771900"/>
                </a:lnTo>
                <a:lnTo>
                  <a:pt x="76200" y="3790950"/>
                </a:lnTo>
                <a:lnTo>
                  <a:pt x="95250" y="3790950"/>
                </a:lnTo>
                <a:lnTo>
                  <a:pt x="95250" y="3781425"/>
                </a:lnTo>
                <a:lnTo>
                  <a:pt x="85725" y="3781425"/>
                </a:lnTo>
                <a:lnTo>
                  <a:pt x="85725" y="3771900"/>
                </a:lnTo>
                <a:lnTo>
                  <a:pt x="114300" y="3771900"/>
                </a:lnTo>
                <a:lnTo>
                  <a:pt x="114300" y="3762375"/>
                </a:lnTo>
                <a:lnTo>
                  <a:pt x="123825" y="3762375"/>
                </a:lnTo>
                <a:lnTo>
                  <a:pt x="123825" y="3771900"/>
                </a:lnTo>
                <a:lnTo>
                  <a:pt x="133350" y="3771900"/>
                </a:lnTo>
                <a:lnTo>
                  <a:pt x="133350" y="3781425"/>
                </a:lnTo>
                <a:lnTo>
                  <a:pt x="142875" y="3781425"/>
                </a:lnTo>
                <a:lnTo>
                  <a:pt x="142875" y="3790950"/>
                </a:lnTo>
                <a:lnTo>
                  <a:pt x="152400" y="3790950"/>
                </a:lnTo>
                <a:lnTo>
                  <a:pt x="152400" y="3800475"/>
                </a:lnTo>
                <a:lnTo>
                  <a:pt x="161925" y="3800475"/>
                </a:lnTo>
                <a:lnTo>
                  <a:pt x="161925" y="3819525"/>
                </a:lnTo>
                <a:lnTo>
                  <a:pt x="190500" y="3819525"/>
                </a:lnTo>
                <a:lnTo>
                  <a:pt x="190500" y="3829050"/>
                </a:lnTo>
                <a:lnTo>
                  <a:pt x="209550" y="3829050"/>
                </a:lnTo>
                <a:lnTo>
                  <a:pt x="209550" y="3838575"/>
                </a:lnTo>
                <a:lnTo>
                  <a:pt x="247650" y="3838575"/>
                </a:lnTo>
                <a:lnTo>
                  <a:pt x="247650" y="3848100"/>
                </a:lnTo>
                <a:lnTo>
                  <a:pt x="276225" y="3848100"/>
                </a:lnTo>
                <a:lnTo>
                  <a:pt x="276225" y="3857625"/>
                </a:lnTo>
                <a:lnTo>
                  <a:pt x="314325" y="3857625"/>
                </a:lnTo>
                <a:lnTo>
                  <a:pt x="314325" y="3867150"/>
                </a:lnTo>
                <a:lnTo>
                  <a:pt x="1019175" y="3867150"/>
                </a:lnTo>
                <a:lnTo>
                  <a:pt x="1019175" y="3876675"/>
                </a:lnTo>
                <a:lnTo>
                  <a:pt x="1028700" y="3876675"/>
                </a:lnTo>
                <a:lnTo>
                  <a:pt x="1028700" y="3867150"/>
                </a:lnTo>
                <a:lnTo>
                  <a:pt x="1276350" y="3867150"/>
                </a:lnTo>
                <a:lnTo>
                  <a:pt x="1276350" y="3876675"/>
                </a:lnTo>
                <a:lnTo>
                  <a:pt x="1257300" y="3876675"/>
                </a:lnTo>
                <a:lnTo>
                  <a:pt x="1257300" y="3886200"/>
                </a:lnTo>
                <a:lnTo>
                  <a:pt x="1219200" y="3886200"/>
                </a:lnTo>
                <a:lnTo>
                  <a:pt x="1219200" y="3876675"/>
                </a:lnTo>
                <a:lnTo>
                  <a:pt x="1209675" y="3876675"/>
                </a:lnTo>
                <a:lnTo>
                  <a:pt x="1209675" y="3886200"/>
                </a:lnTo>
                <a:lnTo>
                  <a:pt x="1104900" y="3886200"/>
                </a:lnTo>
                <a:lnTo>
                  <a:pt x="1104900" y="3876675"/>
                </a:lnTo>
                <a:lnTo>
                  <a:pt x="1085850" y="3876675"/>
                </a:lnTo>
                <a:lnTo>
                  <a:pt x="1085850" y="3886200"/>
                </a:lnTo>
                <a:lnTo>
                  <a:pt x="962025" y="3886200"/>
                </a:lnTo>
                <a:lnTo>
                  <a:pt x="962025" y="3876675"/>
                </a:lnTo>
                <a:lnTo>
                  <a:pt x="933450" y="3876675"/>
                </a:lnTo>
                <a:lnTo>
                  <a:pt x="933450" y="3886200"/>
                </a:lnTo>
                <a:lnTo>
                  <a:pt x="876300" y="3886200"/>
                </a:lnTo>
                <a:lnTo>
                  <a:pt x="876300" y="3876675"/>
                </a:lnTo>
                <a:lnTo>
                  <a:pt x="847725" y="3876675"/>
                </a:lnTo>
                <a:lnTo>
                  <a:pt x="847725" y="3886200"/>
                </a:lnTo>
                <a:lnTo>
                  <a:pt x="828675" y="3886200"/>
                </a:lnTo>
                <a:lnTo>
                  <a:pt x="828675" y="3876675"/>
                </a:lnTo>
                <a:lnTo>
                  <a:pt x="800100" y="3876675"/>
                </a:lnTo>
                <a:lnTo>
                  <a:pt x="800100" y="3886200"/>
                </a:lnTo>
                <a:lnTo>
                  <a:pt x="666750" y="3886200"/>
                </a:lnTo>
                <a:lnTo>
                  <a:pt x="666750" y="3876675"/>
                </a:lnTo>
                <a:lnTo>
                  <a:pt x="647700" y="3876675"/>
                </a:lnTo>
                <a:lnTo>
                  <a:pt x="647700" y="3886200"/>
                </a:lnTo>
                <a:lnTo>
                  <a:pt x="619125" y="3886200"/>
                </a:lnTo>
                <a:lnTo>
                  <a:pt x="619125" y="3876675"/>
                </a:lnTo>
                <a:lnTo>
                  <a:pt x="609600" y="3876675"/>
                </a:lnTo>
                <a:lnTo>
                  <a:pt x="609600" y="3886200"/>
                </a:lnTo>
                <a:lnTo>
                  <a:pt x="523875" y="3886200"/>
                </a:lnTo>
                <a:lnTo>
                  <a:pt x="523875" y="3876675"/>
                </a:lnTo>
                <a:lnTo>
                  <a:pt x="514350" y="3876675"/>
                </a:lnTo>
                <a:lnTo>
                  <a:pt x="514350" y="3886200"/>
                </a:lnTo>
                <a:lnTo>
                  <a:pt x="485775" y="3886200"/>
                </a:lnTo>
                <a:lnTo>
                  <a:pt x="485775" y="3876675"/>
                </a:lnTo>
                <a:lnTo>
                  <a:pt x="466725" y="3876675"/>
                </a:lnTo>
                <a:lnTo>
                  <a:pt x="466725" y="3886200"/>
                </a:lnTo>
                <a:lnTo>
                  <a:pt x="428625" y="3886200"/>
                </a:lnTo>
                <a:lnTo>
                  <a:pt x="428625" y="3876675"/>
                </a:lnTo>
                <a:lnTo>
                  <a:pt x="419100" y="3876675"/>
                </a:lnTo>
                <a:lnTo>
                  <a:pt x="419100" y="3886200"/>
                </a:lnTo>
                <a:lnTo>
                  <a:pt x="0" y="3886200"/>
                </a:lnTo>
                <a:lnTo>
                  <a:pt x="0" y="3819525"/>
                </a:lnTo>
                <a:lnTo>
                  <a:pt x="9525" y="3819525"/>
                </a:lnTo>
                <a:lnTo>
                  <a:pt x="9525" y="3800475"/>
                </a:lnTo>
                <a:lnTo>
                  <a:pt x="0" y="3800475"/>
                </a:lnTo>
                <a:lnTo>
                  <a:pt x="0" y="3771900"/>
                </a:lnTo>
                <a:lnTo>
                  <a:pt x="9525" y="3771900"/>
                </a:lnTo>
                <a:lnTo>
                  <a:pt x="9525" y="3762375"/>
                </a:lnTo>
                <a:lnTo>
                  <a:pt x="28575" y="3762375"/>
                </a:lnTo>
                <a:lnTo>
                  <a:pt x="28575" y="3752850"/>
                </a:lnTo>
                <a:lnTo>
                  <a:pt x="19050" y="3752850"/>
                </a:lnTo>
                <a:lnTo>
                  <a:pt x="19050" y="3733800"/>
                </a:lnTo>
                <a:lnTo>
                  <a:pt x="9525" y="3733800"/>
                </a:lnTo>
                <a:lnTo>
                  <a:pt x="9525" y="3724275"/>
                </a:lnTo>
                <a:lnTo>
                  <a:pt x="0" y="3724275"/>
                </a:lnTo>
                <a:lnTo>
                  <a:pt x="0" y="3695700"/>
                </a:lnTo>
                <a:lnTo>
                  <a:pt x="9525" y="3695700"/>
                </a:lnTo>
                <a:lnTo>
                  <a:pt x="9525" y="3667125"/>
                </a:lnTo>
                <a:lnTo>
                  <a:pt x="19050" y="3667125"/>
                </a:lnTo>
                <a:lnTo>
                  <a:pt x="19050" y="3676650"/>
                </a:lnTo>
                <a:lnTo>
                  <a:pt x="28575" y="3676650"/>
                </a:lnTo>
                <a:lnTo>
                  <a:pt x="28575" y="3667125"/>
                </a:lnTo>
                <a:lnTo>
                  <a:pt x="38100" y="3667125"/>
                </a:lnTo>
                <a:close/>
                <a:moveTo>
                  <a:pt x="85725" y="3810000"/>
                </a:moveTo>
                <a:lnTo>
                  <a:pt x="95250" y="3810000"/>
                </a:lnTo>
                <a:lnTo>
                  <a:pt x="95250" y="3800475"/>
                </a:lnTo>
                <a:lnTo>
                  <a:pt x="85725" y="3800475"/>
                </a:lnTo>
                <a:close/>
                <a:moveTo>
                  <a:pt x="76200" y="3829050"/>
                </a:moveTo>
                <a:lnTo>
                  <a:pt x="85725" y="3829050"/>
                </a:lnTo>
                <a:lnTo>
                  <a:pt x="85725" y="3838575"/>
                </a:lnTo>
                <a:lnTo>
                  <a:pt x="95250" y="3838575"/>
                </a:lnTo>
                <a:lnTo>
                  <a:pt x="95250" y="3819525"/>
                </a:lnTo>
                <a:lnTo>
                  <a:pt x="76200" y="3819525"/>
                </a:lnTo>
                <a:close/>
                <a:moveTo>
                  <a:pt x="1657350" y="3848100"/>
                </a:moveTo>
                <a:lnTo>
                  <a:pt x="1666875" y="3848100"/>
                </a:lnTo>
                <a:lnTo>
                  <a:pt x="1666875" y="3838575"/>
                </a:lnTo>
                <a:lnTo>
                  <a:pt x="1647825" y="3838575"/>
                </a:lnTo>
                <a:lnTo>
                  <a:pt x="1647825" y="3848100"/>
                </a:lnTo>
                <a:lnTo>
                  <a:pt x="1628775" y="3848100"/>
                </a:lnTo>
                <a:lnTo>
                  <a:pt x="1628775" y="3857625"/>
                </a:lnTo>
                <a:lnTo>
                  <a:pt x="1657350" y="3857625"/>
                </a:lnTo>
                <a:close/>
                <a:moveTo>
                  <a:pt x="1809750" y="3848100"/>
                </a:moveTo>
                <a:lnTo>
                  <a:pt x="1800225" y="3848100"/>
                </a:lnTo>
                <a:lnTo>
                  <a:pt x="1800225" y="3867150"/>
                </a:lnTo>
                <a:lnTo>
                  <a:pt x="1809750" y="3867150"/>
                </a:lnTo>
                <a:close/>
                <a:moveTo>
                  <a:pt x="1809750" y="3848100"/>
                </a:moveTo>
                <a:lnTo>
                  <a:pt x="1819275" y="3848100"/>
                </a:lnTo>
                <a:lnTo>
                  <a:pt x="1819275" y="3867150"/>
                </a:lnTo>
                <a:lnTo>
                  <a:pt x="1828800" y="3867150"/>
                </a:lnTo>
                <a:lnTo>
                  <a:pt x="1828800" y="3838575"/>
                </a:lnTo>
                <a:lnTo>
                  <a:pt x="1809750" y="3838575"/>
                </a:lnTo>
                <a:close/>
                <a:moveTo>
                  <a:pt x="285750" y="3876675"/>
                </a:moveTo>
                <a:lnTo>
                  <a:pt x="295275" y="3876675"/>
                </a:lnTo>
                <a:lnTo>
                  <a:pt x="295275" y="3867150"/>
                </a:lnTo>
                <a:lnTo>
                  <a:pt x="285750" y="3867150"/>
                </a:lnTo>
                <a:close/>
              </a:path>
            </a:pathLst>
          </a:custGeom>
          <a:solidFill xmlns:a="http://schemas.openxmlformats.org/drawingml/2006/main">
            <a:srgbClr val="F5F3EC"/>
          </a:solidFill>
          <a:ln xmlns:a="http://schemas.openxmlformats.org/drawingml/2006/main" w="0">
            <a:noFill/>
          </a:ln>
        </p:spPr>
      </p:sp>
      <p:sp>
        <p:nvSpPr>
          <p:cNvPr id="28" name="phone4 vector #f4f0e5">
            <a:extLst xmlns:a="http://schemas.openxmlformats.org/drawingml/2006/main">
              <a:ext uri="{FF2B5EF4-FFF2-40B4-BE49-F238E27FC236}">
                <a16:creationId xmlns:a16="http://schemas.microsoft.com/office/drawing/2014/main" id="{30EC3AAA-0C11-4036-8EBD-632E452E3C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552825" y="1866900"/>
            <a:ext cx="2181225" cy="4581525"/>
          </a:xfrm>
          <a:custGeom xmlns:a="http://schemas.openxmlformats.org/drawingml/2006/main">
            <a:pathLst>
              <a:path w="1847850" h="3886200">
                <a:moveTo>
                  <a:pt x="314325" y="114300"/>
                </a:moveTo>
                <a:lnTo>
                  <a:pt x="333375" y="114300"/>
                </a:lnTo>
                <a:lnTo>
                  <a:pt x="333375" y="123825"/>
                </a:lnTo>
                <a:lnTo>
                  <a:pt x="390525" y="123825"/>
                </a:lnTo>
                <a:lnTo>
                  <a:pt x="390525" y="114300"/>
                </a:lnTo>
                <a:lnTo>
                  <a:pt x="409575" y="114300"/>
                </a:lnTo>
                <a:lnTo>
                  <a:pt x="409575" y="123825"/>
                </a:lnTo>
                <a:lnTo>
                  <a:pt x="428625" y="123825"/>
                </a:lnTo>
                <a:lnTo>
                  <a:pt x="428625" y="133350"/>
                </a:lnTo>
                <a:lnTo>
                  <a:pt x="419100" y="133350"/>
                </a:lnTo>
                <a:lnTo>
                  <a:pt x="419100" y="152400"/>
                </a:lnTo>
                <a:lnTo>
                  <a:pt x="400050" y="152400"/>
                </a:lnTo>
                <a:lnTo>
                  <a:pt x="400050" y="133350"/>
                </a:lnTo>
                <a:lnTo>
                  <a:pt x="381000" y="133350"/>
                </a:lnTo>
                <a:lnTo>
                  <a:pt x="381000" y="161925"/>
                </a:lnTo>
                <a:lnTo>
                  <a:pt x="390525" y="161925"/>
                </a:lnTo>
                <a:lnTo>
                  <a:pt x="390525" y="180975"/>
                </a:lnTo>
                <a:lnTo>
                  <a:pt x="400050" y="180975"/>
                </a:lnTo>
                <a:lnTo>
                  <a:pt x="400050" y="190500"/>
                </a:lnTo>
                <a:lnTo>
                  <a:pt x="419100" y="190500"/>
                </a:lnTo>
                <a:lnTo>
                  <a:pt x="419100" y="209550"/>
                </a:lnTo>
                <a:lnTo>
                  <a:pt x="352425" y="209550"/>
                </a:lnTo>
                <a:lnTo>
                  <a:pt x="352425" y="200025"/>
                </a:lnTo>
                <a:lnTo>
                  <a:pt x="342900" y="200025"/>
                </a:lnTo>
                <a:lnTo>
                  <a:pt x="342900" y="180975"/>
                </a:lnTo>
                <a:lnTo>
                  <a:pt x="333375" y="180975"/>
                </a:lnTo>
                <a:lnTo>
                  <a:pt x="333375" y="171450"/>
                </a:lnTo>
                <a:lnTo>
                  <a:pt x="314325" y="171450"/>
                </a:lnTo>
                <a:lnTo>
                  <a:pt x="314325" y="161925"/>
                </a:lnTo>
                <a:lnTo>
                  <a:pt x="304800" y="161925"/>
                </a:lnTo>
                <a:lnTo>
                  <a:pt x="304800" y="152400"/>
                </a:lnTo>
                <a:lnTo>
                  <a:pt x="314325" y="152400"/>
                </a:lnTo>
                <a:lnTo>
                  <a:pt x="314325" y="142875"/>
                </a:lnTo>
                <a:lnTo>
                  <a:pt x="304800" y="142875"/>
                </a:lnTo>
                <a:lnTo>
                  <a:pt x="304800" y="133350"/>
                </a:lnTo>
                <a:lnTo>
                  <a:pt x="314325" y="133350"/>
                </a:lnTo>
                <a:close/>
                <a:moveTo>
                  <a:pt x="285750" y="133350"/>
                </a:moveTo>
                <a:lnTo>
                  <a:pt x="295275" y="133350"/>
                </a:lnTo>
                <a:lnTo>
                  <a:pt x="295275" y="142875"/>
                </a:lnTo>
                <a:lnTo>
                  <a:pt x="285750" y="142875"/>
                </a:lnTo>
                <a:close/>
                <a:moveTo>
                  <a:pt x="419100" y="152400"/>
                </a:moveTo>
                <a:lnTo>
                  <a:pt x="428625" y="152400"/>
                </a:lnTo>
                <a:lnTo>
                  <a:pt x="428625" y="161925"/>
                </a:lnTo>
                <a:lnTo>
                  <a:pt x="419100" y="161925"/>
                </a:lnTo>
                <a:close/>
                <a:moveTo>
                  <a:pt x="1419225" y="171450"/>
                </a:moveTo>
                <a:lnTo>
                  <a:pt x="1447800" y="171450"/>
                </a:lnTo>
                <a:lnTo>
                  <a:pt x="1447800" y="180975"/>
                </a:lnTo>
                <a:lnTo>
                  <a:pt x="1485900" y="180975"/>
                </a:lnTo>
                <a:lnTo>
                  <a:pt x="1485900" y="209550"/>
                </a:lnTo>
                <a:lnTo>
                  <a:pt x="1447800" y="209550"/>
                </a:lnTo>
                <a:lnTo>
                  <a:pt x="1447800" y="200025"/>
                </a:lnTo>
                <a:lnTo>
                  <a:pt x="1409700" y="200025"/>
                </a:lnTo>
                <a:lnTo>
                  <a:pt x="1409700" y="209550"/>
                </a:lnTo>
                <a:lnTo>
                  <a:pt x="1400175" y="209550"/>
                </a:lnTo>
                <a:lnTo>
                  <a:pt x="1400175" y="219075"/>
                </a:lnTo>
                <a:lnTo>
                  <a:pt x="1390650" y="219075"/>
                </a:lnTo>
                <a:lnTo>
                  <a:pt x="1390650" y="228600"/>
                </a:lnTo>
                <a:lnTo>
                  <a:pt x="1381125" y="228600"/>
                </a:lnTo>
                <a:lnTo>
                  <a:pt x="1381125" y="219075"/>
                </a:lnTo>
                <a:lnTo>
                  <a:pt x="1371600" y="219075"/>
                </a:lnTo>
                <a:lnTo>
                  <a:pt x="1371600" y="209550"/>
                </a:lnTo>
                <a:lnTo>
                  <a:pt x="1362075" y="209550"/>
                </a:lnTo>
                <a:lnTo>
                  <a:pt x="1362075" y="180975"/>
                </a:lnTo>
                <a:lnTo>
                  <a:pt x="1371600" y="180975"/>
                </a:lnTo>
                <a:lnTo>
                  <a:pt x="1371600" y="200025"/>
                </a:lnTo>
                <a:lnTo>
                  <a:pt x="1381125" y="200025"/>
                </a:lnTo>
                <a:lnTo>
                  <a:pt x="1381125" y="190500"/>
                </a:lnTo>
                <a:lnTo>
                  <a:pt x="1400175" y="190500"/>
                </a:lnTo>
                <a:lnTo>
                  <a:pt x="1400175" y="180975"/>
                </a:lnTo>
                <a:lnTo>
                  <a:pt x="1419225" y="180975"/>
                </a:lnTo>
                <a:close/>
                <a:moveTo>
                  <a:pt x="466725" y="190500"/>
                </a:moveTo>
                <a:lnTo>
                  <a:pt x="476250" y="190500"/>
                </a:lnTo>
                <a:lnTo>
                  <a:pt x="476250" y="200025"/>
                </a:lnTo>
                <a:lnTo>
                  <a:pt x="466725" y="200025"/>
                </a:lnTo>
                <a:close/>
                <a:moveTo>
                  <a:pt x="619125" y="209550"/>
                </a:moveTo>
                <a:lnTo>
                  <a:pt x="638175" y="209550"/>
                </a:lnTo>
                <a:lnTo>
                  <a:pt x="638175" y="219075"/>
                </a:lnTo>
                <a:lnTo>
                  <a:pt x="657225" y="219075"/>
                </a:lnTo>
                <a:lnTo>
                  <a:pt x="657225" y="257175"/>
                </a:lnTo>
                <a:lnTo>
                  <a:pt x="647700" y="257175"/>
                </a:lnTo>
                <a:lnTo>
                  <a:pt x="647700" y="247650"/>
                </a:lnTo>
                <a:lnTo>
                  <a:pt x="638175" y="247650"/>
                </a:lnTo>
                <a:lnTo>
                  <a:pt x="638175" y="257175"/>
                </a:lnTo>
                <a:lnTo>
                  <a:pt x="628650" y="257175"/>
                </a:lnTo>
                <a:lnTo>
                  <a:pt x="628650" y="228600"/>
                </a:lnTo>
                <a:lnTo>
                  <a:pt x="619125" y="228600"/>
                </a:lnTo>
                <a:close/>
                <a:moveTo>
                  <a:pt x="523875" y="228600"/>
                </a:moveTo>
                <a:lnTo>
                  <a:pt x="533400" y="228600"/>
                </a:lnTo>
                <a:lnTo>
                  <a:pt x="533400" y="247650"/>
                </a:lnTo>
                <a:lnTo>
                  <a:pt x="523875" y="247650"/>
                </a:lnTo>
                <a:close/>
                <a:moveTo>
                  <a:pt x="1466850" y="228600"/>
                </a:moveTo>
                <a:lnTo>
                  <a:pt x="1485900" y="228600"/>
                </a:lnTo>
                <a:lnTo>
                  <a:pt x="1485900" y="238125"/>
                </a:lnTo>
                <a:lnTo>
                  <a:pt x="1495425" y="238125"/>
                </a:lnTo>
                <a:lnTo>
                  <a:pt x="1495425" y="257175"/>
                </a:lnTo>
                <a:lnTo>
                  <a:pt x="1504950" y="257175"/>
                </a:lnTo>
                <a:lnTo>
                  <a:pt x="1504950" y="276225"/>
                </a:lnTo>
                <a:lnTo>
                  <a:pt x="1495425" y="276225"/>
                </a:lnTo>
                <a:lnTo>
                  <a:pt x="1495425" y="266700"/>
                </a:lnTo>
                <a:lnTo>
                  <a:pt x="1476375" y="266700"/>
                </a:lnTo>
                <a:lnTo>
                  <a:pt x="1476375" y="257175"/>
                </a:lnTo>
                <a:lnTo>
                  <a:pt x="1466850" y="257175"/>
                </a:lnTo>
                <a:close/>
                <a:moveTo>
                  <a:pt x="142875" y="238125"/>
                </a:moveTo>
                <a:lnTo>
                  <a:pt x="171450" y="238125"/>
                </a:lnTo>
                <a:lnTo>
                  <a:pt x="171450" y="247650"/>
                </a:lnTo>
                <a:lnTo>
                  <a:pt x="190500" y="247650"/>
                </a:lnTo>
                <a:lnTo>
                  <a:pt x="190500" y="257175"/>
                </a:lnTo>
                <a:lnTo>
                  <a:pt x="200025" y="257175"/>
                </a:lnTo>
                <a:lnTo>
                  <a:pt x="200025" y="285750"/>
                </a:lnTo>
                <a:lnTo>
                  <a:pt x="209550" y="285750"/>
                </a:lnTo>
                <a:lnTo>
                  <a:pt x="209550" y="266700"/>
                </a:lnTo>
                <a:lnTo>
                  <a:pt x="228600" y="266700"/>
                </a:lnTo>
                <a:lnTo>
                  <a:pt x="228600" y="276225"/>
                </a:lnTo>
                <a:lnTo>
                  <a:pt x="219075" y="276225"/>
                </a:lnTo>
                <a:lnTo>
                  <a:pt x="219075" y="304800"/>
                </a:lnTo>
                <a:lnTo>
                  <a:pt x="228600" y="304800"/>
                </a:lnTo>
                <a:lnTo>
                  <a:pt x="228600" y="342900"/>
                </a:lnTo>
                <a:lnTo>
                  <a:pt x="219075" y="342900"/>
                </a:lnTo>
                <a:lnTo>
                  <a:pt x="219075" y="352425"/>
                </a:lnTo>
                <a:lnTo>
                  <a:pt x="200025" y="352425"/>
                </a:lnTo>
                <a:lnTo>
                  <a:pt x="200025" y="342900"/>
                </a:lnTo>
                <a:lnTo>
                  <a:pt x="171450" y="342900"/>
                </a:lnTo>
                <a:lnTo>
                  <a:pt x="171450" y="323850"/>
                </a:lnTo>
                <a:lnTo>
                  <a:pt x="161925" y="323850"/>
                </a:lnTo>
                <a:lnTo>
                  <a:pt x="161925" y="314325"/>
                </a:lnTo>
                <a:lnTo>
                  <a:pt x="152400" y="314325"/>
                </a:lnTo>
                <a:lnTo>
                  <a:pt x="152400" y="304800"/>
                </a:lnTo>
                <a:lnTo>
                  <a:pt x="142875" y="304800"/>
                </a:lnTo>
                <a:lnTo>
                  <a:pt x="142875" y="314325"/>
                </a:lnTo>
                <a:lnTo>
                  <a:pt x="133350" y="314325"/>
                </a:lnTo>
                <a:lnTo>
                  <a:pt x="133350" y="304800"/>
                </a:lnTo>
                <a:lnTo>
                  <a:pt x="123825" y="304800"/>
                </a:lnTo>
                <a:lnTo>
                  <a:pt x="123825" y="285750"/>
                </a:lnTo>
                <a:lnTo>
                  <a:pt x="133350" y="285750"/>
                </a:lnTo>
                <a:lnTo>
                  <a:pt x="133350" y="276225"/>
                </a:lnTo>
                <a:lnTo>
                  <a:pt x="142875" y="276225"/>
                </a:lnTo>
                <a:close/>
                <a:moveTo>
                  <a:pt x="514350" y="247650"/>
                </a:moveTo>
                <a:lnTo>
                  <a:pt x="523875" y="247650"/>
                </a:lnTo>
                <a:lnTo>
                  <a:pt x="523875" y="257175"/>
                </a:lnTo>
                <a:lnTo>
                  <a:pt x="514350" y="257175"/>
                </a:lnTo>
                <a:close/>
                <a:moveTo>
                  <a:pt x="1381125" y="247650"/>
                </a:moveTo>
                <a:lnTo>
                  <a:pt x="1390650" y="247650"/>
                </a:lnTo>
                <a:lnTo>
                  <a:pt x="1390650" y="257175"/>
                </a:lnTo>
                <a:lnTo>
                  <a:pt x="1381125" y="257175"/>
                </a:lnTo>
                <a:close/>
                <a:moveTo>
                  <a:pt x="609600" y="257175"/>
                </a:moveTo>
                <a:lnTo>
                  <a:pt x="619125" y="257175"/>
                </a:lnTo>
                <a:lnTo>
                  <a:pt x="619125" y="266700"/>
                </a:lnTo>
                <a:lnTo>
                  <a:pt x="609600" y="266700"/>
                </a:lnTo>
                <a:close/>
                <a:moveTo>
                  <a:pt x="1371600" y="257175"/>
                </a:moveTo>
                <a:lnTo>
                  <a:pt x="1381125" y="257175"/>
                </a:lnTo>
                <a:lnTo>
                  <a:pt x="1381125" y="266700"/>
                </a:lnTo>
                <a:lnTo>
                  <a:pt x="1371600" y="266700"/>
                </a:lnTo>
                <a:close/>
                <a:moveTo>
                  <a:pt x="1704975" y="257175"/>
                </a:moveTo>
                <a:lnTo>
                  <a:pt x="1714500" y="257175"/>
                </a:lnTo>
                <a:lnTo>
                  <a:pt x="1714500" y="266700"/>
                </a:lnTo>
                <a:lnTo>
                  <a:pt x="1704975" y="266700"/>
                </a:lnTo>
                <a:close/>
                <a:moveTo>
                  <a:pt x="1181100" y="276225"/>
                </a:moveTo>
                <a:lnTo>
                  <a:pt x="1200150" y="276225"/>
                </a:lnTo>
                <a:lnTo>
                  <a:pt x="1200150" y="285750"/>
                </a:lnTo>
                <a:lnTo>
                  <a:pt x="1181100" y="285750"/>
                </a:lnTo>
                <a:close/>
                <a:moveTo>
                  <a:pt x="180975" y="285750"/>
                </a:moveTo>
                <a:lnTo>
                  <a:pt x="190500" y="285750"/>
                </a:lnTo>
                <a:lnTo>
                  <a:pt x="190500" y="276225"/>
                </a:lnTo>
                <a:lnTo>
                  <a:pt x="180975" y="276225"/>
                </a:lnTo>
                <a:close/>
                <a:moveTo>
                  <a:pt x="1666875" y="304800"/>
                </a:moveTo>
                <a:lnTo>
                  <a:pt x="1676400" y="304800"/>
                </a:lnTo>
                <a:lnTo>
                  <a:pt x="1676400" y="314325"/>
                </a:lnTo>
                <a:lnTo>
                  <a:pt x="1666875" y="314325"/>
                </a:lnTo>
                <a:close/>
                <a:moveTo>
                  <a:pt x="1724025" y="314325"/>
                </a:moveTo>
                <a:lnTo>
                  <a:pt x="1743075" y="314325"/>
                </a:lnTo>
                <a:lnTo>
                  <a:pt x="1743075" y="333375"/>
                </a:lnTo>
                <a:lnTo>
                  <a:pt x="1733550" y="333375"/>
                </a:lnTo>
                <a:lnTo>
                  <a:pt x="1733550" y="342900"/>
                </a:lnTo>
                <a:lnTo>
                  <a:pt x="1724025" y="342900"/>
                </a:lnTo>
                <a:close/>
                <a:moveTo>
                  <a:pt x="1724025" y="371475"/>
                </a:moveTo>
                <a:lnTo>
                  <a:pt x="1733550" y="371475"/>
                </a:lnTo>
                <a:lnTo>
                  <a:pt x="1733550" y="381000"/>
                </a:lnTo>
                <a:lnTo>
                  <a:pt x="1724025" y="381000"/>
                </a:lnTo>
                <a:close/>
                <a:moveTo>
                  <a:pt x="1009650" y="381000"/>
                </a:moveTo>
                <a:lnTo>
                  <a:pt x="1038225" y="381000"/>
                </a:lnTo>
                <a:lnTo>
                  <a:pt x="1038225" y="390525"/>
                </a:lnTo>
                <a:lnTo>
                  <a:pt x="1009650" y="390525"/>
                </a:lnTo>
                <a:close/>
                <a:moveTo>
                  <a:pt x="257175" y="390525"/>
                </a:moveTo>
                <a:lnTo>
                  <a:pt x="285750" y="390525"/>
                </a:lnTo>
                <a:lnTo>
                  <a:pt x="285750" y="400050"/>
                </a:lnTo>
                <a:lnTo>
                  <a:pt x="304800" y="400050"/>
                </a:lnTo>
                <a:lnTo>
                  <a:pt x="304800" y="409575"/>
                </a:lnTo>
                <a:lnTo>
                  <a:pt x="295275" y="409575"/>
                </a:lnTo>
                <a:lnTo>
                  <a:pt x="295275" y="419100"/>
                </a:lnTo>
                <a:lnTo>
                  <a:pt x="276225" y="419100"/>
                </a:lnTo>
                <a:lnTo>
                  <a:pt x="276225" y="409575"/>
                </a:lnTo>
                <a:lnTo>
                  <a:pt x="257175" y="409575"/>
                </a:lnTo>
                <a:close/>
                <a:moveTo>
                  <a:pt x="390525" y="390525"/>
                </a:moveTo>
                <a:lnTo>
                  <a:pt x="409575" y="390525"/>
                </a:lnTo>
                <a:lnTo>
                  <a:pt x="409575" y="409575"/>
                </a:lnTo>
                <a:lnTo>
                  <a:pt x="400050" y="409575"/>
                </a:lnTo>
                <a:lnTo>
                  <a:pt x="400050" y="400050"/>
                </a:lnTo>
                <a:lnTo>
                  <a:pt x="390525" y="400050"/>
                </a:lnTo>
                <a:close/>
                <a:moveTo>
                  <a:pt x="419100" y="400050"/>
                </a:moveTo>
                <a:lnTo>
                  <a:pt x="438150" y="400050"/>
                </a:lnTo>
                <a:lnTo>
                  <a:pt x="438150" y="409575"/>
                </a:lnTo>
                <a:lnTo>
                  <a:pt x="457200" y="409575"/>
                </a:lnTo>
                <a:lnTo>
                  <a:pt x="457200" y="428625"/>
                </a:lnTo>
                <a:lnTo>
                  <a:pt x="419100" y="428625"/>
                </a:lnTo>
                <a:lnTo>
                  <a:pt x="419100" y="419100"/>
                </a:lnTo>
                <a:lnTo>
                  <a:pt x="428625" y="419100"/>
                </a:lnTo>
                <a:lnTo>
                  <a:pt x="428625" y="409575"/>
                </a:lnTo>
                <a:lnTo>
                  <a:pt x="419100" y="409575"/>
                </a:lnTo>
                <a:close/>
                <a:moveTo>
                  <a:pt x="895350" y="400050"/>
                </a:moveTo>
                <a:lnTo>
                  <a:pt x="933450" y="400050"/>
                </a:lnTo>
                <a:lnTo>
                  <a:pt x="933450" y="409575"/>
                </a:lnTo>
                <a:lnTo>
                  <a:pt x="952500" y="409575"/>
                </a:lnTo>
                <a:lnTo>
                  <a:pt x="952500" y="419100"/>
                </a:lnTo>
                <a:lnTo>
                  <a:pt x="923925" y="419100"/>
                </a:lnTo>
                <a:lnTo>
                  <a:pt x="923925" y="409575"/>
                </a:lnTo>
                <a:lnTo>
                  <a:pt x="914400" y="409575"/>
                </a:lnTo>
                <a:lnTo>
                  <a:pt x="914400" y="419100"/>
                </a:lnTo>
                <a:lnTo>
                  <a:pt x="895350" y="419100"/>
                </a:lnTo>
                <a:close/>
                <a:moveTo>
                  <a:pt x="381000" y="409575"/>
                </a:moveTo>
                <a:lnTo>
                  <a:pt x="390525" y="409575"/>
                </a:lnTo>
                <a:lnTo>
                  <a:pt x="390525" y="419100"/>
                </a:lnTo>
                <a:lnTo>
                  <a:pt x="381000" y="419100"/>
                </a:lnTo>
                <a:close/>
                <a:moveTo>
                  <a:pt x="876300" y="409575"/>
                </a:moveTo>
                <a:lnTo>
                  <a:pt x="885825" y="409575"/>
                </a:lnTo>
                <a:lnTo>
                  <a:pt x="885825" y="419100"/>
                </a:lnTo>
                <a:lnTo>
                  <a:pt x="876300" y="419100"/>
                </a:lnTo>
                <a:close/>
                <a:moveTo>
                  <a:pt x="857250" y="419100"/>
                </a:moveTo>
                <a:lnTo>
                  <a:pt x="866775" y="419100"/>
                </a:lnTo>
                <a:lnTo>
                  <a:pt x="866775" y="438150"/>
                </a:lnTo>
                <a:lnTo>
                  <a:pt x="857250" y="438150"/>
                </a:lnTo>
                <a:close/>
                <a:moveTo>
                  <a:pt x="962025" y="419100"/>
                </a:moveTo>
                <a:lnTo>
                  <a:pt x="971550" y="419100"/>
                </a:lnTo>
                <a:lnTo>
                  <a:pt x="971550" y="428625"/>
                </a:lnTo>
                <a:lnTo>
                  <a:pt x="962025" y="428625"/>
                </a:lnTo>
                <a:close/>
                <a:moveTo>
                  <a:pt x="314325" y="428625"/>
                </a:moveTo>
                <a:lnTo>
                  <a:pt x="342900" y="428625"/>
                </a:lnTo>
                <a:lnTo>
                  <a:pt x="342900" y="438150"/>
                </a:lnTo>
                <a:lnTo>
                  <a:pt x="352425" y="438150"/>
                </a:lnTo>
                <a:lnTo>
                  <a:pt x="352425" y="447675"/>
                </a:lnTo>
                <a:lnTo>
                  <a:pt x="342900" y="447675"/>
                </a:lnTo>
                <a:lnTo>
                  <a:pt x="342900" y="466725"/>
                </a:lnTo>
                <a:lnTo>
                  <a:pt x="314325" y="466725"/>
                </a:lnTo>
                <a:lnTo>
                  <a:pt x="314325" y="457200"/>
                </a:lnTo>
                <a:lnTo>
                  <a:pt x="304800" y="457200"/>
                </a:lnTo>
                <a:lnTo>
                  <a:pt x="304800" y="438150"/>
                </a:lnTo>
                <a:lnTo>
                  <a:pt x="314325" y="438150"/>
                </a:lnTo>
                <a:close/>
                <a:moveTo>
                  <a:pt x="419100" y="485775"/>
                </a:moveTo>
                <a:lnTo>
                  <a:pt x="466725" y="485775"/>
                </a:lnTo>
                <a:lnTo>
                  <a:pt x="466725" y="495300"/>
                </a:lnTo>
                <a:lnTo>
                  <a:pt x="476250" y="495300"/>
                </a:lnTo>
                <a:lnTo>
                  <a:pt x="476250" y="504825"/>
                </a:lnTo>
                <a:lnTo>
                  <a:pt x="428625" y="504825"/>
                </a:lnTo>
                <a:lnTo>
                  <a:pt x="428625" y="495300"/>
                </a:lnTo>
                <a:lnTo>
                  <a:pt x="419100" y="495300"/>
                </a:lnTo>
                <a:close/>
                <a:moveTo>
                  <a:pt x="485775" y="485775"/>
                </a:moveTo>
                <a:lnTo>
                  <a:pt x="495300" y="485775"/>
                </a:lnTo>
                <a:lnTo>
                  <a:pt x="495300" y="504825"/>
                </a:lnTo>
                <a:lnTo>
                  <a:pt x="485775" y="504825"/>
                </a:lnTo>
                <a:close/>
                <a:moveTo>
                  <a:pt x="504825" y="485775"/>
                </a:moveTo>
                <a:lnTo>
                  <a:pt x="514350" y="485775"/>
                </a:lnTo>
                <a:lnTo>
                  <a:pt x="514350" y="504825"/>
                </a:lnTo>
                <a:lnTo>
                  <a:pt x="504825" y="504825"/>
                </a:lnTo>
                <a:close/>
                <a:moveTo>
                  <a:pt x="1676400" y="504825"/>
                </a:moveTo>
                <a:lnTo>
                  <a:pt x="1695450" y="504825"/>
                </a:lnTo>
                <a:lnTo>
                  <a:pt x="1695450" y="514350"/>
                </a:lnTo>
                <a:lnTo>
                  <a:pt x="1676400" y="514350"/>
                </a:lnTo>
                <a:close/>
                <a:moveTo>
                  <a:pt x="142875" y="552450"/>
                </a:moveTo>
                <a:lnTo>
                  <a:pt x="152400" y="552450"/>
                </a:lnTo>
                <a:lnTo>
                  <a:pt x="152400" y="561975"/>
                </a:lnTo>
                <a:lnTo>
                  <a:pt x="161925" y="561975"/>
                </a:lnTo>
                <a:lnTo>
                  <a:pt x="161925" y="600075"/>
                </a:lnTo>
                <a:lnTo>
                  <a:pt x="152400" y="600075"/>
                </a:lnTo>
                <a:lnTo>
                  <a:pt x="152400" y="619125"/>
                </a:lnTo>
                <a:lnTo>
                  <a:pt x="142875" y="619125"/>
                </a:lnTo>
                <a:lnTo>
                  <a:pt x="142875" y="600075"/>
                </a:lnTo>
                <a:lnTo>
                  <a:pt x="133350" y="600075"/>
                </a:lnTo>
                <a:lnTo>
                  <a:pt x="133350" y="609600"/>
                </a:lnTo>
                <a:lnTo>
                  <a:pt x="123825" y="609600"/>
                </a:lnTo>
                <a:lnTo>
                  <a:pt x="123825" y="561975"/>
                </a:lnTo>
                <a:lnTo>
                  <a:pt x="142875" y="561975"/>
                </a:lnTo>
                <a:close/>
                <a:moveTo>
                  <a:pt x="190500" y="590550"/>
                </a:moveTo>
                <a:lnTo>
                  <a:pt x="200025" y="590550"/>
                </a:lnTo>
                <a:lnTo>
                  <a:pt x="200025" y="609600"/>
                </a:lnTo>
                <a:lnTo>
                  <a:pt x="190500" y="609600"/>
                </a:lnTo>
                <a:close/>
                <a:moveTo>
                  <a:pt x="190500" y="638175"/>
                </a:moveTo>
                <a:lnTo>
                  <a:pt x="200025" y="638175"/>
                </a:lnTo>
                <a:lnTo>
                  <a:pt x="200025" y="647700"/>
                </a:lnTo>
                <a:lnTo>
                  <a:pt x="209550" y="647700"/>
                </a:lnTo>
                <a:lnTo>
                  <a:pt x="209550" y="638175"/>
                </a:lnTo>
                <a:lnTo>
                  <a:pt x="219075" y="638175"/>
                </a:lnTo>
                <a:lnTo>
                  <a:pt x="219075" y="647700"/>
                </a:lnTo>
                <a:lnTo>
                  <a:pt x="228600" y="647700"/>
                </a:lnTo>
                <a:lnTo>
                  <a:pt x="228600" y="666750"/>
                </a:lnTo>
                <a:lnTo>
                  <a:pt x="219075" y="666750"/>
                </a:lnTo>
                <a:lnTo>
                  <a:pt x="219075" y="676275"/>
                </a:lnTo>
                <a:lnTo>
                  <a:pt x="209550" y="676275"/>
                </a:lnTo>
                <a:lnTo>
                  <a:pt x="209550" y="685800"/>
                </a:lnTo>
                <a:lnTo>
                  <a:pt x="190500" y="685800"/>
                </a:lnTo>
                <a:lnTo>
                  <a:pt x="190500" y="676275"/>
                </a:lnTo>
                <a:lnTo>
                  <a:pt x="180975" y="676275"/>
                </a:lnTo>
                <a:lnTo>
                  <a:pt x="180975" y="666750"/>
                </a:lnTo>
                <a:lnTo>
                  <a:pt x="190500" y="666750"/>
                </a:lnTo>
                <a:close/>
                <a:moveTo>
                  <a:pt x="304800" y="657225"/>
                </a:moveTo>
                <a:lnTo>
                  <a:pt x="333375" y="657225"/>
                </a:lnTo>
                <a:lnTo>
                  <a:pt x="333375" y="666750"/>
                </a:lnTo>
                <a:lnTo>
                  <a:pt x="342900" y="666750"/>
                </a:lnTo>
                <a:lnTo>
                  <a:pt x="342900" y="657225"/>
                </a:lnTo>
                <a:lnTo>
                  <a:pt x="361950" y="657225"/>
                </a:lnTo>
                <a:lnTo>
                  <a:pt x="361950" y="666750"/>
                </a:lnTo>
                <a:lnTo>
                  <a:pt x="381000" y="666750"/>
                </a:lnTo>
                <a:lnTo>
                  <a:pt x="381000" y="685800"/>
                </a:lnTo>
                <a:lnTo>
                  <a:pt x="352425" y="685800"/>
                </a:lnTo>
                <a:lnTo>
                  <a:pt x="352425" y="695325"/>
                </a:lnTo>
                <a:lnTo>
                  <a:pt x="323850" y="695325"/>
                </a:lnTo>
                <a:lnTo>
                  <a:pt x="323850" y="685800"/>
                </a:lnTo>
                <a:lnTo>
                  <a:pt x="314325" y="685800"/>
                </a:lnTo>
                <a:lnTo>
                  <a:pt x="314325" y="695325"/>
                </a:lnTo>
                <a:lnTo>
                  <a:pt x="295275" y="695325"/>
                </a:lnTo>
                <a:lnTo>
                  <a:pt x="295275" y="704850"/>
                </a:lnTo>
                <a:lnTo>
                  <a:pt x="285750" y="704850"/>
                </a:lnTo>
                <a:lnTo>
                  <a:pt x="285750" y="676275"/>
                </a:lnTo>
                <a:lnTo>
                  <a:pt x="295275" y="676275"/>
                </a:lnTo>
                <a:lnTo>
                  <a:pt x="295275" y="666750"/>
                </a:lnTo>
                <a:lnTo>
                  <a:pt x="304800" y="666750"/>
                </a:lnTo>
                <a:close/>
                <a:moveTo>
                  <a:pt x="190500" y="704850"/>
                </a:moveTo>
                <a:lnTo>
                  <a:pt x="200025" y="704850"/>
                </a:lnTo>
                <a:lnTo>
                  <a:pt x="200025" y="714375"/>
                </a:lnTo>
                <a:lnTo>
                  <a:pt x="219075" y="714375"/>
                </a:lnTo>
                <a:lnTo>
                  <a:pt x="219075" y="723900"/>
                </a:lnTo>
                <a:lnTo>
                  <a:pt x="209550" y="723900"/>
                </a:lnTo>
                <a:lnTo>
                  <a:pt x="209550" y="733425"/>
                </a:lnTo>
                <a:lnTo>
                  <a:pt x="190500" y="733425"/>
                </a:lnTo>
                <a:close/>
                <a:moveTo>
                  <a:pt x="371475" y="704850"/>
                </a:moveTo>
                <a:lnTo>
                  <a:pt x="457200" y="704850"/>
                </a:lnTo>
                <a:lnTo>
                  <a:pt x="457200" y="714375"/>
                </a:lnTo>
                <a:lnTo>
                  <a:pt x="466725" y="714375"/>
                </a:lnTo>
                <a:lnTo>
                  <a:pt x="466725" y="723900"/>
                </a:lnTo>
                <a:lnTo>
                  <a:pt x="447675" y="723900"/>
                </a:lnTo>
                <a:lnTo>
                  <a:pt x="447675" y="714375"/>
                </a:lnTo>
                <a:lnTo>
                  <a:pt x="428625" y="714375"/>
                </a:lnTo>
                <a:lnTo>
                  <a:pt x="428625" y="733425"/>
                </a:lnTo>
                <a:lnTo>
                  <a:pt x="419100" y="733425"/>
                </a:lnTo>
                <a:lnTo>
                  <a:pt x="419100" y="723900"/>
                </a:lnTo>
                <a:lnTo>
                  <a:pt x="400050" y="723900"/>
                </a:lnTo>
                <a:lnTo>
                  <a:pt x="400050" y="733425"/>
                </a:lnTo>
                <a:lnTo>
                  <a:pt x="390525" y="733425"/>
                </a:lnTo>
                <a:lnTo>
                  <a:pt x="390525" y="742950"/>
                </a:lnTo>
                <a:lnTo>
                  <a:pt x="381000" y="742950"/>
                </a:lnTo>
                <a:lnTo>
                  <a:pt x="381000" y="752475"/>
                </a:lnTo>
                <a:lnTo>
                  <a:pt x="371475" y="752475"/>
                </a:lnTo>
                <a:lnTo>
                  <a:pt x="371475" y="742950"/>
                </a:lnTo>
                <a:lnTo>
                  <a:pt x="361950" y="742950"/>
                </a:lnTo>
                <a:lnTo>
                  <a:pt x="361950" y="752475"/>
                </a:lnTo>
                <a:lnTo>
                  <a:pt x="352425" y="752475"/>
                </a:lnTo>
                <a:lnTo>
                  <a:pt x="352425" y="733425"/>
                </a:lnTo>
                <a:lnTo>
                  <a:pt x="361950" y="733425"/>
                </a:lnTo>
                <a:lnTo>
                  <a:pt x="361950" y="714375"/>
                </a:lnTo>
                <a:lnTo>
                  <a:pt x="371475" y="714375"/>
                </a:lnTo>
                <a:close/>
                <a:moveTo>
                  <a:pt x="828675" y="752475"/>
                </a:moveTo>
                <a:lnTo>
                  <a:pt x="838200" y="752475"/>
                </a:lnTo>
                <a:lnTo>
                  <a:pt x="838200" y="781050"/>
                </a:lnTo>
                <a:lnTo>
                  <a:pt x="819150" y="781050"/>
                </a:lnTo>
                <a:lnTo>
                  <a:pt x="819150" y="762000"/>
                </a:lnTo>
                <a:lnTo>
                  <a:pt x="828675" y="762000"/>
                </a:lnTo>
                <a:close/>
                <a:moveTo>
                  <a:pt x="352425" y="771525"/>
                </a:moveTo>
                <a:lnTo>
                  <a:pt x="371475" y="771525"/>
                </a:lnTo>
                <a:lnTo>
                  <a:pt x="371475" y="781050"/>
                </a:lnTo>
                <a:lnTo>
                  <a:pt x="390525" y="781050"/>
                </a:lnTo>
                <a:lnTo>
                  <a:pt x="390525" y="800100"/>
                </a:lnTo>
                <a:lnTo>
                  <a:pt x="352425" y="800100"/>
                </a:lnTo>
                <a:close/>
                <a:moveTo>
                  <a:pt x="228600" y="790575"/>
                </a:moveTo>
                <a:lnTo>
                  <a:pt x="238125" y="790575"/>
                </a:lnTo>
                <a:lnTo>
                  <a:pt x="238125" y="800100"/>
                </a:lnTo>
                <a:lnTo>
                  <a:pt x="228600" y="800100"/>
                </a:lnTo>
                <a:close/>
                <a:moveTo>
                  <a:pt x="238125" y="800100"/>
                </a:moveTo>
                <a:lnTo>
                  <a:pt x="247650" y="800100"/>
                </a:lnTo>
                <a:lnTo>
                  <a:pt x="247650" y="809625"/>
                </a:lnTo>
                <a:lnTo>
                  <a:pt x="238125" y="809625"/>
                </a:lnTo>
                <a:close/>
                <a:moveTo>
                  <a:pt x="485775" y="809625"/>
                </a:moveTo>
                <a:lnTo>
                  <a:pt x="495300" y="809625"/>
                </a:lnTo>
                <a:lnTo>
                  <a:pt x="495300" y="819150"/>
                </a:lnTo>
                <a:lnTo>
                  <a:pt x="504825" y="819150"/>
                </a:lnTo>
                <a:lnTo>
                  <a:pt x="504825" y="828675"/>
                </a:lnTo>
                <a:lnTo>
                  <a:pt x="514350" y="828675"/>
                </a:lnTo>
                <a:lnTo>
                  <a:pt x="514350" y="819150"/>
                </a:lnTo>
                <a:lnTo>
                  <a:pt x="523875" y="819150"/>
                </a:lnTo>
                <a:lnTo>
                  <a:pt x="523875" y="828675"/>
                </a:lnTo>
                <a:lnTo>
                  <a:pt x="533400" y="828675"/>
                </a:lnTo>
                <a:lnTo>
                  <a:pt x="533400" y="838200"/>
                </a:lnTo>
                <a:lnTo>
                  <a:pt x="495300" y="838200"/>
                </a:lnTo>
                <a:lnTo>
                  <a:pt x="495300" y="847725"/>
                </a:lnTo>
                <a:lnTo>
                  <a:pt x="438150" y="847725"/>
                </a:lnTo>
                <a:lnTo>
                  <a:pt x="438150" y="838200"/>
                </a:lnTo>
                <a:lnTo>
                  <a:pt x="419100" y="838200"/>
                </a:lnTo>
                <a:lnTo>
                  <a:pt x="419100" y="828675"/>
                </a:lnTo>
                <a:lnTo>
                  <a:pt x="476250" y="828675"/>
                </a:lnTo>
                <a:lnTo>
                  <a:pt x="476250" y="819150"/>
                </a:lnTo>
                <a:lnTo>
                  <a:pt x="485775" y="819150"/>
                </a:lnTo>
                <a:close/>
                <a:moveTo>
                  <a:pt x="190500" y="838200"/>
                </a:moveTo>
                <a:lnTo>
                  <a:pt x="200025" y="838200"/>
                </a:lnTo>
                <a:lnTo>
                  <a:pt x="200025" y="847725"/>
                </a:lnTo>
                <a:lnTo>
                  <a:pt x="190500" y="847725"/>
                </a:lnTo>
                <a:close/>
                <a:moveTo>
                  <a:pt x="885825" y="904875"/>
                </a:moveTo>
                <a:lnTo>
                  <a:pt x="904875" y="904875"/>
                </a:lnTo>
                <a:lnTo>
                  <a:pt x="904875" y="914400"/>
                </a:lnTo>
                <a:lnTo>
                  <a:pt x="914400" y="914400"/>
                </a:lnTo>
                <a:lnTo>
                  <a:pt x="914400" y="923925"/>
                </a:lnTo>
                <a:lnTo>
                  <a:pt x="904875" y="923925"/>
                </a:lnTo>
                <a:lnTo>
                  <a:pt x="904875" y="933450"/>
                </a:lnTo>
                <a:lnTo>
                  <a:pt x="895350" y="933450"/>
                </a:lnTo>
                <a:lnTo>
                  <a:pt x="895350" y="914400"/>
                </a:lnTo>
                <a:lnTo>
                  <a:pt x="885825" y="914400"/>
                </a:lnTo>
                <a:close/>
                <a:moveTo>
                  <a:pt x="371475" y="914400"/>
                </a:moveTo>
                <a:lnTo>
                  <a:pt x="390525" y="914400"/>
                </a:lnTo>
                <a:lnTo>
                  <a:pt x="390525" y="933450"/>
                </a:lnTo>
                <a:lnTo>
                  <a:pt x="371475" y="933450"/>
                </a:lnTo>
                <a:close/>
                <a:moveTo>
                  <a:pt x="609600" y="914400"/>
                </a:moveTo>
                <a:lnTo>
                  <a:pt x="619125" y="914400"/>
                </a:lnTo>
                <a:lnTo>
                  <a:pt x="619125" y="923925"/>
                </a:lnTo>
                <a:lnTo>
                  <a:pt x="609600" y="923925"/>
                </a:lnTo>
                <a:close/>
                <a:moveTo>
                  <a:pt x="714375" y="914400"/>
                </a:moveTo>
                <a:lnTo>
                  <a:pt x="723900" y="914400"/>
                </a:lnTo>
                <a:lnTo>
                  <a:pt x="723900" y="923925"/>
                </a:lnTo>
                <a:lnTo>
                  <a:pt x="714375" y="923925"/>
                </a:lnTo>
                <a:close/>
                <a:moveTo>
                  <a:pt x="847725" y="914400"/>
                </a:moveTo>
                <a:lnTo>
                  <a:pt x="885825" y="914400"/>
                </a:lnTo>
                <a:lnTo>
                  <a:pt x="885825" y="923925"/>
                </a:lnTo>
                <a:lnTo>
                  <a:pt x="876300" y="923925"/>
                </a:lnTo>
                <a:lnTo>
                  <a:pt x="876300" y="933450"/>
                </a:lnTo>
                <a:lnTo>
                  <a:pt x="866775" y="933450"/>
                </a:lnTo>
                <a:lnTo>
                  <a:pt x="866775" y="923925"/>
                </a:lnTo>
                <a:lnTo>
                  <a:pt x="857250" y="923925"/>
                </a:lnTo>
                <a:lnTo>
                  <a:pt x="857250" y="933450"/>
                </a:lnTo>
                <a:lnTo>
                  <a:pt x="847725" y="933450"/>
                </a:lnTo>
                <a:close/>
                <a:moveTo>
                  <a:pt x="571500" y="933450"/>
                </a:moveTo>
                <a:lnTo>
                  <a:pt x="581025" y="933450"/>
                </a:lnTo>
                <a:lnTo>
                  <a:pt x="581025" y="942975"/>
                </a:lnTo>
                <a:lnTo>
                  <a:pt x="571500" y="942975"/>
                </a:lnTo>
                <a:close/>
                <a:moveTo>
                  <a:pt x="590550" y="962025"/>
                </a:moveTo>
                <a:lnTo>
                  <a:pt x="600075" y="962025"/>
                </a:lnTo>
                <a:lnTo>
                  <a:pt x="600075" y="971550"/>
                </a:lnTo>
                <a:lnTo>
                  <a:pt x="590550" y="971550"/>
                </a:lnTo>
                <a:close/>
                <a:moveTo>
                  <a:pt x="638175" y="971550"/>
                </a:moveTo>
                <a:lnTo>
                  <a:pt x="676275" y="971550"/>
                </a:lnTo>
                <a:lnTo>
                  <a:pt x="676275" y="981075"/>
                </a:lnTo>
                <a:lnTo>
                  <a:pt x="666750" y="981075"/>
                </a:lnTo>
                <a:lnTo>
                  <a:pt x="666750" y="990600"/>
                </a:lnTo>
                <a:lnTo>
                  <a:pt x="704850" y="990600"/>
                </a:lnTo>
                <a:lnTo>
                  <a:pt x="704850" y="981075"/>
                </a:lnTo>
                <a:lnTo>
                  <a:pt x="714375" y="981075"/>
                </a:lnTo>
                <a:lnTo>
                  <a:pt x="714375" y="990600"/>
                </a:lnTo>
                <a:lnTo>
                  <a:pt x="704850" y="990600"/>
                </a:lnTo>
                <a:lnTo>
                  <a:pt x="704850" y="1000125"/>
                </a:lnTo>
                <a:lnTo>
                  <a:pt x="695325" y="1000125"/>
                </a:lnTo>
                <a:lnTo>
                  <a:pt x="695325" y="1019175"/>
                </a:lnTo>
                <a:lnTo>
                  <a:pt x="685800" y="1019175"/>
                </a:lnTo>
                <a:lnTo>
                  <a:pt x="685800" y="1028700"/>
                </a:lnTo>
                <a:lnTo>
                  <a:pt x="666750" y="1028700"/>
                </a:lnTo>
                <a:lnTo>
                  <a:pt x="666750" y="1019175"/>
                </a:lnTo>
                <a:lnTo>
                  <a:pt x="657225" y="1019175"/>
                </a:lnTo>
                <a:lnTo>
                  <a:pt x="657225" y="1000125"/>
                </a:lnTo>
                <a:lnTo>
                  <a:pt x="647700" y="1000125"/>
                </a:lnTo>
                <a:lnTo>
                  <a:pt x="647700" y="990600"/>
                </a:lnTo>
                <a:lnTo>
                  <a:pt x="638175" y="990600"/>
                </a:lnTo>
                <a:close/>
                <a:moveTo>
                  <a:pt x="609600" y="981075"/>
                </a:moveTo>
                <a:lnTo>
                  <a:pt x="628650" y="981075"/>
                </a:lnTo>
                <a:lnTo>
                  <a:pt x="628650" y="990600"/>
                </a:lnTo>
                <a:lnTo>
                  <a:pt x="609600" y="990600"/>
                </a:lnTo>
                <a:close/>
                <a:moveTo>
                  <a:pt x="781050" y="981075"/>
                </a:moveTo>
                <a:lnTo>
                  <a:pt x="809625" y="981075"/>
                </a:lnTo>
                <a:lnTo>
                  <a:pt x="809625" y="990600"/>
                </a:lnTo>
                <a:lnTo>
                  <a:pt x="781050" y="990600"/>
                </a:lnTo>
                <a:close/>
                <a:moveTo>
                  <a:pt x="619125" y="1000125"/>
                </a:moveTo>
                <a:lnTo>
                  <a:pt x="628650" y="1000125"/>
                </a:lnTo>
                <a:lnTo>
                  <a:pt x="628650" y="1028700"/>
                </a:lnTo>
                <a:lnTo>
                  <a:pt x="619125" y="1028700"/>
                </a:lnTo>
                <a:lnTo>
                  <a:pt x="619125" y="1038225"/>
                </a:lnTo>
                <a:lnTo>
                  <a:pt x="609600" y="1038225"/>
                </a:lnTo>
                <a:lnTo>
                  <a:pt x="609600" y="1019175"/>
                </a:lnTo>
                <a:lnTo>
                  <a:pt x="619125" y="1019175"/>
                </a:lnTo>
                <a:close/>
                <a:moveTo>
                  <a:pt x="219075" y="1009650"/>
                </a:moveTo>
                <a:lnTo>
                  <a:pt x="238125" y="1009650"/>
                </a:lnTo>
                <a:lnTo>
                  <a:pt x="238125" y="1019175"/>
                </a:lnTo>
                <a:lnTo>
                  <a:pt x="219075" y="1019175"/>
                </a:lnTo>
                <a:close/>
                <a:moveTo>
                  <a:pt x="762000" y="1009650"/>
                </a:moveTo>
                <a:lnTo>
                  <a:pt x="781050" y="1009650"/>
                </a:lnTo>
                <a:lnTo>
                  <a:pt x="781050" y="1028700"/>
                </a:lnTo>
                <a:lnTo>
                  <a:pt x="762000" y="1028700"/>
                </a:lnTo>
                <a:close/>
                <a:moveTo>
                  <a:pt x="466725" y="1019175"/>
                </a:moveTo>
                <a:lnTo>
                  <a:pt x="495300" y="1019175"/>
                </a:lnTo>
                <a:lnTo>
                  <a:pt x="495300" y="1028700"/>
                </a:lnTo>
                <a:lnTo>
                  <a:pt x="504825" y="1028700"/>
                </a:lnTo>
                <a:lnTo>
                  <a:pt x="504825" y="1038225"/>
                </a:lnTo>
                <a:lnTo>
                  <a:pt x="514350" y="1038225"/>
                </a:lnTo>
                <a:lnTo>
                  <a:pt x="514350" y="1057275"/>
                </a:lnTo>
                <a:lnTo>
                  <a:pt x="495300" y="1057275"/>
                </a:lnTo>
                <a:lnTo>
                  <a:pt x="495300" y="1066800"/>
                </a:lnTo>
                <a:lnTo>
                  <a:pt x="485775" y="1066800"/>
                </a:lnTo>
                <a:lnTo>
                  <a:pt x="485775" y="1076325"/>
                </a:lnTo>
                <a:lnTo>
                  <a:pt x="476250" y="1076325"/>
                </a:lnTo>
                <a:lnTo>
                  <a:pt x="476250" y="1066800"/>
                </a:lnTo>
                <a:lnTo>
                  <a:pt x="466725" y="1066800"/>
                </a:lnTo>
                <a:lnTo>
                  <a:pt x="466725" y="1047750"/>
                </a:lnTo>
                <a:lnTo>
                  <a:pt x="457200" y="1047750"/>
                </a:lnTo>
                <a:lnTo>
                  <a:pt x="457200" y="1028700"/>
                </a:lnTo>
                <a:lnTo>
                  <a:pt x="466725" y="1028700"/>
                </a:lnTo>
                <a:close/>
                <a:moveTo>
                  <a:pt x="714375" y="1019175"/>
                </a:moveTo>
                <a:lnTo>
                  <a:pt x="733425" y="1019175"/>
                </a:lnTo>
                <a:lnTo>
                  <a:pt x="733425" y="1028700"/>
                </a:lnTo>
                <a:lnTo>
                  <a:pt x="714375" y="1028700"/>
                </a:lnTo>
                <a:close/>
                <a:moveTo>
                  <a:pt x="190500" y="1028700"/>
                </a:moveTo>
                <a:lnTo>
                  <a:pt x="200025" y="1028700"/>
                </a:lnTo>
                <a:lnTo>
                  <a:pt x="200025" y="1095375"/>
                </a:lnTo>
                <a:lnTo>
                  <a:pt x="190500" y="1095375"/>
                </a:lnTo>
                <a:lnTo>
                  <a:pt x="190500" y="1047750"/>
                </a:lnTo>
                <a:lnTo>
                  <a:pt x="180975" y="1047750"/>
                </a:lnTo>
                <a:lnTo>
                  <a:pt x="180975" y="1038225"/>
                </a:lnTo>
                <a:lnTo>
                  <a:pt x="190500" y="1038225"/>
                </a:lnTo>
                <a:close/>
                <a:moveTo>
                  <a:pt x="238125" y="1038225"/>
                </a:moveTo>
                <a:lnTo>
                  <a:pt x="266700" y="1038225"/>
                </a:lnTo>
                <a:lnTo>
                  <a:pt x="266700" y="1057275"/>
                </a:lnTo>
                <a:lnTo>
                  <a:pt x="247650" y="1057275"/>
                </a:lnTo>
                <a:lnTo>
                  <a:pt x="247650" y="1047750"/>
                </a:lnTo>
                <a:lnTo>
                  <a:pt x="238125" y="1047750"/>
                </a:lnTo>
                <a:close/>
                <a:moveTo>
                  <a:pt x="371475" y="1114425"/>
                </a:moveTo>
                <a:lnTo>
                  <a:pt x="457200" y="1114425"/>
                </a:lnTo>
                <a:lnTo>
                  <a:pt x="457200" y="1123950"/>
                </a:lnTo>
                <a:lnTo>
                  <a:pt x="371475" y="1123950"/>
                </a:lnTo>
                <a:close/>
                <a:moveTo>
                  <a:pt x="180975" y="1219200"/>
                </a:moveTo>
                <a:lnTo>
                  <a:pt x="200025" y="1219200"/>
                </a:lnTo>
                <a:lnTo>
                  <a:pt x="200025" y="1257300"/>
                </a:lnTo>
                <a:lnTo>
                  <a:pt x="180975" y="1257300"/>
                </a:lnTo>
                <a:close/>
                <a:moveTo>
                  <a:pt x="1028700" y="1219200"/>
                </a:moveTo>
                <a:lnTo>
                  <a:pt x="1038225" y="1219200"/>
                </a:lnTo>
                <a:lnTo>
                  <a:pt x="1038225" y="1228725"/>
                </a:lnTo>
                <a:lnTo>
                  <a:pt x="1028700" y="1228725"/>
                </a:lnTo>
                <a:close/>
                <a:moveTo>
                  <a:pt x="1371600" y="1238250"/>
                </a:moveTo>
                <a:lnTo>
                  <a:pt x="1381125" y="1238250"/>
                </a:lnTo>
                <a:lnTo>
                  <a:pt x="1381125" y="1257300"/>
                </a:lnTo>
                <a:lnTo>
                  <a:pt x="1371600" y="1257300"/>
                </a:lnTo>
                <a:close/>
                <a:moveTo>
                  <a:pt x="1381125" y="1257300"/>
                </a:moveTo>
                <a:lnTo>
                  <a:pt x="1390650" y="1257300"/>
                </a:lnTo>
                <a:lnTo>
                  <a:pt x="1390650" y="1266825"/>
                </a:lnTo>
                <a:lnTo>
                  <a:pt x="1381125" y="1266825"/>
                </a:lnTo>
                <a:close/>
                <a:moveTo>
                  <a:pt x="180975" y="1276350"/>
                </a:moveTo>
                <a:lnTo>
                  <a:pt x="200025" y="1276350"/>
                </a:lnTo>
                <a:lnTo>
                  <a:pt x="200025" y="1343025"/>
                </a:lnTo>
                <a:lnTo>
                  <a:pt x="190500" y="1343025"/>
                </a:lnTo>
                <a:lnTo>
                  <a:pt x="190500" y="1323975"/>
                </a:lnTo>
                <a:lnTo>
                  <a:pt x="180975" y="1323975"/>
                </a:lnTo>
                <a:close/>
                <a:moveTo>
                  <a:pt x="238125" y="1438275"/>
                </a:moveTo>
                <a:lnTo>
                  <a:pt x="257175" y="1438275"/>
                </a:lnTo>
                <a:lnTo>
                  <a:pt x="257175" y="1447800"/>
                </a:lnTo>
                <a:lnTo>
                  <a:pt x="247650" y="1447800"/>
                </a:lnTo>
                <a:lnTo>
                  <a:pt x="247650" y="1457325"/>
                </a:lnTo>
                <a:lnTo>
                  <a:pt x="238125" y="1457325"/>
                </a:lnTo>
                <a:close/>
                <a:moveTo>
                  <a:pt x="314325" y="1438275"/>
                </a:moveTo>
                <a:lnTo>
                  <a:pt x="333375" y="1438275"/>
                </a:lnTo>
                <a:lnTo>
                  <a:pt x="333375" y="1457325"/>
                </a:lnTo>
                <a:lnTo>
                  <a:pt x="323850" y="1457325"/>
                </a:lnTo>
                <a:lnTo>
                  <a:pt x="323850" y="1447800"/>
                </a:lnTo>
                <a:lnTo>
                  <a:pt x="314325" y="1447800"/>
                </a:lnTo>
                <a:close/>
                <a:moveTo>
                  <a:pt x="266700" y="1447800"/>
                </a:moveTo>
                <a:lnTo>
                  <a:pt x="285750" y="1447800"/>
                </a:lnTo>
                <a:lnTo>
                  <a:pt x="285750" y="1457325"/>
                </a:lnTo>
                <a:lnTo>
                  <a:pt x="295275" y="1457325"/>
                </a:lnTo>
                <a:lnTo>
                  <a:pt x="295275" y="1466850"/>
                </a:lnTo>
                <a:lnTo>
                  <a:pt x="266700" y="1466850"/>
                </a:lnTo>
                <a:close/>
                <a:moveTo>
                  <a:pt x="295275" y="1466850"/>
                </a:moveTo>
                <a:lnTo>
                  <a:pt x="304800" y="1466850"/>
                </a:lnTo>
                <a:lnTo>
                  <a:pt x="304800" y="1476375"/>
                </a:lnTo>
                <a:lnTo>
                  <a:pt x="295275" y="1476375"/>
                </a:lnTo>
                <a:close/>
                <a:moveTo>
                  <a:pt x="1724025" y="1485900"/>
                </a:moveTo>
                <a:lnTo>
                  <a:pt x="1733550" y="1485900"/>
                </a:lnTo>
                <a:lnTo>
                  <a:pt x="1733550" y="1495425"/>
                </a:lnTo>
                <a:lnTo>
                  <a:pt x="1724025" y="1495425"/>
                </a:lnTo>
                <a:close/>
                <a:moveTo>
                  <a:pt x="180975" y="1504950"/>
                </a:moveTo>
                <a:lnTo>
                  <a:pt x="209550" y="1504950"/>
                </a:lnTo>
                <a:lnTo>
                  <a:pt x="209550" y="1524000"/>
                </a:lnTo>
                <a:lnTo>
                  <a:pt x="200025" y="1524000"/>
                </a:lnTo>
                <a:lnTo>
                  <a:pt x="200025" y="1609725"/>
                </a:lnTo>
                <a:lnTo>
                  <a:pt x="180975" y="1609725"/>
                </a:lnTo>
                <a:close/>
                <a:moveTo>
                  <a:pt x="523875" y="1504950"/>
                </a:moveTo>
                <a:lnTo>
                  <a:pt x="533400" y="1504950"/>
                </a:lnTo>
                <a:lnTo>
                  <a:pt x="533400" y="1514475"/>
                </a:lnTo>
                <a:lnTo>
                  <a:pt x="552450" y="1514475"/>
                </a:lnTo>
                <a:lnTo>
                  <a:pt x="552450" y="1524000"/>
                </a:lnTo>
                <a:lnTo>
                  <a:pt x="523875" y="1524000"/>
                </a:lnTo>
                <a:close/>
                <a:moveTo>
                  <a:pt x="571500" y="1533525"/>
                </a:moveTo>
                <a:lnTo>
                  <a:pt x="581025" y="1533525"/>
                </a:lnTo>
                <a:lnTo>
                  <a:pt x="581025" y="1543050"/>
                </a:lnTo>
                <a:lnTo>
                  <a:pt x="571500" y="1543050"/>
                </a:lnTo>
                <a:close/>
                <a:moveTo>
                  <a:pt x="590550" y="1543050"/>
                </a:moveTo>
                <a:lnTo>
                  <a:pt x="600075" y="1543050"/>
                </a:lnTo>
                <a:lnTo>
                  <a:pt x="600075" y="1552575"/>
                </a:lnTo>
                <a:lnTo>
                  <a:pt x="609600" y="1552575"/>
                </a:lnTo>
                <a:lnTo>
                  <a:pt x="609600" y="1562100"/>
                </a:lnTo>
                <a:lnTo>
                  <a:pt x="600075" y="1562100"/>
                </a:lnTo>
                <a:lnTo>
                  <a:pt x="600075" y="1571625"/>
                </a:lnTo>
                <a:lnTo>
                  <a:pt x="590550" y="1571625"/>
                </a:lnTo>
                <a:lnTo>
                  <a:pt x="590550" y="1590675"/>
                </a:lnTo>
                <a:lnTo>
                  <a:pt x="581025" y="1590675"/>
                </a:lnTo>
                <a:lnTo>
                  <a:pt x="581025" y="1600200"/>
                </a:lnTo>
                <a:lnTo>
                  <a:pt x="571500" y="1600200"/>
                </a:lnTo>
                <a:lnTo>
                  <a:pt x="571500" y="1619250"/>
                </a:lnTo>
                <a:lnTo>
                  <a:pt x="561975" y="1619250"/>
                </a:lnTo>
                <a:lnTo>
                  <a:pt x="561975" y="1628775"/>
                </a:lnTo>
                <a:lnTo>
                  <a:pt x="552450" y="1628775"/>
                </a:lnTo>
                <a:lnTo>
                  <a:pt x="552450" y="1638300"/>
                </a:lnTo>
                <a:lnTo>
                  <a:pt x="466725" y="1638300"/>
                </a:lnTo>
                <a:lnTo>
                  <a:pt x="466725" y="1628775"/>
                </a:lnTo>
                <a:lnTo>
                  <a:pt x="457200" y="1628775"/>
                </a:lnTo>
                <a:lnTo>
                  <a:pt x="457200" y="1619250"/>
                </a:lnTo>
                <a:lnTo>
                  <a:pt x="447675" y="1619250"/>
                </a:lnTo>
                <a:lnTo>
                  <a:pt x="447675" y="1628775"/>
                </a:lnTo>
                <a:lnTo>
                  <a:pt x="438150" y="1628775"/>
                </a:lnTo>
                <a:lnTo>
                  <a:pt x="438150" y="1638300"/>
                </a:lnTo>
                <a:lnTo>
                  <a:pt x="428625" y="1638300"/>
                </a:lnTo>
                <a:lnTo>
                  <a:pt x="428625" y="1600200"/>
                </a:lnTo>
                <a:lnTo>
                  <a:pt x="438150" y="1600200"/>
                </a:lnTo>
                <a:lnTo>
                  <a:pt x="438150" y="1581150"/>
                </a:lnTo>
                <a:lnTo>
                  <a:pt x="457200" y="1581150"/>
                </a:lnTo>
                <a:lnTo>
                  <a:pt x="457200" y="1590675"/>
                </a:lnTo>
                <a:lnTo>
                  <a:pt x="466725" y="1590675"/>
                </a:lnTo>
                <a:lnTo>
                  <a:pt x="466725" y="1581150"/>
                </a:lnTo>
                <a:lnTo>
                  <a:pt x="495300" y="1581150"/>
                </a:lnTo>
                <a:lnTo>
                  <a:pt x="495300" y="1590675"/>
                </a:lnTo>
                <a:lnTo>
                  <a:pt x="533400" y="1590675"/>
                </a:lnTo>
                <a:lnTo>
                  <a:pt x="533400" y="1600200"/>
                </a:lnTo>
                <a:lnTo>
                  <a:pt x="552450" y="1600200"/>
                </a:lnTo>
                <a:lnTo>
                  <a:pt x="552450" y="1581150"/>
                </a:lnTo>
                <a:lnTo>
                  <a:pt x="561975" y="1581150"/>
                </a:lnTo>
                <a:lnTo>
                  <a:pt x="561975" y="1571625"/>
                </a:lnTo>
                <a:lnTo>
                  <a:pt x="571500" y="1571625"/>
                </a:lnTo>
                <a:lnTo>
                  <a:pt x="571500" y="1562100"/>
                </a:lnTo>
                <a:lnTo>
                  <a:pt x="590550" y="1562100"/>
                </a:lnTo>
                <a:close/>
                <a:moveTo>
                  <a:pt x="466725" y="1609725"/>
                </a:moveTo>
                <a:lnTo>
                  <a:pt x="504825" y="1609725"/>
                </a:lnTo>
                <a:lnTo>
                  <a:pt x="504825" y="1600200"/>
                </a:lnTo>
                <a:lnTo>
                  <a:pt x="485775" y="1600200"/>
                </a:lnTo>
                <a:lnTo>
                  <a:pt x="485775" y="1590675"/>
                </a:lnTo>
                <a:lnTo>
                  <a:pt x="476250" y="1590675"/>
                </a:lnTo>
                <a:lnTo>
                  <a:pt x="476250" y="1600200"/>
                </a:lnTo>
                <a:lnTo>
                  <a:pt x="466725" y="1600200"/>
                </a:lnTo>
                <a:close/>
                <a:moveTo>
                  <a:pt x="190500" y="1638300"/>
                </a:moveTo>
                <a:lnTo>
                  <a:pt x="200025" y="1638300"/>
                </a:lnTo>
                <a:lnTo>
                  <a:pt x="200025" y="1666875"/>
                </a:lnTo>
                <a:lnTo>
                  <a:pt x="209550" y="1666875"/>
                </a:lnTo>
                <a:lnTo>
                  <a:pt x="209550" y="1676400"/>
                </a:lnTo>
                <a:lnTo>
                  <a:pt x="228600" y="1676400"/>
                </a:lnTo>
                <a:lnTo>
                  <a:pt x="228600" y="1685925"/>
                </a:lnTo>
                <a:lnTo>
                  <a:pt x="219075" y="1685925"/>
                </a:lnTo>
                <a:lnTo>
                  <a:pt x="219075" y="1695450"/>
                </a:lnTo>
                <a:lnTo>
                  <a:pt x="200025" y="1695450"/>
                </a:lnTo>
                <a:lnTo>
                  <a:pt x="200025" y="1704975"/>
                </a:lnTo>
                <a:lnTo>
                  <a:pt x="180975" y="1704975"/>
                </a:lnTo>
                <a:lnTo>
                  <a:pt x="180975" y="1666875"/>
                </a:lnTo>
                <a:lnTo>
                  <a:pt x="190500" y="1666875"/>
                </a:lnTo>
                <a:close/>
                <a:moveTo>
                  <a:pt x="428625" y="1676400"/>
                </a:moveTo>
                <a:lnTo>
                  <a:pt x="552450" y="1676400"/>
                </a:lnTo>
                <a:lnTo>
                  <a:pt x="552450" y="1685925"/>
                </a:lnTo>
                <a:lnTo>
                  <a:pt x="561975" y="1685925"/>
                </a:lnTo>
                <a:lnTo>
                  <a:pt x="561975" y="1695450"/>
                </a:lnTo>
                <a:lnTo>
                  <a:pt x="504825" y="1695450"/>
                </a:lnTo>
                <a:lnTo>
                  <a:pt x="504825" y="1704975"/>
                </a:lnTo>
                <a:lnTo>
                  <a:pt x="466725" y="1704975"/>
                </a:lnTo>
                <a:lnTo>
                  <a:pt x="466725" y="1714500"/>
                </a:lnTo>
                <a:lnTo>
                  <a:pt x="457200" y="1714500"/>
                </a:lnTo>
                <a:lnTo>
                  <a:pt x="457200" y="1724025"/>
                </a:lnTo>
                <a:lnTo>
                  <a:pt x="428625" y="1724025"/>
                </a:lnTo>
                <a:lnTo>
                  <a:pt x="428625" y="1714500"/>
                </a:lnTo>
                <a:lnTo>
                  <a:pt x="438150" y="1714500"/>
                </a:lnTo>
                <a:lnTo>
                  <a:pt x="438150" y="1704975"/>
                </a:lnTo>
                <a:lnTo>
                  <a:pt x="428625" y="1704975"/>
                </a:lnTo>
                <a:close/>
                <a:moveTo>
                  <a:pt x="1038225" y="1676400"/>
                </a:moveTo>
                <a:lnTo>
                  <a:pt x="1047750" y="1676400"/>
                </a:lnTo>
                <a:lnTo>
                  <a:pt x="1047750" y="1685925"/>
                </a:lnTo>
                <a:lnTo>
                  <a:pt x="1095375" y="1685925"/>
                </a:lnTo>
                <a:lnTo>
                  <a:pt x="1095375" y="1676400"/>
                </a:lnTo>
                <a:lnTo>
                  <a:pt x="1133475" y="1676400"/>
                </a:lnTo>
                <a:lnTo>
                  <a:pt x="1133475" y="1695450"/>
                </a:lnTo>
                <a:lnTo>
                  <a:pt x="1114425" y="1695450"/>
                </a:lnTo>
                <a:lnTo>
                  <a:pt x="1114425" y="1704975"/>
                </a:lnTo>
                <a:lnTo>
                  <a:pt x="1095375" y="1704975"/>
                </a:lnTo>
                <a:lnTo>
                  <a:pt x="1095375" y="1695450"/>
                </a:lnTo>
                <a:lnTo>
                  <a:pt x="1038225" y="1695450"/>
                </a:lnTo>
                <a:close/>
                <a:moveTo>
                  <a:pt x="857250" y="1685925"/>
                </a:moveTo>
                <a:lnTo>
                  <a:pt x="885825" y="1685925"/>
                </a:lnTo>
                <a:lnTo>
                  <a:pt x="885825" y="1695450"/>
                </a:lnTo>
                <a:lnTo>
                  <a:pt x="857250" y="1695450"/>
                </a:lnTo>
                <a:close/>
                <a:moveTo>
                  <a:pt x="190500" y="1752600"/>
                </a:moveTo>
                <a:lnTo>
                  <a:pt x="200025" y="1752600"/>
                </a:lnTo>
                <a:lnTo>
                  <a:pt x="200025" y="1809750"/>
                </a:lnTo>
                <a:lnTo>
                  <a:pt x="180975" y="1809750"/>
                </a:lnTo>
                <a:lnTo>
                  <a:pt x="180975" y="1771650"/>
                </a:lnTo>
                <a:lnTo>
                  <a:pt x="190500" y="1771650"/>
                </a:lnTo>
                <a:close/>
                <a:moveTo>
                  <a:pt x="676275" y="1847850"/>
                </a:moveTo>
                <a:lnTo>
                  <a:pt x="695325" y="1847850"/>
                </a:lnTo>
                <a:lnTo>
                  <a:pt x="695325" y="1857375"/>
                </a:lnTo>
                <a:lnTo>
                  <a:pt x="704850" y="1857375"/>
                </a:lnTo>
                <a:lnTo>
                  <a:pt x="704850" y="1876425"/>
                </a:lnTo>
                <a:lnTo>
                  <a:pt x="676275" y="1876425"/>
                </a:lnTo>
                <a:lnTo>
                  <a:pt x="676275" y="1866900"/>
                </a:lnTo>
                <a:lnTo>
                  <a:pt x="647700" y="1866900"/>
                </a:lnTo>
                <a:lnTo>
                  <a:pt x="647700" y="1876425"/>
                </a:lnTo>
                <a:lnTo>
                  <a:pt x="657225" y="1876425"/>
                </a:lnTo>
                <a:lnTo>
                  <a:pt x="657225" y="1885950"/>
                </a:lnTo>
                <a:lnTo>
                  <a:pt x="638175" y="1885950"/>
                </a:lnTo>
                <a:lnTo>
                  <a:pt x="638175" y="1876425"/>
                </a:lnTo>
                <a:lnTo>
                  <a:pt x="628650" y="1876425"/>
                </a:lnTo>
                <a:lnTo>
                  <a:pt x="628650" y="1866900"/>
                </a:lnTo>
                <a:lnTo>
                  <a:pt x="619125" y="1866900"/>
                </a:lnTo>
                <a:lnTo>
                  <a:pt x="619125" y="1857375"/>
                </a:lnTo>
                <a:lnTo>
                  <a:pt x="676275" y="1857375"/>
                </a:lnTo>
                <a:close/>
                <a:moveTo>
                  <a:pt x="561975" y="1866900"/>
                </a:moveTo>
                <a:lnTo>
                  <a:pt x="600075" y="1866900"/>
                </a:lnTo>
                <a:lnTo>
                  <a:pt x="600075" y="1876425"/>
                </a:lnTo>
                <a:lnTo>
                  <a:pt x="571500" y="1876425"/>
                </a:lnTo>
                <a:lnTo>
                  <a:pt x="571500" y="1885950"/>
                </a:lnTo>
                <a:lnTo>
                  <a:pt x="561975" y="1885950"/>
                </a:lnTo>
                <a:close/>
                <a:moveTo>
                  <a:pt x="190500" y="1876425"/>
                </a:moveTo>
                <a:lnTo>
                  <a:pt x="200025" y="1876425"/>
                </a:lnTo>
                <a:lnTo>
                  <a:pt x="200025" y="2000250"/>
                </a:lnTo>
                <a:lnTo>
                  <a:pt x="180975" y="2000250"/>
                </a:lnTo>
                <a:lnTo>
                  <a:pt x="180975" y="1885950"/>
                </a:lnTo>
                <a:lnTo>
                  <a:pt x="190500" y="1885950"/>
                </a:lnTo>
                <a:close/>
                <a:moveTo>
                  <a:pt x="419100" y="1933575"/>
                </a:moveTo>
                <a:lnTo>
                  <a:pt x="428625" y="1933575"/>
                </a:lnTo>
                <a:lnTo>
                  <a:pt x="428625" y="1943100"/>
                </a:lnTo>
                <a:lnTo>
                  <a:pt x="419100" y="1943100"/>
                </a:lnTo>
                <a:close/>
                <a:moveTo>
                  <a:pt x="1676400" y="1952625"/>
                </a:moveTo>
                <a:lnTo>
                  <a:pt x="1685925" y="1952625"/>
                </a:lnTo>
                <a:lnTo>
                  <a:pt x="1685925" y="1962150"/>
                </a:lnTo>
                <a:lnTo>
                  <a:pt x="1676400" y="1962150"/>
                </a:lnTo>
                <a:close/>
                <a:moveTo>
                  <a:pt x="628650" y="1962150"/>
                </a:moveTo>
                <a:lnTo>
                  <a:pt x="657225" y="1962150"/>
                </a:lnTo>
                <a:lnTo>
                  <a:pt x="657225" y="1981200"/>
                </a:lnTo>
                <a:lnTo>
                  <a:pt x="628650" y="1981200"/>
                </a:lnTo>
                <a:close/>
                <a:moveTo>
                  <a:pt x="723900" y="1962150"/>
                </a:moveTo>
                <a:lnTo>
                  <a:pt x="742950" y="1962150"/>
                </a:lnTo>
                <a:lnTo>
                  <a:pt x="742950" y="1981200"/>
                </a:lnTo>
                <a:lnTo>
                  <a:pt x="723900" y="1981200"/>
                </a:lnTo>
                <a:lnTo>
                  <a:pt x="723900" y="1990725"/>
                </a:lnTo>
                <a:lnTo>
                  <a:pt x="714375" y="1990725"/>
                </a:lnTo>
                <a:lnTo>
                  <a:pt x="714375" y="1971675"/>
                </a:lnTo>
                <a:lnTo>
                  <a:pt x="723900" y="1971675"/>
                </a:lnTo>
                <a:close/>
                <a:moveTo>
                  <a:pt x="1171575" y="1971675"/>
                </a:moveTo>
                <a:lnTo>
                  <a:pt x="1181100" y="1971675"/>
                </a:lnTo>
                <a:lnTo>
                  <a:pt x="1181100" y="1981200"/>
                </a:lnTo>
                <a:lnTo>
                  <a:pt x="1171575" y="1981200"/>
                </a:lnTo>
                <a:close/>
                <a:moveTo>
                  <a:pt x="1704975" y="1981200"/>
                </a:moveTo>
                <a:lnTo>
                  <a:pt x="1714500" y="1981200"/>
                </a:lnTo>
                <a:lnTo>
                  <a:pt x="1714500" y="1990725"/>
                </a:lnTo>
                <a:lnTo>
                  <a:pt x="1704975" y="1990725"/>
                </a:lnTo>
                <a:close/>
                <a:moveTo>
                  <a:pt x="1724025" y="1981200"/>
                </a:moveTo>
                <a:lnTo>
                  <a:pt x="1733550" y="1981200"/>
                </a:lnTo>
                <a:lnTo>
                  <a:pt x="1733550" y="2000250"/>
                </a:lnTo>
                <a:lnTo>
                  <a:pt x="1724025" y="2000250"/>
                </a:lnTo>
                <a:close/>
                <a:moveTo>
                  <a:pt x="190500" y="2028825"/>
                </a:moveTo>
                <a:lnTo>
                  <a:pt x="200025" y="2028825"/>
                </a:lnTo>
                <a:lnTo>
                  <a:pt x="200025" y="2114550"/>
                </a:lnTo>
                <a:lnTo>
                  <a:pt x="209550" y="2114550"/>
                </a:lnTo>
                <a:lnTo>
                  <a:pt x="209550" y="2133600"/>
                </a:lnTo>
                <a:lnTo>
                  <a:pt x="200025" y="2133600"/>
                </a:lnTo>
                <a:lnTo>
                  <a:pt x="200025" y="2143125"/>
                </a:lnTo>
                <a:lnTo>
                  <a:pt x="180975" y="2143125"/>
                </a:lnTo>
                <a:lnTo>
                  <a:pt x="180975" y="2095500"/>
                </a:lnTo>
                <a:lnTo>
                  <a:pt x="190500" y="2095500"/>
                </a:lnTo>
                <a:lnTo>
                  <a:pt x="190500" y="2085975"/>
                </a:lnTo>
                <a:lnTo>
                  <a:pt x="180975" y="2085975"/>
                </a:lnTo>
                <a:lnTo>
                  <a:pt x="180975" y="2076450"/>
                </a:lnTo>
                <a:lnTo>
                  <a:pt x="190500" y="2076450"/>
                </a:lnTo>
                <a:close/>
                <a:moveTo>
                  <a:pt x="581025" y="2028825"/>
                </a:moveTo>
                <a:lnTo>
                  <a:pt x="619125" y="2028825"/>
                </a:lnTo>
                <a:lnTo>
                  <a:pt x="619125" y="2038350"/>
                </a:lnTo>
                <a:lnTo>
                  <a:pt x="628650" y="2038350"/>
                </a:lnTo>
                <a:lnTo>
                  <a:pt x="628650" y="2047875"/>
                </a:lnTo>
                <a:lnTo>
                  <a:pt x="609600" y="2047875"/>
                </a:lnTo>
                <a:lnTo>
                  <a:pt x="609600" y="2057400"/>
                </a:lnTo>
                <a:lnTo>
                  <a:pt x="600075" y="2057400"/>
                </a:lnTo>
                <a:lnTo>
                  <a:pt x="600075" y="2047875"/>
                </a:lnTo>
                <a:lnTo>
                  <a:pt x="581025" y="2047875"/>
                </a:lnTo>
                <a:close/>
                <a:moveTo>
                  <a:pt x="628650" y="2066925"/>
                </a:moveTo>
                <a:lnTo>
                  <a:pt x="685800" y="2066925"/>
                </a:lnTo>
                <a:lnTo>
                  <a:pt x="685800" y="2085975"/>
                </a:lnTo>
                <a:lnTo>
                  <a:pt x="647700" y="2085975"/>
                </a:lnTo>
                <a:lnTo>
                  <a:pt x="647700" y="2076450"/>
                </a:lnTo>
                <a:lnTo>
                  <a:pt x="628650" y="2076450"/>
                </a:lnTo>
                <a:close/>
                <a:moveTo>
                  <a:pt x="695325" y="2066925"/>
                </a:moveTo>
                <a:lnTo>
                  <a:pt x="704850" y="2066925"/>
                </a:lnTo>
                <a:lnTo>
                  <a:pt x="704850" y="2085975"/>
                </a:lnTo>
                <a:lnTo>
                  <a:pt x="695325" y="2085975"/>
                </a:lnTo>
                <a:close/>
                <a:moveTo>
                  <a:pt x="714375" y="2066925"/>
                </a:moveTo>
                <a:lnTo>
                  <a:pt x="723900" y="2066925"/>
                </a:lnTo>
                <a:lnTo>
                  <a:pt x="723900" y="2076450"/>
                </a:lnTo>
                <a:lnTo>
                  <a:pt x="714375" y="2076450"/>
                </a:lnTo>
                <a:close/>
                <a:moveTo>
                  <a:pt x="142875" y="2105025"/>
                </a:moveTo>
                <a:lnTo>
                  <a:pt x="152400" y="2105025"/>
                </a:lnTo>
                <a:lnTo>
                  <a:pt x="152400" y="2114550"/>
                </a:lnTo>
                <a:lnTo>
                  <a:pt x="161925" y="2114550"/>
                </a:lnTo>
                <a:lnTo>
                  <a:pt x="161925" y="2133600"/>
                </a:lnTo>
                <a:lnTo>
                  <a:pt x="152400" y="2133600"/>
                </a:lnTo>
                <a:lnTo>
                  <a:pt x="152400" y="2143125"/>
                </a:lnTo>
                <a:lnTo>
                  <a:pt x="142875" y="2143125"/>
                </a:lnTo>
                <a:close/>
                <a:moveTo>
                  <a:pt x="123825" y="2114550"/>
                </a:moveTo>
                <a:lnTo>
                  <a:pt x="133350" y="2114550"/>
                </a:lnTo>
                <a:lnTo>
                  <a:pt x="133350" y="2133600"/>
                </a:lnTo>
                <a:lnTo>
                  <a:pt x="123825" y="2133600"/>
                </a:lnTo>
                <a:close/>
                <a:moveTo>
                  <a:pt x="809625" y="2114550"/>
                </a:moveTo>
                <a:lnTo>
                  <a:pt x="819150" y="2114550"/>
                </a:lnTo>
                <a:lnTo>
                  <a:pt x="819150" y="2133600"/>
                </a:lnTo>
                <a:lnTo>
                  <a:pt x="809625" y="2133600"/>
                </a:lnTo>
                <a:close/>
                <a:moveTo>
                  <a:pt x="1647825" y="2114550"/>
                </a:moveTo>
                <a:lnTo>
                  <a:pt x="1666875" y="2114550"/>
                </a:lnTo>
                <a:lnTo>
                  <a:pt x="1666875" y="2133600"/>
                </a:lnTo>
                <a:lnTo>
                  <a:pt x="1647825" y="2133600"/>
                </a:lnTo>
                <a:close/>
                <a:moveTo>
                  <a:pt x="190500" y="2162175"/>
                </a:moveTo>
                <a:lnTo>
                  <a:pt x="200025" y="2162175"/>
                </a:lnTo>
                <a:lnTo>
                  <a:pt x="200025" y="2171700"/>
                </a:lnTo>
                <a:lnTo>
                  <a:pt x="209550" y="2171700"/>
                </a:lnTo>
                <a:lnTo>
                  <a:pt x="209550" y="2190750"/>
                </a:lnTo>
                <a:lnTo>
                  <a:pt x="200025" y="2190750"/>
                </a:lnTo>
                <a:lnTo>
                  <a:pt x="200025" y="2200275"/>
                </a:lnTo>
                <a:lnTo>
                  <a:pt x="209550" y="2200275"/>
                </a:lnTo>
                <a:lnTo>
                  <a:pt x="209550" y="2209800"/>
                </a:lnTo>
                <a:lnTo>
                  <a:pt x="200025" y="2209800"/>
                </a:lnTo>
                <a:lnTo>
                  <a:pt x="200025" y="2257425"/>
                </a:lnTo>
                <a:lnTo>
                  <a:pt x="180975" y="2257425"/>
                </a:lnTo>
                <a:lnTo>
                  <a:pt x="180975" y="2238375"/>
                </a:lnTo>
                <a:lnTo>
                  <a:pt x="190500" y="2238375"/>
                </a:lnTo>
                <a:lnTo>
                  <a:pt x="190500" y="2228850"/>
                </a:lnTo>
                <a:lnTo>
                  <a:pt x="180975" y="2228850"/>
                </a:lnTo>
                <a:lnTo>
                  <a:pt x="180975" y="2181225"/>
                </a:lnTo>
                <a:lnTo>
                  <a:pt x="190500" y="2181225"/>
                </a:lnTo>
                <a:close/>
                <a:moveTo>
                  <a:pt x="342900" y="2162175"/>
                </a:moveTo>
                <a:lnTo>
                  <a:pt x="352425" y="2162175"/>
                </a:lnTo>
                <a:lnTo>
                  <a:pt x="352425" y="2171700"/>
                </a:lnTo>
                <a:lnTo>
                  <a:pt x="342900" y="2171700"/>
                </a:lnTo>
                <a:close/>
                <a:moveTo>
                  <a:pt x="304800" y="2171700"/>
                </a:moveTo>
                <a:lnTo>
                  <a:pt x="314325" y="2171700"/>
                </a:lnTo>
                <a:lnTo>
                  <a:pt x="314325" y="2181225"/>
                </a:lnTo>
                <a:lnTo>
                  <a:pt x="304800" y="2181225"/>
                </a:lnTo>
                <a:close/>
                <a:moveTo>
                  <a:pt x="409575" y="2228850"/>
                </a:moveTo>
                <a:lnTo>
                  <a:pt x="419100" y="2228850"/>
                </a:lnTo>
                <a:lnTo>
                  <a:pt x="419100" y="2247900"/>
                </a:lnTo>
                <a:lnTo>
                  <a:pt x="409575" y="2247900"/>
                </a:lnTo>
                <a:lnTo>
                  <a:pt x="409575" y="2266950"/>
                </a:lnTo>
                <a:lnTo>
                  <a:pt x="419100" y="2266950"/>
                </a:lnTo>
                <a:lnTo>
                  <a:pt x="419100" y="2276475"/>
                </a:lnTo>
                <a:lnTo>
                  <a:pt x="457200" y="2276475"/>
                </a:lnTo>
                <a:lnTo>
                  <a:pt x="457200" y="2286000"/>
                </a:lnTo>
                <a:lnTo>
                  <a:pt x="485775" y="2286000"/>
                </a:lnTo>
                <a:lnTo>
                  <a:pt x="485775" y="2276475"/>
                </a:lnTo>
                <a:lnTo>
                  <a:pt x="504825" y="2276475"/>
                </a:lnTo>
                <a:lnTo>
                  <a:pt x="504825" y="2286000"/>
                </a:lnTo>
                <a:lnTo>
                  <a:pt x="523875" y="2286000"/>
                </a:lnTo>
                <a:lnTo>
                  <a:pt x="523875" y="2295525"/>
                </a:lnTo>
                <a:lnTo>
                  <a:pt x="533400" y="2295525"/>
                </a:lnTo>
                <a:lnTo>
                  <a:pt x="533400" y="2305050"/>
                </a:lnTo>
                <a:lnTo>
                  <a:pt x="523875" y="2305050"/>
                </a:lnTo>
                <a:lnTo>
                  <a:pt x="523875" y="2314575"/>
                </a:lnTo>
                <a:lnTo>
                  <a:pt x="514350" y="2314575"/>
                </a:lnTo>
                <a:lnTo>
                  <a:pt x="514350" y="2333625"/>
                </a:lnTo>
                <a:lnTo>
                  <a:pt x="466725" y="2333625"/>
                </a:lnTo>
                <a:lnTo>
                  <a:pt x="466725" y="2324100"/>
                </a:lnTo>
                <a:lnTo>
                  <a:pt x="447675" y="2324100"/>
                </a:lnTo>
                <a:lnTo>
                  <a:pt x="447675" y="2333625"/>
                </a:lnTo>
                <a:lnTo>
                  <a:pt x="438150" y="2333625"/>
                </a:lnTo>
                <a:lnTo>
                  <a:pt x="438150" y="2343150"/>
                </a:lnTo>
                <a:lnTo>
                  <a:pt x="428625" y="2343150"/>
                </a:lnTo>
                <a:lnTo>
                  <a:pt x="428625" y="2371725"/>
                </a:lnTo>
                <a:lnTo>
                  <a:pt x="390525" y="2371725"/>
                </a:lnTo>
                <a:lnTo>
                  <a:pt x="390525" y="2362200"/>
                </a:lnTo>
                <a:lnTo>
                  <a:pt x="381000" y="2362200"/>
                </a:lnTo>
                <a:lnTo>
                  <a:pt x="381000" y="2352675"/>
                </a:lnTo>
                <a:lnTo>
                  <a:pt x="390525" y="2352675"/>
                </a:lnTo>
                <a:lnTo>
                  <a:pt x="390525" y="2343150"/>
                </a:lnTo>
                <a:lnTo>
                  <a:pt x="400050" y="2343150"/>
                </a:lnTo>
                <a:lnTo>
                  <a:pt x="400050" y="2333625"/>
                </a:lnTo>
                <a:lnTo>
                  <a:pt x="381000" y="2333625"/>
                </a:lnTo>
                <a:lnTo>
                  <a:pt x="381000" y="2324100"/>
                </a:lnTo>
                <a:lnTo>
                  <a:pt x="390525" y="2324100"/>
                </a:lnTo>
                <a:lnTo>
                  <a:pt x="390525" y="2238375"/>
                </a:lnTo>
                <a:lnTo>
                  <a:pt x="409575" y="2238375"/>
                </a:lnTo>
                <a:close/>
                <a:moveTo>
                  <a:pt x="180975" y="2286000"/>
                </a:moveTo>
                <a:lnTo>
                  <a:pt x="200025" y="2286000"/>
                </a:lnTo>
                <a:lnTo>
                  <a:pt x="200025" y="2295525"/>
                </a:lnTo>
                <a:lnTo>
                  <a:pt x="180975" y="2295525"/>
                </a:lnTo>
                <a:close/>
                <a:moveTo>
                  <a:pt x="1047750" y="2314575"/>
                </a:moveTo>
                <a:lnTo>
                  <a:pt x="1076325" y="2314575"/>
                </a:lnTo>
                <a:lnTo>
                  <a:pt x="1076325" y="2333625"/>
                </a:lnTo>
                <a:lnTo>
                  <a:pt x="1057275" y="2333625"/>
                </a:lnTo>
                <a:lnTo>
                  <a:pt x="1057275" y="2324100"/>
                </a:lnTo>
                <a:lnTo>
                  <a:pt x="1047750" y="2324100"/>
                </a:lnTo>
                <a:close/>
                <a:moveTo>
                  <a:pt x="1628775" y="2314575"/>
                </a:moveTo>
                <a:lnTo>
                  <a:pt x="1638300" y="2314575"/>
                </a:lnTo>
                <a:lnTo>
                  <a:pt x="1638300" y="2324100"/>
                </a:lnTo>
                <a:lnTo>
                  <a:pt x="1628775" y="2324100"/>
                </a:lnTo>
                <a:close/>
                <a:moveTo>
                  <a:pt x="180975" y="2324100"/>
                </a:moveTo>
                <a:lnTo>
                  <a:pt x="200025" y="2324100"/>
                </a:lnTo>
                <a:lnTo>
                  <a:pt x="200025" y="2352675"/>
                </a:lnTo>
                <a:lnTo>
                  <a:pt x="209550" y="2352675"/>
                </a:lnTo>
                <a:lnTo>
                  <a:pt x="209550" y="2371725"/>
                </a:lnTo>
                <a:lnTo>
                  <a:pt x="219075" y="2371725"/>
                </a:lnTo>
                <a:lnTo>
                  <a:pt x="219075" y="2381250"/>
                </a:lnTo>
                <a:lnTo>
                  <a:pt x="228600" y="2381250"/>
                </a:lnTo>
                <a:lnTo>
                  <a:pt x="228600" y="2390775"/>
                </a:lnTo>
                <a:lnTo>
                  <a:pt x="219075" y="2390775"/>
                </a:lnTo>
                <a:lnTo>
                  <a:pt x="219075" y="2400300"/>
                </a:lnTo>
                <a:lnTo>
                  <a:pt x="200025" y="2400300"/>
                </a:lnTo>
                <a:lnTo>
                  <a:pt x="200025" y="2419350"/>
                </a:lnTo>
                <a:lnTo>
                  <a:pt x="228600" y="2419350"/>
                </a:lnTo>
                <a:lnTo>
                  <a:pt x="228600" y="2438400"/>
                </a:lnTo>
                <a:lnTo>
                  <a:pt x="209550" y="2438400"/>
                </a:lnTo>
                <a:lnTo>
                  <a:pt x="209550" y="2457450"/>
                </a:lnTo>
                <a:lnTo>
                  <a:pt x="219075" y="2457450"/>
                </a:lnTo>
                <a:lnTo>
                  <a:pt x="219075" y="2466975"/>
                </a:lnTo>
                <a:lnTo>
                  <a:pt x="228600" y="2466975"/>
                </a:lnTo>
                <a:lnTo>
                  <a:pt x="228600" y="2476500"/>
                </a:lnTo>
                <a:lnTo>
                  <a:pt x="219075" y="2476500"/>
                </a:lnTo>
                <a:lnTo>
                  <a:pt x="219075" y="2486025"/>
                </a:lnTo>
                <a:lnTo>
                  <a:pt x="200025" y="2486025"/>
                </a:lnTo>
                <a:lnTo>
                  <a:pt x="200025" y="2495550"/>
                </a:lnTo>
                <a:lnTo>
                  <a:pt x="190500" y="2495550"/>
                </a:lnTo>
                <a:lnTo>
                  <a:pt x="190500" y="2486025"/>
                </a:lnTo>
                <a:lnTo>
                  <a:pt x="180975" y="2486025"/>
                </a:lnTo>
                <a:lnTo>
                  <a:pt x="180975" y="2428875"/>
                </a:lnTo>
                <a:lnTo>
                  <a:pt x="190500" y="2428875"/>
                </a:lnTo>
                <a:lnTo>
                  <a:pt x="190500" y="2400300"/>
                </a:lnTo>
                <a:lnTo>
                  <a:pt x="180975" y="2400300"/>
                </a:lnTo>
                <a:close/>
                <a:moveTo>
                  <a:pt x="904875" y="2324100"/>
                </a:moveTo>
                <a:lnTo>
                  <a:pt x="923925" y="2324100"/>
                </a:lnTo>
                <a:lnTo>
                  <a:pt x="923925" y="2333625"/>
                </a:lnTo>
                <a:lnTo>
                  <a:pt x="904875" y="2333625"/>
                </a:lnTo>
                <a:close/>
                <a:moveTo>
                  <a:pt x="1019175" y="2324100"/>
                </a:moveTo>
                <a:lnTo>
                  <a:pt x="1038225" y="2324100"/>
                </a:lnTo>
                <a:lnTo>
                  <a:pt x="1038225" y="2333625"/>
                </a:lnTo>
                <a:lnTo>
                  <a:pt x="1019175" y="2333625"/>
                </a:lnTo>
                <a:close/>
                <a:moveTo>
                  <a:pt x="142875" y="2381250"/>
                </a:moveTo>
                <a:lnTo>
                  <a:pt x="161925" y="2381250"/>
                </a:lnTo>
                <a:lnTo>
                  <a:pt x="161925" y="2457450"/>
                </a:lnTo>
                <a:lnTo>
                  <a:pt x="152400" y="2457450"/>
                </a:lnTo>
                <a:lnTo>
                  <a:pt x="152400" y="2447925"/>
                </a:lnTo>
                <a:lnTo>
                  <a:pt x="133350" y="2447925"/>
                </a:lnTo>
                <a:lnTo>
                  <a:pt x="133350" y="2457450"/>
                </a:lnTo>
                <a:lnTo>
                  <a:pt x="123825" y="2457450"/>
                </a:lnTo>
                <a:lnTo>
                  <a:pt x="123825" y="2419350"/>
                </a:lnTo>
                <a:lnTo>
                  <a:pt x="142875" y="2419350"/>
                </a:lnTo>
                <a:lnTo>
                  <a:pt x="142875" y="2400300"/>
                </a:lnTo>
                <a:lnTo>
                  <a:pt x="152400" y="2400300"/>
                </a:lnTo>
                <a:lnTo>
                  <a:pt x="152400" y="2390775"/>
                </a:lnTo>
                <a:lnTo>
                  <a:pt x="142875" y="2390775"/>
                </a:lnTo>
                <a:close/>
                <a:moveTo>
                  <a:pt x="466725" y="2381250"/>
                </a:moveTo>
                <a:lnTo>
                  <a:pt x="485775" y="2381250"/>
                </a:lnTo>
                <a:lnTo>
                  <a:pt x="485775" y="2390775"/>
                </a:lnTo>
                <a:lnTo>
                  <a:pt x="466725" y="2390775"/>
                </a:lnTo>
                <a:close/>
                <a:moveTo>
                  <a:pt x="495300" y="2381250"/>
                </a:moveTo>
                <a:lnTo>
                  <a:pt x="523875" y="2381250"/>
                </a:lnTo>
                <a:lnTo>
                  <a:pt x="523875" y="2400300"/>
                </a:lnTo>
                <a:lnTo>
                  <a:pt x="495300" y="2400300"/>
                </a:lnTo>
                <a:close/>
                <a:moveTo>
                  <a:pt x="733425" y="2381250"/>
                </a:moveTo>
                <a:lnTo>
                  <a:pt x="752475" y="2381250"/>
                </a:lnTo>
                <a:lnTo>
                  <a:pt x="752475" y="2400300"/>
                </a:lnTo>
                <a:lnTo>
                  <a:pt x="733425" y="2400300"/>
                </a:lnTo>
                <a:close/>
                <a:moveTo>
                  <a:pt x="771525" y="2381250"/>
                </a:moveTo>
                <a:lnTo>
                  <a:pt x="923925" y="2381250"/>
                </a:lnTo>
                <a:lnTo>
                  <a:pt x="923925" y="2400300"/>
                </a:lnTo>
                <a:lnTo>
                  <a:pt x="771525" y="2400300"/>
                </a:lnTo>
                <a:close/>
                <a:moveTo>
                  <a:pt x="1019175" y="2381250"/>
                </a:moveTo>
                <a:lnTo>
                  <a:pt x="1038225" y="2381250"/>
                </a:lnTo>
                <a:lnTo>
                  <a:pt x="1038225" y="2400300"/>
                </a:lnTo>
                <a:lnTo>
                  <a:pt x="1019175" y="2400300"/>
                </a:lnTo>
                <a:close/>
                <a:moveTo>
                  <a:pt x="638175" y="2419350"/>
                </a:moveTo>
                <a:lnTo>
                  <a:pt x="723900" y="2419350"/>
                </a:lnTo>
                <a:lnTo>
                  <a:pt x="723900" y="2438400"/>
                </a:lnTo>
                <a:lnTo>
                  <a:pt x="638175" y="2438400"/>
                </a:lnTo>
                <a:close/>
                <a:moveTo>
                  <a:pt x="762000" y="2419350"/>
                </a:moveTo>
                <a:lnTo>
                  <a:pt x="790575" y="2419350"/>
                </a:lnTo>
                <a:lnTo>
                  <a:pt x="790575" y="2438400"/>
                </a:lnTo>
                <a:lnTo>
                  <a:pt x="762000" y="2438400"/>
                </a:lnTo>
                <a:close/>
                <a:moveTo>
                  <a:pt x="1285875" y="2419350"/>
                </a:moveTo>
                <a:lnTo>
                  <a:pt x="1314450" y="2419350"/>
                </a:lnTo>
                <a:lnTo>
                  <a:pt x="1314450" y="2438400"/>
                </a:lnTo>
                <a:lnTo>
                  <a:pt x="1285875" y="2438400"/>
                </a:lnTo>
                <a:close/>
                <a:moveTo>
                  <a:pt x="1457325" y="2419350"/>
                </a:moveTo>
                <a:lnTo>
                  <a:pt x="1476375" y="2419350"/>
                </a:lnTo>
                <a:lnTo>
                  <a:pt x="1476375" y="2438400"/>
                </a:lnTo>
                <a:lnTo>
                  <a:pt x="1457325" y="2438400"/>
                </a:lnTo>
                <a:close/>
                <a:moveTo>
                  <a:pt x="1533525" y="2419350"/>
                </a:moveTo>
                <a:lnTo>
                  <a:pt x="1543050" y="2419350"/>
                </a:lnTo>
                <a:lnTo>
                  <a:pt x="1543050" y="2438400"/>
                </a:lnTo>
                <a:lnTo>
                  <a:pt x="1533525" y="2438400"/>
                </a:lnTo>
                <a:close/>
                <a:moveTo>
                  <a:pt x="1562100" y="2419350"/>
                </a:moveTo>
                <a:lnTo>
                  <a:pt x="1619250" y="2419350"/>
                </a:lnTo>
                <a:lnTo>
                  <a:pt x="1619250" y="2438400"/>
                </a:lnTo>
                <a:lnTo>
                  <a:pt x="1562100" y="2438400"/>
                </a:lnTo>
                <a:close/>
                <a:moveTo>
                  <a:pt x="123825" y="2486025"/>
                </a:moveTo>
                <a:lnTo>
                  <a:pt x="133350" y="2486025"/>
                </a:lnTo>
                <a:lnTo>
                  <a:pt x="133350" y="2505075"/>
                </a:lnTo>
                <a:lnTo>
                  <a:pt x="123825" y="2505075"/>
                </a:lnTo>
                <a:close/>
                <a:moveTo>
                  <a:pt x="152400" y="2486025"/>
                </a:moveTo>
                <a:lnTo>
                  <a:pt x="161925" y="2486025"/>
                </a:lnTo>
                <a:lnTo>
                  <a:pt x="161925" y="2495550"/>
                </a:lnTo>
                <a:lnTo>
                  <a:pt x="152400" y="2495550"/>
                </a:lnTo>
                <a:close/>
                <a:moveTo>
                  <a:pt x="142875" y="2495550"/>
                </a:moveTo>
                <a:lnTo>
                  <a:pt x="152400" y="2495550"/>
                </a:lnTo>
                <a:lnTo>
                  <a:pt x="152400" y="2505075"/>
                </a:lnTo>
                <a:lnTo>
                  <a:pt x="161925" y="2505075"/>
                </a:lnTo>
                <a:lnTo>
                  <a:pt x="161925" y="2514600"/>
                </a:lnTo>
                <a:lnTo>
                  <a:pt x="142875" y="2514600"/>
                </a:lnTo>
                <a:close/>
                <a:moveTo>
                  <a:pt x="542925" y="2524125"/>
                </a:moveTo>
                <a:lnTo>
                  <a:pt x="552450" y="2524125"/>
                </a:lnTo>
                <a:lnTo>
                  <a:pt x="552450" y="2533650"/>
                </a:lnTo>
                <a:lnTo>
                  <a:pt x="542925" y="2533650"/>
                </a:lnTo>
                <a:close/>
                <a:moveTo>
                  <a:pt x="514350" y="2543175"/>
                </a:moveTo>
                <a:lnTo>
                  <a:pt x="523875" y="2543175"/>
                </a:lnTo>
                <a:lnTo>
                  <a:pt x="523875" y="2552700"/>
                </a:lnTo>
                <a:lnTo>
                  <a:pt x="533400" y="2552700"/>
                </a:lnTo>
                <a:lnTo>
                  <a:pt x="533400" y="2571750"/>
                </a:lnTo>
                <a:lnTo>
                  <a:pt x="542925" y="2571750"/>
                </a:lnTo>
                <a:lnTo>
                  <a:pt x="542925" y="2590800"/>
                </a:lnTo>
                <a:lnTo>
                  <a:pt x="552450" y="2590800"/>
                </a:lnTo>
                <a:lnTo>
                  <a:pt x="552450" y="2600325"/>
                </a:lnTo>
                <a:lnTo>
                  <a:pt x="561975" y="2600325"/>
                </a:lnTo>
                <a:lnTo>
                  <a:pt x="561975" y="2619375"/>
                </a:lnTo>
                <a:lnTo>
                  <a:pt x="542925" y="2619375"/>
                </a:lnTo>
                <a:lnTo>
                  <a:pt x="542925" y="2609850"/>
                </a:lnTo>
                <a:lnTo>
                  <a:pt x="476250" y="2609850"/>
                </a:lnTo>
                <a:lnTo>
                  <a:pt x="476250" y="2619375"/>
                </a:lnTo>
                <a:lnTo>
                  <a:pt x="466725" y="2619375"/>
                </a:lnTo>
                <a:lnTo>
                  <a:pt x="466725" y="2695575"/>
                </a:lnTo>
                <a:lnTo>
                  <a:pt x="457200" y="2695575"/>
                </a:lnTo>
                <a:lnTo>
                  <a:pt x="457200" y="2705100"/>
                </a:lnTo>
                <a:lnTo>
                  <a:pt x="447675" y="2705100"/>
                </a:lnTo>
                <a:lnTo>
                  <a:pt x="447675" y="2695575"/>
                </a:lnTo>
                <a:lnTo>
                  <a:pt x="419100" y="2695575"/>
                </a:lnTo>
                <a:lnTo>
                  <a:pt x="419100" y="2686050"/>
                </a:lnTo>
                <a:lnTo>
                  <a:pt x="409575" y="2686050"/>
                </a:lnTo>
                <a:lnTo>
                  <a:pt x="409575" y="2676525"/>
                </a:lnTo>
                <a:lnTo>
                  <a:pt x="419100" y="2676525"/>
                </a:lnTo>
                <a:lnTo>
                  <a:pt x="419100" y="2638425"/>
                </a:lnTo>
                <a:lnTo>
                  <a:pt x="409575" y="2638425"/>
                </a:lnTo>
                <a:lnTo>
                  <a:pt x="409575" y="2619375"/>
                </a:lnTo>
                <a:lnTo>
                  <a:pt x="428625" y="2619375"/>
                </a:lnTo>
                <a:lnTo>
                  <a:pt x="428625" y="2600325"/>
                </a:lnTo>
                <a:lnTo>
                  <a:pt x="438150" y="2600325"/>
                </a:lnTo>
                <a:lnTo>
                  <a:pt x="438150" y="2581275"/>
                </a:lnTo>
                <a:lnTo>
                  <a:pt x="447675" y="2581275"/>
                </a:lnTo>
                <a:lnTo>
                  <a:pt x="447675" y="2590800"/>
                </a:lnTo>
                <a:lnTo>
                  <a:pt x="457200" y="2590800"/>
                </a:lnTo>
                <a:lnTo>
                  <a:pt x="457200" y="2581275"/>
                </a:lnTo>
                <a:lnTo>
                  <a:pt x="466725" y="2581275"/>
                </a:lnTo>
                <a:lnTo>
                  <a:pt x="466725" y="2562225"/>
                </a:lnTo>
                <a:lnTo>
                  <a:pt x="476250" y="2562225"/>
                </a:lnTo>
                <a:lnTo>
                  <a:pt x="476250" y="2552700"/>
                </a:lnTo>
                <a:lnTo>
                  <a:pt x="514350" y="2552700"/>
                </a:lnTo>
                <a:close/>
                <a:moveTo>
                  <a:pt x="552450" y="2552700"/>
                </a:moveTo>
                <a:lnTo>
                  <a:pt x="561975" y="2552700"/>
                </a:lnTo>
                <a:lnTo>
                  <a:pt x="561975" y="2562225"/>
                </a:lnTo>
                <a:lnTo>
                  <a:pt x="552450" y="2562225"/>
                </a:lnTo>
                <a:close/>
                <a:moveTo>
                  <a:pt x="1123950" y="2552700"/>
                </a:moveTo>
                <a:lnTo>
                  <a:pt x="1133475" y="2552700"/>
                </a:lnTo>
                <a:lnTo>
                  <a:pt x="1133475" y="2571750"/>
                </a:lnTo>
                <a:lnTo>
                  <a:pt x="1114425" y="2571750"/>
                </a:lnTo>
                <a:lnTo>
                  <a:pt x="1114425" y="2562225"/>
                </a:lnTo>
                <a:lnTo>
                  <a:pt x="1123950" y="2562225"/>
                </a:lnTo>
                <a:close/>
                <a:moveTo>
                  <a:pt x="1666875" y="2600325"/>
                </a:moveTo>
                <a:lnTo>
                  <a:pt x="1676400" y="2600325"/>
                </a:lnTo>
                <a:lnTo>
                  <a:pt x="1676400" y="2619375"/>
                </a:lnTo>
                <a:lnTo>
                  <a:pt x="1666875" y="2619375"/>
                </a:lnTo>
                <a:close/>
                <a:moveTo>
                  <a:pt x="819150" y="2609850"/>
                </a:moveTo>
                <a:lnTo>
                  <a:pt x="847725" y="2609850"/>
                </a:lnTo>
                <a:lnTo>
                  <a:pt x="847725" y="2628900"/>
                </a:lnTo>
                <a:lnTo>
                  <a:pt x="819150" y="2628900"/>
                </a:lnTo>
                <a:close/>
                <a:moveTo>
                  <a:pt x="1647825" y="2628900"/>
                </a:moveTo>
                <a:lnTo>
                  <a:pt x="1666875" y="2628900"/>
                </a:lnTo>
                <a:lnTo>
                  <a:pt x="1666875" y="2667000"/>
                </a:lnTo>
                <a:lnTo>
                  <a:pt x="1657350" y="2667000"/>
                </a:lnTo>
                <a:lnTo>
                  <a:pt x="1657350" y="2657475"/>
                </a:lnTo>
                <a:lnTo>
                  <a:pt x="1638300" y="2657475"/>
                </a:lnTo>
                <a:lnTo>
                  <a:pt x="1638300" y="2638425"/>
                </a:lnTo>
                <a:lnTo>
                  <a:pt x="1647825" y="2638425"/>
                </a:lnTo>
                <a:close/>
                <a:moveTo>
                  <a:pt x="1524000" y="2676525"/>
                </a:moveTo>
                <a:lnTo>
                  <a:pt x="1533525" y="2676525"/>
                </a:lnTo>
                <a:lnTo>
                  <a:pt x="1533525" y="2686050"/>
                </a:lnTo>
                <a:lnTo>
                  <a:pt x="1562100" y="2686050"/>
                </a:lnTo>
                <a:lnTo>
                  <a:pt x="1562100" y="2676525"/>
                </a:lnTo>
                <a:lnTo>
                  <a:pt x="1581150" y="2676525"/>
                </a:lnTo>
                <a:lnTo>
                  <a:pt x="1581150" y="2686050"/>
                </a:lnTo>
                <a:lnTo>
                  <a:pt x="1571625" y="2686050"/>
                </a:lnTo>
                <a:lnTo>
                  <a:pt x="1571625" y="2714625"/>
                </a:lnTo>
                <a:lnTo>
                  <a:pt x="1543050" y="2714625"/>
                </a:lnTo>
                <a:lnTo>
                  <a:pt x="1543050" y="2705100"/>
                </a:lnTo>
                <a:lnTo>
                  <a:pt x="1524000" y="2705100"/>
                </a:lnTo>
                <a:close/>
                <a:moveTo>
                  <a:pt x="1619250" y="2676525"/>
                </a:moveTo>
                <a:lnTo>
                  <a:pt x="1628775" y="2676525"/>
                </a:lnTo>
                <a:lnTo>
                  <a:pt x="1628775" y="2686050"/>
                </a:lnTo>
                <a:lnTo>
                  <a:pt x="1638300" y="2686050"/>
                </a:lnTo>
                <a:lnTo>
                  <a:pt x="1638300" y="2695575"/>
                </a:lnTo>
                <a:lnTo>
                  <a:pt x="1657350" y="2695575"/>
                </a:lnTo>
                <a:lnTo>
                  <a:pt x="1657350" y="2705100"/>
                </a:lnTo>
                <a:lnTo>
                  <a:pt x="1647825" y="2705100"/>
                </a:lnTo>
                <a:lnTo>
                  <a:pt x="1647825" y="2714625"/>
                </a:lnTo>
                <a:lnTo>
                  <a:pt x="1657350" y="2714625"/>
                </a:lnTo>
                <a:lnTo>
                  <a:pt x="1657350" y="2705100"/>
                </a:lnTo>
                <a:lnTo>
                  <a:pt x="1666875" y="2705100"/>
                </a:lnTo>
                <a:lnTo>
                  <a:pt x="1666875" y="2714625"/>
                </a:lnTo>
                <a:lnTo>
                  <a:pt x="1657350" y="2714625"/>
                </a:lnTo>
                <a:lnTo>
                  <a:pt x="1657350" y="2724150"/>
                </a:lnTo>
                <a:lnTo>
                  <a:pt x="1638300" y="2724150"/>
                </a:lnTo>
                <a:lnTo>
                  <a:pt x="1638300" y="2733675"/>
                </a:lnTo>
                <a:lnTo>
                  <a:pt x="1619250" y="2733675"/>
                </a:lnTo>
                <a:lnTo>
                  <a:pt x="1619250" y="2724150"/>
                </a:lnTo>
                <a:lnTo>
                  <a:pt x="1609725" y="2724150"/>
                </a:lnTo>
                <a:lnTo>
                  <a:pt x="1609725" y="2714625"/>
                </a:lnTo>
                <a:lnTo>
                  <a:pt x="1619250" y="2714625"/>
                </a:lnTo>
                <a:close/>
                <a:moveTo>
                  <a:pt x="933450" y="2705100"/>
                </a:moveTo>
                <a:lnTo>
                  <a:pt x="952500" y="2705100"/>
                </a:lnTo>
                <a:lnTo>
                  <a:pt x="952500" y="2714625"/>
                </a:lnTo>
                <a:lnTo>
                  <a:pt x="962025" y="2714625"/>
                </a:lnTo>
                <a:lnTo>
                  <a:pt x="962025" y="2724150"/>
                </a:lnTo>
                <a:lnTo>
                  <a:pt x="971550" y="2724150"/>
                </a:lnTo>
                <a:lnTo>
                  <a:pt x="971550" y="2714625"/>
                </a:lnTo>
                <a:lnTo>
                  <a:pt x="981075" y="2714625"/>
                </a:lnTo>
                <a:lnTo>
                  <a:pt x="981075" y="2733675"/>
                </a:lnTo>
                <a:lnTo>
                  <a:pt x="962025" y="2733675"/>
                </a:lnTo>
                <a:lnTo>
                  <a:pt x="962025" y="2743200"/>
                </a:lnTo>
                <a:lnTo>
                  <a:pt x="933450" y="2743200"/>
                </a:lnTo>
                <a:lnTo>
                  <a:pt x="933450" y="2733675"/>
                </a:lnTo>
                <a:lnTo>
                  <a:pt x="923925" y="2733675"/>
                </a:lnTo>
                <a:lnTo>
                  <a:pt x="923925" y="2724150"/>
                </a:lnTo>
                <a:lnTo>
                  <a:pt x="933450" y="2724150"/>
                </a:lnTo>
                <a:close/>
                <a:moveTo>
                  <a:pt x="180975" y="2714625"/>
                </a:moveTo>
                <a:lnTo>
                  <a:pt x="200025" y="2714625"/>
                </a:lnTo>
                <a:lnTo>
                  <a:pt x="200025" y="2809875"/>
                </a:lnTo>
                <a:lnTo>
                  <a:pt x="209550" y="2809875"/>
                </a:lnTo>
                <a:lnTo>
                  <a:pt x="209550" y="2828925"/>
                </a:lnTo>
                <a:lnTo>
                  <a:pt x="200025" y="2828925"/>
                </a:lnTo>
                <a:lnTo>
                  <a:pt x="200025" y="2838450"/>
                </a:lnTo>
                <a:lnTo>
                  <a:pt x="190500" y="2838450"/>
                </a:lnTo>
                <a:lnTo>
                  <a:pt x="190500" y="2847975"/>
                </a:lnTo>
                <a:lnTo>
                  <a:pt x="180975" y="2847975"/>
                </a:lnTo>
                <a:lnTo>
                  <a:pt x="180975" y="2838450"/>
                </a:lnTo>
                <a:lnTo>
                  <a:pt x="171450" y="2838450"/>
                </a:lnTo>
                <a:lnTo>
                  <a:pt x="171450" y="2819400"/>
                </a:lnTo>
                <a:lnTo>
                  <a:pt x="180975" y="2819400"/>
                </a:lnTo>
                <a:close/>
                <a:moveTo>
                  <a:pt x="1038225" y="2714625"/>
                </a:moveTo>
                <a:lnTo>
                  <a:pt x="1047750" y="2714625"/>
                </a:lnTo>
                <a:lnTo>
                  <a:pt x="1047750" y="2733675"/>
                </a:lnTo>
                <a:lnTo>
                  <a:pt x="1038225" y="2733675"/>
                </a:lnTo>
                <a:close/>
                <a:moveTo>
                  <a:pt x="771525" y="2724150"/>
                </a:moveTo>
                <a:lnTo>
                  <a:pt x="790575" y="2724150"/>
                </a:lnTo>
                <a:lnTo>
                  <a:pt x="790575" y="2743200"/>
                </a:lnTo>
                <a:lnTo>
                  <a:pt x="771525" y="2743200"/>
                </a:lnTo>
                <a:close/>
                <a:moveTo>
                  <a:pt x="895350" y="2724150"/>
                </a:moveTo>
                <a:lnTo>
                  <a:pt x="904875" y="2724150"/>
                </a:lnTo>
                <a:lnTo>
                  <a:pt x="904875" y="2743200"/>
                </a:lnTo>
                <a:lnTo>
                  <a:pt x="895350" y="2743200"/>
                </a:lnTo>
                <a:close/>
                <a:moveTo>
                  <a:pt x="1419225" y="2724150"/>
                </a:moveTo>
                <a:lnTo>
                  <a:pt x="1438275" y="2724150"/>
                </a:lnTo>
                <a:lnTo>
                  <a:pt x="1438275" y="2733675"/>
                </a:lnTo>
                <a:lnTo>
                  <a:pt x="1447800" y="2733675"/>
                </a:lnTo>
                <a:lnTo>
                  <a:pt x="1447800" y="2752725"/>
                </a:lnTo>
                <a:lnTo>
                  <a:pt x="1438275" y="2752725"/>
                </a:lnTo>
                <a:lnTo>
                  <a:pt x="1438275" y="2771775"/>
                </a:lnTo>
                <a:lnTo>
                  <a:pt x="1419225" y="2771775"/>
                </a:lnTo>
                <a:lnTo>
                  <a:pt x="1419225" y="2781300"/>
                </a:lnTo>
                <a:lnTo>
                  <a:pt x="1390650" y="2781300"/>
                </a:lnTo>
                <a:lnTo>
                  <a:pt x="1390650" y="2743200"/>
                </a:lnTo>
                <a:lnTo>
                  <a:pt x="1409700" y="2743200"/>
                </a:lnTo>
                <a:lnTo>
                  <a:pt x="1409700" y="2733675"/>
                </a:lnTo>
                <a:lnTo>
                  <a:pt x="1419225" y="2733675"/>
                </a:lnTo>
                <a:close/>
                <a:moveTo>
                  <a:pt x="9525" y="2743200"/>
                </a:moveTo>
                <a:lnTo>
                  <a:pt x="19050" y="2743200"/>
                </a:lnTo>
                <a:lnTo>
                  <a:pt x="19050" y="2752725"/>
                </a:lnTo>
                <a:lnTo>
                  <a:pt x="9525" y="2752725"/>
                </a:lnTo>
                <a:close/>
                <a:moveTo>
                  <a:pt x="0" y="2752725"/>
                </a:moveTo>
                <a:lnTo>
                  <a:pt x="9525" y="2752725"/>
                </a:lnTo>
                <a:lnTo>
                  <a:pt x="9525" y="2771775"/>
                </a:lnTo>
                <a:lnTo>
                  <a:pt x="0" y="2771775"/>
                </a:lnTo>
                <a:close/>
                <a:moveTo>
                  <a:pt x="704850" y="2790825"/>
                </a:moveTo>
                <a:lnTo>
                  <a:pt x="723900" y="2790825"/>
                </a:lnTo>
                <a:lnTo>
                  <a:pt x="723900" y="2800350"/>
                </a:lnTo>
                <a:lnTo>
                  <a:pt x="733425" y="2800350"/>
                </a:lnTo>
                <a:lnTo>
                  <a:pt x="733425" y="2819400"/>
                </a:lnTo>
                <a:lnTo>
                  <a:pt x="714375" y="2819400"/>
                </a:lnTo>
                <a:lnTo>
                  <a:pt x="714375" y="2828925"/>
                </a:lnTo>
                <a:lnTo>
                  <a:pt x="704850" y="2828925"/>
                </a:lnTo>
                <a:lnTo>
                  <a:pt x="704850" y="2809875"/>
                </a:lnTo>
                <a:lnTo>
                  <a:pt x="695325" y="2809875"/>
                </a:lnTo>
                <a:lnTo>
                  <a:pt x="695325" y="2800350"/>
                </a:lnTo>
                <a:lnTo>
                  <a:pt x="704850" y="2800350"/>
                </a:lnTo>
                <a:close/>
                <a:moveTo>
                  <a:pt x="1323975" y="2790825"/>
                </a:moveTo>
                <a:lnTo>
                  <a:pt x="1362075" y="2790825"/>
                </a:lnTo>
                <a:lnTo>
                  <a:pt x="1362075" y="2809875"/>
                </a:lnTo>
                <a:lnTo>
                  <a:pt x="1352550" y="2809875"/>
                </a:lnTo>
                <a:lnTo>
                  <a:pt x="1352550" y="2819400"/>
                </a:lnTo>
                <a:lnTo>
                  <a:pt x="1333500" y="2819400"/>
                </a:lnTo>
                <a:lnTo>
                  <a:pt x="1333500" y="2809875"/>
                </a:lnTo>
                <a:lnTo>
                  <a:pt x="1323975" y="2809875"/>
                </a:lnTo>
                <a:close/>
                <a:moveTo>
                  <a:pt x="619125" y="2800350"/>
                </a:moveTo>
                <a:lnTo>
                  <a:pt x="628650" y="2800350"/>
                </a:lnTo>
                <a:lnTo>
                  <a:pt x="628650" y="2809875"/>
                </a:lnTo>
                <a:lnTo>
                  <a:pt x="619125" y="2809875"/>
                </a:lnTo>
                <a:close/>
                <a:moveTo>
                  <a:pt x="762000" y="2800350"/>
                </a:moveTo>
                <a:lnTo>
                  <a:pt x="771525" y="2800350"/>
                </a:lnTo>
                <a:lnTo>
                  <a:pt x="771525" y="2809875"/>
                </a:lnTo>
                <a:lnTo>
                  <a:pt x="762000" y="2809875"/>
                </a:lnTo>
                <a:close/>
                <a:moveTo>
                  <a:pt x="762000" y="2819400"/>
                </a:moveTo>
                <a:lnTo>
                  <a:pt x="771525" y="2819400"/>
                </a:lnTo>
                <a:lnTo>
                  <a:pt x="771525" y="2828925"/>
                </a:lnTo>
                <a:lnTo>
                  <a:pt x="762000" y="2828925"/>
                </a:lnTo>
                <a:close/>
                <a:moveTo>
                  <a:pt x="609600" y="2828925"/>
                </a:moveTo>
                <a:lnTo>
                  <a:pt x="619125" y="2828925"/>
                </a:lnTo>
                <a:lnTo>
                  <a:pt x="619125" y="2838450"/>
                </a:lnTo>
                <a:lnTo>
                  <a:pt x="628650" y="2838450"/>
                </a:lnTo>
                <a:lnTo>
                  <a:pt x="628650" y="2847975"/>
                </a:lnTo>
                <a:lnTo>
                  <a:pt x="600075" y="2847975"/>
                </a:lnTo>
                <a:lnTo>
                  <a:pt x="600075" y="2838450"/>
                </a:lnTo>
                <a:lnTo>
                  <a:pt x="609600" y="2838450"/>
                </a:lnTo>
                <a:close/>
                <a:moveTo>
                  <a:pt x="695325" y="2838450"/>
                </a:moveTo>
                <a:lnTo>
                  <a:pt x="704850" y="2838450"/>
                </a:lnTo>
                <a:lnTo>
                  <a:pt x="704850" y="2847975"/>
                </a:lnTo>
                <a:lnTo>
                  <a:pt x="695325" y="2847975"/>
                </a:lnTo>
                <a:close/>
                <a:moveTo>
                  <a:pt x="714375" y="2847975"/>
                </a:moveTo>
                <a:lnTo>
                  <a:pt x="723900" y="2847975"/>
                </a:lnTo>
                <a:lnTo>
                  <a:pt x="723900" y="2857500"/>
                </a:lnTo>
                <a:lnTo>
                  <a:pt x="714375" y="2857500"/>
                </a:lnTo>
                <a:close/>
                <a:moveTo>
                  <a:pt x="314325" y="2962275"/>
                </a:moveTo>
                <a:lnTo>
                  <a:pt x="342900" y="2962275"/>
                </a:lnTo>
                <a:lnTo>
                  <a:pt x="342900" y="2971800"/>
                </a:lnTo>
                <a:lnTo>
                  <a:pt x="333375" y="2971800"/>
                </a:lnTo>
                <a:lnTo>
                  <a:pt x="333375" y="2981325"/>
                </a:lnTo>
                <a:lnTo>
                  <a:pt x="323850" y="2981325"/>
                </a:lnTo>
                <a:lnTo>
                  <a:pt x="323850" y="2971800"/>
                </a:lnTo>
                <a:lnTo>
                  <a:pt x="314325" y="2971800"/>
                </a:lnTo>
                <a:close/>
                <a:moveTo>
                  <a:pt x="381000" y="2962275"/>
                </a:moveTo>
                <a:lnTo>
                  <a:pt x="428625" y="2962275"/>
                </a:lnTo>
                <a:lnTo>
                  <a:pt x="428625" y="2981325"/>
                </a:lnTo>
                <a:lnTo>
                  <a:pt x="447675" y="2981325"/>
                </a:lnTo>
                <a:lnTo>
                  <a:pt x="447675" y="2990850"/>
                </a:lnTo>
                <a:lnTo>
                  <a:pt x="419100" y="2990850"/>
                </a:lnTo>
                <a:lnTo>
                  <a:pt x="419100" y="3009900"/>
                </a:lnTo>
                <a:lnTo>
                  <a:pt x="409575" y="3009900"/>
                </a:lnTo>
                <a:lnTo>
                  <a:pt x="409575" y="3000375"/>
                </a:lnTo>
                <a:lnTo>
                  <a:pt x="400050" y="3000375"/>
                </a:lnTo>
                <a:lnTo>
                  <a:pt x="400050" y="3028950"/>
                </a:lnTo>
                <a:lnTo>
                  <a:pt x="409575" y="3028950"/>
                </a:lnTo>
                <a:lnTo>
                  <a:pt x="409575" y="3019425"/>
                </a:lnTo>
                <a:lnTo>
                  <a:pt x="438150" y="3019425"/>
                </a:lnTo>
                <a:lnTo>
                  <a:pt x="438150" y="3009900"/>
                </a:lnTo>
                <a:lnTo>
                  <a:pt x="457200" y="3009900"/>
                </a:lnTo>
                <a:lnTo>
                  <a:pt x="457200" y="3038475"/>
                </a:lnTo>
                <a:lnTo>
                  <a:pt x="447675" y="3038475"/>
                </a:lnTo>
                <a:lnTo>
                  <a:pt x="447675" y="3048000"/>
                </a:lnTo>
                <a:lnTo>
                  <a:pt x="438150" y="3048000"/>
                </a:lnTo>
                <a:lnTo>
                  <a:pt x="438150" y="3057525"/>
                </a:lnTo>
                <a:lnTo>
                  <a:pt x="400050" y="3057525"/>
                </a:lnTo>
                <a:lnTo>
                  <a:pt x="400050" y="3048000"/>
                </a:lnTo>
                <a:lnTo>
                  <a:pt x="409575" y="3048000"/>
                </a:lnTo>
                <a:lnTo>
                  <a:pt x="409575" y="3038475"/>
                </a:lnTo>
                <a:lnTo>
                  <a:pt x="381000" y="3038475"/>
                </a:lnTo>
                <a:lnTo>
                  <a:pt x="381000" y="3028950"/>
                </a:lnTo>
                <a:lnTo>
                  <a:pt x="371475" y="3028950"/>
                </a:lnTo>
                <a:lnTo>
                  <a:pt x="371475" y="3019425"/>
                </a:lnTo>
                <a:lnTo>
                  <a:pt x="381000" y="3019425"/>
                </a:lnTo>
                <a:lnTo>
                  <a:pt x="381000" y="3009900"/>
                </a:lnTo>
                <a:lnTo>
                  <a:pt x="390525" y="3009900"/>
                </a:lnTo>
                <a:lnTo>
                  <a:pt x="390525" y="2990850"/>
                </a:lnTo>
                <a:lnTo>
                  <a:pt x="381000" y="2990850"/>
                </a:lnTo>
                <a:lnTo>
                  <a:pt x="381000" y="2981325"/>
                </a:lnTo>
                <a:lnTo>
                  <a:pt x="400050" y="2981325"/>
                </a:lnTo>
                <a:lnTo>
                  <a:pt x="400050" y="2971800"/>
                </a:lnTo>
                <a:lnTo>
                  <a:pt x="381000" y="2971800"/>
                </a:lnTo>
                <a:close/>
                <a:moveTo>
                  <a:pt x="1609725" y="3019425"/>
                </a:moveTo>
                <a:lnTo>
                  <a:pt x="1619250" y="3019425"/>
                </a:lnTo>
                <a:lnTo>
                  <a:pt x="1619250" y="3028950"/>
                </a:lnTo>
                <a:lnTo>
                  <a:pt x="1628775" y="3028950"/>
                </a:lnTo>
                <a:lnTo>
                  <a:pt x="1628775" y="3048000"/>
                </a:lnTo>
                <a:lnTo>
                  <a:pt x="1619250" y="3048000"/>
                </a:lnTo>
                <a:lnTo>
                  <a:pt x="1619250" y="3057525"/>
                </a:lnTo>
                <a:lnTo>
                  <a:pt x="1600200" y="3057525"/>
                </a:lnTo>
                <a:lnTo>
                  <a:pt x="1600200" y="3038475"/>
                </a:lnTo>
                <a:lnTo>
                  <a:pt x="1609725" y="3038475"/>
                </a:lnTo>
                <a:close/>
                <a:moveTo>
                  <a:pt x="1638300" y="3028950"/>
                </a:moveTo>
                <a:lnTo>
                  <a:pt x="1647825" y="3028950"/>
                </a:lnTo>
                <a:lnTo>
                  <a:pt x="1647825" y="3038475"/>
                </a:lnTo>
                <a:lnTo>
                  <a:pt x="1638300" y="3038475"/>
                </a:lnTo>
                <a:close/>
                <a:moveTo>
                  <a:pt x="771525" y="3048000"/>
                </a:moveTo>
                <a:lnTo>
                  <a:pt x="781050" y="3048000"/>
                </a:lnTo>
                <a:lnTo>
                  <a:pt x="781050" y="3067050"/>
                </a:lnTo>
                <a:lnTo>
                  <a:pt x="771525" y="3067050"/>
                </a:lnTo>
                <a:close/>
                <a:moveTo>
                  <a:pt x="723900" y="3067050"/>
                </a:moveTo>
                <a:lnTo>
                  <a:pt x="742950" y="3067050"/>
                </a:lnTo>
                <a:lnTo>
                  <a:pt x="742950" y="3086100"/>
                </a:lnTo>
                <a:lnTo>
                  <a:pt x="723900" y="3086100"/>
                </a:lnTo>
                <a:close/>
                <a:moveTo>
                  <a:pt x="1581150" y="3067050"/>
                </a:moveTo>
                <a:lnTo>
                  <a:pt x="1609725" y="3067050"/>
                </a:lnTo>
                <a:lnTo>
                  <a:pt x="1609725" y="3086100"/>
                </a:lnTo>
                <a:lnTo>
                  <a:pt x="1619250" y="3086100"/>
                </a:lnTo>
                <a:lnTo>
                  <a:pt x="1619250" y="3076575"/>
                </a:lnTo>
                <a:lnTo>
                  <a:pt x="1647825" y="3076575"/>
                </a:lnTo>
                <a:lnTo>
                  <a:pt x="1647825" y="3114675"/>
                </a:lnTo>
                <a:lnTo>
                  <a:pt x="1638300" y="3114675"/>
                </a:lnTo>
                <a:lnTo>
                  <a:pt x="1638300" y="3124200"/>
                </a:lnTo>
                <a:lnTo>
                  <a:pt x="1628775" y="3124200"/>
                </a:lnTo>
                <a:lnTo>
                  <a:pt x="1628775" y="3133725"/>
                </a:lnTo>
                <a:lnTo>
                  <a:pt x="1609725" y="3133725"/>
                </a:lnTo>
                <a:lnTo>
                  <a:pt x="1609725" y="3124200"/>
                </a:lnTo>
                <a:lnTo>
                  <a:pt x="1600200" y="3124200"/>
                </a:lnTo>
                <a:lnTo>
                  <a:pt x="1600200" y="3105150"/>
                </a:lnTo>
                <a:lnTo>
                  <a:pt x="1590675" y="3105150"/>
                </a:lnTo>
                <a:lnTo>
                  <a:pt x="1590675" y="3095625"/>
                </a:lnTo>
                <a:lnTo>
                  <a:pt x="1581150" y="3095625"/>
                </a:lnTo>
                <a:lnTo>
                  <a:pt x="1581150" y="3105150"/>
                </a:lnTo>
                <a:lnTo>
                  <a:pt x="1571625" y="3105150"/>
                </a:lnTo>
                <a:lnTo>
                  <a:pt x="1571625" y="3124200"/>
                </a:lnTo>
                <a:lnTo>
                  <a:pt x="1552575" y="3124200"/>
                </a:lnTo>
                <a:lnTo>
                  <a:pt x="1552575" y="3114675"/>
                </a:lnTo>
                <a:lnTo>
                  <a:pt x="1543050" y="3114675"/>
                </a:lnTo>
                <a:lnTo>
                  <a:pt x="1543050" y="3105150"/>
                </a:lnTo>
                <a:lnTo>
                  <a:pt x="1552575" y="3105150"/>
                </a:lnTo>
                <a:lnTo>
                  <a:pt x="1552575" y="3086100"/>
                </a:lnTo>
                <a:lnTo>
                  <a:pt x="1562100" y="3086100"/>
                </a:lnTo>
                <a:lnTo>
                  <a:pt x="1562100" y="3076575"/>
                </a:lnTo>
                <a:lnTo>
                  <a:pt x="1581150" y="3076575"/>
                </a:lnTo>
                <a:close/>
                <a:moveTo>
                  <a:pt x="1504950" y="3086100"/>
                </a:moveTo>
                <a:lnTo>
                  <a:pt x="1533525" y="3086100"/>
                </a:lnTo>
                <a:lnTo>
                  <a:pt x="1533525" y="3095625"/>
                </a:lnTo>
                <a:lnTo>
                  <a:pt x="1524000" y="3095625"/>
                </a:lnTo>
                <a:lnTo>
                  <a:pt x="1524000" y="3105150"/>
                </a:lnTo>
                <a:lnTo>
                  <a:pt x="1504950" y="3105150"/>
                </a:lnTo>
                <a:close/>
                <a:moveTo>
                  <a:pt x="180975" y="3095625"/>
                </a:moveTo>
                <a:lnTo>
                  <a:pt x="200025" y="3095625"/>
                </a:lnTo>
                <a:lnTo>
                  <a:pt x="200025" y="3228975"/>
                </a:lnTo>
                <a:lnTo>
                  <a:pt x="180975" y="3228975"/>
                </a:lnTo>
                <a:lnTo>
                  <a:pt x="180975" y="3181350"/>
                </a:lnTo>
                <a:lnTo>
                  <a:pt x="171450" y="3181350"/>
                </a:lnTo>
                <a:lnTo>
                  <a:pt x="171450" y="3124200"/>
                </a:lnTo>
                <a:lnTo>
                  <a:pt x="180975" y="3124200"/>
                </a:lnTo>
                <a:close/>
                <a:moveTo>
                  <a:pt x="723900" y="3105150"/>
                </a:moveTo>
                <a:lnTo>
                  <a:pt x="742950" y="3105150"/>
                </a:lnTo>
                <a:lnTo>
                  <a:pt x="742950" y="3124200"/>
                </a:lnTo>
                <a:lnTo>
                  <a:pt x="723900" y="3124200"/>
                </a:lnTo>
                <a:close/>
                <a:moveTo>
                  <a:pt x="676275" y="3171825"/>
                </a:moveTo>
                <a:lnTo>
                  <a:pt x="695325" y="3171825"/>
                </a:lnTo>
                <a:lnTo>
                  <a:pt x="695325" y="3190875"/>
                </a:lnTo>
                <a:lnTo>
                  <a:pt x="685800" y="3190875"/>
                </a:lnTo>
                <a:lnTo>
                  <a:pt x="685800" y="3181350"/>
                </a:lnTo>
                <a:lnTo>
                  <a:pt x="676275" y="3181350"/>
                </a:lnTo>
                <a:close/>
                <a:moveTo>
                  <a:pt x="1228725" y="3171825"/>
                </a:moveTo>
                <a:lnTo>
                  <a:pt x="1257300" y="3171825"/>
                </a:lnTo>
                <a:lnTo>
                  <a:pt x="1257300" y="3181350"/>
                </a:lnTo>
                <a:lnTo>
                  <a:pt x="1247775" y="3181350"/>
                </a:lnTo>
                <a:lnTo>
                  <a:pt x="1247775" y="3190875"/>
                </a:lnTo>
                <a:lnTo>
                  <a:pt x="1238250" y="3190875"/>
                </a:lnTo>
                <a:lnTo>
                  <a:pt x="1238250" y="3181350"/>
                </a:lnTo>
                <a:lnTo>
                  <a:pt x="1228725" y="3181350"/>
                </a:lnTo>
                <a:close/>
                <a:moveTo>
                  <a:pt x="0" y="3181350"/>
                </a:moveTo>
                <a:lnTo>
                  <a:pt x="9525" y="3181350"/>
                </a:lnTo>
                <a:lnTo>
                  <a:pt x="9525" y="3190875"/>
                </a:lnTo>
                <a:lnTo>
                  <a:pt x="0" y="3190875"/>
                </a:lnTo>
                <a:close/>
                <a:moveTo>
                  <a:pt x="1666875" y="3219450"/>
                </a:moveTo>
                <a:lnTo>
                  <a:pt x="1676400" y="3219450"/>
                </a:lnTo>
                <a:lnTo>
                  <a:pt x="1676400" y="3228975"/>
                </a:lnTo>
                <a:lnTo>
                  <a:pt x="1685925" y="3228975"/>
                </a:lnTo>
                <a:lnTo>
                  <a:pt x="1685925" y="3238500"/>
                </a:lnTo>
                <a:lnTo>
                  <a:pt x="1676400" y="3238500"/>
                </a:lnTo>
                <a:lnTo>
                  <a:pt x="1676400" y="3257550"/>
                </a:lnTo>
                <a:lnTo>
                  <a:pt x="1666875" y="3257550"/>
                </a:lnTo>
                <a:lnTo>
                  <a:pt x="1666875" y="3276600"/>
                </a:lnTo>
                <a:lnTo>
                  <a:pt x="1657350" y="3276600"/>
                </a:lnTo>
                <a:lnTo>
                  <a:pt x="1657350" y="3267075"/>
                </a:lnTo>
                <a:lnTo>
                  <a:pt x="1647825" y="3267075"/>
                </a:lnTo>
                <a:lnTo>
                  <a:pt x="1647825" y="3257550"/>
                </a:lnTo>
                <a:lnTo>
                  <a:pt x="1657350" y="3257550"/>
                </a:lnTo>
                <a:lnTo>
                  <a:pt x="1657350" y="3228975"/>
                </a:lnTo>
                <a:lnTo>
                  <a:pt x="1666875" y="3228975"/>
                </a:lnTo>
                <a:close/>
                <a:moveTo>
                  <a:pt x="438150" y="3228975"/>
                </a:moveTo>
                <a:lnTo>
                  <a:pt x="485775" y="3228975"/>
                </a:lnTo>
                <a:lnTo>
                  <a:pt x="485775" y="3248025"/>
                </a:lnTo>
                <a:lnTo>
                  <a:pt x="476250" y="3248025"/>
                </a:lnTo>
                <a:lnTo>
                  <a:pt x="476250" y="3257550"/>
                </a:lnTo>
                <a:lnTo>
                  <a:pt x="447675" y="3257550"/>
                </a:lnTo>
                <a:lnTo>
                  <a:pt x="447675" y="3248025"/>
                </a:lnTo>
                <a:lnTo>
                  <a:pt x="438150" y="3248025"/>
                </a:lnTo>
                <a:close/>
                <a:moveTo>
                  <a:pt x="1276350" y="3228975"/>
                </a:moveTo>
                <a:lnTo>
                  <a:pt x="1285875" y="3228975"/>
                </a:lnTo>
                <a:lnTo>
                  <a:pt x="1285875" y="3248025"/>
                </a:lnTo>
                <a:lnTo>
                  <a:pt x="1276350" y="3248025"/>
                </a:lnTo>
                <a:close/>
                <a:moveTo>
                  <a:pt x="390525" y="3248025"/>
                </a:moveTo>
                <a:lnTo>
                  <a:pt x="409575" y="3248025"/>
                </a:lnTo>
                <a:lnTo>
                  <a:pt x="409575" y="3267075"/>
                </a:lnTo>
                <a:lnTo>
                  <a:pt x="400050" y="3267075"/>
                </a:lnTo>
                <a:lnTo>
                  <a:pt x="400050" y="3276600"/>
                </a:lnTo>
                <a:lnTo>
                  <a:pt x="409575" y="3276600"/>
                </a:lnTo>
                <a:lnTo>
                  <a:pt x="409575" y="3295650"/>
                </a:lnTo>
                <a:lnTo>
                  <a:pt x="371475" y="3295650"/>
                </a:lnTo>
                <a:lnTo>
                  <a:pt x="371475" y="3276600"/>
                </a:lnTo>
                <a:lnTo>
                  <a:pt x="381000" y="3276600"/>
                </a:lnTo>
                <a:lnTo>
                  <a:pt x="381000" y="3257550"/>
                </a:lnTo>
                <a:lnTo>
                  <a:pt x="390525" y="3257550"/>
                </a:lnTo>
                <a:close/>
                <a:moveTo>
                  <a:pt x="1133475" y="3257550"/>
                </a:moveTo>
                <a:lnTo>
                  <a:pt x="1152525" y="3257550"/>
                </a:lnTo>
                <a:lnTo>
                  <a:pt x="1152525" y="3267075"/>
                </a:lnTo>
                <a:lnTo>
                  <a:pt x="1133475" y="3267075"/>
                </a:lnTo>
                <a:close/>
                <a:moveTo>
                  <a:pt x="419100" y="3276600"/>
                </a:moveTo>
                <a:lnTo>
                  <a:pt x="428625" y="3276600"/>
                </a:lnTo>
                <a:lnTo>
                  <a:pt x="428625" y="3295650"/>
                </a:lnTo>
                <a:lnTo>
                  <a:pt x="419100" y="3295650"/>
                </a:lnTo>
                <a:close/>
                <a:moveTo>
                  <a:pt x="1647825" y="3276600"/>
                </a:moveTo>
                <a:lnTo>
                  <a:pt x="1657350" y="3276600"/>
                </a:lnTo>
                <a:lnTo>
                  <a:pt x="1657350" y="3286125"/>
                </a:lnTo>
                <a:lnTo>
                  <a:pt x="1647825" y="3286125"/>
                </a:lnTo>
                <a:close/>
                <a:moveTo>
                  <a:pt x="438150" y="3286125"/>
                </a:moveTo>
                <a:lnTo>
                  <a:pt x="447675" y="3286125"/>
                </a:lnTo>
                <a:lnTo>
                  <a:pt x="447675" y="3295650"/>
                </a:lnTo>
                <a:lnTo>
                  <a:pt x="438150" y="3295650"/>
                </a:lnTo>
                <a:close/>
                <a:moveTo>
                  <a:pt x="200025" y="3457575"/>
                </a:moveTo>
                <a:lnTo>
                  <a:pt x="219075" y="3457575"/>
                </a:lnTo>
                <a:lnTo>
                  <a:pt x="219075" y="3486150"/>
                </a:lnTo>
                <a:lnTo>
                  <a:pt x="200025" y="3486150"/>
                </a:lnTo>
                <a:close/>
                <a:moveTo>
                  <a:pt x="123825" y="3476625"/>
                </a:moveTo>
                <a:lnTo>
                  <a:pt x="133350" y="3476625"/>
                </a:lnTo>
                <a:lnTo>
                  <a:pt x="133350" y="3495675"/>
                </a:lnTo>
                <a:lnTo>
                  <a:pt x="123825" y="3495675"/>
                </a:lnTo>
                <a:close/>
                <a:moveTo>
                  <a:pt x="952500" y="3514725"/>
                </a:moveTo>
                <a:lnTo>
                  <a:pt x="962025" y="3514725"/>
                </a:lnTo>
                <a:lnTo>
                  <a:pt x="962025" y="3543300"/>
                </a:lnTo>
                <a:lnTo>
                  <a:pt x="933450" y="3543300"/>
                </a:lnTo>
                <a:lnTo>
                  <a:pt x="933450" y="3524250"/>
                </a:lnTo>
                <a:lnTo>
                  <a:pt x="942975" y="3524250"/>
                </a:lnTo>
                <a:lnTo>
                  <a:pt x="942975" y="3533775"/>
                </a:lnTo>
                <a:lnTo>
                  <a:pt x="952500" y="3533775"/>
                </a:lnTo>
                <a:close/>
                <a:moveTo>
                  <a:pt x="1209675" y="3524250"/>
                </a:moveTo>
                <a:lnTo>
                  <a:pt x="1276350" y="3524250"/>
                </a:lnTo>
                <a:lnTo>
                  <a:pt x="1276350" y="3543300"/>
                </a:lnTo>
                <a:lnTo>
                  <a:pt x="1209675" y="3543300"/>
                </a:lnTo>
                <a:close/>
                <a:moveTo>
                  <a:pt x="504825" y="3552825"/>
                </a:moveTo>
                <a:lnTo>
                  <a:pt x="514350" y="3552825"/>
                </a:lnTo>
                <a:lnTo>
                  <a:pt x="514350" y="3562350"/>
                </a:lnTo>
                <a:lnTo>
                  <a:pt x="504825" y="3562350"/>
                </a:lnTo>
                <a:close/>
                <a:moveTo>
                  <a:pt x="219075" y="3638550"/>
                </a:moveTo>
                <a:lnTo>
                  <a:pt x="228600" y="3638550"/>
                </a:lnTo>
                <a:lnTo>
                  <a:pt x="228600" y="3648075"/>
                </a:lnTo>
                <a:lnTo>
                  <a:pt x="238125" y="3648075"/>
                </a:lnTo>
                <a:lnTo>
                  <a:pt x="238125" y="3667125"/>
                </a:lnTo>
                <a:lnTo>
                  <a:pt x="228600" y="3667125"/>
                </a:lnTo>
                <a:lnTo>
                  <a:pt x="228600" y="3686175"/>
                </a:lnTo>
                <a:lnTo>
                  <a:pt x="219075" y="3686175"/>
                </a:lnTo>
                <a:lnTo>
                  <a:pt x="219075" y="3695700"/>
                </a:lnTo>
                <a:lnTo>
                  <a:pt x="209550" y="3695700"/>
                </a:lnTo>
                <a:lnTo>
                  <a:pt x="209550" y="3686175"/>
                </a:lnTo>
                <a:lnTo>
                  <a:pt x="200025" y="3686175"/>
                </a:lnTo>
                <a:lnTo>
                  <a:pt x="200025" y="3695700"/>
                </a:lnTo>
                <a:lnTo>
                  <a:pt x="180975" y="3695700"/>
                </a:lnTo>
                <a:lnTo>
                  <a:pt x="180975" y="3686175"/>
                </a:lnTo>
                <a:lnTo>
                  <a:pt x="171450" y="3686175"/>
                </a:lnTo>
                <a:lnTo>
                  <a:pt x="171450" y="3667125"/>
                </a:lnTo>
                <a:lnTo>
                  <a:pt x="161925" y="3667125"/>
                </a:lnTo>
                <a:lnTo>
                  <a:pt x="161925" y="3657600"/>
                </a:lnTo>
                <a:lnTo>
                  <a:pt x="190500" y="3657600"/>
                </a:lnTo>
                <a:lnTo>
                  <a:pt x="190500" y="3667125"/>
                </a:lnTo>
                <a:lnTo>
                  <a:pt x="200025" y="3667125"/>
                </a:lnTo>
                <a:lnTo>
                  <a:pt x="200025" y="3648075"/>
                </a:lnTo>
                <a:lnTo>
                  <a:pt x="219075" y="3648075"/>
                </a:lnTo>
                <a:close/>
                <a:moveTo>
                  <a:pt x="209550" y="3676650"/>
                </a:moveTo>
                <a:lnTo>
                  <a:pt x="219075" y="3676650"/>
                </a:lnTo>
                <a:lnTo>
                  <a:pt x="219075" y="3657600"/>
                </a:lnTo>
                <a:lnTo>
                  <a:pt x="209550" y="3657600"/>
                </a:lnTo>
                <a:close/>
                <a:moveTo>
                  <a:pt x="209550" y="3714750"/>
                </a:moveTo>
                <a:lnTo>
                  <a:pt x="219075" y="3714750"/>
                </a:lnTo>
                <a:lnTo>
                  <a:pt x="219075" y="3724275"/>
                </a:lnTo>
                <a:lnTo>
                  <a:pt x="209550" y="3724275"/>
                </a:lnTo>
                <a:close/>
              </a:path>
            </a:pathLst>
          </a:custGeom>
          <a:solidFill xmlns:a="http://schemas.openxmlformats.org/drawingml/2006/main">
            <a:srgbClr val="F4F0E5"/>
          </a:solidFill>
          <a:ln xmlns:a="http://schemas.openxmlformats.org/drawingml/2006/main" w="0">
            <a:noFill/>
          </a:ln>
        </p:spPr>
      </p:sp>
      <p:sp>
        <p:nvSpPr>
          <p:cNvPr id="29" name="phone4 vector #f3f0e3">
            <a:extLst xmlns:a="http://schemas.openxmlformats.org/drawingml/2006/main">
              <a:ext uri="{FF2B5EF4-FFF2-40B4-BE49-F238E27FC236}">
                <a16:creationId xmlns:a16="http://schemas.microsoft.com/office/drawing/2014/main" id="{852F0AC2-1935-41D1-B811-1F0F54C8A5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552825" y="1866900"/>
            <a:ext cx="2181225" cy="4581525"/>
          </a:xfrm>
          <a:custGeom xmlns:a="http://schemas.openxmlformats.org/drawingml/2006/main">
            <a:pathLst>
              <a:path w="1847850" h="3886200">
                <a:moveTo>
                  <a:pt x="333375" y="114300"/>
                </a:moveTo>
                <a:lnTo>
                  <a:pt x="352425" y="114300"/>
                </a:lnTo>
                <a:lnTo>
                  <a:pt x="352425" y="123825"/>
                </a:lnTo>
                <a:lnTo>
                  <a:pt x="333375" y="123825"/>
                </a:lnTo>
                <a:close/>
                <a:moveTo>
                  <a:pt x="361950" y="114300"/>
                </a:moveTo>
                <a:lnTo>
                  <a:pt x="390525" y="114300"/>
                </a:lnTo>
                <a:lnTo>
                  <a:pt x="390525" y="123825"/>
                </a:lnTo>
                <a:lnTo>
                  <a:pt x="361950" y="123825"/>
                </a:lnTo>
                <a:close/>
                <a:moveTo>
                  <a:pt x="409575" y="114300"/>
                </a:moveTo>
                <a:lnTo>
                  <a:pt x="419100" y="114300"/>
                </a:lnTo>
                <a:lnTo>
                  <a:pt x="419100" y="123825"/>
                </a:lnTo>
                <a:lnTo>
                  <a:pt x="409575" y="123825"/>
                </a:lnTo>
                <a:close/>
                <a:moveTo>
                  <a:pt x="304800" y="123825"/>
                </a:moveTo>
                <a:lnTo>
                  <a:pt x="314325" y="123825"/>
                </a:lnTo>
                <a:lnTo>
                  <a:pt x="314325" y="133350"/>
                </a:lnTo>
                <a:lnTo>
                  <a:pt x="304800" y="133350"/>
                </a:lnTo>
                <a:close/>
                <a:moveTo>
                  <a:pt x="428625" y="123825"/>
                </a:moveTo>
                <a:lnTo>
                  <a:pt x="447675" y="123825"/>
                </a:lnTo>
                <a:lnTo>
                  <a:pt x="447675" y="133350"/>
                </a:lnTo>
                <a:lnTo>
                  <a:pt x="457200" y="133350"/>
                </a:lnTo>
                <a:lnTo>
                  <a:pt x="457200" y="123825"/>
                </a:lnTo>
                <a:lnTo>
                  <a:pt x="466725" y="123825"/>
                </a:lnTo>
                <a:lnTo>
                  <a:pt x="466725" y="133350"/>
                </a:lnTo>
                <a:lnTo>
                  <a:pt x="457200" y="133350"/>
                </a:lnTo>
                <a:lnTo>
                  <a:pt x="457200" y="142875"/>
                </a:lnTo>
                <a:lnTo>
                  <a:pt x="466725" y="142875"/>
                </a:lnTo>
                <a:lnTo>
                  <a:pt x="466725" y="152400"/>
                </a:lnTo>
                <a:lnTo>
                  <a:pt x="419100" y="152400"/>
                </a:lnTo>
                <a:lnTo>
                  <a:pt x="419100" y="133350"/>
                </a:lnTo>
                <a:lnTo>
                  <a:pt x="428625" y="133350"/>
                </a:lnTo>
                <a:close/>
                <a:moveTo>
                  <a:pt x="295275" y="133350"/>
                </a:moveTo>
                <a:lnTo>
                  <a:pt x="304800" y="133350"/>
                </a:lnTo>
                <a:lnTo>
                  <a:pt x="304800" y="142875"/>
                </a:lnTo>
                <a:lnTo>
                  <a:pt x="314325" y="142875"/>
                </a:lnTo>
                <a:lnTo>
                  <a:pt x="314325" y="152400"/>
                </a:lnTo>
                <a:lnTo>
                  <a:pt x="295275" y="152400"/>
                </a:lnTo>
                <a:close/>
                <a:moveTo>
                  <a:pt x="381000" y="133350"/>
                </a:moveTo>
                <a:lnTo>
                  <a:pt x="400050" y="133350"/>
                </a:lnTo>
                <a:lnTo>
                  <a:pt x="400050" y="152400"/>
                </a:lnTo>
                <a:lnTo>
                  <a:pt x="419100" y="152400"/>
                </a:lnTo>
                <a:lnTo>
                  <a:pt x="419100" y="161925"/>
                </a:lnTo>
                <a:lnTo>
                  <a:pt x="409575" y="161925"/>
                </a:lnTo>
                <a:lnTo>
                  <a:pt x="409575" y="190500"/>
                </a:lnTo>
                <a:lnTo>
                  <a:pt x="400050" y="190500"/>
                </a:lnTo>
                <a:lnTo>
                  <a:pt x="400050" y="180975"/>
                </a:lnTo>
                <a:lnTo>
                  <a:pt x="390525" y="180975"/>
                </a:lnTo>
                <a:lnTo>
                  <a:pt x="390525" y="161925"/>
                </a:lnTo>
                <a:lnTo>
                  <a:pt x="381000" y="161925"/>
                </a:lnTo>
                <a:close/>
                <a:moveTo>
                  <a:pt x="476250" y="142875"/>
                </a:moveTo>
                <a:lnTo>
                  <a:pt x="485775" y="142875"/>
                </a:lnTo>
                <a:lnTo>
                  <a:pt x="485775" y="152400"/>
                </a:lnTo>
                <a:lnTo>
                  <a:pt x="476250" y="152400"/>
                </a:lnTo>
                <a:close/>
                <a:moveTo>
                  <a:pt x="304800" y="161925"/>
                </a:moveTo>
                <a:lnTo>
                  <a:pt x="314325" y="161925"/>
                </a:lnTo>
                <a:lnTo>
                  <a:pt x="314325" y="171450"/>
                </a:lnTo>
                <a:lnTo>
                  <a:pt x="333375" y="171450"/>
                </a:lnTo>
                <a:lnTo>
                  <a:pt x="333375" y="180975"/>
                </a:lnTo>
                <a:lnTo>
                  <a:pt x="304800" y="180975"/>
                </a:lnTo>
                <a:close/>
                <a:moveTo>
                  <a:pt x="514350" y="171450"/>
                </a:moveTo>
                <a:lnTo>
                  <a:pt x="523875" y="171450"/>
                </a:lnTo>
                <a:lnTo>
                  <a:pt x="523875" y="209550"/>
                </a:lnTo>
                <a:lnTo>
                  <a:pt x="533400" y="209550"/>
                </a:lnTo>
                <a:lnTo>
                  <a:pt x="533400" y="219075"/>
                </a:lnTo>
                <a:lnTo>
                  <a:pt x="542925" y="219075"/>
                </a:lnTo>
                <a:lnTo>
                  <a:pt x="542925" y="247650"/>
                </a:lnTo>
                <a:lnTo>
                  <a:pt x="533400" y="247650"/>
                </a:lnTo>
                <a:lnTo>
                  <a:pt x="533400" y="228600"/>
                </a:lnTo>
                <a:lnTo>
                  <a:pt x="523875" y="228600"/>
                </a:lnTo>
                <a:lnTo>
                  <a:pt x="523875" y="247650"/>
                </a:lnTo>
                <a:lnTo>
                  <a:pt x="514350" y="247650"/>
                </a:lnTo>
                <a:lnTo>
                  <a:pt x="514350" y="219075"/>
                </a:lnTo>
                <a:lnTo>
                  <a:pt x="504825" y="219075"/>
                </a:lnTo>
                <a:lnTo>
                  <a:pt x="504825" y="190500"/>
                </a:lnTo>
                <a:lnTo>
                  <a:pt x="514350" y="190500"/>
                </a:lnTo>
                <a:close/>
                <a:moveTo>
                  <a:pt x="1162050" y="171450"/>
                </a:moveTo>
                <a:lnTo>
                  <a:pt x="1171575" y="171450"/>
                </a:lnTo>
                <a:lnTo>
                  <a:pt x="1171575" y="180975"/>
                </a:lnTo>
                <a:lnTo>
                  <a:pt x="1162050" y="180975"/>
                </a:lnTo>
                <a:close/>
                <a:moveTo>
                  <a:pt x="333375" y="180975"/>
                </a:moveTo>
                <a:lnTo>
                  <a:pt x="342900" y="180975"/>
                </a:lnTo>
                <a:lnTo>
                  <a:pt x="342900" y="190500"/>
                </a:lnTo>
                <a:lnTo>
                  <a:pt x="333375" y="190500"/>
                </a:lnTo>
                <a:close/>
                <a:moveTo>
                  <a:pt x="476250" y="180975"/>
                </a:moveTo>
                <a:lnTo>
                  <a:pt x="485775" y="180975"/>
                </a:lnTo>
                <a:lnTo>
                  <a:pt x="485775" y="209550"/>
                </a:lnTo>
                <a:lnTo>
                  <a:pt x="476250" y="209550"/>
                </a:lnTo>
                <a:close/>
                <a:moveTo>
                  <a:pt x="323850" y="190500"/>
                </a:moveTo>
                <a:lnTo>
                  <a:pt x="333375" y="190500"/>
                </a:lnTo>
                <a:lnTo>
                  <a:pt x="333375" y="200025"/>
                </a:lnTo>
                <a:lnTo>
                  <a:pt x="323850" y="200025"/>
                </a:lnTo>
                <a:close/>
                <a:moveTo>
                  <a:pt x="419100" y="190500"/>
                </a:moveTo>
                <a:lnTo>
                  <a:pt x="447675" y="190500"/>
                </a:lnTo>
                <a:lnTo>
                  <a:pt x="447675" y="209550"/>
                </a:lnTo>
                <a:lnTo>
                  <a:pt x="419100" y="209550"/>
                </a:lnTo>
                <a:close/>
                <a:moveTo>
                  <a:pt x="409575" y="209550"/>
                </a:moveTo>
                <a:lnTo>
                  <a:pt x="419100" y="209550"/>
                </a:lnTo>
                <a:lnTo>
                  <a:pt x="419100" y="219075"/>
                </a:lnTo>
                <a:lnTo>
                  <a:pt x="409575" y="219075"/>
                </a:lnTo>
                <a:close/>
                <a:moveTo>
                  <a:pt x="638175" y="209550"/>
                </a:moveTo>
                <a:lnTo>
                  <a:pt x="647700" y="209550"/>
                </a:lnTo>
                <a:lnTo>
                  <a:pt x="647700" y="219075"/>
                </a:lnTo>
                <a:lnTo>
                  <a:pt x="638175" y="219075"/>
                </a:lnTo>
                <a:close/>
                <a:moveTo>
                  <a:pt x="161925" y="219075"/>
                </a:moveTo>
                <a:lnTo>
                  <a:pt x="171450" y="219075"/>
                </a:lnTo>
                <a:lnTo>
                  <a:pt x="171450" y="228600"/>
                </a:lnTo>
                <a:lnTo>
                  <a:pt x="180975" y="228600"/>
                </a:lnTo>
                <a:lnTo>
                  <a:pt x="180975" y="238125"/>
                </a:lnTo>
                <a:lnTo>
                  <a:pt x="200025" y="238125"/>
                </a:lnTo>
                <a:lnTo>
                  <a:pt x="200025" y="247650"/>
                </a:lnTo>
                <a:lnTo>
                  <a:pt x="209550" y="247650"/>
                </a:lnTo>
                <a:lnTo>
                  <a:pt x="209550" y="257175"/>
                </a:lnTo>
                <a:lnTo>
                  <a:pt x="228600" y="257175"/>
                </a:lnTo>
                <a:lnTo>
                  <a:pt x="228600" y="266700"/>
                </a:lnTo>
                <a:lnTo>
                  <a:pt x="209550" y="266700"/>
                </a:lnTo>
                <a:lnTo>
                  <a:pt x="209550" y="285750"/>
                </a:lnTo>
                <a:lnTo>
                  <a:pt x="200025" y="285750"/>
                </a:lnTo>
                <a:lnTo>
                  <a:pt x="200025" y="257175"/>
                </a:lnTo>
                <a:lnTo>
                  <a:pt x="190500" y="257175"/>
                </a:lnTo>
                <a:lnTo>
                  <a:pt x="190500" y="247650"/>
                </a:lnTo>
                <a:lnTo>
                  <a:pt x="171450" y="247650"/>
                </a:lnTo>
                <a:lnTo>
                  <a:pt x="171450" y="238125"/>
                </a:lnTo>
                <a:lnTo>
                  <a:pt x="152400" y="238125"/>
                </a:lnTo>
                <a:lnTo>
                  <a:pt x="152400" y="228600"/>
                </a:lnTo>
                <a:lnTo>
                  <a:pt x="161925" y="228600"/>
                </a:lnTo>
                <a:close/>
                <a:moveTo>
                  <a:pt x="1190625" y="228600"/>
                </a:moveTo>
                <a:lnTo>
                  <a:pt x="1209675" y="228600"/>
                </a:lnTo>
                <a:lnTo>
                  <a:pt x="1209675" y="238125"/>
                </a:lnTo>
                <a:lnTo>
                  <a:pt x="1219200" y="238125"/>
                </a:lnTo>
                <a:lnTo>
                  <a:pt x="1219200" y="247650"/>
                </a:lnTo>
                <a:lnTo>
                  <a:pt x="1209675" y="247650"/>
                </a:lnTo>
                <a:lnTo>
                  <a:pt x="1209675" y="266700"/>
                </a:lnTo>
                <a:lnTo>
                  <a:pt x="1200150" y="266700"/>
                </a:lnTo>
                <a:lnTo>
                  <a:pt x="1200150" y="257175"/>
                </a:lnTo>
                <a:lnTo>
                  <a:pt x="1190625" y="257175"/>
                </a:lnTo>
                <a:close/>
                <a:moveTo>
                  <a:pt x="1628775" y="228600"/>
                </a:moveTo>
                <a:lnTo>
                  <a:pt x="1638300" y="228600"/>
                </a:lnTo>
                <a:lnTo>
                  <a:pt x="1638300" y="238125"/>
                </a:lnTo>
                <a:lnTo>
                  <a:pt x="1647825" y="238125"/>
                </a:lnTo>
                <a:lnTo>
                  <a:pt x="1647825" y="247650"/>
                </a:lnTo>
                <a:lnTo>
                  <a:pt x="1657350" y="247650"/>
                </a:lnTo>
                <a:lnTo>
                  <a:pt x="1657350" y="257175"/>
                </a:lnTo>
                <a:lnTo>
                  <a:pt x="1638300" y="257175"/>
                </a:lnTo>
                <a:lnTo>
                  <a:pt x="1638300" y="266700"/>
                </a:lnTo>
                <a:lnTo>
                  <a:pt x="1619250" y="266700"/>
                </a:lnTo>
                <a:lnTo>
                  <a:pt x="1619250" y="257175"/>
                </a:lnTo>
                <a:lnTo>
                  <a:pt x="1628775" y="257175"/>
                </a:lnTo>
                <a:close/>
                <a:moveTo>
                  <a:pt x="1676400" y="228600"/>
                </a:moveTo>
                <a:lnTo>
                  <a:pt x="1695450" y="228600"/>
                </a:lnTo>
                <a:lnTo>
                  <a:pt x="1695450" y="266700"/>
                </a:lnTo>
                <a:lnTo>
                  <a:pt x="1657350" y="266700"/>
                </a:lnTo>
                <a:lnTo>
                  <a:pt x="1657350" y="257175"/>
                </a:lnTo>
                <a:lnTo>
                  <a:pt x="1666875" y="257175"/>
                </a:lnTo>
                <a:lnTo>
                  <a:pt x="1666875" y="238125"/>
                </a:lnTo>
                <a:lnTo>
                  <a:pt x="1676400" y="238125"/>
                </a:lnTo>
                <a:close/>
                <a:moveTo>
                  <a:pt x="523875" y="247650"/>
                </a:moveTo>
                <a:lnTo>
                  <a:pt x="533400" y="247650"/>
                </a:lnTo>
                <a:lnTo>
                  <a:pt x="533400" y="257175"/>
                </a:lnTo>
                <a:lnTo>
                  <a:pt x="523875" y="257175"/>
                </a:lnTo>
                <a:close/>
                <a:moveTo>
                  <a:pt x="581025" y="247650"/>
                </a:moveTo>
                <a:lnTo>
                  <a:pt x="590550" y="247650"/>
                </a:lnTo>
                <a:lnTo>
                  <a:pt x="590550" y="257175"/>
                </a:lnTo>
                <a:lnTo>
                  <a:pt x="581025" y="257175"/>
                </a:lnTo>
                <a:close/>
                <a:moveTo>
                  <a:pt x="1285875" y="257175"/>
                </a:moveTo>
                <a:lnTo>
                  <a:pt x="1295400" y="257175"/>
                </a:lnTo>
                <a:lnTo>
                  <a:pt x="1295400" y="276225"/>
                </a:lnTo>
                <a:lnTo>
                  <a:pt x="1285875" y="276225"/>
                </a:lnTo>
                <a:close/>
                <a:moveTo>
                  <a:pt x="133350" y="266700"/>
                </a:moveTo>
                <a:lnTo>
                  <a:pt x="142875" y="266700"/>
                </a:lnTo>
                <a:lnTo>
                  <a:pt x="142875" y="276225"/>
                </a:lnTo>
                <a:lnTo>
                  <a:pt x="133350" y="276225"/>
                </a:lnTo>
                <a:close/>
                <a:moveTo>
                  <a:pt x="657225" y="266700"/>
                </a:moveTo>
                <a:lnTo>
                  <a:pt x="666750" y="266700"/>
                </a:lnTo>
                <a:lnTo>
                  <a:pt x="666750" y="276225"/>
                </a:lnTo>
                <a:lnTo>
                  <a:pt x="657225" y="276225"/>
                </a:lnTo>
                <a:close/>
                <a:moveTo>
                  <a:pt x="180975" y="276225"/>
                </a:moveTo>
                <a:lnTo>
                  <a:pt x="190500" y="276225"/>
                </a:lnTo>
                <a:lnTo>
                  <a:pt x="190500" y="285750"/>
                </a:lnTo>
                <a:lnTo>
                  <a:pt x="180975" y="285750"/>
                </a:lnTo>
                <a:close/>
                <a:moveTo>
                  <a:pt x="219075" y="276225"/>
                </a:moveTo>
                <a:lnTo>
                  <a:pt x="228600" y="276225"/>
                </a:lnTo>
                <a:lnTo>
                  <a:pt x="228600" y="295275"/>
                </a:lnTo>
                <a:lnTo>
                  <a:pt x="266700" y="295275"/>
                </a:lnTo>
                <a:lnTo>
                  <a:pt x="266700" y="304800"/>
                </a:lnTo>
                <a:lnTo>
                  <a:pt x="276225" y="304800"/>
                </a:lnTo>
                <a:lnTo>
                  <a:pt x="276225" y="314325"/>
                </a:lnTo>
                <a:lnTo>
                  <a:pt x="285750" y="314325"/>
                </a:lnTo>
                <a:lnTo>
                  <a:pt x="285750" y="342900"/>
                </a:lnTo>
                <a:lnTo>
                  <a:pt x="266700" y="342900"/>
                </a:lnTo>
                <a:lnTo>
                  <a:pt x="266700" y="323850"/>
                </a:lnTo>
                <a:lnTo>
                  <a:pt x="257175" y="323850"/>
                </a:lnTo>
                <a:lnTo>
                  <a:pt x="257175" y="333375"/>
                </a:lnTo>
                <a:lnTo>
                  <a:pt x="247650" y="333375"/>
                </a:lnTo>
                <a:lnTo>
                  <a:pt x="247650" y="342900"/>
                </a:lnTo>
                <a:lnTo>
                  <a:pt x="238125" y="342900"/>
                </a:lnTo>
                <a:lnTo>
                  <a:pt x="238125" y="352425"/>
                </a:lnTo>
                <a:lnTo>
                  <a:pt x="247650" y="352425"/>
                </a:lnTo>
                <a:lnTo>
                  <a:pt x="247650" y="371475"/>
                </a:lnTo>
                <a:lnTo>
                  <a:pt x="238125" y="371475"/>
                </a:lnTo>
                <a:lnTo>
                  <a:pt x="238125" y="381000"/>
                </a:lnTo>
                <a:lnTo>
                  <a:pt x="219075" y="381000"/>
                </a:lnTo>
                <a:lnTo>
                  <a:pt x="219075" y="361950"/>
                </a:lnTo>
                <a:lnTo>
                  <a:pt x="209550" y="361950"/>
                </a:lnTo>
                <a:lnTo>
                  <a:pt x="209550" y="352425"/>
                </a:lnTo>
                <a:lnTo>
                  <a:pt x="219075" y="352425"/>
                </a:lnTo>
                <a:lnTo>
                  <a:pt x="219075" y="342900"/>
                </a:lnTo>
                <a:lnTo>
                  <a:pt x="228600" y="342900"/>
                </a:lnTo>
                <a:lnTo>
                  <a:pt x="228600" y="304800"/>
                </a:lnTo>
                <a:lnTo>
                  <a:pt x="219075" y="304800"/>
                </a:lnTo>
                <a:close/>
                <a:moveTo>
                  <a:pt x="1419225" y="276225"/>
                </a:moveTo>
                <a:lnTo>
                  <a:pt x="1428750" y="276225"/>
                </a:lnTo>
                <a:lnTo>
                  <a:pt x="1428750" y="285750"/>
                </a:lnTo>
                <a:lnTo>
                  <a:pt x="1419225" y="285750"/>
                </a:lnTo>
                <a:close/>
                <a:moveTo>
                  <a:pt x="1171575" y="285750"/>
                </a:moveTo>
                <a:lnTo>
                  <a:pt x="1209675" y="285750"/>
                </a:lnTo>
                <a:lnTo>
                  <a:pt x="1209675" y="295275"/>
                </a:lnTo>
                <a:lnTo>
                  <a:pt x="1190625" y="295275"/>
                </a:lnTo>
                <a:lnTo>
                  <a:pt x="1190625" y="304800"/>
                </a:lnTo>
                <a:lnTo>
                  <a:pt x="1171575" y="304800"/>
                </a:lnTo>
                <a:close/>
                <a:moveTo>
                  <a:pt x="1714500" y="295275"/>
                </a:moveTo>
                <a:lnTo>
                  <a:pt x="1724025" y="295275"/>
                </a:lnTo>
                <a:lnTo>
                  <a:pt x="1724025" y="304800"/>
                </a:lnTo>
                <a:lnTo>
                  <a:pt x="1733550" y="304800"/>
                </a:lnTo>
                <a:lnTo>
                  <a:pt x="1733550" y="314325"/>
                </a:lnTo>
                <a:lnTo>
                  <a:pt x="1724025" y="314325"/>
                </a:lnTo>
                <a:lnTo>
                  <a:pt x="1724025" y="342900"/>
                </a:lnTo>
                <a:lnTo>
                  <a:pt x="1714500" y="342900"/>
                </a:lnTo>
                <a:lnTo>
                  <a:pt x="1714500" y="333375"/>
                </a:lnTo>
                <a:lnTo>
                  <a:pt x="1704975" y="333375"/>
                </a:lnTo>
                <a:lnTo>
                  <a:pt x="1704975" y="304800"/>
                </a:lnTo>
                <a:lnTo>
                  <a:pt x="1714500" y="304800"/>
                </a:lnTo>
                <a:close/>
                <a:moveTo>
                  <a:pt x="295275" y="304800"/>
                </a:moveTo>
                <a:lnTo>
                  <a:pt x="304800" y="304800"/>
                </a:lnTo>
                <a:lnTo>
                  <a:pt x="304800" y="323850"/>
                </a:lnTo>
                <a:lnTo>
                  <a:pt x="295275" y="323850"/>
                </a:lnTo>
                <a:close/>
                <a:moveTo>
                  <a:pt x="1590675" y="304800"/>
                </a:moveTo>
                <a:lnTo>
                  <a:pt x="1609725" y="304800"/>
                </a:lnTo>
                <a:lnTo>
                  <a:pt x="1609725" y="314325"/>
                </a:lnTo>
                <a:lnTo>
                  <a:pt x="1590675" y="314325"/>
                </a:lnTo>
                <a:close/>
                <a:moveTo>
                  <a:pt x="1647825" y="304800"/>
                </a:moveTo>
                <a:lnTo>
                  <a:pt x="1666875" y="304800"/>
                </a:lnTo>
                <a:lnTo>
                  <a:pt x="1666875" y="333375"/>
                </a:lnTo>
                <a:lnTo>
                  <a:pt x="1638300" y="333375"/>
                </a:lnTo>
                <a:lnTo>
                  <a:pt x="1638300" y="314325"/>
                </a:lnTo>
                <a:lnTo>
                  <a:pt x="1647825" y="314325"/>
                </a:lnTo>
                <a:close/>
                <a:moveTo>
                  <a:pt x="123825" y="314325"/>
                </a:moveTo>
                <a:lnTo>
                  <a:pt x="161925" y="314325"/>
                </a:lnTo>
                <a:lnTo>
                  <a:pt x="161925" y="323850"/>
                </a:lnTo>
                <a:lnTo>
                  <a:pt x="171450" y="323850"/>
                </a:lnTo>
                <a:lnTo>
                  <a:pt x="171450" y="333375"/>
                </a:lnTo>
                <a:lnTo>
                  <a:pt x="152400" y="333375"/>
                </a:lnTo>
                <a:lnTo>
                  <a:pt x="152400" y="323850"/>
                </a:lnTo>
                <a:lnTo>
                  <a:pt x="123825" y="323850"/>
                </a:lnTo>
                <a:close/>
                <a:moveTo>
                  <a:pt x="1733550" y="333375"/>
                </a:moveTo>
                <a:lnTo>
                  <a:pt x="1743075" y="333375"/>
                </a:lnTo>
                <a:lnTo>
                  <a:pt x="1743075" y="342900"/>
                </a:lnTo>
                <a:lnTo>
                  <a:pt x="1733550" y="342900"/>
                </a:lnTo>
                <a:close/>
                <a:moveTo>
                  <a:pt x="990600" y="342900"/>
                </a:moveTo>
                <a:lnTo>
                  <a:pt x="1000125" y="342900"/>
                </a:lnTo>
                <a:lnTo>
                  <a:pt x="1000125" y="352425"/>
                </a:lnTo>
                <a:lnTo>
                  <a:pt x="1028700" y="352425"/>
                </a:lnTo>
                <a:lnTo>
                  <a:pt x="1028700" y="342900"/>
                </a:lnTo>
                <a:lnTo>
                  <a:pt x="1047750" y="342900"/>
                </a:lnTo>
                <a:lnTo>
                  <a:pt x="1047750" y="352425"/>
                </a:lnTo>
                <a:lnTo>
                  <a:pt x="1057275" y="352425"/>
                </a:lnTo>
                <a:lnTo>
                  <a:pt x="1057275" y="371475"/>
                </a:lnTo>
                <a:lnTo>
                  <a:pt x="1047750" y="371475"/>
                </a:lnTo>
                <a:lnTo>
                  <a:pt x="1047750" y="390525"/>
                </a:lnTo>
                <a:lnTo>
                  <a:pt x="1038225" y="390525"/>
                </a:lnTo>
                <a:lnTo>
                  <a:pt x="1038225" y="381000"/>
                </a:lnTo>
                <a:lnTo>
                  <a:pt x="1009650" y="381000"/>
                </a:lnTo>
                <a:lnTo>
                  <a:pt x="1009650" y="361950"/>
                </a:lnTo>
                <a:lnTo>
                  <a:pt x="1000125" y="361950"/>
                </a:lnTo>
                <a:lnTo>
                  <a:pt x="1000125" y="371475"/>
                </a:lnTo>
                <a:lnTo>
                  <a:pt x="981075" y="371475"/>
                </a:lnTo>
                <a:lnTo>
                  <a:pt x="981075" y="352425"/>
                </a:lnTo>
                <a:lnTo>
                  <a:pt x="990600" y="352425"/>
                </a:lnTo>
                <a:close/>
                <a:moveTo>
                  <a:pt x="361950" y="352425"/>
                </a:moveTo>
                <a:lnTo>
                  <a:pt x="371475" y="352425"/>
                </a:lnTo>
                <a:lnTo>
                  <a:pt x="371475" y="361950"/>
                </a:lnTo>
                <a:lnTo>
                  <a:pt x="361950" y="361950"/>
                </a:lnTo>
                <a:close/>
                <a:moveTo>
                  <a:pt x="904875" y="390525"/>
                </a:moveTo>
                <a:lnTo>
                  <a:pt x="923925" y="390525"/>
                </a:lnTo>
                <a:lnTo>
                  <a:pt x="923925" y="400050"/>
                </a:lnTo>
                <a:lnTo>
                  <a:pt x="904875" y="400050"/>
                </a:lnTo>
                <a:close/>
                <a:moveTo>
                  <a:pt x="1019175" y="390525"/>
                </a:moveTo>
                <a:lnTo>
                  <a:pt x="1028700" y="390525"/>
                </a:lnTo>
                <a:lnTo>
                  <a:pt x="1028700" y="400050"/>
                </a:lnTo>
                <a:lnTo>
                  <a:pt x="1019175" y="400050"/>
                </a:lnTo>
                <a:close/>
                <a:moveTo>
                  <a:pt x="381000" y="400050"/>
                </a:moveTo>
                <a:lnTo>
                  <a:pt x="390525" y="400050"/>
                </a:lnTo>
                <a:lnTo>
                  <a:pt x="390525" y="409575"/>
                </a:lnTo>
                <a:lnTo>
                  <a:pt x="381000" y="409575"/>
                </a:lnTo>
                <a:close/>
                <a:moveTo>
                  <a:pt x="933450" y="400050"/>
                </a:moveTo>
                <a:lnTo>
                  <a:pt x="942975" y="400050"/>
                </a:lnTo>
                <a:lnTo>
                  <a:pt x="942975" y="409575"/>
                </a:lnTo>
                <a:lnTo>
                  <a:pt x="933450" y="409575"/>
                </a:lnTo>
                <a:close/>
                <a:moveTo>
                  <a:pt x="952500" y="409575"/>
                </a:moveTo>
                <a:lnTo>
                  <a:pt x="962025" y="409575"/>
                </a:lnTo>
                <a:lnTo>
                  <a:pt x="962025" y="419100"/>
                </a:lnTo>
                <a:lnTo>
                  <a:pt x="952500" y="419100"/>
                </a:lnTo>
                <a:close/>
                <a:moveTo>
                  <a:pt x="457200" y="419100"/>
                </a:moveTo>
                <a:lnTo>
                  <a:pt x="495300" y="419100"/>
                </a:lnTo>
                <a:lnTo>
                  <a:pt x="495300" y="428625"/>
                </a:lnTo>
                <a:lnTo>
                  <a:pt x="457200" y="428625"/>
                </a:lnTo>
                <a:close/>
                <a:moveTo>
                  <a:pt x="971550" y="419100"/>
                </a:moveTo>
                <a:lnTo>
                  <a:pt x="981075" y="419100"/>
                </a:lnTo>
                <a:lnTo>
                  <a:pt x="981075" y="447675"/>
                </a:lnTo>
                <a:lnTo>
                  <a:pt x="971550" y="447675"/>
                </a:lnTo>
                <a:close/>
                <a:moveTo>
                  <a:pt x="447675" y="428625"/>
                </a:moveTo>
                <a:lnTo>
                  <a:pt x="457200" y="428625"/>
                </a:lnTo>
                <a:lnTo>
                  <a:pt x="457200" y="438150"/>
                </a:lnTo>
                <a:lnTo>
                  <a:pt x="447675" y="438150"/>
                </a:lnTo>
                <a:close/>
                <a:moveTo>
                  <a:pt x="542925" y="428625"/>
                </a:moveTo>
                <a:lnTo>
                  <a:pt x="552450" y="428625"/>
                </a:lnTo>
                <a:lnTo>
                  <a:pt x="552450" y="438150"/>
                </a:lnTo>
                <a:lnTo>
                  <a:pt x="542925" y="438150"/>
                </a:lnTo>
                <a:close/>
                <a:moveTo>
                  <a:pt x="1447800" y="476250"/>
                </a:moveTo>
                <a:lnTo>
                  <a:pt x="1466850" y="476250"/>
                </a:lnTo>
                <a:lnTo>
                  <a:pt x="1466850" y="485775"/>
                </a:lnTo>
                <a:lnTo>
                  <a:pt x="1457325" y="485775"/>
                </a:lnTo>
                <a:lnTo>
                  <a:pt x="1457325" y="495300"/>
                </a:lnTo>
                <a:lnTo>
                  <a:pt x="1447800" y="495300"/>
                </a:lnTo>
                <a:close/>
                <a:moveTo>
                  <a:pt x="1724025" y="476250"/>
                </a:moveTo>
                <a:lnTo>
                  <a:pt x="1733550" y="476250"/>
                </a:lnTo>
                <a:lnTo>
                  <a:pt x="1733550" y="495300"/>
                </a:lnTo>
                <a:lnTo>
                  <a:pt x="1724025" y="495300"/>
                </a:lnTo>
                <a:close/>
                <a:moveTo>
                  <a:pt x="409575" y="485775"/>
                </a:moveTo>
                <a:lnTo>
                  <a:pt x="419100" y="485775"/>
                </a:lnTo>
                <a:lnTo>
                  <a:pt x="419100" y="495300"/>
                </a:lnTo>
                <a:lnTo>
                  <a:pt x="409575" y="495300"/>
                </a:lnTo>
                <a:close/>
                <a:moveTo>
                  <a:pt x="476250" y="485775"/>
                </a:moveTo>
                <a:lnTo>
                  <a:pt x="485775" y="485775"/>
                </a:lnTo>
                <a:lnTo>
                  <a:pt x="485775" y="504825"/>
                </a:lnTo>
                <a:lnTo>
                  <a:pt x="476250" y="504825"/>
                </a:lnTo>
                <a:close/>
                <a:moveTo>
                  <a:pt x="495300" y="485775"/>
                </a:moveTo>
                <a:lnTo>
                  <a:pt x="504825" y="485775"/>
                </a:lnTo>
                <a:lnTo>
                  <a:pt x="504825" y="504825"/>
                </a:lnTo>
                <a:lnTo>
                  <a:pt x="495300" y="504825"/>
                </a:lnTo>
                <a:close/>
                <a:moveTo>
                  <a:pt x="514350" y="485775"/>
                </a:moveTo>
                <a:lnTo>
                  <a:pt x="533400" y="485775"/>
                </a:lnTo>
                <a:lnTo>
                  <a:pt x="533400" y="504825"/>
                </a:lnTo>
                <a:lnTo>
                  <a:pt x="514350" y="504825"/>
                </a:lnTo>
                <a:close/>
                <a:moveTo>
                  <a:pt x="552450" y="485775"/>
                </a:moveTo>
                <a:lnTo>
                  <a:pt x="590550" y="485775"/>
                </a:lnTo>
                <a:lnTo>
                  <a:pt x="590550" y="495300"/>
                </a:lnTo>
                <a:lnTo>
                  <a:pt x="600075" y="495300"/>
                </a:lnTo>
                <a:lnTo>
                  <a:pt x="600075" y="504825"/>
                </a:lnTo>
                <a:lnTo>
                  <a:pt x="542925" y="504825"/>
                </a:lnTo>
                <a:lnTo>
                  <a:pt x="542925" y="495300"/>
                </a:lnTo>
                <a:lnTo>
                  <a:pt x="552450" y="495300"/>
                </a:lnTo>
                <a:close/>
                <a:moveTo>
                  <a:pt x="609600" y="485775"/>
                </a:moveTo>
                <a:lnTo>
                  <a:pt x="628650" y="485775"/>
                </a:lnTo>
                <a:lnTo>
                  <a:pt x="628650" y="495300"/>
                </a:lnTo>
                <a:lnTo>
                  <a:pt x="619125" y="495300"/>
                </a:lnTo>
                <a:lnTo>
                  <a:pt x="619125" y="504825"/>
                </a:lnTo>
                <a:lnTo>
                  <a:pt x="609600" y="504825"/>
                </a:lnTo>
                <a:close/>
                <a:moveTo>
                  <a:pt x="819150" y="485775"/>
                </a:moveTo>
                <a:lnTo>
                  <a:pt x="838200" y="485775"/>
                </a:lnTo>
                <a:lnTo>
                  <a:pt x="838200" y="504825"/>
                </a:lnTo>
                <a:lnTo>
                  <a:pt x="809625" y="504825"/>
                </a:lnTo>
                <a:lnTo>
                  <a:pt x="809625" y="495300"/>
                </a:lnTo>
                <a:lnTo>
                  <a:pt x="819150" y="495300"/>
                </a:lnTo>
                <a:close/>
                <a:moveTo>
                  <a:pt x="933450" y="485775"/>
                </a:moveTo>
                <a:lnTo>
                  <a:pt x="942975" y="485775"/>
                </a:lnTo>
                <a:lnTo>
                  <a:pt x="942975" y="495300"/>
                </a:lnTo>
                <a:lnTo>
                  <a:pt x="971550" y="495300"/>
                </a:lnTo>
                <a:lnTo>
                  <a:pt x="971550" y="504825"/>
                </a:lnTo>
                <a:lnTo>
                  <a:pt x="933450" y="504825"/>
                </a:lnTo>
                <a:close/>
                <a:moveTo>
                  <a:pt x="1238250" y="485775"/>
                </a:moveTo>
                <a:lnTo>
                  <a:pt x="1257300" y="485775"/>
                </a:lnTo>
                <a:lnTo>
                  <a:pt x="1257300" y="504825"/>
                </a:lnTo>
                <a:lnTo>
                  <a:pt x="1247775" y="504825"/>
                </a:lnTo>
                <a:lnTo>
                  <a:pt x="1247775" y="495300"/>
                </a:lnTo>
                <a:lnTo>
                  <a:pt x="1238250" y="495300"/>
                </a:lnTo>
                <a:close/>
                <a:moveTo>
                  <a:pt x="1314450" y="485775"/>
                </a:moveTo>
                <a:lnTo>
                  <a:pt x="1323975" y="485775"/>
                </a:lnTo>
                <a:lnTo>
                  <a:pt x="1323975" y="504825"/>
                </a:lnTo>
                <a:lnTo>
                  <a:pt x="1314450" y="504825"/>
                </a:lnTo>
                <a:close/>
                <a:moveTo>
                  <a:pt x="1362075" y="485775"/>
                </a:moveTo>
                <a:lnTo>
                  <a:pt x="1381125" y="485775"/>
                </a:lnTo>
                <a:lnTo>
                  <a:pt x="1381125" y="504825"/>
                </a:lnTo>
                <a:lnTo>
                  <a:pt x="1362075" y="504825"/>
                </a:lnTo>
                <a:close/>
                <a:moveTo>
                  <a:pt x="647700" y="495300"/>
                </a:moveTo>
                <a:lnTo>
                  <a:pt x="666750" y="495300"/>
                </a:lnTo>
                <a:lnTo>
                  <a:pt x="666750" y="504825"/>
                </a:lnTo>
                <a:lnTo>
                  <a:pt x="647700" y="504825"/>
                </a:lnTo>
                <a:close/>
                <a:moveTo>
                  <a:pt x="857250" y="495300"/>
                </a:moveTo>
                <a:lnTo>
                  <a:pt x="876300" y="495300"/>
                </a:lnTo>
                <a:lnTo>
                  <a:pt x="876300" y="504825"/>
                </a:lnTo>
                <a:lnTo>
                  <a:pt x="857250" y="504825"/>
                </a:lnTo>
                <a:close/>
                <a:moveTo>
                  <a:pt x="1676400" y="495300"/>
                </a:moveTo>
                <a:lnTo>
                  <a:pt x="1695450" y="495300"/>
                </a:lnTo>
                <a:lnTo>
                  <a:pt x="1695450" y="504825"/>
                </a:lnTo>
                <a:lnTo>
                  <a:pt x="1676400" y="504825"/>
                </a:lnTo>
                <a:close/>
                <a:moveTo>
                  <a:pt x="1695450" y="504825"/>
                </a:moveTo>
                <a:lnTo>
                  <a:pt x="1704975" y="504825"/>
                </a:lnTo>
                <a:lnTo>
                  <a:pt x="1704975" y="514350"/>
                </a:lnTo>
                <a:lnTo>
                  <a:pt x="1695450" y="514350"/>
                </a:lnTo>
                <a:close/>
                <a:moveTo>
                  <a:pt x="1314450" y="533400"/>
                </a:moveTo>
                <a:lnTo>
                  <a:pt x="1333500" y="533400"/>
                </a:lnTo>
                <a:lnTo>
                  <a:pt x="1333500" y="542925"/>
                </a:lnTo>
                <a:lnTo>
                  <a:pt x="1343025" y="542925"/>
                </a:lnTo>
                <a:lnTo>
                  <a:pt x="1343025" y="552450"/>
                </a:lnTo>
                <a:lnTo>
                  <a:pt x="1333500" y="552450"/>
                </a:lnTo>
                <a:lnTo>
                  <a:pt x="1333500" y="561975"/>
                </a:lnTo>
                <a:lnTo>
                  <a:pt x="1323975" y="561975"/>
                </a:lnTo>
                <a:lnTo>
                  <a:pt x="1323975" y="552450"/>
                </a:lnTo>
                <a:lnTo>
                  <a:pt x="1314450" y="552450"/>
                </a:lnTo>
                <a:close/>
                <a:moveTo>
                  <a:pt x="1133475" y="590550"/>
                </a:moveTo>
                <a:lnTo>
                  <a:pt x="1152525" y="590550"/>
                </a:lnTo>
                <a:lnTo>
                  <a:pt x="1152525" y="609600"/>
                </a:lnTo>
                <a:lnTo>
                  <a:pt x="1143000" y="609600"/>
                </a:lnTo>
                <a:lnTo>
                  <a:pt x="1143000" y="600075"/>
                </a:lnTo>
                <a:lnTo>
                  <a:pt x="1133475" y="600075"/>
                </a:lnTo>
                <a:close/>
                <a:moveTo>
                  <a:pt x="1276350" y="590550"/>
                </a:moveTo>
                <a:lnTo>
                  <a:pt x="1285875" y="590550"/>
                </a:lnTo>
                <a:lnTo>
                  <a:pt x="1285875" y="600075"/>
                </a:lnTo>
                <a:lnTo>
                  <a:pt x="1295400" y="600075"/>
                </a:lnTo>
                <a:lnTo>
                  <a:pt x="1295400" y="619125"/>
                </a:lnTo>
                <a:lnTo>
                  <a:pt x="1285875" y="619125"/>
                </a:lnTo>
                <a:lnTo>
                  <a:pt x="1285875" y="628650"/>
                </a:lnTo>
                <a:lnTo>
                  <a:pt x="1276350" y="628650"/>
                </a:lnTo>
                <a:lnTo>
                  <a:pt x="1276350" y="638175"/>
                </a:lnTo>
                <a:lnTo>
                  <a:pt x="1238250" y="638175"/>
                </a:lnTo>
                <a:lnTo>
                  <a:pt x="1238250" y="628650"/>
                </a:lnTo>
                <a:lnTo>
                  <a:pt x="1247775" y="628650"/>
                </a:lnTo>
                <a:lnTo>
                  <a:pt x="1247775" y="619125"/>
                </a:lnTo>
                <a:lnTo>
                  <a:pt x="1257300" y="619125"/>
                </a:lnTo>
                <a:lnTo>
                  <a:pt x="1257300" y="609600"/>
                </a:lnTo>
                <a:lnTo>
                  <a:pt x="1266825" y="609600"/>
                </a:lnTo>
                <a:lnTo>
                  <a:pt x="1266825" y="600075"/>
                </a:lnTo>
                <a:lnTo>
                  <a:pt x="1276350" y="600075"/>
                </a:lnTo>
                <a:close/>
                <a:moveTo>
                  <a:pt x="247650" y="600075"/>
                </a:moveTo>
                <a:lnTo>
                  <a:pt x="257175" y="600075"/>
                </a:lnTo>
                <a:lnTo>
                  <a:pt x="257175" y="609600"/>
                </a:lnTo>
                <a:lnTo>
                  <a:pt x="247650" y="609600"/>
                </a:lnTo>
                <a:close/>
                <a:moveTo>
                  <a:pt x="1190625" y="600075"/>
                </a:moveTo>
                <a:lnTo>
                  <a:pt x="1209675" y="600075"/>
                </a:lnTo>
                <a:lnTo>
                  <a:pt x="1209675" y="609600"/>
                </a:lnTo>
                <a:lnTo>
                  <a:pt x="1219200" y="609600"/>
                </a:lnTo>
                <a:lnTo>
                  <a:pt x="1219200" y="628650"/>
                </a:lnTo>
                <a:lnTo>
                  <a:pt x="1190625" y="628650"/>
                </a:lnTo>
                <a:lnTo>
                  <a:pt x="1190625" y="619125"/>
                </a:lnTo>
                <a:lnTo>
                  <a:pt x="1181100" y="619125"/>
                </a:lnTo>
                <a:lnTo>
                  <a:pt x="1181100" y="609600"/>
                </a:lnTo>
                <a:lnTo>
                  <a:pt x="1190625" y="609600"/>
                </a:lnTo>
                <a:close/>
                <a:moveTo>
                  <a:pt x="152400" y="609600"/>
                </a:moveTo>
                <a:lnTo>
                  <a:pt x="161925" y="609600"/>
                </a:lnTo>
                <a:lnTo>
                  <a:pt x="161925" y="628650"/>
                </a:lnTo>
                <a:lnTo>
                  <a:pt x="152400" y="628650"/>
                </a:lnTo>
                <a:lnTo>
                  <a:pt x="152400" y="638175"/>
                </a:lnTo>
                <a:lnTo>
                  <a:pt x="142875" y="638175"/>
                </a:lnTo>
                <a:lnTo>
                  <a:pt x="142875" y="619125"/>
                </a:lnTo>
                <a:lnTo>
                  <a:pt x="152400" y="619125"/>
                </a:lnTo>
                <a:close/>
                <a:moveTo>
                  <a:pt x="561975" y="609600"/>
                </a:moveTo>
                <a:lnTo>
                  <a:pt x="581025" y="609600"/>
                </a:lnTo>
                <a:lnTo>
                  <a:pt x="581025" y="628650"/>
                </a:lnTo>
                <a:lnTo>
                  <a:pt x="561975" y="628650"/>
                </a:lnTo>
                <a:close/>
                <a:moveTo>
                  <a:pt x="190500" y="619125"/>
                </a:moveTo>
                <a:lnTo>
                  <a:pt x="228600" y="619125"/>
                </a:lnTo>
                <a:lnTo>
                  <a:pt x="228600" y="638175"/>
                </a:lnTo>
                <a:lnTo>
                  <a:pt x="257175" y="638175"/>
                </a:lnTo>
                <a:lnTo>
                  <a:pt x="257175" y="647700"/>
                </a:lnTo>
                <a:lnTo>
                  <a:pt x="276225" y="647700"/>
                </a:lnTo>
                <a:lnTo>
                  <a:pt x="276225" y="657225"/>
                </a:lnTo>
                <a:lnTo>
                  <a:pt x="285750" y="657225"/>
                </a:lnTo>
                <a:lnTo>
                  <a:pt x="285750" y="638175"/>
                </a:lnTo>
                <a:lnTo>
                  <a:pt x="323850" y="638175"/>
                </a:lnTo>
                <a:lnTo>
                  <a:pt x="323850" y="628650"/>
                </a:lnTo>
                <a:lnTo>
                  <a:pt x="333375" y="628650"/>
                </a:lnTo>
                <a:lnTo>
                  <a:pt x="333375" y="638175"/>
                </a:lnTo>
                <a:lnTo>
                  <a:pt x="342900" y="638175"/>
                </a:lnTo>
                <a:lnTo>
                  <a:pt x="342900" y="647700"/>
                </a:lnTo>
                <a:lnTo>
                  <a:pt x="361950" y="647700"/>
                </a:lnTo>
                <a:lnTo>
                  <a:pt x="361950" y="638175"/>
                </a:lnTo>
                <a:lnTo>
                  <a:pt x="371475" y="638175"/>
                </a:lnTo>
                <a:lnTo>
                  <a:pt x="371475" y="628650"/>
                </a:lnTo>
                <a:lnTo>
                  <a:pt x="381000" y="628650"/>
                </a:lnTo>
                <a:lnTo>
                  <a:pt x="381000" y="647700"/>
                </a:lnTo>
                <a:lnTo>
                  <a:pt x="361950" y="647700"/>
                </a:lnTo>
                <a:lnTo>
                  <a:pt x="361950" y="657225"/>
                </a:lnTo>
                <a:lnTo>
                  <a:pt x="342900" y="657225"/>
                </a:lnTo>
                <a:lnTo>
                  <a:pt x="342900" y="666750"/>
                </a:lnTo>
                <a:lnTo>
                  <a:pt x="333375" y="666750"/>
                </a:lnTo>
                <a:lnTo>
                  <a:pt x="333375" y="657225"/>
                </a:lnTo>
                <a:lnTo>
                  <a:pt x="304800" y="657225"/>
                </a:lnTo>
                <a:lnTo>
                  <a:pt x="304800" y="666750"/>
                </a:lnTo>
                <a:lnTo>
                  <a:pt x="276225" y="666750"/>
                </a:lnTo>
                <a:lnTo>
                  <a:pt x="276225" y="676275"/>
                </a:lnTo>
                <a:lnTo>
                  <a:pt x="266700" y="676275"/>
                </a:lnTo>
                <a:lnTo>
                  <a:pt x="266700" y="695325"/>
                </a:lnTo>
                <a:lnTo>
                  <a:pt x="257175" y="695325"/>
                </a:lnTo>
                <a:lnTo>
                  <a:pt x="257175" y="685800"/>
                </a:lnTo>
                <a:lnTo>
                  <a:pt x="247650" y="685800"/>
                </a:lnTo>
                <a:lnTo>
                  <a:pt x="247650" y="676275"/>
                </a:lnTo>
                <a:lnTo>
                  <a:pt x="238125" y="676275"/>
                </a:lnTo>
                <a:lnTo>
                  <a:pt x="238125" y="685800"/>
                </a:lnTo>
                <a:lnTo>
                  <a:pt x="209550" y="685800"/>
                </a:lnTo>
                <a:lnTo>
                  <a:pt x="209550" y="676275"/>
                </a:lnTo>
                <a:lnTo>
                  <a:pt x="219075" y="676275"/>
                </a:lnTo>
                <a:lnTo>
                  <a:pt x="219075" y="666750"/>
                </a:lnTo>
                <a:lnTo>
                  <a:pt x="228600" y="666750"/>
                </a:lnTo>
                <a:lnTo>
                  <a:pt x="228600" y="647700"/>
                </a:lnTo>
                <a:lnTo>
                  <a:pt x="219075" y="647700"/>
                </a:lnTo>
                <a:lnTo>
                  <a:pt x="219075" y="638175"/>
                </a:lnTo>
                <a:lnTo>
                  <a:pt x="209550" y="638175"/>
                </a:lnTo>
                <a:lnTo>
                  <a:pt x="209550" y="647700"/>
                </a:lnTo>
                <a:lnTo>
                  <a:pt x="200025" y="647700"/>
                </a:lnTo>
                <a:lnTo>
                  <a:pt x="200025" y="638175"/>
                </a:lnTo>
                <a:lnTo>
                  <a:pt x="190500" y="638175"/>
                </a:lnTo>
                <a:lnTo>
                  <a:pt x="190500" y="666750"/>
                </a:lnTo>
                <a:lnTo>
                  <a:pt x="180975" y="666750"/>
                </a:lnTo>
                <a:lnTo>
                  <a:pt x="180975" y="628650"/>
                </a:lnTo>
                <a:lnTo>
                  <a:pt x="190500" y="628650"/>
                </a:lnTo>
                <a:close/>
                <a:moveTo>
                  <a:pt x="1219200" y="628650"/>
                </a:moveTo>
                <a:lnTo>
                  <a:pt x="1228725" y="628650"/>
                </a:lnTo>
                <a:lnTo>
                  <a:pt x="1228725" y="647700"/>
                </a:lnTo>
                <a:lnTo>
                  <a:pt x="1219200" y="647700"/>
                </a:lnTo>
                <a:close/>
                <a:moveTo>
                  <a:pt x="1323975" y="628650"/>
                </a:moveTo>
                <a:lnTo>
                  <a:pt x="1333500" y="628650"/>
                </a:lnTo>
                <a:lnTo>
                  <a:pt x="1333500" y="647700"/>
                </a:lnTo>
                <a:lnTo>
                  <a:pt x="1323975" y="647700"/>
                </a:lnTo>
                <a:lnTo>
                  <a:pt x="1323975" y="657225"/>
                </a:lnTo>
                <a:lnTo>
                  <a:pt x="1314450" y="657225"/>
                </a:lnTo>
                <a:lnTo>
                  <a:pt x="1314450" y="666750"/>
                </a:lnTo>
                <a:lnTo>
                  <a:pt x="1304925" y="666750"/>
                </a:lnTo>
                <a:lnTo>
                  <a:pt x="1304925" y="638175"/>
                </a:lnTo>
                <a:lnTo>
                  <a:pt x="1323975" y="638175"/>
                </a:lnTo>
                <a:close/>
                <a:moveTo>
                  <a:pt x="428625" y="638175"/>
                </a:moveTo>
                <a:lnTo>
                  <a:pt x="438150" y="638175"/>
                </a:lnTo>
                <a:lnTo>
                  <a:pt x="438150" y="647700"/>
                </a:lnTo>
                <a:lnTo>
                  <a:pt x="447675" y="647700"/>
                </a:lnTo>
                <a:lnTo>
                  <a:pt x="447675" y="638175"/>
                </a:lnTo>
                <a:lnTo>
                  <a:pt x="466725" y="638175"/>
                </a:lnTo>
                <a:lnTo>
                  <a:pt x="466725" y="647700"/>
                </a:lnTo>
                <a:lnTo>
                  <a:pt x="476250" y="647700"/>
                </a:lnTo>
                <a:lnTo>
                  <a:pt x="476250" y="657225"/>
                </a:lnTo>
                <a:lnTo>
                  <a:pt x="466725" y="657225"/>
                </a:lnTo>
                <a:lnTo>
                  <a:pt x="466725" y="666750"/>
                </a:lnTo>
                <a:lnTo>
                  <a:pt x="457200" y="666750"/>
                </a:lnTo>
                <a:lnTo>
                  <a:pt x="457200" y="676275"/>
                </a:lnTo>
                <a:lnTo>
                  <a:pt x="438150" y="676275"/>
                </a:lnTo>
                <a:lnTo>
                  <a:pt x="438150" y="685800"/>
                </a:lnTo>
                <a:lnTo>
                  <a:pt x="409575" y="685800"/>
                </a:lnTo>
                <a:lnTo>
                  <a:pt x="409575" y="676275"/>
                </a:lnTo>
                <a:lnTo>
                  <a:pt x="390525" y="676275"/>
                </a:lnTo>
                <a:lnTo>
                  <a:pt x="390525" y="685800"/>
                </a:lnTo>
                <a:lnTo>
                  <a:pt x="381000" y="685800"/>
                </a:lnTo>
                <a:lnTo>
                  <a:pt x="381000" y="666750"/>
                </a:lnTo>
                <a:lnTo>
                  <a:pt x="409575" y="666750"/>
                </a:lnTo>
                <a:lnTo>
                  <a:pt x="409575" y="657225"/>
                </a:lnTo>
                <a:lnTo>
                  <a:pt x="381000" y="657225"/>
                </a:lnTo>
                <a:lnTo>
                  <a:pt x="381000" y="647700"/>
                </a:lnTo>
                <a:lnTo>
                  <a:pt x="428625" y="647700"/>
                </a:lnTo>
                <a:close/>
                <a:moveTo>
                  <a:pt x="1200150" y="647700"/>
                </a:moveTo>
                <a:lnTo>
                  <a:pt x="1219200" y="647700"/>
                </a:lnTo>
                <a:lnTo>
                  <a:pt x="1219200" y="657225"/>
                </a:lnTo>
                <a:lnTo>
                  <a:pt x="1209675" y="657225"/>
                </a:lnTo>
                <a:lnTo>
                  <a:pt x="1209675" y="676275"/>
                </a:lnTo>
                <a:lnTo>
                  <a:pt x="1200150" y="676275"/>
                </a:lnTo>
                <a:close/>
                <a:moveTo>
                  <a:pt x="1647825" y="647700"/>
                </a:moveTo>
                <a:lnTo>
                  <a:pt x="1657350" y="647700"/>
                </a:lnTo>
                <a:lnTo>
                  <a:pt x="1657350" y="657225"/>
                </a:lnTo>
                <a:lnTo>
                  <a:pt x="1666875" y="657225"/>
                </a:lnTo>
                <a:lnTo>
                  <a:pt x="1666875" y="676275"/>
                </a:lnTo>
                <a:lnTo>
                  <a:pt x="1647825" y="676275"/>
                </a:lnTo>
                <a:lnTo>
                  <a:pt x="1647825" y="666750"/>
                </a:lnTo>
                <a:lnTo>
                  <a:pt x="1638300" y="666750"/>
                </a:lnTo>
                <a:lnTo>
                  <a:pt x="1638300" y="657225"/>
                </a:lnTo>
                <a:lnTo>
                  <a:pt x="1647825" y="657225"/>
                </a:lnTo>
                <a:close/>
                <a:moveTo>
                  <a:pt x="361950" y="657225"/>
                </a:moveTo>
                <a:lnTo>
                  <a:pt x="371475" y="657225"/>
                </a:lnTo>
                <a:lnTo>
                  <a:pt x="371475" y="666750"/>
                </a:lnTo>
                <a:lnTo>
                  <a:pt x="361950" y="666750"/>
                </a:lnTo>
                <a:close/>
                <a:moveTo>
                  <a:pt x="1343025" y="657225"/>
                </a:moveTo>
                <a:lnTo>
                  <a:pt x="1362075" y="657225"/>
                </a:lnTo>
                <a:lnTo>
                  <a:pt x="1362075" y="676275"/>
                </a:lnTo>
                <a:lnTo>
                  <a:pt x="1343025" y="676275"/>
                </a:lnTo>
                <a:close/>
                <a:moveTo>
                  <a:pt x="238125" y="666750"/>
                </a:moveTo>
                <a:lnTo>
                  <a:pt x="247650" y="666750"/>
                </a:lnTo>
                <a:lnTo>
                  <a:pt x="247650" y="647700"/>
                </a:lnTo>
                <a:lnTo>
                  <a:pt x="238125" y="647700"/>
                </a:lnTo>
                <a:close/>
                <a:moveTo>
                  <a:pt x="180975" y="676275"/>
                </a:moveTo>
                <a:lnTo>
                  <a:pt x="190500" y="676275"/>
                </a:lnTo>
                <a:lnTo>
                  <a:pt x="190500" y="685800"/>
                </a:lnTo>
                <a:lnTo>
                  <a:pt x="180975" y="685800"/>
                </a:lnTo>
                <a:close/>
                <a:moveTo>
                  <a:pt x="247650" y="676275"/>
                </a:moveTo>
                <a:lnTo>
                  <a:pt x="257175" y="676275"/>
                </a:lnTo>
                <a:lnTo>
                  <a:pt x="257175" y="666750"/>
                </a:lnTo>
                <a:lnTo>
                  <a:pt x="247650" y="666750"/>
                </a:lnTo>
                <a:close/>
                <a:moveTo>
                  <a:pt x="190500" y="685800"/>
                </a:moveTo>
                <a:lnTo>
                  <a:pt x="200025" y="685800"/>
                </a:lnTo>
                <a:lnTo>
                  <a:pt x="200025" y="704850"/>
                </a:lnTo>
                <a:lnTo>
                  <a:pt x="190500" y="704850"/>
                </a:lnTo>
                <a:close/>
                <a:moveTo>
                  <a:pt x="361950" y="685800"/>
                </a:moveTo>
                <a:lnTo>
                  <a:pt x="371475" y="685800"/>
                </a:lnTo>
                <a:lnTo>
                  <a:pt x="371475" y="695325"/>
                </a:lnTo>
                <a:lnTo>
                  <a:pt x="361950" y="695325"/>
                </a:lnTo>
                <a:close/>
                <a:moveTo>
                  <a:pt x="352425" y="695325"/>
                </a:moveTo>
                <a:lnTo>
                  <a:pt x="361950" y="695325"/>
                </a:lnTo>
                <a:lnTo>
                  <a:pt x="361950" y="704850"/>
                </a:lnTo>
                <a:lnTo>
                  <a:pt x="352425" y="704850"/>
                </a:lnTo>
                <a:close/>
                <a:moveTo>
                  <a:pt x="180975" y="704850"/>
                </a:moveTo>
                <a:lnTo>
                  <a:pt x="190500" y="704850"/>
                </a:lnTo>
                <a:lnTo>
                  <a:pt x="190500" y="733425"/>
                </a:lnTo>
                <a:lnTo>
                  <a:pt x="200025" y="733425"/>
                </a:lnTo>
                <a:lnTo>
                  <a:pt x="200025" y="762000"/>
                </a:lnTo>
                <a:lnTo>
                  <a:pt x="190500" y="762000"/>
                </a:lnTo>
                <a:lnTo>
                  <a:pt x="190500" y="742950"/>
                </a:lnTo>
                <a:lnTo>
                  <a:pt x="180975" y="742950"/>
                </a:lnTo>
                <a:close/>
                <a:moveTo>
                  <a:pt x="200025" y="704850"/>
                </a:moveTo>
                <a:lnTo>
                  <a:pt x="209550" y="704850"/>
                </a:lnTo>
                <a:lnTo>
                  <a:pt x="209550" y="714375"/>
                </a:lnTo>
                <a:lnTo>
                  <a:pt x="200025" y="714375"/>
                </a:lnTo>
                <a:close/>
                <a:moveTo>
                  <a:pt x="828675" y="704850"/>
                </a:moveTo>
                <a:lnTo>
                  <a:pt x="838200" y="704850"/>
                </a:lnTo>
                <a:lnTo>
                  <a:pt x="838200" y="723900"/>
                </a:lnTo>
                <a:lnTo>
                  <a:pt x="828675" y="723900"/>
                </a:lnTo>
                <a:close/>
                <a:moveTo>
                  <a:pt x="1038225" y="704850"/>
                </a:moveTo>
                <a:lnTo>
                  <a:pt x="1047750" y="704850"/>
                </a:lnTo>
                <a:lnTo>
                  <a:pt x="1047750" y="723900"/>
                </a:lnTo>
                <a:lnTo>
                  <a:pt x="1038225" y="723900"/>
                </a:lnTo>
                <a:close/>
                <a:moveTo>
                  <a:pt x="1123950" y="714375"/>
                </a:moveTo>
                <a:lnTo>
                  <a:pt x="1133475" y="714375"/>
                </a:lnTo>
                <a:lnTo>
                  <a:pt x="1133475" y="742950"/>
                </a:lnTo>
                <a:lnTo>
                  <a:pt x="1123950" y="742950"/>
                </a:lnTo>
                <a:close/>
                <a:moveTo>
                  <a:pt x="1666875" y="714375"/>
                </a:moveTo>
                <a:lnTo>
                  <a:pt x="1695450" y="714375"/>
                </a:lnTo>
                <a:lnTo>
                  <a:pt x="1695450" y="733425"/>
                </a:lnTo>
                <a:lnTo>
                  <a:pt x="1676400" y="733425"/>
                </a:lnTo>
                <a:lnTo>
                  <a:pt x="1676400" y="723900"/>
                </a:lnTo>
                <a:lnTo>
                  <a:pt x="1666875" y="723900"/>
                </a:lnTo>
                <a:close/>
                <a:moveTo>
                  <a:pt x="714375" y="723900"/>
                </a:moveTo>
                <a:lnTo>
                  <a:pt x="723900" y="723900"/>
                </a:lnTo>
                <a:lnTo>
                  <a:pt x="723900" y="733425"/>
                </a:lnTo>
                <a:lnTo>
                  <a:pt x="714375" y="733425"/>
                </a:lnTo>
                <a:close/>
                <a:moveTo>
                  <a:pt x="800100" y="723900"/>
                </a:moveTo>
                <a:lnTo>
                  <a:pt x="809625" y="723900"/>
                </a:lnTo>
                <a:lnTo>
                  <a:pt x="809625" y="733425"/>
                </a:lnTo>
                <a:lnTo>
                  <a:pt x="819150" y="733425"/>
                </a:lnTo>
                <a:lnTo>
                  <a:pt x="819150" y="742950"/>
                </a:lnTo>
                <a:lnTo>
                  <a:pt x="838200" y="742950"/>
                </a:lnTo>
                <a:lnTo>
                  <a:pt x="838200" y="752475"/>
                </a:lnTo>
                <a:lnTo>
                  <a:pt x="828675" y="752475"/>
                </a:lnTo>
                <a:lnTo>
                  <a:pt x="828675" y="762000"/>
                </a:lnTo>
                <a:lnTo>
                  <a:pt x="819150" y="762000"/>
                </a:lnTo>
                <a:lnTo>
                  <a:pt x="819150" y="752475"/>
                </a:lnTo>
                <a:lnTo>
                  <a:pt x="809625" y="752475"/>
                </a:lnTo>
                <a:lnTo>
                  <a:pt x="809625" y="742950"/>
                </a:lnTo>
                <a:lnTo>
                  <a:pt x="800100" y="742950"/>
                </a:lnTo>
                <a:close/>
                <a:moveTo>
                  <a:pt x="1628775" y="733425"/>
                </a:moveTo>
                <a:lnTo>
                  <a:pt x="1647825" y="733425"/>
                </a:lnTo>
                <a:lnTo>
                  <a:pt x="1647825" y="742950"/>
                </a:lnTo>
                <a:lnTo>
                  <a:pt x="1638300" y="742950"/>
                </a:lnTo>
                <a:lnTo>
                  <a:pt x="1638300" y="771525"/>
                </a:lnTo>
                <a:lnTo>
                  <a:pt x="1628775" y="771525"/>
                </a:lnTo>
                <a:lnTo>
                  <a:pt x="1628775" y="762000"/>
                </a:lnTo>
                <a:lnTo>
                  <a:pt x="1609725" y="762000"/>
                </a:lnTo>
                <a:lnTo>
                  <a:pt x="1609725" y="742950"/>
                </a:lnTo>
                <a:lnTo>
                  <a:pt x="1628775" y="742950"/>
                </a:lnTo>
                <a:close/>
                <a:moveTo>
                  <a:pt x="1695450" y="733425"/>
                </a:moveTo>
                <a:lnTo>
                  <a:pt x="1704975" y="733425"/>
                </a:lnTo>
                <a:lnTo>
                  <a:pt x="1704975" y="742950"/>
                </a:lnTo>
                <a:lnTo>
                  <a:pt x="1695450" y="742950"/>
                </a:lnTo>
                <a:close/>
                <a:moveTo>
                  <a:pt x="885825" y="742950"/>
                </a:moveTo>
                <a:lnTo>
                  <a:pt x="895350" y="742950"/>
                </a:lnTo>
                <a:lnTo>
                  <a:pt x="895350" y="752475"/>
                </a:lnTo>
                <a:lnTo>
                  <a:pt x="904875" y="752475"/>
                </a:lnTo>
                <a:lnTo>
                  <a:pt x="904875" y="762000"/>
                </a:lnTo>
                <a:lnTo>
                  <a:pt x="914400" y="762000"/>
                </a:lnTo>
                <a:lnTo>
                  <a:pt x="914400" y="771525"/>
                </a:lnTo>
                <a:lnTo>
                  <a:pt x="904875" y="771525"/>
                </a:lnTo>
                <a:lnTo>
                  <a:pt x="904875" y="781050"/>
                </a:lnTo>
                <a:lnTo>
                  <a:pt x="895350" y="781050"/>
                </a:lnTo>
                <a:lnTo>
                  <a:pt x="895350" y="771525"/>
                </a:lnTo>
                <a:lnTo>
                  <a:pt x="885825" y="771525"/>
                </a:lnTo>
                <a:lnTo>
                  <a:pt x="885825" y="762000"/>
                </a:lnTo>
                <a:lnTo>
                  <a:pt x="876300" y="762000"/>
                </a:lnTo>
                <a:lnTo>
                  <a:pt x="876300" y="752475"/>
                </a:lnTo>
                <a:lnTo>
                  <a:pt x="885825" y="752475"/>
                </a:lnTo>
                <a:close/>
                <a:moveTo>
                  <a:pt x="1562100" y="752475"/>
                </a:moveTo>
                <a:lnTo>
                  <a:pt x="1590675" y="752475"/>
                </a:lnTo>
                <a:lnTo>
                  <a:pt x="1590675" y="762000"/>
                </a:lnTo>
                <a:lnTo>
                  <a:pt x="1562100" y="762000"/>
                </a:lnTo>
                <a:close/>
                <a:moveTo>
                  <a:pt x="1676400" y="752475"/>
                </a:moveTo>
                <a:lnTo>
                  <a:pt x="1685925" y="752475"/>
                </a:lnTo>
                <a:lnTo>
                  <a:pt x="1685925" y="762000"/>
                </a:lnTo>
                <a:lnTo>
                  <a:pt x="1676400" y="762000"/>
                </a:lnTo>
                <a:close/>
                <a:moveTo>
                  <a:pt x="1657350" y="762000"/>
                </a:moveTo>
                <a:lnTo>
                  <a:pt x="1666875" y="762000"/>
                </a:lnTo>
                <a:lnTo>
                  <a:pt x="1666875" y="781050"/>
                </a:lnTo>
                <a:lnTo>
                  <a:pt x="1657350" y="781050"/>
                </a:lnTo>
                <a:close/>
                <a:moveTo>
                  <a:pt x="1638300" y="771525"/>
                </a:moveTo>
                <a:lnTo>
                  <a:pt x="1647825" y="771525"/>
                </a:lnTo>
                <a:lnTo>
                  <a:pt x="1647825" y="781050"/>
                </a:lnTo>
                <a:lnTo>
                  <a:pt x="1638300" y="781050"/>
                </a:lnTo>
                <a:close/>
                <a:moveTo>
                  <a:pt x="819150" y="781050"/>
                </a:moveTo>
                <a:lnTo>
                  <a:pt x="838200" y="781050"/>
                </a:lnTo>
                <a:lnTo>
                  <a:pt x="838200" y="790575"/>
                </a:lnTo>
                <a:lnTo>
                  <a:pt x="828675" y="790575"/>
                </a:lnTo>
                <a:lnTo>
                  <a:pt x="828675" y="800100"/>
                </a:lnTo>
                <a:lnTo>
                  <a:pt x="819150" y="800100"/>
                </a:lnTo>
                <a:close/>
                <a:moveTo>
                  <a:pt x="1628775" y="781050"/>
                </a:moveTo>
                <a:lnTo>
                  <a:pt x="1638300" y="781050"/>
                </a:lnTo>
                <a:lnTo>
                  <a:pt x="1638300" y="790575"/>
                </a:lnTo>
                <a:lnTo>
                  <a:pt x="1628775" y="790575"/>
                </a:lnTo>
                <a:close/>
                <a:moveTo>
                  <a:pt x="190500" y="790575"/>
                </a:moveTo>
                <a:lnTo>
                  <a:pt x="200025" y="790575"/>
                </a:lnTo>
                <a:lnTo>
                  <a:pt x="200025" y="800100"/>
                </a:lnTo>
                <a:lnTo>
                  <a:pt x="190500" y="800100"/>
                </a:lnTo>
                <a:close/>
                <a:moveTo>
                  <a:pt x="228600" y="800100"/>
                </a:moveTo>
                <a:lnTo>
                  <a:pt x="238125" y="800100"/>
                </a:lnTo>
                <a:lnTo>
                  <a:pt x="238125" y="809625"/>
                </a:lnTo>
                <a:lnTo>
                  <a:pt x="228600" y="809625"/>
                </a:lnTo>
                <a:close/>
                <a:moveTo>
                  <a:pt x="247650" y="800100"/>
                </a:moveTo>
                <a:lnTo>
                  <a:pt x="257175" y="800100"/>
                </a:lnTo>
                <a:lnTo>
                  <a:pt x="257175" y="809625"/>
                </a:lnTo>
                <a:lnTo>
                  <a:pt x="247650" y="809625"/>
                </a:lnTo>
                <a:close/>
                <a:moveTo>
                  <a:pt x="1619250" y="800100"/>
                </a:moveTo>
                <a:lnTo>
                  <a:pt x="1628775" y="800100"/>
                </a:lnTo>
                <a:lnTo>
                  <a:pt x="1628775" y="809625"/>
                </a:lnTo>
                <a:lnTo>
                  <a:pt x="1619250" y="809625"/>
                </a:lnTo>
                <a:close/>
                <a:moveTo>
                  <a:pt x="257175" y="809625"/>
                </a:moveTo>
                <a:lnTo>
                  <a:pt x="266700" y="809625"/>
                </a:lnTo>
                <a:lnTo>
                  <a:pt x="266700" y="819150"/>
                </a:lnTo>
                <a:lnTo>
                  <a:pt x="257175" y="819150"/>
                </a:lnTo>
                <a:close/>
                <a:moveTo>
                  <a:pt x="1562100" y="847725"/>
                </a:moveTo>
                <a:lnTo>
                  <a:pt x="1590675" y="847725"/>
                </a:lnTo>
                <a:lnTo>
                  <a:pt x="1590675" y="857250"/>
                </a:lnTo>
                <a:lnTo>
                  <a:pt x="1581150" y="857250"/>
                </a:lnTo>
                <a:lnTo>
                  <a:pt x="1581150" y="866775"/>
                </a:lnTo>
                <a:lnTo>
                  <a:pt x="1552575" y="866775"/>
                </a:lnTo>
                <a:lnTo>
                  <a:pt x="1552575" y="857250"/>
                </a:lnTo>
                <a:lnTo>
                  <a:pt x="1562100" y="857250"/>
                </a:lnTo>
                <a:close/>
                <a:moveTo>
                  <a:pt x="1619250" y="847725"/>
                </a:moveTo>
                <a:lnTo>
                  <a:pt x="1647825" y="847725"/>
                </a:lnTo>
                <a:lnTo>
                  <a:pt x="1647825" y="857250"/>
                </a:lnTo>
                <a:lnTo>
                  <a:pt x="1619250" y="857250"/>
                </a:lnTo>
                <a:close/>
                <a:moveTo>
                  <a:pt x="1114425" y="866775"/>
                </a:moveTo>
                <a:lnTo>
                  <a:pt x="1123950" y="866775"/>
                </a:lnTo>
                <a:lnTo>
                  <a:pt x="1123950" y="876300"/>
                </a:lnTo>
                <a:lnTo>
                  <a:pt x="1114425" y="876300"/>
                </a:lnTo>
                <a:close/>
                <a:moveTo>
                  <a:pt x="1171575" y="866775"/>
                </a:moveTo>
                <a:lnTo>
                  <a:pt x="1200150" y="866775"/>
                </a:lnTo>
                <a:lnTo>
                  <a:pt x="1200150" y="876300"/>
                </a:lnTo>
                <a:lnTo>
                  <a:pt x="1171575" y="876300"/>
                </a:lnTo>
                <a:close/>
                <a:moveTo>
                  <a:pt x="1285875" y="866775"/>
                </a:moveTo>
                <a:lnTo>
                  <a:pt x="1295400" y="866775"/>
                </a:lnTo>
                <a:lnTo>
                  <a:pt x="1295400" y="876300"/>
                </a:lnTo>
                <a:lnTo>
                  <a:pt x="1285875" y="876300"/>
                </a:lnTo>
                <a:close/>
                <a:moveTo>
                  <a:pt x="1333500" y="866775"/>
                </a:moveTo>
                <a:lnTo>
                  <a:pt x="1352550" y="866775"/>
                </a:lnTo>
                <a:lnTo>
                  <a:pt x="1352550" y="876300"/>
                </a:lnTo>
                <a:lnTo>
                  <a:pt x="1333500" y="876300"/>
                </a:lnTo>
                <a:close/>
                <a:moveTo>
                  <a:pt x="1381125" y="866775"/>
                </a:moveTo>
                <a:lnTo>
                  <a:pt x="1390650" y="866775"/>
                </a:lnTo>
                <a:lnTo>
                  <a:pt x="1390650" y="876300"/>
                </a:lnTo>
                <a:lnTo>
                  <a:pt x="1381125" y="876300"/>
                </a:lnTo>
                <a:close/>
                <a:moveTo>
                  <a:pt x="1543050" y="866775"/>
                </a:moveTo>
                <a:lnTo>
                  <a:pt x="1552575" y="866775"/>
                </a:lnTo>
                <a:lnTo>
                  <a:pt x="1552575" y="895350"/>
                </a:lnTo>
                <a:lnTo>
                  <a:pt x="1562100" y="895350"/>
                </a:lnTo>
                <a:lnTo>
                  <a:pt x="1562100" y="904875"/>
                </a:lnTo>
                <a:lnTo>
                  <a:pt x="1543050" y="904875"/>
                </a:lnTo>
                <a:lnTo>
                  <a:pt x="1543050" y="885825"/>
                </a:lnTo>
                <a:lnTo>
                  <a:pt x="1495425" y="885825"/>
                </a:lnTo>
                <a:lnTo>
                  <a:pt x="1495425" y="876300"/>
                </a:lnTo>
                <a:lnTo>
                  <a:pt x="1543050" y="876300"/>
                </a:lnTo>
                <a:close/>
                <a:moveTo>
                  <a:pt x="1047750" y="876300"/>
                </a:moveTo>
                <a:lnTo>
                  <a:pt x="1057275" y="876300"/>
                </a:lnTo>
                <a:lnTo>
                  <a:pt x="1057275" y="885825"/>
                </a:lnTo>
                <a:lnTo>
                  <a:pt x="1047750" y="885825"/>
                </a:lnTo>
                <a:close/>
                <a:moveTo>
                  <a:pt x="1104900" y="876300"/>
                </a:moveTo>
                <a:lnTo>
                  <a:pt x="1114425" y="876300"/>
                </a:lnTo>
                <a:lnTo>
                  <a:pt x="1114425" y="895350"/>
                </a:lnTo>
                <a:lnTo>
                  <a:pt x="1104900" y="895350"/>
                </a:lnTo>
                <a:lnTo>
                  <a:pt x="1104900" y="904875"/>
                </a:lnTo>
                <a:lnTo>
                  <a:pt x="1114425" y="904875"/>
                </a:lnTo>
                <a:lnTo>
                  <a:pt x="1114425" y="914400"/>
                </a:lnTo>
                <a:lnTo>
                  <a:pt x="1076325" y="914400"/>
                </a:lnTo>
                <a:lnTo>
                  <a:pt x="1076325" y="895350"/>
                </a:lnTo>
                <a:lnTo>
                  <a:pt x="1085850" y="895350"/>
                </a:lnTo>
                <a:lnTo>
                  <a:pt x="1085850" y="885825"/>
                </a:lnTo>
                <a:lnTo>
                  <a:pt x="1104900" y="885825"/>
                </a:lnTo>
                <a:close/>
                <a:moveTo>
                  <a:pt x="1295400" y="876300"/>
                </a:moveTo>
                <a:lnTo>
                  <a:pt x="1314450" y="876300"/>
                </a:lnTo>
                <a:lnTo>
                  <a:pt x="1314450" y="904875"/>
                </a:lnTo>
                <a:lnTo>
                  <a:pt x="1304925" y="904875"/>
                </a:lnTo>
                <a:lnTo>
                  <a:pt x="1304925" y="885825"/>
                </a:lnTo>
                <a:lnTo>
                  <a:pt x="1295400" y="885825"/>
                </a:lnTo>
                <a:close/>
                <a:moveTo>
                  <a:pt x="1419225" y="876300"/>
                </a:moveTo>
                <a:lnTo>
                  <a:pt x="1428750" y="876300"/>
                </a:lnTo>
                <a:lnTo>
                  <a:pt x="1428750" y="885825"/>
                </a:lnTo>
                <a:lnTo>
                  <a:pt x="1419225" y="885825"/>
                </a:lnTo>
                <a:close/>
                <a:moveTo>
                  <a:pt x="1457325" y="876300"/>
                </a:moveTo>
                <a:lnTo>
                  <a:pt x="1485900" y="876300"/>
                </a:lnTo>
                <a:lnTo>
                  <a:pt x="1485900" y="885825"/>
                </a:lnTo>
                <a:lnTo>
                  <a:pt x="1457325" y="885825"/>
                </a:lnTo>
                <a:close/>
                <a:moveTo>
                  <a:pt x="847725" y="885825"/>
                </a:moveTo>
                <a:lnTo>
                  <a:pt x="866775" y="885825"/>
                </a:lnTo>
                <a:lnTo>
                  <a:pt x="866775" y="895350"/>
                </a:lnTo>
                <a:lnTo>
                  <a:pt x="885825" y="895350"/>
                </a:lnTo>
                <a:lnTo>
                  <a:pt x="885825" y="885825"/>
                </a:lnTo>
                <a:lnTo>
                  <a:pt x="923925" y="885825"/>
                </a:lnTo>
                <a:lnTo>
                  <a:pt x="923925" y="895350"/>
                </a:lnTo>
                <a:lnTo>
                  <a:pt x="933450" y="895350"/>
                </a:lnTo>
                <a:lnTo>
                  <a:pt x="933450" y="923925"/>
                </a:lnTo>
                <a:lnTo>
                  <a:pt x="923925" y="923925"/>
                </a:lnTo>
                <a:lnTo>
                  <a:pt x="923925" y="933450"/>
                </a:lnTo>
                <a:lnTo>
                  <a:pt x="914400" y="933450"/>
                </a:lnTo>
                <a:lnTo>
                  <a:pt x="914400" y="914400"/>
                </a:lnTo>
                <a:lnTo>
                  <a:pt x="904875" y="914400"/>
                </a:lnTo>
                <a:lnTo>
                  <a:pt x="904875" y="904875"/>
                </a:lnTo>
                <a:lnTo>
                  <a:pt x="885825" y="904875"/>
                </a:lnTo>
                <a:lnTo>
                  <a:pt x="885825" y="914400"/>
                </a:lnTo>
                <a:lnTo>
                  <a:pt x="857250" y="914400"/>
                </a:lnTo>
                <a:lnTo>
                  <a:pt x="857250" y="904875"/>
                </a:lnTo>
                <a:lnTo>
                  <a:pt x="838200" y="904875"/>
                </a:lnTo>
                <a:lnTo>
                  <a:pt x="838200" y="895350"/>
                </a:lnTo>
                <a:lnTo>
                  <a:pt x="847725" y="895350"/>
                </a:lnTo>
                <a:close/>
                <a:moveTo>
                  <a:pt x="1390650" y="885825"/>
                </a:moveTo>
                <a:lnTo>
                  <a:pt x="1409700" y="885825"/>
                </a:lnTo>
                <a:lnTo>
                  <a:pt x="1409700" y="904875"/>
                </a:lnTo>
                <a:lnTo>
                  <a:pt x="1419225" y="904875"/>
                </a:lnTo>
                <a:lnTo>
                  <a:pt x="1419225" y="914400"/>
                </a:lnTo>
                <a:lnTo>
                  <a:pt x="1409700" y="914400"/>
                </a:lnTo>
                <a:lnTo>
                  <a:pt x="1409700" y="923925"/>
                </a:lnTo>
                <a:lnTo>
                  <a:pt x="1400175" y="923925"/>
                </a:lnTo>
                <a:lnTo>
                  <a:pt x="1400175" y="933450"/>
                </a:lnTo>
                <a:lnTo>
                  <a:pt x="1371600" y="933450"/>
                </a:lnTo>
                <a:lnTo>
                  <a:pt x="1371600" y="923925"/>
                </a:lnTo>
                <a:lnTo>
                  <a:pt x="1381125" y="923925"/>
                </a:lnTo>
                <a:lnTo>
                  <a:pt x="1381125" y="904875"/>
                </a:lnTo>
                <a:lnTo>
                  <a:pt x="1390650" y="904875"/>
                </a:lnTo>
                <a:close/>
                <a:moveTo>
                  <a:pt x="1495425" y="895350"/>
                </a:moveTo>
                <a:lnTo>
                  <a:pt x="1514475" y="895350"/>
                </a:lnTo>
                <a:lnTo>
                  <a:pt x="1514475" y="904875"/>
                </a:lnTo>
                <a:lnTo>
                  <a:pt x="1533525" y="904875"/>
                </a:lnTo>
                <a:lnTo>
                  <a:pt x="1533525" y="914400"/>
                </a:lnTo>
                <a:lnTo>
                  <a:pt x="1524000" y="914400"/>
                </a:lnTo>
                <a:lnTo>
                  <a:pt x="1524000" y="923925"/>
                </a:lnTo>
                <a:lnTo>
                  <a:pt x="1514475" y="923925"/>
                </a:lnTo>
                <a:lnTo>
                  <a:pt x="1514475" y="914400"/>
                </a:lnTo>
                <a:lnTo>
                  <a:pt x="1504950" y="914400"/>
                </a:lnTo>
                <a:lnTo>
                  <a:pt x="1504950" y="904875"/>
                </a:lnTo>
                <a:lnTo>
                  <a:pt x="1495425" y="904875"/>
                </a:lnTo>
                <a:close/>
                <a:moveTo>
                  <a:pt x="600075" y="914400"/>
                </a:moveTo>
                <a:lnTo>
                  <a:pt x="609600" y="914400"/>
                </a:lnTo>
                <a:lnTo>
                  <a:pt x="609600" y="923925"/>
                </a:lnTo>
                <a:lnTo>
                  <a:pt x="600075" y="923925"/>
                </a:lnTo>
                <a:close/>
                <a:moveTo>
                  <a:pt x="619125" y="914400"/>
                </a:moveTo>
                <a:lnTo>
                  <a:pt x="657225" y="914400"/>
                </a:lnTo>
                <a:lnTo>
                  <a:pt x="657225" y="923925"/>
                </a:lnTo>
                <a:lnTo>
                  <a:pt x="638175" y="923925"/>
                </a:lnTo>
                <a:lnTo>
                  <a:pt x="638175" y="933450"/>
                </a:lnTo>
                <a:lnTo>
                  <a:pt x="609600" y="933450"/>
                </a:lnTo>
                <a:lnTo>
                  <a:pt x="609600" y="923925"/>
                </a:lnTo>
                <a:lnTo>
                  <a:pt x="619125" y="923925"/>
                </a:lnTo>
                <a:close/>
                <a:moveTo>
                  <a:pt x="733425" y="914400"/>
                </a:moveTo>
                <a:lnTo>
                  <a:pt x="771525" y="914400"/>
                </a:lnTo>
                <a:lnTo>
                  <a:pt x="771525" y="923925"/>
                </a:lnTo>
                <a:lnTo>
                  <a:pt x="752475" y="923925"/>
                </a:lnTo>
                <a:lnTo>
                  <a:pt x="752475" y="933450"/>
                </a:lnTo>
                <a:lnTo>
                  <a:pt x="742950" y="933450"/>
                </a:lnTo>
                <a:lnTo>
                  <a:pt x="742950" y="923925"/>
                </a:lnTo>
                <a:lnTo>
                  <a:pt x="733425" y="923925"/>
                </a:lnTo>
                <a:close/>
                <a:moveTo>
                  <a:pt x="828675" y="914400"/>
                </a:moveTo>
                <a:lnTo>
                  <a:pt x="838200" y="914400"/>
                </a:lnTo>
                <a:lnTo>
                  <a:pt x="838200" y="933450"/>
                </a:lnTo>
                <a:lnTo>
                  <a:pt x="828675" y="933450"/>
                </a:lnTo>
                <a:close/>
                <a:moveTo>
                  <a:pt x="885825" y="914400"/>
                </a:moveTo>
                <a:lnTo>
                  <a:pt x="895350" y="914400"/>
                </a:lnTo>
                <a:lnTo>
                  <a:pt x="895350" y="923925"/>
                </a:lnTo>
                <a:lnTo>
                  <a:pt x="885825" y="923925"/>
                </a:lnTo>
                <a:close/>
                <a:moveTo>
                  <a:pt x="1190625" y="914400"/>
                </a:moveTo>
                <a:lnTo>
                  <a:pt x="1200150" y="914400"/>
                </a:lnTo>
                <a:lnTo>
                  <a:pt x="1200150" y="923925"/>
                </a:lnTo>
                <a:lnTo>
                  <a:pt x="1190625" y="923925"/>
                </a:lnTo>
                <a:close/>
                <a:moveTo>
                  <a:pt x="1343025" y="914400"/>
                </a:moveTo>
                <a:lnTo>
                  <a:pt x="1352550" y="914400"/>
                </a:lnTo>
                <a:lnTo>
                  <a:pt x="1352550" y="923925"/>
                </a:lnTo>
                <a:lnTo>
                  <a:pt x="1343025" y="923925"/>
                </a:lnTo>
                <a:close/>
                <a:moveTo>
                  <a:pt x="1419225" y="914400"/>
                </a:moveTo>
                <a:lnTo>
                  <a:pt x="1428750" y="914400"/>
                </a:lnTo>
                <a:lnTo>
                  <a:pt x="1428750" y="923925"/>
                </a:lnTo>
                <a:lnTo>
                  <a:pt x="1419225" y="923925"/>
                </a:lnTo>
                <a:close/>
                <a:moveTo>
                  <a:pt x="571500" y="962025"/>
                </a:moveTo>
                <a:lnTo>
                  <a:pt x="590550" y="962025"/>
                </a:lnTo>
                <a:lnTo>
                  <a:pt x="590550" y="981075"/>
                </a:lnTo>
                <a:lnTo>
                  <a:pt x="581025" y="981075"/>
                </a:lnTo>
                <a:lnTo>
                  <a:pt x="581025" y="990600"/>
                </a:lnTo>
                <a:lnTo>
                  <a:pt x="523875" y="990600"/>
                </a:lnTo>
                <a:lnTo>
                  <a:pt x="523875" y="981075"/>
                </a:lnTo>
                <a:lnTo>
                  <a:pt x="561975" y="981075"/>
                </a:lnTo>
                <a:lnTo>
                  <a:pt x="561975" y="971550"/>
                </a:lnTo>
                <a:lnTo>
                  <a:pt x="571500" y="971550"/>
                </a:lnTo>
                <a:close/>
                <a:moveTo>
                  <a:pt x="619125" y="971550"/>
                </a:moveTo>
                <a:lnTo>
                  <a:pt x="628650" y="971550"/>
                </a:lnTo>
                <a:lnTo>
                  <a:pt x="628650" y="981075"/>
                </a:lnTo>
                <a:lnTo>
                  <a:pt x="619125" y="981075"/>
                </a:lnTo>
                <a:close/>
                <a:moveTo>
                  <a:pt x="704850" y="971550"/>
                </a:moveTo>
                <a:lnTo>
                  <a:pt x="714375" y="971550"/>
                </a:lnTo>
                <a:lnTo>
                  <a:pt x="714375" y="981075"/>
                </a:lnTo>
                <a:lnTo>
                  <a:pt x="704850" y="981075"/>
                </a:lnTo>
                <a:close/>
                <a:moveTo>
                  <a:pt x="771525" y="971550"/>
                </a:moveTo>
                <a:lnTo>
                  <a:pt x="809625" y="971550"/>
                </a:lnTo>
                <a:lnTo>
                  <a:pt x="809625" y="981075"/>
                </a:lnTo>
                <a:lnTo>
                  <a:pt x="781050" y="981075"/>
                </a:lnTo>
                <a:lnTo>
                  <a:pt x="781050" y="990600"/>
                </a:lnTo>
                <a:lnTo>
                  <a:pt x="809625" y="990600"/>
                </a:lnTo>
                <a:lnTo>
                  <a:pt x="809625" y="981075"/>
                </a:lnTo>
                <a:lnTo>
                  <a:pt x="828675" y="981075"/>
                </a:lnTo>
                <a:lnTo>
                  <a:pt x="828675" y="971550"/>
                </a:lnTo>
                <a:lnTo>
                  <a:pt x="847725" y="971550"/>
                </a:lnTo>
                <a:lnTo>
                  <a:pt x="847725" y="981075"/>
                </a:lnTo>
                <a:lnTo>
                  <a:pt x="828675" y="981075"/>
                </a:lnTo>
                <a:lnTo>
                  <a:pt x="828675" y="990600"/>
                </a:lnTo>
                <a:lnTo>
                  <a:pt x="809625" y="990600"/>
                </a:lnTo>
                <a:lnTo>
                  <a:pt x="809625" y="1000125"/>
                </a:lnTo>
                <a:lnTo>
                  <a:pt x="819150" y="1000125"/>
                </a:lnTo>
                <a:lnTo>
                  <a:pt x="819150" y="1009650"/>
                </a:lnTo>
                <a:lnTo>
                  <a:pt x="809625" y="1009650"/>
                </a:lnTo>
                <a:lnTo>
                  <a:pt x="809625" y="1019175"/>
                </a:lnTo>
                <a:lnTo>
                  <a:pt x="790575" y="1019175"/>
                </a:lnTo>
                <a:lnTo>
                  <a:pt x="790575" y="1028700"/>
                </a:lnTo>
                <a:lnTo>
                  <a:pt x="781050" y="1028700"/>
                </a:lnTo>
                <a:lnTo>
                  <a:pt x="781050" y="1009650"/>
                </a:lnTo>
                <a:lnTo>
                  <a:pt x="771525" y="1009650"/>
                </a:lnTo>
                <a:close/>
                <a:moveTo>
                  <a:pt x="228600" y="981075"/>
                </a:moveTo>
                <a:lnTo>
                  <a:pt x="247650" y="981075"/>
                </a:lnTo>
                <a:lnTo>
                  <a:pt x="247650" y="990600"/>
                </a:lnTo>
                <a:lnTo>
                  <a:pt x="228600" y="990600"/>
                </a:lnTo>
                <a:close/>
                <a:moveTo>
                  <a:pt x="600075" y="981075"/>
                </a:moveTo>
                <a:lnTo>
                  <a:pt x="609600" y="981075"/>
                </a:lnTo>
                <a:lnTo>
                  <a:pt x="609600" y="990600"/>
                </a:lnTo>
                <a:lnTo>
                  <a:pt x="600075" y="990600"/>
                </a:lnTo>
                <a:close/>
                <a:moveTo>
                  <a:pt x="628650" y="981075"/>
                </a:moveTo>
                <a:lnTo>
                  <a:pt x="638175" y="981075"/>
                </a:lnTo>
                <a:lnTo>
                  <a:pt x="638175" y="990600"/>
                </a:lnTo>
                <a:lnTo>
                  <a:pt x="647700" y="990600"/>
                </a:lnTo>
                <a:lnTo>
                  <a:pt x="647700" y="1000125"/>
                </a:lnTo>
                <a:lnTo>
                  <a:pt x="657225" y="1000125"/>
                </a:lnTo>
                <a:lnTo>
                  <a:pt x="657225" y="1019175"/>
                </a:lnTo>
                <a:lnTo>
                  <a:pt x="666750" y="1019175"/>
                </a:lnTo>
                <a:lnTo>
                  <a:pt x="666750" y="1028700"/>
                </a:lnTo>
                <a:lnTo>
                  <a:pt x="685800" y="1028700"/>
                </a:lnTo>
                <a:lnTo>
                  <a:pt x="685800" y="1019175"/>
                </a:lnTo>
                <a:lnTo>
                  <a:pt x="695325" y="1019175"/>
                </a:lnTo>
                <a:lnTo>
                  <a:pt x="695325" y="1000125"/>
                </a:lnTo>
                <a:lnTo>
                  <a:pt x="704850" y="1000125"/>
                </a:lnTo>
                <a:lnTo>
                  <a:pt x="704850" y="990600"/>
                </a:lnTo>
                <a:lnTo>
                  <a:pt x="714375" y="990600"/>
                </a:lnTo>
                <a:lnTo>
                  <a:pt x="714375" y="981075"/>
                </a:lnTo>
                <a:lnTo>
                  <a:pt x="723900" y="981075"/>
                </a:lnTo>
                <a:lnTo>
                  <a:pt x="723900" y="1009650"/>
                </a:lnTo>
                <a:lnTo>
                  <a:pt x="714375" y="1009650"/>
                </a:lnTo>
                <a:lnTo>
                  <a:pt x="714375" y="1028700"/>
                </a:lnTo>
                <a:lnTo>
                  <a:pt x="704850" y="1028700"/>
                </a:lnTo>
                <a:lnTo>
                  <a:pt x="704850" y="1019175"/>
                </a:lnTo>
                <a:lnTo>
                  <a:pt x="695325" y="1019175"/>
                </a:lnTo>
                <a:lnTo>
                  <a:pt x="695325" y="1028700"/>
                </a:lnTo>
                <a:lnTo>
                  <a:pt x="685800" y="1028700"/>
                </a:lnTo>
                <a:lnTo>
                  <a:pt x="685800" y="1038225"/>
                </a:lnTo>
                <a:lnTo>
                  <a:pt x="657225" y="1038225"/>
                </a:lnTo>
                <a:lnTo>
                  <a:pt x="657225" y="1028700"/>
                </a:lnTo>
                <a:lnTo>
                  <a:pt x="628650" y="1028700"/>
                </a:lnTo>
                <a:lnTo>
                  <a:pt x="628650" y="1000125"/>
                </a:lnTo>
                <a:lnTo>
                  <a:pt x="619125" y="1000125"/>
                </a:lnTo>
                <a:lnTo>
                  <a:pt x="619125" y="990600"/>
                </a:lnTo>
                <a:lnTo>
                  <a:pt x="628650" y="990600"/>
                </a:lnTo>
                <a:close/>
                <a:moveTo>
                  <a:pt x="1085850" y="981075"/>
                </a:moveTo>
                <a:lnTo>
                  <a:pt x="1104900" y="981075"/>
                </a:lnTo>
                <a:lnTo>
                  <a:pt x="1104900" y="990600"/>
                </a:lnTo>
                <a:lnTo>
                  <a:pt x="1085850" y="990600"/>
                </a:lnTo>
                <a:close/>
                <a:moveTo>
                  <a:pt x="1133475" y="981075"/>
                </a:moveTo>
                <a:lnTo>
                  <a:pt x="1152525" y="981075"/>
                </a:lnTo>
                <a:lnTo>
                  <a:pt x="1152525" y="990600"/>
                </a:lnTo>
                <a:lnTo>
                  <a:pt x="1133475" y="990600"/>
                </a:lnTo>
                <a:close/>
                <a:moveTo>
                  <a:pt x="1209675" y="981075"/>
                </a:moveTo>
                <a:lnTo>
                  <a:pt x="1257300" y="981075"/>
                </a:lnTo>
                <a:lnTo>
                  <a:pt x="1257300" y="990600"/>
                </a:lnTo>
                <a:lnTo>
                  <a:pt x="1209675" y="990600"/>
                </a:lnTo>
                <a:close/>
                <a:moveTo>
                  <a:pt x="1266825" y="981075"/>
                </a:moveTo>
                <a:lnTo>
                  <a:pt x="1514475" y="981075"/>
                </a:lnTo>
                <a:lnTo>
                  <a:pt x="1514475" y="990600"/>
                </a:lnTo>
                <a:lnTo>
                  <a:pt x="1390650" y="990600"/>
                </a:lnTo>
                <a:lnTo>
                  <a:pt x="1390650" y="1000125"/>
                </a:lnTo>
                <a:lnTo>
                  <a:pt x="1381125" y="1000125"/>
                </a:lnTo>
                <a:lnTo>
                  <a:pt x="1381125" y="1009650"/>
                </a:lnTo>
                <a:lnTo>
                  <a:pt x="1371600" y="1009650"/>
                </a:lnTo>
                <a:lnTo>
                  <a:pt x="1371600" y="1000125"/>
                </a:lnTo>
                <a:lnTo>
                  <a:pt x="1352550" y="1000125"/>
                </a:lnTo>
                <a:lnTo>
                  <a:pt x="1352550" y="990600"/>
                </a:lnTo>
                <a:lnTo>
                  <a:pt x="1323975" y="990600"/>
                </a:lnTo>
                <a:lnTo>
                  <a:pt x="1323975" y="1009650"/>
                </a:lnTo>
                <a:lnTo>
                  <a:pt x="1314450" y="1009650"/>
                </a:lnTo>
                <a:lnTo>
                  <a:pt x="1314450" y="1019175"/>
                </a:lnTo>
                <a:lnTo>
                  <a:pt x="1304925" y="1019175"/>
                </a:lnTo>
                <a:lnTo>
                  <a:pt x="1304925" y="1009650"/>
                </a:lnTo>
                <a:lnTo>
                  <a:pt x="1295400" y="1009650"/>
                </a:lnTo>
                <a:lnTo>
                  <a:pt x="1295400" y="990600"/>
                </a:lnTo>
                <a:lnTo>
                  <a:pt x="1266825" y="990600"/>
                </a:lnTo>
                <a:close/>
                <a:moveTo>
                  <a:pt x="1571625" y="981075"/>
                </a:moveTo>
                <a:lnTo>
                  <a:pt x="1600200" y="981075"/>
                </a:lnTo>
                <a:lnTo>
                  <a:pt x="1600200" y="1000125"/>
                </a:lnTo>
                <a:lnTo>
                  <a:pt x="1571625" y="1000125"/>
                </a:lnTo>
                <a:close/>
                <a:moveTo>
                  <a:pt x="1257300" y="990600"/>
                </a:moveTo>
                <a:lnTo>
                  <a:pt x="1266825" y="990600"/>
                </a:lnTo>
                <a:lnTo>
                  <a:pt x="1266825" y="1000125"/>
                </a:lnTo>
                <a:lnTo>
                  <a:pt x="1257300" y="1000125"/>
                </a:lnTo>
                <a:close/>
                <a:moveTo>
                  <a:pt x="1514475" y="990600"/>
                </a:moveTo>
                <a:lnTo>
                  <a:pt x="1524000" y="990600"/>
                </a:lnTo>
                <a:lnTo>
                  <a:pt x="1524000" y="1000125"/>
                </a:lnTo>
                <a:lnTo>
                  <a:pt x="1514475" y="1000125"/>
                </a:lnTo>
                <a:close/>
                <a:moveTo>
                  <a:pt x="352425" y="1000125"/>
                </a:moveTo>
                <a:lnTo>
                  <a:pt x="361950" y="1000125"/>
                </a:lnTo>
                <a:lnTo>
                  <a:pt x="361950" y="1009650"/>
                </a:lnTo>
                <a:lnTo>
                  <a:pt x="371475" y="1009650"/>
                </a:lnTo>
                <a:lnTo>
                  <a:pt x="371475" y="1028700"/>
                </a:lnTo>
                <a:lnTo>
                  <a:pt x="361950" y="1028700"/>
                </a:lnTo>
                <a:lnTo>
                  <a:pt x="361950" y="1019175"/>
                </a:lnTo>
                <a:lnTo>
                  <a:pt x="352425" y="1019175"/>
                </a:lnTo>
                <a:close/>
                <a:moveTo>
                  <a:pt x="1047750" y="1009650"/>
                </a:moveTo>
                <a:lnTo>
                  <a:pt x="1057275" y="1009650"/>
                </a:lnTo>
                <a:lnTo>
                  <a:pt x="1057275" y="1028700"/>
                </a:lnTo>
                <a:lnTo>
                  <a:pt x="1066800" y="1028700"/>
                </a:lnTo>
                <a:lnTo>
                  <a:pt x="1066800" y="1047750"/>
                </a:lnTo>
                <a:lnTo>
                  <a:pt x="1047750" y="1047750"/>
                </a:lnTo>
                <a:lnTo>
                  <a:pt x="1047750" y="1066800"/>
                </a:lnTo>
                <a:lnTo>
                  <a:pt x="1000125" y="1066800"/>
                </a:lnTo>
                <a:lnTo>
                  <a:pt x="1000125" y="1047750"/>
                </a:lnTo>
                <a:lnTo>
                  <a:pt x="1019175" y="1047750"/>
                </a:lnTo>
                <a:lnTo>
                  <a:pt x="1019175" y="1038225"/>
                </a:lnTo>
                <a:lnTo>
                  <a:pt x="1038225" y="1038225"/>
                </a:lnTo>
                <a:lnTo>
                  <a:pt x="1038225" y="1028700"/>
                </a:lnTo>
                <a:lnTo>
                  <a:pt x="1047750" y="1028700"/>
                </a:lnTo>
                <a:close/>
                <a:moveTo>
                  <a:pt x="1362075" y="1009650"/>
                </a:moveTo>
                <a:lnTo>
                  <a:pt x="1371600" y="1009650"/>
                </a:lnTo>
                <a:lnTo>
                  <a:pt x="1371600" y="1019175"/>
                </a:lnTo>
                <a:lnTo>
                  <a:pt x="1362075" y="1019175"/>
                </a:lnTo>
                <a:close/>
                <a:moveTo>
                  <a:pt x="1438275" y="1009650"/>
                </a:moveTo>
                <a:lnTo>
                  <a:pt x="1447800" y="1009650"/>
                </a:lnTo>
                <a:lnTo>
                  <a:pt x="1447800" y="1019175"/>
                </a:lnTo>
                <a:lnTo>
                  <a:pt x="1466850" y="1019175"/>
                </a:lnTo>
                <a:lnTo>
                  <a:pt x="1466850" y="1028700"/>
                </a:lnTo>
                <a:lnTo>
                  <a:pt x="1476375" y="1028700"/>
                </a:lnTo>
                <a:lnTo>
                  <a:pt x="1476375" y="1047750"/>
                </a:lnTo>
                <a:lnTo>
                  <a:pt x="1466850" y="1047750"/>
                </a:lnTo>
                <a:lnTo>
                  <a:pt x="1466850" y="1038225"/>
                </a:lnTo>
                <a:lnTo>
                  <a:pt x="1447800" y="1038225"/>
                </a:lnTo>
                <a:lnTo>
                  <a:pt x="1447800" y="1028700"/>
                </a:lnTo>
                <a:lnTo>
                  <a:pt x="1438275" y="1028700"/>
                </a:lnTo>
                <a:close/>
                <a:moveTo>
                  <a:pt x="1514475" y="1009650"/>
                </a:moveTo>
                <a:lnTo>
                  <a:pt x="1524000" y="1009650"/>
                </a:lnTo>
                <a:lnTo>
                  <a:pt x="1524000" y="1028700"/>
                </a:lnTo>
                <a:lnTo>
                  <a:pt x="1504950" y="1028700"/>
                </a:lnTo>
                <a:lnTo>
                  <a:pt x="1504950" y="1019175"/>
                </a:lnTo>
                <a:lnTo>
                  <a:pt x="1514475" y="1019175"/>
                </a:lnTo>
                <a:close/>
                <a:moveTo>
                  <a:pt x="419100" y="1019175"/>
                </a:moveTo>
                <a:lnTo>
                  <a:pt x="447675" y="1019175"/>
                </a:lnTo>
                <a:lnTo>
                  <a:pt x="447675" y="1028700"/>
                </a:lnTo>
                <a:lnTo>
                  <a:pt x="457200" y="1028700"/>
                </a:lnTo>
                <a:lnTo>
                  <a:pt x="457200" y="1047750"/>
                </a:lnTo>
                <a:lnTo>
                  <a:pt x="447675" y="1047750"/>
                </a:lnTo>
                <a:lnTo>
                  <a:pt x="447675" y="1057275"/>
                </a:lnTo>
                <a:lnTo>
                  <a:pt x="438150" y="1057275"/>
                </a:lnTo>
                <a:lnTo>
                  <a:pt x="438150" y="1047750"/>
                </a:lnTo>
                <a:lnTo>
                  <a:pt x="409575" y="1047750"/>
                </a:lnTo>
                <a:lnTo>
                  <a:pt x="409575" y="1028700"/>
                </a:lnTo>
                <a:lnTo>
                  <a:pt x="419100" y="1028700"/>
                </a:lnTo>
                <a:close/>
                <a:moveTo>
                  <a:pt x="733425" y="1019175"/>
                </a:moveTo>
                <a:lnTo>
                  <a:pt x="762000" y="1019175"/>
                </a:lnTo>
                <a:lnTo>
                  <a:pt x="762000" y="1028700"/>
                </a:lnTo>
                <a:lnTo>
                  <a:pt x="752475" y="1028700"/>
                </a:lnTo>
                <a:lnTo>
                  <a:pt x="752475" y="1066800"/>
                </a:lnTo>
                <a:lnTo>
                  <a:pt x="733425" y="1066800"/>
                </a:lnTo>
                <a:lnTo>
                  <a:pt x="733425" y="1047750"/>
                </a:lnTo>
                <a:lnTo>
                  <a:pt x="723900" y="1047750"/>
                </a:lnTo>
                <a:lnTo>
                  <a:pt x="723900" y="1028700"/>
                </a:lnTo>
                <a:lnTo>
                  <a:pt x="733425" y="1028700"/>
                </a:lnTo>
                <a:close/>
                <a:moveTo>
                  <a:pt x="1162050" y="1019175"/>
                </a:moveTo>
                <a:lnTo>
                  <a:pt x="1171575" y="1019175"/>
                </a:lnTo>
                <a:lnTo>
                  <a:pt x="1171575" y="1038225"/>
                </a:lnTo>
                <a:lnTo>
                  <a:pt x="1162050" y="1038225"/>
                </a:lnTo>
                <a:lnTo>
                  <a:pt x="1162050" y="1047750"/>
                </a:lnTo>
                <a:lnTo>
                  <a:pt x="1114425" y="1047750"/>
                </a:lnTo>
                <a:lnTo>
                  <a:pt x="1114425" y="1038225"/>
                </a:lnTo>
                <a:lnTo>
                  <a:pt x="1104900" y="1038225"/>
                </a:lnTo>
                <a:lnTo>
                  <a:pt x="1104900" y="1047750"/>
                </a:lnTo>
                <a:lnTo>
                  <a:pt x="1076325" y="1047750"/>
                </a:lnTo>
                <a:lnTo>
                  <a:pt x="1076325" y="1038225"/>
                </a:lnTo>
                <a:lnTo>
                  <a:pt x="1085850" y="1038225"/>
                </a:lnTo>
                <a:lnTo>
                  <a:pt x="1085850" y="1028700"/>
                </a:lnTo>
                <a:lnTo>
                  <a:pt x="1123950" y="1028700"/>
                </a:lnTo>
                <a:lnTo>
                  <a:pt x="1123950" y="1038225"/>
                </a:lnTo>
                <a:lnTo>
                  <a:pt x="1133475" y="1038225"/>
                </a:lnTo>
                <a:lnTo>
                  <a:pt x="1133475" y="1028700"/>
                </a:lnTo>
                <a:lnTo>
                  <a:pt x="1162050" y="1028700"/>
                </a:lnTo>
                <a:close/>
                <a:moveTo>
                  <a:pt x="1352550" y="1019175"/>
                </a:moveTo>
                <a:lnTo>
                  <a:pt x="1362075" y="1019175"/>
                </a:lnTo>
                <a:lnTo>
                  <a:pt x="1362075" y="1028700"/>
                </a:lnTo>
                <a:lnTo>
                  <a:pt x="1352550" y="1028700"/>
                </a:lnTo>
                <a:close/>
                <a:moveTo>
                  <a:pt x="219075" y="1028700"/>
                </a:moveTo>
                <a:lnTo>
                  <a:pt x="238125" y="1028700"/>
                </a:lnTo>
                <a:lnTo>
                  <a:pt x="238125" y="1047750"/>
                </a:lnTo>
                <a:lnTo>
                  <a:pt x="228600" y="1047750"/>
                </a:lnTo>
                <a:lnTo>
                  <a:pt x="228600" y="1057275"/>
                </a:lnTo>
                <a:lnTo>
                  <a:pt x="200025" y="1057275"/>
                </a:lnTo>
                <a:lnTo>
                  <a:pt x="200025" y="1047750"/>
                </a:lnTo>
                <a:lnTo>
                  <a:pt x="219075" y="1047750"/>
                </a:lnTo>
                <a:close/>
                <a:moveTo>
                  <a:pt x="504825" y="1028700"/>
                </a:moveTo>
                <a:lnTo>
                  <a:pt x="514350" y="1028700"/>
                </a:lnTo>
                <a:lnTo>
                  <a:pt x="514350" y="1038225"/>
                </a:lnTo>
                <a:lnTo>
                  <a:pt x="504825" y="1038225"/>
                </a:lnTo>
                <a:close/>
                <a:moveTo>
                  <a:pt x="552450" y="1028700"/>
                </a:moveTo>
                <a:lnTo>
                  <a:pt x="561975" y="1028700"/>
                </a:lnTo>
                <a:lnTo>
                  <a:pt x="561975" y="1038225"/>
                </a:lnTo>
                <a:lnTo>
                  <a:pt x="552450" y="1038225"/>
                </a:lnTo>
                <a:close/>
                <a:moveTo>
                  <a:pt x="276225" y="1038225"/>
                </a:moveTo>
                <a:lnTo>
                  <a:pt x="295275" y="1038225"/>
                </a:lnTo>
                <a:lnTo>
                  <a:pt x="295275" y="1047750"/>
                </a:lnTo>
                <a:lnTo>
                  <a:pt x="285750" y="1047750"/>
                </a:lnTo>
                <a:lnTo>
                  <a:pt x="285750" y="1057275"/>
                </a:lnTo>
                <a:lnTo>
                  <a:pt x="266700" y="1057275"/>
                </a:lnTo>
                <a:lnTo>
                  <a:pt x="266700" y="1047750"/>
                </a:lnTo>
                <a:lnTo>
                  <a:pt x="276225" y="1047750"/>
                </a:lnTo>
                <a:close/>
                <a:moveTo>
                  <a:pt x="514350" y="1038225"/>
                </a:moveTo>
                <a:lnTo>
                  <a:pt x="523875" y="1038225"/>
                </a:lnTo>
                <a:lnTo>
                  <a:pt x="523875" y="1057275"/>
                </a:lnTo>
                <a:lnTo>
                  <a:pt x="514350" y="1057275"/>
                </a:lnTo>
                <a:close/>
                <a:moveTo>
                  <a:pt x="180975" y="1047750"/>
                </a:moveTo>
                <a:lnTo>
                  <a:pt x="190500" y="1047750"/>
                </a:lnTo>
                <a:lnTo>
                  <a:pt x="190500" y="1057275"/>
                </a:lnTo>
                <a:lnTo>
                  <a:pt x="180975" y="1057275"/>
                </a:lnTo>
                <a:close/>
                <a:moveTo>
                  <a:pt x="295275" y="1047750"/>
                </a:moveTo>
                <a:lnTo>
                  <a:pt x="304800" y="1047750"/>
                </a:lnTo>
                <a:lnTo>
                  <a:pt x="304800" y="1057275"/>
                </a:lnTo>
                <a:lnTo>
                  <a:pt x="295275" y="1057275"/>
                </a:lnTo>
                <a:close/>
                <a:moveTo>
                  <a:pt x="400050" y="1047750"/>
                </a:moveTo>
                <a:lnTo>
                  <a:pt x="409575" y="1047750"/>
                </a:lnTo>
                <a:lnTo>
                  <a:pt x="409575" y="1057275"/>
                </a:lnTo>
                <a:lnTo>
                  <a:pt x="400050" y="1057275"/>
                </a:lnTo>
                <a:close/>
                <a:moveTo>
                  <a:pt x="1171575" y="1047750"/>
                </a:moveTo>
                <a:lnTo>
                  <a:pt x="1200150" y="1047750"/>
                </a:lnTo>
                <a:lnTo>
                  <a:pt x="1200150" y="1066800"/>
                </a:lnTo>
                <a:lnTo>
                  <a:pt x="1181100" y="1066800"/>
                </a:lnTo>
                <a:lnTo>
                  <a:pt x="1181100" y="1057275"/>
                </a:lnTo>
                <a:lnTo>
                  <a:pt x="1171575" y="1057275"/>
                </a:lnTo>
                <a:close/>
                <a:moveTo>
                  <a:pt x="1323975" y="1047750"/>
                </a:moveTo>
                <a:lnTo>
                  <a:pt x="1333500" y="1047750"/>
                </a:lnTo>
                <a:lnTo>
                  <a:pt x="1333500" y="1057275"/>
                </a:lnTo>
                <a:lnTo>
                  <a:pt x="1323975" y="1057275"/>
                </a:lnTo>
                <a:close/>
                <a:moveTo>
                  <a:pt x="495300" y="1057275"/>
                </a:moveTo>
                <a:lnTo>
                  <a:pt x="514350" y="1057275"/>
                </a:lnTo>
                <a:lnTo>
                  <a:pt x="514350" y="1066800"/>
                </a:lnTo>
                <a:lnTo>
                  <a:pt x="504825" y="1066800"/>
                </a:lnTo>
                <a:lnTo>
                  <a:pt x="504825" y="1076325"/>
                </a:lnTo>
                <a:lnTo>
                  <a:pt x="495300" y="1076325"/>
                </a:lnTo>
                <a:lnTo>
                  <a:pt x="495300" y="1085850"/>
                </a:lnTo>
                <a:lnTo>
                  <a:pt x="485775" y="1085850"/>
                </a:lnTo>
                <a:lnTo>
                  <a:pt x="485775" y="1066800"/>
                </a:lnTo>
                <a:lnTo>
                  <a:pt x="495300" y="1066800"/>
                </a:lnTo>
                <a:close/>
                <a:moveTo>
                  <a:pt x="762000" y="1057275"/>
                </a:moveTo>
                <a:lnTo>
                  <a:pt x="790575" y="1057275"/>
                </a:lnTo>
                <a:lnTo>
                  <a:pt x="790575" y="1066800"/>
                </a:lnTo>
                <a:lnTo>
                  <a:pt x="762000" y="1066800"/>
                </a:lnTo>
                <a:close/>
                <a:moveTo>
                  <a:pt x="1123950" y="1057275"/>
                </a:moveTo>
                <a:lnTo>
                  <a:pt x="1133475" y="1057275"/>
                </a:lnTo>
                <a:lnTo>
                  <a:pt x="1133475" y="1066800"/>
                </a:lnTo>
                <a:lnTo>
                  <a:pt x="1123950" y="1066800"/>
                </a:lnTo>
                <a:close/>
                <a:moveTo>
                  <a:pt x="1133475" y="1066800"/>
                </a:moveTo>
                <a:lnTo>
                  <a:pt x="1152525" y="1066800"/>
                </a:lnTo>
                <a:lnTo>
                  <a:pt x="1152525" y="1076325"/>
                </a:lnTo>
                <a:lnTo>
                  <a:pt x="1133475" y="1076325"/>
                </a:lnTo>
                <a:close/>
                <a:moveTo>
                  <a:pt x="1228725" y="1066800"/>
                </a:moveTo>
                <a:lnTo>
                  <a:pt x="1247775" y="1066800"/>
                </a:lnTo>
                <a:lnTo>
                  <a:pt x="1247775" y="1076325"/>
                </a:lnTo>
                <a:lnTo>
                  <a:pt x="1228725" y="1076325"/>
                </a:lnTo>
                <a:close/>
                <a:moveTo>
                  <a:pt x="180975" y="1085850"/>
                </a:moveTo>
                <a:lnTo>
                  <a:pt x="190500" y="1085850"/>
                </a:lnTo>
                <a:lnTo>
                  <a:pt x="190500" y="1095375"/>
                </a:lnTo>
                <a:lnTo>
                  <a:pt x="180975" y="1095375"/>
                </a:lnTo>
                <a:close/>
                <a:moveTo>
                  <a:pt x="190500" y="1095375"/>
                </a:moveTo>
                <a:lnTo>
                  <a:pt x="200025" y="1095375"/>
                </a:lnTo>
                <a:lnTo>
                  <a:pt x="200025" y="1104900"/>
                </a:lnTo>
                <a:lnTo>
                  <a:pt x="190500" y="1104900"/>
                </a:lnTo>
                <a:close/>
                <a:moveTo>
                  <a:pt x="209550" y="1104900"/>
                </a:moveTo>
                <a:lnTo>
                  <a:pt x="238125" y="1104900"/>
                </a:lnTo>
                <a:lnTo>
                  <a:pt x="238125" y="1114425"/>
                </a:lnTo>
                <a:lnTo>
                  <a:pt x="257175" y="1114425"/>
                </a:lnTo>
                <a:lnTo>
                  <a:pt x="257175" y="1104900"/>
                </a:lnTo>
                <a:lnTo>
                  <a:pt x="295275" y="1104900"/>
                </a:lnTo>
                <a:lnTo>
                  <a:pt x="295275" y="1114425"/>
                </a:lnTo>
                <a:lnTo>
                  <a:pt x="304800" y="1114425"/>
                </a:lnTo>
                <a:lnTo>
                  <a:pt x="304800" y="1123950"/>
                </a:lnTo>
                <a:lnTo>
                  <a:pt x="295275" y="1123950"/>
                </a:lnTo>
                <a:lnTo>
                  <a:pt x="295275" y="1133475"/>
                </a:lnTo>
                <a:lnTo>
                  <a:pt x="228600" y="1133475"/>
                </a:lnTo>
                <a:lnTo>
                  <a:pt x="228600" y="1123950"/>
                </a:lnTo>
                <a:lnTo>
                  <a:pt x="209550" y="1123950"/>
                </a:lnTo>
                <a:close/>
                <a:moveTo>
                  <a:pt x="419100" y="1104900"/>
                </a:moveTo>
                <a:lnTo>
                  <a:pt x="466725" y="1104900"/>
                </a:lnTo>
                <a:lnTo>
                  <a:pt x="466725" y="1114425"/>
                </a:lnTo>
                <a:lnTo>
                  <a:pt x="476250" y="1114425"/>
                </a:lnTo>
                <a:lnTo>
                  <a:pt x="476250" y="1123950"/>
                </a:lnTo>
                <a:lnTo>
                  <a:pt x="466725" y="1123950"/>
                </a:lnTo>
                <a:lnTo>
                  <a:pt x="466725" y="1133475"/>
                </a:lnTo>
                <a:lnTo>
                  <a:pt x="419100" y="1133475"/>
                </a:lnTo>
                <a:lnTo>
                  <a:pt x="419100" y="1123950"/>
                </a:lnTo>
                <a:lnTo>
                  <a:pt x="457200" y="1123950"/>
                </a:lnTo>
                <a:lnTo>
                  <a:pt x="457200" y="1114425"/>
                </a:lnTo>
                <a:lnTo>
                  <a:pt x="419100" y="1114425"/>
                </a:lnTo>
                <a:close/>
                <a:moveTo>
                  <a:pt x="314325" y="1114425"/>
                </a:moveTo>
                <a:lnTo>
                  <a:pt x="323850" y="1114425"/>
                </a:lnTo>
                <a:lnTo>
                  <a:pt x="323850" y="1123950"/>
                </a:lnTo>
                <a:lnTo>
                  <a:pt x="314325" y="1123950"/>
                </a:lnTo>
                <a:close/>
                <a:moveTo>
                  <a:pt x="333375" y="1114425"/>
                </a:moveTo>
                <a:lnTo>
                  <a:pt x="371475" y="1114425"/>
                </a:lnTo>
                <a:lnTo>
                  <a:pt x="371475" y="1123950"/>
                </a:lnTo>
                <a:lnTo>
                  <a:pt x="352425" y="1123950"/>
                </a:lnTo>
                <a:lnTo>
                  <a:pt x="352425" y="1133475"/>
                </a:lnTo>
                <a:lnTo>
                  <a:pt x="333375" y="1133475"/>
                </a:lnTo>
                <a:close/>
                <a:moveTo>
                  <a:pt x="533400" y="1114425"/>
                </a:moveTo>
                <a:lnTo>
                  <a:pt x="619125" y="1114425"/>
                </a:lnTo>
                <a:lnTo>
                  <a:pt x="619125" y="1123950"/>
                </a:lnTo>
                <a:lnTo>
                  <a:pt x="581025" y="1123950"/>
                </a:lnTo>
                <a:lnTo>
                  <a:pt x="581025" y="1133475"/>
                </a:lnTo>
                <a:lnTo>
                  <a:pt x="533400" y="1133475"/>
                </a:lnTo>
                <a:close/>
                <a:moveTo>
                  <a:pt x="828675" y="1114425"/>
                </a:moveTo>
                <a:lnTo>
                  <a:pt x="847725" y="1114425"/>
                </a:lnTo>
                <a:lnTo>
                  <a:pt x="847725" y="1133475"/>
                </a:lnTo>
                <a:lnTo>
                  <a:pt x="828675" y="1133475"/>
                </a:lnTo>
                <a:close/>
                <a:moveTo>
                  <a:pt x="990600" y="1114425"/>
                </a:moveTo>
                <a:lnTo>
                  <a:pt x="1009650" y="1114425"/>
                </a:lnTo>
                <a:lnTo>
                  <a:pt x="1009650" y="1123950"/>
                </a:lnTo>
                <a:lnTo>
                  <a:pt x="990600" y="1123950"/>
                </a:lnTo>
                <a:close/>
                <a:moveTo>
                  <a:pt x="1085850" y="1114425"/>
                </a:moveTo>
                <a:lnTo>
                  <a:pt x="1095375" y="1114425"/>
                </a:lnTo>
                <a:lnTo>
                  <a:pt x="1095375" y="1123950"/>
                </a:lnTo>
                <a:lnTo>
                  <a:pt x="1085850" y="1123950"/>
                </a:lnTo>
                <a:close/>
                <a:moveTo>
                  <a:pt x="1123950" y="1114425"/>
                </a:moveTo>
                <a:lnTo>
                  <a:pt x="1133475" y="1114425"/>
                </a:lnTo>
                <a:lnTo>
                  <a:pt x="1133475" y="1123950"/>
                </a:lnTo>
                <a:lnTo>
                  <a:pt x="1123950" y="1123950"/>
                </a:lnTo>
                <a:close/>
                <a:moveTo>
                  <a:pt x="1266825" y="1114425"/>
                </a:moveTo>
                <a:lnTo>
                  <a:pt x="1285875" y="1114425"/>
                </a:lnTo>
                <a:lnTo>
                  <a:pt x="1285875" y="1123950"/>
                </a:lnTo>
                <a:lnTo>
                  <a:pt x="1266825" y="1123950"/>
                </a:lnTo>
                <a:close/>
                <a:moveTo>
                  <a:pt x="1314450" y="1114425"/>
                </a:moveTo>
                <a:lnTo>
                  <a:pt x="1352550" y="1114425"/>
                </a:lnTo>
                <a:lnTo>
                  <a:pt x="1352550" y="1123950"/>
                </a:lnTo>
                <a:lnTo>
                  <a:pt x="1314450" y="1123950"/>
                </a:lnTo>
                <a:close/>
                <a:moveTo>
                  <a:pt x="1724025" y="1152525"/>
                </a:moveTo>
                <a:lnTo>
                  <a:pt x="1733550" y="1152525"/>
                </a:lnTo>
                <a:lnTo>
                  <a:pt x="1733550" y="1162050"/>
                </a:lnTo>
                <a:lnTo>
                  <a:pt x="1743075" y="1162050"/>
                </a:lnTo>
                <a:lnTo>
                  <a:pt x="1743075" y="1181100"/>
                </a:lnTo>
                <a:lnTo>
                  <a:pt x="1733550" y="1181100"/>
                </a:lnTo>
                <a:lnTo>
                  <a:pt x="1733550" y="1209675"/>
                </a:lnTo>
                <a:lnTo>
                  <a:pt x="1724025" y="1209675"/>
                </a:lnTo>
                <a:close/>
                <a:moveTo>
                  <a:pt x="1704975" y="1190625"/>
                </a:moveTo>
                <a:lnTo>
                  <a:pt x="1714500" y="1190625"/>
                </a:lnTo>
                <a:lnTo>
                  <a:pt x="1714500" y="1209675"/>
                </a:lnTo>
                <a:lnTo>
                  <a:pt x="1704975" y="1209675"/>
                </a:lnTo>
                <a:lnTo>
                  <a:pt x="1704975" y="1219200"/>
                </a:lnTo>
                <a:lnTo>
                  <a:pt x="1695450" y="1219200"/>
                </a:lnTo>
                <a:lnTo>
                  <a:pt x="1695450" y="1200150"/>
                </a:lnTo>
                <a:lnTo>
                  <a:pt x="1704975" y="1200150"/>
                </a:lnTo>
                <a:close/>
                <a:moveTo>
                  <a:pt x="1724025" y="1219200"/>
                </a:moveTo>
                <a:lnTo>
                  <a:pt x="1733550" y="1219200"/>
                </a:lnTo>
                <a:lnTo>
                  <a:pt x="1733550" y="1257300"/>
                </a:lnTo>
                <a:lnTo>
                  <a:pt x="1724025" y="1257300"/>
                </a:lnTo>
                <a:lnTo>
                  <a:pt x="1724025" y="1238250"/>
                </a:lnTo>
                <a:lnTo>
                  <a:pt x="1704975" y="1238250"/>
                </a:lnTo>
                <a:lnTo>
                  <a:pt x="1704975" y="1257300"/>
                </a:lnTo>
                <a:lnTo>
                  <a:pt x="1685925" y="1257300"/>
                </a:lnTo>
                <a:lnTo>
                  <a:pt x="1685925" y="1247775"/>
                </a:lnTo>
                <a:lnTo>
                  <a:pt x="1695450" y="1247775"/>
                </a:lnTo>
                <a:lnTo>
                  <a:pt x="1695450" y="1228725"/>
                </a:lnTo>
                <a:lnTo>
                  <a:pt x="1724025" y="1228725"/>
                </a:lnTo>
                <a:close/>
                <a:moveTo>
                  <a:pt x="1704975" y="1257300"/>
                </a:moveTo>
                <a:lnTo>
                  <a:pt x="1724025" y="1257300"/>
                </a:lnTo>
                <a:lnTo>
                  <a:pt x="1724025" y="1266825"/>
                </a:lnTo>
                <a:lnTo>
                  <a:pt x="1704975" y="1266825"/>
                </a:lnTo>
                <a:close/>
                <a:moveTo>
                  <a:pt x="723900" y="1371600"/>
                </a:moveTo>
                <a:lnTo>
                  <a:pt x="742950" y="1371600"/>
                </a:lnTo>
                <a:lnTo>
                  <a:pt x="742950" y="1390650"/>
                </a:lnTo>
                <a:lnTo>
                  <a:pt x="723900" y="1390650"/>
                </a:lnTo>
                <a:close/>
                <a:moveTo>
                  <a:pt x="1362075" y="1371600"/>
                </a:moveTo>
                <a:lnTo>
                  <a:pt x="1381125" y="1371600"/>
                </a:lnTo>
                <a:lnTo>
                  <a:pt x="1381125" y="1390650"/>
                </a:lnTo>
                <a:lnTo>
                  <a:pt x="1362075" y="1390650"/>
                </a:lnTo>
                <a:close/>
                <a:moveTo>
                  <a:pt x="552450" y="1381125"/>
                </a:moveTo>
                <a:lnTo>
                  <a:pt x="561975" y="1381125"/>
                </a:lnTo>
                <a:lnTo>
                  <a:pt x="561975" y="1400175"/>
                </a:lnTo>
                <a:lnTo>
                  <a:pt x="552450" y="1400175"/>
                </a:lnTo>
                <a:close/>
                <a:moveTo>
                  <a:pt x="1304925" y="1390650"/>
                </a:moveTo>
                <a:lnTo>
                  <a:pt x="1314450" y="1390650"/>
                </a:lnTo>
                <a:lnTo>
                  <a:pt x="1314450" y="1400175"/>
                </a:lnTo>
                <a:lnTo>
                  <a:pt x="1304925" y="1400175"/>
                </a:lnTo>
                <a:close/>
                <a:moveTo>
                  <a:pt x="542925" y="1400175"/>
                </a:moveTo>
                <a:lnTo>
                  <a:pt x="552450" y="1400175"/>
                </a:lnTo>
                <a:lnTo>
                  <a:pt x="552450" y="1419225"/>
                </a:lnTo>
                <a:lnTo>
                  <a:pt x="542925" y="1419225"/>
                </a:lnTo>
                <a:close/>
                <a:moveTo>
                  <a:pt x="561975" y="1400175"/>
                </a:moveTo>
                <a:lnTo>
                  <a:pt x="571500" y="1400175"/>
                </a:lnTo>
                <a:lnTo>
                  <a:pt x="571500" y="1428750"/>
                </a:lnTo>
                <a:lnTo>
                  <a:pt x="561975" y="1428750"/>
                </a:lnTo>
                <a:close/>
                <a:moveTo>
                  <a:pt x="1285875" y="1400175"/>
                </a:moveTo>
                <a:lnTo>
                  <a:pt x="1304925" y="1400175"/>
                </a:lnTo>
                <a:lnTo>
                  <a:pt x="1304925" y="1409700"/>
                </a:lnTo>
                <a:lnTo>
                  <a:pt x="1285875" y="1409700"/>
                </a:lnTo>
                <a:close/>
                <a:moveTo>
                  <a:pt x="1352550" y="1419225"/>
                </a:moveTo>
                <a:lnTo>
                  <a:pt x="1371600" y="1419225"/>
                </a:lnTo>
                <a:lnTo>
                  <a:pt x="1371600" y="1428750"/>
                </a:lnTo>
                <a:lnTo>
                  <a:pt x="1381125" y="1428750"/>
                </a:lnTo>
                <a:lnTo>
                  <a:pt x="1381125" y="1457325"/>
                </a:lnTo>
                <a:lnTo>
                  <a:pt x="1390650" y="1457325"/>
                </a:lnTo>
                <a:lnTo>
                  <a:pt x="1390650" y="1466850"/>
                </a:lnTo>
                <a:lnTo>
                  <a:pt x="1371600" y="1466850"/>
                </a:lnTo>
                <a:lnTo>
                  <a:pt x="1371600" y="1447800"/>
                </a:lnTo>
                <a:lnTo>
                  <a:pt x="1352550" y="1447800"/>
                </a:lnTo>
                <a:close/>
                <a:moveTo>
                  <a:pt x="304800" y="1428750"/>
                </a:moveTo>
                <a:lnTo>
                  <a:pt x="323850" y="1428750"/>
                </a:lnTo>
                <a:lnTo>
                  <a:pt x="323850" y="1438275"/>
                </a:lnTo>
                <a:lnTo>
                  <a:pt x="314325" y="1438275"/>
                </a:lnTo>
                <a:lnTo>
                  <a:pt x="314325" y="1447800"/>
                </a:lnTo>
                <a:lnTo>
                  <a:pt x="323850" y="1447800"/>
                </a:lnTo>
                <a:lnTo>
                  <a:pt x="323850" y="1457325"/>
                </a:lnTo>
                <a:lnTo>
                  <a:pt x="333375" y="1457325"/>
                </a:lnTo>
                <a:lnTo>
                  <a:pt x="333375" y="1466850"/>
                </a:lnTo>
                <a:lnTo>
                  <a:pt x="361950" y="1466850"/>
                </a:lnTo>
                <a:lnTo>
                  <a:pt x="361950" y="1476375"/>
                </a:lnTo>
                <a:lnTo>
                  <a:pt x="333375" y="1476375"/>
                </a:lnTo>
                <a:lnTo>
                  <a:pt x="333375" y="1485900"/>
                </a:lnTo>
                <a:lnTo>
                  <a:pt x="314325" y="1485900"/>
                </a:lnTo>
                <a:lnTo>
                  <a:pt x="314325" y="1476375"/>
                </a:lnTo>
                <a:lnTo>
                  <a:pt x="304800" y="1476375"/>
                </a:lnTo>
                <a:lnTo>
                  <a:pt x="304800" y="1466850"/>
                </a:lnTo>
                <a:lnTo>
                  <a:pt x="295275" y="1466850"/>
                </a:lnTo>
                <a:lnTo>
                  <a:pt x="295275" y="1457325"/>
                </a:lnTo>
                <a:lnTo>
                  <a:pt x="285750" y="1457325"/>
                </a:lnTo>
                <a:lnTo>
                  <a:pt x="285750" y="1438275"/>
                </a:lnTo>
                <a:lnTo>
                  <a:pt x="304800" y="1438275"/>
                </a:lnTo>
                <a:close/>
                <a:moveTo>
                  <a:pt x="1724025" y="1428750"/>
                </a:moveTo>
                <a:lnTo>
                  <a:pt x="1733550" y="1428750"/>
                </a:lnTo>
                <a:lnTo>
                  <a:pt x="1733550" y="1447800"/>
                </a:lnTo>
                <a:lnTo>
                  <a:pt x="1724025" y="1447800"/>
                </a:lnTo>
                <a:close/>
                <a:moveTo>
                  <a:pt x="257175" y="1438275"/>
                </a:moveTo>
                <a:lnTo>
                  <a:pt x="276225" y="1438275"/>
                </a:lnTo>
                <a:lnTo>
                  <a:pt x="276225" y="1447800"/>
                </a:lnTo>
                <a:lnTo>
                  <a:pt x="266700" y="1447800"/>
                </a:lnTo>
                <a:lnTo>
                  <a:pt x="266700" y="1466850"/>
                </a:lnTo>
                <a:lnTo>
                  <a:pt x="247650" y="1466850"/>
                </a:lnTo>
                <a:lnTo>
                  <a:pt x="247650" y="1447800"/>
                </a:lnTo>
                <a:lnTo>
                  <a:pt x="257175" y="1447800"/>
                </a:lnTo>
                <a:close/>
                <a:moveTo>
                  <a:pt x="409575" y="1457325"/>
                </a:moveTo>
                <a:lnTo>
                  <a:pt x="438150" y="1457325"/>
                </a:lnTo>
                <a:lnTo>
                  <a:pt x="438150" y="1466850"/>
                </a:lnTo>
                <a:lnTo>
                  <a:pt x="457200" y="1466850"/>
                </a:lnTo>
                <a:lnTo>
                  <a:pt x="457200" y="1485900"/>
                </a:lnTo>
                <a:lnTo>
                  <a:pt x="447675" y="1485900"/>
                </a:lnTo>
                <a:lnTo>
                  <a:pt x="447675" y="1476375"/>
                </a:lnTo>
                <a:lnTo>
                  <a:pt x="428625" y="1476375"/>
                </a:lnTo>
                <a:lnTo>
                  <a:pt x="428625" y="1485900"/>
                </a:lnTo>
                <a:lnTo>
                  <a:pt x="419100" y="1485900"/>
                </a:lnTo>
                <a:lnTo>
                  <a:pt x="419100" y="1476375"/>
                </a:lnTo>
                <a:lnTo>
                  <a:pt x="390525" y="1476375"/>
                </a:lnTo>
                <a:lnTo>
                  <a:pt x="390525" y="1466850"/>
                </a:lnTo>
                <a:lnTo>
                  <a:pt x="409575" y="1466850"/>
                </a:lnTo>
                <a:close/>
                <a:moveTo>
                  <a:pt x="1162050" y="1457325"/>
                </a:moveTo>
                <a:lnTo>
                  <a:pt x="1171575" y="1457325"/>
                </a:lnTo>
                <a:lnTo>
                  <a:pt x="1171575" y="1466850"/>
                </a:lnTo>
                <a:lnTo>
                  <a:pt x="1181100" y="1466850"/>
                </a:lnTo>
                <a:lnTo>
                  <a:pt x="1181100" y="1476375"/>
                </a:lnTo>
                <a:lnTo>
                  <a:pt x="1171575" y="1476375"/>
                </a:lnTo>
                <a:lnTo>
                  <a:pt x="1171575" y="1485900"/>
                </a:lnTo>
                <a:lnTo>
                  <a:pt x="1162050" y="1485900"/>
                </a:lnTo>
                <a:lnTo>
                  <a:pt x="1162050" y="1476375"/>
                </a:lnTo>
                <a:lnTo>
                  <a:pt x="1152525" y="1476375"/>
                </a:lnTo>
                <a:lnTo>
                  <a:pt x="1152525" y="1466850"/>
                </a:lnTo>
                <a:lnTo>
                  <a:pt x="1162050" y="1466850"/>
                </a:lnTo>
                <a:close/>
                <a:moveTo>
                  <a:pt x="266700" y="1466850"/>
                </a:moveTo>
                <a:lnTo>
                  <a:pt x="295275" y="1466850"/>
                </a:lnTo>
                <a:lnTo>
                  <a:pt x="295275" y="1476375"/>
                </a:lnTo>
                <a:lnTo>
                  <a:pt x="266700" y="1476375"/>
                </a:lnTo>
                <a:close/>
                <a:moveTo>
                  <a:pt x="476250" y="1466850"/>
                </a:moveTo>
                <a:lnTo>
                  <a:pt x="495300" y="1466850"/>
                </a:lnTo>
                <a:lnTo>
                  <a:pt x="495300" y="1476375"/>
                </a:lnTo>
                <a:lnTo>
                  <a:pt x="476250" y="1476375"/>
                </a:lnTo>
                <a:close/>
                <a:moveTo>
                  <a:pt x="895350" y="1466850"/>
                </a:moveTo>
                <a:lnTo>
                  <a:pt x="914400" y="1466850"/>
                </a:lnTo>
                <a:lnTo>
                  <a:pt x="914400" y="1476375"/>
                </a:lnTo>
                <a:lnTo>
                  <a:pt x="895350" y="1476375"/>
                </a:lnTo>
                <a:close/>
                <a:moveTo>
                  <a:pt x="1228725" y="1466850"/>
                </a:moveTo>
                <a:lnTo>
                  <a:pt x="1238250" y="1466850"/>
                </a:lnTo>
                <a:lnTo>
                  <a:pt x="1238250" y="1476375"/>
                </a:lnTo>
                <a:lnTo>
                  <a:pt x="1228725" y="1476375"/>
                </a:lnTo>
                <a:close/>
                <a:moveTo>
                  <a:pt x="1638300" y="1466850"/>
                </a:moveTo>
                <a:lnTo>
                  <a:pt x="1647825" y="1466850"/>
                </a:lnTo>
                <a:lnTo>
                  <a:pt x="1647825" y="1485900"/>
                </a:lnTo>
                <a:lnTo>
                  <a:pt x="1638300" y="1485900"/>
                </a:lnTo>
                <a:close/>
                <a:moveTo>
                  <a:pt x="1676400" y="1466850"/>
                </a:moveTo>
                <a:lnTo>
                  <a:pt x="1685925" y="1466850"/>
                </a:lnTo>
                <a:lnTo>
                  <a:pt x="1685925" y="1485900"/>
                </a:lnTo>
                <a:lnTo>
                  <a:pt x="1676400" y="1485900"/>
                </a:lnTo>
                <a:close/>
                <a:moveTo>
                  <a:pt x="1724025" y="1466850"/>
                </a:moveTo>
                <a:lnTo>
                  <a:pt x="1733550" y="1466850"/>
                </a:lnTo>
                <a:lnTo>
                  <a:pt x="1733550" y="1485900"/>
                </a:lnTo>
                <a:lnTo>
                  <a:pt x="1724025" y="1485900"/>
                </a:lnTo>
                <a:close/>
                <a:moveTo>
                  <a:pt x="1114425" y="1485900"/>
                </a:moveTo>
                <a:lnTo>
                  <a:pt x="1123950" y="1485900"/>
                </a:lnTo>
                <a:lnTo>
                  <a:pt x="1123950" y="1495425"/>
                </a:lnTo>
                <a:lnTo>
                  <a:pt x="1114425" y="1495425"/>
                </a:lnTo>
                <a:close/>
                <a:moveTo>
                  <a:pt x="533400" y="1504950"/>
                </a:moveTo>
                <a:lnTo>
                  <a:pt x="552450" y="1504950"/>
                </a:lnTo>
                <a:lnTo>
                  <a:pt x="552450" y="1514475"/>
                </a:lnTo>
                <a:lnTo>
                  <a:pt x="533400" y="1514475"/>
                </a:lnTo>
                <a:close/>
                <a:moveTo>
                  <a:pt x="742950" y="1504950"/>
                </a:moveTo>
                <a:lnTo>
                  <a:pt x="752475" y="1504950"/>
                </a:lnTo>
                <a:lnTo>
                  <a:pt x="752475" y="1514475"/>
                </a:lnTo>
                <a:lnTo>
                  <a:pt x="742950" y="1514475"/>
                </a:lnTo>
                <a:close/>
                <a:moveTo>
                  <a:pt x="1000125" y="1504950"/>
                </a:moveTo>
                <a:lnTo>
                  <a:pt x="1047750" y="1504950"/>
                </a:lnTo>
                <a:lnTo>
                  <a:pt x="1047750" y="1533525"/>
                </a:lnTo>
                <a:lnTo>
                  <a:pt x="990600" y="1533525"/>
                </a:lnTo>
                <a:lnTo>
                  <a:pt x="990600" y="1524000"/>
                </a:lnTo>
                <a:lnTo>
                  <a:pt x="1000125" y="1524000"/>
                </a:lnTo>
                <a:close/>
                <a:moveTo>
                  <a:pt x="1085850" y="1504950"/>
                </a:moveTo>
                <a:lnTo>
                  <a:pt x="1104900" y="1504950"/>
                </a:lnTo>
                <a:lnTo>
                  <a:pt x="1104900" y="1514475"/>
                </a:lnTo>
                <a:lnTo>
                  <a:pt x="1085850" y="1514475"/>
                </a:lnTo>
                <a:close/>
                <a:moveTo>
                  <a:pt x="1123950" y="1504950"/>
                </a:moveTo>
                <a:lnTo>
                  <a:pt x="1133475" y="1504950"/>
                </a:lnTo>
                <a:lnTo>
                  <a:pt x="1133475" y="1514475"/>
                </a:lnTo>
                <a:lnTo>
                  <a:pt x="1123950" y="1514475"/>
                </a:lnTo>
                <a:close/>
                <a:moveTo>
                  <a:pt x="1238250" y="1504950"/>
                </a:moveTo>
                <a:lnTo>
                  <a:pt x="1257300" y="1504950"/>
                </a:lnTo>
                <a:lnTo>
                  <a:pt x="1257300" y="1514475"/>
                </a:lnTo>
                <a:lnTo>
                  <a:pt x="1238250" y="1514475"/>
                </a:lnTo>
                <a:close/>
                <a:moveTo>
                  <a:pt x="1381125" y="1504950"/>
                </a:moveTo>
                <a:lnTo>
                  <a:pt x="1400175" y="1504950"/>
                </a:lnTo>
                <a:lnTo>
                  <a:pt x="1400175" y="1514475"/>
                </a:lnTo>
                <a:lnTo>
                  <a:pt x="1381125" y="1514475"/>
                </a:lnTo>
                <a:close/>
                <a:moveTo>
                  <a:pt x="1171575" y="1514475"/>
                </a:moveTo>
                <a:lnTo>
                  <a:pt x="1181100" y="1514475"/>
                </a:lnTo>
                <a:lnTo>
                  <a:pt x="1181100" y="1533525"/>
                </a:lnTo>
                <a:lnTo>
                  <a:pt x="1171575" y="1533525"/>
                </a:lnTo>
                <a:close/>
                <a:moveTo>
                  <a:pt x="1695450" y="1514475"/>
                </a:moveTo>
                <a:lnTo>
                  <a:pt x="1714500" y="1514475"/>
                </a:lnTo>
                <a:lnTo>
                  <a:pt x="1714500" y="1543050"/>
                </a:lnTo>
                <a:lnTo>
                  <a:pt x="1704975" y="1543050"/>
                </a:lnTo>
                <a:lnTo>
                  <a:pt x="1704975" y="1533525"/>
                </a:lnTo>
                <a:lnTo>
                  <a:pt x="1695450" y="1533525"/>
                </a:lnTo>
                <a:lnTo>
                  <a:pt x="1695450" y="1543050"/>
                </a:lnTo>
                <a:lnTo>
                  <a:pt x="1685925" y="1543050"/>
                </a:lnTo>
                <a:lnTo>
                  <a:pt x="1685925" y="1524000"/>
                </a:lnTo>
                <a:lnTo>
                  <a:pt x="1695450" y="1524000"/>
                </a:lnTo>
                <a:close/>
                <a:moveTo>
                  <a:pt x="1724025" y="1514475"/>
                </a:moveTo>
                <a:lnTo>
                  <a:pt x="1733550" y="1514475"/>
                </a:lnTo>
                <a:lnTo>
                  <a:pt x="1733550" y="1543050"/>
                </a:lnTo>
                <a:lnTo>
                  <a:pt x="1724025" y="1543050"/>
                </a:lnTo>
                <a:close/>
                <a:moveTo>
                  <a:pt x="1009650" y="1524000"/>
                </a:moveTo>
                <a:lnTo>
                  <a:pt x="1038225" y="1524000"/>
                </a:lnTo>
                <a:lnTo>
                  <a:pt x="1038225" y="1514475"/>
                </a:lnTo>
                <a:lnTo>
                  <a:pt x="1009650" y="1514475"/>
                </a:lnTo>
                <a:close/>
                <a:moveTo>
                  <a:pt x="1085850" y="1524000"/>
                </a:moveTo>
                <a:lnTo>
                  <a:pt x="1104900" y="1524000"/>
                </a:lnTo>
                <a:lnTo>
                  <a:pt x="1104900" y="1543050"/>
                </a:lnTo>
                <a:lnTo>
                  <a:pt x="1085850" y="1543050"/>
                </a:lnTo>
                <a:close/>
                <a:moveTo>
                  <a:pt x="1438275" y="1524000"/>
                </a:moveTo>
                <a:lnTo>
                  <a:pt x="1447800" y="1524000"/>
                </a:lnTo>
                <a:lnTo>
                  <a:pt x="1447800" y="1533525"/>
                </a:lnTo>
                <a:lnTo>
                  <a:pt x="1438275" y="1533525"/>
                </a:lnTo>
                <a:close/>
                <a:moveTo>
                  <a:pt x="1457325" y="1524000"/>
                </a:moveTo>
                <a:lnTo>
                  <a:pt x="1476375" y="1524000"/>
                </a:lnTo>
                <a:lnTo>
                  <a:pt x="1476375" y="1533525"/>
                </a:lnTo>
                <a:lnTo>
                  <a:pt x="1466850" y="1533525"/>
                </a:lnTo>
                <a:lnTo>
                  <a:pt x="1466850" y="1543050"/>
                </a:lnTo>
                <a:lnTo>
                  <a:pt x="1457325" y="1543050"/>
                </a:lnTo>
                <a:close/>
                <a:moveTo>
                  <a:pt x="581025" y="1533525"/>
                </a:moveTo>
                <a:lnTo>
                  <a:pt x="609600" y="1533525"/>
                </a:lnTo>
                <a:lnTo>
                  <a:pt x="609600" y="1552575"/>
                </a:lnTo>
                <a:lnTo>
                  <a:pt x="600075" y="1552575"/>
                </a:lnTo>
                <a:lnTo>
                  <a:pt x="600075" y="1543050"/>
                </a:lnTo>
                <a:lnTo>
                  <a:pt x="581025" y="1543050"/>
                </a:lnTo>
                <a:close/>
                <a:moveTo>
                  <a:pt x="647700" y="1533525"/>
                </a:moveTo>
                <a:lnTo>
                  <a:pt x="666750" y="1533525"/>
                </a:lnTo>
                <a:lnTo>
                  <a:pt x="666750" y="1543050"/>
                </a:lnTo>
                <a:lnTo>
                  <a:pt x="657225" y="1543050"/>
                </a:lnTo>
                <a:lnTo>
                  <a:pt x="657225" y="1552575"/>
                </a:lnTo>
                <a:lnTo>
                  <a:pt x="676275" y="1552575"/>
                </a:lnTo>
                <a:lnTo>
                  <a:pt x="676275" y="1562100"/>
                </a:lnTo>
                <a:lnTo>
                  <a:pt x="638175" y="1562100"/>
                </a:lnTo>
                <a:lnTo>
                  <a:pt x="638175" y="1543050"/>
                </a:lnTo>
                <a:lnTo>
                  <a:pt x="647700" y="1543050"/>
                </a:lnTo>
                <a:close/>
                <a:moveTo>
                  <a:pt x="1057275" y="1533525"/>
                </a:moveTo>
                <a:lnTo>
                  <a:pt x="1066800" y="1533525"/>
                </a:lnTo>
                <a:lnTo>
                  <a:pt x="1066800" y="1543050"/>
                </a:lnTo>
                <a:lnTo>
                  <a:pt x="1076325" y="1543050"/>
                </a:lnTo>
                <a:lnTo>
                  <a:pt x="1076325" y="1552575"/>
                </a:lnTo>
                <a:lnTo>
                  <a:pt x="1066800" y="1552575"/>
                </a:lnTo>
                <a:lnTo>
                  <a:pt x="1066800" y="1562100"/>
                </a:lnTo>
                <a:lnTo>
                  <a:pt x="1076325" y="1562100"/>
                </a:lnTo>
                <a:lnTo>
                  <a:pt x="1076325" y="1571625"/>
                </a:lnTo>
                <a:lnTo>
                  <a:pt x="1066800" y="1571625"/>
                </a:lnTo>
                <a:lnTo>
                  <a:pt x="1066800" y="1590675"/>
                </a:lnTo>
                <a:lnTo>
                  <a:pt x="1057275" y="1590675"/>
                </a:lnTo>
                <a:lnTo>
                  <a:pt x="1057275" y="1581150"/>
                </a:lnTo>
                <a:lnTo>
                  <a:pt x="1038225" y="1581150"/>
                </a:lnTo>
                <a:lnTo>
                  <a:pt x="1038225" y="1562100"/>
                </a:lnTo>
                <a:lnTo>
                  <a:pt x="1057275" y="1562100"/>
                </a:lnTo>
                <a:close/>
                <a:moveTo>
                  <a:pt x="428625" y="1581150"/>
                </a:moveTo>
                <a:lnTo>
                  <a:pt x="438150" y="1581150"/>
                </a:lnTo>
                <a:lnTo>
                  <a:pt x="438150" y="1600200"/>
                </a:lnTo>
                <a:lnTo>
                  <a:pt x="428625" y="1600200"/>
                </a:lnTo>
                <a:lnTo>
                  <a:pt x="428625" y="1647825"/>
                </a:lnTo>
                <a:lnTo>
                  <a:pt x="419100" y="1647825"/>
                </a:lnTo>
                <a:lnTo>
                  <a:pt x="419100" y="1666875"/>
                </a:lnTo>
                <a:lnTo>
                  <a:pt x="409575" y="1666875"/>
                </a:lnTo>
                <a:lnTo>
                  <a:pt x="409575" y="1657350"/>
                </a:lnTo>
                <a:lnTo>
                  <a:pt x="390525" y="1657350"/>
                </a:lnTo>
                <a:lnTo>
                  <a:pt x="390525" y="1647825"/>
                </a:lnTo>
                <a:lnTo>
                  <a:pt x="409575" y="1647825"/>
                </a:lnTo>
                <a:lnTo>
                  <a:pt x="409575" y="1628775"/>
                </a:lnTo>
                <a:lnTo>
                  <a:pt x="419100" y="1628775"/>
                </a:lnTo>
                <a:lnTo>
                  <a:pt x="419100" y="1590675"/>
                </a:lnTo>
                <a:lnTo>
                  <a:pt x="428625" y="1590675"/>
                </a:lnTo>
                <a:close/>
                <a:moveTo>
                  <a:pt x="1076325" y="1581150"/>
                </a:moveTo>
                <a:lnTo>
                  <a:pt x="1095375" y="1581150"/>
                </a:lnTo>
                <a:lnTo>
                  <a:pt x="1095375" y="1600200"/>
                </a:lnTo>
                <a:lnTo>
                  <a:pt x="1085850" y="1600200"/>
                </a:lnTo>
                <a:lnTo>
                  <a:pt x="1085850" y="1590675"/>
                </a:lnTo>
                <a:lnTo>
                  <a:pt x="1076325" y="1590675"/>
                </a:lnTo>
                <a:close/>
                <a:moveTo>
                  <a:pt x="1609725" y="1581150"/>
                </a:moveTo>
                <a:lnTo>
                  <a:pt x="1619250" y="1581150"/>
                </a:lnTo>
                <a:lnTo>
                  <a:pt x="1619250" y="1590675"/>
                </a:lnTo>
                <a:lnTo>
                  <a:pt x="1609725" y="1590675"/>
                </a:lnTo>
                <a:close/>
                <a:moveTo>
                  <a:pt x="581025" y="1590675"/>
                </a:moveTo>
                <a:lnTo>
                  <a:pt x="590550" y="1590675"/>
                </a:lnTo>
                <a:lnTo>
                  <a:pt x="590550" y="1609725"/>
                </a:lnTo>
                <a:lnTo>
                  <a:pt x="581025" y="1609725"/>
                </a:lnTo>
                <a:lnTo>
                  <a:pt x="581025" y="1628775"/>
                </a:lnTo>
                <a:lnTo>
                  <a:pt x="571500" y="1628775"/>
                </a:lnTo>
                <a:lnTo>
                  <a:pt x="571500" y="1600200"/>
                </a:lnTo>
                <a:lnTo>
                  <a:pt x="581025" y="1600200"/>
                </a:lnTo>
                <a:close/>
                <a:moveTo>
                  <a:pt x="828675" y="1590675"/>
                </a:moveTo>
                <a:lnTo>
                  <a:pt x="847725" y="1590675"/>
                </a:lnTo>
                <a:lnTo>
                  <a:pt x="847725" y="1600200"/>
                </a:lnTo>
                <a:lnTo>
                  <a:pt x="828675" y="1600200"/>
                </a:lnTo>
                <a:close/>
                <a:moveTo>
                  <a:pt x="971550" y="1590675"/>
                </a:moveTo>
                <a:lnTo>
                  <a:pt x="981075" y="1590675"/>
                </a:lnTo>
                <a:lnTo>
                  <a:pt x="981075" y="1600200"/>
                </a:lnTo>
                <a:lnTo>
                  <a:pt x="971550" y="1600200"/>
                </a:lnTo>
                <a:close/>
                <a:moveTo>
                  <a:pt x="1466850" y="1590675"/>
                </a:moveTo>
                <a:lnTo>
                  <a:pt x="1485900" y="1590675"/>
                </a:lnTo>
                <a:lnTo>
                  <a:pt x="1485900" y="1609725"/>
                </a:lnTo>
                <a:lnTo>
                  <a:pt x="1476375" y="1609725"/>
                </a:lnTo>
                <a:lnTo>
                  <a:pt x="1476375" y="1600200"/>
                </a:lnTo>
                <a:lnTo>
                  <a:pt x="1466850" y="1600200"/>
                </a:lnTo>
                <a:close/>
                <a:moveTo>
                  <a:pt x="1552575" y="1600200"/>
                </a:moveTo>
                <a:lnTo>
                  <a:pt x="1562100" y="1600200"/>
                </a:lnTo>
                <a:lnTo>
                  <a:pt x="1562100" y="1609725"/>
                </a:lnTo>
                <a:lnTo>
                  <a:pt x="1552575" y="1609725"/>
                </a:lnTo>
                <a:close/>
                <a:moveTo>
                  <a:pt x="1571625" y="1600200"/>
                </a:moveTo>
                <a:lnTo>
                  <a:pt x="1609725" y="1600200"/>
                </a:lnTo>
                <a:lnTo>
                  <a:pt x="1609725" y="1609725"/>
                </a:lnTo>
                <a:lnTo>
                  <a:pt x="1600200" y="1609725"/>
                </a:lnTo>
                <a:lnTo>
                  <a:pt x="1600200" y="1628775"/>
                </a:lnTo>
                <a:lnTo>
                  <a:pt x="1590675" y="1628775"/>
                </a:lnTo>
                <a:lnTo>
                  <a:pt x="1590675" y="1609725"/>
                </a:lnTo>
                <a:lnTo>
                  <a:pt x="1571625" y="1609725"/>
                </a:lnTo>
                <a:close/>
                <a:moveTo>
                  <a:pt x="180975" y="1609725"/>
                </a:moveTo>
                <a:lnTo>
                  <a:pt x="200025" y="1609725"/>
                </a:lnTo>
                <a:lnTo>
                  <a:pt x="200025" y="1638300"/>
                </a:lnTo>
                <a:lnTo>
                  <a:pt x="190500" y="1638300"/>
                </a:lnTo>
                <a:lnTo>
                  <a:pt x="190500" y="1628775"/>
                </a:lnTo>
                <a:lnTo>
                  <a:pt x="180975" y="1628775"/>
                </a:lnTo>
                <a:close/>
                <a:moveTo>
                  <a:pt x="1514475" y="1628775"/>
                </a:moveTo>
                <a:lnTo>
                  <a:pt x="1524000" y="1628775"/>
                </a:lnTo>
                <a:lnTo>
                  <a:pt x="1524000" y="1647825"/>
                </a:lnTo>
                <a:lnTo>
                  <a:pt x="1514475" y="1647825"/>
                </a:lnTo>
                <a:close/>
                <a:moveTo>
                  <a:pt x="180975" y="1638300"/>
                </a:moveTo>
                <a:lnTo>
                  <a:pt x="190500" y="1638300"/>
                </a:lnTo>
                <a:lnTo>
                  <a:pt x="190500" y="1666875"/>
                </a:lnTo>
                <a:lnTo>
                  <a:pt x="180975" y="1666875"/>
                </a:lnTo>
                <a:close/>
                <a:moveTo>
                  <a:pt x="1571625" y="1638300"/>
                </a:moveTo>
                <a:lnTo>
                  <a:pt x="1590675" y="1638300"/>
                </a:lnTo>
                <a:lnTo>
                  <a:pt x="1590675" y="1657350"/>
                </a:lnTo>
                <a:lnTo>
                  <a:pt x="1600200" y="1657350"/>
                </a:lnTo>
                <a:lnTo>
                  <a:pt x="1600200" y="1666875"/>
                </a:lnTo>
                <a:lnTo>
                  <a:pt x="1581150" y="1666875"/>
                </a:lnTo>
                <a:lnTo>
                  <a:pt x="1581150" y="1647825"/>
                </a:lnTo>
                <a:lnTo>
                  <a:pt x="1571625" y="1647825"/>
                </a:lnTo>
                <a:close/>
                <a:moveTo>
                  <a:pt x="1676400" y="1638300"/>
                </a:moveTo>
                <a:lnTo>
                  <a:pt x="1695450" y="1638300"/>
                </a:lnTo>
                <a:lnTo>
                  <a:pt x="1695450" y="1647825"/>
                </a:lnTo>
                <a:lnTo>
                  <a:pt x="1685925" y="1647825"/>
                </a:lnTo>
                <a:lnTo>
                  <a:pt x="1685925" y="1657350"/>
                </a:lnTo>
                <a:lnTo>
                  <a:pt x="1676400" y="1657350"/>
                </a:lnTo>
                <a:close/>
                <a:moveTo>
                  <a:pt x="200025" y="1647825"/>
                </a:moveTo>
                <a:lnTo>
                  <a:pt x="209550" y="1647825"/>
                </a:lnTo>
                <a:lnTo>
                  <a:pt x="209550" y="1666875"/>
                </a:lnTo>
                <a:lnTo>
                  <a:pt x="200025" y="1666875"/>
                </a:lnTo>
                <a:close/>
                <a:moveTo>
                  <a:pt x="942975" y="1666875"/>
                </a:moveTo>
                <a:lnTo>
                  <a:pt x="952500" y="1666875"/>
                </a:lnTo>
                <a:lnTo>
                  <a:pt x="952500" y="1676400"/>
                </a:lnTo>
                <a:lnTo>
                  <a:pt x="990600" y="1676400"/>
                </a:lnTo>
                <a:lnTo>
                  <a:pt x="990600" y="1685925"/>
                </a:lnTo>
                <a:lnTo>
                  <a:pt x="1000125" y="1685925"/>
                </a:lnTo>
                <a:lnTo>
                  <a:pt x="1000125" y="1695450"/>
                </a:lnTo>
                <a:lnTo>
                  <a:pt x="981075" y="1695450"/>
                </a:lnTo>
                <a:lnTo>
                  <a:pt x="981075" y="1704975"/>
                </a:lnTo>
                <a:lnTo>
                  <a:pt x="971550" y="1704975"/>
                </a:lnTo>
                <a:lnTo>
                  <a:pt x="971550" y="1714500"/>
                </a:lnTo>
                <a:lnTo>
                  <a:pt x="942975" y="1714500"/>
                </a:lnTo>
                <a:lnTo>
                  <a:pt x="942975" y="1724025"/>
                </a:lnTo>
                <a:lnTo>
                  <a:pt x="933450" y="1724025"/>
                </a:lnTo>
                <a:lnTo>
                  <a:pt x="933450" y="1676400"/>
                </a:lnTo>
                <a:lnTo>
                  <a:pt x="942975" y="1676400"/>
                </a:lnTo>
                <a:close/>
                <a:moveTo>
                  <a:pt x="1600200" y="1666875"/>
                </a:moveTo>
                <a:lnTo>
                  <a:pt x="1609725" y="1666875"/>
                </a:lnTo>
                <a:lnTo>
                  <a:pt x="1609725" y="1676400"/>
                </a:lnTo>
                <a:lnTo>
                  <a:pt x="1628775" y="1676400"/>
                </a:lnTo>
                <a:lnTo>
                  <a:pt x="1628775" y="1695450"/>
                </a:lnTo>
                <a:lnTo>
                  <a:pt x="1657350" y="1695450"/>
                </a:lnTo>
                <a:lnTo>
                  <a:pt x="1657350" y="1704975"/>
                </a:lnTo>
                <a:lnTo>
                  <a:pt x="1666875" y="1704975"/>
                </a:lnTo>
                <a:lnTo>
                  <a:pt x="1666875" y="1714500"/>
                </a:lnTo>
                <a:lnTo>
                  <a:pt x="1657350" y="1714500"/>
                </a:lnTo>
                <a:lnTo>
                  <a:pt x="1657350" y="1724025"/>
                </a:lnTo>
                <a:lnTo>
                  <a:pt x="1647825" y="1724025"/>
                </a:lnTo>
                <a:lnTo>
                  <a:pt x="1647825" y="1733550"/>
                </a:lnTo>
                <a:lnTo>
                  <a:pt x="1619250" y="1733550"/>
                </a:lnTo>
                <a:lnTo>
                  <a:pt x="1619250" y="1724025"/>
                </a:lnTo>
                <a:lnTo>
                  <a:pt x="1600200" y="1724025"/>
                </a:lnTo>
                <a:lnTo>
                  <a:pt x="1600200" y="1704975"/>
                </a:lnTo>
                <a:lnTo>
                  <a:pt x="1590675" y="1704975"/>
                </a:lnTo>
                <a:lnTo>
                  <a:pt x="1590675" y="1695450"/>
                </a:lnTo>
                <a:lnTo>
                  <a:pt x="1600200" y="1695450"/>
                </a:lnTo>
                <a:close/>
                <a:moveTo>
                  <a:pt x="352425" y="1676400"/>
                </a:moveTo>
                <a:lnTo>
                  <a:pt x="371475" y="1676400"/>
                </a:lnTo>
                <a:lnTo>
                  <a:pt x="371475" y="1685925"/>
                </a:lnTo>
                <a:lnTo>
                  <a:pt x="361950" y="1685925"/>
                </a:lnTo>
                <a:lnTo>
                  <a:pt x="361950" y="1695450"/>
                </a:lnTo>
                <a:lnTo>
                  <a:pt x="352425" y="1695450"/>
                </a:lnTo>
                <a:close/>
                <a:moveTo>
                  <a:pt x="876300" y="1676400"/>
                </a:moveTo>
                <a:lnTo>
                  <a:pt x="895350" y="1676400"/>
                </a:lnTo>
                <a:lnTo>
                  <a:pt x="895350" y="1695450"/>
                </a:lnTo>
                <a:lnTo>
                  <a:pt x="885825" y="1695450"/>
                </a:lnTo>
                <a:lnTo>
                  <a:pt x="885825" y="1685925"/>
                </a:lnTo>
                <a:lnTo>
                  <a:pt x="876300" y="1685925"/>
                </a:lnTo>
                <a:close/>
                <a:moveTo>
                  <a:pt x="1028700" y="1676400"/>
                </a:moveTo>
                <a:lnTo>
                  <a:pt x="1038225" y="1676400"/>
                </a:lnTo>
                <a:lnTo>
                  <a:pt x="1038225" y="1704975"/>
                </a:lnTo>
                <a:lnTo>
                  <a:pt x="1019175" y="1704975"/>
                </a:lnTo>
                <a:lnTo>
                  <a:pt x="1019175" y="1685925"/>
                </a:lnTo>
                <a:lnTo>
                  <a:pt x="1028700" y="1685925"/>
                </a:lnTo>
                <a:close/>
                <a:moveTo>
                  <a:pt x="1047750" y="1676400"/>
                </a:moveTo>
                <a:lnTo>
                  <a:pt x="1095375" y="1676400"/>
                </a:lnTo>
                <a:lnTo>
                  <a:pt x="1095375" y="1685925"/>
                </a:lnTo>
                <a:lnTo>
                  <a:pt x="1047750" y="1685925"/>
                </a:lnTo>
                <a:close/>
                <a:moveTo>
                  <a:pt x="1266825" y="1676400"/>
                </a:moveTo>
                <a:lnTo>
                  <a:pt x="1295400" y="1676400"/>
                </a:lnTo>
                <a:lnTo>
                  <a:pt x="1295400" y="1695450"/>
                </a:lnTo>
                <a:lnTo>
                  <a:pt x="1266825" y="1695450"/>
                </a:lnTo>
                <a:close/>
                <a:moveTo>
                  <a:pt x="371475" y="1685925"/>
                </a:moveTo>
                <a:lnTo>
                  <a:pt x="381000" y="1685925"/>
                </a:lnTo>
                <a:lnTo>
                  <a:pt x="381000" y="1695450"/>
                </a:lnTo>
                <a:lnTo>
                  <a:pt x="371475" y="1695450"/>
                </a:lnTo>
                <a:close/>
                <a:moveTo>
                  <a:pt x="419100" y="1685925"/>
                </a:moveTo>
                <a:lnTo>
                  <a:pt x="428625" y="1685925"/>
                </a:lnTo>
                <a:lnTo>
                  <a:pt x="428625" y="1704975"/>
                </a:lnTo>
                <a:lnTo>
                  <a:pt x="438150" y="1704975"/>
                </a:lnTo>
                <a:lnTo>
                  <a:pt x="438150" y="1714500"/>
                </a:lnTo>
                <a:lnTo>
                  <a:pt x="428625" y="1714500"/>
                </a:lnTo>
                <a:lnTo>
                  <a:pt x="428625" y="1724025"/>
                </a:lnTo>
                <a:lnTo>
                  <a:pt x="419100" y="1724025"/>
                </a:lnTo>
                <a:lnTo>
                  <a:pt x="419100" y="1704975"/>
                </a:lnTo>
                <a:lnTo>
                  <a:pt x="409575" y="1704975"/>
                </a:lnTo>
                <a:lnTo>
                  <a:pt x="409575" y="1695450"/>
                </a:lnTo>
                <a:lnTo>
                  <a:pt x="419100" y="1695450"/>
                </a:lnTo>
                <a:close/>
                <a:moveTo>
                  <a:pt x="561975" y="1685925"/>
                </a:moveTo>
                <a:lnTo>
                  <a:pt x="600075" y="1685925"/>
                </a:lnTo>
                <a:lnTo>
                  <a:pt x="600075" y="1695450"/>
                </a:lnTo>
                <a:lnTo>
                  <a:pt x="561975" y="1695450"/>
                </a:lnTo>
                <a:close/>
                <a:moveTo>
                  <a:pt x="504825" y="1695450"/>
                </a:moveTo>
                <a:lnTo>
                  <a:pt x="523875" y="1695450"/>
                </a:lnTo>
                <a:lnTo>
                  <a:pt x="523875" y="1704975"/>
                </a:lnTo>
                <a:lnTo>
                  <a:pt x="504825" y="1704975"/>
                </a:lnTo>
                <a:close/>
                <a:moveTo>
                  <a:pt x="1695450" y="1695450"/>
                </a:moveTo>
                <a:lnTo>
                  <a:pt x="1704975" y="1695450"/>
                </a:lnTo>
                <a:lnTo>
                  <a:pt x="1704975" y="1714500"/>
                </a:lnTo>
                <a:lnTo>
                  <a:pt x="1695450" y="1714500"/>
                </a:lnTo>
                <a:close/>
                <a:moveTo>
                  <a:pt x="190500" y="1704975"/>
                </a:moveTo>
                <a:lnTo>
                  <a:pt x="200025" y="1704975"/>
                </a:lnTo>
                <a:lnTo>
                  <a:pt x="200025" y="1714500"/>
                </a:lnTo>
                <a:lnTo>
                  <a:pt x="190500" y="1714500"/>
                </a:lnTo>
                <a:close/>
                <a:moveTo>
                  <a:pt x="190500" y="1724025"/>
                </a:moveTo>
                <a:lnTo>
                  <a:pt x="200025" y="1724025"/>
                </a:lnTo>
                <a:lnTo>
                  <a:pt x="200025" y="1743075"/>
                </a:lnTo>
                <a:lnTo>
                  <a:pt x="190500" y="1743075"/>
                </a:lnTo>
                <a:close/>
                <a:moveTo>
                  <a:pt x="428625" y="1724025"/>
                </a:moveTo>
                <a:lnTo>
                  <a:pt x="457200" y="1724025"/>
                </a:lnTo>
                <a:lnTo>
                  <a:pt x="457200" y="1733550"/>
                </a:lnTo>
                <a:lnTo>
                  <a:pt x="428625" y="1733550"/>
                </a:lnTo>
                <a:close/>
                <a:moveTo>
                  <a:pt x="247650" y="1762125"/>
                </a:moveTo>
                <a:lnTo>
                  <a:pt x="257175" y="1762125"/>
                </a:lnTo>
                <a:lnTo>
                  <a:pt x="257175" y="1771650"/>
                </a:lnTo>
                <a:lnTo>
                  <a:pt x="247650" y="1771650"/>
                </a:lnTo>
                <a:close/>
                <a:moveTo>
                  <a:pt x="742950" y="1762125"/>
                </a:moveTo>
                <a:lnTo>
                  <a:pt x="752475" y="1762125"/>
                </a:lnTo>
                <a:lnTo>
                  <a:pt x="752475" y="1781175"/>
                </a:lnTo>
                <a:lnTo>
                  <a:pt x="762000" y="1781175"/>
                </a:lnTo>
                <a:lnTo>
                  <a:pt x="762000" y="1800225"/>
                </a:lnTo>
                <a:lnTo>
                  <a:pt x="771525" y="1800225"/>
                </a:lnTo>
                <a:lnTo>
                  <a:pt x="771525" y="1809750"/>
                </a:lnTo>
                <a:lnTo>
                  <a:pt x="752475" y="1809750"/>
                </a:lnTo>
                <a:lnTo>
                  <a:pt x="752475" y="1800225"/>
                </a:lnTo>
                <a:lnTo>
                  <a:pt x="742950" y="1800225"/>
                </a:lnTo>
                <a:lnTo>
                  <a:pt x="742950" y="1790700"/>
                </a:lnTo>
                <a:lnTo>
                  <a:pt x="733425" y="1790700"/>
                </a:lnTo>
                <a:lnTo>
                  <a:pt x="733425" y="1771650"/>
                </a:lnTo>
                <a:lnTo>
                  <a:pt x="742950" y="1771650"/>
                </a:lnTo>
                <a:close/>
                <a:moveTo>
                  <a:pt x="857250" y="1771650"/>
                </a:moveTo>
                <a:lnTo>
                  <a:pt x="866775" y="1771650"/>
                </a:lnTo>
                <a:lnTo>
                  <a:pt x="866775" y="1781175"/>
                </a:lnTo>
                <a:lnTo>
                  <a:pt x="857250" y="1781175"/>
                </a:lnTo>
                <a:close/>
                <a:moveTo>
                  <a:pt x="647700" y="1800225"/>
                </a:moveTo>
                <a:lnTo>
                  <a:pt x="657225" y="1800225"/>
                </a:lnTo>
                <a:lnTo>
                  <a:pt x="657225" y="1828800"/>
                </a:lnTo>
                <a:lnTo>
                  <a:pt x="638175" y="1828800"/>
                </a:lnTo>
                <a:lnTo>
                  <a:pt x="638175" y="1809750"/>
                </a:lnTo>
                <a:lnTo>
                  <a:pt x="647700" y="1809750"/>
                </a:lnTo>
                <a:close/>
                <a:moveTo>
                  <a:pt x="600075" y="1819275"/>
                </a:moveTo>
                <a:lnTo>
                  <a:pt x="609600" y="1819275"/>
                </a:lnTo>
                <a:lnTo>
                  <a:pt x="609600" y="1838325"/>
                </a:lnTo>
                <a:lnTo>
                  <a:pt x="628650" y="1838325"/>
                </a:lnTo>
                <a:lnTo>
                  <a:pt x="628650" y="1847850"/>
                </a:lnTo>
                <a:lnTo>
                  <a:pt x="638175" y="1847850"/>
                </a:lnTo>
                <a:lnTo>
                  <a:pt x="638175" y="1838325"/>
                </a:lnTo>
                <a:lnTo>
                  <a:pt x="685800" y="1838325"/>
                </a:lnTo>
                <a:lnTo>
                  <a:pt x="685800" y="1847850"/>
                </a:lnTo>
                <a:lnTo>
                  <a:pt x="676275" y="1847850"/>
                </a:lnTo>
                <a:lnTo>
                  <a:pt x="676275" y="1857375"/>
                </a:lnTo>
                <a:lnTo>
                  <a:pt x="619125" y="1857375"/>
                </a:lnTo>
                <a:lnTo>
                  <a:pt x="619125" y="1847850"/>
                </a:lnTo>
                <a:lnTo>
                  <a:pt x="590550" y="1847850"/>
                </a:lnTo>
                <a:lnTo>
                  <a:pt x="590550" y="1857375"/>
                </a:lnTo>
                <a:lnTo>
                  <a:pt x="581025" y="1857375"/>
                </a:lnTo>
                <a:lnTo>
                  <a:pt x="581025" y="1838325"/>
                </a:lnTo>
                <a:lnTo>
                  <a:pt x="600075" y="1838325"/>
                </a:lnTo>
                <a:close/>
                <a:moveTo>
                  <a:pt x="733425" y="1838325"/>
                </a:moveTo>
                <a:lnTo>
                  <a:pt x="742950" y="1838325"/>
                </a:lnTo>
                <a:lnTo>
                  <a:pt x="742950" y="1857375"/>
                </a:lnTo>
                <a:lnTo>
                  <a:pt x="752475" y="1857375"/>
                </a:lnTo>
                <a:lnTo>
                  <a:pt x="752475" y="1866900"/>
                </a:lnTo>
                <a:lnTo>
                  <a:pt x="733425" y="1866900"/>
                </a:lnTo>
                <a:close/>
                <a:moveTo>
                  <a:pt x="523875" y="1857375"/>
                </a:moveTo>
                <a:lnTo>
                  <a:pt x="581025" y="1857375"/>
                </a:lnTo>
                <a:lnTo>
                  <a:pt x="581025" y="1866900"/>
                </a:lnTo>
                <a:lnTo>
                  <a:pt x="561975" y="1866900"/>
                </a:lnTo>
                <a:lnTo>
                  <a:pt x="561975" y="1876425"/>
                </a:lnTo>
                <a:lnTo>
                  <a:pt x="552450" y="1876425"/>
                </a:lnTo>
                <a:lnTo>
                  <a:pt x="552450" y="1866900"/>
                </a:lnTo>
                <a:lnTo>
                  <a:pt x="523875" y="1866900"/>
                </a:lnTo>
                <a:close/>
                <a:moveTo>
                  <a:pt x="190500" y="1866900"/>
                </a:moveTo>
                <a:lnTo>
                  <a:pt x="200025" y="1866900"/>
                </a:lnTo>
                <a:lnTo>
                  <a:pt x="200025" y="1876425"/>
                </a:lnTo>
                <a:lnTo>
                  <a:pt x="190500" y="1876425"/>
                </a:lnTo>
                <a:close/>
                <a:moveTo>
                  <a:pt x="1095375" y="1905000"/>
                </a:moveTo>
                <a:lnTo>
                  <a:pt x="1114425" y="1905000"/>
                </a:lnTo>
                <a:lnTo>
                  <a:pt x="1114425" y="1914525"/>
                </a:lnTo>
                <a:lnTo>
                  <a:pt x="1123950" y="1914525"/>
                </a:lnTo>
                <a:lnTo>
                  <a:pt x="1123950" y="1924050"/>
                </a:lnTo>
                <a:lnTo>
                  <a:pt x="1143000" y="1924050"/>
                </a:lnTo>
                <a:lnTo>
                  <a:pt x="1143000" y="1943100"/>
                </a:lnTo>
                <a:lnTo>
                  <a:pt x="1133475" y="1943100"/>
                </a:lnTo>
                <a:lnTo>
                  <a:pt x="1133475" y="1952625"/>
                </a:lnTo>
                <a:lnTo>
                  <a:pt x="1123950" y="1952625"/>
                </a:lnTo>
                <a:lnTo>
                  <a:pt x="1123950" y="1933575"/>
                </a:lnTo>
                <a:lnTo>
                  <a:pt x="1114425" y="1933575"/>
                </a:lnTo>
                <a:lnTo>
                  <a:pt x="1114425" y="1924050"/>
                </a:lnTo>
                <a:lnTo>
                  <a:pt x="1095375" y="1924050"/>
                </a:lnTo>
                <a:close/>
                <a:moveTo>
                  <a:pt x="409575" y="1924050"/>
                </a:moveTo>
                <a:lnTo>
                  <a:pt x="428625" y="1924050"/>
                </a:lnTo>
                <a:lnTo>
                  <a:pt x="428625" y="1933575"/>
                </a:lnTo>
                <a:lnTo>
                  <a:pt x="419100" y="1933575"/>
                </a:lnTo>
                <a:lnTo>
                  <a:pt x="419100" y="1943100"/>
                </a:lnTo>
                <a:lnTo>
                  <a:pt x="428625" y="1943100"/>
                </a:lnTo>
                <a:lnTo>
                  <a:pt x="428625" y="1933575"/>
                </a:lnTo>
                <a:lnTo>
                  <a:pt x="438150" y="1933575"/>
                </a:lnTo>
                <a:lnTo>
                  <a:pt x="438150" y="1943100"/>
                </a:lnTo>
                <a:lnTo>
                  <a:pt x="447675" y="1943100"/>
                </a:lnTo>
                <a:lnTo>
                  <a:pt x="447675" y="1962150"/>
                </a:lnTo>
                <a:lnTo>
                  <a:pt x="457200" y="1962150"/>
                </a:lnTo>
                <a:lnTo>
                  <a:pt x="457200" y="1971675"/>
                </a:lnTo>
                <a:lnTo>
                  <a:pt x="438150" y="1971675"/>
                </a:lnTo>
                <a:lnTo>
                  <a:pt x="438150" y="1981200"/>
                </a:lnTo>
                <a:lnTo>
                  <a:pt x="428625" y="1981200"/>
                </a:lnTo>
                <a:lnTo>
                  <a:pt x="428625" y="1971675"/>
                </a:lnTo>
                <a:lnTo>
                  <a:pt x="419100" y="1971675"/>
                </a:lnTo>
                <a:lnTo>
                  <a:pt x="419100" y="1962150"/>
                </a:lnTo>
                <a:lnTo>
                  <a:pt x="409575" y="1962150"/>
                </a:lnTo>
                <a:lnTo>
                  <a:pt x="409575" y="1971675"/>
                </a:lnTo>
                <a:lnTo>
                  <a:pt x="400050" y="1971675"/>
                </a:lnTo>
                <a:lnTo>
                  <a:pt x="400050" y="1962150"/>
                </a:lnTo>
                <a:lnTo>
                  <a:pt x="390525" y="1962150"/>
                </a:lnTo>
                <a:lnTo>
                  <a:pt x="390525" y="1933575"/>
                </a:lnTo>
                <a:lnTo>
                  <a:pt x="409575" y="1933575"/>
                </a:lnTo>
                <a:close/>
                <a:moveTo>
                  <a:pt x="457200" y="1924050"/>
                </a:moveTo>
                <a:lnTo>
                  <a:pt x="476250" y="1924050"/>
                </a:lnTo>
                <a:lnTo>
                  <a:pt x="476250" y="1933575"/>
                </a:lnTo>
                <a:lnTo>
                  <a:pt x="457200" y="1933575"/>
                </a:lnTo>
                <a:close/>
                <a:moveTo>
                  <a:pt x="1038225" y="1924050"/>
                </a:moveTo>
                <a:lnTo>
                  <a:pt x="1047750" y="1924050"/>
                </a:lnTo>
                <a:lnTo>
                  <a:pt x="1047750" y="1933575"/>
                </a:lnTo>
                <a:lnTo>
                  <a:pt x="1038225" y="1933575"/>
                </a:lnTo>
                <a:close/>
                <a:moveTo>
                  <a:pt x="952500" y="1933575"/>
                </a:moveTo>
                <a:lnTo>
                  <a:pt x="962025" y="1933575"/>
                </a:lnTo>
                <a:lnTo>
                  <a:pt x="962025" y="1943100"/>
                </a:lnTo>
                <a:lnTo>
                  <a:pt x="952500" y="1943100"/>
                </a:lnTo>
                <a:close/>
                <a:moveTo>
                  <a:pt x="666750" y="1943100"/>
                </a:moveTo>
                <a:lnTo>
                  <a:pt x="676275" y="1943100"/>
                </a:lnTo>
                <a:lnTo>
                  <a:pt x="676275" y="1952625"/>
                </a:lnTo>
                <a:lnTo>
                  <a:pt x="666750" y="1952625"/>
                </a:lnTo>
                <a:close/>
                <a:moveTo>
                  <a:pt x="1590675" y="1943100"/>
                </a:moveTo>
                <a:lnTo>
                  <a:pt x="1619250" y="1943100"/>
                </a:lnTo>
                <a:lnTo>
                  <a:pt x="1619250" y="1962150"/>
                </a:lnTo>
                <a:lnTo>
                  <a:pt x="1590675" y="1962150"/>
                </a:lnTo>
                <a:close/>
                <a:moveTo>
                  <a:pt x="504825" y="1962150"/>
                </a:moveTo>
                <a:lnTo>
                  <a:pt x="523875" y="1962150"/>
                </a:lnTo>
                <a:lnTo>
                  <a:pt x="523875" y="1971675"/>
                </a:lnTo>
                <a:lnTo>
                  <a:pt x="514350" y="1971675"/>
                </a:lnTo>
                <a:lnTo>
                  <a:pt x="514350" y="1981200"/>
                </a:lnTo>
                <a:lnTo>
                  <a:pt x="504825" y="1981200"/>
                </a:lnTo>
                <a:close/>
                <a:moveTo>
                  <a:pt x="657225" y="1962150"/>
                </a:moveTo>
                <a:lnTo>
                  <a:pt x="676275" y="1962150"/>
                </a:lnTo>
                <a:lnTo>
                  <a:pt x="676275" y="1971675"/>
                </a:lnTo>
                <a:lnTo>
                  <a:pt x="657225" y="1971675"/>
                </a:lnTo>
                <a:close/>
                <a:moveTo>
                  <a:pt x="904875" y="1962150"/>
                </a:moveTo>
                <a:lnTo>
                  <a:pt x="923925" y="1962150"/>
                </a:lnTo>
                <a:lnTo>
                  <a:pt x="923925" y="1971675"/>
                </a:lnTo>
                <a:lnTo>
                  <a:pt x="904875" y="1971675"/>
                </a:lnTo>
                <a:close/>
                <a:moveTo>
                  <a:pt x="1019175" y="1962150"/>
                </a:moveTo>
                <a:lnTo>
                  <a:pt x="1104900" y="1962150"/>
                </a:lnTo>
                <a:lnTo>
                  <a:pt x="1104900" y="1971675"/>
                </a:lnTo>
                <a:lnTo>
                  <a:pt x="1123950" y="1971675"/>
                </a:lnTo>
                <a:lnTo>
                  <a:pt x="1123950" y="1962150"/>
                </a:lnTo>
                <a:lnTo>
                  <a:pt x="1133475" y="1962150"/>
                </a:lnTo>
                <a:lnTo>
                  <a:pt x="1133475" y="1981200"/>
                </a:lnTo>
                <a:lnTo>
                  <a:pt x="1057275" y="1981200"/>
                </a:lnTo>
                <a:lnTo>
                  <a:pt x="1057275" y="1971675"/>
                </a:lnTo>
                <a:lnTo>
                  <a:pt x="1038225" y="1971675"/>
                </a:lnTo>
                <a:lnTo>
                  <a:pt x="1038225" y="1981200"/>
                </a:lnTo>
                <a:lnTo>
                  <a:pt x="1019175" y="1981200"/>
                </a:lnTo>
                <a:close/>
                <a:moveTo>
                  <a:pt x="1143000" y="1962150"/>
                </a:moveTo>
                <a:lnTo>
                  <a:pt x="1152525" y="1962150"/>
                </a:lnTo>
                <a:lnTo>
                  <a:pt x="1152525" y="1971675"/>
                </a:lnTo>
                <a:lnTo>
                  <a:pt x="1171575" y="1971675"/>
                </a:lnTo>
                <a:lnTo>
                  <a:pt x="1171575" y="1981200"/>
                </a:lnTo>
                <a:lnTo>
                  <a:pt x="1143000" y="1981200"/>
                </a:lnTo>
                <a:close/>
                <a:moveTo>
                  <a:pt x="1181100" y="1962150"/>
                </a:moveTo>
                <a:lnTo>
                  <a:pt x="1190625" y="1962150"/>
                </a:lnTo>
                <a:lnTo>
                  <a:pt x="1190625" y="1981200"/>
                </a:lnTo>
                <a:lnTo>
                  <a:pt x="1181100" y="1981200"/>
                </a:lnTo>
                <a:close/>
                <a:moveTo>
                  <a:pt x="1609725" y="1971675"/>
                </a:moveTo>
                <a:lnTo>
                  <a:pt x="1619250" y="1971675"/>
                </a:lnTo>
                <a:lnTo>
                  <a:pt x="1619250" y="1981200"/>
                </a:lnTo>
                <a:lnTo>
                  <a:pt x="1638300" y="1981200"/>
                </a:lnTo>
                <a:lnTo>
                  <a:pt x="1638300" y="2000250"/>
                </a:lnTo>
                <a:lnTo>
                  <a:pt x="1609725" y="2000250"/>
                </a:lnTo>
                <a:close/>
                <a:moveTo>
                  <a:pt x="1695450" y="1971675"/>
                </a:moveTo>
                <a:lnTo>
                  <a:pt x="1704975" y="1971675"/>
                </a:lnTo>
                <a:lnTo>
                  <a:pt x="1704975" y="1990725"/>
                </a:lnTo>
                <a:lnTo>
                  <a:pt x="1695450" y="1990725"/>
                </a:lnTo>
                <a:close/>
                <a:moveTo>
                  <a:pt x="657225" y="1981200"/>
                </a:moveTo>
                <a:lnTo>
                  <a:pt x="685800" y="1981200"/>
                </a:lnTo>
                <a:lnTo>
                  <a:pt x="685800" y="1990725"/>
                </a:lnTo>
                <a:lnTo>
                  <a:pt x="657225" y="1990725"/>
                </a:lnTo>
                <a:close/>
                <a:moveTo>
                  <a:pt x="1704975" y="1990725"/>
                </a:moveTo>
                <a:lnTo>
                  <a:pt x="1714500" y="1990725"/>
                </a:lnTo>
                <a:lnTo>
                  <a:pt x="1714500" y="2000250"/>
                </a:lnTo>
                <a:lnTo>
                  <a:pt x="1704975" y="2000250"/>
                </a:lnTo>
                <a:close/>
                <a:moveTo>
                  <a:pt x="657225" y="2000250"/>
                </a:moveTo>
                <a:lnTo>
                  <a:pt x="676275" y="2000250"/>
                </a:lnTo>
                <a:lnTo>
                  <a:pt x="676275" y="2019300"/>
                </a:lnTo>
                <a:lnTo>
                  <a:pt x="657225" y="2019300"/>
                </a:lnTo>
                <a:close/>
                <a:moveTo>
                  <a:pt x="190500" y="2009775"/>
                </a:moveTo>
                <a:lnTo>
                  <a:pt x="200025" y="2009775"/>
                </a:lnTo>
                <a:lnTo>
                  <a:pt x="200025" y="2028825"/>
                </a:lnTo>
                <a:lnTo>
                  <a:pt x="190500" y="2028825"/>
                </a:lnTo>
                <a:close/>
                <a:moveTo>
                  <a:pt x="971550" y="2019300"/>
                </a:moveTo>
                <a:lnTo>
                  <a:pt x="990600" y="2019300"/>
                </a:lnTo>
                <a:lnTo>
                  <a:pt x="990600" y="2028825"/>
                </a:lnTo>
                <a:lnTo>
                  <a:pt x="971550" y="2028825"/>
                </a:lnTo>
                <a:close/>
                <a:moveTo>
                  <a:pt x="1514475" y="2019300"/>
                </a:moveTo>
                <a:lnTo>
                  <a:pt x="1524000" y="2019300"/>
                </a:lnTo>
                <a:lnTo>
                  <a:pt x="1524000" y="2038350"/>
                </a:lnTo>
                <a:lnTo>
                  <a:pt x="1504950" y="2038350"/>
                </a:lnTo>
                <a:lnTo>
                  <a:pt x="1504950" y="2028825"/>
                </a:lnTo>
                <a:lnTo>
                  <a:pt x="1514475" y="2028825"/>
                </a:lnTo>
                <a:close/>
                <a:moveTo>
                  <a:pt x="1543050" y="2019300"/>
                </a:moveTo>
                <a:lnTo>
                  <a:pt x="1552575" y="2019300"/>
                </a:lnTo>
                <a:lnTo>
                  <a:pt x="1552575" y="2038350"/>
                </a:lnTo>
                <a:lnTo>
                  <a:pt x="1543050" y="2038350"/>
                </a:lnTo>
                <a:close/>
                <a:moveTo>
                  <a:pt x="1724025" y="2019300"/>
                </a:moveTo>
                <a:lnTo>
                  <a:pt x="1733550" y="2019300"/>
                </a:lnTo>
                <a:lnTo>
                  <a:pt x="1733550" y="2047875"/>
                </a:lnTo>
                <a:lnTo>
                  <a:pt x="1724025" y="2047875"/>
                </a:lnTo>
                <a:close/>
                <a:moveTo>
                  <a:pt x="180975" y="2028825"/>
                </a:moveTo>
                <a:lnTo>
                  <a:pt x="190500" y="2028825"/>
                </a:lnTo>
                <a:lnTo>
                  <a:pt x="190500" y="2076450"/>
                </a:lnTo>
                <a:lnTo>
                  <a:pt x="180975" y="2076450"/>
                </a:lnTo>
                <a:close/>
                <a:moveTo>
                  <a:pt x="200025" y="2028825"/>
                </a:moveTo>
                <a:lnTo>
                  <a:pt x="228600" y="2028825"/>
                </a:lnTo>
                <a:lnTo>
                  <a:pt x="228600" y="2038350"/>
                </a:lnTo>
                <a:lnTo>
                  <a:pt x="266700" y="2038350"/>
                </a:lnTo>
                <a:lnTo>
                  <a:pt x="266700" y="2047875"/>
                </a:lnTo>
                <a:lnTo>
                  <a:pt x="228600" y="2047875"/>
                </a:lnTo>
                <a:lnTo>
                  <a:pt x="228600" y="2057400"/>
                </a:lnTo>
                <a:lnTo>
                  <a:pt x="219075" y="2057400"/>
                </a:lnTo>
                <a:lnTo>
                  <a:pt x="219075" y="2085975"/>
                </a:lnTo>
                <a:lnTo>
                  <a:pt x="209550" y="2085975"/>
                </a:lnTo>
                <a:lnTo>
                  <a:pt x="209550" y="2114550"/>
                </a:lnTo>
                <a:lnTo>
                  <a:pt x="200025" y="2114550"/>
                </a:lnTo>
                <a:close/>
                <a:moveTo>
                  <a:pt x="990600" y="2028825"/>
                </a:moveTo>
                <a:lnTo>
                  <a:pt x="1000125" y="2028825"/>
                </a:lnTo>
                <a:lnTo>
                  <a:pt x="1000125" y="2038350"/>
                </a:lnTo>
                <a:lnTo>
                  <a:pt x="1009650" y="2038350"/>
                </a:lnTo>
                <a:lnTo>
                  <a:pt x="1009650" y="2047875"/>
                </a:lnTo>
                <a:lnTo>
                  <a:pt x="990600" y="2047875"/>
                </a:lnTo>
                <a:close/>
                <a:moveTo>
                  <a:pt x="1238250" y="2028825"/>
                </a:moveTo>
                <a:lnTo>
                  <a:pt x="1266825" y="2028825"/>
                </a:lnTo>
                <a:lnTo>
                  <a:pt x="1266825" y="2038350"/>
                </a:lnTo>
                <a:lnTo>
                  <a:pt x="1257300" y="2038350"/>
                </a:lnTo>
                <a:lnTo>
                  <a:pt x="1257300" y="2047875"/>
                </a:lnTo>
                <a:lnTo>
                  <a:pt x="1228725" y="2047875"/>
                </a:lnTo>
                <a:lnTo>
                  <a:pt x="1228725" y="2038350"/>
                </a:lnTo>
                <a:lnTo>
                  <a:pt x="1238250" y="2038350"/>
                </a:lnTo>
                <a:close/>
                <a:moveTo>
                  <a:pt x="1638300" y="2028825"/>
                </a:moveTo>
                <a:lnTo>
                  <a:pt x="1666875" y="2028825"/>
                </a:lnTo>
                <a:lnTo>
                  <a:pt x="1666875" y="2038350"/>
                </a:lnTo>
                <a:lnTo>
                  <a:pt x="1638300" y="2038350"/>
                </a:lnTo>
                <a:close/>
                <a:moveTo>
                  <a:pt x="142875" y="2038350"/>
                </a:moveTo>
                <a:lnTo>
                  <a:pt x="152400" y="2038350"/>
                </a:lnTo>
                <a:lnTo>
                  <a:pt x="152400" y="2047875"/>
                </a:lnTo>
                <a:lnTo>
                  <a:pt x="142875" y="2047875"/>
                </a:lnTo>
                <a:close/>
                <a:moveTo>
                  <a:pt x="485775" y="2038350"/>
                </a:moveTo>
                <a:lnTo>
                  <a:pt x="514350" y="2038350"/>
                </a:lnTo>
                <a:lnTo>
                  <a:pt x="514350" y="2047875"/>
                </a:lnTo>
                <a:lnTo>
                  <a:pt x="485775" y="2047875"/>
                </a:lnTo>
                <a:close/>
                <a:moveTo>
                  <a:pt x="695325" y="2038350"/>
                </a:moveTo>
                <a:lnTo>
                  <a:pt x="723900" y="2038350"/>
                </a:lnTo>
                <a:lnTo>
                  <a:pt x="723900" y="2047875"/>
                </a:lnTo>
                <a:lnTo>
                  <a:pt x="714375" y="2047875"/>
                </a:lnTo>
                <a:lnTo>
                  <a:pt x="714375" y="2076450"/>
                </a:lnTo>
                <a:lnTo>
                  <a:pt x="704850" y="2076450"/>
                </a:lnTo>
                <a:lnTo>
                  <a:pt x="704850" y="2066925"/>
                </a:lnTo>
                <a:lnTo>
                  <a:pt x="695325" y="2066925"/>
                </a:lnTo>
                <a:close/>
                <a:moveTo>
                  <a:pt x="1028700" y="2038350"/>
                </a:moveTo>
                <a:lnTo>
                  <a:pt x="1038225" y="2038350"/>
                </a:lnTo>
                <a:lnTo>
                  <a:pt x="1038225" y="2047875"/>
                </a:lnTo>
                <a:lnTo>
                  <a:pt x="1028700" y="2047875"/>
                </a:lnTo>
                <a:close/>
                <a:moveTo>
                  <a:pt x="1095375" y="2038350"/>
                </a:moveTo>
                <a:lnTo>
                  <a:pt x="1104900" y="2038350"/>
                </a:lnTo>
                <a:lnTo>
                  <a:pt x="1104900" y="2047875"/>
                </a:lnTo>
                <a:lnTo>
                  <a:pt x="1095375" y="2047875"/>
                </a:lnTo>
                <a:close/>
                <a:moveTo>
                  <a:pt x="1200150" y="2038350"/>
                </a:moveTo>
                <a:lnTo>
                  <a:pt x="1219200" y="2038350"/>
                </a:lnTo>
                <a:lnTo>
                  <a:pt x="1219200" y="2047875"/>
                </a:lnTo>
                <a:lnTo>
                  <a:pt x="1200150" y="2047875"/>
                </a:lnTo>
                <a:close/>
                <a:moveTo>
                  <a:pt x="657225" y="2047875"/>
                </a:moveTo>
                <a:lnTo>
                  <a:pt x="676275" y="2047875"/>
                </a:lnTo>
                <a:lnTo>
                  <a:pt x="676275" y="2057400"/>
                </a:lnTo>
                <a:lnTo>
                  <a:pt x="685800" y="2057400"/>
                </a:lnTo>
                <a:lnTo>
                  <a:pt x="685800" y="2066925"/>
                </a:lnTo>
                <a:lnTo>
                  <a:pt x="628650" y="2066925"/>
                </a:lnTo>
                <a:lnTo>
                  <a:pt x="628650" y="2076450"/>
                </a:lnTo>
                <a:lnTo>
                  <a:pt x="619125" y="2076450"/>
                </a:lnTo>
                <a:lnTo>
                  <a:pt x="619125" y="2057400"/>
                </a:lnTo>
                <a:lnTo>
                  <a:pt x="657225" y="2057400"/>
                </a:lnTo>
                <a:close/>
                <a:moveTo>
                  <a:pt x="762000" y="2057400"/>
                </a:moveTo>
                <a:lnTo>
                  <a:pt x="771525" y="2057400"/>
                </a:lnTo>
                <a:lnTo>
                  <a:pt x="771525" y="2066925"/>
                </a:lnTo>
                <a:lnTo>
                  <a:pt x="828675" y="2066925"/>
                </a:lnTo>
                <a:lnTo>
                  <a:pt x="828675" y="2085975"/>
                </a:lnTo>
                <a:lnTo>
                  <a:pt x="819150" y="2085975"/>
                </a:lnTo>
                <a:lnTo>
                  <a:pt x="819150" y="2076450"/>
                </a:lnTo>
                <a:lnTo>
                  <a:pt x="809625" y="2076450"/>
                </a:lnTo>
                <a:lnTo>
                  <a:pt x="809625" y="2085975"/>
                </a:lnTo>
                <a:lnTo>
                  <a:pt x="800100" y="2085975"/>
                </a:lnTo>
                <a:lnTo>
                  <a:pt x="800100" y="2076450"/>
                </a:lnTo>
                <a:lnTo>
                  <a:pt x="781050" y="2076450"/>
                </a:lnTo>
                <a:lnTo>
                  <a:pt x="781050" y="2085975"/>
                </a:lnTo>
                <a:lnTo>
                  <a:pt x="752475" y="2085975"/>
                </a:lnTo>
                <a:lnTo>
                  <a:pt x="752475" y="2066925"/>
                </a:lnTo>
                <a:lnTo>
                  <a:pt x="762000" y="2066925"/>
                </a:lnTo>
                <a:close/>
                <a:moveTo>
                  <a:pt x="1200150" y="2057400"/>
                </a:moveTo>
                <a:lnTo>
                  <a:pt x="1219200" y="2057400"/>
                </a:lnTo>
                <a:lnTo>
                  <a:pt x="1219200" y="2076450"/>
                </a:lnTo>
                <a:lnTo>
                  <a:pt x="1209675" y="2076450"/>
                </a:lnTo>
                <a:lnTo>
                  <a:pt x="1209675" y="2085975"/>
                </a:lnTo>
                <a:lnTo>
                  <a:pt x="1200150" y="2085975"/>
                </a:lnTo>
                <a:lnTo>
                  <a:pt x="1200150" y="2076450"/>
                </a:lnTo>
                <a:lnTo>
                  <a:pt x="1190625" y="2076450"/>
                </a:lnTo>
                <a:lnTo>
                  <a:pt x="1190625" y="2066925"/>
                </a:lnTo>
                <a:lnTo>
                  <a:pt x="1200150" y="2066925"/>
                </a:lnTo>
                <a:close/>
                <a:moveTo>
                  <a:pt x="685800" y="2066925"/>
                </a:moveTo>
                <a:lnTo>
                  <a:pt x="695325" y="2066925"/>
                </a:lnTo>
                <a:lnTo>
                  <a:pt x="695325" y="2076450"/>
                </a:lnTo>
                <a:lnTo>
                  <a:pt x="685800" y="2076450"/>
                </a:lnTo>
                <a:close/>
                <a:moveTo>
                  <a:pt x="990600" y="2066925"/>
                </a:moveTo>
                <a:lnTo>
                  <a:pt x="1009650" y="2066925"/>
                </a:lnTo>
                <a:lnTo>
                  <a:pt x="1009650" y="2085975"/>
                </a:lnTo>
                <a:lnTo>
                  <a:pt x="990600" y="2085975"/>
                </a:lnTo>
                <a:close/>
                <a:moveTo>
                  <a:pt x="1085850" y="2066925"/>
                </a:moveTo>
                <a:lnTo>
                  <a:pt x="1095375" y="2066925"/>
                </a:lnTo>
                <a:lnTo>
                  <a:pt x="1095375" y="2085975"/>
                </a:lnTo>
                <a:lnTo>
                  <a:pt x="1085850" y="2085975"/>
                </a:lnTo>
                <a:close/>
                <a:moveTo>
                  <a:pt x="1123950" y="2066925"/>
                </a:moveTo>
                <a:lnTo>
                  <a:pt x="1133475" y="2066925"/>
                </a:lnTo>
                <a:lnTo>
                  <a:pt x="1133475" y="2076450"/>
                </a:lnTo>
                <a:lnTo>
                  <a:pt x="1123950" y="2076450"/>
                </a:lnTo>
                <a:close/>
                <a:moveTo>
                  <a:pt x="1409700" y="2066925"/>
                </a:moveTo>
                <a:lnTo>
                  <a:pt x="1428750" y="2066925"/>
                </a:lnTo>
                <a:lnTo>
                  <a:pt x="1428750" y="2085975"/>
                </a:lnTo>
                <a:lnTo>
                  <a:pt x="1409700" y="2085975"/>
                </a:lnTo>
                <a:close/>
                <a:moveTo>
                  <a:pt x="1495425" y="2066925"/>
                </a:moveTo>
                <a:lnTo>
                  <a:pt x="1524000" y="2066925"/>
                </a:lnTo>
                <a:lnTo>
                  <a:pt x="1524000" y="2085975"/>
                </a:lnTo>
                <a:lnTo>
                  <a:pt x="1495425" y="2085975"/>
                </a:lnTo>
                <a:close/>
                <a:moveTo>
                  <a:pt x="1590675" y="2066925"/>
                </a:moveTo>
                <a:lnTo>
                  <a:pt x="1609725" y="2066925"/>
                </a:lnTo>
                <a:lnTo>
                  <a:pt x="1609725" y="2085975"/>
                </a:lnTo>
                <a:lnTo>
                  <a:pt x="1590675" y="2085975"/>
                </a:lnTo>
                <a:close/>
                <a:moveTo>
                  <a:pt x="628650" y="2076450"/>
                </a:moveTo>
                <a:lnTo>
                  <a:pt x="647700" y="2076450"/>
                </a:lnTo>
                <a:lnTo>
                  <a:pt x="647700" y="2085975"/>
                </a:lnTo>
                <a:lnTo>
                  <a:pt x="628650" y="2085975"/>
                </a:lnTo>
                <a:close/>
                <a:moveTo>
                  <a:pt x="180975" y="2085975"/>
                </a:moveTo>
                <a:lnTo>
                  <a:pt x="190500" y="2085975"/>
                </a:lnTo>
                <a:lnTo>
                  <a:pt x="190500" y="2095500"/>
                </a:lnTo>
                <a:lnTo>
                  <a:pt x="180975" y="2095500"/>
                </a:lnTo>
                <a:close/>
                <a:moveTo>
                  <a:pt x="142875" y="2095500"/>
                </a:moveTo>
                <a:lnTo>
                  <a:pt x="161925" y="2095500"/>
                </a:lnTo>
                <a:lnTo>
                  <a:pt x="161925" y="2114550"/>
                </a:lnTo>
                <a:lnTo>
                  <a:pt x="152400" y="2114550"/>
                </a:lnTo>
                <a:lnTo>
                  <a:pt x="152400" y="2105025"/>
                </a:lnTo>
                <a:lnTo>
                  <a:pt x="142875" y="2105025"/>
                </a:lnTo>
                <a:close/>
                <a:moveTo>
                  <a:pt x="1238250" y="2105025"/>
                </a:moveTo>
                <a:lnTo>
                  <a:pt x="1247775" y="2105025"/>
                </a:lnTo>
                <a:lnTo>
                  <a:pt x="1247775" y="2114550"/>
                </a:lnTo>
                <a:lnTo>
                  <a:pt x="1257300" y="2114550"/>
                </a:lnTo>
                <a:lnTo>
                  <a:pt x="1257300" y="2124075"/>
                </a:lnTo>
                <a:lnTo>
                  <a:pt x="1238250" y="2124075"/>
                </a:lnTo>
                <a:lnTo>
                  <a:pt x="1238250" y="2133600"/>
                </a:lnTo>
                <a:lnTo>
                  <a:pt x="1219200" y="2133600"/>
                </a:lnTo>
                <a:lnTo>
                  <a:pt x="1219200" y="2124075"/>
                </a:lnTo>
                <a:lnTo>
                  <a:pt x="1228725" y="2124075"/>
                </a:lnTo>
                <a:lnTo>
                  <a:pt x="1228725" y="2114550"/>
                </a:lnTo>
                <a:lnTo>
                  <a:pt x="1238250" y="2114550"/>
                </a:lnTo>
                <a:close/>
                <a:moveTo>
                  <a:pt x="209550" y="2114550"/>
                </a:moveTo>
                <a:lnTo>
                  <a:pt x="219075" y="2114550"/>
                </a:lnTo>
                <a:lnTo>
                  <a:pt x="219075" y="2133600"/>
                </a:lnTo>
                <a:lnTo>
                  <a:pt x="209550" y="2133600"/>
                </a:lnTo>
                <a:close/>
                <a:moveTo>
                  <a:pt x="914400" y="2114550"/>
                </a:moveTo>
                <a:lnTo>
                  <a:pt x="923925" y="2114550"/>
                </a:lnTo>
                <a:lnTo>
                  <a:pt x="923925" y="2124075"/>
                </a:lnTo>
                <a:lnTo>
                  <a:pt x="952500" y="2124075"/>
                </a:lnTo>
                <a:lnTo>
                  <a:pt x="952500" y="2133600"/>
                </a:lnTo>
                <a:lnTo>
                  <a:pt x="923925" y="2133600"/>
                </a:lnTo>
                <a:lnTo>
                  <a:pt x="923925" y="2143125"/>
                </a:lnTo>
                <a:lnTo>
                  <a:pt x="904875" y="2143125"/>
                </a:lnTo>
                <a:lnTo>
                  <a:pt x="904875" y="2133600"/>
                </a:lnTo>
                <a:lnTo>
                  <a:pt x="895350" y="2133600"/>
                </a:lnTo>
                <a:lnTo>
                  <a:pt x="895350" y="2124075"/>
                </a:lnTo>
                <a:lnTo>
                  <a:pt x="914400" y="2124075"/>
                </a:lnTo>
                <a:close/>
                <a:moveTo>
                  <a:pt x="1076325" y="2114550"/>
                </a:moveTo>
                <a:lnTo>
                  <a:pt x="1104900" y="2114550"/>
                </a:lnTo>
                <a:lnTo>
                  <a:pt x="1104900" y="2124075"/>
                </a:lnTo>
                <a:lnTo>
                  <a:pt x="1114425" y="2124075"/>
                </a:lnTo>
                <a:lnTo>
                  <a:pt x="1114425" y="2114550"/>
                </a:lnTo>
                <a:lnTo>
                  <a:pt x="1123950" y="2114550"/>
                </a:lnTo>
                <a:lnTo>
                  <a:pt x="1123950" y="2133600"/>
                </a:lnTo>
                <a:lnTo>
                  <a:pt x="1066800" y="2133600"/>
                </a:lnTo>
                <a:lnTo>
                  <a:pt x="1066800" y="2124075"/>
                </a:lnTo>
                <a:lnTo>
                  <a:pt x="1076325" y="2124075"/>
                </a:lnTo>
                <a:close/>
                <a:moveTo>
                  <a:pt x="819150" y="2124075"/>
                </a:moveTo>
                <a:lnTo>
                  <a:pt x="828675" y="2124075"/>
                </a:lnTo>
                <a:lnTo>
                  <a:pt x="828675" y="2133600"/>
                </a:lnTo>
                <a:lnTo>
                  <a:pt x="819150" y="2133600"/>
                </a:lnTo>
                <a:close/>
                <a:moveTo>
                  <a:pt x="857250" y="2124075"/>
                </a:moveTo>
                <a:lnTo>
                  <a:pt x="876300" y="2124075"/>
                </a:lnTo>
                <a:lnTo>
                  <a:pt x="876300" y="2133600"/>
                </a:lnTo>
                <a:lnTo>
                  <a:pt x="857250" y="2133600"/>
                </a:lnTo>
                <a:close/>
                <a:moveTo>
                  <a:pt x="981075" y="2124075"/>
                </a:moveTo>
                <a:lnTo>
                  <a:pt x="1038225" y="2124075"/>
                </a:lnTo>
                <a:lnTo>
                  <a:pt x="1038225" y="2133600"/>
                </a:lnTo>
                <a:lnTo>
                  <a:pt x="981075" y="2133600"/>
                </a:lnTo>
                <a:close/>
                <a:moveTo>
                  <a:pt x="1409700" y="2124075"/>
                </a:moveTo>
                <a:lnTo>
                  <a:pt x="1428750" y="2124075"/>
                </a:lnTo>
                <a:lnTo>
                  <a:pt x="1428750" y="2133600"/>
                </a:lnTo>
                <a:lnTo>
                  <a:pt x="1409700" y="2133600"/>
                </a:lnTo>
                <a:close/>
                <a:moveTo>
                  <a:pt x="1638300" y="2124075"/>
                </a:moveTo>
                <a:lnTo>
                  <a:pt x="1647825" y="2124075"/>
                </a:lnTo>
                <a:lnTo>
                  <a:pt x="1647825" y="2133600"/>
                </a:lnTo>
                <a:lnTo>
                  <a:pt x="1638300" y="2133600"/>
                </a:lnTo>
                <a:close/>
                <a:moveTo>
                  <a:pt x="200025" y="2133600"/>
                </a:moveTo>
                <a:lnTo>
                  <a:pt x="209550" y="2133600"/>
                </a:lnTo>
                <a:lnTo>
                  <a:pt x="209550" y="2152650"/>
                </a:lnTo>
                <a:lnTo>
                  <a:pt x="200025" y="2152650"/>
                </a:lnTo>
                <a:lnTo>
                  <a:pt x="200025" y="2162175"/>
                </a:lnTo>
                <a:lnTo>
                  <a:pt x="190500" y="2162175"/>
                </a:lnTo>
                <a:lnTo>
                  <a:pt x="190500" y="2181225"/>
                </a:lnTo>
                <a:lnTo>
                  <a:pt x="180975" y="2181225"/>
                </a:lnTo>
                <a:lnTo>
                  <a:pt x="180975" y="2143125"/>
                </a:lnTo>
                <a:lnTo>
                  <a:pt x="200025" y="2143125"/>
                </a:lnTo>
                <a:close/>
                <a:moveTo>
                  <a:pt x="1647825" y="2133600"/>
                </a:moveTo>
                <a:lnTo>
                  <a:pt x="1657350" y="2133600"/>
                </a:lnTo>
                <a:lnTo>
                  <a:pt x="1657350" y="2143125"/>
                </a:lnTo>
                <a:lnTo>
                  <a:pt x="1647825" y="2143125"/>
                </a:lnTo>
                <a:close/>
                <a:moveTo>
                  <a:pt x="1162050" y="2143125"/>
                </a:moveTo>
                <a:lnTo>
                  <a:pt x="1171575" y="2143125"/>
                </a:lnTo>
                <a:lnTo>
                  <a:pt x="1171575" y="2152650"/>
                </a:lnTo>
                <a:lnTo>
                  <a:pt x="1162050" y="2152650"/>
                </a:lnTo>
                <a:close/>
                <a:moveTo>
                  <a:pt x="314325" y="2152650"/>
                </a:moveTo>
                <a:lnTo>
                  <a:pt x="342900" y="2152650"/>
                </a:lnTo>
                <a:lnTo>
                  <a:pt x="342900" y="2171700"/>
                </a:lnTo>
                <a:lnTo>
                  <a:pt x="352425" y="2171700"/>
                </a:lnTo>
                <a:lnTo>
                  <a:pt x="352425" y="2190750"/>
                </a:lnTo>
                <a:lnTo>
                  <a:pt x="295275" y="2190750"/>
                </a:lnTo>
                <a:lnTo>
                  <a:pt x="295275" y="2171700"/>
                </a:lnTo>
                <a:lnTo>
                  <a:pt x="285750" y="2171700"/>
                </a:lnTo>
                <a:lnTo>
                  <a:pt x="285750" y="2162175"/>
                </a:lnTo>
                <a:lnTo>
                  <a:pt x="314325" y="2162175"/>
                </a:lnTo>
                <a:close/>
                <a:moveTo>
                  <a:pt x="1390650" y="2152650"/>
                </a:moveTo>
                <a:lnTo>
                  <a:pt x="1400175" y="2152650"/>
                </a:lnTo>
                <a:lnTo>
                  <a:pt x="1400175" y="2162175"/>
                </a:lnTo>
                <a:lnTo>
                  <a:pt x="1409700" y="2162175"/>
                </a:lnTo>
                <a:lnTo>
                  <a:pt x="1409700" y="2171700"/>
                </a:lnTo>
                <a:lnTo>
                  <a:pt x="1400175" y="2171700"/>
                </a:lnTo>
                <a:lnTo>
                  <a:pt x="1400175" y="2181225"/>
                </a:lnTo>
                <a:lnTo>
                  <a:pt x="1390650" y="2181225"/>
                </a:lnTo>
                <a:lnTo>
                  <a:pt x="1390650" y="2171700"/>
                </a:lnTo>
                <a:lnTo>
                  <a:pt x="1381125" y="2171700"/>
                </a:lnTo>
                <a:lnTo>
                  <a:pt x="1381125" y="2162175"/>
                </a:lnTo>
                <a:lnTo>
                  <a:pt x="1390650" y="2162175"/>
                </a:lnTo>
                <a:close/>
                <a:moveTo>
                  <a:pt x="200025" y="2162175"/>
                </a:moveTo>
                <a:lnTo>
                  <a:pt x="219075" y="2162175"/>
                </a:lnTo>
                <a:lnTo>
                  <a:pt x="219075" y="2171700"/>
                </a:lnTo>
                <a:lnTo>
                  <a:pt x="200025" y="2171700"/>
                </a:lnTo>
                <a:close/>
                <a:moveTo>
                  <a:pt x="438150" y="2162175"/>
                </a:moveTo>
                <a:lnTo>
                  <a:pt x="485775" y="2162175"/>
                </a:lnTo>
                <a:lnTo>
                  <a:pt x="485775" y="2171700"/>
                </a:lnTo>
                <a:lnTo>
                  <a:pt x="438150" y="2171700"/>
                </a:lnTo>
                <a:close/>
                <a:moveTo>
                  <a:pt x="514350" y="2162175"/>
                </a:moveTo>
                <a:lnTo>
                  <a:pt x="523875" y="2162175"/>
                </a:lnTo>
                <a:lnTo>
                  <a:pt x="523875" y="2171700"/>
                </a:lnTo>
                <a:lnTo>
                  <a:pt x="514350" y="2171700"/>
                </a:lnTo>
                <a:close/>
                <a:moveTo>
                  <a:pt x="1438275" y="2162175"/>
                </a:moveTo>
                <a:lnTo>
                  <a:pt x="1476375" y="2162175"/>
                </a:lnTo>
                <a:lnTo>
                  <a:pt x="1476375" y="2171700"/>
                </a:lnTo>
                <a:lnTo>
                  <a:pt x="1438275" y="2171700"/>
                </a:lnTo>
                <a:close/>
                <a:moveTo>
                  <a:pt x="1581150" y="2162175"/>
                </a:moveTo>
                <a:lnTo>
                  <a:pt x="1600200" y="2162175"/>
                </a:lnTo>
                <a:lnTo>
                  <a:pt x="1600200" y="2171700"/>
                </a:lnTo>
                <a:lnTo>
                  <a:pt x="1590675" y="2171700"/>
                </a:lnTo>
                <a:lnTo>
                  <a:pt x="1590675" y="2190750"/>
                </a:lnTo>
                <a:lnTo>
                  <a:pt x="1571625" y="2190750"/>
                </a:lnTo>
                <a:lnTo>
                  <a:pt x="1571625" y="2171700"/>
                </a:lnTo>
                <a:lnTo>
                  <a:pt x="1581150" y="2171700"/>
                </a:lnTo>
                <a:close/>
                <a:moveTo>
                  <a:pt x="304800" y="2181225"/>
                </a:moveTo>
                <a:lnTo>
                  <a:pt x="314325" y="2181225"/>
                </a:lnTo>
                <a:lnTo>
                  <a:pt x="314325" y="2171700"/>
                </a:lnTo>
                <a:lnTo>
                  <a:pt x="304800" y="2171700"/>
                </a:lnTo>
                <a:close/>
                <a:moveTo>
                  <a:pt x="200025" y="2190750"/>
                </a:moveTo>
                <a:lnTo>
                  <a:pt x="209550" y="2190750"/>
                </a:lnTo>
                <a:lnTo>
                  <a:pt x="209550" y="2200275"/>
                </a:lnTo>
                <a:lnTo>
                  <a:pt x="200025" y="2200275"/>
                </a:lnTo>
                <a:close/>
                <a:moveTo>
                  <a:pt x="247650" y="2190750"/>
                </a:moveTo>
                <a:lnTo>
                  <a:pt x="257175" y="2190750"/>
                </a:lnTo>
                <a:lnTo>
                  <a:pt x="257175" y="2200275"/>
                </a:lnTo>
                <a:lnTo>
                  <a:pt x="247650" y="2200275"/>
                </a:lnTo>
                <a:close/>
                <a:moveTo>
                  <a:pt x="600075" y="2190750"/>
                </a:moveTo>
                <a:lnTo>
                  <a:pt x="609600" y="2190750"/>
                </a:lnTo>
                <a:lnTo>
                  <a:pt x="609600" y="2200275"/>
                </a:lnTo>
                <a:lnTo>
                  <a:pt x="600075" y="2200275"/>
                </a:lnTo>
                <a:close/>
                <a:moveTo>
                  <a:pt x="209550" y="2200275"/>
                </a:moveTo>
                <a:lnTo>
                  <a:pt x="219075" y="2200275"/>
                </a:lnTo>
                <a:lnTo>
                  <a:pt x="219075" y="2219325"/>
                </a:lnTo>
                <a:lnTo>
                  <a:pt x="209550" y="2219325"/>
                </a:lnTo>
                <a:lnTo>
                  <a:pt x="209550" y="2238375"/>
                </a:lnTo>
                <a:lnTo>
                  <a:pt x="200025" y="2238375"/>
                </a:lnTo>
                <a:lnTo>
                  <a:pt x="200025" y="2209800"/>
                </a:lnTo>
                <a:lnTo>
                  <a:pt x="209550" y="2209800"/>
                </a:lnTo>
                <a:close/>
                <a:moveTo>
                  <a:pt x="876300" y="2200275"/>
                </a:moveTo>
                <a:lnTo>
                  <a:pt x="895350" y="2200275"/>
                </a:lnTo>
                <a:lnTo>
                  <a:pt x="895350" y="2219325"/>
                </a:lnTo>
                <a:lnTo>
                  <a:pt x="876300" y="2219325"/>
                </a:lnTo>
                <a:close/>
                <a:moveTo>
                  <a:pt x="180975" y="2228850"/>
                </a:moveTo>
                <a:lnTo>
                  <a:pt x="190500" y="2228850"/>
                </a:lnTo>
                <a:lnTo>
                  <a:pt x="190500" y="2238375"/>
                </a:lnTo>
                <a:lnTo>
                  <a:pt x="180975" y="2238375"/>
                </a:lnTo>
                <a:close/>
                <a:moveTo>
                  <a:pt x="1704975" y="2238375"/>
                </a:moveTo>
                <a:lnTo>
                  <a:pt x="1733550" y="2238375"/>
                </a:lnTo>
                <a:lnTo>
                  <a:pt x="1733550" y="2266950"/>
                </a:lnTo>
                <a:lnTo>
                  <a:pt x="1724025" y="2266950"/>
                </a:lnTo>
                <a:lnTo>
                  <a:pt x="1724025" y="2257425"/>
                </a:lnTo>
                <a:lnTo>
                  <a:pt x="1714500" y="2257425"/>
                </a:lnTo>
                <a:lnTo>
                  <a:pt x="1714500" y="2266950"/>
                </a:lnTo>
                <a:lnTo>
                  <a:pt x="1704975" y="2266950"/>
                </a:lnTo>
                <a:close/>
                <a:moveTo>
                  <a:pt x="1638300" y="2247900"/>
                </a:moveTo>
                <a:lnTo>
                  <a:pt x="1647825" y="2247900"/>
                </a:lnTo>
                <a:lnTo>
                  <a:pt x="1647825" y="2257425"/>
                </a:lnTo>
                <a:lnTo>
                  <a:pt x="1638300" y="2257425"/>
                </a:lnTo>
                <a:close/>
                <a:moveTo>
                  <a:pt x="180975" y="2257425"/>
                </a:moveTo>
                <a:lnTo>
                  <a:pt x="200025" y="2257425"/>
                </a:lnTo>
                <a:lnTo>
                  <a:pt x="200025" y="2266950"/>
                </a:lnTo>
                <a:lnTo>
                  <a:pt x="180975" y="2266950"/>
                </a:lnTo>
                <a:close/>
                <a:moveTo>
                  <a:pt x="381000" y="2257425"/>
                </a:moveTo>
                <a:lnTo>
                  <a:pt x="390525" y="2257425"/>
                </a:lnTo>
                <a:lnTo>
                  <a:pt x="390525" y="2324100"/>
                </a:lnTo>
                <a:lnTo>
                  <a:pt x="381000" y="2324100"/>
                </a:lnTo>
                <a:close/>
                <a:moveTo>
                  <a:pt x="1590675" y="2257425"/>
                </a:moveTo>
                <a:lnTo>
                  <a:pt x="1619250" y="2257425"/>
                </a:lnTo>
                <a:lnTo>
                  <a:pt x="1619250" y="2266950"/>
                </a:lnTo>
                <a:lnTo>
                  <a:pt x="1590675" y="2266950"/>
                </a:lnTo>
                <a:close/>
                <a:moveTo>
                  <a:pt x="419100" y="2266950"/>
                </a:moveTo>
                <a:lnTo>
                  <a:pt x="438150" y="2266950"/>
                </a:lnTo>
                <a:lnTo>
                  <a:pt x="438150" y="2276475"/>
                </a:lnTo>
                <a:lnTo>
                  <a:pt x="419100" y="2276475"/>
                </a:lnTo>
                <a:close/>
                <a:moveTo>
                  <a:pt x="180975" y="2276475"/>
                </a:moveTo>
                <a:lnTo>
                  <a:pt x="200025" y="2276475"/>
                </a:lnTo>
                <a:lnTo>
                  <a:pt x="200025" y="2286000"/>
                </a:lnTo>
                <a:lnTo>
                  <a:pt x="180975" y="2286000"/>
                </a:lnTo>
                <a:close/>
                <a:moveTo>
                  <a:pt x="476250" y="2276475"/>
                </a:moveTo>
                <a:lnTo>
                  <a:pt x="485775" y="2276475"/>
                </a:lnTo>
                <a:lnTo>
                  <a:pt x="485775" y="2286000"/>
                </a:lnTo>
                <a:lnTo>
                  <a:pt x="476250" y="2286000"/>
                </a:lnTo>
                <a:close/>
                <a:moveTo>
                  <a:pt x="523875" y="2286000"/>
                </a:moveTo>
                <a:lnTo>
                  <a:pt x="542925" y="2286000"/>
                </a:lnTo>
                <a:lnTo>
                  <a:pt x="542925" y="2305050"/>
                </a:lnTo>
                <a:lnTo>
                  <a:pt x="552450" y="2305050"/>
                </a:lnTo>
                <a:lnTo>
                  <a:pt x="552450" y="2314575"/>
                </a:lnTo>
                <a:lnTo>
                  <a:pt x="533400" y="2314575"/>
                </a:lnTo>
                <a:lnTo>
                  <a:pt x="533400" y="2333625"/>
                </a:lnTo>
                <a:lnTo>
                  <a:pt x="514350" y="2333625"/>
                </a:lnTo>
                <a:lnTo>
                  <a:pt x="514350" y="2314575"/>
                </a:lnTo>
                <a:lnTo>
                  <a:pt x="523875" y="2314575"/>
                </a:lnTo>
                <a:lnTo>
                  <a:pt x="523875" y="2305050"/>
                </a:lnTo>
                <a:lnTo>
                  <a:pt x="533400" y="2305050"/>
                </a:lnTo>
                <a:lnTo>
                  <a:pt x="533400" y="2295525"/>
                </a:lnTo>
                <a:lnTo>
                  <a:pt x="523875" y="2295525"/>
                </a:lnTo>
                <a:close/>
                <a:moveTo>
                  <a:pt x="1152525" y="2286000"/>
                </a:moveTo>
                <a:lnTo>
                  <a:pt x="1162050" y="2286000"/>
                </a:lnTo>
                <a:lnTo>
                  <a:pt x="1162050" y="2295525"/>
                </a:lnTo>
                <a:lnTo>
                  <a:pt x="1171575" y="2295525"/>
                </a:lnTo>
                <a:lnTo>
                  <a:pt x="1171575" y="2305050"/>
                </a:lnTo>
                <a:lnTo>
                  <a:pt x="1162050" y="2305050"/>
                </a:lnTo>
                <a:lnTo>
                  <a:pt x="1162050" y="2314575"/>
                </a:lnTo>
                <a:lnTo>
                  <a:pt x="1152525" y="2314575"/>
                </a:lnTo>
                <a:lnTo>
                  <a:pt x="1152525" y="2333625"/>
                </a:lnTo>
                <a:lnTo>
                  <a:pt x="1114425" y="2333625"/>
                </a:lnTo>
                <a:lnTo>
                  <a:pt x="1114425" y="2343150"/>
                </a:lnTo>
                <a:lnTo>
                  <a:pt x="1104900" y="2343150"/>
                </a:lnTo>
                <a:lnTo>
                  <a:pt x="1104900" y="2333625"/>
                </a:lnTo>
                <a:lnTo>
                  <a:pt x="1095375" y="2333625"/>
                </a:lnTo>
                <a:lnTo>
                  <a:pt x="1095375" y="2324100"/>
                </a:lnTo>
                <a:lnTo>
                  <a:pt x="1104900" y="2324100"/>
                </a:lnTo>
                <a:lnTo>
                  <a:pt x="1104900" y="2314575"/>
                </a:lnTo>
                <a:lnTo>
                  <a:pt x="1143000" y="2314575"/>
                </a:lnTo>
                <a:lnTo>
                  <a:pt x="1143000" y="2295525"/>
                </a:lnTo>
                <a:lnTo>
                  <a:pt x="1152525" y="2295525"/>
                </a:lnTo>
                <a:close/>
                <a:moveTo>
                  <a:pt x="180975" y="2295525"/>
                </a:moveTo>
                <a:lnTo>
                  <a:pt x="200025" y="2295525"/>
                </a:lnTo>
                <a:lnTo>
                  <a:pt x="200025" y="2314575"/>
                </a:lnTo>
                <a:lnTo>
                  <a:pt x="180975" y="2314575"/>
                </a:lnTo>
                <a:close/>
                <a:moveTo>
                  <a:pt x="1228725" y="2295525"/>
                </a:moveTo>
                <a:lnTo>
                  <a:pt x="1257300" y="2295525"/>
                </a:lnTo>
                <a:lnTo>
                  <a:pt x="1257300" y="2305050"/>
                </a:lnTo>
                <a:lnTo>
                  <a:pt x="1285875" y="2305050"/>
                </a:lnTo>
                <a:lnTo>
                  <a:pt x="1285875" y="2295525"/>
                </a:lnTo>
                <a:lnTo>
                  <a:pt x="1295400" y="2295525"/>
                </a:lnTo>
                <a:lnTo>
                  <a:pt x="1295400" y="2314575"/>
                </a:lnTo>
                <a:lnTo>
                  <a:pt x="1247775" y="2314575"/>
                </a:lnTo>
                <a:lnTo>
                  <a:pt x="1247775" y="2305050"/>
                </a:lnTo>
                <a:lnTo>
                  <a:pt x="1228725" y="2305050"/>
                </a:lnTo>
                <a:close/>
                <a:moveTo>
                  <a:pt x="1019175" y="2305050"/>
                </a:moveTo>
                <a:lnTo>
                  <a:pt x="1028700" y="2305050"/>
                </a:lnTo>
                <a:lnTo>
                  <a:pt x="1028700" y="2324100"/>
                </a:lnTo>
                <a:lnTo>
                  <a:pt x="1019175" y="2324100"/>
                </a:lnTo>
                <a:lnTo>
                  <a:pt x="1019175" y="2343150"/>
                </a:lnTo>
                <a:lnTo>
                  <a:pt x="1009650" y="2343150"/>
                </a:lnTo>
                <a:lnTo>
                  <a:pt x="1009650" y="2314575"/>
                </a:lnTo>
                <a:lnTo>
                  <a:pt x="1019175" y="2314575"/>
                </a:lnTo>
                <a:close/>
                <a:moveTo>
                  <a:pt x="895350" y="2314575"/>
                </a:moveTo>
                <a:lnTo>
                  <a:pt x="923925" y="2314575"/>
                </a:lnTo>
                <a:lnTo>
                  <a:pt x="923925" y="2324100"/>
                </a:lnTo>
                <a:lnTo>
                  <a:pt x="895350" y="2324100"/>
                </a:lnTo>
                <a:close/>
                <a:moveTo>
                  <a:pt x="1228725" y="2314575"/>
                </a:moveTo>
                <a:lnTo>
                  <a:pt x="1238250" y="2314575"/>
                </a:lnTo>
                <a:lnTo>
                  <a:pt x="1238250" y="2324100"/>
                </a:lnTo>
                <a:lnTo>
                  <a:pt x="1228725" y="2324100"/>
                </a:lnTo>
                <a:close/>
                <a:moveTo>
                  <a:pt x="1609725" y="2314575"/>
                </a:moveTo>
                <a:lnTo>
                  <a:pt x="1619250" y="2314575"/>
                </a:lnTo>
                <a:lnTo>
                  <a:pt x="1619250" y="2324100"/>
                </a:lnTo>
                <a:lnTo>
                  <a:pt x="1638300" y="2324100"/>
                </a:lnTo>
                <a:lnTo>
                  <a:pt x="1638300" y="2314575"/>
                </a:lnTo>
                <a:lnTo>
                  <a:pt x="1647825" y="2314575"/>
                </a:lnTo>
                <a:lnTo>
                  <a:pt x="1647825" y="2324100"/>
                </a:lnTo>
                <a:lnTo>
                  <a:pt x="1638300" y="2324100"/>
                </a:lnTo>
                <a:lnTo>
                  <a:pt x="1638300" y="2333625"/>
                </a:lnTo>
                <a:lnTo>
                  <a:pt x="1628775" y="2333625"/>
                </a:lnTo>
                <a:lnTo>
                  <a:pt x="1628775" y="2343150"/>
                </a:lnTo>
                <a:lnTo>
                  <a:pt x="1619250" y="2343150"/>
                </a:lnTo>
                <a:lnTo>
                  <a:pt x="1619250" y="2352675"/>
                </a:lnTo>
                <a:lnTo>
                  <a:pt x="1600200" y="2352675"/>
                </a:lnTo>
                <a:lnTo>
                  <a:pt x="1600200" y="2324100"/>
                </a:lnTo>
                <a:lnTo>
                  <a:pt x="1609725" y="2324100"/>
                </a:lnTo>
                <a:close/>
                <a:moveTo>
                  <a:pt x="923925" y="2324100"/>
                </a:moveTo>
                <a:lnTo>
                  <a:pt x="933450" y="2324100"/>
                </a:lnTo>
                <a:lnTo>
                  <a:pt x="933450" y="2333625"/>
                </a:lnTo>
                <a:lnTo>
                  <a:pt x="923925" y="2333625"/>
                </a:lnTo>
                <a:close/>
                <a:moveTo>
                  <a:pt x="1076325" y="2324100"/>
                </a:moveTo>
                <a:lnTo>
                  <a:pt x="1085850" y="2324100"/>
                </a:lnTo>
                <a:lnTo>
                  <a:pt x="1085850" y="2333625"/>
                </a:lnTo>
                <a:lnTo>
                  <a:pt x="1076325" y="2333625"/>
                </a:lnTo>
                <a:close/>
                <a:moveTo>
                  <a:pt x="1362075" y="2324100"/>
                </a:moveTo>
                <a:lnTo>
                  <a:pt x="1381125" y="2324100"/>
                </a:lnTo>
                <a:lnTo>
                  <a:pt x="1381125" y="2343150"/>
                </a:lnTo>
                <a:lnTo>
                  <a:pt x="1371600" y="2343150"/>
                </a:lnTo>
                <a:lnTo>
                  <a:pt x="1371600" y="2352675"/>
                </a:lnTo>
                <a:lnTo>
                  <a:pt x="1352550" y="2352675"/>
                </a:lnTo>
                <a:lnTo>
                  <a:pt x="1352550" y="2343150"/>
                </a:lnTo>
                <a:lnTo>
                  <a:pt x="1362075" y="2343150"/>
                </a:lnTo>
                <a:close/>
                <a:moveTo>
                  <a:pt x="1304925" y="2362200"/>
                </a:moveTo>
                <a:lnTo>
                  <a:pt x="1314450" y="2362200"/>
                </a:lnTo>
                <a:lnTo>
                  <a:pt x="1314450" y="2371725"/>
                </a:lnTo>
                <a:lnTo>
                  <a:pt x="1323975" y="2371725"/>
                </a:lnTo>
                <a:lnTo>
                  <a:pt x="1323975" y="2362200"/>
                </a:lnTo>
                <a:lnTo>
                  <a:pt x="1333500" y="2362200"/>
                </a:lnTo>
                <a:lnTo>
                  <a:pt x="1333500" y="2381250"/>
                </a:lnTo>
                <a:lnTo>
                  <a:pt x="1352550" y="2381250"/>
                </a:lnTo>
                <a:lnTo>
                  <a:pt x="1352550" y="2390775"/>
                </a:lnTo>
                <a:lnTo>
                  <a:pt x="1295400" y="2390775"/>
                </a:lnTo>
                <a:lnTo>
                  <a:pt x="1295400" y="2400300"/>
                </a:lnTo>
                <a:lnTo>
                  <a:pt x="1276350" y="2400300"/>
                </a:lnTo>
                <a:lnTo>
                  <a:pt x="1276350" y="2381250"/>
                </a:lnTo>
                <a:lnTo>
                  <a:pt x="1285875" y="2381250"/>
                </a:lnTo>
                <a:lnTo>
                  <a:pt x="1285875" y="2371725"/>
                </a:lnTo>
                <a:lnTo>
                  <a:pt x="1304925" y="2371725"/>
                </a:lnTo>
                <a:close/>
                <a:moveTo>
                  <a:pt x="409575" y="2371725"/>
                </a:moveTo>
                <a:lnTo>
                  <a:pt x="438150" y="2371725"/>
                </a:lnTo>
                <a:lnTo>
                  <a:pt x="438150" y="2381250"/>
                </a:lnTo>
                <a:lnTo>
                  <a:pt x="466725" y="2381250"/>
                </a:lnTo>
                <a:lnTo>
                  <a:pt x="466725" y="2390775"/>
                </a:lnTo>
                <a:lnTo>
                  <a:pt x="485775" y="2390775"/>
                </a:lnTo>
                <a:lnTo>
                  <a:pt x="485775" y="2381250"/>
                </a:lnTo>
                <a:lnTo>
                  <a:pt x="495300" y="2381250"/>
                </a:lnTo>
                <a:lnTo>
                  <a:pt x="495300" y="2400300"/>
                </a:lnTo>
                <a:lnTo>
                  <a:pt x="428625" y="2400300"/>
                </a:lnTo>
                <a:lnTo>
                  <a:pt x="428625" y="2390775"/>
                </a:lnTo>
                <a:lnTo>
                  <a:pt x="419100" y="2390775"/>
                </a:lnTo>
                <a:lnTo>
                  <a:pt x="419100" y="2381250"/>
                </a:lnTo>
                <a:lnTo>
                  <a:pt x="409575" y="2381250"/>
                </a:lnTo>
                <a:close/>
                <a:moveTo>
                  <a:pt x="752475" y="2381250"/>
                </a:moveTo>
                <a:lnTo>
                  <a:pt x="771525" y="2381250"/>
                </a:lnTo>
                <a:lnTo>
                  <a:pt x="771525" y="2400300"/>
                </a:lnTo>
                <a:lnTo>
                  <a:pt x="752475" y="2400300"/>
                </a:lnTo>
                <a:close/>
                <a:moveTo>
                  <a:pt x="923925" y="2381250"/>
                </a:moveTo>
                <a:lnTo>
                  <a:pt x="952500" y="2381250"/>
                </a:lnTo>
                <a:lnTo>
                  <a:pt x="952500" y="2400300"/>
                </a:lnTo>
                <a:lnTo>
                  <a:pt x="923925" y="2400300"/>
                </a:lnTo>
                <a:close/>
                <a:moveTo>
                  <a:pt x="1000125" y="2381250"/>
                </a:moveTo>
                <a:lnTo>
                  <a:pt x="1019175" y="2381250"/>
                </a:lnTo>
                <a:lnTo>
                  <a:pt x="1019175" y="2400300"/>
                </a:lnTo>
                <a:lnTo>
                  <a:pt x="1009650" y="2400300"/>
                </a:lnTo>
                <a:lnTo>
                  <a:pt x="1009650" y="2390775"/>
                </a:lnTo>
                <a:lnTo>
                  <a:pt x="1000125" y="2390775"/>
                </a:lnTo>
                <a:close/>
                <a:moveTo>
                  <a:pt x="200025" y="2400300"/>
                </a:moveTo>
                <a:lnTo>
                  <a:pt x="209550" y="2400300"/>
                </a:lnTo>
                <a:lnTo>
                  <a:pt x="209550" y="2419350"/>
                </a:lnTo>
                <a:lnTo>
                  <a:pt x="200025" y="2419350"/>
                </a:lnTo>
                <a:close/>
                <a:moveTo>
                  <a:pt x="228600" y="2419350"/>
                </a:moveTo>
                <a:lnTo>
                  <a:pt x="238125" y="2419350"/>
                </a:lnTo>
                <a:lnTo>
                  <a:pt x="238125" y="2438400"/>
                </a:lnTo>
                <a:lnTo>
                  <a:pt x="228600" y="2438400"/>
                </a:lnTo>
                <a:close/>
                <a:moveTo>
                  <a:pt x="428625" y="2419350"/>
                </a:moveTo>
                <a:lnTo>
                  <a:pt x="438150" y="2419350"/>
                </a:lnTo>
                <a:lnTo>
                  <a:pt x="438150" y="2438400"/>
                </a:lnTo>
                <a:lnTo>
                  <a:pt x="428625" y="2438400"/>
                </a:lnTo>
                <a:close/>
                <a:moveTo>
                  <a:pt x="600075" y="2419350"/>
                </a:moveTo>
                <a:lnTo>
                  <a:pt x="619125" y="2419350"/>
                </a:lnTo>
                <a:lnTo>
                  <a:pt x="619125" y="2438400"/>
                </a:lnTo>
                <a:lnTo>
                  <a:pt x="600075" y="2438400"/>
                </a:lnTo>
                <a:close/>
                <a:moveTo>
                  <a:pt x="723900" y="2419350"/>
                </a:moveTo>
                <a:lnTo>
                  <a:pt x="762000" y="2419350"/>
                </a:lnTo>
                <a:lnTo>
                  <a:pt x="762000" y="2438400"/>
                </a:lnTo>
                <a:lnTo>
                  <a:pt x="723900" y="2438400"/>
                </a:lnTo>
                <a:close/>
                <a:moveTo>
                  <a:pt x="790575" y="2419350"/>
                </a:moveTo>
                <a:lnTo>
                  <a:pt x="885825" y="2419350"/>
                </a:lnTo>
                <a:lnTo>
                  <a:pt x="885825" y="2438400"/>
                </a:lnTo>
                <a:lnTo>
                  <a:pt x="790575" y="2438400"/>
                </a:lnTo>
                <a:close/>
                <a:moveTo>
                  <a:pt x="952500" y="2419350"/>
                </a:moveTo>
                <a:lnTo>
                  <a:pt x="1000125" y="2419350"/>
                </a:lnTo>
                <a:lnTo>
                  <a:pt x="1000125" y="2438400"/>
                </a:lnTo>
                <a:lnTo>
                  <a:pt x="952500" y="2438400"/>
                </a:lnTo>
                <a:close/>
                <a:moveTo>
                  <a:pt x="1114425" y="2419350"/>
                </a:moveTo>
                <a:lnTo>
                  <a:pt x="1133475" y="2419350"/>
                </a:lnTo>
                <a:lnTo>
                  <a:pt x="1133475" y="2438400"/>
                </a:lnTo>
                <a:lnTo>
                  <a:pt x="1114425" y="2438400"/>
                </a:lnTo>
                <a:close/>
                <a:moveTo>
                  <a:pt x="1152525" y="2419350"/>
                </a:moveTo>
                <a:lnTo>
                  <a:pt x="1190625" y="2419350"/>
                </a:lnTo>
                <a:lnTo>
                  <a:pt x="1190625" y="2438400"/>
                </a:lnTo>
                <a:lnTo>
                  <a:pt x="1152525" y="2438400"/>
                </a:lnTo>
                <a:close/>
                <a:moveTo>
                  <a:pt x="1228725" y="2419350"/>
                </a:moveTo>
                <a:lnTo>
                  <a:pt x="1285875" y="2419350"/>
                </a:lnTo>
                <a:lnTo>
                  <a:pt x="1285875" y="2438400"/>
                </a:lnTo>
                <a:lnTo>
                  <a:pt x="1228725" y="2438400"/>
                </a:lnTo>
                <a:close/>
                <a:moveTo>
                  <a:pt x="1314450" y="2419350"/>
                </a:moveTo>
                <a:lnTo>
                  <a:pt x="1381125" y="2419350"/>
                </a:lnTo>
                <a:lnTo>
                  <a:pt x="1381125" y="2438400"/>
                </a:lnTo>
                <a:lnTo>
                  <a:pt x="1314450" y="2438400"/>
                </a:lnTo>
                <a:close/>
                <a:moveTo>
                  <a:pt x="1390650" y="2419350"/>
                </a:moveTo>
                <a:lnTo>
                  <a:pt x="1400175" y="2419350"/>
                </a:lnTo>
                <a:lnTo>
                  <a:pt x="1400175" y="2438400"/>
                </a:lnTo>
                <a:lnTo>
                  <a:pt x="1390650" y="2438400"/>
                </a:lnTo>
                <a:close/>
                <a:moveTo>
                  <a:pt x="1447800" y="2419350"/>
                </a:moveTo>
                <a:lnTo>
                  <a:pt x="1457325" y="2419350"/>
                </a:lnTo>
                <a:lnTo>
                  <a:pt x="1457325" y="2438400"/>
                </a:lnTo>
                <a:lnTo>
                  <a:pt x="1447800" y="2438400"/>
                </a:lnTo>
                <a:close/>
                <a:moveTo>
                  <a:pt x="1619250" y="2419350"/>
                </a:moveTo>
                <a:lnTo>
                  <a:pt x="1666875" y="2419350"/>
                </a:lnTo>
                <a:lnTo>
                  <a:pt x="1666875" y="2438400"/>
                </a:lnTo>
                <a:lnTo>
                  <a:pt x="1619250" y="2438400"/>
                </a:lnTo>
                <a:close/>
                <a:moveTo>
                  <a:pt x="219075" y="2457450"/>
                </a:moveTo>
                <a:lnTo>
                  <a:pt x="247650" y="2457450"/>
                </a:lnTo>
                <a:lnTo>
                  <a:pt x="247650" y="2476500"/>
                </a:lnTo>
                <a:lnTo>
                  <a:pt x="228600" y="2476500"/>
                </a:lnTo>
                <a:lnTo>
                  <a:pt x="228600" y="2466975"/>
                </a:lnTo>
                <a:lnTo>
                  <a:pt x="219075" y="2466975"/>
                </a:lnTo>
                <a:close/>
                <a:moveTo>
                  <a:pt x="219075" y="2476500"/>
                </a:moveTo>
                <a:lnTo>
                  <a:pt x="228600" y="2476500"/>
                </a:lnTo>
                <a:lnTo>
                  <a:pt x="228600" y="2486025"/>
                </a:lnTo>
                <a:lnTo>
                  <a:pt x="219075" y="2486025"/>
                </a:lnTo>
                <a:close/>
                <a:moveTo>
                  <a:pt x="238125" y="2524125"/>
                </a:moveTo>
                <a:lnTo>
                  <a:pt x="247650" y="2524125"/>
                </a:lnTo>
                <a:lnTo>
                  <a:pt x="247650" y="2533650"/>
                </a:lnTo>
                <a:lnTo>
                  <a:pt x="238125" y="2533650"/>
                </a:lnTo>
                <a:close/>
                <a:moveTo>
                  <a:pt x="323850" y="2524125"/>
                </a:moveTo>
                <a:lnTo>
                  <a:pt x="352425" y="2524125"/>
                </a:lnTo>
                <a:lnTo>
                  <a:pt x="352425" y="2533650"/>
                </a:lnTo>
                <a:lnTo>
                  <a:pt x="323850" y="2533650"/>
                </a:lnTo>
                <a:close/>
                <a:moveTo>
                  <a:pt x="219075" y="2533650"/>
                </a:moveTo>
                <a:lnTo>
                  <a:pt x="238125" y="2533650"/>
                </a:lnTo>
                <a:lnTo>
                  <a:pt x="238125" y="2543175"/>
                </a:lnTo>
                <a:lnTo>
                  <a:pt x="228600" y="2543175"/>
                </a:lnTo>
                <a:lnTo>
                  <a:pt x="228600" y="2562225"/>
                </a:lnTo>
                <a:lnTo>
                  <a:pt x="200025" y="2562225"/>
                </a:lnTo>
                <a:lnTo>
                  <a:pt x="200025" y="2552700"/>
                </a:lnTo>
                <a:lnTo>
                  <a:pt x="209550" y="2552700"/>
                </a:lnTo>
                <a:lnTo>
                  <a:pt x="209550" y="2543175"/>
                </a:lnTo>
                <a:lnTo>
                  <a:pt x="219075" y="2543175"/>
                </a:lnTo>
                <a:close/>
                <a:moveTo>
                  <a:pt x="695325" y="2533650"/>
                </a:moveTo>
                <a:lnTo>
                  <a:pt x="704850" y="2533650"/>
                </a:lnTo>
                <a:lnTo>
                  <a:pt x="704850" y="2543175"/>
                </a:lnTo>
                <a:lnTo>
                  <a:pt x="695325" y="2543175"/>
                </a:lnTo>
                <a:close/>
                <a:moveTo>
                  <a:pt x="1581150" y="2533650"/>
                </a:moveTo>
                <a:lnTo>
                  <a:pt x="1590675" y="2533650"/>
                </a:lnTo>
                <a:lnTo>
                  <a:pt x="1590675" y="2543175"/>
                </a:lnTo>
                <a:lnTo>
                  <a:pt x="1581150" y="2543175"/>
                </a:lnTo>
                <a:close/>
                <a:moveTo>
                  <a:pt x="466725" y="2543175"/>
                </a:moveTo>
                <a:lnTo>
                  <a:pt x="504825" y="2543175"/>
                </a:lnTo>
                <a:lnTo>
                  <a:pt x="504825" y="2552700"/>
                </a:lnTo>
                <a:lnTo>
                  <a:pt x="476250" y="2552700"/>
                </a:lnTo>
                <a:lnTo>
                  <a:pt x="476250" y="2562225"/>
                </a:lnTo>
                <a:lnTo>
                  <a:pt x="466725" y="2562225"/>
                </a:lnTo>
                <a:lnTo>
                  <a:pt x="466725" y="2571750"/>
                </a:lnTo>
                <a:lnTo>
                  <a:pt x="457200" y="2571750"/>
                </a:lnTo>
                <a:lnTo>
                  <a:pt x="457200" y="2552700"/>
                </a:lnTo>
                <a:lnTo>
                  <a:pt x="466725" y="2552700"/>
                </a:lnTo>
                <a:close/>
                <a:moveTo>
                  <a:pt x="561975" y="2543175"/>
                </a:moveTo>
                <a:lnTo>
                  <a:pt x="590550" y="2543175"/>
                </a:lnTo>
                <a:lnTo>
                  <a:pt x="590550" y="2552700"/>
                </a:lnTo>
                <a:lnTo>
                  <a:pt x="600075" y="2552700"/>
                </a:lnTo>
                <a:lnTo>
                  <a:pt x="600075" y="2562225"/>
                </a:lnTo>
                <a:lnTo>
                  <a:pt x="581025" y="2562225"/>
                </a:lnTo>
                <a:lnTo>
                  <a:pt x="581025" y="2571750"/>
                </a:lnTo>
                <a:lnTo>
                  <a:pt x="561975" y="2571750"/>
                </a:lnTo>
                <a:close/>
                <a:moveTo>
                  <a:pt x="1381125" y="2552700"/>
                </a:moveTo>
                <a:lnTo>
                  <a:pt x="1419225" y="2552700"/>
                </a:lnTo>
                <a:lnTo>
                  <a:pt x="1419225" y="2571750"/>
                </a:lnTo>
                <a:lnTo>
                  <a:pt x="1381125" y="2571750"/>
                </a:lnTo>
                <a:close/>
                <a:moveTo>
                  <a:pt x="295275" y="2562225"/>
                </a:moveTo>
                <a:lnTo>
                  <a:pt x="304800" y="2562225"/>
                </a:lnTo>
                <a:lnTo>
                  <a:pt x="304800" y="2581275"/>
                </a:lnTo>
                <a:lnTo>
                  <a:pt x="285750" y="2581275"/>
                </a:lnTo>
                <a:lnTo>
                  <a:pt x="285750" y="2571750"/>
                </a:lnTo>
                <a:lnTo>
                  <a:pt x="295275" y="2571750"/>
                </a:lnTo>
                <a:close/>
                <a:moveTo>
                  <a:pt x="1657350" y="2590800"/>
                </a:moveTo>
                <a:lnTo>
                  <a:pt x="1666875" y="2590800"/>
                </a:lnTo>
                <a:lnTo>
                  <a:pt x="1666875" y="2628900"/>
                </a:lnTo>
                <a:lnTo>
                  <a:pt x="1647825" y="2628900"/>
                </a:lnTo>
                <a:lnTo>
                  <a:pt x="1647825" y="2600325"/>
                </a:lnTo>
                <a:lnTo>
                  <a:pt x="1657350" y="2600325"/>
                </a:lnTo>
                <a:close/>
                <a:moveTo>
                  <a:pt x="866775" y="2609850"/>
                </a:moveTo>
                <a:lnTo>
                  <a:pt x="895350" y="2609850"/>
                </a:lnTo>
                <a:lnTo>
                  <a:pt x="895350" y="2619375"/>
                </a:lnTo>
                <a:lnTo>
                  <a:pt x="904875" y="2619375"/>
                </a:lnTo>
                <a:lnTo>
                  <a:pt x="904875" y="2628900"/>
                </a:lnTo>
                <a:lnTo>
                  <a:pt x="895350" y="2628900"/>
                </a:lnTo>
                <a:lnTo>
                  <a:pt x="895350" y="2638425"/>
                </a:lnTo>
                <a:lnTo>
                  <a:pt x="876300" y="2638425"/>
                </a:lnTo>
                <a:lnTo>
                  <a:pt x="876300" y="2628900"/>
                </a:lnTo>
                <a:lnTo>
                  <a:pt x="866775" y="2628900"/>
                </a:lnTo>
                <a:close/>
                <a:moveTo>
                  <a:pt x="971550" y="2647950"/>
                </a:moveTo>
                <a:lnTo>
                  <a:pt x="981075" y="2647950"/>
                </a:lnTo>
                <a:lnTo>
                  <a:pt x="981075" y="2667000"/>
                </a:lnTo>
                <a:lnTo>
                  <a:pt x="971550" y="2667000"/>
                </a:lnTo>
                <a:close/>
                <a:moveTo>
                  <a:pt x="1524000" y="2667000"/>
                </a:moveTo>
                <a:lnTo>
                  <a:pt x="1543050" y="2667000"/>
                </a:lnTo>
                <a:lnTo>
                  <a:pt x="1543050" y="2676525"/>
                </a:lnTo>
                <a:lnTo>
                  <a:pt x="1562100" y="2676525"/>
                </a:lnTo>
                <a:lnTo>
                  <a:pt x="1562100" y="2686050"/>
                </a:lnTo>
                <a:lnTo>
                  <a:pt x="1533525" y="2686050"/>
                </a:lnTo>
                <a:lnTo>
                  <a:pt x="1533525" y="2676525"/>
                </a:lnTo>
                <a:lnTo>
                  <a:pt x="1524000" y="2676525"/>
                </a:lnTo>
                <a:close/>
                <a:moveTo>
                  <a:pt x="1619250" y="2667000"/>
                </a:moveTo>
                <a:lnTo>
                  <a:pt x="1628775" y="2667000"/>
                </a:lnTo>
                <a:lnTo>
                  <a:pt x="1628775" y="2676525"/>
                </a:lnTo>
                <a:lnTo>
                  <a:pt x="1619250" y="2676525"/>
                </a:lnTo>
                <a:close/>
                <a:moveTo>
                  <a:pt x="1657350" y="2667000"/>
                </a:moveTo>
                <a:lnTo>
                  <a:pt x="1666875" y="2667000"/>
                </a:lnTo>
                <a:lnTo>
                  <a:pt x="1666875" y="2705100"/>
                </a:lnTo>
                <a:lnTo>
                  <a:pt x="1657350" y="2705100"/>
                </a:lnTo>
                <a:lnTo>
                  <a:pt x="1657350" y="2695575"/>
                </a:lnTo>
                <a:lnTo>
                  <a:pt x="1638300" y="2695575"/>
                </a:lnTo>
                <a:lnTo>
                  <a:pt x="1638300" y="2686050"/>
                </a:lnTo>
                <a:lnTo>
                  <a:pt x="1628775" y="2686050"/>
                </a:lnTo>
                <a:lnTo>
                  <a:pt x="1628775" y="2676525"/>
                </a:lnTo>
                <a:lnTo>
                  <a:pt x="1657350" y="2676525"/>
                </a:lnTo>
                <a:close/>
                <a:moveTo>
                  <a:pt x="1514475" y="2676525"/>
                </a:moveTo>
                <a:lnTo>
                  <a:pt x="1524000" y="2676525"/>
                </a:lnTo>
                <a:lnTo>
                  <a:pt x="1524000" y="2695575"/>
                </a:lnTo>
                <a:lnTo>
                  <a:pt x="1514475" y="2695575"/>
                </a:lnTo>
                <a:close/>
                <a:moveTo>
                  <a:pt x="1609725" y="2676525"/>
                </a:moveTo>
                <a:lnTo>
                  <a:pt x="1619250" y="2676525"/>
                </a:lnTo>
                <a:lnTo>
                  <a:pt x="1619250" y="2686050"/>
                </a:lnTo>
                <a:lnTo>
                  <a:pt x="1609725" y="2686050"/>
                </a:lnTo>
                <a:close/>
                <a:moveTo>
                  <a:pt x="409575" y="2686050"/>
                </a:moveTo>
                <a:lnTo>
                  <a:pt x="419100" y="2686050"/>
                </a:lnTo>
                <a:lnTo>
                  <a:pt x="419100" y="2695575"/>
                </a:lnTo>
                <a:lnTo>
                  <a:pt x="447675" y="2695575"/>
                </a:lnTo>
                <a:lnTo>
                  <a:pt x="447675" y="2705100"/>
                </a:lnTo>
                <a:lnTo>
                  <a:pt x="438150" y="2705100"/>
                </a:lnTo>
                <a:lnTo>
                  <a:pt x="438150" y="2714625"/>
                </a:lnTo>
                <a:lnTo>
                  <a:pt x="428625" y="2714625"/>
                </a:lnTo>
                <a:lnTo>
                  <a:pt x="428625" y="2724150"/>
                </a:lnTo>
                <a:lnTo>
                  <a:pt x="409575" y="2724150"/>
                </a:lnTo>
                <a:close/>
                <a:moveTo>
                  <a:pt x="466725" y="2686050"/>
                </a:moveTo>
                <a:lnTo>
                  <a:pt x="476250" y="2686050"/>
                </a:lnTo>
                <a:lnTo>
                  <a:pt x="476250" y="2695575"/>
                </a:lnTo>
                <a:lnTo>
                  <a:pt x="466725" y="2695575"/>
                </a:lnTo>
                <a:close/>
                <a:moveTo>
                  <a:pt x="1524000" y="2705100"/>
                </a:moveTo>
                <a:lnTo>
                  <a:pt x="1543050" y="2705100"/>
                </a:lnTo>
                <a:lnTo>
                  <a:pt x="1543050" y="2714625"/>
                </a:lnTo>
                <a:lnTo>
                  <a:pt x="1524000" y="2714625"/>
                </a:lnTo>
                <a:close/>
                <a:moveTo>
                  <a:pt x="1647825" y="2705100"/>
                </a:moveTo>
                <a:lnTo>
                  <a:pt x="1657350" y="2705100"/>
                </a:lnTo>
                <a:lnTo>
                  <a:pt x="1657350" y="2714625"/>
                </a:lnTo>
                <a:lnTo>
                  <a:pt x="1647825" y="2714625"/>
                </a:lnTo>
                <a:close/>
                <a:moveTo>
                  <a:pt x="828675" y="2714625"/>
                </a:moveTo>
                <a:lnTo>
                  <a:pt x="838200" y="2714625"/>
                </a:lnTo>
                <a:lnTo>
                  <a:pt x="838200" y="2724150"/>
                </a:lnTo>
                <a:lnTo>
                  <a:pt x="866775" y="2724150"/>
                </a:lnTo>
                <a:lnTo>
                  <a:pt x="866775" y="2714625"/>
                </a:lnTo>
                <a:lnTo>
                  <a:pt x="904875" y="2714625"/>
                </a:lnTo>
                <a:lnTo>
                  <a:pt x="904875" y="2724150"/>
                </a:lnTo>
                <a:lnTo>
                  <a:pt x="895350" y="2724150"/>
                </a:lnTo>
                <a:lnTo>
                  <a:pt x="895350" y="2743200"/>
                </a:lnTo>
                <a:lnTo>
                  <a:pt x="885825" y="2743200"/>
                </a:lnTo>
                <a:lnTo>
                  <a:pt x="885825" y="2733675"/>
                </a:lnTo>
                <a:lnTo>
                  <a:pt x="857250" y="2733675"/>
                </a:lnTo>
                <a:lnTo>
                  <a:pt x="857250" y="2743200"/>
                </a:lnTo>
                <a:lnTo>
                  <a:pt x="809625" y="2743200"/>
                </a:lnTo>
                <a:lnTo>
                  <a:pt x="809625" y="2724150"/>
                </a:lnTo>
                <a:lnTo>
                  <a:pt x="828675" y="2724150"/>
                </a:lnTo>
                <a:close/>
                <a:moveTo>
                  <a:pt x="1590675" y="2714625"/>
                </a:moveTo>
                <a:lnTo>
                  <a:pt x="1600200" y="2714625"/>
                </a:lnTo>
                <a:lnTo>
                  <a:pt x="1600200" y="2724150"/>
                </a:lnTo>
                <a:lnTo>
                  <a:pt x="1619250" y="2724150"/>
                </a:lnTo>
                <a:lnTo>
                  <a:pt x="1619250" y="2733675"/>
                </a:lnTo>
                <a:lnTo>
                  <a:pt x="1590675" y="2733675"/>
                </a:lnTo>
                <a:close/>
                <a:moveTo>
                  <a:pt x="790575" y="2724150"/>
                </a:moveTo>
                <a:lnTo>
                  <a:pt x="800100" y="2724150"/>
                </a:lnTo>
                <a:lnTo>
                  <a:pt x="800100" y="2743200"/>
                </a:lnTo>
                <a:lnTo>
                  <a:pt x="790575" y="2743200"/>
                </a:lnTo>
                <a:close/>
                <a:moveTo>
                  <a:pt x="914400" y="2724150"/>
                </a:moveTo>
                <a:lnTo>
                  <a:pt x="923925" y="2724150"/>
                </a:lnTo>
                <a:lnTo>
                  <a:pt x="923925" y="2733675"/>
                </a:lnTo>
                <a:lnTo>
                  <a:pt x="914400" y="2733675"/>
                </a:lnTo>
                <a:close/>
                <a:moveTo>
                  <a:pt x="1219200" y="2724150"/>
                </a:moveTo>
                <a:lnTo>
                  <a:pt x="1228725" y="2724150"/>
                </a:lnTo>
                <a:lnTo>
                  <a:pt x="1228725" y="2733675"/>
                </a:lnTo>
                <a:lnTo>
                  <a:pt x="1219200" y="2733675"/>
                </a:lnTo>
                <a:close/>
                <a:moveTo>
                  <a:pt x="1238250" y="2724150"/>
                </a:moveTo>
                <a:lnTo>
                  <a:pt x="1257300" y="2724150"/>
                </a:lnTo>
                <a:lnTo>
                  <a:pt x="1257300" y="2733675"/>
                </a:lnTo>
                <a:lnTo>
                  <a:pt x="1238250" y="2733675"/>
                </a:lnTo>
                <a:close/>
                <a:moveTo>
                  <a:pt x="1295400" y="2724150"/>
                </a:moveTo>
                <a:lnTo>
                  <a:pt x="1314450" y="2724150"/>
                </a:lnTo>
                <a:lnTo>
                  <a:pt x="1314450" y="2733675"/>
                </a:lnTo>
                <a:lnTo>
                  <a:pt x="1295400" y="2733675"/>
                </a:lnTo>
                <a:close/>
                <a:moveTo>
                  <a:pt x="1447800" y="2733675"/>
                </a:moveTo>
                <a:lnTo>
                  <a:pt x="1476375" y="2733675"/>
                </a:lnTo>
                <a:lnTo>
                  <a:pt x="1476375" y="2743200"/>
                </a:lnTo>
                <a:lnTo>
                  <a:pt x="1457325" y="2743200"/>
                </a:lnTo>
                <a:lnTo>
                  <a:pt x="1457325" y="2762250"/>
                </a:lnTo>
                <a:lnTo>
                  <a:pt x="1447800" y="2762250"/>
                </a:lnTo>
                <a:lnTo>
                  <a:pt x="1447800" y="2771775"/>
                </a:lnTo>
                <a:lnTo>
                  <a:pt x="1457325" y="2771775"/>
                </a:lnTo>
                <a:lnTo>
                  <a:pt x="1457325" y="2781300"/>
                </a:lnTo>
                <a:lnTo>
                  <a:pt x="1447800" y="2781300"/>
                </a:lnTo>
                <a:lnTo>
                  <a:pt x="1447800" y="2790825"/>
                </a:lnTo>
                <a:lnTo>
                  <a:pt x="1438275" y="2790825"/>
                </a:lnTo>
                <a:lnTo>
                  <a:pt x="1438275" y="2752725"/>
                </a:lnTo>
                <a:lnTo>
                  <a:pt x="1447800" y="2752725"/>
                </a:lnTo>
                <a:close/>
                <a:moveTo>
                  <a:pt x="200025" y="2771775"/>
                </a:moveTo>
                <a:lnTo>
                  <a:pt x="209550" y="2771775"/>
                </a:lnTo>
                <a:lnTo>
                  <a:pt x="209550" y="2790825"/>
                </a:lnTo>
                <a:lnTo>
                  <a:pt x="200025" y="2790825"/>
                </a:lnTo>
                <a:close/>
                <a:moveTo>
                  <a:pt x="723900" y="2781300"/>
                </a:moveTo>
                <a:lnTo>
                  <a:pt x="752475" y="2781300"/>
                </a:lnTo>
                <a:lnTo>
                  <a:pt x="752475" y="2790825"/>
                </a:lnTo>
                <a:lnTo>
                  <a:pt x="762000" y="2790825"/>
                </a:lnTo>
                <a:lnTo>
                  <a:pt x="762000" y="2838450"/>
                </a:lnTo>
                <a:lnTo>
                  <a:pt x="752475" y="2838450"/>
                </a:lnTo>
                <a:lnTo>
                  <a:pt x="752475" y="2847975"/>
                </a:lnTo>
                <a:lnTo>
                  <a:pt x="704850" y="2847975"/>
                </a:lnTo>
                <a:lnTo>
                  <a:pt x="704850" y="2838450"/>
                </a:lnTo>
                <a:lnTo>
                  <a:pt x="695325" y="2838450"/>
                </a:lnTo>
                <a:lnTo>
                  <a:pt x="695325" y="2857500"/>
                </a:lnTo>
                <a:lnTo>
                  <a:pt x="647700" y="2857500"/>
                </a:lnTo>
                <a:lnTo>
                  <a:pt x="647700" y="2847975"/>
                </a:lnTo>
                <a:lnTo>
                  <a:pt x="638175" y="2847975"/>
                </a:lnTo>
                <a:lnTo>
                  <a:pt x="638175" y="2800350"/>
                </a:lnTo>
                <a:lnTo>
                  <a:pt x="666750" y="2800350"/>
                </a:lnTo>
                <a:lnTo>
                  <a:pt x="666750" y="2790825"/>
                </a:lnTo>
                <a:lnTo>
                  <a:pt x="704850" y="2790825"/>
                </a:lnTo>
                <a:lnTo>
                  <a:pt x="704850" y="2800350"/>
                </a:lnTo>
                <a:lnTo>
                  <a:pt x="695325" y="2800350"/>
                </a:lnTo>
                <a:lnTo>
                  <a:pt x="695325" y="2809875"/>
                </a:lnTo>
                <a:lnTo>
                  <a:pt x="704850" y="2809875"/>
                </a:lnTo>
                <a:lnTo>
                  <a:pt x="704850" y="2828925"/>
                </a:lnTo>
                <a:lnTo>
                  <a:pt x="714375" y="2828925"/>
                </a:lnTo>
                <a:lnTo>
                  <a:pt x="714375" y="2819400"/>
                </a:lnTo>
                <a:lnTo>
                  <a:pt x="733425" y="2819400"/>
                </a:lnTo>
                <a:lnTo>
                  <a:pt x="733425" y="2800350"/>
                </a:lnTo>
                <a:lnTo>
                  <a:pt x="723900" y="2800350"/>
                </a:lnTo>
                <a:close/>
                <a:moveTo>
                  <a:pt x="1295400" y="2790825"/>
                </a:moveTo>
                <a:lnTo>
                  <a:pt x="1323975" y="2790825"/>
                </a:lnTo>
                <a:lnTo>
                  <a:pt x="1323975" y="2809875"/>
                </a:lnTo>
                <a:lnTo>
                  <a:pt x="1314450" y="2809875"/>
                </a:lnTo>
                <a:lnTo>
                  <a:pt x="1314450" y="2800350"/>
                </a:lnTo>
                <a:lnTo>
                  <a:pt x="1295400" y="2800350"/>
                </a:lnTo>
                <a:close/>
                <a:moveTo>
                  <a:pt x="1466850" y="2790825"/>
                </a:moveTo>
                <a:lnTo>
                  <a:pt x="1476375" y="2790825"/>
                </a:lnTo>
                <a:lnTo>
                  <a:pt x="1476375" y="2800350"/>
                </a:lnTo>
                <a:lnTo>
                  <a:pt x="1466850" y="2800350"/>
                </a:lnTo>
                <a:close/>
                <a:moveTo>
                  <a:pt x="1485900" y="2790825"/>
                </a:moveTo>
                <a:lnTo>
                  <a:pt x="1495425" y="2790825"/>
                </a:lnTo>
                <a:lnTo>
                  <a:pt x="1495425" y="2800350"/>
                </a:lnTo>
                <a:lnTo>
                  <a:pt x="1485900" y="2800350"/>
                </a:lnTo>
                <a:close/>
                <a:moveTo>
                  <a:pt x="1504950" y="2790825"/>
                </a:moveTo>
                <a:lnTo>
                  <a:pt x="1514475" y="2790825"/>
                </a:lnTo>
                <a:lnTo>
                  <a:pt x="1514475" y="2800350"/>
                </a:lnTo>
                <a:lnTo>
                  <a:pt x="1504950" y="2800350"/>
                </a:lnTo>
                <a:close/>
                <a:moveTo>
                  <a:pt x="1257300" y="2800350"/>
                </a:moveTo>
                <a:lnTo>
                  <a:pt x="1276350" y="2800350"/>
                </a:lnTo>
                <a:lnTo>
                  <a:pt x="1276350" y="2809875"/>
                </a:lnTo>
                <a:lnTo>
                  <a:pt x="1266825" y="2809875"/>
                </a:lnTo>
                <a:lnTo>
                  <a:pt x="1266825" y="2819400"/>
                </a:lnTo>
                <a:lnTo>
                  <a:pt x="1257300" y="2819400"/>
                </a:lnTo>
                <a:lnTo>
                  <a:pt x="1257300" y="2828925"/>
                </a:lnTo>
                <a:lnTo>
                  <a:pt x="1247775" y="2828925"/>
                </a:lnTo>
                <a:lnTo>
                  <a:pt x="1247775" y="2809875"/>
                </a:lnTo>
                <a:lnTo>
                  <a:pt x="1257300" y="2809875"/>
                </a:lnTo>
                <a:close/>
                <a:moveTo>
                  <a:pt x="1419225" y="2800350"/>
                </a:moveTo>
                <a:lnTo>
                  <a:pt x="1428750" y="2800350"/>
                </a:lnTo>
                <a:lnTo>
                  <a:pt x="1428750" y="2809875"/>
                </a:lnTo>
                <a:lnTo>
                  <a:pt x="1419225" y="2809875"/>
                </a:lnTo>
                <a:close/>
                <a:moveTo>
                  <a:pt x="1447800" y="2800350"/>
                </a:moveTo>
                <a:lnTo>
                  <a:pt x="1457325" y="2800350"/>
                </a:lnTo>
                <a:lnTo>
                  <a:pt x="1457325" y="2809875"/>
                </a:lnTo>
                <a:lnTo>
                  <a:pt x="1447800" y="2809875"/>
                </a:lnTo>
                <a:close/>
                <a:moveTo>
                  <a:pt x="381000" y="2809875"/>
                </a:moveTo>
                <a:lnTo>
                  <a:pt x="390525" y="2809875"/>
                </a:lnTo>
                <a:lnTo>
                  <a:pt x="390525" y="2819400"/>
                </a:lnTo>
                <a:lnTo>
                  <a:pt x="381000" y="2819400"/>
                </a:lnTo>
                <a:close/>
                <a:moveTo>
                  <a:pt x="1171575" y="2809875"/>
                </a:moveTo>
                <a:lnTo>
                  <a:pt x="1190625" y="2809875"/>
                </a:lnTo>
                <a:lnTo>
                  <a:pt x="1190625" y="2828925"/>
                </a:lnTo>
                <a:lnTo>
                  <a:pt x="1171575" y="2828925"/>
                </a:lnTo>
                <a:close/>
                <a:moveTo>
                  <a:pt x="1428750" y="2809875"/>
                </a:moveTo>
                <a:lnTo>
                  <a:pt x="1438275" y="2809875"/>
                </a:lnTo>
                <a:lnTo>
                  <a:pt x="1438275" y="2819400"/>
                </a:lnTo>
                <a:lnTo>
                  <a:pt x="1428750" y="2819400"/>
                </a:lnTo>
                <a:close/>
                <a:moveTo>
                  <a:pt x="266700" y="2819400"/>
                </a:moveTo>
                <a:lnTo>
                  <a:pt x="276225" y="2819400"/>
                </a:lnTo>
                <a:lnTo>
                  <a:pt x="276225" y="2828925"/>
                </a:lnTo>
                <a:lnTo>
                  <a:pt x="266700" y="2828925"/>
                </a:lnTo>
                <a:close/>
                <a:moveTo>
                  <a:pt x="400050" y="2819400"/>
                </a:moveTo>
                <a:lnTo>
                  <a:pt x="409575" y="2819400"/>
                </a:lnTo>
                <a:lnTo>
                  <a:pt x="409575" y="2828925"/>
                </a:lnTo>
                <a:lnTo>
                  <a:pt x="419100" y="2828925"/>
                </a:lnTo>
                <a:lnTo>
                  <a:pt x="419100" y="2819400"/>
                </a:lnTo>
                <a:lnTo>
                  <a:pt x="438150" y="2819400"/>
                </a:lnTo>
                <a:lnTo>
                  <a:pt x="438150" y="2828925"/>
                </a:lnTo>
                <a:lnTo>
                  <a:pt x="466725" y="2828925"/>
                </a:lnTo>
                <a:lnTo>
                  <a:pt x="466725" y="2847975"/>
                </a:lnTo>
                <a:lnTo>
                  <a:pt x="400050" y="2847975"/>
                </a:lnTo>
                <a:close/>
                <a:moveTo>
                  <a:pt x="1419225" y="2819400"/>
                </a:moveTo>
                <a:lnTo>
                  <a:pt x="1428750" y="2819400"/>
                </a:lnTo>
                <a:lnTo>
                  <a:pt x="1428750" y="2828925"/>
                </a:lnTo>
                <a:lnTo>
                  <a:pt x="1419225" y="2828925"/>
                </a:lnTo>
                <a:close/>
                <a:moveTo>
                  <a:pt x="657225" y="2828925"/>
                </a:moveTo>
                <a:lnTo>
                  <a:pt x="685800" y="2828925"/>
                </a:lnTo>
                <a:lnTo>
                  <a:pt x="685800" y="2809875"/>
                </a:lnTo>
                <a:lnTo>
                  <a:pt x="657225" y="2809875"/>
                </a:lnTo>
                <a:close/>
                <a:moveTo>
                  <a:pt x="361950" y="2981325"/>
                </a:moveTo>
                <a:lnTo>
                  <a:pt x="371475" y="2981325"/>
                </a:lnTo>
                <a:lnTo>
                  <a:pt x="371475" y="3000375"/>
                </a:lnTo>
                <a:lnTo>
                  <a:pt x="361950" y="3000375"/>
                </a:lnTo>
                <a:close/>
                <a:moveTo>
                  <a:pt x="381000" y="2990850"/>
                </a:moveTo>
                <a:lnTo>
                  <a:pt x="390525" y="2990850"/>
                </a:lnTo>
                <a:lnTo>
                  <a:pt x="390525" y="3000375"/>
                </a:lnTo>
                <a:lnTo>
                  <a:pt x="381000" y="3000375"/>
                </a:lnTo>
                <a:close/>
                <a:moveTo>
                  <a:pt x="419100" y="2990850"/>
                </a:moveTo>
                <a:lnTo>
                  <a:pt x="457200" y="2990850"/>
                </a:lnTo>
                <a:lnTo>
                  <a:pt x="457200" y="3009900"/>
                </a:lnTo>
                <a:lnTo>
                  <a:pt x="438150" y="3009900"/>
                </a:lnTo>
                <a:lnTo>
                  <a:pt x="438150" y="3019425"/>
                </a:lnTo>
                <a:lnTo>
                  <a:pt x="419100" y="3019425"/>
                </a:lnTo>
                <a:close/>
                <a:moveTo>
                  <a:pt x="1600200" y="3000375"/>
                </a:moveTo>
                <a:lnTo>
                  <a:pt x="1628775" y="3000375"/>
                </a:lnTo>
                <a:lnTo>
                  <a:pt x="1628775" y="3019425"/>
                </a:lnTo>
                <a:lnTo>
                  <a:pt x="1600200" y="3019425"/>
                </a:lnTo>
                <a:close/>
                <a:moveTo>
                  <a:pt x="219075" y="3009900"/>
                </a:moveTo>
                <a:lnTo>
                  <a:pt x="228600" y="3009900"/>
                </a:lnTo>
                <a:lnTo>
                  <a:pt x="228600" y="3028950"/>
                </a:lnTo>
                <a:lnTo>
                  <a:pt x="219075" y="3028950"/>
                </a:lnTo>
                <a:close/>
                <a:moveTo>
                  <a:pt x="304800" y="3009900"/>
                </a:moveTo>
                <a:lnTo>
                  <a:pt x="314325" y="3009900"/>
                </a:lnTo>
                <a:lnTo>
                  <a:pt x="314325" y="3019425"/>
                </a:lnTo>
                <a:lnTo>
                  <a:pt x="304800" y="3019425"/>
                </a:lnTo>
                <a:close/>
                <a:moveTo>
                  <a:pt x="1647825" y="3009900"/>
                </a:moveTo>
                <a:lnTo>
                  <a:pt x="1657350" y="3009900"/>
                </a:lnTo>
                <a:lnTo>
                  <a:pt x="1657350" y="3067050"/>
                </a:lnTo>
                <a:lnTo>
                  <a:pt x="1647825" y="3067050"/>
                </a:lnTo>
                <a:lnTo>
                  <a:pt x="1647825" y="3076575"/>
                </a:lnTo>
                <a:lnTo>
                  <a:pt x="1619250" y="3076575"/>
                </a:lnTo>
                <a:lnTo>
                  <a:pt x="1619250" y="3086100"/>
                </a:lnTo>
                <a:lnTo>
                  <a:pt x="1609725" y="3086100"/>
                </a:lnTo>
                <a:lnTo>
                  <a:pt x="1609725" y="3067050"/>
                </a:lnTo>
                <a:lnTo>
                  <a:pt x="1581150" y="3067050"/>
                </a:lnTo>
                <a:lnTo>
                  <a:pt x="1581150" y="3076575"/>
                </a:lnTo>
                <a:lnTo>
                  <a:pt x="1562100" y="3076575"/>
                </a:lnTo>
                <a:lnTo>
                  <a:pt x="1562100" y="3086100"/>
                </a:lnTo>
                <a:lnTo>
                  <a:pt x="1552575" y="3086100"/>
                </a:lnTo>
                <a:lnTo>
                  <a:pt x="1552575" y="3095625"/>
                </a:lnTo>
                <a:lnTo>
                  <a:pt x="1533525" y="3095625"/>
                </a:lnTo>
                <a:lnTo>
                  <a:pt x="1533525" y="3086100"/>
                </a:lnTo>
                <a:lnTo>
                  <a:pt x="1504950" y="3086100"/>
                </a:lnTo>
                <a:lnTo>
                  <a:pt x="1504950" y="3067050"/>
                </a:lnTo>
                <a:lnTo>
                  <a:pt x="1514475" y="3067050"/>
                </a:lnTo>
                <a:lnTo>
                  <a:pt x="1514475" y="3076575"/>
                </a:lnTo>
                <a:lnTo>
                  <a:pt x="1524000" y="3076575"/>
                </a:lnTo>
                <a:lnTo>
                  <a:pt x="1524000" y="3067050"/>
                </a:lnTo>
                <a:lnTo>
                  <a:pt x="1533525" y="3067050"/>
                </a:lnTo>
                <a:lnTo>
                  <a:pt x="1533525" y="3076575"/>
                </a:lnTo>
                <a:lnTo>
                  <a:pt x="1543050" y="3076575"/>
                </a:lnTo>
                <a:lnTo>
                  <a:pt x="1543050" y="3067050"/>
                </a:lnTo>
                <a:lnTo>
                  <a:pt x="1552575" y="3067050"/>
                </a:lnTo>
                <a:lnTo>
                  <a:pt x="1552575" y="3057525"/>
                </a:lnTo>
                <a:lnTo>
                  <a:pt x="1581150" y="3057525"/>
                </a:lnTo>
                <a:lnTo>
                  <a:pt x="1581150" y="3048000"/>
                </a:lnTo>
                <a:lnTo>
                  <a:pt x="1562100" y="3048000"/>
                </a:lnTo>
                <a:lnTo>
                  <a:pt x="1562100" y="3028950"/>
                </a:lnTo>
                <a:lnTo>
                  <a:pt x="1571625" y="3028950"/>
                </a:lnTo>
                <a:lnTo>
                  <a:pt x="1571625" y="3038475"/>
                </a:lnTo>
                <a:lnTo>
                  <a:pt x="1581150" y="3038475"/>
                </a:lnTo>
                <a:lnTo>
                  <a:pt x="1581150" y="3028950"/>
                </a:lnTo>
                <a:lnTo>
                  <a:pt x="1609725" y="3028950"/>
                </a:lnTo>
                <a:lnTo>
                  <a:pt x="1609725" y="3038475"/>
                </a:lnTo>
                <a:lnTo>
                  <a:pt x="1600200" y="3038475"/>
                </a:lnTo>
                <a:lnTo>
                  <a:pt x="1600200" y="3057525"/>
                </a:lnTo>
                <a:lnTo>
                  <a:pt x="1619250" y="3057525"/>
                </a:lnTo>
                <a:lnTo>
                  <a:pt x="1619250" y="3048000"/>
                </a:lnTo>
                <a:lnTo>
                  <a:pt x="1628775" y="3048000"/>
                </a:lnTo>
                <a:lnTo>
                  <a:pt x="1628775" y="3028950"/>
                </a:lnTo>
                <a:lnTo>
                  <a:pt x="1638300" y="3028950"/>
                </a:lnTo>
                <a:lnTo>
                  <a:pt x="1638300" y="3038475"/>
                </a:lnTo>
                <a:lnTo>
                  <a:pt x="1647825" y="3038475"/>
                </a:lnTo>
                <a:close/>
                <a:moveTo>
                  <a:pt x="390525" y="3038475"/>
                </a:moveTo>
                <a:lnTo>
                  <a:pt x="409575" y="3038475"/>
                </a:lnTo>
                <a:lnTo>
                  <a:pt x="409575" y="3048000"/>
                </a:lnTo>
                <a:lnTo>
                  <a:pt x="400050" y="3048000"/>
                </a:lnTo>
                <a:lnTo>
                  <a:pt x="400050" y="3057525"/>
                </a:lnTo>
                <a:lnTo>
                  <a:pt x="390525" y="3057525"/>
                </a:lnTo>
                <a:close/>
                <a:moveTo>
                  <a:pt x="762000" y="3048000"/>
                </a:moveTo>
                <a:lnTo>
                  <a:pt x="771525" y="3048000"/>
                </a:lnTo>
                <a:lnTo>
                  <a:pt x="771525" y="3067050"/>
                </a:lnTo>
                <a:lnTo>
                  <a:pt x="762000" y="3067050"/>
                </a:lnTo>
                <a:close/>
                <a:moveTo>
                  <a:pt x="400050" y="3057525"/>
                </a:moveTo>
                <a:lnTo>
                  <a:pt x="409575" y="3057525"/>
                </a:lnTo>
                <a:lnTo>
                  <a:pt x="409575" y="3067050"/>
                </a:lnTo>
                <a:lnTo>
                  <a:pt x="400050" y="3067050"/>
                </a:lnTo>
                <a:close/>
                <a:moveTo>
                  <a:pt x="1647825" y="3076575"/>
                </a:moveTo>
                <a:lnTo>
                  <a:pt x="1657350" y="3076575"/>
                </a:lnTo>
                <a:lnTo>
                  <a:pt x="1657350" y="3105150"/>
                </a:lnTo>
                <a:lnTo>
                  <a:pt x="1666875" y="3105150"/>
                </a:lnTo>
                <a:lnTo>
                  <a:pt x="1666875" y="3124200"/>
                </a:lnTo>
                <a:lnTo>
                  <a:pt x="1657350" y="3124200"/>
                </a:lnTo>
                <a:lnTo>
                  <a:pt x="1657350" y="3133725"/>
                </a:lnTo>
                <a:lnTo>
                  <a:pt x="1628775" y="3133725"/>
                </a:lnTo>
                <a:lnTo>
                  <a:pt x="1628775" y="3124200"/>
                </a:lnTo>
                <a:lnTo>
                  <a:pt x="1638300" y="3124200"/>
                </a:lnTo>
                <a:lnTo>
                  <a:pt x="1638300" y="3114675"/>
                </a:lnTo>
                <a:lnTo>
                  <a:pt x="1647825" y="3114675"/>
                </a:lnTo>
                <a:close/>
                <a:moveTo>
                  <a:pt x="1476375" y="3086100"/>
                </a:moveTo>
                <a:lnTo>
                  <a:pt x="1504950" y="3086100"/>
                </a:lnTo>
                <a:lnTo>
                  <a:pt x="1504950" y="3105150"/>
                </a:lnTo>
                <a:lnTo>
                  <a:pt x="1524000" y="3105150"/>
                </a:lnTo>
                <a:lnTo>
                  <a:pt x="1524000" y="3095625"/>
                </a:lnTo>
                <a:lnTo>
                  <a:pt x="1533525" y="3095625"/>
                </a:lnTo>
                <a:lnTo>
                  <a:pt x="1533525" y="3114675"/>
                </a:lnTo>
                <a:lnTo>
                  <a:pt x="1466850" y="3114675"/>
                </a:lnTo>
                <a:lnTo>
                  <a:pt x="1466850" y="3095625"/>
                </a:lnTo>
                <a:lnTo>
                  <a:pt x="1476375" y="3095625"/>
                </a:lnTo>
                <a:close/>
                <a:moveTo>
                  <a:pt x="1543050" y="3114675"/>
                </a:moveTo>
                <a:lnTo>
                  <a:pt x="1552575" y="3114675"/>
                </a:lnTo>
                <a:lnTo>
                  <a:pt x="1552575" y="3124200"/>
                </a:lnTo>
                <a:lnTo>
                  <a:pt x="1543050" y="3124200"/>
                </a:lnTo>
                <a:close/>
                <a:moveTo>
                  <a:pt x="676275" y="3124200"/>
                </a:moveTo>
                <a:lnTo>
                  <a:pt x="695325" y="3124200"/>
                </a:lnTo>
                <a:lnTo>
                  <a:pt x="695325" y="3133725"/>
                </a:lnTo>
                <a:lnTo>
                  <a:pt x="704850" y="3133725"/>
                </a:lnTo>
                <a:lnTo>
                  <a:pt x="704850" y="3143250"/>
                </a:lnTo>
                <a:lnTo>
                  <a:pt x="676275" y="3143250"/>
                </a:lnTo>
                <a:close/>
                <a:moveTo>
                  <a:pt x="1485900" y="3124200"/>
                </a:moveTo>
                <a:lnTo>
                  <a:pt x="1495425" y="3124200"/>
                </a:lnTo>
                <a:lnTo>
                  <a:pt x="1495425" y="3133725"/>
                </a:lnTo>
                <a:lnTo>
                  <a:pt x="1485900" y="3133725"/>
                </a:lnTo>
                <a:close/>
                <a:moveTo>
                  <a:pt x="752475" y="3133725"/>
                </a:moveTo>
                <a:lnTo>
                  <a:pt x="762000" y="3133725"/>
                </a:lnTo>
                <a:lnTo>
                  <a:pt x="762000" y="3143250"/>
                </a:lnTo>
                <a:lnTo>
                  <a:pt x="752475" y="3143250"/>
                </a:lnTo>
                <a:close/>
                <a:moveTo>
                  <a:pt x="1476375" y="3133725"/>
                </a:moveTo>
                <a:lnTo>
                  <a:pt x="1485900" y="3133725"/>
                </a:lnTo>
                <a:lnTo>
                  <a:pt x="1485900" y="3143250"/>
                </a:lnTo>
                <a:lnTo>
                  <a:pt x="1476375" y="3143250"/>
                </a:lnTo>
                <a:close/>
                <a:moveTo>
                  <a:pt x="1466850" y="3143250"/>
                </a:moveTo>
                <a:lnTo>
                  <a:pt x="1476375" y="3143250"/>
                </a:lnTo>
                <a:lnTo>
                  <a:pt x="1476375" y="3152775"/>
                </a:lnTo>
                <a:lnTo>
                  <a:pt x="1466850" y="3152775"/>
                </a:lnTo>
                <a:close/>
                <a:moveTo>
                  <a:pt x="695325" y="3171825"/>
                </a:moveTo>
                <a:lnTo>
                  <a:pt x="704850" y="3171825"/>
                </a:lnTo>
                <a:lnTo>
                  <a:pt x="704850" y="3181350"/>
                </a:lnTo>
                <a:lnTo>
                  <a:pt x="695325" y="3181350"/>
                </a:lnTo>
                <a:close/>
                <a:moveTo>
                  <a:pt x="1657350" y="3209925"/>
                </a:moveTo>
                <a:lnTo>
                  <a:pt x="1666875" y="3209925"/>
                </a:lnTo>
                <a:lnTo>
                  <a:pt x="1666875" y="3228975"/>
                </a:lnTo>
                <a:lnTo>
                  <a:pt x="1657350" y="3228975"/>
                </a:lnTo>
                <a:close/>
                <a:moveTo>
                  <a:pt x="533400" y="3228975"/>
                </a:moveTo>
                <a:lnTo>
                  <a:pt x="561975" y="3228975"/>
                </a:lnTo>
                <a:lnTo>
                  <a:pt x="561975" y="3238500"/>
                </a:lnTo>
                <a:lnTo>
                  <a:pt x="571500" y="3238500"/>
                </a:lnTo>
                <a:lnTo>
                  <a:pt x="571500" y="3248025"/>
                </a:lnTo>
                <a:lnTo>
                  <a:pt x="561975" y="3248025"/>
                </a:lnTo>
                <a:lnTo>
                  <a:pt x="561975" y="3257550"/>
                </a:lnTo>
                <a:lnTo>
                  <a:pt x="581025" y="3257550"/>
                </a:lnTo>
                <a:lnTo>
                  <a:pt x="581025" y="3267075"/>
                </a:lnTo>
                <a:lnTo>
                  <a:pt x="571500" y="3267075"/>
                </a:lnTo>
                <a:lnTo>
                  <a:pt x="571500" y="3276600"/>
                </a:lnTo>
                <a:lnTo>
                  <a:pt x="561975" y="3276600"/>
                </a:lnTo>
                <a:lnTo>
                  <a:pt x="561975" y="3286125"/>
                </a:lnTo>
                <a:lnTo>
                  <a:pt x="552450" y="3286125"/>
                </a:lnTo>
                <a:lnTo>
                  <a:pt x="552450" y="3295650"/>
                </a:lnTo>
                <a:lnTo>
                  <a:pt x="504825" y="3295650"/>
                </a:lnTo>
                <a:lnTo>
                  <a:pt x="504825" y="3286125"/>
                </a:lnTo>
                <a:lnTo>
                  <a:pt x="523875" y="3286125"/>
                </a:lnTo>
                <a:lnTo>
                  <a:pt x="523875" y="3267075"/>
                </a:lnTo>
                <a:lnTo>
                  <a:pt x="533400" y="3267075"/>
                </a:lnTo>
                <a:lnTo>
                  <a:pt x="533400" y="3257550"/>
                </a:lnTo>
                <a:lnTo>
                  <a:pt x="523875" y="3257550"/>
                </a:lnTo>
                <a:lnTo>
                  <a:pt x="523875" y="3238500"/>
                </a:lnTo>
                <a:lnTo>
                  <a:pt x="533400" y="3238500"/>
                </a:lnTo>
                <a:close/>
                <a:moveTo>
                  <a:pt x="1247775" y="3228975"/>
                </a:moveTo>
                <a:lnTo>
                  <a:pt x="1276350" y="3228975"/>
                </a:lnTo>
                <a:lnTo>
                  <a:pt x="1276350" y="3248025"/>
                </a:lnTo>
                <a:lnTo>
                  <a:pt x="1266825" y="3248025"/>
                </a:lnTo>
                <a:lnTo>
                  <a:pt x="1266825" y="3257550"/>
                </a:lnTo>
                <a:lnTo>
                  <a:pt x="1238250" y="3257550"/>
                </a:lnTo>
                <a:lnTo>
                  <a:pt x="1238250" y="3267075"/>
                </a:lnTo>
                <a:lnTo>
                  <a:pt x="1209675" y="3267075"/>
                </a:lnTo>
                <a:lnTo>
                  <a:pt x="1209675" y="3238500"/>
                </a:lnTo>
                <a:lnTo>
                  <a:pt x="1247775" y="3238500"/>
                </a:lnTo>
                <a:close/>
                <a:moveTo>
                  <a:pt x="1638300" y="3228975"/>
                </a:moveTo>
                <a:lnTo>
                  <a:pt x="1657350" y="3228975"/>
                </a:lnTo>
                <a:lnTo>
                  <a:pt x="1657350" y="3257550"/>
                </a:lnTo>
                <a:lnTo>
                  <a:pt x="1638300" y="3257550"/>
                </a:lnTo>
                <a:close/>
                <a:moveTo>
                  <a:pt x="381000" y="3238500"/>
                </a:moveTo>
                <a:lnTo>
                  <a:pt x="409575" y="3238500"/>
                </a:lnTo>
                <a:lnTo>
                  <a:pt x="409575" y="3248025"/>
                </a:lnTo>
                <a:lnTo>
                  <a:pt x="390525" y="3248025"/>
                </a:lnTo>
                <a:lnTo>
                  <a:pt x="390525" y="3257550"/>
                </a:lnTo>
                <a:lnTo>
                  <a:pt x="381000" y="3257550"/>
                </a:lnTo>
                <a:close/>
                <a:moveTo>
                  <a:pt x="428625" y="3238500"/>
                </a:moveTo>
                <a:lnTo>
                  <a:pt x="438150" y="3238500"/>
                </a:lnTo>
                <a:lnTo>
                  <a:pt x="438150" y="3248025"/>
                </a:lnTo>
                <a:lnTo>
                  <a:pt x="447675" y="3248025"/>
                </a:lnTo>
                <a:lnTo>
                  <a:pt x="447675" y="3257550"/>
                </a:lnTo>
                <a:lnTo>
                  <a:pt x="466725" y="3257550"/>
                </a:lnTo>
                <a:lnTo>
                  <a:pt x="466725" y="3276600"/>
                </a:lnTo>
                <a:lnTo>
                  <a:pt x="428625" y="3276600"/>
                </a:lnTo>
                <a:close/>
                <a:moveTo>
                  <a:pt x="485775" y="3238500"/>
                </a:moveTo>
                <a:lnTo>
                  <a:pt x="495300" y="3238500"/>
                </a:lnTo>
                <a:lnTo>
                  <a:pt x="495300" y="3248025"/>
                </a:lnTo>
                <a:lnTo>
                  <a:pt x="504825" y="3248025"/>
                </a:lnTo>
                <a:lnTo>
                  <a:pt x="504825" y="3257550"/>
                </a:lnTo>
                <a:lnTo>
                  <a:pt x="495300" y="3257550"/>
                </a:lnTo>
                <a:lnTo>
                  <a:pt x="495300" y="3267075"/>
                </a:lnTo>
                <a:lnTo>
                  <a:pt x="485775" y="3267075"/>
                </a:lnTo>
                <a:lnTo>
                  <a:pt x="485775" y="3257550"/>
                </a:lnTo>
                <a:lnTo>
                  <a:pt x="476250" y="3257550"/>
                </a:lnTo>
                <a:lnTo>
                  <a:pt x="476250" y="3248025"/>
                </a:lnTo>
                <a:lnTo>
                  <a:pt x="485775" y="3248025"/>
                </a:lnTo>
                <a:close/>
                <a:moveTo>
                  <a:pt x="581025" y="3238500"/>
                </a:moveTo>
                <a:lnTo>
                  <a:pt x="600075" y="3238500"/>
                </a:lnTo>
                <a:lnTo>
                  <a:pt x="600075" y="3248025"/>
                </a:lnTo>
                <a:lnTo>
                  <a:pt x="581025" y="3248025"/>
                </a:lnTo>
                <a:close/>
                <a:moveTo>
                  <a:pt x="1343025" y="3238500"/>
                </a:moveTo>
                <a:lnTo>
                  <a:pt x="1371600" y="3238500"/>
                </a:lnTo>
                <a:lnTo>
                  <a:pt x="1371600" y="3257550"/>
                </a:lnTo>
                <a:lnTo>
                  <a:pt x="1352550" y="3257550"/>
                </a:lnTo>
                <a:lnTo>
                  <a:pt x="1352550" y="3248025"/>
                </a:lnTo>
                <a:lnTo>
                  <a:pt x="1343025" y="3248025"/>
                </a:lnTo>
                <a:close/>
                <a:moveTo>
                  <a:pt x="352425" y="3267075"/>
                </a:moveTo>
                <a:lnTo>
                  <a:pt x="381000" y="3267075"/>
                </a:lnTo>
                <a:lnTo>
                  <a:pt x="381000" y="3276600"/>
                </a:lnTo>
                <a:lnTo>
                  <a:pt x="371475" y="3276600"/>
                </a:lnTo>
                <a:lnTo>
                  <a:pt x="371475" y="3295650"/>
                </a:lnTo>
                <a:lnTo>
                  <a:pt x="352425" y="3295650"/>
                </a:lnTo>
                <a:lnTo>
                  <a:pt x="352425" y="3286125"/>
                </a:lnTo>
                <a:lnTo>
                  <a:pt x="361950" y="3286125"/>
                </a:lnTo>
                <a:lnTo>
                  <a:pt x="361950" y="3276600"/>
                </a:lnTo>
                <a:lnTo>
                  <a:pt x="352425" y="3276600"/>
                </a:lnTo>
                <a:close/>
                <a:moveTo>
                  <a:pt x="400050" y="3267075"/>
                </a:moveTo>
                <a:lnTo>
                  <a:pt x="409575" y="3267075"/>
                </a:lnTo>
                <a:lnTo>
                  <a:pt x="409575" y="3276600"/>
                </a:lnTo>
                <a:lnTo>
                  <a:pt x="400050" y="3276600"/>
                </a:lnTo>
                <a:close/>
                <a:moveTo>
                  <a:pt x="266700" y="3286125"/>
                </a:moveTo>
                <a:lnTo>
                  <a:pt x="276225" y="3286125"/>
                </a:lnTo>
                <a:lnTo>
                  <a:pt x="276225" y="3295650"/>
                </a:lnTo>
                <a:lnTo>
                  <a:pt x="266700" y="3295650"/>
                </a:lnTo>
                <a:close/>
                <a:moveTo>
                  <a:pt x="314325" y="3286125"/>
                </a:moveTo>
                <a:lnTo>
                  <a:pt x="333375" y="3286125"/>
                </a:lnTo>
                <a:lnTo>
                  <a:pt x="333375" y="3295650"/>
                </a:lnTo>
                <a:lnTo>
                  <a:pt x="314325" y="3295650"/>
                </a:lnTo>
                <a:close/>
                <a:moveTo>
                  <a:pt x="152400" y="3457575"/>
                </a:moveTo>
                <a:lnTo>
                  <a:pt x="200025" y="3457575"/>
                </a:lnTo>
                <a:lnTo>
                  <a:pt x="200025" y="3486150"/>
                </a:lnTo>
                <a:lnTo>
                  <a:pt x="209550" y="3486150"/>
                </a:lnTo>
                <a:lnTo>
                  <a:pt x="209550" y="3495675"/>
                </a:lnTo>
                <a:lnTo>
                  <a:pt x="142875" y="3495675"/>
                </a:lnTo>
                <a:lnTo>
                  <a:pt x="142875" y="3486150"/>
                </a:lnTo>
                <a:lnTo>
                  <a:pt x="133350" y="3486150"/>
                </a:lnTo>
                <a:lnTo>
                  <a:pt x="133350" y="3476625"/>
                </a:lnTo>
                <a:lnTo>
                  <a:pt x="142875" y="3476625"/>
                </a:lnTo>
                <a:lnTo>
                  <a:pt x="142875" y="3467100"/>
                </a:lnTo>
                <a:lnTo>
                  <a:pt x="152400" y="3467100"/>
                </a:lnTo>
                <a:close/>
                <a:moveTo>
                  <a:pt x="1019175" y="3495675"/>
                </a:moveTo>
                <a:lnTo>
                  <a:pt x="1028700" y="3495675"/>
                </a:lnTo>
                <a:lnTo>
                  <a:pt x="1028700" y="3524250"/>
                </a:lnTo>
                <a:lnTo>
                  <a:pt x="1038225" y="3524250"/>
                </a:lnTo>
                <a:lnTo>
                  <a:pt x="1038225" y="3514725"/>
                </a:lnTo>
                <a:lnTo>
                  <a:pt x="1057275" y="3514725"/>
                </a:lnTo>
                <a:lnTo>
                  <a:pt x="1057275" y="3505200"/>
                </a:lnTo>
                <a:lnTo>
                  <a:pt x="1066800" y="3505200"/>
                </a:lnTo>
                <a:lnTo>
                  <a:pt x="1066800" y="3514725"/>
                </a:lnTo>
                <a:lnTo>
                  <a:pt x="1085850" y="3514725"/>
                </a:lnTo>
                <a:lnTo>
                  <a:pt x="1085850" y="3543300"/>
                </a:lnTo>
                <a:lnTo>
                  <a:pt x="1076325" y="3543300"/>
                </a:lnTo>
                <a:lnTo>
                  <a:pt x="1076325" y="3552825"/>
                </a:lnTo>
                <a:lnTo>
                  <a:pt x="1066800" y="3552825"/>
                </a:lnTo>
                <a:lnTo>
                  <a:pt x="1066800" y="3562350"/>
                </a:lnTo>
                <a:lnTo>
                  <a:pt x="1057275" y="3562350"/>
                </a:lnTo>
                <a:lnTo>
                  <a:pt x="1057275" y="3552825"/>
                </a:lnTo>
                <a:lnTo>
                  <a:pt x="1047750" y="3552825"/>
                </a:lnTo>
                <a:lnTo>
                  <a:pt x="1047750" y="3543300"/>
                </a:lnTo>
                <a:lnTo>
                  <a:pt x="1028700" y="3543300"/>
                </a:lnTo>
                <a:lnTo>
                  <a:pt x="1028700" y="3533775"/>
                </a:lnTo>
                <a:lnTo>
                  <a:pt x="1019175" y="3533775"/>
                </a:lnTo>
                <a:close/>
                <a:moveTo>
                  <a:pt x="476250" y="3505200"/>
                </a:moveTo>
                <a:lnTo>
                  <a:pt x="504825" y="3505200"/>
                </a:lnTo>
                <a:lnTo>
                  <a:pt x="504825" y="3524250"/>
                </a:lnTo>
                <a:lnTo>
                  <a:pt x="476250" y="3524250"/>
                </a:lnTo>
                <a:close/>
                <a:moveTo>
                  <a:pt x="809625" y="3514725"/>
                </a:moveTo>
                <a:lnTo>
                  <a:pt x="819150" y="3514725"/>
                </a:lnTo>
                <a:lnTo>
                  <a:pt x="819150" y="3533775"/>
                </a:lnTo>
                <a:lnTo>
                  <a:pt x="809625" y="3533775"/>
                </a:lnTo>
                <a:close/>
                <a:moveTo>
                  <a:pt x="885825" y="3514725"/>
                </a:moveTo>
                <a:lnTo>
                  <a:pt x="895350" y="3514725"/>
                </a:lnTo>
                <a:lnTo>
                  <a:pt x="895350" y="3533775"/>
                </a:lnTo>
                <a:lnTo>
                  <a:pt x="876300" y="3533775"/>
                </a:lnTo>
                <a:lnTo>
                  <a:pt x="876300" y="3524250"/>
                </a:lnTo>
                <a:lnTo>
                  <a:pt x="885825" y="3524250"/>
                </a:lnTo>
                <a:close/>
                <a:moveTo>
                  <a:pt x="1123950" y="3524250"/>
                </a:moveTo>
                <a:lnTo>
                  <a:pt x="1133475" y="3524250"/>
                </a:lnTo>
                <a:lnTo>
                  <a:pt x="1133475" y="3533775"/>
                </a:lnTo>
                <a:lnTo>
                  <a:pt x="1152525" y="3533775"/>
                </a:lnTo>
                <a:lnTo>
                  <a:pt x="1152525" y="3552825"/>
                </a:lnTo>
                <a:lnTo>
                  <a:pt x="1143000" y="3552825"/>
                </a:lnTo>
                <a:lnTo>
                  <a:pt x="1143000" y="3562350"/>
                </a:lnTo>
                <a:lnTo>
                  <a:pt x="1133475" y="3562350"/>
                </a:lnTo>
                <a:lnTo>
                  <a:pt x="1133475" y="3552825"/>
                </a:lnTo>
                <a:lnTo>
                  <a:pt x="1123950" y="3552825"/>
                </a:lnTo>
                <a:lnTo>
                  <a:pt x="1123950" y="3562350"/>
                </a:lnTo>
                <a:lnTo>
                  <a:pt x="1114425" y="3562350"/>
                </a:lnTo>
                <a:lnTo>
                  <a:pt x="1114425" y="3543300"/>
                </a:lnTo>
                <a:lnTo>
                  <a:pt x="1104900" y="3543300"/>
                </a:lnTo>
                <a:lnTo>
                  <a:pt x="1104900" y="3533775"/>
                </a:lnTo>
                <a:lnTo>
                  <a:pt x="1123950" y="3533775"/>
                </a:lnTo>
                <a:close/>
                <a:moveTo>
                  <a:pt x="1276350" y="3524250"/>
                </a:moveTo>
                <a:lnTo>
                  <a:pt x="1295400" y="3524250"/>
                </a:lnTo>
                <a:lnTo>
                  <a:pt x="1295400" y="3543300"/>
                </a:lnTo>
                <a:lnTo>
                  <a:pt x="1276350" y="3543300"/>
                </a:lnTo>
                <a:close/>
                <a:moveTo>
                  <a:pt x="1057275" y="3533775"/>
                </a:moveTo>
                <a:lnTo>
                  <a:pt x="1066800" y="3533775"/>
                </a:lnTo>
                <a:lnTo>
                  <a:pt x="1066800" y="3524250"/>
                </a:lnTo>
                <a:lnTo>
                  <a:pt x="1057275" y="3524250"/>
                </a:lnTo>
                <a:close/>
                <a:moveTo>
                  <a:pt x="790575" y="3543300"/>
                </a:moveTo>
                <a:lnTo>
                  <a:pt x="800100" y="3543300"/>
                </a:lnTo>
                <a:lnTo>
                  <a:pt x="800100" y="3552825"/>
                </a:lnTo>
                <a:lnTo>
                  <a:pt x="790575" y="3552825"/>
                </a:lnTo>
                <a:close/>
                <a:moveTo>
                  <a:pt x="342900" y="3552825"/>
                </a:moveTo>
                <a:lnTo>
                  <a:pt x="352425" y="3552825"/>
                </a:lnTo>
                <a:lnTo>
                  <a:pt x="352425" y="3562350"/>
                </a:lnTo>
                <a:lnTo>
                  <a:pt x="342900" y="3562350"/>
                </a:lnTo>
                <a:close/>
                <a:moveTo>
                  <a:pt x="190500" y="3562350"/>
                </a:moveTo>
                <a:lnTo>
                  <a:pt x="200025" y="3562350"/>
                </a:lnTo>
                <a:lnTo>
                  <a:pt x="200025" y="3571875"/>
                </a:lnTo>
                <a:lnTo>
                  <a:pt x="190500" y="3571875"/>
                </a:lnTo>
                <a:close/>
                <a:moveTo>
                  <a:pt x="571500" y="3590925"/>
                </a:moveTo>
                <a:lnTo>
                  <a:pt x="581025" y="3590925"/>
                </a:lnTo>
                <a:lnTo>
                  <a:pt x="581025" y="3600450"/>
                </a:lnTo>
                <a:lnTo>
                  <a:pt x="571500" y="3600450"/>
                </a:lnTo>
                <a:close/>
                <a:moveTo>
                  <a:pt x="238125" y="3648075"/>
                </a:moveTo>
                <a:lnTo>
                  <a:pt x="257175" y="3648075"/>
                </a:lnTo>
                <a:lnTo>
                  <a:pt x="257175" y="3657600"/>
                </a:lnTo>
                <a:lnTo>
                  <a:pt x="276225" y="3657600"/>
                </a:lnTo>
                <a:lnTo>
                  <a:pt x="276225" y="3676650"/>
                </a:lnTo>
                <a:lnTo>
                  <a:pt x="285750" y="3676650"/>
                </a:lnTo>
                <a:lnTo>
                  <a:pt x="285750" y="3686175"/>
                </a:lnTo>
                <a:lnTo>
                  <a:pt x="276225" y="3686175"/>
                </a:lnTo>
                <a:lnTo>
                  <a:pt x="276225" y="3695700"/>
                </a:lnTo>
                <a:lnTo>
                  <a:pt x="238125" y="3695700"/>
                </a:lnTo>
                <a:lnTo>
                  <a:pt x="238125" y="3705225"/>
                </a:lnTo>
                <a:lnTo>
                  <a:pt x="228600" y="3705225"/>
                </a:lnTo>
                <a:lnTo>
                  <a:pt x="228600" y="3714750"/>
                </a:lnTo>
                <a:lnTo>
                  <a:pt x="238125" y="3714750"/>
                </a:lnTo>
                <a:lnTo>
                  <a:pt x="238125" y="3724275"/>
                </a:lnTo>
                <a:lnTo>
                  <a:pt x="219075" y="3724275"/>
                </a:lnTo>
                <a:lnTo>
                  <a:pt x="219075" y="3686175"/>
                </a:lnTo>
                <a:lnTo>
                  <a:pt x="228600" y="3686175"/>
                </a:lnTo>
                <a:lnTo>
                  <a:pt x="228600" y="3667125"/>
                </a:lnTo>
                <a:lnTo>
                  <a:pt x="238125" y="3667125"/>
                </a:lnTo>
                <a:close/>
                <a:moveTo>
                  <a:pt x="190500" y="3657600"/>
                </a:moveTo>
                <a:lnTo>
                  <a:pt x="200025" y="3657600"/>
                </a:lnTo>
                <a:lnTo>
                  <a:pt x="200025" y="3667125"/>
                </a:lnTo>
                <a:lnTo>
                  <a:pt x="190500" y="3667125"/>
                </a:lnTo>
                <a:close/>
                <a:moveTo>
                  <a:pt x="342900" y="3657600"/>
                </a:moveTo>
                <a:lnTo>
                  <a:pt x="352425" y="3657600"/>
                </a:lnTo>
                <a:lnTo>
                  <a:pt x="352425" y="3667125"/>
                </a:lnTo>
                <a:lnTo>
                  <a:pt x="361950" y="3667125"/>
                </a:lnTo>
                <a:lnTo>
                  <a:pt x="361950" y="3686175"/>
                </a:lnTo>
                <a:lnTo>
                  <a:pt x="342900" y="3686175"/>
                </a:lnTo>
                <a:close/>
                <a:moveTo>
                  <a:pt x="209550" y="3667125"/>
                </a:moveTo>
                <a:lnTo>
                  <a:pt x="219075" y="3667125"/>
                </a:lnTo>
                <a:lnTo>
                  <a:pt x="219075" y="3676650"/>
                </a:lnTo>
                <a:lnTo>
                  <a:pt x="209550" y="3676650"/>
                </a:lnTo>
                <a:close/>
                <a:moveTo>
                  <a:pt x="571500" y="3705225"/>
                </a:moveTo>
                <a:lnTo>
                  <a:pt x="600075" y="3705225"/>
                </a:lnTo>
                <a:lnTo>
                  <a:pt x="600075" y="3724275"/>
                </a:lnTo>
                <a:lnTo>
                  <a:pt x="571500" y="3724275"/>
                </a:lnTo>
                <a:lnTo>
                  <a:pt x="571500" y="3733800"/>
                </a:lnTo>
                <a:lnTo>
                  <a:pt x="552450" y="3733800"/>
                </a:lnTo>
                <a:lnTo>
                  <a:pt x="552450" y="3714750"/>
                </a:lnTo>
                <a:lnTo>
                  <a:pt x="571500" y="3714750"/>
                </a:lnTo>
                <a:close/>
                <a:moveTo>
                  <a:pt x="447675" y="3724275"/>
                </a:moveTo>
                <a:lnTo>
                  <a:pt x="466725" y="3724275"/>
                </a:lnTo>
                <a:lnTo>
                  <a:pt x="466725" y="3733800"/>
                </a:lnTo>
                <a:lnTo>
                  <a:pt x="447675" y="3733800"/>
                </a:lnTo>
                <a:close/>
                <a:moveTo>
                  <a:pt x="1581150" y="3733800"/>
                </a:moveTo>
                <a:lnTo>
                  <a:pt x="1590675" y="3733800"/>
                </a:lnTo>
                <a:lnTo>
                  <a:pt x="1590675" y="3743325"/>
                </a:lnTo>
                <a:lnTo>
                  <a:pt x="1581150" y="3743325"/>
                </a:lnTo>
                <a:close/>
                <a:moveTo>
                  <a:pt x="1476375" y="3762375"/>
                </a:moveTo>
                <a:lnTo>
                  <a:pt x="1485900" y="3762375"/>
                </a:lnTo>
                <a:lnTo>
                  <a:pt x="1485900" y="3771900"/>
                </a:lnTo>
                <a:lnTo>
                  <a:pt x="1476375" y="3771900"/>
                </a:lnTo>
                <a:close/>
              </a:path>
            </a:pathLst>
          </a:custGeom>
          <a:solidFill xmlns:a="http://schemas.openxmlformats.org/drawingml/2006/main">
            <a:srgbClr val="F3F0E3"/>
          </a:solidFill>
          <a:ln xmlns:a="http://schemas.openxmlformats.org/drawingml/2006/main" w="0">
            <a:noFill/>
          </a:ln>
        </p:spPr>
      </p:sp>
      <p:sp>
        <p:nvSpPr>
          <p:cNvPr id="30" name="phone4 vector #f5efe3">
            <a:extLst xmlns:a="http://schemas.openxmlformats.org/drawingml/2006/main">
              <a:ext uri="{FF2B5EF4-FFF2-40B4-BE49-F238E27FC236}">
                <a16:creationId xmlns:a16="http://schemas.microsoft.com/office/drawing/2014/main" id="{E0E4ABD2-4D06-4D0F-B2D4-9D069D9A2C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552825" y="1866900"/>
            <a:ext cx="2181225" cy="4581525"/>
          </a:xfrm>
          <a:custGeom xmlns:a="http://schemas.openxmlformats.org/drawingml/2006/main">
            <a:pathLst>
              <a:path w="1847850" h="3886200">
                <a:moveTo>
                  <a:pt x="485775" y="123825"/>
                </a:moveTo>
                <a:lnTo>
                  <a:pt x="504825" y="123825"/>
                </a:lnTo>
                <a:lnTo>
                  <a:pt x="504825" y="133350"/>
                </a:lnTo>
                <a:lnTo>
                  <a:pt x="485775" y="133350"/>
                </a:lnTo>
                <a:close/>
                <a:moveTo>
                  <a:pt x="523875" y="123825"/>
                </a:moveTo>
                <a:lnTo>
                  <a:pt x="533400" y="123825"/>
                </a:lnTo>
                <a:lnTo>
                  <a:pt x="533400" y="133350"/>
                </a:lnTo>
                <a:lnTo>
                  <a:pt x="523875" y="133350"/>
                </a:lnTo>
                <a:close/>
                <a:moveTo>
                  <a:pt x="552450" y="123825"/>
                </a:moveTo>
                <a:lnTo>
                  <a:pt x="561975" y="123825"/>
                </a:lnTo>
                <a:lnTo>
                  <a:pt x="561975" y="133350"/>
                </a:lnTo>
                <a:lnTo>
                  <a:pt x="552450" y="133350"/>
                </a:lnTo>
                <a:close/>
                <a:moveTo>
                  <a:pt x="552450" y="142875"/>
                </a:moveTo>
                <a:lnTo>
                  <a:pt x="571500" y="142875"/>
                </a:lnTo>
                <a:lnTo>
                  <a:pt x="571500" y="152400"/>
                </a:lnTo>
                <a:lnTo>
                  <a:pt x="552450" y="152400"/>
                </a:lnTo>
                <a:close/>
                <a:moveTo>
                  <a:pt x="1447800" y="142875"/>
                </a:moveTo>
                <a:lnTo>
                  <a:pt x="1476375" y="142875"/>
                </a:lnTo>
                <a:lnTo>
                  <a:pt x="1476375" y="180975"/>
                </a:lnTo>
                <a:lnTo>
                  <a:pt x="1457325" y="180975"/>
                </a:lnTo>
                <a:lnTo>
                  <a:pt x="1457325" y="171450"/>
                </a:lnTo>
                <a:lnTo>
                  <a:pt x="1466850" y="171450"/>
                </a:lnTo>
                <a:lnTo>
                  <a:pt x="1466850" y="152400"/>
                </a:lnTo>
                <a:lnTo>
                  <a:pt x="1447800" y="152400"/>
                </a:lnTo>
                <a:close/>
                <a:moveTo>
                  <a:pt x="1381125" y="152400"/>
                </a:moveTo>
                <a:lnTo>
                  <a:pt x="1409700" y="152400"/>
                </a:lnTo>
                <a:lnTo>
                  <a:pt x="1409700" y="161925"/>
                </a:lnTo>
                <a:lnTo>
                  <a:pt x="1419225" y="161925"/>
                </a:lnTo>
                <a:lnTo>
                  <a:pt x="1419225" y="152400"/>
                </a:lnTo>
                <a:lnTo>
                  <a:pt x="1438275" y="152400"/>
                </a:lnTo>
                <a:lnTo>
                  <a:pt x="1438275" y="171450"/>
                </a:lnTo>
                <a:lnTo>
                  <a:pt x="1419225" y="171450"/>
                </a:lnTo>
                <a:lnTo>
                  <a:pt x="1419225" y="180975"/>
                </a:lnTo>
                <a:lnTo>
                  <a:pt x="1400175" y="180975"/>
                </a:lnTo>
                <a:lnTo>
                  <a:pt x="1400175" y="190500"/>
                </a:lnTo>
                <a:lnTo>
                  <a:pt x="1381125" y="190500"/>
                </a:lnTo>
                <a:lnTo>
                  <a:pt x="1381125" y="200025"/>
                </a:lnTo>
                <a:lnTo>
                  <a:pt x="1371600" y="200025"/>
                </a:lnTo>
                <a:lnTo>
                  <a:pt x="1371600" y="180975"/>
                </a:lnTo>
                <a:lnTo>
                  <a:pt x="1362075" y="180975"/>
                </a:lnTo>
                <a:lnTo>
                  <a:pt x="1362075" y="171450"/>
                </a:lnTo>
                <a:lnTo>
                  <a:pt x="1371600" y="171450"/>
                </a:lnTo>
                <a:lnTo>
                  <a:pt x="1371600" y="161925"/>
                </a:lnTo>
                <a:lnTo>
                  <a:pt x="1381125" y="161925"/>
                </a:lnTo>
                <a:close/>
                <a:moveTo>
                  <a:pt x="1485900" y="152400"/>
                </a:moveTo>
                <a:lnTo>
                  <a:pt x="1495425" y="152400"/>
                </a:lnTo>
                <a:lnTo>
                  <a:pt x="1495425" y="161925"/>
                </a:lnTo>
                <a:lnTo>
                  <a:pt x="1504950" y="161925"/>
                </a:lnTo>
                <a:lnTo>
                  <a:pt x="1504950" y="180975"/>
                </a:lnTo>
                <a:lnTo>
                  <a:pt x="1495425" y="180975"/>
                </a:lnTo>
                <a:lnTo>
                  <a:pt x="1495425" y="190500"/>
                </a:lnTo>
                <a:lnTo>
                  <a:pt x="1485900" y="190500"/>
                </a:lnTo>
                <a:close/>
                <a:moveTo>
                  <a:pt x="466725" y="180975"/>
                </a:moveTo>
                <a:lnTo>
                  <a:pt x="476250" y="180975"/>
                </a:lnTo>
                <a:lnTo>
                  <a:pt x="476250" y="190500"/>
                </a:lnTo>
                <a:lnTo>
                  <a:pt x="466725" y="190500"/>
                </a:lnTo>
                <a:close/>
                <a:moveTo>
                  <a:pt x="1352550" y="180975"/>
                </a:moveTo>
                <a:lnTo>
                  <a:pt x="1362075" y="180975"/>
                </a:lnTo>
                <a:lnTo>
                  <a:pt x="1362075" y="209550"/>
                </a:lnTo>
                <a:lnTo>
                  <a:pt x="1343025" y="209550"/>
                </a:lnTo>
                <a:lnTo>
                  <a:pt x="1343025" y="190500"/>
                </a:lnTo>
                <a:lnTo>
                  <a:pt x="1352550" y="190500"/>
                </a:lnTo>
                <a:close/>
                <a:moveTo>
                  <a:pt x="590550" y="200025"/>
                </a:moveTo>
                <a:lnTo>
                  <a:pt x="600075" y="200025"/>
                </a:lnTo>
                <a:lnTo>
                  <a:pt x="600075" y="219075"/>
                </a:lnTo>
                <a:lnTo>
                  <a:pt x="590550" y="219075"/>
                </a:lnTo>
                <a:close/>
                <a:moveTo>
                  <a:pt x="1323975" y="219075"/>
                </a:moveTo>
                <a:lnTo>
                  <a:pt x="1333500" y="219075"/>
                </a:lnTo>
                <a:lnTo>
                  <a:pt x="1333500" y="238125"/>
                </a:lnTo>
                <a:lnTo>
                  <a:pt x="1314450" y="238125"/>
                </a:lnTo>
                <a:lnTo>
                  <a:pt x="1314450" y="228600"/>
                </a:lnTo>
                <a:lnTo>
                  <a:pt x="1323975" y="228600"/>
                </a:lnTo>
                <a:close/>
                <a:moveTo>
                  <a:pt x="1371600" y="228600"/>
                </a:moveTo>
                <a:lnTo>
                  <a:pt x="1390650" y="228600"/>
                </a:lnTo>
                <a:lnTo>
                  <a:pt x="1390650" y="238125"/>
                </a:lnTo>
                <a:lnTo>
                  <a:pt x="1381125" y="238125"/>
                </a:lnTo>
                <a:lnTo>
                  <a:pt x="1381125" y="257175"/>
                </a:lnTo>
                <a:lnTo>
                  <a:pt x="1371600" y="257175"/>
                </a:lnTo>
                <a:close/>
                <a:moveTo>
                  <a:pt x="619125" y="238125"/>
                </a:moveTo>
                <a:lnTo>
                  <a:pt x="628650" y="238125"/>
                </a:lnTo>
                <a:lnTo>
                  <a:pt x="628650" y="257175"/>
                </a:lnTo>
                <a:lnTo>
                  <a:pt x="638175" y="257175"/>
                </a:lnTo>
                <a:lnTo>
                  <a:pt x="638175" y="247650"/>
                </a:lnTo>
                <a:lnTo>
                  <a:pt x="647700" y="247650"/>
                </a:lnTo>
                <a:lnTo>
                  <a:pt x="647700" y="257175"/>
                </a:lnTo>
                <a:lnTo>
                  <a:pt x="638175" y="257175"/>
                </a:lnTo>
                <a:lnTo>
                  <a:pt x="638175" y="266700"/>
                </a:lnTo>
                <a:lnTo>
                  <a:pt x="619125" y="266700"/>
                </a:lnTo>
                <a:close/>
                <a:moveTo>
                  <a:pt x="1390650" y="247650"/>
                </a:moveTo>
                <a:lnTo>
                  <a:pt x="1400175" y="247650"/>
                </a:lnTo>
                <a:lnTo>
                  <a:pt x="1400175" y="266700"/>
                </a:lnTo>
                <a:lnTo>
                  <a:pt x="1390650" y="266700"/>
                </a:lnTo>
                <a:close/>
                <a:moveTo>
                  <a:pt x="1457325" y="247650"/>
                </a:moveTo>
                <a:lnTo>
                  <a:pt x="1466850" y="247650"/>
                </a:lnTo>
                <a:lnTo>
                  <a:pt x="1466850" y="257175"/>
                </a:lnTo>
                <a:lnTo>
                  <a:pt x="1457325" y="257175"/>
                </a:lnTo>
                <a:close/>
                <a:moveTo>
                  <a:pt x="228600" y="257175"/>
                </a:moveTo>
                <a:lnTo>
                  <a:pt x="247650" y="257175"/>
                </a:lnTo>
                <a:lnTo>
                  <a:pt x="247650" y="266700"/>
                </a:lnTo>
                <a:lnTo>
                  <a:pt x="238125" y="266700"/>
                </a:lnTo>
                <a:lnTo>
                  <a:pt x="238125" y="276225"/>
                </a:lnTo>
                <a:lnTo>
                  <a:pt x="228600" y="276225"/>
                </a:lnTo>
                <a:close/>
                <a:moveTo>
                  <a:pt x="1381125" y="266700"/>
                </a:moveTo>
                <a:lnTo>
                  <a:pt x="1390650" y="266700"/>
                </a:lnTo>
                <a:lnTo>
                  <a:pt x="1390650" y="276225"/>
                </a:lnTo>
                <a:lnTo>
                  <a:pt x="1381125" y="276225"/>
                </a:lnTo>
                <a:close/>
                <a:moveTo>
                  <a:pt x="1476375" y="266700"/>
                </a:moveTo>
                <a:lnTo>
                  <a:pt x="1495425" y="266700"/>
                </a:lnTo>
                <a:lnTo>
                  <a:pt x="1495425" y="276225"/>
                </a:lnTo>
                <a:lnTo>
                  <a:pt x="1504950" y="276225"/>
                </a:lnTo>
                <a:lnTo>
                  <a:pt x="1504950" y="285750"/>
                </a:lnTo>
                <a:lnTo>
                  <a:pt x="1485900" y="285750"/>
                </a:lnTo>
                <a:lnTo>
                  <a:pt x="1485900" y="276225"/>
                </a:lnTo>
                <a:lnTo>
                  <a:pt x="1476375" y="276225"/>
                </a:lnTo>
                <a:close/>
                <a:moveTo>
                  <a:pt x="1666875" y="295275"/>
                </a:moveTo>
                <a:lnTo>
                  <a:pt x="1685925" y="295275"/>
                </a:lnTo>
                <a:lnTo>
                  <a:pt x="1685925" y="304800"/>
                </a:lnTo>
                <a:lnTo>
                  <a:pt x="1666875" y="304800"/>
                </a:lnTo>
                <a:close/>
                <a:moveTo>
                  <a:pt x="171450" y="342900"/>
                </a:moveTo>
                <a:lnTo>
                  <a:pt x="180975" y="342900"/>
                </a:lnTo>
                <a:lnTo>
                  <a:pt x="180975" y="352425"/>
                </a:lnTo>
                <a:lnTo>
                  <a:pt x="171450" y="352425"/>
                </a:lnTo>
                <a:close/>
                <a:moveTo>
                  <a:pt x="1724025" y="361950"/>
                </a:moveTo>
                <a:lnTo>
                  <a:pt x="1733550" y="361950"/>
                </a:lnTo>
                <a:lnTo>
                  <a:pt x="1733550" y="371475"/>
                </a:lnTo>
                <a:lnTo>
                  <a:pt x="1724025" y="371475"/>
                </a:lnTo>
                <a:close/>
                <a:moveTo>
                  <a:pt x="1724025" y="381000"/>
                </a:moveTo>
                <a:lnTo>
                  <a:pt x="1733550" y="381000"/>
                </a:lnTo>
                <a:lnTo>
                  <a:pt x="1733550" y="390525"/>
                </a:lnTo>
                <a:lnTo>
                  <a:pt x="1724025" y="390525"/>
                </a:lnTo>
                <a:close/>
                <a:moveTo>
                  <a:pt x="438150" y="400050"/>
                </a:moveTo>
                <a:lnTo>
                  <a:pt x="447675" y="400050"/>
                </a:lnTo>
                <a:lnTo>
                  <a:pt x="447675" y="409575"/>
                </a:lnTo>
                <a:lnTo>
                  <a:pt x="438150" y="409575"/>
                </a:lnTo>
                <a:close/>
                <a:moveTo>
                  <a:pt x="1104900" y="428625"/>
                </a:moveTo>
                <a:lnTo>
                  <a:pt x="1114425" y="428625"/>
                </a:lnTo>
                <a:lnTo>
                  <a:pt x="1114425" y="447675"/>
                </a:lnTo>
                <a:lnTo>
                  <a:pt x="1095375" y="447675"/>
                </a:lnTo>
                <a:lnTo>
                  <a:pt x="1095375" y="438150"/>
                </a:lnTo>
                <a:lnTo>
                  <a:pt x="1104900" y="438150"/>
                </a:lnTo>
                <a:close/>
                <a:moveTo>
                  <a:pt x="1123950" y="428625"/>
                </a:moveTo>
                <a:lnTo>
                  <a:pt x="1133475" y="428625"/>
                </a:lnTo>
                <a:lnTo>
                  <a:pt x="1133475" y="438150"/>
                </a:lnTo>
                <a:lnTo>
                  <a:pt x="1123950" y="438150"/>
                </a:lnTo>
                <a:close/>
                <a:moveTo>
                  <a:pt x="1143000" y="428625"/>
                </a:moveTo>
                <a:lnTo>
                  <a:pt x="1152525" y="428625"/>
                </a:lnTo>
                <a:lnTo>
                  <a:pt x="1152525" y="438150"/>
                </a:lnTo>
                <a:lnTo>
                  <a:pt x="1143000" y="438150"/>
                </a:lnTo>
                <a:close/>
                <a:moveTo>
                  <a:pt x="1209675" y="428625"/>
                </a:moveTo>
                <a:lnTo>
                  <a:pt x="1219200" y="428625"/>
                </a:lnTo>
                <a:lnTo>
                  <a:pt x="1219200" y="438150"/>
                </a:lnTo>
                <a:lnTo>
                  <a:pt x="1209675" y="438150"/>
                </a:lnTo>
                <a:close/>
                <a:moveTo>
                  <a:pt x="1104900" y="457200"/>
                </a:moveTo>
                <a:lnTo>
                  <a:pt x="1114425" y="457200"/>
                </a:lnTo>
                <a:lnTo>
                  <a:pt x="1114425" y="466725"/>
                </a:lnTo>
                <a:lnTo>
                  <a:pt x="1104900" y="466725"/>
                </a:lnTo>
                <a:close/>
                <a:moveTo>
                  <a:pt x="390525" y="485775"/>
                </a:moveTo>
                <a:lnTo>
                  <a:pt x="409575" y="485775"/>
                </a:lnTo>
                <a:lnTo>
                  <a:pt x="409575" y="495300"/>
                </a:lnTo>
                <a:lnTo>
                  <a:pt x="428625" y="495300"/>
                </a:lnTo>
                <a:lnTo>
                  <a:pt x="428625" y="504825"/>
                </a:lnTo>
                <a:lnTo>
                  <a:pt x="390525" y="504825"/>
                </a:lnTo>
                <a:close/>
                <a:moveTo>
                  <a:pt x="457200" y="504825"/>
                </a:moveTo>
                <a:lnTo>
                  <a:pt x="476250" y="504825"/>
                </a:lnTo>
                <a:lnTo>
                  <a:pt x="476250" y="514350"/>
                </a:lnTo>
                <a:lnTo>
                  <a:pt x="485775" y="514350"/>
                </a:lnTo>
                <a:lnTo>
                  <a:pt x="485775" y="542925"/>
                </a:lnTo>
                <a:lnTo>
                  <a:pt x="466725" y="542925"/>
                </a:lnTo>
                <a:lnTo>
                  <a:pt x="466725" y="514350"/>
                </a:lnTo>
                <a:lnTo>
                  <a:pt x="457200" y="514350"/>
                </a:lnTo>
                <a:close/>
                <a:moveTo>
                  <a:pt x="276225" y="533400"/>
                </a:moveTo>
                <a:lnTo>
                  <a:pt x="295275" y="533400"/>
                </a:lnTo>
                <a:lnTo>
                  <a:pt x="295275" y="542925"/>
                </a:lnTo>
                <a:lnTo>
                  <a:pt x="304800" y="542925"/>
                </a:lnTo>
                <a:lnTo>
                  <a:pt x="304800" y="552450"/>
                </a:lnTo>
                <a:lnTo>
                  <a:pt x="314325" y="552450"/>
                </a:lnTo>
                <a:lnTo>
                  <a:pt x="314325" y="561975"/>
                </a:lnTo>
                <a:lnTo>
                  <a:pt x="285750" y="561975"/>
                </a:lnTo>
                <a:lnTo>
                  <a:pt x="285750" y="552450"/>
                </a:lnTo>
                <a:lnTo>
                  <a:pt x="276225" y="552450"/>
                </a:lnTo>
                <a:close/>
                <a:moveTo>
                  <a:pt x="561975" y="533400"/>
                </a:moveTo>
                <a:lnTo>
                  <a:pt x="571500" y="533400"/>
                </a:lnTo>
                <a:lnTo>
                  <a:pt x="571500" y="542925"/>
                </a:lnTo>
                <a:lnTo>
                  <a:pt x="561975" y="542925"/>
                </a:lnTo>
                <a:close/>
                <a:moveTo>
                  <a:pt x="381000" y="552450"/>
                </a:moveTo>
                <a:lnTo>
                  <a:pt x="390525" y="552450"/>
                </a:lnTo>
                <a:lnTo>
                  <a:pt x="390525" y="561975"/>
                </a:lnTo>
                <a:lnTo>
                  <a:pt x="400050" y="561975"/>
                </a:lnTo>
                <a:lnTo>
                  <a:pt x="400050" y="571500"/>
                </a:lnTo>
                <a:lnTo>
                  <a:pt x="371475" y="571500"/>
                </a:lnTo>
                <a:lnTo>
                  <a:pt x="371475" y="561975"/>
                </a:lnTo>
                <a:lnTo>
                  <a:pt x="381000" y="561975"/>
                </a:lnTo>
                <a:close/>
                <a:moveTo>
                  <a:pt x="190500" y="571500"/>
                </a:moveTo>
                <a:lnTo>
                  <a:pt x="200025" y="571500"/>
                </a:lnTo>
                <a:lnTo>
                  <a:pt x="200025" y="581025"/>
                </a:lnTo>
                <a:lnTo>
                  <a:pt x="190500" y="581025"/>
                </a:lnTo>
                <a:close/>
                <a:moveTo>
                  <a:pt x="1504950" y="590550"/>
                </a:moveTo>
                <a:lnTo>
                  <a:pt x="1514475" y="590550"/>
                </a:lnTo>
                <a:lnTo>
                  <a:pt x="1514475" y="600075"/>
                </a:lnTo>
                <a:lnTo>
                  <a:pt x="1524000" y="600075"/>
                </a:lnTo>
                <a:lnTo>
                  <a:pt x="1524000" y="609600"/>
                </a:lnTo>
                <a:lnTo>
                  <a:pt x="1514475" y="609600"/>
                </a:lnTo>
                <a:lnTo>
                  <a:pt x="1514475" y="619125"/>
                </a:lnTo>
                <a:lnTo>
                  <a:pt x="1504950" y="619125"/>
                </a:lnTo>
                <a:close/>
                <a:moveTo>
                  <a:pt x="1619250" y="590550"/>
                </a:moveTo>
                <a:lnTo>
                  <a:pt x="1628775" y="590550"/>
                </a:lnTo>
                <a:lnTo>
                  <a:pt x="1628775" y="600075"/>
                </a:lnTo>
                <a:lnTo>
                  <a:pt x="1619250" y="600075"/>
                </a:lnTo>
                <a:close/>
                <a:moveTo>
                  <a:pt x="1609725" y="600075"/>
                </a:moveTo>
                <a:lnTo>
                  <a:pt x="1619250" y="600075"/>
                </a:lnTo>
                <a:lnTo>
                  <a:pt x="1619250" y="609600"/>
                </a:lnTo>
                <a:lnTo>
                  <a:pt x="1609725" y="609600"/>
                </a:lnTo>
                <a:close/>
                <a:moveTo>
                  <a:pt x="752475" y="609600"/>
                </a:moveTo>
                <a:lnTo>
                  <a:pt x="762000" y="609600"/>
                </a:lnTo>
                <a:lnTo>
                  <a:pt x="762000" y="619125"/>
                </a:lnTo>
                <a:lnTo>
                  <a:pt x="752475" y="619125"/>
                </a:lnTo>
                <a:close/>
                <a:moveTo>
                  <a:pt x="704850" y="657225"/>
                </a:moveTo>
                <a:lnTo>
                  <a:pt x="723900" y="657225"/>
                </a:lnTo>
                <a:lnTo>
                  <a:pt x="723900" y="676275"/>
                </a:lnTo>
                <a:lnTo>
                  <a:pt x="704850" y="676275"/>
                </a:lnTo>
                <a:close/>
                <a:moveTo>
                  <a:pt x="190500" y="809625"/>
                </a:moveTo>
                <a:lnTo>
                  <a:pt x="200025" y="809625"/>
                </a:lnTo>
                <a:lnTo>
                  <a:pt x="200025" y="838200"/>
                </a:lnTo>
                <a:lnTo>
                  <a:pt x="190500" y="838200"/>
                </a:lnTo>
                <a:close/>
                <a:moveTo>
                  <a:pt x="209550" y="819150"/>
                </a:moveTo>
                <a:lnTo>
                  <a:pt x="219075" y="819150"/>
                </a:lnTo>
                <a:lnTo>
                  <a:pt x="219075" y="828675"/>
                </a:lnTo>
                <a:lnTo>
                  <a:pt x="209550" y="828675"/>
                </a:lnTo>
                <a:close/>
                <a:moveTo>
                  <a:pt x="523875" y="819150"/>
                </a:moveTo>
                <a:lnTo>
                  <a:pt x="533400" y="819150"/>
                </a:lnTo>
                <a:lnTo>
                  <a:pt x="533400" y="828675"/>
                </a:lnTo>
                <a:lnTo>
                  <a:pt x="523875" y="828675"/>
                </a:lnTo>
                <a:close/>
                <a:moveTo>
                  <a:pt x="266700" y="828675"/>
                </a:moveTo>
                <a:lnTo>
                  <a:pt x="285750" y="828675"/>
                </a:lnTo>
                <a:lnTo>
                  <a:pt x="285750" y="838200"/>
                </a:lnTo>
                <a:lnTo>
                  <a:pt x="361950" y="838200"/>
                </a:lnTo>
                <a:lnTo>
                  <a:pt x="361950" y="828675"/>
                </a:lnTo>
                <a:lnTo>
                  <a:pt x="419100" y="828675"/>
                </a:lnTo>
                <a:lnTo>
                  <a:pt x="419100" y="838200"/>
                </a:lnTo>
                <a:lnTo>
                  <a:pt x="438150" y="838200"/>
                </a:lnTo>
                <a:lnTo>
                  <a:pt x="438150" y="847725"/>
                </a:lnTo>
                <a:lnTo>
                  <a:pt x="495300" y="847725"/>
                </a:lnTo>
                <a:lnTo>
                  <a:pt x="495300" y="838200"/>
                </a:lnTo>
                <a:lnTo>
                  <a:pt x="533400" y="838200"/>
                </a:lnTo>
                <a:lnTo>
                  <a:pt x="533400" y="828675"/>
                </a:lnTo>
                <a:lnTo>
                  <a:pt x="552450" y="828675"/>
                </a:lnTo>
                <a:lnTo>
                  <a:pt x="552450" y="838200"/>
                </a:lnTo>
                <a:lnTo>
                  <a:pt x="571500" y="838200"/>
                </a:lnTo>
                <a:lnTo>
                  <a:pt x="571500" y="847725"/>
                </a:lnTo>
                <a:lnTo>
                  <a:pt x="514350" y="847725"/>
                </a:lnTo>
                <a:lnTo>
                  <a:pt x="514350" y="857250"/>
                </a:lnTo>
                <a:lnTo>
                  <a:pt x="409575" y="857250"/>
                </a:lnTo>
                <a:lnTo>
                  <a:pt x="409575" y="847725"/>
                </a:lnTo>
                <a:lnTo>
                  <a:pt x="371475" y="847725"/>
                </a:lnTo>
                <a:lnTo>
                  <a:pt x="371475" y="857250"/>
                </a:lnTo>
                <a:lnTo>
                  <a:pt x="247650" y="857250"/>
                </a:lnTo>
                <a:lnTo>
                  <a:pt x="247650" y="847725"/>
                </a:lnTo>
                <a:lnTo>
                  <a:pt x="228600" y="847725"/>
                </a:lnTo>
                <a:lnTo>
                  <a:pt x="228600" y="857250"/>
                </a:lnTo>
                <a:lnTo>
                  <a:pt x="200025" y="857250"/>
                </a:lnTo>
                <a:lnTo>
                  <a:pt x="200025" y="866775"/>
                </a:lnTo>
                <a:lnTo>
                  <a:pt x="180975" y="866775"/>
                </a:lnTo>
                <a:lnTo>
                  <a:pt x="180975" y="847725"/>
                </a:lnTo>
                <a:lnTo>
                  <a:pt x="200025" y="847725"/>
                </a:lnTo>
                <a:lnTo>
                  <a:pt x="200025" y="838200"/>
                </a:lnTo>
                <a:lnTo>
                  <a:pt x="266700" y="838200"/>
                </a:lnTo>
                <a:close/>
                <a:moveTo>
                  <a:pt x="590550" y="828675"/>
                </a:moveTo>
                <a:lnTo>
                  <a:pt x="628650" y="828675"/>
                </a:lnTo>
                <a:lnTo>
                  <a:pt x="628650" y="838200"/>
                </a:lnTo>
                <a:lnTo>
                  <a:pt x="619125" y="838200"/>
                </a:lnTo>
                <a:lnTo>
                  <a:pt x="619125" y="847725"/>
                </a:lnTo>
                <a:lnTo>
                  <a:pt x="590550" y="847725"/>
                </a:lnTo>
                <a:close/>
                <a:moveTo>
                  <a:pt x="790575" y="866775"/>
                </a:moveTo>
                <a:lnTo>
                  <a:pt x="800100" y="866775"/>
                </a:lnTo>
                <a:lnTo>
                  <a:pt x="800100" y="876300"/>
                </a:lnTo>
                <a:lnTo>
                  <a:pt x="790575" y="876300"/>
                </a:lnTo>
                <a:close/>
                <a:moveTo>
                  <a:pt x="190500" y="876300"/>
                </a:moveTo>
                <a:lnTo>
                  <a:pt x="200025" y="876300"/>
                </a:lnTo>
                <a:lnTo>
                  <a:pt x="200025" y="895350"/>
                </a:lnTo>
                <a:lnTo>
                  <a:pt x="209550" y="895350"/>
                </a:lnTo>
                <a:lnTo>
                  <a:pt x="209550" y="885825"/>
                </a:lnTo>
                <a:lnTo>
                  <a:pt x="228600" y="885825"/>
                </a:lnTo>
                <a:lnTo>
                  <a:pt x="228600" y="895350"/>
                </a:lnTo>
                <a:lnTo>
                  <a:pt x="247650" y="895350"/>
                </a:lnTo>
                <a:lnTo>
                  <a:pt x="247650" y="904875"/>
                </a:lnTo>
                <a:lnTo>
                  <a:pt x="228600" y="904875"/>
                </a:lnTo>
                <a:lnTo>
                  <a:pt x="228600" y="914400"/>
                </a:lnTo>
                <a:lnTo>
                  <a:pt x="209550" y="914400"/>
                </a:lnTo>
                <a:lnTo>
                  <a:pt x="209550" y="904875"/>
                </a:lnTo>
                <a:lnTo>
                  <a:pt x="200025" y="904875"/>
                </a:lnTo>
                <a:lnTo>
                  <a:pt x="200025" y="923925"/>
                </a:lnTo>
                <a:lnTo>
                  <a:pt x="190500" y="923925"/>
                </a:lnTo>
                <a:close/>
                <a:moveTo>
                  <a:pt x="1562100" y="885825"/>
                </a:moveTo>
                <a:lnTo>
                  <a:pt x="1571625" y="885825"/>
                </a:lnTo>
                <a:lnTo>
                  <a:pt x="1571625" y="895350"/>
                </a:lnTo>
                <a:lnTo>
                  <a:pt x="1562100" y="895350"/>
                </a:lnTo>
                <a:close/>
                <a:moveTo>
                  <a:pt x="1638300" y="885825"/>
                </a:moveTo>
                <a:lnTo>
                  <a:pt x="1657350" y="885825"/>
                </a:lnTo>
                <a:lnTo>
                  <a:pt x="1657350" y="895350"/>
                </a:lnTo>
                <a:lnTo>
                  <a:pt x="1638300" y="895350"/>
                </a:lnTo>
                <a:close/>
                <a:moveTo>
                  <a:pt x="190500" y="981075"/>
                </a:moveTo>
                <a:lnTo>
                  <a:pt x="200025" y="981075"/>
                </a:lnTo>
                <a:lnTo>
                  <a:pt x="200025" y="1000125"/>
                </a:lnTo>
                <a:lnTo>
                  <a:pt x="190500" y="1000125"/>
                </a:lnTo>
                <a:close/>
                <a:moveTo>
                  <a:pt x="1600200" y="981075"/>
                </a:moveTo>
                <a:lnTo>
                  <a:pt x="1609725" y="981075"/>
                </a:lnTo>
                <a:lnTo>
                  <a:pt x="1609725" y="990600"/>
                </a:lnTo>
                <a:lnTo>
                  <a:pt x="1600200" y="990600"/>
                </a:lnTo>
                <a:close/>
                <a:moveTo>
                  <a:pt x="1000125" y="990600"/>
                </a:moveTo>
                <a:lnTo>
                  <a:pt x="1019175" y="990600"/>
                </a:lnTo>
                <a:lnTo>
                  <a:pt x="1019175" y="1000125"/>
                </a:lnTo>
                <a:lnTo>
                  <a:pt x="1000125" y="1000125"/>
                </a:lnTo>
                <a:close/>
                <a:moveTo>
                  <a:pt x="476250" y="1009650"/>
                </a:moveTo>
                <a:lnTo>
                  <a:pt x="485775" y="1009650"/>
                </a:lnTo>
                <a:lnTo>
                  <a:pt x="485775" y="1019175"/>
                </a:lnTo>
                <a:lnTo>
                  <a:pt x="476250" y="1019175"/>
                </a:lnTo>
                <a:close/>
                <a:moveTo>
                  <a:pt x="238125" y="1028700"/>
                </a:moveTo>
                <a:lnTo>
                  <a:pt x="247650" y="1028700"/>
                </a:lnTo>
                <a:lnTo>
                  <a:pt x="247650" y="1038225"/>
                </a:lnTo>
                <a:lnTo>
                  <a:pt x="238125" y="1038225"/>
                </a:lnTo>
                <a:close/>
                <a:moveTo>
                  <a:pt x="257175" y="1028700"/>
                </a:moveTo>
                <a:lnTo>
                  <a:pt x="266700" y="1028700"/>
                </a:lnTo>
                <a:lnTo>
                  <a:pt x="266700" y="1038225"/>
                </a:lnTo>
                <a:lnTo>
                  <a:pt x="257175" y="1038225"/>
                </a:lnTo>
                <a:close/>
                <a:moveTo>
                  <a:pt x="647700" y="1047750"/>
                </a:moveTo>
                <a:lnTo>
                  <a:pt x="657225" y="1047750"/>
                </a:lnTo>
                <a:lnTo>
                  <a:pt x="657225" y="1057275"/>
                </a:lnTo>
                <a:lnTo>
                  <a:pt x="647700" y="1057275"/>
                </a:lnTo>
                <a:close/>
                <a:moveTo>
                  <a:pt x="1600200" y="1057275"/>
                </a:moveTo>
                <a:lnTo>
                  <a:pt x="1609725" y="1057275"/>
                </a:lnTo>
                <a:lnTo>
                  <a:pt x="1609725" y="1066800"/>
                </a:lnTo>
                <a:lnTo>
                  <a:pt x="1600200" y="1066800"/>
                </a:lnTo>
                <a:close/>
                <a:moveTo>
                  <a:pt x="209550" y="1381125"/>
                </a:moveTo>
                <a:lnTo>
                  <a:pt x="219075" y="1381125"/>
                </a:lnTo>
                <a:lnTo>
                  <a:pt x="219075" y="1390650"/>
                </a:lnTo>
                <a:lnTo>
                  <a:pt x="209550" y="1390650"/>
                </a:lnTo>
                <a:close/>
                <a:moveTo>
                  <a:pt x="923925" y="1381125"/>
                </a:moveTo>
                <a:lnTo>
                  <a:pt x="933450" y="1381125"/>
                </a:lnTo>
                <a:lnTo>
                  <a:pt x="933450" y="1390650"/>
                </a:lnTo>
                <a:lnTo>
                  <a:pt x="923925" y="1390650"/>
                </a:lnTo>
                <a:close/>
                <a:moveTo>
                  <a:pt x="190500" y="1390650"/>
                </a:moveTo>
                <a:lnTo>
                  <a:pt x="200025" y="1390650"/>
                </a:lnTo>
                <a:lnTo>
                  <a:pt x="200025" y="1400175"/>
                </a:lnTo>
                <a:lnTo>
                  <a:pt x="190500" y="1400175"/>
                </a:lnTo>
                <a:close/>
                <a:moveTo>
                  <a:pt x="266700" y="1390650"/>
                </a:moveTo>
                <a:lnTo>
                  <a:pt x="285750" y="1390650"/>
                </a:lnTo>
                <a:lnTo>
                  <a:pt x="285750" y="1400175"/>
                </a:lnTo>
                <a:lnTo>
                  <a:pt x="295275" y="1400175"/>
                </a:lnTo>
                <a:lnTo>
                  <a:pt x="295275" y="1409700"/>
                </a:lnTo>
                <a:lnTo>
                  <a:pt x="266700" y="1409700"/>
                </a:lnTo>
                <a:close/>
                <a:moveTo>
                  <a:pt x="1285875" y="1390650"/>
                </a:moveTo>
                <a:lnTo>
                  <a:pt x="1295400" y="1390650"/>
                </a:lnTo>
                <a:lnTo>
                  <a:pt x="1295400" y="1400175"/>
                </a:lnTo>
                <a:lnTo>
                  <a:pt x="1285875" y="1400175"/>
                </a:lnTo>
                <a:close/>
                <a:moveTo>
                  <a:pt x="1314450" y="1390650"/>
                </a:moveTo>
                <a:lnTo>
                  <a:pt x="1333500" y="1390650"/>
                </a:lnTo>
                <a:lnTo>
                  <a:pt x="1333500" y="1400175"/>
                </a:lnTo>
                <a:lnTo>
                  <a:pt x="1314450" y="1400175"/>
                </a:lnTo>
                <a:close/>
                <a:moveTo>
                  <a:pt x="180975" y="1409700"/>
                </a:moveTo>
                <a:lnTo>
                  <a:pt x="200025" y="1409700"/>
                </a:lnTo>
                <a:lnTo>
                  <a:pt x="200025" y="1466850"/>
                </a:lnTo>
                <a:lnTo>
                  <a:pt x="180975" y="1466850"/>
                </a:lnTo>
                <a:close/>
                <a:moveTo>
                  <a:pt x="228600" y="1447800"/>
                </a:moveTo>
                <a:lnTo>
                  <a:pt x="238125" y="1447800"/>
                </a:lnTo>
                <a:lnTo>
                  <a:pt x="238125" y="1457325"/>
                </a:lnTo>
                <a:lnTo>
                  <a:pt x="228600" y="1457325"/>
                </a:lnTo>
                <a:close/>
                <a:moveTo>
                  <a:pt x="866775" y="1533525"/>
                </a:moveTo>
                <a:lnTo>
                  <a:pt x="876300" y="1533525"/>
                </a:lnTo>
                <a:lnTo>
                  <a:pt x="876300" y="1552575"/>
                </a:lnTo>
                <a:lnTo>
                  <a:pt x="866775" y="1552575"/>
                </a:lnTo>
                <a:close/>
                <a:moveTo>
                  <a:pt x="1228725" y="1571625"/>
                </a:moveTo>
                <a:lnTo>
                  <a:pt x="1238250" y="1571625"/>
                </a:lnTo>
                <a:lnTo>
                  <a:pt x="1238250" y="1590675"/>
                </a:lnTo>
                <a:lnTo>
                  <a:pt x="1228725" y="1590675"/>
                </a:lnTo>
                <a:close/>
                <a:moveTo>
                  <a:pt x="1323975" y="1581150"/>
                </a:moveTo>
                <a:lnTo>
                  <a:pt x="1362075" y="1581150"/>
                </a:lnTo>
                <a:lnTo>
                  <a:pt x="1362075" y="1600200"/>
                </a:lnTo>
                <a:lnTo>
                  <a:pt x="1343025" y="1600200"/>
                </a:lnTo>
                <a:lnTo>
                  <a:pt x="1343025" y="1590675"/>
                </a:lnTo>
                <a:lnTo>
                  <a:pt x="1323975" y="1590675"/>
                </a:lnTo>
                <a:close/>
                <a:moveTo>
                  <a:pt x="400050" y="1666875"/>
                </a:moveTo>
                <a:lnTo>
                  <a:pt x="428625" y="1666875"/>
                </a:lnTo>
                <a:lnTo>
                  <a:pt x="428625" y="1685925"/>
                </a:lnTo>
                <a:lnTo>
                  <a:pt x="419100" y="1685925"/>
                </a:lnTo>
                <a:lnTo>
                  <a:pt x="419100" y="1676400"/>
                </a:lnTo>
                <a:lnTo>
                  <a:pt x="400050" y="1676400"/>
                </a:lnTo>
                <a:close/>
                <a:moveTo>
                  <a:pt x="857250" y="1676400"/>
                </a:moveTo>
                <a:lnTo>
                  <a:pt x="866775" y="1676400"/>
                </a:lnTo>
                <a:lnTo>
                  <a:pt x="866775" y="1685925"/>
                </a:lnTo>
                <a:lnTo>
                  <a:pt x="857250" y="1685925"/>
                </a:lnTo>
                <a:close/>
                <a:moveTo>
                  <a:pt x="314325" y="1762125"/>
                </a:moveTo>
                <a:lnTo>
                  <a:pt x="323850" y="1762125"/>
                </a:lnTo>
                <a:lnTo>
                  <a:pt x="323850" y="1781175"/>
                </a:lnTo>
                <a:lnTo>
                  <a:pt x="333375" y="1781175"/>
                </a:lnTo>
                <a:lnTo>
                  <a:pt x="333375" y="1790700"/>
                </a:lnTo>
                <a:lnTo>
                  <a:pt x="323850" y="1790700"/>
                </a:lnTo>
                <a:lnTo>
                  <a:pt x="323850" y="1800225"/>
                </a:lnTo>
                <a:lnTo>
                  <a:pt x="314325" y="1800225"/>
                </a:lnTo>
                <a:close/>
                <a:moveTo>
                  <a:pt x="1009650" y="1762125"/>
                </a:moveTo>
                <a:lnTo>
                  <a:pt x="1028700" y="1762125"/>
                </a:lnTo>
                <a:lnTo>
                  <a:pt x="1028700" y="1790700"/>
                </a:lnTo>
                <a:lnTo>
                  <a:pt x="1038225" y="1790700"/>
                </a:lnTo>
                <a:lnTo>
                  <a:pt x="1038225" y="1800225"/>
                </a:lnTo>
                <a:lnTo>
                  <a:pt x="1019175" y="1800225"/>
                </a:lnTo>
                <a:lnTo>
                  <a:pt x="1019175" y="1781175"/>
                </a:lnTo>
                <a:lnTo>
                  <a:pt x="1009650" y="1781175"/>
                </a:lnTo>
                <a:close/>
                <a:moveTo>
                  <a:pt x="1476375" y="1771650"/>
                </a:moveTo>
                <a:lnTo>
                  <a:pt x="1485900" y="1771650"/>
                </a:lnTo>
                <a:lnTo>
                  <a:pt x="1485900" y="1781175"/>
                </a:lnTo>
                <a:lnTo>
                  <a:pt x="1495425" y="1781175"/>
                </a:lnTo>
                <a:lnTo>
                  <a:pt x="1495425" y="1790700"/>
                </a:lnTo>
                <a:lnTo>
                  <a:pt x="1485900" y="1790700"/>
                </a:lnTo>
                <a:lnTo>
                  <a:pt x="1485900" y="1800225"/>
                </a:lnTo>
                <a:lnTo>
                  <a:pt x="1476375" y="1800225"/>
                </a:lnTo>
                <a:lnTo>
                  <a:pt x="1476375" y="1790700"/>
                </a:lnTo>
                <a:lnTo>
                  <a:pt x="1447800" y="1790700"/>
                </a:lnTo>
                <a:lnTo>
                  <a:pt x="1447800" y="1781175"/>
                </a:lnTo>
                <a:lnTo>
                  <a:pt x="1476375" y="1781175"/>
                </a:lnTo>
                <a:close/>
                <a:moveTo>
                  <a:pt x="895350" y="1781175"/>
                </a:moveTo>
                <a:lnTo>
                  <a:pt x="914400" y="1781175"/>
                </a:lnTo>
                <a:lnTo>
                  <a:pt x="914400" y="1790700"/>
                </a:lnTo>
                <a:lnTo>
                  <a:pt x="904875" y="1790700"/>
                </a:lnTo>
                <a:lnTo>
                  <a:pt x="904875" y="1800225"/>
                </a:lnTo>
                <a:lnTo>
                  <a:pt x="895350" y="1800225"/>
                </a:lnTo>
                <a:close/>
                <a:moveTo>
                  <a:pt x="1152525" y="1781175"/>
                </a:moveTo>
                <a:lnTo>
                  <a:pt x="1171575" y="1781175"/>
                </a:lnTo>
                <a:lnTo>
                  <a:pt x="1171575" y="1790700"/>
                </a:lnTo>
                <a:lnTo>
                  <a:pt x="1152525" y="1790700"/>
                </a:lnTo>
                <a:close/>
                <a:moveTo>
                  <a:pt x="1285875" y="1781175"/>
                </a:moveTo>
                <a:lnTo>
                  <a:pt x="1295400" y="1781175"/>
                </a:lnTo>
                <a:lnTo>
                  <a:pt x="1295400" y="1790700"/>
                </a:lnTo>
                <a:lnTo>
                  <a:pt x="1285875" y="1790700"/>
                </a:lnTo>
                <a:close/>
                <a:moveTo>
                  <a:pt x="1409700" y="1781175"/>
                </a:moveTo>
                <a:lnTo>
                  <a:pt x="1428750" y="1781175"/>
                </a:lnTo>
                <a:lnTo>
                  <a:pt x="1428750" y="1790700"/>
                </a:lnTo>
                <a:lnTo>
                  <a:pt x="1409700" y="1790700"/>
                </a:lnTo>
                <a:close/>
                <a:moveTo>
                  <a:pt x="428625" y="1800225"/>
                </a:moveTo>
                <a:lnTo>
                  <a:pt x="447675" y="1800225"/>
                </a:lnTo>
                <a:lnTo>
                  <a:pt x="447675" y="1809750"/>
                </a:lnTo>
                <a:lnTo>
                  <a:pt x="428625" y="1809750"/>
                </a:lnTo>
                <a:close/>
                <a:moveTo>
                  <a:pt x="314325" y="1809750"/>
                </a:moveTo>
                <a:lnTo>
                  <a:pt x="323850" y="1809750"/>
                </a:lnTo>
                <a:lnTo>
                  <a:pt x="323850" y="1828800"/>
                </a:lnTo>
                <a:lnTo>
                  <a:pt x="314325" y="1828800"/>
                </a:lnTo>
                <a:lnTo>
                  <a:pt x="314325" y="1838325"/>
                </a:lnTo>
                <a:lnTo>
                  <a:pt x="304800" y="1838325"/>
                </a:lnTo>
                <a:lnTo>
                  <a:pt x="304800" y="1847850"/>
                </a:lnTo>
                <a:lnTo>
                  <a:pt x="276225" y="1847850"/>
                </a:lnTo>
                <a:lnTo>
                  <a:pt x="276225" y="1838325"/>
                </a:lnTo>
                <a:lnTo>
                  <a:pt x="266700" y="1838325"/>
                </a:lnTo>
                <a:lnTo>
                  <a:pt x="266700" y="1828800"/>
                </a:lnTo>
                <a:lnTo>
                  <a:pt x="304800" y="1828800"/>
                </a:lnTo>
                <a:lnTo>
                  <a:pt x="304800" y="1819275"/>
                </a:lnTo>
                <a:lnTo>
                  <a:pt x="314325" y="1819275"/>
                </a:lnTo>
                <a:close/>
                <a:moveTo>
                  <a:pt x="238125" y="1819275"/>
                </a:moveTo>
                <a:lnTo>
                  <a:pt x="247650" y="1819275"/>
                </a:lnTo>
                <a:lnTo>
                  <a:pt x="247650" y="1847850"/>
                </a:lnTo>
                <a:lnTo>
                  <a:pt x="238125" y="1847850"/>
                </a:lnTo>
                <a:lnTo>
                  <a:pt x="238125" y="1838325"/>
                </a:lnTo>
                <a:lnTo>
                  <a:pt x="228600" y="1838325"/>
                </a:lnTo>
                <a:lnTo>
                  <a:pt x="228600" y="1828800"/>
                </a:lnTo>
                <a:lnTo>
                  <a:pt x="238125" y="1828800"/>
                </a:lnTo>
                <a:close/>
                <a:moveTo>
                  <a:pt x="752475" y="1819275"/>
                </a:moveTo>
                <a:lnTo>
                  <a:pt x="762000" y="1819275"/>
                </a:lnTo>
                <a:lnTo>
                  <a:pt x="762000" y="1828800"/>
                </a:lnTo>
                <a:lnTo>
                  <a:pt x="752475" y="1828800"/>
                </a:lnTo>
                <a:close/>
                <a:moveTo>
                  <a:pt x="828675" y="1828800"/>
                </a:moveTo>
                <a:lnTo>
                  <a:pt x="847725" y="1828800"/>
                </a:lnTo>
                <a:lnTo>
                  <a:pt x="847725" y="1838325"/>
                </a:lnTo>
                <a:lnTo>
                  <a:pt x="828675" y="1838325"/>
                </a:lnTo>
                <a:close/>
                <a:moveTo>
                  <a:pt x="1019175" y="1828800"/>
                </a:moveTo>
                <a:lnTo>
                  <a:pt x="1038225" y="1828800"/>
                </a:lnTo>
                <a:lnTo>
                  <a:pt x="1038225" y="1847850"/>
                </a:lnTo>
                <a:lnTo>
                  <a:pt x="1028700" y="1847850"/>
                </a:lnTo>
                <a:lnTo>
                  <a:pt x="1028700" y="1838325"/>
                </a:lnTo>
                <a:lnTo>
                  <a:pt x="1019175" y="1838325"/>
                </a:lnTo>
                <a:close/>
                <a:moveTo>
                  <a:pt x="857250" y="1847850"/>
                </a:moveTo>
                <a:lnTo>
                  <a:pt x="866775" y="1847850"/>
                </a:lnTo>
                <a:lnTo>
                  <a:pt x="866775" y="1857375"/>
                </a:lnTo>
                <a:lnTo>
                  <a:pt x="857250" y="1857375"/>
                </a:lnTo>
                <a:close/>
                <a:moveTo>
                  <a:pt x="1190625" y="1905000"/>
                </a:moveTo>
                <a:lnTo>
                  <a:pt x="1200150" y="1905000"/>
                </a:lnTo>
                <a:lnTo>
                  <a:pt x="1200150" y="1952625"/>
                </a:lnTo>
                <a:lnTo>
                  <a:pt x="1181100" y="1952625"/>
                </a:lnTo>
                <a:lnTo>
                  <a:pt x="1181100" y="1943100"/>
                </a:lnTo>
                <a:lnTo>
                  <a:pt x="1190625" y="1943100"/>
                </a:lnTo>
                <a:lnTo>
                  <a:pt x="1190625" y="1933575"/>
                </a:lnTo>
                <a:lnTo>
                  <a:pt x="1181100" y="1933575"/>
                </a:lnTo>
                <a:lnTo>
                  <a:pt x="1181100" y="1914525"/>
                </a:lnTo>
                <a:lnTo>
                  <a:pt x="1190625" y="1914525"/>
                </a:lnTo>
                <a:close/>
                <a:moveTo>
                  <a:pt x="600075" y="1933575"/>
                </a:moveTo>
                <a:lnTo>
                  <a:pt x="619125" y="1933575"/>
                </a:lnTo>
                <a:lnTo>
                  <a:pt x="619125" y="1943100"/>
                </a:lnTo>
                <a:lnTo>
                  <a:pt x="600075" y="1943100"/>
                </a:lnTo>
                <a:close/>
                <a:moveTo>
                  <a:pt x="895350" y="1933575"/>
                </a:moveTo>
                <a:lnTo>
                  <a:pt x="904875" y="1933575"/>
                </a:lnTo>
                <a:lnTo>
                  <a:pt x="904875" y="1943100"/>
                </a:lnTo>
                <a:lnTo>
                  <a:pt x="914400" y="1943100"/>
                </a:lnTo>
                <a:lnTo>
                  <a:pt x="914400" y="1952625"/>
                </a:lnTo>
                <a:lnTo>
                  <a:pt x="885825" y="1952625"/>
                </a:lnTo>
                <a:lnTo>
                  <a:pt x="885825" y="1943100"/>
                </a:lnTo>
                <a:lnTo>
                  <a:pt x="895350" y="1943100"/>
                </a:lnTo>
                <a:close/>
                <a:moveTo>
                  <a:pt x="1685925" y="1943100"/>
                </a:moveTo>
                <a:lnTo>
                  <a:pt x="1695450" y="1943100"/>
                </a:lnTo>
                <a:lnTo>
                  <a:pt x="1695450" y="1971675"/>
                </a:lnTo>
                <a:lnTo>
                  <a:pt x="1685925" y="1971675"/>
                </a:lnTo>
                <a:close/>
                <a:moveTo>
                  <a:pt x="1162050" y="1962150"/>
                </a:moveTo>
                <a:lnTo>
                  <a:pt x="1181100" y="1962150"/>
                </a:lnTo>
                <a:lnTo>
                  <a:pt x="1181100" y="1971675"/>
                </a:lnTo>
                <a:lnTo>
                  <a:pt x="1162050" y="1971675"/>
                </a:lnTo>
                <a:close/>
                <a:moveTo>
                  <a:pt x="1524000" y="1981200"/>
                </a:moveTo>
                <a:lnTo>
                  <a:pt x="1533525" y="1981200"/>
                </a:lnTo>
                <a:lnTo>
                  <a:pt x="1533525" y="1990725"/>
                </a:lnTo>
                <a:lnTo>
                  <a:pt x="1524000" y="1990725"/>
                </a:lnTo>
                <a:close/>
                <a:moveTo>
                  <a:pt x="619125" y="2028825"/>
                </a:moveTo>
                <a:lnTo>
                  <a:pt x="628650" y="2028825"/>
                </a:lnTo>
                <a:lnTo>
                  <a:pt x="628650" y="2038350"/>
                </a:lnTo>
                <a:lnTo>
                  <a:pt x="619125" y="2038350"/>
                </a:lnTo>
                <a:close/>
                <a:moveTo>
                  <a:pt x="495300" y="2047875"/>
                </a:moveTo>
                <a:lnTo>
                  <a:pt x="504825" y="2047875"/>
                </a:lnTo>
                <a:lnTo>
                  <a:pt x="504825" y="2066925"/>
                </a:lnTo>
                <a:lnTo>
                  <a:pt x="495300" y="2066925"/>
                </a:lnTo>
                <a:close/>
                <a:moveTo>
                  <a:pt x="438150" y="2066925"/>
                </a:moveTo>
                <a:lnTo>
                  <a:pt x="447675" y="2066925"/>
                </a:lnTo>
                <a:lnTo>
                  <a:pt x="447675" y="2076450"/>
                </a:lnTo>
                <a:lnTo>
                  <a:pt x="438150" y="2076450"/>
                </a:lnTo>
                <a:close/>
                <a:moveTo>
                  <a:pt x="257175" y="2162175"/>
                </a:moveTo>
                <a:lnTo>
                  <a:pt x="276225" y="2162175"/>
                </a:lnTo>
                <a:lnTo>
                  <a:pt x="276225" y="2171700"/>
                </a:lnTo>
                <a:lnTo>
                  <a:pt x="285750" y="2171700"/>
                </a:lnTo>
                <a:lnTo>
                  <a:pt x="285750" y="2181225"/>
                </a:lnTo>
                <a:lnTo>
                  <a:pt x="266700" y="2181225"/>
                </a:lnTo>
                <a:lnTo>
                  <a:pt x="266700" y="2190750"/>
                </a:lnTo>
                <a:lnTo>
                  <a:pt x="247650" y="2190750"/>
                </a:lnTo>
                <a:lnTo>
                  <a:pt x="247650" y="2200275"/>
                </a:lnTo>
                <a:lnTo>
                  <a:pt x="238125" y="2200275"/>
                </a:lnTo>
                <a:lnTo>
                  <a:pt x="238125" y="2181225"/>
                </a:lnTo>
                <a:lnTo>
                  <a:pt x="257175" y="2181225"/>
                </a:lnTo>
                <a:close/>
                <a:moveTo>
                  <a:pt x="657225" y="2181225"/>
                </a:moveTo>
                <a:lnTo>
                  <a:pt x="666750" y="2181225"/>
                </a:lnTo>
                <a:lnTo>
                  <a:pt x="666750" y="2190750"/>
                </a:lnTo>
                <a:lnTo>
                  <a:pt x="676275" y="2190750"/>
                </a:lnTo>
                <a:lnTo>
                  <a:pt x="676275" y="2209800"/>
                </a:lnTo>
                <a:lnTo>
                  <a:pt x="666750" y="2209800"/>
                </a:lnTo>
                <a:lnTo>
                  <a:pt x="666750" y="2219325"/>
                </a:lnTo>
                <a:lnTo>
                  <a:pt x="647700" y="2219325"/>
                </a:lnTo>
                <a:lnTo>
                  <a:pt x="647700" y="2200275"/>
                </a:lnTo>
                <a:lnTo>
                  <a:pt x="657225" y="2200275"/>
                </a:lnTo>
                <a:close/>
                <a:moveTo>
                  <a:pt x="1066800" y="2181225"/>
                </a:moveTo>
                <a:lnTo>
                  <a:pt x="1085850" y="2181225"/>
                </a:lnTo>
                <a:lnTo>
                  <a:pt x="1085850" y="2190750"/>
                </a:lnTo>
                <a:lnTo>
                  <a:pt x="1076325" y="2190750"/>
                </a:lnTo>
                <a:lnTo>
                  <a:pt x="1076325" y="2200275"/>
                </a:lnTo>
                <a:lnTo>
                  <a:pt x="1066800" y="2200275"/>
                </a:lnTo>
                <a:close/>
                <a:moveTo>
                  <a:pt x="209550" y="2190750"/>
                </a:moveTo>
                <a:lnTo>
                  <a:pt x="219075" y="2190750"/>
                </a:lnTo>
                <a:lnTo>
                  <a:pt x="219075" y="2200275"/>
                </a:lnTo>
                <a:lnTo>
                  <a:pt x="209550" y="2200275"/>
                </a:lnTo>
                <a:close/>
                <a:moveTo>
                  <a:pt x="409575" y="2190750"/>
                </a:moveTo>
                <a:lnTo>
                  <a:pt x="428625" y="2190750"/>
                </a:lnTo>
                <a:lnTo>
                  <a:pt x="428625" y="2209800"/>
                </a:lnTo>
                <a:lnTo>
                  <a:pt x="419100" y="2209800"/>
                </a:lnTo>
                <a:lnTo>
                  <a:pt x="419100" y="2200275"/>
                </a:lnTo>
                <a:lnTo>
                  <a:pt x="409575" y="2200275"/>
                </a:lnTo>
                <a:close/>
                <a:moveTo>
                  <a:pt x="419100" y="2228850"/>
                </a:moveTo>
                <a:lnTo>
                  <a:pt x="428625" y="2228850"/>
                </a:lnTo>
                <a:lnTo>
                  <a:pt x="428625" y="2238375"/>
                </a:lnTo>
                <a:lnTo>
                  <a:pt x="419100" y="2238375"/>
                </a:lnTo>
                <a:close/>
                <a:moveTo>
                  <a:pt x="180975" y="2266950"/>
                </a:moveTo>
                <a:lnTo>
                  <a:pt x="200025" y="2266950"/>
                </a:lnTo>
                <a:lnTo>
                  <a:pt x="200025" y="2276475"/>
                </a:lnTo>
                <a:lnTo>
                  <a:pt x="180975" y="2276475"/>
                </a:lnTo>
                <a:close/>
                <a:moveTo>
                  <a:pt x="1504950" y="2305050"/>
                </a:moveTo>
                <a:lnTo>
                  <a:pt x="1524000" y="2305050"/>
                </a:lnTo>
                <a:lnTo>
                  <a:pt x="1524000" y="2333625"/>
                </a:lnTo>
                <a:lnTo>
                  <a:pt x="1504950" y="2333625"/>
                </a:lnTo>
                <a:close/>
                <a:moveTo>
                  <a:pt x="180975" y="2314575"/>
                </a:moveTo>
                <a:lnTo>
                  <a:pt x="200025" y="2314575"/>
                </a:lnTo>
                <a:lnTo>
                  <a:pt x="200025" y="2324100"/>
                </a:lnTo>
                <a:lnTo>
                  <a:pt x="180975" y="2324100"/>
                </a:lnTo>
                <a:close/>
                <a:moveTo>
                  <a:pt x="1581150" y="2324100"/>
                </a:moveTo>
                <a:lnTo>
                  <a:pt x="1590675" y="2324100"/>
                </a:lnTo>
                <a:lnTo>
                  <a:pt x="1590675" y="2333625"/>
                </a:lnTo>
                <a:lnTo>
                  <a:pt x="1581150" y="2333625"/>
                </a:lnTo>
                <a:close/>
                <a:moveTo>
                  <a:pt x="1133475" y="2381250"/>
                </a:moveTo>
                <a:lnTo>
                  <a:pt x="1152525" y="2381250"/>
                </a:lnTo>
                <a:lnTo>
                  <a:pt x="1152525" y="2400300"/>
                </a:lnTo>
                <a:lnTo>
                  <a:pt x="1133475" y="2400300"/>
                </a:lnTo>
                <a:close/>
                <a:moveTo>
                  <a:pt x="590550" y="2419350"/>
                </a:moveTo>
                <a:lnTo>
                  <a:pt x="600075" y="2419350"/>
                </a:lnTo>
                <a:lnTo>
                  <a:pt x="600075" y="2438400"/>
                </a:lnTo>
                <a:lnTo>
                  <a:pt x="590550" y="2438400"/>
                </a:lnTo>
                <a:close/>
                <a:moveTo>
                  <a:pt x="1400175" y="2419350"/>
                </a:moveTo>
                <a:lnTo>
                  <a:pt x="1409700" y="2419350"/>
                </a:lnTo>
                <a:lnTo>
                  <a:pt x="1409700" y="2438400"/>
                </a:lnTo>
                <a:lnTo>
                  <a:pt x="1400175" y="2438400"/>
                </a:lnTo>
                <a:close/>
                <a:moveTo>
                  <a:pt x="1476375" y="2419350"/>
                </a:moveTo>
                <a:lnTo>
                  <a:pt x="1485900" y="2419350"/>
                </a:lnTo>
                <a:lnTo>
                  <a:pt x="1485900" y="2438400"/>
                </a:lnTo>
                <a:lnTo>
                  <a:pt x="1476375" y="2438400"/>
                </a:lnTo>
                <a:close/>
                <a:moveTo>
                  <a:pt x="676275" y="2457450"/>
                </a:moveTo>
                <a:lnTo>
                  <a:pt x="714375" y="2457450"/>
                </a:lnTo>
                <a:lnTo>
                  <a:pt x="714375" y="2476500"/>
                </a:lnTo>
                <a:lnTo>
                  <a:pt x="657225" y="2476500"/>
                </a:lnTo>
                <a:lnTo>
                  <a:pt x="657225" y="2466975"/>
                </a:lnTo>
                <a:lnTo>
                  <a:pt x="676275" y="2466975"/>
                </a:lnTo>
                <a:close/>
                <a:moveTo>
                  <a:pt x="733425" y="2457450"/>
                </a:moveTo>
                <a:lnTo>
                  <a:pt x="752475" y="2457450"/>
                </a:lnTo>
                <a:lnTo>
                  <a:pt x="752475" y="2466975"/>
                </a:lnTo>
                <a:lnTo>
                  <a:pt x="781050" y="2466975"/>
                </a:lnTo>
                <a:lnTo>
                  <a:pt x="781050" y="2476500"/>
                </a:lnTo>
                <a:lnTo>
                  <a:pt x="771525" y="2476500"/>
                </a:lnTo>
                <a:lnTo>
                  <a:pt x="771525" y="2486025"/>
                </a:lnTo>
                <a:lnTo>
                  <a:pt x="742950" y="2486025"/>
                </a:lnTo>
                <a:lnTo>
                  <a:pt x="742950" y="2476500"/>
                </a:lnTo>
                <a:lnTo>
                  <a:pt x="723900" y="2476500"/>
                </a:lnTo>
                <a:lnTo>
                  <a:pt x="723900" y="2466975"/>
                </a:lnTo>
                <a:lnTo>
                  <a:pt x="733425" y="2466975"/>
                </a:lnTo>
                <a:close/>
                <a:moveTo>
                  <a:pt x="1419225" y="2457450"/>
                </a:moveTo>
                <a:lnTo>
                  <a:pt x="1428750" y="2457450"/>
                </a:lnTo>
                <a:lnTo>
                  <a:pt x="1428750" y="2466975"/>
                </a:lnTo>
                <a:lnTo>
                  <a:pt x="1447800" y="2466975"/>
                </a:lnTo>
                <a:lnTo>
                  <a:pt x="1447800" y="2476500"/>
                </a:lnTo>
                <a:lnTo>
                  <a:pt x="1409700" y="2476500"/>
                </a:lnTo>
                <a:lnTo>
                  <a:pt x="1409700" y="2466975"/>
                </a:lnTo>
                <a:lnTo>
                  <a:pt x="1419225" y="2466975"/>
                </a:lnTo>
                <a:close/>
                <a:moveTo>
                  <a:pt x="1590675" y="2457450"/>
                </a:moveTo>
                <a:lnTo>
                  <a:pt x="1609725" y="2457450"/>
                </a:lnTo>
                <a:lnTo>
                  <a:pt x="1609725" y="2466975"/>
                </a:lnTo>
                <a:lnTo>
                  <a:pt x="1619250" y="2466975"/>
                </a:lnTo>
                <a:lnTo>
                  <a:pt x="1619250" y="2457450"/>
                </a:lnTo>
                <a:lnTo>
                  <a:pt x="1628775" y="2457450"/>
                </a:lnTo>
                <a:lnTo>
                  <a:pt x="1628775" y="2466975"/>
                </a:lnTo>
                <a:lnTo>
                  <a:pt x="1638300" y="2466975"/>
                </a:lnTo>
                <a:lnTo>
                  <a:pt x="1638300" y="2476500"/>
                </a:lnTo>
                <a:lnTo>
                  <a:pt x="1609725" y="2476500"/>
                </a:lnTo>
                <a:lnTo>
                  <a:pt x="1609725" y="2486025"/>
                </a:lnTo>
                <a:lnTo>
                  <a:pt x="1590675" y="2486025"/>
                </a:lnTo>
                <a:lnTo>
                  <a:pt x="1590675" y="2476500"/>
                </a:lnTo>
                <a:lnTo>
                  <a:pt x="1581150" y="2476500"/>
                </a:lnTo>
                <a:lnTo>
                  <a:pt x="1581150" y="2466975"/>
                </a:lnTo>
                <a:lnTo>
                  <a:pt x="1590675" y="2466975"/>
                </a:lnTo>
                <a:close/>
                <a:moveTo>
                  <a:pt x="923925" y="2466975"/>
                </a:moveTo>
                <a:lnTo>
                  <a:pt x="933450" y="2466975"/>
                </a:lnTo>
                <a:lnTo>
                  <a:pt x="933450" y="2476500"/>
                </a:lnTo>
                <a:lnTo>
                  <a:pt x="923925" y="2476500"/>
                </a:lnTo>
                <a:close/>
                <a:moveTo>
                  <a:pt x="228600" y="2476500"/>
                </a:moveTo>
                <a:lnTo>
                  <a:pt x="238125" y="2476500"/>
                </a:lnTo>
                <a:lnTo>
                  <a:pt x="238125" y="2486025"/>
                </a:lnTo>
                <a:lnTo>
                  <a:pt x="228600" y="2486025"/>
                </a:lnTo>
                <a:close/>
                <a:moveTo>
                  <a:pt x="600075" y="2476500"/>
                </a:moveTo>
                <a:lnTo>
                  <a:pt x="609600" y="2476500"/>
                </a:lnTo>
                <a:lnTo>
                  <a:pt x="609600" y="2486025"/>
                </a:lnTo>
                <a:lnTo>
                  <a:pt x="600075" y="2486025"/>
                </a:lnTo>
                <a:close/>
                <a:moveTo>
                  <a:pt x="781050" y="2476500"/>
                </a:moveTo>
                <a:lnTo>
                  <a:pt x="790575" y="2476500"/>
                </a:lnTo>
                <a:lnTo>
                  <a:pt x="790575" y="2486025"/>
                </a:lnTo>
                <a:lnTo>
                  <a:pt x="781050" y="2486025"/>
                </a:lnTo>
                <a:close/>
                <a:moveTo>
                  <a:pt x="180975" y="2486025"/>
                </a:moveTo>
                <a:lnTo>
                  <a:pt x="190500" y="2486025"/>
                </a:lnTo>
                <a:lnTo>
                  <a:pt x="190500" y="2495550"/>
                </a:lnTo>
                <a:lnTo>
                  <a:pt x="180975" y="2495550"/>
                </a:lnTo>
                <a:close/>
                <a:moveTo>
                  <a:pt x="200025" y="2486025"/>
                </a:moveTo>
                <a:lnTo>
                  <a:pt x="219075" y="2486025"/>
                </a:lnTo>
                <a:lnTo>
                  <a:pt x="219075" y="2495550"/>
                </a:lnTo>
                <a:lnTo>
                  <a:pt x="200025" y="2495550"/>
                </a:lnTo>
                <a:close/>
                <a:moveTo>
                  <a:pt x="190500" y="2495550"/>
                </a:moveTo>
                <a:lnTo>
                  <a:pt x="200025" y="2495550"/>
                </a:lnTo>
                <a:lnTo>
                  <a:pt x="200025" y="2505075"/>
                </a:lnTo>
                <a:lnTo>
                  <a:pt x="190500" y="2505075"/>
                </a:lnTo>
                <a:close/>
                <a:moveTo>
                  <a:pt x="142875" y="2514600"/>
                </a:moveTo>
                <a:lnTo>
                  <a:pt x="161925" y="2514600"/>
                </a:lnTo>
                <a:lnTo>
                  <a:pt x="161925" y="2524125"/>
                </a:lnTo>
                <a:lnTo>
                  <a:pt x="142875" y="2524125"/>
                </a:lnTo>
                <a:close/>
                <a:moveTo>
                  <a:pt x="219075" y="2514600"/>
                </a:moveTo>
                <a:lnTo>
                  <a:pt x="238125" y="2514600"/>
                </a:lnTo>
                <a:lnTo>
                  <a:pt x="238125" y="2533650"/>
                </a:lnTo>
                <a:lnTo>
                  <a:pt x="219075" y="2533650"/>
                </a:lnTo>
                <a:lnTo>
                  <a:pt x="219075" y="2543175"/>
                </a:lnTo>
                <a:lnTo>
                  <a:pt x="209550" y="2543175"/>
                </a:lnTo>
                <a:lnTo>
                  <a:pt x="209550" y="2552700"/>
                </a:lnTo>
                <a:lnTo>
                  <a:pt x="200025" y="2552700"/>
                </a:lnTo>
                <a:lnTo>
                  <a:pt x="200025" y="2562225"/>
                </a:lnTo>
                <a:lnTo>
                  <a:pt x="180975" y="2562225"/>
                </a:lnTo>
                <a:lnTo>
                  <a:pt x="180975" y="2543175"/>
                </a:lnTo>
                <a:lnTo>
                  <a:pt x="190500" y="2543175"/>
                </a:lnTo>
                <a:lnTo>
                  <a:pt x="190500" y="2533650"/>
                </a:lnTo>
                <a:lnTo>
                  <a:pt x="209550" y="2533650"/>
                </a:lnTo>
                <a:lnTo>
                  <a:pt x="209550" y="2524125"/>
                </a:lnTo>
                <a:lnTo>
                  <a:pt x="219075" y="2524125"/>
                </a:lnTo>
                <a:close/>
                <a:moveTo>
                  <a:pt x="257175" y="2514600"/>
                </a:moveTo>
                <a:lnTo>
                  <a:pt x="323850" y="2514600"/>
                </a:lnTo>
                <a:lnTo>
                  <a:pt x="323850" y="2533650"/>
                </a:lnTo>
                <a:lnTo>
                  <a:pt x="285750" y="2533650"/>
                </a:lnTo>
                <a:lnTo>
                  <a:pt x="285750" y="2524125"/>
                </a:lnTo>
                <a:lnTo>
                  <a:pt x="257175" y="2524125"/>
                </a:lnTo>
                <a:close/>
                <a:moveTo>
                  <a:pt x="619125" y="2514600"/>
                </a:moveTo>
                <a:lnTo>
                  <a:pt x="657225" y="2514600"/>
                </a:lnTo>
                <a:lnTo>
                  <a:pt x="657225" y="2524125"/>
                </a:lnTo>
                <a:lnTo>
                  <a:pt x="695325" y="2524125"/>
                </a:lnTo>
                <a:lnTo>
                  <a:pt x="695325" y="2514600"/>
                </a:lnTo>
                <a:lnTo>
                  <a:pt x="781050" y="2514600"/>
                </a:lnTo>
                <a:lnTo>
                  <a:pt x="781050" y="2524125"/>
                </a:lnTo>
                <a:lnTo>
                  <a:pt x="914400" y="2524125"/>
                </a:lnTo>
                <a:lnTo>
                  <a:pt x="914400" y="2514600"/>
                </a:lnTo>
                <a:lnTo>
                  <a:pt x="1000125" y="2514600"/>
                </a:lnTo>
                <a:lnTo>
                  <a:pt x="1000125" y="2524125"/>
                </a:lnTo>
                <a:lnTo>
                  <a:pt x="1009650" y="2524125"/>
                </a:lnTo>
                <a:lnTo>
                  <a:pt x="1009650" y="2514600"/>
                </a:lnTo>
                <a:lnTo>
                  <a:pt x="1123950" y="2514600"/>
                </a:lnTo>
                <a:lnTo>
                  <a:pt x="1123950" y="2524125"/>
                </a:lnTo>
                <a:lnTo>
                  <a:pt x="1133475" y="2524125"/>
                </a:lnTo>
                <a:lnTo>
                  <a:pt x="1133475" y="2514600"/>
                </a:lnTo>
                <a:lnTo>
                  <a:pt x="1219200" y="2514600"/>
                </a:lnTo>
                <a:lnTo>
                  <a:pt x="1219200" y="2524125"/>
                </a:lnTo>
                <a:lnTo>
                  <a:pt x="1238250" y="2524125"/>
                </a:lnTo>
                <a:lnTo>
                  <a:pt x="1238250" y="2514600"/>
                </a:lnTo>
                <a:lnTo>
                  <a:pt x="1333500" y="2514600"/>
                </a:lnTo>
                <a:lnTo>
                  <a:pt x="1333500" y="2524125"/>
                </a:lnTo>
                <a:lnTo>
                  <a:pt x="1457325" y="2524125"/>
                </a:lnTo>
                <a:lnTo>
                  <a:pt x="1457325" y="2533650"/>
                </a:lnTo>
                <a:lnTo>
                  <a:pt x="1438275" y="2533650"/>
                </a:lnTo>
                <a:lnTo>
                  <a:pt x="1438275" y="2543175"/>
                </a:lnTo>
                <a:lnTo>
                  <a:pt x="1257300" y="2543175"/>
                </a:lnTo>
                <a:lnTo>
                  <a:pt x="1257300" y="2533650"/>
                </a:lnTo>
                <a:lnTo>
                  <a:pt x="1171575" y="2533650"/>
                </a:lnTo>
                <a:lnTo>
                  <a:pt x="1171575" y="2543175"/>
                </a:lnTo>
                <a:lnTo>
                  <a:pt x="1152525" y="2543175"/>
                </a:lnTo>
                <a:lnTo>
                  <a:pt x="1152525" y="2552700"/>
                </a:lnTo>
                <a:lnTo>
                  <a:pt x="1133475" y="2552700"/>
                </a:lnTo>
                <a:lnTo>
                  <a:pt x="1133475" y="2543175"/>
                </a:lnTo>
                <a:lnTo>
                  <a:pt x="1114425" y="2543175"/>
                </a:lnTo>
                <a:lnTo>
                  <a:pt x="1114425" y="2533650"/>
                </a:lnTo>
                <a:lnTo>
                  <a:pt x="1104900" y="2533650"/>
                </a:lnTo>
                <a:lnTo>
                  <a:pt x="1104900" y="2543175"/>
                </a:lnTo>
                <a:lnTo>
                  <a:pt x="1057275" y="2543175"/>
                </a:lnTo>
                <a:lnTo>
                  <a:pt x="1057275" y="2533650"/>
                </a:lnTo>
                <a:lnTo>
                  <a:pt x="1019175" y="2533650"/>
                </a:lnTo>
                <a:lnTo>
                  <a:pt x="1019175" y="2543175"/>
                </a:lnTo>
                <a:lnTo>
                  <a:pt x="981075" y="2543175"/>
                </a:lnTo>
                <a:lnTo>
                  <a:pt x="981075" y="2533650"/>
                </a:lnTo>
                <a:lnTo>
                  <a:pt x="971550" y="2533650"/>
                </a:lnTo>
                <a:lnTo>
                  <a:pt x="971550" y="2543175"/>
                </a:lnTo>
                <a:lnTo>
                  <a:pt x="933450" y="2543175"/>
                </a:lnTo>
                <a:lnTo>
                  <a:pt x="933450" y="2533650"/>
                </a:lnTo>
                <a:lnTo>
                  <a:pt x="923925" y="2533650"/>
                </a:lnTo>
                <a:lnTo>
                  <a:pt x="923925" y="2543175"/>
                </a:lnTo>
                <a:lnTo>
                  <a:pt x="904875" y="2543175"/>
                </a:lnTo>
                <a:lnTo>
                  <a:pt x="904875" y="2533650"/>
                </a:lnTo>
                <a:lnTo>
                  <a:pt x="838200" y="2533650"/>
                </a:lnTo>
                <a:lnTo>
                  <a:pt x="838200" y="2543175"/>
                </a:lnTo>
                <a:lnTo>
                  <a:pt x="809625" y="2543175"/>
                </a:lnTo>
                <a:lnTo>
                  <a:pt x="809625" y="2533650"/>
                </a:lnTo>
                <a:lnTo>
                  <a:pt x="723900" y="2533650"/>
                </a:lnTo>
                <a:lnTo>
                  <a:pt x="723900" y="2543175"/>
                </a:lnTo>
                <a:lnTo>
                  <a:pt x="714375" y="2543175"/>
                </a:lnTo>
                <a:lnTo>
                  <a:pt x="714375" y="2533650"/>
                </a:lnTo>
                <a:lnTo>
                  <a:pt x="666750" y="2533650"/>
                </a:lnTo>
                <a:lnTo>
                  <a:pt x="666750" y="2543175"/>
                </a:lnTo>
                <a:lnTo>
                  <a:pt x="590550" y="2543175"/>
                </a:lnTo>
                <a:lnTo>
                  <a:pt x="590550" y="2533650"/>
                </a:lnTo>
                <a:lnTo>
                  <a:pt x="581025" y="2533650"/>
                </a:lnTo>
                <a:lnTo>
                  <a:pt x="581025" y="2543175"/>
                </a:lnTo>
                <a:lnTo>
                  <a:pt x="571500" y="2543175"/>
                </a:lnTo>
                <a:lnTo>
                  <a:pt x="571500" y="2533650"/>
                </a:lnTo>
                <a:lnTo>
                  <a:pt x="552450" y="2533650"/>
                </a:lnTo>
                <a:lnTo>
                  <a:pt x="552450" y="2524125"/>
                </a:lnTo>
                <a:lnTo>
                  <a:pt x="619125" y="2524125"/>
                </a:lnTo>
                <a:close/>
                <a:moveTo>
                  <a:pt x="1466850" y="2514600"/>
                </a:moveTo>
                <a:lnTo>
                  <a:pt x="1476375" y="2514600"/>
                </a:lnTo>
                <a:lnTo>
                  <a:pt x="1476375" y="2524125"/>
                </a:lnTo>
                <a:lnTo>
                  <a:pt x="1485900" y="2524125"/>
                </a:lnTo>
                <a:lnTo>
                  <a:pt x="1485900" y="2514600"/>
                </a:lnTo>
                <a:lnTo>
                  <a:pt x="1504950" y="2514600"/>
                </a:lnTo>
                <a:lnTo>
                  <a:pt x="1504950" y="2524125"/>
                </a:lnTo>
                <a:lnTo>
                  <a:pt x="1562100" y="2524125"/>
                </a:lnTo>
                <a:lnTo>
                  <a:pt x="1562100" y="2514600"/>
                </a:lnTo>
                <a:lnTo>
                  <a:pt x="1600200" y="2514600"/>
                </a:lnTo>
                <a:lnTo>
                  <a:pt x="1600200" y="2533650"/>
                </a:lnTo>
                <a:lnTo>
                  <a:pt x="1543050" y="2533650"/>
                </a:lnTo>
                <a:lnTo>
                  <a:pt x="1543050" y="2543175"/>
                </a:lnTo>
                <a:lnTo>
                  <a:pt x="1524000" y="2543175"/>
                </a:lnTo>
                <a:lnTo>
                  <a:pt x="1524000" y="2533650"/>
                </a:lnTo>
                <a:lnTo>
                  <a:pt x="1466850" y="2533650"/>
                </a:lnTo>
                <a:close/>
                <a:moveTo>
                  <a:pt x="247650" y="2524125"/>
                </a:moveTo>
                <a:lnTo>
                  <a:pt x="257175" y="2524125"/>
                </a:lnTo>
                <a:lnTo>
                  <a:pt x="257175" y="2533650"/>
                </a:lnTo>
                <a:lnTo>
                  <a:pt x="247650" y="2533650"/>
                </a:lnTo>
                <a:close/>
                <a:moveTo>
                  <a:pt x="352425" y="2524125"/>
                </a:moveTo>
                <a:lnTo>
                  <a:pt x="371475" y="2524125"/>
                </a:lnTo>
                <a:lnTo>
                  <a:pt x="371475" y="2533650"/>
                </a:lnTo>
                <a:lnTo>
                  <a:pt x="352425" y="2533650"/>
                </a:lnTo>
                <a:close/>
                <a:moveTo>
                  <a:pt x="447675" y="2524125"/>
                </a:moveTo>
                <a:lnTo>
                  <a:pt x="466725" y="2524125"/>
                </a:lnTo>
                <a:lnTo>
                  <a:pt x="466725" y="2533650"/>
                </a:lnTo>
                <a:lnTo>
                  <a:pt x="447675" y="2533650"/>
                </a:lnTo>
                <a:close/>
                <a:moveTo>
                  <a:pt x="504825" y="2524125"/>
                </a:moveTo>
                <a:lnTo>
                  <a:pt x="542925" y="2524125"/>
                </a:lnTo>
                <a:lnTo>
                  <a:pt x="542925" y="2533650"/>
                </a:lnTo>
                <a:lnTo>
                  <a:pt x="514350" y="2533650"/>
                </a:lnTo>
                <a:lnTo>
                  <a:pt x="514350" y="2543175"/>
                </a:lnTo>
                <a:lnTo>
                  <a:pt x="504825" y="2543175"/>
                </a:lnTo>
                <a:close/>
                <a:moveTo>
                  <a:pt x="1619250" y="2524125"/>
                </a:moveTo>
                <a:lnTo>
                  <a:pt x="1628775" y="2524125"/>
                </a:lnTo>
                <a:lnTo>
                  <a:pt x="1628775" y="2533650"/>
                </a:lnTo>
                <a:lnTo>
                  <a:pt x="1619250" y="2533650"/>
                </a:lnTo>
                <a:close/>
                <a:moveTo>
                  <a:pt x="1666875" y="2571750"/>
                </a:moveTo>
                <a:lnTo>
                  <a:pt x="1676400" y="2571750"/>
                </a:lnTo>
                <a:lnTo>
                  <a:pt x="1676400" y="2581275"/>
                </a:lnTo>
                <a:lnTo>
                  <a:pt x="1685925" y="2581275"/>
                </a:lnTo>
                <a:lnTo>
                  <a:pt x="1685925" y="2590800"/>
                </a:lnTo>
                <a:lnTo>
                  <a:pt x="1695450" y="2590800"/>
                </a:lnTo>
                <a:lnTo>
                  <a:pt x="1695450" y="2667000"/>
                </a:lnTo>
                <a:lnTo>
                  <a:pt x="1685925" y="2667000"/>
                </a:lnTo>
                <a:lnTo>
                  <a:pt x="1685925" y="2724150"/>
                </a:lnTo>
                <a:lnTo>
                  <a:pt x="1676400" y="2724150"/>
                </a:lnTo>
                <a:lnTo>
                  <a:pt x="1676400" y="2743200"/>
                </a:lnTo>
                <a:lnTo>
                  <a:pt x="1619250" y="2743200"/>
                </a:lnTo>
                <a:lnTo>
                  <a:pt x="1619250" y="2733675"/>
                </a:lnTo>
                <a:lnTo>
                  <a:pt x="1638300" y="2733675"/>
                </a:lnTo>
                <a:lnTo>
                  <a:pt x="1638300" y="2724150"/>
                </a:lnTo>
                <a:lnTo>
                  <a:pt x="1666875" y="2724150"/>
                </a:lnTo>
                <a:lnTo>
                  <a:pt x="1666875" y="2619375"/>
                </a:lnTo>
                <a:lnTo>
                  <a:pt x="1676400" y="2619375"/>
                </a:lnTo>
                <a:lnTo>
                  <a:pt x="1676400" y="2600325"/>
                </a:lnTo>
                <a:lnTo>
                  <a:pt x="1666875" y="2600325"/>
                </a:lnTo>
                <a:lnTo>
                  <a:pt x="1666875" y="2590800"/>
                </a:lnTo>
                <a:lnTo>
                  <a:pt x="1657350" y="2590800"/>
                </a:lnTo>
                <a:lnTo>
                  <a:pt x="1657350" y="2581275"/>
                </a:lnTo>
                <a:lnTo>
                  <a:pt x="1666875" y="2581275"/>
                </a:lnTo>
                <a:close/>
                <a:moveTo>
                  <a:pt x="1457325" y="2619375"/>
                </a:moveTo>
                <a:lnTo>
                  <a:pt x="1466850" y="2619375"/>
                </a:lnTo>
                <a:lnTo>
                  <a:pt x="1466850" y="2628900"/>
                </a:lnTo>
                <a:lnTo>
                  <a:pt x="1457325" y="2628900"/>
                </a:lnTo>
                <a:close/>
                <a:moveTo>
                  <a:pt x="1495425" y="2628900"/>
                </a:moveTo>
                <a:lnTo>
                  <a:pt x="1504950" y="2628900"/>
                </a:lnTo>
                <a:lnTo>
                  <a:pt x="1504950" y="2638425"/>
                </a:lnTo>
                <a:lnTo>
                  <a:pt x="1495425" y="2638425"/>
                </a:lnTo>
                <a:close/>
                <a:moveTo>
                  <a:pt x="0" y="2647950"/>
                </a:moveTo>
                <a:lnTo>
                  <a:pt x="19050" y="2647950"/>
                </a:lnTo>
                <a:lnTo>
                  <a:pt x="19050" y="2657475"/>
                </a:lnTo>
                <a:lnTo>
                  <a:pt x="28575" y="2657475"/>
                </a:lnTo>
                <a:lnTo>
                  <a:pt x="28575" y="2667000"/>
                </a:lnTo>
                <a:lnTo>
                  <a:pt x="19050" y="2667000"/>
                </a:lnTo>
                <a:lnTo>
                  <a:pt x="19050" y="2676525"/>
                </a:lnTo>
                <a:lnTo>
                  <a:pt x="9525" y="2676525"/>
                </a:lnTo>
                <a:lnTo>
                  <a:pt x="9525" y="2667000"/>
                </a:lnTo>
                <a:lnTo>
                  <a:pt x="0" y="2667000"/>
                </a:lnTo>
                <a:close/>
                <a:moveTo>
                  <a:pt x="942975" y="2686050"/>
                </a:moveTo>
                <a:lnTo>
                  <a:pt x="952500" y="2686050"/>
                </a:lnTo>
                <a:lnTo>
                  <a:pt x="952500" y="2695575"/>
                </a:lnTo>
                <a:lnTo>
                  <a:pt x="942975" y="2695575"/>
                </a:lnTo>
                <a:close/>
                <a:moveTo>
                  <a:pt x="1038225" y="2695575"/>
                </a:moveTo>
                <a:lnTo>
                  <a:pt x="1057275" y="2695575"/>
                </a:lnTo>
                <a:lnTo>
                  <a:pt x="1057275" y="2714625"/>
                </a:lnTo>
                <a:lnTo>
                  <a:pt x="1047750" y="2714625"/>
                </a:lnTo>
                <a:lnTo>
                  <a:pt x="1047750" y="2705100"/>
                </a:lnTo>
                <a:lnTo>
                  <a:pt x="1038225" y="2705100"/>
                </a:lnTo>
                <a:close/>
                <a:moveTo>
                  <a:pt x="180975" y="2705100"/>
                </a:moveTo>
                <a:lnTo>
                  <a:pt x="190500" y="2705100"/>
                </a:lnTo>
                <a:lnTo>
                  <a:pt x="190500" y="2714625"/>
                </a:lnTo>
                <a:lnTo>
                  <a:pt x="180975" y="2714625"/>
                </a:lnTo>
                <a:close/>
                <a:moveTo>
                  <a:pt x="171450" y="2714625"/>
                </a:moveTo>
                <a:lnTo>
                  <a:pt x="180975" y="2714625"/>
                </a:lnTo>
                <a:lnTo>
                  <a:pt x="180975" y="2733675"/>
                </a:lnTo>
                <a:lnTo>
                  <a:pt x="171450" y="2733675"/>
                </a:lnTo>
                <a:close/>
                <a:moveTo>
                  <a:pt x="1009650" y="2714625"/>
                </a:moveTo>
                <a:lnTo>
                  <a:pt x="1019175" y="2714625"/>
                </a:lnTo>
                <a:lnTo>
                  <a:pt x="1019175" y="2724150"/>
                </a:lnTo>
                <a:lnTo>
                  <a:pt x="1038225" y="2724150"/>
                </a:lnTo>
                <a:lnTo>
                  <a:pt x="1038225" y="2733675"/>
                </a:lnTo>
                <a:lnTo>
                  <a:pt x="1000125" y="2733675"/>
                </a:lnTo>
                <a:lnTo>
                  <a:pt x="1000125" y="2724150"/>
                </a:lnTo>
                <a:lnTo>
                  <a:pt x="1009650" y="2724150"/>
                </a:lnTo>
                <a:close/>
                <a:moveTo>
                  <a:pt x="1552575" y="2724150"/>
                </a:moveTo>
                <a:lnTo>
                  <a:pt x="1562100" y="2724150"/>
                </a:lnTo>
                <a:lnTo>
                  <a:pt x="1562100" y="2733675"/>
                </a:lnTo>
                <a:lnTo>
                  <a:pt x="1552575" y="2733675"/>
                </a:lnTo>
                <a:close/>
                <a:moveTo>
                  <a:pt x="9525" y="2733675"/>
                </a:moveTo>
                <a:lnTo>
                  <a:pt x="19050" y="2733675"/>
                </a:lnTo>
                <a:lnTo>
                  <a:pt x="19050" y="2743200"/>
                </a:lnTo>
                <a:lnTo>
                  <a:pt x="9525" y="2743200"/>
                </a:lnTo>
                <a:close/>
                <a:moveTo>
                  <a:pt x="0" y="2743200"/>
                </a:moveTo>
                <a:lnTo>
                  <a:pt x="9525" y="2743200"/>
                </a:lnTo>
                <a:lnTo>
                  <a:pt x="9525" y="2752725"/>
                </a:lnTo>
                <a:lnTo>
                  <a:pt x="0" y="2752725"/>
                </a:lnTo>
                <a:close/>
                <a:moveTo>
                  <a:pt x="171450" y="2743200"/>
                </a:moveTo>
                <a:lnTo>
                  <a:pt x="180975" y="2743200"/>
                </a:lnTo>
                <a:lnTo>
                  <a:pt x="180975" y="2819400"/>
                </a:lnTo>
                <a:lnTo>
                  <a:pt x="171450" y="2819400"/>
                </a:lnTo>
                <a:lnTo>
                  <a:pt x="171450" y="2800350"/>
                </a:lnTo>
                <a:lnTo>
                  <a:pt x="161925" y="2800350"/>
                </a:lnTo>
                <a:lnTo>
                  <a:pt x="161925" y="2752725"/>
                </a:lnTo>
                <a:lnTo>
                  <a:pt x="171450" y="2752725"/>
                </a:lnTo>
                <a:close/>
                <a:moveTo>
                  <a:pt x="1533525" y="2762250"/>
                </a:moveTo>
                <a:lnTo>
                  <a:pt x="1562100" y="2762250"/>
                </a:lnTo>
                <a:lnTo>
                  <a:pt x="1562100" y="2781300"/>
                </a:lnTo>
                <a:lnTo>
                  <a:pt x="1533525" y="2781300"/>
                </a:lnTo>
                <a:close/>
                <a:moveTo>
                  <a:pt x="619125" y="2790825"/>
                </a:moveTo>
                <a:lnTo>
                  <a:pt x="628650" y="2790825"/>
                </a:lnTo>
                <a:lnTo>
                  <a:pt x="628650" y="2800350"/>
                </a:lnTo>
                <a:lnTo>
                  <a:pt x="619125" y="2800350"/>
                </a:lnTo>
                <a:close/>
                <a:moveTo>
                  <a:pt x="762000" y="2790825"/>
                </a:moveTo>
                <a:lnTo>
                  <a:pt x="800100" y="2790825"/>
                </a:lnTo>
                <a:lnTo>
                  <a:pt x="800100" y="2800350"/>
                </a:lnTo>
                <a:lnTo>
                  <a:pt x="828675" y="2800350"/>
                </a:lnTo>
                <a:lnTo>
                  <a:pt x="828675" y="2809875"/>
                </a:lnTo>
                <a:lnTo>
                  <a:pt x="819150" y="2809875"/>
                </a:lnTo>
                <a:lnTo>
                  <a:pt x="819150" y="2828925"/>
                </a:lnTo>
                <a:lnTo>
                  <a:pt x="781050" y="2828925"/>
                </a:lnTo>
                <a:lnTo>
                  <a:pt x="781050" y="2847975"/>
                </a:lnTo>
                <a:lnTo>
                  <a:pt x="762000" y="2847975"/>
                </a:lnTo>
                <a:lnTo>
                  <a:pt x="762000" y="2857500"/>
                </a:lnTo>
                <a:lnTo>
                  <a:pt x="752475" y="2857500"/>
                </a:lnTo>
                <a:lnTo>
                  <a:pt x="752475" y="2867025"/>
                </a:lnTo>
                <a:lnTo>
                  <a:pt x="628650" y="2867025"/>
                </a:lnTo>
                <a:lnTo>
                  <a:pt x="628650" y="2857500"/>
                </a:lnTo>
                <a:lnTo>
                  <a:pt x="619125" y="2857500"/>
                </a:lnTo>
                <a:lnTo>
                  <a:pt x="619125" y="2867025"/>
                </a:lnTo>
                <a:lnTo>
                  <a:pt x="609600" y="2867025"/>
                </a:lnTo>
                <a:lnTo>
                  <a:pt x="609600" y="2857500"/>
                </a:lnTo>
                <a:lnTo>
                  <a:pt x="600075" y="2857500"/>
                </a:lnTo>
                <a:lnTo>
                  <a:pt x="600075" y="2867025"/>
                </a:lnTo>
                <a:lnTo>
                  <a:pt x="581025" y="2867025"/>
                </a:lnTo>
                <a:lnTo>
                  <a:pt x="581025" y="2876550"/>
                </a:lnTo>
                <a:lnTo>
                  <a:pt x="571500" y="2876550"/>
                </a:lnTo>
                <a:lnTo>
                  <a:pt x="571500" y="2867025"/>
                </a:lnTo>
                <a:lnTo>
                  <a:pt x="561975" y="2867025"/>
                </a:lnTo>
                <a:lnTo>
                  <a:pt x="561975" y="2857500"/>
                </a:lnTo>
                <a:lnTo>
                  <a:pt x="552450" y="2857500"/>
                </a:lnTo>
                <a:lnTo>
                  <a:pt x="552450" y="2847975"/>
                </a:lnTo>
                <a:lnTo>
                  <a:pt x="571500" y="2847975"/>
                </a:lnTo>
                <a:lnTo>
                  <a:pt x="571500" y="2819400"/>
                </a:lnTo>
                <a:lnTo>
                  <a:pt x="581025" y="2819400"/>
                </a:lnTo>
                <a:lnTo>
                  <a:pt x="581025" y="2809875"/>
                </a:lnTo>
                <a:lnTo>
                  <a:pt x="590550" y="2809875"/>
                </a:lnTo>
                <a:lnTo>
                  <a:pt x="590550" y="2800350"/>
                </a:lnTo>
                <a:lnTo>
                  <a:pt x="619125" y="2800350"/>
                </a:lnTo>
                <a:lnTo>
                  <a:pt x="619125" y="2809875"/>
                </a:lnTo>
                <a:lnTo>
                  <a:pt x="628650" y="2809875"/>
                </a:lnTo>
                <a:lnTo>
                  <a:pt x="628650" y="2800350"/>
                </a:lnTo>
                <a:lnTo>
                  <a:pt x="638175" y="2800350"/>
                </a:lnTo>
                <a:lnTo>
                  <a:pt x="638175" y="2847975"/>
                </a:lnTo>
                <a:lnTo>
                  <a:pt x="647700" y="2847975"/>
                </a:lnTo>
                <a:lnTo>
                  <a:pt x="647700" y="2857500"/>
                </a:lnTo>
                <a:lnTo>
                  <a:pt x="695325" y="2857500"/>
                </a:lnTo>
                <a:lnTo>
                  <a:pt x="695325" y="2847975"/>
                </a:lnTo>
                <a:lnTo>
                  <a:pt x="714375" y="2847975"/>
                </a:lnTo>
                <a:lnTo>
                  <a:pt x="714375" y="2857500"/>
                </a:lnTo>
                <a:lnTo>
                  <a:pt x="723900" y="2857500"/>
                </a:lnTo>
                <a:lnTo>
                  <a:pt x="723900" y="2847975"/>
                </a:lnTo>
                <a:lnTo>
                  <a:pt x="752475" y="2847975"/>
                </a:lnTo>
                <a:lnTo>
                  <a:pt x="752475" y="2838450"/>
                </a:lnTo>
                <a:lnTo>
                  <a:pt x="762000" y="2838450"/>
                </a:lnTo>
                <a:lnTo>
                  <a:pt x="762000" y="2828925"/>
                </a:lnTo>
                <a:lnTo>
                  <a:pt x="771525" y="2828925"/>
                </a:lnTo>
                <a:lnTo>
                  <a:pt x="771525" y="2800350"/>
                </a:lnTo>
                <a:lnTo>
                  <a:pt x="762000" y="2800350"/>
                </a:lnTo>
                <a:close/>
                <a:moveTo>
                  <a:pt x="1514475" y="2790825"/>
                </a:moveTo>
                <a:lnTo>
                  <a:pt x="1524000" y="2790825"/>
                </a:lnTo>
                <a:lnTo>
                  <a:pt x="1524000" y="2800350"/>
                </a:lnTo>
                <a:lnTo>
                  <a:pt x="1514475" y="2800350"/>
                </a:lnTo>
                <a:close/>
                <a:moveTo>
                  <a:pt x="523875" y="2800350"/>
                </a:moveTo>
                <a:lnTo>
                  <a:pt x="561975" y="2800350"/>
                </a:lnTo>
                <a:lnTo>
                  <a:pt x="561975" y="2809875"/>
                </a:lnTo>
                <a:lnTo>
                  <a:pt x="523875" y="2809875"/>
                </a:lnTo>
                <a:close/>
                <a:moveTo>
                  <a:pt x="847725" y="2800350"/>
                </a:moveTo>
                <a:lnTo>
                  <a:pt x="857250" y="2800350"/>
                </a:lnTo>
                <a:lnTo>
                  <a:pt x="857250" y="2809875"/>
                </a:lnTo>
                <a:lnTo>
                  <a:pt x="847725" y="2809875"/>
                </a:lnTo>
                <a:close/>
                <a:moveTo>
                  <a:pt x="1057275" y="2800350"/>
                </a:moveTo>
                <a:lnTo>
                  <a:pt x="1085850" y="2800350"/>
                </a:lnTo>
                <a:lnTo>
                  <a:pt x="1085850" y="2809875"/>
                </a:lnTo>
                <a:lnTo>
                  <a:pt x="1076325" y="2809875"/>
                </a:lnTo>
                <a:lnTo>
                  <a:pt x="1076325" y="2819400"/>
                </a:lnTo>
                <a:lnTo>
                  <a:pt x="1066800" y="2819400"/>
                </a:lnTo>
                <a:lnTo>
                  <a:pt x="1066800" y="2828925"/>
                </a:lnTo>
                <a:lnTo>
                  <a:pt x="1057275" y="2828925"/>
                </a:lnTo>
                <a:lnTo>
                  <a:pt x="1057275" y="2847975"/>
                </a:lnTo>
                <a:lnTo>
                  <a:pt x="1047750" y="2847975"/>
                </a:lnTo>
                <a:lnTo>
                  <a:pt x="1047750" y="2828925"/>
                </a:lnTo>
                <a:lnTo>
                  <a:pt x="1038225" y="2828925"/>
                </a:lnTo>
                <a:lnTo>
                  <a:pt x="1038225" y="2819400"/>
                </a:lnTo>
                <a:lnTo>
                  <a:pt x="1047750" y="2819400"/>
                </a:lnTo>
                <a:lnTo>
                  <a:pt x="1047750" y="2809875"/>
                </a:lnTo>
                <a:lnTo>
                  <a:pt x="1057275" y="2809875"/>
                </a:lnTo>
                <a:close/>
                <a:moveTo>
                  <a:pt x="1362075" y="2800350"/>
                </a:moveTo>
                <a:lnTo>
                  <a:pt x="1371600" y="2800350"/>
                </a:lnTo>
                <a:lnTo>
                  <a:pt x="1371600" y="2819400"/>
                </a:lnTo>
                <a:lnTo>
                  <a:pt x="1390650" y="2819400"/>
                </a:lnTo>
                <a:lnTo>
                  <a:pt x="1390650" y="2838450"/>
                </a:lnTo>
                <a:lnTo>
                  <a:pt x="1362075" y="2838450"/>
                </a:lnTo>
                <a:lnTo>
                  <a:pt x="1362075" y="2828925"/>
                </a:lnTo>
                <a:lnTo>
                  <a:pt x="1352550" y="2828925"/>
                </a:lnTo>
                <a:lnTo>
                  <a:pt x="1352550" y="2809875"/>
                </a:lnTo>
                <a:lnTo>
                  <a:pt x="1362075" y="2809875"/>
                </a:lnTo>
                <a:close/>
                <a:moveTo>
                  <a:pt x="1314450" y="2809875"/>
                </a:moveTo>
                <a:lnTo>
                  <a:pt x="1323975" y="2809875"/>
                </a:lnTo>
                <a:lnTo>
                  <a:pt x="1323975" y="2819400"/>
                </a:lnTo>
                <a:lnTo>
                  <a:pt x="1314450" y="2819400"/>
                </a:lnTo>
                <a:close/>
                <a:moveTo>
                  <a:pt x="533400" y="2819400"/>
                </a:moveTo>
                <a:lnTo>
                  <a:pt x="542925" y="2819400"/>
                </a:lnTo>
                <a:lnTo>
                  <a:pt x="542925" y="2828925"/>
                </a:lnTo>
                <a:lnTo>
                  <a:pt x="533400" y="2828925"/>
                </a:lnTo>
                <a:close/>
                <a:moveTo>
                  <a:pt x="1285875" y="2819400"/>
                </a:moveTo>
                <a:lnTo>
                  <a:pt x="1304925" y="2819400"/>
                </a:lnTo>
                <a:lnTo>
                  <a:pt x="1304925" y="2828925"/>
                </a:lnTo>
                <a:lnTo>
                  <a:pt x="1314450" y="2828925"/>
                </a:lnTo>
                <a:lnTo>
                  <a:pt x="1314450" y="2838450"/>
                </a:lnTo>
                <a:lnTo>
                  <a:pt x="1323975" y="2838450"/>
                </a:lnTo>
                <a:lnTo>
                  <a:pt x="1323975" y="2847975"/>
                </a:lnTo>
                <a:lnTo>
                  <a:pt x="1314450" y="2847975"/>
                </a:lnTo>
                <a:lnTo>
                  <a:pt x="1314450" y="2857500"/>
                </a:lnTo>
                <a:lnTo>
                  <a:pt x="1285875" y="2857500"/>
                </a:lnTo>
                <a:lnTo>
                  <a:pt x="1285875" y="2867025"/>
                </a:lnTo>
                <a:lnTo>
                  <a:pt x="1257300" y="2867025"/>
                </a:lnTo>
                <a:lnTo>
                  <a:pt x="1257300" y="2857500"/>
                </a:lnTo>
                <a:lnTo>
                  <a:pt x="1238250" y="2857500"/>
                </a:lnTo>
                <a:lnTo>
                  <a:pt x="1238250" y="2847975"/>
                </a:lnTo>
                <a:lnTo>
                  <a:pt x="1266825" y="2847975"/>
                </a:lnTo>
                <a:lnTo>
                  <a:pt x="1266825" y="2838450"/>
                </a:lnTo>
                <a:lnTo>
                  <a:pt x="1276350" y="2838450"/>
                </a:lnTo>
                <a:lnTo>
                  <a:pt x="1276350" y="2828925"/>
                </a:lnTo>
                <a:lnTo>
                  <a:pt x="1285875" y="2828925"/>
                </a:lnTo>
                <a:close/>
                <a:moveTo>
                  <a:pt x="1323975" y="2819400"/>
                </a:moveTo>
                <a:lnTo>
                  <a:pt x="1343025" y="2819400"/>
                </a:lnTo>
                <a:lnTo>
                  <a:pt x="1343025" y="2828925"/>
                </a:lnTo>
                <a:lnTo>
                  <a:pt x="1323975" y="2828925"/>
                </a:lnTo>
                <a:close/>
                <a:moveTo>
                  <a:pt x="1552575" y="2819400"/>
                </a:moveTo>
                <a:lnTo>
                  <a:pt x="1562100" y="2819400"/>
                </a:lnTo>
                <a:lnTo>
                  <a:pt x="1562100" y="2828925"/>
                </a:lnTo>
                <a:lnTo>
                  <a:pt x="1552575" y="2828925"/>
                </a:lnTo>
                <a:close/>
                <a:moveTo>
                  <a:pt x="190500" y="2838450"/>
                </a:moveTo>
                <a:lnTo>
                  <a:pt x="209550" y="2838450"/>
                </a:lnTo>
                <a:lnTo>
                  <a:pt x="209550" y="2847975"/>
                </a:lnTo>
                <a:lnTo>
                  <a:pt x="219075" y="2847975"/>
                </a:lnTo>
                <a:lnTo>
                  <a:pt x="219075" y="2857500"/>
                </a:lnTo>
                <a:lnTo>
                  <a:pt x="190500" y="2857500"/>
                </a:lnTo>
                <a:close/>
                <a:moveTo>
                  <a:pt x="476250" y="2847975"/>
                </a:moveTo>
                <a:lnTo>
                  <a:pt x="485775" y="2847975"/>
                </a:lnTo>
                <a:lnTo>
                  <a:pt x="485775" y="2857500"/>
                </a:lnTo>
                <a:lnTo>
                  <a:pt x="476250" y="2857500"/>
                </a:lnTo>
                <a:close/>
                <a:moveTo>
                  <a:pt x="600075" y="2847975"/>
                </a:moveTo>
                <a:lnTo>
                  <a:pt x="628650" y="2847975"/>
                </a:lnTo>
                <a:lnTo>
                  <a:pt x="628650" y="2838450"/>
                </a:lnTo>
                <a:lnTo>
                  <a:pt x="619125" y="2838450"/>
                </a:lnTo>
                <a:lnTo>
                  <a:pt x="619125" y="2828925"/>
                </a:lnTo>
                <a:lnTo>
                  <a:pt x="609600" y="2828925"/>
                </a:lnTo>
                <a:lnTo>
                  <a:pt x="609600" y="2838450"/>
                </a:lnTo>
                <a:lnTo>
                  <a:pt x="600075" y="2838450"/>
                </a:lnTo>
                <a:close/>
                <a:moveTo>
                  <a:pt x="238125" y="2952750"/>
                </a:moveTo>
                <a:lnTo>
                  <a:pt x="533400" y="2952750"/>
                </a:lnTo>
                <a:lnTo>
                  <a:pt x="533400" y="2971800"/>
                </a:lnTo>
                <a:lnTo>
                  <a:pt x="504825" y="2971800"/>
                </a:lnTo>
                <a:lnTo>
                  <a:pt x="504825" y="2981325"/>
                </a:lnTo>
                <a:lnTo>
                  <a:pt x="476250" y="2981325"/>
                </a:lnTo>
                <a:lnTo>
                  <a:pt x="476250" y="2990850"/>
                </a:lnTo>
                <a:lnTo>
                  <a:pt x="466725" y="2990850"/>
                </a:lnTo>
                <a:lnTo>
                  <a:pt x="466725" y="2981325"/>
                </a:lnTo>
                <a:lnTo>
                  <a:pt x="428625" y="2981325"/>
                </a:lnTo>
                <a:lnTo>
                  <a:pt x="428625" y="2962275"/>
                </a:lnTo>
                <a:lnTo>
                  <a:pt x="381000" y="2962275"/>
                </a:lnTo>
                <a:lnTo>
                  <a:pt x="381000" y="2971800"/>
                </a:lnTo>
                <a:lnTo>
                  <a:pt x="400050" y="2971800"/>
                </a:lnTo>
                <a:lnTo>
                  <a:pt x="400050" y="2981325"/>
                </a:lnTo>
                <a:lnTo>
                  <a:pt x="371475" y="2981325"/>
                </a:lnTo>
                <a:lnTo>
                  <a:pt x="371475" y="2971800"/>
                </a:lnTo>
                <a:lnTo>
                  <a:pt x="342900" y="2971800"/>
                </a:lnTo>
                <a:lnTo>
                  <a:pt x="342900" y="2962275"/>
                </a:lnTo>
                <a:lnTo>
                  <a:pt x="314325" y="2962275"/>
                </a:lnTo>
                <a:lnTo>
                  <a:pt x="314325" y="2971800"/>
                </a:lnTo>
                <a:lnTo>
                  <a:pt x="266700" y="2971800"/>
                </a:lnTo>
                <a:lnTo>
                  <a:pt x="266700" y="2981325"/>
                </a:lnTo>
                <a:lnTo>
                  <a:pt x="247650" y="2981325"/>
                </a:lnTo>
                <a:lnTo>
                  <a:pt x="247650" y="2971800"/>
                </a:lnTo>
                <a:lnTo>
                  <a:pt x="228600" y="2971800"/>
                </a:lnTo>
                <a:lnTo>
                  <a:pt x="228600" y="2962275"/>
                </a:lnTo>
                <a:lnTo>
                  <a:pt x="238125" y="2962275"/>
                </a:lnTo>
                <a:close/>
                <a:moveTo>
                  <a:pt x="571500" y="2952750"/>
                </a:moveTo>
                <a:lnTo>
                  <a:pt x="590550" y="2952750"/>
                </a:lnTo>
                <a:lnTo>
                  <a:pt x="590550" y="2971800"/>
                </a:lnTo>
                <a:lnTo>
                  <a:pt x="552450" y="2971800"/>
                </a:lnTo>
                <a:lnTo>
                  <a:pt x="552450" y="2962275"/>
                </a:lnTo>
                <a:lnTo>
                  <a:pt x="571500" y="2962275"/>
                </a:lnTo>
                <a:close/>
                <a:moveTo>
                  <a:pt x="1123950" y="2952750"/>
                </a:moveTo>
                <a:lnTo>
                  <a:pt x="1152525" y="2952750"/>
                </a:lnTo>
                <a:lnTo>
                  <a:pt x="1152525" y="2962275"/>
                </a:lnTo>
                <a:lnTo>
                  <a:pt x="1190625" y="2962275"/>
                </a:lnTo>
                <a:lnTo>
                  <a:pt x="1190625" y="2952750"/>
                </a:lnTo>
                <a:lnTo>
                  <a:pt x="1209675" y="2952750"/>
                </a:lnTo>
                <a:lnTo>
                  <a:pt x="1209675" y="2962275"/>
                </a:lnTo>
                <a:lnTo>
                  <a:pt x="1238250" y="2962275"/>
                </a:lnTo>
                <a:lnTo>
                  <a:pt x="1238250" y="2971800"/>
                </a:lnTo>
                <a:lnTo>
                  <a:pt x="1228725" y="2971800"/>
                </a:lnTo>
                <a:lnTo>
                  <a:pt x="1228725" y="2981325"/>
                </a:lnTo>
                <a:lnTo>
                  <a:pt x="1238250" y="2981325"/>
                </a:lnTo>
                <a:lnTo>
                  <a:pt x="1238250" y="2990850"/>
                </a:lnTo>
                <a:lnTo>
                  <a:pt x="1219200" y="2990850"/>
                </a:lnTo>
                <a:lnTo>
                  <a:pt x="1219200" y="3000375"/>
                </a:lnTo>
                <a:lnTo>
                  <a:pt x="1209675" y="3000375"/>
                </a:lnTo>
                <a:lnTo>
                  <a:pt x="1209675" y="2981325"/>
                </a:lnTo>
                <a:lnTo>
                  <a:pt x="1200150" y="2981325"/>
                </a:lnTo>
                <a:lnTo>
                  <a:pt x="1200150" y="2971800"/>
                </a:lnTo>
                <a:lnTo>
                  <a:pt x="1171575" y="2971800"/>
                </a:lnTo>
                <a:lnTo>
                  <a:pt x="1171575" y="2990850"/>
                </a:lnTo>
                <a:lnTo>
                  <a:pt x="1152525" y="2990850"/>
                </a:lnTo>
                <a:lnTo>
                  <a:pt x="1152525" y="3000375"/>
                </a:lnTo>
                <a:lnTo>
                  <a:pt x="1133475" y="3000375"/>
                </a:lnTo>
                <a:lnTo>
                  <a:pt x="1133475" y="2971800"/>
                </a:lnTo>
                <a:lnTo>
                  <a:pt x="1104900" y="2971800"/>
                </a:lnTo>
                <a:lnTo>
                  <a:pt x="1104900" y="2981325"/>
                </a:lnTo>
                <a:lnTo>
                  <a:pt x="1095375" y="2981325"/>
                </a:lnTo>
                <a:lnTo>
                  <a:pt x="1095375" y="2971800"/>
                </a:lnTo>
                <a:lnTo>
                  <a:pt x="1009650" y="2971800"/>
                </a:lnTo>
                <a:lnTo>
                  <a:pt x="1009650" y="2962275"/>
                </a:lnTo>
                <a:lnTo>
                  <a:pt x="1123950" y="2962275"/>
                </a:lnTo>
                <a:close/>
                <a:moveTo>
                  <a:pt x="1590675" y="2952750"/>
                </a:moveTo>
                <a:lnTo>
                  <a:pt x="1609725" y="2952750"/>
                </a:lnTo>
                <a:lnTo>
                  <a:pt x="1609725" y="2962275"/>
                </a:lnTo>
                <a:lnTo>
                  <a:pt x="1647825" y="2962275"/>
                </a:lnTo>
                <a:lnTo>
                  <a:pt x="1647825" y="2971800"/>
                </a:lnTo>
                <a:lnTo>
                  <a:pt x="1600200" y="2971800"/>
                </a:lnTo>
                <a:lnTo>
                  <a:pt x="1600200" y="2981325"/>
                </a:lnTo>
                <a:lnTo>
                  <a:pt x="1581150" y="2981325"/>
                </a:lnTo>
                <a:lnTo>
                  <a:pt x="1581150" y="2971800"/>
                </a:lnTo>
                <a:lnTo>
                  <a:pt x="1571625" y="2971800"/>
                </a:lnTo>
                <a:lnTo>
                  <a:pt x="1571625" y="2962275"/>
                </a:lnTo>
                <a:lnTo>
                  <a:pt x="1590675" y="2962275"/>
                </a:lnTo>
                <a:close/>
                <a:moveTo>
                  <a:pt x="771525" y="2962275"/>
                </a:moveTo>
                <a:lnTo>
                  <a:pt x="809625" y="2962275"/>
                </a:lnTo>
                <a:lnTo>
                  <a:pt x="809625" y="2971800"/>
                </a:lnTo>
                <a:lnTo>
                  <a:pt x="771525" y="2971800"/>
                </a:lnTo>
                <a:close/>
                <a:moveTo>
                  <a:pt x="895350" y="2962275"/>
                </a:moveTo>
                <a:lnTo>
                  <a:pt x="923925" y="2962275"/>
                </a:lnTo>
                <a:lnTo>
                  <a:pt x="923925" y="2971800"/>
                </a:lnTo>
                <a:lnTo>
                  <a:pt x="895350" y="2971800"/>
                </a:lnTo>
                <a:close/>
                <a:moveTo>
                  <a:pt x="942975" y="2962275"/>
                </a:moveTo>
                <a:lnTo>
                  <a:pt x="990600" y="2962275"/>
                </a:lnTo>
                <a:lnTo>
                  <a:pt x="990600" y="2971800"/>
                </a:lnTo>
                <a:lnTo>
                  <a:pt x="942975" y="2971800"/>
                </a:lnTo>
                <a:close/>
                <a:moveTo>
                  <a:pt x="1257300" y="2962275"/>
                </a:moveTo>
                <a:lnTo>
                  <a:pt x="1285875" y="2962275"/>
                </a:lnTo>
                <a:lnTo>
                  <a:pt x="1285875" y="2971800"/>
                </a:lnTo>
                <a:lnTo>
                  <a:pt x="1276350" y="2971800"/>
                </a:lnTo>
                <a:lnTo>
                  <a:pt x="1276350" y="2981325"/>
                </a:lnTo>
                <a:lnTo>
                  <a:pt x="1285875" y="2981325"/>
                </a:lnTo>
                <a:lnTo>
                  <a:pt x="1285875" y="3009900"/>
                </a:lnTo>
                <a:lnTo>
                  <a:pt x="1295400" y="3009900"/>
                </a:lnTo>
                <a:lnTo>
                  <a:pt x="1295400" y="3019425"/>
                </a:lnTo>
                <a:lnTo>
                  <a:pt x="1285875" y="3019425"/>
                </a:lnTo>
                <a:lnTo>
                  <a:pt x="1285875" y="3028950"/>
                </a:lnTo>
                <a:lnTo>
                  <a:pt x="1276350" y="3028950"/>
                </a:lnTo>
                <a:lnTo>
                  <a:pt x="1276350" y="3019425"/>
                </a:lnTo>
                <a:lnTo>
                  <a:pt x="1266825" y="3019425"/>
                </a:lnTo>
                <a:lnTo>
                  <a:pt x="1266825" y="3000375"/>
                </a:lnTo>
                <a:lnTo>
                  <a:pt x="1247775" y="3000375"/>
                </a:lnTo>
                <a:lnTo>
                  <a:pt x="1247775" y="2981325"/>
                </a:lnTo>
                <a:lnTo>
                  <a:pt x="1257300" y="2981325"/>
                </a:lnTo>
                <a:close/>
                <a:moveTo>
                  <a:pt x="1304925" y="2962275"/>
                </a:moveTo>
                <a:lnTo>
                  <a:pt x="1371600" y="2962275"/>
                </a:lnTo>
                <a:lnTo>
                  <a:pt x="1371600" y="2971800"/>
                </a:lnTo>
                <a:lnTo>
                  <a:pt x="1304925" y="2971800"/>
                </a:lnTo>
                <a:close/>
                <a:moveTo>
                  <a:pt x="1400175" y="2962275"/>
                </a:moveTo>
                <a:lnTo>
                  <a:pt x="1409700" y="2962275"/>
                </a:lnTo>
                <a:lnTo>
                  <a:pt x="1409700" y="2971800"/>
                </a:lnTo>
                <a:lnTo>
                  <a:pt x="1400175" y="2971800"/>
                </a:lnTo>
                <a:close/>
                <a:moveTo>
                  <a:pt x="1495425" y="2962275"/>
                </a:moveTo>
                <a:lnTo>
                  <a:pt x="1552575" y="2962275"/>
                </a:lnTo>
                <a:lnTo>
                  <a:pt x="1552575" y="2971800"/>
                </a:lnTo>
                <a:lnTo>
                  <a:pt x="1495425" y="2971800"/>
                </a:lnTo>
                <a:close/>
                <a:moveTo>
                  <a:pt x="1657350" y="2971800"/>
                </a:moveTo>
                <a:lnTo>
                  <a:pt x="1666875" y="2971800"/>
                </a:lnTo>
                <a:lnTo>
                  <a:pt x="1666875" y="2981325"/>
                </a:lnTo>
                <a:lnTo>
                  <a:pt x="1676400" y="2981325"/>
                </a:lnTo>
                <a:lnTo>
                  <a:pt x="1676400" y="2990850"/>
                </a:lnTo>
                <a:lnTo>
                  <a:pt x="1685925" y="2990850"/>
                </a:lnTo>
                <a:lnTo>
                  <a:pt x="1685925" y="3038475"/>
                </a:lnTo>
                <a:lnTo>
                  <a:pt x="1676400" y="3038475"/>
                </a:lnTo>
                <a:lnTo>
                  <a:pt x="1676400" y="3048000"/>
                </a:lnTo>
                <a:lnTo>
                  <a:pt x="1657350" y="3048000"/>
                </a:lnTo>
                <a:close/>
                <a:moveTo>
                  <a:pt x="904875" y="2981325"/>
                </a:moveTo>
                <a:lnTo>
                  <a:pt x="923925" y="2981325"/>
                </a:lnTo>
                <a:lnTo>
                  <a:pt x="923925" y="3000375"/>
                </a:lnTo>
                <a:lnTo>
                  <a:pt x="914400" y="3000375"/>
                </a:lnTo>
                <a:lnTo>
                  <a:pt x="914400" y="2990850"/>
                </a:lnTo>
                <a:lnTo>
                  <a:pt x="904875" y="2990850"/>
                </a:lnTo>
                <a:close/>
                <a:moveTo>
                  <a:pt x="1057275" y="2981325"/>
                </a:moveTo>
                <a:lnTo>
                  <a:pt x="1085850" y="2981325"/>
                </a:lnTo>
                <a:lnTo>
                  <a:pt x="1085850" y="2990850"/>
                </a:lnTo>
                <a:lnTo>
                  <a:pt x="1066800" y="2990850"/>
                </a:lnTo>
                <a:lnTo>
                  <a:pt x="1066800" y="3000375"/>
                </a:lnTo>
                <a:lnTo>
                  <a:pt x="1085850" y="3000375"/>
                </a:lnTo>
                <a:lnTo>
                  <a:pt x="1085850" y="3009900"/>
                </a:lnTo>
                <a:lnTo>
                  <a:pt x="1104900" y="3009900"/>
                </a:lnTo>
                <a:lnTo>
                  <a:pt x="1104900" y="3028950"/>
                </a:lnTo>
                <a:lnTo>
                  <a:pt x="1095375" y="3028950"/>
                </a:lnTo>
                <a:lnTo>
                  <a:pt x="1095375" y="3067050"/>
                </a:lnTo>
                <a:lnTo>
                  <a:pt x="1076325" y="3067050"/>
                </a:lnTo>
                <a:lnTo>
                  <a:pt x="1076325" y="3057525"/>
                </a:lnTo>
                <a:lnTo>
                  <a:pt x="1057275" y="3057525"/>
                </a:lnTo>
                <a:lnTo>
                  <a:pt x="1057275" y="3048000"/>
                </a:lnTo>
                <a:lnTo>
                  <a:pt x="1085850" y="3048000"/>
                </a:lnTo>
                <a:lnTo>
                  <a:pt x="1085850" y="3038475"/>
                </a:lnTo>
                <a:lnTo>
                  <a:pt x="1066800" y="3038475"/>
                </a:lnTo>
                <a:lnTo>
                  <a:pt x="1066800" y="3019425"/>
                </a:lnTo>
                <a:lnTo>
                  <a:pt x="1047750" y="3019425"/>
                </a:lnTo>
                <a:lnTo>
                  <a:pt x="1047750" y="3009900"/>
                </a:lnTo>
                <a:lnTo>
                  <a:pt x="1038225" y="3009900"/>
                </a:lnTo>
                <a:lnTo>
                  <a:pt x="1038225" y="2990850"/>
                </a:lnTo>
                <a:lnTo>
                  <a:pt x="1057275" y="2990850"/>
                </a:lnTo>
                <a:close/>
                <a:moveTo>
                  <a:pt x="1600200" y="2990850"/>
                </a:moveTo>
                <a:lnTo>
                  <a:pt x="1609725" y="2990850"/>
                </a:lnTo>
                <a:lnTo>
                  <a:pt x="1609725" y="3000375"/>
                </a:lnTo>
                <a:lnTo>
                  <a:pt x="1600200" y="3000375"/>
                </a:lnTo>
                <a:close/>
                <a:moveTo>
                  <a:pt x="200025" y="3000375"/>
                </a:moveTo>
                <a:lnTo>
                  <a:pt x="209550" y="3000375"/>
                </a:lnTo>
                <a:lnTo>
                  <a:pt x="209550" y="3009900"/>
                </a:lnTo>
                <a:lnTo>
                  <a:pt x="200025" y="3009900"/>
                </a:lnTo>
                <a:close/>
                <a:moveTo>
                  <a:pt x="800100" y="3009900"/>
                </a:moveTo>
                <a:lnTo>
                  <a:pt x="809625" y="3009900"/>
                </a:lnTo>
                <a:lnTo>
                  <a:pt x="809625" y="3028950"/>
                </a:lnTo>
                <a:lnTo>
                  <a:pt x="800100" y="3028950"/>
                </a:lnTo>
                <a:close/>
                <a:moveTo>
                  <a:pt x="1552575" y="3019425"/>
                </a:moveTo>
                <a:lnTo>
                  <a:pt x="1571625" y="3019425"/>
                </a:lnTo>
                <a:lnTo>
                  <a:pt x="1571625" y="3028950"/>
                </a:lnTo>
                <a:lnTo>
                  <a:pt x="1552575" y="3028950"/>
                </a:lnTo>
                <a:close/>
                <a:moveTo>
                  <a:pt x="1371600" y="3028950"/>
                </a:moveTo>
                <a:lnTo>
                  <a:pt x="1390650" y="3028950"/>
                </a:lnTo>
                <a:lnTo>
                  <a:pt x="1390650" y="3038475"/>
                </a:lnTo>
                <a:lnTo>
                  <a:pt x="1371600" y="3038475"/>
                </a:lnTo>
                <a:close/>
                <a:moveTo>
                  <a:pt x="552450" y="3048000"/>
                </a:moveTo>
                <a:lnTo>
                  <a:pt x="581025" y="3048000"/>
                </a:lnTo>
                <a:lnTo>
                  <a:pt x="581025" y="3057525"/>
                </a:lnTo>
                <a:lnTo>
                  <a:pt x="552450" y="3057525"/>
                </a:lnTo>
                <a:close/>
                <a:moveTo>
                  <a:pt x="781050" y="3048000"/>
                </a:moveTo>
                <a:lnTo>
                  <a:pt x="790575" y="3048000"/>
                </a:lnTo>
                <a:lnTo>
                  <a:pt x="790575" y="3057525"/>
                </a:lnTo>
                <a:lnTo>
                  <a:pt x="781050" y="3057525"/>
                </a:lnTo>
                <a:close/>
                <a:moveTo>
                  <a:pt x="1266825" y="3048000"/>
                </a:moveTo>
                <a:lnTo>
                  <a:pt x="1276350" y="3048000"/>
                </a:lnTo>
                <a:lnTo>
                  <a:pt x="1276350" y="3057525"/>
                </a:lnTo>
                <a:lnTo>
                  <a:pt x="1266825" y="3057525"/>
                </a:lnTo>
                <a:close/>
                <a:moveTo>
                  <a:pt x="1504950" y="3048000"/>
                </a:moveTo>
                <a:lnTo>
                  <a:pt x="1514475" y="3048000"/>
                </a:lnTo>
                <a:lnTo>
                  <a:pt x="1514475" y="3057525"/>
                </a:lnTo>
                <a:lnTo>
                  <a:pt x="1504950" y="3057525"/>
                </a:lnTo>
                <a:close/>
                <a:moveTo>
                  <a:pt x="1428750" y="3067050"/>
                </a:moveTo>
                <a:lnTo>
                  <a:pt x="1438275" y="3067050"/>
                </a:lnTo>
                <a:lnTo>
                  <a:pt x="1438275" y="3076575"/>
                </a:lnTo>
                <a:lnTo>
                  <a:pt x="1447800" y="3076575"/>
                </a:lnTo>
                <a:lnTo>
                  <a:pt x="1447800" y="3067050"/>
                </a:lnTo>
                <a:lnTo>
                  <a:pt x="1485900" y="3067050"/>
                </a:lnTo>
                <a:lnTo>
                  <a:pt x="1485900" y="3086100"/>
                </a:lnTo>
                <a:lnTo>
                  <a:pt x="1476375" y="3086100"/>
                </a:lnTo>
                <a:lnTo>
                  <a:pt x="1476375" y="3095625"/>
                </a:lnTo>
                <a:lnTo>
                  <a:pt x="1466850" y="3095625"/>
                </a:lnTo>
                <a:lnTo>
                  <a:pt x="1466850" y="3114675"/>
                </a:lnTo>
                <a:lnTo>
                  <a:pt x="1457325" y="3114675"/>
                </a:lnTo>
                <a:lnTo>
                  <a:pt x="1457325" y="3124200"/>
                </a:lnTo>
                <a:lnTo>
                  <a:pt x="1438275" y="3124200"/>
                </a:lnTo>
                <a:lnTo>
                  <a:pt x="1438275" y="3114675"/>
                </a:lnTo>
                <a:lnTo>
                  <a:pt x="1447800" y="3114675"/>
                </a:lnTo>
                <a:lnTo>
                  <a:pt x="1447800" y="3105150"/>
                </a:lnTo>
                <a:lnTo>
                  <a:pt x="1457325" y="3105150"/>
                </a:lnTo>
                <a:lnTo>
                  <a:pt x="1457325" y="3095625"/>
                </a:lnTo>
                <a:lnTo>
                  <a:pt x="1438275" y="3095625"/>
                </a:lnTo>
                <a:lnTo>
                  <a:pt x="1438275" y="3086100"/>
                </a:lnTo>
                <a:lnTo>
                  <a:pt x="1428750" y="3086100"/>
                </a:lnTo>
                <a:close/>
                <a:moveTo>
                  <a:pt x="171450" y="3086100"/>
                </a:moveTo>
                <a:lnTo>
                  <a:pt x="180975" y="3086100"/>
                </a:lnTo>
                <a:lnTo>
                  <a:pt x="180975" y="3124200"/>
                </a:lnTo>
                <a:lnTo>
                  <a:pt x="171450" y="3124200"/>
                </a:lnTo>
                <a:lnTo>
                  <a:pt x="171450" y="3181350"/>
                </a:lnTo>
                <a:lnTo>
                  <a:pt x="180975" y="3181350"/>
                </a:lnTo>
                <a:lnTo>
                  <a:pt x="180975" y="3228975"/>
                </a:lnTo>
                <a:lnTo>
                  <a:pt x="171450" y="3228975"/>
                </a:lnTo>
                <a:lnTo>
                  <a:pt x="171450" y="3209925"/>
                </a:lnTo>
                <a:lnTo>
                  <a:pt x="161925" y="3209925"/>
                </a:lnTo>
                <a:lnTo>
                  <a:pt x="161925" y="3105150"/>
                </a:lnTo>
                <a:lnTo>
                  <a:pt x="171450" y="3105150"/>
                </a:lnTo>
                <a:close/>
                <a:moveTo>
                  <a:pt x="1352550" y="3124200"/>
                </a:moveTo>
                <a:lnTo>
                  <a:pt x="1371600" y="3124200"/>
                </a:lnTo>
                <a:lnTo>
                  <a:pt x="1371600" y="3133725"/>
                </a:lnTo>
                <a:lnTo>
                  <a:pt x="1381125" y="3133725"/>
                </a:lnTo>
                <a:lnTo>
                  <a:pt x="1381125" y="3143250"/>
                </a:lnTo>
                <a:lnTo>
                  <a:pt x="1371600" y="3143250"/>
                </a:lnTo>
                <a:lnTo>
                  <a:pt x="1371600" y="3152775"/>
                </a:lnTo>
                <a:lnTo>
                  <a:pt x="1362075" y="3152775"/>
                </a:lnTo>
                <a:lnTo>
                  <a:pt x="1362075" y="3162300"/>
                </a:lnTo>
                <a:lnTo>
                  <a:pt x="1352550" y="3162300"/>
                </a:lnTo>
                <a:close/>
                <a:moveTo>
                  <a:pt x="1543050" y="3124200"/>
                </a:moveTo>
                <a:lnTo>
                  <a:pt x="1552575" y="3124200"/>
                </a:lnTo>
                <a:lnTo>
                  <a:pt x="1552575" y="3143250"/>
                </a:lnTo>
                <a:lnTo>
                  <a:pt x="1562100" y="3143250"/>
                </a:lnTo>
                <a:lnTo>
                  <a:pt x="1562100" y="3152775"/>
                </a:lnTo>
                <a:lnTo>
                  <a:pt x="1533525" y="3152775"/>
                </a:lnTo>
                <a:lnTo>
                  <a:pt x="1533525" y="3133725"/>
                </a:lnTo>
                <a:lnTo>
                  <a:pt x="1543050" y="3133725"/>
                </a:lnTo>
                <a:close/>
                <a:moveTo>
                  <a:pt x="1390650" y="3133725"/>
                </a:moveTo>
                <a:lnTo>
                  <a:pt x="1409700" y="3133725"/>
                </a:lnTo>
                <a:lnTo>
                  <a:pt x="1409700" y="3152775"/>
                </a:lnTo>
                <a:lnTo>
                  <a:pt x="1390650" y="3152775"/>
                </a:lnTo>
                <a:close/>
                <a:moveTo>
                  <a:pt x="1419225" y="3133725"/>
                </a:moveTo>
                <a:lnTo>
                  <a:pt x="1447800" y="3133725"/>
                </a:lnTo>
                <a:lnTo>
                  <a:pt x="1447800" y="3143250"/>
                </a:lnTo>
                <a:lnTo>
                  <a:pt x="1419225" y="3143250"/>
                </a:lnTo>
                <a:close/>
                <a:moveTo>
                  <a:pt x="1381125" y="3152775"/>
                </a:moveTo>
                <a:lnTo>
                  <a:pt x="1390650" y="3152775"/>
                </a:lnTo>
                <a:lnTo>
                  <a:pt x="1390650" y="3162300"/>
                </a:lnTo>
                <a:lnTo>
                  <a:pt x="1381125" y="3162300"/>
                </a:lnTo>
                <a:close/>
                <a:moveTo>
                  <a:pt x="1228725" y="3162300"/>
                </a:moveTo>
                <a:lnTo>
                  <a:pt x="1247775" y="3162300"/>
                </a:lnTo>
                <a:lnTo>
                  <a:pt x="1247775" y="3171825"/>
                </a:lnTo>
                <a:lnTo>
                  <a:pt x="1228725" y="3171825"/>
                </a:lnTo>
                <a:close/>
                <a:moveTo>
                  <a:pt x="1257300" y="3162300"/>
                </a:moveTo>
                <a:lnTo>
                  <a:pt x="1295400" y="3162300"/>
                </a:lnTo>
                <a:lnTo>
                  <a:pt x="1295400" y="3171825"/>
                </a:lnTo>
                <a:lnTo>
                  <a:pt x="1257300" y="3171825"/>
                </a:lnTo>
                <a:close/>
                <a:moveTo>
                  <a:pt x="1676400" y="3200400"/>
                </a:moveTo>
                <a:lnTo>
                  <a:pt x="1695450" y="3200400"/>
                </a:lnTo>
                <a:lnTo>
                  <a:pt x="1695450" y="3228975"/>
                </a:lnTo>
                <a:lnTo>
                  <a:pt x="1676400" y="3228975"/>
                </a:lnTo>
                <a:lnTo>
                  <a:pt x="1676400" y="3219450"/>
                </a:lnTo>
                <a:lnTo>
                  <a:pt x="1666875" y="3219450"/>
                </a:lnTo>
                <a:lnTo>
                  <a:pt x="1666875" y="3209925"/>
                </a:lnTo>
                <a:lnTo>
                  <a:pt x="1676400" y="3209925"/>
                </a:lnTo>
                <a:close/>
                <a:moveTo>
                  <a:pt x="466725" y="3219450"/>
                </a:moveTo>
                <a:lnTo>
                  <a:pt x="476250" y="3219450"/>
                </a:lnTo>
                <a:lnTo>
                  <a:pt x="476250" y="3228975"/>
                </a:lnTo>
                <a:lnTo>
                  <a:pt x="466725" y="3228975"/>
                </a:lnTo>
                <a:close/>
                <a:moveTo>
                  <a:pt x="1304925" y="3238500"/>
                </a:moveTo>
                <a:lnTo>
                  <a:pt x="1314450" y="3238500"/>
                </a:lnTo>
                <a:lnTo>
                  <a:pt x="1314450" y="3248025"/>
                </a:lnTo>
                <a:lnTo>
                  <a:pt x="1304925" y="3248025"/>
                </a:lnTo>
                <a:close/>
                <a:moveTo>
                  <a:pt x="1676400" y="3238500"/>
                </a:moveTo>
                <a:lnTo>
                  <a:pt x="1685925" y="3238500"/>
                </a:lnTo>
                <a:lnTo>
                  <a:pt x="1685925" y="3276600"/>
                </a:lnTo>
                <a:lnTo>
                  <a:pt x="1676400" y="3276600"/>
                </a:lnTo>
                <a:lnTo>
                  <a:pt x="1676400" y="3286125"/>
                </a:lnTo>
                <a:lnTo>
                  <a:pt x="1666875" y="3286125"/>
                </a:lnTo>
                <a:lnTo>
                  <a:pt x="1666875" y="3295650"/>
                </a:lnTo>
                <a:lnTo>
                  <a:pt x="1638300" y="3295650"/>
                </a:lnTo>
                <a:lnTo>
                  <a:pt x="1638300" y="3286125"/>
                </a:lnTo>
                <a:lnTo>
                  <a:pt x="1657350" y="3286125"/>
                </a:lnTo>
                <a:lnTo>
                  <a:pt x="1657350" y="3276600"/>
                </a:lnTo>
                <a:lnTo>
                  <a:pt x="1666875" y="3276600"/>
                </a:lnTo>
                <a:lnTo>
                  <a:pt x="1666875" y="3257550"/>
                </a:lnTo>
                <a:lnTo>
                  <a:pt x="1676400" y="3257550"/>
                </a:lnTo>
                <a:close/>
                <a:moveTo>
                  <a:pt x="1133475" y="3248025"/>
                </a:moveTo>
                <a:lnTo>
                  <a:pt x="1162050" y="3248025"/>
                </a:lnTo>
                <a:lnTo>
                  <a:pt x="1162050" y="3257550"/>
                </a:lnTo>
                <a:lnTo>
                  <a:pt x="1171575" y="3257550"/>
                </a:lnTo>
                <a:lnTo>
                  <a:pt x="1171575" y="3295650"/>
                </a:lnTo>
                <a:lnTo>
                  <a:pt x="1200150" y="3295650"/>
                </a:lnTo>
                <a:lnTo>
                  <a:pt x="1200150" y="3257550"/>
                </a:lnTo>
                <a:lnTo>
                  <a:pt x="1209675" y="3257550"/>
                </a:lnTo>
                <a:lnTo>
                  <a:pt x="1209675" y="3267075"/>
                </a:lnTo>
                <a:lnTo>
                  <a:pt x="1247775" y="3267075"/>
                </a:lnTo>
                <a:lnTo>
                  <a:pt x="1247775" y="3286125"/>
                </a:lnTo>
                <a:lnTo>
                  <a:pt x="1257300" y="3286125"/>
                </a:lnTo>
                <a:lnTo>
                  <a:pt x="1257300" y="3295650"/>
                </a:lnTo>
                <a:lnTo>
                  <a:pt x="1295400" y="3295650"/>
                </a:lnTo>
                <a:lnTo>
                  <a:pt x="1295400" y="3305175"/>
                </a:lnTo>
                <a:lnTo>
                  <a:pt x="1057275" y="3305175"/>
                </a:lnTo>
                <a:lnTo>
                  <a:pt x="1057275" y="3295650"/>
                </a:lnTo>
                <a:lnTo>
                  <a:pt x="1104900" y="3295650"/>
                </a:lnTo>
                <a:lnTo>
                  <a:pt x="1104900" y="3286125"/>
                </a:lnTo>
                <a:lnTo>
                  <a:pt x="1123950" y="3286125"/>
                </a:lnTo>
                <a:lnTo>
                  <a:pt x="1123950" y="3276600"/>
                </a:lnTo>
                <a:lnTo>
                  <a:pt x="1133475" y="3276600"/>
                </a:lnTo>
                <a:lnTo>
                  <a:pt x="1133475" y="3267075"/>
                </a:lnTo>
                <a:lnTo>
                  <a:pt x="1152525" y="3267075"/>
                </a:lnTo>
                <a:lnTo>
                  <a:pt x="1152525" y="3257550"/>
                </a:lnTo>
                <a:lnTo>
                  <a:pt x="1133475" y="3257550"/>
                </a:lnTo>
                <a:close/>
                <a:moveTo>
                  <a:pt x="1619250" y="3248025"/>
                </a:moveTo>
                <a:lnTo>
                  <a:pt x="1638300" y="3248025"/>
                </a:lnTo>
                <a:lnTo>
                  <a:pt x="1638300" y="3257550"/>
                </a:lnTo>
                <a:lnTo>
                  <a:pt x="1647825" y="3257550"/>
                </a:lnTo>
                <a:lnTo>
                  <a:pt x="1647825" y="3267075"/>
                </a:lnTo>
                <a:lnTo>
                  <a:pt x="1619250" y="3267075"/>
                </a:lnTo>
                <a:close/>
                <a:moveTo>
                  <a:pt x="304800" y="3286125"/>
                </a:moveTo>
                <a:lnTo>
                  <a:pt x="314325" y="3286125"/>
                </a:lnTo>
                <a:lnTo>
                  <a:pt x="314325" y="3295650"/>
                </a:lnTo>
                <a:lnTo>
                  <a:pt x="571500" y="3295650"/>
                </a:lnTo>
                <a:lnTo>
                  <a:pt x="571500" y="3305175"/>
                </a:lnTo>
                <a:lnTo>
                  <a:pt x="257175" y="3305175"/>
                </a:lnTo>
                <a:lnTo>
                  <a:pt x="257175" y="3295650"/>
                </a:lnTo>
                <a:lnTo>
                  <a:pt x="304800" y="3295650"/>
                </a:lnTo>
                <a:close/>
                <a:moveTo>
                  <a:pt x="771525" y="3295650"/>
                </a:moveTo>
                <a:lnTo>
                  <a:pt x="800100" y="3295650"/>
                </a:lnTo>
                <a:lnTo>
                  <a:pt x="800100" y="3305175"/>
                </a:lnTo>
                <a:lnTo>
                  <a:pt x="771525" y="3305175"/>
                </a:lnTo>
                <a:close/>
                <a:moveTo>
                  <a:pt x="838200" y="3295650"/>
                </a:moveTo>
                <a:lnTo>
                  <a:pt x="857250" y="3295650"/>
                </a:lnTo>
                <a:lnTo>
                  <a:pt x="857250" y="3305175"/>
                </a:lnTo>
                <a:lnTo>
                  <a:pt x="838200" y="3305175"/>
                </a:lnTo>
                <a:close/>
                <a:moveTo>
                  <a:pt x="1419225" y="3295650"/>
                </a:moveTo>
                <a:lnTo>
                  <a:pt x="1447800" y="3295650"/>
                </a:lnTo>
                <a:lnTo>
                  <a:pt x="1447800" y="3305175"/>
                </a:lnTo>
                <a:lnTo>
                  <a:pt x="1419225" y="3305175"/>
                </a:lnTo>
                <a:close/>
                <a:moveTo>
                  <a:pt x="1457325" y="3295650"/>
                </a:moveTo>
                <a:lnTo>
                  <a:pt x="1485900" y="3295650"/>
                </a:lnTo>
                <a:lnTo>
                  <a:pt x="1485900" y="3305175"/>
                </a:lnTo>
                <a:lnTo>
                  <a:pt x="1457325" y="3305175"/>
                </a:lnTo>
                <a:close/>
                <a:moveTo>
                  <a:pt x="1495425" y="3295650"/>
                </a:moveTo>
                <a:lnTo>
                  <a:pt x="1504950" y="3295650"/>
                </a:lnTo>
                <a:lnTo>
                  <a:pt x="1504950" y="3305175"/>
                </a:lnTo>
                <a:lnTo>
                  <a:pt x="1495425" y="3305175"/>
                </a:lnTo>
                <a:close/>
                <a:moveTo>
                  <a:pt x="828675" y="3514725"/>
                </a:moveTo>
                <a:lnTo>
                  <a:pt x="838200" y="3514725"/>
                </a:lnTo>
                <a:lnTo>
                  <a:pt x="838200" y="3524250"/>
                </a:lnTo>
                <a:lnTo>
                  <a:pt x="828675" y="3524250"/>
                </a:lnTo>
                <a:close/>
                <a:moveTo>
                  <a:pt x="171450" y="3543300"/>
                </a:moveTo>
                <a:lnTo>
                  <a:pt x="200025" y="3543300"/>
                </a:lnTo>
                <a:lnTo>
                  <a:pt x="200025" y="3562350"/>
                </a:lnTo>
                <a:lnTo>
                  <a:pt x="190500" y="3562350"/>
                </a:lnTo>
                <a:lnTo>
                  <a:pt x="190500" y="3571875"/>
                </a:lnTo>
                <a:lnTo>
                  <a:pt x="180975" y="3571875"/>
                </a:lnTo>
                <a:lnTo>
                  <a:pt x="180975" y="3581400"/>
                </a:lnTo>
                <a:lnTo>
                  <a:pt x="171450" y="3581400"/>
                </a:lnTo>
                <a:close/>
                <a:moveTo>
                  <a:pt x="1076325" y="3543300"/>
                </a:moveTo>
                <a:lnTo>
                  <a:pt x="1085850" y="3543300"/>
                </a:lnTo>
                <a:lnTo>
                  <a:pt x="1085850" y="3562350"/>
                </a:lnTo>
                <a:lnTo>
                  <a:pt x="1076325" y="3562350"/>
                </a:lnTo>
                <a:close/>
                <a:moveTo>
                  <a:pt x="561975" y="3590925"/>
                </a:moveTo>
                <a:lnTo>
                  <a:pt x="571500" y="3590925"/>
                </a:lnTo>
                <a:lnTo>
                  <a:pt x="571500" y="3600450"/>
                </a:lnTo>
                <a:lnTo>
                  <a:pt x="561975" y="3600450"/>
                </a:lnTo>
                <a:close/>
                <a:moveTo>
                  <a:pt x="1038225" y="3648075"/>
                </a:moveTo>
                <a:lnTo>
                  <a:pt x="1057275" y="3648075"/>
                </a:lnTo>
                <a:lnTo>
                  <a:pt x="1057275" y="3657600"/>
                </a:lnTo>
                <a:lnTo>
                  <a:pt x="1038225" y="3657600"/>
                </a:lnTo>
                <a:close/>
                <a:moveTo>
                  <a:pt x="914400" y="3724275"/>
                </a:moveTo>
                <a:lnTo>
                  <a:pt x="923925" y="3724275"/>
                </a:lnTo>
                <a:lnTo>
                  <a:pt x="923925" y="3733800"/>
                </a:lnTo>
                <a:lnTo>
                  <a:pt x="914400" y="3733800"/>
                </a:lnTo>
                <a:close/>
              </a:path>
            </a:pathLst>
          </a:custGeom>
          <a:solidFill xmlns:a="http://schemas.openxmlformats.org/drawingml/2006/main">
            <a:srgbClr val="F5EFE3"/>
          </a:solidFill>
          <a:ln xmlns:a="http://schemas.openxmlformats.org/drawingml/2006/main" w="0">
            <a:noFill/>
          </a:ln>
        </p:spPr>
      </p:sp>
      <p:sp>
        <p:nvSpPr>
          <p:cNvPr id="31" name="phone4 vector #f3efe4">
            <a:extLst xmlns:a="http://schemas.openxmlformats.org/drawingml/2006/main">
              <a:ext uri="{FF2B5EF4-FFF2-40B4-BE49-F238E27FC236}">
                <a16:creationId xmlns:a16="http://schemas.microsoft.com/office/drawing/2014/main" id="{E25C4712-ADF0-40E5-9360-2354CBE0DBD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552825" y="1866900"/>
            <a:ext cx="2181225" cy="4581525"/>
          </a:xfrm>
          <a:custGeom xmlns:a="http://schemas.openxmlformats.org/drawingml/2006/main">
            <a:pathLst>
              <a:path w="1847850" h="3886200">
                <a:moveTo>
                  <a:pt x="352425" y="114300"/>
                </a:moveTo>
                <a:lnTo>
                  <a:pt x="361950" y="114300"/>
                </a:lnTo>
                <a:lnTo>
                  <a:pt x="361950" y="123825"/>
                </a:lnTo>
                <a:lnTo>
                  <a:pt x="352425" y="123825"/>
                </a:lnTo>
                <a:close/>
                <a:moveTo>
                  <a:pt x="419100" y="114300"/>
                </a:moveTo>
                <a:lnTo>
                  <a:pt x="428625" y="114300"/>
                </a:lnTo>
                <a:lnTo>
                  <a:pt x="428625" y="123825"/>
                </a:lnTo>
                <a:lnTo>
                  <a:pt x="419100" y="123825"/>
                </a:lnTo>
                <a:close/>
                <a:moveTo>
                  <a:pt x="295275" y="123825"/>
                </a:moveTo>
                <a:lnTo>
                  <a:pt x="304800" y="123825"/>
                </a:lnTo>
                <a:lnTo>
                  <a:pt x="304800" y="133350"/>
                </a:lnTo>
                <a:lnTo>
                  <a:pt x="295275" y="133350"/>
                </a:lnTo>
                <a:close/>
                <a:moveTo>
                  <a:pt x="447675" y="123825"/>
                </a:moveTo>
                <a:lnTo>
                  <a:pt x="457200" y="123825"/>
                </a:lnTo>
                <a:lnTo>
                  <a:pt x="457200" y="133350"/>
                </a:lnTo>
                <a:lnTo>
                  <a:pt x="447675" y="133350"/>
                </a:lnTo>
                <a:close/>
                <a:moveTo>
                  <a:pt x="285750" y="142875"/>
                </a:moveTo>
                <a:lnTo>
                  <a:pt x="295275" y="142875"/>
                </a:lnTo>
                <a:lnTo>
                  <a:pt x="295275" y="152400"/>
                </a:lnTo>
                <a:lnTo>
                  <a:pt x="285750" y="152400"/>
                </a:lnTo>
                <a:close/>
                <a:moveTo>
                  <a:pt x="1476375" y="142875"/>
                </a:moveTo>
                <a:lnTo>
                  <a:pt x="1485900" y="142875"/>
                </a:lnTo>
                <a:lnTo>
                  <a:pt x="1485900" y="180975"/>
                </a:lnTo>
                <a:lnTo>
                  <a:pt x="1476375" y="180975"/>
                </a:lnTo>
                <a:close/>
                <a:moveTo>
                  <a:pt x="1438275" y="152400"/>
                </a:moveTo>
                <a:lnTo>
                  <a:pt x="1466850" y="152400"/>
                </a:lnTo>
                <a:lnTo>
                  <a:pt x="1466850" y="171450"/>
                </a:lnTo>
                <a:lnTo>
                  <a:pt x="1457325" y="171450"/>
                </a:lnTo>
                <a:lnTo>
                  <a:pt x="1457325" y="180975"/>
                </a:lnTo>
                <a:lnTo>
                  <a:pt x="1447800" y="180975"/>
                </a:lnTo>
                <a:lnTo>
                  <a:pt x="1447800" y="171450"/>
                </a:lnTo>
                <a:lnTo>
                  <a:pt x="1438275" y="171450"/>
                </a:lnTo>
                <a:close/>
                <a:moveTo>
                  <a:pt x="685800" y="171450"/>
                </a:moveTo>
                <a:lnTo>
                  <a:pt x="695325" y="171450"/>
                </a:lnTo>
                <a:lnTo>
                  <a:pt x="695325" y="180975"/>
                </a:lnTo>
                <a:lnTo>
                  <a:pt x="685800" y="180975"/>
                </a:lnTo>
                <a:close/>
                <a:moveTo>
                  <a:pt x="333375" y="190500"/>
                </a:moveTo>
                <a:lnTo>
                  <a:pt x="342900" y="190500"/>
                </a:lnTo>
                <a:lnTo>
                  <a:pt x="342900" y="200025"/>
                </a:lnTo>
                <a:lnTo>
                  <a:pt x="333375" y="200025"/>
                </a:lnTo>
                <a:close/>
                <a:moveTo>
                  <a:pt x="447675" y="190500"/>
                </a:moveTo>
                <a:lnTo>
                  <a:pt x="466725" y="190500"/>
                </a:lnTo>
                <a:lnTo>
                  <a:pt x="466725" y="200025"/>
                </a:lnTo>
                <a:lnTo>
                  <a:pt x="476250" y="200025"/>
                </a:lnTo>
                <a:lnTo>
                  <a:pt x="476250" y="209550"/>
                </a:lnTo>
                <a:lnTo>
                  <a:pt x="447675" y="209550"/>
                </a:lnTo>
                <a:close/>
                <a:moveTo>
                  <a:pt x="600075" y="190500"/>
                </a:moveTo>
                <a:lnTo>
                  <a:pt x="619125" y="190500"/>
                </a:lnTo>
                <a:lnTo>
                  <a:pt x="619125" y="228600"/>
                </a:lnTo>
                <a:lnTo>
                  <a:pt x="609600" y="228600"/>
                </a:lnTo>
                <a:lnTo>
                  <a:pt x="609600" y="219075"/>
                </a:lnTo>
                <a:lnTo>
                  <a:pt x="600075" y="219075"/>
                </a:lnTo>
                <a:close/>
                <a:moveTo>
                  <a:pt x="1485900" y="190500"/>
                </a:moveTo>
                <a:lnTo>
                  <a:pt x="1495425" y="190500"/>
                </a:lnTo>
                <a:lnTo>
                  <a:pt x="1495425" y="200025"/>
                </a:lnTo>
                <a:lnTo>
                  <a:pt x="1485900" y="200025"/>
                </a:lnTo>
                <a:close/>
                <a:moveTo>
                  <a:pt x="342900" y="200025"/>
                </a:moveTo>
                <a:lnTo>
                  <a:pt x="352425" y="200025"/>
                </a:lnTo>
                <a:lnTo>
                  <a:pt x="352425" y="209550"/>
                </a:lnTo>
                <a:lnTo>
                  <a:pt x="342900" y="209550"/>
                </a:lnTo>
                <a:close/>
                <a:moveTo>
                  <a:pt x="1428750" y="200025"/>
                </a:moveTo>
                <a:lnTo>
                  <a:pt x="1447800" y="200025"/>
                </a:lnTo>
                <a:lnTo>
                  <a:pt x="1447800" y="209550"/>
                </a:lnTo>
                <a:lnTo>
                  <a:pt x="1428750" y="209550"/>
                </a:lnTo>
                <a:close/>
                <a:moveTo>
                  <a:pt x="647700" y="209550"/>
                </a:moveTo>
                <a:lnTo>
                  <a:pt x="666750" y="209550"/>
                </a:lnTo>
                <a:lnTo>
                  <a:pt x="666750" y="238125"/>
                </a:lnTo>
                <a:lnTo>
                  <a:pt x="657225" y="238125"/>
                </a:lnTo>
                <a:lnTo>
                  <a:pt x="657225" y="219075"/>
                </a:lnTo>
                <a:lnTo>
                  <a:pt x="647700" y="219075"/>
                </a:lnTo>
                <a:close/>
                <a:moveTo>
                  <a:pt x="1295400" y="219075"/>
                </a:moveTo>
                <a:lnTo>
                  <a:pt x="1304925" y="219075"/>
                </a:lnTo>
                <a:lnTo>
                  <a:pt x="1304925" y="228600"/>
                </a:lnTo>
                <a:lnTo>
                  <a:pt x="1314450" y="228600"/>
                </a:lnTo>
                <a:lnTo>
                  <a:pt x="1314450" y="238125"/>
                </a:lnTo>
                <a:lnTo>
                  <a:pt x="1285875" y="238125"/>
                </a:lnTo>
                <a:lnTo>
                  <a:pt x="1285875" y="228600"/>
                </a:lnTo>
                <a:lnTo>
                  <a:pt x="1295400" y="228600"/>
                </a:lnTo>
                <a:close/>
                <a:moveTo>
                  <a:pt x="1371600" y="219075"/>
                </a:moveTo>
                <a:lnTo>
                  <a:pt x="1381125" y="219075"/>
                </a:lnTo>
                <a:lnTo>
                  <a:pt x="1381125" y="228600"/>
                </a:lnTo>
                <a:lnTo>
                  <a:pt x="1371600" y="228600"/>
                </a:lnTo>
                <a:close/>
                <a:moveTo>
                  <a:pt x="619125" y="228600"/>
                </a:moveTo>
                <a:lnTo>
                  <a:pt x="628650" y="228600"/>
                </a:lnTo>
                <a:lnTo>
                  <a:pt x="628650" y="238125"/>
                </a:lnTo>
                <a:lnTo>
                  <a:pt x="619125" y="238125"/>
                </a:lnTo>
                <a:close/>
                <a:moveTo>
                  <a:pt x="542925" y="238125"/>
                </a:moveTo>
                <a:lnTo>
                  <a:pt x="590550" y="238125"/>
                </a:lnTo>
                <a:lnTo>
                  <a:pt x="590550" y="247650"/>
                </a:lnTo>
                <a:lnTo>
                  <a:pt x="581025" y="247650"/>
                </a:lnTo>
                <a:lnTo>
                  <a:pt x="581025" y="257175"/>
                </a:lnTo>
                <a:lnTo>
                  <a:pt x="561975" y="257175"/>
                </a:lnTo>
                <a:lnTo>
                  <a:pt x="561975" y="247650"/>
                </a:lnTo>
                <a:lnTo>
                  <a:pt x="542925" y="247650"/>
                </a:lnTo>
                <a:close/>
                <a:moveTo>
                  <a:pt x="1276350" y="238125"/>
                </a:moveTo>
                <a:lnTo>
                  <a:pt x="1285875" y="238125"/>
                </a:lnTo>
                <a:lnTo>
                  <a:pt x="1285875" y="276225"/>
                </a:lnTo>
                <a:lnTo>
                  <a:pt x="1276350" y="276225"/>
                </a:lnTo>
                <a:lnTo>
                  <a:pt x="1276350" y="266700"/>
                </a:lnTo>
                <a:lnTo>
                  <a:pt x="1266825" y="266700"/>
                </a:lnTo>
                <a:lnTo>
                  <a:pt x="1266825" y="247650"/>
                </a:lnTo>
                <a:lnTo>
                  <a:pt x="1276350" y="247650"/>
                </a:lnTo>
                <a:close/>
                <a:moveTo>
                  <a:pt x="1381125" y="238125"/>
                </a:moveTo>
                <a:lnTo>
                  <a:pt x="1390650" y="238125"/>
                </a:lnTo>
                <a:lnTo>
                  <a:pt x="1390650" y="247650"/>
                </a:lnTo>
                <a:lnTo>
                  <a:pt x="1381125" y="247650"/>
                </a:lnTo>
                <a:close/>
                <a:moveTo>
                  <a:pt x="533400" y="247650"/>
                </a:moveTo>
                <a:lnTo>
                  <a:pt x="542925" y="247650"/>
                </a:lnTo>
                <a:lnTo>
                  <a:pt x="542925" y="257175"/>
                </a:lnTo>
                <a:lnTo>
                  <a:pt x="533400" y="257175"/>
                </a:lnTo>
                <a:close/>
                <a:moveTo>
                  <a:pt x="590550" y="247650"/>
                </a:moveTo>
                <a:lnTo>
                  <a:pt x="600075" y="247650"/>
                </a:lnTo>
                <a:lnTo>
                  <a:pt x="600075" y="257175"/>
                </a:lnTo>
                <a:lnTo>
                  <a:pt x="609600" y="257175"/>
                </a:lnTo>
                <a:lnTo>
                  <a:pt x="609600" y="266700"/>
                </a:lnTo>
                <a:lnTo>
                  <a:pt x="581025" y="266700"/>
                </a:lnTo>
                <a:lnTo>
                  <a:pt x="581025" y="257175"/>
                </a:lnTo>
                <a:lnTo>
                  <a:pt x="590550" y="257175"/>
                </a:lnTo>
                <a:close/>
                <a:moveTo>
                  <a:pt x="657225" y="247650"/>
                </a:moveTo>
                <a:lnTo>
                  <a:pt x="666750" y="247650"/>
                </a:lnTo>
                <a:lnTo>
                  <a:pt x="666750" y="266700"/>
                </a:lnTo>
                <a:lnTo>
                  <a:pt x="657225" y="266700"/>
                </a:lnTo>
                <a:lnTo>
                  <a:pt x="657225" y="276225"/>
                </a:lnTo>
                <a:lnTo>
                  <a:pt x="628650" y="276225"/>
                </a:lnTo>
                <a:lnTo>
                  <a:pt x="628650" y="285750"/>
                </a:lnTo>
                <a:lnTo>
                  <a:pt x="609600" y="285750"/>
                </a:lnTo>
                <a:lnTo>
                  <a:pt x="609600" y="266700"/>
                </a:lnTo>
                <a:lnTo>
                  <a:pt x="638175" y="266700"/>
                </a:lnTo>
                <a:lnTo>
                  <a:pt x="638175" y="257175"/>
                </a:lnTo>
                <a:lnTo>
                  <a:pt x="657225" y="257175"/>
                </a:lnTo>
                <a:close/>
                <a:moveTo>
                  <a:pt x="1362075" y="257175"/>
                </a:moveTo>
                <a:lnTo>
                  <a:pt x="1371600" y="257175"/>
                </a:lnTo>
                <a:lnTo>
                  <a:pt x="1371600" y="266700"/>
                </a:lnTo>
                <a:lnTo>
                  <a:pt x="1362075" y="266700"/>
                </a:lnTo>
                <a:close/>
                <a:moveTo>
                  <a:pt x="1381125" y="257175"/>
                </a:moveTo>
                <a:lnTo>
                  <a:pt x="1390650" y="257175"/>
                </a:lnTo>
                <a:lnTo>
                  <a:pt x="1390650" y="266700"/>
                </a:lnTo>
                <a:lnTo>
                  <a:pt x="1381125" y="266700"/>
                </a:lnTo>
                <a:close/>
                <a:moveTo>
                  <a:pt x="1190625" y="266700"/>
                </a:moveTo>
                <a:lnTo>
                  <a:pt x="1219200" y="266700"/>
                </a:lnTo>
                <a:lnTo>
                  <a:pt x="1219200" y="276225"/>
                </a:lnTo>
                <a:lnTo>
                  <a:pt x="1228725" y="276225"/>
                </a:lnTo>
                <a:lnTo>
                  <a:pt x="1228725" y="285750"/>
                </a:lnTo>
                <a:lnTo>
                  <a:pt x="1238250" y="285750"/>
                </a:lnTo>
                <a:lnTo>
                  <a:pt x="1238250" y="304800"/>
                </a:lnTo>
                <a:lnTo>
                  <a:pt x="1228725" y="304800"/>
                </a:lnTo>
                <a:lnTo>
                  <a:pt x="1228725" y="333375"/>
                </a:lnTo>
                <a:lnTo>
                  <a:pt x="1238250" y="333375"/>
                </a:lnTo>
                <a:lnTo>
                  <a:pt x="1238250" y="342900"/>
                </a:lnTo>
                <a:lnTo>
                  <a:pt x="1219200" y="342900"/>
                </a:lnTo>
                <a:lnTo>
                  <a:pt x="1219200" y="352425"/>
                </a:lnTo>
                <a:lnTo>
                  <a:pt x="1190625" y="352425"/>
                </a:lnTo>
                <a:lnTo>
                  <a:pt x="1190625" y="342900"/>
                </a:lnTo>
                <a:lnTo>
                  <a:pt x="1171575" y="342900"/>
                </a:lnTo>
                <a:lnTo>
                  <a:pt x="1171575" y="333375"/>
                </a:lnTo>
                <a:lnTo>
                  <a:pt x="1190625" y="333375"/>
                </a:lnTo>
                <a:lnTo>
                  <a:pt x="1190625" y="323850"/>
                </a:lnTo>
                <a:lnTo>
                  <a:pt x="1200150" y="323850"/>
                </a:lnTo>
                <a:lnTo>
                  <a:pt x="1200150" y="304800"/>
                </a:lnTo>
                <a:lnTo>
                  <a:pt x="1190625" y="304800"/>
                </a:lnTo>
                <a:lnTo>
                  <a:pt x="1190625" y="295275"/>
                </a:lnTo>
                <a:lnTo>
                  <a:pt x="1209675" y="295275"/>
                </a:lnTo>
                <a:lnTo>
                  <a:pt x="1209675" y="285750"/>
                </a:lnTo>
                <a:lnTo>
                  <a:pt x="1200150" y="285750"/>
                </a:lnTo>
                <a:lnTo>
                  <a:pt x="1200150" y="276225"/>
                </a:lnTo>
                <a:lnTo>
                  <a:pt x="1190625" y="276225"/>
                </a:lnTo>
                <a:close/>
                <a:moveTo>
                  <a:pt x="1514475" y="266700"/>
                </a:moveTo>
                <a:lnTo>
                  <a:pt x="1524000" y="266700"/>
                </a:lnTo>
                <a:lnTo>
                  <a:pt x="1524000" y="276225"/>
                </a:lnTo>
                <a:lnTo>
                  <a:pt x="1543050" y="276225"/>
                </a:lnTo>
                <a:lnTo>
                  <a:pt x="1543050" y="285750"/>
                </a:lnTo>
                <a:lnTo>
                  <a:pt x="1514475" y="285750"/>
                </a:lnTo>
                <a:close/>
                <a:moveTo>
                  <a:pt x="1323975" y="276225"/>
                </a:moveTo>
                <a:lnTo>
                  <a:pt x="1352550" y="276225"/>
                </a:lnTo>
                <a:lnTo>
                  <a:pt x="1352550" y="285750"/>
                </a:lnTo>
                <a:lnTo>
                  <a:pt x="1323975" y="285750"/>
                </a:lnTo>
                <a:close/>
                <a:moveTo>
                  <a:pt x="1162050" y="295275"/>
                </a:moveTo>
                <a:lnTo>
                  <a:pt x="1171575" y="295275"/>
                </a:lnTo>
                <a:lnTo>
                  <a:pt x="1171575" y="304800"/>
                </a:lnTo>
                <a:lnTo>
                  <a:pt x="1162050" y="304800"/>
                </a:lnTo>
                <a:close/>
                <a:moveTo>
                  <a:pt x="123825" y="304800"/>
                </a:moveTo>
                <a:lnTo>
                  <a:pt x="133350" y="304800"/>
                </a:lnTo>
                <a:lnTo>
                  <a:pt x="133350" y="314325"/>
                </a:lnTo>
                <a:lnTo>
                  <a:pt x="123825" y="314325"/>
                </a:lnTo>
                <a:close/>
                <a:moveTo>
                  <a:pt x="142875" y="304800"/>
                </a:moveTo>
                <a:lnTo>
                  <a:pt x="152400" y="304800"/>
                </a:lnTo>
                <a:lnTo>
                  <a:pt x="152400" y="314325"/>
                </a:lnTo>
                <a:lnTo>
                  <a:pt x="142875" y="314325"/>
                </a:lnTo>
                <a:close/>
                <a:moveTo>
                  <a:pt x="276225" y="304800"/>
                </a:moveTo>
                <a:lnTo>
                  <a:pt x="285750" y="304800"/>
                </a:lnTo>
                <a:lnTo>
                  <a:pt x="285750" y="314325"/>
                </a:lnTo>
                <a:lnTo>
                  <a:pt x="276225" y="314325"/>
                </a:lnTo>
                <a:close/>
                <a:moveTo>
                  <a:pt x="428625" y="304800"/>
                </a:moveTo>
                <a:lnTo>
                  <a:pt x="438150" y="304800"/>
                </a:lnTo>
                <a:lnTo>
                  <a:pt x="438150" y="323850"/>
                </a:lnTo>
                <a:lnTo>
                  <a:pt x="428625" y="323850"/>
                </a:lnTo>
                <a:close/>
                <a:moveTo>
                  <a:pt x="485775" y="314325"/>
                </a:moveTo>
                <a:lnTo>
                  <a:pt x="495300" y="314325"/>
                </a:lnTo>
                <a:lnTo>
                  <a:pt x="495300" y="333375"/>
                </a:lnTo>
                <a:lnTo>
                  <a:pt x="485775" y="333375"/>
                </a:lnTo>
                <a:close/>
                <a:moveTo>
                  <a:pt x="1009650" y="314325"/>
                </a:moveTo>
                <a:lnTo>
                  <a:pt x="1028700" y="314325"/>
                </a:lnTo>
                <a:lnTo>
                  <a:pt x="1028700" y="333375"/>
                </a:lnTo>
                <a:lnTo>
                  <a:pt x="1009650" y="333375"/>
                </a:lnTo>
                <a:close/>
                <a:moveTo>
                  <a:pt x="1666875" y="314325"/>
                </a:moveTo>
                <a:lnTo>
                  <a:pt x="1685925" y="314325"/>
                </a:lnTo>
                <a:lnTo>
                  <a:pt x="1685925" y="342900"/>
                </a:lnTo>
                <a:lnTo>
                  <a:pt x="1676400" y="342900"/>
                </a:lnTo>
                <a:lnTo>
                  <a:pt x="1676400" y="333375"/>
                </a:lnTo>
                <a:lnTo>
                  <a:pt x="1666875" y="333375"/>
                </a:lnTo>
                <a:close/>
                <a:moveTo>
                  <a:pt x="257175" y="323850"/>
                </a:moveTo>
                <a:lnTo>
                  <a:pt x="266700" y="323850"/>
                </a:lnTo>
                <a:lnTo>
                  <a:pt x="266700" y="333375"/>
                </a:lnTo>
                <a:lnTo>
                  <a:pt x="257175" y="333375"/>
                </a:lnTo>
                <a:close/>
                <a:moveTo>
                  <a:pt x="314325" y="323850"/>
                </a:moveTo>
                <a:lnTo>
                  <a:pt x="323850" y="323850"/>
                </a:lnTo>
                <a:lnTo>
                  <a:pt x="323850" y="333375"/>
                </a:lnTo>
                <a:lnTo>
                  <a:pt x="314325" y="333375"/>
                </a:lnTo>
                <a:close/>
                <a:moveTo>
                  <a:pt x="1123950" y="323850"/>
                </a:moveTo>
                <a:lnTo>
                  <a:pt x="1152525" y="323850"/>
                </a:lnTo>
                <a:lnTo>
                  <a:pt x="1152525" y="333375"/>
                </a:lnTo>
                <a:lnTo>
                  <a:pt x="1123950" y="333375"/>
                </a:lnTo>
                <a:close/>
                <a:moveTo>
                  <a:pt x="161925" y="333375"/>
                </a:moveTo>
                <a:lnTo>
                  <a:pt x="171450" y="333375"/>
                </a:lnTo>
                <a:lnTo>
                  <a:pt x="171450" y="342900"/>
                </a:lnTo>
                <a:lnTo>
                  <a:pt x="161925" y="342900"/>
                </a:lnTo>
                <a:close/>
                <a:moveTo>
                  <a:pt x="285750" y="333375"/>
                </a:moveTo>
                <a:lnTo>
                  <a:pt x="295275" y="333375"/>
                </a:lnTo>
                <a:lnTo>
                  <a:pt x="295275" y="342900"/>
                </a:lnTo>
                <a:lnTo>
                  <a:pt x="285750" y="342900"/>
                </a:lnTo>
                <a:close/>
                <a:moveTo>
                  <a:pt x="180975" y="342900"/>
                </a:moveTo>
                <a:lnTo>
                  <a:pt x="200025" y="342900"/>
                </a:lnTo>
                <a:lnTo>
                  <a:pt x="200025" y="352425"/>
                </a:lnTo>
                <a:lnTo>
                  <a:pt x="180975" y="352425"/>
                </a:lnTo>
                <a:close/>
                <a:moveTo>
                  <a:pt x="238125" y="342900"/>
                </a:moveTo>
                <a:lnTo>
                  <a:pt x="247650" y="342900"/>
                </a:lnTo>
                <a:lnTo>
                  <a:pt x="247650" y="352425"/>
                </a:lnTo>
                <a:lnTo>
                  <a:pt x="238125" y="352425"/>
                </a:lnTo>
                <a:close/>
                <a:moveTo>
                  <a:pt x="333375" y="342900"/>
                </a:moveTo>
                <a:lnTo>
                  <a:pt x="381000" y="342900"/>
                </a:lnTo>
                <a:lnTo>
                  <a:pt x="381000" y="361950"/>
                </a:lnTo>
                <a:lnTo>
                  <a:pt x="371475" y="361950"/>
                </a:lnTo>
                <a:lnTo>
                  <a:pt x="371475" y="352425"/>
                </a:lnTo>
                <a:lnTo>
                  <a:pt x="361950" y="352425"/>
                </a:lnTo>
                <a:lnTo>
                  <a:pt x="361950" y="361950"/>
                </a:lnTo>
                <a:lnTo>
                  <a:pt x="352425" y="361950"/>
                </a:lnTo>
                <a:lnTo>
                  <a:pt x="352425" y="371475"/>
                </a:lnTo>
                <a:lnTo>
                  <a:pt x="342900" y="371475"/>
                </a:lnTo>
                <a:lnTo>
                  <a:pt x="342900" y="361950"/>
                </a:lnTo>
                <a:lnTo>
                  <a:pt x="333375" y="361950"/>
                </a:lnTo>
                <a:close/>
                <a:moveTo>
                  <a:pt x="1104900" y="342900"/>
                </a:moveTo>
                <a:lnTo>
                  <a:pt x="1133475" y="342900"/>
                </a:lnTo>
                <a:lnTo>
                  <a:pt x="1133475" y="371475"/>
                </a:lnTo>
                <a:lnTo>
                  <a:pt x="1123950" y="371475"/>
                </a:lnTo>
                <a:lnTo>
                  <a:pt x="1123950" y="390525"/>
                </a:lnTo>
                <a:lnTo>
                  <a:pt x="1143000" y="390525"/>
                </a:lnTo>
                <a:lnTo>
                  <a:pt x="1143000" y="409575"/>
                </a:lnTo>
                <a:lnTo>
                  <a:pt x="1133475" y="409575"/>
                </a:lnTo>
                <a:lnTo>
                  <a:pt x="1133475" y="400050"/>
                </a:lnTo>
                <a:lnTo>
                  <a:pt x="1123950" y="400050"/>
                </a:lnTo>
                <a:lnTo>
                  <a:pt x="1123950" y="409575"/>
                </a:lnTo>
                <a:lnTo>
                  <a:pt x="1114425" y="409575"/>
                </a:lnTo>
                <a:lnTo>
                  <a:pt x="1114425" y="400050"/>
                </a:lnTo>
                <a:lnTo>
                  <a:pt x="1047750" y="400050"/>
                </a:lnTo>
                <a:lnTo>
                  <a:pt x="1047750" y="371475"/>
                </a:lnTo>
                <a:lnTo>
                  <a:pt x="1057275" y="371475"/>
                </a:lnTo>
                <a:lnTo>
                  <a:pt x="1057275" y="352425"/>
                </a:lnTo>
                <a:lnTo>
                  <a:pt x="1076325" y="352425"/>
                </a:lnTo>
                <a:lnTo>
                  <a:pt x="1076325" y="361950"/>
                </a:lnTo>
                <a:lnTo>
                  <a:pt x="1085850" y="361950"/>
                </a:lnTo>
                <a:lnTo>
                  <a:pt x="1085850" y="371475"/>
                </a:lnTo>
                <a:lnTo>
                  <a:pt x="1095375" y="371475"/>
                </a:lnTo>
                <a:lnTo>
                  <a:pt x="1095375" y="352425"/>
                </a:lnTo>
                <a:lnTo>
                  <a:pt x="1104900" y="352425"/>
                </a:lnTo>
                <a:close/>
                <a:moveTo>
                  <a:pt x="1724025" y="342900"/>
                </a:moveTo>
                <a:lnTo>
                  <a:pt x="1743075" y="342900"/>
                </a:lnTo>
                <a:lnTo>
                  <a:pt x="1743075" y="352425"/>
                </a:lnTo>
                <a:lnTo>
                  <a:pt x="1733550" y="352425"/>
                </a:lnTo>
                <a:lnTo>
                  <a:pt x="1733550" y="361950"/>
                </a:lnTo>
                <a:lnTo>
                  <a:pt x="1724025" y="361950"/>
                </a:lnTo>
                <a:close/>
                <a:moveTo>
                  <a:pt x="200025" y="352425"/>
                </a:moveTo>
                <a:lnTo>
                  <a:pt x="209550" y="352425"/>
                </a:lnTo>
                <a:lnTo>
                  <a:pt x="209550" y="361950"/>
                </a:lnTo>
                <a:lnTo>
                  <a:pt x="200025" y="361950"/>
                </a:lnTo>
                <a:close/>
                <a:moveTo>
                  <a:pt x="247650" y="352425"/>
                </a:moveTo>
                <a:lnTo>
                  <a:pt x="257175" y="352425"/>
                </a:lnTo>
                <a:lnTo>
                  <a:pt x="257175" y="361950"/>
                </a:lnTo>
                <a:lnTo>
                  <a:pt x="266700" y="361950"/>
                </a:lnTo>
                <a:lnTo>
                  <a:pt x="266700" y="381000"/>
                </a:lnTo>
                <a:lnTo>
                  <a:pt x="304800" y="381000"/>
                </a:lnTo>
                <a:lnTo>
                  <a:pt x="304800" y="390525"/>
                </a:lnTo>
                <a:lnTo>
                  <a:pt x="314325" y="390525"/>
                </a:lnTo>
                <a:lnTo>
                  <a:pt x="314325" y="400050"/>
                </a:lnTo>
                <a:lnTo>
                  <a:pt x="323850" y="400050"/>
                </a:lnTo>
                <a:lnTo>
                  <a:pt x="323850" y="409575"/>
                </a:lnTo>
                <a:lnTo>
                  <a:pt x="333375" y="409575"/>
                </a:lnTo>
                <a:lnTo>
                  <a:pt x="333375" y="428625"/>
                </a:lnTo>
                <a:lnTo>
                  <a:pt x="314325" y="428625"/>
                </a:lnTo>
                <a:lnTo>
                  <a:pt x="314325" y="409575"/>
                </a:lnTo>
                <a:lnTo>
                  <a:pt x="304800" y="409575"/>
                </a:lnTo>
                <a:lnTo>
                  <a:pt x="304800" y="400050"/>
                </a:lnTo>
                <a:lnTo>
                  <a:pt x="285750" y="400050"/>
                </a:lnTo>
                <a:lnTo>
                  <a:pt x="285750" y="390525"/>
                </a:lnTo>
                <a:lnTo>
                  <a:pt x="257175" y="390525"/>
                </a:lnTo>
                <a:lnTo>
                  <a:pt x="257175" y="400050"/>
                </a:lnTo>
                <a:lnTo>
                  <a:pt x="247650" y="400050"/>
                </a:lnTo>
                <a:lnTo>
                  <a:pt x="247650" y="381000"/>
                </a:lnTo>
                <a:lnTo>
                  <a:pt x="238125" y="381000"/>
                </a:lnTo>
                <a:lnTo>
                  <a:pt x="238125" y="371475"/>
                </a:lnTo>
                <a:lnTo>
                  <a:pt x="247650" y="371475"/>
                </a:lnTo>
                <a:close/>
                <a:moveTo>
                  <a:pt x="1304925" y="352425"/>
                </a:moveTo>
                <a:lnTo>
                  <a:pt x="1314450" y="352425"/>
                </a:lnTo>
                <a:lnTo>
                  <a:pt x="1314450" y="361950"/>
                </a:lnTo>
                <a:lnTo>
                  <a:pt x="1304925" y="361950"/>
                </a:lnTo>
                <a:close/>
                <a:moveTo>
                  <a:pt x="209550" y="361950"/>
                </a:moveTo>
                <a:lnTo>
                  <a:pt x="219075" y="361950"/>
                </a:lnTo>
                <a:lnTo>
                  <a:pt x="219075" y="371475"/>
                </a:lnTo>
                <a:lnTo>
                  <a:pt x="209550" y="371475"/>
                </a:lnTo>
                <a:close/>
                <a:moveTo>
                  <a:pt x="381000" y="361950"/>
                </a:moveTo>
                <a:lnTo>
                  <a:pt x="400050" y="361950"/>
                </a:lnTo>
                <a:lnTo>
                  <a:pt x="400050" y="371475"/>
                </a:lnTo>
                <a:lnTo>
                  <a:pt x="428625" y="371475"/>
                </a:lnTo>
                <a:lnTo>
                  <a:pt x="428625" y="390525"/>
                </a:lnTo>
                <a:lnTo>
                  <a:pt x="447675" y="390525"/>
                </a:lnTo>
                <a:lnTo>
                  <a:pt x="447675" y="400050"/>
                </a:lnTo>
                <a:lnTo>
                  <a:pt x="409575" y="400050"/>
                </a:lnTo>
                <a:lnTo>
                  <a:pt x="409575" y="390525"/>
                </a:lnTo>
                <a:lnTo>
                  <a:pt x="390525" y="390525"/>
                </a:lnTo>
                <a:lnTo>
                  <a:pt x="390525" y="371475"/>
                </a:lnTo>
                <a:lnTo>
                  <a:pt x="381000" y="371475"/>
                </a:lnTo>
                <a:close/>
                <a:moveTo>
                  <a:pt x="1000125" y="361950"/>
                </a:moveTo>
                <a:lnTo>
                  <a:pt x="1009650" y="361950"/>
                </a:lnTo>
                <a:lnTo>
                  <a:pt x="1009650" y="390525"/>
                </a:lnTo>
                <a:lnTo>
                  <a:pt x="1019175" y="390525"/>
                </a:lnTo>
                <a:lnTo>
                  <a:pt x="1019175" y="400050"/>
                </a:lnTo>
                <a:lnTo>
                  <a:pt x="1028700" y="400050"/>
                </a:lnTo>
                <a:lnTo>
                  <a:pt x="1028700" y="390525"/>
                </a:lnTo>
                <a:lnTo>
                  <a:pt x="1038225" y="390525"/>
                </a:lnTo>
                <a:lnTo>
                  <a:pt x="1038225" y="409575"/>
                </a:lnTo>
                <a:lnTo>
                  <a:pt x="1047750" y="409575"/>
                </a:lnTo>
                <a:lnTo>
                  <a:pt x="1047750" y="419100"/>
                </a:lnTo>
                <a:lnTo>
                  <a:pt x="1038225" y="419100"/>
                </a:lnTo>
                <a:lnTo>
                  <a:pt x="1038225" y="428625"/>
                </a:lnTo>
                <a:lnTo>
                  <a:pt x="1047750" y="428625"/>
                </a:lnTo>
                <a:lnTo>
                  <a:pt x="1047750" y="438150"/>
                </a:lnTo>
                <a:lnTo>
                  <a:pt x="1057275" y="438150"/>
                </a:lnTo>
                <a:lnTo>
                  <a:pt x="1057275" y="476250"/>
                </a:lnTo>
                <a:lnTo>
                  <a:pt x="1076325" y="476250"/>
                </a:lnTo>
                <a:lnTo>
                  <a:pt x="1076325" y="495300"/>
                </a:lnTo>
                <a:lnTo>
                  <a:pt x="1066800" y="495300"/>
                </a:lnTo>
                <a:lnTo>
                  <a:pt x="1066800" y="504825"/>
                </a:lnTo>
                <a:lnTo>
                  <a:pt x="1057275" y="504825"/>
                </a:lnTo>
                <a:lnTo>
                  <a:pt x="1057275" y="514350"/>
                </a:lnTo>
                <a:lnTo>
                  <a:pt x="1047750" y="514350"/>
                </a:lnTo>
                <a:lnTo>
                  <a:pt x="1047750" y="523875"/>
                </a:lnTo>
                <a:lnTo>
                  <a:pt x="1028700" y="523875"/>
                </a:lnTo>
                <a:lnTo>
                  <a:pt x="1028700" y="514350"/>
                </a:lnTo>
                <a:lnTo>
                  <a:pt x="1019175" y="514350"/>
                </a:lnTo>
                <a:lnTo>
                  <a:pt x="1019175" y="504825"/>
                </a:lnTo>
                <a:lnTo>
                  <a:pt x="1028700" y="504825"/>
                </a:lnTo>
                <a:lnTo>
                  <a:pt x="1028700" y="495300"/>
                </a:lnTo>
                <a:lnTo>
                  <a:pt x="1038225" y="495300"/>
                </a:lnTo>
                <a:lnTo>
                  <a:pt x="1038225" y="476250"/>
                </a:lnTo>
                <a:lnTo>
                  <a:pt x="1019175" y="476250"/>
                </a:lnTo>
                <a:lnTo>
                  <a:pt x="1019175" y="485775"/>
                </a:lnTo>
                <a:lnTo>
                  <a:pt x="990600" y="485775"/>
                </a:lnTo>
                <a:lnTo>
                  <a:pt x="990600" y="438150"/>
                </a:lnTo>
                <a:lnTo>
                  <a:pt x="1000125" y="438150"/>
                </a:lnTo>
                <a:lnTo>
                  <a:pt x="1000125" y="428625"/>
                </a:lnTo>
                <a:lnTo>
                  <a:pt x="990600" y="428625"/>
                </a:lnTo>
                <a:lnTo>
                  <a:pt x="990600" y="419100"/>
                </a:lnTo>
                <a:lnTo>
                  <a:pt x="962025" y="419100"/>
                </a:lnTo>
                <a:lnTo>
                  <a:pt x="962025" y="400050"/>
                </a:lnTo>
                <a:lnTo>
                  <a:pt x="971550" y="400050"/>
                </a:lnTo>
                <a:lnTo>
                  <a:pt x="971550" y="390525"/>
                </a:lnTo>
                <a:lnTo>
                  <a:pt x="981075" y="390525"/>
                </a:lnTo>
                <a:lnTo>
                  <a:pt x="981075" y="371475"/>
                </a:lnTo>
                <a:lnTo>
                  <a:pt x="1000125" y="371475"/>
                </a:lnTo>
                <a:close/>
                <a:moveTo>
                  <a:pt x="1200150" y="371475"/>
                </a:moveTo>
                <a:lnTo>
                  <a:pt x="1219200" y="371475"/>
                </a:lnTo>
                <a:lnTo>
                  <a:pt x="1219200" y="381000"/>
                </a:lnTo>
                <a:lnTo>
                  <a:pt x="1200150" y="381000"/>
                </a:lnTo>
                <a:close/>
                <a:moveTo>
                  <a:pt x="381000" y="390525"/>
                </a:moveTo>
                <a:lnTo>
                  <a:pt x="390525" y="390525"/>
                </a:lnTo>
                <a:lnTo>
                  <a:pt x="390525" y="400050"/>
                </a:lnTo>
                <a:lnTo>
                  <a:pt x="381000" y="400050"/>
                </a:lnTo>
                <a:close/>
                <a:moveTo>
                  <a:pt x="923925" y="390525"/>
                </a:moveTo>
                <a:lnTo>
                  <a:pt x="933450" y="390525"/>
                </a:lnTo>
                <a:lnTo>
                  <a:pt x="933450" y="400050"/>
                </a:lnTo>
                <a:lnTo>
                  <a:pt x="923925" y="400050"/>
                </a:lnTo>
                <a:close/>
                <a:moveTo>
                  <a:pt x="1209675" y="390525"/>
                </a:moveTo>
                <a:lnTo>
                  <a:pt x="1219200" y="390525"/>
                </a:lnTo>
                <a:lnTo>
                  <a:pt x="1219200" y="400050"/>
                </a:lnTo>
                <a:lnTo>
                  <a:pt x="1209675" y="400050"/>
                </a:lnTo>
                <a:close/>
                <a:moveTo>
                  <a:pt x="447675" y="400050"/>
                </a:moveTo>
                <a:lnTo>
                  <a:pt x="457200" y="400050"/>
                </a:lnTo>
                <a:lnTo>
                  <a:pt x="457200" y="409575"/>
                </a:lnTo>
                <a:lnTo>
                  <a:pt x="447675" y="409575"/>
                </a:lnTo>
                <a:close/>
                <a:moveTo>
                  <a:pt x="885825" y="400050"/>
                </a:moveTo>
                <a:lnTo>
                  <a:pt x="895350" y="400050"/>
                </a:lnTo>
                <a:lnTo>
                  <a:pt x="895350" y="409575"/>
                </a:lnTo>
                <a:lnTo>
                  <a:pt x="885825" y="409575"/>
                </a:lnTo>
                <a:close/>
                <a:moveTo>
                  <a:pt x="371475" y="409575"/>
                </a:moveTo>
                <a:lnTo>
                  <a:pt x="381000" y="409575"/>
                </a:lnTo>
                <a:lnTo>
                  <a:pt x="381000" y="419100"/>
                </a:lnTo>
                <a:lnTo>
                  <a:pt x="371475" y="419100"/>
                </a:lnTo>
                <a:close/>
                <a:moveTo>
                  <a:pt x="457200" y="409575"/>
                </a:moveTo>
                <a:lnTo>
                  <a:pt x="466725" y="409575"/>
                </a:lnTo>
                <a:lnTo>
                  <a:pt x="466725" y="419100"/>
                </a:lnTo>
                <a:lnTo>
                  <a:pt x="457200" y="419100"/>
                </a:lnTo>
                <a:close/>
                <a:moveTo>
                  <a:pt x="485775" y="409575"/>
                </a:moveTo>
                <a:lnTo>
                  <a:pt x="495300" y="409575"/>
                </a:lnTo>
                <a:lnTo>
                  <a:pt x="495300" y="419100"/>
                </a:lnTo>
                <a:lnTo>
                  <a:pt x="485775" y="419100"/>
                </a:lnTo>
                <a:close/>
                <a:moveTo>
                  <a:pt x="866775" y="409575"/>
                </a:moveTo>
                <a:lnTo>
                  <a:pt x="876300" y="409575"/>
                </a:lnTo>
                <a:lnTo>
                  <a:pt x="876300" y="419100"/>
                </a:lnTo>
                <a:lnTo>
                  <a:pt x="866775" y="419100"/>
                </a:lnTo>
                <a:close/>
                <a:moveTo>
                  <a:pt x="381000" y="419100"/>
                </a:moveTo>
                <a:lnTo>
                  <a:pt x="390525" y="419100"/>
                </a:lnTo>
                <a:lnTo>
                  <a:pt x="390525" y="428625"/>
                </a:lnTo>
                <a:lnTo>
                  <a:pt x="400050" y="428625"/>
                </a:lnTo>
                <a:lnTo>
                  <a:pt x="400050" y="438150"/>
                </a:lnTo>
                <a:lnTo>
                  <a:pt x="371475" y="438150"/>
                </a:lnTo>
                <a:lnTo>
                  <a:pt x="371475" y="428625"/>
                </a:lnTo>
                <a:lnTo>
                  <a:pt x="381000" y="428625"/>
                </a:lnTo>
                <a:close/>
                <a:moveTo>
                  <a:pt x="495300" y="419100"/>
                </a:moveTo>
                <a:lnTo>
                  <a:pt x="514350" y="419100"/>
                </a:lnTo>
                <a:lnTo>
                  <a:pt x="514350" y="428625"/>
                </a:lnTo>
                <a:lnTo>
                  <a:pt x="504825" y="428625"/>
                </a:lnTo>
                <a:lnTo>
                  <a:pt x="504825" y="438150"/>
                </a:lnTo>
                <a:lnTo>
                  <a:pt x="457200" y="438150"/>
                </a:lnTo>
                <a:lnTo>
                  <a:pt x="457200" y="428625"/>
                </a:lnTo>
                <a:lnTo>
                  <a:pt x="495300" y="428625"/>
                </a:lnTo>
                <a:close/>
                <a:moveTo>
                  <a:pt x="342900" y="428625"/>
                </a:moveTo>
                <a:lnTo>
                  <a:pt x="352425" y="428625"/>
                </a:lnTo>
                <a:lnTo>
                  <a:pt x="352425" y="438150"/>
                </a:lnTo>
                <a:lnTo>
                  <a:pt x="342900" y="438150"/>
                </a:lnTo>
                <a:close/>
                <a:moveTo>
                  <a:pt x="1666875" y="438150"/>
                </a:moveTo>
                <a:lnTo>
                  <a:pt x="1676400" y="438150"/>
                </a:lnTo>
                <a:lnTo>
                  <a:pt x="1676400" y="447675"/>
                </a:lnTo>
                <a:lnTo>
                  <a:pt x="1666875" y="447675"/>
                </a:lnTo>
                <a:close/>
                <a:moveTo>
                  <a:pt x="1685925" y="438150"/>
                </a:moveTo>
                <a:lnTo>
                  <a:pt x="1695450" y="438150"/>
                </a:lnTo>
                <a:lnTo>
                  <a:pt x="1695450" y="447675"/>
                </a:lnTo>
                <a:lnTo>
                  <a:pt x="1704975" y="447675"/>
                </a:lnTo>
                <a:lnTo>
                  <a:pt x="1704975" y="457200"/>
                </a:lnTo>
                <a:lnTo>
                  <a:pt x="1695450" y="457200"/>
                </a:lnTo>
                <a:lnTo>
                  <a:pt x="1695450" y="466725"/>
                </a:lnTo>
                <a:lnTo>
                  <a:pt x="1685925" y="466725"/>
                </a:lnTo>
                <a:lnTo>
                  <a:pt x="1685925" y="457200"/>
                </a:lnTo>
                <a:lnTo>
                  <a:pt x="1676400" y="457200"/>
                </a:lnTo>
                <a:lnTo>
                  <a:pt x="1676400" y="447675"/>
                </a:lnTo>
                <a:lnTo>
                  <a:pt x="1685925" y="447675"/>
                </a:lnTo>
                <a:close/>
                <a:moveTo>
                  <a:pt x="1104900" y="447675"/>
                </a:moveTo>
                <a:lnTo>
                  <a:pt x="1133475" y="447675"/>
                </a:lnTo>
                <a:lnTo>
                  <a:pt x="1133475" y="457200"/>
                </a:lnTo>
                <a:lnTo>
                  <a:pt x="1104900" y="457200"/>
                </a:lnTo>
                <a:close/>
                <a:moveTo>
                  <a:pt x="1143000" y="447675"/>
                </a:moveTo>
                <a:lnTo>
                  <a:pt x="1152525" y="447675"/>
                </a:lnTo>
                <a:lnTo>
                  <a:pt x="1152525" y="457200"/>
                </a:lnTo>
                <a:lnTo>
                  <a:pt x="1143000" y="457200"/>
                </a:lnTo>
                <a:close/>
                <a:moveTo>
                  <a:pt x="1171575" y="447675"/>
                </a:moveTo>
                <a:lnTo>
                  <a:pt x="1181100" y="447675"/>
                </a:lnTo>
                <a:lnTo>
                  <a:pt x="1181100" y="457200"/>
                </a:lnTo>
                <a:lnTo>
                  <a:pt x="1171575" y="457200"/>
                </a:lnTo>
                <a:close/>
                <a:moveTo>
                  <a:pt x="1190625" y="447675"/>
                </a:moveTo>
                <a:lnTo>
                  <a:pt x="1200150" y="447675"/>
                </a:lnTo>
                <a:lnTo>
                  <a:pt x="1200150" y="476250"/>
                </a:lnTo>
                <a:lnTo>
                  <a:pt x="1190625" y="476250"/>
                </a:lnTo>
                <a:close/>
                <a:moveTo>
                  <a:pt x="1647825" y="457200"/>
                </a:moveTo>
                <a:lnTo>
                  <a:pt x="1657350" y="457200"/>
                </a:lnTo>
                <a:lnTo>
                  <a:pt x="1657350" y="485775"/>
                </a:lnTo>
                <a:lnTo>
                  <a:pt x="1647825" y="485775"/>
                </a:lnTo>
                <a:close/>
                <a:moveTo>
                  <a:pt x="1724025" y="457200"/>
                </a:moveTo>
                <a:lnTo>
                  <a:pt x="1733550" y="457200"/>
                </a:lnTo>
                <a:lnTo>
                  <a:pt x="1733550" y="476250"/>
                </a:lnTo>
                <a:lnTo>
                  <a:pt x="1724025" y="476250"/>
                </a:lnTo>
                <a:close/>
                <a:moveTo>
                  <a:pt x="314325" y="466725"/>
                </a:moveTo>
                <a:lnTo>
                  <a:pt x="342900" y="466725"/>
                </a:lnTo>
                <a:lnTo>
                  <a:pt x="342900" y="476250"/>
                </a:lnTo>
                <a:lnTo>
                  <a:pt x="314325" y="476250"/>
                </a:lnTo>
                <a:close/>
                <a:moveTo>
                  <a:pt x="1085850" y="466725"/>
                </a:moveTo>
                <a:lnTo>
                  <a:pt x="1095375" y="466725"/>
                </a:lnTo>
                <a:lnTo>
                  <a:pt x="1095375" y="485775"/>
                </a:lnTo>
                <a:lnTo>
                  <a:pt x="1085850" y="485775"/>
                </a:lnTo>
                <a:close/>
                <a:moveTo>
                  <a:pt x="1104900" y="466725"/>
                </a:moveTo>
                <a:lnTo>
                  <a:pt x="1114425" y="466725"/>
                </a:lnTo>
                <a:lnTo>
                  <a:pt x="1114425" y="476250"/>
                </a:lnTo>
                <a:lnTo>
                  <a:pt x="1104900" y="476250"/>
                </a:lnTo>
                <a:close/>
                <a:moveTo>
                  <a:pt x="1704975" y="466725"/>
                </a:moveTo>
                <a:lnTo>
                  <a:pt x="1714500" y="466725"/>
                </a:lnTo>
                <a:lnTo>
                  <a:pt x="1714500" y="476250"/>
                </a:lnTo>
                <a:lnTo>
                  <a:pt x="1704975" y="476250"/>
                </a:lnTo>
                <a:close/>
                <a:moveTo>
                  <a:pt x="542925" y="485775"/>
                </a:moveTo>
                <a:lnTo>
                  <a:pt x="552450" y="485775"/>
                </a:lnTo>
                <a:lnTo>
                  <a:pt x="552450" y="495300"/>
                </a:lnTo>
                <a:lnTo>
                  <a:pt x="542925" y="495300"/>
                </a:lnTo>
                <a:close/>
                <a:moveTo>
                  <a:pt x="590550" y="485775"/>
                </a:moveTo>
                <a:lnTo>
                  <a:pt x="600075" y="485775"/>
                </a:lnTo>
                <a:lnTo>
                  <a:pt x="600075" y="495300"/>
                </a:lnTo>
                <a:lnTo>
                  <a:pt x="590550" y="495300"/>
                </a:lnTo>
                <a:close/>
                <a:moveTo>
                  <a:pt x="476250" y="504825"/>
                </a:moveTo>
                <a:lnTo>
                  <a:pt x="495300" y="504825"/>
                </a:lnTo>
                <a:lnTo>
                  <a:pt x="495300" y="514350"/>
                </a:lnTo>
                <a:lnTo>
                  <a:pt x="476250" y="514350"/>
                </a:lnTo>
                <a:close/>
                <a:moveTo>
                  <a:pt x="114300" y="523875"/>
                </a:moveTo>
                <a:lnTo>
                  <a:pt x="133350" y="523875"/>
                </a:lnTo>
                <a:lnTo>
                  <a:pt x="133350" y="533400"/>
                </a:lnTo>
                <a:lnTo>
                  <a:pt x="114300" y="533400"/>
                </a:lnTo>
                <a:close/>
                <a:moveTo>
                  <a:pt x="914400" y="523875"/>
                </a:moveTo>
                <a:lnTo>
                  <a:pt x="942975" y="523875"/>
                </a:lnTo>
                <a:lnTo>
                  <a:pt x="942975" y="542925"/>
                </a:lnTo>
                <a:lnTo>
                  <a:pt x="971550" y="542925"/>
                </a:lnTo>
                <a:lnTo>
                  <a:pt x="971550" y="561975"/>
                </a:lnTo>
                <a:lnTo>
                  <a:pt x="962025" y="561975"/>
                </a:lnTo>
                <a:lnTo>
                  <a:pt x="962025" y="590550"/>
                </a:lnTo>
                <a:lnTo>
                  <a:pt x="952500" y="590550"/>
                </a:lnTo>
                <a:lnTo>
                  <a:pt x="952500" y="600075"/>
                </a:lnTo>
                <a:lnTo>
                  <a:pt x="942975" y="600075"/>
                </a:lnTo>
                <a:lnTo>
                  <a:pt x="942975" y="552450"/>
                </a:lnTo>
                <a:lnTo>
                  <a:pt x="914400" y="552450"/>
                </a:lnTo>
                <a:lnTo>
                  <a:pt x="914400" y="542925"/>
                </a:lnTo>
                <a:lnTo>
                  <a:pt x="923925" y="542925"/>
                </a:lnTo>
                <a:lnTo>
                  <a:pt x="923925" y="533400"/>
                </a:lnTo>
                <a:lnTo>
                  <a:pt x="914400" y="533400"/>
                </a:lnTo>
                <a:close/>
                <a:moveTo>
                  <a:pt x="133350" y="533400"/>
                </a:moveTo>
                <a:lnTo>
                  <a:pt x="152400" y="533400"/>
                </a:lnTo>
                <a:lnTo>
                  <a:pt x="152400" y="552450"/>
                </a:lnTo>
                <a:lnTo>
                  <a:pt x="133350" y="552450"/>
                </a:lnTo>
                <a:close/>
                <a:moveTo>
                  <a:pt x="266700" y="533400"/>
                </a:moveTo>
                <a:lnTo>
                  <a:pt x="276225" y="533400"/>
                </a:lnTo>
                <a:lnTo>
                  <a:pt x="276225" y="552450"/>
                </a:lnTo>
                <a:lnTo>
                  <a:pt x="266700" y="552450"/>
                </a:lnTo>
                <a:close/>
                <a:moveTo>
                  <a:pt x="876300" y="542925"/>
                </a:moveTo>
                <a:lnTo>
                  <a:pt x="895350" y="542925"/>
                </a:lnTo>
                <a:lnTo>
                  <a:pt x="895350" y="561975"/>
                </a:lnTo>
                <a:lnTo>
                  <a:pt x="876300" y="561975"/>
                </a:lnTo>
                <a:close/>
                <a:moveTo>
                  <a:pt x="1609725" y="542925"/>
                </a:moveTo>
                <a:lnTo>
                  <a:pt x="1619250" y="542925"/>
                </a:lnTo>
                <a:lnTo>
                  <a:pt x="1619250" y="561975"/>
                </a:lnTo>
                <a:lnTo>
                  <a:pt x="1609725" y="561975"/>
                </a:lnTo>
                <a:lnTo>
                  <a:pt x="1609725" y="571500"/>
                </a:lnTo>
                <a:lnTo>
                  <a:pt x="1600200" y="571500"/>
                </a:lnTo>
                <a:lnTo>
                  <a:pt x="1600200" y="561975"/>
                </a:lnTo>
                <a:lnTo>
                  <a:pt x="1590675" y="561975"/>
                </a:lnTo>
                <a:lnTo>
                  <a:pt x="1590675" y="552450"/>
                </a:lnTo>
                <a:lnTo>
                  <a:pt x="1609725" y="552450"/>
                </a:lnTo>
                <a:close/>
                <a:moveTo>
                  <a:pt x="152400" y="552450"/>
                </a:moveTo>
                <a:lnTo>
                  <a:pt x="161925" y="552450"/>
                </a:lnTo>
                <a:lnTo>
                  <a:pt x="161925" y="561975"/>
                </a:lnTo>
                <a:lnTo>
                  <a:pt x="152400" y="561975"/>
                </a:lnTo>
                <a:close/>
                <a:moveTo>
                  <a:pt x="781050" y="552450"/>
                </a:moveTo>
                <a:lnTo>
                  <a:pt x="790575" y="552450"/>
                </a:lnTo>
                <a:lnTo>
                  <a:pt x="790575" y="581025"/>
                </a:lnTo>
                <a:lnTo>
                  <a:pt x="781050" y="581025"/>
                </a:lnTo>
                <a:lnTo>
                  <a:pt x="781050" y="590550"/>
                </a:lnTo>
                <a:lnTo>
                  <a:pt x="762000" y="590550"/>
                </a:lnTo>
                <a:lnTo>
                  <a:pt x="762000" y="581025"/>
                </a:lnTo>
                <a:lnTo>
                  <a:pt x="771525" y="581025"/>
                </a:lnTo>
                <a:lnTo>
                  <a:pt x="771525" y="571500"/>
                </a:lnTo>
                <a:lnTo>
                  <a:pt x="762000" y="571500"/>
                </a:lnTo>
                <a:lnTo>
                  <a:pt x="762000" y="561975"/>
                </a:lnTo>
                <a:lnTo>
                  <a:pt x="781050" y="561975"/>
                </a:lnTo>
                <a:close/>
                <a:moveTo>
                  <a:pt x="1724025" y="552450"/>
                </a:moveTo>
                <a:lnTo>
                  <a:pt x="1733550" y="552450"/>
                </a:lnTo>
                <a:lnTo>
                  <a:pt x="1733550" y="590550"/>
                </a:lnTo>
                <a:lnTo>
                  <a:pt x="1724025" y="590550"/>
                </a:lnTo>
                <a:close/>
                <a:moveTo>
                  <a:pt x="114300" y="581025"/>
                </a:moveTo>
                <a:lnTo>
                  <a:pt x="123825" y="581025"/>
                </a:lnTo>
                <a:lnTo>
                  <a:pt x="123825" y="619125"/>
                </a:lnTo>
                <a:lnTo>
                  <a:pt x="133350" y="619125"/>
                </a:lnTo>
                <a:lnTo>
                  <a:pt x="133350" y="600075"/>
                </a:lnTo>
                <a:lnTo>
                  <a:pt x="142875" y="600075"/>
                </a:lnTo>
                <a:lnTo>
                  <a:pt x="142875" y="619125"/>
                </a:lnTo>
                <a:lnTo>
                  <a:pt x="133350" y="619125"/>
                </a:lnTo>
                <a:lnTo>
                  <a:pt x="133350" y="647700"/>
                </a:lnTo>
                <a:lnTo>
                  <a:pt x="114300" y="647700"/>
                </a:lnTo>
                <a:close/>
                <a:moveTo>
                  <a:pt x="180975" y="581025"/>
                </a:moveTo>
                <a:lnTo>
                  <a:pt x="200025" y="581025"/>
                </a:lnTo>
                <a:lnTo>
                  <a:pt x="200025" y="590550"/>
                </a:lnTo>
                <a:lnTo>
                  <a:pt x="190500" y="590550"/>
                </a:lnTo>
                <a:lnTo>
                  <a:pt x="190500" y="600075"/>
                </a:lnTo>
                <a:lnTo>
                  <a:pt x="180975" y="600075"/>
                </a:lnTo>
                <a:close/>
                <a:moveTo>
                  <a:pt x="152400" y="600075"/>
                </a:moveTo>
                <a:lnTo>
                  <a:pt x="161925" y="600075"/>
                </a:lnTo>
                <a:lnTo>
                  <a:pt x="161925" y="609600"/>
                </a:lnTo>
                <a:lnTo>
                  <a:pt x="152400" y="609600"/>
                </a:lnTo>
                <a:close/>
                <a:moveTo>
                  <a:pt x="857250" y="609600"/>
                </a:moveTo>
                <a:lnTo>
                  <a:pt x="866775" y="609600"/>
                </a:lnTo>
                <a:lnTo>
                  <a:pt x="866775" y="638175"/>
                </a:lnTo>
                <a:lnTo>
                  <a:pt x="857250" y="638175"/>
                </a:lnTo>
                <a:lnTo>
                  <a:pt x="857250" y="647700"/>
                </a:lnTo>
                <a:lnTo>
                  <a:pt x="838200" y="647700"/>
                </a:lnTo>
                <a:lnTo>
                  <a:pt x="838200" y="619125"/>
                </a:lnTo>
                <a:lnTo>
                  <a:pt x="857250" y="619125"/>
                </a:lnTo>
                <a:close/>
                <a:moveTo>
                  <a:pt x="1362075" y="609600"/>
                </a:moveTo>
                <a:lnTo>
                  <a:pt x="1371600" y="609600"/>
                </a:lnTo>
                <a:lnTo>
                  <a:pt x="1371600" y="619125"/>
                </a:lnTo>
                <a:lnTo>
                  <a:pt x="1362075" y="619125"/>
                </a:lnTo>
                <a:close/>
                <a:moveTo>
                  <a:pt x="752475" y="619125"/>
                </a:moveTo>
                <a:lnTo>
                  <a:pt x="771525" y="619125"/>
                </a:lnTo>
                <a:lnTo>
                  <a:pt x="771525" y="628650"/>
                </a:lnTo>
                <a:lnTo>
                  <a:pt x="781050" y="628650"/>
                </a:lnTo>
                <a:lnTo>
                  <a:pt x="781050" y="647700"/>
                </a:lnTo>
                <a:lnTo>
                  <a:pt x="762000" y="647700"/>
                </a:lnTo>
                <a:lnTo>
                  <a:pt x="762000" y="638175"/>
                </a:lnTo>
                <a:lnTo>
                  <a:pt x="752475" y="638175"/>
                </a:lnTo>
                <a:close/>
                <a:moveTo>
                  <a:pt x="152400" y="628650"/>
                </a:moveTo>
                <a:lnTo>
                  <a:pt x="161925" y="628650"/>
                </a:lnTo>
                <a:lnTo>
                  <a:pt x="161925" y="647700"/>
                </a:lnTo>
                <a:lnTo>
                  <a:pt x="152400" y="647700"/>
                </a:lnTo>
                <a:lnTo>
                  <a:pt x="152400" y="657225"/>
                </a:lnTo>
                <a:lnTo>
                  <a:pt x="142875" y="657225"/>
                </a:lnTo>
                <a:lnTo>
                  <a:pt x="142875" y="638175"/>
                </a:lnTo>
                <a:lnTo>
                  <a:pt x="152400" y="638175"/>
                </a:lnTo>
                <a:close/>
                <a:moveTo>
                  <a:pt x="342900" y="628650"/>
                </a:moveTo>
                <a:lnTo>
                  <a:pt x="352425" y="628650"/>
                </a:lnTo>
                <a:lnTo>
                  <a:pt x="352425" y="647700"/>
                </a:lnTo>
                <a:lnTo>
                  <a:pt x="342900" y="647700"/>
                </a:lnTo>
                <a:close/>
                <a:moveTo>
                  <a:pt x="1390650" y="638175"/>
                </a:moveTo>
                <a:lnTo>
                  <a:pt x="1400175" y="638175"/>
                </a:lnTo>
                <a:lnTo>
                  <a:pt x="1400175" y="647700"/>
                </a:lnTo>
                <a:lnTo>
                  <a:pt x="1390650" y="647700"/>
                </a:lnTo>
                <a:close/>
                <a:moveTo>
                  <a:pt x="238125" y="647700"/>
                </a:moveTo>
                <a:lnTo>
                  <a:pt x="247650" y="647700"/>
                </a:lnTo>
                <a:lnTo>
                  <a:pt x="247650" y="666750"/>
                </a:lnTo>
                <a:lnTo>
                  <a:pt x="238125" y="666750"/>
                </a:lnTo>
                <a:close/>
                <a:moveTo>
                  <a:pt x="276225" y="647700"/>
                </a:moveTo>
                <a:lnTo>
                  <a:pt x="285750" y="647700"/>
                </a:lnTo>
                <a:lnTo>
                  <a:pt x="285750" y="657225"/>
                </a:lnTo>
                <a:lnTo>
                  <a:pt x="276225" y="657225"/>
                </a:lnTo>
                <a:close/>
                <a:moveTo>
                  <a:pt x="476250" y="647700"/>
                </a:moveTo>
                <a:lnTo>
                  <a:pt x="485775" y="647700"/>
                </a:lnTo>
                <a:lnTo>
                  <a:pt x="485775" y="657225"/>
                </a:lnTo>
                <a:lnTo>
                  <a:pt x="476250" y="657225"/>
                </a:lnTo>
                <a:close/>
                <a:moveTo>
                  <a:pt x="371475" y="657225"/>
                </a:moveTo>
                <a:lnTo>
                  <a:pt x="381000" y="657225"/>
                </a:lnTo>
                <a:lnTo>
                  <a:pt x="381000" y="666750"/>
                </a:lnTo>
                <a:lnTo>
                  <a:pt x="371475" y="666750"/>
                </a:lnTo>
                <a:close/>
                <a:moveTo>
                  <a:pt x="247650" y="666750"/>
                </a:moveTo>
                <a:lnTo>
                  <a:pt x="257175" y="666750"/>
                </a:lnTo>
                <a:lnTo>
                  <a:pt x="257175" y="676275"/>
                </a:lnTo>
                <a:lnTo>
                  <a:pt x="247650" y="676275"/>
                </a:lnTo>
                <a:close/>
                <a:moveTo>
                  <a:pt x="276225" y="666750"/>
                </a:moveTo>
                <a:lnTo>
                  <a:pt x="295275" y="666750"/>
                </a:lnTo>
                <a:lnTo>
                  <a:pt x="295275" y="676275"/>
                </a:lnTo>
                <a:lnTo>
                  <a:pt x="285750" y="676275"/>
                </a:lnTo>
                <a:lnTo>
                  <a:pt x="285750" y="695325"/>
                </a:lnTo>
                <a:lnTo>
                  <a:pt x="276225" y="695325"/>
                </a:lnTo>
                <a:close/>
                <a:moveTo>
                  <a:pt x="238125" y="676275"/>
                </a:moveTo>
                <a:lnTo>
                  <a:pt x="247650" y="676275"/>
                </a:lnTo>
                <a:lnTo>
                  <a:pt x="247650" y="685800"/>
                </a:lnTo>
                <a:lnTo>
                  <a:pt x="257175" y="685800"/>
                </a:lnTo>
                <a:lnTo>
                  <a:pt x="257175" y="695325"/>
                </a:lnTo>
                <a:lnTo>
                  <a:pt x="247650" y="695325"/>
                </a:lnTo>
                <a:lnTo>
                  <a:pt x="247650" y="704850"/>
                </a:lnTo>
                <a:lnTo>
                  <a:pt x="238125" y="704850"/>
                </a:lnTo>
                <a:close/>
                <a:moveTo>
                  <a:pt x="438150" y="676275"/>
                </a:moveTo>
                <a:lnTo>
                  <a:pt x="447675" y="676275"/>
                </a:lnTo>
                <a:lnTo>
                  <a:pt x="447675" y="685800"/>
                </a:lnTo>
                <a:lnTo>
                  <a:pt x="438150" y="685800"/>
                </a:lnTo>
                <a:close/>
                <a:moveTo>
                  <a:pt x="200025" y="685800"/>
                </a:moveTo>
                <a:lnTo>
                  <a:pt x="219075" y="685800"/>
                </a:lnTo>
                <a:lnTo>
                  <a:pt x="219075" y="704850"/>
                </a:lnTo>
                <a:lnTo>
                  <a:pt x="200025" y="704850"/>
                </a:lnTo>
                <a:close/>
                <a:moveTo>
                  <a:pt x="333375" y="695325"/>
                </a:moveTo>
                <a:lnTo>
                  <a:pt x="342900" y="695325"/>
                </a:lnTo>
                <a:lnTo>
                  <a:pt x="342900" y="704850"/>
                </a:lnTo>
                <a:lnTo>
                  <a:pt x="333375" y="704850"/>
                </a:lnTo>
                <a:close/>
                <a:moveTo>
                  <a:pt x="533400" y="704850"/>
                </a:moveTo>
                <a:lnTo>
                  <a:pt x="552450" y="704850"/>
                </a:lnTo>
                <a:lnTo>
                  <a:pt x="552450" y="723900"/>
                </a:lnTo>
                <a:lnTo>
                  <a:pt x="533400" y="723900"/>
                </a:lnTo>
                <a:close/>
                <a:moveTo>
                  <a:pt x="1362075" y="704850"/>
                </a:moveTo>
                <a:lnTo>
                  <a:pt x="1381125" y="704850"/>
                </a:lnTo>
                <a:lnTo>
                  <a:pt x="1381125" y="723900"/>
                </a:lnTo>
                <a:lnTo>
                  <a:pt x="1362075" y="723900"/>
                </a:lnTo>
                <a:close/>
                <a:moveTo>
                  <a:pt x="514350" y="714375"/>
                </a:moveTo>
                <a:lnTo>
                  <a:pt x="523875" y="714375"/>
                </a:lnTo>
                <a:lnTo>
                  <a:pt x="523875" y="723900"/>
                </a:lnTo>
                <a:lnTo>
                  <a:pt x="514350" y="723900"/>
                </a:lnTo>
                <a:close/>
                <a:moveTo>
                  <a:pt x="847725" y="714375"/>
                </a:moveTo>
                <a:lnTo>
                  <a:pt x="857250" y="714375"/>
                </a:lnTo>
                <a:lnTo>
                  <a:pt x="857250" y="723900"/>
                </a:lnTo>
                <a:lnTo>
                  <a:pt x="847725" y="723900"/>
                </a:lnTo>
                <a:close/>
                <a:moveTo>
                  <a:pt x="200025" y="733425"/>
                </a:moveTo>
                <a:lnTo>
                  <a:pt x="209550" y="733425"/>
                </a:lnTo>
                <a:lnTo>
                  <a:pt x="209550" y="762000"/>
                </a:lnTo>
                <a:lnTo>
                  <a:pt x="200025" y="762000"/>
                </a:lnTo>
                <a:close/>
                <a:moveTo>
                  <a:pt x="1200150" y="771525"/>
                </a:moveTo>
                <a:lnTo>
                  <a:pt x="1219200" y="771525"/>
                </a:lnTo>
                <a:lnTo>
                  <a:pt x="1219200" y="790575"/>
                </a:lnTo>
                <a:lnTo>
                  <a:pt x="1228725" y="790575"/>
                </a:lnTo>
                <a:lnTo>
                  <a:pt x="1228725" y="800100"/>
                </a:lnTo>
                <a:lnTo>
                  <a:pt x="1219200" y="800100"/>
                </a:lnTo>
                <a:lnTo>
                  <a:pt x="1219200" y="809625"/>
                </a:lnTo>
                <a:lnTo>
                  <a:pt x="1209675" y="809625"/>
                </a:lnTo>
                <a:lnTo>
                  <a:pt x="1209675" y="819150"/>
                </a:lnTo>
                <a:lnTo>
                  <a:pt x="1200150" y="819150"/>
                </a:lnTo>
                <a:lnTo>
                  <a:pt x="1200150" y="809625"/>
                </a:lnTo>
                <a:lnTo>
                  <a:pt x="1190625" y="809625"/>
                </a:lnTo>
                <a:lnTo>
                  <a:pt x="1190625" y="800100"/>
                </a:lnTo>
                <a:lnTo>
                  <a:pt x="1181100" y="800100"/>
                </a:lnTo>
                <a:lnTo>
                  <a:pt x="1181100" y="790575"/>
                </a:lnTo>
                <a:lnTo>
                  <a:pt x="1190625" y="790575"/>
                </a:lnTo>
                <a:lnTo>
                  <a:pt x="1190625" y="781050"/>
                </a:lnTo>
                <a:lnTo>
                  <a:pt x="1200150" y="781050"/>
                </a:lnTo>
                <a:close/>
                <a:moveTo>
                  <a:pt x="1295400" y="771525"/>
                </a:moveTo>
                <a:lnTo>
                  <a:pt x="1314450" y="771525"/>
                </a:lnTo>
                <a:lnTo>
                  <a:pt x="1314450" y="790575"/>
                </a:lnTo>
                <a:lnTo>
                  <a:pt x="1295400" y="790575"/>
                </a:lnTo>
                <a:close/>
                <a:moveTo>
                  <a:pt x="390525" y="790575"/>
                </a:moveTo>
                <a:lnTo>
                  <a:pt x="400050" y="790575"/>
                </a:lnTo>
                <a:lnTo>
                  <a:pt x="400050" y="809625"/>
                </a:lnTo>
                <a:lnTo>
                  <a:pt x="390525" y="809625"/>
                </a:lnTo>
                <a:lnTo>
                  <a:pt x="390525" y="828675"/>
                </a:lnTo>
                <a:lnTo>
                  <a:pt x="361950" y="828675"/>
                </a:lnTo>
                <a:lnTo>
                  <a:pt x="361950" y="838200"/>
                </a:lnTo>
                <a:lnTo>
                  <a:pt x="352425" y="838200"/>
                </a:lnTo>
                <a:lnTo>
                  <a:pt x="352425" y="828675"/>
                </a:lnTo>
                <a:lnTo>
                  <a:pt x="342900" y="828675"/>
                </a:lnTo>
                <a:lnTo>
                  <a:pt x="342900" y="819150"/>
                </a:lnTo>
                <a:lnTo>
                  <a:pt x="361950" y="819150"/>
                </a:lnTo>
                <a:lnTo>
                  <a:pt x="361950" y="809625"/>
                </a:lnTo>
                <a:lnTo>
                  <a:pt x="352425" y="809625"/>
                </a:lnTo>
                <a:lnTo>
                  <a:pt x="352425" y="800100"/>
                </a:lnTo>
                <a:lnTo>
                  <a:pt x="390525" y="800100"/>
                </a:lnTo>
                <a:close/>
                <a:moveTo>
                  <a:pt x="257175" y="800100"/>
                </a:moveTo>
                <a:lnTo>
                  <a:pt x="266700" y="800100"/>
                </a:lnTo>
                <a:lnTo>
                  <a:pt x="266700" y="809625"/>
                </a:lnTo>
                <a:lnTo>
                  <a:pt x="257175" y="809625"/>
                </a:lnTo>
                <a:close/>
                <a:moveTo>
                  <a:pt x="304800" y="800100"/>
                </a:moveTo>
                <a:lnTo>
                  <a:pt x="333375" y="800100"/>
                </a:lnTo>
                <a:lnTo>
                  <a:pt x="333375" y="809625"/>
                </a:lnTo>
                <a:lnTo>
                  <a:pt x="323850" y="809625"/>
                </a:lnTo>
                <a:lnTo>
                  <a:pt x="323850" y="828675"/>
                </a:lnTo>
                <a:lnTo>
                  <a:pt x="295275" y="828675"/>
                </a:lnTo>
                <a:lnTo>
                  <a:pt x="295275" y="819150"/>
                </a:lnTo>
                <a:lnTo>
                  <a:pt x="304800" y="819150"/>
                </a:lnTo>
                <a:close/>
                <a:moveTo>
                  <a:pt x="238125" y="809625"/>
                </a:moveTo>
                <a:lnTo>
                  <a:pt x="257175" y="809625"/>
                </a:lnTo>
                <a:lnTo>
                  <a:pt x="257175" y="819150"/>
                </a:lnTo>
                <a:lnTo>
                  <a:pt x="238125" y="819150"/>
                </a:lnTo>
                <a:close/>
                <a:moveTo>
                  <a:pt x="266700" y="809625"/>
                </a:moveTo>
                <a:lnTo>
                  <a:pt x="285750" y="809625"/>
                </a:lnTo>
                <a:lnTo>
                  <a:pt x="285750" y="828675"/>
                </a:lnTo>
                <a:lnTo>
                  <a:pt x="257175" y="828675"/>
                </a:lnTo>
                <a:lnTo>
                  <a:pt x="257175" y="819150"/>
                </a:lnTo>
                <a:lnTo>
                  <a:pt x="266700" y="819150"/>
                </a:lnTo>
                <a:close/>
                <a:moveTo>
                  <a:pt x="495300" y="809625"/>
                </a:moveTo>
                <a:lnTo>
                  <a:pt x="542925" y="809625"/>
                </a:lnTo>
                <a:lnTo>
                  <a:pt x="542925" y="828675"/>
                </a:lnTo>
                <a:lnTo>
                  <a:pt x="533400" y="828675"/>
                </a:lnTo>
                <a:lnTo>
                  <a:pt x="533400" y="819150"/>
                </a:lnTo>
                <a:lnTo>
                  <a:pt x="514350" y="819150"/>
                </a:lnTo>
                <a:lnTo>
                  <a:pt x="514350" y="828675"/>
                </a:lnTo>
                <a:lnTo>
                  <a:pt x="504825" y="828675"/>
                </a:lnTo>
                <a:lnTo>
                  <a:pt x="504825" y="819150"/>
                </a:lnTo>
                <a:lnTo>
                  <a:pt x="495300" y="819150"/>
                </a:lnTo>
                <a:close/>
                <a:moveTo>
                  <a:pt x="619125" y="809625"/>
                </a:moveTo>
                <a:lnTo>
                  <a:pt x="628650" y="809625"/>
                </a:lnTo>
                <a:lnTo>
                  <a:pt x="628650" y="819150"/>
                </a:lnTo>
                <a:lnTo>
                  <a:pt x="619125" y="819150"/>
                </a:lnTo>
                <a:close/>
                <a:moveTo>
                  <a:pt x="285750" y="828675"/>
                </a:moveTo>
                <a:lnTo>
                  <a:pt x="295275" y="828675"/>
                </a:lnTo>
                <a:lnTo>
                  <a:pt x="295275" y="838200"/>
                </a:lnTo>
                <a:lnTo>
                  <a:pt x="285750" y="838200"/>
                </a:lnTo>
                <a:close/>
                <a:moveTo>
                  <a:pt x="1133475" y="838200"/>
                </a:moveTo>
                <a:lnTo>
                  <a:pt x="1143000" y="838200"/>
                </a:lnTo>
                <a:lnTo>
                  <a:pt x="1143000" y="857250"/>
                </a:lnTo>
                <a:lnTo>
                  <a:pt x="1133475" y="857250"/>
                </a:lnTo>
                <a:close/>
                <a:moveTo>
                  <a:pt x="1009650" y="847725"/>
                </a:moveTo>
                <a:lnTo>
                  <a:pt x="1019175" y="847725"/>
                </a:lnTo>
                <a:lnTo>
                  <a:pt x="1019175" y="857250"/>
                </a:lnTo>
                <a:lnTo>
                  <a:pt x="1009650" y="857250"/>
                </a:lnTo>
                <a:close/>
                <a:moveTo>
                  <a:pt x="781050" y="876300"/>
                </a:moveTo>
                <a:lnTo>
                  <a:pt x="800100" y="876300"/>
                </a:lnTo>
                <a:lnTo>
                  <a:pt x="800100" y="895350"/>
                </a:lnTo>
                <a:lnTo>
                  <a:pt x="790575" y="895350"/>
                </a:lnTo>
                <a:lnTo>
                  <a:pt x="790575" y="904875"/>
                </a:lnTo>
                <a:lnTo>
                  <a:pt x="781050" y="904875"/>
                </a:lnTo>
                <a:close/>
                <a:moveTo>
                  <a:pt x="828675" y="885825"/>
                </a:moveTo>
                <a:lnTo>
                  <a:pt x="838200" y="885825"/>
                </a:lnTo>
                <a:lnTo>
                  <a:pt x="838200" y="914400"/>
                </a:lnTo>
                <a:lnTo>
                  <a:pt x="828675" y="914400"/>
                </a:lnTo>
                <a:lnTo>
                  <a:pt x="828675" y="923925"/>
                </a:lnTo>
                <a:lnTo>
                  <a:pt x="819150" y="923925"/>
                </a:lnTo>
                <a:lnTo>
                  <a:pt x="819150" y="895350"/>
                </a:lnTo>
                <a:lnTo>
                  <a:pt x="828675" y="895350"/>
                </a:lnTo>
                <a:close/>
                <a:moveTo>
                  <a:pt x="609600" y="904875"/>
                </a:moveTo>
                <a:lnTo>
                  <a:pt x="638175" y="904875"/>
                </a:lnTo>
                <a:lnTo>
                  <a:pt x="638175" y="914400"/>
                </a:lnTo>
                <a:lnTo>
                  <a:pt x="609600" y="914400"/>
                </a:lnTo>
                <a:close/>
                <a:moveTo>
                  <a:pt x="847725" y="904875"/>
                </a:moveTo>
                <a:lnTo>
                  <a:pt x="857250" y="904875"/>
                </a:lnTo>
                <a:lnTo>
                  <a:pt x="857250" y="914400"/>
                </a:lnTo>
                <a:lnTo>
                  <a:pt x="847725" y="914400"/>
                </a:lnTo>
                <a:close/>
                <a:moveTo>
                  <a:pt x="247650" y="914400"/>
                </a:moveTo>
                <a:lnTo>
                  <a:pt x="266700" y="914400"/>
                </a:lnTo>
                <a:lnTo>
                  <a:pt x="266700" y="923925"/>
                </a:lnTo>
                <a:lnTo>
                  <a:pt x="247650" y="923925"/>
                </a:lnTo>
                <a:close/>
                <a:moveTo>
                  <a:pt x="361950" y="914400"/>
                </a:moveTo>
                <a:lnTo>
                  <a:pt x="371475" y="914400"/>
                </a:lnTo>
                <a:lnTo>
                  <a:pt x="371475" y="923925"/>
                </a:lnTo>
                <a:lnTo>
                  <a:pt x="361950" y="923925"/>
                </a:lnTo>
                <a:close/>
                <a:moveTo>
                  <a:pt x="838200" y="914400"/>
                </a:moveTo>
                <a:lnTo>
                  <a:pt x="847725" y="914400"/>
                </a:lnTo>
                <a:lnTo>
                  <a:pt x="847725" y="933450"/>
                </a:lnTo>
                <a:lnTo>
                  <a:pt x="838200" y="933450"/>
                </a:lnTo>
                <a:close/>
                <a:moveTo>
                  <a:pt x="638175" y="923925"/>
                </a:moveTo>
                <a:lnTo>
                  <a:pt x="647700" y="923925"/>
                </a:lnTo>
                <a:lnTo>
                  <a:pt x="647700" y="933450"/>
                </a:lnTo>
                <a:lnTo>
                  <a:pt x="638175" y="933450"/>
                </a:lnTo>
                <a:close/>
                <a:moveTo>
                  <a:pt x="885825" y="923925"/>
                </a:moveTo>
                <a:lnTo>
                  <a:pt x="895350" y="923925"/>
                </a:lnTo>
                <a:lnTo>
                  <a:pt x="895350" y="933450"/>
                </a:lnTo>
                <a:lnTo>
                  <a:pt x="885825" y="933450"/>
                </a:lnTo>
                <a:close/>
                <a:moveTo>
                  <a:pt x="904875" y="933450"/>
                </a:moveTo>
                <a:lnTo>
                  <a:pt x="914400" y="933450"/>
                </a:lnTo>
                <a:lnTo>
                  <a:pt x="914400" y="942975"/>
                </a:lnTo>
                <a:lnTo>
                  <a:pt x="904875" y="942975"/>
                </a:lnTo>
                <a:close/>
                <a:moveTo>
                  <a:pt x="1095375" y="933450"/>
                </a:moveTo>
                <a:lnTo>
                  <a:pt x="1104900" y="933450"/>
                </a:lnTo>
                <a:lnTo>
                  <a:pt x="1104900" y="952500"/>
                </a:lnTo>
                <a:lnTo>
                  <a:pt x="1095375" y="952500"/>
                </a:lnTo>
                <a:close/>
                <a:moveTo>
                  <a:pt x="190500" y="971550"/>
                </a:moveTo>
                <a:lnTo>
                  <a:pt x="200025" y="971550"/>
                </a:lnTo>
                <a:lnTo>
                  <a:pt x="200025" y="981075"/>
                </a:lnTo>
                <a:lnTo>
                  <a:pt x="190500" y="981075"/>
                </a:lnTo>
                <a:close/>
                <a:moveTo>
                  <a:pt x="628650" y="971550"/>
                </a:moveTo>
                <a:lnTo>
                  <a:pt x="638175" y="971550"/>
                </a:lnTo>
                <a:lnTo>
                  <a:pt x="638175" y="981075"/>
                </a:lnTo>
                <a:lnTo>
                  <a:pt x="628650" y="981075"/>
                </a:lnTo>
                <a:close/>
                <a:moveTo>
                  <a:pt x="809625" y="971550"/>
                </a:moveTo>
                <a:lnTo>
                  <a:pt x="828675" y="971550"/>
                </a:lnTo>
                <a:lnTo>
                  <a:pt x="828675" y="981075"/>
                </a:lnTo>
                <a:lnTo>
                  <a:pt x="809625" y="981075"/>
                </a:lnTo>
                <a:close/>
                <a:moveTo>
                  <a:pt x="847725" y="971550"/>
                </a:moveTo>
                <a:lnTo>
                  <a:pt x="866775" y="971550"/>
                </a:lnTo>
                <a:lnTo>
                  <a:pt x="866775" y="981075"/>
                </a:lnTo>
                <a:lnTo>
                  <a:pt x="885825" y="981075"/>
                </a:lnTo>
                <a:lnTo>
                  <a:pt x="885825" y="990600"/>
                </a:lnTo>
                <a:lnTo>
                  <a:pt x="876300" y="990600"/>
                </a:lnTo>
                <a:lnTo>
                  <a:pt x="876300" y="1009650"/>
                </a:lnTo>
                <a:lnTo>
                  <a:pt x="866775" y="1009650"/>
                </a:lnTo>
                <a:lnTo>
                  <a:pt x="866775" y="1019175"/>
                </a:lnTo>
                <a:lnTo>
                  <a:pt x="847725" y="1019175"/>
                </a:lnTo>
                <a:lnTo>
                  <a:pt x="847725" y="1028700"/>
                </a:lnTo>
                <a:lnTo>
                  <a:pt x="828675" y="1028700"/>
                </a:lnTo>
                <a:lnTo>
                  <a:pt x="828675" y="1009650"/>
                </a:lnTo>
                <a:lnTo>
                  <a:pt x="838200" y="1009650"/>
                </a:lnTo>
                <a:lnTo>
                  <a:pt x="838200" y="1000125"/>
                </a:lnTo>
                <a:lnTo>
                  <a:pt x="828675" y="1000125"/>
                </a:lnTo>
                <a:lnTo>
                  <a:pt x="828675" y="981075"/>
                </a:lnTo>
                <a:lnTo>
                  <a:pt x="847725" y="981075"/>
                </a:lnTo>
                <a:close/>
                <a:moveTo>
                  <a:pt x="180975" y="981075"/>
                </a:moveTo>
                <a:lnTo>
                  <a:pt x="190500" y="981075"/>
                </a:lnTo>
                <a:lnTo>
                  <a:pt x="190500" y="1000125"/>
                </a:lnTo>
                <a:lnTo>
                  <a:pt x="200025" y="1000125"/>
                </a:lnTo>
                <a:lnTo>
                  <a:pt x="200025" y="990600"/>
                </a:lnTo>
                <a:lnTo>
                  <a:pt x="209550" y="990600"/>
                </a:lnTo>
                <a:lnTo>
                  <a:pt x="209550" y="1000125"/>
                </a:lnTo>
                <a:lnTo>
                  <a:pt x="219075" y="1000125"/>
                </a:lnTo>
                <a:lnTo>
                  <a:pt x="219075" y="1019175"/>
                </a:lnTo>
                <a:lnTo>
                  <a:pt x="228600" y="1019175"/>
                </a:lnTo>
                <a:lnTo>
                  <a:pt x="228600" y="1028700"/>
                </a:lnTo>
                <a:lnTo>
                  <a:pt x="190500" y="1028700"/>
                </a:lnTo>
                <a:lnTo>
                  <a:pt x="190500" y="1009650"/>
                </a:lnTo>
                <a:lnTo>
                  <a:pt x="180975" y="1009650"/>
                </a:lnTo>
                <a:close/>
                <a:moveTo>
                  <a:pt x="723900" y="990600"/>
                </a:moveTo>
                <a:lnTo>
                  <a:pt x="733425" y="990600"/>
                </a:lnTo>
                <a:lnTo>
                  <a:pt x="733425" y="1019175"/>
                </a:lnTo>
                <a:lnTo>
                  <a:pt x="714375" y="1019175"/>
                </a:lnTo>
                <a:lnTo>
                  <a:pt x="714375" y="1009650"/>
                </a:lnTo>
                <a:lnTo>
                  <a:pt x="723900" y="1009650"/>
                </a:lnTo>
                <a:close/>
                <a:moveTo>
                  <a:pt x="809625" y="990600"/>
                </a:moveTo>
                <a:lnTo>
                  <a:pt x="819150" y="990600"/>
                </a:lnTo>
                <a:lnTo>
                  <a:pt x="819150" y="1000125"/>
                </a:lnTo>
                <a:lnTo>
                  <a:pt x="809625" y="1000125"/>
                </a:lnTo>
                <a:close/>
                <a:moveTo>
                  <a:pt x="228600" y="1000125"/>
                </a:moveTo>
                <a:lnTo>
                  <a:pt x="238125" y="1000125"/>
                </a:lnTo>
                <a:lnTo>
                  <a:pt x="238125" y="1009650"/>
                </a:lnTo>
                <a:lnTo>
                  <a:pt x="228600" y="1009650"/>
                </a:lnTo>
                <a:close/>
                <a:moveTo>
                  <a:pt x="752475" y="1009650"/>
                </a:moveTo>
                <a:lnTo>
                  <a:pt x="762000" y="1009650"/>
                </a:lnTo>
                <a:lnTo>
                  <a:pt x="762000" y="1019175"/>
                </a:lnTo>
                <a:lnTo>
                  <a:pt x="752475" y="1019175"/>
                </a:lnTo>
                <a:close/>
                <a:moveTo>
                  <a:pt x="457200" y="1019175"/>
                </a:moveTo>
                <a:lnTo>
                  <a:pt x="466725" y="1019175"/>
                </a:lnTo>
                <a:lnTo>
                  <a:pt x="466725" y="1028700"/>
                </a:lnTo>
                <a:lnTo>
                  <a:pt x="457200" y="1028700"/>
                </a:lnTo>
                <a:close/>
                <a:moveTo>
                  <a:pt x="495300" y="1019175"/>
                </a:moveTo>
                <a:lnTo>
                  <a:pt x="523875" y="1019175"/>
                </a:lnTo>
                <a:lnTo>
                  <a:pt x="523875" y="1038225"/>
                </a:lnTo>
                <a:lnTo>
                  <a:pt x="514350" y="1038225"/>
                </a:lnTo>
                <a:lnTo>
                  <a:pt x="514350" y="1028700"/>
                </a:lnTo>
                <a:lnTo>
                  <a:pt x="495300" y="1028700"/>
                </a:lnTo>
                <a:close/>
                <a:moveTo>
                  <a:pt x="695325" y="1019175"/>
                </a:moveTo>
                <a:lnTo>
                  <a:pt x="704850" y="1019175"/>
                </a:lnTo>
                <a:lnTo>
                  <a:pt x="704850" y="1028700"/>
                </a:lnTo>
                <a:lnTo>
                  <a:pt x="723900" y="1028700"/>
                </a:lnTo>
                <a:lnTo>
                  <a:pt x="723900" y="1047750"/>
                </a:lnTo>
                <a:lnTo>
                  <a:pt x="714375" y="1047750"/>
                </a:lnTo>
                <a:lnTo>
                  <a:pt x="714375" y="1057275"/>
                </a:lnTo>
                <a:lnTo>
                  <a:pt x="704850" y="1057275"/>
                </a:lnTo>
                <a:lnTo>
                  <a:pt x="704850" y="1066800"/>
                </a:lnTo>
                <a:lnTo>
                  <a:pt x="695325" y="1066800"/>
                </a:lnTo>
                <a:lnTo>
                  <a:pt x="695325" y="1057275"/>
                </a:lnTo>
                <a:lnTo>
                  <a:pt x="676275" y="1057275"/>
                </a:lnTo>
                <a:lnTo>
                  <a:pt x="676275" y="1047750"/>
                </a:lnTo>
                <a:lnTo>
                  <a:pt x="666750" y="1047750"/>
                </a:lnTo>
                <a:lnTo>
                  <a:pt x="666750" y="1038225"/>
                </a:lnTo>
                <a:lnTo>
                  <a:pt x="685800" y="1038225"/>
                </a:lnTo>
                <a:lnTo>
                  <a:pt x="685800" y="1028700"/>
                </a:lnTo>
                <a:lnTo>
                  <a:pt x="695325" y="1028700"/>
                </a:lnTo>
                <a:close/>
                <a:moveTo>
                  <a:pt x="790575" y="1019175"/>
                </a:moveTo>
                <a:lnTo>
                  <a:pt x="800100" y="1019175"/>
                </a:lnTo>
                <a:lnTo>
                  <a:pt x="800100" y="1028700"/>
                </a:lnTo>
                <a:lnTo>
                  <a:pt x="790575" y="1028700"/>
                </a:lnTo>
                <a:close/>
                <a:moveTo>
                  <a:pt x="647700" y="1028700"/>
                </a:moveTo>
                <a:lnTo>
                  <a:pt x="657225" y="1028700"/>
                </a:lnTo>
                <a:lnTo>
                  <a:pt x="657225" y="1038225"/>
                </a:lnTo>
                <a:lnTo>
                  <a:pt x="647700" y="1038225"/>
                </a:lnTo>
                <a:close/>
                <a:moveTo>
                  <a:pt x="752475" y="1028700"/>
                </a:moveTo>
                <a:lnTo>
                  <a:pt x="790575" y="1028700"/>
                </a:lnTo>
                <a:lnTo>
                  <a:pt x="790575" y="1038225"/>
                </a:lnTo>
                <a:lnTo>
                  <a:pt x="800100" y="1038225"/>
                </a:lnTo>
                <a:lnTo>
                  <a:pt x="800100" y="1047750"/>
                </a:lnTo>
                <a:lnTo>
                  <a:pt x="752475" y="1047750"/>
                </a:lnTo>
                <a:close/>
                <a:moveTo>
                  <a:pt x="142875" y="1038225"/>
                </a:moveTo>
                <a:lnTo>
                  <a:pt x="161925" y="1038225"/>
                </a:lnTo>
                <a:lnTo>
                  <a:pt x="161925" y="1047750"/>
                </a:lnTo>
                <a:lnTo>
                  <a:pt x="152400" y="1047750"/>
                </a:lnTo>
                <a:lnTo>
                  <a:pt x="152400" y="1057275"/>
                </a:lnTo>
                <a:lnTo>
                  <a:pt x="142875" y="1057275"/>
                </a:lnTo>
                <a:close/>
                <a:moveTo>
                  <a:pt x="266700" y="1038225"/>
                </a:moveTo>
                <a:lnTo>
                  <a:pt x="276225" y="1038225"/>
                </a:lnTo>
                <a:lnTo>
                  <a:pt x="276225" y="1047750"/>
                </a:lnTo>
                <a:lnTo>
                  <a:pt x="266700" y="1047750"/>
                </a:lnTo>
                <a:close/>
                <a:moveTo>
                  <a:pt x="123825" y="1047750"/>
                </a:moveTo>
                <a:lnTo>
                  <a:pt x="133350" y="1047750"/>
                </a:lnTo>
                <a:lnTo>
                  <a:pt x="133350" y="1057275"/>
                </a:lnTo>
                <a:lnTo>
                  <a:pt x="123825" y="1057275"/>
                </a:lnTo>
                <a:close/>
                <a:moveTo>
                  <a:pt x="200025" y="1057275"/>
                </a:moveTo>
                <a:lnTo>
                  <a:pt x="209550" y="1057275"/>
                </a:lnTo>
                <a:lnTo>
                  <a:pt x="209550" y="1066800"/>
                </a:lnTo>
                <a:lnTo>
                  <a:pt x="200025" y="1066800"/>
                </a:lnTo>
                <a:close/>
                <a:moveTo>
                  <a:pt x="200025" y="1076325"/>
                </a:moveTo>
                <a:lnTo>
                  <a:pt x="209550" y="1076325"/>
                </a:lnTo>
                <a:lnTo>
                  <a:pt x="209550" y="1085850"/>
                </a:lnTo>
                <a:lnTo>
                  <a:pt x="200025" y="1085850"/>
                </a:lnTo>
                <a:close/>
                <a:moveTo>
                  <a:pt x="476250" y="1076325"/>
                </a:moveTo>
                <a:lnTo>
                  <a:pt x="485775" y="1076325"/>
                </a:lnTo>
                <a:lnTo>
                  <a:pt x="485775" y="1085850"/>
                </a:lnTo>
                <a:lnTo>
                  <a:pt x="476250" y="1085850"/>
                </a:lnTo>
                <a:close/>
                <a:moveTo>
                  <a:pt x="304800" y="1114425"/>
                </a:moveTo>
                <a:lnTo>
                  <a:pt x="314325" y="1114425"/>
                </a:lnTo>
                <a:lnTo>
                  <a:pt x="314325" y="1123950"/>
                </a:lnTo>
                <a:lnTo>
                  <a:pt x="304800" y="1123950"/>
                </a:lnTo>
                <a:close/>
                <a:moveTo>
                  <a:pt x="323850" y="1114425"/>
                </a:moveTo>
                <a:lnTo>
                  <a:pt x="333375" y="1114425"/>
                </a:lnTo>
                <a:lnTo>
                  <a:pt x="333375" y="1123950"/>
                </a:lnTo>
                <a:lnTo>
                  <a:pt x="323850" y="1123950"/>
                </a:lnTo>
                <a:close/>
                <a:moveTo>
                  <a:pt x="1647825" y="1152525"/>
                </a:moveTo>
                <a:lnTo>
                  <a:pt x="1657350" y="1152525"/>
                </a:lnTo>
                <a:lnTo>
                  <a:pt x="1657350" y="1162050"/>
                </a:lnTo>
                <a:lnTo>
                  <a:pt x="1647825" y="1162050"/>
                </a:lnTo>
                <a:close/>
                <a:moveTo>
                  <a:pt x="1657350" y="1162050"/>
                </a:moveTo>
                <a:lnTo>
                  <a:pt x="1666875" y="1162050"/>
                </a:lnTo>
                <a:lnTo>
                  <a:pt x="1666875" y="1171575"/>
                </a:lnTo>
                <a:lnTo>
                  <a:pt x="1657350" y="1171575"/>
                </a:lnTo>
                <a:close/>
                <a:moveTo>
                  <a:pt x="1733550" y="1181100"/>
                </a:moveTo>
                <a:lnTo>
                  <a:pt x="1743075" y="1181100"/>
                </a:lnTo>
                <a:lnTo>
                  <a:pt x="1743075" y="1219200"/>
                </a:lnTo>
                <a:lnTo>
                  <a:pt x="1724025" y="1219200"/>
                </a:lnTo>
                <a:lnTo>
                  <a:pt x="1724025" y="1228725"/>
                </a:lnTo>
                <a:lnTo>
                  <a:pt x="1695450" y="1228725"/>
                </a:lnTo>
                <a:lnTo>
                  <a:pt x="1695450" y="1219200"/>
                </a:lnTo>
                <a:lnTo>
                  <a:pt x="1704975" y="1219200"/>
                </a:lnTo>
                <a:lnTo>
                  <a:pt x="1704975" y="1209675"/>
                </a:lnTo>
                <a:lnTo>
                  <a:pt x="1714500" y="1209675"/>
                </a:lnTo>
                <a:lnTo>
                  <a:pt x="1714500" y="1190625"/>
                </a:lnTo>
                <a:lnTo>
                  <a:pt x="1724025" y="1190625"/>
                </a:lnTo>
                <a:lnTo>
                  <a:pt x="1724025" y="1209675"/>
                </a:lnTo>
                <a:lnTo>
                  <a:pt x="1733550" y="1209675"/>
                </a:lnTo>
                <a:close/>
                <a:moveTo>
                  <a:pt x="180975" y="1209675"/>
                </a:moveTo>
                <a:lnTo>
                  <a:pt x="200025" y="1209675"/>
                </a:lnTo>
                <a:lnTo>
                  <a:pt x="200025" y="1219200"/>
                </a:lnTo>
                <a:lnTo>
                  <a:pt x="180975" y="1219200"/>
                </a:lnTo>
                <a:close/>
                <a:moveTo>
                  <a:pt x="1733550" y="1228725"/>
                </a:moveTo>
                <a:lnTo>
                  <a:pt x="1743075" y="1228725"/>
                </a:lnTo>
                <a:lnTo>
                  <a:pt x="1743075" y="1247775"/>
                </a:lnTo>
                <a:lnTo>
                  <a:pt x="1733550" y="1247775"/>
                </a:lnTo>
                <a:close/>
                <a:moveTo>
                  <a:pt x="1685925" y="1238250"/>
                </a:moveTo>
                <a:lnTo>
                  <a:pt x="1695450" y="1238250"/>
                </a:lnTo>
                <a:lnTo>
                  <a:pt x="1695450" y="1247775"/>
                </a:lnTo>
                <a:lnTo>
                  <a:pt x="1685925" y="1247775"/>
                </a:lnTo>
                <a:close/>
                <a:moveTo>
                  <a:pt x="1704975" y="1238250"/>
                </a:moveTo>
                <a:lnTo>
                  <a:pt x="1724025" y="1238250"/>
                </a:lnTo>
                <a:lnTo>
                  <a:pt x="1724025" y="1257300"/>
                </a:lnTo>
                <a:lnTo>
                  <a:pt x="1704975" y="1257300"/>
                </a:lnTo>
                <a:close/>
                <a:moveTo>
                  <a:pt x="1695450" y="1257300"/>
                </a:moveTo>
                <a:lnTo>
                  <a:pt x="1704975" y="1257300"/>
                </a:lnTo>
                <a:lnTo>
                  <a:pt x="1704975" y="1266825"/>
                </a:lnTo>
                <a:lnTo>
                  <a:pt x="1695450" y="1266825"/>
                </a:lnTo>
                <a:close/>
                <a:moveTo>
                  <a:pt x="1724025" y="1257300"/>
                </a:moveTo>
                <a:lnTo>
                  <a:pt x="1733550" y="1257300"/>
                </a:lnTo>
                <a:lnTo>
                  <a:pt x="1733550" y="1266825"/>
                </a:lnTo>
                <a:lnTo>
                  <a:pt x="1724025" y="1266825"/>
                </a:lnTo>
                <a:close/>
                <a:moveTo>
                  <a:pt x="123825" y="1304925"/>
                </a:moveTo>
                <a:lnTo>
                  <a:pt x="133350" y="1304925"/>
                </a:lnTo>
                <a:lnTo>
                  <a:pt x="133350" y="1323975"/>
                </a:lnTo>
                <a:lnTo>
                  <a:pt x="123825" y="1323975"/>
                </a:lnTo>
                <a:close/>
                <a:moveTo>
                  <a:pt x="142875" y="1304925"/>
                </a:moveTo>
                <a:lnTo>
                  <a:pt x="152400" y="1304925"/>
                </a:lnTo>
                <a:lnTo>
                  <a:pt x="152400" y="1343025"/>
                </a:lnTo>
                <a:lnTo>
                  <a:pt x="142875" y="1343025"/>
                </a:lnTo>
                <a:close/>
                <a:moveTo>
                  <a:pt x="1657350" y="1314450"/>
                </a:moveTo>
                <a:lnTo>
                  <a:pt x="1666875" y="1314450"/>
                </a:lnTo>
                <a:lnTo>
                  <a:pt x="1666875" y="1323975"/>
                </a:lnTo>
                <a:lnTo>
                  <a:pt x="1657350" y="1323975"/>
                </a:lnTo>
                <a:close/>
                <a:moveTo>
                  <a:pt x="1647825" y="1323975"/>
                </a:moveTo>
                <a:lnTo>
                  <a:pt x="1657350" y="1323975"/>
                </a:lnTo>
                <a:lnTo>
                  <a:pt x="1657350" y="1333500"/>
                </a:lnTo>
                <a:lnTo>
                  <a:pt x="1647825" y="1333500"/>
                </a:lnTo>
                <a:close/>
                <a:moveTo>
                  <a:pt x="381000" y="1371600"/>
                </a:moveTo>
                <a:lnTo>
                  <a:pt x="390525" y="1371600"/>
                </a:lnTo>
                <a:lnTo>
                  <a:pt x="390525" y="1390650"/>
                </a:lnTo>
                <a:lnTo>
                  <a:pt x="381000" y="1390650"/>
                </a:lnTo>
                <a:close/>
                <a:moveTo>
                  <a:pt x="1533525" y="1371600"/>
                </a:moveTo>
                <a:lnTo>
                  <a:pt x="1543050" y="1371600"/>
                </a:lnTo>
                <a:lnTo>
                  <a:pt x="1543050" y="1381125"/>
                </a:lnTo>
                <a:lnTo>
                  <a:pt x="1533525" y="1381125"/>
                </a:lnTo>
                <a:close/>
                <a:moveTo>
                  <a:pt x="542925" y="1381125"/>
                </a:moveTo>
                <a:lnTo>
                  <a:pt x="552450" y="1381125"/>
                </a:lnTo>
                <a:lnTo>
                  <a:pt x="552450" y="1390650"/>
                </a:lnTo>
                <a:lnTo>
                  <a:pt x="542925" y="1390650"/>
                </a:lnTo>
                <a:close/>
                <a:moveTo>
                  <a:pt x="1066800" y="1381125"/>
                </a:moveTo>
                <a:lnTo>
                  <a:pt x="1076325" y="1381125"/>
                </a:lnTo>
                <a:lnTo>
                  <a:pt x="1076325" y="1390650"/>
                </a:lnTo>
                <a:lnTo>
                  <a:pt x="1066800" y="1390650"/>
                </a:lnTo>
                <a:close/>
                <a:moveTo>
                  <a:pt x="238125" y="1390650"/>
                </a:moveTo>
                <a:lnTo>
                  <a:pt x="257175" y="1390650"/>
                </a:lnTo>
                <a:lnTo>
                  <a:pt x="257175" y="1409700"/>
                </a:lnTo>
                <a:lnTo>
                  <a:pt x="238125" y="1409700"/>
                </a:lnTo>
                <a:lnTo>
                  <a:pt x="238125" y="1428750"/>
                </a:lnTo>
                <a:lnTo>
                  <a:pt x="257175" y="1428750"/>
                </a:lnTo>
                <a:lnTo>
                  <a:pt x="257175" y="1438275"/>
                </a:lnTo>
                <a:lnTo>
                  <a:pt x="238125" y="1438275"/>
                </a:lnTo>
                <a:lnTo>
                  <a:pt x="238125" y="1447800"/>
                </a:lnTo>
                <a:lnTo>
                  <a:pt x="228600" y="1447800"/>
                </a:lnTo>
                <a:lnTo>
                  <a:pt x="228600" y="1400175"/>
                </a:lnTo>
                <a:lnTo>
                  <a:pt x="238125" y="1400175"/>
                </a:lnTo>
                <a:close/>
                <a:moveTo>
                  <a:pt x="1076325" y="1390650"/>
                </a:moveTo>
                <a:lnTo>
                  <a:pt x="1095375" y="1390650"/>
                </a:lnTo>
                <a:lnTo>
                  <a:pt x="1095375" y="1400175"/>
                </a:lnTo>
                <a:lnTo>
                  <a:pt x="1085850" y="1400175"/>
                </a:lnTo>
                <a:lnTo>
                  <a:pt x="1085850" y="1409700"/>
                </a:lnTo>
                <a:lnTo>
                  <a:pt x="1076325" y="1409700"/>
                </a:lnTo>
                <a:close/>
                <a:moveTo>
                  <a:pt x="295275" y="1400175"/>
                </a:moveTo>
                <a:lnTo>
                  <a:pt x="323850" y="1400175"/>
                </a:lnTo>
                <a:lnTo>
                  <a:pt x="323850" y="1409700"/>
                </a:lnTo>
                <a:lnTo>
                  <a:pt x="333375" y="1409700"/>
                </a:lnTo>
                <a:lnTo>
                  <a:pt x="333375" y="1419225"/>
                </a:lnTo>
                <a:lnTo>
                  <a:pt x="342900" y="1419225"/>
                </a:lnTo>
                <a:lnTo>
                  <a:pt x="342900" y="1428750"/>
                </a:lnTo>
                <a:lnTo>
                  <a:pt x="361950" y="1428750"/>
                </a:lnTo>
                <a:lnTo>
                  <a:pt x="361950" y="1419225"/>
                </a:lnTo>
                <a:lnTo>
                  <a:pt x="381000" y="1419225"/>
                </a:lnTo>
                <a:lnTo>
                  <a:pt x="381000" y="1428750"/>
                </a:lnTo>
                <a:lnTo>
                  <a:pt x="361950" y="1428750"/>
                </a:lnTo>
                <a:lnTo>
                  <a:pt x="361950" y="1438275"/>
                </a:lnTo>
                <a:lnTo>
                  <a:pt x="371475" y="1438275"/>
                </a:lnTo>
                <a:lnTo>
                  <a:pt x="371475" y="1476375"/>
                </a:lnTo>
                <a:lnTo>
                  <a:pt x="361950" y="1476375"/>
                </a:lnTo>
                <a:lnTo>
                  <a:pt x="361950" y="1466850"/>
                </a:lnTo>
                <a:lnTo>
                  <a:pt x="333375" y="1466850"/>
                </a:lnTo>
                <a:lnTo>
                  <a:pt x="333375" y="1438275"/>
                </a:lnTo>
                <a:lnTo>
                  <a:pt x="323850" y="1438275"/>
                </a:lnTo>
                <a:lnTo>
                  <a:pt x="323850" y="1428750"/>
                </a:lnTo>
                <a:lnTo>
                  <a:pt x="304800" y="1428750"/>
                </a:lnTo>
                <a:lnTo>
                  <a:pt x="304800" y="1419225"/>
                </a:lnTo>
                <a:lnTo>
                  <a:pt x="295275" y="1419225"/>
                </a:lnTo>
                <a:close/>
                <a:moveTo>
                  <a:pt x="1647825" y="1409700"/>
                </a:moveTo>
                <a:lnTo>
                  <a:pt x="1657350" y="1409700"/>
                </a:lnTo>
                <a:lnTo>
                  <a:pt x="1657350" y="1419225"/>
                </a:lnTo>
                <a:lnTo>
                  <a:pt x="1647825" y="1419225"/>
                </a:lnTo>
                <a:close/>
                <a:moveTo>
                  <a:pt x="590550" y="1419225"/>
                </a:moveTo>
                <a:lnTo>
                  <a:pt x="600075" y="1419225"/>
                </a:lnTo>
                <a:lnTo>
                  <a:pt x="600075" y="1428750"/>
                </a:lnTo>
                <a:lnTo>
                  <a:pt x="590550" y="1428750"/>
                </a:lnTo>
                <a:close/>
                <a:moveTo>
                  <a:pt x="647700" y="1419225"/>
                </a:moveTo>
                <a:lnTo>
                  <a:pt x="657225" y="1419225"/>
                </a:lnTo>
                <a:lnTo>
                  <a:pt x="657225" y="1428750"/>
                </a:lnTo>
                <a:lnTo>
                  <a:pt x="647700" y="1428750"/>
                </a:lnTo>
                <a:close/>
                <a:moveTo>
                  <a:pt x="781050" y="1419225"/>
                </a:moveTo>
                <a:lnTo>
                  <a:pt x="800100" y="1419225"/>
                </a:lnTo>
                <a:lnTo>
                  <a:pt x="800100" y="1428750"/>
                </a:lnTo>
                <a:lnTo>
                  <a:pt x="819150" y="1428750"/>
                </a:lnTo>
                <a:lnTo>
                  <a:pt x="819150" y="1438275"/>
                </a:lnTo>
                <a:lnTo>
                  <a:pt x="809625" y="1438275"/>
                </a:lnTo>
                <a:lnTo>
                  <a:pt x="809625" y="1447800"/>
                </a:lnTo>
                <a:lnTo>
                  <a:pt x="790575" y="1447800"/>
                </a:lnTo>
                <a:lnTo>
                  <a:pt x="790575" y="1428750"/>
                </a:lnTo>
                <a:lnTo>
                  <a:pt x="781050" y="1428750"/>
                </a:lnTo>
                <a:close/>
                <a:moveTo>
                  <a:pt x="1133475" y="1419225"/>
                </a:moveTo>
                <a:lnTo>
                  <a:pt x="1162050" y="1419225"/>
                </a:lnTo>
                <a:lnTo>
                  <a:pt x="1162050" y="1438275"/>
                </a:lnTo>
                <a:lnTo>
                  <a:pt x="1133475" y="1438275"/>
                </a:lnTo>
                <a:close/>
                <a:moveTo>
                  <a:pt x="1590675" y="1419225"/>
                </a:moveTo>
                <a:lnTo>
                  <a:pt x="1609725" y="1419225"/>
                </a:lnTo>
                <a:lnTo>
                  <a:pt x="1609725" y="1428750"/>
                </a:lnTo>
                <a:lnTo>
                  <a:pt x="1619250" y="1428750"/>
                </a:lnTo>
                <a:lnTo>
                  <a:pt x="1619250" y="1438275"/>
                </a:lnTo>
                <a:lnTo>
                  <a:pt x="1628775" y="1438275"/>
                </a:lnTo>
                <a:lnTo>
                  <a:pt x="1628775" y="1457325"/>
                </a:lnTo>
                <a:lnTo>
                  <a:pt x="1638300" y="1457325"/>
                </a:lnTo>
                <a:lnTo>
                  <a:pt x="1638300" y="1485900"/>
                </a:lnTo>
                <a:lnTo>
                  <a:pt x="1647825" y="1485900"/>
                </a:lnTo>
                <a:lnTo>
                  <a:pt x="1647825" y="1495425"/>
                </a:lnTo>
                <a:lnTo>
                  <a:pt x="1619250" y="1495425"/>
                </a:lnTo>
                <a:lnTo>
                  <a:pt x="1619250" y="1485900"/>
                </a:lnTo>
                <a:lnTo>
                  <a:pt x="1628775" y="1485900"/>
                </a:lnTo>
                <a:lnTo>
                  <a:pt x="1628775" y="1476375"/>
                </a:lnTo>
                <a:lnTo>
                  <a:pt x="1619250" y="1476375"/>
                </a:lnTo>
                <a:lnTo>
                  <a:pt x="1619250" y="1466850"/>
                </a:lnTo>
                <a:lnTo>
                  <a:pt x="1609725" y="1466850"/>
                </a:lnTo>
                <a:lnTo>
                  <a:pt x="1609725" y="1457325"/>
                </a:lnTo>
                <a:lnTo>
                  <a:pt x="1590675" y="1457325"/>
                </a:lnTo>
                <a:close/>
                <a:moveTo>
                  <a:pt x="295275" y="1428750"/>
                </a:moveTo>
                <a:lnTo>
                  <a:pt x="304800" y="1428750"/>
                </a:lnTo>
                <a:lnTo>
                  <a:pt x="304800" y="1438275"/>
                </a:lnTo>
                <a:lnTo>
                  <a:pt x="295275" y="1438275"/>
                </a:lnTo>
                <a:close/>
                <a:moveTo>
                  <a:pt x="1647825" y="1428750"/>
                </a:moveTo>
                <a:lnTo>
                  <a:pt x="1657350" y="1428750"/>
                </a:lnTo>
                <a:lnTo>
                  <a:pt x="1657350" y="1438275"/>
                </a:lnTo>
                <a:lnTo>
                  <a:pt x="1647825" y="1438275"/>
                </a:lnTo>
                <a:close/>
                <a:moveTo>
                  <a:pt x="200025" y="1438275"/>
                </a:moveTo>
                <a:lnTo>
                  <a:pt x="209550" y="1438275"/>
                </a:lnTo>
                <a:lnTo>
                  <a:pt x="209550" y="1447800"/>
                </a:lnTo>
                <a:lnTo>
                  <a:pt x="219075" y="1447800"/>
                </a:lnTo>
                <a:lnTo>
                  <a:pt x="219075" y="1457325"/>
                </a:lnTo>
                <a:lnTo>
                  <a:pt x="209550" y="1457325"/>
                </a:lnTo>
                <a:lnTo>
                  <a:pt x="209550" y="1476375"/>
                </a:lnTo>
                <a:lnTo>
                  <a:pt x="180975" y="1476375"/>
                </a:lnTo>
                <a:lnTo>
                  <a:pt x="180975" y="1466850"/>
                </a:lnTo>
                <a:lnTo>
                  <a:pt x="200025" y="1466850"/>
                </a:lnTo>
                <a:close/>
                <a:moveTo>
                  <a:pt x="276225" y="1438275"/>
                </a:moveTo>
                <a:lnTo>
                  <a:pt x="285750" y="1438275"/>
                </a:lnTo>
                <a:lnTo>
                  <a:pt x="285750" y="1447800"/>
                </a:lnTo>
                <a:lnTo>
                  <a:pt x="276225" y="1447800"/>
                </a:lnTo>
                <a:close/>
                <a:moveTo>
                  <a:pt x="600075" y="1438275"/>
                </a:moveTo>
                <a:lnTo>
                  <a:pt x="609600" y="1438275"/>
                </a:lnTo>
                <a:lnTo>
                  <a:pt x="609600" y="1447800"/>
                </a:lnTo>
                <a:lnTo>
                  <a:pt x="600075" y="1447800"/>
                </a:lnTo>
                <a:close/>
                <a:moveTo>
                  <a:pt x="666750" y="1438275"/>
                </a:moveTo>
                <a:lnTo>
                  <a:pt x="704850" y="1438275"/>
                </a:lnTo>
                <a:lnTo>
                  <a:pt x="704850" y="1457325"/>
                </a:lnTo>
                <a:lnTo>
                  <a:pt x="676275" y="1457325"/>
                </a:lnTo>
                <a:lnTo>
                  <a:pt x="676275" y="1447800"/>
                </a:lnTo>
                <a:lnTo>
                  <a:pt x="666750" y="1447800"/>
                </a:lnTo>
                <a:close/>
                <a:moveTo>
                  <a:pt x="238125" y="1457325"/>
                </a:moveTo>
                <a:lnTo>
                  <a:pt x="247650" y="1457325"/>
                </a:lnTo>
                <a:lnTo>
                  <a:pt x="247650" y="1466850"/>
                </a:lnTo>
                <a:lnTo>
                  <a:pt x="238125" y="1466850"/>
                </a:lnTo>
                <a:close/>
                <a:moveTo>
                  <a:pt x="1724025" y="1457325"/>
                </a:moveTo>
                <a:lnTo>
                  <a:pt x="1733550" y="1457325"/>
                </a:lnTo>
                <a:lnTo>
                  <a:pt x="1733550" y="1466850"/>
                </a:lnTo>
                <a:lnTo>
                  <a:pt x="1724025" y="1466850"/>
                </a:lnTo>
                <a:close/>
                <a:moveTo>
                  <a:pt x="247650" y="1466850"/>
                </a:moveTo>
                <a:lnTo>
                  <a:pt x="266700" y="1466850"/>
                </a:lnTo>
                <a:lnTo>
                  <a:pt x="266700" y="1476375"/>
                </a:lnTo>
                <a:lnTo>
                  <a:pt x="247650" y="1476375"/>
                </a:lnTo>
                <a:close/>
                <a:moveTo>
                  <a:pt x="752475" y="1466850"/>
                </a:moveTo>
                <a:lnTo>
                  <a:pt x="762000" y="1466850"/>
                </a:lnTo>
                <a:lnTo>
                  <a:pt x="762000" y="1476375"/>
                </a:lnTo>
                <a:lnTo>
                  <a:pt x="752475" y="1476375"/>
                </a:lnTo>
                <a:close/>
                <a:moveTo>
                  <a:pt x="1571625" y="1466850"/>
                </a:moveTo>
                <a:lnTo>
                  <a:pt x="1581150" y="1466850"/>
                </a:lnTo>
                <a:lnTo>
                  <a:pt x="1581150" y="1476375"/>
                </a:lnTo>
                <a:lnTo>
                  <a:pt x="1571625" y="1476375"/>
                </a:lnTo>
                <a:close/>
                <a:moveTo>
                  <a:pt x="1733550" y="1466850"/>
                </a:moveTo>
                <a:lnTo>
                  <a:pt x="1743075" y="1466850"/>
                </a:lnTo>
                <a:lnTo>
                  <a:pt x="1743075" y="1495425"/>
                </a:lnTo>
                <a:lnTo>
                  <a:pt x="1733550" y="1495425"/>
                </a:lnTo>
                <a:close/>
                <a:moveTo>
                  <a:pt x="333375" y="1476375"/>
                </a:moveTo>
                <a:lnTo>
                  <a:pt x="361950" y="1476375"/>
                </a:lnTo>
                <a:lnTo>
                  <a:pt x="361950" y="1485900"/>
                </a:lnTo>
                <a:lnTo>
                  <a:pt x="333375" y="1485900"/>
                </a:lnTo>
                <a:close/>
                <a:moveTo>
                  <a:pt x="190500" y="1485900"/>
                </a:moveTo>
                <a:lnTo>
                  <a:pt x="209550" y="1485900"/>
                </a:lnTo>
                <a:lnTo>
                  <a:pt x="209550" y="1504950"/>
                </a:lnTo>
                <a:lnTo>
                  <a:pt x="190500" y="1504950"/>
                </a:lnTo>
                <a:close/>
                <a:moveTo>
                  <a:pt x="257175" y="1485900"/>
                </a:moveTo>
                <a:lnTo>
                  <a:pt x="276225" y="1485900"/>
                </a:lnTo>
                <a:lnTo>
                  <a:pt x="276225" y="1495425"/>
                </a:lnTo>
                <a:lnTo>
                  <a:pt x="257175" y="1495425"/>
                </a:lnTo>
                <a:close/>
                <a:moveTo>
                  <a:pt x="314325" y="1485900"/>
                </a:moveTo>
                <a:lnTo>
                  <a:pt x="323850" y="1485900"/>
                </a:lnTo>
                <a:lnTo>
                  <a:pt x="323850" y="1495425"/>
                </a:lnTo>
                <a:lnTo>
                  <a:pt x="314325" y="1495425"/>
                </a:lnTo>
                <a:close/>
                <a:moveTo>
                  <a:pt x="523875" y="1495425"/>
                </a:moveTo>
                <a:lnTo>
                  <a:pt x="533400" y="1495425"/>
                </a:lnTo>
                <a:lnTo>
                  <a:pt x="533400" y="1504950"/>
                </a:lnTo>
                <a:lnTo>
                  <a:pt x="523875" y="1504950"/>
                </a:lnTo>
                <a:close/>
                <a:moveTo>
                  <a:pt x="1724025" y="1495425"/>
                </a:moveTo>
                <a:lnTo>
                  <a:pt x="1733550" y="1495425"/>
                </a:lnTo>
                <a:lnTo>
                  <a:pt x="1733550" y="1514475"/>
                </a:lnTo>
                <a:lnTo>
                  <a:pt x="1724025" y="1514475"/>
                </a:lnTo>
                <a:close/>
                <a:moveTo>
                  <a:pt x="209550" y="1504950"/>
                </a:moveTo>
                <a:lnTo>
                  <a:pt x="219075" y="1504950"/>
                </a:lnTo>
                <a:lnTo>
                  <a:pt x="219075" y="1514475"/>
                </a:lnTo>
                <a:lnTo>
                  <a:pt x="209550" y="1514475"/>
                </a:lnTo>
                <a:close/>
                <a:moveTo>
                  <a:pt x="1562100" y="1504950"/>
                </a:moveTo>
                <a:lnTo>
                  <a:pt x="1590675" y="1504950"/>
                </a:lnTo>
                <a:lnTo>
                  <a:pt x="1590675" y="1524000"/>
                </a:lnTo>
                <a:lnTo>
                  <a:pt x="1581150" y="1524000"/>
                </a:lnTo>
                <a:lnTo>
                  <a:pt x="1581150" y="1514475"/>
                </a:lnTo>
                <a:lnTo>
                  <a:pt x="1562100" y="1514475"/>
                </a:lnTo>
                <a:close/>
                <a:moveTo>
                  <a:pt x="1628775" y="1504950"/>
                </a:moveTo>
                <a:lnTo>
                  <a:pt x="1657350" y="1504950"/>
                </a:lnTo>
                <a:lnTo>
                  <a:pt x="1657350" y="1514475"/>
                </a:lnTo>
                <a:lnTo>
                  <a:pt x="1628775" y="1514475"/>
                </a:lnTo>
                <a:close/>
                <a:moveTo>
                  <a:pt x="1733550" y="1514475"/>
                </a:moveTo>
                <a:lnTo>
                  <a:pt x="1743075" y="1514475"/>
                </a:lnTo>
                <a:lnTo>
                  <a:pt x="1743075" y="1543050"/>
                </a:lnTo>
                <a:lnTo>
                  <a:pt x="1733550" y="1543050"/>
                </a:lnTo>
                <a:close/>
                <a:moveTo>
                  <a:pt x="685800" y="1524000"/>
                </a:moveTo>
                <a:lnTo>
                  <a:pt x="704850" y="1524000"/>
                </a:lnTo>
                <a:lnTo>
                  <a:pt x="704850" y="1533525"/>
                </a:lnTo>
                <a:lnTo>
                  <a:pt x="714375" y="1533525"/>
                </a:lnTo>
                <a:lnTo>
                  <a:pt x="714375" y="1543050"/>
                </a:lnTo>
                <a:lnTo>
                  <a:pt x="704850" y="1543050"/>
                </a:lnTo>
                <a:lnTo>
                  <a:pt x="704850" y="1552575"/>
                </a:lnTo>
                <a:lnTo>
                  <a:pt x="657225" y="1552575"/>
                </a:lnTo>
                <a:lnTo>
                  <a:pt x="657225" y="1543050"/>
                </a:lnTo>
                <a:lnTo>
                  <a:pt x="666750" y="1543050"/>
                </a:lnTo>
                <a:lnTo>
                  <a:pt x="666750" y="1533525"/>
                </a:lnTo>
                <a:lnTo>
                  <a:pt x="685800" y="1533525"/>
                </a:lnTo>
                <a:close/>
                <a:moveTo>
                  <a:pt x="1524000" y="1524000"/>
                </a:moveTo>
                <a:lnTo>
                  <a:pt x="1543050" y="1524000"/>
                </a:lnTo>
                <a:lnTo>
                  <a:pt x="1543050" y="1552575"/>
                </a:lnTo>
                <a:lnTo>
                  <a:pt x="1524000" y="1552575"/>
                </a:lnTo>
                <a:close/>
                <a:moveTo>
                  <a:pt x="609600" y="1533525"/>
                </a:moveTo>
                <a:lnTo>
                  <a:pt x="619125" y="1533525"/>
                </a:lnTo>
                <a:lnTo>
                  <a:pt x="619125" y="1543050"/>
                </a:lnTo>
                <a:lnTo>
                  <a:pt x="638175" y="1543050"/>
                </a:lnTo>
                <a:lnTo>
                  <a:pt x="638175" y="1562100"/>
                </a:lnTo>
                <a:lnTo>
                  <a:pt x="628650" y="1562100"/>
                </a:lnTo>
                <a:lnTo>
                  <a:pt x="628650" y="1571625"/>
                </a:lnTo>
                <a:lnTo>
                  <a:pt x="619125" y="1571625"/>
                </a:lnTo>
                <a:lnTo>
                  <a:pt x="619125" y="1581150"/>
                </a:lnTo>
                <a:lnTo>
                  <a:pt x="609600" y="1581150"/>
                </a:lnTo>
                <a:lnTo>
                  <a:pt x="609600" y="1590675"/>
                </a:lnTo>
                <a:lnTo>
                  <a:pt x="638175" y="1590675"/>
                </a:lnTo>
                <a:lnTo>
                  <a:pt x="638175" y="1562100"/>
                </a:lnTo>
                <a:lnTo>
                  <a:pt x="647700" y="1562100"/>
                </a:lnTo>
                <a:lnTo>
                  <a:pt x="647700" y="1571625"/>
                </a:lnTo>
                <a:lnTo>
                  <a:pt x="657225" y="1571625"/>
                </a:lnTo>
                <a:lnTo>
                  <a:pt x="657225" y="1562100"/>
                </a:lnTo>
                <a:lnTo>
                  <a:pt x="666750" y="1562100"/>
                </a:lnTo>
                <a:lnTo>
                  <a:pt x="666750" y="1581150"/>
                </a:lnTo>
                <a:lnTo>
                  <a:pt x="657225" y="1581150"/>
                </a:lnTo>
                <a:lnTo>
                  <a:pt x="657225" y="1600200"/>
                </a:lnTo>
                <a:lnTo>
                  <a:pt x="609600" y="1600200"/>
                </a:lnTo>
                <a:lnTo>
                  <a:pt x="609600" y="1609725"/>
                </a:lnTo>
                <a:lnTo>
                  <a:pt x="600075" y="1609725"/>
                </a:lnTo>
                <a:lnTo>
                  <a:pt x="600075" y="1619250"/>
                </a:lnTo>
                <a:lnTo>
                  <a:pt x="581025" y="1619250"/>
                </a:lnTo>
                <a:lnTo>
                  <a:pt x="581025" y="1609725"/>
                </a:lnTo>
                <a:lnTo>
                  <a:pt x="590550" y="1609725"/>
                </a:lnTo>
                <a:lnTo>
                  <a:pt x="590550" y="1571625"/>
                </a:lnTo>
                <a:lnTo>
                  <a:pt x="600075" y="1571625"/>
                </a:lnTo>
                <a:lnTo>
                  <a:pt x="600075" y="1562100"/>
                </a:lnTo>
                <a:lnTo>
                  <a:pt x="609600" y="1562100"/>
                </a:lnTo>
                <a:close/>
                <a:moveTo>
                  <a:pt x="1438275" y="1543050"/>
                </a:moveTo>
                <a:lnTo>
                  <a:pt x="1457325" y="1543050"/>
                </a:lnTo>
                <a:lnTo>
                  <a:pt x="1457325" y="1552575"/>
                </a:lnTo>
                <a:lnTo>
                  <a:pt x="1438275" y="1552575"/>
                </a:lnTo>
                <a:close/>
                <a:moveTo>
                  <a:pt x="1724025" y="1543050"/>
                </a:moveTo>
                <a:lnTo>
                  <a:pt x="1733550" y="1543050"/>
                </a:lnTo>
                <a:lnTo>
                  <a:pt x="1733550" y="1552575"/>
                </a:lnTo>
                <a:lnTo>
                  <a:pt x="1724025" y="1552575"/>
                </a:lnTo>
                <a:close/>
                <a:moveTo>
                  <a:pt x="1600200" y="1571625"/>
                </a:moveTo>
                <a:lnTo>
                  <a:pt x="1609725" y="1571625"/>
                </a:lnTo>
                <a:lnTo>
                  <a:pt x="1609725" y="1581150"/>
                </a:lnTo>
                <a:lnTo>
                  <a:pt x="1600200" y="1581150"/>
                </a:lnTo>
                <a:close/>
                <a:moveTo>
                  <a:pt x="1114425" y="1581150"/>
                </a:moveTo>
                <a:lnTo>
                  <a:pt x="1123950" y="1581150"/>
                </a:lnTo>
                <a:lnTo>
                  <a:pt x="1123950" y="1590675"/>
                </a:lnTo>
                <a:lnTo>
                  <a:pt x="1133475" y="1590675"/>
                </a:lnTo>
                <a:lnTo>
                  <a:pt x="1133475" y="1600200"/>
                </a:lnTo>
                <a:lnTo>
                  <a:pt x="1123950" y="1600200"/>
                </a:lnTo>
                <a:lnTo>
                  <a:pt x="1123950" y="1609725"/>
                </a:lnTo>
                <a:lnTo>
                  <a:pt x="1114425" y="1609725"/>
                </a:lnTo>
                <a:lnTo>
                  <a:pt x="1114425" y="1600200"/>
                </a:lnTo>
                <a:lnTo>
                  <a:pt x="1095375" y="1600200"/>
                </a:lnTo>
                <a:lnTo>
                  <a:pt x="1095375" y="1590675"/>
                </a:lnTo>
                <a:lnTo>
                  <a:pt x="1114425" y="1590675"/>
                </a:lnTo>
                <a:close/>
                <a:moveTo>
                  <a:pt x="1447800" y="1581150"/>
                </a:moveTo>
                <a:lnTo>
                  <a:pt x="1476375" y="1581150"/>
                </a:lnTo>
                <a:lnTo>
                  <a:pt x="1476375" y="1590675"/>
                </a:lnTo>
                <a:lnTo>
                  <a:pt x="1466850" y="1590675"/>
                </a:lnTo>
                <a:lnTo>
                  <a:pt x="1466850" y="1600200"/>
                </a:lnTo>
                <a:lnTo>
                  <a:pt x="1476375" y="1600200"/>
                </a:lnTo>
                <a:lnTo>
                  <a:pt x="1476375" y="1609725"/>
                </a:lnTo>
                <a:lnTo>
                  <a:pt x="1447800" y="1609725"/>
                </a:lnTo>
                <a:lnTo>
                  <a:pt x="1447800" y="1600200"/>
                </a:lnTo>
                <a:lnTo>
                  <a:pt x="1438275" y="1600200"/>
                </a:lnTo>
                <a:lnTo>
                  <a:pt x="1438275" y="1590675"/>
                </a:lnTo>
                <a:lnTo>
                  <a:pt x="1447800" y="1590675"/>
                </a:lnTo>
                <a:close/>
                <a:moveTo>
                  <a:pt x="1323975" y="1590675"/>
                </a:moveTo>
                <a:lnTo>
                  <a:pt x="1343025" y="1590675"/>
                </a:lnTo>
                <a:lnTo>
                  <a:pt x="1343025" y="1600200"/>
                </a:lnTo>
                <a:lnTo>
                  <a:pt x="1323975" y="1600200"/>
                </a:lnTo>
                <a:close/>
                <a:moveTo>
                  <a:pt x="1533525" y="1590675"/>
                </a:moveTo>
                <a:lnTo>
                  <a:pt x="1571625" y="1590675"/>
                </a:lnTo>
                <a:lnTo>
                  <a:pt x="1571625" y="1609725"/>
                </a:lnTo>
                <a:lnTo>
                  <a:pt x="1562100" y="1609725"/>
                </a:lnTo>
                <a:lnTo>
                  <a:pt x="1562100" y="1600200"/>
                </a:lnTo>
                <a:lnTo>
                  <a:pt x="1533525" y="1600200"/>
                </a:lnTo>
                <a:close/>
                <a:moveTo>
                  <a:pt x="1600200" y="1590675"/>
                </a:moveTo>
                <a:lnTo>
                  <a:pt x="1619250" y="1590675"/>
                </a:lnTo>
                <a:lnTo>
                  <a:pt x="1619250" y="1600200"/>
                </a:lnTo>
                <a:lnTo>
                  <a:pt x="1600200" y="1600200"/>
                </a:lnTo>
                <a:close/>
                <a:moveTo>
                  <a:pt x="1600200" y="1609725"/>
                </a:moveTo>
                <a:lnTo>
                  <a:pt x="1609725" y="1609725"/>
                </a:lnTo>
                <a:lnTo>
                  <a:pt x="1609725" y="1619250"/>
                </a:lnTo>
                <a:lnTo>
                  <a:pt x="1600200" y="1619250"/>
                </a:lnTo>
                <a:close/>
                <a:moveTo>
                  <a:pt x="561975" y="1619250"/>
                </a:moveTo>
                <a:lnTo>
                  <a:pt x="571500" y="1619250"/>
                </a:lnTo>
                <a:lnTo>
                  <a:pt x="571500" y="1628775"/>
                </a:lnTo>
                <a:lnTo>
                  <a:pt x="561975" y="1628775"/>
                </a:lnTo>
                <a:close/>
                <a:moveTo>
                  <a:pt x="381000" y="1666875"/>
                </a:moveTo>
                <a:lnTo>
                  <a:pt x="390525" y="1666875"/>
                </a:lnTo>
                <a:lnTo>
                  <a:pt x="390525" y="1695450"/>
                </a:lnTo>
                <a:lnTo>
                  <a:pt x="381000" y="1695450"/>
                </a:lnTo>
                <a:close/>
                <a:moveTo>
                  <a:pt x="428625" y="1666875"/>
                </a:moveTo>
                <a:lnTo>
                  <a:pt x="438150" y="1666875"/>
                </a:lnTo>
                <a:lnTo>
                  <a:pt x="438150" y="1676400"/>
                </a:lnTo>
                <a:lnTo>
                  <a:pt x="428625" y="1676400"/>
                </a:lnTo>
                <a:close/>
                <a:moveTo>
                  <a:pt x="552450" y="1676400"/>
                </a:moveTo>
                <a:lnTo>
                  <a:pt x="561975" y="1676400"/>
                </a:lnTo>
                <a:lnTo>
                  <a:pt x="561975" y="1685925"/>
                </a:lnTo>
                <a:lnTo>
                  <a:pt x="552450" y="1685925"/>
                </a:lnTo>
                <a:close/>
                <a:moveTo>
                  <a:pt x="1133475" y="1676400"/>
                </a:moveTo>
                <a:lnTo>
                  <a:pt x="1190625" y="1676400"/>
                </a:lnTo>
                <a:lnTo>
                  <a:pt x="1190625" y="1695450"/>
                </a:lnTo>
                <a:lnTo>
                  <a:pt x="1171575" y="1695450"/>
                </a:lnTo>
                <a:lnTo>
                  <a:pt x="1171575" y="1685925"/>
                </a:lnTo>
                <a:lnTo>
                  <a:pt x="1143000" y="1685925"/>
                </a:lnTo>
                <a:lnTo>
                  <a:pt x="1143000" y="1695450"/>
                </a:lnTo>
                <a:lnTo>
                  <a:pt x="1133475" y="1695450"/>
                </a:lnTo>
                <a:close/>
                <a:moveTo>
                  <a:pt x="1228725" y="1676400"/>
                </a:moveTo>
                <a:lnTo>
                  <a:pt x="1238250" y="1676400"/>
                </a:lnTo>
                <a:lnTo>
                  <a:pt x="1238250" y="1685925"/>
                </a:lnTo>
                <a:lnTo>
                  <a:pt x="1257300" y="1685925"/>
                </a:lnTo>
                <a:lnTo>
                  <a:pt x="1257300" y="1695450"/>
                </a:lnTo>
                <a:lnTo>
                  <a:pt x="1247775" y="1695450"/>
                </a:lnTo>
                <a:lnTo>
                  <a:pt x="1247775" y="1704975"/>
                </a:lnTo>
                <a:lnTo>
                  <a:pt x="1228725" y="1704975"/>
                </a:lnTo>
                <a:lnTo>
                  <a:pt x="1228725" y="1695450"/>
                </a:lnTo>
                <a:lnTo>
                  <a:pt x="1219200" y="1695450"/>
                </a:lnTo>
                <a:lnTo>
                  <a:pt x="1219200" y="1685925"/>
                </a:lnTo>
                <a:lnTo>
                  <a:pt x="1228725" y="1685925"/>
                </a:lnTo>
                <a:close/>
                <a:moveTo>
                  <a:pt x="361950" y="1685925"/>
                </a:moveTo>
                <a:lnTo>
                  <a:pt x="371475" y="1685925"/>
                </a:lnTo>
                <a:lnTo>
                  <a:pt x="371475" y="1695450"/>
                </a:lnTo>
                <a:lnTo>
                  <a:pt x="361950" y="1695450"/>
                </a:lnTo>
                <a:close/>
                <a:moveTo>
                  <a:pt x="304800" y="1695450"/>
                </a:moveTo>
                <a:lnTo>
                  <a:pt x="323850" y="1695450"/>
                </a:lnTo>
                <a:lnTo>
                  <a:pt x="323850" y="1704975"/>
                </a:lnTo>
                <a:lnTo>
                  <a:pt x="333375" y="1704975"/>
                </a:lnTo>
                <a:lnTo>
                  <a:pt x="333375" y="1733550"/>
                </a:lnTo>
                <a:lnTo>
                  <a:pt x="314325" y="1733550"/>
                </a:lnTo>
                <a:lnTo>
                  <a:pt x="314325" y="1724025"/>
                </a:lnTo>
                <a:lnTo>
                  <a:pt x="295275" y="1724025"/>
                </a:lnTo>
                <a:lnTo>
                  <a:pt x="295275" y="1714500"/>
                </a:lnTo>
                <a:lnTo>
                  <a:pt x="304800" y="1714500"/>
                </a:lnTo>
                <a:close/>
                <a:moveTo>
                  <a:pt x="371475" y="1695450"/>
                </a:moveTo>
                <a:lnTo>
                  <a:pt x="381000" y="1695450"/>
                </a:lnTo>
                <a:lnTo>
                  <a:pt x="381000" y="1704975"/>
                </a:lnTo>
                <a:lnTo>
                  <a:pt x="371475" y="1704975"/>
                </a:lnTo>
                <a:close/>
                <a:moveTo>
                  <a:pt x="533400" y="1695450"/>
                </a:moveTo>
                <a:lnTo>
                  <a:pt x="552450" y="1695450"/>
                </a:lnTo>
                <a:lnTo>
                  <a:pt x="552450" y="1704975"/>
                </a:lnTo>
                <a:lnTo>
                  <a:pt x="533400" y="1704975"/>
                </a:lnTo>
                <a:close/>
                <a:moveTo>
                  <a:pt x="904875" y="1695450"/>
                </a:moveTo>
                <a:lnTo>
                  <a:pt x="923925" y="1695450"/>
                </a:lnTo>
                <a:lnTo>
                  <a:pt x="923925" y="1704975"/>
                </a:lnTo>
                <a:lnTo>
                  <a:pt x="914400" y="1704975"/>
                </a:lnTo>
                <a:lnTo>
                  <a:pt x="914400" y="1714500"/>
                </a:lnTo>
                <a:lnTo>
                  <a:pt x="904875" y="1714500"/>
                </a:lnTo>
                <a:close/>
                <a:moveTo>
                  <a:pt x="1038225" y="1695450"/>
                </a:moveTo>
                <a:lnTo>
                  <a:pt x="1047750" y="1695450"/>
                </a:lnTo>
                <a:lnTo>
                  <a:pt x="1047750" y="1704975"/>
                </a:lnTo>
                <a:lnTo>
                  <a:pt x="1038225" y="1704975"/>
                </a:lnTo>
                <a:close/>
                <a:moveTo>
                  <a:pt x="1066800" y="1695450"/>
                </a:moveTo>
                <a:lnTo>
                  <a:pt x="1095375" y="1695450"/>
                </a:lnTo>
                <a:lnTo>
                  <a:pt x="1095375" y="1704975"/>
                </a:lnTo>
                <a:lnTo>
                  <a:pt x="1104900" y="1704975"/>
                </a:lnTo>
                <a:lnTo>
                  <a:pt x="1104900" y="1724025"/>
                </a:lnTo>
                <a:lnTo>
                  <a:pt x="1066800" y="1724025"/>
                </a:lnTo>
                <a:close/>
                <a:moveTo>
                  <a:pt x="1114425" y="1695450"/>
                </a:moveTo>
                <a:lnTo>
                  <a:pt x="1123950" y="1695450"/>
                </a:lnTo>
                <a:lnTo>
                  <a:pt x="1123950" y="1704975"/>
                </a:lnTo>
                <a:lnTo>
                  <a:pt x="1114425" y="1704975"/>
                </a:lnTo>
                <a:close/>
                <a:moveTo>
                  <a:pt x="466725" y="1704975"/>
                </a:moveTo>
                <a:lnTo>
                  <a:pt x="476250" y="1704975"/>
                </a:lnTo>
                <a:lnTo>
                  <a:pt x="476250" y="1724025"/>
                </a:lnTo>
                <a:lnTo>
                  <a:pt x="466725" y="1724025"/>
                </a:lnTo>
                <a:lnTo>
                  <a:pt x="466725" y="1733550"/>
                </a:lnTo>
                <a:lnTo>
                  <a:pt x="457200" y="1733550"/>
                </a:lnTo>
                <a:lnTo>
                  <a:pt x="457200" y="1714500"/>
                </a:lnTo>
                <a:lnTo>
                  <a:pt x="466725" y="1714500"/>
                </a:lnTo>
                <a:close/>
                <a:moveTo>
                  <a:pt x="219075" y="1714500"/>
                </a:moveTo>
                <a:lnTo>
                  <a:pt x="247650" y="1714500"/>
                </a:lnTo>
                <a:lnTo>
                  <a:pt x="247650" y="1724025"/>
                </a:lnTo>
                <a:lnTo>
                  <a:pt x="219075" y="1724025"/>
                </a:lnTo>
                <a:close/>
                <a:moveTo>
                  <a:pt x="276225" y="1714500"/>
                </a:moveTo>
                <a:lnTo>
                  <a:pt x="285750" y="1714500"/>
                </a:lnTo>
                <a:lnTo>
                  <a:pt x="285750" y="1724025"/>
                </a:lnTo>
                <a:lnTo>
                  <a:pt x="276225" y="1724025"/>
                </a:lnTo>
                <a:close/>
                <a:moveTo>
                  <a:pt x="990600" y="1714500"/>
                </a:moveTo>
                <a:lnTo>
                  <a:pt x="1000125" y="1714500"/>
                </a:lnTo>
                <a:lnTo>
                  <a:pt x="1000125" y="1733550"/>
                </a:lnTo>
                <a:lnTo>
                  <a:pt x="990600" y="1733550"/>
                </a:lnTo>
                <a:close/>
                <a:moveTo>
                  <a:pt x="1009650" y="1714500"/>
                </a:moveTo>
                <a:lnTo>
                  <a:pt x="1047750" y="1714500"/>
                </a:lnTo>
                <a:lnTo>
                  <a:pt x="1047750" y="1724025"/>
                </a:lnTo>
                <a:lnTo>
                  <a:pt x="1019175" y="1724025"/>
                </a:lnTo>
                <a:lnTo>
                  <a:pt x="1019175" y="1733550"/>
                </a:lnTo>
                <a:lnTo>
                  <a:pt x="1009650" y="1733550"/>
                </a:lnTo>
                <a:close/>
                <a:moveTo>
                  <a:pt x="1162050" y="1714500"/>
                </a:moveTo>
                <a:lnTo>
                  <a:pt x="1181100" y="1714500"/>
                </a:lnTo>
                <a:lnTo>
                  <a:pt x="1181100" y="1724025"/>
                </a:lnTo>
                <a:lnTo>
                  <a:pt x="1171575" y="1724025"/>
                </a:lnTo>
                <a:lnTo>
                  <a:pt x="1171575" y="1733550"/>
                </a:lnTo>
                <a:lnTo>
                  <a:pt x="1162050" y="1733550"/>
                </a:lnTo>
                <a:close/>
                <a:moveTo>
                  <a:pt x="1657350" y="1714500"/>
                </a:moveTo>
                <a:lnTo>
                  <a:pt x="1666875" y="1714500"/>
                </a:lnTo>
                <a:lnTo>
                  <a:pt x="1666875" y="1724025"/>
                </a:lnTo>
                <a:lnTo>
                  <a:pt x="1657350" y="1724025"/>
                </a:lnTo>
                <a:close/>
                <a:moveTo>
                  <a:pt x="1647825" y="1724025"/>
                </a:moveTo>
                <a:lnTo>
                  <a:pt x="1657350" y="1724025"/>
                </a:lnTo>
                <a:lnTo>
                  <a:pt x="1657350" y="1733550"/>
                </a:lnTo>
                <a:lnTo>
                  <a:pt x="1647825" y="1733550"/>
                </a:lnTo>
                <a:close/>
                <a:moveTo>
                  <a:pt x="190500" y="1743075"/>
                </a:moveTo>
                <a:lnTo>
                  <a:pt x="200025" y="1743075"/>
                </a:lnTo>
                <a:lnTo>
                  <a:pt x="200025" y="1752600"/>
                </a:lnTo>
                <a:lnTo>
                  <a:pt x="190500" y="1752600"/>
                </a:lnTo>
                <a:close/>
                <a:moveTo>
                  <a:pt x="180975" y="1752600"/>
                </a:moveTo>
                <a:lnTo>
                  <a:pt x="190500" y="1752600"/>
                </a:lnTo>
                <a:lnTo>
                  <a:pt x="190500" y="1771650"/>
                </a:lnTo>
                <a:lnTo>
                  <a:pt x="180975" y="1771650"/>
                </a:lnTo>
                <a:close/>
                <a:moveTo>
                  <a:pt x="200025" y="1752600"/>
                </a:moveTo>
                <a:lnTo>
                  <a:pt x="209550" y="1752600"/>
                </a:lnTo>
                <a:lnTo>
                  <a:pt x="209550" y="1762125"/>
                </a:lnTo>
                <a:lnTo>
                  <a:pt x="219075" y="1762125"/>
                </a:lnTo>
                <a:lnTo>
                  <a:pt x="219075" y="1771650"/>
                </a:lnTo>
                <a:lnTo>
                  <a:pt x="209550" y="1771650"/>
                </a:lnTo>
                <a:lnTo>
                  <a:pt x="209550" y="1781175"/>
                </a:lnTo>
                <a:lnTo>
                  <a:pt x="219075" y="1781175"/>
                </a:lnTo>
                <a:lnTo>
                  <a:pt x="219075" y="1800225"/>
                </a:lnTo>
                <a:lnTo>
                  <a:pt x="209550" y="1800225"/>
                </a:lnTo>
                <a:lnTo>
                  <a:pt x="209550" y="1809750"/>
                </a:lnTo>
                <a:lnTo>
                  <a:pt x="200025" y="1809750"/>
                </a:lnTo>
                <a:close/>
                <a:moveTo>
                  <a:pt x="390525" y="1752600"/>
                </a:moveTo>
                <a:lnTo>
                  <a:pt x="409575" y="1752600"/>
                </a:lnTo>
                <a:lnTo>
                  <a:pt x="409575" y="1771650"/>
                </a:lnTo>
                <a:lnTo>
                  <a:pt x="390525" y="1771650"/>
                </a:lnTo>
                <a:close/>
                <a:moveTo>
                  <a:pt x="238125" y="1762125"/>
                </a:moveTo>
                <a:lnTo>
                  <a:pt x="247650" y="1762125"/>
                </a:lnTo>
                <a:lnTo>
                  <a:pt x="247650" y="1771650"/>
                </a:lnTo>
                <a:lnTo>
                  <a:pt x="238125" y="1771650"/>
                </a:lnTo>
                <a:close/>
                <a:moveTo>
                  <a:pt x="257175" y="1762125"/>
                </a:moveTo>
                <a:lnTo>
                  <a:pt x="266700" y="1762125"/>
                </a:lnTo>
                <a:lnTo>
                  <a:pt x="266700" y="1771650"/>
                </a:lnTo>
                <a:lnTo>
                  <a:pt x="257175" y="1771650"/>
                </a:lnTo>
                <a:close/>
                <a:moveTo>
                  <a:pt x="285750" y="1762125"/>
                </a:moveTo>
                <a:lnTo>
                  <a:pt x="295275" y="1762125"/>
                </a:lnTo>
                <a:lnTo>
                  <a:pt x="295275" y="1771650"/>
                </a:lnTo>
                <a:lnTo>
                  <a:pt x="285750" y="1771650"/>
                </a:lnTo>
                <a:close/>
                <a:moveTo>
                  <a:pt x="838200" y="1762125"/>
                </a:moveTo>
                <a:lnTo>
                  <a:pt x="857250" y="1762125"/>
                </a:lnTo>
                <a:lnTo>
                  <a:pt x="857250" y="1781175"/>
                </a:lnTo>
                <a:lnTo>
                  <a:pt x="866775" y="1781175"/>
                </a:lnTo>
                <a:lnTo>
                  <a:pt x="866775" y="1790700"/>
                </a:lnTo>
                <a:lnTo>
                  <a:pt x="857250" y="1790700"/>
                </a:lnTo>
                <a:lnTo>
                  <a:pt x="857250" y="1800225"/>
                </a:lnTo>
                <a:lnTo>
                  <a:pt x="847725" y="1800225"/>
                </a:lnTo>
                <a:lnTo>
                  <a:pt x="847725" y="1790700"/>
                </a:lnTo>
                <a:lnTo>
                  <a:pt x="838200" y="1790700"/>
                </a:lnTo>
                <a:lnTo>
                  <a:pt x="838200" y="1800225"/>
                </a:lnTo>
                <a:lnTo>
                  <a:pt x="819150" y="1800225"/>
                </a:lnTo>
                <a:lnTo>
                  <a:pt x="819150" y="1809750"/>
                </a:lnTo>
                <a:lnTo>
                  <a:pt x="809625" y="1809750"/>
                </a:lnTo>
                <a:lnTo>
                  <a:pt x="809625" y="1819275"/>
                </a:lnTo>
                <a:lnTo>
                  <a:pt x="800100" y="1819275"/>
                </a:lnTo>
                <a:lnTo>
                  <a:pt x="800100" y="1828800"/>
                </a:lnTo>
                <a:lnTo>
                  <a:pt x="771525" y="1828800"/>
                </a:lnTo>
                <a:lnTo>
                  <a:pt x="771525" y="1838325"/>
                </a:lnTo>
                <a:lnTo>
                  <a:pt x="752475" y="1838325"/>
                </a:lnTo>
                <a:lnTo>
                  <a:pt x="752475" y="1828800"/>
                </a:lnTo>
                <a:lnTo>
                  <a:pt x="762000" y="1828800"/>
                </a:lnTo>
                <a:lnTo>
                  <a:pt x="762000" y="1819275"/>
                </a:lnTo>
                <a:lnTo>
                  <a:pt x="752475" y="1819275"/>
                </a:lnTo>
                <a:lnTo>
                  <a:pt x="752475" y="1809750"/>
                </a:lnTo>
                <a:lnTo>
                  <a:pt x="771525" y="1809750"/>
                </a:lnTo>
                <a:lnTo>
                  <a:pt x="771525" y="1800225"/>
                </a:lnTo>
                <a:lnTo>
                  <a:pt x="762000" y="1800225"/>
                </a:lnTo>
                <a:lnTo>
                  <a:pt x="762000" y="1781175"/>
                </a:lnTo>
                <a:lnTo>
                  <a:pt x="781050" y="1781175"/>
                </a:lnTo>
                <a:lnTo>
                  <a:pt x="781050" y="1771650"/>
                </a:lnTo>
                <a:lnTo>
                  <a:pt x="800100" y="1771650"/>
                </a:lnTo>
                <a:lnTo>
                  <a:pt x="800100" y="1781175"/>
                </a:lnTo>
                <a:lnTo>
                  <a:pt x="828675" y="1781175"/>
                </a:lnTo>
                <a:lnTo>
                  <a:pt x="828675" y="1771650"/>
                </a:lnTo>
                <a:lnTo>
                  <a:pt x="838200" y="1771650"/>
                </a:lnTo>
                <a:close/>
                <a:moveTo>
                  <a:pt x="247650" y="1771650"/>
                </a:moveTo>
                <a:lnTo>
                  <a:pt x="257175" y="1771650"/>
                </a:lnTo>
                <a:lnTo>
                  <a:pt x="257175" y="1781175"/>
                </a:lnTo>
                <a:lnTo>
                  <a:pt x="247650" y="1781175"/>
                </a:lnTo>
                <a:close/>
                <a:moveTo>
                  <a:pt x="990600" y="1771650"/>
                </a:moveTo>
                <a:lnTo>
                  <a:pt x="1009650" y="1771650"/>
                </a:lnTo>
                <a:lnTo>
                  <a:pt x="1009650" y="1781175"/>
                </a:lnTo>
                <a:lnTo>
                  <a:pt x="990600" y="1781175"/>
                </a:lnTo>
                <a:close/>
                <a:moveTo>
                  <a:pt x="1552575" y="1771650"/>
                </a:moveTo>
                <a:lnTo>
                  <a:pt x="1562100" y="1771650"/>
                </a:lnTo>
                <a:lnTo>
                  <a:pt x="1562100" y="1790700"/>
                </a:lnTo>
                <a:lnTo>
                  <a:pt x="1543050" y="1790700"/>
                </a:lnTo>
                <a:lnTo>
                  <a:pt x="1543050" y="1781175"/>
                </a:lnTo>
                <a:lnTo>
                  <a:pt x="1552575" y="1781175"/>
                </a:lnTo>
                <a:close/>
                <a:moveTo>
                  <a:pt x="333375" y="1790700"/>
                </a:moveTo>
                <a:lnTo>
                  <a:pt x="342900" y="1790700"/>
                </a:lnTo>
                <a:lnTo>
                  <a:pt x="342900" y="1800225"/>
                </a:lnTo>
                <a:lnTo>
                  <a:pt x="333375" y="1800225"/>
                </a:lnTo>
                <a:close/>
                <a:moveTo>
                  <a:pt x="352425" y="1790700"/>
                </a:moveTo>
                <a:lnTo>
                  <a:pt x="361950" y="1790700"/>
                </a:lnTo>
                <a:lnTo>
                  <a:pt x="361950" y="1800225"/>
                </a:lnTo>
                <a:lnTo>
                  <a:pt x="352425" y="1800225"/>
                </a:lnTo>
                <a:close/>
                <a:moveTo>
                  <a:pt x="180975" y="1809750"/>
                </a:moveTo>
                <a:lnTo>
                  <a:pt x="200025" y="1809750"/>
                </a:lnTo>
                <a:lnTo>
                  <a:pt x="200025" y="1819275"/>
                </a:lnTo>
                <a:lnTo>
                  <a:pt x="180975" y="1819275"/>
                </a:lnTo>
                <a:close/>
                <a:moveTo>
                  <a:pt x="657225" y="1819275"/>
                </a:moveTo>
                <a:lnTo>
                  <a:pt x="666750" y="1819275"/>
                </a:lnTo>
                <a:lnTo>
                  <a:pt x="666750" y="1838325"/>
                </a:lnTo>
                <a:lnTo>
                  <a:pt x="647700" y="1838325"/>
                </a:lnTo>
                <a:lnTo>
                  <a:pt x="647700" y="1828800"/>
                </a:lnTo>
                <a:lnTo>
                  <a:pt x="657225" y="1828800"/>
                </a:lnTo>
                <a:close/>
                <a:moveTo>
                  <a:pt x="866775" y="1819275"/>
                </a:moveTo>
                <a:lnTo>
                  <a:pt x="885825" y="1819275"/>
                </a:lnTo>
                <a:lnTo>
                  <a:pt x="885825" y="1828800"/>
                </a:lnTo>
                <a:lnTo>
                  <a:pt x="876300" y="1828800"/>
                </a:lnTo>
                <a:lnTo>
                  <a:pt x="876300" y="1838325"/>
                </a:lnTo>
                <a:lnTo>
                  <a:pt x="866775" y="1838325"/>
                </a:lnTo>
                <a:lnTo>
                  <a:pt x="866775" y="1847850"/>
                </a:lnTo>
                <a:lnTo>
                  <a:pt x="857250" y="1847850"/>
                </a:lnTo>
                <a:lnTo>
                  <a:pt x="857250" y="1828800"/>
                </a:lnTo>
                <a:lnTo>
                  <a:pt x="866775" y="1828800"/>
                </a:lnTo>
                <a:close/>
                <a:moveTo>
                  <a:pt x="1504950" y="1819275"/>
                </a:moveTo>
                <a:lnTo>
                  <a:pt x="1524000" y="1819275"/>
                </a:lnTo>
                <a:lnTo>
                  <a:pt x="1524000" y="1838325"/>
                </a:lnTo>
                <a:lnTo>
                  <a:pt x="1533525" y="1838325"/>
                </a:lnTo>
                <a:lnTo>
                  <a:pt x="1533525" y="1847850"/>
                </a:lnTo>
                <a:lnTo>
                  <a:pt x="1514475" y="1847850"/>
                </a:lnTo>
                <a:lnTo>
                  <a:pt x="1514475" y="1828800"/>
                </a:lnTo>
                <a:lnTo>
                  <a:pt x="1504950" y="1828800"/>
                </a:lnTo>
                <a:close/>
                <a:moveTo>
                  <a:pt x="190500" y="1828800"/>
                </a:moveTo>
                <a:lnTo>
                  <a:pt x="200025" y="1828800"/>
                </a:lnTo>
                <a:lnTo>
                  <a:pt x="200025" y="1847850"/>
                </a:lnTo>
                <a:lnTo>
                  <a:pt x="209550" y="1847850"/>
                </a:lnTo>
                <a:lnTo>
                  <a:pt x="209550" y="1857375"/>
                </a:lnTo>
                <a:lnTo>
                  <a:pt x="200025" y="1857375"/>
                </a:lnTo>
                <a:lnTo>
                  <a:pt x="200025" y="1866900"/>
                </a:lnTo>
                <a:lnTo>
                  <a:pt x="190500" y="1866900"/>
                </a:lnTo>
                <a:close/>
                <a:moveTo>
                  <a:pt x="628650" y="1838325"/>
                </a:moveTo>
                <a:lnTo>
                  <a:pt x="638175" y="1838325"/>
                </a:lnTo>
                <a:lnTo>
                  <a:pt x="638175" y="1847850"/>
                </a:lnTo>
                <a:lnTo>
                  <a:pt x="628650" y="1847850"/>
                </a:lnTo>
                <a:close/>
                <a:moveTo>
                  <a:pt x="685800" y="1838325"/>
                </a:moveTo>
                <a:lnTo>
                  <a:pt x="714375" y="1838325"/>
                </a:lnTo>
                <a:lnTo>
                  <a:pt x="714375" y="1857375"/>
                </a:lnTo>
                <a:lnTo>
                  <a:pt x="733425" y="1857375"/>
                </a:lnTo>
                <a:lnTo>
                  <a:pt x="733425" y="1876425"/>
                </a:lnTo>
                <a:lnTo>
                  <a:pt x="704850" y="1876425"/>
                </a:lnTo>
                <a:lnTo>
                  <a:pt x="704850" y="1857375"/>
                </a:lnTo>
                <a:lnTo>
                  <a:pt x="695325" y="1857375"/>
                </a:lnTo>
                <a:lnTo>
                  <a:pt x="695325" y="1847850"/>
                </a:lnTo>
                <a:lnTo>
                  <a:pt x="685800" y="1847850"/>
                </a:lnTo>
                <a:close/>
                <a:moveTo>
                  <a:pt x="590550" y="1847850"/>
                </a:moveTo>
                <a:lnTo>
                  <a:pt x="609600" y="1847850"/>
                </a:lnTo>
                <a:lnTo>
                  <a:pt x="609600" y="1866900"/>
                </a:lnTo>
                <a:lnTo>
                  <a:pt x="581025" y="1866900"/>
                </a:lnTo>
                <a:lnTo>
                  <a:pt x="581025" y="1857375"/>
                </a:lnTo>
                <a:lnTo>
                  <a:pt x="590550" y="1857375"/>
                </a:lnTo>
                <a:close/>
                <a:moveTo>
                  <a:pt x="752475" y="1847850"/>
                </a:moveTo>
                <a:lnTo>
                  <a:pt x="762000" y="1847850"/>
                </a:lnTo>
                <a:lnTo>
                  <a:pt x="762000" y="1866900"/>
                </a:lnTo>
                <a:lnTo>
                  <a:pt x="771525" y="1866900"/>
                </a:lnTo>
                <a:lnTo>
                  <a:pt x="771525" y="1876425"/>
                </a:lnTo>
                <a:lnTo>
                  <a:pt x="752475" y="1876425"/>
                </a:lnTo>
                <a:close/>
                <a:moveTo>
                  <a:pt x="466725" y="1866900"/>
                </a:moveTo>
                <a:lnTo>
                  <a:pt x="485775" y="1866900"/>
                </a:lnTo>
                <a:lnTo>
                  <a:pt x="485775" y="1876425"/>
                </a:lnTo>
                <a:lnTo>
                  <a:pt x="466725" y="1876425"/>
                </a:lnTo>
                <a:close/>
                <a:moveTo>
                  <a:pt x="523875" y="1866900"/>
                </a:moveTo>
                <a:lnTo>
                  <a:pt x="552450" y="1866900"/>
                </a:lnTo>
                <a:lnTo>
                  <a:pt x="552450" y="1876425"/>
                </a:lnTo>
                <a:lnTo>
                  <a:pt x="523875" y="1876425"/>
                </a:lnTo>
                <a:close/>
                <a:moveTo>
                  <a:pt x="1552575" y="1895475"/>
                </a:moveTo>
                <a:lnTo>
                  <a:pt x="1562100" y="1895475"/>
                </a:lnTo>
                <a:lnTo>
                  <a:pt x="1562100" y="1905000"/>
                </a:lnTo>
                <a:lnTo>
                  <a:pt x="1552575" y="1905000"/>
                </a:lnTo>
                <a:close/>
                <a:moveTo>
                  <a:pt x="123825" y="1924050"/>
                </a:moveTo>
                <a:lnTo>
                  <a:pt x="133350" y="1924050"/>
                </a:lnTo>
                <a:lnTo>
                  <a:pt x="133350" y="1943100"/>
                </a:lnTo>
                <a:lnTo>
                  <a:pt x="123825" y="1943100"/>
                </a:lnTo>
                <a:close/>
                <a:moveTo>
                  <a:pt x="428625" y="1924050"/>
                </a:moveTo>
                <a:lnTo>
                  <a:pt x="438150" y="1924050"/>
                </a:lnTo>
                <a:lnTo>
                  <a:pt x="438150" y="1933575"/>
                </a:lnTo>
                <a:lnTo>
                  <a:pt x="428625" y="1933575"/>
                </a:lnTo>
                <a:close/>
                <a:moveTo>
                  <a:pt x="142875" y="1933575"/>
                </a:moveTo>
                <a:lnTo>
                  <a:pt x="152400" y="1933575"/>
                </a:lnTo>
                <a:lnTo>
                  <a:pt x="152400" y="1952625"/>
                </a:lnTo>
                <a:lnTo>
                  <a:pt x="142875" y="1952625"/>
                </a:lnTo>
                <a:close/>
                <a:moveTo>
                  <a:pt x="438150" y="1933575"/>
                </a:moveTo>
                <a:lnTo>
                  <a:pt x="447675" y="1933575"/>
                </a:lnTo>
                <a:lnTo>
                  <a:pt x="447675" y="1943100"/>
                </a:lnTo>
                <a:lnTo>
                  <a:pt x="438150" y="1943100"/>
                </a:lnTo>
                <a:close/>
                <a:moveTo>
                  <a:pt x="771525" y="1933575"/>
                </a:moveTo>
                <a:lnTo>
                  <a:pt x="809625" y="1933575"/>
                </a:lnTo>
                <a:lnTo>
                  <a:pt x="809625" y="1952625"/>
                </a:lnTo>
                <a:lnTo>
                  <a:pt x="800100" y="1952625"/>
                </a:lnTo>
                <a:lnTo>
                  <a:pt x="800100" y="1943100"/>
                </a:lnTo>
                <a:lnTo>
                  <a:pt x="790575" y="1943100"/>
                </a:lnTo>
                <a:lnTo>
                  <a:pt x="790575" y="1952625"/>
                </a:lnTo>
                <a:lnTo>
                  <a:pt x="781050" y="1952625"/>
                </a:lnTo>
                <a:lnTo>
                  <a:pt x="781050" y="1943100"/>
                </a:lnTo>
                <a:lnTo>
                  <a:pt x="771525" y="1943100"/>
                </a:lnTo>
                <a:close/>
                <a:moveTo>
                  <a:pt x="1676400" y="1933575"/>
                </a:moveTo>
                <a:lnTo>
                  <a:pt x="1685925" y="1933575"/>
                </a:lnTo>
                <a:lnTo>
                  <a:pt x="1685925" y="1952625"/>
                </a:lnTo>
                <a:lnTo>
                  <a:pt x="1676400" y="1952625"/>
                </a:lnTo>
                <a:lnTo>
                  <a:pt x="1676400" y="1962150"/>
                </a:lnTo>
                <a:lnTo>
                  <a:pt x="1657350" y="1962150"/>
                </a:lnTo>
                <a:lnTo>
                  <a:pt x="1657350" y="1943100"/>
                </a:lnTo>
                <a:lnTo>
                  <a:pt x="1676400" y="1943100"/>
                </a:lnTo>
                <a:close/>
                <a:moveTo>
                  <a:pt x="485775" y="1962150"/>
                </a:moveTo>
                <a:lnTo>
                  <a:pt x="495300" y="1962150"/>
                </a:lnTo>
                <a:lnTo>
                  <a:pt x="495300" y="1971675"/>
                </a:lnTo>
                <a:lnTo>
                  <a:pt x="485775" y="1971675"/>
                </a:lnTo>
                <a:close/>
                <a:moveTo>
                  <a:pt x="704850" y="1962150"/>
                </a:moveTo>
                <a:lnTo>
                  <a:pt x="723900" y="1962150"/>
                </a:lnTo>
                <a:lnTo>
                  <a:pt x="723900" y="1971675"/>
                </a:lnTo>
                <a:lnTo>
                  <a:pt x="714375" y="1971675"/>
                </a:lnTo>
                <a:lnTo>
                  <a:pt x="714375" y="1981200"/>
                </a:lnTo>
                <a:lnTo>
                  <a:pt x="695325" y="1981200"/>
                </a:lnTo>
                <a:lnTo>
                  <a:pt x="695325" y="1971675"/>
                </a:lnTo>
                <a:lnTo>
                  <a:pt x="704850" y="1971675"/>
                </a:lnTo>
                <a:close/>
                <a:moveTo>
                  <a:pt x="1724025" y="1962150"/>
                </a:moveTo>
                <a:lnTo>
                  <a:pt x="1733550" y="1962150"/>
                </a:lnTo>
                <a:lnTo>
                  <a:pt x="1733550" y="1981200"/>
                </a:lnTo>
                <a:lnTo>
                  <a:pt x="1724025" y="1981200"/>
                </a:lnTo>
                <a:close/>
                <a:moveTo>
                  <a:pt x="771525" y="1971675"/>
                </a:moveTo>
                <a:lnTo>
                  <a:pt x="781050" y="1971675"/>
                </a:lnTo>
                <a:lnTo>
                  <a:pt x="781050" y="1981200"/>
                </a:lnTo>
                <a:lnTo>
                  <a:pt x="771525" y="1981200"/>
                </a:lnTo>
                <a:close/>
                <a:moveTo>
                  <a:pt x="790575" y="1971675"/>
                </a:moveTo>
                <a:lnTo>
                  <a:pt x="819150" y="1971675"/>
                </a:lnTo>
                <a:lnTo>
                  <a:pt x="819150" y="1990725"/>
                </a:lnTo>
                <a:lnTo>
                  <a:pt x="800100" y="1990725"/>
                </a:lnTo>
                <a:lnTo>
                  <a:pt x="800100" y="1981200"/>
                </a:lnTo>
                <a:lnTo>
                  <a:pt x="790575" y="1981200"/>
                </a:lnTo>
                <a:close/>
                <a:moveTo>
                  <a:pt x="1390650" y="1990725"/>
                </a:moveTo>
                <a:lnTo>
                  <a:pt x="1428750" y="1990725"/>
                </a:lnTo>
                <a:lnTo>
                  <a:pt x="1428750" y="2009775"/>
                </a:lnTo>
                <a:lnTo>
                  <a:pt x="1400175" y="2009775"/>
                </a:lnTo>
                <a:lnTo>
                  <a:pt x="1400175" y="2000250"/>
                </a:lnTo>
                <a:lnTo>
                  <a:pt x="1390650" y="2000250"/>
                </a:lnTo>
                <a:close/>
                <a:moveTo>
                  <a:pt x="1695450" y="1990725"/>
                </a:moveTo>
                <a:lnTo>
                  <a:pt x="1704975" y="1990725"/>
                </a:lnTo>
                <a:lnTo>
                  <a:pt x="1704975" y="2000250"/>
                </a:lnTo>
                <a:lnTo>
                  <a:pt x="1714500" y="2000250"/>
                </a:lnTo>
                <a:lnTo>
                  <a:pt x="1714500" y="2009775"/>
                </a:lnTo>
                <a:lnTo>
                  <a:pt x="1695450" y="2009775"/>
                </a:lnTo>
                <a:close/>
                <a:moveTo>
                  <a:pt x="1266825" y="2009775"/>
                </a:moveTo>
                <a:lnTo>
                  <a:pt x="1285875" y="2009775"/>
                </a:lnTo>
                <a:lnTo>
                  <a:pt x="1285875" y="2038350"/>
                </a:lnTo>
                <a:lnTo>
                  <a:pt x="1266825" y="2038350"/>
                </a:lnTo>
                <a:lnTo>
                  <a:pt x="1266825" y="2028825"/>
                </a:lnTo>
                <a:lnTo>
                  <a:pt x="1257300" y="2028825"/>
                </a:lnTo>
                <a:lnTo>
                  <a:pt x="1257300" y="2019300"/>
                </a:lnTo>
                <a:lnTo>
                  <a:pt x="1266825" y="2019300"/>
                </a:lnTo>
                <a:close/>
                <a:moveTo>
                  <a:pt x="1457325" y="2009775"/>
                </a:moveTo>
                <a:lnTo>
                  <a:pt x="1466850" y="2009775"/>
                </a:lnTo>
                <a:lnTo>
                  <a:pt x="1466850" y="2019300"/>
                </a:lnTo>
                <a:lnTo>
                  <a:pt x="1457325" y="2019300"/>
                </a:lnTo>
                <a:close/>
                <a:moveTo>
                  <a:pt x="523875" y="2028825"/>
                </a:moveTo>
                <a:lnTo>
                  <a:pt x="581025" y="2028825"/>
                </a:lnTo>
                <a:lnTo>
                  <a:pt x="581025" y="2047875"/>
                </a:lnTo>
                <a:lnTo>
                  <a:pt x="600075" y="2047875"/>
                </a:lnTo>
                <a:lnTo>
                  <a:pt x="600075" y="2057400"/>
                </a:lnTo>
                <a:lnTo>
                  <a:pt x="561975" y="2057400"/>
                </a:lnTo>
                <a:lnTo>
                  <a:pt x="561975" y="2076450"/>
                </a:lnTo>
                <a:lnTo>
                  <a:pt x="533400" y="2076450"/>
                </a:lnTo>
                <a:lnTo>
                  <a:pt x="533400" y="2057400"/>
                </a:lnTo>
                <a:lnTo>
                  <a:pt x="523875" y="2057400"/>
                </a:lnTo>
                <a:lnTo>
                  <a:pt x="523875" y="2047875"/>
                </a:lnTo>
                <a:lnTo>
                  <a:pt x="514350" y="2047875"/>
                </a:lnTo>
                <a:lnTo>
                  <a:pt x="514350" y="2038350"/>
                </a:lnTo>
                <a:lnTo>
                  <a:pt x="523875" y="2038350"/>
                </a:lnTo>
                <a:close/>
                <a:moveTo>
                  <a:pt x="762000" y="2028825"/>
                </a:moveTo>
                <a:lnTo>
                  <a:pt x="781050" y="2028825"/>
                </a:lnTo>
                <a:lnTo>
                  <a:pt x="781050" y="2038350"/>
                </a:lnTo>
                <a:lnTo>
                  <a:pt x="762000" y="2038350"/>
                </a:lnTo>
                <a:close/>
                <a:moveTo>
                  <a:pt x="1600200" y="2028825"/>
                </a:moveTo>
                <a:lnTo>
                  <a:pt x="1609725" y="2028825"/>
                </a:lnTo>
                <a:lnTo>
                  <a:pt x="1609725" y="2038350"/>
                </a:lnTo>
                <a:lnTo>
                  <a:pt x="1600200" y="2038350"/>
                </a:lnTo>
                <a:close/>
                <a:moveTo>
                  <a:pt x="1162050" y="2038350"/>
                </a:moveTo>
                <a:lnTo>
                  <a:pt x="1200150" y="2038350"/>
                </a:lnTo>
                <a:lnTo>
                  <a:pt x="1200150" y="2047875"/>
                </a:lnTo>
                <a:lnTo>
                  <a:pt x="1162050" y="2047875"/>
                </a:lnTo>
                <a:close/>
                <a:moveTo>
                  <a:pt x="1295400" y="2038350"/>
                </a:moveTo>
                <a:lnTo>
                  <a:pt x="1304925" y="2038350"/>
                </a:lnTo>
                <a:lnTo>
                  <a:pt x="1304925" y="2047875"/>
                </a:lnTo>
                <a:lnTo>
                  <a:pt x="1314450" y="2047875"/>
                </a:lnTo>
                <a:lnTo>
                  <a:pt x="1314450" y="2066925"/>
                </a:lnTo>
                <a:lnTo>
                  <a:pt x="1323975" y="2066925"/>
                </a:lnTo>
                <a:lnTo>
                  <a:pt x="1323975" y="2076450"/>
                </a:lnTo>
                <a:lnTo>
                  <a:pt x="1314450" y="2076450"/>
                </a:lnTo>
                <a:lnTo>
                  <a:pt x="1314450" y="2085975"/>
                </a:lnTo>
                <a:lnTo>
                  <a:pt x="1276350" y="2085975"/>
                </a:lnTo>
                <a:lnTo>
                  <a:pt x="1276350" y="2076450"/>
                </a:lnTo>
                <a:lnTo>
                  <a:pt x="1266825" y="2076450"/>
                </a:lnTo>
                <a:lnTo>
                  <a:pt x="1266825" y="2066925"/>
                </a:lnTo>
                <a:lnTo>
                  <a:pt x="1276350" y="2066925"/>
                </a:lnTo>
                <a:lnTo>
                  <a:pt x="1276350" y="2057400"/>
                </a:lnTo>
                <a:lnTo>
                  <a:pt x="1285875" y="2057400"/>
                </a:lnTo>
                <a:lnTo>
                  <a:pt x="1285875" y="2047875"/>
                </a:lnTo>
                <a:lnTo>
                  <a:pt x="1295400" y="2047875"/>
                </a:lnTo>
                <a:close/>
                <a:moveTo>
                  <a:pt x="133350" y="2047875"/>
                </a:moveTo>
                <a:lnTo>
                  <a:pt x="142875" y="2047875"/>
                </a:lnTo>
                <a:lnTo>
                  <a:pt x="142875" y="2057400"/>
                </a:lnTo>
                <a:lnTo>
                  <a:pt x="133350" y="2057400"/>
                </a:lnTo>
                <a:close/>
                <a:moveTo>
                  <a:pt x="609600" y="2047875"/>
                </a:moveTo>
                <a:lnTo>
                  <a:pt x="628650" y="2047875"/>
                </a:lnTo>
                <a:lnTo>
                  <a:pt x="628650" y="2057400"/>
                </a:lnTo>
                <a:lnTo>
                  <a:pt x="619125" y="2057400"/>
                </a:lnTo>
                <a:lnTo>
                  <a:pt x="619125" y="2066925"/>
                </a:lnTo>
                <a:lnTo>
                  <a:pt x="609600" y="2066925"/>
                </a:lnTo>
                <a:close/>
                <a:moveTo>
                  <a:pt x="152400" y="2066925"/>
                </a:moveTo>
                <a:lnTo>
                  <a:pt x="161925" y="2066925"/>
                </a:lnTo>
                <a:lnTo>
                  <a:pt x="161925" y="2076450"/>
                </a:lnTo>
                <a:lnTo>
                  <a:pt x="152400" y="2076450"/>
                </a:lnTo>
                <a:close/>
                <a:moveTo>
                  <a:pt x="457200" y="2066925"/>
                </a:moveTo>
                <a:lnTo>
                  <a:pt x="476250" y="2066925"/>
                </a:lnTo>
                <a:lnTo>
                  <a:pt x="476250" y="2085975"/>
                </a:lnTo>
                <a:lnTo>
                  <a:pt x="457200" y="2085975"/>
                </a:lnTo>
                <a:close/>
                <a:moveTo>
                  <a:pt x="876300" y="2066925"/>
                </a:moveTo>
                <a:lnTo>
                  <a:pt x="895350" y="2066925"/>
                </a:lnTo>
                <a:lnTo>
                  <a:pt x="895350" y="2076450"/>
                </a:lnTo>
                <a:lnTo>
                  <a:pt x="876300" y="2076450"/>
                </a:lnTo>
                <a:close/>
                <a:moveTo>
                  <a:pt x="1381125" y="2066925"/>
                </a:moveTo>
                <a:lnTo>
                  <a:pt x="1409700" y="2066925"/>
                </a:lnTo>
                <a:lnTo>
                  <a:pt x="1409700" y="2085975"/>
                </a:lnTo>
                <a:lnTo>
                  <a:pt x="1381125" y="2085975"/>
                </a:lnTo>
                <a:close/>
                <a:moveTo>
                  <a:pt x="809625" y="2076450"/>
                </a:moveTo>
                <a:lnTo>
                  <a:pt x="819150" y="2076450"/>
                </a:lnTo>
                <a:lnTo>
                  <a:pt x="819150" y="2085975"/>
                </a:lnTo>
                <a:lnTo>
                  <a:pt x="809625" y="2085975"/>
                </a:lnTo>
                <a:close/>
                <a:moveTo>
                  <a:pt x="123825" y="2085975"/>
                </a:moveTo>
                <a:lnTo>
                  <a:pt x="133350" y="2085975"/>
                </a:lnTo>
                <a:lnTo>
                  <a:pt x="133350" y="2095500"/>
                </a:lnTo>
                <a:lnTo>
                  <a:pt x="123825" y="2095500"/>
                </a:lnTo>
                <a:close/>
                <a:moveTo>
                  <a:pt x="142875" y="2085975"/>
                </a:moveTo>
                <a:lnTo>
                  <a:pt x="161925" y="2085975"/>
                </a:lnTo>
                <a:lnTo>
                  <a:pt x="161925" y="2095500"/>
                </a:lnTo>
                <a:lnTo>
                  <a:pt x="142875" y="2095500"/>
                </a:lnTo>
                <a:close/>
                <a:moveTo>
                  <a:pt x="1200150" y="2114550"/>
                </a:moveTo>
                <a:lnTo>
                  <a:pt x="1228725" y="2114550"/>
                </a:lnTo>
                <a:lnTo>
                  <a:pt x="1228725" y="2124075"/>
                </a:lnTo>
                <a:lnTo>
                  <a:pt x="1219200" y="2124075"/>
                </a:lnTo>
                <a:lnTo>
                  <a:pt x="1219200" y="2133600"/>
                </a:lnTo>
                <a:lnTo>
                  <a:pt x="1200150" y="2133600"/>
                </a:lnTo>
                <a:close/>
                <a:moveTo>
                  <a:pt x="1457325" y="2114550"/>
                </a:moveTo>
                <a:lnTo>
                  <a:pt x="1485900" y="2114550"/>
                </a:lnTo>
                <a:lnTo>
                  <a:pt x="1485900" y="2133600"/>
                </a:lnTo>
                <a:lnTo>
                  <a:pt x="1457325" y="2133600"/>
                </a:lnTo>
                <a:close/>
                <a:moveTo>
                  <a:pt x="1571625" y="2114550"/>
                </a:moveTo>
                <a:lnTo>
                  <a:pt x="1590675" y="2114550"/>
                </a:lnTo>
                <a:lnTo>
                  <a:pt x="1590675" y="2133600"/>
                </a:lnTo>
                <a:lnTo>
                  <a:pt x="1571625" y="2133600"/>
                </a:lnTo>
                <a:close/>
                <a:moveTo>
                  <a:pt x="409575" y="2124075"/>
                </a:moveTo>
                <a:lnTo>
                  <a:pt x="419100" y="2124075"/>
                </a:lnTo>
                <a:lnTo>
                  <a:pt x="419100" y="2133600"/>
                </a:lnTo>
                <a:lnTo>
                  <a:pt x="409575" y="2133600"/>
                </a:lnTo>
                <a:close/>
                <a:moveTo>
                  <a:pt x="1285875" y="2124075"/>
                </a:moveTo>
                <a:lnTo>
                  <a:pt x="1304925" y="2124075"/>
                </a:lnTo>
                <a:lnTo>
                  <a:pt x="1304925" y="2133600"/>
                </a:lnTo>
                <a:lnTo>
                  <a:pt x="1285875" y="2133600"/>
                </a:lnTo>
                <a:close/>
                <a:moveTo>
                  <a:pt x="123825" y="2152650"/>
                </a:moveTo>
                <a:lnTo>
                  <a:pt x="133350" y="2152650"/>
                </a:lnTo>
                <a:lnTo>
                  <a:pt x="133350" y="2162175"/>
                </a:lnTo>
                <a:lnTo>
                  <a:pt x="152400" y="2162175"/>
                </a:lnTo>
                <a:lnTo>
                  <a:pt x="152400" y="2152650"/>
                </a:lnTo>
                <a:lnTo>
                  <a:pt x="161925" y="2152650"/>
                </a:lnTo>
                <a:lnTo>
                  <a:pt x="161925" y="2190750"/>
                </a:lnTo>
                <a:lnTo>
                  <a:pt x="142875" y="2190750"/>
                </a:lnTo>
                <a:lnTo>
                  <a:pt x="142875" y="2181225"/>
                </a:lnTo>
                <a:lnTo>
                  <a:pt x="133350" y="2181225"/>
                </a:lnTo>
                <a:lnTo>
                  <a:pt x="133350" y="2190750"/>
                </a:lnTo>
                <a:lnTo>
                  <a:pt x="123825" y="2190750"/>
                </a:lnTo>
                <a:close/>
                <a:moveTo>
                  <a:pt x="428625" y="2152650"/>
                </a:moveTo>
                <a:lnTo>
                  <a:pt x="438150" y="2152650"/>
                </a:lnTo>
                <a:lnTo>
                  <a:pt x="438150" y="2171700"/>
                </a:lnTo>
                <a:lnTo>
                  <a:pt x="428625" y="2171700"/>
                </a:lnTo>
                <a:close/>
                <a:moveTo>
                  <a:pt x="1009650" y="2152650"/>
                </a:moveTo>
                <a:lnTo>
                  <a:pt x="1019175" y="2152650"/>
                </a:lnTo>
                <a:lnTo>
                  <a:pt x="1019175" y="2162175"/>
                </a:lnTo>
                <a:lnTo>
                  <a:pt x="1028700" y="2162175"/>
                </a:lnTo>
                <a:lnTo>
                  <a:pt x="1028700" y="2181225"/>
                </a:lnTo>
                <a:lnTo>
                  <a:pt x="1000125" y="2181225"/>
                </a:lnTo>
                <a:lnTo>
                  <a:pt x="1000125" y="2162175"/>
                </a:lnTo>
                <a:lnTo>
                  <a:pt x="1009650" y="2162175"/>
                </a:lnTo>
                <a:close/>
                <a:moveTo>
                  <a:pt x="1095375" y="2152650"/>
                </a:moveTo>
                <a:lnTo>
                  <a:pt x="1123950" y="2152650"/>
                </a:lnTo>
                <a:lnTo>
                  <a:pt x="1123950" y="2171700"/>
                </a:lnTo>
                <a:lnTo>
                  <a:pt x="1133475" y="2171700"/>
                </a:lnTo>
                <a:lnTo>
                  <a:pt x="1133475" y="2181225"/>
                </a:lnTo>
                <a:lnTo>
                  <a:pt x="1104900" y="2181225"/>
                </a:lnTo>
                <a:lnTo>
                  <a:pt x="1104900" y="2171700"/>
                </a:lnTo>
                <a:lnTo>
                  <a:pt x="1095375" y="2171700"/>
                </a:lnTo>
                <a:close/>
                <a:moveTo>
                  <a:pt x="352425" y="2162175"/>
                </a:moveTo>
                <a:lnTo>
                  <a:pt x="361950" y="2162175"/>
                </a:lnTo>
                <a:lnTo>
                  <a:pt x="361950" y="2200275"/>
                </a:lnTo>
                <a:lnTo>
                  <a:pt x="352425" y="2200275"/>
                </a:lnTo>
                <a:close/>
                <a:moveTo>
                  <a:pt x="923925" y="2162175"/>
                </a:moveTo>
                <a:lnTo>
                  <a:pt x="933450" y="2162175"/>
                </a:lnTo>
                <a:lnTo>
                  <a:pt x="933450" y="2171700"/>
                </a:lnTo>
                <a:lnTo>
                  <a:pt x="923925" y="2171700"/>
                </a:lnTo>
                <a:close/>
                <a:moveTo>
                  <a:pt x="1200150" y="2162175"/>
                </a:moveTo>
                <a:lnTo>
                  <a:pt x="1228725" y="2162175"/>
                </a:lnTo>
                <a:lnTo>
                  <a:pt x="1228725" y="2171700"/>
                </a:lnTo>
                <a:lnTo>
                  <a:pt x="1219200" y="2171700"/>
                </a:lnTo>
                <a:lnTo>
                  <a:pt x="1219200" y="2181225"/>
                </a:lnTo>
                <a:lnTo>
                  <a:pt x="1190625" y="2181225"/>
                </a:lnTo>
                <a:lnTo>
                  <a:pt x="1190625" y="2171700"/>
                </a:lnTo>
                <a:lnTo>
                  <a:pt x="1200150" y="2171700"/>
                </a:lnTo>
                <a:close/>
                <a:moveTo>
                  <a:pt x="285750" y="2171700"/>
                </a:moveTo>
                <a:lnTo>
                  <a:pt x="295275" y="2171700"/>
                </a:lnTo>
                <a:lnTo>
                  <a:pt x="295275" y="2190750"/>
                </a:lnTo>
                <a:lnTo>
                  <a:pt x="285750" y="2190750"/>
                </a:lnTo>
                <a:lnTo>
                  <a:pt x="285750" y="2200275"/>
                </a:lnTo>
                <a:lnTo>
                  <a:pt x="266700" y="2200275"/>
                </a:lnTo>
                <a:lnTo>
                  <a:pt x="266700" y="2181225"/>
                </a:lnTo>
                <a:lnTo>
                  <a:pt x="285750" y="2181225"/>
                </a:lnTo>
                <a:close/>
                <a:moveTo>
                  <a:pt x="438150" y="2171700"/>
                </a:moveTo>
                <a:lnTo>
                  <a:pt x="457200" y="2171700"/>
                </a:lnTo>
                <a:lnTo>
                  <a:pt x="457200" y="2181225"/>
                </a:lnTo>
                <a:lnTo>
                  <a:pt x="438150" y="2181225"/>
                </a:lnTo>
                <a:close/>
                <a:moveTo>
                  <a:pt x="647700" y="2171700"/>
                </a:moveTo>
                <a:lnTo>
                  <a:pt x="657225" y="2171700"/>
                </a:lnTo>
                <a:lnTo>
                  <a:pt x="657225" y="2181225"/>
                </a:lnTo>
                <a:lnTo>
                  <a:pt x="647700" y="2181225"/>
                </a:lnTo>
                <a:close/>
                <a:moveTo>
                  <a:pt x="1724025" y="2171700"/>
                </a:moveTo>
                <a:lnTo>
                  <a:pt x="1733550" y="2171700"/>
                </a:lnTo>
                <a:lnTo>
                  <a:pt x="1733550" y="2200275"/>
                </a:lnTo>
                <a:lnTo>
                  <a:pt x="1724025" y="2200275"/>
                </a:lnTo>
                <a:close/>
                <a:moveTo>
                  <a:pt x="885825" y="2181225"/>
                </a:moveTo>
                <a:lnTo>
                  <a:pt x="904875" y="2181225"/>
                </a:lnTo>
                <a:lnTo>
                  <a:pt x="904875" y="2190750"/>
                </a:lnTo>
                <a:lnTo>
                  <a:pt x="914400" y="2190750"/>
                </a:lnTo>
                <a:lnTo>
                  <a:pt x="914400" y="2209800"/>
                </a:lnTo>
                <a:lnTo>
                  <a:pt x="904875" y="2209800"/>
                </a:lnTo>
                <a:lnTo>
                  <a:pt x="904875" y="2200275"/>
                </a:lnTo>
                <a:lnTo>
                  <a:pt x="895350" y="2200275"/>
                </a:lnTo>
                <a:lnTo>
                  <a:pt x="895350" y="2190750"/>
                </a:lnTo>
                <a:lnTo>
                  <a:pt x="885825" y="2190750"/>
                </a:lnTo>
                <a:close/>
                <a:moveTo>
                  <a:pt x="304800" y="2190750"/>
                </a:moveTo>
                <a:lnTo>
                  <a:pt x="333375" y="2190750"/>
                </a:lnTo>
                <a:lnTo>
                  <a:pt x="333375" y="2200275"/>
                </a:lnTo>
                <a:lnTo>
                  <a:pt x="304800" y="2200275"/>
                </a:lnTo>
                <a:close/>
                <a:moveTo>
                  <a:pt x="142875" y="2200275"/>
                </a:moveTo>
                <a:lnTo>
                  <a:pt x="152400" y="2200275"/>
                </a:lnTo>
                <a:lnTo>
                  <a:pt x="152400" y="2219325"/>
                </a:lnTo>
                <a:lnTo>
                  <a:pt x="161925" y="2219325"/>
                </a:lnTo>
                <a:lnTo>
                  <a:pt x="161925" y="2238375"/>
                </a:lnTo>
                <a:lnTo>
                  <a:pt x="152400" y="2238375"/>
                </a:lnTo>
                <a:lnTo>
                  <a:pt x="152400" y="2266950"/>
                </a:lnTo>
                <a:lnTo>
                  <a:pt x="142875" y="2266950"/>
                </a:lnTo>
                <a:close/>
                <a:moveTo>
                  <a:pt x="457200" y="2200275"/>
                </a:moveTo>
                <a:lnTo>
                  <a:pt x="476250" y="2200275"/>
                </a:lnTo>
                <a:lnTo>
                  <a:pt x="476250" y="2209800"/>
                </a:lnTo>
                <a:lnTo>
                  <a:pt x="457200" y="2209800"/>
                </a:lnTo>
                <a:close/>
                <a:moveTo>
                  <a:pt x="971550" y="2209800"/>
                </a:moveTo>
                <a:lnTo>
                  <a:pt x="981075" y="2209800"/>
                </a:lnTo>
                <a:lnTo>
                  <a:pt x="981075" y="2219325"/>
                </a:lnTo>
                <a:lnTo>
                  <a:pt x="990600" y="2219325"/>
                </a:lnTo>
                <a:lnTo>
                  <a:pt x="990600" y="2228850"/>
                </a:lnTo>
                <a:lnTo>
                  <a:pt x="981075" y="2228850"/>
                </a:lnTo>
                <a:lnTo>
                  <a:pt x="981075" y="2238375"/>
                </a:lnTo>
                <a:lnTo>
                  <a:pt x="942975" y="2238375"/>
                </a:lnTo>
                <a:lnTo>
                  <a:pt x="942975" y="2219325"/>
                </a:lnTo>
                <a:lnTo>
                  <a:pt x="971550" y="2219325"/>
                </a:lnTo>
                <a:close/>
                <a:moveTo>
                  <a:pt x="1152525" y="2209800"/>
                </a:moveTo>
                <a:lnTo>
                  <a:pt x="1162050" y="2209800"/>
                </a:lnTo>
                <a:lnTo>
                  <a:pt x="1162050" y="2219325"/>
                </a:lnTo>
                <a:lnTo>
                  <a:pt x="1152525" y="2219325"/>
                </a:lnTo>
                <a:close/>
                <a:moveTo>
                  <a:pt x="409575" y="2219325"/>
                </a:moveTo>
                <a:lnTo>
                  <a:pt x="428625" y="2219325"/>
                </a:lnTo>
                <a:lnTo>
                  <a:pt x="428625" y="2228850"/>
                </a:lnTo>
                <a:lnTo>
                  <a:pt x="409575" y="2228850"/>
                </a:lnTo>
                <a:close/>
                <a:moveTo>
                  <a:pt x="1028700" y="2219325"/>
                </a:moveTo>
                <a:lnTo>
                  <a:pt x="1038225" y="2219325"/>
                </a:lnTo>
                <a:lnTo>
                  <a:pt x="1038225" y="2228850"/>
                </a:lnTo>
                <a:lnTo>
                  <a:pt x="1028700" y="2228850"/>
                </a:lnTo>
                <a:close/>
                <a:moveTo>
                  <a:pt x="123825" y="2228850"/>
                </a:moveTo>
                <a:lnTo>
                  <a:pt x="133350" y="2228850"/>
                </a:lnTo>
                <a:lnTo>
                  <a:pt x="133350" y="2238375"/>
                </a:lnTo>
                <a:lnTo>
                  <a:pt x="123825" y="2238375"/>
                </a:lnTo>
                <a:close/>
                <a:moveTo>
                  <a:pt x="381000" y="2228850"/>
                </a:moveTo>
                <a:lnTo>
                  <a:pt x="409575" y="2228850"/>
                </a:lnTo>
                <a:lnTo>
                  <a:pt x="409575" y="2238375"/>
                </a:lnTo>
                <a:lnTo>
                  <a:pt x="390525" y="2238375"/>
                </a:lnTo>
                <a:lnTo>
                  <a:pt x="390525" y="2257425"/>
                </a:lnTo>
                <a:lnTo>
                  <a:pt x="381000" y="2257425"/>
                </a:lnTo>
                <a:close/>
                <a:moveTo>
                  <a:pt x="428625" y="2228850"/>
                </a:moveTo>
                <a:lnTo>
                  <a:pt x="438150" y="2228850"/>
                </a:lnTo>
                <a:lnTo>
                  <a:pt x="438150" y="2257425"/>
                </a:lnTo>
                <a:lnTo>
                  <a:pt x="409575" y="2257425"/>
                </a:lnTo>
                <a:lnTo>
                  <a:pt x="409575" y="2247900"/>
                </a:lnTo>
                <a:lnTo>
                  <a:pt x="419100" y="2247900"/>
                </a:lnTo>
                <a:lnTo>
                  <a:pt x="419100" y="2238375"/>
                </a:lnTo>
                <a:lnTo>
                  <a:pt x="428625" y="2238375"/>
                </a:lnTo>
                <a:close/>
                <a:moveTo>
                  <a:pt x="1038225" y="2228850"/>
                </a:moveTo>
                <a:lnTo>
                  <a:pt x="1047750" y="2228850"/>
                </a:lnTo>
                <a:lnTo>
                  <a:pt x="1047750" y="2238375"/>
                </a:lnTo>
                <a:lnTo>
                  <a:pt x="1038225" y="2238375"/>
                </a:lnTo>
                <a:close/>
                <a:moveTo>
                  <a:pt x="1047750" y="2238375"/>
                </a:moveTo>
                <a:lnTo>
                  <a:pt x="1066800" y="2238375"/>
                </a:lnTo>
                <a:lnTo>
                  <a:pt x="1066800" y="2257425"/>
                </a:lnTo>
                <a:lnTo>
                  <a:pt x="1057275" y="2257425"/>
                </a:lnTo>
                <a:lnTo>
                  <a:pt x="1057275" y="2247900"/>
                </a:lnTo>
                <a:lnTo>
                  <a:pt x="1047750" y="2247900"/>
                </a:lnTo>
                <a:close/>
                <a:moveTo>
                  <a:pt x="1524000" y="2238375"/>
                </a:moveTo>
                <a:lnTo>
                  <a:pt x="1533525" y="2238375"/>
                </a:lnTo>
                <a:lnTo>
                  <a:pt x="1533525" y="2247900"/>
                </a:lnTo>
                <a:lnTo>
                  <a:pt x="1543050" y="2247900"/>
                </a:lnTo>
                <a:lnTo>
                  <a:pt x="1543050" y="2257425"/>
                </a:lnTo>
                <a:lnTo>
                  <a:pt x="1533525" y="2257425"/>
                </a:lnTo>
                <a:lnTo>
                  <a:pt x="1533525" y="2266950"/>
                </a:lnTo>
                <a:lnTo>
                  <a:pt x="1514475" y="2266950"/>
                </a:lnTo>
                <a:lnTo>
                  <a:pt x="1514475" y="2247900"/>
                </a:lnTo>
                <a:lnTo>
                  <a:pt x="1524000" y="2247900"/>
                </a:lnTo>
                <a:close/>
                <a:moveTo>
                  <a:pt x="123825" y="2247900"/>
                </a:moveTo>
                <a:lnTo>
                  <a:pt x="133350" y="2247900"/>
                </a:lnTo>
                <a:lnTo>
                  <a:pt x="133350" y="2276475"/>
                </a:lnTo>
                <a:lnTo>
                  <a:pt x="123825" y="2276475"/>
                </a:lnTo>
                <a:close/>
                <a:moveTo>
                  <a:pt x="457200" y="2276475"/>
                </a:moveTo>
                <a:lnTo>
                  <a:pt x="476250" y="2276475"/>
                </a:lnTo>
                <a:lnTo>
                  <a:pt x="476250" y="2286000"/>
                </a:lnTo>
                <a:lnTo>
                  <a:pt x="457200" y="2286000"/>
                </a:lnTo>
                <a:close/>
                <a:moveTo>
                  <a:pt x="1019175" y="2295525"/>
                </a:moveTo>
                <a:lnTo>
                  <a:pt x="1066800" y="2295525"/>
                </a:lnTo>
                <a:lnTo>
                  <a:pt x="1066800" y="2305050"/>
                </a:lnTo>
                <a:lnTo>
                  <a:pt x="1076325" y="2305050"/>
                </a:lnTo>
                <a:lnTo>
                  <a:pt x="1076325" y="2314575"/>
                </a:lnTo>
                <a:lnTo>
                  <a:pt x="1047750" y="2314575"/>
                </a:lnTo>
                <a:lnTo>
                  <a:pt x="1047750" y="2324100"/>
                </a:lnTo>
                <a:lnTo>
                  <a:pt x="1028700" y="2324100"/>
                </a:lnTo>
                <a:lnTo>
                  <a:pt x="1028700" y="2305050"/>
                </a:lnTo>
                <a:lnTo>
                  <a:pt x="1019175" y="2305050"/>
                </a:lnTo>
                <a:close/>
                <a:moveTo>
                  <a:pt x="1123950" y="2295525"/>
                </a:moveTo>
                <a:lnTo>
                  <a:pt x="1133475" y="2295525"/>
                </a:lnTo>
                <a:lnTo>
                  <a:pt x="1133475" y="2305050"/>
                </a:lnTo>
                <a:lnTo>
                  <a:pt x="1123950" y="2305050"/>
                </a:lnTo>
                <a:close/>
                <a:moveTo>
                  <a:pt x="914400" y="2305050"/>
                </a:moveTo>
                <a:lnTo>
                  <a:pt x="923925" y="2305050"/>
                </a:lnTo>
                <a:lnTo>
                  <a:pt x="923925" y="2314575"/>
                </a:lnTo>
                <a:lnTo>
                  <a:pt x="914400" y="2314575"/>
                </a:lnTo>
                <a:close/>
                <a:moveTo>
                  <a:pt x="1009650" y="2305050"/>
                </a:moveTo>
                <a:lnTo>
                  <a:pt x="1019175" y="2305050"/>
                </a:lnTo>
                <a:lnTo>
                  <a:pt x="1019175" y="2314575"/>
                </a:lnTo>
                <a:lnTo>
                  <a:pt x="1009650" y="2314575"/>
                </a:lnTo>
                <a:close/>
                <a:moveTo>
                  <a:pt x="923925" y="2314575"/>
                </a:moveTo>
                <a:lnTo>
                  <a:pt x="933450" y="2314575"/>
                </a:lnTo>
                <a:lnTo>
                  <a:pt x="933450" y="2324100"/>
                </a:lnTo>
                <a:lnTo>
                  <a:pt x="923925" y="2324100"/>
                </a:lnTo>
                <a:close/>
                <a:moveTo>
                  <a:pt x="1266825" y="2314575"/>
                </a:moveTo>
                <a:lnTo>
                  <a:pt x="1276350" y="2314575"/>
                </a:lnTo>
                <a:lnTo>
                  <a:pt x="1276350" y="2333625"/>
                </a:lnTo>
                <a:lnTo>
                  <a:pt x="1266825" y="2333625"/>
                </a:lnTo>
                <a:close/>
                <a:moveTo>
                  <a:pt x="895350" y="2324100"/>
                </a:moveTo>
                <a:lnTo>
                  <a:pt x="904875" y="2324100"/>
                </a:lnTo>
                <a:lnTo>
                  <a:pt x="904875" y="2333625"/>
                </a:lnTo>
                <a:lnTo>
                  <a:pt x="895350" y="2333625"/>
                </a:lnTo>
                <a:close/>
                <a:moveTo>
                  <a:pt x="381000" y="2333625"/>
                </a:moveTo>
                <a:lnTo>
                  <a:pt x="390525" y="2333625"/>
                </a:lnTo>
                <a:lnTo>
                  <a:pt x="390525" y="2352675"/>
                </a:lnTo>
                <a:lnTo>
                  <a:pt x="381000" y="2352675"/>
                </a:lnTo>
                <a:close/>
                <a:moveTo>
                  <a:pt x="1123950" y="2333625"/>
                </a:moveTo>
                <a:lnTo>
                  <a:pt x="1143000" y="2333625"/>
                </a:lnTo>
                <a:lnTo>
                  <a:pt x="1143000" y="2343150"/>
                </a:lnTo>
                <a:lnTo>
                  <a:pt x="1123950" y="2343150"/>
                </a:lnTo>
                <a:close/>
                <a:moveTo>
                  <a:pt x="1628775" y="2333625"/>
                </a:moveTo>
                <a:lnTo>
                  <a:pt x="1638300" y="2333625"/>
                </a:lnTo>
                <a:lnTo>
                  <a:pt x="1638300" y="2343150"/>
                </a:lnTo>
                <a:lnTo>
                  <a:pt x="1628775" y="2343150"/>
                </a:lnTo>
                <a:close/>
                <a:moveTo>
                  <a:pt x="1647825" y="2343150"/>
                </a:moveTo>
                <a:lnTo>
                  <a:pt x="1657350" y="2343150"/>
                </a:lnTo>
                <a:lnTo>
                  <a:pt x="1657350" y="2352675"/>
                </a:lnTo>
                <a:lnTo>
                  <a:pt x="1647825" y="2352675"/>
                </a:lnTo>
                <a:close/>
                <a:moveTo>
                  <a:pt x="1495425" y="2352675"/>
                </a:moveTo>
                <a:lnTo>
                  <a:pt x="1514475" y="2352675"/>
                </a:lnTo>
                <a:lnTo>
                  <a:pt x="1514475" y="2371725"/>
                </a:lnTo>
                <a:lnTo>
                  <a:pt x="1504950" y="2371725"/>
                </a:lnTo>
                <a:lnTo>
                  <a:pt x="1504950" y="2390775"/>
                </a:lnTo>
                <a:lnTo>
                  <a:pt x="1485900" y="2390775"/>
                </a:lnTo>
                <a:lnTo>
                  <a:pt x="1485900" y="2381250"/>
                </a:lnTo>
                <a:lnTo>
                  <a:pt x="1476375" y="2381250"/>
                </a:lnTo>
                <a:lnTo>
                  <a:pt x="1476375" y="2371725"/>
                </a:lnTo>
                <a:lnTo>
                  <a:pt x="1485900" y="2371725"/>
                </a:lnTo>
                <a:lnTo>
                  <a:pt x="1485900" y="2362200"/>
                </a:lnTo>
                <a:lnTo>
                  <a:pt x="1495425" y="2362200"/>
                </a:lnTo>
                <a:close/>
                <a:moveTo>
                  <a:pt x="381000" y="2362200"/>
                </a:moveTo>
                <a:lnTo>
                  <a:pt x="390525" y="2362200"/>
                </a:lnTo>
                <a:lnTo>
                  <a:pt x="390525" y="2371725"/>
                </a:lnTo>
                <a:lnTo>
                  <a:pt x="381000" y="2371725"/>
                </a:lnTo>
                <a:close/>
                <a:moveTo>
                  <a:pt x="390525" y="2371725"/>
                </a:moveTo>
                <a:lnTo>
                  <a:pt x="409575" y="2371725"/>
                </a:lnTo>
                <a:lnTo>
                  <a:pt x="409575" y="2381250"/>
                </a:lnTo>
                <a:lnTo>
                  <a:pt x="419100" y="2381250"/>
                </a:lnTo>
                <a:lnTo>
                  <a:pt x="419100" y="2390775"/>
                </a:lnTo>
                <a:lnTo>
                  <a:pt x="390525" y="2390775"/>
                </a:lnTo>
                <a:close/>
                <a:moveTo>
                  <a:pt x="1343025" y="2371725"/>
                </a:moveTo>
                <a:lnTo>
                  <a:pt x="1352550" y="2371725"/>
                </a:lnTo>
                <a:lnTo>
                  <a:pt x="1352550" y="2381250"/>
                </a:lnTo>
                <a:lnTo>
                  <a:pt x="1343025" y="2381250"/>
                </a:lnTo>
                <a:close/>
                <a:moveTo>
                  <a:pt x="1666875" y="2371725"/>
                </a:moveTo>
                <a:lnTo>
                  <a:pt x="1676400" y="2371725"/>
                </a:lnTo>
                <a:lnTo>
                  <a:pt x="1676400" y="2390775"/>
                </a:lnTo>
                <a:lnTo>
                  <a:pt x="1666875" y="2390775"/>
                </a:lnTo>
                <a:close/>
                <a:moveTo>
                  <a:pt x="228600" y="2381250"/>
                </a:moveTo>
                <a:lnTo>
                  <a:pt x="238125" y="2381250"/>
                </a:lnTo>
                <a:lnTo>
                  <a:pt x="238125" y="2400300"/>
                </a:lnTo>
                <a:lnTo>
                  <a:pt x="219075" y="2400300"/>
                </a:lnTo>
                <a:lnTo>
                  <a:pt x="219075" y="2390775"/>
                </a:lnTo>
                <a:lnTo>
                  <a:pt x="228600" y="2390775"/>
                </a:lnTo>
                <a:close/>
                <a:moveTo>
                  <a:pt x="523875" y="2381250"/>
                </a:moveTo>
                <a:lnTo>
                  <a:pt x="533400" y="2381250"/>
                </a:lnTo>
                <a:lnTo>
                  <a:pt x="533400" y="2400300"/>
                </a:lnTo>
                <a:lnTo>
                  <a:pt x="523875" y="2400300"/>
                </a:lnTo>
                <a:close/>
                <a:moveTo>
                  <a:pt x="704850" y="2381250"/>
                </a:moveTo>
                <a:lnTo>
                  <a:pt x="733425" y="2381250"/>
                </a:lnTo>
                <a:lnTo>
                  <a:pt x="733425" y="2400300"/>
                </a:lnTo>
                <a:lnTo>
                  <a:pt x="704850" y="2400300"/>
                </a:lnTo>
                <a:close/>
                <a:moveTo>
                  <a:pt x="1600200" y="2381250"/>
                </a:moveTo>
                <a:lnTo>
                  <a:pt x="1609725" y="2381250"/>
                </a:lnTo>
                <a:lnTo>
                  <a:pt x="1609725" y="2390775"/>
                </a:lnTo>
                <a:lnTo>
                  <a:pt x="1600200" y="2390775"/>
                </a:lnTo>
                <a:close/>
                <a:moveTo>
                  <a:pt x="1619250" y="2381250"/>
                </a:moveTo>
                <a:lnTo>
                  <a:pt x="1638300" y="2381250"/>
                </a:lnTo>
                <a:lnTo>
                  <a:pt x="1638300" y="2390775"/>
                </a:lnTo>
                <a:lnTo>
                  <a:pt x="1619250" y="2390775"/>
                </a:lnTo>
                <a:close/>
                <a:moveTo>
                  <a:pt x="1409700" y="2419350"/>
                </a:moveTo>
                <a:lnTo>
                  <a:pt x="1447800" y="2419350"/>
                </a:lnTo>
                <a:lnTo>
                  <a:pt x="1447800" y="2438400"/>
                </a:lnTo>
                <a:lnTo>
                  <a:pt x="1409700" y="2438400"/>
                </a:lnTo>
                <a:close/>
                <a:moveTo>
                  <a:pt x="1485900" y="2419350"/>
                </a:moveTo>
                <a:lnTo>
                  <a:pt x="1504950" y="2419350"/>
                </a:lnTo>
                <a:lnTo>
                  <a:pt x="1504950" y="2438400"/>
                </a:lnTo>
                <a:lnTo>
                  <a:pt x="1485900" y="2438400"/>
                </a:lnTo>
                <a:close/>
                <a:moveTo>
                  <a:pt x="1524000" y="2419350"/>
                </a:moveTo>
                <a:lnTo>
                  <a:pt x="1533525" y="2419350"/>
                </a:lnTo>
                <a:lnTo>
                  <a:pt x="1533525" y="2438400"/>
                </a:lnTo>
                <a:lnTo>
                  <a:pt x="1524000" y="2438400"/>
                </a:lnTo>
                <a:close/>
                <a:moveTo>
                  <a:pt x="133350" y="2447925"/>
                </a:moveTo>
                <a:lnTo>
                  <a:pt x="142875" y="2447925"/>
                </a:lnTo>
                <a:lnTo>
                  <a:pt x="142875" y="2466975"/>
                </a:lnTo>
                <a:lnTo>
                  <a:pt x="133350" y="2466975"/>
                </a:lnTo>
                <a:close/>
                <a:moveTo>
                  <a:pt x="152400" y="2457450"/>
                </a:moveTo>
                <a:lnTo>
                  <a:pt x="161925" y="2457450"/>
                </a:lnTo>
                <a:lnTo>
                  <a:pt x="161925" y="2466975"/>
                </a:lnTo>
                <a:lnTo>
                  <a:pt x="152400" y="2466975"/>
                </a:lnTo>
                <a:close/>
                <a:moveTo>
                  <a:pt x="133350" y="2486025"/>
                </a:moveTo>
                <a:lnTo>
                  <a:pt x="142875" y="2486025"/>
                </a:lnTo>
                <a:lnTo>
                  <a:pt x="142875" y="2495550"/>
                </a:lnTo>
                <a:lnTo>
                  <a:pt x="133350" y="2495550"/>
                </a:lnTo>
                <a:close/>
                <a:moveTo>
                  <a:pt x="152400" y="2495550"/>
                </a:moveTo>
                <a:lnTo>
                  <a:pt x="161925" y="2495550"/>
                </a:lnTo>
                <a:lnTo>
                  <a:pt x="161925" y="2505075"/>
                </a:lnTo>
                <a:lnTo>
                  <a:pt x="152400" y="2505075"/>
                </a:lnTo>
                <a:close/>
                <a:moveTo>
                  <a:pt x="257175" y="2524125"/>
                </a:moveTo>
                <a:lnTo>
                  <a:pt x="285750" y="2524125"/>
                </a:lnTo>
                <a:lnTo>
                  <a:pt x="285750" y="2552700"/>
                </a:lnTo>
                <a:lnTo>
                  <a:pt x="295275" y="2552700"/>
                </a:lnTo>
                <a:lnTo>
                  <a:pt x="295275" y="2562225"/>
                </a:lnTo>
                <a:lnTo>
                  <a:pt x="285750" y="2562225"/>
                </a:lnTo>
                <a:lnTo>
                  <a:pt x="285750" y="2571750"/>
                </a:lnTo>
                <a:lnTo>
                  <a:pt x="276225" y="2571750"/>
                </a:lnTo>
                <a:lnTo>
                  <a:pt x="276225" y="2562225"/>
                </a:lnTo>
                <a:lnTo>
                  <a:pt x="266700" y="2562225"/>
                </a:lnTo>
                <a:lnTo>
                  <a:pt x="266700" y="2552700"/>
                </a:lnTo>
                <a:lnTo>
                  <a:pt x="257175" y="2552700"/>
                </a:lnTo>
                <a:close/>
                <a:moveTo>
                  <a:pt x="514350" y="2533650"/>
                </a:moveTo>
                <a:lnTo>
                  <a:pt x="571500" y="2533650"/>
                </a:lnTo>
                <a:lnTo>
                  <a:pt x="571500" y="2543175"/>
                </a:lnTo>
                <a:lnTo>
                  <a:pt x="561975" y="2543175"/>
                </a:lnTo>
                <a:lnTo>
                  <a:pt x="561975" y="2552700"/>
                </a:lnTo>
                <a:lnTo>
                  <a:pt x="552450" y="2552700"/>
                </a:lnTo>
                <a:lnTo>
                  <a:pt x="552450" y="2562225"/>
                </a:lnTo>
                <a:lnTo>
                  <a:pt x="533400" y="2562225"/>
                </a:lnTo>
                <a:lnTo>
                  <a:pt x="533400" y="2552700"/>
                </a:lnTo>
                <a:lnTo>
                  <a:pt x="523875" y="2552700"/>
                </a:lnTo>
                <a:lnTo>
                  <a:pt x="523875" y="2543175"/>
                </a:lnTo>
                <a:lnTo>
                  <a:pt x="514350" y="2543175"/>
                </a:lnTo>
                <a:close/>
                <a:moveTo>
                  <a:pt x="923925" y="2533650"/>
                </a:moveTo>
                <a:lnTo>
                  <a:pt x="933450" y="2533650"/>
                </a:lnTo>
                <a:lnTo>
                  <a:pt x="933450" y="2552700"/>
                </a:lnTo>
                <a:lnTo>
                  <a:pt x="923925" y="2552700"/>
                </a:lnTo>
                <a:close/>
                <a:moveTo>
                  <a:pt x="971550" y="2533650"/>
                </a:moveTo>
                <a:lnTo>
                  <a:pt x="981075" y="2533650"/>
                </a:lnTo>
                <a:lnTo>
                  <a:pt x="981075" y="2543175"/>
                </a:lnTo>
                <a:lnTo>
                  <a:pt x="1019175" y="2543175"/>
                </a:lnTo>
                <a:lnTo>
                  <a:pt x="1019175" y="2533650"/>
                </a:lnTo>
                <a:lnTo>
                  <a:pt x="1047750" y="2533650"/>
                </a:lnTo>
                <a:lnTo>
                  <a:pt x="1047750" y="2543175"/>
                </a:lnTo>
                <a:lnTo>
                  <a:pt x="1057275" y="2543175"/>
                </a:lnTo>
                <a:lnTo>
                  <a:pt x="1057275" y="2571750"/>
                </a:lnTo>
                <a:lnTo>
                  <a:pt x="1066800" y="2571750"/>
                </a:lnTo>
                <a:lnTo>
                  <a:pt x="1066800" y="2581275"/>
                </a:lnTo>
                <a:lnTo>
                  <a:pt x="1076325" y="2581275"/>
                </a:lnTo>
                <a:lnTo>
                  <a:pt x="1076325" y="2571750"/>
                </a:lnTo>
                <a:lnTo>
                  <a:pt x="1095375" y="2571750"/>
                </a:lnTo>
                <a:lnTo>
                  <a:pt x="1095375" y="2562225"/>
                </a:lnTo>
                <a:lnTo>
                  <a:pt x="1104900" y="2562225"/>
                </a:lnTo>
                <a:lnTo>
                  <a:pt x="1104900" y="2533650"/>
                </a:lnTo>
                <a:lnTo>
                  <a:pt x="1114425" y="2533650"/>
                </a:lnTo>
                <a:lnTo>
                  <a:pt x="1114425" y="2543175"/>
                </a:lnTo>
                <a:lnTo>
                  <a:pt x="1133475" y="2543175"/>
                </a:lnTo>
                <a:lnTo>
                  <a:pt x="1133475" y="2552700"/>
                </a:lnTo>
                <a:lnTo>
                  <a:pt x="1123950" y="2552700"/>
                </a:lnTo>
                <a:lnTo>
                  <a:pt x="1123950" y="2562225"/>
                </a:lnTo>
                <a:lnTo>
                  <a:pt x="1114425" y="2562225"/>
                </a:lnTo>
                <a:lnTo>
                  <a:pt x="1114425" y="2571750"/>
                </a:lnTo>
                <a:lnTo>
                  <a:pt x="1133475" y="2571750"/>
                </a:lnTo>
                <a:lnTo>
                  <a:pt x="1133475" y="2552700"/>
                </a:lnTo>
                <a:lnTo>
                  <a:pt x="1162050" y="2552700"/>
                </a:lnTo>
                <a:lnTo>
                  <a:pt x="1162050" y="2543175"/>
                </a:lnTo>
                <a:lnTo>
                  <a:pt x="1171575" y="2543175"/>
                </a:lnTo>
                <a:lnTo>
                  <a:pt x="1171575" y="2533650"/>
                </a:lnTo>
                <a:lnTo>
                  <a:pt x="1238250" y="2533650"/>
                </a:lnTo>
                <a:lnTo>
                  <a:pt x="1238250" y="2543175"/>
                </a:lnTo>
                <a:lnTo>
                  <a:pt x="1266825" y="2543175"/>
                </a:lnTo>
                <a:lnTo>
                  <a:pt x="1266825" y="2552700"/>
                </a:lnTo>
                <a:lnTo>
                  <a:pt x="1247775" y="2552700"/>
                </a:lnTo>
                <a:lnTo>
                  <a:pt x="1247775" y="2571750"/>
                </a:lnTo>
                <a:lnTo>
                  <a:pt x="1257300" y="2571750"/>
                </a:lnTo>
                <a:lnTo>
                  <a:pt x="1257300" y="2590800"/>
                </a:lnTo>
                <a:lnTo>
                  <a:pt x="1238250" y="2590800"/>
                </a:lnTo>
                <a:lnTo>
                  <a:pt x="1238250" y="2581275"/>
                </a:lnTo>
                <a:lnTo>
                  <a:pt x="1228725" y="2581275"/>
                </a:lnTo>
                <a:lnTo>
                  <a:pt x="1228725" y="2571750"/>
                </a:lnTo>
                <a:lnTo>
                  <a:pt x="1219200" y="2571750"/>
                </a:lnTo>
                <a:lnTo>
                  <a:pt x="1219200" y="2581275"/>
                </a:lnTo>
                <a:lnTo>
                  <a:pt x="1209675" y="2581275"/>
                </a:lnTo>
                <a:lnTo>
                  <a:pt x="1209675" y="2590800"/>
                </a:lnTo>
                <a:lnTo>
                  <a:pt x="1200150" y="2590800"/>
                </a:lnTo>
                <a:lnTo>
                  <a:pt x="1200150" y="2581275"/>
                </a:lnTo>
                <a:lnTo>
                  <a:pt x="1190625" y="2581275"/>
                </a:lnTo>
                <a:lnTo>
                  <a:pt x="1190625" y="2571750"/>
                </a:lnTo>
                <a:lnTo>
                  <a:pt x="1152525" y="2571750"/>
                </a:lnTo>
                <a:lnTo>
                  <a:pt x="1152525" y="2581275"/>
                </a:lnTo>
                <a:lnTo>
                  <a:pt x="1133475" y="2581275"/>
                </a:lnTo>
                <a:lnTo>
                  <a:pt x="1133475" y="2590800"/>
                </a:lnTo>
                <a:lnTo>
                  <a:pt x="1114425" y="2590800"/>
                </a:lnTo>
                <a:lnTo>
                  <a:pt x="1114425" y="2600325"/>
                </a:lnTo>
                <a:lnTo>
                  <a:pt x="1133475" y="2600325"/>
                </a:lnTo>
                <a:lnTo>
                  <a:pt x="1133475" y="2619375"/>
                </a:lnTo>
                <a:lnTo>
                  <a:pt x="1123950" y="2619375"/>
                </a:lnTo>
                <a:lnTo>
                  <a:pt x="1123950" y="2609850"/>
                </a:lnTo>
                <a:lnTo>
                  <a:pt x="1095375" y="2609850"/>
                </a:lnTo>
                <a:lnTo>
                  <a:pt x="1095375" y="2628900"/>
                </a:lnTo>
                <a:lnTo>
                  <a:pt x="1085850" y="2628900"/>
                </a:lnTo>
                <a:lnTo>
                  <a:pt x="1085850" y="2657475"/>
                </a:lnTo>
                <a:lnTo>
                  <a:pt x="1076325" y="2657475"/>
                </a:lnTo>
                <a:lnTo>
                  <a:pt x="1076325" y="2667000"/>
                </a:lnTo>
                <a:lnTo>
                  <a:pt x="1066800" y="2667000"/>
                </a:lnTo>
                <a:lnTo>
                  <a:pt x="1066800" y="2657475"/>
                </a:lnTo>
                <a:lnTo>
                  <a:pt x="1057275" y="2657475"/>
                </a:lnTo>
                <a:lnTo>
                  <a:pt x="1057275" y="2619375"/>
                </a:lnTo>
                <a:lnTo>
                  <a:pt x="1038225" y="2619375"/>
                </a:lnTo>
                <a:lnTo>
                  <a:pt x="1038225" y="2609850"/>
                </a:lnTo>
                <a:lnTo>
                  <a:pt x="1047750" y="2609850"/>
                </a:lnTo>
                <a:lnTo>
                  <a:pt x="1047750" y="2590800"/>
                </a:lnTo>
                <a:lnTo>
                  <a:pt x="1057275" y="2590800"/>
                </a:lnTo>
                <a:lnTo>
                  <a:pt x="1057275" y="2581275"/>
                </a:lnTo>
                <a:lnTo>
                  <a:pt x="1028700" y="2581275"/>
                </a:lnTo>
                <a:lnTo>
                  <a:pt x="1028700" y="2590800"/>
                </a:lnTo>
                <a:lnTo>
                  <a:pt x="1019175" y="2590800"/>
                </a:lnTo>
                <a:lnTo>
                  <a:pt x="1019175" y="2600325"/>
                </a:lnTo>
                <a:lnTo>
                  <a:pt x="1000125" y="2600325"/>
                </a:lnTo>
                <a:lnTo>
                  <a:pt x="1000125" y="2609850"/>
                </a:lnTo>
                <a:lnTo>
                  <a:pt x="990600" y="2609850"/>
                </a:lnTo>
                <a:lnTo>
                  <a:pt x="990600" y="2619375"/>
                </a:lnTo>
                <a:lnTo>
                  <a:pt x="971550" y="2619375"/>
                </a:lnTo>
                <a:lnTo>
                  <a:pt x="971550" y="2590800"/>
                </a:lnTo>
                <a:lnTo>
                  <a:pt x="990600" y="2590800"/>
                </a:lnTo>
                <a:lnTo>
                  <a:pt x="990600" y="2581275"/>
                </a:lnTo>
                <a:lnTo>
                  <a:pt x="981075" y="2581275"/>
                </a:lnTo>
                <a:lnTo>
                  <a:pt x="981075" y="2571750"/>
                </a:lnTo>
                <a:lnTo>
                  <a:pt x="971550" y="2571750"/>
                </a:lnTo>
                <a:lnTo>
                  <a:pt x="971550" y="2552700"/>
                </a:lnTo>
                <a:lnTo>
                  <a:pt x="962025" y="2552700"/>
                </a:lnTo>
                <a:lnTo>
                  <a:pt x="962025" y="2543175"/>
                </a:lnTo>
                <a:lnTo>
                  <a:pt x="971550" y="2543175"/>
                </a:lnTo>
                <a:close/>
                <a:moveTo>
                  <a:pt x="504825" y="2543175"/>
                </a:moveTo>
                <a:lnTo>
                  <a:pt x="514350" y="2543175"/>
                </a:lnTo>
                <a:lnTo>
                  <a:pt x="514350" y="2552700"/>
                </a:lnTo>
                <a:lnTo>
                  <a:pt x="504825" y="2552700"/>
                </a:lnTo>
                <a:close/>
                <a:moveTo>
                  <a:pt x="428625" y="2552700"/>
                </a:moveTo>
                <a:lnTo>
                  <a:pt x="457200" y="2552700"/>
                </a:lnTo>
                <a:lnTo>
                  <a:pt x="457200" y="2571750"/>
                </a:lnTo>
                <a:lnTo>
                  <a:pt x="466725" y="2571750"/>
                </a:lnTo>
                <a:lnTo>
                  <a:pt x="466725" y="2581275"/>
                </a:lnTo>
                <a:lnTo>
                  <a:pt x="457200" y="2581275"/>
                </a:lnTo>
                <a:lnTo>
                  <a:pt x="457200" y="2590800"/>
                </a:lnTo>
                <a:lnTo>
                  <a:pt x="447675" y="2590800"/>
                </a:lnTo>
                <a:lnTo>
                  <a:pt x="447675" y="2581275"/>
                </a:lnTo>
                <a:lnTo>
                  <a:pt x="438150" y="2581275"/>
                </a:lnTo>
                <a:lnTo>
                  <a:pt x="438150" y="2600325"/>
                </a:lnTo>
                <a:lnTo>
                  <a:pt x="428625" y="2600325"/>
                </a:lnTo>
                <a:lnTo>
                  <a:pt x="428625" y="2619375"/>
                </a:lnTo>
                <a:lnTo>
                  <a:pt x="400050" y="2619375"/>
                </a:lnTo>
                <a:lnTo>
                  <a:pt x="400050" y="2609850"/>
                </a:lnTo>
                <a:lnTo>
                  <a:pt x="390525" y="2609850"/>
                </a:lnTo>
                <a:lnTo>
                  <a:pt x="390525" y="2600325"/>
                </a:lnTo>
                <a:lnTo>
                  <a:pt x="381000" y="2600325"/>
                </a:lnTo>
                <a:lnTo>
                  <a:pt x="381000" y="2571750"/>
                </a:lnTo>
                <a:lnTo>
                  <a:pt x="390525" y="2571750"/>
                </a:lnTo>
                <a:lnTo>
                  <a:pt x="390525" y="2562225"/>
                </a:lnTo>
                <a:lnTo>
                  <a:pt x="400050" y="2562225"/>
                </a:lnTo>
                <a:lnTo>
                  <a:pt x="400050" y="2571750"/>
                </a:lnTo>
                <a:lnTo>
                  <a:pt x="428625" y="2571750"/>
                </a:lnTo>
                <a:close/>
                <a:moveTo>
                  <a:pt x="600075" y="2552700"/>
                </a:moveTo>
                <a:lnTo>
                  <a:pt x="609600" y="2552700"/>
                </a:lnTo>
                <a:lnTo>
                  <a:pt x="609600" y="2562225"/>
                </a:lnTo>
                <a:lnTo>
                  <a:pt x="600075" y="2562225"/>
                </a:lnTo>
                <a:close/>
                <a:moveTo>
                  <a:pt x="1276350" y="2552700"/>
                </a:moveTo>
                <a:lnTo>
                  <a:pt x="1285875" y="2552700"/>
                </a:lnTo>
                <a:lnTo>
                  <a:pt x="1285875" y="2562225"/>
                </a:lnTo>
                <a:lnTo>
                  <a:pt x="1304925" y="2562225"/>
                </a:lnTo>
                <a:lnTo>
                  <a:pt x="1304925" y="2590800"/>
                </a:lnTo>
                <a:lnTo>
                  <a:pt x="1295400" y="2590800"/>
                </a:lnTo>
                <a:lnTo>
                  <a:pt x="1295400" y="2581275"/>
                </a:lnTo>
                <a:lnTo>
                  <a:pt x="1285875" y="2581275"/>
                </a:lnTo>
                <a:lnTo>
                  <a:pt x="1285875" y="2590800"/>
                </a:lnTo>
                <a:lnTo>
                  <a:pt x="1276350" y="2590800"/>
                </a:lnTo>
                <a:close/>
                <a:moveTo>
                  <a:pt x="200025" y="2562225"/>
                </a:moveTo>
                <a:lnTo>
                  <a:pt x="219075" y="2562225"/>
                </a:lnTo>
                <a:lnTo>
                  <a:pt x="219075" y="2571750"/>
                </a:lnTo>
                <a:lnTo>
                  <a:pt x="238125" y="2571750"/>
                </a:lnTo>
                <a:lnTo>
                  <a:pt x="238125" y="2590800"/>
                </a:lnTo>
                <a:lnTo>
                  <a:pt x="219075" y="2590800"/>
                </a:lnTo>
                <a:lnTo>
                  <a:pt x="219075" y="2581275"/>
                </a:lnTo>
                <a:lnTo>
                  <a:pt x="209550" y="2581275"/>
                </a:lnTo>
                <a:lnTo>
                  <a:pt x="209550" y="2571750"/>
                </a:lnTo>
                <a:lnTo>
                  <a:pt x="200025" y="2571750"/>
                </a:lnTo>
                <a:close/>
                <a:moveTo>
                  <a:pt x="1552575" y="2562225"/>
                </a:moveTo>
                <a:lnTo>
                  <a:pt x="1571625" y="2562225"/>
                </a:lnTo>
                <a:lnTo>
                  <a:pt x="1571625" y="2571750"/>
                </a:lnTo>
                <a:lnTo>
                  <a:pt x="1552575" y="2571750"/>
                </a:lnTo>
                <a:close/>
                <a:moveTo>
                  <a:pt x="542925" y="2571750"/>
                </a:moveTo>
                <a:lnTo>
                  <a:pt x="571500" y="2571750"/>
                </a:lnTo>
                <a:lnTo>
                  <a:pt x="571500" y="2590800"/>
                </a:lnTo>
                <a:lnTo>
                  <a:pt x="581025" y="2590800"/>
                </a:lnTo>
                <a:lnTo>
                  <a:pt x="581025" y="2600325"/>
                </a:lnTo>
                <a:lnTo>
                  <a:pt x="609600" y="2600325"/>
                </a:lnTo>
                <a:lnTo>
                  <a:pt x="609600" y="2609850"/>
                </a:lnTo>
                <a:lnTo>
                  <a:pt x="600075" y="2609850"/>
                </a:lnTo>
                <a:lnTo>
                  <a:pt x="600075" y="2619375"/>
                </a:lnTo>
                <a:lnTo>
                  <a:pt x="590550" y="2619375"/>
                </a:lnTo>
                <a:lnTo>
                  <a:pt x="590550" y="2628900"/>
                </a:lnTo>
                <a:lnTo>
                  <a:pt x="581025" y="2628900"/>
                </a:lnTo>
                <a:lnTo>
                  <a:pt x="581025" y="2619375"/>
                </a:lnTo>
                <a:lnTo>
                  <a:pt x="561975" y="2619375"/>
                </a:lnTo>
                <a:lnTo>
                  <a:pt x="561975" y="2600325"/>
                </a:lnTo>
                <a:lnTo>
                  <a:pt x="552450" y="2600325"/>
                </a:lnTo>
                <a:lnTo>
                  <a:pt x="552450" y="2590800"/>
                </a:lnTo>
                <a:lnTo>
                  <a:pt x="542925" y="2590800"/>
                </a:lnTo>
                <a:close/>
                <a:moveTo>
                  <a:pt x="895350" y="2571750"/>
                </a:moveTo>
                <a:lnTo>
                  <a:pt x="904875" y="2571750"/>
                </a:lnTo>
                <a:lnTo>
                  <a:pt x="904875" y="2590800"/>
                </a:lnTo>
                <a:lnTo>
                  <a:pt x="885825" y="2590800"/>
                </a:lnTo>
                <a:lnTo>
                  <a:pt x="885825" y="2581275"/>
                </a:lnTo>
                <a:lnTo>
                  <a:pt x="895350" y="2581275"/>
                </a:lnTo>
                <a:close/>
                <a:moveTo>
                  <a:pt x="942975" y="2590800"/>
                </a:moveTo>
                <a:lnTo>
                  <a:pt x="962025" y="2590800"/>
                </a:lnTo>
                <a:lnTo>
                  <a:pt x="962025" y="2600325"/>
                </a:lnTo>
                <a:lnTo>
                  <a:pt x="942975" y="2600325"/>
                </a:lnTo>
                <a:close/>
                <a:moveTo>
                  <a:pt x="1647825" y="2590800"/>
                </a:moveTo>
                <a:lnTo>
                  <a:pt x="1657350" y="2590800"/>
                </a:lnTo>
                <a:lnTo>
                  <a:pt x="1657350" y="2600325"/>
                </a:lnTo>
                <a:lnTo>
                  <a:pt x="1647825" y="2600325"/>
                </a:lnTo>
                <a:close/>
                <a:moveTo>
                  <a:pt x="933450" y="2600325"/>
                </a:moveTo>
                <a:lnTo>
                  <a:pt x="942975" y="2600325"/>
                </a:lnTo>
                <a:lnTo>
                  <a:pt x="942975" y="2609850"/>
                </a:lnTo>
                <a:lnTo>
                  <a:pt x="933450" y="2609850"/>
                </a:lnTo>
                <a:close/>
                <a:moveTo>
                  <a:pt x="1162050" y="2600325"/>
                </a:moveTo>
                <a:lnTo>
                  <a:pt x="1171575" y="2600325"/>
                </a:lnTo>
                <a:lnTo>
                  <a:pt x="1171575" y="2609850"/>
                </a:lnTo>
                <a:lnTo>
                  <a:pt x="1181100" y="2609850"/>
                </a:lnTo>
                <a:lnTo>
                  <a:pt x="1181100" y="2619375"/>
                </a:lnTo>
                <a:lnTo>
                  <a:pt x="1171575" y="2619375"/>
                </a:lnTo>
                <a:lnTo>
                  <a:pt x="1171575" y="2628900"/>
                </a:lnTo>
                <a:lnTo>
                  <a:pt x="1143000" y="2628900"/>
                </a:lnTo>
                <a:lnTo>
                  <a:pt x="1143000" y="2609850"/>
                </a:lnTo>
                <a:lnTo>
                  <a:pt x="1162050" y="2609850"/>
                </a:lnTo>
                <a:close/>
                <a:moveTo>
                  <a:pt x="657225" y="2619375"/>
                </a:moveTo>
                <a:lnTo>
                  <a:pt x="666750" y="2619375"/>
                </a:lnTo>
                <a:lnTo>
                  <a:pt x="666750" y="2628900"/>
                </a:lnTo>
                <a:lnTo>
                  <a:pt x="657225" y="2628900"/>
                </a:lnTo>
                <a:close/>
                <a:moveTo>
                  <a:pt x="1181100" y="2619375"/>
                </a:moveTo>
                <a:lnTo>
                  <a:pt x="1190625" y="2619375"/>
                </a:lnTo>
                <a:lnTo>
                  <a:pt x="1190625" y="2628900"/>
                </a:lnTo>
                <a:lnTo>
                  <a:pt x="1181100" y="2628900"/>
                </a:lnTo>
                <a:close/>
                <a:moveTo>
                  <a:pt x="400050" y="2628900"/>
                </a:moveTo>
                <a:lnTo>
                  <a:pt x="409575" y="2628900"/>
                </a:lnTo>
                <a:lnTo>
                  <a:pt x="409575" y="2638425"/>
                </a:lnTo>
                <a:lnTo>
                  <a:pt x="400050" y="2638425"/>
                </a:lnTo>
                <a:close/>
                <a:moveTo>
                  <a:pt x="1000125" y="2628900"/>
                </a:moveTo>
                <a:lnTo>
                  <a:pt x="1019175" y="2628900"/>
                </a:lnTo>
                <a:lnTo>
                  <a:pt x="1019175" y="2638425"/>
                </a:lnTo>
                <a:lnTo>
                  <a:pt x="1000125" y="2638425"/>
                </a:lnTo>
                <a:close/>
                <a:moveTo>
                  <a:pt x="1266825" y="2628900"/>
                </a:moveTo>
                <a:lnTo>
                  <a:pt x="1285875" y="2628900"/>
                </a:lnTo>
                <a:lnTo>
                  <a:pt x="1285875" y="2638425"/>
                </a:lnTo>
                <a:lnTo>
                  <a:pt x="1266825" y="2638425"/>
                </a:lnTo>
                <a:close/>
                <a:moveTo>
                  <a:pt x="1628775" y="2628900"/>
                </a:moveTo>
                <a:lnTo>
                  <a:pt x="1647825" y="2628900"/>
                </a:lnTo>
                <a:lnTo>
                  <a:pt x="1647825" y="2638425"/>
                </a:lnTo>
                <a:lnTo>
                  <a:pt x="1628775" y="2638425"/>
                </a:lnTo>
                <a:close/>
                <a:moveTo>
                  <a:pt x="0" y="2638425"/>
                </a:moveTo>
                <a:lnTo>
                  <a:pt x="9525" y="2638425"/>
                </a:lnTo>
                <a:lnTo>
                  <a:pt x="9525" y="2647950"/>
                </a:lnTo>
                <a:lnTo>
                  <a:pt x="0" y="2647950"/>
                </a:lnTo>
                <a:close/>
                <a:moveTo>
                  <a:pt x="409575" y="2638425"/>
                </a:moveTo>
                <a:lnTo>
                  <a:pt x="419100" y="2638425"/>
                </a:lnTo>
                <a:lnTo>
                  <a:pt x="419100" y="2676525"/>
                </a:lnTo>
                <a:lnTo>
                  <a:pt x="409575" y="2676525"/>
                </a:lnTo>
                <a:lnTo>
                  <a:pt x="409575" y="2714625"/>
                </a:lnTo>
                <a:lnTo>
                  <a:pt x="400050" y="2714625"/>
                </a:lnTo>
                <a:lnTo>
                  <a:pt x="400050" y="2667000"/>
                </a:lnTo>
                <a:lnTo>
                  <a:pt x="409575" y="2667000"/>
                </a:lnTo>
                <a:close/>
                <a:moveTo>
                  <a:pt x="981075" y="2638425"/>
                </a:moveTo>
                <a:lnTo>
                  <a:pt x="990600" y="2638425"/>
                </a:lnTo>
                <a:lnTo>
                  <a:pt x="990600" y="2647950"/>
                </a:lnTo>
                <a:lnTo>
                  <a:pt x="1028700" y="2647950"/>
                </a:lnTo>
                <a:lnTo>
                  <a:pt x="1028700" y="2657475"/>
                </a:lnTo>
                <a:lnTo>
                  <a:pt x="990600" y="2657475"/>
                </a:lnTo>
                <a:lnTo>
                  <a:pt x="990600" y="2667000"/>
                </a:lnTo>
                <a:lnTo>
                  <a:pt x="981075" y="2667000"/>
                </a:lnTo>
                <a:close/>
                <a:moveTo>
                  <a:pt x="962025" y="2647950"/>
                </a:moveTo>
                <a:lnTo>
                  <a:pt x="971550" y="2647950"/>
                </a:lnTo>
                <a:lnTo>
                  <a:pt x="971550" y="2667000"/>
                </a:lnTo>
                <a:lnTo>
                  <a:pt x="942975" y="2667000"/>
                </a:lnTo>
                <a:lnTo>
                  <a:pt x="942975" y="2657475"/>
                </a:lnTo>
                <a:lnTo>
                  <a:pt x="962025" y="2657475"/>
                </a:lnTo>
                <a:close/>
                <a:moveTo>
                  <a:pt x="1228725" y="2667000"/>
                </a:moveTo>
                <a:lnTo>
                  <a:pt x="1238250" y="2667000"/>
                </a:lnTo>
                <a:lnTo>
                  <a:pt x="1238250" y="2714625"/>
                </a:lnTo>
                <a:lnTo>
                  <a:pt x="1219200" y="2714625"/>
                </a:lnTo>
                <a:lnTo>
                  <a:pt x="1219200" y="2705100"/>
                </a:lnTo>
                <a:lnTo>
                  <a:pt x="1228725" y="2705100"/>
                </a:lnTo>
                <a:close/>
                <a:moveTo>
                  <a:pt x="1504950" y="2667000"/>
                </a:moveTo>
                <a:lnTo>
                  <a:pt x="1524000" y="2667000"/>
                </a:lnTo>
                <a:lnTo>
                  <a:pt x="1524000" y="2676525"/>
                </a:lnTo>
                <a:lnTo>
                  <a:pt x="1514475" y="2676525"/>
                </a:lnTo>
                <a:lnTo>
                  <a:pt x="1514475" y="2705100"/>
                </a:lnTo>
                <a:lnTo>
                  <a:pt x="1504950" y="2705100"/>
                </a:lnTo>
                <a:lnTo>
                  <a:pt x="1504950" y="2686050"/>
                </a:lnTo>
                <a:lnTo>
                  <a:pt x="1495425" y="2686050"/>
                </a:lnTo>
                <a:lnTo>
                  <a:pt x="1495425" y="2676525"/>
                </a:lnTo>
                <a:lnTo>
                  <a:pt x="1504950" y="2676525"/>
                </a:lnTo>
                <a:close/>
                <a:moveTo>
                  <a:pt x="1543050" y="2667000"/>
                </a:moveTo>
                <a:lnTo>
                  <a:pt x="1571625" y="2667000"/>
                </a:lnTo>
                <a:lnTo>
                  <a:pt x="1571625" y="2676525"/>
                </a:lnTo>
                <a:lnTo>
                  <a:pt x="1543050" y="2676525"/>
                </a:lnTo>
                <a:close/>
                <a:moveTo>
                  <a:pt x="466725" y="2676525"/>
                </a:moveTo>
                <a:lnTo>
                  <a:pt x="476250" y="2676525"/>
                </a:lnTo>
                <a:lnTo>
                  <a:pt x="476250" y="2686050"/>
                </a:lnTo>
                <a:lnTo>
                  <a:pt x="466725" y="2686050"/>
                </a:lnTo>
                <a:close/>
                <a:moveTo>
                  <a:pt x="476250" y="2686050"/>
                </a:moveTo>
                <a:lnTo>
                  <a:pt x="485775" y="2686050"/>
                </a:lnTo>
                <a:lnTo>
                  <a:pt x="485775" y="2695575"/>
                </a:lnTo>
                <a:lnTo>
                  <a:pt x="476250" y="2695575"/>
                </a:lnTo>
                <a:close/>
                <a:moveTo>
                  <a:pt x="962025" y="2686050"/>
                </a:moveTo>
                <a:lnTo>
                  <a:pt x="990600" y="2686050"/>
                </a:lnTo>
                <a:lnTo>
                  <a:pt x="990600" y="2705100"/>
                </a:lnTo>
                <a:lnTo>
                  <a:pt x="1000125" y="2705100"/>
                </a:lnTo>
                <a:lnTo>
                  <a:pt x="1000125" y="2686050"/>
                </a:lnTo>
                <a:lnTo>
                  <a:pt x="1019175" y="2686050"/>
                </a:lnTo>
                <a:lnTo>
                  <a:pt x="1019175" y="2695575"/>
                </a:lnTo>
                <a:lnTo>
                  <a:pt x="1038225" y="2695575"/>
                </a:lnTo>
                <a:lnTo>
                  <a:pt x="1038225" y="2705100"/>
                </a:lnTo>
                <a:lnTo>
                  <a:pt x="1047750" y="2705100"/>
                </a:lnTo>
                <a:lnTo>
                  <a:pt x="1047750" y="2714625"/>
                </a:lnTo>
                <a:lnTo>
                  <a:pt x="1038225" y="2714625"/>
                </a:lnTo>
                <a:lnTo>
                  <a:pt x="1038225" y="2724150"/>
                </a:lnTo>
                <a:lnTo>
                  <a:pt x="1019175" y="2724150"/>
                </a:lnTo>
                <a:lnTo>
                  <a:pt x="1019175" y="2714625"/>
                </a:lnTo>
                <a:lnTo>
                  <a:pt x="990600" y="2714625"/>
                </a:lnTo>
                <a:lnTo>
                  <a:pt x="990600" y="2733675"/>
                </a:lnTo>
                <a:lnTo>
                  <a:pt x="981075" y="2733675"/>
                </a:lnTo>
                <a:lnTo>
                  <a:pt x="981075" y="2714625"/>
                </a:lnTo>
                <a:lnTo>
                  <a:pt x="971550" y="2714625"/>
                </a:lnTo>
                <a:lnTo>
                  <a:pt x="971550" y="2724150"/>
                </a:lnTo>
                <a:lnTo>
                  <a:pt x="962025" y="2724150"/>
                </a:lnTo>
                <a:lnTo>
                  <a:pt x="962025" y="2714625"/>
                </a:lnTo>
                <a:lnTo>
                  <a:pt x="952500" y="2714625"/>
                </a:lnTo>
                <a:lnTo>
                  <a:pt x="952500" y="2705100"/>
                </a:lnTo>
                <a:lnTo>
                  <a:pt x="933450" y="2705100"/>
                </a:lnTo>
                <a:lnTo>
                  <a:pt x="933450" y="2695575"/>
                </a:lnTo>
                <a:lnTo>
                  <a:pt x="962025" y="2695575"/>
                </a:lnTo>
                <a:close/>
                <a:moveTo>
                  <a:pt x="457200" y="2695575"/>
                </a:moveTo>
                <a:lnTo>
                  <a:pt x="476250" y="2695575"/>
                </a:lnTo>
                <a:lnTo>
                  <a:pt x="476250" y="2705100"/>
                </a:lnTo>
                <a:lnTo>
                  <a:pt x="457200" y="2705100"/>
                </a:lnTo>
                <a:close/>
                <a:moveTo>
                  <a:pt x="923925" y="2705100"/>
                </a:moveTo>
                <a:lnTo>
                  <a:pt x="933450" y="2705100"/>
                </a:lnTo>
                <a:lnTo>
                  <a:pt x="933450" y="2724150"/>
                </a:lnTo>
                <a:lnTo>
                  <a:pt x="904875" y="2724150"/>
                </a:lnTo>
                <a:lnTo>
                  <a:pt x="904875" y="2714625"/>
                </a:lnTo>
                <a:lnTo>
                  <a:pt x="923925" y="2714625"/>
                </a:lnTo>
                <a:close/>
                <a:moveTo>
                  <a:pt x="1162050" y="2705100"/>
                </a:moveTo>
                <a:lnTo>
                  <a:pt x="1171575" y="2705100"/>
                </a:lnTo>
                <a:lnTo>
                  <a:pt x="1171575" y="2714625"/>
                </a:lnTo>
                <a:lnTo>
                  <a:pt x="1162050" y="2714625"/>
                </a:lnTo>
                <a:close/>
                <a:moveTo>
                  <a:pt x="1047750" y="2714625"/>
                </a:moveTo>
                <a:lnTo>
                  <a:pt x="1057275" y="2714625"/>
                </a:lnTo>
                <a:lnTo>
                  <a:pt x="1057275" y="2724150"/>
                </a:lnTo>
                <a:lnTo>
                  <a:pt x="1047750" y="2724150"/>
                </a:lnTo>
                <a:close/>
                <a:moveTo>
                  <a:pt x="1552575" y="2714625"/>
                </a:moveTo>
                <a:lnTo>
                  <a:pt x="1571625" y="2714625"/>
                </a:lnTo>
                <a:lnTo>
                  <a:pt x="1571625" y="2724150"/>
                </a:lnTo>
                <a:lnTo>
                  <a:pt x="1552575" y="2724150"/>
                </a:lnTo>
                <a:close/>
                <a:moveTo>
                  <a:pt x="1657350" y="2714625"/>
                </a:moveTo>
                <a:lnTo>
                  <a:pt x="1666875" y="2714625"/>
                </a:lnTo>
                <a:lnTo>
                  <a:pt x="1666875" y="2724150"/>
                </a:lnTo>
                <a:lnTo>
                  <a:pt x="1657350" y="2724150"/>
                </a:lnTo>
                <a:close/>
                <a:moveTo>
                  <a:pt x="762000" y="2724150"/>
                </a:moveTo>
                <a:lnTo>
                  <a:pt x="771525" y="2724150"/>
                </a:lnTo>
                <a:lnTo>
                  <a:pt x="771525" y="2733675"/>
                </a:lnTo>
                <a:lnTo>
                  <a:pt x="762000" y="2733675"/>
                </a:lnTo>
                <a:close/>
                <a:moveTo>
                  <a:pt x="800100" y="2724150"/>
                </a:moveTo>
                <a:lnTo>
                  <a:pt x="809625" y="2724150"/>
                </a:lnTo>
                <a:lnTo>
                  <a:pt x="809625" y="2743200"/>
                </a:lnTo>
                <a:lnTo>
                  <a:pt x="800100" y="2743200"/>
                </a:lnTo>
                <a:close/>
                <a:moveTo>
                  <a:pt x="1228725" y="2724150"/>
                </a:moveTo>
                <a:lnTo>
                  <a:pt x="1238250" y="2724150"/>
                </a:lnTo>
                <a:lnTo>
                  <a:pt x="1238250" y="2733675"/>
                </a:lnTo>
                <a:lnTo>
                  <a:pt x="1228725" y="2733675"/>
                </a:lnTo>
                <a:close/>
                <a:moveTo>
                  <a:pt x="1438275" y="2724150"/>
                </a:moveTo>
                <a:lnTo>
                  <a:pt x="1447800" y="2724150"/>
                </a:lnTo>
                <a:lnTo>
                  <a:pt x="1447800" y="2733675"/>
                </a:lnTo>
                <a:lnTo>
                  <a:pt x="1438275" y="2733675"/>
                </a:lnTo>
                <a:close/>
                <a:moveTo>
                  <a:pt x="857250" y="2733675"/>
                </a:moveTo>
                <a:lnTo>
                  <a:pt x="866775" y="2733675"/>
                </a:lnTo>
                <a:lnTo>
                  <a:pt x="866775" y="2743200"/>
                </a:lnTo>
                <a:lnTo>
                  <a:pt x="857250" y="2743200"/>
                </a:lnTo>
                <a:close/>
                <a:moveTo>
                  <a:pt x="962025" y="2733675"/>
                </a:moveTo>
                <a:lnTo>
                  <a:pt x="971550" y="2733675"/>
                </a:lnTo>
                <a:lnTo>
                  <a:pt x="971550" y="2743200"/>
                </a:lnTo>
                <a:lnTo>
                  <a:pt x="962025" y="2743200"/>
                </a:lnTo>
                <a:close/>
                <a:moveTo>
                  <a:pt x="1419225" y="2771775"/>
                </a:moveTo>
                <a:lnTo>
                  <a:pt x="1428750" y="2771775"/>
                </a:lnTo>
                <a:lnTo>
                  <a:pt x="1428750" y="2781300"/>
                </a:lnTo>
                <a:lnTo>
                  <a:pt x="1419225" y="2781300"/>
                </a:lnTo>
                <a:close/>
                <a:moveTo>
                  <a:pt x="1543050" y="2781300"/>
                </a:moveTo>
                <a:lnTo>
                  <a:pt x="1552575" y="2781300"/>
                </a:lnTo>
                <a:lnTo>
                  <a:pt x="1552575" y="2790825"/>
                </a:lnTo>
                <a:lnTo>
                  <a:pt x="1543050" y="2790825"/>
                </a:lnTo>
                <a:close/>
                <a:moveTo>
                  <a:pt x="1524000" y="2790825"/>
                </a:moveTo>
                <a:lnTo>
                  <a:pt x="1533525" y="2790825"/>
                </a:lnTo>
                <a:lnTo>
                  <a:pt x="1533525" y="2800350"/>
                </a:lnTo>
                <a:lnTo>
                  <a:pt x="1524000" y="2800350"/>
                </a:lnTo>
                <a:close/>
                <a:moveTo>
                  <a:pt x="857250" y="2800350"/>
                </a:moveTo>
                <a:lnTo>
                  <a:pt x="876300" y="2800350"/>
                </a:lnTo>
                <a:lnTo>
                  <a:pt x="876300" y="2809875"/>
                </a:lnTo>
                <a:lnTo>
                  <a:pt x="857250" y="2809875"/>
                </a:lnTo>
                <a:close/>
                <a:moveTo>
                  <a:pt x="762000" y="2809875"/>
                </a:moveTo>
                <a:lnTo>
                  <a:pt x="771525" y="2809875"/>
                </a:lnTo>
                <a:lnTo>
                  <a:pt x="771525" y="2819400"/>
                </a:lnTo>
                <a:lnTo>
                  <a:pt x="762000" y="2819400"/>
                </a:lnTo>
                <a:close/>
                <a:moveTo>
                  <a:pt x="1323975" y="2809875"/>
                </a:moveTo>
                <a:lnTo>
                  <a:pt x="1333500" y="2809875"/>
                </a:lnTo>
                <a:lnTo>
                  <a:pt x="1333500" y="2819400"/>
                </a:lnTo>
                <a:lnTo>
                  <a:pt x="1323975" y="2819400"/>
                </a:lnTo>
                <a:close/>
                <a:moveTo>
                  <a:pt x="200025" y="2828925"/>
                </a:moveTo>
                <a:lnTo>
                  <a:pt x="209550" y="2828925"/>
                </a:lnTo>
                <a:lnTo>
                  <a:pt x="209550" y="2838450"/>
                </a:lnTo>
                <a:lnTo>
                  <a:pt x="200025" y="2838450"/>
                </a:lnTo>
                <a:close/>
                <a:moveTo>
                  <a:pt x="1724025" y="2933700"/>
                </a:moveTo>
                <a:lnTo>
                  <a:pt x="1743075" y="2933700"/>
                </a:lnTo>
                <a:lnTo>
                  <a:pt x="1743075" y="2952750"/>
                </a:lnTo>
                <a:lnTo>
                  <a:pt x="1733550" y="2952750"/>
                </a:lnTo>
                <a:lnTo>
                  <a:pt x="1733550" y="2943225"/>
                </a:lnTo>
                <a:lnTo>
                  <a:pt x="1724025" y="2943225"/>
                </a:lnTo>
                <a:close/>
                <a:moveTo>
                  <a:pt x="1714500" y="2952750"/>
                </a:moveTo>
                <a:lnTo>
                  <a:pt x="1724025" y="2952750"/>
                </a:lnTo>
                <a:lnTo>
                  <a:pt x="1724025" y="2971800"/>
                </a:lnTo>
                <a:lnTo>
                  <a:pt x="1714500" y="2971800"/>
                </a:lnTo>
                <a:close/>
                <a:moveTo>
                  <a:pt x="266700" y="2971800"/>
                </a:moveTo>
                <a:lnTo>
                  <a:pt x="323850" y="2971800"/>
                </a:lnTo>
                <a:lnTo>
                  <a:pt x="323850" y="2981325"/>
                </a:lnTo>
                <a:lnTo>
                  <a:pt x="333375" y="2981325"/>
                </a:lnTo>
                <a:lnTo>
                  <a:pt x="333375" y="2971800"/>
                </a:lnTo>
                <a:lnTo>
                  <a:pt x="371475" y="2971800"/>
                </a:lnTo>
                <a:lnTo>
                  <a:pt x="371475" y="2981325"/>
                </a:lnTo>
                <a:lnTo>
                  <a:pt x="361950" y="2981325"/>
                </a:lnTo>
                <a:lnTo>
                  <a:pt x="361950" y="3000375"/>
                </a:lnTo>
                <a:lnTo>
                  <a:pt x="371475" y="3000375"/>
                </a:lnTo>
                <a:lnTo>
                  <a:pt x="371475" y="2981325"/>
                </a:lnTo>
                <a:lnTo>
                  <a:pt x="381000" y="2981325"/>
                </a:lnTo>
                <a:lnTo>
                  <a:pt x="381000" y="3000375"/>
                </a:lnTo>
                <a:lnTo>
                  <a:pt x="390525" y="3000375"/>
                </a:lnTo>
                <a:lnTo>
                  <a:pt x="390525" y="3009900"/>
                </a:lnTo>
                <a:lnTo>
                  <a:pt x="381000" y="3009900"/>
                </a:lnTo>
                <a:lnTo>
                  <a:pt x="381000" y="3019425"/>
                </a:lnTo>
                <a:lnTo>
                  <a:pt x="371475" y="3019425"/>
                </a:lnTo>
                <a:lnTo>
                  <a:pt x="371475" y="3028950"/>
                </a:lnTo>
                <a:lnTo>
                  <a:pt x="381000" y="3028950"/>
                </a:lnTo>
                <a:lnTo>
                  <a:pt x="381000" y="3038475"/>
                </a:lnTo>
                <a:lnTo>
                  <a:pt x="361950" y="3038475"/>
                </a:lnTo>
                <a:lnTo>
                  <a:pt x="361950" y="3019425"/>
                </a:lnTo>
                <a:lnTo>
                  <a:pt x="342900" y="3019425"/>
                </a:lnTo>
                <a:lnTo>
                  <a:pt x="342900" y="3009900"/>
                </a:lnTo>
                <a:lnTo>
                  <a:pt x="352425" y="3009900"/>
                </a:lnTo>
                <a:lnTo>
                  <a:pt x="352425" y="3000375"/>
                </a:lnTo>
                <a:lnTo>
                  <a:pt x="342900" y="3000375"/>
                </a:lnTo>
                <a:lnTo>
                  <a:pt x="342900" y="2990850"/>
                </a:lnTo>
                <a:lnTo>
                  <a:pt x="314325" y="2990850"/>
                </a:lnTo>
                <a:lnTo>
                  <a:pt x="314325" y="3000375"/>
                </a:lnTo>
                <a:lnTo>
                  <a:pt x="304800" y="3000375"/>
                </a:lnTo>
                <a:lnTo>
                  <a:pt x="304800" y="2990850"/>
                </a:lnTo>
                <a:lnTo>
                  <a:pt x="276225" y="2990850"/>
                </a:lnTo>
                <a:lnTo>
                  <a:pt x="276225" y="2981325"/>
                </a:lnTo>
                <a:lnTo>
                  <a:pt x="266700" y="2981325"/>
                </a:lnTo>
                <a:close/>
                <a:moveTo>
                  <a:pt x="447675" y="2981325"/>
                </a:moveTo>
                <a:lnTo>
                  <a:pt x="466725" y="2981325"/>
                </a:lnTo>
                <a:lnTo>
                  <a:pt x="466725" y="2990850"/>
                </a:lnTo>
                <a:lnTo>
                  <a:pt x="447675" y="2990850"/>
                </a:lnTo>
                <a:close/>
                <a:moveTo>
                  <a:pt x="295275" y="3000375"/>
                </a:moveTo>
                <a:lnTo>
                  <a:pt x="304800" y="3000375"/>
                </a:lnTo>
                <a:lnTo>
                  <a:pt x="304800" y="3019425"/>
                </a:lnTo>
                <a:lnTo>
                  <a:pt x="295275" y="3019425"/>
                </a:lnTo>
                <a:close/>
                <a:moveTo>
                  <a:pt x="400050" y="3000375"/>
                </a:moveTo>
                <a:lnTo>
                  <a:pt x="409575" y="3000375"/>
                </a:lnTo>
                <a:lnTo>
                  <a:pt x="409575" y="3009900"/>
                </a:lnTo>
                <a:lnTo>
                  <a:pt x="419100" y="3009900"/>
                </a:lnTo>
                <a:lnTo>
                  <a:pt x="419100" y="3019425"/>
                </a:lnTo>
                <a:lnTo>
                  <a:pt x="409575" y="3019425"/>
                </a:lnTo>
                <a:lnTo>
                  <a:pt x="409575" y="3028950"/>
                </a:lnTo>
                <a:lnTo>
                  <a:pt x="400050" y="3028950"/>
                </a:lnTo>
                <a:close/>
                <a:moveTo>
                  <a:pt x="457200" y="3009900"/>
                </a:moveTo>
                <a:lnTo>
                  <a:pt x="485775" y="3009900"/>
                </a:lnTo>
                <a:lnTo>
                  <a:pt x="485775" y="3038475"/>
                </a:lnTo>
                <a:lnTo>
                  <a:pt x="466725" y="3038475"/>
                </a:lnTo>
                <a:lnTo>
                  <a:pt x="466725" y="3057525"/>
                </a:lnTo>
                <a:lnTo>
                  <a:pt x="457200" y="3057525"/>
                </a:lnTo>
                <a:lnTo>
                  <a:pt x="457200" y="3067050"/>
                </a:lnTo>
                <a:lnTo>
                  <a:pt x="447675" y="3067050"/>
                </a:lnTo>
                <a:lnTo>
                  <a:pt x="447675" y="3057525"/>
                </a:lnTo>
                <a:lnTo>
                  <a:pt x="438150" y="3057525"/>
                </a:lnTo>
                <a:lnTo>
                  <a:pt x="438150" y="3048000"/>
                </a:lnTo>
                <a:lnTo>
                  <a:pt x="447675" y="3048000"/>
                </a:lnTo>
                <a:lnTo>
                  <a:pt x="447675" y="3038475"/>
                </a:lnTo>
                <a:lnTo>
                  <a:pt x="457200" y="3038475"/>
                </a:lnTo>
                <a:close/>
                <a:moveTo>
                  <a:pt x="1628775" y="3009900"/>
                </a:moveTo>
                <a:lnTo>
                  <a:pt x="1647825" y="3009900"/>
                </a:lnTo>
                <a:lnTo>
                  <a:pt x="1647825" y="3028950"/>
                </a:lnTo>
                <a:lnTo>
                  <a:pt x="1619250" y="3028950"/>
                </a:lnTo>
                <a:lnTo>
                  <a:pt x="1619250" y="3019425"/>
                </a:lnTo>
                <a:lnTo>
                  <a:pt x="1628775" y="3019425"/>
                </a:lnTo>
                <a:close/>
                <a:moveTo>
                  <a:pt x="1600200" y="3019425"/>
                </a:moveTo>
                <a:lnTo>
                  <a:pt x="1609725" y="3019425"/>
                </a:lnTo>
                <a:lnTo>
                  <a:pt x="1609725" y="3028950"/>
                </a:lnTo>
                <a:lnTo>
                  <a:pt x="1600200" y="3028950"/>
                </a:lnTo>
                <a:close/>
                <a:moveTo>
                  <a:pt x="381000" y="3038475"/>
                </a:moveTo>
                <a:lnTo>
                  <a:pt x="390525" y="3038475"/>
                </a:lnTo>
                <a:lnTo>
                  <a:pt x="390525" y="3048000"/>
                </a:lnTo>
                <a:lnTo>
                  <a:pt x="381000" y="3048000"/>
                </a:lnTo>
                <a:close/>
                <a:moveTo>
                  <a:pt x="409575" y="3057525"/>
                </a:moveTo>
                <a:lnTo>
                  <a:pt x="438150" y="3057525"/>
                </a:lnTo>
                <a:lnTo>
                  <a:pt x="438150" y="3067050"/>
                </a:lnTo>
                <a:lnTo>
                  <a:pt x="428625" y="3067050"/>
                </a:lnTo>
                <a:lnTo>
                  <a:pt x="428625" y="3076575"/>
                </a:lnTo>
                <a:lnTo>
                  <a:pt x="400050" y="3076575"/>
                </a:lnTo>
                <a:lnTo>
                  <a:pt x="400050" y="3067050"/>
                </a:lnTo>
                <a:lnTo>
                  <a:pt x="409575" y="3067050"/>
                </a:lnTo>
                <a:close/>
                <a:moveTo>
                  <a:pt x="1028700" y="3057525"/>
                </a:moveTo>
                <a:lnTo>
                  <a:pt x="1047750" y="3057525"/>
                </a:lnTo>
                <a:lnTo>
                  <a:pt x="1047750" y="3076575"/>
                </a:lnTo>
                <a:lnTo>
                  <a:pt x="1028700" y="3076575"/>
                </a:lnTo>
                <a:close/>
                <a:moveTo>
                  <a:pt x="1647825" y="3067050"/>
                </a:moveTo>
                <a:lnTo>
                  <a:pt x="1657350" y="3067050"/>
                </a:lnTo>
                <a:lnTo>
                  <a:pt x="1657350" y="3076575"/>
                </a:lnTo>
                <a:lnTo>
                  <a:pt x="1647825" y="3076575"/>
                </a:lnTo>
                <a:close/>
                <a:moveTo>
                  <a:pt x="1657350" y="3086100"/>
                </a:moveTo>
                <a:lnTo>
                  <a:pt x="1666875" y="3086100"/>
                </a:lnTo>
                <a:lnTo>
                  <a:pt x="1666875" y="3105150"/>
                </a:lnTo>
                <a:lnTo>
                  <a:pt x="1657350" y="3105150"/>
                </a:lnTo>
                <a:close/>
                <a:moveTo>
                  <a:pt x="1543050" y="3095625"/>
                </a:moveTo>
                <a:lnTo>
                  <a:pt x="1552575" y="3095625"/>
                </a:lnTo>
                <a:lnTo>
                  <a:pt x="1552575" y="3105150"/>
                </a:lnTo>
                <a:lnTo>
                  <a:pt x="1543050" y="3105150"/>
                </a:lnTo>
                <a:close/>
                <a:moveTo>
                  <a:pt x="704850" y="3124200"/>
                </a:moveTo>
                <a:lnTo>
                  <a:pt x="733425" y="3124200"/>
                </a:lnTo>
                <a:lnTo>
                  <a:pt x="733425" y="3162300"/>
                </a:lnTo>
                <a:lnTo>
                  <a:pt x="714375" y="3162300"/>
                </a:lnTo>
                <a:lnTo>
                  <a:pt x="714375" y="3181350"/>
                </a:lnTo>
                <a:lnTo>
                  <a:pt x="704850" y="3181350"/>
                </a:lnTo>
                <a:close/>
                <a:moveTo>
                  <a:pt x="1552575" y="3124200"/>
                </a:moveTo>
                <a:lnTo>
                  <a:pt x="1581150" y="3124200"/>
                </a:lnTo>
                <a:lnTo>
                  <a:pt x="1581150" y="3143250"/>
                </a:lnTo>
                <a:lnTo>
                  <a:pt x="1562100" y="3143250"/>
                </a:lnTo>
                <a:lnTo>
                  <a:pt x="1562100" y="3133725"/>
                </a:lnTo>
                <a:lnTo>
                  <a:pt x="1552575" y="3133725"/>
                </a:lnTo>
                <a:close/>
                <a:moveTo>
                  <a:pt x="742950" y="3133725"/>
                </a:moveTo>
                <a:lnTo>
                  <a:pt x="752475" y="3133725"/>
                </a:lnTo>
                <a:lnTo>
                  <a:pt x="752475" y="3143250"/>
                </a:lnTo>
                <a:lnTo>
                  <a:pt x="742950" y="3143250"/>
                </a:lnTo>
                <a:close/>
                <a:moveTo>
                  <a:pt x="1257300" y="3171825"/>
                </a:moveTo>
                <a:lnTo>
                  <a:pt x="1285875" y="3171825"/>
                </a:lnTo>
                <a:lnTo>
                  <a:pt x="1285875" y="3190875"/>
                </a:lnTo>
                <a:lnTo>
                  <a:pt x="1247775" y="3190875"/>
                </a:lnTo>
                <a:lnTo>
                  <a:pt x="1247775" y="3181350"/>
                </a:lnTo>
                <a:lnTo>
                  <a:pt x="1257300" y="3181350"/>
                </a:lnTo>
                <a:close/>
                <a:moveTo>
                  <a:pt x="1228725" y="3181350"/>
                </a:moveTo>
                <a:lnTo>
                  <a:pt x="1238250" y="3181350"/>
                </a:lnTo>
                <a:lnTo>
                  <a:pt x="1238250" y="3190875"/>
                </a:lnTo>
                <a:lnTo>
                  <a:pt x="1228725" y="3190875"/>
                </a:lnTo>
                <a:close/>
                <a:moveTo>
                  <a:pt x="447675" y="3219450"/>
                </a:moveTo>
                <a:lnTo>
                  <a:pt x="466725" y="3219450"/>
                </a:lnTo>
                <a:lnTo>
                  <a:pt x="466725" y="3228975"/>
                </a:lnTo>
                <a:lnTo>
                  <a:pt x="447675" y="3228975"/>
                </a:lnTo>
                <a:close/>
                <a:moveTo>
                  <a:pt x="1247775" y="3219450"/>
                </a:moveTo>
                <a:lnTo>
                  <a:pt x="1276350" y="3219450"/>
                </a:lnTo>
                <a:lnTo>
                  <a:pt x="1276350" y="3228975"/>
                </a:lnTo>
                <a:lnTo>
                  <a:pt x="1247775" y="3228975"/>
                </a:lnTo>
                <a:close/>
                <a:moveTo>
                  <a:pt x="428625" y="3228975"/>
                </a:moveTo>
                <a:lnTo>
                  <a:pt x="438150" y="3228975"/>
                </a:lnTo>
                <a:lnTo>
                  <a:pt x="438150" y="3238500"/>
                </a:lnTo>
                <a:lnTo>
                  <a:pt x="428625" y="3238500"/>
                </a:lnTo>
                <a:close/>
                <a:moveTo>
                  <a:pt x="581025" y="3228975"/>
                </a:moveTo>
                <a:lnTo>
                  <a:pt x="609600" y="3228975"/>
                </a:lnTo>
                <a:lnTo>
                  <a:pt x="609600" y="3248025"/>
                </a:lnTo>
                <a:lnTo>
                  <a:pt x="600075" y="3248025"/>
                </a:lnTo>
                <a:lnTo>
                  <a:pt x="600075" y="3238500"/>
                </a:lnTo>
                <a:lnTo>
                  <a:pt x="581025" y="3238500"/>
                </a:lnTo>
                <a:close/>
                <a:moveTo>
                  <a:pt x="619125" y="3228975"/>
                </a:moveTo>
                <a:lnTo>
                  <a:pt x="628650" y="3228975"/>
                </a:lnTo>
                <a:lnTo>
                  <a:pt x="628650" y="3238500"/>
                </a:lnTo>
                <a:lnTo>
                  <a:pt x="647700" y="3238500"/>
                </a:lnTo>
                <a:lnTo>
                  <a:pt x="647700" y="3248025"/>
                </a:lnTo>
                <a:lnTo>
                  <a:pt x="619125" y="3248025"/>
                </a:lnTo>
                <a:close/>
                <a:moveTo>
                  <a:pt x="1171575" y="3228975"/>
                </a:moveTo>
                <a:lnTo>
                  <a:pt x="1181100" y="3228975"/>
                </a:lnTo>
                <a:lnTo>
                  <a:pt x="1181100" y="3238500"/>
                </a:lnTo>
                <a:lnTo>
                  <a:pt x="1171575" y="3238500"/>
                </a:lnTo>
                <a:close/>
                <a:moveTo>
                  <a:pt x="1285875" y="3228975"/>
                </a:moveTo>
                <a:lnTo>
                  <a:pt x="1304925" y="3228975"/>
                </a:lnTo>
                <a:lnTo>
                  <a:pt x="1304925" y="3248025"/>
                </a:lnTo>
                <a:lnTo>
                  <a:pt x="1295400" y="3248025"/>
                </a:lnTo>
                <a:lnTo>
                  <a:pt x="1295400" y="3257550"/>
                </a:lnTo>
                <a:lnTo>
                  <a:pt x="1276350" y="3257550"/>
                </a:lnTo>
                <a:lnTo>
                  <a:pt x="1276350" y="3248025"/>
                </a:lnTo>
                <a:lnTo>
                  <a:pt x="1285875" y="3248025"/>
                </a:lnTo>
                <a:close/>
                <a:moveTo>
                  <a:pt x="1323975" y="3228975"/>
                </a:moveTo>
                <a:lnTo>
                  <a:pt x="1343025" y="3228975"/>
                </a:lnTo>
                <a:lnTo>
                  <a:pt x="1343025" y="3248025"/>
                </a:lnTo>
                <a:lnTo>
                  <a:pt x="1323975" y="3248025"/>
                </a:lnTo>
                <a:close/>
                <a:moveTo>
                  <a:pt x="409575" y="3238500"/>
                </a:moveTo>
                <a:lnTo>
                  <a:pt x="428625" y="3238500"/>
                </a:lnTo>
                <a:lnTo>
                  <a:pt x="428625" y="3276600"/>
                </a:lnTo>
                <a:lnTo>
                  <a:pt x="419100" y="3276600"/>
                </a:lnTo>
                <a:lnTo>
                  <a:pt x="419100" y="3295650"/>
                </a:lnTo>
                <a:lnTo>
                  <a:pt x="409575" y="3295650"/>
                </a:lnTo>
                <a:close/>
                <a:moveTo>
                  <a:pt x="571500" y="3238500"/>
                </a:moveTo>
                <a:lnTo>
                  <a:pt x="581025" y="3238500"/>
                </a:lnTo>
                <a:lnTo>
                  <a:pt x="581025" y="3248025"/>
                </a:lnTo>
                <a:lnTo>
                  <a:pt x="590550" y="3248025"/>
                </a:lnTo>
                <a:lnTo>
                  <a:pt x="590550" y="3257550"/>
                </a:lnTo>
                <a:lnTo>
                  <a:pt x="561975" y="3257550"/>
                </a:lnTo>
                <a:lnTo>
                  <a:pt x="561975" y="3248025"/>
                </a:lnTo>
                <a:lnTo>
                  <a:pt x="571500" y="3248025"/>
                </a:lnTo>
                <a:close/>
                <a:moveTo>
                  <a:pt x="1162050" y="3238500"/>
                </a:moveTo>
                <a:lnTo>
                  <a:pt x="1171575" y="3238500"/>
                </a:lnTo>
                <a:lnTo>
                  <a:pt x="1171575" y="3248025"/>
                </a:lnTo>
                <a:lnTo>
                  <a:pt x="1162050" y="3248025"/>
                </a:lnTo>
                <a:close/>
                <a:moveTo>
                  <a:pt x="342900" y="3267075"/>
                </a:moveTo>
                <a:lnTo>
                  <a:pt x="352425" y="3267075"/>
                </a:lnTo>
                <a:lnTo>
                  <a:pt x="352425" y="3276600"/>
                </a:lnTo>
                <a:lnTo>
                  <a:pt x="361950" y="3276600"/>
                </a:lnTo>
                <a:lnTo>
                  <a:pt x="361950" y="3286125"/>
                </a:lnTo>
                <a:lnTo>
                  <a:pt x="352425" y="3286125"/>
                </a:lnTo>
                <a:lnTo>
                  <a:pt x="352425" y="3295650"/>
                </a:lnTo>
                <a:lnTo>
                  <a:pt x="333375" y="3295650"/>
                </a:lnTo>
                <a:lnTo>
                  <a:pt x="333375" y="3286125"/>
                </a:lnTo>
                <a:lnTo>
                  <a:pt x="323850" y="3286125"/>
                </a:lnTo>
                <a:lnTo>
                  <a:pt x="323850" y="3276600"/>
                </a:lnTo>
                <a:lnTo>
                  <a:pt x="342900" y="3276600"/>
                </a:lnTo>
                <a:close/>
                <a:moveTo>
                  <a:pt x="1638300" y="3267075"/>
                </a:moveTo>
                <a:lnTo>
                  <a:pt x="1657350" y="3267075"/>
                </a:lnTo>
                <a:lnTo>
                  <a:pt x="1657350" y="3276600"/>
                </a:lnTo>
                <a:lnTo>
                  <a:pt x="1647825" y="3276600"/>
                </a:lnTo>
                <a:lnTo>
                  <a:pt x="1647825" y="3286125"/>
                </a:lnTo>
                <a:lnTo>
                  <a:pt x="1638300" y="3286125"/>
                </a:lnTo>
                <a:close/>
                <a:moveTo>
                  <a:pt x="428625" y="3276600"/>
                </a:moveTo>
                <a:lnTo>
                  <a:pt x="447675" y="3276600"/>
                </a:lnTo>
                <a:lnTo>
                  <a:pt x="447675" y="3286125"/>
                </a:lnTo>
                <a:lnTo>
                  <a:pt x="438150" y="3286125"/>
                </a:lnTo>
                <a:lnTo>
                  <a:pt x="438150" y="3295650"/>
                </a:lnTo>
                <a:lnTo>
                  <a:pt x="428625" y="3295650"/>
                </a:lnTo>
                <a:close/>
                <a:moveTo>
                  <a:pt x="447675" y="3286125"/>
                </a:moveTo>
                <a:lnTo>
                  <a:pt x="457200" y="3286125"/>
                </a:lnTo>
                <a:lnTo>
                  <a:pt x="457200" y="3295650"/>
                </a:lnTo>
                <a:lnTo>
                  <a:pt x="447675" y="3295650"/>
                </a:lnTo>
                <a:close/>
                <a:moveTo>
                  <a:pt x="123825" y="3448050"/>
                </a:moveTo>
                <a:lnTo>
                  <a:pt x="133350" y="3448050"/>
                </a:lnTo>
                <a:lnTo>
                  <a:pt x="133350" y="3457575"/>
                </a:lnTo>
                <a:lnTo>
                  <a:pt x="123825" y="3457575"/>
                </a:lnTo>
                <a:close/>
                <a:moveTo>
                  <a:pt x="142875" y="3448050"/>
                </a:moveTo>
                <a:lnTo>
                  <a:pt x="152400" y="3448050"/>
                </a:lnTo>
                <a:lnTo>
                  <a:pt x="152400" y="3467100"/>
                </a:lnTo>
                <a:lnTo>
                  <a:pt x="142875" y="3467100"/>
                </a:lnTo>
                <a:lnTo>
                  <a:pt x="142875" y="3476625"/>
                </a:lnTo>
                <a:lnTo>
                  <a:pt x="133350" y="3476625"/>
                </a:lnTo>
                <a:lnTo>
                  <a:pt x="133350" y="3457575"/>
                </a:lnTo>
                <a:lnTo>
                  <a:pt x="142875" y="3457575"/>
                </a:lnTo>
                <a:close/>
                <a:moveTo>
                  <a:pt x="209550" y="3448050"/>
                </a:moveTo>
                <a:lnTo>
                  <a:pt x="219075" y="3448050"/>
                </a:lnTo>
                <a:lnTo>
                  <a:pt x="219075" y="3457575"/>
                </a:lnTo>
                <a:lnTo>
                  <a:pt x="209550" y="3457575"/>
                </a:lnTo>
                <a:close/>
                <a:moveTo>
                  <a:pt x="114300" y="3457575"/>
                </a:moveTo>
                <a:lnTo>
                  <a:pt x="123825" y="3457575"/>
                </a:lnTo>
                <a:lnTo>
                  <a:pt x="123825" y="3495675"/>
                </a:lnTo>
                <a:lnTo>
                  <a:pt x="114300" y="3495675"/>
                </a:lnTo>
                <a:close/>
                <a:moveTo>
                  <a:pt x="133350" y="3486150"/>
                </a:moveTo>
                <a:lnTo>
                  <a:pt x="142875" y="3486150"/>
                </a:lnTo>
                <a:lnTo>
                  <a:pt x="142875" y="3505200"/>
                </a:lnTo>
                <a:lnTo>
                  <a:pt x="133350" y="3505200"/>
                </a:lnTo>
                <a:lnTo>
                  <a:pt x="133350" y="3514725"/>
                </a:lnTo>
                <a:lnTo>
                  <a:pt x="123825" y="3514725"/>
                </a:lnTo>
                <a:lnTo>
                  <a:pt x="123825" y="3495675"/>
                </a:lnTo>
                <a:lnTo>
                  <a:pt x="133350" y="3495675"/>
                </a:lnTo>
                <a:close/>
                <a:moveTo>
                  <a:pt x="400050" y="3486150"/>
                </a:moveTo>
                <a:lnTo>
                  <a:pt x="428625" y="3486150"/>
                </a:lnTo>
                <a:lnTo>
                  <a:pt x="428625" y="3495675"/>
                </a:lnTo>
                <a:lnTo>
                  <a:pt x="438150" y="3495675"/>
                </a:lnTo>
                <a:lnTo>
                  <a:pt x="438150" y="3505200"/>
                </a:lnTo>
                <a:lnTo>
                  <a:pt x="400050" y="3505200"/>
                </a:lnTo>
                <a:close/>
                <a:moveTo>
                  <a:pt x="552450" y="3486150"/>
                </a:moveTo>
                <a:lnTo>
                  <a:pt x="571500" y="3486150"/>
                </a:lnTo>
                <a:lnTo>
                  <a:pt x="571500" y="3495675"/>
                </a:lnTo>
                <a:lnTo>
                  <a:pt x="552450" y="3495675"/>
                </a:lnTo>
                <a:close/>
                <a:moveTo>
                  <a:pt x="1114425" y="3486150"/>
                </a:moveTo>
                <a:lnTo>
                  <a:pt x="1123950" y="3486150"/>
                </a:lnTo>
                <a:lnTo>
                  <a:pt x="1123950" y="3495675"/>
                </a:lnTo>
                <a:lnTo>
                  <a:pt x="1133475" y="3495675"/>
                </a:lnTo>
                <a:lnTo>
                  <a:pt x="1133475" y="3524250"/>
                </a:lnTo>
                <a:lnTo>
                  <a:pt x="1114425" y="3524250"/>
                </a:lnTo>
                <a:lnTo>
                  <a:pt x="1114425" y="3514725"/>
                </a:lnTo>
                <a:lnTo>
                  <a:pt x="1104900" y="3514725"/>
                </a:lnTo>
                <a:lnTo>
                  <a:pt x="1104900" y="3495675"/>
                </a:lnTo>
                <a:lnTo>
                  <a:pt x="1114425" y="3495675"/>
                </a:lnTo>
                <a:close/>
                <a:moveTo>
                  <a:pt x="723900" y="3505200"/>
                </a:moveTo>
                <a:lnTo>
                  <a:pt x="733425" y="3505200"/>
                </a:lnTo>
                <a:lnTo>
                  <a:pt x="733425" y="3514725"/>
                </a:lnTo>
                <a:lnTo>
                  <a:pt x="723900" y="3514725"/>
                </a:lnTo>
                <a:close/>
                <a:moveTo>
                  <a:pt x="133350" y="3514725"/>
                </a:moveTo>
                <a:lnTo>
                  <a:pt x="142875" y="3514725"/>
                </a:lnTo>
                <a:lnTo>
                  <a:pt x="142875" y="3524250"/>
                </a:lnTo>
                <a:lnTo>
                  <a:pt x="133350" y="3524250"/>
                </a:lnTo>
                <a:close/>
                <a:moveTo>
                  <a:pt x="895350" y="3514725"/>
                </a:moveTo>
                <a:lnTo>
                  <a:pt x="904875" y="3514725"/>
                </a:lnTo>
                <a:lnTo>
                  <a:pt x="904875" y="3533775"/>
                </a:lnTo>
                <a:lnTo>
                  <a:pt x="895350" y="3533775"/>
                </a:lnTo>
                <a:close/>
                <a:moveTo>
                  <a:pt x="962025" y="3514725"/>
                </a:moveTo>
                <a:lnTo>
                  <a:pt x="971550" y="3514725"/>
                </a:lnTo>
                <a:lnTo>
                  <a:pt x="971550" y="3524250"/>
                </a:lnTo>
                <a:lnTo>
                  <a:pt x="962025" y="3524250"/>
                </a:lnTo>
                <a:close/>
                <a:moveTo>
                  <a:pt x="419100" y="3524250"/>
                </a:moveTo>
                <a:lnTo>
                  <a:pt x="428625" y="3524250"/>
                </a:lnTo>
                <a:lnTo>
                  <a:pt x="428625" y="3533775"/>
                </a:lnTo>
                <a:lnTo>
                  <a:pt x="457200" y="3533775"/>
                </a:lnTo>
                <a:lnTo>
                  <a:pt x="457200" y="3524250"/>
                </a:lnTo>
                <a:lnTo>
                  <a:pt x="466725" y="3524250"/>
                </a:lnTo>
                <a:lnTo>
                  <a:pt x="466725" y="3533775"/>
                </a:lnTo>
                <a:lnTo>
                  <a:pt x="457200" y="3533775"/>
                </a:lnTo>
                <a:lnTo>
                  <a:pt x="457200" y="3552825"/>
                </a:lnTo>
                <a:lnTo>
                  <a:pt x="409575" y="3552825"/>
                </a:lnTo>
                <a:lnTo>
                  <a:pt x="409575" y="3533775"/>
                </a:lnTo>
                <a:lnTo>
                  <a:pt x="419100" y="3533775"/>
                </a:lnTo>
                <a:close/>
                <a:moveTo>
                  <a:pt x="962025" y="3533775"/>
                </a:moveTo>
                <a:lnTo>
                  <a:pt x="971550" y="3533775"/>
                </a:lnTo>
                <a:lnTo>
                  <a:pt x="971550" y="3543300"/>
                </a:lnTo>
                <a:lnTo>
                  <a:pt x="962025" y="3543300"/>
                </a:lnTo>
                <a:close/>
                <a:moveTo>
                  <a:pt x="371475" y="3543300"/>
                </a:moveTo>
                <a:lnTo>
                  <a:pt x="390525" y="3543300"/>
                </a:lnTo>
                <a:lnTo>
                  <a:pt x="390525" y="3552825"/>
                </a:lnTo>
                <a:lnTo>
                  <a:pt x="400050" y="3552825"/>
                </a:lnTo>
                <a:lnTo>
                  <a:pt x="400050" y="3581400"/>
                </a:lnTo>
                <a:lnTo>
                  <a:pt x="409575" y="3581400"/>
                </a:lnTo>
                <a:lnTo>
                  <a:pt x="409575" y="3600450"/>
                </a:lnTo>
                <a:lnTo>
                  <a:pt x="400050" y="3600450"/>
                </a:lnTo>
                <a:lnTo>
                  <a:pt x="400050" y="3609975"/>
                </a:lnTo>
                <a:lnTo>
                  <a:pt x="381000" y="3609975"/>
                </a:lnTo>
                <a:lnTo>
                  <a:pt x="381000" y="3619500"/>
                </a:lnTo>
                <a:lnTo>
                  <a:pt x="342900" y="3619500"/>
                </a:lnTo>
                <a:lnTo>
                  <a:pt x="342900" y="3609975"/>
                </a:lnTo>
                <a:lnTo>
                  <a:pt x="352425" y="3609975"/>
                </a:lnTo>
                <a:lnTo>
                  <a:pt x="352425" y="3590925"/>
                </a:lnTo>
                <a:lnTo>
                  <a:pt x="361950" y="3590925"/>
                </a:lnTo>
                <a:lnTo>
                  <a:pt x="361950" y="3581400"/>
                </a:lnTo>
                <a:lnTo>
                  <a:pt x="342900" y="3581400"/>
                </a:lnTo>
                <a:lnTo>
                  <a:pt x="342900" y="3562350"/>
                </a:lnTo>
                <a:lnTo>
                  <a:pt x="352425" y="3562350"/>
                </a:lnTo>
                <a:lnTo>
                  <a:pt x="352425" y="3552825"/>
                </a:lnTo>
                <a:lnTo>
                  <a:pt x="361950" y="3552825"/>
                </a:lnTo>
                <a:lnTo>
                  <a:pt x="361950" y="3562350"/>
                </a:lnTo>
                <a:lnTo>
                  <a:pt x="371475" y="3562350"/>
                </a:lnTo>
                <a:close/>
                <a:moveTo>
                  <a:pt x="495300" y="3543300"/>
                </a:moveTo>
                <a:lnTo>
                  <a:pt x="514350" y="3543300"/>
                </a:lnTo>
                <a:lnTo>
                  <a:pt x="514350" y="3552825"/>
                </a:lnTo>
                <a:lnTo>
                  <a:pt x="504825" y="3552825"/>
                </a:lnTo>
                <a:lnTo>
                  <a:pt x="504825" y="3562350"/>
                </a:lnTo>
                <a:lnTo>
                  <a:pt x="485775" y="3562350"/>
                </a:lnTo>
                <a:lnTo>
                  <a:pt x="485775" y="3552825"/>
                </a:lnTo>
                <a:lnTo>
                  <a:pt x="495300" y="3552825"/>
                </a:lnTo>
                <a:close/>
                <a:moveTo>
                  <a:pt x="466725" y="3562350"/>
                </a:moveTo>
                <a:lnTo>
                  <a:pt x="476250" y="3562350"/>
                </a:lnTo>
                <a:lnTo>
                  <a:pt x="476250" y="3571875"/>
                </a:lnTo>
                <a:lnTo>
                  <a:pt x="466725" y="3571875"/>
                </a:lnTo>
                <a:close/>
                <a:moveTo>
                  <a:pt x="790575" y="3571875"/>
                </a:moveTo>
                <a:lnTo>
                  <a:pt x="819150" y="3571875"/>
                </a:lnTo>
                <a:lnTo>
                  <a:pt x="819150" y="3581400"/>
                </a:lnTo>
                <a:lnTo>
                  <a:pt x="828675" y="3581400"/>
                </a:lnTo>
                <a:lnTo>
                  <a:pt x="828675" y="3600450"/>
                </a:lnTo>
                <a:lnTo>
                  <a:pt x="819150" y="3600450"/>
                </a:lnTo>
                <a:lnTo>
                  <a:pt x="819150" y="3619500"/>
                </a:lnTo>
                <a:lnTo>
                  <a:pt x="809625" y="3619500"/>
                </a:lnTo>
                <a:lnTo>
                  <a:pt x="809625" y="3629025"/>
                </a:lnTo>
                <a:lnTo>
                  <a:pt x="771525" y="3629025"/>
                </a:lnTo>
                <a:lnTo>
                  <a:pt x="771525" y="3619500"/>
                </a:lnTo>
                <a:lnTo>
                  <a:pt x="742950" y="3619500"/>
                </a:lnTo>
                <a:lnTo>
                  <a:pt x="742950" y="3600450"/>
                </a:lnTo>
                <a:lnTo>
                  <a:pt x="762000" y="3600450"/>
                </a:lnTo>
                <a:lnTo>
                  <a:pt x="762000" y="3590925"/>
                </a:lnTo>
                <a:lnTo>
                  <a:pt x="771525" y="3590925"/>
                </a:lnTo>
                <a:lnTo>
                  <a:pt x="771525" y="3581400"/>
                </a:lnTo>
                <a:lnTo>
                  <a:pt x="790575" y="3581400"/>
                </a:lnTo>
                <a:close/>
                <a:moveTo>
                  <a:pt x="1114425" y="3571875"/>
                </a:moveTo>
                <a:lnTo>
                  <a:pt x="1123950" y="3571875"/>
                </a:lnTo>
                <a:lnTo>
                  <a:pt x="1123950" y="3581400"/>
                </a:lnTo>
                <a:lnTo>
                  <a:pt x="1114425" y="3581400"/>
                </a:lnTo>
                <a:close/>
                <a:moveTo>
                  <a:pt x="857250" y="3581400"/>
                </a:moveTo>
                <a:lnTo>
                  <a:pt x="866775" y="3581400"/>
                </a:lnTo>
                <a:lnTo>
                  <a:pt x="866775" y="3590925"/>
                </a:lnTo>
                <a:lnTo>
                  <a:pt x="876300" y="3590925"/>
                </a:lnTo>
                <a:lnTo>
                  <a:pt x="876300" y="3600450"/>
                </a:lnTo>
                <a:lnTo>
                  <a:pt x="857250" y="3600450"/>
                </a:lnTo>
                <a:close/>
                <a:moveTo>
                  <a:pt x="200025" y="3629025"/>
                </a:moveTo>
                <a:lnTo>
                  <a:pt x="228600" y="3629025"/>
                </a:lnTo>
                <a:lnTo>
                  <a:pt x="228600" y="3638550"/>
                </a:lnTo>
                <a:lnTo>
                  <a:pt x="219075" y="3638550"/>
                </a:lnTo>
                <a:lnTo>
                  <a:pt x="219075" y="3648075"/>
                </a:lnTo>
                <a:lnTo>
                  <a:pt x="200025" y="3648075"/>
                </a:lnTo>
                <a:close/>
                <a:moveTo>
                  <a:pt x="228600" y="3638550"/>
                </a:moveTo>
                <a:lnTo>
                  <a:pt x="247650" y="3638550"/>
                </a:lnTo>
                <a:lnTo>
                  <a:pt x="247650" y="3648075"/>
                </a:lnTo>
                <a:lnTo>
                  <a:pt x="228600" y="3648075"/>
                </a:lnTo>
                <a:close/>
                <a:moveTo>
                  <a:pt x="295275" y="3638550"/>
                </a:moveTo>
                <a:lnTo>
                  <a:pt x="304800" y="3638550"/>
                </a:lnTo>
                <a:lnTo>
                  <a:pt x="304800" y="3648075"/>
                </a:lnTo>
                <a:lnTo>
                  <a:pt x="314325" y="3648075"/>
                </a:lnTo>
                <a:lnTo>
                  <a:pt x="314325" y="3657600"/>
                </a:lnTo>
                <a:lnTo>
                  <a:pt x="304800" y="3657600"/>
                </a:lnTo>
                <a:lnTo>
                  <a:pt x="304800" y="3667125"/>
                </a:lnTo>
                <a:lnTo>
                  <a:pt x="295275" y="3667125"/>
                </a:lnTo>
                <a:lnTo>
                  <a:pt x="295275" y="3676650"/>
                </a:lnTo>
                <a:lnTo>
                  <a:pt x="276225" y="3676650"/>
                </a:lnTo>
                <a:lnTo>
                  <a:pt x="276225" y="3648075"/>
                </a:lnTo>
                <a:lnTo>
                  <a:pt x="295275" y="3648075"/>
                </a:lnTo>
                <a:close/>
                <a:moveTo>
                  <a:pt x="161925" y="3648075"/>
                </a:moveTo>
                <a:lnTo>
                  <a:pt x="180975" y="3648075"/>
                </a:lnTo>
                <a:lnTo>
                  <a:pt x="180975" y="3657600"/>
                </a:lnTo>
                <a:lnTo>
                  <a:pt x="161925" y="3657600"/>
                </a:lnTo>
                <a:close/>
                <a:moveTo>
                  <a:pt x="190500" y="3648075"/>
                </a:moveTo>
                <a:lnTo>
                  <a:pt x="200025" y="3648075"/>
                </a:lnTo>
                <a:lnTo>
                  <a:pt x="200025" y="3657600"/>
                </a:lnTo>
                <a:lnTo>
                  <a:pt x="190500" y="3657600"/>
                </a:lnTo>
                <a:close/>
                <a:moveTo>
                  <a:pt x="257175" y="3648075"/>
                </a:moveTo>
                <a:lnTo>
                  <a:pt x="266700" y="3648075"/>
                </a:lnTo>
                <a:lnTo>
                  <a:pt x="266700" y="3657600"/>
                </a:lnTo>
                <a:lnTo>
                  <a:pt x="257175" y="3657600"/>
                </a:lnTo>
                <a:close/>
                <a:moveTo>
                  <a:pt x="209550" y="3657600"/>
                </a:moveTo>
                <a:lnTo>
                  <a:pt x="219075" y="3657600"/>
                </a:lnTo>
                <a:lnTo>
                  <a:pt x="219075" y="3667125"/>
                </a:lnTo>
                <a:lnTo>
                  <a:pt x="209550" y="3667125"/>
                </a:lnTo>
                <a:close/>
                <a:moveTo>
                  <a:pt x="971550" y="3667125"/>
                </a:moveTo>
                <a:lnTo>
                  <a:pt x="981075" y="3667125"/>
                </a:lnTo>
                <a:lnTo>
                  <a:pt x="981075" y="3676650"/>
                </a:lnTo>
                <a:lnTo>
                  <a:pt x="971550" y="3676650"/>
                </a:lnTo>
                <a:close/>
                <a:moveTo>
                  <a:pt x="781050" y="3676650"/>
                </a:moveTo>
                <a:lnTo>
                  <a:pt x="800100" y="3676650"/>
                </a:lnTo>
                <a:lnTo>
                  <a:pt x="800100" y="3686175"/>
                </a:lnTo>
                <a:lnTo>
                  <a:pt x="781050" y="3686175"/>
                </a:lnTo>
                <a:close/>
                <a:moveTo>
                  <a:pt x="895350" y="3676650"/>
                </a:moveTo>
                <a:lnTo>
                  <a:pt x="904875" y="3676650"/>
                </a:lnTo>
                <a:lnTo>
                  <a:pt x="904875" y="3686175"/>
                </a:lnTo>
                <a:lnTo>
                  <a:pt x="914400" y="3686175"/>
                </a:lnTo>
                <a:lnTo>
                  <a:pt x="914400" y="3695700"/>
                </a:lnTo>
                <a:lnTo>
                  <a:pt x="885825" y="3695700"/>
                </a:lnTo>
                <a:lnTo>
                  <a:pt x="885825" y="3686175"/>
                </a:lnTo>
                <a:lnTo>
                  <a:pt x="895350" y="3686175"/>
                </a:lnTo>
                <a:close/>
                <a:moveTo>
                  <a:pt x="238125" y="3695700"/>
                </a:moveTo>
                <a:lnTo>
                  <a:pt x="247650" y="3695700"/>
                </a:lnTo>
                <a:lnTo>
                  <a:pt x="247650" y="3705225"/>
                </a:lnTo>
                <a:lnTo>
                  <a:pt x="238125" y="3705225"/>
                </a:lnTo>
                <a:close/>
                <a:moveTo>
                  <a:pt x="228600" y="3705225"/>
                </a:moveTo>
                <a:lnTo>
                  <a:pt x="238125" y="3705225"/>
                </a:lnTo>
                <a:lnTo>
                  <a:pt x="238125" y="3714750"/>
                </a:lnTo>
                <a:lnTo>
                  <a:pt x="228600" y="3714750"/>
                </a:lnTo>
                <a:close/>
                <a:moveTo>
                  <a:pt x="628650" y="3705225"/>
                </a:moveTo>
                <a:lnTo>
                  <a:pt x="638175" y="3705225"/>
                </a:lnTo>
                <a:lnTo>
                  <a:pt x="638175" y="3714750"/>
                </a:lnTo>
                <a:lnTo>
                  <a:pt x="628650" y="3714750"/>
                </a:lnTo>
                <a:close/>
                <a:moveTo>
                  <a:pt x="1571625" y="3743325"/>
                </a:moveTo>
                <a:lnTo>
                  <a:pt x="1600200" y="3743325"/>
                </a:lnTo>
                <a:lnTo>
                  <a:pt x="1600200" y="3752850"/>
                </a:lnTo>
                <a:lnTo>
                  <a:pt x="1571625" y="3752850"/>
                </a:lnTo>
                <a:close/>
                <a:moveTo>
                  <a:pt x="1533525" y="3752850"/>
                </a:moveTo>
                <a:lnTo>
                  <a:pt x="1543050" y="3752850"/>
                </a:lnTo>
                <a:lnTo>
                  <a:pt x="1543050" y="3762375"/>
                </a:lnTo>
                <a:lnTo>
                  <a:pt x="1533525" y="3762375"/>
                </a:lnTo>
                <a:close/>
                <a:moveTo>
                  <a:pt x="371475" y="3762375"/>
                </a:moveTo>
                <a:lnTo>
                  <a:pt x="381000" y="3762375"/>
                </a:lnTo>
                <a:lnTo>
                  <a:pt x="381000" y="3781425"/>
                </a:lnTo>
                <a:lnTo>
                  <a:pt x="371475" y="3781425"/>
                </a:lnTo>
                <a:close/>
                <a:moveTo>
                  <a:pt x="533400" y="3762375"/>
                </a:moveTo>
                <a:lnTo>
                  <a:pt x="542925" y="3762375"/>
                </a:lnTo>
                <a:lnTo>
                  <a:pt x="542925" y="3771900"/>
                </a:lnTo>
                <a:lnTo>
                  <a:pt x="533400" y="3771900"/>
                </a:lnTo>
                <a:close/>
                <a:moveTo>
                  <a:pt x="1485900" y="3762375"/>
                </a:moveTo>
                <a:lnTo>
                  <a:pt x="1504950" y="3762375"/>
                </a:lnTo>
                <a:lnTo>
                  <a:pt x="1504950" y="3771900"/>
                </a:lnTo>
                <a:lnTo>
                  <a:pt x="1485900" y="3771900"/>
                </a:lnTo>
                <a:close/>
              </a:path>
            </a:pathLst>
          </a:custGeom>
          <a:solidFill xmlns:a="http://schemas.openxmlformats.org/drawingml/2006/main">
            <a:srgbClr val="F3EFE4"/>
          </a:solidFill>
          <a:ln xmlns:a="http://schemas.openxmlformats.org/drawingml/2006/main" w="0">
            <a:noFill/>
          </a:ln>
        </p:spPr>
      </p:sp>
      <p:sp>
        <p:nvSpPr>
          <p:cNvPr id="32" name="phone4 vector #f3efe3">
            <a:extLst xmlns:a="http://schemas.openxmlformats.org/drawingml/2006/main">
              <a:ext uri="{FF2B5EF4-FFF2-40B4-BE49-F238E27FC236}">
                <a16:creationId xmlns:a16="http://schemas.microsoft.com/office/drawing/2014/main" id="{15691788-4A45-4DD3-916A-7BB79937EAF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552825" y="1866900"/>
            <a:ext cx="2181225" cy="4581525"/>
          </a:xfrm>
          <a:custGeom xmlns:a="http://schemas.openxmlformats.org/drawingml/2006/main">
            <a:pathLst>
              <a:path w="1847850" h="3886200">
                <a:moveTo>
                  <a:pt x="466725" y="114300"/>
                </a:moveTo>
                <a:lnTo>
                  <a:pt x="485775" y="114300"/>
                </a:lnTo>
                <a:lnTo>
                  <a:pt x="485775" y="142875"/>
                </a:lnTo>
                <a:lnTo>
                  <a:pt x="476250" y="142875"/>
                </a:lnTo>
                <a:lnTo>
                  <a:pt x="476250" y="152400"/>
                </a:lnTo>
                <a:lnTo>
                  <a:pt x="466725" y="152400"/>
                </a:lnTo>
                <a:lnTo>
                  <a:pt x="466725" y="142875"/>
                </a:lnTo>
                <a:lnTo>
                  <a:pt x="457200" y="142875"/>
                </a:lnTo>
                <a:lnTo>
                  <a:pt x="457200" y="133350"/>
                </a:lnTo>
                <a:lnTo>
                  <a:pt x="466725" y="133350"/>
                </a:lnTo>
                <a:close/>
                <a:moveTo>
                  <a:pt x="561975" y="123825"/>
                </a:moveTo>
                <a:lnTo>
                  <a:pt x="571500" y="123825"/>
                </a:lnTo>
                <a:lnTo>
                  <a:pt x="571500" y="133350"/>
                </a:lnTo>
                <a:lnTo>
                  <a:pt x="561975" y="133350"/>
                </a:lnTo>
                <a:close/>
                <a:moveTo>
                  <a:pt x="1343025" y="123825"/>
                </a:moveTo>
                <a:lnTo>
                  <a:pt x="1371600" y="123825"/>
                </a:lnTo>
                <a:lnTo>
                  <a:pt x="1371600" y="133350"/>
                </a:lnTo>
                <a:lnTo>
                  <a:pt x="1343025" y="133350"/>
                </a:lnTo>
                <a:close/>
                <a:moveTo>
                  <a:pt x="1466850" y="123825"/>
                </a:moveTo>
                <a:lnTo>
                  <a:pt x="1476375" y="123825"/>
                </a:lnTo>
                <a:lnTo>
                  <a:pt x="1476375" y="133350"/>
                </a:lnTo>
                <a:lnTo>
                  <a:pt x="1466850" y="133350"/>
                </a:lnTo>
                <a:close/>
                <a:moveTo>
                  <a:pt x="1543050" y="123825"/>
                </a:moveTo>
                <a:lnTo>
                  <a:pt x="1552575" y="123825"/>
                </a:lnTo>
                <a:lnTo>
                  <a:pt x="1552575" y="133350"/>
                </a:lnTo>
                <a:lnTo>
                  <a:pt x="1543050" y="133350"/>
                </a:lnTo>
                <a:close/>
                <a:moveTo>
                  <a:pt x="1533525" y="133350"/>
                </a:moveTo>
                <a:lnTo>
                  <a:pt x="1543050" y="133350"/>
                </a:lnTo>
                <a:lnTo>
                  <a:pt x="1543050" y="142875"/>
                </a:lnTo>
                <a:lnTo>
                  <a:pt x="1533525" y="142875"/>
                </a:lnTo>
                <a:close/>
                <a:moveTo>
                  <a:pt x="1485900" y="142875"/>
                </a:moveTo>
                <a:lnTo>
                  <a:pt x="1504950" y="142875"/>
                </a:lnTo>
                <a:lnTo>
                  <a:pt x="1504950" y="161925"/>
                </a:lnTo>
                <a:lnTo>
                  <a:pt x="1495425" y="161925"/>
                </a:lnTo>
                <a:lnTo>
                  <a:pt x="1495425" y="152400"/>
                </a:lnTo>
                <a:lnTo>
                  <a:pt x="1485900" y="152400"/>
                </a:lnTo>
                <a:close/>
                <a:moveTo>
                  <a:pt x="1562100" y="142875"/>
                </a:moveTo>
                <a:lnTo>
                  <a:pt x="1571625" y="142875"/>
                </a:lnTo>
                <a:lnTo>
                  <a:pt x="1571625" y="152400"/>
                </a:lnTo>
                <a:lnTo>
                  <a:pt x="1562100" y="152400"/>
                </a:lnTo>
                <a:close/>
                <a:moveTo>
                  <a:pt x="285750" y="152400"/>
                </a:moveTo>
                <a:lnTo>
                  <a:pt x="304800" y="152400"/>
                </a:lnTo>
                <a:lnTo>
                  <a:pt x="304800" y="171450"/>
                </a:lnTo>
                <a:lnTo>
                  <a:pt x="285750" y="171450"/>
                </a:lnTo>
                <a:close/>
                <a:moveTo>
                  <a:pt x="428625" y="152400"/>
                </a:moveTo>
                <a:lnTo>
                  <a:pt x="457200" y="152400"/>
                </a:lnTo>
                <a:lnTo>
                  <a:pt x="457200" y="180975"/>
                </a:lnTo>
                <a:lnTo>
                  <a:pt x="466725" y="180975"/>
                </a:lnTo>
                <a:lnTo>
                  <a:pt x="466725" y="190500"/>
                </a:lnTo>
                <a:lnTo>
                  <a:pt x="409575" y="190500"/>
                </a:lnTo>
                <a:lnTo>
                  <a:pt x="409575" y="161925"/>
                </a:lnTo>
                <a:lnTo>
                  <a:pt x="428625" y="161925"/>
                </a:lnTo>
                <a:close/>
                <a:moveTo>
                  <a:pt x="609600" y="152400"/>
                </a:moveTo>
                <a:lnTo>
                  <a:pt x="619125" y="152400"/>
                </a:lnTo>
                <a:lnTo>
                  <a:pt x="619125" y="161925"/>
                </a:lnTo>
                <a:lnTo>
                  <a:pt x="628650" y="161925"/>
                </a:lnTo>
                <a:lnTo>
                  <a:pt x="628650" y="180975"/>
                </a:lnTo>
                <a:lnTo>
                  <a:pt x="619125" y="180975"/>
                </a:lnTo>
                <a:lnTo>
                  <a:pt x="619125" y="190500"/>
                </a:lnTo>
                <a:lnTo>
                  <a:pt x="600075" y="190500"/>
                </a:lnTo>
                <a:lnTo>
                  <a:pt x="600075" y="200025"/>
                </a:lnTo>
                <a:lnTo>
                  <a:pt x="590550" y="200025"/>
                </a:lnTo>
                <a:lnTo>
                  <a:pt x="590550" y="180975"/>
                </a:lnTo>
                <a:lnTo>
                  <a:pt x="600075" y="180975"/>
                </a:lnTo>
                <a:lnTo>
                  <a:pt x="600075" y="171450"/>
                </a:lnTo>
                <a:lnTo>
                  <a:pt x="590550" y="171450"/>
                </a:lnTo>
                <a:lnTo>
                  <a:pt x="590550" y="161925"/>
                </a:lnTo>
                <a:lnTo>
                  <a:pt x="609600" y="161925"/>
                </a:lnTo>
                <a:close/>
                <a:moveTo>
                  <a:pt x="1495425" y="180975"/>
                </a:moveTo>
                <a:lnTo>
                  <a:pt x="1514475" y="180975"/>
                </a:lnTo>
                <a:lnTo>
                  <a:pt x="1514475" y="190500"/>
                </a:lnTo>
                <a:lnTo>
                  <a:pt x="1504950" y="190500"/>
                </a:lnTo>
                <a:lnTo>
                  <a:pt x="1504950" y="200025"/>
                </a:lnTo>
                <a:lnTo>
                  <a:pt x="1495425" y="200025"/>
                </a:lnTo>
                <a:close/>
                <a:moveTo>
                  <a:pt x="619125" y="190500"/>
                </a:moveTo>
                <a:lnTo>
                  <a:pt x="628650" y="190500"/>
                </a:lnTo>
                <a:lnTo>
                  <a:pt x="628650" y="200025"/>
                </a:lnTo>
                <a:lnTo>
                  <a:pt x="638175" y="200025"/>
                </a:lnTo>
                <a:lnTo>
                  <a:pt x="638175" y="209550"/>
                </a:lnTo>
                <a:lnTo>
                  <a:pt x="619125" y="209550"/>
                </a:lnTo>
                <a:close/>
                <a:moveTo>
                  <a:pt x="1295400" y="200025"/>
                </a:moveTo>
                <a:lnTo>
                  <a:pt x="1304925" y="200025"/>
                </a:lnTo>
                <a:lnTo>
                  <a:pt x="1304925" y="219075"/>
                </a:lnTo>
                <a:lnTo>
                  <a:pt x="1295400" y="219075"/>
                </a:lnTo>
                <a:lnTo>
                  <a:pt x="1295400" y="228600"/>
                </a:lnTo>
                <a:lnTo>
                  <a:pt x="1285875" y="228600"/>
                </a:lnTo>
                <a:lnTo>
                  <a:pt x="1285875" y="209550"/>
                </a:lnTo>
                <a:lnTo>
                  <a:pt x="1295400" y="209550"/>
                </a:lnTo>
                <a:close/>
                <a:moveTo>
                  <a:pt x="1485900" y="200025"/>
                </a:moveTo>
                <a:lnTo>
                  <a:pt x="1495425" y="200025"/>
                </a:lnTo>
                <a:lnTo>
                  <a:pt x="1495425" y="209550"/>
                </a:lnTo>
                <a:lnTo>
                  <a:pt x="1485900" y="209550"/>
                </a:lnTo>
                <a:close/>
                <a:moveTo>
                  <a:pt x="1200150" y="209550"/>
                </a:moveTo>
                <a:lnTo>
                  <a:pt x="1209675" y="209550"/>
                </a:lnTo>
                <a:lnTo>
                  <a:pt x="1209675" y="219075"/>
                </a:lnTo>
                <a:lnTo>
                  <a:pt x="1200150" y="219075"/>
                </a:lnTo>
                <a:close/>
                <a:moveTo>
                  <a:pt x="1362075" y="209550"/>
                </a:moveTo>
                <a:lnTo>
                  <a:pt x="1371600" y="209550"/>
                </a:lnTo>
                <a:lnTo>
                  <a:pt x="1371600" y="247650"/>
                </a:lnTo>
                <a:lnTo>
                  <a:pt x="1362075" y="247650"/>
                </a:lnTo>
                <a:close/>
                <a:moveTo>
                  <a:pt x="1466850" y="209550"/>
                </a:moveTo>
                <a:lnTo>
                  <a:pt x="1485900" y="209550"/>
                </a:lnTo>
                <a:lnTo>
                  <a:pt x="1485900" y="228600"/>
                </a:lnTo>
                <a:lnTo>
                  <a:pt x="1476375" y="228600"/>
                </a:lnTo>
                <a:lnTo>
                  <a:pt x="1476375" y="219075"/>
                </a:lnTo>
                <a:lnTo>
                  <a:pt x="1466850" y="219075"/>
                </a:lnTo>
                <a:close/>
                <a:moveTo>
                  <a:pt x="600075" y="219075"/>
                </a:moveTo>
                <a:lnTo>
                  <a:pt x="609600" y="219075"/>
                </a:lnTo>
                <a:lnTo>
                  <a:pt x="609600" y="228600"/>
                </a:lnTo>
                <a:lnTo>
                  <a:pt x="619125" y="228600"/>
                </a:lnTo>
                <a:lnTo>
                  <a:pt x="619125" y="257175"/>
                </a:lnTo>
                <a:lnTo>
                  <a:pt x="609600" y="257175"/>
                </a:lnTo>
                <a:lnTo>
                  <a:pt x="609600" y="238125"/>
                </a:lnTo>
                <a:lnTo>
                  <a:pt x="600075" y="238125"/>
                </a:lnTo>
                <a:close/>
                <a:moveTo>
                  <a:pt x="1685925" y="219075"/>
                </a:moveTo>
                <a:lnTo>
                  <a:pt x="1695450" y="219075"/>
                </a:lnTo>
                <a:lnTo>
                  <a:pt x="1695450" y="228600"/>
                </a:lnTo>
                <a:lnTo>
                  <a:pt x="1685925" y="228600"/>
                </a:lnTo>
                <a:close/>
                <a:moveTo>
                  <a:pt x="1266825" y="228600"/>
                </a:moveTo>
                <a:lnTo>
                  <a:pt x="1285875" y="228600"/>
                </a:lnTo>
                <a:lnTo>
                  <a:pt x="1285875" y="238125"/>
                </a:lnTo>
                <a:lnTo>
                  <a:pt x="1276350" y="238125"/>
                </a:lnTo>
                <a:lnTo>
                  <a:pt x="1276350" y="247650"/>
                </a:lnTo>
                <a:lnTo>
                  <a:pt x="1266825" y="247650"/>
                </a:lnTo>
                <a:close/>
                <a:moveTo>
                  <a:pt x="1333500" y="228600"/>
                </a:moveTo>
                <a:lnTo>
                  <a:pt x="1343025" y="228600"/>
                </a:lnTo>
                <a:lnTo>
                  <a:pt x="1343025" y="238125"/>
                </a:lnTo>
                <a:lnTo>
                  <a:pt x="1333500" y="238125"/>
                </a:lnTo>
                <a:close/>
                <a:moveTo>
                  <a:pt x="1695450" y="228600"/>
                </a:moveTo>
                <a:lnTo>
                  <a:pt x="1704975" y="228600"/>
                </a:lnTo>
                <a:lnTo>
                  <a:pt x="1704975" y="238125"/>
                </a:lnTo>
                <a:lnTo>
                  <a:pt x="1714500" y="238125"/>
                </a:lnTo>
                <a:lnTo>
                  <a:pt x="1714500" y="257175"/>
                </a:lnTo>
                <a:lnTo>
                  <a:pt x="1704975" y="257175"/>
                </a:lnTo>
                <a:lnTo>
                  <a:pt x="1704975" y="247650"/>
                </a:lnTo>
                <a:lnTo>
                  <a:pt x="1695450" y="247650"/>
                </a:lnTo>
                <a:close/>
                <a:moveTo>
                  <a:pt x="1285875" y="238125"/>
                </a:moveTo>
                <a:lnTo>
                  <a:pt x="1295400" y="238125"/>
                </a:lnTo>
                <a:lnTo>
                  <a:pt x="1295400" y="247650"/>
                </a:lnTo>
                <a:lnTo>
                  <a:pt x="1285875" y="247650"/>
                </a:lnTo>
                <a:close/>
                <a:moveTo>
                  <a:pt x="1619250" y="238125"/>
                </a:moveTo>
                <a:lnTo>
                  <a:pt x="1628775" y="238125"/>
                </a:lnTo>
                <a:lnTo>
                  <a:pt x="1628775" y="257175"/>
                </a:lnTo>
                <a:lnTo>
                  <a:pt x="1619250" y="257175"/>
                </a:lnTo>
                <a:lnTo>
                  <a:pt x="1619250" y="266700"/>
                </a:lnTo>
                <a:lnTo>
                  <a:pt x="1647825" y="266700"/>
                </a:lnTo>
                <a:lnTo>
                  <a:pt x="1647825" y="257175"/>
                </a:lnTo>
                <a:lnTo>
                  <a:pt x="1657350" y="257175"/>
                </a:lnTo>
                <a:lnTo>
                  <a:pt x="1657350" y="266700"/>
                </a:lnTo>
                <a:lnTo>
                  <a:pt x="1666875" y="266700"/>
                </a:lnTo>
                <a:lnTo>
                  <a:pt x="1666875" y="276225"/>
                </a:lnTo>
                <a:lnTo>
                  <a:pt x="1676400" y="276225"/>
                </a:lnTo>
                <a:lnTo>
                  <a:pt x="1676400" y="266700"/>
                </a:lnTo>
                <a:lnTo>
                  <a:pt x="1695450" y="266700"/>
                </a:lnTo>
                <a:lnTo>
                  <a:pt x="1695450" y="257175"/>
                </a:lnTo>
                <a:lnTo>
                  <a:pt x="1704975" y="257175"/>
                </a:lnTo>
                <a:lnTo>
                  <a:pt x="1704975" y="266700"/>
                </a:lnTo>
                <a:lnTo>
                  <a:pt x="1714500" y="266700"/>
                </a:lnTo>
                <a:lnTo>
                  <a:pt x="1714500" y="285750"/>
                </a:lnTo>
                <a:lnTo>
                  <a:pt x="1724025" y="285750"/>
                </a:lnTo>
                <a:lnTo>
                  <a:pt x="1724025" y="295275"/>
                </a:lnTo>
                <a:lnTo>
                  <a:pt x="1714500" y="295275"/>
                </a:lnTo>
                <a:lnTo>
                  <a:pt x="1714500" y="304800"/>
                </a:lnTo>
                <a:lnTo>
                  <a:pt x="1704975" y="304800"/>
                </a:lnTo>
                <a:lnTo>
                  <a:pt x="1704975" y="333375"/>
                </a:lnTo>
                <a:lnTo>
                  <a:pt x="1714500" y="333375"/>
                </a:lnTo>
                <a:lnTo>
                  <a:pt x="1714500" y="342900"/>
                </a:lnTo>
                <a:lnTo>
                  <a:pt x="1724025" y="342900"/>
                </a:lnTo>
                <a:lnTo>
                  <a:pt x="1724025" y="390525"/>
                </a:lnTo>
                <a:lnTo>
                  <a:pt x="1733550" y="390525"/>
                </a:lnTo>
                <a:lnTo>
                  <a:pt x="1733550" y="409575"/>
                </a:lnTo>
                <a:lnTo>
                  <a:pt x="1714500" y="409575"/>
                </a:lnTo>
                <a:lnTo>
                  <a:pt x="1714500" y="438150"/>
                </a:lnTo>
                <a:lnTo>
                  <a:pt x="1724025" y="438150"/>
                </a:lnTo>
                <a:lnTo>
                  <a:pt x="1724025" y="428625"/>
                </a:lnTo>
                <a:lnTo>
                  <a:pt x="1733550" y="428625"/>
                </a:lnTo>
                <a:lnTo>
                  <a:pt x="1733550" y="457200"/>
                </a:lnTo>
                <a:lnTo>
                  <a:pt x="1714500" y="457200"/>
                </a:lnTo>
                <a:lnTo>
                  <a:pt x="1714500" y="466725"/>
                </a:lnTo>
                <a:lnTo>
                  <a:pt x="1704975" y="466725"/>
                </a:lnTo>
                <a:lnTo>
                  <a:pt x="1704975" y="476250"/>
                </a:lnTo>
                <a:lnTo>
                  <a:pt x="1724025" y="476250"/>
                </a:lnTo>
                <a:lnTo>
                  <a:pt x="1724025" y="495300"/>
                </a:lnTo>
                <a:lnTo>
                  <a:pt x="1733550" y="495300"/>
                </a:lnTo>
                <a:lnTo>
                  <a:pt x="1733550" y="514350"/>
                </a:lnTo>
                <a:lnTo>
                  <a:pt x="1714500" y="514350"/>
                </a:lnTo>
                <a:lnTo>
                  <a:pt x="1714500" y="523875"/>
                </a:lnTo>
                <a:lnTo>
                  <a:pt x="1695450" y="523875"/>
                </a:lnTo>
                <a:lnTo>
                  <a:pt x="1695450" y="533400"/>
                </a:lnTo>
                <a:lnTo>
                  <a:pt x="1685925" y="533400"/>
                </a:lnTo>
                <a:lnTo>
                  <a:pt x="1685925" y="552450"/>
                </a:lnTo>
                <a:lnTo>
                  <a:pt x="1695450" y="552450"/>
                </a:lnTo>
                <a:lnTo>
                  <a:pt x="1695450" y="542925"/>
                </a:lnTo>
                <a:lnTo>
                  <a:pt x="1714500" y="542925"/>
                </a:lnTo>
                <a:lnTo>
                  <a:pt x="1714500" y="552450"/>
                </a:lnTo>
                <a:lnTo>
                  <a:pt x="1724025" y="552450"/>
                </a:lnTo>
                <a:lnTo>
                  <a:pt x="1724025" y="533400"/>
                </a:lnTo>
                <a:lnTo>
                  <a:pt x="1733550" y="533400"/>
                </a:lnTo>
                <a:lnTo>
                  <a:pt x="1733550" y="552450"/>
                </a:lnTo>
                <a:lnTo>
                  <a:pt x="1724025" y="552450"/>
                </a:lnTo>
                <a:lnTo>
                  <a:pt x="1724025" y="590550"/>
                </a:lnTo>
                <a:lnTo>
                  <a:pt x="1714500" y="590550"/>
                </a:lnTo>
                <a:lnTo>
                  <a:pt x="1714500" y="609600"/>
                </a:lnTo>
                <a:lnTo>
                  <a:pt x="1733550" y="609600"/>
                </a:lnTo>
                <a:lnTo>
                  <a:pt x="1733550" y="638175"/>
                </a:lnTo>
                <a:lnTo>
                  <a:pt x="1724025" y="638175"/>
                </a:lnTo>
                <a:lnTo>
                  <a:pt x="1724025" y="628650"/>
                </a:lnTo>
                <a:lnTo>
                  <a:pt x="1714500" y="628650"/>
                </a:lnTo>
                <a:lnTo>
                  <a:pt x="1714500" y="666750"/>
                </a:lnTo>
                <a:lnTo>
                  <a:pt x="1704975" y="666750"/>
                </a:lnTo>
                <a:lnTo>
                  <a:pt x="1704975" y="676275"/>
                </a:lnTo>
                <a:lnTo>
                  <a:pt x="1676400" y="676275"/>
                </a:lnTo>
                <a:lnTo>
                  <a:pt x="1676400" y="685800"/>
                </a:lnTo>
                <a:lnTo>
                  <a:pt x="1666875" y="685800"/>
                </a:lnTo>
                <a:lnTo>
                  <a:pt x="1666875" y="657225"/>
                </a:lnTo>
                <a:lnTo>
                  <a:pt x="1657350" y="657225"/>
                </a:lnTo>
                <a:lnTo>
                  <a:pt x="1657350" y="647700"/>
                </a:lnTo>
                <a:lnTo>
                  <a:pt x="1647825" y="647700"/>
                </a:lnTo>
                <a:lnTo>
                  <a:pt x="1647825" y="657225"/>
                </a:lnTo>
                <a:lnTo>
                  <a:pt x="1638300" y="657225"/>
                </a:lnTo>
                <a:lnTo>
                  <a:pt x="1638300" y="666750"/>
                </a:lnTo>
                <a:lnTo>
                  <a:pt x="1647825" y="666750"/>
                </a:lnTo>
                <a:lnTo>
                  <a:pt x="1647825" y="676275"/>
                </a:lnTo>
                <a:lnTo>
                  <a:pt x="1638300" y="676275"/>
                </a:lnTo>
                <a:lnTo>
                  <a:pt x="1638300" y="685800"/>
                </a:lnTo>
                <a:lnTo>
                  <a:pt x="1590675" y="685800"/>
                </a:lnTo>
                <a:lnTo>
                  <a:pt x="1590675" y="676275"/>
                </a:lnTo>
                <a:lnTo>
                  <a:pt x="1571625" y="676275"/>
                </a:lnTo>
                <a:lnTo>
                  <a:pt x="1571625" y="685800"/>
                </a:lnTo>
                <a:lnTo>
                  <a:pt x="1362075" y="685800"/>
                </a:lnTo>
                <a:lnTo>
                  <a:pt x="1362075" y="657225"/>
                </a:lnTo>
                <a:lnTo>
                  <a:pt x="1343025" y="657225"/>
                </a:lnTo>
                <a:lnTo>
                  <a:pt x="1343025" y="676275"/>
                </a:lnTo>
                <a:lnTo>
                  <a:pt x="1314450" y="676275"/>
                </a:lnTo>
                <a:lnTo>
                  <a:pt x="1314450" y="685800"/>
                </a:lnTo>
                <a:lnTo>
                  <a:pt x="1219200" y="685800"/>
                </a:lnTo>
                <a:lnTo>
                  <a:pt x="1219200" y="676275"/>
                </a:lnTo>
                <a:lnTo>
                  <a:pt x="1209675" y="676275"/>
                </a:lnTo>
                <a:lnTo>
                  <a:pt x="1209675" y="657225"/>
                </a:lnTo>
                <a:lnTo>
                  <a:pt x="1219200" y="657225"/>
                </a:lnTo>
                <a:lnTo>
                  <a:pt x="1219200" y="647700"/>
                </a:lnTo>
                <a:lnTo>
                  <a:pt x="1190625" y="647700"/>
                </a:lnTo>
                <a:lnTo>
                  <a:pt x="1190625" y="676275"/>
                </a:lnTo>
                <a:lnTo>
                  <a:pt x="1171575" y="676275"/>
                </a:lnTo>
                <a:lnTo>
                  <a:pt x="1171575" y="685800"/>
                </a:lnTo>
                <a:lnTo>
                  <a:pt x="1133475" y="685800"/>
                </a:lnTo>
                <a:lnTo>
                  <a:pt x="1133475" y="676275"/>
                </a:lnTo>
                <a:lnTo>
                  <a:pt x="1085850" y="676275"/>
                </a:lnTo>
                <a:lnTo>
                  <a:pt x="1085850" y="685800"/>
                </a:lnTo>
                <a:lnTo>
                  <a:pt x="1038225" y="685800"/>
                </a:lnTo>
                <a:lnTo>
                  <a:pt x="1038225" y="676275"/>
                </a:lnTo>
                <a:lnTo>
                  <a:pt x="962025" y="676275"/>
                </a:lnTo>
                <a:lnTo>
                  <a:pt x="962025" y="685800"/>
                </a:lnTo>
                <a:lnTo>
                  <a:pt x="847725" y="685800"/>
                </a:lnTo>
                <a:lnTo>
                  <a:pt x="847725" y="676275"/>
                </a:lnTo>
                <a:lnTo>
                  <a:pt x="828675" y="676275"/>
                </a:lnTo>
                <a:lnTo>
                  <a:pt x="828675" y="685800"/>
                </a:lnTo>
                <a:lnTo>
                  <a:pt x="771525" y="685800"/>
                </a:lnTo>
                <a:lnTo>
                  <a:pt x="771525" y="676275"/>
                </a:lnTo>
                <a:lnTo>
                  <a:pt x="752475" y="676275"/>
                </a:lnTo>
                <a:lnTo>
                  <a:pt x="752475" y="685800"/>
                </a:lnTo>
                <a:lnTo>
                  <a:pt x="723900" y="685800"/>
                </a:lnTo>
                <a:lnTo>
                  <a:pt x="723900" y="657225"/>
                </a:lnTo>
                <a:lnTo>
                  <a:pt x="704850" y="657225"/>
                </a:lnTo>
                <a:lnTo>
                  <a:pt x="704850" y="676275"/>
                </a:lnTo>
                <a:lnTo>
                  <a:pt x="714375" y="676275"/>
                </a:lnTo>
                <a:lnTo>
                  <a:pt x="714375" y="685800"/>
                </a:lnTo>
                <a:lnTo>
                  <a:pt x="685800" y="685800"/>
                </a:lnTo>
                <a:lnTo>
                  <a:pt x="685800" y="676275"/>
                </a:lnTo>
                <a:lnTo>
                  <a:pt x="647700" y="676275"/>
                </a:lnTo>
                <a:lnTo>
                  <a:pt x="647700" y="666750"/>
                </a:lnTo>
                <a:lnTo>
                  <a:pt x="619125" y="666750"/>
                </a:lnTo>
                <a:lnTo>
                  <a:pt x="619125" y="676275"/>
                </a:lnTo>
                <a:lnTo>
                  <a:pt x="542925" y="676275"/>
                </a:lnTo>
                <a:lnTo>
                  <a:pt x="542925" y="685800"/>
                </a:lnTo>
                <a:lnTo>
                  <a:pt x="476250" y="685800"/>
                </a:lnTo>
                <a:lnTo>
                  <a:pt x="476250" y="676275"/>
                </a:lnTo>
                <a:lnTo>
                  <a:pt x="466725" y="676275"/>
                </a:lnTo>
                <a:lnTo>
                  <a:pt x="466725" y="685800"/>
                </a:lnTo>
                <a:lnTo>
                  <a:pt x="447675" y="685800"/>
                </a:lnTo>
                <a:lnTo>
                  <a:pt x="447675" y="676275"/>
                </a:lnTo>
                <a:lnTo>
                  <a:pt x="457200" y="676275"/>
                </a:lnTo>
                <a:lnTo>
                  <a:pt x="457200" y="666750"/>
                </a:lnTo>
                <a:lnTo>
                  <a:pt x="466725" y="666750"/>
                </a:lnTo>
                <a:lnTo>
                  <a:pt x="466725" y="657225"/>
                </a:lnTo>
                <a:lnTo>
                  <a:pt x="485775" y="657225"/>
                </a:lnTo>
                <a:lnTo>
                  <a:pt x="485775" y="647700"/>
                </a:lnTo>
                <a:lnTo>
                  <a:pt x="466725" y="647700"/>
                </a:lnTo>
                <a:lnTo>
                  <a:pt x="466725" y="638175"/>
                </a:lnTo>
                <a:lnTo>
                  <a:pt x="457200" y="638175"/>
                </a:lnTo>
                <a:lnTo>
                  <a:pt x="457200" y="628650"/>
                </a:lnTo>
                <a:lnTo>
                  <a:pt x="447675" y="628650"/>
                </a:lnTo>
                <a:lnTo>
                  <a:pt x="447675" y="600075"/>
                </a:lnTo>
                <a:lnTo>
                  <a:pt x="457200" y="600075"/>
                </a:lnTo>
                <a:lnTo>
                  <a:pt x="457200" y="581025"/>
                </a:lnTo>
                <a:lnTo>
                  <a:pt x="447675" y="581025"/>
                </a:lnTo>
                <a:lnTo>
                  <a:pt x="447675" y="571500"/>
                </a:lnTo>
                <a:lnTo>
                  <a:pt x="438150" y="571500"/>
                </a:lnTo>
                <a:lnTo>
                  <a:pt x="438150" y="561975"/>
                </a:lnTo>
                <a:lnTo>
                  <a:pt x="457200" y="561975"/>
                </a:lnTo>
                <a:lnTo>
                  <a:pt x="457200" y="552450"/>
                </a:lnTo>
                <a:lnTo>
                  <a:pt x="466725" y="552450"/>
                </a:lnTo>
                <a:lnTo>
                  <a:pt x="466725" y="542925"/>
                </a:lnTo>
                <a:lnTo>
                  <a:pt x="485775" y="542925"/>
                </a:lnTo>
                <a:lnTo>
                  <a:pt x="485775" y="514350"/>
                </a:lnTo>
                <a:lnTo>
                  <a:pt x="495300" y="514350"/>
                </a:lnTo>
                <a:lnTo>
                  <a:pt x="495300" y="504825"/>
                </a:lnTo>
                <a:lnTo>
                  <a:pt x="533400" y="504825"/>
                </a:lnTo>
                <a:lnTo>
                  <a:pt x="533400" y="495300"/>
                </a:lnTo>
                <a:lnTo>
                  <a:pt x="542925" y="495300"/>
                </a:lnTo>
                <a:lnTo>
                  <a:pt x="542925" y="504825"/>
                </a:lnTo>
                <a:lnTo>
                  <a:pt x="619125" y="504825"/>
                </a:lnTo>
                <a:lnTo>
                  <a:pt x="619125" y="495300"/>
                </a:lnTo>
                <a:lnTo>
                  <a:pt x="638175" y="495300"/>
                </a:lnTo>
                <a:lnTo>
                  <a:pt x="638175" y="504825"/>
                </a:lnTo>
                <a:lnTo>
                  <a:pt x="666750" y="504825"/>
                </a:lnTo>
                <a:lnTo>
                  <a:pt x="666750" y="514350"/>
                </a:lnTo>
                <a:lnTo>
                  <a:pt x="685800" y="514350"/>
                </a:lnTo>
                <a:lnTo>
                  <a:pt x="685800" y="504825"/>
                </a:lnTo>
                <a:lnTo>
                  <a:pt x="723900" y="504825"/>
                </a:lnTo>
                <a:lnTo>
                  <a:pt x="723900" y="514350"/>
                </a:lnTo>
                <a:lnTo>
                  <a:pt x="752475" y="514350"/>
                </a:lnTo>
                <a:lnTo>
                  <a:pt x="752475" y="504825"/>
                </a:lnTo>
                <a:lnTo>
                  <a:pt x="781050" y="504825"/>
                </a:lnTo>
                <a:lnTo>
                  <a:pt x="781050" y="495300"/>
                </a:lnTo>
                <a:lnTo>
                  <a:pt x="809625" y="495300"/>
                </a:lnTo>
                <a:lnTo>
                  <a:pt x="809625" y="504825"/>
                </a:lnTo>
                <a:lnTo>
                  <a:pt x="838200" y="504825"/>
                </a:lnTo>
                <a:lnTo>
                  <a:pt x="838200" y="495300"/>
                </a:lnTo>
                <a:lnTo>
                  <a:pt x="857250" y="495300"/>
                </a:lnTo>
                <a:lnTo>
                  <a:pt x="857250" y="504825"/>
                </a:lnTo>
                <a:lnTo>
                  <a:pt x="876300" y="504825"/>
                </a:lnTo>
                <a:lnTo>
                  <a:pt x="876300" y="495300"/>
                </a:lnTo>
                <a:lnTo>
                  <a:pt x="933450" y="495300"/>
                </a:lnTo>
                <a:lnTo>
                  <a:pt x="933450" y="504825"/>
                </a:lnTo>
                <a:lnTo>
                  <a:pt x="971550" y="504825"/>
                </a:lnTo>
                <a:lnTo>
                  <a:pt x="971550" y="485775"/>
                </a:lnTo>
                <a:lnTo>
                  <a:pt x="1019175" y="485775"/>
                </a:lnTo>
                <a:lnTo>
                  <a:pt x="1019175" y="476250"/>
                </a:lnTo>
                <a:lnTo>
                  <a:pt x="1038225" y="476250"/>
                </a:lnTo>
                <a:lnTo>
                  <a:pt x="1038225" y="495300"/>
                </a:lnTo>
                <a:lnTo>
                  <a:pt x="1028700" y="495300"/>
                </a:lnTo>
                <a:lnTo>
                  <a:pt x="1028700" y="504825"/>
                </a:lnTo>
                <a:lnTo>
                  <a:pt x="1019175" y="504825"/>
                </a:lnTo>
                <a:lnTo>
                  <a:pt x="1019175" y="514350"/>
                </a:lnTo>
                <a:lnTo>
                  <a:pt x="1028700" y="514350"/>
                </a:lnTo>
                <a:lnTo>
                  <a:pt x="1028700" y="542925"/>
                </a:lnTo>
                <a:lnTo>
                  <a:pt x="1038225" y="542925"/>
                </a:lnTo>
                <a:lnTo>
                  <a:pt x="1038225" y="552450"/>
                </a:lnTo>
                <a:lnTo>
                  <a:pt x="1057275" y="552450"/>
                </a:lnTo>
                <a:lnTo>
                  <a:pt x="1057275" y="542925"/>
                </a:lnTo>
                <a:lnTo>
                  <a:pt x="1104900" y="542925"/>
                </a:lnTo>
                <a:lnTo>
                  <a:pt x="1104900" y="533400"/>
                </a:lnTo>
                <a:lnTo>
                  <a:pt x="1114425" y="533400"/>
                </a:lnTo>
                <a:lnTo>
                  <a:pt x="1114425" y="542925"/>
                </a:lnTo>
                <a:lnTo>
                  <a:pt x="1143000" y="542925"/>
                </a:lnTo>
                <a:lnTo>
                  <a:pt x="1143000" y="523875"/>
                </a:lnTo>
                <a:lnTo>
                  <a:pt x="1133475" y="523875"/>
                </a:lnTo>
                <a:lnTo>
                  <a:pt x="1133475" y="514350"/>
                </a:lnTo>
                <a:lnTo>
                  <a:pt x="1143000" y="514350"/>
                </a:lnTo>
                <a:lnTo>
                  <a:pt x="1143000" y="495300"/>
                </a:lnTo>
                <a:lnTo>
                  <a:pt x="1162050" y="495300"/>
                </a:lnTo>
                <a:lnTo>
                  <a:pt x="1162050" y="485775"/>
                </a:lnTo>
                <a:lnTo>
                  <a:pt x="1152525" y="485775"/>
                </a:lnTo>
                <a:lnTo>
                  <a:pt x="1152525" y="476250"/>
                </a:lnTo>
                <a:lnTo>
                  <a:pt x="1143000" y="476250"/>
                </a:lnTo>
                <a:lnTo>
                  <a:pt x="1143000" y="485775"/>
                </a:lnTo>
                <a:lnTo>
                  <a:pt x="1133475" y="485775"/>
                </a:lnTo>
                <a:lnTo>
                  <a:pt x="1133475" y="504825"/>
                </a:lnTo>
                <a:lnTo>
                  <a:pt x="1114425" y="504825"/>
                </a:lnTo>
                <a:lnTo>
                  <a:pt x="1114425" y="514350"/>
                </a:lnTo>
                <a:lnTo>
                  <a:pt x="1104900" y="514350"/>
                </a:lnTo>
                <a:lnTo>
                  <a:pt x="1104900" y="523875"/>
                </a:lnTo>
                <a:lnTo>
                  <a:pt x="1047750" y="523875"/>
                </a:lnTo>
                <a:lnTo>
                  <a:pt x="1047750" y="514350"/>
                </a:lnTo>
                <a:lnTo>
                  <a:pt x="1057275" y="514350"/>
                </a:lnTo>
                <a:lnTo>
                  <a:pt x="1057275" y="504825"/>
                </a:lnTo>
                <a:lnTo>
                  <a:pt x="1066800" y="504825"/>
                </a:lnTo>
                <a:lnTo>
                  <a:pt x="1066800" y="495300"/>
                </a:lnTo>
                <a:lnTo>
                  <a:pt x="1076325" y="495300"/>
                </a:lnTo>
                <a:lnTo>
                  <a:pt x="1076325" y="476250"/>
                </a:lnTo>
                <a:lnTo>
                  <a:pt x="1057275" y="476250"/>
                </a:lnTo>
                <a:lnTo>
                  <a:pt x="1057275" y="438150"/>
                </a:lnTo>
                <a:lnTo>
                  <a:pt x="1047750" y="438150"/>
                </a:lnTo>
                <a:lnTo>
                  <a:pt x="1047750" y="428625"/>
                </a:lnTo>
                <a:lnTo>
                  <a:pt x="1038225" y="428625"/>
                </a:lnTo>
                <a:lnTo>
                  <a:pt x="1038225" y="419100"/>
                </a:lnTo>
                <a:lnTo>
                  <a:pt x="1047750" y="419100"/>
                </a:lnTo>
                <a:lnTo>
                  <a:pt x="1047750" y="409575"/>
                </a:lnTo>
                <a:lnTo>
                  <a:pt x="1057275" y="409575"/>
                </a:lnTo>
                <a:lnTo>
                  <a:pt x="1057275" y="400050"/>
                </a:lnTo>
                <a:lnTo>
                  <a:pt x="1114425" y="400050"/>
                </a:lnTo>
                <a:lnTo>
                  <a:pt x="1114425" y="409575"/>
                </a:lnTo>
                <a:lnTo>
                  <a:pt x="1123950" y="409575"/>
                </a:lnTo>
                <a:lnTo>
                  <a:pt x="1123950" y="400050"/>
                </a:lnTo>
                <a:lnTo>
                  <a:pt x="1133475" y="400050"/>
                </a:lnTo>
                <a:lnTo>
                  <a:pt x="1133475" y="409575"/>
                </a:lnTo>
                <a:lnTo>
                  <a:pt x="1143000" y="409575"/>
                </a:lnTo>
                <a:lnTo>
                  <a:pt x="1143000" y="390525"/>
                </a:lnTo>
                <a:lnTo>
                  <a:pt x="1152525" y="390525"/>
                </a:lnTo>
                <a:lnTo>
                  <a:pt x="1152525" y="352425"/>
                </a:lnTo>
                <a:lnTo>
                  <a:pt x="1143000" y="352425"/>
                </a:lnTo>
                <a:lnTo>
                  <a:pt x="1143000" y="371475"/>
                </a:lnTo>
                <a:lnTo>
                  <a:pt x="1133475" y="371475"/>
                </a:lnTo>
                <a:lnTo>
                  <a:pt x="1133475" y="342900"/>
                </a:lnTo>
                <a:lnTo>
                  <a:pt x="1104900" y="342900"/>
                </a:lnTo>
                <a:lnTo>
                  <a:pt x="1104900" y="352425"/>
                </a:lnTo>
                <a:lnTo>
                  <a:pt x="1095375" y="352425"/>
                </a:lnTo>
                <a:lnTo>
                  <a:pt x="1095375" y="371475"/>
                </a:lnTo>
                <a:lnTo>
                  <a:pt x="1085850" y="371475"/>
                </a:lnTo>
                <a:lnTo>
                  <a:pt x="1085850" y="361950"/>
                </a:lnTo>
                <a:lnTo>
                  <a:pt x="1076325" y="361950"/>
                </a:lnTo>
                <a:lnTo>
                  <a:pt x="1076325" y="352425"/>
                </a:lnTo>
                <a:lnTo>
                  <a:pt x="1047750" y="352425"/>
                </a:lnTo>
                <a:lnTo>
                  <a:pt x="1047750" y="342900"/>
                </a:lnTo>
                <a:lnTo>
                  <a:pt x="1095375" y="342900"/>
                </a:lnTo>
                <a:lnTo>
                  <a:pt x="1095375" y="333375"/>
                </a:lnTo>
                <a:lnTo>
                  <a:pt x="1114425" y="333375"/>
                </a:lnTo>
                <a:lnTo>
                  <a:pt x="1114425" y="323850"/>
                </a:lnTo>
                <a:lnTo>
                  <a:pt x="1123950" y="323850"/>
                </a:lnTo>
                <a:lnTo>
                  <a:pt x="1123950" y="333375"/>
                </a:lnTo>
                <a:lnTo>
                  <a:pt x="1152525" y="333375"/>
                </a:lnTo>
                <a:lnTo>
                  <a:pt x="1152525" y="323850"/>
                </a:lnTo>
                <a:lnTo>
                  <a:pt x="1143000" y="323850"/>
                </a:lnTo>
                <a:lnTo>
                  <a:pt x="1143000" y="314325"/>
                </a:lnTo>
                <a:lnTo>
                  <a:pt x="1171575" y="314325"/>
                </a:lnTo>
                <a:lnTo>
                  <a:pt x="1171575" y="304800"/>
                </a:lnTo>
                <a:lnTo>
                  <a:pt x="1200150" y="304800"/>
                </a:lnTo>
                <a:lnTo>
                  <a:pt x="1200150" y="323850"/>
                </a:lnTo>
                <a:lnTo>
                  <a:pt x="1190625" y="323850"/>
                </a:lnTo>
                <a:lnTo>
                  <a:pt x="1190625" y="333375"/>
                </a:lnTo>
                <a:lnTo>
                  <a:pt x="1171575" y="333375"/>
                </a:lnTo>
                <a:lnTo>
                  <a:pt x="1171575" y="342900"/>
                </a:lnTo>
                <a:lnTo>
                  <a:pt x="1190625" y="342900"/>
                </a:lnTo>
                <a:lnTo>
                  <a:pt x="1190625" y="352425"/>
                </a:lnTo>
                <a:lnTo>
                  <a:pt x="1219200" y="352425"/>
                </a:lnTo>
                <a:lnTo>
                  <a:pt x="1219200" y="342900"/>
                </a:lnTo>
                <a:lnTo>
                  <a:pt x="1238250" y="342900"/>
                </a:lnTo>
                <a:lnTo>
                  <a:pt x="1238250" y="333375"/>
                </a:lnTo>
                <a:lnTo>
                  <a:pt x="1228725" y="333375"/>
                </a:lnTo>
                <a:lnTo>
                  <a:pt x="1228725" y="304800"/>
                </a:lnTo>
                <a:lnTo>
                  <a:pt x="1238250" y="304800"/>
                </a:lnTo>
                <a:lnTo>
                  <a:pt x="1238250" y="285750"/>
                </a:lnTo>
                <a:lnTo>
                  <a:pt x="1228725" y="285750"/>
                </a:lnTo>
                <a:lnTo>
                  <a:pt x="1228725" y="276225"/>
                </a:lnTo>
                <a:lnTo>
                  <a:pt x="1219200" y="276225"/>
                </a:lnTo>
                <a:lnTo>
                  <a:pt x="1219200" y="266700"/>
                </a:lnTo>
                <a:lnTo>
                  <a:pt x="1209675" y="266700"/>
                </a:lnTo>
                <a:lnTo>
                  <a:pt x="1209675" y="257175"/>
                </a:lnTo>
                <a:lnTo>
                  <a:pt x="1219200" y="257175"/>
                </a:lnTo>
                <a:lnTo>
                  <a:pt x="1219200" y="247650"/>
                </a:lnTo>
                <a:lnTo>
                  <a:pt x="1266825" y="247650"/>
                </a:lnTo>
                <a:lnTo>
                  <a:pt x="1266825" y="266700"/>
                </a:lnTo>
                <a:lnTo>
                  <a:pt x="1276350" y="266700"/>
                </a:lnTo>
                <a:lnTo>
                  <a:pt x="1276350" y="276225"/>
                </a:lnTo>
                <a:lnTo>
                  <a:pt x="1295400" y="276225"/>
                </a:lnTo>
                <a:lnTo>
                  <a:pt x="1295400" y="266700"/>
                </a:lnTo>
                <a:lnTo>
                  <a:pt x="1381125" y="266700"/>
                </a:lnTo>
                <a:lnTo>
                  <a:pt x="1381125" y="276225"/>
                </a:lnTo>
                <a:lnTo>
                  <a:pt x="1390650" y="276225"/>
                </a:lnTo>
                <a:lnTo>
                  <a:pt x="1390650" y="266700"/>
                </a:lnTo>
                <a:lnTo>
                  <a:pt x="1400175" y="266700"/>
                </a:lnTo>
                <a:lnTo>
                  <a:pt x="1400175" y="257175"/>
                </a:lnTo>
                <a:lnTo>
                  <a:pt x="1409700" y="257175"/>
                </a:lnTo>
                <a:lnTo>
                  <a:pt x="1409700" y="266700"/>
                </a:lnTo>
                <a:lnTo>
                  <a:pt x="1428750" y="266700"/>
                </a:lnTo>
                <a:lnTo>
                  <a:pt x="1428750" y="276225"/>
                </a:lnTo>
                <a:lnTo>
                  <a:pt x="1419225" y="276225"/>
                </a:lnTo>
                <a:lnTo>
                  <a:pt x="1419225" y="285750"/>
                </a:lnTo>
                <a:lnTo>
                  <a:pt x="1428750" y="285750"/>
                </a:lnTo>
                <a:lnTo>
                  <a:pt x="1428750" y="276225"/>
                </a:lnTo>
                <a:lnTo>
                  <a:pt x="1438275" y="276225"/>
                </a:lnTo>
                <a:lnTo>
                  <a:pt x="1438275" y="266700"/>
                </a:lnTo>
                <a:lnTo>
                  <a:pt x="1447800" y="266700"/>
                </a:lnTo>
                <a:lnTo>
                  <a:pt x="1447800" y="257175"/>
                </a:lnTo>
                <a:lnTo>
                  <a:pt x="1476375" y="257175"/>
                </a:lnTo>
                <a:lnTo>
                  <a:pt x="1476375" y="276225"/>
                </a:lnTo>
                <a:lnTo>
                  <a:pt x="1485900" y="276225"/>
                </a:lnTo>
                <a:lnTo>
                  <a:pt x="1485900" y="285750"/>
                </a:lnTo>
                <a:lnTo>
                  <a:pt x="1504950" y="285750"/>
                </a:lnTo>
                <a:lnTo>
                  <a:pt x="1504950" y="266700"/>
                </a:lnTo>
                <a:lnTo>
                  <a:pt x="1514475" y="266700"/>
                </a:lnTo>
                <a:lnTo>
                  <a:pt x="1514475" y="285750"/>
                </a:lnTo>
                <a:lnTo>
                  <a:pt x="1543050" y="285750"/>
                </a:lnTo>
                <a:lnTo>
                  <a:pt x="1543050" y="276225"/>
                </a:lnTo>
                <a:lnTo>
                  <a:pt x="1524000" y="276225"/>
                </a:lnTo>
                <a:lnTo>
                  <a:pt x="1524000" y="266700"/>
                </a:lnTo>
                <a:lnTo>
                  <a:pt x="1552575" y="266700"/>
                </a:lnTo>
                <a:lnTo>
                  <a:pt x="1552575" y="276225"/>
                </a:lnTo>
                <a:lnTo>
                  <a:pt x="1571625" y="276225"/>
                </a:lnTo>
                <a:lnTo>
                  <a:pt x="1571625" y="266700"/>
                </a:lnTo>
                <a:lnTo>
                  <a:pt x="1600200" y="266700"/>
                </a:lnTo>
                <a:lnTo>
                  <a:pt x="1600200" y="257175"/>
                </a:lnTo>
                <a:lnTo>
                  <a:pt x="1609725" y="257175"/>
                </a:lnTo>
                <a:lnTo>
                  <a:pt x="1609725" y="247650"/>
                </a:lnTo>
                <a:lnTo>
                  <a:pt x="1619250" y="247650"/>
                </a:lnTo>
                <a:close/>
                <a:moveTo>
                  <a:pt x="209550" y="247650"/>
                </a:moveTo>
                <a:lnTo>
                  <a:pt x="247650" y="247650"/>
                </a:lnTo>
                <a:lnTo>
                  <a:pt x="247650" y="257175"/>
                </a:lnTo>
                <a:lnTo>
                  <a:pt x="209550" y="257175"/>
                </a:lnTo>
                <a:close/>
                <a:moveTo>
                  <a:pt x="542925" y="247650"/>
                </a:moveTo>
                <a:lnTo>
                  <a:pt x="561975" y="247650"/>
                </a:lnTo>
                <a:lnTo>
                  <a:pt x="561975" y="257175"/>
                </a:lnTo>
                <a:lnTo>
                  <a:pt x="581025" y="257175"/>
                </a:lnTo>
                <a:lnTo>
                  <a:pt x="581025" y="266700"/>
                </a:lnTo>
                <a:lnTo>
                  <a:pt x="609600" y="266700"/>
                </a:lnTo>
                <a:lnTo>
                  <a:pt x="609600" y="295275"/>
                </a:lnTo>
                <a:lnTo>
                  <a:pt x="552450" y="295275"/>
                </a:lnTo>
                <a:lnTo>
                  <a:pt x="552450" y="304800"/>
                </a:lnTo>
                <a:lnTo>
                  <a:pt x="533400" y="304800"/>
                </a:lnTo>
                <a:lnTo>
                  <a:pt x="533400" y="295275"/>
                </a:lnTo>
                <a:lnTo>
                  <a:pt x="514350" y="295275"/>
                </a:lnTo>
                <a:lnTo>
                  <a:pt x="514350" y="276225"/>
                </a:lnTo>
                <a:lnTo>
                  <a:pt x="504825" y="276225"/>
                </a:lnTo>
                <a:lnTo>
                  <a:pt x="504825" y="266700"/>
                </a:lnTo>
                <a:lnTo>
                  <a:pt x="514350" y="266700"/>
                </a:lnTo>
                <a:lnTo>
                  <a:pt x="514350" y="257175"/>
                </a:lnTo>
                <a:lnTo>
                  <a:pt x="542925" y="257175"/>
                </a:lnTo>
                <a:close/>
                <a:moveTo>
                  <a:pt x="238125" y="266700"/>
                </a:moveTo>
                <a:lnTo>
                  <a:pt x="247650" y="266700"/>
                </a:lnTo>
                <a:lnTo>
                  <a:pt x="247650" y="285750"/>
                </a:lnTo>
                <a:lnTo>
                  <a:pt x="276225" y="285750"/>
                </a:lnTo>
                <a:lnTo>
                  <a:pt x="276225" y="295275"/>
                </a:lnTo>
                <a:lnTo>
                  <a:pt x="285750" y="295275"/>
                </a:lnTo>
                <a:lnTo>
                  <a:pt x="285750" y="304800"/>
                </a:lnTo>
                <a:lnTo>
                  <a:pt x="266700" y="304800"/>
                </a:lnTo>
                <a:lnTo>
                  <a:pt x="266700" y="295275"/>
                </a:lnTo>
                <a:lnTo>
                  <a:pt x="228600" y="295275"/>
                </a:lnTo>
                <a:lnTo>
                  <a:pt x="228600" y="276225"/>
                </a:lnTo>
                <a:lnTo>
                  <a:pt x="238125" y="276225"/>
                </a:lnTo>
                <a:close/>
                <a:moveTo>
                  <a:pt x="476250" y="276225"/>
                </a:moveTo>
                <a:lnTo>
                  <a:pt x="485775" y="276225"/>
                </a:lnTo>
                <a:lnTo>
                  <a:pt x="485775" y="285750"/>
                </a:lnTo>
                <a:lnTo>
                  <a:pt x="476250" y="285750"/>
                </a:lnTo>
                <a:close/>
                <a:moveTo>
                  <a:pt x="628650" y="276225"/>
                </a:moveTo>
                <a:lnTo>
                  <a:pt x="647700" y="276225"/>
                </a:lnTo>
                <a:lnTo>
                  <a:pt x="647700" y="285750"/>
                </a:lnTo>
                <a:lnTo>
                  <a:pt x="628650" y="285750"/>
                </a:lnTo>
                <a:close/>
                <a:moveTo>
                  <a:pt x="1323975" y="285750"/>
                </a:moveTo>
                <a:lnTo>
                  <a:pt x="1352550" y="285750"/>
                </a:lnTo>
                <a:lnTo>
                  <a:pt x="1352550" y="276225"/>
                </a:lnTo>
                <a:lnTo>
                  <a:pt x="1323975" y="276225"/>
                </a:lnTo>
                <a:close/>
                <a:moveTo>
                  <a:pt x="428625" y="295275"/>
                </a:moveTo>
                <a:lnTo>
                  <a:pt x="457200" y="295275"/>
                </a:lnTo>
                <a:lnTo>
                  <a:pt x="457200" y="304800"/>
                </a:lnTo>
                <a:lnTo>
                  <a:pt x="466725" y="304800"/>
                </a:lnTo>
                <a:lnTo>
                  <a:pt x="466725" y="314325"/>
                </a:lnTo>
                <a:lnTo>
                  <a:pt x="476250" y="314325"/>
                </a:lnTo>
                <a:lnTo>
                  <a:pt x="476250" y="323850"/>
                </a:lnTo>
                <a:lnTo>
                  <a:pt x="485775" y="323850"/>
                </a:lnTo>
                <a:lnTo>
                  <a:pt x="485775" y="333375"/>
                </a:lnTo>
                <a:lnTo>
                  <a:pt x="495300" y="333375"/>
                </a:lnTo>
                <a:lnTo>
                  <a:pt x="495300" y="342900"/>
                </a:lnTo>
                <a:lnTo>
                  <a:pt x="485775" y="342900"/>
                </a:lnTo>
                <a:lnTo>
                  <a:pt x="485775" y="352425"/>
                </a:lnTo>
                <a:lnTo>
                  <a:pt x="476250" y="352425"/>
                </a:lnTo>
                <a:lnTo>
                  <a:pt x="476250" y="342900"/>
                </a:lnTo>
                <a:lnTo>
                  <a:pt x="466725" y="342900"/>
                </a:lnTo>
                <a:lnTo>
                  <a:pt x="466725" y="352425"/>
                </a:lnTo>
                <a:lnTo>
                  <a:pt x="457200" y="352425"/>
                </a:lnTo>
                <a:lnTo>
                  <a:pt x="457200" y="323850"/>
                </a:lnTo>
                <a:lnTo>
                  <a:pt x="438150" y="323850"/>
                </a:lnTo>
                <a:lnTo>
                  <a:pt x="438150" y="304800"/>
                </a:lnTo>
                <a:lnTo>
                  <a:pt x="428625" y="304800"/>
                </a:lnTo>
                <a:close/>
                <a:moveTo>
                  <a:pt x="485775" y="295275"/>
                </a:moveTo>
                <a:lnTo>
                  <a:pt x="495300" y="295275"/>
                </a:lnTo>
                <a:lnTo>
                  <a:pt x="495300" y="304800"/>
                </a:lnTo>
                <a:lnTo>
                  <a:pt x="504825" y="304800"/>
                </a:lnTo>
                <a:lnTo>
                  <a:pt x="504825" y="314325"/>
                </a:lnTo>
                <a:lnTo>
                  <a:pt x="485775" y="314325"/>
                </a:lnTo>
                <a:close/>
                <a:moveTo>
                  <a:pt x="285750" y="304800"/>
                </a:moveTo>
                <a:lnTo>
                  <a:pt x="295275" y="304800"/>
                </a:lnTo>
                <a:lnTo>
                  <a:pt x="295275" y="323850"/>
                </a:lnTo>
                <a:lnTo>
                  <a:pt x="285750" y="323850"/>
                </a:lnTo>
                <a:close/>
                <a:moveTo>
                  <a:pt x="419100" y="304800"/>
                </a:moveTo>
                <a:lnTo>
                  <a:pt x="428625" y="304800"/>
                </a:lnTo>
                <a:lnTo>
                  <a:pt x="428625" y="323850"/>
                </a:lnTo>
                <a:lnTo>
                  <a:pt x="438150" y="323850"/>
                </a:lnTo>
                <a:lnTo>
                  <a:pt x="438150" y="333375"/>
                </a:lnTo>
                <a:lnTo>
                  <a:pt x="428625" y="333375"/>
                </a:lnTo>
                <a:lnTo>
                  <a:pt x="428625" y="342900"/>
                </a:lnTo>
                <a:lnTo>
                  <a:pt x="419100" y="342900"/>
                </a:lnTo>
                <a:lnTo>
                  <a:pt x="419100" y="352425"/>
                </a:lnTo>
                <a:lnTo>
                  <a:pt x="409575" y="352425"/>
                </a:lnTo>
                <a:lnTo>
                  <a:pt x="409575" y="342900"/>
                </a:lnTo>
                <a:lnTo>
                  <a:pt x="400050" y="342900"/>
                </a:lnTo>
                <a:lnTo>
                  <a:pt x="400050" y="323850"/>
                </a:lnTo>
                <a:lnTo>
                  <a:pt x="409575" y="323850"/>
                </a:lnTo>
                <a:lnTo>
                  <a:pt x="409575" y="314325"/>
                </a:lnTo>
                <a:lnTo>
                  <a:pt x="419100" y="314325"/>
                </a:lnTo>
                <a:close/>
                <a:moveTo>
                  <a:pt x="1333500" y="304800"/>
                </a:moveTo>
                <a:lnTo>
                  <a:pt x="1343025" y="304800"/>
                </a:lnTo>
                <a:lnTo>
                  <a:pt x="1343025" y="295275"/>
                </a:lnTo>
                <a:lnTo>
                  <a:pt x="1323975" y="295275"/>
                </a:lnTo>
                <a:lnTo>
                  <a:pt x="1323975" y="323850"/>
                </a:lnTo>
                <a:lnTo>
                  <a:pt x="1352550" y="323850"/>
                </a:lnTo>
                <a:lnTo>
                  <a:pt x="1352550" y="314325"/>
                </a:lnTo>
                <a:lnTo>
                  <a:pt x="1333500" y="314325"/>
                </a:lnTo>
                <a:close/>
                <a:moveTo>
                  <a:pt x="1485900" y="304800"/>
                </a:moveTo>
                <a:lnTo>
                  <a:pt x="1495425" y="304800"/>
                </a:lnTo>
                <a:lnTo>
                  <a:pt x="1495425" y="295275"/>
                </a:lnTo>
                <a:lnTo>
                  <a:pt x="1485900" y="295275"/>
                </a:lnTo>
                <a:close/>
                <a:moveTo>
                  <a:pt x="1676400" y="304800"/>
                </a:moveTo>
                <a:lnTo>
                  <a:pt x="1685925" y="304800"/>
                </a:lnTo>
                <a:lnTo>
                  <a:pt x="1685925" y="295275"/>
                </a:lnTo>
                <a:lnTo>
                  <a:pt x="1666875" y="295275"/>
                </a:lnTo>
                <a:lnTo>
                  <a:pt x="1666875" y="304800"/>
                </a:lnTo>
                <a:lnTo>
                  <a:pt x="1647825" y="304800"/>
                </a:lnTo>
                <a:lnTo>
                  <a:pt x="1647825" y="314325"/>
                </a:lnTo>
                <a:lnTo>
                  <a:pt x="1638300" y="314325"/>
                </a:lnTo>
                <a:lnTo>
                  <a:pt x="1638300" y="333375"/>
                </a:lnTo>
                <a:lnTo>
                  <a:pt x="1676400" y="333375"/>
                </a:lnTo>
                <a:lnTo>
                  <a:pt x="1676400" y="342900"/>
                </a:lnTo>
                <a:lnTo>
                  <a:pt x="1685925" y="342900"/>
                </a:lnTo>
                <a:lnTo>
                  <a:pt x="1685925" y="314325"/>
                </a:lnTo>
                <a:lnTo>
                  <a:pt x="1676400" y="314325"/>
                </a:lnTo>
                <a:close/>
                <a:moveTo>
                  <a:pt x="314325" y="314325"/>
                </a:moveTo>
                <a:lnTo>
                  <a:pt x="323850" y="314325"/>
                </a:lnTo>
                <a:lnTo>
                  <a:pt x="323850" y="323850"/>
                </a:lnTo>
                <a:lnTo>
                  <a:pt x="314325" y="323850"/>
                </a:lnTo>
                <a:close/>
                <a:moveTo>
                  <a:pt x="1533525" y="314325"/>
                </a:moveTo>
                <a:lnTo>
                  <a:pt x="1543050" y="314325"/>
                </a:lnTo>
                <a:lnTo>
                  <a:pt x="1543050" y="304800"/>
                </a:lnTo>
                <a:lnTo>
                  <a:pt x="1533525" y="304800"/>
                </a:lnTo>
                <a:lnTo>
                  <a:pt x="1533525" y="295275"/>
                </a:lnTo>
                <a:lnTo>
                  <a:pt x="1524000" y="295275"/>
                </a:lnTo>
                <a:lnTo>
                  <a:pt x="1524000" y="314325"/>
                </a:lnTo>
                <a:lnTo>
                  <a:pt x="1514475" y="314325"/>
                </a:lnTo>
                <a:lnTo>
                  <a:pt x="1514475" y="323850"/>
                </a:lnTo>
                <a:lnTo>
                  <a:pt x="1504950" y="323850"/>
                </a:lnTo>
                <a:lnTo>
                  <a:pt x="1504950" y="314325"/>
                </a:lnTo>
                <a:lnTo>
                  <a:pt x="1495425" y="314325"/>
                </a:lnTo>
                <a:lnTo>
                  <a:pt x="1495425" y="323850"/>
                </a:lnTo>
                <a:lnTo>
                  <a:pt x="1476375" y="323850"/>
                </a:lnTo>
                <a:lnTo>
                  <a:pt x="1476375" y="333375"/>
                </a:lnTo>
                <a:lnTo>
                  <a:pt x="1485900" y="333375"/>
                </a:lnTo>
                <a:lnTo>
                  <a:pt x="1485900" y="342900"/>
                </a:lnTo>
                <a:lnTo>
                  <a:pt x="1495425" y="342900"/>
                </a:lnTo>
                <a:lnTo>
                  <a:pt x="1495425" y="333375"/>
                </a:lnTo>
                <a:lnTo>
                  <a:pt x="1533525" y="333375"/>
                </a:lnTo>
                <a:close/>
                <a:moveTo>
                  <a:pt x="1590675" y="314325"/>
                </a:moveTo>
                <a:lnTo>
                  <a:pt x="1619250" y="314325"/>
                </a:lnTo>
                <a:lnTo>
                  <a:pt x="1619250" y="295275"/>
                </a:lnTo>
                <a:lnTo>
                  <a:pt x="1590675" y="295275"/>
                </a:lnTo>
                <a:close/>
                <a:moveTo>
                  <a:pt x="133350" y="323850"/>
                </a:moveTo>
                <a:lnTo>
                  <a:pt x="152400" y="323850"/>
                </a:lnTo>
                <a:lnTo>
                  <a:pt x="152400" y="333375"/>
                </a:lnTo>
                <a:lnTo>
                  <a:pt x="133350" y="333375"/>
                </a:lnTo>
                <a:close/>
                <a:moveTo>
                  <a:pt x="323850" y="323850"/>
                </a:moveTo>
                <a:lnTo>
                  <a:pt x="342900" y="323850"/>
                </a:lnTo>
                <a:lnTo>
                  <a:pt x="342900" y="333375"/>
                </a:lnTo>
                <a:lnTo>
                  <a:pt x="352425" y="333375"/>
                </a:lnTo>
                <a:lnTo>
                  <a:pt x="352425" y="342900"/>
                </a:lnTo>
                <a:lnTo>
                  <a:pt x="333375" y="342900"/>
                </a:lnTo>
                <a:lnTo>
                  <a:pt x="333375" y="361950"/>
                </a:lnTo>
                <a:lnTo>
                  <a:pt x="342900" y="361950"/>
                </a:lnTo>
                <a:lnTo>
                  <a:pt x="342900" y="371475"/>
                </a:lnTo>
                <a:lnTo>
                  <a:pt x="352425" y="371475"/>
                </a:lnTo>
                <a:lnTo>
                  <a:pt x="352425" y="381000"/>
                </a:lnTo>
                <a:lnTo>
                  <a:pt x="361950" y="381000"/>
                </a:lnTo>
                <a:lnTo>
                  <a:pt x="361950" y="390525"/>
                </a:lnTo>
                <a:lnTo>
                  <a:pt x="381000" y="390525"/>
                </a:lnTo>
                <a:lnTo>
                  <a:pt x="381000" y="409575"/>
                </a:lnTo>
                <a:lnTo>
                  <a:pt x="371475" y="409575"/>
                </a:lnTo>
                <a:lnTo>
                  <a:pt x="371475" y="419100"/>
                </a:lnTo>
                <a:lnTo>
                  <a:pt x="361950" y="419100"/>
                </a:lnTo>
                <a:lnTo>
                  <a:pt x="361950" y="400050"/>
                </a:lnTo>
                <a:lnTo>
                  <a:pt x="352425" y="400050"/>
                </a:lnTo>
                <a:lnTo>
                  <a:pt x="352425" y="390525"/>
                </a:lnTo>
                <a:lnTo>
                  <a:pt x="342900" y="390525"/>
                </a:lnTo>
                <a:lnTo>
                  <a:pt x="342900" y="400050"/>
                </a:lnTo>
                <a:lnTo>
                  <a:pt x="333375" y="400050"/>
                </a:lnTo>
                <a:lnTo>
                  <a:pt x="333375" y="371475"/>
                </a:lnTo>
                <a:lnTo>
                  <a:pt x="323850" y="371475"/>
                </a:lnTo>
                <a:lnTo>
                  <a:pt x="323850" y="352425"/>
                </a:lnTo>
                <a:lnTo>
                  <a:pt x="314325" y="352425"/>
                </a:lnTo>
                <a:lnTo>
                  <a:pt x="314325" y="333375"/>
                </a:lnTo>
                <a:lnTo>
                  <a:pt x="323850" y="333375"/>
                </a:lnTo>
                <a:close/>
                <a:moveTo>
                  <a:pt x="1409700" y="323850"/>
                </a:moveTo>
                <a:lnTo>
                  <a:pt x="1428750" y="323850"/>
                </a:lnTo>
                <a:lnTo>
                  <a:pt x="1428750" y="314325"/>
                </a:lnTo>
                <a:lnTo>
                  <a:pt x="1409700" y="314325"/>
                </a:lnTo>
                <a:close/>
                <a:moveTo>
                  <a:pt x="123825" y="333375"/>
                </a:moveTo>
                <a:lnTo>
                  <a:pt x="133350" y="333375"/>
                </a:lnTo>
                <a:lnTo>
                  <a:pt x="133350" y="342900"/>
                </a:lnTo>
                <a:lnTo>
                  <a:pt x="123825" y="342900"/>
                </a:lnTo>
                <a:close/>
                <a:moveTo>
                  <a:pt x="152400" y="333375"/>
                </a:moveTo>
                <a:lnTo>
                  <a:pt x="161925" y="333375"/>
                </a:lnTo>
                <a:lnTo>
                  <a:pt x="161925" y="342900"/>
                </a:lnTo>
                <a:lnTo>
                  <a:pt x="152400" y="342900"/>
                </a:lnTo>
                <a:close/>
                <a:moveTo>
                  <a:pt x="361950" y="333375"/>
                </a:moveTo>
                <a:lnTo>
                  <a:pt x="371475" y="333375"/>
                </a:lnTo>
                <a:lnTo>
                  <a:pt x="371475" y="342900"/>
                </a:lnTo>
                <a:lnTo>
                  <a:pt x="361950" y="342900"/>
                </a:lnTo>
                <a:close/>
                <a:moveTo>
                  <a:pt x="161925" y="342900"/>
                </a:moveTo>
                <a:lnTo>
                  <a:pt x="171450" y="342900"/>
                </a:lnTo>
                <a:lnTo>
                  <a:pt x="171450" y="352425"/>
                </a:lnTo>
                <a:lnTo>
                  <a:pt x="200025" y="352425"/>
                </a:lnTo>
                <a:lnTo>
                  <a:pt x="200025" y="361950"/>
                </a:lnTo>
                <a:lnTo>
                  <a:pt x="190500" y="361950"/>
                </a:lnTo>
                <a:lnTo>
                  <a:pt x="190500" y="371475"/>
                </a:lnTo>
                <a:lnTo>
                  <a:pt x="171450" y="371475"/>
                </a:lnTo>
                <a:lnTo>
                  <a:pt x="171450" y="361950"/>
                </a:lnTo>
                <a:lnTo>
                  <a:pt x="161925" y="361950"/>
                </a:lnTo>
                <a:close/>
                <a:moveTo>
                  <a:pt x="1009650" y="342900"/>
                </a:moveTo>
                <a:lnTo>
                  <a:pt x="1028700" y="342900"/>
                </a:lnTo>
                <a:lnTo>
                  <a:pt x="1028700" y="352425"/>
                </a:lnTo>
                <a:lnTo>
                  <a:pt x="1009650" y="352425"/>
                </a:lnTo>
                <a:close/>
                <a:moveTo>
                  <a:pt x="1285875" y="342900"/>
                </a:moveTo>
                <a:lnTo>
                  <a:pt x="1295400" y="342900"/>
                </a:lnTo>
                <a:lnTo>
                  <a:pt x="1295400" y="323850"/>
                </a:lnTo>
                <a:lnTo>
                  <a:pt x="1285875" y="323850"/>
                </a:lnTo>
                <a:lnTo>
                  <a:pt x="1285875" y="333375"/>
                </a:lnTo>
                <a:lnTo>
                  <a:pt x="1257300" y="333375"/>
                </a:lnTo>
                <a:lnTo>
                  <a:pt x="1257300" y="342900"/>
                </a:lnTo>
                <a:lnTo>
                  <a:pt x="1238250" y="342900"/>
                </a:lnTo>
                <a:lnTo>
                  <a:pt x="1238250" y="371475"/>
                </a:lnTo>
                <a:lnTo>
                  <a:pt x="1257300" y="371475"/>
                </a:lnTo>
                <a:lnTo>
                  <a:pt x="1257300" y="381000"/>
                </a:lnTo>
                <a:lnTo>
                  <a:pt x="1247775" y="381000"/>
                </a:lnTo>
                <a:lnTo>
                  <a:pt x="1247775" y="400050"/>
                </a:lnTo>
                <a:lnTo>
                  <a:pt x="1228725" y="400050"/>
                </a:lnTo>
                <a:lnTo>
                  <a:pt x="1228725" y="428625"/>
                </a:lnTo>
                <a:lnTo>
                  <a:pt x="1219200" y="428625"/>
                </a:lnTo>
                <a:lnTo>
                  <a:pt x="1219200" y="419100"/>
                </a:lnTo>
                <a:lnTo>
                  <a:pt x="1209675" y="419100"/>
                </a:lnTo>
                <a:lnTo>
                  <a:pt x="1209675" y="438150"/>
                </a:lnTo>
                <a:lnTo>
                  <a:pt x="1228725" y="438150"/>
                </a:lnTo>
                <a:lnTo>
                  <a:pt x="1228725" y="457200"/>
                </a:lnTo>
                <a:lnTo>
                  <a:pt x="1219200" y="457200"/>
                </a:lnTo>
                <a:lnTo>
                  <a:pt x="1219200" y="485775"/>
                </a:lnTo>
                <a:lnTo>
                  <a:pt x="1209675" y="485775"/>
                </a:lnTo>
                <a:lnTo>
                  <a:pt x="1209675" y="495300"/>
                </a:lnTo>
                <a:lnTo>
                  <a:pt x="1200150" y="495300"/>
                </a:lnTo>
                <a:lnTo>
                  <a:pt x="1200150" y="514350"/>
                </a:lnTo>
                <a:lnTo>
                  <a:pt x="1209675" y="514350"/>
                </a:lnTo>
                <a:lnTo>
                  <a:pt x="1209675" y="504825"/>
                </a:lnTo>
                <a:lnTo>
                  <a:pt x="1257300" y="504825"/>
                </a:lnTo>
                <a:lnTo>
                  <a:pt x="1257300" y="533400"/>
                </a:lnTo>
                <a:lnTo>
                  <a:pt x="1266825" y="533400"/>
                </a:lnTo>
                <a:lnTo>
                  <a:pt x="1266825" y="523875"/>
                </a:lnTo>
                <a:lnTo>
                  <a:pt x="1276350" y="523875"/>
                </a:lnTo>
                <a:lnTo>
                  <a:pt x="1276350" y="533400"/>
                </a:lnTo>
                <a:lnTo>
                  <a:pt x="1285875" y="533400"/>
                </a:lnTo>
                <a:lnTo>
                  <a:pt x="1285875" y="523875"/>
                </a:lnTo>
                <a:lnTo>
                  <a:pt x="1304925" y="523875"/>
                </a:lnTo>
                <a:lnTo>
                  <a:pt x="1304925" y="495300"/>
                </a:lnTo>
                <a:lnTo>
                  <a:pt x="1266825" y="495300"/>
                </a:lnTo>
                <a:lnTo>
                  <a:pt x="1266825" y="485775"/>
                </a:lnTo>
                <a:lnTo>
                  <a:pt x="1257300" y="485775"/>
                </a:lnTo>
                <a:lnTo>
                  <a:pt x="1257300" y="476250"/>
                </a:lnTo>
                <a:lnTo>
                  <a:pt x="1247775" y="476250"/>
                </a:lnTo>
                <a:lnTo>
                  <a:pt x="1247775" y="447675"/>
                </a:lnTo>
                <a:lnTo>
                  <a:pt x="1257300" y="447675"/>
                </a:lnTo>
                <a:lnTo>
                  <a:pt x="1257300" y="419100"/>
                </a:lnTo>
                <a:lnTo>
                  <a:pt x="1285875" y="419100"/>
                </a:lnTo>
                <a:lnTo>
                  <a:pt x="1285875" y="428625"/>
                </a:lnTo>
                <a:lnTo>
                  <a:pt x="1295400" y="428625"/>
                </a:lnTo>
                <a:lnTo>
                  <a:pt x="1295400" y="409575"/>
                </a:lnTo>
                <a:lnTo>
                  <a:pt x="1304925" y="409575"/>
                </a:lnTo>
                <a:lnTo>
                  <a:pt x="1304925" y="400050"/>
                </a:lnTo>
                <a:lnTo>
                  <a:pt x="1276350" y="400050"/>
                </a:lnTo>
                <a:lnTo>
                  <a:pt x="1276350" y="381000"/>
                </a:lnTo>
                <a:lnTo>
                  <a:pt x="1266825" y="381000"/>
                </a:lnTo>
                <a:lnTo>
                  <a:pt x="1266825" y="361950"/>
                </a:lnTo>
                <a:lnTo>
                  <a:pt x="1276350" y="361950"/>
                </a:lnTo>
                <a:lnTo>
                  <a:pt x="1276350" y="371475"/>
                </a:lnTo>
                <a:lnTo>
                  <a:pt x="1304925" y="371475"/>
                </a:lnTo>
                <a:lnTo>
                  <a:pt x="1304925" y="361950"/>
                </a:lnTo>
                <a:lnTo>
                  <a:pt x="1295400" y="361950"/>
                </a:lnTo>
                <a:lnTo>
                  <a:pt x="1295400" y="352425"/>
                </a:lnTo>
                <a:lnTo>
                  <a:pt x="1285875" y="352425"/>
                </a:lnTo>
                <a:close/>
                <a:moveTo>
                  <a:pt x="257175" y="352425"/>
                </a:moveTo>
                <a:lnTo>
                  <a:pt x="285750" y="352425"/>
                </a:lnTo>
                <a:lnTo>
                  <a:pt x="285750" y="361950"/>
                </a:lnTo>
                <a:lnTo>
                  <a:pt x="257175" y="361950"/>
                </a:lnTo>
                <a:close/>
                <a:moveTo>
                  <a:pt x="1733550" y="352425"/>
                </a:moveTo>
                <a:lnTo>
                  <a:pt x="1743075" y="352425"/>
                </a:lnTo>
                <a:lnTo>
                  <a:pt x="1743075" y="371475"/>
                </a:lnTo>
                <a:lnTo>
                  <a:pt x="1733550" y="371475"/>
                </a:lnTo>
                <a:close/>
                <a:moveTo>
                  <a:pt x="1304925" y="361950"/>
                </a:moveTo>
                <a:lnTo>
                  <a:pt x="1314450" y="361950"/>
                </a:lnTo>
                <a:lnTo>
                  <a:pt x="1314450" y="352425"/>
                </a:lnTo>
                <a:lnTo>
                  <a:pt x="1304925" y="352425"/>
                </a:lnTo>
                <a:close/>
                <a:moveTo>
                  <a:pt x="1647825" y="361950"/>
                </a:moveTo>
                <a:lnTo>
                  <a:pt x="1657350" y="361950"/>
                </a:lnTo>
                <a:lnTo>
                  <a:pt x="1657350" y="342900"/>
                </a:lnTo>
                <a:lnTo>
                  <a:pt x="1647825" y="342900"/>
                </a:lnTo>
                <a:close/>
                <a:moveTo>
                  <a:pt x="200025" y="371475"/>
                </a:moveTo>
                <a:lnTo>
                  <a:pt x="219075" y="371475"/>
                </a:lnTo>
                <a:lnTo>
                  <a:pt x="219075" y="381000"/>
                </a:lnTo>
                <a:lnTo>
                  <a:pt x="200025" y="381000"/>
                </a:lnTo>
                <a:close/>
                <a:moveTo>
                  <a:pt x="266700" y="371475"/>
                </a:moveTo>
                <a:lnTo>
                  <a:pt x="285750" y="371475"/>
                </a:lnTo>
                <a:lnTo>
                  <a:pt x="285750" y="381000"/>
                </a:lnTo>
                <a:lnTo>
                  <a:pt x="266700" y="381000"/>
                </a:lnTo>
                <a:close/>
                <a:moveTo>
                  <a:pt x="971550" y="371475"/>
                </a:moveTo>
                <a:lnTo>
                  <a:pt x="981075" y="371475"/>
                </a:lnTo>
                <a:lnTo>
                  <a:pt x="981075" y="390525"/>
                </a:lnTo>
                <a:lnTo>
                  <a:pt x="971550" y="390525"/>
                </a:lnTo>
                <a:close/>
                <a:moveTo>
                  <a:pt x="1123950" y="371475"/>
                </a:moveTo>
                <a:lnTo>
                  <a:pt x="1133475" y="371475"/>
                </a:lnTo>
                <a:lnTo>
                  <a:pt x="1133475" y="390525"/>
                </a:lnTo>
                <a:lnTo>
                  <a:pt x="1123950" y="390525"/>
                </a:lnTo>
                <a:close/>
                <a:moveTo>
                  <a:pt x="1200150" y="381000"/>
                </a:moveTo>
                <a:lnTo>
                  <a:pt x="1219200" y="381000"/>
                </a:lnTo>
                <a:lnTo>
                  <a:pt x="1219200" y="371475"/>
                </a:lnTo>
                <a:lnTo>
                  <a:pt x="1200150" y="371475"/>
                </a:lnTo>
                <a:close/>
                <a:moveTo>
                  <a:pt x="1333500" y="381000"/>
                </a:moveTo>
                <a:lnTo>
                  <a:pt x="1343025" y="381000"/>
                </a:lnTo>
                <a:lnTo>
                  <a:pt x="1343025" y="361950"/>
                </a:lnTo>
                <a:lnTo>
                  <a:pt x="1333500" y="361950"/>
                </a:lnTo>
                <a:close/>
                <a:moveTo>
                  <a:pt x="238125" y="390525"/>
                </a:moveTo>
                <a:lnTo>
                  <a:pt x="247650" y="390525"/>
                </a:lnTo>
                <a:lnTo>
                  <a:pt x="247650" y="400050"/>
                </a:lnTo>
                <a:lnTo>
                  <a:pt x="238125" y="400050"/>
                </a:lnTo>
                <a:close/>
                <a:moveTo>
                  <a:pt x="447675" y="390525"/>
                </a:moveTo>
                <a:lnTo>
                  <a:pt x="457200" y="390525"/>
                </a:lnTo>
                <a:lnTo>
                  <a:pt x="457200" y="400050"/>
                </a:lnTo>
                <a:lnTo>
                  <a:pt x="447675" y="400050"/>
                </a:lnTo>
                <a:close/>
                <a:moveTo>
                  <a:pt x="1438275" y="390525"/>
                </a:moveTo>
                <a:lnTo>
                  <a:pt x="1447800" y="390525"/>
                </a:lnTo>
                <a:lnTo>
                  <a:pt x="1447800" y="400050"/>
                </a:lnTo>
                <a:lnTo>
                  <a:pt x="1457325" y="400050"/>
                </a:lnTo>
                <a:lnTo>
                  <a:pt x="1457325" y="381000"/>
                </a:lnTo>
                <a:lnTo>
                  <a:pt x="1438275" y="381000"/>
                </a:lnTo>
                <a:close/>
                <a:moveTo>
                  <a:pt x="247650" y="400050"/>
                </a:moveTo>
                <a:lnTo>
                  <a:pt x="257175" y="400050"/>
                </a:lnTo>
                <a:lnTo>
                  <a:pt x="257175" y="409575"/>
                </a:lnTo>
                <a:lnTo>
                  <a:pt x="247650" y="409575"/>
                </a:lnTo>
                <a:close/>
                <a:moveTo>
                  <a:pt x="457200" y="400050"/>
                </a:moveTo>
                <a:lnTo>
                  <a:pt x="476250" y="400050"/>
                </a:lnTo>
                <a:lnTo>
                  <a:pt x="476250" y="409575"/>
                </a:lnTo>
                <a:lnTo>
                  <a:pt x="457200" y="409575"/>
                </a:lnTo>
                <a:close/>
                <a:moveTo>
                  <a:pt x="1209675" y="400050"/>
                </a:moveTo>
                <a:lnTo>
                  <a:pt x="1219200" y="400050"/>
                </a:lnTo>
                <a:lnTo>
                  <a:pt x="1219200" y="390525"/>
                </a:lnTo>
                <a:lnTo>
                  <a:pt x="1209675" y="390525"/>
                </a:lnTo>
                <a:close/>
                <a:moveTo>
                  <a:pt x="333375" y="419100"/>
                </a:moveTo>
                <a:lnTo>
                  <a:pt x="342900" y="419100"/>
                </a:lnTo>
                <a:lnTo>
                  <a:pt x="342900" y="428625"/>
                </a:lnTo>
                <a:lnTo>
                  <a:pt x="333375" y="428625"/>
                </a:lnTo>
                <a:close/>
                <a:moveTo>
                  <a:pt x="523875" y="419100"/>
                </a:moveTo>
                <a:lnTo>
                  <a:pt x="533400" y="419100"/>
                </a:lnTo>
                <a:lnTo>
                  <a:pt x="533400" y="428625"/>
                </a:lnTo>
                <a:lnTo>
                  <a:pt x="523875" y="428625"/>
                </a:lnTo>
                <a:close/>
                <a:moveTo>
                  <a:pt x="123825" y="428625"/>
                </a:moveTo>
                <a:lnTo>
                  <a:pt x="133350" y="428625"/>
                </a:lnTo>
                <a:lnTo>
                  <a:pt x="133350" y="438150"/>
                </a:lnTo>
                <a:lnTo>
                  <a:pt x="123825" y="438150"/>
                </a:lnTo>
                <a:close/>
                <a:moveTo>
                  <a:pt x="1047750" y="428625"/>
                </a:moveTo>
                <a:lnTo>
                  <a:pt x="1057275" y="428625"/>
                </a:lnTo>
                <a:lnTo>
                  <a:pt x="1057275" y="419100"/>
                </a:lnTo>
                <a:lnTo>
                  <a:pt x="1047750" y="419100"/>
                </a:lnTo>
                <a:close/>
                <a:moveTo>
                  <a:pt x="1123950" y="438150"/>
                </a:moveTo>
                <a:lnTo>
                  <a:pt x="1133475" y="438150"/>
                </a:lnTo>
                <a:lnTo>
                  <a:pt x="1133475" y="428625"/>
                </a:lnTo>
                <a:lnTo>
                  <a:pt x="1104900" y="428625"/>
                </a:lnTo>
                <a:lnTo>
                  <a:pt x="1104900" y="438150"/>
                </a:lnTo>
                <a:lnTo>
                  <a:pt x="1095375" y="438150"/>
                </a:lnTo>
                <a:lnTo>
                  <a:pt x="1095375" y="447675"/>
                </a:lnTo>
                <a:lnTo>
                  <a:pt x="1104900" y="447675"/>
                </a:lnTo>
                <a:lnTo>
                  <a:pt x="1104900" y="476250"/>
                </a:lnTo>
                <a:lnTo>
                  <a:pt x="1095375" y="476250"/>
                </a:lnTo>
                <a:lnTo>
                  <a:pt x="1095375" y="466725"/>
                </a:lnTo>
                <a:lnTo>
                  <a:pt x="1085850" y="466725"/>
                </a:lnTo>
                <a:lnTo>
                  <a:pt x="1085850" y="457200"/>
                </a:lnTo>
                <a:lnTo>
                  <a:pt x="1076325" y="457200"/>
                </a:lnTo>
                <a:lnTo>
                  <a:pt x="1076325" y="466725"/>
                </a:lnTo>
                <a:lnTo>
                  <a:pt x="1085850" y="466725"/>
                </a:lnTo>
                <a:lnTo>
                  <a:pt x="1085850" y="495300"/>
                </a:lnTo>
                <a:lnTo>
                  <a:pt x="1095375" y="495300"/>
                </a:lnTo>
                <a:lnTo>
                  <a:pt x="1095375" y="504825"/>
                </a:lnTo>
                <a:lnTo>
                  <a:pt x="1104900" y="504825"/>
                </a:lnTo>
                <a:lnTo>
                  <a:pt x="1104900" y="476250"/>
                </a:lnTo>
                <a:lnTo>
                  <a:pt x="1114425" y="476250"/>
                </a:lnTo>
                <a:lnTo>
                  <a:pt x="1114425" y="457200"/>
                </a:lnTo>
                <a:lnTo>
                  <a:pt x="1152525" y="457200"/>
                </a:lnTo>
                <a:lnTo>
                  <a:pt x="1152525" y="447675"/>
                </a:lnTo>
                <a:lnTo>
                  <a:pt x="1123950" y="447675"/>
                </a:lnTo>
                <a:close/>
                <a:moveTo>
                  <a:pt x="1143000" y="438150"/>
                </a:moveTo>
                <a:lnTo>
                  <a:pt x="1152525" y="438150"/>
                </a:lnTo>
                <a:lnTo>
                  <a:pt x="1152525" y="428625"/>
                </a:lnTo>
                <a:lnTo>
                  <a:pt x="1143000" y="428625"/>
                </a:lnTo>
                <a:close/>
                <a:moveTo>
                  <a:pt x="1666875" y="447675"/>
                </a:moveTo>
                <a:lnTo>
                  <a:pt x="1676400" y="447675"/>
                </a:lnTo>
                <a:lnTo>
                  <a:pt x="1676400" y="438150"/>
                </a:lnTo>
                <a:lnTo>
                  <a:pt x="1657350" y="438150"/>
                </a:lnTo>
                <a:lnTo>
                  <a:pt x="1657350" y="457200"/>
                </a:lnTo>
                <a:lnTo>
                  <a:pt x="1647825" y="457200"/>
                </a:lnTo>
                <a:lnTo>
                  <a:pt x="1647825" y="485775"/>
                </a:lnTo>
                <a:lnTo>
                  <a:pt x="1685925" y="485775"/>
                </a:lnTo>
                <a:lnTo>
                  <a:pt x="1685925" y="476250"/>
                </a:lnTo>
                <a:lnTo>
                  <a:pt x="1676400" y="476250"/>
                </a:lnTo>
                <a:lnTo>
                  <a:pt x="1676400" y="466725"/>
                </a:lnTo>
                <a:lnTo>
                  <a:pt x="1657350" y="466725"/>
                </a:lnTo>
                <a:lnTo>
                  <a:pt x="1657350" y="457200"/>
                </a:lnTo>
                <a:lnTo>
                  <a:pt x="1666875" y="457200"/>
                </a:lnTo>
                <a:close/>
                <a:moveTo>
                  <a:pt x="1171575" y="457200"/>
                </a:moveTo>
                <a:lnTo>
                  <a:pt x="1181100" y="457200"/>
                </a:lnTo>
                <a:lnTo>
                  <a:pt x="1181100" y="447675"/>
                </a:lnTo>
                <a:lnTo>
                  <a:pt x="1171575" y="447675"/>
                </a:lnTo>
                <a:close/>
                <a:moveTo>
                  <a:pt x="1257300" y="457200"/>
                </a:moveTo>
                <a:lnTo>
                  <a:pt x="1276350" y="457200"/>
                </a:lnTo>
                <a:lnTo>
                  <a:pt x="1276350" y="476250"/>
                </a:lnTo>
                <a:lnTo>
                  <a:pt x="1285875" y="476250"/>
                </a:lnTo>
                <a:lnTo>
                  <a:pt x="1285875" y="447675"/>
                </a:lnTo>
                <a:lnTo>
                  <a:pt x="1257300" y="447675"/>
                </a:lnTo>
                <a:close/>
                <a:moveTo>
                  <a:pt x="1495425" y="457200"/>
                </a:moveTo>
                <a:lnTo>
                  <a:pt x="1514475" y="457200"/>
                </a:lnTo>
                <a:lnTo>
                  <a:pt x="1514475" y="447675"/>
                </a:lnTo>
                <a:lnTo>
                  <a:pt x="1495425" y="447675"/>
                </a:lnTo>
                <a:close/>
                <a:moveTo>
                  <a:pt x="1676400" y="457200"/>
                </a:moveTo>
                <a:lnTo>
                  <a:pt x="1685925" y="457200"/>
                </a:lnTo>
                <a:lnTo>
                  <a:pt x="1685925" y="466725"/>
                </a:lnTo>
                <a:lnTo>
                  <a:pt x="1695450" y="466725"/>
                </a:lnTo>
                <a:lnTo>
                  <a:pt x="1695450" y="457200"/>
                </a:lnTo>
                <a:lnTo>
                  <a:pt x="1704975" y="457200"/>
                </a:lnTo>
                <a:lnTo>
                  <a:pt x="1704975" y="447675"/>
                </a:lnTo>
                <a:lnTo>
                  <a:pt x="1695450" y="447675"/>
                </a:lnTo>
                <a:lnTo>
                  <a:pt x="1695450" y="438150"/>
                </a:lnTo>
                <a:lnTo>
                  <a:pt x="1685925" y="438150"/>
                </a:lnTo>
                <a:lnTo>
                  <a:pt x="1685925" y="447675"/>
                </a:lnTo>
                <a:lnTo>
                  <a:pt x="1676400" y="447675"/>
                </a:lnTo>
                <a:close/>
                <a:moveTo>
                  <a:pt x="1190625" y="476250"/>
                </a:moveTo>
                <a:lnTo>
                  <a:pt x="1200150" y="476250"/>
                </a:lnTo>
                <a:lnTo>
                  <a:pt x="1200150" y="447675"/>
                </a:lnTo>
                <a:lnTo>
                  <a:pt x="1190625" y="447675"/>
                </a:lnTo>
                <a:close/>
                <a:moveTo>
                  <a:pt x="1333500" y="476250"/>
                </a:moveTo>
                <a:lnTo>
                  <a:pt x="1352550" y="476250"/>
                </a:lnTo>
                <a:lnTo>
                  <a:pt x="1352550" y="485775"/>
                </a:lnTo>
                <a:lnTo>
                  <a:pt x="1362075" y="485775"/>
                </a:lnTo>
                <a:lnTo>
                  <a:pt x="1362075" y="514350"/>
                </a:lnTo>
                <a:lnTo>
                  <a:pt x="1381125" y="514350"/>
                </a:lnTo>
                <a:lnTo>
                  <a:pt x="1381125" y="476250"/>
                </a:lnTo>
                <a:lnTo>
                  <a:pt x="1371600" y="476250"/>
                </a:lnTo>
                <a:lnTo>
                  <a:pt x="1371600" y="466725"/>
                </a:lnTo>
                <a:lnTo>
                  <a:pt x="1362075" y="466725"/>
                </a:lnTo>
                <a:lnTo>
                  <a:pt x="1362075" y="457200"/>
                </a:lnTo>
                <a:lnTo>
                  <a:pt x="1352550" y="457200"/>
                </a:lnTo>
                <a:lnTo>
                  <a:pt x="1352550" y="466725"/>
                </a:lnTo>
                <a:lnTo>
                  <a:pt x="1333500" y="466725"/>
                </a:lnTo>
                <a:close/>
                <a:moveTo>
                  <a:pt x="1485900" y="476250"/>
                </a:moveTo>
                <a:lnTo>
                  <a:pt x="1495425" y="476250"/>
                </a:lnTo>
                <a:lnTo>
                  <a:pt x="1495425" y="466725"/>
                </a:lnTo>
                <a:lnTo>
                  <a:pt x="1485900" y="466725"/>
                </a:lnTo>
                <a:close/>
                <a:moveTo>
                  <a:pt x="1457325" y="485775"/>
                </a:moveTo>
                <a:lnTo>
                  <a:pt x="1466850" y="485775"/>
                </a:lnTo>
                <a:lnTo>
                  <a:pt x="1466850" y="476250"/>
                </a:lnTo>
                <a:lnTo>
                  <a:pt x="1447800" y="476250"/>
                </a:lnTo>
                <a:lnTo>
                  <a:pt x="1447800" y="495300"/>
                </a:lnTo>
                <a:lnTo>
                  <a:pt x="1457325" y="495300"/>
                </a:lnTo>
                <a:close/>
                <a:moveTo>
                  <a:pt x="1323975" y="495300"/>
                </a:moveTo>
                <a:lnTo>
                  <a:pt x="1333500" y="495300"/>
                </a:lnTo>
                <a:lnTo>
                  <a:pt x="1333500" y="485775"/>
                </a:lnTo>
                <a:lnTo>
                  <a:pt x="1314450" y="485775"/>
                </a:lnTo>
                <a:lnTo>
                  <a:pt x="1314450" y="504825"/>
                </a:lnTo>
                <a:lnTo>
                  <a:pt x="1323975" y="504825"/>
                </a:lnTo>
                <a:close/>
                <a:moveTo>
                  <a:pt x="1581150" y="495300"/>
                </a:moveTo>
                <a:lnTo>
                  <a:pt x="1590675" y="495300"/>
                </a:lnTo>
                <a:lnTo>
                  <a:pt x="1590675" y="485775"/>
                </a:lnTo>
                <a:lnTo>
                  <a:pt x="1581150" y="485775"/>
                </a:lnTo>
                <a:close/>
                <a:moveTo>
                  <a:pt x="1409700" y="504825"/>
                </a:moveTo>
                <a:lnTo>
                  <a:pt x="1419225" y="504825"/>
                </a:lnTo>
                <a:lnTo>
                  <a:pt x="1419225" y="485775"/>
                </a:lnTo>
                <a:lnTo>
                  <a:pt x="1409700" y="485775"/>
                </a:lnTo>
                <a:close/>
                <a:moveTo>
                  <a:pt x="1504950" y="514350"/>
                </a:moveTo>
                <a:lnTo>
                  <a:pt x="1514475" y="514350"/>
                </a:lnTo>
                <a:lnTo>
                  <a:pt x="1514475" y="523875"/>
                </a:lnTo>
                <a:lnTo>
                  <a:pt x="1504950" y="523875"/>
                </a:lnTo>
                <a:lnTo>
                  <a:pt x="1504950" y="552450"/>
                </a:lnTo>
                <a:lnTo>
                  <a:pt x="1514475" y="552450"/>
                </a:lnTo>
                <a:lnTo>
                  <a:pt x="1514475" y="561975"/>
                </a:lnTo>
                <a:lnTo>
                  <a:pt x="1533525" y="561975"/>
                </a:lnTo>
                <a:lnTo>
                  <a:pt x="1533525" y="542925"/>
                </a:lnTo>
                <a:lnTo>
                  <a:pt x="1571625" y="542925"/>
                </a:lnTo>
                <a:lnTo>
                  <a:pt x="1571625" y="533400"/>
                </a:lnTo>
                <a:lnTo>
                  <a:pt x="1552575" y="533400"/>
                </a:lnTo>
                <a:lnTo>
                  <a:pt x="1552575" y="514350"/>
                </a:lnTo>
                <a:lnTo>
                  <a:pt x="1533525" y="514350"/>
                </a:lnTo>
                <a:lnTo>
                  <a:pt x="1533525" y="495300"/>
                </a:lnTo>
                <a:lnTo>
                  <a:pt x="1514475" y="495300"/>
                </a:lnTo>
                <a:lnTo>
                  <a:pt x="1514475" y="485775"/>
                </a:lnTo>
                <a:lnTo>
                  <a:pt x="1504950" y="485775"/>
                </a:lnTo>
                <a:close/>
                <a:moveTo>
                  <a:pt x="1676400" y="514350"/>
                </a:moveTo>
                <a:lnTo>
                  <a:pt x="1704975" y="514350"/>
                </a:lnTo>
                <a:lnTo>
                  <a:pt x="1704975" y="504825"/>
                </a:lnTo>
                <a:lnTo>
                  <a:pt x="1695450" y="504825"/>
                </a:lnTo>
                <a:lnTo>
                  <a:pt x="1695450" y="495300"/>
                </a:lnTo>
                <a:lnTo>
                  <a:pt x="1676400" y="495300"/>
                </a:lnTo>
                <a:close/>
                <a:moveTo>
                  <a:pt x="238125" y="533400"/>
                </a:moveTo>
                <a:lnTo>
                  <a:pt x="266700" y="533400"/>
                </a:lnTo>
                <a:lnTo>
                  <a:pt x="266700" y="552450"/>
                </a:lnTo>
                <a:lnTo>
                  <a:pt x="285750" y="552450"/>
                </a:lnTo>
                <a:lnTo>
                  <a:pt x="285750" y="561975"/>
                </a:lnTo>
                <a:lnTo>
                  <a:pt x="257175" y="561975"/>
                </a:lnTo>
                <a:lnTo>
                  <a:pt x="257175" y="552450"/>
                </a:lnTo>
                <a:lnTo>
                  <a:pt x="238125" y="552450"/>
                </a:lnTo>
                <a:close/>
                <a:moveTo>
                  <a:pt x="847725" y="533400"/>
                </a:moveTo>
                <a:lnTo>
                  <a:pt x="866775" y="533400"/>
                </a:lnTo>
                <a:lnTo>
                  <a:pt x="866775" y="542925"/>
                </a:lnTo>
                <a:lnTo>
                  <a:pt x="876300" y="542925"/>
                </a:lnTo>
                <a:lnTo>
                  <a:pt x="876300" y="533400"/>
                </a:lnTo>
                <a:lnTo>
                  <a:pt x="885825" y="533400"/>
                </a:lnTo>
                <a:lnTo>
                  <a:pt x="885825" y="542925"/>
                </a:lnTo>
                <a:lnTo>
                  <a:pt x="876300" y="542925"/>
                </a:lnTo>
                <a:lnTo>
                  <a:pt x="876300" y="561975"/>
                </a:lnTo>
                <a:lnTo>
                  <a:pt x="895350" y="561975"/>
                </a:lnTo>
                <a:lnTo>
                  <a:pt x="895350" y="533400"/>
                </a:lnTo>
                <a:lnTo>
                  <a:pt x="904875" y="533400"/>
                </a:lnTo>
                <a:lnTo>
                  <a:pt x="904875" y="552450"/>
                </a:lnTo>
                <a:lnTo>
                  <a:pt x="942975" y="552450"/>
                </a:lnTo>
                <a:lnTo>
                  <a:pt x="942975" y="590550"/>
                </a:lnTo>
                <a:lnTo>
                  <a:pt x="914400" y="590550"/>
                </a:lnTo>
                <a:lnTo>
                  <a:pt x="914400" y="600075"/>
                </a:lnTo>
                <a:lnTo>
                  <a:pt x="952500" y="600075"/>
                </a:lnTo>
                <a:lnTo>
                  <a:pt x="952500" y="590550"/>
                </a:lnTo>
                <a:lnTo>
                  <a:pt x="962025" y="590550"/>
                </a:lnTo>
                <a:lnTo>
                  <a:pt x="962025" y="561975"/>
                </a:lnTo>
                <a:lnTo>
                  <a:pt x="971550" y="561975"/>
                </a:lnTo>
                <a:lnTo>
                  <a:pt x="971550" y="542925"/>
                </a:lnTo>
                <a:lnTo>
                  <a:pt x="990600" y="542925"/>
                </a:lnTo>
                <a:lnTo>
                  <a:pt x="990600" y="523875"/>
                </a:lnTo>
                <a:lnTo>
                  <a:pt x="914400" y="523875"/>
                </a:lnTo>
                <a:lnTo>
                  <a:pt x="914400" y="514350"/>
                </a:lnTo>
                <a:lnTo>
                  <a:pt x="904875" y="514350"/>
                </a:lnTo>
                <a:lnTo>
                  <a:pt x="904875" y="504825"/>
                </a:lnTo>
                <a:lnTo>
                  <a:pt x="885825" y="504825"/>
                </a:lnTo>
                <a:lnTo>
                  <a:pt x="885825" y="523875"/>
                </a:lnTo>
                <a:lnTo>
                  <a:pt x="847725" y="523875"/>
                </a:lnTo>
                <a:close/>
                <a:moveTo>
                  <a:pt x="914400" y="533400"/>
                </a:moveTo>
                <a:lnTo>
                  <a:pt x="923925" y="533400"/>
                </a:lnTo>
                <a:lnTo>
                  <a:pt x="923925" y="542925"/>
                </a:lnTo>
                <a:lnTo>
                  <a:pt x="914400" y="542925"/>
                </a:lnTo>
                <a:close/>
                <a:moveTo>
                  <a:pt x="1190625" y="533400"/>
                </a:moveTo>
                <a:lnTo>
                  <a:pt x="1200150" y="533400"/>
                </a:lnTo>
                <a:lnTo>
                  <a:pt x="1200150" y="523875"/>
                </a:lnTo>
                <a:lnTo>
                  <a:pt x="1190625" y="523875"/>
                </a:lnTo>
                <a:close/>
                <a:moveTo>
                  <a:pt x="1581150" y="533400"/>
                </a:moveTo>
                <a:lnTo>
                  <a:pt x="1600200" y="533400"/>
                </a:lnTo>
                <a:lnTo>
                  <a:pt x="1600200" y="552450"/>
                </a:lnTo>
                <a:lnTo>
                  <a:pt x="1590675" y="552450"/>
                </a:lnTo>
                <a:lnTo>
                  <a:pt x="1590675" y="561975"/>
                </a:lnTo>
                <a:lnTo>
                  <a:pt x="1600200" y="561975"/>
                </a:lnTo>
                <a:lnTo>
                  <a:pt x="1600200" y="571500"/>
                </a:lnTo>
                <a:lnTo>
                  <a:pt x="1609725" y="571500"/>
                </a:lnTo>
                <a:lnTo>
                  <a:pt x="1609725" y="561975"/>
                </a:lnTo>
                <a:lnTo>
                  <a:pt x="1619250" y="561975"/>
                </a:lnTo>
                <a:lnTo>
                  <a:pt x="1619250" y="552450"/>
                </a:lnTo>
                <a:lnTo>
                  <a:pt x="1628775" y="552450"/>
                </a:lnTo>
                <a:lnTo>
                  <a:pt x="1628775" y="514350"/>
                </a:lnTo>
                <a:lnTo>
                  <a:pt x="1609725" y="514350"/>
                </a:lnTo>
                <a:lnTo>
                  <a:pt x="1609725" y="523875"/>
                </a:lnTo>
                <a:lnTo>
                  <a:pt x="1590675" y="523875"/>
                </a:lnTo>
                <a:lnTo>
                  <a:pt x="1590675" y="514350"/>
                </a:lnTo>
                <a:lnTo>
                  <a:pt x="1581150" y="514350"/>
                </a:lnTo>
                <a:close/>
                <a:moveTo>
                  <a:pt x="152400" y="542925"/>
                </a:moveTo>
                <a:lnTo>
                  <a:pt x="161925" y="542925"/>
                </a:lnTo>
                <a:lnTo>
                  <a:pt x="161925" y="552450"/>
                </a:lnTo>
                <a:lnTo>
                  <a:pt x="152400" y="552450"/>
                </a:lnTo>
                <a:close/>
                <a:moveTo>
                  <a:pt x="561975" y="542925"/>
                </a:moveTo>
                <a:lnTo>
                  <a:pt x="571500" y="542925"/>
                </a:lnTo>
                <a:lnTo>
                  <a:pt x="571500" y="533400"/>
                </a:lnTo>
                <a:lnTo>
                  <a:pt x="561975" y="533400"/>
                </a:lnTo>
                <a:close/>
                <a:moveTo>
                  <a:pt x="180975" y="552450"/>
                </a:moveTo>
                <a:lnTo>
                  <a:pt x="200025" y="552450"/>
                </a:lnTo>
                <a:lnTo>
                  <a:pt x="200025" y="571500"/>
                </a:lnTo>
                <a:lnTo>
                  <a:pt x="190500" y="571500"/>
                </a:lnTo>
                <a:lnTo>
                  <a:pt x="190500" y="561975"/>
                </a:lnTo>
                <a:lnTo>
                  <a:pt x="180975" y="561975"/>
                </a:lnTo>
                <a:close/>
                <a:moveTo>
                  <a:pt x="742950" y="552450"/>
                </a:moveTo>
                <a:lnTo>
                  <a:pt x="752475" y="552450"/>
                </a:lnTo>
                <a:lnTo>
                  <a:pt x="752475" y="542925"/>
                </a:lnTo>
                <a:lnTo>
                  <a:pt x="742950" y="542925"/>
                </a:lnTo>
                <a:close/>
                <a:moveTo>
                  <a:pt x="1181100" y="552450"/>
                </a:moveTo>
                <a:lnTo>
                  <a:pt x="1209675" y="552450"/>
                </a:lnTo>
                <a:lnTo>
                  <a:pt x="1209675" y="561975"/>
                </a:lnTo>
                <a:lnTo>
                  <a:pt x="1228725" y="561975"/>
                </a:lnTo>
                <a:lnTo>
                  <a:pt x="1228725" y="552450"/>
                </a:lnTo>
                <a:lnTo>
                  <a:pt x="1219200" y="552450"/>
                </a:lnTo>
                <a:lnTo>
                  <a:pt x="1219200" y="542925"/>
                </a:lnTo>
                <a:lnTo>
                  <a:pt x="1181100" y="542925"/>
                </a:lnTo>
                <a:close/>
                <a:moveTo>
                  <a:pt x="1314450" y="552450"/>
                </a:moveTo>
                <a:lnTo>
                  <a:pt x="1323975" y="552450"/>
                </a:lnTo>
                <a:lnTo>
                  <a:pt x="1323975" y="561975"/>
                </a:lnTo>
                <a:lnTo>
                  <a:pt x="1333500" y="561975"/>
                </a:lnTo>
                <a:lnTo>
                  <a:pt x="1333500" y="552450"/>
                </a:lnTo>
                <a:lnTo>
                  <a:pt x="1343025" y="552450"/>
                </a:lnTo>
                <a:lnTo>
                  <a:pt x="1343025" y="542925"/>
                </a:lnTo>
                <a:lnTo>
                  <a:pt x="1333500" y="542925"/>
                </a:lnTo>
                <a:lnTo>
                  <a:pt x="1333500" y="533400"/>
                </a:lnTo>
                <a:lnTo>
                  <a:pt x="1314450" y="533400"/>
                </a:lnTo>
                <a:close/>
                <a:moveTo>
                  <a:pt x="285750" y="561975"/>
                </a:moveTo>
                <a:lnTo>
                  <a:pt x="295275" y="561975"/>
                </a:lnTo>
                <a:lnTo>
                  <a:pt x="295275" y="571500"/>
                </a:lnTo>
                <a:lnTo>
                  <a:pt x="285750" y="571500"/>
                </a:lnTo>
                <a:close/>
                <a:moveTo>
                  <a:pt x="400050" y="561975"/>
                </a:moveTo>
                <a:lnTo>
                  <a:pt x="409575" y="561975"/>
                </a:lnTo>
                <a:lnTo>
                  <a:pt x="409575" y="571500"/>
                </a:lnTo>
                <a:lnTo>
                  <a:pt x="400050" y="571500"/>
                </a:lnTo>
                <a:close/>
                <a:moveTo>
                  <a:pt x="1162050" y="561975"/>
                </a:moveTo>
                <a:lnTo>
                  <a:pt x="1171575" y="561975"/>
                </a:lnTo>
                <a:lnTo>
                  <a:pt x="1171575" y="552450"/>
                </a:lnTo>
                <a:lnTo>
                  <a:pt x="1162050" y="552450"/>
                </a:lnTo>
                <a:close/>
                <a:moveTo>
                  <a:pt x="295275" y="571500"/>
                </a:moveTo>
                <a:lnTo>
                  <a:pt x="304800" y="571500"/>
                </a:lnTo>
                <a:lnTo>
                  <a:pt x="304800" y="590550"/>
                </a:lnTo>
                <a:lnTo>
                  <a:pt x="295275" y="590550"/>
                </a:lnTo>
                <a:close/>
                <a:moveTo>
                  <a:pt x="381000" y="571500"/>
                </a:moveTo>
                <a:lnTo>
                  <a:pt x="400050" y="571500"/>
                </a:lnTo>
                <a:lnTo>
                  <a:pt x="400050" y="581025"/>
                </a:lnTo>
                <a:lnTo>
                  <a:pt x="381000" y="581025"/>
                </a:lnTo>
                <a:close/>
                <a:moveTo>
                  <a:pt x="762000" y="571500"/>
                </a:moveTo>
                <a:lnTo>
                  <a:pt x="771525" y="571500"/>
                </a:lnTo>
                <a:lnTo>
                  <a:pt x="771525" y="581025"/>
                </a:lnTo>
                <a:lnTo>
                  <a:pt x="762000" y="581025"/>
                </a:lnTo>
                <a:lnTo>
                  <a:pt x="762000" y="590550"/>
                </a:lnTo>
                <a:lnTo>
                  <a:pt x="752475" y="590550"/>
                </a:lnTo>
                <a:lnTo>
                  <a:pt x="752475" y="600075"/>
                </a:lnTo>
                <a:lnTo>
                  <a:pt x="762000" y="600075"/>
                </a:lnTo>
                <a:lnTo>
                  <a:pt x="762000" y="590550"/>
                </a:lnTo>
                <a:lnTo>
                  <a:pt x="781050" y="590550"/>
                </a:lnTo>
                <a:lnTo>
                  <a:pt x="781050" y="581025"/>
                </a:lnTo>
                <a:lnTo>
                  <a:pt x="790575" y="581025"/>
                </a:lnTo>
                <a:lnTo>
                  <a:pt x="790575" y="552450"/>
                </a:lnTo>
                <a:lnTo>
                  <a:pt x="781050" y="552450"/>
                </a:lnTo>
                <a:lnTo>
                  <a:pt x="781050" y="561975"/>
                </a:lnTo>
                <a:lnTo>
                  <a:pt x="762000" y="561975"/>
                </a:lnTo>
                <a:close/>
                <a:moveTo>
                  <a:pt x="1019175" y="571500"/>
                </a:moveTo>
                <a:lnTo>
                  <a:pt x="1028700" y="571500"/>
                </a:lnTo>
                <a:lnTo>
                  <a:pt x="1028700" y="561975"/>
                </a:lnTo>
                <a:lnTo>
                  <a:pt x="1019175" y="561975"/>
                </a:lnTo>
                <a:close/>
                <a:moveTo>
                  <a:pt x="200025" y="581025"/>
                </a:moveTo>
                <a:lnTo>
                  <a:pt x="209550" y="581025"/>
                </a:lnTo>
                <a:lnTo>
                  <a:pt x="209550" y="590550"/>
                </a:lnTo>
                <a:lnTo>
                  <a:pt x="219075" y="590550"/>
                </a:lnTo>
                <a:lnTo>
                  <a:pt x="219075" y="619125"/>
                </a:lnTo>
                <a:lnTo>
                  <a:pt x="180975" y="619125"/>
                </a:lnTo>
                <a:lnTo>
                  <a:pt x="180975" y="600075"/>
                </a:lnTo>
                <a:lnTo>
                  <a:pt x="190500" y="600075"/>
                </a:lnTo>
                <a:lnTo>
                  <a:pt x="190500" y="609600"/>
                </a:lnTo>
                <a:lnTo>
                  <a:pt x="200025" y="609600"/>
                </a:lnTo>
                <a:close/>
                <a:moveTo>
                  <a:pt x="1638300" y="590550"/>
                </a:moveTo>
                <a:lnTo>
                  <a:pt x="1657350" y="590550"/>
                </a:lnTo>
                <a:lnTo>
                  <a:pt x="1657350" y="581025"/>
                </a:lnTo>
                <a:lnTo>
                  <a:pt x="1638300" y="581025"/>
                </a:lnTo>
                <a:close/>
                <a:moveTo>
                  <a:pt x="238125" y="600075"/>
                </a:moveTo>
                <a:lnTo>
                  <a:pt x="247650" y="600075"/>
                </a:lnTo>
                <a:lnTo>
                  <a:pt x="247650" y="609600"/>
                </a:lnTo>
                <a:lnTo>
                  <a:pt x="238125" y="609600"/>
                </a:lnTo>
                <a:close/>
                <a:moveTo>
                  <a:pt x="1619250" y="600075"/>
                </a:moveTo>
                <a:lnTo>
                  <a:pt x="1628775" y="600075"/>
                </a:lnTo>
                <a:lnTo>
                  <a:pt x="1628775" y="590550"/>
                </a:lnTo>
                <a:lnTo>
                  <a:pt x="1609725" y="590550"/>
                </a:lnTo>
                <a:lnTo>
                  <a:pt x="1609725" y="609600"/>
                </a:lnTo>
                <a:lnTo>
                  <a:pt x="1619250" y="609600"/>
                </a:lnTo>
                <a:close/>
                <a:moveTo>
                  <a:pt x="1076325" y="609600"/>
                </a:moveTo>
                <a:lnTo>
                  <a:pt x="1095375" y="609600"/>
                </a:lnTo>
                <a:lnTo>
                  <a:pt x="1095375" y="590550"/>
                </a:lnTo>
                <a:lnTo>
                  <a:pt x="1076325" y="590550"/>
                </a:lnTo>
                <a:close/>
                <a:moveTo>
                  <a:pt x="1133475" y="609600"/>
                </a:moveTo>
                <a:lnTo>
                  <a:pt x="1143000" y="609600"/>
                </a:lnTo>
                <a:lnTo>
                  <a:pt x="1143000" y="628650"/>
                </a:lnTo>
                <a:lnTo>
                  <a:pt x="1162050" y="628650"/>
                </a:lnTo>
                <a:lnTo>
                  <a:pt x="1162050" y="619125"/>
                </a:lnTo>
                <a:lnTo>
                  <a:pt x="1190625" y="619125"/>
                </a:lnTo>
                <a:lnTo>
                  <a:pt x="1190625" y="628650"/>
                </a:lnTo>
                <a:lnTo>
                  <a:pt x="1219200" y="628650"/>
                </a:lnTo>
                <a:lnTo>
                  <a:pt x="1219200" y="609600"/>
                </a:lnTo>
                <a:lnTo>
                  <a:pt x="1209675" y="609600"/>
                </a:lnTo>
                <a:lnTo>
                  <a:pt x="1209675" y="600075"/>
                </a:lnTo>
                <a:lnTo>
                  <a:pt x="1190625" y="600075"/>
                </a:lnTo>
                <a:lnTo>
                  <a:pt x="1190625" y="609600"/>
                </a:lnTo>
                <a:lnTo>
                  <a:pt x="1181100" y="609600"/>
                </a:lnTo>
                <a:lnTo>
                  <a:pt x="1181100" y="600075"/>
                </a:lnTo>
                <a:lnTo>
                  <a:pt x="1152525" y="600075"/>
                </a:lnTo>
                <a:lnTo>
                  <a:pt x="1152525" y="581025"/>
                </a:lnTo>
                <a:lnTo>
                  <a:pt x="1133475" y="581025"/>
                </a:lnTo>
                <a:close/>
                <a:moveTo>
                  <a:pt x="1514475" y="609600"/>
                </a:moveTo>
                <a:lnTo>
                  <a:pt x="1524000" y="609600"/>
                </a:lnTo>
                <a:lnTo>
                  <a:pt x="1524000" y="590550"/>
                </a:lnTo>
                <a:lnTo>
                  <a:pt x="1504950" y="590550"/>
                </a:lnTo>
                <a:lnTo>
                  <a:pt x="1504950" y="619125"/>
                </a:lnTo>
                <a:lnTo>
                  <a:pt x="1514475" y="619125"/>
                </a:lnTo>
                <a:close/>
                <a:moveTo>
                  <a:pt x="1590675" y="609600"/>
                </a:moveTo>
                <a:lnTo>
                  <a:pt x="1600200" y="609600"/>
                </a:lnTo>
                <a:lnTo>
                  <a:pt x="1600200" y="600075"/>
                </a:lnTo>
                <a:lnTo>
                  <a:pt x="1590675" y="600075"/>
                </a:lnTo>
                <a:close/>
                <a:moveTo>
                  <a:pt x="228600" y="619125"/>
                </a:moveTo>
                <a:lnTo>
                  <a:pt x="247650" y="619125"/>
                </a:lnTo>
                <a:lnTo>
                  <a:pt x="247650" y="628650"/>
                </a:lnTo>
                <a:lnTo>
                  <a:pt x="257175" y="628650"/>
                </a:lnTo>
                <a:lnTo>
                  <a:pt x="257175" y="638175"/>
                </a:lnTo>
                <a:lnTo>
                  <a:pt x="228600" y="638175"/>
                </a:lnTo>
                <a:close/>
                <a:moveTo>
                  <a:pt x="342900" y="619125"/>
                </a:moveTo>
                <a:lnTo>
                  <a:pt x="371475" y="619125"/>
                </a:lnTo>
                <a:lnTo>
                  <a:pt x="371475" y="638175"/>
                </a:lnTo>
                <a:lnTo>
                  <a:pt x="361950" y="638175"/>
                </a:lnTo>
                <a:lnTo>
                  <a:pt x="361950" y="647700"/>
                </a:lnTo>
                <a:lnTo>
                  <a:pt x="352425" y="647700"/>
                </a:lnTo>
                <a:lnTo>
                  <a:pt x="352425" y="628650"/>
                </a:lnTo>
                <a:lnTo>
                  <a:pt x="342900" y="628650"/>
                </a:lnTo>
                <a:close/>
                <a:moveTo>
                  <a:pt x="1285875" y="619125"/>
                </a:moveTo>
                <a:lnTo>
                  <a:pt x="1295400" y="619125"/>
                </a:lnTo>
                <a:lnTo>
                  <a:pt x="1295400" y="600075"/>
                </a:lnTo>
                <a:lnTo>
                  <a:pt x="1285875" y="600075"/>
                </a:lnTo>
                <a:lnTo>
                  <a:pt x="1285875" y="590550"/>
                </a:lnTo>
                <a:lnTo>
                  <a:pt x="1276350" y="590550"/>
                </a:lnTo>
                <a:lnTo>
                  <a:pt x="1276350" y="600075"/>
                </a:lnTo>
                <a:lnTo>
                  <a:pt x="1266825" y="600075"/>
                </a:lnTo>
                <a:lnTo>
                  <a:pt x="1266825" y="609600"/>
                </a:lnTo>
                <a:lnTo>
                  <a:pt x="1247775" y="609600"/>
                </a:lnTo>
                <a:lnTo>
                  <a:pt x="1247775" y="619125"/>
                </a:lnTo>
                <a:lnTo>
                  <a:pt x="1238250" y="619125"/>
                </a:lnTo>
                <a:lnTo>
                  <a:pt x="1238250" y="638175"/>
                </a:lnTo>
                <a:lnTo>
                  <a:pt x="1276350" y="638175"/>
                </a:lnTo>
                <a:lnTo>
                  <a:pt x="1276350" y="628650"/>
                </a:lnTo>
                <a:lnTo>
                  <a:pt x="1285875" y="628650"/>
                </a:lnTo>
                <a:close/>
                <a:moveTo>
                  <a:pt x="1343025" y="619125"/>
                </a:moveTo>
                <a:lnTo>
                  <a:pt x="1371600" y="619125"/>
                </a:lnTo>
                <a:lnTo>
                  <a:pt x="1371600" y="609600"/>
                </a:lnTo>
                <a:lnTo>
                  <a:pt x="1343025" y="609600"/>
                </a:lnTo>
                <a:close/>
                <a:moveTo>
                  <a:pt x="276225" y="628650"/>
                </a:moveTo>
                <a:lnTo>
                  <a:pt x="314325" y="628650"/>
                </a:lnTo>
                <a:lnTo>
                  <a:pt x="314325" y="638175"/>
                </a:lnTo>
                <a:lnTo>
                  <a:pt x="285750" y="638175"/>
                </a:lnTo>
                <a:lnTo>
                  <a:pt x="285750" y="647700"/>
                </a:lnTo>
                <a:lnTo>
                  <a:pt x="257175" y="647700"/>
                </a:lnTo>
                <a:lnTo>
                  <a:pt x="257175" y="638175"/>
                </a:lnTo>
                <a:lnTo>
                  <a:pt x="276225" y="638175"/>
                </a:lnTo>
                <a:close/>
                <a:moveTo>
                  <a:pt x="333375" y="628650"/>
                </a:moveTo>
                <a:lnTo>
                  <a:pt x="342900" y="628650"/>
                </a:lnTo>
                <a:lnTo>
                  <a:pt x="342900" y="638175"/>
                </a:lnTo>
                <a:lnTo>
                  <a:pt x="333375" y="638175"/>
                </a:lnTo>
                <a:close/>
                <a:moveTo>
                  <a:pt x="561975" y="628650"/>
                </a:moveTo>
                <a:lnTo>
                  <a:pt x="581025" y="628650"/>
                </a:lnTo>
                <a:lnTo>
                  <a:pt x="581025" y="609600"/>
                </a:lnTo>
                <a:lnTo>
                  <a:pt x="561975" y="609600"/>
                </a:lnTo>
                <a:close/>
                <a:moveTo>
                  <a:pt x="409575" y="638175"/>
                </a:moveTo>
                <a:lnTo>
                  <a:pt x="428625" y="638175"/>
                </a:lnTo>
                <a:lnTo>
                  <a:pt x="428625" y="647700"/>
                </a:lnTo>
                <a:lnTo>
                  <a:pt x="409575" y="647700"/>
                </a:lnTo>
                <a:close/>
                <a:moveTo>
                  <a:pt x="438150" y="638175"/>
                </a:moveTo>
                <a:lnTo>
                  <a:pt x="447675" y="638175"/>
                </a:lnTo>
                <a:lnTo>
                  <a:pt x="447675" y="647700"/>
                </a:lnTo>
                <a:lnTo>
                  <a:pt x="438150" y="647700"/>
                </a:lnTo>
                <a:close/>
                <a:moveTo>
                  <a:pt x="752475" y="638175"/>
                </a:moveTo>
                <a:lnTo>
                  <a:pt x="762000" y="638175"/>
                </a:lnTo>
                <a:lnTo>
                  <a:pt x="762000" y="647700"/>
                </a:lnTo>
                <a:lnTo>
                  <a:pt x="781050" y="647700"/>
                </a:lnTo>
                <a:lnTo>
                  <a:pt x="781050" y="628650"/>
                </a:lnTo>
                <a:lnTo>
                  <a:pt x="771525" y="628650"/>
                </a:lnTo>
                <a:lnTo>
                  <a:pt x="771525" y="619125"/>
                </a:lnTo>
                <a:lnTo>
                  <a:pt x="762000" y="619125"/>
                </a:lnTo>
                <a:lnTo>
                  <a:pt x="762000" y="609600"/>
                </a:lnTo>
                <a:lnTo>
                  <a:pt x="752475" y="609600"/>
                </a:lnTo>
                <a:close/>
                <a:moveTo>
                  <a:pt x="857250" y="638175"/>
                </a:moveTo>
                <a:lnTo>
                  <a:pt x="866775" y="638175"/>
                </a:lnTo>
                <a:lnTo>
                  <a:pt x="866775" y="609600"/>
                </a:lnTo>
                <a:lnTo>
                  <a:pt x="857250" y="609600"/>
                </a:lnTo>
                <a:lnTo>
                  <a:pt x="857250" y="619125"/>
                </a:lnTo>
                <a:lnTo>
                  <a:pt x="838200" y="619125"/>
                </a:lnTo>
                <a:lnTo>
                  <a:pt x="838200" y="647700"/>
                </a:lnTo>
                <a:lnTo>
                  <a:pt x="857250" y="647700"/>
                </a:lnTo>
                <a:close/>
                <a:moveTo>
                  <a:pt x="361950" y="647700"/>
                </a:moveTo>
                <a:lnTo>
                  <a:pt x="381000" y="647700"/>
                </a:lnTo>
                <a:lnTo>
                  <a:pt x="381000" y="657225"/>
                </a:lnTo>
                <a:lnTo>
                  <a:pt x="361950" y="657225"/>
                </a:lnTo>
                <a:close/>
                <a:moveTo>
                  <a:pt x="1219200" y="647700"/>
                </a:moveTo>
                <a:lnTo>
                  <a:pt x="1228725" y="647700"/>
                </a:lnTo>
                <a:lnTo>
                  <a:pt x="1228725" y="628650"/>
                </a:lnTo>
                <a:lnTo>
                  <a:pt x="1219200" y="628650"/>
                </a:lnTo>
                <a:close/>
                <a:moveTo>
                  <a:pt x="1323975" y="647700"/>
                </a:moveTo>
                <a:lnTo>
                  <a:pt x="1333500" y="647700"/>
                </a:lnTo>
                <a:lnTo>
                  <a:pt x="1333500" y="628650"/>
                </a:lnTo>
                <a:lnTo>
                  <a:pt x="1323975" y="628650"/>
                </a:lnTo>
                <a:lnTo>
                  <a:pt x="1323975" y="638175"/>
                </a:lnTo>
                <a:lnTo>
                  <a:pt x="1304925" y="638175"/>
                </a:lnTo>
                <a:lnTo>
                  <a:pt x="1304925" y="666750"/>
                </a:lnTo>
                <a:lnTo>
                  <a:pt x="1314450" y="666750"/>
                </a:lnTo>
                <a:lnTo>
                  <a:pt x="1314450" y="657225"/>
                </a:lnTo>
                <a:lnTo>
                  <a:pt x="1323975" y="657225"/>
                </a:lnTo>
                <a:close/>
                <a:moveTo>
                  <a:pt x="1390650" y="647700"/>
                </a:moveTo>
                <a:lnTo>
                  <a:pt x="1400175" y="647700"/>
                </a:lnTo>
                <a:lnTo>
                  <a:pt x="1400175" y="638175"/>
                </a:lnTo>
                <a:lnTo>
                  <a:pt x="1390650" y="638175"/>
                </a:lnTo>
                <a:close/>
                <a:moveTo>
                  <a:pt x="381000" y="657225"/>
                </a:moveTo>
                <a:lnTo>
                  <a:pt x="390525" y="657225"/>
                </a:lnTo>
                <a:lnTo>
                  <a:pt x="390525" y="666750"/>
                </a:lnTo>
                <a:lnTo>
                  <a:pt x="381000" y="666750"/>
                </a:lnTo>
                <a:close/>
                <a:moveTo>
                  <a:pt x="1495425" y="657225"/>
                </a:moveTo>
                <a:lnTo>
                  <a:pt x="1504950" y="657225"/>
                </a:lnTo>
                <a:lnTo>
                  <a:pt x="1504950" y="647700"/>
                </a:lnTo>
                <a:lnTo>
                  <a:pt x="1495425" y="647700"/>
                </a:lnTo>
                <a:close/>
                <a:moveTo>
                  <a:pt x="1666875" y="657225"/>
                </a:moveTo>
                <a:lnTo>
                  <a:pt x="1676400" y="657225"/>
                </a:lnTo>
                <a:lnTo>
                  <a:pt x="1676400" y="666750"/>
                </a:lnTo>
                <a:lnTo>
                  <a:pt x="1685925" y="666750"/>
                </a:lnTo>
                <a:lnTo>
                  <a:pt x="1685925" y="647700"/>
                </a:lnTo>
                <a:lnTo>
                  <a:pt x="1666875" y="647700"/>
                </a:lnTo>
                <a:close/>
                <a:moveTo>
                  <a:pt x="1724025" y="666750"/>
                </a:moveTo>
                <a:lnTo>
                  <a:pt x="1733550" y="666750"/>
                </a:lnTo>
                <a:lnTo>
                  <a:pt x="1733550" y="695325"/>
                </a:lnTo>
                <a:lnTo>
                  <a:pt x="1724025" y="695325"/>
                </a:lnTo>
                <a:close/>
                <a:moveTo>
                  <a:pt x="266700" y="676275"/>
                </a:moveTo>
                <a:lnTo>
                  <a:pt x="276225" y="676275"/>
                </a:lnTo>
                <a:lnTo>
                  <a:pt x="276225" y="685800"/>
                </a:lnTo>
                <a:lnTo>
                  <a:pt x="266700" y="685800"/>
                </a:lnTo>
                <a:close/>
                <a:moveTo>
                  <a:pt x="800100" y="704850"/>
                </a:moveTo>
                <a:lnTo>
                  <a:pt x="819150" y="704850"/>
                </a:lnTo>
                <a:lnTo>
                  <a:pt x="819150" y="714375"/>
                </a:lnTo>
                <a:lnTo>
                  <a:pt x="828675" y="714375"/>
                </a:lnTo>
                <a:lnTo>
                  <a:pt x="828675" y="723900"/>
                </a:lnTo>
                <a:lnTo>
                  <a:pt x="838200" y="723900"/>
                </a:lnTo>
                <a:lnTo>
                  <a:pt x="838200" y="714375"/>
                </a:lnTo>
                <a:lnTo>
                  <a:pt x="847725" y="714375"/>
                </a:lnTo>
                <a:lnTo>
                  <a:pt x="847725" y="704850"/>
                </a:lnTo>
                <a:lnTo>
                  <a:pt x="981075" y="704850"/>
                </a:lnTo>
                <a:lnTo>
                  <a:pt x="981075" y="714375"/>
                </a:lnTo>
                <a:lnTo>
                  <a:pt x="1028700" y="714375"/>
                </a:lnTo>
                <a:lnTo>
                  <a:pt x="1028700" y="723900"/>
                </a:lnTo>
                <a:lnTo>
                  <a:pt x="1000125" y="723900"/>
                </a:lnTo>
                <a:lnTo>
                  <a:pt x="1000125" y="733425"/>
                </a:lnTo>
                <a:lnTo>
                  <a:pt x="1028700" y="733425"/>
                </a:lnTo>
                <a:lnTo>
                  <a:pt x="1028700" y="723900"/>
                </a:lnTo>
                <a:lnTo>
                  <a:pt x="1047750" y="723900"/>
                </a:lnTo>
                <a:lnTo>
                  <a:pt x="1047750" y="714375"/>
                </a:lnTo>
                <a:lnTo>
                  <a:pt x="1066800" y="714375"/>
                </a:lnTo>
                <a:lnTo>
                  <a:pt x="1066800" y="704850"/>
                </a:lnTo>
                <a:lnTo>
                  <a:pt x="1114425" y="704850"/>
                </a:lnTo>
                <a:lnTo>
                  <a:pt x="1114425" y="714375"/>
                </a:lnTo>
                <a:lnTo>
                  <a:pt x="1123950" y="714375"/>
                </a:lnTo>
                <a:lnTo>
                  <a:pt x="1123950" y="723900"/>
                </a:lnTo>
                <a:lnTo>
                  <a:pt x="1085850" y="723900"/>
                </a:lnTo>
                <a:lnTo>
                  <a:pt x="1085850" y="752475"/>
                </a:lnTo>
                <a:lnTo>
                  <a:pt x="1095375" y="752475"/>
                </a:lnTo>
                <a:lnTo>
                  <a:pt x="1095375" y="762000"/>
                </a:lnTo>
                <a:lnTo>
                  <a:pt x="1123950" y="762000"/>
                </a:lnTo>
                <a:lnTo>
                  <a:pt x="1123950" y="742950"/>
                </a:lnTo>
                <a:lnTo>
                  <a:pt x="1133475" y="742950"/>
                </a:lnTo>
                <a:lnTo>
                  <a:pt x="1133475" y="752475"/>
                </a:lnTo>
                <a:lnTo>
                  <a:pt x="1143000" y="752475"/>
                </a:lnTo>
                <a:lnTo>
                  <a:pt x="1143000" y="742950"/>
                </a:lnTo>
                <a:lnTo>
                  <a:pt x="1152525" y="742950"/>
                </a:lnTo>
                <a:lnTo>
                  <a:pt x="1152525" y="704850"/>
                </a:lnTo>
                <a:lnTo>
                  <a:pt x="1171575" y="704850"/>
                </a:lnTo>
                <a:lnTo>
                  <a:pt x="1171575" y="714375"/>
                </a:lnTo>
                <a:lnTo>
                  <a:pt x="1219200" y="714375"/>
                </a:lnTo>
                <a:lnTo>
                  <a:pt x="1219200" y="704850"/>
                </a:lnTo>
                <a:lnTo>
                  <a:pt x="1247775" y="704850"/>
                </a:lnTo>
                <a:lnTo>
                  <a:pt x="1247775" y="714375"/>
                </a:lnTo>
                <a:lnTo>
                  <a:pt x="1266825" y="714375"/>
                </a:lnTo>
                <a:lnTo>
                  <a:pt x="1266825" y="704850"/>
                </a:lnTo>
                <a:lnTo>
                  <a:pt x="1276350" y="704850"/>
                </a:lnTo>
                <a:lnTo>
                  <a:pt x="1276350" y="714375"/>
                </a:lnTo>
                <a:lnTo>
                  <a:pt x="1304925" y="714375"/>
                </a:lnTo>
                <a:lnTo>
                  <a:pt x="1304925" y="704850"/>
                </a:lnTo>
                <a:lnTo>
                  <a:pt x="1314450" y="704850"/>
                </a:lnTo>
                <a:lnTo>
                  <a:pt x="1314450" y="714375"/>
                </a:lnTo>
                <a:lnTo>
                  <a:pt x="1323975" y="714375"/>
                </a:lnTo>
                <a:lnTo>
                  <a:pt x="1323975" y="723900"/>
                </a:lnTo>
                <a:lnTo>
                  <a:pt x="1314450" y="723900"/>
                </a:lnTo>
                <a:lnTo>
                  <a:pt x="1314450" y="733425"/>
                </a:lnTo>
                <a:lnTo>
                  <a:pt x="1333500" y="733425"/>
                </a:lnTo>
                <a:lnTo>
                  <a:pt x="1333500" y="714375"/>
                </a:lnTo>
                <a:lnTo>
                  <a:pt x="1352550" y="714375"/>
                </a:lnTo>
                <a:lnTo>
                  <a:pt x="1352550" y="704850"/>
                </a:lnTo>
                <a:lnTo>
                  <a:pt x="1362075" y="704850"/>
                </a:lnTo>
                <a:lnTo>
                  <a:pt x="1362075" y="723900"/>
                </a:lnTo>
                <a:lnTo>
                  <a:pt x="1381125" y="723900"/>
                </a:lnTo>
                <a:lnTo>
                  <a:pt x="1381125" y="714375"/>
                </a:lnTo>
                <a:lnTo>
                  <a:pt x="1409700" y="714375"/>
                </a:lnTo>
                <a:lnTo>
                  <a:pt x="1409700" y="704850"/>
                </a:lnTo>
                <a:lnTo>
                  <a:pt x="1419225" y="704850"/>
                </a:lnTo>
                <a:lnTo>
                  <a:pt x="1419225" y="714375"/>
                </a:lnTo>
                <a:lnTo>
                  <a:pt x="1447800" y="714375"/>
                </a:lnTo>
                <a:lnTo>
                  <a:pt x="1447800" y="704850"/>
                </a:lnTo>
                <a:lnTo>
                  <a:pt x="1524000" y="704850"/>
                </a:lnTo>
                <a:lnTo>
                  <a:pt x="1524000" y="714375"/>
                </a:lnTo>
                <a:lnTo>
                  <a:pt x="1533525" y="714375"/>
                </a:lnTo>
                <a:lnTo>
                  <a:pt x="1533525" y="704850"/>
                </a:lnTo>
                <a:lnTo>
                  <a:pt x="1543050" y="704850"/>
                </a:lnTo>
                <a:lnTo>
                  <a:pt x="1543050" y="714375"/>
                </a:lnTo>
                <a:lnTo>
                  <a:pt x="1552575" y="714375"/>
                </a:lnTo>
                <a:lnTo>
                  <a:pt x="1552575" y="704850"/>
                </a:lnTo>
                <a:lnTo>
                  <a:pt x="1638300" y="704850"/>
                </a:lnTo>
                <a:lnTo>
                  <a:pt x="1638300" y="733425"/>
                </a:lnTo>
                <a:lnTo>
                  <a:pt x="1628775" y="733425"/>
                </a:lnTo>
                <a:lnTo>
                  <a:pt x="1628775" y="742950"/>
                </a:lnTo>
                <a:lnTo>
                  <a:pt x="1609725" y="742950"/>
                </a:lnTo>
                <a:lnTo>
                  <a:pt x="1609725" y="762000"/>
                </a:lnTo>
                <a:lnTo>
                  <a:pt x="1628775" y="762000"/>
                </a:lnTo>
                <a:lnTo>
                  <a:pt x="1628775" y="771525"/>
                </a:lnTo>
                <a:lnTo>
                  <a:pt x="1638300" y="771525"/>
                </a:lnTo>
                <a:lnTo>
                  <a:pt x="1638300" y="781050"/>
                </a:lnTo>
                <a:lnTo>
                  <a:pt x="1628775" y="781050"/>
                </a:lnTo>
                <a:lnTo>
                  <a:pt x="1628775" y="800100"/>
                </a:lnTo>
                <a:lnTo>
                  <a:pt x="1619250" y="800100"/>
                </a:lnTo>
                <a:lnTo>
                  <a:pt x="1619250" y="809625"/>
                </a:lnTo>
                <a:lnTo>
                  <a:pt x="1609725" y="809625"/>
                </a:lnTo>
                <a:lnTo>
                  <a:pt x="1609725" y="819150"/>
                </a:lnTo>
                <a:lnTo>
                  <a:pt x="1371600" y="819150"/>
                </a:lnTo>
                <a:lnTo>
                  <a:pt x="1371600" y="809625"/>
                </a:lnTo>
                <a:lnTo>
                  <a:pt x="1323975" y="809625"/>
                </a:lnTo>
                <a:lnTo>
                  <a:pt x="1323975" y="800100"/>
                </a:lnTo>
                <a:lnTo>
                  <a:pt x="1343025" y="800100"/>
                </a:lnTo>
                <a:lnTo>
                  <a:pt x="1343025" y="790575"/>
                </a:lnTo>
                <a:lnTo>
                  <a:pt x="1314450" y="790575"/>
                </a:lnTo>
                <a:lnTo>
                  <a:pt x="1314450" y="771525"/>
                </a:lnTo>
                <a:lnTo>
                  <a:pt x="1295400" y="771525"/>
                </a:lnTo>
                <a:lnTo>
                  <a:pt x="1295400" y="790575"/>
                </a:lnTo>
                <a:lnTo>
                  <a:pt x="1314450" y="790575"/>
                </a:lnTo>
                <a:lnTo>
                  <a:pt x="1314450" y="809625"/>
                </a:lnTo>
                <a:lnTo>
                  <a:pt x="1295400" y="809625"/>
                </a:lnTo>
                <a:lnTo>
                  <a:pt x="1295400" y="819150"/>
                </a:lnTo>
                <a:lnTo>
                  <a:pt x="1209675" y="819150"/>
                </a:lnTo>
                <a:lnTo>
                  <a:pt x="1209675" y="809625"/>
                </a:lnTo>
                <a:lnTo>
                  <a:pt x="1219200" y="809625"/>
                </a:lnTo>
                <a:lnTo>
                  <a:pt x="1219200" y="800100"/>
                </a:lnTo>
                <a:lnTo>
                  <a:pt x="1228725" y="800100"/>
                </a:lnTo>
                <a:lnTo>
                  <a:pt x="1228725" y="790575"/>
                </a:lnTo>
                <a:lnTo>
                  <a:pt x="1219200" y="790575"/>
                </a:lnTo>
                <a:lnTo>
                  <a:pt x="1219200" y="771525"/>
                </a:lnTo>
                <a:lnTo>
                  <a:pt x="1200150" y="771525"/>
                </a:lnTo>
                <a:lnTo>
                  <a:pt x="1200150" y="781050"/>
                </a:lnTo>
                <a:lnTo>
                  <a:pt x="1190625" y="781050"/>
                </a:lnTo>
                <a:lnTo>
                  <a:pt x="1190625" y="790575"/>
                </a:lnTo>
                <a:lnTo>
                  <a:pt x="1181100" y="790575"/>
                </a:lnTo>
                <a:lnTo>
                  <a:pt x="1181100" y="800100"/>
                </a:lnTo>
                <a:lnTo>
                  <a:pt x="1190625" y="800100"/>
                </a:lnTo>
                <a:lnTo>
                  <a:pt x="1190625" y="809625"/>
                </a:lnTo>
                <a:lnTo>
                  <a:pt x="1152525" y="809625"/>
                </a:lnTo>
                <a:lnTo>
                  <a:pt x="1152525" y="819150"/>
                </a:lnTo>
                <a:lnTo>
                  <a:pt x="1114425" y="819150"/>
                </a:lnTo>
                <a:lnTo>
                  <a:pt x="1114425" y="809625"/>
                </a:lnTo>
                <a:lnTo>
                  <a:pt x="1085850" y="809625"/>
                </a:lnTo>
                <a:lnTo>
                  <a:pt x="1085850" y="819150"/>
                </a:lnTo>
                <a:lnTo>
                  <a:pt x="990600" y="819150"/>
                </a:lnTo>
                <a:lnTo>
                  <a:pt x="990600" y="809625"/>
                </a:lnTo>
                <a:lnTo>
                  <a:pt x="981075" y="809625"/>
                </a:lnTo>
                <a:lnTo>
                  <a:pt x="981075" y="790575"/>
                </a:lnTo>
                <a:lnTo>
                  <a:pt x="962025" y="790575"/>
                </a:lnTo>
                <a:lnTo>
                  <a:pt x="962025" y="781050"/>
                </a:lnTo>
                <a:lnTo>
                  <a:pt x="914400" y="781050"/>
                </a:lnTo>
                <a:lnTo>
                  <a:pt x="914400" y="790575"/>
                </a:lnTo>
                <a:lnTo>
                  <a:pt x="933450" y="790575"/>
                </a:lnTo>
                <a:lnTo>
                  <a:pt x="933450" y="819150"/>
                </a:lnTo>
                <a:lnTo>
                  <a:pt x="923925" y="819150"/>
                </a:lnTo>
                <a:lnTo>
                  <a:pt x="923925" y="809625"/>
                </a:lnTo>
                <a:lnTo>
                  <a:pt x="876300" y="809625"/>
                </a:lnTo>
                <a:lnTo>
                  <a:pt x="876300" y="819150"/>
                </a:lnTo>
                <a:lnTo>
                  <a:pt x="828675" y="819150"/>
                </a:lnTo>
                <a:lnTo>
                  <a:pt x="828675" y="800100"/>
                </a:lnTo>
                <a:lnTo>
                  <a:pt x="838200" y="800100"/>
                </a:lnTo>
                <a:lnTo>
                  <a:pt x="838200" y="742950"/>
                </a:lnTo>
                <a:lnTo>
                  <a:pt x="828675" y="742950"/>
                </a:lnTo>
                <a:lnTo>
                  <a:pt x="828675" y="733425"/>
                </a:lnTo>
                <a:lnTo>
                  <a:pt x="819150" y="733425"/>
                </a:lnTo>
                <a:lnTo>
                  <a:pt x="819150" y="723900"/>
                </a:lnTo>
                <a:lnTo>
                  <a:pt x="771525" y="723900"/>
                </a:lnTo>
                <a:lnTo>
                  <a:pt x="771525" y="714375"/>
                </a:lnTo>
                <a:lnTo>
                  <a:pt x="800100" y="714375"/>
                </a:lnTo>
                <a:close/>
                <a:moveTo>
                  <a:pt x="1685925" y="704850"/>
                </a:moveTo>
                <a:lnTo>
                  <a:pt x="1695450" y="704850"/>
                </a:lnTo>
                <a:lnTo>
                  <a:pt x="1695450" y="714375"/>
                </a:lnTo>
                <a:lnTo>
                  <a:pt x="1685925" y="714375"/>
                </a:lnTo>
                <a:close/>
                <a:moveTo>
                  <a:pt x="1724025" y="704850"/>
                </a:moveTo>
                <a:lnTo>
                  <a:pt x="1733550" y="704850"/>
                </a:lnTo>
                <a:lnTo>
                  <a:pt x="1733550" y="733425"/>
                </a:lnTo>
                <a:lnTo>
                  <a:pt x="1724025" y="733425"/>
                </a:lnTo>
                <a:close/>
                <a:moveTo>
                  <a:pt x="590550" y="714375"/>
                </a:moveTo>
                <a:lnTo>
                  <a:pt x="619125" y="714375"/>
                </a:lnTo>
                <a:lnTo>
                  <a:pt x="619125" y="723900"/>
                </a:lnTo>
                <a:lnTo>
                  <a:pt x="609600" y="723900"/>
                </a:lnTo>
                <a:lnTo>
                  <a:pt x="609600" y="733425"/>
                </a:lnTo>
                <a:lnTo>
                  <a:pt x="600075" y="733425"/>
                </a:lnTo>
                <a:lnTo>
                  <a:pt x="600075" y="723900"/>
                </a:lnTo>
                <a:lnTo>
                  <a:pt x="590550" y="723900"/>
                </a:lnTo>
                <a:close/>
                <a:moveTo>
                  <a:pt x="657225" y="714375"/>
                </a:moveTo>
                <a:lnTo>
                  <a:pt x="695325" y="714375"/>
                </a:lnTo>
                <a:lnTo>
                  <a:pt x="695325" y="723900"/>
                </a:lnTo>
                <a:lnTo>
                  <a:pt x="657225" y="723900"/>
                </a:lnTo>
                <a:close/>
                <a:moveTo>
                  <a:pt x="638175" y="723900"/>
                </a:moveTo>
                <a:lnTo>
                  <a:pt x="657225" y="723900"/>
                </a:lnTo>
                <a:lnTo>
                  <a:pt x="657225" y="733425"/>
                </a:lnTo>
                <a:lnTo>
                  <a:pt x="638175" y="733425"/>
                </a:lnTo>
                <a:close/>
                <a:moveTo>
                  <a:pt x="847725" y="723900"/>
                </a:moveTo>
                <a:lnTo>
                  <a:pt x="857250" y="723900"/>
                </a:lnTo>
                <a:lnTo>
                  <a:pt x="857250" y="714375"/>
                </a:lnTo>
                <a:lnTo>
                  <a:pt x="847725" y="714375"/>
                </a:lnTo>
                <a:close/>
                <a:moveTo>
                  <a:pt x="1247775" y="733425"/>
                </a:moveTo>
                <a:lnTo>
                  <a:pt x="1257300" y="733425"/>
                </a:lnTo>
                <a:lnTo>
                  <a:pt x="1257300" y="723900"/>
                </a:lnTo>
                <a:lnTo>
                  <a:pt x="1238250" y="723900"/>
                </a:lnTo>
                <a:lnTo>
                  <a:pt x="1238250" y="733425"/>
                </a:lnTo>
                <a:lnTo>
                  <a:pt x="1219200" y="733425"/>
                </a:lnTo>
                <a:lnTo>
                  <a:pt x="1219200" y="742950"/>
                </a:lnTo>
                <a:lnTo>
                  <a:pt x="1209675" y="742950"/>
                </a:lnTo>
                <a:lnTo>
                  <a:pt x="1209675" y="762000"/>
                </a:lnTo>
                <a:lnTo>
                  <a:pt x="1219200" y="762000"/>
                </a:lnTo>
                <a:lnTo>
                  <a:pt x="1219200" y="771525"/>
                </a:lnTo>
                <a:lnTo>
                  <a:pt x="1228725" y="771525"/>
                </a:lnTo>
                <a:lnTo>
                  <a:pt x="1228725" y="762000"/>
                </a:lnTo>
                <a:lnTo>
                  <a:pt x="1238250" y="762000"/>
                </a:lnTo>
                <a:lnTo>
                  <a:pt x="1238250" y="752475"/>
                </a:lnTo>
                <a:lnTo>
                  <a:pt x="1247775" y="752475"/>
                </a:lnTo>
                <a:close/>
                <a:moveTo>
                  <a:pt x="180975" y="742950"/>
                </a:moveTo>
                <a:lnTo>
                  <a:pt x="190500" y="742950"/>
                </a:lnTo>
                <a:lnTo>
                  <a:pt x="190500" y="762000"/>
                </a:lnTo>
                <a:lnTo>
                  <a:pt x="180975" y="762000"/>
                </a:lnTo>
                <a:close/>
                <a:moveTo>
                  <a:pt x="1162050" y="742950"/>
                </a:moveTo>
                <a:lnTo>
                  <a:pt x="1171575" y="742950"/>
                </a:lnTo>
                <a:lnTo>
                  <a:pt x="1171575" y="733425"/>
                </a:lnTo>
                <a:lnTo>
                  <a:pt x="1162050" y="733425"/>
                </a:lnTo>
                <a:close/>
                <a:moveTo>
                  <a:pt x="923925" y="752475"/>
                </a:moveTo>
                <a:lnTo>
                  <a:pt x="942975" y="752475"/>
                </a:lnTo>
                <a:lnTo>
                  <a:pt x="942975" y="742950"/>
                </a:lnTo>
                <a:lnTo>
                  <a:pt x="923925" y="742950"/>
                </a:lnTo>
                <a:close/>
                <a:moveTo>
                  <a:pt x="1304925" y="752475"/>
                </a:moveTo>
                <a:lnTo>
                  <a:pt x="1323975" y="752475"/>
                </a:lnTo>
                <a:lnTo>
                  <a:pt x="1323975" y="742950"/>
                </a:lnTo>
                <a:lnTo>
                  <a:pt x="1295400" y="742950"/>
                </a:lnTo>
                <a:lnTo>
                  <a:pt x="1295400" y="762000"/>
                </a:lnTo>
                <a:lnTo>
                  <a:pt x="1304925" y="762000"/>
                </a:lnTo>
                <a:close/>
                <a:moveTo>
                  <a:pt x="1343025" y="752475"/>
                </a:moveTo>
                <a:lnTo>
                  <a:pt x="1352550" y="752475"/>
                </a:lnTo>
                <a:lnTo>
                  <a:pt x="1352550" y="762000"/>
                </a:lnTo>
                <a:lnTo>
                  <a:pt x="1381125" y="762000"/>
                </a:lnTo>
                <a:lnTo>
                  <a:pt x="1381125" y="733425"/>
                </a:lnTo>
                <a:lnTo>
                  <a:pt x="1343025" y="733425"/>
                </a:lnTo>
                <a:close/>
                <a:moveTo>
                  <a:pt x="1552575" y="752475"/>
                </a:moveTo>
                <a:lnTo>
                  <a:pt x="1562100" y="752475"/>
                </a:lnTo>
                <a:lnTo>
                  <a:pt x="1562100" y="762000"/>
                </a:lnTo>
                <a:lnTo>
                  <a:pt x="1571625" y="762000"/>
                </a:lnTo>
                <a:lnTo>
                  <a:pt x="1571625" y="790575"/>
                </a:lnTo>
                <a:lnTo>
                  <a:pt x="1590675" y="790575"/>
                </a:lnTo>
                <a:lnTo>
                  <a:pt x="1590675" y="752475"/>
                </a:lnTo>
                <a:lnTo>
                  <a:pt x="1581150" y="752475"/>
                </a:lnTo>
                <a:lnTo>
                  <a:pt x="1581150" y="742950"/>
                </a:lnTo>
                <a:lnTo>
                  <a:pt x="1552575" y="742950"/>
                </a:lnTo>
                <a:close/>
                <a:moveTo>
                  <a:pt x="876300" y="762000"/>
                </a:moveTo>
                <a:lnTo>
                  <a:pt x="885825" y="762000"/>
                </a:lnTo>
                <a:lnTo>
                  <a:pt x="885825" y="771525"/>
                </a:lnTo>
                <a:lnTo>
                  <a:pt x="895350" y="771525"/>
                </a:lnTo>
                <a:lnTo>
                  <a:pt x="895350" y="781050"/>
                </a:lnTo>
                <a:lnTo>
                  <a:pt x="885825" y="781050"/>
                </a:lnTo>
                <a:lnTo>
                  <a:pt x="885825" y="790575"/>
                </a:lnTo>
                <a:lnTo>
                  <a:pt x="876300" y="790575"/>
                </a:lnTo>
                <a:lnTo>
                  <a:pt x="876300" y="800100"/>
                </a:lnTo>
                <a:lnTo>
                  <a:pt x="904875" y="800100"/>
                </a:lnTo>
                <a:lnTo>
                  <a:pt x="904875" y="771525"/>
                </a:lnTo>
                <a:lnTo>
                  <a:pt x="914400" y="771525"/>
                </a:lnTo>
                <a:lnTo>
                  <a:pt x="914400" y="762000"/>
                </a:lnTo>
                <a:lnTo>
                  <a:pt x="904875" y="762000"/>
                </a:lnTo>
                <a:lnTo>
                  <a:pt x="904875" y="752475"/>
                </a:lnTo>
                <a:lnTo>
                  <a:pt x="895350" y="752475"/>
                </a:lnTo>
                <a:lnTo>
                  <a:pt x="895350" y="742950"/>
                </a:lnTo>
                <a:lnTo>
                  <a:pt x="885825" y="742950"/>
                </a:lnTo>
                <a:lnTo>
                  <a:pt x="885825" y="752475"/>
                </a:lnTo>
                <a:lnTo>
                  <a:pt x="876300" y="752475"/>
                </a:lnTo>
                <a:close/>
                <a:moveTo>
                  <a:pt x="1228725" y="790575"/>
                </a:moveTo>
                <a:lnTo>
                  <a:pt x="1238250" y="790575"/>
                </a:lnTo>
                <a:lnTo>
                  <a:pt x="1238250" y="781050"/>
                </a:lnTo>
                <a:lnTo>
                  <a:pt x="1228725" y="781050"/>
                </a:lnTo>
                <a:close/>
                <a:moveTo>
                  <a:pt x="1657350" y="790575"/>
                </a:moveTo>
                <a:lnTo>
                  <a:pt x="1676400" y="790575"/>
                </a:lnTo>
                <a:lnTo>
                  <a:pt x="1676400" y="809625"/>
                </a:lnTo>
                <a:lnTo>
                  <a:pt x="1657350" y="809625"/>
                </a:lnTo>
                <a:close/>
                <a:moveTo>
                  <a:pt x="190500" y="800100"/>
                </a:moveTo>
                <a:lnTo>
                  <a:pt x="200025" y="800100"/>
                </a:lnTo>
                <a:lnTo>
                  <a:pt x="200025" y="809625"/>
                </a:lnTo>
                <a:lnTo>
                  <a:pt x="190500" y="809625"/>
                </a:lnTo>
                <a:close/>
                <a:moveTo>
                  <a:pt x="200025" y="809625"/>
                </a:moveTo>
                <a:lnTo>
                  <a:pt x="209550" y="809625"/>
                </a:lnTo>
                <a:lnTo>
                  <a:pt x="209550" y="828675"/>
                </a:lnTo>
                <a:lnTo>
                  <a:pt x="200025" y="828675"/>
                </a:lnTo>
                <a:close/>
                <a:moveTo>
                  <a:pt x="219075" y="809625"/>
                </a:moveTo>
                <a:lnTo>
                  <a:pt x="238125" y="809625"/>
                </a:lnTo>
                <a:lnTo>
                  <a:pt x="238125" y="819150"/>
                </a:lnTo>
                <a:lnTo>
                  <a:pt x="257175" y="819150"/>
                </a:lnTo>
                <a:lnTo>
                  <a:pt x="257175" y="828675"/>
                </a:lnTo>
                <a:lnTo>
                  <a:pt x="266700" y="828675"/>
                </a:lnTo>
                <a:lnTo>
                  <a:pt x="266700" y="838200"/>
                </a:lnTo>
                <a:lnTo>
                  <a:pt x="238125" y="838200"/>
                </a:lnTo>
                <a:lnTo>
                  <a:pt x="238125" y="828675"/>
                </a:lnTo>
                <a:lnTo>
                  <a:pt x="219075" y="828675"/>
                </a:lnTo>
                <a:close/>
                <a:moveTo>
                  <a:pt x="1190625" y="809625"/>
                </a:moveTo>
                <a:lnTo>
                  <a:pt x="1200150" y="809625"/>
                </a:lnTo>
                <a:lnTo>
                  <a:pt x="1200150" y="819150"/>
                </a:lnTo>
                <a:lnTo>
                  <a:pt x="1190625" y="819150"/>
                </a:lnTo>
                <a:close/>
                <a:moveTo>
                  <a:pt x="323850" y="819150"/>
                </a:moveTo>
                <a:lnTo>
                  <a:pt x="342900" y="819150"/>
                </a:lnTo>
                <a:lnTo>
                  <a:pt x="342900" y="828675"/>
                </a:lnTo>
                <a:lnTo>
                  <a:pt x="323850" y="828675"/>
                </a:lnTo>
                <a:close/>
                <a:moveTo>
                  <a:pt x="542925" y="819150"/>
                </a:moveTo>
                <a:lnTo>
                  <a:pt x="561975" y="819150"/>
                </a:lnTo>
                <a:lnTo>
                  <a:pt x="561975" y="838200"/>
                </a:lnTo>
                <a:lnTo>
                  <a:pt x="552450" y="838200"/>
                </a:lnTo>
                <a:lnTo>
                  <a:pt x="552450" y="828675"/>
                </a:lnTo>
                <a:lnTo>
                  <a:pt x="542925" y="828675"/>
                </a:lnTo>
                <a:close/>
                <a:moveTo>
                  <a:pt x="180975" y="838200"/>
                </a:moveTo>
                <a:lnTo>
                  <a:pt x="190500" y="838200"/>
                </a:lnTo>
                <a:lnTo>
                  <a:pt x="190500" y="847725"/>
                </a:lnTo>
                <a:lnTo>
                  <a:pt x="180975" y="847725"/>
                </a:lnTo>
                <a:close/>
                <a:moveTo>
                  <a:pt x="1028700" y="838200"/>
                </a:moveTo>
                <a:lnTo>
                  <a:pt x="1047750" y="838200"/>
                </a:lnTo>
                <a:lnTo>
                  <a:pt x="1047750" y="847725"/>
                </a:lnTo>
                <a:lnTo>
                  <a:pt x="1057275" y="847725"/>
                </a:lnTo>
                <a:lnTo>
                  <a:pt x="1057275" y="857250"/>
                </a:lnTo>
                <a:lnTo>
                  <a:pt x="1047750" y="857250"/>
                </a:lnTo>
                <a:lnTo>
                  <a:pt x="1047750" y="866775"/>
                </a:lnTo>
                <a:lnTo>
                  <a:pt x="1038225" y="866775"/>
                </a:lnTo>
                <a:lnTo>
                  <a:pt x="1038225" y="876300"/>
                </a:lnTo>
                <a:lnTo>
                  <a:pt x="1019175" y="876300"/>
                </a:lnTo>
                <a:lnTo>
                  <a:pt x="1019175" y="866775"/>
                </a:lnTo>
                <a:lnTo>
                  <a:pt x="990600" y="866775"/>
                </a:lnTo>
                <a:lnTo>
                  <a:pt x="990600" y="876300"/>
                </a:lnTo>
                <a:lnTo>
                  <a:pt x="962025" y="876300"/>
                </a:lnTo>
                <a:lnTo>
                  <a:pt x="962025" y="866775"/>
                </a:lnTo>
                <a:lnTo>
                  <a:pt x="933450" y="866775"/>
                </a:lnTo>
                <a:lnTo>
                  <a:pt x="933450" y="876300"/>
                </a:lnTo>
                <a:lnTo>
                  <a:pt x="952500" y="876300"/>
                </a:lnTo>
                <a:lnTo>
                  <a:pt x="952500" y="885825"/>
                </a:lnTo>
                <a:lnTo>
                  <a:pt x="971550" y="885825"/>
                </a:lnTo>
                <a:lnTo>
                  <a:pt x="971550" y="914400"/>
                </a:lnTo>
                <a:lnTo>
                  <a:pt x="933450" y="914400"/>
                </a:lnTo>
                <a:lnTo>
                  <a:pt x="933450" y="895350"/>
                </a:lnTo>
                <a:lnTo>
                  <a:pt x="923925" y="895350"/>
                </a:lnTo>
                <a:lnTo>
                  <a:pt x="923925" y="885825"/>
                </a:lnTo>
                <a:lnTo>
                  <a:pt x="885825" y="885825"/>
                </a:lnTo>
                <a:lnTo>
                  <a:pt x="885825" y="876300"/>
                </a:lnTo>
                <a:lnTo>
                  <a:pt x="914400" y="876300"/>
                </a:lnTo>
                <a:lnTo>
                  <a:pt x="914400" y="866775"/>
                </a:lnTo>
                <a:lnTo>
                  <a:pt x="923925" y="866775"/>
                </a:lnTo>
                <a:lnTo>
                  <a:pt x="923925" y="857250"/>
                </a:lnTo>
                <a:lnTo>
                  <a:pt x="914400" y="857250"/>
                </a:lnTo>
                <a:lnTo>
                  <a:pt x="914400" y="847725"/>
                </a:lnTo>
                <a:lnTo>
                  <a:pt x="933450" y="847725"/>
                </a:lnTo>
                <a:lnTo>
                  <a:pt x="933450" y="857250"/>
                </a:lnTo>
                <a:lnTo>
                  <a:pt x="962025" y="857250"/>
                </a:lnTo>
                <a:lnTo>
                  <a:pt x="962025" y="847725"/>
                </a:lnTo>
                <a:lnTo>
                  <a:pt x="1009650" y="847725"/>
                </a:lnTo>
                <a:lnTo>
                  <a:pt x="1009650" y="857250"/>
                </a:lnTo>
                <a:lnTo>
                  <a:pt x="1019175" y="857250"/>
                </a:lnTo>
                <a:lnTo>
                  <a:pt x="1019175" y="847725"/>
                </a:lnTo>
                <a:lnTo>
                  <a:pt x="1028700" y="847725"/>
                </a:lnTo>
                <a:close/>
                <a:moveTo>
                  <a:pt x="1152525" y="838200"/>
                </a:moveTo>
                <a:lnTo>
                  <a:pt x="1190625" y="838200"/>
                </a:lnTo>
                <a:lnTo>
                  <a:pt x="1190625" y="847725"/>
                </a:lnTo>
                <a:lnTo>
                  <a:pt x="1209675" y="847725"/>
                </a:lnTo>
                <a:lnTo>
                  <a:pt x="1209675" y="866775"/>
                </a:lnTo>
                <a:lnTo>
                  <a:pt x="1181100" y="866775"/>
                </a:lnTo>
                <a:lnTo>
                  <a:pt x="1181100" y="857250"/>
                </a:lnTo>
                <a:lnTo>
                  <a:pt x="1143000" y="857250"/>
                </a:lnTo>
                <a:lnTo>
                  <a:pt x="1143000" y="847725"/>
                </a:lnTo>
                <a:lnTo>
                  <a:pt x="1152525" y="847725"/>
                </a:lnTo>
                <a:close/>
                <a:moveTo>
                  <a:pt x="1266825" y="838200"/>
                </a:moveTo>
                <a:lnTo>
                  <a:pt x="1276350" y="838200"/>
                </a:lnTo>
                <a:lnTo>
                  <a:pt x="1276350" y="857250"/>
                </a:lnTo>
                <a:lnTo>
                  <a:pt x="1257300" y="857250"/>
                </a:lnTo>
                <a:lnTo>
                  <a:pt x="1257300" y="866775"/>
                </a:lnTo>
                <a:lnTo>
                  <a:pt x="1219200" y="866775"/>
                </a:lnTo>
                <a:lnTo>
                  <a:pt x="1219200" y="847725"/>
                </a:lnTo>
                <a:lnTo>
                  <a:pt x="1266825" y="847725"/>
                </a:lnTo>
                <a:close/>
                <a:moveTo>
                  <a:pt x="1304925" y="838200"/>
                </a:moveTo>
                <a:lnTo>
                  <a:pt x="1333500" y="838200"/>
                </a:lnTo>
                <a:lnTo>
                  <a:pt x="1333500" y="847725"/>
                </a:lnTo>
                <a:lnTo>
                  <a:pt x="1352550" y="847725"/>
                </a:lnTo>
                <a:lnTo>
                  <a:pt x="1352550" y="857250"/>
                </a:lnTo>
                <a:lnTo>
                  <a:pt x="1333500" y="857250"/>
                </a:lnTo>
                <a:lnTo>
                  <a:pt x="1333500" y="866775"/>
                </a:lnTo>
                <a:lnTo>
                  <a:pt x="1323975" y="866775"/>
                </a:lnTo>
                <a:lnTo>
                  <a:pt x="1323975" y="857250"/>
                </a:lnTo>
                <a:lnTo>
                  <a:pt x="1314450" y="857250"/>
                </a:lnTo>
                <a:lnTo>
                  <a:pt x="1314450" y="866775"/>
                </a:lnTo>
                <a:lnTo>
                  <a:pt x="1304925" y="866775"/>
                </a:lnTo>
                <a:close/>
                <a:moveTo>
                  <a:pt x="1362075" y="838200"/>
                </a:moveTo>
                <a:lnTo>
                  <a:pt x="1438275" y="838200"/>
                </a:lnTo>
                <a:lnTo>
                  <a:pt x="1438275" y="847725"/>
                </a:lnTo>
                <a:lnTo>
                  <a:pt x="1466850" y="847725"/>
                </a:lnTo>
                <a:lnTo>
                  <a:pt x="1466850" y="838200"/>
                </a:lnTo>
                <a:lnTo>
                  <a:pt x="1562100" y="838200"/>
                </a:lnTo>
                <a:lnTo>
                  <a:pt x="1562100" y="857250"/>
                </a:lnTo>
                <a:lnTo>
                  <a:pt x="1543050" y="857250"/>
                </a:lnTo>
                <a:lnTo>
                  <a:pt x="1543050" y="866775"/>
                </a:lnTo>
                <a:lnTo>
                  <a:pt x="1533525" y="866775"/>
                </a:lnTo>
                <a:lnTo>
                  <a:pt x="1533525" y="876300"/>
                </a:lnTo>
                <a:lnTo>
                  <a:pt x="1514475" y="876300"/>
                </a:lnTo>
                <a:lnTo>
                  <a:pt x="1514475" y="866775"/>
                </a:lnTo>
                <a:lnTo>
                  <a:pt x="1485900" y="866775"/>
                </a:lnTo>
                <a:lnTo>
                  <a:pt x="1485900" y="876300"/>
                </a:lnTo>
                <a:lnTo>
                  <a:pt x="1457325" y="876300"/>
                </a:lnTo>
                <a:lnTo>
                  <a:pt x="1457325" y="866775"/>
                </a:lnTo>
                <a:lnTo>
                  <a:pt x="1447800" y="866775"/>
                </a:lnTo>
                <a:lnTo>
                  <a:pt x="1447800" y="876300"/>
                </a:lnTo>
                <a:lnTo>
                  <a:pt x="1428750" y="876300"/>
                </a:lnTo>
                <a:lnTo>
                  <a:pt x="1428750" y="866775"/>
                </a:lnTo>
                <a:lnTo>
                  <a:pt x="1409700" y="866775"/>
                </a:lnTo>
                <a:lnTo>
                  <a:pt x="1409700" y="876300"/>
                </a:lnTo>
                <a:lnTo>
                  <a:pt x="1390650" y="876300"/>
                </a:lnTo>
                <a:lnTo>
                  <a:pt x="1390650" y="866775"/>
                </a:lnTo>
                <a:lnTo>
                  <a:pt x="1381125" y="866775"/>
                </a:lnTo>
                <a:lnTo>
                  <a:pt x="1381125" y="857250"/>
                </a:lnTo>
                <a:lnTo>
                  <a:pt x="1362075" y="857250"/>
                </a:lnTo>
                <a:close/>
                <a:moveTo>
                  <a:pt x="1600200" y="838200"/>
                </a:moveTo>
                <a:lnTo>
                  <a:pt x="1609725" y="838200"/>
                </a:lnTo>
                <a:lnTo>
                  <a:pt x="1609725" y="857250"/>
                </a:lnTo>
                <a:lnTo>
                  <a:pt x="1600200" y="857250"/>
                </a:lnTo>
                <a:close/>
                <a:moveTo>
                  <a:pt x="1619250" y="838200"/>
                </a:moveTo>
                <a:lnTo>
                  <a:pt x="1628775" y="838200"/>
                </a:lnTo>
                <a:lnTo>
                  <a:pt x="1628775" y="847725"/>
                </a:lnTo>
                <a:lnTo>
                  <a:pt x="1619250" y="847725"/>
                </a:lnTo>
                <a:close/>
                <a:moveTo>
                  <a:pt x="1076325" y="847725"/>
                </a:moveTo>
                <a:lnTo>
                  <a:pt x="1104900" y="847725"/>
                </a:lnTo>
                <a:lnTo>
                  <a:pt x="1104900" y="866775"/>
                </a:lnTo>
                <a:lnTo>
                  <a:pt x="1114425" y="866775"/>
                </a:lnTo>
                <a:lnTo>
                  <a:pt x="1114425" y="876300"/>
                </a:lnTo>
                <a:lnTo>
                  <a:pt x="1095375" y="876300"/>
                </a:lnTo>
                <a:lnTo>
                  <a:pt x="1095375" y="866775"/>
                </a:lnTo>
                <a:lnTo>
                  <a:pt x="1085850" y="866775"/>
                </a:lnTo>
                <a:lnTo>
                  <a:pt x="1085850" y="857250"/>
                </a:lnTo>
                <a:lnTo>
                  <a:pt x="1076325" y="857250"/>
                </a:lnTo>
                <a:close/>
                <a:moveTo>
                  <a:pt x="1114425" y="847725"/>
                </a:moveTo>
                <a:lnTo>
                  <a:pt x="1133475" y="847725"/>
                </a:lnTo>
                <a:lnTo>
                  <a:pt x="1133475" y="857250"/>
                </a:lnTo>
                <a:lnTo>
                  <a:pt x="1143000" y="857250"/>
                </a:lnTo>
                <a:lnTo>
                  <a:pt x="1143000" y="866775"/>
                </a:lnTo>
                <a:lnTo>
                  <a:pt x="1123950" y="866775"/>
                </a:lnTo>
                <a:lnTo>
                  <a:pt x="1123950" y="857250"/>
                </a:lnTo>
                <a:lnTo>
                  <a:pt x="1114425" y="857250"/>
                </a:lnTo>
                <a:close/>
                <a:moveTo>
                  <a:pt x="847725" y="857250"/>
                </a:moveTo>
                <a:lnTo>
                  <a:pt x="876300" y="857250"/>
                </a:lnTo>
                <a:lnTo>
                  <a:pt x="876300" y="866775"/>
                </a:lnTo>
                <a:lnTo>
                  <a:pt x="866775" y="866775"/>
                </a:lnTo>
                <a:lnTo>
                  <a:pt x="866775" y="876300"/>
                </a:lnTo>
                <a:lnTo>
                  <a:pt x="857250" y="876300"/>
                </a:lnTo>
                <a:lnTo>
                  <a:pt x="857250" y="885825"/>
                </a:lnTo>
                <a:lnTo>
                  <a:pt x="828675" y="885825"/>
                </a:lnTo>
                <a:lnTo>
                  <a:pt x="828675" y="895350"/>
                </a:lnTo>
                <a:lnTo>
                  <a:pt x="819150" y="895350"/>
                </a:lnTo>
                <a:lnTo>
                  <a:pt x="819150" y="923925"/>
                </a:lnTo>
                <a:lnTo>
                  <a:pt x="809625" y="923925"/>
                </a:lnTo>
                <a:lnTo>
                  <a:pt x="809625" y="904875"/>
                </a:lnTo>
                <a:lnTo>
                  <a:pt x="800100" y="904875"/>
                </a:lnTo>
                <a:lnTo>
                  <a:pt x="800100" y="923925"/>
                </a:lnTo>
                <a:lnTo>
                  <a:pt x="771525" y="923925"/>
                </a:lnTo>
                <a:lnTo>
                  <a:pt x="771525" y="914400"/>
                </a:lnTo>
                <a:lnTo>
                  <a:pt x="790575" y="914400"/>
                </a:lnTo>
                <a:lnTo>
                  <a:pt x="790575" y="895350"/>
                </a:lnTo>
                <a:lnTo>
                  <a:pt x="800100" y="895350"/>
                </a:lnTo>
                <a:lnTo>
                  <a:pt x="800100" y="876300"/>
                </a:lnTo>
                <a:lnTo>
                  <a:pt x="847725" y="876300"/>
                </a:lnTo>
                <a:close/>
                <a:moveTo>
                  <a:pt x="781050" y="866775"/>
                </a:moveTo>
                <a:lnTo>
                  <a:pt x="790575" y="866775"/>
                </a:lnTo>
                <a:lnTo>
                  <a:pt x="790575" y="876300"/>
                </a:lnTo>
                <a:lnTo>
                  <a:pt x="781050" y="876300"/>
                </a:lnTo>
                <a:close/>
                <a:moveTo>
                  <a:pt x="866775" y="885825"/>
                </a:moveTo>
                <a:lnTo>
                  <a:pt x="885825" y="885825"/>
                </a:lnTo>
                <a:lnTo>
                  <a:pt x="885825" y="895350"/>
                </a:lnTo>
                <a:lnTo>
                  <a:pt x="866775" y="895350"/>
                </a:lnTo>
                <a:close/>
                <a:moveTo>
                  <a:pt x="247650" y="895350"/>
                </a:moveTo>
                <a:lnTo>
                  <a:pt x="266700" y="895350"/>
                </a:lnTo>
                <a:lnTo>
                  <a:pt x="266700" y="904875"/>
                </a:lnTo>
                <a:lnTo>
                  <a:pt x="247650" y="904875"/>
                </a:lnTo>
                <a:close/>
                <a:moveTo>
                  <a:pt x="771525" y="895350"/>
                </a:moveTo>
                <a:lnTo>
                  <a:pt x="781050" y="895350"/>
                </a:lnTo>
                <a:lnTo>
                  <a:pt x="781050" y="904875"/>
                </a:lnTo>
                <a:lnTo>
                  <a:pt x="771525" y="904875"/>
                </a:lnTo>
                <a:close/>
                <a:moveTo>
                  <a:pt x="990600" y="895350"/>
                </a:moveTo>
                <a:lnTo>
                  <a:pt x="1000125" y="895350"/>
                </a:lnTo>
                <a:lnTo>
                  <a:pt x="1000125" y="914400"/>
                </a:lnTo>
                <a:lnTo>
                  <a:pt x="990600" y="914400"/>
                </a:lnTo>
                <a:close/>
                <a:moveTo>
                  <a:pt x="1562100" y="895350"/>
                </a:moveTo>
                <a:lnTo>
                  <a:pt x="1571625" y="895350"/>
                </a:lnTo>
                <a:lnTo>
                  <a:pt x="1571625" y="904875"/>
                </a:lnTo>
                <a:lnTo>
                  <a:pt x="1562100" y="904875"/>
                </a:lnTo>
                <a:close/>
                <a:moveTo>
                  <a:pt x="228600" y="904875"/>
                </a:moveTo>
                <a:lnTo>
                  <a:pt x="247650" y="904875"/>
                </a:lnTo>
                <a:lnTo>
                  <a:pt x="247650" y="914400"/>
                </a:lnTo>
                <a:lnTo>
                  <a:pt x="228600" y="914400"/>
                </a:lnTo>
                <a:close/>
                <a:moveTo>
                  <a:pt x="266700" y="904875"/>
                </a:moveTo>
                <a:lnTo>
                  <a:pt x="276225" y="904875"/>
                </a:lnTo>
                <a:lnTo>
                  <a:pt x="276225" y="914400"/>
                </a:lnTo>
                <a:lnTo>
                  <a:pt x="295275" y="914400"/>
                </a:lnTo>
                <a:lnTo>
                  <a:pt x="295275" y="923925"/>
                </a:lnTo>
                <a:lnTo>
                  <a:pt x="266700" y="923925"/>
                </a:lnTo>
                <a:close/>
                <a:moveTo>
                  <a:pt x="600075" y="904875"/>
                </a:moveTo>
                <a:lnTo>
                  <a:pt x="609600" y="904875"/>
                </a:lnTo>
                <a:lnTo>
                  <a:pt x="609600" y="914400"/>
                </a:lnTo>
                <a:lnTo>
                  <a:pt x="600075" y="914400"/>
                </a:lnTo>
                <a:close/>
                <a:moveTo>
                  <a:pt x="676275" y="904875"/>
                </a:moveTo>
                <a:lnTo>
                  <a:pt x="733425" y="904875"/>
                </a:lnTo>
                <a:lnTo>
                  <a:pt x="733425" y="923925"/>
                </a:lnTo>
                <a:lnTo>
                  <a:pt x="723900" y="923925"/>
                </a:lnTo>
                <a:lnTo>
                  <a:pt x="723900" y="914400"/>
                </a:lnTo>
                <a:lnTo>
                  <a:pt x="714375" y="914400"/>
                </a:lnTo>
                <a:lnTo>
                  <a:pt x="714375" y="923925"/>
                </a:lnTo>
                <a:lnTo>
                  <a:pt x="723900" y="923925"/>
                </a:lnTo>
                <a:lnTo>
                  <a:pt x="723900" y="933450"/>
                </a:lnTo>
                <a:lnTo>
                  <a:pt x="676275" y="933450"/>
                </a:lnTo>
                <a:lnTo>
                  <a:pt x="676275" y="923925"/>
                </a:lnTo>
                <a:lnTo>
                  <a:pt x="657225" y="923925"/>
                </a:lnTo>
                <a:lnTo>
                  <a:pt x="657225" y="914400"/>
                </a:lnTo>
                <a:lnTo>
                  <a:pt x="676275" y="914400"/>
                </a:lnTo>
                <a:close/>
                <a:moveTo>
                  <a:pt x="333375" y="914400"/>
                </a:moveTo>
                <a:lnTo>
                  <a:pt x="361950" y="914400"/>
                </a:lnTo>
                <a:lnTo>
                  <a:pt x="361950" y="923925"/>
                </a:lnTo>
                <a:lnTo>
                  <a:pt x="333375" y="923925"/>
                </a:lnTo>
                <a:close/>
                <a:moveTo>
                  <a:pt x="971550" y="914400"/>
                </a:moveTo>
                <a:lnTo>
                  <a:pt x="981075" y="914400"/>
                </a:lnTo>
                <a:lnTo>
                  <a:pt x="981075" y="923925"/>
                </a:lnTo>
                <a:lnTo>
                  <a:pt x="971550" y="923925"/>
                </a:lnTo>
                <a:close/>
                <a:moveTo>
                  <a:pt x="1409700" y="914400"/>
                </a:moveTo>
                <a:lnTo>
                  <a:pt x="1419225" y="914400"/>
                </a:lnTo>
                <a:lnTo>
                  <a:pt x="1419225" y="923925"/>
                </a:lnTo>
                <a:lnTo>
                  <a:pt x="1457325" y="923925"/>
                </a:lnTo>
                <a:lnTo>
                  <a:pt x="1457325" y="914400"/>
                </a:lnTo>
                <a:lnTo>
                  <a:pt x="1476375" y="914400"/>
                </a:lnTo>
                <a:lnTo>
                  <a:pt x="1476375" y="933450"/>
                </a:lnTo>
                <a:lnTo>
                  <a:pt x="1495425" y="933450"/>
                </a:lnTo>
                <a:lnTo>
                  <a:pt x="1495425" y="923925"/>
                </a:lnTo>
                <a:lnTo>
                  <a:pt x="1504950" y="923925"/>
                </a:lnTo>
                <a:lnTo>
                  <a:pt x="1504950" y="933450"/>
                </a:lnTo>
                <a:lnTo>
                  <a:pt x="1514475" y="933450"/>
                </a:lnTo>
                <a:lnTo>
                  <a:pt x="1514475" y="952500"/>
                </a:lnTo>
                <a:lnTo>
                  <a:pt x="1485900" y="952500"/>
                </a:lnTo>
                <a:lnTo>
                  <a:pt x="1485900" y="942975"/>
                </a:lnTo>
                <a:lnTo>
                  <a:pt x="1447800" y="942975"/>
                </a:lnTo>
                <a:lnTo>
                  <a:pt x="1447800" y="952500"/>
                </a:lnTo>
                <a:lnTo>
                  <a:pt x="1381125" y="952500"/>
                </a:lnTo>
                <a:lnTo>
                  <a:pt x="1381125" y="933450"/>
                </a:lnTo>
                <a:lnTo>
                  <a:pt x="1400175" y="933450"/>
                </a:lnTo>
                <a:lnTo>
                  <a:pt x="1400175" y="923925"/>
                </a:lnTo>
                <a:lnTo>
                  <a:pt x="1409700" y="923925"/>
                </a:lnTo>
                <a:close/>
                <a:moveTo>
                  <a:pt x="647700" y="923925"/>
                </a:moveTo>
                <a:lnTo>
                  <a:pt x="657225" y="923925"/>
                </a:lnTo>
                <a:lnTo>
                  <a:pt x="657225" y="933450"/>
                </a:lnTo>
                <a:lnTo>
                  <a:pt x="647700" y="933450"/>
                </a:lnTo>
                <a:close/>
                <a:moveTo>
                  <a:pt x="1085850" y="923925"/>
                </a:moveTo>
                <a:lnTo>
                  <a:pt x="1095375" y="923925"/>
                </a:lnTo>
                <a:lnTo>
                  <a:pt x="1095375" y="942975"/>
                </a:lnTo>
                <a:lnTo>
                  <a:pt x="1085850" y="942975"/>
                </a:lnTo>
                <a:close/>
                <a:moveTo>
                  <a:pt x="1304925" y="923925"/>
                </a:moveTo>
                <a:lnTo>
                  <a:pt x="1333500" y="923925"/>
                </a:lnTo>
                <a:lnTo>
                  <a:pt x="1333500" y="933450"/>
                </a:lnTo>
                <a:lnTo>
                  <a:pt x="1343025" y="933450"/>
                </a:lnTo>
                <a:lnTo>
                  <a:pt x="1343025" y="952500"/>
                </a:lnTo>
                <a:lnTo>
                  <a:pt x="1295400" y="952500"/>
                </a:lnTo>
                <a:lnTo>
                  <a:pt x="1295400" y="933450"/>
                </a:lnTo>
                <a:lnTo>
                  <a:pt x="1304925" y="933450"/>
                </a:lnTo>
                <a:close/>
                <a:moveTo>
                  <a:pt x="1552575" y="923925"/>
                </a:moveTo>
                <a:lnTo>
                  <a:pt x="1562100" y="923925"/>
                </a:lnTo>
                <a:lnTo>
                  <a:pt x="1562100" y="933450"/>
                </a:lnTo>
                <a:lnTo>
                  <a:pt x="1600200" y="933450"/>
                </a:lnTo>
                <a:lnTo>
                  <a:pt x="1600200" y="942975"/>
                </a:lnTo>
                <a:lnTo>
                  <a:pt x="1571625" y="942975"/>
                </a:lnTo>
                <a:lnTo>
                  <a:pt x="1571625" y="952500"/>
                </a:lnTo>
                <a:lnTo>
                  <a:pt x="1543050" y="952500"/>
                </a:lnTo>
                <a:lnTo>
                  <a:pt x="1543050" y="942975"/>
                </a:lnTo>
                <a:lnTo>
                  <a:pt x="1533525" y="942975"/>
                </a:lnTo>
                <a:lnTo>
                  <a:pt x="1533525" y="933450"/>
                </a:lnTo>
                <a:lnTo>
                  <a:pt x="1552575" y="933450"/>
                </a:lnTo>
                <a:close/>
                <a:moveTo>
                  <a:pt x="1104900" y="933450"/>
                </a:moveTo>
                <a:lnTo>
                  <a:pt x="1114425" y="933450"/>
                </a:lnTo>
                <a:lnTo>
                  <a:pt x="1114425" y="942975"/>
                </a:lnTo>
                <a:lnTo>
                  <a:pt x="1104900" y="942975"/>
                </a:lnTo>
                <a:close/>
                <a:moveTo>
                  <a:pt x="590550" y="971550"/>
                </a:moveTo>
                <a:lnTo>
                  <a:pt x="600075" y="971550"/>
                </a:lnTo>
                <a:lnTo>
                  <a:pt x="600075" y="990600"/>
                </a:lnTo>
                <a:lnTo>
                  <a:pt x="619125" y="990600"/>
                </a:lnTo>
                <a:lnTo>
                  <a:pt x="619125" y="1019175"/>
                </a:lnTo>
                <a:lnTo>
                  <a:pt x="609600" y="1019175"/>
                </a:lnTo>
                <a:lnTo>
                  <a:pt x="609600" y="1038225"/>
                </a:lnTo>
                <a:lnTo>
                  <a:pt x="619125" y="1038225"/>
                </a:lnTo>
                <a:lnTo>
                  <a:pt x="619125" y="1028700"/>
                </a:lnTo>
                <a:lnTo>
                  <a:pt x="647700" y="1028700"/>
                </a:lnTo>
                <a:lnTo>
                  <a:pt x="647700" y="1038225"/>
                </a:lnTo>
                <a:lnTo>
                  <a:pt x="666750" y="1038225"/>
                </a:lnTo>
                <a:lnTo>
                  <a:pt x="666750" y="1047750"/>
                </a:lnTo>
                <a:lnTo>
                  <a:pt x="676275" y="1047750"/>
                </a:lnTo>
                <a:lnTo>
                  <a:pt x="676275" y="1057275"/>
                </a:lnTo>
                <a:lnTo>
                  <a:pt x="695325" y="1057275"/>
                </a:lnTo>
                <a:lnTo>
                  <a:pt x="695325" y="1066800"/>
                </a:lnTo>
                <a:lnTo>
                  <a:pt x="704850" y="1066800"/>
                </a:lnTo>
                <a:lnTo>
                  <a:pt x="704850" y="1057275"/>
                </a:lnTo>
                <a:lnTo>
                  <a:pt x="714375" y="1057275"/>
                </a:lnTo>
                <a:lnTo>
                  <a:pt x="714375" y="1047750"/>
                </a:lnTo>
                <a:lnTo>
                  <a:pt x="733425" y="1047750"/>
                </a:lnTo>
                <a:lnTo>
                  <a:pt x="733425" y="1066800"/>
                </a:lnTo>
                <a:lnTo>
                  <a:pt x="752475" y="1066800"/>
                </a:lnTo>
                <a:lnTo>
                  <a:pt x="752475" y="1076325"/>
                </a:lnTo>
                <a:lnTo>
                  <a:pt x="676275" y="1076325"/>
                </a:lnTo>
                <a:lnTo>
                  <a:pt x="676275" y="1066800"/>
                </a:lnTo>
                <a:lnTo>
                  <a:pt x="666750" y="1066800"/>
                </a:lnTo>
                <a:lnTo>
                  <a:pt x="666750" y="1057275"/>
                </a:lnTo>
                <a:lnTo>
                  <a:pt x="657225" y="1057275"/>
                </a:lnTo>
                <a:lnTo>
                  <a:pt x="657225" y="1047750"/>
                </a:lnTo>
                <a:lnTo>
                  <a:pt x="647700" y="1047750"/>
                </a:lnTo>
                <a:lnTo>
                  <a:pt x="647700" y="1057275"/>
                </a:lnTo>
                <a:lnTo>
                  <a:pt x="657225" y="1057275"/>
                </a:lnTo>
                <a:lnTo>
                  <a:pt x="657225" y="1066800"/>
                </a:lnTo>
                <a:lnTo>
                  <a:pt x="647700" y="1066800"/>
                </a:lnTo>
                <a:lnTo>
                  <a:pt x="647700" y="1076325"/>
                </a:lnTo>
                <a:lnTo>
                  <a:pt x="504825" y="1076325"/>
                </a:lnTo>
                <a:lnTo>
                  <a:pt x="504825" y="1066800"/>
                </a:lnTo>
                <a:lnTo>
                  <a:pt x="514350" y="1066800"/>
                </a:lnTo>
                <a:lnTo>
                  <a:pt x="514350" y="1057275"/>
                </a:lnTo>
                <a:lnTo>
                  <a:pt x="523875" y="1057275"/>
                </a:lnTo>
                <a:lnTo>
                  <a:pt x="523875" y="1019175"/>
                </a:lnTo>
                <a:lnTo>
                  <a:pt x="485775" y="1019175"/>
                </a:lnTo>
                <a:lnTo>
                  <a:pt x="485775" y="1009650"/>
                </a:lnTo>
                <a:lnTo>
                  <a:pt x="476250" y="1009650"/>
                </a:lnTo>
                <a:lnTo>
                  <a:pt x="476250" y="1019175"/>
                </a:lnTo>
                <a:lnTo>
                  <a:pt x="457200" y="1019175"/>
                </a:lnTo>
                <a:lnTo>
                  <a:pt x="457200" y="1028700"/>
                </a:lnTo>
                <a:lnTo>
                  <a:pt x="447675" y="1028700"/>
                </a:lnTo>
                <a:lnTo>
                  <a:pt x="447675" y="1000125"/>
                </a:lnTo>
                <a:lnTo>
                  <a:pt x="457200" y="1000125"/>
                </a:lnTo>
                <a:lnTo>
                  <a:pt x="457200" y="990600"/>
                </a:lnTo>
                <a:lnTo>
                  <a:pt x="476250" y="990600"/>
                </a:lnTo>
                <a:lnTo>
                  <a:pt x="476250" y="981075"/>
                </a:lnTo>
                <a:lnTo>
                  <a:pt x="523875" y="981075"/>
                </a:lnTo>
                <a:lnTo>
                  <a:pt x="523875" y="990600"/>
                </a:lnTo>
                <a:lnTo>
                  <a:pt x="581025" y="990600"/>
                </a:lnTo>
                <a:lnTo>
                  <a:pt x="581025" y="981075"/>
                </a:lnTo>
                <a:lnTo>
                  <a:pt x="590550" y="981075"/>
                </a:lnTo>
                <a:close/>
                <a:moveTo>
                  <a:pt x="866775" y="971550"/>
                </a:moveTo>
                <a:lnTo>
                  <a:pt x="876300" y="971550"/>
                </a:lnTo>
                <a:lnTo>
                  <a:pt x="876300" y="981075"/>
                </a:lnTo>
                <a:lnTo>
                  <a:pt x="866775" y="981075"/>
                </a:lnTo>
                <a:close/>
                <a:moveTo>
                  <a:pt x="952500" y="971550"/>
                </a:moveTo>
                <a:lnTo>
                  <a:pt x="1000125" y="971550"/>
                </a:lnTo>
                <a:lnTo>
                  <a:pt x="1000125" y="1000125"/>
                </a:lnTo>
                <a:lnTo>
                  <a:pt x="990600" y="1000125"/>
                </a:lnTo>
                <a:lnTo>
                  <a:pt x="990600" y="1038225"/>
                </a:lnTo>
                <a:lnTo>
                  <a:pt x="1000125" y="1038225"/>
                </a:lnTo>
                <a:lnTo>
                  <a:pt x="1000125" y="1028700"/>
                </a:lnTo>
                <a:lnTo>
                  <a:pt x="1009650" y="1028700"/>
                </a:lnTo>
                <a:lnTo>
                  <a:pt x="1009650" y="1019175"/>
                </a:lnTo>
                <a:lnTo>
                  <a:pt x="1000125" y="1019175"/>
                </a:lnTo>
                <a:lnTo>
                  <a:pt x="1000125" y="1009650"/>
                </a:lnTo>
                <a:lnTo>
                  <a:pt x="1009650" y="1009650"/>
                </a:lnTo>
                <a:lnTo>
                  <a:pt x="1009650" y="1000125"/>
                </a:lnTo>
                <a:lnTo>
                  <a:pt x="1047750" y="1000125"/>
                </a:lnTo>
                <a:lnTo>
                  <a:pt x="1047750" y="1019175"/>
                </a:lnTo>
                <a:lnTo>
                  <a:pt x="1038225" y="1019175"/>
                </a:lnTo>
                <a:lnTo>
                  <a:pt x="1038225" y="1028700"/>
                </a:lnTo>
                <a:lnTo>
                  <a:pt x="1028700" y="1028700"/>
                </a:lnTo>
                <a:lnTo>
                  <a:pt x="1028700" y="1038225"/>
                </a:lnTo>
                <a:lnTo>
                  <a:pt x="1019175" y="1038225"/>
                </a:lnTo>
                <a:lnTo>
                  <a:pt x="1019175" y="1047750"/>
                </a:lnTo>
                <a:lnTo>
                  <a:pt x="1000125" y="1047750"/>
                </a:lnTo>
                <a:lnTo>
                  <a:pt x="1000125" y="1066800"/>
                </a:lnTo>
                <a:lnTo>
                  <a:pt x="990600" y="1066800"/>
                </a:lnTo>
                <a:lnTo>
                  <a:pt x="990600" y="1085850"/>
                </a:lnTo>
                <a:lnTo>
                  <a:pt x="981075" y="1085850"/>
                </a:lnTo>
                <a:lnTo>
                  <a:pt x="981075" y="1076325"/>
                </a:lnTo>
                <a:lnTo>
                  <a:pt x="895350" y="1076325"/>
                </a:lnTo>
                <a:lnTo>
                  <a:pt x="895350" y="1085850"/>
                </a:lnTo>
                <a:lnTo>
                  <a:pt x="885825" y="1085850"/>
                </a:lnTo>
                <a:lnTo>
                  <a:pt x="885825" y="1076325"/>
                </a:lnTo>
                <a:lnTo>
                  <a:pt x="876300" y="1076325"/>
                </a:lnTo>
                <a:lnTo>
                  <a:pt x="876300" y="1047750"/>
                </a:lnTo>
                <a:lnTo>
                  <a:pt x="866775" y="1047750"/>
                </a:lnTo>
                <a:lnTo>
                  <a:pt x="866775" y="1057275"/>
                </a:lnTo>
                <a:lnTo>
                  <a:pt x="857250" y="1057275"/>
                </a:lnTo>
                <a:lnTo>
                  <a:pt x="857250" y="1076325"/>
                </a:lnTo>
                <a:lnTo>
                  <a:pt x="819150" y="1076325"/>
                </a:lnTo>
                <a:lnTo>
                  <a:pt x="819150" y="1066800"/>
                </a:lnTo>
                <a:lnTo>
                  <a:pt x="800100" y="1066800"/>
                </a:lnTo>
                <a:lnTo>
                  <a:pt x="800100" y="1038225"/>
                </a:lnTo>
                <a:lnTo>
                  <a:pt x="790575" y="1038225"/>
                </a:lnTo>
                <a:lnTo>
                  <a:pt x="790575" y="1028700"/>
                </a:lnTo>
                <a:lnTo>
                  <a:pt x="800100" y="1028700"/>
                </a:lnTo>
                <a:lnTo>
                  <a:pt x="800100" y="1019175"/>
                </a:lnTo>
                <a:lnTo>
                  <a:pt x="809625" y="1019175"/>
                </a:lnTo>
                <a:lnTo>
                  <a:pt x="809625" y="1009650"/>
                </a:lnTo>
                <a:lnTo>
                  <a:pt x="819150" y="1009650"/>
                </a:lnTo>
                <a:lnTo>
                  <a:pt x="819150" y="1000125"/>
                </a:lnTo>
                <a:lnTo>
                  <a:pt x="838200" y="1000125"/>
                </a:lnTo>
                <a:lnTo>
                  <a:pt x="838200" y="1009650"/>
                </a:lnTo>
                <a:lnTo>
                  <a:pt x="828675" y="1009650"/>
                </a:lnTo>
                <a:lnTo>
                  <a:pt x="828675" y="1028700"/>
                </a:lnTo>
                <a:lnTo>
                  <a:pt x="847725" y="1028700"/>
                </a:lnTo>
                <a:lnTo>
                  <a:pt x="847725" y="1019175"/>
                </a:lnTo>
                <a:lnTo>
                  <a:pt x="866775" y="1019175"/>
                </a:lnTo>
                <a:lnTo>
                  <a:pt x="866775" y="1009650"/>
                </a:lnTo>
                <a:lnTo>
                  <a:pt x="876300" y="1009650"/>
                </a:lnTo>
                <a:lnTo>
                  <a:pt x="876300" y="990600"/>
                </a:lnTo>
                <a:lnTo>
                  <a:pt x="885825" y="990600"/>
                </a:lnTo>
                <a:lnTo>
                  <a:pt x="885825" y="1000125"/>
                </a:lnTo>
                <a:lnTo>
                  <a:pt x="904875" y="1000125"/>
                </a:lnTo>
                <a:lnTo>
                  <a:pt x="904875" y="1009650"/>
                </a:lnTo>
                <a:lnTo>
                  <a:pt x="914400" y="1009650"/>
                </a:lnTo>
                <a:lnTo>
                  <a:pt x="914400" y="1000125"/>
                </a:lnTo>
                <a:lnTo>
                  <a:pt x="923925" y="1000125"/>
                </a:lnTo>
                <a:lnTo>
                  <a:pt x="923925" y="981075"/>
                </a:lnTo>
                <a:lnTo>
                  <a:pt x="952500" y="981075"/>
                </a:lnTo>
                <a:close/>
                <a:moveTo>
                  <a:pt x="1362075" y="971550"/>
                </a:moveTo>
                <a:lnTo>
                  <a:pt x="1371600" y="971550"/>
                </a:lnTo>
                <a:lnTo>
                  <a:pt x="1371600" y="981075"/>
                </a:lnTo>
                <a:lnTo>
                  <a:pt x="1362075" y="981075"/>
                </a:lnTo>
                <a:close/>
                <a:moveTo>
                  <a:pt x="1524000" y="971550"/>
                </a:moveTo>
                <a:lnTo>
                  <a:pt x="1543050" y="971550"/>
                </a:lnTo>
                <a:lnTo>
                  <a:pt x="1543050" y="981075"/>
                </a:lnTo>
                <a:lnTo>
                  <a:pt x="1552575" y="981075"/>
                </a:lnTo>
                <a:lnTo>
                  <a:pt x="1552575" y="990600"/>
                </a:lnTo>
                <a:lnTo>
                  <a:pt x="1543050" y="990600"/>
                </a:lnTo>
                <a:lnTo>
                  <a:pt x="1543050" y="1009650"/>
                </a:lnTo>
                <a:lnTo>
                  <a:pt x="1533525" y="1009650"/>
                </a:lnTo>
                <a:lnTo>
                  <a:pt x="1533525" y="990600"/>
                </a:lnTo>
                <a:lnTo>
                  <a:pt x="1514475" y="990600"/>
                </a:lnTo>
                <a:lnTo>
                  <a:pt x="1514475" y="981075"/>
                </a:lnTo>
                <a:lnTo>
                  <a:pt x="1524000" y="981075"/>
                </a:lnTo>
                <a:close/>
                <a:moveTo>
                  <a:pt x="1590675" y="971550"/>
                </a:moveTo>
                <a:lnTo>
                  <a:pt x="1609725" y="971550"/>
                </a:lnTo>
                <a:lnTo>
                  <a:pt x="1609725" y="981075"/>
                </a:lnTo>
                <a:lnTo>
                  <a:pt x="1590675" y="981075"/>
                </a:lnTo>
                <a:close/>
                <a:moveTo>
                  <a:pt x="200025" y="981075"/>
                </a:moveTo>
                <a:lnTo>
                  <a:pt x="209550" y="981075"/>
                </a:lnTo>
                <a:lnTo>
                  <a:pt x="209550" y="990600"/>
                </a:lnTo>
                <a:lnTo>
                  <a:pt x="200025" y="990600"/>
                </a:lnTo>
                <a:close/>
                <a:moveTo>
                  <a:pt x="247650" y="981075"/>
                </a:moveTo>
                <a:lnTo>
                  <a:pt x="257175" y="981075"/>
                </a:lnTo>
                <a:lnTo>
                  <a:pt x="257175" y="1009650"/>
                </a:lnTo>
                <a:lnTo>
                  <a:pt x="247650" y="1009650"/>
                </a:lnTo>
                <a:lnTo>
                  <a:pt x="247650" y="1028700"/>
                </a:lnTo>
                <a:lnTo>
                  <a:pt x="228600" y="1028700"/>
                </a:lnTo>
                <a:lnTo>
                  <a:pt x="228600" y="1019175"/>
                </a:lnTo>
                <a:lnTo>
                  <a:pt x="238125" y="1019175"/>
                </a:lnTo>
                <a:lnTo>
                  <a:pt x="238125" y="1000125"/>
                </a:lnTo>
                <a:lnTo>
                  <a:pt x="228600" y="1000125"/>
                </a:lnTo>
                <a:lnTo>
                  <a:pt x="228600" y="990600"/>
                </a:lnTo>
                <a:lnTo>
                  <a:pt x="247650" y="990600"/>
                </a:lnTo>
                <a:close/>
                <a:moveTo>
                  <a:pt x="723900" y="981075"/>
                </a:moveTo>
                <a:lnTo>
                  <a:pt x="771525" y="981075"/>
                </a:lnTo>
                <a:lnTo>
                  <a:pt x="771525" y="1009650"/>
                </a:lnTo>
                <a:lnTo>
                  <a:pt x="752475" y="1009650"/>
                </a:lnTo>
                <a:lnTo>
                  <a:pt x="752475" y="1019175"/>
                </a:lnTo>
                <a:lnTo>
                  <a:pt x="733425" y="1019175"/>
                </a:lnTo>
                <a:lnTo>
                  <a:pt x="733425" y="990600"/>
                </a:lnTo>
                <a:lnTo>
                  <a:pt x="723900" y="990600"/>
                </a:lnTo>
                <a:close/>
                <a:moveTo>
                  <a:pt x="1685925" y="981075"/>
                </a:moveTo>
                <a:lnTo>
                  <a:pt x="1714500" y="981075"/>
                </a:lnTo>
                <a:lnTo>
                  <a:pt x="1714500" y="990600"/>
                </a:lnTo>
                <a:lnTo>
                  <a:pt x="1685925" y="990600"/>
                </a:lnTo>
                <a:close/>
                <a:moveTo>
                  <a:pt x="209550" y="990600"/>
                </a:moveTo>
                <a:lnTo>
                  <a:pt x="219075" y="990600"/>
                </a:lnTo>
                <a:lnTo>
                  <a:pt x="219075" y="1000125"/>
                </a:lnTo>
                <a:lnTo>
                  <a:pt x="209550" y="1000125"/>
                </a:lnTo>
                <a:close/>
                <a:moveTo>
                  <a:pt x="333375" y="990600"/>
                </a:moveTo>
                <a:lnTo>
                  <a:pt x="361950" y="990600"/>
                </a:lnTo>
                <a:lnTo>
                  <a:pt x="361950" y="1000125"/>
                </a:lnTo>
                <a:lnTo>
                  <a:pt x="352425" y="1000125"/>
                </a:lnTo>
                <a:lnTo>
                  <a:pt x="352425" y="1038225"/>
                </a:lnTo>
                <a:lnTo>
                  <a:pt x="333375" y="1038225"/>
                </a:lnTo>
                <a:lnTo>
                  <a:pt x="333375" y="1028700"/>
                </a:lnTo>
                <a:lnTo>
                  <a:pt x="323850" y="1028700"/>
                </a:lnTo>
                <a:lnTo>
                  <a:pt x="323850" y="1009650"/>
                </a:lnTo>
                <a:lnTo>
                  <a:pt x="342900" y="1009650"/>
                </a:lnTo>
                <a:lnTo>
                  <a:pt x="342900" y="1000125"/>
                </a:lnTo>
                <a:lnTo>
                  <a:pt x="333375" y="1000125"/>
                </a:lnTo>
                <a:close/>
                <a:moveTo>
                  <a:pt x="219075" y="1000125"/>
                </a:moveTo>
                <a:lnTo>
                  <a:pt x="228600" y="1000125"/>
                </a:lnTo>
                <a:lnTo>
                  <a:pt x="228600" y="1009650"/>
                </a:lnTo>
                <a:lnTo>
                  <a:pt x="219075" y="1009650"/>
                </a:lnTo>
                <a:close/>
                <a:moveTo>
                  <a:pt x="361950" y="1000125"/>
                </a:moveTo>
                <a:lnTo>
                  <a:pt x="381000" y="1000125"/>
                </a:lnTo>
                <a:lnTo>
                  <a:pt x="381000" y="1019175"/>
                </a:lnTo>
                <a:lnTo>
                  <a:pt x="371475" y="1019175"/>
                </a:lnTo>
                <a:lnTo>
                  <a:pt x="371475" y="1009650"/>
                </a:lnTo>
                <a:lnTo>
                  <a:pt x="361950" y="1009650"/>
                </a:lnTo>
                <a:close/>
                <a:moveTo>
                  <a:pt x="180975" y="1009650"/>
                </a:moveTo>
                <a:lnTo>
                  <a:pt x="190500" y="1009650"/>
                </a:lnTo>
                <a:lnTo>
                  <a:pt x="190500" y="1038225"/>
                </a:lnTo>
                <a:lnTo>
                  <a:pt x="180975" y="1038225"/>
                </a:lnTo>
                <a:close/>
                <a:moveTo>
                  <a:pt x="257175" y="1019175"/>
                </a:moveTo>
                <a:lnTo>
                  <a:pt x="285750" y="1019175"/>
                </a:lnTo>
                <a:lnTo>
                  <a:pt x="285750" y="1038225"/>
                </a:lnTo>
                <a:lnTo>
                  <a:pt x="266700" y="1038225"/>
                </a:lnTo>
                <a:lnTo>
                  <a:pt x="266700" y="1028700"/>
                </a:lnTo>
                <a:lnTo>
                  <a:pt x="257175" y="1028700"/>
                </a:lnTo>
                <a:close/>
                <a:moveTo>
                  <a:pt x="876300" y="1019175"/>
                </a:moveTo>
                <a:lnTo>
                  <a:pt x="885825" y="1019175"/>
                </a:lnTo>
                <a:lnTo>
                  <a:pt x="885825" y="1009650"/>
                </a:lnTo>
                <a:lnTo>
                  <a:pt x="876300" y="1009650"/>
                </a:lnTo>
                <a:close/>
                <a:moveTo>
                  <a:pt x="200025" y="1028700"/>
                </a:moveTo>
                <a:lnTo>
                  <a:pt x="219075" y="1028700"/>
                </a:lnTo>
                <a:lnTo>
                  <a:pt x="219075" y="1047750"/>
                </a:lnTo>
                <a:lnTo>
                  <a:pt x="200025" y="1047750"/>
                </a:lnTo>
                <a:close/>
                <a:moveTo>
                  <a:pt x="561975" y="1028700"/>
                </a:moveTo>
                <a:lnTo>
                  <a:pt x="552450" y="1028700"/>
                </a:lnTo>
                <a:lnTo>
                  <a:pt x="552450" y="1038225"/>
                </a:lnTo>
                <a:lnTo>
                  <a:pt x="561975" y="1038225"/>
                </a:lnTo>
                <a:close/>
                <a:moveTo>
                  <a:pt x="561975" y="1028700"/>
                </a:moveTo>
                <a:lnTo>
                  <a:pt x="571500" y="1028700"/>
                </a:lnTo>
                <a:lnTo>
                  <a:pt x="571500" y="1019175"/>
                </a:lnTo>
                <a:lnTo>
                  <a:pt x="561975" y="1019175"/>
                </a:lnTo>
                <a:close/>
                <a:moveTo>
                  <a:pt x="942975" y="1038225"/>
                </a:moveTo>
                <a:lnTo>
                  <a:pt x="952500" y="1038225"/>
                </a:lnTo>
                <a:lnTo>
                  <a:pt x="952500" y="1028700"/>
                </a:lnTo>
                <a:lnTo>
                  <a:pt x="942975" y="1028700"/>
                </a:lnTo>
                <a:close/>
                <a:moveTo>
                  <a:pt x="1104900" y="1038225"/>
                </a:moveTo>
                <a:lnTo>
                  <a:pt x="1114425" y="1038225"/>
                </a:lnTo>
                <a:lnTo>
                  <a:pt x="1114425" y="1047750"/>
                </a:lnTo>
                <a:lnTo>
                  <a:pt x="1123950" y="1047750"/>
                </a:lnTo>
                <a:lnTo>
                  <a:pt x="1123950" y="1066800"/>
                </a:lnTo>
                <a:lnTo>
                  <a:pt x="1133475" y="1066800"/>
                </a:lnTo>
                <a:lnTo>
                  <a:pt x="1133475" y="1076325"/>
                </a:lnTo>
                <a:lnTo>
                  <a:pt x="1104900" y="1076325"/>
                </a:lnTo>
                <a:lnTo>
                  <a:pt x="1104900" y="1066800"/>
                </a:lnTo>
                <a:lnTo>
                  <a:pt x="1076325" y="1066800"/>
                </a:lnTo>
                <a:lnTo>
                  <a:pt x="1076325" y="1057275"/>
                </a:lnTo>
                <a:lnTo>
                  <a:pt x="1047750" y="1057275"/>
                </a:lnTo>
                <a:lnTo>
                  <a:pt x="1047750" y="1047750"/>
                </a:lnTo>
                <a:lnTo>
                  <a:pt x="1104900" y="1047750"/>
                </a:lnTo>
                <a:close/>
                <a:moveTo>
                  <a:pt x="762000" y="1047750"/>
                </a:moveTo>
                <a:lnTo>
                  <a:pt x="771525" y="1047750"/>
                </a:lnTo>
                <a:lnTo>
                  <a:pt x="771525" y="1057275"/>
                </a:lnTo>
                <a:lnTo>
                  <a:pt x="762000" y="1057275"/>
                </a:lnTo>
                <a:close/>
                <a:moveTo>
                  <a:pt x="847725" y="1047750"/>
                </a:moveTo>
                <a:lnTo>
                  <a:pt x="857250" y="1047750"/>
                </a:lnTo>
                <a:lnTo>
                  <a:pt x="857250" y="1038225"/>
                </a:lnTo>
                <a:lnTo>
                  <a:pt x="847725" y="1038225"/>
                </a:lnTo>
                <a:close/>
                <a:moveTo>
                  <a:pt x="1314450" y="1057275"/>
                </a:moveTo>
                <a:lnTo>
                  <a:pt x="1333500" y="1057275"/>
                </a:lnTo>
                <a:lnTo>
                  <a:pt x="1333500" y="1066800"/>
                </a:lnTo>
                <a:lnTo>
                  <a:pt x="1381125" y="1066800"/>
                </a:lnTo>
                <a:lnTo>
                  <a:pt x="1381125" y="1076325"/>
                </a:lnTo>
                <a:lnTo>
                  <a:pt x="1362075" y="1076325"/>
                </a:lnTo>
                <a:lnTo>
                  <a:pt x="1362075" y="1085850"/>
                </a:lnTo>
                <a:lnTo>
                  <a:pt x="1333500" y="1085850"/>
                </a:lnTo>
                <a:lnTo>
                  <a:pt x="1333500" y="1076325"/>
                </a:lnTo>
                <a:lnTo>
                  <a:pt x="1304925" y="1076325"/>
                </a:lnTo>
                <a:lnTo>
                  <a:pt x="1304925" y="1066800"/>
                </a:lnTo>
                <a:lnTo>
                  <a:pt x="1314450" y="1066800"/>
                </a:lnTo>
                <a:close/>
                <a:moveTo>
                  <a:pt x="1466850" y="1057275"/>
                </a:moveTo>
                <a:lnTo>
                  <a:pt x="1514475" y="1057275"/>
                </a:lnTo>
                <a:lnTo>
                  <a:pt x="1514475" y="1066800"/>
                </a:lnTo>
                <a:lnTo>
                  <a:pt x="1524000" y="1066800"/>
                </a:lnTo>
                <a:lnTo>
                  <a:pt x="1524000" y="1076325"/>
                </a:lnTo>
                <a:lnTo>
                  <a:pt x="1504950" y="1076325"/>
                </a:lnTo>
                <a:lnTo>
                  <a:pt x="1504950" y="1066800"/>
                </a:lnTo>
                <a:lnTo>
                  <a:pt x="1466850" y="1066800"/>
                </a:lnTo>
                <a:close/>
                <a:moveTo>
                  <a:pt x="1019175" y="1066800"/>
                </a:moveTo>
                <a:lnTo>
                  <a:pt x="1047750" y="1066800"/>
                </a:lnTo>
                <a:lnTo>
                  <a:pt x="1047750" y="1085850"/>
                </a:lnTo>
                <a:lnTo>
                  <a:pt x="1038225" y="1085850"/>
                </a:lnTo>
                <a:lnTo>
                  <a:pt x="1038225" y="1076325"/>
                </a:lnTo>
                <a:lnTo>
                  <a:pt x="1019175" y="1076325"/>
                </a:lnTo>
                <a:close/>
                <a:moveTo>
                  <a:pt x="1152525" y="1066800"/>
                </a:moveTo>
                <a:lnTo>
                  <a:pt x="1171575" y="1066800"/>
                </a:lnTo>
                <a:lnTo>
                  <a:pt x="1171575" y="1085850"/>
                </a:lnTo>
                <a:lnTo>
                  <a:pt x="1162050" y="1085850"/>
                </a:lnTo>
                <a:lnTo>
                  <a:pt x="1162050" y="1076325"/>
                </a:lnTo>
                <a:lnTo>
                  <a:pt x="1152525" y="1076325"/>
                </a:lnTo>
                <a:close/>
                <a:moveTo>
                  <a:pt x="1428750" y="1066800"/>
                </a:moveTo>
                <a:lnTo>
                  <a:pt x="1438275" y="1066800"/>
                </a:lnTo>
                <a:lnTo>
                  <a:pt x="1438275" y="1076325"/>
                </a:lnTo>
                <a:lnTo>
                  <a:pt x="1428750" y="1076325"/>
                </a:lnTo>
                <a:close/>
                <a:moveTo>
                  <a:pt x="1543050" y="1066800"/>
                </a:moveTo>
                <a:lnTo>
                  <a:pt x="1562100" y="1066800"/>
                </a:lnTo>
                <a:lnTo>
                  <a:pt x="1562100" y="1085850"/>
                </a:lnTo>
                <a:lnTo>
                  <a:pt x="1543050" y="1085850"/>
                </a:lnTo>
                <a:close/>
                <a:moveTo>
                  <a:pt x="1600200" y="1066800"/>
                </a:moveTo>
                <a:lnTo>
                  <a:pt x="1609725" y="1066800"/>
                </a:lnTo>
                <a:lnTo>
                  <a:pt x="1609725" y="1076325"/>
                </a:lnTo>
                <a:lnTo>
                  <a:pt x="1600200" y="1076325"/>
                </a:lnTo>
                <a:close/>
                <a:moveTo>
                  <a:pt x="495300" y="1076325"/>
                </a:moveTo>
                <a:lnTo>
                  <a:pt x="504825" y="1076325"/>
                </a:lnTo>
                <a:lnTo>
                  <a:pt x="504825" y="1085850"/>
                </a:lnTo>
                <a:lnTo>
                  <a:pt x="495300" y="1085850"/>
                </a:lnTo>
                <a:close/>
                <a:moveTo>
                  <a:pt x="190500" y="1104900"/>
                </a:moveTo>
                <a:lnTo>
                  <a:pt x="200025" y="1104900"/>
                </a:lnTo>
                <a:lnTo>
                  <a:pt x="200025" y="1114425"/>
                </a:lnTo>
                <a:lnTo>
                  <a:pt x="209550" y="1114425"/>
                </a:lnTo>
                <a:lnTo>
                  <a:pt x="209550" y="1123950"/>
                </a:lnTo>
                <a:lnTo>
                  <a:pt x="200025" y="1123950"/>
                </a:lnTo>
                <a:lnTo>
                  <a:pt x="200025" y="1133475"/>
                </a:lnTo>
                <a:lnTo>
                  <a:pt x="190500" y="1133475"/>
                </a:lnTo>
                <a:close/>
                <a:moveTo>
                  <a:pt x="514350" y="1104900"/>
                </a:moveTo>
                <a:lnTo>
                  <a:pt x="523875" y="1104900"/>
                </a:lnTo>
                <a:lnTo>
                  <a:pt x="523875" y="1114425"/>
                </a:lnTo>
                <a:lnTo>
                  <a:pt x="533400" y="1114425"/>
                </a:lnTo>
                <a:lnTo>
                  <a:pt x="533400" y="1123950"/>
                </a:lnTo>
                <a:lnTo>
                  <a:pt x="504825" y="1123950"/>
                </a:lnTo>
                <a:lnTo>
                  <a:pt x="504825" y="1114425"/>
                </a:lnTo>
                <a:lnTo>
                  <a:pt x="514350" y="1114425"/>
                </a:lnTo>
                <a:close/>
                <a:moveTo>
                  <a:pt x="857250" y="1104900"/>
                </a:moveTo>
                <a:lnTo>
                  <a:pt x="866775" y="1104900"/>
                </a:lnTo>
                <a:lnTo>
                  <a:pt x="866775" y="1114425"/>
                </a:lnTo>
                <a:lnTo>
                  <a:pt x="904875" y="1114425"/>
                </a:lnTo>
                <a:lnTo>
                  <a:pt x="904875" y="1104900"/>
                </a:lnTo>
                <a:lnTo>
                  <a:pt x="952500" y="1104900"/>
                </a:lnTo>
                <a:lnTo>
                  <a:pt x="952500" y="1114425"/>
                </a:lnTo>
                <a:lnTo>
                  <a:pt x="981075" y="1114425"/>
                </a:lnTo>
                <a:lnTo>
                  <a:pt x="981075" y="1123950"/>
                </a:lnTo>
                <a:lnTo>
                  <a:pt x="971550" y="1123950"/>
                </a:lnTo>
                <a:lnTo>
                  <a:pt x="971550" y="1133475"/>
                </a:lnTo>
                <a:lnTo>
                  <a:pt x="904875" y="1133475"/>
                </a:lnTo>
                <a:lnTo>
                  <a:pt x="904875" y="1123950"/>
                </a:lnTo>
                <a:lnTo>
                  <a:pt x="876300" y="1123950"/>
                </a:lnTo>
                <a:lnTo>
                  <a:pt x="876300" y="1133475"/>
                </a:lnTo>
                <a:lnTo>
                  <a:pt x="866775" y="1133475"/>
                </a:lnTo>
                <a:lnTo>
                  <a:pt x="866775" y="1123950"/>
                </a:lnTo>
                <a:lnTo>
                  <a:pt x="847725" y="1123950"/>
                </a:lnTo>
                <a:lnTo>
                  <a:pt x="847725" y="1114425"/>
                </a:lnTo>
                <a:lnTo>
                  <a:pt x="857250" y="1114425"/>
                </a:lnTo>
                <a:close/>
                <a:moveTo>
                  <a:pt x="1200150" y="1104900"/>
                </a:moveTo>
                <a:lnTo>
                  <a:pt x="1209675" y="1104900"/>
                </a:lnTo>
                <a:lnTo>
                  <a:pt x="1209675" y="1114425"/>
                </a:lnTo>
                <a:lnTo>
                  <a:pt x="1219200" y="1114425"/>
                </a:lnTo>
                <a:lnTo>
                  <a:pt x="1219200" y="1123950"/>
                </a:lnTo>
                <a:lnTo>
                  <a:pt x="1200150" y="1123950"/>
                </a:lnTo>
                <a:lnTo>
                  <a:pt x="1200150" y="1133475"/>
                </a:lnTo>
                <a:lnTo>
                  <a:pt x="1190625" y="1133475"/>
                </a:lnTo>
                <a:lnTo>
                  <a:pt x="1190625" y="1114425"/>
                </a:lnTo>
                <a:lnTo>
                  <a:pt x="1200150" y="1114425"/>
                </a:lnTo>
                <a:close/>
                <a:moveTo>
                  <a:pt x="628650" y="1114425"/>
                </a:moveTo>
                <a:lnTo>
                  <a:pt x="638175" y="1114425"/>
                </a:lnTo>
                <a:lnTo>
                  <a:pt x="638175" y="1123950"/>
                </a:lnTo>
                <a:lnTo>
                  <a:pt x="628650" y="1123950"/>
                </a:lnTo>
                <a:close/>
                <a:moveTo>
                  <a:pt x="752475" y="1114425"/>
                </a:moveTo>
                <a:lnTo>
                  <a:pt x="828675" y="1114425"/>
                </a:lnTo>
                <a:lnTo>
                  <a:pt x="828675" y="1123950"/>
                </a:lnTo>
                <a:lnTo>
                  <a:pt x="752475" y="1123950"/>
                </a:lnTo>
                <a:close/>
                <a:moveTo>
                  <a:pt x="1019175" y="1114425"/>
                </a:moveTo>
                <a:lnTo>
                  <a:pt x="1028700" y="1114425"/>
                </a:lnTo>
                <a:lnTo>
                  <a:pt x="1028700" y="1123950"/>
                </a:lnTo>
                <a:lnTo>
                  <a:pt x="1019175" y="1123950"/>
                </a:lnTo>
                <a:close/>
                <a:moveTo>
                  <a:pt x="1047750" y="1114425"/>
                </a:moveTo>
                <a:lnTo>
                  <a:pt x="1057275" y="1114425"/>
                </a:lnTo>
                <a:lnTo>
                  <a:pt x="1057275" y="1123950"/>
                </a:lnTo>
                <a:lnTo>
                  <a:pt x="1047750" y="1123950"/>
                </a:lnTo>
                <a:close/>
                <a:moveTo>
                  <a:pt x="1143000" y="1114425"/>
                </a:moveTo>
                <a:lnTo>
                  <a:pt x="1162050" y="1114425"/>
                </a:lnTo>
                <a:lnTo>
                  <a:pt x="1162050" y="1123950"/>
                </a:lnTo>
                <a:lnTo>
                  <a:pt x="1143000" y="1123950"/>
                </a:lnTo>
                <a:close/>
                <a:moveTo>
                  <a:pt x="1352550" y="1114425"/>
                </a:moveTo>
                <a:lnTo>
                  <a:pt x="1381125" y="1114425"/>
                </a:lnTo>
                <a:lnTo>
                  <a:pt x="1381125" y="1123950"/>
                </a:lnTo>
                <a:lnTo>
                  <a:pt x="1352550" y="1123950"/>
                </a:lnTo>
                <a:close/>
                <a:moveTo>
                  <a:pt x="1390650" y="1114425"/>
                </a:moveTo>
                <a:lnTo>
                  <a:pt x="1400175" y="1114425"/>
                </a:lnTo>
                <a:lnTo>
                  <a:pt x="1400175" y="1123950"/>
                </a:lnTo>
                <a:lnTo>
                  <a:pt x="1390650" y="1123950"/>
                </a:lnTo>
                <a:close/>
                <a:moveTo>
                  <a:pt x="1419225" y="1114425"/>
                </a:moveTo>
                <a:lnTo>
                  <a:pt x="1504950" y="1114425"/>
                </a:lnTo>
                <a:lnTo>
                  <a:pt x="1504950" y="1123950"/>
                </a:lnTo>
                <a:lnTo>
                  <a:pt x="1419225" y="1123950"/>
                </a:lnTo>
                <a:close/>
                <a:moveTo>
                  <a:pt x="1533525" y="1114425"/>
                </a:moveTo>
                <a:lnTo>
                  <a:pt x="1600200" y="1114425"/>
                </a:lnTo>
                <a:lnTo>
                  <a:pt x="1600200" y="1123950"/>
                </a:lnTo>
                <a:lnTo>
                  <a:pt x="1533525" y="1123950"/>
                </a:lnTo>
                <a:close/>
                <a:moveTo>
                  <a:pt x="180975" y="1323975"/>
                </a:moveTo>
                <a:lnTo>
                  <a:pt x="190500" y="1323975"/>
                </a:lnTo>
                <a:lnTo>
                  <a:pt x="190500" y="1343025"/>
                </a:lnTo>
                <a:lnTo>
                  <a:pt x="200025" y="1343025"/>
                </a:lnTo>
                <a:lnTo>
                  <a:pt x="200025" y="1352550"/>
                </a:lnTo>
                <a:lnTo>
                  <a:pt x="180975" y="1352550"/>
                </a:lnTo>
                <a:close/>
                <a:moveTo>
                  <a:pt x="1019175" y="1362075"/>
                </a:moveTo>
                <a:lnTo>
                  <a:pt x="1028700" y="1362075"/>
                </a:lnTo>
                <a:lnTo>
                  <a:pt x="1028700" y="1371600"/>
                </a:lnTo>
                <a:lnTo>
                  <a:pt x="1038225" y="1371600"/>
                </a:lnTo>
                <a:lnTo>
                  <a:pt x="1038225" y="1381125"/>
                </a:lnTo>
                <a:lnTo>
                  <a:pt x="1066800" y="1381125"/>
                </a:lnTo>
                <a:lnTo>
                  <a:pt x="1066800" y="1390650"/>
                </a:lnTo>
                <a:lnTo>
                  <a:pt x="1076325" y="1390650"/>
                </a:lnTo>
                <a:lnTo>
                  <a:pt x="1076325" y="1381125"/>
                </a:lnTo>
                <a:lnTo>
                  <a:pt x="1104900" y="1381125"/>
                </a:lnTo>
                <a:lnTo>
                  <a:pt x="1104900" y="1371600"/>
                </a:lnTo>
                <a:lnTo>
                  <a:pt x="1133475" y="1371600"/>
                </a:lnTo>
                <a:lnTo>
                  <a:pt x="1133475" y="1381125"/>
                </a:lnTo>
                <a:lnTo>
                  <a:pt x="1171575" y="1381125"/>
                </a:lnTo>
                <a:lnTo>
                  <a:pt x="1171575" y="1371600"/>
                </a:lnTo>
                <a:lnTo>
                  <a:pt x="1200150" y="1371600"/>
                </a:lnTo>
                <a:lnTo>
                  <a:pt x="1200150" y="1381125"/>
                </a:lnTo>
                <a:lnTo>
                  <a:pt x="1219200" y="1381125"/>
                </a:lnTo>
                <a:lnTo>
                  <a:pt x="1219200" y="1390650"/>
                </a:lnTo>
                <a:lnTo>
                  <a:pt x="1228725" y="1390650"/>
                </a:lnTo>
                <a:lnTo>
                  <a:pt x="1228725" y="1381125"/>
                </a:lnTo>
                <a:lnTo>
                  <a:pt x="1238250" y="1381125"/>
                </a:lnTo>
                <a:lnTo>
                  <a:pt x="1238250" y="1371600"/>
                </a:lnTo>
                <a:lnTo>
                  <a:pt x="1247775" y="1371600"/>
                </a:lnTo>
                <a:lnTo>
                  <a:pt x="1247775" y="1381125"/>
                </a:lnTo>
                <a:lnTo>
                  <a:pt x="1276350" y="1381125"/>
                </a:lnTo>
                <a:lnTo>
                  <a:pt x="1276350" y="1371600"/>
                </a:lnTo>
                <a:lnTo>
                  <a:pt x="1333500" y="1371600"/>
                </a:lnTo>
                <a:lnTo>
                  <a:pt x="1333500" y="1381125"/>
                </a:lnTo>
                <a:lnTo>
                  <a:pt x="1362075" y="1381125"/>
                </a:lnTo>
                <a:lnTo>
                  <a:pt x="1362075" y="1390650"/>
                </a:lnTo>
                <a:lnTo>
                  <a:pt x="1381125" y="1390650"/>
                </a:lnTo>
                <a:lnTo>
                  <a:pt x="1381125" y="1371600"/>
                </a:lnTo>
                <a:lnTo>
                  <a:pt x="1390650" y="1371600"/>
                </a:lnTo>
                <a:lnTo>
                  <a:pt x="1390650" y="1362075"/>
                </a:lnTo>
                <a:lnTo>
                  <a:pt x="1457325" y="1362075"/>
                </a:lnTo>
                <a:lnTo>
                  <a:pt x="1457325" y="1371600"/>
                </a:lnTo>
                <a:lnTo>
                  <a:pt x="1495425" y="1371600"/>
                </a:lnTo>
                <a:lnTo>
                  <a:pt x="1495425" y="1381125"/>
                </a:lnTo>
                <a:lnTo>
                  <a:pt x="1543050" y="1381125"/>
                </a:lnTo>
                <a:lnTo>
                  <a:pt x="1543050" y="1371600"/>
                </a:lnTo>
                <a:lnTo>
                  <a:pt x="1581150" y="1371600"/>
                </a:lnTo>
                <a:lnTo>
                  <a:pt x="1581150" y="1381125"/>
                </a:lnTo>
                <a:lnTo>
                  <a:pt x="1590675" y="1381125"/>
                </a:lnTo>
                <a:lnTo>
                  <a:pt x="1590675" y="1371600"/>
                </a:lnTo>
                <a:lnTo>
                  <a:pt x="1619250" y="1371600"/>
                </a:lnTo>
                <a:lnTo>
                  <a:pt x="1619250" y="1381125"/>
                </a:lnTo>
                <a:lnTo>
                  <a:pt x="1647825" y="1381125"/>
                </a:lnTo>
                <a:lnTo>
                  <a:pt x="1647825" y="1371600"/>
                </a:lnTo>
                <a:lnTo>
                  <a:pt x="1676400" y="1371600"/>
                </a:lnTo>
                <a:lnTo>
                  <a:pt x="1676400" y="1381125"/>
                </a:lnTo>
                <a:lnTo>
                  <a:pt x="1685925" y="1381125"/>
                </a:lnTo>
                <a:lnTo>
                  <a:pt x="1685925" y="1390650"/>
                </a:lnTo>
                <a:lnTo>
                  <a:pt x="1714500" y="1390650"/>
                </a:lnTo>
                <a:lnTo>
                  <a:pt x="1714500" y="1419225"/>
                </a:lnTo>
                <a:lnTo>
                  <a:pt x="1704975" y="1419225"/>
                </a:lnTo>
                <a:lnTo>
                  <a:pt x="1704975" y="1438275"/>
                </a:lnTo>
                <a:lnTo>
                  <a:pt x="1695450" y="1438275"/>
                </a:lnTo>
                <a:lnTo>
                  <a:pt x="1695450" y="1457325"/>
                </a:lnTo>
                <a:lnTo>
                  <a:pt x="1724025" y="1457325"/>
                </a:lnTo>
                <a:lnTo>
                  <a:pt x="1724025" y="1447800"/>
                </a:lnTo>
                <a:lnTo>
                  <a:pt x="1733550" y="1447800"/>
                </a:lnTo>
                <a:lnTo>
                  <a:pt x="1733550" y="1457325"/>
                </a:lnTo>
                <a:lnTo>
                  <a:pt x="1724025" y="1457325"/>
                </a:lnTo>
                <a:lnTo>
                  <a:pt x="1724025" y="1485900"/>
                </a:lnTo>
                <a:lnTo>
                  <a:pt x="1714500" y="1485900"/>
                </a:lnTo>
                <a:lnTo>
                  <a:pt x="1714500" y="1476375"/>
                </a:lnTo>
                <a:lnTo>
                  <a:pt x="1685925" y="1476375"/>
                </a:lnTo>
                <a:lnTo>
                  <a:pt x="1685925" y="1466850"/>
                </a:lnTo>
                <a:lnTo>
                  <a:pt x="1676400" y="1466850"/>
                </a:lnTo>
                <a:lnTo>
                  <a:pt x="1676400" y="1485900"/>
                </a:lnTo>
                <a:lnTo>
                  <a:pt x="1657350" y="1485900"/>
                </a:lnTo>
                <a:lnTo>
                  <a:pt x="1657350" y="1476375"/>
                </a:lnTo>
                <a:lnTo>
                  <a:pt x="1647825" y="1476375"/>
                </a:lnTo>
                <a:lnTo>
                  <a:pt x="1647825" y="1466850"/>
                </a:lnTo>
                <a:lnTo>
                  <a:pt x="1638300" y="1466850"/>
                </a:lnTo>
                <a:lnTo>
                  <a:pt x="1638300" y="1457325"/>
                </a:lnTo>
                <a:lnTo>
                  <a:pt x="1628775" y="1457325"/>
                </a:lnTo>
                <a:lnTo>
                  <a:pt x="1628775" y="1438275"/>
                </a:lnTo>
                <a:lnTo>
                  <a:pt x="1619250" y="1438275"/>
                </a:lnTo>
                <a:lnTo>
                  <a:pt x="1619250" y="1428750"/>
                </a:lnTo>
                <a:lnTo>
                  <a:pt x="1609725" y="1428750"/>
                </a:lnTo>
                <a:lnTo>
                  <a:pt x="1609725" y="1419225"/>
                </a:lnTo>
                <a:lnTo>
                  <a:pt x="1590675" y="1419225"/>
                </a:lnTo>
                <a:lnTo>
                  <a:pt x="1590675" y="1457325"/>
                </a:lnTo>
                <a:lnTo>
                  <a:pt x="1609725" y="1457325"/>
                </a:lnTo>
                <a:lnTo>
                  <a:pt x="1609725" y="1466850"/>
                </a:lnTo>
                <a:lnTo>
                  <a:pt x="1619250" y="1466850"/>
                </a:lnTo>
                <a:lnTo>
                  <a:pt x="1619250" y="1476375"/>
                </a:lnTo>
                <a:lnTo>
                  <a:pt x="1628775" y="1476375"/>
                </a:lnTo>
                <a:lnTo>
                  <a:pt x="1628775" y="1485900"/>
                </a:lnTo>
                <a:lnTo>
                  <a:pt x="1600200" y="1485900"/>
                </a:lnTo>
                <a:lnTo>
                  <a:pt x="1600200" y="1476375"/>
                </a:lnTo>
                <a:lnTo>
                  <a:pt x="1590675" y="1476375"/>
                </a:lnTo>
                <a:lnTo>
                  <a:pt x="1590675" y="1466850"/>
                </a:lnTo>
                <a:lnTo>
                  <a:pt x="1552575" y="1466850"/>
                </a:lnTo>
                <a:lnTo>
                  <a:pt x="1552575" y="1476375"/>
                </a:lnTo>
                <a:lnTo>
                  <a:pt x="1524000" y="1476375"/>
                </a:lnTo>
                <a:lnTo>
                  <a:pt x="1524000" y="1466850"/>
                </a:lnTo>
                <a:lnTo>
                  <a:pt x="1485900" y="1466850"/>
                </a:lnTo>
                <a:lnTo>
                  <a:pt x="1485900" y="1476375"/>
                </a:lnTo>
                <a:lnTo>
                  <a:pt x="1476375" y="1476375"/>
                </a:lnTo>
                <a:lnTo>
                  <a:pt x="1476375" y="1466850"/>
                </a:lnTo>
                <a:lnTo>
                  <a:pt x="1447800" y="1466850"/>
                </a:lnTo>
                <a:lnTo>
                  <a:pt x="1447800" y="1476375"/>
                </a:lnTo>
                <a:lnTo>
                  <a:pt x="1428750" y="1476375"/>
                </a:lnTo>
                <a:lnTo>
                  <a:pt x="1428750" y="1466850"/>
                </a:lnTo>
                <a:lnTo>
                  <a:pt x="1409700" y="1466850"/>
                </a:lnTo>
                <a:lnTo>
                  <a:pt x="1409700" y="1476375"/>
                </a:lnTo>
                <a:lnTo>
                  <a:pt x="1362075" y="1476375"/>
                </a:lnTo>
                <a:lnTo>
                  <a:pt x="1362075" y="1466850"/>
                </a:lnTo>
                <a:lnTo>
                  <a:pt x="1352550" y="1466850"/>
                </a:lnTo>
                <a:lnTo>
                  <a:pt x="1352550" y="1476375"/>
                </a:lnTo>
                <a:lnTo>
                  <a:pt x="1238250" y="1476375"/>
                </a:lnTo>
                <a:lnTo>
                  <a:pt x="1238250" y="1466850"/>
                </a:lnTo>
                <a:lnTo>
                  <a:pt x="1228725" y="1466850"/>
                </a:lnTo>
                <a:lnTo>
                  <a:pt x="1228725" y="1476375"/>
                </a:lnTo>
                <a:lnTo>
                  <a:pt x="1181100" y="1476375"/>
                </a:lnTo>
                <a:lnTo>
                  <a:pt x="1181100" y="1466850"/>
                </a:lnTo>
                <a:lnTo>
                  <a:pt x="1171575" y="1466850"/>
                </a:lnTo>
                <a:lnTo>
                  <a:pt x="1171575" y="1457325"/>
                </a:lnTo>
                <a:lnTo>
                  <a:pt x="1152525" y="1457325"/>
                </a:lnTo>
                <a:lnTo>
                  <a:pt x="1152525" y="1504950"/>
                </a:lnTo>
                <a:lnTo>
                  <a:pt x="1162050" y="1504950"/>
                </a:lnTo>
                <a:lnTo>
                  <a:pt x="1162050" y="1485900"/>
                </a:lnTo>
                <a:lnTo>
                  <a:pt x="1181100" y="1485900"/>
                </a:lnTo>
                <a:lnTo>
                  <a:pt x="1181100" y="1495425"/>
                </a:lnTo>
                <a:lnTo>
                  <a:pt x="1171575" y="1495425"/>
                </a:lnTo>
                <a:lnTo>
                  <a:pt x="1171575" y="1504950"/>
                </a:lnTo>
                <a:lnTo>
                  <a:pt x="1228725" y="1504950"/>
                </a:lnTo>
                <a:lnTo>
                  <a:pt x="1228725" y="1514475"/>
                </a:lnTo>
                <a:lnTo>
                  <a:pt x="1257300" y="1514475"/>
                </a:lnTo>
                <a:lnTo>
                  <a:pt x="1257300" y="1504950"/>
                </a:lnTo>
                <a:lnTo>
                  <a:pt x="1352550" y="1504950"/>
                </a:lnTo>
                <a:lnTo>
                  <a:pt x="1352550" y="1495425"/>
                </a:lnTo>
                <a:lnTo>
                  <a:pt x="1400175" y="1495425"/>
                </a:lnTo>
                <a:lnTo>
                  <a:pt x="1400175" y="1504950"/>
                </a:lnTo>
                <a:lnTo>
                  <a:pt x="1381125" y="1504950"/>
                </a:lnTo>
                <a:lnTo>
                  <a:pt x="1381125" y="1514475"/>
                </a:lnTo>
                <a:lnTo>
                  <a:pt x="1400175" y="1514475"/>
                </a:lnTo>
                <a:lnTo>
                  <a:pt x="1400175" y="1504950"/>
                </a:lnTo>
                <a:lnTo>
                  <a:pt x="1428750" y="1504950"/>
                </a:lnTo>
                <a:lnTo>
                  <a:pt x="1428750" y="1495425"/>
                </a:lnTo>
                <a:lnTo>
                  <a:pt x="1447800" y="1495425"/>
                </a:lnTo>
                <a:lnTo>
                  <a:pt x="1447800" y="1504950"/>
                </a:lnTo>
                <a:lnTo>
                  <a:pt x="1514475" y="1504950"/>
                </a:lnTo>
                <a:lnTo>
                  <a:pt x="1514475" y="1514475"/>
                </a:lnTo>
                <a:lnTo>
                  <a:pt x="1524000" y="1514475"/>
                </a:lnTo>
                <a:lnTo>
                  <a:pt x="1524000" y="1504950"/>
                </a:lnTo>
                <a:lnTo>
                  <a:pt x="1562100" y="1504950"/>
                </a:lnTo>
                <a:lnTo>
                  <a:pt x="1562100" y="1514475"/>
                </a:lnTo>
                <a:lnTo>
                  <a:pt x="1581150" y="1514475"/>
                </a:lnTo>
                <a:lnTo>
                  <a:pt x="1581150" y="1524000"/>
                </a:lnTo>
                <a:lnTo>
                  <a:pt x="1571625" y="1524000"/>
                </a:lnTo>
                <a:lnTo>
                  <a:pt x="1571625" y="1543050"/>
                </a:lnTo>
                <a:lnTo>
                  <a:pt x="1562100" y="1543050"/>
                </a:lnTo>
                <a:lnTo>
                  <a:pt x="1562100" y="1581150"/>
                </a:lnTo>
                <a:lnTo>
                  <a:pt x="1571625" y="1581150"/>
                </a:lnTo>
                <a:lnTo>
                  <a:pt x="1571625" y="1590675"/>
                </a:lnTo>
                <a:lnTo>
                  <a:pt x="1533525" y="1590675"/>
                </a:lnTo>
                <a:lnTo>
                  <a:pt x="1533525" y="1600200"/>
                </a:lnTo>
                <a:lnTo>
                  <a:pt x="1552575" y="1600200"/>
                </a:lnTo>
                <a:lnTo>
                  <a:pt x="1552575" y="1609725"/>
                </a:lnTo>
                <a:lnTo>
                  <a:pt x="1524000" y="1609725"/>
                </a:lnTo>
                <a:lnTo>
                  <a:pt x="1524000" y="1600200"/>
                </a:lnTo>
                <a:lnTo>
                  <a:pt x="1485900" y="1600200"/>
                </a:lnTo>
                <a:lnTo>
                  <a:pt x="1485900" y="1590675"/>
                </a:lnTo>
                <a:lnTo>
                  <a:pt x="1476375" y="1590675"/>
                </a:lnTo>
                <a:lnTo>
                  <a:pt x="1476375" y="1581150"/>
                </a:lnTo>
                <a:lnTo>
                  <a:pt x="1447800" y="1581150"/>
                </a:lnTo>
                <a:lnTo>
                  <a:pt x="1447800" y="1590675"/>
                </a:lnTo>
                <a:lnTo>
                  <a:pt x="1438275" y="1590675"/>
                </a:lnTo>
                <a:lnTo>
                  <a:pt x="1438275" y="1600200"/>
                </a:lnTo>
                <a:lnTo>
                  <a:pt x="1447800" y="1600200"/>
                </a:lnTo>
                <a:lnTo>
                  <a:pt x="1447800" y="1609725"/>
                </a:lnTo>
                <a:lnTo>
                  <a:pt x="1428750" y="1609725"/>
                </a:lnTo>
                <a:lnTo>
                  <a:pt x="1428750" y="1600200"/>
                </a:lnTo>
                <a:lnTo>
                  <a:pt x="1371600" y="1600200"/>
                </a:lnTo>
                <a:lnTo>
                  <a:pt x="1371600" y="1609725"/>
                </a:lnTo>
                <a:lnTo>
                  <a:pt x="1314450" y="1609725"/>
                </a:lnTo>
                <a:lnTo>
                  <a:pt x="1314450" y="1600200"/>
                </a:lnTo>
                <a:lnTo>
                  <a:pt x="1304925" y="1600200"/>
                </a:lnTo>
                <a:lnTo>
                  <a:pt x="1304925" y="1609725"/>
                </a:lnTo>
                <a:lnTo>
                  <a:pt x="1295400" y="1609725"/>
                </a:lnTo>
                <a:lnTo>
                  <a:pt x="1295400" y="1600200"/>
                </a:lnTo>
                <a:lnTo>
                  <a:pt x="1266825" y="1600200"/>
                </a:lnTo>
                <a:lnTo>
                  <a:pt x="1266825" y="1609725"/>
                </a:lnTo>
                <a:lnTo>
                  <a:pt x="1247775" y="1609725"/>
                </a:lnTo>
                <a:lnTo>
                  <a:pt x="1247775" y="1600200"/>
                </a:lnTo>
                <a:lnTo>
                  <a:pt x="1228725" y="1600200"/>
                </a:lnTo>
                <a:lnTo>
                  <a:pt x="1228725" y="1590675"/>
                </a:lnTo>
                <a:lnTo>
                  <a:pt x="1219200" y="1590675"/>
                </a:lnTo>
                <a:lnTo>
                  <a:pt x="1219200" y="1600200"/>
                </a:lnTo>
                <a:lnTo>
                  <a:pt x="1133475" y="1600200"/>
                </a:lnTo>
                <a:lnTo>
                  <a:pt x="1133475" y="1590675"/>
                </a:lnTo>
                <a:lnTo>
                  <a:pt x="1123950" y="1590675"/>
                </a:lnTo>
                <a:lnTo>
                  <a:pt x="1123950" y="1581150"/>
                </a:lnTo>
                <a:lnTo>
                  <a:pt x="1114425" y="1581150"/>
                </a:lnTo>
                <a:lnTo>
                  <a:pt x="1114425" y="1590675"/>
                </a:lnTo>
                <a:lnTo>
                  <a:pt x="1095375" y="1590675"/>
                </a:lnTo>
                <a:lnTo>
                  <a:pt x="1095375" y="1581150"/>
                </a:lnTo>
                <a:lnTo>
                  <a:pt x="1085850" y="1581150"/>
                </a:lnTo>
                <a:lnTo>
                  <a:pt x="1085850" y="1562100"/>
                </a:lnTo>
                <a:lnTo>
                  <a:pt x="1076325" y="1562100"/>
                </a:lnTo>
                <a:lnTo>
                  <a:pt x="1076325" y="1543050"/>
                </a:lnTo>
                <a:lnTo>
                  <a:pt x="1066800" y="1543050"/>
                </a:lnTo>
                <a:lnTo>
                  <a:pt x="1066800" y="1533525"/>
                </a:lnTo>
                <a:lnTo>
                  <a:pt x="1057275" y="1533525"/>
                </a:lnTo>
                <a:lnTo>
                  <a:pt x="1057275" y="1524000"/>
                </a:lnTo>
                <a:lnTo>
                  <a:pt x="1047750" y="1524000"/>
                </a:lnTo>
                <a:lnTo>
                  <a:pt x="1047750" y="1504950"/>
                </a:lnTo>
                <a:lnTo>
                  <a:pt x="1028700" y="1504950"/>
                </a:lnTo>
                <a:lnTo>
                  <a:pt x="1028700" y="1495425"/>
                </a:lnTo>
                <a:lnTo>
                  <a:pt x="1019175" y="1495425"/>
                </a:lnTo>
                <a:lnTo>
                  <a:pt x="1019175" y="1485900"/>
                </a:lnTo>
                <a:lnTo>
                  <a:pt x="990600" y="1485900"/>
                </a:lnTo>
                <a:lnTo>
                  <a:pt x="990600" y="1476375"/>
                </a:lnTo>
                <a:lnTo>
                  <a:pt x="971550" y="1476375"/>
                </a:lnTo>
                <a:lnTo>
                  <a:pt x="971550" y="1466850"/>
                </a:lnTo>
                <a:lnTo>
                  <a:pt x="933450" y="1466850"/>
                </a:lnTo>
                <a:lnTo>
                  <a:pt x="933450" y="1476375"/>
                </a:lnTo>
                <a:lnTo>
                  <a:pt x="914400" y="1476375"/>
                </a:lnTo>
                <a:lnTo>
                  <a:pt x="914400" y="1466850"/>
                </a:lnTo>
                <a:lnTo>
                  <a:pt x="895350" y="1466850"/>
                </a:lnTo>
                <a:lnTo>
                  <a:pt x="895350" y="1476375"/>
                </a:lnTo>
                <a:lnTo>
                  <a:pt x="866775" y="1476375"/>
                </a:lnTo>
                <a:lnTo>
                  <a:pt x="866775" y="1466850"/>
                </a:lnTo>
                <a:lnTo>
                  <a:pt x="847725" y="1466850"/>
                </a:lnTo>
                <a:lnTo>
                  <a:pt x="847725" y="1457325"/>
                </a:lnTo>
                <a:lnTo>
                  <a:pt x="819150" y="1457325"/>
                </a:lnTo>
                <a:lnTo>
                  <a:pt x="819150" y="1466850"/>
                </a:lnTo>
                <a:lnTo>
                  <a:pt x="800100" y="1466850"/>
                </a:lnTo>
                <a:lnTo>
                  <a:pt x="800100" y="1476375"/>
                </a:lnTo>
                <a:lnTo>
                  <a:pt x="790575" y="1476375"/>
                </a:lnTo>
                <a:lnTo>
                  <a:pt x="790575" y="1466850"/>
                </a:lnTo>
                <a:lnTo>
                  <a:pt x="752475" y="1466850"/>
                </a:lnTo>
                <a:lnTo>
                  <a:pt x="752475" y="1476375"/>
                </a:lnTo>
                <a:lnTo>
                  <a:pt x="685800" y="1476375"/>
                </a:lnTo>
                <a:lnTo>
                  <a:pt x="685800" y="1466850"/>
                </a:lnTo>
                <a:lnTo>
                  <a:pt x="676275" y="1466850"/>
                </a:lnTo>
                <a:lnTo>
                  <a:pt x="676275" y="1476375"/>
                </a:lnTo>
                <a:lnTo>
                  <a:pt x="590550" y="1476375"/>
                </a:lnTo>
                <a:lnTo>
                  <a:pt x="590550" y="1466850"/>
                </a:lnTo>
                <a:lnTo>
                  <a:pt x="581025" y="1466850"/>
                </a:lnTo>
                <a:lnTo>
                  <a:pt x="581025" y="1457325"/>
                </a:lnTo>
                <a:lnTo>
                  <a:pt x="590550" y="1457325"/>
                </a:lnTo>
                <a:lnTo>
                  <a:pt x="590550" y="1438275"/>
                </a:lnTo>
                <a:lnTo>
                  <a:pt x="600075" y="1438275"/>
                </a:lnTo>
                <a:lnTo>
                  <a:pt x="600075" y="1419225"/>
                </a:lnTo>
                <a:lnTo>
                  <a:pt x="590550" y="1419225"/>
                </a:lnTo>
                <a:lnTo>
                  <a:pt x="590550" y="1428750"/>
                </a:lnTo>
                <a:lnTo>
                  <a:pt x="581025" y="1428750"/>
                </a:lnTo>
                <a:lnTo>
                  <a:pt x="581025" y="1409700"/>
                </a:lnTo>
                <a:lnTo>
                  <a:pt x="571500" y="1409700"/>
                </a:lnTo>
                <a:lnTo>
                  <a:pt x="571500" y="1400175"/>
                </a:lnTo>
                <a:lnTo>
                  <a:pt x="561975" y="1400175"/>
                </a:lnTo>
                <a:lnTo>
                  <a:pt x="561975" y="1371600"/>
                </a:lnTo>
                <a:lnTo>
                  <a:pt x="590550" y="1371600"/>
                </a:lnTo>
                <a:lnTo>
                  <a:pt x="590550" y="1381125"/>
                </a:lnTo>
                <a:lnTo>
                  <a:pt x="600075" y="1381125"/>
                </a:lnTo>
                <a:lnTo>
                  <a:pt x="600075" y="1400175"/>
                </a:lnTo>
                <a:lnTo>
                  <a:pt x="609600" y="1400175"/>
                </a:lnTo>
                <a:lnTo>
                  <a:pt x="609600" y="1409700"/>
                </a:lnTo>
                <a:lnTo>
                  <a:pt x="666750" y="1409700"/>
                </a:lnTo>
                <a:lnTo>
                  <a:pt x="666750" y="1400175"/>
                </a:lnTo>
                <a:lnTo>
                  <a:pt x="704850" y="1400175"/>
                </a:lnTo>
                <a:lnTo>
                  <a:pt x="704850" y="1390650"/>
                </a:lnTo>
                <a:lnTo>
                  <a:pt x="714375" y="1390650"/>
                </a:lnTo>
                <a:lnTo>
                  <a:pt x="714375" y="1381125"/>
                </a:lnTo>
                <a:lnTo>
                  <a:pt x="723900" y="1381125"/>
                </a:lnTo>
                <a:lnTo>
                  <a:pt x="723900" y="1390650"/>
                </a:lnTo>
                <a:lnTo>
                  <a:pt x="752475" y="1390650"/>
                </a:lnTo>
                <a:lnTo>
                  <a:pt x="752475" y="1381125"/>
                </a:lnTo>
                <a:lnTo>
                  <a:pt x="771525" y="1381125"/>
                </a:lnTo>
                <a:lnTo>
                  <a:pt x="771525" y="1371600"/>
                </a:lnTo>
                <a:lnTo>
                  <a:pt x="790575" y="1371600"/>
                </a:lnTo>
                <a:lnTo>
                  <a:pt x="790575" y="1390650"/>
                </a:lnTo>
                <a:lnTo>
                  <a:pt x="800100" y="1390650"/>
                </a:lnTo>
                <a:lnTo>
                  <a:pt x="800100" y="1371600"/>
                </a:lnTo>
                <a:lnTo>
                  <a:pt x="809625" y="1371600"/>
                </a:lnTo>
                <a:lnTo>
                  <a:pt x="809625" y="1390650"/>
                </a:lnTo>
                <a:lnTo>
                  <a:pt x="819150" y="1390650"/>
                </a:lnTo>
                <a:lnTo>
                  <a:pt x="819150" y="1381125"/>
                </a:lnTo>
                <a:lnTo>
                  <a:pt x="838200" y="1381125"/>
                </a:lnTo>
                <a:lnTo>
                  <a:pt x="838200" y="1390650"/>
                </a:lnTo>
                <a:lnTo>
                  <a:pt x="847725" y="1390650"/>
                </a:lnTo>
                <a:lnTo>
                  <a:pt x="847725" y="1381125"/>
                </a:lnTo>
                <a:lnTo>
                  <a:pt x="857250" y="1381125"/>
                </a:lnTo>
                <a:lnTo>
                  <a:pt x="857250" y="1371600"/>
                </a:lnTo>
                <a:lnTo>
                  <a:pt x="885825" y="1371600"/>
                </a:lnTo>
                <a:lnTo>
                  <a:pt x="885825" y="1381125"/>
                </a:lnTo>
                <a:lnTo>
                  <a:pt x="895350" y="1381125"/>
                </a:lnTo>
                <a:lnTo>
                  <a:pt x="895350" y="1400175"/>
                </a:lnTo>
                <a:lnTo>
                  <a:pt x="904875" y="1400175"/>
                </a:lnTo>
                <a:lnTo>
                  <a:pt x="904875" y="1390650"/>
                </a:lnTo>
                <a:lnTo>
                  <a:pt x="933450" y="1390650"/>
                </a:lnTo>
                <a:lnTo>
                  <a:pt x="933450" y="1381125"/>
                </a:lnTo>
                <a:lnTo>
                  <a:pt x="952500" y="1381125"/>
                </a:lnTo>
                <a:lnTo>
                  <a:pt x="952500" y="1371600"/>
                </a:lnTo>
                <a:lnTo>
                  <a:pt x="981075" y="1371600"/>
                </a:lnTo>
                <a:lnTo>
                  <a:pt x="981075" y="1381125"/>
                </a:lnTo>
                <a:lnTo>
                  <a:pt x="1009650" y="1381125"/>
                </a:lnTo>
                <a:lnTo>
                  <a:pt x="1009650" y="1371600"/>
                </a:lnTo>
                <a:lnTo>
                  <a:pt x="1019175" y="1371600"/>
                </a:lnTo>
                <a:close/>
                <a:moveTo>
                  <a:pt x="219075" y="1371600"/>
                </a:moveTo>
                <a:lnTo>
                  <a:pt x="228600" y="1371600"/>
                </a:lnTo>
                <a:lnTo>
                  <a:pt x="228600" y="1381125"/>
                </a:lnTo>
                <a:lnTo>
                  <a:pt x="247650" y="1381125"/>
                </a:lnTo>
                <a:lnTo>
                  <a:pt x="247650" y="1390650"/>
                </a:lnTo>
                <a:lnTo>
                  <a:pt x="238125" y="1390650"/>
                </a:lnTo>
                <a:lnTo>
                  <a:pt x="238125" y="1400175"/>
                </a:lnTo>
                <a:lnTo>
                  <a:pt x="228600" y="1400175"/>
                </a:lnTo>
                <a:lnTo>
                  <a:pt x="228600" y="1457325"/>
                </a:lnTo>
                <a:lnTo>
                  <a:pt x="238125" y="1457325"/>
                </a:lnTo>
                <a:lnTo>
                  <a:pt x="238125" y="1466850"/>
                </a:lnTo>
                <a:lnTo>
                  <a:pt x="247650" y="1466850"/>
                </a:lnTo>
                <a:lnTo>
                  <a:pt x="247650" y="1476375"/>
                </a:lnTo>
                <a:lnTo>
                  <a:pt x="238125" y="1476375"/>
                </a:lnTo>
                <a:lnTo>
                  <a:pt x="238125" y="1485900"/>
                </a:lnTo>
                <a:lnTo>
                  <a:pt x="228600" y="1485900"/>
                </a:lnTo>
                <a:lnTo>
                  <a:pt x="228600" y="1495425"/>
                </a:lnTo>
                <a:lnTo>
                  <a:pt x="219075" y="1495425"/>
                </a:lnTo>
                <a:lnTo>
                  <a:pt x="219075" y="1504950"/>
                </a:lnTo>
                <a:lnTo>
                  <a:pt x="209550" y="1504950"/>
                </a:lnTo>
                <a:lnTo>
                  <a:pt x="209550" y="1457325"/>
                </a:lnTo>
                <a:lnTo>
                  <a:pt x="219075" y="1457325"/>
                </a:lnTo>
                <a:lnTo>
                  <a:pt x="219075" y="1447800"/>
                </a:lnTo>
                <a:lnTo>
                  <a:pt x="209550" y="1447800"/>
                </a:lnTo>
                <a:lnTo>
                  <a:pt x="209550" y="1438275"/>
                </a:lnTo>
                <a:lnTo>
                  <a:pt x="200025" y="1438275"/>
                </a:lnTo>
                <a:lnTo>
                  <a:pt x="200025" y="1409700"/>
                </a:lnTo>
                <a:lnTo>
                  <a:pt x="190500" y="1409700"/>
                </a:lnTo>
                <a:lnTo>
                  <a:pt x="190500" y="1400175"/>
                </a:lnTo>
                <a:lnTo>
                  <a:pt x="200025" y="1400175"/>
                </a:lnTo>
                <a:lnTo>
                  <a:pt x="200025" y="1390650"/>
                </a:lnTo>
                <a:lnTo>
                  <a:pt x="219075" y="1390650"/>
                </a:lnTo>
                <a:close/>
                <a:moveTo>
                  <a:pt x="352425" y="1371600"/>
                </a:moveTo>
                <a:lnTo>
                  <a:pt x="381000" y="1371600"/>
                </a:lnTo>
                <a:lnTo>
                  <a:pt x="381000" y="1390650"/>
                </a:lnTo>
                <a:lnTo>
                  <a:pt x="390525" y="1390650"/>
                </a:lnTo>
                <a:lnTo>
                  <a:pt x="390525" y="1381125"/>
                </a:lnTo>
                <a:lnTo>
                  <a:pt x="419100" y="1381125"/>
                </a:lnTo>
                <a:lnTo>
                  <a:pt x="419100" y="1371600"/>
                </a:lnTo>
                <a:lnTo>
                  <a:pt x="533400" y="1371600"/>
                </a:lnTo>
                <a:lnTo>
                  <a:pt x="533400" y="1381125"/>
                </a:lnTo>
                <a:lnTo>
                  <a:pt x="542925" y="1381125"/>
                </a:lnTo>
                <a:lnTo>
                  <a:pt x="542925" y="1390650"/>
                </a:lnTo>
                <a:lnTo>
                  <a:pt x="533400" y="1390650"/>
                </a:lnTo>
                <a:lnTo>
                  <a:pt x="533400" y="1419225"/>
                </a:lnTo>
                <a:lnTo>
                  <a:pt x="542925" y="1419225"/>
                </a:lnTo>
                <a:lnTo>
                  <a:pt x="542925" y="1428750"/>
                </a:lnTo>
                <a:lnTo>
                  <a:pt x="552450" y="1428750"/>
                </a:lnTo>
                <a:lnTo>
                  <a:pt x="552450" y="1438275"/>
                </a:lnTo>
                <a:lnTo>
                  <a:pt x="561975" y="1438275"/>
                </a:lnTo>
                <a:lnTo>
                  <a:pt x="561975" y="1447800"/>
                </a:lnTo>
                <a:lnTo>
                  <a:pt x="552450" y="1447800"/>
                </a:lnTo>
                <a:lnTo>
                  <a:pt x="552450" y="1457325"/>
                </a:lnTo>
                <a:lnTo>
                  <a:pt x="542925" y="1457325"/>
                </a:lnTo>
                <a:lnTo>
                  <a:pt x="542925" y="1476375"/>
                </a:lnTo>
                <a:lnTo>
                  <a:pt x="495300" y="1476375"/>
                </a:lnTo>
                <a:lnTo>
                  <a:pt x="495300" y="1466850"/>
                </a:lnTo>
                <a:lnTo>
                  <a:pt x="504825" y="1466850"/>
                </a:lnTo>
                <a:lnTo>
                  <a:pt x="504825" y="1438275"/>
                </a:lnTo>
                <a:lnTo>
                  <a:pt x="514350" y="1438275"/>
                </a:lnTo>
                <a:lnTo>
                  <a:pt x="514350" y="1419225"/>
                </a:lnTo>
                <a:lnTo>
                  <a:pt x="485775" y="1419225"/>
                </a:lnTo>
                <a:lnTo>
                  <a:pt x="485775" y="1447800"/>
                </a:lnTo>
                <a:lnTo>
                  <a:pt x="476250" y="1447800"/>
                </a:lnTo>
                <a:lnTo>
                  <a:pt x="476250" y="1476375"/>
                </a:lnTo>
                <a:lnTo>
                  <a:pt x="457200" y="1476375"/>
                </a:lnTo>
                <a:lnTo>
                  <a:pt x="457200" y="1466850"/>
                </a:lnTo>
                <a:lnTo>
                  <a:pt x="438150" y="1466850"/>
                </a:lnTo>
                <a:lnTo>
                  <a:pt x="438150" y="1457325"/>
                </a:lnTo>
                <a:lnTo>
                  <a:pt x="409575" y="1457325"/>
                </a:lnTo>
                <a:lnTo>
                  <a:pt x="409575" y="1466850"/>
                </a:lnTo>
                <a:lnTo>
                  <a:pt x="390525" y="1466850"/>
                </a:lnTo>
                <a:lnTo>
                  <a:pt x="390525" y="1476375"/>
                </a:lnTo>
                <a:lnTo>
                  <a:pt x="371475" y="1476375"/>
                </a:lnTo>
                <a:lnTo>
                  <a:pt x="371475" y="1438275"/>
                </a:lnTo>
                <a:lnTo>
                  <a:pt x="361950" y="1438275"/>
                </a:lnTo>
                <a:lnTo>
                  <a:pt x="361950" y="1428750"/>
                </a:lnTo>
                <a:lnTo>
                  <a:pt x="342900" y="1428750"/>
                </a:lnTo>
                <a:lnTo>
                  <a:pt x="342900" y="1409700"/>
                </a:lnTo>
                <a:lnTo>
                  <a:pt x="323850" y="1409700"/>
                </a:lnTo>
                <a:lnTo>
                  <a:pt x="323850" y="1400175"/>
                </a:lnTo>
                <a:lnTo>
                  <a:pt x="285750" y="1400175"/>
                </a:lnTo>
                <a:lnTo>
                  <a:pt x="285750" y="1381125"/>
                </a:lnTo>
                <a:lnTo>
                  <a:pt x="295275" y="1381125"/>
                </a:lnTo>
                <a:lnTo>
                  <a:pt x="295275" y="1390650"/>
                </a:lnTo>
                <a:lnTo>
                  <a:pt x="333375" y="1390650"/>
                </a:lnTo>
                <a:lnTo>
                  <a:pt x="333375" y="1381125"/>
                </a:lnTo>
                <a:lnTo>
                  <a:pt x="352425" y="1381125"/>
                </a:lnTo>
                <a:close/>
                <a:moveTo>
                  <a:pt x="666750" y="1371600"/>
                </a:moveTo>
                <a:lnTo>
                  <a:pt x="676275" y="1371600"/>
                </a:lnTo>
                <a:lnTo>
                  <a:pt x="676275" y="1381125"/>
                </a:lnTo>
                <a:lnTo>
                  <a:pt x="666750" y="1381125"/>
                </a:lnTo>
                <a:close/>
                <a:moveTo>
                  <a:pt x="914400" y="1371600"/>
                </a:moveTo>
                <a:lnTo>
                  <a:pt x="923925" y="1371600"/>
                </a:lnTo>
                <a:lnTo>
                  <a:pt x="923925" y="1381125"/>
                </a:lnTo>
                <a:lnTo>
                  <a:pt x="914400" y="1381125"/>
                </a:lnTo>
                <a:close/>
                <a:moveTo>
                  <a:pt x="257175" y="1381125"/>
                </a:moveTo>
                <a:lnTo>
                  <a:pt x="266700" y="1381125"/>
                </a:lnTo>
                <a:lnTo>
                  <a:pt x="266700" y="1409700"/>
                </a:lnTo>
                <a:lnTo>
                  <a:pt x="295275" y="1409700"/>
                </a:lnTo>
                <a:lnTo>
                  <a:pt x="295275" y="1438275"/>
                </a:lnTo>
                <a:lnTo>
                  <a:pt x="257175" y="1438275"/>
                </a:lnTo>
                <a:lnTo>
                  <a:pt x="257175" y="1428750"/>
                </a:lnTo>
                <a:lnTo>
                  <a:pt x="247650" y="1428750"/>
                </a:lnTo>
                <a:lnTo>
                  <a:pt x="247650" y="1409700"/>
                </a:lnTo>
                <a:lnTo>
                  <a:pt x="257175" y="1409700"/>
                </a:lnTo>
                <a:close/>
                <a:moveTo>
                  <a:pt x="542925" y="1390650"/>
                </a:moveTo>
                <a:lnTo>
                  <a:pt x="552450" y="1390650"/>
                </a:lnTo>
                <a:lnTo>
                  <a:pt x="552450" y="1400175"/>
                </a:lnTo>
                <a:lnTo>
                  <a:pt x="542925" y="1400175"/>
                </a:lnTo>
                <a:close/>
                <a:moveTo>
                  <a:pt x="1085850" y="1400175"/>
                </a:moveTo>
                <a:lnTo>
                  <a:pt x="1095375" y="1400175"/>
                </a:lnTo>
                <a:lnTo>
                  <a:pt x="1095375" y="1390650"/>
                </a:lnTo>
                <a:lnTo>
                  <a:pt x="1076325" y="1390650"/>
                </a:lnTo>
                <a:lnTo>
                  <a:pt x="1076325" y="1409700"/>
                </a:lnTo>
                <a:lnTo>
                  <a:pt x="1085850" y="1409700"/>
                </a:lnTo>
                <a:close/>
                <a:moveTo>
                  <a:pt x="1133475" y="1400175"/>
                </a:moveTo>
                <a:lnTo>
                  <a:pt x="1152525" y="1400175"/>
                </a:lnTo>
                <a:lnTo>
                  <a:pt x="1152525" y="1390650"/>
                </a:lnTo>
                <a:lnTo>
                  <a:pt x="1133475" y="1390650"/>
                </a:lnTo>
                <a:close/>
                <a:moveTo>
                  <a:pt x="1266825" y="1400175"/>
                </a:moveTo>
                <a:lnTo>
                  <a:pt x="1276350" y="1400175"/>
                </a:lnTo>
                <a:lnTo>
                  <a:pt x="1276350" y="1390650"/>
                </a:lnTo>
                <a:lnTo>
                  <a:pt x="1266825" y="1390650"/>
                </a:lnTo>
                <a:close/>
                <a:moveTo>
                  <a:pt x="1304925" y="1400175"/>
                </a:moveTo>
                <a:lnTo>
                  <a:pt x="1295400" y="1400175"/>
                </a:lnTo>
                <a:lnTo>
                  <a:pt x="1295400" y="1390650"/>
                </a:lnTo>
                <a:lnTo>
                  <a:pt x="1285875" y="1390650"/>
                </a:lnTo>
                <a:lnTo>
                  <a:pt x="1285875" y="1409700"/>
                </a:lnTo>
                <a:lnTo>
                  <a:pt x="1304925" y="1409700"/>
                </a:lnTo>
                <a:close/>
                <a:moveTo>
                  <a:pt x="1304925" y="1400175"/>
                </a:moveTo>
                <a:lnTo>
                  <a:pt x="1352550" y="1400175"/>
                </a:lnTo>
                <a:lnTo>
                  <a:pt x="1352550" y="1390650"/>
                </a:lnTo>
                <a:lnTo>
                  <a:pt x="1304925" y="1390650"/>
                </a:lnTo>
                <a:close/>
                <a:moveTo>
                  <a:pt x="847725" y="1409700"/>
                </a:moveTo>
                <a:lnTo>
                  <a:pt x="866775" y="1409700"/>
                </a:lnTo>
                <a:lnTo>
                  <a:pt x="866775" y="1400175"/>
                </a:lnTo>
                <a:lnTo>
                  <a:pt x="790575" y="1400175"/>
                </a:lnTo>
                <a:lnTo>
                  <a:pt x="790575" y="1419225"/>
                </a:lnTo>
                <a:lnTo>
                  <a:pt x="781050" y="1419225"/>
                </a:lnTo>
                <a:lnTo>
                  <a:pt x="781050" y="1428750"/>
                </a:lnTo>
                <a:lnTo>
                  <a:pt x="790575" y="1428750"/>
                </a:lnTo>
                <a:lnTo>
                  <a:pt x="790575" y="1447800"/>
                </a:lnTo>
                <a:lnTo>
                  <a:pt x="809625" y="1447800"/>
                </a:lnTo>
                <a:lnTo>
                  <a:pt x="809625" y="1438275"/>
                </a:lnTo>
                <a:lnTo>
                  <a:pt x="819150" y="1438275"/>
                </a:lnTo>
                <a:lnTo>
                  <a:pt x="819150" y="1428750"/>
                </a:lnTo>
                <a:lnTo>
                  <a:pt x="847725" y="1428750"/>
                </a:lnTo>
                <a:close/>
                <a:moveTo>
                  <a:pt x="1400175" y="1409700"/>
                </a:moveTo>
                <a:lnTo>
                  <a:pt x="1419225" y="1409700"/>
                </a:lnTo>
                <a:lnTo>
                  <a:pt x="1419225" y="1390650"/>
                </a:lnTo>
                <a:lnTo>
                  <a:pt x="1400175" y="1390650"/>
                </a:lnTo>
                <a:close/>
                <a:moveTo>
                  <a:pt x="876300" y="1419225"/>
                </a:moveTo>
                <a:lnTo>
                  <a:pt x="885825" y="1419225"/>
                </a:lnTo>
                <a:lnTo>
                  <a:pt x="885825" y="1409700"/>
                </a:lnTo>
                <a:lnTo>
                  <a:pt x="876300" y="1409700"/>
                </a:lnTo>
                <a:close/>
                <a:moveTo>
                  <a:pt x="361950" y="1428750"/>
                </a:moveTo>
                <a:lnTo>
                  <a:pt x="381000" y="1428750"/>
                </a:lnTo>
                <a:lnTo>
                  <a:pt x="381000" y="1419225"/>
                </a:lnTo>
                <a:lnTo>
                  <a:pt x="361950" y="1419225"/>
                </a:lnTo>
                <a:close/>
                <a:moveTo>
                  <a:pt x="647700" y="1428750"/>
                </a:moveTo>
                <a:lnTo>
                  <a:pt x="657225" y="1428750"/>
                </a:lnTo>
                <a:lnTo>
                  <a:pt x="657225" y="1419225"/>
                </a:lnTo>
                <a:lnTo>
                  <a:pt x="647700" y="1419225"/>
                </a:lnTo>
                <a:close/>
                <a:moveTo>
                  <a:pt x="1000125" y="1428750"/>
                </a:moveTo>
                <a:lnTo>
                  <a:pt x="1009650" y="1428750"/>
                </a:lnTo>
                <a:lnTo>
                  <a:pt x="1009650" y="1419225"/>
                </a:lnTo>
                <a:lnTo>
                  <a:pt x="1000125" y="1419225"/>
                </a:lnTo>
                <a:close/>
                <a:moveTo>
                  <a:pt x="1619250" y="1428750"/>
                </a:moveTo>
                <a:lnTo>
                  <a:pt x="1628775" y="1428750"/>
                </a:lnTo>
                <a:lnTo>
                  <a:pt x="1628775" y="1438275"/>
                </a:lnTo>
                <a:lnTo>
                  <a:pt x="1638300" y="1438275"/>
                </a:lnTo>
                <a:lnTo>
                  <a:pt x="1638300" y="1428750"/>
                </a:lnTo>
                <a:lnTo>
                  <a:pt x="1647825" y="1428750"/>
                </a:lnTo>
                <a:lnTo>
                  <a:pt x="1647825" y="1438275"/>
                </a:lnTo>
                <a:lnTo>
                  <a:pt x="1657350" y="1438275"/>
                </a:lnTo>
                <a:lnTo>
                  <a:pt x="1657350" y="1428750"/>
                </a:lnTo>
                <a:lnTo>
                  <a:pt x="1676400" y="1428750"/>
                </a:lnTo>
                <a:lnTo>
                  <a:pt x="1676400" y="1419225"/>
                </a:lnTo>
                <a:lnTo>
                  <a:pt x="1657350" y="1419225"/>
                </a:lnTo>
                <a:lnTo>
                  <a:pt x="1657350" y="1409700"/>
                </a:lnTo>
                <a:lnTo>
                  <a:pt x="1647825" y="1409700"/>
                </a:lnTo>
                <a:lnTo>
                  <a:pt x="1647825" y="1419225"/>
                </a:lnTo>
                <a:lnTo>
                  <a:pt x="1628775" y="1419225"/>
                </a:lnTo>
                <a:lnTo>
                  <a:pt x="1628775" y="1409700"/>
                </a:lnTo>
                <a:lnTo>
                  <a:pt x="1619250" y="1409700"/>
                </a:lnTo>
                <a:close/>
                <a:moveTo>
                  <a:pt x="1133475" y="1438275"/>
                </a:moveTo>
                <a:lnTo>
                  <a:pt x="1162050" y="1438275"/>
                </a:lnTo>
                <a:lnTo>
                  <a:pt x="1162050" y="1419225"/>
                </a:lnTo>
                <a:lnTo>
                  <a:pt x="1133475" y="1419225"/>
                </a:lnTo>
                <a:close/>
                <a:moveTo>
                  <a:pt x="600075" y="1447800"/>
                </a:moveTo>
                <a:lnTo>
                  <a:pt x="609600" y="1447800"/>
                </a:lnTo>
                <a:lnTo>
                  <a:pt x="609600" y="1438275"/>
                </a:lnTo>
                <a:lnTo>
                  <a:pt x="600075" y="1438275"/>
                </a:lnTo>
                <a:close/>
                <a:moveTo>
                  <a:pt x="666750" y="1447800"/>
                </a:moveTo>
                <a:lnTo>
                  <a:pt x="676275" y="1447800"/>
                </a:lnTo>
                <a:lnTo>
                  <a:pt x="676275" y="1457325"/>
                </a:lnTo>
                <a:lnTo>
                  <a:pt x="704850" y="1457325"/>
                </a:lnTo>
                <a:lnTo>
                  <a:pt x="704850" y="1438275"/>
                </a:lnTo>
                <a:lnTo>
                  <a:pt x="666750" y="1438275"/>
                </a:lnTo>
                <a:close/>
                <a:moveTo>
                  <a:pt x="838200" y="1447800"/>
                </a:moveTo>
                <a:lnTo>
                  <a:pt x="847725" y="1447800"/>
                </a:lnTo>
                <a:lnTo>
                  <a:pt x="847725" y="1438275"/>
                </a:lnTo>
                <a:lnTo>
                  <a:pt x="838200" y="1438275"/>
                </a:lnTo>
                <a:close/>
                <a:moveTo>
                  <a:pt x="1352550" y="1447800"/>
                </a:moveTo>
                <a:lnTo>
                  <a:pt x="1371600" y="1447800"/>
                </a:lnTo>
                <a:lnTo>
                  <a:pt x="1371600" y="1466850"/>
                </a:lnTo>
                <a:lnTo>
                  <a:pt x="1390650" y="1466850"/>
                </a:lnTo>
                <a:lnTo>
                  <a:pt x="1390650" y="1457325"/>
                </a:lnTo>
                <a:lnTo>
                  <a:pt x="1381125" y="1457325"/>
                </a:lnTo>
                <a:lnTo>
                  <a:pt x="1381125" y="1428750"/>
                </a:lnTo>
                <a:lnTo>
                  <a:pt x="1371600" y="1428750"/>
                </a:lnTo>
                <a:lnTo>
                  <a:pt x="1371600" y="1419225"/>
                </a:lnTo>
                <a:lnTo>
                  <a:pt x="1352550" y="1419225"/>
                </a:lnTo>
                <a:close/>
                <a:moveTo>
                  <a:pt x="190500" y="1476375"/>
                </a:moveTo>
                <a:lnTo>
                  <a:pt x="200025" y="1476375"/>
                </a:lnTo>
                <a:lnTo>
                  <a:pt x="200025" y="1485900"/>
                </a:lnTo>
                <a:lnTo>
                  <a:pt x="190500" y="1485900"/>
                </a:lnTo>
                <a:close/>
                <a:moveTo>
                  <a:pt x="285750" y="1476375"/>
                </a:moveTo>
                <a:lnTo>
                  <a:pt x="304800" y="1476375"/>
                </a:lnTo>
                <a:lnTo>
                  <a:pt x="304800" y="1485900"/>
                </a:lnTo>
                <a:lnTo>
                  <a:pt x="285750" y="1485900"/>
                </a:lnTo>
                <a:close/>
                <a:moveTo>
                  <a:pt x="400050" y="1476375"/>
                </a:moveTo>
                <a:lnTo>
                  <a:pt x="409575" y="1476375"/>
                </a:lnTo>
                <a:lnTo>
                  <a:pt x="409575" y="1485900"/>
                </a:lnTo>
                <a:lnTo>
                  <a:pt x="400050" y="1485900"/>
                </a:lnTo>
                <a:close/>
                <a:moveTo>
                  <a:pt x="885825" y="1485900"/>
                </a:moveTo>
                <a:lnTo>
                  <a:pt x="895350" y="1485900"/>
                </a:lnTo>
                <a:lnTo>
                  <a:pt x="895350" y="1495425"/>
                </a:lnTo>
                <a:lnTo>
                  <a:pt x="904875" y="1495425"/>
                </a:lnTo>
                <a:lnTo>
                  <a:pt x="904875" y="1504950"/>
                </a:lnTo>
                <a:lnTo>
                  <a:pt x="933450" y="1504950"/>
                </a:lnTo>
                <a:lnTo>
                  <a:pt x="933450" y="1495425"/>
                </a:lnTo>
                <a:lnTo>
                  <a:pt x="1000125" y="1495425"/>
                </a:lnTo>
                <a:lnTo>
                  <a:pt x="1000125" y="1524000"/>
                </a:lnTo>
                <a:lnTo>
                  <a:pt x="990600" y="1524000"/>
                </a:lnTo>
                <a:lnTo>
                  <a:pt x="990600" y="1533525"/>
                </a:lnTo>
                <a:lnTo>
                  <a:pt x="1000125" y="1533525"/>
                </a:lnTo>
                <a:lnTo>
                  <a:pt x="1000125" y="1543050"/>
                </a:lnTo>
                <a:lnTo>
                  <a:pt x="1019175" y="1543050"/>
                </a:lnTo>
                <a:lnTo>
                  <a:pt x="1019175" y="1533525"/>
                </a:lnTo>
                <a:lnTo>
                  <a:pt x="1057275" y="1533525"/>
                </a:lnTo>
                <a:lnTo>
                  <a:pt x="1057275" y="1552575"/>
                </a:lnTo>
                <a:lnTo>
                  <a:pt x="1047750" y="1552575"/>
                </a:lnTo>
                <a:lnTo>
                  <a:pt x="1047750" y="1562100"/>
                </a:lnTo>
                <a:lnTo>
                  <a:pt x="1038225" y="1562100"/>
                </a:lnTo>
                <a:lnTo>
                  <a:pt x="1038225" y="1571625"/>
                </a:lnTo>
                <a:lnTo>
                  <a:pt x="1028700" y="1571625"/>
                </a:lnTo>
                <a:lnTo>
                  <a:pt x="1028700" y="1581150"/>
                </a:lnTo>
                <a:lnTo>
                  <a:pt x="1057275" y="1581150"/>
                </a:lnTo>
                <a:lnTo>
                  <a:pt x="1057275" y="1590675"/>
                </a:lnTo>
                <a:lnTo>
                  <a:pt x="1066800" y="1590675"/>
                </a:lnTo>
                <a:lnTo>
                  <a:pt x="1066800" y="1581150"/>
                </a:lnTo>
                <a:lnTo>
                  <a:pt x="1076325" y="1581150"/>
                </a:lnTo>
                <a:lnTo>
                  <a:pt x="1076325" y="1590675"/>
                </a:lnTo>
                <a:lnTo>
                  <a:pt x="1085850" y="1590675"/>
                </a:lnTo>
                <a:lnTo>
                  <a:pt x="1085850" y="1609725"/>
                </a:lnTo>
                <a:lnTo>
                  <a:pt x="1038225" y="1609725"/>
                </a:lnTo>
                <a:lnTo>
                  <a:pt x="1038225" y="1600200"/>
                </a:lnTo>
                <a:lnTo>
                  <a:pt x="1028700" y="1600200"/>
                </a:lnTo>
                <a:lnTo>
                  <a:pt x="1028700" y="1590675"/>
                </a:lnTo>
                <a:lnTo>
                  <a:pt x="1019175" y="1590675"/>
                </a:lnTo>
                <a:lnTo>
                  <a:pt x="1019175" y="1600200"/>
                </a:lnTo>
                <a:lnTo>
                  <a:pt x="990600" y="1600200"/>
                </a:lnTo>
                <a:lnTo>
                  <a:pt x="990600" y="1590675"/>
                </a:lnTo>
                <a:lnTo>
                  <a:pt x="952500" y="1590675"/>
                </a:lnTo>
                <a:lnTo>
                  <a:pt x="952500" y="1600200"/>
                </a:lnTo>
                <a:lnTo>
                  <a:pt x="904875" y="1600200"/>
                </a:lnTo>
                <a:lnTo>
                  <a:pt x="904875" y="1609725"/>
                </a:lnTo>
                <a:lnTo>
                  <a:pt x="885825" y="1609725"/>
                </a:lnTo>
                <a:lnTo>
                  <a:pt x="885825" y="1600200"/>
                </a:lnTo>
                <a:lnTo>
                  <a:pt x="847725" y="1600200"/>
                </a:lnTo>
                <a:lnTo>
                  <a:pt x="847725" y="1590675"/>
                </a:lnTo>
                <a:lnTo>
                  <a:pt x="828675" y="1590675"/>
                </a:lnTo>
                <a:lnTo>
                  <a:pt x="828675" y="1600200"/>
                </a:lnTo>
                <a:lnTo>
                  <a:pt x="819150" y="1600200"/>
                </a:lnTo>
                <a:lnTo>
                  <a:pt x="819150" y="1609725"/>
                </a:lnTo>
                <a:lnTo>
                  <a:pt x="685800" y="1609725"/>
                </a:lnTo>
                <a:lnTo>
                  <a:pt x="685800" y="1600200"/>
                </a:lnTo>
                <a:lnTo>
                  <a:pt x="666750" y="1600200"/>
                </a:lnTo>
                <a:lnTo>
                  <a:pt x="666750" y="1590675"/>
                </a:lnTo>
                <a:lnTo>
                  <a:pt x="657225" y="1590675"/>
                </a:lnTo>
                <a:lnTo>
                  <a:pt x="657225" y="1581150"/>
                </a:lnTo>
                <a:lnTo>
                  <a:pt x="666750" y="1581150"/>
                </a:lnTo>
                <a:lnTo>
                  <a:pt x="666750" y="1562100"/>
                </a:lnTo>
                <a:lnTo>
                  <a:pt x="676275" y="1562100"/>
                </a:lnTo>
                <a:lnTo>
                  <a:pt x="676275" y="1552575"/>
                </a:lnTo>
                <a:lnTo>
                  <a:pt x="704850" y="1552575"/>
                </a:lnTo>
                <a:lnTo>
                  <a:pt x="704850" y="1543050"/>
                </a:lnTo>
                <a:lnTo>
                  <a:pt x="714375" y="1543050"/>
                </a:lnTo>
                <a:lnTo>
                  <a:pt x="714375" y="1533525"/>
                </a:lnTo>
                <a:lnTo>
                  <a:pt x="704850" y="1533525"/>
                </a:lnTo>
                <a:lnTo>
                  <a:pt x="704850" y="1524000"/>
                </a:lnTo>
                <a:lnTo>
                  <a:pt x="685800" y="1524000"/>
                </a:lnTo>
                <a:lnTo>
                  <a:pt x="685800" y="1533525"/>
                </a:lnTo>
                <a:lnTo>
                  <a:pt x="647700" y="1533525"/>
                </a:lnTo>
                <a:lnTo>
                  <a:pt x="647700" y="1543050"/>
                </a:lnTo>
                <a:lnTo>
                  <a:pt x="619125" y="1543050"/>
                </a:lnTo>
                <a:lnTo>
                  <a:pt x="619125" y="1533525"/>
                </a:lnTo>
                <a:lnTo>
                  <a:pt x="600075" y="1533525"/>
                </a:lnTo>
                <a:lnTo>
                  <a:pt x="600075" y="1514475"/>
                </a:lnTo>
                <a:lnTo>
                  <a:pt x="609600" y="1514475"/>
                </a:lnTo>
                <a:lnTo>
                  <a:pt x="609600" y="1504950"/>
                </a:lnTo>
                <a:lnTo>
                  <a:pt x="619125" y="1504950"/>
                </a:lnTo>
                <a:lnTo>
                  <a:pt x="619125" y="1495425"/>
                </a:lnTo>
                <a:lnTo>
                  <a:pt x="638175" y="1495425"/>
                </a:lnTo>
                <a:lnTo>
                  <a:pt x="638175" y="1504950"/>
                </a:lnTo>
                <a:lnTo>
                  <a:pt x="742950" y="1504950"/>
                </a:lnTo>
                <a:lnTo>
                  <a:pt x="742950" y="1514475"/>
                </a:lnTo>
                <a:lnTo>
                  <a:pt x="752475" y="1514475"/>
                </a:lnTo>
                <a:lnTo>
                  <a:pt x="752475" y="1504950"/>
                </a:lnTo>
                <a:lnTo>
                  <a:pt x="771525" y="1504950"/>
                </a:lnTo>
                <a:lnTo>
                  <a:pt x="771525" y="1514475"/>
                </a:lnTo>
                <a:lnTo>
                  <a:pt x="781050" y="1514475"/>
                </a:lnTo>
                <a:lnTo>
                  <a:pt x="781050" y="1504950"/>
                </a:lnTo>
                <a:lnTo>
                  <a:pt x="857250" y="1504950"/>
                </a:lnTo>
                <a:lnTo>
                  <a:pt x="857250" y="1495425"/>
                </a:lnTo>
                <a:lnTo>
                  <a:pt x="885825" y="1495425"/>
                </a:lnTo>
                <a:close/>
                <a:moveTo>
                  <a:pt x="533400" y="1495425"/>
                </a:moveTo>
                <a:lnTo>
                  <a:pt x="571500" y="1495425"/>
                </a:lnTo>
                <a:lnTo>
                  <a:pt x="571500" y="1524000"/>
                </a:lnTo>
                <a:lnTo>
                  <a:pt x="552450" y="1524000"/>
                </a:lnTo>
                <a:lnTo>
                  <a:pt x="552450" y="1504950"/>
                </a:lnTo>
                <a:lnTo>
                  <a:pt x="533400" y="1504950"/>
                </a:lnTo>
                <a:close/>
                <a:moveTo>
                  <a:pt x="1619250" y="1495425"/>
                </a:moveTo>
                <a:lnTo>
                  <a:pt x="1638300" y="1495425"/>
                </a:lnTo>
                <a:lnTo>
                  <a:pt x="1638300" y="1504950"/>
                </a:lnTo>
                <a:lnTo>
                  <a:pt x="1628775" y="1504950"/>
                </a:lnTo>
                <a:lnTo>
                  <a:pt x="1628775" y="1514475"/>
                </a:lnTo>
                <a:lnTo>
                  <a:pt x="1657350" y="1514475"/>
                </a:lnTo>
                <a:lnTo>
                  <a:pt x="1657350" y="1504950"/>
                </a:lnTo>
                <a:lnTo>
                  <a:pt x="1695450" y="1504950"/>
                </a:lnTo>
                <a:lnTo>
                  <a:pt x="1695450" y="1524000"/>
                </a:lnTo>
                <a:lnTo>
                  <a:pt x="1685925" y="1524000"/>
                </a:lnTo>
                <a:lnTo>
                  <a:pt x="1685925" y="1533525"/>
                </a:lnTo>
                <a:lnTo>
                  <a:pt x="1647825" y="1533525"/>
                </a:lnTo>
                <a:lnTo>
                  <a:pt x="1647825" y="1524000"/>
                </a:lnTo>
                <a:lnTo>
                  <a:pt x="1628775" y="1524000"/>
                </a:lnTo>
                <a:lnTo>
                  <a:pt x="1628775" y="1533525"/>
                </a:lnTo>
                <a:lnTo>
                  <a:pt x="1619250" y="1533525"/>
                </a:lnTo>
                <a:lnTo>
                  <a:pt x="1619250" y="1524000"/>
                </a:lnTo>
                <a:lnTo>
                  <a:pt x="1609725" y="1524000"/>
                </a:lnTo>
                <a:lnTo>
                  <a:pt x="1609725" y="1543050"/>
                </a:lnTo>
                <a:lnTo>
                  <a:pt x="1600200" y="1543050"/>
                </a:lnTo>
                <a:lnTo>
                  <a:pt x="1600200" y="1524000"/>
                </a:lnTo>
                <a:lnTo>
                  <a:pt x="1590675" y="1524000"/>
                </a:lnTo>
                <a:lnTo>
                  <a:pt x="1590675" y="1504950"/>
                </a:lnTo>
                <a:lnTo>
                  <a:pt x="1619250" y="1504950"/>
                </a:lnTo>
                <a:close/>
                <a:moveTo>
                  <a:pt x="514350" y="1504950"/>
                </a:moveTo>
                <a:lnTo>
                  <a:pt x="523875" y="1504950"/>
                </a:lnTo>
                <a:lnTo>
                  <a:pt x="523875" y="1514475"/>
                </a:lnTo>
                <a:lnTo>
                  <a:pt x="514350" y="1514475"/>
                </a:lnTo>
                <a:close/>
                <a:moveTo>
                  <a:pt x="1047750" y="1504950"/>
                </a:moveTo>
                <a:lnTo>
                  <a:pt x="1085850" y="1504950"/>
                </a:lnTo>
                <a:lnTo>
                  <a:pt x="1085850" y="1543050"/>
                </a:lnTo>
                <a:lnTo>
                  <a:pt x="1095375" y="1543050"/>
                </a:lnTo>
                <a:lnTo>
                  <a:pt x="1095375" y="1552575"/>
                </a:lnTo>
                <a:lnTo>
                  <a:pt x="1104900" y="1552575"/>
                </a:lnTo>
                <a:lnTo>
                  <a:pt x="1104900" y="1543050"/>
                </a:lnTo>
                <a:lnTo>
                  <a:pt x="1114425" y="1543050"/>
                </a:lnTo>
                <a:lnTo>
                  <a:pt x="1114425" y="1514475"/>
                </a:lnTo>
                <a:lnTo>
                  <a:pt x="1133475" y="1514475"/>
                </a:lnTo>
                <a:lnTo>
                  <a:pt x="1133475" y="1504950"/>
                </a:lnTo>
                <a:lnTo>
                  <a:pt x="1143000" y="1504950"/>
                </a:lnTo>
                <a:lnTo>
                  <a:pt x="1143000" y="1476375"/>
                </a:lnTo>
                <a:lnTo>
                  <a:pt x="1114425" y="1476375"/>
                </a:lnTo>
                <a:lnTo>
                  <a:pt x="1114425" y="1485900"/>
                </a:lnTo>
                <a:lnTo>
                  <a:pt x="1047750" y="1485900"/>
                </a:lnTo>
                <a:close/>
                <a:moveTo>
                  <a:pt x="1009650" y="1514475"/>
                </a:moveTo>
                <a:lnTo>
                  <a:pt x="1038225" y="1514475"/>
                </a:lnTo>
                <a:lnTo>
                  <a:pt x="1038225" y="1524000"/>
                </a:lnTo>
                <a:lnTo>
                  <a:pt x="1009650" y="1524000"/>
                </a:lnTo>
                <a:close/>
                <a:moveTo>
                  <a:pt x="1714500" y="1514475"/>
                </a:moveTo>
                <a:lnTo>
                  <a:pt x="1724025" y="1514475"/>
                </a:lnTo>
                <a:lnTo>
                  <a:pt x="1724025" y="1543050"/>
                </a:lnTo>
                <a:lnTo>
                  <a:pt x="1714500" y="1543050"/>
                </a:lnTo>
                <a:close/>
                <a:moveTo>
                  <a:pt x="200025" y="1524000"/>
                </a:moveTo>
                <a:lnTo>
                  <a:pt x="209550" y="1524000"/>
                </a:lnTo>
                <a:lnTo>
                  <a:pt x="209550" y="1533525"/>
                </a:lnTo>
                <a:lnTo>
                  <a:pt x="200025" y="1533525"/>
                </a:lnTo>
                <a:close/>
                <a:moveTo>
                  <a:pt x="885825" y="1524000"/>
                </a:moveTo>
                <a:lnTo>
                  <a:pt x="895350" y="1524000"/>
                </a:lnTo>
                <a:lnTo>
                  <a:pt x="895350" y="1514475"/>
                </a:lnTo>
                <a:lnTo>
                  <a:pt x="885825" y="1514475"/>
                </a:lnTo>
                <a:close/>
                <a:moveTo>
                  <a:pt x="1181100" y="1524000"/>
                </a:moveTo>
                <a:lnTo>
                  <a:pt x="1190625" y="1524000"/>
                </a:lnTo>
                <a:lnTo>
                  <a:pt x="1190625" y="1514475"/>
                </a:lnTo>
                <a:lnTo>
                  <a:pt x="1171575" y="1514475"/>
                </a:lnTo>
                <a:lnTo>
                  <a:pt x="1171575" y="1533525"/>
                </a:lnTo>
                <a:lnTo>
                  <a:pt x="1181100" y="1533525"/>
                </a:lnTo>
                <a:close/>
                <a:moveTo>
                  <a:pt x="1581150" y="1524000"/>
                </a:moveTo>
                <a:lnTo>
                  <a:pt x="1590675" y="1524000"/>
                </a:lnTo>
                <a:lnTo>
                  <a:pt x="1590675" y="1533525"/>
                </a:lnTo>
                <a:lnTo>
                  <a:pt x="1581150" y="1533525"/>
                </a:lnTo>
                <a:close/>
                <a:moveTo>
                  <a:pt x="1438275" y="1533525"/>
                </a:moveTo>
                <a:lnTo>
                  <a:pt x="1447800" y="1533525"/>
                </a:lnTo>
                <a:lnTo>
                  <a:pt x="1447800" y="1524000"/>
                </a:lnTo>
                <a:lnTo>
                  <a:pt x="1438275" y="1524000"/>
                </a:lnTo>
                <a:close/>
                <a:moveTo>
                  <a:pt x="1466850" y="1533525"/>
                </a:moveTo>
                <a:lnTo>
                  <a:pt x="1476375" y="1533525"/>
                </a:lnTo>
                <a:lnTo>
                  <a:pt x="1476375" y="1524000"/>
                </a:lnTo>
                <a:lnTo>
                  <a:pt x="1457325" y="1524000"/>
                </a:lnTo>
                <a:lnTo>
                  <a:pt x="1457325" y="1543050"/>
                </a:lnTo>
                <a:lnTo>
                  <a:pt x="1438275" y="1543050"/>
                </a:lnTo>
                <a:lnTo>
                  <a:pt x="1438275" y="1552575"/>
                </a:lnTo>
                <a:lnTo>
                  <a:pt x="1457325" y="1552575"/>
                </a:lnTo>
                <a:lnTo>
                  <a:pt x="1457325" y="1543050"/>
                </a:lnTo>
                <a:lnTo>
                  <a:pt x="1466850" y="1543050"/>
                </a:lnTo>
                <a:close/>
                <a:moveTo>
                  <a:pt x="1704975" y="1543050"/>
                </a:moveTo>
                <a:lnTo>
                  <a:pt x="1714500" y="1543050"/>
                </a:lnTo>
                <a:lnTo>
                  <a:pt x="1714500" y="1552575"/>
                </a:lnTo>
                <a:lnTo>
                  <a:pt x="1704975" y="1552575"/>
                </a:lnTo>
                <a:close/>
                <a:moveTo>
                  <a:pt x="866775" y="1552575"/>
                </a:moveTo>
                <a:lnTo>
                  <a:pt x="876300" y="1552575"/>
                </a:lnTo>
                <a:lnTo>
                  <a:pt x="876300" y="1533525"/>
                </a:lnTo>
                <a:lnTo>
                  <a:pt x="866775" y="1533525"/>
                </a:lnTo>
                <a:close/>
                <a:moveTo>
                  <a:pt x="1524000" y="1552575"/>
                </a:moveTo>
                <a:lnTo>
                  <a:pt x="1543050" y="1552575"/>
                </a:lnTo>
                <a:lnTo>
                  <a:pt x="1543050" y="1524000"/>
                </a:lnTo>
                <a:lnTo>
                  <a:pt x="1524000" y="1524000"/>
                </a:lnTo>
                <a:close/>
                <a:moveTo>
                  <a:pt x="628650" y="1562100"/>
                </a:moveTo>
                <a:lnTo>
                  <a:pt x="638175" y="1562100"/>
                </a:lnTo>
                <a:lnTo>
                  <a:pt x="638175" y="1590675"/>
                </a:lnTo>
                <a:lnTo>
                  <a:pt x="609600" y="1590675"/>
                </a:lnTo>
                <a:lnTo>
                  <a:pt x="609600" y="1581150"/>
                </a:lnTo>
                <a:lnTo>
                  <a:pt x="619125" y="1581150"/>
                </a:lnTo>
                <a:lnTo>
                  <a:pt x="619125" y="1571625"/>
                </a:lnTo>
                <a:lnTo>
                  <a:pt x="628650" y="1571625"/>
                </a:lnTo>
                <a:close/>
                <a:moveTo>
                  <a:pt x="647700" y="1562100"/>
                </a:moveTo>
                <a:lnTo>
                  <a:pt x="657225" y="1562100"/>
                </a:lnTo>
                <a:lnTo>
                  <a:pt x="657225" y="1571625"/>
                </a:lnTo>
                <a:lnTo>
                  <a:pt x="647700" y="1571625"/>
                </a:lnTo>
                <a:close/>
                <a:moveTo>
                  <a:pt x="1590675" y="1562100"/>
                </a:moveTo>
                <a:lnTo>
                  <a:pt x="1600200" y="1562100"/>
                </a:lnTo>
                <a:lnTo>
                  <a:pt x="1600200" y="1581150"/>
                </a:lnTo>
                <a:lnTo>
                  <a:pt x="1609725" y="1581150"/>
                </a:lnTo>
                <a:lnTo>
                  <a:pt x="1609725" y="1590675"/>
                </a:lnTo>
                <a:lnTo>
                  <a:pt x="1590675" y="1590675"/>
                </a:lnTo>
                <a:lnTo>
                  <a:pt x="1590675" y="1600200"/>
                </a:lnTo>
                <a:lnTo>
                  <a:pt x="1581150" y="1600200"/>
                </a:lnTo>
                <a:lnTo>
                  <a:pt x="1581150" y="1581150"/>
                </a:lnTo>
                <a:lnTo>
                  <a:pt x="1590675" y="1581150"/>
                </a:lnTo>
                <a:close/>
                <a:moveTo>
                  <a:pt x="714375" y="1571625"/>
                </a:moveTo>
                <a:lnTo>
                  <a:pt x="723900" y="1571625"/>
                </a:lnTo>
                <a:lnTo>
                  <a:pt x="723900" y="1581150"/>
                </a:lnTo>
                <a:lnTo>
                  <a:pt x="733425" y="1581150"/>
                </a:lnTo>
                <a:lnTo>
                  <a:pt x="733425" y="1562100"/>
                </a:lnTo>
                <a:lnTo>
                  <a:pt x="714375" y="1562100"/>
                </a:lnTo>
                <a:close/>
                <a:moveTo>
                  <a:pt x="885825" y="1571625"/>
                </a:moveTo>
                <a:lnTo>
                  <a:pt x="904875" y="1571625"/>
                </a:lnTo>
                <a:lnTo>
                  <a:pt x="904875" y="1581150"/>
                </a:lnTo>
                <a:lnTo>
                  <a:pt x="914400" y="1581150"/>
                </a:lnTo>
                <a:lnTo>
                  <a:pt x="914400" y="1562100"/>
                </a:lnTo>
                <a:lnTo>
                  <a:pt x="904875" y="1562100"/>
                </a:lnTo>
                <a:lnTo>
                  <a:pt x="904875" y="1552575"/>
                </a:lnTo>
                <a:lnTo>
                  <a:pt x="895350" y="1552575"/>
                </a:lnTo>
                <a:lnTo>
                  <a:pt x="895350" y="1562100"/>
                </a:lnTo>
                <a:lnTo>
                  <a:pt x="885825" y="1562100"/>
                </a:lnTo>
                <a:close/>
                <a:moveTo>
                  <a:pt x="1228725" y="1590675"/>
                </a:moveTo>
                <a:lnTo>
                  <a:pt x="1238250" y="1590675"/>
                </a:lnTo>
                <a:lnTo>
                  <a:pt x="1238250" y="1571625"/>
                </a:lnTo>
                <a:lnTo>
                  <a:pt x="1228725" y="1571625"/>
                </a:lnTo>
                <a:close/>
                <a:moveTo>
                  <a:pt x="1104900" y="1600200"/>
                </a:moveTo>
                <a:lnTo>
                  <a:pt x="1114425" y="1600200"/>
                </a:lnTo>
                <a:lnTo>
                  <a:pt x="1114425" y="1609725"/>
                </a:lnTo>
                <a:lnTo>
                  <a:pt x="1104900" y="1609725"/>
                </a:lnTo>
                <a:close/>
                <a:moveTo>
                  <a:pt x="1123950" y="1600200"/>
                </a:moveTo>
                <a:lnTo>
                  <a:pt x="1133475" y="1600200"/>
                </a:lnTo>
                <a:lnTo>
                  <a:pt x="1133475" y="1609725"/>
                </a:lnTo>
                <a:lnTo>
                  <a:pt x="1123950" y="1609725"/>
                </a:lnTo>
                <a:close/>
                <a:moveTo>
                  <a:pt x="1323975" y="1600200"/>
                </a:moveTo>
                <a:lnTo>
                  <a:pt x="1362075" y="1600200"/>
                </a:lnTo>
                <a:lnTo>
                  <a:pt x="1362075" y="1581150"/>
                </a:lnTo>
                <a:lnTo>
                  <a:pt x="1323975" y="1581150"/>
                </a:lnTo>
                <a:close/>
                <a:moveTo>
                  <a:pt x="1628775" y="1619250"/>
                </a:moveTo>
                <a:lnTo>
                  <a:pt x="1647825" y="1619250"/>
                </a:lnTo>
                <a:lnTo>
                  <a:pt x="1647825" y="1638300"/>
                </a:lnTo>
                <a:lnTo>
                  <a:pt x="1657350" y="1638300"/>
                </a:lnTo>
                <a:lnTo>
                  <a:pt x="1657350" y="1628775"/>
                </a:lnTo>
                <a:lnTo>
                  <a:pt x="1704975" y="1628775"/>
                </a:lnTo>
                <a:lnTo>
                  <a:pt x="1704975" y="1666875"/>
                </a:lnTo>
                <a:lnTo>
                  <a:pt x="1695450" y="1666875"/>
                </a:lnTo>
                <a:lnTo>
                  <a:pt x="1695450" y="1714500"/>
                </a:lnTo>
                <a:lnTo>
                  <a:pt x="1685925" y="1714500"/>
                </a:lnTo>
                <a:lnTo>
                  <a:pt x="1685925" y="1724025"/>
                </a:lnTo>
                <a:lnTo>
                  <a:pt x="1676400" y="1724025"/>
                </a:lnTo>
                <a:lnTo>
                  <a:pt x="1676400" y="1733550"/>
                </a:lnTo>
                <a:lnTo>
                  <a:pt x="1657350" y="1733550"/>
                </a:lnTo>
                <a:lnTo>
                  <a:pt x="1657350" y="1724025"/>
                </a:lnTo>
                <a:lnTo>
                  <a:pt x="1666875" y="1724025"/>
                </a:lnTo>
                <a:lnTo>
                  <a:pt x="1666875" y="1704975"/>
                </a:lnTo>
                <a:lnTo>
                  <a:pt x="1657350" y="1704975"/>
                </a:lnTo>
                <a:lnTo>
                  <a:pt x="1657350" y="1695450"/>
                </a:lnTo>
                <a:lnTo>
                  <a:pt x="1628775" y="1695450"/>
                </a:lnTo>
                <a:lnTo>
                  <a:pt x="1628775" y="1676400"/>
                </a:lnTo>
                <a:lnTo>
                  <a:pt x="1609725" y="1676400"/>
                </a:lnTo>
                <a:lnTo>
                  <a:pt x="1609725" y="1666875"/>
                </a:lnTo>
                <a:lnTo>
                  <a:pt x="1600200" y="1666875"/>
                </a:lnTo>
                <a:lnTo>
                  <a:pt x="1600200" y="1657350"/>
                </a:lnTo>
                <a:lnTo>
                  <a:pt x="1590675" y="1657350"/>
                </a:lnTo>
                <a:lnTo>
                  <a:pt x="1590675" y="1638300"/>
                </a:lnTo>
                <a:lnTo>
                  <a:pt x="1609725" y="1638300"/>
                </a:lnTo>
                <a:lnTo>
                  <a:pt x="1609725" y="1628775"/>
                </a:lnTo>
                <a:lnTo>
                  <a:pt x="1628775" y="1628775"/>
                </a:lnTo>
                <a:close/>
                <a:moveTo>
                  <a:pt x="1371600" y="1628775"/>
                </a:moveTo>
                <a:lnTo>
                  <a:pt x="1409700" y="1628775"/>
                </a:lnTo>
                <a:lnTo>
                  <a:pt x="1409700" y="1638300"/>
                </a:lnTo>
                <a:lnTo>
                  <a:pt x="1428750" y="1638300"/>
                </a:lnTo>
                <a:lnTo>
                  <a:pt x="1428750" y="1628775"/>
                </a:lnTo>
                <a:lnTo>
                  <a:pt x="1438275" y="1628775"/>
                </a:lnTo>
                <a:lnTo>
                  <a:pt x="1438275" y="1638300"/>
                </a:lnTo>
                <a:lnTo>
                  <a:pt x="1466850" y="1638300"/>
                </a:lnTo>
                <a:lnTo>
                  <a:pt x="1466850" y="1628775"/>
                </a:lnTo>
                <a:lnTo>
                  <a:pt x="1514475" y="1628775"/>
                </a:lnTo>
                <a:lnTo>
                  <a:pt x="1514475" y="1647825"/>
                </a:lnTo>
                <a:lnTo>
                  <a:pt x="1524000" y="1647825"/>
                </a:lnTo>
                <a:lnTo>
                  <a:pt x="1524000" y="1628775"/>
                </a:lnTo>
                <a:lnTo>
                  <a:pt x="1581150" y="1628775"/>
                </a:lnTo>
                <a:lnTo>
                  <a:pt x="1581150" y="1638300"/>
                </a:lnTo>
                <a:lnTo>
                  <a:pt x="1571625" y="1638300"/>
                </a:lnTo>
                <a:lnTo>
                  <a:pt x="1571625" y="1647825"/>
                </a:lnTo>
                <a:lnTo>
                  <a:pt x="1581150" y="1647825"/>
                </a:lnTo>
                <a:lnTo>
                  <a:pt x="1581150" y="1666875"/>
                </a:lnTo>
                <a:lnTo>
                  <a:pt x="1600200" y="1666875"/>
                </a:lnTo>
                <a:lnTo>
                  <a:pt x="1600200" y="1695450"/>
                </a:lnTo>
                <a:lnTo>
                  <a:pt x="1590675" y="1695450"/>
                </a:lnTo>
                <a:lnTo>
                  <a:pt x="1590675" y="1704975"/>
                </a:lnTo>
                <a:lnTo>
                  <a:pt x="1600200" y="1704975"/>
                </a:lnTo>
                <a:lnTo>
                  <a:pt x="1600200" y="1724025"/>
                </a:lnTo>
                <a:lnTo>
                  <a:pt x="1619250" y="1724025"/>
                </a:lnTo>
                <a:lnTo>
                  <a:pt x="1619250" y="1733550"/>
                </a:lnTo>
                <a:lnTo>
                  <a:pt x="1590675" y="1733550"/>
                </a:lnTo>
                <a:lnTo>
                  <a:pt x="1590675" y="1724025"/>
                </a:lnTo>
                <a:lnTo>
                  <a:pt x="1533525" y="1724025"/>
                </a:lnTo>
                <a:lnTo>
                  <a:pt x="1533525" y="1733550"/>
                </a:lnTo>
                <a:lnTo>
                  <a:pt x="1343025" y="1733550"/>
                </a:lnTo>
                <a:lnTo>
                  <a:pt x="1343025" y="1724025"/>
                </a:lnTo>
                <a:lnTo>
                  <a:pt x="1314450" y="1724025"/>
                </a:lnTo>
                <a:lnTo>
                  <a:pt x="1314450" y="1733550"/>
                </a:lnTo>
                <a:lnTo>
                  <a:pt x="1295400" y="1733550"/>
                </a:lnTo>
                <a:lnTo>
                  <a:pt x="1295400" y="1724025"/>
                </a:lnTo>
                <a:lnTo>
                  <a:pt x="1190625" y="1724025"/>
                </a:lnTo>
                <a:lnTo>
                  <a:pt x="1190625" y="1733550"/>
                </a:lnTo>
                <a:lnTo>
                  <a:pt x="1181100" y="1733550"/>
                </a:lnTo>
                <a:lnTo>
                  <a:pt x="1181100" y="1714500"/>
                </a:lnTo>
                <a:lnTo>
                  <a:pt x="1190625" y="1714500"/>
                </a:lnTo>
                <a:lnTo>
                  <a:pt x="1190625" y="1704975"/>
                </a:lnTo>
                <a:lnTo>
                  <a:pt x="1171575" y="1704975"/>
                </a:lnTo>
                <a:lnTo>
                  <a:pt x="1171575" y="1714500"/>
                </a:lnTo>
                <a:lnTo>
                  <a:pt x="1162050" y="1714500"/>
                </a:lnTo>
                <a:lnTo>
                  <a:pt x="1162050" y="1724025"/>
                </a:lnTo>
                <a:lnTo>
                  <a:pt x="1152525" y="1724025"/>
                </a:lnTo>
                <a:lnTo>
                  <a:pt x="1152525" y="1733550"/>
                </a:lnTo>
                <a:lnTo>
                  <a:pt x="1143000" y="1733550"/>
                </a:lnTo>
                <a:lnTo>
                  <a:pt x="1143000" y="1724025"/>
                </a:lnTo>
                <a:lnTo>
                  <a:pt x="1104900" y="1724025"/>
                </a:lnTo>
                <a:lnTo>
                  <a:pt x="1104900" y="1704975"/>
                </a:lnTo>
                <a:lnTo>
                  <a:pt x="1123950" y="1704975"/>
                </a:lnTo>
                <a:lnTo>
                  <a:pt x="1123950" y="1695450"/>
                </a:lnTo>
                <a:lnTo>
                  <a:pt x="1143000" y="1695450"/>
                </a:lnTo>
                <a:lnTo>
                  <a:pt x="1143000" y="1685925"/>
                </a:lnTo>
                <a:lnTo>
                  <a:pt x="1171575" y="1685925"/>
                </a:lnTo>
                <a:lnTo>
                  <a:pt x="1171575" y="1695450"/>
                </a:lnTo>
                <a:lnTo>
                  <a:pt x="1190625" y="1695450"/>
                </a:lnTo>
                <a:lnTo>
                  <a:pt x="1190625" y="1676400"/>
                </a:lnTo>
                <a:lnTo>
                  <a:pt x="1200150" y="1676400"/>
                </a:lnTo>
                <a:lnTo>
                  <a:pt x="1200150" y="1685925"/>
                </a:lnTo>
                <a:lnTo>
                  <a:pt x="1219200" y="1685925"/>
                </a:lnTo>
                <a:lnTo>
                  <a:pt x="1219200" y="1695450"/>
                </a:lnTo>
                <a:lnTo>
                  <a:pt x="1228725" y="1695450"/>
                </a:lnTo>
                <a:lnTo>
                  <a:pt x="1228725" y="1704975"/>
                </a:lnTo>
                <a:lnTo>
                  <a:pt x="1247775" y="1704975"/>
                </a:lnTo>
                <a:lnTo>
                  <a:pt x="1247775" y="1695450"/>
                </a:lnTo>
                <a:lnTo>
                  <a:pt x="1257300" y="1695450"/>
                </a:lnTo>
                <a:lnTo>
                  <a:pt x="1257300" y="1685925"/>
                </a:lnTo>
                <a:lnTo>
                  <a:pt x="1238250" y="1685925"/>
                </a:lnTo>
                <a:lnTo>
                  <a:pt x="1238250" y="1676400"/>
                </a:lnTo>
                <a:lnTo>
                  <a:pt x="1257300" y="1676400"/>
                </a:lnTo>
                <a:lnTo>
                  <a:pt x="1257300" y="1685925"/>
                </a:lnTo>
                <a:lnTo>
                  <a:pt x="1266825" y="1685925"/>
                </a:lnTo>
                <a:lnTo>
                  <a:pt x="1266825" y="1704975"/>
                </a:lnTo>
                <a:lnTo>
                  <a:pt x="1247775" y="1704975"/>
                </a:lnTo>
                <a:lnTo>
                  <a:pt x="1247775" y="1714500"/>
                </a:lnTo>
                <a:lnTo>
                  <a:pt x="1285875" y="1714500"/>
                </a:lnTo>
                <a:lnTo>
                  <a:pt x="1285875" y="1695450"/>
                </a:lnTo>
                <a:lnTo>
                  <a:pt x="1295400" y="1695450"/>
                </a:lnTo>
                <a:lnTo>
                  <a:pt x="1295400" y="1685925"/>
                </a:lnTo>
                <a:lnTo>
                  <a:pt x="1323975" y="1685925"/>
                </a:lnTo>
                <a:lnTo>
                  <a:pt x="1323975" y="1695450"/>
                </a:lnTo>
                <a:lnTo>
                  <a:pt x="1314450" y="1695450"/>
                </a:lnTo>
                <a:lnTo>
                  <a:pt x="1314450" y="1704975"/>
                </a:lnTo>
                <a:lnTo>
                  <a:pt x="1323975" y="1704975"/>
                </a:lnTo>
                <a:lnTo>
                  <a:pt x="1323975" y="1714500"/>
                </a:lnTo>
                <a:lnTo>
                  <a:pt x="1343025" y="1714500"/>
                </a:lnTo>
                <a:lnTo>
                  <a:pt x="1343025" y="1685925"/>
                </a:lnTo>
                <a:lnTo>
                  <a:pt x="1371600" y="1685925"/>
                </a:lnTo>
                <a:lnTo>
                  <a:pt x="1371600" y="1695450"/>
                </a:lnTo>
                <a:lnTo>
                  <a:pt x="1390650" y="1695450"/>
                </a:lnTo>
                <a:lnTo>
                  <a:pt x="1390650" y="1685925"/>
                </a:lnTo>
                <a:lnTo>
                  <a:pt x="1381125" y="1685925"/>
                </a:lnTo>
                <a:lnTo>
                  <a:pt x="1381125" y="1666875"/>
                </a:lnTo>
                <a:lnTo>
                  <a:pt x="1371600" y="1666875"/>
                </a:lnTo>
                <a:lnTo>
                  <a:pt x="1371600" y="1657350"/>
                </a:lnTo>
                <a:lnTo>
                  <a:pt x="1362075" y="1657350"/>
                </a:lnTo>
                <a:lnTo>
                  <a:pt x="1362075" y="1638300"/>
                </a:lnTo>
                <a:lnTo>
                  <a:pt x="1371600" y="1638300"/>
                </a:lnTo>
                <a:close/>
                <a:moveTo>
                  <a:pt x="419100" y="1647825"/>
                </a:moveTo>
                <a:lnTo>
                  <a:pt x="428625" y="1647825"/>
                </a:lnTo>
                <a:lnTo>
                  <a:pt x="428625" y="1666875"/>
                </a:lnTo>
                <a:lnTo>
                  <a:pt x="419100" y="1666875"/>
                </a:lnTo>
                <a:close/>
                <a:moveTo>
                  <a:pt x="1685925" y="1647825"/>
                </a:moveTo>
                <a:lnTo>
                  <a:pt x="1695450" y="1647825"/>
                </a:lnTo>
                <a:lnTo>
                  <a:pt x="1695450" y="1638300"/>
                </a:lnTo>
                <a:lnTo>
                  <a:pt x="1676400" y="1638300"/>
                </a:lnTo>
                <a:lnTo>
                  <a:pt x="1676400" y="1657350"/>
                </a:lnTo>
                <a:lnTo>
                  <a:pt x="1685925" y="1657350"/>
                </a:lnTo>
                <a:close/>
                <a:moveTo>
                  <a:pt x="381000" y="1657350"/>
                </a:moveTo>
                <a:lnTo>
                  <a:pt x="390525" y="1657350"/>
                </a:lnTo>
                <a:lnTo>
                  <a:pt x="390525" y="1666875"/>
                </a:lnTo>
                <a:lnTo>
                  <a:pt x="381000" y="1666875"/>
                </a:lnTo>
                <a:close/>
                <a:moveTo>
                  <a:pt x="400050" y="1657350"/>
                </a:moveTo>
                <a:lnTo>
                  <a:pt x="409575" y="1657350"/>
                </a:lnTo>
                <a:lnTo>
                  <a:pt x="409575" y="1666875"/>
                </a:lnTo>
                <a:lnTo>
                  <a:pt x="400050" y="1666875"/>
                </a:lnTo>
                <a:close/>
                <a:moveTo>
                  <a:pt x="209550" y="1666875"/>
                </a:moveTo>
                <a:lnTo>
                  <a:pt x="219075" y="1666875"/>
                </a:lnTo>
                <a:lnTo>
                  <a:pt x="219075" y="1676400"/>
                </a:lnTo>
                <a:lnTo>
                  <a:pt x="209550" y="1676400"/>
                </a:lnTo>
                <a:close/>
                <a:moveTo>
                  <a:pt x="371475" y="1666875"/>
                </a:moveTo>
                <a:lnTo>
                  <a:pt x="381000" y="1666875"/>
                </a:lnTo>
                <a:lnTo>
                  <a:pt x="381000" y="1676400"/>
                </a:lnTo>
                <a:lnTo>
                  <a:pt x="371475" y="1676400"/>
                </a:lnTo>
                <a:close/>
                <a:moveTo>
                  <a:pt x="390525" y="1666875"/>
                </a:moveTo>
                <a:lnTo>
                  <a:pt x="400050" y="1666875"/>
                </a:lnTo>
                <a:lnTo>
                  <a:pt x="400050" y="1676400"/>
                </a:lnTo>
                <a:lnTo>
                  <a:pt x="419100" y="1676400"/>
                </a:lnTo>
                <a:lnTo>
                  <a:pt x="419100" y="1695450"/>
                </a:lnTo>
                <a:lnTo>
                  <a:pt x="400050" y="1695450"/>
                </a:lnTo>
                <a:lnTo>
                  <a:pt x="400050" y="1704975"/>
                </a:lnTo>
                <a:lnTo>
                  <a:pt x="409575" y="1704975"/>
                </a:lnTo>
                <a:lnTo>
                  <a:pt x="409575" y="1714500"/>
                </a:lnTo>
                <a:lnTo>
                  <a:pt x="419100" y="1714500"/>
                </a:lnTo>
                <a:lnTo>
                  <a:pt x="419100" y="1724025"/>
                </a:lnTo>
                <a:lnTo>
                  <a:pt x="428625" y="1724025"/>
                </a:lnTo>
                <a:lnTo>
                  <a:pt x="428625" y="1733550"/>
                </a:lnTo>
                <a:lnTo>
                  <a:pt x="390525" y="1733550"/>
                </a:lnTo>
                <a:lnTo>
                  <a:pt x="390525" y="1724025"/>
                </a:lnTo>
                <a:lnTo>
                  <a:pt x="371475" y="1724025"/>
                </a:lnTo>
                <a:lnTo>
                  <a:pt x="371475" y="1704975"/>
                </a:lnTo>
                <a:lnTo>
                  <a:pt x="381000" y="1704975"/>
                </a:lnTo>
                <a:lnTo>
                  <a:pt x="381000" y="1695450"/>
                </a:lnTo>
                <a:lnTo>
                  <a:pt x="390525" y="1695450"/>
                </a:lnTo>
                <a:close/>
                <a:moveTo>
                  <a:pt x="771525" y="1676400"/>
                </a:moveTo>
                <a:lnTo>
                  <a:pt x="857250" y="1676400"/>
                </a:lnTo>
                <a:lnTo>
                  <a:pt x="857250" y="1695450"/>
                </a:lnTo>
                <a:lnTo>
                  <a:pt x="904875" y="1695450"/>
                </a:lnTo>
                <a:lnTo>
                  <a:pt x="904875" y="1714500"/>
                </a:lnTo>
                <a:lnTo>
                  <a:pt x="914400" y="1714500"/>
                </a:lnTo>
                <a:lnTo>
                  <a:pt x="914400" y="1704975"/>
                </a:lnTo>
                <a:lnTo>
                  <a:pt x="923925" y="1704975"/>
                </a:lnTo>
                <a:lnTo>
                  <a:pt x="923925" y="1685925"/>
                </a:lnTo>
                <a:lnTo>
                  <a:pt x="933450" y="1685925"/>
                </a:lnTo>
                <a:lnTo>
                  <a:pt x="933450" y="1714500"/>
                </a:lnTo>
                <a:lnTo>
                  <a:pt x="923925" y="1714500"/>
                </a:lnTo>
                <a:lnTo>
                  <a:pt x="923925" y="1724025"/>
                </a:lnTo>
                <a:lnTo>
                  <a:pt x="866775" y="1724025"/>
                </a:lnTo>
                <a:lnTo>
                  <a:pt x="866775" y="1733550"/>
                </a:lnTo>
                <a:lnTo>
                  <a:pt x="781050" y="1733550"/>
                </a:lnTo>
                <a:lnTo>
                  <a:pt x="781050" y="1724025"/>
                </a:lnTo>
                <a:lnTo>
                  <a:pt x="714375" y="1724025"/>
                </a:lnTo>
                <a:lnTo>
                  <a:pt x="714375" y="1733550"/>
                </a:lnTo>
                <a:lnTo>
                  <a:pt x="638175" y="1733550"/>
                </a:lnTo>
                <a:lnTo>
                  <a:pt x="638175" y="1714500"/>
                </a:lnTo>
                <a:lnTo>
                  <a:pt x="666750" y="1714500"/>
                </a:lnTo>
                <a:lnTo>
                  <a:pt x="666750" y="1704975"/>
                </a:lnTo>
                <a:lnTo>
                  <a:pt x="676275" y="1704975"/>
                </a:lnTo>
                <a:lnTo>
                  <a:pt x="676275" y="1685925"/>
                </a:lnTo>
                <a:lnTo>
                  <a:pt x="695325" y="1685925"/>
                </a:lnTo>
                <a:lnTo>
                  <a:pt x="695325" y="1695450"/>
                </a:lnTo>
                <a:lnTo>
                  <a:pt x="714375" y="1695450"/>
                </a:lnTo>
                <a:lnTo>
                  <a:pt x="714375" y="1685925"/>
                </a:lnTo>
                <a:lnTo>
                  <a:pt x="733425" y="1685925"/>
                </a:lnTo>
                <a:lnTo>
                  <a:pt x="733425" y="1704975"/>
                </a:lnTo>
                <a:lnTo>
                  <a:pt x="762000" y="1704975"/>
                </a:lnTo>
                <a:lnTo>
                  <a:pt x="762000" y="1685925"/>
                </a:lnTo>
                <a:lnTo>
                  <a:pt x="771525" y="1685925"/>
                </a:lnTo>
                <a:close/>
                <a:moveTo>
                  <a:pt x="866775" y="1676400"/>
                </a:moveTo>
                <a:lnTo>
                  <a:pt x="876300" y="1676400"/>
                </a:lnTo>
                <a:lnTo>
                  <a:pt x="876300" y="1685925"/>
                </a:lnTo>
                <a:lnTo>
                  <a:pt x="866775" y="1685925"/>
                </a:lnTo>
                <a:close/>
                <a:moveTo>
                  <a:pt x="219075" y="1685925"/>
                </a:moveTo>
                <a:lnTo>
                  <a:pt x="238125" y="1685925"/>
                </a:lnTo>
                <a:lnTo>
                  <a:pt x="238125" y="1695450"/>
                </a:lnTo>
                <a:lnTo>
                  <a:pt x="247650" y="1695450"/>
                </a:lnTo>
                <a:lnTo>
                  <a:pt x="247650" y="1714500"/>
                </a:lnTo>
                <a:lnTo>
                  <a:pt x="219075" y="1714500"/>
                </a:lnTo>
                <a:lnTo>
                  <a:pt x="219075" y="1733550"/>
                </a:lnTo>
                <a:lnTo>
                  <a:pt x="200025" y="1733550"/>
                </a:lnTo>
                <a:lnTo>
                  <a:pt x="200025" y="1724025"/>
                </a:lnTo>
                <a:lnTo>
                  <a:pt x="190500" y="1724025"/>
                </a:lnTo>
                <a:lnTo>
                  <a:pt x="190500" y="1714500"/>
                </a:lnTo>
                <a:lnTo>
                  <a:pt x="180975" y="1714500"/>
                </a:lnTo>
                <a:lnTo>
                  <a:pt x="180975" y="1704975"/>
                </a:lnTo>
                <a:lnTo>
                  <a:pt x="190500" y="1704975"/>
                </a:lnTo>
                <a:lnTo>
                  <a:pt x="190500" y="1714500"/>
                </a:lnTo>
                <a:lnTo>
                  <a:pt x="200025" y="1714500"/>
                </a:lnTo>
                <a:lnTo>
                  <a:pt x="200025" y="1695450"/>
                </a:lnTo>
                <a:lnTo>
                  <a:pt x="219075" y="1695450"/>
                </a:lnTo>
                <a:close/>
                <a:moveTo>
                  <a:pt x="276225" y="1685925"/>
                </a:moveTo>
                <a:lnTo>
                  <a:pt x="342900" y="1685925"/>
                </a:lnTo>
                <a:lnTo>
                  <a:pt x="342900" y="1695450"/>
                </a:lnTo>
                <a:lnTo>
                  <a:pt x="352425" y="1695450"/>
                </a:lnTo>
                <a:lnTo>
                  <a:pt x="352425" y="1704975"/>
                </a:lnTo>
                <a:lnTo>
                  <a:pt x="342900" y="1704975"/>
                </a:lnTo>
                <a:lnTo>
                  <a:pt x="342900" y="1714500"/>
                </a:lnTo>
                <a:lnTo>
                  <a:pt x="352425" y="1714500"/>
                </a:lnTo>
                <a:lnTo>
                  <a:pt x="352425" y="1724025"/>
                </a:lnTo>
                <a:lnTo>
                  <a:pt x="333375" y="1724025"/>
                </a:lnTo>
                <a:lnTo>
                  <a:pt x="333375" y="1704975"/>
                </a:lnTo>
                <a:lnTo>
                  <a:pt x="323850" y="1704975"/>
                </a:lnTo>
                <a:lnTo>
                  <a:pt x="323850" y="1695450"/>
                </a:lnTo>
                <a:lnTo>
                  <a:pt x="304800" y="1695450"/>
                </a:lnTo>
                <a:lnTo>
                  <a:pt x="304800" y="1714500"/>
                </a:lnTo>
                <a:lnTo>
                  <a:pt x="295275" y="1714500"/>
                </a:lnTo>
                <a:lnTo>
                  <a:pt x="295275" y="1724025"/>
                </a:lnTo>
                <a:lnTo>
                  <a:pt x="285750" y="1724025"/>
                </a:lnTo>
                <a:lnTo>
                  <a:pt x="285750" y="1714500"/>
                </a:lnTo>
                <a:lnTo>
                  <a:pt x="276225" y="1714500"/>
                </a:lnTo>
                <a:lnTo>
                  <a:pt x="276225" y="1724025"/>
                </a:lnTo>
                <a:lnTo>
                  <a:pt x="266700" y="1724025"/>
                </a:lnTo>
                <a:lnTo>
                  <a:pt x="266700" y="1733550"/>
                </a:lnTo>
                <a:lnTo>
                  <a:pt x="257175" y="1733550"/>
                </a:lnTo>
                <a:lnTo>
                  <a:pt x="257175" y="1724025"/>
                </a:lnTo>
                <a:lnTo>
                  <a:pt x="247650" y="1724025"/>
                </a:lnTo>
                <a:lnTo>
                  <a:pt x="247650" y="1714500"/>
                </a:lnTo>
                <a:lnTo>
                  <a:pt x="266700" y="1714500"/>
                </a:lnTo>
                <a:lnTo>
                  <a:pt x="266700" y="1695450"/>
                </a:lnTo>
                <a:lnTo>
                  <a:pt x="276225" y="1695450"/>
                </a:lnTo>
                <a:close/>
                <a:moveTo>
                  <a:pt x="1000125" y="1685925"/>
                </a:moveTo>
                <a:lnTo>
                  <a:pt x="1009650" y="1685925"/>
                </a:lnTo>
                <a:lnTo>
                  <a:pt x="1009650" y="1695450"/>
                </a:lnTo>
                <a:lnTo>
                  <a:pt x="1019175" y="1695450"/>
                </a:lnTo>
                <a:lnTo>
                  <a:pt x="1019175" y="1704975"/>
                </a:lnTo>
                <a:lnTo>
                  <a:pt x="1047750" y="1704975"/>
                </a:lnTo>
                <a:lnTo>
                  <a:pt x="1047750" y="1695450"/>
                </a:lnTo>
                <a:lnTo>
                  <a:pt x="1066800" y="1695450"/>
                </a:lnTo>
                <a:lnTo>
                  <a:pt x="1066800" y="1724025"/>
                </a:lnTo>
                <a:lnTo>
                  <a:pt x="1104900" y="1724025"/>
                </a:lnTo>
                <a:lnTo>
                  <a:pt x="1104900" y="1733550"/>
                </a:lnTo>
                <a:lnTo>
                  <a:pt x="1047750" y="1733550"/>
                </a:lnTo>
                <a:lnTo>
                  <a:pt x="1047750" y="1714500"/>
                </a:lnTo>
                <a:lnTo>
                  <a:pt x="1009650" y="1714500"/>
                </a:lnTo>
                <a:lnTo>
                  <a:pt x="1009650" y="1724025"/>
                </a:lnTo>
                <a:lnTo>
                  <a:pt x="1000125" y="1724025"/>
                </a:lnTo>
                <a:lnTo>
                  <a:pt x="1000125" y="1714500"/>
                </a:lnTo>
                <a:lnTo>
                  <a:pt x="990600" y="1714500"/>
                </a:lnTo>
                <a:lnTo>
                  <a:pt x="990600" y="1724025"/>
                </a:lnTo>
                <a:lnTo>
                  <a:pt x="981075" y="1724025"/>
                </a:lnTo>
                <a:lnTo>
                  <a:pt x="981075" y="1733550"/>
                </a:lnTo>
                <a:lnTo>
                  <a:pt x="952500" y="1733550"/>
                </a:lnTo>
                <a:lnTo>
                  <a:pt x="952500" y="1724025"/>
                </a:lnTo>
                <a:lnTo>
                  <a:pt x="942975" y="1724025"/>
                </a:lnTo>
                <a:lnTo>
                  <a:pt x="942975" y="1714500"/>
                </a:lnTo>
                <a:lnTo>
                  <a:pt x="971550" y="1714500"/>
                </a:lnTo>
                <a:lnTo>
                  <a:pt x="971550" y="1704975"/>
                </a:lnTo>
                <a:lnTo>
                  <a:pt x="981075" y="1704975"/>
                </a:lnTo>
                <a:lnTo>
                  <a:pt x="981075" y="1695450"/>
                </a:lnTo>
                <a:lnTo>
                  <a:pt x="1000125" y="1695450"/>
                </a:lnTo>
                <a:close/>
                <a:moveTo>
                  <a:pt x="523875" y="1695450"/>
                </a:moveTo>
                <a:lnTo>
                  <a:pt x="533400" y="1695450"/>
                </a:lnTo>
                <a:lnTo>
                  <a:pt x="533400" y="1704975"/>
                </a:lnTo>
                <a:lnTo>
                  <a:pt x="542925" y="1704975"/>
                </a:lnTo>
                <a:lnTo>
                  <a:pt x="542925" y="1733550"/>
                </a:lnTo>
                <a:lnTo>
                  <a:pt x="533400" y="1733550"/>
                </a:lnTo>
                <a:lnTo>
                  <a:pt x="533400" y="1724025"/>
                </a:lnTo>
                <a:lnTo>
                  <a:pt x="514350" y="1724025"/>
                </a:lnTo>
                <a:lnTo>
                  <a:pt x="514350" y="1714500"/>
                </a:lnTo>
                <a:lnTo>
                  <a:pt x="504825" y="1714500"/>
                </a:lnTo>
                <a:lnTo>
                  <a:pt x="504825" y="1724025"/>
                </a:lnTo>
                <a:lnTo>
                  <a:pt x="485775" y="1724025"/>
                </a:lnTo>
                <a:lnTo>
                  <a:pt x="485775" y="1733550"/>
                </a:lnTo>
                <a:lnTo>
                  <a:pt x="466725" y="1733550"/>
                </a:lnTo>
                <a:lnTo>
                  <a:pt x="466725" y="1724025"/>
                </a:lnTo>
                <a:lnTo>
                  <a:pt x="476250" y="1724025"/>
                </a:lnTo>
                <a:lnTo>
                  <a:pt x="476250" y="1704975"/>
                </a:lnTo>
                <a:lnTo>
                  <a:pt x="523875" y="1704975"/>
                </a:lnTo>
                <a:close/>
                <a:moveTo>
                  <a:pt x="228600" y="1724025"/>
                </a:moveTo>
                <a:lnTo>
                  <a:pt x="247650" y="1724025"/>
                </a:lnTo>
                <a:lnTo>
                  <a:pt x="247650" y="1733550"/>
                </a:lnTo>
                <a:lnTo>
                  <a:pt x="228600" y="1733550"/>
                </a:lnTo>
                <a:close/>
                <a:moveTo>
                  <a:pt x="1028700" y="1724025"/>
                </a:moveTo>
                <a:lnTo>
                  <a:pt x="1038225" y="1724025"/>
                </a:lnTo>
                <a:lnTo>
                  <a:pt x="1038225" y="1733550"/>
                </a:lnTo>
                <a:lnTo>
                  <a:pt x="1028700" y="1733550"/>
                </a:lnTo>
                <a:close/>
                <a:moveTo>
                  <a:pt x="1724025" y="1724025"/>
                </a:moveTo>
                <a:lnTo>
                  <a:pt x="1733550" y="1724025"/>
                </a:lnTo>
                <a:lnTo>
                  <a:pt x="1733550" y="1752600"/>
                </a:lnTo>
                <a:lnTo>
                  <a:pt x="1724025" y="1752600"/>
                </a:lnTo>
                <a:close/>
                <a:moveTo>
                  <a:pt x="180975" y="1743075"/>
                </a:moveTo>
                <a:lnTo>
                  <a:pt x="190500" y="1743075"/>
                </a:lnTo>
                <a:lnTo>
                  <a:pt x="190500" y="1752600"/>
                </a:lnTo>
                <a:lnTo>
                  <a:pt x="180975" y="1752600"/>
                </a:lnTo>
                <a:close/>
                <a:moveTo>
                  <a:pt x="209550" y="1752600"/>
                </a:moveTo>
                <a:lnTo>
                  <a:pt x="247650" y="1752600"/>
                </a:lnTo>
                <a:lnTo>
                  <a:pt x="247650" y="1762125"/>
                </a:lnTo>
                <a:lnTo>
                  <a:pt x="238125" y="1762125"/>
                </a:lnTo>
                <a:lnTo>
                  <a:pt x="238125" y="1771650"/>
                </a:lnTo>
                <a:lnTo>
                  <a:pt x="247650" y="1771650"/>
                </a:lnTo>
                <a:lnTo>
                  <a:pt x="247650" y="1781175"/>
                </a:lnTo>
                <a:lnTo>
                  <a:pt x="285750" y="1781175"/>
                </a:lnTo>
                <a:lnTo>
                  <a:pt x="285750" y="1771650"/>
                </a:lnTo>
                <a:lnTo>
                  <a:pt x="295275" y="1771650"/>
                </a:lnTo>
                <a:lnTo>
                  <a:pt x="295275" y="1762125"/>
                </a:lnTo>
                <a:lnTo>
                  <a:pt x="314325" y="1762125"/>
                </a:lnTo>
                <a:lnTo>
                  <a:pt x="314325" y="1800225"/>
                </a:lnTo>
                <a:lnTo>
                  <a:pt x="323850" y="1800225"/>
                </a:lnTo>
                <a:lnTo>
                  <a:pt x="323850" y="1790700"/>
                </a:lnTo>
                <a:lnTo>
                  <a:pt x="333375" y="1790700"/>
                </a:lnTo>
                <a:lnTo>
                  <a:pt x="333375" y="1781175"/>
                </a:lnTo>
                <a:lnTo>
                  <a:pt x="323850" y="1781175"/>
                </a:lnTo>
                <a:lnTo>
                  <a:pt x="323850" y="1752600"/>
                </a:lnTo>
                <a:lnTo>
                  <a:pt x="333375" y="1752600"/>
                </a:lnTo>
                <a:lnTo>
                  <a:pt x="333375" y="1771650"/>
                </a:lnTo>
                <a:lnTo>
                  <a:pt x="342900" y="1771650"/>
                </a:lnTo>
                <a:lnTo>
                  <a:pt x="342900" y="1790700"/>
                </a:lnTo>
                <a:lnTo>
                  <a:pt x="333375" y="1790700"/>
                </a:lnTo>
                <a:lnTo>
                  <a:pt x="333375" y="1800225"/>
                </a:lnTo>
                <a:lnTo>
                  <a:pt x="361950" y="1800225"/>
                </a:lnTo>
                <a:lnTo>
                  <a:pt x="361950" y="1790700"/>
                </a:lnTo>
                <a:lnTo>
                  <a:pt x="352425" y="1790700"/>
                </a:lnTo>
                <a:lnTo>
                  <a:pt x="352425" y="1781175"/>
                </a:lnTo>
                <a:lnTo>
                  <a:pt x="371475" y="1781175"/>
                </a:lnTo>
                <a:lnTo>
                  <a:pt x="371475" y="1752600"/>
                </a:lnTo>
                <a:lnTo>
                  <a:pt x="390525" y="1752600"/>
                </a:lnTo>
                <a:lnTo>
                  <a:pt x="390525" y="1771650"/>
                </a:lnTo>
                <a:lnTo>
                  <a:pt x="409575" y="1771650"/>
                </a:lnTo>
                <a:lnTo>
                  <a:pt x="409575" y="1752600"/>
                </a:lnTo>
                <a:lnTo>
                  <a:pt x="419100" y="1752600"/>
                </a:lnTo>
                <a:lnTo>
                  <a:pt x="419100" y="1762125"/>
                </a:lnTo>
                <a:lnTo>
                  <a:pt x="438150" y="1762125"/>
                </a:lnTo>
                <a:lnTo>
                  <a:pt x="438150" y="1771650"/>
                </a:lnTo>
                <a:lnTo>
                  <a:pt x="447675" y="1771650"/>
                </a:lnTo>
                <a:lnTo>
                  <a:pt x="447675" y="1781175"/>
                </a:lnTo>
                <a:lnTo>
                  <a:pt x="457200" y="1781175"/>
                </a:lnTo>
                <a:lnTo>
                  <a:pt x="457200" y="1790700"/>
                </a:lnTo>
                <a:lnTo>
                  <a:pt x="466725" y="1790700"/>
                </a:lnTo>
                <a:lnTo>
                  <a:pt x="466725" y="1781175"/>
                </a:lnTo>
                <a:lnTo>
                  <a:pt x="495300" y="1781175"/>
                </a:lnTo>
                <a:lnTo>
                  <a:pt x="495300" y="1771650"/>
                </a:lnTo>
                <a:lnTo>
                  <a:pt x="552450" y="1771650"/>
                </a:lnTo>
                <a:lnTo>
                  <a:pt x="552450" y="1781175"/>
                </a:lnTo>
                <a:lnTo>
                  <a:pt x="561975" y="1781175"/>
                </a:lnTo>
                <a:lnTo>
                  <a:pt x="561975" y="1762125"/>
                </a:lnTo>
                <a:lnTo>
                  <a:pt x="571500" y="1762125"/>
                </a:lnTo>
                <a:lnTo>
                  <a:pt x="571500" y="1781175"/>
                </a:lnTo>
                <a:lnTo>
                  <a:pt x="561975" y="1781175"/>
                </a:lnTo>
                <a:lnTo>
                  <a:pt x="561975" y="1790700"/>
                </a:lnTo>
                <a:lnTo>
                  <a:pt x="552450" y="1790700"/>
                </a:lnTo>
                <a:lnTo>
                  <a:pt x="552450" y="1809750"/>
                </a:lnTo>
                <a:lnTo>
                  <a:pt x="542925" y="1809750"/>
                </a:lnTo>
                <a:lnTo>
                  <a:pt x="542925" y="1819275"/>
                </a:lnTo>
                <a:lnTo>
                  <a:pt x="533400" y="1819275"/>
                </a:lnTo>
                <a:lnTo>
                  <a:pt x="533400" y="1828800"/>
                </a:lnTo>
                <a:lnTo>
                  <a:pt x="495300" y="1828800"/>
                </a:lnTo>
                <a:lnTo>
                  <a:pt x="495300" y="1800225"/>
                </a:lnTo>
                <a:lnTo>
                  <a:pt x="485775" y="1800225"/>
                </a:lnTo>
                <a:lnTo>
                  <a:pt x="485775" y="1809750"/>
                </a:lnTo>
                <a:lnTo>
                  <a:pt x="466725" y="1809750"/>
                </a:lnTo>
                <a:lnTo>
                  <a:pt x="466725" y="1800225"/>
                </a:lnTo>
                <a:lnTo>
                  <a:pt x="428625" y="1800225"/>
                </a:lnTo>
                <a:lnTo>
                  <a:pt x="428625" y="1819275"/>
                </a:lnTo>
                <a:lnTo>
                  <a:pt x="419100" y="1819275"/>
                </a:lnTo>
                <a:lnTo>
                  <a:pt x="419100" y="1828800"/>
                </a:lnTo>
                <a:lnTo>
                  <a:pt x="409575" y="1828800"/>
                </a:lnTo>
                <a:lnTo>
                  <a:pt x="409575" y="1847850"/>
                </a:lnTo>
                <a:lnTo>
                  <a:pt x="400050" y="1847850"/>
                </a:lnTo>
                <a:lnTo>
                  <a:pt x="400050" y="1885950"/>
                </a:lnTo>
                <a:lnTo>
                  <a:pt x="390525" y="1885950"/>
                </a:lnTo>
                <a:lnTo>
                  <a:pt x="390525" y="1866900"/>
                </a:lnTo>
                <a:lnTo>
                  <a:pt x="371475" y="1866900"/>
                </a:lnTo>
                <a:lnTo>
                  <a:pt x="371475" y="1857375"/>
                </a:lnTo>
                <a:lnTo>
                  <a:pt x="352425" y="1857375"/>
                </a:lnTo>
                <a:lnTo>
                  <a:pt x="352425" y="1838325"/>
                </a:lnTo>
                <a:lnTo>
                  <a:pt x="314325" y="1838325"/>
                </a:lnTo>
                <a:lnTo>
                  <a:pt x="314325" y="1828800"/>
                </a:lnTo>
                <a:lnTo>
                  <a:pt x="323850" y="1828800"/>
                </a:lnTo>
                <a:lnTo>
                  <a:pt x="323850" y="1809750"/>
                </a:lnTo>
                <a:lnTo>
                  <a:pt x="314325" y="1809750"/>
                </a:lnTo>
                <a:lnTo>
                  <a:pt x="314325" y="1819275"/>
                </a:lnTo>
                <a:lnTo>
                  <a:pt x="304800" y="1819275"/>
                </a:lnTo>
                <a:lnTo>
                  <a:pt x="304800" y="1828800"/>
                </a:lnTo>
                <a:lnTo>
                  <a:pt x="266700" y="1828800"/>
                </a:lnTo>
                <a:lnTo>
                  <a:pt x="266700" y="1838325"/>
                </a:lnTo>
                <a:lnTo>
                  <a:pt x="276225" y="1838325"/>
                </a:lnTo>
                <a:lnTo>
                  <a:pt x="276225" y="1847850"/>
                </a:lnTo>
                <a:lnTo>
                  <a:pt x="257175" y="1847850"/>
                </a:lnTo>
                <a:lnTo>
                  <a:pt x="257175" y="1857375"/>
                </a:lnTo>
                <a:lnTo>
                  <a:pt x="209550" y="1857375"/>
                </a:lnTo>
                <a:lnTo>
                  <a:pt x="209550" y="1838325"/>
                </a:lnTo>
                <a:lnTo>
                  <a:pt x="200025" y="1838325"/>
                </a:lnTo>
                <a:lnTo>
                  <a:pt x="200025" y="1828800"/>
                </a:lnTo>
                <a:lnTo>
                  <a:pt x="190500" y="1828800"/>
                </a:lnTo>
                <a:lnTo>
                  <a:pt x="190500" y="1838325"/>
                </a:lnTo>
                <a:lnTo>
                  <a:pt x="180975" y="1838325"/>
                </a:lnTo>
                <a:lnTo>
                  <a:pt x="180975" y="1819275"/>
                </a:lnTo>
                <a:lnTo>
                  <a:pt x="200025" y="1819275"/>
                </a:lnTo>
                <a:lnTo>
                  <a:pt x="200025" y="1809750"/>
                </a:lnTo>
                <a:lnTo>
                  <a:pt x="209550" y="1809750"/>
                </a:lnTo>
                <a:lnTo>
                  <a:pt x="209550" y="1800225"/>
                </a:lnTo>
                <a:lnTo>
                  <a:pt x="219075" y="1800225"/>
                </a:lnTo>
                <a:lnTo>
                  <a:pt x="219075" y="1781175"/>
                </a:lnTo>
                <a:lnTo>
                  <a:pt x="209550" y="1781175"/>
                </a:lnTo>
                <a:lnTo>
                  <a:pt x="209550" y="1771650"/>
                </a:lnTo>
                <a:lnTo>
                  <a:pt x="219075" y="1771650"/>
                </a:lnTo>
                <a:lnTo>
                  <a:pt x="219075" y="1762125"/>
                </a:lnTo>
                <a:lnTo>
                  <a:pt x="209550" y="1762125"/>
                </a:lnTo>
                <a:close/>
                <a:moveTo>
                  <a:pt x="1362075" y="1752600"/>
                </a:moveTo>
                <a:lnTo>
                  <a:pt x="1495425" y="1752600"/>
                </a:lnTo>
                <a:lnTo>
                  <a:pt x="1495425" y="1762125"/>
                </a:lnTo>
                <a:lnTo>
                  <a:pt x="1504950" y="1762125"/>
                </a:lnTo>
                <a:lnTo>
                  <a:pt x="1504950" y="1771650"/>
                </a:lnTo>
                <a:lnTo>
                  <a:pt x="1514475" y="1771650"/>
                </a:lnTo>
                <a:lnTo>
                  <a:pt x="1514475" y="1781175"/>
                </a:lnTo>
                <a:lnTo>
                  <a:pt x="1524000" y="1781175"/>
                </a:lnTo>
                <a:lnTo>
                  <a:pt x="1524000" y="1762125"/>
                </a:lnTo>
                <a:lnTo>
                  <a:pt x="1533525" y="1762125"/>
                </a:lnTo>
                <a:lnTo>
                  <a:pt x="1533525" y="1752600"/>
                </a:lnTo>
                <a:lnTo>
                  <a:pt x="1543050" y="1752600"/>
                </a:lnTo>
                <a:lnTo>
                  <a:pt x="1543050" y="1762125"/>
                </a:lnTo>
                <a:lnTo>
                  <a:pt x="1581150" y="1762125"/>
                </a:lnTo>
                <a:lnTo>
                  <a:pt x="1581150" y="1752600"/>
                </a:lnTo>
                <a:lnTo>
                  <a:pt x="1590675" y="1752600"/>
                </a:lnTo>
                <a:lnTo>
                  <a:pt x="1590675" y="1762125"/>
                </a:lnTo>
                <a:lnTo>
                  <a:pt x="1619250" y="1762125"/>
                </a:lnTo>
                <a:lnTo>
                  <a:pt x="1619250" y="1771650"/>
                </a:lnTo>
                <a:lnTo>
                  <a:pt x="1628775" y="1771650"/>
                </a:lnTo>
                <a:lnTo>
                  <a:pt x="1628775" y="1809750"/>
                </a:lnTo>
                <a:lnTo>
                  <a:pt x="1638300" y="1809750"/>
                </a:lnTo>
                <a:lnTo>
                  <a:pt x="1638300" y="1819275"/>
                </a:lnTo>
                <a:lnTo>
                  <a:pt x="1647825" y="1819275"/>
                </a:lnTo>
                <a:lnTo>
                  <a:pt x="1647825" y="1838325"/>
                </a:lnTo>
                <a:lnTo>
                  <a:pt x="1628775" y="1838325"/>
                </a:lnTo>
                <a:lnTo>
                  <a:pt x="1628775" y="1847850"/>
                </a:lnTo>
                <a:lnTo>
                  <a:pt x="1609725" y="1847850"/>
                </a:lnTo>
                <a:lnTo>
                  <a:pt x="1609725" y="1857375"/>
                </a:lnTo>
                <a:lnTo>
                  <a:pt x="1600200" y="1857375"/>
                </a:lnTo>
                <a:lnTo>
                  <a:pt x="1600200" y="1866900"/>
                </a:lnTo>
                <a:lnTo>
                  <a:pt x="1562100" y="1866900"/>
                </a:lnTo>
                <a:lnTo>
                  <a:pt x="1562100" y="1876425"/>
                </a:lnTo>
                <a:lnTo>
                  <a:pt x="1533525" y="1876425"/>
                </a:lnTo>
                <a:lnTo>
                  <a:pt x="1533525" y="1866900"/>
                </a:lnTo>
                <a:lnTo>
                  <a:pt x="1476375" y="1866900"/>
                </a:lnTo>
                <a:lnTo>
                  <a:pt x="1476375" y="1876425"/>
                </a:lnTo>
                <a:lnTo>
                  <a:pt x="1428750" y="1876425"/>
                </a:lnTo>
                <a:lnTo>
                  <a:pt x="1428750" y="1866900"/>
                </a:lnTo>
                <a:lnTo>
                  <a:pt x="1381125" y="1866900"/>
                </a:lnTo>
                <a:lnTo>
                  <a:pt x="1381125" y="1876425"/>
                </a:lnTo>
                <a:lnTo>
                  <a:pt x="1333500" y="1876425"/>
                </a:lnTo>
                <a:lnTo>
                  <a:pt x="1333500" y="1866900"/>
                </a:lnTo>
                <a:lnTo>
                  <a:pt x="1314450" y="1866900"/>
                </a:lnTo>
                <a:lnTo>
                  <a:pt x="1314450" y="1876425"/>
                </a:lnTo>
                <a:lnTo>
                  <a:pt x="1238250" y="1876425"/>
                </a:lnTo>
                <a:lnTo>
                  <a:pt x="1238250" y="1866900"/>
                </a:lnTo>
                <a:lnTo>
                  <a:pt x="1219200" y="1866900"/>
                </a:lnTo>
                <a:lnTo>
                  <a:pt x="1219200" y="1876425"/>
                </a:lnTo>
                <a:lnTo>
                  <a:pt x="1171575" y="1876425"/>
                </a:lnTo>
                <a:lnTo>
                  <a:pt x="1171575" y="1866900"/>
                </a:lnTo>
                <a:lnTo>
                  <a:pt x="1152525" y="1866900"/>
                </a:lnTo>
                <a:lnTo>
                  <a:pt x="1152525" y="1876425"/>
                </a:lnTo>
                <a:lnTo>
                  <a:pt x="1123950" y="1876425"/>
                </a:lnTo>
                <a:lnTo>
                  <a:pt x="1123950" y="1866900"/>
                </a:lnTo>
                <a:lnTo>
                  <a:pt x="1114425" y="1866900"/>
                </a:lnTo>
                <a:lnTo>
                  <a:pt x="1114425" y="1857375"/>
                </a:lnTo>
                <a:lnTo>
                  <a:pt x="1104900" y="1857375"/>
                </a:lnTo>
                <a:lnTo>
                  <a:pt x="1104900" y="1828800"/>
                </a:lnTo>
                <a:lnTo>
                  <a:pt x="1085850" y="1828800"/>
                </a:lnTo>
                <a:lnTo>
                  <a:pt x="1085850" y="1838325"/>
                </a:lnTo>
                <a:lnTo>
                  <a:pt x="1076325" y="1838325"/>
                </a:lnTo>
                <a:lnTo>
                  <a:pt x="1076325" y="1847850"/>
                </a:lnTo>
                <a:lnTo>
                  <a:pt x="1047750" y="1847850"/>
                </a:lnTo>
                <a:lnTo>
                  <a:pt x="1047750" y="1819275"/>
                </a:lnTo>
                <a:lnTo>
                  <a:pt x="1076325" y="1819275"/>
                </a:lnTo>
                <a:lnTo>
                  <a:pt x="1076325" y="1809750"/>
                </a:lnTo>
                <a:lnTo>
                  <a:pt x="1095375" y="1809750"/>
                </a:lnTo>
                <a:lnTo>
                  <a:pt x="1095375" y="1800225"/>
                </a:lnTo>
                <a:lnTo>
                  <a:pt x="1066800" y="1800225"/>
                </a:lnTo>
                <a:lnTo>
                  <a:pt x="1066800" y="1809750"/>
                </a:lnTo>
                <a:lnTo>
                  <a:pt x="1057275" y="1809750"/>
                </a:lnTo>
                <a:lnTo>
                  <a:pt x="1057275" y="1790700"/>
                </a:lnTo>
                <a:lnTo>
                  <a:pt x="1047750" y="1790700"/>
                </a:lnTo>
                <a:lnTo>
                  <a:pt x="1047750" y="1800225"/>
                </a:lnTo>
                <a:lnTo>
                  <a:pt x="1038225" y="1800225"/>
                </a:lnTo>
                <a:lnTo>
                  <a:pt x="1038225" y="1790700"/>
                </a:lnTo>
                <a:lnTo>
                  <a:pt x="1028700" y="1790700"/>
                </a:lnTo>
                <a:lnTo>
                  <a:pt x="1028700" y="1762125"/>
                </a:lnTo>
                <a:lnTo>
                  <a:pt x="1038225" y="1762125"/>
                </a:lnTo>
                <a:lnTo>
                  <a:pt x="1038225" y="1771650"/>
                </a:lnTo>
                <a:lnTo>
                  <a:pt x="1057275" y="1771650"/>
                </a:lnTo>
                <a:lnTo>
                  <a:pt x="1057275" y="1762125"/>
                </a:lnTo>
                <a:lnTo>
                  <a:pt x="1123950" y="1762125"/>
                </a:lnTo>
                <a:lnTo>
                  <a:pt x="1123950" y="1781175"/>
                </a:lnTo>
                <a:lnTo>
                  <a:pt x="1114425" y="1781175"/>
                </a:lnTo>
                <a:lnTo>
                  <a:pt x="1114425" y="1800225"/>
                </a:lnTo>
                <a:lnTo>
                  <a:pt x="1123950" y="1800225"/>
                </a:lnTo>
                <a:lnTo>
                  <a:pt x="1123950" y="1790700"/>
                </a:lnTo>
                <a:lnTo>
                  <a:pt x="1133475" y="1790700"/>
                </a:lnTo>
                <a:lnTo>
                  <a:pt x="1133475" y="1809750"/>
                </a:lnTo>
                <a:lnTo>
                  <a:pt x="1143000" y="1809750"/>
                </a:lnTo>
                <a:lnTo>
                  <a:pt x="1143000" y="1771650"/>
                </a:lnTo>
                <a:lnTo>
                  <a:pt x="1133475" y="1771650"/>
                </a:lnTo>
                <a:lnTo>
                  <a:pt x="1133475" y="1762125"/>
                </a:lnTo>
                <a:lnTo>
                  <a:pt x="1171575" y="1762125"/>
                </a:lnTo>
                <a:lnTo>
                  <a:pt x="1171575" y="1771650"/>
                </a:lnTo>
                <a:lnTo>
                  <a:pt x="1238250" y="1771650"/>
                </a:lnTo>
                <a:lnTo>
                  <a:pt x="1238250" y="1762125"/>
                </a:lnTo>
                <a:lnTo>
                  <a:pt x="1266825" y="1762125"/>
                </a:lnTo>
                <a:lnTo>
                  <a:pt x="1266825" y="1771650"/>
                </a:lnTo>
                <a:lnTo>
                  <a:pt x="1285875" y="1771650"/>
                </a:lnTo>
                <a:lnTo>
                  <a:pt x="1285875" y="1762125"/>
                </a:lnTo>
                <a:lnTo>
                  <a:pt x="1362075" y="1762125"/>
                </a:lnTo>
                <a:close/>
                <a:moveTo>
                  <a:pt x="581025" y="1762125"/>
                </a:moveTo>
                <a:lnTo>
                  <a:pt x="647700" y="1762125"/>
                </a:lnTo>
                <a:lnTo>
                  <a:pt x="647700" y="1771650"/>
                </a:lnTo>
                <a:lnTo>
                  <a:pt x="657225" y="1771650"/>
                </a:lnTo>
                <a:lnTo>
                  <a:pt x="657225" y="1781175"/>
                </a:lnTo>
                <a:lnTo>
                  <a:pt x="666750" y="1781175"/>
                </a:lnTo>
                <a:lnTo>
                  <a:pt x="666750" y="1771650"/>
                </a:lnTo>
                <a:lnTo>
                  <a:pt x="685800" y="1771650"/>
                </a:lnTo>
                <a:lnTo>
                  <a:pt x="685800" y="1762125"/>
                </a:lnTo>
                <a:lnTo>
                  <a:pt x="723900" y="1762125"/>
                </a:lnTo>
                <a:lnTo>
                  <a:pt x="723900" y="1771650"/>
                </a:lnTo>
                <a:lnTo>
                  <a:pt x="733425" y="1771650"/>
                </a:lnTo>
                <a:lnTo>
                  <a:pt x="733425" y="1790700"/>
                </a:lnTo>
                <a:lnTo>
                  <a:pt x="742950" y="1790700"/>
                </a:lnTo>
                <a:lnTo>
                  <a:pt x="742950" y="1800225"/>
                </a:lnTo>
                <a:lnTo>
                  <a:pt x="752475" y="1800225"/>
                </a:lnTo>
                <a:lnTo>
                  <a:pt x="752475" y="1838325"/>
                </a:lnTo>
                <a:lnTo>
                  <a:pt x="771525" y="1838325"/>
                </a:lnTo>
                <a:lnTo>
                  <a:pt x="771525" y="1828800"/>
                </a:lnTo>
                <a:lnTo>
                  <a:pt x="800100" y="1828800"/>
                </a:lnTo>
                <a:lnTo>
                  <a:pt x="800100" y="1819275"/>
                </a:lnTo>
                <a:lnTo>
                  <a:pt x="809625" y="1819275"/>
                </a:lnTo>
                <a:lnTo>
                  <a:pt x="809625" y="1809750"/>
                </a:lnTo>
                <a:lnTo>
                  <a:pt x="819150" y="1809750"/>
                </a:lnTo>
                <a:lnTo>
                  <a:pt x="819150" y="1800225"/>
                </a:lnTo>
                <a:lnTo>
                  <a:pt x="838200" y="1800225"/>
                </a:lnTo>
                <a:lnTo>
                  <a:pt x="838200" y="1790700"/>
                </a:lnTo>
                <a:lnTo>
                  <a:pt x="847725" y="1790700"/>
                </a:lnTo>
                <a:lnTo>
                  <a:pt x="847725" y="1800225"/>
                </a:lnTo>
                <a:lnTo>
                  <a:pt x="857250" y="1800225"/>
                </a:lnTo>
                <a:lnTo>
                  <a:pt x="857250" y="1790700"/>
                </a:lnTo>
                <a:lnTo>
                  <a:pt x="866775" y="1790700"/>
                </a:lnTo>
                <a:lnTo>
                  <a:pt x="866775" y="1771650"/>
                </a:lnTo>
                <a:lnTo>
                  <a:pt x="876300" y="1771650"/>
                </a:lnTo>
                <a:lnTo>
                  <a:pt x="876300" y="1762125"/>
                </a:lnTo>
                <a:lnTo>
                  <a:pt x="933450" y="1762125"/>
                </a:lnTo>
                <a:lnTo>
                  <a:pt x="933450" y="1771650"/>
                </a:lnTo>
                <a:lnTo>
                  <a:pt x="971550" y="1771650"/>
                </a:lnTo>
                <a:lnTo>
                  <a:pt x="971550" y="1762125"/>
                </a:lnTo>
                <a:lnTo>
                  <a:pt x="1009650" y="1762125"/>
                </a:lnTo>
                <a:lnTo>
                  <a:pt x="1009650" y="1771650"/>
                </a:lnTo>
                <a:lnTo>
                  <a:pt x="990600" y="1771650"/>
                </a:lnTo>
                <a:lnTo>
                  <a:pt x="990600" y="1781175"/>
                </a:lnTo>
                <a:lnTo>
                  <a:pt x="1019175" y="1781175"/>
                </a:lnTo>
                <a:lnTo>
                  <a:pt x="1019175" y="1800225"/>
                </a:lnTo>
                <a:lnTo>
                  <a:pt x="1038225" y="1800225"/>
                </a:lnTo>
                <a:lnTo>
                  <a:pt x="1038225" y="1828800"/>
                </a:lnTo>
                <a:lnTo>
                  <a:pt x="1019175" y="1828800"/>
                </a:lnTo>
                <a:lnTo>
                  <a:pt x="1019175" y="1838325"/>
                </a:lnTo>
                <a:lnTo>
                  <a:pt x="1028700" y="1838325"/>
                </a:lnTo>
                <a:lnTo>
                  <a:pt x="1028700" y="1847850"/>
                </a:lnTo>
                <a:lnTo>
                  <a:pt x="1047750" y="1847850"/>
                </a:lnTo>
                <a:lnTo>
                  <a:pt x="1047750" y="1857375"/>
                </a:lnTo>
                <a:lnTo>
                  <a:pt x="1038225" y="1857375"/>
                </a:lnTo>
                <a:lnTo>
                  <a:pt x="1038225" y="1866900"/>
                </a:lnTo>
                <a:lnTo>
                  <a:pt x="1028700" y="1866900"/>
                </a:lnTo>
                <a:lnTo>
                  <a:pt x="1028700" y="1857375"/>
                </a:lnTo>
                <a:lnTo>
                  <a:pt x="1019175" y="1857375"/>
                </a:lnTo>
                <a:lnTo>
                  <a:pt x="1019175" y="1847850"/>
                </a:lnTo>
                <a:lnTo>
                  <a:pt x="981075" y="1847850"/>
                </a:lnTo>
                <a:lnTo>
                  <a:pt x="981075" y="1857375"/>
                </a:lnTo>
                <a:lnTo>
                  <a:pt x="962025" y="1857375"/>
                </a:lnTo>
                <a:lnTo>
                  <a:pt x="962025" y="1847850"/>
                </a:lnTo>
                <a:lnTo>
                  <a:pt x="942975" y="1847850"/>
                </a:lnTo>
                <a:lnTo>
                  <a:pt x="942975" y="1857375"/>
                </a:lnTo>
                <a:lnTo>
                  <a:pt x="923925" y="1857375"/>
                </a:lnTo>
                <a:lnTo>
                  <a:pt x="923925" y="1866900"/>
                </a:lnTo>
                <a:lnTo>
                  <a:pt x="895350" y="1866900"/>
                </a:lnTo>
                <a:lnTo>
                  <a:pt x="895350" y="1857375"/>
                </a:lnTo>
                <a:lnTo>
                  <a:pt x="866775" y="1857375"/>
                </a:lnTo>
                <a:lnTo>
                  <a:pt x="866775" y="1838325"/>
                </a:lnTo>
                <a:lnTo>
                  <a:pt x="876300" y="1838325"/>
                </a:lnTo>
                <a:lnTo>
                  <a:pt x="876300" y="1828800"/>
                </a:lnTo>
                <a:lnTo>
                  <a:pt x="885825" y="1828800"/>
                </a:lnTo>
                <a:lnTo>
                  <a:pt x="885825" y="1819275"/>
                </a:lnTo>
                <a:lnTo>
                  <a:pt x="866775" y="1819275"/>
                </a:lnTo>
                <a:lnTo>
                  <a:pt x="866775" y="1828800"/>
                </a:lnTo>
                <a:lnTo>
                  <a:pt x="857250" y="1828800"/>
                </a:lnTo>
                <a:lnTo>
                  <a:pt x="857250" y="1838325"/>
                </a:lnTo>
                <a:lnTo>
                  <a:pt x="847725" y="1838325"/>
                </a:lnTo>
                <a:lnTo>
                  <a:pt x="847725" y="1828800"/>
                </a:lnTo>
                <a:lnTo>
                  <a:pt x="828675" y="1828800"/>
                </a:lnTo>
                <a:lnTo>
                  <a:pt x="828675" y="1838325"/>
                </a:lnTo>
                <a:lnTo>
                  <a:pt x="838200" y="1838325"/>
                </a:lnTo>
                <a:lnTo>
                  <a:pt x="838200" y="1847850"/>
                </a:lnTo>
                <a:lnTo>
                  <a:pt x="819150" y="1847850"/>
                </a:lnTo>
                <a:lnTo>
                  <a:pt x="819150" y="1857375"/>
                </a:lnTo>
                <a:lnTo>
                  <a:pt x="809625" y="1857375"/>
                </a:lnTo>
                <a:lnTo>
                  <a:pt x="809625" y="1866900"/>
                </a:lnTo>
                <a:lnTo>
                  <a:pt x="800100" y="1866900"/>
                </a:lnTo>
                <a:lnTo>
                  <a:pt x="800100" y="1876425"/>
                </a:lnTo>
                <a:lnTo>
                  <a:pt x="771525" y="1876425"/>
                </a:lnTo>
                <a:lnTo>
                  <a:pt x="771525" y="1866900"/>
                </a:lnTo>
                <a:lnTo>
                  <a:pt x="762000" y="1866900"/>
                </a:lnTo>
                <a:lnTo>
                  <a:pt x="762000" y="1857375"/>
                </a:lnTo>
                <a:lnTo>
                  <a:pt x="771525" y="1857375"/>
                </a:lnTo>
                <a:lnTo>
                  <a:pt x="771525" y="1847850"/>
                </a:lnTo>
                <a:lnTo>
                  <a:pt x="752475" y="1847850"/>
                </a:lnTo>
                <a:lnTo>
                  <a:pt x="752475" y="1857375"/>
                </a:lnTo>
                <a:lnTo>
                  <a:pt x="742950" y="1857375"/>
                </a:lnTo>
                <a:lnTo>
                  <a:pt x="742950" y="1838325"/>
                </a:lnTo>
                <a:lnTo>
                  <a:pt x="723900" y="1838325"/>
                </a:lnTo>
                <a:lnTo>
                  <a:pt x="723900" y="1857375"/>
                </a:lnTo>
                <a:lnTo>
                  <a:pt x="714375" y="1857375"/>
                </a:lnTo>
                <a:lnTo>
                  <a:pt x="714375" y="1838325"/>
                </a:lnTo>
                <a:lnTo>
                  <a:pt x="666750" y="1838325"/>
                </a:lnTo>
                <a:lnTo>
                  <a:pt x="666750" y="1819275"/>
                </a:lnTo>
                <a:lnTo>
                  <a:pt x="657225" y="1819275"/>
                </a:lnTo>
                <a:lnTo>
                  <a:pt x="657225" y="1800225"/>
                </a:lnTo>
                <a:lnTo>
                  <a:pt x="647700" y="1800225"/>
                </a:lnTo>
                <a:lnTo>
                  <a:pt x="647700" y="1809750"/>
                </a:lnTo>
                <a:lnTo>
                  <a:pt x="638175" y="1809750"/>
                </a:lnTo>
                <a:lnTo>
                  <a:pt x="638175" y="1828800"/>
                </a:lnTo>
                <a:lnTo>
                  <a:pt x="647700" y="1828800"/>
                </a:lnTo>
                <a:lnTo>
                  <a:pt x="647700" y="1838325"/>
                </a:lnTo>
                <a:lnTo>
                  <a:pt x="619125" y="1838325"/>
                </a:lnTo>
                <a:lnTo>
                  <a:pt x="619125" y="1819275"/>
                </a:lnTo>
                <a:lnTo>
                  <a:pt x="590550" y="1819275"/>
                </a:lnTo>
                <a:lnTo>
                  <a:pt x="590550" y="1838325"/>
                </a:lnTo>
                <a:lnTo>
                  <a:pt x="571500" y="1838325"/>
                </a:lnTo>
                <a:lnTo>
                  <a:pt x="571500" y="1819275"/>
                </a:lnTo>
                <a:lnTo>
                  <a:pt x="581025" y="1819275"/>
                </a:lnTo>
                <a:lnTo>
                  <a:pt x="581025" y="1809750"/>
                </a:lnTo>
                <a:lnTo>
                  <a:pt x="590550" y="1809750"/>
                </a:lnTo>
                <a:lnTo>
                  <a:pt x="590550" y="1781175"/>
                </a:lnTo>
                <a:lnTo>
                  <a:pt x="581025" y="1781175"/>
                </a:lnTo>
                <a:close/>
                <a:moveTo>
                  <a:pt x="771525" y="1762125"/>
                </a:moveTo>
                <a:lnTo>
                  <a:pt x="838200" y="1762125"/>
                </a:lnTo>
                <a:lnTo>
                  <a:pt x="838200" y="1771650"/>
                </a:lnTo>
                <a:lnTo>
                  <a:pt x="828675" y="1771650"/>
                </a:lnTo>
                <a:lnTo>
                  <a:pt x="828675" y="1781175"/>
                </a:lnTo>
                <a:lnTo>
                  <a:pt x="800100" y="1781175"/>
                </a:lnTo>
                <a:lnTo>
                  <a:pt x="800100" y="1771650"/>
                </a:lnTo>
                <a:lnTo>
                  <a:pt x="781050" y="1771650"/>
                </a:lnTo>
                <a:lnTo>
                  <a:pt x="781050" y="1781175"/>
                </a:lnTo>
                <a:lnTo>
                  <a:pt x="752475" y="1781175"/>
                </a:lnTo>
                <a:lnTo>
                  <a:pt x="752475" y="1771650"/>
                </a:lnTo>
                <a:lnTo>
                  <a:pt x="771525" y="1771650"/>
                </a:lnTo>
                <a:close/>
                <a:moveTo>
                  <a:pt x="381000" y="1790700"/>
                </a:moveTo>
                <a:lnTo>
                  <a:pt x="390525" y="1790700"/>
                </a:lnTo>
                <a:lnTo>
                  <a:pt x="390525" y="1781175"/>
                </a:lnTo>
                <a:lnTo>
                  <a:pt x="381000" y="1781175"/>
                </a:lnTo>
                <a:close/>
                <a:moveTo>
                  <a:pt x="904875" y="1790700"/>
                </a:moveTo>
                <a:lnTo>
                  <a:pt x="914400" y="1790700"/>
                </a:lnTo>
                <a:lnTo>
                  <a:pt x="914400" y="1781175"/>
                </a:lnTo>
                <a:lnTo>
                  <a:pt x="895350" y="1781175"/>
                </a:lnTo>
                <a:lnTo>
                  <a:pt x="895350" y="1800225"/>
                </a:lnTo>
                <a:lnTo>
                  <a:pt x="904875" y="1800225"/>
                </a:lnTo>
                <a:close/>
                <a:moveTo>
                  <a:pt x="1152525" y="1790700"/>
                </a:moveTo>
                <a:lnTo>
                  <a:pt x="1171575" y="1790700"/>
                </a:lnTo>
                <a:lnTo>
                  <a:pt x="1171575" y="1781175"/>
                </a:lnTo>
                <a:lnTo>
                  <a:pt x="1152525" y="1781175"/>
                </a:lnTo>
                <a:close/>
                <a:moveTo>
                  <a:pt x="1285875" y="1790700"/>
                </a:moveTo>
                <a:lnTo>
                  <a:pt x="1295400" y="1790700"/>
                </a:lnTo>
                <a:lnTo>
                  <a:pt x="1295400" y="1781175"/>
                </a:lnTo>
                <a:lnTo>
                  <a:pt x="1285875" y="1781175"/>
                </a:lnTo>
                <a:close/>
                <a:moveTo>
                  <a:pt x="1409700" y="1790700"/>
                </a:moveTo>
                <a:lnTo>
                  <a:pt x="1428750" y="1790700"/>
                </a:lnTo>
                <a:lnTo>
                  <a:pt x="1428750" y="1781175"/>
                </a:lnTo>
                <a:lnTo>
                  <a:pt x="1409700" y="1781175"/>
                </a:lnTo>
                <a:close/>
                <a:moveTo>
                  <a:pt x="1447800" y="1790700"/>
                </a:moveTo>
                <a:lnTo>
                  <a:pt x="1476375" y="1790700"/>
                </a:lnTo>
                <a:lnTo>
                  <a:pt x="1476375" y="1800225"/>
                </a:lnTo>
                <a:lnTo>
                  <a:pt x="1485900" y="1800225"/>
                </a:lnTo>
                <a:lnTo>
                  <a:pt x="1485900" y="1790700"/>
                </a:lnTo>
                <a:lnTo>
                  <a:pt x="1495425" y="1790700"/>
                </a:lnTo>
                <a:lnTo>
                  <a:pt x="1495425" y="1781175"/>
                </a:lnTo>
                <a:lnTo>
                  <a:pt x="1485900" y="1781175"/>
                </a:lnTo>
                <a:lnTo>
                  <a:pt x="1485900" y="1771650"/>
                </a:lnTo>
                <a:lnTo>
                  <a:pt x="1476375" y="1771650"/>
                </a:lnTo>
                <a:lnTo>
                  <a:pt x="1476375" y="1781175"/>
                </a:lnTo>
                <a:lnTo>
                  <a:pt x="1447800" y="1781175"/>
                </a:lnTo>
                <a:close/>
                <a:moveTo>
                  <a:pt x="1543050" y="1790700"/>
                </a:moveTo>
                <a:lnTo>
                  <a:pt x="1562100" y="1790700"/>
                </a:lnTo>
                <a:lnTo>
                  <a:pt x="1562100" y="1771650"/>
                </a:lnTo>
                <a:lnTo>
                  <a:pt x="1552575" y="1771650"/>
                </a:lnTo>
                <a:lnTo>
                  <a:pt x="1552575" y="1781175"/>
                </a:lnTo>
                <a:lnTo>
                  <a:pt x="1543050" y="1781175"/>
                </a:lnTo>
                <a:close/>
                <a:moveTo>
                  <a:pt x="228600" y="1800225"/>
                </a:moveTo>
                <a:lnTo>
                  <a:pt x="238125" y="1800225"/>
                </a:lnTo>
                <a:lnTo>
                  <a:pt x="238125" y="1809750"/>
                </a:lnTo>
                <a:lnTo>
                  <a:pt x="266700" y="1809750"/>
                </a:lnTo>
                <a:lnTo>
                  <a:pt x="266700" y="1819275"/>
                </a:lnTo>
                <a:lnTo>
                  <a:pt x="295275" y="1819275"/>
                </a:lnTo>
                <a:lnTo>
                  <a:pt x="295275" y="1809750"/>
                </a:lnTo>
                <a:lnTo>
                  <a:pt x="304800" y="1809750"/>
                </a:lnTo>
                <a:lnTo>
                  <a:pt x="304800" y="1800225"/>
                </a:lnTo>
                <a:lnTo>
                  <a:pt x="295275" y="1800225"/>
                </a:lnTo>
                <a:lnTo>
                  <a:pt x="295275" y="1790700"/>
                </a:lnTo>
                <a:lnTo>
                  <a:pt x="266700" y="1790700"/>
                </a:lnTo>
                <a:lnTo>
                  <a:pt x="266700" y="1800225"/>
                </a:lnTo>
                <a:lnTo>
                  <a:pt x="257175" y="1800225"/>
                </a:lnTo>
                <a:lnTo>
                  <a:pt x="257175" y="1790700"/>
                </a:lnTo>
                <a:lnTo>
                  <a:pt x="228600" y="1790700"/>
                </a:lnTo>
                <a:close/>
                <a:moveTo>
                  <a:pt x="400050" y="1800225"/>
                </a:moveTo>
                <a:lnTo>
                  <a:pt x="419100" y="1800225"/>
                </a:lnTo>
                <a:lnTo>
                  <a:pt x="419100" y="1781175"/>
                </a:lnTo>
                <a:lnTo>
                  <a:pt x="400050" y="1781175"/>
                </a:lnTo>
                <a:close/>
                <a:moveTo>
                  <a:pt x="361950" y="1819275"/>
                </a:moveTo>
                <a:lnTo>
                  <a:pt x="390525" y="1819275"/>
                </a:lnTo>
                <a:lnTo>
                  <a:pt x="390525" y="1800225"/>
                </a:lnTo>
                <a:lnTo>
                  <a:pt x="361950" y="1800225"/>
                </a:lnTo>
                <a:close/>
                <a:moveTo>
                  <a:pt x="847725" y="1819275"/>
                </a:moveTo>
                <a:lnTo>
                  <a:pt x="857250" y="1819275"/>
                </a:lnTo>
                <a:lnTo>
                  <a:pt x="857250" y="1809750"/>
                </a:lnTo>
                <a:lnTo>
                  <a:pt x="847725" y="1809750"/>
                </a:lnTo>
                <a:close/>
                <a:moveTo>
                  <a:pt x="933450" y="1819275"/>
                </a:moveTo>
                <a:lnTo>
                  <a:pt x="952500" y="1819275"/>
                </a:lnTo>
                <a:lnTo>
                  <a:pt x="952500" y="1828800"/>
                </a:lnTo>
                <a:lnTo>
                  <a:pt x="981075" y="1828800"/>
                </a:lnTo>
                <a:lnTo>
                  <a:pt x="981075" y="1800225"/>
                </a:lnTo>
                <a:lnTo>
                  <a:pt x="971550" y="1800225"/>
                </a:lnTo>
                <a:lnTo>
                  <a:pt x="971550" y="1790700"/>
                </a:lnTo>
                <a:lnTo>
                  <a:pt x="933450" y="1790700"/>
                </a:lnTo>
                <a:close/>
                <a:moveTo>
                  <a:pt x="1143000" y="1819275"/>
                </a:moveTo>
                <a:lnTo>
                  <a:pt x="1152525" y="1819275"/>
                </a:lnTo>
                <a:lnTo>
                  <a:pt x="1152525" y="1828800"/>
                </a:lnTo>
                <a:lnTo>
                  <a:pt x="1162050" y="1828800"/>
                </a:lnTo>
                <a:lnTo>
                  <a:pt x="1162050" y="1800225"/>
                </a:lnTo>
                <a:lnTo>
                  <a:pt x="1152525" y="1800225"/>
                </a:lnTo>
                <a:lnTo>
                  <a:pt x="1152525" y="1809750"/>
                </a:lnTo>
                <a:lnTo>
                  <a:pt x="1143000" y="1809750"/>
                </a:lnTo>
                <a:close/>
                <a:moveTo>
                  <a:pt x="1190625" y="1819275"/>
                </a:moveTo>
                <a:lnTo>
                  <a:pt x="1200150" y="1819275"/>
                </a:lnTo>
                <a:lnTo>
                  <a:pt x="1200150" y="1809750"/>
                </a:lnTo>
                <a:lnTo>
                  <a:pt x="1190625" y="1809750"/>
                </a:lnTo>
                <a:close/>
                <a:moveTo>
                  <a:pt x="1504950" y="1828800"/>
                </a:moveTo>
                <a:lnTo>
                  <a:pt x="1514475" y="1828800"/>
                </a:lnTo>
                <a:lnTo>
                  <a:pt x="1514475" y="1847850"/>
                </a:lnTo>
                <a:lnTo>
                  <a:pt x="1533525" y="1847850"/>
                </a:lnTo>
                <a:lnTo>
                  <a:pt x="1533525" y="1838325"/>
                </a:lnTo>
                <a:lnTo>
                  <a:pt x="1524000" y="1838325"/>
                </a:lnTo>
                <a:lnTo>
                  <a:pt x="1524000" y="1819275"/>
                </a:lnTo>
                <a:lnTo>
                  <a:pt x="1504950" y="1819275"/>
                </a:lnTo>
                <a:close/>
                <a:moveTo>
                  <a:pt x="228600" y="1838325"/>
                </a:moveTo>
                <a:lnTo>
                  <a:pt x="238125" y="1838325"/>
                </a:lnTo>
                <a:lnTo>
                  <a:pt x="238125" y="1847850"/>
                </a:lnTo>
                <a:lnTo>
                  <a:pt x="247650" y="1847850"/>
                </a:lnTo>
                <a:lnTo>
                  <a:pt x="247650" y="1819275"/>
                </a:lnTo>
                <a:lnTo>
                  <a:pt x="228600" y="1819275"/>
                </a:lnTo>
                <a:close/>
                <a:moveTo>
                  <a:pt x="304800" y="1838325"/>
                </a:moveTo>
                <a:lnTo>
                  <a:pt x="314325" y="1838325"/>
                </a:lnTo>
                <a:lnTo>
                  <a:pt x="314325" y="1847850"/>
                </a:lnTo>
                <a:lnTo>
                  <a:pt x="304800" y="1847850"/>
                </a:lnTo>
                <a:close/>
                <a:moveTo>
                  <a:pt x="180975" y="1847850"/>
                </a:moveTo>
                <a:lnTo>
                  <a:pt x="190500" y="1847850"/>
                </a:lnTo>
                <a:lnTo>
                  <a:pt x="190500" y="1885950"/>
                </a:lnTo>
                <a:lnTo>
                  <a:pt x="180975" y="1885950"/>
                </a:lnTo>
                <a:close/>
                <a:moveTo>
                  <a:pt x="838200" y="1847850"/>
                </a:moveTo>
                <a:lnTo>
                  <a:pt x="847725" y="1847850"/>
                </a:lnTo>
                <a:lnTo>
                  <a:pt x="847725" y="1857375"/>
                </a:lnTo>
                <a:lnTo>
                  <a:pt x="838200" y="1857375"/>
                </a:lnTo>
                <a:close/>
                <a:moveTo>
                  <a:pt x="1657350" y="1847850"/>
                </a:moveTo>
                <a:lnTo>
                  <a:pt x="1666875" y="1847850"/>
                </a:lnTo>
                <a:lnTo>
                  <a:pt x="1666875" y="1857375"/>
                </a:lnTo>
                <a:lnTo>
                  <a:pt x="1657350" y="1857375"/>
                </a:lnTo>
                <a:close/>
                <a:moveTo>
                  <a:pt x="200025" y="1857375"/>
                </a:moveTo>
                <a:lnTo>
                  <a:pt x="209550" y="1857375"/>
                </a:lnTo>
                <a:lnTo>
                  <a:pt x="209550" y="1876425"/>
                </a:lnTo>
                <a:lnTo>
                  <a:pt x="200025" y="1876425"/>
                </a:lnTo>
                <a:close/>
                <a:moveTo>
                  <a:pt x="1676400" y="1857375"/>
                </a:moveTo>
                <a:lnTo>
                  <a:pt x="1685925" y="1857375"/>
                </a:lnTo>
                <a:lnTo>
                  <a:pt x="1685925" y="1866900"/>
                </a:lnTo>
                <a:lnTo>
                  <a:pt x="1676400" y="1866900"/>
                </a:lnTo>
                <a:close/>
                <a:moveTo>
                  <a:pt x="1724025" y="1857375"/>
                </a:moveTo>
                <a:lnTo>
                  <a:pt x="1733550" y="1857375"/>
                </a:lnTo>
                <a:lnTo>
                  <a:pt x="1733550" y="1885950"/>
                </a:lnTo>
                <a:lnTo>
                  <a:pt x="1724025" y="1885950"/>
                </a:lnTo>
                <a:close/>
                <a:moveTo>
                  <a:pt x="733425" y="1866900"/>
                </a:moveTo>
                <a:lnTo>
                  <a:pt x="752475" y="1866900"/>
                </a:lnTo>
                <a:lnTo>
                  <a:pt x="752475" y="1876425"/>
                </a:lnTo>
                <a:lnTo>
                  <a:pt x="733425" y="1876425"/>
                </a:lnTo>
                <a:close/>
                <a:moveTo>
                  <a:pt x="847725" y="1866900"/>
                </a:moveTo>
                <a:lnTo>
                  <a:pt x="857250" y="1866900"/>
                </a:lnTo>
                <a:lnTo>
                  <a:pt x="857250" y="1876425"/>
                </a:lnTo>
                <a:lnTo>
                  <a:pt x="847725" y="1876425"/>
                </a:lnTo>
                <a:close/>
                <a:moveTo>
                  <a:pt x="914400" y="1895475"/>
                </a:moveTo>
                <a:lnTo>
                  <a:pt x="923925" y="1895475"/>
                </a:lnTo>
                <a:lnTo>
                  <a:pt x="923925" y="1905000"/>
                </a:lnTo>
                <a:lnTo>
                  <a:pt x="933450" y="1905000"/>
                </a:lnTo>
                <a:lnTo>
                  <a:pt x="933450" y="1914525"/>
                </a:lnTo>
                <a:lnTo>
                  <a:pt x="914400" y="1914525"/>
                </a:lnTo>
                <a:lnTo>
                  <a:pt x="914400" y="1924050"/>
                </a:lnTo>
                <a:lnTo>
                  <a:pt x="933450" y="1924050"/>
                </a:lnTo>
                <a:lnTo>
                  <a:pt x="933450" y="1943100"/>
                </a:lnTo>
                <a:lnTo>
                  <a:pt x="942975" y="1943100"/>
                </a:lnTo>
                <a:lnTo>
                  <a:pt x="942975" y="1952625"/>
                </a:lnTo>
                <a:lnTo>
                  <a:pt x="914400" y="1952625"/>
                </a:lnTo>
                <a:lnTo>
                  <a:pt x="914400" y="1943100"/>
                </a:lnTo>
                <a:lnTo>
                  <a:pt x="904875" y="1943100"/>
                </a:lnTo>
                <a:lnTo>
                  <a:pt x="904875" y="1933575"/>
                </a:lnTo>
                <a:lnTo>
                  <a:pt x="885825" y="1933575"/>
                </a:lnTo>
                <a:lnTo>
                  <a:pt x="885825" y="1924050"/>
                </a:lnTo>
                <a:lnTo>
                  <a:pt x="904875" y="1924050"/>
                </a:lnTo>
                <a:lnTo>
                  <a:pt x="904875" y="1905000"/>
                </a:lnTo>
                <a:lnTo>
                  <a:pt x="914400" y="1905000"/>
                </a:lnTo>
                <a:close/>
                <a:moveTo>
                  <a:pt x="971550" y="1895475"/>
                </a:moveTo>
                <a:lnTo>
                  <a:pt x="981075" y="1895475"/>
                </a:lnTo>
                <a:lnTo>
                  <a:pt x="981075" y="1905000"/>
                </a:lnTo>
                <a:lnTo>
                  <a:pt x="1019175" y="1905000"/>
                </a:lnTo>
                <a:lnTo>
                  <a:pt x="1019175" y="1914525"/>
                </a:lnTo>
                <a:lnTo>
                  <a:pt x="1009650" y="1914525"/>
                </a:lnTo>
                <a:lnTo>
                  <a:pt x="1009650" y="1924050"/>
                </a:lnTo>
                <a:lnTo>
                  <a:pt x="1038225" y="1924050"/>
                </a:lnTo>
                <a:lnTo>
                  <a:pt x="1038225" y="1905000"/>
                </a:lnTo>
                <a:lnTo>
                  <a:pt x="1057275" y="1905000"/>
                </a:lnTo>
                <a:lnTo>
                  <a:pt x="1057275" y="1895475"/>
                </a:lnTo>
                <a:lnTo>
                  <a:pt x="1104900" y="1895475"/>
                </a:lnTo>
                <a:lnTo>
                  <a:pt x="1104900" y="1905000"/>
                </a:lnTo>
                <a:lnTo>
                  <a:pt x="1095375" y="1905000"/>
                </a:lnTo>
                <a:lnTo>
                  <a:pt x="1095375" y="1924050"/>
                </a:lnTo>
                <a:lnTo>
                  <a:pt x="1114425" y="1924050"/>
                </a:lnTo>
                <a:lnTo>
                  <a:pt x="1114425" y="1943100"/>
                </a:lnTo>
                <a:lnTo>
                  <a:pt x="1095375" y="1943100"/>
                </a:lnTo>
                <a:lnTo>
                  <a:pt x="1095375" y="1952625"/>
                </a:lnTo>
                <a:lnTo>
                  <a:pt x="1085850" y="1952625"/>
                </a:lnTo>
                <a:lnTo>
                  <a:pt x="1085850" y="1962150"/>
                </a:lnTo>
                <a:lnTo>
                  <a:pt x="1019175" y="1962150"/>
                </a:lnTo>
                <a:lnTo>
                  <a:pt x="1019175" y="1981200"/>
                </a:lnTo>
                <a:lnTo>
                  <a:pt x="1009650" y="1981200"/>
                </a:lnTo>
                <a:lnTo>
                  <a:pt x="1009650" y="1971675"/>
                </a:lnTo>
                <a:lnTo>
                  <a:pt x="990600" y="1971675"/>
                </a:lnTo>
                <a:lnTo>
                  <a:pt x="990600" y="1981200"/>
                </a:lnTo>
                <a:lnTo>
                  <a:pt x="981075" y="1981200"/>
                </a:lnTo>
                <a:lnTo>
                  <a:pt x="981075" y="1943100"/>
                </a:lnTo>
                <a:lnTo>
                  <a:pt x="971550" y="1943100"/>
                </a:lnTo>
                <a:lnTo>
                  <a:pt x="971550" y="1933575"/>
                </a:lnTo>
                <a:lnTo>
                  <a:pt x="962025" y="1933575"/>
                </a:lnTo>
                <a:lnTo>
                  <a:pt x="962025" y="1914525"/>
                </a:lnTo>
                <a:lnTo>
                  <a:pt x="952500" y="1914525"/>
                </a:lnTo>
                <a:lnTo>
                  <a:pt x="952500" y="1905000"/>
                </a:lnTo>
                <a:lnTo>
                  <a:pt x="971550" y="1905000"/>
                </a:lnTo>
                <a:close/>
                <a:moveTo>
                  <a:pt x="1123950" y="1895475"/>
                </a:moveTo>
                <a:lnTo>
                  <a:pt x="1304925" y="1895475"/>
                </a:lnTo>
                <a:lnTo>
                  <a:pt x="1304925" y="1905000"/>
                </a:lnTo>
                <a:lnTo>
                  <a:pt x="1314450" y="1905000"/>
                </a:lnTo>
                <a:lnTo>
                  <a:pt x="1314450" y="1914525"/>
                </a:lnTo>
                <a:lnTo>
                  <a:pt x="1323975" y="1914525"/>
                </a:lnTo>
                <a:lnTo>
                  <a:pt x="1323975" y="1905000"/>
                </a:lnTo>
                <a:lnTo>
                  <a:pt x="1333500" y="1905000"/>
                </a:lnTo>
                <a:lnTo>
                  <a:pt x="1333500" y="1895475"/>
                </a:lnTo>
                <a:lnTo>
                  <a:pt x="1428750" y="1895475"/>
                </a:lnTo>
                <a:lnTo>
                  <a:pt x="1428750" y="1905000"/>
                </a:lnTo>
                <a:lnTo>
                  <a:pt x="1457325" y="1905000"/>
                </a:lnTo>
                <a:lnTo>
                  <a:pt x="1457325" y="1895475"/>
                </a:lnTo>
                <a:lnTo>
                  <a:pt x="1552575" y="1895475"/>
                </a:lnTo>
                <a:lnTo>
                  <a:pt x="1552575" y="1905000"/>
                </a:lnTo>
                <a:lnTo>
                  <a:pt x="1562100" y="1905000"/>
                </a:lnTo>
                <a:lnTo>
                  <a:pt x="1562100" y="1895475"/>
                </a:lnTo>
                <a:lnTo>
                  <a:pt x="1581150" y="1895475"/>
                </a:lnTo>
                <a:lnTo>
                  <a:pt x="1581150" y="1905000"/>
                </a:lnTo>
                <a:lnTo>
                  <a:pt x="1619250" y="1905000"/>
                </a:lnTo>
                <a:lnTo>
                  <a:pt x="1619250" y="1914525"/>
                </a:lnTo>
                <a:lnTo>
                  <a:pt x="1581150" y="1914525"/>
                </a:lnTo>
                <a:lnTo>
                  <a:pt x="1581150" y="1924050"/>
                </a:lnTo>
                <a:lnTo>
                  <a:pt x="1600200" y="1924050"/>
                </a:lnTo>
                <a:lnTo>
                  <a:pt x="1600200" y="1943100"/>
                </a:lnTo>
                <a:lnTo>
                  <a:pt x="1590675" y="1943100"/>
                </a:lnTo>
                <a:lnTo>
                  <a:pt x="1590675" y="1962150"/>
                </a:lnTo>
                <a:lnTo>
                  <a:pt x="1609725" y="1962150"/>
                </a:lnTo>
                <a:lnTo>
                  <a:pt x="1609725" y="1981200"/>
                </a:lnTo>
                <a:lnTo>
                  <a:pt x="1581150" y="1981200"/>
                </a:lnTo>
                <a:lnTo>
                  <a:pt x="1581150" y="1971675"/>
                </a:lnTo>
                <a:lnTo>
                  <a:pt x="1562100" y="1971675"/>
                </a:lnTo>
                <a:lnTo>
                  <a:pt x="1562100" y="1962150"/>
                </a:lnTo>
                <a:lnTo>
                  <a:pt x="1552575" y="1962150"/>
                </a:lnTo>
                <a:lnTo>
                  <a:pt x="1552575" y="1971675"/>
                </a:lnTo>
                <a:lnTo>
                  <a:pt x="1562100" y="1971675"/>
                </a:lnTo>
                <a:lnTo>
                  <a:pt x="1562100" y="2000250"/>
                </a:lnTo>
                <a:lnTo>
                  <a:pt x="1533525" y="2000250"/>
                </a:lnTo>
                <a:lnTo>
                  <a:pt x="1533525" y="2009775"/>
                </a:lnTo>
                <a:lnTo>
                  <a:pt x="1514475" y="2009775"/>
                </a:lnTo>
                <a:lnTo>
                  <a:pt x="1514475" y="2000250"/>
                </a:lnTo>
                <a:lnTo>
                  <a:pt x="1485900" y="2000250"/>
                </a:lnTo>
                <a:lnTo>
                  <a:pt x="1485900" y="2028825"/>
                </a:lnTo>
                <a:lnTo>
                  <a:pt x="1504950" y="2028825"/>
                </a:lnTo>
                <a:lnTo>
                  <a:pt x="1504950" y="2038350"/>
                </a:lnTo>
                <a:lnTo>
                  <a:pt x="1524000" y="2038350"/>
                </a:lnTo>
                <a:lnTo>
                  <a:pt x="1524000" y="2028825"/>
                </a:lnTo>
                <a:lnTo>
                  <a:pt x="1543050" y="2028825"/>
                </a:lnTo>
                <a:lnTo>
                  <a:pt x="1543050" y="2038350"/>
                </a:lnTo>
                <a:lnTo>
                  <a:pt x="1552575" y="2038350"/>
                </a:lnTo>
                <a:lnTo>
                  <a:pt x="1552575" y="2028825"/>
                </a:lnTo>
                <a:lnTo>
                  <a:pt x="1571625" y="2028825"/>
                </a:lnTo>
                <a:lnTo>
                  <a:pt x="1571625" y="2019300"/>
                </a:lnTo>
                <a:lnTo>
                  <a:pt x="1581150" y="2019300"/>
                </a:lnTo>
                <a:lnTo>
                  <a:pt x="1581150" y="2009775"/>
                </a:lnTo>
                <a:lnTo>
                  <a:pt x="1590675" y="2009775"/>
                </a:lnTo>
                <a:lnTo>
                  <a:pt x="1590675" y="2019300"/>
                </a:lnTo>
                <a:lnTo>
                  <a:pt x="1600200" y="2019300"/>
                </a:lnTo>
                <a:lnTo>
                  <a:pt x="1600200" y="2038350"/>
                </a:lnTo>
                <a:lnTo>
                  <a:pt x="1609725" y="2038350"/>
                </a:lnTo>
                <a:lnTo>
                  <a:pt x="1609725" y="2028825"/>
                </a:lnTo>
                <a:lnTo>
                  <a:pt x="1638300" y="2028825"/>
                </a:lnTo>
                <a:lnTo>
                  <a:pt x="1638300" y="2038350"/>
                </a:lnTo>
                <a:lnTo>
                  <a:pt x="1685925" y="2038350"/>
                </a:lnTo>
                <a:lnTo>
                  <a:pt x="1685925" y="2028825"/>
                </a:lnTo>
                <a:lnTo>
                  <a:pt x="1704975" y="2028825"/>
                </a:lnTo>
                <a:lnTo>
                  <a:pt x="1704975" y="2038350"/>
                </a:lnTo>
                <a:lnTo>
                  <a:pt x="1714500" y="2038350"/>
                </a:lnTo>
                <a:lnTo>
                  <a:pt x="1714500" y="2047875"/>
                </a:lnTo>
                <a:lnTo>
                  <a:pt x="1733550" y="2047875"/>
                </a:lnTo>
                <a:lnTo>
                  <a:pt x="1733550" y="2076450"/>
                </a:lnTo>
                <a:lnTo>
                  <a:pt x="1724025" y="2076450"/>
                </a:lnTo>
                <a:lnTo>
                  <a:pt x="1724025" y="2066925"/>
                </a:lnTo>
                <a:lnTo>
                  <a:pt x="1714500" y="2066925"/>
                </a:lnTo>
                <a:lnTo>
                  <a:pt x="1714500" y="2076450"/>
                </a:lnTo>
                <a:lnTo>
                  <a:pt x="1704975" y="2076450"/>
                </a:lnTo>
                <a:lnTo>
                  <a:pt x="1704975" y="2085975"/>
                </a:lnTo>
                <a:lnTo>
                  <a:pt x="1609725" y="2085975"/>
                </a:lnTo>
                <a:lnTo>
                  <a:pt x="1609725" y="2066925"/>
                </a:lnTo>
                <a:lnTo>
                  <a:pt x="1600200" y="2066925"/>
                </a:lnTo>
                <a:lnTo>
                  <a:pt x="1600200" y="2057400"/>
                </a:lnTo>
                <a:lnTo>
                  <a:pt x="1590675" y="2057400"/>
                </a:lnTo>
                <a:lnTo>
                  <a:pt x="1590675" y="2076450"/>
                </a:lnTo>
                <a:lnTo>
                  <a:pt x="1581150" y="2076450"/>
                </a:lnTo>
                <a:lnTo>
                  <a:pt x="1581150" y="2085975"/>
                </a:lnTo>
                <a:lnTo>
                  <a:pt x="1533525" y="2085975"/>
                </a:lnTo>
                <a:lnTo>
                  <a:pt x="1533525" y="2076450"/>
                </a:lnTo>
                <a:lnTo>
                  <a:pt x="1524000" y="2076450"/>
                </a:lnTo>
                <a:lnTo>
                  <a:pt x="1524000" y="2066925"/>
                </a:lnTo>
                <a:lnTo>
                  <a:pt x="1495425" y="2066925"/>
                </a:lnTo>
                <a:lnTo>
                  <a:pt x="1495425" y="2085975"/>
                </a:lnTo>
                <a:lnTo>
                  <a:pt x="1438275" y="2085975"/>
                </a:lnTo>
                <a:lnTo>
                  <a:pt x="1438275" y="2076450"/>
                </a:lnTo>
                <a:lnTo>
                  <a:pt x="1428750" y="2076450"/>
                </a:lnTo>
                <a:lnTo>
                  <a:pt x="1428750" y="2066925"/>
                </a:lnTo>
                <a:lnTo>
                  <a:pt x="1390650" y="2066925"/>
                </a:lnTo>
                <a:lnTo>
                  <a:pt x="1390650" y="2038350"/>
                </a:lnTo>
                <a:lnTo>
                  <a:pt x="1381125" y="2038350"/>
                </a:lnTo>
                <a:lnTo>
                  <a:pt x="1381125" y="2085975"/>
                </a:lnTo>
                <a:lnTo>
                  <a:pt x="1314450" y="2085975"/>
                </a:lnTo>
                <a:lnTo>
                  <a:pt x="1314450" y="2076450"/>
                </a:lnTo>
                <a:lnTo>
                  <a:pt x="1323975" y="2076450"/>
                </a:lnTo>
                <a:lnTo>
                  <a:pt x="1323975" y="2066925"/>
                </a:lnTo>
                <a:lnTo>
                  <a:pt x="1314450" y="2066925"/>
                </a:lnTo>
                <a:lnTo>
                  <a:pt x="1314450" y="2047875"/>
                </a:lnTo>
                <a:lnTo>
                  <a:pt x="1304925" y="2047875"/>
                </a:lnTo>
                <a:lnTo>
                  <a:pt x="1304925" y="2038350"/>
                </a:lnTo>
                <a:lnTo>
                  <a:pt x="1295400" y="2038350"/>
                </a:lnTo>
                <a:lnTo>
                  <a:pt x="1295400" y="2047875"/>
                </a:lnTo>
                <a:lnTo>
                  <a:pt x="1285875" y="2047875"/>
                </a:lnTo>
                <a:lnTo>
                  <a:pt x="1285875" y="2057400"/>
                </a:lnTo>
                <a:lnTo>
                  <a:pt x="1276350" y="2057400"/>
                </a:lnTo>
                <a:lnTo>
                  <a:pt x="1276350" y="2066925"/>
                </a:lnTo>
                <a:lnTo>
                  <a:pt x="1266825" y="2066925"/>
                </a:lnTo>
                <a:lnTo>
                  <a:pt x="1266825" y="2076450"/>
                </a:lnTo>
                <a:lnTo>
                  <a:pt x="1276350" y="2076450"/>
                </a:lnTo>
                <a:lnTo>
                  <a:pt x="1276350" y="2085975"/>
                </a:lnTo>
                <a:lnTo>
                  <a:pt x="1228725" y="2085975"/>
                </a:lnTo>
                <a:lnTo>
                  <a:pt x="1228725" y="2076450"/>
                </a:lnTo>
                <a:lnTo>
                  <a:pt x="1219200" y="2076450"/>
                </a:lnTo>
                <a:lnTo>
                  <a:pt x="1219200" y="2066925"/>
                </a:lnTo>
                <a:lnTo>
                  <a:pt x="1228725" y="2066925"/>
                </a:lnTo>
                <a:lnTo>
                  <a:pt x="1228725" y="2057400"/>
                </a:lnTo>
                <a:lnTo>
                  <a:pt x="1200150" y="2057400"/>
                </a:lnTo>
                <a:lnTo>
                  <a:pt x="1200150" y="2066925"/>
                </a:lnTo>
                <a:lnTo>
                  <a:pt x="1190625" y="2066925"/>
                </a:lnTo>
                <a:lnTo>
                  <a:pt x="1190625" y="2076450"/>
                </a:lnTo>
                <a:lnTo>
                  <a:pt x="1200150" y="2076450"/>
                </a:lnTo>
                <a:lnTo>
                  <a:pt x="1200150" y="2085975"/>
                </a:lnTo>
                <a:lnTo>
                  <a:pt x="1143000" y="2085975"/>
                </a:lnTo>
                <a:lnTo>
                  <a:pt x="1143000" y="2047875"/>
                </a:lnTo>
                <a:lnTo>
                  <a:pt x="1152525" y="2047875"/>
                </a:lnTo>
                <a:lnTo>
                  <a:pt x="1152525" y="2038350"/>
                </a:lnTo>
                <a:lnTo>
                  <a:pt x="1162050" y="2038350"/>
                </a:lnTo>
                <a:lnTo>
                  <a:pt x="1162050" y="2028825"/>
                </a:lnTo>
                <a:lnTo>
                  <a:pt x="1238250" y="2028825"/>
                </a:lnTo>
                <a:lnTo>
                  <a:pt x="1238250" y="2038350"/>
                </a:lnTo>
                <a:lnTo>
                  <a:pt x="1228725" y="2038350"/>
                </a:lnTo>
                <a:lnTo>
                  <a:pt x="1228725" y="2047875"/>
                </a:lnTo>
                <a:lnTo>
                  <a:pt x="1257300" y="2047875"/>
                </a:lnTo>
                <a:lnTo>
                  <a:pt x="1257300" y="2038350"/>
                </a:lnTo>
                <a:lnTo>
                  <a:pt x="1285875" y="2038350"/>
                </a:lnTo>
                <a:lnTo>
                  <a:pt x="1285875" y="2009775"/>
                </a:lnTo>
                <a:lnTo>
                  <a:pt x="1314450" y="2009775"/>
                </a:lnTo>
                <a:lnTo>
                  <a:pt x="1314450" y="2019300"/>
                </a:lnTo>
                <a:lnTo>
                  <a:pt x="1362075" y="2019300"/>
                </a:lnTo>
                <a:lnTo>
                  <a:pt x="1362075" y="2000250"/>
                </a:lnTo>
                <a:lnTo>
                  <a:pt x="1266825" y="2000250"/>
                </a:lnTo>
                <a:lnTo>
                  <a:pt x="1266825" y="1990725"/>
                </a:lnTo>
                <a:lnTo>
                  <a:pt x="1257300" y="1990725"/>
                </a:lnTo>
                <a:lnTo>
                  <a:pt x="1257300" y="1981200"/>
                </a:lnTo>
                <a:lnTo>
                  <a:pt x="1238250" y="1981200"/>
                </a:lnTo>
                <a:lnTo>
                  <a:pt x="1238250" y="1971675"/>
                </a:lnTo>
                <a:lnTo>
                  <a:pt x="1228725" y="1971675"/>
                </a:lnTo>
                <a:lnTo>
                  <a:pt x="1228725" y="1962150"/>
                </a:lnTo>
                <a:lnTo>
                  <a:pt x="1219200" y="1962150"/>
                </a:lnTo>
                <a:lnTo>
                  <a:pt x="1219200" y="1971675"/>
                </a:lnTo>
                <a:lnTo>
                  <a:pt x="1200150" y="1971675"/>
                </a:lnTo>
                <a:lnTo>
                  <a:pt x="1200150" y="1981200"/>
                </a:lnTo>
                <a:lnTo>
                  <a:pt x="1190625" y="1981200"/>
                </a:lnTo>
                <a:lnTo>
                  <a:pt x="1190625" y="1962150"/>
                </a:lnTo>
                <a:lnTo>
                  <a:pt x="1162050" y="1962150"/>
                </a:lnTo>
                <a:lnTo>
                  <a:pt x="1162050" y="1971675"/>
                </a:lnTo>
                <a:lnTo>
                  <a:pt x="1152525" y="1971675"/>
                </a:lnTo>
                <a:lnTo>
                  <a:pt x="1152525" y="1952625"/>
                </a:lnTo>
                <a:lnTo>
                  <a:pt x="1133475" y="1952625"/>
                </a:lnTo>
                <a:lnTo>
                  <a:pt x="1133475" y="1943100"/>
                </a:lnTo>
                <a:lnTo>
                  <a:pt x="1143000" y="1943100"/>
                </a:lnTo>
                <a:lnTo>
                  <a:pt x="1143000" y="1924050"/>
                </a:lnTo>
                <a:lnTo>
                  <a:pt x="1123950" y="1924050"/>
                </a:lnTo>
                <a:lnTo>
                  <a:pt x="1123950" y="1914525"/>
                </a:lnTo>
                <a:lnTo>
                  <a:pt x="1114425" y="1914525"/>
                </a:lnTo>
                <a:lnTo>
                  <a:pt x="1114425" y="1905000"/>
                </a:lnTo>
                <a:lnTo>
                  <a:pt x="1123950" y="1905000"/>
                </a:lnTo>
                <a:close/>
                <a:moveTo>
                  <a:pt x="1676400" y="1895475"/>
                </a:moveTo>
                <a:lnTo>
                  <a:pt x="1695450" y="1895475"/>
                </a:lnTo>
                <a:lnTo>
                  <a:pt x="1695450" y="1905000"/>
                </a:lnTo>
                <a:lnTo>
                  <a:pt x="1704975" y="1905000"/>
                </a:lnTo>
                <a:lnTo>
                  <a:pt x="1704975" y="1914525"/>
                </a:lnTo>
                <a:lnTo>
                  <a:pt x="1695450" y="1914525"/>
                </a:lnTo>
                <a:lnTo>
                  <a:pt x="1695450" y="1924050"/>
                </a:lnTo>
                <a:lnTo>
                  <a:pt x="1704975" y="1924050"/>
                </a:lnTo>
                <a:lnTo>
                  <a:pt x="1704975" y="1971675"/>
                </a:lnTo>
                <a:lnTo>
                  <a:pt x="1695450" y="1971675"/>
                </a:lnTo>
                <a:lnTo>
                  <a:pt x="1695450" y="1943100"/>
                </a:lnTo>
                <a:lnTo>
                  <a:pt x="1685925" y="1943100"/>
                </a:lnTo>
                <a:lnTo>
                  <a:pt x="1685925" y="1933575"/>
                </a:lnTo>
                <a:lnTo>
                  <a:pt x="1676400" y="1933575"/>
                </a:lnTo>
                <a:close/>
                <a:moveTo>
                  <a:pt x="419100" y="1914525"/>
                </a:moveTo>
                <a:lnTo>
                  <a:pt x="428625" y="1914525"/>
                </a:lnTo>
                <a:lnTo>
                  <a:pt x="428625" y="1924050"/>
                </a:lnTo>
                <a:lnTo>
                  <a:pt x="419100" y="1924050"/>
                </a:lnTo>
                <a:close/>
                <a:moveTo>
                  <a:pt x="142875" y="1924050"/>
                </a:moveTo>
                <a:lnTo>
                  <a:pt x="152400" y="1924050"/>
                </a:lnTo>
                <a:lnTo>
                  <a:pt x="152400" y="1933575"/>
                </a:lnTo>
                <a:lnTo>
                  <a:pt x="142875" y="1933575"/>
                </a:lnTo>
                <a:close/>
                <a:moveTo>
                  <a:pt x="819150" y="1924050"/>
                </a:moveTo>
                <a:lnTo>
                  <a:pt x="828675" y="1924050"/>
                </a:lnTo>
                <a:lnTo>
                  <a:pt x="828675" y="1952625"/>
                </a:lnTo>
                <a:lnTo>
                  <a:pt x="838200" y="1952625"/>
                </a:lnTo>
                <a:lnTo>
                  <a:pt x="838200" y="1962150"/>
                </a:lnTo>
                <a:lnTo>
                  <a:pt x="847725" y="1962150"/>
                </a:lnTo>
                <a:lnTo>
                  <a:pt x="847725" y="1952625"/>
                </a:lnTo>
                <a:lnTo>
                  <a:pt x="857250" y="1952625"/>
                </a:lnTo>
                <a:lnTo>
                  <a:pt x="857250" y="1981200"/>
                </a:lnTo>
                <a:lnTo>
                  <a:pt x="847725" y="1981200"/>
                </a:lnTo>
                <a:lnTo>
                  <a:pt x="847725" y="1971675"/>
                </a:lnTo>
                <a:lnTo>
                  <a:pt x="838200" y="1971675"/>
                </a:lnTo>
                <a:lnTo>
                  <a:pt x="838200" y="1981200"/>
                </a:lnTo>
                <a:lnTo>
                  <a:pt x="828675" y="1981200"/>
                </a:lnTo>
                <a:lnTo>
                  <a:pt x="828675" y="1971675"/>
                </a:lnTo>
                <a:lnTo>
                  <a:pt x="790575" y="1971675"/>
                </a:lnTo>
                <a:lnTo>
                  <a:pt x="790575" y="1981200"/>
                </a:lnTo>
                <a:lnTo>
                  <a:pt x="781050" y="1981200"/>
                </a:lnTo>
                <a:lnTo>
                  <a:pt x="781050" y="1971675"/>
                </a:lnTo>
                <a:lnTo>
                  <a:pt x="771525" y="1971675"/>
                </a:lnTo>
                <a:lnTo>
                  <a:pt x="771525" y="1990725"/>
                </a:lnTo>
                <a:lnTo>
                  <a:pt x="752475" y="1990725"/>
                </a:lnTo>
                <a:lnTo>
                  <a:pt x="752475" y="1981200"/>
                </a:lnTo>
                <a:lnTo>
                  <a:pt x="742950" y="1981200"/>
                </a:lnTo>
                <a:lnTo>
                  <a:pt x="742950" y="1962150"/>
                </a:lnTo>
                <a:lnTo>
                  <a:pt x="714375" y="1962150"/>
                </a:lnTo>
                <a:lnTo>
                  <a:pt x="714375" y="1952625"/>
                </a:lnTo>
                <a:lnTo>
                  <a:pt x="704850" y="1952625"/>
                </a:lnTo>
                <a:lnTo>
                  <a:pt x="704850" y="1943100"/>
                </a:lnTo>
                <a:lnTo>
                  <a:pt x="723900" y="1943100"/>
                </a:lnTo>
                <a:lnTo>
                  <a:pt x="723900" y="1933575"/>
                </a:lnTo>
                <a:lnTo>
                  <a:pt x="733425" y="1933575"/>
                </a:lnTo>
                <a:lnTo>
                  <a:pt x="733425" y="1943100"/>
                </a:lnTo>
                <a:lnTo>
                  <a:pt x="742950" y="1943100"/>
                </a:lnTo>
                <a:lnTo>
                  <a:pt x="742950" y="1933575"/>
                </a:lnTo>
                <a:lnTo>
                  <a:pt x="752475" y="1933575"/>
                </a:lnTo>
                <a:lnTo>
                  <a:pt x="752475" y="1943100"/>
                </a:lnTo>
                <a:lnTo>
                  <a:pt x="762000" y="1943100"/>
                </a:lnTo>
                <a:lnTo>
                  <a:pt x="762000" y="1933575"/>
                </a:lnTo>
                <a:lnTo>
                  <a:pt x="771525" y="1933575"/>
                </a:lnTo>
                <a:lnTo>
                  <a:pt x="771525" y="1943100"/>
                </a:lnTo>
                <a:lnTo>
                  <a:pt x="781050" y="1943100"/>
                </a:lnTo>
                <a:lnTo>
                  <a:pt x="781050" y="1952625"/>
                </a:lnTo>
                <a:lnTo>
                  <a:pt x="790575" y="1952625"/>
                </a:lnTo>
                <a:lnTo>
                  <a:pt x="790575" y="1943100"/>
                </a:lnTo>
                <a:lnTo>
                  <a:pt x="800100" y="1943100"/>
                </a:lnTo>
                <a:lnTo>
                  <a:pt x="800100" y="1952625"/>
                </a:lnTo>
                <a:lnTo>
                  <a:pt x="809625" y="1952625"/>
                </a:lnTo>
                <a:lnTo>
                  <a:pt x="809625" y="1933575"/>
                </a:lnTo>
                <a:lnTo>
                  <a:pt x="819150" y="1933575"/>
                </a:lnTo>
                <a:close/>
                <a:moveTo>
                  <a:pt x="590550" y="1933575"/>
                </a:moveTo>
                <a:lnTo>
                  <a:pt x="600075" y="1933575"/>
                </a:lnTo>
                <a:lnTo>
                  <a:pt x="600075" y="1943100"/>
                </a:lnTo>
                <a:lnTo>
                  <a:pt x="666750" y="1943100"/>
                </a:lnTo>
                <a:lnTo>
                  <a:pt x="666750" y="1952625"/>
                </a:lnTo>
                <a:lnTo>
                  <a:pt x="676275" y="1952625"/>
                </a:lnTo>
                <a:lnTo>
                  <a:pt x="676275" y="1943100"/>
                </a:lnTo>
                <a:lnTo>
                  <a:pt x="685800" y="1943100"/>
                </a:lnTo>
                <a:lnTo>
                  <a:pt x="685800" y="1962150"/>
                </a:lnTo>
                <a:lnTo>
                  <a:pt x="704850" y="1962150"/>
                </a:lnTo>
                <a:lnTo>
                  <a:pt x="704850" y="1971675"/>
                </a:lnTo>
                <a:lnTo>
                  <a:pt x="685800" y="1971675"/>
                </a:lnTo>
                <a:lnTo>
                  <a:pt x="685800" y="1981200"/>
                </a:lnTo>
                <a:lnTo>
                  <a:pt x="657225" y="1981200"/>
                </a:lnTo>
                <a:lnTo>
                  <a:pt x="657225" y="1971675"/>
                </a:lnTo>
                <a:lnTo>
                  <a:pt x="676275" y="1971675"/>
                </a:lnTo>
                <a:lnTo>
                  <a:pt x="676275" y="1962150"/>
                </a:lnTo>
                <a:lnTo>
                  <a:pt x="638175" y="1962150"/>
                </a:lnTo>
                <a:lnTo>
                  <a:pt x="638175" y="1952625"/>
                </a:lnTo>
                <a:lnTo>
                  <a:pt x="590550" y="1952625"/>
                </a:lnTo>
                <a:close/>
                <a:moveTo>
                  <a:pt x="866775" y="1933575"/>
                </a:moveTo>
                <a:lnTo>
                  <a:pt x="885825" y="1933575"/>
                </a:lnTo>
                <a:lnTo>
                  <a:pt x="885825" y="1952625"/>
                </a:lnTo>
                <a:lnTo>
                  <a:pt x="876300" y="1952625"/>
                </a:lnTo>
                <a:lnTo>
                  <a:pt x="876300" y="1962150"/>
                </a:lnTo>
                <a:lnTo>
                  <a:pt x="904875" y="1962150"/>
                </a:lnTo>
                <a:lnTo>
                  <a:pt x="904875" y="1971675"/>
                </a:lnTo>
                <a:lnTo>
                  <a:pt x="866775" y="1971675"/>
                </a:lnTo>
                <a:close/>
                <a:moveTo>
                  <a:pt x="1038225" y="1933575"/>
                </a:moveTo>
                <a:lnTo>
                  <a:pt x="1047750" y="1933575"/>
                </a:lnTo>
                <a:lnTo>
                  <a:pt x="1047750" y="1924050"/>
                </a:lnTo>
                <a:lnTo>
                  <a:pt x="1038225" y="1924050"/>
                </a:lnTo>
                <a:close/>
                <a:moveTo>
                  <a:pt x="1181100" y="1933575"/>
                </a:moveTo>
                <a:lnTo>
                  <a:pt x="1190625" y="1933575"/>
                </a:lnTo>
                <a:lnTo>
                  <a:pt x="1190625" y="1943100"/>
                </a:lnTo>
                <a:lnTo>
                  <a:pt x="1181100" y="1943100"/>
                </a:lnTo>
                <a:lnTo>
                  <a:pt x="1181100" y="1952625"/>
                </a:lnTo>
                <a:lnTo>
                  <a:pt x="1200150" y="1952625"/>
                </a:lnTo>
                <a:lnTo>
                  <a:pt x="1200150" y="1905000"/>
                </a:lnTo>
                <a:lnTo>
                  <a:pt x="1190625" y="1905000"/>
                </a:lnTo>
                <a:lnTo>
                  <a:pt x="1190625" y="1914525"/>
                </a:lnTo>
                <a:lnTo>
                  <a:pt x="1181100" y="1914525"/>
                </a:lnTo>
                <a:close/>
                <a:moveTo>
                  <a:pt x="1562100" y="1933575"/>
                </a:moveTo>
                <a:lnTo>
                  <a:pt x="1571625" y="1933575"/>
                </a:lnTo>
                <a:lnTo>
                  <a:pt x="1571625" y="1924050"/>
                </a:lnTo>
                <a:lnTo>
                  <a:pt x="1562100" y="1924050"/>
                </a:lnTo>
                <a:close/>
                <a:moveTo>
                  <a:pt x="1657350" y="1933575"/>
                </a:moveTo>
                <a:lnTo>
                  <a:pt x="1676400" y="1933575"/>
                </a:lnTo>
                <a:lnTo>
                  <a:pt x="1676400" y="1943100"/>
                </a:lnTo>
                <a:lnTo>
                  <a:pt x="1657350" y="1943100"/>
                </a:lnTo>
                <a:close/>
                <a:moveTo>
                  <a:pt x="152400" y="1943100"/>
                </a:moveTo>
                <a:lnTo>
                  <a:pt x="161925" y="1943100"/>
                </a:lnTo>
                <a:lnTo>
                  <a:pt x="161925" y="1952625"/>
                </a:lnTo>
                <a:lnTo>
                  <a:pt x="152400" y="1952625"/>
                </a:lnTo>
                <a:close/>
                <a:moveTo>
                  <a:pt x="447675" y="1943100"/>
                </a:moveTo>
                <a:lnTo>
                  <a:pt x="457200" y="1943100"/>
                </a:lnTo>
                <a:lnTo>
                  <a:pt x="457200" y="1952625"/>
                </a:lnTo>
                <a:lnTo>
                  <a:pt x="495300" y="1952625"/>
                </a:lnTo>
                <a:lnTo>
                  <a:pt x="495300" y="1943100"/>
                </a:lnTo>
                <a:lnTo>
                  <a:pt x="504825" y="1943100"/>
                </a:lnTo>
                <a:lnTo>
                  <a:pt x="504825" y="1952625"/>
                </a:lnTo>
                <a:lnTo>
                  <a:pt x="495300" y="1952625"/>
                </a:lnTo>
                <a:lnTo>
                  <a:pt x="495300" y="1962150"/>
                </a:lnTo>
                <a:lnTo>
                  <a:pt x="485775" y="1962150"/>
                </a:lnTo>
                <a:lnTo>
                  <a:pt x="485775" y="1971675"/>
                </a:lnTo>
                <a:lnTo>
                  <a:pt x="476250" y="1971675"/>
                </a:lnTo>
                <a:lnTo>
                  <a:pt x="476250" y="1962150"/>
                </a:lnTo>
                <a:lnTo>
                  <a:pt x="447675" y="1962150"/>
                </a:lnTo>
                <a:close/>
                <a:moveTo>
                  <a:pt x="552450" y="1943100"/>
                </a:moveTo>
                <a:lnTo>
                  <a:pt x="561975" y="1943100"/>
                </a:lnTo>
                <a:lnTo>
                  <a:pt x="561975" y="1952625"/>
                </a:lnTo>
                <a:lnTo>
                  <a:pt x="552450" y="1952625"/>
                </a:lnTo>
                <a:close/>
                <a:moveTo>
                  <a:pt x="1647825" y="1952625"/>
                </a:moveTo>
                <a:lnTo>
                  <a:pt x="1657350" y="1952625"/>
                </a:lnTo>
                <a:lnTo>
                  <a:pt x="1657350" y="1962150"/>
                </a:lnTo>
                <a:lnTo>
                  <a:pt x="1685925" y="1962150"/>
                </a:lnTo>
                <a:lnTo>
                  <a:pt x="1685925" y="1971675"/>
                </a:lnTo>
                <a:lnTo>
                  <a:pt x="1695450" y="1971675"/>
                </a:lnTo>
                <a:lnTo>
                  <a:pt x="1695450" y="2009775"/>
                </a:lnTo>
                <a:lnTo>
                  <a:pt x="1657350" y="2009775"/>
                </a:lnTo>
                <a:lnTo>
                  <a:pt x="1657350" y="2000250"/>
                </a:lnTo>
                <a:lnTo>
                  <a:pt x="1638300" y="2000250"/>
                </a:lnTo>
                <a:lnTo>
                  <a:pt x="1638300" y="1981200"/>
                </a:lnTo>
                <a:lnTo>
                  <a:pt x="1647825" y="1981200"/>
                </a:lnTo>
                <a:close/>
                <a:moveTo>
                  <a:pt x="495300" y="1962150"/>
                </a:moveTo>
                <a:lnTo>
                  <a:pt x="504825" y="1962150"/>
                </a:lnTo>
                <a:lnTo>
                  <a:pt x="504825" y="1981200"/>
                </a:lnTo>
                <a:lnTo>
                  <a:pt x="485775" y="1981200"/>
                </a:lnTo>
                <a:lnTo>
                  <a:pt x="485775" y="1971675"/>
                </a:lnTo>
                <a:lnTo>
                  <a:pt x="495300" y="1971675"/>
                </a:lnTo>
                <a:close/>
                <a:moveTo>
                  <a:pt x="561975" y="1962150"/>
                </a:moveTo>
                <a:lnTo>
                  <a:pt x="581025" y="1962150"/>
                </a:lnTo>
                <a:lnTo>
                  <a:pt x="581025" y="1971675"/>
                </a:lnTo>
                <a:lnTo>
                  <a:pt x="561975" y="1971675"/>
                </a:lnTo>
                <a:close/>
                <a:moveTo>
                  <a:pt x="933450" y="1962150"/>
                </a:moveTo>
                <a:lnTo>
                  <a:pt x="971550" y="1962150"/>
                </a:lnTo>
                <a:lnTo>
                  <a:pt x="971550" y="1981200"/>
                </a:lnTo>
                <a:lnTo>
                  <a:pt x="942975" y="1981200"/>
                </a:lnTo>
                <a:lnTo>
                  <a:pt x="942975" y="1971675"/>
                </a:lnTo>
                <a:lnTo>
                  <a:pt x="933450" y="1971675"/>
                </a:lnTo>
                <a:close/>
                <a:moveTo>
                  <a:pt x="1114425" y="1962150"/>
                </a:moveTo>
                <a:lnTo>
                  <a:pt x="1123950" y="1962150"/>
                </a:lnTo>
                <a:lnTo>
                  <a:pt x="1123950" y="1971675"/>
                </a:lnTo>
                <a:lnTo>
                  <a:pt x="1114425" y="1971675"/>
                </a:lnTo>
                <a:close/>
                <a:moveTo>
                  <a:pt x="752475" y="1971675"/>
                </a:moveTo>
                <a:lnTo>
                  <a:pt x="762000" y="1971675"/>
                </a:lnTo>
                <a:lnTo>
                  <a:pt x="762000" y="1952625"/>
                </a:lnTo>
                <a:lnTo>
                  <a:pt x="752475" y="1952625"/>
                </a:lnTo>
                <a:close/>
                <a:moveTo>
                  <a:pt x="1447800" y="1971675"/>
                </a:moveTo>
                <a:lnTo>
                  <a:pt x="1457325" y="1971675"/>
                </a:lnTo>
                <a:lnTo>
                  <a:pt x="1457325" y="1952625"/>
                </a:lnTo>
                <a:lnTo>
                  <a:pt x="1447800" y="1952625"/>
                </a:lnTo>
                <a:close/>
                <a:moveTo>
                  <a:pt x="1704975" y="1971675"/>
                </a:moveTo>
                <a:lnTo>
                  <a:pt x="1714500" y="1971675"/>
                </a:lnTo>
                <a:lnTo>
                  <a:pt x="1714500" y="1981200"/>
                </a:lnTo>
                <a:lnTo>
                  <a:pt x="1704975" y="1981200"/>
                </a:lnTo>
                <a:close/>
                <a:moveTo>
                  <a:pt x="1504950" y="1981200"/>
                </a:moveTo>
                <a:lnTo>
                  <a:pt x="1524000" y="1981200"/>
                </a:lnTo>
                <a:lnTo>
                  <a:pt x="1524000" y="1990725"/>
                </a:lnTo>
                <a:lnTo>
                  <a:pt x="1533525" y="1990725"/>
                </a:lnTo>
                <a:lnTo>
                  <a:pt x="1533525" y="1971675"/>
                </a:lnTo>
                <a:lnTo>
                  <a:pt x="1524000" y="1971675"/>
                </a:lnTo>
                <a:lnTo>
                  <a:pt x="1524000" y="1962150"/>
                </a:lnTo>
                <a:lnTo>
                  <a:pt x="1504950" y="1962150"/>
                </a:lnTo>
                <a:close/>
                <a:moveTo>
                  <a:pt x="1714500" y="1981200"/>
                </a:moveTo>
                <a:lnTo>
                  <a:pt x="1724025" y="1981200"/>
                </a:lnTo>
                <a:lnTo>
                  <a:pt x="1724025" y="2000250"/>
                </a:lnTo>
                <a:lnTo>
                  <a:pt x="1714500" y="2000250"/>
                </a:lnTo>
                <a:close/>
                <a:moveTo>
                  <a:pt x="1657350" y="1990725"/>
                </a:moveTo>
                <a:lnTo>
                  <a:pt x="1666875" y="1990725"/>
                </a:lnTo>
                <a:lnTo>
                  <a:pt x="1666875" y="1971675"/>
                </a:lnTo>
                <a:lnTo>
                  <a:pt x="1657350" y="1971675"/>
                </a:lnTo>
                <a:close/>
                <a:moveTo>
                  <a:pt x="180975" y="2000250"/>
                </a:moveTo>
                <a:lnTo>
                  <a:pt x="200025" y="2000250"/>
                </a:lnTo>
                <a:lnTo>
                  <a:pt x="200025" y="2009775"/>
                </a:lnTo>
                <a:lnTo>
                  <a:pt x="190500" y="2009775"/>
                </a:lnTo>
                <a:lnTo>
                  <a:pt x="190500" y="2019300"/>
                </a:lnTo>
                <a:lnTo>
                  <a:pt x="180975" y="2019300"/>
                </a:lnTo>
                <a:close/>
                <a:moveTo>
                  <a:pt x="1390650" y="2000250"/>
                </a:moveTo>
                <a:lnTo>
                  <a:pt x="1400175" y="2000250"/>
                </a:lnTo>
                <a:lnTo>
                  <a:pt x="1400175" y="2009775"/>
                </a:lnTo>
                <a:lnTo>
                  <a:pt x="1428750" y="2009775"/>
                </a:lnTo>
                <a:lnTo>
                  <a:pt x="1428750" y="1990725"/>
                </a:lnTo>
                <a:lnTo>
                  <a:pt x="1390650" y="1990725"/>
                </a:lnTo>
                <a:close/>
                <a:moveTo>
                  <a:pt x="1619250" y="2000250"/>
                </a:moveTo>
                <a:lnTo>
                  <a:pt x="1628775" y="2000250"/>
                </a:lnTo>
                <a:lnTo>
                  <a:pt x="1628775" y="2009775"/>
                </a:lnTo>
                <a:lnTo>
                  <a:pt x="1619250" y="2009775"/>
                </a:lnTo>
                <a:close/>
                <a:moveTo>
                  <a:pt x="1724025" y="2000250"/>
                </a:moveTo>
                <a:lnTo>
                  <a:pt x="1733550" y="2000250"/>
                </a:lnTo>
                <a:lnTo>
                  <a:pt x="1733550" y="2009775"/>
                </a:lnTo>
                <a:lnTo>
                  <a:pt x="1724025" y="2009775"/>
                </a:lnTo>
                <a:close/>
                <a:moveTo>
                  <a:pt x="1695450" y="2009775"/>
                </a:moveTo>
                <a:lnTo>
                  <a:pt x="1704975" y="2009775"/>
                </a:lnTo>
                <a:lnTo>
                  <a:pt x="1704975" y="2019300"/>
                </a:lnTo>
                <a:lnTo>
                  <a:pt x="1695450" y="2019300"/>
                </a:lnTo>
                <a:close/>
                <a:moveTo>
                  <a:pt x="200025" y="2019300"/>
                </a:moveTo>
                <a:lnTo>
                  <a:pt x="219075" y="2019300"/>
                </a:lnTo>
                <a:lnTo>
                  <a:pt x="219075" y="2028825"/>
                </a:lnTo>
                <a:lnTo>
                  <a:pt x="200025" y="2028825"/>
                </a:lnTo>
                <a:close/>
                <a:moveTo>
                  <a:pt x="657225" y="2019300"/>
                </a:moveTo>
                <a:lnTo>
                  <a:pt x="666750" y="2019300"/>
                </a:lnTo>
                <a:lnTo>
                  <a:pt x="666750" y="2028825"/>
                </a:lnTo>
                <a:lnTo>
                  <a:pt x="657225" y="2028825"/>
                </a:lnTo>
                <a:close/>
                <a:moveTo>
                  <a:pt x="1457325" y="2019300"/>
                </a:moveTo>
                <a:lnTo>
                  <a:pt x="1466850" y="2019300"/>
                </a:lnTo>
                <a:lnTo>
                  <a:pt x="1466850" y="2009775"/>
                </a:lnTo>
                <a:lnTo>
                  <a:pt x="1457325" y="2009775"/>
                </a:lnTo>
                <a:close/>
                <a:moveTo>
                  <a:pt x="628650" y="2028825"/>
                </a:moveTo>
                <a:lnTo>
                  <a:pt x="647700" y="2028825"/>
                </a:lnTo>
                <a:lnTo>
                  <a:pt x="647700" y="2038350"/>
                </a:lnTo>
                <a:lnTo>
                  <a:pt x="657225" y="2038350"/>
                </a:lnTo>
                <a:lnTo>
                  <a:pt x="657225" y="2057400"/>
                </a:lnTo>
                <a:lnTo>
                  <a:pt x="628650" y="2057400"/>
                </a:lnTo>
                <a:close/>
                <a:moveTo>
                  <a:pt x="704850" y="2028825"/>
                </a:moveTo>
                <a:lnTo>
                  <a:pt x="762000" y="2028825"/>
                </a:lnTo>
                <a:lnTo>
                  <a:pt x="762000" y="2038350"/>
                </a:lnTo>
                <a:lnTo>
                  <a:pt x="781050" y="2038350"/>
                </a:lnTo>
                <a:lnTo>
                  <a:pt x="781050" y="2028825"/>
                </a:lnTo>
                <a:lnTo>
                  <a:pt x="904875" y="2028825"/>
                </a:lnTo>
                <a:lnTo>
                  <a:pt x="904875" y="2038350"/>
                </a:lnTo>
                <a:lnTo>
                  <a:pt x="923925" y="2038350"/>
                </a:lnTo>
                <a:lnTo>
                  <a:pt x="923925" y="2028825"/>
                </a:lnTo>
                <a:lnTo>
                  <a:pt x="971550" y="2028825"/>
                </a:lnTo>
                <a:lnTo>
                  <a:pt x="971550" y="2038350"/>
                </a:lnTo>
                <a:lnTo>
                  <a:pt x="981075" y="2038350"/>
                </a:lnTo>
                <a:lnTo>
                  <a:pt x="981075" y="2057400"/>
                </a:lnTo>
                <a:lnTo>
                  <a:pt x="990600" y="2057400"/>
                </a:lnTo>
                <a:lnTo>
                  <a:pt x="990600" y="2085975"/>
                </a:lnTo>
                <a:lnTo>
                  <a:pt x="828675" y="2085975"/>
                </a:lnTo>
                <a:lnTo>
                  <a:pt x="828675" y="2066925"/>
                </a:lnTo>
                <a:lnTo>
                  <a:pt x="771525" y="2066925"/>
                </a:lnTo>
                <a:lnTo>
                  <a:pt x="771525" y="2057400"/>
                </a:lnTo>
                <a:lnTo>
                  <a:pt x="762000" y="2057400"/>
                </a:lnTo>
                <a:lnTo>
                  <a:pt x="762000" y="2066925"/>
                </a:lnTo>
                <a:lnTo>
                  <a:pt x="752475" y="2066925"/>
                </a:lnTo>
                <a:lnTo>
                  <a:pt x="752475" y="2085975"/>
                </a:lnTo>
                <a:lnTo>
                  <a:pt x="704850" y="2085975"/>
                </a:lnTo>
                <a:lnTo>
                  <a:pt x="704850" y="2076450"/>
                </a:lnTo>
                <a:lnTo>
                  <a:pt x="723900" y="2076450"/>
                </a:lnTo>
                <a:lnTo>
                  <a:pt x="723900" y="2066925"/>
                </a:lnTo>
                <a:lnTo>
                  <a:pt x="714375" y="2066925"/>
                </a:lnTo>
                <a:lnTo>
                  <a:pt x="714375" y="2047875"/>
                </a:lnTo>
                <a:lnTo>
                  <a:pt x="723900" y="2047875"/>
                </a:lnTo>
                <a:lnTo>
                  <a:pt x="723900" y="2038350"/>
                </a:lnTo>
                <a:lnTo>
                  <a:pt x="704850" y="2038350"/>
                </a:lnTo>
                <a:close/>
                <a:moveTo>
                  <a:pt x="1028700" y="2028825"/>
                </a:moveTo>
                <a:lnTo>
                  <a:pt x="1076325" y="2028825"/>
                </a:lnTo>
                <a:lnTo>
                  <a:pt x="1076325" y="2038350"/>
                </a:lnTo>
                <a:lnTo>
                  <a:pt x="1066800" y="2038350"/>
                </a:lnTo>
                <a:lnTo>
                  <a:pt x="1066800" y="2047875"/>
                </a:lnTo>
                <a:lnTo>
                  <a:pt x="1057275" y="2047875"/>
                </a:lnTo>
                <a:lnTo>
                  <a:pt x="1057275" y="2057400"/>
                </a:lnTo>
                <a:lnTo>
                  <a:pt x="1066800" y="2057400"/>
                </a:lnTo>
                <a:lnTo>
                  <a:pt x="1066800" y="2066925"/>
                </a:lnTo>
                <a:lnTo>
                  <a:pt x="1085850" y="2066925"/>
                </a:lnTo>
                <a:lnTo>
                  <a:pt x="1085850" y="2085975"/>
                </a:lnTo>
                <a:lnTo>
                  <a:pt x="1009650" y="2085975"/>
                </a:lnTo>
                <a:lnTo>
                  <a:pt x="1009650" y="2066925"/>
                </a:lnTo>
                <a:lnTo>
                  <a:pt x="1000125" y="2066925"/>
                </a:lnTo>
                <a:lnTo>
                  <a:pt x="1000125" y="2057400"/>
                </a:lnTo>
                <a:lnTo>
                  <a:pt x="1009650" y="2057400"/>
                </a:lnTo>
                <a:lnTo>
                  <a:pt x="1009650" y="2038350"/>
                </a:lnTo>
                <a:lnTo>
                  <a:pt x="1028700" y="2038350"/>
                </a:lnTo>
                <a:close/>
                <a:moveTo>
                  <a:pt x="1114425" y="2028825"/>
                </a:moveTo>
                <a:lnTo>
                  <a:pt x="1123950" y="2028825"/>
                </a:lnTo>
                <a:lnTo>
                  <a:pt x="1123950" y="2076450"/>
                </a:lnTo>
                <a:lnTo>
                  <a:pt x="1114425" y="2076450"/>
                </a:lnTo>
                <a:lnTo>
                  <a:pt x="1114425" y="2085975"/>
                </a:lnTo>
                <a:lnTo>
                  <a:pt x="1104900" y="2085975"/>
                </a:lnTo>
                <a:lnTo>
                  <a:pt x="1104900" y="2076450"/>
                </a:lnTo>
                <a:lnTo>
                  <a:pt x="1095375" y="2076450"/>
                </a:lnTo>
                <a:lnTo>
                  <a:pt x="1095375" y="2047875"/>
                </a:lnTo>
                <a:lnTo>
                  <a:pt x="1104900" y="2047875"/>
                </a:lnTo>
                <a:lnTo>
                  <a:pt x="1104900" y="2038350"/>
                </a:lnTo>
                <a:lnTo>
                  <a:pt x="1114425" y="2038350"/>
                </a:lnTo>
                <a:close/>
                <a:moveTo>
                  <a:pt x="1381125" y="2028825"/>
                </a:moveTo>
                <a:lnTo>
                  <a:pt x="1400175" y="2028825"/>
                </a:lnTo>
                <a:lnTo>
                  <a:pt x="1400175" y="2019300"/>
                </a:lnTo>
                <a:lnTo>
                  <a:pt x="1381125" y="2019300"/>
                </a:lnTo>
                <a:close/>
                <a:moveTo>
                  <a:pt x="1076325" y="2038350"/>
                </a:moveTo>
                <a:lnTo>
                  <a:pt x="1085850" y="2038350"/>
                </a:lnTo>
                <a:lnTo>
                  <a:pt x="1085850" y="2047875"/>
                </a:lnTo>
                <a:lnTo>
                  <a:pt x="1076325" y="2047875"/>
                </a:lnTo>
                <a:close/>
                <a:moveTo>
                  <a:pt x="476250" y="2047875"/>
                </a:moveTo>
                <a:lnTo>
                  <a:pt x="495300" y="2047875"/>
                </a:lnTo>
                <a:lnTo>
                  <a:pt x="495300" y="2066925"/>
                </a:lnTo>
                <a:lnTo>
                  <a:pt x="504825" y="2066925"/>
                </a:lnTo>
                <a:lnTo>
                  <a:pt x="504825" y="2047875"/>
                </a:lnTo>
                <a:lnTo>
                  <a:pt x="523875" y="2047875"/>
                </a:lnTo>
                <a:lnTo>
                  <a:pt x="523875" y="2057400"/>
                </a:lnTo>
                <a:lnTo>
                  <a:pt x="533400" y="2057400"/>
                </a:lnTo>
                <a:lnTo>
                  <a:pt x="533400" y="2076450"/>
                </a:lnTo>
                <a:lnTo>
                  <a:pt x="561975" y="2076450"/>
                </a:lnTo>
                <a:lnTo>
                  <a:pt x="561975" y="2057400"/>
                </a:lnTo>
                <a:lnTo>
                  <a:pt x="609600" y="2057400"/>
                </a:lnTo>
                <a:lnTo>
                  <a:pt x="609600" y="2066925"/>
                </a:lnTo>
                <a:lnTo>
                  <a:pt x="619125" y="2066925"/>
                </a:lnTo>
                <a:lnTo>
                  <a:pt x="619125" y="2076450"/>
                </a:lnTo>
                <a:lnTo>
                  <a:pt x="628650" y="2076450"/>
                </a:lnTo>
                <a:lnTo>
                  <a:pt x="628650" y="2085975"/>
                </a:lnTo>
                <a:lnTo>
                  <a:pt x="476250" y="2085975"/>
                </a:lnTo>
                <a:lnTo>
                  <a:pt x="476250" y="2066925"/>
                </a:lnTo>
                <a:lnTo>
                  <a:pt x="457200" y="2066925"/>
                </a:lnTo>
                <a:lnTo>
                  <a:pt x="457200" y="2085975"/>
                </a:lnTo>
                <a:lnTo>
                  <a:pt x="447675" y="2085975"/>
                </a:lnTo>
                <a:lnTo>
                  <a:pt x="447675" y="2057400"/>
                </a:lnTo>
                <a:lnTo>
                  <a:pt x="476250" y="2057400"/>
                </a:lnTo>
                <a:close/>
                <a:moveTo>
                  <a:pt x="676275" y="2047875"/>
                </a:moveTo>
                <a:lnTo>
                  <a:pt x="685800" y="2047875"/>
                </a:lnTo>
                <a:lnTo>
                  <a:pt x="685800" y="2057400"/>
                </a:lnTo>
                <a:lnTo>
                  <a:pt x="676275" y="2057400"/>
                </a:lnTo>
                <a:close/>
                <a:moveTo>
                  <a:pt x="1028700" y="2047875"/>
                </a:moveTo>
                <a:lnTo>
                  <a:pt x="1038225" y="2047875"/>
                </a:lnTo>
                <a:lnTo>
                  <a:pt x="1038225" y="2038350"/>
                </a:lnTo>
                <a:lnTo>
                  <a:pt x="1028700" y="2038350"/>
                </a:lnTo>
                <a:close/>
                <a:moveTo>
                  <a:pt x="1162050" y="2047875"/>
                </a:moveTo>
                <a:lnTo>
                  <a:pt x="1219200" y="2047875"/>
                </a:lnTo>
                <a:lnTo>
                  <a:pt x="1219200" y="2038350"/>
                </a:lnTo>
                <a:lnTo>
                  <a:pt x="1162050" y="2038350"/>
                </a:lnTo>
                <a:close/>
                <a:moveTo>
                  <a:pt x="685800" y="2076450"/>
                </a:moveTo>
                <a:lnTo>
                  <a:pt x="695325" y="2076450"/>
                </a:lnTo>
                <a:lnTo>
                  <a:pt x="695325" y="2085975"/>
                </a:lnTo>
                <a:lnTo>
                  <a:pt x="685800" y="2085975"/>
                </a:lnTo>
                <a:close/>
                <a:moveTo>
                  <a:pt x="781050" y="2076450"/>
                </a:moveTo>
                <a:lnTo>
                  <a:pt x="800100" y="2076450"/>
                </a:lnTo>
                <a:lnTo>
                  <a:pt x="800100" y="2085975"/>
                </a:lnTo>
                <a:lnTo>
                  <a:pt x="781050" y="2085975"/>
                </a:lnTo>
                <a:close/>
                <a:moveTo>
                  <a:pt x="876300" y="2076450"/>
                </a:moveTo>
                <a:lnTo>
                  <a:pt x="895350" y="2076450"/>
                </a:lnTo>
                <a:lnTo>
                  <a:pt x="895350" y="2066925"/>
                </a:lnTo>
                <a:lnTo>
                  <a:pt x="876300" y="2066925"/>
                </a:lnTo>
                <a:close/>
                <a:moveTo>
                  <a:pt x="1685925" y="2105025"/>
                </a:moveTo>
                <a:lnTo>
                  <a:pt x="1704975" y="2105025"/>
                </a:lnTo>
                <a:lnTo>
                  <a:pt x="1704975" y="2124075"/>
                </a:lnTo>
                <a:lnTo>
                  <a:pt x="1695450" y="2124075"/>
                </a:lnTo>
                <a:lnTo>
                  <a:pt x="1695450" y="2133600"/>
                </a:lnTo>
                <a:lnTo>
                  <a:pt x="1666875" y="2133600"/>
                </a:lnTo>
                <a:lnTo>
                  <a:pt x="1666875" y="2114550"/>
                </a:lnTo>
                <a:lnTo>
                  <a:pt x="1685925" y="2114550"/>
                </a:lnTo>
                <a:close/>
                <a:moveTo>
                  <a:pt x="1724025" y="2105025"/>
                </a:moveTo>
                <a:lnTo>
                  <a:pt x="1733550" y="2105025"/>
                </a:lnTo>
                <a:lnTo>
                  <a:pt x="1733550" y="2114550"/>
                </a:lnTo>
                <a:lnTo>
                  <a:pt x="1724025" y="2114550"/>
                </a:lnTo>
                <a:close/>
                <a:moveTo>
                  <a:pt x="295275" y="2114550"/>
                </a:moveTo>
                <a:lnTo>
                  <a:pt x="333375" y="2114550"/>
                </a:lnTo>
                <a:lnTo>
                  <a:pt x="333375" y="2124075"/>
                </a:lnTo>
                <a:lnTo>
                  <a:pt x="323850" y="2124075"/>
                </a:lnTo>
                <a:lnTo>
                  <a:pt x="323850" y="2133600"/>
                </a:lnTo>
                <a:lnTo>
                  <a:pt x="295275" y="2133600"/>
                </a:lnTo>
                <a:close/>
                <a:moveTo>
                  <a:pt x="352425" y="2114550"/>
                </a:moveTo>
                <a:lnTo>
                  <a:pt x="361950" y="2114550"/>
                </a:lnTo>
                <a:lnTo>
                  <a:pt x="361950" y="2133600"/>
                </a:lnTo>
                <a:lnTo>
                  <a:pt x="352425" y="2133600"/>
                </a:lnTo>
                <a:close/>
                <a:moveTo>
                  <a:pt x="371475" y="2114550"/>
                </a:moveTo>
                <a:lnTo>
                  <a:pt x="381000" y="2114550"/>
                </a:lnTo>
                <a:lnTo>
                  <a:pt x="381000" y="2133600"/>
                </a:lnTo>
                <a:lnTo>
                  <a:pt x="371475" y="2133600"/>
                </a:lnTo>
                <a:close/>
                <a:moveTo>
                  <a:pt x="409575" y="2114550"/>
                </a:moveTo>
                <a:lnTo>
                  <a:pt x="438150" y="2114550"/>
                </a:lnTo>
                <a:lnTo>
                  <a:pt x="438150" y="2133600"/>
                </a:lnTo>
                <a:lnTo>
                  <a:pt x="419100" y="2133600"/>
                </a:lnTo>
                <a:lnTo>
                  <a:pt x="419100" y="2124075"/>
                </a:lnTo>
                <a:lnTo>
                  <a:pt x="409575" y="2124075"/>
                </a:lnTo>
                <a:close/>
                <a:moveTo>
                  <a:pt x="466725" y="2114550"/>
                </a:moveTo>
                <a:lnTo>
                  <a:pt x="504825" y="2114550"/>
                </a:lnTo>
                <a:lnTo>
                  <a:pt x="504825" y="2133600"/>
                </a:lnTo>
                <a:lnTo>
                  <a:pt x="466725" y="2133600"/>
                </a:lnTo>
                <a:close/>
                <a:moveTo>
                  <a:pt x="581025" y="2114550"/>
                </a:moveTo>
                <a:lnTo>
                  <a:pt x="619125" y="2114550"/>
                </a:lnTo>
                <a:lnTo>
                  <a:pt x="619125" y="2133600"/>
                </a:lnTo>
                <a:lnTo>
                  <a:pt x="581025" y="2133600"/>
                </a:lnTo>
                <a:close/>
                <a:moveTo>
                  <a:pt x="628650" y="2114550"/>
                </a:moveTo>
                <a:lnTo>
                  <a:pt x="714375" y="2114550"/>
                </a:lnTo>
                <a:lnTo>
                  <a:pt x="714375" y="2133600"/>
                </a:lnTo>
                <a:lnTo>
                  <a:pt x="628650" y="2133600"/>
                </a:lnTo>
                <a:close/>
                <a:moveTo>
                  <a:pt x="733425" y="2114550"/>
                </a:moveTo>
                <a:lnTo>
                  <a:pt x="809625" y="2114550"/>
                </a:lnTo>
                <a:lnTo>
                  <a:pt x="809625" y="2133600"/>
                </a:lnTo>
                <a:lnTo>
                  <a:pt x="733425" y="2133600"/>
                </a:lnTo>
                <a:close/>
                <a:moveTo>
                  <a:pt x="819150" y="2114550"/>
                </a:moveTo>
                <a:lnTo>
                  <a:pt x="866775" y="2114550"/>
                </a:lnTo>
                <a:lnTo>
                  <a:pt x="866775" y="2124075"/>
                </a:lnTo>
                <a:lnTo>
                  <a:pt x="857250" y="2124075"/>
                </a:lnTo>
                <a:lnTo>
                  <a:pt x="857250" y="2133600"/>
                </a:lnTo>
                <a:lnTo>
                  <a:pt x="828675" y="2133600"/>
                </a:lnTo>
                <a:lnTo>
                  <a:pt x="828675" y="2124075"/>
                </a:lnTo>
                <a:lnTo>
                  <a:pt x="819150" y="2124075"/>
                </a:lnTo>
                <a:close/>
                <a:moveTo>
                  <a:pt x="923925" y="2114550"/>
                </a:moveTo>
                <a:lnTo>
                  <a:pt x="1066800" y="2114550"/>
                </a:lnTo>
                <a:lnTo>
                  <a:pt x="1066800" y="2133600"/>
                </a:lnTo>
                <a:lnTo>
                  <a:pt x="1038225" y="2133600"/>
                </a:lnTo>
                <a:lnTo>
                  <a:pt x="1038225" y="2124075"/>
                </a:lnTo>
                <a:lnTo>
                  <a:pt x="981075" y="2124075"/>
                </a:lnTo>
                <a:lnTo>
                  <a:pt x="981075" y="2133600"/>
                </a:lnTo>
                <a:lnTo>
                  <a:pt x="952500" y="2133600"/>
                </a:lnTo>
                <a:lnTo>
                  <a:pt x="952500" y="2124075"/>
                </a:lnTo>
                <a:lnTo>
                  <a:pt x="923925" y="2124075"/>
                </a:lnTo>
                <a:close/>
                <a:moveTo>
                  <a:pt x="1152525" y="2114550"/>
                </a:moveTo>
                <a:lnTo>
                  <a:pt x="1200150" y="2114550"/>
                </a:lnTo>
                <a:lnTo>
                  <a:pt x="1200150" y="2133600"/>
                </a:lnTo>
                <a:lnTo>
                  <a:pt x="1143000" y="2133600"/>
                </a:lnTo>
                <a:lnTo>
                  <a:pt x="1143000" y="2124075"/>
                </a:lnTo>
                <a:lnTo>
                  <a:pt x="1152525" y="2124075"/>
                </a:lnTo>
                <a:close/>
                <a:moveTo>
                  <a:pt x="1257300" y="2114550"/>
                </a:moveTo>
                <a:lnTo>
                  <a:pt x="1323975" y="2114550"/>
                </a:lnTo>
                <a:lnTo>
                  <a:pt x="1323975" y="2133600"/>
                </a:lnTo>
                <a:lnTo>
                  <a:pt x="1304925" y="2133600"/>
                </a:lnTo>
                <a:lnTo>
                  <a:pt x="1304925" y="2124075"/>
                </a:lnTo>
                <a:lnTo>
                  <a:pt x="1285875" y="2124075"/>
                </a:lnTo>
                <a:lnTo>
                  <a:pt x="1285875" y="2133600"/>
                </a:lnTo>
                <a:lnTo>
                  <a:pt x="1238250" y="2133600"/>
                </a:lnTo>
                <a:lnTo>
                  <a:pt x="1238250" y="2124075"/>
                </a:lnTo>
                <a:lnTo>
                  <a:pt x="1257300" y="2124075"/>
                </a:lnTo>
                <a:close/>
                <a:moveTo>
                  <a:pt x="1333500" y="2114550"/>
                </a:moveTo>
                <a:lnTo>
                  <a:pt x="1400175" y="2114550"/>
                </a:lnTo>
                <a:lnTo>
                  <a:pt x="1400175" y="2124075"/>
                </a:lnTo>
                <a:lnTo>
                  <a:pt x="1409700" y="2124075"/>
                </a:lnTo>
                <a:lnTo>
                  <a:pt x="1409700" y="2133600"/>
                </a:lnTo>
                <a:lnTo>
                  <a:pt x="1333500" y="2133600"/>
                </a:lnTo>
                <a:close/>
                <a:moveTo>
                  <a:pt x="1438275" y="2114550"/>
                </a:moveTo>
                <a:lnTo>
                  <a:pt x="1457325" y="2114550"/>
                </a:lnTo>
                <a:lnTo>
                  <a:pt x="1457325" y="2133600"/>
                </a:lnTo>
                <a:lnTo>
                  <a:pt x="1438275" y="2133600"/>
                </a:lnTo>
                <a:close/>
                <a:moveTo>
                  <a:pt x="1485900" y="2114550"/>
                </a:moveTo>
                <a:lnTo>
                  <a:pt x="1571625" y="2114550"/>
                </a:lnTo>
                <a:lnTo>
                  <a:pt x="1571625" y="2133600"/>
                </a:lnTo>
                <a:lnTo>
                  <a:pt x="1485900" y="2133600"/>
                </a:lnTo>
                <a:close/>
                <a:moveTo>
                  <a:pt x="1590675" y="2114550"/>
                </a:moveTo>
                <a:lnTo>
                  <a:pt x="1647825" y="2114550"/>
                </a:lnTo>
                <a:lnTo>
                  <a:pt x="1647825" y="2124075"/>
                </a:lnTo>
                <a:lnTo>
                  <a:pt x="1638300" y="2124075"/>
                </a:lnTo>
                <a:lnTo>
                  <a:pt x="1638300" y="2162175"/>
                </a:lnTo>
                <a:lnTo>
                  <a:pt x="1666875" y="2162175"/>
                </a:lnTo>
                <a:lnTo>
                  <a:pt x="1666875" y="2152650"/>
                </a:lnTo>
                <a:lnTo>
                  <a:pt x="1704975" y="2152650"/>
                </a:lnTo>
                <a:lnTo>
                  <a:pt x="1704975" y="2162175"/>
                </a:lnTo>
                <a:lnTo>
                  <a:pt x="1714500" y="2162175"/>
                </a:lnTo>
                <a:lnTo>
                  <a:pt x="1714500" y="2171700"/>
                </a:lnTo>
                <a:lnTo>
                  <a:pt x="1724025" y="2171700"/>
                </a:lnTo>
                <a:lnTo>
                  <a:pt x="1724025" y="2190750"/>
                </a:lnTo>
                <a:lnTo>
                  <a:pt x="1714500" y="2190750"/>
                </a:lnTo>
                <a:lnTo>
                  <a:pt x="1714500" y="2238375"/>
                </a:lnTo>
                <a:lnTo>
                  <a:pt x="1695450" y="2238375"/>
                </a:lnTo>
                <a:lnTo>
                  <a:pt x="1695450" y="2247900"/>
                </a:lnTo>
                <a:lnTo>
                  <a:pt x="1704975" y="2247900"/>
                </a:lnTo>
                <a:lnTo>
                  <a:pt x="1704975" y="2266950"/>
                </a:lnTo>
                <a:lnTo>
                  <a:pt x="1647825" y="2266950"/>
                </a:lnTo>
                <a:lnTo>
                  <a:pt x="1647825" y="2247900"/>
                </a:lnTo>
                <a:lnTo>
                  <a:pt x="1657350" y="2247900"/>
                </a:lnTo>
                <a:lnTo>
                  <a:pt x="1657350" y="2238375"/>
                </a:lnTo>
                <a:lnTo>
                  <a:pt x="1647825" y="2238375"/>
                </a:lnTo>
                <a:lnTo>
                  <a:pt x="1647825" y="2228850"/>
                </a:lnTo>
                <a:lnTo>
                  <a:pt x="1638300" y="2228850"/>
                </a:lnTo>
                <a:lnTo>
                  <a:pt x="1638300" y="2219325"/>
                </a:lnTo>
                <a:lnTo>
                  <a:pt x="1628775" y="2219325"/>
                </a:lnTo>
                <a:lnTo>
                  <a:pt x="1628775" y="2200275"/>
                </a:lnTo>
                <a:lnTo>
                  <a:pt x="1619250" y="2200275"/>
                </a:lnTo>
                <a:lnTo>
                  <a:pt x="1619250" y="2209800"/>
                </a:lnTo>
                <a:lnTo>
                  <a:pt x="1609725" y="2209800"/>
                </a:lnTo>
                <a:lnTo>
                  <a:pt x="1609725" y="2228850"/>
                </a:lnTo>
                <a:lnTo>
                  <a:pt x="1619250" y="2228850"/>
                </a:lnTo>
                <a:lnTo>
                  <a:pt x="1619250" y="2238375"/>
                </a:lnTo>
                <a:lnTo>
                  <a:pt x="1628775" y="2238375"/>
                </a:lnTo>
                <a:lnTo>
                  <a:pt x="1628775" y="2228850"/>
                </a:lnTo>
                <a:lnTo>
                  <a:pt x="1638300" y="2228850"/>
                </a:lnTo>
                <a:lnTo>
                  <a:pt x="1638300" y="2238375"/>
                </a:lnTo>
                <a:lnTo>
                  <a:pt x="1628775" y="2238375"/>
                </a:lnTo>
                <a:lnTo>
                  <a:pt x="1628775" y="2257425"/>
                </a:lnTo>
                <a:lnTo>
                  <a:pt x="1590675" y="2257425"/>
                </a:lnTo>
                <a:lnTo>
                  <a:pt x="1590675" y="2266950"/>
                </a:lnTo>
                <a:lnTo>
                  <a:pt x="1571625" y="2266950"/>
                </a:lnTo>
                <a:lnTo>
                  <a:pt x="1571625" y="2257425"/>
                </a:lnTo>
                <a:lnTo>
                  <a:pt x="1552575" y="2257425"/>
                </a:lnTo>
                <a:lnTo>
                  <a:pt x="1552575" y="2247900"/>
                </a:lnTo>
                <a:lnTo>
                  <a:pt x="1533525" y="2247900"/>
                </a:lnTo>
                <a:lnTo>
                  <a:pt x="1533525" y="2238375"/>
                </a:lnTo>
                <a:lnTo>
                  <a:pt x="1524000" y="2238375"/>
                </a:lnTo>
                <a:lnTo>
                  <a:pt x="1524000" y="2247900"/>
                </a:lnTo>
                <a:lnTo>
                  <a:pt x="1514475" y="2247900"/>
                </a:lnTo>
                <a:lnTo>
                  <a:pt x="1514475" y="2266950"/>
                </a:lnTo>
                <a:lnTo>
                  <a:pt x="1285875" y="2266950"/>
                </a:lnTo>
                <a:lnTo>
                  <a:pt x="1285875" y="2257425"/>
                </a:lnTo>
                <a:lnTo>
                  <a:pt x="1276350" y="2257425"/>
                </a:lnTo>
                <a:lnTo>
                  <a:pt x="1276350" y="2228850"/>
                </a:lnTo>
                <a:lnTo>
                  <a:pt x="1247775" y="2228850"/>
                </a:lnTo>
                <a:lnTo>
                  <a:pt x="1247775" y="2247900"/>
                </a:lnTo>
                <a:lnTo>
                  <a:pt x="1238250" y="2247900"/>
                </a:lnTo>
                <a:lnTo>
                  <a:pt x="1238250" y="2257425"/>
                </a:lnTo>
                <a:lnTo>
                  <a:pt x="1228725" y="2257425"/>
                </a:lnTo>
                <a:lnTo>
                  <a:pt x="1228725" y="2266950"/>
                </a:lnTo>
                <a:lnTo>
                  <a:pt x="1209675" y="2266950"/>
                </a:lnTo>
                <a:lnTo>
                  <a:pt x="1209675" y="2257425"/>
                </a:lnTo>
                <a:lnTo>
                  <a:pt x="1181100" y="2257425"/>
                </a:lnTo>
                <a:lnTo>
                  <a:pt x="1181100" y="2266950"/>
                </a:lnTo>
                <a:lnTo>
                  <a:pt x="1171575" y="2266950"/>
                </a:lnTo>
                <a:lnTo>
                  <a:pt x="1171575" y="2257425"/>
                </a:lnTo>
                <a:lnTo>
                  <a:pt x="1143000" y="2257425"/>
                </a:lnTo>
                <a:lnTo>
                  <a:pt x="1143000" y="2247900"/>
                </a:lnTo>
                <a:lnTo>
                  <a:pt x="1152525" y="2247900"/>
                </a:lnTo>
                <a:lnTo>
                  <a:pt x="1152525" y="2219325"/>
                </a:lnTo>
                <a:lnTo>
                  <a:pt x="1162050" y="2219325"/>
                </a:lnTo>
                <a:lnTo>
                  <a:pt x="1162050" y="2181225"/>
                </a:lnTo>
                <a:lnTo>
                  <a:pt x="1133475" y="2181225"/>
                </a:lnTo>
                <a:lnTo>
                  <a:pt x="1133475" y="2171700"/>
                </a:lnTo>
                <a:lnTo>
                  <a:pt x="1123950" y="2171700"/>
                </a:lnTo>
                <a:lnTo>
                  <a:pt x="1123950" y="2162175"/>
                </a:lnTo>
                <a:lnTo>
                  <a:pt x="1171575" y="2162175"/>
                </a:lnTo>
                <a:lnTo>
                  <a:pt x="1171575" y="2152650"/>
                </a:lnTo>
                <a:lnTo>
                  <a:pt x="1285875" y="2152650"/>
                </a:lnTo>
                <a:lnTo>
                  <a:pt x="1285875" y="2143125"/>
                </a:lnTo>
                <a:lnTo>
                  <a:pt x="1295400" y="2143125"/>
                </a:lnTo>
                <a:lnTo>
                  <a:pt x="1295400" y="2162175"/>
                </a:lnTo>
                <a:lnTo>
                  <a:pt x="1304925" y="2162175"/>
                </a:lnTo>
                <a:lnTo>
                  <a:pt x="1304925" y="2152650"/>
                </a:lnTo>
                <a:lnTo>
                  <a:pt x="1343025" y="2152650"/>
                </a:lnTo>
                <a:lnTo>
                  <a:pt x="1343025" y="2162175"/>
                </a:lnTo>
                <a:lnTo>
                  <a:pt x="1381125" y="2162175"/>
                </a:lnTo>
                <a:lnTo>
                  <a:pt x="1381125" y="2171700"/>
                </a:lnTo>
                <a:lnTo>
                  <a:pt x="1390650" y="2171700"/>
                </a:lnTo>
                <a:lnTo>
                  <a:pt x="1390650" y="2181225"/>
                </a:lnTo>
                <a:lnTo>
                  <a:pt x="1400175" y="2181225"/>
                </a:lnTo>
                <a:lnTo>
                  <a:pt x="1400175" y="2171700"/>
                </a:lnTo>
                <a:lnTo>
                  <a:pt x="1409700" y="2171700"/>
                </a:lnTo>
                <a:lnTo>
                  <a:pt x="1409700" y="2152650"/>
                </a:lnTo>
                <a:lnTo>
                  <a:pt x="1428750" y="2152650"/>
                </a:lnTo>
                <a:lnTo>
                  <a:pt x="1428750" y="2162175"/>
                </a:lnTo>
                <a:lnTo>
                  <a:pt x="1438275" y="2162175"/>
                </a:lnTo>
                <a:lnTo>
                  <a:pt x="1438275" y="2171700"/>
                </a:lnTo>
                <a:lnTo>
                  <a:pt x="1476375" y="2171700"/>
                </a:lnTo>
                <a:lnTo>
                  <a:pt x="1476375" y="2152650"/>
                </a:lnTo>
                <a:lnTo>
                  <a:pt x="1514475" y="2152650"/>
                </a:lnTo>
                <a:lnTo>
                  <a:pt x="1514475" y="2162175"/>
                </a:lnTo>
                <a:lnTo>
                  <a:pt x="1543050" y="2162175"/>
                </a:lnTo>
                <a:lnTo>
                  <a:pt x="1543050" y="2152650"/>
                </a:lnTo>
                <a:lnTo>
                  <a:pt x="1619250" y="2152650"/>
                </a:lnTo>
                <a:lnTo>
                  <a:pt x="1619250" y="2133600"/>
                </a:lnTo>
                <a:lnTo>
                  <a:pt x="1590675" y="2133600"/>
                </a:lnTo>
                <a:close/>
                <a:moveTo>
                  <a:pt x="876300" y="2124075"/>
                </a:moveTo>
                <a:lnTo>
                  <a:pt x="885825" y="2124075"/>
                </a:lnTo>
                <a:lnTo>
                  <a:pt x="885825" y="2133600"/>
                </a:lnTo>
                <a:lnTo>
                  <a:pt x="876300" y="2133600"/>
                </a:lnTo>
                <a:close/>
                <a:moveTo>
                  <a:pt x="361950" y="2152650"/>
                </a:moveTo>
                <a:lnTo>
                  <a:pt x="371475" y="2152650"/>
                </a:lnTo>
                <a:lnTo>
                  <a:pt x="371475" y="2162175"/>
                </a:lnTo>
                <a:lnTo>
                  <a:pt x="381000" y="2162175"/>
                </a:lnTo>
                <a:lnTo>
                  <a:pt x="381000" y="2181225"/>
                </a:lnTo>
                <a:lnTo>
                  <a:pt x="371475" y="2181225"/>
                </a:lnTo>
                <a:lnTo>
                  <a:pt x="371475" y="2190750"/>
                </a:lnTo>
                <a:lnTo>
                  <a:pt x="361950" y="2190750"/>
                </a:lnTo>
                <a:close/>
                <a:moveTo>
                  <a:pt x="409575" y="2152650"/>
                </a:moveTo>
                <a:lnTo>
                  <a:pt x="428625" y="2152650"/>
                </a:lnTo>
                <a:lnTo>
                  <a:pt x="428625" y="2171700"/>
                </a:lnTo>
                <a:lnTo>
                  <a:pt x="438150" y="2171700"/>
                </a:lnTo>
                <a:lnTo>
                  <a:pt x="438150" y="2181225"/>
                </a:lnTo>
                <a:lnTo>
                  <a:pt x="428625" y="2181225"/>
                </a:lnTo>
                <a:lnTo>
                  <a:pt x="428625" y="2190750"/>
                </a:lnTo>
                <a:lnTo>
                  <a:pt x="409575" y="2190750"/>
                </a:lnTo>
                <a:lnTo>
                  <a:pt x="409575" y="2200275"/>
                </a:lnTo>
                <a:lnTo>
                  <a:pt x="419100" y="2200275"/>
                </a:lnTo>
                <a:lnTo>
                  <a:pt x="419100" y="2209800"/>
                </a:lnTo>
                <a:lnTo>
                  <a:pt x="428625" y="2209800"/>
                </a:lnTo>
                <a:lnTo>
                  <a:pt x="428625" y="2200275"/>
                </a:lnTo>
                <a:lnTo>
                  <a:pt x="438150" y="2200275"/>
                </a:lnTo>
                <a:lnTo>
                  <a:pt x="438150" y="2228850"/>
                </a:lnTo>
                <a:lnTo>
                  <a:pt x="428625" y="2228850"/>
                </a:lnTo>
                <a:lnTo>
                  <a:pt x="428625" y="2219325"/>
                </a:lnTo>
                <a:lnTo>
                  <a:pt x="409575" y="2219325"/>
                </a:lnTo>
                <a:lnTo>
                  <a:pt x="409575" y="2228850"/>
                </a:lnTo>
                <a:lnTo>
                  <a:pt x="390525" y="2228850"/>
                </a:lnTo>
                <a:lnTo>
                  <a:pt x="390525" y="2219325"/>
                </a:lnTo>
                <a:lnTo>
                  <a:pt x="400050" y="2219325"/>
                </a:lnTo>
                <a:lnTo>
                  <a:pt x="400050" y="2171700"/>
                </a:lnTo>
                <a:lnTo>
                  <a:pt x="409575" y="2171700"/>
                </a:lnTo>
                <a:close/>
                <a:moveTo>
                  <a:pt x="438150" y="2152650"/>
                </a:moveTo>
                <a:lnTo>
                  <a:pt x="457200" y="2152650"/>
                </a:lnTo>
                <a:lnTo>
                  <a:pt x="457200" y="2162175"/>
                </a:lnTo>
                <a:lnTo>
                  <a:pt x="438150" y="2162175"/>
                </a:lnTo>
                <a:close/>
                <a:moveTo>
                  <a:pt x="781050" y="2152650"/>
                </a:moveTo>
                <a:lnTo>
                  <a:pt x="819150" y="2152650"/>
                </a:lnTo>
                <a:lnTo>
                  <a:pt x="819150" y="2162175"/>
                </a:lnTo>
                <a:lnTo>
                  <a:pt x="847725" y="2162175"/>
                </a:lnTo>
                <a:lnTo>
                  <a:pt x="847725" y="2171700"/>
                </a:lnTo>
                <a:lnTo>
                  <a:pt x="866775" y="2171700"/>
                </a:lnTo>
                <a:lnTo>
                  <a:pt x="866775" y="2162175"/>
                </a:lnTo>
                <a:lnTo>
                  <a:pt x="885825" y="2162175"/>
                </a:lnTo>
                <a:lnTo>
                  <a:pt x="885825" y="2152650"/>
                </a:lnTo>
                <a:lnTo>
                  <a:pt x="923925" y="2152650"/>
                </a:lnTo>
                <a:lnTo>
                  <a:pt x="923925" y="2181225"/>
                </a:lnTo>
                <a:lnTo>
                  <a:pt x="933450" y="2181225"/>
                </a:lnTo>
                <a:lnTo>
                  <a:pt x="933450" y="2190750"/>
                </a:lnTo>
                <a:lnTo>
                  <a:pt x="942975" y="2190750"/>
                </a:lnTo>
                <a:lnTo>
                  <a:pt x="942975" y="2181225"/>
                </a:lnTo>
                <a:lnTo>
                  <a:pt x="952500" y="2181225"/>
                </a:lnTo>
                <a:lnTo>
                  <a:pt x="952500" y="2162175"/>
                </a:lnTo>
                <a:lnTo>
                  <a:pt x="981075" y="2162175"/>
                </a:lnTo>
                <a:lnTo>
                  <a:pt x="981075" y="2152650"/>
                </a:lnTo>
                <a:lnTo>
                  <a:pt x="1009650" y="2152650"/>
                </a:lnTo>
                <a:lnTo>
                  <a:pt x="1009650" y="2162175"/>
                </a:lnTo>
                <a:lnTo>
                  <a:pt x="1000125" y="2162175"/>
                </a:lnTo>
                <a:lnTo>
                  <a:pt x="1000125" y="2181225"/>
                </a:lnTo>
                <a:lnTo>
                  <a:pt x="981075" y="2181225"/>
                </a:lnTo>
                <a:lnTo>
                  <a:pt x="981075" y="2190750"/>
                </a:lnTo>
                <a:lnTo>
                  <a:pt x="962025" y="2190750"/>
                </a:lnTo>
                <a:lnTo>
                  <a:pt x="962025" y="2209800"/>
                </a:lnTo>
                <a:lnTo>
                  <a:pt x="971550" y="2209800"/>
                </a:lnTo>
                <a:lnTo>
                  <a:pt x="971550" y="2219325"/>
                </a:lnTo>
                <a:lnTo>
                  <a:pt x="942975" y="2219325"/>
                </a:lnTo>
                <a:lnTo>
                  <a:pt x="942975" y="2238375"/>
                </a:lnTo>
                <a:lnTo>
                  <a:pt x="933450" y="2238375"/>
                </a:lnTo>
                <a:lnTo>
                  <a:pt x="933450" y="2257425"/>
                </a:lnTo>
                <a:lnTo>
                  <a:pt x="914400" y="2257425"/>
                </a:lnTo>
                <a:lnTo>
                  <a:pt x="914400" y="2266950"/>
                </a:lnTo>
                <a:lnTo>
                  <a:pt x="885825" y="2266950"/>
                </a:lnTo>
                <a:lnTo>
                  <a:pt x="885825" y="2228850"/>
                </a:lnTo>
                <a:lnTo>
                  <a:pt x="904875" y="2228850"/>
                </a:lnTo>
                <a:lnTo>
                  <a:pt x="904875" y="2209800"/>
                </a:lnTo>
                <a:lnTo>
                  <a:pt x="914400" y="2209800"/>
                </a:lnTo>
                <a:lnTo>
                  <a:pt x="914400" y="2190750"/>
                </a:lnTo>
                <a:lnTo>
                  <a:pt x="904875" y="2190750"/>
                </a:lnTo>
                <a:lnTo>
                  <a:pt x="904875" y="2181225"/>
                </a:lnTo>
                <a:lnTo>
                  <a:pt x="876300" y="2181225"/>
                </a:lnTo>
                <a:lnTo>
                  <a:pt x="876300" y="2190750"/>
                </a:lnTo>
                <a:lnTo>
                  <a:pt x="866775" y="2190750"/>
                </a:lnTo>
                <a:lnTo>
                  <a:pt x="866775" y="2200275"/>
                </a:lnTo>
                <a:lnTo>
                  <a:pt x="876300" y="2200275"/>
                </a:lnTo>
                <a:lnTo>
                  <a:pt x="876300" y="2228850"/>
                </a:lnTo>
                <a:lnTo>
                  <a:pt x="838200" y="2228850"/>
                </a:lnTo>
                <a:lnTo>
                  <a:pt x="838200" y="2219325"/>
                </a:lnTo>
                <a:lnTo>
                  <a:pt x="847725" y="2219325"/>
                </a:lnTo>
                <a:lnTo>
                  <a:pt x="847725" y="2209800"/>
                </a:lnTo>
                <a:lnTo>
                  <a:pt x="857250" y="2209800"/>
                </a:lnTo>
                <a:lnTo>
                  <a:pt x="857250" y="2200275"/>
                </a:lnTo>
                <a:lnTo>
                  <a:pt x="847725" y="2200275"/>
                </a:lnTo>
                <a:lnTo>
                  <a:pt x="847725" y="2190750"/>
                </a:lnTo>
                <a:lnTo>
                  <a:pt x="838200" y="2190750"/>
                </a:lnTo>
                <a:lnTo>
                  <a:pt x="838200" y="2181225"/>
                </a:lnTo>
                <a:lnTo>
                  <a:pt x="828675" y="2181225"/>
                </a:lnTo>
                <a:lnTo>
                  <a:pt x="828675" y="2171700"/>
                </a:lnTo>
                <a:lnTo>
                  <a:pt x="819150" y="2171700"/>
                </a:lnTo>
                <a:lnTo>
                  <a:pt x="819150" y="2190750"/>
                </a:lnTo>
                <a:lnTo>
                  <a:pt x="809625" y="2190750"/>
                </a:lnTo>
                <a:lnTo>
                  <a:pt x="809625" y="2200275"/>
                </a:lnTo>
                <a:lnTo>
                  <a:pt x="800100" y="2200275"/>
                </a:lnTo>
                <a:lnTo>
                  <a:pt x="800100" y="2228850"/>
                </a:lnTo>
                <a:lnTo>
                  <a:pt x="733425" y="2228850"/>
                </a:lnTo>
                <a:lnTo>
                  <a:pt x="733425" y="2209800"/>
                </a:lnTo>
                <a:lnTo>
                  <a:pt x="742950" y="2209800"/>
                </a:lnTo>
                <a:lnTo>
                  <a:pt x="742950" y="2181225"/>
                </a:lnTo>
                <a:lnTo>
                  <a:pt x="762000" y="2181225"/>
                </a:lnTo>
                <a:lnTo>
                  <a:pt x="762000" y="2171700"/>
                </a:lnTo>
                <a:lnTo>
                  <a:pt x="771525" y="2171700"/>
                </a:lnTo>
                <a:lnTo>
                  <a:pt x="771525" y="2162175"/>
                </a:lnTo>
                <a:lnTo>
                  <a:pt x="781050" y="2162175"/>
                </a:lnTo>
                <a:close/>
                <a:moveTo>
                  <a:pt x="276225" y="2162175"/>
                </a:moveTo>
                <a:lnTo>
                  <a:pt x="285750" y="2162175"/>
                </a:lnTo>
                <a:lnTo>
                  <a:pt x="285750" y="2171700"/>
                </a:lnTo>
                <a:lnTo>
                  <a:pt x="276225" y="2171700"/>
                </a:lnTo>
                <a:close/>
                <a:moveTo>
                  <a:pt x="495300" y="2162175"/>
                </a:moveTo>
                <a:lnTo>
                  <a:pt x="514350" y="2162175"/>
                </a:lnTo>
                <a:lnTo>
                  <a:pt x="514350" y="2171700"/>
                </a:lnTo>
                <a:lnTo>
                  <a:pt x="523875" y="2171700"/>
                </a:lnTo>
                <a:lnTo>
                  <a:pt x="523875" y="2162175"/>
                </a:lnTo>
                <a:lnTo>
                  <a:pt x="628650" y="2162175"/>
                </a:lnTo>
                <a:lnTo>
                  <a:pt x="628650" y="2171700"/>
                </a:lnTo>
                <a:lnTo>
                  <a:pt x="647700" y="2171700"/>
                </a:lnTo>
                <a:lnTo>
                  <a:pt x="647700" y="2181225"/>
                </a:lnTo>
                <a:lnTo>
                  <a:pt x="638175" y="2181225"/>
                </a:lnTo>
                <a:lnTo>
                  <a:pt x="638175" y="2190750"/>
                </a:lnTo>
                <a:lnTo>
                  <a:pt x="647700" y="2190750"/>
                </a:lnTo>
                <a:lnTo>
                  <a:pt x="647700" y="2181225"/>
                </a:lnTo>
                <a:lnTo>
                  <a:pt x="657225" y="2181225"/>
                </a:lnTo>
                <a:lnTo>
                  <a:pt x="657225" y="2162175"/>
                </a:lnTo>
                <a:lnTo>
                  <a:pt x="695325" y="2162175"/>
                </a:lnTo>
                <a:lnTo>
                  <a:pt x="695325" y="2171700"/>
                </a:lnTo>
                <a:lnTo>
                  <a:pt x="704850" y="2171700"/>
                </a:lnTo>
                <a:lnTo>
                  <a:pt x="704850" y="2181225"/>
                </a:lnTo>
                <a:lnTo>
                  <a:pt x="714375" y="2181225"/>
                </a:lnTo>
                <a:lnTo>
                  <a:pt x="714375" y="2190750"/>
                </a:lnTo>
                <a:lnTo>
                  <a:pt x="704850" y="2190750"/>
                </a:lnTo>
                <a:lnTo>
                  <a:pt x="704850" y="2200275"/>
                </a:lnTo>
                <a:lnTo>
                  <a:pt x="695325" y="2200275"/>
                </a:lnTo>
                <a:lnTo>
                  <a:pt x="695325" y="2190750"/>
                </a:lnTo>
                <a:lnTo>
                  <a:pt x="685800" y="2190750"/>
                </a:lnTo>
                <a:lnTo>
                  <a:pt x="685800" y="2200275"/>
                </a:lnTo>
                <a:lnTo>
                  <a:pt x="676275" y="2200275"/>
                </a:lnTo>
                <a:lnTo>
                  <a:pt x="676275" y="2190750"/>
                </a:lnTo>
                <a:lnTo>
                  <a:pt x="666750" y="2190750"/>
                </a:lnTo>
                <a:lnTo>
                  <a:pt x="666750" y="2181225"/>
                </a:lnTo>
                <a:lnTo>
                  <a:pt x="657225" y="2181225"/>
                </a:lnTo>
                <a:lnTo>
                  <a:pt x="657225" y="2200275"/>
                </a:lnTo>
                <a:lnTo>
                  <a:pt x="628650" y="2200275"/>
                </a:lnTo>
                <a:lnTo>
                  <a:pt x="628650" y="2190750"/>
                </a:lnTo>
                <a:lnTo>
                  <a:pt x="590550" y="2190750"/>
                </a:lnTo>
                <a:lnTo>
                  <a:pt x="590550" y="2181225"/>
                </a:lnTo>
                <a:lnTo>
                  <a:pt x="571500" y="2181225"/>
                </a:lnTo>
                <a:lnTo>
                  <a:pt x="571500" y="2171700"/>
                </a:lnTo>
                <a:lnTo>
                  <a:pt x="561975" y="2171700"/>
                </a:lnTo>
                <a:lnTo>
                  <a:pt x="561975" y="2190750"/>
                </a:lnTo>
                <a:lnTo>
                  <a:pt x="552450" y="2190750"/>
                </a:lnTo>
                <a:lnTo>
                  <a:pt x="552450" y="2181225"/>
                </a:lnTo>
                <a:lnTo>
                  <a:pt x="542925" y="2181225"/>
                </a:lnTo>
                <a:lnTo>
                  <a:pt x="542925" y="2190750"/>
                </a:lnTo>
                <a:lnTo>
                  <a:pt x="533400" y="2190750"/>
                </a:lnTo>
                <a:lnTo>
                  <a:pt x="533400" y="2181225"/>
                </a:lnTo>
                <a:lnTo>
                  <a:pt x="495300" y="2181225"/>
                </a:lnTo>
                <a:close/>
                <a:moveTo>
                  <a:pt x="1028700" y="2162175"/>
                </a:moveTo>
                <a:lnTo>
                  <a:pt x="1095375" y="2162175"/>
                </a:lnTo>
                <a:lnTo>
                  <a:pt x="1095375" y="2171700"/>
                </a:lnTo>
                <a:lnTo>
                  <a:pt x="1104900" y="2171700"/>
                </a:lnTo>
                <a:lnTo>
                  <a:pt x="1104900" y="2181225"/>
                </a:lnTo>
                <a:lnTo>
                  <a:pt x="1133475" y="2181225"/>
                </a:lnTo>
                <a:lnTo>
                  <a:pt x="1133475" y="2190750"/>
                </a:lnTo>
                <a:lnTo>
                  <a:pt x="1114425" y="2190750"/>
                </a:lnTo>
                <a:lnTo>
                  <a:pt x="1114425" y="2200275"/>
                </a:lnTo>
                <a:lnTo>
                  <a:pt x="1123950" y="2200275"/>
                </a:lnTo>
                <a:lnTo>
                  <a:pt x="1123950" y="2209800"/>
                </a:lnTo>
                <a:lnTo>
                  <a:pt x="1133475" y="2209800"/>
                </a:lnTo>
                <a:lnTo>
                  <a:pt x="1133475" y="2219325"/>
                </a:lnTo>
                <a:lnTo>
                  <a:pt x="1123950" y="2219325"/>
                </a:lnTo>
                <a:lnTo>
                  <a:pt x="1123950" y="2228850"/>
                </a:lnTo>
                <a:lnTo>
                  <a:pt x="1114425" y="2228850"/>
                </a:lnTo>
                <a:lnTo>
                  <a:pt x="1114425" y="2238375"/>
                </a:lnTo>
                <a:lnTo>
                  <a:pt x="1104900" y="2238375"/>
                </a:lnTo>
                <a:lnTo>
                  <a:pt x="1104900" y="2247900"/>
                </a:lnTo>
                <a:lnTo>
                  <a:pt x="1123950" y="2247900"/>
                </a:lnTo>
                <a:lnTo>
                  <a:pt x="1123950" y="2257425"/>
                </a:lnTo>
                <a:lnTo>
                  <a:pt x="1066800" y="2257425"/>
                </a:lnTo>
                <a:lnTo>
                  <a:pt x="1066800" y="2238375"/>
                </a:lnTo>
                <a:lnTo>
                  <a:pt x="1047750" y="2238375"/>
                </a:lnTo>
                <a:lnTo>
                  <a:pt x="1047750" y="2228850"/>
                </a:lnTo>
                <a:lnTo>
                  <a:pt x="1038225" y="2228850"/>
                </a:lnTo>
                <a:lnTo>
                  <a:pt x="1038225" y="2219325"/>
                </a:lnTo>
                <a:lnTo>
                  <a:pt x="1028700" y="2219325"/>
                </a:lnTo>
                <a:lnTo>
                  <a:pt x="1028700" y="2228850"/>
                </a:lnTo>
                <a:lnTo>
                  <a:pt x="1038225" y="2228850"/>
                </a:lnTo>
                <a:lnTo>
                  <a:pt x="1038225" y="2238375"/>
                </a:lnTo>
                <a:lnTo>
                  <a:pt x="1047750" y="2238375"/>
                </a:lnTo>
                <a:lnTo>
                  <a:pt x="1047750" y="2247900"/>
                </a:lnTo>
                <a:lnTo>
                  <a:pt x="1057275" y="2247900"/>
                </a:lnTo>
                <a:lnTo>
                  <a:pt x="1057275" y="2257425"/>
                </a:lnTo>
                <a:lnTo>
                  <a:pt x="1066800" y="2257425"/>
                </a:lnTo>
                <a:lnTo>
                  <a:pt x="1066800" y="2266950"/>
                </a:lnTo>
                <a:lnTo>
                  <a:pt x="1009650" y="2266950"/>
                </a:lnTo>
                <a:lnTo>
                  <a:pt x="1009650" y="2257425"/>
                </a:lnTo>
                <a:lnTo>
                  <a:pt x="1000125" y="2257425"/>
                </a:lnTo>
                <a:lnTo>
                  <a:pt x="1000125" y="2238375"/>
                </a:lnTo>
                <a:lnTo>
                  <a:pt x="990600" y="2238375"/>
                </a:lnTo>
                <a:lnTo>
                  <a:pt x="990600" y="2247900"/>
                </a:lnTo>
                <a:lnTo>
                  <a:pt x="981075" y="2247900"/>
                </a:lnTo>
                <a:lnTo>
                  <a:pt x="981075" y="2257425"/>
                </a:lnTo>
                <a:lnTo>
                  <a:pt x="971550" y="2257425"/>
                </a:lnTo>
                <a:lnTo>
                  <a:pt x="971550" y="2266950"/>
                </a:lnTo>
                <a:lnTo>
                  <a:pt x="962025" y="2266950"/>
                </a:lnTo>
                <a:lnTo>
                  <a:pt x="962025" y="2238375"/>
                </a:lnTo>
                <a:lnTo>
                  <a:pt x="981075" y="2238375"/>
                </a:lnTo>
                <a:lnTo>
                  <a:pt x="981075" y="2228850"/>
                </a:lnTo>
                <a:lnTo>
                  <a:pt x="990600" y="2228850"/>
                </a:lnTo>
                <a:lnTo>
                  <a:pt x="990600" y="2219325"/>
                </a:lnTo>
                <a:lnTo>
                  <a:pt x="981075" y="2219325"/>
                </a:lnTo>
                <a:lnTo>
                  <a:pt x="981075" y="2209800"/>
                </a:lnTo>
                <a:lnTo>
                  <a:pt x="990600" y="2209800"/>
                </a:lnTo>
                <a:lnTo>
                  <a:pt x="990600" y="2200275"/>
                </a:lnTo>
                <a:lnTo>
                  <a:pt x="1000125" y="2200275"/>
                </a:lnTo>
                <a:lnTo>
                  <a:pt x="1000125" y="2219325"/>
                </a:lnTo>
                <a:lnTo>
                  <a:pt x="1009650" y="2219325"/>
                </a:lnTo>
                <a:lnTo>
                  <a:pt x="1009650" y="2200275"/>
                </a:lnTo>
                <a:lnTo>
                  <a:pt x="1038225" y="2200275"/>
                </a:lnTo>
                <a:lnTo>
                  <a:pt x="1038225" y="2209800"/>
                </a:lnTo>
                <a:lnTo>
                  <a:pt x="1057275" y="2209800"/>
                </a:lnTo>
                <a:lnTo>
                  <a:pt x="1057275" y="2190750"/>
                </a:lnTo>
                <a:lnTo>
                  <a:pt x="1047750" y="2190750"/>
                </a:lnTo>
                <a:lnTo>
                  <a:pt x="1047750" y="2181225"/>
                </a:lnTo>
                <a:lnTo>
                  <a:pt x="1038225" y="2181225"/>
                </a:lnTo>
                <a:lnTo>
                  <a:pt x="1038225" y="2190750"/>
                </a:lnTo>
                <a:lnTo>
                  <a:pt x="1009650" y="2190750"/>
                </a:lnTo>
                <a:lnTo>
                  <a:pt x="1009650" y="2181225"/>
                </a:lnTo>
                <a:lnTo>
                  <a:pt x="1028700" y="2181225"/>
                </a:lnTo>
                <a:close/>
                <a:moveTo>
                  <a:pt x="238125" y="2171700"/>
                </a:moveTo>
                <a:lnTo>
                  <a:pt x="257175" y="2171700"/>
                </a:lnTo>
                <a:lnTo>
                  <a:pt x="257175" y="2181225"/>
                </a:lnTo>
                <a:lnTo>
                  <a:pt x="238125" y="2181225"/>
                </a:lnTo>
                <a:close/>
                <a:moveTo>
                  <a:pt x="1219200" y="2171700"/>
                </a:moveTo>
                <a:lnTo>
                  <a:pt x="1228725" y="2171700"/>
                </a:lnTo>
                <a:lnTo>
                  <a:pt x="1228725" y="2162175"/>
                </a:lnTo>
                <a:lnTo>
                  <a:pt x="1200150" y="2162175"/>
                </a:lnTo>
                <a:lnTo>
                  <a:pt x="1200150" y="2171700"/>
                </a:lnTo>
                <a:lnTo>
                  <a:pt x="1190625" y="2171700"/>
                </a:lnTo>
                <a:lnTo>
                  <a:pt x="1190625" y="2200275"/>
                </a:lnTo>
                <a:lnTo>
                  <a:pt x="1219200" y="2200275"/>
                </a:lnTo>
                <a:close/>
                <a:moveTo>
                  <a:pt x="1590675" y="2171700"/>
                </a:moveTo>
                <a:lnTo>
                  <a:pt x="1600200" y="2171700"/>
                </a:lnTo>
                <a:lnTo>
                  <a:pt x="1600200" y="2162175"/>
                </a:lnTo>
                <a:lnTo>
                  <a:pt x="1581150" y="2162175"/>
                </a:lnTo>
                <a:lnTo>
                  <a:pt x="1581150" y="2171700"/>
                </a:lnTo>
                <a:lnTo>
                  <a:pt x="1571625" y="2171700"/>
                </a:lnTo>
                <a:lnTo>
                  <a:pt x="1571625" y="2190750"/>
                </a:lnTo>
                <a:lnTo>
                  <a:pt x="1590675" y="2190750"/>
                </a:lnTo>
                <a:close/>
                <a:moveTo>
                  <a:pt x="257175" y="2190750"/>
                </a:moveTo>
                <a:lnTo>
                  <a:pt x="266700" y="2190750"/>
                </a:lnTo>
                <a:lnTo>
                  <a:pt x="266700" y="2200275"/>
                </a:lnTo>
                <a:lnTo>
                  <a:pt x="257175" y="2200275"/>
                </a:lnTo>
                <a:close/>
                <a:moveTo>
                  <a:pt x="333375" y="2190750"/>
                </a:moveTo>
                <a:lnTo>
                  <a:pt x="352425" y="2190750"/>
                </a:lnTo>
                <a:lnTo>
                  <a:pt x="352425" y="2200275"/>
                </a:lnTo>
                <a:lnTo>
                  <a:pt x="333375" y="2200275"/>
                </a:lnTo>
                <a:close/>
                <a:moveTo>
                  <a:pt x="1076325" y="2190750"/>
                </a:moveTo>
                <a:lnTo>
                  <a:pt x="1085850" y="2190750"/>
                </a:lnTo>
                <a:lnTo>
                  <a:pt x="1085850" y="2181225"/>
                </a:lnTo>
                <a:lnTo>
                  <a:pt x="1066800" y="2181225"/>
                </a:lnTo>
                <a:lnTo>
                  <a:pt x="1066800" y="2200275"/>
                </a:lnTo>
                <a:lnTo>
                  <a:pt x="1076325" y="2200275"/>
                </a:lnTo>
                <a:close/>
                <a:moveTo>
                  <a:pt x="1638300" y="2190750"/>
                </a:moveTo>
                <a:lnTo>
                  <a:pt x="1647825" y="2190750"/>
                </a:lnTo>
                <a:lnTo>
                  <a:pt x="1647825" y="2200275"/>
                </a:lnTo>
                <a:lnTo>
                  <a:pt x="1657350" y="2200275"/>
                </a:lnTo>
                <a:lnTo>
                  <a:pt x="1657350" y="2209800"/>
                </a:lnTo>
                <a:lnTo>
                  <a:pt x="1666875" y="2209800"/>
                </a:lnTo>
                <a:lnTo>
                  <a:pt x="1666875" y="2219325"/>
                </a:lnTo>
                <a:lnTo>
                  <a:pt x="1676400" y="2219325"/>
                </a:lnTo>
                <a:lnTo>
                  <a:pt x="1676400" y="2181225"/>
                </a:lnTo>
                <a:lnTo>
                  <a:pt x="1666875" y="2181225"/>
                </a:lnTo>
                <a:lnTo>
                  <a:pt x="1666875" y="2171700"/>
                </a:lnTo>
                <a:lnTo>
                  <a:pt x="1638300" y="2171700"/>
                </a:lnTo>
                <a:close/>
                <a:moveTo>
                  <a:pt x="1228725" y="2200275"/>
                </a:moveTo>
                <a:lnTo>
                  <a:pt x="1238250" y="2200275"/>
                </a:lnTo>
                <a:lnTo>
                  <a:pt x="1238250" y="2181225"/>
                </a:lnTo>
                <a:lnTo>
                  <a:pt x="1228725" y="2181225"/>
                </a:lnTo>
                <a:close/>
                <a:moveTo>
                  <a:pt x="1724025" y="2200275"/>
                </a:moveTo>
                <a:lnTo>
                  <a:pt x="1733550" y="2200275"/>
                </a:lnTo>
                <a:lnTo>
                  <a:pt x="1733550" y="2238375"/>
                </a:lnTo>
                <a:lnTo>
                  <a:pt x="1724025" y="2238375"/>
                </a:lnTo>
                <a:close/>
                <a:moveTo>
                  <a:pt x="666750" y="2209800"/>
                </a:moveTo>
                <a:lnTo>
                  <a:pt x="676275" y="2209800"/>
                </a:lnTo>
                <a:lnTo>
                  <a:pt x="676275" y="2219325"/>
                </a:lnTo>
                <a:lnTo>
                  <a:pt x="666750" y="2219325"/>
                </a:lnTo>
                <a:close/>
                <a:moveTo>
                  <a:pt x="1333500" y="2209800"/>
                </a:moveTo>
                <a:lnTo>
                  <a:pt x="1352550" y="2209800"/>
                </a:lnTo>
                <a:lnTo>
                  <a:pt x="1352550" y="2181225"/>
                </a:lnTo>
                <a:lnTo>
                  <a:pt x="1333500" y="2181225"/>
                </a:lnTo>
                <a:close/>
                <a:moveTo>
                  <a:pt x="485775" y="2219325"/>
                </a:moveTo>
                <a:lnTo>
                  <a:pt x="495300" y="2219325"/>
                </a:lnTo>
                <a:lnTo>
                  <a:pt x="495300" y="2228850"/>
                </a:lnTo>
                <a:lnTo>
                  <a:pt x="485775" y="2228850"/>
                </a:lnTo>
                <a:close/>
                <a:moveTo>
                  <a:pt x="647700" y="2219325"/>
                </a:moveTo>
                <a:lnTo>
                  <a:pt x="666750" y="2219325"/>
                </a:lnTo>
                <a:lnTo>
                  <a:pt x="666750" y="2228850"/>
                </a:lnTo>
                <a:lnTo>
                  <a:pt x="647700" y="2228850"/>
                </a:lnTo>
                <a:close/>
                <a:moveTo>
                  <a:pt x="1581150" y="2228850"/>
                </a:moveTo>
                <a:lnTo>
                  <a:pt x="1590675" y="2228850"/>
                </a:lnTo>
                <a:lnTo>
                  <a:pt x="1590675" y="2209800"/>
                </a:lnTo>
                <a:lnTo>
                  <a:pt x="1581150" y="2209800"/>
                </a:lnTo>
                <a:close/>
                <a:moveTo>
                  <a:pt x="409575" y="2257425"/>
                </a:moveTo>
                <a:lnTo>
                  <a:pt x="438150" y="2257425"/>
                </a:lnTo>
                <a:lnTo>
                  <a:pt x="438150" y="2266950"/>
                </a:lnTo>
                <a:lnTo>
                  <a:pt x="409575" y="2266950"/>
                </a:lnTo>
                <a:close/>
                <a:moveTo>
                  <a:pt x="609600" y="2286000"/>
                </a:moveTo>
                <a:lnTo>
                  <a:pt x="676275" y="2286000"/>
                </a:lnTo>
                <a:lnTo>
                  <a:pt x="676275" y="2295525"/>
                </a:lnTo>
                <a:lnTo>
                  <a:pt x="685800" y="2295525"/>
                </a:lnTo>
                <a:lnTo>
                  <a:pt x="685800" y="2314575"/>
                </a:lnTo>
                <a:lnTo>
                  <a:pt x="676275" y="2314575"/>
                </a:lnTo>
                <a:lnTo>
                  <a:pt x="676275" y="2324100"/>
                </a:lnTo>
                <a:lnTo>
                  <a:pt x="666750" y="2324100"/>
                </a:lnTo>
                <a:lnTo>
                  <a:pt x="666750" y="2314575"/>
                </a:lnTo>
                <a:lnTo>
                  <a:pt x="628650" y="2314575"/>
                </a:lnTo>
                <a:lnTo>
                  <a:pt x="628650" y="2305050"/>
                </a:lnTo>
                <a:lnTo>
                  <a:pt x="609600" y="2305050"/>
                </a:lnTo>
                <a:close/>
                <a:moveTo>
                  <a:pt x="733425" y="2286000"/>
                </a:moveTo>
                <a:lnTo>
                  <a:pt x="752475" y="2286000"/>
                </a:lnTo>
                <a:lnTo>
                  <a:pt x="752475" y="2305050"/>
                </a:lnTo>
                <a:lnTo>
                  <a:pt x="733425" y="2305050"/>
                </a:lnTo>
                <a:close/>
                <a:moveTo>
                  <a:pt x="1019175" y="2286000"/>
                </a:moveTo>
                <a:lnTo>
                  <a:pt x="1028700" y="2286000"/>
                </a:lnTo>
                <a:lnTo>
                  <a:pt x="1028700" y="2295525"/>
                </a:lnTo>
                <a:lnTo>
                  <a:pt x="1019175" y="2295525"/>
                </a:lnTo>
                <a:close/>
                <a:moveTo>
                  <a:pt x="1038225" y="2286000"/>
                </a:moveTo>
                <a:lnTo>
                  <a:pt x="1047750" y="2286000"/>
                </a:lnTo>
                <a:lnTo>
                  <a:pt x="1047750" y="2295525"/>
                </a:lnTo>
                <a:lnTo>
                  <a:pt x="1038225" y="2295525"/>
                </a:lnTo>
                <a:close/>
                <a:moveTo>
                  <a:pt x="1123950" y="2286000"/>
                </a:moveTo>
                <a:lnTo>
                  <a:pt x="1143000" y="2286000"/>
                </a:lnTo>
                <a:lnTo>
                  <a:pt x="1143000" y="2314575"/>
                </a:lnTo>
                <a:lnTo>
                  <a:pt x="1104900" y="2314575"/>
                </a:lnTo>
                <a:lnTo>
                  <a:pt x="1104900" y="2324100"/>
                </a:lnTo>
                <a:lnTo>
                  <a:pt x="1095375" y="2324100"/>
                </a:lnTo>
                <a:lnTo>
                  <a:pt x="1095375" y="2333625"/>
                </a:lnTo>
                <a:lnTo>
                  <a:pt x="1085850" y="2333625"/>
                </a:lnTo>
                <a:lnTo>
                  <a:pt x="1085850" y="2324100"/>
                </a:lnTo>
                <a:lnTo>
                  <a:pt x="1076325" y="2324100"/>
                </a:lnTo>
                <a:lnTo>
                  <a:pt x="1076325" y="2305050"/>
                </a:lnTo>
                <a:lnTo>
                  <a:pt x="1066800" y="2305050"/>
                </a:lnTo>
                <a:lnTo>
                  <a:pt x="1066800" y="2295525"/>
                </a:lnTo>
                <a:lnTo>
                  <a:pt x="1123950" y="2295525"/>
                </a:lnTo>
                <a:close/>
                <a:moveTo>
                  <a:pt x="1200150" y="2286000"/>
                </a:moveTo>
                <a:lnTo>
                  <a:pt x="1219200" y="2286000"/>
                </a:lnTo>
                <a:lnTo>
                  <a:pt x="1219200" y="2295525"/>
                </a:lnTo>
                <a:lnTo>
                  <a:pt x="1228725" y="2295525"/>
                </a:lnTo>
                <a:lnTo>
                  <a:pt x="1228725" y="2305050"/>
                </a:lnTo>
                <a:lnTo>
                  <a:pt x="1238250" y="2305050"/>
                </a:lnTo>
                <a:lnTo>
                  <a:pt x="1238250" y="2314575"/>
                </a:lnTo>
                <a:lnTo>
                  <a:pt x="1228725" y="2314575"/>
                </a:lnTo>
                <a:lnTo>
                  <a:pt x="1228725" y="2324100"/>
                </a:lnTo>
                <a:lnTo>
                  <a:pt x="1238250" y="2324100"/>
                </a:lnTo>
                <a:lnTo>
                  <a:pt x="1238250" y="2314575"/>
                </a:lnTo>
                <a:lnTo>
                  <a:pt x="1247775" y="2314575"/>
                </a:lnTo>
                <a:lnTo>
                  <a:pt x="1247775" y="2333625"/>
                </a:lnTo>
                <a:lnTo>
                  <a:pt x="1152525" y="2333625"/>
                </a:lnTo>
                <a:lnTo>
                  <a:pt x="1152525" y="2314575"/>
                </a:lnTo>
                <a:lnTo>
                  <a:pt x="1162050" y="2314575"/>
                </a:lnTo>
                <a:lnTo>
                  <a:pt x="1162050" y="2305050"/>
                </a:lnTo>
                <a:lnTo>
                  <a:pt x="1190625" y="2305050"/>
                </a:lnTo>
                <a:lnTo>
                  <a:pt x="1190625" y="2295525"/>
                </a:lnTo>
                <a:lnTo>
                  <a:pt x="1200150" y="2295525"/>
                </a:lnTo>
                <a:close/>
                <a:moveTo>
                  <a:pt x="1304925" y="2286000"/>
                </a:moveTo>
                <a:lnTo>
                  <a:pt x="1314450" y="2286000"/>
                </a:lnTo>
                <a:lnTo>
                  <a:pt x="1314450" y="2295525"/>
                </a:lnTo>
                <a:lnTo>
                  <a:pt x="1362075" y="2295525"/>
                </a:lnTo>
                <a:lnTo>
                  <a:pt x="1362075" y="2286000"/>
                </a:lnTo>
                <a:lnTo>
                  <a:pt x="1381125" y="2286000"/>
                </a:lnTo>
                <a:lnTo>
                  <a:pt x="1381125" y="2295525"/>
                </a:lnTo>
                <a:lnTo>
                  <a:pt x="1428750" y="2295525"/>
                </a:lnTo>
                <a:lnTo>
                  <a:pt x="1428750" y="2286000"/>
                </a:lnTo>
                <a:lnTo>
                  <a:pt x="1476375" y="2286000"/>
                </a:lnTo>
                <a:lnTo>
                  <a:pt x="1476375" y="2295525"/>
                </a:lnTo>
                <a:lnTo>
                  <a:pt x="1495425" y="2295525"/>
                </a:lnTo>
                <a:lnTo>
                  <a:pt x="1495425" y="2286000"/>
                </a:lnTo>
                <a:lnTo>
                  <a:pt x="1533525" y="2286000"/>
                </a:lnTo>
                <a:lnTo>
                  <a:pt x="1533525" y="2295525"/>
                </a:lnTo>
                <a:lnTo>
                  <a:pt x="1543050" y="2295525"/>
                </a:lnTo>
                <a:lnTo>
                  <a:pt x="1543050" y="2305050"/>
                </a:lnTo>
                <a:lnTo>
                  <a:pt x="1533525" y="2305050"/>
                </a:lnTo>
                <a:lnTo>
                  <a:pt x="1533525" y="2343150"/>
                </a:lnTo>
                <a:lnTo>
                  <a:pt x="1524000" y="2343150"/>
                </a:lnTo>
                <a:lnTo>
                  <a:pt x="1524000" y="2352675"/>
                </a:lnTo>
                <a:lnTo>
                  <a:pt x="1533525" y="2352675"/>
                </a:lnTo>
                <a:lnTo>
                  <a:pt x="1533525" y="2362200"/>
                </a:lnTo>
                <a:lnTo>
                  <a:pt x="1562100" y="2362200"/>
                </a:lnTo>
                <a:lnTo>
                  <a:pt x="1562100" y="2324100"/>
                </a:lnTo>
                <a:lnTo>
                  <a:pt x="1581150" y="2324100"/>
                </a:lnTo>
                <a:lnTo>
                  <a:pt x="1581150" y="2333625"/>
                </a:lnTo>
                <a:lnTo>
                  <a:pt x="1590675" y="2333625"/>
                </a:lnTo>
                <a:lnTo>
                  <a:pt x="1590675" y="2314575"/>
                </a:lnTo>
                <a:lnTo>
                  <a:pt x="1609725" y="2314575"/>
                </a:lnTo>
                <a:lnTo>
                  <a:pt x="1609725" y="2324100"/>
                </a:lnTo>
                <a:lnTo>
                  <a:pt x="1600200" y="2324100"/>
                </a:lnTo>
                <a:lnTo>
                  <a:pt x="1600200" y="2352675"/>
                </a:lnTo>
                <a:lnTo>
                  <a:pt x="1619250" y="2352675"/>
                </a:lnTo>
                <a:lnTo>
                  <a:pt x="1619250" y="2343150"/>
                </a:lnTo>
                <a:lnTo>
                  <a:pt x="1638300" y="2343150"/>
                </a:lnTo>
                <a:lnTo>
                  <a:pt x="1638300" y="2324100"/>
                </a:lnTo>
                <a:lnTo>
                  <a:pt x="1647825" y="2324100"/>
                </a:lnTo>
                <a:lnTo>
                  <a:pt x="1647825" y="2295525"/>
                </a:lnTo>
                <a:lnTo>
                  <a:pt x="1666875" y="2295525"/>
                </a:lnTo>
                <a:lnTo>
                  <a:pt x="1666875" y="2286000"/>
                </a:lnTo>
                <a:lnTo>
                  <a:pt x="1676400" y="2286000"/>
                </a:lnTo>
                <a:lnTo>
                  <a:pt x="1676400" y="2295525"/>
                </a:lnTo>
                <a:lnTo>
                  <a:pt x="1685925" y="2295525"/>
                </a:lnTo>
                <a:lnTo>
                  <a:pt x="1685925" y="2305050"/>
                </a:lnTo>
                <a:lnTo>
                  <a:pt x="1676400" y="2305050"/>
                </a:lnTo>
                <a:lnTo>
                  <a:pt x="1676400" y="2324100"/>
                </a:lnTo>
                <a:lnTo>
                  <a:pt x="1657350" y="2324100"/>
                </a:lnTo>
                <a:lnTo>
                  <a:pt x="1657350" y="2333625"/>
                </a:lnTo>
                <a:lnTo>
                  <a:pt x="1676400" y="2333625"/>
                </a:lnTo>
                <a:lnTo>
                  <a:pt x="1676400" y="2343150"/>
                </a:lnTo>
                <a:lnTo>
                  <a:pt x="1666875" y="2343150"/>
                </a:lnTo>
                <a:lnTo>
                  <a:pt x="1666875" y="2352675"/>
                </a:lnTo>
                <a:lnTo>
                  <a:pt x="1676400" y="2352675"/>
                </a:lnTo>
                <a:lnTo>
                  <a:pt x="1676400" y="2371725"/>
                </a:lnTo>
                <a:lnTo>
                  <a:pt x="1666875" y="2371725"/>
                </a:lnTo>
                <a:lnTo>
                  <a:pt x="1666875" y="2390775"/>
                </a:lnTo>
                <a:lnTo>
                  <a:pt x="1676400" y="2390775"/>
                </a:lnTo>
                <a:lnTo>
                  <a:pt x="1676400" y="2371725"/>
                </a:lnTo>
                <a:lnTo>
                  <a:pt x="1685925" y="2371725"/>
                </a:lnTo>
                <a:lnTo>
                  <a:pt x="1685925" y="2362200"/>
                </a:lnTo>
                <a:lnTo>
                  <a:pt x="1695450" y="2362200"/>
                </a:lnTo>
                <a:lnTo>
                  <a:pt x="1695450" y="2352675"/>
                </a:lnTo>
                <a:lnTo>
                  <a:pt x="1685925" y="2352675"/>
                </a:lnTo>
                <a:lnTo>
                  <a:pt x="1685925" y="2324100"/>
                </a:lnTo>
                <a:lnTo>
                  <a:pt x="1704975" y="2324100"/>
                </a:lnTo>
                <a:lnTo>
                  <a:pt x="1704975" y="2333625"/>
                </a:lnTo>
                <a:lnTo>
                  <a:pt x="1714500" y="2333625"/>
                </a:lnTo>
                <a:lnTo>
                  <a:pt x="1714500" y="2343150"/>
                </a:lnTo>
                <a:lnTo>
                  <a:pt x="1733550" y="2343150"/>
                </a:lnTo>
                <a:lnTo>
                  <a:pt x="1733550" y="2390775"/>
                </a:lnTo>
                <a:lnTo>
                  <a:pt x="1724025" y="2390775"/>
                </a:lnTo>
                <a:lnTo>
                  <a:pt x="1724025" y="2381250"/>
                </a:lnTo>
                <a:lnTo>
                  <a:pt x="1714500" y="2381250"/>
                </a:lnTo>
                <a:lnTo>
                  <a:pt x="1714500" y="2390775"/>
                </a:lnTo>
                <a:lnTo>
                  <a:pt x="1704975" y="2390775"/>
                </a:lnTo>
                <a:lnTo>
                  <a:pt x="1704975" y="2400300"/>
                </a:lnTo>
                <a:lnTo>
                  <a:pt x="1628775" y="2400300"/>
                </a:lnTo>
                <a:lnTo>
                  <a:pt x="1628775" y="2390775"/>
                </a:lnTo>
                <a:lnTo>
                  <a:pt x="1638300" y="2390775"/>
                </a:lnTo>
                <a:lnTo>
                  <a:pt x="1638300" y="2381250"/>
                </a:lnTo>
                <a:lnTo>
                  <a:pt x="1619250" y="2381250"/>
                </a:lnTo>
                <a:lnTo>
                  <a:pt x="1619250" y="2390775"/>
                </a:lnTo>
                <a:lnTo>
                  <a:pt x="1609725" y="2390775"/>
                </a:lnTo>
                <a:lnTo>
                  <a:pt x="1609725" y="2381250"/>
                </a:lnTo>
                <a:lnTo>
                  <a:pt x="1600200" y="2381250"/>
                </a:lnTo>
                <a:lnTo>
                  <a:pt x="1600200" y="2390775"/>
                </a:lnTo>
                <a:lnTo>
                  <a:pt x="1543050" y="2390775"/>
                </a:lnTo>
                <a:lnTo>
                  <a:pt x="1543050" y="2400300"/>
                </a:lnTo>
                <a:lnTo>
                  <a:pt x="1524000" y="2400300"/>
                </a:lnTo>
                <a:lnTo>
                  <a:pt x="1524000" y="2390775"/>
                </a:lnTo>
                <a:lnTo>
                  <a:pt x="1504950" y="2390775"/>
                </a:lnTo>
                <a:lnTo>
                  <a:pt x="1504950" y="2371725"/>
                </a:lnTo>
                <a:lnTo>
                  <a:pt x="1514475" y="2371725"/>
                </a:lnTo>
                <a:lnTo>
                  <a:pt x="1514475" y="2352675"/>
                </a:lnTo>
                <a:lnTo>
                  <a:pt x="1495425" y="2352675"/>
                </a:lnTo>
                <a:lnTo>
                  <a:pt x="1495425" y="2362200"/>
                </a:lnTo>
                <a:lnTo>
                  <a:pt x="1485900" y="2362200"/>
                </a:lnTo>
                <a:lnTo>
                  <a:pt x="1485900" y="2371725"/>
                </a:lnTo>
                <a:lnTo>
                  <a:pt x="1476375" y="2371725"/>
                </a:lnTo>
                <a:lnTo>
                  <a:pt x="1476375" y="2381250"/>
                </a:lnTo>
                <a:lnTo>
                  <a:pt x="1485900" y="2381250"/>
                </a:lnTo>
                <a:lnTo>
                  <a:pt x="1485900" y="2390775"/>
                </a:lnTo>
                <a:lnTo>
                  <a:pt x="1504950" y="2390775"/>
                </a:lnTo>
                <a:lnTo>
                  <a:pt x="1504950" y="2400300"/>
                </a:lnTo>
                <a:lnTo>
                  <a:pt x="1428750" y="2400300"/>
                </a:lnTo>
                <a:lnTo>
                  <a:pt x="1428750" y="2390775"/>
                </a:lnTo>
                <a:lnTo>
                  <a:pt x="1409700" y="2390775"/>
                </a:lnTo>
                <a:lnTo>
                  <a:pt x="1409700" y="2400300"/>
                </a:lnTo>
                <a:lnTo>
                  <a:pt x="1362075" y="2400300"/>
                </a:lnTo>
                <a:lnTo>
                  <a:pt x="1362075" y="2390775"/>
                </a:lnTo>
                <a:lnTo>
                  <a:pt x="1352550" y="2390775"/>
                </a:lnTo>
                <a:lnTo>
                  <a:pt x="1352550" y="2371725"/>
                </a:lnTo>
                <a:lnTo>
                  <a:pt x="1343025" y="2371725"/>
                </a:lnTo>
                <a:lnTo>
                  <a:pt x="1343025" y="2381250"/>
                </a:lnTo>
                <a:lnTo>
                  <a:pt x="1333500" y="2381250"/>
                </a:lnTo>
                <a:lnTo>
                  <a:pt x="1333500" y="2362200"/>
                </a:lnTo>
                <a:lnTo>
                  <a:pt x="1304925" y="2362200"/>
                </a:lnTo>
                <a:lnTo>
                  <a:pt x="1304925" y="2352675"/>
                </a:lnTo>
                <a:lnTo>
                  <a:pt x="1295400" y="2352675"/>
                </a:lnTo>
                <a:lnTo>
                  <a:pt x="1295400" y="2333625"/>
                </a:lnTo>
                <a:lnTo>
                  <a:pt x="1276350" y="2333625"/>
                </a:lnTo>
                <a:lnTo>
                  <a:pt x="1276350" y="2314575"/>
                </a:lnTo>
                <a:lnTo>
                  <a:pt x="1295400" y="2314575"/>
                </a:lnTo>
                <a:lnTo>
                  <a:pt x="1295400" y="2295525"/>
                </a:lnTo>
                <a:lnTo>
                  <a:pt x="1304925" y="2295525"/>
                </a:lnTo>
                <a:close/>
                <a:moveTo>
                  <a:pt x="990600" y="2295525"/>
                </a:moveTo>
                <a:lnTo>
                  <a:pt x="1019175" y="2295525"/>
                </a:lnTo>
                <a:lnTo>
                  <a:pt x="1019175" y="2305050"/>
                </a:lnTo>
                <a:lnTo>
                  <a:pt x="1009650" y="2305050"/>
                </a:lnTo>
                <a:lnTo>
                  <a:pt x="1009650" y="2333625"/>
                </a:lnTo>
                <a:lnTo>
                  <a:pt x="981075" y="2333625"/>
                </a:lnTo>
                <a:lnTo>
                  <a:pt x="981075" y="2324100"/>
                </a:lnTo>
                <a:lnTo>
                  <a:pt x="971550" y="2324100"/>
                </a:lnTo>
                <a:lnTo>
                  <a:pt x="971550" y="2314575"/>
                </a:lnTo>
                <a:lnTo>
                  <a:pt x="981075" y="2314575"/>
                </a:lnTo>
                <a:lnTo>
                  <a:pt x="981075" y="2305050"/>
                </a:lnTo>
                <a:lnTo>
                  <a:pt x="990600" y="2305050"/>
                </a:lnTo>
                <a:close/>
                <a:moveTo>
                  <a:pt x="1257300" y="2295525"/>
                </a:moveTo>
                <a:lnTo>
                  <a:pt x="1285875" y="2295525"/>
                </a:lnTo>
                <a:lnTo>
                  <a:pt x="1285875" y="2305050"/>
                </a:lnTo>
                <a:lnTo>
                  <a:pt x="1257300" y="2305050"/>
                </a:lnTo>
                <a:close/>
                <a:moveTo>
                  <a:pt x="1123950" y="2305050"/>
                </a:moveTo>
                <a:lnTo>
                  <a:pt x="1133475" y="2305050"/>
                </a:lnTo>
                <a:lnTo>
                  <a:pt x="1133475" y="2295525"/>
                </a:lnTo>
                <a:lnTo>
                  <a:pt x="1123950" y="2295525"/>
                </a:lnTo>
                <a:close/>
                <a:moveTo>
                  <a:pt x="876300" y="2314575"/>
                </a:moveTo>
                <a:lnTo>
                  <a:pt x="885825" y="2314575"/>
                </a:lnTo>
                <a:lnTo>
                  <a:pt x="885825" y="2324100"/>
                </a:lnTo>
                <a:lnTo>
                  <a:pt x="876300" y="2324100"/>
                </a:lnTo>
                <a:close/>
                <a:moveTo>
                  <a:pt x="1257300" y="2314575"/>
                </a:moveTo>
                <a:lnTo>
                  <a:pt x="1266825" y="2314575"/>
                </a:lnTo>
                <a:lnTo>
                  <a:pt x="1266825" y="2324100"/>
                </a:lnTo>
                <a:lnTo>
                  <a:pt x="1257300" y="2324100"/>
                </a:lnTo>
                <a:close/>
                <a:moveTo>
                  <a:pt x="1504950" y="2333625"/>
                </a:moveTo>
                <a:lnTo>
                  <a:pt x="1524000" y="2333625"/>
                </a:lnTo>
                <a:lnTo>
                  <a:pt x="1524000" y="2305050"/>
                </a:lnTo>
                <a:lnTo>
                  <a:pt x="1504950" y="2305050"/>
                </a:lnTo>
                <a:close/>
                <a:moveTo>
                  <a:pt x="200025" y="2343150"/>
                </a:moveTo>
                <a:lnTo>
                  <a:pt x="209550" y="2343150"/>
                </a:lnTo>
                <a:lnTo>
                  <a:pt x="209550" y="2352675"/>
                </a:lnTo>
                <a:lnTo>
                  <a:pt x="200025" y="2352675"/>
                </a:lnTo>
                <a:close/>
                <a:moveTo>
                  <a:pt x="1400175" y="2343150"/>
                </a:moveTo>
                <a:lnTo>
                  <a:pt x="1428750" y="2343150"/>
                </a:lnTo>
                <a:lnTo>
                  <a:pt x="1428750" y="2324100"/>
                </a:lnTo>
                <a:lnTo>
                  <a:pt x="1400175" y="2324100"/>
                </a:lnTo>
                <a:close/>
                <a:moveTo>
                  <a:pt x="1333500" y="2352675"/>
                </a:moveTo>
                <a:lnTo>
                  <a:pt x="1352550" y="2352675"/>
                </a:lnTo>
                <a:lnTo>
                  <a:pt x="1352550" y="2362200"/>
                </a:lnTo>
                <a:lnTo>
                  <a:pt x="1371600" y="2362200"/>
                </a:lnTo>
                <a:lnTo>
                  <a:pt x="1371600" y="2352675"/>
                </a:lnTo>
                <a:lnTo>
                  <a:pt x="1381125" y="2352675"/>
                </a:lnTo>
                <a:lnTo>
                  <a:pt x="1381125" y="2324100"/>
                </a:lnTo>
                <a:lnTo>
                  <a:pt x="1362075" y="2324100"/>
                </a:lnTo>
                <a:lnTo>
                  <a:pt x="1362075" y="2333625"/>
                </a:lnTo>
                <a:lnTo>
                  <a:pt x="1333500" y="2333625"/>
                </a:lnTo>
                <a:close/>
                <a:moveTo>
                  <a:pt x="1647825" y="2352675"/>
                </a:moveTo>
                <a:lnTo>
                  <a:pt x="1657350" y="2352675"/>
                </a:lnTo>
                <a:lnTo>
                  <a:pt x="1657350" y="2343150"/>
                </a:lnTo>
                <a:lnTo>
                  <a:pt x="1647825" y="2343150"/>
                </a:lnTo>
                <a:close/>
                <a:moveTo>
                  <a:pt x="371475" y="2362200"/>
                </a:moveTo>
                <a:lnTo>
                  <a:pt x="381000" y="2362200"/>
                </a:lnTo>
                <a:lnTo>
                  <a:pt x="381000" y="2371725"/>
                </a:lnTo>
                <a:lnTo>
                  <a:pt x="390525" y="2371725"/>
                </a:lnTo>
                <a:lnTo>
                  <a:pt x="390525" y="2390775"/>
                </a:lnTo>
                <a:lnTo>
                  <a:pt x="361950" y="2390775"/>
                </a:lnTo>
                <a:lnTo>
                  <a:pt x="361950" y="2371725"/>
                </a:lnTo>
                <a:lnTo>
                  <a:pt x="371475" y="2371725"/>
                </a:lnTo>
                <a:close/>
                <a:moveTo>
                  <a:pt x="952500" y="2381250"/>
                </a:moveTo>
                <a:lnTo>
                  <a:pt x="990600" y="2381250"/>
                </a:lnTo>
                <a:lnTo>
                  <a:pt x="990600" y="2400300"/>
                </a:lnTo>
                <a:lnTo>
                  <a:pt x="952500" y="2400300"/>
                </a:lnTo>
                <a:close/>
                <a:moveTo>
                  <a:pt x="1038225" y="2381250"/>
                </a:moveTo>
                <a:lnTo>
                  <a:pt x="1047750" y="2381250"/>
                </a:lnTo>
                <a:lnTo>
                  <a:pt x="1047750" y="2400300"/>
                </a:lnTo>
                <a:lnTo>
                  <a:pt x="1038225" y="2400300"/>
                </a:lnTo>
                <a:close/>
                <a:moveTo>
                  <a:pt x="1152525" y="2381250"/>
                </a:moveTo>
                <a:lnTo>
                  <a:pt x="1162050" y="2381250"/>
                </a:lnTo>
                <a:lnTo>
                  <a:pt x="1162050" y="2400300"/>
                </a:lnTo>
                <a:lnTo>
                  <a:pt x="1152525" y="2400300"/>
                </a:lnTo>
                <a:close/>
                <a:moveTo>
                  <a:pt x="1200150" y="2381250"/>
                </a:moveTo>
                <a:lnTo>
                  <a:pt x="1247775" y="2381250"/>
                </a:lnTo>
                <a:lnTo>
                  <a:pt x="1247775" y="2400300"/>
                </a:lnTo>
                <a:lnTo>
                  <a:pt x="1200150" y="2400300"/>
                </a:lnTo>
                <a:close/>
                <a:moveTo>
                  <a:pt x="400050" y="2390775"/>
                </a:moveTo>
                <a:lnTo>
                  <a:pt x="419100" y="2390775"/>
                </a:lnTo>
                <a:lnTo>
                  <a:pt x="419100" y="2400300"/>
                </a:lnTo>
                <a:lnTo>
                  <a:pt x="400050" y="2400300"/>
                </a:lnTo>
                <a:close/>
                <a:moveTo>
                  <a:pt x="238125" y="2419350"/>
                </a:moveTo>
                <a:lnTo>
                  <a:pt x="266700" y="2419350"/>
                </a:lnTo>
                <a:lnTo>
                  <a:pt x="266700" y="2438400"/>
                </a:lnTo>
                <a:lnTo>
                  <a:pt x="238125" y="2438400"/>
                </a:lnTo>
                <a:close/>
                <a:moveTo>
                  <a:pt x="285750" y="2419350"/>
                </a:moveTo>
                <a:lnTo>
                  <a:pt x="295275" y="2419350"/>
                </a:lnTo>
                <a:lnTo>
                  <a:pt x="295275" y="2438400"/>
                </a:lnTo>
                <a:lnTo>
                  <a:pt x="285750" y="2438400"/>
                </a:lnTo>
                <a:close/>
                <a:moveTo>
                  <a:pt x="390525" y="2419350"/>
                </a:moveTo>
                <a:lnTo>
                  <a:pt x="400050" y="2419350"/>
                </a:lnTo>
                <a:lnTo>
                  <a:pt x="400050" y="2438400"/>
                </a:lnTo>
                <a:lnTo>
                  <a:pt x="390525" y="2438400"/>
                </a:lnTo>
                <a:close/>
                <a:moveTo>
                  <a:pt x="438150" y="2419350"/>
                </a:moveTo>
                <a:lnTo>
                  <a:pt x="457200" y="2419350"/>
                </a:lnTo>
                <a:lnTo>
                  <a:pt x="457200" y="2438400"/>
                </a:lnTo>
                <a:lnTo>
                  <a:pt x="438150" y="2438400"/>
                </a:lnTo>
                <a:close/>
                <a:moveTo>
                  <a:pt x="476250" y="2419350"/>
                </a:moveTo>
                <a:lnTo>
                  <a:pt x="504825" y="2419350"/>
                </a:lnTo>
                <a:lnTo>
                  <a:pt x="504825" y="2438400"/>
                </a:lnTo>
                <a:lnTo>
                  <a:pt x="476250" y="2438400"/>
                </a:lnTo>
                <a:close/>
                <a:moveTo>
                  <a:pt x="628650" y="2419350"/>
                </a:moveTo>
                <a:lnTo>
                  <a:pt x="638175" y="2419350"/>
                </a:lnTo>
                <a:lnTo>
                  <a:pt x="638175" y="2438400"/>
                </a:lnTo>
                <a:lnTo>
                  <a:pt x="628650" y="2438400"/>
                </a:lnTo>
                <a:close/>
                <a:moveTo>
                  <a:pt x="885825" y="2419350"/>
                </a:moveTo>
                <a:lnTo>
                  <a:pt x="895350" y="2419350"/>
                </a:lnTo>
                <a:lnTo>
                  <a:pt x="895350" y="2438400"/>
                </a:lnTo>
                <a:lnTo>
                  <a:pt x="885825" y="2438400"/>
                </a:lnTo>
                <a:close/>
                <a:moveTo>
                  <a:pt x="1190625" y="2419350"/>
                </a:moveTo>
                <a:lnTo>
                  <a:pt x="1228725" y="2419350"/>
                </a:lnTo>
                <a:lnTo>
                  <a:pt x="1228725" y="2438400"/>
                </a:lnTo>
                <a:lnTo>
                  <a:pt x="1190625" y="2438400"/>
                </a:lnTo>
                <a:close/>
                <a:moveTo>
                  <a:pt x="1381125" y="2419350"/>
                </a:moveTo>
                <a:lnTo>
                  <a:pt x="1390650" y="2419350"/>
                </a:lnTo>
                <a:lnTo>
                  <a:pt x="1390650" y="2438400"/>
                </a:lnTo>
                <a:lnTo>
                  <a:pt x="1381125" y="2438400"/>
                </a:lnTo>
                <a:close/>
                <a:moveTo>
                  <a:pt x="1543050" y="2419350"/>
                </a:moveTo>
                <a:lnTo>
                  <a:pt x="1562100" y="2419350"/>
                </a:lnTo>
                <a:lnTo>
                  <a:pt x="1562100" y="2438400"/>
                </a:lnTo>
                <a:lnTo>
                  <a:pt x="1543050" y="2438400"/>
                </a:lnTo>
                <a:close/>
                <a:moveTo>
                  <a:pt x="1676400" y="2438400"/>
                </a:moveTo>
                <a:lnTo>
                  <a:pt x="1685925" y="2438400"/>
                </a:lnTo>
                <a:lnTo>
                  <a:pt x="1685925" y="2447925"/>
                </a:lnTo>
                <a:lnTo>
                  <a:pt x="1695450" y="2447925"/>
                </a:lnTo>
                <a:lnTo>
                  <a:pt x="1695450" y="2457450"/>
                </a:lnTo>
                <a:lnTo>
                  <a:pt x="1685925" y="2457450"/>
                </a:lnTo>
                <a:lnTo>
                  <a:pt x="1685925" y="2466975"/>
                </a:lnTo>
                <a:lnTo>
                  <a:pt x="1676400" y="2466975"/>
                </a:lnTo>
                <a:lnTo>
                  <a:pt x="1676400" y="2476500"/>
                </a:lnTo>
                <a:lnTo>
                  <a:pt x="1657350" y="2476500"/>
                </a:lnTo>
                <a:lnTo>
                  <a:pt x="1657350" y="2466975"/>
                </a:lnTo>
                <a:lnTo>
                  <a:pt x="1666875" y="2466975"/>
                </a:lnTo>
                <a:lnTo>
                  <a:pt x="1666875" y="2457450"/>
                </a:lnTo>
                <a:lnTo>
                  <a:pt x="1676400" y="2457450"/>
                </a:lnTo>
                <a:close/>
                <a:moveTo>
                  <a:pt x="247650" y="2533650"/>
                </a:moveTo>
                <a:lnTo>
                  <a:pt x="257175" y="2533650"/>
                </a:lnTo>
                <a:lnTo>
                  <a:pt x="257175" y="2552700"/>
                </a:lnTo>
                <a:lnTo>
                  <a:pt x="266700" y="2552700"/>
                </a:lnTo>
                <a:lnTo>
                  <a:pt x="266700" y="2562225"/>
                </a:lnTo>
                <a:lnTo>
                  <a:pt x="276225" y="2562225"/>
                </a:lnTo>
                <a:lnTo>
                  <a:pt x="276225" y="2571750"/>
                </a:lnTo>
                <a:lnTo>
                  <a:pt x="285750" y="2571750"/>
                </a:lnTo>
                <a:lnTo>
                  <a:pt x="285750" y="2562225"/>
                </a:lnTo>
                <a:lnTo>
                  <a:pt x="295275" y="2562225"/>
                </a:lnTo>
                <a:lnTo>
                  <a:pt x="295275" y="2571750"/>
                </a:lnTo>
                <a:lnTo>
                  <a:pt x="285750" y="2571750"/>
                </a:lnTo>
                <a:lnTo>
                  <a:pt x="285750" y="2581275"/>
                </a:lnTo>
                <a:lnTo>
                  <a:pt x="257175" y="2581275"/>
                </a:lnTo>
                <a:lnTo>
                  <a:pt x="257175" y="2590800"/>
                </a:lnTo>
                <a:lnTo>
                  <a:pt x="238125" y="2590800"/>
                </a:lnTo>
                <a:lnTo>
                  <a:pt x="238125" y="2571750"/>
                </a:lnTo>
                <a:lnTo>
                  <a:pt x="219075" y="2571750"/>
                </a:lnTo>
                <a:lnTo>
                  <a:pt x="219075" y="2562225"/>
                </a:lnTo>
                <a:lnTo>
                  <a:pt x="228600" y="2562225"/>
                </a:lnTo>
                <a:lnTo>
                  <a:pt x="228600" y="2543175"/>
                </a:lnTo>
                <a:lnTo>
                  <a:pt x="247650" y="2543175"/>
                </a:lnTo>
                <a:close/>
                <a:moveTo>
                  <a:pt x="285750" y="2533650"/>
                </a:moveTo>
                <a:lnTo>
                  <a:pt x="361950" y="2533650"/>
                </a:lnTo>
                <a:lnTo>
                  <a:pt x="361950" y="2543175"/>
                </a:lnTo>
                <a:lnTo>
                  <a:pt x="381000" y="2543175"/>
                </a:lnTo>
                <a:lnTo>
                  <a:pt x="381000" y="2552700"/>
                </a:lnTo>
                <a:lnTo>
                  <a:pt x="409575" y="2552700"/>
                </a:lnTo>
                <a:lnTo>
                  <a:pt x="409575" y="2543175"/>
                </a:lnTo>
                <a:lnTo>
                  <a:pt x="466725" y="2543175"/>
                </a:lnTo>
                <a:lnTo>
                  <a:pt x="466725" y="2552700"/>
                </a:lnTo>
                <a:lnTo>
                  <a:pt x="428625" y="2552700"/>
                </a:lnTo>
                <a:lnTo>
                  <a:pt x="428625" y="2562225"/>
                </a:lnTo>
                <a:lnTo>
                  <a:pt x="419100" y="2562225"/>
                </a:lnTo>
                <a:lnTo>
                  <a:pt x="419100" y="2571750"/>
                </a:lnTo>
                <a:lnTo>
                  <a:pt x="400050" y="2571750"/>
                </a:lnTo>
                <a:lnTo>
                  <a:pt x="400050" y="2562225"/>
                </a:lnTo>
                <a:lnTo>
                  <a:pt x="390525" y="2562225"/>
                </a:lnTo>
                <a:lnTo>
                  <a:pt x="390525" y="2571750"/>
                </a:lnTo>
                <a:lnTo>
                  <a:pt x="381000" y="2571750"/>
                </a:lnTo>
                <a:lnTo>
                  <a:pt x="381000" y="2581275"/>
                </a:lnTo>
                <a:lnTo>
                  <a:pt x="361950" y="2581275"/>
                </a:lnTo>
                <a:lnTo>
                  <a:pt x="361950" y="2571750"/>
                </a:lnTo>
                <a:lnTo>
                  <a:pt x="352425" y="2571750"/>
                </a:lnTo>
                <a:lnTo>
                  <a:pt x="352425" y="2581275"/>
                </a:lnTo>
                <a:lnTo>
                  <a:pt x="342900" y="2581275"/>
                </a:lnTo>
                <a:lnTo>
                  <a:pt x="342900" y="2571750"/>
                </a:lnTo>
                <a:lnTo>
                  <a:pt x="314325" y="2571750"/>
                </a:lnTo>
                <a:lnTo>
                  <a:pt x="314325" y="2552700"/>
                </a:lnTo>
                <a:lnTo>
                  <a:pt x="304800" y="2552700"/>
                </a:lnTo>
                <a:lnTo>
                  <a:pt x="304800" y="2543175"/>
                </a:lnTo>
                <a:lnTo>
                  <a:pt x="295275" y="2543175"/>
                </a:lnTo>
                <a:lnTo>
                  <a:pt x="295275" y="2552700"/>
                </a:lnTo>
                <a:lnTo>
                  <a:pt x="285750" y="2552700"/>
                </a:lnTo>
                <a:close/>
                <a:moveTo>
                  <a:pt x="485775" y="2533650"/>
                </a:moveTo>
                <a:lnTo>
                  <a:pt x="504825" y="2533650"/>
                </a:lnTo>
                <a:lnTo>
                  <a:pt x="504825" y="2543175"/>
                </a:lnTo>
                <a:lnTo>
                  <a:pt x="485775" y="2543175"/>
                </a:lnTo>
                <a:close/>
                <a:moveTo>
                  <a:pt x="581025" y="2533650"/>
                </a:moveTo>
                <a:lnTo>
                  <a:pt x="590550" y="2533650"/>
                </a:lnTo>
                <a:lnTo>
                  <a:pt x="590550" y="2543175"/>
                </a:lnTo>
                <a:lnTo>
                  <a:pt x="581025" y="2543175"/>
                </a:lnTo>
                <a:close/>
                <a:moveTo>
                  <a:pt x="704850" y="2533650"/>
                </a:moveTo>
                <a:lnTo>
                  <a:pt x="714375" y="2533650"/>
                </a:lnTo>
                <a:lnTo>
                  <a:pt x="714375" y="2543175"/>
                </a:lnTo>
                <a:lnTo>
                  <a:pt x="704850" y="2543175"/>
                </a:lnTo>
                <a:close/>
                <a:moveTo>
                  <a:pt x="1047750" y="2533650"/>
                </a:moveTo>
                <a:lnTo>
                  <a:pt x="1057275" y="2533650"/>
                </a:lnTo>
                <a:lnTo>
                  <a:pt x="1057275" y="2543175"/>
                </a:lnTo>
                <a:lnTo>
                  <a:pt x="1047750" y="2543175"/>
                </a:lnTo>
                <a:close/>
                <a:moveTo>
                  <a:pt x="1543050" y="2533650"/>
                </a:moveTo>
                <a:lnTo>
                  <a:pt x="1562100" y="2533650"/>
                </a:lnTo>
                <a:lnTo>
                  <a:pt x="1562100" y="2543175"/>
                </a:lnTo>
                <a:lnTo>
                  <a:pt x="1619250" y="2543175"/>
                </a:lnTo>
                <a:lnTo>
                  <a:pt x="1619250" y="2552700"/>
                </a:lnTo>
                <a:lnTo>
                  <a:pt x="1628775" y="2552700"/>
                </a:lnTo>
                <a:lnTo>
                  <a:pt x="1628775" y="2571750"/>
                </a:lnTo>
                <a:lnTo>
                  <a:pt x="1638300" y="2571750"/>
                </a:lnTo>
                <a:lnTo>
                  <a:pt x="1638300" y="2581275"/>
                </a:lnTo>
                <a:lnTo>
                  <a:pt x="1657350" y="2581275"/>
                </a:lnTo>
                <a:lnTo>
                  <a:pt x="1657350" y="2590800"/>
                </a:lnTo>
                <a:lnTo>
                  <a:pt x="1647825" y="2590800"/>
                </a:lnTo>
                <a:lnTo>
                  <a:pt x="1647825" y="2628900"/>
                </a:lnTo>
                <a:lnTo>
                  <a:pt x="1628775" y="2628900"/>
                </a:lnTo>
                <a:lnTo>
                  <a:pt x="1628775" y="2609850"/>
                </a:lnTo>
                <a:lnTo>
                  <a:pt x="1619250" y="2609850"/>
                </a:lnTo>
                <a:lnTo>
                  <a:pt x="1619250" y="2600325"/>
                </a:lnTo>
                <a:lnTo>
                  <a:pt x="1571625" y="2600325"/>
                </a:lnTo>
                <a:lnTo>
                  <a:pt x="1571625" y="2590800"/>
                </a:lnTo>
                <a:lnTo>
                  <a:pt x="1590675" y="2590800"/>
                </a:lnTo>
                <a:lnTo>
                  <a:pt x="1590675" y="2581275"/>
                </a:lnTo>
                <a:lnTo>
                  <a:pt x="1571625" y="2581275"/>
                </a:lnTo>
                <a:lnTo>
                  <a:pt x="1571625" y="2562225"/>
                </a:lnTo>
                <a:lnTo>
                  <a:pt x="1552575" y="2562225"/>
                </a:lnTo>
                <a:lnTo>
                  <a:pt x="1552575" y="2571750"/>
                </a:lnTo>
                <a:lnTo>
                  <a:pt x="1543050" y="2571750"/>
                </a:lnTo>
                <a:lnTo>
                  <a:pt x="1543050" y="2562225"/>
                </a:lnTo>
                <a:lnTo>
                  <a:pt x="1533525" y="2562225"/>
                </a:lnTo>
                <a:lnTo>
                  <a:pt x="1533525" y="2571750"/>
                </a:lnTo>
                <a:lnTo>
                  <a:pt x="1504950" y="2571750"/>
                </a:lnTo>
                <a:lnTo>
                  <a:pt x="1504950" y="2562225"/>
                </a:lnTo>
                <a:lnTo>
                  <a:pt x="1495425" y="2562225"/>
                </a:lnTo>
                <a:lnTo>
                  <a:pt x="1495425" y="2552700"/>
                </a:lnTo>
                <a:lnTo>
                  <a:pt x="1504950" y="2552700"/>
                </a:lnTo>
                <a:lnTo>
                  <a:pt x="1504950" y="2543175"/>
                </a:lnTo>
                <a:lnTo>
                  <a:pt x="1543050" y="2543175"/>
                </a:lnTo>
                <a:close/>
                <a:moveTo>
                  <a:pt x="590550" y="2543175"/>
                </a:moveTo>
                <a:lnTo>
                  <a:pt x="676275" y="2543175"/>
                </a:lnTo>
                <a:lnTo>
                  <a:pt x="676275" y="2552700"/>
                </a:lnTo>
                <a:lnTo>
                  <a:pt x="628650" y="2552700"/>
                </a:lnTo>
                <a:lnTo>
                  <a:pt x="628650" y="2562225"/>
                </a:lnTo>
                <a:lnTo>
                  <a:pt x="609600" y="2562225"/>
                </a:lnTo>
                <a:lnTo>
                  <a:pt x="609600" y="2552700"/>
                </a:lnTo>
                <a:lnTo>
                  <a:pt x="590550" y="2552700"/>
                </a:lnTo>
                <a:close/>
                <a:moveTo>
                  <a:pt x="809625" y="2543175"/>
                </a:moveTo>
                <a:lnTo>
                  <a:pt x="847725" y="2543175"/>
                </a:lnTo>
                <a:lnTo>
                  <a:pt x="847725" y="2552700"/>
                </a:lnTo>
                <a:lnTo>
                  <a:pt x="857250" y="2552700"/>
                </a:lnTo>
                <a:lnTo>
                  <a:pt x="857250" y="2571750"/>
                </a:lnTo>
                <a:lnTo>
                  <a:pt x="866775" y="2571750"/>
                </a:lnTo>
                <a:lnTo>
                  <a:pt x="866775" y="2581275"/>
                </a:lnTo>
                <a:lnTo>
                  <a:pt x="876300" y="2581275"/>
                </a:lnTo>
                <a:lnTo>
                  <a:pt x="876300" y="2590800"/>
                </a:lnTo>
                <a:lnTo>
                  <a:pt x="904875" y="2590800"/>
                </a:lnTo>
                <a:lnTo>
                  <a:pt x="904875" y="2571750"/>
                </a:lnTo>
                <a:lnTo>
                  <a:pt x="895350" y="2571750"/>
                </a:lnTo>
                <a:lnTo>
                  <a:pt x="895350" y="2581275"/>
                </a:lnTo>
                <a:lnTo>
                  <a:pt x="885825" y="2581275"/>
                </a:lnTo>
                <a:lnTo>
                  <a:pt x="885825" y="2552700"/>
                </a:lnTo>
                <a:lnTo>
                  <a:pt x="876300" y="2552700"/>
                </a:lnTo>
                <a:lnTo>
                  <a:pt x="876300" y="2543175"/>
                </a:lnTo>
                <a:lnTo>
                  <a:pt x="923925" y="2543175"/>
                </a:lnTo>
                <a:lnTo>
                  <a:pt x="923925" y="2552700"/>
                </a:lnTo>
                <a:lnTo>
                  <a:pt x="933450" y="2552700"/>
                </a:lnTo>
                <a:lnTo>
                  <a:pt x="933450" y="2543175"/>
                </a:lnTo>
                <a:lnTo>
                  <a:pt x="962025" y="2543175"/>
                </a:lnTo>
                <a:lnTo>
                  <a:pt x="962025" y="2552700"/>
                </a:lnTo>
                <a:lnTo>
                  <a:pt x="971550" y="2552700"/>
                </a:lnTo>
                <a:lnTo>
                  <a:pt x="971550" y="2571750"/>
                </a:lnTo>
                <a:lnTo>
                  <a:pt x="981075" y="2571750"/>
                </a:lnTo>
                <a:lnTo>
                  <a:pt x="981075" y="2581275"/>
                </a:lnTo>
                <a:lnTo>
                  <a:pt x="990600" y="2581275"/>
                </a:lnTo>
                <a:lnTo>
                  <a:pt x="990600" y="2590800"/>
                </a:lnTo>
                <a:lnTo>
                  <a:pt x="971550" y="2590800"/>
                </a:lnTo>
                <a:lnTo>
                  <a:pt x="971550" y="2619375"/>
                </a:lnTo>
                <a:lnTo>
                  <a:pt x="952500" y="2619375"/>
                </a:lnTo>
                <a:lnTo>
                  <a:pt x="952500" y="2628900"/>
                </a:lnTo>
                <a:lnTo>
                  <a:pt x="942975" y="2628900"/>
                </a:lnTo>
                <a:lnTo>
                  <a:pt x="942975" y="2638425"/>
                </a:lnTo>
                <a:lnTo>
                  <a:pt x="952500" y="2638425"/>
                </a:lnTo>
                <a:lnTo>
                  <a:pt x="952500" y="2657475"/>
                </a:lnTo>
                <a:lnTo>
                  <a:pt x="942975" y="2657475"/>
                </a:lnTo>
                <a:lnTo>
                  <a:pt x="942975" y="2667000"/>
                </a:lnTo>
                <a:lnTo>
                  <a:pt x="990600" y="2667000"/>
                </a:lnTo>
                <a:lnTo>
                  <a:pt x="990600" y="2657475"/>
                </a:lnTo>
                <a:lnTo>
                  <a:pt x="1028700" y="2657475"/>
                </a:lnTo>
                <a:lnTo>
                  <a:pt x="1028700" y="2647950"/>
                </a:lnTo>
                <a:lnTo>
                  <a:pt x="1038225" y="2647950"/>
                </a:lnTo>
                <a:lnTo>
                  <a:pt x="1038225" y="2667000"/>
                </a:lnTo>
                <a:lnTo>
                  <a:pt x="1057275" y="2667000"/>
                </a:lnTo>
                <a:lnTo>
                  <a:pt x="1057275" y="2657475"/>
                </a:lnTo>
                <a:lnTo>
                  <a:pt x="1066800" y="2657475"/>
                </a:lnTo>
                <a:lnTo>
                  <a:pt x="1066800" y="2667000"/>
                </a:lnTo>
                <a:lnTo>
                  <a:pt x="1076325" y="2667000"/>
                </a:lnTo>
                <a:lnTo>
                  <a:pt x="1076325" y="2657475"/>
                </a:lnTo>
                <a:lnTo>
                  <a:pt x="1085850" y="2657475"/>
                </a:lnTo>
                <a:lnTo>
                  <a:pt x="1085850" y="2628900"/>
                </a:lnTo>
                <a:lnTo>
                  <a:pt x="1095375" y="2628900"/>
                </a:lnTo>
                <a:lnTo>
                  <a:pt x="1095375" y="2609850"/>
                </a:lnTo>
                <a:lnTo>
                  <a:pt x="1123950" y="2609850"/>
                </a:lnTo>
                <a:lnTo>
                  <a:pt x="1123950" y="2619375"/>
                </a:lnTo>
                <a:lnTo>
                  <a:pt x="1133475" y="2619375"/>
                </a:lnTo>
                <a:lnTo>
                  <a:pt x="1133475" y="2600325"/>
                </a:lnTo>
                <a:lnTo>
                  <a:pt x="1114425" y="2600325"/>
                </a:lnTo>
                <a:lnTo>
                  <a:pt x="1114425" y="2590800"/>
                </a:lnTo>
                <a:lnTo>
                  <a:pt x="1133475" y="2590800"/>
                </a:lnTo>
                <a:lnTo>
                  <a:pt x="1133475" y="2581275"/>
                </a:lnTo>
                <a:lnTo>
                  <a:pt x="1152525" y="2581275"/>
                </a:lnTo>
                <a:lnTo>
                  <a:pt x="1152525" y="2571750"/>
                </a:lnTo>
                <a:lnTo>
                  <a:pt x="1190625" y="2571750"/>
                </a:lnTo>
                <a:lnTo>
                  <a:pt x="1190625" y="2581275"/>
                </a:lnTo>
                <a:lnTo>
                  <a:pt x="1200150" y="2581275"/>
                </a:lnTo>
                <a:lnTo>
                  <a:pt x="1200150" y="2590800"/>
                </a:lnTo>
                <a:lnTo>
                  <a:pt x="1209675" y="2590800"/>
                </a:lnTo>
                <a:lnTo>
                  <a:pt x="1209675" y="2581275"/>
                </a:lnTo>
                <a:lnTo>
                  <a:pt x="1219200" y="2581275"/>
                </a:lnTo>
                <a:lnTo>
                  <a:pt x="1219200" y="2571750"/>
                </a:lnTo>
                <a:lnTo>
                  <a:pt x="1228725" y="2571750"/>
                </a:lnTo>
                <a:lnTo>
                  <a:pt x="1228725" y="2581275"/>
                </a:lnTo>
                <a:lnTo>
                  <a:pt x="1238250" y="2581275"/>
                </a:lnTo>
                <a:lnTo>
                  <a:pt x="1238250" y="2590800"/>
                </a:lnTo>
                <a:lnTo>
                  <a:pt x="1257300" y="2590800"/>
                </a:lnTo>
                <a:lnTo>
                  <a:pt x="1257300" y="2571750"/>
                </a:lnTo>
                <a:lnTo>
                  <a:pt x="1247775" y="2571750"/>
                </a:lnTo>
                <a:lnTo>
                  <a:pt x="1247775" y="2552700"/>
                </a:lnTo>
                <a:lnTo>
                  <a:pt x="1266825" y="2552700"/>
                </a:lnTo>
                <a:lnTo>
                  <a:pt x="1266825" y="2543175"/>
                </a:lnTo>
                <a:lnTo>
                  <a:pt x="1447800" y="2543175"/>
                </a:lnTo>
                <a:lnTo>
                  <a:pt x="1447800" y="2552700"/>
                </a:lnTo>
                <a:lnTo>
                  <a:pt x="1438275" y="2552700"/>
                </a:lnTo>
                <a:lnTo>
                  <a:pt x="1438275" y="2562225"/>
                </a:lnTo>
                <a:lnTo>
                  <a:pt x="1419225" y="2562225"/>
                </a:lnTo>
                <a:lnTo>
                  <a:pt x="1419225" y="2552700"/>
                </a:lnTo>
                <a:lnTo>
                  <a:pt x="1381125" y="2552700"/>
                </a:lnTo>
                <a:lnTo>
                  <a:pt x="1381125" y="2571750"/>
                </a:lnTo>
                <a:lnTo>
                  <a:pt x="1409700" y="2571750"/>
                </a:lnTo>
                <a:lnTo>
                  <a:pt x="1409700" y="2581275"/>
                </a:lnTo>
                <a:lnTo>
                  <a:pt x="1466850" y="2581275"/>
                </a:lnTo>
                <a:lnTo>
                  <a:pt x="1466850" y="2571750"/>
                </a:lnTo>
                <a:lnTo>
                  <a:pt x="1476375" y="2571750"/>
                </a:lnTo>
                <a:lnTo>
                  <a:pt x="1476375" y="2581275"/>
                </a:lnTo>
                <a:lnTo>
                  <a:pt x="1485900" y="2581275"/>
                </a:lnTo>
                <a:lnTo>
                  <a:pt x="1485900" y="2600325"/>
                </a:lnTo>
                <a:lnTo>
                  <a:pt x="1476375" y="2600325"/>
                </a:lnTo>
                <a:lnTo>
                  <a:pt x="1476375" y="2590800"/>
                </a:lnTo>
                <a:lnTo>
                  <a:pt x="1466850" y="2590800"/>
                </a:lnTo>
                <a:lnTo>
                  <a:pt x="1466850" y="2619375"/>
                </a:lnTo>
                <a:lnTo>
                  <a:pt x="1457325" y="2619375"/>
                </a:lnTo>
                <a:lnTo>
                  <a:pt x="1457325" y="2628900"/>
                </a:lnTo>
                <a:lnTo>
                  <a:pt x="1466850" y="2628900"/>
                </a:lnTo>
                <a:lnTo>
                  <a:pt x="1466850" y="2638425"/>
                </a:lnTo>
                <a:lnTo>
                  <a:pt x="1504950" y="2638425"/>
                </a:lnTo>
                <a:lnTo>
                  <a:pt x="1504950" y="2628900"/>
                </a:lnTo>
                <a:lnTo>
                  <a:pt x="1514475" y="2628900"/>
                </a:lnTo>
                <a:lnTo>
                  <a:pt x="1514475" y="2638425"/>
                </a:lnTo>
                <a:lnTo>
                  <a:pt x="1524000" y="2638425"/>
                </a:lnTo>
                <a:lnTo>
                  <a:pt x="1524000" y="2667000"/>
                </a:lnTo>
                <a:lnTo>
                  <a:pt x="1504950" y="2667000"/>
                </a:lnTo>
                <a:lnTo>
                  <a:pt x="1504950" y="2676525"/>
                </a:lnTo>
                <a:lnTo>
                  <a:pt x="1495425" y="2676525"/>
                </a:lnTo>
                <a:lnTo>
                  <a:pt x="1495425" y="2686050"/>
                </a:lnTo>
                <a:lnTo>
                  <a:pt x="1504950" y="2686050"/>
                </a:lnTo>
                <a:lnTo>
                  <a:pt x="1504950" y="2705100"/>
                </a:lnTo>
                <a:lnTo>
                  <a:pt x="1514475" y="2705100"/>
                </a:lnTo>
                <a:lnTo>
                  <a:pt x="1514475" y="2695575"/>
                </a:lnTo>
                <a:lnTo>
                  <a:pt x="1524000" y="2695575"/>
                </a:lnTo>
                <a:lnTo>
                  <a:pt x="1524000" y="2714625"/>
                </a:lnTo>
                <a:lnTo>
                  <a:pt x="1514475" y="2714625"/>
                </a:lnTo>
                <a:lnTo>
                  <a:pt x="1514475" y="2724150"/>
                </a:lnTo>
                <a:lnTo>
                  <a:pt x="1466850" y="2724150"/>
                </a:lnTo>
                <a:lnTo>
                  <a:pt x="1466850" y="2733675"/>
                </a:lnTo>
                <a:lnTo>
                  <a:pt x="1447800" y="2733675"/>
                </a:lnTo>
                <a:lnTo>
                  <a:pt x="1447800" y="2724150"/>
                </a:lnTo>
                <a:lnTo>
                  <a:pt x="1419225" y="2724150"/>
                </a:lnTo>
                <a:lnTo>
                  <a:pt x="1419225" y="2733675"/>
                </a:lnTo>
                <a:lnTo>
                  <a:pt x="1409700" y="2733675"/>
                </a:lnTo>
                <a:lnTo>
                  <a:pt x="1409700" y="2743200"/>
                </a:lnTo>
                <a:lnTo>
                  <a:pt x="1390650" y="2743200"/>
                </a:lnTo>
                <a:lnTo>
                  <a:pt x="1390650" y="2752725"/>
                </a:lnTo>
                <a:lnTo>
                  <a:pt x="1381125" y="2752725"/>
                </a:lnTo>
                <a:lnTo>
                  <a:pt x="1381125" y="2743200"/>
                </a:lnTo>
                <a:lnTo>
                  <a:pt x="1371600" y="2743200"/>
                </a:lnTo>
                <a:lnTo>
                  <a:pt x="1371600" y="2733675"/>
                </a:lnTo>
                <a:lnTo>
                  <a:pt x="1343025" y="2733675"/>
                </a:lnTo>
                <a:lnTo>
                  <a:pt x="1343025" y="2724150"/>
                </a:lnTo>
                <a:lnTo>
                  <a:pt x="1333500" y="2724150"/>
                </a:lnTo>
                <a:lnTo>
                  <a:pt x="1333500" y="2733675"/>
                </a:lnTo>
                <a:lnTo>
                  <a:pt x="1314450" y="2733675"/>
                </a:lnTo>
                <a:lnTo>
                  <a:pt x="1314450" y="2724150"/>
                </a:lnTo>
                <a:lnTo>
                  <a:pt x="1295400" y="2724150"/>
                </a:lnTo>
                <a:lnTo>
                  <a:pt x="1295400" y="2733675"/>
                </a:lnTo>
                <a:lnTo>
                  <a:pt x="1276350" y="2733675"/>
                </a:lnTo>
                <a:lnTo>
                  <a:pt x="1276350" y="2724150"/>
                </a:lnTo>
                <a:lnTo>
                  <a:pt x="1266825" y="2724150"/>
                </a:lnTo>
                <a:lnTo>
                  <a:pt x="1266825" y="2714625"/>
                </a:lnTo>
                <a:lnTo>
                  <a:pt x="1247775" y="2714625"/>
                </a:lnTo>
                <a:lnTo>
                  <a:pt x="1247775" y="2724150"/>
                </a:lnTo>
                <a:lnTo>
                  <a:pt x="1238250" y="2724150"/>
                </a:lnTo>
                <a:lnTo>
                  <a:pt x="1238250" y="2667000"/>
                </a:lnTo>
                <a:lnTo>
                  <a:pt x="1228725" y="2667000"/>
                </a:lnTo>
                <a:lnTo>
                  <a:pt x="1228725" y="2705100"/>
                </a:lnTo>
                <a:lnTo>
                  <a:pt x="1219200" y="2705100"/>
                </a:lnTo>
                <a:lnTo>
                  <a:pt x="1219200" y="2733675"/>
                </a:lnTo>
                <a:lnTo>
                  <a:pt x="1162050" y="2733675"/>
                </a:lnTo>
                <a:lnTo>
                  <a:pt x="1162050" y="2724150"/>
                </a:lnTo>
                <a:lnTo>
                  <a:pt x="1152525" y="2724150"/>
                </a:lnTo>
                <a:lnTo>
                  <a:pt x="1152525" y="2705100"/>
                </a:lnTo>
                <a:lnTo>
                  <a:pt x="1143000" y="2705100"/>
                </a:lnTo>
                <a:lnTo>
                  <a:pt x="1143000" y="2686050"/>
                </a:lnTo>
                <a:lnTo>
                  <a:pt x="1152525" y="2686050"/>
                </a:lnTo>
                <a:lnTo>
                  <a:pt x="1152525" y="2667000"/>
                </a:lnTo>
                <a:lnTo>
                  <a:pt x="1123950" y="2667000"/>
                </a:lnTo>
                <a:lnTo>
                  <a:pt x="1123950" y="2676525"/>
                </a:lnTo>
                <a:lnTo>
                  <a:pt x="1104900" y="2676525"/>
                </a:lnTo>
                <a:lnTo>
                  <a:pt x="1104900" y="2686050"/>
                </a:lnTo>
                <a:lnTo>
                  <a:pt x="1095375" y="2686050"/>
                </a:lnTo>
                <a:lnTo>
                  <a:pt x="1095375" y="2695575"/>
                </a:lnTo>
                <a:lnTo>
                  <a:pt x="1066800" y="2695575"/>
                </a:lnTo>
                <a:lnTo>
                  <a:pt x="1066800" y="2714625"/>
                </a:lnTo>
                <a:lnTo>
                  <a:pt x="1057275" y="2714625"/>
                </a:lnTo>
                <a:lnTo>
                  <a:pt x="1057275" y="2695575"/>
                </a:lnTo>
                <a:lnTo>
                  <a:pt x="1019175" y="2695575"/>
                </a:lnTo>
                <a:lnTo>
                  <a:pt x="1019175" y="2686050"/>
                </a:lnTo>
                <a:lnTo>
                  <a:pt x="1009650" y="2686050"/>
                </a:lnTo>
                <a:lnTo>
                  <a:pt x="1009650" y="2676525"/>
                </a:lnTo>
                <a:lnTo>
                  <a:pt x="1000125" y="2676525"/>
                </a:lnTo>
                <a:lnTo>
                  <a:pt x="1000125" y="2695575"/>
                </a:lnTo>
                <a:lnTo>
                  <a:pt x="990600" y="2695575"/>
                </a:lnTo>
                <a:lnTo>
                  <a:pt x="990600" y="2686050"/>
                </a:lnTo>
                <a:lnTo>
                  <a:pt x="962025" y="2686050"/>
                </a:lnTo>
                <a:lnTo>
                  <a:pt x="962025" y="2695575"/>
                </a:lnTo>
                <a:lnTo>
                  <a:pt x="952500" y="2695575"/>
                </a:lnTo>
                <a:lnTo>
                  <a:pt x="952500" y="2686050"/>
                </a:lnTo>
                <a:lnTo>
                  <a:pt x="933450" y="2686050"/>
                </a:lnTo>
                <a:lnTo>
                  <a:pt x="933450" y="2647950"/>
                </a:lnTo>
                <a:lnTo>
                  <a:pt x="923925" y="2647950"/>
                </a:lnTo>
                <a:lnTo>
                  <a:pt x="923925" y="2638425"/>
                </a:lnTo>
                <a:lnTo>
                  <a:pt x="914400" y="2638425"/>
                </a:lnTo>
                <a:lnTo>
                  <a:pt x="914400" y="2628900"/>
                </a:lnTo>
                <a:lnTo>
                  <a:pt x="904875" y="2628900"/>
                </a:lnTo>
                <a:lnTo>
                  <a:pt x="904875" y="2619375"/>
                </a:lnTo>
                <a:lnTo>
                  <a:pt x="895350" y="2619375"/>
                </a:lnTo>
                <a:lnTo>
                  <a:pt x="895350" y="2609850"/>
                </a:lnTo>
                <a:lnTo>
                  <a:pt x="866775" y="2609850"/>
                </a:lnTo>
                <a:lnTo>
                  <a:pt x="866775" y="2619375"/>
                </a:lnTo>
                <a:lnTo>
                  <a:pt x="847725" y="2619375"/>
                </a:lnTo>
                <a:lnTo>
                  <a:pt x="847725" y="2609850"/>
                </a:lnTo>
                <a:lnTo>
                  <a:pt x="819150" y="2609850"/>
                </a:lnTo>
                <a:lnTo>
                  <a:pt x="819150" y="2619375"/>
                </a:lnTo>
                <a:lnTo>
                  <a:pt x="790575" y="2619375"/>
                </a:lnTo>
                <a:lnTo>
                  <a:pt x="790575" y="2609850"/>
                </a:lnTo>
                <a:lnTo>
                  <a:pt x="781050" y="2609850"/>
                </a:lnTo>
                <a:lnTo>
                  <a:pt x="781050" y="2600325"/>
                </a:lnTo>
                <a:lnTo>
                  <a:pt x="771525" y="2600325"/>
                </a:lnTo>
                <a:lnTo>
                  <a:pt x="771525" y="2590800"/>
                </a:lnTo>
                <a:lnTo>
                  <a:pt x="781050" y="2590800"/>
                </a:lnTo>
                <a:lnTo>
                  <a:pt x="781050" y="2581275"/>
                </a:lnTo>
                <a:lnTo>
                  <a:pt x="790575" y="2581275"/>
                </a:lnTo>
                <a:lnTo>
                  <a:pt x="790575" y="2571750"/>
                </a:lnTo>
                <a:lnTo>
                  <a:pt x="800100" y="2571750"/>
                </a:lnTo>
                <a:lnTo>
                  <a:pt x="800100" y="2552700"/>
                </a:lnTo>
                <a:lnTo>
                  <a:pt x="809625" y="2552700"/>
                </a:lnTo>
                <a:close/>
                <a:moveTo>
                  <a:pt x="1057275" y="2543175"/>
                </a:moveTo>
                <a:lnTo>
                  <a:pt x="1104900" y="2543175"/>
                </a:lnTo>
                <a:lnTo>
                  <a:pt x="1104900" y="2562225"/>
                </a:lnTo>
                <a:lnTo>
                  <a:pt x="1095375" y="2562225"/>
                </a:lnTo>
                <a:lnTo>
                  <a:pt x="1095375" y="2571750"/>
                </a:lnTo>
                <a:lnTo>
                  <a:pt x="1076325" y="2571750"/>
                </a:lnTo>
                <a:lnTo>
                  <a:pt x="1076325" y="2552700"/>
                </a:lnTo>
                <a:lnTo>
                  <a:pt x="1066800" y="2552700"/>
                </a:lnTo>
                <a:lnTo>
                  <a:pt x="1066800" y="2562225"/>
                </a:lnTo>
                <a:lnTo>
                  <a:pt x="1057275" y="2562225"/>
                </a:lnTo>
                <a:close/>
                <a:moveTo>
                  <a:pt x="1152525" y="2543175"/>
                </a:moveTo>
                <a:lnTo>
                  <a:pt x="1162050" y="2543175"/>
                </a:lnTo>
                <a:lnTo>
                  <a:pt x="1162050" y="2552700"/>
                </a:lnTo>
                <a:lnTo>
                  <a:pt x="1152525" y="2552700"/>
                </a:lnTo>
                <a:close/>
                <a:moveTo>
                  <a:pt x="200025" y="2571750"/>
                </a:moveTo>
                <a:lnTo>
                  <a:pt x="209550" y="2571750"/>
                </a:lnTo>
                <a:lnTo>
                  <a:pt x="209550" y="2581275"/>
                </a:lnTo>
                <a:lnTo>
                  <a:pt x="200025" y="2581275"/>
                </a:lnTo>
                <a:close/>
                <a:moveTo>
                  <a:pt x="571500" y="2571750"/>
                </a:moveTo>
                <a:lnTo>
                  <a:pt x="581025" y="2571750"/>
                </a:lnTo>
                <a:lnTo>
                  <a:pt x="581025" y="2581275"/>
                </a:lnTo>
                <a:lnTo>
                  <a:pt x="571500" y="2581275"/>
                </a:lnTo>
                <a:close/>
                <a:moveTo>
                  <a:pt x="1066800" y="2571750"/>
                </a:moveTo>
                <a:lnTo>
                  <a:pt x="1076325" y="2571750"/>
                </a:lnTo>
                <a:lnTo>
                  <a:pt x="1076325" y="2581275"/>
                </a:lnTo>
                <a:lnTo>
                  <a:pt x="1066800" y="2581275"/>
                </a:lnTo>
                <a:close/>
                <a:moveTo>
                  <a:pt x="209550" y="2581275"/>
                </a:moveTo>
                <a:lnTo>
                  <a:pt x="219075" y="2581275"/>
                </a:lnTo>
                <a:lnTo>
                  <a:pt x="219075" y="2590800"/>
                </a:lnTo>
                <a:lnTo>
                  <a:pt x="209550" y="2590800"/>
                </a:lnTo>
                <a:close/>
                <a:moveTo>
                  <a:pt x="1028700" y="2581275"/>
                </a:moveTo>
                <a:lnTo>
                  <a:pt x="1057275" y="2581275"/>
                </a:lnTo>
                <a:lnTo>
                  <a:pt x="1057275" y="2590800"/>
                </a:lnTo>
                <a:lnTo>
                  <a:pt x="1047750" y="2590800"/>
                </a:lnTo>
                <a:lnTo>
                  <a:pt x="1047750" y="2609850"/>
                </a:lnTo>
                <a:lnTo>
                  <a:pt x="1038225" y="2609850"/>
                </a:lnTo>
                <a:lnTo>
                  <a:pt x="1038225" y="2619375"/>
                </a:lnTo>
                <a:lnTo>
                  <a:pt x="1047750" y="2619375"/>
                </a:lnTo>
                <a:lnTo>
                  <a:pt x="1047750" y="2628900"/>
                </a:lnTo>
                <a:lnTo>
                  <a:pt x="1057275" y="2628900"/>
                </a:lnTo>
                <a:lnTo>
                  <a:pt x="1057275" y="2638425"/>
                </a:lnTo>
                <a:lnTo>
                  <a:pt x="1019175" y="2638425"/>
                </a:lnTo>
                <a:lnTo>
                  <a:pt x="1019175" y="2628900"/>
                </a:lnTo>
                <a:lnTo>
                  <a:pt x="1000125" y="2628900"/>
                </a:lnTo>
                <a:lnTo>
                  <a:pt x="1000125" y="2638425"/>
                </a:lnTo>
                <a:lnTo>
                  <a:pt x="1019175" y="2638425"/>
                </a:lnTo>
                <a:lnTo>
                  <a:pt x="1019175" y="2647950"/>
                </a:lnTo>
                <a:lnTo>
                  <a:pt x="990600" y="2647950"/>
                </a:lnTo>
                <a:lnTo>
                  <a:pt x="990600" y="2638425"/>
                </a:lnTo>
                <a:lnTo>
                  <a:pt x="971550" y="2638425"/>
                </a:lnTo>
                <a:lnTo>
                  <a:pt x="971550" y="2619375"/>
                </a:lnTo>
                <a:lnTo>
                  <a:pt x="990600" y="2619375"/>
                </a:lnTo>
                <a:lnTo>
                  <a:pt x="990600" y="2609850"/>
                </a:lnTo>
                <a:lnTo>
                  <a:pt x="1000125" y="2609850"/>
                </a:lnTo>
                <a:lnTo>
                  <a:pt x="1000125" y="2600325"/>
                </a:lnTo>
                <a:lnTo>
                  <a:pt x="1019175" y="2600325"/>
                </a:lnTo>
                <a:lnTo>
                  <a:pt x="1019175" y="2590800"/>
                </a:lnTo>
                <a:lnTo>
                  <a:pt x="1028700" y="2590800"/>
                </a:lnTo>
                <a:close/>
                <a:moveTo>
                  <a:pt x="1285875" y="2581275"/>
                </a:moveTo>
                <a:lnTo>
                  <a:pt x="1295400" y="2581275"/>
                </a:lnTo>
                <a:lnTo>
                  <a:pt x="1295400" y="2590800"/>
                </a:lnTo>
                <a:lnTo>
                  <a:pt x="1304925" y="2590800"/>
                </a:lnTo>
                <a:lnTo>
                  <a:pt x="1304925" y="2562225"/>
                </a:lnTo>
                <a:lnTo>
                  <a:pt x="1285875" y="2562225"/>
                </a:lnTo>
                <a:lnTo>
                  <a:pt x="1285875" y="2552700"/>
                </a:lnTo>
                <a:lnTo>
                  <a:pt x="1276350" y="2552700"/>
                </a:lnTo>
                <a:lnTo>
                  <a:pt x="1276350" y="2600325"/>
                </a:lnTo>
                <a:lnTo>
                  <a:pt x="1285875" y="2600325"/>
                </a:lnTo>
                <a:close/>
                <a:moveTo>
                  <a:pt x="609600" y="2600325"/>
                </a:moveTo>
                <a:lnTo>
                  <a:pt x="619125" y="2600325"/>
                </a:lnTo>
                <a:lnTo>
                  <a:pt x="619125" y="2609850"/>
                </a:lnTo>
                <a:lnTo>
                  <a:pt x="628650" y="2609850"/>
                </a:lnTo>
                <a:lnTo>
                  <a:pt x="628650" y="2619375"/>
                </a:lnTo>
                <a:lnTo>
                  <a:pt x="600075" y="2619375"/>
                </a:lnTo>
                <a:lnTo>
                  <a:pt x="600075" y="2609850"/>
                </a:lnTo>
                <a:lnTo>
                  <a:pt x="609600" y="2609850"/>
                </a:lnTo>
                <a:close/>
                <a:moveTo>
                  <a:pt x="942975" y="2600325"/>
                </a:moveTo>
                <a:lnTo>
                  <a:pt x="933450" y="2600325"/>
                </a:lnTo>
                <a:lnTo>
                  <a:pt x="933450" y="2609850"/>
                </a:lnTo>
                <a:lnTo>
                  <a:pt x="942975" y="2609850"/>
                </a:lnTo>
                <a:close/>
                <a:moveTo>
                  <a:pt x="942975" y="2600325"/>
                </a:moveTo>
                <a:lnTo>
                  <a:pt x="962025" y="2600325"/>
                </a:lnTo>
                <a:lnTo>
                  <a:pt x="962025" y="2590800"/>
                </a:lnTo>
                <a:lnTo>
                  <a:pt x="942975" y="2590800"/>
                </a:lnTo>
                <a:close/>
                <a:moveTo>
                  <a:pt x="1314450" y="2600325"/>
                </a:moveTo>
                <a:lnTo>
                  <a:pt x="1333500" y="2600325"/>
                </a:lnTo>
                <a:lnTo>
                  <a:pt x="1333500" y="2619375"/>
                </a:lnTo>
                <a:lnTo>
                  <a:pt x="1362075" y="2619375"/>
                </a:lnTo>
                <a:lnTo>
                  <a:pt x="1362075" y="2600325"/>
                </a:lnTo>
                <a:lnTo>
                  <a:pt x="1371600" y="2600325"/>
                </a:lnTo>
                <a:lnTo>
                  <a:pt x="1371600" y="2590800"/>
                </a:lnTo>
                <a:lnTo>
                  <a:pt x="1333500" y="2590800"/>
                </a:lnTo>
                <a:lnTo>
                  <a:pt x="1333500" y="2571750"/>
                </a:lnTo>
                <a:lnTo>
                  <a:pt x="1323975" y="2571750"/>
                </a:lnTo>
                <a:lnTo>
                  <a:pt x="1323975" y="2590800"/>
                </a:lnTo>
                <a:lnTo>
                  <a:pt x="1314450" y="2590800"/>
                </a:lnTo>
                <a:close/>
                <a:moveTo>
                  <a:pt x="647700" y="2609850"/>
                </a:moveTo>
                <a:lnTo>
                  <a:pt x="666750" y="2609850"/>
                </a:lnTo>
                <a:lnTo>
                  <a:pt x="666750" y="2619375"/>
                </a:lnTo>
                <a:lnTo>
                  <a:pt x="647700" y="2619375"/>
                </a:lnTo>
                <a:close/>
                <a:moveTo>
                  <a:pt x="400050" y="2619375"/>
                </a:moveTo>
                <a:lnTo>
                  <a:pt x="409575" y="2619375"/>
                </a:lnTo>
                <a:lnTo>
                  <a:pt x="409575" y="2628900"/>
                </a:lnTo>
                <a:lnTo>
                  <a:pt x="400050" y="2628900"/>
                </a:lnTo>
                <a:close/>
                <a:moveTo>
                  <a:pt x="1171575" y="2619375"/>
                </a:moveTo>
                <a:lnTo>
                  <a:pt x="1181100" y="2619375"/>
                </a:lnTo>
                <a:lnTo>
                  <a:pt x="1181100" y="2609850"/>
                </a:lnTo>
                <a:lnTo>
                  <a:pt x="1171575" y="2609850"/>
                </a:lnTo>
                <a:lnTo>
                  <a:pt x="1171575" y="2600325"/>
                </a:lnTo>
                <a:lnTo>
                  <a:pt x="1162050" y="2600325"/>
                </a:lnTo>
                <a:lnTo>
                  <a:pt x="1162050" y="2609850"/>
                </a:lnTo>
                <a:lnTo>
                  <a:pt x="1143000" y="2609850"/>
                </a:lnTo>
                <a:lnTo>
                  <a:pt x="1143000" y="2628900"/>
                </a:lnTo>
                <a:lnTo>
                  <a:pt x="1171575" y="2628900"/>
                </a:lnTo>
                <a:close/>
                <a:moveTo>
                  <a:pt x="1181100" y="2628900"/>
                </a:moveTo>
                <a:lnTo>
                  <a:pt x="1190625" y="2628900"/>
                </a:lnTo>
                <a:lnTo>
                  <a:pt x="1190625" y="2619375"/>
                </a:lnTo>
                <a:lnTo>
                  <a:pt x="1181100" y="2619375"/>
                </a:lnTo>
                <a:close/>
                <a:moveTo>
                  <a:pt x="1609725" y="2628900"/>
                </a:moveTo>
                <a:lnTo>
                  <a:pt x="1628775" y="2628900"/>
                </a:lnTo>
                <a:lnTo>
                  <a:pt x="1628775" y="2638425"/>
                </a:lnTo>
                <a:lnTo>
                  <a:pt x="1638300" y="2638425"/>
                </a:lnTo>
                <a:lnTo>
                  <a:pt x="1638300" y="2657475"/>
                </a:lnTo>
                <a:lnTo>
                  <a:pt x="1657350" y="2657475"/>
                </a:lnTo>
                <a:lnTo>
                  <a:pt x="1657350" y="2676525"/>
                </a:lnTo>
                <a:lnTo>
                  <a:pt x="1628775" y="2676525"/>
                </a:lnTo>
                <a:lnTo>
                  <a:pt x="1628775" y="2667000"/>
                </a:lnTo>
                <a:lnTo>
                  <a:pt x="1619250" y="2667000"/>
                </a:lnTo>
                <a:lnTo>
                  <a:pt x="1619250" y="2657475"/>
                </a:lnTo>
                <a:lnTo>
                  <a:pt x="1609725" y="2657475"/>
                </a:lnTo>
                <a:close/>
                <a:moveTo>
                  <a:pt x="1276350" y="2638425"/>
                </a:moveTo>
                <a:lnTo>
                  <a:pt x="1285875" y="2638425"/>
                </a:lnTo>
                <a:lnTo>
                  <a:pt x="1285875" y="2628900"/>
                </a:lnTo>
                <a:lnTo>
                  <a:pt x="1238250" y="2628900"/>
                </a:lnTo>
                <a:lnTo>
                  <a:pt x="1238250" y="2638425"/>
                </a:lnTo>
                <a:lnTo>
                  <a:pt x="1219200" y="2638425"/>
                </a:lnTo>
                <a:lnTo>
                  <a:pt x="1219200" y="2647950"/>
                </a:lnTo>
                <a:lnTo>
                  <a:pt x="1276350" y="2647950"/>
                </a:lnTo>
                <a:close/>
                <a:moveTo>
                  <a:pt x="1171575" y="2647950"/>
                </a:moveTo>
                <a:lnTo>
                  <a:pt x="1181100" y="2647950"/>
                </a:lnTo>
                <a:lnTo>
                  <a:pt x="1181100" y="2638425"/>
                </a:lnTo>
                <a:lnTo>
                  <a:pt x="1171575" y="2638425"/>
                </a:lnTo>
                <a:close/>
                <a:moveTo>
                  <a:pt x="1371600" y="2657475"/>
                </a:moveTo>
                <a:lnTo>
                  <a:pt x="1381125" y="2657475"/>
                </a:lnTo>
                <a:lnTo>
                  <a:pt x="1381125" y="2676525"/>
                </a:lnTo>
                <a:lnTo>
                  <a:pt x="1400175" y="2676525"/>
                </a:lnTo>
                <a:lnTo>
                  <a:pt x="1400175" y="2657475"/>
                </a:lnTo>
                <a:lnTo>
                  <a:pt x="1409700" y="2657475"/>
                </a:lnTo>
                <a:lnTo>
                  <a:pt x="1409700" y="2647950"/>
                </a:lnTo>
                <a:lnTo>
                  <a:pt x="1400175" y="2647950"/>
                </a:lnTo>
                <a:lnTo>
                  <a:pt x="1400175" y="2638425"/>
                </a:lnTo>
                <a:lnTo>
                  <a:pt x="1381125" y="2638425"/>
                </a:lnTo>
                <a:lnTo>
                  <a:pt x="1381125" y="2628900"/>
                </a:lnTo>
                <a:lnTo>
                  <a:pt x="1371600" y="2628900"/>
                </a:lnTo>
                <a:close/>
                <a:moveTo>
                  <a:pt x="1552575" y="2657475"/>
                </a:moveTo>
                <a:lnTo>
                  <a:pt x="1562100" y="2657475"/>
                </a:lnTo>
                <a:lnTo>
                  <a:pt x="1562100" y="2667000"/>
                </a:lnTo>
                <a:lnTo>
                  <a:pt x="1552575" y="2667000"/>
                </a:lnTo>
                <a:close/>
                <a:moveTo>
                  <a:pt x="923925" y="2686050"/>
                </a:moveTo>
                <a:lnTo>
                  <a:pt x="933450" y="2686050"/>
                </a:lnTo>
                <a:lnTo>
                  <a:pt x="933450" y="2695575"/>
                </a:lnTo>
                <a:lnTo>
                  <a:pt x="923925" y="2695575"/>
                </a:lnTo>
                <a:close/>
                <a:moveTo>
                  <a:pt x="914400" y="2695575"/>
                </a:moveTo>
                <a:lnTo>
                  <a:pt x="923925" y="2695575"/>
                </a:lnTo>
                <a:lnTo>
                  <a:pt x="923925" y="2714625"/>
                </a:lnTo>
                <a:lnTo>
                  <a:pt x="914400" y="2714625"/>
                </a:lnTo>
                <a:close/>
                <a:moveTo>
                  <a:pt x="1152525" y="2695575"/>
                </a:moveTo>
                <a:lnTo>
                  <a:pt x="1162050" y="2695575"/>
                </a:lnTo>
                <a:lnTo>
                  <a:pt x="1162050" y="2686050"/>
                </a:lnTo>
                <a:lnTo>
                  <a:pt x="1152525" y="2686050"/>
                </a:lnTo>
                <a:close/>
                <a:moveTo>
                  <a:pt x="1171575" y="2695575"/>
                </a:moveTo>
                <a:lnTo>
                  <a:pt x="1181100" y="2695575"/>
                </a:lnTo>
                <a:lnTo>
                  <a:pt x="1181100" y="2686050"/>
                </a:lnTo>
                <a:lnTo>
                  <a:pt x="1171575" y="2686050"/>
                </a:lnTo>
                <a:close/>
                <a:moveTo>
                  <a:pt x="190500" y="2705100"/>
                </a:moveTo>
                <a:lnTo>
                  <a:pt x="200025" y="2705100"/>
                </a:lnTo>
                <a:lnTo>
                  <a:pt x="200025" y="2714625"/>
                </a:lnTo>
                <a:lnTo>
                  <a:pt x="190500" y="2714625"/>
                </a:lnTo>
                <a:close/>
                <a:moveTo>
                  <a:pt x="438150" y="2705100"/>
                </a:moveTo>
                <a:lnTo>
                  <a:pt x="447675" y="2705100"/>
                </a:lnTo>
                <a:lnTo>
                  <a:pt x="447675" y="2714625"/>
                </a:lnTo>
                <a:lnTo>
                  <a:pt x="438150" y="2714625"/>
                </a:lnTo>
                <a:close/>
                <a:moveTo>
                  <a:pt x="1190625" y="2705100"/>
                </a:moveTo>
                <a:lnTo>
                  <a:pt x="1209675" y="2705100"/>
                </a:lnTo>
                <a:lnTo>
                  <a:pt x="1209675" y="2686050"/>
                </a:lnTo>
                <a:lnTo>
                  <a:pt x="1190625" y="2686050"/>
                </a:lnTo>
                <a:close/>
                <a:moveTo>
                  <a:pt x="800100" y="2714625"/>
                </a:moveTo>
                <a:lnTo>
                  <a:pt x="828675" y="2714625"/>
                </a:lnTo>
                <a:lnTo>
                  <a:pt x="828675" y="2724150"/>
                </a:lnTo>
                <a:lnTo>
                  <a:pt x="800100" y="2724150"/>
                </a:lnTo>
                <a:close/>
                <a:moveTo>
                  <a:pt x="1162050" y="2714625"/>
                </a:moveTo>
                <a:lnTo>
                  <a:pt x="1171575" y="2714625"/>
                </a:lnTo>
                <a:lnTo>
                  <a:pt x="1171575" y="2705100"/>
                </a:lnTo>
                <a:lnTo>
                  <a:pt x="1162050" y="2705100"/>
                </a:lnTo>
                <a:close/>
                <a:moveTo>
                  <a:pt x="1543050" y="2714625"/>
                </a:moveTo>
                <a:lnTo>
                  <a:pt x="1552575" y="2714625"/>
                </a:lnTo>
                <a:lnTo>
                  <a:pt x="1552575" y="2733675"/>
                </a:lnTo>
                <a:lnTo>
                  <a:pt x="1543050" y="2733675"/>
                </a:lnTo>
                <a:close/>
                <a:moveTo>
                  <a:pt x="1047750" y="2724150"/>
                </a:moveTo>
                <a:lnTo>
                  <a:pt x="1057275" y="2724150"/>
                </a:lnTo>
                <a:lnTo>
                  <a:pt x="1057275" y="2733675"/>
                </a:lnTo>
                <a:lnTo>
                  <a:pt x="1047750" y="2733675"/>
                </a:lnTo>
                <a:close/>
                <a:moveTo>
                  <a:pt x="1343025" y="2724150"/>
                </a:moveTo>
                <a:lnTo>
                  <a:pt x="1352550" y="2724150"/>
                </a:lnTo>
                <a:lnTo>
                  <a:pt x="1352550" y="2714625"/>
                </a:lnTo>
                <a:lnTo>
                  <a:pt x="1343025" y="2714625"/>
                </a:lnTo>
                <a:close/>
                <a:moveTo>
                  <a:pt x="1562100" y="2724150"/>
                </a:moveTo>
                <a:lnTo>
                  <a:pt x="1571625" y="2724150"/>
                </a:lnTo>
                <a:lnTo>
                  <a:pt x="1571625" y="2733675"/>
                </a:lnTo>
                <a:lnTo>
                  <a:pt x="1562100" y="2733675"/>
                </a:lnTo>
                <a:close/>
                <a:moveTo>
                  <a:pt x="1009650" y="2733675"/>
                </a:moveTo>
                <a:lnTo>
                  <a:pt x="1047750" y="2733675"/>
                </a:lnTo>
                <a:lnTo>
                  <a:pt x="1047750" y="2743200"/>
                </a:lnTo>
                <a:lnTo>
                  <a:pt x="1009650" y="2743200"/>
                </a:lnTo>
                <a:close/>
                <a:moveTo>
                  <a:pt x="1238250" y="2733675"/>
                </a:moveTo>
                <a:lnTo>
                  <a:pt x="1247775" y="2733675"/>
                </a:lnTo>
                <a:lnTo>
                  <a:pt x="1247775" y="2743200"/>
                </a:lnTo>
                <a:lnTo>
                  <a:pt x="1238250" y="2743200"/>
                </a:lnTo>
                <a:close/>
                <a:moveTo>
                  <a:pt x="1562100" y="2762250"/>
                </a:moveTo>
                <a:lnTo>
                  <a:pt x="1571625" y="2762250"/>
                </a:lnTo>
                <a:lnTo>
                  <a:pt x="1571625" y="2771775"/>
                </a:lnTo>
                <a:lnTo>
                  <a:pt x="1562100" y="2771775"/>
                </a:lnTo>
                <a:close/>
                <a:moveTo>
                  <a:pt x="1428750" y="2771775"/>
                </a:moveTo>
                <a:lnTo>
                  <a:pt x="1438275" y="2771775"/>
                </a:lnTo>
                <a:lnTo>
                  <a:pt x="1438275" y="2790825"/>
                </a:lnTo>
                <a:lnTo>
                  <a:pt x="1428750" y="2790825"/>
                </a:lnTo>
                <a:lnTo>
                  <a:pt x="1428750" y="2800350"/>
                </a:lnTo>
                <a:lnTo>
                  <a:pt x="1419225" y="2800350"/>
                </a:lnTo>
                <a:lnTo>
                  <a:pt x="1419225" y="2790825"/>
                </a:lnTo>
                <a:lnTo>
                  <a:pt x="1400175" y="2790825"/>
                </a:lnTo>
                <a:lnTo>
                  <a:pt x="1400175" y="2800350"/>
                </a:lnTo>
                <a:lnTo>
                  <a:pt x="1390650" y="2800350"/>
                </a:lnTo>
                <a:lnTo>
                  <a:pt x="1390650" y="2809875"/>
                </a:lnTo>
                <a:lnTo>
                  <a:pt x="1381125" y="2809875"/>
                </a:lnTo>
                <a:lnTo>
                  <a:pt x="1381125" y="2819400"/>
                </a:lnTo>
                <a:lnTo>
                  <a:pt x="1371600" y="2819400"/>
                </a:lnTo>
                <a:lnTo>
                  <a:pt x="1371600" y="2800350"/>
                </a:lnTo>
                <a:lnTo>
                  <a:pt x="1362075" y="2800350"/>
                </a:lnTo>
                <a:lnTo>
                  <a:pt x="1362075" y="2790825"/>
                </a:lnTo>
                <a:lnTo>
                  <a:pt x="1381125" y="2790825"/>
                </a:lnTo>
                <a:lnTo>
                  <a:pt x="1381125" y="2781300"/>
                </a:lnTo>
                <a:lnTo>
                  <a:pt x="1428750" y="2781300"/>
                </a:lnTo>
                <a:close/>
                <a:moveTo>
                  <a:pt x="1524000" y="2781300"/>
                </a:moveTo>
                <a:lnTo>
                  <a:pt x="1543050" y="2781300"/>
                </a:lnTo>
                <a:lnTo>
                  <a:pt x="1543050" y="2790825"/>
                </a:lnTo>
                <a:lnTo>
                  <a:pt x="1552575" y="2790825"/>
                </a:lnTo>
                <a:lnTo>
                  <a:pt x="1552575" y="2828925"/>
                </a:lnTo>
                <a:lnTo>
                  <a:pt x="1562100" y="2828925"/>
                </a:lnTo>
                <a:lnTo>
                  <a:pt x="1562100" y="2809875"/>
                </a:lnTo>
                <a:lnTo>
                  <a:pt x="1571625" y="2809875"/>
                </a:lnTo>
                <a:lnTo>
                  <a:pt x="1571625" y="2838450"/>
                </a:lnTo>
                <a:lnTo>
                  <a:pt x="1562100" y="2838450"/>
                </a:lnTo>
                <a:lnTo>
                  <a:pt x="1562100" y="2847975"/>
                </a:lnTo>
                <a:lnTo>
                  <a:pt x="1533525" y="2847975"/>
                </a:lnTo>
                <a:lnTo>
                  <a:pt x="1533525" y="2838450"/>
                </a:lnTo>
                <a:lnTo>
                  <a:pt x="1524000" y="2838450"/>
                </a:lnTo>
                <a:lnTo>
                  <a:pt x="1524000" y="2819400"/>
                </a:lnTo>
                <a:lnTo>
                  <a:pt x="1514475" y="2819400"/>
                </a:lnTo>
                <a:lnTo>
                  <a:pt x="1514475" y="2800350"/>
                </a:lnTo>
                <a:lnTo>
                  <a:pt x="1533525" y="2800350"/>
                </a:lnTo>
                <a:lnTo>
                  <a:pt x="1533525" y="2790825"/>
                </a:lnTo>
                <a:lnTo>
                  <a:pt x="1524000" y="2790825"/>
                </a:lnTo>
                <a:close/>
                <a:moveTo>
                  <a:pt x="200025" y="2790825"/>
                </a:moveTo>
                <a:lnTo>
                  <a:pt x="219075" y="2790825"/>
                </a:lnTo>
                <a:lnTo>
                  <a:pt x="219075" y="2800350"/>
                </a:lnTo>
                <a:lnTo>
                  <a:pt x="228600" y="2800350"/>
                </a:lnTo>
                <a:lnTo>
                  <a:pt x="228600" y="2819400"/>
                </a:lnTo>
                <a:lnTo>
                  <a:pt x="219075" y="2819400"/>
                </a:lnTo>
                <a:lnTo>
                  <a:pt x="219075" y="2838450"/>
                </a:lnTo>
                <a:lnTo>
                  <a:pt x="209550" y="2838450"/>
                </a:lnTo>
                <a:lnTo>
                  <a:pt x="209550" y="2809875"/>
                </a:lnTo>
                <a:lnTo>
                  <a:pt x="200025" y="2809875"/>
                </a:lnTo>
                <a:close/>
                <a:moveTo>
                  <a:pt x="238125" y="2809875"/>
                </a:moveTo>
                <a:lnTo>
                  <a:pt x="266700" y="2809875"/>
                </a:lnTo>
                <a:lnTo>
                  <a:pt x="266700" y="2819400"/>
                </a:lnTo>
                <a:lnTo>
                  <a:pt x="257175" y="2819400"/>
                </a:lnTo>
                <a:lnTo>
                  <a:pt x="257175" y="2828925"/>
                </a:lnTo>
                <a:lnTo>
                  <a:pt x="247650" y="2828925"/>
                </a:lnTo>
                <a:lnTo>
                  <a:pt x="247650" y="2819400"/>
                </a:lnTo>
                <a:lnTo>
                  <a:pt x="238125" y="2819400"/>
                </a:lnTo>
                <a:close/>
                <a:moveTo>
                  <a:pt x="390525" y="2809875"/>
                </a:moveTo>
                <a:lnTo>
                  <a:pt x="409575" y="2809875"/>
                </a:lnTo>
                <a:lnTo>
                  <a:pt x="409575" y="2819400"/>
                </a:lnTo>
                <a:lnTo>
                  <a:pt x="400050" y="2819400"/>
                </a:lnTo>
                <a:lnTo>
                  <a:pt x="400050" y="2847975"/>
                </a:lnTo>
                <a:lnTo>
                  <a:pt x="390525" y="2847975"/>
                </a:lnTo>
                <a:lnTo>
                  <a:pt x="390525" y="2838450"/>
                </a:lnTo>
                <a:lnTo>
                  <a:pt x="381000" y="2838450"/>
                </a:lnTo>
                <a:lnTo>
                  <a:pt x="381000" y="2828925"/>
                </a:lnTo>
                <a:lnTo>
                  <a:pt x="390525" y="2828925"/>
                </a:lnTo>
                <a:close/>
                <a:moveTo>
                  <a:pt x="1438275" y="2809875"/>
                </a:moveTo>
                <a:lnTo>
                  <a:pt x="1447800" y="2809875"/>
                </a:lnTo>
                <a:lnTo>
                  <a:pt x="1447800" y="2838450"/>
                </a:lnTo>
                <a:lnTo>
                  <a:pt x="1428750" y="2838450"/>
                </a:lnTo>
                <a:lnTo>
                  <a:pt x="1428750" y="2819400"/>
                </a:lnTo>
                <a:lnTo>
                  <a:pt x="1438275" y="2819400"/>
                </a:lnTo>
                <a:close/>
                <a:moveTo>
                  <a:pt x="409575" y="2819400"/>
                </a:moveTo>
                <a:lnTo>
                  <a:pt x="419100" y="2819400"/>
                </a:lnTo>
                <a:lnTo>
                  <a:pt x="419100" y="2828925"/>
                </a:lnTo>
                <a:lnTo>
                  <a:pt x="409575" y="2828925"/>
                </a:lnTo>
                <a:close/>
                <a:moveTo>
                  <a:pt x="1343025" y="2819400"/>
                </a:moveTo>
                <a:lnTo>
                  <a:pt x="1352550" y="2819400"/>
                </a:lnTo>
                <a:lnTo>
                  <a:pt x="1352550" y="2828925"/>
                </a:lnTo>
                <a:lnTo>
                  <a:pt x="1343025" y="2828925"/>
                </a:lnTo>
                <a:close/>
                <a:moveTo>
                  <a:pt x="466725" y="2828925"/>
                </a:moveTo>
                <a:lnTo>
                  <a:pt x="523875" y="2828925"/>
                </a:lnTo>
                <a:lnTo>
                  <a:pt x="523875" y="2838450"/>
                </a:lnTo>
                <a:lnTo>
                  <a:pt x="504825" y="2838450"/>
                </a:lnTo>
                <a:lnTo>
                  <a:pt x="504825" y="2847975"/>
                </a:lnTo>
                <a:lnTo>
                  <a:pt x="466725" y="2847975"/>
                </a:lnTo>
                <a:close/>
                <a:moveTo>
                  <a:pt x="533400" y="2828925"/>
                </a:moveTo>
                <a:lnTo>
                  <a:pt x="542925" y="2828925"/>
                </a:lnTo>
                <a:lnTo>
                  <a:pt x="542925" y="2838450"/>
                </a:lnTo>
                <a:lnTo>
                  <a:pt x="533400" y="2838450"/>
                </a:lnTo>
                <a:close/>
                <a:moveTo>
                  <a:pt x="1238250" y="2828925"/>
                </a:moveTo>
                <a:lnTo>
                  <a:pt x="1257300" y="2828925"/>
                </a:lnTo>
                <a:lnTo>
                  <a:pt x="1257300" y="2838450"/>
                </a:lnTo>
                <a:lnTo>
                  <a:pt x="1266825" y="2838450"/>
                </a:lnTo>
                <a:lnTo>
                  <a:pt x="1266825" y="2847975"/>
                </a:lnTo>
                <a:lnTo>
                  <a:pt x="1238250" y="2847975"/>
                </a:lnTo>
                <a:close/>
                <a:moveTo>
                  <a:pt x="247650" y="2981325"/>
                </a:moveTo>
                <a:lnTo>
                  <a:pt x="276225" y="2981325"/>
                </a:lnTo>
                <a:lnTo>
                  <a:pt x="276225" y="2990850"/>
                </a:lnTo>
                <a:lnTo>
                  <a:pt x="247650" y="2990850"/>
                </a:lnTo>
                <a:close/>
                <a:moveTo>
                  <a:pt x="476250" y="2981325"/>
                </a:moveTo>
                <a:lnTo>
                  <a:pt x="504825" y="2981325"/>
                </a:lnTo>
                <a:lnTo>
                  <a:pt x="504825" y="2990850"/>
                </a:lnTo>
                <a:lnTo>
                  <a:pt x="485775" y="2990850"/>
                </a:lnTo>
                <a:lnTo>
                  <a:pt x="485775" y="3009900"/>
                </a:lnTo>
                <a:lnTo>
                  <a:pt x="457200" y="3009900"/>
                </a:lnTo>
                <a:lnTo>
                  <a:pt x="457200" y="2990850"/>
                </a:lnTo>
                <a:lnTo>
                  <a:pt x="476250" y="2990850"/>
                </a:lnTo>
                <a:close/>
                <a:moveTo>
                  <a:pt x="581025" y="2981325"/>
                </a:moveTo>
                <a:lnTo>
                  <a:pt x="590550" y="2981325"/>
                </a:lnTo>
                <a:lnTo>
                  <a:pt x="590550" y="2990850"/>
                </a:lnTo>
                <a:lnTo>
                  <a:pt x="581025" y="2990850"/>
                </a:lnTo>
                <a:close/>
                <a:moveTo>
                  <a:pt x="209550" y="2990850"/>
                </a:moveTo>
                <a:lnTo>
                  <a:pt x="238125" y="2990850"/>
                </a:lnTo>
                <a:lnTo>
                  <a:pt x="238125" y="3000375"/>
                </a:lnTo>
                <a:lnTo>
                  <a:pt x="228600" y="3000375"/>
                </a:lnTo>
                <a:lnTo>
                  <a:pt x="228600" y="3009900"/>
                </a:lnTo>
                <a:lnTo>
                  <a:pt x="219075" y="3009900"/>
                </a:lnTo>
                <a:lnTo>
                  <a:pt x="219075" y="3028950"/>
                </a:lnTo>
                <a:lnTo>
                  <a:pt x="200025" y="3028950"/>
                </a:lnTo>
                <a:lnTo>
                  <a:pt x="200025" y="3009900"/>
                </a:lnTo>
                <a:lnTo>
                  <a:pt x="209550" y="3009900"/>
                </a:lnTo>
                <a:close/>
                <a:moveTo>
                  <a:pt x="1609725" y="2990850"/>
                </a:moveTo>
                <a:lnTo>
                  <a:pt x="1628775" y="2990850"/>
                </a:lnTo>
                <a:lnTo>
                  <a:pt x="1628775" y="3000375"/>
                </a:lnTo>
                <a:lnTo>
                  <a:pt x="1609725" y="3000375"/>
                </a:lnTo>
                <a:close/>
                <a:moveTo>
                  <a:pt x="304800" y="3000375"/>
                </a:moveTo>
                <a:lnTo>
                  <a:pt x="314325" y="3000375"/>
                </a:lnTo>
                <a:lnTo>
                  <a:pt x="314325" y="3009900"/>
                </a:lnTo>
                <a:lnTo>
                  <a:pt x="304800" y="3009900"/>
                </a:lnTo>
                <a:close/>
                <a:moveTo>
                  <a:pt x="1628775" y="3000375"/>
                </a:moveTo>
                <a:lnTo>
                  <a:pt x="1657350" y="3000375"/>
                </a:lnTo>
                <a:lnTo>
                  <a:pt x="1657350" y="3009900"/>
                </a:lnTo>
                <a:lnTo>
                  <a:pt x="1628775" y="3009900"/>
                </a:lnTo>
                <a:close/>
                <a:moveTo>
                  <a:pt x="314325" y="3009900"/>
                </a:moveTo>
                <a:lnTo>
                  <a:pt x="323850" y="3009900"/>
                </a:lnTo>
                <a:lnTo>
                  <a:pt x="323850" y="3019425"/>
                </a:lnTo>
                <a:lnTo>
                  <a:pt x="314325" y="3019425"/>
                </a:lnTo>
                <a:close/>
                <a:moveTo>
                  <a:pt x="1590675" y="3009900"/>
                </a:moveTo>
                <a:lnTo>
                  <a:pt x="1600200" y="3009900"/>
                </a:lnTo>
                <a:lnTo>
                  <a:pt x="1600200" y="3028950"/>
                </a:lnTo>
                <a:lnTo>
                  <a:pt x="1590675" y="3028950"/>
                </a:lnTo>
                <a:close/>
                <a:moveTo>
                  <a:pt x="352425" y="3019425"/>
                </a:moveTo>
                <a:lnTo>
                  <a:pt x="361950" y="3019425"/>
                </a:lnTo>
                <a:lnTo>
                  <a:pt x="361950" y="3028950"/>
                </a:lnTo>
                <a:lnTo>
                  <a:pt x="352425" y="3028950"/>
                </a:lnTo>
                <a:close/>
                <a:moveTo>
                  <a:pt x="1657350" y="3048000"/>
                </a:moveTo>
                <a:lnTo>
                  <a:pt x="1666875" y="3048000"/>
                </a:lnTo>
                <a:lnTo>
                  <a:pt x="1666875" y="3086100"/>
                </a:lnTo>
                <a:lnTo>
                  <a:pt x="1657350" y="3086100"/>
                </a:lnTo>
                <a:close/>
                <a:moveTo>
                  <a:pt x="723900" y="3057525"/>
                </a:moveTo>
                <a:lnTo>
                  <a:pt x="733425" y="3057525"/>
                </a:lnTo>
                <a:lnTo>
                  <a:pt x="733425" y="3067050"/>
                </a:lnTo>
                <a:lnTo>
                  <a:pt x="723900" y="3067050"/>
                </a:lnTo>
                <a:close/>
                <a:moveTo>
                  <a:pt x="952500" y="3057525"/>
                </a:moveTo>
                <a:lnTo>
                  <a:pt x="962025" y="3057525"/>
                </a:lnTo>
                <a:lnTo>
                  <a:pt x="962025" y="3067050"/>
                </a:lnTo>
                <a:lnTo>
                  <a:pt x="952500" y="3067050"/>
                </a:lnTo>
                <a:close/>
                <a:moveTo>
                  <a:pt x="428625" y="3067050"/>
                </a:moveTo>
                <a:lnTo>
                  <a:pt x="457200" y="3067050"/>
                </a:lnTo>
                <a:lnTo>
                  <a:pt x="457200" y="3076575"/>
                </a:lnTo>
                <a:lnTo>
                  <a:pt x="438150" y="3076575"/>
                </a:lnTo>
                <a:lnTo>
                  <a:pt x="438150" y="3086100"/>
                </a:lnTo>
                <a:lnTo>
                  <a:pt x="409575" y="3086100"/>
                </a:lnTo>
                <a:lnTo>
                  <a:pt x="409575" y="3076575"/>
                </a:lnTo>
                <a:lnTo>
                  <a:pt x="428625" y="3076575"/>
                </a:lnTo>
                <a:close/>
                <a:moveTo>
                  <a:pt x="1533525" y="3067050"/>
                </a:moveTo>
                <a:lnTo>
                  <a:pt x="1543050" y="3067050"/>
                </a:lnTo>
                <a:lnTo>
                  <a:pt x="1543050" y="3076575"/>
                </a:lnTo>
                <a:lnTo>
                  <a:pt x="1533525" y="3076575"/>
                </a:lnTo>
                <a:close/>
                <a:moveTo>
                  <a:pt x="1533525" y="3095625"/>
                </a:moveTo>
                <a:lnTo>
                  <a:pt x="1543050" y="3095625"/>
                </a:lnTo>
                <a:lnTo>
                  <a:pt x="1543050" y="3114675"/>
                </a:lnTo>
                <a:lnTo>
                  <a:pt x="1533525" y="3114675"/>
                </a:lnTo>
                <a:close/>
                <a:moveTo>
                  <a:pt x="1485900" y="3114675"/>
                </a:moveTo>
                <a:lnTo>
                  <a:pt x="1495425" y="3114675"/>
                </a:lnTo>
                <a:lnTo>
                  <a:pt x="1495425" y="3124200"/>
                </a:lnTo>
                <a:lnTo>
                  <a:pt x="1485900" y="3124200"/>
                </a:lnTo>
                <a:close/>
                <a:moveTo>
                  <a:pt x="1466850" y="3124200"/>
                </a:moveTo>
                <a:lnTo>
                  <a:pt x="1485900" y="3124200"/>
                </a:lnTo>
                <a:lnTo>
                  <a:pt x="1485900" y="3133725"/>
                </a:lnTo>
                <a:lnTo>
                  <a:pt x="1476375" y="3133725"/>
                </a:lnTo>
                <a:lnTo>
                  <a:pt x="1476375" y="3143250"/>
                </a:lnTo>
                <a:lnTo>
                  <a:pt x="1447800" y="3143250"/>
                </a:lnTo>
                <a:lnTo>
                  <a:pt x="1447800" y="3133725"/>
                </a:lnTo>
                <a:lnTo>
                  <a:pt x="1466850" y="3133725"/>
                </a:lnTo>
                <a:close/>
                <a:moveTo>
                  <a:pt x="819150" y="3133725"/>
                </a:moveTo>
                <a:lnTo>
                  <a:pt x="828675" y="3133725"/>
                </a:lnTo>
                <a:lnTo>
                  <a:pt x="828675" y="3143250"/>
                </a:lnTo>
                <a:lnTo>
                  <a:pt x="819150" y="3143250"/>
                </a:lnTo>
                <a:close/>
                <a:moveTo>
                  <a:pt x="876300" y="3133725"/>
                </a:moveTo>
                <a:lnTo>
                  <a:pt x="885825" y="3133725"/>
                </a:lnTo>
                <a:lnTo>
                  <a:pt x="885825" y="3143250"/>
                </a:lnTo>
                <a:lnTo>
                  <a:pt x="876300" y="3143250"/>
                </a:lnTo>
                <a:close/>
                <a:moveTo>
                  <a:pt x="1038225" y="3133725"/>
                </a:moveTo>
                <a:lnTo>
                  <a:pt x="1057275" y="3133725"/>
                </a:lnTo>
                <a:lnTo>
                  <a:pt x="1057275" y="3143250"/>
                </a:lnTo>
                <a:lnTo>
                  <a:pt x="1038225" y="3143250"/>
                </a:lnTo>
                <a:close/>
                <a:moveTo>
                  <a:pt x="1552575" y="3133725"/>
                </a:moveTo>
                <a:lnTo>
                  <a:pt x="1562100" y="3133725"/>
                </a:lnTo>
                <a:lnTo>
                  <a:pt x="1562100" y="3143250"/>
                </a:lnTo>
                <a:lnTo>
                  <a:pt x="1552575" y="3143250"/>
                </a:lnTo>
                <a:close/>
                <a:moveTo>
                  <a:pt x="1562100" y="3143250"/>
                </a:moveTo>
                <a:lnTo>
                  <a:pt x="1571625" y="3143250"/>
                </a:lnTo>
                <a:lnTo>
                  <a:pt x="1571625" y="3152775"/>
                </a:lnTo>
                <a:lnTo>
                  <a:pt x="1562100" y="3152775"/>
                </a:lnTo>
                <a:close/>
                <a:moveTo>
                  <a:pt x="1362075" y="3152775"/>
                </a:moveTo>
                <a:lnTo>
                  <a:pt x="1381125" y="3152775"/>
                </a:lnTo>
                <a:lnTo>
                  <a:pt x="1381125" y="3162300"/>
                </a:lnTo>
                <a:lnTo>
                  <a:pt x="1362075" y="3162300"/>
                </a:lnTo>
                <a:close/>
                <a:moveTo>
                  <a:pt x="523875" y="3162300"/>
                </a:moveTo>
                <a:lnTo>
                  <a:pt x="533400" y="3162300"/>
                </a:lnTo>
                <a:lnTo>
                  <a:pt x="533400" y="3181350"/>
                </a:lnTo>
                <a:lnTo>
                  <a:pt x="514350" y="3181350"/>
                </a:lnTo>
                <a:lnTo>
                  <a:pt x="514350" y="3171825"/>
                </a:lnTo>
                <a:lnTo>
                  <a:pt x="523875" y="3171825"/>
                </a:lnTo>
                <a:close/>
                <a:moveTo>
                  <a:pt x="695325" y="3162300"/>
                </a:moveTo>
                <a:lnTo>
                  <a:pt x="704850" y="3162300"/>
                </a:lnTo>
                <a:lnTo>
                  <a:pt x="704850" y="3171825"/>
                </a:lnTo>
                <a:lnTo>
                  <a:pt x="695325" y="3171825"/>
                </a:lnTo>
                <a:close/>
                <a:moveTo>
                  <a:pt x="714375" y="3162300"/>
                </a:moveTo>
                <a:lnTo>
                  <a:pt x="723900" y="3162300"/>
                </a:lnTo>
                <a:lnTo>
                  <a:pt x="723900" y="3171825"/>
                </a:lnTo>
                <a:lnTo>
                  <a:pt x="714375" y="3171825"/>
                </a:lnTo>
                <a:close/>
                <a:moveTo>
                  <a:pt x="1209675" y="3162300"/>
                </a:moveTo>
                <a:lnTo>
                  <a:pt x="1228725" y="3162300"/>
                </a:lnTo>
                <a:lnTo>
                  <a:pt x="1228725" y="3190875"/>
                </a:lnTo>
                <a:lnTo>
                  <a:pt x="1219200" y="3190875"/>
                </a:lnTo>
                <a:lnTo>
                  <a:pt x="1219200" y="3181350"/>
                </a:lnTo>
                <a:lnTo>
                  <a:pt x="1209675" y="3181350"/>
                </a:lnTo>
                <a:close/>
                <a:moveTo>
                  <a:pt x="1295400" y="3162300"/>
                </a:moveTo>
                <a:lnTo>
                  <a:pt x="1314450" y="3162300"/>
                </a:lnTo>
                <a:lnTo>
                  <a:pt x="1314450" y="3171825"/>
                </a:lnTo>
                <a:lnTo>
                  <a:pt x="1323975" y="3171825"/>
                </a:lnTo>
                <a:lnTo>
                  <a:pt x="1323975" y="3190875"/>
                </a:lnTo>
                <a:lnTo>
                  <a:pt x="1304925" y="3190875"/>
                </a:lnTo>
                <a:lnTo>
                  <a:pt x="1304925" y="3181350"/>
                </a:lnTo>
                <a:lnTo>
                  <a:pt x="1285875" y="3181350"/>
                </a:lnTo>
                <a:lnTo>
                  <a:pt x="1285875" y="3171825"/>
                </a:lnTo>
                <a:lnTo>
                  <a:pt x="1295400" y="3171825"/>
                </a:lnTo>
                <a:close/>
                <a:moveTo>
                  <a:pt x="1352550" y="3162300"/>
                </a:moveTo>
                <a:lnTo>
                  <a:pt x="1362075" y="3162300"/>
                </a:lnTo>
                <a:lnTo>
                  <a:pt x="1362075" y="3171825"/>
                </a:lnTo>
                <a:lnTo>
                  <a:pt x="1352550" y="3171825"/>
                </a:lnTo>
                <a:close/>
                <a:moveTo>
                  <a:pt x="771525" y="3190875"/>
                </a:moveTo>
                <a:lnTo>
                  <a:pt x="781050" y="3190875"/>
                </a:lnTo>
                <a:lnTo>
                  <a:pt x="781050" y="3209925"/>
                </a:lnTo>
                <a:lnTo>
                  <a:pt x="771525" y="3209925"/>
                </a:lnTo>
                <a:close/>
                <a:moveTo>
                  <a:pt x="200025" y="3209925"/>
                </a:moveTo>
                <a:lnTo>
                  <a:pt x="209550" y="3209925"/>
                </a:lnTo>
                <a:lnTo>
                  <a:pt x="209550" y="3228975"/>
                </a:lnTo>
                <a:lnTo>
                  <a:pt x="200025" y="3228975"/>
                </a:lnTo>
                <a:close/>
                <a:moveTo>
                  <a:pt x="447675" y="3209925"/>
                </a:moveTo>
                <a:lnTo>
                  <a:pt x="457200" y="3209925"/>
                </a:lnTo>
                <a:lnTo>
                  <a:pt x="457200" y="3219450"/>
                </a:lnTo>
                <a:lnTo>
                  <a:pt x="447675" y="3219450"/>
                </a:lnTo>
                <a:close/>
                <a:moveTo>
                  <a:pt x="419100" y="3219450"/>
                </a:moveTo>
                <a:lnTo>
                  <a:pt x="447675" y="3219450"/>
                </a:lnTo>
                <a:lnTo>
                  <a:pt x="447675" y="3228975"/>
                </a:lnTo>
                <a:lnTo>
                  <a:pt x="428625" y="3228975"/>
                </a:lnTo>
                <a:lnTo>
                  <a:pt x="428625" y="3238500"/>
                </a:lnTo>
                <a:lnTo>
                  <a:pt x="409575" y="3238500"/>
                </a:lnTo>
                <a:lnTo>
                  <a:pt x="409575" y="3228975"/>
                </a:lnTo>
                <a:lnTo>
                  <a:pt x="419100" y="3228975"/>
                </a:lnTo>
                <a:close/>
                <a:moveTo>
                  <a:pt x="190500" y="3228975"/>
                </a:moveTo>
                <a:lnTo>
                  <a:pt x="200025" y="3228975"/>
                </a:lnTo>
                <a:lnTo>
                  <a:pt x="200025" y="3238500"/>
                </a:lnTo>
                <a:lnTo>
                  <a:pt x="190500" y="3238500"/>
                </a:lnTo>
                <a:close/>
                <a:moveTo>
                  <a:pt x="657225" y="3238500"/>
                </a:moveTo>
                <a:lnTo>
                  <a:pt x="676275" y="3238500"/>
                </a:lnTo>
                <a:lnTo>
                  <a:pt x="676275" y="3248025"/>
                </a:lnTo>
                <a:lnTo>
                  <a:pt x="657225" y="3248025"/>
                </a:lnTo>
                <a:close/>
                <a:moveTo>
                  <a:pt x="1171575" y="3238500"/>
                </a:moveTo>
                <a:lnTo>
                  <a:pt x="1181100" y="3238500"/>
                </a:lnTo>
                <a:lnTo>
                  <a:pt x="1181100" y="3248025"/>
                </a:lnTo>
                <a:lnTo>
                  <a:pt x="1190625" y="3248025"/>
                </a:lnTo>
                <a:lnTo>
                  <a:pt x="1190625" y="3257550"/>
                </a:lnTo>
                <a:lnTo>
                  <a:pt x="1200150" y="3257550"/>
                </a:lnTo>
                <a:lnTo>
                  <a:pt x="1200150" y="3238500"/>
                </a:lnTo>
                <a:lnTo>
                  <a:pt x="1209675" y="3238500"/>
                </a:lnTo>
                <a:lnTo>
                  <a:pt x="1209675" y="3257550"/>
                </a:lnTo>
                <a:lnTo>
                  <a:pt x="1200150" y="3257550"/>
                </a:lnTo>
                <a:lnTo>
                  <a:pt x="1200150" y="3295650"/>
                </a:lnTo>
                <a:lnTo>
                  <a:pt x="1171575" y="3295650"/>
                </a:lnTo>
                <a:lnTo>
                  <a:pt x="1171575" y="3257550"/>
                </a:lnTo>
                <a:lnTo>
                  <a:pt x="1162050" y="3257550"/>
                </a:lnTo>
                <a:lnTo>
                  <a:pt x="1162050" y="3248025"/>
                </a:lnTo>
                <a:lnTo>
                  <a:pt x="1171575" y="3248025"/>
                </a:lnTo>
                <a:close/>
                <a:moveTo>
                  <a:pt x="361950" y="3248025"/>
                </a:moveTo>
                <a:lnTo>
                  <a:pt x="381000" y="3248025"/>
                </a:lnTo>
                <a:lnTo>
                  <a:pt x="381000" y="3267075"/>
                </a:lnTo>
                <a:lnTo>
                  <a:pt x="352425" y="3267075"/>
                </a:lnTo>
                <a:lnTo>
                  <a:pt x="352425" y="3257550"/>
                </a:lnTo>
                <a:lnTo>
                  <a:pt x="361950" y="3257550"/>
                </a:lnTo>
                <a:close/>
                <a:moveTo>
                  <a:pt x="838200" y="3248025"/>
                </a:moveTo>
                <a:lnTo>
                  <a:pt x="857250" y="3248025"/>
                </a:lnTo>
                <a:lnTo>
                  <a:pt x="857250" y="3257550"/>
                </a:lnTo>
                <a:lnTo>
                  <a:pt x="838200" y="3257550"/>
                </a:lnTo>
                <a:close/>
                <a:moveTo>
                  <a:pt x="1123950" y="3248025"/>
                </a:moveTo>
                <a:lnTo>
                  <a:pt x="1133475" y="3248025"/>
                </a:lnTo>
                <a:lnTo>
                  <a:pt x="1133475" y="3276600"/>
                </a:lnTo>
                <a:lnTo>
                  <a:pt x="1123950" y="3276600"/>
                </a:lnTo>
                <a:lnTo>
                  <a:pt x="1123950" y="3286125"/>
                </a:lnTo>
                <a:lnTo>
                  <a:pt x="1104900" y="3286125"/>
                </a:lnTo>
                <a:lnTo>
                  <a:pt x="1104900" y="3276600"/>
                </a:lnTo>
                <a:lnTo>
                  <a:pt x="1114425" y="3276600"/>
                </a:lnTo>
                <a:lnTo>
                  <a:pt x="1114425" y="3267075"/>
                </a:lnTo>
                <a:lnTo>
                  <a:pt x="1123950" y="3267075"/>
                </a:lnTo>
                <a:close/>
                <a:moveTo>
                  <a:pt x="1295400" y="3248025"/>
                </a:moveTo>
                <a:lnTo>
                  <a:pt x="1304925" y="3248025"/>
                </a:lnTo>
                <a:lnTo>
                  <a:pt x="1304925" y="3257550"/>
                </a:lnTo>
                <a:lnTo>
                  <a:pt x="1295400" y="3257550"/>
                </a:lnTo>
                <a:close/>
                <a:moveTo>
                  <a:pt x="1238250" y="3257550"/>
                </a:moveTo>
                <a:lnTo>
                  <a:pt x="1247775" y="3257550"/>
                </a:lnTo>
                <a:lnTo>
                  <a:pt x="1247775" y="3267075"/>
                </a:lnTo>
                <a:lnTo>
                  <a:pt x="1238250" y="3267075"/>
                </a:lnTo>
                <a:close/>
                <a:moveTo>
                  <a:pt x="314325" y="3276600"/>
                </a:moveTo>
                <a:lnTo>
                  <a:pt x="323850" y="3276600"/>
                </a:lnTo>
                <a:lnTo>
                  <a:pt x="323850" y="3286125"/>
                </a:lnTo>
                <a:lnTo>
                  <a:pt x="314325" y="3286125"/>
                </a:lnTo>
                <a:close/>
                <a:moveTo>
                  <a:pt x="447675" y="3276600"/>
                </a:moveTo>
                <a:lnTo>
                  <a:pt x="457200" y="3276600"/>
                </a:lnTo>
                <a:lnTo>
                  <a:pt x="457200" y="3286125"/>
                </a:lnTo>
                <a:lnTo>
                  <a:pt x="447675" y="3286125"/>
                </a:lnTo>
                <a:close/>
                <a:moveTo>
                  <a:pt x="457200" y="3286125"/>
                </a:moveTo>
                <a:lnTo>
                  <a:pt x="466725" y="3286125"/>
                </a:lnTo>
                <a:lnTo>
                  <a:pt x="466725" y="3295650"/>
                </a:lnTo>
                <a:lnTo>
                  <a:pt x="457200" y="3295650"/>
                </a:lnTo>
                <a:close/>
                <a:moveTo>
                  <a:pt x="1085850" y="3286125"/>
                </a:moveTo>
                <a:lnTo>
                  <a:pt x="1104900" y="3286125"/>
                </a:lnTo>
                <a:lnTo>
                  <a:pt x="1104900" y="3295650"/>
                </a:lnTo>
                <a:lnTo>
                  <a:pt x="1085850" y="3295650"/>
                </a:lnTo>
                <a:close/>
                <a:moveTo>
                  <a:pt x="361950" y="3486150"/>
                </a:moveTo>
                <a:lnTo>
                  <a:pt x="400050" y="3486150"/>
                </a:lnTo>
                <a:lnTo>
                  <a:pt x="400050" y="3514725"/>
                </a:lnTo>
                <a:lnTo>
                  <a:pt x="361950" y="3514725"/>
                </a:lnTo>
                <a:lnTo>
                  <a:pt x="361950" y="3524250"/>
                </a:lnTo>
                <a:lnTo>
                  <a:pt x="342900" y="3524250"/>
                </a:lnTo>
                <a:lnTo>
                  <a:pt x="342900" y="3514725"/>
                </a:lnTo>
                <a:lnTo>
                  <a:pt x="352425" y="3514725"/>
                </a:lnTo>
                <a:lnTo>
                  <a:pt x="352425" y="3495675"/>
                </a:lnTo>
                <a:lnTo>
                  <a:pt x="361950" y="3495675"/>
                </a:lnTo>
                <a:close/>
                <a:moveTo>
                  <a:pt x="438150" y="3486150"/>
                </a:moveTo>
                <a:lnTo>
                  <a:pt x="476250" y="3486150"/>
                </a:lnTo>
                <a:lnTo>
                  <a:pt x="476250" y="3495675"/>
                </a:lnTo>
                <a:lnTo>
                  <a:pt x="485775" y="3495675"/>
                </a:lnTo>
                <a:lnTo>
                  <a:pt x="485775" y="3505200"/>
                </a:lnTo>
                <a:lnTo>
                  <a:pt x="476250" y="3505200"/>
                </a:lnTo>
                <a:lnTo>
                  <a:pt x="476250" y="3524250"/>
                </a:lnTo>
                <a:lnTo>
                  <a:pt x="504825" y="3524250"/>
                </a:lnTo>
                <a:lnTo>
                  <a:pt x="504825" y="3514725"/>
                </a:lnTo>
                <a:lnTo>
                  <a:pt x="542925" y="3514725"/>
                </a:lnTo>
                <a:lnTo>
                  <a:pt x="542925" y="3524250"/>
                </a:lnTo>
                <a:lnTo>
                  <a:pt x="514350" y="3524250"/>
                </a:lnTo>
                <a:lnTo>
                  <a:pt x="514350" y="3533775"/>
                </a:lnTo>
                <a:lnTo>
                  <a:pt x="523875" y="3533775"/>
                </a:lnTo>
                <a:lnTo>
                  <a:pt x="523875" y="3543300"/>
                </a:lnTo>
                <a:lnTo>
                  <a:pt x="495300" y="3543300"/>
                </a:lnTo>
                <a:lnTo>
                  <a:pt x="495300" y="3552825"/>
                </a:lnTo>
                <a:lnTo>
                  <a:pt x="485775" y="3552825"/>
                </a:lnTo>
                <a:lnTo>
                  <a:pt x="485775" y="3562350"/>
                </a:lnTo>
                <a:lnTo>
                  <a:pt x="514350" y="3562350"/>
                </a:lnTo>
                <a:lnTo>
                  <a:pt x="514350" y="3590925"/>
                </a:lnTo>
                <a:lnTo>
                  <a:pt x="542925" y="3590925"/>
                </a:lnTo>
                <a:lnTo>
                  <a:pt x="542925" y="3581400"/>
                </a:lnTo>
                <a:lnTo>
                  <a:pt x="552450" y="3581400"/>
                </a:lnTo>
                <a:lnTo>
                  <a:pt x="552450" y="3590925"/>
                </a:lnTo>
                <a:lnTo>
                  <a:pt x="561975" y="3590925"/>
                </a:lnTo>
                <a:lnTo>
                  <a:pt x="561975" y="3600450"/>
                </a:lnTo>
                <a:lnTo>
                  <a:pt x="571500" y="3600450"/>
                </a:lnTo>
                <a:lnTo>
                  <a:pt x="571500" y="3619500"/>
                </a:lnTo>
                <a:lnTo>
                  <a:pt x="628650" y="3619500"/>
                </a:lnTo>
                <a:lnTo>
                  <a:pt x="628650" y="3609975"/>
                </a:lnTo>
                <a:lnTo>
                  <a:pt x="638175" y="3609975"/>
                </a:lnTo>
                <a:lnTo>
                  <a:pt x="638175" y="3590925"/>
                </a:lnTo>
                <a:lnTo>
                  <a:pt x="685800" y="3590925"/>
                </a:lnTo>
                <a:lnTo>
                  <a:pt x="685800" y="3552825"/>
                </a:lnTo>
                <a:lnTo>
                  <a:pt x="714375" y="3552825"/>
                </a:lnTo>
                <a:lnTo>
                  <a:pt x="714375" y="3562350"/>
                </a:lnTo>
                <a:lnTo>
                  <a:pt x="723900" y="3562350"/>
                </a:lnTo>
                <a:lnTo>
                  <a:pt x="723900" y="3571875"/>
                </a:lnTo>
                <a:lnTo>
                  <a:pt x="762000" y="3571875"/>
                </a:lnTo>
                <a:lnTo>
                  <a:pt x="762000" y="3562350"/>
                </a:lnTo>
                <a:lnTo>
                  <a:pt x="771525" y="3562350"/>
                </a:lnTo>
                <a:lnTo>
                  <a:pt x="771525" y="3571875"/>
                </a:lnTo>
                <a:lnTo>
                  <a:pt x="781050" y="3571875"/>
                </a:lnTo>
                <a:lnTo>
                  <a:pt x="781050" y="3562350"/>
                </a:lnTo>
                <a:lnTo>
                  <a:pt x="790575" y="3562350"/>
                </a:lnTo>
                <a:lnTo>
                  <a:pt x="790575" y="3552825"/>
                </a:lnTo>
                <a:lnTo>
                  <a:pt x="809625" y="3552825"/>
                </a:lnTo>
                <a:lnTo>
                  <a:pt x="809625" y="3571875"/>
                </a:lnTo>
                <a:lnTo>
                  <a:pt x="790575" y="3571875"/>
                </a:lnTo>
                <a:lnTo>
                  <a:pt x="790575" y="3581400"/>
                </a:lnTo>
                <a:lnTo>
                  <a:pt x="771525" y="3581400"/>
                </a:lnTo>
                <a:lnTo>
                  <a:pt x="771525" y="3590925"/>
                </a:lnTo>
                <a:lnTo>
                  <a:pt x="762000" y="3590925"/>
                </a:lnTo>
                <a:lnTo>
                  <a:pt x="762000" y="3600450"/>
                </a:lnTo>
                <a:lnTo>
                  <a:pt x="742950" y="3600450"/>
                </a:lnTo>
                <a:lnTo>
                  <a:pt x="742950" y="3619500"/>
                </a:lnTo>
                <a:lnTo>
                  <a:pt x="771525" y="3619500"/>
                </a:lnTo>
                <a:lnTo>
                  <a:pt x="771525" y="3629025"/>
                </a:lnTo>
                <a:lnTo>
                  <a:pt x="800100" y="3629025"/>
                </a:lnTo>
                <a:lnTo>
                  <a:pt x="800100" y="3638550"/>
                </a:lnTo>
                <a:lnTo>
                  <a:pt x="771525" y="3638550"/>
                </a:lnTo>
                <a:lnTo>
                  <a:pt x="771525" y="3648075"/>
                </a:lnTo>
                <a:lnTo>
                  <a:pt x="866775" y="3648075"/>
                </a:lnTo>
                <a:lnTo>
                  <a:pt x="866775" y="3638550"/>
                </a:lnTo>
                <a:lnTo>
                  <a:pt x="876300" y="3638550"/>
                </a:lnTo>
                <a:lnTo>
                  <a:pt x="876300" y="3629025"/>
                </a:lnTo>
                <a:lnTo>
                  <a:pt x="838200" y="3629025"/>
                </a:lnTo>
                <a:lnTo>
                  <a:pt x="838200" y="3638550"/>
                </a:lnTo>
                <a:lnTo>
                  <a:pt x="819150" y="3638550"/>
                </a:lnTo>
                <a:lnTo>
                  <a:pt x="819150" y="3629025"/>
                </a:lnTo>
                <a:lnTo>
                  <a:pt x="809625" y="3629025"/>
                </a:lnTo>
                <a:lnTo>
                  <a:pt x="809625" y="3619500"/>
                </a:lnTo>
                <a:lnTo>
                  <a:pt x="819150" y="3619500"/>
                </a:lnTo>
                <a:lnTo>
                  <a:pt x="819150" y="3600450"/>
                </a:lnTo>
                <a:lnTo>
                  <a:pt x="828675" y="3600450"/>
                </a:lnTo>
                <a:lnTo>
                  <a:pt x="828675" y="3581400"/>
                </a:lnTo>
                <a:lnTo>
                  <a:pt x="857250" y="3581400"/>
                </a:lnTo>
                <a:lnTo>
                  <a:pt x="857250" y="3600450"/>
                </a:lnTo>
                <a:lnTo>
                  <a:pt x="876300" y="3600450"/>
                </a:lnTo>
                <a:lnTo>
                  <a:pt x="876300" y="3590925"/>
                </a:lnTo>
                <a:lnTo>
                  <a:pt x="885825" y="3590925"/>
                </a:lnTo>
                <a:lnTo>
                  <a:pt x="885825" y="3609975"/>
                </a:lnTo>
                <a:lnTo>
                  <a:pt x="914400" y="3609975"/>
                </a:lnTo>
                <a:lnTo>
                  <a:pt x="914400" y="3590925"/>
                </a:lnTo>
                <a:lnTo>
                  <a:pt x="923925" y="3590925"/>
                </a:lnTo>
                <a:lnTo>
                  <a:pt x="923925" y="3609975"/>
                </a:lnTo>
                <a:lnTo>
                  <a:pt x="933450" y="3609975"/>
                </a:lnTo>
                <a:lnTo>
                  <a:pt x="933450" y="3590925"/>
                </a:lnTo>
                <a:lnTo>
                  <a:pt x="942975" y="3590925"/>
                </a:lnTo>
                <a:lnTo>
                  <a:pt x="942975" y="3609975"/>
                </a:lnTo>
                <a:lnTo>
                  <a:pt x="952500" y="3609975"/>
                </a:lnTo>
                <a:lnTo>
                  <a:pt x="952500" y="3638550"/>
                </a:lnTo>
                <a:lnTo>
                  <a:pt x="962025" y="3638550"/>
                </a:lnTo>
                <a:lnTo>
                  <a:pt x="962025" y="3629025"/>
                </a:lnTo>
                <a:lnTo>
                  <a:pt x="971550" y="3629025"/>
                </a:lnTo>
                <a:lnTo>
                  <a:pt x="971550" y="3648075"/>
                </a:lnTo>
                <a:lnTo>
                  <a:pt x="1009650" y="3648075"/>
                </a:lnTo>
                <a:lnTo>
                  <a:pt x="1009650" y="3638550"/>
                </a:lnTo>
                <a:lnTo>
                  <a:pt x="1066800" y="3638550"/>
                </a:lnTo>
                <a:lnTo>
                  <a:pt x="1066800" y="3600450"/>
                </a:lnTo>
                <a:lnTo>
                  <a:pt x="1104900" y="3600450"/>
                </a:lnTo>
                <a:lnTo>
                  <a:pt x="1104900" y="3590925"/>
                </a:lnTo>
                <a:lnTo>
                  <a:pt x="1114425" y="3590925"/>
                </a:lnTo>
                <a:lnTo>
                  <a:pt x="1114425" y="3581400"/>
                </a:lnTo>
                <a:lnTo>
                  <a:pt x="1104900" y="3581400"/>
                </a:lnTo>
                <a:lnTo>
                  <a:pt x="1104900" y="3571875"/>
                </a:lnTo>
                <a:lnTo>
                  <a:pt x="1085850" y="3571875"/>
                </a:lnTo>
                <a:lnTo>
                  <a:pt x="1085850" y="3514725"/>
                </a:lnTo>
                <a:lnTo>
                  <a:pt x="1076325" y="3514725"/>
                </a:lnTo>
                <a:lnTo>
                  <a:pt x="1076325" y="3505200"/>
                </a:lnTo>
                <a:lnTo>
                  <a:pt x="1085850" y="3505200"/>
                </a:lnTo>
                <a:lnTo>
                  <a:pt x="1085850" y="3495675"/>
                </a:lnTo>
                <a:lnTo>
                  <a:pt x="1104900" y="3495675"/>
                </a:lnTo>
                <a:lnTo>
                  <a:pt x="1104900" y="3486150"/>
                </a:lnTo>
                <a:lnTo>
                  <a:pt x="1114425" y="3486150"/>
                </a:lnTo>
                <a:lnTo>
                  <a:pt x="1114425" y="3495675"/>
                </a:lnTo>
                <a:lnTo>
                  <a:pt x="1104900" y="3495675"/>
                </a:lnTo>
                <a:lnTo>
                  <a:pt x="1104900" y="3514725"/>
                </a:lnTo>
                <a:lnTo>
                  <a:pt x="1114425" y="3514725"/>
                </a:lnTo>
                <a:lnTo>
                  <a:pt x="1114425" y="3524250"/>
                </a:lnTo>
                <a:lnTo>
                  <a:pt x="1123950" y="3524250"/>
                </a:lnTo>
                <a:lnTo>
                  <a:pt x="1123950" y="3533775"/>
                </a:lnTo>
                <a:lnTo>
                  <a:pt x="1104900" y="3533775"/>
                </a:lnTo>
                <a:lnTo>
                  <a:pt x="1104900" y="3543300"/>
                </a:lnTo>
                <a:lnTo>
                  <a:pt x="1114425" y="3543300"/>
                </a:lnTo>
                <a:lnTo>
                  <a:pt x="1114425" y="3562350"/>
                </a:lnTo>
                <a:lnTo>
                  <a:pt x="1123950" y="3562350"/>
                </a:lnTo>
                <a:lnTo>
                  <a:pt x="1123950" y="3552825"/>
                </a:lnTo>
                <a:lnTo>
                  <a:pt x="1133475" y="3552825"/>
                </a:lnTo>
                <a:lnTo>
                  <a:pt x="1133475" y="3562350"/>
                </a:lnTo>
                <a:lnTo>
                  <a:pt x="1152525" y="3562350"/>
                </a:lnTo>
                <a:lnTo>
                  <a:pt x="1152525" y="3571875"/>
                </a:lnTo>
                <a:lnTo>
                  <a:pt x="1143000" y="3571875"/>
                </a:lnTo>
                <a:lnTo>
                  <a:pt x="1143000" y="3581400"/>
                </a:lnTo>
                <a:lnTo>
                  <a:pt x="1133475" y="3581400"/>
                </a:lnTo>
                <a:lnTo>
                  <a:pt x="1133475" y="3590925"/>
                </a:lnTo>
                <a:lnTo>
                  <a:pt x="1143000" y="3590925"/>
                </a:lnTo>
                <a:lnTo>
                  <a:pt x="1143000" y="3600450"/>
                </a:lnTo>
                <a:lnTo>
                  <a:pt x="1152525" y="3600450"/>
                </a:lnTo>
                <a:lnTo>
                  <a:pt x="1152525" y="3590925"/>
                </a:lnTo>
                <a:lnTo>
                  <a:pt x="1219200" y="3590925"/>
                </a:lnTo>
                <a:lnTo>
                  <a:pt x="1219200" y="3581400"/>
                </a:lnTo>
                <a:lnTo>
                  <a:pt x="1266825" y="3581400"/>
                </a:lnTo>
                <a:lnTo>
                  <a:pt x="1266825" y="3590925"/>
                </a:lnTo>
                <a:lnTo>
                  <a:pt x="1362075" y="3590925"/>
                </a:lnTo>
                <a:lnTo>
                  <a:pt x="1362075" y="3600450"/>
                </a:lnTo>
                <a:lnTo>
                  <a:pt x="1352550" y="3600450"/>
                </a:lnTo>
                <a:lnTo>
                  <a:pt x="1352550" y="3609975"/>
                </a:lnTo>
                <a:lnTo>
                  <a:pt x="1409700" y="3609975"/>
                </a:lnTo>
                <a:lnTo>
                  <a:pt x="1409700" y="3638550"/>
                </a:lnTo>
                <a:lnTo>
                  <a:pt x="1400175" y="3638550"/>
                </a:lnTo>
                <a:lnTo>
                  <a:pt x="1400175" y="3657600"/>
                </a:lnTo>
                <a:lnTo>
                  <a:pt x="1381125" y="3657600"/>
                </a:lnTo>
                <a:lnTo>
                  <a:pt x="1381125" y="3667125"/>
                </a:lnTo>
                <a:lnTo>
                  <a:pt x="1390650" y="3667125"/>
                </a:lnTo>
                <a:lnTo>
                  <a:pt x="1390650" y="3676650"/>
                </a:lnTo>
                <a:lnTo>
                  <a:pt x="1400175" y="3676650"/>
                </a:lnTo>
                <a:lnTo>
                  <a:pt x="1400175" y="3705225"/>
                </a:lnTo>
                <a:lnTo>
                  <a:pt x="1390650" y="3705225"/>
                </a:lnTo>
                <a:lnTo>
                  <a:pt x="1390650" y="3714750"/>
                </a:lnTo>
                <a:lnTo>
                  <a:pt x="1371600" y="3714750"/>
                </a:lnTo>
                <a:lnTo>
                  <a:pt x="1371600" y="3724275"/>
                </a:lnTo>
                <a:lnTo>
                  <a:pt x="1362075" y="3724275"/>
                </a:lnTo>
                <a:lnTo>
                  <a:pt x="1362075" y="3714750"/>
                </a:lnTo>
                <a:lnTo>
                  <a:pt x="1352550" y="3714750"/>
                </a:lnTo>
                <a:lnTo>
                  <a:pt x="1352550" y="3705225"/>
                </a:lnTo>
                <a:lnTo>
                  <a:pt x="1323975" y="3705225"/>
                </a:lnTo>
                <a:lnTo>
                  <a:pt x="1323975" y="3714750"/>
                </a:lnTo>
                <a:lnTo>
                  <a:pt x="1295400" y="3714750"/>
                </a:lnTo>
                <a:lnTo>
                  <a:pt x="1295400" y="3705225"/>
                </a:lnTo>
                <a:lnTo>
                  <a:pt x="1266825" y="3705225"/>
                </a:lnTo>
                <a:lnTo>
                  <a:pt x="1266825" y="3714750"/>
                </a:lnTo>
                <a:lnTo>
                  <a:pt x="1209675" y="3714750"/>
                </a:lnTo>
                <a:lnTo>
                  <a:pt x="1209675" y="3724275"/>
                </a:lnTo>
                <a:lnTo>
                  <a:pt x="1171575" y="3724275"/>
                </a:lnTo>
                <a:lnTo>
                  <a:pt x="1171575" y="3714750"/>
                </a:lnTo>
                <a:lnTo>
                  <a:pt x="1133475" y="3714750"/>
                </a:lnTo>
                <a:lnTo>
                  <a:pt x="1133475" y="3705225"/>
                </a:lnTo>
                <a:lnTo>
                  <a:pt x="1123950" y="3705225"/>
                </a:lnTo>
                <a:lnTo>
                  <a:pt x="1123950" y="3714750"/>
                </a:lnTo>
                <a:lnTo>
                  <a:pt x="1114425" y="3714750"/>
                </a:lnTo>
                <a:lnTo>
                  <a:pt x="1114425" y="3724275"/>
                </a:lnTo>
                <a:lnTo>
                  <a:pt x="1104900" y="3724275"/>
                </a:lnTo>
                <a:lnTo>
                  <a:pt x="1104900" y="3733800"/>
                </a:lnTo>
                <a:lnTo>
                  <a:pt x="1085850" y="3733800"/>
                </a:lnTo>
                <a:lnTo>
                  <a:pt x="1085850" y="3724275"/>
                </a:lnTo>
                <a:lnTo>
                  <a:pt x="1076325" y="3724275"/>
                </a:lnTo>
                <a:lnTo>
                  <a:pt x="1076325" y="3705225"/>
                </a:lnTo>
                <a:lnTo>
                  <a:pt x="1057275" y="3705225"/>
                </a:lnTo>
                <a:lnTo>
                  <a:pt x="1057275" y="3714750"/>
                </a:lnTo>
                <a:lnTo>
                  <a:pt x="1047750" y="3714750"/>
                </a:lnTo>
                <a:lnTo>
                  <a:pt x="1047750" y="3724275"/>
                </a:lnTo>
                <a:lnTo>
                  <a:pt x="1038225" y="3724275"/>
                </a:lnTo>
                <a:lnTo>
                  <a:pt x="1038225" y="3743325"/>
                </a:lnTo>
                <a:lnTo>
                  <a:pt x="1028700" y="3743325"/>
                </a:lnTo>
                <a:lnTo>
                  <a:pt x="1028700" y="3724275"/>
                </a:lnTo>
                <a:lnTo>
                  <a:pt x="1019175" y="3724275"/>
                </a:lnTo>
                <a:lnTo>
                  <a:pt x="1019175" y="3714750"/>
                </a:lnTo>
                <a:lnTo>
                  <a:pt x="1000125" y="3714750"/>
                </a:lnTo>
                <a:lnTo>
                  <a:pt x="1000125" y="3695700"/>
                </a:lnTo>
                <a:lnTo>
                  <a:pt x="981075" y="3695700"/>
                </a:lnTo>
                <a:lnTo>
                  <a:pt x="981075" y="3705225"/>
                </a:lnTo>
                <a:lnTo>
                  <a:pt x="971550" y="3705225"/>
                </a:lnTo>
                <a:lnTo>
                  <a:pt x="971550" y="3714750"/>
                </a:lnTo>
                <a:lnTo>
                  <a:pt x="962025" y="3714750"/>
                </a:lnTo>
                <a:lnTo>
                  <a:pt x="962025" y="3724275"/>
                </a:lnTo>
                <a:lnTo>
                  <a:pt x="914400" y="3724275"/>
                </a:lnTo>
                <a:lnTo>
                  <a:pt x="914400" y="3714750"/>
                </a:lnTo>
                <a:lnTo>
                  <a:pt x="904875" y="3714750"/>
                </a:lnTo>
                <a:lnTo>
                  <a:pt x="904875" y="3695700"/>
                </a:lnTo>
                <a:lnTo>
                  <a:pt x="914400" y="3695700"/>
                </a:lnTo>
                <a:lnTo>
                  <a:pt x="914400" y="3686175"/>
                </a:lnTo>
                <a:lnTo>
                  <a:pt x="904875" y="3686175"/>
                </a:lnTo>
                <a:lnTo>
                  <a:pt x="904875" y="3676650"/>
                </a:lnTo>
                <a:lnTo>
                  <a:pt x="895350" y="3676650"/>
                </a:lnTo>
                <a:lnTo>
                  <a:pt x="895350" y="3686175"/>
                </a:lnTo>
                <a:lnTo>
                  <a:pt x="885825" y="3686175"/>
                </a:lnTo>
                <a:lnTo>
                  <a:pt x="885825" y="3676650"/>
                </a:lnTo>
                <a:lnTo>
                  <a:pt x="876300" y="3676650"/>
                </a:lnTo>
                <a:lnTo>
                  <a:pt x="876300" y="3705225"/>
                </a:lnTo>
                <a:lnTo>
                  <a:pt x="885825" y="3705225"/>
                </a:lnTo>
                <a:lnTo>
                  <a:pt x="885825" y="3714750"/>
                </a:lnTo>
                <a:lnTo>
                  <a:pt x="876300" y="3714750"/>
                </a:lnTo>
                <a:lnTo>
                  <a:pt x="876300" y="3724275"/>
                </a:lnTo>
                <a:lnTo>
                  <a:pt x="866775" y="3724275"/>
                </a:lnTo>
                <a:lnTo>
                  <a:pt x="866775" y="3714750"/>
                </a:lnTo>
                <a:lnTo>
                  <a:pt x="857250" y="3714750"/>
                </a:lnTo>
                <a:lnTo>
                  <a:pt x="857250" y="3705225"/>
                </a:lnTo>
                <a:lnTo>
                  <a:pt x="847725" y="3705225"/>
                </a:lnTo>
                <a:lnTo>
                  <a:pt x="847725" y="3686175"/>
                </a:lnTo>
                <a:lnTo>
                  <a:pt x="809625" y="3686175"/>
                </a:lnTo>
                <a:lnTo>
                  <a:pt x="809625" y="3695700"/>
                </a:lnTo>
                <a:lnTo>
                  <a:pt x="828675" y="3695700"/>
                </a:lnTo>
                <a:lnTo>
                  <a:pt x="828675" y="3705225"/>
                </a:lnTo>
                <a:lnTo>
                  <a:pt x="809625" y="3705225"/>
                </a:lnTo>
                <a:lnTo>
                  <a:pt x="809625" y="3714750"/>
                </a:lnTo>
                <a:lnTo>
                  <a:pt x="800100" y="3714750"/>
                </a:lnTo>
                <a:lnTo>
                  <a:pt x="800100" y="3705225"/>
                </a:lnTo>
                <a:lnTo>
                  <a:pt x="771525" y="3705225"/>
                </a:lnTo>
                <a:lnTo>
                  <a:pt x="771525" y="3724275"/>
                </a:lnTo>
                <a:lnTo>
                  <a:pt x="762000" y="3724275"/>
                </a:lnTo>
                <a:lnTo>
                  <a:pt x="762000" y="3714750"/>
                </a:lnTo>
                <a:lnTo>
                  <a:pt x="723900" y="3714750"/>
                </a:lnTo>
                <a:lnTo>
                  <a:pt x="723900" y="3724275"/>
                </a:lnTo>
                <a:lnTo>
                  <a:pt x="695325" y="3724275"/>
                </a:lnTo>
                <a:lnTo>
                  <a:pt x="695325" y="3714750"/>
                </a:lnTo>
                <a:lnTo>
                  <a:pt x="676275" y="3714750"/>
                </a:lnTo>
                <a:lnTo>
                  <a:pt x="676275" y="3676650"/>
                </a:lnTo>
                <a:lnTo>
                  <a:pt x="666750" y="3676650"/>
                </a:lnTo>
                <a:lnTo>
                  <a:pt x="666750" y="3686175"/>
                </a:lnTo>
                <a:lnTo>
                  <a:pt x="657225" y="3686175"/>
                </a:lnTo>
                <a:lnTo>
                  <a:pt x="657225" y="3695700"/>
                </a:lnTo>
                <a:lnTo>
                  <a:pt x="647700" y="3695700"/>
                </a:lnTo>
                <a:lnTo>
                  <a:pt x="647700" y="3705225"/>
                </a:lnTo>
                <a:lnTo>
                  <a:pt x="628650" y="3705225"/>
                </a:lnTo>
                <a:lnTo>
                  <a:pt x="628650" y="3714750"/>
                </a:lnTo>
                <a:lnTo>
                  <a:pt x="609600" y="3714750"/>
                </a:lnTo>
                <a:lnTo>
                  <a:pt x="609600" y="3695700"/>
                </a:lnTo>
                <a:lnTo>
                  <a:pt x="581025" y="3695700"/>
                </a:lnTo>
                <a:lnTo>
                  <a:pt x="581025" y="3705225"/>
                </a:lnTo>
                <a:lnTo>
                  <a:pt x="561975" y="3705225"/>
                </a:lnTo>
                <a:lnTo>
                  <a:pt x="561975" y="3714750"/>
                </a:lnTo>
                <a:lnTo>
                  <a:pt x="523875" y="3714750"/>
                </a:lnTo>
                <a:lnTo>
                  <a:pt x="523875" y="3724275"/>
                </a:lnTo>
                <a:lnTo>
                  <a:pt x="514350" y="3724275"/>
                </a:lnTo>
                <a:lnTo>
                  <a:pt x="514350" y="3714750"/>
                </a:lnTo>
                <a:lnTo>
                  <a:pt x="466725" y="3714750"/>
                </a:lnTo>
                <a:lnTo>
                  <a:pt x="466725" y="3686175"/>
                </a:lnTo>
                <a:lnTo>
                  <a:pt x="457200" y="3686175"/>
                </a:lnTo>
                <a:lnTo>
                  <a:pt x="457200" y="3695700"/>
                </a:lnTo>
                <a:lnTo>
                  <a:pt x="438150" y="3695700"/>
                </a:lnTo>
                <a:lnTo>
                  <a:pt x="438150" y="3667125"/>
                </a:lnTo>
                <a:lnTo>
                  <a:pt x="409575" y="3667125"/>
                </a:lnTo>
                <a:lnTo>
                  <a:pt x="409575" y="3676650"/>
                </a:lnTo>
                <a:lnTo>
                  <a:pt x="400050" y="3676650"/>
                </a:lnTo>
                <a:lnTo>
                  <a:pt x="400050" y="3695700"/>
                </a:lnTo>
                <a:lnTo>
                  <a:pt x="419100" y="3695700"/>
                </a:lnTo>
                <a:lnTo>
                  <a:pt x="419100" y="3705225"/>
                </a:lnTo>
                <a:lnTo>
                  <a:pt x="428625" y="3705225"/>
                </a:lnTo>
                <a:lnTo>
                  <a:pt x="428625" y="3695700"/>
                </a:lnTo>
                <a:lnTo>
                  <a:pt x="438150" y="3695700"/>
                </a:lnTo>
                <a:lnTo>
                  <a:pt x="438150" y="3705225"/>
                </a:lnTo>
                <a:lnTo>
                  <a:pt x="447675" y="3705225"/>
                </a:lnTo>
                <a:lnTo>
                  <a:pt x="447675" y="3714750"/>
                </a:lnTo>
                <a:lnTo>
                  <a:pt x="371475" y="3714750"/>
                </a:lnTo>
                <a:lnTo>
                  <a:pt x="371475" y="3705225"/>
                </a:lnTo>
                <a:lnTo>
                  <a:pt x="342900" y="3705225"/>
                </a:lnTo>
                <a:lnTo>
                  <a:pt x="342900" y="3695700"/>
                </a:lnTo>
                <a:lnTo>
                  <a:pt x="323850" y="3695700"/>
                </a:lnTo>
                <a:lnTo>
                  <a:pt x="323850" y="3686175"/>
                </a:lnTo>
                <a:lnTo>
                  <a:pt x="314325" y="3686175"/>
                </a:lnTo>
                <a:lnTo>
                  <a:pt x="314325" y="3695700"/>
                </a:lnTo>
                <a:lnTo>
                  <a:pt x="285750" y="3695700"/>
                </a:lnTo>
                <a:lnTo>
                  <a:pt x="285750" y="3705225"/>
                </a:lnTo>
                <a:lnTo>
                  <a:pt x="257175" y="3705225"/>
                </a:lnTo>
                <a:lnTo>
                  <a:pt x="257175" y="3695700"/>
                </a:lnTo>
                <a:lnTo>
                  <a:pt x="276225" y="3695700"/>
                </a:lnTo>
                <a:lnTo>
                  <a:pt x="276225" y="3686175"/>
                </a:lnTo>
                <a:lnTo>
                  <a:pt x="285750" y="3686175"/>
                </a:lnTo>
                <a:lnTo>
                  <a:pt x="285750" y="3676650"/>
                </a:lnTo>
                <a:lnTo>
                  <a:pt x="295275" y="3676650"/>
                </a:lnTo>
                <a:lnTo>
                  <a:pt x="295275" y="3667125"/>
                </a:lnTo>
                <a:lnTo>
                  <a:pt x="304800" y="3667125"/>
                </a:lnTo>
                <a:lnTo>
                  <a:pt x="304800" y="3657600"/>
                </a:lnTo>
                <a:lnTo>
                  <a:pt x="314325" y="3657600"/>
                </a:lnTo>
                <a:lnTo>
                  <a:pt x="314325" y="3648075"/>
                </a:lnTo>
                <a:lnTo>
                  <a:pt x="304800" y="3648075"/>
                </a:lnTo>
                <a:lnTo>
                  <a:pt x="304800" y="3629025"/>
                </a:lnTo>
                <a:lnTo>
                  <a:pt x="285750" y="3629025"/>
                </a:lnTo>
                <a:lnTo>
                  <a:pt x="285750" y="3619500"/>
                </a:lnTo>
                <a:lnTo>
                  <a:pt x="247650" y="3619500"/>
                </a:lnTo>
                <a:lnTo>
                  <a:pt x="247650" y="3600450"/>
                </a:lnTo>
                <a:lnTo>
                  <a:pt x="276225" y="3600450"/>
                </a:lnTo>
                <a:lnTo>
                  <a:pt x="276225" y="3590925"/>
                </a:lnTo>
                <a:lnTo>
                  <a:pt x="352425" y="3590925"/>
                </a:lnTo>
                <a:lnTo>
                  <a:pt x="352425" y="3609975"/>
                </a:lnTo>
                <a:lnTo>
                  <a:pt x="342900" y="3609975"/>
                </a:lnTo>
                <a:lnTo>
                  <a:pt x="342900" y="3619500"/>
                </a:lnTo>
                <a:lnTo>
                  <a:pt x="323850" y="3619500"/>
                </a:lnTo>
                <a:lnTo>
                  <a:pt x="323850" y="3638550"/>
                </a:lnTo>
                <a:lnTo>
                  <a:pt x="352425" y="3638550"/>
                </a:lnTo>
                <a:lnTo>
                  <a:pt x="352425" y="3619500"/>
                </a:lnTo>
                <a:lnTo>
                  <a:pt x="381000" y="3619500"/>
                </a:lnTo>
                <a:lnTo>
                  <a:pt x="381000" y="3609975"/>
                </a:lnTo>
                <a:lnTo>
                  <a:pt x="400050" y="3609975"/>
                </a:lnTo>
                <a:lnTo>
                  <a:pt x="400050" y="3600450"/>
                </a:lnTo>
                <a:lnTo>
                  <a:pt x="409575" y="3600450"/>
                </a:lnTo>
                <a:lnTo>
                  <a:pt x="409575" y="3581400"/>
                </a:lnTo>
                <a:lnTo>
                  <a:pt x="400050" y="3581400"/>
                </a:lnTo>
                <a:lnTo>
                  <a:pt x="400050" y="3552825"/>
                </a:lnTo>
                <a:lnTo>
                  <a:pt x="390525" y="3552825"/>
                </a:lnTo>
                <a:lnTo>
                  <a:pt x="390525" y="3543300"/>
                </a:lnTo>
                <a:lnTo>
                  <a:pt x="371475" y="3543300"/>
                </a:lnTo>
                <a:lnTo>
                  <a:pt x="371475" y="3533775"/>
                </a:lnTo>
                <a:lnTo>
                  <a:pt x="390525" y="3533775"/>
                </a:lnTo>
                <a:lnTo>
                  <a:pt x="390525" y="3524250"/>
                </a:lnTo>
                <a:lnTo>
                  <a:pt x="409575" y="3524250"/>
                </a:lnTo>
                <a:lnTo>
                  <a:pt x="409575" y="3514725"/>
                </a:lnTo>
                <a:lnTo>
                  <a:pt x="419100" y="3514725"/>
                </a:lnTo>
                <a:lnTo>
                  <a:pt x="419100" y="3533775"/>
                </a:lnTo>
                <a:lnTo>
                  <a:pt x="409575" y="3533775"/>
                </a:lnTo>
                <a:lnTo>
                  <a:pt x="409575" y="3552825"/>
                </a:lnTo>
                <a:lnTo>
                  <a:pt x="457200" y="3552825"/>
                </a:lnTo>
                <a:lnTo>
                  <a:pt x="457200" y="3533775"/>
                </a:lnTo>
                <a:lnTo>
                  <a:pt x="466725" y="3533775"/>
                </a:lnTo>
                <a:lnTo>
                  <a:pt x="466725" y="3514725"/>
                </a:lnTo>
                <a:lnTo>
                  <a:pt x="457200" y="3514725"/>
                </a:lnTo>
                <a:lnTo>
                  <a:pt x="457200" y="3505200"/>
                </a:lnTo>
                <a:lnTo>
                  <a:pt x="438150" y="3505200"/>
                </a:lnTo>
                <a:close/>
                <a:moveTo>
                  <a:pt x="714375" y="3486150"/>
                </a:moveTo>
                <a:lnTo>
                  <a:pt x="742950" y="3486150"/>
                </a:lnTo>
                <a:lnTo>
                  <a:pt x="742950" y="3505200"/>
                </a:lnTo>
                <a:lnTo>
                  <a:pt x="752475" y="3505200"/>
                </a:lnTo>
                <a:lnTo>
                  <a:pt x="752475" y="3533775"/>
                </a:lnTo>
                <a:lnTo>
                  <a:pt x="742950" y="3533775"/>
                </a:lnTo>
                <a:lnTo>
                  <a:pt x="742950" y="3552825"/>
                </a:lnTo>
                <a:lnTo>
                  <a:pt x="733425" y="3552825"/>
                </a:lnTo>
                <a:lnTo>
                  <a:pt x="733425" y="3543300"/>
                </a:lnTo>
                <a:lnTo>
                  <a:pt x="723900" y="3543300"/>
                </a:lnTo>
                <a:lnTo>
                  <a:pt x="723900" y="3533775"/>
                </a:lnTo>
                <a:lnTo>
                  <a:pt x="714375" y="3533775"/>
                </a:lnTo>
                <a:lnTo>
                  <a:pt x="714375" y="3524250"/>
                </a:lnTo>
                <a:lnTo>
                  <a:pt x="704850" y="3524250"/>
                </a:lnTo>
                <a:lnTo>
                  <a:pt x="704850" y="3514725"/>
                </a:lnTo>
                <a:lnTo>
                  <a:pt x="714375" y="3514725"/>
                </a:lnTo>
                <a:lnTo>
                  <a:pt x="714375" y="3505200"/>
                </a:lnTo>
                <a:lnTo>
                  <a:pt x="723900" y="3505200"/>
                </a:lnTo>
                <a:lnTo>
                  <a:pt x="723900" y="3514725"/>
                </a:lnTo>
                <a:lnTo>
                  <a:pt x="733425" y="3514725"/>
                </a:lnTo>
                <a:lnTo>
                  <a:pt x="733425" y="3495675"/>
                </a:lnTo>
                <a:lnTo>
                  <a:pt x="714375" y="3495675"/>
                </a:lnTo>
                <a:close/>
                <a:moveTo>
                  <a:pt x="1057275" y="3486150"/>
                </a:moveTo>
                <a:lnTo>
                  <a:pt x="1066800" y="3486150"/>
                </a:lnTo>
                <a:lnTo>
                  <a:pt x="1066800" y="3495675"/>
                </a:lnTo>
                <a:lnTo>
                  <a:pt x="1057275" y="3495675"/>
                </a:lnTo>
                <a:close/>
                <a:moveTo>
                  <a:pt x="1123950" y="3486150"/>
                </a:moveTo>
                <a:lnTo>
                  <a:pt x="1143000" y="3486150"/>
                </a:lnTo>
                <a:lnTo>
                  <a:pt x="1143000" y="3495675"/>
                </a:lnTo>
                <a:lnTo>
                  <a:pt x="1152525" y="3495675"/>
                </a:lnTo>
                <a:lnTo>
                  <a:pt x="1152525" y="3533775"/>
                </a:lnTo>
                <a:lnTo>
                  <a:pt x="1133475" y="3533775"/>
                </a:lnTo>
                <a:lnTo>
                  <a:pt x="1133475" y="3514725"/>
                </a:lnTo>
                <a:lnTo>
                  <a:pt x="1143000" y="3514725"/>
                </a:lnTo>
                <a:lnTo>
                  <a:pt x="1143000" y="3505200"/>
                </a:lnTo>
                <a:lnTo>
                  <a:pt x="1133475" y="3505200"/>
                </a:lnTo>
                <a:lnTo>
                  <a:pt x="1133475" y="3495675"/>
                </a:lnTo>
                <a:lnTo>
                  <a:pt x="1123950" y="3495675"/>
                </a:lnTo>
                <a:close/>
                <a:moveTo>
                  <a:pt x="142875" y="3495675"/>
                </a:moveTo>
                <a:lnTo>
                  <a:pt x="180975" y="3495675"/>
                </a:lnTo>
                <a:lnTo>
                  <a:pt x="180975" y="3505200"/>
                </a:lnTo>
                <a:lnTo>
                  <a:pt x="171450" y="3505200"/>
                </a:lnTo>
                <a:lnTo>
                  <a:pt x="171450" y="3514725"/>
                </a:lnTo>
                <a:lnTo>
                  <a:pt x="161925" y="3514725"/>
                </a:lnTo>
                <a:lnTo>
                  <a:pt x="161925" y="3524250"/>
                </a:lnTo>
                <a:lnTo>
                  <a:pt x="142875" y="3524250"/>
                </a:lnTo>
                <a:lnTo>
                  <a:pt x="142875" y="3514725"/>
                </a:lnTo>
                <a:lnTo>
                  <a:pt x="133350" y="3514725"/>
                </a:lnTo>
                <a:lnTo>
                  <a:pt x="133350" y="3505200"/>
                </a:lnTo>
                <a:lnTo>
                  <a:pt x="142875" y="3505200"/>
                </a:lnTo>
                <a:close/>
                <a:moveTo>
                  <a:pt x="1028700" y="3495675"/>
                </a:moveTo>
                <a:lnTo>
                  <a:pt x="1057275" y="3495675"/>
                </a:lnTo>
                <a:lnTo>
                  <a:pt x="1057275" y="3505200"/>
                </a:lnTo>
                <a:lnTo>
                  <a:pt x="1047750" y="3505200"/>
                </a:lnTo>
                <a:lnTo>
                  <a:pt x="1047750" y="3514725"/>
                </a:lnTo>
                <a:lnTo>
                  <a:pt x="1038225" y="3514725"/>
                </a:lnTo>
                <a:lnTo>
                  <a:pt x="1038225" y="3524250"/>
                </a:lnTo>
                <a:lnTo>
                  <a:pt x="1028700" y="3524250"/>
                </a:lnTo>
                <a:close/>
                <a:moveTo>
                  <a:pt x="828675" y="3524250"/>
                </a:moveTo>
                <a:lnTo>
                  <a:pt x="838200" y="3524250"/>
                </a:lnTo>
                <a:lnTo>
                  <a:pt x="838200" y="3533775"/>
                </a:lnTo>
                <a:lnTo>
                  <a:pt x="828675" y="3533775"/>
                </a:lnTo>
                <a:close/>
                <a:moveTo>
                  <a:pt x="161925" y="3533775"/>
                </a:moveTo>
                <a:lnTo>
                  <a:pt x="171450" y="3533775"/>
                </a:lnTo>
                <a:lnTo>
                  <a:pt x="171450" y="3581400"/>
                </a:lnTo>
                <a:lnTo>
                  <a:pt x="180975" y="3581400"/>
                </a:lnTo>
                <a:lnTo>
                  <a:pt x="180975" y="3600450"/>
                </a:lnTo>
                <a:lnTo>
                  <a:pt x="209550" y="3600450"/>
                </a:lnTo>
                <a:lnTo>
                  <a:pt x="209550" y="3581400"/>
                </a:lnTo>
                <a:lnTo>
                  <a:pt x="219075" y="3581400"/>
                </a:lnTo>
                <a:lnTo>
                  <a:pt x="219075" y="3619500"/>
                </a:lnTo>
                <a:lnTo>
                  <a:pt x="228600" y="3619500"/>
                </a:lnTo>
                <a:lnTo>
                  <a:pt x="228600" y="3629025"/>
                </a:lnTo>
                <a:lnTo>
                  <a:pt x="180975" y="3629025"/>
                </a:lnTo>
                <a:lnTo>
                  <a:pt x="180975" y="3619500"/>
                </a:lnTo>
                <a:lnTo>
                  <a:pt x="171450" y="3619500"/>
                </a:lnTo>
                <a:lnTo>
                  <a:pt x="171450" y="3600450"/>
                </a:lnTo>
                <a:lnTo>
                  <a:pt x="161925" y="3600450"/>
                </a:lnTo>
                <a:lnTo>
                  <a:pt x="161925" y="3571875"/>
                </a:lnTo>
                <a:lnTo>
                  <a:pt x="152400" y="3571875"/>
                </a:lnTo>
                <a:lnTo>
                  <a:pt x="152400" y="3543300"/>
                </a:lnTo>
                <a:lnTo>
                  <a:pt x="161925" y="3543300"/>
                </a:lnTo>
                <a:close/>
                <a:moveTo>
                  <a:pt x="1019175" y="3533775"/>
                </a:moveTo>
                <a:lnTo>
                  <a:pt x="1028700" y="3533775"/>
                </a:lnTo>
                <a:lnTo>
                  <a:pt x="1028700" y="3543300"/>
                </a:lnTo>
                <a:lnTo>
                  <a:pt x="1019175" y="3543300"/>
                </a:lnTo>
                <a:close/>
                <a:moveTo>
                  <a:pt x="342900" y="3543300"/>
                </a:moveTo>
                <a:lnTo>
                  <a:pt x="371475" y="3543300"/>
                </a:lnTo>
                <a:lnTo>
                  <a:pt x="371475" y="3562350"/>
                </a:lnTo>
                <a:lnTo>
                  <a:pt x="361950" y="3562350"/>
                </a:lnTo>
                <a:lnTo>
                  <a:pt x="361950" y="3552825"/>
                </a:lnTo>
                <a:lnTo>
                  <a:pt x="342900" y="3552825"/>
                </a:lnTo>
                <a:close/>
                <a:moveTo>
                  <a:pt x="466725" y="3571875"/>
                </a:moveTo>
                <a:lnTo>
                  <a:pt x="457200" y="3571875"/>
                </a:lnTo>
                <a:lnTo>
                  <a:pt x="457200" y="3581400"/>
                </a:lnTo>
                <a:lnTo>
                  <a:pt x="466725" y="3581400"/>
                </a:lnTo>
                <a:close/>
                <a:moveTo>
                  <a:pt x="466725" y="3571875"/>
                </a:moveTo>
                <a:lnTo>
                  <a:pt x="476250" y="3571875"/>
                </a:lnTo>
                <a:lnTo>
                  <a:pt x="476250" y="3562350"/>
                </a:lnTo>
                <a:lnTo>
                  <a:pt x="466725" y="3562350"/>
                </a:lnTo>
                <a:close/>
                <a:moveTo>
                  <a:pt x="1114425" y="3581400"/>
                </a:moveTo>
                <a:lnTo>
                  <a:pt x="1123950" y="3581400"/>
                </a:lnTo>
                <a:lnTo>
                  <a:pt x="1123950" y="3571875"/>
                </a:lnTo>
                <a:lnTo>
                  <a:pt x="1114425" y="3571875"/>
                </a:lnTo>
                <a:close/>
                <a:moveTo>
                  <a:pt x="723900" y="3609975"/>
                </a:moveTo>
                <a:lnTo>
                  <a:pt x="733425" y="3609975"/>
                </a:lnTo>
                <a:lnTo>
                  <a:pt x="733425" y="3590925"/>
                </a:lnTo>
                <a:lnTo>
                  <a:pt x="714375" y="3590925"/>
                </a:lnTo>
                <a:lnTo>
                  <a:pt x="714375" y="3600450"/>
                </a:lnTo>
                <a:lnTo>
                  <a:pt x="704850" y="3600450"/>
                </a:lnTo>
                <a:lnTo>
                  <a:pt x="704850" y="3619500"/>
                </a:lnTo>
                <a:lnTo>
                  <a:pt x="723900" y="3619500"/>
                </a:lnTo>
                <a:close/>
                <a:moveTo>
                  <a:pt x="1181100" y="3609975"/>
                </a:moveTo>
                <a:lnTo>
                  <a:pt x="1209675" y="3609975"/>
                </a:lnTo>
                <a:lnTo>
                  <a:pt x="1209675" y="3600450"/>
                </a:lnTo>
                <a:lnTo>
                  <a:pt x="1181100" y="3600450"/>
                </a:lnTo>
                <a:close/>
                <a:moveTo>
                  <a:pt x="457200" y="3619500"/>
                </a:moveTo>
                <a:lnTo>
                  <a:pt x="495300" y="3619500"/>
                </a:lnTo>
                <a:lnTo>
                  <a:pt x="495300" y="3600450"/>
                </a:lnTo>
                <a:lnTo>
                  <a:pt x="457200" y="3600450"/>
                </a:lnTo>
                <a:close/>
                <a:moveTo>
                  <a:pt x="190500" y="3638550"/>
                </a:moveTo>
                <a:lnTo>
                  <a:pt x="200025" y="3638550"/>
                </a:lnTo>
                <a:lnTo>
                  <a:pt x="200025" y="3648075"/>
                </a:lnTo>
                <a:lnTo>
                  <a:pt x="190500" y="3648075"/>
                </a:lnTo>
                <a:close/>
                <a:moveTo>
                  <a:pt x="247650" y="3638550"/>
                </a:moveTo>
                <a:lnTo>
                  <a:pt x="266700" y="3638550"/>
                </a:lnTo>
                <a:lnTo>
                  <a:pt x="266700" y="3648075"/>
                </a:lnTo>
                <a:lnTo>
                  <a:pt x="247650" y="3648075"/>
                </a:lnTo>
                <a:close/>
                <a:moveTo>
                  <a:pt x="419100" y="3638550"/>
                </a:moveTo>
                <a:lnTo>
                  <a:pt x="428625" y="3638550"/>
                </a:lnTo>
                <a:lnTo>
                  <a:pt x="428625" y="3629025"/>
                </a:lnTo>
                <a:lnTo>
                  <a:pt x="419100" y="3629025"/>
                </a:lnTo>
                <a:close/>
                <a:moveTo>
                  <a:pt x="1076325" y="3638550"/>
                </a:moveTo>
                <a:lnTo>
                  <a:pt x="1085850" y="3638550"/>
                </a:lnTo>
                <a:lnTo>
                  <a:pt x="1085850" y="3629025"/>
                </a:lnTo>
                <a:lnTo>
                  <a:pt x="1076325" y="3629025"/>
                </a:lnTo>
                <a:close/>
                <a:moveTo>
                  <a:pt x="180975" y="3648075"/>
                </a:moveTo>
                <a:lnTo>
                  <a:pt x="190500" y="3648075"/>
                </a:lnTo>
                <a:lnTo>
                  <a:pt x="190500" y="3657600"/>
                </a:lnTo>
                <a:lnTo>
                  <a:pt x="180975" y="3657600"/>
                </a:lnTo>
                <a:close/>
                <a:moveTo>
                  <a:pt x="266700" y="3648075"/>
                </a:moveTo>
                <a:lnTo>
                  <a:pt x="276225" y="3648075"/>
                </a:lnTo>
                <a:lnTo>
                  <a:pt x="276225" y="3657600"/>
                </a:lnTo>
                <a:lnTo>
                  <a:pt x="266700" y="3657600"/>
                </a:lnTo>
                <a:close/>
                <a:moveTo>
                  <a:pt x="714375" y="3648075"/>
                </a:moveTo>
                <a:lnTo>
                  <a:pt x="742950" y="3648075"/>
                </a:lnTo>
                <a:lnTo>
                  <a:pt x="742950" y="3629025"/>
                </a:lnTo>
                <a:lnTo>
                  <a:pt x="723900" y="3629025"/>
                </a:lnTo>
                <a:lnTo>
                  <a:pt x="723900" y="3638550"/>
                </a:lnTo>
                <a:lnTo>
                  <a:pt x="714375" y="3638550"/>
                </a:lnTo>
                <a:close/>
                <a:moveTo>
                  <a:pt x="895350" y="3648075"/>
                </a:moveTo>
                <a:lnTo>
                  <a:pt x="904875" y="3648075"/>
                </a:lnTo>
                <a:lnTo>
                  <a:pt x="904875" y="3657600"/>
                </a:lnTo>
                <a:lnTo>
                  <a:pt x="923925" y="3657600"/>
                </a:lnTo>
                <a:lnTo>
                  <a:pt x="923925" y="3648075"/>
                </a:lnTo>
                <a:lnTo>
                  <a:pt x="933450" y="3648075"/>
                </a:lnTo>
                <a:lnTo>
                  <a:pt x="933450" y="3638550"/>
                </a:lnTo>
                <a:lnTo>
                  <a:pt x="923925" y="3638550"/>
                </a:lnTo>
                <a:lnTo>
                  <a:pt x="923925" y="3629025"/>
                </a:lnTo>
                <a:lnTo>
                  <a:pt x="904875" y="3629025"/>
                </a:lnTo>
                <a:lnTo>
                  <a:pt x="904875" y="3638550"/>
                </a:lnTo>
                <a:lnTo>
                  <a:pt x="895350" y="3638550"/>
                </a:lnTo>
                <a:close/>
                <a:moveTo>
                  <a:pt x="381000" y="3657600"/>
                </a:moveTo>
                <a:lnTo>
                  <a:pt x="390525" y="3657600"/>
                </a:lnTo>
                <a:lnTo>
                  <a:pt x="390525" y="3638550"/>
                </a:lnTo>
                <a:lnTo>
                  <a:pt x="371475" y="3638550"/>
                </a:lnTo>
                <a:lnTo>
                  <a:pt x="371475" y="3629025"/>
                </a:lnTo>
                <a:lnTo>
                  <a:pt x="361950" y="3629025"/>
                </a:lnTo>
                <a:lnTo>
                  <a:pt x="361950" y="3657600"/>
                </a:lnTo>
                <a:lnTo>
                  <a:pt x="342900" y="3657600"/>
                </a:lnTo>
                <a:lnTo>
                  <a:pt x="342900" y="3686175"/>
                </a:lnTo>
                <a:lnTo>
                  <a:pt x="352425" y="3686175"/>
                </a:lnTo>
                <a:lnTo>
                  <a:pt x="352425" y="3695700"/>
                </a:lnTo>
                <a:lnTo>
                  <a:pt x="381000" y="3695700"/>
                </a:lnTo>
                <a:close/>
                <a:moveTo>
                  <a:pt x="1038225" y="3657600"/>
                </a:moveTo>
                <a:lnTo>
                  <a:pt x="1057275" y="3657600"/>
                </a:lnTo>
                <a:lnTo>
                  <a:pt x="1057275" y="3648075"/>
                </a:lnTo>
                <a:lnTo>
                  <a:pt x="1038225" y="3648075"/>
                </a:lnTo>
                <a:close/>
                <a:moveTo>
                  <a:pt x="971550" y="3676650"/>
                </a:moveTo>
                <a:lnTo>
                  <a:pt x="981075" y="3676650"/>
                </a:lnTo>
                <a:lnTo>
                  <a:pt x="981075" y="3667125"/>
                </a:lnTo>
                <a:lnTo>
                  <a:pt x="971550" y="3667125"/>
                </a:lnTo>
                <a:close/>
                <a:moveTo>
                  <a:pt x="1009650" y="3676650"/>
                </a:moveTo>
                <a:lnTo>
                  <a:pt x="1019175" y="3676650"/>
                </a:lnTo>
                <a:lnTo>
                  <a:pt x="1019175" y="3657600"/>
                </a:lnTo>
                <a:lnTo>
                  <a:pt x="1009650" y="3657600"/>
                </a:lnTo>
                <a:close/>
                <a:moveTo>
                  <a:pt x="1085850" y="3676650"/>
                </a:moveTo>
                <a:lnTo>
                  <a:pt x="1095375" y="3676650"/>
                </a:lnTo>
                <a:lnTo>
                  <a:pt x="1095375" y="3657600"/>
                </a:lnTo>
                <a:lnTo>
                  <a:pt x="1085850" y="3657600"/>
                </a:lnTo>
                <a:close/>
                <a:moveTo>
                  <a:pt x="476250" y="3686175"/>
                </a:moveTo>
                <a:lnTo>
                  <a:pt x="485775" y="3686175"/>
                </a:lnTo>
                <a:lnTo>
                  <a:pt x="485775" y="3676650"/>
                </a:lnTo>
                <a:lnTo>
                  <a:pt x="476250" y="3676650"/>
                </a:lnTo>
                <a:close/>
                <a:moveTo>
                  <a:pt x="704850" y="3686175"/>
                </a:moveTo>
                <a:lnTo>
                  <a:pt x="723900" y="3686175"/>
                </a:lnTo>
                <a:lnTo>
                  <a:pt x="723900" y="3676650"/>
                </a:lnTo>
                <a:lnTo>
                  <a:pt x="704850" y="3676650"/>
                </a:lnTo>
                <a:close/>
                <a:moveTo>
                  <a:pt x="781050" y="3686175"/>
                </a:moveTo>
                <a:lnTo>
                  <a:pt x="800100" y="3686175"/>
                </a:lnTo>
                <a:lnTo>
                  <a:pt x="800100" y="3676650"/>
                </a:lnTo>
                <a:lnTo>
                  <a:pt x="781050" y="3676650"/>
                </a:lnTo>
                <a:close/>
                <a:moveTo>
                  <a:pt x="762000" y="3695700"/>
                </a:moveTo>
                <a:lnTo>
                  <a:pt x="771525" y="3695700"/>
                </a:lnTo>
                <a:lnTo>
                  <a:pt x="771525" y="3686175"/>
                </a:lnTo>
                <a:lnTo>
                  <a:pt x="762000" y="3686175"/>
                </a:lnTo>
                <a:close/>
                <a:moveTo>
                  <a:pt x="923925" y="3695700"/>
                </a:moveTo>
                <a:lnTo>
                  <a:pt x="933450" y="3695700"/>
                </a:lnTo>
                <a:lnTo>
                  <a:pt x="933450" y="3686175"/>
                </a:lnTo>
                <a:lnTo>
                  <a:pt x="923925" y="3686175"/>
                </a:lnTo>
                <a:close/>
                <a:moveTo>
                  <a:pt x="1409700" y="3705225"/>
                </a:moveTo>
                <a:lnTo>
                  <a:pt x="1438275" y="3705225"/>
                </a:lnTo>
                <a:lnTo>
                  <a:pt x="1438275" y="3714750"/>
                </a:lnTo>
                <a:lnTo>
                  <a:pt x="1428750" y="3714750"/>
                </a:lnTo>
                <a:lnTo>
                  <a:pt x="1428750" y="3724275"/>
                </a:lnTo>
                <a:lnTo>
                  <a:pt x="1409700" y="3724275"/>
                </a:lnTo>
                <a:close/>
              </a:path>
            </a:pathLst>
          </a:custGeom>
          <a:solidFill xmlns:a="http://schemas.openxmlformats.org/drawingml/2006/main">
            <a:srgbClr val="F3EFE3"/>
          </a:solidFill>
          <a:ln xmlns:a="http://schemas.openxmlformats.org/drawingml/2006/main" w="0">
            <a:noFill/>
          </a:ln>
        </p:spPr>
      </p:sp>
      <p:sp>
        <p:nvSpPr>
          <p:cNvPr id="33" name="phone4 vector #f3efe2">
            <a:extLst xmlns:a="http://schemas.openxmlformats.org/drawingml/2006/main">
              <a:ext uri="{FF2B5EF4-FFF2-40B4-BE49-F238E27FC236}">
                <a16:creationId xmlns:a16="http://schemas.microsoft.com/office/drawing/2014/main" id="{8F72F7F5-6B8A-4674-9611-DF6B6199B44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552825" y="1866900"/>
            <a:ext cx="2181225" cy="4581525"/>
          </a:xfrm>
          <a:custGeom xmlns:a="http://schemas.openxmlformats.org/drawingml/2006/main">
            <a:pathLst>
              <a:path w="1847850" h="3886200">
                <a:moveTo>
                  <a:pt x="485775" y="133350"/>
                </a:moveTo>
                <a:lnTo>
                  <a:pt x="495300" y="133350"/>
                </a:lnTo>
                <a:lnTo>
                  <a:pt x="495300" y="142875"/>
                </a:lnTo>
                <a:lnTo>
                  <a:pt x="485775" y="142875"/>
                </a:lnTo>
                <a:close/>
                <a:moveTo>
                  <a:pt x="295275" y="171450"/>
                </a:moveTo>
                <a:lnTo>
                  <a:pt x="304800" y="171450"/>
                </a:lnTo>
                <a:lnTo>
                  <a:pt x="304800" y="180975"/>
                </a:lnTo>
                <a:lnTo>
                  <a:pt x="295275" y="180975"/>
                </a:lnTo>
                <a:close/>
                <a:moveTo>
                  <a:pt x="619125" y="180975"/>
                </a:moveTo>
                <a:lnTo>
                  <a:pt x="647700" y="180975"/>
                </a:lnTo>
                <a:lnTo>
                  <a:pt x="647700" y="190500"/>
                </a:lnTo>
                <a:lnTo>
                  <a:pt x="638175" y="190500"/>
                </a:lnTo>
                <a:lnTo>
                  <a:pt x="638175" y="200025"/>
                </a:lnTo>
                <a:lnTo>
                  <a:pt x="628650" y="200025"/>
                </a:lnTo>
                <a:lnTo>
                  <a:pt x="628650" y="190500"/>
                </a:lnTo>
                <a:lnTo>
                  <a:pt x="619125" y="190500"/>
                </a:lnTo>
                <a:close/>
                <a:moveTo>
                  <a:pt x="1314450" y="180975"/>
                </a:moveTo>
                <a:lnTo>
                  <a:pt x="1333500" y="180975"/>
                </a:lnTo>
                <a:lnTo>
                  <a:pt x="1333500" y="200025"/>
                </a:lnTo>
                <a:lnTo>
                  <a:pt x="1323975" y="200025"/>
                </a:lnTo>
                <a:lnTo>
                  <a:pt x="1323975" y="190500"/>
                </a:lnTo>
                <a:lnTo>
                  <a:pt x="1314450" y="190500"/>
                </a:lnTo>
                <a:close/>
                <a:moveTo>
                  <a:pt x="1219200" y="200025"/>
                </a:moveTo>
                <a:lnTo>
                  <a:pt x="1228725" y="200025"/>
                </a:lnTo>
                <a:lnTo>
                  <a:pt x="1228725" y="228600"/>
                </a:lnTo>
                <a:lnTo>
                  <a:pt x="1266825" y="228600"/>
                </a:lnTo>
                <a:lnTo>
                  <a:pt x="1266825" y="247650"/>
                </a:lnTo>
                <a:lnTo>
                  <a:pt x="1228725" y="247650"/>
                </a:lnTo>
                <a:lnTo>
                  <a:pt x="1228725" y="238125"/>
                </a:lnTo>
                <a:lnTo>
                  <a:pt x="1219200" y="238125"/>
                </a:lnTo>
                <a:close/>
                <a:moveTo>
                  <a:pt x="238125" y="209550"/>
                </a:moveTo>
                <a:lnTo>
                  <a:pt x="247650" y="209550"/>
                </a:lnTo>
                <a:lnTo>
                  <a:pt x="247650" y="219075"/>
                </a:lnTo>
                <a:lnTo>
                  <a:pt x="238125" y="219075"/>
                </a:lnTo>
                <a:close/>
                <a:moveTo>
                  <a:pt x="219075" y="219075"/>
                </a:moveTo>
                <a:lnTo>
                  <a:pt x="228600" y="219075"/>
                </a:lnTo>
                <a:lnTo>
                  <a:pt x="228600" y="228600"/>
                </a:lnTo>
                <a:lnTo>
                  <a:pt x="219075" y="228600"/>
                </a:lnTo>
                <a:close/>
                <a:moveTo>
                  <a:pt x="1628775" y="219075"/>
                </a:moveTo>
                <a:lnTo>
                  <a:pt x="1685925" y="219075"/>
                </a:lnTo>
                <a:lnTo>
                  <a:pt x="1685925" y="228600"/>
                </a:lnTo>
                <a:lnTo>
                  <a:pt x="1676400" y="228600"/>
                </a:lnTo>
                <a:lnTo>
                  <a:pt x="1676400" y="238125"/>
                </a:lnTo>
                <a:lnTo>
                  <a:pt x="1666875" y="238125"/>
                </a:lnTo>
                <a:lnTo>
                  <a:pt x="1666875" y="257175"/>
                </a:lnTo>
                <a:lnTo>
                  <a:pt x="1657350" y="257175"/>
                </a:lnTo>
                <a:lnTo>
                  <a:pt x="1657350" y="247650"/>
                </a:lnTo>
                <a:lnTo>
                  <a:pt x="1647825" y="247650"/>
                </a:lnTo>
                <a:lnTo>
                  <a:pt x="1647825" y="238125"/>
                </a:lnTo>
                <a:lnTo>
                  <a:pt x="1638300" y="238125"/>
                </a:lnTo>
                <a:lnTo>
                  <a:pt x="1638300" y="228600"/>
                </a:lnTo>
                <a:lnTo>
                  <a:pt x="1628775" y="228600"/>
                </a:lnTo>
                <a:close/>
                <a:moveTo>
                  <a:pt x="180975" y="228600"/>
                </a:moveTo>
                <a:lnTo>
                  <a:pt x="190500" y="228600"/>
                </a:lnTo>
                <a:lnTo>
                  <a:pt x="190500" y="238125"/>
                </a:lnTo>
                <a:lnTo>
                  <a:pt x="180975" y="238125"/>
                </a:lnTo>
                <a:close/>
                <a:moveTo>
                  <a:pt x="228600" y="228600"/>
                </a:moveTo>
                <a:lnTo>
                  <a:pt x="238125" y="228600"/>
                </a:lnTo>
                <a:lnTo>
                  <a:pt x="238125" y="238125"/>
                </a:lnTo>
                <a:lnTo>
                  <a:pt x="247650" y="238125"/>
                </a:lnTo>
                <a:lnTo>
                  <a:pt x="247650" y="247650"/>
                </a:lnTo>
                <a:lnTo>
                  <a:pt x="200025" y="247650"/>
                </a:lnTo>
                <a:lnTo>
                  <a:pt x="200025" y="238125"/>
                </a:lnTo>
                <a:lnTo>
                  <a:pt x="228600" y="238125"/>
                </a:lnTo>
                <a:close/>
                <a:moveTo>
                  <a:pt x="247650" y="247650"/>
                </a:moveTo>
                <a:lnTo>
                  <a:pt x="257175" y="247650"/>
                </a:lnTo>
                <a:lnTo>
                  <a:pt x="257175" y="266700"/>
                </a:lnTo>
                <a:lnTo>
                  <a:pt x="266700" y="266700"/>
                </a:lnTo>
                <a:lnTo>
                  <a:pt x="266700" y="285750"/>
                </a:lnTo>
                <a:lnTo>
                  <a:pt x="247650" y="285750"/>
                </a:lnTo>
                <a:close/>
                <a:moveTo>
                  <a:pt x="1695450" y="247650"/>
                </a:moveTo>
                <a:lnTo>
                  <a:pt x="1704975" y="247650"/>
                </a:lnTo>
                <a:lnTo>
                  <a:pt x="1704975" y="257175"/>
                </a:lnTo>
                <a:lnTo>
                  <a:pt x="1695450" y="257175"/>
                </a:lnTo>
                <a:close/>
                <a:moveTo>
                  <a:pt x="1638300" y="257175"/>
                </a:moveTo>
                <a:lnTo>
                  <a:pt x="1647825" y="257175"/>
                </a:lnTo>
                <a:lnTo>
                  <a:pt x="1647825" y="266700"/>
                </a:lnTo>
                <a:lnTo>
                  <a:pt x="1638300" y="266700"/>
                </a:lnTo>
                <a:close/>
                <a:moveTo>
                  <a:pt x="1562100" y="266700"/>
                </a:moveTo>
                <a:lnTo>
                  <a:pt x="1571625" y="266700"/>
                </a:lnTo>
                <a:lnTo>
                  <a:pt x="1571625" y="276225"/>
                </a:lnTo>
                <a:lnTo>
                  <a:pt x="1562100" y="276225"/>
                </a:lnTo>
                <a:close/>
                <a:moveTo>
                  <a:pt x="419100" y="295275"/>
                </a:moveTo>
                <a:lnTo>
                  <a:pt x="428625" y="295275"/>
                </a:lnTo>
                <a:lnTo>
                  <a:pt x="428625" y="304800"/>
                </a:lnTo>
                <a:lnTo>
                  <a:pt x="419100" y="304800"/>
                </a:lnTo>
                <a:close/>
                <a:moveTo>
                  <a:pt x="457200" y="295275"/>
                </a:moveTo>
                <a:lnTo>
                  <a:pt x="466725" y="295275"/>
                </a:lnTo>
                <a:lnTo>
                  <a:pt x="466725" y="304800"/>
                </a:lnTo>
                <a:lnTo>
                  <a:pt x="457200" y="304800"/>
                </a:lnTo>
                <a:close/>
                <a:moveTo>
                  <a:pt x="1524000" y="295275"/>
                </a:moveTo>
                <a:lnTo>
                  <a:pt x="1533525" y="295275"/>
                </a:lnTo>
                <a:lnTo>
                  <a:pt x="1533525" y="304800"/>
                </a:lnTo>
                <a:lnTo>
                  <a:pt x="1543050" y="304800"/>
                </a:lnTo>
                <a:lnTo>
                  <a:pt x="1543050" y="314325"/>
                </a:lnTo>
                <a:lnTo>
                  <a:pt x="1533525" y="314325"/>
                </a:lnTo>
                <a:lnTo>
                  <a:pt x="1533525" y="323850"/>
                </a:lnTo>
                <a:lnTo>
                  <a:pt x="1524000" y="323850"/>
                </a:lnTo>
                <a:close/>
                <a:moveTo>
                  <a:pt x="1590675" y="295275"/>
                </a:moveTo>
                <a:lnTo>
                  <a:pt x="1619250" y="295275"/>
                </a:lnTo>
                <a:lnTo>
                  <a:pt x="1619250" y="314325"/>
                </a:lnTo>
                <a:lnTo>
                  <a:pt x="1609725" y="314325"/>
                </a:lnTo>
                <a:lnTo>
                  <a:pt x="1609725" y="304800"/>
                </a:lnTo>
                <a:lnTo>
                  <a:pt x="1590675" y="304800"/>
                </a:lnTo>
                <a:close/>
                <a:moveTo>
                  <a:pt x="323850" y="314325"/>
                </a:moveTo>
                <a:lnTo>
                  <a:pt x="352425" y="314325"/>
                </a:lnTo>
                <a:lnTo>
                  <a:pt x="352425" y="323850"/>
                </a:lnTo>
                <a:lnTo>
                  <a:pt x="323850" y="323850"/>
                </a:lnTo>
                <a:close/>
                <a:moveTo>
                  <a:pt x="1343025" y="314325"/>
                </a:moveTo>
                <a:lnTo>
                  <a:pt x="1352550" y="314325"/>
                </a:lnTo>
                <a:lnTo>
                  <a:pt x="1352550" y="323850"/>
                </a:lnTo>
                <a:lnTo>
                  <a:pt x="1343025" y="323850"/>
                </a:lnTo>
                <a:close/>
                <a:moveTo>
                  <a:pt x="438150" y="323850"/>
                </a:moveTo>
                <a:lnTo>
                  <a:pt x="457200" y="323850"/>
                </a:lnTo>
                <a:lnTo>
                  <a:pt x="457200" y="352425"/>
                </a:lnTo>
                <a:lnTo>
                  <a:pt x="466725" y="352425"/>
                </a:lnTo>
                <a:lnTo>
                  <a:pt x="466725" y="342900"/>
                </a:lnTo>
                <a:lnTo>
                  <a:pt x="476250" y="342900"/>
                </a:lnTo>
                <a:lnTo>
                  <a:pt x="476250" y="361950"/>
                </a:lnTo>
                <a:lnTo>
                  <a:pt x="447675" y="361950"/>
                </a:lnTo>
                <a:lnTo>
                  <a:pt x="447675" y="342900"/>
                </a:lnTo>
                <a:lnTo>
                  <a:pt x="438150" y="342900"/>
                </a:lnTo>
                <a:close/>
                <a:moveTo>
                  <a:pt x="1285875" y="323850"/>
                </a:moveTo>
                <a:lnTo>
                  <a:pt x="1295400" y="323850"/>
                </a:lnTo>
                <a:lnTo>
                  <a:pt x="1295400" y="342900"/>
                </a:lnTo>
                <a:lnTo>
                  <a:pt x="1257300" y="342900"/>
                </a:lnTo>
                <a:lnTo>
                  <a:pt x="1257300" y="333375"/>
                </a:lnTo>
                <a:lnTo>
                  <a:pt x="1285875" y="333375"/>
                </a:lnTo>
                <a:close/>
                <a:moveTo>
                  <a:pt x="142875" y="333375"/>
                </a:moveTo>
                <a:lnTo>
                  <a:pt x="152400" y="333375"/>
                </a:lnTo>
                <a:lnTo>
                  <a:pt x="152400" y="342900"/>
                </a:lnTo>
                <a:lnTo>
                  <a:pt x="142875" y="342900"/>
                </a:lnTo>
                <a:close/>
                <a:moveTo>
                  <a:pt x="152400" y="342900"/>
                </a:moveTo>
                <a:lnTo>
                  <a:pt x="161925" y="342900"/>
                </a:lnTo>
                <a:lnTo>
                  <a:pt x="161925" y="361950"/>
                </a:lnTo>
                <a:lnTo>
                  <a:pt x="152400" y="361950"/>
                </a:lnTo>
                <a:close/>
                <a:moveTo>
                  <a:pt x="971550" y="361950"/>
                </a:moveTo>
                <a:lnTo>
                  <a:pt x="981075" y="361950"/>
                </a:lnTo>
                <a:lnTo>
                  <a:pt x="981075" y="371475"/>
                </a:lnTo>
                <a:lnTo>
                  <a:pt x="971550" y="371475"/>
                </a:lnTo>
                <a:close/>
                <a:moveTo>
                  <a:pt x="1438275" y="381000"/>
                </a:moveTo>
                <a:lnTo>
                  <a:pt x="1457325" y="381000"/>
                </a:lnTo>
                <a:lnTo>
                  <a:pt x="1457325" y="400050"/>
                </a:lnTo>
                <a:lnTo>
                  <a:pt x="1447800" y="400050"/>
                </a:lnTo>
                <a:lnTo>
                  <a:pt x="1447800" y="390525"/>
                </a:lnTo>
                <a:lnTo>
                  <a:pt x="1438275" y="390525"/>
                </a:lnTo>
                <a:close/>
                <a:moveTo>
                  <a:pt x="1295400" y="400050"/>
                </a:moveTo>
                <a:lnTo>
                  <a:pt x="1304925" y="400050"/>
                </a:lnTo>
                <a:lnTo>
                  <a:pt x="1304925" y="409575"/>
                </a:lnTo>
                <a:lnTo>
                  <a:pt x="1295400" y="409575"/>
                </a:lnTo>
                <a:close/>
                <a:moveTo>
                  <a:pt x="1219200" y="428625"/>
                </a:moveTo>
                <a:lnTo>
                  <a:pt x="1228725" y="428625"/>
                </a:lnTo>
                <a:lnTo>
                  <a:pt x="1228725" y="438150"/>
                </a:lnTo>
                <a:lnTo>
                  <a:pt x="1219200" y="438150"/>
                </a:lnTo>
                <a:close/>
                <a:moveTo>
                  <a:pt x="1228725" y="438150"/>
                </a:moveTo>
                <a:lnTo>
                  <a:pt x="1247775" y="438150"/>
                </a:lnTo>
                <a:lnTo>
                  <a:pt x="1247775" y="476250"/>
                </a:lnTo>
                <a:lnTo>
                  <a:pt x="1228725" y="476250"/>
                </a:lnTo>
                <a:lnTo>
                  <a:pt x="1228725" y="485775"/>
                </a:lnTo>
                <a:lnTo>
                  <a:pt x="1219200" y="485775"/>
                </a:lnTo>
                <a:lnTo>
                  <a:pt x="1219200" y="457200"/>
                </a:lnTo>
                <a:lnTo>
                  <a:pt x="1228725" y="457200"/>
                </a:lnTo>
                <a:close/>
                <a:moveTo>
                  <a:pt x="1495425" y="447675"/>
                </a:moveTo>
                <a:lnTo>
                  <a:pt x="1514475" y="447675"/>
                </a:lnTo>
                <a:lnTo>
                  <a:pt x="1514475" y="457200"/>
                </a:lnTo>
                <a:lnTo>
                  <a:pt x="1495425" y="457200"/>
                </a:lnTo>
                <a:close/>
                <a:moveTo>
                  <a:pt x="1352550" y="457200"/>
                </a:moveTo>
                <a:lnTo>
                  <a:pt x="1362075" y="457200"/>
                </a:lnTo>
                <a:lnTo>
                  <a:pt x="1362075" y="466725"/>
                </a:lnTo>
                <a:lnTo>
                  <a:pt x="1352550" y="466725"/>
                </a:lnTo>
                <a:close/>
                <a:moveTo>
                  <a:pt x="1247775" y="476250"/>
                </a:moveTo>
                <a:lnTo>
                  <a:pt x="1257300" y="476250"/>
                </a:lnTo>
                <a:lnTo>
                  <a:pt x="1257300" y="485775"/>
                </a:lnTo>
                <a:lnTo>
                  <a:pt x="1247775" y="485775"/>
                </a:lnTo>
                <a:close/>
                <a:moveTo>
                  <a:pt x="1362075" y="504825"/>
                </a:moveTo>
                <a:lnTo>
                  <a:pt x="1381125" y="504825"/>
                </a:lnTo>
                <a:lnTo>
                  <a:pt x="1381125" y="514350"/>
                </a:lnTo>
                <a:lnTo>
                  <a:pt x="1362075" y="514350"/>
                </a:lnTo>
                <a:close/>
                <a:moveTo>
                  <a:pt x="447675" y="552450"/>
                </a:moveTo>
                <a:lnTo>
                  <a:pt x="457200" y="552450"/>
                </a:lnTo>
                <a:lnTo>
                  <a:pt x="457200" y="561975"/>
                </a:lnTo>
                <a:lnTo>
                  <a:pt x="447675" y="561975"/>
                </a:lnTo>
                <a:close/>
                <a:moveTo>
                  <a:pt x="428625" y="561975"/>
                </a:moveTo>
                <a:lnTo>
                  <a:pt x="438150" y="561975"/>
                </a:lnTo>
                <a:lnTo>
                  <a:pt x="438150" y="571500"/>
                </a:lnTo>
                <a:lnTo>
                  <a:pt x="428625" y="571500"/>
                </a:lnTo>
                <a:close/>
                <a:moveTo>
                  <a:pt x="352425" y="571500"/>
                </a:moveTo>
                <a:lnTo>
                  <a:pt x="381000" y="571500"/>
                </a:lnTo>
                <a:lnTo>
                  <a:pt x="381000" y="581025"/>
                </a:lnTo>
                <a:lnTo>
                  <a:pt x="371475" y="581025"/>
                </a:lnTo>
                <a:lnTo>
                  <a:pt x="371475" y="590550"/>
                </a:lnTo>
                <a:lnTo>
                  <a:pt x="381000" y="590550"/>
                </a:lnTo>
                <a:lnTo>
                  <a:pt x="381000" y="600075"/>
                </a:lnTo>
                <a:lnTo>
                  <a:pt x="352425" y="600075"/>
                </a:lnTo>
                <a:lnTo>
                  <a:pt x="352425" y="590550"/>
                </a:lnTo>
                <a:lnTo>
                  <a:pt x="342900" y="590550"/>
                </a:lnTo>
                <a:lnTo>
                  <a:pt x="342900" y="581025"/>
                </a:lnTo>
                <a:lnTo>
                  <a:pt x="352425" y="581025"/>
                </a:lnTo>
                <a:close/>
                <a:moveTo>
                  <a:pt x="438150" y="571500"/>
                </a:moveTo>
                <a:lnTo>
                  <a:pt x="447675" y="571500"/>
                </a:lnTo>
                <a:lnTo>
                  <a:pt x="447675" y="581025"/>
                </a:lnTo>
                <a:lnTo>
                  <a:pt x="457200" y="581025"/>
                </a:lnTo>
                <a:lnTo>
                  <a:pt x="457200" y="600075"/>
                </a:lnTo>
                <a:lnTo>
                  <a:pt x="447675" y="600075"/>
                </a:lnTo>
                <a:lnTo>
                  <a:pt x="447675" y="609600"/>
                </a:lnTo>
                <a:lnTo>
                  <a:pt x="428625" y="609600"/>
                </a:lnTo>
                <a:lnTo>
                  <a:pt x="428625" y="600075"/>
                </a:lnTo>
                <a:lnTo>
                  <a:pt x="438150" y="600075"/>
                </a:lnTo>
                <a:lnTo>
                  <a:pt x="438150" y="590550"/>
                </a:lnTo>
                <a:lnTo>
                  <a:pt x="428625" y="590550"/>
                </a:lnTo>
                <a:lnTo>
                  <a:pt x="428625" y="581025"/>
                </a:lnTo>
                <a:lnTo>
                  <a:pt x="438150" y="581025"/>
                </a:lnTo>
                <a:close/>
                <a:moveTo>
                  <a:pt x="1133475" y="581025"/>
                </a:moveTo>
                <a:lnTo>
                  <a:pt x="1152525" y="581025"/>
                </a:lnTo>
                <a:lnTo>
                  <a:pt x="1152525" y="590550"/>
                </a:lnTo>
                <a:lnTo>
                  <a:pt x="1133475" y="590550"/>
                </a:lnTo>
                <a:close/>
                <a:moveTo>
                  <a:pt x="247650" y="590550"/>
                </a:moveTo>
                <a:lnTo>
                  <a:pt x="257175" y="590550"/>
                </a:lnTo>
                <a:lnTo>
                  <a:pt x="257175" y="600075"/>
                </a:lnTo>
                <a:lnTo>
                  <a:pt x="247650" y="600075"/>
                </a:lnTo>
                <a:close/>
                <a:moveTo>
                  <a:pt x="333375" y="590550"/>
                </a:moveTo>
                <a:lnTo>
                  <a:pt x="342900" y="590550"/>
                </a:lnTo>
                <a:lnTo>
                  <a:pt x="342900" y="600075"/>
                </a:lnTo>
                <a:lnTo>
                  <a:pt x="352425" y="600075"/>
                </a:lnTo>
                <a:lnTo>
                  <a:pt x="352425" y="609600"/>
                </a:lnTo>
                <a:lnTo>
                  <a:pt x="381000" y="609600"/>
                </a:lnTo>
                <a:lnTo>
                  <a:pt x="381000" y="600075"/>
                </a:lnTo>
                <a:lnTo>
                  <a:pt x="400050" y="600075"/>
                </a:lnTo>
                <a:lnTo>
                  <a:pt x="400050" y="609600"/>
                </a:lnTo>
                <a:lnTo>
                  <a:pt x="390525" y="609600"/>
                </a:lnTo>
                <a:lnTo>
                  <a:pt x="390525" y="619125"/>
                </a:lnTo>
                <a:lnTo>
                  <a:pt x="342900" y="619125"/>
                </a:lnTo>
                <a:lnTo>
                  <a:pt x="342900" y="609600"/>
                </a:lnTo>
                <a:lnTo>
                  <a:pt x="333375" y="609600"/>
                </a:lnTo>
                <a:close/>
                <a:moveTo>
                  <a:pt x="1076325" y="590550"/>
                </a:moveTo>
                <a:lnTo>
                  <a:pt x="1085850" y="590550"/>
                </a:lnTo>
                <a:lnTo>
                  <a:pt x="1085850" y="609600"/>
                </a:lnTo>
                <a:lnTo>
                  <a:pt x="1076325" y="609600"/>
                </a:lnTo>
                <a:close/>
                <a:moveTo>
                  <a:pt x="257175" y="600075"/>
                </a:moveTo>
                <a:lnTo>
                  <a:pt x="276225" y="600075"/>
                </a:lnTo>
                <a:lnTo>
                  <a:pt x="276225" y="619125"/>
                </a:lnTo>
                <a:lnTo>
                  <a:pt x="314325" y="619125"/>
                </a:lnTo>
                <a:lnTo>
                  <a:pt x="314325" y="628650"/>
                </a:lnTo>
                <a:lnTo>
                  <a:pt x="276225" y="628650"/>
                </a:lnTo>
                <a:lnTo>
                  <a:pt x="276225" y="638175"/>
                </a:lnTo>
                <a:lnTo>
                  <a:pt x="257175" y="638175"/>
                </a:lnTo>
                <a:lnTo>
                  <a:pt x="257175" y="628650"/>
                </a:lnTo>
                <a:lnTo>
                  <a:pt x="247650" y="628650"/>
                </a:lnTo>
                <a:lnTo>
                  <a:pt x="247650" y="609600"/>
                </a:lnTo>
                <a:lnTo>
                  <a:pt x="257175" y="609600"/>
                </a:lnTo>
                <a:close/>
                <a:moveTo>
                  <a:pt x="1133475" y="600075"/>
                </a:moveTo>
                <a:lnTo>
                  <a:pt x="1143000" y="600075"/>
                </a:lnTo>
                <a:lnTo>
                  <a:pt x="1143000" y="609600"/>
                </a:lnTo>
                <a:lnTo>
                  <a:pt x="1133475" y="609600"/>
                </a:lnTo>
                <a:close/>
                <a:moveTo>
                  <a:pt x="1143000" y="609600"/>
                </a:moveTo>
                <a:lnTo>
                  <a:pt x="1152525" y="609600"/>
                </a:lnTo>
                <a:lnTo>
                  <a:pt x="1152525" y="619125"/>
                </a:lnTo>
                <a:lnTo>
                  <a:pt x="1162050" y="619125"/>
                </a:lnTo>
                <a:lnTo>
                  <a:pt x="1162050" y="628650"/>
                </a:lnTo>
                <a:lnTo>
                  <a:pt x="1143000" y="628650"/>
                </a:lnTo>
                <a:close/>
                <a:moveTo>
                  <a:pt x="381000" y="628650"/>
                </a:moveTo>
                <a:lnTo>
                  <a:pt x="419100" y="628650"/>
                </a:lnTo>
                <a:lnTo>
                  <a:pt x="419100" y="638175"/>
                </a:lnTo>
                <a:lnTo>
                  <a:pt x="400050" y="638175"/>
                </a:lnTo>
                <a:lnTo>
                  <a:pt x="400050" y="647700"/>
                </a:lnTo>
                <a:lnTo>
                  <a:pt x="381000" y="647700"/>
                </a:lnTo>
                <a:close/>
                <a:moveTo>
                  <a:pt x="1714500" y="628650"/>
                </a:moveTo>
                <a:lnTo>
                  <a:pt x="1724025" y="628650"/>
                </a:lnTo>
                <a:lnTo>
                  <a:pt x="1724025" y="638175"/>
                </a:lnTo>
                <a:lnTo>
                  <a:pt x="1733550" y="638175"/>
                </a:lnTo>
                <a:lnTo>
                  <a:pt x="1733550" y="666750"/>
                </a:lnTo>
                <a:lnTo>
                  <a:pt x="1724025" y="666750"/>
                </a:lnTo>
                <a:lnTo>
                  <a:pt x="1724025" y="685800"/>
                </a:lnTo>
                <a:lnTo>
                  <a:pt x="1704975" y="685800"/>
                </a:lnTo>
                <a:lnTo>
                  <a:pt x="1704975" y="666750"/>
                </a:lnTo>
                <a:lnTo>
                  <a:pt x="1714500" y="666750"/>
                </a:lnTo>
                <a:close/>
                <a:moveTo>
                  <a:pt x="1666875" y="647700"/>
                </a:moveTo>
                <a:lnTo>
                  <a:pt x="1685925" y="647700"/>
                </a:lnTo>
                <a:lnTo>
                  <a:pt x="1685925" y="666750"/>
                </a:lnTo>
                <a:lnTo>
                  <a:pt x="1676400" y="666750"/>
                </a:lnTo>
                <a:lnTo>
                  <a:pt x="1676400" y="657225"/>
                </a:lnTo>
                <a:lnTo>
                  <a:pt x="1666875" y="657225"/>
                </a:lnTo>
                <a:close/>
                <a:moveTo>
                  <a:pt x="542925" y="676275"/>
                </a:moveTo>
                <a:lnTo>
                  <a:pt x="552450" y="676275"/>
                </a:lnTo>
                <a:lnTo>
                  <a:pt x="552450" y="685800"/>
                </a:lnTo>
                <a:lnTo>
                  <a:pt x="542925" y="685800"/>
                </a:lnTo>
                <a:close/>
                <a:moveTo>
                  <a:pt x="561975" y="676275"/>
                </a:moveTo>
                <a:lnTo>
                  <a:pt x="571500" y="676275"/>
                </a:lnTo>
                <a:lnTo>
                  <a:pt x="571500" y="685800"/>
                </a:lnTo>
                <a:lnTo>
                  <a:pt x="561975" y="685800"/>
                </a:lnTo>
                <a:close/>
                <a:moveTo>
                  <a:pt x="1171575" y="704850"/>
                </a:moveTo>
                <a:lnTo>
                  <a:pt x="1219200" y="704850"/>
                </a:lnTo>
                <a:lnTo>
                  <a:pt x="1219200" y="714375"/>
                </a:lnTo>
                <a:lnTo>
                  <a:pt x="1171575" y="714375"/>
                </a:lnTo>
                <a:close/>
                <a:moveTo>
                  <a:pt x="1638300" y="704850"/>
                </a:moveTo>
                <a:lnTo>
                  <a:pt x="1647825" y="704850"/>
                </a:lnTo>
                <a:lnTo>
                  <a:pt x="1647825" y="714375"/>
                </a:lnTo>
                <a:lnTo>
                  <a:pt x="1666875" y="714375"/>
                </a:lnTo>
                <a:lnTo>
                  <a:pt x="1666875" y="723900"/>
                </a:lnTo>
                <a:lnTo>
                  <a:pt x="1676400" y="723900"/>
                </a:lnTo>
                <a:lnTo>
                  <a:pt x="1676400" y="733425"/>
                </a:lnTo>
                <a:lnTo>
                  <a:pt x="1695450" y="733425"/>
                </a:lnTo>
                <a:lnTo>
                  <a:pt x="1695450" y="704850"/>
                </a:lnTo>
                <a:lnTo>
                  <a:pt x="1714500" y="704850"/>
                </a:lnTo>
                <a:lnTo>
                  <a:pt x="1714500" y="723900"/>
                </a:lnTo>
                <a:lnTo>
                  <a:pt x="1704975" y="723900"/>
                </a:lnTo>
                <a:lnTo>
                  <a:pt x="1704975" y="733425"/>
                </a:lnTo>
                <a:lnTo>
                  <a:pt x="1695450" y="733425"/>
                </a:lnTo>
                <a:lnTo>
                  <a:pt x="1695450" y="742950"/>
                </a:lnTo>
                <a:lnTo>
                  <a:pt x="1676400" y="742950"/>
                </a:lnTo>
                <a:lnTo>
                  <a:pt x="1676400" y="762000"/>
                </a:lnTo>
                <a:lnTo>
                  <a:pt x="1685925" y="762000"/>
                </a:lnTo>
                <a:lnTo>
                  <a:pt x="1685925" y="800100"/>
                </a:lnTo>
                <a:lnTo>
                  <a:pt x="1704975" y="800100"/>
                </a:lnTo>
                <a:lnTo>
                  <a:pt x="1704975" y="809625"/>
                </a:lnTo>
                <a:lnTo>
                  <a:pt x="1676400" y="809625"/>
                </a:lnTo>
                <a:lnTo>
                  <a:pt x="1676400" y="790575"/>
                </a:lnTo>
                <a:lnTo>
                  <a:pt x="1647825" y="790575"/>
                </a:lnTo>
                <a:lnTo>
                  <a:pt x="1647825" y="800100"/>
                </a:lnTo>
                <a:lnTo>
                  <a:pt x="1638300" y="800100"/>
                </a:lnTo>
                <a:lnTo>
                  <a:pt x="1638300" y="819150"/>
                </a:lnTo>
                <a:lnTo>
                  <a:pt x="1609725" y="819150"/>
                </a:lnTo>
                <a:lnTo>
                  <a:pt x="1609725" y="809625"/>
                </a:lnTo>
                <a:lnTo>
                  <a:pt x="1628775" y="809625"/>
                </a:lnTo>
                <a:lnTo>
                  <a:pt x="1628775" y="790575"/>
                </a:lnTo>
                <a:lnTo>
                  <a:pt x="1638300" y="790575"/>
                </a:lnTo>
                <a:lnTo>
                  <a:pt x="1638300" y="781050"/>
                </a:lnTo>
                <a:lnTo>
                  <a:pt x="1647825" y="781050"/>
                </a:lnTo>
                <a:lnTo>
                  <a:pt x="1647825" y="771525"/>
                </a:lnTo>
                <a:lnTo>
                  <a:pt x="1638300" y="771525"/>
                </a:lnTo>
                <a:lnTo>
                  <a:pt x="1638300" y="742950"/>
                </a:lnTo>
                <a:lnTo>
                  <a:pt x="1647825" y="742950"/>
                </a:lnTo>
                <a:lnTo>
                  <a:pt x="1647825" y="733425"/>
                </a:lnTo>
                <a:lnTo>
                  <a:pt x="1638300" y="733425"/>
                </a:lnTo>
                <a:close/>
                <a:moveTo>
                  <a:pt x="1676400" y="704850"/>
                </a:moveTo>
                <a:lnTo>
                  <a:pt x="1685925" y="704850"/>
                </a:lnTo>
                <a:lnTo>
                  <a:pt x="1685925" y="714375"/>
                </a:lnTo>
                <a:lnTo>
                  <a:pt x="1676400" y="714375"/>
                </a:lnTo>
                <a:close/>
                <a:moveTo>
                  <a:pt x="1162050" y="733425"/>
                </a:moveTo>
                <a:lnTo>
                  <a:pt x="1171575" y="733425"/>
                </a:lnTo>
                <a:lnTo>
                  <a:pt x="1171575" y="742950"/>
                </a:lnTo>
                <a:lnTo>
                  <a:pt x="1162050" y="742950"/>
                </a:lnTo>
                <a:close/>
                <a:moveTo>
                  <a:pt x="923925" y="742950"/>
                </a:moveTo>
                <a:lnTo>
                  <a:pt x="942975" y="742950"/>
                </a:lnTo>
                <a:lnTo>
                  <a:pt x="942975" y="752475"/>
                </a:lnTo>
                <a:lnTo>
                  <a:pt x="923925" y="752475"/>
                </a:lnTo>
                <a:close/>
                <a:moveTo>
                  <a:pt x="1133475" y="742950"/>
                </a:moveTo>
                <a:lnTo>
                  <a:pt x="1143000" y="742950"/>
                </a:lnTo>
                <a:lnTo>
                  <a:pt x="1143000" y="752475"/>
                </a:lnTo>
                <a:lnTo>
                  <a:pt x="1133475" y="752475"/>
                </a:lnTo>
                <a:close/>
                <a:moveTo>
                  <a:pt x="1552575" y="742950"/>
                </a:moveTo>
                <a:lnTo>
                  <a:pt x="1581150" y="742950"/>
                </a:lnTo>
                <a:lnTo>
                  <a:pt x="1581150" y="752475"/>
                </a:lnTo>
                <a:lnTo>
                  <a:pt x="1552575" y="752475"/>
                </a:lnTo>
                <a:close/>
                <a:moveTo>
                  <a:pt x="1695450" y="742950"/>
                </a:moveTo>
                <a:lnTo>
                  <a:pt x="1704975" y="742950"/>
                </a:lnTo>
                <a:lnTo>
                  <a:pt x="1704975" y="762000"/>
                </a:lnTo>
                <a:lnTo>
                  <a:pt x="1695450" y="762000"/>
                </a:lnTo>
                <a:close/>
                <a:moveTo>
                  <a:pt x="1114425" y="752475"/>
                </a:moveTo>
                <a:lnTo>
                  <a:pt x="1123950" y="752475"/>
                </a:lnTo>
                <a:lnTo>
                  <a:pt x="1123950" y="762000"/>
                </a:lnTo>
                <a:lnTo>
                  <a:pt x="1114425" y="762000"/>
                </a:lnTo>
                <a:close/>
                <a:moveTo>
                  <a:pt x="1571625" y="762000"/>
                </a:moveTo>
                <a:lnTo>
                  <a:pt x="1590675" y="762000"/>
                </a:lnTo>
                <a:lnTo>
                  <a:pt x="1590675" y="790575"/>
                </a:lnTo>
                <a:lnTo>
                  <a:pt x="1571625" y="790575"/>
                </a:lnTo>
                <a:close/>
                <a:moveTo>
                  <a:pt x="1657350" y="781050"/>
                </a:moveTo>
                <a:lnTo>
                  <a:pt x="1666875" y="781050"/>
                </a:lnTo>
                <a:lnTo>
                  <a:pt x="1666875" y="762000"/>
                </a:lnTo>
                <a:lnTo>
                  <a:pt x="1657350" y="762000"/>
                </a:lnTo>
                <a:close/>
                <a:moveTo>
                  <a:pt x="1181100" y="809625"/>
                </a:moveTo>
                <a:lnTo>
                  <a:pt x="1190625" y="809625"/>
                </a:lnTo>
                <a:lnTo>
                  <a:pt x="1190625" y="819150"/>
                </a:lnTo>
                <a:lnTo>
                  <a:pt x="1181100" y="819150"/>
                </a:lnTo>
                <a:close/>
                <a:moveTo>
                  <a:pt x="1657350" y="809625"/>
                </a:moveTo>
                <a:lnTo>
                  <a:pt x="1676400" y="809625"/>
                </a:lnTo>
                <a:lnTo>
                  <a:pt x="1676400" y="819150"/>
                </a:lnTo>
                <a:lnTo>
                  <a:pt x="1657350" y="819150"/>
                </a:lnTo>
                <a:close/>
                <a:moveTo>
                  <a:pt x="561975" y="828675"/>
                </a:moveTo>
                <a:lnTo>
                  <a:pt x="581025" y="828675"/>
                </a:lnTo>
                <a:lnTo>
                  <a:pt x="581025" y="838200"/>
                </a:lnTo>
                <a:lnTo>
                  <a:pt x="561975" y="838200"/>
                </a:lnTo>
                <a:close/>
                <a:moveTo>
                  <a:pt x="1047750" y="838200"/>
                </a:moveTo>
                <a:lnTo>
                  <a:pt x="1057275" y="838200"/>
                </a:lnTo>
                <a:lnTo>
                  <a:pt x="1057275" y="847725"/>
                </a:lnTo>
                <a:lnTo>
                  <a:pt x="1047750" y="847725"/>
                </a:lnTo>
                <a:close/>
                <a:moveTo>
                  <a:pt x="1562100" y="838200"/>
                </a:moveTo>
                <a:lnTo>
                  <a:pt x="1600200" y="838200"/>
                </a:lnTo>
                <a:lnTo>
                  <a:pt x="1600200" y="857250"/>
                </a:lnTo>
                <a:lnTo>
                  <a:pt x="1609725" y="857250"/>
                </a:lnTo>
                <a:lnTo>
                  <a:pt x="1609725" y="847725"/>
                </a:lnTo>
                <a:lnTo>
                  <a:pt x="1619250" y="847725"/>
                </a:lnTo>
                <a:lnTo>
                  <a:pt x="1619250" y="857250"/>
                </a:lnTo>
                <a:lnTo>
                  <a:pt x="1647825" y="857250"/>
                </a:lnTo>
                <a:lnTo>
                  <a:pt x="1647825" y="847725"/>
                </a:lnTo>
                <a:lnTo>
                  <a:pt x="1638300" y="847725"/>
                </a:lnTo>
                <a:lnTo>
                  <a:pt x="1638300" y="838200"/>
                </a:lnTo>
                <a:lnTo>
                  <a:pt x="1647825" y="838200"/>
                </a:lnTo>
                <a:lnTo>
                  <a:pt x="1647825" y="847725"/>
                </a:lnTo>
                <a:lnTo>
                  <a:pt x="1676400" y="847725"/>
                </a:lnTo>
                <a:lnTo>
                  <a:pt x="1676400" y="857250"/>
                </a:lnTo>
                <a:lnTo>
                  <a:pt x="1647825" y="857250"/>
                </a:lnTo>
                <a:lnTo>
                  <a:pt x="1647825" y="866775"/>
                </a:lnTo>
                <a:lnTo>
                  <a:pt x="1638300" y="866775"/>
                </a:lnTo>
                <a:lnTo>
                  <a:pt x="1638300" y="876300"/>
                </a:lnTo>
                <a:lnTo>
                  <a:pt x="1628775" y="876300"/>
                </a:lnTo>
                <a:lnTo>
                  <a:pt x="1628775" y="885825"/>
                </a:lnTo>
                <a:lnTo>
                  <a:pt x="1619250" y="885825"/>
                </a:lnTo>
                <a:lnTo>
                  <a:pt x="1619250" y="895350"/>
                </a:lnTo>
                <a:lnTo>
                  <a:pt x="1628775" y="895350"/>
                </a:lnTo>
                <a:lnTo>
                  <a:pt x="1628775" y="904875"/>
                </a:lnTo>
                <a:lnTo>
                  <a:pt x="1619250" y="904875"/>
                </a:lnTo>
                <a:lnTo>
                  <a:pt x="1619250" y="933450"/>
                </a:lnTo>
                <a:lnTo>
                  <a:pt x="1628775" y="933450"/>
                </a:lnTo>
                <a:lnTo>
                  <a:pt x="1628775" y="952500"/>
                </a:lnTo>
                <a:lnTo>
                  <a:pt x="1590675" y="952500"/>
                </a:lnTo>
                <a:lnTo>
                  <a:pt x="1590675" y="942975"/>
                </a:lnTo>
                <a:lnTo>
                  <a:pt x="1600200" y="942975"/>
                </a:lnTo>
                <a:lnTo>
                  <a:pt x="1600200" y="933450"/>
                </a:lnTo>
                <a:lnTo>
                  <a:pt x="1590675" y="933450"/>
                </a:lnTo>
                <a:lnTo>
                  <a:pt x="1590675" y="923925"/>
                </a:lnTo>
                <a:lnTo>
                  <a:pt x="1581150" y="923925"/>
                </a:lnTo>
                <a:lnTo>
                  <a:pt x="1581150" y="914400"/>
                </a:lnTo>
                <a:lnTo>
                  <a:pt x="1571625" y="914400"/>
                </a:lnTo>
                <a:lnTo>
                  <a:pt x="1571625" y="895350"/>
                </a:lnTo>
                <a:lnTo>
                  <a:pt x="1581150" y="895350"/>
                </a:lnTo>
                <a:lnTo>
                  <a:pt x="1581150" y="904875"/>
                </a:lnTo>
                <a:lnTo>
                  <a:pt x="1590675" y="904875"/>
                </a:lnTo>
                <a:lnTo>
                  <a:pt x="1590675" y="923925"/>
                </a:lnTo>
                <a:lnTo>
                  <a:pt x="1609725" y="923925"/>
                </a:lnTo>
                <a:lnTo>
                  <a:pt x="1609725" y="914400"/>
                </a:lnTo>
                <a:lnTo>
                  <a:pt x="1600200" y="914400"/>
                </a:lnTo>
                <a:lnTo>
                  <a:pt x="1600200" y="876300"/>
                </a:lnTo>
                <a:lnTo>
                  <a:pt x="1581150" y="876300"/>
                </a:lnTo>
                <a:lnTo>
                  <a:pt x="1581150" y="885825"/>
                </a:lnTo>
                <a:lnTo>
                  <a:pt x="1571625" y="885825"/>
                </a:lnTo>
                <a:lnTo>
                  <a:pt x="1571625" y="866775"/>
                </a:lnTo>
                <a:lnTo>
                  <a:pt x="1581150" y="866775"/>
                </a:lnTo>
                <a:lnTo>
                  <a:pt x="1581150" y="857250"/>
                </a:lnTo>
                <a:lnTo>
                  <a:pt x="1590675" y="857250"/>
                </a:lnTo>
                <a:lnTo>
                  <a:pt x="1590675" y="847725"/>
                </a:lnTo>
                <a:lnTo>
                  <a:pt x="1562100" y="847725"/>
                </a:lnTo>
                <a:close/>
                <a:moveTo>
                  <a:pt x="790575" y="847725"/>
                </a:moveTo>
                <a:lnTo>
                  <a:pt x="800100" y="847725"/>
                </a:lnTo>
                <a:lnTo>
                  <a:pt x="800100" y="857250"/>
                </a:lnTo>
                <a:lnTo>
                  <a:pt x="790575" y="857250"/>
                </a:lnTo>
                <a:close/>
                <a:moveTo>
                  <a:pt x="809625" y="847725"/>
                </a:moveTo>
                <a:lnTo>
                  <a:pt x="838200" y="847725"/>
                </a:lnTo>
                <a:lnTo>
                  <a:pt x="838200" y="857250"/>
                </a:lnTo>
                <a:lnTo>
                  <a:pt x="847725" y="857250"/>
                </a:lnTo>
                <a:lnTo>
                  <a:pt x="847725" y="876300"/>
                </a:lnTo>
                <a:lnTo>
                  <a:pt x="828675" y="876300"/>
                </a:lnTo>
                <a:lnTo>
                  <a:pt x="828675" y="857250"/>
                </a:lnTo>
                <a:lnTo>
                  <a:pt x="809625" y="857250"/>
                </a:lnTo>
                <a:close/>
                <a:moveTo>
                  <a:pt x="1057275" y="847725"/>
                </a:moveTo>
                <a:lnTo>
                  <a:pt x="1076325" y="847725"/>
                </a:lnTo>
                <a:lnTo>
                  <a:pt x="1076325" y="857250"/>
                </a:lnTo>
                <a:lnTo>
                  <a:pt x="1085850" y="857250"/>
                </a:lnTo>
                <a:lnTo>
                  <a:pt x="1085850" y="866775"/>
                </a:lnTo>
                <a:lnTo>
                  <a:pt x="1095375" y="866775"/>
                </a:lnTo>
                <a:lnTo>
                  <a:pt x="1095375" y="876300"/>
                </a:lnTo>
                <a:lnTo>
                  <a:pt x="1104900" y="876300"/>
                </a:lnTo>
                <a:lnTo>
                  <a:pt x="1104900" y="885825"/>
                </a:lnTo>
                <a:lnTo>
                  <a:pt x="1085850" y="885825"/>
                </a:lnTo>
                <a:lnTo>
                  <a:pt x="1085850" y="895350"/>
                </a:lnTo>
                <a:lnTo>
                  <a:pt x="1076325" y="895350"/>
                </a:lnTo>
                <a:lnTo>
                  <a:pt x="1076325" y="914400"/>
                </a:lnTo>
                <a:lnTo>
                  <a:pt x="1057275" y="914400"/>
                </a:lnTo>
                <a:lnTo>
                  <a:pt x="1057275" y="904875"/>
                </a:lnTo>
                <a:lnTo>
                  <a:pt x="1028700" y="904875"/>
                </a:lnTo>
                <a:lnTo>
                  <a:pt x="1028700" y="914400"/>
                </a:lnTo>
                <a:lnTo>
                  <a:pt x="1000125" y="914400"/>
                </a:lnTo>
                <a:lnTo>
                  <a:pt x="1000125" y="885825"/>
                </a:lnTo>
                <a:lnTo>
                  <a:pt x="981075" y="885825"/>
                </a:lnTo>
                <a:lnTo>
                  <a:pt x="981075" y="876300"/>
                </a:lnTo>
                <a:lnTo>
                  <a:pt x="990600" y="876300"/>
                </a:lnTo>
                <a:lnTo>
                  <a:pt x="990600" y="866775"/>
                </a:lnTo>
                <a:lnTo>
                  <a:pt x="1009650" y="866775"/>
                </a:lnTo>
                <a:lnTo>
                  <a:pt x="1009650" y="885825"/>
                </a:lnTo>
                <a:lnTo>
                  <a:pt x="1028700" y="885825"/>
                </a:lnTo>
                <a:lnTo>
                  <a:pt x="1028700" y="876300"/>
                </a:lnTo>
                <a:lnTo>
                  <a:pt x="1038225" y="876300"/>
                </a:lnTo>
                <a:lnTo>
                  <a:pt x="1038225" y="866775"/>
                </a:lnTo>
                <a:lnTo>
                  <a:pt x="1047750" y="866775"/>
                </a:lnTo>
                <a:lnTo>
                  <a:pt x="1047750" y="857250"/>
                </a:lnTo>
                <a:lnTo>
                  <a:pt x="1057275" y="857250"/>
                </a:lnTo>
                <a:close/>
                <a:moveTo>
                  <a:pt x="1276350" y="847725"/>
                </a:moveTo>
                <a:lnTo>
                  <a:pt x="1304925" y="847725"/>
                </a:lnTo>
                <a:lnTo>
                  <a:pt x="1304925" y="866775"/>
                </a:lnTo>
                <a:lnTo>
                  <a:pt x="1314450" y="866775"/>
                </a:lnTo>
                <a:lnTo>
                  <a:pt x="1314450" y="857250"/>
                </a:lnTo>
                <a:lnTo>
                  <a:pt x="1323975" y="857250"/>
                </a:lnTo>
                <a:lnTo>
                  <a:pt x="1323975" y="866775"/>
                </a:lnTo>
                <a:lnTo>
                  <a:pt x="1333500" y="866775"/>
                </a:lnTo>
                <a:lnTo>
                  <a:pt x="1333500" y="857250"/>
                </a:lnTo>
                <a:lnTo>
                  <a:pt x="1352550" y="857250"/>
                </a:lnTo>
                <a:lnTo>
                  <a:pt x="1352550" y="847725"/>
                </a:lnTo>
                <a:lnTo>
                  <a:pt x="1362075" y="847725"/>
                </a:lnTo>
                <a:lnTo>
                  <a:pt x="1362075" y="857250"/>
                </a:lnTo>
                <a:lnTo>
                  <a:pt x="1381125" y="857250"/>
                </a:lnTo>
                <a:lnTo>
                  <a:pt x="1381125" y="876300"/>
                </a:lnTo>
                <a:lnTo>
                  <a:pt x="1409700" y="876300"/>
                </a:lnTo>
                <a:lnTo>
                  <a:pt x="1409700" y="866775"/>
                </a:lnTo>
                <a:lnTo>
                  <a:pt x="1428750" y="866775"/>
                </a:lnTo>
                <a:lnTo>
                  <a:pt x="1428750" y="876300"/>
                </a:lnTo>
                <a:lnTo>
                  <a:pt x="1419225" y="876300"/>
                </a:lnTo>
                <a:lnTo>
                  <a:pt x="1419225" y="885825"/>
                </a:lnTo>
                <a:lnTo>
                  <a:pt x="1428750" y="885825"/>
                </a:lnTo>
                <a:lnTo>
                  <a:pt x="1428750" y="876300"/>
                </a:lnTo>
                <a:lnTo>
                  <a:pt x="1447800" y="876300"/>
                </a:lnTo>
                <a:lnTo>
                  <a:pt x="1447800" y="866775"/>
                </a:lnTo>
                <a:lnTo>
                  <a:pt x="1457325" y="866775"/>
                </a:lnTo>
                <a:lnTo>
                  <a:pt x="1457325" y="885825"/>
                </a:lnTo>
                <a:lnTo>
                  <a:pt x="1485900" y="885825"/>
                </a:lnTo>
                <a:lnTo>
                  <a:pt x="1485900" y="866775"/>
                </a:lnTo>
                <a:lnTo>
                  <a:pt x="1514475" y="866775"/>
                </a:lnTo>
                <a:lnTo>
                  <a:pt x="1514475" y="876300"/>
                </a:lnTo>
                <a:lnTo>
                  <a:pt x="1495425" y="876300"/>
                </a:lnTo>
                <a:lnTo>
                  <a:pt x="1495425" y="885825"/>
                </a:lnTo>
                <a:lnTo>
                  <a:pt x="1543050" y="885825"/>
                </a:lnTo>
                <a:lnTo>
                  <a:pt x="1543050" y="904875"/>
                </a:lnTo>
                <a:lnTo>
                  <a:pt x="1562100" y="904875"/>
                </a:lnTo>
                <a:lnTo>
                  <a:pt x="1562100" y="914400"/>
                </a:lnTo>
                <a:lnTo>
                  <a:pt x="1552575" y="914400"/>
                </a:lnTo>
                <a:lnTo>
                  <a:pt x="1552575" y="933450"/>
                </a:lnTo>
                <a:lnTo>
                  <a:pt x="1533525" y="933450"/>
                </a:lnTo>
                <a:lnTo>
                  <a:pt x="1533525" y="942975"/>
                </a:lnTo>
                <a:lnTo>
                  <a:pt x="1524000" y="942975"/>
                </a:lnTo>
                <a:lnTo>
                  <a:pt x="1524000" y="952500"/>
                </a:lnTo>
                <a:lnTo>
                  <a:pt x="1514475" y="952500"/>
                </a:lnTo>
                <a:lnTo>
                  <a:pt x="1514475" y="933450"/>
                </a:lnTo>
                <a:lnTo>
                  <a:pt x="1504950" y="933450"/>
                </a:lnTo>
                <a:lnTo>
                  <a:pt x="1504950" y="923925"/>
                </a:lnTo>
                <a:lnTo>
                  <a:pt x="1495425" y="923925"/>
                </a:lnTo>
                <a:lnTo>
                  <a:pt x="1495425" y="933450"/>
                </a:lnTo>
                <a:lnTo>
                  <a:pt x="1476375" y="933450"/>
                </a:lnTo>
                <a:lnTo>
                  <a:pt x="1476375" y="914400"/>
                </a:lnTo>
                <a:lnTo>
                  <a:pt x="1457325" y="914400"/>
                </a:lnTo>
                <a:lnTo>
                  <a:pt x="1457325" y="923925"/>
                </a:lnTo>
                <a:lnTo>
                  <a:pt x="1428750" y="923925"/>
                </a:lnTo>
                <a:lnTo>
                  <a:pt x="1428750" y="914400"/>
                </a:lnTo>
                <a:lnTo>
                  <a:pt x="1419225" y="914400"/>
                </a:lnTo>
                <a:lnTo>
                  <a:pt x="1419225" y="904875"/>
                </a:lnTo>
                <a:lnTo>
                  <a:pt x="1409700" y="904875"/>
                </a:lnTo>
                <a:lnTo>
                  <a:pt x="1409700" y="885825"/>
                </a:lnTo>
                <a:lnTo>
                  <a:pt x="1390650" y="885825"/>
                </a:lnTo>
                <a:lnTo>
                  <a:pt x="1390650" y="904875"/>
                </a:lnTo>
                <a:lnTo>
                  <a:pt x="1381125" y="904875"/>
                </a:lnTo>
                <a:lnTo>
                  <a:pt x="1381125" y="923925"/>
                </a:lnTo>
                <a:lnTo>
                  <a:pt x="1371600" y="923925"/>
                </a:lnTo>
                <a:lnTo>
                  <a:pt x="1371600" y="933450"/>
                </a:lnTo>
                <a:lnTo>
                  <a:pt x="1381125" y="933450"/>
                </a:lnTo>
                <a:lnTo>
                  <a:pt x="1381125" y="952500"/>
                </a:lnTo>
                <a:lnTo>
                  <a:pt x="1343025" y="952500"/>
                </a:lnTo>
                <a:lnTo>
                  <a:pt x="1343025" y="933450"/>
                </a:lnTo>
                <a:lnTo>
                  <a:pt x="1333500" y="933450"/>
                </a:lnTo>
                <a:lnTo>
                  <a:pt x="1333500" y="923925"/>
                </a:lnTo>
                <a:lnTo>
                  <a:pt x="1304925" y="923925"/>
                </a:lnTo>
                <a:lnTo>
                  <a:pt x="1304925" y="933450"/>
                </a:lnTo>
                <a:lnTo>
                  <a:pt x="1295400" y="933450"/>
                </a:lnTo>
                <a:lnTo>
                  <a:pt x="1295400" y="952500"/>
                </a:lnTo>
                <a:lnTo>
                  <a:pt x="1266825" y="952500"/>
                </a:lnTo>
                <a:lnTo>
                  <a:pt x="1266825" y="942975"/>
                </a:lnTo>
                <a:lnTo>
                  <a:pt x="1238250" y="942975"/>
                </a:lnTo>
                <a:lnTo>
                  <a:pt x="1238250" y="952500"/>
                </a:lnTo>
                <a:lnTo>
                  <a:pt x="1219200" y="952500"/>
                </a:lnTo>
                <a:lnTo>
                  <a:pt x="1219200" y="942975"/>
                </a:lnTo>
                <a:lnTo>
                  <a:pt x="1181100" y="942975"/>
                </a:lnTo>
                <a:lnTo>
                  <a:pt x="1181100" y="952500"/>
                </a:lnTo>
                <a:lnTo>
                  <a:pt x="1143000" y="952500"/>
                </a:lnTo>
                <a:lnTo>
                  <a:pt x="1143000" y="942975"/>
                </a:lnTo>
                <a:lnTo>
                  <a:pt x="1133475" y="942975"/>
                </a:lnTo>
                <a:lnTo>
                  <a:pt x="1133475" y="933450"/>
                </a:lnTo>
                <a:lnTo>
                  <a:pt x="1143000" y="933450"/>
                </a:lnTo>
                <a:lnTo>
                  <a:pt x="1143000" y="923925"/>
                </a:lnTo>
                <a:lnTo>
                  <a:pt x="1152525" y="923925"/>
                </a:lnTo>
                <a:lnTo>
                  <a:pt x="1152525" y="904875"/>
                </a:lnTo>
                <a:lnTo>
                  <a:pt x="1123950" y="904875"/>
                </a:lnTo>
                <a:lnTo>
                  <a:pt x="1123950" y="914400"/>
                </a:lnTo>
                <a:lnTo>
                  <a:pt x="1114425" y="914400"/>
                </a:lnTo>
                <a:lnTo>
                  <a:pt x="1114425" y="904875"/>
                </a:lnTo>
                <a:lnTo>
                  <a:pt x="1104900" y="904875"/>
                </a:lnTo>
                <a:lnTo>
                  <a:pt x="1104900" y="895350"/>
                </a:lnTo>
                <a:lnTo>
                  <a:pt x="1114425" y="895350"/>
                </a:lnTo>
                <a:lnTo>
                  <a:pt x="1114425" y="876300"/>
                </a:lnTo>
                <a:lnTo>
                  <a:pt x="1123950" y="876300"/>
                </a:lnTo>
                <a:lnTo>
                  <a:pt x="1123950" y="866775"/>
                </a:lnTo>
                <a:lnTo>
                  <a:pt x="1133475" y="866775"/>
                </a:lnTo>
                <a:lnTo>
                  <a:pt x="1133475" y="876300"/>
                </a:lnTo>
                <a:lnTo>
                  <a:pt x="1152525" y="876300"/>
                </a:lnTo>
                <a:lnTo>
                  <a:pt x="1152525" y="866775"/>
                </a:lnTo>
                <a:lnTo>
                  <a:pt x="1162050" y="866775"/>
                </a:lnTo>
                <a:lnTo>
                  <a:pt x="1162050" y="857250"/>
                </a:lnTo>
                <a:lnTo>
                  <a:pt x="1181100" y="857250"/>
                </a:lnTo>
                <a:lnTo>
                  <a:pt x="1181100" y="866775"/>
                </a:lnTo>
                <a:lnTo>
                  <a:pt x="1171575" y="866775"/>
                </a:lnTo>
                <a:lnTo>
                  <a:pt x="1171575" y="876300"/>
                </a:lnTo>
                <a:lnTo>
                  <a:pt x="1200150" y="876300"/>
                </a:lnTo>
                <a:lnTo>
                  <a:pt x="1200150" y="866775"/>
                </a:lnTo>
                <a:lnTo>
                  <a:pt x="1257300" y="866775"/>
                </a:lnTo>
                <a:lnTo>
                  <a:pt x="1257300" y="857250"/>
                </a:lnTo>
                <a:lnTo>
                  <a:pt x="1276350" y="857250"/>
                </a:lnTo>
                <a:close/>
                <a:moveTo>
                  <a:pt x="781050" y="857250"/>
                </a:moveTo>
                <a:lnTo>
                  <a:pt x="790575" y="857250"/>
                </a:lnTo>
                <a:lnTo>
                  <a:pt x="790575" y="866775"/>
                </a:lnTo>
                <a:lnTo>
                  <a:pt x="781050" y="866775"/>
                </a:lnTo>
                <a:close/>
                <a:moveTo>
                  <a:pt x="876300" y="857250"/>
                </a:moveTo>
                <a:lnTo>
                  <a:pt x="885825" y="857250"/>
                </a:lnTo>
                <a:lnTo>
                  <a:pt x="885825" y="885825"/>
                </a:lnTo>
                <a:lnTo>
                  <a:pt x="857250" y="885825"/>
                </a:lnTo>
                <a:lnTo>
                  <a:pt x="857250" y="876300"/>
                </a:lnTo>
                <a:lnTo>
                  <a:pt x="866775" y="876300"/>
                </a:lnTo>
                <a:lnTo>
                  <a:pt x="866775" y="866775"/>
                </a:lnTo>
                <a:lnTo>
                  <a:pt x="876300" y="866775"/>
                </a:lnTo>
                <a:close/>
                <a:moveTo>
                  <a:pt x="1543050" y="857250"/>
                </a:moveTo>
                <a:lnTo>
                  <a:pt x="1552575" y="857250"/>
                </a:lnTo>
                <a:lnTo>
                  <a:pt x="1552575" y="866775"/>
                </a:lnTo>
                <a:lnTo>
                  <a:pt x="1543050" y="866775"/>
                </a:lnTo>
                <a:close/>
                <a:moveTo>
                  <a:pt x="1533525" y="866775"/>
                </a:moveTo>
                <a:lnTo>
                  <a:pt x="1543050" y="866775"/>
                </a:lnTo>
                <a:lnTo>
                  <a:pt x="1543050" y="876300"/>
                </a:lnTo>
                <a:lnTo>
                  <a:pt x="1533525" y="876300"/>
                </a:lnTo>
                <a:close/>
                <a:moveTo>
                  <a:pt x="1285875" y="876300"/>
                </a:moveTo>
                <a:lnTo>
                  <a:pt x="1295400" y="876300"/>
                </a:lnTo>
                <a:lnTo>
                  <a:pt x="1295400" y="866775"/>
                </a:lnTo>
                <a:lnTo>
                  <a:pt x="1285875" y="866775"/>
                </a:lnTo>
                <a:close/>
                <a:moveTo>
                  <a:pt x="1333500" y="876300"/>
                </a:moveTo>
                <a:lnTo>
                  <a:pt x="1352550" y="876300"/>
                </a:lnTo>
                <a:lnTo>
                  <a:pt x="1352550" y="866775"/>
                </a:lnTo>
                <a:lnTo>
                  <a:pt x="1333500" y="866775"/>
                </a:lnTo>
                <a:close/>
                <a:moveTo>
                  <a:pt x="180975" y="885825"/>
                </a:moveTo>
                <a:lnTo>
                  <a:pt x="190500" y="885825"/>
                </a:lnTo>
                <a:lnTo>
                  <a:pt x="190500" y="904875"/>
                </a:lnTo>
                <a:lnTo>
                  <a:pt x="180975" y="904875"/>
                </a:lnTo>
                <a:close/>
                <a:moveTo>
                  <a:pt x="723900" y="885825"/>
                </a:moveTo>
                <a:lnTo>
                  <a:pt x="733425" y="885825"/>
                </a:lnTo>
                <a:lnTo>
                  <a:pt x="733425" y="895350"/>
                </a:lnTo>
                <a:lnTo>
                  <a:pt x="742950" y="895350"/>
                </a:lnTo>
                <a:lnTo>
                  <a:pt x="742950" y="904875"/>
                </a:lnTo>
                <a:lnTo>
                  <a:pt x="714375" y="904875"/>
                </a:lnTo>
                <a:lnTo>
                  <a:pt x="714375" y="895350"/>
                </a:lnTo>
                <a:lnTo>
                  <a:pt x="723900" y="895350"/>
                </a:lnTo>
                <a:close/>
                <a:moveTo>
                  <a:pt x="1047750" y="885825"/>
                </a:moveTo>
                <a:lnTo>
                  <a:pt x="1057275" y="885825"/>
                </a:lnTo>
                <a:lnTo>
                  <a:pt x="1057275" y="876300"/>
                </a:lnTo>
                <a:lnTo>
                  <a:pt x="1047750" y="876300"/>
                </a:lnTo>
                <a:close/>
                <a:moveTo>
                  <a:pt x="1295400" y="885825"/>
                </a:moveTo>
                <a:lnTo>
                  <a:pt x="1304925" y="885825"/>
                </a:lnTo>
                <a:lnTo>
                  <a:pt x="1304925" y="904875"/>
                </a:lnTo>
                <a:lnTo>
                  <a:pt x="1314450" y="904875"/>
                </a:lnTo>
                <a:lnTo>
                  <a:pt x="1314450" y="876300"/>
                </a:lnTo>
                <a:lnTo>
                  <a:pt x="1295400" y="876300"/>
                </a:lnTo>
                <a:close/>
                <a:moveTo>
                  <a:pt x="1552575" y="885825"/>
                </a:moveTo>
                <a:lnTo>
                  <a:pt x="1562100" y="885825"/>
                </a:lnTo>
                <a:lnTo>
                  <a:pt x="1562100" y="895350"/>
                </a:lnTo>
                <a:lnTo>
                  <a:pt x="1552575" y="895350"/>
                </a:lnTo>
                <a:close/>
                <a:moveTo>
                  <a:pt x="266700" y="895350"/>
                </a:moveTo>
                <a:lnTo>
                  <a:pt x="285750" y="895350"/>
                </a:lnTo>
                <a:lnTo>
                  <a:pt x="285750" y="904875"/>
                </a:lnTo>
                <a:lnTo>
                  <a:pt x="266700" y="904875"/>
                </a:lnTo>
                <a:close/>
                <a:moveTo>
                  <a:pt x="200025" y="904875"/>
                </a:moveTo>
                <a:lnTo>
                  <a:pt x="209550" y="904875"/>
                </a:lnTo>
                <a:lnTo>
                  <a:pt x="209550" y="914400"/>
                </a:lnTo>
                <a:lnTo>
                  <a:pt x="200025" y="914400"/>
                </a:lnTo>
                <a:close/>
                <a:moveTo>
                  <a:pt x="666750" y="904875"/>
                </a:moveTo>
                <a:lnTo>
                  <a:pt x="676275" y="904875"/>
                </a:lnTo>
                <a:lnTo>
                  <a:pt x="676275" y="914400"/>
                </a:lnTo>
                <a:lnTo>
                  <a:pt x="666750" y="914400"/>
                </a:lnTo>
                <a:close/>
                <a:moveTo>
                  <a:pt x="1495425" y="904875"/>
                </a:moveTo>
                <a:lnTo>
                  <a:pt x="1504950" y="904875"/>
                </a:lnTo>
                <a:lnTo>
                  <a:pt x="1504950" y="914400"/>
                </a:lnTo>
                <a:lnTo>
                  <a:pt x="1514475" y="914400"/>
                </a:lnTo>
                <a:lnTo>
                  <a:pt x="1514475" y="923925"/>
                </a:lnTo>
                <a:lnTo>
                  <a:pt x="1524000" y="923925"/>
                </a:lnTo>
                <a:lnTo>
                  <a:pt x="1524000" y="914400"/>
                </a:lnTo>
                <a:lnTo>
                  <a:pt x="1533525" y="914400"/>
                </a:lnTo>
                <a:lnTo>
                  <a:pt x="1533525" y="904875"/>
                </a:lnTo>
                <a:lnTo>
                  <a:pt x="1514475" y="904875"/>
                </a:lnTo>
                <a:lnTo>
                  <a:pt x="1514475" y="895350"/>
                </a:lnTo>
                <a:lnTo>
                  <a:pt x="1495425" y="895350"/>
                </a:lnTo>
                <a:close/>
                <a:moveTo>
                  <a:pt x="1628775" y="904875"/>
                </a:moveTo>
                <a:lnTo>
                  <a:pt x="1647825" y="904875"/>
                </a:lnTo>
                <a:lnTo>
                  <a:pt x="1647825" y="914400"/>
                </a:lnTo>
                <a:lnTo>
                  <a:pt x="1628775" y="914400"/>
                </a:lnTo>
                <a:close/>
                <a:moveTo>
                  <a:pt x="1076325" y="914400"/>
                </a:moveTo>
                <a:lnTo>
                  <a:pt x="1104900" y="914400"/>
                </a:lnTo>
                <a:lnTo>
                  <a:pt x="1104900" y="933450"/>
                </a:lnTo>
                <a:lnTo>
                  <a:pt x="1095375" y="933450"/>
                </a:lnTo>
                <a:lnTo>
                  <a:pt x="1095375" y="923925"/>
                </a:lnTo>
                <a:lnTo>
                  <a:pt x="1085850" y="923925"/>
                </a:lnTo>
                <a:lnTo>
                  <a:pt x="1085850" y="933450"/>
                </a:lnTo>
                <a:lnTo>
                  <a:pt x="1076325" y="933450"/>
                </a:lnTo>
                <a:close/>
                <a:moveTo>
                  <a:pt x="666750" y="923925"/>
                </a:moveTo>
                <a:lnTo>
                  <a:pt x="676275" y="923925"/>
                </a:lnTo>
                <a:lnTo>
                  <a:pt x="676275" y="933450"/>
                </a:lnTo>
                <a:lnTo>
                  <a:pt x="666750" y="933450"/>
                </a:lnTo>
                <a:close/>
                <a:moveTo>
                  <a:pt x="752475" y="923925"/>
                </a:moveTo>
                <a:lnTo>
                  <a:pt x="762000" y="923925"/>
                </a:lnTo>
                <a:lnTo>
                  <a:pt x="762000" y="933450"/>
                </a:lnTo>
                <a:lnTo>
                  <a:pt x="752475" y="933450"/>
                </a:lnTo>
                <a:close/>
                <a:moveTo>
                  <a:pt x="1343025" y="923925"/>
                </a:moveTo>
                <a:lnTo>
                  <a:pt x="1352550" y="923925"/>
                </a:lnTo>
                <a:lnTo>
                  <a:pt x="1352550" y="914400"/>
                </a:lnTo>
                <a:lnTo>
                  <a:pt x="1343025" y="914400"/>
                </a:lnTo>
                <a:close/>
                <a:moveTo>
                  <a:pt x="1190625" y="933450"/>
                </a:moveTo>
                <a:lnTo>
                  <a:pt x="1228725" y="933450"/>
                </a:lnTo>
                <a:lnTo>
                  <a:pt x="1228725" y="904875"/>
                </a:lnTo>
                <a:lnTo>
                  <a:pt x="1209675" y="904875"/>
                </a:lnTo>
                <a:lnTo>
                  <a:pt x="1209675" y="895350"/>
                </a:lnTo>
                <a:lnTo>
                  <a:pt x="1200150" y="895350"/>
                </a:lnTo>
                <a:lnTo>
                  <a:pt x="1200150" y="904875"/>
                </a:lnTo>
                <a:lnTo>
                  <a:pt x="1190625" y="904875"/>
                </a:lnTo>
                <a:close/>
                <a:moveTo>
                  <a:pt x="1476375" y="942975"/>
                </a:moveTo>
                <a:lnTo>
                  <a:pt x="1485900" y="942975"/>
                </a:lnTo>
                <a:lnTo>
                  <a:pt x="1485900" y="952500"/>
                </a:lnTo>
                <a:lnTo>
                  <a:pt x="1476375" y="952500"/>
                </a:lnTo>
                <a:close/>
                <a:moveTo>
                  <a:pt x="1200150" y="971550"/>
                </a:moveTo>
                <a:lnTo>
                  <a:pt x="1323975" y="971550"/>
                </a:lnTo>
                <a:lnTo>
                  <a:pt x="1323975" y="981075"/>
                </a:lnTo>
                <a:lnTo>
                  <a:pt x="1266825" y="981075"/>
                </a:lnTo>
                <a:lnTo>
                  <a:pt x="1266825" y="990600"/>
                </a:lnTo>
                <a:lnTo>
                  <a:pt x="1257300" y="990600"/>
                </a:lnTo>
                <a:lnTo>
                  <a:pt x="1257300" y="981075"/>
                </a:lnTo>
                <a:lnTo>
                  <a:pt x="1209675" y="981075"/>
                </a:lnTo>
                <a:lnTo>
                  <a:pt x="1209675" y="990600"/>
                </a:lnTo>
                <a:lnTo>
                  <a:pt x="1257300" y="990600"/>
                </a:lnTo>
                <a:lnTo>
                  <a:pt x="1257300" y="1000125"/>
                </a:lnTo>
                <a:lnTo>
                  <a:pt x="1266825" y="1000125"/>
                </a:lnTo>
                <a:lnTo>
                  <a:pt x="1266825" y="990600"/>
                </a:lnTo>
                <a:lnTo>
                  <a:pt x="1295400" y="990600"/>
                </a:lnTo>
                <a:lnTo>
                  <a:pt x="1295400" y="1009650"/>
                </a:lnTo>
                <a:lnTo>
                  <a:pt x="1304925" y="1009650"/>
                </a:lnTo>
                <a:lnTo>
                  <a:pt x="1304925" y="1019175"/>
                </a:lnTo>
                <a:lnTo>
                  <a:pt x="1314450" y="1019175"/>
                </a:lnTo>
                <a:lnTo>
                  <a:pt x="1314450" y="1009650"/>
                </a:lnTo>
                <a:lnTo>
                  <a:pt x="1323975" y="1009650"/>
                </a:lnTo>
                <a:lnTo>
                  <a:pt x="1323975" y="990600"/>
                </a:lnTo>
                <a:lnTo>
                  <a:pt x="1352550" y="990600"/>
                </a:lnTo>
                <a:lnTo>
                  <a:pt x="1352550" y="1000125"/>
                </a:lnTo>
                <a:lnTo>
                  <a:pt x="1371600" y="1000125"/>
                </a:lnTo>
                <a:lnTo>
                  <a:pt x="1371600" y="1009650"/>
                </a:lnTo>
                <a:lnTo>
                  <a:pt x="1362075" y="1009650"/>
                </a:lnTo>
                <a:lnTo>
                  <a:pt x="1362075" y="1019175"/>
                </a:lnTo>
                <a:lnTo>
                  <a:pt x="1352550" y="1019175"/>
                </a:lnTo>
                <a:lnTo>
                  <a:pt x="1352550" y="1028700"/>
                </a:lnTo>
                <a:lnTo>
                  <a:pt x="1362075" y="1028700"/>
                </a:lnTo>
                <a:lnTo>
                  <a:pt x="1362075" y="1019175"/>
                </a:lnTo>
                <a:lnTo>
                  <a:pt x="1371600" y="1019175"/>
                </a:lnTo>
                <a:lnTo>
                  <a:pt x="1371600" y="1009650"/>
                </a:lnTo>
                <a:lnTo>
                  <a:pt x="1381125" y="1009650"/>
                </a:lnTo>
                <a:lnTo>
                  <a:pt x="1381125" y="1000125"/>
                </a:lnTo>
                <a:lnTo>
                  <a:pt x="1390650" y="1000125"/>
                </a:lnTo>
                <a:lnTo>
                  <a:pt x="1390650" y="990600"/>
                </a:lnTo>
                <a:lnTo>
                  <a:pt x="1514475" y="990600"/>
                </a:lnTo>
                <a:lnTo>
                  <a:pt x="1514475" y="1000125"/>
                </a:lnTo>
                <a:lnTo>
                  <a:pt x="1524000" y="1000125"/>
                </a:lnTo>
                <a:lnTo>
                  <a:pt x="1524000" y="990600"/>
                </a:lnTo>
                <a:lnTo>
                  <a:pt x="1533525" y="990600"/>
                </a:lnTo>
                <a:lnTo>
                  <a:pt x="1533525" y="1009650"/>
                </a:lnTo>
                <a:lnTo>
                  <a:pt x="1514475" y="1009650"/>
                </a:lnTo>
                <a:lnTo>
                  <a:pt x="1514475" y="1019175"/>
                </a:lnTo>
                <a:lnTo>
                  <a:pt x="1504950" y="1019175"/>
                </a:lnTo>
                <a:lnTo>
                  <a:pt x="1504950" y="1028700"/>
                </a:lnTo>
                <a:lnTo>
                  <a:pt x="1514475" y="1028700"/>
                </a:lnTo>
                <a:lnTo>
                  <a:pt x="1514475" y="1038225"/>
                </a:lnTo>
                <a:lnTo>
                  <a:pt x="1524000" y="1038225"/>
                </a:lnTo>
                <a:lnTo>
                  <a:pt x="1524000" y="1047750"/>
                </a:lnTo>
                <a:lnTo>
                  <a:pt x="1476375" y="1047750"/>
                </a:lnTo>
                <a:lnTo>
                  <a:pt x="1476375" y="1028700"/>
                </a:lnTo>
                <a:lnTo>
                  <a:pt x="1466850" y="1028700"/>
                </a:lnTo>
                <a:lnTo>
                  <a:pt x="1466850" y="1019175"/>
                </a:lnTo>
                <a:lnTo>
                  <a:pt x="1447800" y="1019175"/>
                </a:lnTo>
                <a:lnTo>
                  <a:pt x="1447800" y="1009650"/>
                </a:lnTo>
                <a:lnTo>
                  <a:pt x="1438275" y="1009650"/>
                </a:lnTo>
                <a:lnTo>
                  <a:pt x="1438275" y="1028700"/>
                </a:lnTo>
                <a:lnTo>
                  <a:pt x="1447800" y="1028700"/>
                </a:lnTo>
                <a:lnTo>
                  <a:pt x="1447800" y="1038225"/>
                </a:lnTo>
                <a:lnTo>
                  <a:pt x="1466850" y="1038225"/>
                </a:lnTo>
                <a:lnTo>
                  <a:pt x="1466850" y="1047750"/>
                </a:lnTo>
                <a:lnTo>
                  <a:pt x="1476375" y="1047750"/>
                </a:lnTo>
                <a:lnTo>
                  <a:pt x="1476375" y="1057275"/>
                </a:lnTo>
                <a:lnTo>
                  <a:pt x="1466850" y="1057275"/>
                </a:lnTo>
                <a:lnTo>
                  <a:pt x="1466850" y="1066800"/>
                </a:lnTo>
                <a:lnTo>
                  <a:pt x="1457325" y="1066800"/>
                </a:lnTo>
                <a:lnTo>
                  <a:pt x="1457325" y="1076325"/>
                </a:lnTo>
                <a:lnTo>
                  <a:pt x="1447800" y="1076325"/>
                </a:lnTo>
                <a:lnTo>
                  <a:pt x="1447800" y="1066800"/>
                </a:lnTo>
                <a:lnTo>
                  <a:pt x="1428750" y="1066800"/>
                </a:lnTo>
                <a:lnTo>
                  <a:pt x="1428750" y="1076325"/>
                </a:lnTo>
                <a:lnTo>
                  <a:pt x="1381125" y="1076325"/>
                </a:lnTo>
                <a:lnTo>
                  <a:pt x="1381125" y="1066800"/>
                </a:lnTo>
                <a:lnTo>
                  <a:pt x="1333500" y="1066800"/>
                </a:lnTo>
                <a:lnTo>
                  <a:pt x="1333500" y="1047750"/>
                </a:lnTo>
                <a:lnTo>
                  <a:pt x="1323975" y="1047750"/>
                </a:lnTo>
                <a:lnTo>
                  <a:pt x="1323975" y="1057275"/>
                </a:lnTo>
                <a:lnTo>
                  <a:pt x="1314450" y="1057275"/>
                </a:lnTo>
                <a:lnTo>
                  <a:pt x="1314450" y="1066800"/>
                </a:lnTo>
                <a:lnTo>
                  <a:pt x="1266825" y="1066800"/>
                </a:lnTo>
                <a:lnTo>
                  <a:pt x="1266825" y="1076325"/>
                </a:lnTo>
                <a:lnTo>
                  <a:pt x="1247775" y="1076325"/>
                </a:lnTo>
                <a:lnTo>
                  <a:pt x="1247775" y="1066800"/>
                </a:lnTo>
                <a:lnTo>
                  <a:pt x="1228725" y="1066800"/>
                </a:lnTo>
                <a:lnTo>
                  <a:pt x="1228725" y="1076325"/>
                </a:lnTo>
                <a:lnTo>
                  <a:pt x="1200150" y="1076325"/>
                </a:lnTo>
                <a:lnTo>
                  <a:pt x="1200150" y="1047750"/>
                </a:lnTo>
                <a:lnTo>
                  <a:pt x="1171575" y="1047750"/>
                </a:lnTo>
                <a:lnTo>
                  <a:pt x="1171575" y="1057275"/>
                </a:lnTo>
                <a:lnTo>
                  <a:pt x="1162050" y="1057275"/>
                </a:lnTo>
                <a:lnTo>
                  <a:pt x="1162050" y="1066800"/>
                </a:lnTo>
                <a:lnTo>
                  <a:pt x="1133475" y="1066800"/>
                </a:lnTo>
                <a:lnTo>
                  <a:pt x="1133475" y="1057275"/>
                </a:lnTo>
                <a:lnTo>
                  <a:pt x="1123950" y="1057275"/>
                </a:lnTo>
                <a:lnTo>
                  <a:pt x="1123950" y="1047750"/>
                </a:lnTo>
                <a:lnTo>
                  <a:pt x="1162050" y="1047750"/>
                </a:lnTo>
                <a:lnTo>
                  <a:pt x="1162050" y="1038225"/>
                </a:lnTo>
                <a:lnTo>
                  <a:pt x="1181100" y="1038225"/>
                </a:lnTo>
                <a:lnTo>
                  <a:pt x="1181100" y="1028700"/>
                </a:lnTo>
                <a:lnTo>
                  <a:pt x="1200150" y="1028700"/>
                </a:lnTo>
                <a:lnTo>
                  <a:pt x="1200150" y="1019175"/>
                </a:lnTo>
                <a:lnTo>
                  <a:pt x="1162050" y="1019175"/>
                </a:lnTo>
                <a:lnTo>
                  <a:pt x="1162050" y="1028700"/>
                </a:lnTo>
                <a:lnTo>
                  <a:pt x="1133475" y="1028700"/>
                </a:lnTo>
                <a:lnTo>
                  <a:pt x="1133475" y="1038225"/>
                </a:lnTo>
                <a:lnTo>
                  <a:pt x="1123950" y="1038225"/>
                </a:lnTo>
                <a:lnTo>
                  <a:pt x="1123950" y="1028700"/>
                </a:lnTo>
                <a:lnTo>
                  <a:pt x="1085850" y="1028700"/>
                </a:lnTo>
                <a:lnTo>
                  <a:pt x="1085850" y="1038225"/>
                </a:lnTo>
                <a:lnTo>
                  <a:pt x="1076325" y="1038225"/>
                </a:lnTo>
                <a:lnTo>
                  <a:pt x="1076325" y="1047750"/>
                </a:lnTo>
                <a:lnTo>
                  <a:pt x="1066800" y="1047750"/>
                </a:lnTo>
                <a:lnTo>
                  <a:pt x="1066800" y="1028700"/>
                </a:lnTo>
                <a:lnTo>
                  <a:pt x="1057275" y="1028700"/>
                </a:lnTo>
                <a:lnTo>
                  <a:pt x="1057275" y="1009650"/>
                </a:lnTo>
                <a:lnTo>
                  <a:pt x="1047750" y="1009650"/>
                </a:lnTo>
                <a:lnTo>
                  <a:pt x="1047750" y="1000125"/>
                </a:lnTo>
                <a:lnTo>
                  <a:pt x="1019175" y="1000125"/>
                </a:lnTo>
                <a:lnTo>
                  <a:pt x="1019175" y="990600"/>
                </a:lnTo>
                <a:lnTo>
                  <a:pt x="1047750" y="990600"/>
                </a:lnTo>
                <a:lnTo>
                  <a:pt x="1047750" y="981075"/>
                </a:lnTo>
                <a:lnTo>
                  <a:pt x="1066800" y="981075"/>
                </a:lnTo>
                <a:lnTo>
                  <a:pt x="1066800" y="1000125"/>
                </a:lnTo>
                <a:lnTo>
                  <a:pt x="1076325" y="1000125"/>
                </a:lnTo>
                <a:lnTo>
                  <a:pt x="1076325" y="990600"/>
                </a:lnTo>
                <a:lnTo>
                  <a:pt x="1104900" y="990600"/>
                </a:lnTo>
                <a:lnTo>
                  <a:pt x="1104900" y="981075"/>
                </a:lnTo>
                <a:lnTo>
                  <a:pt x="1133475" y="981075"/>
                </a:lnTo>
                <a:lnTo>
                  <a:pt x="1133475" y="990600"/>
                </a:lnTo>
                <a:lnTo>
                  <a:pt x="1152525" y="990600"/>
                </a:lnTo>
                <a:lnTo>
                  <a:pt x="1152525" y="981075"/>
                </a:lnTo>
                <a:lnTo>
                  <a:pt x="1200150" y="981075"/>
                </a:lnTo>
                <a:close/>
                <a:moveTo>
                  <a:pt x="1333500" y="971550"/>
                </a:moveTo>
                <a:lnTo>
                  <a:pt x="1362075" y="971550"/>
                </a:lnTo>
                <a:lnTo>
                  <a:pt x="1362075" y="981075"/>
                </a:lnTo>
                <a:lnTo>
                  <a:pt x="1333500" y="981075"/>
                </a:lnTo>
                <a:close/>
                <a:moveTo>
                  <a:pt x="1400175" y="971550"/>
                </a:moveTo>
                <a:lnTo>
                  <a:pt x="1447800" y="971550"/>
                </a:lnTo>
                <a:lnTo>
                  <a:pt x="1447800" y="981075"/>
                </a:lnTo>
                <a:lnTo>
                  <a:pt x="1400175" y="981075"/>
                </a:lnTo>
                <a:close/>
                <a:moveTo>
                  <a:pt x="1466850" y="971550"/>
                </a:moveTo>
                <a:lnTo>
                  <a:pt x="1524000" y="971550"/>
                </a:lnTo>
                <a:lnTo>
                  <a:pt x="1524000" y="981075"/>
                </a:lnTo>
                <a:lnTo>
                  <a:pt x="1466850" y="981075"/>
                </a:lnTo>
                <a:close/>
                <a:moveTo>
                  <a:pt x="885825" y="981075"/>
                </a:moveTo>
                <a:lnTo>
                  <a:pt x="895350" y="981075"/>
                </a:lnTo>
                <a:lnTo>
                  <a:pt x="895350" y="1000125"/>
                </a:lnTo>
                <a:lnTo>
                  <a:pt x="885825" y="1000125"/>
                </a:lnTo>
                <a:close/>
                <a:moveTo>
                  <a:pt x="1552575" y="981075"/>
                </a:moveTo>
                <a:lnTo>
                  <a:pt x="1562100" y="981075"/>
                </a:lnTo>
                <a:lnTo>
                  <a:pt x="1562100" y="990600"/>
                </a:lnTo>
                <a:lnTo>
                  <a:pt x="1571625" y="990600"/>
                </a:lnTo>
                <a:lnTo>
                  <a:pt x="1571625" y="1000125"/>
                </a:lnTo>
                <a:lnTo>
                  <a:pt x="1562100" y="1000125"/>
                </a:lnTo>
                <a:lnTo>
                  <a:pt x="1562100" y="1009650"/>
                </a:lnTo>
                <a:lnTo>
                  <a:pt x="1543050" y="1009650"/>
                </a:lnTo>
                <a:lnTo>
                  <a:pt x="1543050" y="990600"/>
                </a:lnTo>
                <a:lnTo>
                  <a:pt x="1552575" y="990600"/>
                </a:lnTo>
                <a:close/>
                <a:moveTo>
                  <a:pt x="381000" y="1000125"/>
                </a:moveTo>
                <a:lnTo>
                  <a:pt x="390525" y="1000125"/>
                </a:lnTo>
                <a:lnTo>
                  <a:pt x="390525" y="1009650"/>
                </a:lnTo>
                <a:lnTo>
                  <a:pt x="400050" y="1009650"/>
                </a:lnTo>
                <a:lnTo>
                  <a:pt x="400050" y="1019175"/>
                </a:lnTo>
                <a:lnTo>
                  <a:pt x="381000" y="1019175"/>
                </a:lnTo>
                <a:close/>
                <a:moveTo>
                  <a:pt x="904875" y="1000125"/>
                </a:moveTo>
                <a:lnTo>
                  <a:pt x="914400" y="1000125"/>
                </a:lnTo>
                <a:lnTo>
                  <a:pt x="914400" y="1009650"/>
                </a:lnTo>
                <a:lnTo>
                  <a:pt x="904875" y="1009650"/>
                </a:lnTo>
                <a:close/>
                <a:moveTo>
                  <a:pt x="990600" y="1000125"/>
                </a:moveTo>
                <a:lnTo>
                  <a:pt x="1009650" y="1000125"/>
                </a:lnTo>
                <a:lnTo>
                  <a:pt x="1009650" y="1009650"/>
                </a:lnTo>
                <a:lnTo>
                  <a:pt x="990600" y="1009650"/>
                </a:lnTo>
                <a:close/>
                <a:moveTo>
                  <a:pt x="1581150" y="1000125"/>
                </a:moveTo>
                <a:lnTo>
                  <a:pt x="1590675" y="1000125"/>
                </a:lnTo>
                <a:lnTo>
                  <a:pt x="1590675" y="1009650"/>
                </a:lnTo>
                <a:lnTo>
                  <a:pt x="1581150" y="1009650"/>
                </a:lnTo>
                <a:close/>
                <a:moveTo>
                  <a:pt x="1609725" y="1009650"/>
                </a:moveTo>
                <a:lnTo>
                  <a:pt x="1619250" y="1009650"/>
                </a:lnTo>
                <a:lnTo>
                  <a:pt x="1619250" y="1038225"/>
                </a:lnTo>
                <a:lnTo>
                  <a:pt x="1638300" y="1038225"/>
                </a:lnTo>
                <a:lnTo>
                  <a:pt x="1638300" y="1047750"/>
                </a:lnTo>
                <a:lnTo>
                  <a:pt x="1590675" y="1047750"/>
                </a:lnTo>
                <a:lnTo>
                  <a:pt x="1590675" y="1028700"/>
                </a:lnTo>
                <a:lnTo>
                  <a:pt x="1600200" y="1028700"/>
                </a:lnTo>
                <a:lnTo>
                  <a:pt x="1600200" y="1019175"/>
                </a:lnTo>
                <a:lnTo>
                  <a:pt x="1609725" y="1019175"/>
                </a:lnTo>
                <a:close/>
                <a:moveTo>
                  <a:pt x="352425" y="1019175"/>
                </a:moveTo>
                <a:lnTo>
                  <a:pt x="361950" y="1019175"/>
                </a:lnTo>
                <a:lnTo>
                  <a:pt x="361950" y="1028700"/>
                </a:lnTo>
                <a:lnTo>
                  <a:pt x="371475" y="1028700"/>
                </a:lnTo>
                <a:lnTo>
                  <a:pt x="371475" y="1019175"/>
                </a:lnTo>
                <a:lnTo>
                  <a:pt x="381000" y="1019175"/>
                </a:lnTo>
                <a:lnTo>
                  <a:pt x="381000" y="1038225"/>
                </a:lnTo>
                <a:lnTo>
                  <a:pt x="352425" y="1038225"/>
                </a:lnTo>
                <a:close/>
                <a:moveTo>
                  <a:pt x="1038225" y="1019175"/>
                </a:moveTo>
                <a:lnTo>
                  <a:pt x="1047750" y="1019175"/>
                </a:lnTo>
                <a:lnTo>
                  <a:pt x="1047750" y="1028700"/>
                </a:lnTo>
                <a:lnTo>
                  <a:pt x="1038225" y="1028700"/>
                </a:lnTo>
                <a:close/>
                <a:moveTo>
                  <a:pt x="1028700" y="1028700"/>
                </a:moveTo>
                <a:lnTo>
                  <a:pt x="1038225" y="1028700"/>
                </a:lnTo>
                <a:lnTo>
                  <a:pt x="1038225" y="1038225"/>
                </a:lnTo>
                <a:lnTo>
                  <a:pt x="1028700" y="1038225"/>
                </a:lnTo>
                <a:close/>
                <a:moveTo>
                  <a:pt x="1381125" y="1028700"/>
                </a:moveTo>
                <a:lnTo>
                  <a:pt x="1390650" y="1028700"/>
                </a:lnTo>
                <a:lnTo>
                  <a:pt x="1390650" y="1019175"/>
                </a:lnTo>
                <a:lnTo>
                  <a:pt x="1381125" y="1019175"/>
                </a:lnTo>
                <a:close/>
                <a:moveTo>
                  <a:pt x="657225" y="1057275"/>
                </a:moveTo>
                <a:lnTo>
                  <a:pt x="666750" y="1057275"/>
                </a:lnTo>
                <a:lnTo>
                  <a:pt x="666750" y="1066800"/>
                </a:lnTo>
                <a:lnTo>
                  <a:pt x="676275" y="1066800"/>
                </a:lnTo>
                <a:lnTo>
                  <a:pt x="676275" y="1076325"/>
                </a:lnTo>
                <a:lnTo>
                  <a:pt x="647700" y="1076325"/>
                </a:lnTo>
                <a:lnTo>
                  <a:pt x="647700" y="1066800"/>
                </a:lnTo>
                <a:lnTo>
                  <a:pt x="657225" y="1066800"/>
                </a:lnTo>
                <a:close/>
                <a:moveTo>
                  <a:pt x="1590675" y="1057275"/>
                </a:moveTo>
                <a:lnTo>
                  <a:pt x="1600200" y="1057275"/>
                </a:lnTo>
                <a:lnTo>
                  <a:pt x="1600200" y="1066800"/>
                </a:lnTo>
                <a:lnTo>
                  <a:pt x="1590675" y="1066800"/>
                </a:lnTo>
                <a:close/>
                <a:moveTo>
                  <a:pt x="1619250" y="1057275"/>
                </a:moveTo>
                <a:lnTo>
                  <a:pt x="1628775" y="1057275"/>
                </a:lnTo>
                <a:lnTo>
                  <a:pt x="1628775" y="1066800"/>
                </a:lnTo>
                <a:lnTo>
                  <a:pt x="1619250" y="1066800"/>
                </a:lnTo>
                <a:close/>
                <a:moveTo>
                  <a:pt x="1609725" y="1066800"/>
                </a:moveTo>
                <a:lnTo>
                  <a:pt x="1619250" y="1066800"/>
                </a:lnTo>
                <a:lnTo>
                  <a:pt x="1619250" y="1076325"/>
                </a:lnTo>
                <a:lnTo>
                  <a:pt x="1609725" y="1076325"/>
                </a:lnTo>
                <a:close/>
                <a:moveTo>
                  <a:pt x="1228725" y="1076325"/>
                </a:moveTo>
                <a:lnTo>
                  <a:pt x="1247775" y="1076325"/>
                </a:lnTo>
                <a:lnTo>
                  <a:pt x="1247775" y="1085850"/>
                </a:lnTo>
                <a:lnTo>
                  <a:pt x="1228725" y="1085850"/>
                </a:lnTo>
                <a:close/>
                <a:moveTo>
                  <a:pt x="180975" y="1114425"/>
                </a:moveTo>
                <a:lnTo>
                  <a:pt x="190500" y="1114425"/>
                </a:lnTo>
                <a:lnTo>
                  <a:pt x="190500" y="1133475"/>
                </a:lnTo>
                <a:lnTo>
                  <a:pt x="180975" y="1133475"/>
                </a:lnTo>
                <a:close/>
                <a:moveTo>
                  <a:pt x="1228725" y="1114425"/>
                </a:moveTo>
                <a:lnTo>
                  <a:pt x="1266825" y="1114425"/>
                </a:lnTo>
                <a:lnTo>
                  <a:pt x="1266825" y="1123950"/>
                </a:lnTo>
                <a:lnTo>
                  <a:pt x="1228725" y="1123950"/>
                </a:lnTo>
                <a:close/>
                <a:moveTo>
                  <a:pt x="1381125" y="1114425"/>
                </a:moveTo>
                <a:lnTo>
                  <a:pt x="1390650" y="1114425"/>
                </a:lnTo>
                <a:lnTo>
                  <a:pt x="1390650" y="1123950"/>
                </a:lnTo>
                <a:lnTo>
                  <a:pt x="1381125" y="1123950"/>
                </a:lnTo>
                <a:close/>
                <a:moveTo>
                  <a:pt x="876300" y="1123950"/>
                </a:moveTo>
                <a:lnTo>
                  <a:pt x="885825" y="1123950"/>
                </a:lnTo>
                <a:lnTo>
                  <a:pt x="885825" y="1133475"/>
                </a:lnTo>
                <a:lnTo>
                  <a:pt x="876300" y="1133475"/>
                </a:lnTo>
                <a:close/>
                <a:moveTo>
                  <a:pt x="342900" y="1371600"/>
                </a:moveTo>
                <a:lnTo>
                  <a:pt x="352425" y="1371600"/>
                </a:lnTo>
                <a:lnTo>
                  <a:pt x="352425" y="1381125"/>
                </a:lnTo>
                <a:lnTo>
                  <a:pt x="342900" y="1381125"/>
                </a:lnTo>
                <a:close/>
                <a:moveTo>
                  <a:pt x="590550" y="1371600"/>
                </a:moveTo>
                <a:lnTo>
                  <a:pt x="600075" y="1371600"/>
                </a:lnTo>
                <a:lnTo>
                  <a:pt x="600075" y="1381125"/>
                </a:lnTo>
                <a:lnTo>
                  <a:pt x="590550" y="1381125"/>
                </a:lnTo>
                <a:close/>
                <a:moveTo>
                  <a:pt x="628650" y="1371600"/>
                </a:moveTo>
                <a:lnTo>
                  <a:pt x="638175" y="1371600"/>
                </a:lnTo>
                <a:lnTo>
                  <a:pt x="638175" y="1409700"/>
                </a:lnTo>
                <a:lnTo>
                  <a:pt x="609600" y="1409700"/>
                </a:lnTo>
                <a:lnTo>
                  <a:pt x="609600" y="1400175"/>
                </a:lnTo>
                <a:lnTo>
                  <a:pt x="628650" y="1400175"/>
                </a:lnTo>
                <a:lnTo>
                  <a:pt x="628650" y="1390650"/>
                </a:lnTo>
                <a:lnTo>
                  <a:pt x="619125" y="1390650"/>
                </a:lnTo>
                <a:lnTo>
                  <a:pt x="619125" y="1381125"/>
                </a:lnTo>
                <a:lnTo>
                  <a:pt x="628650" y="1381125"/>
                </a:lnTo>
                <a:close/>
                <a:moveTo>
                  <a:pt x="885825" y="1371600"/>
                </a:moveTo>
                <a:lnTo>
                  <a:pt x="895350" y="1371600"/>
                </a:lnTo>
                <a:lnTo>
                  <a:pt x="895350" y="1381125"/>
                </a:lnTo>
                <a:lnTo>
                  <a:pt x="885825" y="1381125"/>
                </a:lnTo>
                <a:close/>
                <a:moveTo>
                  <a:pt x="1228725" y="1371600"/>
                </a:moveTo>
                <a:lnTo>
                  <a:pt x="1238250" y="1371600"/>
                </a:lnTo>
                <a:lnTo>
                  <a:pt x="1238250" y="1381125"/>
                </a:lnTo>
                <a:lnTo>
                  <a:pt x="1228725" y="1381125"/>
                </a:lnTo>
                <a:close/>
                <a:moveTo>
                  <a:pt x="666750" y="1381125"/>
                </a:moveTo>
                <a:lnTo>
                  <a:pt x="695325" y="1381125"/>
                </a:lnTo>
                <a:lnTo>
                  <a:pt x="695325" y="1390650"/>
                </a:lnTo>
                <a:lnTo>
                  <a:pt x="704850" y="1390650"/>
                </a:lnTo>
                <a:lnTo>
                  <a:pt x="704850" y="1381125"/>
                </a:lnTo>
                <a:lnTo>
                  <a:pt x="714375" y="1381125"/>
                </a:lnTo>
                <a:lnTo>
                  <a:pt x="714375" y="1390650"/>
                </a:lnTo>
                <a:lnTo>
                  <a:pt x="704850" y="1390650"/>
                </a:lnTo>
                <a:lnTo>
                  <a:pt x="704850" y="1400175"/>
                </a:lnTo>
                <a:lnTo>
                  <a:pt x="666750" y="1400175"/>
                </a:lnTo>
                <a:close/>
                <a:moveTo>
                  <a:pt x="790575" y="1381125"/>
                </a:moveTo>
                <a:lnTo>
                  <a:pt x="800100" y="1381125"/>
                </a:lnTo>
                <a:lnTo>
                  <a:pt x="800100" y="1390650"/>
                </a:lnTo>
                <a:lnTo>
                  <a:pt x="790575" y="1390650"/>
                </a:lnTo>
                <a:close/>
                <a:moveTo>
                  <a:pt x="809625" y="1381125"/>
                </a:moveTo>
                <a:lnTo>
                  <a:pt x="819150" y="1381125"/>
                </a:lnTo>
                <a:lnTo>
                  <a:pt x="819150" y="1390650"/>
                </a:lnTo>
                <a:lnTo>
                  <a:pt x="809625" y="1390650"/>
                </a:lnTo>
                <a:close/>
                <a:moveTo>
                  <a:pt x="895350" y="1381125"/>
                </a:moveTo>
                <a:lnTo>
                  <a:pt x="923925" y="1381125"/>
                </a:lnTo>
                <a:lnTo>
                  <a:pt x="923925" y="1390650"/>
                </a:lnTo>
                <a:lnTo>
                  <a:pt x="904875" y="1390650"/>
                </a:lnTo>
                <a:lnTo>
                  <a:pt x="904875" y="1400175"/>
                </a:lnTo>
                <a:lnTo>
                  <a:pt x="895350" y="1400175"/>
                </a:lnTo>
                <a:close/>
                <a:moveTo>
                  <a:pt x="1219200" y="1381125"/>
                </a:moveTo>
                <a:lnTo>
                  <a:pt x="1228725" y="1381125"/>
                </a:lnTo>
                <a:lnTo>
                  <a:pt x="1228725" y="1390650"/>
                </a:lnTo>
                <a:lnTo>
                  <a:pt x="1219200" y="1390650"/>
                </a:lnTo>
                <a:close/>
                <a:moveTo>
                  <a:pt x="533400" y="1390650"/>
                </a:moveTo>
                <a:lnTo>
                  <a:pt x="542925" y="1390650"/>
                </a:lnTo>
                <a:lnTo>
                  <a:pt x="542925" y="1419225"/>
                </a:lnTo>
                <a:lnTo>
                  <a:pt x="533400" y="1419225"/>
                </a:lnTo>
                <a:close/>
                <a:moveTo>
                  <a:pt x="1133475" y="1390650"/>
                </a:moveTo>
                <a:lnTo>
                  <a:pt x="1152525" y="1390650"/>
                </a:lnTo>
                <a:lnTo>
                  <a:pt x="1152525" y="1400175"/>
                </a:lnTo>
                <a:lnTo>
                  <a:pt x="1133475" y="1400175"/>
                </a:lnTo>
                <a:close/>
                <a:moveTo>
                  <a:pt x="1266825" y="1390650"/>
                </a:moveTo>
                <a:lnTo>
                  <a:pt x="1276350" y="1390650"/>
                </a:lnTo>
                <a:lnTo>
                  <a:pt x="1276350" y="1400175"/>
                </a:lnTo>
                <a:lnTo>
                  <a:pt x="1266825" y="1400175"/>
                </a:lnTo>
                <a:close/>
                <a:moveTo>
                  <a:pt x="1333500" y="1390650"/>
                </a:moveTo>
                <a:lnTo>
                  <a:pt x="1352550" y="1390650"/>
                </a:lnTo>
                <a:lnTo>
                  <a:pt x="1352550" y="1400175"/>
                </a:lnTo>
                <a:lnTo>
                  <a:pt x="1333500" y="1400175"/>
                </a:lnTo>
                <a:close/>
                <a:moveTo>
                  <a:pt x="1400175" y="1390650"/>
                </a:moveTo>
                <a:lnTo>
                  <a:pt x="1419225" y="1390650"/>
                </a:lnTo>
                <a:lnTo>
                  <a:pt x="1419225" y="1409700"/>
                </a:lnTo>
                <a:lnTo>
                  <a:pt x="1400175" y="1409700"/>
                </a:lnTo>
                <a:close/>
                <a:moveTo>
                  <a:pt x="552450" y="1400175"/>
                </a:moveTo>
                <a:lnTo>
                  <a:pt x="561975" y="1400175"/>
                </a:lnTo>
                <a:lnTo>
                  <a:pt x="561975" y="1428750"/>
                </a:lnTo>
                <a:lnTo>
                  <a:pt x="571500" y="1428750"/>
                </a:lnTo>
                <a:lnTo>
                  <a:pt x="571500" y="1409700"/>
                </a:lnTo>
                <a:lnTo>
                  <a:pt x="581025" y="1409700"/>
                </a:lnTo>
                <a:lnTo>
                  <a:pt x="581025" y="1428750"/>
                </a:lnTo>
                <a:lnTo>
                  <a:pt x="571500" y="1428750"/>
                </a:lnTo>
                <a:lnTo>
                  <a:pt x="571500" y="1438275"/>
                </a:lnTo>
                <a:lnTo>
                  <a:pt x="552450" y="1438275"/>
                </a:lnTo>
                <a:lnTo>
                  <a:pt x="552450" y="1428750"/>
                </a:lnTo>
                <a:lnTo>
                  <a:pt x="542925" y="1428750"/>
                </a:lnTo>
                <a:lnTo>
                  <a:pt x="542925" y="1419225"/>
                </a:lnTo>
                <a:lnTo>
                  <a:pt x="552450" y="1419225"/>
                </a:lnTo>
                <a:close/>
                <a:moveTo>
                  <a:pt x="647700" y="1400175"/>
                </a:moveTo>
                <a:lnTo>
                  <a:pt x="666750" y="1400175"/>
                </a:lnTo>
                <a:lnTo>
                  <a:pt x="666750" y="1409700"/>
                </a:lnTo>
                <a:lnTo>
                  <a:pt x="647700" y="1409700"/>
                </a:lnTo>
                <a:close/>
                <a:moveTo>
                  <a:pt x="1724025" y="1409700"/>
                </a:moveTo>
                <a:lnTo>
                  <a:pt x="1733550" y="1409700"/>
                </a:lnTo>
                <a:lnTo>
                  <a:pt x="1733550" y="1428750"/>
                </a:lnTo>
                <a:lnTo>
                  <a:pt x="1724025" y="1428750"/>
                </a:lnTo>
                <a:close/>
                <a:moveTo>
                  <a:pt x="1704975" y="1419225"/>
                </a:moveTo>
                <a:lnTo>
                  <a:pt x="1714500" y="1419225"/>
                </a:lnTo>
                <a:lnTo>
                  <a:pt x="1714500" y="1428750"/>
                </a:lnTo>
                <a:lnTo>
                  <a:pt x="1724025" y="1428750"/>
                </a:lnTo>
                <a:lnTo>
                  <a:pt x="1724025" y="1457325"/>
                </a:lnTo>
                <a:lnTo>
                  <a:pt x="1695450" y="1457325"/>
                </a:lnTo>
                <a:lnTo>
                  <a:pt x="1695450" y="1438275"/>
                </a:lnTo>
                <a:lnTo>
                  <a:pt x="1704975" y="1438275"/>
                </a:lnTo>
                <a:close/>
                <a:moveTo>
                  <a:pt x="476250" y="1447800"/>
                </a:moveTo>
                <a:lnTo>
                  <a:pt x="504825" y="1447800"/>
                </a:lnTo>
                <a:lnTo>
                  <a:pt x="504825" y="1466850"/>
                </a:lnTo>
                <a:lnTo>
                  <a:pt x="495300" y="1466850"/>
                </a:lnTo>
                <a:lnTo>
                  <a:pt x="495300" y="1457325"/>
                </a:lnTo>
                <a:lnTo>
                  <a:pt x="476250" y="1457325"/>
                </a:lnTo>
                <a:close/>
                <a:moveTo>
                  <a:pt x="1152525" y="1457325"/>
                </a:moveTo>
                <a:lnTo>
                  <a:pt x="1162050" y="1457325"/>
                </a:lnTo>
                <a:lnTo>
                  <a:pt x="1162050" y="1466850"/>
                </a:lnTo>
                <a:lnTo>
                  <a:pt x="1152525" y="1466850"/>
                </a:lnTo>
                <a:close/>
                <a:moveTo>
                  <a:pt x="428625" y="1476375"/>
                </a:moveTo>
                <a:lnTo>
                  <a:pt x="447675" y="1476375"/>
                </a:lnTo>
                <a:lnTo>
                  <a:pt x="447675" y="1485900"/>
                </a:lnTo>
                <a:lnTo>
                  <a:pt x="428625" y="1485900"/>
                </a:lnTo>
                <a:close/>
                <a:moveTo>
                  <a:pt x="1228725" y="1504950"/>
                </a:moveTo>
                <a:lnTo>
                  <a:pt x="1238250" y="1504950"/>
                </a:lnTo>
                <a:lnTo>
                  <a:pt x="1238250" y="1514475"/>
                </a:lnTo>
                <a:lnTo>
                  <a:pt x="1228725" y="1514475"/>
                </a:lnTo>
                <a:close/>
                <a:moveTo>
                  <a:pt x="1085850" y="1514475"/>
                </a:moveTo>
                <a:lnTo>
                  <a:pt x="1114425" y="1514475"/>
                </a:lnTo>
                <a:lnTo>
                  <a:pt x="1114425" y="1543050"/>
                </a:lnTo>
                <a:lnTo>
                  <a:pt x="1104900" y="1543050"/>
                </a:lnTo>
                <a:lnTo>
                  <a:pt x="1104900" y="1524000"/>
                </a:lnTo>
                <a:lnTo>
                  <a:pt x="1085850" y="1524000"/>
                </a:lnTo>
                <a:close/>
                <a:moveTo>
                  <a:pt x="1181100" y="1514475"/>
                </a:moveTo>
                <a:lnTo>
                  <a:pt x="1190625" y="1514475"/>
                </a:lnTo>
                <a:lnTo>
                  <a:pt x="1190625" y="1524000"/>
                </a:lnTo>
                <a:lnTo>
                  <a:pt x="1181100" y="1524000"/>
                </a:lnTo>
                <a:close/>
                <a:moveTo>
                  <a:pt x="1666875" y="1533525"/>
                </a:moveTo>
                <a:lnTo>
                  <a:pt x="1676400" y="1533525"/>
                </a:lnTo>
                <a:lnTo>
                  <a:pt x="1676400" y="1543050"/>
                </a:lnTo>
                <a:lnTo>
                  <a:pt x="1666875" y="1543050"/>
                </a:lnTo>
                <a:close/>
                <a:moveTo>
                  <a:pt x="1095375" y="1543050"/>
                </a:moveTo>
                <a:lnTo>
                  <a:pt x="1104900" y="1543050"/>
                </a:lnTo>
                <a:lnTo>
                  <a:pt x="1104900" y="1552575"/>
                </a:lnTo>
                <a:lnTo>
                  <a:pt x="1095375" y="1552575"/>
                </a:lnTo>
                <a:close/>
                <a:moveTo>
                  <a:pt x="419100" y="1562100"/>
                </a:moveTo>
                <a:lnTo>
                  <a:pt x="428625" y="1562100"/>
                </a:lnTo>
                <a:lnTo>
                  <a:pt x="428625" y="1571625"/>
                </a:lnTo>
                <a:lnTo>
                  <a:pt x="419100" y="1571625"/>
                </a:lnTo>
                <a:close/>
                <a:moveTo>
                  <a:pt x="1076325" y="1562100"/>
                </a:moveTo>
                <a:lnTo>
                  <a:pt x="1085850" y="1562100"/>
                </a:lnTo>
                <a:lnTo>
                  <a:pt x="1085850" y="1581150"/>
                </a:lnTo>
                <a:lnTo>
                  <a:pt x="1076325" y="1581150"/>
                </a:lnTo>
                <a:close/>
                <a:moveTo>
                  <a:pt x="952500" y="1590675"/>
                </a:moveTo>
                <a:lnTo>
                  <a:pt x="971550" y="1590675"/>
                </a:lnTo>
                <a:lnTo>
                  <a:pt x="971550" y="1600200"/>
                </a:lnTo>
                <a:lnTo>
                  <a:pt x="952500" y="1600200"/>
                </a:lnTo>
                <a:close/>
                <a:moveTo>
                  <a:pt x="180975" y="1628775"/>
                </a:moveTo>
                <a:lnTo>
                  <a:pt x="190500" y="1628775"/>
                </a:lnTo>
                <a:lnTo>
                  <a:pt x="190500" y="1638300"/>
                </a:lnTo>
                <a:lnTo>
                  <a:pt x="180975" y="1638300"/>
                </a:lnTo>
                <a:close/>
                <a:moveTo>
                  <a:pt x="1409700" y="1628775"/>
                </a:moveTo>
                <a:lnTo>
                  <a:pt x="1428750" y="1628775"/>
                </a:lnTo>
                <a:lnTo>
                  <a:pt x="1428750" y="1638300"/>
                </a:lnTo>
                <a:lnTo>
                  <a:pt x="1409700" y="1638300"/>
                </a:lnTo>
                <a:close/>
                <a:moveTo>
                  <a:pt x="200025" y="1638300"/>
                </a:moveTo>
                <a:lnTo>
                  <a:pt x="209550" y="1638300"/>
                </a:lnTo>
                <a:lnTo>
                  <a:pt x="209550" y="1647825"/>
                </a:lnTo>
                <a:lnTo>
                  <a:pt x="200025" y="1647825"/>
                </a:lnTo>
                <a:close/>
                <a:moveTo>
                  <a:pt x="390525" y="1638300"/>
                </a:moveTo>
                <a:lnTo>
                  <a:pt x="409575" y="1638300"/>
                </a:lnTo>
                <a:lnTo>
                  <a:pt x="409575" y="1647825"/>
                </a:lnTo>
                <a:lnTo>
                  <a:pt x="390525" y="1647825"/>
                </a:lnTo>
                <a:close/>
                <a:moveTo>
                  <a:pt x="390525" y="1657350"/>
                </a:moveTo>
                <a:lnTo>
                  <a:pt x="400050" y="1657350"/>
                </a:lnTo>
                <a:lnTo>
                  <a:pt x="400050" y="1666875"/>
                </a:lnTo>
                <a:lnTo>
                  <a:pt x="390525" y="1666875"/>
                </a:lnTo>
                <a:close/>
                <a:moveTo>
                  <a:pt x="1695450" y="1666875"/>
                </a:moveTo>
                <a:lnTo>
                  <a:pt x="1704975" y="1666875"/>
                </a:lnTo>
                <a:lnTo>
                  <a:pt x="1704975" y="1695450"/>
                </a:lnTo>
                <a:lnTo>
                  <a:pt x="1695450" y="1695450"/>
                </a:lnTo>
                <a:close/>
                <a:moveTo>
                  <a:pt x="676275" y="1676400"/>
                </a:moveTo>
                <a:lnTo>
                  <a:pt x="695325" y="1676400"/>
                </a:lnTo>
                <a:lnTo>
                  <a:pt x="695325" y="1685925"/>
                </a:lnTo>
                <a:lnTo>
                  <a:pt x="676275" y="1685925"/>
                </a:lnTo>
                <a:close/>
                <a:moveTo>
                  <a:pt x="762000" y="1676400"/>
                </a:moveTo>
                <a:lnTo>
                  <a:pt x="771525" y="1676400"/>
                </a:lnTo>
                <a:lnTo>
                  <a:pt x="771525" y="1685925"/>
                </a:lnTo>
                <a:lnTo>
                  <a:pt x="762000" y="1685925"/>
                </a:lnTo>
                <a:close/>
                <a:moveTo>
                  <a:pt x="238125" y="1685925"/>
                </a:moveTo>
                <a:lnTo>
                  <a:pt x="276225" y="1685925"/>
                </a:lnTo>
                <a:lnTo>
                  <a:pt x="276225" y="1695450"/>
                </a:lnTo>
                <a:lnTo>
                  <a:pt x="266700" y="1695450"/>
                </a:lnTo>
                <a:lnTo>
                  <a:pt x="266700" y="1714500"/>
                </a:lnTo>
                <a:lnTo>
                  <a:pt x="247650" y="1714500"/>
                </a:lnTo>
                <a:lnTo>
                  <a:pt x="247650" y="1695450"/>
                </a:lnTo>
                <a:lnTo>
                  <a:pt x="238125" y="1695450"/>
                </a:lnTo>
                <a:close/>
                <a:moveTo>
                  <a:pt x="342900" y="1685925"/>
                </a:moveTo>
                <a:lnTo>
                  <a:pt x="352425" y="1685925"/>
                </a:lnTo>
                <a:lnTo>
                  <a:pt x="352425" y="1695450"/>
                </a:lnTo>
                <a:lnTo>
                  <a:pt x="342900" y="1695450"/>
                </a:lnTo>
                <a:close/>
                <a:moveTo>
                  <a:pt x="600075" y="1685925"/>
                </a:moveTo>
                <a:lnTo>
                  <a:pt x="628650" y="1685925"/>
                </a:lnTo>
                <a:lnTo>
                  <a:pt x="628650" y="1695450"/>
                </a:lnTo>
                <a:lnTo>
                  <a:pt x="600075" y="1695450"/>
                </a:lnTo>
                <a:close/>
                <a:moveTo>
                  <a:pt x="666750" y="1685925"/>
                </a:moveTo>
                <a:lnTo>
                  <a:pt x="676275" y="1685925"/>
                </a:lnTo>
                <a:lnTo>
                  <a:pt x="676275" y="1704975"/>
                </a:lnTo>
                <a:lnTo>
                  <a:pt x="666750" y="1704975"/>
                </a:lnTo>
                <a:close/>
                <a:moveTo>
                  <a:pt x="733425" y="1685925"/>
                </a:moveTo>
                <a:lnTo>
                  <a:pt x="762000" y="1685925"/>
                </a:lnTo>
                <a:lnTo>
                  <a:pt x="762000" y="1704975"/>
                </a:lnTo>
                <a:lnTo>
                  <a:pt x="733425" y="1704975"/>
                </a:lnTo>
                <a:close/>
                <a:moveTo>
                  <a:pt x="400050" y="1695450"/>
                </a:moveTo>
                <a:lnTo>
                  <a:pt x="409575" y="1695450"/>
                </a:lnTo>
                <a:lnTo>
                  <a:pt x="409575" y="1704975"/>
                </a:lnTo>
                <a:lnTo>
                  <a:pt x="400050" y="1704975"/>
                </a:lnTo>
                <a:close/>
                <a:moveTo>
                  <a:pt x="571500" y="1695450"/>
                </a:moveTo>
                <a:lnTo>
                  <a:pt x="600075" y="1695450"/>
                </a:lnTo>
                <a:lnTo>
                  <a:pt x="600075" y="1733550"/>
                </a:lnTo>
                <a:lnTo>
                  <a:pt x="590550" y="1733550"/>
                </a:lnTo>
                <a:lnTo>
                  <a:pt x="590550" y="1724025"/>
                </a:lnTo>
                <a:lnTo>
                  <a:pt x="581025" y="1724025"/>
                </a:lnTo>
                <a:lnTo>
                  <a:pt x="581025" y="1714500"/>
                </a:lnTo>
                <a:lnTo>
                  <a:pt x="571500" y="1714500"/>
                </a:lnTo>
                <a:close/>
                <a:moveTo>
                  <a:pt x="409575" y="1704975"/>
                </a:moveTo>
                <a:lnTo>
                  <a:pt x="419100" y="1704975"/>
                </a:lnTo>
                <a:lnTo>
                  <a:pt x="419100" y="1714500"/>
                </a:lnTo>
                <a:lnTo>
                  <a:pt x="409575" y="1714500"/>
                </a:lnTo>
                <a:close/>
                <a:moveTo>
                  <a:pt x="542925" y="1704975"/>
                </a:moveTo>
                <a:lnTo>
                  <a:pt x="552450" y="1704975"/>
                </a:lnTo>
                <a:lnTo>
                  <a:pt x="552450" y="1714500"/>
                </a:lnTo>
                <a:lnTo>
                  <a:pt x="561975" y="1714500"/>
                </a:lnTo>
                <a:lnTo>
                  <a:pt x="561975" y="1724025"/>
                </a:lnTo>
                <a:lnTo>
                  <a:pt x="552450" y="1724025"/>
                </a:lnTo>
                <a:lnTo>
                  <a:pt x="552450" y="1733550"/>
                </a:lnTo>
                <a:lnTo>
                  <a:pt x="542925" y="1733550"/>
                </a:lnTo>
                <a:close/>
                <a:moveTo>
                  <a:pt x="647700" y="1704975"/>
                </a:moveTo>
                <a:lnTo>
                  <a:pt x="666750" y="1704975"/>
                </a:lnTo>
                <a:lnTo>
                  <a:pt x="666750" y="1714500"/>
                </a:lnTo>
                <a:lnTo>
                  <a:pt x="647700" y="1714500"/>
                </a:lnTo>
                <a:close/>
                <a:moveTo>
                  <a:pt x="504825" y="1714500"/>
                </a:moveTo>
                <a:lnTo>
                  <a:pt x="514350" y="1714500"/>
                </a:lnTo>
                <a:lnTo>
                  <a:pt x="514350" y="1724025"/>
                </a:lnTo>
                <a:lnTo>
                  <a:pt x="504825" y="1724025"/>
                </a:lnTo>
                <a:close/>
                <a:moveTo>
                  <a:pt x="1685925" y="1714500"/>
                </a:moveTo>
                <a:lnTo>
                  <a:pt x="1695450" y="1714500"/>
                </a:lnTo>
                <a:lnTo>
                  <a:pt x="1695450" y="1733550"/>
                </a:lnTo>
                <a:lnTo>
                  <a:pt x="1676400" y="1733550"/>
                </a:lnTo>
                <a:lnTo>
                  <a:pt x="1676400" y="1724025"/>
                </a:lnTo>
                <a:lnTo>
                  <a:pt x="1685925" y="1724025"/>
                </a:lnTo>
                <a:close/>
                <a:moveTo>
                  <a:pt x="219075" y="1724025"/>
                </a:moveTo>
                <a:lnTo>
                  <a:pt x="228600" y="1724025"/>
                </a:lnTo>
                <a:lnTo>
                  <a:pt x="228600" y="1733550"/>
                </a:lnTo>
                <a:lnTo>
                  <a:pt x="219075" y="1733550"/>
                </a:lnTo>
                <a:close/>
                <a:moveTo>
                  <a:pt x="733425" y="1724025"/>
                </a:moveTo>
                <a:lnTo>
                  <a:pt x="781050" y="1724025"/>
                </a:lnTo>
                <a:lnTo>
                  <a:pt x="781050" y="1733550"/>
                </a:lnTo>
                <a:lnTo>
                  <a:pt x="733425" y="1733550"/>
                </a:lnTo>
                <a:close/>
                <a:moveTo>
                  <a:pt x="866775" y="1724025"/>
                </a:moveTo>
                <a:lnTo>
                  <a:pt x="914400" y="1724025"/>
                </a:lnTo>
                <a:lnTo>
                  <a:pt x="914400" y="1733550"/>
                </a:lnTo>
                <a:lnTo>
                  <a:pt x="866775" y="1733550"/>
                </a:lnTo>
                <a:close/>
                <a:moveTo>
                  <a:pt x="1219200" y="1724025"/>
                </a:moveTo>
                <a:lnTo>
                  <a:pt x="1238250" y="1724025"/>
                </a:lnTo>
                <a:lnTo>
                  <a:pt x="1238250" y="1733550"/>
                </a:lnTo>
                <a:lnTo>
                  <a:pt x="1219200" y="1733550"/>
                </a:lnTo>
                <a:close/>
                <a:moveTo>
                  <a:pt x="1314450" y="1724025"/>
                </a:moveTo>
                <a:lnTo>
                  <a:pt x="1323975" y="1724025"/>
                </a:lnTo>
                <a:lnTo>
                  <a:pt x="1323975" y="1733550"/>
                </a:lnTo>
                <a:lnTo>
                  <a:pt x="1314450" y="1733550"/>
                </a:lnTo>
                <a:close/>
                <a:moveTo>
                  <a:pt x="333375" y="1752600"/>
                </a:moveTo>
                <a:lnTo>
                  <a:pt x="342900" y="1752600"/>
                </a:lnTo>
                <a:lnTo>
                  <a:pt x="342900" y="1762125"/>
                </a:lnTo>
                <a:lnTo>
                  <a:pt x="352425" y="1762125"/>
                </a:lnTo>
                <a:lnTo>
                  <a:pt x="352425" y="1771650"/>
                </a:lnTo>
                <a:lnTo>
                  <a:pt x="333375" y="1771650"/>
                </a:lnTo>
                <a:close/>
                <a:moveTo>
                  <a:pt x="876300" y="1752600"/>
                </a:moveTo>
                <a:lnTo>
                  <a:pt x="895350" y="1752600"/>
                </a:lnTo>
                <a:lnTo>
                  <a:pt x="895350" y="1762125"/>
                </a:lnTo>
                <a:lnTo>
                  <a:pt x="876300" y="1762125"/>
                </a:lnTo>
                <a:close/>
                <a:moveTo>
                  <a:pt x="361950" y="1762125"/>
                </a:moveTo>
                <a:lnTo>
                  <a:pt x="371475" y="1762125"/>
                </a:lnTo>
                <a:lnTo>
                  <a:pt x="371475" y="1771650"/>
                </a:lnTo>
                <a:lnTo>
                  <a:pt x="361950" y="1771650"/>
                </a:lnTo>
                <a:close/>
                <a:moveTo>
                  <a:pt x="438150" y="1762125"/>
                </a:moveTo>
                <a:lnTo>
                  <a:pt x="447675" y="1762125"/>
                </a:lnTo>
                <a:lnTo>
                  <a:pt x="447675" y="1771650"/>
                </a:lnTo>
                <a:lnTo>
                  <a:pt x="438150" y="1771650"/>
                </a:lnTo>
                <a:close/>
                <a:moveTo>
                  <a:pt x="647700" y="1762125"/>
                </a:moveTo>
                <a:lnTo>
                  <a:pt x="685800" y="1762125"/>
                </a:lnTo>
                <a:lnTo>
                  <a:pt x="685800" y="1771650"/>
                </a:lnTo>
                <a:lnTo>
                  <a:pt x="666750" y="1771650"/>
                </a:lnTo>
                <a:lnTo>
                  <a:pt x="666750" y="1781175"/>
                </a:lnTo>
                <a:lnTo>
                  <a:pt x="657225" y="1781175"/>
                </a:lnTo>
                <a:lnTo>
                  <a:pt x="657225" y="1771650"/>
                </a:lnTo>
                <a:lnTo>
                  <a:pt x="647700" y="1771650"/>
                </a:lnTo>
                <a:close/>
                <a:moveTo>
                  <a:pt x="752475" y="1762125"/>
                </a:moveTo>
                <a:lnTo>
                  <a:pt x="771525" y="1762125"/>
                </a:lnTo>
                <a:lnTo>
                  <a:pt x="771525" y="1771650"/>
                </a:lnTo>
                <a:lnTo>
                  <a:pt x="752475" y="1771650"/>
                </a:lnTo>
                <a:close/>
                <a:moveTo>
                  <a:pt x="857250" y="1762125"/>
                </a:moveTo>
                <a:lnTo>
                  <a:pt x="876300" y="1762125"/>
                </a:lnTo>
                <a:lnTo>
                  <a:pt x="876300" y="1771650"/>
                </a:lnTo>
                <a:lnTo>
                  <a:pt x="857250" y="1771650"/>
                </a:lnTo>
                <a:close/>
                <a:moveTo>
                  <a:pt x="1647825" y="1762125"/>
                </a:moveTo>
                <a:lnTo>
                  <a:pt x="1666875" y="1762125"/>
                </a:lnTo>
                <a:lnTo>
                  <a:pt x="1666875" y="1771650"/>
                </a:lnTo>
                <a:lnTo>
                  <a:pt x="1657350" y="1771650"/>
                </a:lnTo>
                <a:lnTo>
                  <a:pt x="1657350" y="1781175"/>
                </a:lnTo>
                <a:lnTo>
                  <a:pt x="1638300" y="1781175"/>
                </a:lnTo>
                <a:lnTo>
                  <a:pt x="1638300" y="1790700"/>
                </a:lnTo>
                <a:lnTo>
                  <a:pt x="1628775" y="1790700"/>
                </a:lnTo>
                <a:lnTo>
                  <a:pt x="1628775" y="1771650"/>
                </a:lnTo>
                <a:lnTo>
                  <a:pt x="1647825" y="1771650"/>
                </a:lnTo>
                <a:close/>
                <a:moveTo>
                  <a:pt x="447675" y="1771650"/>
                </a:moveTo>
                <a:lnTo>
                  <a:pt x="457200" y="1771650"/>
                </a:lnTo>
                <a:lnTo>
                  <a:pt x="457200" y="1781175"/>
                </a:lnTo>
                <a:lnTo>
                  <a:pt x="447675" y="1781175"/>
                </a:lnTo>
                <a:close/>
                <a:moveTo>
                  <a:pt x="1133475" y="1771650"/>
                </a:moveTo>
                <a:lnTo>
                  <a:pt x="1143000" y="1771650"/>
                </a:lnTo>
                <a:lnTo>
                  <a:pt x="1143000" y="1781175"/>
                </a:lnTo>
                <a:lnTo>
                  <a:pt x="1133475" y="1781175"/>
                </a:lnTo>
                <a:close/>
                <a:moveTo>
                  <a:pt x="400050" y="1781175"/>
                </a:moveTo>
                <a:lnTo>
                  <a:pt x="419100" y="1781175"/>
                </a:lnTo>
                <a:lnTo>
                  <a:pt x="419100" y="1800225"/>
                </a:lnTo>
                <a:lnTo>
                  <a:pt x="400050" y="1800225"/>
                </a:lnTo>
                <a:close/>
                <a:moveTo>
                  <a:pt x="457200" y="1781175"/>
                </a:moveTo>
                <a:lnTo>
                  <a:pt x="466725" y="1781175"/>
                </a:lnTo>
                <a:lnTo>
                  <a:pt x="466725" y="1790700"/>
                </a:lnTo>
                <a:lnTo>
                  <a:pt x="457200" y="1790700"/>
                </a:lnTo>
                <a:close/>
                <a:moveTo>
                  <a:pt x="361950" y="1800225"/>
                </a:moveTo>
                <a:lnTo>
                  <a:pt x="390525" y="1800225"/>
                </a:lnTo>
                <a:lnTo>
                  <a:pt x="390525" y="1819275"/>
                </a:lnTo>
                <a:lnTo>
                  <a:pt x="361950" y="1819275"/>
                </a:lnTo>
                <a:close/>
                <a:moveTo>
                  <a:pt x="1085850" y="1828800"/>
                </a:moveTo>
                <a:lnTo>
                  <a:pt x="1104900" y="1828800"/>
                </a:lnTo>
                <a:lnTo>
                  <a:pt x="1104900" y="1847850"/>
                </a:lnTo>
                <a:lnTo>
                  <a:pt x="1095375" y="1847850"/>
                </a:lnTo>
                <a:lnTo>
                  <a:pt x="1095375" y="1857375"/>
                </a:lnTo>
                <a:lnTo>
                  <a:pt x="1085850" y="1857375"/>
                </a:lnTo>
                <a:lnTo>
                  <a:pt x="1085850" y="1866900"/>
                </a:lnTo>
                <a:lnTo>
                  <a:pt x="1076325" y="1866900"/>
                </a:lnTo>
                <a:lnTo>
                  <a:pt x="1076325" y="1857375"/>
                </a:lnTo>
                <a:lnTo>
                  <a:pt x="1066800" y="1857375"/>
                </a:lnTo>
                <a:lnTo>
                  <a:pt x="1066800" y="1847850"/>
                </a:lnTo>
                <a:lnTo>
                  <a:pt x="1076325" y="1847850"/>
                </a:lnTo>
                <a:lnTo>
                  <a:pt x="1076325" y="1838325"/>
                </a:lnTo>
                <a:lnTo>
                  <a:pt x="1085850" y="1838325"/>
                </a:lnTo>
                <a:close/>
                <a:moveTo>
                  <a:pt x="1695450" y="1828800"/>
                </a:moveTo>
                <a:lnTo>
                  <a:pt x="1704975" y="1828800"/>
                </a:lnTo>
                <a:lnTo>
                  <a:pt x="1704975" y="1838325"/>
                </a:lnTo>
                <a:lnTo>
                  <a:pt x="1733550" y="1838325"/>
                </a:lnTo>
                <a:lnTo>
                  <a:pt x="1733550" y="1847850"/>
                </a:lnTo>
                <a:lnTo>
                  <a:pt x="1704975" y="1847850"/>
                </a:lnTo>
                <a:lnTo>
                  <a:pt x="1704975" y="1857375"/>
                </a:lnTo>
                <a:lnTo>
                  <a:pt x="1695450" y="1857375"/>
                </a:lnTo>
                <a:close/>
                <a:moveTo>
                  <a:pt x="314325" y="1838325"/>
                </a:moveTo>
                <a:lnTo>
                  <a:pt x="333375" y="1838325"/>
                </a:lnTo>
                <a:lnTo>
                  <a:pt x="333375" y="1847850"/>
                </a:lnTo>
                <a:lnTo>
                  <a:pt x="314325" y="1847850"/>
                </a:lnTo>
                <a:close/>
                <a:moveTo>
                  <a:pt x="523875" y="1838325"/>
                </a:moveTo>
                <a:lnTo>
                  <a:pt x="533400" y="1838325"/>
                </a:lnTo>
                <a:lnTo>
                  <a:pt x="533400" y="1847850"/>
                </a:lnTo>
                <a:lnTo>
                  <a:pt x="523875" y="1847850"/>
                </a:lnTo>
                <a:close/>
                <a:moveTo>
                  <a:pt x="361950" y="1857375"/>
                </a:moveTo>
                <a:lnTo>
                  <a:pt x="371475" y="1857375"/>
                </a:lnTo>
                <a:lnTo>
                  <a:pt x="371475" y="1866900"/>
                </a:lnTo>
                <a:lnTo>
                  <a:pt x="361950" y="1866900"/>
                </a:lnTo>
                <a:close/>
                <a:moveTo>
                  <a:pt x="400050" y="1857375"/>
                </a:moveTo>
                <a:lnTo>
                  <a:pt x="409575" y="1857375"/>
                </a:lnTo>
                <a:lnTo>
                  <a:pt x="409575" y="1866900"/>
                </a:lnTo>
                <a:lnTo>
                  <a:pt x="419100" y="1866900"/>
                </a:lnTo>
                <a:lnTo>
                  <a:pt x="419100" y="1885950"/>
                </a:lnTo>
                <a:lnTo>
                  <a:pt x="409575" y="1885950"/>
                </a:lnTo>
                <a:lnTo>
                  <a:pt x="409575" y="1876425"/>
                </a:lnTo>
                <a:lnTo>
                  <a:pt x="400050" y="1876425"/>
                </a:lnTo>
                <a:close/>
                <a:moveTo>
                  <a:pt x="504825" y="1857375"/>
                </a:moveTo>
                <a:lnTo>
                  <a:pt x="523875" y="1857375"/>
                </a:lnTo>
                <a:lnTo>
                  <a:pt x="523875" y="1866900"/>
                </a:lnTo>
                <a:lnTo>
                  <a:pt x="504825" y="1866900"/>
                </a:lnTo>
                <a:close/>
                <a:moveTo>
                  <a:pt x="1714500" y="1857375"/>
                </a:moveTo>
                <a:lnTo>
                  <a:pt x="1724025" y="1857375"/>
                </a:lnTo>
                <a:lnTo>
                  <a:pt x="1724025" y="1866900"/>
                </a:lnTo>
                <a:lnTo>
                  <a:pt x="1714500" y="1866900"/>
                </a:lnTo>
                <a:close/>
                <a:moveTo>
                  <a:pt x="1104900" y="1895475"/>
                </a:moveTo>
                <a:lnTo>
                  <a:pt x="1123950" y="1895475"/>
                </a:lnTo>
                <a:lnTo>
                  <a:pt x="1123950" y="1905000"/>
                </a:lnTo>
                <a:lnTo>
                  <a:pt x="1104900" y="1905000"/>
                </a:lnTo>
                <a:close/>
                <a:moveTo>
                  <a:pt x="1428750" y="1895475"/>
                </a:moveTo>
                <a:lnTo>
                  <a:pt x="1457325" y="1895475"/>
                </a:lnTo>
                <a:lnTo>
                  <a:pt x="1457325" y="1905000"/>
                </a:lnTo>
                <a:lnTo>
                  <a:pt x="1428750" y="1905000"/>
                </a:lnTo>
                <a:close/>
                <a:moveTo>
                  <a:pt x="1019175" y="1905000"/>
                </a:moveTo>
                <a:lnTo>
                  <a:pt x="1038225" y="1905000"/>
                </a:lnTo>
                <a:lnTo>
                  <a:pt x="1038225" y="1924050"/>
                </a:lnTo>
                <a:lnTo>
                  <a:pt x="1009650" y="1924050"/>
                </a:lnTo>
                <a:lnTo>
                  <a:pt x="1009650" y="1914525"/>
                </a:lnTo>
                <a:lnTo>
                  <a:pt x="1019175" y="1914525"/>
                </a:lnTo>
                <a:close/>
                <a:moveTo>
                  <a:pt x="409575" y="1914525"/>
                </a:moveTo>
                <a:lnTo>
                  <a:pt x="419100" y="1914525"/>
                </a:lnTo>
                <a:lnTo>
                  <a:pt x="419100" y="1924050"/>
                </a:lnTo>
                <a:lnTo>
                  <a:pt x="409575" y="1924050"/>
                </a:lnTo>
                <a:close/>
                <a:moveTo>
                  <a:pt x="390525" y="1924050"/>
                </a:moveTo>
                <a:lnTo>
                  <a:pt x="409575" y="1924050"/>
                </a:lnTo>
                <a:lnTo>
                  <a:pt x="409575" y="1933575"/>
                </a:lnTo>
                <a:lnTo>
                  <a:pt x="390525" y="1933575"/>
                </a:lnTo>
                <a:close/>
                <a:moveTo>
                  <a:pt x="381000" y="1933575"/>
                </a:moveTo>
                <a:lnTo>
                  <a:pt x="390525" y="1933575"/>
                </a:lnTo>
                <a:lnTo>
                  <a:pt x="390525" y="1962150"/>
                </a:lnTo>
                <a:lnTo>
                  <a:pt x="381000" y="1962150"/>
                </a:lnTo>
                <a:close/>
                <a:moveTo>
                  <a:pt x="504825" y="1943100"/>
                </a:moveTo>
                <a:lnTo>
                  <a:pt x="523875" y="1943100"/>
                </a:lnTo>
                <a:lnTo>
                  <a:pt x="523875" y="1952625"/>
                </a:lnTo>
                <a:lnTo>
                  <a:pt x="533400" y="1952625"/>
                </a:lnTo>
                <a:lnTo>
                  <a:pt x="533400" y="1971675"/>
                </a:lnTo>
                <a:lnTo>
                  <a:pt x="523875" y="1971675"/>
                </a:lnTo>
                <a:lnTo>
                  <a:pt x="523875" y="1962150"/>
                </a:lnTo>
                <a:lnTo>
                  <a:pt x="495300" y="1962150"/>
                </a:lnTo>
                <a:lnTo>
                  <a:pt x="495300" y="1952625"/>
                </a:lnTo>
                <a:lnTo>
                  <a:pt x="504825" y="1952625"/>
                </a:lnTo>
                <a:close/>
                <a:moveTo>
                  <a:pt x="542925" y="1943100"/>
                </a:moveTo>
                <a:lnTo>
                  <a:pt x="552450" y="1943100"/>
                </a:lnTo>
                <a:lnTo>
                  <a:pt x="552450" y="1952625"/>
                </a:lnTo>
                <a:lnTo>
                  <a:pt x="542925" y="1952625"/>
                </a:lnTo>
                <a:close/>
                <a:moveTo>
                  <a:pt x="752475" y="1952625"/>
                </a:moveTo>
                <a:lnTo>
                  <a:pt x="762000" y="1952625"/>
                </a:lnTo>
                <a:lnTo>
                  <a:pt x="762000" y="1971675"/>
                </a:lnTo>
                <a:lnTo>
                  <a:pt x="752475" y="1971675"/>
                </a:lnTo>
                <a:close/>
                <a:moveTo>
                  <a:pt x="904875" y="1952625"/>
                </a:moveTo>
                <a:lnTo>
                  <a:pt x="923925" y="1952625"/>
                </a:lnTo>
                <a:lnTo>
                  <a:pt x="923925" y="1962150"/>
                </a:lnTo>
                <a:lnTo>
                  <a:pt x="904875" y="1962150"/>
                </a:lnTo>
                <a:close/>
                <a:moveTo>
                  <a:pt x="1123950" y="1952625"/>
                </a:moveTo>
                <a:lnTo>
                  <a:pt x="1152525" y="1952625"/>
                </a:lnTo>
                <a:lnTo>
                  <a:pt x="1152525" y="1962150"/>
                </a:lnTo>
                <a:lnTo>
                  <a:pt x="1143000" y="1962150"/>
                </a:lnTo>
                <a:lnTo>
                  <a:pt x="1143000" y="1981200"/>
                </a:lnTo>
                <a:lnTo>
                  <a:pt x="1133475" y="1981200"/>
                </a:lnTo>
                <a:lnTo>
                  <a:pt x="1133475" y="1962150"/>
                </a:lnTo>
                <a:lnTo>
                  <a:pt x="1123950" y="1962150"/>
                </a:lnTo>
                <a:close/>
                <a:moveTo>
                  <a:pt x="1447800" y="1952625"/>
                </a:moveTo>
                <a:lnTo>
                  <a:pt x="1457325" y="1952625"/>
                </a:lnTo>
                <a:lnTo>
                  <a:pt x="1457325" y="1971675"/>
                </a:lnTo>
                <a:lnTo>
                  <a:pt x="1447800" y="1971675"/>
                </a:lnTo>
                <a:close/>
                <a:moveTo>
                  <a:pt x="390525" y="1962150"/>
                </a:moveTo>
                <a:lnTo>
                  <a:pt x="400050" y="1962150"/>
                </a:lnTo>
                <a:lnTo>
                  <a:pt x="400050" y="1971675"/>
                </a:lnTo>
                <a:lnTo>
                  <a:pt x="390525" y="1971675"/>
                </a:lnTo>
                <a:close/>
                <a:moveTo>
                  <a:pt x="409575" y="1962150"/>
                </a:moveTo>
                <a:lnTo>
                  <a:pt x="419100" y="1962150"/>
                </a:lnTo>
                <a:lnTo>
                  <a:pt x="419100" y="1981200"/>
                </a:lnTo>
                <a:lnTo>
                  <a:pt x="409575" y="1981200"/>
                </a:lnTo>
                <a:close/>
                <a:moveTo>
                  <a:pt x="923925" y="1962150"/>
                </a:moveTo>
                <a:lnTo>
                  <a:pt x="933450" y="1962150"/>
                </a:lnTo>
                <a:lnTo>
                  <a:pt x="933450" y="1971675"/>
                </a:lnTo>
                <a:lnTo>
                  <a:pt x="923925" y="1971675"/>
                </a:lnTo>
                <a:close/>
                <a:moveTo>
                  <a:pt x="514350" y="1971675"/>
                </a:moveTo>
                <a:lnTo>
                  <a:pt x="523875" y="1971675"/>
                </a:lnTo>
                <a:lnTo>
                  <a:pt x="523875" y="1981200"/>
                </a:lnTo>
                <a:lnTo>
                  <a:pt x="514350" y="1981200"/>
                </a:lnTo>
                <a:close/>
                <a:moveTo>
                  <a:pt x="971550" y="1971675"/>
                </a:moveTo>
                <a:lnTo>
                  <a:pt x="981075" y="1971675"/>
                </a:lnTo>
                <a:lnTo>
                  <a:pt x="981075" y="1981200"/>
                </a:lnTo>
                <a:lnTo>
                  <a:pt x="990600" y="1981200"/>
                </a:lnTo>
                <a:lnTo>
                  <a:pt x="990600" y="1971675"/>
                </a:lnTo>
                <a:lnTo>
                  <a:pt x="1000125" y="1971675"/>
                </a:lnTo>
                <a:lnTo>
                  <a:pt x="1000125" y="1981200"/>
                </a:lnTo>
                <a:lnTo>
                  <a:pt x="990600" y="1981200"/>
                </a:lnTo>
                <a:lnTo>
                  <a:pt x="990600" y="1990725"/>
                </a:lnTo>
                <a:lnTo>
                  <a:pt x="971550" y="1990725"/>
                </a:lnTo>
                <a:close/>
                <a:moveTo>
                  <a:pt x="1524000" y="1971675"/>
                </a:moveTo>
                <a:lnTo>
                  <a:pt x="1533525" y="1971675"/>
                </a:lnTo>
                <a:lnTo>
                  <a:pt x="1533525" y="1981200"/>
                </a:lnTo>
                <a:lnTo>
                  <a:pt x="1524000" y="1981200"/>
                </a:lnTo>
                <a:close/>
                <a:moveTo>
                  <a:pt x="1562100" y="1971675"/>
                </a:moveTo>
                <a:lnTo>
                  <a:pt x="1581150" y="1971675"/>
                </a:lnTo>
                <a:lnTo>
                  <a:pt x="1581150" y="1981200"/>
                </a:lnTo>
                <a:lnTo>
                  <a:pt x="1609725" y="1981200"/>
                </a:lnTo>
                <a:lnTo>
                  <a:pt x="1609725" y="2000250"/>
                </a:lnTo>
                <a:lnTo>
                  <a:pt x="1562100" y="2000250"/>
                </a:lnTo>
                <a:close/>
                <a:moveTo>
                  <a:pt x="1657350" y="1971675"/>
                </a:moveTo>
                <a:lnTo>
                  <a:pt x="1666875" y="1971675"/>
                </a:lnTo>
                <a:lnTo>
                  <a:pt x="1666875" y="1990725"/>
                </a:lnTo>
                <a:lnTo>
                  <a:pt x="1657350" y="1990725"/>
                </a:lnTo>
                <a:close/>
                <a:moveTo>
                  <a:pt x="200025" y="2009775"/>
                </a:moveTo>
                <a:lnTo>
                  <a:pt x="209550" y="2009775"/>
                </a:lnTo>
                <a:lnTo>
                  <a:pt x="209550" y="2019300"/>
                </a:lnTo>
                <a:lnTo>
                  <a:pt x="200025" y="2019300"/>
                </a:lnTo>
                <a:close/>
                <a:moveTo>
                  <a:pt x="180975" y="2019300"/>
                </a:moveTo>
                <a:lnTo>
                  <a:pt x="190500" y="2019300"/>
                </a:lnTo>
                <a:lnTo>
                  <a:pt x="190500" y="2028825"/>
                </a:lnTo>
                <a:lnTo>
                  <a:pt x="180975" y="2028825"/>
                </a:lnTo>
                <a:close/>
                <a:moveTo>
                  <a:pt x="695325" y="2028825"/>
                </a:moveTo>
                <a:lnTo>
                  <a:pt x="704850" y="2028825"/>
                </a:lnTo>
                <a:lnTo>
                  <a:pt x="704850" y="2038350"/>
                </a:lnTo>
                <a:lnTo>
                  <a:pt x="695325" y="2038350"/>
                </a:lnTo>
                <a:close/>
                <a:moveTo>
                  <a:pt x="1076325" y="2028825"/>
                </a:moveTo>
                <a:lnTo>
                  <a:pt x="1114425" y="2028825"/>
                </a:lnTo>
                <a:lnTo>
                  <a:pt x="1114425" y="2038350"/>
                </a:lnTo>
                <a:lnTo>
                  <a:pt x="1095375" y="2038350"/>
                </a:lnTo>
                <a:lnTo>
                  <a:pt x="1095375" y="2057400"/>
                </a:lnTo>
                <a:lnTo>
                  <a:pt x="1085850" y="2057400"/>
                </a:lnTo>
                <a:lnTo>
                  <a:pt x="1085850" y="2038350"/>
                </a:lnTo>
                <a:lnTo>
                  <a:pt x="1076325" y="2038350"/>
                </a:lnTo>
                <a:close/>
                <a:moveTo>
                  <a:pt x="266700" y="2038350"/>
                </a:moveTo>
                <a:lnTo>
                  <a:pt x="361950" y="2038350"/>
                </a:lnTo>
                <a:lnTo>
                  <a:pt x="361950" y="2076450"/>
                </a:lnTo>
                <a:lnTo>
                  <a:pt x="333375" y="2076450"/>
                </a:lnTo>
                <a:lnTo>
                  <a:pt x="333375" y="2047875"/>
                </a:lnTo>
                <a:lnTo>
                  <a:pt x="266700" y="2047875"/>
                </a:lnTo>
                <a:close/>
                <a:moveTo>
                  <a:pt x="657225" y="2038350"/>
                </a:moveTo>
                <a:lnTo>
                  <a:pt x="666750" y="2038350"/>
                </a:lnTo>
                <a:lnTo>
                  <a:pt x="666750" y="2047875"/>
                </a:lnTo>
                <a:lnTo>
                  <a:pt x="657225" y="2047875"/>
                </a:lnTo>
                <a:close/>
                <a:moveTo>
                  <a:pt x="676275" y="2038350"/>
                </a:moveTo>
                <a:lnTo>
                  <a:pt x="695325" y="2038350"/>
                </a:lnTo>
                <a:lnTo>
                  <a:pt x="695325" y="2066925"/>
                </a:lnTo>
                <a:lnTo>
                  <a:pt x="685800" y="2066925"/>
                </a:lnTo>
                <a:lnTo>
                  <a:pt x="685800" y="2047875"/>
                </a:lnTo>
                <a:lnTo>
                  <a:pt x="676275" y="2047875"/>
                </a:lnTo>
                <a:close/>
                <a:moveTo>
                  <a:pt x="428625" y="2047875"/>
                </a:moveTo>
                <a:lnTo>
                  <a:pt x="447675" y="2047875"/>
                </a:lnTo>
                <a:lnTo>
                  <a:pt x="447675" y="2057400"/>
                </a:lnTo>
                <a:lnTo>
                  <a:pt x="428625" y="2057400"/>
                </a:lnTo>
                <a:close/>
                <a:moveTo>
                  <a:pt x="990600" y="2047875"/>
                </a:moveTo>
                <a:lnTo>
                  <a:pt x="1009650" y="2047875"/>
                </a:lnTo>
                <a:lnTo>
                  <a:pt x="1009650" y="2057400"/>
                </a:lnTo>
                <a:lnTo>
                  <a:pt x="990600" y="2057400"/>
                </a:lnTo>
                <a:close/>
                <a:moveTo>
                  <a:pt x="1590675" y="2057400"/>
                </a:moveTo>
                <a:lnTo>
                  <a:pt x="1600200" y="2057400"/>
                </a:lnTo>
                <a:lnTo>
                  <a:pt x="1600200" y="2066925"/>
                </a:lnTo>
                <a:lnTo>
                  <a:pt x="1590675" y="2066925"/>
                </a:lnTo>
                <a:close/>
                <a:moveTo>
                  <a:pt x="1133475" y="2066925"/>
                </a:moveTo>
                <a:lnTo>
                  <a:pt x="1143000" y="2066925"/>
                </a:lnTo>
                <a:lnTo>
                  <a:pt x="1143000" y="2085975"/>
                </a:lnTo>
                <a:lnTo>
                  <a:pt x="1114425" y="2085975"/>
                </a:lnTo>
                <a:lnTo>
                  <a:pt x="1114425" y="2076450"/>
                </a:lnTo>
                <a:lnTo>
                  <a:pt x="1133475" y="2076450"/>
                </a:lnTo>
                <a:close/>
                <a:moveTo>
                  <a:pt x="1524000" y="2076450"/>
                </a:moveTo>
                <a:lnTo>
                  <a:pt x="1533525" y="2076450"/>
                </a:lnTo>
                <a:lnTo>
                  <a:pt x="1533525" y="2085975"/>
                </a:lnTo>
                <a:lnTo>
                  <a:pt x="1524000" y="2085975"/>
                </a:lnTo>
                <a:close/>
                <a:moveTo>
                  <a:pt x="1581150" y="2076450"/>
                </a:moveTo>
                <a:lnTo>
                  <a:pt x="1590675" y="2076450"/>
                </a:lnTo>
                <a:lnTo>
                  <a:pt x="1590675" y="2085975"/>
                </a:lnTo>
                <a:lnTo>
                  <a:pt x="1581150" y="2085975"/>
                </a:lnTo>
                <a:close/>
                <a:moveTo>
                  <a:pt x="228600" y="2114550"/>
                </a:moveTo>
                <a:lnTo>
                  <a:pt x="257175" y="2114550"/>
                </a:lnTo>
                <a:lnTo>
                  <a:pt x="257175" y="2133600"/>
                </a:lnTo>
                <a:lnTo>
                  <a:pt x="228600" y="2133600"/>
                </a:lnTo>
                <a:close/>
                <a:moveTo>
                  <a:pt x="714375" y="2114550"/>
                </a:moveTo>
                <a:lnTo>
                  <a:pt x="733425" y="2114550"/>
                </a:lnTo>
                <a:lnTo>
                  <a:pt x="733425" y="2133600"/>
                </a:lnTo>
                <a:lnTo>
                  <a:pt x="714375" y="2133600"/>
                </a:lnTo>
                <a:close/>
                <a:moveTo>
                  <a:pt x="866775" y="2114550"/>
                </a:moveTo>
                <a:lnTo>
                  <a:pt x="914400" y="2114550"/>
                </a:lnTo>
                <a:lnTo>
                  <a:pt x="914400" y="2124075"/>
                </a:lnTo>
                <a:lnTo>
                  <a:pt x="895350" y="2124075"/>
                </a:lnTo>
                <a:lnTo>
                  <a:pt x="895350" y="2133600"/>
                </a:lnTo>
                <a:lnTo>
                  <a:pt x="885825" y="2133600"/>
                </a:lnTo>
                <a:lnTo>
                  <a:pt x="885825" y="2124075"/>
                </a:lnTo>
                <a:lnTo>
                  <a:pt x="866775" y="2124075"/>
                </a:lnTo>
                <a:close/>
                <a:moveTo>
                  <a:pt x="1400175" y="2114550"/>
                </a:moveTo>
                <a:lnTo>
                  <a:pt x="1438275" y="2114550"/>
                </a:lnTo>
                <a:lnTo>
                  <a:pt x="1438275" y="2133600"/>
                </a:lnTo>
                <a:lnTo>
                  <a:pt x="1428750" y="2133600"/>
                </a:lnTo>
                <a:lnTo>
                  <a:pt x="1428750" y="2124075"/>
                </a:lnTo>
                <a:lnTo>
                  <a:pt x="1400175" y="2124075"/>
                </a:lnTo>
                <a:close/>
                <a:moveTo>
                  <a:pt x="1238250" y="2143125"/>
                </a:moveTo>
                <a:lnTo>
                  <a:pt x="1247775" y="2143125"/>
                </a:lnTo>
                <a:lnTo>
                  <a:pt x="1247775" y="2152650"/>
                </a:lnTo>
                <a:lnTo>
                  <a:pt x="1238250" y="2152650"/>
                </a:lnTo>
                <a:close/>
                <a:moveTo>
                  <a:pt x="962025" y="2152650"/>
                </a:moveTo>
                <a:lnTo>
                  <a:pt x="981075" y="2152650"/>
                </a:lnTo>
                <a:lnTo>
                  <a:pt x="981075" y="2162175"/>
                </a:lnTo>
                <a:lnTo>
                  <a:pt x="962025" y="2162175"/>
                </a:lnTo>
                <a:close/>
                <a:moveTo>
                  <a:pt x="1400175" y="2152650"/>
                </a:moveTo>
                <a:lnTo>
                  <a:pt x="1409700" y="2152650"/>
                </a:lnTo>
                <a:lnTo>
                  <a:pt x="1409700" y="2162175"/>
                </a:lnTo>
                <a:lnTo>
                  <a:pt x="1400175" y="2162175"/>
                </a:lnTo>
                <a:close/>
                <a:moveTo>
                  <a:pt x="1428750" y="2152650"/>
                </a:moveTo>
                <a:lnTo>
                  <a:pt x="1447800" y="2152650"/>
                </a:lnTo>
                <a:lnTo>
                  <a:pt x="1447800" y="2162175"/>
                </a:lnTo>
                <a:lnTo>
                  <a:pt x="1428750" y="2162175"/>
                </a:lnTo>
                <a:close/>
                <a:moveTo>
                  <a:pt x="1514475" y="2152650"/>
                </a:moveTo>
                <a:lnTo>
                  <a:pt x="1543050" y="2152650"/>
                </a:lnTo>
                <a:lnTo>
                  <a:pt x="1543050" y="2162175"/>
                </a:lnTo>
                <a:lnTo>
                  <a:pt x="1514475" y="2162175"/>
                </a:lnTo>
                <a:close/>
                <a:moveTo>
                  <a:pt x="1638300" y="2152650"/>
                </a:moveTo>
                <a:lnTo>
                  <a:pt x="1647825" y="2152650"/>
                </a:lnTo>
                <a:lnTo>
                  <a:pt x="1647825" y="2162175"/>
                </a:lnTo>
                <a:lnTo>
                  <a:pt x="1638300" y="2162175"/>
                </a:lnTo>
                <a:close/>
                <a:moveTo>
                  <a:pt x="847725" y="2162175"/>
                </a:moveTo>
                <a:lnTo>
                  <a:pt x="866775" y="2162175"/>
                </a:lnTo>
                <a:lnTo>
                  <a:pt x="866775" y="2171700"/>
                </a:lnTo>
                <a:lnTo>
                  <a:pt x="847725" y="2171700"/>
                </a:lnTo>
                <a:close/>
                <a:moveTo>
                  <a:pt x="209550" y="2171700"/>
                </a:moveTo>
                <a:lnTo>
                  <a:pt x="238125" y="2171700"/>
                </a:lnTo>
                <a:lnTo>
                  <a:pt x="238125" y="2190750"/>
                </a:lnTo>
                <a:lnTo>
                  <a:pt x="228600" y="2190750"/>
                </a:lnTo>
                <a:lnTo>
                  <a:pt x="228600" y="2181225"/>
                </a:lnTo>
                <a:lnTo>
                  <a:pt x="209550" y="2181225"/>
                </a:lnTo>
                <a:close/>
                <a:moveTo>
                  <a:pt x="1638300" y="2171700"/>
                </a:moveTo>
                <a:lnTo>
                  <a:pt x="1666875" y="2171700"/>
                </a:lnTo>
                <a:lnTo>
                  <a:pt x="1666875" y="2181225"/>
                </a:lnTo>
                <a:lnTo>
                  <a:pt x="1676400" y="2181225"/>
                </a:lnTo>
                <a:lnTo>
                  <a:pt x="1676400" y="2190750"/>
                </a:lnTo>
                <a:lnTo>
                  <a:pt x="1666875" y="2190750"/>
                </a:lnTo>
                <a:lnTo>
                  <a:pt x="1666875" y="2200275"/>
                </a:lnTo>
                <a:lnTo>
                  <a:pt x="1647825" y="2200275"/>
                </a:lnTo>
                <a:lnTo>
                  <a:pt x="1647825" y="2190750"/>
                </a:lnTo>
                <a:lnTo>
                  <a:pt x="1638300" y="2190750"/>
                </a:lnTo>
                <a:close/>
                <a:moveTo>
                  <a:pt x="542925" y="2181225"/>
                </a:moveTo>
                <a:lnTo>
                  <a:pt x="552450" y="2181225"/>
                </a:lnTo>
                <a:lnTo>
                  <a:pt x="552450" y="2200275"/>
                </a:lnTo>
                <a:lnTo>
                  <a:pt x="571500" y="2200275"/>
                </a:lnTo>
                <a:lnTo>
                  <a:pt x="571500" y="2181225"/>
                </a:lnTo>
                <a:lnTo>
                  <a:pt x="590550" y="2181225"/>
                </a:lnTo>
                <a:lnTo>
                  <a:pt x="590550" y="2190750"/>
                </a:lnTo>
                <a:lnTo>
                  <a:pt x="600075" y="2190750"/>
                </a:lnTo>
                <a:lnTo>
                  <a:pt x="600075" y="2200275"/>
                </a:lnTo>
                <a:lnTo>
                  <a:pt x="609600" y="2200275"/>
                </a:lnTo>
                <a:lnTo>
                  <a:pt x="609600" y="2190750"/>
                </a:lnTo>
                <a:lnTo>
                  <a:pt x="628650" y="2190750"/>
                </a:lnTo>
                <a:lnTo>
                  <a:pt x="628650" y="2200275"/>
                </a:lnTo>
                <a:lnTo>
                  <a:pt x="619125" y="2200275"/>
                </a:lnTo>
                <a:lnTo>
                  <a:pt x="619125" y="2219325"/>
                </a:lnTo>
                <a:lnTo>
                  <a:pt x="590550" y="2219325"/>
                </a:lnTo>
                <a:lnTo>
                  <a:pt x="590550" y="2228850"/>
                </a:lnTo>
                <a:lnTo>
                  <a:pt x="561975" y="2228850"/>
                </a:lnTo>
                <a:lnTo>
                  <a:pt x="561975" y="2219325"/>
                </a:lnTo>
                <a:lnTo>
                  <a:pt x="542925" y="2219325"/>
                </a:lnTo>
                <a:close/>
                <a:moveTo>
                  <a:pt x="828675" y="2181225"/>
                </a:moveTo>
                <a:lnTo>
                  <a:pt x="838200" y="2181225"/>
                </a:lnTo>
                <a:lnTo>
                  <a:pt x="838200" y="2200275"/>
                </a:lnTo>
                <a:lnTo>
                  <a:pt x="819150" y="2200275"/>
                </a:lnTo>
                <a:lnTo>
                  <a:pt x="819150" y="2219325"/>
                </a:lnTo>
                <a:lnTo>
                  <a:pt x="800100" y="2219325"/>
                </a:lnTo>
                <a:lnTo>
                  <a:pt x="800100" y="2200275"/>
                </a:lnTo>
                <a:lnTo>
                  <a:pt x="809625" y="2200275"/>
                </a:lnTo>
                <a:lnTo>
                  <a:pt x="809625" y="2190750"/>
                </a:lnTo>
                <a:lnTo>
                  <a:pt x="828675" y="2190750"/>
                </a:lnTo>
                <a:close/>
                <a:moveTo>
                  <a:pt x="676275" y="2200275"/>
                </a:moveTo>
                <a:lnTo>
                  <a:pt x="685800" y="2200275"/>
                </a:lnTo>
                <a:lnTo>
                  <a:pt x="685800" y="2209800"/>
                </a:lnTo>
                <a:lnTo>
                  <a:pt x="676275" y="2209800"/>
                </a:lnTo>
                <a:close/>
                <a:moveTo>
                  <a:pt x="571500" y="2209800"/>
                </a:moveTo>
                <a:lnTo>
                  <a:pt x="590550" y="2209800"/>
                </a:lnTo>
                <a:lnTo>
                  <a:pt x="590550" y="2200275"/>
                </a:lnTo>
                <a:lnTo>
                  <a:pt x="571500" y="2200275"/>
                </a:lnTo>
                <a:close/>
                <a:moveTo>
                  <a:pt x="1581150" y="2209800"/>
                </a:moveTo>
                <a:lnTo>
                  <a:pt x="1590675" y="2209800"/>
                </a:lnTo>
                <a:lnTo>
                  <a:pt x="1590675" y="2228850"/>
                </a:lnTo>
                <a:lnTo>
                  <a:pt x="1581150" y="2228850"/>
                </a:lnTo>
                <a:close/>
                <a:moveTo>
                  <a:pt x="1638300" y="2228850"/>
                </a:moveTo>
                <a:lnTo>
                  <a:pt x="1647825" y="2228850"/>
                </a:lnTo>
                <a:lnTo>
                  <a:pt x="1647825" y="2238375"/>
                </a:lnTo>
                <a:lnTo>
                  <a:pt x="1657350" y="2238375"/>
                </a:lnTo>
                <a:lnTo>
                  <a:pt x="1657350" y="2247900"/>
                </a:lnTo>
                <a:lnTo>
                  <a:pt x="1638300" y="2247900"/>
                </a:lnTo>
                <a:lnTo>
                  <a:pt x="1638300" y="2257425"/>
                </a:lnTo>
                <a:lnTo>
                  <a:pt x="1628775" y="2257425"/>
                </a:lnTo>
                <a:lnTo>
                  <a:pt x="1628775" y="2238375"/>
                </a:lnTo>
                <a:lnTo>
                  <a:pt x="1638300" y="2238375"/>
                </a:lnTo>
                <a:close/>
                <a:moveTo>
                  <a:pt x="1714500" y="2228850"/>
                </a:moveTo>
                <a:lnTo>
                  <a:pt x="1724025" y="2228850"/>
                </a:lnTo>
                <a:lnTo>
                  <a:pt x="1724025" y="2238375"/>
                </a:lnTo>
                <a:lnTo>
                  <a:pt x="1714500" y="2238375"/>
                </a:lnTo>
                <a:close/>
                <a:moveTo>
                  <a:pt x="990600" y="2238375"/>
                </a:moveTo>
                <a:lnTo>
                  <a:pt x="1000125" y="2238375"/>
                </a:lnTo>
                <a:lnTo>
                  <a:pt x="1000125" y="2257425"/>
                </a:lnTo>
                <a:lnTo>
                  <a:pt x="981075" y="2257425"/>
                </a:lnTo>
                <a:lnTo>
                  <a:pt x="981075" y="2247900"/>
                </a:lnTo>
                <a:lnTo>
                  <a:pt x="990600" y="2247900"/>
                </a:lnTo>
                <a:close/>
                <a:moveTo>
                  <a:pt x="1695450" y="2238375"/>
                </a:moveTo>
                <a:lnTo>
                  <a:pt x="1704975" y="2238375"/>
                </a:lnTo>
                <a:lnTo>
                  <a:pt x="1704975" y="2247900"/>
                </a:lnTo>
                <a:lnTo>
                  <a:pt x="1695450" y="2247900"/>
                </a:lnTo>
                <a:close/>
                <a:moveTo>
                  <a:pt x="1238250" y="2247900"/>
                </a:moveTo>
                <a:lnTo>
                  <a:pt x="1247775" y="2247900"/>
                </a:lnTo>
                <a:lnTo>
                  <a:pt x="1247775" y="2257425"/>
                </a:lnTo>
                <a:lnTo>
                  <a:pt x="1238250" y="2257425"/>
                </a:lnTo>
                <a:close/>
                <a:moveTo>
                  <a:pt x="1000125" y="2257425"/>
                </a:moveTo>
                <a:lnTo>
                  <a:pt x="1009650" y="2257425"/>
                </a:lnTo>
                <a:lnTo>
                  <a:pt x="1009650" y="2266950"/>
                </a:lnTo>
                <a:lnTo>
                  <a:pt x="1000125" y="2266950"/>
                </a:lnTo>
                <a:close/>
                <a:moveTo>
                  <a:pt x="1638300" y="2257425"/>
                </a:moveTo>
                <a:lnTo>
                  <a:pt x="1647825" y="2257425"/>
                </a:lnTo>
                <a:lnTo>
                  <a:pt x="1647825" y="2266950"/>
                </a:lnTo>
                <a:lnTo>
                  <a:pt x="1638300" y="2266950"/>
                </a:lnTo>
                <a:close/>
                <a:moveTo>
                  <a:pt x="1647825" y="2266950"/>
                </a:moveTo>
                <a:lnTo>
                  <a:pt x="1657350" y="2266950"/>
                </a:lnTo>
                <a:lnTo>
                  <a:pt x="1657350" y="2276475"/>
                </a:lnTo>
                <a:lnTo>
                  <a:pt x="1647825" y="2276475"/>
                </a:lnTo>
                <a:close/>
                <a:moveTo>
                  <a:pt x="542925" y="2286000"/>
                </a:moveTo>
                <a:lnTo>
                  <a:pt x="552450" y="2286000"/>
                </a:lnTo>
                <a:lnTo>
                  <a:pt x="552450" y="2295525"/>
                </a:lnTo>
                <a:lnTo>
                  <a:pt x="581025" y="2295525"/>
                </a:lnTo>
                <a:lnTo>
                  <a:pt x="581025" y="2286000"/>
                </a:lnTo>
                <a:lnTo>
                  <a:pt x="590550" y="2286000"/>
                </a:lnTo>
                <a:lnTo>
                  <a:pt x="590550" y="2305050"/>
                </a:lnTo>
                <a:lnTo>
                  <a:pt x="542925" y="2305050"/>
                </a:lnTo>
                <a:close/>
                <a:moveTo>
                  <a:pt x="676275" y="2286000"/>
                </a:moveTo>
                <a:lnTo>
                  <a:pt x="685800" y="2286000"/>
                </a:lnTo>
                <a:lnTo>
                  <a:pt x="685800" y="2295525"/>
                </a:lnTo>
                <a:lnTo>
                  <a:pt x="676275" y="2295525"/>
                </a:lnTo>
                <a:close/>
                <a:moveTo>
                  <a:pt x="1247775" y="2286000"/>
                </a:moveTo>
                <a:lnTo>
                  <a:pt x="1257300" y="2286000"/>
                </a:lnTo>
                <a:lnTo>
                  <a:pt x="1257300" y="2295525"/>
                </a:lnTo>
                <a:lnTo>
                  <a:pt x="1247775" y="2295525"/>
                </a:lnTo>
                <a:close/>
                <a:moveTo>
                  <a:pt x="1552575" y="2286000"/>
                </a:moveTo>
                <a:lnTo>
                  <a:pt x="1571625" y="2286000"/>
                </a:lnTo>
                <a:lnTo>
                  <a:pt x="1571625" y="2305050"/>
                </a:lnTo>
                <a:lnTo>
                  <a:pt x="1581150" y="2305050"/>
                </a:lnTo>
                <a:lnTo>
                  <a:pt x="1581150" y="2314575"/>
                </a:lnTo>
                <a:lnTo>
                  <a:pt x="1590675" y="2314575"/>
                </a:lnTo>
                <a:lnTo>
                  <a:pt x="1590675" y="2324100"/>
                </a:lnTo>
                <a:lnTo>
                  <a:pt x="1562100" y="2324100"/>
                </a:lnTo>
                <a:lnTo>
                  <a:pt x="1562100" y="2314575"/>
                </a:lnTo>
                <a:lnTo>
                  <a:pt x="1552575" y="2314575"/>
                </a:lnTo>
                <a:lnTo>
                  <a:pt x="1552575" y="2305050"/>
                </a:lnTo>
                <a:lnTo>
                  <a:pt x="1543050" y="2305050"/>
                </a:lnTo>
                <a:lnTo>
                  <a:pt x="1543050" y="2295525"/>
                </a:lnTo>
                <a:lnTo>
                  <a:pt x="1552575" y="2295525"/>
                </a:lnTo>
                <a:close/>
                <a:moveTo>
                  <a:pt x="590550" y="2305050"/>
                </a:moveTo>
                <a:lnTo>
                  <a:pt x="609600" y="2305050"/>
                </a:lnTo>
                <a:lnTo>
                  <a:pt x="609600" y="2314575"/>
                </a:lnTo>
                <a:lnTo>
                  <a:pt x="590550" y="2314575"/>
                </a:lnTo>
                <a:close/>
                <a:moveTo>
                  <a:pt x="1238250" y="2305050"/>
                </a:moveTo>
                <a:lnTo>
                  <a:pt x="1247775" y="2305050"/>
                </a:lnTo>
                <a:lnTo>
                  <a:pt x="1247775" y="2314575"/>
                </a:lnTo>
                <a:lnTo>
                  <a:pt x="1238250" y="2314575"/>
                </a:lnTo>
                <a:close/>
                <a:moveTo>
                  <a:pt x="533400" y="2314575"/>
                </a:moveTo>
                <a:lnTo>
                  <a:pt x="542925" y="2314575"/>
                </a:lnTo>
                <a:lnTo>
                  <a:pt x="542925" y="2324100"/>
                </a:lnTo>
                <a:lnTo>
                  <a:pt x="533400" y="2324100"/>
                </a:lnTo>
                <a:close/>
                <a:moveTo>
                  <a:pt x="676275" y="2314575"/>
                </a:moveTo>
                <a:lnTo>
                  <a:pt x="685800" y="2314575"/>
                </a:lnTo>
                <a:lnTo>
                  <a:pt x="685800" y="2324100"/>
                </a:lnTo>
                <a:lnTo>
                  <a:pt x="676275" y="2324100"/>
                </a:lnTo>
                <a:close/>
                <a:moveTo>
                  <a:pt x="1247775" y="2314575"/>
                </a:moveTo>
                <a:lnTo>
                  <a:pt x="1257300" y="2314575"/>
                </a:lnTo>
                <a:lnTo>
                  <a:pt x="1257300" y="2324100"/>
                </a:lnTo>
                <a:lnTo>
                  <a:pt x="1247775" y="2324100"/>
                </a:lnTo>
                <a:close/>
                <a:moveTo>
                  <a:pt x="1314450" y="2362200"/>
                </a:moveTo>
                <a:lnTo>
                  <a:pt x="1323975" y="2362200"/>
                </a:lnTo>
                <a:lnTo>
                  <a:pt x="1323975" y="2371725"/>
                </a:lnTo>
                <a:lnTo>
                  <a:pt x="1314450" y="2371725"/>
                </a:lnTo>
                <a:close/>
                <a:moveTo>
                  <a:pt x="533400" y="2381250"/>
                </a:moveTo>
                <a:lnTo>
                  <a:pt x="542925" y="2381250"/>
                </a:lnTo>
                <a:lnTo>
                  <a:pt x="542925" y="2400300"/>
                </a:lnTo>
                <a:lnTo>
                  <a:pt x="533400" y="2400300"/>
                </a:lnTo>
                <a:close/>
                <a:moveTo>
                  <a:pt x="619125" y="2381250"/>
                </a:moveTo>
                <a:lnTo>
                  <a:pt x="638175" y="2381250"/>
                </a:lnTo>
                <a:lnTo>
                  <a:pt x="638175" y="2400300"/>
                </a:lnTo>
                <a:lnTo>
                  <a:pt x="619125" y="2400300"/>
                </a:lnTo>
                <a:close/>
                <a:moveTo>
                  <a:pt x="1057275" y="2381250"/>
                </a:moveTo>
                <a:lnTo>
                  <a:pt x="1066800" y="2381250"/>
                </a:lnTo>
                <a:lnTo>
                  <a:pt x="1066800" y="2390775"/>
                </a:lnTo>
                <a:lnTo>
                  <a:pt x="1057275" y="2390775"/>
                </a:lnTo>
                <a:close/>
                <a:moveTo>
                  <a:pt x="1247775" y="2381250"/>
                </a:moveTo>
                <a:lnTo>
                  <a:pt x="1257300" y="2381250"/>
                </a:lnTo>
                <a:lnTo>
                  <a:pt x="1257300" y="2400300"/>
                </a:lnTo>
                <a:lnTo>
                  <a:pt x="1247775" y="2400300"/>
                </a:lnTo>
                <a:close/>
                <a:moveTo>
                  <a:pt x="1314450" y="2390775"/>
                </a:moveTo>
                <a:lnTo>
                  <a:pt x="1333500" y="2390775"/>
                </a:lnTo>
                <a:lnTo>
                  <a:pt x="1333500" y="2400300"/>
                </a:lnTo>
                <a:lnTo>
                  <a:pt x="1314450" y="2400300"/>
                </a:lnTo>
                <a:close/>
                <a:moveTo>
                  <a:pt x="295275" y="2419350"/>
                </a:moveTo>
                <a:lnTo>
                  <a:pt x="333375" y="2419350"/>
                </a:lnTo>
                <a:lnTo>
                  <a:pt x="333375" y="2438400"/>
                </a:lnTo>
                <a:lnTo>
                  <a:pt x="295275" y="2438400"/>
                </a:lnTo>
                <a:close/>
                <a:moveTo>
                  <a:pt x="400050" y="2419350"/>
                </a:moveTo>
                <a:lnTo>
                  <a:pt x="428625" y="2419350"/>
                </a:lnTo>
                <a:lnTo>
                  <a:pt x="428625" y="2438400"/>
                </a:lnTo>
                <a:lnTo>
                  <a:pt x="400050" y="2438400"/>
                </a:lnTo>
                <a:close/>
                <a:moveTo>
                  <a:pt x="504825" y="2419350"/>
                </a:moveTo>
                <a:lnTo>
                  <a:pt x="523875" y="2419350"/>
                </a:lnTo>
                <a:lnTo>
                  <a:pt x="523875" y="2438400"/>
                </a:lnTo>
                <a:lnTo>
                  <a:pt x="504825" y="2438400"/>
                </a:lnTo>
                <a:close/>
                <a:moveTo>
                  <a:pt x="561975" y="2419350"/>
                </a:moveTo>
                <a:lnTo>
                  <a:pt x="590550" y="2419350"/>
                </a:lnTo>
                <a:lnTo>
                  <a:pt x="590550" y="2438400"/>
                </a:lnTo>
                <a:lnTo>
                  <a:pt x="561975" y="2438400"/>
                </a:lnTo>
                <a:close/>
                <a:moveTo>
                  <a:pt x="619125" y="2419350"/>
                </a:moveTo>
                <a:lnTo>
                  <a:pt x="628650" y="2419350"/>
                </a:lnTo>
                <a:lnTo>
                  <a:pt x="628650" y="2438400"/>
                </a:lnTo>
                <a:lnTo>
                  <a:pt x="619125" y="2438400"/>
                </a:lnTo>
                <a:close/>
                <a:moveTo>
                  <a:pt x="1000125" y="2419350"/>
                </a:moveTo>
                <a:lnTo>
                  <a:pt x="1047750" y="2419350"/>
                </a:lnTo>
                <a:lnTo>
                  <a:pt x="1047750" y="2438400"/>
                </a:lnTo>
                <a:lnTo>
                  <a:pt x="1000125" y="2438400"/>
                </a:lnTo>
                <a:close/>
                <a:moveTo>
                  <a:pt x="1076325" y="2419350"/>
                </a:moveTo>
                <a:lnTo>
                  <a:pt x="1114425" y="2419350"/>
                </a:lnTo>
                <a:lnTo>
                  <a:pt x="1114425" y="2438400"/>
                </a:lnTo>
                <a:lnTo>
                  <a:pt x="1076325" y="2438400"/>
                </a:lnTo>
                <a:close/>
                <a:moveTo>
                  <a:pt x="1133475" y="2419350"/>
                </a:moveTo>
                <a:lnTo>
                  <a:pt x="1152525" y="2419350"/>
                </a:lnTo>
                <a:lnTo>
                  <a:pt x="1152525" y="2438400"/>
                </a:lnTo>
                <a:lnTo>
                  <a:pt x="1133475" y="2438400"/>
                </a:lnTo>
                <a:close/>
                <a:moveTo>
                  <a:pt x="1666875" y="2428875"/>
                </a:moveTo>
                <a:lnTo>
                  <a:pt x="1714500" y="2428875"/>
                </a:lnTo>
                <a:lnTo>
                  <a:pt x="1714500" y="2438400"/>
                </a:lnTo>
                <a:lnTo>
                  <a:pt x="1704975" y="2438400"/>
                </a:lnTo>
                <a:lnTo>
                  <a:pt x="1704975" y="2447925"/>
                </a:lnTo>
                <a:lnTo>
                  <a:pt x="1685925" y="2447925"/>
                </a:lnTo>
                <a:lnTo>
                  <a:pt x="1685925" y="2438400"/>
                </a:lnTo>
                <a:lnTo>
                  <a:pt x="1666875" y="2438400"/>
                </a:lnTo>
                <a:close/>
                <a:moveTo>
                  <a:pt x="962025" y="2457450"/>
                </a:moveTo>
                <a:lnTo>
                  <a:pt x="981075" y="2457450"/>
                </a:lnTo>
                <a:lnTo>
                  <a:pt x="981075" y="2466975"/>
                </a:lnTo>
                <a:lnTo>
                  <a:pt x="971550" y="2466975"/>
                </a:lnTo>
                <a:lnTo>
                  <a:pt x="971550" y="2476500"/>
                </a:lnTo>
                <a:lnTo>
                  <a:pt x="962025" y="2476500"/>
                </a:lnTo>
                <a:close/>
                <a:moveTo>
                  <a:pt x="1628775" y="2457450"/>
                </a:moveTo>
                <a:lnTo>
                  <a:pt x="1666875" y="2457450"/>
                </a:lnTo>
                <a:lnTo>
                  <a:pt x="1666875" y="2466975"/>
                </a:lnTo>
                <a:lnTo>
                  <a:pt x="1657350" y="2466975"/>
                </a:lnTo>
                <a:lnTo>
                  <a:pt x="1657350" y="2476500"/>
                </a:lnTo>
                <a:lnTo>
                  <a:pt x="1638300" y="2476500"/>
                </a:lnTo>
                <a:lnTo>
                  <a:pt x="1638300" y="2466975"/>
                </a:lnTo>
                <a:lnTo>
                  <a:pt x="1628775" y="2466975"/>
                </a:lnTo>
                <a:close/>
                <a:moveTo>
                  <a:pt x="238125" y="2533650"/>
                </a:moveTo>
                <a:lnTo>
                  <a:pt x="247650" y="2533650"/>
                </a:lnTo>
                <a:lnTo>
                  <a:pt x="247650" y="2543175"/>
                </a:lnTo>
                <a:lnTo>
                  <a:pt x="238125" y="2543175"/>
                </a:lnTo>
                <a:close/>
                <a:moveTo>
                  <a:pt x="361950" y="2533650"/>
                </a:moveTo>
                <a:lnTo>
                  <a:pt x="371475" y="2533650"/>
                </a:lnTo>
                <a:lnTo>
                  <a:pt x="371475" y="2543175"/>
                </a:lnTo>
                <a:lnTo>
                  <a:pt x="361950" y="2543175"/>
                </a:lnTo>
                <a:close/>
                <a:moveTo>
                  <a:pt x="685800" y="2533650"/>
                </a:moveTo>
                <a:lnTo>
                  <a:pt x="695325" y="2533650"/>
                </a:lnTo>
                <a:lnTo>
                  <a:pt x="695325" y="2543175"/>
                </a:lnTo>
                <a:lnTo>
                  <a:pt x="685800" y="2543175"/>
                </a:lnTo>
                <a:close/>
                <a:moveTo>
                  <a:pt x="752475" y="2533650"/>
                </a:moveTo>
                <a:lnTo>
                  <a:pt x="800100" y="2533650"/>
                </a:lnTo>
                <a:lnTo>
                  <a:pt x="800100" y="2543175"/>
                </a:lnTo>
                <a:lnTo>
                  <a:pt x="809625" y="2543175"/>
                </a:lnTo>
                <a:lnTo>
                  <a:pt x="809625" y="2552700"/>
                </a:lnTo>
                <a:lnTo>
                  <a:pt x="790575" y="2552700"/>
                </a:lnTo>
                <a:lnTo>
                  <a:pt x="790575" y="2543175"/>
                </a:lnTo>
                <a:lnTo>
                  <a:pt x="781050" y="2543175"/>
                </a:lnTo>
                <a:lnTo>
                  <a:pt x="781050" y="2552700"/>
                </a:lnTo>
                <a:lnTo>
                  <a:pt x="771525" y="2552700"/>
                </a:lnTo>
                <a:lnTo>
                  <a:pt x="771525" y="2562225"/>
                </a:lnTo>
                <a:lnTo>
                  <a:pt x="762000" y="2562225"/>
                </a:lnTo>
                <a:lnTo>
                  <a:pt x="762000" y="2552700"/>
                </a:lnTo>
                <a:lnTo>
                  <a:pt x="752475" y="2552700"/>
                </a:lnTo>
                <a:close/>
                <a:moveTo>
                  <a:pt x="866775" y="2533650"/>
                </a:moveTo>
                <a:lnTo>
                  <a:pt x="876300" y="2533650"/>
                </a:lnTo>
                <a:lnTo>
                  <a:pt x="876300" y="2552700"/>
                </a:lnTo>
                <a:lnTo>
                  <a:pt x="866775" y="2552700"/>
                </a:lnTo>
                <a:close/>
                <a:moveTo>
                  <a:pt x="1504950" y="2533650"/>
                </a:moveTo>
                <a:lnTo>
                  <a:pt x="1524000" y="2533650"/>
                </a:lnTo>
                <a:lnTo>
                  <a:pt x="1524000" y="2543175"/>
                </a:lnTo>
                <a:lnTo>
                  <a:pt x="1504950" y="2543175"/>
                </a:lnTo>
                <a:close/>
                <a:moveTo>
                  <a:pt x="1562100" y="2533650"/>
                </a:moveTo>
                <a:lnTo>
                  <a:pt x="1571625" y="2533650"/>
                </a:lnTo>
                <a:lnTo>
                  <a:pt x="1571625" y="2543175"/>
                </a:lnTo>
                <a:lnTo>
                  <a:pt x="1562100" y="2543175"/>
                </a:lnTo>
                <a:close/>
                <a:moveTo>
                  <a:pt x="1590675" y="2533650"/>
                </a:moveTo>
                <a:lnTo>
                  <a:pt x="1628775" y="2533650"/>
                </a:lnTo>
                <a:lnTo>
                  <a:pt x="1628775" y="2552700"/>
                </a:lnTo>
                <a:lnTo>
                  <a:pt x="1619250" y="2552700"/>
                </a:lnTo>
                <a:lnTo>
                  <a:pt x="1619250" y="2543175"/>
                </a:lnTo>
                <a:lnTo>
                  <a:pt x="1590675" y="2543175"/>
                </a:lnTo>
                <a:close/>
                <a:moveTo>
                  <a:pt x="381000" y="2543175"/>
                </a:moveTo>
                <a:lnTo>
                  <a:pt x="390525" y="2543175"/>
                </a:lnTo>
                <a:lnTo>
                  <a:pt x="390525" y="2552700"/>
                </a:lnTo>
                <a:lnTo>
                  <a:pt x="381000" y="2552700"/>
                </a:lnTo>
                <a:close/>
                <a:moveTo>
                  <a:pt x="676275" y="2543175"/>
                </a:moveTo>
                <a:lnTo>
                  <a:pt x="685800" y="2543175"/>
                </a:lnTo>
                <a:lnTo>
                  <a:pt x="685800" y="2552700"/>
                </a:lnTo>
                <a:lnTo>
                  <a:pt x="676275" y="2552700"/>
                </a:lnTo>
                <a:close/>
                <a:moveTo>
                  <a:pt x="847725" y="2543175"/>
                </a:moveTo>
                <a:lnTo>
                  <a:pt x="857250" y="2543175"/>
                </a:lnTo>
                <a:lnTo>
                  <a:pt x="857250" y="2552700"/>
                </a:lnTo>
                <a:lnTo>
                  <a:pt x="847725" y="2552700"/>
                </a:lnTo>
                <a:close/>
                <a:moveTo>
                  <a:pt x="1485900" y="2543175"/>
                </a:moveTo>
                <a:lnTo>
                  <a:pt x="1504950" y="2543175"/>
                </a:lnTo>
                <a:lnTo>
                  <a:pt x="1504950" y="2552700"/>
                </a:lnTo>
                <a:lnTo>
                  <a:pt x="1495425" y="2552700"/>
                </a:lnTo>
                <a:lnTo>
                  <a:pt x="1495425" y="2562225"/>
                </a:lnTo>
                <a:lnTo>
                  <a:pt x="1485900" y="2562225"/>
                </a:lnTo>
                <a:close/>
                <a:moveTo>
                  <a:pt x="1533525" y="2562225"/>
                </a:moveTo>
                <a:lnTo>
                  <a:pt x="1543050" y="2562225"/>
                </a:lnTo>
                <a:lnTo>
                  <a:pt x="1543050" y="2581275"/>
                </a:lnTo>
                <a:lnTo>
                  <a:pt x="1533525" y="2581275"/>
                </a:lnTo>
                <a:close/>
                <a:moveTo>
                  <a:pt x="781050" y="2571750"/>
                </a:moveTo>
                <a:lnTo>
                  <a:pt x="790575" y="2571750"/>
                </a:lnTo>
                <a:lnTo>
                  <a:pt x="790575" y="2581275"/>
                </a:lnTo>
                <a:lnTo>
                  <a:pt x="781050" y="2581275"/>
                </a:lnTo>
                <a:close/>
                <a:moveTo>
                  <a:pt x="1533525" y="2590800"/>
                </a:moveTo>
                <a:lnTo>
                  <a:pt x="1571625" y="2590800"/>
                </a:lnTo>
                <a:lnTo>
                  <a:pt x="1571625" y="2609850"/>
                </a:lnTo>
                <a:lnTo>
                  <a:pt x="1552575" y="2609850"/>
                </a:lnTo>
                <a:lnTo>
                  <a:pt x="1552575" y="2600325"/>
                </a:lnTo>
                <a:lnTo>
                  <a:pt x="1533525" y="2600325"/>
                </a:lnTo>
                <a:close/>
                <a:moveTo>
                  <a:pt x="1600200" y="2600325"/>
                </a:moveTo>
                <a:lnTo>
                  <a:pt x="1609725" y="2600325"/>
                </a:lnTo>
                <a:lnTo>
                  <a:pt x="1609725" y="2609850"/>
                </a:lnTo>
                <a:lnTo>
                  <a:pt x="1600200" y="2609850"/>
                </a:lnTo>
                <a:close/>
                <a:moveTo>
                  <a:pt x="1371600" y="2628900"/>
                </a:moveTo>
                <a:lnTo>
                  <a:pt x="1381125" y="2628900"/>
                </a:lnTo>
                <a:lnTo>
                  <a:pt x="1381125" y="2657475"/>
                </a:lnTo>
                <a:lnTo>
                  <a:pt x="1371600" y="2657475"/>
                </a:lnTo>
                <a:close/>
                <a:moveTo>
                  <a:pt x="1152525" y="2686050"/>
                </a:moveTo>
                <a:lnTo>
                  <a:pt x="1162050" y="2686050"/>
                </a:lnTo>
                <a:lnTo>
                  <a:pt x="1162050" y="2695575"/>
                </a:lnTo>
                <a:lnTo>
                  <a:pt x="1152525" y="2695575"/>
                </a:lnTo>
                <a:close/>
                <a:moveTo>
                  <a:pt x="1171575" y="2686050"/>
                </a:moveTo>
                <a:lnTo>
                  <a:pt x="1181100" y="2686050"/>
                </a:lnTo>
                <a:lnTo>
                  <a:pt x="1181100" y="2695575"/>
                </a:lnTo>
                <a:lnTo>
                  <a:pt x="1171575" y="2695575"/>
                </a:lnTo>
                <a:close/>
                <a:moveTo>
                  <a:pt x="190500" y="2695575"/>
                </a:moveTo>
                <a:lnTo>
                  <a:pt x="200025" y="2695575"/>
                </a:lnTo>
                <a:lnTo>
                  <a:pt x="200025" y="2705100"/>
                </a:lnTo>
                <a:lnTo>
                  <a:pt x="190500" y="2705100"/>
                </a:lnTo>
                <a:close/>
                <a:moveTo>
                  <a:pt x="1247775" y="2714625"/>
                </a:moveTo>
                <a:lnTo>
                  <a:pt x="1266825" y="2714625"/>
                </a:lnTo>
                <a:lnTo>
                  <a:pt x="1266825" y="2724150"/>
                </a:lnTo>
                <a:lnTo>
                  <a:pt x="1276350" y="2724150"/>
                </a:lnTo>
                <a:lnTo>
                  <a:pt x="1276350" y="2733675"/>
                </a:lnTo>
                <a:lnTo>
                  <a:pt x="1257300" y="2733675"/>
                </a:lnTo>
                <a:lnTo>
                  <a:pt x="1257300" y="2724150"/>
                </a:lnTo>
                <a:lnTo>
                  <a:pt x="1247775" y="2724150"/>
                </a:lnTo>
                <a:close/>
                <a:moveTo>
                  <a:pt x="1343025" y="2714625"/>
                </a:moveTo>
                <a:lnTo>
                  <a:pt x="1352550" y="2714625"/>
                </a:lnTo>
                <a:lnTo>
                  <a:pt x="1352550" y="2724150"/>
                </a:lnTo>
                <a:lnTo>
                  <a:pt x="1343025" y="2724150"/>
                </a:lnTo>
                <a:close/>
                <a:moveTo>
                  <a:pt x="1514475" y="2714625"/>
                </a:moveTo>
                <a:lnTo>
                  <a:pt x="1543050" y="2714625"/>
                </a:lnTo>
                <a:lnTo>
                  <a:pt x="1543050" y="2733675"/>
                </a:lnTo>
                <a:lnTo>
                  <a:pt x="1552575" y="2733675"/>
                </a:lnTo>
                <a:lnTo>
                  <a:pt x="1552575" y="2743200"/>
                </a:lnTo>
                <a:lnTo>
                  <a:pt x="1533525" y="2743200"/>
                </a:lnTo>
                <a:lnTo>
                  <a:pt x="1533525" y="2752725"/>
                </a:lnTo>
                <a:lnTo>
                  <a:pt x="1524000" y="2752725"/>
                </a:lnTo>
                <a:lnTo>
                  <a:pt x="1524000" y="2733675"/>
                </a:lnTo>
                <a:lnTo>
                  <a:pt x="1504950" y="2733675"/>
                </a:lnTo>
                <a:lnTo>
                  <a:pt x="1504950" y="2752725"/>
                </a:lnTo>
                <a:lnTo>
                  <a:pt x="1514475" y="2752725"/>
                </a:lnTo>
                <a:lnTo>
                  <a:pt x="1514475" y="2762250"/>
                </a:lnTo>
                <a:lnTo>
                  <a:pt x="1524000" y="2762250"/>
                </a:lnTo>
                <a:lnTo>
                  <a:pt x="1524000" y="2771775"/>
                </a:lnTo>
                <a:lnTo>
                  <a:pt x="1533525" y="2771775"/>
                </a:lnTo>
                <a:lnTo>
                  <a:pt x="1533525" y="2781300"/>
                </a:lnTo>
                <a:lnTo>
                  <a:pt x="1524000" y="2781300"/>
                </a:lnTo>
                <a:lnTo>
                  <a:pt x="1524000" y="2790825"/>
                </a:lnTo>
                <a:lnTo>
                  <a:pt x="1504950" y="2790825"/>
                </a:lnTo>
                <a:lnTo>
                  <a:pt x="1504950" y="2800350"/>
                </a:lnTo>
                <a:lnTo>
                  <a:pt x="1514475" y="2800350"/>
                </a:lnTo>
                <a:lnTo>
                  <a:pt x="1514475" y="2809875"/>
                </a:lnTo>
                <a:lnTo>
                  <a:pt x="1485900" y="2809875"/>
                </a:lnTo>
                <a:lnTo>
                  <a:pt x="1485900" y="2819400"/>
                </a:lnTo>
                <a:lnTo>
                  <a:pt x="1447800" y="2819400"/>
                </a:lnTo>
                <a:lnTo>
                  <a:pt x="1447800" y="2809875"/>
                </a:lnTo>
                <a:lnTo>
                  <a:pt x="1428750" y="2809875"/>
                </a:lnTo>
                <a:lnTo>
                  <a:pt x="1428750" y="2790825"/>
                </a:lnTo>
                <a:lnTo>
                  <a:pt x="1447800" y="2790825"/>
                </a:lnTo>
                <a:lnTo>
                  <a:pt x="1447800" y="2781300"/>
                </a:lnTo>
                <a:lnTo>
                  <a:pt x="1457325" y="2781300"/>
                </a:lnTo>
                <a:lnTo>
                  <a:pt x="1457325" y="2771775"/>
                </a:lnTo>
                <a:lnTo>
                  <a:pt x="1447800" y="2771775"/>
                </a:lnTo>
                <a:lnTo>
                  <a:pt x="1447800" y="2762250"/>
                </a:lnTo>
                <a:lnTo>
                  <a:pt x="1457325" y="2762250"/>
                </a:lnTo>
                <a:lnTo>
                  <a:pt x="1457325" y="2743200"/>
                </a:lnTo>
                <a:lnTo>
                  <a:pt x="1476375" y="2743200"/>
                </a:lnTo>
                <a:lnTo>
                  <a:pt x="1476375" y="2733675"/>
                </a:lnTo>
                <a:lnTo>
                  <a:pt x="1466850" y="2733675"/>
                </a:lnTo>
                <a:lnTo>
                  <a:pt x="1466850" y="2724150"/>
                </a:lnTo>
                <a:lnTo>
                  <a:pt x="1514475" y="2724150"/>
                </a:lnTo>
                <a:close/>
                <a:moveTo>
                  <a:pt x="1047750" y="2733675"/>
                </a:moveTo>
                <a:lnTo>
                  <a:pt x="1057275" y="2733675"/>
                </a:lnTo>
                <a:lnTo>
                  <a:pt x="1057275" y="2743200"/>
                </a:lnTo>
                <a:lnTo>
                  <a:pt x="1047750" y="2743200"/>
                </a:lnTo>
                <a:close/>
                <a:moveTo>
                  <a:pt x="1247775" y="2733675"/>
                </a:moveTo>
                <a:lnTo>
                  <a:pt x="1257300" y="2733675"/>
                </a:lnTo>
                <a:lnTo>
                  <a:pt x="1257300" y="2743200"/>
                </a:lnTo>
                <a:lnTo>
                  <a:pt x="1247775" y="2743200"/>
                </a:lnTo>
                <a:close/>
                <a:moveTo>
                  <a:pt x="1609725" y="2733675"/>
                </a:moveTo>
                <a:lnTo>
                  <a:pt x="1619250" y="2733675"/>
                </a:lnTo>
                <a:lnTo>
                  <a:pt x="1619250" y="2743200"/>
                </a:lnTo>
                <a:lnTo>
                  <a:pt x="1609725" y="2743200"/>
                </a:lnTo>
                <a:close/>
                <a:moveTo>
                  <a:pt x="409575" y="2752725"/>
                </a:moveTo>
                <a:lnTo>
                  <a:pt x="419100" y="2752725"/>
                </a:lnTo>
                <a:lnTo>
                  <a:pt x="419100" y="2771775"/>
                </a:lnTo>
                <a:lnTo>
                  <a:pt x="409575" y="2771775"/>
                </a:lnTo>
                <a:close/>
                <a:moveTo>
                  <a:pt x="219075" y="2790825"/>
                </a:moveTo>
                <a:lnTo>
                  <a:pt x="228600" y="2790825"/>
                </a:lnTo>
                <a:lnTo>
                  <a:pt x="228600" y="2800350"/>
                </a:lnTo>
                <a:lnTo>
                  <a:pt x="219075" y="2800350"/>
                </a:lnTo>
                <a:close/>
                <a:moveTo>
                  <a:pt x="561975" y="2790825"/>
                </a:moveTo>
                <a:lnTo>
                  <a:pt x="590550" y="2790825"/>
                </a:lnTo>
                <a:lnTo>
                  <a:pt x="590550" y="2800350"/>
                </a:lnTo>
                <a:lnTo>
                  <a:pt x="561975" y="2800350"/>
                </a:lnTo>
                <a:close/>
                <a:moveTo>
                  <a:pt x="628650" y="2790825"/>
                </a:moveTo>
                <a:lnTo>
                  <a:pt x="666750" y="2790825"/>
                </a:lnTo>
                <a:lnTo>
                  <a:pt x="666750" y="2800350"/>
                </a:lnTo>
                <a:lnTo>
                  <a:pt x="628650" y="2800350"/>
                </a:lnTo>
                <a:close/>
                <a:moveTo>
                  <a:pt x="1181100" y="2790825"/>
                </a:moveTo>
                <a:lnTo>
                  <a:pt x="1190625" y="2790825"/>
                </a:lnTo>
                <a:lnTo>
                  <a:pt x="1190625" y="2800350"/>
                </a:lnTo>
                <a:lnTo>
                  <a:pt x="1181100" y="2800350"/>
                </a:lnTo>
                <a:close/>
                <a:moveTo>
                  <a:pt x="1400175" y="2790825"/>
                </a:moveTo>
                <a:lnTo>
                  <a:pt x="1419225" y="2790825"/>
                </a:lnTo>
                <a:lnTo>
                  <a:pt x="1419225" y="2809875"/>
                </a:lnTo>
                <a:lnTo>
                  <a:pt x="1428750" y="2809875"/>
                </a:lnTo>
                <a:lnTo>
                  <a:pt x="1428750" y="2819400"/>
                </a:lnTo>
                <a:lnTo>
                  <a:pt x="1419225" y="2819400"/>
                </a:lnTo>
                <a:lnTo>
                  <a:pt x="1419225" y="2828925"/>
                </a:lnTo>
                <a:lnTo>
                  <a:pt x="1428750" y="2828925"/>
                </a:lnTo>
                <a:lnTo>
                  <a:pt x="1428750" y="2838450"/>
                </a:lnTo>
                <a:lnTo>
                  <a:pt x="1400175" y="2838450"/>
                </a:lnTo>
                <a:lnTo>
                  <a:pt x="1400175" y="2828925"/>
                </a:lnTo>
                <a:lnTo>
                  <a:pt x="1390650" y="2828925"/>
                </a:lnTo>
                <a:lnTo>
                  <a:pt x="1390650" y="2819400"/>
                </a:lnTo>
                <a:lnTo>
                  <a:pt x="1381125" y="2819400"/>
                </a:lnTo>
                <a:lnTo>
                  <a:pt x="1381125" y="2809875"/>
                </a:lnTo>
                <a:lnTo>
                  <a:pt x="1390650" y="2809875"/>
                </a:lnTo>
                <a:lnTo>
                  <a:pt x="1390650" y="2800350"/>
                </a:lnTo>
                <a:lnTo>
                  <a:pt x="1400175" y="2800350"/>
                </a:lnTo>
                <a:close/>
                <a:moveTo>
                  <a:pt x="1152525" y="2800350"/>
                </a:moveTo>
                <a:lnTo>
                  <a:pt x="1162050" y="2800350"/>
                </a:lnTo>
                <a:lnTo>
                  <a:pt x="1162050" y="2809875"/>
                </a:lnTo>
                <a:lnTo>
                  <a:pt x="1171575" y="2809875"/>
                </a:lnTo>
                <a:lnTo>
                  <a:pt x="1171575" y="2828925"/>
                </a:lnTo>
                <a:lnTo>
                  <a:pt x="1162050" y="2828925"/>
                </a:lnTo>
                <a:lnTo>
                  <a:pt x="1162050" y="2838450"/>
                </a:lnTo>
                <a:lnTo>
                  <a:pt x="1152525" y="2838450"/>
                </a:lnTo>
                <a:close/>
                <a:moveTo>
                  <a:pt x="1190625" y="2800350"/>
                </a:moveTo>
                <a:lnTo>
                  <a:pt x="1209675" y="2800350"/>
                </a:lnTo>
                <a:lnTo>
                  <a:pt x="1209675" y="2809875"/>
                </a:lnTo>
                <a:lnTo>
                  <a:pt x="1247775" y="2809875"/>
                </a:lnTo>
                <a:lnTo>
                  <a:pt x="1247775" y="2800350"/>
                </a:lnTo>
                <a:lnTo>
                  <a:pt x="1257300" y="2800350"/>
                </a:lnTo>
                <a:lnTo>
                  <a:pt x="1257300" y="2809875"/>
                </a:lnTo>
                <a:lnTo>
                  <a:pt x="1247775" y="2809875"/>
                </a:lnTo>
                <a:lnTo>
                  <a:pt x="1247775" y="2828925"/>
                </a:lnTo>
                <a:lnTo>
                  <a:pt x="1238250" y="2828925"/>
                </a:lnTo>
                <a:lnTo>
                  <a:pt x="1238250" y="2847975"/>
                </a:lnTo>
                <a:lnTo>
                  <a:pt x="1219200" y="2847975"/>
                </a:lnTo>
                <a:lnTo>
                  <a:pt x="1219200" y="2838450"/>
                </a:lnTo>
                <a:lnTo>
                  <a:pt x="1190625" y="2838450"/>
                </a:lnTo>
                <a:close/>
                <a:moveTo>
                  <a:pt x="1466850" y="2800350"/>
                </a:moveTo>
                <a:lnTo>
                  <a:pt x="1476375" y="2800350"/>
                </a:lnTo>
                <a:lnTo>
                  <a:pt x="1476375" y="2790825"/>
                </a:lnTo>
                <a:lnTo>
                  <a:pt x="1466850" y="2790825"/>
                </a:lnTo>
                <a:close/>
                <a:moveTo>
                  <a:pt x="1485900" y="2800350"/>
                </a:moveTo>
                <a:lnTo>
                  <a:pt x="1495425" y="2800350"/>
                </a:lnTo>
                <a:lnTo>
                  <a:pt x="1495425" y="2790825"/>
                </a:lnTo>
                <a:lnTo>
                  <a:pt x="1485900" y="2790825"/>
                </a:lnTo>
                <a:close/>
                <a:moveTo>
                  <a:pt x="657225" y="2809875"/>
                </a:moveTo>
                <a:lnTo>
                  <a:pt x="685800" y="2809875"/>
                </a:lnTo>
                <a:lnTo>
                  <a:pt x="685800" y="2828925"/>
                </a:lnTo>
                <a:lnTo>
                  <a:pt x="657225" y="2828925"/>
                </a:lnTo>
                <a:close/>
                <a:moveTo>
                  <a:pt x="1266825" y="2809875"/>
                </a:moveTo>
                <a:lnTo>
                  <a:pt x="1276350" y="2809875"/>
                </a:lnTo>
                <a:lnTo>
                  <a:pt x="1276350" y="2819400"/>
                </a:lnTo>
                <a:lnTo>
                  <a:pt x="1266825" y="2819400"/>
                </a:lnTo>
                <a:close/>
                <a:moveTo>
                  <a:pt x="1447800" y="2809875"/>
                </a:moveTo>
                <a:lnTo>
                  <a:pt x="1457325" y="2809875"/>
                </a:lnTo>
                <a:lnTo>
                  <a:pt x="1457325" y="2800350"/>
                </a:lnTo>
                <a:lnTo>
                  <a:pt x="1447800" y="2800350"/>
                </a:lnTo>
                <a:close/>
                <a:moveTo>
                  <a:pt x="257175" y="2819400"/>
                </a:moveTo>
                <a:lnTo>
                  <a:pt x="266700" y="2819400"/>
                </a:lnTo>
                <a:lnTo>
                  <a:pt x="266700" y="2828925"/>
                </a:lnTo>
                <a:lnTo>
                  <a:pt x="257175" y="2828925"/>
                </a:lnTo>
                <a:close/>
                <a:moveTo>
                  <a:pt x="485775" y="2819400"/>
                </a:moveTo>
                <a:lnTo>
                  <a:pt x="495300" y="2819400"/>
                </a:lnTo>
                <a:lnTo>
                  <a:pt x="495300" y="2828925"/>
                </a:lnTo>
                <a:lnTo>
                  <a:pt x="485775" y="2828925"/>
                </a:lnTo>
                <a:close/>
                <a:moveTo>
                  <a:pt x="1257300" y="2819400"/>
                </a:moveTo>
                <a:lnTo>
                  <a:pt x="1266825" y="2819400"/>
                </a:lnTo>
                <a:lnTo>
                  <a:pt x="1266825" y="2838450"/>
                </a:lnTo>
                <a:lnTo>
                  <a:pt x="1257300" y="2838450"/>
                </a:lnTo>
                <a:close/>
                <a:moveTo>
                  <a:pt x="238125" y="2828925"/>
                </a:moveTo>
                <a:lnTo>
                  <a:pt x="247650" y="2828925"/>
                </a:lnTo>
                <a:lnTo>
                  <a:pt x="247650" y="2838450"/>
                </a:lnTo>
                <a:lnTo>
                  <a:pt x="238125" y="2838450"/>
                </a:lnTo>
                <a:close/>
                <a:moveTo>
                  <a:pt x="266700" y="2828925"/>
                </a:moveTo>
                <a:lnTo>
                  <a:pt x="276225" y="2828925"/>
                </a:lnTo>
                <a:lnTo>
                  <a:pt x="276225" y="2847975"/>
                </a:lnTo>
                <a:lnTo>
                  <a:pt x="257175" y="2847975"/>
                </a:lnTo>
                <a:lnTo>
                  <a:pt x="257175" y="2838450"/>
                </a:lnTo>
                <a:lnTo>
                  <a:pt x="266700" y="2838450"/>
                </a:lnTo>
                <a:close/>
                <a:moveTo>
                  <a:pt x="1514475" y="2828925"/>
                </a:moveTo>
                <a:lnTo>
                  <a:pt x="1524000" y="2828925"/>
                </a:lnTo>
                <a:lnTo>
                  <a:pt x="1524000" y="2838450"/>
                </a:lnTo>
                <a:lnTo>
                  <a:pt x="1514475" y="2838450"/>
                </a:lnTo>
                <a:close/>
                <a:moveTo>
                  <a:pt x="381000" y="2838450"/>
                </a:moveTo>
                <a:lnTo>
                  <a:pt x="390525" y="2838450"/>
                </a:lnTo>
                <a:lnTo>
                  <a:pt x="390525" y="2847975"/>
                </a:lnTo>
                <a:lnTo>
                  <a:pt x="381000" y="2847975"/>
                </a:lnTo>
                <a:close/>
                <a:moveTo>
                  <a:pt x="1162050" y="2838450"/>
                </a:moveTo>
                <a:lnTo>
                  <a:pt x="1171575" y="2838450"/>
                </a:lnTo>
                <a:lnTo>
                  <a:pt x="1171575" y="2847975"/>
                </a:lnTo>
                <a:lnTo>
                  <a:pt x="1162050" y="2847975"/>
                </a:lnTo>
                <a:close/>
                <a:moveTo>
                  <a:pt x="409575" y="2847975"/>
                </a:moveTo>
                <a:lnTo>
                  <a:pt x="438150" y="2847975"/>
                </a:lnTo>
                <a:lnTo>
                  <a:pt x="438150" y="2857500"/>
                </a:lnTo>
                <a:lnTo>
                  <a:pt x="409575" y="2857500"/>
                </a:lnTo>
                <a:close/>
                <a:moveTo>
                  <a:pt x="228600" y="2981325"/>
                </a:moveTo>
                <a:lnTo>
                  <a:pt x="247650" y="2981325"/>
                </a:lnTo>
                <a:lnTo>
                  <a:pt x="247650" y="2990850"/>
                </a:lnTo>
                <a:lnTo>
                  <a:pt x="228600" y="2990850"/>
                </a:lnTo>
                <a:close/>
                <a:moveTo>
                  <a:pt x="1628775" y="2990850"/>
                </a:moveTo>
                <a:lnTo>
                  <a:pt x="1657350" y="2990850"/>
                </a:lnTo>
                <a:lnTo>
                  <a:pt x="1657350" y="3000375"/>
                </a:lnTo>
                <a:lnTo>
                  <a:pt x="1628775" y="3000375"/>
                </a:lnTo>
                <a:close/>
                <a:moveTo>
                  <a:pt x="1581150" y="3019425"/>
                </a:moveTo>
                <a:lnTo>
                  <a:pt x="1590675" y="3019425"/>
                </a:lnTo>
                <a:lnTo>
                  <a:pt x="1590675" y="3028950"/>
                </a:lnTo>
                <a:lnTo>
                  <a:pt x="1581150" y="3028950"/>
                </a:lnTo>
                <a:close/>
                <a:moveTo>
                  <a:pt x="200025" y="3028950"/>
                </a:moveTo>
                <a:lnTo>
                  <a:pt x="209550" y="3028950"/>
                </a:lnTo>
                <a:lnTo>
                  <a:pt x="209550" y="3038475"/>
                </a:lnTo>
                <a:lnTo>
                  <a:pt x="200025" y="3038475"/>
                </a:lnTo>
                <a:close/>
                <a:moveTo>
                  <a:pt x="1571625" y="3028950"/>
                </a:moveTo>
                <a:lnTo>
                  <a:pt x="1581150" y="3028950"/>
                </a:lnTo>
                <a:lnTo>
                  <a:pt x="1581150" y="3038475"/>
                </a:lnTo>
                <a:lnTo>
                  <a:pt x="1571625" y="3038475"/>
                </a:lnTo>
                <a:close/>
                <a:moveTo>
                  <a:pt x="1552575" y="3038475"/>
                </a:moveTo>
                <a:lnTo>
                  <a:pt x="1562100" y="3038475"/>
                </a:lnTo>
                <a:lnTo>
                  <a:pt x="1562100" y="3048000"/>
                </a:lnTo>
                <a:lnTo>
                  <a:pt x="1581150" y="3048000"/>
                </a:lnTo>
                <a:lnTo>
                  <a:pt x="1581150" y="3057525"/>
                </a:lnTo>
                <a:lnTo>
                  <a:pt x="1552575" y="3057525"/>
                </a:lnTo>
                <a:lnTo>
                  <a:pt x="1552575" y="3067050"/>
                </a:lnTo>
                <a:lnTo>
                  <a:pt x="1533525" y="3067050"/>
                </a:lnTo>
                <a:lnTo>
                  <a:pt x="1533525" y="3057525"/>
                </a:lnTo>
                <a:lnTo>
                  <a:pt x="1543050" y="3057525"/>
                </a:lnTo>
                <a:lnTo>
                  <a:pt x="1543050" y="3048000"/>
                </a:lnTo>
                <a:lnTo>
                  <a:pt x="1552575" y="3048000"/>
                </a:lnTo>
                <a:close/>
                <a:moveTo>
                  <a:pt x="1476375" y="3114675"/>
                </a:moveTo>
                <a:lnTo>
                  <a:pt x="1485900" y="3114675"/>
                </a:lnTo>
                <a:lnTo>
                  <a:pt x="1485900" y="3124200"/>
                </a:lnTo>
                <a:lnTo>
                  <a:pt x="1476375" y="3124200"/>
                </a:lnTo>
                <a:close/>
                <a:moveTo>
                  <a:pt x="1495425" y="3114675"/>
                </a:moveTo>
                <a:lnTo>
                  <a:pt x="1533525" y="3114675"/>
                </a:lnTo>
                <a:lnTo>
                  <a:pt x="1533525" y="3124200"/>
                </a:lnTo>
                <a:lnTo>
                  <a:pt x="1543050" y="3124200"/>
                </a:lnTo>
                <a:lnTo>
                  <a:pt x="1543050" y="3133725"/>
                </a:lnTo>
                <a:lnTo>
                  <a:pt x="1533525" y="3133725"/>
                </a:lnTo>
                <a:lnTo>
                  <a:pt x="1533525" y="3143250"/>
                </a:lnTo>
                <a:lnTo>
                  <a:pt x="1524000" y="3143250"/>
                </a:lnTo>
                <a:lnTo>
                  <a:pt x="1524000" y="3124200"/>
                </a:lnTo>
                <a:lnTo>
                  <a:pt x="1514475" y="3124200"/>
                </a:lnTo>
                <a:lnTo>
                  <a:pt x="1514475" y="3143250"/>
                </a:lnTo>
                <a:lnTo>
                  <a:pt x="1524000" y="3143250"/>
                </a:lnTo>
                <a:lnTo>
                  <a:pt x="1524000" y="3162300"/>
                </a:lnTo>
                <a:lnTo>
                  <a:pt x="1514475" y="3162300"/>
                </a:lnTo>
                <a:lnTo>
                  <a:pt x="1514475" y="3171825"/>
                </a:lnTo>
                <a:lnTo>
                  <a:pt x="1504950" y="3171825"/>
                </a:lnTo>
                <a:lnTo>
                  <a:pt x="1504950" y="3162300"/>
                </a:lnTo>
                <a:lnTo>
                  <a:pt x="1495425" y="3162300"/>
                </a:lnTo>
                <a:lnTo>
                  <a:pt x="1495425" y="3171825"/>
                </a:lnTo>
                <a:lnTo>
                  <a:pt x="1485900" y="3171825"/>
                </a:lnTo>
                <a:lnTo>
                  <a:pt x="1485900" y="3162300"/>
                </a:lnTo>
                <a:lnTo>
                  <a:pt x="1476375" y="3162300"/>
                </a:lnTo>
                <a:lnTo>
                  <a:pt x="1476375" y="3171825"/>
                </a:lnTo>
                <a:lnTo>
                  <a:pt x="1466850" y="3171825"/>
                </a:lnTo>
                <a:lnTo>
                  <a:pt x="1466850" y="3152775"/>
                </a:lnTo>
                <a:lnTo>
                  <a:pt x="1476375" y="3152775"/>
                </a:lnTo>
                <a:lnTo>
                  <a:pt x="1476375" y="3143250"/>
                </a:lnTo>
                <a:lnTo>
                  <a:pt x="1485900" y="3143250"/>
                </a:lnTo>
                <a:lnTo>
                  <a:pt x="1485900" y="3133725"/>
                </a:lnTo>
                <a:lnTo>
                  <a:pt x="1495425" y="3133725"/>
                </a:lnTo>
                <a:close/>
                <a:moveTo>
                  <a:pt x="1438275" y="3143250"/>
                </a:moveTo>
                <a:lnTo>
                  <a:pt x="1447800" y="3143250"/>
                </a:lnTo>
                <a:lnTo>
                  <a:pt x="1447800" y="3152775"/>
                </a:lnTo>
                <a:lnTo>
                  <a:pt x="1438275" y="3152775"/>
                </a:lnTo>
                <a:close/>
                <a:moveTo>
                  <a:pt x="1447800" y="3152775"/>
                </a:moveTo>
                <a:lnTo>
                  <a:pt x="1457325" y="3152775"/>
                </a:lnTo>
                <a:lnTo>
                  <a:pt x="1457325" y="3171825"/>
                </a:lnTo>
                <a:lnTo>
                  <a:pt x="1447800" y="3171825"/>
                </a:lnTo>
                <a:close/>
                <a:moveTo>
                  <a:pt x="504825" y="3171825"/>
                </a:moveTo>
                <a:lnTo>
                  <a:pt x="514350" y="3171825"/>
                </a:lnTo>
                <a:lnTo>
                  <a:pt x="514350" y="3181350"/>
                </a:lnTo>
                <a:lnTo>
                  <a:pt x="504825" y="3181350"/>
                </a:lnTo>
                <a:close/>
                <a:moveTo>
                  <a:pt x="1638300" y="3171825"/>
                </a:moveTo>
                <a:lnTo>
                  <a:pt x="1647825" y="3171825"/>
                </a:lnTo>
                <a:lnTo>
                  <a:pt x="1647825" y="3181350"/>
                </a:lnTo>
                <a:lnTo>
                  <a:pt x="1638300" y="3181350"/>
                </a:lnTo>
                <a:close/>
                <a:moveTo>
                  <a:pt x="1657350" y="3171825"/>
                </a:moveTo>
                <a:lnTo>
                  <a:pt x="1666875" y="3171825"/>
                </a:lnTo>
                <a:lnTo>
                  <a:pt x="1666875" y="3190875"/>
                </a:lnTo>
                <a:lnTo>
                  <a:pt x="1657350" y="3190875"/>
                </a:lnTo>
                <a:close/>
                <a:moveTo>
                  <a:pt x="1647825" y="3209925"/>
                </a:moveTo>
                <a:lnTo>
                  <a:pt x="1657350" y="3209925"/>
                </a:lnTo>
                <a:lnTo>
                  <a:pt x="1657350" y="3228975"/>
                </a:lnTo>
                <a:lnTo>
                  <a:pt x="1638300" y="3228975"/>
                </a:lnTo>
                <a:lnTo>
                  <a:pt x="1638300" y="3219450"/>
                </a:lnTo>
                <a:lnTo>
                  <a:pt x="1647825" y="3219450"/>
                </a:lnTo>
                <a:close/>
                <a:moveTo>
                  <a:pt x="1133475" y="3238500"/>
                </a:moveTo>
                <a:lnTo>
                  <a:pt x="1143000" y="3238500"/>
                </a:lnTo>
                <a:lnTo>
                  <a:pt x="1143000" y="3248025"/>
                </a:lnTo>
                <a:lnTo>
                  <a:pt x="1133475" y="3248025"/>
                </a:lnTo>
                <a:close/>
                <a:moveTo>
                  <a:pt x="238125" y="3257550"/>
                </a:moveTo>
                <a:lnTo>
                  <a:pt x="247650" y="3257550"/>
                </a:lnTo>
                <a:lnTo>
                  <a:pt x="247650" y="3267075"/>
                </a:lnTo>
                <a:lnTo>
                  <a:pt x="238125" y="3267075"/>
                </a:lnTo>
                <a:close/>
                <a:moveTo>
                  <a:pt x="466725" y="3257550"/>
                </a:moveTo>
                <a:lnTo>
                  <a:pt x="485775" y="3257550"/>
                </a:lnTo>
                <a:lnTo>
                  <a:pt x="485775" y="3267075"/>
                </a:lnTo>
                <a:lnTo>
                  <a:pt x="476250" y="3267075"/>
                </a:lnTo>
                <a:lnTo>
                  <a:pt x="476250" y="3276600"/>
                </a:lnTo>
                <a:lnTo>
                  <a:pt x="466725" y="3276600"/>
                </a:lnTo>
                <a:close/>
                <a:moveTo>
                  <a:pt x="495300" y="3257550"/>
                </a:moveTo>
                <a:lnTo>
                  <a:pt x="504825" y="3257550"/>
                </a:lnTo>
                <a:lnTo>
                  <a:pt x="504825" y="3267075"/>
                </a:lnTo>
                <a:lnTo>
                  <a:pt x="495300" y="3267075"/>
                </a:lnTo>
                <a:close/>
                <a:moveTo>
                  <a:pt x="295275" y="3267075"/>
                </a:moveTo>
                <a:lnTo>
                  <a:pt x="304800" y="3267075"/>
                </a:lnTo>
                <a:lnTo>
                  <a:pt x="304800" y="3276600"/>
                </a:lnTo>
                <a:lnTo>
                  <a:pt x="314325" y="3276600"/>
                </a:lnTo>
                <a:lnTo>
                  <a:pt x="314325" y="3286125"/>
                </a:lnTo>
                <a:lnTo>
                  <a:pt x="285750" y="3286125"/>
                </a:lnTo>
                <a:lnTo>
                  <a:pt x="285750" y="3276600"/>
                </a:lnTo>
                <a:lnTo>
                  <a:pt x="295275" y="3276600"/>
                </a:lnTo>
                <a:close/>
                <a:moveTo>
                  <a:pt x="485775" y="3267075"/>
                </a:moveTo>
                <a:lnTo>
                  <a:pt x="495300" y="3267075"/>
                </a:lnTo>
                <a:lnTo>
                  <a:pt x="495300" y="3276600"/>
                </a:lnTo>
                <a:lnTo>
                  <a:pt x="485775" y="3276600"/>
                </a:lnTo>
                <a:close/>
                <a:moveTo>
                  <a:pt x="514350" y="3276600"/>
                </a:moveTo>
                <a:lnTo>
                  <a:pt x="523875" y="3276600"/>
                </a:lnTo>
                <a:lnTo>
                  <a:pt x="523875" y="3286125"/>
                </a:lnTo>
                <a:lnTo>
                  <a:pt x="514350" y="3286125"/>
                </a:lnTo>
                <a:close/>
                <a:moveTo>
                  <a:pt x="571500" y="3276600"/>
                </a:moveTo>
                <a:lnTo>
                  <a:pt x="581025" y="3276600"/>
                </a:lnTo>
                <a:lnTo>
                  <a:pt x="581025" y="3286125"/>
                </a:lnTo>
                <a:lnTo>
                  <a:pt x="571500" y="3286125"/>
                </a:lnTo>
                <a:close/>
                <a:moveTo>
                  <a:pt x="247650" y="3286125"/>
                </a:moveTo>
                <a:lnTo>
                  <a:pt x="266700" y="3286125"/>
                </a:lnTo>
                <a:lnTo>
                  <a:pt x="266700" y="3295650"/>
                </a:lnTo>
                <a:lnTo>
                  <a:pt x="247650" y="3295650"/>
                </a:lnTo>
                <a:close/>
                <a:moveTo>
                  <a:pt x="276225" y="3286125"/>
                </a:moveTo>
                <a:lnTo>
                  <a:pt x="285750" y="3286125"/>
                </a:lnTo>
                <a:lnTo>
                  <a:pt x="285750" y="3295650"/>
                </a:lnTo>
                <a:lnTo>
                  <a:pt x="276225" y="3295650"/>
                </a:lnTo>
                <a:close/>
                <a:moveTo>
                  <a:pt x="1066800" y="3486150"/>
                </a:moveTo>
                <a:lnTo>
                  <a:pt x="1085850" y="3486150"/>
                </a:lnTo>
                <a:lnTo>
                  <a:pt x="1085850" y="3505200"/>
                </a:lnTo>
                <a:lnTo>
                  <a:pt x="1076325" y="3505200"/>
                </a:lnTo>
                <a:lnTo>
                  <a:pt x="1076325" y="3514725"/>
                </a:lnTo>
                <a:lnTo>
                  <a:pt x="1066800" y="3514725"/>
                </a:lnTo>
                <a:lnTo>
                  <a:pt x="1066800" y="3505200"/>
                </a:lnTo>
                <a:lnTo>
                  <a:pt x="1057275" y="3505200"/>
                </a:lnTo>
                <a:lnTo>
                  <a:pt x="1057275" y="3495675"/>
                </a:lnTo>
                <a:lnTo>
                  <a:pt x="1066800" y="3495675"/>
                </a:lnTo>
                <a:close/>
                <a:moveTo>
                  <a:pt x="1152525" y="3486150"/>
                </a:moveTo>
                <a:lnTo>
                  <a:pt x="1162050" y="3486150"/>
                </a:lnTo>
                <a:lnTo>
                  <a:pt x="1162050" y="3514725"/>
                </a:lnTo>
                <a:lnTo>
                  <a:pt x="1152525" y="3514725"/>
                </a:lnTo>
                <a:close/>
                <a:moveTo>
                  <a:pt x="333375" y="3495675"/>
                </a:moveTo>
                <a:lnTo>
                  <a:pt x="352425" y="3495675"/>
                </a:lnTo>
                <a:lnTo>
                  <a:pt x="352425" y="3514725"/>
                </a:lnTo>
                <a:lnTo>
                  <a:pt x="333375" y="3514725"/>
                </a:lnTo>
                <a:close/>
                <a:moveTo>
                  <a:pt x="781050" y="3495675"/>
                </a:moveTo>
                <a:lnTo>
                  <a:pt x="819150" y="3495675"/>
                </a:lnTo>
                <a:lnTo>
                  <a:pt x="819150" y="3505200"/>
                </a:lnTo>
                <a:lnTo>
                  <a:pt x="828675" y="3505200"/>
                </a:lnTo>
                <a:lnTo>
                  <a:pt x="828675" y="3514725"/>
                </a:lnTo>
                <a:lnTo>
                  <a:pt x="809625" y="3514725"/>
                </a:lnTo>
                <a:lnTo>
                  <a:pt x="809625" y="3533775"/>
                </a:lnTo>
                <a:lnTo>
                  <a:pt x="800100" y="3533775"/>
                </a:lnTo>
                <a:lnTo>
                  <a:pt x="800100" y="3514725"/>
                </a:lnTo>
                <a:lnTo>
                  <a:pt x="781050" y="3514725"/>
                </a:lnTo>
                <a:close/>
                <a:moveTo>
                  <a:pt x="1047750" y="3505200"/>
                </a:moveTo>
                <a:lnTo>
                  <a:pt x="1057275" y="3505200"/>
                </a:lnTo>
                <a:lnTo>
                  <a:pt x="1057275" y="3514725"/>
                </a:lnTo>
                <a:lnTo>
                  <a:pt x="1047750" y="3514725"/>
                </a:lnTo>
                <a:close/>
                <a:moveTo>
                  <a:pt x="695325" y="3514725"/>
                </a:moveTo>
                <a:lnTo>
                  <a:pt x="704850" y="3514725"/>
                </a:lnTo>
                <a:lnTo>
                  <a:pt x="704850" y="3524250"/>
                </a:lnTo>
                <a:lnTo>
                  <a:pt x="714375" y="3524250"/>
                </a:lnTo>
                <a:lnTo>
                  <a:pt x="714375" y="3533775"/>
                </a:lnTo>
                <a:lnTo>
                  <a:pt x="695325" y="3533775"/>
                </a:lnTo>
                <a:close/>
                <a:moveTo>
                  <a:pt x="752475" y="3514725"/>
                </a:moveTo>
                <a:lnTo>
                  <a:pt x="771525" y="3514725"/>
                </a:lnTo>
                <a:lnTo>
                  <a:pt x="771525" y="3562350"/>
                </a:lnTo>
                <a:lnTo>
                  <a:pt x="762000" y="3562350"/>
                </a:lnTo>
                <a:lnTo>
                  <a:pt x="762000" y="3571875"/>
                </a:lnTo>
                <a:lnTo>
                  <a:pt x="733425" y="3571875"/>
                </a:lnTo>
                <a:lnTo>
                  <a:pt x="733425" y="3552825"/>
                </a:lnTo>
                <a:lnTo>
                  <a:pt x="742950" y="3552825"/>
                </a:lnTo>
                <a:lnTo>
                  <a:pt x="742950" y="3533775"/>
                </a:lnTo>
                <a:lnTo>
                  <a:pt x="762000" y="3533775"/>
                </a:lnTo>
                <a:lnTo>
                  <a:pt x="762000" y="3524250"/>
                </a:lnTo>
                <a:lnTo>
                  <a:pt x="752475" y="3524250"/>
                </a:lnTo>
                <a:close/>
                <a:moveTo>
                  <a:pt x="1009650" y="3524250"/>
                </a:moveTo>
                <a:lnTo>
                  <a:pt x="1019175" y="3524250"/>
                </a:lnTo>
                <a:lnTo>
                  <a:pt x="1019175" y="3533775"/>
                </a:lnTo>
                <a:lnTo>
                  <a:pt x="1009650" y="3533775"/>
                </a:lnTo>
                <a:close/>
                <a:moveTo>
                  <a:pt x="1057275" y="3524250"/>
                </a:moveTo>
                <a:lnTo>
                  <a:pt x="1066800" y="3524250"/>
                </a:lnTo>
                <a:lnTo>
                  <a:pt x="1066800" y="3533775"/>
                </a:lnTo>
                <a:lnTo>
                  <a:pt x="1057275" y="3533775"/>
                </a:lnTo>
                <a:close/>
                <a:moveTo>
                  <a:pt x="714375" y="3533775"/>
                </a:moveTo>
                <a:lnTo>
                  <a:pt x="723900" y="3533775"/>
                </a:lnTo>
                <a:lnTo>
                  <a:pt x="723900" y="3543300"/>
                </a:lnTo>
                <a:lnTo>
                  <a:pt x="714375" y="3543300"/>
                </a:lnTo>
                <a:close/>
                <a:moveTo>
                  <a:pt x="1038225" y="3543300"/>
                </a:moveTo>
                <a:lnTo>
                  <a:pt x="1047750" y="3543300"/>
                </a:lnTo>
                <a:lnTo>
                  <a:pt x="1047750" y="3552825"/>
                </a:lnTo>
                <a:lnTo>
                  <a:pt x="1038225" y="3552825"/>
                </a:lnTo>
                <a:close/>
                <a:moveTo>
                  <a:pt x="1371600" y="3543300"/>
                </a:moveTo>
                <a:lnTo>
                  <a:pt x="1390650" y="3543300"/>
                </a:lnTo>
                <a:lnTo>
                  <a:pt x="1390650" y="3571875"/>
                </a:lnTo>
                <a:lnTo>
                  <a:pt x="1371600" y="3571875"/>
                </a:lnTo>
                <a:close/>
                <a:moveTo>
                  <a:pt x="200025" y="3562350"/>
                </a:moveTo>
                <a:lnTo>
                  <a:pt x="209550" y="3562350"/>
                </a:lnTo>
                <a:lnTo>
                  <a:pt x="209550" y="3600450"/>
                </a:lnTo>
                <a:lnTo>
                  <a:pt x="180975" y="3600450"/>
                </a:lnTo>
                <a:lnTo>
                  <a:pt x="180975" y="3590925"/>
                </a:lnTo>
                <a:lnTo>
                  <a:pt x="200025" y="3590925"/>
                </a:lnTo>
                <a:lnTo>
                  <a:pt x="200025" y="3581400"/>
                </a:lnTo>
                <a:lnTo>
                  <a:pt x="190500" y="3581400"/>
                </a:lnTo>
                <a:lnTo>
                  <a:pt x="190500" y="3571875"/>
                </a:lnTo>
                <a:lnTo>
                  <a:pt x="200025" y="3571875"/>
                </a:lnTo>
                <a:close/>
                <a:moveTo>
                  <a:pt x="771525" y="3562350"/>
                </a:moveTo>
                <a:lnTo>
                  <a:pt x="781050" y="3562350"/>
                </a:lnTo>
                <a:lnTo>
                  <a:pt x="781050" y="3571875"/>
                </a:lnTo>
                <a:lnTo>
                  <a:pt x="771525" y="3571875"/>
                </a:lnTo>
                <a:close/>
                <a:moveTo>
                  <a:pt x="1057275" y="3571875"/>
                </a:moveTo>
                <a:lnTo>
                  <a:pt x="1066800" y="3571875"/>
                </a:lnTo>
                <a:lnTo>
                  <a:pt x="1066800" y="3581400"/>
                </a:lnTo>
                <a:lnTo>
                  <a:pt x="1057275" y="3581400"/>
                </a:lnTo>
                <a:close/>
                <a:moveTo>
                  <a:pt x="714375" y="3590925"/>
                </a:moveTo>
                <a:lnTo>
                  <a:pt x="733425" y="3590925"/>
                </a:lnTo>
                <a:lnTo>
                  <a:pt x="733425" y="3609975"/>
                </a:lnTo>
                <a:lnTo>
                  <a:pt x="723900" y="3609975"/>
                </a:lnTo>
                <a:lnTo>
                  <a:pt x="723900" y="3619500"/>
                </a:lnTo>
                <a:lnTo>
                  <a:pt x="704850" y="3619500"/>
                </a:lnTo>
                <a:lnTo>
                  <a:pt x="704850" y="3600450"/>
                </a:lnTo>
                <a:lnTo>
                  <a:pt x="714375" y="3600450"/>
                </a:lnTo>
                <a:close/>
                <a:moveTo>
                  <a:pt x="457200" y="3600450"/>
                </a:moveTo>
                <a:lnTo>
                  <a:pt x="466725" y="3600450"/>
                </a:lnTo>
                <a:lnTo>
                  <a:pt x="466725" y="3609975"/>
                </a:lnTo>
                <a:lnTo>
                  <a:pt x="476250" y="3609975"/>
                </a:lnTo>
                <a:lnTo>
                  <a:pt x="476250" y="3619500"/>
                </a:lnTo>
                <a:lnTo>
                  <a:pt x="457200" y="3619500"/>
                </a:lnTo>
                <a:close/>
                <a:moveTo>
                  <a:pt x="571500" y="3609975"/>
                </a:moveTo>
                <a:lnTo>
                  <a:pt x="609600" y="3609975"/>
                </a:lnTo>
                <a:lnTo>
                  <a:pt x="609600" y="3619500"/>
                </a:lnTo>
                <a:lnTo>
                  <a:pt x="571500" y="3619500"/>
                </a:lnTo>
                <a:close/>
                <a:moveTo>
                  <a:pt x="904875" y="3629025"/>
                </a:moveTo>
                <a:lnTo>
                  <a:pt x="923925" y="3629025"/>
                </a:lnTo>
                <a:lnTo>
                  <a:pt x="923925" y="3638550"/>
                </a:lnTo>
                <a:lnTo>
                  <a:pt x="933450" y="3638550"/>
                </a:lnTo>
                <a:lnTo>
                  <a:pt x="933450" y="3648075"/>
                </a:lnTo>
                <a:lnTo>
                  <a:pt x="923925" y="3648075"/>
                </a:lnTo>
                <a:lnTo>
                  <a:pt x="923925" y="3657600"/>
                </a:lnTo>
                <a:lnTo>
                  <a:pt x="904875" y="3657600"/>
                </a:lnTo>
                <a:lnTo>
                  <a:pt x="904875" y="3648075"/>
                </a:lnTo>
                <a:lnTo>
                  <a:pt x="914400" y="3648075"/>
                </a:lnTo>
                <a:lnTo>
                  <a:pt x="914400" y="3638550"/>
                </a:lnTo>
                <a:lnTo>
                  <a:pt x="904875" y="3638550"/>
                </a:lnTo>
                <a:close/>
                <a:moveTo>
                  <a:pt x="981075" y="3629025"/>
                </a:moveTo>
                <a:lnTo>
                  <a:pt x="990600" y="3629025"/>
                </a:lnTo>
                <a:lnTo>
                  <a:pt x="990600" y="3648075"/>
                </a:lnTo>
                <a:lnTo>
                  <a:pt x="981075" y="3648075"/>
                </a:lnTo>
                <a:close/>
                <a:moveTo>
                  <a:pt x="1409700" y="3629025"/>
                </a:moveTo>
                <a:lnTo>
                  <a:pt x="1419225" y="3629025"/>
                </a:lnTo>
                <a:lnTo>
                  <a:pt x="1419225" y="3638550"/>
                </a:lnTo>
                <a:lnTo>
                  <a:pt x="1409700" y="3638550"/>
                </a:lnTo>
                <a:close/>
                <a:moveTo>
                  <a:pt x="1000125" y="3638550"/>
                </a:moveTo>
                <a:lnTo>
                  <a:pt x="1009650" y="3638550"/>
                </a:lnTo>
                <a:lnTo>
                  <a:pt x="1009650" y="3648075"/>
                </a:lnTo>
                <a:lnTo>
                  <a:pt x="1000125" y="3648075"/>
                </a:lnTo>
                <a:close/>
                <a:moveTo>
                  <a:pt x="352425" y="3657600"/>
                </a:moveTo>
                <a:lnTo>
                  <a:pt x="361950" y="3657600"/>
                </a:lnTo>
                <a:lnTo>
                  <a:pt x="361950" y="3667125"/>
                </a:lnTo>
                <a:lnTo>
                  <a:pt x="352425" y="3667125"/>
                </a:lnTo>
                <a:close/>
                <a:moveTo>
                  <a:pt x="371475" y="3667125"/>
                </a:moveTo>
                <a:lnTo>
                  <a:pt x="381000" y="3667125"/>
                </a:lnTo>
                <a:lnTo>
                  <a:pt x="381000" y="3695700"/>
                </a:lnTo>
                <a:lnTo>
                  <a:pt x="371475" y="3695700"/>
                </a:lnTo>
                <a:lnTo>
                  <a:pt x="371475" y="3686175"/>
                </a:lnTo>
                <a:lnTo>
                  <a:pt x="361950" y="3686175"/>
                </a:lnTo>
                <a:lnTo>
                  <a:pt x="361950" y="3676650"/>
                </a:lnTo>
                <a:lnTo>
                  <a:pt x="371475" y="3676650"/>
                </a:lnTo>
                <a:close/>
                <a:moveTo>
                  <a:pt x="428625" y="3676650"/>
                </a:moveTo>
                <a:lnTo>
                  <a:pt x="438150" y="3676650"/>
                </a:lnTo>
                <a:lnTo>
                  <a:pt x="438150" y="3695700"/>
                </a:lnTo>
                <a:lnTo>
                  <a:pt x="428625" y="3695700"/>
                </a:lnTo>
                <a:lnTo>
                  <a:pt x="428625" y="3705225"/>
                </a:lnTo>
                <a:lnTo>
                  <a:pt x="419100" y="3705225"/>
                </a:lnTo>
                <a:lnTo>
                  <a:pt x="419100" y="3695700"/>
                </a:lnTo>
                <a:lnTo>
                  <a:pt x="400050" y="3695700"/>
                </a:lnTo>
                <a:lnTo>
                  <a:pt x="400050" y="3686175"/>
                </a:lnTo>
                <a:lnTo>
                  <a:pt x="428625" y="3686175"/>
                </a:lnTo>
                <a:close/>
                <a:moveTo>
                  <a:pt x="314325" y="3686175"/>
                </a:moveTo>
                <a:lnTo>
                  <a:pt x="323850" y="3686175"/>
                </a:lnTo>
                <a:lnTo>
                  <a:pt x="323850" y="3695700"/>
                </a:lnTo>
                <a:lnTo>
                  <a:pt x="342900" y="3695700"/>
                </a:lnTo>
                <a:lnTo>
                  <a:pt x="342900" y="3705225"/>
                </a:lnTo>
                <a:lnTo>
                  <a:pt x="371475" y="3705225"/>
                </a:lnTo>
                <a:lnTo>
                  <a:pt x="371475" y="3714750"/>
                </a:lnTo>
                <a:lnTo>
                  <a:pt x="381000" y="3714750"/>
                </a:lnTo>
                <a:lnTo>
                  <a:pt x="381000" y="3724275"/>
                </a:lnTo>
                <a:lnTo>
                  <a:pt x="352425" y="3724275"/>
                </a:lnTo>
                <a:lnTo>
                  <a:pt x="352425" y="3714750"/>
                </a:lnTo>
                <a:lnTo>
                  <a:pt x="333375" y="3714750"/>
                </a:lnTo>
                <a:lnTo>
                  <a:pt x="333375" y="3705225"/>
                </a:lnTo>
                <a:lnTo>
                  <a:pt x="323850" y="3705225"/>
                </a:lnTo>
                <a:lnTo>
                  <a:pt x="323850" y="3714750"/>
                </a:lnTo>
                <a:lnTo>
                  <a:pt x="314325" y="3714750"/>
                </a:lnTo>
                <a:close/>
                <a:moveTo>
                  <a:pt x="352425" y="3686175"/>
                </a:moveTo>
                <a:lnTo>
                  <a:pt x="361950" y="3686175"/>
                </a:lnTo>
                <a:lnTo>
                  <a:pt x="361950" y="3695700"/>
                </a:lnTo>
                <a:lnTo>
                  <a:pt x="352425" y="3695700"/>
                </a:lnTo>
                <a:close/>
                <a:moveTo>
                  <a:pt x="457200" y="3686175"/>
                </a:moveTo>
                <a:lnTo>
                  <a:pt x="466725" y="3686175"/>
                </a:lnTo>
                <a:lnTo>
                  <a:pt x="466725" y="3705225"/>
                </a:lnTo>
                <a:lnTo>
                  <a:pt x="457200" y="3705225"/>
                </a:lnTo>
                <a:lnTo>
                  <a:pt x="457200" y="3714750"/>
                </a:lnTo>
                <a:lnTo>
                  <a:pt x="447675" y="3714750"/>
                </a:lnTo>
                <a:lnTo>
                  <a:pt x="447675" y="3705225"/>
                </a:lnTo>
                <a:lnTo>
                  <a:pt x="438150" y="3705225"/>
                </a:lnTo>
                <a:lnTo>
                  <a:pt x="438150" y="3695700"/>
                </a:lnTo>
                <a:lnTo>
                  <a:pt x="457200" y="3695700"/>
                </a:lnTo>
                <a:close/>
                <a:moveTo>
                  <a:pt x="762000" y="3686175"/>
                </a:moveTo>
                <a:lnTo>
                  <a:pt x="771525" y="3686175"/>
                </a:lnTo>
                <a:lnTo>
                  <a:pt x="771525" y="3695700"/>
                </a:lnTo>
                <a:lnTo>
                  <a:pt x="762000" y="3695700"/>
                </a:lnTo>
                <a:close/>
                <a:moveTo>
                  <a:pt x="809625" y="3686175"/>
                </a:moveTo>
                <a:lnTo>
                  <a:pt x="819150" y="3686175"/>
                </a:lnTo>
                <a:lnTo>
                  <a:pt x="819150" y="3695700"/>
                </a:lnTo>
                <a:lnTo>
                  <a:pt x="809625" y="3695700"/>
                </a:lnTo>
                <a:close/>
                <a:moveTo>
                  <a:pt x="923925" y="3686175"/>
                </a:moveTo>
                <a:lnTo>
                  <a:pt x="933450" y="3686175"/>
                </a:lnTo>
                <a:lnTo>
                  <a:pt x="933450" y="3695700"/>
                </a:lnTo>
                <a:lnTo>
                  <a:pt x="923925" y="3695700"/>
                </a:lnTo>
                <a:close/>
                <a:moveTo>
                  <a:pt x="962025" y="3714750"/>
                </a:moveTo>
                <a:lnTo>
                  <a:pt x="971550" y="3714750"/>
                </a:lnTo>
                <a:lnTo>
                  <a:pt x="971550" y="3724275"/>
                </a:lnTo>
                <a:lnTo>
                  <a:pt x="962025" y="3724275"/>
                </a:lnTo>
                <a:close/>
                <a:moveTo>
                  <a:pt x="1190625" y="3724275"/>
                </a:moveTo>
                <a:lnTo>
                  <a:pt x="1200150" y="3724275"/>
                </a:lnTo>
                <a:lnTo>
                  <a:pt x="1200150" y="3733800"/>
                </a:lnTo>
                <a:lnTo>
                  <a:pt x="1190625" y="3733800"/>
                </a:lnTo>
                <a:close/>
              </a:path>
            </a:pathLst>
          </a:custGeom>
          <a:solidFill xmlns:a="http://schemas.openxmlformats.org/drawingml/2006/main">
            <a:srgbClr val="F3EFE2"/>
          </a:solidFill>
          <a:ln xmlns:a="http://schemas.openxmlformats.org/drawingml/2006/main" w="0">
            <a:noFill/>
          </a:ln>
        </p:spPr>
      </p:sp>
      <p:sp>
        <p:nvSpPr>
          <p:cNvPr id="34" name="phone4 vector #f4eee2">
            <a:extLst xmlns:a="http://schemas.openxmlformats.org/drawingml/2006/main">
              <a:ext uri="{FF2B5EF4-FFF2-40B4-BE49-F238E27FC236}">
                <a16:creationId xmlns:a16="http://schemas.microsoft.com/office/drawing/2014/main" id="{DBCFD389-58D6-436A-94E4-8CFF6109765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552825" y="1866900"/>
            <a:ext cx="2181225" cy="4581525"/>
          </a:xfrm>
          <a:custGeom xmlns:a="http://schemas.openxmlformats.org/drawingml/2006/main">
            <a:pathLst>
              <a:path w="1847850" h="3886200">
                <a:moveTo>
                  <a:pt x="485775" y="114300"/>
                </a:moveTo>
                <a:lnTo>
                  <a:pt x="495300" y="114300"/>
                </a:lnTo>
                <a:lnTo>
                  <a:pt x="495300" y="123825"/>
                </a:lnTo>
                <a:lnTo>
                  <a:pt x="485775" y="123825"/>
                </a:lnTo>
                <a:close/>
                <a:moveTo>
                  <a:pt x="523875" y="114300"/>
                </a:moveTo>
                <a:lnTo>
                  <a:pt x="571500" y="114300"/>
                </a:lnTo>
                <a:lnTo>
                  <a:pt x="571500" y="123825"/>
                </a:lnTo>
                <a:lnTo>
                  <a:pt x="552450" y="123825"/>
                </a:lnTo>
                <a:lnTo>
                  <a:pt x="552450" y="133350"/>
                </a:lnTo>
                <a:lnTo>
                  <a:pt x="571500" y="133350"/>
                </a:lnTo>
                <a:lnTo>
                  <a:pt x="571500" y="123825"/>
                </a:lnTo>
                <a:lnTo>
                  <a:pt x="581025" y="123825"/>
                </a:lnTo>
                <a:lnTo>
                  <a:pt x="581025" y="133350"/>
                </a:lnTo>
                <a:lnTo>
                  <a:pt x="571500" y="133350"/>
                </a:lnTo>
                <a:lnTo>
                  <a:pt x="571500" y="142875"/>
                </a:lnTo>
                <a:lnTo>
                  <a:pt x="552450" y="142875"/>
                </a:lnTo>
                <a:lnTo>
                  <a:pt x="552450" y="152400"/>
                </a:lnTo>
                <a:lnTo>
                  <a:pt x="542925" y="152400"/>
                </a:lnTo>
                <a:lnTo>
                  <a:pt x="542925" y="142875"/>
                </a:lnTo>
                <a:lnTo>
                  <a:pt x="523875" y="142875"/>
                </a:lnTo>
                <a:lnTo>
                  <a:pt x="523875" y="133350"/>
                </a:lnTo>
                <a:lnTo>
                  <a:pt x="504825" y="133350"/>
                </a:lnTo>
                <a:lnTo>
                  <a:pt x="504825" y="123825"/>
                </a:lnTo>
                <a:lnTo>
                  <a:pt x="523875" y="123825"/>
                </a:lnTo>
                <a:close/>
                <a:moveTo>
                  <a:pt x="619125" y="114300"/>
                </a:moveTo>
                <a:lnTo>
                  <a:pt x="657225" y="114300"/>
                </a:lnTo>
                <a:lnTo>
                  <a:pt x="657225" y="123825"/>
                </a:lnTo>
                <a:lnTo>
                  <a:pt x="666750" y="123825"/>
                </a:lnTo>
                <a:lnTo>
                  <a:pt x="666750" y="171450"/>
                </a:lnTo>
                <a:lnTo>
                  <a:pt x="657225" y="171450"/>
                </a:lnTo>
                <a:lnTo>
                  <a:pt x="657225" y="180975"/>
                </a:lnTo>
                <a:lnTo>
                  <a:pt x="628650" y="180975"/>
                </a:lnTo>
                <a:lnTo>
                  <a:pt x="628650" y="161925"/>
                </a:lnTo>
                <a:lnTo>
                  <a:pt x="619125" y="161925"/>
                </a:lnTo>
                <a:lnTo>
                  <a:pt x="619125" y="152400"/>
                </a:lnTo>
                <a:lnTo>
                  <a:pt x="609600" y="152400"/>
                </a:lnTo>
                <a:lnTo>
                  <a:pt x="609600" y="142875"/>
                </a:lnTo>
                <a:lnTo>
                  <a:pt x="619125" y="142875"/>
                </a:lnTo>
                <a:lnTo>
                  <a:pt x="619125" y="133350"/>
                </a:lnTo>
                <a:lnTo>
                  <a:pt x="609600" y="133350"/>
                </a:lnTo>
                <a:lnTo>
                  <a:pt x="609600" y="123825"/>
                </a:lnTo>
                <a:lnTo>
                  <a:pt x="619125" y="123825"/>
                </a:lnTo>
                <a:close/>
                <a:moveTo>
                  <a:pt x="1400175" y="114300"/>
                </a:moveTo>
                <a:lnTo>
                  <a:pt x="1438275" y="114300"/>
                </a:lnTo>
                <a:lnTo>
                  <a:pt x="1438275" y="123825"/>
                </a:lnTo>
                <a:lnTo>
                  <a:pt x="1447800" y="123825"/>
                </a:lnTo>
                <a:lnTo>
                  <a:pt x="1447800" y="114300"/>
                </a:lnTo>
                <a:lnTo>
                  <a:pt x="1457325" y="114300"/>
                </a:lnTo>
                <a:lnTo>
                  <a:pt x="1457325" y="123825"/>
                </a:lnTo>
                <a:lnTo>
                  <a:pt x="1466850" y="123825"/>
                </a:lnTo>
                <a:lnTo>
                  <a:pt x="1466850" y="133350"/>
                </a:lnTo>
                <a:lnTo>
                  <a:pt x="1457325" y="133350"/>
                </a:lnTo>
                <a:lnTo>
                  <a:pt x="1457325" y="142875"/>
                </a:lnTo>
                <a:lnTo>
                  <a:pt x="1447800" y="142875"/>
                </a:lnTo>
                <a:lnTo>
                  <a:pt x="1447800" y="152400"/>
                </a:lnTo>
                <a:lnTo>
                  <a:pt x="1419225" y="152400"/>
                </a:lnTo>
                <a:lnTo>
                  <a:pt x="1419225" y="161925"/>
                </a:lnTo>
                <a:lnTo>
                  <a:pt x="1409700" y="161925"/>
                </a:lnTo>
                <a:lnTo>
                  <a:pt x="1409700" y="152400"/>
                </a:lnTo>
                <a:lnTo>
                  <a:pt x="1381125" y="152400"/>
                </a:lnTo>
                <a:lnTo>
                  <a:pt x="1381125" y="161925"/>
                </a:lnTo>
                <a:lnTo>
                  <a:pt x="1371600" y="161925"/>
                </a:lnTo>
                <a:lnTo>
                  <a:pt x="1371600" y="171450"/>
                </a:lnTo>
                <a:lnTo>
                  <a:pt x="1362075" y="171450"/>
                </a:lnTo>
                <a:lnTo>
                  <a:pt x="1362075" y="180975"/>
                </a:lnTo>
                <a:lnTo>
                  <a:pt x="1352550" y="180975"/>
                </a:lnTo>
                <a:lnTo>
                  <a:pt x="1352550" y="190500"/>
                </a:lnTo>
                <a:lnTo>
                  <a:pt x="1343025" y="190500"/>
                </a:lnTo>
                <a:lnTo>
                  <a:pt x="1343025" y="209550"/>
                </a:lnTo>
                <a:lnTo>
                  <a:pt x="1362075" y="209550"/>
                </a:lnTo>
                <a:lnTo>
                  <a:pt x="1362075" y="238125"/>
                </a:lnTo>
                <a:lnTo>
                  <a:pt x="1343025" y="238125"/>
                </a:lnTo>
                <a:lnTo>
                  <a:pt x="1343025" y="228600"/>
                </a:lnTo>
                <a:lnTo>
                  <a:pt x="1333500" y="228600"/>
                </a:lnTo>
                <a:lnTo>
                  <a:pt x="1333500" y="219075"/>
                </a:lnTo>
                <a:lnTo>
                  <a:pt x="1323975" y="219075"/>
                </a:lnTo>
                <a:lnTo>
                  <a:pt x="1323975" y="228600"/>
                </a:lnTo>
                <a:lnTo>
                  <a:pt x="1304925" y="228600"/>
                </a:lnTo>
                <a:lnTo>
                  <a:pt x="1304925" y="200025"/>
                </a:lnTo>
                <a:lnTo>
                  <a:pt x="1295400" y="200025"/>
                </a:lnTo>
                <a:lnTo>
                  <a:pt x="1295400" y="209550"/>
                </a:lnTo>
                <a:lnTo>
                  <a:pt x="1285875" y="209550"/>
                </a:lnTo>
                <a:lnTo>
                  <a:pt x="1285875" y="228600"/>
                </a:lnTo>
                <a:lnTo>
                  <a:pt x="1228725" y="228600"/>
                </a:lnTo>
                <a:lnTo>
                  <a:pt x="1228725" y="200025"/>
                </a:lnTo>
                <a:lnTo>
                  <a:pt x="1238250" y="200025"/>
                </a:lnTo>
                <a:lnTo>
                  <a:pt x="1238250" y="209550"/>
                </a:lnTo>
                <a:lnTo>
                  <a:pt x="1257300" y="209550"/>
                </a:lnTo>
                <a:lnTo>
                  <a:pt x="1257300" y="200025"/>
                </a:lnTo>
                <a:lnTo>
                  <a:pt x="1276350" y="200025"/>
                </a:lnTo>
                <a:lnTo>
                  <a:pt x="1276350" y="190500"/>
                </a:lnTo>
                <a:lnTo>
                  <a:pt x="1285875" y="190500"/>
                </a:lnTo>
                <a:lnTo>
                  <a:pt x="1285875" y="171450"/>
                </a:lnTo>
                <a:lnTo>
                  <a:pt x="1276350" y="171450"/>
                </a:lnTo>
                <a:lnTo>
                  <a:pt x="1276350" y="152400"/>
                </a:lnTo>
                <a:lnTo>
                  <a:pt x="1266825" y="152400"/>
                </a:lnTo>
                <a:lnTo>
                  <a:pt x="1266825" y="142875"/>
                </a:lnTo>
                <a:lnTo>
                  <a:pt x="1304925" y="142875"/>
                </a:lnTo>
                <a:lnTo>
                  <a:pt x="1304925" y="133350"/>
                </a:lnTo>
                <a:lnTo>
                  <a:pt x="1323975" y="133350"/>
                </a:lnTo>
                <a:lnTo>
                  <a:pt x="1323975" y="123825"/>
                </a:lnTo>
                <a:lnTo>
                  <a:pt x="1343025" y="123825"/>
                </a:lnTo>
                <a:lnTo>
                  <a:pt x="1343025" y="133350"/>
                </a:lnTo>
                <a:lnTo>
                  <a:pt x="1371600" y="133350"/>
                </a:lnTo>
                <a:lnTo>
                  <a:pt x="1371600" y="123825"/>
                </a:lnTo>
                <a:lnTo>
                  <a:pt x="1400175" y="123825"/>
                </a:lnTo>
                <a:close/>
                <a:moveTo>
                  <a:pt x="1495425" y="123825"/>
                </a:moveTo>
                <a:lnTo>
                  <a:pt x="1543050" y="123825"/>
                </a:lnTo>
                <a:lnTo>
                  <a:pt x="1543050" y="133350"/>
                </a:lnTo>
                <a:lnTo>
                  <a:pt x="1495425" y="133350"/>
                </a:lnTo>
                <a:close/>
                <a:moveTo>
                  <a:pt x="1552575" y="123825"/>
                </a:moveTo>
                <a:lnTo>
                  <a:pt x="1562100" y="123825"/>
                </a:lnTo>
                <a:lnTo>
                  <a:pt x="1562100" y="133350"/>
                </a:lnTo>
                <a:lnTo>
                  <a:pt x="1571625" y="133350"/>
                </a:lnTo>
                <a:lnTo>
                  <a:pt x="1571625" y="142875"/>
                </a:lnTo>
                <a:lnTo>
                  <a:pt x="1562100" y="142875"/>
                </a:lnTo>
                <a:lnTo>
                  <a:pt x="1562100" y="152400"/>
                </a:lnTo>
                <a:lnTo>
                  <a:pt x="1571625" y="152400"/>
                </a:lnTo>
                <a:lnTo>
                  <a:pt x="1571625" y="171450"/>
                </a:lnTo>
                <a:lnTo>
                  <a:pt x="1552575" y="171450"/>
                </a:lnTo>
                <a:lnTo>
                  <a:pt x="1552575" y="161925"/>
                </a:lnTo>
                <a:lnTo>
                  <a:pt x="1543050" y="161925"/>
                </a:lnTo>
                <a:lnTo>
                  <a:pt x="1543050" y="152400"/>
                </a:lnTo>
                <a:lnTo>
                  <a:pt x="1533525" y="152400"/>
                </a:lnTo>
                <a:lnTo>
                  <a:pt x="1533525" y="142875"/>
                </a:lnTo>
                <a:lnTo>
                  <a:pt x="1543050" y="142875"/>
                </a:lnTo>
                <a:lnTo>
                  <a:pt x="1543050" y="133350"/>
                </a:lnTo>
                <a:lnTo>
                  <a:pt x="1552575" y="133350"/>
                </a:lnTo>
                <a:close/>
                <a:moveTo>
                  <a:pt x="523875" y="133350"/>
                </a:moveTo>
                <a:lnTo>
                  <a:pt x="533400" y="133350"/>
                </a:lnTo>
                <a:lnTo>
                  <a:pt x="533400" y="123825"/>
                </a:lnTo>
                <a:lnTo>
                  <a:pt x="523875" y="123825"/>
                </a:lnTo>
                <a:close/>
                <a:moveTo>
                  <a:pt x="590550" y="152400"/>
                </a:moveTo>
                <a:lnTo>
                  <a:pt x="609600" y="152400"/>
                </a:lnTo>
                <a:lnTo>
                  <a:pt x="609600" y="161925"/>
                </a:lnTo>
                <a:lnTo>
                  <a:pt x="590550" y="161925"/>
                </a:lnTo>
                <a:close/>
                <a:moveTo>
                  <a:pt x="1504950" y="161925"/>
                </a:moveTo>
                <a:lnTo>
                  <a:pt x="1524000" y="161925"/>
                </a:lnTo>
                <a:lnTo>
                  <a:pt x="1524000" y="180975"/>
                </a:lnTo>
                <a:lnTo>
                  <a:pt x="1504950" y="180975"/>
                </a:lnTo>
                <a:close/>
                <a:moveTo>
                  <a:pt x="457200" y="171450"/>
                </a:moveTo>
                <a:lnTo>
                  <a:pt x="466725" y="171450"/>
                </a:lnTo>
                <a:lnTo>
                  <a:pt x="466725" y="180975"/>
                </a:lnTo>
                <a:lnTo>
                  <a:pt x="457200" y="180975"/>
                </a:lnTo>
                <a:close/>
                <a:moveTo>
                  <a:pt x="1304925" y="180975"/>
                </a:moveTo>
                <a:lnTo>
                  <a:pt x="1314450" y="180975"/>
                </a:lnTo>
                <a:lnTo>
                  <a:pt x="1314450" y="190500"/>
                </a:lnTo>
                <a:lnTo>
                  <a:pt x="1304925" y="190500"/>
                </a:lnTo>
                <a:lnTo>
                  <a:pt x="1304925" y="200025"/>
                </a:lnTo>
                <a:lnTo>
                  <a:pt x="1333500" y="200025"/>
                </a:lnTo>
                <a:lnTo>
                  <a:pt x="1333500" y="180975"/>
                </a:lnTo>
                <a:lnTo>
                  <a:pt x="1323975" y="180975"/>
                </a:lnTo>
                <a:lnTo>
                  <a:pt x="1323975" y="171450"/>
                </a:lnTo>
                <a:lnTo>
                  <a:pt x="1304925" y="171450"/>
                </a:lnTo>
                <a:close/>
                <a:moveTo>
                  <a:pt x="581025" y="200025"/>
                </a:moveTo>
                <a:lnTo>
                  <a:pt x="590550" y="200025"/>
                </a:lnTo>
                <a:lnTo>
                  <a:pt x="590550" y="209550"/>
                </a:lnTo>
                <a:lnTo>
                  <a:pt x="581025" y="209550"/>
                </a:lnTo>
                <a:close/>
                <a:moveTo>
                  <a:pt x="485775" y="266700"/>
                </a:moveTo>
                <a:lnTo>
                  <a:pt x="504825" y="266700"/>
                </a:lnTo>
                <a:lnTo>
                  <a:pt x="504825" y="276225"/>
                </a:lnTo>
                <a:lnTo>
                  <a:pt x="514350" y="276225"/>
                </a:lnTo>
                <a:lnTo>
                  <a:pt x="514350" y="295275"/>
                </a:lnTo>
                <a:lnTo>
                  <a:pt x="533400" y="295275"/>
                </a:lnTo>
                <a:lnTo>
                  <a:pt x="533400" y="314325"/>
                </a:lnTo>
                <a:lnTo>
                  <a:pt x="514350" y="314325"/>
                </a:lnTo>
                <a:lnTo>
                  <a:pt x="514350" y="323850"/>
                </a:lnTo>
                <a:lnTo>
                  <a:pt x="504825" y="323850"/>
                </a:lnTo>
                <a:lnTo>
                  <a:pt x="504825" y="304800"/>
                </a:lnTo>
                <a:lnTo>
                  <a:pt x="495300" y="304800"/>
                </a:lnTo>
                <a:lnTo>
                  <a:pt x="495300" y="295275"/>
                </a:lnTo>
                <a:lnTo>
                  <a:pt x="476250" y="295275"/>
                </a:lnTo>
                <a:lnTo>
                  <a:pt x="476250" y="285750"/>
                </a:lnTo>
                <a:lnTo>
                  <a:pt x="485775" y="285750"/>
                </a:lnTo>
                <a:close/>
                <a:moveTo>
                  <a:pt x="1333500" y="314325"/>
                </a:moveTo>
                <a:lnTo>
                  <a:pt x="1343025" y="314325"/>
                </a:lnTo>
                <a:lnTo>
                  <a:pt x="1343025" y="323850"/>
                </a:lnTo>
                <a:lnTo>
                  <a:pt x="1333500" y="323850"/>
                </a:lnTo>
                <a:close/>
                <a:moveTo>
                  <a:pt x="133350" y="333375"/>
                </a:moveTo>
                <a:lnTo>
                  <a:pt x="142875" y="333375"/>
                </a:lnTo>
                <a:lnTo>
                  <a:pt x="142875" y="342900"/>
                </a:lnTo>
                <a:lnTo>
                  <a:pt x="133350" y="342900"/>
                </a:lnTo>
                <a:close/>
                <a:moveTo>
                  <a:pt x="123825" y="352425"/>
                </a:moveTo>
                <a:lnTo>
                  <a:pt x="133350" y="352425"/>
                </a:lnTo>
                <a:lnTo>
                  <a:pt x="133350" y="361950"/>
                </a:lnTo>
                <a:lnTo>
                  <a:pt x="123825" y="361950"/>
                </a:lnTo>
                <a:close/>
                <a:moveTo>
                  <a:pt x="504825" y="352425"/>
                </a:moveTo>
                <a:lnTo>
                  <a:pt x="523875" y="352425"/>
                </a:lnTo>
                <a:lnTo>
                  <a:pt x="523875" y="361950"/>
                </a:lnTo>
                <a:lnTo>
                  <a:pt x="514350" y="361950"/>
                </a:lnTo>
                <a:lnTo>
                  <a:pt x="514350" y="371475"/>
                </a:lnTo>
                <a:lnTo>
                  <a:pt x="504825" y="371475"/>
                </a:lnTo>
                <a:close/>
                <a:moveTo>
                  <a:pt x="457200" y="361950"/>
                </a:moveTo>
                <a:lnTo>
                  <a:pt x="466725" y="361950"/>
                </a:lnTo>
                <a:lnTo>
                  <a:pt x="466725" y="371475"/>
                </a:lnTo>
                <a:lnTo>
                  <a:pt x="457200" y="371475"/>
                </a:lnTo>
                <a:close/>
                <a:moveTo>
                  <a:pt x="1733550" y="371475"/>
                </a:moveTo>
                <a:lnTo>
                  <a:pt x="1743075" y="371475"/>
                </a:lnTo>
                <a:lnTo>
                  <a:pt x="1743075" y="390525"/>
                </a:lnTo>
                <a:lnTo>
                  <a:pt x="1733550" y="390525"/>
                </a:lnTo>
                <a:close/>
                <a:moveTo>
                  <a:pt x="209550" y="381000"/>
                </a:moveTo>
                <a:lnTo>
                  <a:pt x="219075" y="381000"/>
                </a:lnTo>
                <a:lnTo>
                  <a:pt x="219075" y="390525"/>
                </a:lnTo>
                <a:lnTo>
                  <a:pt x="228600" y="390525"/>
                </a:lnTo>
                <a:lnTo>
                  <a:pt x="228600" y="400050"/>
                </a:lnTo>
                <a:lnTo>
                  <a:pt x="209550" y="400050"/>
                </a:lnTo>
                <a:close/>
                <a:moveTo>
                  <a:pt x="342900" y="390525"/>
                </a:moveTo>
                <a:lnTo>
                  <a:pt x="352425" y="390525"/>
                </a:lnTo>
                <a:lnTo>
                  <a:pt x="352425" y="400050"/>
                </a:lnTo>
                <a:lnTo>
                  <a:pt x="342900" y="400050"/>
                </a:lnTo>
                <a:close/>
                <a:moveTo>
                  <a:pt x="352425" y="400050"/>
                </a:moveTo>
                <a:lnTo>
                  <a:pt x="361950" y="400050"/>
                </a:lnTo>
                <a:lnTo>
                  <a:pt x="361950" y="419100"/>
                </a:lnTo>
                <a:lnTo>
                  <a:pt x="352425" y="419100"/>
                </a:lnTo>
                <a:close/>
                <a:moveTo>
                  <a:pt x="123825" y="419100"/>
                </a:moveTo>
                <a:lnTo>
                  <a:pt x="152400" y="419100"/>
                </a:lnTo>
                <a:lnTo>
                  <a:pt x="152400" y="428625"/>
                </a:lnTo>
                <a:lnTo>
                  <a:pt x="123825" y="428625"/>
                </a:lnTo>
                <a:close/>
                <a:moveTo>
                  <a:pt x="1209675" y="419100"/>
                </a:moveTo>
                <a:lnTo>
                  <a:pt x="1219200" y="419100"/>
                </a:lnTo>
                <a:lnTo>
                  <a:pt x="1219200" y="428625"/>
                </a:lnTo>
                <a:lnTo>
                  <a:pt x="1209675" y="428625"/>
                </a:lnTo>
                <a:close/>
                <a:moveTo>
                  <a:pt x="1114425" y="428625"/>
                </a:moveTo>
                <a:lnTo>
                  <a:pt x="1123950" y="428625"/>
                </a:lnTo>
                <a:lnTo>
                  <a:pt x="1123950" y="447675"/>
                </a:lnTo>
                <a:lnTo>
                  <a:pt x="1114425" y="447675"/>
                </a:lnTo>
                <a:close/>
                <a:moveTo>
                  <a:pt x="1657350" y="466725"/>
                </a:moveTo>
                <a:lnTo>
                  <a:pt x="1676400" y="466725"/>
                </a:lnTo>
                <a:lnTo>
                  <a:pt x="1676400" y="476250"/>
                </a:lnTo>
                <a:lnTo>
                  <a:pt x="1685925" y="476250"/>
                </a:lnTo>
                <a:lnTo>
                  <a:pt x="1685925" y="485775"/>
                </a:lnTo>
                <a:lnTo>
                  <a:pt x="1657350" y="485775"/>
                </a:lnTo>
                <a:close/>
                <a:moveTo>
                  <a:pt x="314325" y="514350"/>
                </a:moveTo>
                <a:lnTo>
                  <a:pt x="323850" y="514350"/>
                </a:lnTo>
                <a:lnTo>
                  <a:pt x="323850" y="523875"/>
                </a:lnTo>
                <a:lnTo>
                  <a:pt x="333375" y="523875"/>
                </a:lnTo>
                <a:lnTo>
                  <a:pt x="333375" y="542925"/>
                </a:lnTo>
                <a:lnTo>
                  <a:pt x="342900" y="542925"/>
                </a:lnTo>
                <a:lnTo>
                  <a:pt x="342900" y="552450"/>
                </a:lnTo>
                <a:lnTo>
                  <a:pt x="381000" y="552450"/>
                </a:lnTo>
                <a:lnTo>
                  <a:pt x="381000" y="542925"/>
                </a:lnTo>
                <a:lnTo>
                  <a:pt x="419100" y="542925"/>
                </a:lnTo>
                <a:lnTo>
                  <a:pt x="419100" y="552450"/>
                </a:lnTo>
                <a:lnTo>
                  <a:pt x="447675" y="552450"/>
                </a:lnTo>
                <a:lnTo>
                  <a:pt x="447675" y="542925"/>
                </a:lnTo>
                <a:lnTo>
                  <a:pt x="466725" y="542925"/>
                </a:lnTo>
                <a:lnTo>
                  <a:pt x="466725" y="552450"/>
                </a:lnTo>
                <a:lnTo>
                  <a:pt x="447675" y="552450"/>
                </a:lnTo>
                <a:lnTo>
                  <a:pt x="447675" y="561975"/>
                </a:lnTo>
                <a:lnTo>
                  <a:pt x="390525" y="561975"/>
                </a:lnTo>
                <a:lnTo>
                  <a:pt x="390525" y="552450"/>
                </a:lnTo>
                <a:lnTo>
                  <a:pt x="381000" y="552450"/>
                </a:lnTo>
                <a:lnTo>
                  <a:pt x="381000" y="561975"/>
                </a:lnTo>
                <a:lnTo>
                  <a:pt x="371475" y="561975"/>
                </a:lnTo>
                <a:lnTo>
                  <a:pt x="371475" y="571500"/>
                </a:lnTo>
                <a:lnTo>
                  <a:pt x="352425" y="571500"/>
                </a:lnTo>
                <a:lnTo>
                  <a:pt x="352425" y="581025"/>
                </a:lnTo>
                <a:lnTo>
                  <a:pt x="342900" y="581025"/>
                </a:lnTo>
                <a:lnTo>
                  <a:pt x="342900" y="590550"/>
                </a:lnTo>
                <a:lnTo>
                  <a:pt x="333375" y="590550"/>
                </a:lnTo>
                <a:lnTo>
                  <a:pt x="333375" y="600075"/>
                </a:lnTo>
                <a:lnTo>
                  <a:pt x="323850" y="600075"/>
                </a:lnTo>
                <a:lnTo>
                  <a:pt x="323850" y="609600"/>
                </a:lnTo>
                <a:lnTo>
                  <a:pt x="314325" y="609600"/>
                </a:lnTo>
                <a:lnTo>
                  <a:pt x="314325" y="619125"/>
                </a:lnTo>
                <a:lnTo>
                  <a:pt x="295275" y="619125"/>
                </a:lnTo>
                <a:lnTo>
                  <a:pt x="295275" y="590550"/>
                </a:lnTo>
                <a:lnTo>
                  <a:pt x="304800" y="590550"/>
                </a:lnTo>
                <a:lnTo>
                  <a:pt x="304800" y="571500"/>
                </a:lnTo>
                <a:lnTo>
                  <a:pt x="295275" y="571500"/>
                </a:lnTo>
                <a:lnTo>
                  <a:pt x="295275" y="561975"/>
                </a:lnTo>
                <a:lnTo>
                  <a:pt x="314325" y="561975"/>
                </a:lnTo>
                <a:lnTo>
                  <a:pt x="314325" y="552450"/>
                </a:lnTo>
                <a:lnTo>
                  <a:pt x="304800" y="552450"/>
                </a:lnTo>
                <a:lnTo>
                  <a:pt x="304800" y="542925"/>
                </a:lnTo>
                <a:lnTo>
                  <a:pt x="295275" y="542925"/>
                </a:lnTo>
                <a:lnTo>
                  <a:pt x="295275" y="533400"/>
                </a:lnTo>
                <a:lnTo>
                  <a:pt x="314325" y="533400"/>
                </a:lnTo>
                <a:close/>
                <a:moveTo>
                  <a:pt x="161925" y="552450"/>
                </a:moveTo>
                <a:lnTo>
                  <a:pt x="180975" y="552450"/>
                </a:lnTo>
                <a:lnTo>
                  <a:pt x="180975" y="561975"/>
                </a:lnTo>
                <a:lnTo>
                  <a:pt x="161925" y="561975"/>
                </a:lnTo>
                <a:close/>
                <a:moveTo>
                  <a:pt x="200025" y="561975"/>
                </a:moveTo>
                <a:lnTo>
                  <a:pt x="219075" y="561975"/>
                </a:lnTo>
                <a:lnTo>
                  <a:pt x="219075" y="581025"/>
                </a:lnTo>
                <a:lnTo>
                  <a:pt x="200025" y="581025"/>
                </a:lnTo>
                <a:close/>
                <a:moveTo>
                  <a:pt x="1514475" y="590550"/>
                </a:moveTo>
                <a:lnTo>
                  <a:pt x="1524000" y="590550"/>
                </a:lnTo>
                <a:lnTo>
                  <a:pt x="1524000" y="600075"/>
                </a:lnTo>
                <a:lnTo>
                  <a:pt x="1514475" y="600075"/>
                </a:lnTo>
                <a:close/>
                <a:moveTo>
                  <a:pt x="1609725" y="590550"/>
                </a:moveTo>
                <a:lnTo>
                  <a:pt x="1619250" y="590550"/>
                </a:lnTo>
                <a:lnTo>
                  <a:pt x="1619250" y="600075"/>
                </a:lnTo>
                <a:lnTo>
                  <a:pt x="1609725" y="600075"/>
                </a:lnTo>
                <a:close/>
                <a:moveTo>
                  <a:pt x="1590675" y="600075"/>
                </a:moveTo>
                <a:lnTo>
                  <a:pt x="1600200" y="600075"/>
                </a:lnTo>
                <a:lnTo>
                  <a:pt x="1600200" y="609600"/>
                </a:lnTo>
                <a:lnTo>
                  <a:pt x="1590675" y="609600"/>
                </a:lnTo>
                <a:close/>
                <a:moveTo>
                  <a:pt x="390525" y="609600"/>
                </a:moveTo>
                <a:lnTo>
                  <a:pt x="409575" y="609600"/>
                </a:lnTo>
                <a:lnTo>
                  <a:pt x="409575" y="628650"/>
                </a:lnTo>
                <a:lnTo>
                  <a:pt x="390525" y="628650"/>
                </a:lnTo>
                <a:close/>
                <a:moveTo>
                  <a:pt x="142875" y="666750"/>
                </a:moveTo>
                <a:lnTo>
                  <a:pt x="152400" y="666750"/>
                </a:lnTo>
                <a:lnTo>
                  <a:pt x="152400" y="676275"/>
                </a:lnTo>
                <a:lnTo>
                  <a:pt x="142875" y="676275"/>
                </a:lnTo>
                <a:close/>
                <a:moveTo>
                  <a:pt x="714375" y="676275"/>
                </a:moveTo>
                <a:lnTo>
                  <a:pt x="723900" y="676275"/>
                </a:lnTo>
                <a:lnTo>
                  <a:pt x="723900" y="685800"/>
                </a:lnTo>
                <a:lnTo>
                  <a:pt x="714375" y="685800"/>
                </a:lnTo>
                <a:close/>
                <a:moveTo>
                  <a:pt x="1019175" y="676275"/>
                </a:moveTo>
                <a:lnTo>
                  <a:pt x="1038225" y="676275"/>
                </a:lnTo>
                <a:lnTo>
                  <a:pt x="1038225" y="685800"/>
                </a:lnTo>
                <a:lnTo>
                  <a:pt x="1019175" y="685800"/>
                </a:lnTo>
                <a:close/>
                <a:moveTo>
                  <a:pt x="685800" y="704850"/>
                </a:moveTo>
                <a:lnTo>
                  <a:pt x="695325" y="704850"/>
                </a:lnTo>
                <a:lnTo>
                  <a:pt x="695325" y="714375"/>
                </a:lnTo>
                <a:lnTo>
                  <a:pt x="685800" y="714375"/>
                </a:lnTo>
                <a:close/>
                <a:moveTo>
                  <a:pt x="1343025" y="704850"/>
                </a:moveTo>
                <a:lnTo>
                  <a:pt x="1352550" y="704850"/>
                </a:lnTo>
                <a:lnTo>
                  <a:pt x="1352550" y="714375"/>
                </a:lnTo>
                <a:lnTo>
                  <a:pt x="1343025" y="714375"/>
                </a:lnTo>
                <a:close/>
                <a:moveTo>
                  <a:pt x="638175" y="714375"/>
                </a:moveTo>
                <a:lnTo>
                  <a:pt x="657225" y="714375"/>
                </a:lnTo>
                <a:lnTo>
                  <a:pt x="657225" y="723900"/>
                </a:lnTo>
                <a:lnTo>
                  <a:pt x="638175" y="723900"/>
                </a:lnTo>
                <a:close/>
                <a:moveTo>
                  <a:pt x="180975" y="800100"/>
                </a:moveTo>
                <a:lnTo>
                  <a:pt x="190500" y="800100"/>
                </a:lnTo>
                <a:lnTo>
                  <a:pt x="190500" y="838200"/>
                </a:lnTo>
                <a:lnTo>
                  <a:pt x="180975" y="838200"/>
                </a:lnTo>
                <a:close/>
                <a:moveTo>
                  <a:pt x="200025" y="828675"/>
                </a:moveTo>
                <a:lnTo>
                  <a:pt x="238125" y="828675"/>
                </a:lnTo>
                <a:lnTo>
                  <a:pt x="238125" y="838200"/>
                </a:lnTo>
                <a:lnTo>
                  <a:pt x="200025" y="838200"/>
                </a:lnTo>
                <a:close/>
                <a:moveTo>
                  <a:pt x="295275" y="828675"/>
                </a:moveTo>
                <a:lnTo>
                  <a:pt x="352425" y="828675"/>
                </a:lnTo>
                <a:lnTo>
                  <a:pt x="352425" y="838200"/>
                </a:lnTo>
                <a:lnTo>
                  <a:pt x="295275" y="838200"/>
                </a:lnTo>
                <a:close/>
                <a:moveTo>
                  <a:pt x="628650" y="828675"/>
                </a:moveTo>
                <a:lnTo>
                  <a:pt x="657225" y="828675"/>
                </a:lnTo>
                <a:lnTo>
                  <a:pt x="657225" y="838200"/>
                </a:lnTo>
                <a:lnTo>
                  <a:pt x="638175" y="838200"/>
                </a:lnTo>
                <a:lnTo>
                  <a:pt x="638175" y="847725"/>
                </a:lnTo>
                <a:lnTo>
                  <a:pt x="619125" y="847725"/>
                </a:lnTo>
                <a:lnTo>
                  <a:pt x="619125" y="838200"/>
                </a:lnTo>
                <a:lnTo>
                  <a:pt x="628650" y="838200"/>
                </a:lnTo>
                <a:close/>
                <a:moveTo>
                  <a:pt x="704850" y="828675"/>
                </a:moveTo>
                <a:lnTo>
                  <a:pt x="714375" y="828675"/>
                </a:lnTo>
                <a:lnTo>
                  <a:pt x="714375" y="847725"/>
                </a:lnTo>
                <a:lnTo>
                  <a:pt x="695325" y="847725"/>
                </a:lnTo>
                <a:lnTo>
                  <a:pt x="695325" y="838200"/>
                </a:lnTo>
                <a:lnTo>
                  <a:pt x="704850" y="838200"/>
                </a:lnTo>
                <a:close/>
                <a:moveTo>
                  <a:pt x="571500" y="838200"/>
                </a:moveTo>
                <a:lnTo>
                  <a:pt x="590550" y="838200"/>
                </a:lnTo>
                <a:lnTo>
                  <a:pt x="590550" y="847725"/>
                </a:lnTo>
                <a:lnTo>
                  <a:pt x="571500" y="847725"/>
                </a:lnTo>
                <a:close/>
                <a:moveTo>
                  <a:pt x="228600" y="847725"/>
                </a:moveTo>
                <a:lnTo>
                  <a:pt x="247650" y="847725"/>
                </a:lnTo>
                <a:lnTo>
                  <a:pt x="247650" y="857250"/>
                </a:lnTo>
                <a:lnTo>
                  <a:pt x="228600" y="857250"/>
                </a:lnTo>
                <a:close/>
                <a:moveTo>
                  <a:pt x="371475" y="847725"/>
                </a:moveTo>
                <a:lnTo>
                  <a:pt x="409575" y="847725"/>
                </a:lnTo>
                <a:lnTo>
                  <a:pt x="409575" y="857250"/>
                </a:lnTo>
                <a:lnTo>
                  <a:pt x="371475" y="857250"/>
                </a:lnTo>
                <a:close/>
                <a:moveTo>
                  <a:pt x="781050" y="847725"/>
                </a:moveTo>
                <a:lnTo>
                  <a:pt x="790575" y="847725"/>
                </a:lnTo>
                <a:lnTo>
                  <a:pt x="790575" y="857250"/>
                </a:lnTo>
                <a:lnTo>
                  <a:pt x="781050" y="857250"/>
                </a:lnTo>
                <a:close/>
                <a:moveTo>
                  <a:pt x="800100" y="847725"/>
                </a:moveTo>
                <a:lnTo>
                  <a:pt x="809625" y="847725"/>
                </a:lnTo>
                <a:lnTo>
                  <a:pt x="809625" y="857250"/>
                </a:lnTo>
                <a:lnTo>
                  <a:pt x="828675" y="857250"/>
                </a:lnTo>
                <a:lnTo>
                  <a:pt x="828675" y="876300"/>
                </a:lnTo>
                <a:lnTo>
                  <a:pt x="800100" y="876300"/>
                </a:lnTo>
                <a:lnTo>
                  <a:pt x="800100" y="866775"/>
                </a:lnTo>
                <a:lnTo>
                  <a:pt x="790575" y="866775"/>
                </a:lnTo>
                <a:lnTo>
                  <a:pt x="790575" y="857250"/>
                </a:lnTo>
                <a:lnTo>
                  <a:pt x="800100" y="857250"/>
                </a:lnTo>
                <a:close/>
                <a:moveTo>
                  <a:pt x="200025" y="857250"/>
                </a:moveTo>
                <a:lnTo>
                  <a:pt x="209550" y="857250"/>
                </a:lnTo>
                <a:lnTo>
                  <a:pt x="209550" y="866775"/>
                </a:lnTo>
                <a:lnTo>
                  <a:pt x="200025" y="866775"/>
                </a:lnTo>
                <a:close/>
                <a:moveTo>
                  <a:pt x="1647825" y="857250"/>
                </a:moveTo>
                <a:lnTo>
                  <a:pt x="1676400" y="857250"/>
                </a:lnTo>
                <a:lnTo>
                  <a:pt x="1676400" y="866775"/>
                </a:lnTo>
                <a:lnTo>
                  <a:pt x="1685925" y="866775"/>
                </a:lnTo>
                <a:lnTo>
                  <a:pt x="1685925" y="895350"/>
                </a:lnTo>
                <a:lnTo>
                  <a:pt x="1676400" y="895350"/>
                </a:lnTo>
                <a:lnTo>
                  <a:pt x="1676400" y="914400"/>
                </a:lnTo>
                <a:lnTo>
                  <a:pt x="1666875" y="914400"/>
                </a:lnTo>
                <a:lnTo>
                  <a:pt x="1666875" y="933450"/>
                </a:lnTo>
                <a:lnTo>
                  <a:pt x="1657350" y="933450"/>
                </a:lnTo>
                <a:lnTo>
                  <a:pt x="1657350" y="923925"/>
                </a:lnTo>
                <a:lnTo>
                  <a:pt x="1647825" y="923925"/>
                </a:lnTo>
                <a:lnTo>
                  <a:pt x="1647825" y="904875"/>
                </a:lnTo>
                <a:lnTo>
                  <a:pt x="1628775" y="904875"/>
                </a:lnTo>
                <a:lnTo>
                  <a:pt x="1628775" y="895350"/>
                </a:lnTo>
                <a:lnTo>
                  <a:pt x="1619250" y="895350"/>
                </a:lnTo>
                <a:lnTo>
                  <a:pt x="1619250" y="885825"/>
                </a:lnTo>
                <a:lnTo>
                  <a:pt x="1628775" y="885825"/>
                </a:lnTo>
                <a:lnTo>
                  <a:pt x="1628775" y="876300"/>
                </a:lnTo>
                <a:lnTo>
                  <a:pt x="1638300" y="876300"/>
                </a:lnTo>
                <a:lnTo>
                  <a:pt x="1638300" y="866775"/>
                </a:lnTo>
                <a:lnTo>
                  <a:pt x="1647825" y="866775"/>
                </a:lnTo>
                <a:close/>
                <a:moveTo>
                  <a:pt x="180975" y="866775"/>
                </a:moveTo>
                <a:lnTo>
                  <a:pt x="200025" y="866775"/>
                </a:lnTo>
                <a:lnTo>
                  <a:pt x="200025" y="876300"/>
                </a:lnTo>
                <a:lnTo>
                  <a:pt x="190500" y="876300"/>
                </a:lnTo>
                <a:lnTo>
                  <a:pt x="190500" y="885825"/>
                </a:lnTo>
                <a:lnTo>
                  <a:pt x="180975" y="885825"/>
                </a:lnTo>
                <a:close/>
                <a:moveTo>
                  <a:pt x="1552575" y="866775"/>
                </a:moveTo>
                <a:lnTo>
                  <a:pt x="1571625" y="866775"/>
                </a:lnTo>
                <a:lnTo>
                  <a:pt x="1571625" y="885825"/>
                </a:lnTo>
                <a:lnTo>
                  <a:pt x="1552575" y="885825"/>
                </a:lnTo>
                <a:close/>
                <a:moveTo>
                  <a:pt x="466725" y="876300"/>
                </a:moveTo>
                <a:lnTo>
                  <a:pt x="504825" y="876300"/>
                </a:lnTo>
                <a:lnTo>
                  <a:pt x="504825" y="904875"/>
                </a:lnTo>
                <a:lnTo>
                  <a:pt x="485775" y="904875"/>
                </a:lnTo>
                <a:lnTo>
                  <a:pt x="485775" y="895350"/>
                </a:lnTo>
                <a:lnTo>
                  <a:pt x="457200" y="895350"/>
                </a:lnTo>
                <a:lnTo>
                  <a:pt x="457200" y="885825"/>
                </a:lnTo>
                <a:lnTo>
                  <a:pt x="466725" y="885825"/>
                </a:lnTo>
                <a:close/>
                <a:moveTo>
                  <a:pt x="962025" y="876300"/>
                </a:moveTo>
                <a:lnTo>
                  <a:pt x="981075" y="876300"/>
                </a:lnTo>
                <a:lnTo>
                  <a:pt x="981075" y="885825"/>
                </a:lnTo>
                <a:lnTo>
                  <a:pt x="1000125" y="885825"/>
                </a:lnTo>
                <a:lnTo>
                  <a:pt x="1000125" y="895350"/>
                </a:lnTo>
                <a:lnTo>
                  <a:pt x="990600" y="895350"/>
                </a:lnTo>
                <a:lnTo>
                  <a:pt x="990600" y="923925"/>
                </a:lnTo>
                <a:lnTo>
                  <a:pt x="981075" y="923925"/>
                </a:lnTo>
                <a:lnTo>
                  <a:pt x="981075" y="914400"/>
                </a:lnTo>
                <a:lnTo>
                  <a:pt x="971550" y="914400"/>
                </a:lnTo>
                <a:lnTo>
                  <a:pt x="971550" y="885825"/>
                </a:lnTo>
                <a:lnTo>
                  <a:pt x="962025" y="885825"/>
                </a:lnTo>
                <a:close/>
                <a:moveTo>
                  <a:pt x="1581150" y="876300"/>
                </a:moveTo>
                <a:lnTo>
                  <a:pt x="1600200" y="876300"/>
                </a:lnTo>
                <a:lnTo>
                  <a:pt x="1600200" y="914400"/>
                </a:lnTo>
                <a:lnTo>
                  <a:pt x="1609725" y="914400"/>
                </a:lnTo>
                <a:lnTo>
                  <a:pt x="1609725" y="923925"/>
                </a:lnTo>
                <a:lnTo>
                  <a:pt x="1590675" y="923925"/>
                </a:lnTo>
                <a:lnTo>
                  <a:pt x="1590675" y="904875"/>
                </a:lnTo>
                <a:lnTo>
                  <a:pt x="1581150" y="904875"/>
                </a:lnTo>
                <a:lnTo>
                  <a:pt x="1581150" y="895350"/>
                </a:lnTo>
                <a:lnTo>
                  <a:pt x="1571625" y="895350"/>
                </a:lnTo>
                <a:lnTo>
                  <a:pt x="1571625" y="885825"/>
                </a:lnTo>
                <a:lnTo>
                  <a:pt x="1581150" y="885825"/>
                </a:lnTo>
                <a:close/>
                <a:moveTo>
                  <a:pt x="200025" y="885825"/>
                </a:moveTo>
                <a:lnTo>
                  <a:pt x="209550" y="885825"/>
                </a:lnTo>
                <a:lnTo>
                  <a:pt x="209550" y="895350"/>
                </a:lnTo>
                <a:lnTo>
                  <a:pt x="200025" y="895350"/>
                </a:lnTo>
                <a:close/>
                <a:moveTo>
                  <a:pt x="228600" y="885825"/>
                </a:moveTo>
                <a:lnTo>
                  <a:pt x="238125" y="885825"/>
                </a:lnTo>
                <a:lnTo>
                  <a:pt x="238125" y="895350"/>
                </a:lnTo>
                <a:lnTo>
                  <a:pt x="228600" y="895350"/>
                </a:lnTo>
                <a:close/>
                <a:moveTo>
                  <a:pt x="323850" y="885825"/>
                </a:moveTo>
                <a:lnTo>
                  <a:pt x="342900" y="885825"/>
                </a:lnTo>
                <a:lnTo>
                  <a:pt x="342900" y="895350"/>
                </a:lnTo>
                <a:lnTo>
                  <a:pt x="352425" y="895350"/>
                </a:lnTo>
                <a:lnTo>
                  <a:pt x="352425" y="885825"/>
                </a:lnTo>
                <a:lnTo>
                  <a:pt x="381000" y="885825"/>
                </a:lnTo>
                <a:lnTo>
                  <a:pt x="381000" y="904875"/>
                </a:lnTo>
                <a:lnTo>
                  <a:pt x="352425" y="904875"/>
                </a:lnTo>
                <a:lnTo>
                  <a:pt x="352425" y="914400"/>
                </a:lnTo>
                <a:lnTo>
                  <a:pt x="323850" y="914400"/>
                </a:lnTo>
                <a:lnTo>
                  <a:pt x="323850" y="904875"/>
                </a:lnTo>
                <a:lnTo>
                  <a:pt x="314325" y="904875"/>
                </a:lnTo>
                <a:lnTo>
                  <a:pt x="314325" y="895350"/>
                </a:lnTo>
                <a:lnTo>
                  <a:pt x="323850" y="895350"/>
                </a:lnTo>
                <a:close/>
                <a:moveTo>
                  <a:pt x="542925" y="885825"/>
                </a:moveTo>
                <a:lnTo>
                  <a:pt x="552450" y="885825"/>
                </a:lnTo>
                <a:lnTo>
                  <a:pt x="552450" y="895350"/>
                </a:lnTo>
                <a:lnTo>
                  <a:pt x="542925" y="895350"/>
                </a:lnTo>
                <a:close/>
                <a:moveTo>
                  <a:pt x="704850" y="885825"/>
                </a:moveTo>
                <a:lnTo>
                  <a:pt x="714375" y="885825"/>
                </a:lnTo>
                <a:lnTo>
                  <a:pt x="714375" y="904875"/>
                </a:lnTo>
                <a:lnTo>
                  <a:pt x="685800" y="904875"/>
                </a:lnTo>
                <a:lnTo>
                  <a:pt x="685800" y="895350"/>
                </a:lnTo>
                <a:lnTo>
                  <a:pt x="704850" y="895350"/>
                </a:lnTo>
                <a:close/>
                <a:moveTo>
                  <a:pt x="285750" y="895350"/>
                </a:moveTo>
                <a:lnTo>
                  <a:pt x="295275" y="895350"/>
                </a:lnTo>
                <a:lnTo>
                  <a:pt x="295275" y="914400"/>
                </a:lnTo>
                <a:lnTo>
                  <a:pt x="285750" y="914400"/>
                </a:lnTo>
                <a:close/>
                <a:moveTo>
                  <a:pt x="1638300" y="895350"/>
                </a:moveTo>
                <a:lnTo>
                  <a:pt x="1657350" y="895350"/>
                </a:lnTo>
                <a:lnTo>
                  <a:pt x="1657350" y="885825"/>
                </a:lnTo>
                <a:lnTo>
                  <a:pt x="1638300" y="885825"/>
                </a:lnTo>
                <a:close/>
                <a:moveTo>
                  <a:pt x="390525" y="914400"/>
                </a:moveTo>
                <a:lnTo>
                  <a:pt x="400050" y="914400"/>
                </a:lnTo>
                <a:lnTo>
                  <a:pt x="400050" y="923925"/>
                </a:lnTo>
                <a:lnTo>
                  <a:pt x="390525" y="923925"/>
                </a:lnTo>
                <a:close/>
                <a:moveTo>
                  <a:pt x="495300" y="914400"/>
                </a:moveTo>
                <a:lnTo>
                  <a:pt x="514350" y="914400"/>
                </a:lnTo>
                <a:lnTo>
                  <a:pt x="514350" y="923925"/>
                </a:lnTo>
                <a:lnTo>
                  <a:pt x="495300" y="923925"/>
                </a:lnTo>
                <a:close/>
                <a:moveTo>
                  <a:pt x="1104900" y="914400"/>
                </a:moveTo>
                <a:lnTo>
                  <a:pt x="1133475" y="914400"/>
                </a:lnTo>
                <a:lnTo>
                  <a:pt x="1133475" y="923925"/>
                </a:lnTo>
                <a:lnTo>
                  <a:pt x="1143000" y="923925"/>
                </a:lnTo>
                <a:lnTo>
                  <a:pt x="1143000" y="933450"/>
                </a:lnTo>
                <a:lnTo>
                  <a:pt x="1104900" y="933450"/>
                </a:lnTo>
                <a:close/>
                <a:moveTo>
                  <a:pt x="1581150" y="923925"/>
                </a:moveTo>
                <a:lnTo>
                  <a:pt x="1590675" y="923925"/>
                </a:lnTo>
                <a:lnTo>
                  <a:pt x="1590675" y="933450"/>
                </a:lnTo>
                <a:lnTo>
                  <a:pt x="1581150" y="933450"/>
                </a:lnTo>
                <a:close/>
                <a:moveTo>
                  <a:pt x="190500" y="933450"/>
                </a:moveTo>
                <a:lnTo>
                  <a:pt x="200025" y="933450"/>
                </a:lnTo>
                <a:lnTo>
                  <a:pt x="200025" y="971550"/>
                </a:lnTo>
                <a:lnTo>
                  <a:pt x="190500" y="971550"/>
                </a:lnTo>
                <a:close/>
                <a:moveTo>
                  <a:pt x="180975" y="971550"/>
                </a:moveTo>
                <a:lnTo>
                  <a:pt x="190500" y="971550"/>
                </a:lnTo>
                <a:lnTo>
                  <a:pt x="190500" y="981075"/>
                </a:lnTo>
                <a:lnTo>
                  <a:pt x="180975" y="981075"/>
                </a:lnTo>
                <a:close/>
                <a:moveTo>
                  <a:pt x="876300" y="971550"/>
                </a:moveTo>
                <a:lnTo>
                  <a:pt x="885825" y="971550"/>
                </a:lnTo>
                <a:lnTo>
                  <a:pt x="885825" y="981075"/>
                </a:lnTo>
                <a:lnTo>
                  <a:pt x="876300" y="981075"/>
                </a:lnTo>
                <a:close/>
                <a:moveTo>
                  <a:pt x="1133475" y="971550"/>
                </a:moveTo>
                <a:lnTo>
                  <a:pt x="1143000" y="971550"/>
                </a:lnTo>
                <a:lnTo>
                  <a:pt x="1143000" y="981075"/>
                </a:lnTo>
                <a:lnTo>
                  <a:pt x="1133475" y="981075"/>
                </a:lnTo>
                <a:close/>
                <a:moveTo>
                  <a:pt x="1609725" y="971550"/>
                </a:moveTo>
                <a:lnTo>
                  <a:pt x="1647825" y="971550"/>
                </a:lnTo>
                <a:lnTo>
                  <a:pt x="1647825" y="1000125"/>
                </a:lnTo>
                <a:lnTo>
                  <a:pt x="1666875" y="1000125"/>
                </a:lnTo>
                <a:lnTo>
                  <a:pt x="1666875" y="1019175"/>
                </a:lnTo>
                <a:lnTo>
                  <a:pt x="1638300" y="1019175"/>
                </a:lnTo>
                <a:lnTo>
                  <a:pt x="1638300" y="1028700"/>
                </a:lnTo>
                <a:lnTo>
                  <a:pt x="1628775" y="1028700"/>
                </a:lnTo>
                <a:lnTo>
                  <a:pt x="1628775" y="1000125"/>
                </a:lnTo>
                <a:lnTo>
                  <a:pt x="1619250" y="1000125"/>
                </a:lnTo>
                <a:lnTo>
                  <a:pt x="1619250" y="1009650"/>
                </a:lnTo>
                <a:lnTo>
                  <a:pt x="1609725" y="1009650"/>
                </a:lnTo>
                <a:lnTo>
                  <a:pt x="1609725" y="1019175"/>
                </a:lnTo>
                <a:lnTo>
                  <a:pt x="1600200" y="1019175"/>
                </a:lnTo>
                <a:lnTo>
                  <a:pt x="1600200" y="1028700"/>
                </a:lnTo>
                <a:lnTo>
                  <a:pt x="1590675" y="1028700"/>
                </a:lnTo>
                <a:lnTo>
                  <a:pt x="1590675" y="1000125"/>
                </a:lnTo>
                <a:lnTo>
                  <a:pt x="1600200" y="1000125"/>
                </a:lnTo>
                <a:lnTo>
                  <a:pt x="1600200" y="990600"/>
                </a:lnTo>
                <a:lnTo>
                  <a:pt x="1609725" y="990600"/>
                </a:lnTo>
                <a:close/>
                <a:moveTo>
                  <a:pt x="1000125" y="981075"/>
                </a:moveTo>
                <a:lnTo>
                  <a:pt x="1019175" y="981075"/>
                </a:lnTo>
                <a:lnTo>
                  <a:pt x="1019175" y="990600"/>
                </a:lnTo>
                <a:lnTo>
                  <a:pt x="1000125" y="990600"/>
                </a:lnTo>
                <a:close/>
                <a:moveTo>
                  <a:pt x="1028700" y="981075"/>
                </a:moveTo>
                <a:lnTo>
                  <a:pt x="1047750" y="981075"/>
                </a:lnTo>
                <a:lnTo>
                  <a:pt x="1047750" y="990600"/>
                </a:lnTo>
                <a:lnTo>
                  <a:pt x="1028700" y="990600"/>
                </a:lnTo>
                <a:close/>
                <a:moveTo>
                  <a:pt x="1066800" y="981075"/>
                </a:moveTo>
                <a:lnTo>
                  <a:pt x="1085850" y="981075"/>
                </a:lnTo>
                <a:lnTo>
                  <a:pt x="1085850" y="990600"/>
                </a:lnTo>
                <a:lnTo>
                  <a:pt x="1076325" y="990600"/>
                </a:lnTo>
                <a:lnTo>
                  <a:pt x="1076325" y="1000125"/>
                </a:lnTo>
                <a:lnTo>
                  <a:pt x="1066800" y="1000125"/>
                </a:lnTo>
                <a:close/>
                <a:moveTo>
                  <a:pt x="304800" y="1000125"/>
                </a:moveTo>
                <a:lnTo>
                  <a:pt x="342900" y="1000125"/>
                </a:lnTo>
                <a:lnTo>
                  <a:pt x="342900" y="1009650"/>
                </a:lnTo>
                <a:lnTo>
                  <a:pt x="323850" y="1009650"/>
                </a:lnTo>
                <a:lnTo>
                  <a:pt x="323850" y="1019175"/>
                </a:lnTo>
                <a:lnTo>
                  <a:pt x="304800" y="1019175"/>
                </a:lnTo>
                <a:close/>
                <a:moveTo>
                  <a:pt x="1562100" y="1000125"/>
                </a:moveTo>
                <a:lnTo>
                  <a:pt x="1571625" y="1000125"/>
                </a:lnTo>
                <a:lnTo>
                  <a:pt x="1571625" y="1028700"/>
                </a:lnTo>
                <a:lnTo>
                  <a:pt x="1562100" y="1028700"/>
                </a:lnTo>
                <a:lnTo>
                  <a:pt x="1562100" y="1038225"/>
                </a:lnTo>
                <a:lnTo>
                  <a:pt x="1514475" y="1038225"/>
                </a:lnTo>
                <a:lnTo>
                  <a:pt x="1514475" y="1028700"/>
                </a:lnTo>
                <a:lnTo>
                  <a:pt x="1524000" y="1028700"/>
                </a:lnTo>
                <a:lnTo>
                  <a:pt x="1524000" y="1009650"/>
                </a:lnTo>
                <a:lnTo>
                  <a:pt x="1562100" y="1009650"/>
                </a:lnTo>
                <a:close/>
                <a:moveTo>
                  <a:pt x="247650" y="1028700"/>
                </a:moveTo>
                <a:lnTo>
                  <a:pt x="257175" y="1028700"/>
                </a:lnTo>
                <a:lnTo>
                  <a:pt x="257175" y="1038225"/>
                </a:lnTo>
                <a:lnTo>
                  <a:pt x="247650" y="1038225"/>
                </a:lnTo>
                <a:close/>
                <a:moveTo>
                  <a:pt x="152400" y="1047750"/>
                </a:moveTo>
                <a:lnTo>
                  <a:pt x="161925" y="1047750"/>
                </a:lnTo>
                <a:lnTo>
                  <a:pt x="161925" y="1057275"/>
                </a:lnTo>
                <a:lnTo>
                  <a:pt x="152400" y="1057275"/>
                </a:lnTo>
                <a:close/>
                <a:moveTo>
                  <a:pt x="1504950" y="1047750"/>
                </a:moveTo>
                <a:lnTo>
                  <a:pt x="1514475" y="1047750"/>
                </a:lnTo>
                <a:lnTo>
                  <a:pt x="1514475" y="1057275"/>
                </a:lnTo>
                <a:lnTo>
                  <a:pt x="1504950" y="1057275"/>
                </a:lnTo>
                <a:close/>
                <a:moveTo>
                  <a:pt x="1590675" y="1047750"/>
                </a:moveTo>
                <a:lnTo>
                  <a:pt x="1638300" y="1047750"/>
                </a:lnTo>
                <a:lnTo>
                  <a:pt x="1638300" y="1057275"/>
                </a:lnTo>
                <a:lnTo>
                  <a:pt x="1619250" y="1057275"/>
                </a:lnTo>
                <a:lnTo>
                  <a:pt x="1619250" y="1066800"/>
                </a:lnTo>
                <a:lnTo>
                  <a:pt x="1609725" y="1066800"/>
                </a:lnTo>
                <a:lnTo>
                  <a:pt x="1609725" y="1057275"/>
                </a:lnTo>
                <a:lnTo>
                  <a:pt x="1590675" y="1057275"/>
                </a:lnTo>
                <a:close/>
                <a:moveTo>
                  <a:pt x="142875" y="1057275"/>
                </a:moveTo>
                <a:lnTo>
                  <a:pt x="152400" y="1057275"/>
                </a:lnTo>
                <a:lnTo>
                  <a:pt x="152400" y="1066800"/>
                </a:lnTo>
                <a:lnTo>
                  <a:pt x="142875" y="1066800"/>
                </a:lnTo>
                <a:close/>
                <a:moveTo>
                  <a:pt x="1514475" y="1057275"/>
                </a:moveTo>
                <a:lnTo>
                  <a:pt x="1533525" y="1057275"/>
                </a:lnTo>
                <a:lnTo>
                  <a:pt x="1533525" y="1066800"/>
                </a:lnTo>
                <a:lnTo>
                  <a:pt x="1514475" y="1066800"/>
                </a:lnTo>
                <a:close/>
                <a:moveTo>
                  <a:pt x="1209675" y="1076325"/>
                </a:moveTo>
                <a:lnTo>
                  <a:pt x="1228725" y="1076325"/>
                </a:lnTo>
                <a:lnTo>
                  <a:pt x="1228725" y="1085850"/>
                </a:lnTo>
                <a:lnTo>
                  <a:pt x="1209675" y="1085850"/>
                </a:lnTo>
                <a:close/>
                <a:moveTo>
                  <a:pt x="190500" y="1371600"/>
                </a:moveTo>
                <a:lnTo>
                  <a:pt x="200025" y="1371600"/>
                </a:lnTo>
                <a:lnTo>
                  <a:pt x="200025" y="1381125"/>
                </a:lnTo>
                <a:lnTo>
                  <a:pt x="209550" y="1381125"/>
                </a:lnTo>
                <a:lnTo>
                  <a:pt x="209550" y="1371600"/>
                </a:lnTo>
                <a:lnTo>
                  <a:pt x="219075" y="1371600"/>
                </a:lnTo>
                <a:lnTo>
                  <a:pt x="219075" y="1381125"/>
                </a:lnTo>
                <a:lnTo>
                  <a:pt x="209550" y="1381125"/>
                </a:lnTo>
                <a:lnTo>
                  <a:pt x="209550" y="1390650"/>
                </a:lnTo>
                <a:lnTo>
                  <a:pt x="190500" y="1390650"/>
                </a:lnTo>
                <a:close/>
                <a:moveTo>
                  <a:pt x="228600" y="1371600"/>
                </a:moveTo>
                <a:lnTo>
                  <a:pt x="238125" y="1371600"/>
                </a:lnTo>
                <a:lnTo>
                  <a:pt x="238125" y="1381125"/>
                </a:lnTo>
                <a:lnTo>
                  <a:pt x="228600" y="1381125"/>
                </a:lnTo>
                <a:close/>
                <a:moveTo>
                  <a:pt x="266700" y="1381125"/>
                </a:moveTo>
                <a:lnTo>
                  <a:pt x="285750" y="1381125"/>
                </a:lnTo>
                <a:lnTo>
                  <a:pt x="285750" y="1390650"/>
                </a:lnTo>
                <a:lnTo>
                  <a:pt x="266700" y="1390650"/>
                </a:lnTo>
                <a:close/>
                <a:moveTo>
                  <a:pt x="180975" y="1390650"/>
                </a:moveTo>
                <a:lnTo>
                  <a:pt x="190500" y="1390650"/>
                </a:lnTo>
                <a:lnTo>
                  <a:pt x="190500" y="1409700"/>
                </a:lnTo>
                <a:lnTo>
                  <a:pt x="180975" y="1409700"/>
                </a:lnTo>
                <a:close/>
                <a:moveTo>
                  <a:pt x="1352550" y="1466850"/>
                </a:moveTo>
                <a:lnTo>
                  <a:pt x="1362075" y="1466850"/>
                </a:lnTo>
                <a:lnTo>
                  <a:pt x="1362075" y="1476375"/>
                </a:lnTo>
                <a:lnTo>
                  <a:pt x="1352550" y="1476375"/>
                </a:lnTo>
                <a:close/>
                <a:moveTo>
                  <a:pt x="1704975" y="1638300"/>
                </a:moveTo>
                <a:lnTo>
                  <a:pt x="1714500" y="1638300"/>
                </a:lnTo>
                <a:lnTo>
                  <a:pt x="1714500" y="1647825"/>
                </a:lnTo>
                <a:lnTo>
                  <a:pt x="1704975" y="1647825"/>
                </a:lnTo>
                <a:close/>
                <a:moveTo>
                  <a:pt x="590550" y="1676400"/>
                </a:moveTo>
                <a:lnTo>
                  <a:pt x="600075" y="1676400"/>
                </a:lnTo>
                <a:lnTo>
                  <a:pt x="600075" y="1685925"/>
                </a:lnTo>
                <a:lnTo>
                  <a:pt x="590550" y="1685925"/>
                </a:lnTo>
                <a:close/>
                <a:moveTo>
                  <a:pt x="723900" y="1676400"/>
                </a:moveTo>
                <a:lnTo>
                  <a:pt x="733425" y="1676400"/>
                </a:lnTo>
                <a:lnTo>
                  <a:pt x="733425" y="1685925"/>
                </a:lnTo>
                <a:lnTo>
                  <a:pt x="723900" y="1685925"/>
                </a:lnTo>
                <a:close/>
                <a:moveTo>
                  <a:pt x="762000" y="1752600"/>
                </a:moveTo>
                <a:lnTo>
                  <a:pt x="781050" y="1752600"/>
                </a:lnTo>
                <a:lnTo>
                  <a:pt x="781050" y="1762125"/>
                </a:lnTo>
                <a:lnTo>
                  <a:pt x="762000" y="1762125"/>
                </a:lnTo>
                <a:close/>
                <a:moveTo>
                  <a:pt x="828675" y="1752600"/>
                </a:moveTo>
                <a:lnTo>
                  <a:pt x="847725" y="1752600"/>
                </a:lnTo>
                <a:lnTo>
                  <a:pt x="847725" y="1762125"/>
                </a:lnTo>
                <a:lnTo>
                  <a:pt x="828675" y="1762125"/>
                </a:lnTo>
                <a:close/>
                <a:moveTo>
                  <a:pt x="1666875" y="1762125"/>
                </a:moveTo>
                <a:lnTo>
                  <a:pt x="1676400" y="1762125"/>
                </a:lnTo>
                <a:lnTo>
                  <a:pt x="1676400" y="1771650"/>
                </a:lnTo>
                <a:lnTo>
                  <a:pt x="1666875" y="1771650"/>
                </a:lnTo>
                <a:close/>
                <a:moveTo>
                  <a:pt x="1123950" y="1771650"/>
                </a:moveTo>
                <a:lnTo>
                  <a:pt x="1133475" y="1771650"/>
                </a:lnTo>
                <a:lnTo>
                  <a:pt x="1133475" y="1790700"/>
                </a:lnTo>
                <a:lnTo>
                  <a:pt x="1123950" y="1790700"/>
                </a:lnTo>
                <a:lnTo>
                  <a:pt x="1123950" y="1800225"/>
                </a:lnTo>
                <a:lnTo>
                  <a:pt x="1114425" y="1800225"/>
                </a:lnTo>
                <a:lnTo>
                  <a:pt x="1114425" y="1781175"/>
                </a:lnTo>
                <a:lnTo>
                  <a:pt x="1123950" y="1781175"/>
                </a:lnTo>
                <a:close/>
                <a:moveTo>
                  <a:pt x="1657350" y="1771650"/>
                </a:moveTo>
                <a:lnTo>
                  <a:pt x="1666875" y="1771650"/>
                </a:lnTo>
                <a:lnTo>
                  <a:pt x="1666875" y="1781175"/>
                </a:lnTo>
                <a:lnTo>
                  <a:pt x="1657350" y="1781175"/>
                </a:lnTo>
                <a:close/>
                <a:moveTo>
                  <a:pt x="1724025" y="1790700"/>
                </a:moveTo>
                <a:lnTo>
                  <a:pt x="1733550" y="1790700"/>
                </a:lnTo>
                <a:lnTo>
                  <a:pt x="1733550" y="1809750"/>
                </a:lnTo>
                <a:lnTo>
                  <a:pt x="1724025" y="1809750"/>
                </a:lnTo>
                <a:close/>
                <a:moveTo>
                  <a:pt x="428625" y="1809750"/>
                </a:moveTo>
                <a:lnTo>
                  <a:pt x="447675" y="1809750"/>
                </a:lnTo>
                <a:lnTo>
                  <a:pt x="447675" y="1819275"/>
                </a:lnTo>
                <a:lnTo>
                  <a:pt x="438150" y="1819275"/>
                </a:lnTo>
                <a:lnTo>
                  <a:pt x="438150" y="1828800"/>
                </a:lnTo>
                <a:lnTo>
                  <a:pt x="428625" y="1828800"/>
                </a:lnTo>
                <a:lnTo>
                  <a:pt x="428625" y="1838325"/>
                </a:lnTo>
                <a:lnTo>
                  <a:pt x="419100" y="1838325"/>
                </a:lnTo>
                <a:lnTo>
                  <a:pt x="419100" y="1819275"/>
                </a:lnTo>
                <a:lnTo>
                  <a:pt x="428625" y="1819275"/>
                </a:lnTo>
                <a:close/>
                <a:moveTo>
                  <a:pt x="1638300" y="1809750"/>
                </a:moveTo>
                <a:lnTo>
                  <a:pt x="1647825" y="1809750"/>
                </a:lnTo>
                <a:lnTo>
                  <a:pt x="1647825" y="1819275"/>
                </a:lnTo>
                <a:lnTo>
                  <a:pt x="1638300" y="1819275"/>
                </a:lnTo>
                <a:close/>
                <a:moveTo>
                  <a:pt x="228600" y="1819275"/>
                </a:moveTo>
                <a:lnTo>
                  <a:pt x="238125" y="1819275"/>
                </a:lnTo>
                <a:lnTo>
                  <a:pt x="238125" y="1828800"/>
                </a:lnTo>
                <a:lnTo>
                  <a:pt x="228600" y="1828800"/>
                </a:lnTo>
                <a:close/>
                <a:moveTo>
                  <a:pt x="1038225" y="1819275"/>
                </a:moveTo>
                <a:lnTo>
                  <a:pt x="1047750" y="1819275"/>
                </a:lnTo>
                <a:lnTo>
                  <a:pt x="1047750" y="1847850"/>
                </a:lnTo>
                <a:lnTo>
                  <a:pt x="1038225" y="1847850"/>
                </a:lnTo>
                <a:close/>
                <a:moveTo>
                  <a:pt x="838200" y="1838325"/>
                </a:moveTo>
                <a:lnTo>
                  <a:pt x="857250" y="1838325"/>
                </a:lnTo>
                <a:lnTo>
                  <a:pt x="857250" y="1857375"/>
                </a:lnTo>
                <a:lnTo>
                  <a:pt x="866775" y="1857375"/>
                </a:lnTo>
                <a:lnTo>
                  <a:pt x="866775" y="1866900"/>
                </a:lnTo>
                <a:lnTo>
                  <a:pt x="847725" y="1866900"/>
                </a:lnTo>
                <a:lnTo>
                  <a:pt x="847725" y="1847850"/>
                </a:lnTo>
                <a:lnTo>
                  <a:pt x="838200" y="1847850"/>
                </a:lnTo>
                <a:close/>
                <a:moveTo>
                  <a:pt x="1657350" y="1838325"/>
                </a:moveTo>
                <a:lnTo>
                  <a:pt x="1685925" y="1838325"/>
                </a:lnTo>
                <a:lnTo>
                  <a:pt x="1685925" y="1847850"/>
                </a:lnTo>
                <a:lnTo>
                  <a:pt x="1657350" y="1847850"/>
                </a:lnTo>
                <a:close/>
                <a:moveTo>
                  <a:pt x="371475" y="1866900"/>
                </a:moveTo>
                <a:lnTo>
                  <a:pt x="390525" y="1866900"/>
                </a:lnTo>
                <a:lnTo>
                  <a:pt x="390525" y="1885950"/>
                </a:lnTo>
                <a:lnTo>
                  <a:pt x="381000" y="1885950"/>
                </a:lnTo>
                <a:lnTo>
                  <a:pt x="381000" y="1876425"/>
                </a:lnTo>
                <a:lnTo>
                  <a:pt x="371475" y="1876425"/>
                </a:lnTo>
                <a:close/>
                <a:moveTo>
                  <a:pt x="600075" y="1924050"/>
                </a:moveTo>
                <a:lnTo>
                  <a:pt x="619125" y="1924050"/>
                </a:lnTo>
                <a:lnTo>
                  <a:pt x="619125" y="1933575"/>
                </a:lnTo>
                <a:lnTo>
                  <a:pt x="600075" y="1933575"/>
                </a:lnTo>
                <a:close/>
                <a:moveTo>
                  <a:pt x="619125" y="1933575"/>
                </a:moveTo>
                <a:lnTo>
                  <a:pt x="628650" y="1933575"/>
                </a:lnTo>
                <a:lnTo>
                  <a:pt x="628650" y="1943100"/>
                </a:lnTo>
                <a:lnTo>
                  <a:pt x="619125" y="1943100"/>
                </a:lnTo>
                <a:close/>
                <a:moveTo>
                  <a:pt x="885825" y="1933575"/>
                </a:moveTo>
                <a:lnTo>
                  <a:pt x="895350" y="1933575"/>
                </a:lnTo>
                <a:lnTo>
                  <a:pt x="895350" y="1943100"/>
                </a:lnTo>
                <a:lnTo>
                  <a:pt x="885825" y="1943100"/>
                </a:lnTo>
                <a:close/>
                <a:moveTo>
                  <a:pt x="533400" y="1943100"/>
                </a:moveTo>
                <a:lnTo>
                  <a:pt x="542925" y="1943100"/>
                </a:lnTo>
                <a:lnTo>
                  <a:pt x="542925" y="1952625"/>
                </a:lnTo>
                <a:lnTo>
                  <a:pt x="552450" y="1952625"/>
                </a:lnTo>
                <a:lnTo>
                  <a:pt x="552450" y="1962150"/>
                </a:lnTo>
                <a:lnTo>
                  <a:pt x="533400" y="1962150"/>
                </a:lnTo>
                <a:close/>
                <a:moveTo>
                  <a:pt x="876300" y="1952625"/>
                </a:moveTo>
                <a:lnTo>
                  <a:pt x="904875" y="1952625"/>
                </a:lnTo>
                <a:lnTo>
                  <a:pt x="904875" y="1962150"/>
                </a:lnTo>
                <a:lnTo>
                  <a:pt x="876300" y="1962150"/>
                </a:lnTo>
                <a:close/>
                <a:moveTo>
                  <a:pt x="1495425" y="2000250"/>
                </a:moveTo>
                <a:lnTo>
                  <a:pt x="1514475" y="2000250"/>
                </a:lnTo>
                <a:lnTo>
                  <a:pt x="1514475" y="2009775"/>
                </a:lnTo>
                <a:lnTo>
                  <a:pt x="1495425" y="2009775"/>
                </a:lnTo>
                <a:close/>
                <a:moveTo>
                  <a:pt x="247650" y="2047875"/>
                </a:moveTo>
                <a:lnTo>
                  <a:pt x="257175" y="2047875"/>
                </a:lnTo>
                <a:lnTo>
                  <a:pt x="257175" y="2057400"/>
                </a:lnTo>
                <a:lnTo>
                  <a:pt x="247650" y="2057400"/>
                </a:lnTo>
                <a:close/>
                <a:moveTo>
                  <a:pt x="419100" y="2057400"/>
                </a:moveTo>
                <a:lnTo>
                  <a:pt x="447675" y="2057400"/>
                </a:lnTo>
                <a:lnTo>
                  <a:pt x="447675" y="2066925"/>
                </a:lnTo>
                <a:lnTo>
                  <a:pt x="438150" y="2066925"/>
                </a:lnTo>
                <a:lnTo>
                  <a:pt x="438150" y="2076450"/>
                </a:lnTo>
                <a:lnTo>
                  <a:pt x="409575" y="2076450"/>
                </a:lnTo>
                <a:lnTo>
                  <a:pt x="409575" y="2066925"/>
                </a:lnTo>
                <a:lnTo>
                  <a:pt x="419100" y="2066925"/>
                </a:lnTo>
                <a:close/>
                <a:moveTo>
                  <a:pt x="438150" y="2076450"/>
                </a:moveTo>
                <a:lnTo>
                  <a:pt x="447675" y="2076450"/>
                </a:lnTo>
                <a:lnTo>
                  <a:pt x="447675" y="2085975"/>
                </a:lnTo>
                <a:lnTo>
                  <a:pt x="438150" y="2085975"/>
                </a:lnTo>
                <a:close/>
                <a:moveTo>
                  <a:pt x="314325" y="2105025"/>
                </a:moveTo>
                <a:lnTo>
                  <a:pt x="323850" y="2105025"/>
                </a:lnTo>
                <a:lnTo>
                  <a:pt x="323850" y="2114550"/>
                </a:lnTo>
                <a:lnTo>
                  <a:pt x="314325" y="2114550"/>
                </a:lnTo>
                <a:close/>
                <a:moveTo>
                  <a:pt x="1676400" y="2105025"/>
                </a:moveTo>
                <a:lnTo>
                  <a:pt x="1685925" y="2105025"/>
                </a:lnTo>
                <a:lnTo>
                  <a:pt x="1685925" y="2114550"/>
                </a:lnTo>
                <a:lnTo>
                  <a:pt x="1676400" y="2114550"/>
                </a:lnTo>
                <a:close/>
                <a:moveTo>
                  <a:pt x="333375" y="2114550"/>
                </a:moveTo>
                <a:lnTo>
                  <a:pt x="342900" y="2114550"/>
                </a:lnTo>
                <a:lnTo>
                  <a:pt x="342900" y="2124075"/>
                </a:lnTo>
                <a:lnTo>
                  <a:pt x="333375" y="2124075"/>
                </a:lnTo>
                <a:close/>
                <a:moveTo>
                  <a:pt x="1724025" y="2124075"/>
                </a:moveTo>
                <a:lnTo>
                  <a:pt x="1733550" y="2124075"/>
                </a:lnTo>
                <a:lnTo>
                  <a:pt x="1733550" y="2133600"/>
                </a:lnTo>
                <a:lnTo>
                  <a:pt x="1724025" y="2133600"/>
                </a:lnTo>
                <a:close/>
                <a:moveTo>
                  <a:pt x="1247775" y="2143125"/>
                </a:moveTo>
                <a:lnTo>
                  <a:pt x="1257300" y="2143125"/>
                </a:lnTo>
                <a:lnTo>
                  <a:pt x="1257300" y="2152650"/>
                </a:lnTo>
                <a:lnTo>
                  <a:pt x="1247775" y="2152650"/>
                </a:lnTo>
                <a:close/>
                <a:moveTo>
                  <a:pt x="342900" y="2152650"/>
                </a:moveTo>
                <a:lnTo>
                  <a:pt x="361950" y="2152650"/>
                </a:lnTo>
                <a:lnTo>
                  <a:pt x="361950" y="2162175"/>
                </a:lnTo>
                <a:lnTo>
                  <a:pt x="342900" y="2162175"/>
                </a:lnTo>
                <a:close/>
                <a:moveTo>
                  <a:pt x="847725" y="2152650"/>
                </a:moveTo>
                <a:lnTo>
                  <a:pt x="857250" y="2152650"/>
                </a:lnTo>
                <a:lnTo>
                  <a:pt x="857250" y="2162175"/>
                </a:lnTo>
                <a:lnTo>
                  <a:pt x="847725" y="2162175"/>
                </a:lnTo>
                <a:close/>
                <a:moveTo>
                  <a:pt x="1123950" y="2152650"/>
                </a:moveTo>
                <a:lnTo>
                  <a:pt x="1133475" y="2152650"/>
                </a:lnTo>
                <a:lnTo>
                  <a:pt x="1133475" y="2162175"/>
                </a:lnTo>
                <a:lnTo>
                  <a:pt x="1123950" y="2162175"/>
                </a:lnTo>
                <a:close/>
                <a:moveTo>
                  <a:pt x="819150" y="2171700"/>
                </a:moveTo>
                <a:lnTo>
                  <a:pt x="828675" y="2171700"/>
                </a:lnTo>
                <a:lnTo>
                  <a:pt x="828675" y="2190750"/>
                </a:lnTo>
                <a:lnTo>
                  <a:pt x="819150" y="2190750"/>
                </a:lnTo>
                <a:close/>
                <a:moveTo>
                  <a:pt x="209550" y="2181225"/>
                </a:moveTo>
                <a:lnTo>
                  <a:pt x="228600" y="2181225"/>
                </a:lnTo>
                <a:lnTo>
                  <a:pt x="228600" y="2190750"/>
                </a:lnTo>
                <a:lnTo>
                  <a:pt x="238125" y="2190750"/>
                </a:lnTo>
                <a:lnTo>
                  <a:pt x="238125" y="2209800"/>
                </a:lnTo>
                <a:lnTo>
                  <a:pt x="219075" y="2209800"/>
                </a:lnTo>
                <a:lnTo>
                  <a:pt x="219075" y="2190750"/>
                </a:lnTo>
                <a:lnTo>
                  <a:pt x="209550" y="2190750"/>
                </a:lnTo>
                <a:close/>
                <a:moveTo>
                  <a:pt x="552450" y="2190750"/>
                </a:moveTo>
                <a:lnTo>
                  <a:pt x="561975" y="2190750"/>
                </a:lnTo>
                <a:lnTo>
                  <a:pt x="561975" y="2200275"/>
                </a:lnTo>
                <a:lnTo>
                  <a:pt x="552450" y="2200275"/>
                </a:lnTo>
                <a:close/>
                <a:moveTo>
                  <a:pt x="723900" y="2190750"/>
                </a:moveTo>
                <a:lnTo>
                  <a:pt x="742950" y="2190750"/>
                </a:lnTo>
                <a:lnTo>
                  <a:pt x="742950" y="2209800"/>
                </a:lnTo>
                <a:lnTo>
                  <a:pt x="733425" y="2209800"/>
                </a:lnTo>
                <a:lnTo>
                  <a:pt x="733425" y="2219325"/>
                </a:lnTo>
                <a:lnTo>
                  <a:pt x="723900" y="2219325"/>
                </a:lnTo>
                <a:close/>
                <a:moveTo>
                  <a:pt x="476250" y="2200275"/>
                </a:moveTo>
                <a:lnTo>
                  <a:pt x="485775" y="2200275"/>
                </a:lnTo>
                <a:lnTo>
                  <a:pt x="485775" y="2209800"/>
                </a:lnTo>
                <a:lnTo>
                  <a:pt x="495300" y="2209800"/>
                </a:lnTo>
                <a:lnTo>
                  <a:pt x="495300" y="2219325"/>
                </a:lnTo>
                <a:lnTo>
                  <a:pt x="485775" y="2219325"/>
                </a:lnTo>
                <a:lnTo>
                  <a:pt x="485775" y="2228850"/>
                </a:lnTo>
                <a:lnTo>
                  <a:pt x="476250" y="2228850"/>
                </a:lnTo>
                <a:close/>
                <a:moveTo>
                  <a:pt x="638175" y="2200275"/>
                </a:moveTo>
                <a:lnTo>
                  <a:pt x="647700" y="2200275"/>
                </a:lnTo>
                <a:lnTo>
                  <a:pt x="647700" y="2219325"/>
                </a:lnTo>
                <a:lnTo>
                  <a:pt x="628650" y="2219325"/>
                </a:lnTo>
                <a:lnTo>
                  <a:pt x="628650" y="2209800"/>
                </a:lnTo>
                <a:lnTo>
                  <a:pt x="638175" y="2209800"/>
                </a:lnTo>
                <a:close/>
                <a:moveTo>
                  <a:pt x="1000125" y="2209800"/>
                </a:moveTo>
                <a:lnTo>
                  <a:pt x="1009650" y="2209800"/>
                </a:lnTo>
                <a:lnTo>
                  <a:pt x="1009650" y="2219325"/>
                </a:lnTo>
                <a:lnTo>
                  <a:pt x="1000125" y="2219325"/>
                </a:lnTo>
                <a:close/>
                <a:moveTo>
                  <a:pt x="971550" y="2257425"/>
                </a:moveTo>
                <a:lnTo>
                  <a:pt x="1000125" y="2257425"/>
                </a:lnTo>
                <a:lnTo>
                  <a:pt x="1000125" y="2266950"/>
                </a:lnTo>
                <a:lnTo>
                  <a:pt x="971550" y="2266950"/>
                </a:lnTo>
                <a:close/>
                <a:moveTo>
                  <a:pt x="876300" y="2276475"/>
                </a:moveTo>
                <a:lnTo>
                  <a:pt x="885825" y="2276475"/>
                </a:lnTo>
                <a:lnTo>
                  <a:pt x="885825" y="2286000"/>
                </a:lnTo>
                <a:lnTo>
                  <a:pt x="876300" y="2286000"/>
                </a:lnTo>
                <a:close/>
                <a:moveTo>
                  <a:pt x="590550" y="2286000"/>
                </a:moveTo>
                <a:lnTo>
                  <a:pt x="609600" y="2286000"/>
                </a:lnTo>
                <a:lnTo>
                  <a:pt x="609600" y="2305050"/>
                </a:lnTo>
                <a:lnTo>
                  <a:pt x="590550" y="2305050"/>
                </a:lnTo>
                <a:close/>
                <a:moveTo>
                  <a:pt x="866775" y="2286000"/>
                </a:moveTo>
                <a:lnTo>
                  <a:pt x="876300" y="2286000"/>
                </a:lnTo>
                <a:lnTo>
                  <a:pt x="876300" y="2333625"/>
                </a:lnTo>
                <a:lnTo>
                  <a:pt x="847725" y="2333625"/>
                </a:lnTo>
                <a:lnTo>
                  <a:pt x="847725" y="2314575"/>
                </a:lnTo>
                <a:lnTo>
                  <a:pt x="857250" y="2314575"/>
                </a:lnTo>
                <a:lnTo>
                  <a:pt x="857250" y="2295525"/>
                </a:lnTo>
                <a:lnTo>
                  <a:pt x="866775" y="2295525"/>
                </a:lnTo>
                <a:close/>
                <a:moveTo>
                  <a:pt x="1114425" y="2286000"/>
                </a:moveTo>
                <a:lnTo>
                  <a:pt x="1123950" y="2286000"/>
                </a:lnTo>
                <a:lnTo>
                  <a:pt x="1123950" y="2295525"/>
                </a:lnTo>
                <a:lnTo>
                  <a:pt x="1114425" y="2295525"/>
                </a:lnTo>
                <a:close/>
                <a:moveTo>
                  <a:pt x="685800" y="2295525"/>
                </a:moveTo>
                <a:lnTo>
                  <a:pt x="695325" y="2295525"/>
                </a:lnTo>
                <a:lnTo>
                  <a:pt x="695325" y="2305050"/>
                </a:lnTo>
                <a:lnTo>
                  <a:pt x="704850" y="2305050"/>
                </a:lnTo>
                <a:lnTo>
                  <a:pt x="704850" y="2314575"/>
                </a:lnTo>
                <a:lnTo>
                  <a:pt x="695325" y="2314575"/>
                </a:lnTo>
                <a:lnTo>
                  <a:pt x="695325" y="2324100"/>
                </a:lnTo>
                <a:lnTo>
                  <a:pt x="685800" y="2324100"/>
                </a:lnTo>
                <a:close/>
                <a:moveTo>
                  <a:pt x="752475" y="2295525"/>
                </a:moveTo>
                <a:lnTo>
                  <a:pt x="762000" y="2295525"/>
                </a:lnTo>
                <a:lnTo>
                  <a:pt x="762000" y="2324100"/>
                </a:lnTo>
                <a:lnTo>
                  <a:pt x="742950" y="2324100"/>
                </a:lnTo>
                <a:lnTo>
                  <a:pt x="742950" y="2314575"/>
                </a:lnTo>
                <a:lnTo>
                  <a:pt x="733425" y="2314575"/>
                </a:lnTo>
                <a:lnTo>
                  <a:pt x="733425" y="2305050"/>
                </a:lnTo>
                <a:lnTo>
                  <a:pt x="752475" y="2305050"/>
                </a:lnTo>
                <a:close/>
                <a:moveTo>
                  <a:pt x="200025" y="2324100"/>
                </a:moveTo>
                <a:lnTo>
                  <a:pt x="209550" y="2324100"/>
                </a:lnTo>
                <a:lnTo>
                  <a:pt x="209550" y="2333625"/>
                </a:lnTo>
                <a:lnTo>
                  <a:pt x="200025" y="2333625"/>
                </a:lnTo>
                <a:close/>
                <a:moveTo>
                  <a:pt x="142875" y="2333625"/>
                </a:moveTo>
                <a:lnTo>
                  <a:pt x="161925" y="2333625"/>
                </a:lnTo>
                <a:lnTo>
                  <a:pt x="161925" y="2343150"/>
                </a:lnTo>
                <a:lnTo>
                  <a:pt x="152400" y="2343150"/>
                </a:lnTo>
                <a:lnTo>
                  <a:pt x="152400" y="2352675"/>
                </a:lnTo>
                <a:lnTo>
                  <a:pt x="142875" y="2352675"/>
                </a:lnTo>
                <a:close/>
                <a:moveTo>
                  <a:pt x="1295400" y="2352675"/>
                </a:moveTo>
                <a:lnTo>
                  <a:pt x="1304925" y="2352675"/>
                </a:lnTo>
                <a:lnTo>
                  <a:pt x="1304925" y="2362200"/>
                </a:lnTo>
                <a:lnTo>
                  <a:pt x="1295400" y="2362200"/>
                </a:lnTo>
                <a:close/>
                <a:moveTo>
                  <a:pt x="1114425" y="2381250"/>
                </a:moveTo>
                <a:lnTo>
                  <a:pt x="1133475" y="2381250"/>
                </a:lnTo>
                <a:lnTo>
                  <a:pt x="1133475" y="2400300"/>
                </a:lnTo>
                <a:lnTo>
                  <a:pt x="1114425" y="2400300"/>
                </a:lnTo>
                <a:close/>
                <a:moveTo>
                  <a:pt x="1724025" y="2428875"/>
                </a:moveTo>
                <a:lnTo>
                  <a:pt x="1733550" y="2428875"/>
                </a:lnTo>
                <a:lnTo>
                  <a:pt x="1733550" y="2438400"/>
                </a:lnTo>
                <a:lnTo>
                  <a:pt x="1724025" y="2438400"/>
                </a:lnTo>
                <a:close/>
                <a:moveTo>
                  <a:pt x="590550" y="2457450"/>
                </a:moveTo>
                <a:lnTo>
                  <a:pt x="609600" y="2457450"/>
                </a:lnTo>
                <a:lnTo>
                  <a:pt x="609600" y="2466975"/>
                </a:lnTo>
                <a:lnTo>
                  <a:pt x="628650" y="2466975"/>
                </a:lnTo>
                <a:lnTo>
                  <a:pt x="628650" y="2476500"/>
                </a:lnTo>
                <a:lnTo>
                  <a:pt x="590550" y="2476500"/>
                </a:lnTo>
                <a:close/>
                <a:moveTo>
                  <a:pt x="657225" y="2457450"/>
                </a:moveTo>
                <a:lnTo>
                  <a:pt x="676275" y="2457450"/>
                </a:lnTo>
                <a:lnTo>
                  <a:pt x="676275" y="2466975"/>
                </a:lnTo>
                <a:lnTo>
                  <a:pt x="657225" y="2466975"/>
                </a:lnTo>
                <a:close/>
                <a:moveTo>
                  <a:pt x="714375" y="2457450"/>
                </a:moveTo>
                <a:lnTo>
                  <a:pt x="733425" y="2457450"/>
                </a:lnTo>
                <a:lnTo>
                  <a:pt x="733425" y="2466975"/>
                </a:lnTo>
                <a:lnTo>
                  <a:pt x="723900" y="2466975"/>
                </a:lnTo>
                <a:lnTo>
                  <a:pt x="723900" y="2476500"/>
                </a:lnTo>
                <a:lnTo>
                  <a:pt x="714375" y="2476500"/>
                </a:lnTo>
                <a:close/>
                <a:moveTo>
                  <a:pt x="752475" y="2457450"/>
                </a:moveTo>
                <a:lnTo>
                  <a:pt x="819150" y="2457450"/>
                </a:lnTo>
                <a:lnTo>
                  <a:pt x="819150" y="2476500"/>
                </a:lnTo>
                <a:lnTo>
                  <a:pt x="781050" y="2476500"/>
                </a:lnTo>
                <a:lnTo>
                  <a:pt x="781050" y="2466975"/>
                </a:lnTo>
                <a:lnTo>
                  <a:pt x="752475" y="2466975"/>
                </a:lnTo>
                <a:close/>
                <a:moveTo>
                  <a:pt x="904875" y="2457450"/>
                </a:moveTo>
                <a:lnTo>
                  <a:pt x="942975" y="2457450"/>
                </a:lnTo>
                <a:lnTo>
                  <a:pt x="942975" y="2466975"/>
                </a:lnTo>
                <a:lnTo>
                  <a:pt x="952500" y="2466975"/>
                </a:lnTo>
                <a:lnTo>
                  <a:pt x="952500" y="2476500"/>
                </a:lnTo>
                <a:lnTo>
                  <a:pt x="933450" y="2476500"/>
                </a:lnTo>
                <a:lnTo>
                  <a:pt x="933450" y="2466975"/>
                </a:lnTo>
                <a:lnTo>
                  <a:pt x="923925" y="2466975"/>
                </a:lnTo>
                <a:lnTo>
                  <a:pt x="923925" y="2476500"/>
                </a:lnTo>
                <a:lnTo>
                  <a:pt x="904875" y="2476500"/>
                </a:lnTo>
                <a:close/>
                <a:moveTo>
                  <a:pt x="981075" y="2457450"/>
                </a:moveTo>
                <a:lnTo>
                  <a:pt x="990600" y="2457450"/>
                </a:lnTo>
                <a:lnTo>
                  <a:pt x="990600" y="2476500"/>
                </a:lnTo>
                <a:lnTo>
                  <a:pt x="971550" y="2476500"/>
                </a:lnTo>
                <a:lnTo>
                  <a:pt x="971550" y="2466975"/>
                </a:lnTo>
                <a:lnTo>
                  <a:pt x="981075" y="2466975"/>
                </a:lnTo>
                <a:close/>
                <a:moveTo>
                  <a:pt x="1409700" y="2457450"/>
                </a:moveTo>
                <a:lnTo>
                  <a:pt x="1419225" y="2457450"/>
                </a:lnTo>
                <a:lnTo>
                  <a:pt x="1419225" y="2466975"/>
                </a:lnTo>
                <a:lnTo>
                  <a:pt x="1409700" y="2466975"/>
                </a:lnTo>
                <a:close/>
                <a:moveTo>
                  <a:pt x="1428750" y="2457450"/>
                </a:moveTo>
                <a:lnTo>
                  <a:pt x="1447800" y="2457450"/>
                </a:lnTo>
                <a:lnTo>
                  <a:pt x="1447800" y="2466975"/>
                </a:lnTo>
                <a:lnTo>
                  <a:pt x="1428750" y="2466975"/>
                </a:lnTo>
                <a:close/>
                <a:moveTo>
                  <a:pt x="1581150" y="2457450"/>
                </a:moveTo>
                <a:lnTo>
                  <a:pt x="1590675" y="2457450"/>
                </a:lnTo>
                <a:lnTo>
                  <a:pt x="1590675" y="2466975"/>
                </a:lnTo>
                <a:lnTo>
                  <a:pt x="1581150" y="2466975"/>
                </a:lnTo>
                <a:close/>
                <a:moveTo>
                  <a:pt x="1609725" y="2457450"/>
                </a:moveTo>
                <a:lnTo>
                  <a:pt x="1619250" y="2457450"/>
                </a:lnTo>
                <a:lnTo>
                  <a:pt x="1619250" y="2466975"/>
                </a:lnTo>
                <a:lnTo>
                  <a:pt x="1609725" y="2466975"/>
                </a:lnTo>
                <a:close/>
                <a:moveTo>
                  <a:pt x="247650" y="2466975"/>
                </a:moveTo>
                <a:lnTo>
                  <a:pt x="304800" y="2466975"/>
                </a:lnTo>
                <a:lnTo>
                  <a:pt x="304800" y="2476500"/>
                </a:lnTo>
                <a:lnTo>
                  <a:pt x="247650" y="2476500"/>
                </a:lnTo>
                <a:close/>
                <a:moveTo>
                  <a:pt x="323850" y="2466975"/>
                </a:moveTo>
                <a:lnTo>
                  <a:pt x="352425" y="2466975"/>
                </a:lnTo>
                <a:lnTo>
                  <a:pt x="352425" y="2476500"/>
                </a:lnTo>
                <a:lnTo>
                  <a:pt x="323850" y="2476500"/>
                </a:lnTo>
                <a:close/>
                <a:moveTo>
                  <a:pt x="1276350" y="2466975"/>
                </a:moveTo>
                <a:lnTo>
                  <a:pt x="1304925" y="2466975"/>
                </a:lnTo>
                <a:lnTo>
                  <a:pt x="1304925" y="2476500"/>
                </a:lnTo>
                <a:lnTo>
                  <a:pt x="1276350" y="2476500"/>
                </a:lnTo>
                <a:close/>
                <a:moveTo>
                  <a:pt x="1447800" y="2466975"/>
                </a:moveTo>
                <a:lnTo>
                  <a:pt x="1457325" y="2466975"/>
                </a:lnTo>
                <a:lnTo>
                  <a:pt x="1457325" y="2476500"/>
                </a:lnTo>
                <a:lnTo>
                  <a:pt x="1447800" y="2476500"/>
                </a:lnTo>
                <a:close/>
                <a:moveTo>
                  <a:pt x="219075" y="2486025"/>
                </a:moveTo>
                <a:lnTo>
                  <a:pt x="228600" y="2486025"/>
                </a:lnTo>
                <a:lnTo>
                  <a:pt x="228600" y="2495550"/>
                </a:lnTo>
                <a:lnTo>
                  <a:pt x="219075" y="2495550"/>
                </a:lnTo>
                <a:close/>
                <a:moveTo>
                  <a:pt x="238125" y="2514600"/>
                </a:moveTo>
                <a:lnTo>
                  <a:pt x="257175" y="2514600"/>
                </a:lnTo>
                <a:lnTo>
                  <a:pt x="257175" y="2524125"/>
                </a:lnTo>
                <a:lnTo>
                  <a:pt x="238125" y="2524125"/>
                </a:lnTo>
                <a:close/>
                <a:moveTo>
                  <a:pt x="323850" y="2514600"/>
                </a:moveTo>
                <a:lnTo>
                  <a:pt x="361950" y="2514600"/>
                </a:lnTo>
                <a:lnTo>
                  <a:pt x="361950" y="2524125"/>
                </a:lnTo>
                <a:lnTo>
                  <a:pt x="323850" y="2524125"/>
                </a:lnTo>
                <a:close/>
                <a:moveTo>
                  <a:pt x="504825" y="2514600"/>
                </a:moveTo>
                <a:lnTo>
                  <a:pt x="619125" y="2514600"/>
                </a:lnTo>
                <a:lnTo>
                  <a:pt x="619125" y="2524125"/>
                </a:lnTo>
                <a:lnTo>
                  <a:pt x="504825" y="2524125"/>
                </a:lnTo>
                <a:close/>
                <a:moveTo>
                  <a:pt x="657225" y="2514600"/>
                </a:moveTo>
                <a:lnTo>
                  <a:pt x="695325" y="2514600"/>
                </a:lnTo>
                <a:lnTo>
                  <a:pt x="695325" y="2524125"/>
                </a:lnTo>
                <a:lnTo>
                  <a:pt x="657225" y="2524125"/>
                </a:lnTo>
                <a:close/>
                <a:moveTo>
                  <a:pt x="781050" y="2514600"/>
                </a:moveTo>
                <a:lnTo>
                  <a:pt x="866775" y="2514600"/>
                </a:lnTo>
                <a:lnTo>
                  <a:pt x="866775" y="2524125"/>
                </a:lnTo>
                <a:lnTo>
                  <a:pt x="781050" y="2524125"/>
                </a:lnTo>
                <a:close/>
                <a:moveTo>
                  <a:pt x="895350" y="2514600"/>
                </a:moveTo>
                <a:lnTo>
                  <a:pt x="914400" y="2514600"/>
                </a:lnTo>
                <a:lnTo>
                  <a:pt x="914400" y="2524125"/>
                </a:lnTo>
                <a:lnTo>
                  <a:pt x="895350" y="2524125"/>
                </a:lnTo>
                <a:close/>
                <a:moveTo>
                  <a:pt x="1000125" y="2514600"/>
                </a:moveTo>
                <a:lnTo>
                  <a:pt x="1009650" y="2514600"/>
                </a:lnTo>
                <a:lnTo>
                  <a:pt x="1009650" y="2524125"/>
                </a:lnTo>
                <a:lnTo>
                  <a:pt x="1000125" y="2524125"/>
                </a:lnTo>
                <a:close/>
                <a:moveTo>
                  <a:pt x="1123950" y="2514600"/>
                </a:moveTo>
                <a:lnTo>
                  <a:pt x="1133475" y="2514600"/>
                </a:lnTo>
                <a:lnTo>
                  <a:pt x="1133475" y="2524125"/>
                </a:lnTo>
                <a:lnTo>
                  <a:pt x="1123950" y="2524125"/>
                </a:lnTo>
                <a:close/>
                <a:moveTo>
                  <a:pt x="1219200" y="2514600"/>
                </a:moveTo>
                <a:lnTo>
                  <a:pt x="1238250" y="2514600"/>
                </a:lnTo>
                <a:lnTo>
                  <a:pt x="1238250" y="2524125"/>
                </a:lnTo>
                <a:lnTo>
                  <a:pt x="1219200" y="2524125"/>
                </a:lnTo>
                <a:close/>
                <a:moveTo>
                  <a:pt x="1333500" y="2514600"/>
                </a:moveTo>
                <a:lnTo>
                  <a:pt x="1343025" y="2514600"/>
                </a:lnTo>
                <a:lnTo>
                  <a:pt x="1343025" y="2524125"/>
                </a:lnTo>
                <a:lnTo>
                  <a:pt x="1333500" y="2524125"/>
                </a:lnTo>
                <a:close/>
                <a:moveTo>
                  <a:pt x="1371600" y="2514600"/>
                </a:moveTo>
                <a:lnTo>
                  <a:pt x="1466850" y="2514600"/>
                </a:lnTo>
                <a:lnTo>
                  <a:pt x="1466850" y="2533650"/>
                </a:lnTo>
                <a:lnTo>
                  <a:pt x="1504950" y="2533650"/>
                </a:lnTo>
                <a:lnTo>
                  <a:pt x="1504950" y="2543175"/>
                </a:lnTo>
                <a:lnTo>
                  <a:pt x="1485900" y="2543175"/>
                </a:lnTo>
                <a:lnTo>
                  <a:pt x="1485900" y="2552700"/>
                </a:lnTo>
                <a:lnTo>
                  <a:pt x="1476375" y="2552700"/>
                </a:lnTo>
                <a:lnTo>
                  <a:pt x="1476375" y="2543175"/>
                </a:lnTo>
                <a:lnTo>
                  <a:pt x="1457325" y="2543175"/>
                </a:lnTo>
                <a:lnTo>
                  <a:pt x="1457325" y="2552700"/>
                </a:lnTo>
                <a:lnTo>
                  <a:pt x="1447800" y="2552700"/>
                </a:lnTo>
                <a:lnTo>
                  <a:pt x="1447800" y="2543175"/>
                </a:lnTo>
                <a:lnTo>
                  <a:pt x="1438275" y="2543175"/>
                </a:lnTo>
                <a:lnTo>
                  <a:pt x="1438275" y="2533650"/>
                </a:lnTo>
                <a:lnTo>
                  <a:pt x="1457325" y="2533650"/>
                </a:lnTo>
                <a:lnTo>
                  <a:pt x="1457325" y="2524125"/>
                </a:lnTo>
                <a:lnTo>
                  <a:pt x="1371600" y="2524125"/>
                </a:lnTo>
                <a:close/>
                <a:moveTo>
                  <a:pt x="1476375" y="2514600"/>
                </a:moveTo>
                <a:lnTo>
                  <a:pt x="1485900" y="2514600"/>
                </a:lnTo>
                <a:lnTo>
                  <a:pt x="1485900" y="2524125"/>
                </a:lnTo>
                <a:lnTo>
                  <a:pt x="1476375" y="2524125"/>
                </a:lnTo>
                <a:close/>
                <a:moveTo>
                  <a:pt x="1504950" y="2514600"/>
                </a:moveTo>
                <a:lnTo>
                  <a:pt x="1562100" y="2514600"/>
                </a:lnTo>
                <a:lnTo>
                  <a:pt x="1562100" y="2524125"/>
                </a:lnTo>
                <a:lnTo>
                  <a:pt x="1504950" y="2524125"/>
                </a:lnTo>
                <a:close/>
                <a:moveTo>
                  <a:pt x="142875" y="2524125"/>
                </a:moveTo>
                <a:lnTo>
                  <a:pt x="152400" y="2524125"/>
                </a:lnTo>
                <a:lnTo>
                  <a:pt x="152400" y="2543175"/>
                </a:lnTo>
                <a:lnTo>
                  <a:pt x="142875" y="2543175"/>
                </a:lnTo>
                <a:close/>
                <a:moveTo>
                  <a:pt x="200025" y="2524125"/>
                </a:moveTo>
                <a:lnTo>
                  <a:pt x="209550" y="2524125"/>
                </a:lnTo>
                <a:lnTo>
                  <a:pt x="209550" y="2533650"/>
                </a:lnTo>
                <a:lnTo>
                  <a:pt x="200025" y="2533650"/>
                </a:lnTo>
                <a:close/>
                <a:moveTo>
                  <a:pt x="371475" y="2524125"/>
                </a:moveTo>
                <a:lnTo>
                  <a:pt x="381000" y="2524125"/>
                </a:lnTo>
                <a:lnTo>
                  <a:pt x="381000" y="2533650"/>
                </a:lnTo>
                <a:lnTo>
                  <a:pt x="390525" y="2533650"/>
                </a:lnTo>
                <a:lnTo>
                  <a:pt x="390525" y="2543175"/>
                </a:lnTo>
                <a:lnTo>
                  <a:pt x="371475" y="2543175"/>
                </a:lnTo>
                <a:close/>
                <a:moveTo>
                  <a:pt x="419100" y="2524125"/>
                </a:moveTo>
                <a:lnTo>
                  <a:pt x="447675" y="2524125"/>
                </a:lnTo>
                <a:lnTo>
                  <a:pt x="447675" y="2533650"/>
                </a:lnTo>
                <a:lnTo>
                  <a:pt x="466725" y="2533650"/>
                </a:lnTo>
                <a:lnTo>
                  <a:pt x="466725" y="2524125"/>
                </a:lnTo>
                <a:lnTo>
                  <a:pt x="504825" y="2524125"/>
                </a:lnTo>
                <a:lnTo>
                  <a:pt x="504825" y="2533650"/>
                </a:lnTo>
                <a:lnTo>
                  <a:pt x="485775" y="2533650"/>
                </a:lnTo>
                <a:lnTo>
                  <a:pt x="485775" y="2543175"/>
                </a:lnTo>
                <a:lnTo>
                  <a:pt x="438150" y="2543175"/>
                </a:lnTo>
                <a:lnTo>
                  <a:pt x="438150" y="2533650"/>
                </a:lnTo>
                <a:lnTo>
                  <a:pt x="419100" y="2533650"/>
                </a:lnTo>
                <a:close/>
                <a:moveTo>
                  <a:pt x="1600200" y="2524125"/>
                </a:moveTo>
                <a:lnTo>
                  <a:pt x="1619250" y="2524125"/>
                </a:lnTo>
                <a:lnTo>
                  <a:pt x="1619250" y="2533650"/>
                </a:lnTo>
                <a:lnTo>
                  <a:pt x="1600200" y="2533650"/>
                </a:lnTo>
                <a:close/>
                <a:moveTo>
                  <a:pt x="666750" y="2533650"/>
                </a:moveTo>
                <a:lnTo>
                  <a:pt x="685800" y="2533650"/>
                </a:lnTo>
                <a:lnTo>
                  <a:pt x="685800" y="2543175"/>
                </a:lnTo>
                <a:lnTo>
                  <a:pt x="666750" y="2543175"/>
                </a:lnTo>
                <a:close/>
                <a:moveTo>
                  <a:pt x="723900" y="2533650"/>
                </a:moveTo>
                <a:lnTo>
                  <a:pt x="752475" y="2533650"/>
                </a:lnTo>
                <a:lnTo>
                  <a:pt x="752475" y="2543175"/>
                </a:lnTo>
                <a:lnTo>
                  <a:pt x="723900" y="2543175"/>
                </a:lnTo>
                <a:close/>
                <a:moveTo>
                  <a:pt x="800100" y="2533650"/>
                </a:moveTo>
                <a:lnTo>
                  <a:pt x="809625" y="2533650"/>
                </a:lnTo>
                <a:lnTo>
                  <a:pt x="809625" y="2543175"/>
                </a:lnTo>
                <a:lnTo>
                  <a:pt x="800100" y="2543175"/>
                </a:lnTo>
                <a:close/>
                <a:moveTo>
                  <a:pt x="838200" y="2533650"/>
                </a:moveTo>
                <a:lnTo>
                  <a:pt x="866775" y="2533650"/>
                </a:lnTo>
                <a:lnTo>
                  <a:pt x="866775" y="2543175"/>
                </a:lnTo>
                <a:lnTo>
                  <a:pt x="838200" y="2543175"/>
                </a:lnTo>
                <a:close/>
                <a:moveTo>
                  <a:pt x="876300" y="2533650"/>
                </a:moveTo>
                <a:lnTo>
                  <a:pt x="904875" y="2533650"/>
                </a:lnTo>
                <a:lnTo>
                  <a:pt x="904875" y="2543175"/>
                </a:lnTo>
                <a:lnTo>
                  <a:pt x="876300" y="2543175"/>
                </a:lnTo>
                <a:close/>
                <a:moveTo>
                  <a:pt x="1238250" y="2533650"/>
                </a:moveTo>
                <a:lnTo>
                  <a:pt x="1257300" y="2533650"/>
                </a:lnTo>
                <a:lnTo>
                  <a:pt x="1257300" y="2543175"/>
                </a:lnTo>
                <a:lnTo>
                  <a:pt x="1238250" y="2543175"/>
                </a:lnTo>
                <a:close/>
                <a:moveTo>
                  <a:pt x="1571625" y="2533650"/>
                </a:moveTo>
                <a:lnTo>
                  <a:pt x="1581150" y="2533650"/>
                </a:lnTo>
                <a:lnTo>
                  <a:pt x="1581150" y="2543175"/>
                </a:lnTo>
                <a:lnTo>
                  <a:pt x="1571625" y="2543175"/>
                </a:lnTo>
                <a:close/>
                <a:moveTo>
                  <a:pt x="390525" y="2543175"/>
                </a:moveTo>
                <a:lnTo>
                  <a:pt x="409575" y="2543175"/>
                </a:lnTo>
                <a:lnTo>
                  <a:pt x="409575" y="2552700"/>
                </a:lnTo>
                <a:lnTo>
                  <a:pt x="390525" y="2552700"/>
                </a:lnTo>
                <a:close/>
                <a:moveTo>
                  <a:pt x="180975" y="2562225"/>
                </a:moveTo>
                <a:lnTo>
                  <a:pt x="200025" y="2562225"/>
                </a:lnTo>
                <a:lnTo>
                  <a:pt x="200025" y="2581275"/>
                </a:lnTo>
                <a:lnTo>
                  <a:pt x="180975" y="2581275"/>
                </a:lnTo>
                <a:close/>
                <a:moveTo>
                  <a:pt x="419100" y="2562225"/>
                </a:moveTo>
                <a:lnTo>
                  <a:pt x="428625" y="2562225"/>
                </a:lnTo>
                <a:lnTo>
                  <a:pt x="428625" y="2571750"/>
                </a:lnTo>
                <a:lnTo>
                  <a:pt x="419100" y="2571750"/>
                </a:lnTo>
                <a:close/>
                <a:moveTo>
                  <a:pt x="1514475" y="2571750"/>
                </a:moveTo>
                <a:lnTo>
                  <a:pt x="1533525" y="2571750"/>
                </a:lnTo>
                <a:lnTo>
                  <a:pt x="1533525" y="2600325"/>
                </a:lnTo>
                <a:lnTo>
                  <a:pt x="1552575" y="2600325"/>
                </a:lnTo>
                <a:lnTo>
                  <a:pt x="1552575" y="2609850"/>
                </a:lnTo>
                <a:lnTo>
                  <a:pt x="1562100" y="2609850"/>
                </a:lnTo>
                <a:lnTo>
                  <a:pt x="1562100" y="2619375"/>
                </a:lnTo>
                <a:lnTo>
                  <a:pt x="1552575" y="2619375"/>
                </a:lnTo>
                <a:lnTo>
                  <a:pt x="1552575" y="2628900"/>
                </a:lnTo>
                <a:lnTo>
                  <a:pt x="1495425" y="2628900"/>
                </a:lnTo>
                <a:lnTo>
                  <a:pt x="1495425" y="2638425"/>
                </a:lnTo>
                <a:lnTo>
                  <a:pt x="1466850" y="2638425"/>
                </a:lnTo>
                <a:lnTo>
                  <a:pt x="1466850" y="2609850"/>
                </a:lnTo>
                <a:lnTo>
                  <a:pt x="1476375" y="2609850"/>
                </a:lnTo>
                <a:lnTo>
                  <a:pt x="1476375" y="2619375"/>
                </a:lnTo>
                <a:lnTo>
                  <a:pt x="1495425" y="2619375"/>
                </a:lnTo>
                <a:lnTo>
                  <a:pt x="1495425" y="2590800"/>
                </a:lnTo>
                <a:lnTo>
                  <a:pt x="1514475" y="2590800"/>
                </a:lnTo>
                <a:close/>
                <a:moveTo>
                  <a:pt x="1638300" y="2571750"/>
                </a:moveTo>
                <a:lnTo>
                  <a:pt x="1666875" y="2571750"/>
                </a:lnTo>
                <a:lnTo>
                  <a:pt x="1666875" y="2581275"/>
                </a:lnTo>
                <a:lnTo>
                  <a:pt x="1638300" y="2581275"/>
                </a:lnTo>
                <a:close/>
                <a:moveTo>
                  <a:pt x="200025" y="2581275"/>
                </a:moveTo>
                <a:lnTo>
                  <a:pt x="209550" y="2581275"/>
                </a:lnTo>
                <a:lnTo>
                  <a:pt x="209550" y="2590800"/>
                </a:lnTo>
                <a:lnTo>
                  <a:pt x="200025" y="2590800"/>
                </a:lnTo>
                <a:close/>
                <a:moveTo>
                  <a:pt x="1581150" y="2600325"/>
                </a:moveTo>
                <a:lnTo>
                  <a:pt x="1600200" y="2600325"/>
                </a:lnTo>
                <a:lnTo>
                  <a:pt x="1600200" y="2609850"/>
                </a:lnTo>
                <a:lnTo>
                  <a:pt x="1609725" y="2609850"/>
                </a:lnTo>
                <a:lnTo>
                  <a:pt x="1609725" y="2638425"/>
                </a:lnTo>
                <a:lnTo>
                  <a:pt x="1600200" y="2638425"/>
                </a:lnTo>
                <a:lnTo>
                  <a:pt x="1600200" y="2628900"/>
                </a:lnTo>
                <a:lnTo>
                  <a:pt x="1590675" y="2628900"/>
                </a:lnTo>
                <a:lnTo>
                  <a:pt x="1590675" y="2619375"/>
                </a:lnTo>
                <a:lnTo>
                  <a:pt x="1581150" y="2619375"/>
                </a:lnTo>
                <a:close/>
                <a:moveTo>
                  <a:pt x="180975" y="2676525"/>
                </a:moveTo>
                <a:lnTo>
                  <a:pt x="190500" y="2676525"/>
                </a:lnTo>
                <a:lnTo>
                  <a:pt x="190500" y="2686050"/>
                </a:lnTo>
                <a:lnTo>
                  <a:pt x="200025" y="2686050"/>
                </a:lnTo>
                <a:lnTo>
                  <a:pt x="200025" y="2695575"/>
                </a:lnTo>
                <a:lnTo>
                  <a:pt x="190500" y="2695575"/>
                </a:lnTo>
                <a:lnTo>
                  <a:pt x="190500" y="2705100"/>
                </a:lnTo>
                <a:lnTo>
                  <a:pt x="180975" y="2705100"/>
                </a:lnTo>
                <a:close/>
                <a:moveTo>
                  <a:pt x="914400" y="2676525"/>
                </a:moveTo>
                <a:lnTo>
                  <a:pt x="923925" y="2676525"/>
                </a:lnTo>
                <a:lnTo>
                  <a:pt x="923925" y="2695575"/>
                </a:lnTo>
                <a:lnTo>
                  <a:pt x="914400" y="2695575"/>
                </a:lnTo>
                <a:close/>
                <a:moveTo>
                  <a:pt x="933450" y="2686050"/>
                </a:moveTo>
                <a:lnTo>
                  <a:pt x="942975" y="2686050"/>
                </a:lnTo>
                <a:lnTo>
                  <a:pt x="942975" y="2695575"/>
                </a:lnTo>
                <a:lnTo>
                  <a:pt x="933450" y="2695575"/>
                </a:lnTo>
                <a:close/>
                <a:moveTo>
                  <a:pt x="1190625" y="2686050"/>
                </a:moveTo>
                <a:lnTo>
                  <a:pt x="1200150" y="2686050"/>
                </a:lnTo>
                <a:lnTo>
                  <a:pt x="1200150" y="2705100"/>
                </a:lnTo>
                <a:lnTo>
                  <a:pt x="1190625" y="2705100"/>
                </a:lnTo>
                <a:close/>
                <a:moveTo>
                  <a:pt x="800100" y="2695575"/>
                </a:moveTo>
                <a:lnTo>
                  <a:pt x="809625" y="2695575"/>
                </a:lnTo>
                <a:lnTo>
                  <a:pt x="809625" y="2705100"/>
                </a:lnTo>
                <a:lnTo>
                  <a:pt x="800100" y="2705100"/>
                </a:lnTo>
                <a:close/>
                <a:moveTo>
                  <a:pt x="923925" y="2695575"/>
                </a:moveTo>
                <a:lnTo>
                  <a:pt x="933450" y="2695575"/>
                </a:lnTo>
                <a:lnTo>
                  <a:pt x="933450" y="2705100"/>
                </a:lnTo>
                <a:lnTo>
                  <a:pt x="923925" y="2705100"/>
                </a:lnTo>
                <a:close/>
                <a:moveTo>
                  <a:pt x="1143000" y="2705100"/>
                </a:moveTo>
                <a:lnTo>
                  <a:pt x="1152525" y="2705100"/>
                </a:lnTo>
                <a:lnTo>
                  <a:pt x="1152525" y="2714625"/>
                </a:lnTo>
                <a:lnTo>
                  <a:pt x="1143000" y="2714625"/>
                </a:lnTo>
                <a:close/>
                <a:moveTo>
                  <a:pt x="171450" y="2733675"/>
                </a:moveTo>
                <a:lnTo>
                  <a:pt x="180975" y="2733675"/>
                </a:lnTo>
                <a:lnTo>
                  <a:pt x="180975" y="2743200"/>
                </a:lnTo>
                <a:lnTo>
                  <a:pt x="171450" y="2743200"/>
                </a:lnTo>
                <a:close/>
                <a:moveTo>
                  <a:pt x="1552575" y="2733675"/>
                </a:moveTo>
                <a:lnTo>
                  <a:pt x="1571625" y="2733675"/>
                </a:lnTo>
                <a:lnTo>
                  <a:pt x="1571625" y="2743200"/>
                </a:lnTo>
                <a:lnTo>
                  <a:pt x="1562100" y="2743200"/>
                </a:lnTo>
                <a:lnTo>
                  <a:pt x="1562100" y="2752725"/>
                </a:lnTo>
                <a:lnTo>
                  <a:pt x="1571625" y="2752725"/>
                </a:lnTo>
                <a:lnTo>
                  <a:pt x="1571625" y="2762250"/>
                </a:lnTo>
                <a:lnTo>
                  <a:pt x="1533525" y="2762250"/>
                </a:lnTo>
                <a:lnTo>
                  <a:pt x="1533525" y="2743200"/>
                </a:lnTo>
                <a:lnTo>
                  <a:pt x="1552575" y="2743200"/>
                </a:lnTo>
                <a:close/>
                <a:moveTo>
                  <a:pt x="19050" y="2743200"/>
                </a:moveTo>
                <a:lnTo>
                  <a:pt x="28575" y="2743200"/>
                </a:lnTo>
                <a:lnTo>
                  <a:pt x="28575" y="2752725"/>
                </a:lnTo>
                <a:lnTo>
                  <a:pt x="19050" y="2752725"/>
                </a:lnTo>
                <a:close/>
                <a:moveTo>
                  <a:pt x="1609725" y="2743200"/>
                </a:moveTo>
                <a:lnTo>
                  <a:pt x="1666875" y="2743200"/>
                </a:lnTo>
                <a:lnTo>
                  <a:pt x="1666875" y="2800350"/>
                </a:lnTo>
                <a:lnTo>
                  <a:pt x="1657350" y="2800350"/>
                </a:lnTo>
                <a:lnTo>
                  <a:pt x="1657350" y="2790825"/>
                </a:lnTo>
                <a:lnTo>
                  <a:pt x="1638300" y="2790825"/>
                </a:lnTo>
                <a:lnTo>
                  <a:pt x="1638300" y="2781300"/>
                </a:lnTo>
                <a:lnTo>
                  <a:pt x="1619250" y="2781300"/>
                </a:lnTo>
                <a:lnTo>
                  <a:pt x="1619250" y="2752725"/>
                </a:lnTo>
                <a:lnTo>
                  <a:pt x="1609725" y="2752725"/>
                </a:lnTo>
                <a:close/>
                <a:moveTo>
                  <a:pt x="1562100" y="2771775"/>
                </a:moveTo>
                <a:lnTo>
                  <a:pt x="1571625" y="2771775"/>
                </a:lnTo>
                <a:lnTo>
                  <a:pt x="1571625" y="2781300"/>
                </a:lnTo>
                <a:lnTo>
                  <a:pt x="1562100" y="2781300"/>
                </a:lnTo>
                <a:close/>
                <a:moveTo>
                  <a:pt x="1552575" y="2781300"/>
                </a:moveTo>
                <a:lnTo>
                  <a:pt x="1562100" y="2781300"/>
                </a:lnTo>
                <a:lnTo>
                  <a:pt x="1562100" y="2790825"/>
                </a:lnTo>
                <a:lnTo>
                  <a:pt x="1552575" y="2790825"/>
                </a:lnTo>
                <a:close/>
                <a:moveTo>
                  <a:pt x="533400" y="2790825"/>
                </a:moveTo>
                <a:lnTo>
                  <a:pt x="561975" y="2790825"/>
                </a:lnTo>
                <a:lnTo>
                  <a:pt x="561975" y="2800350"/>
                </a:lnTo>
                <a:lnTo>
                  <a:pt x="533400" y="2800350"/>
                </a:lnTo>
                <a:close/>
                <a:moveTo>
                  <a:pt x="590550" y="2790825"/>
                </a:moveTo>
                <a:lnTo>
                  <a:pt x="619125" y="2790825"/>
                </a:lnTo>
                <a:lnTo>
                  <a:pt x="619125" y="2800350"/>
                </a:lnTo>
                <a:lnTo>
                  <a:pt x="590550" y="2800350"/>
                </a:lnTo>
                <a:close/>
                <a:moveTo>
                  <a:pt x="800100" y="2790825"/>
                </a:moveTo>
                <a:lnTo>
                  <a:pt x="828675" y="2790825"/>
                </a:lnTo>
                <a:lnTo>
                  <a:pt x="828675" y="2800350"/>
                </a:lnTo>
                <a:lnTo>
                  <a:pt x="800100" y="2800350"/>
                </a:lnTo>
                <a:close/>
                <a:moveTo>
                  <a:pt x="847725" y="2790825"/>
                </a:moveTo>
                <a:lnTo>
                  <a:pt x="895350" y="2790825"/>
                </a:lnTo>
                <a:lnTo>
                  <a:pt x="895350" y="2800350"/>
                </a:lnTo>
                <a:lnTo>
                  <a:pt x="914400" y="2800350"/>
                </a:lnTo>
                <a:lnTo>
                  <a:pt x="914400" y="2790825"/>
                </a:lnTo>
                <a:lnTo>
                  <a:pt x="1000125" y="2790825"/>
                </a:lnTo>
                <a:lnTo>
                  <a:pt x="1000125" y="2800350"/>
                </a:lnTo>
                <a:lnTo>
                  <a:pt x="1009650" y="2800350"/>
                </a:lnTo>
                <a:lnTo>
                  <a:pt x="1009650" y="2809875"/>
                </a:lnTo>
                <a:lnTo>
                  <a:pt x="1019175" y="2809875"/>
                </a:lnTo>
                <a:lnTo>
                  <a:pt x="1019175" y="2819400"/>
                </a:lnTo>
                <a:lnTo>
                  <a:pt x="1038225" y="2819400"/>
                </a:lnTo>
                <a:lnTo>
                  <a:pt x="1038225" y="2800350"/>
                </a:lnTo>
                <a:lnTo>
                  <a:pt x="1057275" y="2800350"/>
                </a:lnTo>
                <a:lnTo>
                  <a:pt x="1057275" y="2809875"/>
                </a:lnTo>
                <a:lnTo>
                  <a:pt x="1047750" y="2809875"/>
                </a:lnTo>
                <a:lnTo>
                  <a:pt x="1047750" y="2819400"/>
                </a:lnTo>
                <a:lnTo>
                  <a:pt x="1038225" y="2819400"/>
                </a:lnTo>
                <a:lnTo>
                  <a:pt x="1038225" y="2828925"/>
                </a:lnTo>
                <a:lnTo>
                  <a:pt x="1047750" y="2828925"/>
                </a:lnTo>
                <a:lnTo>
                  <a:pt x="1047750" y="2847975"/>
                </a:lnTo>
                <a:lnTo>
                  <a:pt x="1057275" y="2847975"/>
                </a:lnTo>
                <a:lnTo>
                  <a:pt x="1057275" y="2828925"/>
                </a:lnTo>
                <a:lnTo>
                  <a:pt x="1066800" y="2828925"/>
                </a:lnTo>
                <a:lnTo>
                  <a:pt x="1066800" y="2819400"/>
                </a:lnTo>
                <a:lnTo>
                  <a:pt x="1076325" y="2819400"/>
                </a:lnTo>
                <a:lnTo>
                  <a:pt x="1076325" y="2809875"/>
                </a:lnTo>
                <a:lnTo>
                  <a:pt x="1085850" y="2809875"/>
                </a:lnTo>
                <a:lnTo>
                  <a:pt x="1085850" y="2819400"/>
                </a:lnTo>
                <a:lnTo>
                  <a:pt x="1095375" y="2819400"/>
                </a:lnTo>
                <a:lnTo>
                  <a:pt x="1095375" y="2838450"/>
                </a:lnTo>
                <a:lnTo>
                  <a:pt x="1085850" y="2838450"/>
                </a:lnTo>
                <a:lnTo>
                  <a:pt x="1085850" y="2847975"/>
                </a:lnTo>
                <a:lnTo>
                  <a:pt x="1076325" y="2847975"/>
                </a:lnTo>
                <a:lnTo>
                  <a:pt x="1076325" y="2857500"/>
                </a:lnTo>
                <a:lnTo>
                  <a:pt x="1057275" y="2857500"/>
                </a:lnTo>
                <a:lnTo>
                  <a:pt x="1057275" y="2867025"/>
                </a:lnTo>
                <a:lnTo>
                  <a:pt x="1047750" y="2867025"/>
                </a:lnTo>
                <a:lnTo>
                  <a:pt x="1047750" y="2857500"/>
                </a:lnTo>
                <a:lnTo>
                  <a:pt x="990600" y="2857500"/>
                </a:lnTo>
                <a:lnTo>
                  <a:pt x="990600" y="2847975"/>
                </a:lnTo>
                <a:lnTo>
                  <a:pt x="971550" y="2847975"/>
                </a:lnTo>
                <a:lnTo>
                  <a:pt x="971550" y="2857500"/>
                </a:lnTo>
                <a:lnTo>
                  <a:pt x="923925" y="2857500"/>
                </a:lnTo>
                <a:lnTo>
                  <a:pt x="923925" y="2847975"/>
                </a:lnTo>
                <a:lnTo>
                  <a:pt x="885825" y="2847975"/>
                </a:lnTo>
                <a:lnTo>
                  <a:pt x="885825" y="2857500"/>
                </a:lnTo>
                <a:lnTo>
                  <a:pt x="876300" y="2857500"/>
                </a:lnTo>
                <a:lnTo>
                  <a:pt x="876300" y="2847975"/>
                </a:lnTo>
                <a:lnTo>
                  <a:pt x="847725" y="2847975"/>
                </a:lnTo>
                <a:lnTo>
                  <a:pt x="847725" y="2838450"/>
                </a:lnTo>
                <a:lnTo>
                  <a:pt x="838200" y="2838450"/>
                </a:lnTo>
                <a:lnTo>
                  <a:pt x="838200" y="2828925"/>
                </a:lnTo>
                <a:lnTo>
                  <a:pt x="847725" y="2828925"/>
                </a:lnTo>
                <a:lnTo>
                  <a:pt x="847725" y="2819400"/>
                </a:lnTo>
                <a:lnTo>
                  <a:pt x="819150" y="2819400"/>
                </a:lnTo>
                <a:lnTo>
                  <a:pt x="819150" y="2809875"/>
                </a:lnTo>
                <a:lnTo>
                  <a:pt x="828675" y="2809875"/>
                </a:lnTo>
                <a:lnTo>
                  <a:pt x="828675" y="2800350"/>
                </a:lnTo>
                <a:lnTo>
                  <a:pt x="847725" y="2800350"/>
                </a:lnTo>
                <a:close/>
                <a:moveTo>
                  <a:pt x="1171575" y="2790825"/>
                </a:moveTo>
                <a:lnTo>
                  <a:pt x="1181100" y="2790825"/>
                </a:lnTo>
                <a:lnTo>
                  <a:pt x="1181100" y="2800350"/>
                </a:lnTo>
                <a:lnTo>
                  <a:pt x="1190625" y="2800350"/>
                </a:lnTo>
                <a:lnTo>
                  <a:pt x="1190625" y="2809875"/>
                </a:lnTo>
                <a:lnTo>
                  <a:pt x="1162050" y="2809875"/>
                </a:lnTo>
                <a:lnTo>
                  <a:pt x="1162050" y="2800350"/>
                </a:lnTo>
                <a:lnTo>
                  <a:pt x="1171575" y="2800350"/>
                </a:lnTo>
                <a:close/>
                <a:moveTo>
                  <a:pt x="561975" y="2800350"/>
                </a:moveTo>
                <a:lnTo>
                  <a:pt x="590550" y="2800350"/>
                </a:lnTo>
                <a:lnTo>
                  <a:pt x="590550" y="2809875"/>
                </a:lnTo>
                <a:lnTo>
                  <a:pt x="581025" y="2809875"/>
                </a:lnTo>
                <a:lnTo>
                  <a:pt x="581025" y="2819400"/>
                </a:lnTo>
                <a:lnTo>
                  <a:pt x="571500" y="2819400"/>
                </a:lnTo>
                <a:lnTo>
                  <a:pt x="571500" y="2847975"/>
                </a:lnTo>
                <a:lnTo>
                  <a:pt x="552450" y="2847975"/>
                </a:lnTo>
                <a:lnTo>
                  <a:pt x="552450" y="2857500"/>
                </a:lnTo>
                <a:lnTo>
                  <a:pt x="542925" y="2857500"/>
                </a:lnTo>
                <a:lnTo>
                  <a:pt x="542925" y="2867025"/>
                </a:lnTo>
                <a:lnTo>
                  <a:pt x="504825" y="2867025"/>
                </a:lnTo>
                <a:lnTo>
                  <a:pt x="504825" y="2857500"/>
                </a:lnTo>
                <a:lnTo>
                  <a:pt x="495300" y="2857500"/>
                </a:lnTo>
                <a:lnTo>
                  <a:pt x="495300" y="2867025"/>
                </a:lnTo>
                <a:lnTo>
                  <a:pt x="466725" y="2867025"/>
                </a:lnTo>
                <a:lnTo>
                  <a:pt x="466725" y="2857500"/>
                </a:lnTo>
                <a:lnTo>
                  <a:pt x="438150" y="2857500"/>
                </a:lnTo>
                <a:lnTo>
                  <a:pt x="438150" y="2847975"/>
                </a:lnTo>
                <a:lnTo>
                  <a:pt x="476250" y="2847975"/>
                </a:lnTo>
                <a:lnTo>
                  <a:pt x="476250" y="2857500"/>
                </a:lnTo>
                <a:lnTo>
                  <a:pt x="485775" y="2857500"/>
                </a:lnTo>
                <a:lnTo>
                  <a:pt x="485775" y="2847975"/>
                </a:lnTo>
                <a:lnTo>
                  <a:pt x="504825" y="2847975"/>
                </a:lnTo>
                <a:lnTo>
                  <a:pt x="504825" y="2838450"/>
                </a:lnTo>
                <a:lnTo>
                  <a:pt x="523875" y="2838450"/>
                </a:lnTo>
                <a:lnTo>
                  <a:pt x="523875" y="2828925"/>
                </a:lnTo>
                <a:lnTo>
                  <a:pt x="514350" y="2828925"/>
                </a:lnTo>
                <a:lnTo>
                  <a:pt x="514350" y="2819400"/>
                </a:lnTo>
                <a:lnTo>
                  <a:pt x="523875" y="2819400"/>
                </a:lnTo>
                <a:lnTo>
                  <a:pt x="523875" y="2809875"/>
                </a:lnTo>
                <a:lnTo>
                  <a:pt x="561975" y="2809875"/>
                </a:lnTo>
                <a:close/>
                <a:moveTo>
                  <a:pt x="1276350" y="2800350"/>
                </a:moveTo>
                <a:lnTo>
                  <a:pt x="1314450" y="2800350"/>
                </a:lnTo>
                <a:lnTo>
                  <a:pt x="1314450" y="2819400"/>
                </a:lnTo>
                <a:lnTo>
                  <a:pt x="1323975" y="2819400"/>
                </a:lnTo>
                <a:lnTo>
                  <a:pt x="1323975" y="2828925"/>
                </a:lnTo>
                <a:lnTo>
                  <a:pt x="1362075" y="2828925"/>
                </a:lnTo>
                <a:lnTo>
                  <a:pt x="1362075" y="2838450"/>
                </a:lnTo>
                <a:lnTo>
                  <a:pt x="1390650" y="2838450"/>
                </a:lnTo>
                <a:lnTo>
                  <a:pt x="1390650" y="2828925"/>
                </a:lnTo>
                <a:lnTo>
                  <a:pt x="1400175" y="2828925"/>
                </a:lnTo>
                <a:lnTo>
                  <a:pt x="1400175" y="2838450"/>
                </a:lnTo>
                <a:lnTo>
                  <a:pt x="1447800" y="2838450"/>
                </a:lnTo>
                <a:lnTo>
                  <a:pt x="1447800" y="2828925"/>
                </a:lnTo>
                <a:lnTo>
                  <a:pt x="1466850" y="2828925"/>
                </a:lnTo>
                <a:lnTo>
                  <a:pt x="1466850" y="2819400"/>
                </a:lnTo>
                <a:lnTo>
                  <a:pt x="1476375" y="2819400"/>
                </a:lnTo>
                <a:lnTo>
                  <a:pt x="1476375" y="2838450"/>
                </a:lnTo>
                <a:lnTo>
                  <a:pt x="1495425" y="2838450"/>
                </a:lnTo>
                <a:lnTo>
                  <a:pt x="1495425" y="2819400"/>
                </a:lnTo>
                <a:lnTo>
                  <a:pt x="1485900" y="2819400"/>
                </a:lnTo>
                <a:lnTo>
                  <a:pt x="1485900" y="2809875"/>
                </a:lnTo>
                <a:lnTo>
                  <a:pt x="1514475" y="2809875"/>
                </a:lnTo>
                <a:lnTo>
                  <a:pt x="1514475" y="2819400"/>
                </a:lnTo>
                <a:lnTo>
                  <a:pt x="1524000" y="2819400"/>
                </a:lnTo>
                <a:lnTo>
                  <a:pt x="1524000" y="2828925"/>
                </a:lnTo>
                <a:lnTo>
                  <a:pt x="1514475" y="2828925"/>
                </a:lnTo>
                <a:lnTo>
                  <a:pt x="1514475" y="2838450"/>
                </a:lnTo>
                <a:lnTo>
                  <a:pt x="1533525" y="2838450"/>
                </a:lnTo>
                <a:lnTo>
                  <a:pt x="1533525" y="2847975"/>
                </a:lnTo>
                <a:lnTo>
                  <a:pt x="1524000" y="2847975"/>
                </a:lnTo>
                <a:lnTo>
                  <a:pt x="1524000" y="2857500"/>
                </a:lnTo>
                <a:lnTo>
                  <a:pt x="1409700" y="2857500"/>
                </a:lnTo>
                <a:lnTo>
                  <a:pt x="1409700" y="2867025"/>
                </a:lnTo>
                <a:lnTo>
                  <a:pt x="1381125" y="2867025"/>
                </a:lnTo>
                <a:lnTo>
                  <a:pt x="1381125" y="2857500"/>
                </a:lnTo>
                <a:lnTo>
                  <a:pt x="1314450" y="2857500"/>
                </a:lnTo>
                <a:lnTo>
                  <a:pt x="1314450" y="2847975"/>
                </a:lnTo>
                <a:lnTo>
                  <a:pt x="1323975" y="2847975"/>
                </a:lnTo>
                <a:lnTo>
                  <a:pt x="1323975" y="2838450"/>
                </a:lnTo>
                <a:lnTo>
                  <a:pt x="1314450" y="2838450"/>
                </a:lnTo>
                <a:lnTo>
                  <a:pt x="1314450" y="2828925"/>
                </a:lnTo>
                <a:lnTo>
                  <a:pt x="1304925" y="2828925"/>
                </a:lnTo>
                <a:lnTo>
                  <a:pt x="1304925" y="2819400"/>
                </a:lnTo>
                <a:lnTo>
                  <a:pt x="1285875" y="2819400"/>
                </a:lnTo>
                <a:lnTo>
                  <a:pt x="1285875" y="2828925"/>
                </a:lnTo>
                <a:lnTo>
                  <a:pt x="1276350" y="2828925"/>
                </a:lnTo>
                <a:lnTo>
                  <a:pt x="1276350" y="2838450"/>
                </a:lnTo>
                <a:lnTo>
                  <a:pt x="1266825" y="2838450"/>
                </a:lnTo>
                <a:lnTo>
                  <a:pt x="1266825" y="2819400"/>
                </a:lnTo>
                <a:lnTo>
                  <a:pt x="1276350" y="2819400"/>
                </a:lnTo>
                <a:close/>
                <a:moveTo>
                  <a:pt x="847725" y="2809875"/>
                </a:moveTo>
                <a:lnTo>
                  <a:pt x="876300" y="2809875"/>
                </a:lnTo>
                <a:lnTo>
                  <a:pt x="876300" y="2800350"/>
                </a:lnTo>
                <a:lnTo>
                  <a:pt x="847725" y="2800350"/>
                </a:lnTo>
                <a:close/>
                <a:moveTo>
                  <a:pt x="1552575" y="2809875"/>
                </a:moveTo>
                <a:lnTo>
                  <a:pt x="1562100" y="2809875"/>
                </a:lnTo>
                <a:lnTo>
                  <a:pt x="1562100" y="2819400"/>
                </a:lnTo>
                <a:lnTo>
                  <a:pt x="1552575" y="2819400"/>
                </a:lnTo>
                <a:close/>
                <a:moveTo>
                  <a:pt x="238125" y="2819400"/>
                </a:moveTo>
                <a:lnTo>
                  <a:pt x="247650" y="2819400"/>
                </a:lnTo>
                <a:lnTo>
                  <a:pt x="247650" y="2828925"/>
                </a:lnTo>
                <a:lnTo>
                  <a:pt x="238125" y="2828925"/>
                </a:lnTo>
                <a:close/>
                <a:moveTo>
                  <a:pt x="1571625" y="2819400"/>
                </a:moveTo>
                <a:lnTo>
                  <a:pt x="1581150" y="2819400"/>
                </a:lnTo>
                <a:lnTo>
                  <a:pt x="1581150" y="2828925"/>
                </a:lnTo>
                <a:lnTo>
                  <a:pt x="1571625" y="2828925"/>
                </a:lnTo>
                <a:close/>
                <a:moveTo>
                  <a:pt x="247650" y="2828925"/>
                </a:moveTo>
                <a:lnTo>
                  <a:pt x="266700" y="2828925"/>
                </a:lnTo>
                <a:lnTo>
                  <a:pt x="266700" y="2838450"/>
                </a:lnTo>
                <a:lnTo>
                  <a:pt x="257175" y="2838450"/>
                </a:lnTo>
                <a:lnTo>
                  <a:pt x="257175" y="2847975"/>
                </a:lnTo>
                <a:lnTo>
                  <a:pt x="238125" y="2847975"/>
                </a:lnTo>
                <a:lnTo>
                  <a:pt x="238125" y="2838450"/>
                </a:lnTo>
                <a:lnTo>
                  <a:pt x="247650" y="2838450"/>
                </a:lnTo>
                <a:close/>
                <a:moveTo>
                  <a:pt x="781050" y="2828925"/>
                </a:moveTo>
                <a:lnTo>
                  <a:pt x="809625" y="2828925"/>
                </a:lnTo>
                <a:lnTo>
                  <a:pt x="809625" y="2838450"/>
                </a:lnTo>
                <a:lnTo>
                  <a:pt x="800100" y="2838450"/>
                </a:lnTo>
                <a:lnTo>
                  <a:pt x="800100" y="2857500"/>
                </a:lnTo>
                <a:lnTo>
                  <a:pt x="762000" y="2857500"/>
                </a:lnTo>
                <a:lnTo>
                  <a:pt x="762000" y="2847975"/>
                </a:lnTo>
                <a:lnTo>
                  <a:pt x="781050" y="2847975"/>
                </a:lnTo>
                <a:close/>
                <a:moveTo>
                  <a:pt x="1143000" y="2828925"/>
                </a:moveTo>
                <a:lnTo>
                  <a:pt x="1152525" y="2828925"/>
                </a:lnTo>
                <a:lnTo>
                  <a:pt x="1152525" y="2838450"/>
                </a:lnTo>
                <a:lnTo>
                  <a:pt x="1162050" y="2838450"/>
                </a:lnTo>
                <a:lnTo>
                  <a:pt x="1162050" y="2847975"/>
                </a:lnTo>
                <a:lnTo>
                  <a:pt x="1190625" y="2847975"/>
                </a:lnTo>
                <a:lnTo>
                  <a:pt x="1190625" y="2838450"/>
                </a:lnTo>
                <a:lnTo>
                  <a:pt x="1219200" y="2838450"/>
                </a:lnTo>
                <a:lnTo>
                  <a:pt x="1219200" y="2847975"/>
                </a:lnTo>
                <a:lnTo>
                  <a:pt x="1238250" y="2847975"/>
                </a:lnTo>
                <a:lnTo>
                  <a:pt x="1238250" y="2857500"/>
                </a:lnTo>
                <a:lnTo>
                  <a:pt x="1200150" y="2857500"/>
                </a:lnTo>
                <a:lnTo>
                  <a:pt x="1200150" y="2867025"/>
                </a:lnTo>
                <a:lnTo>
                  <a:pt x="1181100" y="2867025"/>
                </a:lnTo>
                <a:lnTo>
                  <a:pt x="1181100" y="2857500"/>
                </a:lnTo>
                <a:lnTo>
                  <a:pt x="1133475" y="2857500"/>
                </a:lnTo>
                <a:lnTo>
                  <a:pt x="1133475" y="2838450"/>
                </a:lnTo>
                <a:lnTo>
                  <a:pt x="1143000" y="2838450"/>
                </a:lnTo>
                <a:close/>
                <a:moveTo>
                  <a:pt x="209550" y="2838450"/>
                </a:moveTo>
                <a:lnTo>
                  <a:pt x="228600" y="2838450"/>
                </a:lnTo>
                <a:lnTo>
                  <a:pt x="228600" y="2857500"/>
                </a:lnTo>
                <a:lnTo>
                  <a:pt x="219075" y="2857500"/>
                </a:lnTo>
                <a:lnTo>
                  <a:pt x="219075" y="2847975"/>
                </a:lnTo>
                <a:lnTo>
                  <a:pt x="209550" y="2847975"/>
                </a:lnTo>
                <a:close/>
                <a:moveTo>
                  <a:pt x="371475" y="2838450"/>
                </a:moveTo>
                <a:lnTo>
                  <a:pt x="381000" y="2838450"/>
                </a:lnTo>
                <a:lnTo>
                  <a:pt x="381000" y="2847975"/>
                </a:lnTo>
                <a:lnTo>
                  <a:pt x="409575" y="2847975"/>
                </a:lnTo>
                <a:lnTo>
                  <a:pt x="409575" y="2857500"/>
                </a:lnTo>
                <a:lnTo>
                  <a:pt x="371475" y="2857500"/>
                </a:lnTo>
                <a:close/>
                <a:moveTo>
                  <a:pt x="533400" y="2838450"/>
                </a:moveTo>
                <a:lnTo>
                  <a:pt x="542925" y="2838450"/>
                </a:lnTo>
                <a:lnTo>
                  <a:pt x="542925" y="2819400"/>
                </a:lnTo>
                <a:lnTo>
                  <a:pt x="533400" y="2819400"/>
                </a:lnTo>
                <a:close/>
                <a:moveTo>
                  <a:pt x="895350" y="2838450"/>
                </a:moveTo>
                <a:lnTo>
                  <a:pt x="914400" y="2838450"/>
                </a:lnTo>
                <a:lnTo>
                  <a:pt x="914400" y="2809875"/>
                </a:lnTo>
                <a:lnTo>
                  <a:pt x="895350" y="2809875"/>
                </a:lnTo>
                <a:close/>
                <a:moveTo>
                  <a:pt x="257175" y="2847975"/>
                </a:moveTo>
                <a:lnTo>
                  <a:pt x="276225" y="2847975"/>
                </a:lnTo>
                <a:lnTo>
                  <a:pt x="276225" y="2857500"/>
                </a:lnTo>
                <a:lnTo>
                  <a:pt x="266700" y="2857500"/>
                </a:lnTo>
                <a:lnTo>
                  <a:pt x="266700" y="2867025"/>
                </a:lnTo>
                <a:lnTo>
                  <a:pt x="257175" y="2867025"/>
                </a:lnTo>
                <a:close/>
                <a:moveTo>
                  <a:pt x="552450" y="2857500"/>
                </a:moveTo>
                <a:lnTo>
                  <a:pt x="561975" y="2857500"/>
                </a:lnTo>
                <a:lnTo>
                  <a:pt x="561975" y="2867025"/>
                </a:lnTo>
                <a:lnTo>
                  <a:pt x="552450" y="2867025"/>
                </a:lnTo>
                <a:close/>
                <a:moveTo>
                  <a:pt x="600075" y="2857500"/>
                </a:moveTo>
                <a:lnTo>
                  <a:pt x="609600" y="2857500"/>
                </a:lnTo>
                <a:lnTo>
                  <a:pt x="609600" y="2867025"/>
                </a:lnTo>
                <a:lnTo>
                  <a:pt x="600075" y="2867025"/>
                </a:lnTo>
                <a:close/>
                <a:moveTo>
                  <a:pt x="619125" y="2857500"/>
                </a:moveTo>
                <a:lnTo>
                  <a:pt x="628650" y="2857500"/>
                </a:lnTo>
                <a:lnTo>
                  <a:pt x="628650" y="2867025"/>
                </a:lnTo>
                <a:lnTo>
                  <a:pt x="619125" y="2867025"/>
                </a:lnTo>
                <a:close/>
                <a:moveTo>
                  <a:pt x="1247775" y="2857500"/>
                </a:moveTo>
                <a:lnTo>
                  <a:pt x="1257300" y="2857500"/>
                </a:lnTo>
                <a:lnTo>
                  <a:pt x="1257300" y="2867025"/>
                </a:lnTo>
                <a:lnTo>
                  <a:pt x="1247775" y="2867025"/>
                </a:lnTo>
                <a:close/>
                <a:moveTo>
                  <a:pt x="1285875" y="2857500"/>
                </a:moveTo>
                <a:lnTo>
                  <a:pt x="1304925" y="2857500"/>
                </a:lnTo>
                <a:lnTo>
                  <a:pt x="1304925" y="2867025"/>
                </a:lnTo>
                <a:lnTo>
                  <a:pt x="1285875" y="2867025"/>
                </a:lnTo>
                <a:close/>
                <a:moveTo>
                  <a:pt x="581025" y="2867025"/>
                </a:moveTo>
                <a:lnTo>
                  <a:pt x="600075" y="2867025"/>
                </a:lnTo>
                <a:lnTo>
                  <a:pt x="600075" y="2876550"/>
                </a:lnTo>
                <a:lnTo>
                  <a:pt x="581025" y="2876550"/>
                </a:lnTo>
                <a:close/>
                <a:moveTo>
                  <a:pt x="666750" y="2867025"/>
                </a:moveTo>
                <a:lnTo>
                  <a:pt x="676275" y="2867025"/>
                </a:lnTo>
                <a:lnTo>
                  <a:pt x="676275" y="2876550"/>
                </a:lnTo>
                <a:lnTo>
                  <a:pt x="666750" y="2876550"/>
                </a:lnTo>
                <a:close/>
                <a:moveTo>
                  <a:pt x="1257300" y="2867025"/>
                </a:moveTo>
                <a:lnTo>
                  <a:pt x="1276350" y="2867025"/>
                </a:lnTo>
                <a:lnTo>
                  <a:pt x="1276350" y="2876550"/>
                </a:lnTo>
                <a:lnTo>
                  <a:pt x="1257300" y="2876550"/>
                </a:lnTo>
                <a:close/>
                <a:moveTo>
                  <a:pt x="533400" y="2952750"/>
                </a:moveTo>
                <a:lnTo>
                  <a:pt x="552450" y="2952750"/>
                </a:lnTo>
                <a:lnTo>
                  <a:pt x="552450" y="2971800"/>
                </a:lnTo>
                <a:lnTo>
                  <a:pt x="590550" y="2971800"/>
                </a:lnTo>
                <a:lnTo>
                  <a:pt x="590550" y="2952750"/>
                </a:lnTo>
                <a:lnTo>
                  <a:pt x="609600" y="2952750"/>
                </a:lnTo>
                <a:lnTo>
                  <a:pt x="609600" y="2962275"/>
                </a:lnTo>
                <a:lnTo>
                  <a:pt x="638175" y="2962275"/>
                </a:lnTo>
                <a:lnTo>
                  <a:pt x="638175" y="2952750"/>
                </a:lnTo>
                <a:lnTo>
                  <a:pt x="666750" y="2952750"/>
                </a:lnTo>
                <a:lnTo>
                  <a:pt x="666750" y="2962275"/>
                </a:lnTo>
                <a:lnTo>
                  <a:pt x="695325" y="2962275"/>
                </a:lnTo>
                <a:lnTo>
                  <a:pt x="695325" y="2971800"/>
                </a:lnTo>
                <a:lnTo>
                  <a:pt x="657225" y="2971800"/>
                </a:lnTo>
                <a:lnTo>
                  <a:pt x="657225" y="2981325"/>
                </a:lnTo>
                <a:lnTo>
                  <a:pt x="609600" y="2981325"/>
                </a:lnTo>
                <a:lnTo>
                  <a:pt x="609600" y="2990850"/>
                </a:lnTo>
                <a:lnTo>
                  <a:pt x="600075" y="2990850"/>
                </a:lnTo>
                <a:lnTo>
                  <a:pt x="600075" y="3000375"/>
                </a:lnTo>
                <a:lnTo>
                  <a:pt x="590550" y="3000375"/>
                </a:lnTo>
                <a:lnTo>
                  <a:pt x="590550" y="2981325"/>
                </a:lnTo>
                <a:lnTo>
                  <a:pt x="504825" y="2981325"/>
                </a:lnTo>
                <a:lnTo>
                  <a:pt x="504825" y="2971800"/>
                </a:lnTo>
                <a:lnTo>
                  <a:pt x="533400" y="2971800"/>
                </a:lnTo>
                <a:close/>
                <a:moveTo>
                  <a:pt x="561975" y="2952750"/>
                </a:moveTo>
                <a:lnTo>
                  <a:pt x="571500" y="2952750"/>
                </a:lnTo>
                <a:lnTo>
                  <a:pt x="571500" y="2962275"/>
                </a:lnTo>
                <a:lnTo>
                  <a:pt x="561975" y="2962275"/>
                </a:lnTo>
                <a:close/>
                <a:moveTo>
                  <a:pt x="714375" y="2952750"/>
                </a:moveTo>
                <a:lnTo>
                  <a:pt x="733425" y="2952750"/>
                </a:lnTo>
                <a:lnTo>
                  <a:pt x="733425" y="2962275"/>
                </a:lnTo>
                <a:lnTo>
                  <a:pt x="742950" y="2962275"/>
                </a:lnTo>
                <a:lnTo>
                  <a:pt x="742950" y="2952750"/>
                </a:lnTo>
                <a:lnTo>
                  <a:pt x="771525" y="2952750"/>
                </a:lnTo>
                <a:lnTo>
                  <a:pt x="771525" y="2971800"/>
                </a:lnTo>
                <a:lnTo>
                  <a:pt x="809625" y="2971800"/>
                </a:lnTo>
                <a:lnTo>
                  <a:pt x="809625" y="2962275"/>
                </a:lnTo>
                <a:lnTo>
                  <a:pt x="828675" y="2962275"/>
                </a:lnTo>
                <a:lnTo>
                  <a:pt x="828675" y="2971800"/>
                </a:lnTo>
                <a:lnTo>
                  <a:pt x="809625" y="2971800"/>
                </a:lnTo>
                <a:lnTo>
                  <a:pt x="809625" y="2981325"/>
                </a:lnTo>
                <a:lnTo>
                  <a:pt x="838200" y="2981325"/>
                </a:lnTo>
                <a:lnTo>
                  <a:pt x="838200" y="2990850"/>
                </a:lnTo>
                <a:lnTo>
                  <a:pt x="847725" y="2990850"/>
                </a:lnTo>
                <a:lnTo>
                  <a:pt x="847725" y="2981325"/>
                </a:lnTo>
                <a:lnTo>
                  <a:pt x="904875" y="2981325"/>
                </a:lnTo>
                <a:lnTo>
                  <a:pt x="904875" y="2990850"/>
                </a:lnTo>
                <a:lnTo>
                  <a:pt x="914400" y="2990850"/>
                </a:lnTo>
                <a:lnTo>
                  <a:pt x="914400" y="3000375"/>
                </a:lnTo>
                <a:lnTo>
                  <a:pt x="923925" y="3000375"/>
                </a:lnTo>
                <a:lnTo>
                  <a:pt x="923925" y="2981325"/>
                </a:lnTo>
                <a:lnTo>
                  <a:pt x="971550" y="2981325"/>
                </a:lnTo>
                <a:lnTo>
                  <a:pt x="971550" y="2971800"/>
                </a:lnTo>
                <a:lnTo>
                  <a:pt x="990600" y="2971800"/>
                </a:lnTo>
                <a:lnTo>
                  <a:pt x="990600" y="2962275"/>
                </a:lnTo>
                <a:lnTo>
                  <a:pt x="1009650" y="2962275"/>
                </a:lnTo>
                <a:lnTo>
                  <a:pt x="1009650" y="2971800"/>
                </a:lnTo>
                <a:lnTo>
                  <a:pt x="1095375" y="2971800"/>
                </a:lnTo>
                <a:lnTo>
                  <a:pt x="1095375" y="2981325"/>
                </a:lnTo>
                <a:lnTo>
                  <a:pt x="1104900" y="2981325"/>
                </a:lnTo>
                <a:lnTo>
                  <a:pt x="1104900" y="2971800"/>
                </a:lnTo>
                <a:lnTo>
                  <a:pt x="1133475" y="2971800"/>
                </a:lnTo>
                <a:lnTo>
                  <a:pt x="1133475" y="3000375"/>
                </a:lnTo>
                <a:lnTo>
                  <a:pt x="1152525" y="3000375"/>
                </a:lnTo>
                <a:lnTo>
                  <a:pt x="1152525" y="2990850"/>
                </a:lnTo>
                <a:lnTo>
                  <a:pt x="1171575" y="2990850"/>
                </a:lnTo>
                <a:lnTo>
                  <a:pt x="1171575" y="2971800"/>
                </a:lnTo>
                <a:lnTo>
                  <a:pt x="1200150" y="2971800"/>
                </a:lnTo>
                <a:lnTo>
                  <a:pt x="1200150" y="2981325"/>
                </a:lnTo>
                <a:lnTo>
                  <a:pt x="1209675" y="2981325"/>
                </a:lnTo>
                <a:lnTo>
                  <a:pt x="1209675" y="3000375"/>
                </a:lnTo>
                <a:lnTo>
                  <a:pt x="1219200" y="3000375"/>
                </a:lnTo>
                <a:lnTo>
                  <a:pt x="1219200" y="2990850"/>
                </a:lnTo>
                <a:lnTo>
                  <a:pt x="1238250" y="2990850"/>
                </a:lnTo>
                <a:lnTo>
                  <a:pt x="1238250" y="2981325"/>
                </a:lnTo>
                <a:lnTo>
                  <a:pt x="1228725" y="2981325"/>
                </a:lnTo>
                <a:lnTo>
                  <a:pt x="1228725" y="2971800"/>
                </a:lnTo>
                <a:lnTo>
                  <a:pt x="1238250" y="2971800"/>
                </a:lnTo>
                <a:lnTo>
                  <a:pt x="1238250" y="2962275"/>
                </a:lnTo>
                <a:lnTo>
                  <a:pt x="1257300" y="2962275"/>
                </a:lnTo>
                <a:lnTo>
                  <a:pt x="1257300" y="2981325"/>
                </a:lnTo>
                <a:lnTo>
                  <a:pt x="1247775" y="2981325"/>
                </a:lnTo>
                <a:lnTo>
                  <a:pt x="1247775" y="3000375"/>
                </a:lnTo>
                <a:lnTo>
                  <a:pt x="1266825" y="3000375"/>
                </a:lnTo>
                <a:lnTo>
                  <a:pt x="1266825" y="3019425"/>
                </a:lnTo>
                <a:lnTo>
                  <a:pt x="1276350" y="3019425"/>
                </a:lnTo>
                <a:lnTo>
                  <a:pt x="1276350" y="3028950"/>
                </a:lnTo>
                <a:lnTo>
                  <a:pt x="1285875" y="3028950"/>
                </a:lnTo>
                <a:lnTo>
                  <a:pt x="1285875" y="3019425"/>
                </a:lnTo>
                <a:lnTo>
                  <a:pt x="1295400" y="3019425"/>
                </a:lnTo>
                <a:lnTo>
                  <a:pt x="1295400" y="3009900"/>
                </a:lnTo>
                <a:lnTo>
                  <a:pt x="1285875" y="3009900"/>
                </a:lnTo>
                <a:lnTo>
                  <a:pt x="1285875" y="2981325"/>
                </a:lnTo>
                <a:lnTo>
                  <a:pt x="1276350" y="2981325"/>
                </a:lnTo>
                <a:lnTo>
                  <a:pt x="1276350" y="2971800"/>
                </a:lnTo>
                <a:lnTo>
                  <a:pt x="1285875" y="2971800"/>
                </a:lnTo>
                <a:lnTo>
                  <a:pt x="1285875" y="2962275"/>
                </a:lnTo>
                <a:lnTo>
                  <a:pt x="1304925" y="2962275"/>
                </a:lnTo>
                <a:lnTo>
                  <a:pt x="1304925" y="2971800"/>
                </a:lnTo>
                <a:lnTo>
                  <a:pt x="1371600" y="2971800"/>
                </a:lnTo>
                <a:lnTo>
                  <a:pt x="1371600" y="2962275"/>
                </a:lnTo>
                <a:lnTo>
                  <a:pt x="1381125" y="2962275"/>
                </a:lnTo>
                <a:lnTo>
                  <a:pt x="1381125" y="2971800"/>
                </a:lnTo>
                <a:lnTo>
                  <a:pt x="1371600" y="2971800"/>
                </a:lnTo>
                <a:lnTo>
                  <a:pt x="1371600" y="2981325"/>
                </a:lnTo>
                <a:lnTo>
                  <a:pt x="1400175" y="2981325"/>
                </a:lnTo>
                <a:lnTo>
                  <a:pt x="1400175" y="2971800"/>
                </a:lnTo>
                <a:lnTo>
                  <a:pt x="1390650" y="2971800"/>
                </a:lnTo>
                <a:lnTo>
                  <a:pt x="1390650" y="2962275"/>
                </a:lnTo>
                <a:lnTo>
                  <a:pt x="1400175" y="2962275"/>
                </a:lnTo>
                <a:lnTo>
                  <a:pt x="1400175" y="2971800"/>
                </a:lnTo>
                <a:lnTo>
                  <a:pt x="1409700" y="2971800"/>
                </a:lnTo>
                <a:lnTo>
                  <a:pt x="1409700" y="2962275"/>
                </a:lnTo>
                <a:lnTo>
                  <a:pt x="1419225" y="2962275"/>
                </a:lnTo>
                <a:lnTo>
                  <a:pt x="1419225" y="2981325"/>
                </a:lnTo>
                <a:lnTo>
                  <a:pt x="1466850" y="2981325"/>
                </a:lnTo>
                <a:lnTo>
                  <a:pt x="1466850" y="2962275"/>
                </a:lnTo>
                <a:lnTo>
                  <a:pt x="1495425" y="2962275"/>
                </a:lnTo>
                <a:lnTo>
                  <a:pt x="1495425" y="2971800"/>
                </a:lnTo>
                <a:lnTo>
                  <a:pt x="1552575" y="2971800"/>
                </a:lnTo>
                <a:lnTo>
                  <a:pt x="1552575" y="2962275"/>
                </a:lnTo>
                <a:lnTo>
                  <a:pt x="1533525" y="2962275"/>
                </a:lnTo>
                <a:lnTo>
                  <a:pt x="1533525" y="2952750"/>
                </a:lnTo>
                <a:lnTo>
                  <a:pt x="1571625" y="2952750"/>
                </a:lnTo>
                <a:lnTo>
                  <a:pt x="1571625" y="2971800"/>
                </a:lnTo>
                <a:lnTo>
                  <a:pt x="1581150" y="2971800"/>
                </a:lnTo>
                <a:lnTo>
                  <a:pt x="1581150" y="2981325"/>
                </a:lnTo>
                <a:lnTo>
                  <a:pt x="1600200" y="2981325"/>
                </a:lnTo>
                <a:lnTo>
                  <a:pt x="1600200" y="2971800"/>
                </a:lnTo>
                <a:lnTo>
                  <a:pt x="1647825" y="2971800"/>
                </a:lnTo>
                <a:lnTo>
                  <a:pt x="1647825" y="2962275"/>
                </a:lnTo>
                <a:lnTo>
                  <a:pt x="1657350" y="2962275"/>
                </a:lnTo>
                <a:lnTo>
                  <a:pt x="1657350" y="2990850"/>
                </a:lnTo>
                <a:lnTo>
                  <a:pt x="1600200" y="2990850"/>
                </a:lnTo>
                <a:lnTo>
                  <a:pt x="1600200" y="3009900"/>
                </a:lnTo>
                <a:lnTo>
                  <a:pt x="1590675" y="3009900"/>
                </a:lnTo>
                <a:lnTo>
                  <a:pt x="1590675" y="3019425"/>
                </a:lnTo>
                <a:lnTo>
                  <a:pt x="1581150" y="3019425"/>
                </a:lnTo>
                <a:lnTo>
                  <a:pt x="1581150" y="3028950"/>
                </a:lnTo>
                <a:lnTo>
                  <a:pt x="1571625" y="3028950"/>
                </a:lnTo>
                <a:lnTo>
                  <a:pt x="1571625" y="3019425"/>
                </a:lnTo>
                <a:lnTo>
                  <a:pt x="1552575" y="3019425"/>
                </a:lnTo>
                <a:lnTo>
                  <a:pt x="1552575" y="3028950"/>
                </a:lnTo>
                <a:lnTo>
                  <a:pt x="1562100" y="3028950"/>
                </a:lnTo>
                <a:lnTo>
                  <a:pt x="1562100" y="3038475"/>
                </a:lnTo>
                <a:lnTo>
                  <a:pt x="1552575" y="3038475"/>
                </a:lnTo>
                <a:lnTo>
                  <a:pt x="1552575" y="3048000"/>
                </a:lnTo>
                <a:lnTo>
                  <a:pt x="1543050" y="3048000"/>
                </a:lnTo>
                <a:lnTo>
                  <a:pt x="1543050" y="3057525"/>
                </a:lnTo>
                <a:lnTo>
                  <a:pt x="1533525" y="3057525"/>
                </a:lnTo>
                <a:lnTo>
                  <a:pt x="1533525" y="3067050"/>
                </a:lnTo>
                <a:lnTo>
                  <a:pt x="1524000" y="3067050"/>
                </a:lnTo>
                <a:lnTo>
                  <a:pt x="1524000" y="3076575"/>
                </a:lnTo>
                <a:lnTo>
                  <a:pt x="1514475" y="3076575"/>
                </a:lnTo>
                <a:lnTo>
                  <a:pt x="1514475" y="3067050"/>
                </a:lnTo>
                <a:lnTo>
                  <a:pt x="1504950" y="3067050"/>
                </a:lnTo>
                <a:lnTo>
                  <a:pt x="1504950" y="3086100"/>
                </a:lnTo>
                <a:lnTo>
                  <a:pt x="1485900" y="3086100"/>
                </a:lnTo>
                <a:lnTo>
                  <a:pt x="1485900" y="3067050"/>
                </a:lnTo>
                <a:lnTo>
                  <a:pt x="1447800" y="3067050"/>
                </a:lnTo>
                <a:lnTo>
                  <a:pt x="1447800" y="3076575"/>
                </a:lnTo>
                <a:lnTo>
                  <a:pt x="1438275" y="3076575"/>
                </a:lnTo>
                <a:lnTo>
                  <a:pt x="1438275" y="3067050"/>
                </a:lnTo>
                <a:lnTo>
                  <a:pt x="1428750" y="3067050"/>
                </a:lnTo>
                <a:lnTo>
                  <a:pt x="1428750" y="3086100"/>
                </a:lnTo>
                <a:lnTo>
                  <a:pt x="1438275" y="3086100"/>
                </a:lnTo>
                <a:lnTo>
                  <a:pt x="1438275" y="3095625"/>
                </a:lnTo>
                <a:lnTo>
                  <a:pt x="1457325" y="3095625"/>
                </a:lnTo>
                <a:lnTo>
                  <a:pt x="1457325" y="3105150"/>
                </a:lnTo>
                <a:lnTo>
                  <a:pt x="1447800" y="3105150"/>
                </a:lnTo>
                <a:lnTo>
                  <a:pt x="1447800" y="3114675"/>
                </a:lnTo>
                <a:lnTo>
                  <a:pt x="1438275" y="3114675"/>
                </a:lnTo>
                <a:lnTo>
                  <a:pt x="1438275" y="3124200"/>
                </a:lnTo>
                <a:lnTo>
                  <a:pt x="1457325" y="3124200"/>
                </a:lnTo>
                <a:lnTo>
                  <a:pt x="1457325" y="3114675"/>
                </a:lnTo>
                <a:lnTo>
                  <a:pt x="1476375" y="3114675"/>
                </a:lnTo>
                <a:lnTo>
                  <a:pt x="1476375" y="3124200"/>
                </a:lnTo>
                <a:lnTo>
                  <a:pt x="1466850" y="3124200"/>
                </a:lnTo>
                <a:lnTo>
                  <a:pt x="1466850" y="3133725"/>
                </a:lnTo>
                <a:lnTo>
                  <a:pt x="1419225" y="3133725"/>
                </a:lnTo>
                <a:lnTo>
                  <a:pt x="1419225" y="3143250"/>
                </a:lnTo>
                <a:lnTo>
                  <a:pt x="1438275" y="3143250"/>
                </a:lnTo>
                <a:lnTo>
                  <a:pt x="1438275" y="3152775"/>
                </a:lnTo>
                <a:lnTo>
                  <a:pt x="1447800" y="3152775"/>
                </a:lnTo>
                <a:lnTo>
                  <a:pt x="1447800" y="3171825"/>
                </a:lnTo>
                <a:lnTo>
                  <a:pt x="1438275" y="3171825"/>
                </a:lnTo>
                <a:lnTo>
                  <a:pt x="1438275" y="3181350"/>
                </a:lnTo>
                <a:lnTo>
                  <a:pt x="1400175" y="3181350"/>
                </a:lnTo>
                <a:lnTo>
                  <a:pt x="1400175" y="3171825"/>
                </a:lnTo>
                <a:lnTo>
                  <a:pt x="1390650" y="3171825"/>
                </a:lnTo>
                <a:lnTo>
                  <a:pt x="1390650" y="3152775"/>
                </a:lnTo>
                <a:lnTo>
                  <a:pt x="1371600" y="3152775"/>
                </a:lnTo>
                <a:lnTo>
                  <a:pt x="1371600" y="3143250"/>
                </a:lnTo>
                <a:lnTo>
                  <a:pt x="1381125" y="3143250"/>
                </a:lnTo>
                <a:lnTo>
                  <a:pt x="1381125" y="3133725"/>
                </a:lnTo>
                <a:lnTo>
                  <a:pt x="1371600" y="3133725"/>
                </a:lnTo>
                <a:lnTo>
                  <a:pt x="1371600" y="3124200"/>
                </a:lnTo>
                <a:lnTo>
                  <a:pt x="1352550" y="3124200"/>
                </a:lnTo>
                <a:lnTo>
                  <a:pt x="1352550" y="3171825"/>
                </a:lnTo>
                <a:lnTo>
                  <a:pt x="1362075" y="3171825"/>
                </a:lnTo>
                <a:lnTo>
                  <a:pt x="1362075" y="3181350"/>
                </a:lnTo>
                <a:lnTo>
                  <a:pt x="1333500" y="3181350"/>
                </a:lnTo>
                <a:lnTo>
                  <a:pt x="1333500" y="3171825"/>
                </a:lnTo>
                <a:lnTo>
                  <a:pt x="1343025" y="3171825"/>
                </a:lnTo>
                <a:lnTo>
                  <a:pt x="1343025" y="3162300"/>
                </a:lnTo>
                <a:lnTo>
                  <a:pt x="1333500" y="3162300"/>
                </a:lnTo>
                <a:lnTo>
                  <a:pt x="1333500" y="3133725"/>
                </a:lnTo>
                <a:lnTo>
                  <a:pt x="1314450" y="3133725"/>
                </a:lnTo>
                <a:lnTo>
                  <a:pt x="1314450" y="3162300"/>
                </a:lnTo>
                <a:lnTo>
                  <a:pt x="1257300" y="3162300"/>
                </a:lnTo>
                <a:lnTo>
                  <a:pt x="1257300" y="3171825"/>
                </a:lnTo>
                <a:lnTo>
                  <a:pt x="1247775" y="3171825"/>
                </a:lnTo>
                <a:lnTo>
                  <a:pt x="1247775" y="3162300"/>
                </a:lnTo>
                <a:lnTo>
                  <a:pt x="1209675" y="3162300"/>
                </a:lnTo>
                <a:lnTo>
                  <a:pt x="1209675" y="3181350"/>
                </a:lnTo>
                <a:lnTo>
                  <a:pt x="1200150" y="3181350"/>
                </a:lnTo>
                <a:lnTo>
                  <a:pt x="1200150" y="3162300"/>
                </a:lnTo>
                <a:lnTo>
                  <a:pt x="1190625" y="3162300"/>
                </a:lnTo>
                <a:lnTo>
                  <a:pt x="1190625" y="3152775"/>
                </a:lnTo>
                <a:lnTo>
                  <a:pt x="1143000" y="3152775"/>
                </a:lnTo>
                <a:lnTo>
                  <a:pt x="1143000" y="3143250"/>
                </a:lnTo>
                <a:lnTo>
                  <a:pt x="1133475" y="3143250"/>
                </a:lnTo>
                <a:lnTo>
                  <a:pt x="1133475" y="3133725"/>
                </a:lnTo>
                <a:lnTo>
                  <a:pt x="1123950" y="3133725"/>
                </a:lnTo>
                <a:lnTo>
                  <a:pt x="1123950" y="3124200"/>
                </a:lnTo>
                <a:lnTo>
                  <a:pt x="1114425" y="3124200"/>
                </a:lnTo>
                <a:lnTo>
                  <a:pt x="1114425" y="3105150"/>
                </a:lnTo>
                <a:lnTo>
                  <a:pt x="1133475" y="3105150"/>
                </a:lnTo>
                <a:lnTo>
                  <a:pt x="1133475" y="3095625"/>
                </a:lnTo>
                <a:lnTo>
                  <a:pt x="1143000" y="3095625"/>
                </a:lnTo>
                <a:lnTo>
                  <a:pt x="1143000" y="3086100"/>
                </a:lnTo>
                <a:lnTo>
                  <a:pt x="1133475" y="3086100"/>
                </a:lnTo>
                <a:lnTo>
                  <a:pt x="1133475" y="3076575"/>
                </a:lnTo>
                <a:lnTo>
                  <a:pt x="1123950" y="3076575"/>
                </a:lnTo>
                <a:lnTo>
                  <a:pt x="1123950" y="3067050"/>
                </a:lnTo>
                <a:lnTo>
                  <a:pt x="1095375" y="3067050"/>
                </a:lnTo>
                <a:lnTo>
                  <a:pt x="1095375" y="3028950"/>
                </a:lnTo>
                <a:lnTo>
                  <a:pt x="1104900" y="3028950"/>
                </a:lnTo>
                <a:lnTo>
                  <a:pt x="1104900" y="3009900"/>
                </a:lnTo>
                <a:lnTo>
                  <a:pt x="1085850" y="3009900"/>
                </a:lnTo>
                <a:lnTo>
                  <a:pt x="1085850" y="3000375"/>
                </a:lnTo>
                <a:lnTo>
                  <a:pt x="1066800" y="3000375"/>
                </a:lnTo>
                <a:lnTo>
                  <a:pt x="1066800" y="2990850"/>
                </a:lnTo>
                <a:lnTo>
                  <a:pt x="1085850" y="2990850"/>
                </a:lnTo>
                <a:lnTo>
                  <a:pt x="1085850" y="2981325"/>
                </a:lnTo>
                <a:lnTo>
                  <a:pt x="1057275" y="2981325"/>
                </a:lnTo>
                <a:lnTo>
                  <a:pt x="1057275" y="2990850"/>
                </a:lnTo>
                <a:lnTo>
                  <a:pt x="1038225" y="2990850"/>
                </a:lnTo>
                <a:lnTo>
                  <a:pt x="1038225" y="3009900"/>
                </a:lnTo>
                <a:lnTo>
                  <a:pt x="1047750" y="3009900"/>
                </a:lnTo>
                <a:lnTo>
                  <a:pt x="1047750" y="3019425"/>
                </a:lnTo>
                <a:lnTo>
                  <a:pt x="1066800" y="3019425"/>
                </a:lnTo>
                <a:lnTo>
                  <a:pt x="1066800" y="3038475"/>
                </a:lnTo>
                <a:lnTo>
                  <a:pt x="1085850" y="3038475"/>
                </a:lnTo>
                <a:lnTo>
                  <a:pt x="1085850" y="3048000"/>
                </a:lnTo>
                <a:lnTo>
                  <a:pt x="1057275" y="3048000"/>
                </a:lnTo>
                <a:lnTo>
                  <a:pt x="1057275" y="3057525"/>
                </a:lnTo>
                <a:lnTo>
                  <a:pt x="1076325" y="3057525"/>
                </a:lnTo>
                <a:lnTo>
                  <a:pt x="1076325" y="3067050"/>
                </a:lnTo>
                <a:lnTo>
                  <a:pt x="1047750" y="3067050"/>
                </a:lnTo>
                <a:lnTo>
                  <a:pt x="1047750" y="3057525"/>
                </a:lnTo>
                <a:lnTo>
                  <a:pt x="1028700" y="3057525"/>
                </a:lnTo>
                <a:lnTo>
                  <a:pt x="1028700" y="3067050"/>
                </a:lnTo>
                <a:lnTo>
                  <a:pt x="1019175" y="3067050"/>
                </a:lnTo>
                <a:lnTo>
                  <a:pt x="1019175" y="3057525"/>
                </a:lnTo>
                <a:lnTo>
                  <a:pt x="1009650" y="3057525"/>
                </a:lnTo>
                <a:lnTo>
                  <a:pt x="1009650" y="3038475"/>
                </a:lnTo>
                <a:lnTo>
                  <a:pt x="971550" y="3038475"/>
                </a:lnTo>
                <a:lnTo>
                  <a:pt x="971550" y="3019425"/>
                </a:lnTo>
                <a:lnTo>
                  <a:pt x="981075" y="3019425"/>
                </a:lnTo>
                <a:lnTo>
                  <a:pt x="981075" y="3009900"/>
                </a:lnTo>
                <a:lnTo>
                  <a:pt x="952500" y="3009900"/>
                </a:lnTo>
                <a:lnTo>
                  <a:pt x="952500" y="3019425"/>
                </a:lnTo>
                <a:lnTo>
                  <a:pt x="962025" y="3019425"/>
                </a:lnTo>
                <a:lnTo>
                  <a:pt x="962025" y="3028950"/>
                </a:lnTo>
                <a:lnTo>
                  <a:pt x="933450" y="3028950"/>
                </a:lnTo>
                <a:lnTo>
                  <a:pt x="933450" y="3019425"/>
                </a:lnTo>
                <a:lnTo>
                  <a:pt x="904875" y="3019425"/>
                </a:lnTo>
                <a:lnTo>
                  <a:pt x="904875" y="3009900"/>
                </a:lnTo>
                <a:lnTo>
                  <a:pt x="866775" y="3009900"/>
                </a:lnTo>
                <a:lnTo>
                  <a:pt x="866775" y="3019425"/>
                </a:lnTo>
                <a:lnTo>
                  <a:pt x="857250" y="3019425"/>
                </a:lnTo>
                <a:lnTo>
                  <a:pt x="857250" y="3028950"/>
                </a:lnTo>
                <a:lnTo>
                  <a:pt x="838200" y="3028950"/>
                </a:lnTo>
                <a:lnTo>
                  <a:pt x="838200" y="3048000"/>
                </a:lnTo>
                <a:lnTo>
                  <a:pt x="828675" y="3048000"/>
                </a:lnTo>
                <a:lnTo>
                  <a:pt x="828675" y="3038475"/>
                </a:lnTo>
                <a:lnTo>
                  <a:pt x="790575" y="3038475"/>
                </a:lnTo>
                <a:lnTo>
                  <a:pt x="790575" y="3048000"/>
                </a:lnTo>
                <a:lnTo>
                  <a:pt x="752475" y="3048000"/>
                </a:lnTo>
                <a:lnTo>
                  <a:pt x="752475" y="3000375"/>
                </a:lnTo>
                <a:lnTo>
                  <a:pt x="762000" y="3000375"/>
                </a:lnTo>
                <a:lnTo>
                  <a:pt x="762000" y="2990850"/>
                </a:lnTo>
                <a:lnTo>
                  <a:pt x="771525" y="2990850"/>
                </a:lnTo>
                <a:lnTo>
                  <a:pt x="771525" y="2981325"/>
                </a:lnTo>
                <a:lnTo>
                  <a:pt x="762000" y="2981325"/>
                </a:lnTo>
                <a:lnTo>
                  <a:pt x="762000" y="2971800"/>
                </a:lnTo>
                <a:lnTo>
                  <a:pt x="704850" y="2971800"/>
                </a:lnTo>
                <a:lnTo>
                  <a:pt x="704850" y="2962275"/>
                </a:lnTo>
                <a:lnTo>
                  <a:pt x="714375" y="2962275"/>
                </a:lnTo>
                <a:close/>
                <a:moveTo>
                  <a:pt x="1152525" y="2952750"/>
                </a:moveTo>
                <a:lnTo>
                  <a:pt x="1190625" y="2952750"/>
                </a:lnTo>
                <a:lnTo>
                  <a:pt x="1190625" y="2962275"/>
                </a:lnTo>
                <a:lnTo>
                  <a:pt x="1152525" y="2962275"/>
                </a:lnTo>
                <a:close/>
                <a:moveTo>
                  <a:pt x="1333500" y="2952750"/>
                </a:moveTo>
                <a:lnTo>
                  <a:pt x="1362075" y="2952750"/>
                </a:lnTo>
                <a:lnTo>
                  <a:pt x="1362075" y="2962275"/>
                </a:lnTo>
                <a:lnTo>
                  <a:pt x="1333500" y="2962275"/>
                </a:lnTo>
                <a:close/>
                <a:moveTo>
                  <a:pt x="866775" y="2962275"/>
                </a:moveTo>
                <a:lnTo>
                  <a:pt x="895350" y="2962275"/>
                </a:lnTo>
                <a:lnTo>
                  <a:pt x="895350" y="2971800"/>
                </a:lnTo>
                <a:lnTo>
                  <a:pt x="866775" y="2971800"/>
                </a:lnTo>
                <a:close/>
                <a:moveTo>
                  <a:pt x="228600" y="2971800"/>
                </a:moveTo>
                <a:lnTo>
                  <a:pt x="247650" y="2971800"/>
                </a:lnTo>
                <a:lnTo>
                  <a:pt x="247650" y="2981325"/>
                </a:lnTo>
                <a:lnTo>
                  <a:pt x="228600" y="2981325"/>
                </a:lnTo>
                <a:close/>
                <a:moveTo>
                  <a:pt x="200025" y="2990850"/>
                </a:moveTo>
                <a:lnTo>
                  <a:pt x="209550" y="2990850"/>
                </a:lnTo>
                <a:lnTo>
                  <a:pt x="209550" y="3000375"/>
                </a:lnTo>
                <a:lnTo>
                  <a:pt x="200025" y="3000375"/>
                </a:lnTo>
                <a:close/>
                <a:moveTo>
                  <a:pt x="190500" y="3000375"/>
                </a:moveTo>
                <a:lnTo>
                  <a:pt x="200025" y="3000375"/>
                </a:lnTo>
                <a:lnTo>
                  <a:pt x="200025" y="3019425"/>
                </a:lnTo>
                <a:lnTo>
                  <a:pt x="190500" y="3019425"/>
                </a:lnTo>
                <a:close/>
                <a:moveTo>
                  <a:pt x="1104900" y="3009900"/>
                </a:moveTo>
                <a:lnTo>
                  <a:pt x="1123950" y="3009900"/>
                </a:lnTo>
                <a:lnTo>
                  <a:pt x="1123950" y="3000375"/>
                </a:lnTo>
                <a:lnTo>
                  <a:pt x="1104900" y="3000375"/>
                </a:lnTo>
                <a:close/>
                <a:moveTo>
                  <a:pt x="1152525" y="3009900"/>
                </a:moveTo>
                <a:lnTo>
                  <a:pt x="1171575" y="3009900"/>
                </a:lnTo>
                <a:lnTo>
                  <a:pt x="1171575" y="3000375"/>
                </a:lnTo>
                <a:lnTo>
                  <a:pt x="1152525" y="3000375"/>
                </a:lnTo>
                <a:close/>
                <a:moveTo>
                  <a:pt x="552450" y="3019425"/>
                </a:moveTo>
                <a:lnTo>
                  <a:pt x="561975" y="3019425"/>
                </a:lnTo>
                <a:lnTo>
                  <a:pt x="561975" y="3028950"/>
                </a:lnTo>
                <a:lnTo>
                  <a:pt x="581025" y="3028950"/>
                </a:lnTo>
                <a:lnTo>
                  <a:pt x="581025" y="3048000"/>
                </a:lnTo>
                <a:lnTo>
                  <a:pt x="552450" y="3048000"/>
                </a:lnTo>
                <a:lnTo>
                  <a:pt x="552450" y="3057525"/>
                </a:lnTo>
                <a:lnTo>
                  <a:pt x="533400" y="3057525"/>
                </a:lnTo>
                <a:lnTo>
                  <a:pt x="533400" y="3028950"/>
                </a:lnTo>
                <a:lnTo>
                  <a:pt x="552450" y="3028950"/>
                </a:lnTo>
                <a:close/>
                <a:moveTo>
                  <a:pt x="990600" y="3019425"/>
                </a:moveTo>
                <a:lnTo>
                  <a:pt x="1000125" y="3019425"/>
                </a:lnTo>
                <a:lnTo>
                  <a:pt x="1000125" y="3009900"/>
                </a:lnTo>
                <a:lnTo>
                  <a:pt x="990600" y="3009900"/>
                </a:lnTo>
                <a:close/>
                <a:moveTo>
                  <a:pt x="800100" y="3028950"/>
                </a:moveTo>
                <a:lnTo>
                  <a:pt x="809625" y="3028950"/>
                </a:lnTo>
                <a:lnTo>
                  <a:pt x="809625" y="3009900"/>
                </a:lnTo>
                <a:lnTo>
                  <a:pt x="800100" y="3009900"/>
                </a:lnTo>
                <a:close/>
                <a:moveTo>
                  <a:pt x="590550" y="3038475"/>
                </a:moveTo>
                <a:lnTo>
                  <a:pt x="600075" y="3038475"/>
                </a:lnTo>
                <a:lnTo>
                  <a:pt x="600075" y="3048000"/>
                </a:lnTo>
                <a:lnTo>
                  <a:pt x="619125" y="3048000"/>
                </a:lnTo>
                <a:lnTo>
                  <a:pt x="619125" y="3057525"/>
                </a:lnTo>
                <a:lnTo>
                  <a:pt x="581025" y="3057525"/>
                </a:lnTo>
                <a:lnTo>
                  <a:pt x="581025" y="3048000"/>
                </a:lnTo>
                <a:lnTo>
                  <a:pt x="590550" y="3048000"/>
                </a:lnTo>
                <a:close/>
                <a:moveTo>
                  <a:pt x="1028700" y="3038475"/>
                </a:moveTo>
                <a:lnTo>
                  <a:pt x="1038225" y="3038475"/>
                </a:lnTo>
                <a:lnTo>
                  <a:pt x="1038225" y="3028950"/>
                </a:lnTo>
                <a:lnTo>
                  <a:pt x="1019175" y="3028950"/>
                </a:lnTo>
                <a:lnTo>
                  <a:pt x="1019175" y="3048000"/>
                </a:lnTo>
                <a:lnTo>
                  <a:pt x="1028700" y="3048000"/>
                </a:lnTo>
                <a:close/>
                <a:moveTo>
                  <a:pt x="1371600" y="3038475"/>
                </a:moveTo>
                <a:lnTo>
                  <a:pt x="1390650" y="3038475"/>
                </a:lnTo>
                <a:lnTo>
                  <a:pt x="1390650" y="3028950"/>
                </a:lnTo>
                <a:lnTo>
                  <a:pt x="1371600" y="3028950"/>
                </a:lnTo>
                <a:close/>
                <a:moveTo>
                  <a:pt x="1666875" y="3048000"/>
                </a:moveTo>
                <a:lnTo>
                  <a:pt x="1676400" y="3048000"/>
                </a:lnTo>
                <a:lnTo>
                  <a:pt x="1676400" y="3114675"/>
                </a:lnTo>
                <a:lnTo>
                  <a:pt x="1666875" y="3114675"/>
                </a:lnTo>
                <a:close/>
                <a:moveTo>
                  <a:pt x="438150" y="3057525"/>
                </a:moveTo>
                <a:lnTo>
                  <a:pt x="447675" y="3057525"/>
                </a:lnTo>
                <a:lnTo>
                  <a:pt x="447675" y="3067050"/>
                </a:lnTo>
                <a:lnTo>
                  <a:pt x="438150" y="3067050"/>
                </a:lnTo>
                <a:close/>
                <a:moveTo>
                  <a:pt x="552450" y="3057525"/>
                </a:moveTo>
                <a:lnTo>
                  <a:pt x="571500" y="3057525"/>
                </a:lnTo>
                <a:lnTo>
                  <a:pt x="571500" y="3067050"/>
                </a:lnTo>
                <a:lnTo>
                  <a:pt x="552450" y="3067050"/>
                </a:lnTo>
                <a:close/>
                <a:moveTo>
                  <a:pt x="1266825" y="3057525"/>
                </a:moveTo>
                <a:lnTo>
                  <a:pt x="1276350" y="3057525"/>
                </a:lnTo>
                <a:lnTo>
                  <a:pt x="1276350" y="3048000"/>
                </a:lnTo>
                <a:lnTo>
                  <a:pt x="1266825" y="3048000"/>
                </a:lnTo>
                <a:close/>
                <a:moveTo>
                  <a:pt x="1504950" y="3057525"/>
                </a:moveTo>
                <a:lnTo>
                  <a:pt x="1514475" y="3057525"/>
                </a:lnTo>
                <a:lnTo>
                  <a:pt x="1514475" y="3048000"/>
                </a:lnTo>
                <a:lnTo>
                  <a:pt x="1504950" y="3048000"/>
                </a:lnTo>
                <a:close/>
                <a:moveTo>
                  <a:pt x="180975" y="3067050"/>
                </a:moveTo>
                <a:lnTo>
                  <a:pt x="200025" y="3067050"/>
                </a:lnTo>
                <a:lnTo>
                  <a:pt x="200025" y="3095625"/>
                </a:lnTo>
                <a:lnTo>
                  <a:pt x="180975" y="3095625"/>
                </a:lnTo>
                <a:close/>
                <a:moveTo>
                  <a:pt x="1085850" y="3067050"/>
                </a:moveTo>
                <a:lnTo>
                  <a:pt x="1095375" y="3067050"/>
                </a:lnTo>
                <a:lnTo>
                  <a:pt x="1095375" y="3076575"/>
                </a:lnTo>
                <a:lnTo>
                  <a:pt x="1085850" y="3076575"/>
                </a:lnTo>
                <a:close/>
                <a:moveTo>
                  <a:pt x="409575" y="3086100"/>
                </a:moveTo>
                <a:lnTo>
                  <a:pt x="438150" y="3086100"/>
                </a:lnTo>
                <a:lnTo>
                  <a:pt x="438150" y="3133725"/>
                </a:lnTo>
                <a:lnTo>
                  <a:pt x="457200" y="3133725"/>
                </a:lnTo>
                <a:lnTo>
                  <a:pt x="457200" y="3143250"/>
                </a:lnTo>
                <a:lnTo>
                  <a:pt x="447675" y="3143250"/>
                </a:lnTo>
                <a:lnTo>
                  <a:pt x="447675" y="3171825"/>
                </a:lnTo>
                <a:lnTo>
                  <a:pt x="419100" y="3171825"/>
                </a:lnTo>
                <a:lnTo>
                  <a:pt x="419100" y="3152775"/>
                </a:lnTo>
                <a:lnTo>
                  <a:pt x="409575" y="3152775"/>
                </a:lnTo>
                <a:close/>
                <a:moveTo>
                  <a:pt x="1143000" y="3086100"/>
                </a:moveTo>
                <a:lnTo>
                  <a:pt x="1152525" y="3086100"/>
                </a:lnTo>
                <a:lnTo>
                  <a:pt x="1152525" y="3067050"/>
                </a:lnTo>
                <a:lnTo>
                  <a:pt x="1143000" y="3067050"/>
                </a:lnTo>
                <a:close/>
                <a:moveTo>
                  <a:pt x="1304925" y="3086100"/>
                </a:moveTo>
                <a:lnTo>
                  <a:pt x="1314450" y="3086100"/>
                </a:lnTo>
                <a:lnTo>
                  <a:pt x="1314450" y="3095625"/>
                </a:lnTo>
                <a:lnTo>
                  <a:pt x="1304925" y="3095625"/>
                </a:lnTo>
                <a:lnTo>
                  <a:pt x="1304925" y="3105150"/>
                </a:lnTo>
                <a:lnTo>
                  <a:pt x="1314450" y="3105150"/>
                </a:lnTo>
                <a:lnTo>
                  <a:pt x="1314450" y="3124200"/>
                </a:lnTo>
                <a:lnTo>
                  <a:pt x="1323975" y="3124200"/>
                </a:lnTo>
                <a:lnTo>
                  <a:pt x="1323975" y="3086100"/>
                </a:lnTo>
                <a:lnTo>
                  <a:pt x="1333500" y="3086100"/>
                </a:lnTo>
                <a:lnTo>
                  <a:pt x="1333500" y="3076575"/>
                </a:lnTo>
                <a:lnTo>
                  <a:pt x="1304925" y="3076575"/>
                </a:lnTo>
                <a:close/>
                <a:moveTo>
                  <a:pt x="828675" y="3133725"/>
                </a:moveTo>
                <a:lnTo>
                  <a:pt x="847725" y="3133725"/>
                </a:lnTo>
                <a:lnTo>
                  <a:pt x="847725" y="3162300"/>
                </a:lnTo>
                <a:lnTo>
                  <a:pt x="828675" y="3162300"/>
                </a:lnTo>
                <a:close/>
                <a:moveTo>
                  <a:pt x="885825" y="3133725"/>
                </a:moveTo>
                <a:lnTo>
                  <a:pt x="904875" y="3133725"/>
                </a:lnTo>
                <a:lnTo>
                  <a:pt x="904875" y="3143250"/>
                </a:lnTo>
                <a:lnTo>
                  <a:pt x="885825" y="3143250"/>
                </a:lnTo>
                <a:close/>
                <a:moveTo>
                  <a:pt x="942975" y="3133725"/>
                </a:moveTo>
                <a:lnTo>
                  <a:pt x="962025" y="3133725"/>
                </a:lnTo>
                <a:lnTo>
                  <a:pt x="962025" y="3143250"/>
                </a:lnTo>
                <a:lnTo>
                  <a:pt x="942975" y="3143250"/>
                </a:lnTo>
                <a:close/>
                <a:moveTo>
                  <a:pt x="1524000" y="3143250"/>
                </a:moveTo>
                <a:lnTo>
                  <a:pt x="1533525" y="3143250"/>
                </a:lnTo>
                <a:lnTo>
                  <a:pt x="1533525" y="3152775"/>
                </a:lnTo>
                <a:lnTo>
                  <a:pt x="1562100" y="3152775"/>
                </a:lnTo>
                <a:lnTo>
                  <a:pt x="1562100" y="3162300"/>
                </a:lnTo>
                <a:lnTo>
                  <a:pt x="1552575" y="3162300"/>
                </a:lnTo>
                <a:lnTo>
                  <a:pt x="1552575" y="3181350"/>
                </a:lnTo>
                <a:lnTo>
                  <a:pt x="1533525" y="3181350"/>
                </a:lnTo>
                <a:lnTo>
                  <a:pt x="1533525" y="3162300"/>
                </a:lnTo>
                <a:lnTo>
                  <a:pt x="1524000" y="3162300"/>
                </a:lnTo>
                <a:close/>
                <a:moveTo>
                  <a:pt x="1390650" y="3152775"/>
                </a:moveTo>
                <a:lnTo>
                  <a:pt x="1409700" y="3152775"/>
                </a:lnTo>
                <a:lnTo>
                  <a:pt x="1409700" y="3133725"/>
                </a:lnTo>
                <a:lnTo>
                  <a:pt x="1390650" y="3133725"/>
                </a:lnTo>
                <a:close/>
                <a:moveTo>
                  <a:pt x="504825" y="3162300"/>
                </a:moveTo>
                <a:lnTo>
                  <a:pt x="523875" y="3162300"/>
                </a:lnTo>
                <a:lnTo>
                  <a:pt x="523875" y="3171825"/>
                </a:lnTo>
                <a:lnTo>
                  <a:pt x="504825" y="3171825"/>
                </a:lnTo>
                <a:close/>
                <a:moveTo>
                  <a:pt x="1571625" y="3181350"/>
                </a:moveTo>
                <a:lnTo>
                  <a:pt x="1590675" y="3181350"/>
                </a:lnTo>
                <a:lnTo>
                  <a:pt x="1590675" y="3190875"/>
                </a:lnTo>
                <a:lnTo>
                  <a:pt x="1571625" y="3190875"/>
                </a:lnTo>
                <a:close/>
                <a:moveTo>
                  <a:pt x="1676400" y="3190875"/>
                </a:moveTo>
                <a:lnTo>
                  <a:pt x="1685925" y="3190875"/>
                </a:lnTo>
                <a:lnTo>
                  <a:pt x="1685925" y="3200400"/>
                </a:lnTo>
                <a:lnTo>
                  <a:pt x="1676400" y="3200400"/>
                </a:lnTo>
                <a:close/>
                <a:moveTo>
                  <a:pt x="1504950" y="3200400"/>
                </a:moveTo>
                <a:lnTo>
                  <a:pt x="1514475" y="3200400"/>
                </a:lnTo>
                <a:lnTo>
                  <a:pt x="1514475" y="3209925"/>
                </a:lnTo>
                <a:lnTo>
                  <a:pt x="1504950" y="3209925"/>
                </a:lnTo>
                <a:close/>
                <a:moveTo>
                  <a:pt x="1657350" y="3200400"/>
                </a:moveTo>
                <a:lnTo>
                  <a:pt x="1676400" y="3200400"/>
                </a:lnTo>
                <a:lnTo>
                  <a:pt x="1676400" y="3209925"/>
                </a:lnTo>
                <a:lnTo>
                  <a:pt x="1657350" y="3209925"/>
                </a:lnTo>
                <a:close/>
                <a:moveTo>
                  <a:pt x="1495425" y="3209925"/>
                </a:moveTo>
                <a:lnTo>
                  <a:pt x="1504950" y="3209925"/>
                </a:lnTo>
                <a:lnTo>
                  <a:pt x="1504950" y="3219450"/>
                </a:lnTo>
                <a:lnTo>
                  <a:pt x="1495425" y="3219450"/>
                </a:lnTo>
                <a:close/>
                <a:moveTo>
                  <a:pt x="1609725" y="3209925"/>
                </a:moveTo>
                <a:lnTo>
                  <a:pt x="1647825" y="3209925"/>
                </a:lnTo>
                <a:lnTo>
                  <a:pt x="1647825" y="3219450"/>
                </a:lnTo>
                <a:lnTo>
                  <a:pt x="1638300" y="3219450"/>
                </a:lnTo>
                <a:lnTo>
                  <a:pt x="1638300" y="3248025"/>
                </a:lnTo>
                <a:lnTo>
                  <a:pt x="1619250" y="3248025"/>
                </a:lnTo>
                <a:lnTo>
                  <a:pt x="1619250" y="3267075"/>
                </a:lnTo>
                <a:lnTo>
                  <a:pt x="1638300" y="3267075"/>
                </a:lnTo>
                <a:lnTo>
                  <a:pt x="1638300" y="3295650"/>
                </a:lnTo>
                <a:lnTo>
                  <a:pt x="1647825" y="3295650"/>
                </a:lnTo>
                <a:lnTo>
                  <a:pt x="1647825" y="3305175"/>
                </a:lnTo>
                <a:lnTo>
                  <a:pt x="1581150" y="3305175"/>
                </a:lnTo>
                <a:lnTo>
                  <a:pt x="1581150" y="3286125"/>
                </a:lnTo>
                <a:lnTo>
                  <a:pt x="1590675" y="3286125"/>
                </a:lnTo>
                <a:lnTo>
                  <a:pt x="1590675" y="3257550"/>
                </a:lnTo>
                <a:lnTo>
                  <a:pt x="1581150" y="3257550"/>
                </a:lnTo>
                <a:lnTo>
                  <a:pt x="1581150" y="3248025"/>
                </a:lnTo>
                <a:lnTo>
                  <a:pt x="1562100" y="3248025"/>
                </a:lnTo>
                <a:lnTo>
                  <a:pt x="1562100" y="3228975"/>
                </a:lnTo>
                <a:lnTo>
                  <a:pt x="1590675" y="3228975"/>
                </a:lnTo>
                <a:lnTo>
                  <a:pt x="1590675" y="3219450"/>
                </a:lnTo>
                <a:lnTo>
                  <a:pt x="1600200" y="3219450"/>
                </a:lnTo>
                <a:lnTo>
                  <a:pt x="1600200" y="3228975"/>
                </a:lnTo>
                <a:lnTo>
                  <a:pt x="1609725" y="3228975"/>
                </a:lnTo>
                <a:lnTo>
                  <a:pt x="1609725" y="3238500"/>
                </a:lnTo>
                <a:lnTo>
                  <a:pt x="1619250" y="3238500"/>
                </a:lnTo>
                <a:lnTo>
                  <a:pt x="1619250" y="3219450"/>
                </a:lnTo>
                <a:lnTo>
                  <a:pt x="1609725" y="3219450"/>
                </a:lnTo>
                <a:close/>
                <a:moveTo>
                  <a:pt x="1524000" y="3219450"/>
                </a:moveTo>
                <a:lnTo>
                  <a:pt x="1533525" y="3219450"/>
                </a:lnTo>
                <a:lnTo>
                  <a:pt x="1533525" y="3228975"/>
                </a:lnTo>
                <a:lnTo>
                  <a:pt x="1543050" y="3228975"/>
                </a:lnTo>
                <a:lnTo>
                  <a:pt x="1543050" y="3238500"/>
                </a:lnTo>
                <a:lnTo>
                  <a:pt x="1524000" y="3238500"/>
                </a:lnTo>
                <a:close/>
                <a:moveTo>
                  <a:pt x="180975" y="3228975"/>
                </a:moveTo>
                <a:lnTo>
                  <a:pt x="190500" y="3228975"/>
                </a:lnTo>
                <a:lnTo>
                  <a:pt x="190500" y="3238500"/>
                </a:lnTo>
                <a:lnTo>
                  <a:pt x="180975" y="3238500"/>
                </a:lnTo>
                <a:close/>
                <a:moveTo>
                  <a:pt x="200025" y="3228975"/>
                </a:moveTo>
                <a:lnTo>
                  <a:pt x="209550" y="3228975"/>
                </a:lnTo>
                <a:lnTo>
                  <a:pt x="209550" y="3238500"/>
                </a:lnTo>
                <a:lnTo>
                  <a:pt x="200025" y="3238500"/>
                </a:lnTo>
                <a:close/>
                <a:moveTo>
                  <a:pt x="1685925" y="3228975"/>
                </a:moveTo>
                <a:lnTo>
                  <a:pt x="1695450" y="3228975"/>
                </a:lnTo>
                <a:lnTo>
                  <a:pt x="1695450" y="3238500"/>
                </a:lnTo>
                <a:lnTo>
                  <a:pt x="1685925" y="3238500"/>
                </a:lnTo>
                <a:close/>
                <a:moveTo>
                  <a:pt x="190500" y="3238500"/>
                </a:moveTo>
                <a:lnTo>
                  <a:pt x="200025" y="3238500"/>
                </a:lnTo>
                <a:lnTo>
                  <a:pt x="200025" y="3248025"/>
                </a:lnTo>
                <a:lnTo>
                  <a:pt x="190500" y="3248025"/>
                </a:lnTo>
                <a:close/>
                <a:moveTo>
                  <a:pt x="238125" y="3238500"/>
                </a:moveTo>
                <a:lnTo>
                  <a:pt x="276225" y="3238500"/>
                </a:lnTo>
                <a:lnTo>
                  <a:pt x="276225" y="3257550"/>
                </a:lnTo>
                <a:lnTo>
                  <a:pt x="257175" y="3257550"/>
                </a:lnTo>
                <a:lnTo>
                  <a:pt x="257175" y="3267075"/>
                </a:lnTo>
                <a:lnTo>
                  <a:pt x="247650" y="3267075"/>
                </a:lnTo>
                <a:lnTo>
                  <a:pt x="247650" y="3257550"/>
                </a:lnTo>
                <a:lnTo>
                  <a:pt x="238125" y="3257550"/>
                </a:lnTo>
                <a:close/>
                <a:moveTo>
                  <a:pt x="904875" y="3238500"/>
                </a:moveTo>
                <a:lnTo>
                  <a:pt x="914400" y="3238500"/>
                </a:lnTo>
                <a:lnTo>
                  <a:pt x="914400" y="3248025"/>
                </a:lnTo>
                <a:lnTo>
                  <a:pt x="904875" y="3248025"/>
                </a:lnTo>
                <a:close/>
                <a:moveTo>
                  <a:pt x="1533525" y="3248025"/>
                </a:moveTo>
                <a:lnTo>
                  <a:pt x="1543050" y="3248025"/>
                </a:lnTo>
                <a:lnTo>
                  <a:pt x="1543050" y="3257550"/>
                </a:lnTo>
                <a:lnTo>
                  <a:pt x="1552575" y="3257550"/>
                </a:lnTo>
                <a:lnTo>
                  <a:pt x="1552575" y="3267075"/>
                </a:lnTo>
                <a:lnTo>
                  <a:pt x="1533525" y="3267075"/>
                </a:lnTo>
                <a:close/>
                <a:moveTo>
                  <a:pt x="295275" y="3257550"/>
                </a:moveTo>
                <a:lnTo>
                  <a:pt x="314325" y="3257550"/>
                </a:lnTo>
                <a:lnTo>
                  <a:pt x="314325" y="3267075"/>
                </a:lnTo>
                <a:lnTo>
                  <a:pt x="323850" y="3267075"/>
                </a:lnTo>
                <a:lnTo>
                  <a:pt x="323850" y="3276600"/>
                </a:lnTo>
                <a:lnTo>
                  <a:pt x="304800" y="3276600"/>
                </a:lnTo>
                <a:lnTo>
                  <a:pt x="304800" y="3267075"/>
                </a:lnTo>
                <a:lnTo>
                  <a:pt x="295275" y="3267075"/>
                </a:lnTo>
                <a:close/>
                <a:moveTo>
                  <a:pt x="828675" y="3257550"/>
                </a:moveTo>
                <a:lnTo>
                  <a:pt x="847725" y="3257550"/>
                </a:lnTo>
                <a:lnTo>
                  <a:pt x="847725" y="3267075"/>
                </a:lnTo>
                <a:lnTo>
                  <a:pt x="828675" y="3267075"/>
                </a:lnTo>
                <a:close/>
                <a:moveTo>
                  <a:pt x="1476375" y="3267075"/>
                </a:moveTo>
                <a:lnTo>
                  <a:pt x="1495425" y="3267075"/>
                </a:lnTo>
                <a:lnTo>
                  <a:pt x="1495425" y="3276600"/>
                </a:lnTo>
                <a:lnTo>
                  <a:pt x="1504950" y="3276600"/>
                </a:lnTo>
                <a:lnTo>
                  <a:pt x="1504950" y="3295650"/>
                </a:lnTo>
                <a:lnTo>
                  <a:pt x="1457325" y="3295650"/>
                </a:lnTo>
                <a:lnTo>
                  <a:pt x="1457325" y="3305175"/>
                </a:lnTo>
                <a:lnTo>
                  <a:pt x="1447800" y="3305175"/>
                </a:lnTo>
                <a:lnTo>
                  <a:pt x="1447800" y="3295650"/>
                </a:lnTo>
                <a:lnTo>
                  <a:pt x="1400175" y="3295650"/>
                </a:lnTo>
                <a:lnTo>
                  <a:pt x="1400175" y="3305175"/>
                </a:lnTo>
                <a:lnTo>
                  <a:pt x="1381125" y="3305175"/>
                </a:lnTo>
                <a:lnTo>
                  <a:pt x="1381125" y="3295650"/>
                </a:lnTo>
                <a:lnTo>
                  <a:pt x="1371600" y="3295650"/>
                </a:lnTo>
                <a:lnTo>
                  <a:pt x="1371600" y="3286125"/>
                </a:lnTo>
                <a:lnTo>
                  <a:pt x="1400175" y="3286125"/>
                </a:lnTo>
                <a:lnTo>
                  <a:pt x="1400175" y="3276600"/>
                </a:lnTo>
                <a:lnTo>
                  <a:pt x="1428750" y="3276600"/>
                </a:lnTo>
                <a:lnTo>
                  <a:pt x="1428750" y="3286125"/>
                </a:lnTo>
                <a:lnTo>
                  <a:pt x="1476375" y="3286125"/>
                </a:lnTo>
                <a:close/>
                <a:moveTo>
                  <a:pt x="581025" y="3276600"/>
                </a:moveTo>
                <a:lnTo>
                  <a:pt x="590550" y="3276600"/>
                </a:lnTo>
                <a:lnTo>
                  <a:pt x="590550" y="3295650"/>
                </a:lnTo>
                <a:lnTo>
                  <a:pt x="581025" y="3295650"/>
                </a:lnTo>
                <a:lnTo>
                  <a:pt x="581025" y="3305175"/>
                </a:lnTo>
                <a:lnTo>
                  <a:pt x="571500" y="3305175"/>
                </a:lnTo>
                <a:lnTo>
                  <a:pt x="571500" y="3295650"/>
                </a:lnTo>
                <a:lnTo>
                  <a:pt x="552450" y="3295650"/>
                </a:lnTo>
                <a:lnTo>
                  <a:pt x="552450" y="3286125"/>
                </a:lnTo>
                <a:lnTo>
                  <a:pt x="581025" y="3286125"/>
                </a:lnTo>
                <a:close/>
                <a:moveTo>
                  <a:pt x="1247775" y="3276600"/>
                </a:moveTo>
                <a:lnTo>
                  <a:pt x="1257300" y="3276600"/>
                </a:lnTo>
                <a:lnTo>
                  <a:pt x="1257300" y="3286125"/>
                </a:lnTo>
                <a:lnTo>
                  <a:pt x="1247775" y="3286125"/>
                </a:lnTo>
                <a:close/>
                <a:moveTo>
                  <a:pt x="1514475" y="3276600"/>
                </a:moveTo>
                <a:lnTo>
                  <a:pt x="1543050" y="3276600"/>
                </a:lnTo>
                <a:lnTo>
                  <a:pt x="1543050" y="3295650"/>
                </a:lnTo>
                <a:lnTo>
                  <a:pt x="1552575" y="3295650"/>
                </a:lnTo>
                <a:lnTo>
                  <a:pt x="1552575" y="3305175"/>
                </a:lnTo>
                <a:lnTo>
                  <a:pt x="1514475" y="3305175"/>
                </a:lnTo>
                <a:lnTo>
                  <a:pt x="1514475" y="3295650"/>
                </a:lnTo>
                <a:lnTo>
                  <a:pt x="1524000" y="3295650"/>
                </a:lnTo>
                <a:lnTo>
                  <a:pt x="1524000" y="3286125"/>
                </a:lnTo>
                <a:lnTo>
                  <a:pt x="1514475" y="3286125"/>
                </a:lnTo>
                <a:close/>
                <a:moveTo>
                  <a:pt x="285750" y="3286125"/>
                </a:moveTo>
                <a:lnTo>
                  <a:pt x="304800" y="3286125"/>
                </a:lnTo>
                <a:lnTo>
                  <a:pt x="304800" y="3295650"/>
                </a:lnTo>
                <a:lnTo>
                  <a:pt x="285750" y="3295650"/>
                </a:lnTo>
                <a:close/>
                <a:moveTo>
                  <a:pt x="762000" y="3286125"/>
                </a:moveTo>
                <a:lnTo>
                  <a:pt x="866775" y="3286125"/>
                </a:lnTo>
                <a:lnTo>
                  <a:pt x="866775" y="3295650"/>
                </a:lnTo>
                <a:lnTo>
                  <a:pt x="838200" y="3295650"/>
                </a:lnTo>
                <a:lnTo>
                  <a:pt x="838200" y="3305175"/>
                </a:lnTo>
                <a:lnTo>
                  <a:pt x="800100" y="3305175"/>
                </a:lnTo>
                <a:lnTo>
                  <a:pt x="800100" y="3295650"/>
                </a:lnTo>
                <a:lnTo>
                  <a:pt x="771525" y="3295650"/>
                </a:lnTo>
                <a:lnTo>
                  <a:pt x="771525" y="3305175"/>
                </a:lnTo>
                <a:lnTo>
                  <a:pt x="762000" y="3305175"/>
                </a:lnTo>
                <a:close/>
                <a:moveTo>
                  <a:pt x="1047750" y="3286125"/>
                </a:moveTo>
                <a:lnTo>
                  <a:pt x="1057275" y="3286125"/>
                </a:lnTo>
                <a:lnTo>
                  <a:pt x="1057275" y="3295650"/>
                </a:lnTo>
                <a:lnTo>
                  <a:pt x="1047750" y="3295650"/>
                </a:lnTo>
                <a:close/>
                <a:moveTo>
                  <a:pt x="990600" y="3295650"/>
                </a:moveTo>
                <a:lnTo>
                  <a:pt x="1009650" y="3295650"/>
                </a:lnTo>
                <a:lnTo>
                  <a:pt x="1009650" y="3305175"/>
                </a:lnTo>
                <a:lnTo>
                  <a:pt x="990600" y="3305175"/>
                </a:lnTo>
                <a:close/>
                <a:moveTo>
                  <a:pt x="1295400" y="3295650"/>
                </a:moveTo>
                <a:lnTo>
                  <a:pt x="1304925" y="3295650"/>
                </a:lnTo>
                <a:lnTo>
                  <a:pt x="1304925" y="3305175"/>
                </a:lnTo>
                <a:lnTo>
                  <a:pt x="1295400" y="3305175"/>
                </a:lnTo>
                <a:close/>
                <a:moveTo>
                  <a:pt x="1076325" y="3476625"/>
                </a:moveTo>
                <a:lnTo>
                  <a:pt x="1085850" y="3476625"/>
                </a:lnTo>
                <a:lnTo>
                  <a:pt x="1085850" y="3486150"/>
                </a:lnTo>
                <a:lnTo>
                  <a:pt x="1076325" y="3486150"/>
                </a:lnTo>
                <a:close/>
                <a:moveTo>
                  <a:pt x="781050" y="3486150"/>
                </a:moveTo>
                <a:lnTo>
                  <a:pt x="800100" y="3486150"/>
                </a:lnTo>
                <a:lnTo>
                  <a:pt x="800100" y="3495675"/>
                </a:lnTo>
                <a:lnTo>
                  <a:pt x="781050" y="3495675"/>
                </a:lnTo>
                <a:close/>
                <a:moveTo>
                  <a:pt x="1085850" y="3486150"/>
                </a:moveTo>
                <a:lnTo>
                  <a:pt x="1095375" y="3486150"/>
                </a:lnTo>
                <a:lnTo>
                  <a:pt x="1095375" y="3495675"/>
                </a:lnTo>
                <a:lnTo>
                  <a:pt x="1085850" y="3495675"/>
                </a:lnTo>
                <a:close/>
                <a:moveTo>
                  <a:pt x="1143000" y="3486150"/>
                </a:moveTo>
                <a:lnTo>
                  <a:pt x="1152525" y="3486150"/>
                </a:lnTo>
                <a:lnTo>
                  <a:pt x="1152525" y="3495675"/>
                </a:lnTo>
                <a:lnTo>
                  <a:pt x="1143000" y="3495675"/>
                </a:lnTo>
                <a:close/>
                <a:moveTo>
                  <a:pt x="1409700" y="3495675"/>
                </a:moveTo>
                <a:lnTo>
                  <a:pt x="1428750" y="3495675"/>
                </a:lnTo>
                <a:lnTo>
                  <a:pt x="1428750" y="3533775"/>
                </a:lnTo>
                <a:lnTo>
                  <a:pt x="1409700" y="3533775"/>
                </a:lnTo>
                <a:close/>
                <a:moveTo>
                  <a:pt x="828675" y="3505200"/>
                </a:moveTo>
                <a:lnTo>
                  <a:pt x="838200" y="3505200"/>
                </a:lnTo>
                <a:lnTo>
                  <a:pt x="838200" y="3514725"/>
                </a:lnTo>
                <a:lnTo>
                  <a:pt x="828675" y="3514725"/>
                </a:lnTo>
                <a:close/>
                <a:moveTo>
                  <a:pt x="1133475" y="3505200"/>
                </a:moveTo>
                <a:lnTo>
                  <a:pt x="1143000" y="3505200"/>
                </a:lnTo>
                <a:lnTo>
                  <a:pt x="1143000" y="3514725"/>
                </a:lnTo>
                <a:lnTo>
                  <a:pt x="1133475" y="3514725"/>
                </a:lnTo>
                <a:close/>
                <a:moveTo>
                  <a:pt x="819150" y="3514725"/>
                </a:moveTo>
                <a:lnTo>
                  <a:pt x="828675" y="3514725"/>
                </a:lnTo>
                <a:lnTo>
                  <a:pt x="828675" y="3533775"/>
                </a:lnTo>
                <a:lnTo>
                  <a:pt x="819150" y="3533775"/>
                </a:lnTo>
                <a:close/>
                <a:moveTo>
                  <a:pt x="838200" y="3514725"/>
                </a:moveTo>
                <a:lnTo>
                  <a:pt x="847725" y="3514725"/>
                </a:lnTo>
                <a:lnTo>
                  <a:pt x="847725" y="3533775"/>
                </a:lnTo>
                <a:lnTo>
                  <a:pt x="838200" y="3533775"/>
                </a:lnTo>
                <a:close/>
                <a:moveTo>
                  <a:pt x="1352550" y="3514725"/>
                </a:moveTo>
                <a:lnTo>
                  <a:pt x="1362075" y="3514725"/>
                </a:lnTo>
                <a:lnTo>
                  <a:pt x="1362075" y="3524250"/>
                </a:lnTo>
                <a:lnTo>
                  <a:pt x="1352550" y="3524250"/>
                </a:lnTo>
                <a:close/>
                <a:moveTo>
                  <a:pt x="171450" y="3524250"/>
                </a:moveTo>
                <a:lnTo>
                  <a:pt x="180975" y="3524250"/>
                </a:lnTo>
                <a:lnTo>
                  <a:pt x="180975" y="3533775"/>
                </a:lnTo>
                <a:lnTo>
                  <a:pt x="190500" y="3533775"/>
                </a:lnTo>
                <a:lnTo>
                  <a:pt x="190500" y="3543300"/>
                </a:lnTo>
                <a:lnTo>
                  <a:pt x="171450" y="3543300"/>
                </a:lnTo>
                <a:close/>
                <a:moveTo>
                  <a:pt x="152400" y="3533775"/>
                </a:moveTo>
                <a:lnTo>
                  <a:pt x="161925" y="3533775"/>
                </a:lnTo>
                <a:lnTo>
                  <a:pt x="161925" y="3543300"/>
                </a:lnTo>
                <a:lnTo>
                  <a:pt x="152400" y="3543300"/>
                </a:lnTo>
                <a:close/>
                <a:moveTo>
                  <a:pt x="1047750" y="3552825"/>
                </a:moveTo>
                <a:lnTo>
                  <a:pt x="1057275" y="3552825"/>
                </a:lnTo>
                <a:lnTo>
                  <a:pt x="1057275" y="3562350"/>
                </a:lnTo>
                <a:lnTo>
                  <a:pt x="1047750" y="3562350"/>
                </a:lnTo>
                <a:close/>
                <a:moveTo>
                  <a:pt x="1066800" y="3552825"/>
                </a:moveTo>
                <a:lnTo>
                  <a:pt x="1076325" y="3552825"/>
                </a:lnTo>
                <a:lnTo>
                  <a:pt x="1076325" y="3562350"/>
                </a:lnTo>
                <a:lnTo>
                  <a:pt x="1085850" y="3562350"/>
                </a:lnTo>
                <a:lnTo>
                  <a:pt x="1085850" y="3571875"/>
                </a:lnTo>
                <a:lnTo>
                  <a:pt x="1057275" y="3571875"/>
                </a:lnTo>
                <a:lnTo>
                  <a:pt x="1057275" y="3562350"/>
                </a:lnTo>
                <a:lnTo>
                  <a:pt x="1066800" y="3562350"/>
                </a:lnTo>
                <a:close/>
                <a:moveTo>
                  <a:pt x="152400" y="3571875"/>
                </a:moveTo>
                <a:lnTo>
                  <a:pt x="161925" y="3571875"/>
                </a:lnTo>
                <a:lnTo>
                  <a:pt x="161925" y="3590925"/>
                </a:lnTo>
                <a:lnTo>
                  <a:pt x="152400" y="3590925"/>
                </a:lnTo>
                <a:close/>
                <a:moveTo>
                  <a:pt x="180975" y="3571875"/>
                </a:moveTo>
                <a:lnTo>
                  <a:pt x="190500" y="3571875"/>
                </a:lnTo>
                <a:lnTo>
                  <a:pt x="190500" y="3581400"/>
                </a:lnTo>
                <a:lnTo>
                  <a:pt x="200025" y="3581400"/>
                </a:lnTo>
                <a:lnTo>
                  <a:pt x="200025" y="3590925"/>
                </a:lnTo>
                <a:lnTo>
                  <a:pt x="180975" y="3590925"/>
                </a:lnTo>
                <a:close/>
                <a:moveTo>
                  <a:pt x="571500" y="3581400"/>
                </a:moveTo>
                <a:lnTo>
                  <a:pt x="600075" y="3581400"/>
                </a:lnTo>
                <a:lnTo>
                  <a:pt x="600075" y="3590925"/>
                </a:lnTo>
                <a:lnTo>
                  <a:pt x="609600" y="3590925"/>
                </a:lnTo>
                <a:lnTo>
                  <a:pt x="609600" y="3600450"/>
                </a:lnTo>
                <a:lnTo>
                  <a:pt x="600075" y="3600450"/>
                </a:lnTo>
                <a:lnTo>
                  <a:pt x="600075" y="3609975"/>
                </a:lnTo>
                <a:lnTo>
                  <a:pt x="571500" y="3609975"/>
                </a:lnTo>
                <a:lnTo>
                  <a:pt x="571500" y="3600450"/>
                </a:lnTo>
                <a:lnTo>
                  <a:pt x="581025" y="3600450"/>
                </a:lnTo>
                <a:lnTo>
                  <a:pt x="581025" y="3590925"/>
                </a:lnTo>
                <a:lnTo>
                  <a:pt x="571500" y="3590925"/>
                </a:lnTo>
                <a:close/>
                <a:moveTo>
                  <a:pt x="1295400" y="3581400"/>
                </a:moveTo>
                <a:lnTo>
                  <a:pt x="1304925" y="3581400"/>
                </a:lnTo>
                <a:lnTo>
                  <a:pt x="1304925" y="3590925"/>
                </a:lnTo>
                <a:lnTo>
                  <a:pt x="1295400" y="3590925"/>
                </a:lnTo>
                <a:close/>
                <a:moveTo>
                  <a:pt x="1057275" y="3590925"/>
                </a:moveTo>
                <a:lnTo>
                  <a:pt x="1066800" y="3590925"/>
                </a:lnTo>
                <a:lnTo>
                  <a:pt x="1066800" y="3638550"/>
                </a:lnTo>
                <a:lnTo>
                  <a:pt x="1047750" y="3638550"/>
                </a:lnTo>
                <a:lnTo>
                  <a:pt x="1047750" y="3600450"/>
                </a:lnTo>
                <a:lnTo>
                  <a:pt x="1057275" y="3600450"/>
                </a:lnTo>
                <a:close/>
                <a:moveTo>
                  <a:pt x="466725" y="3600450"/>
                </a:moveTo>
                <a:lnTo>
                  <a:pt x="495300" y="3600450"/>
                </a:lnTo>
                <a:lnTo>
                  <a:pt x="495300" y="3619500"/>
                </a:lnTo>
                <a:lnTo>
                  <a:pt x="476250" y="3619500"/>
                </a:lnTo>
                <a:lnTo>
                  <a:pt x="476250" y="3609975"/>
                </a:lnTo>
                <a:lnTo>
                  <a:pt x="466725" y="3609975"/>
                </a:lnTo>
                <a:close/>
                <a:moveTo>
                  <a:pt x="1009650" y="3657600"/>
                </a:moveTo>
                <a:lnTo>
                  <a:pt x="1019175" y="3657600"/>
                </a:lnTo>
                <a:lnTo>
                  <a:pt x="1019175" y="3676650"/>
                </a:lnTo>
                <a:lnTo>
                  <a:pt x="1009650" y="3676650"/>
                </a:lnTo>
                <a:close/>
                <a:moveTo>
                  <a:pt x="257175" y="3705225"/>
                </a:moveTo>
                <a:lnTo>
                  <a:pt x="266700" y="3705225"/>
                </a:lnTo>
                <a:lnTo>
                  <a:pt x="266700" y="3714750"/>
                </a:lnTo>
                <a:lnTo>
                  <a:pt x="257175" y="3714750"/>
                </a:lnTo>
                <a:close/>
                <a:moveTo>
                  <a:pt x="323850" y="3705225"/>
                </a:moveTo>
                <a:lnTo>
                  <a:pt x="333375" y="3705225"/>
                </a:lnTo>
                <a:lnTo>
                  <a:pt x="333375" y="3714750"/>
                </a:lnTo>
                <a:lnTo>
                  <a:pt x="323850" y="3714750"/>
                </a:lnTo>
                <a:close/>
                <a:moveTo>
                  <a:pt x="1209675" y="3714750"/>
                </a:moveTo>
                <a:lnTo>
                  <a:pt x="1219200" y="3714750"/>
                </a:lnTo>
                <a:lnTo>
                  <a:pt x="1219200" y="3724275"/>
                </a:lnTo>
                <a:lnTo>
                  <a:pt x="1209675" y="3724275"/>
                </a:lnTo>
                <a:close/>
                <a:moveTo>
                  <a:pt x="247650" y="3724275"/>
                </a:moveTo>
                <a:lnTo>
                  <a:pt x="257175" y="3724275"/>
                </a:lnTo>
                <a:lnTo>
                  <a:pt x="257175" y="3733800"/>
                </a:lnTo>
                <a:lnTo>
                  <a:pt x="247650" y="3733800"/>
                </a:lnTo>
                <a:close/>
                <a:moveTo>
                  <a:pt x="923925" y="3724275"/>
                </a:moveTo>
                <a:lnTo>
                  <a:pt x="942975" y="3724275"/>
                </a:lnTo>
                <a:lnTo>
                  <a:pt x="942975" y="3733800"/>
                </a:lnTo>
                <a:lnTo>
                  <a:pt x="923925" y="3733800"/>
                </a:lnTo>
                <a:close/>
              </a:path>
            </a:pathLst>
          </a:custGeom>
          <a:solidFill xmlns:a="http://schemas.openxmlformats.org/drawingml/2006/main">
            <a:srgbClr val="F4EEE2"/>
          </a:solidFill>
          <a:ln xmlns:a="http://schemas.openxmlformats.org/drawingml/2006/main" w="0">
            <a:noFill/>
          </a:ln>
        </p:spPr>
      </p:sp>
      <p:sp>
        <p:nvSpPr>
          <p:cNvPr id="35" name="phone4 vector #f2f0e6">
            <a:extLst xmlns:a="http://schemas.openxmlformats.org/drawingml/2006/main">
              <a:ext uri="{FF2B5EF4-FFF2-40B4-BE49-F238E27FC236}">
                <a16:creationId xmlns:a16="http://schemas.microsoft.com/office/drawing/2014/main" id="{2DDE7D20-FF1A-4D56-8DEA-05419B2214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552825" y="1866900"/>
            <a:ext cx="2181225" cy="4581525"/>
          </a:xfrm>
          <a:custGeom xmlns:a="http://schemas.openxmlformats.org/drawingml/2006/main">
            <a:pathLst>
              <a:path w="1847850" h="3886200">
                <a:moveTo>
                  <a:pt x="342900" y="0"/>
                </a:moveTo>
                <a:lnTo>
                  <a:pt x="352425" y="0"/>
                </a:lnTo>
                <a:lnTo>
                  <a:pt x="352425" y="9525"/>
                </a:lnTo>
                <a:lnTo>
                  <a:pt x="342900" y="9525"/>
                </a:lnTo>
                <a:close/>
                <a:moveTo>
                  <a:pt x="381000" y="0"/>
                </a:moveTo>
                <a:lnTo>
                  <a:pt x="409575" y="0"/>
                </a:lnTo>
                <a:lnTo>
                  <a:pt x="409575" y="9525"/>
                </a:lnTo>
                <a:lnTo>
                  <a:pt x="457200" y="9525"/>
                </a:lnTo>
                <a:lnTo>
                  <a:pt x="457200" y="19050"/>
                </a:lnTo>
                <a:lnTo>
                  <a:pt x="466725" y="19050"/>
                </a:lnTo>
                <a:lnTo>
                  <a:pt x="466725" y="9525"/>
                </a:lnTo>
                <a:lnTo>
                  <a:pt x="476250" y="9525"/>
                </a:lnTo>
                <a:lnTo>
                  <a:pt x="476250" y="0"/>
                </a:lnTo>
                <a:lnTo>
                  <a:pt x="485775" y="0"/>
                </a:lnTo>
                <a:lnTo>
                  <a:pt x="485775" y="9525"/>
                </a:lnTo>
                <a:lnTo>
                  <a:pt x="514350" y="9525"/>
                </a:lnTo>
                <a:lnTo>
                  <a:pt x="514350" y="19050"/>
                </a:lnTo>
                <a:lnTo>
                  <a:pt x="704850" y="19050"/>
                </a:lnTo>
                <a:lnTo>
                  <a:pt x="704850" y="28575"/>
                </a:lnTo>
                <a:lnTo>
                  <a:pt x="504825" y="28575"/>
                </a:lnTo>
                <a:lnTo>
                  <a:pt x="504825" y="19050"/>
                </a:lnTo>
                <a:lnTo>
                  <a:pt x="476250" y="19050"/>
                </a:lnTo>
                <a:lnTo>
                  <a:pt x="476250" y="28575"/>
                </a:lnTo>
                <a:lnTo>
                  <a:pt x="352425" y="28575"/>
                </a:lnTo>
                <a:lnTo>
                  <a:pt x="352425" y="19050"/>
                </a:lnTo>
                <a:lnTo>
                  <a:pt x="390525" y="19050"/>
                </a:lnTo>
                <a:lnTo>
                  <a:pt x="390525" y="9525"/>
                </a:lnTo>
                <a:lnTo>
                  <a:pt x="381000" y="9525"/>
                </a:lnTo>
                <a:close/>
                <a:moveTo>
                  <a:pt x="1419225" y="0"/>
                </a:moveTo>
                <a:lnTo>
                  <a:pt x="1438275" y="0"/>
                </a:lnTo>
                <a:lnTo>
                  <a:pt x="1438275" y="9525"/>
                </a:lnTo>
                <a:lnTo>
                  <a:pt x="1447800" y="9525"/>
                </a:lnTo>
                <a:lnTo>
                  <a:pt x="1447800" y="19050"/>
                </a:lnTo>
                <a:lnTo>
                  <a:pt x="1457325" y="19050"/>
                </a:lnTo>
                <a:lnTo>
                  <a:pt x="1457325" y="28575"/>
                </a:lnTo>
                <a:lnTo>
                  <a:pt x="1247775" y="28575"/>
                </a:lnTo>
                <a:lnTo>
                  <a:pt x="1247775" y="19050"/>
                </a:lnTo>
                <a:lnTo>
                  <a:pt x="1276350" y="19050"/>
                </a:lnTo>
                <a:lnTo>
                  <a:pt x="1276350" y="9525"/>
                </a:lnTo>
                <a:lnTo>
                  <a:pt x="1295400" y="9525"/>
                </a:lnTo>
                <a:lnTo>
                  <a:pt x="1295400" y="19050"/>
                </a:lnTo>
                <a:lnTo>
                  <a:pt x="1419225" y="19050"/>
                </a:lnTo>
                <a:close/>
                <a:moveTo>
                  <a:pt x="1476375" y="0"/>
                </a:moveTo>
                <a:lnTo>
                  <a:pt x="1514475" y="0"/>
                </a:lnTo>
                <a:lnTo>
                  <a:pt x="1514475" y="9525"/>
                </a:lnTo>
                <a:lnTo>
                  <a:pt x="1504950" y="9525"/>
                </a:lnTo>
                <a:lnTo>
                  <a:pt x="1504950" y="19050"/>
                </a:lnTo>
                <a:lnTo>
                  <a:pt x="1543050" y="19050"/>
                </a:lnTo>
                <a:lnTo>
                  <a:pt x="1543050" y="28575"/>
                </a:lnTo>
                <a:lnTo>
                  <a:pt x="1485900" y="28575"/>
                </a:lnTo>
                <a:lnTo>
                  <a:pt x="1485900" y="9525"/>
                </a:lnTo>
                <a:lnTo>
                  <a:pt x="1476375" y="9525"/>
                </a:lnTo>
                <a:close/>
                <a:moveTo>
                  <a:pt x="1524000" y="0"/>
                </a:moveTo>
                <a:lnTo>
                  <a:pt x="1552575" y="0"/>
                </a:lnTo>
                <a:lnTo>
                  <a:pt x="1552575" y="9525"/>
                </a:lnTo>
                <a:lnTo>
                  <a:pt x="1524000" y="9525"/>
                </a:lnTo>
                <a:close/>
                <a:moveTo>
                  <a:pt x="914400" y="9525"/>
                </a:moveTo>
                <a:lnTo>
                  <a:pt x="923925" y="9525"/>
                </a:lnTo>
                <a:lnTo>
                  <a:pt x="923925" y="19050"/>
                </a:lnTo>
                <a:lnTo>
                  <a:pt x="971550" y="19050"/>
                </a:lnTo>
                <a:lnTo>
                  <a:pt x="971550" y="28575"/>
                </a:lnTo>
                <a:lnTo>
                  <a:pt x="895350" y="28575"/>
                </a:lnTo>
                <a:lnTo>
                  <a:pt x="895350" y="19050"/>
                </a:lnTo>
                <a:lnTo>
                  <a:pt x="914400" y="19050"/>
                </a:lnTo>
                <a:close/>
                <a:moveTo>
                  <a:pt x="723900" y="19050"/>
                </a:moveTo>
                <a:lnTo>
                  <a:pt x="800100" y="19050"/>
                </a:lnTo>
                <a:lnTo>
                  <a:pt x="800100" y="28575"/>
                </a:lnTo>
                <a:lnTo>
                  <a:pt x="723900" y="28575"/>
                </a:lnTo>
                <a:close/>
                <a:moveTo>
                  <a:pt x="828675" y="19050"/>
                </a:moveTo>
                <a:lnTo>
                  <a:pt x="857250" y="19050"/>
                </a:lnTo>
                <a:lnTo>
                  <a:pt x="857250" y="28575"/>
                </a:lnTo>
                <a:lnTo>
                  <a:pt x="828675" y="28575"/>
                </a:lnTo>
                <a:close/>
                <a:moveTo>
                  <a:pt x="990600" y="19050"/>
                </a:moveTo>
                <a:lnTo>
                  <a:pt x="1228725" y="19050"/>
                </a:lnTo>
                <a:lnTo>
                  <a:pt x="1228725" y="28575"/>
                </a:lnTo>
                <a:lnTo>
                  <a:pt x="990600" y="28575"/>
                </a:lnTo>
                <a:close/>
                <a:moveTo>
                  <a:pt x="304800" y="28575"/>
                </a:moveTo>
                <a:lnTo>
                  <a:pt x="314325" y="28575"/>
                </a:lnTo>
                <a:lnTo>
                  <a:pt x="314325" y="38100"/>
                </a:lnTo>
                <a:lnTo>
                  <a:pt x="304800" y="38100"/>
                </a:lnTo>
                <a:close/>
                <a:moveTo>
                  <a:pt x="1590675" y="38100"/>
                </a:moveTo>
                <a:lnTo>
                  <a:pt x="1600200" y="38100"/>
                </a:lnTo>
                <a:lnTo>
                  <a:pt x="1600200" y="47625"/>
                </a:lnTo>
                <a:lnTo>
                  <a:pt x="1590675" y="47625"/>
                </a:lnTo>
                <a:close/>
                <a:moveTo>
                  <a:pt x="1838325" y="38100"/>
                </a:moveTo>
                <a:lnTo>
                  <a:pt x="1847850" y="38100"/>
                </a:lnTo>
                <a:lnTo>
                  <a:pt x="1847850" y="47625"/>
                </a:lnTo>
                <a:lnTo>
                  <a:pt x="1838325" y="47625"/>
                </a:lnTo>
                <a:close/>
                <a:moveTo>
                  <a:pt x="0" y="66675"/>
                </a:moveTo>
                <a:lnTo>
                  <a:pt x="9525" y="66675"/>
                </a:lnTo>
                <a:lnTo>
                  <a:pt x="9525" y="76200"/>
                </a:lnTo>
                <a:lnTo>
                  <a:pt x="0" y="76200"/>
                </a:lnTo>
                <a:close/>
                <a:moveTo>
                  <a:pt x="190500" y="66675"/>
                </a:moveTo>
                <a:lnTo>
                  <a:pt x="200025" y="66675"/>
                </a:lnTo>
                <a:lnTo>
                  <a:pt x="200025" y="76200"/>
                </a:lnTo>
                <a:lnTo>
                  <a:pt x="190500" y="76200"/>
                </a:lnTo>
                <a:close/>
                <a:moveTo>
                  <a:pt x="1704975" y="95250"/>
                </a:moveTo>
                <a:lnTo>
                  <a:pt x="1714500" y="95250"/>
                </a:lnTo>
                <a:lnTo>
                  <a:pt x="1714500" y="104775"/>
                </a:lnTo>
                <a:lnTo>
                  <a:pt x="1704975" y="104775"/>
                </a:lnTo>
                <a:close/>
                <a:moveTo>
                  <a:pt x="95250" y="104775"/>
                </a:moveTo>
                <a:lnTo>
                  <a:pt x="104775" y="104775"/>
                </a:lnTo>
                <a:lnTo>
                  <a:pt x="104775" y="133350"/>
                </a:lnTo>
                <a:lnTo>
                  <a:pt x="85725" y="133350"/>
                </a:lnTo>
                <a:lnTo>
                  <a:pt x="85725" y="152400"/>
                </a:lnTo>
                <a:lnTo>
                  <a:pt x="57150" y="152400"/>
                </a:lnTo>
                <a:lnTo>
                  <a:pt x="57150" y="133350"/>
                </a:lnTo>
                <a:lnTo>
                  <a:pt x="47625" y="133350"/>
                </a:lnTo>
                <a:lnTo>
                  <a:pt x="47625" y="123825"/>
                </a:lnTo>
                <a:lnTo>
                  <a:pt x="57150" y="123825"/>
                </a:lnTo>
                <a:lnTo>
                  <a:pt x="57150" y="133350"/>
                </a:lnTo>
                <a:lnTo>
                  <a:pt x="66675" y="133350"/>
                </a:lnTo>
                <a:lnTo>
                  <a:pt x="66675" y="142875"/>
                </a:lnTo>
                <a:lnTo>
                  <a:pt x="76200" y="142875"/>
                </a:lnTo>
                <a:lnTo>
                  <a:pt x="76200" y="123825"/>
                </a:lnTo>
                <a:lnTo>
                  <a:pt x="85725" y="123825"/>
                </a:lnTo>
                <a:lnTo>
                  <a:pt x="85725" y="114300"/>
                </a:lnTo>
                <a:lnTo>
                  <a:pt x="95250" y="114300"/>
                </a:lnTo>
                <a:close/>
                <a:moveTo>
                  <a:pt x="114300" y="104775"/>
                </a:moveTo>
                <a:lnTo>
                  <a:pt x="123825" y="104775"/>
                </a:lnTo>
                <a:lnTo>
                  <a:pt x="123825" y="114300"/>
                </a:lnTo>
                <a:lnTo>
                  <a:pt x="114300" y="114300"/>
                </a:lnTo>
                <a:close/>
                <a:moveTo>
                  <a:pt x="1800225" y="104775"/>
                </a:moveTo>
                <a:lnTo>
                  <a:pt x="1819275" y="104775"/>
                </a:lnTo>
                <a:lnTo>
                  <a:pt x="1819275" y="123825"/>
                </a:lnTo>
                <a:lnTo>
                  <a:pt x="1800225" y="123825"/>
                </a:lnTo>
                <a:close/>
                <a:moveTo>
                  <a:pt x="276225" y="123825"/>
                </a:moveTo>
                <a:lnTo>
                  <a:pt x="295275" y="123825"/>
                </a:lnTo>
                <a:lnTo>
                  <a:pt x="295275" y="133350"/>
                </a:lnTo>
                <a:lnTo>
                  <a:pt x="285750" y="133350"/>
                </a:lnTo>
                <a:lnTo>
                  <a:pt x="285750" y="142875"/>
                </a:lnTo>
                <a:lnTo>
                  <a:pt x="276225" y="142875"/>
                </a:lnTo>
                <a:close/>
                <a:moveTo>
                  <a:pt x="1752600" y="133350"/>
                </a:moveTo>
                <a:lnTo>
                  <a:pt x="1771650" y="133350"/>
                </a:lnTo>
                <a:lnTo>
                  <a:pt x="1771650" y="161925"/>
                </a:lnTo>
                <a:lnTo>
                  <a:pt x="1762125" y="161925"/>
                </a:lnTo>
                <a:lnTo>
                  <a:pt x="1762125" y="142875"/>
                </a:lnTo>
                <a:lnTo>
                  <a:pt x="1752600" y="142875"/>
                </a:lnTo>
                <a:close/>
                <a:moveTo>
                  <a:pt x="85725" y="161925"/>
                </a:moveTo>
                <a:lnTo>
                  <a:pt x="95250" y="161925"/>
                </a:lnTo>
                <a:lnTo>
                  <a:pt x="95250" y="171450"/>
                </a:lnTo>
                <a:lnTo>
                  <a:pt x="85725" y="171450"/>
                </a:lnTo>
                <a:close/>
                <a:moveTo>
                  <a:pt x="1781175" y="180975"/>
                </a:moveTo>
                <a:lnTo>
                  <a:pt x="1790700" y="180975"/>
                </a:lnTo>
                <a:lnTo>
                  <a:pt x="1790700" y="190500"/>
                </a:lnTo>
                <a:lnTo>
                  <a:pt x="1781175" y="190500"/>
                </a:lnTo>
                <a:close/>
                <a:moveTo>
                  <a:pt x="1409700" y="200025"/>
                </a:moveTo>
                <a:lnTo>
                  <a:pt x="1428750" y="200025"/>
                </a:lnTo>
                <a:lnTo>
                  <a:pt x="1428750" y="209550"/>
                </a:lnTo>
                <a:lnTo>
                  <a:pt x="1409700" y="209550"/>
                </a:lnTo>
                <a:close/>
                <a:moveTo>
                  <a:pt x="419100" y="209550"/>
                </a:moveTo>
                <a:lnTo>
                  <a:pt x="438150" y="209550"/>
                </a:lnTo>
                <a:lnTo>
                  <a:pt x="438150" y="219075"/>
                </a:lnTo>
                <a:lnTo>
                  <a:pt x="419100" y="219075"/>
                </a:lnTo>
                <a:close/>
                <a:moveTo>
                  <a:pt x="38100" y="276225"/>
                </a:moveTo>
                <a:lnTo>
                  <a:pt x="47625" y="276225"/>
                </a:lnTo>
                <a:lnTo>
                  <a:pt x="47625" y="285750"/>
                </a:lnTo>
                <a:lnTo>
                  <a:pt x="38100" y="285750"/>
                </a:lnTo>
                <a:close/>
                <a:moveTo>
                  <a:pt x="28575" y="323850"/>
                </a:moveTo>
                <a:lnTo>
                  <a:pt x="38100" y="323850"/>
                </a:lnTo>
                <a:lnTo>
                  <a:pt x="38100" y="333375"/>
                </a:lnTo>
                <a:lnTo>
                  <a:pt x="28575" y="333375"/>
                </a:lnTo>
                <a:close/>
                <a:moveTo>
                  <a:pt x="1828800" y="371475"/>
                </a:moveTo>
                <a:lnTo>
                  <a:pt x="1838325" y="371475"/>
                </a:lnTo>
                <a:lnTo>
                  <a:pt x="1838325" y="400050"/>
                </a:lnTo>
                <a:lnTo>
                  <a:pt x="1828800" y="400050"/>
                </a:lnTo>
                <a:close/>
                <a:moveTo>
                  <a:pt x="0" y="381000"/>
                </a:moveTo>
                <a:lnTo>
                  <a:pt x="9525" y="381000"/>
                </a:lnTo>
                <a:lnTo>
                  <a:pt x="9525" y="409575"/>
                </a:lnTo>
                <a:lnTo>
                  <a:pt x="0" y="409575"/>
                </a:lnTo>
                <a:close/>
                <a:moveTo>
                  <a:pt x="19050" y="390525"/>
                </a:moveTo>
                <a:lnTo>
                  <a:pt x="28575" y="390525"/>
                </a:lnTo>
                <a:lnTo>
                  <a:pt x="28575" y="409575"/>
                </a:lnTo>
                <a:lnTo>
                  <a:pt x="19050" y="409575"/>
                </a:lnTo>
                <a:close/>
                <a:moveTo>
                  <a:pt x="390525" y="400050"/>
                </a:moveTo>
                <a:lnTo>
                  <a:pt x="400050" y="400050"/>
                </a:lnTo>
                <a:lnTo>
                  <a:pt x="400050" y="409575"/>
                </a:lnTo>
                <a:lnTo>
                  <a:pt x="409575" y="409575"/>
                </a:lnTo>
                <a:lnTo>
                  <a:pt x="409575" y="400050"/>
                </a:lnTo>
                <a:lnTo>
                  <a:pt x="419100" y="400050"/>
                </a:lnTo>
                <a:lnTo>
                  <a:pt x="419100" y="409575"/>
                </a:lnTo>
                <a:lnTo>
                  <a:pt x="428625" y="409575"/>
                </a:lnTo>
                <a:lnTo>
                  <a:pt x="428625" y="419100"/>
                </a:lnTo>
                <a:lnTo>
                  <a:pt x="419100" y="419100"/>
                </a:lnTo>
                <a:lnTo>
                  <a:pt x="419100" y="428625"/>
                </a:lnTo>
                <a:lnTo>
                  <a:pt x="447675" y="428625"/>
                </a:lnTo>
                <a:lnTo>
                  <a:pt x="447675" y="438150"/>
                </a:lnTo>
                <a:lnTo>
                  <a:pt x="409575" y="438150"/>
                </a:lnTo>
                <a:lnTo>
                  <a:pt x="409575" y="428625"/>
                </a:lnTo>
                <a:lnTo>
                  <a:pt x="390525" y="428625"/>
                </a:lnTo>
                <a:close/>
                <a:moveTo>
                  <a:pt x="295275" y="409575"/>
                </a:moveTo>
                <a:lnTo>
                  <a:pt x="314325" y="409575"/>
                </a:lnTo>
                <a:lnTo>
                  <a:pt x="314325" y="438150"/>
                </a:lnTo>
                <a:lnTo>
                  <a:pt x="295275" y="438150"/>
                </a:lnTo>
                <a:lnTo>
                  <a:pt x="295275" y="428625"/>
                </a:lnTo>
                <a:lnTo>
                  <a:pt x="285750" y="428625"/>
                </a:lnTo>
                <a:lnTo>
                  <a:pt x="285750" y="419100"/>
                </a:lnTo>
                <a:lnTo>
                  <a:pt x="295275" y="419100"/>
                </a:lnTo>
                <a:close/>
                <a:moveTo>
                  <a:pt x="885825" y="409575"/>
                </a:moveTo>
                <a:lnTo>
                  <a:pt x="895350" y="409575"/>
                </a:lnTo>
                <a:lnTo>
                  <a:pt x="895350" y="428625"/>
                </a:lnTo>
                <a:lnTo>
                  <a:pt x="876300" y="428625"/>
                </a:lnTo>
                <a:lnTo>
                  <a:pt x="876300" y="438150"/>
                </a:lnTo>
                <a:lnTo>
                  <a:pt x="866775" y="438150"/>
                </a:lnTo>
                <a:lnTo>
                  <a:pt x="866775" y="419100"/>
                </a:lnTo>
                <a:lnTo>
                  <a:pt x="885825" y="419100"/>
                </a:lnTo>
                <a:close/>
                <a:moveTo>
                  <a:pt x="914400" y="409575"/>
                </a:moveTo>
                <a:lnTo>
                  <a:pt x="923925" y="409575"/>
                </a:lnTo>
                <a:lnTo>
                  <a:pt x="923925" y="419100"/>
                </a:lnTo>
                <a:lnTo>
                  <a:pt x="914400" y="419100"/>
                </a:lnTo>
                <a:close/>
                <a:moveTo>
                  <a:pt x="923925" y="419100"/>
                </a:moveTo>
                <a:lnTo>
                  <a:pt x="962025" y="419100"/>
                </a:lnTo>
                <a:lnTo>
                  <a:pt x="962025" y="428625"/>
                </a:lnTo>
                <a:lnTo>
                  <a:pt x="971550" y="428625"/>
                </a:lnTo>
                <a:lnTo>
                  <a:pt x="971550" y="438150"/>
                </a:lnTo>
                <a:lnTo>
                  <a:pt x="942975" y="438150"/>
                </a:lnTo>
                <a:lnTo>
                  <a:pt x="942975" y="428625"/>
                </a:lnTo>
                <a:lnTo>
                  <a:pt x="923925" y="428625"/>
                </a:lnTo>
                <a:close/>
                <a:moveTo>
                  <a:pt x="1828800" y="419100"/>
                </a:moveTo>
                <a:lnTo>
                  <a:pt x="1838325" y="419100"/>
                </a:lnTo>
                <a:lnTo>
                  <a:pt x="1838325" y="428625"/>
                </a:lnTo>
                <a:lnTo>
                  <a:pt x="1828800" y="428625"/>
                </a:lnTo>
                <a:close/>
                <a:moveTo>
                  <a:pt x="342900" y="447675"/>
                </a:moveTo>
                <a:lnTo>
                  <a:pt x="352425" y="447675"/>
                </a:lnTo>
                <a:lnTo>
                  <a:pt x="352425" y="457200"/>
                </a:lnTo>
                <a:lnTo>
                  <a:pt x="342900" y="457200"/>
                </a:lnTo>
                <a:close/>
                <a:moveTo>
                  <a:pt x="304800" y="457200"/>
                </a:moveTo>
                <a:lnTo>
                  <a:pt x="314325" y="457200"/>
                </a:lnTo>
                <a:lnTo>
                  <a:pt x="314325" y="466725"/>
                </a:lnTo>
                <a:lnTo>
                  <a:pt x="304800" y="466725"/>
                </a:lnTo>
                <a:close/>
                <a:moveTo>
                  <a:pt x="466725" y="485775"/>
                </a:moveTo>
                <a:lnTo>
                  <a:pt x="476250" y="485775"/>
                </a:lnTo>
                <a:lnTo>
                  <a:pt x="476250" y="495300"/>
                </a:lnTo>
                <a:lnTo>
                  <a:pt x="466725" y="495300"/>
                </a:lnTo>
                <a:close/>
                <a:moveTo>
                  <a:pt x="1828800" y="495300"/>
                </a:moveTo>
                <a:lnTo>
                  <a:pt x="1838325" y="495300"/>
                </a:lnTo>
                <a:lnTo>
                  <a:pt x="1838325" y="533400"/>
                </a:lnTo>
                <a:lnTo>
                  <a:pt x="1828800" y="533400"/>
                </a:lnTo>
                <a:close/>
                <a:moveTo>
                  <a:pt x="114300" y="533400"/>
                </a:moveTo>
                <a:lnTo>
                  <a:pt x="133350" y="533400"/>
                </a:lnTo>
                <a:lnTo>
                  <a:pt x="133350" y="552450"/>
                </a:lnTo>
                <a:lnTo>
                  <a:pt x="142875" y="552450"/>
                </a:lnTo>
                <a:lnTo>
                  <a:pt x="142875" y="561975"/>
                </a:lnTo>
                <a:lnTo>
                  <a:pt x="123825" y="561975"/>
                </a:lnTo>
                <a:lnTo>
                  <a:pt x="123825" y="581025"/>
                </a:lnTo>
                <a:lnTo>
                  <a:pt x="114300" y="581025"/>
                </a:lnTo>
                <a:close/>
                <a:moveTo>
                  <a:pt x="1828800" y="552450"/>
                </a:moveTo>
                <a:lnTo>
                  <a:pt x="1838325" y="552450"/>
                </a:lnTo>
                <a:lnTo>
                  <a:pt x="1838325" y="571500"/>
                </a:lnTo>
                <a:lnTo>
                  <a:pt x="1828800" y="571500"/>
                </a:lnTo>
                <a:close/>
                <a:moveTo>
                  <a:pt x="1828800" y="590550"/>
                </a:moveTo>
                <a:lnTo>
                  <a:pt x="1838325" y="590550"/>
                </a:lnTo>
                <a:lnTo>
                  <a:pt x="1838325" y="781050"/>
                </a:lnTo>
                <a:lnTo>
                  <a:pt x="1828800" y="781050"/>
                </a:lnTo>
                <a:close/>
                <a:moveTo>
                  <a:pt x="123825" y="609600"/>
                </a:moveTo>
                <a:lnTo>
                  <a:pt x="133350" y="609600"/>
                </a:lnTo>
                <a:lnTo>
                  <a:pt x="133350" y="619125"/>
                </a:lnTo>
                <a:lnTo>
                  <a:pt x="123825" y="619125"/>
                </a:lnTo>
                <a:close/>
                <a:moveTo>
                  <a:pt x="0" y="619125"/>
                </a:moveTo>
                <a:lnTo>
                  <a:pt x="9525" y="619125"/>
                </a:lnTo>
                <a:lnTo>
                  <a:pt x="9525" y="647700"/>
                </a:lnTo>
                <a:lnTo>
                  <a:pt x="0" y="647700"/>
                </a:lnTo>
                <a:close/>
                <a:moveTo>
                  <a:pt x="19050" y="619125"/>
                </a:moveTo>
                <a:lnTo>
                  <a:pt x="28575" y="619125"/>
                </a:lnTo>
                <a:lnTo>
                  <a:pt x="28575" y="647700"/>
                </a:lnTo>
                <a:lnTo>
                  <a:pt x="19050" y="647700"/>
                </a:lnTo>
                <a:close/>
                <a:moveTo>
                  <a:pt x="19050" y="657225"/>
                </a:moveTo>
                <a:lnTo>
                  <a:pt x="28575" y="657225"/>
                </a:lnTo>
                <a:lnTo>
                  <a:pt x="28575" y="695325"/>
                </a:lnTo>
                <a:lnTo>
                  <a:pt x="19050" y="695325"/>
                </a:lnTo>
                <a:close/>
                <a:moveTo>
                  <a:pt x="0" y="676275"/>
                </a:moveTo>
                <a:lnTo>
                  <a:pt x="9525" y="676275"/>
                </a:lnTo>
                <a:lnTo>
                  <a:pt x="9525" y="695325"/>
                </a:lnTo>
                <a:lnTo>
                  <a:pt x="19050" y="695325"/>
                </a:lnTo>
                <a:lnTo>
                  <a:pt x="19050" y="714375"/>
                </a:lnTo>
                <a:lnTo>
                  <a:pt x="0" y="714375"/>
                </a:lnTo>
                <a:close/>
                <a:moveTo>
                  <a:pt x="352425" y="685800"/>
                </a:moveTo>
                <a:lnTo>
                  <a:pt x="361950" y="685800"/>
                </a:lnTo>
                <a:lnTo>
                  <a:pt x="361950" y="695325"/>
                </a:lnTo>
                <a:lnTo>
                  <a:pt x="352425" y="695325"/>
                </a:lnTo>
                <a:close/>
                <a:moveTo>
                  <a:pt x="219075" y="695325"/>
                </a:moveTo>
                <a:lnTo>
                  <a:pt x="238125" y="695325"/>
                </a:lnTo>
                <a:lnTo>
                  <a:pt x="238125" y="704850"/>
                </a:lnTo>
                <a:lnTo>
                  <a:pt x="247650" y="704850"/>
                </a:lnTo>
                <a:lnTo>
                  <a:pt x="247650" y="723900"/>
                </a:lnTo>
                <a:lnTo>
                  <a:pt x="238125" y="723900"/>
                </a:lnTo>
                <a:lnTo>
                  <a:pt x="238125" y="742950"/>
                </a:lnTo>
                <a:lnTo>
                  <a:pt x="228600" y="742950"/>
                </a:lnTo>
                <a:lnTo>
                  <a:pt x="228600" y="762000"/>
                </a:lnTo>
                <a:lnTo>
                  <a:pt x="209550" y="762000"/>
                </a:lnTo>
                <a:lnTo>
                  <a:pt x="209550" y="723900"/>
                </a:lnTo>
                <a:lnTo>
                  <a:pt x="219075" y="723900"/>
                </a:lnTo>
                <a:lnTo>
                  <a:pt x="219075" y="714375"/>
                </a:lnTo>
                <a:lnTo>
                  <a:pt x="209550" y="714375"/>
                </a:lnTo>
                <a:lnTo>
                  <a:pt x="209550" y="704850"/>
                </a:lnTo>
                <a:lnTo>
                  <a:pt x="219075" y="704850"/>
                </a:lnTo>
                <a:close/>
                <a:moveTo>
                  <a:pt x="342900" y="695325"/>
                </a:moveTo>
                <a:lnTo>
                  <a:pt x="352425" y="695325"/>
                </a:lnTo>
                <a:lnTo>
                  <a:pt x="352425" y="714375"/>
                </a:lnTo>
                <a:lnTo>
                  <a:pt x="342900" y="714375"/>
                </a:lnTo>
                <a:close/>
                <a:moveTo>
                  <a:pt x="276225" y="704850"/>
                </a:moveTo>
                <a:lnTo>
                  <a:pt x="285750" y="704850"/>
                </a:lnTo>
                <a:lnTo>
                  <a:pt x="285750" y="714375"/>
                </a:lnTo>
                <a:lnTo>
                  <a:pt x="295275" y="714375"/>
                </a:lnTo>
                <a:lnTo>
                  <a:pt x="295275" y="723900"/>
                </a:lnTo>
                <a:lnTo>
                  <a:pt x="276225" y="723900"/>
                </a:lnTo>
                <a:close/>
                <a:moveTo>
                  <a:pt x="457200" y="704850"/>
                </a:moveTo>
                <a:lnTo>
                  <a:pt x="466725" y="704850"/>
                </a:lnTo>
                <a:lnTo>
                  <a:pt x="466725" y="714375"/>
                </a:lnTo>
                <a:lnTo>
                  <a:pt x="457200" y="714375"/>
                </a:lnTo>
                <a:close/>
                <a:moveTo>
                  <a:pt x="428625" y="714375"/>
                </a:moveTo>
                <a:lnTo>
                  <a:pt x="447675" y="714375"/>
                </a:lnTo>
                <a:lnTo>
                  <a:pt x="447675" y="723900"/>
                </a:lnTo>
                <a:lnTo>
                  <a:pt x="466725" y="723900"/>
                </a:lnTo>
                <a:lnTo>
                  <a:pt x="466725" y="752475"/>
                </a:lnTo>
                <a:lnTo>
                  <a:pt x="457200" y="752475"/>
                </a:lnTo>
                <a:lnTo>
                  <a:pt x="457200" y="733425"/>
                </a:lnTo>
                <a:lnTo>
                  <a:pt x="447675" y="733425"/>
                </a:lnTo>
                <a:lnTo>
                  <a:pt x="447675" y="742950"/>
                </a:lnTo>
                <a:lnTo>
                  <a:pt x="438150" y="742950"/>
                </a:lnTo>
                <a:lnTo>
                  <a:pt x="438150" y="733425"/>
                </a:lnTo>
                <a:lnTo>
                  <a:pt x="428625" y="733425"/>
                </a:lnTo>
                <a:close/>
                <a:moveTo>
                  <a:pt x="504825" y="714375"/>
                </a:moveTo>
                <a:lnTo>
                  <a:pt x="514350" y="714375"/>
                </a:lnTo>
                <a:lnTo>
                  <a:pt x="514350" y="723900"/>
                </a:lnTo>
                <a:lnTo>
                  <a:pt x="504825" y="723900"/>
                </a:lnTo>
                <a:close/>
                <a:moveTo>
                  <a:pt x="400050" y="723900"/>
                </a:moveTo>
                <a:lnTo>
                  <a:pt x="419100" y="723900"/>
                </a:lnTo>
                <a:lnTo>
                  <a:pt x="419100" y="742950"/>
                </a:lnTo>
                <a:lnTo>
                  <a:pt x="409575" y="742950"/>
                </a:lnTo>
                <a:lnTo>
                  <a:pt x="409575" y="752475"/>
                </a:lnTo>
                <a:lnTo>
                  <a:pt x="400050" y="752475"/>
                </a:lnTo>
                <a:lnTo>
                  <a:pt x="400050" y="771525"/>
                </a:lnTo>
                <a:lnTo>
                  <a:pt x="381000" y="771525"/>
                </a:lnTo>
                <a:lnTo>
                  <a:pt x="381000" y="762000"/>
                </a:lnTo>
                <a:lnTo>
                  <a:pt x="371475" y="762000"/>
                </a:lnTo>
                <a:lnTo>
                  <a:pt x="371475" y="771525"/>
                </a:lnTo>
                <a:lnTo>
                  <a:pt x="361950" y="771525"/>
                </a:lnTo>
                <a:lnTo>
                  <a:pt x="361950" y="752475"/>
                </a:lnTo>
                <a:lnTo>
                  <a:pt x="381000" y="752475"/>
                </a:lnTo>
                <a:lnTo>
                  <a:pt x="381000" y="742950"/>
                </a:lnTo>
                <a:lnTo>
                  <a:pt x="390525" y="742950"/>
                </a:lnTo>
                <a:lnTo>
                  <a:pt x="390525" y="733425"/>
                </a:lnTo>
                <a:lnTo>
                  <a:pt x="400050" y="733425"/>
                </a:lnTo>
                <a:close/>
                <a:moveTo>
                  <a:pt x="333375" y="733425"/>
                </a:moveTo>
                <a:lnTo>
                  <a:pt x="352425" y="733425"/>
                </a:lnTo>
                <a:lnTo>
                  <a:pt x="352425" y="742950"/>
                </a:lnTo>
                <a:lnTo>
                  <a:pt x="342900" y="742950"/>
                </a:lnTo>
                <a:lnTo>
                  <a:pt x="342900" y="752475"/>
                </a:lnTo>
                <a:lnTo>
                  <a:pt x="333375" y="752475"/>
                </a:lnTo>
                <a:close/>
                <a:moveTo>
                  <a:pt x="238125" y="790575"/>
                </a:moveTo>
                <a:lnTo>
                  <a:pt x="247650" y="790575"/>
                </a:lnTo>
                <a:lnTo>
                  <a:pt x="247650" y="800100"/>
                </a:lnTo>
                <a:lnTo>
                  <a:pt x="238125" y="800100"/>
                </a:lnTo>
                <a:close/>
                <a:moveTo>
                  <a:pt x="276225" y="790575"/>
                </a:moveTo>
                <a:lnTo>
                  <a:pt x="295275" y="790575"/>
                </a:lnTo>
                <a:lnTo>
                  <a:pt x="295275" y="809625"/>
                </a:lnTo>
                <a:lnTo>
                  <a:pt x="266700" y="809625"/>
                </a:lnTo>
                <a:lnTo>
                  <a:pt x="266700" y="800100"/>
                </a:lnTo>
                <a:lnTo>
                  <a:pt x="276225" y="800100"/>
                </a:lnTo>
                <a:close/>
                <a:moveTo>
                  <a:pt x="476250" y="790575"/>
                </a:moveTo>
                <a:lnTo>
                  <a:pt x="495300" y="790575"/>
                </a:lnTo>
                <a:lnTo>
                  <a:pt x="495300" y="809625"/>
                </a:lnTo>
                <a:lnTo>
                  <a:pt x="485775" y="809625"/>
                </a:lnTo>
                <a:lnTo>
                  <a:pt x="485775" y="819150"/>
                </a:lnTo>
                <a:lnTo>
                  <a:pt x="476250" y="819150"/>
                </a:lnTo>
                <a:lnTo>
                  <a:pt x="476250" y="828675"/>
                </a:lnTo>
                <a:lnTo>
                  <a:pt x="419100" y="828675"/>
                </a:lnTo>
                <a:lnTo>
                  <a:pt x="419100" y="800100"/>
                </a:lnTo>
                <a:lnTo>
                  <a:pt x="447675" y="800100"/>
                </a:lnTo>
                <a:lnTo>
                  <a:pt x="447675" y="809625"/>
                </a:lnTo>
                <a:lnTo>
                  <a:pt x="466725" y="809625"/>
                </a:lnTo>
                <a:lnTo>
                  <a:pt x="466725" y="800100"/>
                </a:lnTo>
                <a:lnTo>
                  <a:pt x="476250" y="800100"/>
                </a:lnTo>
                <a:close/>
                <a:moveTo>
                  <a:pt x="1828800" y="800100"/>
                </a:moveTo>
                <a:lnTo>
                  <a:pt x="1838325" y="800100"/>
                </a:lnTo>
                <a:lnTo>
                  <a:pt x="1838325" y="857250"/>
                </a:lnTo>
                <a:lnTo>
                  <a:pt x="1828800" y="857250"/>
                </a:lnTo>
                <a:close/>
                <a:moveTo>
                  <a:pt x="628650" y="809625"/>
                </a:moveTo>
                <a:lnTo>
                  <a:pt x="638175" y="809625"/>
                </a:lnTo>
                <a:lnTo>
                  <a:pt x="638175" y="819150"/>
                </a:lnTo>
                <a:lnTo>
                  <a:pt x="628650" y="819150"/>
                </a:lnTo>
                <a:close/>
                <a:moveTo>
                  <a:pt x="0" y="847725"/>
                </a:moveTo>
                <a:lnTo>
                  <a:pt x="9525" y="847725"/>
                </a:lnTo>
                <a:lnTo>
                  <a:pt x="9525" y="866775"/>
                </a:lnTo>
                <a:lnTo>
                  <a:pt x="0" y="866775"/>
                </a:lnTo>
                <a:close/>
                <a:moveTo>
                  <a:pt x="1828800" y="885825"/>
                </a:moveTo>
                <a:lnTo>
                  <a:pt x="1838325" y="885825"/>
                </a:lnTo>
                <a:lnTo>
                  <a:pt x="1838325" y="914400"/>
                </a:lnTo>
                <a:lnTo>
                  <a:pt x="1828800" y="914400"/>
                </a:lnTo>
                <a:close/>
                <a:moveTo>
                  <a:pt x="857250" y="923925"/>
                </a:moveTo>
                <a:lnTo>
                  <a:pt x="866775" y="923925"/>
                </a:lnTo>
                <a:lnTo>
                  <a:pt x="866775" y="942975"/>
                </a:lnTo>
                <a:lnTo>
                  <a:pt x="838200" y="942975"/>
                </a:lnTo>
                <a:lnTo>
                  <a:pt x="838200" y="933450"/>
                </a:lnTo>
                <a:lnTo>
                  <a:pt x="857250" y="933450"/>
                </a:lnTo>
                <a:close/>
                <a:moveTo>
                  <a:pt x="904875" y="923925"/>
                </a:moveTo>
                <a:lnTo>
                  <a:pt x="914400" y="923925"/>
                </a:lnTo>
                <a:lnTo>
                  <a:pt x="914400" y="933450"/>
                </a:lnTo>
                <a:lnTo>
                  <a:pt x="904875" y="933450"/>
                </a:lnTo>
                <a:close/>
                <a:moveTo>
                  <a:pt x="1828800" y="942975"/>
                </a:moveTo>
                <a:lnTo>
                  <a:pt x="1838325" y="942975"/>
                </a:lnTo>
                <a:lnTo>
                  <a:pt x="1838325" y="990600"/>
                </a:lnTo>
                <a:lnTo>
                  <a:pt x="1828800" y="990600"/>
                </a:lnTo>
                <a:close/>
                <a:moveTo>
                  <a:pt x="676275" y="971550"/>
                </a:moveTo>
                <a:lnTo>
                  <a:pt x="704850" y="971550"/>
                </a:lnTo>
                <a:lnTo>
                  <a:pt x="704850" y="990600"/>
                </a:lnTo>
                <a:lnTo>
                  <a:pt x="666750" y="990600"/>
                </a:lnTo>
                <a:lnTo>
                  <a:pt x="666750" y="981075"/>
                </a:lnTo>
                <a:lnTo>
                  <a:pt x="676275" y="981075"/>
                </a:lnTo>
                <a:close/>
                <a:moveTo>
                  <a:pt x="1828800" y="1019175"/>
                </a:moveTo>
                <a:lnTo>
                  <a:pt x="1838325" y="1019175"/>
                </a:lnTo>
                <a:lnTo>
                  <a:pt x="1838325" y="1038225"/>
                </a:lnTo>
                <a:lnTo>
                  <a:pt x="1828800" y="1038225"/>
                </a:lnTo>
                <a:close/>
                <a:moveTo>
                  <a:pt x="228600" y="1047750"/>
                </a:moveTo>
                <a:lnTo>
                  <a:pt x="247650" y="1047750"/>
                </a:lnTo>
                <a:lnTo>
                  <a:pt x="247650" y="1057275"/>
                </a:lnTo>
                <a:lnTo>
                  <a:pt x="285750" y="1057275"/>
                </a:lnTo>
                <a:lnTo>
                  <a:pt x="285750" y="1066800"/>
                </a:lnTo>
                <a:lnTo>
                  <a:pt x="238125" y="1066800"/>
                </a:lnTo>
                <a:lnTo>
                  <a:pt x="238125" y="1057275"/>
                </a:lnTo>
                <a:lnTo>
                  <a:pt x="228600" y="1057275"/>
                </a:lnTo>
                <a:close/>
                <a:moveTo>
                  <a:pt x="447675" y="1047750"/>
                </a:moveTo>
                <a:lnTo>
                  <a:pt x="466725" y="1047750"/>
                </a:lnTo>
                <a:lnTo>
                  <a:pt x="466725" y="1066800"/>
                </a:lnTo>
                <a:lnTo>
                  <a:pt x="457200" y="1066800"/>
                </a:lnTo>
                <a:lnTo>
                  <a:pt x="457200" y="1057275"/>
                </a:lnTo>
                <a:lnTo>
                  <a:pt x="447675" y="1057275"/>
                </a:lnTo>
                <a:close/>
                <a:moveTo>
                  <a:pt x="180975" y="1057275"/>
                </a:moveTo>
                <a:lnTo>
                  <a:pt x="190500" y="1057275"/>
                </a:lnTo>
                <a:lnTo>
                  <a:pt x="190500" y="1085850"/>
                </a:lnTo>
                <a:lnTo>
                  <a:pt x="180975" y="1085850"/>
                </a:lnTo>
                <a:close/>
                <a:moveTo>
                  <a:pt x="1828800" y="1057275"/>
                </a:moveTo>
                <a:lnTo>
                  <a:pt x="1838325" y="1057275"/>
                </a:lnTo>
                <a:lnTo>
                  <a:pt x="1838325" y="1076325"/>
                </a:lnTo>
                <a:lnTo>
                  <a:pt x="1828800" y="1076325"/>
                </a:lnTo>
                <a:close/>
                <a:moveTo>
                  <a:pt x="200025" y="1066800"/>
                </a:moveTo>
                <a:lnTo>
                  <a:pt x="209550" y="1066800"/>
                </a:lnTo>
                <a:lnTo>
                  <a:pt x="209550" y="1076325"/>
                </a:lnTo>
                <a:lnTo>
                  <a:pt x="200025" y="1076325"/>
                </a:lnTo>
                <a:close/>
                <a:moveTo>
                  <a:pt x="466725" y="1066800"/>
                </a:moveTo>
                <a:lnTo>
                  <a:pt x="476250" y="1066800"/>
                </a:lnTo>
                <a:lnTo>
                  <a:pt x="476250" y="1076325"/>
                </a:lnTo>
                <a:lnTo>
                  <a:pt x="466725" y="1076325"/>
                </a:lnTo>
                <a:close/>
                <a:moveTo>
                  <a:pt x="1828800" y="1104900"/>
                </a:moveTo>
                <a:lnTo>
                  <a:pt x="1838325" y="1104900"/>
                </a:lnTo>
                <a:lnTo>
                  <a:pt x="1838325" y="1114425"/>
                </a:lnTo>
                <a:lnTo>
                  <a:pt x="1828800" y="1114425"/>
                </a:lnTo>
                <a:close/>
                <a:moveTo>
                  <a:pt x="1381125" y="1219200"/>
                </a:moveTo>
                <a:lnTo>
                  <a:pt x="1390650" y="1219200"/>
                </a:lnTo>
                <a:lnTo>
                  <a:pt x="1390650" y="1228725"/>
                </a:lnTo>
                <a:lnTo>
                  <a:pt x="1381125" y="1228725"/>
                </a:lnTo>
                <a:close/>
                <a:moveTo>
                  <a:pt x="1419225" y="1219200"/>
                </a:moveTo>
                <a:lnTo>
                  <a:pt x="1428750" y="1219200"/>
                </a:lnTo>
                <a:lnTo>
                  <a:pt x="1428750" y="1228725"/>
                </a:lnTo>
                <a:lnTo>
                  <a:pt x="1419225" y="1228725"/>
                </a:lnTo>
                <a:close/>
                <a:moveTo>
                  <a:pt x="1447800" y="1219200"/>
                </a:moveTo>
                <a:lnTo>
                  <a:pt x="1466850" y="1219200"/>
                </a:lnTo>
                <a:lnTo>
                  <a:pt x="1466850" y="1228725"/>
                </a:lnTo>
                <a:lnTo>
                  <a:pt x="1447800" y="1228725"/>
                </a:lnTo>
                <a:close/>
                <a:moveTo>
                  <a:pt x="200025" y="1228725"/>
                </a:moveTo>
                <a:lnTo>
                  <a:pt x="209550" y="1228725"/>
                </a:lnTo>
                <a:lnTo>
                  <a:pt x="209550" y="1266825"/>
                </a:lnTo>
                <a:lnTo>
                  <a:pt x="200025" y="1266825"/>
                </a:lnTo>
                <a:close/>
                <a:moveTo>
                  <a:pt x="1314450" y="1228725"/>
                </a:moveTo>
                <a:lnTo>
                  <a:pt x="1333500" y="1228725"/>
                </a:lnTo>
                <a:lnTo>
                  <a:pt x="1333500" y="1257300"/>
                </a:lnTo>
                <a:lnTo>
                  <a:pt x="1314450" y="1257300"/>
                </a:lnTo>
                <a:close/>
                <a:moveTo>
                  <a:pt x="809625" y="1247775"/>
                </a:moveTo>
                <a:lnTo>
                  <a:pt x="819150" y="1247775"/>
                </a:lnTo>
                <a:lnTo>
                  <a:pt x="819150" y="1257300"/>
                </a:lnTo>
                <a:lnTo>
                  <a:pt x="809625" y="1257300"/>
                </a:lnTo>
                <a:close/>
                <a:moveTo>
                  <a:pt x="123825" y="1323975"/>
                </a:moveTo>
                <a:lnTo>
                  <a:pt x="133350" y="1323975"/>
                </a:lnTo>
                <a:lnTo>
                  <a:pt x="133350" y="1333500"/>
                </a:lnTo>
                <a:lnTo>
                  <a:pt x="123825" y="1333500"/>
                </a:lnTo>
                <a:close/>
                <a:moveTo>
                  <a:pt x="685800" y="1323975"/>
                </a:moveTo>
                <a:lnTo>
                  <a:pt x="695325" y="1323975"/>
                </a:lnTo>
                <a:lnTo>
                  <a:pt x="695325" y="1333500"/>
                </a:lnTo>
                <a:lnTo>
                  <a:pt x="685800" y="1333500"/>
                </a:lnTo>
                <a:close/>
                <a:moveTo>
                  <a:pt x="1838325" y="1552575"/>
                </a:moveTo>
                <a:lnTo>
                  <a:pt x="1847850" y="1552575"/>
                </a:lnTo>
                <a:lnTo>
                  <a:pt x="1847850" y="1562100"/>
                </a:lnTo>
                <a:lnTo>
                  <a:pt x="1838325" y="1562100"/>
                </a:lnTo>
                <a:close/>
                <a:moveTo>
                  <a:pt x="1828800" y="1562100"/>
                </a:moveTo>
                <a:lnTo>
                  <a:pt x="1838325" y="1562100"/>
                </a:lnTo>
                <a:lnTo>
                  <a:pt x="1838325" y="1619250"/>
                </a:lnTo>
                <a:lnTo>
                  <a:pt x="1828800" y="1619250"/>
                </a:lnTo>
                <a:close/>
                <a:moveTo>
                  <a:pt x="457200" y="1581150"/>
                </a:moveTo>
                <a:lnTo>
                  <a:pt x="466725" y="1581150"/>
                </a:lnTo>
                <a:lnTo>
                  <a:pt x="466725" y="1590675"/>
                </a:lnTo>
                <a:lnTo>
                  <a:pt x="457200" y="1590675"/>
                </a:lnTo>
                <a:close/>
                <a:moveTo>
                  <a:pt x="495300" y="1581150"/>
                </a:moveTo>
                <a:lnTo>
                  <a:pt x="504825" y="1581150"/>
                </a:lnTo>
                <a:lnTo>
                  <a:pt x="504825" y="1590675"/>
                </a:lnTo>
                <a:lnTo>
                  <a:pt x="495300" y="1590675"/>
                </a:lnTo>
                <a:close/>
                <a:moveTo>
                  <a:pt x="533400" y="1581150"/>
                </a:moveTo>
                <a:lnTo>
                  <a:pt x="552450" y="1581150"/>
                </a:lnTo>
                <a:lnTo>
                  <a:pt x="552450" y="1600200"/>
                </a:lnTo>
                <a:lnTo>
                  <a:pt x="533400" y="1600200"/>
                </a:lnTo>
                <a:close/>
                <a:moveTo>
                  <a:pt x="476250" y="1590675"/>
                </a:moveTo>
                <a:lnTo>
                  <a:pt x="485775" y="1590675"/>
                </a:lnTo>
                <a:lnTo>
                  <a:pt x="485775" y="1600200"/>
                </a:lnTo>
                <a:lnTo>
                  <a:pt x="504825" y="1600200"/>
                </a:lnTo>
                <a:lnTo>
                  <a:pt x="504825" y="1609725"/>
                </a:lnTo>
                <a:lnTo>
                  <a:pt x="466725" y="1609725"/>
                </a:lnTo>
                <a:lnTo>
                  <a:pt x="466725" y="1600200"/>
                </a:lnTo>
                <a:lnTo>
                  <a:pt x="476250" y="1600200"/>
                </a:lnTo>
                <a:close/>
                <a:moveTo>
                  <a:pt x="447675" y="1619250"/>
                </a:moveTo>
                <a:lnTo>
                  <a:pt x="457200" y="1619250"/>
                </a:lnTo>
                <a:lnTo>
                  <a:pt x="457200" y="1628775"/>
                </a:lnTo>
                <a:lnTo>
                  <a:pt x="447675" y="1628775"/>
                </a:lnTo>
                <a:close/>
                <a:moveTo>
                  <a:pt x="1219200" y="1638300"/>
                </a:moveTo>
                <a:lnTo>
                  <a:pt x="1228725" y="1638300"/>
                </a:lnTo>
                <a:lnTo>
                  <a:pt x="1228725" y="1647825"/>
                </a:lnTo>
                <a:lnTo>
                  <a:pt x="1219200" y="1647825"/>
                </a:lnTo>
                <a:close/>
                <a:moveTo>
                  <a:pt x="19050" y="1724025"/>
                </a:moveTo>
                <a:lnTo>
                  <a:pt x="28575" y="1724025"/>
                </a:lnTo>
                <a:lnTo>
                  <a:pt x="28575" y="1847850"/>
                </a:lnTo>
                <a:lnTo>
                  <a:pt x="19050" y="1847850"/>
                </a:lnTo>
                <a:lnTo>
                  <a:pt x="19050" y="1838325"/>
                </a:lnTo>
                <a:lnTo>
                  <a:pt x="9525" y="1838325"/>
                </a:lnTo>
                <a:lnTo>
                  <a:pt x="9525" y="1847850"/>
                </a:lnTo>
                <a:lnTo>
                  <a:pt x="0" y="1847850"/>
                </a:lnTo>
                <a:lnTo>
                  <a:pt x="0" y="1819275"/>
                </a:lnTo>
                <a:lnTo>
                  <a:pt x="9525" y="1819275"/>
                </a:lnTo>
                <a:lnTo>
                  <a:pt x="9525" y="1828800"/>
                </a:lnTo>
                <a:lnTo>
                  <a:pt x="19050" y="1828800"/>
                </a:lnTo>
                <a:lnTo>
                  <a:pt x="19050" y="1800225"/>
                </a:lnTo>
                <a:lnTo>
                  <a:pt x="0" y="1800225"/>
                </a:lnTo>
                <a:lnTo>
                  <a:pt x="0" y="1781175"/>
                </a:lnTo>
                <a:lnTo>
                  <a:pt x="19050" y="1781175"/>
                </a:lnTo>
                <a:lnTo>
                  <a:pt x="19050" y="1752600"/>
                </a:lnTo>
                <a:lnTo>
                  <a:pt x="0" y="1752600"/>
                </a:lnTo>
                <a:lnTo>
                  <a:pt x="0" y="1733550"/>
                </a:lnTo>
                <a:lnTo>
                  <a:pt x="19050" y="1733550"/>
                </a:lnTo>
                <a:close/>
                <a:moveTo>
                  <a:pt x="1828800" y="1762125"/>
                </a:moveTo>
                <a:lnTo>
                  <a:pt x="1838325" y="1762125"/>
                </a:lnTo>
                <a:lnTo>
                  <a:pt x="1838325" y="1790700"/>
                </a:lnTo>
                <a:lnTo>
                  <a:pt x="1828800" y="1790700"/>
                </a:lnTo>
                <a:close/>
                <a:moveTo>
                  <a:pt x="1828800" y="1809750"/>
                </a:moveTo>
                <a:lnTo>
                  <a:pt x="1838325" y="1809750"/>
                </a:lnTo>
                <a:lnTo>
                  <a:pt x="1838325" y="1866900"/>
                </a:lnTo>
                <a:lnTo>
                  <a:pt x="1828800" y="1866900"/>
                </a:lnTo>
                <a:close/>
                <a:moveTo>
                  <a:pt x="19050" y="1866900"/>
                </a:moveTo>
                <a:lnTo>
                  <a:pt x="28575" y="1866900"/>
                </a:lnTo>
                <a:lnTo>
                  <a:pt x="28575" y="1885950"/>
                </a:lnTo>
                <a:lnTo>
                  <a:pt x="19050" y="1885950"/>
                </a:lnTo>
                <a:close/>
                <a:moveTo>
                  <a:pt x="600075" y="1866900"/>
                </a:moveTo>
                <a:lnTo>
                  <a:pt x="628650" y="1866900"/>
                </a:lnTo>
                <a:lnTo>
                  <a:pt x="628650" y="1876425"/>
                </a:lnTo>
                <a:lnTo>
                  <a:pt x="619125" y="1876425"/>
                </a:lnTo>
                <a:lnTo>
                  <a:pt x="619125" y="1885950"/>
                </a:lnTo>
                <a:lnTo>
                  <a:pt x="600075" y="1885950"/>
                </a:lnTo>
                <a:close/>
                <a:moveTo>
                  <a:pt x="647700" y="1866900"/>
                </a:moveTo>
                <a:lnTo>
                  <a:pt x="666750" y="1866900"/>
                </a:lnTo>
                <a:lnTo>
                  <a:pt x="666750" y="1876425"/>
                </a:lnTo>
                <a:lnTo>
                  <a:pt x="647700" y="1876425"/>
                </a:lnTo>
                <a:close/>
                <a:moveTo>
                  <a:pt x="1828800" y="1895475"/>
                </a:moveTo>
                <a:lnTo>
                  <a:pt x="1838325" y="1895475"/>
                </a:lnTo>
                <a:lnTo>
                  <a:pt x="1838325" y="1914525"/>
                </a:lnTo>
                <a:lnTo>
                  <a:pt x="1847850" y="1914525"/>
                </a:lnTo>
                <a:lnTo>
                  <a:pt x="1847850" y="1943100"/>
                </a:lnTo>
                <a:lnTo>
                  <a:pt x="1838325" y="1943100"/>
                </a:lnTo>
                <a:lnTo>
                  <a:pt x="1838325" y="2000250"/>
                </a:lnTo>
                <a:lnTo>
                  <a:pt x="1847850" y="2000250"/>
                </a:lnTo>
                <a:lnTo>
                  <a:pt x="1847850" y="2009775"/>
                </a:lnTo>
                <a:lnTo>
                  <a:pt x="1838325" y="2009775"/>
                </a:lnTo>
                <a:lnTo>
                  <a:pt x="1838325" y="2371725"/>
                </a:lnTo>
                <a:lnTo>
                  <a:pt x="1828800" y="2371725"/>
                </a:lnTo>
                <a:close/>
                <a:moveTo>
                  <a:pt x="19050" y="1914525"/>
                </a:moveTo>
                <a:lnTo>
                  <a:pt x="28575" y="1914525"/>
                </a:lnTo>
                <a:lnTo>
                  <a:pt x="28575" y="1943100"/>
                </a:lnTo>
                <a:lnTo>
                  <a:pt x="19050" y="1943100"/>
                </a:lnTo>
                <a:close/>
                <a:moveTo>
                  <a:pt x="885825" y="1971675"/>
                </a:moveTo>
                <a:lnTo>
                  <a:pt x="904875" y="1971675"/>
                </a:lnTo>
                <a:lnTo>
                  <a:pt x="904875" y="1990725"/>
                </a:lnTo>
                <a:lnTo>
                  <a:pt x="885825" y="1990725"/>
                </a:lnTo>
                <a:close/>
                <a:moveTo>
                  <a:pt x="123825" y="2038350"/>
                </a:moveTo>
                <a:lnTo>
                  <a:pt x="133350" y="2038350"/>
                </a:lnTo>
                <a:lnTo>
                  <a:pt x="133350" y="2057400"/>
                </a:lnTo>
                <a:lnTo>
                  <a:pt x="142875" y="2057400"/>
                </a:lnTo>
                <a:lnTo>
                  <a:pt x="142875" y="2047875"/>
                </a:lnTo>
                <a:lnTo>
                  <a:pt x="152400" y="2047875"/>
                </a:lnTo>
                <a:lnTo>
                  <a:pt x="152400" y="2085975"/>
                </a:lnTo>
                <a:lnTo>
                  <a:pt x="142875" y="2085975"/>
                </a:lnTo>
                <a:lnTo>
                  <a:pt x="142875" y="2076450"/>
                </a:lnTo>
                <a:lnTo>
                  <a:pt x="133350" y="2076450"/>
                </a:lnTo>
                <a:lnTo>
                  <a:pt x="133350" y="2085975"/>
                </a:lnTo>
                <a:lnTo>
                  <a:pt x="123825" y="2085975"/>
                </a:lnTo>
                <a:lnTo>
                  <a:pt x="123825" y="2076450"/>
                </a:lnTo>
                <a:lnTo>
                  <a:pt x="114300" y="2076450"/>
                </a:lnTo>
                <a:lnTo>
                  <a:pt x="114300" y="2047875"/>
                </a:lnTo>
                <a:lnTo>
                  <a:pt x="123825" y="2047875"/>
                </a:lnTo>
                <a:close/>
                <a:moveTo>
                  <a:pt x="0" y="2047875"/>
                </a:moveTo>
                <a:lnTo>
                  <a:pt x="9525" y="2047875"/>
                </a:lnTo>
                <a:lnTo>
                  <a:pt x="9525" y="2057400"/>
                </a:lnTo>
                <a:lnTo>
                  <a:pt x="28575" y="2057400"/>
                </a:lnTo>
                <a:lnTo>
                  <a:pt x="28575" y="2066925"/>
                </a:lnTo>
                <a:lnTo>
                  <a:pt x="9525" y="2066925"/>
                </a:lnTo>
                <a:lnTo>
                  <a:pt x="9525" y="2076450"/>
                </a:lnTo>
                <a:lnTo>
                  <a:pt x="0" y="2076450"/>
                </a:lnTo>
                <a:close/>
                <a:moveTo>
                  <a:pt x="123825" y="2095500"/>
                </a:moveTo>
                <a:lnTo>
                  <a:pt x="133350" y="2095500"/>
                </a:lnTo>
                <a:lnTo>
                  <a:pt x="133350" y="2105025"/>
                </a:lnTo>
                <a:lnTo>
                  <a:pt x="142875" y="2105025"/>
                </a:lnTo>
                <a:lnTo>
                  <a:pt x="142875" y="2143125"/>
                </a:lnTo>
                <a:lnTo>
                  <a:pt x="133350" y="2143125"/>
                </a:lnTo>
                <a:lnTo>
                  <a:pt x="133350" y="2152650"/>
                </a:lnTo>
                <a:lnTo>
                  <a:pt x="123825" y="2152650"/>
                </a:lnTo>
                <a:lnTo>
                  <a:pt x="123825" y="2133600"/>
                </a:lnTo>
                <a:lnTo>
                  <a:pt x="133350" y="2133600"/>
                </a:lnTo>
                <a:lnTo>
                  <a:pt x="133350" y="2114550"/>
                </a:lnTo>
                <a:lnTo>
                  <a:pt x="114300" y="2114550"/>
                </a:lnTo>
                <a:lnTo>
                  <a:pt x="114300" y="2105025"/>
                </a:lnTo>
                <a:lnTo>
                  <a:pt x="123825" y="2105025"/>
                </a:lnTo>
                <a:close/>
                <a:moveTo>
                  <a:pt x="152400" y="2133600"/>
                </a:moveTo>
                <a:lnTo>
                  <a:pt x="161925" y="2133600"/>
                </a:lnTo>
                <a:lnTo>
                  <a:pt x="161925" y="2152650"/>
                </a:lnTo>
                <a:lnTo>
                  <a:pt x="152400" y="2152650"/>
                </a:lnTo>
                <a:lnTo>
                  <a:pt x="152400" y="2162175"/>
                </a:lnTo>
                <a:lnTo>
                  <a:pt x="142875" y="2162175"/>
                </a:lnTo>
                <a:lnTo>
                  <a:pt x="142875" y="2143125"/>
                </a:lnTo>
                <a:lnTo>
                  <a:pt x="152400" y="2143125"/>
                </a:lnTo>
                <a:close/>
                <a:moveTo>
                  <a:pt x="142875" y="2190750"/>
                </a:moveTo>
                <a:lnTo>
                  <a:pt x="152400" y="2190750"/>
                </a:lnTo>
                <a:lnTo>
                  <a:pt x="152400" y="2200275"/>
                </a:lnTo>
                <a:lnTo>
                  <a:pt x="142875" y="2200275"/>
                </a:lnTo>
                <a:close/>
                <a:moveTo>
                  <a:pt x="0" y="2209800"/>
                </a:moveTo>
                <a:lnTo>
                  <a:pt x="9525" y="2209800"/>
                </a:lnTo>
                <a:lnTo>
                  <a:pt x="9525" y="2219325"/>
                </a:lnTo>
                <a:lnTo>
                  <a:pt x="19050" y="2219325"/>
                </a:lnTo>
                <a:lnTo>
                  <a:pt x="19050" y="2209800"/>
                </a:lnTo>
                <a:lnTo>
                  <a:pt x="28575" y="2209800"/>
                </a:lnTo>
                <a:lnTo>
                  <a:pt x="28575" y="2228850"/>
                </a:lnTo>
                <a:lnTo>
                  <a:pt x="9525" y="2228850"/>
                </a:lnTo>
                <a:lnTo>
                  <a:pt x="9525" y="2238375"/>
                </a:lnTo>
                <a:lnTo>
                  <a:pt x="0" y="2238375"/>
                </a:lnTo>
                <a:close/>
                <a:moveTo>
                  <a:pt x="19050" y="2247900"/>
                </a:moveTo>
                <a:lnTo>
                  <a:pt x="28575" y="2247900"/>
                </a:lnTo>
                <a:lnTo>
                  <a:pt x="28575" y="2266950"/>
                </a:lnTo>
                <a:lnTo>
                  <a:pt x="19050" y="2266950"/>
                </a:lnTo>
                <a:close/>
                <a:moveTo>
                  <a:pt x="0" y="2257425"/>
                </a:moveTo>
                <a:lnTo>
                  <a:pt x="9525" y="2257425"/>
                </a:lnTo>
                <a:lnTo>
                  <a:pt x="9525" y="2276475"/>
                </a:lnTo>
                <a:lnTo>
                  <a:pt x="0" y="2276475"/>
                </a:lnTo>
                <a:close/>
                <a:moveTo>
                  <a:pt x="0" y="2295525"/>
                </a:moveTo>
                <a:lnTo>
                  <a:pt x="9525" y="2295525"/>
                </a:lnTo>
                <a:lnTo>
                  <a:pt x="9525" y="2314575"/>
                </a:lnTo>
                <a:lnTo>
                  <a:pt x="19050" y="2314575"/>
                </a:lnTo>
                <a:lnTo>
                  <a:pt x="19050" y="2305050"/>
                </a:lnTo>
                <a:lnTo>
                  <a:pt x="28575" y="2305050"/>
                </a:lnTo>
                <a:lnTo>
                  <a:pt x="28575" y="2409825"/>
                </a:lnTo>
                <a:lnTo>
                  <a:pt x="19050" y="2409825"/>
                </a:lnTo>
                <a:lnTo>
                  <a:pt x="19050" y="2371725"/>
                </a:lnTo>
                <a:lnTo>
                  <a:pt x="9525" y="2371725"/>
                </a:lnTo>
                <a:lnTo>
                  <a:pt x="9525" y="2381250"/>
                </a:lnTo>
                <a:lnTo>
                  <a:pt x="0" y="2381250"/>
                </a:lnTo>
                <a:lnTo>
                  <a:pt x="0" y="2352675"/>
                </a:lnTo>
                <a:lnTo>
                  <a:pt x="9525" y="2352675"/>
                </a:lnTo>
                <a:lnTo>
                  <a:pt x="9525" y="2362200"/>
                </a:lnTo>
                <a:lnTo>
                  <a:pt x="19050" y="2362200"/>
                </a:lnTo>
                <a:lnTo>
                  <a:pt x="19050" y="2333625"/>
                </a:lnTo>
                <a:lnTo>
                  <a:pt x="0" y="2333625"/>
                </a:lnTo>
                <a:close/>
                <a:moveTo>
                  <a:pt x="390525" y="2333625"/>
                </a:moveTo>
                <a:lnTo>
                  <a:pt x="400050" y="2333625"/>
                </a:lnTo>
                <a:lnTo>
                  <a:pt x="400050" y="2343150"/>
                </a:lnTo>
                <a:lnTo>
                  <a:pt x="390525" y="2343150"/>
                </a:lnTo>
                <a:close/>
                <a:moveTo>
                  <a:pt x="123825" y="2381250"/>
                </a:moveTo>
                <a:lnTo>
                  <a:pt x="142875" y="2381250"/>
                </a:lnTo>
                <a:lnTo>
                  <a:pt x="142875" y="2390775"/>
                </a:lnTo>
                <a:lnTo>
                  <a:pt x="152400" y="2390775"/>
                </a:lnTo>
                <a:lnTo>
                  <a:pt x="152400" y="2400300"/>
                </a:lnTo>
                <a:lnTo>
                  <a:pt x="142875" y="2400300"/>
                </a:lnTo>
                <a:lnTo>
                  <a:pt x="142875" y="2419350"/>
                </a:lnTo>
                <a:lnTo>
                  <a:pt x="123825" y="2419350"/>
                </a:lnTo>
                <a:close/>
                <a:moveTo>
                  <a:pt x="1828800" y="2390775"/>
                </a:moveTo>
                <a:lnTo>
                  <a:pt x="1838325" y="2390775"/>
                </a:lnTo>
                <a:lnTo>
                  <a:pt x="1838325" y="2514600"/>
                </a:lnTo>
                <a:lnTo>
                  <a:pt x="1828800" y="2514600"/>
                </a:lnTo>
                <a:close/>
                <a:moveTo>
                  <a:pt x="180975" y="2400300"/>
                </a:moveTo>
                <a:lnTo>
                  <a:pt x="190500" y="2400300"/>
                </a:lnTo>
                <a:lnTo>
                  <a:pt x="190500" y="2428875"/>
                </a:lnTo>
                <a:lnTo>
                  <a:pt x="180975" y="2428875"/>
                </a:lnTo>
                <a:close/>
                <a:moveTo>
                  <a:pt x="19050" y="2438400"/>
                </a:moveTo>
                <a:lnTo>
                  <a:pt x="28575" y="2438400"/>
                </a:lnTo>
                <a:lnTo>
                  <a:pt x="28575" y="2457450"/>
                </a:lnTo>
                <a:lnTo>
                  <a:pt x="19050" y="2457450"/>
                </a:lnTo>
                <a:close/>
                <a:moveTo>
                  <a:pt x="142875" y="2447925"/>
                </a:moveTo>
                <a:lnTo>
                  <a:pt x="152400" y="2447925"/>
                </a:lnTo>
                <a:lnTo>
                  <a:pt x="152400" y="2466975"/>
                </a:lnTo>
                <a:lnTo>
                  <a:pt x="161925" y="2466975"/>
                </a:lnTo>
                <a:lnTo>
                  <a:pt x="161925" y="2486025"/>
                </a:lnTo>
                <a:lnTo>
                  <a:pt x="152400" y="2486025"/>
                </a:lnTo>
                <a:lnTo>
                  <a:pt x="152400" y="2495550"/>
                </a:lnTo>
                <a:lnTo>
                  <a:pt x="142875" y="2495550"/>
                </a:lnTo>
                <a:lnTo>
                  <a:pt x="142875" y="2486025"/>
                </a:lnTo>
                <a:lnTo>
                  <a:pt x="123825" y="2486025"/>
                </a:lnTo>
                <a:lnTo>
                  <a:pt x="123825" y="2457450"/>
                </a:lnTo>
                <a:lnTo>
                  <a:pt x="133350" y="2457450"/>
                </a:lnTo>
                <a:lnTo>
                  <a:pt x="133350" y="2466975"/>
                </a:lnTo>
                <a:lnTo>
                  <a:pt x="142875" y="2466975"/>
                </a:lnTo>
                <a:close/>
                <a:moveTo>
                  <a:pt x="0" y="2457450"/>
                </a:moveTo>
                <a:lnTo>
                  <a:pt x="9525" y="2457450"/>
                </a:lnTo>
                <a:lnTo>
                  <a:pt x="9525" y="2466975"/>
                </a:lnTo>
                <a:lnTo>
                  <a:pt x="0" y="2466975"/>
                </a:lnTo>
                <a:close/>
                <a:moveTo>
                  <a:pt x="0" y="2495550"/>
                </a:moveTo>
                <a:lnTo>
                  <a:pt x="9525" y="2495550"/>
                </a:lnTo>
                <a:lnTo>
                  <a:pt x="9525" y="2514600"/>
                </a:lnTo>
                <a:lnTo>
                  <a:pt x="0" y="2514600"/>
                </a:lnTo>
                <a:close/>
                <a:moveTo>
                  <a:pt x="1828800" y="2524125"/>
                </a:moveTo>
                <a:lnTo>
                  <a:pt x="1838325" y="2524125"/>
                </a:lnTo>
                <a:lnTo>
                  <a:pt x="1838325" y="2714625"/>
                </a:lnTo>
                <a:lnTo>
                  <a:pt x="1828800" y="2714625"/>
                </a:lnTo>
                <a:close/>
                <a:moveTo>
                  <a:pt x="533400" y="2562225"/>
                </a:moveTo>
                <a:lnTo>
                  <a:pt x="561975" y="2562225"/>
                </a:lnTo>
                <a:lnTo>
                  <a:pt x="561975" y="2571750"/>
                </a:lnTo>
                <a:lnTo>
                  <a:pt x="533400" y="2571750"/>
                </a:lnTo>
                <a:close/>
                <a:moveTo>
                  <a:pt x="19050" y="2609850"/>
                </a:moveTo>
                <a:lnTo>
                  <a:pt x="28575" y="2609850"/>
                </a:lnTo>
                <a:lnTo>
                  <a:pt x="28575" y="2657475"/>
                </a:lnTo>
                <a:lnTo>
                  <a:pt x="19050" y="2657475"/>
                </a:lnTo>
                <a:close/>
                <a:moveTo>
                  <a:pt x="1571625" y="2686050"/>
                </a:moveTo>
                <a:lnTo>
                  <a:pt x="1581150" y="2686050"/>
                </a:lnTo>
                <a:lnTo>
                  <a:pt x="1581150" y="2714625"/>
                </a:lnTo>
                <a:lnTo>
                  <a:pt x="1571625" y="2714625"/>
                </a:lnTo>
                <a:close/>
                <a:moveTo>
                  <a:pt x="1609725" y="2695575"/>
                </a:moveTo>
                <a:lnTo>
                  <a:pt x="1619250" y="2695575"/>
                </a:lnTo>
                <a:lnTo>
                  <a:pt x="1619250" y="2714625"/>
                </a:lnTo>
                <a:lnTo>
                  <a:pt x="1609725" y="2714625"/>
                </a:lnTo>
                <a:lnTo>
                  <a:pt x="1609725" y="2724150"/>
                </a:lnTo>
                <a:lnTo>
                  <a:pt x="1600200" y="2724150"/>
                </a:lnTo>
                <a:lnTo>
                  <a:pt x="1600200" y="2705100"/>
                </a:lnTo>
                <a:lnTo>
                  <a:pt x="1609725" y="2705100"/>
                </a:lnTo>
                <a:close/>
                <a:moveTo>
                  <a:pt x="904875" y="2724150"/>
                </a:moveTo>
                <a:lnTo>
                  <a:pt x="914400" y="2724150"/>
                </a:lnTo>
                <a:lnTo>
                  <a:pt x="914400" y="2733675"/>
                </a:lnTo>
                <a:lnTo>
                  <a:pt x="933450" y="2733675"/>
                </a:lnTo>
                <a:lnTo>
                  <a:pt x="933450" y="2743200"/>
                </a:lnTo>
                <a:lnTo>
                  <a:pt x="904875" y="2743200"/>
                </a:lnTo>
                <a:close/>
                <a:moveTo>
                  <a:pt x="19050" y="2752725"/>
                </a:moveTo>
                <a:lnTo>
                  <a:pt x="28575" y="2752725"/>
                </a:lnTo>
                <a:lnTo>
                  <a:pt x="28575" y="2762250"/>
                </a:lnTo>
                <a:lnTo>
                  <a:pt x="19050" y="2762250"/>
                </a:lnTo>
                <a:close/>
                <a:moveTo>
                  <a:pt x="1828800" y="2752725"/>
                </a:moveTo>
                <a:lnTo>
                  <a:pt x="1838325" y="2752725"/>
                </a:lnTo>
                <a:lnTo>
                  <a:pt x="1838325" y="2838450"/>
                </a:lnTo>
                <a:lnTo>
                  <a:pt x="1828800" y="2838450"/>
                </a:lnTo>
                <a:close/>
                <a:moveTo>
                  <a:pt x="1828800" y="2857500"/>
                </a:moveTo>
                <a:lnTo>
                  <a:pt x="1838325" y="2857500"/>
                </a:lnTo>
                <a:lnTo>
                  <a:pt x="1838325" y="2876550"/>
                </a:lnTo>
                <a:lnTo>
                  <a:pt x="1828800" y="2876550"/>
                </a:lnTo>
                <a:close/>
                <a:moveTo>
                  <a:pt x="1724025" y="2943225"/>
                </a:moveTo>
                <a:lnTo>
                  <a:pt x="1733550" y="2943225"/>
                </a:lnTo>
                <a:lnTo>
                  <a:pt x="1733550" y="2952750"/>
                </a:lnTo>
                <a:lnTo>
                  <a:pt x="1743075" y="2952750"/>
                </a:lnTo>
                <a:lnTo>
                  <a:pt x="1743075" y="2981325"/>
                </a:lnTo>
                <a:lnTo>
                  <a:pt x="1724025" y="2981325"/>
                </a:lnTo>
                <a:close/>
                <a:moveTo>
                  <a:pt x="0" y="2962275"/>
                </a:moveTo>
                <a:lnTo>
                  <a:pt x="9525" y="2962275"/>
                </a:lnTo>
                <a:lnTo>
                  <a:pt x="9525" y="2971800"/>
                </a:lnTo>
                <a:lnTo>
                  <a:pt x="0" y="2971800"/>
                </a:lnTo>
                <a:close/>
                <a:moveTo>
                  <a:pt x="1828800" y="2990850"/>
                </a:moveTo>
                <a:lnTo>
                  <a:pt x="1838325" y="2990850"/>
                </a:lnTo>
                <a:lnTo>
                  <a:pt x="1838325" y="3067050"/>
                </a:lnTo>
                <a:lnTo>
                  <a:pt x="1828800" y="3067050"/>
                </a:lnTo>
                <a:close/>
                <a:moveTo>
                  <a:pt x="19050" y="3009900"/>
                </a:moveTo>
                <a:lnTo>
                  <a:pt x="28575" y="3009900"/>
                </a:lnTo>
                <a:lnTo>
                  <a:pt x="28575" y="3028950"/>
                </a:lnTo>
                <a:lnTo>
                  <a:pt x="19050" y="3028950"/>
                </a:lnTo>
                <a:close/>
                <a:moveTo>
                  <a:pt x="1581150" y="3095625"/>
                </a:moveTo>
                <a:lnTo>
                  <a:pt x="1590675" y="3095625"/>
                </a:lnTo>
                <a:lnTo>
                  <a:pt x="1590675" y="3105150"/>
                </a:lnTo>
                <a:lnTo>
                  <a:pt x="1581150" y="3105150"/>
                </a:lnTo>
                <a:close/>
                <a:moveTo>
                  <a:pt x="1590675" y="3105150"/>
                </a:moveTo>
                <a:lnTo>
                  <a:pt x="1600200" y="3105150"/>
                </a:lnTo>
                <a:lnTo>
                  <a:pt x="1600200" y="3114675"/>
                </a:lnTo>
                <a:lnTo>
                  <a:pt x="1590675" y="3114675"/>
                </a:lnTo>
                <a:close/>
                <a:moveTo>
                  <a:pt x="676275" y="3181350"/>
                </a:moveTo>
                <a:lnTo>
                  <a:pt x="685800" y="3181350"/>
                </a:lnTo>
                <a:lnTo>
                  <a:pt x="685800" y="3190875"/>
                </a:lnTo>
                <a:lnTo>
                  <a:pt x="676275" y="3190875"/>
                </a:lnTo>
                <a:close/>
                <a:moveTo>
                  <a:pt x="0" y="3190875"/>
                </a:moveTo>
                <a:lnTo>
                  <a:pt x="9525" y="3190875"/>
                </a:lnTo>
                <a:lnTo>
                  <a:pt x="9525" y="3219450"/>
                </a:lnTo>
                <a:lnTo>
                  <a:pt x="0" y="3219450"/>
                </a:lnTo>
                <a:close/>
                <a:moveTo>
                  <a:pt x="19050" y="3209925"/>
                </a:moveTo>
                <a:lnTo>
                  <a:pt x="28575" y="3209925"/>
                </a:lnTo>
                <a:lnTo>
                  <a:pt x="28575" y="3219450"/>
                </a:lnTo>
                <a:lnTo>
                  <a:pt x="19050" y="3219450"/>
                </a:lnTo>
                <a:close/>
                <a:moveTo>
                  <a:pt x="1219200" y="3228975"/>
                </a:moveTo>
                <a:lnTo>
                  <a:pt x="1247775" y="3228975"/>
                </a:lnTo>
                <a:lnTo>
                  <a:pt x="1247775" y="3238500"/>
                </a:lnTo>
                <a:lnTo>
                  <a:pt x="1219200" y="3238500"/>
                </a:lnTo>
                <a:close/>
                <a:moveTo>
                  <a:pt x="0" y="3248025"/>
                </a:moveTo>
                <a:lnTo>
                  <a:pt x="9525" y="3248025"/>
                </a:lnTo>
                <a:lnTo>
                  <a:pt x="9525" y="3267075"/>
                </a:lnTo>
                <a:lnTo>
                  <a:pt x="0" y="3267075"/>
                </a:lnTo>
                <a:close/>
                <a:moveTo>
                  <a:pt x="19050" y="3257550"/>
                </a:moveTo>
                <a:lnTo>
                  <a:pt x="28575" y="3257550"/>
                </a:lnTo>
                <a:lnTo>
                  <a:pt x="28575" y="3276600"/>
                </a:lnTo>
                <a:lnTo>
                  <a:pt x="19050" y="3276600"/>
                </a:lnTo>
                <a:close/>
                <a:moveTo>
                  <a:pt x="1828800" y="3286125"/>
                </a:moveTo>
                <a:lnTo>
                  <a:pt x="1838325" y="3286125"/>
                </a:lnTo>
                <a:lnTo>
                  <a:pt x="1838325" y="3305175"/>
                </a:lnTo>
                <a:lnTo>
                  <a:pt x="1828800" y="3305175"/>
                </a:lnTo>
                <a:close/>
                <a:moveTo>
                  <a:pt x="19050" y="3295650"/>
                </a:moveTo>
                <a:lnTo>
                  <a:pt x="28575" y="3295650"/>
                </a:lnTo>
                <a:lnTo>
                  <a:pt x="28575" y="3314700"/>
                </a:lnTo>
                <a:lnTo>
                  <a:pt x="19050" y="3314700"/>
                </a:lnTo>
                <a:close/>
                <a:moveTo>
                  <a:pt x="0" y="3305175"/>
                </a:moveTo>
                <a:lnTo>
                  <a:pt x="9525" y="3305175"/>
                </a:lnTo>
                <a:lnTo>
                  <a:pt x="9525" y="3314700"/>
                </a:lnTo>
                <a:lnTo>
                  <a:pt x="0" y="3314700"/>
                </a:lnTo>
                <a:close/>
                <a:moveTo>
                  <a:pt x="1828800" y="3333750"/>
                </a:moveTo>
                <a:lnTo>
                  <a:pt x="1838325" y="3333750"/>
                </a:lnTo>
                <a:lnTo>
                  <a:pt x="1838325" y="3438525"/>
                </a:lnTo>
                <a:lnTo>
                  <a:pt x="1828800" y="3438525"/>
                </a:lnTo>
                <a:close/>
                <a:moveTo>
                  <a:pt x="0" y="3343275"/>
                </a:moveTo>
                <a:lnTo>
                  <a:pt x="9525" y="3343275"/>
                </a:lnTo>
                <a:lnTo>
                  <a:pt x="9525" y="3371850"/>
                </a:lnTo>
                <a:lnTo>
                  <a:pt x="28575" y="3371850"/>
                </a:lnTo>
                <a:lnTo>
                  <a:pt x="28575" y="3381375"/>
                </a:lnTo>
                <a:lnTo>
                  <a:pt x="9525" y="3381375"/>
                </a:lnTo>
                <a:lnTo>
                  <a:pt x="9525" y="3390900"/>
                </a:lnTo>
                <a:lnTo>
                  <a:pt x="0" y="3390900"/>
                </a:lnTo>
                <a:close/>
                <a:moveTo>
                  <a:pt x="19050" y="3409950"/>
                </a:moveTo>
                <a:lnTo>
                  <a:pt x="28575" y="3409950"/>
                </a:lnTo>
                <a:lnTo>
                  <a:pt x="28575" y="3419475"/>
                </a:lnTo>
                <a:lnTo>
                  <a:pt x="19050" y="3419475"/>
                </a:lnTo>
                <a:close/>
                <a:moveTo>
                  <a:pt x="200025" y="3448050"/>
                </a:moveTo>
                <a:lnTo>
                  <a:pt x="209550" y="3448050"/>
                </a:lnTo>
                <a:lnTo>
                  <a:pt x="209550" y="3457575"/>
                </a:lnTo>
                <a:lnTo>
                  <a:pt x="200025" y="3457575"/>
                </a:lnTo>
                <a:close/>
                <a:moveTo>
                  <a:pt x="123825" y="3457575"/>
                </a:moveTo>
                <a:lnTo>
                  <a:pt x="133350" y="3457575"/>
                </a:lnTo>
                <a:lnTo>
                  <a:pt x="133350" y="3476625"/>
                </a:lnTo>
                <a:lnTo>
                  <a:pt x="123825" y="3476625"/>
                </a:lnTo>
                <a:close/>
                <a:moveTo>
                  <a:pt x="904875" y="3476625"/>
                </a:moveTo>
                <a:lnTo>
                  <a:pt x="914400" y="3476625"/>
                </a:lnTo>
                <a:lnTo>
                  <a:pt x="914400" y="3486150"/>
                </a:lnTo>
                <a:lnTo>
                  <a:pt x="904875" y="3486150"/>
                </a:lnTo>
                <a:close/>
                <a:moveTo>
                  <a:pt x="904875" y="3524250"/>
                </a:moveTo>
                <a:lnTo>
                  <a:pt x="933450" y="3524250"/>
                </a:lnTo>
                <a:lnTo>
                  <a:pt x="933450" y="3543300"/>
                </a:lnTo>
                <a:lnTo>
                  <a:pt x="923925" y="3543300"/>
                </a:lnTo>
                <a:lnTo>
                  <a:pt x="923925" y="3533775"/>
                </a:lnTo>
                <a:lnTo>
                  <a:pt x="904875" y="3533775"/>
                </a:lnTo>
                <a:close/>
                <a:moveTo>
                  <a:pt x="962025" y="3524250"/>
                </a:moveTo>
                <a:lnTo>
                  <a:pt x="971550" y="3524250"/>
                </a:lnTo>
                <a:lnTo>
                  <a:pt x="971550" y="3533775"/>
                </a:lnTo>
                <a:lnTo>
                  <a:pt x="962025" y="3533775"/>
                </a:lnTo>
                <a:close/>
                <a:moveTo>
                  <a:pt x="28575" y="3543300"/>
                </a:moveTo>
                <a:lnTo>
                  <a:pt x="38100" y="3543300"/>
                </a:lnTo>
                <a:lnTo>
                  <a:pt x="38100" y="3552825"/>
                </a:lnTo>
                <a:lnTo>
                  <a:pt x="28575" y="3552825"/>
                </a:lnTo>
                <a:close/>
                <a:moveTo>
                  <a:pt x="1828800" y="3543300"/>
                </a:moveTo>
                <a:lnTo>
                  <a:pt x="1838325" y="3543300"/>
                </a:lnTo>
                <a:lnTo>
                  <a:pt x="1838325" y="3562350"/>
                </a:lnTo>
                <a:lnTo>
                  <a:pt x="1828800" y="3562350"/>
                </a:lnTo>
                <a:close/>
                <a:moveTo>
                  <a:pt x="28575" y="3590925"/>
                </a:moveTo>
                <a:lnTo>
                  <a:pt x="38100" y="3590925"/>
                </a:lnTo>
                <a:lnTo>
                  <a:pt x="38100" y="3609975"/>
                </a:lnTo>
                <a:lnTo>
                  <a:pt x="47625" y="3609975"/>
                </a:lnTo>
                <a:lnTo>
                  <a:pt x="47625" y="3648075"/>
                </a:lnTo>
                <a:lnTo>
                  <a:pt x="38100" y="3648075"/>
                </a:lnTo>
                <a:lnTo>
                  <a:pt x="38100" y="3667125"/>
                </a:lnTo>
                <a:lnTo>
                  <a:pt x="28575" y="3667125"/>
                </a:lnTo>
                <a:lnTo>
                  <a:pt x="28575" y="3676650"/>
                </a:lnTo>
                <a:lnTo>
                  <a:pt x="19050" y="3676650"/>
                </a:lnTo>
                <a:lnTo>
                  <a:pt x="19050" y="3667125"/>
                </a:lnTo>
                <a:lnTo>
                  <a:pt x="9525" y="3667125"/>
                </a:lnTo>
                <a:lnTo>
                  <a:pt x="9525" y="3657600"/>
                </a:lnTo>
                <a:lnTo>
                  <a:pt x="19050" y="3657600"/>
                </a:lnTo>
                <a:lnTo>
                  <a:pt x="19050" y="3619500"/>
                </a:lnTo>
                <a:lnTo>
                  <a:pt x="9525" y="3619500"/>
                </a:lnTo>
                <a:lnTo>
                  <a:pt x="9525" y="3609975"/>
                </a:lnTo>
                <a:lnTo>
                  <a:pt x="28575" y="3609975"/>
                </a:lnTo>
                <a:close/>
                <a:moveTo>
                  <a:pt x="152400" y="3648075"/>
                </a:moveTo>
                <a:lnTo>
                  <a:pt x="161925" y="3648075"/>
                </a:lnTo>
                <a:lnTo>
                  <a:pt x="161925" y="3667125"/>
                </a:lnTo>
                <a:lnTo>
                  <a:pt x="152400" y="3667125"/>
                </a:lnTo>
                <a:close/>
                <a:moveTo>
                  <a:pt x="0" y="3667125"/>
                </a:moveTo>
                <a:lnTo>
                  <a:pt x="9525" y="3667125"/>
                </a:lnTo>
                <a:lnTo>
                  <a:pt x="9525" y="3695700"/>
                </a:lnTo>
                <a:lnTo>
                  <a:pt x="0" y="3695700"/>
                </a:lnTo>
                <a:close/>
                <a:moveTo>
                  <a:pt x="161925" y="3667125"/>
                </a:moveTo>
                <a:lnTo>
                  <a:pt x="171450" y="3667125"/>
                </a:lnTo>
                <a:lnTo>
                  <a:pt x="171450" y="3676650"/>
                </a:lnTo>
                <a:lnTo>
                  <a:pt x="161925" y="3676650"/>
                </a:lnTo>
                <a:close/>
                <a:moveTo>
                  <a:pt x="66675" y="3686175"/>
                </a:moveTo>
                <a:lnTo>
                  <a:pt x="76200" y="3686175"/>
                </a:lnTo>
                <a:lnTo>
                  <a:pt x="76200" y="3695700"/>
                </a:lnTo>
                <a:lnTo>
                  <a:pt x="66675" y="3695700"/>
                </a:lnTo>
                <a:close/>
                <a:moveTo>
                  <a:pt x="200025" y="3686175"/>
                </a:moveTo>
                <a:lnTo>
                  <a:pt x="209550" y="3686175"/>
                </a:lnTo>
                <a:lnTo>
                  <a:pt x="209550" y="3695700"/>
                </a:lnTo>
                <a:lnTo>
                  <a:pt x="219075" y="3695700"/>
                </a:lnTo>
                <a:lnTo>
                  <a:pt x="219075" y="3714750"/>
                </a:lnTo>
                <a:lnTo>
                  <a:pt x="209550" y="3714750"/>
                </a:lnTo>
                <a:lnTo>
                  <a:pt x="209550" y="3724275"/>
                </a:lnTo>
                <a:lnTo>
                  <a:pt x="200025" y="3724275"/>
                </a:lnTo>
                <a:lnTo>
                  <a:pt x="200025" y="3714750"/>
                </a:lnTo>
                <a:lnTo>
                  <a:pt x="190500" y="3714750"/>
                </a:lnTo>
                <a:lnTo>
                  <a:pt x="190500" y="3695700"/>
                </a:lnTo>
                <a:lnTo>
                  <a:pt x="200025" y="3695700"/>
                </a:lnTo>
                <a:close/>
                <a:moveTo>
                  <a:pt x="1790700" y="3686175"/>
                </a:moveTo>
                <a:lnTo>
                  <a:pt x="1800225" y="3686175"/>
                </a:lnTo>
                <a:lnTo>
                  <a:pt x="1800225" y="3695700"/>
                </a:lnTo>
                <a:lnTo>
                  <a:pt x="1790700" y="3695700"/>
                </a:lnTo>
                <a:close/>
                <a:moveTo>
                  <a:pt x="1781175" y="3705225"/>
                </a:moveTo>
                <a:lnTo>
                  <a:pt x="1790700" y="3705225"/>
                </a:lnTo>
                <a:lnTo>
                  <a:pt x="1790700" y="3724275"/>
                </a:lnTo>
                <a:lnTo>
                  <a:pt x="1809750" y="3724275"/>
                </a:lnTo>
                <a:lnTo>
                  <a:pt x="1809750" y="3752850"/>
                </a:lnTo>
                <a:lnTo>
                  <a:pt x="1819275" y="3752850"/>
                </a:lnTo>
                <a:lnTo>
                  <a:pt x="1819275" y="3762375"/>
                </a:lnTo>
                <a:lnTo>
                  <a:pt x="1809750" y="3762375"/>
                </a:lnTo>
                <a:lnTo>
                  <a:pt x="1809750" y="3771900"/>
                </a:lnTo>
                <a:lnTo>
                  <a:pt x="1781175" y="3771900"/>
                </a:lnTo>
                <a:lnTo>
                  <a:pt x="1781175" y="3762375"/>
                </a:lnTo>
                <a:lnTo>
                  <a:pt x="1790700" y="3762375"/>
                </a:lnTo>
                <a:lnTo>
                  <a:pt x="1790700" y="3752850"/>
                </a:lnTo>
                <a:lnTo>
                  <a:pt x="1781175" y="3752850"/>
                </a:lnTo>
                <a:lnTo>
                  <a:pt x="1781175" y="3733800"/>
                </a:lnTo>
                <a:lnTo>
                  <a:pt x="1771650" y="3733800"/>
                </a:lnTo>
                <a:lnTo>
                  <a:pt x="1771650" y="3724275"/>
                </a:lnTo>
                <a:lnTo>
                  <a:pt x="1781175" y="3724275"/>
                </a:lnTo>
                <a:close/>
                <a:moveTo>
                  <a:pt x="1838325" y="3724275"/>
                </a:moveTo>
                <a:lnTo>
                  <a:pt x="1847850" y="3724275"/>
                </a:lnTo>
                <a:lnTo>
                  <a:pt x="1847850" y="3733800"/>
                </a:lnTo>
                <a:lnTo>
                  <a:pt x="1838325" y="3733800"/>
                </a:lnTo>
                <a:close/>
                <a:moveTo>
                  <a:pt x="114300" y="3752850"/>
                </a:moveTo>
                <a:lnTo>
                  <a:pt x="123825" y="3752850"/>
                </a:lnTo>
                <a:lnTo>
                  <a:pt x="123825" y="3762375"/>
                </a:lnTo>
                <a:lnTo>
                  <a:pt x="114300" y="3762375"/>
                </a:lnTo>
                <a:close/>
                <a:moveTo>
                  <a:pt x="1552575" y="3752850"/>
                </a:moveTo>
                <a:lnTo>
                  <a:pt x="1571625" y="3752850"/>
                </a:lnTo>
                <a:lnTo>
                  <a:pt x="1571625" y="3771900"/>
                </a:lnTo>
                <a:lnTo>
                  <a:pt x="1552575" y="3771900"/>
                </a:lnTo>
                <a:close/>
                <a:moveTo>
                  <a:pt x="1743075" y="3752850"/>
                </a:moveTo>
                <a:lnTo>
                  <a:pt x="1752600" y="3752850"/>
                </a:lnTo>
                <a:lnTo>
                  <a:pt x="1752600" y="3762375"/>
                </a:lnTo>
                <a:lnTo>
                  <a:pt x="1743075" y="3762375"/>
                </a:lnTo>
                <a:close/>
                <a:moveTo>
                  <a:pt x="523875" y="3762375"/>
                </a:moveTo>
                <a:lnTo>
                  <a:pt x="533400" y="3762375"/>
                </a:lnTo>
                <a:lnTo>
                  <a:pt x="533400" y="3771900"/>
                </a:lnTo>
                <a:lnTo>
                  <a:pt x="523875" y="3771900"/>
                </a:lnTo>
                <a:close/>
                <a:moveTo>
                  <a:pt x="1733550" y="3762375"/>
                </a:moveTo>
                <a:lnTo>
                  <a:pt x="1743075" y="3762375"/>
                </a:lnTo>
                <a:lnTo>
                  <a:pt x="1743075" y="3771900"/>
                </a:lnTo>
                <a:lnTo>
                  <a:pt x="1733550" y="3771900"/>
                </a:lnTo>
                <a:close/>
                <a:moveTo>
                  <a:pt x="533400" y="3771900"/>
                </a:moveTo>
                <a:lnTo>
                  <a:pt x="542925" y="3771900"/>
                </a:lnTo>
                <a:lnTo>
                  <a:pt x="542925" y="3781425"/>
                </a:lnTo>
                <a:lnTo>
                  <a:pt x="533400" y="3781425"/>
                </a:lnTo>
                <a:close/>
                <a:moveTo>
                  <a:pt x="1724025" y="3771900"/>
                </a:moveTo>
                <a:lnTo>
                  <a:pt x="1733550" y="3771900"/>
                </a:lnTo>
                <a:lnTo>
                  <a:pt x="1733550" y="3781425"/>
                </a:lnTo>
                <a:lnTo>
                  <a:pt x="1724025" y="3781425"/>
                </a:lnTo>
                <a:close/>
                <a:moveTo>
                  <a:pt x="1714500" y="3781425"/>
                </a:moveTo>
                <a:lnTo>
                  <a:pt x="1724025" y="3781425"/>
                </a:lnTo>
                <a:lnTo>
                  <a:pt x="1724025" y="3790950"/>
                </a:lnTo>
                <a:lnTo>
                  <a:pt x="1714500" y="3790950"/>
                </a:lnTo>
                <a:close/>
                <a:moveTo>
                  <a:pt x="152400" y="3790950"/>
                </a:moveTo>
                <a:lnTo>
                  <a:pt x="161925" y="3790950"/>
                </a:lnTo>
                <a:lnTo>
                  <a:pt x="161925" y="3800475"/>
                </a:lnTo>
                <a:lnTo>
                  <a:pt x="152400" y="3800475"/>
                </a:lnTo>
                <a:close/>
                <a:moveTo>
                  <a:pt x="161925" y="3800475"/>
                </a:moveTo>
                <a:lnTo>
                  <a:pt x="171450" y="3800475"/>
                </a:lnTo>
                <a:lnTo>
                  <a:pt x="171450" y="3810000"/>
                </a:lnTo>
                <a:lnTo>
                  <a:pt x="180975" y="3810000"/>
                </a:lnTo>
                <a:lnTo>
                  <a:pt x="180975" y="3819525"/>
                </a:lnTo>
                <a:lnTo>
                  <a:pt x="161925" y="3819525"/>
                </a:lnTo>
                <a:close/>
                <a:moveTo>
                  <a:pt x="1676400" y="3810000"/>
                </a:moveTo>
                <a:lnTo>
                  <a:pt x="1685925" y="3810000"/>
                </a:lnTo>
                <a:lnTo>
                  <a:pt x="1685925" y="3819525"/>
                </a:lnTo>
                <a:lnTo>
                  <a:pt x="1676400" y="3819525"/>
                </a:lnTo>
                <a:close/>
                <a:moveTo>
                  <a:pt x="190500" y="3819525"/>
                </a:moveTo>
                <a:lnTo>
                  <a:pt x="200025" y="3819525"/>
                </a:lnTo>
                <a:lnTo>
                  <a:pt x="200025" y="3829050"/>
                </a:lnTo>
                <a:lnTo>
                  <a:pt x="190500" y="3829050"/>
                </a:lnTo>
                <a:close/>
                <a:moveTo>
                  <a:pt x="1657350" y="3819525"/>
                </a:moveTo>
                <a:lnTo>
                  <a:pt x="1666875" y="3819525"/>
                </a:lnTo>
                <a:lnTo>
                  <a:pt x="1666875" y="3829050"/>
                </a:lnTo>
                <a:lnTo>
                  <a:pt x="1657350" y="3829050"/>
                </a:lnTo>
                <a:close/>
                <a:moveTo>
                  <a:pt x="209550" y="3829050"/>
                </a:moveTo>
                <a:lnTo>
                  <a:pt x="219075" y="3829050"/>
                </a:lnTo>
                <a:lnTo>
                  <a:pt x="219075" y="3838575"/>
                </a:lnTo>
                <a:lnTo>
                  <a:pt x="209550" y="3838575"/>
                </a:lnTo>
                <a:close/>
              </a:path>
            </a:pathLst>
          </a:custGeom>
          <a:solidFill xmlns:a="http://schemas.openxmlformats.org/drawingml/2006/main">
            <a:srgbClr val="F2F0E6"/>
          </a:solidFill>
          <a:ln xmlns:a="http://schemas.openxmlformats.org/drawingml/2006/main" w="0">
            <a:noFill/>
          </a:ln>
        </p:spPr>
      </p:sp>
      <p:sp>
        <p:nvSpPr>
          <p:cNvPr id="36" name="phone4 vector #f2efe3">
            <a:extLst xmlns:a="http://schemas.openxmlformats.org/drawingml/2006/main">
              <a:ext uri="{FF2B5EF4-FFF2-40B4-BE49-F238E27FC236}">
                <a16:creationId xmlns:a16="http://schemas.microsoft.com/office/drawing/2014/main" id="{ACB4BA9F-E5E5-4D09-8500-5D2C5F5C56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552825" y="1866900"/>
            <a:ext cx="2181225" cy="4581525"/>
          </a:xfrm>
          <a:custGeom xmlns:a="http://schemas.openxmlformats.org/drawingml/2006/main">
            <a:pathLst>
              <a:path w="1847850" h="3886200">
                <a:moveTo>
                  <a:pt x="428625" y="114300"/>
                </a:moveTo>
                <a:lnTo>
                  <a:pt x="466725" y="114300"/>
                </a:lnTo>
                <a:lnTo>
                  <a:pt x="466725" y="123825"/>
                </a:lnTo>
                <a:lnTo>
                  <a:pt x="428625" y="123825"/>
                </a:lnTo>
                <a:close/>
                <a:moveTo>
                  <a:pt x="257175" y="133350"/>
                </a:moveTo>
                <a:lnTo>
                  <a:pt x="276225" y="133350"/>
                </a:lnTo>
                <a:lnTo>
                  <a:pt x="276225" y="142875"/>
                </a:lnTo>
                <a:lnTo>
                  <a:pt x="285750" y="142875"/>
                </a:lnTo>
                <a:lnTo>
                  <a:pt x="285750" y="161925"/>
                </a:lnTo>
                <a:lnTo>
                  <a:pt x="257175" y="161925"/>
                </a:lnTo>
                <a:close/>
                <a:moveTo>
                  <a:pt x="495300" y="133350"/>
                </a:moveTo>
                <a:lnTo>
                  <a:pt x="504825" y="133350"/>
                </a:lnTo>
                <a:lnTo>
                  <a:pt x="504825" y="142875"/>
                </a:lnTo>
                <a:lnTo>
                  <a:pt x="514350" y="142875"/>
                </a:lnTo>
                <a:lnTo>
                  <a:pt x="514350" y="152400"/>
                </a:lnTo>
                <a:lnTo>
                  <a:pt x="523875" y="152400"/>
                </a:lnTo>
                <a:lnTo>
                  <a:pt x="523875" y="161925"/>
                </a:lnTo>
                <a:lnTo>
                  <a:pt x="533400" y="161925"/>
                </a:lnTo>
                <a:lnTo>
                  <a:pt x="533400" y="171450"/>
                </a:lnTo>
                <a:lnTo>
                  <a:pt x="542925" y="171450"/>
                </a:lnTo>
                <a:lnTo>
                  <a:pt x="542925" y="190500"/>
                </a:lnTo>
                <a:lnTo>
                  <a:pt x="561975" y="190500"/>
                </a:lnTo>
                <a:lnTo>
                  <a:pt x="561975" y="209550"/>
                </a:lnTo>
                <a:lnTo>
                  <a:pt x="552450" y="209550"/>
                </a:lnTo>
                <a:lnTo>
                  <a:pt x="552450" y="238125"/>
                </a:lnTo>
                <a:lnTo>
                  <a:pt x="542925" y="238125"/>
                </a:lnTo>
                <a:lnTo>
                  <a:pt x="542925" y="219075"/>
                </a:lnTo>
                <a:lnTo>
                  <a:pt x="533400" y="219075"/>
                </a:lnTo>
                <a:lnTo>
                  <a:pt x="533400" y="209550"/>
                </a:lnTo>
                <a:lnTo>
                  <a:pt x="523875" y="209550"/>
                </a:lnTo>
                <a:lnTo>
                  <a:pt x="523875" y="171450"/>
                </a:lnTo>
                <a:lnTo>
                  <a:pt x="514350" y="171450"/>
                </a:lnTo>
                <a:lnTo>
                  <a:pt x="514350" y="190500"/>
                </a:lnTo>
                <a:lnTo>
                  <a:pt x="504825" y="190500"/>
                </a:lnTo>
                <a:lnTo>
                  <a:pt x="504825" y="209550"/>
                </a:lnTo>
                <a:lnTo>
                  <a:pt x="485775" y="209550"/>
                </a:lnTo>
                <a:lnTo>
                  <a:pt x="485775" y="180975"/>
                </a:lnTo>
                <a:lnTo>
                  <a:pt x="476250" y="180975"/>
                </a:lnTo>
                <a:lnTo>
                  <a:pt x="476250" y="171450"/>
                </a:lnTo>
                <a:lnTo>
                  <a:pt x="466725" y="171450"/>
                </a:lnTo>
                <a:lnTo>
                  <a:pt x="466725" y="161925"/>
                </a:lnTo>
                <a:lnTo>
                  <a:pt x="457200" y="161925"/>
                </a:lnTo>
                <a:lnTo>
                  <a:pt x="457200" y="152400"/>
                </a:lnTo>
                <a:lnTo>
                  <a:pt x="485775" y="152400"/>
                </a:lnTo>
                <a:lnTo>
                  <a:pt x="485775" y="142875"/>
                </a:lnTo>
                <a:lnTo>
                  <a:pt x="495300" y="142875"/>
                </a:lnTo>
                <a:close/>
                <a:moveTo>
                  <a:pt x="285750" y="171450"/>
                </a:moveTo>
                <a:lnTo>
                  <a:pt x="295275" y="171450"/>
                </a:lnTo>
                <a:lnTo>
                  <a:pt x="295275" y="180975"/>
                </a:lnTo>
                <a:lnTo>
                  <a:pt x="285750" y="180975"/>
                </a:lnTo>
                <a:close/>
                <a:moveTo>
                  <a:pt x="1171575" y="171450"/>
                </a:moveTo>
                <a:lnTo>
                  <a:pt x="1190625" y="171450"/>
                </a:lnTo>
                <a:lnTo>
                  <a:pt x="1190625" y="190500"/>
                </a:lnTo>
                <a:lnTo>
                  <a:pt x="1171575" y="190500"/>
                </a:lnTo>
                <a:close/>
                <a:moveTo>
                  <a:pt x="304800" y="180975"/>
                </a:moveTo>
                <a:lnTo>
                  <a:pt x="333375" y="180975"/>
                </a:lnTo>
                <a:lnTo>
                  <a:pt x="333375" y="190500"/>
                </a:lnTo>
                <a:lnTo>
                  <a:pt x="304800" y="190500"/>
                </a:lnTo>
                <a:close/>
                <a:moveTo>
                  <a:pt x="638175" y="190500"/>
                </a:moveTo>
                <a:lnTo>
                  <a:pt x="647700" y="190500"/>
                </a:lnTo>
                <a:lnTo>
                  <a:pt x="647700" y="209550"/>
                </a:lnTo>
                <a:lnTo>
                  <a:pt x="638175" y="209550"/>
                </a:lnTo>
                <a:close/>
                <a:moveTo>
                  <a:pt x="1504950" y="190500"/>
                </a:moveTo>
                <a:lnTo>
                  <a:pt x="1514475" y="190500"/>
                </a:lnTo>
                <a:lnTo>
                  <a:pt x="1514475" y="200025"/>
                </a:lnTo>
                <a:lnTo>
                  <a:pt x="1504950" y="200025"/>
                </a:lnTo>
                <a:close/>
                <a:moveTo>
                  <a:pt x="1200150" y="200025"/>
                </a:moveTo>
                <a:lnTo>
                  <a:pt x="1209675" y="200025"/>
                </a:lnTo>
                <a:lnTo>
                  <a:pt x="1209675" y="209550"/>
                </a:lnTo>
                <a:lnTo>
                  <a:pt x="1200150" y="209550"/>
                </a:lnTo>
                <a:close/>
                <a:moveTo>
                  <a:pt x="1495425" y="200025"/>
                </a:moveTo>
                <a:lnTo>
                  <a:pt x="1504950" y="200025"/>
                </a:lnTo>
                <a:lnTo>
                  <a:pt x="1504950" y="209550"/>
                </a:lnTo>
                <a:lnTo>
                  <a:pt x="1495425" y="209550"/>
                </a:lnTo>
                <a:close/>
                <a:moveTo>
                  <a:pt x="1485900" y="209550"/>
                </a:moveTo>
                <a:lnTo>
                  <a:pt x="1495425" y="209550"/>
                </a:lnTo>
                <a:lnTo>
                  <a:pt x="1495425" y="219075"/>
                </a:lnTo>
                <a:lnTo>
                  <a:pt x="1485900" y="219075"/>
                </a:lnTo>
                <a:close/>
                <a:moveTo>
                  <a:pt x="152400" y="219075"/>
                </a:moveTo>
                <a:lnTo>
                  <a:pt x="161925" y="219075"/>
                </a:lnTo>
                <a:lnTo>
                  <a:pt x="161925" y="228600"/>
                </a:lnTo>
                <a:lnTo>
                  <a:pt x="152400" y="228600"/>
                </a:lnTo>
                <a:close/>
                <a:moveTo>
                  <a:pt x="1200150" y="219075"/>
                </a:moveTo>
                <a:lnTo>
                  <a:pt x="1209675" y="219075"/>
                </a:lnTo>
                <a:lnTo>
                  <a:pt x="1209675" y="228600"/>
                </a:lnTo>
                <a:lnTo>
                  <a:pt x="1200150" y="228600"/>
                </a:lnTo>
                <a:close/>
                <a:moveTo>
                  <a:pt x="1695450" y="219075"/>
                </a:moveTo>
                <a:lnTo>
                  <a:pt x="1704975" y="219075"/>
                </a:lnTo>
                <a:lnTo>
                  <a:pt x="1704975" y="228600"/>
                </a:lnTo>
                <a:lnTo>
                  <a:pt x="1695450" y="228600"/>
                </a:lnTo>
                <a:close/>
                <a:moveTo>
                  <a:pt x="1209675" y="228600"/>
                </a:moveTo>
                <a:lnTo>
                  <a:pt x="1219200" y="228600"/>
                </a:lnTo>
                <a:lnTo>
                  <a:pt x="1219200" y="238125"/>
                </a:lnTo>
                <a:lnTo>
                  <a:pt x="1209675" y="238125"/>
                </a:lnTo>
                <a:close/>
                <a:moveTo>
                  <a:pt x="247650" y="238125"/>
                </a:moveTo>
                <a:lnTo>
                  <a:pt x="257175" y="238125"/>
                </a:lnTo>
                <a:lnTo>
                  <a:pt x="257175" y="247650"/>
                </a:lnTo>
                <a:lnTo>
                  <a:pt x="247650" y="247650"/>
                </a:lnTo>
                <a:close/>
                <a:moveTo>
                  <a:pt x="590550" y="238125"/>
                </a:moveTo>
                <a:lnTo>
                  <a:pt x="609600" y="238125"/>
                </a:lnTo>
                <a:lnTo>
                  <a:pt x="609600" y="257175"/>
                </a:lnTo>
                <a:lnTo>
                  <a:pt x="600075" y="257175"/>
                </a:lnTo>
                <a:lnTo>
                  <a:pt x="600075" y="247650"/>
                </a:lnTo>
                <a:lnTo>
                  <a:pt x="590550" y="247650"/>
                </a:lnTo>
                <a:close/>
                <a:moveTo>
                  <a:pt x="657225" y="238125"/>
                </a:moveTo>
                <a:lnTo>
                  <a:pt x="666750" y="238125"/>
                </a:lnTo>
                <a:lnTo>
                  <a:pt x="666750" y="247650"/>
                </a:lnTo>
                <a:lnTo>
                  <a:pt x="657225" y="247650"/>
                </a:lnTo>
                <a:close/>
                <a:moveTo>
                  <a:pt x="1219200" y="238125"/>
                </a:moveTo>
                <a:lnTo>
                  <a:pt x="1228725" y="238125"/>
                </a:lnTo>
                <a:lnTo>
                  <a:pt x="1228725" y="247650"/>
                </a:lnTo>
                <a:lnTo>
                  <a:pt x="1219200" y="247650"/>
                </a:lnTo>
                <a:close/>
                <a:moveTo>
                  <a:pt x="1314450" y="238125"/>
                </a:moveTo>
                <a:lnTo>
                  <a:pt x="1323975" y="238125"/>
                </a:lnTo>
                <a:lnTo>
                  <a:pt x="1323975" y="247650"/>
                </a:lnTo>
                <a:lnTo>
                  <a:pt x="1314450" y="247650"/>
                </a:lnTo>
                <a:close/>
                <a:moveTo>
                  <a:pt x="1209675" y="247650"/>
                </a:moveTo>
                <a:lnTo>
                  <a:pt x="1219200" y="247650"/>
                </a:lnTo>
                <a:lnTo>
                  <a:pt x="1219200" y="257175"/>
                </a:lnTo>
                <a:lnTo>
                  <a:pt x="1209675" y="257175"/>
                </a:lnTo>
                <a:close/>
                <a:moveTo>
                  <a:pt x="1400175" y="247650"/>
                </a:moveTo>
                <a:lnTo>
                  <a:pt x="1409700" y="247650"/>
                </a:lnTo>
                <a:lnTo>
                  <a:pt x="1409700" y="257175"/>
                </a:lnTo>
                <a:lnTo>
                  <a:pt x="1400175" y="257175"/>
                </a:lnTo>
                <a:close/>
                <a:moveTo>
                  <a:pt x="257175" y="257175"/>
                </a:moveTo>
                <a:lnTo>
                  <a:pt x="266700" y="257175"/>
                </a:lnTo>
                <a:lnTo>
                  <a:pt x="266700" y="266700"/>
                </a:lnTo>
                <a:lnTo>
                  <a:pt x="257175" y="266700"/>
                </a:lnTo>
                <a:close/>
                <a:moveTo>
                  <a:pt x="1190625" y="257175"/>
                </a:moveTo>
                <a:lnTo>
                  <a:pt x="1200150" y="257175"/>
                </a:lnTo>
                <a:lnTo>
                  <a:pt x="1200150" y="266700"/>
                </a:lnTo>
                <a:lnTo>
                  <a:pt x="1190625" y="266700"/>
                </a:lnTo>
                <a:close/>
                <a:moveTo>
                  <a:pt x="1409700" y="257175"/>
                </a:moveTo>
                <a:lnTo>
                  <a:pt x="1428750" y="257175"/>
                </a:lnTo>
                <a:lnTo>
                  <a:pt x="1428750" y="266700"/>
                </a:lnTo>
                <a:lnTo>
                  <a:pt x="1409700" y="266700"/>
                </a:lnTo>
                <a:close/>
                <a:moveTo>
                  <a:pt x="666750" y="266700"/>
                </a:moveTo>
                <a:lnTo>
                  <a:pt x="676275" y="266700"/>
                </a:lnTo>
                <a:lnTo>
                  <a:pt x="676275" y="276225"/>
                </a:lnTo>
                <a:lnTo>
                  <a:pt x="666750" y="276225"/>
                </a:lnTo>
                <a:close/>
                <a:moveTo>
                  <a:pt x="1181100" y="266700"/>
                </a:moveTo>
                <a:lnTo>
                  <a:pt x="1190625" y="266700"/>
                </a:lnTo>
                <a:lnTo>
                  <a:pt x="1190625" y="276225"/>
                </a:lnTo>
                <a:lnTo>
                  <a:pt x="1181100" y="276225"/>
                </a:lnTo>
                <a:close/>
                <a:moveTo>
                  <a:pt x="1666875" y="266700"/>
                </a:moveTo>
                <a:lnTo>
                  <a:pt x="1676400" y="266700"/>
                </a:lnTo>
                <a:lnTo>
                  <a:pt x="1676400" y="276225"/>
                </a:lnTo>
                <a:lnTo>
                  <a:pt x="1666875" y="276225"/>
                </a:lnTo>
                <a:close/>
                <a:moveTo>
                  <a:pt x="647700" y="276225"/>
                </a:moveTo>
                <a:lnTo>
                  <a:pt x="666750" y="276225"/>
                </a:lnTo>
                <a:lnTo>
                  <a:pt x="666750" y="285750"/>
                </a:lnTo>
                <a:lnTo>
                  <a:pt x="647700" y="285750"/>
                </a:lnTo>
                <a:close/>
                <a:moveTo>
                  <a:pt x="609600" y="285750"/>
                </a:moveTo>
                <a:lnTo>
                  <a:pt x="619125" y="285750"/>
                </a:lnTo>
                <a:lnTo>
                  <a:pt x="619125" y="304800"/>
                </a:lnTo>
                <a:lnTo>
                  <a:pt x="590550" y="304800"/>
                </a:lnTo>
                <a:lnTo>
                  <a:pt x="590550" y="295275"/>
                </a:lnTo>
                <a:lnTo>
                  <a:pt x="609600" y="295275"/>
                </a:lnTo>
                <a:close/>
                <a:moveTo>
                  <a:pt x="638175" y="285750"/>
                </a:moveTo>
                <a:lnTo>
                  <a:pt x="647700" y="285750"/>
                </a:lnTo>
                <a:lnTo>
                  <a:pt x="647700" y="295275"/>
                </a:lnTo>
                <a:lnTo>
                  <a:pt x="638175" y="295275"/>
                </a:lnTo>
                <a:close/>
                <a:moveTo>
                  <a:pt x="285750" y="295275"/>
                </a:moveTo>
                <a:lnTo>
                  <a:pt x="295275" y="295275"/>
                </a:lnTo>
                <a:lnTo>
                  <a:pt x="295275" y="304800"/>
                </a:lnTo>
                <a:lnTo>
                  <a:pt x="285750" y="304800"/>
                </a:lnTo>
                <a:close/>
                <a:moveTo>
                  <a:pt x="1724025" y="295275"/>
                </a:moveTo>
                <a:lnTo>
                  <a:pt x="1733550" y="295275"/>
                </a:lnTo>
                <a:lnTo>
                  <a:pt x="1733550" y="304800"/>
                </a:lnTo>
                <a:lnTo>
                  <a:pt x="1724025" y="304800"/>
                </a:lnTo>
                <a:close/>
                <a:moveTo>
                  <a:pt x="304800" y="304800"/>
                </a:moveTo>
                <a:lnTo>
                  <a:pt x="371475" y="304800"/>
                </a:lnTo>
                <a:lnTo>
                  <a:pt x="371475" y="323850"/>
                </a:lnTo>
                <a:lnTo>
                  <a:pt x="361950" y="323850"/>
                </a:lnTo>
                <a:lnTo>
                  <a:pt x="361950" y="314325"/>
                </a:lnTo>
                <a:lnTo>
                  <a:pt x="314325" y="314325"/>
                </a:lnTo>
                <a:lnTo>
                  <a:pt x="314325" y="333375"/>
                </a:lnTo>
                <a:lnTo>
                  <a:pt x="304800" y="333375"/>
                </a:lnTo>
                <a:lnTo>
                  <a:pt x="304800" y="352425"/>
                </a:lnTo>
                <a:lnTo>
                  <a:pt x="295275" y="352425"/>
                </a:lnTo>
                <a:lnTo>
                  <a:pt x="295275" y="361950"/>
                </a:lnTo>
                <a:lnTo>
                  <a:pt x="285750" y="361950"/>
                </a:lnTo>
                <a:lnTo>
                  <a:pt x="285750" y="352425"/>
                </a:lnTo>
                <a:lnTo>
                  <a:pt x="247650" y="352425"/>
                </a:lnTo>
                <a:lnTo>
                  <a:pt x="247650" y="333375"/>
                </a:lnTo>
                <a:lnTo>
                  <a:pt x="266700" y="333375"/>
                </a:lnTo>
                <a:lnTo>
                  <a:pt x="266700" y="342900"/>
                </a:lnTo>
                <a:lnTo>
                  <a:pt x="295275" y="342900"/>
                </a:lnTo>
                <a:lnTo>
                  <a:pt x="295275" y="333375"/>
                </a:lnTo>
                <a:lnTo>
                  <a:pt x="285750" y="333375"/>
                </a:lnTo>
                <a:lnTo>
                  <a:pt x="285750" y="323850"/>
                </a:lnTo>
                <a:lnTo>
                  <a:pt x="304800" y="323850"/>
                </a:lnTo>
                <a:close/>
                <a:moveTo>
                  <a:pt x="466725" y="304800"/>
                </a:moveTo>
                <a:lnTo>
                  <a:pt x="476250" y="304800"/>
                </a:lnTo>
                <a:lnTo>
                  <a:pt x="476250" y="314325"/>
                </a:lnTo>
                <a:lnTo>
                  <a:pt x="466725" y="314325"/>
                </a:lnTo>
                <a:close/>
                <a:moveTo>
                  <a:pt x="1162050" y="304800"/>
                </a:moveTo>
                <a:lnTo>
                  <a:pt x="1171575" y="304800"/>
                </a:lnTo>
                <a:lnTo>
                  <a:pt x="1171575" y="314325"/>
                </a:lnTo>
                <a:lnTo>
                  <a:pt x="1162050" y="314325"/>
                </a:lnTo>
                <a:close/>
                <a:moveTo>
                  <a:pt x="390525" y="314325"/>
                </a:moveTo>
                <a:lnTo>
                  <a:pt x="409575" y="314325"/>
                </a:lnTo>
                <a:lnTo>
                  <a:pt x="409575" y="323850"/>
                </a:lnTo>
                <a:lnTo>
                  <a:pt x="390525" y="323850"/>
                </a:lnTo>
                <a:close/>
                <a:moveTo>
                  <a:pt x="981075" y="314325"/>
                </a:moveTo>
                <a:lnTo>
                  <a:pt x="1009650" y="314325"/>
                </a:lnTo>
                <a:lnTo>
                  <a:pt x="1009650" y="333375"/>
                </a:lnTo>
                <a:lnTo>
                  <a:pt x="1028700" y="333375"/>
                </a:lnTo>
                <a:lnTo>
                  <a:pt x="1028700" y="314325"/>
                </a:lnTo>
                <a:lnTo>
                  <a:pt x="1038225" y="314325"/>
                </a:lnTo>
                <a:lnTo>
                  <a:pt x="1038225" y="323850"/>
                </a:lnTo>
                <a:lnTo>
                  <a:pt x="1047750" y="323850"/>
                </a:lnTo>
                <a:lnTo>
                  <a:pt x="1047750" y="342900"/>
                </a:lnTo>
                <a:lnTo>
                  <a:pt x="1009650" y="342900"/>
                </a:lnTo>
                <a:lnTo>
                  <a:pt x="1009650" y="352425"/>
                </a:lnTo>
                <a:lnTo>
                  <a:pt x="1000125" y="352425"/>
                </a:lnTo>
                <a:lnTo>
                  <a:pt x="1000125" y="342900"/>
                </a:lnTo>
                <a:lnTo>
                  <a:pt x="990600" y="342900"/>
                </a:lnTo>
                <a:lnTo>
                  <a:pt x="990600" y="333375"/>
                </a:lnTo>
                <a:lnTo>
                  <a:pt x="981075" y="333375"/>
                </a:lnTo>
                <a:close/>
                <a:moveTo>
                  <a:pt x="1495425" y="314325"/>
                </a:moveTo>
                <a:lnTo>
                  <a:pt x="1504950" y="314325"/>
                </a:lnTo>
                <a:lnTo>
                  <a:pt x="1504950" y="333375"/>
                </a:lnTo>
                <a:lnTo>
                  <a:pt x="1495425" y="333375"/>
                </a:lnTo>
                <a:lnTo>
                  <a:pt x="1495425" y="342900"/>
                </a:lnTo>
                <a:lnTo>
                  <a:pt x="1485900" y="342900"/>
                </a:lnTo>
                <a:lnTo>
                  <a:pt x="1485900" y="333375"/>
                </a:lnTo>
                <a:lnTo>
                  <a:pt x="1476375" y="333375"/>
                </a:lnTo>
                <a:lnTo>
                  <a:pt x="1476375" y="323850"/>
                </a:lnTo>
                <a:lnTo>
                  <a:pt x="1495425" y="323850"/>
                </a:lnTo>
                <a:close/>
                <a:moveTo>
                  <a:pt x="123825" y="323850"/>
                </a:moveTo>
                <a:lnTo>
                  <a:pt x="133350" y="323850"/>
                </a:lnTo>
                <a:lnTo>
                  <a:pt x="133350" y="333375"/>
                </a:lnTo>
                <a:lnTo>
                  <a:pt x="123825" y="333375"/>
                </a:lnTo>
                <a:close/>
                <a:moveTo>
                  <a:pt x="733425" y="323850"/>
                </a:moveTo>
                <a:lnTo>
                  <a:pt x="752475" y="323850"/>
                </a:lnTo>
                <a:lnTo>
                  <a:pt x="752475" y="333375"/>
                </a:lnTo>
                <a:lnTo>
                  <a:pt x="733425" y="333375"/>
                </a:lnTo>
                <a:close/>
                <a:moveTo>
                  <a:pt x="895350" y="323850"/>
                </a:moveTo>
                <a:lnTo>
                  <a:pt x="923925" y="323850"/>
                </a:lnTo>
                <a:lnTo>
                  <a:pt x="923925" y="333375"/>
                </a:lnTo>
                <a:lnTo>
                  <a:pt x="895350" y="333375"/>
                </a:lnTo>
                <a:close/>
                <a:moveTo>
                  <a:pt x="428625" y="333375"/>
                </a:moveTo>
                <a:lnTo>
                  <a:pt x="438150" y="333375"/>
                </a:lnTo>
                <a:lnTo>
                  <a:pt x="438150" y="342900"/>
                </a:lnTo>
                <a:lnTo>
                  <a:pt x="447675" y="342900"/>
                </a:lnTo>
                <a:lnTo>
                  <a:pt x="447675" y="352425"/>
                </a:lnTo>
                <a:lnTo>
                  <a:pt x="419100" y="352425"/>
                </a:lnTo>
                <a:lnTo>
                  <a:pt x="419100" y="342900"/>
                </a:lnTo>
                <a:lnTo>
                  <a:pt x="428625" y="342900"/>
                </a:lnTo>
                <a:close/>
                <a:moveTo>
                  <a:pt x="581025" y="333375"/>
                </a:moveTo>
                <a:lnTo>
                  <a:pt x="600075" y="333375"/>
                </a:lnTo>
                <a:lnTo>
                  <a:pt x="600075" y="342900"/>
                </a:lnTo>
                <a:lnTo>
                  <a:pt x="590550" y="342900"/>
                </a:lnTo>
                <a:lnTo>
                  <a:pt x="590550" y="352425"/>
                </a:lnTo>
                <a:lnTo>
                  <a:pt x="571500" y="352425"/>
                </a:lnTo>
                <a:lnTo>
                  <a:pt x="571500" y="361950"/>
                </a:lnTo>
                <a:lnTo>
                  <a:pt x="561975" y="361950"/>
                </a:lnTo>
                <a:lnTo>
                  <a:pt x="561975" y="342900"/>
                </a:lnTo>
                <a:lnTo>
                  <a:pt x="581025" y="342900"/>
                </a:lnTo>
                <a:close/>
                <a:moveTo>
                  <a:pt x="381000" y="342900"/>
                </a:moveTo>
                <a:lnTo>
                  <a:pt x="409575" y="342900"/>
                </a:lnTo>
                <a:lnTo>
                  <a:pt x="409575" y="352425"/>
                </a:lnTo>
                <a:lnTo>
                  <a:pt x="400050" y="352425"/>
                </a:lnTo>
                <a:lnTo>
                  <a:pt x="400050" y="361950"/>
                </a:lnTo>
                <a:lnTo>
                  <a:pt x="381000" y="361950"/>
                </a:lnTo>
                <a:close/>
                <a:moveTo>
                  <a:pt x="981075" y="342900"/>
                </a:moveTo>
                <a:lnTo>
                  <a:pt x="990600" y="342900"/>
                </a:lnTo>
                <a:lnTo>
                  <a:pt x="990600" y="352425"/>
                </a:lnTo>
                <a:lnTo>
                  <a:pt x="981075" y="352425"/>
                </a:lnTo>
                <a:close/>
                <a:moveTo>
                  <a:pt x="1647825" y="342900"/>
                </a:moveTo>
                <a:lnTo>
                  <a:pt x="1657350" y="342900"/>
                </a:lnTo>
                <a:lnTo>
                  <a:pt x="1657350" y="361950"/>
                </a:lnTo>
                <a:lnTo>
                  <a:pt x="1647825" y="361950"/>
                </a:lnTo>
                <a:close/>
                <a:moveTo>
                  <a:pt x="971550" y="352425"/>
                </a:moveTo>
                <a:lnTo>
                  <a:pt x="981075" y="352425"/>
                </a:lnTo>
                <a:lnTo>
                  <a:pt x="981075" y="361950"/>
                </a:lnTo>
                <a:lnTo>
                  <a:pt x="971550" y="361950"/>
                </a:lnTo>
                <a:close/>
                <a:moveTo>
                  <a:pt x="152400" y="361950"/>
                </a:moveTo>
                <a:lnTo>
                  <a:pt x="171450" y="361950"/>
                </a:lnTo>
                <a:lnTo>
                  <a:pt x="171450" y="371475"/>
                </a:lnTo>
                <a:lnTo>
                  <a:pt x="190500" y="371475"/>
                </a:lnTo>
                <a:lnTo>
                  <a:pt x="190500" y="361950"/>
                </a:lnTo>
                <a:lnTo>
                  <a:pt x="209550" y="361950"/>
                </a:lnTo>
                <a:lnTo>
                  <a:pt x="209550" y="371475"/>
                </a:lnTo>
                <a:lnTo>
                  <a:pt x="200025" y="371475"/>
                </a:lnTo>
                <a:lnTo>
                  <a:pt x="200025" y="381000"/>
                </a:lnTo>
                <a:lnTo>
                  <a:pt x="190500" y="381000"/>
                </a:lnTo>
                <a:lnTo>
                  <a:pt x="190500" y="390525"/>
                </a:lnTo>
                <a:lnTo>
                  <a:pt x="180975" y="390525"/>
                </a:lnTo>
                <a:lnTo>
                  <a:pt x="180975" y="381000"/>
                </a:lnTo>
                <a:lnTo>
                  <a:pt x="171450" y="381000"/>
                </a:lnTo>
                <a:lnTo>
                  <a:pt x="171450" y="390525"/>
                </a:lnTo>
                <a:lnTo>
                  <a:pt x="161925" y="390525"/>
                </a:lnTo>
                <a:lnTo>
                  <a:pt x="161925" y="381000"/>
                </a:lnTo>
                <a:lnTo>
                  <a:pt x="152400" y="381000"/>
                </a:lnTo>
                <a:close/>
                <a:moveTo>
                  <a:pt x="266700" y="361950"/>
                </a:moveTo>
                <a:lnTo>
                  <a:pt x="285750" y="361950"/>
                </a:lnTo>
                <a:lnTo>
                  <a:pt x="285750" y="371475"/>
                </a:lnTo>
                <a:lnTo>
                  <a:pt x="266700" y="371475"/>
                </a:lnTo>
                <a:close/>
                <a:moveTo>
                  <a:pt x="352425" y="361950"/>
                </a:moveTo>
                <a:lnTo>
                  <a:pt x="381000" y="361950"/>
                </a:lnTo>
                <a:lnTo>
                  <a:pt x="381000" y="371475"/>
                </a:lnTo>
                <a:lnTo>
                  <a:pt x="390525" y="371475"/>
                </a:lnTo>
                <a:lnTo>
                  <a:pt x="390525" y="390525"/>
                </a:lnTo>
                <a:lnTo>
                  <a:pt x="381000" y="390525"/>
                </a:lnTo>
                <a:lnTo>
                  <a:pt x="381000" y="381000"/>
                </a:lnTo>
                <a:lnTo>
                  <a:pt x="361950" y="381000"/>
                </a:lnTo>
                <a:lnTo>
                  <a:pt x="361950" y="371475"/>
                </a:lnTo>
                <a:lnTo>
                  <a:pt x="352425" y="371475"/>
                </a:lnTo>
                <a:close/>
                <a:moveTo>
                  <a:pt x="895350" y="371475"/>
                </a:moveTo>
                <a:lnTo>
                  <a:pt x="923925" y="371475"/>
                </a:lnTo>
                <a:lnTo>
                  <a:pt x="923925" y="390525"/>
                </a:lnTo>
                <a:lnTo>
                  <a:pt x="904875" y="390525"/>
                </a:lnTo>
                <a:lnTo>
                  <a:pt x="904875" y="400050"/>
                </a:lnTo>
                <a:lnTo>
                  <a:pt x="885825" y="400050"/>
                </a:lnTo>
                <a:lnTo>
                  <a:pt x="885825" y="409575"/>
                </a:lnTo>
                <a:lnTo>
                  <a:pt x="866775" y="409575"/>
                </a:lnTo>
                <a:lnTo>
                  <a:pt x="866775" y="400050"/>
                </a:lnTo>
                <a:lnTo>
                  <a:pt x="876300" y="400050"/>
                </a:lnTo>
                <a:lnTo>
                  <a:pt x="876300" y="390525"/>
                </a:lnTo>
                <a:lnTo>
                  <a:pt x="895350" y="390525"/>
                </a:lnTo>
                <a:close/>
                <a:moveTo>
                  <a:pt x="962025" y="371475"/>
                </a:moveTo>
                <a:lnTo>
                  <a:pt x="971550" y="371475"/>
                </a:lnTo>
                <a:lnTo>
                  <a:pt x="971550" y="381000"/>
                </a:lnTo>
                <a:lnTo>
                  <a:pt x="962025" y="381000"/>
                </a:lnTo>
                <a:close/>
                <a:moveTo>
                  <a:pt x="200025" y="381000"/>
                </a:moveTo>
                <a:lnTo>
                  <a:pt x="209550" y="381000"/>
                </a:lnTo>
                <a:lnTo>
                  <a:pt x="209550" y="390525"/>
                </a:lnTo>
                <a:lnTo>
                  <a:pt x="200025" y="390525"/>
                </a:lnTo>
                <a:close/>
                <a:moveTo>
                  <a:pt x="228600" y="381000"/>
                </a:moveTo>
                <a:lnTo>
                  <a:pt x="247650" y="381000"/>
                </a:lnTo>
                <a:lnTo>
                  <a:pt x="247650" y="390525"/>
                </a:lnTo>
                <a:lnTo>
                  <a:pt x="238125" y="390525"/>
                </a:lnTo>
                <a:lnTo>
                  <a:pt x="238125" y="400050"/>
                </a:lnTo>
                <a:lnTo>
                  <a:pt x="228600" y="400050"/>
                </a:lnTo>
                <a:close/>
                <a:moveTo>
                  <a:pt x="647700" y="381000"/>
                </a:moveTo>
                <a:lnTo>
                  <a:pt x="666750" y="381000"/>
                </a:lnTo>
                <a:lnTo>
                  <a:pt x="666750" y="390525"/>
                </a:lnTo>
                <a:lnTo>
                  <a:pt x="647700" y="390525"/>
                </a:lnTo>
                <a:close/>
                <a:moveTo>
                  <a:pt x="457200" y="390525"/>
                </a:moveTo>
                <a:lnTo>
                  <a:pt x="466725" y="390525"/>
                </a:lnTo>
                <a:lnTo>
                  <a:pt x="466725" y="400050"/>
                </a:lnTo>
                <a:lnTo>
                  <a:pt x="457200" y="400050"/>
                </a:lnTo>
                <a:close/>
                <a:moveTo>
                  <a:pt x="933450" y="390525"/>
                </a:moveTo>
                <a:lnTo>
                  <a:pt x="942975" y="390525"/>
                </a:lnTo>
                <a:lnTo>
                  <a:pt x="942975" y="400050"/>
                </a:lnTo>
                <a:lnTo>
                  <a:pt x="933450" y="400050"/>
                </a:lnTo>
                <a:close/>
                <a:moveTo>
                  <a:pt x="1038225" y="390525"/>
                </a:moveTo>
                <a:lnTo>
                  <a:pt x="1047750" y="390525"/>
                </a:lnTo>
                <a:lnTo>
                  <a:pt x="1047750" y="400050"/>
                </a:lnTo>
                <a:lnTo>
                  <a:pt x="1038225" y="400050"/>
                </a:lnTo>
                <a:close/>
                <a:moveTo>
                  <a:pt x="495300" y="400050"/>
                </a:moveTo>
                <a:lnTo>
                  <a:pt x="504825" y="400050"/>
                </a:lnTo>
                <a:lnTo>
                  <a:pt x="504825" y="409575"/>
                </a:lnTo>
                <a:lnTo>
                  <a:pt x="514350" y="409575"/>
                </a:lnTo>
                <a:lnTo>
                  <a:pt x="514350" y="419100"/>
                </a:lnTo>
                <a:lnTo>
                  <a:pt x="495300" y="419100"/>
                </a:lnTo>
                <a:close/>
                <a:moveTo>
                  <a:pt x="942975" y="400050"/>
                </a:moveTo>
                <a:lnTo>
                  <a:pt x="962025" y="400050"/>
                </a:lnTo>
                <a:lnTo>
                  <a:pt x="962025" y="409575"/>
                </a:lnTo>
                <a:lnTo>
                  <a:pt x="942975" y="409575"/>
                </a:lnTo>
                <a:close/>
                <a:moveTo>
                  <a:pt x="466725" y="409575"/>
                </a:moveTo>
                <a:lnTo>
                  <a:pt x="485775" y="409575"/>
                </a:lnTo>
                <a:lnTo>
                  <a:pt x="485775" y="419100"/>
                </a:lnTo>
                <a:lnTo>
                  <a:pt x="466725" y="419100"/>
                </a:lnTo>
                <a:close/>
                <a:moveTo>
                  <a:pt x="857250" y="409575"/>
                </a:moveTo>
                <a:lnTo>
                  <a:pt x="866775" y="409575"/>
                </a:lnTo>
                <a:lnTo>
                  <a:pt x="866775" y="419100"/>
                </a:lnTo>
                <a:lnTo>
                  <a:pt x="857250" y="419100"/>
                </a:lnTo>
                <a:close/>
                <a:moveTo>
                  <a:pt x="371475" y="419100"/>
                </a:moveTo>
                <a:lnTo>
                  <a:pt x="381000" y="419100"/>
                </a:lnTo>
                <a:lnTo>
                  <a:pt x="381000" y="428625"/>
                </a:lnTo>
                <a:lnTo>
                  <a:pt x="371475" y="428625"/>
                </a:lnTo>
                <a:close/>
                <a:moveTo>
                  <a:pt x="514350" y="419100"/>
                </a:moveTo>
                <a:lnTo>
                  <a:pt x="523875" y="419100"/>
                </a:lnTo>
                <a:lnTo>
                  <a:pt x="523875" y="428625"/>
                </a:lnTo>
                <a:lnTo>
                  <a:pt x="514350" y="428625"/>
                </a:lnTo>
                <a:close/>
                <a:moveTo>
                  <a:pt x="533400" y="419100"/>
                </a:moveTo>
                <a:lnTo>
                  <a:pt x="552450" y="419100"/>
                </a:lnTo>
                <a:lnTo>
                  <a:pt x="552450" y="428625"/>
                </a:lnTo>
                <a:lnTo>
                  <a:pt x="533400" y="428625"/>
                </a:lnTo>
                <a:close/>
                <a:moveTo>
                  <a:pt x="847725" y="419100"/>
                </a:moveTo>
                <a:lnTo>
                  <a:pt x="857250" y="419100"/>
                </a:lnTo>
                <a:lnTo>
                  <a:pt x="857250" y="428625"/>
                </a:lnTo>
                <a:lnTo>
                  <a:pt x="847725" y="428625"/>
                </a:lnTo>
                <a:close/>
                <a:moveTo>
                  <a:pt x="914400" y="419100"/>
                </a:moveTo>
                <a:lnTo>
                  <a:pt x="923925" y="419100"/>
                </a:lnTo>
                <a:lnTo>
                  <a:pt x="923925" y="428625"/>
                </a:lnTo>
                <a:lnTo>
                  <a:pt x="914400" y="428625"/>
                </a:lnTo>
                <a:close/>
                <a:moveTo>
                  <a:pt x="981075" y="419100"/>
                </a:moveTo>
                <a:lnTo>
                  <a:pt x="990600" y="419100"/>
                </a:lnTo>
                <a:lnTo>
                  <a:pt x="990600" y="428625"/>
                </a:lnTo>
                <a:lnTo>
                  <a:pt x="1000125" y="428625"/>
                </a:lnTo>
                <a:lnTo>
                  <a:pt x="1000125" y="438150"/>
                </a:lnTo>
                <a:lnTo>
                  <a:pt x="990600" y="438150"/>
                </a:lnTo>
                <a:lnTo>
                  <a:pt x="990600" y="447675"/>
                </a:lnTo>
                <a:lnTo>
                  <a:pt x="981075" y="447675"/>
                </a:lnTo>
                <a:close/>
                <a:moveTo>
                  <a:pt x="1047750" y="419100"/>
                </a:moveTo>
                <a:lnTo>
                  <a:pt x="1057275" y="419100"/>
                </a:lnTo>
                <a:lnTo>
                  <a:pt x="1057275" y="428625"/>
                </a:lnTo>
                <a:lnTo>
                  <a:pt x="1047750" y="428625"/>
                </a:lnTo>
                <a:close/>
                <a:moveTo>
                  <a:pt x="504825" y="428625"/>
                </a:moveTo>
                <a:lnTo>
                  <a:pt x="514350" y="428625"/>
                </a:lnTo>
                <a:lnTo>
                  <a:pt x="514350" y="438150"/>
                </a:lnTo>
                <a:lnTo>
                  <a:pt x="504825" y="438150"/>
                </a:lnTo>
                <a:close/>
                <a:moveTo>
                  <a:pt x="1228725" y="428625"/>
                </a:moveTo>
                <a:lnTo>
                  <a:pt x="1257300" y="428625"/>
                </a:lnTo>
                <a:lnTo>
                  <a:pt x="1257300" y="447675"/>
                </a:lnTo>
                <a:lnTo>
                  <a:pt x="1247775" y="447675"/>
                </a:lnTo>
                <a:lnTo>
                  <a:pt x="1247775" y="438150"/>
                </a:lnTo>
                <a:lnTo>
                  <a:pt x="1228725" y="438150"/>
                </a:lnTo>
                <a:close/>
                <a:moveTo>
                  <a:pt x="1257300" y="447675"/>
                </a:moveTo>
                <a:lnTo>
                  <a:pt x="1266825" y="447675"/>
                </a:lnTo>
                <a:lnTo>
                  <a:pt x="1266825" y="457200"/>
                </a:lnTo>
                <a:lnTo>
                  <a:pt x="1257300" y="457200"/>
                </a:lnTo>
                <a:close/>
                <a:moveTo>
                  <a:pt x="1714500" y="457200"/>
                </a:moveTo>
                <a:lnTo>
                  <a:pt x="1724025" y="457200"/>
                </a:lnTo>
                <a:lnTo>
                  <a:pt x="1724025" y="476250"/>
                </a:lnTo>
                <a:lnTo>
                  <a:pt x="1714500" y="476250"/>
                </a:lnTo>
                <a:close/>
                <a:moveTo>
                  <a:pt x="304800" y="466725"/>
                </a:moveTo>
                <a:lnTo>
                  <a:pt x="314325" y="466725"/>
                </a:lnTo>
                <a:lnTo>
                  <a:pt x="314325" y="476250"/>
                </a:lnTo>
                <a:lnTo>
                  <a:pt x="304800" y="476250"/>
                </a:lnTo>
                <a:close/>
                <a:moveTo>
                  <a:pt x="619125" y="476250"/>
                </a:moveTo>
                <a:lnTo>
                  <a:pt x="647700" y="476250"/>
                </a:lnTo>
                <a:lnTo>
                  <a:pt x="647700" y="504825"/>
                </a:lnTo>
                <a:lnTo>
                  <a:pt x="638175" y="504825"/>
                </a:lnTo>
                <a:lnTo>
                  <a:pt x="638175" y="495300"/>
                </a:lnTo>
                <a:lnTo>
                  <a:pt x="628650" y="495300"/>
                </a:lnTo>
                <a:lnTo>
                  <a:pt x="628650" y="485775"/>
                </a:lnTo>
                <a:lnTo>
                  <a:pt x="619125" y="485775"/>
                </a:lnTo>
                <a:close/>
                <a:moveTo>
                  <a:pt x="981075" y="476250"/>
                </a:moveTo>
                <a:lnTo>
                  <a:pt x="990600" y="476250"/>
                </a:lnTo>
                <a:lnTo>
                  <a:pt x="990600" y="485775"/>
                </a:lnTo>
                <a:lnTo>
                  <a:pt x="981075" y="485775"/>
                </a:lnTo>
                <a:close/>
                <a:moveTo>
                  <a:pt x="1228725" y="476250"/>
                </a:moveTo>
                <a:lnTo>
                  <a:pt x="1247775" y="476250"/>
                </a:lnTo>
                <a:lnTo>
                  <a:pt x="1247775" y="485775"/>
                </a:lnTo>
                <a:lnTo>
                  <a:pt x="1238250" y="485775"/>
                </a:lnTo>
                <a:lnTo>
                  <a:pt x="1238250" y="495300"/>
                </a:lnTo>
                <a:lnTo>
                  <a:pt x="1247775" y="495300"/>
                </a:lnTo>
                <a:lnTo>
                  <a:pt x="1247775" y="504825"/>
                </a:lnTo>
                <a:lnTo>
                  <a:pt x="1228725" y="504825"/>
                </a:lnTo>
                <a:lnTo>
                  <a:pt x="1228725" y="495300"/>
                </a:lnTo>
                <a:lnTo>
                  <a:pt x="1209675" y="495300"/>
                </a:lnTo>
                <a:lnTo>
                  <a:pt x="1209675" y="485775"/>
                </a:lnTo>
                <a:lnTo>
                  <a:pt x="1228725" y="485775"/>
                </a:lnTo>
                <a:close/>
                <a:moveTo>
                  <a:pt x="1371600" y="476250"/>
                </a:moveTo>
                <a:lnTo>
                  <a:pt x="1381125" y="476250"/>
                </a:lnTo>
                <a:lnTo>
                  <a:pt x="1381125" y="485775"/>
                </a:lnTo>
                <a:lnTo>
                  <a:pt x="1371600" y="485775"/>
                </a:lnTo>
                <a:close/>
                <a:moveTo>
                  <a:pt x="533400" y="485775"/>
                </a:moveTo>
                <a:lnTo>
                  <a:pt x="542925" y="485775"/>
                </a:lnTo>
                <a:lnTo>
                  <a:pt x="542925" y="495300"/>
                </a:lnTo>
                <a:lnTo>
                  <a:pt x="533400" y="495300"/>
                </a:lnTo>
                <a:close/>
                <a:moveTo>
                  <a:pt x="600075" y="485775"/>
                </a:moveTo>
                <a:lnTo>
                  <a:pt x="609600" y="485775"/>
                </a:lnTo>
                <a:lnTo>
                  <a:pt x="609600" y="504825"/>
                </a:lnTo>
                <a:lnTo>
                  <a:pt x="600075" y="504825"/>
                </a:lnTo>
                <a:close/>
                <a:moveTo>
                  <a:pt x="762000" y="485775"/>
                </a:moveTo>
                <a:lnTo>
                  <a:pt x="771525" y="485775"/>
                </a:lnTo>
                <a:lnTo>
                  <a:pt x="771525" y="495300"/>
                </a:lnTo>
                <a:lnTo>
                  <a:pt x="781050" y="495300"/>
                </a:lnTo>
                <a:lnTo>
                  <a:pt x="781050" y="485775"/>
                </a:lnTo>
                <a:lnTo>
                  <a:pt x="790575" y="485775"/>
                </a:lnTo>
                <a:lnTo>
                  <a:pt x="790575" y="495300"/>
                </a:lnTo>
                <a:lnTo>
                  <a:pt x="781050" y="495300"/>
                </a:lnTo>
                <a:lnTo>
                  <a:pt x="781050" y="504825"/>
                </a:lnTo>
                <a:lnTo>
                  <a:pt x="752475" y="504825"/>
                </a:lnTo>
                <a:lnTo>
                  <a:pt x="752475" y="495300"/>
                </a:lnTo>
                <a:lnTo>
                  <a:pt x="762000" y="495300"/>
                </a:lnTo>
                <a:close/>
                <a:moveTo>
                  <a:pt x="838200" y="485775"/>
                </a:moveTo>
                <a:lnTo>
                  <a:pt x="895350" y="485775"/>
                </a:lnTo>
                <a:lnTo>
                  <a:pt x="895350" y="495300"/>
                </a:lnTo>
                <a:lnTo>
                  <a:pt x="838200" y="495300"/>
                </a:lnTo>
                <a:close/>
                <a:moveTo>
                  <a:pt x="923925" y="485775"/>
                </a:moveTo>
                <a:lnTo>
                  <a:pt x="933450" y="485775"/>
                </a:lnTo>
                <a:lnTo>
                  <a:pt x="933450" y="495300"/>
                </a:lnTo>
                <a:lnTo>
                  <a:pt x="923925" y="495300"/>
                </a:lnTo>
                <a:close/>
                <a:moveTo>
                  <a:pt x="942975" y="485775"/>
                </a:moveTo>
                <a:lnTo>
                  <a:pt x="971550" y="485775"/>
                </a:lnTo>
                <a:lnTo>
                  <a:pt x="971550" y="495300"/>
                </a:lnTo>
                <a:lnTo>
                  <a:pt x="942975" y="495300"/>
                </a:lnTo>
                <a:close/>
                <a:moveTo>
                  <a:pt x="1257300" y="485775"/>
                </a:moveTo>
                <a:lnTo>
                  <a:pt x="1266825" y="485775"/>
                </a:lnTo>
                <a:lnTo>
                  <a:pt x="1266825" y="495300"/>
                </a:lnTo>
                <a:lnTo>
                  <a:pt x="1276350" y="495300"/>
                </a:lnTo>
                <a:lnTo>
                  <a:pt x="1276350" y="514350"/>
                </a:lnTo>
                <a:lnTo>
                  <a:pt x="1257300" y="514350"/>
                </a:lnTo>
                <a:close/>
                <a:moveTo>
                  <a:pt x="1323975" y="485775"/>
                </a:moveTo>
                <a:lnTo>
                  <a:pt x="1333500" y="485775"/>
                </a:lnTo>
                <a:lnTo>
                  <a:pt x="1333500" y="495300"/>
                </a:lnTo>
                <a:lnTo>
                  <a:pt x="1323975" y="495300"/>
                </a:lnTo>
                <a:close/>
                <a:moveTo>
                  <a:pt x="1504950" y="485775"/>
                </a:moveTo>
                <a:lnTo>
                  <a:pt x="1514475" y="485775"/>
                </a:lnTo>
                <a:lnTo>
                  <a:pt x="1514475" y="495300"/>
                </a:lnTo>
                <a:lnTo>
                  <a:pt x="1533525" y="495300"/>
                </a:lnTo>
                <a:lnTo>
                  <a:pt x="1533525" y="514350"/>
                </a:lnTo>
                <a:lnTo>
                  <a:pt x="1524000" y="514350"/>
                </a:lnTo>
                <a:lnTo>
                  <a:pt x="1524000" y="533400"/>
                </a:lnTo>
                <a:lnTo>
                  <a:pt x="1504950" y="533400"/>
                </a:lnTo>
                <a:lnTo>
                  <a:pt x="1504950" y="523875"/>
                </a:lnTo>
                <a:lnTo>
                  <a:pt x="1514475" y="523875"/>
                </a:lnTo>
                <a:lnTo>
                  <a:pt x="1514475" y="514350"/>
                </a:lnTo>
                <a:lnTo>
                  <a:pt x="1504950" y="514350"/>
                </a:lnTo>
                <a:close/>
                <a:moveTo>
                  <a:pt x="1733550" y="485775"/>
                </a:moveTo>
                <a:lnTo>
                  <a:pt x="1743075" y="485775"/>
                </a:lnTo>
                <a:lnTo>
                  <a:pt x="1743075" y="495300"/>
                </a:lnTo>
                <a:lnTo>
                  <a:pt x="1733550" y="495300"/>
                </a:lnTo>
                <a:close/>
                <a:moveTo>
                  <a:pt x="666750" y="495300"/>
                </a:moveTo>
                <a:lnTo>
                  <a:pt x="714375" y="495300"/>
                </a:lnTo>
                <a:lnTo>
                  <a:pt x="714375" y="504825"/>
                </a:lnTo>
                <a:lnTo>
                  <a:pt x="685800" y="504825"/>
                </a:lnTo>
                <a:lnTo>
                  <a:pt x="685800" y="514350"/>
                </a:lnTo>
                <a:lnTo>
                  <a:pt x="666750" y="514350"/>
                </a:lnTo>
                <a:close/>
                <a:moveTo>
                  <a:pt x="742950" y="504825"/>
                </a:moveTo>
                <a:lnTo>
                  <a:pt x="752475" y="504825"/>
                </a:lnTo>
                <a:lnTo>
                  <a:pt x="752475" y="514350"/>
                </a:lnTo>
                <a:lnTo>
                  <a:pt x="742950" y="514350"/>
                </a:lnTo>
                <a:close/>
                <a:moveTo>
                  <a:pt x="885825" y="504825"/>
                </a:moveTo>
                <a:lnTo>
                  <a:pt x="904875" y="504825"/>
                </a:lnTo>
                <a:lnTo>
                  <a:pt x="904875" y="514350"/>
                </a:lnTo>
                <a:lnTo>
                  <a:pt x="885825" y="514350"/>
                </a:lnTo>
                <a:close/>
                <a:moveTo>
                  <a:pt x="123825" y="514350"/>
                </a:moveTo>
                <a:lnTo>
                  <a:pt x="152400" y="514350"/>
                </a:lnTo>
                <a:lnTo>
                  <a:pt x="152400" y="533400"/>
                </a:lnTo>
                <a:lnTo>
                  <a:pt x="133350" y="533400"/>
                </a:lnTo>
                <a:lnTo>
                  <a:pt x="133350" y="523875"/>
                </a:lnTo>
                <a:lnTo>
                  <a:pt x="123825" y="523875"/>
                </a:lnTo>
                <a:close/>
                <a:moveTo>
                  <a:pt x="1609725" y="514350"/>
                </a:moveTo>
                <a:lnTo>
                  <a:pt x="1628775" y="514350"/>
                </a:lnTo>
                <a:lnTo>
                  <a:pt x="1628775" y="523875"/>
                </a:lnTo>
                <a:lnTo>
                  <a:pt x="1609725" y="523875"/>
                </a:lnTo>
                <a:close/>
                <a:moveTo>
                  <a:pt x="1133475" y="523875"/>
                </a:moveTo>
                <a:lnTo>
                  <a:pt x="1143000" y="523875"/>
                </a:lnTo>
                <a:lnTo>
                  <a:pt x="1143000" y="542925"/>
                </a:lnTo>
                <a:lnTo>
                  <a:pt x="1114425" y="542925"/>
                </a:lnTo>
                <a:lnTo>
                  <a:pt x="1114425" y="533400"/>
                </a:lnTo>
                <a:lnTo>
                  <a:pt x="1133475" y="533400"/>
                </a:lnTo>
                <a:close/>
                <a:moveTo>
                  <a:pt x="1276350" y="523875"/>
                </a:moveTo>
                <a:lnTo>
                  <a:pt x="1285875" y="523875"/>
                </a:lnTo>
                <a:lnTo>
                  <a:pt x="1285875" y="533400"/>
                </a:lnTo>
                <a:lnTo>
                  <a:pt x="1276350" y="533400"/>
                </a:lnTo>
                <a:close/>
                <a:moveTo>
                  <a:pt x="190500" y="533400"/>
                </a:moveTo>
                <a:lnTo>
                  <a:pt x="238125" y="533400"/>
                </a:lnTo>
                <a:lnTo>
                  <a:pt x="238125" y="552450"/>
                </a:lnTo>
                <a:lnTo>
                  <a:pt x="190500" y="552450"/>
                </a:lnTo>
                <a:close/>
                <a:moveTo>
                  <a:pt x="1181100" y="542925"/>
                </a:moveTo>
                <a:lnTo>
                  <a:pt x="1219200" y="542925"/>
                </a:lnTo>
                <a:lnTo>
                  <a:pt x="1219200" y="552450"/>
                </a:lnTo>
                <a:lnTo>
                  <a:pt x="1228725" y="552450"/>
                </a:lnTo>
                <a:lnTo>
                  <a:pt x="1228725" y="561975"/>
                </a:lnTo>
                <a:lnTo>
                  <a:pt x="1209675" y="561975"/>
                </a:lnTo>
                <a:lnTo>
                  <a:pt x="1209675" y="552450"/>
                </a:lnTo>
                <a:lnTo>
                  <a:pt x="1181100" y="552450"/>
                </a:lnTo>
                <a:close/>
                <a:moveTo>
                  <a:pt x="266700" y="561975"/>
                </a:moveTo>
                <a:lnTo>
                  <a:pt x="285750" y="561975"/>
                </a:lnTo>
                <a:lnTo>
                  <a:pt x="285750" y="571500"/>
                </a:lnTo>
                <a:lnTo>
                  <a:pt x="266700" y="571500"/>
                </a:lnTo>
                <a:close/>
                <a:moveTo>
                  <a:pt x="409575" y="561975"/>
                </a:moveTo>
                <a:lnTo>
                  <a:pt x="428625" y="561975"/>
                </a:lnTo>
                <a:lnTo>
                  <a:pt x="428625" y="571500"/>
                </a:lnTo>
                <a:lnTo>
                  <a:pt x="438150" y="571500"/>
                </a:lnTo>
                <a:lnTo>
                  <a:pt x="438150" y="581025"/>
                </a:lnTo>
                <a:lnTo>
                  <a:pt x="409575" y="581025"/>
                </a:lnTo>
                <a:lnTo>
                  <a:pt x="409575" y="590550"/>
                </a:lnTo>
                <a:lnTo>
                  <a:pt x="390525" y="590550"/>
                </a:lnTo>
                <a:lnTo>
                  <a:pt x="390525" y="581025"/>
                </a:lnTo>
                <a:lnTo>
                  <a:pt x="400050" y="581025"/>
                </a:lnTo>
                <a:lnTo>
                  <a:pt x="400050" y="571500"/>
                </a:lnTo>
                <a:lnTo>
                  <a:pt x="409575" y="571500"/>
                </a:lnTo>
                <a:close/>
                <a:moveTo>
                  <a:pt x="285750" y="571500"/>
                </a:moveTo>
                <a:lnTo>
                  <a:pt x="295275" y="571500"/>
                </a:lnTo>
                <a:lnTo>
                  <a:pt x="295275" y="609600"/>
                </a:lnTo>
                <a:lnTo>
                  <a:pt x="285750" y="609600"/>
                </a:lnTo>
                <a:close/>
                <a:moveTo>
                  <a:pt x="1085850" y="590550"/>
                </a:moveTo>
                <a:lnTo>
                  <a:pt x="1095375" y="590550"/>
                </a:lnTo>
                <a:lnTo>
                  <a:pt x="1095375" y="609600"/>
                </a:lnTo>
                <a:lnTo>
                  <a:pt x="1085850" y="609600"/>
                </a:lnTo>
                <a:close/>
                <a:moveTo>
                  <a:pt x="228600" y="600075"/>
                </a:moveTo>
                <a:lnTo>
                  <a:pt x="238125" y="600075"/>
                </a:lnTo>
                <a:lnTo>
                  <a:pt x="238125" y="609600"/>
                </a:lnTo>
                <a:lnTo>
                  <a:pt x="247650" y="609600"/>
                </a:lnTo>
                <a:lnTo>
                  <a:pt x="247650" y="619125"/>
                </a:lnTo>
                <a:lnTo>
                  <a:pt x="219075" y="619125"/>
                </a:lnTo>
                <a:lnTo>
                  <a:pt x="219075" y="609600"/>
                </a:lnTo>
                <a:lnTo>
                  <a:pt x="228600" y="609600"/>
                </a:lnTo>
                <a:close/>
                <a:moveTo>
                  <a:pt x="1152525" y="600075"/>
                </a:moveTo>
                <a:lnTo>
                  <a:pt x="1181100" y="600075"/>
                </a:lnTo>
                <a:lnTo>
                  <a:pt x="1181100" y="619125"/>
                </a:lnTo>
                <a:lnTo>
                  <a:pt x="1152525" y="619125"/>
                </a:lnTo>
                <a:close/>
                <a:moveTo>
                  <a:pt x="428625" y="609600"/>
                </a:moveTo>
                <a:lnTo>
                  <a:pt x="438150" y="609600"/>
                </a:lnTo>
                <a:lnTo>
                  <a:pt x="438150" y="619125"/>
                </a:lnTo>
                <a:lnTo>
                  <a:pt x="428625" y="619125"/>
                </a:lnTo>
                <a:close/>
                <a:moveTo>
                  <a:pt x="1247775" y="609600"/>
                </a:moveTo>
                <a:lnTo>
                  <a:pt x="1257300" y="609600"/>
                </a:lnTo>
                <a:lnTo>
                  <a:pt x="1257300" y="619125"/>
                </a:lnTo>
                <a:lnTo>
                  <a:pt x="1247775" y="619125"/>
                </a:lnTo>
                <a:close/>
                <a:moveTo>
                  <a:pt x="1343025" y="609600"/>
                </a:moveTo>
                <a:lnTo>
                  <a:pt x="1362075" y="609600"/>
                </a:lnTo>
                <a:lnTo>
                  <a:pt x="1362075" y="619125"/>
                </a:lnTo>
                <a:lnTo>
                  <a:pt x="1343025" y="619125"/>
                </a:lnTo>
                <a:close/>
                <a:moveTo>
                  <a:pt x="133350" y="619125"/>
                </a:moveTo>
                <a:lnTo>
                  <a:pt x="142875" y="619125"/>
                </a:lnTo>
                <a:lnTo>
                  <a:pt x="142875" y="638175"/>
                </a:lnTo>
                <a:lnTo>
                  <a:pt x="133350" y="638175"/>
                </a:lnTo>
                <a:close/>
                <a:moveTo>
                  <a:pt x="180975" y="619125"/>
                </a:moveTo>
                <a:lnTo>
                  <a:pt x="190500" y="619125"/>
                </a:lnTo>
                <a:lnTo>
                  <a:pt x="190500" y="628650"/>
                </a:lnTo>
                <a:lnTo>
                  <a:pt x="180975" y="628650"/>
                </a:lnTo>
                <a:close/>
                <a:moveTo>
                  <a:pt x="314325" y="619125"/>
                </a:moveTo>
                <a:lnTo>
                  <a:pt x="323850" y="619125"/>
                </a:lnTo>
                <a:lnTo>
                  <a:pt x="323850" y="638175"/>
                </a:lnTo>
                <a:lnTo>
                  <a:pt x="314325" y="638175"/>
                </a:lnTo>
                <a:close/>
                <a:moveTo>
                  <a:pt x="371475" y="619125"/>
                </a:moveTo>
                <a:lnTo>
                  <a:pt x="390525" y="619125"/>
                </a:lnTo>
                <a:lnTo>
                  <a:pt x="390525" y="628650"/>
                </a:lnTo>
                <a:lnTo>
                  <a:pt x="371475" y="628650"/>
                </a:lnTo>
                <a:close/>
                <a:moveTo>
                  <a:pt x="1238250" y="619125"/>
                </a:moveTo>
                <a:lnTo>
                  <a:pt x="1247775" y="619125"/>
                </a:lnTo>
                <a:lnTo>
                  <a:pt x="1247775" y="628650"/>
                </a:lnTo>
                <a:lnTo>
                  <a:pt x="1238250" y="628650"/>
                </a:lnTo>
                <a:close/>
                <a:moveTo>
                  <a:pt x="419100" y="628650"/>
                </a:moveTo>
                <a:lnTo>
                  <a:pt x="428625" y="628650"/>
                </a:lnTo>
                <a:lnTo>
                  <a:pt x="428625" y="638175"/>
                </a:lnTo>
                <a:lnTo>
                  <a:pt x="419100" y="638175"/>
                </a:lnTo>
                <a:close/>
                <a:moveTo>
                  <a:pt x="400050" y="638175"/>
                </a:moveTo>
                <a:lnTo>
                  <a:pt x="409575" y="638175"/>
                </a:lnTo>
                <a:lnTo>
                  <a:pt x="409575" y="647700"/>
                </a:lnTo>
                <a:lnTo>
                  <a:pt x="400050" y="647700"/>
                </a:lnTo>
                <a:close/>
                <a:moveTo>
                  <a:pt x="1190625" y="647700"/>
                </a:moveTo>
                <a:lnTo>
                  <a:pt x="1200150" y="647700"/>
                </a:lnTo>
                <a:lnTo>
                  <a:pt x="1200150" y="676275"/>
                </a:lnTo>
                <a:lnTo>
                  <a:pt x="1190625" y="676275"/>
                </a:lnTo>
                <a:close/>
                <a:moveTo>
                  <a:pt x="390525" y="657225"/>
                </a:moveTo>
                <a:lnTo>
                  <a:pt x="409575" y="657225"/>
                </a:lnTo>
                <a:lnTo>
                  <a:pt x="409575" y="666750"/>
                </a:lnTo>
                <a:lnTo>
                  <a:pt x="390525" y="666750"/>
                </a:lnTo>
                <a:close/>
                <a:moveTo>
                  <a:pt x="390525" y="676275"/>
                </a:moveTo>
                <a:lnTo>
                  <a:pt x="409575" y="676275"/>
                </a:lnTo>
                <a:lnTo>
                  <a:pt x="409575" y="685800"/>
                </a:lnTo>
                <a:lnTo>
                  <a:pt x="438150" y="685800"/>
                </a:lnTo>
                <a:lnTo>
                  <a:pt x="438150" y="704850"/>
                </a:lnTo>
                <a:lnTo>
                  <a:pt x="400050" y="704850"/>
                </a:lnTo>
                <a:lnTo>
                  <a:pt x="400050" y="685800"/>
                </a:lnTo>
                <a:lnTo>
                  <a:pt x="390525" y="685800"/>
                </a:lnTo>
                <a:close/>
                <a:moveTo>
                  <a:pt x="552450" y="676275"/>
                </a:moveTo>
                <a:lnTo>
                  <a:pt x="561975" y="676275"/>
                </a:lnTo>
                <a:lnTo>
                  <a:pt x="561975" y="685800"/>
                </a:lnTo>
                <a:lnTo>
                  <a:pt x="552450" y="685800"/>
                </a:lnTo>
                <a:close/>
                <a:moveTo>
                  <a:pt x="752475" y="676275"/>
                </a:moveTo>
                <a:lnTo>
                  <a:pt x="771525" y="676275"/>
                </a:lnTo>
                <a:lnTo>
                  <a:pt x="771525" y="685800"/>
                </a:lnTo>
                <a:lnTo>
                  <a:pt x="752475" y="685800"/>
                </a:lnTo>
                <a:close/>
                <a:moveTo>
                  <a:pt x="828675" y="676275"/>
                </a:moveTo>
                <a:lnTo>
                  <a:pt x="847725" y="676275"/>
                </a:lnTo>
                <a:lnTo>
                  <a:pt x="847725" y="685800"/>
                </a:lnTo>
                <a:lnTo>
                  <a:pt x="828675" y="685800"/>
                </a:lnTo>
                <a:close/>
                <a:moveTo>
                  <a:pt x="981075" y="676275"/>
                </a:moveTo>
                <a:lnTo>
                  <a:pt x="1009650" y="676275"/>
                </a:lnTo>
                <a:lnTo>
                  <a:pt x="1009650" y="685800"/>
                </a:lnTo>
                <a:lnTo>
                  <a:pt x="981075" y="685800"/>
                </a:lnTo>
                <a:close/>
                <a:moveTo>
                  <a:pt x="1085850" y="676275"/>
                </a:moveTo>
                <a:lnTo>
                  <a:pt x="1133475" y="676275"/>
                </a:lnTo>
                <a:lnTo>
                  <a:pt x="1133475" y="685800"/>
                </a:lnTo>
                <a:lnTo>
                  <a:pt x="1085850" y="685800"/>
                </a:lnTo>
                <a:close/>
                <a:moveTo>
                  <a:pt x="1200150" y="676275"/>
                </a:moveTo>
                <a:lnTo>
                  <a:pt x="1219200" y="676275"/>
                </a:lnTo>
                <a:lnTo>
                  <a:pt x="1219200" y="685800"/>
                </a:lnTo>
                <a:lnTo>
                  <a:pt x="1200150" y="685800"/>
                </a:lnTo>
                <a:close/>
                <a:moveTo>
                  <a:pt x="1314450" y="676275"/>
                </a:moveTo>
                <a:lnTo>
                  <a:pt x="1362075" y="676275"/>
                </a:lnTo>
                <a:lnTo>
                  <a:pt x="1362075" y="685800"/>
                </a:lnTo>
                <a:lnTo>
                  <a:pt x="1314450" y="685800"/>
                </a:lnTo>
                <a:close/>
                <a:moveTo>
                  <a:pt x="1638300" y="676275"/>
                </a:moveTo>
                <a:lnTo>
                  <a:pt x="1666875" y="676275"/>
                </a:lnTo>
                <a:lnTo>
                  <a:pt x="1666875" y="685800"/>
                </a:lnTo>
                <a:lnTo>
                  <a:pt x="1638300" y="685800"/>
                </a:lnTo>
                <a:close/>
                <a:moveTo>
                  <a:pt x="1676400" y="676275"/>
                </a:moveTo>
                <a:lnTo>
                  <a:pt x="1704975" y="676275"/>
                </a:lnTo>
                <a:lnTo>
                  <a:pt x="1704975" y="685800"/>
                </a:lnTo>
                <a:lnTo>
                  <a:pt x="1676400" y="685800"/>
                </a:lnTo>
                <a:close/>
                <a:moveTo>
                  <a:pt x="180975" y="685800"/>
                </a:moveTo>
                <a:lnTo>
                  <a:pt x="190500" y="685800"/>
                </a:lnTo>
                <a:lnTo>
                  <a:pt x="190500" y="704850"/>
                </a:lnTo>
                <a:lnTo>
                  <a:pt x="180975" y="704850"/>
                </a:lnTo>
                <a:close/>
                <a:moveTo>
                  <a:pt x="219075" y="685800"/>
                </a:moveTo>
                <a:lnTo>
                  <a:pt x="238125" y="685800"/>
                </a:lnTo>
                <a:lnTo>
                  <a:pt x="238125" y="695325"/>
                </a:lnTo>
                <a:lnTo>
                  <a:pt x="219075" y="695325"/>
                </a:lnTo>
                <a:close/>
                <a:moveTo>
                  <a:pt x="266700" y="685800"/>
                </a:moveTo>
                <a:lnTo>
                  <a:pt x="276225" y="685800"/>
                </a:lnTo>
                <a:lnTo>
                  <a:pt x="276225" y="695325"/>
                </a:lnTo>
                <a:lnTo>
                  <a:pt x="266700" y="695325"/>
                </a:lnTo>
                <a:close/>
                <a:moveTo>
                  <a:pt x="371475" y="685800"/>
                </a:moveTo>
                <a:lnTo>
                  <a:pt x="381000" y="685800"/>
                </a:lnTo>
                <a:lnTo>
                  <a:pt x="381000" y="704850"/>
                </a:lnTo>
                <a:lnTo>
                  <a:pt x="371475" y="704850"/>
                </a:lnTo>
                <a:lnTo>
                  <a:pt x="371475" y="714375"/>
                </a:lnTo>
                <a:lnTo>
                  <a:pt x="361950" y="714375"/>
                </a:lnTo>
                <a:lnTo>
                  <a:pt x="361950" y="695325"/>
                </a:lnTo>
                <a:lnTo>
                  <a:pt x="371475" y="695325"/>
                </a:lnTo>
                <a:close/>
                <a:moveTo>
                  <a:pt x="276225" y="695325"/>
                </a:moveTo>
                <a:lnTo>
                  <a:pt x="285750" y="695325"/>
                </a:lnTo>
                <a:lnTo>
                  <a:pt x="285750" y="704850"/>
                </a:lnTo>
                <a:lnTo>
                  <a:pt x="276225" y="704850"/>
                </a:lnTo>
                <a:close/>
                <a:moveTo>
                  <a:pt x="295275" y="695325"/>
                </a:moveTo>
                <a:lnTo>
                  <a:pt x="304800" y="695325"/>
                </a:lnTo>
                <a:lnTo>
                  <a:pt x="304800" y="704850"/>
                </a:lnTo>
                <a:lnTo>
                  <a:pt x="295275" y="704850"/>
                </a:lnTo>
                <a:close/>
                <a:moveTo>
                  <a:pt x="514350" y="704850"/>
                </a:moveTo>
                <a:lnTo>
                  <a:pt x="523875" y="704850"/>
                </a:lnTo>
                <a:lnTo>
                  <a:pt x="523875" y="714375"/>
                </a:lnTo>
                <a:lnTo>
                  <a:pt x="514350" y="714375"/>
                </a:lnTo>
                <a:close/>
                <a:moveTo>
                  <a:pt x="600075" y="704850"/>
                </a:moveTo>
                <a:lnTo>
                  <a:pt x="609600" y="704850"/>
                </a:lnTo>
                <a:lnTo>
                  <a:pt x="609600" y="714375"/>
                </a:lnTo>
                <a:lnTo>
                  <a:pt x="600075" y="714375"/>
                </a:lnTo>
                <a:close/>
                <a:moveTo>
                  <a:pt x="790575" y="704850"/>
                </a:moveTo>
                <a:lnTo>
                  <a:pt x="800100" y="704850"/>
                </a:lnTo>
                <a:lnTo>
                  <a:pt x="800100" y="714375"/>
                </a:lnTo>
                <a:lnTo>
                  <a:pt x="790575" y="714375"/>
                </a:lnTo>
                <a:close/>
                <a:moveTo>
                  <a:pt x="819150" y="704850"/>
                </a:moveTo>
                <a:lnTo>
                  <a:pt x="828675" y="704850"/>
                </a:lnTo>
                <a:lnTo>
                  <a:pt x="828675" y="714375"/>
                </a:lnTo>
                <a:lnTo>
                  <a:pt x="819150" y="714375"/>
                </a:lnTo>
                <a:close/>
                <a:moveTo>
                  <a:pt x="838200" y="704850"/>
                </a:moveTo>
                <a:lnTo>
                  <a:pt x="847725" y="704850"/>
                </a:lnTo>
                <a:lnTo>
                  <a:pt x="847725" y="714375"/>
                </a:lnTo>
                <a:lnTo>
                  <a:pt x="838200" y="714375"/>
                </a:lnTo>
                <a:close/>
                <a:moveTo>
                  <a:pt x="981075" y="704850"/>
                </a:moveTo>
                <a:lnTo>
                  <a:pt x="1038225" y="704850"/>
                </a:lnTo>
                <a:lnTo>
                  <a:pt x="1038225" y="723900"/>
                </a:lnTo>
                <a:lnTo>
                  <a:pt x="1028700" y="723900"/>
                </a:lnTo>
                <a:lnTo>
                  <a:pt x="1028700" y="714375"/>
                </a:lnTo>
                <a:lnTo>
                  <a:pt x="981075" y="714375"/>
                </a:lnTo>
                <a:close/>
                <a:moveTo>
                  <a:pt x="1047750" y="704850"/>
                </a:moveTo>
                <a:lnTo>
                  <a:pt x="1066800" y="704850"/>
                </a:lnTo>
                <a:lnTo>
                  <a:pt x="1066800" y="714375"/>
                </a:lnTo>
                <a:lnTo>
                  <a:pt x="1047750" y="714375"/>
                </a:lnTo>
                <a:close/>
                <a:moveTo>
                  <a:pt x="1114425" y="704850"/>
                </a:moveTo>
                <a:lnTo>
                  <a:pt x="1152525" y="704850"/>
                </a:lnTo>
                <a:lnTo>
                  <a:pt x="1152525" y="742950"/>
                </a:lnTo>
                <a:lnTo>
                  <a:pt x="1133475" y="742950"/>
                </a:lnTo>
                <a:lnTo>
                  <a:pt x="1133475" y="714375"/>
                </a:lnTo>
                <a:lnTo>
                  <a:pt x="1114425" y="714375"/>
                </a:lnTo>
                <a:close/>
                <a:moveTo>
                  <a:pt x="1247775" y="704850"/>
                </a:moveTo>
                <a:lnTo>
                  <a:pt x="1266825" y="704850"/>
                </a:lnTo>
                <a:lnTo>
                  <a:pt x="1266825" y="714375"/>
                </a:lnTo>
                <a:lnTo>
                  <a:pt x="1247775" y="714375"/>
                </a:lnTo>
                <a:close/>
                <a:moveTo>
                  <a:pt x="1657350" y="704850"/>
                </a:moveTo>
                <a:lnTo>
                  <a:pt x="1676400" y="704850"/>
                </a:lnTo>
                <a:lnTo>
                  <a:pt x="1676400" y="714375"/>
                </a:lnTo>
                <a:lnTo>
                  <a:pt x="1657350" y="714375"/>
                </a:lnTo>
                <a:close/>
                <a:moveTo>
                  <a:pt x="466725" y="714375"/>
                </a:moveTo>
                <a:lnTo>
                  <a:pt x="476250" y="714375"/>
                </a:lnTo>
                <a:lnTo>
                  <a:pt x="476250" y="723900"/>
                </a:lnTo>
                <a:lnTo>
                  <a:pt x="466725" y="723900"/>
                </a:lnTo>
                <a:close/>
                <a:moveTo>
                  <a:pt x="523875" y="714375"/>
                </a:moveTo>
                <a:lnTo>
                  <a:pt x="533400" y="714375"/>
                </a:lnTo>
                <a:lnTo>
                  <a:pt x="533400" y="733425"/>
                </a:lnTo>
                <a:lnTo>
                  <a:pt x="504825" y="733425"/>
                </a:lnTo>
                <a:lnTo>
                  <a:pt x="504825" y="723900"/>
                </a:lnTo>
                <a:lnTo>
                  <a:pt x="523875" y="723900"/>
                </a:lnTo>
                <a:close/>
                <a:moveTo>
                  <a:pt x="619125" y="714375"/>
                </a:moveTo>
                <a:lnTo>
                  <a:pt x="628650" y="714375"/>
                </a:lnTo>
                <a:lnTo>
                  <a:pt x="628650" y="723900"/>
                </a:lnTo>
                <a:lnTo>
                  <a:pt x="619125" y="723900"/>
                </a:lnTo>
                <a:close/>
                <a:moveTo>
                  <a:pt x="695325" y="714375"/>
                </a:moveTo>
                <a:lnTo>
                  <a:pt x="723900" y="714375"/>
                </a:lnTo>
                <a:lnTo>
                  <a:pt x="723900" y="723900"/>
                </a:lnTo>
                <a:lnTo>
                  <a:pt x="714375" y="723900"/>
                </a:lnTo>
                <a:lnTo>
                  <a:pt x="714375" y="742950"/>
                </a:lnTo>
                <a:lnTo>
                  <a:pt x="685800" y="742950"/>
                </a:lnTo>
                <a:lnTo>
                  <a:pt x="685800" y="733425"/>
                </a:lnTo>
                <a:lnTo>
                  <a:pt x="676275" y="733425"/>
                </a:lnTo>
                <a:lnTo>
                  <a:pt x="676275" y="723900"/>
                </a:lnTo>
                <a:lnTo>
                  <a:pt x="695325" y="723900"/>
                </a:lnTo>
                <a:close/>
                <a:moveTo>
                  <a:pt x="762000" y="714375"/>
                </a:moveTo>
                <a:lnTo>
                  <a:pt x="771525" y="714375"/>
                </a:lnTo>
                <a:lnTo>
                  <a:pt x="771525" y="742950"/>
                </a:lnTo>
                <a:lnTo>
                  <a:pt x="762000" y="742950"/>
                </a:lnTo>
                <a:close/>
                <a:moveTo>
                  <a:pt x="1714500" y="714375"/>
                </a:moveTo>
                <a:lnTo>
                  <a:pt x="1724025" y="714375"/>
                </a:lnTo>
                <a:lnTo>
                  <a:pt x="1724025" y="723900"/>
                </a:lnTo>
                <a:lnTo>
                  <a:pt x="1714500" y="723900"/>
                </a:lnTo>
                <a:close/>
                <a:moveTo>
                  <a:pt x="542925" y="723900"/>
                </a:moveTo>
                <a:lnTo>
                  <a:pt x="552450" y="723900"/>
                </a:lnTo>
                <a:lnTo>
                  <a:pt x="552450" y="733425"/>
                </a:lnTo>
                <a:lnTo>
                  <a:pt x="542925" y="733425"/>
                </a:lnTo>
                <a:close/>
                <a:moveTo>
                  <a:pt x="581025" y="723900"/>
                </a:moveTo>
                <a:lnTo>
                  <a:pt x="600075" y="723900"/>
                </a:lnTo>
                <a:lnTo>
                  <a:pt x="600075" y="733425"/>
                </a:lnTo>
                <a:lnTo>
                  <a:pt x="581025" y="733425"/>
                </a:lnTo>
                <a:close/>
                <a:moveTo>
                  <a:pt x="609600" y="723900"/>
                </a:moveTo>
                <a:lnTo>
                  <a:pt x="619125" y="723900"/>
                </a:lnTo>
                <a:lnTo>
                  <a:pt x="619125" y="733425"/>
                </a:lnTo>
                <a:lnTo>
                  <a:pt x="609600" y="733425"/>
                </a:lnTo>
                <a:close/>
                <a:moveTo>
                  <a:pt x="781050" y="723900"/>
                </a:moveTo>
                <a:lnTo>
                  <a:pt x="800100" y="723900"/>
                </a:lnTo>
                <a:lnTo>
                  <a:pt x="800100" y="742950"/>
                </a:lnTo>
                <a:lnTo>
                  <a:pt x="790575" y="742950"/>
                </a:lnTo>
                <a:lnTo>
                  <a:pt x="790575" y="733425"/>
                </a:lnTo>
                <a:lnTo>
                  <a:pt x="781050" y="733425"/>
                </a:lnTo>
                <a:close/>
                <a:moveTo>
                  <a:pt x="809625" y="723900"/>
                </a:moveTo>
                <a:lnTo>
                  <a:pt x="819150" y="723900"/>
                </a:lnTo>
                <a:lnTo>
                  <a:pt x="819150" y="733425"/>
                </a:lnTo>
                <a:lnTo>
                  <a:pt x="809625" y="733425"/>
                </a:lnTo>
                <a:close/>
                <a:moveTo>
                  <a:pt x="1000125" y="723900"/>
                </a:moveTo>
                <a:lnTo>
                  <a:pt x="1028700" y="723900"/>
                </a:lnTo>
                <a:lnTo>
                  <a:pt x="1028700" y="733425"/>
                </a:lnTo>
                <a:lnTo>
                  <a:pt x="1000125" y="733425"/>
                </a:lnTo>
                <a:close/>
                <a:moveTo>
                  <a:pt x="1085850" y="723900"/>
                </a:moveTo>
                <a:lnTo>
                  <a:pt x="1095375" y="723900"/>
                </a:lnTo>
                <a:lnTo>
                  <a:pt x="1095375" y="742950"/>
                </a:lnTo>
                <a:lnTo>
                  <a:pt x="1104900" y="742950"/>
                </a:lnTo>
                <a:lnTo>
                  <a:pt x="1104900" y="723900"/>
                </a:lnTo>
                <a:lnTo>
                  <a:pt x="1123950" y="723900"/>
                </a:lnTo>
                <a:lnTo>
                  <a:pt x="1123950" y="752475"/>
                </a:lnTo>
                <a:lnTo>
                  <a:pt x="1114425" y="752475"/>
                </a:lnTo>
                <a:lnTo>
                  <a:pt x="1114425" y="762000"/>
                </a:lnTo>
                <a:lnTo>
                  <a:pt x="1095375" y="762000"/>
                </a:lnTo>
                <a:lnTo>
                  <a:pt x="1095375" y="752475"/>
                </a:lnTo>
                <a:lnTo>
                  <a:pt x="1085850" y="752475"/>
                </a:lnTo>
                <a:close/>
                <a:moveTo>
                  <a:pt x="1238250" y="723900"/>
                </a:moveTo>
                <a:lnTo>
                  <a:pt x="1257300" y="723900"/>
                </a:lnTo>
                <a:lnTo>
                  <a:pt x="1257300" y="733425"/>
                </a:lnTo>
                <a:lnTo>
                  <a:pt x="1238250" y="733425"/>
                </a:lnTo>
                <a:close/>
                <a:moveTo>
                  <a:pt x="1704975" y="723900"/>
                </a:moveTo>
                <a:lnTo>
                  <a:pt x="1714500" y="723900"/>
                </a:lnTo>
                <a:lnTo>
                  <a:pt x="1714500" y="742950"/>
                </a:lnTo>
                <a:lnTo>
                  <a:pt x="1704975" y="742950"/>
                </a:lnTo>
                <a:close/>
                <a:moveTo>
                  <a:pt x="638175" y="733425"/>
                </a:moveTo>
                <a:lnTo>
                  <a:pt x="657225" y="733425"/>
                </a:lnTo>
                <a:lnTo>
                  <a:pt x="657225" y="742950"/>
                </a:lnTo>
                <a:lnTo>
                  <a:pt x="638175" y="742950"/>
                </a:lnTo>
                <a:close/>
                <a:moveTo>
                  <a:pt x="819150" y="733425"/>
                </a:moveTo>
                <a:lnTo>
                  <a:pt x="828675" y="733425"/>
                </a:lnTo>
                <a:lnTo>
                  <a:pt x="828675" y="742950"/>
                </a:lnTo>
                <a:lnTo>
                  <a:pt x="819150" y="742950"/>
                </a:lnTo>
                <a:close/>
                <a:moveTo>
                  <a:pt x="571500" y="742950"/>
                </a:moveTo>
                <a:lnTo>
                  <a:pt x="590550" y="742950"/>
                </a:lnTo>
                <a:lnTo>
                  <a:pt x="590550" y="752475"/>
                </a:lnTo>
                <a:lnTo>
                  <a:pt x="571500" y="752475"/>
                </a:lnTo>
                <a:close/>
                <a:moveTo>
                  <a:pt x="190500" y="762000"/>
                </a:moveTo>
                <a:lnTo>
                  <a:pt x="200025" y="762000"/>
                </a:lnTo>
                <a:lnTo>
                  <a:pt x="200025" y="781050"/>
                </a:lnTo>
                <a:lnTo>
                  <a:pt x="190500" y="781050"/>
                </a:lnTo>
                <a:close/>
                <a:moveTo>
                  <a:pt x="1685925" y="771525"/>
                </a:moveTo>
                <a:lnTo>
                  <a:pt x="1714500" y="771525"/>
                </a:lnTo>
                <a:lnTo>
                  <a:pt x="1714500" y="781050"/>
                </a:lnTo>
                <a:lnTo>
                  <a:pt x="1685925" y="781050"/>
                </a:lnTo>
                <a:close/>
                <a:moveTo>
                  <a:pt x="1724025" y="771525"/>
                </a:moveTo>
                <a:lnTo>
                  <a:pt x="1733550" y="771525"/>
                </a:lnTo>
                <a:lnTo>
                  <a:pt x="1733550" y="781050"/>
                </a:lnTo>
                <a:lnTo>
                  <a:pt x="1724025" y="781050"/>
                </a:lnTo>
                <a:close/>
                <a:moveTo>
                  <a:pt x="885825" y="781050"/>
                </a:moveTo>
                <a:lnTo>
                  <a:pt x="904875" y="781050"/>
                </a:lnTo>
                <a:lnTo>
                  <a:pt x="904875" y="800100"/>
                </a:lnTo>
                <a:lnTo>
                  <a:pt x="876300" y="800100"/>
                </a:lnTo>
                <a:lnTo>
                  <a:pt x="876300" y="790575"/>
                </a:lnTo>
                <a:lnTo>
                  <a:pt x="885825" y="790575"/>
                </a:lnTo>
                <a:close/>
                <a:moveTo>
                  <a:pt x="914400" y="781050"/>
                </a:moveTo>
                <a:lnTo>
                  <a:pt x="923925" y="781050"/>
                </a:lnTo>
                <a:lnTo>
                  <a:pt x="923925" y="790575"/>
                </a:lnTo>
                <a:lnTo>
                  <a:pt x="914400" y="790575"/>
                </a:lnTo>
                <a:close/>
                <a:moveTo>
                  <a:pt x="952500" y="781050"/>
                </a:moveTo>
                <a:lnTo>
                  <a:pt x="962025" y="781050"/>
                </a:lnTo>
                <a:lnTo>
                  <a:pt x="962025" y="790575"/>
                </a:lnTo>
                <a:lnTo>
                  <a:pt x="952500" y="790575"/>
                </a:lnTo>
                <a:close/>
                <a:moveTo>
                  <a:pt x="828675" y="790575"/>
                </a:moveTo>
                <a:lnTo>
                  <a:pt x="838200" y="790575"/>
                </a:lnTo>
                <a:lnTo>
                  <a:pt x="838200" y="800100"/>
                </a:lnTo>
                <a:lnTo>
                  <a:pt x="828675" y="800100"/>
                </a:lnTo>
                <a:close/>
                <a:moveTo>
                  <a:pt x="962025" y="790575"/>
                </a:moveTo>
                <a:lnTo>
                  <a:pt x="981075" y="790575"/>
                </a:lnTo>
                <a:lnTo>
                  <a:pt x="981075" y="809625"/>
                </a:lnTo>
                <a:lnTo>
                  <a:pt x="990600" y="809625"/>
                </a:lnTo>
                <a:lnTo>
                  <a:pt x="990600" y="819150"/>
                </a:lnTo>
                <a:lnTo>
                  <a:pt x="933450" y="819150"/>
                </a:lnTo>
                <a:lnTo>
                  <a:pt x="933450" y="800100"/>
                </a:lnTo>
                <a:lnTo>
                  <a:pt x="962025" y="800100"/>
                </a:lnTo>
                <a:close/>
                <a:moveTo>
                  <a:pt x="219075" y="800100"/>
                </a:moveTo>
                <a:lnTo>
                  <a:pt x="228600" y="800100"/>
                </a:lnTo>
                <a:lnTo>
                  <a:pt x="228600" y="809625"/>
                </a:lnTo>
                <a:lnTo>
                  <a:pt x="219075" y="809625"/>
                </a:lnTo>
                <a:close/>
                <a:moveTo>
                  <a:pt x="495300" y="800100"/>
                </a:moveTo>
                <a:lnTo>
                  <a:pt x="523875" y="800100"/>
                </a:lnTo>
                <a:lnTo>
                  <a:pt x="523875" y="809625"/>
                </a:lnTo>
                <a:lnTo>
                  <a:pt x="495300" y="809625"/>
                </a:lnTo>
                <a:close/>
                <a:moveTo>
                  <a:pt x="561975" y="800100"/>
                </a:moveTo>
                <a:lnTo>
                  <a:pt x="590550" y="800100"/>
                </a:lnTo>
                <a:lnTo>
                  <a:pt x="590550" y="809625"/>
                </a:lnTo>
                <a:lnTo>
                  <a:pt x="619125" y="809625"/>
                </a:lnTo>
                <a:lnTo>
                  <a:pt x="619125" y="819150"/>
                </a:lnTo>
                <a:lnTo>
                  <a:pt x="628650" y="819150"/>
                </a:lnTo>
                <a:lnTo>
                  <a:pt x="628650" y="828675"/>
                </a:lnTo>
                <a:lnTo>
                  <a:pt x="590550" y="828675"/>
                </a:lnTo>
                <a:lnTo>
                  <a:pt x="590550" y="838200"/>
                </a:lnTo>
                <a:lnTo>
                  <a:pt x="581025" y="838200"/>
                </a:lnTo>
                <a:lnTo>
                  <a:pt x="581025" y="828675"/>
                </a:lnTo>
                <a:lnTo>
                  <a:pt x="561975" y="828675"/>
                </a:lnTo>
                <a:lnTo>
                  <a:pt x="561975" y="819150"/>
                </a:lnTo>
                <a:lnTo>
                  <a:pt x="552450" y="819150"/>
                </a:lnTo>
                <a:lnTo>
                  <a:pt x="552450" y="809625"/>
                </a:lnTo>
                <a:lnTo>
                  <a:pt x="561975" y="809625"/>
                </a:lnTo>
                <a:close/>
                <a:moveTo>
                  <a:pt x="762000" y="800100"/>
                </a:moveTo>
                <a:lnTo>
                  <a:pt x="781050" y="800100"/>
                </a:lnTo>
                <a:lnTo>
                  <a:pt x="781050" y="809625"/>
                </a:lnTo>
                <a:lnTo>
                  <a:pt x="771525" y="809625"/>
                </a:lnTo>
                <a:lnTo>
                  <a:pt x="771525" y="819150"/>
                </a:lnTo>
                <a:lnTo>
                  <a:pt x="762000" y="819150"/>
                </a:lnTo>
                <a:close/>
                <a:moveTo>
                  <a:pt x="809625" y="800100"/>
                </a:moveTo>
                <a:lnTo>
                  <a:pt x="828675" y="800100"/>
                </a:lnTo>
                <a:lnTo>
                  <a:pt x="828675" y="809625"/>
                </a:lnTo>
                <a:lnTo>
                  <a:pt x="809625" y="809625"/>
                </a:lnTo>
                <a:close/>
                <a:moveTo>
                  <a:pt x="1647825" y="800100"/>
                </a:moveTo>
                <a:lnTo>
                  <a:pt x="1657350" y="800100"/>
                </a:lnTo>
                <a:lnTo>
                  <a:pt x="1657350" y="819150"/>
                </a:lnTo>
                <a:lnTo>
                  <a:pt x="1638300" y="819150"/>
                </a:lnTo>
                <a:lnTo>
                  <a:pt x="1638300" y="809625"/>
                </a:lnTo>
                <a:lnTo>
                  <a:pt x="1647825" y="809625"/>
                </a:lnTo>
                <a:close/>
                <a:moveTo>
                  <a:pt x="323850" y="809625"/>
                </a:moveTo>
                <a:lnTo>
                  <a:pt x="333375" y="809625"/>
                </a:lnTo>
                <a:lnTo>
                  <a:pt x="333375" y="819150"/>
                </a:lnTo>
                <a:lnTo>
                  <a:pt x="323850" y="819150"/>
                </a:lnTo>
                <a:close/>
                <a:moveTo>
                  <a:pt x="409575" y="809625"/>
                </a:moveTo>
                <a:lnTo>
                  <a:pt x="419100" y="809625"/>
                </a:lnTo>
                <a:lnTo>
                  <a:pt x="419100" y="828675"/>
                </a:lnTo>
                <a:lnTo>
                  <a:pt x="409575" y="828675"/>
                </a:lnTo>
                <a:close/>
                <a:moveTo>
                  <a:pt x="876300" y="809625"/>
                </a:moveTo>
                <a:lnTo>
                  <a:pt x="923925" y="809625"/>
                </a:lnTo>
                <a:lnTo>
                  <a:pt x="923925" y="819150"/>
                </a:lnTo>
                <a:lnTo>
                  <a:pt x="876300" y="819150"/>
                </a:lnTo>
                <a:close/>
                <a:moveTo>
                  <a:pt x="1104900" y="809625"/>
                </a:moveTo>
                <a:lnTo>
                  <a:pt x="1114425" y="809625"/>
                </a:lnTo>
                <a:lnTo>
                  <a:pt x="1114425" y="819150"/>
                </a:lnTo>
                <a:lnTo>
                  <a:pt x="1104900" y="819150"/>
                </a:lnTo>
                <a:close/>
                <a:moveTo>
                  <a:pt x="923925" y="838200"/>
                </a:moveTo>
                <a:lnTo>
                  <a:pt x="942975" y="838200"/>
                </a:lnTo>
                <a:lnTo>
                  <a:pt x="942975" y="857250"/>
                </a:lnTo>
                <a:lnTo>
                  <a:pt x="933450" y="857250"/>
                </a:lnTo>
                <a:lnTo>
                  <a:pt x="933450" y="847725"/>
                </a:lnTo>
                <a:lnTo>
                  <a:pt x="923925" y="847725"/>
                </a:lnTo>
                <a:close/>
                <a:moveTo>
                  <a:pt x="1076325" y="838200"/>
                </a:moveTo>
                <a:lnTo>
                  <a:pt x="1095375" y="838200"/>
                </a:lnTo>
                <a:lnTo>
                  <a:pt x="1095375" y="847725"/>
                </a:lnTo>
                <a:lnTo>
                  <a:pt x="1076325" y="847725"/>
                </a:lnTo>
                <a:close/>
                <a:moveTo>
                  <a:pt x="1628775" y="838200"/>
                </a:moveTo>
                <a:lnTo>
                  <a:pt x="1638300" y="838200"/>
                </a:lnTo>
                <a:lnTo>
                  <a:pt x="1638300" y="847725"/>
                </a:lnTo>
                <a:lnTo>
                  <a:pt x="1628775" y="847725"/>
                </a:lnTo>
                <a:close/>
                <a:moveTo>
                  <a:pt x="771525" y="847725"/>
                </a:moveTo>
                <a:lnTo>
                  <a:pt x="781050" y="847725"/>
                </a:lnTo>
                <a:lnTo>
                  <a:pt x="781050" y="857250"/>
                </a:lnTo>
                <a:lnTo>
                  <a:pt x="771525" y="857250"/>
                </a:lnTo>
                <a:close/>
                <a:moveTo>
                  <a:pt x="847725" y="847725"/>
                </a:moveTo>
                <a:lnTo>
                  <a:pt x="914400" y="847725"/>
                </a:lnTo>
                <a:lnTo>
                  <a:pt x="914400" y="857250"/>
                </a:lnTo>
                <a:lnTo>
                  <a:pt x="847725" y="857250"/>
                </a:lnTo>
                <a:close/>
                <a:moveTo>
                  <a:pt x="952500" y="847725"/>
                </a:moveTo>
                <a:lnTo>
                  <a:pt x="962025" y="847725"/>
                </a:lnTo>
                <a:lnTo>
                  <a:pt x="962025" y="857250"/>
                </a:lnTo>
                <a:lnTo>
                  <a:pt x="952500" y="857250"/>
                </a:lnTo>
                <a:close/>
                <a:moveTo>
                  <a:pt x="1695450" y="847725"/>
                </a:moveTo>
                <a:lnTo>
                  <a:pt x="1714500" y="847725"/>
                </a:lnTo>
                <a:lnTo>
                  <a:pt x="1714500" y="857250"/>
                </a:lnTo>
                <a:lnTo>
                  <a:pt x="1695450" y="857250"/>
                </a:lnTo>
                <a:close/>
                <a:moveTo>
                  <a:pt x="1143000" y="857250"/>
                </a:moveTo>
                <a:lnTo>
                  <a:pt x="1162050" y="857250"/>
                </a:lnTo>
                <a:lnTo>
                  <a:pt x="1162050" y="866775"/>
                </a:lnTo>
                <a:lnTo>
                  <a:pt x="1143000" y="866775"/>
                </a:lnTo>
                <a:close/>
                <a:moveTo>
                  <a:pt x="1209675" y="857250"/>
                </a:moveTo>
                <a:lnTo>
                  <a:pt x="1219200" y="857250"/>
                </a:lnTo>
                <a:lnTo>
                  <a:pt x="1219200" y="866775"/>
                </a:lnTo>
                <a:lnTo>
                  <a:pt x="1209675" y="866775"/>
                </a:lnTo>
                <a:close/>
                <a:moveTo>
                  <a:pt x="771525" y="866775"/>
                </a:moveTo>
                <a:lnTo>
                  <a:pt x="781050" y="866775"/>
                </a:lnTo>
                <a:lnTo>
                  <a:pt x="781050" y="895350"/>
                </a:lnTo>
                <a:lnTo>
                  <a:pt x="771525" y="895350"/>
                </a:lnTo>
                <a:lnTo>
                  <a:pt x="771525" y="885825"/>
                </a:lnTo>
                <a:lnTo>
                  <a:pt x="762000" y="885825"/>
                </a:lnTo>
                <a:lnTo>
                  <a:pt x="762000" y="876300"/>
                </a:lnTo>
                <a:lnTo>
                  <a:pt x="771525" y="876300"/>
                </a:lnTo>
                <a:close/>
                <a:moveTo>
                  <a:pt x="1009650" y="866775"/>
                </a:moveTo>
                <a:lnTo>
                  <a:pt x="1019175" y="866775"/>
                </a:lnTo>
                <a:lnTo>
                  <a:pt x="1019175" y="876300"/>
                </a:lnTo>
                <a:lnTo>
                  <a:pt x="1028700" y="876300"/>
                </a:lnTo>
                <a:lnTo>
                  <a:pt x="1028700" y="885825"/>
                </a:lnTo>
                <a:lnTo>
                  <a:pt x="1009650" y="885825"/>
                </a:lnTo>
                <a:close/>
                <a:moveTo>
                  <a:pt x="838200" y="885825"/>
                </a:moveTo>
                <a:lnTo>
                  <a:pt x="847725" y="885825"/>
                </a:lnTo>
                <a:lnTo>
                  <a:pt x="847725" y="895350"/>
                </a:lnTo>
                <a:lnTo>
                  <a:pt x="838200" y="895350"/>
                </a:lnTo>
                <a:close/>
                <a:moveTo>
                  <a:pt x="638175" y="904875"/>
                </a:moveTo>
                <a:lnTo>
                  <a:pt x="666750" y="904875"/>
                </a:lnTo>
                <a:lnTo>
                  <a:pt x="666750" y="914400"/>
                </a:lnTo>
                <a:lnTo>
                  <a:pt x="638175" y="914400"/>
                </a:lnTo>
                <a:close/>
                <a:moveTo>
                  <a:pt x="733425" y="904875"/>
                </a:moveTo>
                <a:lnTo>
                  <a:pt x="762000" y="904875"/>
                </a:lnTo>
                <a:lnTo>
                  <a:pt x="762000" y="914400"/>
                </a:lnTo>
                <a:lnTo>
                  <a:pt x="733425" y="914400"/>
                </a:lnTo>
                <a:close/>
                <a:moveTo>
                  <a:pt x="800100" y="904875"/>
                </a:moveTo>
                <a:lnTo>
                  <a:pt x="809625" y="904875"/>
                </a:lnTo>
                <a:lnTo>
                  <a:pt x="809625" y="923925"/>
                </a:lnTo>
                <a:lnTo>
                  <a:pt x="800100" y="923925"/>
                </a:lnTo>
                <a:close/>
                <a:moveTo>
                  <a:pt x="838200" y="904875"/>
                </a:moveTo>
                <a:lnTo>
                  <a:pt x="847725" y="904875"/>
                </a:lnTo>
                <a:lnTo>
                  <a:pt x="847725" y="914400"/>
                </a:lnTo>
                <a:lnTo>
                  <a:pt x="838200" y="914400"/>
                </a:lnTo>
                <a:close/>
                <a:moveTo>
                  <a:pt x="1562100" y="904875"/>
                </a:moveTo>
                <a:lnTo>
                  <a:pt x="1571625" y="904875"/>
                </a:lnTo>
                <a:lnTo>
                  <a:pt x="1571625" y="914400"/>
                </a:lnTo>
                <a:lnTo>
                  <a:pt x="1581150" y="914400"/>
                </a:lnTo>
                <a:lnTo>
                  <a:pt x="1581150" y="923925"/>
                </a:lnTo>
                <a:lnTo>
                  <a:pt x="1571625" y="923925"/>
                </a:lnTo>
                <a:lnTo>
                  <a:pt x="1571625" y="933450"/>
                </a:lnTo>
                <a:lnTo>
                  <a:pt x="1562100" y="933450"/>
                </a:lnTo>
                <a:lnTo>
                  <a:pt x="1562100" y="923925"/>
                </a:lnTo>
                <a:lnTo>
                  <a:pt x="1552575" y="923925"/>
                </a:lnTo>
                <a:lnTo>
                  <a:pt x="1552575" y="914400"/>
                </a:lnTo>
                <a:lnTo>
                  <a:pt x="1562100" y="914400"/>
                </a:lnTo>
                <a:close/>
                <a:moveTo>
                  <a:pt x="228600" y="914400"/>
                </a:moveTo>
                <a:lnTo>
                  <a:pt x="247650" y="914400"/>
                </a:lnTo>
                <a:lnTo>
                  <a:pt x="247650" y="923925"/>
                </a:lnTo>
                <a:lnTo>
                  <a:pt x="228600" y="923925"/>
                </a:lnTo>
                <a:close/>
                <a:moveTo>
                  <a:pt x="323850" y="914400"/>
                </a:moveTo>
                <a:lnTo>
                  <a:pt x="333375" y="914400"/>
                </a:lnTo>
                <a:lnTo>
                  <a:pt x="333375" y="923925"/>
                </a:lnTo>
                <a:lnTo>
                  <a:pt x="323850" y="923925"/>
                </a:lnTo>
                <a:close/>
                <a:moveTo>
                  <a:pt x="523875" y="914400"/>
                </a:moveTo>
                <a:lnTo>
                  <a:pt x="533400" y="914400"/>
                </a:lnTo>
                <a:lnTo>
                  <a:pt x="533400" y="923925"/>
                </a:lnTo>
                <a:lnTo>
                  <a:pt x="523875" y="923925"/>
                </a:lnTo>
                <a:close/>
                <a:moveTo>
                  <a:pt x="1066800" y="914400"/>
                </a:moveTo>
                <a:lnTo>
                  <a:pt x="1076325" y="914400"/>
                </a:lnTo>
                <a:lnTo>
                  <a:pt x="1076325" y="923925"/>
                </a:lnTo>
                <a:lnTo>
                  <a:pt x="1066800" y="923925"/>
                </a:lnTo>
                <a:close/>
                <a:moveTo>
                  <a:pt x="1200150" y="914400"/>
                </a:moveTo>
                <a:lnTo>
                  <a:pt x="1219200" y="914400"/>
                </a:lnTo>
                <a:lnTo>
                  <a:pt x="1219200" y="923925"/>
                </a:lnTo>
                <a:lnTo>
                  <a:pt x="1200150" y="923925"/>
                </a:lnTo>
                <a:close/>
                <a:moveTo>
                  <a:pt x="333375" y="923925"/>
                </a:moveTo>
                <a:lnTo>
                  <a:pt x="342900" y="923925"/>
                </a:lnTo>
                <a:lnTo>
                  <a:pt x="342900" y="942975"/>
                </a:lnTo>
                <a:lnTo>
                  <a:pt x="314325" y="942975"/>
                </a:lnTo>
                <a:lnTo>
                  <a:pt x="314325" y="933450"/>
                </a:lnTo>
                <a:lnTo>
                  <a:pt x="333375" y="933450"/>
                </a:lnTo>
                <a:close/>
                <a:moveTo>
                  <a:pt x="657225" y="923925"/>
                </a:moveTo>
                <a:lnTo>
                  <a:pt x="666750" y="923925"/>
                </a:lnTo>
                <a:lnTo>
                  <a:pt x="666750" y="933450"/>
                </a:lnTo>
                <a:lnTo>
                  <a:pt x="657225" y="933450"/>
                </a:lnTo>
                <a:close/>
                <a:moveTo>
                  <a:pt x="723900" y="923925"/>
                </a:moveTo>
                <a:lnTo>
                  <a:pt x="742950" y="923925"/>
                </a:lnTo>
                <a:lnTo>
                  <a:pt x="742950" y="933450"/>
                </a:lnTo>
                <a:lnTo>
                  <a:pt x="723900" y="933450"/>
                </a:lnTo>
                <a:close/>
                <a:moveTo>
                  <a:pt x="819150" y="923925"/>
                </a:moveTo>
                <a:lnTo>
                  <a:pt x="828675" y="923925"/>
                </a:lnTo>
                <a:lnTo>
                  <a:pt x="828675" y="933450"/>
                </a:lnTo>
                <a:lnTo>
                  <a:pt x="819150" y="933450"/>
                </a:lnTo>
                <a:close/>
                <a:moveTo>
                  <a:pt x="876300" y="923925"/>
                </a:moveTo>
                <a:lnTo>
                  <a:pt x="885825" y="923925"/>
                </a:lnTo>
                <a:lnTo>
                  <a:pt x="885825" y="933450"/>
                </a:lnTo>
                <a:lnTo>
                  <a:pt x="876300" y="933450"/>
                </a:lnTo>
                <a:close/>
                <a:moveTo>
                  <a:pt x="1190625" y="923925"/>
                </a:moveTo>
                <a:lnTo>
                  <a:pt x="1200150" y="923925"/>
                </a:lnTo>
                <a:lnTo>
                  <a:pt x="1200150" y="933450"/>
                </a:lnTo>
                <a:lnTo>
                  <a:pt x="1190625" y="933450"/>
                </a:lnTo>
                <a:close/>
                <a:moveTo>
                  <a:pt x="1628775" y="933450"/>
                </a:moveTo>
                <a:lnTo>
                  <a:pt x="1638300" y="933450"/>
                </a:lnTo>
                <a:lnTo>
                  <a:pt x="1638300" y="942975"/>
                </a:lnTo>
                <a:lnTo>
                  <a:pt x="1628775" y="942975"/>
                </a:lnTo>
                <a:close/>
                <a:moveTo>
                  <a:pt x="1133475" y="942975"/>
                </a:moveTo>
                <a:lnTo>
                  <a:pt x="1143000" y="942975"/>
                </a:lnTo>
                <a:lnTo>
                  <a:pt x="1143000" y="952500"/>
                </a:lnTo>
                <a:lnTo>
                  <a:pt x="1133475" y="952500"/>
                </a:lnTo>
                <a:close/>
                <a:moveTo>
                  <a:pt x="1524000" y="942975"/>
                </a:moveTo>
                <a:lnTo>
                  <a:pt x="1543050" y="942975"/>
                </a:lnTo>
                <a:lnTo>
                  <a:pt x="1543050" y="952500"/>
                </a:lnTo>
                <a:lnTo>
                  <a:pt x="1524000" y="952500"/>
                </a:lnTo>
                <a:close/>
                <a:moveTo>
                  <a:pt x="838200" y="962025"/>
                </a:moveTo>
                <a:lnTo>
                  <a:pt x="866775" y="962025"/>
                </a:lnTo>
                <a:lnTo>
                  <a:pt x="866775" y="971550"/>
                </a:lnTo>
                <a:lnTo>
                  <a:pt x="838200" y="971550"/>
                </a:lnTo>
                <a:close/>
                <a:moveTo>
                  <a:pt x="219075" y="971550"/>
                </a:moveTo>
                <a:lnTo>
                  <a:pt x="228600" y="971550"/>
                </a:lnTo>
                <a:lnTo>
                  <a:pt x="228600" y="1000125"/>
                </a:lnTo>
                <a:lnTo>
                  <a:pt x="219075" y="1000125"/>
                </a:lnTo>
                <a:close/>
                <a:moveTo>
                  <a:pt x="238125" y="971550"/>
                </a:moveTo>
                <a:lnTo>
                  <a:pt x="247650" y="971550"/>
                </a:lnTo>
                <a:lnTo>
                  <a:pt x="247650" y="981075"/>
                </a:lnTo>
                <a:lnTo>
                  <a:pt x="238125" y="981075"/>
                </a:lnTo>
                <a:close/>
                <a:moveTo>
                  <a:pt x="485775" y="971550"/>
                </a:moveTo>
                <a:lnTo>
                  <a:pt x="561975" y="971550"/>
                </a:lnTo>
                <a:lnTo>
                  <a:pt x="561975" y="981075"/>
                </a:lnTo>
                <a:lnTo>
                  <a:pt x="485775" y="981075"/>
                </a:lnTo>
                <a:close/>
                <a:moveTo>
                  <a:pt x="600075" y="971550"/>
                </a:moveTo>
                <a:lnTo>
                  <a:pt x="619125" y="971550"/>
                </a:lnTo>
                <a:lnTo>
                  <a:pt x="619125" y="981075"/>
                </a:lnTo>
                <a:lnTo>
                  <a:pt x="600075" y="981075"/>
                </a:lnTo>
                <a:close/>
                <a:moveTo>
                  <a:pt x="752475" y="971550"/>
                </a:moveTo>
                <a:lnTo>
                  <a:pt x="771525" y="971550"/>
                </a:lnTo>
                <a:lnTo>
                  <a:pt x="771525" y="981075"/>
                </a:lnTo>
                <a:lnTo>
                  <a:pt x="752475" y="981075"/>
                </a:lnTo>
                <a:close/>
                <a:moveTo>
                  <a:pt x="1323975" y="971550"/>
                </a:moveTo>
                <a:lnTo>
                  <a:pt x="1333500" y="971550"/>
                </a:lnTo>
                <a:lnTo>
                  <a:pt x="1333500" y="981075"/>
                </a:lnTo>
                <a:lnTo>
                  <a:pt x="1323975" y="981075"/>
                </a:lnTo>
                <a:close/>
                <a:moveTo>
                  <a:pt x="1371600" y="971550"/>
                </a:moveTo>
                <a:lnTo>
                  <a:pt x="1400175" y="971550"/>
                </a:lnTo>
                <a:lnTo>
                  <a:pt x="1400175" y="981075"/>
                </a:lnTo>
                <a:lnTo>
                  <a:pt x="1371600" y="981075"/>
                </a:lnTo>
                <a:close/>
                <a:moveTo>
                  <a:pt x="1447800" y="971550"/>
                </a:moveTo>
                <a:lnTo>
                  <a:pt x="1466850" y="971550"/>
                </a:lnTo>
                <a:lnTo>
                  <a:pt x="1466850" y="981075"/>
                </a:lnTo>
                <a:lnTo>
                  <a:pt x="1447800" y="981075"/>
                </a:lnTo>
                <a:close/>
                <a:moveTo>
                  <a:pt x="1543050" y="971550"/>
                </a:moveTo>
                <a:lnTo>
                  <a:pt x="1590675" y="971550"/>
                </a:lnTo>
                <a:lnTo>
                  <a:pt x="1590675" y="981075"/>
                </a:lnTo>
                <a:lnTo>
                  <a:pt x="1571625" y="981075"/>
                </a:lnTo>
                <a:lnTo>
                  <a:pt x="1571625" y="990600"/>
                </a:lnTo>
                <a:lnTo>
                  <a:pt x="1562100" y="990600"/>
                </a:lnTo>
                <a:lnTo>
                  <a:pt x="1562100" y="981075"/>
                </a:lnTo>
                <a:lnTo>
                  <a:pt x="1543050" y="981075"/>
                </a:lnTo>
                <a:close/>
                <a:moveTo>
                  <a:pt x="257175" y="981075"/>
                </a:moveTo>
                <a:lnTo>
                  <a:pt x="266700" y="981075"/>
                </a:lnTo>
                <a:lnTo>
                  <a:pt x="266700" y="990600"/>
                </a:lnTo>
                <a:lnTo>
                  <a:pt x="257175" y="990600"/>
                </a:lnTo>
                <a:close/>
                <a:moveTo>
                  <a:pt x="466725" y="981075"/>
                </a:moveTo>
                <a:lnTo>
                  <a:pt x="476250" y="981075"/>
                </a:lnTo>
                <a:lnTo>
                  <a:pt x="476250" y="990600"/>
                </a:lnTo>
                <a:lnTo>
                  <a:pt x="466725" y="990600"/>
                </a:lnTo>
                <a:close/>
                <a:moveTo>
                  <a:pt x="895350" y="981075"/>
                </a:moveTo>
                <a:lnTo>
                  <a:pt x="923925" y="981075"/>
                </a:lnTo>
                <a:lnTo>
                  <a:pt x="923925" y="1000125"/>
                </a:lnTo>
                <a:lnTo>
                  <a:pt x="895350" y="1000125"/>
                </a:lnTo>
                <a:close/>
                <a:moveTo>
                  <a:pt x="447675" y="990600"/>
                </a:moveTo>
                <a:lnTo>
                  <a:pt x="457200" y="990600"/>
                </a:lnTo>
                <a:lnTo>
                  <a:pt x="457200" y="1000125"/>
                </a:lnTo>
                <a:lnTo>
                  <a:pt x="447675" y="1000125"/>
                </a:lnTo>
                <a:close/>
                <a:moveTo>
                  <a:pt x="819150" y="990600"/>
                </a:moveTo>
                <a:lnTo>
                  <a:pt x="828675" y="990600"/>
                </a:lnTo>
                <a:lnTo>
                  <a:pt x="828675" y="1000125"/>
                </a:lnTo>
                <a:lnTo>
                  <a:pt x="819150" y="1000125"/>
                </a:lnTo>
                <a:close/>
                <a:moveTo>
                  <a:pt x="276225" y="1000125"/>
                </a:moveTo>
                <a:lnTo>
                  <a:pt x="295275" y="1000125"/>
                </a:lnTo>
                <a:lnTo>
                  <a:pt x="295275" y="1009650"/>
                </a:lnTo>
                <a:lnTo>
                  <a:pt x="276225" y="1009650"/>
                </a:lnTo>
                <a:close/>
                <a:moveTo>
                  <a:pt x="438150" y="1009650"/>
                </a:moveTo>
                <a:lnTo>
                  <a:pt x="447675" y="1009650"/>
                </a:lnTo>
                <a:lnTo>
                  <a:pt x="447675" y="1019175"/>
                </a:lnTo>
                <a:lnTo>
                  <a:pt x="438150" y="1019175"/>
                </a:lnTo>
                <a:close/>
                <a:moveTo>
                  <a:pt x="381000" y="1019175"/>
                </a:moveTo>
                <a:lnTo>
                  <a:pt x="419100" y="1019175"/>
                </a:lnTo>
                <a:lnTo>
                  <a:pt x="419100" y="1028700"/>
                </a:lnTo>
                <a:lnTo>
                  <a:pt x="409575" y="1028700"/>
                </a:lnTo>
                <a:lnTo>
                  <a:pt x="409575" y="1047750"/>
                </a:lnTo>
                <a:lnTo>
                  <a:pt x="400050" y="1047750"/>
                </a:lnTo>
                <a:lnTo>
                  <a:pt x="400050" y="1057275"/>
                </a:lnTo>
                <a:lnTo>
                  <a:pt x="371475" y="1057275"/>
                </a:lnTo>
                <a:lnTo>
                  <a:pt x="371475" y="1047750"/>
                </a:lnTo>
                <a:lnTo>
                  <a:pt x="381000" y="1047750"/>
                </a:lnTo>
                <a:close/>
                <a:moveTo>
                  <a:pt x="561975" y="1019175"/>
                </a:moveTo>
                <a:lnTo>
                  <a:pt x="571500" y="1019175"/>
                </a:lnTo>
                <a:lnTo>
                  <a:pt x="571500" y="1028700"/>
                </a:lnTo>
                <a:lnTo>
                  <a:pt x="561975" y="1028700"/>
                </a:lnTo>
                <a:close/>
                <a:moveTo>
                  <a:pt x="314325" y="1028700"/>
                </a:moveTo>
                <a:lnTo>
                  <a:pt x="333375" y="1028700"/>
                </a:lnTo>
                <a:lnTo>
                  <a:pt x="333375" y="1038225"/>
                </a:lnTo>
                <a:lnTo>
                  <a:pt x="314325" y="1038225"/>
                </a:lnTo>
                <a:close/>
                <a:moveTo>
                  <a:pt x="1562100" y="1028700"/>
                </a:moveTo>
                <a:lnTo>
                  <a:pt x="1571625" y="1028700"/>
                </a:lnTo>
                <a:lnTo>
                  <a:pt x="1571625" y="1038225"/>
                </a:lnTo>
                <a:lnTo>
                  <a:pt x="1562100" y="1038225"/>
                </a:lnTo>
                <a:close/>
                <a:moveTo>
                  <a:pt x="1581150" y="1028700"/>
                </a:moveTo>
                <a:lnTo>
                  <a:pt x="1590675" y="1028700"/>
                </a:lnTo>
                <a:lnTo>
                  <a:pt x="1590675" y="1047750"/>
                </a:lnTo>
                <a:lnTo>
                  <a:pt x="1581150" y="1047750"/>
                </a:lnTo>
                <a:close/>
                <a:moveTo>
                  <a:pt x="1619250" y="1028700"/>
                </a:moveTo>
                <a:lnTo>
                  <a:pt x="1628775" y="1028700"/>
                </a:lnTo>
                <a:lnTo>
                  <a:pt x="1628775" y="1038225"/>
                </a:lnTo>
                <a:lnTo>
                  <a:pt x="1619250" y="1038225"/>
                </a:lnTo>
                <a:close/>
                <a:moveTo>
                  <a:pt x="333375" y="1038225"/>
                </a:moveTo>
                <a:lnTo>
                  <a:pt x="352425" y="1038225"/>
                </a:lnTo>
                <a:lnTo>
                  <a:pt x="352425" y="1047750"/>
                </a:lnTo>
                <a:lnTo>
                  <a:pt x="333375" y="1047750"/>
                </a:lnTo>
                <a:close/>
                <a:moveTo>
                  <a:pt x="285750" y="1047750"/>
                </a:moveTo>
                <a:lnTo>
                  <a:pt x="295275" y="1047750"/>
                </a:lnTo>
                <a:lnTo>
                  <a:pt x="295275" y="1057275"/>
                </a:lnTo>
                <a:lnTo>
                  <a:pt x="285750" y="1057275"/>
                </a:lnTo>
                <a:close/>
                <a:moveTo>
                  <a:pt x="409575" y="1047750"/>
                </a:moveTo>
                <a:lnTo>
                  <a:pt x="428625" y="1047750"/>
                </a:lnTo>
                <a:lnTo>
                  <a:pt x="428625" y="1057275"/>
                </a:lnTo>
                <a:lnTo>
                  <a:pt x="409575" y="1057275"/>
                </a:lnTo>
                <a:close/>
                <a:moveTo>
                  <a:pt x="752475" y="1047750"/>
                </a:moveTo>
                <a:lnTo>
                  <a:pt x="762000" y="1047750"/>
                </a:lnTo>
                <a:lnTo>
                  <a:pt x="762000" y="1066800"/>
                </a:lnTo>
                <a:lnTo>
                  <a:pt x="790575" y="1066800"/>
                </a:lnTo>
                <a:lnTo>
                  <a:pt x="790575" y="1057275"/>
                </a:lnTo>
                <a:lnTo>
                  <a:pt x="771525" y="1057275"/>
                </a:lnTo>
                <a:lnTo>
                  <a:pt x="771525" y="1047750"/>
                </a:lnTo>
                <a:lnTo>
                  <a:pt x="790575" y="1047750"/>
                </a:lnTo>
                <a:lnTo>
                  <a:pt x="790575" y="1057275"/>
                </a:lnTo>
                <a:lnTo>
                  <a:pt x="800100" y="1057275"/>
                </a:lnTo>
                <a:lnTo>
                  <a:pt x="800100" y="1066800"/>
                </a:lnTo>
                <a:lnTo>
                  <a:pt x="790575" y="1066800"/>
                </a:lnTo>
                <a:lnTo>
                  <a:pt x="790575" y="1076325"/>
                </a:lnTo>
                <a:lnTo>
                  <a:pt x="771525" y="1076325"/>
                </a:lnTo>
                <a:lnTo>
                  <a:pt x="771525" y="1085850"/>
                </a:lnTo>
                <a:lnTo>
                  <a:pt x="752475" y="1085850"/>
                </a:lnTo>
                <a:close/>
                <a:moveTo>
                  <a:pt x="1476375" y="1047750"/>
                </a:moveTo>
                <a:lnTo>
                  <a:pt x="1485900" y="1047750"/>
                </a:lnTo>
                <a:lnTo>
                  <a:pt x="1485900" y="1057275"/>
                </a:lnTo>
                <a:lnTo>
                  <a:pt x="1476375" y="1057275"/>
                </a:lnTo>
                <a:close/>
                <a:moveTo>
                  <a:pt x="209550" y="1057275"/>
                </a:moveTo>
                <a:lnTo>
                  <a:pt x="219075" y="1057275"/>
                </a:lnTo>
                <a:lnTo>
                  <a:pt x="219075" y="1066800"/>
                </a:lnTo>
                <a:lnTo>
                  <a:pt x="209550" y="1066800"/>
                </a:lnTo>
                <a:close/>
                <a:moveTo>
                  <a:pt x="295275" y="1057275"/>
                </a:moveTo>
                <a:lnTo>
                  <a:pt x="304800" y="1057275"/>
                </a:lnTo>
                <a:lnTo>
                  <a:pt x="304800" y="1066800"/>
                </a:lnTo>
                <a:lnTo>
                  <a:pt x="295275" y="1066800"/>
                </a:lnTo>
                <a:close/>
                <a:moveTo>
                  <a:pt x="400050" y="1057275"/>
                </a:moveTo>
                <a:lnTo>
                  <a:pt x="409575" y="1057275"/>
                </a:lnTo>
                <a:lnTo>
                  <a:pt x="409575" y="1066800"/>
                </a:lnTo>
                <a:lnTo>
                  <a:pt x="400050" y="1066800"/>
                </a:lnTo>
                <a:close/>
                <a:moveTo>
                  <a:pt x="1047750" y="1057275"/>
                </a:moveTo>
                <a:lnTo>
                  <a:pt x="1076325" y="1057275"/>
                </a:lnTo>
                <a:lnTo>
                  <a:pt x="1076325" y="1066800"/>
                </a:lnTo>
                <a:lnTo>
                  <a:pt x="1104900" y="1066800"/>
                </a:lnTo>
                <a:lnTo>
                  <a:pt x="1104900" y="1076325"/>
                </a:lnTo>
                <a:lnTo>
                  <a:pt x="1162050" y="1076325"/>
                </a:lnTo>
                <a:lnTo>
                  <a:pt x="1162050" y="1085850"/>
                </a:lnTo>
                <a:lnTo>
                  <a:pt x="1047750" y="1085850"/>
                </a:lnTo>
                <a:close/>
                <a:moveTo>
                  <a:pt x="1171575" y="1057275"/>
                </a:moveTo>
                <a:lnTo>
                  <a:pt x="1181100" y="1057275"/>
                </a:lnTo>
                <a:lnTo>
                  <a:pt x="1181100" y="1066800"/>
                </a:lnTo>
                <a:lnTo>
                  <a:pt x="1200150" y="1066800"/>
                </a:lnTo>
                <a:lnTo>
                  <a:pt x="1200150" y="1085850"/>
                </a:lnTo>
                <a:lnTo>
                  <a:pt x="1190625" y="1085850"/>
                </a:lnTo>
                <a:lnTo>
                  <a:pt x="1190625" y="1076325"/>
                </a:lnTo>
                <a:lnTo>
                  <a:pt x="1181100" y="1076325"/>
                </a:lnTo>
                <a:lnTo>
                  <a:pt x="1181100" y="1085850"/>
                </a:lnTo>
                <a:lnTo>
                  <a:pt x="1171575" y="1085850"/>
                </a:lnTo>
                <a:close/>
                <a:moveTo>
                  <a:pt x="1533525" y="1057275"/>
                </a:moveTo>
                <a:lnTo>
                  <a:pt x="1552575" y="1057275"/>
                </a:lnTo>
                <a:lnTo>
                  <a:pt x="1552575" y="1066800"/>
                </a:lnTo>
                <a:lnTo>
                  <a:pt x="1543050" y="1066800"/>
                </a:lnTo>
                <a:lnTo>
                  <a:pt x="1543050" y="1076325"/>
                </a:lnTo>
                <a:lnTo>
                  <a:pt x="1533525" y="1076325"/>
                </a:lnTo>
                <a:close/>
                <a:moveTo>
                  <a:pt x="1581150" y="1057275"/>
                </a:moveTo>
                <a:lnTo>
                  <a:pt x="1590675" y="1057275"/>
                </a:lnTo>
                <a:lnTo>
                  <a:pt x="1590675" y="1066800"/>
                </a:lnTo>
                <a:lnTo>
                  <a:pt x="1581150" y="1066800"/>
                </a:lnTo>
                <a:close/>
                <a:moveTo>
                  <a:pt x="990600" y="1066800"/>
                </a:moveTo>
                <a:lnTo>
                  <a:pt x="1019175" y="1066800"/>
                </a:lnTo>
                <a:lnTo>
                  <a:pt x="1019175" y="1076325"/>
                </a:lnTo>
                <a:lnTo>
                  <a:pt x="990600" y="1076325"/>
                </a:lnTo>
                <a:close/>
                <a:moveTo>
                  <a:pt x="1276350" y="1066800"/>
                </a:moveTo>
                <a:lnTo>
                  <a:pt x="1304925" y="1066800"/>
                </a:lnTo>
                <a:lnTo>
                  <a:pt x="1304925" y="1076325"/>
                </a:lnTo>
                <a:lnTo>
                  <a:pt x="1276350" y="1076325"/>
                </a:lnTo>
                <a:close/>
                <a:moveTo>
                  <a:pt x="1438275" y="1066800"/>
                </a:moveTo>
                <a:lnTo>
                  <a:pt x="1447800" y="1066800"/>
                </a:lnTo>
                <a:lnTo>
                  <a:pt x="1447800" y="1076325"/>
                </a:lnTo>
                <a:lnTo>
                  <a:pt x="1438275" y="1076325"/>
                </a:lnTo>
                <a:close/>
                <a:moveTo>
                  <a:pt x="1457325" y="1066800"/>
                </a:moveTo>
                <a:lnTo>
                  <a:pt x="1466850" y="1066800"/>
                </a:lnTo>
                <a:lnTo>
                  <a:pt x="1466850" y="1076325"/>
                </a:lnTo>
                <a:lnTo>
                  <a:pt x="1457325" y="1076325"/>
                </a:lnTo>
                <a:close/>
                <a:moveTo>
                  <a:pt x="1562100" y="1066800"/>
                </a:moveTo>
                <a:lnTo>
                  <a:pt x="1581150" y="1066800"/>
                </a:lnTo>
                <a:lnTo>
                  <a:pt x="1581150" y="1076325"/>
                </a:lnTo>
                <a:lnTo>
                  <a:pt x="1562100" y="1076325"/>
                </a:lnTo>
                <a:close/>
                <a:moveTo>
                  <a:pt x="504825" y="1076325"/>
                </a:moveTo>
                <a:lnTo>
                  <a:pt x="542925" y="1076325"/>
                </a:lnTo>
                <a:lnTo>
                  <a:pt x="542925" y="1085850"/>
                </a:lnTo>
                <a:lnTo>
                  <a:pt x="504825" y="1085850"/>
                </a:lnTo>
                <a:close/>
                <a:moveTo>
                  <a:pt x="571500" y="1076325"/>
                </a:moveTo>
                <a:lnTo>
                  <a:pt x="590550" y="1076325"/>
                </a:lnTo>
                <a:lnTo>
                  <a:pt x="590550" y="1085850"/>
                </a:lnTo>
                <a:lnTo>
                  <a:pt x="571500" y="1085850"/>
                </a:lnTo>
                <a:close/>
                <a:moveTo>
                  <a:pt x="1019175" y="1076325"/>
                </a:moveTo>
                <a:lnTo>
                  <a:pt x="1038225" y="1076325"/>
                </a:lnTo>
                <a:lnTo>
                  <a:pt x="1038225" y="1085850"/>
                </a:lnTo>
                <a:lnTo>
                  <a:pt x="1019175" y="1085850"/>
                </a:lnTo>
                <a:close/>
                <a:moveTo>
                  <a:pt x="180975" y="1095375"/>
                </a:moveTo>
                <a:lnTo>
                  <a:pt x="190500" y="1095375"/>
                </a:lnTo>
                <a:lnTo>
                  <a:pt x="190500" y="1114425"/>
                </a:lnTo>
                <a:lnTo>
                  <a:pt x="180975" y="1114425"/>
                </a:lnTo>
                <a:close/>
                <a:moveTo>
                  <a:pt x="200025" y="1104900"/>
                </a:moveTo>
                <a:lnTo>
                  <a:pt x="209550" y="1104900"/>
                </a:lnTo>
                <a:lnTo>
                  <a:pt x="209550" y="1114425"/>
                </a:lnTo>
                <a:lnTo>
                  <a:pt x="200025" y="1114425"/>
                </a:lnTo>
                <a:close/>
                <a:moveTo>
                  <a:pt x="295275" y="1104900"/>
                </a:moveTo>
                <a:lnTo>
                  <a:pt x="352425" y="1104900"/>
                </a:lnTo>
                <a:lnTo>
                  <a:pt x="352425" y="1114425"/>
                </a:lnTo>
                <a:lnTo>
                  <a:pt x="295275" y="1114425"/>
                </a:lnTo>
                <a:close/>
                <a:moveTo>
                  <a:pt x="371475" y="1104900"/>
                </a:moveTo>
                <a:lnTo>
                  <a:pt x="390525" y="1104900"/>
                </a:lnTo>
                <a:lnTo>
                  <a:pt x="390525" y="1114425"/>
                </a:lnTo>
                <a:lnTo>
                  <a:pt x="371475" y="1114425"/>
                </a:lnTo>
                <a:close/>
                <a:moveTo>
                  <a:pt x="504825" y="1104900"/>
                </a:moveTo>
                <a:lnTo>
                  <a:pt x="514350" y="1104900"/>
                </a:lnTo>
                <a:lnTo>
                  <a:pt x="514350" y="1114425"/>
                </a:lnTo>
                <a:lnTo>
                  <a:pt x="504825" y="1114425"/>
                </a:lnTo>
                <a:close/>
                <a:moveTo>
                  <a:pt x="523875" y="1104900"/>
                </a:moveTo>
                <a:lnTo>
                  <a:pt x="581025" y="1104900"/>
                </a:lnTo>
                <a:lnTo>
                  <a:pt x="581025" y="1114425"/>
                </a:lnTo>
                <a:lnTo>
                  <a:pt x="523875" y="1114425"/>
                </a:lnTo>
                <a:close/>
                <a:moveTo>
                  <a:pt x="590550" y="1104900"/>
                </a:moveTo>
                <a:lnTo>
                  <a:pt x="657225" y="1104900"/>
                </a:lnTo>
                <a:lnTo>
                  <a:pt x="657225" y="1114425"/>
                </a:lnTo>
                <a:lnTo>
                  <a:pt x="666750" y="1114425"/>
                </a:lnTo>
                <a:lnTo>
                  <a:pt x="666750" y="1133475"/>
                </a:lnTo>
                <a:lnTo>
                  <a:pt x="581025" y="1133475"/>
                </a:lnTo>
                <a:lnTo>
                  <a:pt x="581025" y="1123950"/>
                </a:lnTo>
                <a:lnTo>
                  <a:pt x="619125" y="1123950"/>
                </a:lnTo>
                <a:lnTo>
                  <a:pt x="619125" y="1114425"/>
                </a:lnTo>
                <a:lnTo>
                  <a:pt x="590550" y="1114425"/>
                </a:lnTo>
                <a:close/>
                <a:moveTo>
                  <a:pt x="828675" y="1104900"/>
                </a:moveTo>
                <a:lnTo>
                  <a:pt x="857250" y="1104900"/>
                </a:lnTo>
                <a:lnTo>
                  <a:pt x="857250" y="1114425"/>
                </a:lnTo>
                <a:lnTo>
                  <a:pt x="828675" y="1114425"/>
                </a:lnTo>
                <a:close/>
                <a:moveTo>
                  <a:pt x="981075" y="1104900"/>
                </a:moveTo>
                <a:lnTo>
                  <a:pt x="1000125" y="1104900"/>
                </a:lnTo>
                <a:lnTo>
                  <a:pt x="1000125" y="1114425"/>
                </a:lnTo>
                <a:lnTo>
                  <a:pt x="990600" y="1114425"/>
                </a:lnTo>
                <a:lnTo>
                  <a:pt x="990600" y="1123950"/>
                </a:lnTo>
                <a:lnTo>
                  <a:pt x="981075" y="1123950"/>
                </a:lnTo>
                <a:close/>
                <a:moveTo>
                  <a:pt x="1009650" y="1104900"/>
                </a:moveTo>
                <a:lnTo>
                  <a:pt x="1019175" y="1104900"/>
                </a:lnTo>
                <a:lnTo>
                  <a:pt x="1019175" y="1123950"/>
                </a:lnTo>
                <a:lnTo>
                  <a:pt x="1009650" y="1123950"/>
                </a:lnTo>
                <a:close/>
                <a:moveTo>
                  <a:pt x="1123950" y="1104900"/>
                </a:moveTo>
                <a:lnTo>
                  <a:pt x="1143000" y="1104900"/>
                </a:lnTo>
                <a:lnTo>
                  <a:pt x="1143000" y="1133475"/>
                </a:lnTo>
                <a:lnTo>
                  <a:pt x="1133475" y="1133475"/>
                </a:lnTo>
                <a:lnTo>
                  <a:pt x="1133475" y="1114425"/>
                </a:lnTo>
                <a:lnTo>
                  <a:pt x="1123950" y="1114425"/>
                </a:lnTo>
                <a:close/>
                <a:moveTo>
                  <a:pt x="1228725" y="1104900"/>
                </a:moveTo>
                <a:lnTo>
                  <a:pt x="1247775" y="1104900"/>
                </a:lnTo>
                <a:lnTo>
                  <a:pt x="1247775" y="1114425"/>
                </a:lnTo>
                <a:lnTo>
                  <a:pt x="1228725" y="1114425"/>
                </a:lnTo>
                <a:close/>
                <a:moveTo>
                  <a:pt x="1285875" y="1104900"/>
                </a:moveTo>
                <a:lnTo>
                  <a:pt x="1295400" y="1104900"/>
                </a:lnTo>
                <a:lnTo>
                  <a:pt x="1295400" y="1114425"/>
                </a:lnTo>
                <a:lnTo>
                  <a:pt x="1314450" y="1114425"/>
                </a:lnTo>
                <a:lnTo>
                  <a:pt x="1314450" y="1123950"/>
                </a:lnTo>
                <a:lnTo>
                  <a:pt x="1295400" y="1123950"/>
                </a:lnTo>
                <a:lnTo>
                  <a:pt x="1295400" y="1133475"/>
                </a:lnTo>
                <a:lnTo>
                  <a:pt x="1276350" y="1133475"/>
                </a:lnTo>
                <a:lnTo>
                  <a:pt x="1276350" y="1123950"/>
                </a:lnTo>
                <a:lnTo>
                  <a:pt x="1285875" y="1123950"/>
                </a:lnTo>
                <a:close/>
                <a:moveTo>
                  <a:pt x="476250" y="1114425"/>
                </a:moveTo>
                <a:lnTo>
                  <a:pt x="485775" y="1114425"/>
                </a:lnTo>
                <a:lnTo>
                  <a:pt x="485775" y="1123950"/>
                </a:lnTo>
                <a:lnTo>
                  <a:pt x="476250" y="1123950"/>
                </a:lnTo>
                <a:close/>
                <a:moveTo>
                  <a:pt x="723900" y="1114425"/>
                </a:moveTo>
                <a:lnTo>
                  <a:pt x="752475" y="1114425"/>
                </a:lnTo>
                <a:lnTo>
                  <a:pt x="752475" y="1123950"/>
                </a:lnTo>
                <a:lnTo>
                  <a:pt x="723900" y="1123950"/>
                </a:lnTo>
                <a:close/>
                <a:moveTo>
                  <a:pt x="1057275" y="1114425"/>
                </a:moveTo>
                <a:lnTo>
                  <a:pt x="1066800" y="1114425"/>
                </a:lnTo>
                <a:lnTo>
                  <a:pt x="1066800" y="1123950"/>
                </a:lnTo>
                <a:lnTo>
                  <a:pt x="1057275" y="1123950"/>
                </a:lnTo>
                <a:close/>
                <a:moveTo>
                  <a:pt x="1095375" y="1114425"/>
                </a:moveTo>
                <a:lnTo>
                  <a:pt x="1114425" y="1114425"/>
                </a:lnTo>
                <a:lnTo>
                  <a:pt x="1114425" y="1123950"/>
                </a:lnTo>
                <a:lnTo>
                  <a:pt x="1095375" y="1123950"/>
                </a:lnTo>
                <a:close/>
                <a:moveTo>
                  <a:pt x="1162050" y="1114425"/>
                </a:moveTo>
                <a:lnTo>
                  <a:pt x="1171575" y="1114425"/>
                </a:lnTo>
                <a:lnTo>
                  <a:pt x="1171575" y="1123950"/>
                </a:lnTo>
                <a:lnTo>
                  <a:pt x="1162050" y="1123950"/>
                </a:lnTo>
                <a:close/>
                <a:moveTo>
                  <a:pt x="1181100" y="1114425"/>
                </a:moveTo>
                <a:lnTo>
                  <a:pt x="1190625" y="1114425"/>
                </a:lnTo>
                <a:lnTo>
                  <a:pt x="1190625" y="1123950"/>
                </a:lnTo>
                <a:lnTo>
                  <a:pt x="1181100" y="1123950"/>
                </a:lnTo>
                <a:close/>
                <a:moveTo>
                  <a:pt x="1219200" y="1114425"/>
                </a:moveTo>
                <a:lnTo>
                  <a:pt x="1228725" y="1114425"/>
                </a:lnTo>
                <a:lnTo>
                  <a:pt x="1228725" y="1123950"/>
                </a:lnTo>
                <a:lnTo>
                  <a:pt x="1219200" y="1123950"/>
                </a:lnTo>
                <a:close/>
                <a:moveTo>
                  <a:pt x="1400175" y="1114425"/>
                </a:moveTo>
                <a:lnTo>
                  <a:pt x="1419225" y="1114425"/>
                </a:lnTo>
                <a:lnTo>
                  <a:pt x="1419225" y="1123950"/>
                </a:lnTo>
                <a:lnTo>
                  <a:pt x="1400175" y="1123950"/>
                </a:lnTo>
                <a:close/>
                <a:moveTo>
                  <a:pt x="1600200" y="1114425"/>
                </a:moveTo>
                <a:lnTo>
                  <a:pt x="1657350" y="1114425"/>
                </a:lnTo>
                <a:lnTo>
                  <a:pt x="1657350" y="1123950"/>
                </a:lnTo>
                <a:lnTo>
                  <a:pt x="1600200" y="1123950"/>
                </a:lnTo>
                <a:close/>
                <a:moveTo>
                  <a:pt x="200025" y="1123950"/>
                </a:moveTo>
                <a:lnTo>
                  <a:pt x="228600" y="1123950"/>
                </a:lnTo>
                <a:lnTo>
                  <a:pt x="228600" y="1143000"/>
                </a:lnTo>
                <a:lnTo>
                  <a:pt x="190500" y="1143000"/>
                </a:lnTo>
                <a:lnTo>
                  <a:pt x="190500" y="1133475"/>
                </a:lnTo>
                <a:lnTo>
                  <a:pt x="200025" y="1133475"/>
                </a:lnTo>
                <a:close/>
                <a:moveTo>
                  <a:pt x="295275" y="1123950"/>
                </a:moveTo>
                <a:lnTo>
                  <a:pt x="304800" y="1123950"/>
                </a:lnTo>
                <a:lnTo>
                  <a:pt x="304800" y="1133475"/>
                </a:lnTo>
                <a:lnTo>
                  <a:pt x="295275" y="1133475"/>
                </a:lnTo>
                <a:close/>
                <a:moveTo>
                  <a:pt x="371475" y="1123950"/>
                </a:moveTo>
                <a:lnTo>
                  <a:pt x="390525" y="1123950"/>
                </a:lnTo>
                <a:lnTo>
                  <a:pt x="390525" y="1133475"/>
                </a:lnTo>
                <a:lnTo>
                  <a:pt x="371475" y="1133475"/>
                </a:lnTo>
                <a:close/>
                <a:moveTo>
                  <a:pt x="514350" y="1123950"/>
                </a:moveTo>
                <a:lnTo>
                  <a:pt x="533400" y="1123950"/>
                </a:lnTo>
                <a:lnTo>
                  <a:pt x="533400" y="1133475"/>
                </a:lnTo>
                <a:lnTo>
                  <a:pt x="514350" y="1133475"/>
                </a:lnTo>
                <a:close/>
                <a:moveTo>
                  <a:pt x="628650" y="1123950"/>
                </a:moveTo>
                <a:lnTo>
                  <a:pt x="638175" y="1123950"/>
                </a:lnTo>
                <a:lnTo>
                  <a:pt x="638175" y="1114425"/>
                </a:lnTo>
                <a:lnTo>
                  <a:pt x="628650" y="1114425"/>
                </a:lnTo>
                <a:close/>
                <a:moveTo>
                  <a:pt x="971550" y="1123950"/>
                </a:moveTo>
                <a:lnTo>
                  <a:pt x="981075" y="1123950"/>
                </a:lnTo>
                <a:lnTo>
                  <a:pt x="981075" y="1133475"/>
                </a:lnTo>
                <a:lnTo>
                  <a:pt x="971550" y="1133475"/>
                </a:lnTo>
                <a:close/>
                <a:moveTo>
                  <a:pt x="1200150" y="1123950"/>
                </a:moveTo>
                <a:lnTo>
                  <a:pt x="1209675" y="1123950"/>
                </a:lnTo>
                <a:lnTo>
                  <a:pt x="1209675" y="1133475"/>
                </a:lnTo>
                <a:lnTo>
                  <a:pt x="1200150" y="1133475"/>
                </a:lnTo>
                <a:close/>
                <a:moveTo>
                  <a:pt x="1733550" y="1152525"/>
                </a:moveTo>
                <a:lnTo>
                  <a:pt x="1743075" y="1152525"/>
                </a:lnTo>
                <a:lnTo>
                  <a:pt x="1743075" y="1162050"/>
                </a:lnTo>
                <a:lnTo>
                  <a:pt x="1733550" y="1162050"/>
                </a:lnTo>
                <a:close/>
                <a:moveTo>
                  <a:pt x="1714500" y="1171575"/>
                </a:moveTo>
                <a:lnTo>
                  <a:pt x="1724025" y="1171575"/>
                </a:lnTo>
                <a:lnTo>
                  <a:pt x="1724025" y="1190625"/>
                </a:lnTo>
                <a:lnTo>
                  <a:pt x="1714500" y="1190625"/>
                </a:lnTo>
                <a:close/>
                <a:moveTo>
                  <a:pt x="1695450" y="1181100"/>
                </a:moveTo>
                <a:lnTo>
                  <a:pt x="1704975" y="1181100"/>
                </a:lnTo>
                <a:lnTo>
                  <a:pt x="1704975" y="1200150"/>
                </a:lnTo>
                <a:lnTo>
                  <a:pt x="1695450" y="1200150"/>
                </a:lnTo>
                <a:close/>
                <a:moveTo>
                  <a:pt x="180975" y="1190625"/>
                </a:moveTo>
                <a:lnTo>
                  <a:pt x="200025" y="1190625"/>
                </a:lnTo>
                <a:lnTo>
                  <a:pt x="200025" y="1209675"/>
                </a:lnTo>
                <a:lnTo>
                  <a:pt x="180975" y="1209675"/>
                </a:lnTo>
                <a:close/>
                <a:moveTo>
                  <a:pt x="1685925" y="1200150"/>
                </a:moveTo>
                <a:lnTo>
                  <a:pt x="1695450" y="1200150"/>
                </a:lnTo>
                <a:lnTo>
                  <a:pt x="1695450" y="1209675"/>
                </a:lnTo>
                <a:lnTo>
                  <a:pt x="1685925" y="1209675"/>
                </a:lnTo>
                <a:close/>
                <a:moveTo>
                  <a:pt x="1685925" y="1219200"/>
                </a:moveTo>
                <a:lnTo>
                  <a:pt x="1695450" y="1219200"/>
                </a:lnTo>
                <a:lnTo>
                  <a:pt x="1695450" y="1238250"/>
                </a:lnTo>
                <a:lnTo>
                  <a:pt x="1685925" y="1238250"/>
                </a:lnTo>
                <a:close/>
                <a:moveTo>
                  <a:pt x="1733550" y="1219200"/>
                </a:moveTo>
                <a:lnTo>
                  <a:pt x="1743075" y="1219200"/>
                </a:lnTo>
                <a:lnTo>
                  <a:pt x="1743075" y="1228725"/>
                </a:lnTo>
                <a:lnTo>
                  <a:pt x="1733550" y="1228725"/>
                </a:lnTo>
                <a:close/>
                <a:moveTo>
                  <a:pt x="1733550" y="1247775"/>
                </a:moveTo>
                <a:lnTo>
                  <a:pt x="1743075" y="1247775"/>
                </a:lnTo>
                <a:lnTo>
                  <a:pt x="1743075" y="1276350"/>
                </a:lnTo>
                <a:lnTo>
                  <a:pt x="1733550" y="1276350"/>
                </a:lnTo>
                <a:lnTo>
                  <a:pt x="1733550" y="1285875"/>
                </a:lnTo>
                <a:lnTo>
                  <a:pt x="1724025" y="1285875"/>
                </a:lnTo>
                <a:lnTo>
                  <a:pt x="1724025" y="1276350"/>
                </a:lnTo>
                <a:lnTo>
                  <a:pt x="1714500" y="1276350"/>
                </a:lnTo>
                <a:lnTo>
                  <a:pt x="1714500" y="1266825"/>
                </a:lnTo>
                <a:lnTo>
                  <a:pt x="1733550" y="1266825"/>
                </a:lnTo>
                <a:close/>
                <a:moveTo>
                  <a:pt x="1685925" y="1257300"/>
                </a:moveTo>
                <a:lnTo>
                  <a:pt x="1695450" y="1257300"/>
                </a:lnTo>
                <a:lnTo>
                  <a:pt x="1695450" y="1266825"/>
                </a:lnTo>
                <a:lnTo>
                  <a:pt x="1685925" y="1266825"/>
                </a:lnTo>
                <a:close/>
                <a:moveTo>
                  <a:pt x="1695450" y="1266825"/>
                </a:moveTo>
                <a:lnTo>
                  <a:pt x="1704975" y="1266825"/>
                </a:lnTo>
                <a:lnTo>
                  <a:pt x="1704975" y="1276350"/>
                </a:lnTo>
                <a:lnTo>
                  <a:pt x="1695450" y="1276350"/>
                </a:lnTo>
                <a:close/>
                <a:moveTo>
                  <a:pt x="142875" y="1276350"/>
                </a:moveTo>
                <a:lnTo>
                  <a:pt x="161925" y="1276350"/>
                </a:lnTo>
                <a:lnTo>
                  <a:pt x="161925" y="1295400"/>
                </a:lnTo>
                <a:lnTo>
                  <a:pt x="142875" y="1295400"/>
                </a:lnTo>
                <a:close/>
                <a:moveTo>
                  <a:pt x="152400" y="1323975"/>
                </a:moveTo>
                <a:lnTo>
                  <a:pt x="161925" y="1323975"/>
                </a:lnTo>
                <a:lnTo>
                  <a:pt x="161925" y="1343025"/>
                </a:lnTo>
                <a:lnTo>
                  <a:pt x="152400" y="1343025"/>
                </a:lnTo>
                <a:close/>
                <a:moveTo>
                  <a:pt x="123825" y="1333500"/>
                </a:moveTo>
                <a:lnTo>
                  <a:pt x="133350" y="1333500"/>
                </a:lnTo>
                <a:lnTo>
                  <a:pt x="133350" y="1343025"/>
                </a:lnTo>
                <a:lnTo>
                  <a:pt x="123825" y="1343025"/>
                </a:lnTo>
                <a:close/>
                <a:moveTo>
                  <a:pt x="428625" y="1352550"/>
                </a:moveTo>
                <a:lnTo>
                  <a:pt x="457200" y="1352550"/>
                </a:lnTo>
                <a:lnTo>
                  <a:pt x="457200" y="1362075"/>
                </a:lnTo>
                <a:lnTo>
                  <a:pt x="485775" y="1362075"/>
                </a:lnTo>
                <a:lnTo>
                  <a:pt x="485775" y="1371600"/>
                </a:lnTo>
                <a:lnTo>
                  <a:pt x="419100" y="1371600"/>
                </a:lnTo>
                <a:lnTo>
                  <a:pt x="419100" y="1381125"/>
                </a:lnTo>
                <a:lnTo>
                  <a:pt x="390525" y="1381125"/>
                </a:lnTo>
                <a:lnTo>
                  <a:pt x="390525" y="1371600"/>
                </a:lnTo>
                <a:lnTo>
                  <a:pt x="361950" y="1371600"/>
                </a:lnTo>
                <a:lnTo>
                  <a:pt x="361950" y="1362075"/>
                </a:lnTo>
                <a:lnTo>
                  <a:pt x="400050" y="1362075"/>
                </a:lnTo>
                <a:lnTo>
                  <a:pt x="400050" y="1371600"/>
                </a:lnTo>
                <a:lnTo>
                  <a:pt x="409575" y="1371600"/>
                </a:lnTo>
                <a:lnTo>
                  <a:pt x="409575" y="1362075"/>
                </a:lnTo>
                <a:lnTo>
                  <a:pt x="428625" y="1362075"/>
                </a:lnTo>
                <a:close/>
                <a:moveTo>
                  <a:pt x="514350" y="1352550"/>
                </a:moveTo>
                <a:lnTo>
                  <a:pt x="523875" y="1352550"/>
                </a:lnTo>
                <a:lnTo>
                  <a:pt x="523875" y="1362075"/>
                </a:lnTo>
                <a:lnTo>
                  <a:pt x="571500" y="1362075"/>
                </a:lnTo>
                <a:lnTo>
                  <a:pt x="571500" y="1371600"/>
                </a:lnTo>
                <a:lnTo>
                  <a:pt x="561975" y="1371600"/>
                </a:lnTo>
                <a:lnTo>
                  <a:pt x="561975" y="1381125"/>
                </a:lnTo>
                <a:lnTo>
                  <a:pt x="533400" y="1381125"/>
                </a:lnTo>
                <a:lnTo>
                  <a:pt x="533400" y="1371600"/>
                </a:lnTo>
                <a:lnTo>
                  <a:pt x="495300" y="1371600"/>
                </a:lnTo>
                <a:lnTo>
                  <a:pt x="495300" y="1362075"/>
                </a:lnTo>
                <a:lnTo>
                  <a:pt x="514350" y="1362075"/>
                </a:lnTo>
                <a:close/>
                <a:moveTo>
                  <a:pt x="1095375" y="1352550"/>
                </a:moveTo>
                <a:lnTo>
                  <a:pt x="1104900" y="1352550"/>
                </a:lnTo>
                <a:lnTo>
                  <a:pt x="1104900" y="1362075"/>
                </a:lnTo>
                <a:lnTo>
                  <a:pt x="1143000" y="1362075"/>
                </a:lnTo>
                <a:lnTo>
                  <a:pt x="1143000" y="1371600"/>
                </a:lnTo>
                <a:lnTo>
                  <a:pt x="1171575" y="1371600"/>
                </a:lnTo>
                <a:lnTo>
                  <a:pt x="1171575" y="1381125"/>
                </a:lnTo>
                <a:lnTo>
                  <a:pt x="1133475" y="1381125"/>
                </a:lnTo>
                <a:lnTo>
                  <a:pt x="1133475" y="1371600"/>
                </a:lnTo>
                <a:lnTo>
                  <a:pt x="1104900" y="1371600"/>
                </a:lnTo>
                <a:lnTo>
                  <a:pt x="1104900" y="1381125"/>
                </a:lnTo>
                <a:lnTo>
                  <a:pt x="1057275" y="1381125"/>
                </a:lnTo>
                <a:lnTo>
                  <a:pt x="1057275" y="1371600"/>
                </a:lnTo>
                <a:lnTo>
                  <a:pt x="1047750" y="1371600"/>
                </a:lnTo>
                <a:lnTo>
                  <a:pt x="1047750" y="1362075"/>
                </a:lnTo>
                <a:lnTo>
                  <a:pt x="1095375" y="1362075"/>
                </a:lnTo>
                <a:close/>
                <a:moveTo>
                  <a:pt x="1381125" y="1352550"/>
                </a:moveTo>
                <a:lnTo>
                  <a:pt x="1419225" y="1352550"/>
                </a:lnTo>
                <a:lnTo>
                  <a:pt x="1419225" y="1362075"/>
                </a:lnTo>
                <a:lnTo>
                  <a:pt x="1390650" y="1362075"/>
                </a:lnTo>
                <a:lnTo>
                  <a:pt x="1390650" y="1371600"/>
                </a:lnTo>
                <a:lnTo>
                  <a:pt x="1362075" y="1371600"/>
                </a:lnTo>
                <a:lnTo>
                  <a:pt x="1362075" y="1381125"/>
                </a:lnTo>
                <a:lnTo>
                  <a:pt x="1333500" y="1381125"/>
                </a:lnTo>
                <a:lnTo>
                  <a:pt x="1333500" y="1371600"/>
                </a:lnTo>
                <a:lnTo>
                  <a:pt x="1323975" y="1371600"/>
                </a:lnTo>
                <a:lnTo>
                  <a:pt x="1323975" y="1362075"/>
                </a:lnTo>
                <a:lnTo>
                  <a:pt x="1381125" y="1362075"/>
                </a:lnTo>
                <a:close/>
                <a:moveTo>
                  <a:pt x="1504950" y="1352550"/>
                </a:moveTo>
                <a:lnTo>
                  <a:pt x="1514475" y="1352550"/>
                </a:lnTo>
                <a:lnTo>
                  <a:pt x="1514475" y="1362075"/>
                </a:lnTo>
                <a:lnTo>
                  <a:pt x="1543050" y="1362075"/>
                </a:lnTo>
                <a:lnTo>
                  <a:pt x="1543050" y="1352550"/>
                </a:lnTo>
                <a:lnTo>
                  <a:pt x="1562100" y="1352550"/>
                </a:lnTo>
                <a:lnTo>
                  <a:pt x="1562100" y="1362075"/>
                </a:lnTo>
                <a:lnTo>
                  <a:pt x="1600200" y="1362075"/>
                </a:lnTo>
                <a:lnTo>
                  <a:pt x="1600200" y="1371600"/>
                </a:lnTo>
                <a:lnTo>
                  <a:pt x="1590675" y="1371600"/>
                </a:lnTo>
                <a:lnTo>
                  <a:pt x="1590675" y="1381125"/>
                </a:lnTo>
                <a:lnTo>
                  <a:pt x="1581150" y="1381125"/>
                </a:lnTo>
                <a:lnTo>
                  <a:pt x="1581150" y="1371600"/>
                </a:lnTo>
                <a:lnTo>
                  <a:pt x="1533525" y="1371600"/>
                </a:lnTo>
                <a:lnTo>
                  <a:pt x="1533525" y="1381125"/>
                </a:lnTo>
                <a:lnTo>
                  <a:pt x="1495425" y="1381125"/>
                </a:lnTo>
                <a:lnTo>
                  <a:pt x="1495425" y="1371600"/>
                </a:lnTo>
                <a:lnTo>
                  <a:pt x="1457325" y="1371600"/>
                </a:lnTo>
                <a:lnTo>
                  <a:pt x="1457325" y="1362075"/>
                </a:lnTo>
                <a:lnTo>
                  <a:pt x="1504950" y="1362075"/>
                </a:lnTo>
                <a:close/>
                <a:moveTo>
                  <a:pt x="581025" y="1362075"/>
                </a:moveTo>
                <a:lnTo>
                  <a:pt x="609600" y="1362075"/>
                </a:lnTo>
                <a:lnTo>
                  <a:pt x="609600" y="1371600"/>
                </a:lnTo>
                <a:lnTo>
                  <a:pt x="628650" y="1371600"/>
                </a:lnTo>
                <a:lnTo>
                  <a:pt x="628650" y="1381125"/>
                </a:lnTo>
                <a:lnTo>
                  <a:pt x="619125" y="1381125"/>
                </a:lnTo>
                <a:lnTo>
                  <a:pt x="619125" y="1390650"/>
                </a:lnTo>
                <a:lnTo>
                  <a:pt x="628650" y="1390650"/>
                </a:lnTo>
                <a:lnTo>
                  <a:pt x="628650" y="1400175"/>
                </a:lnTo>
                <a:lnTo>
                  <a:pt x="600075" y="1400175"/>
                </a:lnTo>
                <a:lnTo>
                  <a:pt x="600075" y="1371600"/>
                </a:lnTo>
                <a:lnTo>
                  <a:pt x="581025" y="1371600"/>
                </a:lnTo>
                <a:close/>
                <a:moveTo>
                  <a:pt x="666750" y="1362075"/>
                </a:moveTo>
                <a:lnTo>
                  <a:pt x="695325" y="1362075"/>
                </a:lnTo>
                <a:lnTo>
                  <a:pt x="695325" y="1381125"/>
                </a:lnTo>
                <a:lnTo>
                  <a:pt x="676275" y="1381125"/>
                </a:lnTo>
                <a:lnTo>
                  <a:pt x="676275" y="1371600"/>
                </a:lnTo>
                <a:lnTo>
                  <a:pt x="666750" y="1371600"/>
                </a:lnTo>
                <a:close/>
                <a:moveTo>
                  <a:pt x="704850" y="1362075"/>
                </a:moveTo>
                <a:lnTo>
                  <a:pt x="714375" y="1362075"/>
                </a:lnTo>
                <a:lnTo>
                  <a:pt x="714375" y="1371600"/>
                </a:lnTo>
                <a:lnTo>
                  <a:pt x="723900" y="1371600"/>
                </a:lnTo>
                <a:lnTo>
                  <a:pt x="723900" y="1381125"/>
                </a:lnTo>
                <a:lnTo>
                  <a:pt x="704850" y="1381125"/>
                </a:lnTo>
                <a:close/>
                <a:moveTo>
                  <a:pt x="857250" y="1362075"/>
                </a:moveTo>
                <a:lnTo>
                  <a:pt x="914400" y="1362075"/>
                </a:lnTo>
                <a:lnTo>
                  <a:pt x="914400" y="1381125"/>
                </a:lnTo>
                <a:lnTo>
                  <a:pt x="895350" y="1381125"/>
                </a:lnTo>
                <a:lnTo>
                  <a:pt x="895350" y="1371600"/>
                </a:lnTo>
                <a:lnTo>
                  <a:pt x="857250" y="1371600"/>
                </a:lnTo>
                <a:close/>
                <a:moveTo>
                  <a:pt x="1181100" y="1362075"/>
                </a:moveTo>
                <a:lnTo>
                  <a:pt x="1247775" y="1362075"/>
                </a:lnTo>
                <a:lnTo>
                  <a:pt x="1247775" y="1371600"/>
                </a:lnTo>
                <a:lnTo>
                  <a:pt x="1228725" y="1371600"/>
                </a:lnTo>
                <a:lnTo>
                  <a:pt x="1228725" y="1381125"/>
                </a:lnTo>
                <a:lnTo>
                  <a:pt x="1200150" y="1381125"/>
                </a:lnTo>
                <a:lnTo>
                  <a:pt x="1200150" y="1371600"/>
                </a:lnTo>
                <a:lnTo>
                  <a:pt x="1181100" y="1371600"/>
                </a:lnTo>
                <a:close/>
                <a:moveTo>
                  <a:pt x="1257300" y="1362075"/>
                </a:moveTo>
                <a:lnTo>
                  <a:pt x="1314450" y="1362075"/>
                </a:lnTo>
                <a:lnTo>
                  <a:pt x="1314450" y="1371600"/>
                </a:lnTo>
                <a:lnTo>
                  <a:pt x="1276350" y="1371600"/>
                </a:lnTo>
                <a:lnTo>
                  <a:pt x="1276350" y="1381125"/>
                </a:lnTo>
                <a:lnTo>
                  <a:pt x="1247775" y="1381125"/>
                </a:lnTo>
                <a:lnTo>
                  <a:pt x="1247775" y="1371600"/>
                </a:lnTo>
                <a:lnTo>
                  <a:pt x="1257300" y="1371600"/>
                </a:lnTo>
                <a:close/>
                <a:moveTo>
                  <a:pt x="323850" y="1371600"/>
                </a:moveTo>
                <a:lnTo>
                  <a:pt x="342900" y="1371600"/>
                </a:lnTo>
                <a:lnTo>
                  <a:pt x="342900" y="1381125"/>
                </a:lnTo>
                <a:lnTo>
                  <a:pt x="333375" y="1381125"/>
                </a:lnTo>
                <a:lnTo>
                  <a:pt x="333375" y="1390650"/>
                </a:lnTo>
                <a:lnTo>
                  <a:pt x="295275" y="1390650"/>
                </a:lnTo>
                <a:lnTo>
                  <a:pt x="295275" y="1381125"/>
                </a:lnTo>
                <a:lnTo>
                  <a:pt x="323850" y="1381125"/>
                </a:lnTo>
                <a:close/>
                <a:moveTo>
                  <a:pt x="638175" y="1371600"/>
                </a:moveTo>
                <a:lnTo>
                  <a:pt x="647700" y="1371600"/>
                </a:lnTo>
                <a:lnTo>
                  <a:pt x="647700" y="1409700"/>
                </a:lnTo>
                <a:lnTo>
                  <a:pt x="638175" y="1409700"/>
                </a:lnTo>
                <a:close/>
                <a:moveTo>
                  <a:pt x="742950" y="1381125"/>
                </a:moveTo>
                <a:lnTo>
                  <a:pt x="752475" y="1381125"/>
                </a:lnTo>
                <a:lnTo>
                  <a:pt x="752475" y="1390650"/>
                </a:lnTo>
                <a:lnTo>
                  <a:pt x="742950" y="1390650"/>
                </a:lnTo>
                <a:close/>
                <a:moveTo>
                  <a:pt x="1685925" y="1381125"/>
                </a:moveTo>
                <a:lnTo>
                  <a:pt x="1714500" y="1381125"/>
                </a:lnTo>
                <a:lnTo>
                  <a:pt x="1714500" y="1390650"/>
                </a:lnTo>
                <a:lnTo>
                  <a:pt x="1685925" y="1390650"/>
                </a:lnTo>
                <a:close/>
                <a:moveTo>
                  <a:pt x="238125" y="1409700"/>
                </a:moveTo>
                <a:lnTo>
                  <a:pt x="247650" y="1409700"/>
                </a:lnTo>
                <a:lnTo>
                  <a:pt x="247650" y="1428750"/>
                </a:lnTo>
                <a:lnTo>
                  <a:pt x="238125" y="1428750"/>
                </a:lnTo>
                <a:close/>
                <a:moveTo>
                  <a:pt x="333375" y="1409700"/>
                </a:moveTo>
                <a:lnTo>
                  <a:pt x="342900" y="1409700"/>
                </a:lnTo>
                <a:lnTo>
                  <a:pt x="342900" y="1419225"/>
                </a:lnTo>
                <a:lnTo>
                  <a:pt x="333375" y="1419225"/>
                </a:lnTo>
                <a:close/>
                <a:moveTo>
                  <a:pt x="295275" y="1419225"/>
                </a:moveTo>
                <a:lnTo>
                  <a:pt x="304800" y="1419225"/>
                </a:lnTo>
                <a:lnTo>
                  <a:pt x="304800" y="1428750"/>
                </a:lnTo>
                <a:lnTo>
                  <a:pt x="295275" y="1428750"/>
                </a:lnTo>
                <a:close/>
                <a:moveTo>
                  <a:pt x="485775" y="1438275"/>
                </a:moveTo>
                <a:lnTo>
                  <a:pt x="495300" y="1438275"/>
                </a:lnTo>
                <a:lnTo>
                  <a:pt x="495300" y="1447800"/>
                </a:lnTo>
                <a:lnTo>
                  <a:pt x="485775" y="1447800"/>
                </a:lnTo>
                <a:close/>
                <a:moveTo>
                  <a:pt x="552450" y="1447800"/>
                </a:moveTo>
                <a:lnTo>
                  <a:pt x="561975" y="1447800"/>
                </a:lnTo>
                <a:lnTo>
                  <a:pt x="561975" y="1466850"/>
                </a:lnTo>
                <a:lnTo>
                  <a:pt x="590550" y="1466850"/>
                </a:lnTo>
                <a:lnTo>
                  <a:pt x="590550" y="1476375"/>
                </a:lnTo>
                <a:lnTo>
                  <a:pt x="676275" y="1476375"/>
                </a:lnTo>
                <a:lnTo>
                  <a:pt x="676275" y="1466850"/>
                </a:lnTo>
                <a:lnTo>
                  <a:pt x="685800" y="1466850"/>
                </a:lnTo>
                <a:lnTo>
                  <a:pt x="685800" y="1476375"/>
                </a:lnTo>
                <a:lnTo>
                  <a:pt x="762000" y="1476375"/>
                </a:lnTo>
                <a:lnTo>
                  <a:pt x="762000" y="1466850"/>
                </a:lnTo>
                <a:lnTo>
                  <a:pt x="790575" y="1466850"/>
                </a:lnTo>
                <a:lnTo>
                  <a:pt x="790575" y="1476375"/>
                </a:lnTo>
                <a:lnTo>
                  <a:pt x="800100" y="1476375"/>
                </a:lnTo>
                <a:lnTo>
                  <a:pt x="800100" y="1466850"/>
                </a:lnTo>
                <a:lnTo>
                  <a:pt x="819150" y="1466850"/>
                </a:lnTo>
                <a:lnTo>
                  <a:pt x="819150" y="1457325"/>
                </a:lnTo>
                <a:lnTo>
                  <a:pt x="828675" y="1457325"/>
                </a:lnTo>
                <a:lnTo>
                  <a:pt x="828675" y="1466850"/>
                </a:lnTo>
                <a:lnTo>
                  <a:pt x="866775" y="1466850"/>
                </a:lnTo>
                <a:lnTo>
                  <a:pt x="866775" y="1476375"/>
                </a:lnTo>
                <a:lnTo>
                  <a:pt x="838200" y="1476375"/>
                </a:lnTo>
                <a:lnTo>
                  <a:pt x="838200" y="1485900"/>
                </a:lnTo>
                <a:lnTo>
                  <a:pt x="866775" y="1485900"/>
                </a:lnTo>
                <a:lnTo>
                  <a:pt x="866775" y="1476375"/>
                </a:lnTo>
                <a:lnTo>
                  <a:pt x="933450" y="1476375"/>
                </a:lnTo>
                <a:lnTo>
                  <a:pt x="933450" y="1466850"/>
                </a:lnTo>
                <a:lnTo>
                  <a:pt x="942975" y="1466850"/>
                </a:lnTo>
                <a:lnTo>
                  <a:pt x="942975" y="1476375"/>
                </a:lnTo>
                <a:lnTo>
                  <a:pt x="933450" y="1476375"/>
                </a:lnTo>
                <a:lnTo>
                  <a:pt x="933450" y="1485900"/>
                </a:lnTo>
                <a:lnTo>
                  <a:pt x="942975" y="1485900"/>
                </a:lnTo>
                <a:lnTo>
                  <a:pt x="942975" y="1495425"/>
                </a:lnTo>
                <a:lnTo>
                  <a:pt x="933450" y="1495425"/>
                </a:lnTo>
                <a:lnTo>
                  <a:pt x="933450" y="1504950"/>
                </a:lnTo>
                <a:lnTo>
                  <a:pt x="914400" y="1504950"/>
                </a:lnTo>
                <a:lnTo>
                  <a:pt x="914400" y="1495425"/>
                </a:lnTo>
                <a:lnTo>
                  <a:pt x="895350" y="1495425"/>
                </a:lnTo>
                <a:lnTo>
                  <a:pt x="895350" y="1485900"/>
                </a:lnTo>
                <a:lnTo>
                  <a:pt x="885825" y="1485900"/>
                </a:lnTo>
                <a:lnTo>
                  <a:pt x="885825" y="1495425"/>
                </a:lnTo>
                <a:lnTo>
                  <a:pt x="857250" y="1495425"/>
                </a:lnTo>
                <a:lnTo>
                  <a:pt x="857250" y="1504950"/>
                </a:lnTo>
                <a:lnTo>
                  <a:pt x="847725" y="1504950"/>
                </a:lnTo>
                <a:lnTo>
                  <a:pt x="847725" y="1495425"/>
                </a:lnTo>
                <a:lnTo>
                  <a:pt x="819150" y="1495425"/>
                </a:lnTo>
                <a:lnTo>
                  <a:pt x="819150" y="1504950"/>
                </a:lnTo>
                <a:lnTo>
                  <a:pt x="800100" y="1504950"/>
                </a:lnTo>
                <a:lnTo>
                  <a:pt x="800100" y="1495425"/>
                </a:lnTo>
                <a:lnTo>
                  <a:pt x="809625" y="1495425"/>
                </a:lnTo>
                <a:lnTo>
                  <a:pt x="809625" y="1485900"/>
                </a:lnTo>
                <a:lnTo>
                  <a:pt x="781050" y="1485900"/>
                </a:lnTo>
                <a:lnTo>
                  <a:pt x="781050" y="1495425"/>
                </a:lnTo>
                <a:lnTo>
                  <a:pt x="752475" y="1495425"/>
                </a:lnTo>
                <a:lnTo>
                  <a:pt x="752475" y="1504950"/>
                </a:lnTo>
                <a:lnTo>
                  <a:pt x="638175" y="1504950"/>
                </a:lnTo>
                <a:lnTo>
                  <a:pt x="638175" y="1495425"/>
                </a:lnTo>
                <a:lnTo>
                  <a:pt x="619125" y="1495425"/>
                </a:lnTo>
                <a:lnTo>
                  <a:pt x="619125" y="1504950"/>
                </a:lnTo>
                <a:lnTo>
                  <a:pt x="609600" y="1504950"/>
                </a:lnTo>
                <a:lnTo>
                  <a:pt x="609600" y="1514475"/>
                </a:lnTo>
                <a:lnTo>
                  <a:pt x="600075" y="1514475"/>
                </a:lnTo>
                <a:lnTo>
                  <a:pt x="600075" y="1533525"/>
                </a:lnTo>
                <a:lnTo>
                  <a:pt x="571500" y="1533525"/>
                </a:lnTo>
                <a:lnTo>
                  <a:pt x="571500" y="1543050"/>
                </a:lnTo>
                <a:lnTo>
                  <a:pt x="561975" y="1543050"/>
                </a:lnTo>
                <a:lnTo>
                  <a:pt x="561975" y="1533525"/>
                </a:lnTo>
                <a:lnTo>
                  <a:pt x="542925" y="1533525"/>
                </a:lnTo>
                <a:lnTo>
                  <a:pt x="542925" y="1524000"/>
                </a:lnTo>
                <a:lnTo>
                  <a:pt x="571500" y="1524000"/>
                </a:lnTo>
                <a:lnTo>
                  <a:pt x="571500" y="1495425"/>
                </a:lnTo>
                <a:lnTo>
                  <a:pt x="523875" y="1495425"/>
                </a:lnTo>
                <a:lnTo>
                  <a:pt x="523875" y="1504950"/>
                </a:lnTo>
                <a:lnTo>
                  <a:pt x="514350" y="1504950"/>
                </a:lnTo>
                <a:lnTo>
                  <a:pt x="514350" y="1495425"/>
                </a:lnTo>
                <a:lnTo>
                  <a:pt x="495300" y="1495425"/>
                </a:lnTo>
                <a:lnTo>
                  <a:pt x="495300" y="1485900"/>
                </a:lnTo>
                <a:lnTo>
                  <a:pt x="457200" y="1485900"/>
                </a:lnTo>
                <a:lnTo>
                  <a:pt x="457200" y="1476375"/>
                </a:lnTo>
                <a:lnTo>
                  <a:pt x="542925" y="1476375"/>
                </a:lnTo>
                <a:lnTo>
                  <a:pt x="542925" y="1457325"/>
                </a:lnTo>
                <a:lnTo>
                  <a:pt x="552450" y="1457325"/>
                </a:lnTo>
                <a:close/>
                <a:moveTo>
                  <a:pt x="476250" y="1457325"/>
                </a:moveTo>
                <a:lnTo>
                  <a:pt x="495300" y="1457325"/>
                </a:lnTo>
                <a:lnTo>
                  <a:pt x="495300" y="1466850"/>
                </a:lnTo>
                <a:lnTo>
                  <a:pt x="476250" y="1466850"/>
                </a:lnTo>
                <a:close/>
                <a:moveTo>
                  <a:pt x="952500" y="1466850"/>
                </a:moveTo>
                <a:lnTo>
                  <a:pt x="971550" y="1466850"/>
                </a:lnTo>
                <a:lnTo>
                  <a:pt x="971550" y="1476375"/>
                </a:lnTo>
                <a:lnTo>
                  <a:pt x="952500" y="1476375"/>
                </a:lnTo>
                <a:close/>
                <a:moveTo>
                  <a:pt x="1409700" y="1466850"/>
                </a:moveTo>
                <a:lnTo>
                  <a:pt x="1428750" y="1466850"/>
                </a:lnTo>
                <a:lnTo>
                  <a:pt x="1428750" y="1476375"/>
                </a:lnTo>
                <a:lnTo>
                  <a:pt x="1409700" y="1476375"/>
                </a:lnTo>
                <a:close/>
                <a:moveTo>
                  <a:pt x="1447800" y="1466850"/>
                </a:moveTo>
                <a:lnTo>
                  <a:pt x="1476375" y="1466850"/>
                </a:lnTo>
                <a:lnTo>
                  <a:pt x="1476375" y="1476375"/>
                </a:lnTo>
                <a:lnTo>
                  <a:pt x="1485900" y="1476375"/>
                </a:lnTo>
                <a:lnTo>
                  <a:pt x="1485900" y="1466850"/>
                </a:lnTo>
                <a:lnTo>
                  <a:pt x="1524000" y="1466850"/>
                </a:lnTo>
                <a:lnTo>
                  <a:pt x="1524000" y="1476375"/>
                </a:lnTo>
                <a:lnTo>
                  <a:pt x="1552575" y="1476375"/>
                </a:lnTo>
                <a:lnTo>
                  <a:pt x="1552575" y="1466850"/>
                </a:lnTo>
                <a:lnTo>
                  <a:pt x="1571625" y="1466850"/>
                </a:lnTo>
                <a:lnTo>
                  <a:pt x="1571625" y="1476375"/>
                </a:lnTo>
                <a:lnTo>
                  <a:pt x="1581150" y="1476375"/>
                </a:lnTo>
                <a:lnTo>
                  <a:pt x="1581150" y="1466850"/>
                </a:lnTo>
                <a:lnTo>
                  <a:pt x="1590675" y="1466850"/>
                </a:lnTo>
                <a:lnTo>
                  <a:pt x="1590675" y="1476375"/>
                </a:lnTo>
                <a:lnTo>
                  <a:pt x="1600200" y="1476375"/>
                </a:lnTo>
                <a:lnTo>
                  <a:pt x="1600200" y="1485900"/>
                </a:lnTo>
                <a:lnTo>
                  <a:pt x="1619250" y="1485900"/>
                </a:lnTo>
                <a:lnTo>
                  <a:pt x="1619250" y="1504950"/>
                </a:lnTo>
                <a:lnTo>
                  <a:pt x="1533525" y="1504950"/>
                </a:lnTo>
                <a:lnTo>
                  <a:pt x="1533525" y="1495425"/>
                </a:lnTo>
                <a:lnTo>
                  <a:pt x="1524000" y="1495425"/>
                </a:lnTo>
                <a:lnTo>
                  <a:pt x="1524000" y="1514475"/>
                </a:lnTo>
                <a:lnTo>
                  <a:pt x="1514475" y="1514475"/>
                </a:lnTo>
                <a:lnTo>
                  <a:pt x="1514475" y="1504950"/>
                </a:lnTo>
                <a:lnTo>
                  <a:pt x="1447800" y="1504950"/>
                </a:lnTo>
                <a:lnTo>
                  <a:pt x="1447800" y="1495425"/>
                </a:lnTo>
                <a:lnTo>
                  <a:pt x="1438275" y="1495425"/>
                </a:lnTo>
                <a:lnTo>
                  <a:pt x="1438275" y="1485900"/>
                </a:lnTo>
                <a:lnTo>
                  <a:pt x="1428750" y="1485900"/>
                </a:lnTo>
                <a:lnTo>
                  <a:pt x="1428750" y="1476375"/>
                </a:lnTo>
                <a:lnTo>
                  <a:pt x="1447800" y="1476375"/>
                </a:lnTo>
                <a:close/>
                <a:moveTo>
                  <a:pt x="200025" y="1476375"/>
                </a:moveTo>
                <a:lnTo>
                  <a:pt x="209550" y="1476375"/>
                </a:lnTo>
                <a:lnTo>
                  <a:pt x="209550" y="1485900"/>
                </a:lnTo>
                <a:lnTo>
                  <a:pt x="200025" y="1485900"/>
                </a:lnTo>
                <a:close/>
                <a:moveTo>
                  <a:pt x="238125" y="1476375"/>
                </a:moveTo>
                <a:lnTo>
                  <a:pt x="285750" y="1476375"/>
                </a:lnTo>
                <a:lnTo>
                  <a:pt x="285750" y="1485900"/>
                </a:lnTo>
                <a:lnTo>
                  <a:pt x="304800" y="1485900"/>
                </a:lnTo>
                <a:lnTo>
                  <a:pt x="304800" y="1476375"/>
                </a:lnTo>
                <a:lnTo>
                  <a:pt x="314325" y="1476375"/>
                </a:lnTo>
                <a:lnTo>
                  <a:pt x="314325" y="1495425"/>
                </a:lnTo>
                <a:lnTo>
                  <a:pt x="276225" y="1495425"/>
                </a:lnTo>
                <a:lnTo>
                  <a:pt x="276225" y="1485900"/>
                </a:lnTo>
                <a:lnTo>
                  <a:pt x="257175" y="1485900"/>
                </a:lnTo>
                <a:lnTo>
                  <a:pt x="257175" y="1495425"/>
                </a:lnTo>
                <a:lnTo>
                  <a:pt x="228600" y="1495425"/>
                </a:lnTo>
                <a:lnTo>
                  <a:pt x="228600" y="1485900"/>
                </a:lnTo>
                <a:lnTo>
                  <a:pt x="238125" y="1485900"/>
                </a:lnTo>
                <a:close/>
                <a:moveTo>
                  <a:pt x="361950" y="1476375"/>
                </a:moveTo>
                <a:lnTo>
                  <a:pt x="400050" y="1476375"/>
                </a:lnTo>
                <a:lnTo>
                  <a:pt x="400050" y="1485900"/>
                </a:lnTo>
                <a:lnTo>
                  <a:pt x="390525" y="1485900"/>
                </a:lnTo>
                <a:lnTo>
                  <a:pt x="390525" y="1495425"/>
                </a:lnTo>
                <a:lnTo>
                  <a:pt x="323850" y="1495425"/>
                </a:lnTo>
                <a:lnTo>
                  <a:pt x="323850" y="1485900"/>
                </a:lnTo>
                <a:lnTo>
                  <a:pt x="361950" y="1485900"/>
                </a:lnTo>
                <a:close/>
                <a:moveTo>
                  <a:pt x="409575" y="1476375"/>
                </a:moveTo>
                <a:lnTo>
                  <a:pt x="419100" y="1476375"/>
                </a:lnTo>
                <a:lnTo>
                  <a:pt x="419100" y="1485900"/>
                </a:lnTo>
                <a:lnTo>
                  <a:pt x="409575" y="1485900"/>
                </a:lnTo>
                <a:close/>
                <a:moveTo>
                  <a:pt x="971550" y="1476375"/>
                </a:moveTo>
                <a:lnTo>
                  <a:pt x="990600" y="1476375"/>
                </a:lnTo>
                <a:lnTo>
                  <a:pt x="990600" y="1485900"/>
                </a:lnTo>
                <a:lnTo>
                  <a:pt x="1019175" y="1485900"/>
                </a:lnTo>
                <a:lnTo>
                  <a:pt x="1019175" y="1495425"/>
                </a:lnTo>
                <a:lnTo>
                  <a:pt x="1028700" y="1495425"/>
                </a:lnTo>
                <a:lnTo>
                  <a:pt x="1028700" y="1504950"/>
                </a:lnTo>
                <a:lnTo>
                  <a:pt x="1000125" y="1504950"/>
                </a:lnTo>
                <a:lnTo>
                  <a:pt x="1000125" y="1495425"/>
                </a:lnTo>
                <a:lnTo>
                  <a:pt x="962025" y="1495425"/>
                </a:lnTo>
                <a:lnTo>
                  <a:pt x="962025" y="1485900"/>
                </a:lnTo>
                <a:lnTo>
                  <a:pt x="971550" y="1485900"/>
                </a:lnTo>
                <a:close/>
                <a:moveTo>
                  <a:pt x="1114425" y="1476375"/>
                </a:moveTo>
                <a:lnTo>
                  <a:pt x="1143000" y="1476375"/>
                </a:lnTo>
                <a:lnTo>
                  <a:pt x="1143000" y="1504950"/>
                </a:lnTo>
                <a:lnTo>
                  <a:pt x="1123950" y="1504950"/>
                </a:lnTo>
                <a:lnTo>
                  <a:pt x="1123950" y="1485900"/>
                </a:lnTo>
                <a:lnTo>
                  <a:pt x="1114425" y="1485900"/>
                </a:lnTo>
                <a:close/>
                <a:moveTo>
                  <a:pt x="1152525" y="1476375"/>
                </a:moveTo>
                <a:lnTo>
                  <a:pt x="1162050" y="1476375"/>
                </a:lnTo>
                <a:lnTo>
                  <a:pt x="1162050" y="1495425"/>
                </a:lnTo>
                <a:lnTo>
                  <a:pt x="1152525" y="1495425"/>
                </a:lnTo>
                <a:close/>
                <a:moveTo>
                  <a:pt x="1171575" y="1476375"/>
                </a:moveTo>
                <a:lnTo>
                  <a:pt x="1304925" y="1476375"/>
                </a:lnTo>
                <a:lnTo>
                  <a:pt x="1304925" y="1485900"/>
                </a:lnTo>
                <a:lnTo>
                  <a:pt x="1295400" y="1485900"/>
                </a:lnTo>
                <a:lnTo>
                  <a:pt x="1295400" y="1495425"/>
                </a:lnTo>
                <a:lnTo>
                  <a:pt x="1304925" y="1495425"/>
                </a:lnTo>
                <a:lnTo>
                  <a:pt x="1304925" y="1504950"/>
                </a:lnTo>
                <a:lnTo>
                  <a:pt x="1219200" y="1504950"/>
                </a:lnTo>
                <a:lnTo>
                  <a:pt x="1219200" y="1495425"/>
                </a:lnTo>
                <a:lnTo>
                  <a:pt x="1209675" y="1495425"/>
                </a:lnTo>
                <a:lnTo>
                  <a:pt x="1209675" y="1504950"/>
                </a:lnTo>
                <a:lnTo>
                  <a:pt x="1200150" y="1504950"/>
                </a:lnTo>
                <a:lnTo>
                  <a:pt x="1200150" y="1495425"/>
                </a:lnTo>
                <a:lnTo>
                  <a:pt x="1190625" y="1495425"/>
                </a:lnTo>
                <a:lnTo>
                  <a:pt x="1190625" y="1504950"/>
                </a:lnTo>
                <a:lnTo>
                  <a:pt x="1181100" y="1504950"/>
                </a:lnTo>
                <a:lnTo>
                  <a:pt x="1181100" y="1485900"/>
                </a:lnTo>
                <a:lnTo>
                  <a:pt x="1171575" y="1485900"/>
                </a:lnTo>
                <a:close/>
                <a:moveTo>
                  <a:pt x="1647825" y="1476375"/>
                </a:moveTo>
                <a:lnTo>
                  <a:pt x="1657350" y="1476375"/>
                </a:lnTo>
                <a:lnTo>
                  <a:pt x="1657350" y="1485900"/>
                </a:lnTo>
                <a:lnTo>
                  <a:pt x="1685925" y="1485900"/>
                </a:lnTo>
                <a:lnTo>
                  <a:pt x="1685925" y="1495425"/>
                </a:lnTo>
                <a:lnTo>
                  <a:pt x="1704975" y="1495425"/>
                </a:lnTo>
                <a:lnTo>
                  <a:pt x="1704975" y="1504950"/>
                </a:lnTo>
                <a:lnTo>
                  <a:pt x="1724025" y="1504950"/>
                </a:lnTo>
                <a:lnTo>
                  <a:pt x="1724025" y="1514475"/>
                </a:lnTo>
                <a:lnTo>
                  <a:pt x="1695450" y="1514475"/>
                </a:lnTo>
                <a:lnTo>
                  <a:pt x="1695450" y="1504950"/>
                </a:lnTo>
                <a:lnTo>
                  <a:pt x="1638300" y="1504950"/>
                </a:lnTo>
                <a:lnTo>
                  <a:pt x="1638300" y="1495425"/>
                </a:lnTo>
                <a:lnTo>
                  <a:pt x="1647825" y="1495425"/>
                </a:lnTo>
                <a:close/>
                <a:moveTo>
                  <a:pt x="1704975" y="1476375"/>
                </a:moveTo>
                <a:lnTo>
                  <a:pt x="1714500" y="1476375"/>
                </a:lnTo>
                <a:lnTo>
                  <a:pt x="1714500" y="1485900"/>
                </a:lnTo>
                <a:lnTo>
                  <a:pt x="1704975" y="1485900"/>
                </a:lnTo>
                <a:close/>
                <a:moveTo>
                  <a:pt x="1047750" y="1485900"/>
                </a:moveTo>
                <a:lnTo>
                  <a:pt x="1114425" y="1485900"/>
                </a:lnTo>
                <a:lnTo>
                  <a:pt x="1114425" y="1495425"/>
                </a:lnTo>
                <a:lnTo>
                  <a:pt x="1095375" y="1495425"/>
                </a:lnTo>
                <a:lnTo>
                  <a:pt x="1095375" y="1504950"/>
                </a:lnTo>
                <a:lnTo>
                  <a:pt x="1047750" y="1504950"/>
                </a:lnTo>
                <a:close/>
                <a:moveTo>
                  <a:pt x="1485900" y="1485900"/>
                </a:moveTo>
                <a:lnTo>
                  <a:pt x="1514475" y="1485900"/>
                </a:lnTo>
                <a:lnTo>
                  <a:pt x="1514475" y="1476375"/>
                </a:lnTo>
                <a:lnTo>
                  <a:pt x="1485900" y="1476375"/>
                </a:lnTo>
                <a:close/>
                <a:moveTo>
                  <a:pt x="1400175" y="1495425"/>
                </a:moveTo>
                <a:lnTo>
                  <a:pt x="1409700" y="1495425"/>
                </a:lnTo>
                <a:lnTo>
                  <a:pt x="1409700" y="1504950"/>
                </a:lnTo>
                <a:lnTo>
                  <a:pt x="1400175" y="1504950"/>
                </a:lnTo>
                <a:close/>
                <a:moveTo>
                  <a:pt x="361950" y="1504950"/>
                </a:moveTo>
                <a:lnTo>
                  <a:pt x="381000" y="1504950"/>
                </a:lnTo>
                <a:lnTo>
                  <a:pt x="381000" y="1514475"/>
                </a:lnTo>
                <a:lnTo>
                  <a:pt x="361950" y="1514475"/>
                </a:lnTo>
                <a:close/>
                <a:moveTo>
                  <a:pt x="771525" y="1504950"/>
                </a:moveTo>
                <a:lnTo>
                  <a:pt x="781050" y="1504950"/>
                </a:lnTo>
                <a:lnTo>
                  <a:pt x="781050" y="1514475"/>
                </a:lnTo>
                <a:lnTo>
                  <a:pt x="771525" y="1514475"/>
                </a:lnTo>
                <a:close/>
                <a:moveTo>
                  <a:pt x="1104900" y="1504950"/>
                </a:moveTo>
                <a:lnTo>
                  <a:pt x="1123950" y="1504950"/>
                </a:lnTo>
                <a:lnTo>
                  <a:pt x="1123950" y="1514475"/>
                </a:lnTo>
                <a:lnTo>
                  <a:pt x="1104900" y="1514475"/>
                </a:lnTo>
                <a:close/>
                <a:moveTo>
                  <a:pt x="885825" y="1514475"/>
                </a:moveTo>
                <a:lnTo>
                  <a:pt x="895350" y="1514475"/>
                </a:lnTo>
                <a:lnTo>
                  <a:pt x="895350" y="1524000"/>
                </a:lnTo>
                <a:lnTo>
                  <a:pt x="885825" y="1524000"/>
                </a:lnTo>
                <a:close/>
                <a:moveTo>
                  <a:pt x="381000" y="1524000"/>
                </a:moveTo>
                <a:lnTo>
                  <a:pt x="390525" y="1524000"/>
                </a:lnTo>
                <a:lnTo>
                  <a:pt x="390525" y="1533525"/>
                </a:lnTo>
                <a:lnTo>
                  <a:pt x="400050" y="1533525"/>
                </a:lnTo>
                <a:lnTo>
                  <a:pt x="400050" y="1571625"/>
                </a:lnTo>
                <a:lnTo>
                  <a:pt x="390525" y="1571625"/>
                </a:lnTo>
                <a:lnTo>
                  <a:pt x="390525" y="1543050"/>
                </a:lnTo>
                <a:lnTo>
                  <a:pt x="381000" y="1543050"/>
                </a:lnTo>
                <a:close/>
                <a:moveTo>
                  <a:pt x="1047750" y="1524000"/>
                </a:moveTo>
                <a:lnTo>
                  <a:pt x="1057275" y="1524000"/>
                </a:lnTo>
                <a:lnTo>
                  <a:pt x="1057275" y="1533525"/>
                </a:lnTo>
                <a:lnTo>
                  <a:pt x="1047750" y="1533525"/>
                </a:lnTo>
                <a:close/>
                <a:moveTo>
                  <a:pt x="1571625" y="1524000"/>
                </a:moveTo>
                <a:lnTo>
                  <a:pt x="1581150" y="1524000"/>
                </a:lnTo>
                <a:lnTo>
                  <a:pt x="1581150" y="1533525"/>
                </a:lnTo>
                <a:lnTo>
                  <a:pt x="1590675" y="1533525"/>
                </a:lnTo>
                <a:lnTo>
                  <a:pt x="1590675" y="1524000"/>
                </a:lnTo>
                <a:lnTo>
                  <a:pt x="1600200" y="1524000"/>
                </a:lnTo>
                <a:lnTo>
                  <a:pt x="1600200" y="1533525"/>
                </a:lnTo>
                <a:lnTo>
                  <a:pt x="1590675" y="1533525"/>
                </a:lnTo>
                <a:lnTo>
                  <a:pt x="1590675" y="1543050"/>
                </a:lnTo>
                <a:lnTo>
                  <a:pt x="1600200" y="1543050"/>
                </a:lnTo>
                <a:lnTo>
                  <a:pt x="1600200" y="1562100"/>
                </a:lnTo>
                <a:lnTo>
                  <a:pt x="1590675" y="1562100"/>
                </a:lnTo>
                <a:lnTo>
                  <a:pt x="1590675" y="1581150"/>
                </a:lnTo>
                <a:lnTo>
                  <a:pt x="1581150" y="1581150"/>
                </a:lnTo>
                <a:lnTo>
                  <a:pt x="1581150" y="1600200"/>
                </a:lnTo>
                <a:lnTo>
                  <a:pt x="1571625" y="1600200"/>
                </a:lnTo>
                <a:lnTo>
                  <a:pt x="1571625" y="1581150"/>
                </a:lnTo>
                <a:lnTo>
                  <a:pt x="1562100" y="1581150"/>
                </a:lnTo>
                <a:lnTo>
                  <a:pt x="1562100" y="1571625"/>
                </a:lnTo>
                <a:lnTo>
                  <a:pt x="1581150" y="1571625"/>
                </a:lnTo>
                <a:lnTo>
                  <a:pt x="1581150" y="1562100"/>
                </a:lnTo>
                <a:lnTo>
                  <a:pt x="1562100" y="1562100"/>
                </a:lnTo>
                <a:lnTo>
                  <a:pt x="1562100" y="1543050"/>
                </a:lnTo>
                <a:lnTo>
                  <a:pt x="1571625" y="1543050"/>
                </a:lnTo>
                <a:close/>
                <a:moveTo>
                  <a:pt x="419100" y="1533525"/>
                </a:moveTo>
                <a:lnTo>
                  <a:pt x="428625" y="1533525"/>
                </a:lnTo>
                <a:lnTo>
                  <a:pt x="428625" y="1543050"/>
                </a:lnTo>
                <a:lnTo>
                  <a:pt x="419100" y="1543050"/>
                </a:lnTo>
                <a:close/>
                <a:moveTo>
                  <a:pt x="1000125" y="1533525"/>
                </a:moveTo>
                <a:lnTo>
                  <a:pt x="1019175" y="1533525"/>
                </a:lnTo>
                <a:lnTo>
                  <a:pt x="1019175" y="1543050"/>
                </a:lnTo>
                <a:lnTo>
                  <a:pt x="1000125" y="1543050"/>
                </a:lnTo>
                <a:close/>
                <a:moveTo>
                  <a:pt x="1647825" y="1533525"/>
                </a:moveTo>
                <a:lnTo>
                  <a:pt x="1666875" y="1533525"/>
                </a:lnTo>
                <a:lnTo>
                  <a:pt x="1666875" y="1543050"/>
                </a:lnTo>
                <a:lnTo>
                  <a:pt x="1647825" y="1543050"/>
                </a:lnTo>
                <a:close/>
                <a:moveTo>
                  <a:pt x="1676400" y="1533525"/>
                </a:moveTo>
                <a:lnTo>
                  <a:pt x="1685925" y="1533525"/>
                </a:lnTo>
                <a:lnTo>
                  <a:pt x="1685925" y="1543050"/>
                </a:lnTo>
                <a:lnTo>
                  <a:pt x="1676400" y="1543050"/>
                </a:lnTo>
                <a:close/>
                <a:moveTo>
                  <a:pt x="1695450" y="1533525"/>
                </a:moveTo>
                <a:lnTo>
                  <a:pt x="1704975" y="1533525"/>
                </a:lnTo>
                <a:lnTo>
                  <a:pt x="1704975" y="1543050"/>
                </a:lnTo>
                <a:lnTo>
                  <a:pt x="1695450" y="1543050"/>
                </a:lnTo>
                <a:close/>
                <a:moveTo>
                  <a:pt x="1685925" y="1543050"/>
                </a:moveTo>
                <a:lnTo>
                  <a:pt x="1695450" y="1543050"/>
                </a:lnTo>
                <a:lnTo>
                  <a:pt x="1695450" y="1562100"/>
                </a:lnTo>
                <a:lnTo>
                  <a:pt x="1685925" y="1562100"/>
                </a:lnTo>
                <a:close/>
                <a:moveTo>
                  <a:pt x="409575" y="1552575"/>
                </a:moveTo>
                <a:lnTo>
                  <a:pt x="419100" y="1552575"/>
                </a:lnTo>
                <a:lnTo>
                  <a:pt x="419100" y="1571625"/>
                </a:lnTo>
                <a:lnTo>
                  <a:pt x="438150" y="1571625"/>
                </a:lnTo>
                <a:lnTo>
                  <a:pt x="438150" y="1581150"/>
                </a:lnTo>
                <a:lnTo>
                  <a:pt x="428625" y="1581150"/>
                </a:lnTo>
                <a:lnTo>
                  <a:pt x="428625" y="1590675"/>
                </a:lnTo>
                <a:lnTo>
                  <a:pt x="419100" y="1590675"/>
                </a:lnTo>
                <a:lnTo>
                  <a:pt x="419100" y="1600200"/>
                </a:lnTo>
                <a:lnTo>
                  <a:pt x="409575" y="1600200"/>
                </a:lnTo>
                <a:close/>
                <a:moveTo>
                  <a:pt x="895350" y="1552575"/>
                </a:moveTo>
                <a:lnTo>
                  <a:pt x="904875" y="1552575"/>
                </a:lnTo>
                <a:lnTo>
                  <a:pt x="904875" y="1562100"/>
                </a:lnTo>
                <a:lnTo>
                  <a:pt x="914400" y="1562100"/>
                </a:lnTo>
                <a:lnTo>
                  <a:pt x="914400" y="1581150"/>
                </a:lnTo>
                <a:lnTo>
                  <a:pt x="904875" y="1581150"/>
                </a:lnTo>
                <a:lnTo>
                  <a:pt x="904875" y="1571625"/>
                </a:lnTo>
                <a:lnTo>
                  <a:pt x="885825" y="1571625"/>
                </a:lnTo>
                <a:lnTo>
                  <a:pt x="885825" y="1562100"/>
                </a:lnTo>
                <a:lnTo>
                  <a:pt x="895350" y="1562100"/>
                </a:lnTo>
                <a:close/>
                <a:moveTo>
                  <a:pt x="1047750" y="1552575"/>
                </a:moveTo>
                <a:lnTo>
                  <a:pt x="1057275" y="1552575"/>
                </a:lnTo>
                <a:lnTo>
                  <a:pt x="1057275" y="1562100"/>
                </a:lnTo>
                <a:lnTo>
                  <a:pt x="1047750" y="1562100"/>
                </a:lnTo>
                <a:close/>
                <a:moveTo>
                  <a:pt x="1066800" y="1552575"/>
                </a:moveTo>
                <a:lnTo>
                  <a:pt x="1076325" y="1552575"/>
                </a:lnTo>
                <a:lnTo>
                  <a:pt x="1076325" y="1562100"/>
                </a:lnTo>
                <a:lnTo>
                  <a:pt x="1066800" y="1562100"/>
                </a:lnTo>
                <a:close/>
                <a:moveTo>
                  <a:pt x="1600200" y="1562100"/>
                </a:moveTo>
                <a:lnTo>
                  <a:pt x="1609725" y="1562100"/>
                </a:lnTo>
                <a:lnTo>
                  <a:pt x="1609725" y="1571625"/>
                </a:lnTo>
                <a:lnTo>
                  <a:pt x="1600200" y="1571625"/>
                </a:lnTo>
                <a:close/>
                <a:moveTo>
                  <a:pt x="1028700" y="1571625"/>
                </a:moveTo>
                <a:lnTo>
                  <a:pt x="1038225" y="1571625"/>
                </a:lnTo>
                <a:lnTo>
                  <a:pt x="1038225" y="1581150"/>
                </a:lnTo>
                <a:lnTo>
                  <a:pt x="1028700" y="1581150"/>
                </a:lnTo>
                <a:close/>
                <a:moveTo>
                  <a:pt x="1066800" y="1571625"/>
                </a:moveTo>
                <a:lnTo>
                  <a:pt x="1076325" y="1571625"/>
                </a:lnTo>
                <a:lnTo>
                  <a:pt x="1076325" y="1581150"/>
                </a:lnTo>
                <a:lnTo>
                  <a:pt x="1066800" y="1581150"/>
                </a:lnTo>
                <a:close/>
                <a:moveTo>
                  <a:pt x="1609725" y="1571625"/>
                </a:moveTo>
                <a:lnTo>
                  <a:pt x="1619250" y="1571625"/>
                </a:lnTo>
                <a:lnTo>
                  <a:pt x="1619250" y="1581150"/>
                </a:lnTo>
                <a:lnTo>
                  <a:pt x="1609725" y="1581150"/>
                </a:lnTo>
                <a:close/>
                <a:moveTo>
                  <a:pt x="981075" y="1590675"/>
                </a:moveTo>
                <a:lnTo>
                  <a:pt x="990600" y="1590675"/>
                </a:lnTo>
                <a:lnTo>
                  <a:pt x="990600" y="1609725"/>
                </a:lnTo>
                <a:lnTo>
                  <a:pt x="971550" y="1609725"/>
                </a:lnTo>
                <a:lnTo>
                  <a:pt x="971550" y="1600200"/>
                </a:lnTo>
                <a:lnTo>
                  <a:pt x="981075" y="1600200"/>
                </a:lnTo>
                <a:close/>
                <a:moveTo>
                  <a:pt x="1019175" y="1590675"/>
                </a:moveTo>
                <a:lnTo>
                  <a:pt x="1028700" y="1590675"/>
                </a:lnTo>
                <a:lnTo>
                  <a:pt x="1028700" y="1600200"/>
                </a:lnTo>
                <a:lnTo>
                  <a:pt x="1038225" y="1600200"/>
                </a:lnTo>
                <a:lnTo>
                  <a:pt x="1038225" y="1609725"/>
                </a:lnTo>
                <a:lnTo>
                  <a:pt x="1009650" y="1609725"/>
                </a:lnTo>
                <a:lnTo>
                  <a:pt x="1009650" y="1600200"/>
                </a:lnTo>
                <a:lnTo>
                  <a:pt x="1019175" y="1600200"/>
                </a:lnTo>
                <a:close/>
                <a:moveTo>
                  <a:pt x="1219200" y="1590675"/>
                </a:moveTo>
                <a:lnTo>
                  <a:pt x="1228725" y="1590675"/>
                </a:lnTo>
                <a:lnTo>
                  <a:pt x="1228725" y="1600200"/>
                </a:lnTo>
                <a:lnTo>
                  <a:pt x="1219200" y="1600200"/>
                </a:lnTo>
                <a:close/>
                <a:moveTo>
                  <a:pt x="1590675" y="1590675"/>
                </a:moveTo>
                <a:lnTo>
                  <a:pt x="1600200" y="1590675"/>
                </a:lnTo>
                <a:lnTo>
                  <a:pt x="1600200" y="1600200"/>
                </a:lnTo>
                <a:lnTo>
                  <a:pt x="1590675" y="1600200"/>
                </a:lnTo>
                <a:close/>
                <a:moveTo>
                  <a:pt x="1619250" y="1590675"/>
                </a:moveTo>
                <a:lnTo>
                  <a:pt x="1628775" y="1590675"/>
                </a:lnTo>
                <a:lnTo>
                  <a:pt x="1628775" y="1600200"/>
                </a:lnTo>
                <a:lnTo>
                  <a:pt x="1619250" y="1600200"/>
                </a:lnTo>
                <a:close/>
                <a:moveTo>
                  <a:pt x="819150" y="1600200"/>
                </a:moveTo>
                <a:lnTo>
                  <a:pt x="857250" y="1600200"/>
                </a:lnTo>
                <a:lnTo>
                  <a:pt x="857250" y="1609725"/>
                </a:lnTo>
                <a:lnTo>
                  <a:pt x="838200" y="1609725"/>
                </a:lnTo>
                <a:lnTo>
                  <a:pt x="838200" y="1619250"/>
                </a:lnTo>
                <a:lnTo>
                  <a:pt x="819150" y="1619250"/>
                </a:lnTo>
                <a:close/>
                <a:moveTo>
                  <a:pt x="923925" y="1600200"/>
                </a:moveTo>
                <a:lnTo>
                  <a:pt x="962025" y="1600200"/>
                </a:lnTo>
                <a:lnTo>
                  <a:pt x="962025" y="1609725"/>
                </a:lnTo>
                <a:lnTo>
                  <a:pt x="923925" y="1609725"/>
                </a:lnTo>
                <a:close/>
                <a:moveTo>
                  <a:pt x="1085850" y="1600200"/>
                </a:moveTo>
                <a:lnTo>
                  <a:pt x="1104900" y="1600200"/>
                </a:lnTo>
                <a:lnTo>
                  <a:pt x="1104900" y="1609725"/>
                </a:lnTo>
                <a:lnTo>
                  <a:pt x="1085850" y="1609725"/>
                </a:lnTo>
                <a:close/>
                <a:moveTo>
                  <a:pt x="1133475" y="1600200"/>
                </a:moveTo>
                <a:lnTo>
                  <a:pt x="1171575" y="1600200"/>
                </a:lnTo>
                <a:lnTo>
                  <a:pt x="1171575" y="1609725"/>
                </a:lnTo>
                <a:lnTo>
                  <a:pt x="1133475" y="1609725"/>
                </a:lnTo>
                <a:close/>
                <a:moveTo>
                  <a:pt x="1238250" y="1600200"/>
                </a:moveTo>
                <a:lnTo>
                  <a:pt x="1247775" y="1600200"/>
                </a:lnTo>
                <a:lnTo>
                  <a:pt x="1247775" y="1609725"/>
                </a:lnTo>
                <a:lnTo>
                  <a:pt x="1238250" y="1609725"/>
                </a:lnTo>
                <a:close/>
                <a:moveTo>
                  <a:pt x="1266825" y="1600200"/>
                </a:moveTo>
                <a:lnTo>
                  <a:pt x="1295400" y="1600200"/>
                </a:lnTo>
                <a:lnTo>
                  <a:pt x="1295400" y="1609725"/>
                </a:lnTo>
                <a:lnTo>
                  <a:pt x="1266825" y="1609725"/>
                </a:lnTo>
                <a:close/>
                <a:moveTo>
                  <a:pt x="1304925" y="1600200"/>
                </a:moveTo>
                <a:lnTo>
                  <a:pt x="1314450" y="1600200"/>
                </a:lnTo>
                <a:lnTo>
                  <a:pt x="1314450" y="1609725"/>
                </a:lnTo>
                <a:lnTo>
                  <a:pt x="1304925" y="1609725"/>
                </a:lnTo>
                <a:close/>
                <a:moveTo>
                  <a:pt x="1371600" y="1600200"/>
                </a:moveTo>
                <a:lnTo>
                  <a:pt x="1428750" y="1600200"/>
                </a:lnTo>
                <a:lnTo>
                  <a:pt x="1428750" y="1609725"/>
                </a:lnTo>
                <a:lnTo>
                  <a:pt x="1371600" y="1609725"/>
                </a:lnTo>
                <a:close/>
                <a:moveTo>
                  <a:pt x="1485900" y="1600200"/>
                </a:moveTo>
                <a:lnTo>
                  <a:pt x="1524000" y="1600200"/>
                </a:lnTo>
                <a:lnTo>
                  <a:pt x="1524000" y="1609725"/>
                </a:lnTo>
                <a:lnTo>
                  <a:pt x="1485900" y="1609725"/>
                </a:lnTo>
                <a:close/>
                <a:moveTo>
                  <a:pt x="1609725" y="1600200"/>
                </a:moveTo>
                <a:lnTo>
                  <a:pt x="1619250" y="1600200"/>
                </a:lnTo>
                <a:lnTo>
                  <a:pt x="1619250" y="1609725"/>
                </a:lnTo>
                <a:lnTo>
                  <a:pt x="1609725" y="1609725"/>
                </a:lnTo>
                <a:close/>
                <a:moveTo>
                  <a:pt x="1066800" y="1609725"/>
                </a:moveTo>
                <a:lnTo>
                  <a:pt x="1076325" y="1609725"/>
                </a:lnTo>
                <a:lnTo>
                  <a:pt x="1076325" y="1619250"/>
                </a:lnTo>
                <a:lnTo>
                  <a:pt x="1066800" y="1619250"/>
                </a:lnTo>
                <a:close/>
                <a:moveTo>
                  <a:pt x="1247775" y="1609725"/>
                </a:moveTo>
                <a:lnTo>
                  <a:pt x="1257300" y="1609725"/>
                </a:lnTo>
                <a:lnTo>
                  <a:pt x="1257300" y="1619250"/>
                </a:lnTo>
                <a:lnTo>
                  <a:pt x="1247775" y="1619250"/>
                </a:lnTo>
                <a:close/>
                <a:moveTo>
                  <a:pt x="1457325" y="1609725"/>
                </a:moveTo>
                <a:lnTo>
                  <a:pt x="1466850" y="1609725"/>
                </a:lnTo>
                <a:lnTo>
                  <a:pt x="1466850" y="1619250"/>
                </a:lnTo>
                <a:lnTo>
                  <a:pt x="1457325" y="1619250"/>
                </a:lnTo>
                <a:close/>
                <a:moveTo>
                  <a:pt x="1562100" y="1609725"/>
                </a:moveTo>
                <a:lnTo>
                  <a:pt x="1590675" y="1609725"/>
                </a:lnTo>
                <a:lnTo>
                  <a:pt x="1590675" y="1628775"/>
                </a:lnTo>
                <a:lnTo>
                  <a:pt x="1600200" y="1628775"/>
                </a:lnTo>
                <a:lnTo>
                  <a:pt x="1600200" y="1619250"/>
                </a:lnTo>
                <a:lnTo>
                  <a:pt x="1619250" y="1619250"/>
                </a:lnTo>
                <a:lnTo>
                  <a:pt x="1619250" y="1628775"/>
                </a:lnTo>
                <a:lnTo>
                  <a:pt x="1609725" y="1628775"/>
                </a:lnTo>
                <a:lnTo>
                  <a:pt x="1609725" y="1638300"/>
                </a:lnTo>
                <a:lnTo>
                  <a:pt x="1581150" y="1638300"/>
                </a:lnTo>
                <a:lnTo>
                  <a:pt x="1581150" y="1628775"/>
                </a:lnTo>
                <a:lnTo>
                  <a:pt x="1562100" y="1628775"/>
                </a:lnTo>
                <a:close/>
                <a:moveTo>
                  <a:pt x="409575" y="1619250"/>
                </a:moveTo>
                <a:lnTo>
                  <a:pt x="419100" y="1619250"/>
                </a:lnTo>
                <a:lnTo>
                  <a:pt x="419100" y="1628775"/>
                </a:lnTo>
                <a:lnTo>
                  <a:pt x="409575" y="1628775"/>
                </a:lnTo>
                <a:close/>
                <a:moveTo>
                  <a:pt x="400050" y="1628775"/>
                </a:moveTo>
                <a:lnTo>
                  <a:pt x="409575" y="1628775"/>
                </a:lnTo>
                <a:lnTo>
                  <a:pt x="409575" y="1638300"/>
                </a:lnTo>
                <a:lnTo>
                  <a:pt x="400050" y="1638300"/>
                </a:lnTo>
                <a:close/>
                <a:moveTo>
                  <a:pt x="1200150" y="1628775"/>
                </a:moveTo>
                <a:lnTo>
                  <a:pt x="1228725" y="1628775"/>
                </a:lnTo>
                <a:lnTo>
                  <a:pt x="1228725" y="1638300"/>
                </a:lnTo>
                <a:lnTo>
                  <a:pt x="1200150" y="1638300"/>
                </a:lnTo>
                <a:close/>
                <a:moveTo>
                  <a:pt x="1362075" y="1628775"/>
                </a:moveTo>
                <a:lnTo>
                  <a:pt x="1371600" y="1628775"/>
                </a:lnTo>
                <a:lnTo>
                  <a:pt x="1371600" y="1638300"/>
                </a:lnTo>
                <a:lnTo>
                  <a:pt x="1362075" y="1638300"/>
                </a:lnTo>
                <a:close/>
                <a:moveTo>
                  <a:pt x="1647825" y="1628775"/>
                </a:moveTo>
                <a:lnTo>
                  <a:pt x="1657350" y="1628775"/>
                </a:lnTo>
                <a:lnTo>
                  <a:pt x="1657350" y="1638300"/>
                </a:lnTo>
                <a:lnTo>
                  <a:pt x="1647825" y="1638300"/>
                </a:lnTo>
                <a:close/>
                <a:moveTo>
                  <a:pt x="1143000" y="1638300"/>
                </a:moveTo>
                <a:lnTo>
                  <a:pt x="1171575" y="1638300"/>
                </a:lnTo>
                <a:lnTo>
                  <a:pt x="1171575" y="1647825"/>
                </a:lnTo>
                <a:lnTo>
                  <a:pt x="1143000" y="1647825"/>
                </a:lnTo>
                <a:close/>
                <a:moveTo>
                  <a:pt x="1352550" y="1638300"/>
                </a:moveTo>
                <a:lnTo>
                  <a:pt x="1362075" y="1638300"/>
                </a:lnTo>
                <a:lnTo>
                  <a:pt x="1362075" y="1647825"/>
                </a:lnTo>
                <a:lnTo>
                  <a:pt x="1352550" y="1647825"/>
                </a:lnTo>
                <a:close/>
                <a:moveTo>
                  <a:pt x="1724025" y="1638300"/>
                </a:moveTo>
                <a:lnTo>
                  <a:pt x="1733550" y="1638300"/>
                </a:lnTo>
                <a:lnTo>
                  <a:pt x="1733550" y="1647825"/>
                </a:lnTo>
                <a:lnTo>
                  <a:pt x="1724025" y="1647825"/>
                </a:lnTo>
                <a:close/>
                <a:moveTo>
                  <a:pt x="381000" y="1647825"/>
                </a:moveTo>
                <a:lnTo>
                  <a:pt x="390525" y="1647825"/>
                </a:lnTo>
                <a:lnTo>
                  <a:pt x="390525" y="1657350"/>
                </a:lnTo>
                <a:lnTo>
                  <a:pt x="381000" y="1657350"/>
                </a:lnTo>
                <a:close/>
                <a:moveTo>
                  <a:pt x="371475" y="1657350"/>
                </a:moveTo>
                <a:lnTo>
                  <a:pt x="381000" y="1657350"/>
                </a:lnTo>
                <a:lnTo>
                  <a:pt x="381000" y="1666875"/>
                </a:lnTo>
                <a:lnTo>
                  <a:pt x="371475" y="1666875"/>
                </a:lnTo>
                <a:close/>
                <a:moveTo>
                  <a:pt x="361950" y="1666875"/>
                </a:moveTo>
                <a:lnTo>
                  <a:pt x="371475" y="1666875"/>
                </a:lnTo>
                <a:lnTo>
                  <a:pt x="371475" y="1676400"/>
                </a:lnTo>
                <a:lnTo>
                  <a:pt x="361950" y="1676400"/>
                </a:lnTo>
                <a:close/>
                <a:moveTo>
                  <a:pt x="933450" y="1666875"/>
                </a:moveTo>
                <a:lnTo>
                  <a:pt x="942975" y="1666875"/>
                </a:lnTo>
                <a:lnTo>
                  <a:pt x="942975" y="1676400"/>
                </a:lnTo>
                <a:lnTo>
                  <a:pt x="933450" y="1676400"/>
                </a:lnTo>
                <a:close/>
                <a:moveTo>
                  <a:pt x="1143000" y="1666875"/>
                </a:moveTo>
                <a:lnTo>
                  <a:pt x="1162050" y="1666875"/>
                </a:lnTo>
                <a:lnTo>
                  <a:pt x="1162050" y="1676400"/>
                </a:lnTo>
                <a:lnTo>
                  <a:pt x="1143000" y="1676400"/>
                </a:lnTo>
                <a:close/>
                <a:moveTo>
                  <a:pt x="1704975" y="1666875"/>
                </a:moveTo>
                <a:lnTo>
                  <a:pt x="1714500" y="1666875"/>
                </a:lnTo>
                <a:lnTo>
                  <a:pt x="1714500" y="1695450"/>
                </a:lnTo>
                <a:lnTo>
                  <a:pt x="1724025" y="1695450"/>
                </a:lnTo>
                <a:lnTo>
                  <a:pt x="1724025" y="1685925"/>
                </a:lnTo>
                <a:lnTo>
                  <a:pt x="1733550" y="1685925"/>
                </a:lnTo>
                <a:lnTo>
                  <a:pt x="1733550" y="1695450"/>
                </a:lnTo>
                <a:lnTo>
                  <a:pt x="1743075" y="1695450"/>
                </a:lnTo>
                <a:lnTo>
                  <a:pt x="1743075" y="1714500"/>
                </a:lnTo>
                <a:lnTo>
                  <a:pt x="1733550" y="1714500"/>
                </a:lnTo>
                <a:lnTo>
                  <a:pt x="1733550" y="1724025"/>
                </a:lnTo>
                <a:lnTo>
                  <a:pt x="1724025" y="1724025"/>
                </a:lnTo>
                <a:lnTo>
                  <a:pt x="1724025" y="1714500"/>
                </a:lnTo>
                <a:lnTo>
                  <a:pt x="1704975" y="1714500"/>
                </a:lnTo>
                <a:close/>
                <a:moveTo>
                  <a:pt x="371475" y="1676400"/>
                </a:moveTo>
                <a:lnTo>
                  <a:pt x="381000" y="1676400"/>
                </a:lnTo>
                <a:lnTo>
                  <a:pt x="381000" y="1685925"/>
                </a:lnTo>
                <a:lnTo>
                  <a:pt x="371475" y="1685925"/>
                </a:lnTo>
                <a:close/>
                <a:moveTo>
                  <a:pt x="1200150" y="1676400"/>
                </a:moveTo>
                <a:lnTo>
                  <a:pt x="1228725" y="1676400"/>
                </a:lnTo>
                <a:lnTo>
                  <a:pt x="1228725" y="1685925"/>
                </a:lnTo>
                <a:lnTo>
                  <a:pt x="1200150" y="1685925"/>
                </a:lnTo>
                <a:close/>
                <a:moveTo>
                  <a:pt x="1257300" y="1676400"/>
                </a:moveTo>
                <a:lnTo>
                  <a:pt x="1266825" y="1676400"/>
                </a:lnTo>
                <a:lnTo>
                  <a:pt x="1266825" y="1685925"/>
                </a:lnTo>
                <a:lnTo>
                  <a:pt x="1257300" y="1685925"/>
                </a:lnTo>
                <a:close/>
                <a:moveTo>
                  <a:pt x="1295400" y="1676400"/>
                </a:moveTo>
                <a:lnTo>
                  <a:pt x="1304925" y="1676400"/>
                </a:lnTo>
                <a:lnTo>
                  <a:pt x="1304925" y="1685925"/>
                </a:lnTo>
                <a:lnTo>
                  <a:pt x="1295400" y="1685925"/>
                </a:lnTo>
                <a:close/>
                <a:moveTo>
                  <a:pt x="695325" y="1685925"/>
                </a:moveTo>
                <a:lnTo>
                  <a:pt x="704850" y="1685925"/>
                </a:lnTo>
                <a:lnTo>
                  <a:pt x="704850" y="1695450"/>
                </a:lnTo>
                <a:lnTo>
                  <a:pt x="695325" y="1695450"/>
                </a:lnTo>
                <a:close/>
                <a:moveTo>
                  <a:pt x="895350" y="1685925"/>
                </a:moveTo>
                <a:lnTo>
                  <a:pt x="904875" y="1685925"/>
                </a:lnTo>
                <a:lnTo>
                  <a:pt x="904875" y="1695450"/>
                </a:lnTo>
                <a:lnTo>
                  <a:pt x="895350" y="1695450"/>
                </a:lnTo>
                <a:close/>
                <a:moveTo>
                  <a:pt x="1323975" y="1685925"/>
                </a:moveTo>
                <a:lnTo>
                  <a:pt x="1343025" y="1685925"/>
                </a:lnTo>
                <a:lnTo>
                  <a:pt x="1343025" y="1695450"/>
                </a:lnTo>
                <a:lnTo>
                  <a:pt x="1323975" y="1695450"/>
                </a:lnTo>
                <a:close/>
                <a:moveTo>
                  <a:pt x="352425" y="1695450"/>
                </a:moveTo>
                <a:lnTo>
                  <a:pt x="371475" y="1695450"/>
                </a:lnTo>
                <a:lnTo>
                  <a:pt x="371475" y="1704975"/>
                </a:lnTo>
                <a:lnTo>
                  <a:pt x="352425" y="1704975"/>
                </a:lnTo>
                <a:close/>
                <a:moveTo>
                  <a:pt x="552450" y="1695450"/>
                </a:moveTo>
                <a:lnTo>
                  <a:pt x="571500" y="1695450"/>
                </a:lnTo>
                <a:lnTo>
                  <a:pt x="571500" y="1704975"/>
                </a:lnTo>
                <a:lnTo>
                  <a:pt x="561975" y="1704975"/>
                </a:lnTo>
                <a:lnTo>
                  <a:pt x="561975" y="1714500"/>
                </a:lnTo>
                <a:lnTo>
                  <a:pt x="552450" y="1714500"/>
                </a:lnTo>
                <a:close/>
                <a:moveTo>
                  <a:pt x="1266825" y="1695450"/>
                </a:moveTo>
                <a:lnTo>
                  <a:pt x="1285875" y="1695450"/>
                </a:lnTo>
                <a:lnTo>
                  <a:pt x="1285875" y="1704975"/>
                </a:lnTo>
                <a:lnTo>
                  <a:pt x="1266825" y="1704975"/>
                </a:lnTo>
                <a:close/>
                <a:moveTo>
                  <a:pt x="1333500" y="1704975"/>
                </a:moveTo>
                <a:lnTo>
                  <a:pt x="1343025" y="1704975"/>
                </a:lnTo>
                <a:lnTo>
                  <a:pt x="1343025" y="1714500"/>
                </a:lnTo>
                <a:lnTo>
                  <a:pt x="1333500" y="1714500"/>
                </a:lnTo>
                <a:close/>
                <a:moveTo>
                  <a:pt x="180975" y="1714500"/>
                </a:moveTo>
                <a:lnTo>
                  <a:pt x="190500" y="1714500"/>
                </a:lnTo>
                <a:lnTo>
                  <a:pt x="190500" y="1743075"/>
                </a:lnTo>
                <a:lnTo>
                  <a:pt x="180975" y="1743075"/>
                </a:lnTo>
                <a:close/>
                <a:moveTo>
                  <a:pt x="628650" y="1714500"/>
                </a:moveTo>
                <a:lnTo>
                  <a:pt x="638175" y="1714500"/>
                </a:lnTo>
                <a:lnTo>
                  <a:pt x="638175" y="1733550"/>
                </a:lnTo>
                <a:lnTo>
                  <a:pt x="628650" y="1733550"/>
                </a:lnTo>
                <a:close/>
                <a:moveTo>
                  <a:pt x="923925" y="1714500"/>
                </a:moveTo>
                <a:lnTo>
                  <a:pt x="933450" y="1714500"/>
                </a:lnTo>
                <a:lnTo>
                  <a:pt x="933450" y="1724025"/>
                </a:lnTo>
                <a:lnTo>
                  <a:pt x="923925" y="1724025"/>
                </a:lnTo>
                <a:close/>
                <a:moveTo>
                  <a:pt x="333375" y="1724025"/>
                </a:moveTo>
                <a:lnTo>
                  <a:pt x="352425" y="1724025"/>
                </a:lnTo>
                <a:lnTo>
                  <a:pt x="352425" y="1733550"/>
                </a:lnTo>
                <a:lnTo>
                  <a:pt x="333375" y="1733550"/>
                </a:lnTo>
                <a:close/>
                <a:moveTo>
                  <a:pt x="714375" y="1724025"/>
                </a:moveTo>
                <a:lnTo>
                  <a:pt x="733425" y="1724025"/>
                </a:lnTo>
                <a:lnTo>
                  <a:pt x="733425" y="1733550"/>
                </a:lnTo>
                <a:lnTo>
                  <a:pt x="714375" y="1733550"/>
                </a:lnTo>
                <a:close/>
                <a:moveTo>
                  <a:pt x="914400" y="1724025"/>
                </a:moveTo>
                <a:lnTo>
                  <a:pt x="923925" y="1724025"/>
                </a:lnTo>
                <a:lnTo>
                  <a:pt x="923925" y="1733550"/>
                </a:lnTo>
                <a:lnTo>
                  <a:pt x="914400" y="1733550"/>
                </a:lnTo>
                <a:close/>
                <a:moveTo>
                  <a:pt x="1323975" y="1724025"/>
                </a:moveTo>
                <a:lnTo>
                  <a:pt x="1343025" y="1724025"/>
                </a:lnTo>
                <a:lnTo>
                  <a:pt x="1343025" y="1733550"/>
                </a:lnTo>
                <a:lnTo>
                  <a:pt x="1323975" y="1733550"/>
                </a:lnTo>
                <a:close/>
                <a:moveTo>
                  <a:pt x="1562100" y="1724025"/>
                </a:moveTo>
                <a:lnTo>
                  <a:pt x="1590675" y="1724025"/>
                </a:lnTo>
                <a:lnTo>
                  <a:pt x="1590675" y="1733550"/>
                </a:lnTo>
                <a:lnTo>
                  <a:pt x="1562100" y="1733550"/>
                </a:lnTo>
                <a:close/>
                <a:moveTo>
                  <a:pt x="1695450" y="1724025"/>
                </a:moveTo>
                <a:lnTo>
                  <a:pt x="1704975" y="1724025"/>
                </a:lnTo>
                <a:lnTo>
                  <a:pt x="1704975" y="1733550"/>
                </a:lnTo>
                <a:lnTo>
                  <a:pt x="1695450" y="1733550"/>
                </a:lnTo>
                <a:close/>
                <a:moveTo>
                  <a:pt x="200025" y="1733550"/>
                </a:moveTo>
                <a:lnTo>
                  <a:pt x="209550" y="1733550"/>
                </a:lnTo>
                <a:lnTo>
                  <a:pt x="209550" y="1752600"/>
                </a:lnTo>
                <a:lnTo>
                  <a:pt x="200025" y="1752600"/>
                </a:lnTo>
                <a:close/>
                <a:moveTo>
                  <a:pt x="247650" y="1752600"/>
                </a:moveTo>
                <a:lnTo>
                  <a:pt x="266700" y="1752600"/>
                </a:lnTo>
                <a:lnTo>
                  <a:pt x="266700" y="1762125"/>
                </a:lnTo>
                <a:lnTo>
                  <a:pt x="247650" y="1762125"/>
                </a:lnTo>
                <a:close/>
                <a:moveTo>
                  <a:pt x="1495425" y="1752600"/>
                </a:moveTo>
                <a:lnTo>
                  <a:pt x="1504950" y="1752600"/>
                </a:lnTo>
                <a:lnTo>
                  <a:pt x="1504950" y="1762125"/>
                </a:lnTo>
                <a:lnTo>
                  <a:pt x="1495425" y="1762125"/>
                </a:lnTo>
                <a:close/>
                <a:moveTo>
                  <a:pt x="1524000" y="1752600"/>
                </a:moveTo>
                <a:lnTo>
                  <a:pt x="1533525" y="1752600"/>
                </a:lnTo>
                <a:lnTo>
                  <a:pt x="1533525" y="1762125"/>
                </a:lnTo>
                <a:lnTo>
                  <a:pt x="1524000" y="1762125"/>
                </a:lnTo>
                <a:close/>
                <a:moveTo>
                  <a:pt x="1543050" y="1752600"/>
                </a:moveTo>
                <a:lnTo>
                  <a:pt x="1562100" y="1752600"/>
                </a:lnTo>
                <a:lnTo>
                  <a:pt x="1562100" y="1762125"/>
                </a:lnTo>
                <a:lnTo>
                  <a:pt x="1543050" y="1762125"/>
                </a:lnTo>
                <a:close/>
                <a:moveTo>
                  <a:pt x="1638300" y="1752600"/>
                </a:moveTo>
                <a:lnTo>
                  <a:pt x="1657350" y="1752600"/>
                </a:lnTo>
                <a:lnTo>
                  <a:pt x="1657350" y="1762125"/>
                </a:lnTo>
                <a:lnTo>
                  <a:pt x="1647825" y="1762125"/>
                </a:lnTo>
                <a:lnTo>
                  <a:pt x="1647825" y="1771650"/>
                </a:lnTo>
                <a:lnTo>
                  <a:pt x="1619250" y="1771650"/>
                </a:lnTo>
                <a:lnTo>
                  <a:pt x="1619250" y="1762125"/>
                </a:lnTo>
                <a:lnTo>
                  <a:pt x="1638300" y="1762125"/>
                </a:lnTo>
                <a:close/>
                <a:moveTo>
                  <a:pt x="266700" y="1762125"/>
                </a:moveTo>
                <a:lnTo>
                  <a:pt x="276225" y="1762125"/>
                </a:lnTo>
                <a:lnTo>
                  <a:pt x="276225" y="1781175"/>
                </a:lnTo>
                <a:lnTo>
                  <a:pt x="257175" y="1781175"/>
                </a:lnTo>
                <a:lnTo>
                  <a:pt x="257175" y="1771650"/>
                </a:lnTo>
                <a:lnTo>
                  <a:pt x="266700" y="1771650"/>
                </a:lnTo>
                <a:close/>
                <a:moveTo>
                  <a:pt x="447675" y="1762125"/>
                </a:moveTo>
                <a:lnTo>
                  <a:pt x="466725" y="1762125"/>
                </a:lnTo>
                <a:lnTo>
                  <a:pt x="466725" y="1781175"/>
                </a:lnTo>
                <a:lnTo>
                  <a:pt x="457200" y="1781175"/>
                </a:lnTo>
                <a:lnTo>
                  <a:pt x="457200" y="1771650"/>
                </a:lnTo>
                <a:lnTo>
                  <a:pt x="447675" y="1771650"/>
                </a:lnTo>
                <a:close/>
                <a:moveTo>
                  <a:pt x="723900" y="1762125"/>
                </a:moveTo>
                <a:lnTo>
                  <a:pt x="742950" y="1762125"/>
                </a:lnTo>
                <a:lnTo>
                  <a:pt x="742950" y="1771650"/>
                </a:lnTo>
                <a:lnTo>
                  <a:pt x="723900" y="1771650"/>
                </a:lnTo>
                <a:close/>
                <a:moveTo>
                  <a:pt x="933450" y="1762125"/>
                </a:moveTo>
                <a:lnTo>
                  <a:pt x="971550" y="1762125"/>
                </a:lnTo>
                <a:lnTo>
                  <a:pt x="971550" y="1771650"/>
                </a:lnTo>
                <a:lnTo>
                  <a:pt x="933450" y="1771650"/>
                </a:lnTo>
                <a:close/>
                <a:moveTo>
                  <a:pt x="1228725" y="1762125"/>
                </a:moveTo>
                <a:lnTo>
                  <a:pt x="1238250" y="1762125"/>
                </a:lnTo>
                <a:lnTo>
                  <a:pt x="1238250" y="1771650"/>
                </a:lnTo>
                <a:lnTo>
                  <a:pt x="1228725" y="1771650"/>
                </a:lnTo>
                <a:close/>
                <a:moveTo>
                  <a:pt x="1504950" y="1762125"/>
                </a:moveTo>
                <a:lnTo>
                  <a:pt x="1524000" y="1762125"/>
                </a:lnTo>
                <a:lnTo>
                  <a:pt x="1524000" y="1771650"/>
                </a:lnTo>
                <a:lnTo>
                  <a:pt x="1504950" y="1771650"/>
                </a:lnTo>
                <a:close/>
                <a:moveTo>
                  <a:pt x="1685925" y="1762125"/>
                </a:moveTo>
                <a:lnTo>
                  <a:pt x="1704975" y="1762125"/>
                </a:lnTo>
                <a:lnTo>
                  <a:pt x="1704975" y="1781175"/>
                </a:lnTo>
                <a:lnTo>
                  <a:pt x="1685925" y="1781175"/>
                </a:lnTo>
                <a:close/>
                <a:moveTo>
                  <a:pt x="142875" y="1771650"/>
                </a:moveTo>
                <a:lnTo>
                  <a:pt x="152400" y="1771650"/>
                </a:lnTo>
                <a:lnTo>
                  <a:pt x="152400" y="1781175"/>
                </a:lnTo>
                <a:lnTo>
                  <a:pt x="142875" y="1781175"/>
                </a:lnTo>
                <a:close/>
                <a:moveTo>
                  <a:pt x="342900" y="1771650"/>
                </a:moveTo>
                <a:lnTo>
                  <a:pt x="352425" y="1771650"/>
                </a:lnTo>
                <a:lnTo>
                  <a:pt x="352425" y="1800225"/>
                </a:lnTo>
                <a:lnTo>
                  <a:pt x="342900" y="1800225"/>
                </a:lnTo>
                <a:close/>
                <a:moveTo>
                  <a:pt x="361950" y="1771650"/>
                </a:moveTo>
                <a:lnTo>
                  <a:pt x="371475" y="1771650"/>
                </a:lnTo>
                <a:lnTo>
                  <a:pt x="371475" y="1781175"/>
                </a:lnTo>
                <a:lnTo>
                  <a:pt x="361950" y="1781175"/>
                </a:lnTo>
                <a:close/>
                <a:moveTo>
                  <a:pt x="381000" y="1781175"/>
                </a:moveTo>
                <a:lnTo>
                  <a:pt x="390525" y="1781175"/>
                </a:lnTo>
                <a:lnTo>
                  <a:pt x="390525" y="1790700"/>
                </a:lnTo>
                <a:lnTo>
                  <a:pt x="381000" y="1790700"/>
                </a:lnTo>
                <a:close/>
                <a:moveTo>
                  <a:pt x="295275" y="1800225"/>
                </a:moveTo>
                <a:lnTo>
                  <a:pt x="304800" y="1800225"/>
                </a:lnTo>
                <a:lnTo>
                  <a:pt x="304800" y="1809750"/>
                </a:lnTo>
                <a:lnTo>
                  <a:pt x="295275" y="1809750"/>
                </a:lnTo>
                <a:close/>
                <a:moveTo>
                  <a:pt x="447675" y="1800225"/>
                </a:moveTo>
                <a:lnTo>
                  <a:pt x="466725" y="1800225"/>
                </a:lnTo>
                <a:lnTo>
                  <a:pt x="466725" y="1809750"/>
                </a:lnTo>
                <a:lnTo>
                  <a:pt x="447675" y="1809750"/>
                </a:lnTo>
                <a:close/>
                <a:moveTo>
                  <a:pt x="590550" y="1819275"/>
                </a:moveTo>
                <a:lnTo>
                  <a:pt x="600075" y="1819275"/>
                </a:lnTo>
                <a:lnTo>
                  <a:pt x="600075" y="1838325"/>
                </a:lnTo>
                <a:lnTo>
                  <a:pt x="590550" y="1838325"/>
                </a:lnTo>
                <a:close/>
                <a:moveTo>
                  <a:pt x="609600" y="1819275"/>
                </a:moveTo>
                <a:lnTo>
                  <a:pt x="619125" y="1819275"/>
                </a:lnTo>
                <a:lnTo>
                  <a:pt x="619125" y="1838325"/>
                </a:lnTo>
                <a:lnTo>
                  <a:pt x="609600" y="1838325"/>
                </a:lnTo>
                <a:close/>
                <a:moveTo>
                  <a:pt x="1695450" y="1819275"/>
                </a:moveTo>
                <a:lnTo>
                  <a:pt x="1714500" y="1819275"/>
                </a:lnTo>
                <a:lnTo>
                  <a:pt x="1714500" y="1828800"/>
                </a:lnTo>
                <a:lnTo>
                  <a:pt x="1695450" y="1828800"/>
                </a:lnTo>
                <a:close/>
                <a:moveTo>
                  <a:pt x="514350" y="1828800"/>
                </a:moveTo>
                <a:lnTo>
                  <a:pt x="533400" y="1828800"/>
                </a:lnTo>
                <a:lnTo>
                  <a:pt x="533400" y="1838325"/>
                </a:lnTo>
                <a:lnTo>
                  <a:pt x="523875" y="1838325"/>
                </a:lnTo>
                <a:lnTo>
                  <a:pt x="523875" y="1847850"/>
                </a:lnTo>
                <a:lnTo>
                  <a:pt x="533400" y="1847850"/>
                </a:lnTo>
                <a:lnTo>
                  <a:pt x="533400" y="1838325"/>
                </a:lnTo>
                <a:lnTo>
                  <a:pt x="561975" y="1838325"/>
                </a:lnTo>
                <a:lnTo>
                  <a:pt x="561975" y="1828800"/>
                </a:lnTo>
                <a:lnTo>
                  <a:pt x="571500" y="1828800"/>
                </a:lnTo>
                <a:lnTo>
                  <a:pt x="571500" y="1838325"/>
                </a:lnTo>
                <a:lnTo>
                  <a:pt x="581025" y="1838325"/>
                </a:lnTo>
                <a:lnTo>
                  <a:pt x="581025" y="1857375"/>
                </a:lnTo>
                <a:lnTo>
                  <a:pt x="514350" y="1857375"/>
                </a:lnTo>
                <a:close/>
                <a:moveTo>
                  <a:pt x="1685925" y="1828800"/>
                </a:moveTo>
                <a:lnTo>
                  <a:pt x="1695450" y="1828800"/>
                </a:lnTo>
                <a:lnTo>
                  <a:pt x="1695450" y="1838325"/>
                </a:lnTo>
                <a:lnTo>
                  <a:pt x="1685925" y="1838325"/>
                </a:lnTo>
                <a:close/>
                <a:moveTo>
                  <a:pt x="1724025" y="1828800"/>
                </a:moveTo>
                <a:lnTo>
                  <a:pt x="1733550" y="1828800"/>
                </a:lnTo>
                <a:lnTo>
                  <a:pt x="1733550" y="1838325"/>
                </a:lnTo>
                <a:lnTo>
                  <a:pt x="1724025" y="1838325"/>
                </a:lnTo>
                <a:close/>
                <a:moveTo>
                  <a:pt x="333375" y="1838325"/>
                </a:moveTo>
                <a:lnTo>
                  <a:pt x="352425" y="1838325"/>
                </a:lnTo>
                <a:lnTo>
                  <a:pt x="352425" y="1857375"/>
                </a:lnTo>
                <a:lnTo>
                  <a:pt x="342900" y="1857375"/>
                </a:lnTo>
                <a:lnTo>
                  <a:pt x="342900" y="1847850"/>
                </a:lnTo>
                <a:lnTo>
                  <a:pt x="333375" y="1847850"/>
                </a:lnTo>
                <a:close/>
                <a:moveTo>
                  <a:pt x="723900" y="1838325"/>
                </a:moveTo>
                <a:lnTo>
                  <a:pt x="733425" y="1838325"/>
                </a:lnTo>
                <a:lnTo>
                  <a:pt x="733425" y="1857375"/>
                </a:lnTo>
                <a:lnTo>
                  <a:pt x="723900" y="1857375"/>
                </a:lnTo>
                <a:close/>
                <a:moveTo>
                  <a:pt x="609600" y="1847850"/>
                </a:moveTo>
                <a:lnTo>
                  <a:pt x="619125" y="1847850"/>
                </a:lnTo>
                <a:lnTo>
                  <a:pt x="619125" y="1866900"/>
                </a:lnTo>
                <a:lnTo>
                  <a:pt x="609600" y="1866900"/>
                </a:lnTo>
                <a:close/>
                <a:moveTo>
                  <a:pt x="762000" y="1847850"/>
                </a:moveTo>
                <a:lnTo>
                  <a:pt x="771525" y="1847850"/>
                </a:lnTo>
                <a:lnTo>
                  <a:pt x="771525" y="1857375"/>
                </a:lnTo>
                <a:lnTo>
                  <a:pt x="762000" y="1857375"/>
                </a:lnTo>
                <a:close/>
                <a:moveTo>
                  <a:pt x="942975" y="1847850"/>
                </a:moveTo>
                <a:lnTo>
                  <a:pt x="962025" y="1847850"/>
                </a:lnTo>
                <a:lnTo>
                  <a:pt x="962025" y="1857375"/>
                </a:lnTo>
                <a:lnTo>
                  <a:pt x="942975" y="1857375"/>
                </a:lnTo>
                <a:close/>
                <a:moveTo>
                  <a:pt x="1704975" y="1847850"/>
                </a:moveTo>
                <a:lnTo>
                  <a:pt x="1714500" y="1847850"/>
                </a:lnTo>
                <a:lnTo>
                  <a:pt x="1714500" y="1857375"/>
                </a:lnTo>
                <a:lnTo>
                  <a:pt x="1704975" y="1857375"/>
                </a:lnTo>
                <a:close/>
                <a:moveTo>
                  <a:pt x="1724025" y="1847850"/>
                </a:moveTo>
                <a:lnTo>
                  <a:pt x="1733550" y="1847850"/>
                </a:lnTo>
                <a:lnTo>
                  <a:pt x="1733550" y="1857375"/>
                </a:lnTo>
                <a:lnTo>
                  <a:pt x="1724025" y="1857375"/>
                </a:lnTo>
                <a:close/>
                <a:moveTo>
                  <a:pt x="809625" y="1857375"/>
                </a:moveTo>
                <a:lnTo>
                  <a:pt x="819150" y="1857375"/>
                </a:lnTo>
                <a:lnTo>
                  <a:pt x="819150" y="1866900"/>
                </a:lnTo>
                <a:lnTo>
                  <a:pt x="809625" y="1866900"/>
                </a:lnTo>
                <a:close/>
                <a:moveTo>
                  <a:pt x="885825" y="1857375"/>
                </a:moveTo>
                <a:lnTo>
                  <a:pt x="895350" y="1857375"/>
                </a:lnTo>
                <a:lnTo>
                  <a:pt x="895350" y="1866900"/>
                </a:lnTo>
                <a:lnTo>
                  <a:pt x="885825" y="1866900"/>
                </a:lnTo>
                <a:close/>
                <a:moveTo>
                  <a:pt x="923925" y="1857375"/>
                </a:moveTo>
                <a:lnTo>
                  <a:pt x="942975" y="1857375"/>
                </a:lnTo>
                <a:lnTo>
                  <a:pt x="942975" y="1866900"/>
                </a:lnTo>
                <a:lnTo>
                  <a:pt x="923925" y="1866900"/>
                </a:lnTo>
                <a:close/>
                <a:moveTo>
                  <a:pt x="962025" y="1857375"/>
                </a:moveTo>
                <a:lnTo>
                  <a:pt x="971550" y="1857375"/>
                </a:lnTo>
                <a:lnTo>
                  <a:pt x="971550" y="1866900"/>
                </a:lnTo>
                <a:lnTo>
                  <a:pt x="962025" y="1866900"/>
                </a:lnTo>
                <a:close/>
                <a:moveTo>
                  <a:pt x="1066800" y="1857375"/>
                </a:moveTo>
                <a:lnTo>
                  <a:pt x="1076325" y="1857375"/>
                </a:lnTo>
                <a:lnTo>
                  <a:pt x="1076325" y="1876425"/>
                </a:lnTo>
                <a:lnTo>
                  <a:pt x="1066800" y="1876425"/>
                </a:lnTo>
                <a:close/>
                <a:moveTo>
                  <a:pt x="514350" y="1866900"/>
                </a:moveTo>
                <a:lnTo>
                  <a:pt x="523875" y="1866900"/>
                </a:lnTo>
                <a:lnTo>
                  <a:pt x="523875" y="1876425"/>
                </a:lnTo>
                <a:lnTo>
                  <a:pt x="552450" y="1876425"/>
                </a:lnTo>
                <a:lnTo>
                  <a:pt x="552450" y="1885950"/>
                </a:lnTo>
                <a:lnTo>
                  <a:pt x="514350" y="1885950"/>
                </a:lnTo>
                <a:close/>
                <a:moveTo>
                  <a:pt x="1114425" y="1866900"/>
                </a:moveTo>
                <a:lnTo>
                  <a:pt x="1123950" y="1866900"/>
                </a:lnTo>
                <a:lnTo>
                  <a:pt x="1123950" y="1876425"/>
                </a:lnTo>
                <a:lnTo>
                  <a:pt x="1114425" y="1876425"/>
                </a:lnTo>
                <a:close/>
                <a:moveTo>
                  <a:pt x="1152525" y="1866900"/>
                </a:moveTo>
                <a:lnTo>
                  <a:pt x="1171575" y="1866900"/>
                </a:lnTo>
                <a:lnTo>
                  <a:pt x="1171575" y="1876425"/>
                </a:lnTo>
                <a:lnTo>
                  <a:pt x="1152525" y="1876425"/>
                </a:lnTo>
                <a:close/>
                <a:moveTo>
                  <a:pt x="1219200" y="1866900"/>
                </a:moveTo>
                <a:lnTo>
                  <a:pt x="1238250" y="1866900"/>
                </a:lnTo>
                <a:lnTo>
                  <a:pt x="1238250" y="1876425"/>
                </a:lnTo>
                <a:lnTo>
                  <a:pt x="1219200" y="1876425"/>
                </a:lnTo>
                <a:close/>
                <a:moveTo>
                  <a:pt x="1314450" y="1866900"/>
                </a:moveTo>
                <a:lnTo>
                  <a:pt x="1333500" y="1866900"/>
                </a:lnTo>
                <a:lnTo>
                  <a:pt x="1333500" y="1876425"/>
                </a:lnTo>
                <a:lnTo>
                  <a:pt x="1314450" y="1876425"/>
                </a:lnTo>
                <a:close/>
                <a:moveTo>
                  <a:pt x="1381125" y="1866900"/>
                </a:moveTo>
                <a:lnTo>
                  <a:pt x="1428750" y="1866900"/>
                </a:lnTo>
                <a:lnTo>
                  <a:pt x="1428750" y="1876425"/>
                </a:lnTo>
                <a:lnTo>
                  <a:pt x="1381125" y="1876425"/>
                </a:lnTo>
                <a:close/>
                <a:moveTo>
                  <a:pt x="1476375" y="1866900"/>
                </a:moveTo>
                <a:lnTo>
                  <a:pt x="1533525" y="1866900"/>
                </a:lnTo>
                <a:lnTo>
                  <a:pt x="1533525" y="1876425"/>
                </a:lnTo>
                <a:lnTo>
                  <a:pt x="1476375" y="1876425"/>
                </a:lnTo>
                <a:close/>
                <a:moveTo>
                  <a:pt x="1562100" y="1866900"/>
                </a:moveTo>
                <a:lnTo>
                  <a:pt x="1581150" y="1866900"/>
                </a:lnTo>
                <a:lnTo>
                  <a:pt x="1581150" y="1876425"/>
                </a:lnTo>
                <a:lnTo>
                  <a:pt x="1562100" y="1876425"/>
                </a:lnTo>
                <a:close/>
                <a:moveTo>
                  <a:pt x="714375" y="1876425"/>
                </a:moveTo>
                <a:lnTo>
                  <a:pt x="733425" y="1876425"/>
                </a:lnTo>
                <a:lnTo>
                  <a:pt x="733425" y="1885950"/>
                </a:lnTo>
                <a:lnTo>
                  <a:pt x="714375" y="1885950"/>
                </a:lnTo>
                <a:close/>
                <a:moveTo>
                  <a:pt x="1076325" y="1876425"/>
                </a:moveTo>
                <a:lnTo>
                  <a:pt x="1085850" y="1876425"/>
                </a:lnTo>
                <a:lnTo>
                  <a:pt x="1085850" y="1885950"/>
                </a:lnTo>
                <a:lnTo>
                  <a:pt x="1104900" y="1885950"/>
                </a:lnTo>
                <a:lnTo>
                  <a:pt x="1104900" y="1895475"/>
                </a:lnTo>
                <a:lnTo>
                  <a:pt x="1076325" y="1895475"/>
                </a:lnTo>
                <a:close/>
                <a:moveTo>
                  <a:pt x="1533525" y="1876425"/>
                </a:moveTo>
                <a:lnTo>
                  <a:pt x="1562100" y="1876425"/>
                </a:lnTo>
                <a:lnTo>
                  <a:pt x="1562100" y="1895475"/>
                </a:lnTo>
                <a:lnTo>
                  <a:pt x="1533525" y="1895475"/>
                </a:lnTo>
                <a:close/>
                <a:moveTo>
                  <a:pt x="1019175" y="1895475"/>
                </a:moveTo>
                <a:lnTo>
                  <a:pt x="1057275" y="1895475"/>
                </a:lnTo>
                <a:lnTo>
                  <a:pt x="1057275" y="1905000"/>
                </a:lnTo>
                <a:lnTo>
                  <a:pt x="1019175" y="1905000"/>
                </a:lnTo>
                <a:close/>
                <a:moveTo>
                  <a:pt x="1304925" y="1895475"/>
                </a:moveTo>
                <a:lnTo>
                  <a:pt x="1333500" y="1895475"/>
                </a:lnTo>
                <a:lnTo>
                  <a:pt x="1333500" y="1905000"/>
                </a:lnTo>
                <a:lnTo>
                  <a:pt x="1323975" y="1905000"/>
                </a:lnTo>
                <a:lnTo>
                  <a:pt x="1323975" y="1914525"/>
                </a:lnTo>
                <a:lnTo>
                  <a:pt x="1314450" y="1914525"/>
                </a:lnTo>
                <a:lnTo>
                  <a:pt x="1314450" y="1905000"/>
                </a:lnTo>
                <a:lnTo>
                  <a:pt x="1304925" y="1905000"/>
                </a:lnTo>
                <a:close/>
                <a:moveTo>
                  <a:pt x="1609725" y="1895475"/>
                </a:moveTo>
                <a:lnTo>
                  <a:pt x="1619250" y="1895475"/>
                </a:lnTo>
                <a:lnTo>
                  <a:pt x="1619250" y="1905000"/>
                </a:lnTo>
                <a:lnTo>
                  <a:pt x="1609725" y="1905000"/>
                </a:lnTo>
                <a:close/>
                <a:moveTo>
                  <a:pt x="1695450" y="1895475"/>
                </a:moveTo>
                <a:lnTo>
                  <a:pt x="1704975" y="1895475"/>
                </a:lnTo>
                <a:lnTo>
                  <a:pt x="1704975" y="1905000"/>
                </a:lnTo>
                <a:lnTo>
                  <a:pt x="1695450" y="1905000"/>
                </a:lnTo>
                <a:close/>
                <a:moveTo>
                  <a:pt x="200025" y="1914525"/>
                </a:moveTo>
                <a:lnTo>
                  <a:pt x="209550" y="1914525"/>
                </a:lnTo>
                <a:lnTo>
                  <a:pt x="209550" y="1924050"/>
                </a:lnTo>
                <a:lnTo>
                  <a:pt x="200025" y="1924050"/>
                </a:lnTo>
                <a:close/>
                <a:moveTo>
                  <a:pt x="828675" y="1914525"/>
                </a:moveTo>
                <a:lnTo>
                  <a:pt x="838200" y="1914525"/>
                </a:lnTo>
                <a:lnTo>
                  <a:pt x="838200" y="1924050"/>
                </a:lnTo>
                <a:lnTo>
                  <a:pt x="828675" y="1924050"/>
                </a:lnTo>
                <a:close/>
                <a:moveTo>
                  <a:pt x="952500" y="1914525"/>
                </a:moveTo>
                <a:lnTo>
                  <a:pt x="962025" y="1914525"/>
                </a:lnTo>
                <a:lnTo>
                  <a:pt x="962025" y="1933575"/>
                </a:lnTo>
                <a:lnTo>
                  <a:pt x="952500" y="1933575"/>
                </a:lnTo>
                <a:lnTo>
                  <a:pt x="952500" y="1943100"/>
                </a:lnTo>
                <a:lnTo>
                  <a:pt x="962025" y="1943100"/>
                </a:lnTo>
                <a:lnTo>
                  <a:pt x="962025" y="1933575"/>
                </a:lnTo>
                <a:lnTo>
                  <a:pt x="971550" y="1933575"/>
                </a:lnTo>
                <a:lnTo>
                  <a:pt x="971550" y="1943100"/>
                </a:lnTo>
                <a:lnTo>
                  <a:pt x="981075" y="1943100"/>
                </a:lnTo>
                <a:lnTo>
                  <a:pt x="981075" y="1971675"/>
                </a:lnTo>
                <a:lnTo>
                  <a:pt x="971550" y="1971675"/>
                </a:lnTo>
                <a:lnTo>
                  <a:pt x="971550" y="1962150"/>
                </a:lnTo>
                <a:lnTo>
                  <a:pt x="952500" y="1962150"/>
                </a:lnTo>
                <a:lnTo>
                  <a:pt x="952500" y="1952625"/>
                </a:lnTo>
                <a:lnTo>
                  <a:pt x="942975" y="1952625"/>
                </a:lnTo>
                <a:lnTo>
                  <a:pt x="942975" y="1943100"/>
                </a:lnTo>
                <a:lnTo>
                  <a:pt x="933450" y="1943100"/>
                </a:lnTo>
                <a:lnTo>
                  <a:pt x="933450" y="1924050"/>
                </a:lnTo>
                <a:lnTo>
                  <a:pt x="952500" y="1924050"/>
                </a:lnTo>
                <a:close/>
                <a:moveTo>
                  <a:pt x="1590675" y="1914525"/>
                </a:moveTo>
                <a:lnTo>
                  <a:pt x="1600200" y="1914525"/>
                </a:lnTo>
                <a:lnTo>
                  <a:pt x="1600200" y="1924050"/>
                </a:lnTo>
                <a:lnTo>
                  <a:pt x="1590675" y="1924050"/>
                </a:lnTo>
                <a:close/>
                <a:moveTo>
                  <a:pt x="447675" y="1924050"/>
                </a:moveTo>
                <a:lnTo>
                  <a:pt x="457200" y="1924050"/>
                </a:lnTo>
                <a:lnTo>
                  <a:pt x="457200" y="1933575"/>
                </a:lnTo>
                <a:lnTo>
                  <a:pt x="485775" y="1933575"/>
                </a:lnTo>
                <a:lnTo>
                  <a:pt x="485775" y="1943100"/>
                </a:lnTo>
                <a:lnTo>
                  <a:pt x="495300" y="1943100"/>
                </a:lnTo>
                <a:lnTo>
                  <a:pt x="495300" y="1933575"/>
                </a:lnTo>
                <a:lnTo>
                  <a:pt x="504825" y="1933575"/>
                </a:lnTo>
                <a:lnTo>
                  <a:pt x="504825" y="1943100"/>
                </a:lnTo>
                <a:lnTo>
                  <a:pt x="495300" y="1943100"/>
                </a:lnTo>
                <a:lnTo>
                  <a:pt x="495300" y="1952625"/>
                </a:lnTo>
                <a:lnTo>
                  <a:pt x="457200" y="1952625"/>
                </a:lnTo>
                <a:lnTo>
                  <a:pt x="457200" y="1943100"/>
                </a:lnTo>
                <a:lnTo>
                  <a:pt x="447675" y="1943100"/>
                </a:lnTo>
                <a:close/>
                <a:moveTo>
                  <a:pt x="523875" y="1924050"/>
                </a:moveTo>
                <a:lnTo>
                  <a:pt x="552450" y="1924050"/>
                </a:lnTo>
                <a:lnTo>
                  <a:pt x="552450" y="1933575"/>
                </a:lnTo>
                <a:lnTo>
                  <a:pt x="523875" y="1933575"/>
                </a:lnTo>
                <a:close/>
                <a:moveTo>
                  <a:pt x="561975" y="1933575"/>
                </a:moveTo>
                <a:lnTo>
                  <a:pt x="581025" y="1933575"/>
                </a:lnTo>
                <a:lnTo>
                  <a:pt x="581025" y="1943100"/>
                </a:lnTo>
                <a:lnTo>
                  <a:pt x="590550" y="1943100"/>
                </a:lnTo>
                <a:lnTo>
                  <a:pt x="590550" y="1952625"/>
                </a:lnTo>
                <a:lnTo>
                  <a:pt x="561975" y="1952625"/>
                </a:lnTo>
                <a:close/>
                <a:moveTo>
                  <a:pt x="638175" y="1933575"/>
                </a:moveTo>
                <a:lnTo>
                  <a:pt x="666750" y="1933575"/>
                </a:lnTo>
                <a:lnTo>
                  <a:pt x="666750" y="1943100"/>
                </a:lnTo>
                <a:lnTo>
                  <a:pt x="638175" y="1943100"/>
                </a:lnTo>
                <a:close/>
                <a:moveTo>
                  <a:pt x="828675" y="1933575"/>
                </a:moveTo>
                <a:lnTo>
                  <a:pt x="838200" y="1933575"/>
                </a:lnTo>
                <a:lnTo>
                  <a:pt x="838200" y="1943100"/>
                </a:lnTo>
                <a:lnTo>
                  <a:pt x="857250" y="1943100"/>
                </a:lnTo>
                <a:lnTo>
                  <a:pt x="857250" y="1952625"/>
                </a:lnTo>
                <a:lnTo>
                  <a:pt x="847725" y="1952625"/>
                </a:lnTo>
                <a:lnTo>
                  <a:pt x="847725" y="1962150"/>
                </a:lnTo>
                <a:lnTo>
                  <a:pt x="838200" y="1962150"/>
                </a:lnTo>
                <a:lnTo>
                  <a:pt x="838200" y="1952625"/>
                </a:lnTo>
                <a:lnTo>
                  <a:pt x="828675" y="1952625"/>
                </a:lnTo>
                <a:close/>
                <a:moveTo>
                  <a:pt x="1114425" y="1933575"/>
                </a:moveTo>
                <a:lnTo>
                  <a:pt x="1123950" y="1933575"/>
                </a:lnTo>
                <a:lnTo>
                  <a:pt x="1123950" y="1962150"/>
                </a:lnTo>
                <a:lnTo>
                  <a:pt x="1114425" y="1962150"/>
                </a:lnTo>
                <a:lnTo>
                  <a:pt x="1114425" y="1971675"/>
                </a:lnTo>
                <a:lnTo>
                  <a:pt x="1104900" y="1971675"/>
                </a:lnTo>
                <a:lnTo>
                  <a:pt x="1104900" y="1962150"/>
                </a:lnTo>
                <a:lnTo>
                  <a:pt x="1085850" y="1962150"/>
                </a:lnTo>
                <a:lnTo>
                  <a:pt x="1085850" y="1952625"/>
                </a:lnTo>
                <a:lnTo>
                  <a:pt x="1095375" y="1952625"/>
                </a:lnTo>
                <a:lnTo>
                  <a:pt x="1095375" y="1943100"/>
                </a:lnTo>
                <a:lnTo>
                  <a:pt x="1114425" y="1943100"/>
                </a:lnTo>
                <a:close/>
                <a:moveTo>
                  <a:pt x="1600200" y="1933575"/>
                </a:moveTo>
                <a:lnTo>
                  <a:pt x="1619250" y="1933575"/>
                </a:lnTo>
                <a:lnTo>
                  <a:pt x="1619250" y="1943100"/>
                </a:lnTo>
                <a:lnTo>
                  <a:pt x="1600200" y="1943100"/>
                </a:lnTo>
                <a:close/>
                <a:moveTo>
                  <a:pt x="523875" y="1943100"/>
                </a:moveTo>
                <a:lnTo>
                  <a:pt x="533400" y="1943100"/>
                </a:lnTo>
                <a:lnTo>
                  <a:pt x="533400" y="1952625"/>
                </a:lnTo>
                <a:lnTo>
                  <a:pt x="523875" y="1952625"/>
                </a:lnTo>
                <a:close/>
                <a:moveTo>
                  <a:pt x="1619250" y="1943100"/>
                </a:moveTo>
                <a:lnTo>
                  <a:pt x="1628775" y="1943100"/>
                </a:lnTo>
                <a:lnTo>
                  <a:pt x="1628775" y="1952625"/>
                </a:lnTo>
                <a:lnTo>
                  <a:pt x="1619250" y="1952625"/>
                </a:lnTo>
                <a:close/>
                <a:moveTo>
                  <a:pt x="1724025" y="1943100"/>
                </a:moveTo>
                <a:lnTo>
                  <a:pt x="1733550" y="1943100"/>
                </a:lnTo>
                <a:lnTo>
                  <a:pt x="1733550" y="1962150"/>
                </a:lnTo>
                <a:lnTo>
                  <a:pt x="1724025" y="1962150"/>
                </a:lnTo>
                <a:close/>
                <a:moveTo>
                  <a:pt x="123825" y="1952625"/>
                </a:moveTo>
                <a:lnTo>
                  <a:pt x="133350" y="1952625"/>
                </a:lnTo>
                <a:lnTo>
                  <a:pt x="133350" y="1981200"/>
                </a:lnTo>
                <a:lnTo>
                  <a:pt x="123825" y="1981200"/>
                </a:lnTo>
                <a:close/>
                <a:moveTo>
                  <a:pt x="142875" y="1952625"/>
                </a:moveTo>
                <a:lnTo>
                  <a:pt x="152400" y="1952625"/>
                </a:lnTo>
                <a:lnTo>
                  <a:pt x="152400" y="1962150"/>
                </a:lnTo>
                <a:lnTo>
                  <a:pt x="142875" y="1962150"/>
                </a:lnTo>
                <a:close/>
                <a:moveTo>
                  <a:pt x="590550" y="1952625"/>
                </a:moveTo>
                <a:lnTo>
                  <a:pt x="609600" y="1952625"/>
                </a:lnTo>
                <a:lnTo>
                  <a:pt x="609600" y="1962150"/>
                </a:lnTo>
                <a:lnTo>
                  <a:pt x="628650" y="1962150"/>
                </a:lnTo>
                <a:lnTo>
                  <a:pt x="628650" y="1971675"/>
                </a:lnTo>
                <a:lnTo>
                  <a:pt x="619125" y="1971675"/>
                </a:lnTo>
                <a:lnTo>
                  <a:pt x="619125" y="1981200"/>
                </a:lnTo>
                <a:lnTo>
                  <a:pt x="609600" y="1981200"/>
                </a:lnTo>
                <a:lnTo>
                  <a:pt x="609600" y="1971675"/>
                </a:lnTo>
                <a:lnTo>
                  <a:pt x="581025" y="1971675"/>
                </a:lnTo>
                <a:lnTo>
                  <a:pt x="581025" y="1962150"/>
                </a:lnTo>
                <a:lnTo>
                  <a:pt x="590550" y="1962150"/>
                </a:lnTo>
                <a:close/>
                <a:moveTo>
                  <a:pt x="923925" y="1952625"/>
                </a:moveTo>
                <a:lnTo>
                  <a:pt x="933450" y="1952625"/>
                </a:lnTo>
                <a:lnTo>
                  <a:pt x="933450" y="1962150"/>
                </a:lnTo>
                <a:lnTo>
                  <a:pt x="923925" y="1962150"/>
                </a:lnTo>
                <a:close/>
                <a:moveTo>
                  <a:pt x="457200" y="1962150"/>
                </a:moveTo>
                <a:lnTo>
                  <a:pt x="476250" y="1962150"/>
                </a:lnTo>
                <a:lnTo>
                  <a:pt x="476250" y="1971675"/>
                </a:lnTo>
                <a:lnTo>
                  <a:pt x="457200" y="1971675"/>
                </a:lnTo>
                <a:close/>
                <a:moveTo>
                  <a:pt x="857250" y="1962150"/>
                </a:moveTo>
                <a:lnTo>
                  <a:pt x="866775" y="1962150"/>
                </a:lnTo>
                <a:lnTo>
                  <a:pt x="866775" y="1971675"/>
                </a:lnTo>
                <a:lnTo>
                  <a:pt x="857250" y="1971675"/>
                </a:lnTo>
                <a:close/>
                <a:moveTo>
                  <a:pt x="1219200" y="1962150"/>
                </a:moveTo>
                <a:lnTo>
                  <a:pt x="1228725" y="1962150"/>
                </a:lnTo>
                <a:lnTo>
                  <a:pt x="1228725" y="1971675"/>
                </a:lnTo>
                <a:lnTo>
                  <a:pt x="1219200" y="1971675"/>
                </a:lnTo>
                <a:close/>
                <a:moveTo>
                  <a:pt x="1704975" y="1962150"/>
                </a:moveTo>
                <a:lnTo>
                  <a:pt x="1714500" y="1962150"/>
                </a:lnTo>
                <a:lnTo>
                  <a:pt x="1714500" y="1971675"/>
                </a:lnTo>
                <a:lnTo>
                  <a:pt x="1704975" y="1971675"/>
                </a:lnTo>
                <a:close/>
                <a:moveTo>
                  <a:pt x="476250" y="1971675"/>
                </a:moveTo>
                <a:lnTo>
                  <a:pt x="485775" y="1971675"/>
                </a:lnTo>
                <a:lnTo>
                  <a:pt x="485775" y="1981200"/>
                </a:lnTo>
                <a:lnTo>
                  <a:pt x="476250" y="1981200"/>
                </a:lnTo>
                <a:close/>
                <a:moveTo>
                  <a:pt x="571500" y="1971675"/>
                </a:moveTo>
                <a:lnTo>
                  <a:pt x="581025" y="1971675"/>
                </a:lnTo>
                <a:lnTo>
                  <a:pt x="581025" y="1981200"/>
                </a:lnTo>
                <a:lnTo>
                  <a:pt x="571500" y="1981200"/>
                </a:lnTo>
                <a:close/>
                <a:moveTo>
                  <a:pt x="819150" y="1971675"/>
                </a:moveTo>
                <a:lnTo>
                  <a:pt x="828675" y="1971675"/>
                </a:lnTo>
                <a:lnTo>
                  <a:pt x="828675" y="1981200"/>
                </a:lnTo>
                <a:lnTo>
                  <a:pt x="819150" y="1981200"/>
                </a:lnTo>
                <a:close/>
                <a:moveTo>
                  <a:pt x="838200" y="1971675"/>
                </a:moveTo>
                <a:lnTo>
                  <a:pt x="847725" y="1971675"/>
                </a:lnTo>
                <a:lnTo>
                  <a:pt x="847725" y="1981200"/>
                </a:lnTo>
                <a:lnTo>
                  <a:pt x="838200" y="1981200"/>
                </a:lnTo>
                <a:close/>
                <a:moveTo>
                  <a:pt x="876300" y="1971675"/>
                </a:moveTo>
                <a:lnTo>
                  <a:pt x="885825" y="1971675"/>
                </a:lnTo>
                <a:lnTo>
                  <a:pt x="885825" y="1981200"/>
                </a:lnTo>
                <a:lnTo>
                  <a:pt x="876300" y="1981200"/>
                </a:lnTo>
                <a:close/>
                <a:moveTo>
                  <a:pt x="904875" y="1971675"/>
                </a:moveTo>
                <a:lnTo>
                  <a:pt x="914400" y="1971675"/>
                </a:lnTo>
                <a:lnTo>
                  <a:pt x="914400" y="1990725"/>
                </a:lnTo>
                <a:lnTo>
                  <a:pt x="904875" y="1990725"/>
                </a:lnTo>
                <a:close/>
                <a:moveTo>
                  <a:pt x="1200150" y="1971675"/>
                </a:moveTo>
                <a:lnTo>
                  <a:pt x="1209675" y="1971675"/>
                </a:lnTo>
                <a:lnTo>
                  <a:pt x="1209675" y="1981200"/>
                </a:lnTo>
                <a:lnTo>
                  <a:pt x="1200150" y="1981200"/>
                </a:lnTo>
                <a:close/>
                <a:moveTo>
                  <a:pt x="1228725" y="1971675"/>
                </a:moveTo>
                <a:lnTo>
                  <a:pt x="1238250" y="1971675"/>
                </a:lnTo>
                <a:lnTo>
                  <a:pt x="1238250" y="1981200"/>
                </a:lnTo>
                <a:lnTo>
                  <a:pt x="1228725" y="1981200"/>
                </a:lnTo>
                <a:close/>
                <a:moveTo>
                  <a:pt x="1628775" y="1971675"/>
                </a:moveTo>
                <a:lnTo>
                  <a:pt x="1647825" y="1971675"/>
                </a:lnTo>
                <a:lnTo>
                  <a:pt x="1647825" y="1981200"/>
                </a:lnTo>
                <a:lnTo>
                  <a:pt x="1628775" y="1981200"/>
                </a:lnTo>
                <a:close/>
                <a:moveTo>
                  <a:pt x="1714500" y="1971675"/>
                </a:moveTo>
                <a:lnTo>
                  <a:pt x="1724025" y="1971675"/>
                </a:lnTo>
                <a:lnTo>
                  <a:pt x="1724025" y="1981200"/>
                </a:lnTo>
                <a:lnTo>
                  <a:pt x="1714500" y="1981200"/>
                </a:lnTo>
                <a:close/>
                <a:moveTo>
                  <a:pt x="962025" y="1981200"/>
                </a:moveTo>
                <a:lnTo>
                  <a:pt x="971550" y="1981200"/>
                </a:lnTo>
                <a:lnTo>
                  <a:pt x="971550" y="1990725"/>
                </a:lnTo>
                <a:lnTo>
                  <a:pt x="962025" y="1990725"/>
                </a:lnTo>
                <a:close/>
                <a:moveTo>
                  <a:pt x="1066800" y="1981200"/>
                </a:moveTo>
                <a:lnTo>
                  <a:pt x="1076325" y="1981200"/>
                </a:lnTo>
                <a:lnTo>
                  <a:pt x="1076325" y="1990725"/>
                </a:lnTo>
                <a:lnTo>
                  <a:pt x="1066800" y="1990725"/>
                </a:lnTo>
                <a:close/>
                <a:moveTo>
                  <a:pt x="1304925" y="2000250"/>
                </a:moveTo>
                <a:lnTo>
                  <a:pt x="1362075" y="2000250"/>
                </a:lnTo>
                <a:lnTo>
                  <a:pt x="1362075" y="2019300"/>
                </a:lnTo>
                <a:lnTo>
                  <a:pt x="1314450" y="2019300"/>
                </a:lnTo>
                <a:lnTo>
                  <a:pt x="1314450" y="2009775"/>
                </a:lnTo>
                <a:lnTo>
                  <a:pt x="1304925" y="2009775"/>
                </a:lnTo>
                <a:close/>
                <a:moveTo>
                  <a:pt x="1533525" y="2000250"/>
                </a:moveTo>
                <a:lnTo>
                  <a:pt x="1562100" y="2000250"/>
                </a:lnTo>
                <a:lnTo>
                  <a:pt x="1562100" y="2019300"/>
                </a:lnTo>
                <a:lnTo>
                  <a:pt x="1571625" y="2019300"/>
                </a:lnTo>
                <a:lnTo>
                  <a:pt x="1571625" y="2028825"/>
                </a:lnTo>
                <a:lnTo>
                  <a:pt x="1552575" y="2028825"/>
                </a:lnTo>
                <a:lnTo>
                  <a:pt x="1552575" y="2019300"/>
                </a:lnTo>
                <a:lnTo>
                  <a:pt x="1543050" y="2019300"/>
                </a:lnTo>
                <a:lnTo>
                  <a:pt x="1543050" y="2009775"/>
                </a:lnTo>
                <a:lnTo>
                  <a:pt x="1533525" y="2009775"/>
                </a:lnTo>
                <a:close/>
                <a:moveTo>
                  <a:pt x="1609725" y="2000250"/>
                </a:moveTo>
                <a:lnTo>
                  <a:pt x="1619250" y="2000250"/>
                </a:lnTo>
                <a:lnTo>
                  <a:pt x="1619250" y="2009775"/>
                </a:lnTo>
                <a:lnTo>
                  <a:pt x="1628775" y="2009775"/>
                </a:lnTo>
                <a:lnTo>
                  <a:pt x="1628775" y="2000250"/>
                </a:lnTo>
                <a:lnTo>
                  <a:pt x="1657350" y="2000250"/>
                </a:lnTo>
                <a:lnTo>
                  <a:pt x="1657350" y="2009775"/>
                </a:lnTo>
                <a:lnTo>
                  <a:pt x="1695450" y="2009775"/>
                </a:lnTo>
                <a:lnTo>
                  <a:pt x="1695450" y="2019300"/>
                </a:lnTo>
                <a:lnTo>
                  <a:pt x="1704975" y="2019300"/>
                </a:lnTo>
                <a:lnTo>
                  <a:pt x="1704975" y="2009775"/>
                </a:lnTo>
                <a:lnTo>
                  <a:pt x="1714500" y="2009775"/>
                </a:lnTo>
                <a:lnTo>
                  <a:pt x="1714500" y="2000250"/>
                </a:lnTo>
                <a:lnTo>
                  <a:pt x="1724025" y="2000250"/>
                </a:lnTo>
                <a:lnTo>
                  <a:pt x="1724025" y="2009775"/>
                </a:lnTo>
                <a:lnTo>
                  <a:pt x="1714500" y="2009775"/>
                </a:lnTo>
                <a:lnTo>
                  <a:pt x="1714500" y="2019300"/>
                </a:lnTo>
                <a:lnTo>
                  <a:pt x="1704975" y="2019300"/>
                </a:lnTo>
                <a:lnTo>
                  <a:pt x="1704975" y="2028825"/>
                </a:lnTo>
                <a:lnTo>
                  <a:pt x="1685925" y="2028825"/>
                </a:lnTo>
                <a:lnTo>
                  <a:pt x="1685925" y="2038350"/>
                </a:lnTo>
                <a:lnTo>
                  <a:pt x="1666875" y="2038350"/>
                </a:lnTo>
                <a:lnTo>
                  <a:pt x="1666875" y="2028825"/>
                </a:lnTo>
                <a:lnTo>
                  <a:pt x="1600200" y="2028825"/>
                </a:lnTo>
                <a:lnTo>
                  <a:pt x="1600200" y="2019300"/>
                </a:lnTo>
                <a:lnTo>
                  <a:pt x="1590675" y="2019300"/>
                </a:lnTo>
                <a:lnTo>
                  <a:pt x="1590675" y="2009775"/>
                </a:lnTo>
                <a:lnTo>
                  <a:pt x="1609725" y="2009775"/>
                </a:lnTo>
                <a:close/>
                <a:moveTo>
                  <a:pt x="1495425" y="2009775"/>
                </a:moveTo>
                <a:lnTo>
                  <a:pt x="1524000" y="2009775"/>
                </a:lnTo>
                <a:lnTo>
                  <a:pt x="1524000" y="2019300"/>
                </a:lnTo>
                <a:lnTo>
                  <a:pt x="1514475" y="2019300"/>
                </a:lnTo>
                <a:lnTo>
                  <a:pt x="1514475" y="2028825"/>
                </a:lnTo>
                <a:lnTo>
                  <a:pt x="1495425" y="2028825"/>
                </a:lnTo>
                <a:close/>
                <a:moveTo>
                  <a:pt x="1724025" y="2009775"/>
                </a:moveTo>
                <a:lnTo>
                  <a:pt x="1733550" y="2009775"/>
                </a:lnTo>
                <a:lnTo>
                  <a:pt x="1733550" y="2019300"/>
                </a:lnTo>
                <a:lnTo>
                  <a:pt x="1724025" y="2019300"/>
                </a:lnTo>
                <a:close/>
                <a:moveTo>
                  <a:pt x="142875" y="2019300"/>
                </a:moveTo>
                <a:lnTo>
                  <a:pt x="152400" y="2019300"/>
                </a:lnTo>
                <a:lnTo>
                  <a:pt x="152400" y="2028825"/>
                </a:lnTo>
                <a:lnTo>
                  <a:pt x="161925" y="2028825"/>
                </a:lnTo>
                <a:lnTo>
                  <a:pt x="161925" y="2038350"/>
                </a:lnTo>
                <a:lnTo>
                  <a:pt x="142875" y="2038350"/>
                </a:lnTo>
                <a:close/>
                <a:moveTo>
                  <a:pt x="666750" y="2019300"/>
                </a:moveTo>
                <a:lnTo>
                  <a:pt x="676275" y="2019300"/>
                </a:lnTo>
                <a:lnTo>
                  <a:pt x="676275" y="2028825"/>
                </a:lnTo>
                <a:lnTo>
                  <a:pt x="666750" y="2028825"/>
                </a:lnTo>
                <a:close/>
                <a:moveTo>
                  <a:pt x="962025" y="2019300"/>
                </a:moveTo>
                <a:lnTo>
                  <a:pt x="971550" y="2019300"/>
                </a:lnTo>
                <a:lnTo>
                  <a:pt x="971550" y="2028825"/>
                </a:lnTo>
                <a:lnTo>
                  <a:pt x="962025" y="2028825"/>
                </a:lnTo>
                <a:close/>
                <a:moveTo>
                  <a:pt x="1524000" y="2019300"/>
                </a:moveTo>
                <a:lnTo>
                  <a:pt x="1533525" y="2019300"/>
                </a:lnTo>
                <a:lnTo>
                  <a:pt x="1533525" y="2028825"/>
                </a:lnTo>
                <a:lnTo>
                  <a:pt x="1524000" y="2028825"/>
                </a:lnTo>
                <a:close/>
                <a:moveTo>
                  <a:pt x="123825" y="2028825"/>
                </a:moveTo>
                <a:lnTo>
                  <a:pt x="133350" y="2028825"/>
                </a:lnTo>
                <a:lnTo>
                  <a:pt x="133350" y="2038350"/>
                </a:lnTo>
                <a:lnTo>
                  <a:pt x="123825" y="2038350"/>
                </a:lnTo>
                <a:close/>
                <a:moveTo>
                  <a:pt x="228600" y="2028825"/>
                </a:moveTo>
                <a:lnTo>
                  <a:pt x="238125" y="2028825"/>
                </a:lnTo>
                <a:lnTo>
                  <a:pt x="238125" y="2038350"/>
                </a:lnTo>
                <a:lnTo>
                  <a:pt x="228600" y="2038350"/>
                </a:lnTo>
                <a:close/>
                <a:moveTo>
                  <a:pt x="485775" y="2028825"/>
                </a:moveTo>
                <a:lnTo>
                  <a:pt x="523875" y="2028825"/>
                </a:lnTo>
                <a:lnTo>
                  <a:pt x="523875" y="2038350"/>
                </a:lnTo>
                <a:lnTo>
                  <a:pt x="485775" y="2038350"/>
                </a:lnTo>
                <a:close/>
                <a:moveTo>
                  <a:pt x="904875" y="2028825"/>
                </a:moveTo>
                <a:lnTo>
                  <a:pt x="923925" y="2028825"/>
                </a:lnTo>
                <a:lnTo>
                  <a:pt x="923925" y="2038350"/>
                </a:lnTo>
                <a:lnTo>
                  <a:pt x="904875" y="2038350"/>
                </a:lnTo>
                <a:close/>
                <a:moveTo>
                  <a:pt x="971550" y="2028825"/>
                </a:moveTo>
                <a:lnTo>
                  <a:pt x="990600" y="2028825"/>
                </a:lnTo>
                <a:lnTo>
                  <a:pt x="990600" y="2057400"/>
                </a:lnTo>
                <a:lnTo>
                  <a:pt x="981075" y="2057400"/>
                </a:lnTo>
                <a:lnTo>
                  <a:pt x="981075" y="2038350"/>
                </a:lnTo>
                <a:lnTo>
                  <a:pt x="971550" y="2038350"/>
                </a:lnTo>
                <a:close/>
                <a:moveTo>
                  <a:pt x="1009650" y="2028825"/>
                </a:moveTo>
                <a:lnTo>
                  <a:pt x="1028700" y="2028825"/>
                </a:lnTo>
                <a:lnTo>
                  <a:pt x="1028700" y="2038350"/>
                </a:lnTo>
                <a:lnTo>
                  <a:pt x="1009650" y="2038350"/>
                </a:lnTo>
                <a:close/>
                <a:moveTo>
                  <a:pt x="1152525" y="2028825"/>
                </a:moveTo>
                <a:lnTo>
                  <a:pt x="1162050" y="2028825"/>
                </a:lnTo>
                <a:lnTo>
                  <a:pt x="1162050" y="2038350"/>
                </a:lnTo>
                <a:lnTo>
                  <a:pt x="1152525" y="2038350"/>
                </a:lnTo>
                <a:close/>
                <a:moveTo>
                  <a:pt x="1704975" y="2028825"/>
                </a:moveTo>
                <a:lnTo>
                  <a:pt x="1724025" y="2028825"/>
                </a:lnTo>
                <a:lnTo>
                  <a:pt x="1724025" y="2047875"/>
                </a:lnTo>
                <a:lnTo>
                  <a:pt x="1714500" y="2047875"/>
                </a:lnTo>
                <a:lnTo>
                  <a:pt x="1714500" y="2038350"/>
                </a:lnTo>
                <a:lnTo>
                  <a:pt x="1704975" y="2038350"/>
                </a:lnTo>
                <a:close/>
                <a:moveTo>
                  <a:pt x="1733550" y="2028825"/>
                </a:moveTo>
                <a:lnTo>
                  <a:pt x="1743075" y="2028825"/>
                </a:lnTo>
                <a:lnTo>
                  <a:pt x="1743075" y="2047875"/>
                </a:lnTo>
                <a:lnTo>
                  <a:pt x="1733550" y="2047875"/>
                </a:lnTo>
                <a:close/>
                <a:moveTo>
                  <a:pt x="133350" y="2038350"/>
                </a:moveTo>
                <a:lnTo>
                  <a:pt x="142875" y="2038350"/>
                </a:lnTo>
                <a:lnTo>
                  <a:pt x="142875" y="2047875"/>
                </a:lnTo>
                <a:lnTo>
                  <a:pt x="133350" y="2047875"/>
                </a:lnTo>
                <a:close/>
                <a:moveTo>
                  <a:pt x="476250" y="2038350"/>
                </a:moveTo>
                <a:lnTo>
                  <a:pt x="485775" y="2038350"/>
                </a:lnTo>
                <a:lnTo>
                  <a:pt x="485775" y="2047875"/>
                </a:lnTo>
                <a:lnTo>
                  <a:pt x="476250" y="2047875"/>
                </a:lnTo>
                <a:close/>
                <a:moveTo>
                  <a:pt x="1066800" y="2038350"/>
                </a:moveTo>
                <a:lnTo>
                  <a:pt x="1076325" y="2038350"/>
                </a:lnTo>
                <a:lnTo>
                  <a:pt x="1076325" y="2047875"/>
                </a:lnTo>
                <a:lnTo>
                  <a:pt x="1085850" y="2047875"/>
                </a:lnTo>
                <a:lnTo>
                  <a:pt x="1085850" y="2057400"/>
                </a:lnTo>
                <a:lnTo>
                  <a:pt x="1095375" y="2057400"/>
                </a:lnTo>
                <a:lnTo>
                  <a:pt x="1095375" y="2066925"/>
                </a:lnTo>
                <a:lnTo>
                  <a:pt x="1066800" y="2066925"/>
                </a:lnTo>
                <a:lnTo>
                  <a:pt x="1066800" y="2057400"/>
                </a:lnTo>
                <a:lnTo>
                  <a:pt x="1057275" y="2057400"/>
                </a:lnTo>
                <a:lnTo>
                  <a:pt x="1057275" y="2047875"/>
                </a:lnTo>
                <a:lnTo>
                  <a:pt x="1066800" y="2047875"/>
                </a:lnTo>
                <a:close/>
                <a:moveTo>
                  <a:pt x="1143000" y="2038350"/>
                </a:moveTo>
                <a:lnTo>
                  <a:pt x="1152525" y="2038350"/>
                </a:lnTo>
                <a:lnTo>
                  <a:pt x="1152525" y="2047875"/>
                </a:lnTo>
                <a:lnTo>
                  <a:pt x="1143000" y="2047875"/>
                </a:lnTo>
                <a:close/>
                <a:moveTo>
                  <a:pt x="1381125" y="2038350"/>
                </a:moveTo>
                <a:lnTo>
                  <a:pt x="1390650" y="2038350"/>
                </a:lnTo>
                <a:lnTo>
                  <a:pt x="1390650" y="2066925"/>
                </a:lnTo>
                <a:lnTo>
                  <a:pt x="1381125" y="2066925"/>
                </a:lnTo>
                <a:close/>
                <a:moveTo>
                  <a:pt x="228600" y="2047875"/>
                </a:moveTo>
                <a:lnTo>
                  <a:pt x="247650" y="2047875"/>
                </a:lnTo>
                <a:lnTo>
                  <a:pt x="247650" y="2057400"/>
                </a:lnTo>
                <a:lnTo>
                  <a:pt x="238125" y="2057400"/>
                </a:lnTo>
                <a:lnTo>
                  <a:pt x="238125" y="2076450"/>
                </a:lnTo>
                <a:lnTo>
                  <a:pt x="219075" y="2076450"/>
                </a:lnTo>
                <a:lnTo>
                  <a:pt x="219075" y="2057400"/>
                </a:lnTo>
                <a:lnTo>
                  <a:pt x="228600" y="2057400"/>
                </a:lnTo>
                <a:close/>
                <a:moveTo>
                  <a:pt x="1133475" y="2047875"/>
                </a:moveTo>
                <a:lnTo>
                  <a:pt x="1143000" y="2047875"/>
                </a:lnTo>
                <a:lnTo>
                  <a:pt x="1143000" y="2066925"/>
                </a:lnTo>
                <a:lnTo>
                  <a:pt x="1133475" y="2066925"/>
                </a:lnTo>
                <a:close/>
                <a:moveTo>
                  <a:pt x="990600" y="2057400"/>
                </a:moveTo>
                <a:lnTo>
                  <a:pt x="1000125" y="2057400"/>
                </a:lnTo>
                <a:lnTo>
                  <a:pt x="1000125" y="2066925"/>
                </a:lnTo>
                <a:lnTo>
                  <a:pt x="990600" y="2066925"/>
                </a:lnTo>
                <a:close/>
                <a:moveTo>
                  <a:pt x="1219200" y="2057400"/>
                </a:moveTo>
                <a:lnTo>
                  <a:pt x="1228725" y="2057400"/>
                </a:lnTo>
                <a:lnTo>
                  <a:pt x="1228725" y="2066925"/>
                </a:lnTo>
                <a:lnTo>
                  <a:pt x="1219200" y="2066925"/>
                </a:lnTo>
                <a:close/>
                <a:moveTo>
                  <a:pt x="314325" y="2066925"/>
                </a:moveTo>
                <a:lnTo>
                  <a:pt x="333375" y="2066925"/>
                </a:lnTo>
                <a:lnTo>
                  <a:pt x="333375" y="2076450"/>
                </a:lnTo>
                <a:lnTo>
                  <a:pt x="314325" y="2076450"/>
                </a:lnTo>
                <a:close/>
                <a:moveTo>
                  <a:pt x="361950" y="2066925"/>
                </a:moveTo>
                <a:lnTo>
                  <a:pt x="371475" y="2066925"/>
                </a:lnTo>
                <a:lnTo>
                  <a:pt x="371475" y="2076450"/>
                </a:lnTo>
                <a:lnTo>
                  <a:pt x="361950" y="2076450"/>
                </a:lnTo>
                <a:close/>
                <a:moveTo>
                  <a:pt x="152400" y="2076450"/>
                </a:moveTo>
                <a:lnTo>
                  <a:pt x="161925" y="2076450"/>
                </a:lnTo>
                <a:lnTo>
                  <a:pt x="161925" y="2085975"/>
                </a:lnTo>
                <a:lnTo>
                  <a:pt x="152400" y="2085975"/>
                </a:lnTo>
                <a:close/>
                <a:moveTo>
                  <a:pt x="1095375" y="2076450"/>
                </a:moveTo>
                <a:lnTo>
                  <a:pt x="1104900" y="2076450"/>
                </a:lnTo>
                <a:lnTo>
                  <a:pt x="1104900" y="2085975"/>
                </a:lnTo>
                <a:lnTo>
                  <a:pt x="1095375" y="2085975"/>
                </a:lnTo>
                <a:close/>
                <a:moveTo>
                  <a:pt x="1209675" y="2076450"/>
                </a:moveTo>
                <a:lnTo>
                  <a:pt x="1228725" y="2076450"/>
                </a:lnTo>
                <a:lnTo>
                  <a:pt x="1228725" y="2085975"/>
                </a:lnTo>
                <a:lnTo>
                  <a:pt x="1209675" y="2085975"/>
                </a:lnTo>
                <a:close/>
                <a:moveTo>
                  <a:pt x="1428750" y="2076450"/>
                </a:moveTo>
                <a:lnTo>
                  <a:pt x="1438275" y="2076450"/>
                </a:lnTo>
                <a:lnTo>
                  <a:pt x="1438275" y="2085975"/>
                </a:lnTo>
                <a:lnTo>
                  <a:pt x="1428750" y="2085975"/>
                </a:lnTo>
                <a:close/>
                <a:moveTo>
                  <a:pt x="1704975" y="2076450"/>
                </a:moveTo>
                <a:lnTo>
                  <a:pt x="1714500" y="2076450"/>
                </a:lnTo>
                <a:lnTo>
                  <a:pt x="1714500" y="2085975"/>
                </a:lnTo>
                <a:lnTo>
                  <a:pt x="1704975" y="2085975"/>
                </a:lnTo>
                <a:close/>
                <a:moveTo>
                  <a:pt x="133350" y="2085975"/>
                </a:moveTo>
                <a:lnTo>
                  <a:pt x="142875" y="2085975"/>
                </a:lnTo>
                <a:lnTo>
                  <a:pt x="142875" y="2105025"/>
                </a:lnTo>
                <a:lnTo>
                  <a:pt x="133350" y="2105025"/>
                </a:lnTo>
                <a:close/>
                <a:moveTo>
                  <a:pt x="1695450" y="2085975"/>
                </a:moveTo>
                <a:lnTo>
                  <a:pt x="1704975" y="2085975"/>
                </a:lnTo>
                <a:lnTo>
                  <a:pt x="1704975" y="2105025"/>
                </a:lnTo>
                <a:lnTo>
                  <a:pt x="1695450" y="2105025"/>
                </a:lnTo>
                <a:close/>
                <a:moveTo>
                  <a:pt x="209550" y="2105025"/>
                </a:moveTo>
                <a:lnTo>
                  <a:pt x="219075" y="2105025"/>
                </a:lnTo>
                <a:lnTo>
                  <a:pt x="219075" y="2114550"/>
                </a:lnTo>
                <a:lnTo>
                  <a:pt x="209550" y="2114550"/>
                </a:lnTo>
                <a:close/>
                <a:moveTo>
                  <a:pt x="1247775" y="2105025"/>
                </a:moveTo>
                <a:lnTo>
                  <a:pt x="1257300" y="2105025"/>
                </a:lnTo>
                <a:lnTo>
                  <a:pt x="1257300" y="2114550"/>
                </a:lnTo>
                <a:lnTo>
                  <a:pt x="1247775" y="2114550"/>
                </a:lnTo>
                <a:close/>
                <a:moveTo>
                  <a:pt x="1704975" y="2105025"/>
                </a:moveTo>
                <a:lnTo>
                  <a:pt x="1714500" y="2105025"/>
                </a:lnTo>
                <a:lnTo>
                  <a:pt x="1714500" y="2114550"/>
                </a:lnTo>
                <a:lnTo>
                  <a:pt x="1704975" y="2114550"/>
                </a:lnTo>
                <a:close/>
                <a:moveTo>
                  <a:pt x="219075" y="2114550"/>
                </a:moveTo>
                <a:lnTo>
                  <a:pt x="228600" y="2114550"/>
                </a:lnTo>
                <a:lnTo>
                  <a:pt x="228600" y="2133600"/>
                </a:lnTo>
                <a:lnTo>
                  <a:pt x="219075" y="2133600"/>
                </a:lnTo>
                <a:close/>
                <a:moveTo>
                  <a:pt x="381000" y="2114550"/>
                </a:moveTo>
                <a:lnTo>
                  <a:pt x="409575" y="2114550"/>
                </a:lnTo>
                <a:lnTo>
                  <a:pt x="409575" y="2133600"/>
                </a:lnTo>
                <a:lnTo>
                  <a:pt x="400050" y="2133600"/>
                </a:lnTo>
                <a:lnTo>
                  <a:pt x="400050" y="2152650"/>
                </a:lnTo>
                <a:lnTo>
                  <a:pt x="409575" y="2152650"/>
                </a:lnTo>
                <a:lnTo>
                  <a:pt x="409575" y="2171700"/>
                </a:lnTo>
                <a:lnTo>
                  <a:pt x="400050" y="2171700"/>
                </a:lnTo>
                <a:lnTo>
                  <a:pt x="400050" y="2190750"/>
                </a:lnTo>
                <a:lnTo>
                  <a:pt x="371475" y="2190750"/>
                </a:lnTo>
                <a:lnTo>
                  <a:pt x="371475" y="2181225"/>
                </a:lnTo>
                <a:lnTo>
                  <a:pt x="381000" y="2181225"/>
                </a:lnTo>
                <a:lnTo>
                  <a:pt x="381000" y="2162175"/>
                </a:lnTo>
                <a:lnTo>
                  <a:pt x="371475" y="2162175"/>
                </a:lnTo>
                <a:lnTo>
                  <a:pt x="371475" y="2133600"/>
                </a:lnTo>
                <a:lnTo>
                  <a:pt x="361950" y="2133600"/>
                </a:lnTo>
                <a:lnTo>
                  <a:pt x="361950" y="2124075"/>
                </a:lnTo>
                <a:lnTo>
                  <a:pt x="371475" y="2124075"/>
                </a:lnTo>
                <a:lnTo>
                  <a:pt x="371475" y="2133600"/>
                </a:lnTo>
                <a:lnTo>
                  <a:pt x="381000" y="2133600"/>
                </a:lnTo>
                <a:close/>
                <a:moveTo>
                  <a:pt x="457200" y="2114550"/>
                </a:moveTo>
                <a:lnTo>
                  <a:pt x="466725" y="2114550"/>
                </a:lnTo>
                <a:lnTo>
                  <a:pt x="466725" y="2133600"/>
                </a:lnTo>
                <a:lnTo>
                  <a:pt x="476250" y="2133600"/>
                </a:lnTo>
                <a:lnTo>
                  <a:pt x="476250" y="2143125"/>
                </a:lnTo>
                <a:lnTo>
                  <a:pt x="466725" y="2143125"/>
                </a:lnTo>
                <a:lnTo>
                  <a:pt x="466725" y="2152650"/>
                </a:lnTo>
                <a:lnTo>
                  <a:pt x="561975" y="2152650"/>
                </a:lnTo>
                <a:lnTo>
                  <a:pt x="561975" y="2162175"/>
                </a:lnTo>
                <a:lnTo>
                  <a:pt x="495300" y="2162175"/>
                </a:lnTo>
                <a:lnTo>
                  <a:pt x="495300" y="2181225"/>
                </a:lnTo>
                <a:lnTo>
                  <a:pt x="485775" y="2181225"/>
                </a:lnTo>
                <a:lnTo>
                  <a:pt x="485775" y="2190750"/>
                </a:lnTo>
                <a:lnTo>
                  <a:pt x="476250" y="2190750"/>
                </a:lnTo>
                <a:lnTo>
                  <a:pt x="476250" y="2200275"/>
                </a:lnTo>
                <a:lnTo>
                  <a:pt x="457200" y="2200275"/>
                </a:lnTo>
                <a:lnTo>
                  <a:pt x="457200" y="2209800"/>
                </a:lnTo>
                <a:lnTo>
                  <a:pt x="466725" y="2209800"/>
                </a:lnTo>
                <a:lnTo>
                  <a:pt x="466725" y="2219325"/>
                </a:lnTo>
                <a:lnTo>
                  <a:pt x="438150" y="2219325"/>
                </a:lnTo>
                <a:lnTo>
                  <a:pt x="438150" y="2200275"/>
                </a:lnTo>
                <a:lnTo>
                  <a:pt x="447675" y="2200275"/>
                </a:lnTo>
                <a:lnTo>
                  <a:pt x="447675" y="2181225"/>
                </a:lnTo>
                <a:lnTo>
                  <a:pt x="457200" y="2181225"/>
                </a:lnTo>
                <a:lnTo>
                  <a:pt x="457200" y="2171700"/>
                </a:lnTo>
                <a:lnTo>
                  <a:pt x="485775" y="2171700"/>
                </a:lnTo>
                <a:lnTo>
                  <a:pt x="485775" y="2162175"/>
                </a:lnTo>
                <a:lnTo>
                  <a:pt x="457200" y="2162175"/>
                </a:lnTo>
                <a:lnTo>
                  <a:pt x="457200" y="2152650"/>
                </a:lnTo>
                <a:lnTo>
                  <a:pt x="447675" y="2152650"/>
                </a:lnTo>
                <a:lnTo>
                  <a:pt x="447675" y="2133600"/>
                </a:lnTo>
                <a:lnTo>
                  <a:pt x="438150" y="2133600"/>
                </a:lnTo>
                <a:lnTo>
                  <a:pt x="438150" y="2124075"/>
                </a:lnTo>
                <a:lnTo>
                  <a:pt x="457200" y="2124075"/>
                </a:lnTo>
                <a:close/>
                <a:moveTo>
                  <a:pt x="1066800" y="2114550"/>
                </a:moveTo>
                <a:lnTo>
                  <a:pt x="1076325" y="2114550"/>
                </a:lnTo>
                <a:lnTo>
                  <a:pt x="1076325" y="2124075"/>
                </a:lnTo>
                <a:lnTo>
                  <a:pt x="1066800" y="2124075"/>
                </a:lnTo>
                <a:close/>
                <a:moveTo>
                  <a:pt x="1104900" y="2114550"/>
                </a:moveTo>
                <a:lnTo>
                  <a:pt x="1114425" y="2114550"/>
                </a:lnTo>
                <a:lnTo>
                  <a:pt x="1114425" y="2124075"/>
                </a:lnTo>
                <a:lnTo>
                  <a:pt x="1104900" y="2124075"/>
                </a:lnTo>
                <a:close/>
                <a:moveTo>
                  <a:pt x="1123950" y="2114550"/>
                </a:moveTo>
                <a:lnTo>
                  <a:pt x="1152525" y="2114550"/>
                </a:lnTo>
                <a:lnTo>
                  <a:pt x="1152525" y="2124075"/>
                </a:lnTo>
                <a:lnTo>
                  <a:pt x="1143000" y="2124075"/>
                </a:lnTo>
                <a:lnTo>
                  <a:pt x="1143000" y="2133600"/>
                </a:lnTo>
                <a:lnTo>
                  <a:pt x="1123950" y="2133600"/>
                </a:lnTo>
                <a:close/>
                <a:moveTo>
                  <a:pt x="1323975" y="2114550"/>
                </a:moveTo>
                <a:lnTo>
                  <a:pt x="1333500" y="2114550"/>
                </a:lnTo>
                <a:lnTo>
                  <a:pt x="1333500" y="2133600"/>
                </a:lnTo>
                <a:lnTo>
                  <a:pt x="1323975" y="2133600"/>
                </a:lnTo>
                <a:close/>
                <a:moveTo>
                  <a:pt x="257175" y="2124075"/>
                </a:moveTo>
                <a:lnTo>
                  <a:pt x="276225" y="2124075"/>
                </a:lnTo>
                <a:lnTo>
                  <a:pt x="276225" y="2133600"/>
                </a:lnTo>
                <a:lnTo>
                  <a:pt x="257175" y="2133600"/>
                </a:lnTo>
                <a:close/>
                <a:moveTo>
                  <a:pt x="285750" y="2124075"/>
                </a:moveTo>
                <a:lnTo>
                  <a:pt x="295275" y="2124075"/>
                </a:lnTo>
                <a:lnTo>
                  <a:pt x="295275" y="2133600"/>
                </a:lnTo>
                <a:lnTo>
                  <a:pt x="285750" y="2133600"/>
                </a:lnTo>
                <a:close/>
                <a:moveTo>
                  <a:pt x="323850" y="2124075"/>
                </a:moveTo>
                <a:lnTo>
                  <a:pt x="352425" y="2124075"/>
                </a:lnTo>
                <a:lnTo>
                  <a:pt x="352425" y="2133600"/>
                </a:lnTo>
                <a:lnTo>
                  <a:pt x="323850" y="2133600"/>
                </a:lnTo>
                <a:close/>
                <a:moveTo>
                  <a:pt x="504825" y="2124075"/>
                </a:moveTo>
                <a:lnTo>
                  <a:pt x="523875" y="2124075"/>
                </a:lnTo>
                <a:lnTo>
                  <a:pt x="523875" y="2133600"/>
                </a:lnTo>
                <a:lnTo>
                  <a:pt x="504825" y="2133600"/>
                </a:lnTo>
                <a:close/>
                <a:moveTo>
                  <a:pt x="542925" y="2124075"/>
                </a:moveTo>
                <a:lnTo>
                  <a:pt x="581025" y="2124075"/>
                </a:lnTo>
                <a:lnTo>
                  <a:pt x="581025" y="2133600"/>
                </a:lnTo>
                <a:lnTo>
                  <a:pt x="542925" y="2133600"/>
                </a:lnTo>
                <a:close/>
                <a:moveTo>
                  <a:pt x="1695450" y="2124075"/>
                </a:moveTo>
                <a:lnTo>
                  <a:pt x="1714500" y="2124075"/>
                </a:lnTo>
                <a:lnTo>
                  <a:pt x="1714500" y="2133600"/>
                </a:lnTo>
                <a:lnTo>
                  <a:pt x="1704975" y="2133600"/>
                </a:lnTo>
                <a:lnTo>
                  <a:pt x="1704975" y="2152650"/>
                </a:lnTo>
                <a:lnTo>
                  <a:pt x="1695450" y="2152650"/>
                </a:lnTo>
                <a:close/>
                <a:moveTo>
                  <a:pt x="209550" y="2133600"/>
                </a:moveTo>
                <a:lnTo>
                  <a:pt x="219075" y="2133600"/>
                </a:lnTo>
                <a:lnTo>
                  <a:pt x="219075" y="2152650"/>
                </a:lnTo>
                <a:lnTo>
                  <a:pt x="228600" y="2152650"/>
                </a:lnTo>
                <a:lnTo>
                  <a:pt x="228600" y="2162175"/>
                </a:lnTo>
                <a:lnTo>
                  <a:pt x="257175" y="2162175"/>
                </a:lnTo>
                <a:lnTo>
                  <a:pt x="257175" y="2171700"/>
                </a:lnTo>
                <a:lnTo>
                  <a:pt x="219075" y="2171700"/>
                </a:lnTo>
                <a:lnTo>
                  <a:pt x="219075" y="2162175"/>
                </a:lnTo>
                <a:lnTo>
                  <a:pt x="200025" y="2162175"/>
                </a:lnTo>
                <a:lnTo>
                  <a:pt x="200025" y="2152650"/>
                </a:lnTo>
                <a:lnTo>
                  <a:pt x="209550" y="2152650"/>
                </a:lnTo>
                <a:close/>
                <a:moveTo>
                  <a:pt x="314325" y="2133600"/>
                </a:moveTo>
                <a:lnTo>
                  <a:pt x="323850" y="2133600"/>
                </a:lnTo>
                <a:lnTo>
                  <a:pt x="323850" y="2143125"/>
                </a:lnTo>
                <a:lnTo>
                  <a:pt x="333375" y="2143125"/>
                </a:lnTo>
                <a:lnTo>
                  <a:pt x="333375" y="2152650"/>
                </a:lnTo>
                <a:lnTo>
                  <a:pt x="314325" y="2152650"/>
                </a:lnTo>
                <a:close/>
                <a:moveTo>
                  <a:pt x="352425" y="2133600"/>
                </a:moveTo>
                <a:lnTo>
                  <a:pt x="361950" y="2133600"/>
                </a:lnTo>
                <a:lnTo>
                  <a:pt x="361950" y="2143125"/>
                </a:lnTo>
                <a:lnTo>
                  <a:pt x="352425" y="2143125"/>
                </a:lnTo>
                <a:close/>
                <a:moveTo>
                  <a:pt x="685800" y="2133600"/>
                </a:moveTo>
                <a:lnTo>
                  <a:pt x="695325" y="2133600"/>
                </a:lnTo>
                <a:lnTo>
                  <a:pt x="695325" y="2143125"/>
                </a:lnTo>
                <a:lnTo>
                  <a:pt x="685800" y="2143125"/>
                </a:lnTo>
                <a:close/>
                <a:moveTo>
                  <a:pt x="752475" y="2133600"/>
                </a:moveTo>
                <a:lnTo>
                  <a:pt x="790575" y="2133600"/>
                </a:lnTo>
                <a:lnTo>
                  <a:pt x="790575" y="2152650"/>
                </a:lnTo>
                <a:lnTo>
                  <a:pt x="781050" y="2152650"/>
                </a:lnTo>
                <a:lnTo>
                  <a:pt x="781050" y="2143125"/>
                </a:lnTo>
                <a:lnTo>
                  <a:pt x="752475" y="2143125"/>
                </a:lnTo>
                <a:close/>
                <a:moveTo>
                  <a:pt x="809625" y="2133600"/>
                </a:moveTo>
                <a:lnTo>
                  <a:pt x="904875" y="2133600"/>
                </a:lnTo>
                <a:lnTo>
                  <a:pt x="904875" y="2143125"/>
                </a:lnTo>
                <a:lnTo>
                  <a:pt x="923925" y="2143125"/>
                </a:lnTo>
                <a:lnTo>
                  <a:pt x="923925" y="2133600"/>
                </a:lnTo>
                <a:lnTo>
                  <a:pt x="1123950" y="2133600"/>
                </a:lnTo>
                <a:lnTo>
                  <a:pt x="1123950" y="2143125"/>
                </a:lnTo>
                <a:lnTo>
                  <a:pt x="1114425" y="2143125"/>
                </a:lnTo>
                <a:lnTo>
                  <a:pt x="1114425" y="2152650"/>
                </a:lnTo>
                <a:lnTo>
                  <a:pt x="1095375" y="2152650"/>
                </a:lnTo>
                <a:lnTo>
                  <a:pt x="1095375" y="2162175"/>
                </a:lnTo>
                <a:lnTo>
                  <a:pt x="1019175" y="2162175"/>
                </a:lnTo>
                <a:lnTo>
                  <a:pt x="1019175" y="2152650"/>
                </a:lnTo>
                <a:lnTo>
                  <a:pt x="952500" y="2152650"/>
                </a:lnTo>
                <a:lnTo>
                  <a:pt x="952500" y="2143125"/>
                </a:lnTo>
                <a:lnTo>
                  <a:pt x="942975" y="2143125"/>
                </a:lnTo>
                <a:lnTo>
                  <a:pt x="942975" y="2152650"/>
                </a:lnTo>
                <a:lnTo>
                  <a:pt x="933450" y="2152650"/>
                </a:lnTo>
                <a:lnTo>
                  <a:pt x="933450" y="2162175"/>
                </a:lnTo>
                <a:lnTo>
                  <a:pt x="923925" y="2162175"/>
                </a:lnTo>
                <a:lnTo>
                  <a:pt x="923925" y="2152650"/>
                </a:lnTo>
                <a:lnTo>
                  <a:pt x="885825" y="2152650"/>
                </a:lnTo>
                <a:lnTo>
                  <a:pt x="885825" y="2143125"/>
                </a:lnTo>
                <a:lnTo>
                  <a:pt x="809625" y="2143125"/>
                </a:lnTo>
                <a:close/>
                <a:moveTo>
                  <a:pt x="1143000" y="2133600"/>
                </a:moveTo>
                <a:lnTo>
                  <a:pt x="1247775" y="2133600"/>
                </a:lnTo>
                <a:lnTo>
                  <a:pt x="1247775" y="2143125"/>
                </a:lnTo>
                <a:lnTo>
                  <a:pt x="1238250" y="2143125"/>
                </a:lnTo>
                <a:lnTo>
                  <a:pt x="1238250" y="2152650"/>
                </a:lnTo>
                <a:lnTo>
                  <a:pt x="1219200" y="2152650"/>
                </a:lnTo>
                <a:lnTo>
                  <a:pt x="1219200" y="2143125"/>
                </a:lnTo>
                <a:lnTo>
                  <a:pt x="1209675" y="2143125"/>
                </a:lnTo>
                <a:lnTo>
                  <a:pt x="1209675" y="2152650"/>
                </a:lnTo>
                <a:lnTo>
                  <a:pt x="1171575" y="2152650"/>
                </a:lnTo>
                <a:lnTo>
                  <a:pt x="1171575" y="2143125"/>
                </a:lnTo>
                <a:lnTo>
                  <a:pt x="1162050" y="2143125"/>
                </a:lnTo>
                <a:lnTo>
                  <a:pt x="1162050" y="2152650"/>
                </a:lnTo>
                <a:lnTo>
                  <a:pt x="1171575" y="2152650"/>
                </a:lnTo>
                <a:lnTo>
                  <a:pt x="1171575" y="2162175"/>
                </a:lnTo>
                <a:lnTo>
                  <a:pt x="1152525" y="2162175"/>
                </a:lnTo>
                <a:lnTo>
                  <a:pt x="1152525" y="2143125"/>
                </a:lnTo>
                <a:lnTo>
                  <a:pt x="1143000" y="2143125"/>
                </a:lnTo>
                <a:close/>
                <a:moveTo>
                  <a:pt x="1285875" y="2133600"/>
                </a:moveTo>
                <a:lnTo>
                  <a:pt x="1295400" y="2133600"/>
                </a:lnTo>
                <a:lnTo>
                  <a:pt x="1295400" y="2143125"/>
                </a:lnTo>
                <a:lnTo>
                  <a:pt x="1285875" y="2143125"/>
                </a:lnTo>
                <a:close/>
                <a:moveTo>
                  <a:pt x="1352550" y="2133600"/>
                </a:moveTo>
                <a:lnTo>
                  <a:pt x="1390650" y="2133600"/>
                </a:lnTo>
                <a:lnTo>
                  <a:pt x="1390650" y="2143125"/>
                </a:lnTo>
                <a:lnTo>
                  <a:pt x="1352550" y="2143125"/>
                </a:lnTo>
                <a:close/>
                <a:moveTo>
                  <a:pt x="1457325" y="2133600"/>
                </a:moveTo>
                <a:lnTo>
                  <a:pt x="1476375" y="2133600"/>
                </a:lnTo>
                <a:lnTo>
                  <a:pt x="1476375" y="2162175"/>
                </a:lnTo>
                <a:lnTo>
                  <a:pt x="1447800" y="2162175"/>
                </a:lnTo>
                <a:lnTo>
                  <a:pt x="1447800" y="2152650"/>
                </a:lnTo>
                <a:lnTo>
                  <a:pt x="1457325" y="2152650"/>
                </a:lnTo>
                <a:close/>
                <a:moveTo>
                  <a:pt x="1524000" y="2133600"/>
                </a:moveTo>
                <a:lnTo>
                  <a:pt x="1571625" y="2133600"/>
                </a:lnTo>
                <a:lnTo>
                  <a:pt x="1571625" y="2152650"/>
                </a:lnTo>
                <a:lnTo>
                  <a:pt x="1533525" y="2152650"/>
                </a:lnTo>
                <a:lnTo>
                  <a:pt x="1533525" y="2143125"/>
                </a:lnTo>
                <a:lnTo>
                  <a:pt x="1524000" y="2143125"/>
                </a:lnTo>
                <a:close/>
                <a:moveTo>
                  <a:pt x="1590675" y="2133600"/>
                </a:moveTo>
                <a:lnTo>
                  <a:pt x="1619250" y="2133600"/>
                </a:lnTo>
                <a:lnTo>
                  <a:pt x="1619250" y="2152650"/>
                </a:lnTo>
                <a:lnTo>
                  <a:pt x="1590675" y="2152650"/>
                </a:lnTo>
                <a:close/>
                <a:moveTo>
                  <a:pt x="1638300" y="2133600"/>
                </a:moveTo>
                <a:lnTo>
                  <a:pt x="1647825" y="2133600"/>
                </a:lnTo>
                <a:lnTo>
                  <a:pt x="1647825" y="2143125"/>
                </a:lnTo>
                <a:lnTo>
                  <a:pt x="1657350" y="2143125"/>
                </a:lnTo>
                <a:lnTo>
                  <a:pt x="1657350" y="2133600"/>
                </a:lnTo>
                <a:lnTo>
                  <a:pt x="1685925" y="2133600"/>
                </a:lnTo>
                <a:lnTo>
                  <a:pt x="1685925" y="2152650"/>
                </a:lnTo>
                <a:lnTo>
                  <a:pt x="1666875" y="2152650"/>
                </a:lnTo>
                <a:lnTo>
                  <a:pt x="1666875" y="2162175"/>
                </a:lnTo>
                <a:lnTo>
                  <a:pt x="1647825" y="2162175"/>
                </a:lnTo>
                <a:lnTo>
                  <a:pt x="1647825" y="2152650"/>
                </a:lnTo>
                <a:lnTo>
                  <a:pt x="1638300" y="2152650"/>
                </a:lnTo>
                <a:close/>
                <a:moveTo>
                  <a:pt x="133350" y="2143125"/>
                </a:moveTo>
                <a:lnTo>
                  <a:pt x="142875" y="2143125"/>
                </a:lnTo>
                <a:lnTo>
                  <a:pt x="142875" y="2162175"/>
                </a:lnTo>
                <a:lnTo>
                  <a:pt x="133350" y="2162175"/>
                </a:lnTo>
                <a:close/>
                <a:moveTo>
                  <a:pt x="266700" y="2143125"/>
                </a:moveTo>
                <a:lnTo>
                  <a:pt x="285750" y="2143125"/>
                </a:lnTo>
                <a:lnTo>
                  <a:pt x="285750" y="2152650"/>
                </a:lnTo>
                <a:lnTo>
                  <a:pt x="314325" y="2152650"/>
                </a:lnTo>
                <a:lnTo>
                  <a:pt x="314325" y="2162175"/>
                </a:lnTo>
                <a:lnTo>
                  <a:pt x="266700" y="2162175"/>
                </a:lnTo>
                <a:close/>
                <a:moveTo>
                  <a:pt x="1276350" y="2143125"/>
                </a:moveTo>
                <a:lnTo>
                  <a:pt x="1285875" y="2143125"/>
                </a:lnTo>
                <a:lnTo>
                  <a:pt x="1285875" y="2152650"/>
                </a:lnTo>
                <a:lnTo>
                  <a:pt x="1276350" y="2152650"/>
                </a:lnTo>
                <a:close/>
                <a:moveTo>
                  <a:pt x="1295400" y="2143125"/>
                </a:moveTo>
                <a:lnTo>
                  <a:pt x="1333500" y="2143125"/>
                </a:lnTo>
                <a:lnTo>
                  <a:pt x="1333500" y="2152650"/>
                </a:lnTo>
                <a:lnTo>
                  <a:pt x="1295400" y="2152650"/>
                </a:lnTo>
                <a:close/>
                <a:moveTo>
                  <a:pt x="590550" y="2152650"/>
                </a:moveTo>
                <a:lnTo>
                  <a:pt x="619125" y="2152650"/>
                </a:lnTo>
                <a:lnTo>
                  <a:pt x="619125" y="2162175"/>
                </a:lnTo>
                <a:lnTo>
                  <a:pt x="590550" y="2162175"/>
                </a:lnTo>
                <a:close/>
                <a:moveTo>
                  <a:pt x="638175" y="2152650"/>
                </a:moveTo>
                <a:lnTo>
                  <a:pt x="647700" y="2152650"/>
                </a:lnTo>
                <a:lnTo>
                  <a:pt x="647700" y="2162175"/>
                </a:lnTo>
                <a:lnTo>
                  <a:pt x="657225" y="2162175"/>
                </a:lnTo>
                <a:lnTo>
                  <a:pt x="657225" y="2171700"/>
                </a:lnTo>
                <a:lnTo>
                  <a:pt x="628650" y="2171700"/>
                </a:lnTo>
                <a:lnTo>
                  <a:pt x="628650" y="2162175"/>
                </a:lnTo>
                <a:lnTo>
                  <a:pt x="638175" y="2162175"/>
                </a:lnTo>
                <a:close/>
                <a:moveTo>
                  <a:pt x="666750" y="2152650"/>
                </a:moveTo>
                <a:lnTo>
                  <a:pt x="695325" y="2152650"/>
                </a:lnTo>
                <a:lnTo>
                  <a:pt x="695325" y="2162175"/>
                </a:lnTo>
                <a:lnTo>
                  <a:pt x="666750" y="2162175"/>
                </a:lnTo>
                <a:close/>
                <a:moveTo>
                  <a:pt x="1038225" y="2152650"/>
                </a:moveTo>
                <a:lnTo>
                  <a:pt x="1057275" y="2152650"/>
                </a:lnTo>
                <a:lnTo>
                  <a:pt x="1057275" y="2143125"/>
                </a:lnTo>
                <a:lnTo>
                  <a:pt x="1038225" y="2143125"/>
                </a:lnTo>
                <a:close/>
                <a:moveTo>
                  <a:pt x="1371600" y="2152650"/>
                </a:moveTo>
                <a:lnTo>
                  <a:pt x="1390650" y="2152650"/>
                </a:lnTo>
                <a:lnTo>
                  <a:pt x="1390650" y="2162175"/>
                </a:lnTo>
                <a:lnTo>
                  <a:pt x="1371600" y="2162175"/>
                </a:lnTo>
                <a:close/>
                <a:moveTo>
                  <a:pt x="695325" y="2162175"/>
                </a:moveTo>
                <a:lnTo>
                  <a:pt x="714375" y="2162175"/>
                </a:lnTo>
                <a:lnTo>
                  <a:pt x="714375" y="2181225"/>
                </a:lnTo>
                <a:lnTo>
                  <a:pt x="704850" y="2181225"/>
                </a:lnTo>
                <a:lnTo>
                  <a:pt x="704850" y="2171700"/>
                </a:lnTo>
                <a:lnTo>
                  <a:pt x="695325" y="2171700"/>
                </a:lnTo>
                <a:close/>
                <a:moveTo>
                  <a:pt x="933450" y="2162175"/>
                </a:moveTo>
                <a:lnTo>
                  <a:pt x="952500" y="2162175"/>
                </a:lnTo>
                <a:lnTo>
                  <a:pt x="952500" y="2181225"/>
                </a:lnTo>
                <a:lnTo>
                  <a:pt x="942975" y="2181225"/>
                </a:lnTo>
                <a:lnTo>
                  <a:pt x="942975" y="2190750"/>
                </a:lnTo>
                <a:lnTo>
                  <a:pt x="933450" y="2190750"/>
                </a:lnTo>
                <a:lnTo>
                  <a:pt x="933450" y="2181225"/>
                </a:lnTo>
                <a:lnTo>
                  <a:pt x="923925" y="2181225"/>
                </a:lnTo>
                <a:lnTo>
                  <a:pt x="923925" y="2171700"/>
                </a:lnTo>
                <a:lnTo>
                  <a:pt x="933450" y="2171700"/>
                </a:lnTo>
                <a:close/>
                <a:moveTo>
                  <a:pt x="133350" y="2181225"/>
                </a:moveTo>
                <a:lnTo>
                  <a:pt x="142875" y="2181225"/>
                </a:lnTo>
                <a:lnTo>
                  <a:pt x="142875" y="2190750"/>
                </a:lnTo>
                <a:lnTo>
                  <a:pt x="133350" y="2190750"/>
                </a:lnTo>
                <a:close/>
                <a:moveTo>
                  <a:pt x="638175" y="2181225"/>
                </a:moveTo>
                <a:lnTo>
                  <a:pt x="647700" y="2181225"/>
                </a:lnTo>
                <a:lnTo>
                  <a:pt x="647700" y="2190750"/>
                </a:lnTo>
                <a:lnTo>
                  <a:pt x="638175" y="2190750"/>
                </a:lnTo>
                <a:close/>
                <a:moveTo>
                  <a:pt x="876300" y="2181225"/>
                </a:moveTo>
                <a:lnTo>
                  <a:pt x="885825" y="2181225"/>
                </a:lnTo>
                <a:lnTo>
                  <a:pt x="885825" y="2190750"/>
                </a:lnTo>
                <a:lnTo>
                  <a:pt x="895350" y="2190750"/>
                </a:lnTo>
                <a:lnTo>
                  <a:pt x="895350" y="2200275"/>
                </a:lnTo>
                <a:lnTo>
                  <a:pt x="866775" y="2200275"/>
                </a:lnTo>
                <a:lnTo>
                  <a:pt x="866775" y="2190750"/>
                </a:lnTo>
                <a:lnTo>
                  <a:pt x="876300" y="2190750"/>
                </a:lnTo>
                <a:close/>
                <a:moveTo>
                  <a:pt x="123825" y="2190750"/>
                </a:moveTo>
                <a:lnTo>
                  <a:pt x="133350" y="2190750"/>
                </a:lnTo>
                <a:lnTo>
                  <a:pt x="133350" y="2200275"/>
                </a:lnTo>
                <a:lnTo>
                  <a:pt x="123825" y="2200275"/>
                </a:lnTo>
                <a:close/>
                <a:moveTo>
                  <a:pt x="152400" y="2190750"/>
                </a:moveTo>
                <a:lnTo>
                  <a:pt x="161925" y="2190750"/>
                </a:lnTo>
                <a:lnTo>
                  <a:pt x="161925" y="2200275"/>
                </a:lnTo>
                <a:lnTo>
                  <a:pt x="152400" y="2200275"/>
                </a:lnTo>
                <a:close/>
                <a:moveTo>
                  <a:pt x="361950" y="2190750"/>
                </a:moveTo>
                <a:lnTo>
                  <a:pt x="371475" y="2190750"/>
                </a:lnTo>
                <a:lnTo>
                  <a:pt x="371475" y="2209800"/>
                </a:lnTo>
                <a:lnTo>
                  <a:pt x="352425" y="2209800"/>
                </a:lnTo>
                <a:lnTo>
                  <a:pt x="352425" y="2200275"/>
                </a:lnTo>
                <a:lnTo>
                  <a:pt x="361950" y="2200275"/>
                </a:lnTo>
                <a:close/>
                <a:moveTo>
                  <a:pt x="533400" y="2190750"/>
                </a:moveTo>
                <a:lnTo>
                  <a:pt x="542925" y="2190750"/>
                </a:lnTo>
                <a:lnTo>
                  <a:pt x="542925" y="2219325"/>
                </a:lnTo>
                <a:lnTo>
                  <a:pt x="561975" y="2219325"/>
                </a:lnTo>
                <a:lnTo>
                  <a:pt x="561975" y="2228850"/>
                </a:lnTo>
                <a:lnTo>
                  <a:pt x="533400" y="2228850"/>
                </a:lnTo>
                <a:close/>
                <a:moveTo>
                  <a:pt x="685800" y="2190750"/>
                </a:moveTo>
                <a:lnTo>
                  <a:pt x="695325" y="2190750"/>
                </a:lnTo>
                <a:lnTo>
                  <a:pt x="695325" y="2200275"/>
                </a:lnTo>
                <a:lnTo>
                  <a:pt x="704850" y="2200275"/>
                </a:lnTo>
                <a:lnTo>
                  <a:pt x="704850" y="2190750"/>
                </a:lnTo>
                <a:lnTo>
                  <a:pt x="714375" y="2190750"/>
                </a:lnTo>
                <a:lnTo>
                  <a:pt x="714375" y="2228850"/>
                </a:lnTo>
                <a:lnTo>
                  <a:pt x="704850" y="2228850"/>
                </a:lnTo>
                <a:lnTo>
                  <a:pt x="704850" y="2219325"/>
                </a:lnTo>
                <a:lnTo>
                  <a:pt x="695325" y="2219325"/>
                </a:lnTo>
                <a:lnTo>
                  <a:pt x="695325" y="2209800"/>
                </a:lnTo>
                <a:lnTo>
                  <a:pt x="685800" y="2209800"/>
                </a:lnTo>
                <a:close/>
                <a:moveTo>
                  <a:pt x="838200" y="2190750"/>
                </a:moveTo>
                <a:lnTo>
                  <a:pt x="847725" y="2190750"/>
                </a:lnTo>
                <a:lnTo>
                  <a:pt x="847725" y="2200275"/>
                </a:lnTo>
                <a:lnTo>
                  <a:pt x="838200" y="2200275"/>
                </a:lnTo>
                <a:close/>
                <a:moveTo>
                  <a:pt x="1666875" y="2190750"/>
                </a:moveTo>
                <a:lnTo>
                  <a:pt x="1676400" y="2190750"/>
                </a:lnTo>
                <a:lnTo>
                  <a:pt x="1676400" y="2219325"/>
                </a:lnTo>
                <a:lnTo>
                  <a:pt x="1666875" y="2219325"/>
                </a:lnTo>
                <a:lnTo>
                  <a:pt x="1666875" y="2209800"/>
                </a:lnTo>
                <a:lnTo>
                  <a:pt x="1657350" y="2209800"/>
                </a:lnTo>
                <a:lnTo>
                  <a:pt x="1657350" y="2200275"/>
                </a:lnTo>
                <a:lnTo>
                  <a:pt x="1666875" y="2200275"/>
                </a:lnTo>
                <a:close/>
                <a:moveTo>
                  <a:pt x="238125" y="2200275"/>
                </a:moveTo>
                <a:lnTo>
                  <a:pt x="257175" y="2200275"/>
                </a:lnTo>
                <a:lnTo>
                  <a:pt x="257175" y="2209800"/>
                </a:lnTo>
                <a:lnTo>
                  <a:pt x="238125" y="2209800"/>
                </a:lnTo>
                <a:close/>
                <a:moveTo>
                  <a:pt x="619125" y="2200275"/>
                </a:moveTo>
                <a:lnTo>
                  <a:pt x="628650" y="2200275"/>
                </a:lnTo>
                <a:lnTo>
                  <a:pt x="628650" y="2209800"/>
                </a:lnTo>
                <a:lnTo>
                  <a:pt x="619125" y="2209800"/>
                </a:lnTo>
                <a:close/>
                <a:moveTo>
                  <a:pt x="847725" y="2200275"/>
                </a:moveTo>
                <a:lnTo>
                  <a:pt x="857250" y="2200275"/>
                </a:lnTo>
                <a:lnTo>
                  <a:pt x="857250" y="2209800"/>
                </a:lnTo>
                <a:lnTo>
                  <a:pt x="847725" y="2209800"/>
                </a:lnTo>
                <a:close/>
                <a:moveTo>
                  <a:pt x="895350" y="2200275"/>
                </a:moveTo>
                <a:lnTo>
                  <a:pt x="904875" y="2200275"/>
                </a:lnTo>
                <a:lnTo>
                  <a:pt x="904875" y="2228850"/>
                </a:lnTo>
                <a:lnTo>
                  <a:pt x="885825" y="2228850"/>
                </a:lnTo>
                <a:lnTo>
                  <a:pt x="885825" y="2238375"/>
                </a:lnTo>
                <a:lnTo>
                  <a:pt x="876300" y="2238375"/>
                </a:lnTo>
                <a:lnTo>
                  <a:pt x="876300" y="2219325"/>
                </a:lnTo>
                <a:lnTo>
                  <a:pt x="895350" y="2219325"/>
                </a:lnTo>
                <a:close/>
                <a:moveTo>
                  <a:pt x="1619250" y="2200275"/>
                </a:moveTo>
                <a:lnTo>
                  <a:pt x="1628775" y="2200275"/>
                </a:lnTo>
                <a:lnTo>
                  <a:pt x="1628775" y="2219325"/>
                </a:lnTo>
                <a:lnTo>
                  <a:pt x="1638300" y="2219325"/>
                </a:lnTo>
                <a:lnTo>
                  <a:pt x="1638300" y="2228850"/>
                </a:lnTo>
                <a:lnTo>
                  <a:pt x="1628775" y="2228850"/>
                </a:lnTo>
                <a:lnTo>
                  <a:pt x="1628775" y="2238375"/>
                </a:lnTo>
                <a:lnTo>
                  <a:pt x="1619250" y="2238375"/>
                </a:lnTo>
                <a:lnTo>
                  <a:pt x="1619250" y="2228850"/>
                </a:lnTo>
                <a:lnTo>
                  <a:pt x="1609725" y="2228850"/>
                </a:lnTo>
                <a:lnTo>
                  <a:pt x="1609725" y="2209800"/>
                </a:lnTo>
                <a:lnTo>
                  <a:pt x="1619250" y="2209800"/>
                </a:lnTo>
                <a:close/>
                <a:moveTo>
                  <a:pt x="838200" y="2209800"/>
                </a:moveTo>
                <a:lnTo>
                  <a:pt x="847725" y="2209800"/>
                </a:lnTo>
                <a:lnTo>
                  <a:pt x="847725" y="2219325"/>
                </a:lnTo>
                <a:lnTo>
                  <a:pt x="838200" y="2219325"/>
                </a:lnTo>
                <a:close/>
                <a:moveTo>
                  <a:pt x="590550" y="2219325"/>
                </a:moveTo>
                <a:lnTo>
                  <a:pt x="600075" y="2219325"/>
                </a:lnTo>
                <a:lnTo>
                  <a:pt x="600075" y="2228850"/>
                </a:lnTo>
                <a:lnTo>
                  <a:pt x="590550" y="2228850"/>
                </a:lnTo>
                <a:close/>
                <a:moveTo>
                  <a:pt x="800100" y="2219325"/>
                </a:moveTo>
                <a:lnTo>
                  <a:pt x="819150" y="2219325"/>
                </a:lnTo>
                <a:lnTo>
                  <a:pt x="819150" y="2228850"/>
                </a:lnTo>
                <a:lnTo>
                  <a:pt x="800100" y="2228850"/>
                </a:lnTo>
                <a:close/>
                <a:moveTo>
                  <a:pt x="1714500" y="2219325"/>
                </a:moveTo>
                <a:lnTo>
                  <a:pt x="1724025" y="2219325"/>
                </a:lnTo>
                <a:lnTo>
                  <a:pt x="1724025" y="2228850"/>
                </a:lnTo>
                <a:lnTo>
                  <a:pt x="1714500" y="2228850"/>
                </a:lnTo>
                <a:close/>
                <a:moveTo>
                  <a:pt x="561975" y="2228850"/>
                </a:moveTo>
                <a:lnTo>
                  <a:pt x="581025" y="2228850"/>
                </a:lnTo>
                <a:lnTo>
                  <a:pt x="581025" y="2238375"/>
                </a:lnTo>
                <a:lnTo>
                  <a:pt x="561975" y="2238375"/>
                </a:lnTo>
                <a:close/>
                <a:moveTo>
                  <a:pt x="933450" y="2247900"/>
                </a:moveTo>
                <a:lnTo>
                  <a:pt x="942975" y="2247900"/>
                </a:lnTo>
                <a:lnTo>
                  <a:pt x="942975" y="2257425"/>
                </a:lnTo>
                <a:lnTo>
                  <a:pt x="952500" y="2257425"/>
                </a:lnTo>
                <a:lnTo>
                  <a:pt x="952500" y="2295525"/>
                </a:lnTo>
                <a:lnTo>
                  <a:pt x="971550" y="2295525"/>
                </a:lnTo>
                <a:lnTo>
                  <a:pt x="971550" y="2286000"/>
                </a:lnTo>
                <a:lnTo>
                  <a:pt x="981075" y="2286000"/>
                </a:lnTo>
                <a:lnTo>
                  <a:pt x="981075" y="2295525"/>
                </a:lnTo>
                <a:lnTo>
                  <a:pt x="990600" y="2295525"/>
                </a:lnTo>
                <a:lnTo>
                  <a:pt x="990600" y="2286000"/>
                </a:lnTo>
                <a:lnTo>
                  <a:pt x="1019175" y="2286000"/>
                </a:lnTo>
                <a:lnTo>
                  <a:pt x="1019175" y="2295525"/>
                </a:lnTo>
                <a:lnTo>
                  <a:pt x="990600" y="2295525"/>
                </a:lnTo>
                <a:lnTo>
                  <a:pt x="990600" y="2305050"/>
                </a:lnTo>
                <a:lnTo>
                  <a:pt x="981075" y="2305050"/>
                </a:lnTo>
                <a:lnTo>
                  <a:pt x="981075" y="2314575"/>
                </a:lnTo>
                <a:lnTo>
                  <a:pt x="971550" y="2314575"/>
                </a:lnTo>
                <a:lnTo>
                  <a:pt x="971550" y="2324100"/>
                </a:lnTo>
                <a:lnTo>
                  <a:pt x="981075" y="2324100"/>
                </a:lnTo>
                <a:lnTo>
                  <a:pt x="981075" y="2333625"/>
                </a:lnTo>
                <a:lnTo>
                  <a:pt x="952500" y="2333625"/>
                </a:lnTo>
                <a:lnTo>
                  <a:pt x="952500" y="2305050"/>
                </a:lnTo>
                <a:lnTo>
                  <a:pt x="942975" y="2305050"/>
                </a:lnTo>
                <a:lnTo>
                  <a:pt x="942975" y="2295525"/>
                </a:lnTo>
                <a:lnTo>
                  <a:pt x="933450" y="2295525"/>
                </a:lnTo>
                <a:lnTo>
                  <a:pt x="933450" y="2266950"/>
                </a:lnTo>
                <a:lnTo>
                  <a:pt x="914400" y="2266950"/>
                </a:lnTo>
                <a:lnTo>
                  <a:pt x="914400" y="2257425"/>
                </a:lnTo>
                <a:lnTo>
                  <a:pt x="933450" y="2257425"/>
                </a:lnTo>
                <a:close/>
                <a:moveTo>
                  <a:pt x="1543050" y="2247900"/>
                </a:moveTo>
                <a:lnTo>
                  <a:pt x="1552575" y="2247900"/>
                </a:lnTo>
                <a:lnTo>
                  <a:pt x="1552575" y="2257425"/>
                </a:lnTo>
                <a:lnTo>
                  <a:pt x="1543050" y="2257425"/>
                </a:lnTo>
                <a:close/>
                <a:moveTo>
                  <a:pt x="1181100" y="2257425"/>
                </a:moveTo>
                <a:lnTo>
                  <a:pt x="1209675" y="2257425"/>
                </a:lnTo>
                <a:lnTo>
                  <a:pt x="1209675" y="2266950"/>
                </a:lnTo>
                <a:lnTo>
                  <a:pt x="1181100" y="2266950"/>
                </a:lnTo>
                <a:close/>
                <a:moveTo>
                  <a:pt x="1228725" y="2257425"/>
                </a:moveTo>
                <a:lnTo>
                  <a:pt x="1257300" y="2257425"/>
                </a:lnTo>
                <a:lnTo>
                  <a:pt x="1257300" y="2266950"/>
                </a:lnTo>
                <a:lnTo>
                  <a:pt x="1228725" y="2266950"/>
                </a:lnTo>
                <a:close/>
                <a:moveTo>
                  <a:pt x="1276350" y="2257425"/>
                </a:moveTo>
                <a:lnTo>
                  <a:pt x="1285875" y="2257425"/>
                </a:lnTo>
                <a:lnTo>
                  <a:pt x="1285875" y="2266950"/>
                </a:lnTo>
                <a:lnTo>
                  <a:pt x="1276350" y="2266950"/>
                </a:lnTo>
                <a:close/>
                <a:moveTo>
                  <a:pt x="1562100" y="2257425"/>
                </a:moveTo>
                <a:lnTo>
                  <a:pt x="1571625" y="2257425"/>
                </a:lnTo>
                <a:lnTo>
                  <a:pt x="1571625" y="2266950"/>
                </a:lnTo>
                <a:lnTo>
                  <a:pt x="1562100" y="2266950"/>
                </a:lnTo>
                <a:close/>
                <a:moveTo>
                  <a:pt x="1628775" y="2257425"/>
                </a:moveTo>
                <a:lnTo>
                  <a:pt x="1638300" y="2257425"/>
                </a:lnTo>
                <a:lnTo>
                  <a:pt x="1638300" y="2266950"/>
                </a:lnTo>
                <a:lnTo>
                  <a:pt x="1628775" y="2266950"/>
                </a:lnTo>
                <a:close/>
                <a:moveTo>
                  <a:pt x="142875" y="2266950"/>
                </a:moveTo>
                <a:lnTo>
                  <a:pt x="161925" y="2266950"/>
                </a:lnTo>
                <a:lnTo>
                  <a:pt x="161925" y="2314575"/>
                </a:lnTo>
                <a:lnTo>
                  <a:pt x="152400" y="2314575"/>
                </a:lnTo>
                <a:lnTo>
                  <a:pt x="152400" y="2324100"/>
                </a:lnTo>
                <a:lnTo>
                  <a:pt x="142875" y="2324100"/>
                </a:lnTo>
                <a:lnTo>
                  <a:pt x="142875" y="2305050"/>
                </a:lnTo>
                <a:lnTo>
                  <a:pt x="123825" y="2305050"/>
                </a:lnTo>
                <a:lnTo>
                  <a:pt x="123825" y="2295525"/>
                </a:lnTo>
                <a:lnTo>
                  <a:pt x="142875" y="2295525"/>
                </a:lnTo>
                <a:close/>
                <a:moveTo>
                  <a:pt x="200025" y="2266950"/>
                </a:moveTo>
                <a:lnTo>
                  <a:pt x="209550" y="2266950"/>
                </a:lnTo>
                <a:lnTo>
                  <a:pt x="209550" y="2286000"/>
                </a:lnTo>
                <a:lnTo>
                  <a:pt x="200025" y="2286000"/>
                </a:lnTo>
                <a:close/>
                <a:moveTo>
                  <a:pt x="438150" y="2266950"/>
                </a:moveTo>
                <a:lnTo>
                  <a:pt x="447675" y="2266950"/>
                </a:lnTo>
                <a:lnTo>
                  <a:pt x="447675" y="2276475"/>
                </a:lnTo>
                <a:lnTo>
                  <a:pt x="438150" y="2276475"/>
                </a:lnTo>
                <a:close/>
                <a:moveTo>
                  <a:pt x="1638300" y="2266950"/>
                </a:moveTo>
                <a:lnTo>
                  <a:pt x="1647825" y="2266950"/>
                </a:lnTo>
                <a:lnTo>
                  <a:pt x="1647825" y="2276475"/>
                </a:lnTo>
                <a:lnTo>
                  <a:pt x="1638300" y="2276475"/>
                </a:lnTo>
                <a:close/>
                <a:moveTo>
                  <a:pt x="1695450" y="2266950"/>
                </a:moveTo>
                <a:lnTo>
                  <a:pt x="1704975" y="2266950"/>
                </a:lnTo>
                <a:lnTo>
                  <a:pt x="1704975" y="2286000"/>
                </a:lnTo>
                <a:lnTo>
                  <a:pt x="1714500" y="2286000"/>
                </a:lnTo>
                <a:lnTo>
                  <a:pt x="1714500" y="2305050"/>
                </a:lnTo>
                <a:lnTo>
                  <a:pt x="1704975" y="2305050"/>
                </a:lnTo>
                <a:lnTo>
                  <a:pt x="1704975" y="2314575"/>
                </a:lnTo>
                <a:lnTo>
                  <a:pt x="1695450" y="2314575"/>
                </a:lnTo>
                <a:lnTo>
                  <a:pt x="1695450" y="2324100"/>
                </a:lnTo>
                <a:lnTo>
                  <a:pt x="1685925" y="2324100"/>
                </a:lnTo>
                <a:lnTo>
                  <a:pt x="1685925" y="2314575"/>
                </a:lnTo>
                <a:lnTo>
                  <a:pt x="1676400" y="2314575"/>
                </a:lnTo>
                <a:lnTo>
                  <a:pt x="1676400" y="2305050"/>
                </a:lnTo>
                <a:lnTo>
                  <a:pt x="1685925" y="2305050"/>
                </a:lnTo>
                <a:lnTo>
                  <a:pt x="1685925" y="2295525"/>
                </a:lnTo>
                <a:lnTo>
                  <a:pt x="1676400" y="2295525"/>
                </a:lnTo>
                <a:lnTo>
                  <a:pt x="1676400" y="2286000"/>
                </a:lnTo>
                <a:lnTo>
                  <a:pt x="1695450" y="2286000"/>
                </a:lnTo>
                <a:close/>
                <a:moveTo>
                  <a:pt x="714375" y="2286000"/>
                </a:moveTo>
                <a:lnTo>
                  <a:pt x="733425" y="2286000"/>
                </a:lnTo>
                <a:lnTo>
                  <a:pt x="733425" y="2295525"/>
                </a:lnTo>
                <a:lnTo>
                  <a:pt x="714375" y="2295525"/>
                </a:lnTo>
                <a:close/>
                <a:moveTo>
                  <a:pt x="1028700" y="2286000"/>
                </a:moveTo>
                <a:lnTo>
                  <a:pt x="1038225" y="2286000"/>
                </a:lnTo>
                <a:lnTo>
                  <a:pt x="1038225" y="2295525"/>
                </a:lnTo>
                <a:lnTo>
                  <a:pt x="1028700" y="2295525"/>
                </a:lnTo>
                <a:close/>
                <a:moveTo>
                  <a:pt x="1085850" y="2286000"/>
                </a:moveTo>
                <a:lnTo>
                  <a:pt x="1095375" y="2286000"/>
                </a:lnTo>
                <a:lnTo>
                  <a:pt x="1095375" y="2295525"/>
                </a:lnTo>
                <a:lnTo>
                  <a:pt x="1085850" y="2295525"/>
                </a:lnTo>
                <a:close/>
                <a:moveTo>
                  <a:pt x="1143000" y="2286000"/>
                </a:moveTo>
                <a:lnTo>
                  <a:pt x="1152525" y="2286000"/>
                </a:lnTo>
                <a:lnTo>
                  <a:pt x="1152525" y="2295525"/>
                </a:lnTo>
                <a:lnTo>
                  <a:pt x="1143000" y="2295525"/>
                </a:lnTo>
                <a:close/>
                <a:moveTo>
                  <a:pt x="1190625" y="2286000"/>
                </a:moveTo>
                <a:lnTo>
                  <a:pt x="1200150" y="2286000"/>
                </a:lnTo>
                <a:lnTo>
                  <a:pt x="1200150" y="2295525"/>
                </a:lnTo>
                <a:lnTo>
                  <a:pt x="1190625" y="2295525"/>
                </a:lnTo>
                <a:close/>
                <a:moveTo>
                  <a:pt x="1219200" y="2286000"/>
                </a:moveTo>
                <a:lnTo>
                  <a:pt x="1238250" y="2286000"/>
                </a:lnTo>
                <a:lnTo>
                  <a:pt x="1238250" y="2295525"/>
                </a:lnTo>
                <a:lnTo>
                  <a:pt x="1219200" y="2295525"/>
                </a:lnTo>
                <a:close/>
                <a:moveTo>
                  <a:pt x="1257300" y="2286000"/>
                </a:moveTo>
                <a:lnTo>
                  <a:pt x="1304925" y="2286000"/>
                </a:lnTo>
                <a:lnTo>
                  <a:pt x="1304925" y="2295525"/>
                </a:lnTo>
                <a:lnTo>
                  <a:pt x="1257300" y="2295525"/>
                </a:lnTo>
                <a:close/>
                <a:moveTo>
                  <a:pt x="1314450" y="2286000"/>
                </a:moveTo>
                <a:lnTo>
                  <a:pt x="1362075" y="2286000"/>
                </a:lnTo>
                <a:lnTo>
                  <a:pt x="1362075" y="2295525"/>
                </a:lnTo>
                <a:lnTo>
                  <a:pt x="1314450" y="2295525"/>
                </a:lnTo>
                <a:close/>
                <a:moveTo>
                  <a:pt x="1381125" y="2286000"/>
                </a:moveTo>
                <a:lnTo>
                  <a:pt x="1428750" y="2286000"/>
                </a:lnTo>
                <a:lnTo>
                  <a:pt x="1428750" y="2295525"/>
                </a:lnTo>
                <a:lnTo>
                  <a:pt x="1381125" y="2295525"/>
                </a:lnTo>
                <a:close/>
                <a:moveTo>
                  <a:pt x="1476375" y="2286000"/>
                </a:moveTo>
                <a:lnTo>
                  <a:pt x="1495425" y="2286000"/>
                </a:lnTo>
                <a:lnTo>
                  <a:pt x="1495425" y="2295525"/>
                </a:lnTo>
                <a:lnTo>
                  <a:pt x="1476375" y="2295525"/>
                </a:lnTo>
                <a:close/>
                <a:moveTo>
                  <a:pt x="1533525" y="2286000"/>
                </a:moveTo>
                <a:lnTo>
                  <a:pt x="1552575" y="2286000"/>
                </a:lnTo>
                <a:lnTo>
                  <a:pt x="1552575" y="2295525"/>
                </a:lnTo>
                <a:lnTo>
                  <a:pt x="1533525" y="2295525"/>
                </a:lnTo>
                <a:close/>
                <a:moveTo>
                  <a:pt x="1657350" y="2286000"/>
                </a:moveTo>
                <a:lnTo>
                  <a:pt x="1666875" y="2286000"/>
                </a:lnTo>
                <a:lnTo>
                  <a:pt x="1666875" y="2295525"/>
                </a:lnTo>
                <a:lnTo>
                  <a:pt x="1657350" y="2295525"/>
                </a:lnTo>
                <a:close/>
                <a:moveTo>
                  <a:pt x="1171575" y="2295525"/>
                </a:moveTo>
                <a:lnTo>
                  <a:pt x="1190625" y="2295525"/>
                </a:lnTo>
                <a:lnTo>
                  <a:pt x="1190625" y="2305050"/>
                </a:lnTo>
                <a:lnTo>
                  <a:pt x="1171575" y="2305050"/>
                </a:lnTo>
                <a:close/>
                <a:moveTo>
                  <a:pt x="1571625" y="2295525"/>
                </a:moveTo>
                <a:lnTo>
                  <a:pt x="1581150" y="2295525"/>
                </a:lnTo>
                <a:lnTo>
                  <a:pt x="1581150" y="2305050"/>
                </a:lnTo>
                <a:lnTo>
                  <a:pt x="1571625" y="2305050"/>
                </a:lnTo>
                <a:close/>
                <a:moveTo>
                  <a:pt x="609600" y="2305050"/>
                </a:moveTo>
                <a:lnTo>
                  <a:pt x="628650" y="2305050"/>
                </a:lnTo>
                <a:lnTo>
                  <a:pt x="628650" y="2314575"/>
                </a:lnTo>
                <a:lnTo>
                  <a:pt x="609600" y="2314575"/>
                </a:lnTo>
                <a:close/>
                <a:moveTo>
                  <a:pt x="895350" y="2305050"/>
                </a:moveTo>
                <a:lnTo>
                  <a:pt x="914400" y="2305050"/>
                </a:lnTo>
                <a:lnTo>
                  <a:pt x="914400" y="2314575"/>
                </a:lnTo>
                <a:lnTo>
                  <a:pt x="895350" y="2314575"/>
                </a:lnTo>
                <a:close/>
                <a:moveTo>
                  <a:pt x="1533525" y="2305050"/>
                </a:moveTo>
                <a:lnTo>
                  <a:pt x="1552575" y="2305050"/>
                </a:lnTo>
                <a:lnTo>
                  <a:pt x="1552575" y="2314575"/>
                </a:lnTo>
                <a:lnTo>
                  <a:pt x="1562100" y="2314575"/>
                </a:lnTo>
                <a:lnTo>
                  <a:pt x="1562100" y="2362200"/>
                </a:lnTo>
                <a:lnTo>
                  <a:pt x="1533525" y="2362200"/>
                </a:lnTo>
                <a:lnTo>
                  <a:pt x="1533525" y="2352675"/>
                </a:lnTo>
                <a:lnTo>
                  <a:pt x="1543050" y="2352675"/>
                </a:lnTo>
                <a:lnTo>
                  <a:pt x="1543050" y="2333625"/>
                </a:lnTo>
                <a:lnTo>
                  <a:pt x="1533525" y="2333625"/>
                </a:lnTo>
                <a:close/>
                <a:moveTo>
                  <a:pt x="1590675" y="2305050"/>
                </a:moveTo>
                <a:lnTo>
                  <a:pt x="1609725" y="2305050"/>
                </a:lnTo>
                <a:lnTo>
                  <a:pt x="1609725" y="2314575"/>
                </a:lnTo>
                <a:lnTo>
                  <a:pt x="1590675" y="2314575"/>
                </a:lnTo>
                <a:close/>
                <a:moveTo>
                  <a:pt x="1638300" y="2305050"/>
                </a:moveTo>
                <a:lnTo>
                  <a:pt x="1647825" y="2305050"/>
                </a:lnTo>
                <a:lnTo>
                  <a:pt x="1647825" y="2314575"/>
                </a:lnTo>
                <a:lnTo>
                  <a:pt x="1638300" y="2314575"/>
                </a:lnTo>
                <a:close/>
                <a:moveTo>
                  <a:pt x="542925" y="2314575"/>
                </a:moveTo>
                <a:lnTo>
                  <a:pt x="552450" y="2314575"/>
                </a:lnTo>
                <a:lnTo>
                  <a:pt x="552450" y="2324100"/>
                </a:lnTo>
                <a:lnTo>
                  <a:pt x="542925" y="2324100"/>
                </a:lnTo>
                <a:close/>
                <a:moveTo>
                  <a:pt x="647700" y="2314575"/>
                </a:moveTo>
                <a:lnTo>
                  <a:pt x="666750" y="2314575"/>
                </a:lnTo>
                <a:lnTo>
                  <a:pt x="666750" y="2324100"/>
                </a:lnTo>
                <a:lnTo>
                  <a:pt x="647700" y="2324100"/>
                </a:lnTo>
                <a:close/>
                <a:moveTo>
                  <a:pt x="885825" y="2314575"/>
                </a:moveTo>
                <a:lnTo>
                  <a:pt x="895350" y="2314575"/>
                </a:lnTo>
                <a:lnTo>
                  <a:pt x="895350" y="2324100"/>
                </a:lnTo>
                <a:lnTo>
                  <a:pt x="885825" y="2324100"/>
                </a:lnTo>
                <a:close/>
                <a:moveTo>
                  <a:pt x="933450" y="2324100"/>
                </a:moveTo>
                <a:lnTo>
                  <a:pt x="942975" y="2324100"/>
                </a:lnTo>
                <a:lnTo>
                  <a:pt x="942975" y="2333625"/>
                </a:lnTo>
                <a:lnTo>
                  <a:pt x="933450" y="2333625"/>
                </a:lnTo>
                <a:close/>
                <a:moveTo>
                  <a:pt x="1657350" y="2324100"/>
                </a:moveTo>
                <a:lnTo>
                  <a:pt x="1666875" y="2324100"/>
                </a:lnTo>
                <a:lnTo>
                  <a:pt x="1666875" y="2333625"/>
                </a:lnTo>
                <a:lnTo>
                  <a:pt x="1657350" y="2333625"/>
                </a:lnTo>
                <a:close/>
                <a:moveTo>
                  <a:pt x="485775" y="2333625"/>
                </a:moveTo>
                <a:lnTo>
                  <a:pt x="495300" y="2333625"/>
                </a:lnTo>
                <a:lnTo>
                  <a:pt x="495300" y="2343150"/>
                </a:lnTo>
                <a:lnTo>
                  <a:pt x="485775" y="2343150"/>
                </a:lnTo>
                <a:close/>
                <a:moveTo>
                  <a:pt x="1000125" y="2333625"/>
                </a:moveTo>
                <a:lnTo>
                  <a:pt x="1009650" y="2333625"/>
                </a:lnTo>
                <a:lnTo>
                  <a:pt x="1009650" y="2343150"/>
                </a:lnTo>
                <a:lnTo>
                  <a:pt x="1000125" y="2343150"/>
                </a:lnTo>
                <a:close/>
                <a:moveTo>
                  <a:pt x="1095375" y="2333625"/>
                </a:moveTo>
                <a:lnTo>
                  <a:pt x="1104900" y="2333625"/>
                </a:lnTo>
                <a:lnTo>
                  <a:pt x="1104900" y="2343150"/>
                </a:lnTo>
                <a:lnTo>
                  <a:pt x="1095375" y="2343150"/>
                </a:lnTo>
                <a:close/>
                <a:moveTo>
                  <a:pt x="1114425" y="2333625"/>
                </a:moveTo>
                <a:lnTo>
                  <a:pt x="1123950" y="2333625"/>
                </a:lnTo>
                <a:lnTo>
                  <a:pt x="1123950" y="2343150"/>
                </a:lnTo>
                <a:lnTo>
                  <a:pt x="1114425" y="2343150"/>
                </a:lnTo>
                <a:close/>
                <a:moveTo>
                  <a:pt x="1143000" y="2333625"/>
                </a:moveTo>
                <a:lnTo>
                  <a:pt x="1171575" y="2333625"/>
                </a:lnTo>
                <a:lnTo>
                  <a:pt x="1171575" y="2343150"/>
                </a:lnTo>
                <a:lnTo>
                  <a:pt x="1143000" y="2343150"/>
                </a:lnTo>
                <a:close/>
                <a:moveTo>
                  <a:pt x="1333500" y="2333625"/>
                </a:moveTo>
                <a:lnTo>
                  <a:pt x="1362075" y="2333625"/>
                </a:lnTo>
                <a:lnTo>
                  <a:pt x="1362075" y="2343150"/>
                </a:lnTo>
                <a:lnTo>
                  <a:pt x="1352550" y="2343150"/>
                </a:lnTo>
                <a:lnTo>
                  <a:pt x="1352550" y="2352675"/>
                </a:lnTo>
                <a:lnTo>
                  <a:pt x="1333500" y="2352675"/>
                </a:lnTo>
                <a:close/>
                <a:moveTo>
                  <a:pt x="1371600" y="2343150"/>
                </a:moveTo>
                <a:lnTo>
                  <a:pt x="1381125" y="2343150"/>
                </a:lnTo>
                <a:lnTo>
                  <a:pt x="1381125" y="2352675"/>
                </a:lnTo>
                <a:lnTo>
                  <a:pt x="1371600" y="2352675"/>
                </a:lnTo>
                <a:close/>
                <a:moveTo>
                  <a:pt x="1666875" y="2343150"/>
                </a:moveTo>
                <a:lnTo>
                  <a:pt x="1676400" y="2343150"/>
                </a:lnTo>
                <a:lnTo>
                  <a:pt x="1676400" y="2352675"/>
                </a:lnTo>
                <a:lnTo>
                  <a:pt x="1666875" y="2352675"/>
                </a:lnTo>
                <a:close/>
                <a:moveTo>
                  <a:pt x="1352550" y="2352675"/>
                </a:moveTo>
                <a:lnTo>
                  <a:pt x="1371600" y="2352675"/>
                </a:lnTo>
                <a:lnTo>
                  <a:pt x="1371600" y="2362200"/>
                </a:lnTo>
                <a:lnTo>
                  <a:pt x="1352550" y="2362200"/>
                </a:lnTo>
                <a:close/>
                <a:moveTo>
                  <a:pt x="1685925" y="2352675"/>
                </a:moveTo>
                <a:lnTo>
                  <a:pt x="1695450" y="2352675"/>
                </a:lnTo>
                <a:lnTo>
                  <a:pt x="1695450" y="2362200"/>
                </a:lnTo>
                <a:lnTo>
                  <a:pt x="1685925" y="2362200"/>
                </a:lnTo>
                <a:close/>
                <a:moveTo>
                  <a:pt x="209550" y="2362200"/>
                </a:moveTo>
                <a:lnTo>
                  <a:pt x="219075" y="2362200"/>
                </a:lnTo>
                <a:lnTo>
                  <a:pt x="219075" y="2371725"/>
                </a:lnTo>
                <a:lnTo>
                  <a:pt x="209550" y="2371725"/>
                </a:lnTo>
                <a:close/>
                <a:moveTo>
                  <a:pt x="428625" y="2362200"/>
                </a:moveTo>
                <a:lnTo>
                  <a:pt x="438150" y="2362200"/>
                </a:lnTo>
                <a:lnTo>
                  <a:pt x="438150" y="2371725"/>
                </a:lnTo>
                <a:lnTo>
                  <a:pt x="428625" y="2371725"/>
                </a:lnTo>
                <a:close/>
                <a:moveTo>
                  <a:pt x="1676400" y="2362200"/>
                </a:moveTo>
                <a:lnTo>
                  <a:pt x="1685925" y="2362200"/>
                </a:lnTo>
                <a:lnTo>
                  <a:pt x="1685925" y="2371725"/>
                </a:lnTo>
                <a:lnTo>
                  <a:pt x="1676400" y="2371725"/>
                </a:lnTo>
                <a:close/>
                <a:moveTo>
                  <a:pt x="123825" y="2371725"/>
                </a:moveTo>
                <a:lnTo>
                  <a:pt x="133350" y="2371725"/>
                </a:lnTo>
                <a:lnTo>
                  <a:pt x="133350" y="2381250"/>
                </a:lnTo>
                <a:lnTo>
                  <a:pt x="123825" y="2381250"/>
                </a:lnTo>
                <a:close/>
                <a:moveTo>
                  <a:pt x="142875" y="2371725"/>
                </a:moveTo>
                <a:lnTo>
                  <a:pt x="152400" y="2371725"/>
                </a:lnTo>
                <a:lnTo>
                  <a:pt x="152400" y="2381250"/>
                </a:lnTo>
                <a:lnTo>
                  <a:pt x="142875" y="2381250"/>
                </a:lnTo>
                <a:close/>
                <a:moveTo>
                  <a:pt x="219075" y="2371725"/>
                </a:moveTo>
                <a:lnTo>
                  <a:pt x="228600" y="2371725"/>
                </a:lnTo>
                <a:lnTo>
                  <a:pt x="228600" y="2381250"/>
                </a:lnTo>
                <a:lnTo>
                  <a:pt x="219075" y="2381250"/>
                </a:lnTo>
                <a:close/>
                <a:moveTo>
                  <a:pt x="438150" y="2371725"/>
                </a:moveTo>
                <a:lnTo>
                  <a:pt x="447675" y="2371725"/>
                </a:lnTo>
                <a:lnTo>
                  <a:pt x="447675" y="2381250"/>
                </a:lnTo>
                <a:lnTo>
                  <a:pt x="438150" y="2381250"/>
                </a:lnTo>
                <a:close/>
                <a:moveTo>
                  <a:pt x="333375" y="2381250"/>
                </a:moveTo>
                <a:lnTo>
                  <a:pt x="361950" y="2381250"/>
                </a:lnTo>
                <a:lnTo>
                  <a:pt x="361950" y="2390775"/>
                </a:lnTo>
                <a:lnTo>
                  <a:pt x="371475" y="2390775"/>
                </a:lnTo>
                <a:lnTo>
                  <a:pt x="371475" y="2400300"/>
                </a:lnTo>
                <a:lnTo>
                  <a:pt x="333375" y="2400300"/>
                </a:lnTo>
                <a:close/>
                <a:moveTo>
                  <a:pt x="542925" y="2381250"/>
                </a:moveTo>
                <a:lnTo>
                  <a:pt x="552450" y="2381250"/>
                </a:lnTo>
                <a:lnTo>
                  <a:pt x="552450" y="2400300"/>
                </a:lnTo>
                <a:lnTo>
                  <a:pt x="542925" y="2400300"/>
                </a:lnTo>
                <a:close/>
                <a:moveTo>
                  <a:pt x="695325" y="2381250"/>
                </a:moveTo>
                <a:lnTo>
                  <a:pt x="704850" y="2381250"/>
                </a:lnTo>
                <a:lnTo>
                  <a:pt x="704850" y="2400300"/>
                </a:lnTo>
                <a:lnTo>
                  <a:pt x="695325" y="2400300"/>
                </a:lnTo>
                <a:close/>
                <a:moveTo>
                  <a:pt x="1257300" y="2381250"/>
                </a:moveTo>
                <a:lnTo>
                  <a:pt x="1276350" y="2381250"/>
                </a:lnTo>
                <a:lnTo>
                  <a:pt x="1276350" y="2400300"/>
                </a:lnTo>
                <a:lnTo>
                  <a:pt x="1257300" y="2400300"/>
                </a:lnTo>
                <a:close/>
                <a:moveTo>
                  <a:pt x="419100" y="2390775"/>
                </a:moveTo>
                <a:lnTo>
                  <a:pt x="428625" y="2390775"/>
                </a:lnTo>
                <a:lnTo>
                  <a:pt x="428625" y="2400300"/>
                </a:lnTo>
                <a:lnTo>
                  <a:pt x="419100" y="2400300"/>
                </a:lnTo>
                <a:close/>
                <a:moveTo>
                  <a:pt x="1295400" y="2390775"/>
                </a:moveTo>
                <a:lnTo>
                  <a:pt x="1314450" y="2390775"/>
                </a:lnTo>
                <a:lnTo>
                  <a:pt x="1314450" y="2400300"/>
                </a:lnTo>
                <a:lnTo>
                  <a:pt x="1295400" y="2400300"/>
                </a:lnTo>
                <a:close/>
                <a:moveTo>
                  <a:pt x="1333500" y="2390775"/>
                </a:moveTo>
                <a:lnTo>
                  <a:pt x="1362075" y="2390775"/>
                </a:lnTo>
                <a:lnTo>
                  <a:pt x="1362075" y="2400300"/>
                </a:lnTo>
                <a:lnTo>
                  <a:pt x="1333500" y="2400300"/>
                </a:lnTo>
                <a:close/>
                <a:moveTo>
                  <a:pt x="1409700" y="2390775"/>
                </a:moveTo>
                <a:lnTo>
                  <a:pt x="1428750" y="2390775"/>
                </a:lnTo>
                <a:lnTo>
                  <a:pt x="1428750" y="2400300"/>
                </a:lnTo>
                <a:lnTo>
                  <a:pt x="1409700" y="2400300"/>
                </a:lnTo>
                <a:close/>
                <a:moveTo>
                  <a:pt x="1504950" y="2390775"/>
                </a:moveTo>
                <a:lnTo>
                  <a:pt x="1524000" y="2390775"/>
                </a:lnTo>
                <a:lnTo>
                  <a:pt x="1524000" y="2400300"/>
                </a:lnTo>
                <a:lnTo>
                  <a:pt x="1504950" y="2400300"/>
                </a:lnTo>
                <a:close/>
                <a:moveTo>
                  <a:pt x="1543050" y="2390775"/>
                </a:moveTo>
                <a:lnTo>
                  <a:pt x="1600200" y="2390775"/>
                </a:lnTo>
                <a:lnTo>
                  <a:pt x="1600200" y="2400300"/>
                </a:lnTo>
                <a:lnTo>
                  <a:pt x="1543050" y="2400300"/>
                </a:lnTo>
                <a:close/>
                <a:moveTo>
                  <a:pt x="1619250" y="2390775"/>
                </a:moveTo>
                <a:lnTo>
                  <a:pt x="1628775" y="2390775"/>
                </a:lnTo>
                <a:lnTo>
                  <a:pt x="1628775" y="2400300"/>
                </a:lnTo>
                <a:lnTo>
                  <a:pt x="1619250" y="2400300"/>
                </a:lnTo>
                <a:close/>
                <a:moveTo>
                  <a:pt x="209550" y="2400300"/>
                </a:moveTo>
                <a:lnTo>
                  <a:pt x="219075" y="2400300"/>
                </a:lnTo>
                <a:lnTo>
                  <a:pt x="219075" y="2419350"/>
                </a:lnTo>
                <a:lnTo>
                  <a:pt x="209550" y="2419350"/>
                </a:lnTo>
                <a:close/>
                <a:moveTo>
                  <a:pt x="342900" y="2419350"/>
                </a:moveTo>
                <a:lnTo>
                  <a:pt x="352425" y="2419350"/>
                </a:lnTo>
                <a:lnTo>
                  <a:pt x="352425" y="2438400"/>
                </a:lnTo>
                <a:lnTo>
                  <a:pt x="342900" y="2438400"/>
                </a:lnTo>
                <a:close/>
                <a:moveTo>
                  <a:pt x="457200" y="2419350"/>
                </a:moveTo>
                <a:lnTo>
                  <a:pt x="476250" y="2419350"/>
                </a:lnTo>
                <a:lnTo>
                  <a:pt x="476250" y="2438400"/>
                </a:lnTo>
                <a:lnTo>
                  <a:pt x="457200" y="2438400"/>
                </a:lnTo>
                <a:close/>
                <a:moveTo>
                  <a:pt x="895350" y="2419350"/>
                </a:moveTo>
                <a:lnTo>
                  <a:pt x="923925" y="2419350"/>
                </a:lnTo>
                <a:lnTo>
                  <a:pt x="923925" y="2438400"/>
                </a:lnTo>
                <a:lnTo>
                  <a:pt x="895350" y="2438400"/>
                </a:lnTo>
                <a:close/>
                <a:moveTo>
                  <a:pt x="1504950" y="2419350"/>
                </a:moveTo>
                <a:lnTo>
                  <a:pt x="1524000" y="2419350"/>
                </a:lnTo>
                <a:lnTo>
                  <a:pt x="1524000" y="2438400"/>
                </a:lnTo>
                <a:lnTo>
                  <a:pt x="1504950" y="2438400"/>
                </a:lnTo>
                <a:close/>
                <a:moveTo>
                  <a:pt x="1666875" y="2447925"/>
                </a:moveTo>
                <a:lnTo>
                  <a:pt x="1676400" y="2447925"/>
                </a:lnTo>
                <a:lnTo>
                  <a:pt x="1676400" y="2457450"/>
                </a:lnTo>
                <a:lnTo>
                  <a:pt x="1666875" y="2457450"/>
                </a:lnTo>
                <a:close/>
                <a:moveTo>
                  <a:pt x="1695450" y="2447925"/>
                </a:moveTo>
                <a:lnTo>
                  <a:pt x="1704975" y="2447925"/>
                </a:lnTo>
                <a:lnTo>
                  <a:pt x="1704975" y="2466975"/>
                </a:lnTo>
                <a:lnTo>
                  <a:pt x="1685925" y="2466975"/>
                </a:lnTo>
                <a:lnTo>
                  <a:pt x="1685925" y="2457450"/>
                </a:lnTo>
                <a:lnTo>
                  <a:pt x="1695450" y="2457450"/>
                </a:lnTo>
                <a:close/>
                <a:moveTo>
                  <a:pt x="247650" y="2457450"/>
                </a:moveTo>
                <a:lnTo>
                  <a:pt x="257175" y="2457450"/>
                </a:lnTo>
                <a:lnTo>
                  <a:pt x="257175" y="2466975"/>
                </a:lnTo>
                <a:lnTo>
                  <a:pt x="247650" y="2466975"/>
                </a:lnTo>
                <a:close/>
                <a:moveTo>
                  <a:pt x="133350" y="2495550"/>
                </a:moveTo>
                <a:lnTo>
                  <a:pt x="142875" y="2495550"/>
                </a:lnTo>
                <a:lnTo>
                  <a:pt x="142875" y="2514600"/>
                </a:lnTo>
                <a:lnTo>
                  <a:pt x="123825" y="2514600"/>
                </a:lnTo>
                <a:lnTo>
                  <a:pt x="123825" y="2505075"/>
                </a:lnTo>
                <a:lnTo>
                  <a:pt x="133350" y="2505075"/>
                </a:lnTo>
                <a:close/>
                <a:moveTo>
                  <a:pt x="123825" y="2524125"/>
                </a:moveTo>
                <a:lnTo>
                  <a:pt x="133350" y="2524125"/>
                </a:lnTo>
                <a:lnTo>
                  <a:pt x="133350" y="2533650"/>
                </a:lnTo>
                <a:lnTo>
                  <a:pt x="123825" y="2533650"/>
                </a:lnTo>
                <a:close/>
                <a:moveTo>
                  <a:pt x="295275" y="2543175"/>
                </a:moveTo>
                <a:lnTo>
                  <a:pt x="304800" y="2543175"/>
                </a:lnTo>
                <a:lnTo>
                  <a:pt x="304800" y="2552700"/>
                </a:lnTo>
                <a:lnTo>
                  <a:pt x="314325" y="2552700"/>
                </a:lnTo>
                <a:lnTo>
                  <a:pt x="314325" y="2581275"/>
                </a:lnTo>
                <a:lnTo>
                  <a:pt x="304800" y="2581275"/>
                </a:lnTo>
                <a:lnTo>
                  <a:pt x="304800" y="2562225"/>
                </a:lnTo>
                <a:lnTo>
                  <a:pt x="295275" y="2562225"/>
                </a:lnTo>
                <a:close/>
                <a:moveTo>
                  <a:pt x="685800" y="2543175"/>
                </a:moveTo>
                <a:lnTo>
                  <a:pt x="752475" y="2543175"/>
                </a:lnTo>
                <a:lnTo>
                  <a:pt x="752475" y="2562225"/>
                </a:lnTo>
                <a:lnTo>
                  <a:pt x="714375" y="2562225"/>
                </a:lnTo>
                <a:lnTo>
                  <a:pt x="714375" y="2552700"/>
                </a:lnTo>
                <a:lnTo>
                  <a:pt x="695325" y="2552700"/>
                </a:lnTo>
                <a:lnTo>
                  <a:pt x="695325" y="2562225"/>
                </a:lnTo>
                <a:lnTo>
                  <a:pt x="676275" y="2562225"/>
                </a:lnTo>
                <a:lnTo>
                  <a:pt x="676275" y="2571750"/>
                </a:lnTo>
                <a:lnTo>
                  <a:pt x="666750" y="2571750"/>
                </a:lnTo>
                <a:lnTo>
                  <a:pt x="666750" y="2552700"/>
                </a:lnTo>
                <a:lnTo>
                  <a:pt x="685800" y="2552700"/>
                </a:lnTo>
                <a:close/>
                <a:moveTo>
                  <a:pt x="781050" y="2543175"/>
                </a:moveTo>
                <a:lnTo>
                  <a:pt x="790575" y="2543175"/>
                </a:lnTo>
                <a:lnTo>
                  <a:pt x="790575" y="2552700"/>
                </a:lnTo>
                <a:lnTo>
                  <a:pt x="781050" y="2552700"/>
                </a:lnTo>
                <a:close/>
                <a:moveTo>
                  <a:pt x="857250" y="2543175"/>
                </a:moveTo>
                <a:lnTo>
                  <a:pt x="866775" y="2543175"/>
                </a:lnTo>
                <a:lnTo>
                  <a:pt x="866775" y="2552700"/>
                </a:lnTo>
                <a:lnTo>
                  <a:pt x="885825" y="2552700"/>
                </a:lnTo>
                <a:lnTo>
                  <a:pt x="885825" y="2581275"/>
                </a:lnTo>
                <a:lnTo>
                  <a:pt x="866775" y="2581275"/>
                </a:lnTo>
                <a:lnTo>
                  <a:pt x="866775" y="2571750"/>
                </a:lnTo>
                <a:lnTo>
                  <a:pt x="857250" y="2571750"/>
                </a:lnTo>
                <a:close/>
                <a:moveTo>
                  <a:pt x="628650" y="2552700"/>
                </a:moveTo>
                <a:lnTo>
                  <a:pt x="647700" y="2552700"/>
                </a:lnTo>
                <a:lnTo>
                  <a:pt x="647700" y="2571750"/>
                </a:lnTo>
                <a:lnTo>
                  <a:pt x="638175" y="2571750"/>
                </a:lnTo>
                <a:lnTo>
                  <a:pt x="638175" y="2562225"/>
                </a:lnTo>
                <a:lnTo>
                  <a:pt x="628650" y="2562225"/>
                </a:lnTo>
                <a:close/>
                <a:moveTo>
                  <a:pt x="1628775" y="2552700"/>
                </a:moveTo>
                <a:lnTo>
                  <a:pt x="1638300" y="2552700"/>
                </a:lnTo>
                <a:lnTo>
                  <a:pt x="1638300" y="2571750"/>
                </a:lnTo>
                <a:lnTo>
                  <a:pt x="1628775" y="2571750"/>
                </a:lnTo>
                <a:close/>
                <a:moveTo>
                  <a:pt x="581025" y="2562225"/>
                </a:moveTo>
                <a:lnTo>
                  <a:pt x="600075" y="2562225"/>
                </a:lnTo>
                <a:lnTo>
                  <a:pt x="600075" y="2571750"/>
                </a:lnTo>
                <a:lnTo>
                  <a:pt x="581025" y="2571750"/>
                </a:lnTo>
                <a:close/>
                <a:moveTo>
                  <a:pt x="1419225" y="2562225"/>
                </a:moveTo>
                <a:lnTo>
                  <a:pt x="1438275" y="2562225"/>
                </a:lnTo>
                <a:lnTo>
                  <a:pt x="1438275" y="2571750"/>
                </a:lnTo>
                <a:lnTo>
                  <a:pt x="1428750" y="2571750"/>
                </a:lnTo>
                <a:lnTo>
                  <a:pt x="1428750" y="2581275"/>
                </a:lnTo>
                <a:lnTo>
                  <a:pt x="1409700" y="2581275"/>
                </a:lnTo>
                <a:lnTo>
                  <a:pt x="1409700" y="2571750"/>
                </a:lnTo>
                <a:lnTo>
                  <a:pt x="1419225" y="2571750"/>
                </a:lnTo>
                <a:close/>
                <a:moveTo>
                  <a:pt x="333375" y="2571750"/>
                </a:moveTo>
                <a:lnTo>
                  <a:pt x="342900" y="2571750"/>
                </a:lnTo>
                <a:lnTo>
                  <a:pt x="342900" y="2581275"/>
                </a:lnTo>
                <a:lnTo>
                  <a:pt x="333375" y="2581275"/>
                </a:lnTo>
                <a:close/>
                <a:moveTo>
                  <a:pt x="352425" y="2571750"/>
                </a:moveTo>
                <a:lnTo>
                  <a:pt x="361950" y="2571750"/>
                </a:lnTo>
                <a:lnTo>
                  <a:pt x="361950" y="2581275"/>
                </a:lnTo>
                <a:lnTo>
                  <a:pt x="352425" y="2581275"/>
                </a:lnTo>
                <a:close/>
                <a:moveTo>
                  <a:pt x="1543050" y="2571750"/>
                </a:moveTo>
                <a:lnTo>
                  <a:pt x="1562100" y="2571750"/>
                </a:lnTo>
                <a:lnTo>
                  <a:pt x="1562100" y="2590800"/>
                </a:lnTo>
                <a:lnTo>
                  <a:pt x="1552575" y="2590800"/>
                </a:lnTo>
                <a:lnTo>
                  <a:pt x="1552575" y="2581275"/>
                </a:lnTo>
                <a:lnTo>
                  <a:pt x="1543050" y="2581275"/>
                </a:lnTo>
                <a:close/>
                <a:moveTo>
                  <a:pt x="285750" y="2581275"/>
                </a:moveTo>
                <a:lnTo>
                  <a:pt x="304800" y="2581275"/>
                </a:lnTo>
                <a:lnTo>
                  <a:pt x="304800" y="2590800"/>
                </a:lnTo>
                <a:lnTo>
                  <a:pt x="285750" y="2590800"/>
                </a:lnTo>
                <a:close/>
                <a:moveTo>
                  <a:pt x="771525" y="2581275"/>
                </a:moveTo>
                <a:lnTo>
                  <a:pt x="781050" y="2581275"/>
                </a:lnTo>
                <a:lnTo>
                  <a:pt x="781050" y="2590800"/>
                </a:lnTo>
                <a:lnTo>
                  <a:pt x="771525" y="2590800"/>
                </a:lnTo>
                <a:close/>
                <a:moveTo>
                  <a:pt x="1581150" y="2581275"/>
                </a:moveTo>
                <a:lnTo>
                  <a:pt x="1590675" y="2581275"/>
                </a:lnTo>
                <a:lnTo>
                  <a:pt x="1590675" y="2590800"/>
                </a:lnTo>
                <a:lnTo>
                  <a:pt x="1581150" y="2590800"/>
                </a:lnTo>
                <a:close/>
                <a:moveTo>
                  <a:pt x="619125" y="2600325"/>
                </a:moveTo>
                <a:lnTo>
                  <a:pt x="628650" y="2600325"/>
                </a:lnTo>
                <a:lnTo>
                  <a:pt x="628650" y="2609850"/>
                </a:lnTo>
                <a:lnTo>
                  <a:pt x="619125" y="2609850"/>
                </a:lnTo>
                <a:close/>
                <a:moveTo>
                  <a:pt x="676275" y="2600325"/>
                </a:moveTo>
                <a:lnTo>
                  <a:pt x="695325" y="2600325"/>
                </a:lnTo>
                <a:lnTo>
                  <a:pt x="695325" y="2609850"/>
                </a:lnTo>
                <a:lnTo>
                  <a:pt x="714375" y="2609850"/>
                </a:lnTo>
                <a:lnTo>
                  <a:pt x="714375" y="2619375"/>
                </a:lnTo>
                <a:lnTo>
                  <a:pt x="704850" y="2619375"/>
                </a:lnTo>
                <a:lnTo>
                  <a:pt x="704850" y="2628900"/>
                </a:lnTo>
                <a:lnTo>
                  <a:pt x="685800" y="2628900"/>
                </a:lnTo>
                <a:lnTo>
                  <a:pt x="685800" y="2619375"/>
                </a:lnTo>
                <a:lnTo>
                  <a:pt x="666750" y="2619375"/>
                </a:lnTo>
                <a:lnTo>
                  <a:pt x="666750" y="2609850"/>
                </a:lnTo>
                <a:lnTo>
                  <a:pt x="676275" y="2609850"/>
                </a:lnTo>
                <a:close/>
                <a:moveTo>
                  <a:pt x="762000" y="2600325"/>
                </a:moveTo>
                <a:lnTo>
                  <a:pt x="781050" y="2600325"/>
                </a:lnTo>
                <a:lnTo>
                  <a:pt x="781050" y="2609850"/>
                </a:lnTo>
                <a:lnTo>
                  <a:pt x="762000" y="2609850"/>
                </a:lnTo>
                <a:close/>
                <a:moveTo>
                  <a:pt x="1609725" y="2600325"/>
                </a:moveTo>
                <a:lnTo>
                  <a:pt x="1619250" y="2600325"/>
                </a:lnTo>
                <a:lnTo>
                  <a:pt x="1619250" y="2609850"/>
                </a:lnTo>
                <a:lnTo>
                  <a:pt x="1609725" y="2609850"/>
                </a:lnTo>
                <a:close/>
                <a:moveTo>
                  <a:pt x="1562100" y="2609850"/>
                </a:moveTo>
                <a:lnTo>
                  <a:pt x="1571625" y="2609850"/>
                </a:lnTo>
                <a:lnTo>
                  <a:pt x="1571625" y="2619375"/>
                </a:lnTo>
                <a:lnTo>
                  <a:pt x="1562100" y="2619375"/>
                </a:lnTo>
                <a:close/>
                <a:moveTo>
                  <a:pt x="1619250" y="2609850"/>
                </a:moveTo>
                <a:lnTo>
                  <a:pt x="1628775" y="2609850"/>
                </a:lnTo>
                <a:lnTo>
                  <a:pt x="1628775" y="2619375"/>
                </a:lnTo>
                <a:lnTo>
                  <a:pt x="1619250" y="2619375"/>
                </a:lnTo>
                <a:close/>
                <a:moveTo>
                  <a:pt x="647700" y="2619375"/>
                </a:moveTo>
                <a:lnTo>
                  <a:pt x="657225" y="2619375"/>
                </a:lnTo>
                <a:lnTo>
                  <a:pt x="657225" y="2628900"/>
                </a:lnTo>
                <a:lnTo>
                  <a:pt x="647700" y="2628900"/>
                </a:lnTo>
                <a:close/>
                <a:moveTo>
                  <a:pt x="733425" y="2619375"/>
                </a:moveTo>
                <a:lnTo>
                  <a:pt x="742950" y="2619375"/>
                </a:lnTo>
                <a:lnTo>
                  <a:pt x="742950" y="2628900"/>
                </a:lnTo>
                <a:lnTo>
                  <a:pt x="733425" y="2628900"/>
                </a:lnTo>
                <a:close/>
                <a:moveTo>
                  <a:pt x="962025" y="2619375"/>
                </a:moveTo>
                <a:lnTo>
                  <a:pt x="971550" y="2619375"/>
                </a:lnTo>
                <a:lnTo>
                  <a:pt x="971550" y="2638425"/>
                </a:lnTo>
                <a:lnTo>
                  <a:pt x="981075" y="2638425"/>
                </a:lnTo>
                <a:lnTo>
                  <a:pt x="981075" y="2647950"/>
                </a:lnTo>
                <a:lnTo>
                  <a:pt x="962025" y="2647950"/>
                </a:lnTo>
                <a:lnTo>
                  <a:pt x="962025" y="2657475"/>
                </a:lnTo>
                <a:lnTo>
                  <a:pt x="952500" y="2657475"/>
                </a:lnTo>
                <a:lnTo>
                  <a:pt x="952500" y="2638425"/>
                </a:lnTo>
                <a:lnTo>
                  <a:pt x="942975" y="2638425"/>
                </a:lnTo>
                <a:lnTo>
                  <a:pt x="942975" y="2628900"/>
                </a:lnTo>
                <a:lnTo>
                  <a:pt x="952500" y="2628900"/>
                </a:lnTo>
                <a:lnTo>
                  <a:pt x="952500" y="2638425"/>
                </a:lnTo>
                <a:lnTo>
                  <a:pt x="962025" y="2638425"/>
                </a:lnTo>
                <a:close/>
                <a:moveTo>
                  <a:pt x="895350" y="2628900"/>
                </a:moveTo>
                <a:lnTo>
                  <a:pt x="914400" y="2628900"/>
                </a:lnTo>
                <a:lnTo>
                  <a:pt x="914400" y="2638425"/>
                </a:lnTo>
                <a:lnTo>
                  <a:pt x="895350" y="2638425"/>
                </a:lnTo>
                <a:close/>
                <a:moveTo>
                  <a:pt x="400050" y="2638425"/>
                </a:moveTo>
                <a:lnTo>
                  <a:pt x="409575" y="2638425"/>
                </a:lnTo>
                <a:lnTo>
                  <a:pt x="409575" y="2647950"/>
                </a:lnTo>
                <a:lnTo>
                  <a:pt x="400050" y="2647950"/>
                </a:lnTo>
                <a:close/>
                <a:moveTo>
                  <a:pt x="885825" y="2638425"/>
                </a:moveTo>
                <a:lnTo>
                  <a:pt x="895350" y="2638425"/>
                </a:lnTo>
                <a:lnTo>
                  <a:pt x="895350" y="2647950"/>
                </a:lnTo>
                <a:lnTo>
                  <a:pt x="885825" y="2647950"/>
                </a:lnTo>
                <a:close/>
                <a:moveTo>
                  <a:pt x="1381125" y="2638425"/>
                </a:moveTo>
                <a:lnTo>
                  <a:pt x="1400175" y="2638425"/>
                </a:lnTo>
                <a:lnTo>
                  <a:pt x="1400175" y="2647950"/>
                </a:lnTo>
                <a:lnTo>
                  <a:pt x="1409700" y="2647950"/>
                </a:lnTo>
                <a:lnTo>
                  <a:pt x="1409700" y="2657475"/>
                </a:lnTo>
                <a:lnTo>
                  <a:pt x="1400175" y="2657475"/>
                </a:lnTo>
                <a:lnTo>
                  <a:pt x="1400175" y="2676525"/>
                </a:lnTo>
                <a:lnTo>
                  <a:pt x="1381125" y="2676525"/>
                </a:lnTo>
                <a:close/>
                <a:moveTo>
                  <a:pt x="1600200" y="2638425"/>
                </a:moveTo>
                <a:lnTo>
                  <a:pt x="1609725" y="2638425"/>
                </a:lnTo>
                <a:lnTo>
                  <a:pt x="1609725" y="2647950"/>
                </a:lnTo>
                <a:lnTo>
                  <a:pt x="1600200" y="2647950"/>
                </a:lnTo>
                <a:close/>
                <a:moveTo>
                  <a:pt x="1524000" y="2657475"/>
                </a:moveTo>
                <a:lnTo>
                  <a:pt x="1533525" y="2657475"/>
                </a:lnTo>
                <a:lnTo>
                  <a:pt x="1533525" y="2667000"/>
                </a:lnTo>
                <a:lnTo>
                  <a:pt x="1524000" y="2667000"/>
                </a:lnTo>
                <a:close/>
                <a:moveTo>
                  <a:pt x="1562100" y="2657475"/>
                </a:moveTo>
                <a:lnTo>
                  <a:pt x="1581150" y="2657475"/>
                </a:lnTo>
                <a:lnTo>
                  <a:pt x="1581150" y="2667000"/>
                </a:lnTo>
                <a:lnTo>
                  <a:pt x="1562100" y="2667000"/>
                </a:lnTo>
                <a:close/>
                <a:moveTo>
                  <a:pt x="1600200" y="2657475"/>
                </a:moveTo>
                <a:lnTo>
                  <a:pt x="1619250" y="2657475"/>
                </a:lnTo>
                <a:lnTo>
                  <a:pt x="1619250" y="2676525"/>
                </a:lnTo>
                <a:lnTo>
                  <a:pt x="1609725" y="2676525"/>
                </a:lnTo>
                <a:lnTo>
                  <a:pt x="1609725" y="2667000"/>
                </a:lnTo>
                <a:lnTo>
                  <a:pt x="1600200" y="2667000"/>
                </a:lnTo>
                <a:close/>
                <a:moveTo>
                  <a:pt x="1000125" y="2676525"/>
                </a:moveTo>
                <a:lnTo>
                  <a:pt x="1009650" y="2676525"/>
                </a:lnTo>
                <a:lnTo>
                  <a:pt x="1009650" y="2686050"/>
                </a:lnTo>
                <a:lnTo>
                  <a:pt x="1000125" y="2686050"/>
                </a:lnTo>
                <a:close/>
                <a:moveTo>
                  <a:pt x="1104900" y="2676525"/>
                </a:moveTo>
                <a:lnTo>
                  <a:pt x="1123950" y="2676525"/>
                </a:lnTo>
                <a:lnTo>
                  <a:pt x="1123950" y="2695575"/>
                </a:lnTo>
                <a:lnTo>
                  <a:pt x="1104900" y="2695575"/>
                </a:lnTo>
                <a:lnTo>
                  <a:pt x="1104900" y="2705100"/>
                </a:lnTo>
                <a:lnTo>
                  <a:pt x="1095375" y="2705100"/>
                </a:lnTo>
                <a:lnTo>
                  <a:pt x="1095375" y="2686050"/>
                </a:lnTo>
                <a:lnTo>
                  <a:pt x="1104900" y="2686050"/>
                </a:lnTo>
                <a:close/>
                <a:moveTo>
                  <a:pt x="485775" y="2686050"/>
                </a:moveTo>
                <a:lnTo>
                  <a:pt x="495300" y="2686050"/>
                </a:lnTo>
                <a:lnTo>
                  <a:pt x="495300" y="2705100"/>
                </a:lnTo>
                <a:lnTo>
                  <a:pt x="476250" y="2705100"/>
                </a:lnTo>
                <a:lnTo>
                  <a:pt x="476250" y="2695575"/>
                </a:lnTo>
                <a:lnTo>
                  <a:pt x="485775" y="2695575"/>
                </a:lnTo>
                <a:close/>
                <a:moveTo>
                  <a:pt x="1609725" y="2686050"/>
                </a:moveTo>
                <a:lnTo>
                  <a:pt x="1619250" y="2686050"/>
                </a:lnTo>
                <a:lnTo>
                  <a:pt x="1619250" y="2695575"/>
                </a:lnTo>
                <a:lnTo>
                  <a:pt x="1609725" y="2695575"/>
                </a:lnTo>
                <a:close/>
                <a:moveTo>
                  <a:pt x="990600" y="2695575"/>
                </a:moveTo>
                <a:lnTo>
                  <a:pt x="1000125" y="2695575"/>
                </a:lnTo>
                <a:lnTo>
                  <a:pt x="1000125" y="2705100"/>
                </a:lnTo>
                <a:lnTo>
                  <a:pt x="990600" y="2705100"/>
                </a:lnTo>
                <a:close/>
                <a:moveTo>
                  <a:pt x="885825" y="2705100"/>
                </a:moveTo>
                <a:lnTo>
                  <a:pt x="914400" y="2705100"/>
                </a:lnTo>
                <a:lnTo>
                  <a:pt x="914400" y="2714625"/>
                </a:lnTo>
                <a:lnTo>
                  <a:pt x="885825" y="2714625"/>
                </a:lnTo>
                <a:close/>
                <a:moveTo>
                  <a:pt x="428625" y="2714625"/>
                </a:moveTo>
                <a:lnTo>
                  <a:pt x="438150" y="2714625"/>
                </a:lnTo>
                <a:lnTo>
                  <a:pt x="438150" y="2724150"/>
                </a:lnTo>
                <a:lnTo>
                  <a:pt x="428625" y="2724150"/>
                </a:lnTo>
                <a:close/>
                <a:moveTo>
                  <a:pt x="771525" y="2714625"/>
                </a:moveTo>
                <a:lnTo>
                  <a:pt x="790575" y="2714625"/>
                </a:lnTo>
                <a:lnTo>
                  <a:pt x="790575" y="2724150"/>
                </a:lnTo>
                <a:lnTo>
                  <a:pt x="771525" y="2724150"/>
                </a:lnTo>
                <a:close/>
                <a:moveTo>
                  <a:pt x="838200" y="2714625"/>
                </a:moveTo>
                <a:lnTo>
                  <a:pt x="866775" y="2714625"/>
                </a:lnTo>
                <a:lnTo>
                  <a:pt x="866775" y="2724150"/>
                </a:lnTo>
                <a:lnTo>
                  <a:pt x="838200" y="2724150"/>
                </a:lnTo>
                <a:close/>
                <a:moveTo>
                  <a:pt x="1057275" y="2714625"/>
                </a:moveTo>
                <a:lnTo>
                  <a:pt x="1066800" y="2714625"/>
                </a:lnTo>
                <a:lnTo>
                  <a:pt x="1066800" y="2724150"/>
                </a:lnTo>
                <a:lnTo>
                  <a:pt x="1057275" y="2724150"/>
                </a:lnTo>
                <a:close/>
                <a:moveTo>
                  <a:pt x="1219200" y="2714625"/>
                </a:moveTo>
                <a:lnTo>
                  <a:pt x="1238250" y="2714625"/>
                </a:lnTo>
                <a:lnTo>
                  <a:pt x="1238250" y="2724150"/>
                </a:lnTo>
                <a:lnTo>
                  <a:pt x="1219200" y="2724150"/>
                </a:lnTo>
                <a:close/>
                <a:moveTo>
                  <a:pt x="409575" y="2724150"/>
                </a:moveTo>
                <a:lnTo>
                  <a:pt x="428625" y="2724150"/>
                </a:lnTo>
                <a:lnTo>
                  <a:pt x="428625" y="2743200"/>
                </a:lnTo>
                <a:lnTo>
                  <a:pt x="419100" y="2743200"/>
                </a:lnTo>
                <a:lnTo>
                  <a:pt x="419100" y="2752725"/>
                </a:lnTo>
                <a:lnTo>
                  <a:pt x="409575" y="2752725"/>
                </a:lnTo>
                <a:close/>
                <a:moveTo>
                  <a:pt x="762000" y="2733675"/>
                </a:moveTo>
                <a:lnTo>
                  <a:pt x="771525" y="2733675"/>
                </a:lnTo>
                <a:lnTo>
                  <a:pt x="771525" y="2743200"/>
                </a:lnTo>
                <a:lnTo>
                  <a:pt x="762000" y="2743200"/>
                </a:lnTo>
                <a:close/>
                <a:moveTo>
                  <a:pt x="1057275" y="2733675"/>
                </a:moveTo>
                <a:lnTo>
                  <a:pt x="1066800" y="2733675"/>
                </a:lnTo>
                <a:lnTo>
                  <a:pt x="1066800" y="2743200"/>
                </a:lnTo>
                <a:lnTo>
                  <a:pt x="1057275" y="2743200"/>
                </a:lnTo>
                <a:close/>
                <a:moveTo>
                  <a:pt x="1181100" y="2733675"/>
                </a:moveTo>
                <a:lnTo>
                  <a:pt x="1190625" y="2733675"/>
                </a:lnTo>
                <a:lnTo>
                  <a:pt x="1190625" y="2743200"/>
                </a:lnTo>
                <a:lnTo>
                  <a:pt x="1181100" y="2743200"/>
                </a:lnTo>
                <a:close/>
                <a:moveTo>
                  <a:pt x="1200150" y="2733675"/>
                </a:moveTo>
                <a:lnTo>
                  <a:pt x="1238250" y="2733675"/>
                </a:lnTo>
                <a:lnTo>
                  <a:pt x="1238250" y="2743200"/>
                </a:lnTo>
                <a:lnTo>
                  <a:pt x="1200150" y="2743200"/>
                </a:lnTo>
                <a:close/>
                <a:moveTo>
                  <a:pt x="1295400" y="2733675"/>
                </a:moveTo>
                <a:lnTo>
                  <a:pt x="1314450" y="2733675"/>
                </a:lnTo>
                <a:lnTo>
                  <a:pt x="1314450" y="2743200"/>
                </a:lnTo>
                <a:lnTo>
                  <a:pt x="1295400" y="2743200"/>
                </a:lnTo>
                <a:close/>
                <a:moveTo>
                  <a:pt x="1600200" y="2733675"/>
                </a:moveTo>
                <a:lnTo>
                  <a:pt x="1609725" y="2733675"/>
                </a:lnTo>
                <a:lnTo>
                  <a:pt x="1609725" y="2743200"/>
                </a:lnTo>
                <a:lnTo>
                  <a:pt x="1600200" y="2743200"/>
                </a:lnTo>
                <a:close/>
                <a:moveTo>
                  <a:pt x="1524000" y="2752725"/>
                </a:moveTo>
                <a:lnTo>
                  <a:pt x="1533525" y="2752725"/>
                </a:lnTo>
                <a:lnTo>
                  <a:pt x="1533525" y="2771775"/>
                </a:lnTo>
                <a:lnTo>
                  <a:pt x="1524000" y="2771775"/>
                </a:lnTo>
                <a:close/>
                <a:moveTo>
                  <a:pt x="209550" y="2781300"/>
                </a:moveTo>
                <a:lnTo>
                  <a:pt x="219075" y="2781300"/>
                </a:lnTo>
                <a:lnTo>
                  <a:pt x="219075" y="2790825"/>
                </a:lnTo>
                <a:lnTo>
                  <a:pt x="209550" y="2790825"/>
                </a:lnTo>
                <a:close/>
                <a:moveTo>
                  <a:pt x="419100" y="2781300"/>
                </a:moveTo>
                <a:lnTo>
                  <a:pt x="438150" y="2781300"/>
                </a:lnTo>
                <a:lnTo>
                  <a:pt x="438150" y="2790825"/>
                </a:lnTo>
                <a:lnTo>
                  <a:pt x="419100" y="2790825"/>
                </a:lnTo>
                <a:close/>
                <a:moveTo>
                  <a:pt x="371475" y="2790825"/>
                </a:moveTo>
                <a:lnTo>
                  <a:pt x="390525" y="2790825"/>
                </a:lnTo>
                <a:lnTo>
                  <a:pt x="390525" y="2800350"/>
                </a:lnTo>
                <a:lnTo>
                  <a:pt x="428625" y="2800350"/>
                </a:lnTo>
                <a:lnTo>
                  <a:pt x="428625" y="2809875"/>
                </a:lnTo>
                <a:lnTo>
                  <a:pt x="438150" y="2809875"/>
                </a:lnTo>
                <a:lnTo>
                  <a:pt x="438150" y="2819400"/>
                </a:lnTo>
                <a:lnTo>
                  <a:pt x="409575" y="2819400"/>
                </a:lnTo>
                <a:lnTo>
                  <a:pt x="409575" y="2809875"/>
                </a:lnTo>
                <a:lnTo>
                  <a:pt x="371475" y="2809875"/>
                </a:lnTo>
                <a:lnTo>
                  <a:pt x="371475" y="2819400"/>
                </a:lnTo>
                <a:lnTo>
                  <a:pt x="361950" y="2819400"/>
                </a:lnTo>
                <a:lnTo>
                  <a:pt x="361950" y="2800350"/>
                </a:lnTo>
                <a:lnTo>
                  <a:pt x="371475" y="2800350"/>
                </a:lnTo>
                <a:close/>
                <a:moveTo>
                  <a:pt x="276225" y="2800350"/>
                </a:moveTo>
                <a:lnTo>
                  <a:pt x="285750" y="2800350"/>
                </a:lnTo>
                <a:lnTo>
                  <a:pt x="285750" y="2809875"/>
                </a:lnTo>
                <a:lnTo>
                  <a:pt x="295275" y="2809875"/>
                </a:lnTo>
                <a:lnTo>
                  <a:pt x="295275" y="2819400"/>
                </a:lnTo>
                <a:lnTo>
                  <a:pt x="285750" y="2819400"/>
                </a:lnTo>
                <a:lnTo>
                  <a:pt x="285750" y="2828925"/>
                </a:lnTo>
                <a:lnTo>
                  <a:pt x="276225" y="2828925"/>
                </a:lnTo>
                <a:lnTo>
                  <a:pt x="276225" y="2819400"/>
                </a:lnTo>
                <a:lnTo>
                  <a:pt x="266700" y="2819400"/>
                </a:lnTo>
                <a:lnTo>
                  <a:pt x="266700" y="2809875"/>
                </a:lnTo>
                <a:lnTo>
                  <a:pt x="276225" y="2809875"/>
                </a:lnTo>
                <a:close/>
                <a:moveTo>
                  <a:pt x="1238250" y="2800350"/>
                </a:moveTo>
                <a:lnTo>
                  <a:pt x="1247775" y="2800350"/>
                </a:lnTo>
                <a:lnTo>
                  <a:pt x="1247775" y="2809875"/>
                </a:lnTo>
                <a:lnTo>
                  <a:pt x="1238250" y="2809875"/>
                </a:lnTo>
                <a:close/>
                <a:moveTo>
                  <a:pt x="438150" y="2819400"/>
                </a:moveTo>
                <a:lnTo>
                  <a:pt x="457200" y="2819400"/>
                </a:lnTo>
                <a:lnTo>
                  <a:pt x="457200" y="2828925"/>
                </a:lnTo>
                <a:lnTo>
                  <a:pt x="438150" y="2828925"/>
                </a:lnTo>
                <a:close/>
                <a:moveTo>
                  <a:pt x="466725" y="2819400"/>
                </a:moveTo>
                <a:lnTo>
                  <a:pt x="485775" y="2819400"/>
                </a:lnTo>
                <a:lnTo>
                  <a:pt x="485775" y="2828925"/>
                </a:lnTo>
                <a:lnTo>
                  <a:pt x="466725" y="2828925"/>
                </a:lnTo>
                <a:close/>
                <a:moveTo>
                  <a:pt x="371475" y="2828925"/>
                </a:moveTo>
                <a:lnTo>
                  <a:pt x="381000" y="2828925"/>
                </a:lnTo>
                <a:lnTo>
                  <a:pt x="381000" y="2838450"/>
                </a:lnTo>
                <a:lnTo>
                  <a:pt x="371475" y="2838450"/>
                </a:lnTo>
                <a:close/>
                <a:moveTo>
                  <a:pt x="238125" y="2990850"/>
                </a:moveTo>
                <a:lnTo>
                  <a:pt x="304800" y="2990850"/>
                </a:lnTo>
                <a:lnTo>
                  <a:pt x="304800" y="3000375"/>
                </a:lnTo>
                <a:lnTo>
                  <a:pt x="295275" y="3000375"/>
                </a:lnTo>
                <a:lnTo>
                  <a:pt x="295275" y="3019425"/>
                </a:lnTo>
                <a:lnTo>
                  <a:pt x="323850" y="3019425"/>
                </a:lnTo>
                <a:lnTo>
                  <a:pt x="323850" y="3009900"/>
                </a:lnTo>
                <a:lnTo>
                  <a:pt x="314325" y="3009900"/>
                </a:lnTo>
                <a:lnTo>
                  <a:pt x="314325" y="2990850"/>
                </a:lnTo>
                <a:lnTo>
                  <a:pt x="342900" y="2990850"/>
                </a:lnTo>
                <a:lnTo>
                  <a:pt x="342900" y="3000375"/>
                </a:lnTo>
                <a:lnTo>
                  <a:pt x="352425" y="3000375"/>
                </a:lnTo>
                <a:lnTo>
                  <a:pt x="352425" y="3009900"/>
                </a:lnTo>
                <a:lnTo>
                  <a:pt x="342900" y="3009900"/>
                </a:lnTo>
                <a:lnTo>
                  <a:pt x="342900" y="3019425"/>
                </a:lnTo>
                <a:lnTo>
                  <a:pt x="333375" y="3019425"/>
                </a:lnTo>
                <a:lnTo>
                  <a:pt x="333375" y="3028950"/>
                </a:lnTo>
                <a:lnTo>
                  <a:pt x="314325" y="3028950"/>
                </a:lnTo>
                <a:lnTo>
                  <a:pt x="314325" y="3038475"/>
                </a:lnTo>
                <a:lnTo>
                  <a:pt x="295275" y="3038475"/>
                </a:lnTo>
                <a:lnTo>
                  <a:pt x="295275" y="3028950"/>
                </a:lnTo>
                <a:lnTo>
                  <a:pt x="276225" y="3028950"/>
                </a:lnTo>
                <a:lnTo>
                  <a:pt x="276225" y="3019425"/>
                </a:lnTo>
                <a:lnTo>
                  <a:pt x="257175" y="3019425"/>
                </a:lnTo>
                <a:lnTo>
                  <a:pt x="257175" y="3000375"/>
                </a:lnTo>
                <a:lnTo>
                  <a:pt x="247650" y="3000375"/>
                </a:lnTo>
                <a:lnTo>
                  <a:pt x="247650" y="3019425"/>
                </a:lnTo>
                <a:lnTo>
                  <a:pt x="238125" y="3019425"/>
                </a:lnTo>
                <a:lnTo>
                  <a:pt x="238125" y="3028950"/>
                </a:lnTo>
                <a:lnTo>
                  <a:pt x="228600" y="3028950"/>
                </a:lnTo>
                <a:lnTo>
                  <a:pt x="228600" y="3000375"/>
                </a:lnTo>
                <a:lnTo>
                  <a:pt x="238125" y="3000375"/>
                </a:lnTo>
                <a:close/>
                <a:moveTo>
                  <a:pt x="209550" y="3028950"/>
                </a:moveTo>
                <a:lnTo>
                  <a:pt x="228600" y="3028950"/>
                </a:lnTo>
                <a:lnTo>
                  <a:pt x="228600" y="3038475"/>
                </a:lnTo>
                <a:lnTo>
                  <a:pt x="209550" y="3038475"/>
                </a:lnTo>
                <a:close/>
                <a:moveTo>
                  <a:pt x="466725" y="3038475"/>
                </a:moveTo>
                <a:lnTo>
                  <a:pt x="476250" y="3038475"/>
                </a:lnTo>
                <a:lnTo>
                  <a:pt x="476250" y="3057525"/>
                </a:lnTo>
                <a:lnTo>
                  <a:pt x="466725" y="3057525"/>
                </a:lnTo>
                <a:close/>
                <a:moveTo>
                  <a:pt x="676275" y="3048000"/>
                </a:moveTo>
                <a:lnTo>
                  <a:pt x="695325" y="3048000"/>
                </a:lnTo>
                <a:lnTo>
                  <a:pt x="695325" y="3067050"/>
                </a:lnTo>
                <a:lnTo>
                  <a:pt x="676275" y="3067050"/>
                </a:lnTo>
                <a:close/>
                <a:moveTo>
                  <a:pt x="790575" y="3048000"/>
                </a:moveTo>
                <a:lnTo>
                  <a:pt x="809625" y="3048000"/>
                </a:lnTo>
                <a:lnTo>
                  <a:pt x="809625" y="3067050"/>
                </a:lnTo>
                <a:lnTo>
                  <a:pt x="781050" y="3067050"/>
                </a:lnTo>
                <a:lnTo>
                  <a:pt x="781050" y="3057525"/>
                </a:lnTo>
                <a:lnTo>
                  <a:pt x="790575" y="3057525"/>
                </a:lnTo>
                <a:close/>
                <a:moveTo>
                  <a:pt x="1533525" y="3114675"/>
                </a:moveTo>
                <a:lnTo>
                  <a:pt x="1543050" y="3114675"/>
                </a:lnTo>
                <a:lnTo>
                  <a:pt x="1543050" y="3124200"/>
                </a:lnTo>
                <a:lnTo>
                  <a:pt x="1533525" y="3124200"/>
                </a:lnTo>
                <a:close/>
                <a:moveTo>
                  <a:pt x="666750" y="3124200"/>
                </a:moveTo>
                <a:lnTo>
                  <a:pt x="676275" y="3124200"/>
                </a:lnTo>
                <a:lnTo>
                  <a:pt x="676275" y="3143250"/>
                </a:lnTo>
                <a:lnTo>
                  <a:pt x="704850" y="3143250"/>
                </a:lnTo>
                <a:lnTo>
                  <a:pt x="704850" y="3162300"/>
                </a:lnTo>
                <a:lnTo>
                  <a:pt x="695325" y="3162300"/>
                </a:lnTo>
                <a:lnTo>
                  <a:pt x="695325" y="3171825"/>
                </a:lnTo>
                <a:lnTo>
                  <a:pt x="676275" y="3171825"/>
                </a:lnTo>
                <a:lnTo>
                  <a:pt x="676275" y="3181350"/>
                </a:lnTo>
                <a:lnTo>
                  <a:pt x="666750" y="3181350"/>
                </a:lnTo>
                <a:close/>
                <a:moveTo>
                  <a:pt x="695325" y="3124200"/>
                </a:moveTo>
                <a:lnTo>
                  <a:pt x="704850" y="3124200"/>
                </a:lnTo>
                <a:lnTo>
                  <a:pt x="704850" y="3133725"/>
                </a:lnTo>
                <a:lnTo>
                  <a:pt x="695325" y="3133725"/>
                </a:lnTo>
                <a:close/>
                <a:moveTo>
                  <a:pt x="733425" y="3124200"/>
                </a:moveTo>
                <a:lnTo>
                  <a:pt x="771525" y="3124200"/>
                </a:lnTo>
                <a:lnTo>
                  <a:pt x="771525" y="3133725"/>
                </a:lnTo>
                <a:lnTo>
                  <a:pt x="781050" y="3133725"/>
                </a:lnTo>
                <a:lnTo>
                  <a:pt x="781050" y="3143250"/>
                </a:lnTo>
                <a:lnTo>
                  <a:pt x="771525" y="3143250"/>
                </a:lnTo>
                <a:lnTo>
                  <a:pt x="771525" y="3162300"/>
                </a:lnTo>
                <a:lnTo>
                  <a:pt x="752475" y="3162300"/>
                </a:lnTo>
                <a:lnTo>
                  <a:pt x="752475" y="3181350"/>
                </a:lnTo>
                <a:lnTo>
                  <a:pt x="742950" y="3181350"/>
                </a:lnTo>
                <a:lnTo>
                  <a:pt x="742950" y="3162300"/>
                </a:lnTo>
                <a:lnTo>
                  <a:pt x="733425" y="3162300"/>
                </a:lnTo>
                <a:close/>
                <a:moveTo>
                  <a:pt x="1076325" y="3124200"/>
                </a:moveTo>
                <a:lnTo>
                  <a:pt x="1095375" y="3124200"/>
                </a:lnTo>
                <a:lnTo>
                  <a:pt x="1095375" y="3152775"/>
                </a:lnTo>
                <a:lnTo>
                  <a:pt x="1085850" y="3152775"/>
                </a:lnTo>
                <a:lnTo>
                  <a:pt x="1085850" y="3143250"/>
                </a:lnTo>
                <a:lnTo>
                  <a:pt x="1076325" y="3143250"/>
                </a:lnTo>
                <a:close/>
                <a:moveTo>
                  <a:pt x="1619250" y="3133725"/>
                </a:moveTo>
                <a:lnTo>
                  <a:pt x="1638300" y="3133725"/>
                </a:lnTo>
                <a:lnTo>
                  <a:pt x="1638300" y="3143250"/>
                </a:lnTo>
                <a:lnTo>
                  <a:pt x="1619250" y="3143250"/>
                </a:lnTo>
                <a:close/>
                <a:moveTo>
                  <a:pt x="742950" y="3143250"/>
                </a:moveTo>
                <a:lnTo>
                  <a:pt x="762000" y="3143250"/>
                </a:lnTo>
                <a:lnTo>
                  <a:pt x="762000" y="3133725"/>
                </a:lnTo>
                <a:lnTo>
                  <a:pt x="742950" y="3133725"/>
                </a:lnTo>
                <a:close/>
                <a:moveTo>
                  <a:pt x="1457325" y="3143250"/>
                </a:moveTo>
                <a:lnTo>
                  <a:pt x="1466850" y="3143250"/>
                </a:lnTo>
                <a:lnTo>
                  <a:pt x="1466850" y="3162300"/>
                </a:lnTo>
                <a:lnTo>
                  <a:pt x="1457325" y="3162300"/>
                </a:lnTo>
                <a:close/>
                <a:moveTo>
                  <a:pt x="1647825" y="3152775"/>
                </a:moveTo>
                <a:lnTo>
                  <a:pt x="1657350" y="3152775"/>
                </a:lnTo>
                <a:lnTo>
                  <a:pt x="1657350" y="3162300"/>
                </a:lnTo>
                <a:lnTo>
                  <a:pt x="1647825" y="3162300"/>
                </a:lnTo>
                <a:close/>
                <a:moveTo>
                  <a:pt x="1362075" y="3162300"/>
                </a:moveTo>
                <a:lnTo>
                  <a:pt x="1371600" y="3162300"/>
                </a:lnTo>
                <a:lnTo>
                  <a:pt x="1371600" y="3171825"/>
                </a:lnTo>
                <a:lnTo>
                  <a:pt x="1362075" y="3171825"/>
                </a:lnTo>
                <a:close/>
                <a:moveTo>
                  <a:pt x="1381125" y="3171825"/>
                </a:moveTo>
                <a:lnTo>
                  <a:pt x="1390650" y="3171825"/>
                </a:lnTo>
                <a:lnTo>
                  <a:pt x="1390650" y="3181350"/>
                </a:lnTo>
                <a:lnTo>
                  <a:pt x="1381125" y="3181350"/>
                </a:lnTo>
                <a:close/>
                <a:moveTo>
                  <a:pt x="1285875" y="3181350"/>
                </a:moveTo>
                <a:lnTo>
                  <a:pt x="1304925" y="3181350"/>
                </a:lnTo>
                <a:lnTo>
                  <a:pt x="1304925" y="3190875"/>
                </a:lnTo>
                <a:lnTo>
                  <a:pt x="1285875" y="3190875"/>
                </a:lnTo>
                <a:close/>
                <a:moveTo>
                  <a:pt x="428625" y="3209925"/>
                </a:moveTo>
                <a:lnTo>
                  <a:pt x="438150" y="3209925"/>
                </a:lnTo>
                <a:lnTo>
                  <a:pt x="438150" y="3219450"/>
                </a:lnTo>
                <a:lnTo>
                  <a:pt x="428625" y="3219450"/>
                </a:lnTo>
                <a:close/>
                <a:moveTo>
                  <a:pt x="457200" y="3209925"/>
                </a:moveTo>
                <a:lnTo>
                  <a:pt x="466725" y="3209925"/>
                </a:lnTo>
                <a:lnTo>
                  <a:pt x="466725" y="3219450"/>
                </a:lnTo>
                <a:lnTo>
                  <a:pt x="457200" y="3219450"/>
                </a:lnTo>
                <a:close/>
                <a:moveTo>
                  <a:pt x="1133475" y="3219450"/>
                </a:moveTo>
                <a:lnTo>
                  <a:pt x="1143000" y="3219450"/>
                </a:lnTo>
                <a:lnTo>
                  <a:pt x="1143000" y="3228975"/>
                </a:lnTo>
                <a:lnTo>
                  <a:pt x="1133475" y="3228975"/>
                </a:lnTo>
                <a:close/>
                <a:moveTo>
                  <a:pt x="381000" y="3228975"/>
                </a:moveTo>
                <a:lnTo>
                  <a:pt x="409575" y="3228975"/>
                </a:lnTo>
                <a:lnTo>
                  <a:pt x="409575" y="3238500"/>
                </a:lnTo>
                <a:lnTo>
                  <a:pt x="381000" y="3238500"/>
                </a:lnTo>
                <a:close/>
                <a:moveTo>
                  <a:pt x="638175" y="3228975"/>
                </a:moveTo>
                <a:lnTo>
                  <a:pt x="647700" y="3228975"/>
                </a:lnTo>
                <a:lnTo>
                  <a:pt x="647700" y="3238500"/>
                </a:lnTo>
                <a:lnTo>
                  <a:pt x="638175" y="3238500"/>
                </a:lnTo>
                <a:close/>
                <a:moveTo>
                  <a:pt x="685800" y="3228975"/>
                </a:moveTo>
                <a:lnTo>
                  <a:pt x="704850" y="3228975"/>
                </a:lnTo>
                <a:lnTo>
                  <a:pt x="704850" y="3248025"/>
                </a:lnTo>
                <a:lnTo>
                  <a:pt x="676275" y="3248025"/>
                </a:lnTo>
                <a:lnTo>
                  <a:pt x="676275" y="3238500"/>
                </a:lnTo>
                <a:lnTo>
                  <a:pt x="685800" y="3238500"/>
                </a:lnTo>
                <a:close/>
                <a:moveTo>
                  <a:pt x="371475" y="3238500"/>
                </a:moveTo>
                <a:lnTo>
                  <a:pt x="381000" y="3238500"/>
                </a:lnTo>
                <a:lnTo>
                  <a:pt x="381000" y="3248025"/>
                </a:lnTo>
                <a:lnTo>
                  <a:pt x="371475" y="3248025"/>
                </a:lnTo>
                <a:close/>
                <a:moveTo>
                  <a:pt x="495300" y="3238500"/>
                </a:moveTo>
                <a:lnTo>
                  <a:pt x="523875" y="3238500"/>
                </a:lnTo>
                <a:lnTo>
                  <a:pt x="523875" y="3257550"/>
                </a:lnTo>
                <a:lnTo>
                  <a:pt x="504825" y="3257550"/>
                </a:lnTo>
                <a:lnTo>
                  <a:pt x="504825" y="3248025"/>
                </a:lnTo>
                <a:lnTo>
                  <a:pt x="495300" y="3248025"/>
                </a:lnTo>
                <a:close/>
                <a:moveTo>
                  <a:pt x="1143000" y="3238500"/>
                </a:moveTo>
                <a:lnTo>
                  <a:pt x="1152525" y="3238500"/>
                </a:lnTo>
                <a:lnTo>
                  <a:pt x="1152525" y="3248025"/>
                </a:lnTo>
                <a:lnTo>
                  <a:pt x="1143000" y="3248025"/>
                </a:lnTo>
                <a:close/>
                <a:moveTo>
                  <a:pt x="1181100" y="3238500"/>
                </a:moveTo>
                <a:lnTo>
                  <a:pt x="1190625" y="3238500"/>
                </a:lnTo>
                <a:lnTo>
                  <a:pt x="1190625" y="3248025"/>
                </a:lnTo>
                <a:lnTo>
                  <a:pt x="1181100" y="3248025"/>
                </a:lnTo>
                <a:close/>
                <a:moveTo>
                  <a:pt x="1314450" y="3238500"/>
                </a:moveTo>
                <a:lnTo>
                  <a:pt x="1323975" y="3238500"/>
                </a:lnTo>
                <a:lnTo>
                  <a:pt x="1323975" y="3248025"/>
                </a:lnTo>
                <a:lnTo>
                  <a:pt x="1352550" y="3248025"/>
                </a:lnTo>
                <a:lnTo>
                  <a:pt x="1352550" y="3257550"/>
                </a:lnTo>
                <a:lnTo>
                  <a:pt x="1314450" y="3257550"/>
                </a:lnTo>
                <a:close/>
                <a:moveTo>
                  <a:pt x="1371600" y="3238500"/>
                </a:moveTo>
                <a:lnTo>
                  <a:pt x="1381125" y="3238500"/>
                </a:lnTo>
                <a:lnTo>
                  <a:pt x="1381125" y="3267075"/>
                </a:lnTo>
                <a:lnTo>
                  <a:pt x="1352550" y="3267075"/>
                </a:lnTo>
                <a:lnTo>
                  <a:pt x="1352550" y="3257550"/>
                </a:lnTo>
                <a:lnTo>
                  <a:pt x="1371600" y="3257550"/>
                </a:lnTo>
                <a:close/>
                <a:moveTo>
                  <a:pt x="352425" y="3248025"/>
                </a:moveTo>
                <a:lnTo>
                  <a:pt x="361950" y="3248025"/>
                </a:lnTo>
                <a:lnTo>
                  <a:pt x="361950" y="3257550"/>
                </a:lnTo>
                <a:lnTo>
                  <a:pt x="352425" y="3257550"/>
                </a:lnTo>
                <a:close/>
                <a:moveTo>
                  <a:pt x="590550" y="3248025"/>
                </a:moveTo>
                <a:lnTo>
                  <a:pt x="600075" y="3248025"/>
                </a:lnTo>
                <a:lnTo>
                  <a:pt x="600075" y="3267075"/>
                </a:lnTo>
                <a:lnTo>
                  <a:pt x="590550" y="3267075"/>
                </a:lnTo>
                <a:lnTo>
                  <a:pt x="590550" y="3276600"/>
                </a:lnTo>
                <a:lnTo>
                  <a:pt x="571500" y="3276600"/>
                </a:lnTo>
                <a:lnTo>
                  <a:pt x="571500" y="3267075"/>
                </a:lnTo>
                <a:lnTo>
                  <a:pt x="581025" y="3267075"/>
                </a:lnTo>
                <a:lnTo>
                  <a:pt x="581025" y="3257550"/>
                </a:lnTo>
                <a:lnTo>
                  <a:pt x="590550" y="3257550"/>
                </a:lnTo>
                <a:close/>
                <a:moveTo>
                  <a:pt x="1190625" y="3248025"/>
                </a:moveTo>
                <a:lnTo>
                  <a:pt x="1200150" y="3248025"/>
                </a:lnTo>
                <a:lnTo>
                  <a:pt x="1200150" y="3257550"/>
                </a:lnTo>
                <a:lnTo>
                  <a:pt x="1190625" y="3257550"/>
                </a:lnTo>
                <a:close/>
                <a:moveTo>
                  <a:pt x="1266825" y="3248025"/>
                </a:moveTo>
                <a:lnTo>
                  <a:pt x="1276350" y="3248025"/>
                </a:lnTo>
                <a:lnTo>
                  <a:pt x="1276350" y="3257550"/>
                </a:lnTo>
                <a:lnTo>
                  <a:pt x="1266825" y="3257550"/>
                </a:lnTo>
                <a:close/>
                <a:moveTo>
                  <a:pt x="285750" y="3257550"/>
                </a:moveTo>
                <a:lnTo>
                  <a:pt x="295275" y="3257550"/>
                </a:lnTo>
                <a:lnTo>
                  <a:pt x="295275" y="3276600"/>
                </a:lnTo>
                <a:lnTo>
                  <a:pt x="285750" y="3276600"/>
                </a:lnTo>
                <a:close/>
                <a:moveTo>
                  <a:pt x="342900" y="3257550"/>
                </a:moveTo>
                <a:lnTo>
                  <a:pt x="352425" y="3257550"/>
                </a:lnTo>
                <a:lnTo>
                  <a:pt x="352425" y="3267075"/>
                </a:lnTo>
                <a:lnTo>
                  <a:pt x="342900" y="3267075"/>
                </a:lnTo>
                <a:close/>
                <a:moveTo>
                  <a:pt x="523875" y="3257550"/>
                </a:moveTo>
                <a:lnTo>
                  <a:pt x="533400" y="3257550"/>
                </a:lnTo>
                <a:lnTo>
                  <a:pt x="533400" y="3267075"/>
                </a:lnTo>
                <a:lnTo>
                  <a:pt x="523875" y="3267075"/>
                </a:lnTo>
                <a:close/>
                <a:moveTo>
                  <a:pt x="1104900" y="3257550"/>
                </a:moveTo>
                <a:lnTo>
                  <a:pt x="1123950" y="3257550"/>
                </a:lnTo>
                <a:lnTo>
                  <a:pt x="1123950" y="3267075"/>
                </a:lnTo>
                <a:lnTo>
                  <a:pt x="1114425" y="3267075"/>
                </a:lnTo>
                <a:lnTo>
                  <a:pt x="1114425" y="3276600"/>
                </a:lnTo>
                <a:lnTo>
                  <a:pt x="1104900" y="3276600"/>
                </a:lnTo>
                <a:lnTo>
                  <a:pt x="1104900" y="3286125"/>
                </a:lnTo>
                <a:lnTo>
                  <a:pt x="1095375" y="3286125"/>
                </a:lnTo>
                <a:lnTo>
                  <a:pt x="1095375" y="3267075"/>
                </a:lnTo>
                <a:lnTo>
                  <a:pt x="1104900" y="3267075"/>
                </a:lnTo>
                <a:close/>
                <a:moveTo>
                  <a:pt x="1247775" y="3257550"/>
                </a:moveTo>
                <a:lnTo>
                  <a:pt x="1257300" y="3257550"/>
                </a:lnTo>
                <a:lnTo>
                  <a:pt x="1257300" y="3267075"/>
                </a:lnTo>
                <a:lnTo>
                  <a:pt x="1247775" y="3267075"/>
                </a:lnTo>
                <a:close/>
                <a:moveTo>
                  <a:pt x="323850" y="3267075"/>
                </a:moveTo>
                <a:lnTo>
                  <a:pt x="342900" y="3267075"/>
                </a:lnTo>
                <a:lnTo>
                  <a:pt x="342900" y="3276600"/>
                </a:lnTo>
                <a:lnTo>
                  <a:pt x="323850" y="3276600"/>
                </a:lnTo>
                <a:close/>
                <a:moveTo>
                  <a:pt x="495300" y="3267075"/>
                </a:moveTo>
                <a:lnTo>
                  <a:pt x="504825" y="3267075"/>
                </a:lnTo>
                <a:lnTo>
                  <a:pt x="504825" y="3295650"/>
                </a:lnTo>
                <a:lnTo>
                  <a:pt x="466725" y="3295650"/>
                </a:lnTo>
                <a:lnTo>
                  <a:pt x="466725" y="3286125"/>
                </a:lnTo>
                <a:lnTo>
                  <a:pt x="457200" y="3286125"/>
                </a:lnTo>
                <a:lnTo>
                  <a:pt x="457200" y="3276600"/>
                </a:lnTo>
                <a:lnTo>
                  <a:pt x="466725" y="3276600"/>
                </a:lnTo>
                <a:lnTo>
                  <a:pt x="466725" y="3286125"/>
                </a:lnTo>
                <a:lnTo>
                  <a:pt x="485775" y="3286125"/>
                </a:lnTo>
                <a:lnTo>
                  <a:pt x="485775" y="3276600"/>
                </a:lnTo>
                <a:lnTo>
                  <a:pt x="495300" y="3276600"/>
                </a:lnTo>
                <a:close/>
                <a:moveTo>
                  <a:pt x="266700" y="3276600"/>
                </a:moveTo>
                <a:lnTo>
                  <a:pt x="285750" y="3276600"/>
                </a:lnTo>
                <a:lnTo>
                  <a:pt x="285750" y="3286125"/>
                </a:lnTo>
                <a:lnTo>
                  <a:pt x="266700" y="3286125"/>
                </a:lnTo>
                <a:close/>
                <a:moveTo>
                  <a:pt x="561975" y="3276600"/>
                </a:moveTo>
                <a:lnTo>
                  <a:pt x="571500" y="3276600"/>
                </a:lnTo>
                <a:lnTo>
                  <a:pt x="571500" y="3286125"/>
                </a:lnTo>
                <a:lnTo>
                  <a:pt x="561975" y="3286125"/>
                </a:lnTo>
                <a:close/>
                <a:moveTo>
                  <a:pt x="123825" y="3438525"/>
                </a:moveTo>
                <a:lnTo>
                  <a:pt x="133350" y="3438525"/>
                </a:lnTo>
                <a:lnTo>
                  <a:pt x="133350" y="3448050"/>
                </a:lnTo>
                <a:lnTo>
                  <a:pt x="123825" y="3448050"/>
                </a:lnTo>
                <a:close/>
                <a:moveTo>
                  <a:pt x="142875" y="3438525"/>
                </a:moveTo>
                <a:lnTo>
                  <a:pt x="171450" y="3438525"/>
                </a:lnTo>
                <a:lnTo>
                  <a:pt x="171450" y="3448050"/>
                </a:lnTo>
                <a:lnTo>
                  <a:pt x="180975" y="3448050"/>
                </a:lnTo>
                <a:lnTo>
                  <a:pt x="180975" y="3438525"/>
                </a:lnTo>
                <a:lnTo>
                  <a:pt x="219075" y="3438525"/>
                </a:lnTo>
                <a:lnTo>
                  <a:pt x="219075" y="3448050"/>
                </a:lnTo>
                <a:lnTo>
                  <a:pt x="200025" y="3448050"/>
                </a:lnTo>
                <a:lnTo>
                  <a:pt x="200025" y="3457575"/>
                </a:lnTo>
                <a:lnTo>
                  <a:pt x="152400" y="3457575"/>
                </a:lnTo>
                <a:lnTo>
                  <a:pt x="152400" y="3448050"/>
                </a:lnTo>
                <a:lnTo>
                  <a:pt x="142875" y="3448050"/>
                </a:lnTo>
                <a:close/>
                <a:moveTo>
                  <a:pt x="114300" y="3448050"/>
                </a:moveTo>
                <a:lnTo>
                  <a:pt x="123825" y="3448050"/>
                </a:lnTo>
                <a:lnTo>
                  <a:pt x="123825" y="3457575"/>
                </a:lnTo>
                <a:lnTo>
                  <a:pt x="114300" y="3457575"/>
                </a:lnTo>
                <a:close/>
                <a:moveTo>
                  <a:pt x="133350" y="3448050"/>
                </a:moveTo>
                <a:lnTo>
                  <a:pt x="142875" y="3448050"/>
                </a:lnTo>
                <a:lnTo>
                  <a:pt x="142875" y="3457575"/>
                </a:lnTo>
                <a:lnTo>
                  <a:pt x="133350" y="3457575"/>
                </a:lnTo>
                <a:close/>
                <a:moveTo>
                  <a:pt x="552450" y="3467100"/>
                </a:moveTo>
                <a:lnTo>
                  <a:pt x="561975" y="3467100"/>
                </a:lnTo>
                <a:lnTo>
                  <a:pt x="561975" y="3486150"/>
                </a:lnTo>
                <a:lnTo>
                  <a:pt x="552450" y="3486150"/>
                </a:lnTo>
                <a:close/>
                <a:moveTo>
                  <a:pt x="209550" y="3486150"/>
                </a:moveTo>
                <a:lnTo>
                  <a:pt x="219075" y="3486150"/>
                </a:lnTo>
                <a:lnTo>
                  <a:pt x="219075" y="3495675"/>
                </a:lnTo>
                <a:lnTo>
                  <a:pt x="209550" y="3495675"/>
                </a:lnTo>
                <a:close/>
                <a:moveTo>
                  <a:pt x="742950" y="3486150"/>
                </a:moveTo>
                <a:lnTo>
                  <a:pt x="752475" y="3486150"/>
                </a:lnTo>
                <a:lnTo>
                  <a:pt x="752475" y="3505200"/>
                </a:lnTo>
                <a:lnTo>
                  <a:pt x="742950" y="3505200"/>
                </a:lnTo>
                <a:close/>
                <a:moveTo>
                  <a:pt x="809625" y="3486150"/>
                </a:moveTo>
                <a:lnTo>
                  <a:pt x="819150" y="3486150"/>
                </a:lnTo>
                <a:lnTo>
                  <a:pt x="819150" y="3495675"/>
                </a:lnTo>
                <a:lnTo>
                  <a:pt x="809625" y="3495675"/>
                </a:lnTo>
                <a:close/>
                <a:moveTo>
                  <a:pt x="981075" y="3486150"/>
                </a:moveTo>
                <a:lnTo>
                  <a:pt x="990600" y="3486150"/>
                </a:lnTo>
                <a:lnTo>
                  <a:pt x="990600" y="3505200"/>
                </a:lnTo>
                <a:lnTo>
                  <a:pt x="981075" y="3505200"/>
                </a:lnTo>
                <a:lnTo>
                  <a:pt x="981075" y="3533775"/>
                </a:lnTo>
                <a:lnTo>
                  <a:pt x="971550" y="3533775"/>
                </a:lnTo>
                <a:lnTo>
                  <a:pt x="971550" y="3514725"/>
                </a:lnTo>
                <a:lnTo>
                  <a:pt x="962025" y="3514725"/>
                </a:lnTo>
                <a:lnTo>
                  <a:pt x="962025" y="3505200"/>
                </a:lnTo>
                <a:lnTo>
                  <a:pt x="971550" y="3505200"/>
                </a:lnTo>
                <a:lnTo>
                  <a:pt x="971550" y="3495675"/>
                </a:lnTo>
                <a:lnTo>
                  <a:pt x="981075" y="3495675"/>
                </a:lnTo>
                <a:close/>
                <a:moveTo>
                  <a:pt x="1019175" y="3486150"/>
                </a:moveTo>
                <a:lnTo>
                  <a:pt x="1057275" y="3486150"/>
                </a:lnTo>
                <a:lnTo>
                  <a:pt x="1057275" y="3495675"/>
                </a:lnTo>
                <a:lnTo>
                  <a:pt x="1019175" y="3495675"/>
                </a:lnTo>
                <a:close/>
                <a:moveTo>
                  <a:pt x="1171575" y="3486150"/>
                </a:moveTo>
                <a:lnTo>
                  <a:pt x="1181100" y="3486150"/>
                </a:lnTo>
                <a:lnTo>
                  <a:pt x="1181100" y="3505200"/>
                </a:lnTo>
                <a:lnTo>
                  <a:pt x="1190625" y="3505200"/>
                </a:lnTo>
                <a:lnTo>
                  <a:pt x="1190625" y="3495675"/>
                </a:lnTo>
                <a:lnTo>
                  <a:pt x="1200150" y="3495675"/>
                </a:lnTo>
                <a:lnTo>
                  <a:pt x="1200150" y="3524250"/>
                </a:lnTo>
                <a:lnTo>
                  <a:pt x="1190625" y="3524250"/>
                </a:lnTo>
                <a:lnTo>
                  <a:pt x="1190625" y="3533775"/>
                </a:lnTo>
                <a:lnTo>
                  <a:pt x="1181100" y="3533775"/>
                </a:lnTo>
                <a:lnTo>
                  <a:pt x="1181100" y="3524250"/>
                </a:lnTo>
                <a:lnTo>
                  <a:pt x="1162050" y="3524250"/>
                </a:lnTo>
                <a:lnTo>
                  <a:pt x="1162050" y="3505200"/>
                </a:lnTo>
                <a:lnTo>
                  <a:pt x="1171575" y="3505200"/>
                </a:lnTo>
                <a:close/>
                <a:moveTo>
                  <a:pt x="114300" y="3495675"/>
                </a:moveTo>
                <a:lnTo>
                  <a:pt x="123825" y="3495675"/>
                </a:lnTo>
                <a:lnTo>
                  <a:pt x="123825" y="3514725"/>
                </a:lnTo>
                <a:lnTo>
                  <a:pt x="133350" y="3514725"/>
                </a:lnTo>
                <a:lnTo>
                  <a:pt x="133350" y="3533775"/>
                </a:lnTo>
                <a:lnTo>
                  <a:pt x="114300" y="3533775"/>
                </a:lnTo>
                <a:close/>
                <a:moveTo>
                  <a:pt x="180975" y="3495675"/>
                </a:moveTo>
                <a:lnTo>
                  <a:pt x="190500" y="3495675"/>
                </a:lnTo>
                <a:lnTo>
                  <a:pt x="190500" y="3505200"/>
                </a:lnTo>
                <a:lnTo>
                  <a:pt x="180975" y="3505200"/>
                </a:lnTo>
                <a:close/>
                <a:moveTo>
                  <a:pt x="200025" y="3495675"/>
                </a:moveTo>
                <a:lnTo>
                  <a:pt x="209550" y="3495675"/>
                </a:lnTo>
                <a:lnTo>
                  <a:pt x="209550" y="3505200"/>
                </a:lnTo>
                <a:lnTo>
                  <a:pt x="200025" y="3505200"/>
                </a:lnTo>
                <a:close/>
                <a:moveTo>
                  <a:pt x="485775" y="3495675"/>
                </a:moveTo>
                <a:lnTo>
                  <a:pt x="533400" y="3495675"/>
                </a:lnTo>
                <a:lnTo>
                  <a:pt x="533400" y="3514725"/>
                </a:lnTo>
                <a:lnTo>
                  <a:pt x="504825" y="3514725"/>
                </a:lnTo>
                <a:lnTo>
                  <a:pt x="504825" y="3505200"/>
                </a:lnTo>
                <a:lnTo>
                  <a:pt x="485775" y="3505200"/>
                </a:lnTo>
                <a:close/>
                <a:moveTo>
                  <a:pt x="714375" y="3495675"/>
                </a:moveTo>
                <a:lnTo>
                  <a:pt x="733425" y="3495675"/>
                </a:lnTo>
                <a:lnTo>
                  <a:pt x="733425" y="3505200"/>
                </a:lnTo>
                <a:lnTo>
                  <a:pt x="714375" y="3505200"/>
                </a:lnTo>
                <a:close/>
                <a:moveTo>
                  <a:pt x="695325" y="3505200"/>
                </a:moveTo>
                <a:lnTo>
                  <a:pt x="714375" y="3505200"/>
                </a:lnTo>
                <a:lnTo>
                  <a:pt x="714375" y="3514725"/>
                </a:lnTo>
                <a:lnTo>
                  <a:pt x="695325" y="3514725"/>
                </a:lnTo>
                <a:close/>
                <a:moveTo>
                  <a:pt x="752475" y="3505200"/>
                </a:moveTo>
                <a:lnTo>
                  <a:pt x="762000" y="3505200"/>
                </a:lnTo>
                <a:lnTo>
                  <a:pt x="762000" y="3514725"/>
                </a:lnTo>
                <a:lnTo>
                  <a:pt x="752475" y="3514725"/>
                </a:lnTo>
                <a:close/>
                <a:moveTo>
                  <a:pt x="885825" y="3505200"/>
                </a:moveTo>
                <a:lnTo>
                  <a:pt x="895350" y="3505200"/>
                </a:lnTo>
                <a:lnTo>
                  <a:pt x="895350" y="3514725"/>
                </a:lnTo>
                <a:lnTo>
                  <a:pt x="885825" y="3514725"/>
                </a:lnTo>
                <a:close/>
                <a:moveTo>
                  <a:pt x="781050" y="3514725"/>
                </a:moveTo>
                <a:lnTo>
                  <a:pt x="790575" y="3514725"/>
                </a:lnTo>
                <a:lnTo>
                  <a:pt x="790575" y="3524250"/>
                </a:lnTo>
                <a:lnTo>
                  <a:pt x="781050" y="3524250"/>
                </a:lnTo>
                <a:close/>
                <a:moveTo>
                  <a:pt x="876300" y="3514725"/>
                </a:moveTo>
                <a:lnTo>
                  <a:pt x="885825" y="3514725"/>
                </a:lnTo>
                <a:lnTo>
                  <a:pt x="885825" y="3524250"/>
                </a:lnTo>
                <a:lnTo>
                  <a:pt x="876300" y="3524250"/>
                </a:lnTo>
                <a:close/>
                <a:moveTo>
                  <a:pt x="904875" y="3514725"/>
                </a:moveTo>
                <a:lnTo>
                  <a:pt x="914400" y="3514725"/>
                </a:lnTo>
                <a:lnTo>
                  <a:pt x="914400" y="3524250"/>
                </a:lnTo>
                <a:lnTo>
                  <a:pt x="904875" y="3524250"/>
                </a:lnTo>
                <a:close/>
                <a:moveTo>
                  <a:pt x="942975" y="3514725"/>
                </a:moveTo>
                <a:lnTo>
                  <a:pt x="952500" y="3514725"/>
                </a:lnTo>
                <a:lnTo>
                  <a:pt x="952500" y="3524250"/>
                </a:lnTo>
                <a:lnTo>
                  <a:pt x="942975" y="3524250"/>
                </a:lnTo>
                <a:close/>
                <a:moveTo>
                  <a:pt x="1009650" y="3514725"/>
                </a:moveTo>
                <a:lnTo>
                  <a:pt x="1019175" y="3514725"/>
                </a:lnTo>
                <a:lnTo>
                  <a:pt x="1019175" y="3524250"/>
                </a:lnTo>
                <a:lnTo>
                  <a:pt x="1009650" y="3524250"/>
                </a:lnTo>
                <a:close/>
                <a:moveTo>
                  <a:pt x="628650" y="3524250"/>
                </a:moveTo>
                <a:lnTo>
                  <a:pt x="638175" y="3524250"/>
                </a:lnTo>
                <a:lnTo>
                  <a:pt x="638175" y="3533775"/>
                </a:lnTo>
                <a:lnTo>
                  <a:pt x="628650" y="3533775"/>
                </a:lnTo>
                <a:close/>
                <a:moveTo>
                  <a:pt x="752475" y="3524250"/>
                </a:moveTo>
                <a:lnTo>
                  <a:pt x="762000" y="3524250"/>
                </a:lnTo>
                <a:lnTo>
                  <a:pt x="762000" y="3533775"/>
                </a:lnTo>
                <a:lnTo>
                  <a:pt x="752475" y="3533775"/>
                </a:lnTo>
                <a:close/>
                <a:moveTo>
                  <a:pt x="847725" y="3524250"/>
                </a:moveTo>
                <a:lnTo>
                  <a:pt x="876300" y="3524250"/>
                </a:lnTo>
                <a:lnTo>
                  <a:pt x="876300" y="3533775"/>
                </a:lnTo>
                <a:lnTo>
                  <a:pt x="904875" y="3533775"/>
                </a:lnTo>
                <a:lnTo>
                  <a:pt x="904875" y="3543300"/>
                </a:lnTo>
                <a:lnTo>
                  <a:pt x="866775" y="3543300"/>
                </a:lnTo>
                <a:lnTo>
                  <a:pt x="866775" y="3533775"/>
                </a:lnTo>
                <a:lnTo>
                  <a:pt x="847725" y="3533775"/>
                </a:lnTo>
                <a:close/>
                <a:moveTo>
                  <a:pt x="1000125" y="3524250"/>
                </a:moveTo>
                <a:lnTo>
                  <a:pt x="1009650" y="3524250"/>
                </a:lnTo>
                <a:lnTo>
                  <a:pt x="1009650" y="3533775"/>
                </a:lnTo>
                <a:lnTo>
                  <a:pt x="1000125" y="3533775"/>
                </a:lnTo>
                <a:close/>
                <a:moveTo>
                  <a:pt x="704850" y="3533775"/>
                </a:moveTo>
                <a:lnTo>
                  <a:pt x="714375" y="3533775"/>
                </a:lnTo>
                <a:lnTo>
                  <a:pt x="714375" y="3543300"/>
                </a:lnTo>
                <a:lnTo>
                  <a:pt x="733425" y="3543300"/>
                </a:lnTo>
                <a:lnTo>
                  <a:pt x="733425" y="3571875"/>
                </a:lnTo>
                <a:lnTo>
                  <a:pt x="723900" y="3571875"/>
                </a:lnTo>
                <a:lnTo>
                  <a:pt x="723900" y="3562350"/>
                </a:lnTo>
                <a:lnTo>
                  <a:pt x="714375" y="3562350"/>
                </a:lnTo>
                <a:lnTo>
                  <a:pt x="714375" y="3552825"/>
                </a:lnTo>
                <a:lnTo>
                  <a:pt x="704850" y="3552825"/>
                </a:lnTo>
                <a:close/>
                <a:moveTo>
                  <a:pt x="333375" y="3543300"/>
                </a:moveTo>
                <a:lnTo>
                  <a:pt x="342900" y="3543300"/>
                </a:lnTo>
                <a:lnTo>
                  <a:pt x="342900" y="3562350"/>
                </a:lnTo>
                <a:lnTo>
                  <a:pt x="333375" y="3562350"/>
                </a:lnTo>
                <a:close/>
                <a:moveTo>
                  <a:pt x="200025" y="3552825"/>
                </a:moveTo>
                <a:lnTo>
                  <a:pt x="209550" y="3552825"/>
                </a:lnTo>
                <a:lnTo>
                  <a:pt x="209550" y="3562350"/>
                </a:lnTo>
                <a:lnTo>
                  <a:pt x="200025" y="3562350"/>
                </a:lnTo>
                <a:close/>
                <a:moveTo>
                  <a:pt x="771525" y="3552825"/>
                </a:moveTo>
                <a:lnTo>
                  <a:pt x="790575" y="3552825"/>
                </a:lnTo>
                <a:lnTo>
                  <a:pt x="790575" y="3562350"/>
                </a:lnTo>
                <a:lnTo>
                  <a:pt x="771525" y="3562350"/>
                </a:lnTo>
                <a:close/>
                <a:moveTo>
                  <a:pt x="1143000" y="3552825"/>
                </a:moveTo>
                <a:lnTo>
                  <a:pt x="1152525" y="3552825"/>
                </a:lnTo>
                <a:lnTo>
                  <a:pt x="1152525" y="3562350"/>
                </a:lnTo>
                <a:lnTo>
                  <a:pt x="1143000" y="3562350"/>
                </a:lnTo>
                <a:close/>
                <a:moveTo>
                  <a:pt x="1390650" y="3552825"/>
                </a:moveTo>
                <a:lnTo>
                  <a:pt x="1400175" y="3552825"/>
                </a:lnTo>
                <a:lnTo>
                  <a:pt x="1400175" y="3562350"/>
                </a:lnTo>
                <a:lnTo>
                  <a:pt x="1390650" y="3562350"/>
                </a:lnTo>
                <a:close/>
                <a:moveTo>
                  <a:pt x="1409700" y="3571875"/>
                </a:moveTo>
                <a:lnTo>
                  <a:pt x="1419225" y="3571875"/>
                </a:lnTo>
                <a:lnTo>
                  <a:pt x="1419225" y="3581400"/>
                </a:lnTo>
                <a:lnTo>
                  <a:pt x="1409700" y="3581400"/>
                </a:lnTo>
                <a:close/>
                <a:moveTo>
                  <a:pt x="523875" y="3581400"/>
                </a:moveTo>
                <a:lnTo>
                  <a:pt x="533400" y="3581400"/>
                </a:lnTo>
                <a:lnTo>
                  <a:pt x="533400" y="3590925"/>
                </a:lnTo>
                <a:lnTo>
                  <a:pt x="523875" y="3590925"/>
                </a:lnTo>
                <a:close/>
                <a:moveTo>
                  <a:pt x="219075" y="3590925"/>
                </a:moveTo>
                <a:lnTo>
                  <a:pt x="228600" y="3590925"/>
                </a:lnTo>
                <a:lnTo>
                  <a:pt x="228600" y="3600450"/>
                </a:lnTo>
                <a:lnTo>
                  <a:pt x="219075" y="3600450"/>
                </a:lnTo>
                <a:close/>
                <a:moveTo>
                  <a:pt x="990600" y="3590925"/>
                </a:moveTo>
                <a:lnTo>
                  <a:pt x="1028700" y="3590925"/>
                </a:lnTo>
                <a:lnTo>
                  <a:pt x="1028700" y="3600450"/>
                </a:lnTo>
                <a:lnTo>
                  <a:pt x="1009650" y="3600450"/>
                </a:lnTo>
                <a:lnTo>
                  <a:pt x="1009650" y="3609975"/>
                </a:lnTo>
                <a:lnTo>
                  <a:pt x="1019175" y="3609975"/>
                </a:lnTo>
                <a:lnTo>
                  <a:pt x="1019175" y="3619500"/>
                </a:lnTo>
                <a:lnTo>
                  <a:pt x="1009650" y="3619500"/>
                </a:lnTo>
                <a:lnTo>
                  <a:pt x="1009650" y="3629025"/>
                </a:lnTo>
                <a:lnTo>
                  <a:pt x="1000125" y="3629025"/>
                </a:lnTo>
                <a:lnTo>
                  <a:pt x="1000125" y="3648075"/>
                </a:lnTo>
                <a:lnTo>
                  <a:pt x="990600" y="3648075"/>
                </a:lnTo>
                <a:lnTo>
                  <a:pt x="990600" y="3629025"/>
                </a:lnTo>
                <a:lnTo>
                  <a:pt x="981075" y="3629025"/>
                </a:lnTo>
                <a:lnTo>
                  <a:pt x="981075" y="3609975"/>
                </a:lnTo>
                <a:lnTo>
                  <a:pt x="990600" y="3609975"/>
                </a:lnTo>
                <a:close/>
                <a:moveTo>
                  <a:pt x="1076325" y="3590925"/>
                </a:moveTo>
                <a:lnTo>
                  <a:pt x="1095375" y="3590925"/>
                </a:lnTo>
                <a:lnTo>
                  <a:pt x="1095375" y="3600450"/>
                </a:lnTo>
                <a:lnTo>
                  <a:pt x="1076325" y="3600450"/>
                </a:lnTo>
                <a:close/>
                <a:moveTo>
                  <a:pt x="1400175" y="3590925"/>
                </a:moveTo>
                <a:lnTo>
                  <a:pt x="1419225" y="3590925"/>
                </a:lnTo>
                <a:lnTo>
                  <a:pt x="1419225" y="3619500"/>
                </a:lnTo>
                <a:lnTo>
                  <a:pt x="1428750" y="3619500"/>
                </a:lnTo>
                <a:lnTo>
                  <a:pt x="1428750" y="3629025"/>
                </a:lnTo>
                <a:lnTo>
                  <a:pt x="1409700" y="3629025"/>
                </a:lnTo>
                <a:lnTo>
                  <a:pt x="1409700" y="3609975"/>
                </a:lnTo>
                <a:lnTo>
                  <a:pt x="1371600" y="3609975"/>
                </a:lnTo>
                <a:lnTo>
                  <a:pt x="1371600" y="3600450"/>
                </a:lnTo>
                <a:lnTo>
                  <a:pt x="1400175" y="3600450"/>
                </a:lnTo>
                <a:close/>
                <a:moveTo>
                  <a:pt x="161925" y="3600450"/>
                </a:moveTo>
                <a:lnTo>
                  <a:pt x="171450" y="3600450"/>
                </a:lnTo>
                <a:lnTo>
                  <a:pt x="171450" y="3619500"/>
                </a:lnTo>
                <a:lnTo>
                  <a:pt x="161925" y="3619500"/>
                </a:lnTo>
                <a:close/>
                <a:moveTo>
                  <a:pt x="1181100" y="3600450"/>
                </a:moveTo>
                <a:lnTo>
                  <a:pt x="1190625" y="3600450"/>
                </a:lnTo>
                <a:lnTo>
                  <a:pt x="1190625" y="3609975"/>
                </a:lnTo>
                <a:lnTo>
                  <a:pt x="1181100" y="3609975"/>
                </a:lnTo>
                <a:close/>
                <a:moveTo>
                  <a:pt x="1200150" y="3600450"/>
                </a:moveTo>
                <a:lnTo>
                  <a:pt x="1209675" y="3600450"/>
                </a:lnTo>
                <a:lnTo>
                  <a:pt x="1209675" y="3609975"/>
                </a:lnTo>
                <a:lnTo>
                  <a:pt x="1200150" y="3609975"/>
                </a:lnTo>
                <a:close/>
                <a:moveTo>
                  <a:pt x="609600" y="3609975"/>
                </a:moveTo>
                <a:lnTo>
                  <a:pt x="628650" y="3609975"/>
                </a:lnTo>
                <a:lnTo>
                  <a:pt x="628650" y="3619500"/>
                </a:lnTo>
                <a:lnTo>
                  <a:pt x="609600" y="3619500"/>
                </a:lnTo>
                <a:close/>
                <a:moveTo>
                  <a:pt x="895350" y="3638550"/>
                </a:moveTo>
                <a:lnTo>
                  <a:pt x="914400" y="3638550"/>
                </a:lnTo>
                <a:lnTo>
                  <a:pt x="914400" y="3648075"/>
                </a:lnTo>
                <a:lnTo>
                  <a:pt x="895350" y="3648075"/>
                </a:lnTo>
                <a:close/>
                <a:moveTo>
                  <a:pt x="971550" y="3638550"/>
                </a:moveTo>
                <a:lnTo>
                  <a:pt x="981075" y="3638550"/>
                </a:lnTo>
                <a:lnTo>
                  <a:pt x="981075" y="3648075"/>
                </a:lnTo>
                <a:lnTo>
                  <a:pt x="971550" y="3648075"/>
                </a:lnTo>
                <a:close/>
                <a:moveTo>
                  <a:pt x="400050" y="3676650"/>
                </a:moveTo>
                <a:lnTo>
                  <a:pt x="409575" y="3676650"/>
                </a:lnTo>
                <a:lnTo>
                  <a:pt x="409575" y="3686175"/>
                </a:lnTo>
                <a:lnTo>
                  <a:pt x="400050" y="3686175"/>
                </a:lnTo>
                <a:close/>
                <a:moveTo>
                  <a:pt x="476250" y="3676650"/>
                </a:moveTo>
                <a:lnTo>
                  <a:pt x="485775" y="3676650"/>
                </a:lnTo>
                <a:lnTo>
                  <a:pt x="485775" y="3686175"/>
                </a:lnTo>
                <a:lnTo>
                  <a:pt x="476250" y="3686175"/>
                </a:lnTo>
                <a:close/>
                <a:moveTo>
                  <a:pt x="361950" y="3686175"/>
                </a:moveTo>
                <a:lnTo>
                  <a:pt x="371475" y="3686175"/>
                </a:lnTo>
                <a:lnTo>
                  <a:pt x="371475" y="3695700"/>
                </a:lnTo>
                <a:lnTo>
                  <a:pt x="361950" y="3695700"/>
                </a:lnTo>
                <a:close/>
                <a:moveTo>
                  <a:pt x="247650" y="3695700"/>
                </a:moveTo>
                <a:lnTo>
                  <a:pt x="257175" y="3695700"/>
                </a:lnTo>
                <a:lnTo>
                  <a:pt x="257175" y="3705225"/>
                </a:lnTo>
                <a:lnTo>
                  <a:pt x="247650" y="3705225"/>
                </a:lnTo>
                <a:close/>
                <a:moveTo>
                  <a:pt x="304800" y="3695700"/>
                </a:moveTo>
                <a:lnTo>
                  <a:pt x="314325" y="3695700"/>
                </a:lnTo>
                <a:lnTo>
                  <a:pt x="314325" y="3705225"/>
                </a:lnTo>
                <a:lnTo>
                  <a:pt x="304800" y="3705225"/>
                </a:lnTo>
                <a:close/>
                <a:moveTo>
                  <a:pt x="581025" y="3695700"/>
                </a:moveTo>
                <a:lnTo>
                  <a:pt x="609600" y="3695700"/>
                </a:lnTo>
                <a:lnTo>
                  <a:pt x="609600" y="3714750"/>
                </a:lnTo>
                <a:lnTo>
                  <a:pt x="619125" y="3714750"/>
                </a:lnTo>
                <a:lnTo>
                  <a:pt x="619125" y="3733800"/>
                </a:lnTo>
                <a:lnTo>
                  <a:pt x="609600" y="3733800"/>
                </a:lnTo>
                <a:lnTo>
                  <a:pt x="609600" y="3724275"/>
                </a:lnTo>
                <a:lnTo>
                  <a:pt x="600075" y="3724275"/>
                </a:lnTo>
                <a:lnTo>
                  <a:pt x="600075" y="3705225"/>
                </a:lnTo>
                <a:lnTo>
                  <a:pt x="581025" y="3705225"/>
                </a:lnTo>
                <a:close/>
                <a:moveTo>
                  <a:pt x="981075" y="3695700"/>
                </a:moveTo>
                <a:lnTo>
                  <a:pt x="1000125" y="3695700"/>
                </a:lnTo>
                <a:lnTo>
                  <a:pt x="1000125" y="3705225"/>
                </a:lnTo>
                <a:lnTo>
                  <a:pt x="981075" y="3705225"/>
                </a:lnTo>
                <a:close/>
                <a:moveTo>
                  <a:pt x="238125" y="3705225"/>
                </a:moveTo>
                <a:lnTo>
                  <a:pt x="247650" y="3705225"/>
                </a:lnTo>
                <a:lnTo>
                  <a:pt x="247650" y="3714750"/>
                </a:lnTo>
                <a:lnTo>
                  <a:pt x="238125" y="3714750"/>
                </a:lnTo>
                <a:close/>
                <a:moveTo>
                  <a:pt x="457200" y="3705225"/>
                </a:moveTo>
                <a:lnTo>
                  <a:pt x="466725" y="3705225"/>
                </a:lnTo>
                <a:lnTo>
                  <a:pt x="466725" y="3714750"/>
                </a:lnTo>
                <a:lnTo>
                  <a:pt x="514350" y="3714750"/>
                </a:lnTo>
                <a:lnTo>
                  <a:pt x="514350" y="3724275"/>
                </a:lnTo>
                <a:lnTo>
                  <a:pt x="495300" y="3724275"/>
                </a:lnTo>
                <a:lnTo>
                  <a:pt x="495300" y="3733800"/>
                </a:lnTo>
                <a:lnTo>
                  <a:pt x="476250" y="3733800"/>
                </a:lnTo>
                <a:lnTo>
                  <a:pt x="476250" y="3743325"/>
                </a:lnTo>
                <a:lnTo>
                  <a:pt x="457200" y="3743325"/>
                </a:lnTo>
                <a:lnTo>
                  <a:pt x="457200" y="3733800"/>
                </a:lnTo>
                <a:lnTo>
                  <a:pt x="466725" y="3733800"/>
                </a:lnTo>
                <a:lnTo>
                  <a:pt x="466725" y="3724275"/>
                </a:lnTo>
                <a:lnTo>
                  <a:pt x="447675" y="3724275"/>
                </a:lnTo>
                <a:lnTo>
                  <a:pt x="447675" y="3733800"/>
                </a:lnTo>
                <a:lnTo>
                  <a:pt x="438150" y="3733800"/>
                </a:lnTo>
                <a:lnTo>
                  <a:pt x="438150" y="3724275"/>
                </a:lnTo>
                <a:lnTo>
                  <a:pt x="409575" y="3724275"/>
                </a:lnTo>
                <a:lnTo>
                  <a:pt x="409575" y="3714750"/>
                </a:lnTo>
                <a:lnTo>
                  <a:pt x="457200" y="3714750"/>
                </a:lnTo>
                <a:close/>
                <a:moveTo>
                  <a:pt x="561975" y="3705225"/>
                </a:moveTo>
                <a:lnTo>
                  <a:pt x="571500" y="3705225"/>
                </a:lnTo>
                <a:lnTo>
                  <a:pt x="571500" y="3714750"/>
                </a:lnTo>
                <a:lnTo>
                  <a:pt x="561975" y="3714750"/>
                </a:lnTo>
                <a:close/>
                <a:moveTo>
                  <a:pt x="971550" y="3705225"/>
                </a:moveTo>
                <a:lnTo>
                  <a:pt x="981075" y="3705225"/>
                </a:lnTo>
                <a:lnTo>
                  <a:pt x="981075" y="3733800"/>
                </a:lnTo>
                <a:lnTo>
                  <a:pt x="952500" y="3733800"/>
                </a:lnTo>
                <a:lnTo>
                  <a:pt x="952500" y="3724275"/>
                </a:lnTo>
                <a:lnTo>
                  <a:pt x="971550" y="3724275"/>
                </a:lnTo>
                <a:close/>
                <a:moveTo>
                  <a:pt x="1057275" y="3705225"/>
                </a:moveTo>
                <a:lnTo>
                  <a:pt x="1076325" y="3705225"/>
                </a:lnTo>
                <a:lnTo>
                  <a:pt x="1076325" y="3724275"/>
                </a:lnTo>
                <a:lnTo>
                  <a:pt x="1085850" y="3724275"/>
                </a:lnTo>
                <a:lnTo>
                  <a:pt x="1085850" y="3743325"/>
                </a:lnTo>
                <a:lnTo>
                  <a:pt x="1047750" y="3743325"/>
                </a:lnTo>
                <a:lnTo>
                  <a:pt x="1047750" y="3752850"/>
                </a:lnTo>
                <a:lnTo>
                  <a:pt x="1028700" y="3752850"/>
                </a:lnTo>
                <a:lnTo>
                  <a:pt x="1028700" y="3743325"/>
                </a:lnTo>
                <a:lnTo>
                  <a:pt x="1038225" y="3743325"/>
                </a:lnTo>
                <a:lnTo>
                  <a:pt x="1038225" y="3724275"/>
                </a:lnTo>
                <a:lnTo>
                  <a:pt x="1047750" y="3724275"/>
                </a:lnTo>
                <a:lnTo>
                  <a:pt x="1047750" y="3714750"/>
                </a:lnTo>
                <a:lnTo>
                  <a:pt x="1057275" y="3714750"/>
                </a:lnTo>
                <a:close/>
                <a:moveTo>
                  <a:pt x="1123950" y="3705225"/>
                </a:moveTo>
                <a:lnTo>
                  <a:pt x="1133475" y="3705225"/>
                </a:lnTo>
                <a:lnTo>
                  <a:pt x="1133475" y="3714750"/>
                </a:lnTo>
                <a:lnTo>
                  <a:pt x="1171575" y="3714750"/>
                </a:lnTo>
                <a:lnTo>
                  <a:pt x="1171575" y="3724275"/>
                </a:lnTo>
                <a:lnTo>
                  <a:pt x="1114425" y="3724275"/>
                </a:lnTo>
                <a:lnTo>
                  <a:pt x="1114425" y="3714750"/>
                </a:lnTo>
                <a:lnTo>
                  <a:pt x="1123950" y="3714750"/>
                </a:lnTo>
                <a:close/>
                <a:moveTo>
                  <a:pt x="1266825" y="3705225"/>
                </a:moveTo>
                <a:lnTo>
                  <a:pt x="1295400" y="3705225"/>
                </a:lnTo>
                <a:lnTo>
                  <a:pt x="1295400" y="3714750"/>
                </a:lnTo>
                <a:lnTo>
                  <a:pt x="1266825" y="3714750"/>
                </a:lnTo>
                <a:close/>
                <a:moveTo>
                  <a:pt x="1390650" y="3705225"/>
                </a:moveTo>
                <a:lnTo>
                  <a:pt x="1400175" y="3705225"/>
                </a:lnTo>
                <a:lnTo>
                  <a:pt x="1400175" y="3714750"/>
                </a:lnTo>
                <a:lnTo>
                  <a:pt x="1390650" y="3714750"/>
                </a:lnTo>
                <a:close/>
                <a:moveTo>
                  <a:pt x="381000" y="3714750"/>
                </a:moveTo>
                <a:lnTo>
                  <a:pt x="390525" y="3714750"/>
                </a:lnTo>
                <a:lnTo>
                  <a:pt x="390525" y="3724275"/>
                </a:lnTo>
                <a:lnTo>
                  <a:pt x="381000" y="3724275"/>
                </a:lnTo>
                <a:close/>
                <a:moveTo>
                  <a:pt x="533400" y="3714750"/>
                </a:moveTo>
                <a:lnTo>
                  <a:pt x="552450" y="3714750"/>
                </a:lnTo>
                <a:lnTo>
                  <a:pt x="552450" y="3733800"/>
                </a:lnTo>
                <a:lnTo>
                  <a:pt x="542925" y="3733800"/>
                </a:lnTo>
                <a:lnTo>
                  <a:pt x="542925" y="3724275"/>
                </a:lnTo>
                <a:lnTo>
                  <a:pt x="533400" y="3724275"/>
                </a:lnTo>
                <a:close/>
                <a:moveTo>
                  <a:pt x="628650" y="3714750"/>
                </a:moveTo>
                <a:lnTo>
                  <a:pt x="638175" y="3714750"/>
                </a:lnTo>
                <a:lnTo>
                  <a:pt x="638175" y="3724275"/>
                </a:lnTo>
                <a:lnTo>
                  <a:pt x="628650" y="3724275"/>
                </a:lnTo>
                <a:close/>
                <a:moveTo>
                  <a:pt x="723900" y="3714750"/>
                </a:moveTo>
                <a:lnTo>
                  <a:pt x="762000" y="3714750"/>
                </a:lnTo>
                <a:lnTo>
                  <a:pt x="762000" y="3724275"/>
                </a:lnTo>
                <a:lnTo>
                  <a:pt x="723900" y="3724275"/>
                </a:lnTo>
                <a:close/>
                <a:moveTo>
                  <a:pt x="895350" y="3714750"/>
                </a:moveTo>
                <a:lnTo>
                  <a:pt x="914400" y="3714750"/>
                </a:lnTo>
                <a:lnTo>
                  <a:pt x="914400" y="3743325"/>
                </a:lnTo>
                <a:lnTo>
                  <a:pt x="904875" y="3743325"/>
                </a:lnTo>
                <a:lnTo>
                  <a:pt x="904875" y="3733800"/>
                </a:lnTo>
                <a:lnTo>
                  <a:pt x="885825" y="3733800"/>
                </a:lnTo>
                <a:lnTo>
                  <a:pt x="885825" y="3724275"/>
                </a:lnTo>
                <a:lnTo>
                  <a:pt x="895350" y="3724275"/>
                </a:lnTo>
                <a:close/>
                <a:moveTo>
                  <a:pt x="1247775" y="3714750"/>
                </a:moveTo>
                <a:lnTo>
                  <a:pt x="1257300" y="3714750"/>
                </a:lnTo>
                <a:lnTo>
                  <a:pt x="1257300" y="3724275"/>
                </a:lnTo>
                <a:lnTo>
                  <a:pt x="1247775" y="3724275"/>
                </a:lnTo>
                <a:close/>
                <a:moveTo>
                  <a:pt x="1371600" y="3714750"/>
                </a:moveTo>
                <a:lnTo>
                  <a:pt x="1390650" y="3714750"/>
                </a:lnTo>
                <a:lnTo>
                  <a:pt x="1390650" y="3724275"/>
                </a:lnTo>
                <a:lnTo>
                  <a:pt x="1371600" y="3724275"/>
                </a:lnTo>
                <a:close/>
                <a:moveTo>
                  <a:pt x="1457325" y="3714750"/>
                </a:moveTo>
                <a:lnTo>
                  <a:pt x="1466850" y="3714750"/>
                </a:lnTo>
                <a:lnTo>
                  <a:pt x="1466850" y="3724275"/>
                </a:lnTo>
                <a:lnTo>
                  <a:pt x="1457325" y="3724275"/>
                </a:lnTo>
                <a:close/>
                <a:moveTo>
                  <a:pt x="219075" y="3724275"/>
                </a:moveTo>
                <a:lnTo>
                  <a:pt x="238125" y="3724275"/>
                </a:lnTo>
                <a:lnTo>
                  <a:pt x="238125" y="3733800"/>
                </a:lnTo>
                <a:lnTo>
                  <a:pt x="219075" y="3733800"/>
                </a:lnTo>
                <a:close/>
                <a:moveTo>
                  <a:pt x="571500" y="3724275"/>
                </a:moveTo>
                <a:lnTo>
                  <a:pt x="590550" y="3724275"/>
                </a:lnTo>
                <a:lnTo>
                  <a:pt x="590550" y="3733800"/>
                </a:lnTo>
                <a:lnTo>
                  <a:pt x="571500" y="3733800"/>
                </a:lnTo>
                <a:close/>
                <a:moveTo>
                  <a:pt x="1019175" y="3724275"/>
                </a:moveTo>
                <a:lnTo>
                  <a:pt x="1028700" y="3724275"/>
                </a:lnTo>
                <a:lnTo>
                  <a:pt x="1028700" y="3733800"/>
                </a:lnTo>
                <a:lnTo>
                  <a:pt x="1019175" y="3733800"/>
                </a:lnTo>
                <a:close/>
                <a:moveTo>
                  <a:pt x="1181100" y="3724275"/>
                </a:moveTo>
                <a:lnTo>
                  <a:pt x="1190625" y="3724275"/>
                </a:lnTo>
                <a:lnTo>
                  <a:pt x="1190625" y="3733800"/>
                </a:lnTo>
                <a:lnTo>
                  <a:pt x="1181100" y="3733800"/>
                </a:lnTo>
                <a:close/>
                <a:moveTo>
                  <a:pt x="1543050" y="3724275"/>
                </a:moveTo>
                <a:lnTo>
                  <a:pt x="1552575" y="3724275"/>
                </a:lnTo>
                <a:lnTo>
                  <a:pt x="1552575" y="3743325"/>
                </a:lnTo>
                <a:lnTo>
                  <a:pt x="1543050" y="3743325"/>
                </a:lnTo>
                <a:lnTo>
                  <a:pt x="1543050" y="3752850"/>
                </a:lnTo>
                <a:lnTo>
                  <a:pt x="1533525" y="3752850"/>
                </a:lnTo>
                <a:lnTo>
                  <a:pt x="1533525" y="3771900"/>
                </a:lnTo>
                <a:lnTo>
                  <a:pt x="1514475" y="3771900"/>
                </a:lnTo>
                <a:lnTo>
                  <a:pt x="1514475" y="3781425"/>
                </a:lnTo>
                <a:lnTo>
                  <a:pt x="1485900" y="3781425"/>
                </a:lnTo>
                <a:lnTo>
                  <a:pt x="1485900" y="3771900"/>
                </a:lnTo>
                <a:lnTo>
                  <a:pt x="1504950" y="3771900"/>
                </a:lnTo>
                <a:lnTo>
                  <a:pt x="1504950" y="3762375"/>
                </a:lnTo>
                <a:lnTo>
                  <a:pt x="1476375" y="3762375"/>
                </a:lnTo>
                <a:lnTo>
                  <a:pt x="1476375" y="3771900"/>
                </a:lnTo>
                <a:lnTo>
                  <a:pt x="1457325" y="3771900"/>
                </a:lnTo>
                <a:lnTo>
                  <a:pt x="1457325" y="3762375"/>
                </a:lnTo>
                <a:lnTo>
                  <a:pt x="1466850" y="3762375"/>
                </a:lnTo>
                <a:lnTo>
                  <a:pt x="1466850" y="3752850"/>
                </a:lnTo>
                <a:lnTo>
                  <a:pt x="1476375" y="3752850"/>
                </a:lnTo>
                <a:lnTo>
                  <a:pt x="1476375" y="3743325"/>
                </a:lnTo>
                <a:lnTo>
                  <a:pt x="1485900" y="3743325"/>
                </a:lnTo>
                <a:lnTo>
                  <a:pt x="1485900" y="3752850"/>
                </a:lnTo>
                <a:lnTo>
                  <a:pt x="1495425" y="3752850"/>
                </a:lnTo>
                <a:lnTo>
                  <a:pt x="1495425" y="3743325"/>
                </a:lnTo>
                <a:lnTo>
                  <a:pt x="1504950" y="3743325"/>
                </a:lnTo>
                <a:lnTo>
                  <a:pt x="1504950" y="3752850"/>
                </a:lnTo>
                <a:lnTo>
                  <a:pt x="1514475" y="3752850"/>
                </a:lnTo>
                <a:lnTo>
                  <a:pt x="1514475" y="3743325"/>
                </a:lnTo>
                <a:lnTo>
                  <a:pt x="1524000" y="3743325"/>
                </a:lnTo>
                <a:lnTo>
                  <a:pt x="1524000" y="3733800"/>
                </a:lnTo>
                <a:lnTo>
                  <a:pt x="1543050" y="3733800"/>
                </a:lnTo>
                <a:close/>
                <a:moveTo>
                  <a:pt x="1562100" y="3733800"/>
                </a:moveTo>
                <a:lnTo>
                  <a:pt x="1581150" y="3733800"/>
                </a:lnTo>
                <a:lnTo>
                  <a:pt x="1581150" y="3743325"/>
                </a:lnTo>
                <a:lnTo>
                  <a:pt x="1571625" y="3743325"/>
                </a:lnTo>
                <a:lnTo>
                  <a:pt x="1571625" y="3752850"/>
                </a:lnTo>
                <a:lnTo>
                  <a:pt x="1552575" y="3752850"/>
                </a:lnTo>
                <a:lnTo>
                  <a:pt x="1552575" y="3743325"/>
                </a:lnTo>
                <a:lnTo>
                  <a:pt x="1562100" y="3743325"/>
                </a:lnTo>
                <a:close/>
                <a:moveTo>
                  <a:pt x="1590675" y="3733800"/>
                </a:moveTo>
                <a:lnTo>
                  <a:pt x="1600200" y="3733800"/>
                </a:lnTo>
                <a:lnTo>
                  <a:pt x="1600200" y="3743325"/>
                </a:lnTo>
                <a:lnTo>
                  <a:pt x="1590675" y="3743325"/>
                </a:lnTo>
                <a:close/>
                <a:moveTo>
                  <a:pt x="1619250" y="3733800"/>
                </a:moveTo>
                <a:lnTo>
                  <a:pt x="1628775" y="3733800"/>
                </a:lnTo>
                <a:lnTo>
                  <a:pt x="1628775" y="3743325"/>
                </a:lnTo>
                <a:lnTo>
                  <a:pt x="1619250" y="3743325"/>
                </a:lnTo>
                <a:close/>
                <a:moveTo>
                  <a:pt x="1600200" y="3743325"/>
                </a:moveTo>
                <a:lnTo>
                  <a:pt x="1609725" y="3743325"/>
                </a:lnTo>
                <a:lnTo>
                  <a:pt x="1609725" y="3752850"/>
                </a:lnTo>
                <a:lnTo>
                  <a:pt x="1600200" y="3752850"/>
                </a:lnTo>
                <a:close/>
                <a:moveTo>
                  <a:pt x="1543050" y="3752850"/>
                </a:moveTo>
                <a:lnTo>
                  <a:pt x="1552575" y="3752850"/>
                </a:lnTo>
                <a:lnTo>
                  <a:pt x="1552575" y="3771900"/>
                </a:lnTo>
                <a:lnTo>
                  <a:pt x="1543050" y="3771900"/>
                </a:lnTo>
                <a:close/>
                <a:moveTo>
                  <a:pt x="1571625" y="3752850"/>
                </a:moveTo>
                <a:lnTo>
                  <a:pt x="1600200" y="3752850"/>
                </a:lnTo>
                <a:lnTo>
                  <a:pt x="1600200" y="3762375"/>
                </a:lnTo>
                <a:lnTo>
                  <a:pt x="1571625" y="3762375"/>
                </a:lnTo>
                <a:close/>
                <a:moveTo>
                  <a:pt x="381000" y="3762375"/>
                </a:moveTo>
                <a:lnTo>
                  <a:pt x="419100" y="3762375"/>
                </a:lnTo>
                <a:lnTo>
                  <a:pt x="419100" y="3781425"/>
                </a:lnTo>
                <a:lnTo>
                  <a:pt x="381000" y="3781425"/>
                </a:lnTo>
                <a:close/>
                <a:moveTo>
                  <a:pt x="428625" y="3762375"/>
                </a:moveTo>
                <a:lnTo>
                  <a:pt x="447675" y="3762375"/>
                </a:lnTo>
                <a:lnTo>
                  <a:pt x="447675" y="3781425"/>
                </a:lnTo>
                <a:lnTo>
                  <a:pt x="428625" y="3781425"/>
                </a:lnTo>
                <a:close/>
                <a:moveTo>
                  <a:pt x="514350" y="3762375"/>
                </a:moveTo>
                <a:lnTo>
                  <a:pt x="523875" y="3762375"/>
                </a:lnTo>
                <a:lnTo>
                  <a:pt x="523875" y="3771900"/>
                </a:lnTo>
                <a:lnTo>
                  <a:pt x="514350" y="3771900"/>
                </a:lnTo>
                <a:close/>
              </a:path>
            </a:pathLst>
          </a:custGeom>
          <a:solidFill xmlns:a="http://schemas.openxmlformats.org/drawingml/2006/main">
            <a:srgbClr val="F2EFE3"/>
          </a:solidFill>
          <a:ln xmlns:a="http://schemas.openxmlformats.org/drawingml/2006/main" w="0">
            <a:noFill/>
          </a:ln>
        </p:spPr>
      </p:sp>
      <p:sp>
        <p:nvSpPr>
          <p:cNvPr id="37" name="phone4 vector #f2eee3">
            <a:extLst xmlns:a="http://schemas.openxmlformats.org/drawingml/2006/main">
              <a:ext uri="{FF2B5EF4-FFF2-40B4-BE49-F238E27FC236}">
                <a16:creationId xmlns:a16="http://schemas.microsoft.com/office/drawing/2014/main" id="{332AE8D4-14E7-47E3-BB48-53164357CF9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552825" y="1866900"/>
            <a:ext cx="2181225" cy="4581525"/>
          </a:xfrm>
          <a:custGeom xmlns:a="http://schemas.openxmlformats.org/drawingml/2006/main">
            <a:pathLst>
              <a:path w="1847850" h="3886200">
                <a:moveTo>
                  <a:pt x="1476375" y="123825"/>
                </a:moveTo>
                <a:lnTo>
                  <a:pt x="1485900" y="123825"/>
                </a:lnTo>
                <a:lnTo>
                  <a:pt x="1485900" y="142875"/>
                </a:lnTo>
                <a:lnTo>
                  <a:pt x="1457325" y="142875"/>
                </a:lnTo>
                <a:lnTo>
                  <a:pt x="1457325" y="133350"/>
                </a:lnTo>
                <a:lnTo>
                  <a:pt x="1476375" y="133350"/>
                </a:lnTo>
                <a:close/>
                <a:moveTo>
                  <a:pt x="1571625" y="133350"/>
                </a:moveTo>
                <a:lnTo>
                  <a:pt x="1581150" y="133350"/>
                </a:lnTo>
                <a:lnTo>
                  <a:pt x="1581150" y="152400"/>
                </a:lnTo>
                <a:lnTo>
                  <a:pt x="1571625" y="152400"/>
                </a:lnTo>
                <a:close/>
                <a:moveTo>
                  <a:pt x="571500" y="142875"/>
                </a:moveTo>
                <a:lnTo>
                  <a:pt x="581025" y="142875"/>
                </a:lnTo>
                <a:lnTo>
                  <a:pt x="581025" y="171450"/>
                </a:lnTo>
                <a:lnTo>
                  <a:pt x="552450" y="171450"/>
                </a:lnTo>
                <a:lnTo>
                  <a:pt x="552450" y="161925"/>
                </a:lnTo>
                <a:lnTo>
                  <a:pt x="561975" y="161925"/>
                </a:lnTo>
                <a:lnTo>
                  <a:pt x="561975" y="152400"/>
                </a:lnTo>
                <a:lnTo>
                  <a:pt x="571500" y="152400"/>
                </a:lnTo>
                <a:close/>
                <a:moveTo>
                  <a:pt x="1504950" y="152400"/>
                </a:moveTo>
                <a:lnTo>
                  <a:pt x="1514475" y="152400"/>
                </a:lnTo>
                <a:lnTo>
                  <a:pt x="1514475" y="161925"/>
                </a:lnTo>
                <a:lnTo>
                  <a:pt x="1504950" y="161925"/>
                </a:lnTo>
                <a:close/>
                <a:moveTo>
                  <a:pt x="266700" y="161925"/>
                </a:moveTo>
                <a:lnTo>
                  <a:pt x="285750" y="161925"/>
                </a:lnTo>
                <a:lnTo>
                  <a:pt x="285750" y="171450"/>
                </a:lnTo>
                <a:lnTo>
                  <a:pt x="266700" y="171450"/>
                </a:lnTo>
                <a:close/>
                <a:moveTo>
                  <a:pt x="685800" y="161925"/>
                </a:moveTo>
                <a:lnTo>
                  <a:pt x="695325" y="161925"/>
                </a:lnTo>
                <a:lnTo>
                  <a:pt x="695325" y="171450"/>
                </a:lnTo>
                <a:lnTo>
                  <a:pt x="685800" y="171450"/>
                </a:lnTo>
                <a:close/>
                <a:moveTo>
                  <a:pt x="590550" y="171450"/>
                </a:moveTo>
                <a:lnTo>
                  <a:pt x="600075" y="171450"/>
                </a:lnTo>
                <a:lnTo>
                  <a:pt x="600075" y="180975"/>
                </a:lnTo>
                <a:lnTo>
                  <a:pt x="590550" y="180975"/>
                </a:lnTo>
                <a:close/>
                <a:moveTo>
                  <a:pt x="657225" y="190500"/>
                </a:moveTo>
                <a:lnTo>
                  <a:pt x="666750" y="190500"/>
                </a:lnTo>
                <a:lnTo>
                  <a:pt x="666750" y="209550"/>
                </a:lnTo>
                <a:lnTo>
                  <a:pt x="647700" y="209550"/>
                </a:lnTo>
                <a:lnTo>
                  <a:pt x="647700" y="200025"/>
                </a:lnTo>
                <a:lnTo>
                  <a:pt x="657225" y="200025"/>
                </a:lnTo>
                <a:close/>
                <a:moveTo>
                  <a:pt x="590550" y="219075"/>
                </a:moveTo>
                <a:lnTo>
                  <a:pt x="600075" y="219075"/>
                </a:lnTo>
                <a:lnTo>
                  <a:pt x="600075" y="238125"/>
                </a:lnTo>
                <a:lnTo>
                  <a:pt x="552450" y="238125"/>
                </a:lnTo>
                <a:lnTo>
                  <a:pt x="552450" y="228600"/>
                </a:lnTo>
                <a:lnTo>
                  <a:pt x="590550" y="228600"/>
                </a:lnTo>
                <a:close/>
                <a:moveTo>
                  <a:pt x="1390650" y="228600"/>
                </a:moveTo>
                <a:lnTo>
                  <a:pt x="1400175" y="228600"/>
                </a:lnTo>
                <a:lnTo>
                  <a:pt x="1400175" y="238125"/>
                </a:lnTo>
                <a:lnTo>
                  <a:pt x="1409700" y="238125"/>
                </a:lnTo>
                <a:lnTo>
                  <a:pt x="1409700" y="247650"/>
                </a:lnTo>
                <a:lnTo>
                  <a:pt x="1390650" y="247650"/>
                </a:lnTo>
                <a:close/>
                <a:moveTo>
                  <a:pt x="504825" y="257175"/>
                </a:moveTo>
                <a:lnTo>
                  <a:pt x="514350" y="257175"/>
                </a:lnTo>
                <a:lnTo>
                  <a:pt x="514350" y="266700"/>
                </a:lnTo>
                <a:lnTo>
                  <a:pt x="504825" y="266700"/>
                </a:lnTo>
                <a:close/>
                <a:moveTo>
                  <a:pt x="619125" y="285750"/>
                </a:moveTo>
                <a:lnTo>
                  <a:pt x="628650" y="285750"/>
                </a:lnTo>
                <a:lnTo>
                  <a:pt x="628650" y="295275"/>
                </a:lnTo>
                <a:lnTo>
                  <a:pt x="619125" y="295275"/>
                </a:lnTo>
                <a:close/>
                <a:moveTo>
                  <a:pt x="552450" y="295275"/>
                </a:moveTo>
                <a:lnTo>
                  <a:pt x="561975" y="295275"/>
                </a:lnTo>
                <a:lnTo>
                  <a:pt x="561975" y="333375"/>
                </a:lnTo>
                <a:lnTo>
                  <a:pt x="552450" y="333375"/>
                </a:lnTo>
                <a:lnTo>
                  <a:pt x="552450" y="323850"/>
                </a:lnTo>
                <a:lnTo>
                  <a:pt x="542925" y="323850"/>
                </a:lnTo>
                <a:lnTo>
                  <a:pt x="542925" y="304800"/>
                </a:lnTo>
                <a:lnTo>
                  <a:pt x="552450" y="304800"/>
                </a:lnTo>
                <a:close/>
                <a:moveTo>
                  <a:pt x="571500" y="295275"/>
                </a:moveTo>
                <a:lnTo>
                  <a:pt x="590550" y="295275"/>
                </a:lnTo>
                <a:lnTo>
                  <a:pt x="590550" y="304800"/>
                </a:lnTo>
                <a:lnTo>
                  <a:pt x="609600" y="304800"/>
                </a:lnTo>
                <a:lnTo>
                  <a:pt x="609600" y="314325"/>
                </a:lnTo>
                <a:lnTo>
                  <a:pt x="600075" y="314325"/>
                </a:lnTo>
                <a:lnTo>
                  <a:pt x="600075" y="323850"/>
                </a:lnTo>
                <a:lnTo>
                  <a:pt x="609600" y="323850"/>
                </a:lnTo>
                <a:lnTo>
                  <a:pt x="609600" y="342900"/>
                </a:lnTo>
                <a:lnTo>
                  <a:pt x="600075" y="342900"/>
                </a:lnTo>
                <a:lnTo>
                  <a:pt x="600075" y="333375"/>
                </a:lnTo>
                <a:lnTo>
                  <a:pt x="581025" y="333375"/>
                </a:lnTo>
                <a:lnTo>
                  <a:pt x="581025" y="304800"/>
                </a:lnTo>
                <a:lnTo>
                  <a:pt x="571500" y="304800"/>
                </a:lnTo>
                <a:close/>
                <a:moveTo>
                  <a:pt x="1333500" y="295275"/>
                </a:moveTo>
                <a:lnTo>
                  <a:pt x="1343025" y="295275"/>
                </a:lnTo>
                <a:lnTo>
                  <a:pt x="1343025" y="304800"/>
                </a:lnTo>
                <a:lnTo>
                  <a:pt x="1333500" y="304800"/>
                </a:lnTo>
                <a:close/>
                <a:moveTo>
                  <a:pt x="390525" y="304800"/>
                </a:moveTo>
                <a:lnTo>
                  <a:pt x="419100" y="304800"/>
                </a:lnTo>
                <a:lnTo>
                  <a:pt x="419100" y="314325"/>
                </a:lnTo>
                <a:lnTo>
                  <a:pt x="390525" y="314325"/>
                </a:lnTo>
                <a:close/>
                <a:moveTo>
                  <a:pt x="1152525" y="304800"/>
                </a:moveTo>
                <a:lnTo>
                  <a:pt x="1162050" y="304800"/>
                </a:lnTo>
                <a:lnTo>
                  <a:pt x="1162050" y="314325"/>
                </a:lnTo>
                <a:lnTo>
                  <a:pt x="1152525" y="314325"/>
                </a:lnTo>
                <a:close/>
                <a:moveTo>
                  <a:pt x="1323975" y="304800"/>
                </a:moveTo>
                <a:lnTo>
                  <a:pt x="1333500" y="304800"/>
                </a:lnTo>
                <a:lnTo>
                  <a:pt x="1333500" y="314325"/>
                </a:lnTo>
                <a:lnTo>
                  <a:pt x="1323975" y="314325"/>
                </a:lnTo>
                <a:close/>
                <a:moveTo>
                  <a:pt x="476250" y="314325"/>
                </a:moveTo>
                <a:lnTo>
                  <a:pt x="485775" y="314325"/>
                </a:lnTo>
                <a:lnTo>
                  <a:pt x="485775" y="323850"/>
                </a:lnTo>
                <a:lnTo>
                  <a:pt x="476250" y="323850"/>
                </a:lnTo>
                <a:close/>
                <a:moveTo>
                  <a:pt x="495300" y="314325"/>
                </a:moveTo>
                <a:lnTo>
                  <a:pt x="504825" y="314325"/>
                </a:lnTo>
                <a:lnTo>
                  <a:pt x="504825" y="342900"/>
                </a:lnTo>
                <a:lnTo>
                  <a:pt x="495300" y="342900"/>
                </a:lnTo>
                <a:close/>
                <a:moveTo>
                  <a:pt x="876300" y="314325"/>
                </a:moveTo>
                <a:lnTo>
                  <a:pt x="962025" y="314325"/>
                </a:lnTo>
                <a:lnTo>
                  <a:pt x="962025" y="333375"/>
                </a:lnTo>
                <a:lnTo>
                  <a:pt x="923925" y="333375"/>
                </a:lnTo>
                <a:lnTo>
                  <a:pt x="923925" y="323850"/>
                </a:lnTo>
                <a:lnTo>
                  <a:pt x="895350" y="323850"/>
                </a:lnTo>
                <a:lnTo>
                  <a:pt x="895350" y="333375"/>
                </a:lnTo>
                <a:lnTo>
                  <a:pt x="876300" y="333375"/>
                </a:lnTo>
                <a:close/>
                <a:moveTo>
                  <a:pt x="1066800" y="314325"/>
                </a:moveTo>
                <a:lnTo>
                  <a:pt x="1095375" y="314325"/>
                </a:lnTo>
                <a:lnTo>
                  <a:pt x="1095375" y="323850"/>
                </a:lnTo>
                <a:lnTo>
                  <a:pt x="1114425" y="323850"/>
                </a:lnTo>
                <a:lnTo>
                  <a:pt x="1114425" y="314325"/>
                </a:lnTo>
                <a:lnTo>
                  <a:pt x="1143000" y="314325"/>
                </a:lnTo>
                <a:lnTo>
                  <a:pt x="1143000" y="323850"/>
                </a:lnTo>
                <a:lnTo>
                  <a:pt x="1114425" y="323850"/>
                </a:lnTo>
                <a:lnTo>
                  <a:pt x="1114425" y="333375"/>
                </a:lnTo>
                <a:lnTo>
                  <a:pt x="1095375" y="333375"/>
                </a:lnTo>
                <a:lnTo>
                  <a:pt x="1095375" y="342900"/>
                </a:lnTo>
                <a:lnTo>
                  <a:pt x="1057275" y="342900"/>
                </a:lnTo>
                <a:lnTo>
                  <a:pt x="1057275" y="333375"/>
                </a:lnTo>
                <a:lnTo>
                  <a:pt x="1066800" y="333375"/>
                </a:lnTo>
                <a:close/>
                <a:moveTo>
                  <a:pt x="1409700" y="314325"/>
                </a:moveTo>
                <a:lnTo>
                  <a:pt x="1428750" y="314325"/>
                </a:lnTo>
                <a:lnTo>
                  <a:pt x="1428750" y="323850"/>
                </a:lnTo>
                <a:lnTo>
                  <a:pt x="1409700" y="323850"/>
                </a:lnTo>
                <a:close/>
                <a:moveTo>
                  <a:pt x="342900" y="323850"/>
                </a:moveTo>
                <a:lnTo>
                  <a:pt x="361950" y="323850"/>
                </a:lnTo>
                <a:lnTo>
                  <a:pt x="361950" y="342900"/>
                </a:lnTo>
                <a:lnTo>
                  <a:pt x="352425" y="342900"/>
                </a:lnTo>
                <a:lnTo>
                  <a:pt x="352425" y="333375"/>
                </a:lnTo>
                <a:lnTo>
                  <a:pt x="342900" y="333375"/>
                </a:lnTo>
                <a:close/>
                <a:moveTo>
                  <a:pt x="1524000" y="323850"/>
                </a:moveTo>
                <a:lnTo>
                  <a:pt x="1533525" y="323850"/>
                </a:lnTo>
                <a:lnTo>
                  <a:pt x="1533525" y="333375"/>
                </a:lnTo>
                <a:lnTo>
                  <a:pt x="1524000" y="333375"/>
                </a:lnTo>
                <a:close/>
                <a:moveTo>
                  <a:pt x="304800" y="333375"/>
                </a:moveTo>
                <a:lnTo>
                  <a:pt x="314325" y="333375"/>
                </a:lnTo>
                <a:lnTo>
                  <a:pt x="314325" y="352425"/>
                </a:lnTo>
                <a:lnTo>
                  <a:pt x="304800" y="352425"/>
                </a:lnTo>
                <a:close/>
                <a:moveTo>
                  <a:pt x="371475" y="333375"/>
                </a:moveTo>
                <a:lnTo>
                  <a:pt x="381000" y="333375"/>
                </a:lnTo>
                <a:lnTo>
                  <a:pt x="381000" y="342900"/>
                </a:lnTo>
                <a:lnTo>
                  <a:pt x="371475" y="342900"/>
                </a:lnTo>
                <a:close/>
                <a:moveTo>
                  <a:pt x="390525" y="333375"/>
                </a:moveTo>
                <a:lnTo>
                  <a:pt x="400050" y="333375"/>
                </a:lnTo>
                <a:lnTo>
                  <a:pt x="400050" y="342900"/>
                </a:lnTo>
                <a:lnTo>
                  <a:pt x="390525" y="342900"/>
                </a:lnTo>
                <a:close/>
                <a:moveTo>
                  <a:pt x="904875" y="333375"/>
                </a:moveTo>
                <a:lnTo>
                  <a:pt x="923925" y="333375"/>
                </a:lnTo>
                <a:lnTo>
                  <a:pt x="923925" y="342900"/>
                </a:lnTo>
                <a:lnTo>
                  <a:pt x="904875" y="342900"/>
                </a:lnTo>
                <a:close/>
                <a:moveTo>
                  <a:pt x="485775" y="342900"/>
                </a:moveTo>
                <a:lnTo>
                  <a:pt x="495300" y="342900"/>
                </a:lnTo>
                <a:lnTo>
                  <a:pt x="495300" y="352425"/>
                </a:lnTo>
                <a:lnTo>
                  <a:pt x="485775" y="352425"/>
                </a:lnTo>
                <a:close/>
                <a:moveTo>
                  <a:pt x="1238250" y="342900"/>
                </a:moveTo>
                <a:lnTo>
                  <a:pt x="1257300" y="342900"/>
                </a:lnTo>
                <a:lnTo>
                  <a:pt x="1257300" y="361950"/>
                </a:lnTo>
                <a:lnTo>
                  <a:pt x="1266825" y="361950"/>
                </a:lnTo>
                <a:lnTo>
                  <a:pt x="1266825" y="381000"/>
                </a:lnTo>
                <a:lnTo>
                  <a:pt x="1276350" y="381000"/>
                </a:lnTo>
                <a:lnTo>
                  <a:pt x="1276350" y="400050"/>
                </a:lnTo>
                <a:lnTo>
                  <a:pt x="1295400" y="400050"/>
                </a:lnTo>
                <a:lnTo>
                  <a:pt x="1295400" y="428625"/>
                </a:lnTo>
                <a:lnTo>
                  <a:pt x="1285875" y="428625"/>
                </a:lnTo>
                <a:lnTo>
                  <a:pt x="1285875" y="419100"/>
                </a:lnTo>
                <a:lnTo>
                  <a:pt x="1266825" y="419100"/>
                </a:lnTo>
                <a:lnTo>
                  <a:pt x="1266825" y="409575"/>
                </a:lnTo>
                <a:lnTo>
                  <a:pt x="1247775" y="409575"/>
                </a:lnTo>
                <a:lnTo>
                  <a:pt x="1247775" y="381000"/>
                </a:lnTo>
                <a:lnTo>
                  <a:pt x="1257300" y="381000"/>
                </a:lnTo>
                <a:lnTo>
                  <a:pt x="1257300" y="371475"/>
                </a:lnTo>
                <a:lnTo>
                  <a:pt x="1238250" y="371475"/>
                </a:lnTo>
                <a:close/>
                <a:moveTo>
                  <a:pt x="314325" y="352425"/>
                </a:moveTo>
                <a:lnTo>
                  <a:pt x="323850" y="352425"/>
                </a:lnTo>
                <a:lnTo>
                  <a:pt x="323850" y="371475"/>
                </a:lnTo>
                <a:lnTo>
                  <a:pt x="333375" y="371475"/>
                </a:lnTo>
                <a:lnTo>
                  <a:pt x="333375" y="409575"/>
                </a:lnTo>
                <a:lnTo>
                  <a:pt x="323850" y="409575"/>
                </a:lnTo>
                <a:lnTo>
                  <a:pt x="323850" y="400050"/>
                </a:lnTo>
                <a:lnTo>
                  <a:pt x="314325" y="400050"/>
                </a:lnTo>
                <a:lnTo>
                  <a:pt x="314325" y="390525"/>
                </a:lnTo>
                <a:lnTo>
                  <a:pt x="304800" y="390525"/>
                </a:lnTo>
                <a:lnTo>
                  <a:pt x="304800" y="381000"/>
                </a:lnTo>
                <a:lnTo>
                  <a:pt x="285750" y="381000"/>
                </a:lnTo>
                <a:lnTo>
                  <a:pt x="285750" y="361950"/>
                </a:lnTo>
                <a:lnTo>
                  <a:pt x="295275" y="361950"/>
                </a:lnTo>
                <a:lnTo>
                  <a:pt x="295275" y="371475"/>
                </a:lnTo>
                <a:lnTo>
                  <a:pt x="304800" y="371475"/>
                </a:lnTo>
                <a:lnTo>
                  <a:pt x="304800" y="361950"/>
                </a:lnTo>
                <a:lnTo>
                  <a:pt x="314325" y="361950"/>
                </a:lnTo>
                <a:close/>
                <a:moveTo>
                  <a:pt x="400050" y="352425"/>
                </a:moveTo>
                <a:lnTo>
                  <a:pt x="447675" y="352425"/>
                </a:lnTo>
                <a:lnTo>
                  <a:pt x="447675" y="361950"/>
                </a:lnTo>
                <a:lnTo>
                  <a:pt x="438150" y="361950"/>
                </a:lnTo>
                <a:lnTo>
                  <a:pt x="438150" y="371475"/>
                </a:lnTo>
                <a:lnTo>
                  <a:pt x="447675" y="371475"/>
                </a:lnTo>
                <a:lnTo>
                  <a:pt x="447675" y="390525"/>
                </a:lnTo>
                <a:lnTo>
                  <a:pt x="428625" y="390525"/>
                </a:lnTo>
                <a:lnTo>
                  <a:pt x="428625" y="371475"/>
                </a:lnTo>
                <a:lnTo>
                  <a:pt x="400050" y="371475"/>
                </a:lnTo>
                <a:close/>
                <a:moveTo>
                  <a:pt x="1143000" y="352425"/>
                </a:moveTo>
                <a:lnTo>
                  <a:pt x="1152525" y="352425"/>
                </a:lnTo>
                <a:lnTo>
                  <a:pt x="1152525" y="390525"/>
                </a:lnTo>
                <a:lnTo>
                  <a:pt x="1133475" y="390525"/>
                </a:lnTo>
                <a:lnTo>
                  <a:pt x="1133475" y="371475"/>
                </a:lnTo>
                <a:lnTo>
                  <a:pt x="1143000" y="371475"/>
                </a:lnTo>
                <a:close/>
                <a:moveTo>
                  <a:pt x="1285875" y="352425"/>
                </a:moveTo>
                <a:lnTo>
                  <a:pt x="1295400" y="352425"/>
                </a:lnTo>
                <a:lnTo>
                  <a:pt x="1295400" y="361950"/>
                </a:lnTo>
                <a:lnTo>
                  <a:pt x="1304925" y="361950"/>
                </a:lnTo>
                <a:lnTo>
                  <a:pt x="1304925" y="371475"/>
                </a:lnTo>
                <a:lnTo>
                  <a:pt x="1285875" y="371475"/>
                </a:lnTo>
                <a:close/>
                <a:moveTo>
                  <a:pt x="1333500" y="361950"/>
                </a:moveTo>
                <a:lnTo>
                  <a:pt x="1343025" y="361950"/>
                </a:lnTo>
                <a:lnTo>
                  <a:pt x="1343025" y="381000"/>
                </a:lnTo>
                <a:lnTo>
                  <a:pt x="1333500" y="381000"/>
                </a:lnTo>
                <a:close/>
                <a:moveTo>
                  <a:pt x="352425" y="371475"/>
                </a:moveTo>
                <a:lnTo>
                  <a:pt x="361950" y="371475"/>
                </a:lnTo>
                <a:lnTo>
                  <a:pt x="361950" y="381000"/>
                </a:lnTo>
                <a:lnTo>
                  <a:pt x="352425" y="381000"/>
                </a:lnTo>
                <a:close/>
                <a:moveTo>
                  <a:pt x="361950" y="381000"/>
                </a:moveTo>
                <a:lnTo>
                  <a:pt x="381000" y="381000"/>
                </a:lnTo>
                <a:lnTo>
                  <a:pt x="381000" y="390525"/>
                </a:lnTo>
                <a:lnTo>
                  <a:pt x="361950" y="390525"/>
                </a:lnTo>
                <a:close/>
                <a:moveTo>
                  <a:pt x="923925" y="381000"/>
                </a:moveTo>
                <a:lnTo>
                  <a:pt x="933450" y="381000"/>
                </a:lnTo>
                <a:lnTo>
                  <a:pt x="933450" y="390525"/>
                </a:lnTo>
                <a:lnTo>
                  <a:pt x="923925" y="390525"/>
                </a:lnTo>
                <a:close/>
                <a:moveTo>
                  <a:pt x="952500" y="381000"/>
                </a:moveTo>
                <a:lnTo>
                  <a:pt x="971550" y="381000"/>
                </a:lnTo>
                <a:lnTo>
                  <a:pt x="971550" y="400050"/>
                </a:lnTo>
                <a:lnTo>
                  <a:pt x="942975" y="400050"/>
                </a:lnTo>
                <a:lnTo>
                  <a:pt x="942975" y="390525"/>
                </a:lnTo>
                <a:lnTo>
                  <a:pt x="952500" y="390525"/>
                </a:lnTo>
                <a:close/>
                <a:moveTo>
                  <a:pt x="504825" y="400050"/>
                </a:moveTo>
                <a:lnTo>
                  <a:pt x="523875" y="400050"/>
                </a:lnTo>
                <a:lnTo>
                  <a:pt x="523875" y="409575"/>
                </a:lnTo>
                <a:lnTo>
                  <a:pt x="504825" y="409575"/>
                </a:lnTo>
                <a:close/>
                <a:moveTo>
                  <a:pt x="561975" y="400050"/>
                </a:moveTo>
                <a:lnTo>
                  <a:pt x="571500" y="400050"/>
                </a:lnTo>
                <a:lnTo>
                  <a:pt x="571500" y="419100"/>
                </a:lnTo>
                <a:lnTo>
                  <a:pt x="561975" y="419100"/>
                </a:lnTo>
                <a:close/>
                <a:moveTo>
                  <a:pt x="1038225" y="400050"/>
                </a:moveTo>
                <a:lnTo>
                  <a:pt x="1057275" y="400050"/>
                </a:lnTo>
                <a:lnTo>
                  <a:pt x="1057275" y="409575"/>
                </a:lnTo>
                <a:lnTo>
                  <a:pt x="1038225" y="409575"/>
                </a:lnTo>
                <a:close/>
                <a:moveTo>
                  <a:pt x="1228725" y="400050"/>
                </a:moveTo>
                <a:lnTo>
                  <a:pt x="1238250" y="400050"/>
                </a:lnTo>
                <a:lnTo>
                  <a:pt x="1238250" y="419100"/>
                </a:lnTo>
                <a:lnTo>
                  <a:pt x="1228725" y="419100"/>
                </a:lnTo>
                <a:close/>
                <a:moveTo>
                  <a:pt x="1714500" y="409575"/>
                </a:moveTo>
                <a:lnTo>
                  <a:pt x="1733550" y="409575"/>
                </a:lnTo>
                <a:lnTo>
                  <a:pt x="1733550" y="428625"/>
                </a:lnTo>
                <a:lnTo>
                  <a:pt x="1724025" y="428625"/>
                </a:lnTo>
                <a:lnTo>
                  <a:pt x="1724025" y="438150"/>
                </a:lnTo>
                <a:lnTo>
                  <a:pt x="1714500" y="438150"/>
                </a:lnTo>
                <a:close/>
                <a:moveTo>
                  <a:pt x="361950" y="419100"/>
                </a:moveTo>
                <a:lnTo>
                  <a:pt x="371475" y="419100"/>
                </a:lnTo>
                <a:lnTo>
                  <a:pt x="371475" y="428625"/>
                </a:lnTo>
                <a:lnTo>
                  <a:pt x="361950" y="428625"/>
                </a:lnTo>
                <a:close/>
                <a:moveTo>
                  <a:pt x="1247775" y="419100"/>
                </a:moveTo>
                <a:lnTo>
                  <a:pt x="1257300" y="419100"/>
                </a:lnTo>
                <a:lnTo>
                  <a:pt x="1257300" y="428625"/>
                </a:lnTo>
                <a:lnTo>
                  <a:pt x="1247775" y="428625"/>
                </a:lnTo>
                <a:close/>
                <a:moveTo>
                  <a:pt x="123825" y="438150"/>
                </a:moveTo>
                <a:lnTo>
                  <a:pt x="133350" y="438150"/>
                </a:lnTo>
                <a:lnTo>
                  <a:pt x="133350" y="447675"/>
                </a:lnTo>
                <a:lnTo>
                  <a:pt x="123825" y="447675"/>
                </a:lnTo>
                <a:close/>
                <a:moveTo>
                  <a:pt x="1657350" y="438150"/>
                </a:moveTo>
                <a:lnTo>
                  <a:pt x="1666875" y="438150"/>
                </a:lnTo>
                <a:lnTo>
                  <a:pt x="1666875" y="457200"/>
                </a:lnTo>
                <a:lnTo>
                  <a:pt x="1657350" y="457200"/>
                </a:lnTo>
                <a:close/>
                <a:moveTo>
                  <a:pt x="981075" y="447675"/>
                </a:moveTo>
                <a:lnTo>
                  <a:pt x="990600" y="447675"/>
                </a:lnTo>
                <a:lnTo>
                  <a:pt x="990600" y="457200"/>
                </a:lnTo>
                <a:lnTo>
                  <a:pt x="981075" y="457200"/>
                </a:lnTo>
                <a:close/>
                <a:moveTo>
                  <a:pt x="1133475" y="447675"/>
                </a:moveTo>
                <a:lnTo>
                  <a:pt x="1143000" y="447675"/>
                </a:lnTo>
                <a:lnTo>
                  <a:pt x="1143000" y="457200"/>
                </a:lnTo>
                <a:lnTo>
                  <a:pt x="1133475" y="457200"/>
                </a:lnTo>
                <a:close/>
                <a:moveTo>
                  <a:pt x="1266825" y="447675"/>
                </a:moveTo>
                <a:lnTo>
                  <a:pt x="1285875" y="447675"/>
                </a:lnTo>
                <a:lnTo>
                  <a:pt x="1285875" y="476250"/>
                </a:lnTo>
                <a:lnTo>
                  <a:pt x="1276350" y="476250"/>
                </a:lnTo>
                <a:lnTo>
                  <a:pt x="1276350" y="457200"/>
                </a:lnTo>
                <a:lnTo>
                  <a:pt x="1266825" y="457200"/>
                </a:lnTo>
                <a:close/>
                <a:moveTo>
                  <a:pt x="1076325" y="457200"/>
                </a:moveTo>
                <a:lnTo>
                  <a:pt x="1085850" y="457200"/>
                </a:lnTo>
                <a:lnTo>
                  <a:pt x="1085850" y="466725"/>
                </a:lnTo>
                <a:lnTo>
                  <a:pt x="1076325" y="466725"/>
                </a:lnTo>
                <a:close/>
                <a:moveTo>
                  <a:pt x="123825" y="466725"/>
                </a:moveTo>
                <a:lnTo>
                  <a:pt x="152400" y="466725"/>
                </a:lnTo>
                <a:lnTo>
                  <a:pt x="152400" y="485775"/>
                </a:lnTo>
                <a:lnTo>
                  <a:pt x="123825" y="485775"/>
                </a:lnTo>
                <a:close/>
                <a:moveTo>
                  <a:pt x="1333500" y="466725"/>
                </a:moveTo>
                <a:lnTo>
                  <a:pt x="1343025" y="466725"/>
                </a:lnTo>
                <a:lnTo>
                  <a:pt x="1343025" y="476250"/>
                </a:lnTo>
                <a:lnTo>
                  <a:pt x="1333500" y="476250"/>
                </a:lnTo>
                <a:close/>
                <a:moveTo>
                  <a:pt x="1485900" y="466725"/>
                </a:moveTo>
                <a:lnTo>
                  <a:pt x="1495425" y="466725"/>
                </a:lnTo>
                <a:lnTo>
                  <a:pt x="1495425" y="476250"/>
                </a:lnTo>
                <a:lnTo>
                  <a:pt x="1485900" y="476250"/>
                </a:lnTo>
                <a:close/>
                <a:moveTo>
                  <a:pt x="1095375" y="476250"/>
                </a:moveTo>
                <a:lnTo>
                  <a:pt x="1104900" y="476250"/>
                </a:lnTo>
                <a:lnTo>
                  <a:pt x="1104900" y="504825"/>
                </a:lnTo>
                <a:lnTo>
                  <a:pt x="1095375" y="504825"/>
                </a:lnTo>
                <a:lnTo>
                  <a:pt x="1095375" y="495300"/>
                </a:lnTo>
                <a:lnTo>
                  <a:pt x="1085850" y="495300"/>
                </a:lnTo>
                <a:lnTo>
                  <a:pt x="1085850" y="485775"/>
                </a:lnTo>
                <a:lnTo>
                  <a:pt x="1095375" y="485775"/>
                </a:lnTo>
                <a:close/>
                <a:moveTo>
                  <a:pt x="1143000" y="476250"/>
                </a:moveTo>
                <a:lnTo>
                  <a:pt x="1152525" y="476250"/>
                </a:lnTo>
                <a:lnTo>
                  <a:pt x="1152525" y="485775"/>
                </a:lnTo>
                <a:lnTo>
                  <a:pt x="1162050" y="485775"/>
                </a:lnTo>
                <a:lnTo>
                  <a:pt x="1162050" y="495300"/>
                </a:lnTo>
                <a:lnTo>
                  <a:pt x="1143000" y="495300"/>
                </a:lnTo>
                <a:lnTo>
                  <a:pt x="1143000" y="514350"/>
                </a:lnTo>
                <a:lnTo>
                  <a:pt x="1133475" y="514350"/>
                </a:lnTo>
                <a:lnTo>
                  <a:pt x="1133475" y="523875"/>
                </a:lnTo>
                <a:lnTo>
                  <a:pt x="1123950" y="523875"/>
                </a:lnTo>
                <a:lnTo>
                  <a:pt x="1123950" y="533400"/>
                </a:lnTo>
                <a:lnTo>
                  <a:pt x="1104900" y="533400"/>
                </a:lnTo>
                <a:lnTo>
                  <a:pt x="1104900" y="542925"/>
                </a:lnTo>
                <a:lnTo>
                  <a:pt x="1095375" y="542925"/>
                </a:lnTo>
                <a:lnTo>
                  <a:pt x="1095375" y="533400"/>
                </a:lnTo>
                <a:lnTo>
                  <a:pt x="1085850" y="533400"/>
                </a:lnTo>
                <a:lnTo>
                  <a:pt x="1085850" y="523875"/>
                </a:lnTo>
                <a:lnTo>
                  <a:pt x="1104900" y="523875"/>
                </a:lnTo>
                <a:lnTo>
                  <a:pt x="1104900" y="514350"/>
                </a:lnTo>
                <a:lnTo>
                  <a:pt x="1114425" y="514350"/>
                </a:lnTo>
                <a:lnTo>
                  <a:pt x="1114425" y="504825"/>
                </a:lnTo>
                <a:lnTo>
                  <a:pt x="1133475" y="504825"/>
                </a:lnTo>
                <a:lnTo>
                  <a:pt x="1133475" y="485775"/>
                </a:lnTo>
                <a:lnTo>
                  <a:pt x="1143000" y="485775"/>
                </a:lnTo>
                <a:close/>
                <a:moveTo>
                  <a:pt x="1200150" y="495300"/>
                </a:moveTo>
                <a:lnTo>
                  <a:pt x="1219200" y="495300"/>
                </a:lnTo>
                <a:lnTo>
                  <a:pt x="1219200" y="504825"/>
                </a:lnTo>
                <a:lnTo>
                  <a:pt x="1200150" y="504825"/>
                </a:lnTo>
                <a:close/>
                <a:moveTo>
                  <a:pt x="1276350" y="495300"/>
                </a:moveTo>
                <a:lnTo>
                  <a:pt x="1295400" y="495300"/>
                </a:lnTo>
                <a:lnTo>
                  <a:pt x="1295400" y="504825"/>
                </a:lnTo>
                <a:lnTo>
                  <a:pt x="1285875" y="504825"/>
                </a:lnTo>
                <a:lnTo>
                  <a:pt x="1285875" y="514350"/>
                </a:lnTo>
                <a:lnTo>
                  <a:pt x="1295400" y="514350"/>
                </a:lnTo>
                <a:lnTo>
                  <a:pt x="1295400" y="523875"/>
                </a:lnTo>
                <a:lnTo>
                  <a:pt x="1266825" y="523875"/>
                </a:lnTo>
                <a:lnTo>
                  <a:pt x="1266825" y="533400"/>
                </a:lnTo>
                <a:lnTo>
                  <a:pt x="1257300" y="533400"/>
                </a:lnTo>
                <a:lnTo>
                  <a:pt x="1257300" y="514350"/>
                </a:lnTo>
                <a:lnTo>
                  <a:pt x="1276350" y="514350"/>
                </a:lnTo>
                <a:close/>
                <a:moveTo>
                  <a:pt x="123825" y="504825"/>
                </a:moveTo>
                <a:lnTo>
                  <a:pt x="142875" y="504825"/>
                </a:lnTo>
                <a:lnTo>
                  <a:pt x="142875" y="514350"/>
                </a:lnTo>
                <a:lnTo>
                  <a:pt x="123825" y="514350"/>
                </a:lnTo>
                <a:close/>
                <a:moveTo>
                  <a:pt x="114300" y="514350"/>
                </a:moveTo>
                <a:lnTo>
                  <a:pt x="123825" y="514350"/>
                </a:lnTo>
                <a:lnTo>
                  <a:pt x="123825" y="523875"/>
                </a:lnTo>
                <a:lnTo>
                  <a:pt x="114300" y="523875"/>
                </a:lnTo>
                <a:close/>
                <a:moveTo>
                  <a:pt x="885825" y="514350"/>
                </a:moveTo>
                <a:lnTo>
                  <a:pt x="914400" y="514350"/>
                </a:lnTo>
                <a:lnTo>
                  <a:pt x="914400" y="552450"/>
                </a:lnTo>
                <a:lnTo>
                  <a:pt x="904875" y="552450"/>
                </a:lnTo>
                <a:lnTo>
                  <a:pt x="904875" y="533400"/>
                </a:lnTo>
                <a:lnTo>
                  <a:pt x="895350" y="533400"/>
                </a:lnTo>
                <a:lnTo>
                  <a:pt x="895350" y="542925"/>
                </a:lnTo>
                <a:lnTo>
                  <a:pt x="885825" y="542925"/>
                </a:lnTo>
                <a:lnTo>
                  <a:pt x="885825" y="533400"/>
                </a:lnTo>
                <a:lnTo>
                  <a:pt x="876300" y="533400"/>
                </a:lnTo>
                <a:lnTo>
                  <a:pt x="876300" y="542925"/>
                </a:lnTo>
                <a:lnTo>
                  <a:pt x="866775" y="542925"/>
                </a:lnTo>
                <a:lnTo>
                  <a:pt x="866775" y="523875"/>
                </a:lnTo>
                <a:lnTo>
                  <a:pt x="885825" y="523875"/>
                </a:lnTo>
                <a:close/>
                <a:moveTo>
                  <a:pt x="1524000" y="514350"/>
                </a:moveTo>
                <a:lnTo>
                  <a:pt x="1552575" y="514350"/>
                </a:lnTo>
                <a:lnTo>
                  <a:pt x="1552575" y="542925"/>
                </a:lnTo>
                <a:lnTo>
                  <a:pt x="1533525" y="542925"/>
                </a:lnTo>
                <a:lnTo>
                  <a:pt x="1533525" y="561975"/>
                </a:lnTo>
                <a:lnTo>
                  <a:pt x="1514475" y="561975"/>
                </a:lnTo>
                <a:lnTo>
                  <a:pt x="1514475" y="552450"/>
                </a:lnTo>
                <a:lnTo>
                  <a:pt x="1504950" y="552450"/>
                </a:lnTo>
                <a:lnTo>
                  <a:pt x="1504950" y="533400"/>
                </a:lnTo>
                <a:lnTo>
                  <a:pt x="1524000" y="533400"/>
                </a:lnTo>
                <a:close/>
                <a:moveTo>
                  <a:pt x="1581150" y="514350"/>
                </a:moveTo>
                <a:lnTo>
                  <a:pt x="1590675" y="514350"/>
                </a:lnTo>
                <a:lnTo>
                  <a:pt x="1590675" y="523875"/>
                </a:lnTo>
                <a:lnTo>
                  <a:pt x="1628775" y="523875"/>
                </a:lnTo>
                <a:lnTo>
                  <a:pt x="1628775" y="552450"/>
                </a:lnTo>
                <a:lnTo>
                  <a:pt x="1619250" y="552450"/>
                </a:lnTo>
                <a:lnTo>
                  <a:pt x="1619250" y="542925"/>
                </a:lnTo>
                <a:lnTo>
                  <a:pt x="1609725" y="542925"/>
                </a:lnTo>
                <a:lnTo>
                  <a:pt x="1609725" y="552450"/>
                </a:lnTo>
                <a:lnTo>
                  <a:pt x="1600200" y="552450"/>
                </a:lnTo>
                <a:lnTo>
                  <a:pt x="1600200" y="533400"/>
                </a:lnTo>
                <a:lnTo>
                  <a:pt x="1581150" y="533400"/>
                </a:lnTo>
                <a:close/>
                <a:moveTo>
                  <a:pt x="1724025" y="514350"/>
                </a:moveTo>
                <a:lnTo>
                  <a:pt x="1733550" y="514350"/>
                </a:lnTo>
                <a:lnTo>
                  <a:pt x="1733550" y="533400"/>
                </a:lnTo>
                <a:lnTo>
                  <a:pt x="1724025" y="533400"/>
                </a:lnTo>
                <a:close/>
                <a:moveTo>
                  <a:pt x="847725" y="523875"/>
                </a:moveTo>
                <a:lnTo>
                  <a:pt x="857250" y="523875"/>
                </a:lnTo>
                <a:lnTo>
                  <a:pt x="857250" y="533400"/>
                </a:lnTo>
                <a:lnTo>
                  <a:pt x="847725" y="533400"/>
                </a:lnTo>
                <a:close/>
                <a:moveTo>
                  <a:pt x="942975" y="523875"/>
                </a:moveTo>
                <a:lnTo>
                  <a:pt x="990600" y="523875"/>
                </a:lnTo>
                <a:lnTo>
                  <a:pt x="990600" y="542925"/>
                </a:lnTo>
                <a:lnTo>
                  <a:pt x="942975" y="542925"/>
                </a:lnTo>
                <a:close/>
                <a:moveTo>
                  <a:pt x="1028700" y="523875"/>
                </a:moveTo>
                <a:lnTo>
                  <a:pt x="1066800" y="523875"/>
                </a:lnTo>
                <a:lnTo>
                  <a:pt x="1066800" y="542925"/>
                </a:lnTo>
                <a:lnTo>
                  <a:pt x="1057275" y="542925"/>
                </a:lnTo>
                <a:lnTo>
                  <a:pt x="1057275" y="552450"/>
                </a:lnTo>
                <a:lnTo>
                  <a:pt x="1038225" y="552450"/>
                </a:lnTo>
                <a:lnTo>
                  <a:pt x="1038225" y="542925"/>
                </a:lnTo>
                <a:lnTo>
                  <a:pt x="1028700" y="542925"/>
                </a:lnTo>
                <a:close/>
                <a:moveTo>
                  <a:pt x="1562100" y="533400"/>
                </a:moveTo>
                <a:lnTo>
                  <a:pt x="1571625" y="533400"/>
                </a:lnTo>
                <a:lnTo>
                  <a:pt x="1571625" y="542925"/>
                </a:lnTo>
                <a:lnTo>
                  <a:pt x="1562100" y="542925"/>
                </a:lnTo>
                <a:close/>
                <a:moveTo>
                  <a:pt x="1685925" y="533400"/>
                </a:moveTo>
                <a:lnTo>
                  <a:pt x="1704975" y="533400"/>
                </a:lnTo>
                <a:lnTo>
                  <a:pt x="1704975" y="542925"/>
                </a:lnTo>
                <a:lnTo>
                  <a:pt x="1695450" y="542925"/>
                </a:lnTo>
                <a:lnTo>
                  <a:pt x="1695450" y="552450"/>
                </a:lnTo>
                <a:lnTo>
                  <a:pt x="1685925" y="552450"/>
                </a:lnTo>
                <a:close/>
                <a:moveTo>
                  <a:pt x="180975" y="542925"/>
                </a:moveTo>
                <a:lnTo>
                  <a:pt x="190500" y="542925"/>
                </a:lnTo>
                <a:lnTo>
                  <a:pt x="190500" y="552450"/>
                </a:lnTo>
                <a:lnTo>
                  <a:pt x="180975" y="552450"/>
                </a:lnTo>
                <a:close/>
                <a:moveTo>
                  <a:pt x="742950" y="542925"/>
                </a:moveTo>
                <a:lnTo>
                  <a:pt x="752475" y="542925"/>
                </a:lnTo>
                <a:lnTo>
                  <a:pt x="752475" y="552450"/>
                </a:lnTo>
                <a:lnTo>
                  <a:pt x="742950" y="552450"/>
                </a:lnTo>
                <a:close/>
                <a:moveTo>
                  <a:pt x="1714500" y="542925"/>
                </a:moveTo>
                <a:lnTo>
                  <a:pt x="1724025" y="542925"/>
                </a:lnTo>
                <a:lnTo>
                  <a:pt x="1724025" y="552450"/>
                </a:lnTo>
                <a:lnTo>
                  <a:pt x="1714500" y="552450"/>
                </a:lnTo>
                <a:close/>
                <a:moveTo>
                  <a:pt x="1733550" y="552450"/>
                </a:moveTo>
                <a:lnTo>
                  <a:pt x="1743075" y="552450"/>
                </a:lnTo>
                <a:lnTo>
                  <a:pt x="1743075" y="600075"/>
                </a:lnTo>
                <a:lnTo>
                  <a:pt x="1733550" y="600075"/>
                </a:lnTo>
                <a:lnTo>
                  <a:pt x="1733550" y="609600"/>
                </a:lnTo>
                <a:lnTo>
                  <a:pt x="1714500" y="609600"/>
                </a:lnTo>
                <a:lnTo>
                  <a:pt x="1714500" y="590550"/>
                </a:lnTo>
                <a:lnTo>
                  <a:pt x="1733550" y="590550"/>
                </a:lnTo>
                <a:close/>
                <a:moveTo>
                  <a:pt x="180975" y="561975"/>
                </a:moveTo>
                <a:lnTo>
                  <a:pt x="190500" y="561975"/>
                </a:lnTo>
                <a:lnTo>
                  <a:pt x="190500" y="581025"/>
                </a:lnTo>
                <a:lnTo>
                  <a:pt x="180975" y="581025"/>
                </a:lnTo>
                <a:close/>
                <a:moveTo>
                  <a:pt x="752475" y="590550"/>
                </a:moveTo>
                <a:lnTo>
                  <a:pt x="762000" y="590550"/>
                </a:lnTo>
                <a:lnTo>
                  <a:pt x="762000" y="600075"/>
                </a:lnTo>
                <a:lnTo>
                  <a:pt x="752475" y="600075"/>
                </a:lnTo>
                <a:close/>
                <a:moveTo>
                  <a:pt x="914400" y="590550"/>
                </a:moveTo>
                <a:lnTo>
                  <a:pt x="942975" y="590550"/>
                </a:lnTo>
                <a:lnTo>
                  <a:pt x="942975" y="600075"/>
                </a:lnTo>
                <a:lnTo>
                  <a:pt x="914400" y="600075"/>
                </a:lnTo>
                <a:close/>
                <a:moveTo>
                  <a:pt x="1733550" y="609600"/>
                </a:moveTo>
                <a:lnTo>
                  <a:pt x="1743075" y="609600"/>
                </a:lnTo>
                <a:lnTo>
                  <a:pt x="1743075" y="619125"/>
                </a:lnTo>
                <a:lnTo>
                  <a:pt x="1733550" y="619125"/>
                </a:lnTo>
                <a:close/>
                <a:moveTo>
                  <a:pt x="438150" y="619125"/>
                </a:moveTo>
                <a:lnTo>
                  <a:pt x="447675" y="619125"/>
                </a:lnTo>
                <a:lnTo>
                  <a:pt x="447675" y="628650"/>
                </a:lnTo>
                <a:lnTo>
                  <a:pt x="457200" y="628650"/>
                </a:lnTo>
                <a:lnTo>
                  <a:pt x="457200" y="638175"/>
                </a:lnTo>
                <a:lnTo>
                  <a:pt x="428625" y="638175"/>
                </a:lnTo>
                <a:lnTo>
                  <a:pt x="428625" y="628650"/>
                </a:lnTo>
                <a:lnTo>
                  <a:pt x="438150" y="628650"/>
                </a:lnTo>
                <a:close/>
                <a:moveTo>
                  <a:pt x="133350" y="638175"/>
                </a:moveTo>
                <a:lnTo>
                  <a:pt x="142875" y="638175"/>
                </a:lnTo>
                <a:lnTo>
                  <a:pt x="142875" y="657225"/>
                </a:lnTo>
                <a:lnTo>
                  <a:pt x="123825" y="657225"/>
                </a:lnTo>
                <a:lnTo>
                  <a:pt x="123825" y="647700"/>
                </a:lnTo>
                <a:lnTo>
                  <a:pt x="133350" y="647700"/>
                </a:lnTo>
                <a:close/>
                <a:moveTo>
                  <a:pt x="466725" y="676275"/>
                </a:moveTo>
                <a:lnTo>
                  <a:pt x="476250" y="676275"/>
                </a:lnTo>
                <a:lnTo>
                  <a:pt x="476250" y="685800"/>
                </a:lnTo>
                <a:lnTo>
                  <a:pt x="466725" y="685800"/>
                </a:lnTo>
                <a:close/>
                <a:moveTo>
                  <a:pt x="581025" y="676275"/>
                </a:moveTo>
                <a:lnTo>
                  <a:pt x="600075" y="676275"/>
                </a:lnTo>
                <a:lnTo>
                  <a:pt x="600075" y="685800"/>
                </a:lnTo>
                <a:lnTo>
                  <a:pt x="581025" y="685800"/>
                </a:lnTo>
                <a:close/>
                <a:moveTo>
                  <a:pt x="438150" y="685800"/>
                </a:moveTo>
                <a:lnTo>
                  <a:pt x="457200" y="685800"/>
                </a:lnTo>
                <a:lnTo>
                  <a:pt x="457200" y="704850"/>
                </a:lnTo>
                <a:lnTo>
                  <a:pt x="438150" y="704850"/>
                </a:lnTo>
                <a:close/>
                <a:moveTo>
                  <a:pt x="523875" y="704850"/>
                </a:moveTo>
                <a:lnTo>
                  <a:pt x="533400" y="704850"/>
                </a:lnTo>
                <a:lnTo>
                  <a:pt x="533400" y="714375"/>
                </a:lnTo>
                <a:lnTo>
                  <a:pt x="523875" y="714375"/>
                </a:lnTo>
                <a:close/>
                <a:moveTo>
                  <a:pt x="552450" y="704850"/>
                </a:moveTo>
                <a:lnTo>
                  <a:pt x="561975" y="704850"/>
                </a:lnTo>
                <a:lnTo>
                  <a:pt x="561975" y="714375"/>
                </a:lnTo>
                <a:lnTo>
                  <a:pt x="590550" y="714375"/>
                </a:lnTo>
                <a:lnTo>
                  <a:pt x="590550" y="723900"/>
                </a:lnTo>
                <a:lnTo>
                  <a:pt x="571500" y="723900"/>
                </a:lnTo>
                <a:lnTo>
                  <a:pt x="571500" y="733425"/>
                </a:lnTo>
                <a:lnTo>
                  <a:pt x="552450" y="733425"/>
                </a:lnTo>
                <a:close/>
                <a:moveTo>
                  <a:pt x="1381125" y="704850"/>
                </a:moveTo>
                <a:lnTo>
                  <a:pt x="1409700" y="704850"/>
                </a:lnTo>
                <a:lnTo>
                  <a:pt x="1409700" y="714375"/>
                </a:lnTo>
                <a:lnTo>
                  <a:pt x="1381125" y="714375"/>
                </a:lnTo>
                <a:close/>
                <a:moveTo>
                  <a:pt x="771525" y="723900"/>
                </a:moveTo>
                <a:lnTo>
                  <a:pt x="781050" y="723900"/>
                </a:lnTo>
                <a:lnTo>
                  <a:pt x="781050" y="733425"/>
                </a:lnTo>
                <a:lnTo>
                  <a:pt x="771525" y="733425"/>
                </a:lnTo>
                <a:close/>
                <a:moveTo>
                  <a:pt x="1219200" y="733425"/>
                </a:moveTo>
                <a:lnTo>
                  <a:pt x="1247775" y="733425"/>
                </a:lnTo>
                <a:lnTo>
                  <a:pt x="1247775" y="752475"/>
                </a:lnTo>
                <a:lnTo>
                  <a:pt x="1238250" y="752475"/>
                </a:lnTo>
                <a:lnTo>
                  <a:pt x="1238250" y="762000"/>
                </a:lnTo>
                <a:lnTo>
                  <a:pt x="1228725" y="762000"/>
                </a:lnTo>
                <a:lnTo>
                  <a:pt x="1228725" y="771525"/>
                </a:lnTo>
                <a:lnTo>
                  <a:pt x="1219200" y="771525"/>
                </a:lnTo>
                <a:lnTo>
                  <a:pt x="1219200" y="762000"/>
                </a:lnTo>
                <a:lnTo>
                  <a:pt x="1209675" y="762000"/>
                </a:lnTo>
                <a:lnTo>
                  <a:pt x="1209675" y="742950"/>
                </a:lnTo>
                <a:lnTo>
                  <a:pt x="1219200" y="742950"/>
                </a:lnTo>
                <a:close/>
                <a:moveTo>
                  <a:pt x="1362075" y="733425"/>
                </a:moveTo>
                <a:lnTo>
                  <a:pt x="1381125" y="733425"/>
                </a:lnTo>
                <a:lnTo>
                  <a:pt x="1381125" y="762000"/>
                </a:lnTo>
                <a:lnTo>
                  <a:pt x="1352550" y="762000"/>
                </a:lnTo>
                <a:lnTo>
                  <a:pt x="1352550" y="752475"/>
                </a:lnTo>
                <a:lnTo>
                  <a:pt x="1362075" y="752475"/>
                </a:lnTo>
                <a:close/>
                <a:moveTo>
                  <a:pt x="1228725" y="781050"/>
                </a:moveTo>
                <a:lnTo>
                  <a:pt x="1238250" y="781050"/>
                </a:lnTo>
                <a:lnTo>
                  <a:pt x="1238250" y="790575"/>
                </a:lnTo>
                <a:lnTo>
                  <a:pt x="1228725" y="790575"/>
                </a:lnTo>
                <a:close/>
                <a:moveTo>
                  <a:pt x="1314450" y="790575"/>
                </a:moveTo>
                <a:lnTo>
                  <a:pt x="1343025" y="790575"/>
                </a:lnTo>
                <a:lnTo>
                  <a:pt x="1343025" y="800100"/>
                </a:lnTo>
                <a:lnTo>
                  <a:pt x="1323975" y="800100"/>
                </a:lnTo>
                <a:lnTo>
                  <a:pt x="1323975" y="809625"/>
                </a:lnTo>
                <a:lnTo>
                  <a:pt x="1333500" y="809625"/>
                </a:lnTo>
                <a:lnTo>
                  <a:pt x="1333500" y="819150"/>
                </a:lnTo>
                <a:lnTo>
                  <a:pt x="1295400" y="819150"/>
                </a:lnTo>
                <a:lnTo>
                  <a:pt x="1295400" y="809625"/>
                </a:lnTo>
                <a:lnTo>
                  <a:pt x="1314450" y="809625"/>
                </a:lnTo>
                <a:close/>
                <a:moveTo>
                  <a:pt x="295275" y="800100"/>
                </a:moveTo>
                <a:lnTo>
                  <a:pt x="304800" y="800100"/>
                </a:lnTo>
                <a:lnTo>
                  <a:pt x="304800" y="819150"/>
                </a:lnTo>
                <a:lnTo>
                  <a:pt x="295275" y="819150"/>
                </a:lnTo>
                <a:lnTo>
                  <a:pt x="295275" y="828675"/>
                </a:lnTo>
                <a:lnTo>
                  <a:pt x="285750" y="828675"/>
                </a:lnTo>
                <a:lnTo>
                  <a:pt x="285750" y="809625"/>
                </a:lnTo>
                <a:lnTo>
                  <a:pt x="295275" y="809625"/>
                </a:lnTo>
                <a:close/>
                <a:moveTo>
                  <a:pt x="342900" y="800100"/>
                </a:moveTo>
                <a:lnTo>
                  <a:pt x="352425" y="800100"/>
                </a:lnTo>
                <a:lnTo>
                  <a:pt x="352425" y="809625"/>
                </a:lnTo>
                <a:lnTo>
                  <a:pt x="361950" y="809625"/>
                </a:lnTo>
                <a:lnTo>
                  <a:pt x="361950" y="819150"/>
                </a:lnTo>
                <a:lnTo>
                  <a:pt x="333375" y="819150"/>
                </a:lnTo>
                <a:lnTo>
                  <a:pt x="333375" y="809625"/>
                </a:lnTo>
                <a:lnTo>
                  <a:pt x="342900" y="809625"/>
                </a:lnTo>
                <a:close/>
                <a:moveTo>
                  <a:pt x="447675" y="800100"/>
                </a:moveTo>
                <a:lnTo>
                  <a:pt x="466725" y="800100"/>
                </a:lnTo>
                <a:lnTo>
                  <a:pt x="466725" y="809625"/>
                </a:lnTo>
                <a:lnTo>
                  <a:pt x="447675" y="809625"/>
                </a:lnTo>
                <a:close/>
                <a:moveTo>
                  <a:pt x="523875" y="800100"/>
                </a:moveTo>
                <a:lnTo>
                  <a:pt x="542925" y="800100"/>
                </a:lnTo>
                <a:lnTo>
                  <a:pt x="542925" y="809625"/>
                </a:lnTo>
                <a:lnTo>
                  <a:pt x="523875" y="809625"/>
                </a:lnTo>
                <a:close/>
                <a:moveTo>
                  <a:pt x="209550" y="809625"/>
                </a:moveTo>
                <a:lnTo>
                  <a:pt x="219075" y="809625"/>
                </a:lnTo>
                <a:lnTo>
                  <a:pt x="219075" y="819150"/>
                </a:lnTo>
                <a:lnTo>
                  <a:pt x="209550" y="819150"/>
                </a:lnTo>
                <a:close/>
                <a:moveTo>
                  <a:pt x="390525" y="809625"/>
                </a:moveTo>
                <a:lnTo>
                  <a:pt x="409575" y="809625"/>
                </a:lnTo>
                <a:lnTo>
                  <a:pt x="409575" y="828675"/>
                </a:lnTo>
                <a:lnTo>
                  <a:pt x="390525" y="828675"/>
                </a:lnTo>
                <a:close/>
                <a:moveTo>
                  <a:pt x="771525" y="809625"/>
                </a:moveTo>
                <a:lnTo>
                  <a:pt x="781050" y="809625"/>
                </a:lnTo>
                <a:lnTo>
                  <a:pt x="781050" y="819150"/>
                </a:lnTo>
                <a:lnTo>
                  <a:pt x="771525" y="819150"/>
                </a:lnTo>
                <a:close/>
                <a:moveTo>
                  <a:pt x="628650" y="819150"/>
                </a:moveTo>
                <a:lnTo>
                  <a:pt x="638175" y="819150"/>
                </a:lnTo>
                <a:lnTo>
                  <a:pt x="638175" y="828675"/>
                </a:lnTo>
                <a:lnTo>
                  <a:pt x="628650" y="828675"/>
                </a:lnTo>
                <a:close/>
                <a:moveTo>
                  <a:pt x="847725" y="838200"/>
                </a:moveTo>
                <a:lnTo>
                  <a:pt x="857250" y="838200"/>
                </a:lnTo>
                <a:lnTo>
                  <a:pt x="857250" y="847725"/>
                </a:lnTo>
                <a:lnTo>
                  <a:pt x="847725" y="847725"/>
                </a:lnTo>
                <a:close/>
                <a:moveTo>
                  <a:pt x="942975" y="838200"/>
                </a:moveTo>
                <a:lnTo>
                  <a:pt x="1028700" y="838200"/>
                </a:lnTo>
                <a:lnTo>
                  <a:pt x="1028700" y="847725"/>
                </a:lnTo>
                <a:lnTo>
                  <a:pt x="952500" y="847725"/>
                </a:lnTo>
                <a:lnTo>
                  <a:pt x="952500" y="857250"/>
                </a:lnTo>
                <a:lnTo>
                  <a:pt x="942975" y="857250"/>
                </a:lnTo>
                <a:close/>
                <a:moveTo>
                  <a:pt x="1095375" y="838200"/>
                </a:moveTo>
                <a:lnTo>
                  <a:pt x="1133475" y="838200"/>
                </a:lnTo>
                <a:lnTo>
                  <a:pt x="1133475" y="847725"/>
                </a:lnTo>
                <a:lnTo>
                  <a:pt x="1114425" y="847725"/>
                </a:lnTo>
                <a:lnTo>
                  <a:pt x="1114425" y="857250"/>
                </a:lnTo>
                <a:lnTo>
                  <a:pt x="1123950" y="857250"/>
                </a:lnTo>
                <a:lnTo>
                  <a:pt x="1123950" y="866775"/>
                </a:lnTo>
                <a:lnTo>
                  <a:pt x="1104900" y="866775"/>
                </a:lnTo>
                <a:lnTo>
                  <a:pt x="1104900" y="847725"/>
                </a:lnTo>
                <a:lnTo>
                  <a:pt x="1095375" y="847725"/>
                </a:lnTo>
                <a:close/>
                <a:moveTo>
                  <a:pt x="1143000" y="838200"/>
                </a:moveTo>
                <a:lnTo>
                  <a:pt x="1152525" y="838200"/>
                </a:lnTo>
                <a:lnTo>
                  <a:pt x="1152525" y="847725"/>
                </a:lnTo>
                <a:lnTo>
                  <a:pt x="1143000" y="847725"/>
                </a:lnTo>
                <a:close/>
                <a:moveTo>
                  <a:pt x="1190625" y="838200"/>
                </a:moveTo>
                <a:lnTo>
                  <a:pt x="1209675" y="838200"/>
                </a:lnTo>
                <a:lnTo>
                  <a:pt x="1209675" y="847725"/>
                </a:lnTo>
                <a:lnTo>
                  <a:pt x="1190625" y="847725"/>
                </a:lnTo>
                <a:close/>
                <a:moveTo>
                  <a:pt x="1238250" y="838200"/>
                </a:moveTo>
                <a:lnTo>
                  <a:pt x="1266825" y="838200"/>
                </a:lnTo>
                <a:lnTo>
                  <a:pt x="1266825" y="847725"/>
                </a:lnTo>
                <a:lnTo>
                  <a:pt x="1238250" y="847725"/>
                </a:lnTo>
                <a:close/>
                <a:moveTo>
                  <a:pt x="1333500" y="838200"/>
                </a:moveTo>
                <a:lnTo>
                  <a:pt x="1343025" y="838200"/>
                </a:lnTo>
                <a:lnTo>
                  <a:pt x="1343025" y="847725"/>
                </a:lnTo>
                <a:lnTo>
                  <a:pt x="1333500" y="847725"/>
                </a:lnTo>
                <a:close/>
                <a:moveTo>
                  <a:pt x="1209675" y="847725"/>
                </a:moveTo>
                <a:lnTo>
                  <a:pt x="1219200" y="847725"/>
                </a:lnTo>
                <a:lnTo>
                  <a:pt x="1219200" y="857250"/>
                </a:lnTo>
                <a:lnTo>
                  <a:pt x="1209675" y="857250"/>
                </a:lnTo>
                <a:close/>
                <a:moveTo>
                  <a:pt x="895350" y="857250"/>
                </a:moveTo>
                <a:lnTo>
                  <a:pt x="923925" y="857250"/>
                </a:lnTo>
                <a:lnTo>
                  <a:pt x="923925" y="866775"/>
                </a:lnTo>
                <a:lnTo>
                  <a:pt x="914400" y="866775"/>
                </a:lnTo>
                <a:lnTo>
                  <a:pt x="914400" y="876300"/>
                </a:lnTo>
                <a:lnTo>
                  <a:pt x="885825" y="876300"/>
                </a:lnTo>
                <a:lnTo>
                  <a:pt x="885825" y="866775"/>
                </a:lnTo>
                <a:lnTo>
                  <a:pt x="895350" y="866775"/>
                </a:lnTo>
                <a:close/>
                <a:moveTo>
                  <a:pt x="933450" y="866775"/>
                </a:moveTo>
                <a:lnTo>
                  <a:pt x="962025" y="866775"/>
                </a:lnTo>
                <a:lnTo>
                  <a:pt x="962025" y="885825"/>
                </a:lnTo>
                <a:lnTo>
                  <a:pt x="952500" y="885825"/>
                </a:lnTo>
                <a:lnTo>
                  <a:pt x="952500" y="876300"/>
                </a:lnTo>
                <a:lnTo>
                  <a:pt x="933450" y="876300"/>
                </a:lnTo>
                <a:close/>
                <a:moveTo>
                  <a:pt x="762000" y="885825"/>
                </a:moveTo>
                <a:lnTo>
                  <a:pt x="771525" y="885825"/>
                </a:lnTo>
                <a:lnTo>
                  <a:pt x="771525" y="895350"/>
                </a:lnTo>
                <a:lnTo>
                  <a:pt x="762000" y="895350"/>
                </a:lnTo>
                <a:close/>
                <a:moveTo>
                  <a:pt x="1695450" y="885825"/>
                </a:moveTo>
                <a:lnTo>
                  <a:pt x="1704975" y="885825"/>
                </a:lnTo>
                <a:lnTo>
                  <a:pt x="1704975" y="895350"/>
                </a:lnTo>
                <a:lnTo>
                  <a:pt x="1695450" y="895350"/>
                </a:lnTo>
                <a:close/>
                <a:moveTo>
                  <a:pt x="247650" y="904875"/>
                </a:moveTo>
                <a:lnTo>
                  <a:pt x="266700" y="904875"/>
                </a:lnTo>
                <a:lnTo>
                  <a:pt x="266700" y="914400"/>
                </a:lnTo>
                <a:lnTo>
                  <a:pt x="247650" y="914400"/>
                </a:lnTo>
                <a:close/>
                <a:moveTo>
                  <a:pt x="361950" y="904875"/>
                </a:moveTo>
                <a:lnTo>
                  <a:pt x="381000" y="904875"/>
                </a:lnTo>
                <a:lnTo>
                  <a:pt x="381000" y="914400"/>
                </a:lnTo>
                <a:lnTo>
                  <a:pt x="361950" y="914400"/>
                </a:lnTo>
                <a:close/>
                <a:moveTo>
                  <a:pt x="781050" y="904875"/>
                </a:moveTo>
                <a:lnTo>
                  <a:pt x="790575" y="904875"/>
                </a:lnTo>
                <a:lnTo>
                  <a:pt x="790575" y="914400"/>
                </a:lnTo>
                <a:lnTo>
                  <a:pt x="781050" y="914400"/>
                </a:lnTo>
                <a:close/>
                <a:moveTo>
                  <a:pt x="295275" y="914400"/>
                </a:moveTo>
                <a:lnTo>
                  <a:pt x="314325" y="914400"/>
                </a:lnTo>
                <a:lnTo>
                  <a:pt x="314325" y="923925"/>
                </a:lnTo>
                <a:lnTo>
                  <a:pt x="295275" y="923925"/>
                </a:lnTo>
                <a:close/>
                <a:moveTo>
                  <a:pt x="533400" y="914400"/>
                </a:moveTo>
                <a:lnTo>
                  <a:pt x="552450" y="914400"/>
                </a:lnTo>
                <a:lnTo>
                  <a:pt x="552450" y="923925"/>
                </a:lnTo>
                <a:lnTo>
                  <a:pt x="533400" y="923925"/>
                </a:lnTo>
                <a:close/>
                <a:moveTo>
                  <a:pt x="590550" y="914400"/>
                </a:moveTo>
                <a:lnTo>
                  <a:pt x="600075" y="914400"/>
                </a:lnTo>
                <a:lnTo>
                  <a:pt x="600075" y="923925"/>
                </a:lnTo>
                <a:lnTo>
                  <a:pt x="590550" y="923925"/>
                </a:lnTo>
                <a:close/>
                <a:moveTo>
                  <a:pt x="952500" y="914400"/>
                </a:moveTo>
                <a:lnTo>
                  <a:pt x="971550" y="914400"/>
                </a:lnTo>
                <a:lnTo>
                  <a:pt x="971550" y="923925"/>
                </a:lnTo>
                <a:lnTo>
                  <a:pt x="952500" y="923925"/>
                </a:lnTo>
                <a:close/>
                <a:moveTo>
                  <a:pt x="247650" y="923925"/>
                </a:moveTo>
                <a:lnTo>
                  <a:pt x="266700" y="923925"/>
                </a:lnTo>
                <a:lnTo>
                  <a:pt x="266700" y="933450"/>
                </a:lnTo>
                <a:lnTo>
                  <a:pt x="247650" y="933450"/>
                </a:lnTo>
                <a:close/>
                <a:moveTo>
                  <a:pt x="352425" y="923925"/>
                </a:moveTo>
                <a:lnTo>
                  <a:pt x="371475" y="923925"/>
                </a:lnTo>
                <a:lnTo>
                  <a:pt x="371475" y="933450"/>
                </a:lnTo>
                <a:lnTo>
                  <a:pt x="352425" y="933450"/>
                </a:lnTo>
                <a:close/>
                <a:moveTo>
                  <a:pt x="200025" y="971550"/>
                </a:moveTo>
                <a:lnTo>
                  <a:pt x="219075" y="971550"/>
                </a:lnTo>
                <a:lnTo>
                  <a:pt x="219075" y="990600"/>
                </a:lnTo>
                <a:lnTo>
                  <a:pt x="209550" y="990600"/>
                </a:lnTo>
                <a:lnTo>
                  <a:pt x="209550" y="981075"/>
                </a:lnTo>
                <a:lnTo>
                  <a:pt x="200025" y="981075"/>
                </a:lnTo>
                <a:close/>
                <a:moveTo>
                  <a:pt x="1647825" y="971550"/>
                </a:moveTo>
                <a:lnTo>
                  <a:pt x="1676400" y="971550"/>
                </a:lnTo>
                <a:lnTo>
                  <a:pt x="1676400" y="1000125"/>
                </a:lnTo>
                <a:lnTo>
                  <a:pt x="1657350" y="1000125"/>
                </a:lnTo>
                <a:lnTo>
                  <a:pt x="1657350" y="990600"/>
                </a:lnTo>
                <a:lnTo>
                  <a:pt x="1647825" y="990600"/>
                </a:lnTo>
                <a:close/>
                <a:moveTo>
                  <a:pt x="123825" y="981075"/>
                </a:moveTo>
                <a:lnTo>
                  <a:pt x="133350" y="981075"/>
                </a:lnTo>
                <a:lnTo>
                  <a:pt x="133350" y="1009650"/>
                </a:lnTo>
                <a:lnTo>
                  <a:pt x="123825" y="1009650"/>
                </a:lnTo>
                <a:close/>
                <a:moveTo>
                  <a:pt x="142875" y="981075"/>
                </a:moveTo>
                <a:lnTo>
                  <a:pt x="152400" y="981075"/>
                </a:lnTo>
                <a:lnTo>
                  <a:pt x="152400" y="1019175"/>
                </a:lnTo>
                <a:lnTo>
                  <a:pt x="161925" y="1019175"/>
                </a:lnTo>
                <a:lnTo>
                  <a:pt x="161925" y="1038225"/>
                </a:lnTo>
                <a:lnTo>
                  <a:pt x="142875" y="1038225"/>
                </a:lnTo>
                <a:lnTo>
                  <a:pt x="142875" y="1066800"/>
                </a:lnTo>
                <a:lnTo>
                  <a:pt x="123825" y="1066800"/>
                </a:lnTo>
                <a:lnTo>
                  <a:pt x="123825" y="1057275"/>
                </a:lnTo>
                <a:lnTo>
                  <a:pt x="133350" y="1057275"/>
                </a:lnTo>
                <a:lnTo>
                  <a:pt x="133350" y="1047750"/>
                </a:lnTo>
                <a:lnTo>
                  <a:pt x="123825" y="1047750"/>
                </a:lnTo>
                <a:lnTo>
                  <a:pt x="123825" y="1028700"/>
                </a:lnTo>
                <a:lnTo>
                  <a:pt x="142875" y="1028700"/>
                </a:lnTo>
                <a:close/>
                <a:moveTo>
                  <a:pt x="247650" y="1009650"/>
                </a:moveTo>
                <a:lnTo>
                  <a:pt x="276225" y="1009650"/>
                </a:lnTo>
                <a:lnTo>
                  <a:pt x="276225" y="1019175"/>
                </a:lnTo>
                <a:lnTo>
                  <a:pt x="257175" y="1019175"/>
                </a:lnTo>
                <a:lnTo>
                  <a:pt x="257175" y="1028700"/>
                </a:lnTo>
                <a:lnTo>
                  <a:pt x="247650" y="1028700"/>
                </a:lnTo>
                <a:close/>
                <a:moveTo>
                  <a:pt x="876300" y="1009650"/>
                </a:moveTo>
                <a:lnTo>
                  <a:pt x="885825" y="1009650"/>
                </a:lnTo>
                <a:lnTo>
                  <a:pt x="885825" y="1019175"/>
                </a:lnTo>
                <a:lnTo>
                  <a:pt x="876300" y="1019175"/>
                </a:lnTo>
                <a:close/>
                <a:moveTo>
                  <a:pt x="942975" y="1028700"/>
                </a:moveTo>
                <a:lnTo>
                  <a:pt x="952500" y="1028700"/>
                </a:lnTo>
                <a:lnTo>
                  <a:pt x="952500" y="1038225"/>
                </a:lnTo>
                <a:lnTo>
                  <a:pt x="942975" y="1038225"/>
                </a:lnTo>
                <a:close/>
                <a:moveTo>
                  <a:pt x="847725" y="1038225"/>
                </a:moveTo>
                <a:lnTo>
                  <a:pt x="857250" y="1038225"/>
                </a:lnTo>
                <a:lnTo>
                  <a:pt x="857250" y="1047750"/>
                </a:lnTo>
                <a:lnTo>
                  <a:pt x="847725" y="1047750"/>
                </a:lnTo>
                <a:close/>
                <a:moveTo>
                  <a:pt x="790575" y="1047750"/>
                </a:moveTo>
                <a:lnTo>
                  <a:pt x="800100" y="1047750"/>
                </a:lnTo>
                <a:lnTo>
                  <a:pt x="800100" y="1057275"/>
                </a:lnTo>
                <a:lnTo>
                  <a:pt x="790575" y="1057275"/>
                </a:lnTo>
                <a:close/>
                <a:moveTo>
                  <a:pt x="866775" y="1047750"/>
                </a:moveTo>
                <a:lnTo>
                  <a:pt x="876300" y="1047750"/>
                </a:lnTo>
                <a:lnTo>
                  <a:pt x="876300" y="1057275"/>
                </a:lnTo>
                <a:lnTo>
                  <a:pt x="866775" y="1057275"/>
                </a:lnTo>
                <a:close/>
                <a:moveTo>
                  <a:pt x="790575" y="1066800"/>
                </a:moveTo>
                <a:lnTo>
                  <a:pt x="819150" y="1066800"/>
                </a:lnTo>
                <a:lnTo>
                  <a:pt x="819150" y="1076325"/>
                </a:lnTo>
                <a:lnTo>
                  <a:pt x="790575" y="1076325"/>
                </a:lnTo>
                <a:close/>
                <a:moveTo>
                  <a:pt x="1495425" y="1066800"/>
                </a:moveTo>
                <a:lnTo>
                  <a:pt x="1504950" y="1066800"/>
                </a:lnTo>
                <a:lnTo>
                  <a:pt x="1504950" y="1076325"/>
                </a:lnTo>
                <a:lnTo>
                  <a:pt x="1495425" y="1076325"/>
                </a:lnTo>
                <a:close/>
                <a:moveTo>
                  <a:pt x="1590675" y="1066800"/>
                </a:moveTo>
                <a:lnTo>
                  <a:pt x="1600200" y="1066800"/>
                </a:lnTo>
                <a:lnTo>
                  <a:pt x="1600200" y="1076325"/>
                </a:lnTo>
                <a:lnTo>
                  <a:pt x="1590675" y="1076325"/>
                </a:lnTo>
                <a:close/>
                <a:moveTo>
                  <a:pt x="1619250" y="1066800"/>
                </a:moveTo>
                <a:lnTo>
                  <a:pt x="1628775" y="1066800"/>
                </a:lnTo>
                <a:lnTo>
                  <a:pt x="1628775" y="1076325"/>
                </a:lnTo>
                <a:lnTo>
                  <a:pt x="1619250" y="1076325"/>
                </a:lnTo>
                <a:close/>
                <a:moveTo>
                  <a:pt x="542925" y="1076325"/>
                </a:moveTo>
                <a:lnTo>
                  <a:pt x="571500" y="1076325"/>
                </a:lnTo>
                <a:lnTo>
                  <a:pt x="571500" y="1085850"/>
                </a:lnTo>
                <a:lnTo>
                  <a:pt x="542925" y="1085850"/>
                </a:lnTo>
                <a:close/>
                <a:moveTo>
                  <a:pt x="619125" y="1076325"/>
                </a:moveTo>
                <a:lnTo>
                  <a:pt x="628650" y="1076325"/>
                </a:lnTo>
                <a:lnTo>
                  <a:pt x="628650" y="1085850"/>
                </a:lnTo>
                <a:lnTo>
                  <a:pt x="619125" y="1085850"/>
                </a:lnTo>
                <a:close/>
                <a:moveTo>
                  <a:pt x="904875" y="1076325"/>
                </a:moveTo>
                <a:lnTo>
                  <a:pt x="933450" y="1076325"/>
                </a:lnTo>
                <a:lnTo>
                  <a:pt x="933450" y="1085850"/>
                </a:lnTo>
                <a:lnTo>
                  <a:pt x="904875" y="1085850"/>
                </a:lnTo>
                <a:close/>
                <a:moveTo>
                  <a:pt x="971550" y="1076325"/>
                </a:moveTo>
                <a:lnTo>
                  <a:pt x="981075" y="1076325"/>
                </a:lnTo>
                <a:lnTo>
                  <a:pt x="981075" y="1085850"/>
                </a:lnTo>
                <a:lnTo>
                  <a:pt x="971550" y="1085850"/>
                </a:lnTo>
                <a:close/>
                <a:moveTo>
                  <a:pt x="990600" y="1076325"/>
                </a:moveTo>
                <a:lnTo>
                  <a:pt x="1000125" y="1076325"/>
                </a:lnTo>
                <a:lnTo>
                  <a:pt x="1000125" y="1085850"/>
                </a:lnTo>
                <a:lnTo>
                  <a:pt x="990600" y="1085850"/>
                </a:lnTo>
                <a:close/>
                <a:moveTo>
                  <a:pt x="1295400" y="1076325"/>
                </a:moveTo>
                <a:lnTo>
                  <a:pt x="1304925" y="1076325"/>
                </a:lnTo>
                <a:lnTo>
                  <a:pt x="1304925" y="1085850"/>
                </a:lnTo>
                <a:lnTo>
                  <a:pt x="1295400" y="1085850"/>
                </a:lnTo>
                <a:close/>
                <a:moveTo>
                  <a:pt x="1428750" y="1076325"/>
                </a:moveTo>
                <a:lnTo>
                  <a:pt x="1447800" y="1076325"/>
                </a:lnTo>
                <a:lnTo>
                  <a:pt x="1447800" y="1085850"/>
                </a:lnTo>
                <a:lnTo>
                  <a:pt x="1428750" y="1085850"/>
                </a:lnTo>
                <a:close/>
                <a:moveTo>
                  <a:pt x="1533525" y="1076325"/>
                </a:moveTo>
                <a:lnTo>
                  <a:pt x="1543050" y="1076325"/>
                </a:lnTo>
                <a:lnTo>
                  <a:pt x="1543050" y="1085850"/>
                </a:lnTo>
                <a:lnTo>
                  <a:pt x="1533525" y="1085850"/>
                </a:lnTo>
                <a:close/>
                <a:moveTo>
                  <a:pt x="742950" y="1104900"/>
                </a:moveTo>
                <a:lnTo>
                  <a:pt x="752475" y="1104900"/>
                </a:lnTo>
                <a:lnTo>
                  <a:pt x="752475" y="1114425"/>
                </a:lnTo>
                <a:lnTo>
                  <a:pt x="742950" y="1114425"/>
                </a:lnTo>
                <a:close/>
                <a:moveTo>
                  <a:pt x="895350" y="1104900"/>
                </a:moveTo>
                <a:lnTo>
                  <a:pt x="904875" y="1104900"/>
                </a:lnTo>
                <a:lnTo>
                  <a:pt x="904875" y="1114425"/>
                </a:lnTo>
                <a:lnTo>
                  <a:pt x="895350" y="1114425"/>
                </a:lnTo>
                <a:close/>
                <a:moveTo>
                  <a:pt x="1209675" y="1104900"/>
                </a:moveTo>
                <a:lnTo>
                  <a:pt x="1219200" y="1104900"/>
                </a:lnTo>
                <a:lnTo>
                  <a:pt x="1219200" y="1114425"/>
                </a:lnTo>
                <a:lnTo>
                  <a:pt x="1209675" y="1114425"/>
                </a:lnTo>
                <a:close/>
                <a:moveTo>
                  <a:pt x="1428750" y="1104900"/>
                </a:moveTo>
                <a:lnTo>
                  <a:pt x="1438275" y="1104900"/>
                </a:lnTo>
                <a:lnTo>
                  <a:pt x="1438275" y="1114425"/>
                </a:lnTo>
                <a:lnTo>
                  <a:pt x="1428750" y="1114425"/>
                </a:lnTo>
                <a:close/>
                <a:moveTo>
                  <a:pt x="1581150" y="1104900"/>
                </a:moveTo>
                <a:lnTo>
                  <a:pt x="1590675" y="1104900"/>
                </a:lnTo>
                <a:lnTo>
                  <a:pt x="1590675" y="1114425"/>
                </a:lnTo>
                <a:lnTo>
                  <a:pt x="1581150" y="1114425"/>
                </a:lnTo>
                <a:close/>
                <a:moveTo>
                  <a:pt x="1028700" y="1114425"/>
                </a:moveTo>
                <a:lnTo>
                  <a:pt x="1047750" y="1114425"/>
                </a:lnTo>
                <a:lnTo>
                  <a:pt x="1047750" y="1123950"/>
                </a:lnTo>
                <a:lnTo>
                  <a:pt x="1057275" y="1123950"/>
                </a:lnTo>
                <a:lnTo>
                  <a:pt x="1057275" y="1133475"/>
                </a:lnTo>
                <a:lnTo>
                  <a:pt x="1038225" y="1133475"/>
                </a:lnTo>
                <a:lnTo>
                  <a:pt x="1038225" y="1123950"/>
                </a:lnTo>
                <a:lnTo>
                  <a:pt x="1028700" y="1123950"/>
                </a:lnTo>
                <a:close/>
                <a:moveTo>
                  <a:pt x="1504950" y="1114425"/>
                </a:moveTo>
                <a:lnTo>
                  <a:pt x="1533525" y="1114425"/>
                </a:lnTo>
                <a:lnTo>
                  <a:pt x="1533525" y="1123950"/>
                </a:lnTo>
                <a:lnTo>
                  <a:pt x="1514475" y="1123950"/>
                </a:lnTo>
                <a:lnTo>
                  <a:pt x="1514475" y="1133475"/>
                </a:lnTo>
                <a:lnTo>
                  <a:pt x="1495425" y="1133475"/>
                </a:lnTo>
                <a:lnTo>
                  <a:pt x="1495425" y="1123950"/>
                </a:lnTo>
                <a:lnTo>
                  <a:pt x="1504950" y="1123950"/>
                </a:lnTo>
                <a:close/>
                <a:moveTo>
                  <a:pt x="733425" y="1123950"/>
                </a:moveTo>
                <a:lnTo>
                  <a:pt x="752475" y="1123950"/>
                </a:lnTo>
                <a:lnTo>
                  <a:pt x="752475" y="1133475"/>
                </a:lnTo>
                <a:lnTo>
                  <a:pt x="733425" y="1133475"/>
                </a:lnTo>
                <a:close/>
                <a:moveTo>
                  <a:pt x="847725" y="1123950"/>
                </a:moveTo>
                <a:lnTo>
                  <a:pt x="866775" y="1123950"/>
                </a:lnTo>
                <a:lnTo>
                  <a:pt x="866775" y="1133475"/>
                </a:lnTo>
                <a:lnTo>
                  <a:pt x="847725" y="1133475"/>
                </a:lnTo>
                <a:close/>
                <a:moveTo>
                  <a:pt x="885825" y="1123950"/>
                </a:moveTo>
                <a:lnTo>
                  <a:pt x="904875" y="1123950"/>
                </a:lnTo>
                <a:lnTo>
                  <a:pt x="904875" y="1133475"/>
                </a:lnTo>
                <a:lnTo>
                  <a:pt x="885825" y="1133475"/>
                </a:lnTo>
                <a:close/>
                <a:moveTo>
                  <a:pt x="1352550" y="1123950"/>
                </a:moveTo>
                <a:lnTo>
                  <a:pt x="1371600" y="1123950"/>
                </a:lnTo>
                <a:lnTo>
                  <a:pt x="1371600" y="1133475"/>
                </a:lnTo>
                <a:lnTo>
                  <a:pt x="1352550" y="1133475"/>
                </a:lnTo>
                <a:close/>
                <a:moveTo>
                  <a:pt x="1428750" y="1123950"/>
                </a:moveTo>
                <a:lnTo>
                  <a:pt x="1447800" y="1123950"/>
                </a:lnTo>
                <a:lnTo>
                  <a:pt x="1447800" y="1133475"/>
                </a:lnTo>
                <a:lnTo>
                  <a:pt x="1428750" y="1133475"/>
                </a:lnTo>
                <a:close/>
                <a:moveTo>
                  <a:pt x="1571625" y="1123950"/>
                </a:moveTo>
                <a:lnTo>
                  <a:pt x="1590675" y="1123950"/>
                </a:lnTo>
                <a:lnTo>
                  <a:pt x="1590675" y="1133475"/>
                </a:lnTo>
                <a:lnTo>
                  <a:pt x="1571625" y="1133475"/>
                </a:lnTo>
                <a:close/>
                <a:moveTo>
                  <a:pt x="1724025" y="1143000"/>
                </a:moveTo>
                <a:lnTo>
                  <a:pt x="1743075" y="1143000"/>
                </a:lnTo>
                <a:lnTo>
                  <a:pt x="1743075" y="1152525"/>
                </a:lnTo>
                <a:lnTo>
                  <a:pt x="1724025" y="1152525"/>
                </a:lnTo>
                <a:close/>
                <a:moveTo>
                  <a:pt x="142875" y="1266825"/>
                </a:moveTo>
                <a:lnTo>
                  <a:pt x="152400" y="1266825"/>
                </a:lnTo>
                <a:lnTo>
                  <a:pt x="152400" y="1276350"/>
                </a:lnTo>
                <a:lnTo>
                  <a:pt x="142875" y="1276350"/>
                </a:lnTo>
                <a:close/>
                <a:moveTo>
                  <a:pt x="1685925" y="1266825"/>
                </a:moveTo>
                <a:lnTo>
                  <a:pt x="1695450" y="1266825"/>
                </a:lnTo>
                <a:lnTo>
                  <a:pt x="1695450" y="1276350"/>
                </a:lnTo>
                <a:lnTo>
                  <a:pt x="1704975" y="1276350"/>
                </a:lnTo>
                <a:lnTo>
                  <a:pt x="1704975" y="1266825"/>
                </a:lnTo>
                <a:lnTo>
                  <a:pt x="1714500" y="1266825"/>
                </a:lnTo>
                <a:lnTo>
                  <a:pt x="1714500" y="1276350"/>
                </a:lnTo>
                <a:lnTo>
                  <a:pt x="1704975" y="1276350"/>
                </a:lnTo>
                <a:lnTo>
                  <a:pt x="1704975" y="1285875"/>
                </a:lnTo>
                <a:lnTo>
                  <a:pt x="1685925" y="1285875"/>
                </a:lnTo>
                <a:close/>
                <a:moveTo>
                  <a:pt x="123825" y="1295400"/>
                </a:moveTo>
                <a:lnTo>
                  <a:pt x="161925" y="1295400"/>
                </a:lnTo>
                <a:lnTo>
                  <a:pt x="161925" y="1323975"/>
                </a:lnTo>
                <a:lnTo>
                  <a:pt x="152400" y="1323975"/>
                </a:lnTo>
                <a:lnTo>
                  <a:pt x="152400" y="1304925"/>
                </a:lnTo>
                <a:lnTo>
                  <a:pt x="142875" y="1304925"/>
                </a:lnTo>
                <a:lnTo>
                  <a:pt x="142875" y="1333500"/>
                </a:lnTo>
                <a:lnTo>
                  <a:pt x="133350" y="1333500"/>
                </a:lnTo>
                <a:lnTo>
                  <a:pt x="133350" y="1304925"/>
                </a:lnTo>
                <a:lnTo>
                  <a:pt x="123825" y="1304925"/>
                </a:lnTo>
                <a:close/>
                <a:moveTo>
                  <a:pt x="114300" y="1304925"/>
                </a:moveTo>
                <a:lnTo>
                  <a:pt x="123825" y="1304925"/>
                </a:lnTo>
                <a:lnTo>
                  <a:pt x="123825" y="1333500"/>
                </a:lnTo>
                <a:lnTo>
                  <a:pt x="114300" y="1333500"/>
                </a:lnTo>
                <a:close/>
                <a:moveTo>
                  <a:pt x="200025" y="1323975"/>
                </a:moveTo>
                <a:lnTo>
                  <a:pt x="209550" y="1323975"/>
                </a:lnTo>
                <a:lnTo>
                  <a:pt x="209550" y="1343025"/>
                </a:lnTo>
                <a:lnTo>
                  <a:pt x="200025" y="1343025"/>
                </a:lnTo>
                <a:close/>
                <a:moveTo>
                  <a:pt x="142875" y="1343025"/>
                </a:moveTo>
                <a:lnTo>
                  <a:pt x="152400" y="1343025"/>
                </a:lnTo>
                <a:lnTo>
                  <a:pt x="152400" y="1352550"/>
                </a:lnTo>
                <a:lnTo>
                  <a:pt x="142875" y="1352550"/>
                </a:lnTo>
                <a:close/>
                <a:moveTo>
                  <a:pt x="180975" y="1352550"/>
                </a:moveTo>
                <a:lnTo>
                  <a:pt x="200025" y="1352550"/>
                </a:lnTo>
                <a:lnTo>
                  <a:pt x="200025" y="1362075"/>
                </a:lnTo>
                <a:lnTo>
                  <a:pt x="180975" y="1362075"/>
                </a:lnTo>
                <a:close/>
                <a:moveTo>
                  <a:pt x="457200" y="1352550"/>
                </a:moveTo>
                <a:lnTo>
                  <a:pt x="466725" y="1352550"/>
                </a:lnTo>
                <a:lnTo>
                  <a:pt x="466725" y="1362075"/>
                </a:lnTo>
                <a:lnTo>
                  <a:pt x="457200" y="1362075"/>
                </a:lnTo>
                <a:close/>
                <a:moveTo>
                  <a:pt x="914400" y="1352550"/>
                </a:moveTo>
                <a:lnTo>
                  <a:pt x="933450" y="1352550"/>
                </a:lnTo>
                <a:lnTo>
                  <a:pt x="933450" y="1362075"/>
                </a:lnTo>
                <a:lnTo>
                  <a:pt x="942975" y="1362075"/>
                </a:lnTo>
                <a:lnTo>
                  <a:pt x="942975" y="1371600"/>
                </a:lnTo>
                <a:lnTo>
                  <a:pt x="952500" y="1371600"/>
                </a:lnTo>
                <a:lnTo>
                  <a:pt x="952500" y="1362075"/>
                </a:lnTo>
                <a:lnTo>
                  <a:pt x="990600" y="1362075"/>
                </a:lnTo>
                <a:lnTo>
                  <a:pt x="990600" y="1371600"/>
                </a:lnTo>
                <a:lnTo>
                  <a:pt x="1009650" y="1371600"/>
                </a:lnTo>
                <a:lnTo>
                  <a:pt x="1009650" y="1362075"/>
                </a:lnTo>
                <a:lnTo>
                  <a:pt x="1019175" y="1362075"/>
                </a:lnTo>
                <a:lnTo>
                  <a:pt x="1019175" y="1371600"/>
                </a:lnTo>
                <a:lnTo>
                  <a:pt x="1009650" y="1371600"/>
                </a:lnTo>
                <a:lnTo>
                  <a:pt x="1009650" y="1381125"/>
                </a:lnTo>
                <a:lnTo>
                  <a:pt x="981075" y="1381125"/>
                </a:lnTo>
                <a:lnTo>
                  <a:pt x="981075" y="1371600"/>
                </a:lnTo>
                <a:lnTo>
                  <a:pt x="952500" y="1371600"/>
                </a:lnTo>
                <a:lnTo>
                  <a:pt x="952500" y="1381125"/>
                </a:lnTo>
                <a:lnTo>
                  <a:pt x="923925" y="1381125"/>
                </a:lnTo>
                <a:lnTo>
                  <a:pt x="923925" y="1371600"/>
                </a:lnTo>
                <a:lnTo>
                  <a:pt x="914400" y="1371600"/>
                </a:lnTo>
                <a:close/>
                <a:moveTo>
                  <a:pt x="1419225" y="1352550"/>
                </a:moveTo>
                <a:lnTo>
                  <a:pt x="1447800" y="1352550"/>
                </a:lnTo>
                <a:lnTo>
                  <a:pt x="1447800" y="1362075"/>
                </a:lnTo>
                <a:lnTo>
                  <a:pt x="1419225" y="1362075"/>
                </a:lnTo>
                <a:close/>
                <a:moveTo>
                  <a:pt x="400050" y="1362075"/>
                </a:moveTo>
                <a:lnTo>
                  <a:pt x="409575" y="1362075"/>
                </a:lnTo>
                <a:lnTo>
                  <a:pt x="409575" y="1371600"/>
                </a:lnTo>
                <a:lnTo>
                  <a:pt x="400050" y="1371600"/>
                </a:lnTo>
                <a:close/>
                <a:moveTo>
                  <a:pt x="771525" y="1362075"/>
                </a:moveTo>
                <a:lnTo>
                  <a:pt x="781050" y="1362075"/>
                </a:lnTo>
                <a:lnTo>
                  <a:pt x="781050" y="1371600"/>
                </a:lnTo>
                <a:lnTo>
                  <a:pt x="771525" y="1371600"/>
                </a:lnTo>
                <a:close/>
                <a:moveTo>
                  <a:pt x="809625" y="1362075"/>
                </a:moveTo>
                <a:lnTo>
                  <a:pt x="838200" y="1362075"/>
                </a:lnTo>
                <a:lnTo>
                  <a:pt x="838200" y="1371600"/>
                </a:lnTo>
                <a:lnTo>
                  <a:pt x="857250" y="1371600"/>
                </a:lnTo>
                <a:lnTo>
                  <a:pt x="857250" y="1381125"/>
                </a:lnTo>
                <a:lnTo>
                  <a:pt x="847725" y="1381125"/>
                </a:lnTo>
                <a:lnTo>
                  <a:pt x="847725" y="1390650"/>
                </a:lnTo>
                <a:lnTo>
                  <a:pt x="838200" y="1390650"/>
                </a:lnTo>
                <a:lnTo>
                  <a:pt x="838200" y="1381125"/>
                </a:lnTo>
                <a:lnTo>
                  <a:pt x="809625" y="1381125"/>
                </a:lnTo>
                <a:close/>
                <a:moveTo>
                  <a:pt x="1028700" y="1362075"/>
                </a:moveTo>
                <a:lnTo>
                  <a:pt x="1047750" y="1362075"/>
                </a:lnTo>
                <a:lnTo>
                  <a:pt x="1047750" y="1371600"/>
                </a:lnTo>
                <a:lnTo>
                  <a:pt x="1057275" y="1371600"/>
                </a:lnTo>
                <a:lnTo>
                  <a:pt x="1057275" y="1381125"/>
                </a:lnTo>
                <a:lnTo>
                  <a:pt x="1038225" y="1381125"/>
                </a:lnTo>
                <a:lnTo>
                  <a:pt x="1038225" y="1371600"/>
                </a:lnTo>
                <a:lnTo>
                  <a:pt x="1028700" y="1371600"/>
                </a:lnTo>
                <a:close/>
                <a:moveTo>
                  <a:pt x="1171575" y="1362075"/>
                </a:moveTo>
                <a:lnTo>
                  <a:pt x="1181100" y="1362075"/>
                </a:lnTo>
                <a:lnTo>
                  <a:pt x="1181100" y="1371600"/>
                </a:lnTo>
                <a:lnTo>
                  <a:pt x="1171575" y="1371600"/>
                </a:lnTo>
                <a:close/>
                <a:moveTo>
                  <a:pt x="1619250" y="1362075"/>
                </a:moveTo>
                <a:lnTo>
                  <a:pt x="1638300" y="1362075"/>
                </a:lnTo>
                <a:lnTo>
                  <a:pt x="1638300" y="1371600"/>
                </a:lnTo>
                <a:lnTo>
                  <a:pt x="1647825" y="1371600"/>
                </a:lnTo>
                <a:lnTo>
                  <a:pt x="1647825" y="1381125"/>
                </a:lnTo>
                <a:lnTo>
                  <a:pt x="1619250" y="1381125"/>
                </a:lnTo>
                <a:close/>
                <a:moveTo>
                  <a:pt x="247650" y="1371600"/>
                </a:moveTo>
                <a:lnTo>
                  <a:pt x="276225" y="1371600"/>
                </a:lnTo>
                <a:lnTo>
                  <a:pt x="276225" y="1381125"/>
                </a:lnTo>
                <a:lnTo>
                  <a:pt x="257175" y="1381125"/>
                </a:lnTo>
                <a:lnTo>
                  <a:pt x="257175" y="1390650"/>
                </a:lnTo>
                <a:lnTo>
                  <a:pt x="247650" y="1390650"/>
                </a:lnTo>
                <a:close/>
                <a:moveTo>
                  <a:pt x="304800" y="1371600"/>
                </a:moveTo>
                <a:lnTo>
                  <a:pt x="323850" y="1371600"/>
                </a:lnTo>
                <a:lnTo>
                  <a:pt x="323850" y="1381125"/>
                </a:lnTo>
                <a:lnTo>
                  <a:pt x="304800" y="1381125"/>
                </a:lnTo>
                <a:close/>
                <a:moveTo>
                  <a:pt x="1676400" y="1371600"/>
                </a:moveTo>
                <a:lnTo>
                  <a:pt x="1704975" y="1371600"/>
                </a:lnTo>
                <a:lnTo>
                  <a:pt x="1704975" y="1381125"/>
                </a:lnTo>
                <a:lnTo>
                  <a:pt x="1676400" y="1381125"/>
                </a:lnTo>
                <a:close/>
                <a:moveTo>
                  <a:pt x="790575" y="1400175"/>
                </a:moveTo>
                <a:lnTo>
                  <a:pt x="809625" y="1400175"/>
                </a:lnTo>
                <a:lnTo>
                  <a:pt x="809625" y="1409700"/>
                </a:lnTo>
                <a:lnTo>
                  <a:pt x="819150" y="1409700"/>
                </a:lnTo>
                <a:lnTo>
                  <a:pt x="819150" y="1400175"/>
                </a:lnTo>
                <a:lnTo>
                  <a:pt x="866775" y="1400175"/>
                </a:lnTo>
                <a:lnTo>
                  <a:pt x="866775" y="1409700"/>
                </a:lnTo>
                <a:lnTo>
                  <a:pt x="847725" y="1409700"/>
                </a:lnTo>
                <a:lnTo>
                  <a:pt x="847725" y="1428750"/>
                </a:lnTo>
                <a:lnTo>
                  <a:pt x="800100" y="1428750"/>
                </a:lnTo>
                <a:lnTo>
                  <a:pt x="800100" y="1419225"/>
                </a:lnTo>
                <a:lnTo>
                  <a:pt x="790575" y="1419225"/>
                </a:lnTo>
                <a:close/>
                <a:moveTo>
                  <a:pt x="876300" y="1409700"/>
                </a:moveTo>
                <a:lnTo>
                  <a:pt x="885825" y="1409700"/>
                </a:lnTo>
                <a:lnTo>
                  <a:pt x="885825" y="1419225"/>
                </a:lnTo>
                <a:lnTo>
                  <a:pt x="876300" y="1419225"/>
                </a:lnTo>
                <a:close/>
                <a:moveTo>
                  <a:pt x="1619250" y="1409700"/>
                </a:moveTo>
                <a:lnTo>
                  <a:pt x="1628775" y="1409700"/>
                </a:lnTo>
                <a:lnTo>
                  <a:pt x="1628775" y="1419225"/>
                </a:lnTo>
                <a:lnTo>
                  <a:pt x="1676400" y="1419225"/>
                </a:lnTo>
                <a:lnTo>
                  <a:pt x="1676400" y="1428750"/>
                </a:lnTo>
                <a:lnTo>
                  <a:pt x="1638300" y="1428750"/>
                </a:lnTo>
                <a:lnTo>
                  <a:pt x="1638300" y="1438275"/>
                </a:lnTo>
                <a:lnTo>
                  <a:pt x="1628775" y="1438275"/>
                </a:lnTo>
                <a:lnTo>
                  <a:pt x="1628775" y="1428750"/>
                </a:lnTo>
                <a:lnTo>
                  <a:pt x="1619250" y="1428750"/>
                </a:lnTo>
                <a:close/>
                <a:moveTo>
                  <a:pt x="495300" y="1419225"/>
                </a:moveTo>
                <a:lnTo>
                  <a:pt x="514350" y="1419225"/>
                </a:lnTo>
                <a:lnTo>
                  <a:pt x="514350" y="1438275"/>
                </a:lnTo>
                <a:lnTo>
                  <a:pt x="495300" y="1438275"/>
                </a:lnTo>
                <a:close/>
                <a:moveTo>
                  <a:pt x="1000125" y="1419225"/>
                </a:moveTo>
                <a:lnTo>
                  <a:pt x="1009650" y="1419225"/>
                </a:lnTo>
                <a:lnTo>
                  <a:pt x="1009650" y="1428750"/>
                </a:lnTo>
                <a:lnTo>
                  <a:pt x="1000125" y="1428750"/>
                </a:lnTo>
                <a:close/>
                <a:moveTo>
                  <a:pt x="590550" y="1428750"/>
                </a:moveTo>
                <a:lnTo>
                  <a:pt x="600075" y="1428750"/>
                </a:lnTo>
                <a:lnTo>
                  <a:pt x="600075" y="1438275"/>
                </a:lnTo>
                <a:lnTo>
                  <a:pt x="590550" y="1438275"/>
                </a:lnTo>
                <a:close/>
                <a:moveTo>
                  <a:pt x="581025" y="1438275"/>
                </a:moveTo>
                <a:lnTo>
                  <a:pt x="590550" y="1438275"/>
                </a:lnTo>
                <a:lnTo>
                  <a:pt x="590550" y="1457325"/>
                </a:lnTo>
                <a:lnTo>
                  <a:pt x="581025" y="1457325"/>
                </a:lnTo>
                <a:close/>
                <a:moveTo>
                  <a:pt x="838200" y="1438275"/>
                </a:moveTo>
                <a:lnTo>
                  <a:pt x="847725" y="1438275"/>
                </a:lnTo>
                <a:lnTo>
                  <a:pt x="847725" y="1447800"/>
                </a:lnTo>
                <a:lnTo>
                  <a:pt x="838200" y="1447800"/>
                </a:lnTo>
                <a:close/>
                <a:moveTo>
                  <a:pt x="1733550" y="1447800"/>
                </a:moveTo>
                <a:lnTo>
                  <a:pt x="1743075" y="1447800"/>
                </a:lnTo>
                <a:lnTo>
                  <a:pt x="1743075" y="1466850"/>
                </a:lnTo>
                <a:lnTo>
                  <a:pt x="1733550" y="1466850"/>
                </a:lnTo>
                <a:close/>
                <a:moveTo>
                  <a:pt x="828675" y="1457325"/>
                </a:moveTo>
                <a:lnTo>
                  <a:pt x="847725" y="1457325"/>
                </a:lnTo>
                <a:lnTo>
                  <a:pt x="847725" y="1466850"/>
                </a:lnTo>
                <a:lnTo>
                  <a:pt x="828675" y="1466850"/>
                </a:lnTo>
                <a:close/>
                <a:moveTo>
                  <a:pt x="942975" y="1466850"/>
                </a:moveTo>
                <a:lnTo>
                  <a:pt x="952500" y="1466850"/>
                </a:lnTo>
                <a:lnTo>
                  <a:pt x="952500" y="1476375"/>
                </a:lnTo>
                <a:lnTo>
                  <a:pt x="942975" y="1476375"/>
                </a:lnTo>
                <a:close/>
                <a:moveTo>
                  <a:pt x="838200" y="1476375"/>
                </a:moveTo>
                <a:lnTo>
                  <a:pt x="866775" y="1476375"/>
                </a:lnTo>
                <a:lnTo>
                  <a:pt x="866775" y="1485900"/>
                </a:lnTo>
                <a:lnTo>
                  <a:pt x="838200" y="1485900"/>
                </a:lnTo>
                <a:close/>
                <a:moveTo>
                  <a:pt x="1485900" y="1476375"/>
                </a:moveTo>
                <a:lnTo>
                  <a:pt x="1495425" y="1476375"/>
                </a:lnTo>
                <a:lnTo>
                  <a:pt x="1495425" y="1485900"/>
                </a:lnTo>
                <a:lnTo>
                  <a:pt x="1485900" y="1485900"/>
                </a:lnTo>
                <a:close/>
                <a:moveTo>
                  <a:pt x="1685925" y="1476375"/>
                </a:moveTo>
                <a:lnTo>
                  <a:pt x="1704975" y="1476375"/>
                </a:lnTo>
                <a:lnTo>
                  <a:pt x="1704975" y="1495425"/>
                </a:lnTo>
                <a:lnTo>
                  <a:pt x="1685925" y="1495425"/>
                </a:lnTo>
                <a:close/>
                <a:moveTo>
                  <a:pt x="390525" y="1485900"/>
                </a:moveTo>
                <a:lnTo>
                  <a:pt x="400050" y="1485900"/>
                </a:lnTo>
                <a:lnTo>
                  <a:pt x="400050" y="1495425"/>
                </a:lnTo>
                <a:lnTo>
                  <a:pt x="390525" y="1495425"/>
                </a:lnTo>
                <a:close/>
                <a:moveTo>
                  <a:pt x="781050" y="1485900"/>
                </a:moveTo>
                <a:lnTo>
                  <a:pt x="809625" y="1485900"/>
                </a:lnTo>
                <a:lnTo>
                  <a:pt x="809625" y="1495425"/>
                </a:lnTo>
                <a:lnTo>
                  <a:pt x="790575" y="1495425"/>
                </a:lnTo>
                <a:lnTo>
                  <a:pt x="790575" y="1504950"/>
                </a:lnTo>
                <a:lnTo>
                  <a:pt x="781050" y="1504950"/>
                </a:lnTo>
                <a:close/>
                <a:moveTo>
                  <a:pt x="1714500" y="1485900"/>
                </a:moveTo>
                <a:lnTo>
                  <a:pt x="1724025" y="1485900"/>
                </a:lnTo>
                <a:lnTo>
                  <a:pt x="1724025" y="1504950"/>
                </a:lnTo>
                <a:lnTo>
                  <a:pt x="1714500" y="1504950"/>
                </a:lnTo>
                <a:close/>
                <a:moveTo>
                  <a:pt x="219075" y="1495425"/>
                </a:moveTo>
                <a:lnTo>
                  <a:pt x="228600" y="1495425"/>
                </a:lnTo>
                <a:lnTo>
                  <a:pt x="228600" y="1504950"/>
                </a:lnTo>
                <a:lnTo>
                  <a:pt x="219075" y="1504950"/>
                </a:lnTo>
                <a:close/>
                <a:moveTo>
                  <a:pt x="819150" y="1495425"/>
                </a:moveTo>
                <a:lnTo>
                  <a:pt x="828675" y="1495425"/>
                </a:lnTo>
                <a:lnTo>
                  <a:pt x="828675" y="1504950"/>
                </a:lnTo>
                <a:lnTo>
                  <a:pt x="819150" y="1504950"/>
                </a:lnTo>
                <a:close/>
                <a:moveTo>
                  <a:pt x="904875" y="1495425"/>
                </a:moveTo>
                <a:lnTo>
                  <a:pt x="914400" y="1495425"/>
                </a:lnTo>
                <a:lnTo>
                  <a:pt x="914400" y="1504950"/>
                </a:lnTo>
                <a:lnTo>
                  <a:pt x="904875" y="1504950"/>
                </a:lnTo>
                <a:close/>
                <a:moveTo>
                  <a:pt x="1152525" y="1495425"/>
                </a:moveTo>
                <a:lnTo>
                  <a:pt x="1162050" y="1495425"/>
                </a:lnTo>
                <a:lnTo>
                  <a:pt x="1162050" y="1504950"/>
                </a:lnTo>
                <a:lnTo>
                  <a:pt x="1152525" y="1504950"/>
                </a:lnTo>
                <a:close/>
                <a:moveTo>
                  <a:pt x="1171575" y="1495425"/>
                </a:moveTo>
                <a:lnTo>
                  <a:pt x="1181100" y="1495425"/>
                </a:lnTo>
                <a:lnTo>
                  <a:pt x="1181100" y="1504950"/>
                </a:lnTo>
                <a:lnTo>
                  <a:pt x="1171575" y="1504950"/>
                </a:lnTo>
                <a:close/>
                <a:moveTo>
                  <a:pt x="1304925" y="1495425"/>
                </a:moveTo>
                <a:lnTo>
                  <a:pt x="1323975" y="1495425"/>
                </a:lnTo>
                <a:lnTo>
                  <a:pt x="1323975" y="1504950"/>
                </a:lnTo>
                <a:lnTo>
                  <a:pt x="1304925" y="1504950"/>
                </a:lnTo>
                <a:close/>
                <a:moveTo>
                  <a:pt x="1333500" y="1495425"/>
                </a:moveTo>
                <a:lnTo>
                  <a:pt x="1352550" y="1495425"/>
                </a:lnTo>
                <a:lnTo>
                  <a:pt x="1352550" y="1504950"/>
                </a:lnTo>
                <a:lnTo>
                  <a:pt x="1333500" y="1504950"/>
                </a:lnTo>
                <a:close/>
                <a:moveTo>
                  <a:pt x="1524000" y="1495425"/>
                </a:moveTo>
                <a:lnTo>
                  <a:pt x="1533525" y="1495425"/>
                </a:lnTo>
                <a:lnTo>
                  <a:pt x="1533525" y="1504950"/>
                </a:lnTo>
                <a:lnTo>
                  <a:pt x="1524000" y="1504950"/>
                </a:lnTo>
                <a:close/>
                <a:moveTo>
                  <a:pt x="1733550" y="1495425"/>
                </a:moveTo>
                <a:lnTo>
                  <a:pt x="1743075" y="1495425"/>
                </a:lnTo>
                <a:lnTo>
                  <a:pt x="1743075" y="1514475"/>
                </a:lnTo>
                <a:lnTo>
                  <a:pt x="1733550" y="1514475"/>
                </a:lnTo>
                <a:close/>
                <a:moveTo>
                  <a:pt x="142875" y="1514475"/>
                </a:moveTo>
                <a:lnTo>
                  <a:pt x="161925" y="1514475"/>
                </a:lnTo>
                <a:lnTo>
                  <a:pt x="161925" y="1543050"/>
                </a:lnTo>
                <a:lnTo>
                  <a:pt x="142875" y="1543050"/>
                </a:lnTo>
                <a:close/>
                <a:moveTo>
                  <a:pt x="1609725" y="1524000"/>
                </a:moveTo>
                <a:lnTo>
                  <a:pt x="1619250" y="1524000"/>
                </a:lnTo>
                <a:lnTo>
                  <a:pt x="1619250" y="1533525"/>
                </a:lnTo>
                <a:lnTo>
                  <a:pt x="1609725" y="1533525"/>
                </a:lnTo>
                <a:close/>
                <a:moveTo>
                  <a:pt x="1638300" y="1524000"/>
                </a:moveTo>
                <a:lnTo>
                  <a:pt x="1647825" y="1524000"/>
                </a:lnTo>
                <a:lnTo>
                  <a:pt x="1647825" y="1533525"/>
                </a:lnTo>
                <a:lnTo>
                  <a:pt x="1638300" y="1533525"/>
                </a:lnTo>
                <a:close/>
                <a:moveTo>
                  <a:pt x="1714500" y="1543050"/>
                </a:moveTo>
                <a:lnTo>
                  <a:pt x="1724025" y="1543050"/>
                </a:lnTo>
                <a:lnTo>
                  <a:pt x="1724025" y="1552575"/>
                </a:lnTo>
                <a:lnTo>
                  <a:pt x="1714500" y="1552575"/>
                </a:lnTo>
                <a:close/>
                <a:moveTo>
                  <a:pt x="1733550" y="1543050"/>
                </a:moveTo>
                <a:lnTo>
                  <a:pt x="1743075" y="1543050"/>
                </a:lnTo>
                <a:lnTo>
                  <a:pt x="1743075" y="1552575"/>
                </a:lnTo>
                <a:lnTo>
                  <a:pt x="1733550" y="1552575"/>
                </a:lnTo>
                <a:close/>
                <a:moveTo>
                  <a:pt x="714375" y="1562100"/>
                </a:moveTo>
                <a:lnTo>
                  <a:pt x="733425" y="1562100"/>
                </a:lnTo>
                <a:lnTo>
                  <a:pt x="733425" y="1581150"/>
                </a:lnTo>
                <a:lnTo>
                  <a:pt x="723900" y="1581150"/>
                </a:lnTo>
                <a:lnTo>
                  <a:pt x="723900" y="1571625"/>
                </a:lnTo>
                <a:lnTo>
                  <a:pt x="714375" y="1571625"/>
                </a:lnTo>
                <a:close/>
                <a:moveTo>
                  <a:pt x="657225" y="1590675"/>
                </a:moveTo>
                <a:lnTo>
                  <a:pt x="666750" y="1590675"/>
                </a:lnTo>
                <a:lnTo>
                  <a:pt x="666750" y="1600200"/>
                </a:lnTo>
                <a:lnTo>
                  <a:pt x="657225" y="1600200"/>
                </a:lnTo>
                <a:close/>
                <a:moveTo>
                  <a:pt x="609600" y="1600200"/>
                </a:moveTo>
                <a:lnTo>
                  <a:pt x="657225" y="1600200"/>
                </a:lnTo>
                <a:lnTo>
                  <a:pt x="657225" y="1609725"/>
                </a:lnTo>
                <a:lnTo>
                  <a:pt x="609600" y="1609725"/>
                </a:lnTo>
                <a:close/>
                <a:moveTo>
                  <a:pt x="666750" y="1600200"/>
                </a:moveTo>
                <a:lnTo>
                  <a:pt x="676275" y="1600200"/>
                </a:lnTo>
                <a:lnTo>
                  <a:pt x="676275" y="1609725"/>
                </a:lnTo>
                <a:lnTo>
                  <a:pt x="666750" y="1609725"/>
                </a:lnTo>
                <a:close/>
                <a:moveTo>
                  <a:pt x="1171575" y="1600200"/>
                </a:moveTo>
                <a:lnTo>
                  <a:pt x="1209675" y="1600200"/>
                </a:lnTo>
                <a:lnTo>
                  <a:pt x="1209675" y="1609725"/>
                </a:lnTo>
                <a:lnTo>
                  <a:pt x="1200150" y="1609725"/>
                </a:lnTo>
                <a:lnTo>
                  <a:pt x="1200150" y="1619250"/>
                </a:lnTo>
                <a:lnTo>
                  <a:pt x="1181100" y="1619250"/>
                </a:lnTo>
                <a:lnTo>
                  <a:pt x="1181100" y="1609725"/>
                </a:lnTo>
                <a:lnTo>
                  <a:pt x="1171575" y="1609725"/>
                </a:lnTo>
                <a:close/>
                <a:moveTo>
                  <a:pt x="1257300" y="1609725"/>
                </a:moveTo>
                <a:lnTo>
                  <a:pt x="1266825" y="1609725"/>
                </a:lnTo>
                <a:lnTo>
                  <a:pt x="1266825" y="1619250"/>
                </a:lnTo>
                <a:lnTo>
                  <a:pt x="1257300" y="1619250"/>
                </a:lnTo>
                <a:close/>
                <a:moveTo>
                  <a:pt x="1466850" y="1609725"/>
                </a:moveTo>
                <a:lnTo>
                  <a:pt x="1476375" y="1609725"/>
                </a:lnTo>
                <a:lnTo>
                  <a:pt x="1476375" y="1628775"/>
                </a:lnTo>
                <a:lnTo>
                  <a:pt x="1457325" y="1628775"/>
                </a:lnTo>
                <a:lnTo>
                  <a:pt x="1457325" y="1619250"/>
                </a:lnTo>
                <a:lnTo>
                  <a:pt x="1466850" y="1619250"/>
                </a:lnTo>
                <a:close/>
                <a:moveTo>
                  <a:pt x="581025" y="1619250"/>
                </a:moveTo>
                <a:lnTo>
                  <a:pt x="590550" y="1619250"/>
                </a:lnTo>
                <a:lnTo>
                  <a:pt x="590550" y="1628775"/>
                </a:lnTo>
                <a:lnTo>
                  <a:pt x="581025" y="1628775"/>
                </a:lnTo>
                <a:close/>
                <a:moveTo>
                  <a:pt x="1304925" y="1619250"/>
                </a:moveTo>
                <a:lnTo>
                  <a:pt x="1314450" y="1619250"/>
                </a:lnTo>
                <a:lnTo>
                  <a:pt x="1314450" y="1628775"/>
                </a:lnTo>
                <a:lnTo>
                  <a:pt x="1304925" y="1628775"/>
                </a:lnTo>
                <a:close/>
                <a:moveTo>
                  <a:pt x="142875" y="1647825"/>
                </a:moveTo>
                <a:lnTo>
                  <a:pt x="152400" y="1647825"/>
                </a:lnTo>
                <a:lnTo>
                  <a:pt x="152400" y="1657350"/>
                </a:lnTo>
                <a:lnTo>
                  <a:pt x="142875" y="1657350"/>
                </a:lnTo>
                <a:close/>
                <a:moveTo>
                  <a:pt x="561975" y="1676400"/>
                </a:moveTo>
                <a:lnTo>
                  <a:pt x="571500" y="1676400"/>
                </a:lnTo>
                <a:lnTo>
                  <a:pt x="571500" y="1685925"/>
                </a:lnTo>
                <a:lnTo>
                  <a:pt x="561975" y="1685925"/>
                </a:lnTo>
                <a:close/>
                <a:moveTo>
                  <a:pt x="1371600" y="1685925"/>
                </a:moveTo>
                <a:lnTo>
                  <a:pt x="1390650" y="1685925"/>
                </a:lnTo>
                <a:lnTo>
                  <a:pt x="1390650" y="1695450"/>
                </a:lnTo>
                <a:lnTo>
                  <a:pt x="1371600" y="1695450"/>
                </a:lnTo>
                <a:close/>
                <a:moveTo>
                  <a:pt x="1314450" y="1695450"/>
                </a:moveTo>
                <a:lnTo>
                  <a:pt x="1343025" y="1695450"/>
                </a:lnTo>
                <a:lnTo>
                  <a:pt x="1343025" y="1704975"/>
                </a:lnTo>
                <a:lnTo>
                  <a:pt x="1333500" y="1704975"/>
                </a:lnTo>
                <a:lnTo>
                  <a:pt x="1333500" y="1714500"/>
                </a:lnTo>
                <a:lnTo>
                  <a:pt x="1323975" y="1714500"/>
                </a:lnTo>
                <a:lnTo>
                  <a:pt x="1323975" y="1704975"/>
                </a:lnTo>
                <a:lnTo>
                  <a:pt x="1314450" y="1704975"/>
                </a:lnTo>
                <a:close/>
                <a:moveTo>
                  <a:pt x="342900" y="1704975"/>
                </a:moveTo>
                <a:lnTo>
                  <a:pt x="371475" y="1704975"/>
                </a:lnTo>
                <a:lnTo>
                  <a:pt x="371475" y="1724025"/>
                </a:lnTo>
                <a:lnTo>
                  <a:pt x="390525" y="1724025"/>
                </a:lnTo>
                <a:lnTo>
                  <a:pt x="390525" y="1733550"/>
                </a:lnTo>
                <a:lnTo>
                  <a:pt x="352425" y="1733550"/>
                </a:lnTo>
                <a:lnTo>
                  <a:pt x="352425" y="1714500"/>
                </a:lnTo>
                <a:lnTo>
                  <a:pt x="342900" y="1714500"/>
                </a:lnTo>
                <a:close/>
                <a:moveTo>
                  <a:pt x="1171575" y="1704975"/>
                </a:moveTo>
                <a:lnTo>
                  <a:pt x="1190625" y="1704975"/>
                </a:lnTo>
                <a:lnTo>
                  <a:pt x="1190625" y="1714500"/>
                </a:lnTo>
                <a:lnTo>
                  <a:pt x="1171575" y="1714500"/>
                </a:lnTo>
                <a:close/>
                <a:moveTo>
                  <a:pt x="1247775" y="1704975"/>
                </a:moveTo>
                <a:lnTo>
                  <a:pt x="1285875" y="1704975"/>
                </a:lnTo>
                <a:lnTo>
                  <a:pt x="1285875" y="1714500"/>
                </a:lnTo>
                <a:lnTo>
                  <a:pt x="1247775" y="1714500"/>
                </a:lnTo>
                <a:close/>
                <a:moveTo>
                  <a:pt x="247650" y="1724025"/>
                </a:moveTo>
                <a:lnTo>
                  <a:pt x="257175" y="1724025"/>
                </a:lnTo>
                <a:lnTo>
                  <a:pt x="257175" y="1733550"/>
                </a:lnTo>
                <a:lnTo>
                  <a:pt x="247650" y="1733550"/>
                </a:lnTo>
                <a:close/>
                <a:moveTo>
                  <a:pt x="266700" y="1724025"/>
                </a:moveTo>
                <a:lnTo>
                  <a:pt x="295275" y="1724025"/>
                </a:lnTo>
                <a:lnTo>
                  <a:pt x="295275" y="1733550"/>
                </a:lnTo>
                <a:lnTo>
                  <a:pt x="266700" y="1733550"/>
                </a:lnTo>
                <a:close/>
                <a:moveTo>
                  <a:pt x="523875" y="1724025"/>
                </a:moveTo>
                <a:lnTo>
                  <a:pt x="533400" y="1724025"/>
                </a:lnTo>
                <a:lnTo>
                  <a:pt x="533400" y="1733550"/>
                </a:lnTo>
                <a:lnTo>
                  <a:pt x="523875" y="1733550"/>
                </a:lnTo>
                <a:close/>
                <a:moveTo>
                  <a:pt x="981075" y="1724025"/>
                </a:moveTo>
                <a:lnTo>
                  <a:pt x="990600" y="1724025"/>
                </a:lnTo>
                <a:lnTo>
                  <a:pt x="990600" y="1733550"/>
                </a:lnTo>
                <a:lnTo>
                  <a:pt x="981075" y="1733550"/>
                </a:lnTo>
                <a:close/>
                <a:moveTo>
                  <a:pt x="1000125" y="1724025"/>
                </a:moveTo>
                <a:lnTo>
                  <a:pt x="1009650" y="1724025"/>
                </a:lnTo>
                <a:lnTo>
                  <a:pt x="1009650" y="1733550"/>
                </a:lnTo>
                <a:lnTo>
                  <a:pt x="1000125" y="1733550"/>
                </a:lnTo>
                <a:close/>
                <a:moveTo>
                  <a:pt x="1019175" y="1724025"/>
                </a:moveTo>
                <a:lnTo>
                  <a:pt x="1028700" y="1724025"/>
                </a:lnTo>
                <a:lnTo>
                  <a:pt x="1028700" y="1733550"/>
                </a:lnTo>
                <a:lnTo>
                  <a:pt x="1019175" y="1733550"/>
                </a:lnTo>
                <a:close/>
                <a:moveTo>
                  <a:pt x="1038225" y="1724025"/>
                </a:moveTo>
                <a:lnTo>
                  <a:pt x="1047750" y="1724025"/>
                </a:lnTo>
                <a:lnTo>
                  <a:pt x="1047750" y="1733550"/>
                </a:lnTo>
                <a:lnTo>
                  <a:pt x="1038225" y="1733550"/>
                </a:lnTo>
                <a:close/>
                <a:moveTo>
                  <a:pt x="1104900" y="1724025"/>
                </a:moveTo>
                <a:lnTo>
                  <a:pt x="1114425" y="1724025"/>
                </a:lnTo>
                <a:lnTo>
                  <a:pt x="1114425" y="1733550"/>
                </a:lnTo>
                <a:lnTo>
                  <a:pt x="1104900" y="1733550"/>
                </a:lnTo>
                <a:close/>
                <a:moveTo>
                  <a:pt x="1152525" y="1724025"/>
                </a:moveTo>
                <a:lnTo>
                  <a:pt x="1162050" y="1724025"/>
                </a:lnTo>
                <a:lnTo>
                  <a:pt x="1162050" y="1733550"/>
                </a:lnTo>
                <a:lnTo>
                  <a:pt x="1152525" y="1733550"/>
                </a:lnTo>
                <a:close/>
                <a:moveTo>
                  <a:pt x="1171575" y="1724025"/>
                </a:moveTo>
                <a:lnTo>
                  <a:pt x="1181100" y="1724025"/>
                </a:lnTo>
                <a:lnTo>
                  <a:pt x="1181100" y="1733550"/>
                </a:lnTo>
                <a:lnTo>
                  <a:pt x="1171575" y="1733550"/>
                </a:lnTo>
                <a:close/>
                <a:moveTo>
                  <a:pt x="1190625" y="1724025"/>
                </a:moveTo>
                <a:lnTo>
                  <a:pt x="1200150" y="1724025"/>
                </a:lnTo>
                <a:lnTo>
                  <a:pt x="1200150" y="1733550"/>
                </a:lnTo>
                <a:lnTo>
                  <a:pt x="1190625" y="1733550"/>
                </a:lnTo>
                <a:close/>
                <a:moveTo>
                  <a:pt x="1238250" y="1724025"/>
                </a:moveTo>
                <a:lnTo>
                  <a:pt x="1295400" y="1724025"/>
                </a:lnTo>
                <a:lnTo>
                  <a:pt x="1295400" y="1733550"/>
                </a:lnTo>
                <a:lnTo>
                  <a:pt x="1238250" y="1733550"/>
                </a:lnTo>
                <a:close/>
                <a:moveTo>
                  <a:pt x="1714500" y="1733550"/>
                </a:moveTo>
                <a:lnTo>
                  <a:pt x="1724025" y="1733550"/>
                </a:lnTo>
                <a:lnTo>
                  <a:pt x="1724025" y="1752600"/>
                </a:lnTo>
                <a:lnTo>
                  <a:pt x="1733550" y="1752600"/>
                </a:lnTo>
                <a:lnTo>
                  <a:pt x="1733550" y="1733550"/>
                </a:lnTo>
                <a:lnTo>
                  <a:pt x="1743075" y="1733550"/>
                </a:lnTo>
                <a:lnTo>
                  <a:pt x="1743075" y="1781175"/>
                </a:lnTo>
                <a:lnTo>
                  <a:pt x="1733550" y="1781175"/>
                </a:lnTo>
                <a:lnTo>
                  <a:pt x="1733550" y="1790700"/>
                </a:lnTo>
                <a:lnTo>
                  <a:pt x="1724025" y="1790700"/>
                </a:lnTo>
                <a:lnTo>
                  <a:pt x="1724025" y="1781175"/>
                </a:lnTo>
                <a:lnTo>
                  <a:pt x="1714500" y="1781175"/>
                </a:lnTo>
                <a:lnTo>
                  <a:pt x="1714500" y="1790700"/>
                </a:lnTo>
                <a:lnTo>
                  <a:pt x="1704975" y="1790700"/>
                </a:lnTo>
                <a:lnTo>
                  <a:pt x="1704975" y="1800225"/>
                </a:lnTo>
                <a:lnTo>
                  <a:pt x="1685925" y="1800225"/>
                </a:lnTo>
                <a:lnTo>
                  <a:pt x="1685925" y="1781175"/>
                </a:lnTo>
                <a:lnTo>
                  <a:pt x="1676400" y="1781175"/>
                </a:lnTo>
                <a:lnTo>
                  <a:pt x="1676400" y="1771650"/>
                </a:lnTo>
                <a:lnTo>
                  <a:pt x="1685925" y="1771650"/>
                </a:lnTo>
                <a:lnTo>
                  <a:pt x="1685925" y="1781175"/>
                </a:lnTo>
                <a:lnTo>
                  <a:pt x="1704975" y="1781175"/>
                </a:lnTo>
                <a:lnTo>
                  <a:pt x="1704975" y="1762125"/>
                </a:lnTo>
                <a:lnTo>
                  <a:pt x="1714500" y="1762125"/>
                </a:lnTo>
                <a:lnTo>
                  <a:pt x="1714500" y="1752600"/>
                </a:lnTo>
                <a:lnTo>
                  <a:pt x="1704975" y="1752600"/>
                </a:lnTo>
                <a:lnTo>
                  <a:pt x="1704975" y="1743075"/>
                </a:lnTo>
                <a:lnTo>
                  <a:pt x="1714500" y="1743075"/>
                </a:lnTo>
                <a:close/>
                <a:moveTo>
                  <a:pt x="266700" y="1752600"/>
                </a:moveTo>
                <a:lnTo>
                  <a:pt x="323850" y="1752600"/>
                </a:lnTo>
                <a:lnTo>
                  <a:pt x="323850" y="1762125"/>
                </a:lnTo>
                <a:lnTo>
                  <a:pt x="285750" y="1762125"/>
                </a:lnTo>
                <a:lnTo>
                  <a:pt x="285750" y="1781175"/>
                </a:lnTo>
                <a:lnTo>
                  <a:pt x="276225" y="1781175"/>
                </a:lnTo>
                <a:lnTo>
                  <a:pt x="276225" y="1762125"/>
                </a:lnTo>
                <a:lnTo>
                  <a:pt x="266700" y="1762125"/>
                </a:lnTo>
                <a:close/>
                <a:moveTo>
                  <a:pt x="419100" y="1752600"/>
                </a:moveTo>
                <a:lnTo>
                  <a:pt x="428625" y="1752600"/>
                </a:lnTo>
                <a:lnTo>
                  <a:pt x="428625" y="1762125"/>
                </a:lnTo>
                <a:lnTo>
                  <a:pt x="419100" y="1762125"/>
                </a:lnTo>
                <a:close/>
                <a:moveTo>
                  <a:pt x="981075" y="1752600"/>
                </a:moveTo>
                <a:lnTo>
                  <a:pt x="1114425" y="1752600"/>
                </a:lnTo>
                <a:lnTo>
                  <a:pt x="1114425" y="1762125"/>
                </a:lnTo>
                <a:lnTo>
                  <a:pt x="1057275" y="1762125"/>
                </a:lnTo>
                <a:lnTo>
                  <a:pt x="1057275" y="1771650"/>
                </a:lnTo>
                <a:lnTo>
                  <a:pt x="1038225" y="1771650"/>
                </a:lnTo>
                <a:lnTo>
                  <a:pt x="1038225" y="1762125"/>
                </a:lnTo>
                <a:lnTo>
                  <a:pt x="981075" y="1762125"/>
                </a:lnTo>
                <a:close/>
                <a:moveTo>
                  <a:pt x="1143000" y="1752600"/>
                </a:moveTo>
                <a:lnTo>
                  <a:pt x="1171575" y="1752600"/>
                </a:lnTo>
                <a:lnTo>
                  <a:pt x="1171575" y="1762125"/>
                </a:lnTo>
                <a:lnTo>
                  <a:pt x="1143000" y="1762125"/>
                </a:lnTo>
                <a:close/>
                <a:moveTo>
                  <a:pt x="1323975" y="1752600"/>
                </a:moveTo>
                <a:lnTo>
                  <a:pt x="1333500" y="1752600"/>
                </a:lnTo>
                <a:lnTo>
                  <a:pt x="1333500" y="1762125"/>
                </a:lnTo>
                <a:lnTo>
                  <a:pt x="1323975" y="1762125"/>
                </a:lnTo>
                <a:close/>
                <a:moveTo>
                  <a:pt x="1343025" y="1752600"/>
                </a:moveTo>
                <a:lnTo>
                  <a:pt x="1362075" y="1752600"/>
                </a:lnTo>
                <a:lnTo>
                  <a:pt x="1362075" y="1762125"/>
                </a:lnTo>
                <a:lnTo>
                  <a:pt x="1343025" y="1762125"/>
                </a:lnTo>
                <a:close/>
                <a:moveTo>
                  <a:pt x="1562100" y="1752600"/>
                </a:moveTo>
                <a:lnTo>
                  <a:pt x="1581150" y="1752600"/>
                </a:lnTo>
                <a:lnTo>
                  <a:pt x="1581150" y="1762125"/>
                </a:lnTo>
                <a:lnTo>
                  <a:pt x="1562100" y="1762125"/>
                </a:lnTo>
                <a:close/>
                <a:moveTo>
                  <a:pt x="542925" y="1762125"/>
                </a:moveTo>
                <a:lnTo>
                  <a:pt x="561975" y="1762125"/>
                </a:lnTo>
                <a:lnTo>
                  <a:pt x="561975" y="1781175"/>
                </a:lnTo>
                <a:lnTo>
                  <a:pt x="552450" y="1781175"/>
                </a:lnTo>
                <a:lnTo>
                  <a:pt x="552450" y="1771650"/>
                </a:lnTo>
                <a:lnTo>
                  <a:pt x="542925" y="1771650"/>
                </a:lnTo>
                <a:close/>
                <a:moveTo>
                  <a:pt x="1171575" y="1762125"/>
                </a:moveTo>
                <a:lnTo>
                  <a:pt x="1181100" y="1762125"/>
                </a:lnTo>
                <a:lnTo>
                  <a:pt x="1181100" y="1771650"/>
                </a:lnTo>
                <a:lnTo>
                  <a:pt x="1171575" y="1771650"/>
                </a:lnTo>
                <a:close/>
                <a:moveTo>
                  <a:pt x="1190625" y="1762125"/>
                </a:moveTo>
                <a:lnTo>
                  <a:pt x="1228725" y="1762125"/>
                </a:lnTo>
                <a:lnTo>
                  <a:pt x="1228725" y="1771650"/>
                </a:lnTo>
                <a:lnTo>
                  <a:pt x="1190625" y="1771650"/>
                </a:lnTo>
                <a:close/>
                <a:moveTo>
                  <a:pt x="1266825" y="1762125"/>
                </a:moveTo>
                <a:lnTo>
                  <a:pt x="1285875" y="1762125"/>
                </a:lnTo>
                <a:lnTo>
                  <a:pt x="1285875" y="1771650"/>
                </a:lnTo>
                <a:lnTo>
                  <a:pt x="1266825" y="1771650"/>
                </a:lnTo>
                <a:close/>
                <a:moveTo>
                  <a:pt x="561975" y="1781175"/>
                </a:moveTo>
                <a:lnTo>
                  <a:pt x="590550" y="1781175"/>
                </a:lnTo>
                <a:lnTo>
                  <a:pt x="590550" y="1809750"/>
                </a:lnTo>
                <a:lnTo>
                  <a:pt x="581025" y="1809750"/>
                </a:lnTo>
                <a:lnTo>
                  <a:pt x="581025" y="1790700"/>
                </a:lnTo>
                <a:lnTo>
                  <a:pt x="561975" y="1790700"/>
                </a:lnTo>
                <a:close/>
                <a:moveTo>
                  <a:pt x="228600" y="1790700"/>
                </a:moveTo>
                <a:lnTo>
                  <a:pt x="257175" y="1790700"/>
                </a:lnTo>
                <a:lnTo>
                  <a:pt x="257175" y="1800225"/>
                </a:lnTo>
                <a:lnTo>
                  <a:pt x="266700" y="1800225"/>
                </a:lnTo>
                <a:lnTo>
                  <a:pt x="266700" y="1790700"/>
                </a:lnTo>
                <a:lnTo>
                  <a:pt x="295275" y="1790700"/>
                </a:lnTo>
                <a:lnTo>
                  <a:pt x="295275" y="1819275"/>
                </a:lnTo>
                <a:lnTo>
                  <a:pt x="266700" y="1819275"/>
                </a:lnTo>
                <a:lnTo>
                  <a:pt x="266700" y="1809750"/>
                </a:lnTo>
                <a:lnTo>
                  <a:pt x="238125" y="1809750"/>
                </a:lnTo>
                <a:lnTo>
                  <a:pt x="238125" y="1800225"/>
                </a:lnTo>
                <a:lnTo>
                  <a:pt x="228600" y="1800225"/>
                </a:lnTo>
                <a:close/>
                <a:moveTo>
                  <a:pt x="933450" y="1790700"/>
                </a:moveTo>
                <a:lnTo>
                  <a:pt x="971550" y="1790700"/>
                </a:lnTo>
                <a:lnTo>
                  <a:pt x="971550" y="1800225"/>
                </a:lnTo>
                <a:lnTo>
                  <a:pt x="981075" y="1800225"/>
                </a:lnTo>
                <a:lnTo>
                  <a:pt x="981075" y="1819275"/>
                </a:lnTo>
                <a:lnTo>
                  <a:pt x="962025" y="1819275"/>
                </a:lnTo>
                <a:lnTo>
                  <a:pt x="962025" y="1828800"/>
                </a:lnTo>
                <a:lnTo>
                  <a:pt x="952500" y="1828800"/>
                </a:lnTo>
                <a:lnTo>
                  <a:pt x="952500" y="1819275"/>
                </a:lnTo>
                <a:lnTo>
                  <a:pt x="933450" y="1819275"/>
                </a:lnTo>
                <a:close/>
                <a:moveTo>
                  <a:pt x="1047750" y="1790700"/>
                </a:moveTo>
                <a:lnTo>
                  <a:pt x="1057275" y="1790700"/>
                </a:lnTo>
                <a:lnTo>
                  <a:pt x="1057275" y="1809750"/>
                </a:lnTo>
                <a:lnTo>
                  <a:pt x="1047750" y="1809750"/>
                </a:lnTo>
                <a:lnTo>
                  <a:pt x="1047750" y="1819275"/>
                </a:lnTo>
                <a:lnTo>
                  <a:pt x="1038225" y="1819275"/>
                </a:lnTo>
                <a:lnTo>
                  <a:pt x="1038225" y="1800225"/>
                </a:lnTo>
                <a:lnTo>
                  <a:pt x="1047750" y="1800225"/>
                </a:lnTo>
                <a:close/>
                <a:moveTo>
                  <a:pt x="1133475" y="1790700"/>
                </a:moveTo>
                <a:lnTo>
                  <a:pt x="1143000" y="1790700"/>
                </a:lnTo>
                <a:lnTo>
                  <a:pt x="1143000" y="1809750"/>
                </a:lnTo>
                <a:lnTo>
                  <a:pt x="1133475" y="1809750"/>
                </a:lnTo>
                <a:close/>
                <a:moveTo>
                  <a:pt x="1628775" y="1790700"/>
                </a:moveTo>
                <a:lnTo>
                  <a:pt x="1638300" y="1790700"/>
                </a:lnTo>
                <a:lnTo>
                  <a:pt x="1638300" y="1809750"/>
                </a:lnTo>
                <a:lnTo>
                  <a:pt x="1628775" y="1809750"/>
                </a:lnTo>
                <a:close/>
                <a:moveTo>
                  <a:pt x="485775" y="1800225"/>
                </a:moveTo>
                <a:lnTo>
                  <a:pt x="495300" y="1800225"/>
                </a:lnTo>
                <a:lnTo>
                  <a:pt x="495300" y="1809750"/>
                </a:lnTo>
                <a:lnTo>
                  <a:pt x="485775" y="1809750"/>
                </a:lnTo>
                <a:close/>
                <a:moveTo>
                  <a:pt x="552450" y="1800225"/>
                </a:moveTo>
                <a:lnTo>
                  <a:pt x="561975" y="1800225"/>
                </a:lnTo>
                <a:lnTo>
                  <a:pt x="561975" y="1809750"/>
                </a:lnTo>
                <a:lnTo>
                  <a:pt x="552450" y="1809750"/>
                </a:lnTo>
                <a:close/>
                <a:moveTo>
                  <a:pt x="1066800" y="1800225"/>
                </a:moveTo>
                <a:lnTo>
                  <a:pt x="1095375" y="1800225"/>
                </a:lnTo>
                <a:lnTo>
                  <a:pt x="1095375" y="1809750"/>
                </a:lnTo>
                <a:lnTo>
                  <a:pt x="1076325" y="1809750"/>
                </a:lnTo>
                <a:lnTo>
                  <a:pt x="1076325" y="1819275"/>
                </a:lnTo>
                <a:lnTo>
                  <a:pt x="1066800" y="1819275"/>
                </a:lnTo>
                <a:close/>
                <a:moveTo>
                  <a:pt x="1152525" y="1800225"/>
                </a:moveTo>
                <a:lnTo>
                  <a:pt x="1162050" y="1800225"/>
                </a:lnTo>
                <a:lnTo>
                  <a:pt x="1162050" y="1828800"/>
                </a:lnTo>
                <a:lnTo>
                  <a:pt x="1152525" y="1828800"/>
                </a:lnTo>
                <a:lnTo>
                  <a:pt x="1152525" y="1819275"/>
                </a:lnTo>
                <a:lnTo>
                  <a:pt x="1143000" y="1819275"/>
                </a:lnTo>
                <a:lnTo>
                  <a:pt x="1143000" y="1809750"/>
                </a:lnTo>
                <a:lnTo>
                  <a:pt x="1152525" y="1809750"/>
                </a:lnTo>
                <a:close/>
                <a:moveTo>
                  <a:pt x="542925" y="1809750"/>
                </a:moveTo>
                <a:lnTo>
                  <a:pt x="552450" y="1809750"/>
                </a:lnTo>
                <a:lnTo>
                  <a:pt x="552450" y="1819275"/>
                </a:lnTo>
                <a:lnTo>
                  <a:pt x="571500" y="1819275"/>
                </a:lnTo>
                <a:lnTo>
                  <a:pt x="571500" y="1828800"/>
                </a:lnTo>
                <a:lnTo>
                  <a:pt x="552450" y="1828800"/>
                </a:lnTo>
                <a:lnTo>
                  <a:pt x="552450" y="1838325"/>
                </a:lnTo>
                <a:lnTo>
                  <a:pt x="542925" y="1838325"/>
                </a:lnTo>
                <a:lnTo>
                  <a:pt x="542925" y="1828800"/>
                </a:lnTo>
                <a:lnTo>
                  <a:pt x="533400" y="1828800"/>
                </a:lnTo>
                <a:lnTo>
                  <a:pt x="533400" y="1819275"/>
                </a:lnTo>
                <a:lnTo>
                  <a:pt x="542925" y="1819275"/>
                </a:lnTo>
                <a:close/>
                <a:moveTo>
                  <a:pt x="847725" y="1809750"/>
                </a:moveTo>
                <a:lnTo>
                  <a:pt x="857250" y="1809750"/>
                </a:lnTo>
                <a:lnTo>
                  <a:pt x="857250" y="1819275"/>
                </a:lnTo>
                <a:lnTo>
                  <a:pt x="847725" y="1819275"/>
                </a:lnTo>
                <a:close/>
                <a:moveTo>
                  <a:pt x="1190625" y="1809750"/>
                </a:moveTo>
                <a:lnTo>
                  <a:pt x="1200150" y="1809750"/>
                </a:lnTo>
                <a:lnTo>
                  <a:pt x="1200150" y="1819275"/>
                </a:lnTo>
                <a:lnTo>
                  <a:pt x="1190625" y="1819275"/>
                </a:lnTo>
                <a:close/>
                <a:moveTo>
                  <a:pt x="123825" y="1819275"/>
                </a:moveTo>
                <a:lnTo>
                  <a:pt x="133350" y="1819275"/>
                </a:lnTo>
                <a:lnTo>
                  <a:pt x="133350" y="1828800"/>
                </a:lnTo>
                <a:lnTo>
                  <a:pt x="123825" y="1828800"/>
                </a:lnTo>
                <a:close/>
                <a:moveTo>
                  <a:pt x="142875" y="1819275"/>
                </a:moveTo>
                <a:lnTo>
                  <a:pt x="152400" y="1819275"/>
                </a:lnTo>
                <a:lnTo>
                  <a:pt x="152400" y="1847850"/>
                </a:lnTo>
                <a:lnTo>
                  <a:pt x="142875" y="1847850"/>
                </a:lnTo>
                <a:close/>
                <a:moveTo>
                  <a:pt x="180975" y="1838325"/>
                </a:moveTo>
                <a:lnTo>
                  <a:pt x="190500" y="1838325"/>
                </a:lnTo>
                <a:lnTo>
                  <a:pt x="190500" y="1847850"/>
                </a:lnTo>
                <a:lnTo>
                  <a:pt x="180975" y="1847850"/>
                </a:lnTo>
                <a:close/>
                <a:moveTo>
                  <a:pt x="200025" y="1838325"/>
                </a:moveTo>
                <a:lnTo>
                  <a:pt x="209550" y="1838325"/>
                </a:lnTo>
                <a:lnTo>
                  <a:pt x="209550" y="1847850"/>
                </a:lnTo>
                <a:lnTo>
                  <a:pt x="200025" y="1847850"/>
                </a:lnTo>
                <a:close/>
                <a:moveTo>
                  <a:pt x="1628775" y="1838325"/>
                </a:moveTo>
                <a:lnTo>
                  <a:pt x="1657350" y="1838325"/>
                </a:lnTo>
                <a:lnTo>
                  <a:pt x="1657350" y="1857375"/>
                </a:lnTo>
                <a:lnTo>
                  <a:pt x="1676400" y="1857375"/>
                </a:lnTo>
                <a:lnTo>
                  <a:pt x="1676400" y="1847850"/>
                </a:lnTo>
                <a:lnTo>
                  <a:pt x="1685925" y="1847850"/>
                </a:lnTo>
                <a:lnTo>
                  <a:pt x="1685925" y="1857375"/>
                </a:lnTo>
                <a:lnTo>
                  <a:pt x="1676400" y="1857375"/>
                </a:lnTo>
                <a:lnTo>
                  <a:pt x="1676400" y="1866900"/>
                </a:lnTo>
                <a:lnTo>
                  <a:pt x="1685925" y="1866900"/>
                </a:lnTo>
                <a:lnTo>
                  <a:pt x="1685925" y="1876425"/>
                </a:lnTo>
                <a:lnTo>
                  <a:pt x="1657350" y="1876425"/>
                </a:lnTo>
                <a:lnTo>
                  <a:pt x="1657350" y="1866900"/>
                </a:lnTo>
                <a:lnTo>
                  <a:pt x="1647825" y="1866900"/>
                </a:lnTo>
                <a:lnTo>
                  <a:pt x="1647825" y="1876425"/>
                </a:lnTo>
                <a:lnTo>
                  <a:pt x="1581150" y="1876425"/>
                </a:lnTo>
                <a:lnTo>
                  <a:pt x="1581150" y="1866900"/>
                </a:lnTo>
                <a:lnTo>
                  <a:pt x="1600200" y="1866900"/>
                </a:lnTo>
                <a:lnTo>
                  <a:pt x="1600200" y="1857375"/>
                </a:lnTo>
                <a:lnTo>
                  <a:pt x="1609725" y="1857375"/>
                </a:lnTo>
                <a:lnTo>
                  <a:pt x="1609725" y="1847850"/>
                </a:lnTo>
                <a:lnTo>
                  <a:pt x="1628775" y="1847850"/>
                </a:lnTo>
                <a:close/>
                <a:moveTo>
                  <a:pt x="819150" y="1847850"/>
                </a:moveTo>
                <a:lnTo>
                  <a:pt x="828675" y="1847850"/>
                </a:lnTo>
                <a:lnTo>
                  <a:pt x="828675" y="1857375"/>
                </a:lnTo>
                <a:lnTo>
                  <a:pt x="847725" y="1857375"/>
                </a:lnTo>
                <a:lnTo>
                  <a:pt x="847725" y="1866900"/>
                </a:lnTo>
                <a:lnTo>
                  <a:pt x="819150" y="1866900"/>
                </a:lnTo>
                <a:close/>
                <a:moveTo>
                  <a:pt x="981075" y="1847850"/>
                </a:moveTo>
                <a:lnTo>
                  <a:pt x="1019175" y="1847850"/>
                </a:lnTo>
                <a:lnTo>
                  <a:pt x="1019175" y="1857375"/>
                </a:lnTo>
                <a:lnTo>
                  <a:pt x="1028700" y="1857375"/>
                </a:lnTo>
                <a:lnTo>
                  <a:pt x="1028700" y="1866900"/>
                </a:lnTo>
                <a:lnTo>
                  <a:pt x="1038225" y="1866900"/>
                </a:lnTo>
                <a:lnTo>
                  <a:pt x="1038225" y="1857375"/>
                </a:lnTo>
                <a:lnTo>
                  <a:pt x="1047750" y="1857375"/>
                </a:lnTo>
                <a:lnTo>
                  <a:pt x="1047750" y="1847850"/>
                </a:lnTo>
                <a:lnTo>
                  <a:pt x="1066800" y="1847850"/>
                </a:lnTo>
                <a:lnTo>
                  <a:pt x="1066800" y="1857375"/>
                </a:lnTo>
                <a:lnTo>
                  <a:pt x="1047750" y="1857375"/>
                </a:lnTo>
                <a:lnTo>
                  <a:pt x="1047750" y="1866900"/>
                </a:lnTo>
                <a:lnTo>
                  <a:pt x="1038225" y="1866900"/>
                </a:lnTo>
                <a:lnTo>
                  <a:pt x="1038225" y="1876425"/>
                </a:lnTo>
                <a:lnTo>
                  <a:pt x="1009650" y="1876425"/>
                </a:lnTo>
                <a:lnTo>
                  <a:pt x="1009650" y="1866900"/>
                </a:lnTo>
                <a:lnTo>
                  <a:pt x="971550" y="1866900"/>
                </a:lnTo>
                <a:lnTo>
                  <a:pt x="971550" y="1857375"/>
                </a:lnTo>
                <a:lnTo>
                  <a:pt x="981075" y="1857375"/>
                </a:lnTo>
                <a:close/>
                <a:moveTo>
                  <a:pt x="209550" y="1857375"/>
                </a:moveTo>
                <a:lnTo>
                  <a:pt x="219075" y="1857375"/>
                </a:lnTo>
                <a:lnTo>
                  <a:pt x="219075" y="1866900"/>
                </a:lnTo>
                <a:lnTo>
                  <a:pt x="209550" y="1866900"/>
                </a:lnTo>
                <a:close/>
                <a:moveTo>
                  <a:pt x="466725" y="1857375"/>
                </a:moveTo>
                <a:lnTo>
                  <a:pt x="495300" y="1857375"/>
                </a:lnTo>
                <a:lnTo>
                  <a:pt x="495300" y="1866900"/>
                </a:lnTo>
                <a:lnTo>
                  <a:pt x="504825" y="1866900"/>
                </a:lnTo>
                <a:lnTo>
                  <a:pt x="504825" y="1876425"/>
                </a:lnTo>
                <a:lnTo>
                  <a:pt x="485775" y="1876425"/>
                </a:lnTo>
                <a:lnTo>
                  <a:pt x="485775" y="1866900"/>
                </a:lnTo>
                <a:lnTo>
                  <a:pt x="466725" y="1866900"/>
                </a:lnTo>
                <a:close/>
                <a:moveTo>
                  <a:pt x="866775" y="1857375"/>
                </a:moveTo>
                <a:lnTo>
                  <a:pt x="885825" y="1857375"/>
                </a:lnTo>
                <a:lnTo>
                  <a:pt x="885825" y="1866900"/>
                </a:lnTo>
                <a:lnTo>
                  <a:pt x="866775" y="1866900"/>
                </a:lnTo>
                <a:close/>
                <a:moveTo>
                  <a:pt x="800100" y="1866900"/>
                </a:moveTo>
                <a:lnTo>
                  <a:pt x="819150" y="1866900"/>
                </a:lnTo>
                <a:lnTo>
                  <a:pt x="819150" y="1876425"/>
                </a:lnTo>
                <a:lnTo>
                  <a:pt x="800100" y="1876425"/>
                </a:lnTo>
                <a:close/>
                <a:moveTo>
                  <a:pt x="1076325" y="1866900"/>
                </a:moveTo>
                <a:lnTo>
                  <a:pt x="1085850" y="1866900"/>
                </a:lnTo>
                <a:lnTo>
                  <a:pt x="1085850" y="1876425"/>
                </a:lnTo>
                <a:lnTo>
                  <a:pt x="1076325" y="1876425"/>
                </a:lnTo>
                <a:close/>
                <a:moveTo>
                  <a:pt x="1276350" y="1876425"/>
                </a:moveTo>
                <a:lnTo>
                  <a:pt x="1304925" y="1876425"/>
                </a:lnTo>
                <a:lnTo>
                  <a:pt x="1304925" y="1895475"/>
                </a:lnTo>
                <a:lnTo>
                  <a:pt x="1276350" y="1895475"/>
                </a:lnTo>
                <a:close/>
                <a:moveTo>
                  <a:pt x="1371600" y="1876425"/>
                </a:moveTo>
                <a:lnTo>
                  <a:pt x="1400175" y="1876425"/>
                </a:lnTo>
                <a:lnTo>
                  <a:pt x="1400175" y="1895475"/>
                </a:lnTo>
                <a:lnTo>
                  <a:pt x="1371600" y="1895475"/>
                </a:lnTo>
                <a:close/>
                <a:moveTo>
                  <a:pt x="1657350" y="1895475"/>
                </a:moveTo>
                <a:lnTo>
                  <a:pt x="1676400" y="1895475"/>
                </a:lnTo>
                <a:lnTo>
                  <a:pt x="1676400" y="1924050"/>
                </a:lnTo>
                <a:lnTo>
                  <a:pt x="1666875" y="1924050"/>
                </a:lnTo>
                <a:lnTo>
                  <a:pt x="1666875" y="1933575"/>
                </a:lnTo>
                <a:lnTo>
                  <a:pt x="1657350" y="1933575"/>
                </a:lnTo>
                <a:lnTo>
                  <a:pt x="1657350" y="1914525"/>
                </a:lnTo>
                <a:lnTo>
                  <a:pt x="1647825" y="1914525"/>
                </a:lnTo>
                <a:lnTo>
                  <a:pt x="1647825" y="1905000"/>
                </a:lnTo>
                <a:lnTo>
                  <a:pt x="1657350" y="1905000"/>
                </a:lnTo>
                <a:close/>
                <a:moveTo>
                  <a:pt x="1704975" y="1905000"/>
                </a:moveTo>
                <a:lnTo>
                  <a:pt x="1714500" y="1905000"/>
                </a:lnTo>
                <a:lnTo>
                  <a:pt x="1714500" y="1914525"/>
                </a:lnTo>
                <a:lnTo>
                  <a:pt x="1704975" y="1914525"/>
                </a:lnTo>
                <a:close/>
                <a:moveTo>
                  <a:pt x="142875" y="1914525"/>
                </a:moveTo>
                <a:lnTo>
                  <a:pt x="152400" y="1914525"/>
                </a:lnTo>
                <a:lnTo>
                  <a:pt x="152400" y="1924050"/>
                </a:lnTo>
                <a:lnTo>
                  <a:pt x="142875" y="1924050"/>
                </a:lnTo>
                <a:close/>
                <a:moveTo>
                  <a:pt x="895350" y="1914525"/>
                </a:moveTo>
                <a:lnTo>
                  <a:pt x="904875" y="1914525"/>
                </a:lnTo>
                <a:lnTo>
                  <a:pt x="904875" y="1924050"/>
                </a:lnTo>
                <a:lnTo>
                  <a:pt x="895350" y="1924050"/>
                </a:lnTo>
                <a:close/>
                <a:moveTo>
                  <a:pt x="1695450" y="1914525"/>
                </a:moveTo>
                <a:lnTo>
                  <a:pt x="1704975" y="1914525"/>
                </a:lnTo>
                <a:lnTo>
                  <a:pt x="1704975" y="1924050"/>
                </a:lnTo>
                <a:lnTo>
                  <a:pt x="1695450" y="1924050"/>
                </a:lnTo>
                <a:close/>
                <a:moveTo>
                  <a:pt x="152400" y="1924050"/>
                </a:moveTo>
                <a:lnTo>
                  <a:pt x="161925" y="1924050"/>
                </a:lnTo>
                <a:lnTo>
                  <a:pt x="161925" y="1943100"/>
                </a:lnTo>
                <a:lnTo>
                  <a:pt x="152400" y="1943100"/>
                </a:lnTo>
                <a:close/>
                <a:moveTo>
                  <a:pt x="838200" y="1924050"/>
                </a:moveTo>
                <a:lnTo>
                  <a:pt x="847725" y="1924050"/>
                </a:lnTo>
                <a:lnTo>
                  <a:pt x="847725" y="1933575"/>
                </a:lnTo>
                <a:lnTo>
                  <a:pt x="857250" y="1933575"/>
                </a:lnTo>
                <a:lnTo>
                  <a:pt x="857250" y="1924050"/>
                </a:lnTo>
                <a:lnTo>
                  <a:pt x="885825" y="1924050"/>
                </a:lnTo>
                <a:lnTo>
                  <a:pt x="885825" y="1933575"/>
                </a:lnTo>
                <a:lnTo>
                  <a:pt x="866775" y="1933575"/>
                </a:lnTo>
                <a:lnTo>
                  <a:pt x="866775" y="1962150"/>
                </a:lnTo>
                <a:lnTo>
                  <a:pt x="857250" y="1962150"/>
                </a:lnTo>
                <a:lnTo>
                  <a:pt x="857250" y="1943100"/>
                </a:lnTo>
                <a:lnTo>
                  <a:pt x="838200" y="1943100"/>
                </a:lnTo>
                <a:close/>
                <a:moveTo>
                  <a:pt x="1562100" y="1924050"/>
                </a:moveTo>
                <a:lnTo>
                  <a:pt x="1571625" y="1924050"/>
                </a:lnTo>
                <a:lnTo>
                  <a:pt x="1571625" y="1933575"/>
                </a:lnTo>
                <a:lnTo>
                  <a:pt x="1562100" y="1933575"/>
                </a:lnTo>
                <a:close/>
                <a:moveTo>
                  <a:pt x="133350" y="1933575"/>
                </a:moveTo>
                <a:lnTo>
                  <a:pt x="142875" y="1933575"/>
                </a:lnTo>
                <a:lnTo>
                  <a:pt x="142875" y="1962150"/>
                </a:lnTo>
                <a:lnTo>
                  <a:pt x="152400" y="1962150"/>
                </a:lnTo>
                <a:lnTo>
                  <a:pt x="152400" y="1952625"/>
                </a:lnTo>
                <a:lnTo>
                  <a:pt x="161925" y="1952625"/>
                </a:lnTo>
                <a:lnTo>
                  <a:pt x="161925" y="1971675"/>
                </a:lnTo>
                <a:lnTo>
                  <a:pt x="152400" y="1971675"/>
                </a:lnTo>
                <a:lnTo>
                  <a:pt x="152400" y="1981200"/>
                </a:lnTo>
                <a:lnTo>
                  <a:pt x="133350" y="1981200"/>
                </a:lnTo>
                <a:lnTo>
                  <a:pt x="133350" y="1952625"/>
                </a:lnTo>
                <a:lnTo>
                  <a:pt x="123825" y="1952625"/>
                </a:lnTo>
                <a:lnTo>
                  <a:pt x="123825" y="1943100"/>
                </a:lnTo>
                <a:lnTo>
                  <a:pt x="133350" y="1943100"/>
                </a:lnTo>
                <a:close/>
                <a:moveTo>
                  <a:pt x="704850" y="1933575"/>
                </a:moveTo>
                <a:lnTo>
                  <a:pt x="723900" y="1933575"/>
                </a:lnTo>
                <a:lnTo>
                  <a:pt x="723900" y="1943100"/>
                </a:lnTo>
                <a:lnTo>
                  <a:pt x="704850" y="1943100"/>
                </a:lnTo>
                <a:close/>
                <a:moveTo>
                  <a:pt x="752475" y="1933575"/>
                </a:moveTo>
                <a:lnTo>
                  <a:pt x="762000" y="1933575"/>
                </a:lnTo>
                <a:lnTo>
                  <a:pt x="762000" y="1943100"/>
                </a:lnTo>
                <a:lnTo>
                  <a:pt x="752475" y="1943100"/>
                </a:lnTo>
                <a:close/>
                <a:moveTo>
                  <a:pt x="685800" y="1943100"/>
                </a:moveTo>
                <a:lnTo>
                  <a:pt x="704850" y="1943100"/>
                </a:lnTo>
                <a:lnTo>
                  <a:pt x="704850" y="1952625"/>
                </a:lnTo>
                <a:lnTo>
                  <a:pt x="714375" y="1952625"/>
                </a:lnTo>
                <a:lnTo>
                  <a:pt x="714375" y="1962150"/>
                </a:lnTo>
                <a:lnTo>
                  <a:pt x="685800" y="1962150"/>
                </a:lnTo>
                <a:close/>
                <a:moveTo>
                  <a:pt x="1714500" y="1952625"/>
                </a:moveTo>
                <a:lnTo>
                  <a:pt x="1724025" y="1952625"/>
                </a:lnTo>
                <a:lnTo>
                  <a:pt x="1724025" y="1971675"/>
                </a:lnTo>
                <a:lnTo>
                  <a:pt x="1714500" y="1971675"/>
                </a:lnTo>
                <a:close/>
                <a:moveTo>
                  <a:pt x="1733550" y="1952625"/>
                </a:moveTo>
                <a:lnTo>
                  <a:pt x="1743075" y="1952625"/>
                </a:lnTo>
                <a:lnTo>
                  <a:pt x="1743075" y="2000250"/>
                </a:lnTo>
                <a:lnTo>
                  <a:pt x="1733550" y="2000250"/>
                </a:lnTo>
                <a:close/>
                <a:moveTo>
                  <a:pt x="1504950" y="1962150"/>
                </a:moveTo>
                <a:lnTo>
                  <a:pt x="1524000" y="1962150"/>
                </a:lnTo>
                <a:lnTo>
                  <a:pt x="1524000" y="1971675"/>
                </a:lnTo>
                <a:lnTo>
                  <a:pt x="1514475" y="1971675"/>
                </a:lnTo>
                <a:lnTo>
                  <a:pt x="1514475" y="1981200"/>
                </a:lnTo>
                <a:lnTo>
                  <a:pt x="1504950" y="1981200"/>
                </a:lnTo>
                <a:close/>
                <a:moveTo>
                  <a:pt x="1638300" y="1962150"/>
                </a:moveTo>
                <a:lnTo>
                  <a:pt x="1647825" y="1962150"/>
                </a:lnTo>
                <a:lnTo>
                  <a:pt x="1647825" y="1971675"/>
                </a:lnTo>
                <a:lnTo>
                  <a:pt x="1638300" y="1971675"/>
                </a:lnTo>
                <a:close/>
                <a:moveTo>
                  <a:pt x="685800" y="1971675"/>
                </a:moveTo>
                <a:lnTo>
                  <a:pt x="695325" y="1971675"/>
                </a:lnTo>
                <a:lnTo>
                  <a:pt x="695325" y="1981200"/>
                </a:lnTo>
                <a:lnTo>
                  <a:pt x="685800" y="1981200"/>
                </a:lnTo>
                <a:close/>
                <a:moveTo>
                  <a:pt x="123825" y="1981200"/>
                </a:moveTo>
                <a:lnTo>
                  <a:pt x="133350" y="1981200"/>
                </a:lnTo>
                <a:lnTo>
                  <a:pt x="133350" y="1990725"/>
                </a:lnTo>
                <a:lnTo>
                  <a:pt x="123825" y="1990725"/>
                </a:lnTo>
                <a:close/>
                <a:moveTo>
                  <a:pt x="1247775" y="1981200"/>
                </a:moveTo>
                <a:lnTo>
                  <a:pt x="1257300" y="1981200"/>
                </a:lnTo>
                <a:lnTo>
                  <a:pt x="1257300" y="1990725"/>
                </a:lnTo>
                <a:lnTo>
                  <a:pt x="1247775" y="1990725"/>
                </a:lnTo>
                <a:close/>
                <a:moveTo>
                  <a:pt x="1257300" y="1990725"/>
                </a:moveTo>
                <a:lnTo>
                  <a:pt x="1266825" y="1990725"/>
                </a:lnTo>
                <a:lnTo>
                  <a:pt x="1266825" y="2000250"/>
                </a:lnTo>
                <a:lnTo>
                  <a:pt x="1257300" y="2000250"/>
                </a:lnTo>
                <a:close/>
                <a:moveTo>
                  <a:pt x="1266825" y="2000250"/>
                </a:moveTo>
                <a:lnTo>
                  <a:pt x="1295400" y="2000250"/>
                </a:lnTo>
                <a:lnTo>
                  <a:pt x="1295400" y="2009775"/>
                </a:lnTo>
                <a:lnTo>
                  <a:pt x="1266825" y="2009775"/>
                </a:lnTo>
                <a:close/>
                <a:moveTo>
                  <a:pt x="1524000" y="2009775"/>
                </a:moveTo>
                <a:lnTo>
                  <a:pt x="1543050" y="2009775"/>
                </a:lnTo>
                <a:lnTo>
                  <a:pt x="1543050" y="2019300"/>
                </a:lnTo>
                <a:lnTo>
                  <a:pt x="1524000" y="2019300"/>
                </a:lnTo>
                <a:close/>
                <a:moveTo>
                  <a:pt x="762000" y="2019300"/>
                </a:moveTo>
                <a:lnTo>
                  <a:pt x="771525" y="2019300"/>
                </a:lnTo>
                <a:lnTo>
                  <a:pt x="771525" y="2028825"/>
                </a:lnTo>
                <a:lnTo>
                  <a:pt x="762000" y="2028825"/>
                </a:lnTo>
                <a:close/>
                <a:moveTo>
                  <a:pt x="647700" y="2028825"/>
                </a:moveTo>
                <a:lnTo>
                  <a:pt x="676275" y="2028825"/>
                </a:lnTo>
                <a:lnTo>
                  <a:pt x="676275" y="2038350"/>
                </a:lnTo>
                <a:lnTo>
                  <a:pt x="647700" y="2038350"/>
                </a:lnTo>
                <a:close/>
                <a:moveTo>
                  <a:pt x="152400" y="2038350"/>
                </a:moveTo>
                <a:lnTo>
                  <a:pt x="161925" y="2038350"/>
                </a:lnTo>
                <a:lnTo>
                  <a:pt x="161925" y="2066925"/>
                </a:lnTo>
                <a:lnTo>
                  <a:pt x="152400" y="2066925"/>
                </a:lnTo>
                <a:close/>
                <a:moveTo>
                  <a:pt x="114300" y="2076450"/>
                </a:moveTo>
                <a:lnTo>
                  <a:pt x="123825" y="2076450"/>
                </a:lnTo>
                <a:lnTo>
                  <a:pt x="123825" y="2085975"/>
                </a:lnTo>
                <a:lnTo>
                  <a:pt x="114300" y="2085975"/>
                </a:lnTo>
                <a:close/>
                <a:moveTo>
                  <a:pt x="133350" y="2076450"/>
                </a:moveTo>
                <a:lnTo>
                  <a:pt x="142875" y="2076450"/>
                </a:lnTo>
                <a:lnTo>
                  <a:pt x="142875" y="2085975"/>
                </a:lnTo>
                <a:lnTo>
                  <a:pt x="133350" y="2085975"/>
                </a:lnTo>
                <a:close/>
                <a:moveTo>
                  <a:pt x="114300" y="2114550"/>
                </a:moveTo>
                <a:lnTo>
                  <a:pt x="123825" y="2114550"/>
                </a:lnTo>
                <a:lnTo>
                  <a:pt x="123825" y="2152650"/>
                </a:lnTo>
                <a:lnTo>
                  <a:pt x="114300" y="2152650"/>
                </a:lnTo>
                <a:close/>
                <a:moveTo>
                  <a:pt x="504825" y="2114550"/>
                </a:moveTo>
                <a:lnTo>
                  <a:pt x="581025" y="2114550"/>
                </a:lnTo>
                <a:lnTo>
                  <a:pt x="581025" y="2124075"/>
                </a:lnTo>
                <a:lnTo>
                  <a:pt x="542925" y="2124075"/>
                </a:lnTo>
                <a:lnTo>
                  <a:pt x="542925" y="2133600"/>
                </a:lnTo>
                <a:lnTo>
                  <a:pt x="523875" y="2133600"/>
                </a:lnTo>
                <a:lnTo>
                  <a:pt x="523875" y="2124075"/>
                </a:lnTo>
                <a:lnTo>
                  <a:pt x="504825" y="2124075"/>
                </a:lnTo>
                <a:close/>
                <a:moveTo>
                  <a:pt x="619125" y="2124075"/>
                </a:moveTo>
                <a:lnTo>
                  <a:pt x="628650" y="2124075"/>
                </a:lnTo>
                <a:lnTo>
                  <a:pt x="628650" y="2133600"/>
                </a:lnTo>
                <a:lnTo>
                  <a:pt x="619125" y="2133600"/>
                </a:lnTo>
                <a:close/>
                <a:moveTo>
                  <a:pt x="400050" y="2133600"/>
                </a:moveTo>
                <a:lnTo>
                  <a:pt x="447675" y="2133600"/>
                </a:lnTo>
                <a:lnTo>
                  <a:pt x="447675" y="2152650"/>
                </a:lnTo>
                <a:lnTo>
                  <a:pt x="409575" y="2152650"/>
                </a:lnTo>
                <a:lnTo>
                  <a:pt x="409575" y="2143125"/>
                </a:lnTo>
                <a:lnTo>
                  <a:pt x="400050" y="2143125"/>
                </a:lnTo>
                <a:close/>
                <a:moveTo>
                  <a:pt x="695325" y="2133600"/>
                </a:moveTo>
                <a:lnTo>
                  <a:pt x="704850" y="2133600"/>
                </a:lnTo>
                <a:lnTo>
                  <a:pt x="704850" y="2143125"/>
                </a:lnTo>
                <a:lnTo>
                  <a:pt x="695325" y="2143125"/>
                </a:lnTo>
                <a:close/>
                <a:moveTo>
                  <a:pt x="1276350" y="2133600"/>
                </a:moveTo>
                <a:lnTo>
                  <a:pt x="1285875" y="2133600"/>
                </a:lnTo>
                <a:lnTo>
                  <a:pt x="1285875" y="2143125"/>
                </a:lnTo>
                <a:lnTo>
                  <a:pt x="1276350" y="2143125"/>
                </a:lnTo>
                <a:close/>
                <a:moveTo>
                  <a:pt x="1295400" y="2133600"/>
                </a:moveTo>
                <a:lnTo>
                  <a:pt x="1314450" y="2133600"/>
                </a:lnTo>
                <a:lnTo>
                  <a:pt x="1314450" y="2143125"/>
                </a:lnTo>
                <a:lnTo>
                  <a:pt x="1295400" y="2143125"/>
                </a:lnTo>
                <a:close/>
                <a:moveTo>
                  <a:pt x="1333500" y="2133600"/>
                </a:moveTo>
                <a:lnTo>
                  <a:pt x="1352550" y="2133600"/>
                </a:lnTo>
                <a:lnTo>
                  <a:pt x="1352550" y="2143125"/>
                </a:lnTo>
                <a:lnTo>
                  <a:pt x="1333500" y="2143125"/>
                </a:lnTo>
                <a:close/>
                <a:moveTo>
                  <a:pt x="771525" y="2143125"/>
                </a:moveTo>
                <a:lnTo>
                  <a:pt x="781050" y="2143125"/>
                </a:lnTo>
                <a:lnTo>
                  <a:pt x="781050" y="2152650"/>
                </a:lnTo>
                <a:lnTo>
                  <a:pt x="771525" y="2152650"/>
                </a:lnTo>
                <a:close/>
                <a:moveTo>
                  <a:pt x="857250" y="2143125"/>
                </a:moveTo>
                <a:lnTo>
                  <a:pt x="866775" y="2143125"/>
                </a:lnTo>
                <a:lnTo>
                  <a:pt x="866775" y="2152650"/>
                </a:lnTo>
                <a:lnTo>
                  <a:pt x="857250" y="2152650"/>
                </a:lnTo>
                <a:close/>
                <a:moveTo>
                  <a:pt x="942975" y="2143125"/>
                </a:moveTo>
                <a:lnTo>
                  <a:pt x="952500" y="2143125"/>
                </a:lnTo>
                <a:lnTo>
                  <a:pt x="952500" y="2152650"/>
                </a:lnTo>
                <a:lnTo>
                  <a:pt x="962025" y="2152650"/>
                </a:lnTo>
                <a:lnTo>
                  <a:pt x="962025" y="2162175"/>
                </a:lnTo>
                <a:lnTo>
                  <a:pt x="933450" y="2162175"/>
                </a:lnTo>
                <a:lnTo>
                  <a:pt x="933450" y="2152650"/>
                </a:lnTo>
                <a:lnTo>
                  <a:pt x="942975" y="2152650"/>
                </a:lnTo>
                <a:close/>
                <a:moveTo>
                  <a:pt x="1114425" y="2143125"/>
                </a:moveTo>
                <a:lnTo>
                  <a:pt x="1123950" y="2143125"/>
                </a:lnTo>
                <a:lnTo>
                  <a:pt x="1123950" y="2152650"/>
                </a:lnTo>
                <a:lnTo>
                  <a:pt x="1114425" y="2152650"/>
                </a:lnTo>
                <a:close/>
                <a:moveTo>
                  <a:pt x="1143000" y="2143125"/>
                </a:moveTo>
                <a:lnTo>
                  <a:pt x="1152525" y="2143125"/>
                </a:lnTo>
                <a:lnTo>
                  <a:pt x="1152525" y="2162175"/>
                </a:lnTo>
                <a:lnTo>
                  <a:pt x="1143000" y="2162175"/>
                </a:lnTo>
                <a:close/>
                <a:moveTo>
                  <a:pt x="1209675" y="2143125"/>
                </a:moveTo>
                <a:lnTo>
                  <a:pt x="1219200" y="2143125"/>
                </a:lnTo>
                <a:lnTo>
                  <a:pt x="1219200" y="2152650"/>
                </a:lnTo>
                <a:lnTo>
                  <a:pt x="1209675" y="2152650"/>
                </a:lnTo>
                <a:close/>
                <a:moveTo>
                  <a:pt x="228600" y="2152650"/>
                </a:moveTo>
                <a:lnTo>
                  <a:pt x="238125" y="2152650"/>
                </a:lnTo>
                <a:lnTo>
                  <a:pt x="238125" y="2162175"/>
                </a:lnTo>
                <a:lnTo>
                  <a:pt x="228600" y="2162175"/>
                </a:lnTo>
                <a:close/>
                <a:moveTo>
                  <a:pt x="647700" y="2152650"/>
                </a:moveTo>
                <a:lnTo>
                  <a:pt x="657225" y="2152650"/>
                </a:lnTo>
                <a:lnTo>
                  <a:pt x="657225" y="2162175"/>
                </a:lnTo>
                <a:lnTo>
                  <a:pt x="647700" y="2162175"/>
                </a:lnTo>
                <a:close/>
                <a:moveTo>
                  <a:pt x="704850" y="2152650"/>
                </a:moveTo>
                <a:lnTo>
                  <a:pt x="733425" y="2152650"/>
                </a:lnTo>
                <a:lnTo>
                  <a:pt x="733425" y="2181225"/>
                </a:lnTo>
                <a:lnTo>
                  <a:pt x="723900" y="2181225"/>
                </a:lnTo>
                <a:lnTo>
                  <a:pt x="723900" y="2190750"/>
                </a:lnTo>
                <a:lnTo>
                  <a:pt x="714375" y="2190750"/>
                </a:lnTo>
                <a:lnTo>
                  <a:pt x="714375" y="2162175"/>
                </a:lnTo>
                <a:lnTo>
                  <a:pt x="704850" y="2162175"/>
                </a:lnTo>
                <a:close/>
                <a:moveTo>
                  <a:pt x="1295400" y="2152650"/>
                </a:moveTo>
                <a:lnTo>
                  <a:pt x="1304925" y="2152650"/>
                </a:lnTo>
                <a:lnTo>
                  <a:pt x="1304925" y="2162175"/>
                </a:lnTo>
                <a:lnTo>
                  <a:pt x="1295400" y="2162175"/>
                </a:lnTo>
                <a:close/>
                <a:moveTo>
                  <a:pt x="1704975" y="2152650"/>
                </a:moveTo>
                <a:lnTo>
                  <a:pt x="1714500" y="2152650"/>
                </a:lnTo>
                <a:lnTo>
                  <a:pt x="1714500" y="2162175"/>
                </a:lnTo>
                <a:lnTo>
                  <a:pt x="1704975" y="2162175"/>
                </a:lnTo>
                <a:close/>
                <a:moveTo>
                  <a:pt x="1714500" y="2162175"/>
                </a:moveTo>
                <a:lnTo>
                  <a:pt x="1733550" y="2162175"/>
                </a:lnTo>
                <a:lnTo>
                  <a:pt x="1733550" y="2171700"/>
                </a:lnTo>
                <a:lnTo>
                  <a:pt x="1714500" y="2171700"/>
                </a:lnTo>
                <a:close/>
                <a:moveTo>
                  <a:pt x="561975" y="2171700"/>
                </a:moveTo>
                <a:lnTo>
                  <a:pt x="571500" y="2171700"/>
                </a:lnTo>
                <a:lnTo>
                  <a:pt x="571500" y="2181225"/>
                </a:lnTo>
                <a:lnTo>
                  <a:pt x="561975" y="2181225"/>
                </a:lnTo>
                <a:close/>
                <a:moveTo>
                  <a:pt x="752475" y="2171700"/>
                </a:moveTo>
                <a:lnTo>
                  <a:pt x="762000" y="2171700"/>
                </a:lnTo>
                <a:lnTo>
                  <a:pt x="762000" y="2181225"/>
                </a:lnTo>
                <a:lnTo>
                  <a:pt x="752475" y="2181225"/>
                </a:lnTo>
                <a:close/>
                <a:moveTo>
                  <a:pt x="428625" y="2181225"/>
                </a:moveTo>
                <a:lnTo>
                  <a:pt x="447675" y="2181225"/>
                </a:lnTo>
                <a:lnTo>
                  <a:pt x="447675" y="2200275"/>
                </a:lnTo>
                <a:lnTo>
                  <a:pt x="428625" y="2200275"/>
                </a:lnTo>
                <a:close/>
                <a:moveTo>
                  <a:pt x="981075" y="2181225"/>
                </a:moveTo>
                <a:lnTo>
                  <a:pt x="1009650" y="2181225"/>
                </a:lnTo>
                <a:lnTo>
                  <a:pt x="1009650" y="2190750"/>
                </a:lnTo>
                <a:lnTo>
                  <a:pt x="1038225" y="2190750"/>
                </a:lnTo>
                <a:lnTo>
                  <a:pt x="1038225" y="2181225"/>
                </a:lnTo>
                <a:lnTo>
                  <a:pt x="1047750" y="2181225"/>
                </a:lnTo>
                <a:lnTo>
                  <a:pt x="1047750" y="2190750"/>
                </a:lnTo>
                <a:lnTo>
                  <a:pt x="1057275" y="2190750"/>
                </a:lnTo>
                <a:lnTo>
                  <a:pt x="1057275" y="2209800"/>
                </a:lnTo>
                <a:lnTo>
                  <a:pt x="1038225" y="2209800"/>
                </a:lnTo>
                <a:lnTo>
                  <a:pt x="1038225" y="2200275"/>
                </a:lnTo>
                <a:lnTo>
                  <a:pt x="990600" y="2200275"/>
                </a:lnTo>
                <a:lnTo>
                  <a:pt x="990600" y="2209800"/>
                </a:lnTo>
                <a:lnTo>
                  <a:pt x="962025" y="2209800"/>
                </a:lnTo>
                <a:lnTo>
                  <a:pt x="962025" y="2190750"/>
                </a:lnTo>
                <a:lnTo>
                  <a:pt x="981075" y="2190750"/>
                </a:lnTo>
                <a:close/>
                <a:moveTo>
                  <a:pt x="1133475" y="2181225"/>
                </a:moveTo>
                <a:lnTo>
                  <a:pt x="1162050" y="2181225"/>
                </a:lnTo>
                <a:lnTo>
                  <a:pt x="1162050" y="2209800"/>
                </a:lnTo>
                <a:lnTo>
                  <a:pt x="1152525" y="2209800"/>
                </a:lnTo>
                <a:lnTo>
                  <a:pt x="1152525" y="2247900"/>
                </a:lnTo>
                <a:lnTo>
                  <a:pt x="1143000" y="2247900"/>
                </a:lnTo>
                <a:lnTo>
                  <a:pt x="1143000" y="2257425"/>
                </a:lnTo>
                <a:lnTo>
                  <a:pt x="1162050" y="2257425"/>
                </a:lnTo>
                <a:lnTo>
                  <a:pt x="1162050" y="2266950"/>
                </a:lnTo>
                <a:lnTo>
                  <a:pt x="1066800" y="2266950"/>
                </a:lnTo>
                <a:lnTo>
                  <a:pt x="1066800" y="2257425"/>
                </a:lnTo>
                <a:lnTo>
                  <a:pt x="1123950" y="2257425"/>
                </a:lnTo>
                <a:lnTo>
                  <a:pt x="1123950" y="2247900"/>
                </a:lnTo>
                <a:lnTo>
                  <a:pt x="1104900" y="2247900"/>
                </a:lnTo>
                <a:lnTo>
                  <a:pt x="1104900" y="2238375"/>
                </a:lnTo>
                <a:lnTo>
                  <a:pt x="1123950" y="2238375"/>
                </a:lnTo>
                <a:lnTo>
                  <a:pt x="1123950" y="2247900"/>
                </a:lnTo>
                <a:lnTo>
                  <a:pt x="1133475" y="2247900"/>
                </a:lnTo>
                <a:lnTo>
                  <a:pt x="1133475" y="2238375"/>
                </a:lnTo>
                <a:lnTo>
                  <a:pt x="1143000" y="2238375"/>
                </a:lnTo>
                <a:lnTo>
                  <a:pt x="1143000" y="2209800"/>
                </a:lnTo>
                <a:lnTo>
                  <a:pt x="1123950" y="2209800"/>
                </a:lnTo>
                <a:lnTo>
                  <a:pt x="1123950" y="2200275"/>
                </a:lnTo>
                <a:lnTo>
                  <a:pt x="1114425" y="2200275"/>
                </a:lnTo>
                <a:lnTo>
                  <a:pt x="1114425" y="2190750"/>
                </a:lnTo>
                <a:lnTo>
                  <a:pt x="1133475" y="2190750"/>
                </a:lnTo>
                <a:close/>
                <a:moveTo>
                  <a:pt x="1190625" y="2181225"/>
                </a:moveTo>
                <a:lnTo>
                  <a:pt x="1219200" y="2181225"/>
                </a:lnTo>
                <a:lnTo>
                  <a:pt x="1219200" y="2200275"/>
                </a:lnTo>
                <a:lnTo>
                  <a:pt x="1190625" y="2200275"/>
                </a:lnTo>
                <a:close/>
                <a:moveTo>
                  <a:pt x="1228725" y="2181225"/>
                </a:moveTo>
                <a:lnTo>
                  <a:pt x="1238250" y="2181225"/>
                </a:lnTo>
                <a:lnTo>
                  <a:pt x="1238250" y="2200275"/>
                </a:lnTo>
                <a:lnTo>
                  <a:pt x="1228725" y="2200275"/>
                </a:lnTo>
                <a:close/>
                <a:moveTo>
                  <a:pt x="133350" y="2190750"/>
                </a:moveTo>
                <a:lnTo>
                  <a:pt x="142875" y="2190750"/>
                </a:lnTo>
                <a:lnTo>
                  <a:pt x="142875" y="2276475"/>
                </a:lnTo>
                <a:lnTo>
                  <a:pt x="133350" y="2276475"/>
                </a:lnTo>
                <a:lnTo>
                  <a:pt x="133350" y="2247900"/>
                </a:lnTo>
                <a:lnTo>
                  <a:pt x="123825" y="2247900"/>
                </a:lnTo>
                <a:lnTo>
                  <a:pt x="123825" y="2238375"/>
                </a:lnTo>
                <a:lnTo>
                  <a:pt x="133350" y="2238375"/>
                </a:lnTo>
                <a:lnTo>
                  <a:pt x="133350" y="2228850"/>
                </a:lnTo>
                <a:lnTo>
                  <a:pt x="123825" y="2228850"/>
                </a:lnTo>
                <a:lnTo>
                  <a:pt x="123825" y="2200275"/>
                </a:lnTo>
                <a:lnTo>
                  <a:pt x="133350" y="2200275"/>
                </a:lnTo>
                <a:close/>
                <a:moveTo>
                  <a:pt x="285750" y="2190750"/>
                </a:moveTo>
                <a:lnTo>
                  <a:pt x="304800" y="2190750"/>
                </a:lnTo>
                <a:lnTo>
                  <a:pt x="304800" y="2200275"/>
                </a:lnTo>
                <a:lnTo>
                  <a:pt x="285750" y="2200275"/>
                </a:lnTo>
                <a:close/>
                <a:moveTo>
                  <a:pt x="371475" y="2190750"/>
                </a:moveTo>
                <a:lnTo>
                  <a:pt x="400050" y="2190750"/>
                </a:lnTo>
                <a:lnTo>
                  <a:pt x="400050" y="2219325"/>
                </a:lnTo>
                <a:lnTo>
                  <a:pt x="390525" y="2219325"/>
                </a:lnTo>
                <a:lnTo>
                  <a:pt x="390525" y="2209800"/>
                </a:lnTo>
                <a:lnTo>
                  <a:pt x="371475" y="2209800"/>
                </a:lnTo>
                <a:close/>
                <a:moveTo>
                  <a:pt x="476250" y="2190750"/>
                </a:moveTo>
                <a:lnTo>
                  <a:pt x="485775" y="2190750"/>
                </a:lnTo>
                <a:lnTo>
                  <a:pt x="485775" y="2200275"/>
                </a:lnTo>
                <a:lnTo>
                  <a:pt x="476250" y="2200275"/>
                </a:lnTo>
                <a:close/>
                <a:moveTo>
                  <a:pt x="1714500" y="2190750"/>
                </a:moveTo>
                <a:lnTo>
                  <a:pt x="1724025" y="2190750"/>
                </a:lnTo>
                <a:lnTo>
                  <a:pt x="1724025" y="2219325"/>
                </a:lnTo>
                <a:lnTo>
                  <a:pt x="1714500" y="2219325"/>
                </a:lnTo>
                <a:close/>
                <a:moveTo>
                  <a:pt x="152400" y="2200275"/>
                </a:moveTo>
                <a:lnTo>
                  <a:pt x="161925" y="2200275"/>
                </a:lnTo>
                <a:lnTo>
                  <a:pt x="161925" y="2219325"/>
                </a:lnTo>
                <a:lnTo>
                  <a:pt x="152400" y="2219325"/>
                </a:lnTo>
                <a:close/>
                <a:moveTo>
                  <a:pt x="257175" y="2200275"/>
                </a:moveTo>
                <a:lnTo>
                  <a:pt x="266700" y="2200275"/>
                </a:lnTo>
                <a:lnTo>
                  <a:pt x="266700" y="2209800"/>
                </a:lnTo>
                <a:lnTo>
                  <a:pt x="257175" y="2209800"/>
                </a:lnTo>
                <a:close/>
                <a:moveTo>
                  <a:pt x="466725" y="2209800"/>
                </a:moveTo>
                <a:lnTo>
                  <a:pt x="476250" y="2209800"/>
                </a:lnTo>
                <a:lnTo>
                  <a:pt x="476250" y="2219325"/>
                </a:lnTo>
                <a:lnTo>
                  <a:pt x="466725" y="2219325"/>
                </a:lnTo>
                <a:close/>
                <a:moveTo>
                  <a:pt x="381000" y="2219325"/>
                </a:moveTo>
                <a:lnTo>
                  <a:pt x="390525" y="2219325"/>
                </a:lnTo>
                <a:lnTo>
                  <a:pt x="390525" y="2228850"/>
                </a:lnTo>
                <a:lnTo>
                  <a:pt x="381000" y="2228850"/>
                </a:lnTo>
                <a:close/>
                <a:moveTo>
                  <a:pt x="152400" y="2238375"/>
                </a:moveTo>
                <a:lnTo>
                  <a:pt x="161925" y="2238375"/>
                </a:lnTo>
                <a:lnTo>
                  <a:pt x="161925" y="2266950"/>
                </a:lnTo>
                <a:lnTo>
                  <a:pt x="152400" y="2266950"/>
                </a:lnTo>
                <a:close/>
                <a:moveTo>
                  <a:pt x="933450" y="2238375"/>
                </a:moveTo>
                <a:lnTo>
                  <a:pt x="962025" y="2238375"/>
                </a:lnTo>
                <a:lnTo>
                  <a:pt x="962025" y="2266950"/>
                </a:lnTo>
                <a:lnTo>
                  <a:pt x="952500" y="2266950"/>
                </a:lnTo>
                <a:lnTo>
                  <a:pt x="952500" y="2257425"/>
                </a:lnTo>
                <a:lnTo>
                  <a:pt x="942975" y="2257425"/>
                </a:lnTo>
                <a:lnTo>
                  <a:pt x="942975" y="2247900"/>
                </a:lnTo>
                <a:lnTo>
                  <a:pt x="933450" y="2247900"/>
                </a:lnTo>
                <a:close/>
                <a:moveTo>
                  <a:pt x="1533525" y="2257425"/>
                </a:moveTo>
                <a:lnTo>
                  <a:pt x="1562100" y="2257425"/>
                </a:lnTo>
                <a:lnTo>
                  <a:pt x="1562100" y="2266950"/>
                </a:lnTo>
                <a:lnTo>
                  <a:pt x="1533525" y="2266950"/>
                </a:lnTo>
                <a:close/>
                <a:moveTo>
                  <a:pt x="1676400" y="2266950"/>
                </a:moveTo>
                <a:lnTo>
                  <a:pt x="1685925" y="2266950"/>
                </a:lnTo>
                <a:lnTo>
                  <a:pt x="1685925" y="2286000"/>
                </a:lnTo>
                <a:lnTo>
                  <a:pt x="1676400" y="2286000"/>
                </a:lnTo>
                <a:close/>
                <a:moveTo>
                  <a:pt x="123825" y="2276475"/>
                </a:moveTo>
                <a:lnTo>
                  <a:pt x="133350" y="2276475"/>
                </a:lnTo>
                <a:lnTo>
                  <a:pt x="133350" y="2286000"/>
                </a:lnTo>
                <a:lnTo>
                  <a:pt x="123825" y="2286000"/>
                </a:lnTo>
                <a:close/>
                <a:moveTo>
                  <a:pt x="914400" y="2286000"/>
                </a:moveTo>
                <a:lnTo>
                  <a:pt x="933450" y="2286000"/>
                </a:lnTo>
                <a:lnTo>
                  <a:pt x="933450" y="2295525"/>
                </a:lnTo>
                <a:lnTo>
                  <a:pt x="942975" y="2295525"/>
                </a:lnTo>
                <a:lnTo>
                  <a:pt x="942975" y="2305050"/>
                </a:lnTo>
                <a:lnTo>
                  <a:pt x="952500" y="2305050"/>
                </a:lnTo>
                <a:lnTo>
                  <a:pt x="952500" y="2333625"/>
                </a:lnTo>
                <a:lnTo>
                  <a:pt x="942975" y="2333625"/>
                </a:lnTo>
                <a:lnTo>
                  <a:pt x="942975" y="2324100"/>
                </a:lnTo>
                <a:lnTo>
                  <a:pt x="933450" y="2324100"/>
                </a:lnTo>
                <a:lnTo>
                  <a:pt x="933450" y="2314575"/>
                </a:lnTo>
                <a:lnTo>
                  <a:pt x="923925" y="2314575"/>
                </a:lnTo>
                <a:lnTo>
                  <a:pt x="923925" y="2305050"/>
                </a:lnTo>
                <a:lnTo>
                  <a:pt x="895350" y="2305050"/>
                </a:lnTo>
                <a:lnTo>
                  <a:pt x="895350" y="2295525"/>
                </a:lnTo>
                <a:lnTo>
                  <a:pt x="914400" y="2295525"/>
                </a:lnTo>
                <a:close/>
                <a:moveTo>
                  <a:pt x="952500" y="2286000"/>
                </a:moveTo>
                <a:lnTo>
                  <a:pt x="971550" y="2286000"/>
                </a:lnTo>
                <a:lnTo>
                  <a:pt x="971550" y="2295525"/>
                </a:lnTo>
                <a:lnTo>
                  <a:pt x="952500" y="2295525"/>
                </a:lnTo>
                <a:close/>
                <a:moveTo>
                  <a:pt x="981075" y="2286000"/>
                </a:moveTo>
                <a:lnTo>
                  <a:pt x="990600" y="2286000"/>
                </a:lnTo>
                <a:lnTo>
                  <a:pt x="990600" y="2295525"/>
                </a:lnTo>
                <a:lnTo>
                  <a:pt x="981075" y="2295525"/>
                </a:lnTo>
                <a:close/>
                <a:moveTo>
                  <a:pt x="1047750" y="2286000"/>
                </a:moveTo>
                <a:lnTo>
                  <a:pt x="1076325" y="2286000"/>
                </a:lnTo>
                <a:lnTo>
                  <a:pt x="1076325" y="2295525"/>
                </a:lnTo>
                <a:lnTo>
                  <a:pt x="1047750" y="2295525"/>
                </a:lnTo>
                <a:close/>
                <a:moveTo>
                  <a:pt x="1104900" y="2286000"/>
                </a:moveTo>
                <a:lnTo>
                  <a:pt x="1114425" y="2286000"/>
                </a:lnTo>
                <a:lnTo>
                  <a:pt x="1114425" y="2295525"/>
                </a:lnTo>
                <a:lnTo>
                  <a:pt x="1104900" y="2295525"/>
                </a:lnTo>
                <a:close/>
                <a:moveTo>
                  <a:pt x="1162050" y="2286000"/>
                </a:moveTo>
                <a:lnTo>
                  <a:pt x="1171575" y="2286000"/>
                </a:lnTo>
                <a:lnTo>
                  <a:pt x="1171575" y="2295525"/>
                </a:lnTo>
                <a:lnTo>
                  <a:pt x="1162050" y="2295525"/>
                </a:lnTo>
                <a:close/>
                <a:moveTo>
                  <a:pt x="123825" y="2305050"/>
                </a:moveTo>
                <a:lnTo>
                  <a:pt x="133350" y="2305050"/>
                </a:lnTo>
                <a:lnTo>
                  <a:pt x="133350" y="2324100"/>
                </a:lnTo>
                <a:lnTo>
                  <a:pt x="123825" y="2324100"/>
                </a:lnTo>
                <a:close/>
                <a:moveTo>
                  <a:pt x="885825" y="2305050"/>
                </a:moveTo>
                <a:lnTo>
                  <a:pt x="895350" y="2305050"/>
                </a:lnTo>
                <a:lnTo>
                  <a:pt x="895350" y="2314575"/>
                </a:lnTo>
                <a:lnTo>
                  <a:pt x="885825" y="2314575"/>
                </a:lnTo>
                <a:close/>
                <a:moveTo>
                  <a:pt x="1704975" y="2305050"/>
                </a:moveTo>
                <a:lnTo>
                  <a:pt x="1714500" y="2305050"/>
                </a:lnTo>
                <a:lnTo>
                  <a:pt x="1714500" y="2314575"/>
                </a:lnTo>
                <a:lnTo>
                  <a:pt x="1704975" y="2314575"/>
                </a:lnTo>
                <a:close/>
                <a:moveTo>
                  <a:pt x="1676400" y="2314575"/>
                </a:moveTo>
                <a:lnTo>
                  <a:pt x="1685925" y="2314575"/>
                </a:lnTo>
                <a:lnTo>
                  <a:pt x="1685925" y="2362200"/>
                </a:lnTo>
                <a:lnTo>
                  <a:pt x="1676400" y="2362200"/>
                </a:lnTo>
                <a:lnTo>
                  <a:pt x="1676400" y="2333625"/>
                </a:lnTo>
                <a:lnTo>
                  <a:pt x="1666875" y="2333625"/>
                </a:lnTo>
                <a:lnTo>
                  <a:pt x="1666875" y="2324100"/>
                </a:lnTo>
                <a:lnTo>
                  <a:pt x="1676400" y="2324100"/>
                </a:lnTo>
                <a:close/>
                <a:moveTo>
                  <a:pt x="1695450" y="2314575"/>
                </a:moveTo>
                <a:lnTo>
                  <a:pt x="1704975" y="2314575"/>
                </a:lnTo>
                <a:lnTo>
                  <a:pt x="1704975" y="2324100"/>
                </a:lnTo>
                <a:lnTo>
                  <a:pt x="1695450" y="2324100"/>
                </a:lnTo>
                <a:close/>
                <a:moveTo>
                  <a:pt x="1047750" y="2324100"/>
                </a:moveTo>
                <a:lnTo>
                  <a:pt x="1057275" y="2324100"/>
                </a:lnTo>
                <a:lnTo>
                  <a:pt x="1057275" y="2333625"/>
                </a:lnTo>
                <a:lnTo>
                  <a:pt x="1047750" y="2333625"/>
                </a:lnTo>
                <a:close/>
                <a:moveTo>
                  <a:pt x="1704975" y="2324100"/>
                </a:moveTo>
                <a:lnTo>
                  <a:pt x="1714500" y="2324100"/>
                </a:lnTo>
                <a:lnTo>
                  <a:pt x="1714500" y="2333625"/>
                </a:lnTo>
                <a:lnTo>
                  <a:pt x="1704975" y="2333625"/>
                </a:lnTo>
                <a:close/>
                <a:moveTo>
                  <a:pt x="200025" y="2333625"/>
                </a:moveTo>
                <a:lnTo>
                  <a:pt x="209550" y="2333625"/>
                </a:lnTo>
                <a:lnTo>
                  <a:pt x="209550" y="2343150"/>
                </a:lnTo>
                <a:lnTo>
                  <a:pt x="200025" y="2343150"/>
                </a:lnTo>
                <a:close/>
                <a:moveTo>
                  <a:pt x="1019175" y="2333625"/>
                </a:moveTo>
                <a:lnTo>
                  <a:pt x="1028700" y="2333625"/>
                </a:lnTo>
                <a:lnTo>
                  <a:pt x="1028700" y="2343150"/>
                </a:lnTo>
                <a:lnTo>
                  <a:pt x="1019175" y="2343150"/>
                </a:lnTo>
                <a:close/>
                <a:moveTo>
                  <a:pt x="1533525" y="2333625"/>
                </a:moveTo>
                <a:lnTo>
                  <a:pt x="1543050" y="2333625"/>
                </a:lnTo>
                <a:lnTo>
                  <a:pt x="1543050" y="2352675"/>
                </a:lnTo>
                <a:lnTo>
                  <a:pt x="1524000" y="2352675"/>
                </a:lnTo>
                <a:lnTo>
                  <a:pt x="1524000" y="2343150"/>
                </a:lnTo>
                <a:lnTo>
                  <a:pt x="1533525" y="2343150"/>
                </a:lnTo>
                <a:close/>
                <a:moveTo>
                  <a:pt x="1724025" y="2333625"/>
                </a:moveTo>
                <a:lnTo>
                  <a:pt x="1733550" y="2333625"/>
                </a:lnTo>
                <a:lnTo>
                  <a:pt x="1733550" y="2343150"/>
                </a:lnTo>
                <a:lnTo>
                  <a:pt x="1724025" y="2343150"/>
                </a:lnTo>
                <a:close/>
                <a:moveTo>
                  <a:pt x="133350" y="2371725"/>
                </a:moveTo>
                <a:lnTo>
                  <a:pt x="142875" y="2371725"/>
                </a:lnTo>
                <a:lnTo>
                  <a:pt x="142875" y="2381250"/>
                </a:lnTo>
                <a:lnTo>
                  <a:pt x="133350" y="2381250"/>
                </a:lnTo>
                <a:close/>
                <a:moveTo>
                  <a:pt x="114300" y="2381250"/>
                </a:moveTo>
                <a:lnTo>
                  <a:pt x="123825" y="2381250"/>
                </a:lnTo>
                <a:lnTo>
                  <a:pt x="123825" y="2400300"/>
                </a:lnTo>
                <a:lnTo>
                  <a:pt x="114300" y="2400300"/>
                </a:lnTo>
                <a:close/>
                <a:moveTo>
                  <a:pt x="685800" y="2381250"/>
                </a:moveTo>
                <a:lnTo>
                  <a:pt x="695325" y="2381250"/>
                </a:lnTo>
                <a:lnTo>
                  <a:pt x="695325" y="2400300"/>
                </a:lnTo>
                <a:lnTo>
                  <a:pt x="685800" y="2400300"/>
                </a:lnTo>
                <a:close/>
                <a:moveTo>
                  <a:pt x="238125" y="2390775"/>
                </a:moveTo>
                <a:lnTo>
                  <a:pt x="247650" y="2390775"/>
                </a:lnTo>
                <a:lnTo>
                  <a:pt x="247650" y="2419350"/>
                </a:lnTo>
                <a:lnTo>
                  <a:pt x="219075" y="2419350"/>
                </a:lnTo>
                <a:lnTo>
                  <a:pt x="219075" y="2400300"/>
                </a:lnTo>
                <a:lnTo>
                  <a:pt x="238125" y="2400300"/>
                </a:lnTo>
                <a:close/>
                <a:moveTo>
                  <a:pt x="1600200" y="2390775"/>
                </a:moveTo>
                <a:lnTo>
                  <a:pt x="1619250" y="2390775"/>
                </a:lnTo>
                <a:lnTo>
                  <a:pt x="1619250" y="2400300"/>
                </a:lnTo>
                <a:lnTo>
                  <a:pt x="1600200" y="2400300"/>
                </a:lnTo>
                <a:close/>
                <a:moveTo>
                  <a:pt x="857250" y="2400300"/>
                </a:moveTo>
                <a:lnTo>
                  <a:pt x="876300" y="2400300"/>
                </a:lnTo>
                <a:lnTo>
                  <a:pt x="876300" y="2419350"/>
                </a:lnTo>
                <a:lnTo>
                  <a:pt x="857250" y="2419350"/>
                </a:lnTo>
                <a:close/>
                <a:moveTo>
                  <a:pt x="114300" y="2419350"/>
                </a:moveTo>
                <a:lnTo>
                  <a:pt x="123825" y="2419350"/>
                </a:lnTo>
                <a:lnTo>
                  <a:pt x="123825" y="2438400"/>
                </a:lnTo>
                <a:lnTo>
                  <a:pt x="114300" y="2438400"/>
                </a:lnTo>
                <a:close/>
                <a:moveTo>
                  <a:pt x="266700" y="2419350"/>
                </a:moveTo>
                <a:lnTo>
                  <a:pt x="285750" y="2419350"/>
                </a:lnTo>
                <a:lnTo>
                  <a:pt x="285750" y="2438400"/>
                </a:lnTo>
                <a:lnTo>
                  <a:pt x="266700" y="2438400"/>
                </a:lnTo>
                <a:close/>
                <a:moveTo>
                  <a:pt x="1724025" y="2543175"/>
                </a:moveTo>
                <a:lnTo>
                  <a:pt x="1733550" y="2543175"/>
                </a:lnTo>
                <a:lnTo>
                  <a:pt x="1733550" y="2571750"/>
                </a:lnTo>
                <a:lnTo>
                  <a:pt x="1724025" y="2571750"/>
                </a:lnTo>
                <a:close/>
                <a:moveTo>
                  <a:pt x="647700" y="2552700"/>
                </a:moveTo>
                <a:lnTo>
                  <a:pt x="666750" y="2552700"/>
                </a:lnTo>
                <a:lnTo>
                  <a:pt x="666750" y="2562225"/>
                </a:lnTo>
                <a:lnTo>
                  <a:pt x="647700" y="2562225"/>
                </a:lnTo>
                <a:close/>
                <a:moveTo>
                  <a:pt x="1066800" y="2552700"/>
                </a:moveTo>
                <a:lnTo>
                  <a:pt x="1076325" y="2552700"/>
                </a:lnTo>
                <a:lnTo>
                  <a:pt x="1076325" y="2571750"/>
                </a:lnTo>
                <a:lnTo>
                  <a:pt x="1057275" y="2571750"/>
                </a:lnTo>
                <a:lnTo>
                  <a:pt x="1057275" y="2562225"/>
                </a:lnTo>
                <a:lnTo>
                  <a:pt x="1066800" y="2562225"/>
                </a:lnTo>
                <a:close/>
                <a:moveTo>
                  <a:pt x="600075" y="2562225"/>
                </a:moveTo>
                <a:lnTo>
                  <a:pt x="609600" y="2562225"/>
                </a:lnTo>
                <a:lnTo>
                  <a:pt x="609600" y="2581275"/>
                </a:lnTo>
                <a:lnTo>
                  <a:pt x="600075" y="2581275"/>
                </a:lnTo>
                <a:lnTo>
                  <a:pt x="600075" y="2590800"/>
                </a:lnTo>
                <a:lnTo>
                  <a:pt x="609600" y="2590800"/>
                </a:lnTo>
                <a:lnTo>
                  <a:pt x="609600" y="2600325"/>
                </a:lnTo>
                <a:lnTo>
                  <a:pt x="581025" y="2600325"/>
                </a:lnTo>
                <a:lnTo>
                  <a:pt x="581025" y="2590800"/>
                </a:lnTo>
                <a:lnTo>
                  <a:pt x="571500" y="2590800"/>
                </a:lnTo>
                <a:lnTo>
                  <a:pt x="571500" y="2581275"/>
                </a:lnTo>
                <a:lnTo>
                  <a:pt x="581025" y="2581275"/>
                </a:lnTo>
                <a:lnTo>
                  <a:pt x="581025" y="2571750"/>
                </a:lnTo>
                <a:lnTo>
                  <a:pt x="600075" y="2571750"/>
                </a:lnTo>
                <a:close/>
                <a:moveTo>
                  <a:pt x="1323975" y="2571750"/>
                </a:moveTo>
                <a:lnTo>
                  <a:pt x="1333500" y="2571750"/>
                </a:lnTo>
                <a:lnTo>
                  <a:pt x="1333500" y="2590800"/>
                </a:lnTo>
                <a:lnTo>
                  <a:pt x="1371600" y="2590800"/>
                </a:lnTo>
                <a:lnTo>
                  <a:pt x="1371600" y="2600325"/>
                </a:lnTo>
                <a:lnTo>
                  <a:pt x="1362075" y="2600325"/>
                </a:lnTo>
                <a:lnTo>
                  <a:pt x="1362075" y="2619375"/>
                </a:lnTo>
                <a:lnTo>
                  <a:pt x="1333500" y="2619375"/>
                </a:lnTo>
                <a:lnTo>
                  <a:pt x="1333500" y="2600325"/>
                </a:lnTo>
                <a:lnTo>
                  <a:pt x="1314450" y="2600325"/>
                </a:lnTo>
                <a:lnTo>
                  <a:pt x="1314450" y="2590800"/>
                </a:lnTo>
                <a:lnTo>
                  <a:pt x="1323975" y="2590800"/>
                </a:lnTo>
                <a:close/>
                <a:moveTo>
                  <a:pt x="1428750" y="2571750"/>
                </a:moveTo>
                <a:lnTo>
                  <a:pt x="1457325" y="2571750"/>
                </a:lnTo>
                <a:lnTo>
                  <a:pt x="1457325" y="2581275"/>
                </a:lnTo>
                <a:lnTo>
                  <a:pt x="1428750" y="2581275"/>
                </a:lnTo>
                <a:close/>
                <a:moveTo>
                  <a:pt x="1562100" y="2571750"/>
                </a:moveTo>
                <a:lnTo>
                  <a:pt x="1571625" y="2571750"/>
                </a:lnTo>
                <a:lnTo>
                  <a:pt x="1571625" y="2581275"/>
                </a:lnTo>
                <a:lnTo>
                  <a:pt x="1562100" y="2581275"/>
                </a:lnTo>
                <a:close/>
                <a:moveTo>
                  <a:pt x="361950" y="2581275"/>
                </a:moveTo>
                <a:lnTo>
                  <a:pt x="381000" y="2581275"/>
                </a:lnTo>
                <a:lnTo>
                  <a:pt x="381000" y="2590800"/>
                </a:lnTo>
                <a:lnTo>
                  <a:pt x="361950" y="2590800"/>
                </a:lnTo>
                <a:close/>
                <a:moveTo>
                  <a:pt x="876300" y="2581275"/>
                </a:moveTo>
                <a:lnTo>
                  <a:pt x="885825" y="2581275"/>
                </a:lnTo>
                <a:lnTo>
                  <a:pt x="885825" y="2590800"/>
                </a:lnTo>
                <a:lnTo>
                  <a:pt x="876300" y="2590800"/>
                </a:lnTo>
                <a:close/>
                <a:moveTo>
                  <a:pt x="1571625" y="2581275"/>
                </a:moveTo>
                <a:lnTo>
                  <a:pt x="1581150" y="2581275"/>
                </a:lnTo>
                <a:lnTo>
                  <a:pt x="1581150" y="2590800"/>
                </a:lnTo>
                <a:lnTo>
                  <a:pt x="1571625" y="2590800"/>
                </a:lnTo>
                <a:close/>
                <a:moveTo>
                  <a:pt x="1276350" y="2590800"/>
                </a:moveTo>
                <a:lnTo>
                  <a:pt x="1285875" y="2590800"/>
                </a:lnTo>
                <a:lnTo>
                  <a:pt x="1285875" y="2600325"/>
                </a:lnTo>
                <a:lnTo>
                  <a:pt x="1276350" y="2600325"/>
                </a:lnTo>
                <a:close/>
                <a:moveTo>
                  <a:pt x="1571625" y="2600325"/>
                </a:moveTo>
                <a:lnTo>
                  <a:pt x="1581150" y="2600325"/>
                </a:lnTo>
                <a:lnTo>
                  <a:pt x="1581150" y="2609850"/>
                </a:lnTo>
                <a:lnTo>
                  <a:pt x="1571625" y="2609850"/>
                </a:lnTo>
                <a:close/>
                <a:moveTo>
                  <a:pt x="571500" y="2619375"/>
                </a:moveTo>
                <a:lnTo>
                  <a:pt x="581025" y="2619375"/>
                </a:lnTo>
                <a:lnTo>
                  <a:pt x="581025" y="2628900"/>
                </a:lnTo>
                <a:lnTo>
                  <a:pt x="571500" y="2628900"/>
                </a:lnTo>
                <a:close/>
                <a:moveTo>
                  <a:pt x="590550" y="2619375"/>
                </a:moveTo>
                <a:lnTo>
                  <a:pt x="600075" y="2619375"/>
                </a:lnTo>
                <a:lnTo>
                  <a:pt x="600075" y="2628900"/>
                </a:lnTo>
                <a:lnTo>
                  <a:pt x="590550" y="2628900"/>
                </a:lnTo>
                <a:close/>
                <a:moveTo>
                  <a:pt x="952500" y="2619375"/>
                </a:moveTo>
                <a:lnTo>
                  <a:pt x="962025" y="2619375"/>
                </a:lnTo>
                <a:lnTo>
                  <a:pt x="962025" y="2638425"/>
                </a:lnTo>
                <a:lnTo>
                  <a:pt x="952500" y="2638425"/>
                </a:lnTo>
                <a:close/>
                <a:moveTo>
                  <a:pt x="1047750" y="2619375"/>
                </a:moveTo>
                <a:lnTo>
                  <a:pt x="1057275" y="2619375"/>
                </a:lnTo>
                <a:lnTo>
                  <a:pt x="1057275" y="2628900"/>
                </a:lnTo>
                <a:lnTo>
                  <a:pt x="1047750" y="2628900"/>
                </a:lnTo>
                <a:close/>
                <a:moveTo>
                  <a:pt x="1619250" y="2619375"/>
                </a:moveTo>
                <a:lnTo>
                  <a:pt x="1628775" y="2619375"/>
                </a:lnTo>
                <a:lnTo>
                  <a:pt x="1628775" y="2628900"/>
                </a:lnTo>
                <a:lnTo>
                  <a:pt x="1619250" y="2628900"/>
                </a:lnTo>
                <a:close/>
                <a:moveTo>
                  <a:pt x="1257300" y="2628900"/>
                </a:moveTo>
                <a:lnTo>
                  <a:pt x="1266825" y="2628900"/>
                </a:lnTo>
                <a:lnTo>
                  <a:pt x="1266825" y="2638425"/>
                </a:lnTo>
                <a:lnTo>
                  <a:pt x="1276350" y="2638425"/>
                </a:lnTo>
                <a:lnTo>
                  <a:pt x="1276350" y="2647950"/>
                </a:lnTo>
                <a:lnTo>
                  <a:pt x="1257300" y="2647950"/>
                </a:lnTo>
                <a:close/>
                <a:moveTo>
                  <a:pt x="1019175" y="2638425"/>
                </a:moveTo>
                <a:lnTo>
                  <a:pt x="1057275" y="2638425"/>
                </a:lnTo>
                <a:lnTo>
                  <a:pt x="1057275" y="2667000"/>
                </a:lnTo>
                <a:lnTo>
                  <a:pt x="1038225" y="2667000"/>
                </a:lnTo>
                <a:lnTo>
                  <a:pt x="1038225" y="2647950"/>
                </a:lnTo>
                <a:lnTo>
                  <a:pt x="1019175" y="2647950"/>
                </a:lnTo>
                <a:close/>
                <a:moveTo>
                  <a:pt x="1171575" y="2638425"/>
                </a:moveTo>
                <a:lnTo>
                  <a:pt x="1181100" y="2638425"/>
                </a:lnTo>
                <a:lnTo>
                  <a:pt x="1181100" y="2647950"/>
                </a:lnTo>
                <a:lnTo>
                  <a:pt x="1171575" y="2647950"/>
                </a:lnTo>
                <a:close/>
                <a:moveTo>
                  <a:pt x="400050" y="2647950"/>
                </a:moveTo>
                <a:lnTo>
                  <a:pt x="409575" y="2647950"/>
                </a:lnTo>
                <a:lnTo>
                  <a:pt x="409575" y="2667000"/>
                </a:lnTo>
                <a:lnTo>
                  <a:pt x="400050" y="2667000"/>
                </a:lnTo>
                <a:close/>
                <a:moveTo>
                  <a:pt x="923925" y="2647950"/>
                </a:moveTo>
                <a:lnTo>
                  <a:pt x="933450" y="2647950"/>
                </a:lnTo>
                <a:lnTo>
                  <a:pt x="933450" y="2657475"/>
                </a:lnTo>
                <a:lnTo>
                  <a:pt x="923925" y="2657475"/>
                </a:lnTo>
                <a:close/>
                <a:moveTo>
                  <a:pt x="1123950" y="2667000"/>
                </a:moveTo>
                <a:lnTo>
                  <a:pt x="1152525" y="2667000"/>
                </a:lnTo>
                <a:lnTo>
                  <a:pt x="1152525" y="2686050"/>
                </a:lnTo>
                <a:lnTo>
                  <a:pt x="1143000" y="2686050"/>
                </a:lnTo>
                <a:lnTo>
                  <a:pt x="1143000" y="2695575"/>
                </a:lnTo>
                <a:lnTo>
                  <a:pt x="1123950" y="2695575"/>
                </a:lnTo>
                <a:close/>
                <a:moveTo>
                  <a:pt x="1200150" y="2686050"/>
                </a:moveTo>
                <a:lnTo>
                  <a:pt x="1209675" y="2686050"/>
                </a:lnTo>
                <a:lnTo>
                  <a:pt x="1209675" y="2705100"/>
                </a:lnTo>
                <a:lnTo>
                  <a:pt x="1200150" y="2705100"/>
                </a:lnTo>
                <a:close/>
                <a:moveTo>
                  <a:pt x="1066800" y="2695575"/>
                </a:moveTo>
                <a:lnTo>
                  <a:pt x="1095375" y="2695575"/>
                </a:lnTo>
                <a:lnTo>
                  <a:pt x="1095375" y="2714625"/>
                </a:lnTo>
                <a:lnTo>
                  <a:pt x="1066800" y="2714625"/>
                </a:lnTo>
                <a:close/>
                <a:moveTo>
                  <a:pt x="457200" y="2705100"/>
                </a:moveTo>
                <a:lnTo>
                  <a:pt x="476250" y="2705100"/>
                </a:lnTo>
                <a:lnTo>
                  <a:pt x="476250" y="2714625"/>
                </a:lnTo>
                <a:lnTo>
                  <a:pt x="457200" y="2714625"/>
                </a:lnTo>
                <a:close/>
                <a:moveTo>
                  <a:pt x="781050" y="2705100"/>
                </a:moveTo>
                <a:lnTo>
                  <a:pt x="800100" y="2705100"/>
                </a:lnTo>
                <a:lnTo>
                  <a:pt x="800100" y="2724150"/>
                </a:lnTo>
                <a:lnTo>
                  <a:pt x="790575" y="2724150"/>
                </a:lnTo>
                <a:lnTo>
                  <a:pt x="790575" y="2714625"/>
                </a:lnTo>
                <a:lnTo>
                  <a:pt x="781050" y="2714625"/>
                </a:lnTo>
                <a:close/>
                <a:moveTo>
                  <a:pt x="819150" y="2705100"/>
                </a:moveTo>
                <a:lnTo>
                  <a:pt x="828675" y="2705100"/>
                </a:lnTo>
                <a:lnTo>
                  <a:pt x="828675" y="2714625"/>
                </a:lnTo>
                <a:lnTo>
                  <a:pt x="819150" y="2714625"/>
                </a:lnTo>
                <a:close/>
                <a:moveTo>
                  <a:pt x="400050" y="2714625"/>
                </a:moveTo>
                <a:lnTo>
                  <a:pt x="409575" y="2714625"/>
                </a:lnTo>
                <a:lnTo>
                  <a:pt x="409575" y="2733675"/>
                </a:lnTo>
                <a:lnTo>
                  <a:pt x="400050" y="2733675"/>
                </a:lnTo>
                <a:close/>
                <a:moveTo>
                  <a:pt x="990600" y="2714625"/>
                </a:moveTo>
                <a:lnTo>
                  <a:pt x="1009650" y="2714625"/>
                </a:lnTo>
                <a:lnTo>
                  <a:pt x="1009650" y="2724150"/>
                </a:lnTo>
                <a:lnTo>
                  <a:pt x="1000125" y="2724150"/>
                </a:lnTo>
                <a:lnTo>
                  <a:pt x="1000125" y="2733675"/>
                </a:lnTo>
                <a:lnTo>
                  <a:pt x="1009650" y="2733675"/>
                </a:lnTo>
                <a:lnTo>
                  <a:pt x="1009650" y="2743200"/>
                </a:lnTo>
                <a:lnTo>
                  <a:pt x="990600" y="2743200"/>
                </a:lnTo>
                <a:close/>
                <a:moveTo>
                  <a:pt x="1333500" y="2724150"/>
                </a:moveTo>
                <a:lnTo>
                  <a:pt x="1343025" y="2724150"/>
                </a:lnTo>
                <a:lnTo>
                  <a:pt x="1343025" y="2733675"/>
                </a:lnTo>
                <a:lnTo>
                  <a:pt x="1333500" y="2733675"/>
                </a:lnTo>
                <a:close/>
                <a:moveTo>
                  <a:pt x="1162050" y="2733675"/>
                </a:moveTo>
                <a:lnTo>
                  <a:pt x="1171575" y="2733675"/>
                </a:lnTo>
                <a:lnTo>
                  <a:pt x="1171575" y="2743200"/>
                </a:lnTo>
                <a:lnTo>
                  <a:pt x="1162050" y="2743200"/>
                </a:lnTo>
                <a:close/>
                <a:moveTo>
                  <a:pt x="1314450" y="2733675"/>
                </a:moveTo>
                <a:lnTo>
                  <a:pt x="1323975" y="2733675"/>
                </a:lnTo>
                <a:lnTo>
                  <a:pt x="1323975" y="2743200"/>
                </a:lnTo>
                <a:lnTo>
                  <a:pt x="1314450" y="2743200"/>
                </a:lnTo>
                <a:close/>
                <a:moveTo>
                  <a:pt x="1362075" y="2733675"/>
                </a:moveTo>
                <a:lnTo>
                  <a:pt x="1371600" y="2733675"/>
                </a:lnTo>
                <a:lnTo>
                  <a:pt x="1371600" y="2743200"/>
                </a:lnTo>
                <a:lnTo>
                  <a:pt x="1362075" y="2743200"/>
                </a:lnTo>
                <a:close/>
                <a:moveTo>
                  <a:pt x="1571625" y="2752725"/>
                </a:moveTo>
                <a:lnTo>
                  <a:pt x="1590675" y="2752725"/>
                </a:lnTo>
                <a:lnTo>
                  <a:pt x="1590675" y="2762250"/>
                </a:lnTo>
                <a:lnTo>
                  <a:pt x="1600200" y="2762250"/>
                </a:lnTo>
                <a:lnTo>
                  <a:pt x="1600200" y="2790825"/>
                </a:lnTo>
                <a:lnTo>
                  <a:pt x="1581150" y="2790825"/>
                </a:lnTo>
                <a:lnTo>
                  <a:pt x="1581150" y="2809875"/>
                </a:lnTo>
                <a:lnTo>
                  <a:pt x="1552575" y="2809875"/>
                </a:lnTo>
                <a:lnTo>
                  <a:pt x="1552575" y="2790825"/>
                </a:lnTo>
                <a:lnTo>
                  <a:pt x="1562100" y="2790825"/>
                </a:lnTo>
                <a:lnTo>
                  <a:pt x="1562100" y="2781300"/>
                </a:lnTo>
                <a:lnTo>
                  <a:pt x="1571625" y="2781300"/>
                </a:lnTo>
                <a:close/>
                <a:moveTo>
                  <a:pt x="219075" y="2828925"/>
                </a:moveTo>
                <a:lnTo>
                  <a:pt x="228600" y="2828925"/>
                </a:lnTo>
                <a:lnTo>
                  <a:pt x="228600" y="2838450"/>
                </a:lnTo>
                <a:lnTo>
                  <a:pt x="219075" y="2838450"/>
                </a:lnTo>
                <a:close/>
                <a:moveTo>
                  <a:pt x="1724025" y="2924175"/>
                </a:moveTo>
                <a:lnTo>
                  <a:pt x="1743075" y="2924175"/>
                </a:lnTo>
                <a:lnTo>
                  <a:pt x="1743075" y="2933700"/>
                </a:lnTo>
                <a:lnTo>
                  <a:pt x="1724025" y="2933700"/>
                </a:lnTo>
                <a:close/>
                <a:moveTo>
                  <a:pt x="1714500" y="2943225"/>
                </a:moveTo>
                <a:lnTo>
                  <a:pt x="1724025" y="2943225"/>
                </a:lnTo>
                <a:lnTo>
                  <a:pt x="1724025" y="2952750"/>
                </a:lnTo>
                <a:lnTo>
                  <a:pt x="1714500" y="2952750"/>
                </a:lnTo>
                <a:close/>
                <a:moveTo>
                  <a:pt x="504825" y="2981325"/>
                </a:moveTo>
                <a:lnTo>
                  <a:pt x="514350" y="2981325"/>
                </a:lnTo>
                <a:lnTo>
                  <a:pt x="514350" y="3009900"/>
                </a:lnTo>
                <a:lnTo>
                  <a:pt x="495300" y="3009900"/>
                </a:lnTo>
                <a:lnTo>
                  <a:pt x="495300" y="3019425"/>
                </a:lnTo>
                <a:lnTo>
                  <a:pt x="504825" y="3019425"/>
                </a:lnTo>
                <a:lnTo>
                  <a:pt x="504825" y="3038475"/>
                </a:lnTo>
                <a:lnTo>
                  <a:pt x="495300" y="3038475"/>
                </a:lnTo>
                <a:lnTo>
                  <a:pt x="495300" y="3048000"/>
                </a:lnTo>
                <a:lnTo>
                  <a:pt x="476250" y="3048000"/>
                </a:lnTo>
                <a:lnTo>
                  <a:pt x="476250" y="3038475"/>
                </a:lnTo>
                <a:lnTo>
                  <a:pt x="485775" y="3038475"/>
                </a:lnTo>
                <a:lnTo>
                  <a:pt x="485775" y="2990850"/>
                </a:lnTo>
                <a:lnTo>
                  <a:pt x="504825" y="2990850"/>
                </a:lnTo>
                <a:close/>
                <a:moveTo>
                  <a:pt x="561975" y="2981325"/>
                </a:moveTo>
                <a:lnTo>
                  <a:pt x="581025" y="2981325"/>
                </a:lnTo>
                <a:lnTo>
                  <a:pt x="581025" y="2990850"/>
                </a:lnTo>
                <a:lnTo>
                  <a:pt x="590550" y="2990850"/>
                </a:lnTo>
                <a:lnTo>
                  <a:pt x="590550" y="3009900"/>
                </a:lnTo>
                <a:lnTo>
                  <a:pt x="600075" y="3009900"/>
                </a:lnTo>
                <a:lnTo>
                  <a:pt x="600075" y="3019425"/>
                </a:lnTo>
                <a:lnTo>
                  <a:pt x="609600" y="3019425"/>
                </a:lnTo>
                <a:lnTo>
                  <a:pt x="609600" y="3028950"/>
                </a:lnTo>
                <a:lnTo>
                  <a:pt x="600075" y="3028950"/>
                </a:lnTo>
                <a:lnTo>
                  <a:pt x="600075" y="3038475"/>
                </a:lnTo>
                <a:lnTo>
                  <a:pt x="590550" y="3038475"/>
                </a:lnTo>
                <a:lnTo>
                  <a:pt x="590550" y="3028950"/>
                </a:lnTo>
                <a:lnTo>
                  <a:pt x="581025" y="3028950"/>
                </a:lnTo>
                <a:lnTo>
                  <a:pt x="581025" y="3009900"/>
                </a:lnTo>
                <a:lnTo>
                  <a:pt x="571500" y="3009900"/>
                </a:lnTo>
                <a:lnTo>
                  <a:pt x="571500" y="2990850"/>
                </a:lnTo>
                <a:lnTo>
                  <a:pt x="561975" y="2990850"/>
                </a:lnTo>
                <a:close/>
                <a:moveTo>
                  <a:pt x="723900" y="2981325"/>
                </a:moveTo>
                <a:lnTo>
                  <a:pt x="733425" y="2981325"/>
                </a:lnTo>
                <a:lnTo>
                  <a:pt x="733425" y="2990850"/>
                </a:lnTo>
                <a:lnTo>
                  <a:pt x="742950" y="2990850"/>
                </a:lnTo>
                <a:lnTo>
                  <a:pt x="742950" y="3009900"/>
                </a:lnTo>
                <a:lnTo>
                  <a:pt x="723900" y="3009900"/>
                </a:lnTo>
                <a:lnTo>
                  <a:pt x="723900" y="3000375"/>
                </a:lnTo>
                <a:lnTo>
                  <a:pt x="714375" y="3000375"/>
                </a:lnTo>
                <a:lnTo>
                  <a:pt x="714375" y="2990850"/>
                </a:lnTo>
                <a:lnTo>
                  <a:pt x="723900" y="2990850"/>
                </a:lnTo>
                <a:close/>
                <a:moveTo>
                  <a:pt x="333375" y="3019425"/>
                </a:moveTo>
                <a:lnTo>
                  <a:pt x="352425" y="3019425"/>
                </a:lnTo>
                <a:lnTo>
                  <a:pt x="352425" y="3028950"/>
                </a:lnTo>
                <a:lnTo>
                  <a:pt x="333375" y="3028950"/>
                </a:lnTo>
                <a:close/>
                <a:moveTo>
                  <a:pt x="457200" y="3057525"/>
                </a:moveTo>
                <a:lnTo>
                  <a:pt x="466725" y="3057525"/>
                </a:lnTo>
                <a:lnTo>
                  <a:pt x="466725" y="3067050"/>
                </a:lnTo>
                <a:lnTo>
                  <a:pt x="457200" y="3067050"/>
                </a:lnTo>
                <a:close/>
                <a:moveTo>
                  <a:pt x="838200" y="3057525"/>
                </a:moveTo>
                <a:lnTo>
                  <a:pt x="866775" y="3057525"/>
                </a:lnTo>
                <a:lnTo>
                  <a:pt x="866775" y="3076575"/>
                </a:lnTo>
                <a:lnTo>
                  <a:pt x="847725" y="3076575"/>
                </a:lnTo>
                <a:lnTo>
                  <a:pt x="847725" y="3067050"/>
                </a:lnTo>
                <a:lnTo>
                  <a:pt x="838200" y="3067050"/>
                </a:lnTo>
                <a:close/>
                <a:moveTo>
                  <a:pt x="714375" y="3114675"/>
                </a:moveTo>
                <a:lnTo>
                  <a:pt x="723900" y="3114675"/>
                </a:lnTo>
                <a:lnTo>
                  <a:pt x="723900" y="3124200"/>
                </a:lnTo>
                <a:lnTo>
                  <a:pt x="714375" y="3124200"/>
                </a:lnTo>
                <a:close/>
                <a:moveTo>
                  <a:pt x="1076325" y="3114675"/>
                </a:moveTo>
                <a:lnTo>
                  <a:pt x="1085850" y="3114675"/>
                </a:lnTo>
                <a:lnTo>
                  <a:pt x="1085850" y="3124200"/>
                </a:lnTo>
                <a:lnTo>
                  <a:pt x="1076325" y="3124200"/>
                </a:lnTo>
                <a:close/>
                <a:moveTo>
                  <a:pt x="800100" y="3124200"/>
                </a:moveTo>
                <a:lnTo>
                  <a:pt x="828675" y="3124200"/>
                </a:lnTo>
                <a:lnTo>
                  <a:pt x="828675" y="3133725"/>
                </a:lnTo>
                <a:lnTo>
                  <a:pt x="819150" y="3133725"/>
                </a:lnTo>
                <a:lnTo>
                  <a:pt x="819150" y="3152775"/>
                </a:lnTo>
                <a:lnTo>
                  <a:pt x="809625" y="3152775"/>
                </a:lnTo>
                <a:lnTo>
                  <a:pt x="809625" y="3143250"/>
                </a:lnTo>
                <a:lnTo>
                  <a:pt x="781050" y="3143250"/>
                </a:lnTo>
                <a:lnTo>
                  <a:pt x="781050" y="3133725"/>
                </a:lnTo>
                <a:lnTo>
                  <a:pt x="800100" y="3133725"/>
                </a:lnTo>
                <a:close/>
                <a:moveTo>
                  <a:pt x="885825" y="3124200"/>
                </a:moveTo>
                <a:lnTo>
                  <a:pt x="914400" y="3124200"/>
                </a:lnTo>
                <a:lnTo>
                  <a:pt x="914400" y="3133725"/>
                </a:lnTo>
                <a:lnTo>
                  <a:pt x="885825" y="3133725"/>
                </a:lnTo>
                <a:close/>
                <a:moveTo>
                  <a:pt x="942975" y="3124200"/>
                </a:moveTo>
                <a:lnTo>
                  <a:pt x="962025" y="3124200"/>
                </a:lnTo>
                <a:lnTo>
                  <a:pt x="962025" y="3133725"/>
                </a:lnTo>
                <a:lnTo>
                  <a:pt x="942975" y="3133725"/>
                </a:lnTo>
                <a:close/>
                <a:moveTo>
                  <a:pt x="1066800" y="3124200"/>
                </a:moveTo>
                <a:lnTo>
                  <a:pt x="1076325" y="3124200"/>
                </a:lnTo>
                <a:lnTo>
                  <a:pt x="1076325" y="3143250"/>
                </a:lnTo>
                <a:lnTo>
                  <a:pt x="1085850" y="3143250"/>
                </a:lnTo>
                <a:lnTo>
                  <a:pt x="1085850" y="3162300"/>
                </a:lnTo>
                <a:lnTo>
                  <a:pt x="1076325" y="3162300"/>
                </a:lnTo>
                <a:lnTo>
                  <a:pt x="1076325" y="3152775"/>
                </a:lnTo>
                <a:lnTo>
                  <a:pt x="1066800" y="3152775"/>
                </a:lnTo>
                <a:lnTo>
                  <a:pt x="1066800" y="3162300"/>
                </a:lnTo>
                <a:lnTo>
                  <a:pt x="1057275" y="3162300"/>
                </a:lnTo>
                <a:lnTo>
                  <a:pt x="1057275" y="3171825"/>
                </a:lnTo>
                <a:lnTo>
                  <a:pt x="1047750" y="3171825"/>
                </a:lnTo>
                <a:lnTo>
                  <a:pt x="1047750" y="3181350"/>
                </a:lnTo>
                <a:lnTo>
                  <a:pt x="1019175" y="3181350"/>
                </a:lnTo>
                <a:lnTo>
                  <a:pt x="1019175" y="3162300"/>
                </a:lnTo>
                <a:lnTo>
                  <a:pt x="1028700" y="3162300"/>
                </a:lnTo>
                <a:lnTo>
                  <a:pt x="1028700" y="3152775"/>
                </a:lnTo>
                <a:lnTo>
                  <a:pt x="1038225" y="3152775"/>
                </a:lnTo>
                <a:lnTo>
                  <a:pt x="1038225" y="3143250"/>
                </a:lnTo>
                <a:lnTo>
                  <a:pt x="1028700" y="3143250"/>
                </a:lnTo>
                <a:lnTo>
                  <a:pt x="1028700" y="3133725"/>
                </a:lnTo>
                <a:lnTo>
                  <a:pt x="1038225" y="3133725"/>
                </a:lnTo>
                <a:lnTo>
                  <a:pt x="1038225" y="3143250"/>
                </a:lnTo>
                <a:lnTo>
                  <a:pt x="1057275" y="3143250"/>
                </a:lnTo>
                <a:lnTo>
                  <a:pt x="1057275" y="3133725"/>
                </a:lnTo>
                <a:lnTo>
                  <a:pt x="1066800" y="3133725"/>
                </a:lnTo>
                <a:close/>
                <a:moveTo>
                  <a:pt x="857250" y="3133725"/>
                </a:moveTo>
                <a:lnTo>
                  <a:pt x="876300" y="3133725"/>
                </a:lnTo>
                <a:lnTo>
                  <a:pt x="876300" y="3143250"/>
                </a:lnTo>
                <a:lnTo>
                  <a:pt x="857250" y="3143250"/>
                </a:lnTo>
                <a:close/>
                <a:moveTo>
                  <a:pt x="962025" y="3133725"/>
                </a:moveTo>
                <a:lnTo>
                  <a:pt x="971550" y="3133725"/>
                </a:lnTo>
                <a:lnTo>
                  <a:pt x="971550" y="3143250"/>
                </a:lnTo>
                <a:lnTo>
                  <a:pt x="962025" y="3143250"/>
                </a:lnTo>
                <a:close/>
                <a:moveTo>
                  <a:pt x="1609725" y="3133725"/>
                </a:moveTo>
                <a:lnTo>
                  <a:pt x="1619250" y="3133725"/>
                </a:lnTo>
                <a:lnTo>
                  <a:pt x="1619250" y="3143250"/>
                </a:lnTo>
                <a:lnTo>
                  <a:pt x="1609725" y="3143250"/>
                </a:lnTo>
                <a:close/>
                <a:moveTo>
                  <a:pt x="1638300" y="3133725"/>
                </a:moveTo>
                <a:lnTo>
                  <a:pt x="1647825" y="3133725"/>
                </a:lnTo>
                <a:lnTo>
                  <a:pt x="1647825" y="3143250"/>
                </a:lnTo>
                <a:lnTo>
                  <a:pt x="1638300" y="3143250"/>
                </a:lnTo>
                <a:close/>
                <a:moveTo>
                  <a:pt x="723900" y="3162300"/>
                </a:moveTo>
                <a:lnTo>
                  <a:pt x="742950" y="3162300"/>
                </a:lnTo>
                <a:lnTo>
                  <a:pt x="742950" y="3171825"/>
                </a:lnTo>
                <a:lnTo>
                  <a:pt x="723900" y="3171825"/>
                </a:lnTo>
                <a:close/>
                <a:moveTo>
                  <a:pt x="695325" y="3181350"/>
                </a:moveTo>
                <a:lnTo>
                  <a:pt x="704850" y="3181350"/>
                </a:lnTo>
                <a:lnTo>
                  <a:pt x="704850" y="3190875"/>
                </a:lnTo>
                <a:lnTo>
                  <a:pt x="695325" y="3190875"/>
                </a:lnTo>
                <a:close/>
                <a:moveTo>
                  <a:pt x="561975" y="3228975"/>
                </a:moveTo>
                <a:lnTo>
                  <a:pt x="581025" y="3228975"/>
                </a:lnTo>
                <a:lnTo>
                  <a:pt x="581025" y="3238500"/>
                </a:lnTo>
                <a:lnTo>
                  <a:pt x="561975" y="3238500"/>
                </a:lnTo>
                <a:close/>
                <a:moveTo>
                  <a:pt x="609600" y="3228975"/>
                </a:moveTo>
                <a:lnTo>
                  <a:pt x="619125" y="3228975"/>
                </a:lnTo>
                <a:lnTo>
                  <a:pt x="619125" y="3248025"/>
                </a:lnTo>
                <a:lnTo>
                  <a:pt x="638175" y="3248025"/>
                </a:lnTo>
                <a:lnTo>
                  <a:pt x="638175" y="3257550"/>
                </a:lnTo>
                <a:lnTo>
                  <a:pt x="619125" y="3257550"/>
                </a:lnTo>
                <a:lnTo>
                  <a:pt x="619125" y="3267075"/>
                </a:lnTo>
                <a:lnTo>
                  <a:pt x="609600" y="3267075"/>
                </a:lnTo>
                <a:lnTo>
                  <a:pt x="609600" y="3276600"/>
                </a:lnTo>
                <a:lnTo>
                  <a:pt x="590550" y="3276600"/>
                </a:lnTo>
                <a:lnTo>
                  <a:pt x="590550" y="3267075"/>
                </a:lnTo>
                <a:lnTo>
                  <a:pt x="600075" y="3267075"/>
                </a:lnTo>
                <a:lnTo>
                  <a:pt x="600075" y="3248025"/>
                </a:lnTo>
                <a:lnTo>
                  <a:pt x="609600" y="3248025"/>
                </a:lnTo>
                <a:close/>
                <a:moveTo>
                  <a:pt x="628650" y="3228975"/>
                </a:moveTo>
                <a:lnTo>
                  <a:pt x="638175" y="3228975"/>
                </a:lnTo>
                <a:lnTo>
                  <a:pt x="638175" y="3238500"/>
                </a:lnTo>
                <a:lnTo>
                  <a:pt x="628650" y="3238500"/>
                </a:lnTo>
                <a:close/>
                <a:moveTo>
                  <a:pt x="647700" y="3228975"/>
                </a:moveTo>
                <a:lnTo>
                  <a:pt x="666750" y="3228975"/>
                </a:lnTo>
                <a:lnTo>
                  <a:pt x="666750" y="3238500"/>
                </a:lnTo>
                <a:lnTo>
                  <a:pt x="657225" y="3238500"/>
                </a:lnTo>
                <a:lnTo>
                  <a:pt x="657225" y="3248025"/>
                </a:lnTo>
                <a:lnTo>
                  <a:pt x="647700" y="3248025"/>
                </a:lnTo>
                <a:close/>
                <a:moveTo>
                  <a:pt x="923925" y="3228975"/>
                </a:moveTo>
                <a:lnTo>
                  <a:pt x="942975" y="3228975"/>
                </a:lnTo>
                <a:lnTo>
                  <a:pt x="942975" y="3248025"/>
                </a:lnTo>
                <a:lnTo>
                  <a:pt x="923925" y="3248025"/>
                </a:lnTo>
                <a:close/>
                <a:moveTo>
                  <a:pt x="838200" y="3238500"/>
                </a:moveTo>
                <a:lnTo>
                  <a:pt x="866775" y="3238500"/>
                </a:lnTo>
                <a:lnTo>
                  <a:pt x="866775" y="3248025"/>
                </a:lnTo>
                <a:lnTo>
                  <a:pt x="876300" y="3248025"/>
                </a:lnTo>
                <a:lnTo>
                  <a:pt x="876300" y="3267075"/>
                </a:lnTo>
                <a:lnTo>
                  <a:pt x="847725" y="3267075"/>
                </a:lnTo>
                <a:lnTo>
                  <a:pt x="847725" y="3257550"/>
                </a:lnTo>
                <a:lnTo>
                  <a:pt x="857250" y="3257550"/>
                </a:lnTo>
                <a:lnTo>
                  <a:pt x="857250" y="3248025"/>
                </a:lnTo>
                <a:lnTo>
                  <a:pt x="838200" y="3248025"/>
                </a:lnTo>
                <a:close/>
                <a:moveTo>
                  <a:pt x="1304925" y="3248025"/>
                </a:moveTo>
                <a:lnTo>
                  <a:pt x="1314450" y="3248025"/>
                </a:lnTo>
                <a:lnTo>
                  <a:pt x="1314450" y="3257550"/>
                </a:lnTo>
                <a:lnTo>
                  <a:pt x="1304925" y="3257550"/>
                </a:lnTo>
                <a:close/>
                <a:moveTo>
                  <a:pt x="1409700" y="3267075"/>
                </a:moveTo>
                <a:lnTo>
                  <a:pt x="1419225" y="3267075"/>
                </a:lnTo>
                <a:lnTo>
                  <a:pt x="1419225" y="3276600"/>
                </a:lnTo>
                <a:lnTo>
                  <a:pt x="1409700" y="3276600"/>
                </a:lnTo>
                <a:close/>
                <a:moveTo>
                  <a:pt x="352425" y="3476625"/>
                </a:moveTo>
                <a:lnTo>
                  <a:pt x="381000" y="3476625"/>
                </a:lnTo>
                <a:lnTo>
                  <a:pt x="381000" y="3486150"/>
                </a:lnTo>
                <a:lnTo>
                  <a:pt x="361950" y="3486150"/>
                </a:lnTo>
                <a:lnTo>
                  <a:pt x="361950" y="3495675"/>
                </a:lnTo>
                <a:lnTo>
                  <a:pt x="352425" y="3495675"/>
                </a:lnTo>
                <a:close/>
                <a:moveTo>
                  <a:pt x="400050" y="3476625"/>
                </a:moveTo>
                <a:lnTo>
                  <a:pt x="428625" y="3476625"/>
                </a:lnTo>
                <a:lnTo>
                  <a:pt x="428625" y="3486150"/>
                </a:lnTo>
                <a:lnTo>
                  <a:pt x="400050" y="3486150"/>
                </a:lnTo>
                <a:close/>
                <a:moveTo>
                  <a:pt x="466725" y="3476625"/>
                </a:moveTo>
                <a:lnTo>
                  <a:pt x="476250" y="3476625"/>
                </a:lnTo>
                <a:lnTo>
                  <a:pt x="476250" y="3486150"/>
                </a:lnTo>
                <a:lnTo>
                  <a:pt x="466725" y="3486150"/>
                </a:lnTo>
                <a:close/>
                <a:moveTo>
                  <a:pt x="542925" y="3476625"/>
                </a:moveTo>
                <a:lnTo>
                  <a:pt x="552450" y="3476625"/>
                </a:lnTo>
                <a:lnTo>
                  <a:pt x="552450" y="3495675"/>
                </a:lnTo>
                <a:lnTo>
                  <a:pt x="571500" y="3495675"/>
                </a:lnTo>
                <a:lnTo>
                  <a:pt x="571500" y="3505200"/>
                </a:lnTo>
                <a:lnTo>
                  <a:pt x="581025" y="3505200"/>
                </a:lnTo>
                <a:lnTo>
                  <a:pt x="581025" y="3533775"/>
                </a:lnTo>
                <a:lnTo>
                  <a:pt x="523875" y="3533775"/>
                </a:lnTo>
                <a:lnTo>
                  <a:pt x="523875" y="3524250"/>
                </a:lnTo>
                <a:lnTo>
                  <a:pt x="542925" y="3524250"/>
                </a:lnTo>
                <a:lnTo>
                  <a:pt x="542925" y="3514725"/>
                </a:lnTo>
                <a:lnTo>
                  <a:pt x="533400" y="3514725"/>
                </a:lnTo>
                <a:lnTo>
                  <a:pt x="533400" y="3495675"/>
                </a:lnTo>
                <a:lnTo>
                  <a:pt x="523875" y="3495675"/>
                </a:lnTo>
                <a:lnTo>
                  <a:pt x="523875" y="3486150"/>
                </a:lnTo>
                <a:lnTo>
                  <a:pt x="542925" y="3486150"/>
                </a:lnTo>
                <a:close/>
                <a:moveTo>
                  <a:pt x="561975" y="3476625"/>
                </a:moveTo>
                <a:lnTo>
                  <a:pt x="571500" y="3476625"/>
                </a:lnTo>
                <a:lnTo>
                  <a:pt x="571500" y="3486150"/>
                </a:lnTo>
                <a:lnTo>
                  <a:pt x="561975" y="3486150"/>
                </a:lnTo>
                <a:close/>
                <a:moveTo>
                  <a:pt x="1028700" y="3476625"/>
                </a:moveTo>
                <a:lnTo>
                  <a:pt x="1057275" y="3476625"/>
                </a:lnTo>
                <a:lnTo>
                  <a:pt x="1057275" y="3486150"/>
                </a:lnTo>
                <a:lnTo>
                  <a:pt x="1028700" y="3486150"/>
                </a:lnTo>
                <a:close/>
                <a:moveTo>
                  <a:pt x="1104900" y="3476625"/>
                </a:moveTo>
                <a:lnTo>
                  <a:pt x="1133475" y="3476625"/>
                </a:lnTo>
                <a:lnTo>
                  <a:pt x="1133475" y="3486150"/>
                </a:lnTo>
                <a:lnTo>
                  <a:pt x="1104900" y="3486150"/>
                </a:lnTo>
                <a:close/>
                <a:moveTo>
                  <a:pt x="428625" y="3486150"/>
                </a:moveTo>
                <a:lnTo>
                  <a:pt x="438150" y="3486150"/>
                </a:lnTo>
                <a:lnTo>
                  <a:pt x="438150" y="3495675"/>
                </a:lnTo>
                <a:lnTo>
                  <a:pt x="428625" y="3495675"/>
                </a:lnTo>
                <a:close/>
                <a:moveTo>
                  <a:pt x="476250" y="3486150"/>
                </a:moveTo>
                <a:lnTo>
                  <a:pt x="485775" y="3486150"/>
                </a:lnTo>
                <a:lnTo>
                  <a:pt x="485775" y="3495675"/>
                </a:lnTo>
                <a:lnTo>
                  <a:pt x="476250" y="3495675"/>
                </a:lnTo>
                <a:close/>
                <a:moveTo>
                  <a:pt x="704850" y="3486150"/>
                </a:moveTo>
                <a:lnTo>
                  <a:pt x="714375" y="3486150"/>
                </a:lnTo>
                <a:lnTo>
                  <a:pt x="714375" y="3505200"/>
                </a:lnTo>
                <a:lnTo>
                  <a:pt x="704850" y="3505200"/>
                </a:lnTo>
                <a:close/>
                <a:moveTo>
                  <a:pt x="1095375" y="3486150"/>
                </a:moveTo>
                <a:lnTo>
                  <a:pt x="1104900" y="3486150"/>
                </a:lnTo>
                <a:lnTo>
                  <a:pt x="1104900" y="3495675"/>
                </a:lnTo>
                <a:lnTo>
                  <a:pt x="1095375" y="3495675"/>
                </a:lnTo>
                <a:close/>
                <a:moveTo>
                  <a:pt x="400050" y="3505200"/>
                </a:moveTo>
                <a:lnTo>
                  <a:pt x="457200" y="3505200"/>
                </a:lnTo>
                <a:lnTo>
                  <a:pt x="457200" y="3514725"/>
                </a:lnTo>
                <a:lnTo>
                  <a:pt x="466725" y="3514725"/>
                </a:lnTo>
                <a:lnTo>
                  <a:pt x="466725" y="3524250"/>
                </a:lnTo>
                <a:lnTo>
                  <a:pt x="457200" y="3524250"/>
                </a:lnTo>
                <a:lnTo>
                  <a:pt x="457200" y="3533775"/>
                </a:lnTo>
                <a:lnTo>
                  <a:pt x="428625" y="3533775"/>
                </a:lnTo>
                <a:lnTo>
                  <a:pt x="428625" y="3524250"/>
                </a:lnTo>
                <a:lnTo>
                  <a:pt x="419100" y="3524250"/>
                </a:lnTo>
                <a:lnTo>
                  <a:pt x="419100" y="3514725"/>
                </a:lnTo>
                <a:lnTo>
                  <a:pt x="409575" y="3514725"/>
                </a:lnTo>
                <a:lnTo>
                  <a:pt x="409575" y="3524250"/>
                </a:lnTo>
                <a:lnTo>
                  <a:pt x="400050" y="3524250"/>
                </a:lnTo>
                <a:close/>
                <a:moveTo>
                  <a:pt x="981075" y="3505200"/>
                </a:moveTo>
                <a:lnTo>
                  <a:pt x="990600" y="3505200"/>
                </a:lnTo>
                <a:lnTo>
                  <a:pt x="990600" y="3524250"/>
                </a:lnTo>
                <a:lnTo>
                  <a:pt x="981075" y="3524250"/>
                </a:lnTo>
                <a:close/>
                <a:moveTo>
                  <a:pt x="361950" y="3514725"/>
                </a:moveTo>
                <a:lnTo>
                  <a:pt x="381000" y="3514725"/>
                </a:lnTo>
                <a:lnTo>
                  <a:pt x="381000" y="3524250"/>
                </a:lnTo>
                <a:lnTo>
                  <a:pt x="390525" y="3524250"/>
                </a:lnTo>
                <a:lnTo>
                  <a:pt x="390525" y="3533775"/>
                </a:lnTo>
                <a:lnTo>
                  <a:pt x="371475" y="3533775"/>
                </a:lnTo>
                <a:lnTo>
                  <a:pt x="371475" y="3543300"/>
                </a:lnTo>
                <a:lnTo>
                  <a:pt x="333375" y="3543300"/>
                </a:lnTo>
                <a:lnTo>
                  <a:pt x="333375" y="3533775"/>
                </a:lnTo>
                <a:lnTo>
                  <a:pt x="342900" y="3533775"/>
                </a:lnTo>
                <a:lnTo>
                  <a:pt x="342900" y="3524250"/>
                </a:lnTo>
                <a:lnTo>
                  <a:pt x="361950" y="3524250"/>
                </a:lnTo>
                <a:close/>
                <a:moveTo>
                  <a:pt x="133350" y="3524250"/>
                </a:moveTo>
                <a:lnTo>
                  <a:pt x="142875" y="3524250"/>
                </a:lnTo>
                <a:lnTo>
                  <a:pt x="142875" y="3543300"/>
                </a:lnTo>
                <a:lnTo>
                  <a:pt x="133350" y="3543300"/>
                </a:lnTo>
                <a:close/>
                <a:moveTo>
                  <a:pt x="180975" y="3524250"/>
                </a:moveTo>
                <a:lnTo>
                  <a:pt x="190500" y="3524250"/>
                </a:lnTo>
                <a:lnTo>
                  <a:pt x="190500" y="3533775"/>
                </a:lnTo>
                <a:lnTo>
                  <a:pt x="180975" y="3533775"/>
                </a:lnTo>
                <a:close/>
                <a:moveTo>
                  <a:pt x="190500" y="3533775"/>
                </a:moveTo>
                <a:lnTo>
                  <a:pt x="200025" y="3533775"/>
                </a:lnTo>
                <a:lnTo>
                  <a:pt x="200025" y="3543300"/>
                </a:lnTo>
                <a:lnTo>
                  <a:pt x="190500" y="3543300"/>
                </a:lnTo>
                <a:close/>
                <a:moveTo>
                  <a:pt x="1152525" y="3533775"/>
                </a:moveTo>
                <a:lnTo>
                  <a:pt x="1162050" y="3533775"/>
                </a:lnTo>
                <a:lnTo>
                  <a:pt x="1162050" y="3543300"/>
                </a:lnTo>
                <a:lnTo>
                  <a:pt x="1152525" y="3543300"/>
                </a:lnTo>
                <a:close/>
                <a:moveTo>
                  <a:pt x="333375" y="3571875"/>
                </a:moveTo>
                <a:lnTo>
                  <a:pt x="342900" y="3571875"/>
                </a:lnTo>
                <a:lnTo>
                  <a:pt x="342900" y="3581400"/>
                </a:lnTo>
                <a:lnTo>
                  <a:pt x="361950" y="3581400"/>
                </a:lnTo>
                <a:lnTo>
                  <a:pt x="361950" y="3590925"/>
                </a:lnTo>
                <a:lnTo>
                  <a:pt x="333375" y="3590925"/>
                </a:lnTo>
                <a:close/>
                <a:moveTo>
                  <a:pt x="457200" y="3571875"/>
                </a:moveTo>
                <a:lnTo>
                  <a:pt x="466725" y="3571875"/>
                </a:lnTo>
                <a:lnTo>
                  <a:pt x="466725" y="3581400"/>
                </a:lnTo>
                <a:lnTo>
                  <a:pt x="457200" y="3581400"/>
                </a:lnTo>
                <a:close/>
                <a:moveTo>
                  <a:pt x="1085850" y="3571875"/>
                </a:moveTo>
                <a:lnTo>
                  <a:pt x="1104900" y="3571875"/>
                </a:lnTo>
                <a:lnTo>
                  <a:pt x="1104900" y="3581400"/>
                </a:lnTo>
                <a:lnTo>
                  <a:pt x="1114425" y="3581400"/>
                </a:lnTo>
                <a:lnTo>
                  <a:pt x="1114425" y="3590925"/>
                </a:lnTo>
                <a:lnTo>
                  <a:pt x="1104900" y="3590925"/>
                </a:lnTo>
                <a:lnTo>
                  <a:pt x="1104900" y="3600450"/>
                </a:lnTo>
                <a:lnTo>
                  <a:pt x="1095375" y="3600450"/>
                </a:lnTo>
                <a:lnTo>
                  <a:pt x="1095375" y="3590925"/>
                </a:lnTo>
                <a:lnTo>
                  <a:pt x="1076325" y="3590925"/>
                </a:lnTo>
                <a:lnTo>
                  <a:pt x="1076325" y="3581400"/>
                </a:lnTo>
                <a:lnTo>
                  <a:pt x="1085850" y="3581400"/>
                </a:lnTo>
                <a:close/>
                <a:moveTo>
                  <a:pt x="1143000" y="3571875"/>
                </a:moveTo>
                <a:lnTo>
                  <a:pt x="1152525" y="3571875"/>
                </a:lnTo>
                <a:lnTo>
                  <a:pt x="1152525" y="3600450"/>
                </a:lnTo>
                <a:lnTo>
                  <a:pt x="1143000" y="3600450"/>
                </a:lnTo>
                <a:lnTo>
                  <a:pt x="1143000" y="3590925"/>
                </a:lnTo>
                <a:lnTo>
                  <a:pt x="1133475" y="3590925"/>
                </a:lnTo>
                <a:lnTo>
                  <a:pt x="1133475" y="3581400"/>
                </a:lnTo>
                <a:lnTo>
                  <a:pt x="1143000" y="3581400"/>
                </a:lnTo>
                <a:close/>
                <a:moveTo>
                  <a:pt x="533400" y="3581400"/>
                </a:moveTo>
                <a:lnTo>
                  <a:pt x="542925" y="3581400"/>
                </a:lnTo>
                <a:lnTo>
                  <a:pt x="542925" y="3590925"/>
                </a:lnTo>
                <a:lnTo>
                  <a:pt x="533400" y="3590925"/>
                </a:lnTo>
                <a:close/>
                <a:moveTo>
                  <a:pt x="866775" y="3581400"/>
                </a:moveTo>
                <a:lnTo>
                  <a:pt x="895350" y="3581400"/>
                </a:lnTo>
                <a:lnTo>
                  <a:pt x="895350" y="3590925"/>
                </a:lnTo>
                <a:lnTo>
                  <a:pt x="904875" y="3590925"/>
                </a:lnTo>
                <a:lnTo>
                  <a:pt x="904875" y="3609975"/>
                </a:lnTo>
                <a:lnTo>
                  <a:pt x="885825" y="3609975"/>
                </a:lnTo>
                <a:lnTo>
                  <a:pt x="885825" y="3590925"/>
                </a:lnTo>
                <a:lnTo>
                  <a:pt x="866775" y="3590925"/>
                </a:lnTo>
                <a:close/>
                <a:moveTo>
                  <a:pt x="1314450" y="3581400"/>
                </a:moveTo>
                <a:lnTo>
                  <a:pt x="1333500" y="3581400"/>
                </a:lnTo>
                <a:lnTo>
                  <a:pt x="1333500" y="3590925"/>
                </a:lnTo>
                <a:lnTo>
                  <a:pt x="1314450" y="3590925"/>
                </a:lnTo>
                <a:close/>
                <a:moveTo>
                  <a:pt x="257175" y="3590925"/>
                </a:moveTo>
                <a:lnTo>
                  <a:pt x="276225" y="3590925"/>
                </a:lnTo>
                <a:lnTo>
                  <a:pt x="276225" y="3600450"/>
                </a:lnTo>
                <a:lnTo>
                  <a:pt x="257175" y="3600450"/>
                </a:lnTo>
                <a:close/>
                <a:moveTo>
                  <a:pt x="619125" y="3590925"/>
                </a:moveTo>
                <a:lnTo>
                  <a:pt x="638175" y="3590925"/>
                </a:lnTo>
                <a:lnTo>
                  <a:pt x="638175" y="3609975"/>
                </a:lnTo>
                <a:lnTo>
                  <a:pt x="628650" y="3609975"/>
                </a:lnTo>
                <a:lnTo>
                  <a:pt x="628650" y="3600450"/>
                </a:lnTo>
                <a:lnTo>
                  <a:pt x="619125" y="3600450"/>
                </a:lnTo>
                <a:close/>
                <a:moveTo>
                  <a:pt x="219075" y="3600450"/>
                </a:moveTo>
                <a:lnTo>
                  <a:pt x="238125" y="3600450"/>
                </a:lnTo>
                <a:lnTo>
                  <a:pt x="238125" y="3609975"/>
                </a:lnTo>
                <a:lnTo>
                  <a:pt x="247650" y="3609975"/>
                </a:lnTo>
                <a:lnTo>
                  <a:pt x="247650" y="3619500"/>
                </a:lnTo>
                <a:lnTo>
                  <a:pt x="285750" y="3619500"/>
                </a:lnTo>
                <a:lnTo>
                  <a:pt x="285750" y="3629025"/>
                </a:lnTo>
                <a:lnTo>
                  <a:pt x="304800" y="3629025"/>
                </a:lnTo>
                <a:lnTo>
                  <a:pt x="304800" y="3638550"/>
                </a:lnTo>
                <a:lnTo>
                  <a:pt x="295275" y="3638550"/>
                </a:lnTo>
                <a:lnTo>
                  <a:pt x="295275" y="3648075"/>
                </a:lnTo>
                <a:lnTo>
                  <a:pt x="266700" y="3648075"/>
                </a:lnTo>
                <a:lnTo>
                  <a:pt x="266700" y="3638550"/>
                </a:lnTo>
                <a:lnTo>
                  <a:pt x="228600" y="3638550"/>
                </a:lnTo>
                <a:lnTo>
                  <a:pt x="228600" y="3619500"/>
                </a:lnTo>
                <a:lnTo>
                  <a:pt x="219075" y="3619500"/>
                </a:lnTo>
                <a:close/>
                <a:moveTo>
                  <a:pt x="952500" y="3609975"/>
                </a:moveTo>
                <a:lnTo>
                  <a:pt x="981075" y="3609975"/>
                </a:lnTo>
                <a:lnTo>
                  <a:pt x="981075" y="3638550"/>
                </a:lnTo>
                <a:lnTo>
                  <a:pt x="971550" y="3638550"/>
                </a:lnTo>
                <a:lnTo>
                  <a:pt x="971550" y="3629025"/>
                </a:lnTo>
                <a:lnTo>
                  <a:pt x="962025" y="3629025"/>
                </a:lnTo>
                <a:lnTo>
                  <a:pt x="962025" y="3638550"/>
                </a:lnTo>
                <a:lnTo>
                  <a:pt x="952500" y="3638550"/>
                </a:lnTo>
                <a:close/>
                <a:moveTo>
                  <a:pt x="171450" y="3619500"/>
                </a:moveTo>
                <a:lnTo>
                  <a:pt x="180975" y="3619500"/>
                </a:lnTo>
                <a:lnTo>
                  <a:pt x="180975" y="3629025"/>
                </a:lnTo>
                <a:lnTo>
                  <a:pt x="200025" y="3629025"/>
                </a:lnTo>
                <a:lnTo>
                  <a:pt x="200025" y="3638550"/>
                </a:lnTo>
                <a:lnTo>
                  <a:pt x="190500" y="3638550"/>
                </a:lnTo>
                <a:lnTo>
                  <a:pt x="190500" y="3648075"/>
                </a:lnTo>
                <a:lnTo>
                  <a:pt x="152400" y="3648075"/>
                </a:lnTo>
                <a:lnTo>
                  <a:pt x="152400" y="3629025"/>
                </a:lnTo>
                <a:lnTo>
                  <a:pt x="161925" y="3629025"/>
                </a:lnTo>
                <a:lnTo>
                  <a:pt x="161925" y="3638550"/>
                </a:lnTo>
                <a:lnTo>
                  <a:pt x="171450" y="3638550"/>
                </a:lnTo>
                <a:close/>
                <a:moveTo>
                  <a:pt x="323850" y="3619500"/>
                </a:moveTo>
                <a:lnTo>
                  <a:pt x="352425" y="3619500"/>
                </a:lnTo>
                <a:lnTo>
                  <a:pt x="352425" y="3638550"/>
                </a:lnTo>
                <a:lnTo>
                  <a:pt x="323850" y="3638550"/>
                </a:lnTo>
                <a:close/>
                <a:moveTo>
                  <a:pt x="361950" y="3629025"/>
                </a:moveTo>
                <a:lnTo>
                  <a:pt x="371475" y="3629025"/>
                </a:lnTo>
                <a:lnTo>
                  <a:pt x="371475" y="3638550"/>
                </a:lnTo>
                <a:lnTo>
                  <a:pt x="361950" y="3638550"/>
                </a:lnTo>
                <a:close/>
                <a:moveTo>
                  <a:pt x="723900" y="3629025"/>
                </a:moveTo>
                <a:lnTo>
                  <a:pt x="742950" y="3629025"/>
                </a:lnTo>
                <a:lnTo>
                  <a:pt x="742950" y="3648075"/>
                </a:lnTo>
                <a:lnTo>
                  <a:pt x="714375" y="3648075"/>
                </a:lnTo>
                <a:lnTo>
                  <a:pt x="714375" y="3638550"/>
                </a:lnTo>
                <a:lnTo>
                  <a:pt x="723900" y="3638550"/>
                </a:lnTo>
                <a:close/>
                <a:moveTo>
                  <a:pt x="800100" y="3629025"/>
                </a:moveTo>
                <a:lnTo>
                  <a:pt x="819150" y="3629025"/>
                </a:lnTo>
                <a:lnTo>
                  <a:pt x="819150" y="3638550"/>
                </a:lnTo>
                <a:lnTo>
                  <a:pt x="838200" y="3638550"/>
                </a:lnTo>
                <a:lnTo>
                  <a:pt x="838200" y="3648075"/>
                </a:lnTo>
                <a:lnTo>
                  <a:pt x="781050" y="3648075"/>
                </a:lnTo>
                <a:lnTo>
                  <a:pt x="781050" y="3638550"/>
                </a:lnTo>
                <a:lnTo>
                  <a:pt x="800100" y="3638550"/>
                </a:lnTo>
                <a:close/>
                <a:moveTo>
                  <a:pt x="847725" y="3629025"/>
                </a:moveTo>
                <a:lnTo>
                  <a:pt x="876300" y="3629025"/>
                </a:lnTo>
                <a:lnTo>
                  <a:pt x="876300" y="3638550"/>
                </a:lnTo>
                <a:lnTo>
                  <a:pt x="866775" y="3638550"/>
                </a:lnTo>
                <a:lnTo>
                  <a:pt x="866775" y="3648075"/>
                </a:lnTo>
                <a:lnTo>
                  <a:pt x="847725" y="3648075"/>
                </a:lnTo>
                <a:close/>
                <a:moveTo>
                  <a:pt x="381000" y="3638550"/>
                </a:moveTo>
                <a:lnTo>
                  <a:pt x="390525" y="3638550"/>
                </a:lnTo>
                <a:lnTo>
                  <a:pt x="390525" y="3657600"/>
                </a:lnTo>
                <a:lnTo>
                  <a:pt x="381000" y="3657600"/>
                </a:lnTo>
                <a:close/>
                <a:moveTo>
                  <a:pt x="1400175" y="3638550"/>
                </a:moveTo>
                <a:lnTo>
                  <a:pt x="1409700" y="3638550"/>
                </a:lnTo>
                <a:lnTo>
                  <a:pt x="1409700" y="3657600"/>
                </a:lnTo>
                <a:lnTo>
                  <a:pt x="1400175" y="3657600"/>
                </a:lnTo>
                <a:close/>
                <a:moveTo>
                  <a:pt x="1381125" y="3657600"/>
                </a:moveTo>
                <a:lnTo>
                  <a:pt x="1400175" y="3657600"/>
                </a:lnTo>
                <a:lnTo>
                  <a:pt x="1400175" y="3676650"/>
                </a:lnTo>
                <a:lnTo>
                  <a:pt x="1390650" y="3676650"/>
                </a:lnTo>
                <a:lnTo>
                  <a:pt x="1390650" y="3667125"/>
                </a:lnTo>
                <a:lnTo>
                  <a:pt x="1381125" y="3667125"/>
                </a:lnTo>
                <a:close/>
                <a:moveTo>
                  <a:pt x="666750" y="3676650"/>
                </a:moveTo>
                <a:lnTo>
                  <a:pt x="676275" y="3676650"/>
                </a:lnTo>
                <a:lnTo>
                  <a:pt x="676275" y="3714750"/>
                </a:lnTo>
                <a:lnTo>
                  <a:pt x="657225" y="3714750"/>
                </a:lnTo>
                <a:lnTo>
                  <a:pt x="657225" y="3724275"/>
                </a:lnTo>
                <a:lnTo>
                  <a:pt x="647700" y="3724275"/>
                </a:lnTo>
                <a:lnTo>
                  <a:pt x="647700" y="3714750"/>
                </a:lnTo>
                <a:lnTo>
                  <a:pt x="638175" y="3714750"/>
                </a:lnTo>
                <a:lnTo>
                  <a:pt x="638175" y="3705225"/>
                </a:lnTo>
                <a:lnTo>
                  <a:pt x="647700" y="3705225"/>
                </a:lnTo>
                <a:lnTo>
                  <a:pt x="647700" y="3695700"/>
                </a:lnTo>
                <a:lnTo>
                  <a:pt x="657225" y="3695700"/>
                </a:lnTo>
                <a:lnTo>
                  <a:pt x="657225" y="3686175"/>
                </a:lnTo>
                <a:lnTo>
                  <a:pt x="666750" y="3686175"/>
                </a:lnTo>
                <a:close/>
                <a:moveTo>
                  <a:pt x="704850" y="3676650"/>
                </a:moveTo>
                <a:lnTo>
                  <a:pt x="723900" y="3676650"/>
                </a:lnTo>
                <a:lnTo>
                  <a:pt x="723900" y="3686175"/>
                </a:lnTo>
                <a:lnTo>
                  <a:pt x="704850" y="3686175"/>
                </a:lnTo>
                <a:close/>
                <a:moveTo>
                  <a:pt x="876300" y="3676650"/>
                </a:moveTo>
                <a:lnTo>
                  <a:pt x="885825" y="3676650"/>
                </a:lnTo>
                <a:lnTo>
                  <a:pt x="885825" y="3695700"/>
                </a:lnTo>
                <a:lnTo>
                  <a:pt x="904875" y="3695700"/>
                </a:lnTo>
                <a:lnTo>
                  <a:pt x="904875" y="3714750"/>
                </a:lnTo>
                <a:lnTo>
                  <a:pt x="895350" y="3714750"/>
                </a:lnTo>
                <a:lnTo>
                  <a:pt x="895350" y="3724275"/>
                </a:lnTo>
                <a:lnTo>
                  <a:pt x="885825" y="3724275"/>
                </a:lnTo>
                <a:lnTo>
                  <a:pt x="885825" y="3733800"/>
                </a:lnTo>
                <a:lnTo>
                  <a:pt x="866775" y="3733800"/>
                </a:lnTo>
                <a:lnTo>
                  <a:pt x="866775" y="3724275"/>
                </a:lnTo>
                <a:lnTo>
                  <a:pt x="847725" y="3724275"/>
                </a:lnTo>
                <a:lnTo>
                  <a:pt x="847725" y="3714750"/>
                </a:lnTo>
                <a:lnTo>
                  <a:pt x="819150" y="3714750"/>
                </a:lnTo>
                <a:lnTo>
                  <a:pt x="819150" y="3705225"/>
                </a:lnTo>
                <a:lnTo>
                  <a:pt x="828675" y="3705225"/>
                </a:lnTo>
                <a:lnTo>
                  <a:pt x="828675" y="3686175"/>
                </a:lnTo>
                <a:lnTo>
                  <a:pt x="847725" y="3686175"/>
                </a:lnTo>
                <a:lnTo>
                  <a:pt x="847725" y="3705225"/>
                </a:lnTo>
                <a:lnTo>
                  <a:pt x="857250" y="3705225"/>
                </a:lnTo>
                <a:lnTo>
                  <a:pt x="857250" y="3714750"/>
                </a:lnTo>
                <a:lnTo>
                  <a:pt x="866775" y="3714750"/>
                </a:lnTo>
                <a:lnTo>
                  <a:pt x="866775" y="3724275"/>
                </a:lnTo>
                <a:lnTo>
                  <a:pt x="876300" y="3724275"/>
                </a:lnTo>
                <a:lnTo>
                  <a:pt x="876300" y="3714750"/>
                </a:lnTo>
                <a:lnTo>
                  <a:pt x="885825" y="3714750"/>
                </a:lnTo>
                <a:lnTo>
                  <a:pt x="885825" y="3705225"/>
                </a:lnTo>
                <a:lnTo>
                  <a:pt x="876300" y="3705225"/>
                </a:lnTo>
                <a:close/>
                <a:moveTo>
                  <a:pt x="1400175" y="3686175"/>
                </a:moveTo>
                <a:lnTo>
                  <a:pt x="1438275" y="3686175"/>
                </a:lnTo>
                <a:lnTo>
                  <a:pt x="1438275" y="3695700"/>
                </a:lnTo>
                <a:lnTo>
                  <a:pt x="1447800" y="3695700"/>
                </a:lnTo>
                <a:lnTo>
                  <a:pt x="1447800" y="3686175"/>
                </a:lnTo>
                <a:lnTo>
                  <a:pt x="1457325" y="3686175"/>
                </a:lnTo>
                <a:lnTo>
                  <a:pt x="1457325" y="3695700"/>
                </a:lnTo>
                <a:lnTo>
                  <a:pt x="1476375" y="3695700"/>
                </a:lnTo>
                <a:lnTo>
                  <a:pt x="1476375" y="3705225"/>
                </a:lnTo>
                <a:lnTo>
                  <a:pt x="1466850" y="3705225"/>
                </a:lnTo>
                <a:lnTo>
                  <a:pt x="1466850" y="3714750"/>
                </a:lnTo>
                <a:lnTo>
                  <a:pt x="1447800" y="3714750"/>
                </a:lnTo>
                <a:lnTo>
                  <a:pt x="1447800" y="3724275"/>
                </a:lnTo>
                <a:lnTo>
                  <a:pt x="1428750" y="3724275"/>
                </a:lnTo>
                <a:lnTo>
                  <a:pt x="1428750" y="3714750"/>
                </a:lnTo>
                <a:lnTo>
                  <a:pt x="1438275" y="3714750"/>
                </a:lnTo>
                <a:lnTo>
                  <a:pt x="1438275" y="3705225"/>
                </a:lnTo>
                <a:lnTo>
                  <a:pt x="1409700" y="3705225"/>
                </a:lnTo>
                <a:lnTo>
                  <a:pt x="1409700" y="3724275"/>
                </a:lnTo>
                <a:lnTo>
                  <a:pt x="1390650" y="3724275"/>
                </a:lnTo>
                <a:lnTo>
                  <a:pt x="1390650" y="3714750"/>
                </a:lnTo>
                <a:lnTo>
                  <a:pt x="1400175" y="3714750"/>
                </a:lnTo>
                <a:close/>
                <a:moveTo>
                  <a:pt x="771525" y="3705225"/>
                </a:moveTo>
                <a:lnTo>
                  <a:pt x="800100" y="3705225"/>
                </a:lnTo>
                <a:lnTo>
                  <a:pt x="800100" y="3714750"/>
                </a:lnTo>
                <a:lnTo>
                  <a:pt x="809625" y="3714750"/>
                </a:lnTo>
                <a:lnTo>
                  <a:pt x="809625" y="3724275"/>
                </a:lnTo>
                <a:lnTo>
                  <a:pt x="781050" y="3724275"/>
                </a:lnTo>
                <a:lnTo>
                  <a:pt x="781050" y="3714750"/>
                </a:lnTo>
                <a:lnTo>
                  <a:pt x="771525" y="3714750"/>
                </a:lnTo>
                <a:close/>
                <a:moveTo>
                  <a:pt x="1323975" y="3705225"/>
                </a:moveTo>
                <a:lnTo>
                  <a:pt x="1333500" y="3705225"/>
                </a:lnTo>
                <a:lnTo>
                  <a:pt x="1333500" y="3714750"/>
                </a:lnTo>
                <a:lnTo>
                  <a:pt x="1323975" y="3714750"/>
                </a:lnTo>
                <a:close/>
                <a:moveTo>
                  <a:pt x="1343025" y="3705225"/>
                </a:moveTo>
                <a:lnTo>
                  <a:pt x="1352550" y="3705225"/>
                </a:lnTo>
                <a:lnTo>
                  <a:pt x="1352550" y="3714750"/>
                </a:lnTo>
                <a:lnTo>
                  <a:pt x="1343025" y="3714750"/>
                </a:lnTo>
                <a:close/>
                <a:moveTo>
                  <a:pt x="390525" y="3714750"/>
                </a:moveTo>
                <a:lnTo>
                  <a:pt x="409575" y="3714750"/>
                </a:lnTo>
                <a:lnTo>
                  <a:pt x="409575" y="3724275"/>
                </a:lnTo>
                <a:lnTo>
                  <a:pt x="390525" y="3724275"/>
                </a:lnTo>
                <a:close/>
                <a:moveTo>
                  <a:pt x="523875" y="3714750"/>
                </a:moveTo>
                <a:lnTo>
                  <a:pt x="533400" y="3714750"/>
                </a:lnTo>
                <a:lnTo>
                  <a:pt x="533400" y="3724275"/>
                </a:lnTo>
                <a:lnTo>
                  <a:pt x="523875" y="3724275"/>
                </a:lnTo>
                <a:close/>
                <a:moveTo>
                  <a:pt x="1228725" y="3714750"/>
                </a:moveTo>
                <a:lnTo>
                  <a:pt x="1247775" y="3714750"/>
                </a:lnTo>
                <a:lnTo>
                  <a:pt x="1247775" y="3724275"/>
                </a:lnTo>
                <a:lnTo>
                  <a:pt x="1228725" y="3724275"/>
                </a:lnTo>
                <a:close/>
                <a:moveTo>
                  <a:pt x="1352550" y="3714750"/>
                </a:moveTo>
                <a:lnTo>
                  <a:pt x="1362075" y="3714750"/>
                </a:lnTo>
                <a:lnTo>
                  <a:pt x="1362075" y="3724275"/>
                </a:lnTo>
                <a:lnTo>
                  <a:pt x="1352550" y="3724275"/>
                </a:lnTo>
                <a:close/>
                <a:moveTo>
                  <a:pt x="533400" y="3724275"/>
                </a:moveTo>
                <a:lnTo>
                  <a:pt x="542925" y="3724275"/>
                </a:lnTo>
                <a:lnTo>
                  <a:pt x="542925" y="3733800"/>
                </a:lnTo>
                <a:lnTo>
                  <a:pt x="533400" y="3733800"/>
                </a:lnTo>
                <a:close/>
                <a:moveTo>
                  <a:pt x="590550" y="3724275"/>
                </a:moveTo>
                <a:lnTo>
                  <a:pt x="600075" y="3724275"/>
                </a:lnTo>
                <a:lnTo>
                  <a:pt x="600075" y="3733800"/>
                </a:lnTo>
                <a:lnTo>
                  <a:pt x="590550" y="3733800"/>
                </a:lnTo>
                <a:close/>
                <a:moveTo>
                  <a:pt x="1371600" y="3724275"/>
                </a:moveTo>
                <a:lnTo>
                  <a:pt x="1381125" y="3724275"/>
                </a:lnTo>
                <a:lnTo>
                  <a:pt x="1381125" y="3733800"/>
                </a:lnTo>
                <a:lnTo>
                  <a:pt x="1371600" y="3733800"/>
                </a:lnTo>
                <a:close/>
                <a:moveTo>
                  <a:pt x="1562100" y="3724275"/>
                </a:moveTo>
                <a:lnTo>
                  <a:pt x="1581150" y="3724275"/>
                </a:lnTo>
                <a:lnTo>
                  <a:pt x="1581150" y="3733800"/>
                </a:lnTo>
                <a:lnTo>
                  <a:pt x="1562100" y="3733800"/>
                </a:lnTo>
                <a:close/>
                <a:moveTo>
                  <a:pt x="1514475" y="3733800"/>
                </a:moveTo>
                <a:lnTo>
                  <a:pt x="1524000" y="3733800"/>
                </a:lnTo>
                <a:lnTo>
                  <a:pt x="1524000" y="3743325"/>
                </a:lnTo>
                <a:lnTo>
                  <a:pt x="1514475" y="3743325"/>
                </a:lnTo>
                <a:close/>
                <a:moveTo>
                  <a:pt x="523875" y="3771900"/>
                </a:moveTo>
                <a:lnTo>
                  <a:pt x="533400" y="3771900"/>
                </a:lnTo>
                <a:lnTo>
                  <a:pt x="533400" y="3781425"/>
                </a:lnTo>
                <a:lnTo>
                  <a:pt x="523875" y="3781425"/>
                </a:lnTo>
                <a:close/>
                <a:moveTo>
                  <a:pt x="1638300" y="3829050"/>
                </a:moveTo>
                <a:lnTo>
                  <a:pt x="1647825" y="3829050"/>
                </a:lnTo>
                <a:lnTo>
                  <a:pt x="1647825" y="3838575"/>
                </a:lnTo>
                <a:lnTo>
                  <a:pt x="1638300" y="3838575"/>
                </a:lnTo>
                <a:close/>
              </a:path>
            </a:pathLst>
          </a:custGeom>
          <a:solidFill xmlns:a="http://schemas.openxmlformats.org/drawingml/2006/main">
            <a:srgbClr val="F2EEE3"/>
          </a:solidFill>
          <a:ln xmlns:a="http://schemas.openxmlformats.org/drawingml/2006/main" w="0">
            <a:noFill/>
          </a:ln>
        </p:spPr>
      </p:sp>
      <p:sp>
        <p:nvSpPr>
          <p:cNvPr id="38" name="phone4 vector #f2eee2">
            <a:extLst xmlns:a="http://schemas.openxmlformats.org/drawingml/2006/main">
              <a:ext uri="{FF2B5EF4-FFF2-40B4-BE49-F238E27FC236}">
                <a16:creationId xmlns:a16="http://schemas.microsoft.com/office/drawing/2014/main" id="{5575FC39-ACE5-4E4A-A26C-EC40542971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552825" y="1866900"/>
            <a:ext cx="2181225" cy="4581525"/>
          </a:xfrm>
          <a:custGeom xmlns:a="http://schemas.openxmlformats.org/drawingml/2006/main">
            <a:pathLst>
              <a:path w="1847850" h="3886200">
                <a:moveTo>
                  <a:pt x="1390650" y="114300"/>
                </a:moveTo>
                <a:lnTo>
                  <a:pt x="1400175" y="114300"/>
                </a:lnTo>
                <a:lnTo>
                  <a:pt x="1400175" y="123825"/>
                </a:lnTo>
                <a:lnTo>
                  <a:pt x="1390650" y="123825"/>
                </a:lnTo>
                <a:close/>
                <a:moveTo>
                  <a:pt x="1438275" y="114300"/>
                </a:moveTo>
                <a:lnTo>
                  <a:pt x="1447800" y="114300"/>
                </a:lnTo>
                <a:lnTo>
                  <a:pt x="1447800" y="123825"/>
                </a:lnTo>
                <a:lnTo>
                  <a:pt x="1438275" y="123825"/>
                </a:lnTo>
                <a:close/>
                <a:moveTo>
                  <a:pt x="1457325" y="114300"/>
                </a:moveTo>
                <a:lnTo>
                  <a:pt x="1466850" y="114300"/>
                </a:lnTo>
                <a:lnTo>
                  <a:pt x="1466850" y="123825"/>
                </a:lnTo>
                <a:lnTo>
                  <a:pt x="1457325" y="123825"/>
                </a:lnTo>
                <a:close/>
                <a:moveTo>
                  <a:pt x="581025" y="123825"/>
                </a:moveTo>
                <a:lnTo>
                  <a:pt x="590550" y="123825"/>
                </a:lnTo>
                <a:lnTo>
                  <a:pt x="590550" y="142875"/>
                </a:lnTo>
                <a:lnTo>
                  <a:pt x="609600" y="142875"/>
                </a:lnTo>
                <a:lnTo>
                  <a:pt x="609600" y="133350"/>
                </a:lnTo>
                <a:lnTo>
                  <a:pt x="619125" y="133350"/>
                </a:lnTo>
                <a:lnTo>
                  <a:pt x="619125" y="142875"/>
                </a:lnTo>
                <a:lnTo>
                  <a:pt x="609600" y="142875"/>
                </a:lnTo>
                <a:lnTo>
                  <a:pt x="609600" y="152400"/>
                </a:lnTo>
                <a:lnTo>
                  <a:pt x="590550" y="152400"/>
                </a:lnTo>
                <a:lnTo>
                  <a:pt x="590550" y="200025"/>
                </a:lnTo>
                <a:lnTo>
                  <a:pt x="581025" y="200025"/>
                </a:lnTo>
                <a:lnTo>
                  <a:pt x="581025" y="209550"/>
                </a:lnTo>
                <a:lnTo>
                  <a:pt x="590550" y="209550"/>
                </a:lnTo>
                <a:lnTo>
                  <a:pt x="590550" y="228600"/>
                </a:lnTo>
                <a:lnTo>
                  <a:pt x="552450" y="228600"/>
                </a:lnTo>
                <a:lnTo>
                  <a:pt x="552450" y="209550"/>
                </a:lnTo>
                <a:lnTo>
                  <a:pt x="561975" y="209550"/>
                </a:lnTo>
                <a:lnTo>
                  <a:pt x="561975" y="190500"/>
                </a:lnTo>
                <a:lnTo>
                  <a:pt x="542925" y="190500"/>
                </a:lnTo>
                <a:lnTo>
                  <a:pt x="542925" y="171450"/>
                </a:lnTo>
                <a:lnTo>
                  <a:pt x="533400" y="171450"/>
                </a:lnTo>
                <a:lnTo>
                  <a:pt x="533400" y="161925"/>
                </a:lnTo>
                <a:lnTo>
                  <a:pt x="523875" y="161925"/>
                </a:lnTo>
                <a:lnTo>
                  <a:pt x="523875" y="152400"/>
                </a:lnTo>
                <a:lnTo>
                  <a:pt x="514350" y="152400"/>
                </a:lnTo>
                <a:lnTo>
                  <a:pt x="514350" y="142875"/>
                </a:lnTo>
                <a:lnTo>
                  <a:pt x="542925" y="142875"/>
                </a:lnTo>
                <a:lnTo>
                  <a:pt x="542925" y="152400"/>
                </a:lnTo>
                <a:lnTo>
                  <a:pt x="561975" y="152400"/>
                </a:lnTo>
                <a:lnTo>
                  <a:pt x="561975" y="161925"/>
                </a:lnTo>
                <a:lnTo>
                  <a:pt x="552450" y="161925"/>
                </a:lnTo>
                <a:lnTo>
                  <a:pt x="552450" y="171450"/>
                </a:lnTo>
                <a:lnTo>
                  <a:pt x="581025" y="171450"/>
                </a:lnTo>
                <a:lnTo>
                  <a:pt x="581025" y="142875"/>
                </a:lnTo>
                <a:lnTo>
                  <a:pt x="571500" y="142875"/>
                </a:lnTo>
                <a:lnTo>
                  <a:pt x="571500" y="133350"/>
                </a:lnTo>
                <a:lnTo>
                  <a:pt x="581025" y="133350"/>
                </a:lnTo>
                <a:close/>
                <a:moveTo>
                  <a:pt x="1304925" y="123825"/>
                </a:moveTo>
                <a:lnTo>
                  <a:pt x="1323975" y="123825"/>
                </a:lnTo>
                <a:lnTo>
                  <a:pt x="1323975" y="133350"/>
                </a:lnTo>
                <a:lnTo>
                  <a:pt x="1304925" y="133350"/>
                </a:lnTo>
                <a:close/>
                <a:moveTo>
                  <a:pt x="1485900" y="123825"/>
                </a:moveTo>
                <a:lnTo>
                  <a:pt x="1495425" y="123825"/>
                </a:lnTo>
                <a:lnTo>
                  <a:pt x="1495425" y="133350"/>
                </a:lnTo>
                <a:lnTo>
                  <a:pt x="1504950" y="133350"/>
                </a:lnTo>
                <a:lnTo>
                  <a:pt x="1504950" y="142875"/>
                </a:lnTo>
                <a:lnTo>
                  <a:pt x="1485900" y="142875"/>
                </a:lnTo>
                <a:close/>
                <a:moveTo>
                  <a:pt x="1295400" y="133350"/>
                </a:moveTo>
                <a:lnTo>
                  <a:pt x="1304925" y="133350"/>
                </a:lnTo>
                <a:lnTo>
                  <a:pt x="1304925" y="142875"/>
                </a:lnTo>
                <a:lnTo>
                  <a:pt x="1295400" y="142875"/>
                </a:lnTo>
                <a:close/>
                <a:moveTo>
                  <a:pt x="1524000" y="133350"/>
                </a:moveTo>
                <a:lnTo>
                  <a:pt x="1533525" y="133350"/>
                </a:lnTo>
                <a:lnTo>
                  <a:pt x="1533525" y="152400"/>
                </a:lnTo>
                <a:lnTo>
                  <a:pt x="1543050" y="152400"/>
                </a:lnTo>
                <a:lnTo>
                  <a:pt x="1543050" y="161925"/>
                </a:lnTo>
                <a:lnTo>
                  <a:pt x="1552575" y="161925"/>
                </a:lnTo>
                <a:lnTo>
                  <a:pt x="1552575" y="171450"/>
                </a:lnTo>
                <a:lnTo>
                  <a:pt x="1533525" y="171450"/>
                </a:lnTo>
                <a:lnTo>
                  <a:pt x="1533525" y="190500"/>
                </a:lnTo>
                <a:lnTo>
                  <a:pt x="1514475" y="190500"/>
                </a:lnTo>
                <a:lnTo>
                  <a:pt x="1514475" y="180975"/>
                </a:lnTo>
                <a:lnTo>
                  <a:pt x="1524000" y="180975"/>
                </a:lnTo>
                <a:lnTo>
                  <a:pt x="1524000" y="161925"/>
                </a:lnTo>
                <a:lnTo>
                  <a:pt x="1514475" y="161925"/>
                </a:lnTo>
                <a:lnTo>
                  <a:pt x="1514475" y="152400"/>
                </a:lnTo>
                <a:lnTo>
                  <a:pt x="1504950" y="152400"/>
                </a:lnTo>
                <a:lnTo>
                  <a:pt x="1504950" y="142875"/>
                </a:lnTo>
                <a:lnTo>
                  <a:pt x="1524000" y="142875"/>
                </a:lnTo>
                <a:close/>
                <a:moveTo>
                  <a:pt x="247650" y="142875"/>
                </a:moveTo>
                <a:lnTo>
                  <a:pt x="257175" y="142875"/>
                </a:lnTo>
                <a:lnTo>
                  <a:pt x="257175" y="161925"/>
                </a:lnTo>
                <a:lnTo>
                  <a:pt x="247650" y="161925"/>
                </a:lnTo>
                <a:close/>
                <a:moveTo>
                  <a:pt x="666750" y="142875"/>
                </a:moveTo>
                <a:lnTo>
                  <a:pt x="676275" y="142875"/>
                </a:lnTo>
                <a:lnTo>
                  <a:pt x="676275" y="152400"/>
                </a:lnTo>
                <a:lnTo>
                  <a:pt x="695325" y="152400"/>
                </a:lnTo>
                <a:lnTo>
                  <a:pt x="695325" y="161925"/>
                </a:lnTo>
                <a:lnTo>
                  <a:pt x="685800" y="161925"/>
                </a:lnTo>
                <a:lnTo>
                  <a:pt x="685800" y="180975"/>
                </a:lnTo>
                <a:lnTo>
                  <a:pt x="676275" y="180975"/>
                </a:lnTo>
                <a:lnTo>
                  <a:pt x="676275" y="171450"/>
                </a:lnTo>
                <a:lnTo>
                  <a:pt x="666750" y="171450"/>
                </a:lnTo>
                <a:close/>
                <a:moveTo>
                  <a:pt x="1581150" y="142875"/>
                </a:moveTo>
                <a:lnTo>
                  <a:pt x="1590675" y="142875"/>
                </a:lnTo>
                <a:lnTo>
                  <a:pt x="1590675" y="152400"/>
                </a:lnTo>
                <a:lnTo>
                  <a:pt x="1581150" y="152400"/>
                </a:lnTo>
                <a:close/>
                <a:moveTo>
                  <a:pt x="228600" y="152400"/>
                </a:moveTo>
                <a:lnTo>
                  <a:pt x="238125" y="152400"/>
                </a:lnTo>
                <a:lnTo>
                  <a:pt x="238125" y="161925"/>
                </a:lnTo>
                <a:lnTo>
                  <a:pt x="228600" y="161925"/>
                </a:lnTo>
                <a:close/>
                <a:moveTo>
                  <a:pt x="1200150" y="152400"/>
                </a:moveTo>
                <a:lnTo>
                  <a:pt x="1209675" y="152400"/>
                </a:lnTo>
                <a:lnTo>
                  <a:pt x="1209675" y="180975"/>
                </a:lnTo>
                <a:lnTo>
                  <a:pt x="1219200" y="180975"/>
                </a:lnTo>
                <a:lnTo>
                  <a:pt x="1219200" y="190500"/>
                </a:lnTo>
                <a:lnTo>
                  <a:pt x="1238250" y="190500"/>
                </a:lnTo>
                <a:lnTo>
                  <a:pt x="1238250" y="200025"/>
                </a:lnTo>
                <a:lnTo>
                  <a:pt x="1219200" y="200025"/>
                </a:lnTo>
                <a:lnTo>
                  <a:pt x="1219200" y="209550"/>
                </a:lnTo>
                <a:lnTo>
                  <a:pt x="1209675" y="209550"/>
                </a:lnTo>
                <a:lnTo>
                  <a:pt x="1209675" y="200025"/>
                </a:lnTo>
                <a:lnTo>
                  <a:pt x="1190625" y="200025"/>
                </a:lnTo>
                <a:lnTo>
                  <a:pt x="1190625" y="171450"/>
                </a:lnTo>
                <a:lnTo>
                  <a:pt x="1171575" y="171450"/>
                </a:lnTo>
                <a:lnTo>
                  <a:pt x="1171575" y="161925"/>
                </a:lnTo>
                <a:lnTo>
                  <a:pt x="1200150" y="161925"/>
                </a:lnTo>
                <a:close/>
                <a:moveTo>
                  <a:pt x="1571625" y="152400"/>
                </a:moveTo>
                <a:lnTo>
                  <a:pt x="1581150" y="152400"/>
                </a:lnTo>
                <a:lnTo>
                  <a:pt x="1581150" y="161925"/>
                </a:lnTo>
                <a:lnTo>
                  <a:pt x="1571625" y="161925"/>
                </a:lnTo>
                <a:close/>
                <a:moveTo>
                  <a:pt x="457200" y="161925"/>
                </a:moveTo>
                <a:lnTo>
                  <a:pt x="466725" y="161925"/>
                </a:lnTo>
                <a:lnTo>
                  <a:pt x="466725" y="171450"/>
                </a:lnTo>
                <a:lnTo>
                  <a:pt x="457200" y="171450"/>
                </a:lnTo>
                <a:close/>
                <a:moveTo>
                  <a:pt x="695325" y="161925"/>
                </a:moveTo>
                <a:lnTo>
                  <a:pt x="704850" y="161925"/>
                </a:lnTo>
                <a:lnTo>
                  <a:pt x="704850" y="171450"/>
                </a:lnTo>
                <a:lnTo>
                  <a:pt x="695325" y="171450"/>
                </a:lnTo>
                <a:close/>
                <a:moveTo>
                  <a:pt x="1266825" y="161925"/>
                </a:moveTo>
                <a:lnTo>
                  <a:pt x="1276350" y="161925"/>
                </a:lnTo>
                <a:lnTo>
                  <a:pt x="1276350" y="171450"/>
                </a:lnTo>
                <a:lnTo>
                  <a:pt x="1266825" y="171450"/>
                </a:lnTo>
                <a:close/>
                <a:moveTo>
                  <a:pt x="266700" y="171450"/>
                </a:moveTo>
                <a:lnTo>
                  <a:pt x="285750" y="171450"/>
                </a:lnTo>
                <a:lnTo>
                  <a:pt x="285750" y="180975"/>
                </a:lnTo>
                <a:lnTo>
                  <a:pt x="266700" y="180975"/>
                </a:lnTo>
                <a:close/>
                <a:moveTo>
                  <a:pt x="466725" y="171450"/>
                </a:moveTo>
                <a:lnTo>
                  <a:pt x="476250" y="171450"/>
                </a:lnTo>
                <a:lnTo>
                  <a:pt x="476250" y="180975"/>
                </a:lnTo>
                <a:lnTo>
                  <a:pt x="466725" y="180975"/>
                </a:lnTo>
                <a:close/>
                <a:moveTo>
                  <a:pt x="657225" y="171450"/>
                </a:moveTo>
                <a:lnTo>
                  <a:pt x="666750" y="171450"/>
                </a:lnTo>
                <a:lnTo>
                  <a:pt x="666750" y="180975"/>
                </a:lnTo>
                <a:lnTo>
                  <a:pt x="657225" y="180975"/>
                </a:lnTo>
                <a:close/>
                <a:moveTo>
                  <a:pt x="1276350" y="171450"/>
                </a:moveTo>
                <a:lnTo>
                  <a:pt x="1285875" y="171450"/>
                </a:lnTo>
                <a:lnTo>
                  <a:pt x="1285875" y="180975"/>
                </a:lnTo>
                <a:lnTo>
                  <a:pt x="1276350" y="180975"/>
                </a:lnTo>
                <a:close/>
                <a:moveTo>
                  <a:pt x="1304925" y="171450"/>
                </a:moveTo>
                <a:lnTo>
                  <a:pt x="1323975" y="171450"/>
                </a:lnTo>
                <a:lnTo>
                  <a:pt x="1323975" y="180975"/>
                </a:lnTo>
                <a:lnTo>
                  <a:pt x="1304925" y="180975"/>
                </a:lnTo>
                <a:close/>
                <a:moveTo>
                  <a:pt x="647700" y="180975"/>
                </a:moveTo>
                <a:lnTo>
                  <a:pt x="657225" y="180975"/>
                </a:lnTo>
                <a:lnTo>
                  <a:pt x="657225" y="200025"/>
                </a:lnTo>
                <a:lnTo>
                  <a:pt x="647700" y="200025"/>
                </a:lnTo>
                <a:close/>
                <a:moveTo>
                  <a:pt x="1304925" y="190500"/>
                </a:moveTo>
                <a:lnTo>
                  <a:pt x="1323975" y="190500"/>
                </a:lnTo>
                <a:lnTo>
                  <a:pt x="1323975" y="200025"/>
                </a:lnTo>
                <a:lnTo>
                  <a:pt x="1304925" y="200025"/>
                </a:lnTo>
                <a:close/>
                <a:moveTo>
                  <a:pt x="1685925" y="209550"/>
                </a:moveTo>
                <a:lnTo>
                  <a:pt x="1695450" y="209550"/>
                </a:lnTo>
                <a:lnTo>
                  <a:pt x="1695450" y="219075"/>
                </a:lnTo>
                <a:lnTo>
                  <a:pt x="1685925" y="219075"/>
                </a:lnTo>
                <a:close/>
                <a:moveTo>
                  <a:pt x="1209675" y="219075"/>
                </a:moveTo>
                <a:lnTo>
                  <a:pt x="1219200" y="219075"/>
                </a:lnTo>
                <a:lnTo>
                  <a:pt x="1219200" y="228600"/>
                </a:lnTo>
                <a:lnTo>
                  <a:pt x="1209675" y="228600"/>
                </a:lnTo>
                <a:close/>
                <a:moveTo>
                  <a:pt x="1619250" y="228600"/>
                </a:moveTo>
                <a:lnTo>
                  <a:pt x="1628775" y="228600"/>
                </a:lnTo>
                <a:lnTo>
                  <a:pt x="1628775" y="238125"/>
                </a:lnTo>
                <a:lnTo>
                  <a:pt x="1619250" y="238125"/>
                </a:lnTo>
                <a:close/>
                <a:moveTo>
                  <a:pt x="1333500" y="238125"/>
                </a:moveTo>
                <a:lnTo>
                  <a:pt x="1343025" y="238125"/>
                </a:lnTo>
                <a:lnTo>
                  <a:pt x="1343025" y="247650"/>
                </a:lnTo>
                <a:lnTo>
                  <a:pt x="1333500" y="247650"/>
                </a:lnTo>
                <a:close/>
                <a:moveTo>
                  <a:pt x="1352550" y="238125"/>
                </a:moveTo>
                <a:lnTo>
                  <a:pt x="1362075" y="238125"/>
                </a:lnTo>
                <a:lnTo>
                  <a:pt x="1362075" y="247650"/>
                </a:lnTo>
                <a:lnTo>
                  <a:pt x="1352550" y="247650"/>
                </a:lnTo>
                <a:close/>
                <a:moveTo>
                  <a:pt x="257175" y="247650"/>
                </a:moveTo>
                <a:lnTo>
                  <a:pt x="266700" y="247650"/>
                </a:lnTo>
                <a:lnTo>
                  <a:pt x="266700" y="257175"/>
                </a:lnTo>
                <a:lnTo>
                  <a:pt x="257175" y="257175"/>
                </a:lnTo>
                <a:close/>
                <a:moveTo>
                  <a:pt x="1409700" y="247650"/>
                </a:moveTo>
                <a:lnTo>
                  <a:pt x="1419225" y="247650"/>
                </a:lnTo>
                <a:lnTo>
                  <a:pt x="1419225" y="257175"/>
                </a:lnTo>
                <a:lnTo>
                  <a:pt x="1409700" y="257175"/>
                </a:lnTo>
                <a:close/>
                <a:moveTo>
                  <a:pt x="1714500" y="257175"/>
                </a:moveTo>
                <a:lnTo>
                  <a:pt x="1724025" y="257175"/>
                </a:lnTo>
                <a:lnTo>
                  <a:pt x="1724025" y="285750"/>
                </a:lnTo>
                <a:lnTo>
                  <a:pt x="1714500" y="285750"/>
                </a:lnTo>
                <a:close/>
                <a:moveTo>
                  <a:pt x="266700" y="266700"/>
                </a:moveTo>
                <a:lnTo>
                  <a:pt x="276225" y="266700"/>
                </a:lnTo>
                <a:lnTo>
                  <a:pt x="276225" y="276225"/>
                </a:lnTo>
                <a:lnTo>
                  <a:pt x="285750" y="276225"/>
                </a:lnTo>
                <a:lnTo>
                  <a:pt x="285750" y="285750"/>
                </a:lnTo>
                <a:lnTo>
                  <a:pt x="295275" y="285750"/>
                </a:lnTo>
                <a:lnTo>
                  <a:pt x="295275" y="295275"/>
                </a:lnTo>
                <a:lnTo>
                  <a:pt x="276225" y="295275"/>
                </a:lnTo>
                <a:lnTo>
                  <a:pt x="276225" y="285750"/>
                </a:lnTo>
                <a:lnTo>
                  <a:pt x="266700" y="285750"/>
                </a:lnTo>
                <a:close/>
                <a:moveTo>
                  <a:pt x="476250" y="266700"/>
                </a:moveTo>
                <a:lnTo>
                  <a:pt x="485775" y="266700"/>
                </a:lnTo>
                <a:lnTo>
                  <a:pt x="485775" y="276225"/>
                </a:lnTo>
                <a:lnTo>
                  <a:pt x="476250" y="276225"/>
                </a:lnTo>
                <a:close/>
                <a:moveTo>
                  <a:pt x="1428750" y="266700"/>
                </a:moveTo>
                <a:lnTo>
                  <a:pt x="1438275" y="266700"/>
                </a:lnTo>
                <a:lnTo>
                  <a:pt x="1438275" y="276225"/>
                </a:lnTo>
                <a:lnTo>
                  <a:pt x="1428750" y="276225"/>
                </a:lnTo>
                <a:close/>
                <a:moveTo>
                  <a:pt x="1552575" y="266700"/>
                </a:moveTo>
                <a:lnTo>
                  <a:pt x="1562100" y="266700"/>
                </a:lnTo>
                <a:lnTo>
                  <a:pt x="1562100" y="276225"/>
                </a:lnTo>
                <a:lnTo>
                  <a:pt x="1552575" y="276225"/>
                </a:lnTo>
                <a:close/>
                <a:moveTo>
                  <a:pt x="466725" y="276225"/>
                </a:moveTo>
                <a:lnTo>
                  <a:pt x="476250" y="276225"/>
                </a:lnTo>
                <a:lnTo>
                  <a:pt x="476250" y="295275"/>
                </a:lnTo>
                <a:lnTo>
                  <a:pt x="485775" y="295275"/>
                </a:lnTo>
                <a:lnTo>
                  <a:pt x="485775" y="314325"/>
                </a:lnTo>
                <a:lnTo>
                  <a:pt x="476250" y="314325"/>
                </a:lnTo>
                <a:lnTo>
                  <a:pt x="476250" y="304800"/>
                </a:lnTo>
                <a:lnTo>
                  <a:pt x="466725" y="304800"/>
                </a:lnTo>
                <a:close/>
                <a:moveTo>
                  <a:pt x="628650" y="285750"/>
                </a:moveTo>
                <a:lnTo>
                  <a:pt x="638175" y="285750"/>
                </a:lnTo>
                <a:lnTo>
                  <a:pt x="638175" y="304800"/>
                </a:lnTo>
                <a:lnTo>
                  <a:pt x="657225" y="304800"/>
                </a:lnTo>
                <a:lnTo>
                  <a:pt x="657225" y="295275"/>
                </a:lnTo>
                <a:lnTo>
                  <a:pt x="676275" y="295275"/>
                </a:lnTo>
                <a:lnTo>
                  <a:pt x="676275" y="314325"/>
                </a:lnTo>
                <a:lnTo>
                  <a:pt x="666750" y="314325"/>
                </a:lnTo>
                <a:lnTo>
                  <a:pt x="666750" y="333375"/>
                </a:lnTo>
                <a:lnTo>
                  <a:pt x="676275" y="333375"/>
                </a:lnTo>
                <a:lnTo>
                  <a:pt x="676275" y="323850"/>
                </a:lnTo>
                <a:lnTo>
                  <a:pt x="685800" y="323850"/>
                </a:lnTo>
                <a:lnTo>
                  <a:pt x="685800" y="314325"/>
                </a:lnTo>
                <a:lnTo>
                  <a:pt x="714375" y="314325"/>
                </a:lnTo>
                <a:lnTo>
                  <a:pt x="714375" y="323850"/>
                </a:lnTo>
                <a:lnTo>
                  <a:pt x="704850" y="323850"/>
                </a:lnTo>
                <a:lnTo>
                  <a:pt x="704850" y="333375"/>
                </a:lnTo>
                <a:lnTo>
                  <a:pt x="714375" y="333375"/>
                </a:lnTo>
                <a:lnTo>
                  <a:pt x="714375" y="323850"/>
                </a:lnTo>
                <a:lnTo>
                  <a:pt x="733425" y="323850"/>
                </a:lnTo>
                <a:lnTo>
                  <a:pt x="733425" y="314325"/>
                </a:lnTo>
                <a:lnTo>
                  <a:pt x="762000" y="314325"/>
                </a:lnTo>
                <a:lnTo>
                  <a:pt x="762000" y="333375"/>
                </a:lnTo>
                <a:lnTo>
                  <a:pt x="752475" y="333375"/>
                </a:lnTo>
                <a:lnTo>
                  <a:pt x="752475" y="323850"/>
                </a:lnTo>
                <a:lnTo>
                  <a:pt x="733425" y="323850"/>
                </a:lnTo>
                <a:lnTo>
                  <a:pt x="733425" y="333375"/>
                </a:lnTo>
                <a:lnTo>
                  <a:pt x="752475" y="333375"/>
                </a:lnTo>
                <a:lnTo>
                  <a:pt x="752475" y="342900"/>
                </a:lnTo>
                <a:lnTo>
                  <a:pt x="733425" y="342900"/>
                </a:lnTo>
                <a:lnTo>
                  <a:pt x="733425" y="361950"/>
                </a:lnTo>
                <a:lnTo>
                  <a:pt x="714375" y="361950"/>
                </a:lnTo>
                <a:lnTo>
                  <a:pt x="714375" y="371475"/>
                </a:lnTo>
                <a:lnTo>
                  <a:pt x="723900" y="371475"/>
                </a:lnTo>
                <a:lnTo>
                  <a:pt x="723900" y="381000"/>
                </a:lnTo>
                <a:lnTo>
                  <a:pt x="714375" y="381000"/>
                </a:lnTo>
                <a:lnTo>
                  <a:pt x="714375" y="390525"/>
                </a:lnTo>
                <a:lnTo>
                  <a:pt x="695325" y="390525"/>
                </a:lnTo>
                <a:lnTo>
                  <a:pt x="695325" y="400050"/>
                </a:lnTo>
                <a:lnTo>
                  <a:pt x="685800" y="400050"/>
                </a:lnTo>
                <a:lnTo>
                  <a:pt x="685800" y="419100"/>
                </a:lnTo>
                <a:lnTo>
                  <a:pt x="666750" y="419100"/>
                </a:lnTo>
                <a:lnTo>
                  <a:pt x="666750" y="409575"/>
                </a:lnTo>
                <a:lnTo>
                  <a:pt x="657225" y="409575"/>
                </a:lnTo>
                <a:lnTo>
                  <a:pt x="657225" y="400050"/>
                </a:lnTo>
                <a:lnTo>
                  <a:pt x="628650" y="400050"/>
                </a:lnTo>
                <a:lnTo>
                  <a:pt x="628650" y="409575"/>
                </a:lnTo>
                <a:lnTo>
                  <a:pt x="619125" y="409575"/>
                </a:lnTo>
                <a:lnTo>
                  <a:pt x="619125" y="400050"/>
                </a:lnTo>
                <a:lnTo>
                  <a:pt x="600075" y="400050"/>
                </a:lnTo>
                <a:lnTo>
                  <a:pt x="600075" y="381000"/>
                </a:lnTo>
                <a:lnTo>
                  <a:pt x="581025" y="381000"/>
                </a:lnTo>
                <a:lnTo>
                  <a:pt x="581025" y="390525"/>
                </a:lnTo>
                <a:lnTo>
                  <a:pt x="571500" y="390525"/>
                </a:lnTo>
                <a:lnTo>
                  <a:pt x="571500" y="400050"/>
                </a:lnTo>
                <a:lnTo>
                  <a:pt x="561975" y="400050"/>
                </a:lnTo>
                <a:lnTo>
                  <a:pt x="561975" y="419100"/>
                </a:lnTo>
                <a:lnTo>
                  <a:pt x="571500" y="419100"/>
                </a:lnTo>
                <a:lnTo>
                  <a:pt x="571500" y="428625"/>
                </a:lnTo>
                <a:lnTo>
                  <a:pt x="552450" y="428625"/>
                </a:lnTo>
                <a:lnTo>
                  <a:pt x="552450" y="419100"/>
                </a:lnTo>
                <a:lnTo>
                  <a:pt x="533400" y="419100"/>
                </a:lnTo>
                <a:lnTo>
                  <a:pt x="533400" y="409575"/>
                </a:lnTo>
                <a:lnTo>
                  <a:pt x="523875" y="409575"/>
                </a:lnTo>
                <a:lnTo>
                  <a:pt x="523875" y="400050"/>
                </a:lnTo>
                <a:lnTo>
                  <a:pt x="495300" y="400050"/>
                </a:lnTo>
                <a:lnTo>
                  <a:pt x="495300" y="409575"/>
                </a:lnTo>
                <a:lnTo>
                  <a:pt x="476250" y="409575"/>
                </a:lnTo>
                <a:lnTo>
                  <a:pt x="476250" y="400050"/>
                </a:lnTo>
                <a:lnTo>
                  <a:pt x="466725" y="400050"/>
                </a:lnTo>
                <a:lnTo>
                  <a:pt x="466725" y="390525"/>
                </a:lnTo>
                <a:lnTo>
                  <a:pt x="447675" y="390525"/>
                </a:lnTo>
                <a:lnTo>
                  <a:pt x="447675" y="371475"/>
                </a:lnTo>
                <a:lnTo>
                  <a:pt x="438150" y="371475"/>
                </a:lnTo>
                <a:lnTo>
                  <a:pt x="438150" y="361950"/>
                </a:lnTo>
                <a:lnTo>
                  <a:pt x="457200" y="361950"/>
                </a:lnTo>
                <a:lnTo>
                  <a:pt x="457200" y="371475"/>
                </a:lnTo>
                <a:lnTo>
                  <a:pt x="466725" y="371475"/>
                </a:lnTo>
                <a:lnTo>
                  <a:pt x="466725" y="361950"/>
                </a:lnTo>
                <a:lnTo>
                  <a:pt x="476250" y="361950"/>
                </a:lnTo>
                <a:lnTo>
                  <a:pt x="476250" y="352425"/>
                </a:lnTo>
                <a:lnTo>
                  <a:pt x="495300" y="352425"/>
                </a:lnTo>
                <a:lnTo>
                  <a:pt x="495300" y="342900"/>
                </a:lnTo>
                <a:lnTo>
                  <a:pt x="504825" y="342900"/>
                </a:lnTo>
                <a:lnTo>
                  <a:pt x="504825" y="323850"/>
                </a:lnTo>
                <a:lnTo>
                  <a:pt x="514350" y="323850"/>
                </a:lnTo>
                <a:lnTo>
                  <a:pt x="514350" y="314325"/>
                </a:lnTo>
                <a:lnTo>
                  <a:pt x="533400" y="314325"/>
                </a:lnTo>
                <a:lnTo>
                  <a:pt x="533400" y="304800"/>
                </a:lnTo>
                <a:lnTo>
                  <a:pt x="542925" y="304800"/>
                </a:lnTo>
                <a:lnTo>
                  <a:pt x="542925" y="323850"/>
                </a:lnTo>
                <a:lnTo>
                  <a:pt x="552450" y="323850"/>
                </a:lnTo>
                <a:lnTo>
                  <a:pt x="552450" y="333375"/>
                </a:lnTo>
                <a:lnTo>
                  <a:pt x="561975" y="333375"/>
                </a:lnTo>
                <a:lnTo>
                  <a:pt x="561975" y="295275"/>
                </a:lnTo>
                <a:lnTo>
                  <a:pt x="571500" y="295275"/>
                </a:lnTo>
                <a:lnTo>
                  <a:pt x="571500" y="304800"/>
                </a:lnTo>
                <a:lnTo>
                  <a:pt x="581025" y="304800"/>
                </a:lnTo>
                <a:lnTo>
                  <a:pt x="581025" y="342900"/>
                </a:lnTo>
                <a:lnTo>
                  <a:pt x="561975" y="342900"/>
                </a:lnTo>
                <a:lnTo>
                  <a:pt x="561975" y="361950"/>
                </a:lnTo>
                <a:lnTo>
                  <a:pt x="571500" y="361950"/>
                </a:lnTo>
                <a:lnTo>
                  <a:pt x="571500" y="352425"/>
                </a:lnTo>
                <a:lnTo>
                  <a:pt x="590550" y="352425"/>
                </a:lnTo>
                <a:lnTo>
                  <a:pt x="590550" y="342900"/>
                </a:lnTo>
                <a:lnTo>
                  <a:pt x="600075" y="342900"/>
                </a:lnTo>
                <a:lnTo>
                  <a:pt x="600075" y="352425"/>
                </a:lnTo>
                <a:lnTo>
                  <a:pt x="590550" y="352425"/>
                </a:lnTo>
                <a:lnTo>
                  <a:pt x="590550" y="371475"/>
                </a:lnTo>
                <a:lnTo>
                  <a:pt x="619125" y="371475"/>
                </a:lnTo>
                <a:lnTo>
                  <a:pt x="619125" y="352425"/>
                </a:lnTo>
                <a:lnTo>
                  <a:pt x="609600" y="352425"/>
                </a:lnTo>
                <a:lnTo>
                  <a:pt x="609600" y="323850"/>
                </a:lnTo>
                <a:lnTo>
                  <a:pt x="600075" y="323850"/>
                </a:lnTo>
                <a:lnTo>
                  <a:pt x="600075" y="314325"/>
                </a:lnTo>
                <a:lnTo>
                  <a:pt x="609600" y="314325"/>
                </a:lnTo>
                <a:lnTo>
                  <a:pt x="609600" y="304800"/>
                </a:lnTo>
                <a:lnTo>
                  <a:pt x="619125" y="304800"/>
                </a:lnTo>
                <a:lnTo>
                  <a:pt x="619125" y="295275"/>
                </a:lnTo>
                <a:lnTo>
                  <a:pt x="628650" y="295275"/>
                </a:lnTo>
                <a:close/>
                <a:moveTo>
                  <a:pt x="295275" y="295275"/>
                </a:moveTo>
                <a:lnTo>
                  <a:pt x="314325" y="295275"/>
                </a:lnTo>
                <a:lnTo>
                  <a:pt x="314325" y="304800"/>
                </a:lnTo>
                <a:lnTo>
                  <a:pt x="295275" y="304800"/>
                </a:lnTo>
                <a:close/>
                <a:moveTo>
                  <a:pt x="400050" y="295275"/>
                </a:moveTo>
                <a:lnTo>
                  <a:pt x="419100" y="295275"/>
                </a:lnTo>
                <a:lnTo>
                  <a:pt x="419100" y="304800"/>
                </a:lnTo>
                <a:lnTo>
                  <a:pt x="400050" y="304800"/>
                </a:lnTo>
                <a:close/>
                <a:moveTo>
                  <a:pt x="1323975" y="295275"/>
                </a:moveTo>
                <a:lnTo>
                  <a:pt x="1333500" y="295275"/>
                </a:lnTo>
                <a:lnTo>
                  <a:pt x="1333500" y="304800"/>
                </a:lnTo>
                <a:lnTo>
                  <a:pt x="1323975" y="304800"/>
                </a:lnTo>
                <a:close/>
                <a:moveTo>
                  <a:pt x="1485900" y="295275"/>
                </a:moveTo>
                <a:lnTo>
                  <a:pt x="1495425" y="295275"/>
                </a:lnTo>
                <a:lnTo>
                  <a:pt x="1495425" y="304800"/>
                </a:lnTo>
                <a:lnTo>
                  <a:pt x="1485900" y="304800"/>
                </a:lnTo>
                <a:close/>
                <a:moveTo>
                  <a:pt x="371475" y="304800"/>
                </a:moveTo>
                <a:lnTo>
                  <a:pt x="390525" y="304800"/>
                </a:lnTo>
                <a:lnTo>
                  <a:pt x="390525" y="323850"/>
                </a:lnTo>
                <a:lnTo>
                  <a:pt x="400050" y="323850"/>
                </a:lnTo>
                <a:lnTo>
                  <a:pt x="400050" y="333375"/>
                </a:lnTo>
                <a:lnTo>
                  <a:pt x="390525" y="333375"/>
                </a:lnTo>
                <a:lnTo>
                  <a:pt x="390525" y="342900"/>
                </a:lnTo>
                <a:lnTo>
                  <a:pt x="381000" y="342900"/>
                </a:lnTo>
                <a:lnTo>
                  <a:pt x="381000" y="333375"/>
                </a:lnTo>
                <a:lnTo>
                  <a:pt x="361950" y="333375"/>
                </a:lnTo>
                <a:lnTo>
                  <a:pt x="361950" y="323850"/>
                </a:lnTo>
                <a:lnTo>
                  <a:pt x="352425" y="323850"/>
                </a:lnTo>
                <a:lnTo>
                  <a:pt x="352425" y="314325"/>
                </a:lnTo>
                <a:lnTo>
                  <a:pt x="361950" y="314325"/>
                </a:lnTo>
                <a:lnTo>
                  <a:pt x="361950" y="323850"/>
                </a:lnTo>
                <a:lnTo>
                  <a:pt x="371475" y="323850"/>
                </a:lnTo>
                <a:close/>
                <a:moveTo>
                  <a:pt x="1323975" y="314325"/>
                </a:moveTo>
                <a:lnTo>
                  <a:pt x="1333500" y="314325"/>
                </a:lnTo>
                <a:lnTo>
                  <a:pt x="1333500" y="323850"/>
                </a:lnTo>
                <a:lnTo>
                  <a:pt x="1323975" y="323850"/>
                </a:lnTo>
                <a:close/>
                <a:moveTo>
                  <a:pt x="1514475" y="314325"/>
                </a:moveTo>
                <a:lnTo>
                  <a:pt x="1524000" y="314325"/>
                </a:lnTo>
                <a:lnTo>
                  <a:pt x="1524000" y="333375"/>
                </a:lnTo>
                <a:lnTo>
                  <a:pt x="1504950" y="333375"/>
                </a:lnTo>
                <a:lnTo>
                  <a:pt x="1504950" y="323850"/>
                </a:lnTo>
                <a:lnTo>
                  <a:pt x="1514475" y="323850"/>
                </a:lnTo>
                <a:close/>
                <a:moveTo>
                  <a:pt x="1047750" y="323850"/>
                </a:moveTo>
                <a:lnTo>
                  <a:pt x="1057275" y="323850"/>
                </a:lnTo>
                <a:lnTo>
                  <a:pt x="1057275" y="342900"/>
                </a:lnTo>
                <a:lnTo>
                  <a:pt x="1047750" y="342900"/>
                </a:lnTo>
                <a:close/>
                <a:moveTo>
                  <a:pt x="123825" y="342900"/>
                </a:moveTo>
                <a:lnTo>
                  <a:pt x="133350" y="342900"/>
                </a:lnTo>
                <a:lnTo>
                  <a:pt x="133350" y="352425"/>
                </a:lnTo>
                <a:lnTo>
                  <a:pt x="123825" y="352425"/>
                </a:lnTo>
                <a:close/>
                <a:moveTo>
                  <a:pt x="971550" y="342900"/>
                </a:moveTo>
                <a:lnTo>
                  <a:pt x="981075" y="342900"/>
                </a:lnTo>
                <a:lnTo>
                  <a:pt x="981075" y="352425"/>
                </a:lnTo>
                <a:lnTo>
                  <a:pt x="971550" y="352425"/>
                </a:lnTo>
                <a:close/>
                <a:moveTo>
                  <a:pt x="1257300" y="342900"/>
                </a:moveTo>
                <a:lnTo>
                  <a:pt x="1285875" y="342900"/>
                </a:lnTo>
                <a:lnTo>
                  <a:pt x="1285875" y="371475"/>
                </a:lnTo>
                <a:lnTo>
                  <a:pt x="1276350" y="371475"/>
                </a:lnTo>
                <a:lnTo>
                  <a:pt x="1276350" y="361950"/>
                </a:lnTo>
                <a:lnTo>
                  <a:pt x="1257300" y="361950"/>
                </a:lnTo>
                <a:close/>
                <a:moveTo>
                  <a:pt x="295275" y="352425"/>
                </a:moveTo>
                <a:lnTo>
                  <a:pt x="314325" y="352425"/>
                </a:lnTo>
                <a:lnTo>
                  <a:pt x="314325" y="361950"/>
                </a:lnTo>
                <a:lnTo>
                  <a:pt x="304800" y="361950"/>
                </a:lnTo>
                <a:lnTo>
                  <a:pt x="304800" y="371475"/>
                </a:lnTo>
                <a:lnTo>
                  <a:pt x="295275" y="371475"/>
                </a:lnTo>
                <a:close/>
                <a:moveTo>
                  <a:pt x="857250" y="352425"/>
                </a:moveTo>
                <a:lnTo>
                  <a:pt x="866775" y="352425"/>
                </a:lnTo>
                <a:lnTo>
                  <a:pt x="866775" y="371475"/>
                </a:lnTo>
                <a:lnTo>
                  <a:pt x="857250" y="371475"/>
                </a:lnTo>
                <a:close/>
                <a:moveTo>
                  <a:pt x="123825" y="361950"/>
                </a:moveTo>
                <a:lnTo>
                  <a:pt x="152400" y="361950"/>
                </a:lnTo>
                <a:lnTo>
                  <a:pt x="152400" y="381000"/>
                </a:lnTo>
                <a:lnTo>
                  <a:pt x="161925" y="381000"/>
                </a:lnTo>
                <a:lnTo>
                  <a:pt x="161925" y="390525"/>
                </a:lnTo>
                <a:lnTo>
                  <a:pt x="171450" y="390525"/>
                </a:lnTo>
                <a:lnTo>
                  <a:pt x="171450" y="381000"/>
                </a:lnTo>
                <a:lnTo>
                  <a:pt x="180975" y="381000"/>
                </a:lnTo>
                <a:lnTo>
                  <a:pt x="180975" y="409575"/>
                </a:lnTo>
                <a:lnTo>
                  <a:pt x="171450" y="409575"/>
                </a:lnTo>
                <a:lnTo>
                  <a:pt x="171450" y="419100"/>
                </a:lnTo>
                <a:lnTo>
                  <a:pt x="161925" y="419100"/>
                </a:lnTo>
                <a:lnTo>
                  <a:pt x="161925" y="438150"/>
                </a:lnTo>
                <a:lnTo>
                  <a:pt x="152400" y="438150"/>
                </a:lnTo>
                <a:lnTo>
                  <a:pt x="152400" y="466725"/>
                </a:lnTo>
                <a:lnTo>
                  <a:pt x="123825" y="466725"/>
                </a:lnTo>
                <a:lnTo>
                  <a:pt x="123825" y="447675"/>
                </a:lnTo>
                <a:lnTo>
                  <a:pt x="133350" y="447675"/>
                </a:lnTo>
                <a:lnTo>
                  <a:pt x="133350" y="428625"/>
                </a:lnTo>
                <a:lnTo>
                  <a:pt x="152400" y="428625"/>
                </a:lnTo>
                <a:lnTo>
                  <a:pt x="152400" y="419100"/>
                </a:lnTo>
                <a:lnTo>
                  <a:pt x="123825" y="419100"/>
                </a:lnTo>
                <a:close/>
                <a:moveTo>
                  <a:pt x="876300" y="361950"/>
                </a:moveTo>
                <a:lnTo>
                  <a:pt x="885825" y="361950"/>
                </a:lnTo>
                <a:lnTo>
                  <a:pt x="885825" y="371475"/>
                </a:lnTo>
                <a:lnTo>
                  <a:pt x="876300" y="371475"/>
                </a:lnTo>
                <a:close/>
                <a:moveTo>
                  <a:pt x="914400" y="361950"/>
                </a:moveTo>
                <a:lnTo>
                  <a:pt x="962025" y="361950"/>
                </a:lnTo>
                <a:lnTo>
                  <a:pt x="962025" y="381000"/>
                </a:lnTo>
                <a:lnTo>
                  <a:pt x="952500" y="381000"/>
                </a:lnTo>
                <a:lnTo>
                  <a:pt x="952500" y="390525"/>
                </a:lnTo>
                <a:lnTo>
                  <a:pt x="933450" y="390525"/>
                </a:lnTo>
                <a:lnTo>
                  <a:pt x="933450" y="381000"/>
                </a:lnTo>
                <a:lnTo>
                  <a:pt x="923925" y="381000"/>
                </a:lnTo>
                <a:lnTo>
                  <a:pt x="923925" y="371475"/>
                </a:lnTo>
                <a:lnTo>
                  <a:pt x="914400" y="371475"/>
                </a:lnTo>
                <a:close/>
                <a:moveTo>
                  <a:pt x="504825" y="371475"/>
                </a:moveTo>
                <a:lnTo>
                  <a:pt x="495300" y="371475"/>
                </a:lnTo>
                <a:lnTo>
                  <a:pt x="495300" y="381000"/>
                </a:lnTo>
                <a:lnTo>
                  <a:pt x="504825" y="381000"/>
                </a:lnTo>
                <a:close/>
                <a:moveTo>
                  <a:pt x="504825" y="371475"/>
                </a:moveTo>
                <a:lnTo>
                  <a:pt x="514350" y="371475"/>
                </a:lnTo>
                <a:lnTo>
                  <a:pt x="514350" y="381000"/>
                </a:lnTo>
                <a:lnTo>
                  <a:pt x="533400" y="381000"/>
                </a:lnTo>
                <a:lnTo>
                  <a:pt x="533400" y="390525"/>
                </a:lnTo>
                <a:lnTo>
                  <a:pt x="542925" y="390525"/>
                </a:lnTo>
                <a:lnTo>
                  <a:pt x="542925" y="371475"/>
                </a:lnTo>
                <a:lnTo>
                  <a:pt x="552450" y="371475"/>
                </a:lnTo>
                <a:lnTo>
                  <a:pt x="552450" y="352425"/>
                </a:lnTo>
                <a:lnTo>
                  <a:pt x="504825" y="352425"/>
                </a:lnTo>
                <a:close/>
                <a:moveTo>
                  <a:pt x="695325" y="371475"/>
                </a:moveTo>
                <a:lnTo>
                  <a:pt x="704850" y="371475"/>
                </a:lnTo>
                <a:lnTo>
                  <a:pt x="704850" y="361950"/>
                </a:lnTo>
                <a:lnTo>
                  <a:pt x="695325" y="361950"/>
                </a:lnTo>
                <a:close/>
                <a:moveTo>
                  <a:pt x="885825" y="371475"/>
                </a:moveTo>
                <a:lnTo>
                  <a:pt x="895350" y="371475"/>
                </a:lnTo>
                <a:lnTo>
                  <a:pt x="895350" y="390525"/>
                </a:lnTo>
                <a:lnTo>
                  <a:pt x="885825" y="390525"/>
                </a:lnTo>
                <a:close/>
                <a:moveTo>
                  <a:pt x="219075" y="381000"/>
                </a:moveTo>
                <a:lnTo>
                  <a:pt x="228600" y="381000"/>
                </a:lnTo>
                <a:lnTo>
                  <a:pt x="228600" y="390525"/>
                </a:lnTo>
                <a:lnTo>
                  <a:pt x="219075" y="390525"/>
                </a:lnTo>
                <a:close/>
                <a:moveTo>
                  <a:pt x="133350" y="390525"/>
                </a:moveTo>
                <a:lnTo>
                  <a:pt x="142875" y="390525"/>
                </a:lnTo>
                <a:lnTo>
                  <a:pt x="142875" y="371475"/>
                </a:lnTo>
                <a:lnTo>
                  <a:pt x="133350" y="371475"/>
                </a:lnTo>
                <a:close/>
                <a:moveTo>
                  <a:pt x="647700" y="390525"/>
                </a:moveTo>
                <a:lnTo>
                  <a:pt x="666750" y="390525"/>
                </a:lnTo>
                <a:lnTo>
                  <a:pt x="666750" y="371475"/>
                </a:lnTo>
                <a:lnTo>
                  <a:pt x="647700" y="371475"/>
                </a:lnTo>
                <a:close/>
                <a:moveTo>
                  <a:pt x="1733550" y="390525"/>
                </a:moveTo>
                <a:lnTo>
                  <a:pt x="1743075" y="390525"/>
                </a:lnTo>
                <a:lnTo>
                  <a:pt x="1743075" y="400050"/>
                </a:lnTo>
                <a:lnTo>
                  <a:pt x="1733550" y="400050"/>
                </a:lnTo>
                <a:close/>
                <a:moveTo>
                  <a:pt x="228600" y="400050"/>
                </a:moveTo>
                <a:lnTo>
                  <a:pt x="247650" y="400050"/>
                </a:lnTo>
                <a:lnTo>
                  <a:pt x="247650" y="409575"/>
                </a:lnTo>
                <a:lnTo>
                  <a:pt x="228600" y="409575"/>
                </a:lnTo>
                <a:close/>
                <a:moveTo>
                  <a:pt x="333375" y="400050"/>
                </a:moveTo>
                <a:lnTo>
                  <a:pt x="352425" y="400050"/>
                </a:lnTo>
                <a:lnTo>
                  <a:pt x="352425" y="419100"/>
                </a:lnTo>
                <a:lnTo>
                  <a:pt x="361950" y="419100"/>
                </a:lnTo>
                <a:lnTo>
                  <a:pt x="361950" y="438150"/>
                </a:lnTo>
                <a:lnTo>
                  <a:pt x="352425" y="438150"/>
                </a:lnTo>
                <a:lnTo>
                  <a:pt x="352425" y="428625"/>
                </a:lnTo>
                <a:lnTo>
                  <a:pt x="342900" y="428625"/>
                </a:lnTo>
                <a:lnTo>
                  <a:pt x="342900" y="419100"/>
                </a:lnTo>
                <a:lnTo>
                  <a:pt x="333375" y="419100"/>
                </a:lnTo>
                <a:close/>
                <a:moveTo>
                  <a:pt x="1238250" y="400050"/>
                </a:moveTo>
                <a:lnTo>
                  <a:pt x="1247775" y="400050"/>
                </a:lnTo>
                <a:lnTo>
                  <a:pt x="1247775" y="409575"/>
                </a:lnTo>
                <a:lnTo>
                  <a:pt x="1266825" y="409575"/>
                </a:lnTo>
                <a:lnTo>
                  <a:pt x="1266825" y="419100"/>
                </a:lnTo>
                <a:lnTo>
                  <a:pt x="1247775" y="419100"/>
                </a:lnTo>
                <a:lnTo>
                  <a:pt x="1247775" y="428625"/>
                </a:lnTo>
                <a:lnTo>
                  <a:pt x="1228725" y="428625"/>
                </a:lnTo>
                <a:lnTo>
                  <a:pt x="1228725" y="419100"/>
                </a:lnTo>
                <a:lnTo>
                  <a:pt x="1238250" y="419100"/>
                </a:lnTo>
                <a:close/>
                <a:moveTo>
                  <a:pt x="1733550" y="438150"/>
                </a:moveTo>
                <a:lnTo>
                  <a:pt x="1743075" y="438150"/>
                </a:lnTo>
                <a:lnTo>
                  <a:pt x="1743075" y="457200"/>
                </a:lnTo>
                <a:lnTo>
                  <a:pt x="1733550" y="457200"/>
                </a:lnTo>
                <a:close/>
                <a:moveTo>
                  <a:pt x="152400" y="466725"/>
                </a:moveTo>
                <a:lnTo>
                  <a:pt x="161925" y="466725"/>
                </a:lnTo>
                <a:lnTo>
                  <a:pt x="161925" y="495300"/>
                </a:lnTo>
                <a:lnTo>
                  <a:pt x="142875" y="495300"/>
                </a:lnTo>
                <a:lnTo>
                  <a:pt x="142875" y="485775"/>
                </a:lnTo>
                <a:lnTo>
                  <a:pt x="152400" y="485775"/>
                </a:lnTo>
                <a:close/>
                <a:moveTo>
                  <a:pt x="1343025" y="466725"/>
                </a:moveTo>
                <a:lnTo>
                  <a:pt x="1371600" y="466725"/>
                </a:lnTo>
                <a:lnTo>
                  <a:pt x="1371600" y="485775"/>
                </a:lnTo>
                <a:lnTo>
                  <a:pt x="1352550" y="485775"/>
                </a:lnTo>
                <a:lnTo>
                  <a:pt x="1352550" y="476250"/>
                </a:lnTo>
                <a:lnTo>
                  <a:pt x="1343025" y="476250"/>
                </a:lnTo>
                <a:close/>
                <a:moveTo>
                  <a:pt x="171450" y="485775"/>
                </a:moveTo>
                <a:lnTo>
                  <a:pt x="180975" y="485775"/>
                </a:lnTo>
                <a:lnTo>
                  <a:pt x="180975" y="495300"/>
                </a:lnTo>
                <a:lnTo>
                  <a:pt x="171450" y="495300"/>
                </a:lnTo>
                <a:close/>
                <a:moveTo>
                  <a:pt x="895350" y="485775"/>
                </a:moveTo>
                <a:lnTo>
                  <a:pt x="923925" y="485775"/>
                </a:lnTo>
                <a:lnTo>
                  <a:pt x="923925" y="495300"/>
                </a:lnTo>
                <a:lnTo>
                  <a:pt x="895350" y="495300"/>
                </a:lnTo>
                <a:close/>
                <a:moveTo>
                  <a:pt x="1409700" y="485775"/>
                </a:moveTo>
                <a:lnTo>
                  <a:pt x="1419225" y="485775"/>
                </a:lnTo>
                <a:lnTo>
                  <a:pt x="1419225" y="504825"/>
                </a:lnTo>
                <a:lnTo>
                  <a:pt x="1409700" y="504825"/>
                </a:lnTo>
                <a:close/>
                <a:moveTo>
                  <a:pt x="1581150" y="485775"/>
                </a:moveTo>
                <a:lnTo>
                  <a:pt x="1590675" y="485775"/>
                </a:lnTo>
                <a:lnTo>
                  <a:pt x="1590675" y="495300"/>
                </a:lnTo>
                <a:lnTo>
                  <a:pt x="1581150" y="495300"/>
                </a:lnTo>
                <a:close/>
                <a:moveTo>
                  <a:pt x="1219200" y="495300"/>
                </a:moveTo>
                <a:lnTo>
                  <a:pt x="1228725" y="495300"/>
                </a:lnTo>
                <a:lnTo>
                  <a:pt x="1228725" y="504825"/>
                </a:lnTo>
                <a:lnTo>
                  <a:pt x="1219200" y="504825"/>
                </a:lnTo>
                <a:close/>
                <a:moveTo>
                  <a:pt x="1295400" y="495300"/>
                </a:moveTo>
                <a:lnTo>
                  <a:pt x="1304925" y="495300"/>
                </a:lnTo>
                <a:lnTo>
                  <a:pt x="1304925" y="523875"/>
                </a:lnTo>
                <a:lnTo>
                  <a:pt x="1295400" y="523875"/>
                </a:lnTo>
                <a:lnTo>
                  <a:pt x="1295400" y="514350"/>
                </a:lnTo>
                <a:lnTo>
                  <a:pt x="1285875" y="514350"/>
                </a:lnTo>
                <a:lnTo>
                  <a:pt x="1285875" y="504825"/>
                </a:lnTo>
                <a:lnTo>
                  <a:pt x="1295400" y="504825"/>
                </a:lnTo>
                <a:close/>
                <a:moveTo>
                  <a:pt x="1733550" y="495300"/>
                </a:moveTo>
                <a:lnTo>
                  <a:pt x="1743075" y="495300"/>
                </a:lnTo>
                <a:lnTo>
                  <a:pt x="1743075" y="514350"/>
                </a:lnTo>
                <a:lnTo>
                  <a:pt x="1733550" y="514350"/>
                </a:lnTo>
                <a:close/>
                <a:moveTo>
                  <a:pt x="142875" y="504825"/>
                </a:moveTo>
                <a:lnTo>
                  <a:pt x="152400" y="504825"/>
                </a:lnTo>
                <a:lnTo>
                  <a:pt x="152400" y="514350"/>
                </a:lnTo>
                <a:lnTo>
                  <a:pt x="142875" y="514350"/>
                </a:lnTo>
                <a:close/>
                <a:moveTo>
                  <a:pt x="1200150" y="504825"/>
                </a:moveTo>
                <a:lnTo>
                  <a:pt x="1209675" y="504825"/>
                </a:lnTo>
                <a:lnTo>
                  <a:pt x="1209675" y="514350"/>
                </a:lnTo>
                <a:lnTo>
                  <a:pt x="1200150" y="514350"/>
                </a:lnTo>
                <a:close/>
                <a:moveTo>
                  <a:pt x="304800" y="514350"/>
                </a:moveTo>
                <a:lnTo>
                  <a:pt x="314325" y="514350"/>
                </a:lnTo>
                <a:lnTo>
                  <a:pt x="314325" y="533400"/>
                </a:lnTo>
                <a:lnTo>
                  <a:pt x="295275" y="533400"/>
                </a:lnTo>
                <a:lnTo>
                  <a:pt x="295275" y="523875"/>
                </a:lnTo>
                <a:lnTo>
                  <a:pt x="304800" y="523875"/>
                </a:lnTo>
                <a:close/>
                <a:moveTo>
                  <a:pt x="1714500" y="514350"/>
                </a:moveTo>
                <a:lnTo>
                  <a:pt x="1724025" y="514350"/>
                </a:lnTo>
                <a:lnTo>
                  <a:pt x="1724025" y="542925"/>
                </a:lnTo>
                <a:lnTo>
                  <a:pt x="1704975" y="542925"/>
                </a:lnTo>
                <a:lnTo>
                  <a:pt x="1704975" y="533400"/>
                </a:lnTo>
                <a:lnTo>
                  <a:pt x="1695450" y="533400"/>
                </a:lnTo>
                <a:lnTo>
                  <a:pt x="1695450" y="523875"/>
                </a:lnTo>
                <a:lnTo>
                  <a:pt x="1714500" y="523875"/>
                </a:lnTo>
                <a:close/>
                <a:moveTo>
                  <a:pt x="152400" y="523875"/>
                </a:moveTo>
                <a:lnTo>
                  <a:pt x="161925" y="523875"/>
                </a:lnTo>
                <a:lnTo>
                  <a:pt x="161925" y="533400"/>
                </a:lnTo>
                <a:lnTo>
                  <a:pt x="180975" y="533400"/>
                </a:lnTo>
                <a:lnTo>
                  <a:pt x="180975" y="552450"/>
                </a:lnTo>
                <a:lnTo>
                  <a:pt x="161925" y="552450"/>
                </a:lnTo>
                <a:lnTo>
                  <a:pt x="161925" y="542925"/>
                </a:lnTo>
                <a:lnTo>
                  <a:pt x="152400" y="542925"/>
                </a:lnTo>
                <a:close/>
                <a:moveTo>
                  <a:pt x="857250" y="523875"/>
                </a:moveTo>
                <a:lnTo>
                  <a:pt x="866775" y="523875"/>
                </a:lnTo>
                <a:lnTo>
                  <a:pt x="866775" y="533400"/>
                </a:lnTo>
                <a:lnTo>
                  <a:pt x="857250" y="533400"/>
                </a:lnTo>
                <a:close/>
                <a:moveTo>
                  <a:pt x="1066800" y="523875"/>
                </a:moveTo>
                <a:lnTo>
                  <a:pt x="1085850" y="523875"/>
                </a:lnTo>
                <a:lnTo>
                  <a:pt x="1085850" y="533400"/>
                </a:lnTo>
                <a:lnTo>
                  <a:pt x="1095375" y="533400"/>
                </a:lnTo>
                <a:lnTo>
                  <a:pt x="1095375" y="542925"/>
                </a:lnTo>
                <a:lnTo>
                  <a:pt x="1066800" y="542925"/>
                </a:lnTo>
                <a:close/>
                <a:moveTo>
                  <a:pt x="1123950" y="523875"/>
                </a:moveTo>
                <a:lnTo>
                  <a:pt x="1133475" y="523875"/>
                </a:lnTo>
                <a:lnTo>
                  <a:pt x="1133475" y="533400"/>
                </a:lnTo>
                <a:lnTo>
                  <a:pt x="1123950" y="533400"/>
                </a:lnTo>
                <a:close/>
                <a:moveTo>
                  <a:pt x="1190625" y="523875"/>
                </a:moveTo>
                <a:lnTo>
                  <a:pt x="1200150" y="523875"/>
                </a:lnTo>
                <a:lnTo>
                  <a:pt x="1200150" y="533400"/>
                </a:lnTo>
                <a:lnTo>
                  <a:pt x="1190625" y="533400"/>
                </a:lnTo>
                <a:close/>
                <a:moveTo>
                  <a:pt x="1552575" y="533400"/>
                </a:moveTo>
                <a:lnTo>
                  <a:pt x="1562100" y="533400"/>
                </a:lnTo>
                <a:lnTo>
                  <a:pt x="1562100" y="542925"/>
                </a:lnTo>
                <a:lnTo>
                  <a:pt x="1552575" y="542925"/>
                </a:lnTo>
                <a:close/>
                <a:moveTo>
                  <a:pt x="200025" y="552450"/>
                </a:moveTo>
                <a:lnTo>
                  <a:pt x="257175" y="552450"/>
                </a:lnTo>
                <a:lnTo>
                  <a:pt x="257175" y="561975"/>
                </a:lnTo>
                <a:lnTo>
                  <a:pt x="266700" y="561975"/>
                </a:lnTo>
                <a:lnTo>
                  <a:pt x="266700" y="590550"/>
                </a:lnTo>
                <a:lnTo>
                  <a:pt x="247650" y="590550"/>
                </a:lnTo>
                <a:lnTo>
                  <a:pt x="247650" y="600075"/>
                </a:lnTo>
                <a:lnTo>
                  <a:pt x="228600" y="600075"/>
                </a:lnTo>
                <a:lnTo>
                  <a:pt x="228600" y="609600"/>
                </a:lnTo>
                <a:lnTo>
                  <a:pt x="219075" y="609600"/>
                </a:lnTo>
                <a:lnTo>
                  <a:pt x="219075" y="590550"/>
                </a:lnTo>
                <a:lnTo>
                  <a:pt x="209550" y="590550"/>
                </a:lnTo>
                <a:lnTo>
                  <a:pt x="209550" y="581025"/>
                </a:lnTo>
                <a:lnTo>
                  <a:pt x="219075" y="581025"/>
                </a:lnTo>
                <a:lnTo>
                  <a:pt x="219075" y="561975"/>
                </a:lnTo>
                <a:lnTo>
                  <a:pt x="200025" y="561975"/>
                </a:lnTo>
                <a:close/>
                <a:moveTo>
                  <a:pt x="1162050" y="552450"/>
                </a:moveTo>
                <a:lnTo>
                  <a:pt x="1171575" y="552450"/>
                </a:lnTo>
                <a:lnTo>
                  <a:pt x="1171575" y="561975"/>
                </a:lnTo>
                <a:lnTo>
                  <a:pt x="1162050" y="561975"/>
                </a:lnTo>
                <a:close/>
                <a:moveTo>
                  <a:pt x="1019175" y="561975"/>
                </a:moveTo>
                <a:lnTo>
                  <a:pt x="1028700" y="561975"/>
                </a:lnTo>
                <a:lnTo>
                  <a:pt x="1028700" y="571500"/>
                </a:lnTo>
                <a:lnTo>
                  <a:pt x="1019175" y="571500"/>
                </a:lnTo>
                <a:close/>
                <a:moveTo>
                  <a:pt x="409575" y="581025"/>
                </a:moveTo>
                <a:lnTo>
                  <a:pt x="428625" y="581025"/>
                </a:lnTo>
                <a:lnTo>
                  <a:pt x="428625" y="590550"/>
                </a:lnTo>
                <a:lnTo>
                  <a:pt x="438150" y="590550"/>
                </a:lnTo>
                <a:lnTo>
                  <a:pt x="438150" y="600075"/>
                </a:lnTo>
                <a:lnTo>
                  <a:pt x="409575" y="600075"/>
                </a:lnTo>
                <a:lnTo>
                  <a:pt x="409575" y="609600"/>
                </a:lnTo>
                <a:lnTo>
                  <a:pt x="400050" y="609600"/>
                </a:lnTo>
                <a:lnTo>
                  <a:pt x="400050" y="590550"/>
                </a:lnTo>
                <a:lnTo>
                  <a:pt x="409575" y="590550"/>
                </a:lnTo>
                <a:close/>
                <a:moveTo>
                  <a:pt x="1638300" y="581025"/>
                </a:moveTo>
                <a:lnTo>
                  <a:pt x="1657350" y="581025"/>
                </a:lnTo>
                <a:lnTo>
                  <a:pt x="1657350" y="590550"/>
                </a:lnTo>
                <a:lnTo>
                  <a:pt x="1638300" y="590550"/>
                </a:lnTo>
                <a:close/>
                <a:moveTo>
                  <a:pt x="276225" y="609600"/>
                </a:moveTo>
                <a:lnTo>
                  <a:pt x="295275" y="609600"/>
                </a:lnTo>
                <a:lnTo>
                  <a:pt x="295275" y="619125"/>
                </a:lnTo>
                <a:lnTo>
                  <a:pt x="276225" y="619125"/>
                </a:lnTo>
                <a:close/>
                <a:moveTo>
                  <a:pt x="314325" y="609600"/>
                </a:moveTo>
                <a:lnTo>
                  <a:pt x="333375" y="609600"/>
                </a:lnTo>
                <a:lnTo>
                  <a:pt x="333375" y="619125"/>
                </a:lnTo>
                <a:lnTo>
                  <a:pt x="342900" y="619125"/>
                </a:lnTo>
                <a:lnTo>
                  <a:pt x="342900" y="628650"/>
                </a:lnTo>
                <a:lnTo>
                  <a:pt x="323850" y="628650"/>
                </a:lnTo>
                <a:lnTo>
                  <a:pt x="323850" y="619125"/>
                </a:lnTo>
                <a:lnTo>
                  <a:pt x="314325" y="619125"/>
                </a:lnTo>
                <a:close/>
                <a:moveTo>
                  <a:pt x="438150" y="609600"/>
                </a:moveTo>
                <a:lnTo>
                  <a:pt x="447675" y="609600"/>
                </a:lnTo>
                <a:lnTo>
                  <a:pt x="447675" y="619125"/>
                </a:lnTo>
                <a:lnTo>
                  <a:pt x="438150" y="619125"/>
                </a:lnTo>
                <a:close/>
                <a:moveTo>
                  <a:pt x="428625" y="619125"/>
                </a:moveTo>
                <a:lnTo>
                  <a:pt x="438150" y="619125"/>
                </a:lnTo>
                <a:lnTo>
                  <a:pt x="438150" y="628650"/>
                </a:lnTo>
                <a:lnTo>
                  <a:pt x="428625" y="628650"/>
                </a:lnTo>
                <a:close/>
                <a:moveTo>
                  <a:pt x="152400" y="647700"/>
                </a:moveTo>
                <a:lnTo>
                  <a:pt x="161925" y="647700"/>
                </a:lnTo>
                <a:lnTo>
                  <a:pt x="161925" y="666750"/>
                </a:lnTo>
                <a:lnTo>
                  <a:pt x="142875" y="666750"/>
                </a:lnTo>
                <a:lnTo>
                  <a:pt x="142875" y="657225"/>
                </a:lnTo>
                <a:lnTo>
                  <a:pt x="152400" y="657225"/>
                </a:lnTo>
                <a:close/>
                <a:moveTo>
                  <a:pt x="1495425" y="647700"/>
                </a:moveTo>
                <a:lnTo>
                  <a:pt x="1504950" y="647700"/>
                </a:lnTo>
                <a:lnTo>
                  <a:pt x="1504950" y="657225"/>
                </a:lnTo>
                <a:lnTo>
                  <a:pt x="1495425" y="657225"/>
                </a:lnTo>
                <a:close/>
                <a:moveTo>
                  <a:pt x="619125" y="666750"/>
                </a:moveTo>
                <a:lnTo>
                  <a:pt x="647700" y="666750"/>
                </a:lnTo>
                <a:lnTo>
                  <a:pt x="647700" y="676275"/>
                </a:lnTo>
                <a:lnTo>
                  <a:pt x="685800" y="676275"/>
                </a:lnTo>
                <a:lnTo>
                  <a:pt x="685800" y="685800"/>
                </a:lnTo>
                <a:lnTo>
                  <a:pt x="600075" y="685800"/>
                </a:lnTo>
                <a:lnTo>
                  <a:pt x="600075" y="676275"/>
                </a:lnTo>
                <a:lnTo>
                  <a:pt x="619125" y="676275"/>
                </a:lnTo>
                <a:close/>
                <a:moveTo>
                  <a:pt x="571500" y="676275"/>
                </a:moveTo>
                <a:lnTo>
                  <a:pt x="581025" y="676275"/>
                </a:lnTo>
                <a:lnTo>
                  <a:pt x="581025" y="685800"/>
                </a:lnTo>
                <a:lnTo>
                  <a:pt x="571500" y="685800"/>
                </a:lnTo>
                <a:close/>
                <a:moveTo>
                  <a:pt x="962025" y="676275"/>
                </a:moveTo>
                <a:lnTo>
                  <a:pt x="981075" y="676275"/>
                </a:lnTo>
                <a:lnTo>
                  <a:pt x="981075" y="685800"/>
                </a:lnTo>
                <a:lnTo>
                  <a:pt x="962025" y="685800"/>
                </a:lnTo>
                <a:close/>
                <a:moveTo>
                  <a:pt x="1009650" y="676275"/>
                </a:moveTo>
                <a:lnTo>
                  <a:pt x="1019175" y="676275"/>
                </a:lnTo>
                <a:lnTo>
                  <a:pt x="1019175" y="685800"/>
                </a:lnTo>
                <a:lnTo>
                  <a:pt x="1009650" y="685800"/>
                </a:lnTo>
                <a:close/>
                <a:moveTo>
                  <a:pt x="1171575" y="676275"/>
                </a:moveTo>
                <a:lnTo>
                  <a:pt x="1200150" y="676275"/>
                </a:lnTo>
                <a:lnTo>
                  <a:pt x="1200150" y="685800"/>
                </a:lnTo>
                <a:lnTo>
                  <a:pt x="1171575" y="685800"/>
                </a:lnTo>
                <a:close/>
                <a:moveTo>
                  <a:pt x="1571625" y="676275"/>
                </a:moveTo>
                <a:lnTo>
                  <a:pt x="1590675" y="676275"/>
                </a:lnTo>
                <a:lnTo>
                  <a:pt x="1590675" y="685800"/>
                </a:lnTo>
                <a:lnTo>
                  <a:pt x="1571625" y="685800"/>
                </a:lnTo>
                <a:close/>
                <a:moveTo>
                  <a:pt x="457200" y="685800"/>
                </a:moveTo>
                <a:lnTo>
                  <a:pt x="466725" y="685800"/>
                </a:lnTo>
                <a:lnTo>
                  <a:pt x="466725" y="704850"/>
                </a:lnTo>
                <a:lnTo>
                  <a:pt x="457200" y="704850"/>
                </a:lnTo>
                <a:close/>
                <a:moveTo>
                  <a:pt x="1724025" y="695325"/>
                </a:moveTo>
                <a:lnTo>
                  <a:pt x="1733550" y="695325"/>
                </a:lnTo>
                <a:lnTo>
                  <a:pt x="1733550" y="704850"/>
                </a:lnTo>
                <a:lnTo>
                  <a:pt x="1724025" y="704850"/>
                </a:lnTo>
                <a:close/>
                <a:moveTo>
                  <a:pt x="581025" y="704850"/>
                </a:moveTo>
                <a:lnTo>
                  <a:pt x="600075" y="704850"/>
                </a:lnTo>
                <a:lnTo>
                  <a:pt x="600075" y="714375"/>
                </a:lnTo>
                <a:lnTo>
                  <a:pt x="581025" y="714375"/>
                </a:lnTo>
                <a:close/>
                <a:moveTo>
                  <a:pt x="657225" y="704850"/>
                </a:moveTo>
                <a:lnTo>
                  <a:pt x="685800" y="704850"/>
                </a:lnTo>
                <a:lnTo>
                  <a:pt x="685800" y="714375"/>
                </a:lnTo>
                <a:lnTo>
                  <a:pt x="657225" y="714375"/>
                </a:lnTo>
                <a:close/>
                <a:moveTo>
                  <a:pt x="695325" y="704850"/>
                </a:moveTo>
                <a:lnTo>
                  <a:pt x="704850" y="704850"/>
                </a:lnTo>
                <a:lnTo>
                  <a:pt x="704850" y="714375"/>
                </a:lnTo>
                <a:lnTo>
                  <a:pt x="695325" y="714375"/>
                </a:lnTo>
                <a:close/>
                <a:moveTo>
                  <a:pt x="771525" y="704850"/>
                </a:moveTo>
                <a:lnTo>
                  <a:pt x="790575" y="704850"/>
                </a:lnTo>
                <a:lnTo>
                  <a:pt x="790575" y="714375"/>
                </a:lnTo>
                <a:lnTo>
                  <a:pt x="771525" y="714375"/>
                </a:lnTo>
                <a:close/>
                <a:moveTo>
                  <a:pt x="1276350" y="704850"/>
                </a:moveTo>
                <a:lnTo>
                  <a:pt x="1304925" y="704850"/>
                </a:lnTo>
                <a:lnTo>
                  <a:pt x="1304925" y="714375"/>
                </a:lnTo>
                <a:lnTo>
                  <a:pt x="1276350" y="714375"/>
                </a:lnTo>
                <a:close/>
                <a:moveTo>
                  <a:pt x="1314450" y="704850"/>
                </a:moveTo>
                <a:lnTo>
                  <a:pt x="1343025" y="704850"/>
                </a:lnTo>
                <a:lnTo>
                  <a:pt x="1343025" y="714375"/>
                </a:lnTo>
                <a:lnTo>
                  <a:pt x="1333500" y="714375"/>
                </a:lnTo>
                <a:lnTo>
                  <a:pt x="1333500" y="733425"/>
                </a:lnTo>
                <a:lnTo>
                  <a:pt x="1314450" y="733425"/>
                </a:lnTo>
                <a:lnTo>
                  <a:pt x="1314450" y="723900"/>
                </a:lnTo>
                <a:lnTo>
                  <a:pt x="1323975" y="723900"/>
                </a:lnTo>
                <a:lnTo>
                  <a:pt x="1323975" y="714375"/>
                </a:lnTo>
                <a:lnTo>
                  <a:pt x="1314450" y="714375"/>
                </a:lnTo>
                <a:close/>
                <a:moveTo>
                  <a:pt x="1419225" y="704850"/>
                </a:moveTo>
                <a:lnTo>
                  <a:pt x="1447800" y="704850"/>
                </a:lnTo>
                <a:lnTo>
                  <a:pt x="1447800" y="714375"/>
                </a:lnTo>
                <a:lnTo>
                  <a:pt x="1419225" y="714375"/>
                </a:lnTo>
                <a:close/>
                <a:moveTo>
                  <a:pt x="1524000" y="704850"/>
                </a:moveTo>
                <a:lnTo>
                  <a:pt x="1533525" y="704850"/>
                </a:lnTo>
                <a:lnTo>
                  <a:pt x="1533525" y="714375"/>
                </a:lnTo>
                <a:lnTo>
                  <a:pt x="1524000" y="714375"/>
                </a:lnTo>
                <a:close/>
                <a:moveTo>
                  <a:pt x="1543050" y="704850"/>
                </a:moveTo>
                <a:lnTo>
                  <a:pt x="1552575" y="704850"/>
                </a:lnTo>
                <a:lnTo>
                  <a:pt x="1552575" y="714375"/>
                </a:lnTo>
                <a:lnTo>
                  <a:pt x="1543050" y="714375"/>
                </a:lnTo>
                <a:close/>
                <a:moveTo>
                  <a:pt x="1714500" y="704850"/>
                </a:moveTo>
                <a:lnTo>
                  <a:pt x="1724025" y="704850"/>
                </a:lnTo>
                <a:lnTo>
                  <a:pt x="1724025" y="714375"/>
                </a:lnTo>
                <a:lnTo>
                  <a:pt x="1714500" y="714375"/>
                </a:lnTo>
                <a:close/>
                <a:moveTo>
                  <a:pt x="1733550" y="704850"/>
                </a:moveTo>
                <a:lnTo>
                  <a:pt x="1743075" y="704850"/>
                </a:lnTo>
                <a:lnTo>
                  <a:pt x="1743075" y="723900"/>
                </a:lnTo>
                <a:lnTo>
                  <a:pt x="1733550" y="723900"/>
                </a:lnTo>
                <a:close/>
                <a:moveTo>
                  <a:pt x="628650" y="714375"/>
                </a:moveTo>
                <a:lnTo>
                  <a:pt x="638175" y="714375"/>
                </a:lnTo>
                <a:lnTo>
                  <a:pt x="638175" y="733425"/>
                </a:lnTo>
                <a:lnTo>
                  <a:pt x="619125" y="733425"/>
                </a:lnTo>
                <a:lnTo>
                  <a:pt x="619125" y="723900"/>
                </a:lnTo>
                <a:lnTo>
                  <a:pt x="628650" y="723900"/>
                </a:lnTo>
                <a:close/>
                <a:moveTo>
                  <a:pt x="657225" y="723900"/>
                </a:moveTo>
                <a:lnTo>
                  <a:pt x="676275" y="723900"/>
                </a:lnTo>
                <a:lnTo>
                  <a:pt x="676275" y="733425"/>
                </a:lnTo>
                <a:lnTo>
                  <a:pt x="657225" y="733425"/>
                </a:lnTo>
                <a:close/>
                <a:moveTo>
                  <a:pt x="1343025" y="733425"/>
                </a:moveTo>
                <a:lnTo>
                  <a:pt x="1362075" y="733425"/>
                </a:lnTo>
                <a:lnTo>
                  <a:pt x="1362075" y="752475"/>
                </a:lnTo>
                <a:lnTo>
                  <a:pt x="1343025" y="752475"/>
                </a:lnTo>
                <a:close/>
                <a:moveTo>
                  <a:pt x="1295400" y="742950"/>
                </a:moveTo>
                <a:lnTo>
                  <a:pt x="1323975" y="742950"/>
                </a:lnTo>
                <a:lnTo>
                  <a:pt x="1323975" y="752475"/>
                </a:lnTo>
                <a:lnTo>
                  <a:pt x="1304925" y="752475"/>
                </a:lnTo>
                <a:lnTo>
                  <a:pt x="1304925" y="762000"/>
                </a:lnTo>
                <a:lnTo>
                  <a:pt x="1295400" y="762000"/>
                </a:lnTo>
                <a:close/>
                <a:moveTo>
                  <a:pt x="180975" y="762000"/>
                </a:moveTo>
                <a:lnTo>
                  <a:pt x="190500" y="762000"/>
                </a:lnTo>
                <a:lnTo>
                  <a:pt x="190500" y="771525"/>
                </a:lnTo>
                <a:lnTo>
                  <a:pt x="180975" y="771525"/>
                </a:lnTo>
                <a:close/>
                <a:moveTo>
                  <a:pt x="200025" y="762000"/>
                </a:moveTo>
                <a:lnTo>
                  <a:pt x="209550" y="762000"/>
                </a:lnTo>
                <a:lnTo>
                  <a:pt x="209550" y="771525"/>
                </a:lnTo>
                <a:lnTo>
                  <a:pt x="200025" y="771525"/>
                </a:lnTo>
                <a:close/>
                <a:moveTo>
                  <a:pt x="923925" y="781050"/>
                </a:moveTo>
                <a:lnTo>
                  <a:pt x="952500" y="781050"/>
                </a:lnTo>
                <a:lnTo>
                  <a:pt x="952500" y="790575"/>
                </a:lnTo>
                <a:lnTo>
                  <a:pt x="962025" y="790575"/>
                </a:lnTo>
                <a:lnTo>
                  <a:pt x="962025" y="800100"/>
                </a:lnTo>
                <a:lnTo>
                  <a:pt x="933450" y="800100"/>
                </a:lnTo>
                <a:lnTo>
                  <a:pt x="933450" y="790575"/>
                </a:lnTo>
                <a:lnTo>
                  <a:pt x="923925" y="790575"/>
                </a:lnTo>
                <a:close/>
                <a:moveTo>
                  <a:pt x="1685925" y="781050"/>
                </a:moveTo>
                <a:lnTo>
                  <a:pt x="1733550" y="781050"/>
                </a:lnTo>
                <a:lnTo>
                  <a:pt x="1733550" y="857250"/>
                </a:lnTo>
                <a:lnTo>
                  <a:pt x="1714500" y="857250"/>
                </a:lnTo>
                <a:lnTo>
                  <a:pt x="1714500" y="847725"/>
                </a:lnTo>
                <a:lnTo>
                  <a:pt x="1704975" y="847725"/>
                </a:lnTo>
                <a:lnTo>
                  <a:pt x="1704975" y="838200"/>
                </a:lnTo>
                <a:lnTo>
                  <a:pt x="1724025" y="838200"/>
                </a:lnTo>
                <a:lnTo>
                  <a:pt x="1724025" y="809625"/>
                </a:lnTo>
                <a:lnTo>
                  <a:pt x="1704975" y="809625"/>
                </a:lnTo>
                <a:lnTo>
                  <a:pt x="1704975" y="800100"/>
                </a:lnTo>
                <a:lnTo>
                  <a:pt x="1685925" y="800100"/>
                </a:lnTo>
                <a:close/>
                <a:moveTo>
                  <a:pt x="742950" y="800100"/>
                </a:moveTo>
                <a:lnTo>
                  <a:pt x="762000" y="800100"/>
                </a:lnTo>
                <a:lnTo>
                  <a:pt x="762000" y="819150"/>
                </a:lnTo>
                <a:lnTo>
                  <a:pt x="742950" y="819150"/>
                </a:lnTo>
                <a:close/>
                <a:moveTo>
                  <a:pt x="781050" y="809625"/>
                </a:moveTo>
                <a:lnTo>
                  <a:pt x="828675" y="809625"/>
                </a:lnTo>
                <a:lnTo>
                  <a:pt x="828675" y="819150"/>
                </a:lnTo>
                <a:lnTo>
                  <a:pt x="800100" y="819150"/>
                </a:lnTo>
                <a:lnTo>
                  <a:pt x="800100" y="838200"/>
                </a:lnTo>
                <a:lnTo>
                  <a:pt x="847725" y="838200"/>
                </a:lnTo>
                <a:lnTo>
                  <a:pt x="847725" y="819150"/>
                </a:lnTo>
                <a:lnTo>
                  <a:pt x="866775" y="819150"/>
                </a:lnTo>
                <a:lnTo>
                  <a:pt x="866775" y="838200"/>
                </a:lnTo>
                <a:lnTo>
                  <a:pt x="876300" y="838200"/>
                </a:lnTo>
                <a:lnTo>
                  <a:pt x="876300" y="847725"/>
                </a:lnTo>
                <a:lnTo>
                  <a:pt x="857250" y="847725"/>
                </a:lnTo>
                <a:lnTo>
                  <a:pt x="857250" y="838200"/>
                </a:lnTo>
                <a:lnTo>
                  <a:pt x="847725" y="838200"/>
                </a:lnTo>
                <a:lnTo>
                  <a:pt x="847725" y="857250"/>
                </a:lnTo>
                <a:lnTo>
                  <a:pt x="838200" y="857250"/>
                </a:lnTo>
                <a:lnTo>
                  <a:pt x="838200" y="847725"/>
                </a:lnTo>
                <a:lnTo>
                  <a:pt x="771525" y="847725"/>
                </a:lnTo>
                <a:lnTo>
                  <a:pt x="771525" y="838200"/>
                </a:lnTo>
                <a:lnTo>
                  <a:pt x="781050" y="838200"/>
                </a:lnTo>
                <a:close/>
                <a:moveTo>
                  <a:pt x="1085850" y="809625"/>
                </a:moveTo>
                <a:lnTo>
                  <a:pt x="1104900" y="809625"/>
                </a:lnTo>
                <a:lnTo>
                  <a:pt x="1104900" y="819150"/>
                </a:lnTo>
                <a:lnTo>
                  <a:pt x="1085850" y="819150"/>
                </a:lnTo>
                <a:close/>
                <a:moveTo>
                  <a:pt x="1152525" y="809625"/>
                </a:moveTo>
                <a:lnTo>
                  <a:pt x="1181100" y="809625"/>
                </a:lnTo>
                <a:lnTo>
                  <a:pt x="1181100" y="819150"/>
                </a:lnTo>
                <a:lnTo>
                  <a:pt x="1152525" y="819150"/>
                </a:lnTo>
                <a:close/>
                <a:moveTo>
                  <a:pt x="1333500" y="809625"/>
                </a:moveTo>
                <a:lnTo>
                  <a:pt x="1371600" y="809625"/>
                </a:lnTo>
                <a:lnTo>
                  <a:pt x="1371600" y="819150"/>
                </a:lnTo>
                <a:lnTo>
                  <a:pt x="1333500" y="819150"/>
                </a:lnTo>
                <a:close/>
                <a:moveTo>
                  <a:pt x="914400" y="819150"/>
                </a:moveTo>
                <a:lnTo>
                  <a:pt x="923925" y="819150"/>
                </a:lnTo>
                <a:lnTo>
                  <a:pt x="923925" y="847725"/>
                </a:lnTo>
                <a:lnTo>
                  <a:pt x="904875" y="847725"/>
                </a:lnTo>
                <a:lnTo>
                  <a:pt x="904875" y="838200"/>
                </a:lnTo>
                <a:lnTo>
                  <a:pt x="914400" y="838200"/>
                </a:lnTo>
                <a:close/>
                <a:moveTo>
                  <a:pt x="971550" y="819150"/>
                </a:moveTo>
                <a:lnTo>
                  <a:pt x="1019175" y="819150"/>
                </a:lnTo>
                <a:lnTo>
                  <a:pt x="1019175" y="838200"/>
                </a:lnTo>
                <a:lnTo>
                  <a:pt x="971550" y="838200"/>
                </a:lnTo>
                <a:close/>
                <a:moveTo>
                  <a:pt x="1123950" y="819150"/>
                </a:moveTo>
                <a:lnTo>
                  <a:pt x="1143000" y="819150"/>
                </a:lnTo>
                <a:lnTo>
                  <a:pt x="1143000" y="838200"/>
                </a:lnTo>
                <a:lnTo>
                  <a:pt x="1123950" y="838200"/>
                </a:lnTo>
                <a:close/>
                <a:moveTo>
                  <a:pt x="1476375" y="819150"/>
                </a:moveTo>
                <a:lnTo>
                  <a:pt x="1504950" y="819150"/>
                </a:lnTo>
                <a:lnTo>
                  <a:pt x="1504950" y="838200"/>
                </a:lnTo>
                <a:lnTo>
                  <a:pt x="1476375" y="838200"/>
                </a:lnTo>
                <a:close/>
                <a:moveTo>
                  <a:pt x="1524000" y="819150"/>
                </a:moveTo>
                <a:lnTo>
                  <a:pt x="1543050" y="819150"/>
                </a:lnTo>
                <a:lnTo>
                  <a:pt x="1543050" y="838200"/>
                </a:lnTo>
                <a:lnTo>
                  <a:pt x="1524000" y="838200"/>
                </a:lnTo>
                <a:close/>
                <a:moveTo>
                  <a:pt x="685800" y="828675"/>
                </a:moveTo>
                <a:lnTo>
                  <a:pt x="704850" y="828675"/>
                </a:lnTo>
                <a:lnTo>
                  <a:pt x="704850" y="838200"/>
                </a:lnTo>
                <a:lnTo>
                  <a:pt x="685800" y="838200"/>
                </a:lnTo>
                <a:close/>
                <a:moveTo>
                  <a:pt x="1209675" y="838200"/>
                </a:moveTo>
                <a:lnTo>
                  <a:pt x="1238250" y="838200"/>
                </a:lnTo>
                <a:lnTo>
                  <a:pt x="1238250" y="847725"/>
                </a:lnTo>
                <a:lnTo>
                  <a:pt x="1209675" y="847725"/>
                </a:lnTo>
                <a:close/>
                <a:moveTo>
                  <a:pt x="1276350" y="838200"/>
                </a:moveTo>
                <a:lnTo>
                  <a:pt x="1304925" y="838200"/>
                </a:lnTo>
                <a:lnTo>
                  <a:pt x="1304925" y="847725"/>
                </a:lnTo>
                <a:lnTo>
                  <a:pt x="1276350" y="847725"/>
                </a:lnTo>
                <a:close/>
                <a:moveTo>
                  <a:pt x="1343025" y="838200"/>
                </a:moveTo>
                <a:lnTo>
                  <a:pt x="1362075" y="838200"/>
                </a:lnTo>
                <a:lnTo>
                  <a:pt x="1362075" y="847725"/>
                </a:lnTo>
                <a:lnTo>
                  <a:pt x="1343025" y="847725"/>
                </a:lnTo>
                <a:close/>
                <a:moveTo>
                  <a:pt x="1438275" y="838200"/>
                </a:moveTo>
                <a:lnTo>
                  <a:pt x="1466850" y="838200"/>
                </a:lnTo>
                <a:lnTo>
                  <a:pt x="1466850" y="847725"/>
                </a:lnTo>
                <a:lnTo>
                  <a:pt x="1438275" y="847725"/>
                </a:lnTo>
                <a:close/>
                <a:moveTo>
                  <a:pt x="1609725" y="838200"/>
                </a:moveTo>
                <a:lnTo>
                  <a:pt x="1619250" y="838200"/>
                </a:lnTo>
                <a:lnTo>
                  <a:pt x="1619250" y="847725"/>
                </a:lnTo>
                <a:lnTo>
                  <a:pt x="1609725" y="847725"/>
                </a:lnTo>
                <a:close/>
                <a:moveTo>
                  <a:pt x="885825" y="857250"/>
                </a:moveTo>
                <a:lnTo>
                  <a:pt x="895350" y="857250"/>
                </a:lnTo>
                <a:lnTo>
                  <a:pt x="895350" y="866775"/>
                </a:lnTo>
                <a:lnTo>
                  <a:pt x="885825" y="866775"/>
                </a:lnTo>
                <a:close/>
                <a:moveTo>
                  <a:pt x="1676400" y="857250"/>
                </a:moveTo>
                <a:lnTo>
                  <a:pt x="1695450" y="857250"/>
                </a:lnTo>
                <a:lnTo>
                  <a:pt x="1695450" y="866775"/>
                </a:lnTo>
                <a:lnTo>
                  <a:pt x="1704975" y="866775"/>
                </a:lnTo>
                <a:lnTo>
                  <a:pt x="1704975" y="876300"/>
                </a:lnTo>
                <a:lnTo>
                  <a:pt x="1714500" y="876300"/>
                </a:lnTo>
                <a:lnTo>
                  <a:pt x="1714500" y="885825"/>
                </a:lnTo>
                <a:lnTo>
                  <a:pt x="1724025" y="885825"/>
                </a:lnTo>
                <a:lnTo>
                  <a:pt x="1724025" y="876300"/>
                </a:lnTo>
                <a:lnTo>
                  <a:pt x="1733550" y="876300"/>
                </a:lnTo>
                <a:lnTo>
                  <a:pt x="1733550" y="914400"/>
                </a:lnTo>
                <a:lnTo>
                  <a:pt x="1714500" y="914400"/>
                </a:lnTo>
                <a:lnTo>
                  <a:pt x="1714500" y="923925"/>
                </a:lnTo>
                <a:lnTo>
                  <a:pt x="1676400" y="923925"/>
                </a:lnTo>
                <a:lnTo>
                  <a:pt x="1676400" y="933450"/>
                </a:lnTo>
                <a:lnTo>
                  <a:pt x="1695450" y="933450"/>
                </a:lnTo>
                <a:lnTo>
                  <a:pt x="1695450" y="942975"/>
                </a:lnTo>
                <a:lnTo>
                  <a:pt x="1666875" y="942975"/>
                </a:lnTo>
                <a:lnTo>
                  <a:pt x="1666875" y="952500"/>
                </a:lnTo>
                <a:lnTo>
                  <a:pt x="1628775" y="952500"/>
                </a:lnTo>
                <a:lnTo>
                  <a:pt x="1628775" y="942975"/>
                </a:lnTo>
                <a:lnTo>
                  <a:pt x="1638300" y="942975"/>
                </a:lnTo>
                <a:lnTo>
                  <a:pt x="1638300" y="933450"/>
                </a:lnTo>
                <a:lnTo>
                  <a:pt x="1628775" y="933450"/>
                </a:lnTo>
                <a:lnTo>
                  <a:pt x="1628775" y="923925"/>
                </a:lnTo>
                <a:lnTo>
                  <a:pt x="1657350" y="923925"/>
                </a:lnTo>
                <a:lnTo>
                  <a:pt x="1657350" y="933450"/>
                </a:lnTo>
                <a:lnTo>
                  <a:pt x="1666875" y="933450"/>
                </a:lnTo>
                <a:lnTo>
                  <a:pt x="1666875" y="914400"/>
                </a:lnTo>
                <a:lnTo>
                  <a:pt x="1676400" y="914400"/>
                </a:lnTo>
                <a:lnTo>
                  <a:pt x="1676400" y="895350"/>
                </a:lnTo>
                <a:lnTo>
                  <a:pt x="1685925" y="895350"/>
                </a:lnTo>
                <a:lnTo>
                  <a:pt x="1685925" y="866775"/>
                </a:lnTo>
                <a:lnTo>
                  <a:pt x="1676400" y="866775"/>
                </a:lnTo>
                <a:close/>
                <a:moveTo>
                  <a:pt x="752475" y="885825"/>
                </a:moveTo>
                <a:lnTo>
                  <a:pt x="762000" y="885825"/>
                </a:lnTo>
                <a:lnTo>
                  <a:pt x="762000" y="895350"/>
                </a:lnTo>
                <a:lnTo>
                  <a:pt x="771525" y="895350"/>
                </a:lnTo>
                <a:lnTo>
                  <a:pt x="771525" y="904875"/>
                </a:lnTo>
                <a:lnTo>
                  <a:pt x="781050" y="904875"/>
                </a:lnTo>
                <a:lnTo>
                  <a:pt x="781050" y="914400"/>
                </a:lnTo>
                <a:lnTo>
                  <a:pt x="762000" y="914400"/>
                </a:lnTo>
                <a:lnTo>
                  <a:pt x="762000" y="904875"/>
                </a:lnTo>
                <a:lnTo>
                  <a:pt x="752475" y="904875"/>
                </a:lnTo>
                <a:close/>
                <a:moveTo>
                  <a:pt x="304800" y="895350"/>
                </a:moveTo>
                <a:lnTo>
                  <a:pt x="314325" y="895350"/>
                </a:lnTo>
                <a:lnTo>
                  <a:pt x="314325" y="904875"/>
                </a:lnTo>
                <a:lnTo>
                  <a:pt x="304800" y="904875"/>
                </a:lnTo>
                <a:close/>
                <a:moveTo>
                  <a:pt x="1695450" y="895350"/>
                </a:moveTo>
                <a:lnTo>
                  <a:pt x="1704975" y="895350"/>
                </a:lnTo>
                <a:lnTo>
                  <a:pt x="1704975" y="885825"/>
                </a:lnTo>
                <a:lnTo>
                  <a:pt x="1695450" y="885825"/>
                </a:lnTo>
                <a:close/>
                <a:moveTo>
                  <a:pt x="295275" y="904875"/>
                </a:moveTo>
                <a:lnTo>
                  <a:pt x="304800" y="904875"/>
                </a:lnTo>
                <a:lnTo>
                  <a:pt x="304800" y="914400"/>
                </a:lnTo>
                <a:lnTo>
                  <a:pt x="295275" y="914400"/>
                </a:lnTo>
                <a:close/>
                <a:moveTo>
                  <a:pt x="314325" y="904875"/>
                </a:moveTo>
                <a:lnTo>
                  <a:pt x="323850" y="904875"/>
                </a:lnTo>
                <a:lnTo>
                  <a:pt x="323850" y="923925"/>
                </a:lnTo>
                <a:lnTo>
                  <a:pt x="333375" y="923925"/>
                </a:lnTo>
                <a:lnTo>
                  <a:pt x="333375" y="933450"/>
                </a:lnTo>
                <a:lnTo>
                  <a:pt x="314325" y="933450"/>
                </a:lnTo>
                <a:close/>
                <a:moveTo>
                  <a:pt x="352425" y="904875"/>
                </a:moveTo>
                <a:lnTo>
                  <a:pt x="361950" y="904875"/>
                </a:lnTo>
                <a:lnTo>
                  <a:pt x="361950" y="914400"/>
                </a:lnTo>
                <a:lnTo>
                  <a:pt x="352425" y="914400"/>
                </a:lnTo>
                <a:close/>
                <a:moveTo>
                  <a:pt x="381000" y="904875"/>
                </a:moveTo>
                <a:lnTo>
                  <a:pt x="390525" y="904875"/>
                </a:lnTo>
                <a:lnTo>
                  <a:pt x="390525" y="914400"/>
                </a:lnTo>
                <a:lnTo>
                  <a:pt x="381000" y="914400"/>
                </a:lnTo>
                <a:close/>
                <a:moveTo>
                  <a:pt x="552450" y="904875"/>
                </a:moveTo>
                <a:lnTo>
                  <a:pt x="600075" y="904875"/>
                </a:lnTo>
                <a:lnTo>
                  <a:pt x="600075" y="914400"/>
                </a:lnTo>
                <a:lnTo>
                  <a:pt x="590550" y="914400"/>
                </a:lnTo>
                <a:lnTo>
                  <a:pt x="590550" y="923925"/>
                </a:lnTo>
                <a:lnTo>
                  <a:pt x="600075" y="923925"/>
                </a:lnTo>
                <a:lnTo>
                  <a:pt x="600075" y="933450"/>
                </a:lnTo>
                <a:lnTo>
                  <a:pt x="542925" y="933450"/>
                </a:lnTo>
                <a:lnTo>
                  <a:pt x="542925" y="923925"/>
                </a:lnTo>
                <a:lnTo>
                  <a:pt x="552450" y="923925"/>
                </a:lnTo>
                <a:close/>
                <a:moveTo>
                  <a:pt x="400050" y="914400"/>
                </a:moveTo>
                <a:lnTo>
                  <a:pt x="438150" y="914400"/>
                </a:lnTo>
                <a:lnTo>
                  <a:pt x="438150" y="923925"/>
                </a:lnTo>
                <a:lnTo>
                  <a:pt x="400050" y="923925"/>
                </a:lnTo>
                <a:close/>
                <a:moveTo>
                  <a:pt x="514350" y="914400"/>
                </a:moveTo>
                <a:lnTo>
                  <a:pt x="523875" y="914400"/>
                </a:lnTo>
                <a:lnTo>
                  <a:pt x="523875" y="923925"/>
                </a:lnTo>
                <a:lnTo>
                  <a:pt x="514350" y="923925"/>
                </a:lnTo>
                <a:close/>
                <a:moveTo>
                  <a:pt x="990600" y="914400"/>
                </a:moveTo>
                <a:lnTo>
                  <a:pt x="1009650" y="914400"/>
                </a:lnTo>
                <a:lnTo>
                  <a:pt x="1009650" y="923925"/>
                </a:lnTo>
                <a:lnTo>
                  <a:pt x="1000125" y="923925"/>
                </a:lnTo>
                <a:lnTo>
                  <a:pt x="1000125" y="942975"/>
                </a:lnTo>
                <a:lnTo>
                  <a:pt x="990600" y="942975"/>
                </a:lnTo>
                <a:lnTo>
                  <a:pt x="990600" y="933450"/>
                </a:lnTo>
                <a:lnTo>
                  <a:pt x="971550" y="933450"/>
                </a:lnTo>
                <a:lnTo>
                  <a:pt x="971550" y="923925"/>
                </a:lnTo>
                <a:lnTo>
                  <a:pt x="990600" y="923925"/>
                </a:lnTo>
                <a:close/>
                <a:moveTo>
                  <a:pt x="1133475" y="914400"/>
                </a:moveTo>
                <a:lnTo>
                  <a:pt x="1152525" y="914400"/>
                </a:lnTo>
                <a:lnTo>
                  <a:pt x="1152525" y="923925"/>
                </a:lnTo>
                <a:lnTo>
                  <a:pt x="1133475" y="923925"/>
                </a:lnTo>
                <a:close/>
                <a:moveTo>
                  <a:pt x="1685925" y="914400"/>
                </a:moveTo>
                <a:lnTo>
                  <a:pt x="1695450" y="914400"/>
                </a:lnTo>
                <a:lnTo>
                  <a:pt x="1695450" y="904875"/>
                </a:lnTo>
                <a:lnTo>
                  <a:pt x="1685925" y="904875"/>
                </a:lnTo>
                <a:close/>
                <a:moveTo>
                  <a:pt x="342900" y="923925"/>
                </a:moveTo>
                <a:lnTo>
                  <a:pt x="352425" y="923925"/>
                </a:lnTo>
                <a:lnTo>
                  <a:pt x="352425" y="933450"/>
                </a:lnTo>
                <a:lnTo>
                  <a:pt x="342900" y="933450"/>
                </a:lnTo>
                <a:close/>
                <a:moveTo>
                  <a:pt x="771525" y="923925"/>
                </a:moveTo>
                <a:lnTo>
                  <a:pt x="800100" y="923925"/>
                </a:lnTo>
                <a:lnTo>
                  <a:pt x="800100" y="933450"/>
                </a:lnTo>
                <a:lnTo>
                  <a:pt x="771525" y="933450"/>
                </a:lnTo>
                <a:close/>
                <a:moveTo>
                  <a:pt x="1066800" y="923925"/>
                </a:moveTo>
                <a:lnTo>
                  <a:pt x="1076325" y="923925"/>
                </a:lnTo>
                <a:lnTo>
                  <a:pt x="1076325" y="933450"/>
                </a:lnTo>
                <a:lnTo>
                  <a:pt x="1085850" y="933450"/>
                </a:lnTo>
                <a:lnTo>
                  <a:pt x="1085850" y="942975"/>
                </a:lnTo>
                <a:lnTo>
                  <a:pt x="1095375" y="942975"/>
                </a:lnTo>
                <a:lnTo>
                  <a:pt x="1095375" y="952500"/>
                </a:lnTo>
                <a:lnTo>
                  <a:pt x="1057275" y="952500"/>
                </a:lnTo>
                <a:lnTo>
                  <a:pt x="1057275" y="942975"/>
                </a:lnTo>
                <a:lnTo>
                  <a:pt x="1047750" y="942975"/>
                </a:lnTo>
                <a:lnTo>
                  <a:pt x="1047750" y="933450"/>
                </a:lnTo>
                <a:lnTo>
                  <a:pt x="1066800" y="933450"/>
                </a:lnTo>
                <a:close/>
                <a:moveTo>
                  <a:pt x="1200150" y="923925"/>
                </a:moveTo>
                <a:lnTo>
                  <a:pt x="1219200" y="923925"/>
                </a:lnTo>
                <a:lnTo>
                  <a:pt x="1219200" y="933450"/>
                </a:lnTo>
                <a:lnTo>
                  <a:pt x="1200150" y="933450"/>
                </a:lnTo>
                <a:close/>
                <a:moveTo>
                  <a:pt x="1571625" y="923925"/>
                </a:moveTo>
                <a:lnTo>
                  <a:pt x="1581150" y="923925"/>
                </a:lnTo>
                <a:lnTo>
                  <a:pt x="1581150" y="933450"/>
                </a:lnTo>
                <a:lnTo>
                  <a:pt x="1571625" y="933450"/>
                </a:lnTo>
                <a:close/>
                <a:moveTo>
                  <a:pt x="1114425" y="933450"/>
                </a:moveTo>
                <a:lnTo>
                  <a:pt x="1133475" y="933450"/>
                </a:lnTo>
                <a:lnTo>
                  <a:pt x="1133475" y="942975"/>
                </a:lnTo>
                <a:lnTo>
                  <a:pt x="1114425" y="942975"/>
                </a:lnTo>
                <a:close/>
                <a:moveTo>
                  <a:pt x="1104900" y="942975"/>
                </a:moveTo>
                <a:lnTo>
                  <a:pt x="1114425" y="942975"/>
                </a:lnTo>
                <a:lnTo>
                  <a:pt x="1114425" y="952500"/>
                </a:lnTo>
                <a:lnTo>
                  <a:pt x="1104900" y="952500"/>
                </a:lnTo>
                <a:close/>
                <a:moveTo>
                  <a:pt x="1181100" y="942975"/>
                </a:moveTo>
                <a:lnTo>
                  <a:pt x="1219200" y="942975"/>
                </a:lnTo>
                <a:lnTo>
                  <a:pt x="1219200" y="952500"/>
                </a:lnTo>
                <a:lnTo>
                  <a:pt x="1181100" y="952500"/>
                </a:lnTo>
                <a:close/>
                <a:moveTo>
                  <a:pt x="1238250" y="942975"/>
                </a:moveTo>
                <a:lnTo>
                  <a:pt x="1266825" y="942975"/>
                </a:lnTo>
                <a:lnTo>
                  <a:pt x="1266825" y="952500"/>
                </a:lnTo>
                <a:lnTo>
                  <a:pt x="1238250" y="952500"/>
                </a:lnTo>
                <a:close/>
                <a:moveTo>
                  <a:pt x="1447800" y="942975"/>
                </a:moveTo>
                <a:lnTo>
                  <a:pt x="1476375" y="942975"/>
                </a:lnTo>
                <a:lnTo>
                  <a:pt x="1476375" y="952500"/>
                </a:lnTo>
                <a:lnTo>
                  <a:pt x="1447800" y="952500"/>
                </a:lnTo>
                <a:close/>
                <a:moveTo>
                  <a:pt x="1571625" y="942975"/>
                </a:moveTo>
                <a:lnTo>
                  <a:pt x="1590675" y="942975"/>
                </a:lnTo>
                <a:lnTo>
                  <a:pt x="1590675" y="952500"/>
                </a:lnTo>
                <a:lnTo>
                  <a:pt x="1571625" y="952500"/>
                </a:lnTo>
                <a:close/>
                <a:moveTo>
                  <a:pt x="200025" y="962025"/>
                </a:moveTo>
                <a:lnTo>
                  <a:pt x="219075" y="962025"/>
                </a:lnTo>
                <a:lnTo>
                  <a:pt x="219075" y="971550"/>
                </a:lnTo>
                <a:lnTo>
                  <a:pt x="200025" y="971550"/>
                </a:lnTo>
                <a:close/>
                <a:moveTo>
                  <a:pt x="742950" y="971550"/>
                </a:moveTo>
                <a:lnTo>
                  <a:pt x="752475" y="971550"/>
                </a:lnTo>
                <a:lnTo>
                  <a:pt x="752475" y="981075"/>
                </a:lnTo>
                <a:lnTo>
                  <a:pt x="742950" y="981075"/>
                </a:lnTo>
                <a:close/>
                <a:moveTo>
                  <a:pt x="885825" y="971550"/>
                </a:moveTo>
                <a:lnTo>
                  <a:pt x="895350" y="971550"/>
                </a:lnTo>
                <a:lnTo>
                  <a:pt x="895350" y="981075"/>
                </a:lnTo>
                <a:lnTo>
                  <a:pt x="885825" y="981075"/>
                </a:lnTo>
                <a:close/>
                <a:moveTo>
                  <a:pt x="914400" y="971550"/>
                </a:moveTo>
                <a:lnTo>
                  <a:pt x="952500" y="971550"/>
                </a:lnTo>
                <a:lnTo>
                  <a:pt x="952500" y="981075"/>
                </a:lnTo>
                <a:lnTo>
                  <a:pt x="914400" y="981075"/>
                </a:lnTo>
                <a:close/>
                <a:moveTo>
                  <a:pt x="1000125" y="971550"/>
                </a:moveTo>
                <a:lnTo>
                  <a:pt x="1028700" y="971550"/>
                </a:lnTo>
                <a:lnTo>
                  <a:pt x="1028700" y="990600"/>
                </a:lnTo>
                <a:lnTo>
                  <a:pt x="1019175" y="990600"/>
                </a:lnTo>
                <a:lnTo>
                  <a:pt x="1019175" y="981075"/>
                </a:lnTo>
                <a:lnTo>
                  <a:pt x="1000125" y="981075"/>
                </a:lnTo>
                <a:close/>
                <a:moveTo>
                  <a:pt x="1085850" y="971550"/>
                </a:moveTo>
                <a:lnTo>
                  <a:pt x="1104900" y="971550"/>
                </a:lnTo>
                <a:lnTo>
                  <a:pt x="1104900" y="981075"/>
                </a:lnTo>
                <a:lnTo>
                  <a:pt x="1085850" y="981075"/>
                </a:lnTo>
                <a:close/>
                <a:moveTo>
                  <a:pt x="1143000" y="971550"/>
                </a:moveTo>
                <a:lnTo>
                  <a:pt x="1162050" y="971550"/>
                </a:lnTo>
                <a:lnTo>
                  <a:pt x="1162050" y="981075"/>
                </a:lnTo>
                <a:lnTo>
                  <a:pt x="1143000" y="981075"/>
                </a:lnTo>
                <a:close/>
                <a:moveTo>
                  <a:pt x="1676400" y="971550"/>
                </a:moveTo>
                <a:lnTo>
                  <a:pt x="1714500" y="971550"/>
                </a:lnTo>
                <a:lnTo>
                  <a:pt x="1714500" y="981075"/>
                </a:lnTo>
                <a:lnTo>
                  <a:pt x="1685925" y="981075"/>
                </a:lnTo>
                <a:lnTo>
                  <a:pt x="1685925" y="990600"/>
                </a:lnTo>
                <a:lnTo>
                  <a:pt x="1714500" y="990600"/>
                </a:lnTo>
                <a:lnTo>
                  <a:pt x="1714500" y="981075"/>
                </a:lnTo>
                <a:lnTo>
                  <a:pt x="1733550" y="981075"/>
                </a:lnTo>
                <a:lnTo>
                  <a:pt x="1733550" y="990600"/>
                </a:lnTo>
                <a:lnTo>
                  <a:pt x="1714500" y="990600"/>
                </a:lnTo>
                <a:lnTo>
                  <a:pt x="1714500" y="1009650"/>
                </a:lnTo>
                <a:lnTo>
                  <a:pt x="1704975" y="1009650"/>
                </a:lnTo>
                <a:lnTo>
                  <a:pt x="1704975" y="1019175"/>
                </a:lnTo>
                <a:lnTo>
                  <a:pt x="1714500" y="1019175"/>
                </a:lnTo>
                <a:lnTo>
                  <a:pt x="1714500" y="1038225"/>
                </a:lnTo>
                <a:lnTo>
                  <a:pt x="1695450" y="1038225"/>
                </a:lnTo>
                <a:lnTo>
                  <a:pt x="1695450" y="1028700"/>
                </a:lnTo>
                <a:lnTo>
                  <a:pt x="1685925" y="1028700"/>
                </a:lnTo>
                <a:lnTo>
                  <a:pt x="1685925" y="1038225"/>
                </a:lnTo>
                <a:lnTo>
                  <a:pt x="1676400" y="1038225"/>
                </a:lnTo>
                <a:lnTo>
                  <a:pt x="1676400" y="1028700"/>
                </a:lnTo>
                <a:lnTo>
                  <a:pt x="1666875" y="1028700"/>
                </a:lnTo>
                <a:lnTo>
                  <a:pt x="1666875" y="1038225"/>
                </a:lnTo>
                <a:lnTo>
                  <a:pt x="1676400" y="1038225"/>
                </a:lnTo>
                <a:lnTo>
                  <a:pt x="1676400" y="1047750"/>
                </a:lnTo>
                <a:lnTo>
                  <a:pt x="1638300" y="1047750"/>
                </a:lnTo>
                <a:lnTo>
                  <a:pt x="1638300" y="1038225"/>
                </a:lnTo>
                <a:lnTo>
                  <a:pt x="1628775" y="1038225"/>
                </a:lnTo>
                <a:lnTo>
                  <a:pt x="1628775" y="1028700"/>
                </a:lnTo>
                <a:lnTo>
                  <a:pt x="1638300" y="1028700"/>
                </a:lnTo>
                <a:lnTo>
                  <a:pt x="1638300" y="1019175"/>
                </a:lnTo>
                <a:lnTo>
                  <a:pt x="1666875" y="1019175"/>
                </a:lnTo>
                <a:lnTo>
                  <a:pt x="1666875" y="1000125"/>
                </a:lnTo>
                <a:lnTo>
                  <a:pt x="1676400" y="1000125"/>
                </a:lnTo>
                <a:close/>
                <a:moveTo>
                  <a:pt x="333375" y="981075"/>
                </a:moveTo>
                <a:lnTo>
                  <a:pt x="390525" y="981075"/>
                </a:lnTo>
                <a:lnTo>
                  <a:pt x="390525" y="990600"/>
                </a:lnTo>
                <a:lnTo>
                  <a:pt x="381000" y="990600"/>
                </a:lnTo>
                <a:lnTo>
                  <a:pt x="381000" y="1000125"/>
                </a:lnTo>
                <a:lnTo>
                  <a:pt x="361950" y="1000125"/>
                </a:lnTo>
                <a:lnTo>
                  <a:pt x="361950" y="990600"/>
                </a:lnTo>
                <a:lnTo>
                  <a:pt x="333375" y="990600"/>
                </a:lnTo>
                <a:close/>
                <a:moveTo>
                  <a:pt x="257175" y="990600"/>
                </a:moveTo>
                <a:lnTo>
                  <a:pt x="266700" y="990600"/>
                </a:lnTo>
                <a:lnTo>
                  <a:pt x="266700" y="1000125"/>
                </a:lnTo>
                <a:lnTo>
                  <a:pt x="276225" y="1000125"/>
                </a:lnTo>
                <a:lnTo>
                  <a:pt x="276225" y="1009650"/>
                </a:lnTo>
                <a:lnTo>
                  <a:pt x="257175" y="1009650"/>
                </a:lnTo>
                <a:close/>
                <a:moveTo>
                  <a:pt x="323850" y="990600"/>
                </a:moveTo>
                <a:lnTo>
                  <a:pt x="333375" y="990600"/>
                </a:lnTo>
                <a:lnTo>
                  <a:pt x="333375" y="1000125"/>
                </a:lnTo>
                <a:lnTo>
                  <a:pt x="323850" y="1000125"/>
                </a:lnTo>
                <a:close/>
                <a:moveTo>
                  <a:pt x="1647825" y="990600"/>
                </a:moveTo>
                <a:lnTo>
                  <a:pt x="1657350" y="990600"/>
                </a:lnTo>
                <a:lnTo>
                  <a:pt x="1657350" y="1000125"/>
                </a:lnTo>
                <a:lnTo>
                  <a:pt x="1647825" y="1000125"/>
                </a:lnTo>
                <a:close/>
                <a:moveTo>
                  <a:pt x="295275" y="1000125"/>
                </a:moveTo>
                <a:lnTo>
                  <a:pt x="304800" y="1000125"/>
                </a:lnTo>
                <a:lnTo>
                  <a:pt x="304800" y="1019175"/>
                </a:lnTo>
                <a:lnTo>
                  <a:pt x="323850" y="1019175"/>
                </a:lnTo>
                <a:lnTo>
                  <a:pt x="323850" y="1028700"/>
                </a:lnTo>
                <a:lnTo>
                  <a:pt x="295275" y="1028700"/>
                </a:lnTo>
                <a:lnTo>
                  <a:pt x="295275" y="1038225"/>
                </a:lnTo>
                <a:lnTo>
                  <a:pt x="285750" y="1038225"/>
                </a:lnTo>
                <a:lnTo>
                  <a:pt x="285750" y="1019175"/>
                </a:lnTo>
                <a:lnTo>
                  <a:pt x="276225" y="1019175"/>
                </a:lnTo>
                <a:lnTo>
                  <a:pt x="276225" y="1009650"/>
                </a:lnTo>
                <a:lnTo>
                  <a:pt x="295275" y="1009650"/>
                </a:lnTo>
                <a:close/>
                <a:moveTo>
                  <a:pt x="1571625" y="1000125"/>
                </a:moveTo>
                <a:lnTo>
                  <a:pt x="1581150" y="1000125"/>
                </a:lnTo>
                <a:lnTo>
                  <a:pt x="1581150" y="1009650"/>
                </a:lnTo>
                <a:lnTo>
                  <a:pt x="1590675" y="1009650"/>
                </a:lnTo>
                <a:lnTo>
                  <a:pt x="1590675" y="1028700"/>
                </a:lnTo>
                <a:lnTo>
                  <a:pt x="1581150" y="1028700"/>
                </a:lnTo>
                <a:lnTo>
                  <a:pt x="1581150" y="1038225"/>
                </a:lnTo>
                <a:lnTo>
                  <a:pt x="1571625" y="1038225"/>
                </a:lnTo>
                <a:close/>
                <a:moveTo>
                  <a:pt x="123825" y="1009650"/>
                </a:moveTo>
                <a:lnTo>
                  <a:pt x="133350" y="1009650"/>
                </a:lnTo>
                <a:lnTo>
                  <a:pt x="133350" y="1028700"/>
                </a:lnTo>
                <a:lnTo>
                  <a:pt x="123825" y="1028700"/>
                </a:lnTo>
                <a:close/>
                <a:moveTo>
                  <a:pt x="990600" y="1009650"/>
                </a:moveTo>
                <a:lnTo>
                  <a:pt x="1000125" y="1009650"/>
                </a:lnTo>
                <a:lnTo>
                  <a:pt x="1000125" y="1019175"/>
                </a:lnTo>
                <a:lnTo>
                  <a:pt x="1009650" y="1019175"/>
                </a:lnTo>
                <a:lnTo>
                  <a:pt x="1009650" y="1028700"/>
                </a:lnTo>
                <a:lnTo>
                  <a:pt x="1000125" y="1028700"/>
                </a:lnTo>
                <a:lnTo>
                  <a:pt x="1000125" y="1038225"/>
                </a:lnTo>
                <a:lnTo>
                  <a:pt x="990600" y="1038225"/>
                </a:lnTo>
                <a:close/>
                <a:moveTo>
                  <a:pt x="1647825" y="1038225"/>
                </a:moveTo>
                <a:lnTo>
                  <a:pt x="1657350" y="1038225"/>
                </a:lnTo>
                <a:lnTo>
                  <a:pt x="1657350" y="1028700"/>
                </a:lnTo>
                <a:lnTo>
                  <a:pt x="1647825" y="1028700"/>
                </a:lnTo>
                <a:close/>
                <a:moveTo>
                  <a:pt x="1485900" y="1047750"/>
                </a:moveTo>
                <a:lnTo>
                  <a:pt x="1504950" y="1047750"/>
                </a:lnTo>
                <a:lnTo>
                  <a:pt x="1504950" y="1057275"/>
                </a:lnTo>
                <a:lnTo>
                  <a:pt x="1485900" y="1057275"/>
                </a:lnTo>
                <a:close/>
                <a:moveTo>
                  <a:pt x="857250" y="1057275"/>
                </a:moveTo>
                <a:lnTo>
                  <a:pt x="876300" y="1057275"/>
                </a:lnTo>
                <a:lnTo>
                  <a:pt x="876300" y="1076325"/>
                </a:lnTo>
                <a:lnTo>
                  <a:pt x="885825" y="1076325"/>
                </a:lnTo>
                <a:lnTo>
                  <a:pt x="885825" y="1085850"/>
                </a:lnTo>
                <a:lnTo>
                  <a:pt x="800100" y="1085850"/>
                </a:lnTo>
                <a:lnTo>
                  <a:pt x="800100" y="1076325"/>
                </a:lnTo>
                <a:lnTo>
                  <a:pt x="857250" y="1076325"/>
                </a:lnTo>
                <a:close/>
                <a:moveTo>
                  <a:pt x="1628775" y="1057275"/>
                </a:moveTo>
                <a:lnTo>
                  <a:pt x="1638300" y="1057275"/>
                </a:lnTo>
                <a:lnTo>
                  <a:pt x="1638300" y="1066800"/>
                </a:lnTo>
                <a:lnTo>
                  <a:pt x="1704975" y="1066800"/>
                </a:lnTo>
                <a:lnTo>
                  <a:pt x="1704975" y="1085850"/>
                </a:lnTo>
                <a:lnTo>
                  <a:pt x="1666875" y="1085850"/>
                </a:lnTo>
                <a:lnTo>
                  <a:pt x="1666875" y="1076325"/>
                </a:lnTo>
                <a:lnTo>
                  <a:pt x="1657350" y="1076325"/>
                </a:lnTo>
                <a:lnTo>
                  <a:pt x="1657350" y="1085850"/>
                </a:lnTo>
                <a:lnTo>
                  <a:pt x="1562100" y="1085850"/>
                </a:lnTo>
                <a:lnTo>
                  <a:pt x="1562100" y="1076325"/>
                </a:lnTo>
                <a:lnTo>
                  <a:pt x="1581150" y="1076325"/>
                </a:lnTo>
                <a:lnTo>
                  <a:pt x="1581150" y="1066800"/>
                </a:lnTo>
                <a:lnTo>
                  <a:pt x="1590675" y="1066800"/>
                </a:lnTo>
                <a:lnTo>
                  <a:pt x="1590675" y="1076325"/>
                </a:lnTo>
                <a:lnTo>
                  <a:pt x="1628775" y="1076325"/>
                </a:lnTo>
                <a:close/>
                <a:moveTo>
                  <a:pt x="123825" y="1066800"/>
                </a:moveTo>
                <a:lnTo>
                  <a:pt x="133350" y="1066800"/>
                </a:lnTo>
                <a:lnTo>
                  <a:pt x="133350" y="1076325"/>
                </a:lnTo>
                <a:lnTo>
                  <a:pt x="123825" y="1076325"/>
                </a:lnTo>
                <a:close/>
                <a:moveTo>
                  <a:pt x="1466850" y="1066800"/>
                </a:moveTo>
                <a:lnTo>
                  <a:pt x="1495425" y="1066800"/>
                </a:lnTo>
                <a:lnTo>
                  <a:pt x="1495425" y="1076325"/>
                </a:lnTo>
                <a:lnTo>
                  <a:pt x="1524000" y="1076325"/>
                </a:lnTo>
                <a:lnTo>
                  <a:pt x="1524000" y="1066800"/>
                </a:lnTo>
                <a:lnTo>
                  <a:pt x="1533525" y="1066800"/>
                </a:lnTo>
                <a:lnTo>
                  <a:pt x="1533525" y="1104900"/>
                </a:lnTo>
                <a:lnTo>
                  <a:pt x="1581150" y="1104900"/>
                </a:lnTo>
                <a:lnTo>
                  <a:pt x="1581150" y="1114425"/>
                </a:lnTo>
                <a:lnTo>
                  <a:pt x="1438275" y="1114425"/>
                </a:lnTo>
                <a:lnTo>
                  <a:pt x="1438275" y="1104900"/>
                </a:lnTo>
                <a:lnTo>
                  <a:pt x="1504950" y="1104900"/>
                </a:lnTo>
                <a:lnTo>
                  <a:pt x="1504950" y="1085850"/>
                </a:lnTo>
                <a:lnTo>
                  <a:pt x="1447800" y="1085850"/>
                </a:lnTo>
                <a:lnTo>
                  <a:pt x="1447800" y="1076325"/>
                </a:lnTo>
                <a:lnTo>
                  <a:pt x="1466850" y="1076325"/>
                </a:lnTo>
                <a:close/>
                <a:moveTo>
                  <a:pt x="590550" y="1076325"/>
                </a:moveTo>
                <a:lnTo>
                  <a:pt x="619125" y="1076325"/>
                </a:lnTo>
                <a:lnTo>
                  <a:pt x="619125" y="1085850"/>
                </a:lnTo>
                <a:lnTo>
                  <a:pt x="590550" y="1085850"/>
                </a:lnTo>
                <a:close/>
                <a:moveTo>
                  <a:pt x="628650" y="1076325"/>
                </a:moveTo>
                <a:lnTo>
                  <a:pt x="695325" y="1076325"/>
                </a:lnTo>
                <a:lnTo>
                  <a:pt x="695325" y="1085850"/>
                </a:lnTo>
                <a:lnTo>
                  <a:pt x="628650" y="1085850"/>
                </a:lnTo>
                <a:close/>
                <a:moveTo>
                  <a:pt x="714375" y="1076325"/>
                </a:moveTo>
                <a:lnTo>
                  <a:pt x="752475" y="1076325"/>
                </a:lnTo>
                <a:lnTo>
                  <a:pt x="752475" y="1085850"/>
                </a:lnTo>
                <a:lnTo>
                  <a:pt x="714375" y="1085850"/>
                </a:lnTo>
                <a:close/>
                <a:moveTo>
                  <a:pt x="895350" y="1076325"/>
                </a:moveTo>
                <a:lnTo>
                  <a:pt x="904875" y="1076325"/>
                </a:lnTo>
                <a:lnTo>
                  <a:pt x="904875" y="1085850"/>
                </a:lnTo>
                <a:lnTo>
                  <a:pt x="895350" y="1085850"/>
                </a:lnTo>
                <a:close/>
                <a:moveTo>
                  <a:pt x="933450" y="1076325"/>
                </a:moveTo>
                <a:lnTo>
                  <a:pt x="971550" y="1076325"/>
                </a:lnTo>
                <a:lnTo>
                  <a:pt x="971550" y="1085850"/>
                </a:lnTo>
                <a:lnTo>
                  <a:pt x="990600" y="1085850"/>
                </a:lnTo>
                <a:lnTo>
                  <a:pt x="990600" y="1104900"/>
                </a:lnTo>
                <a:lnTo>
                  <a:pt x="981075" y="1104900"/>
                </a:lnTo>
                <a:lnTo>
                  <a:pt x="981075" y="1114425"/>
                </a:lnTo>
                <a:lnTo>
                  <a:pt x="952500" y="1114425"/>
                </a:lnTo>
                <a:lnTo>
                  <a:pt x="952500" y="1104900"/>
                </a:lnTo>
                <a:lnTo>
                  <a:pt x="914400" y="1104900"/>
                </a:lnTo>
                <a:lnTo>
                  <a:pt x="914400" y="1085850"/>
                </a:lnTo>
                <a:lnTo>
                  <a:pt x="933450" y="1085850"/>
                </a:lnTo>
                <a:close/>
                <a:moveTo>
                  <a:pt x="1000125" y="1076325"/>
                </a:moveTo>
                <a:lnTo>
                  <a:pt x="1019175" y="1076325"/>
                </a:lnTo>
                <a:lnTo>
                  <a:pt x="1019175" y="1085850"/>
                </a:lnTo>
                <a:lnTo>
                  <a:pt x="1000125" y="1085850"/>
                </a:lnTo>
                <a:close/>
                <a:moveTo>
                  <a:pt x="1200150" y="1076325"/>
                </a:moveTo>
                <a:lnTo>
                  <a:pt x="1209675" y="1076325"/>
                </a:lnTo>
                <a:lnTo>
                  <a:pt x="1209675" y="1085850"/>
                </a:lnTo>
                <a:lnTo>
                  <a:pt x="1200150" y="1085850"/>
                </a:lnTo>
                <a:close/>
                <a:moveTo>
                  <a:pt x="1276350" y="1076325"/>
                </a:moveTo>
                <a:lnTo>
                  <a:pt x="1295400" y="1076325"/>
                </a:lnTo>
                <a:lnTo>
                  <a:pt x="1295400" y="1085850"/>
                </a:lnTo>
                <a:lnTo>
                  <a:pt x="1276350" y="1085850"/>
                </a:lnTo>
                <a:close/>
                <a:moveTo>
                  <a:pt x="1304925" y="1076325"/>
                </a:moveTo>
                <a:lnTo>
                  <a:pt x="1333500" y="1076325"/>
                </a:lnTo>
                <a:lnTo>
                  <a:pt x="1333500" y="1085850"/>
                </a:lnTo>
                <a:lnTo>
                  <a:pt x="1304925" y="1085850"/>
                </a:lnTo>
                <a:close/>
                <a:moveTo>
                  <a:pt x="1362075" y="1076325"/>
                </a:moveTo>
                <a:lnTo>
                  <a:pt x="1428750" y="1076325"/>
                </a:lnTo>
                <a:lnTo>
                  <a:pt x="1428750" y="1085850"/>
                </a:lnTo>
                <a:lnTo>
                  <a:pt x="1362075" y="1085850"/>
                </a:lnTo>
                <a:close/>
                <a:moveTo>
                  <a:pt x="514350" y="1085850"/>
                </a:moveTo>
                <a:lnTo>
                  <a:pt x="571500" y="1085850"/>
                </a:lnTo>
                <a:lnTo>
                  <a:pt x="571500" y="1104900"/>
                </a:lnTo>
                <a:lnTo>
                  <a:pt x="514350" y="1104900"/>
                </a:lnTo>
                <a:close/>
                <a:moveTo>
                  <a:pt x="1057275" y="1085850"/>
                </a:moveTo>
                <a:lnTo>
                  <a:pt x="1076325" y="1085850"/>
                </a:lnTo>
                <a:lnTo>
                  <a:pt x="1076325" y="1104900"/>
                </a:lnTo>
                <a:lnTo>
                  <a:pt x="1085850" y="1104900"/>
                </a:lnTo>
                <a:lnTo>
                  <a:pt x="1085850" y="1123950"/>
                </a:lnTo>
                <a:lnTo>
                  <a:pt x="1076325" y="1123950"/>
                </a:lnTo>
                <a:lnTo>
                  <a:pt x="1076325" y="1133475"/>
                </a:lnTo>
                <a:lnTo>
                  <a:pt x="1057275" y="1133475"/>
                </a:lnTo>
                <a:lnTo>
                  <a:pt x="1057275" y="1123950"/>
                </a:lnTo>
                <a:lnTo>
                  <a:pt x="1066800" y="1123950"/>
                </a:lnTo>
                <a:lnTo>
                  <a:pt x="1066800" y="1114425"/>
                </a:lnTo>
                <a:lnTo>
                  <a:pt x="1019175" y="1114425"/>
                </a:lnTo>
                <a:lnTo>
                  <a:pt x="1019175" y="1104900"/>
                </a:lnTo>
                <a:lnTo>
                  <a:pt x="1057275" y="1104900"/>
                </a:lnTo>
                <a:close/>
                <a:moveTo>
                  <a:pt x="1219200" y="1085850"/>
                </a:moveTo>
                <a:lnTo>
                  <a:pt x="1228725" y="1085850"/>
                </a:lnTo>
                <a:lnTo>
                  <a:pt x="1228725" y="1114425"/>
                </a:lnTo>
                <a:lnTo>
                  <a:pt x="1219200" y="1114425"/>
                </a:lnTo>
                <a:close/>
                <a:moveTo>
                  <a:pt x="619125" y="1095375"/>
                </a:moveTo>
                <a:lnTo>
                  <a:pt x="638175" y="1095375"/>
                </a:lnTo>
                <a:lnTo>
                  <a:pt x="638175" y="1104900"/>
                </a:lnTo>
                <a:lnTo>
                  <a:pt x="619125" y="1104900"/>
                </a:lnTo>
                <a:close/>
                <a:moveTo>
                  <a:pt x="790575" y="1095375"/>
                </a:moveTo>
                <a:lnTo>
                  <a:pt x="800100" y="1095375"/>
                </a:lnTo>
                <a:lnTo>
                  <a:pt x="800100" y="1104900"/>
                </a:lnTo>
                <a:lnTo>
                  <a:pt x="828675" y="1104900"/>
                </a:lnTo>
                <a:lnTo>
                  <a:pt x="828675" y="1114425"/>
                </a:lnTo>
                <a:lnTo>
                  <a:pt x="752475" y="1114425"/>
                </a:lnTo>
                <a:lnTo>
                  <a:pt x="752475" y="1104900"/>
                </a:lnTo>
                <a:lnTo>
                  <a:pt x="790575" y="1104900"/>
                </a:lnTo>
                <a:close/>
                <a:moveTo>
                  <a:pt x="495300" y="1104900"/>
                </a:moveTo>
                <a:lnTo>
                  <a:pt x="504825" y="1104900"/>
                </a:lnTo>
                <a:lnTo>
                  <a:pt x="504825" y="1114425"/>
                </a:lnTo>
                <a:lnTo>
                  <a:pt x="495300" y="1114425"/>
                </a:lnTo>
                <a:close/>
                <a:moveTo>
                  <a:pt x="581025" y="1104900"/>
                </a:moveTo>
                <a:lnTo>
                  <a:pt x="590550" y="1104900"/>
                </a:lnTo>
                <a:lnTo>
                  <a:pt x="590550" y="1114425"/>
                </a:lnTo>
                <a:lnTo>
                  <a:pt x="581025" y="1114425"/>
                </a:lnTo>
                <a:close/>
                <a:moveTo>
                  <a:pt x="657225" y="1104900"/>
                </a:moveTo>
                <a:lnTo>
                  <a:pt x="685800" y="1104900"/>
                </a:lnTo>
                <a:lnTo>
                  <a:pt x="685800" y="1123950"/>
                </a:lnTo>
                <a:lnTo>
                  <a:pt x="666750" y="1123950"/>
                </a:lnTo>
                <a:lnTo>
                  <a:pt x="666750" y="1114425"/>
                </a:lnTo>
                <a:lnTo>
                  <a:pt x="657225" y="1114425"/>
                </a:lnTo>
                <a:close/>
                <a:moveTo>
                  <a:pt x="723900" y="1104900"/>
                </a:moveTo>
                <a:lnTo>
                  <a:pt x="742950" y="1104900"/>
                </a:lnTo>
                <a:lnTo>
                  <a:pt x="742950" y="1114425"/>
                </a:lnTo>
                <a:lnTo>
                  <a:pt x="723900" y="1114425"/>
                </a:lnTo>
                <a:close/>
                <a:moveTo>
                  <a:pt x="866775" y="1104900"/>
                </a:moveTo>
                <a:lnTo>
                  <a:pt x="895350" y="1104900"/>
                </a:lnTo>
                <a:lnTo>
                  <a:pt x="895350" y="1114425"/>
                </a:lnTo>
                <a:lnTo>
                  <a:pt x="866775" y="1114425"/>
                </a:lnTo>
                <a:close/>
                <a:moveTo>
                  <a:pt x="1143000" y="1104900"/>
                </a:moveTo>
                <a:lnTo>
                  <a:pt x="1200150" y="1104900"/>
                </a:lnTo>
                <a:lnTo>
                  <a:pt x="1200150" y="1114425"/>
                </a:lnTo>
                <a:lnTo>
                  <a:pt x="1181100" y="1114425"/>
                </a:lnTo>
                <a:lnTo>
                  <a:pt x="1181100" y="1123950"/>
                </a:lnTo>
                <a:lnTo>
                  <a:pt x="1190625" y="1123950"/>
                </a:lnTo>
                <a:lnTo>
                  <a:pt x="1190625" y="1133475"/>
                </a:lnTo>
                <a:lnTo>
                  <a:pt x="1143000" y="1133475"/>
                </a:lnTo>
                <a:lnTo>
                  <a:pt x="1143000" y="1123950"/>
                </a:lnTo>
                <a:lnTo>
                  <a:pt x="1171575" y="1123950"/>
                </a:lnTo>
                <a:lnTo>
                  <a:pt x="1171575" y="1114425"/>
                </a:lnTo>
                <a:lnTo>
                  <a:pt x="1143000" y="1114425"/>
                </a:lnTo>
                <a:close/>
                <a:moveTo>
                  <a:pt x="1295400" y="1104900"/>
                </a:moveTo>
                <a:lnTo>
                  <a:pt x="1314450" y="1104900"/>
                </a:lnTo>
                <a:lnTo>
                  <a:pt x="1314450" y="1114425"/>
                </a:lnTo>
                <a:lnTo>
                  <a:pt x="1295400" y="1114425"/>
                </a:lnTo>
                <a:close/>
                <a:moveTo>
                  <a:pt x="1333500" y="1104900"/>
                </a:moveTo>
                <a:lnTo>
                  <a:pt x="1428750" y="1104900"/>
                </a:lnTo>
                <a:lnTo>
                  <a:pt x="1428750" y="1114425"/>
                </a:lnTo>
                <a:lnTo>
                  <a:pt x="1333500" y="1114425"/>
                </a:lnTo>
                <a:close/>
                <a:moveTo>
                  <a:pt x="1590675" y="1104900"/>
                </a:moveTo>
                <a:lnTo>
                  <a:pt x="1666875" y="1104900"/>
                </a:lnTo>
                <a:lnTo>
                  <a:pt x="1666875" y="1133475"/>
                </a:lnTo>
                <a:lnTo>
                  <a:pt x="1590675" y="1133475"/>
                </a:lnTo>
                <a:lnTo>
                  <a:pt x="1590675" y="1123950"/>
                </a:lnTo>
                <a:lnTo>
                  <a:pt x="1657350" y="1123950"/>
                </a:lnTo>
                <a:lnTo>
                  <a:pt x="1657350" y="1114425"/>
                </a:lnTo>
                <a:lnTo>
                  <a:pt x="1590675" y="1114425"/>
                </a:lnTo>
                <a:close/>
                <a:moveTo>
                  <a:pt x="714375" y="1114425"/>
                </a:moveTo>
                <a:lnTo>
                  <a:pt x="723900" y="1114425"/>
                </a:lnTo>
                <a:lnTo>
                  <a:pt x="723900" y="1123950"/>
                </a:lnTo>
                <a:lnTo>
                  <a:pt x="733425" y="1123950"/>
                </a:lnTo>
                <a:lnTo>
                  <a:pt x="733425" y="1133475"/>
                </a:lnTo>
                <a:lnTo>
                  <a:pt x="714375" y="1133475"/>
                </a:lnTo>
                <a:close/>
                <a:moveTo>
                  <a:pt x="752475" y="1123950"/>
                </a:moveTo>
                <a:lnTo>
                  <a:pt x="828675" y="1123950"/>
                </a:lnTo>
                <a:lnTo>
                  <a:pt x="828675" y="1133475"/>
                </a:lnTo>
                <a:lnTo>
                  <a:pt x="752475" y="1133475"/>
                </a:lnTo>
                <a:close/>
                <a:moveTo>
                  <a:pt x="981075" y="1123950"/>
                </a:moveTo>
                <a:lnTo>
                  <a:pt x="990600" y="1123950"/>
                </a:lnTo>
                <a:lnTo>
                  <a:pt x="990600" y="1133475"/>
                </a:lnTo>
                <a:lnTo>
                  <a:pt x="981075" y="1133475"/>
                </a:lnTo>
                <a:close/>
                <a:moveTo>
                  <a:pt x="1009650" y="1123950"/>
                </a:moveTo>
                <a:lnTo>
                  <a:pt x="1038225" y="1123950"/>
                </a:lnTo>
                <a:lnTo>
                  <a:pt x="1038225" y="1133475"/>
                </a:lnTo>
                <a:lnTo>
                  <a:pt x="1009650" y="1133475"/>
                </a:lnTo>
                <a:close/>
                <a:moveTo>
                  <a:pt x="1209675" y="1123950"/>
                </a:moveTo>
                <a:lnTo>
                  <a:pt x="1276350" y="1123950"/>
                </a:lnTo>
                <a:lnTo>
                  <a:pt x="1276350" y="1133475"/>
                </a:lnTo>
                <a:lnTo>
                  <a:pt x="1209675" y="1133475"/>
                </a:lnTo>
                <a:close/>
                <a:moveTo>
                  <a:pt x="1295400" y="1123950"/>
                </a:moveTo>
                <a:lnTo>
                  <a:pt x="1314450" y="1123950"/>
                </a:lnTo>
                <a:lnTo>
                  <a:pt x="1314450" y="1133475"/>
                </a:lnTo>
                <a:lnTo>
                  <a:pt x="1295400" y="1133475"/>
                </a:lnTo>
                <a:close/>
                <a:moveTo>
                  <a:pt x="1333500" y="1123950"/>
                </a:moveTo>
                <a:lnTo>
                  <a:pt x="1352550" y="1123950"/>
                </a:lnTo>
                <a:lnTo>
                  <a:pt x="1352550" y="1133475"/>
                </a:lnTo>
                <a:lnTo>
                  <a:pt x="1333500" y="1133475"/>
                </a:lnTo>
                <a:close/>
                <a:moveTo>
                  <a:pt x="1371600" y="1123950"/>
                </a:moveTo>
                <a:lnTo>
                  <a:pt x="1428750" y="1123950"/>
                </a:lnTo>
                <a:lnTo>
                  <a:pt x="1428750" y="1133475"/>
                </a:lnTo>
                <a:lnTo>
                  <a:pt x="1371600" y="1133475"/>
                </a:lnTo>
                <a:close/>
                <a:moveTo>
                  <a:pt x="1447800" y="1123950"/>
                </a:moveTo>
                <a:lnTo>
                  <a:pt x="1495425" y="1123950"/>
                </a:lnTo>
                <a:lnTo>
                  <a:pt x="1495425" y="1133475"/>
                </a:lnTo>
                <a:lnTo>
                  <a:pt x="1447800" y="1133475"/>
                </a:lnTo>
                <a:close/>
                <a:moveTo>
                  <a:pt x="1514475" y="1123950"/>
                </a:moveTo>
                <a:lnTo>
                  <a:pt x="1571625" y="1123950"/>
                </a:lnTo>
                <a:lnTo>
                  <a:pt x="1571625" y="1133475"/>
                </a:lnTo>
                <a:lnTo>
                  <a:pt x="1514475" y="1133475"/>
                </a:lnTo>
                <a:close/>
                <a:moveTo>
                  <a:pt x="1685925" y="1162050"/>
                </a:moveTo>
                <a:lnTo>
                  <a:pt x="1695450" y="1162050"/>
                </a:lnTo>
                <a:lnTo>
                  <a:pt x="1695450" y="1171575"/>
                </a:lnTo>
                <a:lnTo>
                  <a:pt x="1704975" y="1171575"/>
                </a:lnTo>
                <a:lnTo>
                  <a:pt x="1704975" y="1181100"/>
                </a:lnTo>
                <a:lnTo>
                  <a:pt x="1695450" y="1181100"/>
                </a:lnTo>
                <a:lnTo>
                  <a:pt x="1695450" y="1200150"/>
                </a:lnTo>
                <a:lnTo>
                  <a:pt x="1685925" y="1200150"/>
                </a:lnTo>
                <a:close/>
                <a:moveTo>
                  <a:pt x="142875" y="1247775"/>
                </a:moveTo>
                <a:lnTo>
                  <a:pt x="161925" y="1247775"/>
                </a:lnTo>
                <a:lnTo>
                  <a:pt x="161925" y="1276350"/>
                </a:lnTo>
                <a:lnTo>
                  <a:pt x="152400" y="1276350"/>
                </a:lnTo>
                <a:lnTo>
                  <a:pt x="152400" y="1266825"/>
                </a:lnTo>
                <a:lnTo>
                  <a:pt x="142875" y="1266825"/>
                </a:lnTo>
                <a:close/>
                <a:moveTo>
                  <a:pt x="1676400" y="1323975"/>
                </a:moveTo>
                <a:lnTo>
                  <a:pt x="1685925" y="1323975"/>
                </a:lnTo>
                <a:lnTo>
                  <a:pt x="1685925" y="1343025"/>
                </a:lnTo>
                <a:lnTo>
                  <a:pt x="1676400" y="1343025"/>
                </a:lnTo>
                <a:close/>
                <a:moveTo>
                  <a:pt x="1724025" y="1333500"/>
                </a:moveTo>
                <a:lnTo>
                  <a:pt x="1733550" y="1333500"/>
                </a:lnTo>
                <a:lnTo>
                  <a:pt x="1733550" y="1352550"/>
                </a:lnTo>
                <a:lnTo>
                  <a:pt x="1724025" y="1352550"/>
                </a:lnTo>
                <a:close/>
                <a:moveTo>
                  <a:pt x="152400" y="1343025"/>
                </a:moveTo>
                <a:lnTo>
                  <a:pt x="161925" y="1343025"/>
                </a:lnTo>
                <a:lnTo>
                  <a:pt x="161925" y="1352550"/>
                </a:lnTo>
                <a:lnTo>
                  <a:pt x="152400" y="1352550"/>
                </a:lnTo>
                <a:close/>
                <a:moveTo>
                  <a:pt x="200025" y="1352550"/>
                </a:moveTo>
                <a:lnTo>
                  <a:pt x="209550" y="1352550"/>
                </a:lnTo>
                <a:lnTo>
                  <a:pt x="209550" y="1362075"/>
                </a:lnTo>
                <a:lnTo>
                  <a:pt x="219075" y="1362075"/>
                </a:lnTo>
                <a:lnTo>
                  <a:pt x="219075" y="1371600"/>
                </a:lnTo>
                <a:lnTo>
                  <a:pt x="209550" y="1371600"/>
                </a:lnTo>
                <a:lnTo>
                  <a:pt x="209550" y="1381125"/>
                </a:lnTo>
                <a:lnTo>
                  <a:pt x="200025" y="1381125"/>
                </a:lnTo>
                <a:lnTo>
                  <a:pt x="200025" y="1371600"/>
                </a:lnTo>
                <a:lnTo>
                  <a:pt x="190500" y="1371600"/>
                </a:lnTo>
                <a:lnTo>
                  <a:pt x="190500" y="1390650"/>
                </a:lnTo>
                <a:lnTo>
                  <a:pt x="180975" y="1390650"/>
                </a:lnTo>
                <a:lnTo>
                  <a:pt x="180975" y="1362075"/>
                </a:lnTo>
                <a:lnTo>
                  <a:pt x="200025" y="1362075"/>
                </a:lnTo>
                <a:close/>
                <a:moveTo>
                  <a:pt x="409575" y="1352550"/>
                </a:moveTo>
                <a:lnTo>
                  <a:pt x="428625" y="1352550"/>
                </a:lnTo>
                <a:lnTo>
                  <a:pt x="428625" y="1362075"/>
                </a:lnTo>
                <a:lnTo>
                  <a:pt x="409575" y="1362075"/>
                </a:lnTo>
                <a:close/>
                <a:moveTo>
                  <a:pt x="523875" y="1352550"/>
                </a:moveTo>
                <a:lnTo>
                  <a:pt x="533400" y="1352550"/>
                </a:lnTo>
                <a:lnTo>
                  <a:pt x="533400" y="1362075"/>
                </a:lnTo>
                <a:lnTo>
                  <a:pt x="523875" y="1362075"/>
                </a:lnTo>
                <a:close/>
                <a:moveTo>
                  <a:pt x="771525" y="1352550"/>
                </a:moveTo>
                <a:lnTo>
                  <a:pt x="876300" y="1352550"/>
                </a:lnTo>
                <a:lnTo>
                  <a:pt x="876300" y="1362075"/>
                </a:lnTo>
                <a:lnTo>
                  <a:pt x="857250" y="1362075"/>
                </a:lnTo>
                <a:lnTo>
                  <a:pt x="857250" y="1371600"/>
                </a:lnTo>
                <a:lnTo>
                  <a:pt x="838200" y="1371600"/>
                </a:lnTo>
                <a:lnTo>
                  <a:pt x="838200" y="1362075"/>
                </a:lnTo>
                <a:lnTo>
                  <a:pt x="809625" y="1362075"/>
                </a:lnTo>
                <a:lnTo>
                  <a:pt x="809625" y="1371600"/>
                </a:lnTo>
                <a:lnTo>
                  <a:pt x="800100" y="1371600"/>
                </a:lnTo>
                <a:lnTo>
                  <a:pt x="800100" y="1381125"/>
                </a:lnTo>
                <a:lnTo>
                  <a:pt x="790575" y="1381125"/>
                </a:lnTo>
                <a:lnTo>
                  <a:pt x="790575" y="1371600"/>
                </a:lnTo>
                <a:lnTo>
                  <a:pt x="781050" y="1371600"/>
                </a:lnTo>
                <a:lnTo>
                  <a:pt x="781050" y="1362075"/>
                </a:lnTo>
                <a:lnTo>
                  <a:pt x="771525" y="1362075"/>
                </a:lnTo>
                <a:close/>
                <a:moveTo>
                  <a:pt x="895350" y="1352550"/>
                </a:moveTo>
                <a:lnTo>
                  <a:pt x="914400" y="1352550"/>
                </a:lnTo>
                <a:lnTo>
                  <a:pt x="914400" y="1362075"/>
                </a:lnTo>
                <a:lnTo>
                  <a:pt x="895350" y="1362075"/>
                </a:lnTo>
                <a:close/>
                <a:moveTo>
                  <a:pt x="981075" y="1352550"/>
                </a:moveTo>
                <a:lnTo>
                  <a:pt x="1009650" y="1352550"/>
                </a:lnTo>
                <a:lnTo>
                  <a:pt x="1009650" y="1371600"/>
                </a:lnTo>
                <a:lnTo>
                  <a:pt x="990600" y="1371600"/>
                </a:lnTo>
                <a:lnTo>
                  <a:pt x="990600" y="1362075"/>
                </a:lnTo>
                <a:lnTo>
                  <a:pt x="981075" y="1362075"/>
                </a:lnTo>
                <a:close/>
                <a:moveTo>
                  <a:pt x="1371600" y="1352550"/>
                </a:moveTo>
                <a:lnTo>
                  <a:pt x="1381125" y="1352550"/>
                </a:lnTo>
                <a:lnTo>
                  <a:pt x="1381125" y="1362075"/>
                </a:lnTo>
                <a:lnTo>
                  <a:pt x="1371600" y="1362075"/>
                </a:lnTo>
                <a:close/>
                <a:moveTo>
                  <a:pt x="276225" y="1362075"/>
                </a:moveTo>
                <a:lnTo>
                  <a:pt x="304800" y="1362075"/>
                </a:lnTo>
                <a:lnTo>
                  <a:pt x="304800" y="1381125"/>
                </a:lnTo>
                <a:lnTo>
                  <a:pt x="276225" y="1381125"/>
                </a:lnTo>
                <a:close/>
                <a:moveTo>
                  <a:pt x="657225" y="1362075"/>
                </a:moveTo>
                <a:lnTo>
                  <a:pt x="666750" y="1362075"/>
                </a:lnTo>
                <a:lnTo>
                  <a:pt x="666750" y="1371600"/>
                </a:lnTo>
                <a:lnTo>
                  <a:pt x="657225" y="1371600"/>
                </a:lnTo>
                <a:close/>
                <a:moveTo>
                  <a:pt x="695325" y="1362075"/>
                </a:moveTo>
                <a:lnTo>
                  <a:pt x="704850" y="1362075"/>
                </a:lnTo>
                <a:lnTo>
                  <a:pt x="704850" y="1390650"/>
                </a:lnTo>
                <a:lnTo>
                  <a:pt x="695325" y="1390650"/>
                </a:lnTo>
                <a:close/>
                <a:moveTo>
                  <a:pt x="714375" y="1362075"/>
                </a:moveTo>
                <a:lnTo>
                  <a:pt x="742950" y="1362075"/>
                </a:lnTo>
                <a:lnTo>
                  <a:pt x="742950" y="1371600"/>
                </a:lnTo>
                <a:lnTo>
                  <a:pt x="714375" y="1371600"/>
                </a:lnTo>
                <a:close/>
                <a:moveTo>
                  <a:pt x="752475" y="1362075"/>
                </a:moveTo>
                <a:lnTo>
                  <a:pt x="771525" y="1362075"/>
                </a:lnTo>
                <a:lnTo>
                  <a:pt x="771525" y="1381125"/>
                </a:lnTo>
                <a:lnTo>
                  <a:pt x="742950" y="1381125"/>
                </a:lnTo>
                <a:lnTo>
                  <a:pt x="742950" y="1371600"/>
                </a:lnTo>
                <a:lnTo>
                  <a:pt x="752475" y="1371600"/>
                </a:lnTo>
                <a:close/>
                <a:moveTo>
                  <a:pt x="942975" y="1362075"/>
                </a:moveTo>
                <a:lnTo>
                  <a:pt x="952500" y="1362075"/>
                </a:lnTo>
                <a:lnTo>
                  <a:pt x="952500" y="1371600"/>
                </a:lnTo>
                <a:lnTo>
                  <a:pt x="942975" y="1371600"/>
                </a:lnTo>
                <a:close/>
                <a:moveTo>
                  <a:pt x="1600200" y="1362075"/>
                </a:moveTo>
                <a:lnTo>
                  <a:pt x="1619250" y="1362075"/>
                </a:lnTo>
                <a:lnTo>
                  <a:pt x="1619250" y="1371600"/>
                </a:lnTo>
                <a:lnTo>
                  <a:pt x="1600200" y="1371600"/>
                </a:lnTo>
                <a:close/>
                <a:moveTo>
                  <a:pt x="238125" y="1371600"/>
                </a:moveTo>
                <a:lnTo>
                  <a:pt x="247650" y="1371600"/>
                </a:lnTo>
                <a:lnTo>
                  <a:pt x="247650" y="1381125"/>
                </a:lnTo>
                <a:lnTo>
                  <a:pt x="238125" y="1381125"/>
                </a:lnTo>
                <a:close/>
                <a:moveTo>
                  <a:pt x="1704975" y="1371600"/>
                </a:moveTo>
                <a:lnTo>
                  <a:pt x="1714500" y="1371600"/>
                </a:lnTo>
                <a:lnTo>
                  <a:pt x="1714500" y="1381125"/>
                </a:lnTo>
                <a:lnTo>
                  <a:pt x="1704975" y="1381125"/>
                </a:lnTo>
                <a:close/>
                <a:moveTo>
                  <a:pt x="1714500" y="1381125"/>
                </a:moveTo>
                <a:lnTo>
                  <a:pt x="1733550" y="1381125"/>
                </a:lnTo>
                <a:lnTo>
                  <a:pt x="1733550" y="1409700"/>
                </a:lnTo>
                <a:lnTo>
                  <a:pt x="1724025" y="1409700"/>
                </a:lnTo>
                <a:lnTo>
                  <a:pt x="1724025" y="1419225"/>
                </a:lnTo>
                <a:lnTo>
                  <a:pt x="1714500" y="1419225"/>
                </a:lnTo>
                <a:close/>
                <a:moveTo>
                  <a:pt x="809625" y="1400175"/>
                </a:moveTo>
                <a:lnTo>
                  <a:pt x="819150" y="1400175"/>
                </a:lnTo>
                <a:lnTo>
                  <a:pt x="819150" y="1409700"/>
                </a:lnTo>
                <a:lnTo>
                  <a:pt x="809625" y="1409700"/>
                </a:lnTo>
                <a:close/>
                <a:moveTo>
                  <a:pt x="485775" y="1419225"/>
                </a:moveTo>
                <a:lnTo>
                  <a:pt x="495300" y="1419225"/>
                </a:lnTo>
                <a:lnTo>
                  <a:pt x="495300" y="1438275"/>
                </a:lnTo>
                <a:lnTo>
                  <a:pt x="485775" y="1438275"/>
                </a:lnTo>
                <a:close/>
                <a:moveTo>
                  <a:pt x="571500" y="1428750"/>
                </a:moveTo>
                <a:lnTo>
                  <a:pt x="590550" y="1428750"/>
                </a:lnTo>
                <a:lnTo>
                  <a:pt x="590550" y="1438275"/>
                </a:lnTo>
                <a:lnTo>
                  <a:pt x="581025" y="1438275"/>
                </a:lnTo>
                <a:lnTo>
                  <a:pt x="581025" y="1466850"/>
                </a:lnTo>
                <a:lnTo>
                  <a:pt x="561975" y="1466850"/>
                </a:lnTo>
                <a:lnTo>
                  <a:pt x="561975" y="1438275"/>
                </a:lnTo>
                <a:lnTo>
                  <a:pt x="571500" y="1438275"/>
                </a:lnTo>
                <a:close/>
                <a:moveTo>
                  <a:pt x="495300" y="1438275"/>
                </a:moveTo>
                <a:lnTo>
                  <a:pt x="504825" y="1438275"/>
                </a:lnTo>
                <a:lnTo>
                  <a:pt x="504825" y="1447800"/>
                </a:lnTo>
                <a:lnTo>
                  <a:pt x="495300" y="1447800"/>
                </a:lnTo>
                <a:close/>
                <a:moveTo>
                  <a:pt x="1733550" y="1438275"/>
                </a:moveTo>
                <a:lnTo>
                  <a:pt x="1743075" y="1438275"/>
                </a:lnTo>
                <a:lnTo>
                  <a:pt x="1743075" y="1447800"/>
                </a:lnTo>
                <a:lnTo>
                  <a:pt x="1733550" y="1447800"/>
                </a:lnTo>
                <a:close/>
                <a:moveTo>
                  <a:pt x="180975" y="1476375"/>
                </a:moveTo>
                <a:lnTo>
                  <a:pt x="190500" y="1476375"/>
                </a:lnTo>
                <a:lnTo>
                  <a:pt x="190500" y="1504950"/>
                </a:lnTo>
                <a:lnTo>
                  <a:pt x="180975" y="1504950"/>
                </a:lnTo>
                <a:close/>
                <a:moveTo>
                  <a:pt x="933450" y="1476375"/>
                </a:moveTo>
                <a:lnTo>
                  <a:pt x="971550" y="1476375"/>
                </a:lnTo>
                <a:lnTo>
                  <a:pt x="971550" y="1485900"/>
                </a:lnTo>
                <a:lnTo>
                  <a:pt x="962025" y="1485900"/>
                </a:lnTo>
                <a:lnTo>
                  <a:pt x="962025" y="1495425"/>
                </a:lnTo>
                <a:lnTo>
                  <a:pt x="942975" y="1495425"/>
                </a:lnTo>
                <a:lnTo>
                  <a:pt x="942975" y="1485900"/>
                </a:lnTo>
                <a:lnTo>
                  <a:pt x="933450" y="1485900"/>
                </a:lnTo>
                <a:close/>
                <a:moveTo>
                  <a:pt x="1304925" y="1476375"/>
                </a:moveTo>
                <a:lnTo>
                  <a:pt x="1381125" y="1476375"/>
                </a:lnTo>
                <a:lnTo>
                  <a:pt x="1381125" y="1495425"/>
                </a:lnTo>
                <a:lnTo>
                  <a:pt x="1333500" y="1495425"/>
                </a:lnTo>
                <a:lnTo>
                  <a:pt x="1333500" y="1504950"/>
                </a:lnTo>
                <a:lnTo>
                  <a:pt x="1323975" y="1504950"/>
                </a:lnTo>
                <a:lnTo>
                  <a:pt x="1323975" y="1495425"/>
                </a:lnTo>
                <a:lnTo>
                  <a:pt x="1295400" y="1495425"/>
                </a:lnTo>
                <a:lnTo>
                  <a:pt x="1295400" y="1485900"/>
                </a:lnTo>
                <a:lnTo>
                  <a:pt x="1304925" y="1485900"/>
                </a:lnTo>
                <a:close/>
                <a:moveTo>
                  <a:pt x="1495425" y="1476375"/>
                </a:moveTo>
                <a:lnTo>
                  <a:pt x="1514475" y="1476375"/>
                </a:lnTo>
                <a:lnTo>
                  <a:pt x="1514475" y="1485900"/>
                </a:lnTo>
                <a:lnTo>
                  <a:pt x="1495425" y="1485900"/>
                </a:lnTo>
                <a:close/>
                <a:moveTo>
                  <a:pt x="400050" y="1485900"/>
                </a:moveTo>
                <a:lnTo>
                  <a:pt x="409575" y="1485900"/>
                </a:lnTo>
                <a:lnTo>
                  <a:pt x="409575" y="1495425"/>
                </a:lnTo>
                <a:lnTo>
                  <a:pt x="400050" y="1495425"/>
                </a:lnTo>
                <a:close/>
                <a:moveTo>
                  <a:pt x="1704975" y="1485900"/>
                </a:moveTo>
                <a:lnTo>
                  <a:pt x="1714500" y="1485900"/>
                </a:lnTo>
                <a:lnTo>
                  <a:pt x="1714500" y="1504950"/>
                </a:lnTo>
                <a:lnTo>
                  <a:pt x="1704975" y="1504950"/>
                </a:lnTo>
                <a:close/>
                <a:moveTo>
                  <a:pt x="361950" y="1495425"/>
                </a:moveTo>
                <a:lnTo>
                  <a:pt x="400050" y="1495425"/>
                </a:lnTo>
                <a:lnTo>
                  <a:pt x="400050" y="1533525"/>
                </a:lnTo>
                <a:lnTo>
                  <a:pt x="390525" y="1533525"/>
                </a:lnTo>
                <a:lnTo>
                  <a:pt x="390525" y="1524000"/>
                </a:lnTo>
                <a:lnTo>
                  <a:pt x="371475" y="1524000"/>
                </a:lnTo>
                <a:lnTo>
                  <a:pt x="371475" y="1514475"/>
                </a:lnTo>
                <a:lnTo>
                  <a:pt x="381000" y="1514475"/>
                </a:lnTo>
                <a:lnTo>
                  <a:pt x="381000" y="1504950"/>
                </a:lnTo>
                <a:lnTo>
                  <a:pt x="361950" y="1504950"/>
                </a:lnTo>
                <a:close/>
                <a:moveTo>
                  <a:pt x="504825" y="1495425"/>
                </a:moveTo>
                <a:lnTo>
                  <a:pt x="514350" y="1495425"/>
                </a:lnTo>
                <a:lnTo>
                  <a:pt x="514350" y="1514475"/>
                </a:lnTo>
                <a:lnTo>
                  <a:pt x="523875" y="1514475"/>
                </a:lnTo>
                <a:lnTo>
                  <a:pt x="523875" y="1524000"/>
                </a:lnTo>
                <a:lnTo>
                  <a:pt x="495300" y="1524000"/>
                </a:lnTo>
                <a:lnTo>
                  <a:pt x="495300" y="1514475"/>
                </a:lnTo>
                <a:lnTo>
                  <a:pt x="504825" y="1514475"/>
                </a:lnTo>
                <a:close/>
                <a:moveTo>
                  <a:pt x="752475" y="1495425"/>
                </a:moveTo>
                <a:lnTo>
                  <a:pt x="781050" y="1495425"/>
                </a:lnTo>
                <a:lnTo>
                  <a:pt x="781050" y="1504950"/>
                </a:lnTo>
                <a:lnTo>
                  <a:pt x="752475" y="1504950"/>
                </a:lnTo>
                <a:close/>
                <a:moveTo>
                  <a:pt x="790575" y="1495425"/>
                </a:moveTo>
                <a:lnTo>
                  <a:pt x="800100" y="1495425"/>
                </a:lnTo>
                <a:lnTo>
                  <a:pt x="800100" y="1504950"/>
                </a:lnTo>
                <a:lnTo>
                  <a:pt x="790575" y="1504950"/>
                </a:lnTo>
                <a:close/>
                <a:moveTo>
                  <a:pt x="828675" y="1495425"/>
                </a:moveTo>
                <a:lnTo>
                  <a:pt x="847725" y="1495425"/>
                </a:lnTo>
                <a:lnTo>
                  <a:pt x="847725" y="1504950"/>
                </a:lnTo>
                <a:lnTo>
                  <a:pt x="828675" y="1504950"/>
                </a:lnTo>
                <a:close/>
                <a:moveTo>
                  <a:pt x="1095375" y="1495425"/>
                </a:moveTo>
                <a:lnTo>
                  <a:pt x="1123950" y="1495425"/>
                </a:lnTo>
                <a:lnTo>
                  <a:pt x="1123950" y="1504950"/>
                </a:lnTo>
                <a:lnTo>
                  <a:pt x="1095375" y="1504950"/>
                </a:lnTo>
                <a:close/>
                <a:moveTo>
                  <a:pt x="1190625" y="1495425"/>
                </a:moveTo>
                <a:lnTo>
                  <a:pt x="1200150" y="1495425"/>
                </a:lnTo>
                <a:lnTo>
                  <a:pt x="1200150" y="1504950"/>
                </a:lnTo>
                <a:lnTo>
                  <a:pt x="1190625" y="1504950"/>
                </a:lnTo>
                <a:close/>
                <a:moveTo>
                  <a:pt x="1209675" y="1495425"/>
                </a:moveTo>
                <a:lnTo>
                  <a:pt x="1219200" y="1495425"/>
                </a:lnTo>
                <a:lnTo>
                  <a:pt x="1219200" y="1504950"/>
                </a:lnTo>
                <a:lnTo>
                  <a:pt x="1209675" y="1504950"/>
                </a:lnTo>
                <a:close/>
                <a:moveTo>
                  <a:pt x="1628775" y="1524000"/>
                </a:moveTo>
                <a:lnTo>
                  <a:pt x="1638300" y="1524000"/>
                </a:lnTo>
                <a:lnTo>
                  <a:pt x="1638300" y="1533525"/>
                </a:lnTo>
                <a:lnTo>
                  <a:pt x="1628775" y="1533525"/>
                </a:lnTo>
                <a:close/>
                <a:moveTo>
                  <a:pt x="200025" y="1533525"/>
                </a:moveTo>
                <a:lnTo>
                  <a:pt x="209550" y="1533525"/>
                </a:lnTo>
                <a:lnTo>
                  <a:pt x="209550" y="1590675"/>
                </a:lnTo>
                <a:lnTo>
                  <a:pt x="200025" y="1590675"/>
                </a:lnTo>
                <a:close/>
                <a:moveTo>
                  <a:pt x="400050" y="1533525"/>
                </a:moveTo>
                <a:lnTo>
                  <a:pt x="419100" y="1533525"/>
                </a:lnTo>
                <a:lnTo>
                  <a:pt x="419100" y="1543050"/>
                </a:lnTo>
                <a:lnTo>
                  <a:pt x="428625" y="1543050"/>
                </a:lnTo>
                <a:lnTo>
                  <a:pt x="428625" y="1562100"/>
                </a:lnTo>
                <a:lnTo>
                  <a:pt x="419100" y="1562100"/>
                </a:lnTo>
                <a:lnTo>
                  <a:pt x="419100" y="1552575"/>
                </a:lnTo>
                <a:lnTo>
                  <a:pt x="409575" y="1552575"/>
                </a:lnTo>
                <a:lnTo>
                  <a:pt x="409575" y="1600200"/>
                </a:lnTo>
                <a:lnTo>
                  <a:pt x="419100" y="1600200"/>
                </a:lnTo>
                <a:lnTo>
                  <a:pt x="419100" y="1609725"/>
                </a:lnTo>
                <a:lnTo>
                  <a:pt x="390525" y="1609725"/>
                </a:lnTo>
                <a:lnTo>
                  <a:pt x="390525" y="1571625"/>
                </a:lnTo>
                <a:lnTo>
                  <a:pt x="400050" y="1571625"/>
                </a:lnTo>
                <a:close/>
                <a:moveTo>
                  <a:pt x="1590675" y="1533525"/>
                </a:moveTo>
                <a:lnTo>
                  <a:pt x="1600200" y="1533525"/>
                </a:lnTo>
                <a:lnTo>
                  <a:pt x="1600200" y="1543050"/>
                </a:lnTo>
                <a:lnTo>
                  <a:pt x="1590675" y="1543050"/>
                </a:lnTo>
                <a:close/>
                <a:moveTo>
                  <a:pt x="1609725" y="1533525"/>
                </a:moveTo>
                <a:lnTo>
                  <a:pt x="1628775" y="1533525"/>
                </a:lnTo>
                <a:lnTo>
                  <a:pt x="1628775" y="1543050"/>
                </a:lnTo>
                <a:lnTo>
                  <a:pt x="1619250" y="1543050"/>
                </a:lnTo>
                <a:lnTo>
                  <a:pt x="1619250" y="1562100"/>
                </a:lnTo>
                <a:lnTo>
                  <a:pt x="1600200" y="1562100"/>
                </a:lnTo>
                <a:lnTo>
                  <a:pt x="1600200" y="1543050"/>
                </a:lnTo>
                <a:lnTo>
                  <a:pt x="1609725" y="1543050"/>
                </a:lnTo>
                <a:close/>
                <a:moveTo>
                  <a:pt x="381000" y="1543050"/>
                </a:moveTo>
                <a:lnTo>
                  <a:pt x="390525" y="1543050"/>
                </a:lnTo>
                <a:lnTo>
                  <a:pt x="390525" y="1562100"/>
                </a:lnTo>
                <a:lnTo>
                  <a:pt x="381000" y="1562100"/>
                </a:lnTo>
                <a:close/>
                <a:moveTo>
                  <a:pt x="1695450" y="1543050"/>
                </a:moveTo>
                <a:lnTo>
                  <a:pt x="1704975" y="1543050"/>
                </a:lnTo>
                <a:lnTo>
                  <a:pt x="1704975" y="1552575"/>
                </a:lnTo>
                <a:lnTo>
                  <a:pt x="1743075" y="1552575"/>
                </a:lnTo>
                <a:lnTo>
                  <a:pt x="1743075" y="1562100"/>
                </a:lnTo>
                <a:lnTo>
                  <a:pt x="1733550" y="1562100"/>
                </a:lnTo>
                <a:lnTo>
                  <a:pt x="1733550" y="1571625"/>
                </a:lnTo>
                <a:lnTo>
                  <a:pt x="1724025" y="1571625"/>
                </a:lnTo>
                <a:lnTo>
                  <a:pt x="1724025" y="1562100"/>
                </a:lnTo>
                <a:lnTo>
                  <a:pt x="1704975" y="1562100"/>
                </a:lnTo>
                <a:lnTo>
                  <a:pt x="1704975" y="1581150"/>
                </a:lnTo>
                <a:lnTo>
                  <a:pt x="1685925" y="1581150"/>
                </a:lnTo>
                <a:lnTo>
                  <a:pt x="1685925" y="1571625"/>
                </a:lnTo>
                <a:lnTo>
                  <a:pt x="1695450" y="1571625"/>
                </a:lnTo>
                <a:close/>
                <a:moveTo>
                  <a:pt x="1562100" y="1562100"/>
                </a:moveTo>
                <a:lnTo>
                  <a:pt x="1581150" y="1562100"/>
                </a:lnTo>
                <a:lnTo>
                  <a:pt x="1581150" y="1571625"/>
                </a:lnTo>
                <a:lnTo>
                  <a:pt x="1562100" y="1571625"/>
                </a:lnTo>
                <a:close/>
                <a:moveTo>
                  <a:pt x="1657350" y="1590675"/>
                </a:moveTo>
                <a:lnTo>
                  <a:pt x="1676400" y="1590675"/>
                </a:lnTo>
                <a:lnTo>
                  <a:pt x="1676400" y="1600200"/>
                </a:lnTo>
                <a:lnTo>
                  <a:pt x="1666875" y="1600200"/>
                </a:lnTo>
                <a:lnTo>
                  <a:pt x="1666875" y="1609725"/>
                </a:lnTo>
                <a:lnTo>
                  <a:pt x="1657350" y="1609725"/>
                </a:lnTo>
                <a:close/>
                <a:moveTo>
                  <a:pt x="1685925" y="1590675"/>
                </a:moveTo>
                <a:lnTo>
                  <a:pt x="1704975" y="1590675"/>
                </a:lnTo>
                <a:lnTo>
                  <a:pt x="1704975" y="1600200"/>
                </a:lnTo>
                <a:lnTo>
                  <a:pt x="1685925" y="1600200"/>
                </a:lnTo>
                <a:close/>
                <a:moveTo>
                  <a:pt x="657225" y="1600200"/>
                </a:moveTo>
                <a:lnTo>
                  <a:pt x="666750" y="1600200"/>
                </a:lnTo>
                <a:lnTo>
                  <a:pt x="666750" y="1609725"/>
                </a:lnTo>
                <a:lnTo>
                  <a:pt x="657225" y="1609725"/>
                </a:lnTo>
                <a:close/>
                <a:moveTo>
                  <a:pt x="676275" y="1600200"/>
                </a:moveTo>
                <a:lnTo>
                  <a:pt x="685800" y="1600200"/>
                </a:lnTo>
                <a:lnTo>
                  <a:pt x="685800" y="1609725"/>
                </a:lnTo>
                <a:lnTo>
                  <a:pt x="676275" y="1609725"/>
                </a:lnTo>
                <a:close/>
                <a:moveTo>
                  <a:pt x="857250" y="1600200"/>
                </a:moveTo>
                <a:lnTo>
                  <a:pt x="885825" y="1600200"/>
                </a:lnTo>
                <a:lnTo>
                  <a:pt x="885825" y="1609725"/>
                </a:lnTo>
                <a:lnTo>
                  <a:pt x="857250" y="1609725"/>
                </a:lnTo>
                <a:close/>
                <a:moveTo>
                  <a:pt x="904875" y="1600200"/>
                </a:moveTo>
                <a:lnTo>
                  <a:pt x="923925" y="1600200"/>
                </a:lnTo>
                <a:lnTo>
                  <a:pt x="923925" y="1609725"/>
                </a:lnTo>
                <a:lnTo>
                  <a:pt x="904875" y="1609725"/>
                </a:lnTo>
                <a:close/>
                <a:moveTo>
                  <a:pt x="990600" y="1600200"/>
                </a:moveTo>
                <a:lnTo>
                  <a:pt x="1009650" y="1600200"/>
                </a:lnTo>
                <a:lnTo>
                  <a:pt x="1009650" y="1609725"/>
                </a:lnTo>
                <a:lnTo>
                  <a:pt x="990600" y="1609725"/>
                </a:lnTo>
                <a:close/>
                <a:moveTo>
                  <a:pt x="1209675" y="1600200"/>
                </a:moveTo>
                <a:lnTo>
                  <a:pt x="1238250" y="1600200"/>
                </a:lnTo>
                <a:lnTo>
                  <a:pt x="1238250" y="1609725"/>
                </a:lnTo>
                <a:lnTo>
                  <a:pt x="1209675" y="1609725"/>
                </a:lnTo>
                <a:close/>
                <a:moveTo>
                  <a:pt x="809625" y="1609725"/>
                </a:moveTo>
                <a:lnTo>
                  <a:pt x="819150" y="1609725"/>
                </a:lnTo>
                <a:lnTo>
                  <a:pt x="819150" y="1619250"/>
                </a:lnTo>
                <a:lnTo>
                  <a:pt x="809625" y="1619250"/>
                </a:lnTo>
                <a:close/>
                <a:moveTo>
                  <a:pt x="1295400" y="1609725"/>
                </a:moveTo>
                <a:lnTo>
                  <a:pt x="1314450" y="1609725"/>
                </a:lnTo>
                <a:lnTo>
                  <a:pt x="1314450" y="1619250"/>
                </a:lnTo>
                <a:lnTo>
                  <a:pt x="1304925" y="1619250"/>
                </a:lnTo>
                <a:lnTo>
                  <a:pt x="1304925" y="1628775"/>
                </a:lnTo>
                <a:lnTo>
                  <a:pt x="1295400" y="1628775"/>
                </a:lnTo>
                <a:close/>
                <a:moveTo>
                  <a:pt x="1362075" y="1609725"/>
                </a:moveTo>
                <a:lnTo>
                  <a:pt x="1381125" y="1609725"/>
                </a:lnTo>
                <a:lnTo>
                  <a:pt x="1381125" y="1628775"/>
                </a:lnTo>
                <a:lnTo>
                  <a:pt x="1371600" y="1628775"/>
                </a:lnTo>
                <a:lnTo>
                  <a:pt x="1371600" y="1619250"/>
                </a:lnTo>
                <a:lnTo>
                  <a:pt x="1362075" y="1619250"/>
                </a:lnTo>
                <a:close/>
                <a:moveTo>
                  <a:pt x="1476375" y="1609725"/>
                </a:moveTo>
                <a:lnTo>
                  <a:pt x="1485900" y="1609725"/>
                </a:lnTo>
                <a:lnTo>
                  <a:pt x="1485900" y="1628775"/>
                </a:lnTo>
                <a:lnTo>
                  <a:pt x="1476375" y="1628775"/>
                </a:lnTo>
                <a:close/>
                <a:moveTo>
                  <a:pt x="142875" y="1628775"/>
                </a:moveTo>
                <a:lnTo>
                  <a:pt x="152400" y="1628775"/>
                </a:lnTo>
                <a:lnTo>
                  <a:pt x="152400" y="1647825"/>
                </a:lnTo>
                <a:lnTo>
                  <a:pt x="142875" y="1647825"/>
                </a:lnTo>
                <a:close/>
                <a:moveTo>
                  <a:pt x="1438275" y="1628775"/>
                </a:moveTo>
                <a:lnTo>
                  <a:pt x="1466850" y="1628775"/>
                </a:lnTo>
                <a:lnTo>
                  <a:pt x="1466850" y="1638300"/>
                </a:lnTo>
                <a:lnTo>
                  <a:pt x="1438275" y="1638300"/>
                </a:lnTo>
                <a:close/>
                <a:moveTo>
                  <a:pt x="1704975" y="1628775"/>
                </a:moveTo>
                <a:lnTo>
                  <a:pt x="1714500" y="1628775"/>
                </a:lnTo>
                <a:lnTo>
                  <a:pt x="1714500" y="1638300"/>
                </a:lnTo>
                <a:lnTo>
                  <a:pt x="1704975" y="1638300"/>
                </a:lnTo>
                <a:close/>
                <a:moveTo>
                  <a:pt x="152400" y="1647825"/>
                </a:moveTo>
                <a:lnTo>
                  <a:pt x="161925" y="1647825"/>
                </a:lnTo>
                <a:lnTo>
                  <a:pt x="161925" y="1657350"/>
                </a:lnTo>
                <a:lnTo>
                  <a:pt x="152400" y="1657350"/>
                </a:lnTo>
                <a:close/>
                <a:moveTo>
                  <a:pt x="1704975" y="1647825"/>
                </a:moveTo>
                <a:lnTo>
                  <a:pt x="1714500" y="1647825"/>
                </a:lnTo>
                <a:lnTo>
                  <a:pt x="1714500" y="1666875"/>
                </a:lnTo>
                <a:lnTo>
                  <a:pt x="1704975" y="1666875"/>
                </a:lnTo>
                <a:close/>
                <a:moveTo>
                  <a:pt x="1724025" y="1647825"/>
                </a:moveTo>
                <a:lnTo>
                  <a:pt x="1733550" y="1647825"/>
                </a:lnTo>
                <a:lnTo>
                  <a:pt x="1733550" y="1666875"/>
                </a:lnTo>
                <a:lnTo>
                  <a:pt x="1724025" y="1666875"/>
                </a:lnTo>
                <a:close/>
                <a:moveTo>
                  <a:pt x="209550" y="1657350"/>
                </a:moveTo>
                <a:lnTo>
                  <a:pt x="219075" y="1657350"/>
                </a:lnTo>
                <a:lnTo>
                  <a:pt x="219075" y="1666875"/>
                </a:lnTo>
                <a:lnTo>
                  <a:pt x="209550" y="1666875"/>
                </a:lnTo>
                <a:close/>
                <a:moveTo>
                  <a:pt x="219075" y="1666875"/>
                </a:moveTo>
                <a:lnTo>
                  <a:pt x="228600" y="1666875"/>
                </a:lnTo>
                <a:lnTo>
                  <a:pt x="228600" y="1676400"/>
                </a:lnTo>
                <a:lnTo>
                  <a:pt x="219075" y="1676400"/>
                </a:lnTo>
                <a:close/>
                <a:moveTo>
                  <a:pt x="228600" y="1676400"/>
                </a:moveTo>
                <a:lnTo>
                  <a:pt x="238125" y="1676400"/>
                </a:lnTo>
                <a:lnTo>
                  <a:pt x="238125" y="1685925"/>
                </a:lnTo>
                <a:lnTo>
                  <a:pt x="228600" y="1685925"/>
                </a:lnTo>
                <a:close/>
                <a:moveTo>
                  <a:pt x="571500" y="1676400"/>
                </a:moveTo>
                <a:lnTo>
                  <a:pt x="590550" y="1676400"/>
                </a:lnTo>
                <a:lnTo>
                  <a:pt x="590550" y="1685925"/>
                </a:lnTo>
                <a:lnTo>
                  <a:pt x="571500" y="1685925"/>
                </a:lnTo>
                <a:close/>
                <a:moveTo>
                  <a:pt x="695325" y="1676400"/>
                </a:moveTo>
                <a:lnTo>
                  <a:pt x="723900" y="1676400"/>
                </a:lnTo>
                <a:lnTo>
                  <a:pt x="723900" y="1685925"/>
                </a:lnTo>
                <a:lnTo>
                  <a:pt x="714375" y="1685925"/>
                </a:lnTo>
                <a:lnTo>
                  <a:pt x="714375" y="1695450"/>
                </a:lnTo>
                <a:lnTo>
                  <a:pt x="704850" y="1695450"/>
                </a:lnTo>
                <a:lnTo>
                  <a:pt x="704850" y="1685925"/>
                </a:lnTo>
                <a:lnTo>
                  <a:pt x="695325" y="1685925"/>
                </a:lnTo>
                <a:close/>
                <a:moveTo>
                  <a:pt x="895350" y="1676400"/>
                </a:moveTo>
                <a:lnTo>
                  <a:pt x="904875" y="1676400"/>
                </a:lnTo>
                <a:lnTo>
                  <a:pt x="904875" y="1685925"/>
                </a:lnTo>
                <a:lnTo>
                  <a:pt x="895350" y="1685925"/>
                </a:lnTo>
                <a:close/>
                <a:moveTo>
                  <a:pt x="1304925" y="1676400"/>
                </a:moveTo>
                <a:lnTo>
                  <a:pt x="1381125" y="1676400"/>
                </a:lnTo>
                <a:lnTo>
                  <a:pt x="1381125" y="1685925"/>
                </a:lnTo>
                <a:lnTo>
                  <a:pt x="1304925" y="1685925"/>
                </a:lnTo>
                <a:close/>
                <a:moveTo>
                  <a:pt x="904875" y="1685925"/>
                </a:moveTo>
                <a:lnTo>
                  <a:pt x="914400" y="1685925"/>
                </a:lnTo>
                <a:lnTo>
                  <a:pt x="914400" y="1695450"/>
                </a:lnTo>
                <a:lnTo>
                  <a:pt x="904875" y="1695450"/>
                </a:lnTo>
                <a:close/>
                <a:moveTo>
                  <a:pt x="1704975" y="1714500"/>
                </a:moveTo>
                <a:lnTo>
                  <a:pt x="1724025" y="1714500"/>
                </a:lnTo>
                <a:lnTo>
                  <a:pt x="1724025" y="1733550"/>
                </a:lnTo>
                <a:lnTo>
                  <a:pt x="1714500" y="1733550"/>
                </a:lnTo>
                <a:lnTo>
                  <a:pt x="1714500" y="1743075"/>
                </a:lnTo>
                <a:lnTo>
                  <a:pt x="1704975" y="1743075"/>
                </a:lnTo>
                <a:lnTo>
                  <a:pt x="1704975" y="1752600"/>
                </a:lnTo>
                <a:lnTo>
                  <a:pt x="1714500" y="1752600"/>
                </a:lnTo>
                <a:lnTo>
                  <a:pt x="1714500" y="1762125"/>
                </a:lnTo>
                <a:lnTo>
                  <a:pt x="1685925" y="1762125"/>
                </a:lnTo>
                <a:lnTo>
                  <a:pt x="1685925" y="1771650"/>
                </a:lnTo>
                <a:lnTo>
                  <a:pt x="1676400" y="1771650"/>
                </a:lnTo>
                <a:lnTo>
                  <a:pt x="1676400" y="1762125"/>
                </a:lnTo>
                <a:lnTo>
                  <a:pt x="1657350" y="1762125"/>
                </a:lnTo>
                <a:lnTo>
                  <a:pt x="1657350" y="1752600"/>
                </a:lnTo>
                <a:lnTo>
                  <a:pt x="1676400" y="1752600"/>
                </a:lnTo>
                <a:lnTo>
                  <a:pt x="1676400" y="1743075"/>
                </a:lnTo>
                <a:lnTo>
                  <a:pt x="1685925" y="1743075"/>
                </a:lnTo>
                <a:lnTo>
                  <a:pt x="1685925" y="1733550"/>
                </a:lnTo>
                <a:lnTo>
                  <a:pt x="1704975" y="1733550"/>
                </a:lnTo>
                <a:close/>
                <a:moveTo>
                  <a:pt x="1733550" y="1714500"/>
                </a:moveTo>
                <a:lnTo>
                  <a:pt x="1743075" y="1714500"/>
                </a:lnTo>
                <a:lnTo>
                  <a:pt x="1743075" y="1733550"/>
                </a:lnTo>
                <a:lnTo>
                  <a:pt x="1733550" y="1733550"/>
                </a:lnTo>
                <a:close/>
                <a:moveTo>
                  <a:pt x="295275" y="1724025"/>
                </a:moveTo>
                <a:lnTo>
                  <a:pt x="314325" y="1724025"/>
                </a:lnTo>
                <a:lnTo>
                  <a:pt x="314325" y="1733550"/>
                </a:lnTo>
                <a:lnTo>
                  <a:pt x="295275" y="1733550"/>
                </a:lnTo>
                <a:close/>
                <a:moveTo>
                  <a:pt x="485775" y="1724025"/>
                </a:moveTo>
                <a:lnTo>
                  <a:pt x="523875" y="1724025"/>
                </a:lnTo>
                <a:lnTo>
                  <a:pt x="523875" y="1733550"/>
                </a:lnTo>
                <a:lnTo>
                  <a:pt x="485775" y="1733550"/>
                </a:lnTo>
                <a:close/>
                <a:moveTo>
                  <a:pt x="1133475" y="1724025"/>
                </a:moveTo>
                <a:lnTo>
                  <a:pt x="1143000" y="1724025"/>
                </a:lnTo>
                <a:lnTo>
                  <a:pt x="1143000" y="1733550"/>
                </a:lnTo>
                <a:lnTo>
                  <a:pt x="1133475" y="1733550"/>
                </a:lnTo>
                <a:close/>
                <a:moveTo>
                  <a:pt x="1200150" y="1724025"/>
                </a:moveTo>
                <a:lnTo>
                  <a:pt x="1219200" y="1724025"/>
                </a:lnTo>
                <a:lnTo>
                  <a:pt x="1219200" y="1733550"/>
                </a:lnTo>
                <a:lnTo>
                  <a:pt x="1200150" y="1733550"/>
                </a:lnTo>
                <a:close/>
                <a:moveTo>
                  <a:pt x="1533525" y="1724025"/>
                </a:moveTo>
                <a:lnTo>
                  <a:pt x="1562100" y="1724025"/>
                </a:lnTo>
                <a:lnTo>
                  <a:pt x="1562100" y="1733550"/>
                </a:lnTo>
                <a:lnTo>
                  <a:pt x="1533525" y="1733550"/>
                </a:lnTo>
                <a:close/>
                <a:moveTo>
                  <a:pt x="342900" y="1752600"/>
                </a:moveTo>
                <a:lnTo>
                  <a:pt x="371475" y="1752600"/>
                </a:lnTo>
                <a:lnTo>
                  <a:pt x="371475" y="1762125"/>
                </a:lnTo>
                <a:lnTo>
                  <a:pt x="361950" y="1762125"/>
                </a:lnTo>
                <a:lnTo>
                  <a:pt x="361950" y="1781175"/>
                </a:lnTo>
                <a:lnTo>
                  <a:pt x="352425" y="1781175"/>
                </a:lnTo>
                <a:lnTo>
                  <a:pt x="352425" y="1762125"/>
                </a:lnTo>
                <a:lnTo>
                  <a:pt x="342900" y="1762125"/>
                </a:lnTo>
                <a:close/>
                <a:moveTo>
                  <a:pt x="542925" y="1752600"/>
                </a:moveTo>
                <a:lnTo>
                  <a:pt x="571500" y="1752600"/>
                </a:lnTo>
                <a:lnTo>
                  <a:pt x="571500" y="1762125"/>
                </a:lnTo>
                <a:lnTo>
                  <a:pt x="542925" y="1762125"/>
                </a:lnTo>
                <a:close/>
                <a:moveTo>
                  <a:pt x="609600" y="1752600"/>
                </a:moveTo>
                <a:lnTo>
                  <a:pt x="647700" y="1752600"/>
                </a:lnTo>
                <a:lnTo>
                  <a:pt x="647700" y="1762125"/>
                </a:lnTo>
                <a:lnTo>
                  <a:pt x="609600" y="1762125"/>
                </a:lnTo>
                <a:close/>
                <a:moveTo>
                  <a:pt x="676275" y="1752600"/>
                </a:moveTo>
                <a:lnTo>
                  <a:pt x="762000" y="1752600"/>
                </a:lnTo>
                <a:lnTo>
                  <a:pt x="762000" y="1762125"/>
                </a:lnTo>
                <a:lnTo>
                  <a:pt x="676275" y="1762125"/>
                </a:lnTo>
                <a:close/>
                <a:moveTo>
                  <a:pt x="781050" y="1752600"/>
                </a:moveTo>
                <a:lnTo>
                  <a:pt x="828675" y="1752600"/>
                </a:lnTo>
                <a:lnTo>
                  <a:pt x="828675" y="1762125"/>
                </a:lnTo>
                <a:lnTo>
                  <a:pt x="781050" y="1762125"/>
                </a:lnTo>
                <a:close/>
                <a:moveTo>
                  <a:pt x="847725" y="1752600"/>
                </a:moveTo>
                <a:lnTo>
                  <a:pt x="876300" y="1752600"/>
                </a:lnTo>
                <a:lnTo>
                  <a:pt x="876300" y="1762125"/>
                </a:lnTo>
                <a:lnTo>
                  <a:pt x="847725" y="1762125"/>
                </a:lnTo>
                <a:close/>
                <a:moveTo>
                  <a:pt x="895350" y="1752600"/>
                </a:moveTo>
                <a:lnTo>
                  <a:pt x="942975" y="1752600"/>
                </a:lnTo>
                <a:lnTo>
                  <a:pt x="942975" y="1762125"/>
                </a:lnTo>
                <a:lnTo>
                  <a:pt x="895350" y="1762125"/>
                </a:lnTo>
                <a:close/>
                <a:moveTo>
                  <a:pt x="971550" y="1752600"/>
                </a:moveTo>
                <a:lnTo>
                  <a:pt x="981075" y="1752600"/>
                </a:lnTo>
                <a:lnTo>
                  <a:pt x="981075" y="1762125"/>
                </a:lnTo>
                <a:lnTo>
                  <a:pt x="971550" y="1762125"/>
                </a:lnTo>
                <a:close/>
                <a:moveTo>
                  <a:pt x="1114425" y="1752600"/>
                </a:moveTo>
                <a:lnTo>
                  <a:pt x="1143000" y="1752600"/>
                </a:lnTo>
                <a:lnTo>
                  <a:pt x="1143000" y="1762125"/>
                </a:lnTo>
                <a:lnTo>
                  <a:pt x="1133475" y="1762125"/>
                </a:lnTo>
                <a:lnTo>
                  <a:pt x="1133475" y="1771650"/>
                </a:lnTo>
                <a:lnTo>
                  <a:pt x="1123950" y="1771650"/>
                </a:lnTo>
                <a:lnTo>
                  <a:pt x="1123950" y="1762125"/>
                </a:lnTo>
                <a:lnTo>
                  <a:pt x="1114425" y="1762125"/>
                </a:lnTo>
                <a:close/>
                <a:moveTo>
                  <a:pt x="1171575" y="1752600"/>
                </a:moveTo>
                <a:lnTo>
                  <a:pt x="1190625" y="1752600"/>
                </a:lnTo>
                <a:lnTo>
                  <a:pt x="1190625" y="1771650"/>
                </a:lnTo>
                <a:lnTo>
                  <a:pt x="1181100" y="1771650"/>
                </a:lnTo>
                <a:lnTo>
                  <a:pt x="1181100" y="1762125"/>
                </a:lnTo>
                <a:lnTo>
                  <a:pt x="1171575" y="1762125"/>
                </a:lnTo>
                <a:close/>
                <a:moveTo>
                  <a:pt x="1257300" y="1752600"/>
                </a:moveTo>
                <a:lnTo>
                  <a:pt x="1323975" y="1752600"/>
                </a:lnTo>
                <a:lnTo>
                  <a:pt x="1323975" y="1762125"/>
                </a:lnTo>
                <a:lnTo>
                  <a:pt x="1257300" y="1762125"/>
                </a:lnTo>
                <a:close/>
                <a:moveTo>
                  <a:pt x="1333500" y="1752600"/>
                </a:moveTo>
                <a:lnTo>
                  <a:pt x="1343025" y="1752600"/>
                </a:lnTo>
                <a:lnTo>
                  <a:pt x="1343025" y="1762125"/>
                </a:lnTo>
                <a:lnTo>
                  <a:pt x="1333500" y="1762125"/>
                </a:lnTo>
                <a:close/>
                <a:moveTo>
                  <a:pt x="1504950" y="1752600"/>
                </a:moveTo>
                <a:lnTo>
                  <a:pt x="1524000" y="1752600"/>
                </a:lnTo>
                <a:lnTo>
                  <a:pt x="1524000" y="1762125"/>
                </a:lnTo>
                <a:lnTo>
                  <a:pt x="1504950" y="1762125"/>
                </a:lnTo>
                <a:close/>
                <a:moveTo>
                  <a:pt x="1590675" y="1752600"/>
                </a:moveTo>
                <a:lnTo>
                  <a:pt x="1619250" y="1752600"/>
                </a:lnTo>
                <a:lnTo>
                  <a:pt x="1619250" y="1762125"/>
                </a:lnTo>
                <a:lnTo>
                  <a:pt x="1590675" y="1762125"/>
                </a:lnTo>
                <a:close/>
                <a:moveTo>
                  <a:pt x="466725" y="1762125"/>
                </a:moveTo>
                <a:lnTo>
                  <a:pt x="542925" y="1762125"/>
                </a:lnTo>
                <a:lnTo>
                  <a:pt x="542925" y="1771650"/>
                </a:lnTo>
                <a:lnTo>
                  <a:pt x="495300" y="1771650"/>
                </a:lnTo>
                <a:lnTo>
                  <a:pt x="495300" y="1781175"/>
                </a:lnTo>
                <a:lnTo>
                  <a:pt x="466725" y="1781175"/>
                </a:lnTo>
                <a:close/>
                <a:moveTo>
                  <a:pt x="571500" y="1762125"/>
                </a:moveTo>
                <a:lnTo>
                  <a:pt x="581025" y="1762125"/>
                </a:lnTo>
                <a:lnTo>
                  <a:pt x="581025" y="1781175"/>
                </a:lnTo>
                <a:lnTo>
                  <a:pt x="571500" y="1781175"/>
                </a:lnTo>
                <a:close/>
                <a:moveTo>
                  <a:pt x="1514475" y="1771650"/>
                </a:moveTo>
                <a:lnTo>
                  <a:pt x="1524000" y="1771650"/>
                </a:lnTo>
                <a:lnTo>
                  <a:pt x="1524000" y="1781175"/>
                </a:lnTo>
                <a:lnTo>
                  <a:pt x="1514475" y="1781175"/>
                </a:lnTo>
                <a:close/>
                <a:moveTo>
                  <a:pt x="1666875" y="1771650"/>
                </a:moveTo>
                <a:lnTo>
                  <a:pt x="1676400" y="1771650"/>
                </a:lnTo>
                <a:lnTo>
                  <a:pt x="1676400" y="1781175"/>
                </a:lnTo>
                <a:lnTo>
                  <a:pt x="1685925" y="1781175"/>
                </a:lnTo>
                <a:lnTo>
                  <a:pt x="1685925" y="1800225"/>
                </a:lnTo>
                <a:lnTo>
                  <a:pt x="1704975" y="1800225"/>
                </a:lnTo>
                <a:lnTo>
                  <a:pt x="1704975" y="1790700"/>
                </a:lnTo>
                <a:lnTo>
                  <a:pt x="1714500" y="1790700"/>
                </a:lnTo>
                <a:lnTo>
                  <a:pt x="1714500" y="1781175"/>
                </a:lnTo>
                <a:lnTo>
                  <a:pt x="1724025" y="1781175"/>
                </a:lnTo>
                <a:lnTo>
                  <a:pt x="1724025" y="1800225"/>
                </a:lnTo>
                <a:lnTo>
                  <a:pt x="1714500" y="1800225"/>
                </a:lnTo>
                <a:lnTo>
                  <a:pt x="1714500" y="1809750"/>
                </a:lnTo>
                <a:lnTo>
                  <a:pt x="1695450" y="1809750"/>
                </a:lnTo>
                <a:lnTo>
                  <a:pt x="1695450" y="1828800"/>
                </a:lnTo>
                <a:lnTo>
                  <a:pt x="1685925" y="1828800"/>
                </a:lnTo>
                <a:lnTo>
                  <a:pt x="1685925" y="1838325"/>
                </a:lnTo>
                <a:lnTo>
                  <a:pt x="1647825" y="1838325"/>
                </a:lnTo>
                <a:lnTo>
                  <a:pt x="1647825" y="1809750"/>
                </a:lnTo>
                <a:lnTo>
                  <a:pt x="1638300" y="1809750"/>
                </a:lnTo>
                <a:lnTo>
                  <a:pt x="1638300" y="1781175"/>
                </a:lnTo>
                <a:lnTo>
                  <a:pt x="1666875" y="1781175"/>
                </a:lnTo>
                <a:close/>
                <a:moveTo>
                  <a:pt x="1133475" y="1781175"/>
                </a:moveTo>
                <a:lnTo>
                  <a:pt x="1143000" y="1781175"/>
                </a:lnTo>
                <a:lnTo>
                  <a:pt x="1143000" y="1790700"/>
                </a:lnTo>
                <a:lnTo>
                  <a:pt x="1133475" y="1790700"/>
                </a:lnTo>
                <a:close/>
                <a:moveTo>
                  <a:pt x="1733550" y="1781175"/>
                </a:moveTo>
                <a:lnTo>
                  <a:pt x="1743075" y="1781175"/>
                </a:lnTo>
                <a:lnTo>
                  <a:pt x="1743075" y="1800225"/>
                </a:lnTo>
                <a:lnTo>
                  <a:pt x="1733550" y="1800225"/>
                </a:lnTo>
                <a:close/>
                <a:moveTo>
                  <a:pt x="552450" y="1790700"/>
                </a:moveTo>
                <a:lnTo>
                  <a:pt x="581025" y="1790700"/>
                </a:lnTo>
                <a:lnTo>
                  <a:pt x="581025" y="1819275"/>
                </a:lnTo>
                <a:lnTo>
                  <a:pt x="552450" y="1819275"/>
                </a:lnTo>
                <a:lnTo>
                  <a:pt x="552450" y="1809750"/>
                </a:lnTo>
                <a:lnTo>
                  <a:pt x="561975" y="1809750"/>
                </a:lnTo>
                <a:lnTo>
                  <a:pt x="561975" y="1800225"/>
                </a:lnTo>
                <a:lnTo>
                  <a:pt x="552450" y="1800225"/>
                </a:lnTo>
                <a:close/>
                <a:moveTo>
                  <a:pt x="447675" y="1809750"/>
                </a:moveTo>
                <a:lnTo>
                  <a:pt x="495300" y="1809750"/>
                </a:lnTo>
                <a:lnTo>
                  <a:pt x="495300" y="1828800"/>
                </a:lnTo>
                <a:lnTo>
                  <a:pt x="514350" y="1828800"/>
                </a:lnTo>
                <a:lnTo>
                  <a:pt x="514350" y="1857375"/>
                </a:lnTo>
                <a:lnTo>
                  <a:pt x="504825" y="1857375"/>
                </a:lnTo>
                <a:lnTo>
                  <a:pt x="504825" y="1866900"/>
                </a:lnTo>
                <a:lnTo>
                  <a:pt x="495300" y="1866900"/>
                </a:lnTo>
                <a:lnTo>
                  <a:pt x="495300" y="1857375"/>
                </a:lnTo>
                <a:lnTo>
                  <a:pt x="466725" y="1857375"/>
                </a:lnTo>
                <a:lnTo>
                  <a:pt x="466725" y="1866900"/>
                </a:lnTo>
                <a:lnTo>
                  <a:pt x="447675" y="1866900"/>
                </a:lnTo>
                <a:lnTo>
                  <a:pt x="447675" y="1847850"/>
                </a:lnTo>
                <a:lnTo>
                  <a:pt x="466725" y="1847850"/>
                </a:lnTo>
                <a:lnTo>
                  <a:pt x="466725" y="1828800"/>
                </a:lnTo>
                <a:lnTo>
                  <a:pt x="457200" y="1828800"/>
                </a:lnTo>
                <a:lnTo>
                  <a:pt x="457200" y="1819275"/>
                </a:lnTo>
                <a:lnTo>
                  <a:pt x="447675" y="1819275"/>
                </a:lnTo>
                <a:close/>
                <a:moveTo>
                  <a:pt x="1047750" y="1809750"/>
                </a:moveTo>
                <a:lnTo>
                  <a:pt x="1066800" y="1809750"/>
                </a:lnTo>
                <a:lnTo>
                  <a:pt x="1066800" y="1819275"/>
                </a:lnTo>
                <a:lnTo>
                  <a:pt x="1047750" y="1819275"/>
                </a:lnTo>
                <a:close/>
                <a:moveTo>
                  <a:pt x="1724025" y="1809750"/>
                </a:moveTo>
                <a:lnTo>
                  <a:pt x="1733550" y="1809750"/>
                </a:lnTo>
                <a:lnTo>
                  <a:pt x="1733550" y="1828800"/>
                </a:lnTo>
                <a:lnTo>
                  <a:pt x="1714500" y="1828800"/>
                </a:lnTo>
                <a:lnTo>
                  <a:pt x="1714500" y="1819275"/>
                </a:lnTo>
                <a:lnTo>
                  <a:pt x="1724025" y="1819275"/>
                </a:lnTo>
                <a:close/>
                <a:moveTo>
                  <a:pt x="962025" y="1819275"/>
                </a:moveTo>
                <a:lnTo>
                  <a:pt x="981075" y="1819275"/>
                </a:lnTo>
                <a:lnTo>
                  <a:pt x="981075" y="1828800"/>
                </a:lnTo>
                <a:lnTo>
                  <a:pt x="962025" y="1828800"/>
                </a:lnTo>
                <a:close/>
                <a:moveTo>
                  <a:pt x="409575" y="1828800"/>
                </a:moveTo>
                <a:lnTo>
                  <a:pt x="419100" y="1828800"/>
                </a:lnTo>
                <a:lnTo>
                  <a:pt x="419100" y="1866900"/>
                </a:lnTo>
                <a:lnTo>
                  <a:pt x="409575" y="1866900"/>
                </a:lnTo>
                <a:lnTo>
                  <a:pt x="409575" y="1857375"/>
                </a:lnTo>
                <a:lnTo>
                  <a:pt x="400050" y="1857375"/>
                </a:lnTo>
                <a:lnTo>
                  <a:pt x="400050" y="1847850"/>
                </a:lnTo>
                <a:lnTo>
                  <a:pt x="409575" y="1847850"/>
                </a:lnTo>
                <a:close/>
                <a:moveTo>
                  <a:pt x="533400" y="1828800"/>
                </a:moveTo>
                <a:lnTo>
                  <a:pt x="542925" y="1828800"/>
                </a:lnTo>
                <a:lnTo>
                  <a:pt x="542925" y="1838325"/>
                </a:lnTo>
                <a:lnTo>
                  <a:pt x="533400" y="1838325"/>
                </a:lnTo>
                <a:close/>
                <a:moveTo>
                  <a:pt x="552450" y="1828800"/>
                </a:moveTo>
                <a:lnTo>
                  <a:pt x="561975" y="1828800"/>
                </a:lnTo>
                <a:lnTo>
                  <a:pt x="561975" y="1838325"/>
                </a:lnTo>
                <a:lnTo>
                  <a:pt x="552450" y="1838325"/>
                </a:lnTo>
                <a:close/>
                <a:moveTo>
                  <a:pt x="1685925" y="1838325"/>
                </a:moveTo>
                <a:lnTo>
                  <a:pt x="1695450" y="1838325"/>
                </a:lnTo>
                <a:lnTo>
                  <a:pt x="1695450" y="1857375"/>
                </a:lnTo>
                <a:lnTo>
                  <a:pt x="1714500" y="1857375"/>
                </a:lnTo>
                <a:lnTo>
                  <a:pt x="1714500" y="1866900"/>
                </a:lnTo>
                <a:lnTo>
                  <a:pt x="1724025" y="1866900"/>
                </a:lnTo>
                <a:lnTo>
                  <a:pt x="1724025" y="1876425"/>
                </a:lnTo>
                <a:lnTo>
                  <a:pt x="1685925" y="1876425"/>
                </a:lnTo>
                <a:close/>
                <a:moveTo>
                  <a:pt x="257175" y="1847850"/>
                </a:moveTo>
                <a:lnTo>
                  <a:pt x="342900" y="1847850"/>
                </a:lnTo>
                <a:lnTo>
                  <a:pt x="342900" y="1857375"/>
                </a:lnTo>
                <a:lnTo>
                  <a:pt x="257175" y="1857375"/>
                </a:lnTo>
                <a:close/>
                <a:moveTo>
                  <a:pt x="828675" y="1847850"/>
                </a:moveTo>
                <a:lnTo>
                  <a:pt x="838200" y="1847850"/>
                </a:lnTo>
                <a:lnTo>
                  <a:pt x="838200" y="1857375"/>
                </a:lnTo>
                <a:lnTo>
                  <a:pt x="828675" y="1857375"/>
                </a:lnTo>
                <a:close/>
                <a:moveTo>
                  <a:pt x="1095375" y="1847850"/>
                </a:moveTo>
                <a:lnTo>
                  <a:pt x="1104900" y="1847850"/>
                </a:lnTo>
                <a:lnTo>
                  <a:pt x="1104900" y="1857375"/>
                </a:lnTo>
                <a:lnTo>
                  <a:pt x="1114425" y="1857375"/>
                </a:lnTo>
                <a:lnTo>
                  <a:pt x="1114425" y="1876425"/>
                </a:lnTo>
                <a:lnTo>
                  <a:pt x="1104900" y="1876425"/>
                </a:lnTo>
                <a:lnTo>
                  <a:pt x="1104900" y="1885950"/>
                </a:lnTo>
                <a:lnTo>
                  <a:pt x="1085850" y="1885950"/>
                </a:lnTo>
                <a:lnTo>
                  <a:pt x="1085850" y="1857375"/>
                </a:lnTo>
                <a:lnTo>
                  <a:pt x="1095375" y="1857375"/>
                </a:lnTo>
                <a:close/>
                <a:moveTo>
                  <a:pt x="1666875" y="1847850"/>
                </a:moveTo>
                <a:lnTo>
                  <a:pt x="1676400" y="1847850"/>
                </a:lnTo>
                <a:lnTo>
                  <a:pt x="1676400" y="1857375"/>
                </a:lnTo>
                <a:lnTo>
                  <a:pt x="1666875" y="1857375"/>
                </a:lnTo>
                <a:close/>
                <a:moveTo>
                  <a:pt x="942975" y="1857375"/>
                </a:moveTo>
                <a:lnTo>
                  <a:pt x="962025" y="1857375"/>
                </a:lnTo>
                <a:lnTo>
                  <a:pt x="962025" y="1866900"/>
                </a:lnTo>
                <a:lnTo>
                  <a:pt x="981075" y="1866900"/>
                </a:lnTo>
                <a:lnTo>
                  <a:pt x="981075" y="1876425"/>
                </a:lnTo>
                <a:lnTo>
                  <a:pt x="857250" y="1876425"/>
                </a:lnTo>
                <a:lnTo>
                  <a:pt x="857250" y="1866900"/>
                </a:lnTo>
                <a:lnTo>
                  <a:pt x="942975" y="1866900"/>
                </a:lnTo>
                <a:close/>
                <a:moveTo>
                  <a:pt x="1047750" y="1857375"/>
                </a:moveTo>
                <a:lnTo>
                  <a:pt x="1066800" y="1857375"/>
                </a:lnTo>
                <a:lnTo>
                  <a:pt x="1066800" y="1876425"/>
                </a:lnTo>
                <a:lnTo>
                  <a:pt x="1038225" y="1876425"/>
                </a:lnTo>
                <a:lnTo>
                  <a:pt x="1038225" y="1866900"/>
                </a:lnTo>
                <a:lnTo>
                  <a:pt x="1047750" y="1866900"/>
                </a:lnTo>
                <a:close/>
                <a:moveTo>
                  <a:pt x="504825" y="1866900"/>
                </a:moveTo>
                <a:lnTo>
                  <a:pt x="514350" y="1866900"/>
                </a:lnTo>
                <a:lnTo>
                  <a:pt x="514350" y="1876425"/>
                </a:lnTo>
                <a:lnTo>
                  <a:pt x="504825" y="1876425"/>
                </a:lnTo>
                <a:close/>
                <a:moveTo>
                  <a:pt x="838200" y="1866900"/>
                </a:moveTo>
                <a:lnTo>
                  <a:pt x="847725" y="1866900"/>
                </a:lnTo>
                <a:lnTo>
                  <a:pt x="847725" y="1876425"/>
                </a:lnTo>
                <a:lnTo>
                  <a:pt x="838200" y="1876425"/>
                </a:lnTo>
                <a:close/>
                <a:moveTo>
                  <a:pt x="200025" y="1876425"/>
                </a:moveTo>
                <a:lnTo>
                  <a:pt x="209550" y="1876425"/>
                </a:lnTo>
                <a:lnTo>
                  <a:pt x="209550" y="1885950"/>
                </a:lnTo>
                <a:lnTo>
                  <a:pt x="200025" y="1885950"/>
                </a:lnTo>
                <a:close/>
                <a:moveTo>
                  <a:pt x="400050" y="1876425"/>
                </a:moveTo>
                <a:lnTo>
                  <a:pt x="409575" y="1876425"/>
                </a:lnTo>
                <a:lnTo>
                  <a:pt x="409575" y="1885950"/>
                </a:lnTo>
                <a:lnTo>
                  <a:pt x="400050" y="1885950"/>
                </a:lnTo>
                <a:close/>
                <a:moveTo>
                  <a:pt x="1647825" y="1885950"/>
                </a:moveTo>
                <a:lnTo>
                  <a:pt x="1657350" y="1885950"/>
                </a:lnTo>
                <a:lnTo>
                  <a:pt x="1657350" y="1905000"/>
                </a:lnTo>
                <a:lnTo>
                  <a:pt x="1647825" y="1905000"/>
                </a:lnTo>
                <a:lnTo>
                  <a:pt x="1647825" y="1914525"/>
                </a:lnTo>
                <a:lnTo>
                  <a:pt x="1619250" y="1914525"/>
                </a:lnTo>
                <a:lnTo>
                  <a:pt x="1619250" y="1895475"/>
                </a:lnTo>
                <a:lnTo>
                  <a:pt x="1647825" y="1895475"/>
                </a:lnTo>
                <a:close/>
                <a:moveTo>
                  <a:pt x="847725" y="1895475"/>
                </a:moveTo>
                <a:lnTo>
                  <a:pt x="914400" y="1895475"/>
                </a:lnTo>
                <a:lnTo>
                  <a:pt x="914400" y="1905000"/>
                </a:lnTo>
                <a:lnTo>
                  <a:pt x="904875" y="1905000"/>
                </a:lnTo>
                <a:lnTo>
                  <a:pt x="904875" y="1914525"/>
                </a:lnTo>
                <a:lnTo>
                  <a:pt x="895350" y="1914525"/>
                </a:lnTo>
                <a:lnTo>
                  <a:pt x="895350" y="1924050"/>
                </a:lnTo>
                <a:lnTo>
                  <a:pt x="857250" y="1924050"/>
                </a:lnTo>
                <a:lnTo>
                  <a:pt x="857250" y="1933575"/>
                </a:lnTo>
                <a:lnTo>
                  <a:pt x="847725" y="1933575"/>
                </a:lnTo>
                <a:lnTo>
                  <a:pt x="847725" y="1924050"/>
                </a:lnTo>
                <a:lnTo>
                  <a:pt x="838200" y="1924050"/>
                </a:lnTo>
                <a:lnTo>
                  <a:pt x="838200" y="1905000"/>
                </a:lnTo>
                <a:lnTo>
                  <a:pt x="847725" y="1905000"/>
                </a:lnTo>
                <a:close/>
                <a:moveTo>
                  <a:pt x="923925" y="1895475"/>
                </a:moveTo>
                <a:lnTo>
                  <a:pt x="971550" y="1895475"/>
                </a:lnTo>
                <a:lnTo>
                  <a:pt x="971550" y="1905000"/>
                </a:lnTo>
                <a:lnTo>
                  <a:pt x="952500" y="1905000"/>
                </a:lnTo>
                <a:lnTo>
                  <a:pt x="952500" y="1924050"/>
                </a:lnTo>
                <a:lnTo>
                  <a:pt x="914400" y="1924050"/>
                </a:lnTo>
                <a:lnTo>
                  <a:pt x="914400" y="1914525"/>
                </a:lnTo>
                <a:lnTo>
                  <a:pt x="933450" y="1914525"/>
                </a:lnTo>
                <a:lnTo>
                  <a:pt x="933450" y="1905000"/>
                </a:lnTo>
                <a:lnTo>
                  <a:pt x="923925" y="1905000"/>
                </a:lnTo>
                <a:close/>
                <a:moveTo>
                  <a:pt x="981075" y="1895475"/>
                </a:moveTo>
                <a:lnTo>
                  <a:pt x="1019175" y="1895475"/>
                </a:lnTo>
                <a:lnTo>
                  <a:pt x="1019175" y="1905000"/>
                </a:lnTo>
                <a:lnTo>
                  <a:pt x="981075" y="1905000"/>
                </a:lnTo>
                <a:close/>
                <a:moveTo>
                  <a:pt x="1581150" y="1895475"/>
                </a:moveTo>
                <a:lnTo>
                  <a:pt x="1609725" y="1895475"/>
                </a:lnTo>
                <a:lnTo>
                  <a:pt x="1609725" y="1905000"/>
                </a:lnTo>
                <a:lnTo>
                  <a:pt x="1581150" y="1905000"/>
                </a:lnTo>
                <a:close/>
                <a:moveTo>
                  <a:pt x="1704975" y="1895475"/>
                </a:moveTo>
                <a:lnTo>
                  <a:pt x="1714500" y="1895475"/>
                </a:lnTo>
                <a:lnTo>
                  <a:pt x="1714500" y="1905000"/>
                </a:lnTo>
                <a:lnTo>
                  <a:pt x="1704975" y="1905000"/>
                </a:lnTo>
                <a:close/>
                <a:moveTo>
                  <a:pt x="1724025" y="1895475"/>
                </a:moveTo>
                <a:lnTo>
                  <a:pt x="1733550" y="1895475"/>
                </a:lnTo>
                <a:lnTo>
                  <a:pt x="1733550" y="1924050"/>
                </a:lnTo>
                <a:lnTo>
                  <a:pt x="1724025" y="1924050"/>
                </a:lnTo>
                <a:lnTo>
                  <a:pt x="1724025" y="1914525"/>
                </a:lnTo>
                <a:lnTo>
                  <a:pt x="1714500" y="1914525"/>
                </a:lnTo>
                <a:lnTo>
                  <a:pt x="1714500" y="1905000"/>
                </a:lnTo>
                <a:lnTo>
                  <a:pt x="1724025" y="1905000"/>
                </a:lnTo>
                <a:close/>
                <a:moveTo>
                  <a:pt x="1581150" y="1914525"/>
                </a:moveTo>
                <a:lnTo>
                  <a:pt x="1590675" y="1914525"/>
                </a:lnTo>
                <a:lnTo>
                  <a:pt x="1590675" y="1924050"/>
                </a:lnTo>
                <a:lnTo>
                  <a:pt x="1581150" y="1924050"/>
                </a:lnTo>
                <a:close/>
                <a:moveTo>
                  <a:pt x="1600200" y="1914525"/>
                </a:moveTo>
                <a:lnTo>
                  <a:pt x="1609725" y="1914525"/>
                </a:lnTo>
                <a:lnTo>
                  <a:pt x="1609725" y="1933575"/>
                </a:lnTo>
                <a:lnTo>
                  <a:pt x="1600200" y="1933575"/>
                </a:lnTo>
                <a:close/>
                <a:moveTo>
                  <a:pt x="1704975" y="1914525"/>
                </a:moveTo>
                <a:lnTo>
                  <a:pt x="1714500" y="1914525"/>
                </a:lnTo>
                <a:lnTo>
                  <a:pt x="1714500" y="1943100"/>
                </a:lnTo>
                <a:lnTo>
                  <a:pt x="1724025" y="1943100"/>
                </a:lnTo>
                <a:lnTo>
                  <a:pt x="1724025" y="1952625"/>
                </a:lnTo>
                <a:lnTo>
                  <a:pt x="1714500" y="1952625"/>
                </a:lnTo>
                <a:lnTo>
                  <a:pt x="1714500" y="1962150"/>
                </a:lnTo>
                <a:lnTo>
                  <a:pt x="1704975" y="1962150"/>
                </a:lnTo>
                <a:close/>
                <a:moveTo>
                  <a:pt x="828675" y="1924050"/>
                </a:moveTo>
                <a:lnTo>
                  <a:pt x="838200" y="1924050"/>
                </a:lnTo>
                <a:lnTo>
                  <a:pt x="838200" y="1933575"/>
                </a:lnTo>
                <a:lnTo>
                  <a:pt x="828675" y="1933575"/>
                </a:lnTo>
                <a:close/>
                <a:moveTo>
                  <a:pt x="1666875" y="1924050"/>
                </a:moveTo>
                <a:lnTo>
                  <a:pt x="1676400" y="1924050"/>
                </a:lnTo>
                <a:lnTo>
                  <a:pt x="1676400" y="1933575"/>
                </a:lnTo>
                <a:lnTo>
                  <a:pt x="1666875" y="1933575"/>
                </a:lnTo>
                <a:close/>
                <a:moveTo>
                  <a:pt x="504825" y="1933575"/>
                </a:moveTo>
                <a:lnTo>
                  <a:pt x="561975" y="1933575"/>
                </a:lnTo>
                <a:lnTo>
                  <a:pt x="561975" y="1943100"/>
                </a:lnTo>
                <a:lnTo>
                  <a:pt x="504825" y="1943100"/>
                </a:lnTo>
                <a:close/>
                <a:moveTo>
                  <a:pt x="581025" y="1933575"/>
                </a:moveTo>
                <a:lnTo>
                  <a:pt x="590550" y="1933575"/>
                </a:lnTo>
                <a:lnTo>
                  <a:pt x="590550" y="1943100"/>
                </a:lnTo>
                <a:lnTo>
                  <a:pt x="581025" y="1943100"/>
                </a:lnTo>
                <a:close/>
                <a:moveTo>
                  <a:pt x="628650" y="1933575"/>
                </a:moveTo>
                <a:lnTo>
                  <a:pt x="638175" y="1933575"/>
                </a:lnTo>
                <a:lnTo>
                  <a:pt x="638175" y="1943100"/>
                </a:lnTo>
                <a:lnTo>
                  <a:pt x="628650" y="1943100"/>
                </a:lnTo>
                <a:close/>
                <a:moveTo>
                  <a:pt x="666750" y="1933575"/>
                </a:moveTo>
                <a:lnTo>
                  <a:pt x="704850" y="1933575"/>
                </a:lnTo>
                <a:lnTo>
                  <a:pt x="704850" y="1943100"/>
                </a:lnTo>
                <a:lnTo>
                  <a:pt x="666750" y="1943100"/>
                </a:lnTo>
                <a:close/>
                <a:moveTo>
                  <a:pt x="733425" y="1933575"/>
                </a:moveTo>
                <a:lnTo>
                  <a:pt x="742950" y="1933575"/>
                </a:lnTo>
                <a:lnTo>
                  <a:pt x="742950" y="1943100"/>
                </a:lnTo>
                <a:lnTo>
                  <a:pt x="733425" y="1943100"/>
                </a:lnTo>
                <a:close/>
                <a:moveTo>
                  <a:pt x="552450" y="1952625"/>
                </a:moveTo>
                <a:lnTo>
                  <a:pt x="590550" y="1952625"/>
                </a:lnTo>
                <a:lnTo>
                  <a:pt x="590550" y="1962150"/>
                </a:lnTo>
                <a:lnTo>
                  <a:pt x="561975" y="1962150"/>
                </a:lnTo>
                <a:lnTo>
                  <a:pt x="561975" y="1971675"/>
                </a:lnTo>
                <a:lnTo>
                  <a:pt x="533400" y="1971675"/>
                </a:lnTo>
                <a:lnTo>
                  <a:pt x="533400" y="1962150"/>
                </a:lnTo>
                <a:lnTo>
                  <a:pt x="552450" y="1962150"/>
                </a:lnTo>
                <a:close/>
                <a:moveTo>
                  <a:pt x="609600" y="1952625"/>
                </a:moveTo>
                <a:lnTo>
                  <a:pt x="638175" y="1952625"/>
                </a:lnTo>
                <a:lnTo>
                  <a:pt x="638175" y="1962150"/>
                </a:lnTo>
                <a:lnTo>
                  <a:pt x="609600" y="1962150"/>
                </a:lnTo>
                <a:close/>
                <a:moveTo>
                  <a:pt x="933450" y="1952625"/>
                </a:moveTo>
                <a:lnTo>
                  <a:pt x="952500" y="1952625"/>
                </a:lnTo>
                <a:lnTo>
                  <a:pt x="952500" y="1962150"/>
                </a:lnTo>
                <a:lnTo>
                  <a:pt x="933450" y="1962150"/>
                </a:lnTo>
                <a:close/>
                <a:moveTo>
                  <a:pt x="1552575" y="1962150"/>
                </a:moveTo>
                <a:lnTo>
                  <a:pt x="1562100" y="1962150"/>
                </a:lnTo>
                <a:lnTo>
                  <a:pt x="1562100" y="1971675"/>
                </a:lnTo>
                <a:lnTo>
                  <a:pt x="1552575" y="1971675"/>
                </a:lnTo>
                <a:close/>
                <a:moveTo>
                  <a:pt x="152400" y="1971675"/>
                </a:moveTo>
                <a:lnTo>
                  <a:pt x="161925" y="1971675"/>
                </a:lnTo>
                <a:lnTo>
                  <a:pt x="161925" y="2009775"/>
                </a:lnTo>
                <a:lnTo>
                  <a:pt x="142875" y="2009775"/>
                </a:lnTo>
                <a:lnTo>
                  <a:pt x="142875" y="1981200"/>
                </a:lnTo>
                <a:lnTo>
                  <a:pt x="152400" y="1981200"/>
                </a:lnTo>
                <a:close/>
                <a:moveTo>
                  <a:pt x="619125" y="1971675"/>
                </a:moveTo>
                <a:lnTo>
                  <a:pt x="628650" y="1971675"/>
                </a:lnTo>
                <a:lnTo>
                  <a:pt x="628650" y="1981200"/>
                </a:lnTo>
                <a:lnTo>
                  <a:pt x="619125" y="1981200"/>
                </a:lnTo>
                <a:close/>
                <a:moveTo>
                  <a:pt x="914400" y="1971675"/>
                </a:moveTo>
                <a:lnTo>
                  <a:pt x="942975" y="1971675"/>
                </a:lnTo>
                <a:lnTo>
                  <a:pt x="942975" y="1981200"/>
                </a:lnTo>
                <a:lnTo>
                  <a:pt x="914400" y="1981200"/>
                </a:lnTo>
                <a:close/>
                <a:moveTo>
                  <a:pt x="1514475" y="1971675"/>
                </a:moveTo>
                <a:lnTo>
                  <a:pt x="1524000" y="1971675"/>
                </a:lnTo>
                <a:lnTo>
                  <a:pt x="1524000" y="1981200"/>
                </a:lnTo>
                <a:lnTo>
                  <a:pt x="1514475" y="1981200"/>
                </a:lnTo>
                <a:close/>
                <a:moveTo>
                  <a:pt x="819150" y="1981200"/>
                </a:moveTo>
                <a:lnTo>
                  <a:pt x="847725" y="1981200"/>
                </a:lnTo>
                <a:lnTo>
                  <a:pt x="847725" y="1990725"/>
                </a:lnTo>
                <a:lnTo>
                  <a:pt x="819150" y="1990725"/>
                </a:lnTo>
                <a:close/>
                <a:moveTo>
                  <a:pt x="1295400" y="2000250"/>
                </a:moveTo>
                <a:lnTo>
                  <a:pt x="1304925" y="2000250"/>
                </a:lnTo>
                <a:lnTo>
                  <a:pt x="1304925" y="2009775"/>
                </a:lnTo>
                <a:lnTo>
                  <a:pt x="1295400" y="2009775"/>
                </a:lnTo>
                <a:close/>
                <a:moveTo>
                  <a:pt x="1485900" y="2000250"/>
                </a:moveTo>
                <a:lnTo>
                  <a:pt x="1495425" y="2000250"/>
                </a:lnTo>
                <a:lnTo>
                  <a:pt x="1495425" y="2028825"/>
                </a:lnTo>
                <a:lnTo>
                  <a:pt x="1485900" y="2028825"/>
                </a:lnTo>
                <a:close/>
                <a:moveTo>
                  <a:pt x="1562100" y="2000250"/>
                </a:moveTo>
                <a:lnTo>
                  <a:pt x="1590675" y="2000250"/>
                </a:lnTo>
                <a:lnTo>
                  <a:pt x="1590675" y="2009775"/>
                </a:lnTo>
                <a:lnTo>
                  <a:pt x="1581150" y="2009775"/>
                </a:lnTo>
                <a:lnTo>
                  <a:pt x="1581150" y="2019300"/>
                </a:lnTo>
                <a:lnTo>
                  <a:pt x="1562100" y="2019300"/>
                </a:lnTo>
                <a:close/>
                <a:moveTo>
                  <a:pt x="1733550" y="2000250"/>
                </a:moveTo>
                <a:lnTo>
                  <a:pt x="1743075" y="2000250"/>
                </a:lnTo>
                <a:lnTo>
                  <a:pt x="1743075" y="2009775"/>
                </a:lnTo>
                <a:lnTo>
                  <a:pt x="1733550" y="2009775"/>
                </a:lnTo>
                <a:close/>
                <a:moveTo>
                  <a:pt x="647700" y="2019300"/>
                </a:moveTo>
                <a:lnTo>
                  <a:pt x="657225" y="2019300"/>
                </a:lnTo>
                <a:lnTo>
                  <a:pt x="657225" y="2028825"/>
                </a:lnTo>
                <a:lnTo>
                  <a:pt x="647700" y="2028825"/>
                </a:lnTo>
                <a:close/>
                <a:moveTo>
                  <a:pt x="1381125" y="2019300"/>
                </a:moveTo>
                <a:lnTo>
                  <a:pt x="1400175" y="2019300"/>
                </a:lnTo>
                <a:lnTo>
                  <a:pt x="1400175" y="2028825"/>
                </a:lnTo>
                <a:lnTo>
                  <a:pt x="1381125" y="2028825"/>
                </a:lnTo>
                <a:close/>
                <a:moveTo>
                  <a:pt x="238125" y="2028825"/>
                </a:moveTo>
                <a:lnTo>
                  <a:pt x="247650" y="2028825"/>
                </a:lnTo>
                <a:lnTo>
                  <a:pt x="247650" y="2038350"/>
                </a:lnTo>
                <a:lnTo>
                  <a:pt x="238125" y="2038350"/>
                </a:lnTo>
                <a:close/>
                <a:moveTo>
                  <a:pt x="371475" y="2028825"/>
                </a:moveTo>
                <a:lnTo>
                  <a:pt x="390525" y="2028825"/>
                </a:lnTo>
                <a:lnTo>
                  <a:pt x="390525" y="2038350"/>
                </a:lnTo>
                <a:lnTo>
                  <a:pt x="400050" y="2038350"/>
                </a:lnTo>
                <a:lnTo>
                  <a:pt x="400050" y="2057400"/>
                </a:lnTo>
                <a:lnTo>
                  <a:pt x="409575" y="2057400"/>
                </a:lnTo>
                <a:lnTo>
                  <a:pt x="409575" y="2076450"/>
                </a:lnTo>
                <a:lnTo>
                  <a:pt x="400050" y="2076450"/>
                </a:lnTo>
                <a:lnTo>
                  <a:pt x="400050" y="2085975"/>
                </a:lnTo>
                <a:lnTo>
                  <a:pt x="371475" y="2085975"/>
                </a:lnTo>
                <a:lnTo>
                  <a:pt x="371475" y="2066925"/>
                </a:lnTo>
                <a:lnTo>
                  <a:pt x="361950" y="2066925"/>
                </a:lnTo>
                <a:lnTo>
                  <a:pt x="361950" y="2038350"/>
                </a:lnTo>
                <a:lnTo>
                  <a:pt x="371475" y="2038350"/>
                </a:lnTo>
                <a:close/>
                <a:moveTo>
                  <a:pt x="466725" y="2028825"/>
                </a:moveTo>
                <a:lnTo>
                  <a:pt x="485775" y="2028825"/>
                </a:lnTo>
                <a:lnTo>
                  <a:pt x="485775" y="2038350"/>
                </a:lnTo>
                <a:lnTo>
                  <a:pt x="476250" y="2038350"/>
                </a:lnTo>
                <a:lnTo>
                  <a:pt x="476250" y="2057400"/>
                </a:lnTo>
                <a:lnTo>
                  <a:pt x="457200" y="2057400"/>
                </a:lnTo>
                <a:lnTo>
                  <a:pt x="457200" y="2038350"/>
                </a:lnTo>
                <a:lnTo>
                  <a:pt x="466725" y="2038350"/>
                </a:lnTo>
                <a:close/>
                <a:moveTo>
                  <a:pt x="676275" y="2028825"/>
                </a:moveTo>
                <a:lnTo>
                  <a:pt x="685800" y="2028825"/>
                </a:lnTo>
                <a:lnTo>
                  <a:pt x="685800" y="2038350"/>
                </a:lnTo>
                <a:lnTo>
                  <a:pt x="676275" y="2038350"/>
                </a:lnTo>
                <a:close/>
                <a:moveTo>
                  <a:pt x="666750" y="2038350"/>
                </a:moveTo>
                <a:lnTo>
                  <a:pt x="676275" y="2038350"/>
                </a:lnTo>
                <a:lnTo>
                  <a:pt x="676275" y="2047875"/>
                </a:lnTo>
                <a:lnTo>
                  <a:pt x="666750" y="2047875"/>
                </a:lnTo>
                <a:close/>
                <a:moveTo>
                  <a:pt x="1123950" y="2038350"/>
                </a:moveTo>
                <a:lnTo>
                  <a:pt x="1143000" y="2038350"/>
                </a:lnTo>
                <a:lnTo>
                  <a:pt x="1143000" y="2047875"/>
                </a:lnTo>
                <a:lnTo>
                  <a:pt x="1133475" y="2047875"/>
                </a:lnTo>
                <a:lnTo>
                  <a:pt x="1133475" y="2066925"/>
                </a:lnTo>
                <a:lnTo>
                  <a:pt x="1123950" y="2066925"/>
                </a:lnTo>
                <a:close/>
                <a:moveTo>
                  <a:pt x="257175" y="2047875"/>
                </a:moveTo>
                <a:lnTo>
                  <a:pt x="285750" y="2047875"/>
                </a:lnTo>
                <a:lnTo>
                  <a:pt x="285750" y="2076450"/>
                </a:lnTo>
                <a:lnTo>
                  <a:pt x="276225" y="2076450"/>
                </a:lnTo>
                <a:lnTo>
                  <a:pt x="276225" y="2085975"/>
                </a:lnTo>
                <a:lnTo>
                  <a:pt x="219075" y="2085975"/>
                </a:lnTo>
                <a:lnTo>
                  <a:pt x="219075" y="2076450"/>
                </a:lnTo>
                <a:lnTo>
                  <a:pt x="238125" y="2076450"/>
                </a:lnTo>
                <a:lnTo>
                  <a:pt x="238125" y="2057400"/>
                </a:lnTo>
                <a:lnTo>
                  <a:pt x="257175" y="2057400"/>
                </a:lnTo>
                <a:close/>
                <a:moveTo>
                  <a:pt x="323850" y="2047875"/>
                </a:moveTo>
                <a:lnTo>
                  <a:pt x="333375" y="2047875"/>
                </a:lnTo>
                <a:lnTo>
                  <a:pt x="333375" y="2066925"/>
                </a:lnTo>
                <a:lnTo>
                  <a:pt x="323850" y="2066925"/>
                </a:lnTo>
                <a:close/>
                <a:moveTo>
                  <a:pt x="1714500" y="2066925"/>
                </a:moveTo>
                <a:lnTo>
                  <a:pt x="1724025" y="2066925"/>
                </a:lnTo>
                <a:lnTo>
                  <a:pt x="1724025" y="2076450"/>
                </a:lnTo>
                <a:lnTo>
                  <a:pt x="1733550" y="2076450"/>
                </a:lnTo>
                <a:lnTo>
                  <a:pt x="1733550" y="2105025"/>
                </a:lnTo>
                <a:lnTo>
                  <a:pt x="1724025" y="2105025"/>
                </a:lnTo>
                <a:lnTo>
                  <a:pt x="1724025" y="2114550"/>
                </a:lnTo>
                <a:lnTo>
                  <a:pt x="1733550" y="2114550"/>
                </a:lnTo>
                <a:lnTo>
                  <a:pt x="1733550" y="2124075"/>
                </a:lnTo>
                <a:lnTo>
                  <a:pt x="1724025" y="2124075"/>
                </a:lnTo>
                <a:lnTo>
                  <a:pt x="1724025" y="2133600"/>
                </a:lnTo>
                <a:lnTo>
                  <a:pt x="1714500" y="2133600"/>
                </a:lnTo>
                <a:lnTo>
                  <a:pt x="1714500" y="2124075"/>
                </a:lnTo>
                <a:lnTo>
                  <a:pt x="1704975" y="2124075"/>
                </a:lnTo>
                <a:lnTo>
                  <a:pt x="1704975" y="2114550"/>
                </a:lnTo>
                <a:lnTo>
                  <a:pt x="1714500" y="2114550"/>
                </a:lnTo>
                <a:lnTo>
                  <a:pt x="1714500" y="2105025"/>
                </a:lnTo>
                <a:lnTo>
                  <a:pt x="1704975" y="2105025"/>
                </a:lnTo>
                <a:lnTo>
                  <a:pt x="1704975" y="2085975"/>
                </a:lnTo>
                <a:lnTo>
                  <a:pt x="1714500" y="2085975"/>
                </a:lnTo>
                <a:close/>
                <a:moveTo>
                  <a:pt x="1676400" y="2085975"/>
                </a:moveTo>
                <a:lnTo>
                  <a:pt x="1695450" y="2085975"/>
                </a:lnTo>
                <a:lnTo>
                  <a:pt x="1695450" y="2105025"/>
                </a:lnTo>
                <a:lnTo>
                  <a:pt x="1685925" y="2105025"/>
                </a:lnTo>
                <a:lnTo>
                  <a:pt x="1685925" y="2095500"/>
                </a:lnTo>
                <a:lnTo>
                  <a:pt x="1676400" y="2095500"/>
                </a:lnTo>
                <a:close/>
                <a:moveTo>
                  <a:pt x="295275" y="2105025"/>
                </a:moveTo>
                <a:lnTo>
                  <a:pt x="314325" y="2105025"/>
                </a:lnTo>
                <a:lnTo>
                  <a:pt x="314325" y="2114550"/>
                </a:lnTo>
                <a:lnTo>
                  <a:pt x="295275" y="2114550"/>
                </a:lnTo>
                <a:close/>
                <a:moveTo>
                  <a:pt x="742950" y="2105025"/>
                </a:moveTo>
                <a:lnTo>
                  <a:pt x="752475" y="2105025"/>
                </a:lnTo>
                <a:lnTo>
                  <a:pt x="752475" y="2114550"/>
                </a:lnTo>
                <a:lnTo>
                  <a:pt x="742950" y="2114550"/>
                </a:lnTo>
                <a:close/>
                <a:moveTo>
                  <a:pt x="809625" y="2105025"/>
                </a:moveTo>
                <a:lnTo>
                  <a:pt x="828675" y="2105025"/>
                </a:lnTo>
                <a:lnTo>
                  <a:pt x="828675" y="2114550"/>
                </a:lnTo>
                <a:lnTo>
                  <a:pt x="809625" y="2114550"/>
                </a:lnTo>
                <a:close/>
                <a:moveTo>
                  <a:pt x="971550" y="2105025"/>
                </a:moveTo>
                <a:lnTo>
                  <a:pt x="981075" y="2105025"/>
                </a:lnTo>
                <a:lnTo>
                  <a:pt x="981075" y="2114550"/>
                </a:lnTo>
                <a:lnTo>
                  <a:pt x="971550" y="2114550"/>
                </a:lnTo>
                <a:close/>
                <a:moveTo>
                  <a:pt x="1152525" y="2105025"/>
                </a:moveTo>
                <a:lnTo>
                  <a:pt x="1190625" y="2105025"/>
                </a:lnTo>
                <a:lnTo>
                  <a:pt x="1190625" y="2114550"/>
                </a:lnTo>
                <a:lnTo>
                  <a:pt x="1152525" y="2114550"/>
                </a:lnTo>
                <a:close/>
                <a:moveTo>
                  <a:pt x="1200150" y="2105025"/>
                </a:moveTo>
                <a:lnTo>
                  <a:pt x="1238250" y="2105025"/>
                </a:lnTo>
                <a:lnTo>
                  <a:pt x="1238250" y="2114550"/>
                </a:lnTo>
                <a:lnTo>
                  <a:pt x="1200150" y="2114550"/>
                </a:lnTo>
                <a:close/>
                <a:moveTo>
                  <a:pt x="1666875" y="2105025"/>
                </a:moveTo>
                <a:lnTo>
                  <a:pt x="1676400" y="2105025"/>
                </a:lnTo>
                <a:lnTo>
                  <a:pt x="1676400" y="2114550"/>
                </a:lnTo>
                <a:lnTo>
                  <a:pt x="1666875" y="2114550"/>
                </a:lnTo>
                <a:close/>
                <a:moveTo>
                  <a:pt x="257175" y="2114550"/>
                </a:moveTo>
                <a:lnTo>
                  <a:pt x="295275" y="2114550"/>
                </a:lnTo>
                <a:lnTo>
                  <a:pt x="295275" y="2124075"/>
                </a:lnTo>
                <a:lnTo>
                  <a:pt x="285750" y="2124075"/>
                </a:lnTo>
                <a:lnTo>
                  <a:pt x="285750" y="2133600"/>
                </a:lnTo>
                <a:lnTo>
                  <a:pt x="276225" y="2133600"/>
                </a:lnTo>
                <a:lnTo>
                  <a:pt x="276225" y="2124075"/>
                </a:lnTo>
                <a:lnTo>
                  <a:pt x="257175" y="2124075"/>
                </a:lnTo>
                <a:close/>
                <a:moveTo>
                  <a:pt x="342900" y="2114550"/>
                </a:moveTo>
                <a:lnTo>
                  <a:pt x="352425" y="2114550"/>
                </a:lnTo>
                <a:lnTo>
                  <a:pt x="352425" y="2124075"/>
                </a:lnTo>
                <a:lnTo>
                  <a:pt x="342900" y="2124075"/>
                </a:lnTo>
                <a:close/>
                <a:moveTo>
                  <a:pt x="361950" y="2114550"/>
                </a:moveTo>
                <a:lnTo>
                  <a:pt x="371475" y="2114550"/>
                </a:lnTo>
                <a:lnTo>
                  <a:pt x="371475" y="2124075"/>
                </a:lnTo>
                <a:lnTo>
                  <a:pt x="361950" y="2124075"/>
                </a:lnTo>
                <a:close/>
                <a:moveTo>
                  <a:pt x="438150" y="2114550"/>
                </a:moveTo>
                <a:lnTo>
                  <a:pt x="457200" y="2114550"/>
                </a:lnTo>
                <a:lnTo>
                  <a:pt x="457200" y="2124075"/>
                </a:lnTo>
                <a:lnTo>
                  <a:pt x="438150" y="2124075"/>
                </a:lnTo>
                <a:close/>
                <a:moveTo>
                  <a:pt x="619125" y="2114550"/>
                </a:moveTo>
                <a:lnTo>
                  <a:pt x="628650" y="2114550"/>
                </a:lnTo>
                <a:lnTo>
                  <a:pt x="628650" y="2124075"/>
                </a:lnTo>
                <a:lnTo>
                  <a:pt x="619125" y="2124075"/>
                </a:lnTo>
                <a:close/>
                <a:moveTo>
                  <a:pt x="704850" y="2133600"/>
                </a:moveTo>
                <a:lnTo>
                  <a:pt x="723900" y="2133600"/>
                </a:lnTo>
                <a:lnTo>
                  <a:pt x="723900" y="2152650"/>
                </a:lnTo>
                <a:lnTo>
                  <a:pt x="704850" y="2152650"/>
                </a:lnTo>
                <a:lnTo>
                  <a:pt x="704850" y="2162175"/>
                </a:lnTo>
                <a:lnTo>
                  <a:pt x="695325" y="2162175"/>
                </a:lnTo>
                <a:lnTo>
                  <a:pt x="695325" y="2152650"/>
                </a:lnTo>
                <a:lnTo>
                  <a:pt x="685800" y="2152650"/>
                </a:lnTo>
                <a:lnTo>
                  <a:pt x="685800" y="2143125"/>
                </a:lnTo>
                <a:lnTo>
                  <a:pt x="704850" y="2143125"/>
                </a:lnTo>
                <a:close/>
                <a:moveTo>
                  <a:pt x="1123950" y="2133600"/>
                </a:moveTo>
                <a:lnTo>
                  <a:pt x="1143000" y="2133600"/>
                </a:lnTo>
                <a:lnTo>
                  <a:pt x="1143000" y="2162175"/>
                </a:lnTo>
                <a:lnTo>
                  <a:pt x="1133475" y="2162175"/>
                </a:lnTo>
                <a:lnTo>
                  <a:pt x="1133475" y="2152650"/>
                </a:lnTo>
                <a:lnTo>
                  <a:pt x="1123950" y="2152650"/>
                </a:lnTo>
                <a:close/>
                <a:moveTo>
                  <a:pt x="1247775" y="2133600"/>
                </a:moveTo>
                <a:lnTo>
                  <a:pt x="1276350" y="2133600"/>
                </a:lnTo>
                <a:lnTo>
                  <a:pt x="1276350" y="2152650"/>
                </a:lnTo>
                <a:lnTo>
                  <a:pt x="1257300" y="2152650"/>
                </a:lnTo>
                <a:lnTo>
                  <a:pt x="1257300" y="2143125"/>
                </a:lnTo>
                <a:lnTo>
                  <a:pt x="1247775" y="2143125"/>
                </a:lnTo>
                <a:close/>
                <a:moveTo>
                  <a:pt x="1323975" y="2133600"/>
                </a:moveTo>
                <a:lnTo>
                  <a:pt x="1333500" y="2133600"/>
                </a:lnTo>
                <a:lnTo>
                  <a:pt x="1333500" y="2143125"/>
                </a:lnTo>
                <a:lnTo>
                  <a:pt x="1323975" y="2143125"/>
                </a:lnTo>
                <a:close/>
                <a:moveTo>
                  <a:pt x="1724025" y="2133600"/>
                </a:moveTo>
                <a:lnTo>
                  <a:pt x="1733550" y="2133600"/>
                </a:lnTo>
                <a:lnTo>
                  <a:pt x="1733550" y="2143125"/>
                </a:lnTo>
                <a:lnTo>
                  <a:pt x="1743075" y="2143125"/>
                </a:lnTo>
                <a:lnTo>
                  <a:pt x="1743075" y="2152650"/>
                </a:lnTo>
                <a:lnTo>
                  <a:pt x="1733550" y="2152650"/>
                </a:lnTo>
                <a:lnTo>
                  <a:pt x="1733550" y="2162175"/>
                </a:lnTo>
                <a:lnTo>
                  <a:pt x="1714500" y="2162175"/>
                </a:lnTo>
                <a:lnTo>
                  <a:pt x="1714500" y="2143125"/>
                </a:lnTo>
                <a:lnTo>
                  <a:pt x="1724025" y="2143125"/>
                </a:lnTo>
                <a:close/>
                <a:moveTo>
                  <a:pt x="819150" y="2143125"/>
                </a:moveTo>
                <a:lnTo>
                  <a:pt x="857250" y="2143125"/>
                </a:lnTo>
                <a:lnTo>
                  <a:pt x="857250" y="2152650"/>
                </a:lnTo>
                <a:lnTo>
                  <a:pt x="847725" y="2152650"/>
                </a:lnTo>
                <a:lnTo>
                  <a:pt x="847725" y="2162175"/>
                </a:lnTo>
                <a:lnTo>
                  <a:pt x="819150" y="2162175"/>
                </a:lnTo>
                <a:close/>
                <a:moveTo>
                  <a:pt x="866775" y="2143125"/>
                </a:moveTo>
                <a:lnTo>
                  <a:pt x="885825" y="2143125"/>
                </a:lnTo>
                <a:lnTo>
                  <a:pt x="885825" y="2162175"/>
                </a:lnTo>
                <a:lnTo>
                  <a:pt x="857250" y="2162175"/>
                </a:lnTo>
                <a:lnTo>
                  <a:pt x="857250" y="2152650"/>
                </a:lnTo>
                <a:lnTo>
                  <a:pt x="866775" y="2152650"/>
                </a:lnTo>
                <a:close/>
                <a:moveTo>
                  <a:pt x="1047750" y="2143125"/>
                </a:moveTo>
                <a:lnTo>
                  <a:pt x="1057275" y="2143125"/>
                </a:lnTo>
                <a:lnTo>
                  <a:pt x="1057275" y="2152650"/>
                </a:lnTo>
                <a:lnTo>
                  <a:pt x="1047750" y="2152650"/>
                </a:lnTo>
                <a:close/>
                <a:moveTo>
                  <a:pt x="1333500" y="2143125"/>
                </a:moveTo>
                <a:lnTo>
                  <a:pt x="1381125" y="2143125"/>
                </a:lnTo>
                <a:lnTo>
                  <a:pt x="1381125" y="2152650"/>
                </a:lnTo>
                <a:lnTo>
                  <a:pt x="1371600" y="2152650"/>
                </a:lnTo>
                <a:lnTo>
                  <a:pt x="1371600" y="2162175"/>
                </a:lnTo>
                <a:lnTo>
                  <a:pt x="1343025" y="2162175"/>
                </a:lnTo>
                <a:lnTo>
                  <a:pt x="1343025" y="2152650"/>
                </a:lnTo>
                <a:lnTo>
                  <a:pt x="1333500" y="2152650"/>
                </a:lnTo>
                <a:close/>
                <a:moveTo>
                  <a:pt x="1524000" y="2143125"/>
                </a:moveTo>
                <a:lnTo>
                  <a:pt x="1533525" y="2143125"/>
                </a:lnTo>
                <a:lnTo>
                  <a:pt x="1533525" y="2152650"/>
                </a:lnTo>
                <a:lnTo>
                  <a:pt x="1524000" y="2152650"/>
                </a:lnTo>
                <a:close/>
                <a:moveTo>
                  <a:pt x="238125" y="2152650"/>
                </a:moveTo>
                <a:lnTo>
                  <a:pt x="266700" y="2152650"/>
                </a:lnTo>
                <a:lnTo>
                  <a:pt x="266700" y="2162175"/>
                </a:lnTo>
                <a:lnTo>
                  <a:pt x="238125" y="2162175"/>
                </a:lnTo>
                <a:close/>
                <a:moveTo>
                  <a:pt x="561975" y="2152650"/>
                </a:moveTo>
                <a:lnTo>
                  <a:pt x="571500" y="2152650"/>
                </a:lnTo>
                <a:lnTo>
                  <a:pt x="571500" y="2162175"/>
                </a:lnTo>
                <a:lnTo>
                  <a:pt x="561975" y="2162175"/>
                </a:lnTo>
                <a:close/>
                <a:moveTo>
                  <a:pt x="619125" y="2152650"/>
                </a:moveTo>
                <a:lnTo>
                  <a:pt x="638175" y="2152650"/>
                </a:lnTo>
                <a:lnTo>
                  <a:pt x="638175" y="2162175"/>
                </a:lnTo>
                <a:lnTo>
                  <a:pt x="619125" y="2162175"/>
                </a:lnTo>
                <a:close/>
                <a:moveTo>
                  <a:pt x="657225" y="2152650"/>
                </a:moveTo>
                <a:lnTo>
                  <a:pt x="666750" y="2152650"/>
                </a:lnTo>
                <a:lnTo>
                  <a:pt x="666750" y="2162175"/>
                </a:lnTo>
                <a:lnTo>
                  <a:pt x="657225" y="2162175"/>
                </a:lnTo>
                <a:close/>
                <a:moveTo>
                  <a:pt x="733425" y="2152650"/>
                </a:moveTo>
                <a:lnTo>
                  <a:pt x="781050" y="2152650"/>
                </a:lnTo>
                <a:lnTo>
                  <a:pt x="781050" y="2162175"/>
                </a:lnTo>
                <a:lnTo>
                  <a:pt x="771525" y="2162175"/>
                </a:lnTo>
                <a:lnTo>
                  <a:pt x="771525" y="2171700"/>
                </a:lnTo>
                <a:lnTo>
                  <a:pt x="752475" y="2171700"/>
                </a:lnTo>
                <a:lnTo>
                  <a:pt x="752475" y="2181225"/>
                </a:lnTo>
                <a:lnTo>
                  <a:pt x="742950" y="2181225"/>
                </a:lnTo>
                <a:lnTo>
                  <a:pt x="742950" y="2190750"/>
                </a:lnTo>
                <a:lnTo>
                  <a:pt x="723900" y="2190750"/>
                </a:lnTo>
                <a:lnTo>
                  <a:pt x="723900" y="2181225"/>
                </a:lnTo>
                <a:lnTo>
                  <a:pt x="733425" y="2181225"/>
                </a:lnTo>
                <a:close/>
                <a:moveTo>
                  <a:pt x="1733550" y="2162175"/>
                </a:moveTo>
                <a:lnTo>
                  <a:pt x="1743075" y="2162175"/>
                </a:lnTo>
                <a:lnTo>
                  <a:pt x="1743075" y="2171700"/>
                </a:lnTo>
                <a:lnTo>
                  <a:pt x="1733550" y="2171700"/>
                </a:lnTo>
                <a:close/>
                <a:moveTo>
                  <a:pt x="485775" y="2181225"/>
                </a:moveTo>
                <a:lnTo>
                  <a:pt x="533400" y="2181225"/>
                </a:lnTo>
                <a:lnTo>
                  <a:pt x="533400" y="2228850"/>
                </a:lnTo>
                <a:lnTo>
                  <a:pt x="495300" y="2228850"/>
                </a:lnTo>
                <a:lnTo>
                  <a:pt x="495300" y="2209800"/>
                </a:lnTo>
                <a:lnTo>
                  <a:pt x="485775" y="2209800"/>
                </a:lnTo>
                <a:close/>
                <a:moveTo>
                  <a:pt x="561975" y="2181225"/>
                </a:moveTo>
                <a:lnTo>
                  <a:pt x="571500" y="2181225"/>
                </a:lnTo>
                <a:lnTo>
                  <a:pt x="571500" y="2200275"/>
                </a:lnTo>
                <a:lnTo>
                  <a:pt x="561975" y="2200275"/>
                </a:lnTo>
                <a:close/>
                <a:moveTo>
                  <a:pt x="1333500" y="2181225"/>
                </a:moveTo>
                <a:lnTo>
                  <a:pt x="1352550" y="2181225"/>
                </a:lnTo>
                <a:lnTo>
                  <a:pt x="1352550" y="2209800"/>
                </a:lnTo>
                <a:lnTo>
                  <a:pt x="1333500" y="2209800"/>
                </a:lnTo>
                <a:close/>
                <a:moveTo>
                  <a:pt x="714375" y="2190750"/>
                </a:moveTo>
                <a:lnTo>
                  <a:pt x="723900" y="2190750"/>
                </a:lnTo>
                <a:lnTo>
                  <a:pt x="723900" y="2219325"/>
                </a:lnTo>
                <a:lnTo>
                  <a:pt x="714375" y="2219325"/>
                </a:lnTo>
                <a:close/>
                <a:moveTo>
                  <a:pt x="266700" y="2200275"/>
                </a:moveTo>
                <a:lnTo>
                  <a:pt x="304800" y="2200275"/>
                </a:lnTo>
                <a:lnTo>
                  <a:pt x="304800" y="2209800"/>
                </a:lnTo>
                <a:lnTo>
                  <a:pt x="266700" y="2209800"/>
                </a:lnTo>
                <a:close/>
                <a:moveTo>
                  <a:pt x="628650" y="2200275"/>
                </a:moveTo>
                <a:lnTo>
                  <a:pt x="638175" y="2200275"/>
                </a:lnTo>
                <a:lnTo>
                  <a:pt x="638175" y="2209800"/>
                </a:lnTo>
                <a:lnTo>
                  <a:pt x="628650" y="2209800"/>
                </a:lnTo>
                <a:close/>
                <a:moveTo>
                  <a:pt x="1000125" y="2200275"/>
                </a:moveTo>
                <a:lnTo>
                  <a:pt x="1009650" y="2200275"/>
                </a:lnTo>
                <a:lnTo>
                  <a:pt x="1009650" y="2209800"/>
                </a:lnTo>
                <a:lnTo>
                  <a:pt x="1000125" y="2209800"/>
                </a:lnTo>
                <a:close/>
                <a:moveTo>
                  <a:pt x="371475" y="2209800"/>
                </a:moveTo>
                <a:lnTo>
                  <a:pt x="390525" y="2209800"/>
                </a:lnTo>
                <a:lnTo>
                  <a:pt x="390525" y="2219325"/>
                </a:lnTo>
                <a:lnTo>
                  <a:pt x="381000" y="2219325"/>
                </a:lnTo>
                <a:lnTo>
                  <a:pt x="381000" y="2238375"/>
                </a:lnTo>
                <a:lnTo>
                  <a:pt x="371475" y="2238375"/>
                </a:lnTo>
                <a:close/>
                <a:moveTo>
                  <a:pt x="619125" y="2209800"/>
                </a:moveTo>
                <a:lnTo>
                  <a:pt x="628650" y="2209800"/>
                </a:lnTo>
                <a:lnTo>
                  <a:pt x="628650" y="2219325"/>
                </a:lnTo>
                <a:lnTo>
                  <a:pt x="647700" y="2219325"/>
                </a:lnTo>
                <a:lnTo>
                  <a:pt x="647700" y="2238375"/>
                </a:lnTo>
                <a:lnTo>
                  <a:pt x="628650" y="2238375"/>
                </a:lnTo>
                <a:lnTo>
                  <a:pt x="628650" y="2228850"/>
                </a:lnTo>
                <a:lnTo>
                  <a:pt x="600075" y="2228850"/>
                </a:lnTo>
                <a:lnTo>
                  <a:pt x="600075" y="2219325"/>
                </a:lnTo>
                <a:lnTo>
                  <a:pt x="619125" y="2219325"/>
                </a:lnTo>
                <a:close/>
                <a:moveTo>
                  <a:pt x="676275" y="2209800"/>
                </a:moveTo>
                <a:lnTo>
                  <a:pt x="685800" y="2209800"/>
                </a:lnTo>
                <a:lnTo>
                  <a:pt x="685800" y="2219325"/>
                </a:lnTo>
                <a:lnTo>
                  <a:pt x="676275" y="2219325"/>
                </a:lnTo>
                <a:close/>
                <a:moveTo>
                  <a:pt x="1133475" y="2209800"/>
                </a:moveTo>
                <a:lnTo>
                  <a:pt x="1143000" y="2209800"/>
                </a:lnTo>
                <a:lnTo>
                  <a:pt x="1143000" y="2238375"/>
                </a:lnTo>
                <a:lnTo>
                  <a:pt x="1133475" y="2238375"/>
                </a:lnTo>
                <a:lnTo>
                  <a:pt x="1133475" y="2247900"/>
                </a:lnTo>
                <a:lnTo>
                  <a:pt x="1123950" y="2247900"/>
                </a:lnTo>
                <a:lnTo>
                  <a:pt x="1123950" y="2238375"/>
                </a:lnTo>
                <a:lnTo>
                  <a:pt x="1114425" y="2238375"/>
                </a:lnTo>
                <a:lnTo>
                  <a:pt x="1114425" y="2228850"/>
                </a:lnTo>
                <a:lnTo>
                  <a:pt x="1123950" y="2228850"/>
                </a:lnTo>
                <a:lnTo>
                  <a:pt x="1123950" y="2219325"/>
                </a:lnTo>
                <a:lnTo>
                  <a:pt x="1133475" y="2219325"/>
                </a:lnTo>
                <a:close/>
                <a:moveTo>
                  <a:pt x="666750" y="2219325"/>
                </a:moveTo>
                <a:lnTo>
                  <a:pt x="676275" y="2219325"/>
                </a:lnTo>
                <a:lnTo>
                  <a:pt x="676275" y="2228850"/>
                </a:lnTo>
                <a:lnTo>
                  <a:pt x="666750" y="2228850"/>
                </a:lnTo>
                <a:close/>
                <a:moveTo>
                  <a:pt x="695325" y="2219325"/>
                </a:moveTo>
                <a:lnTo>
                  <a:pt x="704850" y="2219325"/>
                </a:lnTo>
                <a:lnTo>
                  <a:pt x="704850" y="2228850"/>
                </a:lnTo>
                <a:lnTo>
                  <a:pt x="695325" y="2228850"/>
                </a:lnTo>
                <a:close/>
                <a:moveTo>
                  <a:pt x="819150" y="2219325"/>
                </a:moveTo>
                <a:lnTo>
                  <a:pt x="828675" y="2219325"/>
                </a:lnTo>
                <a:lnTo>
                  <a:pt x="828675" y="2228850"/>
                </a:lnTo>
                <a:lnTo>
                  <a:pt x="819150" y="2228850"/>
                </a:lnTo>
                <a:close/>
                <a:moveTo>
                  <a:pt x="1247775" y="2228850"/>
                </a:moveTo>
                <a:lnTo>
                  <a:pt x="1276350" y="2228850"/>
                </a:lnTo>
                <a:lnTo>
                  <a:pt x="1276350" y="2266950"/>
                </a:lnTo>
                <a:lnTo>
                  <a:pt x="1257300" y="2266950"/>
                </a:lnTo>
                <a:lnTo>
                  <a:pt x="1257300" y="2257425"/>
                </a:lnTo>
                <a:lnTo>
                  <a:pt x="1247775" y="2257425"/>
                </a:lnTo>
                <a:close/>
                <a:moveTo>
                  <a:pt x="200025" y="2238375"/>
                </a:moveTo>
                <a:lnTo>
                  <a:pt x="209550" y="2238375"/>
                </a:lnTo>
                <a:lnTo>
                  <a:pt x="209550" y="2247900"/>
                </a:lnTo>
                <a:lnTo>
                  <a:pt x="200025" y="2247900"/>
                </a:lnTo>
                <a:close/>
                <a:moveTo>
                  <a:pt x="1733550" y="2238375"/>
                </a:moveTo>
                <a:lnTo>
                  <a:pt x="1743075" y="2238375"/>
                </a:lnTo>
                <a:lnTo>
                  <a:pt x="1743075" y="2266950"/>
                </a:lnTo>
                <a:lnTo>
                  <a:pt x="1733550" y="2266950"/>
                </a:lnTo>
                <a:close/>
                <a:moveTo>
                  <a:pt x="1162050" y="2257425"/>
                </a:moveTo>
                <a:lnTo>
                  <a:pt x="1171575" y="2257425"/>
                </a:lnTo>
                <a:lnTo>
                  <a:pt x="1171575" y="2266950"/>
                </a:lnTo>
                <a:lnTo>
                  <a:pt x="1162050" y="2266950"/>
                </a:lnTo>
                <a:close/>
                <a:moveTo>
                  <a:pt x="1714500" y="2257425"/>
                </a:moveTo>
                <a:lnTo>
                  <a:pt x="1724025" y="2257425"/>
                </a:lnTo>
                <a:lnTo>
                  <a:pt x="1724025" y="2266950"/>
                </a:lnTo>
                <a:lnTo>
                  <a:pt x="1714500" y="2266950"/>
                </a:lnTo>
                <a:close/>
                <a:moveTo>
                  <a:pt x="885825" y="2266950"/>
                </a:moveTo>
                <a:lnTo>
                  <a:pt x="923925" y="2266950"/>
                </a:lnTo>
                <a:lnTo>
                  <a:pt x="923925" y="2286000"/>
                </a:lnTo>
                <a:lnTo>
                  <a:pt x="914400" y="2286000"/>
                </a:lnTo>
                <a:lnTo>
                  <a:pt x="914400" y="2295525"/>
                </a:lnTo>
                <a:lnTo>
                  <a:pt x="895350" y="2295525"/>
                </a:lnTo>
                <a:lnTo>
                  <a:pt x="895350" y="2305050"/>
                </a:lnTo>
                <a:lnTo>
                  <a:pt x="885825" y="2305050"/>
                </a:lnTo>
                <a:lnTo>
                  <a:pt x="885825" y="2314575"/>
                </a:lnTo>
                <a:lnTo>
                  <a:pt x="876300" y="2314575"/>
                </a:lnTo>
                <a:lnTo>
                  <a:pt x="876300" y="2286000"/>
                </a:lnTo>
                <a:lnTo>
                  <a:pt x="885825" y="2286000"/>
                </a:lnTo>
                <a:close/>
                <a:moveTo>
                  <a:pt x="952500" y="2266950"/>
                </a:moveTo>
                <a:lnTo>
                  <a:pt x="962025" y="2266950"/>
                </a:lnTo>
                <a:lnTo>
                  <a:pt x="962025" y="2286000"/>
                </a:lnTo>
                <a:lnTo>
                  <a:pt x="952500" y="2286000"/>
                </a:lnTo>
                <a:close/>
                <a:moveTo>
                  <a:pt x="1362075" y="2266950"/>
                </a:moveTo>
                <a:lnTo>
                  <a:pt x="1381125" y="2266950"/>
                </a:lnTo>
                <a:lnTo>
                  <a:pt x="1381125" y="2286000"/>
                </a:lnTo>
                <a:lnTo>
                  <a:pt x="1362075" y="2286000"/>
                </a:lnTo>
                <a:close/>
                <a:moveTo>
                  <a:pt x="1657350" y="2266950"/>
                </a:moveTo>
                <a:lnTo>
                  <a:pt x="1676400" y="2266950"/>
                </a:lnTo>
                <a:lnTo>
                  <a:pt x="1676400" y="2286000"/>
                </a:lnTo>
                <a:lnTo>
                  <a:pt x="1657350" y="2286000"/>
                </a:lnTo>
                <a:close/>
                <a:moveTo>
                  <a:pt x="1724025" y="2266950"/>
                </a:moveTo>
                <a:lnTo>
                  <a:pt x="1733550" y="2266950"/>
                </a:lnTo>
                <a:lnTo>
                  <a:pt x="1733550" y="2333625"/>
                </a:lnTo>
                <a:lnTo>
                  <a:pt x="1724025" y="2333625"/>
                </a:lnTo>
                <a:lnTo>
                  <a:pt x="1724025" y="2343150"/>
                </a:lnTo>
                <a:lnTo>
                  <a:pt x="1714500" y="2343150"/>
                </a:lnTo>
                <a:lnTo>
                  <a:pt x="1714500" y="2324100"/>
                </a:lnTo>
                <a:lnTo>
                  <a:pt x="1704975" y="2324100"/>
                </a:lnTo>
                <a:lnTo>
                  <a:pt x="1704975" y="2314575"/>
                </a:lnTo>
                <a:lnTo>
                  <a:pt x="1714500" y="2314575"/>
                </a:lnTo>
                <a:lnTo>
                  <a:pt x="1714500" y="2286000"/>
                </a:lnTo>
                <a:lnTo>
                  <a:pt x="1724025" y="2286000"/>
                </a:lnTo>
                <a:close/>
                <a:moveTo>
                  <a:pt x="552450" y="2286000"/>
                </a:moveTo>
                <a:lnTo>
                  <a:pt x="581025" y="2286000"/>
                </a:lnTo>
                <a:lnTo>
                  <a:pt x="581025" y="2295525"/>
                </a:lnTo>
                <a:lnTo>
                  <a:pt x="552450" y="2295525"/>
                </a:lnTo>
                <a:close/>
                <a:moveTo>
                  <a:pt x="685800" y="2286000"/>
                </a:moveTo>
                <a:lnTo>
                  <a:pt x="714375" y="2286000"/>
                </a:lnTo>
                <a:lnTo>
                  <a:pt x="714375" y="2295525"/>
                </a:lnTo>
                <a:lnTo>
                  <a:pt x="733425" y="2295525"/>
                </a:lnTo>
                <a:lnTo>
                  <a:pt x="733425" y="2314575"/>
                </a:lnTo>
                <a:lnTo>
                  <a:pt x="742950" y="2314575"/>
                </a:lnTo>
                <a:lnTo>
                  <a:pt x="742950" y="2324100"/>
                </a:lnTo>
                <a:lnTo>
                  <a:pt x="723900" y="2324100"/>
                </a:lnTo>
                <a:lnTo>
                  <a:pt x="723900" y="2314575"/>
                </a:lnTo>
                <a:lnTo>
                  <a:pt x="714375" y="2314575"/>
                </a:lnTo>
                <a:lnTo>
                  <a:pt x="714375" y="2324100"/>
                </a:lnTo>
                <a:lnTo>
                  <a:pt x="704850" y="2324100"/>
                </a:lnTo>
                <a:lnTo>
                  <a:pt x="704850" y="2305050"/>
                </a:lnTo>
                <a:lnTo>
                  <a:pt x="695325" y="2305050"/>
                </a:lnTo>
                <a:lnTo>
                  <a:pt x="695325" y="2295525"/>
                </a:lnTo>
                <a:lnTo>
                  <a:pt x="685800" y="2295525"/>
                </a:lnTo>
                <a:close/>
                <a:moveTo>
                  <a:pt x="1076325" y="2286000"/>
                </a:moveTo>
                <a:lnTo>
                  <a:pt x="1085850" y="2286000"/>
                </a:lnTo>
                <a:lnTo>
                  <a:pt x="1085850" y="2295525"/>
                </a:lnTo>
                <a:lnTo>
                  <a:pt x="1076325" y="2295525"/>
                </a:lnTo>
                <a:close/>
                <a:moveTo>
                  <a:pt x="1095375" y="2286000"/>
                </a:moveTo>
                <a:lnTo>
                  <a:pt x="1104900" y="2286000"/>
                </a:lnTo>
                <a:lnTo>
                  <a:pt x="1104900" y="2295525"/>
                </a:lnTo>
                <a:lnTo>
                  <a:pt x="1095375" y="2295525"/>
                </a:lnTo>
                <a:close/>
                <a:moveTo>
                  <a:pt x="1171575" y="2286000"/>
                </a:moveTo>
                <a:lnTo>
                  <a:pt x="1190625" y="2286000"/>
                </a:lnTo>
                <a:lnTo>
                  <a:pt x="1190625" y="2295525"/>
                </a:lnTo>
                <a:lnTo>
                  <a:pt x="1171575" y="2295525"/>
                </a:lnTo>
                <a:close/>
                <a:moveTo>
                  <a:pt x="1581150" y="2295525"/>
                </a:moveTo>
                <a:lnTo>
                  <a:pt x="1609725" y="2295525"/>
                </a:lnTo>
                <a:lnTo>
                  <a:pt x="1609725" y="2305050"/>
                </a:lnTo>
                <a:lnTo>
                  <a:pt x="1590675" y="2305050"/>
                </a:lnTo>
                <a:lnTo>
                  <a:pt x="1590675" y="2314575"/>
                </a:lnTo>
                <a:lnTo>
                  <a:pt x="1581150" y="2314575"/>
                </a:lnTo>
                <a:close/>
                <a:moveTo>
                  <a:pt x="561975" y="2305050"/>
                </a:moveTo>
                <a:lnTo>
                  <a:pt x="571500" y="2305050"/>
                </a:lnTo>
                <a:lnTo>
                  <a:pt x="571500" y="2324100"/>
                </a:lnTo>
                <a:lnTo>
                  <a:pt x="561975" y="2324100"/>
                </a:lnTo>
                <a:close/>
                <a:moveTo>
                  <a:pt x="152400" y="2314575"/>
                </a:moveTo>
                <a:lnTo>
                  <a:pt x="161925" y="2314575"/>
                </a:lnTo>
                <a:lnTo>
                  <a:pt x="161925" y="2324100"/>
                </a:lnTo>
                <a:lnTo>
                  <a:pt x="152400" y="2324100"/>
                </a:lnTo>
                <a:close/>
                <a:moveTo>
                  <a:pt x="781050" y="2314575"/>
                </a:moveTo>
                <a:lnTo>
                  <a:pt x="800100" y="2314575"/>
                </a:lnTo>
                <a:lnTo>
                  <a:pt x="800100" y="2324100"/>
                </a:lnTo>
                <a:lnTo>
                  <a:pt x="790575" y="2324100"/>
                </a:lnTo>
                <a:lnTo>
                  <a:pt x="790575" y="2333625"/>
                </a:lnTo>
                <a:lnTo>
                  <a:pt x="781050" y="2333625"/>
                </a:lnTo>
                <a:close/>
                <a:moveTo>
                  <a:pt x="142875" y="2324100"/>
                </a:moveTo>
                <a:lnTo>
                  <a:pt x="152400" y="2324100"/>
                </a:lnTo>
                <a:lnTo>
                  <a:pt x="152400" y="2333625"/>
                </a:lnTo>
                <a:lnTo>
                  <a:pt x="142875" y="2333625"/>
                </a:lnTo>
                <a:close/>
                <a:moveTo>
                  <a:pt x="742950" y="2324100"/>
                </a:moveTo>
                <a:lnTo>
                  <a:pt x="762000" y="2324100"/>
                </a:lnTo>
                <a:lnTo>
                  <a:pt x="762000" y="2333625"/>
                </a:lnTo>
                <a:lnTo>
                  <a:pt x="742950" y="2333625"/>
                </a:lnTo>
                <a:close/>
                <a:moveTo>
                  <a:pt x="1400175" y="2324100"/>
                </a:moveTo>
                <a:lnTo>
                  <a:pt x="1428750" y="2324100"/>
                </a:lnTo>
                <a:lnTo>
                  <a:pt x="1428750" y="2343150"/>
                </a:lnTo>
                <a:lnTo>
                  <a:pt x="1400175" y="2343150"/>
                </a:lnTo>
                <a:close/>
                <a:moveTo>
                  <a:pt x="1285875" y="2333625"/>
                </a:moveTo>
                <a:lnTo>
                  <a:pt x="1295400" y="2333625"/>
                </a:lnTo>
                <a:lnTo>
                  <a:pt x="1295400" y="2343150"/>
                </a:lnTo>
                <a:lnTo>
                  <a:pt x="1285875" y="2343150"/>
                </a:lnTo>
                <a:close/>
                <a:moveTo>
                  <a:pt x="371475" y="2352675"/>
                </a:moveTo>
                <a:lnTo>
                  <a:pt x="381000" y="2352675"/>
                </a:lnTo>
                <a:lnTo>
                  <a:pt x="381000" y="2362200"/>
                </a:lnTo>
                <a:lnTo>
                  <a:pt x="371475" y="2362200"/>
                </a:lnTo>
                <a:close/>
                <a:moveTo>
                  <a:pt x="1733550" y="2352675"/>
                </a:moveTo>
                <a:lnTo>
                  <a:pt x="1743075" y="2352675"/>
                </a:lnTo>
                <a:lnTo>
                  <a:pt x="1743075" y="2381250"/>
                </a:lnTo>
                <a:lnTo>
                  <a:pt x="1733550" y="2381250"/>
                </a:lnTo>
                <a:close/>
                <a:moveTo>
                  <a:pt x="1295400" y="2362200"/>
                </a:moveTo>
                <a:lnTo>
                  <a:pt x="1304925" y="2362200"/>
                </a:lnTo>
                <a:lnTo>
                  <a:pt x="1304925" y="2371725"/>
                </a:lnTo>
                <a:lnTo>
                  <a:pt x="1295400" y="2371725"/>
                </a:lnTo>
                <a:close/>
                <a:moveTo>
                  <a:pt x="152400" y="2371725"/>
                </a:moveTo>
                <a:lnTo>
                  <a:pt x="161925" y="2371725"/>
                </a:lnTo>
                <a:lnTo>
                  <a:pt x="161925" y="2381250"/>
                </a:lnTo>
                <a:lnTo>
                  <a:pt x="152400" y="2381250"/>
                </a:lnTo>
                <a:close/>
                <a:moveTo>
                  <a:pt x="1000125" y="2371725"/>
                </a:moveTo>
                <a:lnTo>
                  <a:pt x="1019175" y="2371725"/>
                </a:lnTo>
                <a:lnTo>
                  <a:pt x="1019175" y="2381250"/>
                </a:lnTo>
                <a:lnTo>
                  <a:pt x="1000125" y="2381250"/>
                </a:lnTo>
                <a:close/>
                <a:moveTo>
                  <a:pt x="1085850" y="2371725"/>
                </a:moveTo>
                <a:lnTo>
                  <a:pt x="1114425" y="2371725"/>
                </a:lnTo>
                <a:lnTo>
                  <a:pt x="1114425" y="2400300"/>
                </a:lnTo>
                <a:lnTo>
                  <a:pt x="1095375" y="2400300"/>
                </a:lnTo>
                <a:lnTo>
                  <a:pt x="1095375" y="2390775"/>
                </a:lnTo>
                <a:lnTo>
                  <a:pt x="1085850" y="2390775"/>
                </a:lnTo>
                <a:close/>
                <a:moveTo>
                  <a:pt x="238125" y="2381250"/>
                </a:moveTo>
                <a:lnTo>
                  <a:pt x="257175" y="2381250"/>
                </a:lnTo>
                <a:lnTo>
                  <a:pt x="257175" y="2400300"/>
                </a:lnTo>
                <a:lnTo>
                  <a:pt x="247650" y="2400300"/>
                </a:lnTo>
                <a:lnTo>
                  <a:pt x="247650" y="2390775"/>
                </a:lnTo>
                <a:lnTo>
                  <a:pt x="238125" y="2390775"/>
                </a:lnTo>
                <a:close/>
                <a:moveTo>
                  <a:pt x="552450" y="2381250"/>
                </a:moveTo>
                <a:lnTo>
                  <a:pt x="571500" y="2381250"/>
                </a:lnTo>
                <a:lnTo>
                  <a:pt x="571500" y="2400300"/>
                </a:lnTo>
                <a:lnTo>
                  <a:pt x="552450" y="2400300"/>
                </a:lnTo>
                <a:close/>
                <a:moveTo>
                  <a:pt x="590550" y="2381250"/>
                </a:moveTo>
                <a:lnTo>
                  <a:pt x="619125" y="2381250"/>
                </a:lnTo>
                <a:lnTo>
                  <a:pt x="619125" y="2400300"/>
                </a:lnTo>
                <a:lnTo>
                  <a:pt x="590550" y="2400300"/>
                </a:lnTo>
                <a:close/>
                <a:moveTo>
                  <a:pt x="990600" y="2381250"/>
                </a:moveTo>
                <a:lnTo>
                  <a:pt x="1000125" y="2381250"/>
                </a:lnTo>
                <a:lnTo>
                  <a:pt x="1000125" y="2390775"/>
                </a:lnTo>
                <a:lnTo>
                  <a:pt x="1009650" y="2390775"/>
                </a:lnTo>
                <a:lnTo>
                  <a:pt x="1009650" y="2400300"/>
                </a:lnTo>
                <a:lnTo>
                  <a:pt x="990600" y="2400300"/>
                </a:lnTo>
                <a:close/>
                <a:moveTo>
                  <a:pt x="1190625" y="2381250"/>
                </a:moveTo>
                <a:lnTo>
                  <a:pt x="1200150" y="2381250"/>
                </a:lnTo>
                <a:lnTo>
                  <a:pt x="1200150" y="2400300"/>
                </a:lnTo>
                <a:lnTo>
                  <a:pt x="1190625" y="2400300"/>
                </a:lnTo>
                <a:close/>
                <a:moveTo>
                  <a:pt x="1714500" y="2381250"/>
                </a:moveTo>
                <a:lnTo>
                  <a:pt x="1724025" y="2381250"/>
                </a:lnTo>
                <a:lnTo>
                  <a:pt x="1724025" y="2390775"/>
                </a:lnTo>
                <a:lnTo>
                  <a:pt x="1714500" y="2390775"/>
                </a:lnTo>
                <a:close/>
                <a:moveTo>
                  <a:pt x="285750" y="2390775"/>
                </a:moveTo>
                <a:lnTo>
                  <a:pt x="314325" y="2390775"/>
                </a:lnTo>
                <a:lnTo>
                  <a:pt x="314325" y="2400300"/>
                </a:lnTo>
                <a:lnTo>
                  <a:pt x="285750" y="2400300"/>
                </a:lnTo>
                <a:close/>
                <a:moveTo>
                  <a:pt x="371475" y="2390775"/>
                </a:moveTo>
                <a:lnTo>
                  <a:pt x="400050" y="2390775"/>
                </a:lnTo>
                <a:lnTo>
                  <a:pt x="400050" y="2400300"/>
                </a:lnTo>
                <a:lnTo>
                  <a:pt x="371475" y="2400300"/>
                </a:lnTo>
                <a:close/>
                <a:moveTo>
                  <a:pt x="1704975" y="2390775"/>
                </a:moveTo>
                <a:lnTo>
                  <a:pt x="1714500" y="2390775"/>
                </a:lnTo>
                <a:lnTo>
                  <a:pt x="1714500" y="2400300"/>
                </a:lnTo>
                <a:lnTo>
                  <a:pt x="1704975" y="2400300"/>
                </a:lnTo>
                <a:close/>
                <a:moveTo>
                  <a:pt x="504825" y="2400300"/>
                </a:moveTo>
                <a:lnTo>
                  <a:pt x="523875" y="2400300"/>
                </a:lnTo>
                <a:lnTo>
                  <a:pt x="523875" y="2409825"/>
                </a:lnTo>
                <a:lnTo>
                  <a:pt x="504825" y="2409825"/>
                </a:lnTo>
                <a:close/>
                <a:moveTo>
                  <a:pt x="809625" y="2400300"/>
                </a:moveTo>
                <a:lnTo>
                  <a:pt x="828675" y="2400300"/>
                </a:lnTo>
                <a:lnTo>
                  <a:pt x="828675" y="2419350"/>
                </a:lnTo>
                <a:lnTo>
                  <a:pt x="809625" y="2419350"/>
                </a:lnTo>
                <a:close/>
                <a:moveTo>
                  <a:pt x="895350" y="2400300"/>
                </a:moveTo>
                <a:lnTo>
                  <a:pt x="914400" y="2400300"/>
                </a:lnTo>
                <a:lnTo>
                  <a:pt x="914400" y="2419350"/>
                </a:lnTo>
                <a:lnTo>
                  <a:pt x="895350" y="2419350"/>
                </a:lnTo>
                <a:close/>
                <a:moveTo>
                  <a:pt x="695325" y="2409825"/>
                </a:moveTo>
                <a:lnTo>
                  <a:pt x="704850" y="2409825"/>
                </a:lnTo>
                <a:lnTo>
                  <a:pt x="704850" y="2419350"/>
                </a:lnTo>
                <a:lnTo>
                  <a:pt x="695325" y="2419350"/>
                </a:lnTo>
                <a:close/>
                <a:moveTo>
                  <a:pt x="352425" y="2419350"/>
                </a:moveTo>
                <a:lnTo>
                  <a:pt x="390525" y="2419350"/>
                </a:lnTo>
                <a:lnTo>
                  <a:pt x="390525" y="2438400"/>
                </a:lnTo>
                <a:lnTo>
                  <a:pt x="352425" y="2438400"/>
                </a:lnTo>
                <a:close/>
                <a:moveTo>
                  <a:pt x="552450" y="2419350"/>
                </a:moveTo>
                <a:lnTo>
                  <a:pt x="561975" y="2419350"/>
                </a:lnTo>
                <a:lnTo>
                  <a:pt x="561975" y="2438400"/>
                </a:lnTo>
                <a:lnTo>
                  <a:pt x="552450" y="2438400"/>
                </a:lnTo>
                <a:close/>
                <a:moveTo>
                  <a:pt x="257175" y="2457450"/>
                </a:moveTo>
                <a:lnTo>
                  <a:pt x="266700" y="2457450"/>
                </a:lnTo>
                <a:lnTo>
                  <a:pt x="266700" y="2466975"/>
                </a:lnTo>
                <a:lnTo>
                  <a:pt x="257175" y="2466975"/>
                </a:lnTo>
                <a:close/>
                <a:moveTo>
                  <a:pt x="1676400" y="2466975"/>
                </a:moveTo>
                <a:lnTo>
                  <a:pt x="1704975" y="2466975"/>
                </a:lnTo>
                <a:lnTo>
                  <a:pt x="1704975" y="2486025"/>
                </a:lnTo>
                <a:lnTo>
                  <a:pt x="1676400" y="2486025"/>
                </a:lnTo>
                <a:close/>
                <a:moveTo>
                  <a:pt x="133350" y="2524125"/>
                </a:moveTo>
                <a:lnTo>
                  <a:pt x="142875" y="2524125"/>
                </a:lnTo>
                <a:lnTo>
                  <a:pt x="142875" y="2533650"/>
                </a:lnTo>
                <a:lnTo>
                  <a:pt x="133350" y="2533650"/>
                </a:lnTo>
                <a:close/>
                <a:moveTo>
                  <a:pt x="123825" y="2533650"/>
                </a:moveTo>
                <a:lnTo>
                  <a:pt x="133350" y="2533650"/>
                </a:lnTo>
                <a:lnTo>
                  <a:pt x="133350" y="2543175"/>
                </a:lnTo>
                <a:lnTo>
                  <a:pt x="123825" y="2543175"/>
                </a:lnTo>
                <a:close/>
                <a:moveTo>
                  <a:pt x="1457325" y="2543175"/>
                </a:moveTo>
                <a:lnTo>
                  <a:pt x="1476375" y="2543175"/>
                </a:lnTo>
                <a:lnTo>
                  <a:pt x="1476375" y="2552700"/>
                </a:lnTo>
                <a:lnTo>
                  <a:pt x="1485900" y="2552700"/>
                </a:lnTo>
                <a:lnTo>
                  <a:pt x="1485900" y="2562225"/>
                </a:lnTo>
                <a:lnTo>
                  <a:pt x="1504950" y="2562225"/>
                </a:lnTo>
                <a:lnTo>
                  <a:pt x="1504950" y="2571750"/>
                </a:lnTo>
                <a:lnTo>
                  <a:pt x="1514475" y="2571750"/>
                </a:lnTo>
                <a:lnTo>
                  <a:pt x="1514475" y="2590800"/>
                </a:lnTo>
                <a:lnTo>
                  <a:pt x="1495425" y="2590800"/>
                </a:lnTo>
                <a:lnTo>
                  <a:pt x="1495425" y="2619375"/>
                </a:lnTo>
                <a:lnTo>
                  <a:pt x="1476375" y="2619375"/>
                </a:lnTo>
                <a:lnTo>
                  <a:pt x="1476375" y="2609850"/>
                </a:lnTo>
                <a:lnTo>
                  <a:pt x="1466850" y="2609850"/>
                </a:lnTo>
                <a:lnTo>
                  <a:pt x="1466850" y="2590800"/>
                </a:lnTo>
                <a:lnTo>
                  <a:pt x="1476375" y="2590800"/>
                </a:lnTo>
                <a:lnTo>
                  <a:pt x="1476375" y="2600325"/>
                </a:lnTo>
                <a:lnTo>
                  <a:pt x="1485900" y="2600325"/>
                </a:lnTo>
                <a:lnTo>
                  <a:pt x="1485900" y="2581275"/>
                </a:lnTo>
                <a:lnTo>
                  <a:pt x="1476375" y="2581275"/>
                </a:lnTo>
                <a:lnTo>
                  <a:pt x="1476375" y="2571750"/>
                </a:lnTo>
                <a:lnTo>
                  <a:pt x="1466850" y="2571750"/>
                </a:lnTo>
                <a:lnTo>
                  <a:pt x="1466850" y="2581275"/>
                </a:lnTo>
                <a:lnTo>
                  <a:pt x="1457325" y="2581275"/>
                </a:lnTo>
                <a:lnTo>
                  <a:pt x="1457325" y="2571750"/>
                </a:lnTo>
                <a:lnTo>
                  <a:pt x="1438275" y="2571750"/>
                </a:lnTo>
                <a:lnTo>
                  <a:pt x="1438275" y="2552700"/>
                </a:lnTo>
                <a:lnTo>
                  <a:pt x="1457325" y="2552700"/>
                </a:lnTo>
                <a:close/>
                <a:moveTo>
                  <a:pt x="1628775" y="2543175"/>
                </a:moveTo>
                <a:lnTo>
                  <a:pt x="1638300" y="2543175"/>
                </a:lnTo>
                <a:lnTo>
                  <a:pt x="1638300" y="2552700"/>
                </a:lnTo>
                <a:lnTo>
                  <a:pt x="1628775" y="2552700"/>
                </a:lnTo>
                <a:close/>
                <a:moveTo>
                  <a:pt x="781050" y="2552700"/>
                </a:moveTo>
                <a:lnTo>
                  <a:pt x="800100" y="2552700"/>
                </a:lnTo>
                <a:lnTo>
                  <a:pt x="800100" y="2571750"/>
                </a:lnTo>
                <a:lnTo>
                  <a:pt x="781050" y="2571750"/>
                </a:lnTo>
                <a:close/>
                <a:moveTo>
                  <a:pt x="609600" y="2562225"/>
                </a:moveTo>
                <a:lnTo>
                  <a:pt x="638175" y="2562225"/>
                </a:lnTo>
                <a:lnTo>
                  <a:pt x="638175" y="2571750"/>
                </a:lnTo>
                <a:lnTo>
                  <a:pt x="647700" y="2571750"/>
                </a:lnTo>
                <a:lnTo>
                  <a:pt x="647700" y="2562225"/>
                </a:lnTo>
                <a:lnTo>
                  <a:pt x="666750" y="2562225"/>
                </a:lnTo>
                <a:lnTo>
                  <a:pt x="666750" y="2571750"/>
                </a:lnTo>
                <a:lnTo>
                  <a:pt x="657225" y="2571750"/>
                </a:lnTo>
                <a:lnTo>
                  <a:pt x="657225" y="2581275"/>
                </a:lnTo>
                <a:lnTo>
                  <a:pt x="628650" y="2581275"/>
                </a:lnTo>
                <a:lnTo>
                  <a:pt x="628650" y="2600325"/>
                </a:lnTo>
                <a:lnTo>
                  <a:pt x="609600" y="2600325"/>
                </a:lnTo>
                <a:lnTo>
                  <a:pt x="609600" y="2590800"/>
                </a:lnTo>
                <a:lnTo>
                  <a:pt x="600075" y="2590800"/>
                </a:lnTo>
                <a:lnTo>
                  <a:pt x="600075" y="2581275"/>
                </a:lnTo>
                <a:lnTo>
                  <a:pt x="609600" y="2581275"/>
                </a:lnTo>
                <a:close/>
                <a:moveTo>
                  <a:pt x="314325" y="2571750"/>
                </a:moveTo>
                <a:lnTo>
                  <a:pt x="333375" y="2571750"/>
                </a:lnTo>
                <a:lnTo>
                  <a:pt x="333375" y="2581275"/>
                </a:lnTo>
                <a:lnTo>
                  <a:pt x="314325" y="2581275"/>
                </a:lnTo>
                <a:close/>
                <a:moveTo>
                  <a:pt x="257175" y="2581275"/>
                </a:moveTo>
                <a:lnTo>
                  <a:pt x="285750" y="2581275"/>
                </a:lnTo>
                <a:lnTo>
                  <a:pt x="285750" y="2590800"/>
                </a:lnTo>
                <a:lnTo>
                  <a:pt x="257175" y="2590800"/>
                </a:lnTo>
                <a:close/>
                <a:moveTo>
                  <a:pt x="304800" y="2581275"/>
                </a:moveTo>
                <a:lnTo>
                  <a:pt x="314325" y="2581275"/>
                </a:lnTo>
                <a:lnTo>
                  <a:pt x="314325" y="2590800"/>
                </a:lnTo>
                <a:lnTo>
                  <a:pt x="304800" y="2590800"/>
                </a:lnTo>
                <a:close/>
                <a:moveTo>
                  <a:pt x="352425" y="2581275"/>
                </a:moveTo>
                <a:lnTo>
                  <a:pt x="361950" y="2581275"/>
                </a:lnTo>
                <a:lnTo>
                  <a:pt x="361950" y="2590800"/>
                </a:lnTo>
                <a:lnTo>
                  <a:pt x="352425" y="2590800"/>
                </a:lnTo>
                <a:close/>
                <a:moveTo>
                  <a:pt x="1533525" y="2581275"/>
                </a:moveTo>
                <a:lnTo>
                  <a:pt x="1552575" y="2581275"/>
                </a:lnTo>
                <a:lnTo>
                  <a:pt x="1552575" y="2590800"/>
                </a:lnTo>
                <a:lnTo>
                  <a:pt x="1533525" y="2590800"/>
                </a:lnTo>
                <a:close/>
                <a:moveTo>
                  <a:pt x="1562100" y="2581275"/>
                </a:moveTo>
                <a:lnTo>
                  <a:pt x="1571625" y="2581275"/>
                </a:lnTo>
                <a:lnTo>
                  <a:pt x="1571625" y="2590800"/>
                </a:lnTo>
                <a:lnTo>
                  <a:pt x="1562100" y="2590800"/>
                </a:lnTo>
                <a:close/>
                <a:moveTo>
                  <a:pt x="685800" y="2590800"/>
                </a:moveTo>
                <a:lnTo>
                  <a:pt x="695325" y="2590800"/>
                </a:lnTo>
                <a:lnTo>
                  <a:pt x="695325" y="2600325"/>
                </a:lnTo>
                <a:lnTo>
                  <a:pt x="685800" y="2600325"/>
                </a:lnTo>
                <a:close/>
                <a:moveTo>
                  <a:pt x="695325" y="2600325"/>
                </a:moveTo>
                <a:lnTo>
                  <a:pt x="714375" y="2600325"/>
                </a:lnTo>
                <a:lnTo>
                  <a:pt x="714375" y="2609850"/>
                </a:lnTo>
                <a:lnTo>
                  <a:pt x="695325" y="2609850"/>
                </a:lnTo>
                <a:close/>
                <a:moveTo>
                  <a:pt x="781050" y="2609850"/>
                </a:moveTo>
                <a:lnTo>
                  <a:pt x="790575" y="2609850"/>
                </a:lnTo>
                <a:lnTo>
                  <a:pt x="790575" y="2619375"/>
                </a:lnTo>
                <a:lnTo>
                  <a:pt x="781050" y="2619375"/>
                </a:lnTo>
                <a:close/>
                <a:moveTo>
                  <a:pt x="1571625" y="2609850"/>
                </a:moveTo>
                <a:lnTo>
                  <a:pt x="1581150" y="2609850"/>
                </a:lnTo>
                <a:lnTo>
                  <a:pt x="1581150" y="2619375"/>
                </a:lnTo>
                <a:lnTo>
                  <a:pt x="1590675" y="2619375"/>
                </a:lnTo>
                <a:lnTo>
                  <a:pt x="1590675" y="2628900"/>
                </a:lnTo>
                <a:lnTo>
                  <a:pt x="1600200" y="2628900"/>
                </a:lnTo>
                <a:lnTo>
                  <a:pt x="1600200" y="2647950"/>
                </a:lnTo>
                <a:lnTo>
                  <a:pt x="1609725" y="2647950"/>
                </a:lnTo>
                <a:lnTo>
                  <a:pt x="1609725" y="2657475"/>
                </a:lnTo>
                <a:lnTo>
                  <a:pt x="1552575" y="2657475"/>
                </a:lnTo>
                <a:lnTo>
                  <a:pt x="1552575" y="2667000"/>
                </a:lnTo>
                <a:lnTo>
                  <a:pt x="1533525" y="2667000"/>
                </a:lnTo>
                <a:lnTo>
                  <a:pt x="1533525" y="2657475"/>
                </a:lnTo>
                <a:lnTo>
                  <a:pt x="1524000" y="2657475"/>
                </a:lnTo>
                <a:lnTo>
                  <a:pt x="1524000" y="2638425"/>
                </a:lnTo>
                <a:lnTo>
                  <a:pt x="1514475" y="2638425"/>
                </a:lnTo>
                <a:lnTo>
                  <a:pt x="1514475" y="2628900"/>
                </a:lnTo>
                <a:lnTo>
                  <a:pt x="1552575" y="2628900"/>
                </a:lnTo>
                <a:lnTo>
                  <a:pt x="1552575" y="2619375"/>
                </a:lnTo>
                <a:lnTo>
                  <a:pt x="1571625" y="2619375"/>
                </a:lnTo>
                <a:close/>
                <a:moveTo>
                  <a:pt x="1609725" y="2609850"/>
                </a:moveTo>
                <a:lnTo>
                  <a:pt x="1619250" y="2609850"/>
                </a:lnTo>
                <a:lnTo>
                  <a:pt x="1619250" y="2628900"/>
                </a:lnTo>
                <a:lnTo>
                  <a:pt x="1609725" y="2628900"/>
                </a:lnTo>
                <a:close/>
                <a:moveTo>
                  <a:pt x="723900" y="2619375"/>
                </a:moveTo>
                <a:lnTo>
                  <a:pt x="733425" y="2619375"/>
                </a:lnTo>
                <a:lnTo>
                  <a:pt x="733425" y="2628900"/>
                </a:lnTo>
                <a:lnTo>
                  <a:pt x="723900" y="2628900"/>
                </a:lnTo>
                <a:close/>
                <a:moveTo>
                  <a:pt x="1238250" y="2628900"/>
                </a:moveTo>
                <a:lnTo>
                  <a:pt x="1257300" y="2628900"/>
                </a:lnTo>
                <a:lnTo>
                  <a:pt x="1257300" y="2647950"/>
                </a:lnTo>
                <a:lnTo>
                  <a:pt x="1219200" y="2647950"/>
                </a:lnTo>
                <a:lnTo>
                  <a:pt x="1219200" y="2638425"/>
                </a:lnTo>
                <a:lnTo>
                  <a:pt x="1238250" y="2638425"/>
                </a:lnTo>
                <a:close/>
                <a:moveTo>
                  <a:pt x="876300" y="2638425"/>
                </a:moveTo>
                <a:lnTo>
                  <a:pt x="885825" y="2638425"/>
                </a:lnTo>
                <a:lnTo>
                  <a:pt x="885825" y="2647950"/>
                </a:lnTo>
                <a:lnTo>
                  <a:pt x="876300" y="2647950"/>
                </a:lnTo>
                <a:close/>
                <a:moveTo>
                  <a:pt x="895350" y="2638425"/>
                </a:moveTo>
                <a:lnTo>
                  <a:pt x="923925" y="2638425"/>
                </a:lnTo>
                <a:lnTo>
                  <a:pt x="923925" y="2657475"/>
                </a:lnTo>
                <a:lnTo>
                  <a:pt x="933450" y="2657475"/>
                </a:lnTo>
                <a:lnTo>
                  <a:pt x="933450" y="2686050"/>
                </a:lnTo>
                <a:lnTo>
                  <a:pt x="923925" y="2686050"/>
                </a:lnTo>
                <a:lnTo>
                  <a:pt x="923925" y="2676525"/>
                </a:lnTo>
                <a:lnTo>
                  <a:pt x="914400" y="2676525"/>
                </a:lnTo>
                <a:lnTo>
                  <a:pt x="914400" y="2647950"/>
                </a:lnTo>
                <a:lnTo>
                  <a:pt x="895350" y="2647950"/>
                </a:lnTo>
                <a:close/>
                <a:moveTo>
                  <a:pt x="1571625" y="2638425"/>
                </a:moveTo>
                <a:lnTo>
                  <a:pt x="1581150" y="2638425"/>
                </a:lnTo>
                <a:lnTo>
                  <a:pt x="1581150" y="2628900"/>
                </a:lnTo>
                <a:lnTo>
                  <a:pt x="1571625" y="2628900"/>
                </a:lnTo>
                <a:close/>
                <a:moveTo>
                  <a:pt x="885825" y="2647950"/>
                </a:moveTo>
                <a:lnTo>
                  <a:pt x="895350" y="2647950"/>
                </a:lnTo>
                <a:lnTo>
                  <a:pt x="895350" y="2657475"/>
                </a:lnTo>
                <a:lnTo>
                  <a:pt x="885825" y="2657475"/>
                </a:lnTo>
                <a:close/>
                <a:moveTo>
                  <a:pt x="1600200" y="2667000"/>
                </a:moveTo>
                <a:lnTo>
                  <a:pt x="1609725" y="2667000"/>
                </a:lnTo>
                <a:lnTo>
                  <a:pt x="1609725" y="2676525"/>
                </a:lnTo>
                <a:lnTo>
                  <a:pt x="1600200" y="2676525"/>
                </a:lnTo>
                <a:close/>
                <a:moveTo>
                  <a:pt x="190500" y="2676525"/>
                </a:moveTo>
                <a:lnTo>
                  <a:pt x="200025" y="2676525"/>
                </a:lnTo>
                <a:lnTo>
                  <a:pt x="200025" y="2686050"/>
                </a:lnTo>
                <a:lnTo>
                  <a:pt x="190500" y="2686050"/>
                </a:lnTo>
                <a:close/>
                <a:moveTo>
                  <a:pt x="647700" y="2676525"/>
                </a:moveTo>
                <a:lnTo>
                  <a:pt x="666750" y="2676525"/>
                </a:lnTo>
                <a:lnTo>
                  <a:pt x="666750" y="2686050"/>
                </a:lnTo>
                <a:lnTo>
                  <a:pt x="657225" y="2686050"/>
                </a:lnTo>
                <a:lnTo>
                  <a:pt x="657225" y="2695575"/>
                </a:lnTo>
                <a:lnTo>
                  <a:pt x="647700" y="2695575"/>
                </a:lnTo>
                <a:close/>
                <a:moveTo>
                  <a:pt x="495300" y="2686050"/>
                </a:moveTo>
                <a:lnTo>
                  <a:pt x="514350" y="2686050"/>
                </a:lnTo>
                <a:lnTo>
                  <a:pt x="514350" y="2695575"/>
                </a:lnTo>
                <a:lnTo>
                  <a:pt x="523875" y="2695575"/>
                </a:lnTo>
                <a:lnTo>
                  <a:pt x="523875" y="2705100"/>
                </a:lnTo>
                <a:lnTo>
                  <a:pt x="514350" y="2705100"/>
                </a:lnTo>
                <a:lnTo>
                  <a:pt x="514350" y="2724150"/>
                </a:lnTo>
                <a:lnTo>
                  <a:pt x="495300" y="2724150"/>
                </a:lnTo>
                <a:lnTo>
                  <a:pt x="495300" y="2714625"/>
                </a:lnTo>
                <a:lnTo>
                  <a:pt x="476250" y="2714625"/>
                </a:lnTo>
                <a:lnTo>
                  <a:pt x="476250" y="2705100"/>
                </a:lnTo>
                <a:lnTo>
                  <a:pt x="495300" y="2705100"/>
                </a:lnTo>
                <a:close/>
                <a:moveTo>
                  <a:pt x="666750" y="2686050"/>
                </a:moveTo>
                <a:lnTo>
                  <a:pt x="676275" y="2686050"/>
                </a:lnTo>
                <a:lnTo>
                  <a:pt x="676275" y="2695575"/>
                </a:lnTo>
                <a:lnTo>
                  <a:pt x="666750" y="2695575"/>
                </a:lnTo>
                <a:close/>
                <a:moveTo>
                  <a:pt x="762000" y="2695575"/>
                </a:moveTo>
                <a:lnTo>
                  <a:pt x="781050" y="2695575"/>
                </a:lnTo>
                <a:lnTo>
                  <a:pt x="781050" y="2705100"/>
                </a:lnTo>
                <a:lnTo>
                  <a:pt x="762000" y="2705100"/>
                </a:lnTo>
                <a:close/>
                <a:moveTo>
                  <a:pt x="809625" y="2695575"/>
                </a:moveTo>
                <a:lnTo>
                  <a:pt x="819150" y="2695575"/>
                </a:lnTo>
                <a:lnTo>
                  <a:pt x="819150" y="2714625"/>
                </a:lnTo>
                <a:lnTo>
                  <a:pt x="800100" y="2714625"/>
                </a:lnTo>
                <a:lnTo>
                  <a:pt x="800100" y="2705100"/>
                </a:lnTo>
                <a:lnTo>
                  <a:pt x="809625" y="2705100"/>
                </a:lnTo>
                <a:close/>
                <a:moveTo>
                  <a:pt x="904875" y="2695575"/>
                </a:moveTo>
                <a:lnTo>
                  <a:pt x="914400" y="2695575"/>
                </a:lnTo>
                <a:lnTo>
                  <a:pt x="914400" y="2705100"/>
                </a:lnTo>
                <a:lnTo>
                  <a:pt x="904875" y="2705100"/>
                </a:lnTo>
                <a:close/>
                <a:moveTo>
                  <a:pt x="1104900" y="2695575"/>
                </a:moveTo>
                <a:lnTo>
                  <a:pt x="1143000" y="2695575"/>
                </a:lnTo>
                <a:lnTo>
                  <a:pt x="1143000" y="2714625"/>
                </a:lnTo>
                <a:lnTo>
                  <a:pt x="1095375" y="2714625"/>
                </a:lnTo>
                <a:lnTo>
                  <a:pt x="1095375" y="2705100"/>
                </a:lnTo>
                <a:lnTo>
                  <a:pt x="1104900" y="2705100"/>
                </a:lnTo>
                <a:close/>
                <a:moveTo>
                  <a:pt x="447675" y="2705100"/>
                </a:moveTo>
                <a:lnTo>
                  <a:pt x="457200" y="2705100"/>
                </a:lnTo>
                <a:lnTo>
                  <a:pt x="457200" y="2714625"/>
                </a:lnTo>
                <a:lnTo>
                  <a:pt x="447675" y="2714625"/>
                </a:lnTo>
                <a:close/>
                <a:moveTo>
                  <a:pt x="838200" y="2705100"/>
                </a:moveTo>
                <a:lnTo>
                  <a:pt x="847725" y="2705100"/>
                </a:lnTo>
                <a:lnTo>
                  <a:pt x="847725" y="2714625"/>
                </a:lnTo>
                <a:lnTo>
                  <a:pt x="838200" y="2714625"/>
                </a:lnTo>
                <a:close/>
                <a:moveTo>
                  <a:pt x="438150" y="2714625"/>
                </a:moveTo>
                <a:lnTo>
                  <a:pt x="447675" y="2714625"/>
                </a:lnTo>
                <a:lnTo>
                  <a:pt x="447675" y="2724150"/>
                </a:lnTo>
                <a:lnTo>
                  <a:pt x="438150" y="2724150"/>
                </a:lnTo>
                <a:close/>
                <a:moveTo>
                  <a:pt x="762000" y="2714625"/>
                </a:moveTo>
                <a:lnTo>
                  <a:pt x="771525" y="2714625"/>
                </a:lnTo>
                <a:lnTo>
                  <a:pt x="771525" y="2724150"/>
                </a:lnTo>
                <a:lnTo>
                  <a:pt x="762000" y="2724150"/>
                </a:lnTo>
                <a:close/>
                <a:moveTo>
                  <a:pt x="1066800" y="2714625"/>
                </a:moveTo>
                <a:lnTo>
                  <a:pt x="1095375" y="2714625"/>
                </a:lnTo>
                <a:lnTo>
                  <a:pt x="1095375" y="2724150"/>
                </a:lnTo>
                <a:lnTo>
                  <a:pt x="1085850" y="2724150"/>
                </a:lnTo>
                <a:lnTo>
                  <a:pt x="1085850" y="2733675"/>
                </a:lnTo>
                <a:lnTo>
                  <a:pt x="1076325" y="2733675"/>
                </a:lnTo>
                <a:lnTo>
                  <a:pt x="1076325" y="2743200"/>
                </a:lnTo>
                <a:lnTo>
                  <a:pt x="1066800" y="2743200"/>
                </a:lnTo>
                <a:lnTo>
                  <a:pt x="1066800" y="2733675"/>
                </a:lnTo>
                <a:lnTo>
                  <a:pt x="1057275" y="2733675"/>
                </a:lnTo>
                <a:lnTo>
                  <a:pt x="1057275" y="2724150"/>
                </a:lnTo>
                <a:lnTo>
                  <a:pt x="1066800" y="2724150"/>
                </a:lnTo>
                <a:close/>
                <a:moveTo>
                  <a:pt x="1143000" y="2714625"/>
                </a:moveTo>
                <a:lnTo>
                  <a:pt x="1152525" y="2714625"/>
                </a:lnTo>
                <a:lnTo>
                  <a:pt x="1152525" y="2724150"/>
                </a:lnTo>
                <a:lnTo>
                  <a:pt x="1143000" y="2724150"/>
                </a:lnTo>
                <a:close/>
                <a:moveTo>
                  <a:pt x="428625" y="2724150"/>
                </a:moveTo>
                <a:lnTo>
                  <a:pt x="438150" y="2724150"/>
                </a:lnTo>
                <a:lnTo>
                  <a:pt x="438150" y="2733675"/>
                </a:lnTo>
                <a:lnTo>
                  <a:pt x="428625" y="2733675"/>
                </a:lnTo>
                <a:close/>
                <a:moveTo>
                  <a:pt x="1152525" y="2724150"/>
                </a:moveTo>
                <a:lnTo>
                  <a:pt x="1162050" y="2724150"/>
                </a:lnTo>
                <a:lnTo>
                  <a:pt x="1162050" y="2743200"/>
                </a:lnTo>
                <a:lnTo>
                  <a:pt x="1152525" y="2743200"/>
                </a:lnTo>
                <a:close/>
                <a:moveTo>
                  <a:pt x="1571625" y="2724150"/>
                </a:moveTo>
                <a:lnTo>
                  <a:pt x="1581150" y="2724150"/>
                </a:lnTo>
                <a:lnTo>
                  <a:pt x="1581150" y="2743200"/>
                </a:lnTo>
                <a:lnTo>
                  <a:pt x="1590675" y="2743200"/>
                </a:lnTo>
                <a:lnTo>
                  <a:pt x="1590675" y="2733675"/>
                </a:lnTo>
                <a:lnTo>
                  <a:pt x="1600200" y="2733675"/>
                </a:lnTo>
                <a:lnTo>
                  <a:pt x="1600200" y="2743200"/>
                </a:lnTo>
                <a:lnTo>
                  <a:pt x="1609725" y="2743200"/>
                </a:lnTo>
                <a:lnTo>
                  <a:pt x="1609725" y="2752725"/>
                </a:lnTo>
                <a:lnTo>
                  <a:pt x="1619250" y="2752725"/>
                </a:lnTo>
                <a:lnTo>
                  <a:pt x="1619250" y="2781300"/>
                </a:lnTo>
                <a:lnTo>
                  <a:pt x="1638300" y="2781300"/>
                </a:lnTo>
                <a:lnTo>
                  <a:pt x="1638300" y="2790825"/>
                </a:lnTo>
                <a:lnTo>
                  <a:pt x="1657350" y="2790825"/>
                </a:lnTo>
                <a:lnTo>
                  <a:pt x="1657350" y="2800350"/>
                </a:lnTo>
                <a:lnTo>
                  <a:pt x="1666875" y="2800350"/>
                </a:lnTo>
                <a:lnTo>
                  <a:pt x="1666875" y="2809875"/>
                </a:lnTo>
                <a:lnTo>
                  <a:pt x="1628775" y="2809875"/>
                </a:lnTo>
                <a:lnTo>
                  <a:pt x="1628775" y="2828925"/>
                </a:lnTo>
                <a:lnTo>
                  <a:pt x="1619250" y="2828925"/>
                </a:lnTo>
                <a:lnTo>
                  <a:pt x="1619250" y="2838450"/>
                </a:lnTo>
                <a:lnTo>
                  <a:pt x="1609725" y="2838450"/>
                </a:lnTo>
                <a:lnTo>
                  <a:pt x="1609725" y="2847975"/>
                </a:lnTo>
                <a:lnTo>
                  <a:pt x="1562100" y="2847975"/>
                </a:lnTo>
                <a:lnTo>
                  <a:pt x="1562100" y="2838450"/>
                </a:lnTo>
                <a:lnTo>
                  <a:pt x="1571625" y="2838450"/>
                </a:lnTo>
                <a:lnTo>
                  <a:pt x="1571625" y="2828925"/>
                </a:lnTo>
                <a:lnTo>
                  <a:pt x="1581150" y="2828925"/>
                </a:lnTo>
                <a:lnTo>
                  <a:pt x="1581150" y="2819400"/>
                </a:lnTo>
                <a:lnTo>
                  <a:pt x="1571625" y="2819400"/>
                </a:lnTo>
                <a:lnTo>
                  <a:pt x="1571625" y="2809875"/>
                </a:lnTo>
                <a:lnTo>
                  <a:pt x="1581150" y="2809875"/>
                </a:lnTo>
                <a:lnTo>
                  <a:pt x="1581150" y="2790825"/>
                </a:lnTo>
                <a:lnTo>
                  <a:pt x="1600200" y="2790825"/>
                </a:lnTo>
                <a:lnTo>
                  <a:pt x="1600200" y="2762250"/>
                </a:lnTo>
                <a:lnTo>
                  <a:pt x="1590675" y="2762250"/>
                </a:lnTo>
                <a:lnTo>
                  <a:pt x="1590675" y="2752725"/>
                </a:lnTo>
                <a:lnTo>
                  <a:pt x="1562100" y="2752725"/>
                </a:lnTo>
                <a:lnTo>
                  <a:pt x="1562100" y="2743200"/>
                </a:lnTo>
                <a:lnTo>
                  <a:pt x="1571625" y="2743200"/>
                </a:lnTo>
                <a:close/>
                <a:moveTo>
                  <a:pt x="400050" y="2733675"/>
                </a:moveTo>
                <a:lnTo>
                  <a:pt x="409575" y="2733675"/>
                </a:lnTo>
                <a:lnTo>
                  <a:pt x="409575" y="2743200"/>
                </a:lnTo>
                <a:lnTo>
                  <a:pt x="400050" y="2743200"/>
                </a:lnTo>
                <a:close/>
                <a:moveTo>
                  <a:pt x="1171575" y="2733675"/>
                </a:moveTo>
                <a:lnTo>
                  <a:pt x="1181100" y="2733675"/>
                </a:lnTo>
                <a:lnTo>
                  <a:pt x="1181100" y="2743200"/>
                </a:lnTo>
                <a:lnTo>
                  <a:pt x="1171575" y="2743200"/>
                </a:lnTo>
                <a:close/>
                <a:moveTo>
                  <a:pt x="1190625" y="2733675"/>
                </a:moveTo>
                <a:lnTo>
                  <a:pt x="1200150" y="2733675"/>
                </a:lnTo>
                <a:lnTo>
                  <a:pt x="1200150" y="2743200"/>
                </a:lnTo>
                <a:lnTo>
                  <a:pt x="1190625" y="2743200"/>
                </a:lnTo>
                <a:close/>
                <a:moveTo>
                  <a:pt x="1285875" y="2733675"/>
                </a:moveTo>
                <a:lnTo>
                  <a:pt x="1295400" y="2733675"/>
                </a:lnTo>
                <a:lnTo>
                  <a:pt x="1295400" y="2743200"/>
                </a:lnTo>
                <a:lnTo>
                  <a:pt x="1285875" y="2743200"/>
                </a:lnTo>
                <a:close/>
                <a:moveTo>
                  <a:pt x="1162050" y="2743200"/>
                </a:moveTo>
                <a:lnTo>
                  <a:pt x="1171575" y="2743200"/>
                </a:lnTo>
                <a:lnTo>
                  <a:pt x="1171575" y="2752725"/>
                </a:lnTo>
                <a:lnTo>
                  <a:pt x="1162050" y="2752725"/>
                </a:lnTo>
                <a:close/>
                <a:moveTo>
                  <a:pt x="400050" y="2771775"/>
                </a:moveTo>
                <a:lnTo>
                  <a:pt x="419100" y="2771775"/>
                </a:lnTo>
                <a:lnTo>
                  <a:pt x="419100" y="2790825"/>
                </a:lnTo>
                <a:lnTo>
                  <a:pt x="466725" y="2790825"/>
                </a:lnTo>
                <a:lnTo>
                  <a:pt x="466725" y="2781300"/>
                </a:lnTo>
                <a:lnTo>
                  <a:pt x="476250" y="2781300"/>
                </a:lnTo>
                <a:lnTo>
                  <a:pt x="476250" y="2790825"/>
                </a:lnTo>
                <a:lnTo>
                  <a:pt x="523875" y="2790825"/>
                </a:lnTo>
                <a:lnTo>
                  <a:pt x="523875" y="2819400"/>
                </a:lnTo>
                <a:lnTo>
                  <a:pt x="514350" y="2819400"/>
                </a:lnTo>
                <a:lnTo>
                  <a:pt x="514350" y="2828925"/>
                </a:lnTo>
                <a:lnTo>
                  <a:pt x="495300" y="2828925"/>
                </a:lnTo>
                <a:lnTo>
                  <a:pt x="495300" y="2819400"/>
                </a:lnTo>
                <a:lnTo>
                  <a:pt x="466725" y="2819400"/>
                </a:lnTo>
                <a:lnTo>
                  <a:pt x="466725" y="2828925"/>
                </a:lnTo>
                <a:lnTo>
                  <a:pt x="457200" y="2828925"/>
                </a:lnTo>
                <a:lnTo>
                  <a:pt x="457200" y="2819400"/>
                </a:lnTo>
                <a:lnTo>
                  <a:pt x="438150" y="2819400"/>
                </a:lnTo>
                <a:lnTo>
                  <a:pt x="438150" y="2809875"/>
                </a:lnTo>
                <a:lnTo>
                  <a:pt x="428625" y="2809875"/>
                </a:lnTo>
                <a:lnTo>
                  <a:pt x="428625" y="2800350"/>
                </a:lnTo>
                <a:lnTo>
                  <a:pt x="390525" y="2800350"/>
                </a:lnTo>
                <a:lnTo>
                  <a:pt x="390525" y="2781300"/>
                </a:lnTo>
                <a:lnTo>
                  <a:pt x="400050" y="2781300"/>
                </a:lnTo>
                <a:close/>
                <a:moveTo>
                  <a:pt x="895350" y="2790825"/>
                </a:moveTo>
                <a:lnTo>
                  <a:pt x="914400" y="2790825"/>
                </a:lnTo>
                <a:lnTo>
                  <a:pt x="914400" y="2800350"/>
                </a:lnTo>
                <a:lnTo>
                  <a:pt x="895350" y="2800350"/>
                </a:lnTo>
                <a:close/>
                <a:moveTo>
                  <a:pt x="1257300" y="2790825"/>
                </a:moveTo>
                <a:lnTo>
                  <a:pt x="1295400" y="2790825"/>
                </a:lnTo>
                <a:lnTo>
                  <a:pt x="1295400" y="2800350"/>
                </a:lnTo>
                <a:lnTo>
                  <a:pt x="1257300" y="2800350"/>
                </a:lnTo>
                <a:close/>
                <a:moveTo>
                  <a:pt x="228600" y="2800350"/>
                </a:moveTo>
                <a:lnTo>
                  <a:pt x="276225" y="2800350"/>
                </a:lnTo>
                <a:lnTo>
                  <a:pt x="276225" y="2809875"/>
                </a:lnTo>
                <a:lnTo>
                  <a:pt x="238125" y="2809875"/>
                </a:lnTo>
                <a:lnTo>
                  <a:pt x="238125" y="2847975"/>
                </a:lnTo>
                <a:lnTo>
                  <a:pt x="228600" y="2847975"/>
                </a:lnTo>
                <a:lnTo>
                  <a:pt x="228600" y="2828925"/>
                </a:lnTo>
                <a:lnTo>
                  <a:pt x="219075" y="2828925"/>
                </a:lnTo>
                <a:lnTo>
                  <a:pt x="219075" y="2819400"/>
                </a:lnTo>
                <a:lnTo>
                  <a:pt x="228600" y="2819400"/>
                </a:lnTo>
                <a:close/>
                <a:moveTo>
                  <a:pt x="1009650" y="2800350"/>
                </a:moveTo>
                <a:lnTo>
                  <a:pt x="1038225" y="2800350"/>
                </a:lnTo>
                <a:lnTo>
                  <a:pt x="1038225" y="2819400"/>
                </a:lnTo>
                <a:lnTo>
                  <a:pt x="1019175" y="2819400"/>
                </a:lnTo>
                <a:lnTo>
                  <a:pt x="1019175" y="2809875"/>
                </a:lnTo>
                <a:lnTo>
                  <a:pt x="1009650" y="2809875"/>
                </a:lnTo>
                <a:close/>
                <a:moveTo>
                  <a:pt x="295275" y="2809875"/>
                </a:moveTo>
                <a:lnTo>
                  <a:pt x="304800" y="2809875"/>
                </a:lnTo>
                <a:lnTo>
                  <a:pt x="304800" y="2819400"/>
                </a:lnTo>
                <a:lnTo>
                  <a:pt x="295275" y="2819400"/>
                </a:lnTo>
                <a:close/>
                <a:moveTo>
                  <a:pt x="371475" y="2809875"/>
                </a:moveTo>
                <a:lnTo>
                  <a:pt x="381000" y="2809875"/>
                </a:lnTo>
                <a:lnTo>
                  <a:pt x="381000" y="2819400"/>
                </a:lnTo>
                <a:lnTo>
                  <a:pt x="390525" y="2819400"/>
                </a:lnTo>
                <a:lnTo>
                  <a:pt x="390525" y="2828925"/>
                </a:lnTo>
                <a:lnTo>
                  <a:pt x="371475" y="2828925"/>
                </a:lnTo>
                <a:lnTo>
                  <a:pt x="371475" y="2847975"/>
                </a:lnTo>
                <a:lnTo>
                  <a:pt x="361950" y="2847975"/>
                </a:lnTo>
                <a:lnTo>
                  <a:pt x="361950" y="2819400"/>
                </a:lnTo>
                <a:lnTo>
                  <a:pt x="371475" y="2819400"/>
                </a:lnTo>
                <a:close/>
                <a:moveTo>
                  <a:pt x="895350" y="2809875"/>
                </a:moveTo>
                <a:lnTo>
                  <a:pt x="914400" y="2809875"/>
                </a:lnTo>
                <a:lnTo>
                  <a:pt x="914400" y="2838450"/>
                </a:lnTo>
                <a:lnTo>
                  <a:pt x="895350" y="2838450"/>
                </a:lnTo>
                <a:close/>
                <a:moveTo>
                  <a:pt x="1590675" y="2809875"/>
                </a:moveTo>
                <a:lnTo>
                  <a:pt x="1609725" y="2809875"/>
                </a:lnTo>
                <a:lnTo>
                  <a:pt x="1609725" y="2800350"/>
                </a:lnTo>
                <a:lnTo>
                  <a:pt x="1590675" y="2800350"/>
                </a:lnTo>
                <a:close/>
                <a:moveTo>
                  <a:pt x="285750" y="2819400"/>
                </a:moveTo>
                <a:lnTo>
                  <a:pt x="295275" y="2819400"/>
                </a:lnTo>
                <a:lnTo>
                  <a:pt x="295275" y="2828925"/>
                </a:lnTo>
                <a:lnTo>
                  <a:pt x="285750" y="2828925"/>
                </a:lnTo>
                <a:close/>
                <a:moveTo>
                  <a:pt x="1447800" y="2819400"/>
                </a:moveTo>
                <a:lnTo>
                  <a:pt x="1466850" y="2819400"/>
                </a:lnTo>
                <a:lnTo>
                  <a:pt x="1466850" y="2828925"/>
                </a:lnTo>
                <a:lnTo>
                  <a:pt x="1447800" y="2828925"/>
                </a:lnTo>
                <a:close/>
                <a:moveTo>
                  <a:pt x="1476375" y="2819400"/>
                </a:moveTo>
                <a:lnTo>
                  <a:pt x="1495425" y="2819400"/>
                </a:lnTo>
                <a:lnTo>
                  <a:pt x="1495425" y="2838450"/>
                </a:lnTo>
                <a:lnTo>
                  <a:pt x="1476375" y="2838450"/>
                </a:lnTo>
                <a:close/>
                <a:moveTo>
                  <a:pt x="714375" y="2971800"/>
                </a:moveTo>
                <a:lnTo>
                  <a:pt x="762000" y="2971800"/>
                </a:lnTo>
                <a:lnTo>
                  <a:pt x="762000" y="2981325"/>
                </a:lnTo>
                <a:lnTo>
                  <a:pt x="771525" y="2981325"/>
                </a:lnTo>
                <a:lnTo>
                  <a:pt x="771525" y="2990850"/>
                </a:lnTo>
                <a:lnTo>
                  <a:pt x="762000" y="2990850"/>
                </a:lnTo>
                <a:lnTo>
                  <a:pt x="762000" y="3000375"/>
                </a:lnTo>
                <a:lnTo>
                  <a:pt x="752475" y="3000375"/>
                </a:lnTo>
                <a:lnTo>
                  <a:pt x="752475" y="3057525"/>
                </a:lnTo>
                <a:lnTo>
                  <a:pt x="723900" y="3057525"/>
                </a:lnTo>
                <a:lnTo>
                  <a:pt x="723900" y="3048000"/>
                </a:lnTo>
                <a:lnTo>
                  <a:pt x="714375" y="3048000"/>
                </a:lnTo>
                <a:lnTo>
                  <a:pt x="714375" y="3057525"/>
                </a:lnTo>
                <a:lnTo>
                  <a:pt x="695325" y="3057525"/>
                </a:lnTo>
                <a:lnTo>
                  <a:pt x="695325" y="3048000"/>
                </a:lnTo>
                <a:lnTo>
                  <a:pt x="685800" y="3048000"/>
                </a:lnTo>
                <a:lnTo>
                  <a:pt x="685800" y="3009900"/>
                </a:lnTo>
                <a:lnTo>
                  <a:pt x="695325" y="3009900"/>
                </a:lnTo>
                <a:lnTo>
                  <a:pt x="695325" y="2981325"/>
                </a:lnTo>
                <a:lnTo>
                  <a:pt x="714375" y="2981325"/>
                </a:lnTo>
                <a:close/>
                <a:moveTo>
                  <a:pt x="1714500" y="2971800"/>
                </a:moveTo>
                <a:lnTo>
                  <a:pt x="1724025" y="2971800"/>
                </a:lnTo>
                <a:lnTo>
                  <a:pt x="1724025" y="2981325"/>
                </a:lnTo>
                <a:lnTo>
                  <a:pt x="1714500" y="2981325"/>
                </a:lnTo>
                <a:close/>
                <a:moveTo>
                  <a:pt x="514350" y="2981325"/>
                </a:moveTo>
                <a:lnTo>
                  <a:pt x="561975" y="2981325"/>
                </a:lnTo>
                <a:lnTo>
                  <a:pt x="561975" y="2990850"/>
                </a:lnTo>
                <a:lnTo>
                  <a:pt x="571500" y="2990850"/>
                </a:lnTo>
                <a:lnTo>
                  <a:pt x="571500" y="3009900"/>
                </a:lnTo>
                <a:lnTo>
                  <a:pt x="581025" y="3009900"/>
                </a:lnTo>
                <a:lnTo>
                  <a:pt x="581025" y="3028950"/>
                </a:lnTo>
                <a:lnTo>
                  <a:pt x="561975" y="3028950"/>
                </a:lnTo>
                <a:lnTo>
                  <a:pt x="561975" y="3019425"/>
                </a:lnTo>
                <a:lnTo>
                  <a:pt x="552450" y="3019425"/>
                </a:lnTo>
                <a:lnTo>
                  <a:pt x="552450" y="3028950"/>
                </a:lnTo>
                <a:lnTo>
                  <a:pt x="533400" y="3028950"/>
                </a:lnTo>
                <a:lnTo>
                  <a:pt x="533400" y="3057525"/>
                </a:lnTo>
                <a:lnTo>
                  <a:pt x="523875" y="3057525"/>
                </a:lnTo>
                <a:lnTo>
                  <a:pt x="523875" y="3048000"/>
                </a:lnTo>
                <a:lnTo>
                  <a:pt x="495300" y="3048000"/>
                </a:lnTo>
                <a:lnTo>
                  <a:pt x="495300" y="3038475"/>
                </a:lnTo>
                <a:lnTo>
                  <a:pt x="504825" y="3038475"/>
                </a:lnTo>
                <a:lnTo>
                  <a:pt x="504825" y="3019425"/>
                </a:lnTo>
                <a:lnTo>
                  <a:pt x="495300" y="3019425"/>
                </a:lnTo>
                <a:lnTo>
                  <a:pt x="495300" y="3009900"/>
                </a:lnTo>
                <a:lnTo>
                  <a:pt x="514350" y="3009900"/>
                </a:lnTo>
                <a:close/>
                <a:moveTo>
                  <a:pt x="609600" y="2981325"/>
                </a:moveTo>
                <a:lnTo>
                  <a:pt x="638175" y="2981325"/>
                </a:lnTo>
                <a:lnTo>
                  <a:pt x="638175" y="2990850"/>
                </a:lnTo>
                <a:lnTo>
                  <a:pt x="628650" y="2990850"/>
                </a:lnTo>
                <a:lnTo>
                  <a:pt x="628650" y="3009900"/>
                </a:lnTo>
                <a:lnTo>
                  <a:pt x="657225" y="3009900"/>
                </a:lnTo>
                <a:lnTo>
                  <a:pt x="657225" y="3038475"/>
                </a:lnTo>
                <a:lnTo>
                  <a:pt x="638175" y="3038475"/>
                </a:lnTo>
                <a:lnTo>
                  <a:pt x="638175" y="3048000"/>
                </a:lnTo>
                <a:lnTo>
                  <a:pt x="628650" y="3048000"/>
                </a:lnTo>
                <a:lnTo>
                  <a:pt x="628650" y="3057525"/>
                </a:lnTo>
                <a:lnTo>
                  <a:pt x="619125" y="3057525"/>
                </a:lnTo>
                <a:lnTo>
                  <a:pt x="619125" y="3048000"/>
                </a:lnTo>
                <a:lnTo>
                  <a:pt x="600075" y="3048000"/>
                </a:lnTo>
                <a:lnTo>
                  <a:pt x="600075" y="3028950"/>
                </a:lnTo>
                <a:lnTo>
                  <a:pt x="609600" y="3028950"/>
                </a:lnTo>
                <a:lnTo>
                  <a:pt x="609600" y="3019425"/>
                </a:lnTo>
                <a:lnTo>
                  <a:pt x="600075" y="3019425"/>
                </a:lnTo>
                <a:lnTo>
                  <a:pt x="600075" y="3009900"/>
                </a:lnTo>
                <a:lnTo>
                  <a:pt x="590550" y="3009900"/>
                </a:lnTo>
                <a:lnTo>
                  <a:pt x="590550" y="3000375"/>
                </a:lnTo>
                <a:lnTo>
                  <a:pt x="600075" y="3000375"/>
                </a:lnTo>
                <a:lnTo>
                  <a:pt x="600075" y="2990850"/>
                </a:lnTo>
                <a:lnTo>
                  <a:pt x="609600" y="2990850"/>
                </a:lnTo>
                <a:close/>
                <a:moveTo>
                  <a:pt x="247650" y="3000375"/>
                </a:moveTo>
                <a:lnTo>
                  <a:pt x="257175" y="3000375"/>
                </a:lnTo>
                <a:lnTo>
                  <a:pt x="257175" y="3019425"/>
                </a:lnTo>
                <a:lnTo>
                  <a:pt x="276225" y="3019425"/>
                </a:lnTo>
                <a:lnTo>
                  <a:pt x="276225" y="3028950"/>
                </a:lnTo>
                <a:lnTo>
                  <a:pt x="238125" y="3028950"/>
                </a:lnTo>
                <a:lnTo>
                  <a:pt x="238125" y="3019425"/>
                </a:lnTo>
                <a:lnTo>
                  <a:pt x="247650" y="3019425"/>
                </a:lnTo>
                <a:close/>
                <a:moveTo>
                  <a:pt x="714375" y="3000375"/>
                </a:moveTo>
                <a:lnTo>
                  <a:pt x="723900" y="3000375"/>
                </a:lnTo>
                <a:lnTo>
                  <a:pt x="723900" y="3009900"/>
                </a:lnTo>
                <a:lnTo>
                  <a:pt x="742950" y="3009900"/>
                </a:lnTo>
                <a:lnTo>
                  <a:pt x="742950" y="2990850"/>
                </a:lnTo>
                <a:lnTo>
                  <a:pt x="733425" y="2990850"/>
                </a:lnTo>
                <a:lnTo>
                  <a:pt x="733425" y="2981325"/>
                </a:lnTo>
                <a:lnTo>
                  <a:pt x="723900" y="2981325"/>
                </a:lnTo>
                <a:lnTo>
                  <a:pt x="723900" y="2990850"/>
                </a:lnTo>
                <a:lnTo>
                  <a:pt x="714375" y="2990850"/>
                </a:lnTo>
                <a:close/>
                <a:moveTo>
                  <a:pt x="1104900" y="3000375"/>
                </a:moveTo>
                <a:lnTo>
                  <a:pt x="1123950" y="3000375"/>
                </a:lnTo>
                <a:lnTo>
                  <a:pt x="1123950" y="3009900"/>
                </a:lnTo>
                <a:lnTo>
                  <a:pt x="1104900" y="3009900"/>
                </a:lnTo>
                <a:close/>
                <a:moveTo>
                  <a:pt x="866775" y="3009900"/>
                </a:moveTo>
                <a:lnTo>
                  <a:pt x="876300" y="3009900"/>
                </a:lnTo>
                <a:lnTo>
                  <a:pt x="876300" y="3019425"/>
                </a:lnTo>
                <a:lnTo>
                  <a:pt x="866775" y="3019425"/>
                </a:lnTo>
                <a:close/>
                <a:moveTo>
                  <a:pt x="962025" y="3019425"/>
                </a:moveTo>
                <a:lnTo>
                  <a:pt x="971550" y="3019425"/>
                </a:lnTo>
                <a:lnTo>
                  <a:pt x="971550" y="3038475"/>
                </a:lnTo>
                <a:lnTo>
                  <a:pt x="981075" y="3038475"/>
                </a:lnTo>
                <a:lnTo>
                  <a:pt x="981075" y="3048000"/>
                </a:lnTo>
                <a:lnTo>
                  <a:pt x="971550" y="3048000"/>
                </a:lnTo>
                <a:lnTo>
                  <a:pt x="971550" y="3057525"/>
                </a:lnTo>
                <a:lnTo>
                  <a:pt x="952500" y="3057525"/>
                </a:lnTo>
                <a:lnTo>
                  <a:pt x="952500" y="3028950"/>
                </a:lnTo>
                <a:lnTo>
                  <a:pt x="962025" y="3028950"/>
                </a:lnTo>
                <a:close/>
                <a:moveTo>
                  <a:pt x="314325" y="3028950"/>
                </a:moveTo>
                <a:lnTo>
                  <a:pt x="333375" y="3028950"/>
                </a:lnTo>
                <a:lnTo>
                  <a:pt x="333375" y="3038475"/>
                </a:lnTo>
                <a:lnTo>
                  <a:pt x="314325" y="3038475"/>
                </a:lnTo>
                <a:close/>
                <a:moveTo>
                  <a:pt x="581025" y="3028950"/>
                </a:moveTo>
                <a:lnTo>
                  <a:pt x="590550" y="3028950"/>
                </a:lnTo>
                <a:lnTo>
                  <a:pt x="590550" y="3038475"/>
                </a:lnTo>
                <a:lnTo>
                  <a:pt x="581025" y="3038475"/>
                </a:lnTo>
                <a:close/>
                <a:moveTo>
                  <a:pt x="790575" y="3038475"/>
                </a:moveTo>
                <a:lnTo>
                  <a:pt x="809625" y="3038475"/>
                </a:lnTo>
                <a:lnTo>
                  <a:pt x="809625" y="3048000"/>
                </a:lnTo>
                <a:lnTo>
                  <a:pt x="790575" y="3048000"/>
                </a:lnTo>
                <a:close/>
                <a:moveTo>
                  <a:pt x="838200" y="3038475"/>
                </a:moveTo>
                <a:lnTo>
                  <a:pt x="847725" y="3038475"/>
                </a:lnTo>
                <a:lnTo>
                  <a:pt x="847725" y="3057525"/>
                </a:lnTo>
                <a:lnTo>
                  <a:pt x="828675" y="3057525"/>
                </a:lnTo>
                <a:lnTo>
                  <a:pt x="828675" y="3048000"/>
                </a:lnTo>
                <a:lnTo>
                  <a:pt x="838200" y="3048000"/>
                </a:lnTo>
                <a:close/>
                <a:moveTo>
                  <a:pt x="990600" y="3038475"/>
                </a:moveTo>
                <a:lnTo>
                  <a:pt x="1009650" y="3038475"/>
                </a:lnTo>
                <a:lnTo>
                  <a:pt x="1009650" y="3057525"/>
                </a:lnTo>
                <a:lnTo>
                  <a:pt x="1000125" y="3057525"/>
                </a:lnTo>
                <a:lnTo>
                  <a:pt x="1000125" y="3048000"/>
                </a:lnTo>
                <a:lnTo>
                  <a:pt x="990600" y="3048000"/>
                </a:lnTo>
                <a:close/>
                <a:moveTo>
                  <a:pt x="533400" y="3057525"/>
                </a:moveTo>
                <a:lnTo>
                  <a:pt x="552450" y="3057525"/>
                </a:lnTo>
                <a:lnTo>
                  <a:pt x="552450" y="3067050"/>
                </a:lnTo>
                <a:lnTo>
                  <a:pt x="533400" y="3067050"/>
                </a:lnTo>
                <a:close/>
                <a:moveTo>
                  <a:pt x="1009650" y="3057525"/>
                </a:moveTo>
                <a:lnTo>
                  <a:pt x="1019175" y="3057525"/>
                </a:lnTo>
                <a:lnTo>
                  <a:pt x="1019175" y="3067050"/>
                </a:lnTo>
                <a:lnTo>
                  <a:pt x="1009650" y="3067050"/>
                </a:lnTo>
                <a:close/>
                <a:moveTo>
                  <a:pt x="457200" y="3067050"/>
                </a:moveTo>
                <a:lnTo>
                  <a:pt x="466725" y="3067050"/>
                </a:lnTo>
                <a:lnTo>
                  <a:pt x="466725" y="3076575"/>
                </a:lnTo>
                <a:lnTo>
                  <a:pt x="457200" y="3076575"/>
                </a:lnTo>
                <a:close/>
                <a:moveTo>
                  <a:pt x="714375" y="3067050"/>
                </a:moveTo>
                <a:lnTo>
                  <a:pt x="723900" y="3067050"/>
                </a:lnTo>
                <a:lnTo>
                  <a:pt x="723900" y="3076575"/>
                </a:lnTo>
                <a:lnTo>
                  <a:pt x="714375" y="3076575"/>
                </a:lnTo>
                <a:close/>
                <a:moveTo>
                  <a:pt x="1076325" y="3067050"/>
                </a:moveTo>
                <a:lnTo>
                  <a:pt x="1085850" y="3067050"/>
                </a:lnTo>
                <a:lnTo>
                  <a:pt x="1085850" y="3076575"/>
                </a:lnTo>
                <a:lnTo>
                  <a:pt x="1076325" y="3076575"/>
                </a:lnTo>
                <a:close/>
                <a:moveTo>
                  <a:pt x="438150" y="3076575"/>
                </a:moveTo>
                <a:lnTo>
                  <a:pt x="457200" y="3076575"/>
                </a:lnTo>
                <a:lnTo>
                  <a:pt x="457200" y="3086100"/>
                </a:lnTo>
                <a:lnTo>
                  <a:pt x="447675" y="3086100"/>
                </a:lnTo>
                <a:lnTo>
                  <a:pt x="447675" y="3095625"/>
                </a:lnTo>
                <a:lnTo>
                  <a:pt x="438150" y="3095625"/>
                </a:lnTo>
                <a:close/>
                <a:moveTo>
                  <a:pt x="742950" y="3114675"/>
                </a:moveTo>
                <a:lnTo>
                  <a:pt x="752475" y="3114675"/>
                </a:lnTo>
                <a:lnTo>
                  <a:pt x="752475" y="3124200"/>
                </a:lnTo>
                <a:lnTo>
                  <a:pt x="742950" y="3124200"/>
                </a:lnTo>
                <a:close/>
                <a:moveTo>
                  <a:pt x="1095375" y="3114675"/>
                </a:moveTo>
                <a:lnTo>
                  <a:pt x="1104900" y="3114675"/>
                </a:lnTo>
                <a:lnTo>
                  <a:pt x="1104900" y="3124200"/>
                </a:lnTo>
                <a:lnTo>
                  <a:pt x="1123950" y="3124200"/>
                </a:lnTo>
                <a:lnTo>
                  <a:pt x="1123950" y="3133725"/>
                </a:lnTo>
                <a:lnTo>
                  <a:pt x="1114425" y="3133725"/>
                </a:lnTo>
                <a:lnTo>
                  <a:pt x="1114425" y="3152775"/>
                </a:lnTo>
                <a:lnTo>
                  <a:pt x="1104900" y="3152775"/>
                </a:lnTo>
                <a:lnTo>
                  <a:pt x="1104900" y="3162300"/>
                </a:lnTo>
                <a:lnTo>
                  <a:pt x="1085850" y="3162300"/>
                </a:lnTo>
                <a:lnTo>
                  <a:pt x="1085850" y="3152775"/>
                </a:lnTo>
                <a:lnTo>
                  <a:pt x="1095375" y="3152775"/>
                </a:lnTo>
                <a:close/>
                <a:moveTo>
                  <a:pt x="552450" y="3124200"/>
                </a:moveTo>
                <a:lnTo>
                  <a:pt x="561975" y="3124200"/>
                </a:lnTo>
                <a:lnTo>
                  <a:pt x="561975" y="3133725"/>
                </a:lnTo>
                <a:lnTo>
                  <a:pt x="571500" y="3133725"/>
                </a:lnTo>
                <a:lnTo>
                  <a:pt x="571500" y="3124200"/>
                </a:lnTo>
                <a:lnTo>
                  <a:pt x="581025" y="3124200"/>
                </a:lnTo>
                <a:lnTo>
                  <a:pt x="581025" y="3143250"/>
                </a:lnTo>
                <a:lnTo>
                  <a:pt x="571500" y="3143250"/>
                </a:lnTo>
                <a:lnTo>
                  <a:pt x="571500" y="3152775"/>
                </a:lnTo>
                <a:lnTo>
                  <a:pt x="561975" y="3152775"/>
                </a:lnTo>
                <a:lnTo>
                  <a:pt x="561975" y="3171825"/>
                </a:lnTo>
                <a:lnTo>
                  <a:pt x="533400" y="3171825"/>
                </a:lnTo>
                <a:lnTo>
                  <a:pt x="533400" y="3162300"/>
                </a:lnTo>
                <a:lnTo>
                  <a:pt x="552450" y="3162300"/>
                </a:lnTo>
                <a:close/>
                <a:moveTo>
                  <a:pt x="828675" y="3124200"/>
                </a:moveTo>
                <a:lnTo>
                  <a:pt x="838200" y="3124200"/>
                </a:lnTo>
                <a:lnTo>
                  <a:pt x="838200" y="3133725"/>
                </a:lnTo>
                <a:lnTo>
                  <a:pt x="828675" y="3133725"/>
                </a:lnTo>
                <a:close/>
                <a:moveTo>
                  <a:pt x="1047750" y="3124200"/>
                </a:moveTo>
                <a:lnTo>
                  <a:pt x="1066800" y="3124200"/>
                </a:lnTo>
                <a:lnTo>
                  <a:pt x="1066800" y="3133725"/>
                </a:lnTo>
                <a:lnTo>
                  <a:pt x="1047750" y="3133725"/>
                </a:lnTo>
                <a:close/>
                <a:moveTo>
                  <a:pt x="847725" y="3133725"/>
                </a:moveTo>
                <a:lnTo>
                  <a:pt x="857250" y="3133725"/>
                </a:lnTo>
                <a:lnTo>
                  <a:pt x="857250" y="3143250"/>
                </a:lnTo>
                <a:lnTo>
                  <a:pt x="847725" y="3143250"/>
                </a:lnTo>
                <a:close/>
                <a:moveTo>
                  <a:pt x="904875" y="3133725"/>
                </a:moveTo>
                <a:lnTo>
                  <a:pt x="914400" y="3133725"/>
                </a:lnTo>
                <a:lnTo>
                  <a:pt x="914400" y="3143250"/>
                </a:lnTo>
                <a:lnTo>
                  <a:pt x="904875" y="3143250"/>
                </a:lnTo>
                <a:close/>
                <a:moveTo>
                  <a:pt x="1314450" y="3133725"/>
                </a:moveTo>
                <a:lnTo>
                  <a:pt x="1333500" y="3133725"/>
                </a:lnTo>
                <a:lnTo>
                  <a:pt x="1333500" y="3162300"/>
                </a:lnTo>
                <a:lnTo>
                  <a:pt x="1343025" y="3162300"/>
                </a:lnTo>
                <a:lnTo>
                  <a:pt x="1343025" y="3171825"/>
                </a:lnTo>
                <a:lnTo>
                  <a:pt x="1333500" y="3171825"/>
                </a:lnTo>
                <a:lnTo>
                  <a:pt x="1333500" y="3181350"/>
                </a:lnTo>
                <a:lnTo>
                  <a:pt x="1323975" y="3181350"/>
                </a:lnTo>
                <a:lnTo>
                  <a:pt x="1323975" y="3171825"/>
                </a:lnTo>
                <a:lnTo>
                  <a:pt x="1314450" y="3171825"/>
                </a:lnTo>
                <a:close/>
                <a:moveTo>
                  <a:pt x="1647825" y="3133725"/>
                </a:moveTo>
                <a:lnTo>
                  <a:pt x="1657350" y="3133725"/>
                </a:lnTo>
                <a:lnTo>
                  <a:pt x="1657350" y="3152775"/>
                </a:lnTo>
                <a:lnTo>
                  <a:pt x="1647825" y="3152775"/>
                </a:lnTo>
                <a:lnTo>
                  <a:pt x="1647825" y="3162300"/>
                </a:lnTo>
                <a:lnTo>
                  <a:pt x="1638300" y="3162300"/>
                </a:lnTo>
                <a:lnTo>
                  <a:pt x="1638300" y="3152775"/>
                </a:lnTo>
                <a:lnTo>
                  <a:pt x="1619250" y="3152775"/>
                </a:lnTo>
                <a:lnTo>
                  <a:pt x="1619250" y="3143250"/>
                </a:lnTo>
                <a:lnTo>
                  <a:pt x="1647825" y="3143250"/>
                </a:lnTo>
                <a:close/>
                <a:moveTo>
                  <a:pt x="447675" y="3143250"/>
                </a:moveTo>
                <a:lnTo>
                  <a:pt x="457200" y="3143250"/>
                </a:lnTo>
                <a:lnTo>
                  <a:pt x="457200" y="3162300"/>
                </a:lnTo>
                <a:lnTo>
                  <a:pt x="447675" y="3162300"/>
                </a:lnTo>
                <a:close/>
                <a:moveTo>
                  <a:pt x="800100" y="3143250"/>
                </a:moveTo>
                <a:lnTo>
                  <a:pt x="809625" y="3143250"/>
                </a:lnTo>
                <a:lnTo>
                  <a:pt x="809625" y="3152775"/>
                </a:lnTo>
                <a:lnTo>
                  <a:pt x="800100" y="3152775"/>
                </a:lnTo>
                <a:close/>
                <a:moveTo>
                  <a:pt x="819150" y="3143250"/>
                </a:moveTo>
                <a:lnTo>
                  <a:pt x="828675" y="3143250"/>
                </a:lnTo>
                <a:lnTo>
                  <a:pt x="828675" y="3162300"/>
                </a:lnTo>
                <a:lnTo>
                  <a:pt x="847725" y="3162300"/>
                </a:lnTo>
                <a:lnTo>
                  <a:pt x="847725" y="3152775"/>
                </a:lnTo>
                <a:lnTo>
                  <a:pt x="857250" y="3152775"/>
                </a:lnTo>
                <a:lnTo>
                  <a:pt x="857250" y="3162300"/>
                </a:lnTo>
                <a:lnTo>
                  <a:pt x="847725" y="3162300"/>
                </a:lnTo>
                <a:lnTo>
                  <a:pt x="847725" y="3171825"/>
                </a:lnTo>
                <a:lnTo>
                  <a:pt x="809625" y="3171825"/>
                </a:lnTo>
                <a:lnTo>
                  <a:pt x="809625" y="3152775"/>
                </a:lnTo>
                <a:lnTo>
                  <a:pt x="819150" y="3152775"/>
                </a:lnTo>
                <a:close/>
                <a:moveTo>
                  <a:pt x="876300" y="3143250"/>
                </a:moveTo>
                <a:lnTo>
                  <a:pt x="904875" y="3143250"/>
                </a:lnTo>
                <a:lnTo>
                  <a:pt x="904875" y="3181350"/>
                </a:lnTo>
                <a:lnTo>
                  <a:pt x="895350" y="3181350"/>
                </a:lnTo>
                <a:lnTo>
                  <a:pt x="895350" y="3162300"/>
                </a:lnTo>
                <a:lnTo>
                  <a:pt x="876300" y="3162300"/>
                </a:lnTo>
                <a:close/>
                <a:moveTo>
                  <a:pt x="1447800" y="3143250"/>
                </a:moveTo>
                <a:lnTo>
                  <a:pt x="1457325" y="3143250"/>
                </a:lnTo>
                <a:lnTo>
                  <a:pt x="1457325" y="3152775"/>
                </a:lnTo>
                <a:lnTo>
                  <a:pt x="1447800" y="3152775"/>
                </a:lnTo>
                <a:close/>
                <a:moveTo>
                  <a:pt x="409575" y="3152775"/>
                </a:moveTo>
                <a:lnTo>
                  <a:pt x="419100" y="3152775"/>
                </a:lnTo>
                <a:lnTo>
                  <a:pt x="419100" y="3162300"/>
                </a:lnTo>
                <a:lnTo>
                  <a:pt x="409575" y="3162300"/>
                </a:lnTo>
                <a:close/>
                <a:moveTo>
                  <a:pt x="657225" y="3152775"/>
                </a:moveTo>
                <a:lnTo>
                  <a:pt x="666750" y="3152775"/>
                </a:lnTo>
                <a:lnTo>
                  <a:pt x="666750" y="3171825"/>
                </a:lnTo>
                <a:lnTo>
                  <a:pt x="657225" y="3171825"/>
                </a:lnTo>
                <a:close/>
                <a:moveTo>
                  <a:pt x="1009650" y="3162300"/>
                </a:moveTo>
                <a:lnTo>
                  <a:pt x="1019175" y="3162300"/>
                </a:lnTo>
                <a:lnTo>
                  <a:pt x="1019175" y="3181350"/>
                </a:lnTo>
                <a:lnTo>
                  <a:pt x="1009650" y="3181350"/>
                </a:lnTo>
                <a:close/>
                <a:moveTo>
                  <a:pt x="1057275" y="3162300"/>
                </a:moveTo>
                <a:lnTo>
                  <a:pt x="1066800" y="3162300"/>
                </a:lnTo>
                <a:lnTo>
                  <a:pt x="1066800" y="3181350"/>
                </a:lnTo>
                <a:lnTo>
                  <a:pt x="1047750" y="3181350"/>
                </a:lnTo>
                <a:lnTo>
                  <a:pt x="1047750" y="3171825"/>
                </a:lnTo>
                <a:lnTo>
                  <a:pt x="1057275" y="3171825"/>
                </a:lnTo>
                <a:close/>
                <a:moveTo>
                  <a:pt x="1076325" y="3162300"/>
                </a:moveTo>
                <a:lnTo>
                  <a:pt x="1085850" y="3162300"/>
                </a:lnTo>
                <a:lnTo>
                  <a:pt x="1085850" y="3171825"/>
                </a:lnTo>
                <a:lnTo>
                  <a:pt x="1076325" y="3171825"/>
                </a:lnTo>
                <a:close/>
                <a:moveTo>
                  <a:pt x="1371600" y="3162300"/>
                </a:moveTo>
                <a:lnTo>
                  <a:pt x="1390650" y="3162300"/>
                </a:lnTo>
                <a:lnTo>
                  <a:pt x="1390650" y="3171825"/>
                </a:lnTo>
                <a:lnTo>
                  <a:pt x="1371600" y="3171825"/>
                </a:lnTo>
                <a:close/>
                <a:moveTo>
                  <a:pt x="590550" y="3171825"/>
                </a:moveTo>
                <a:lnTo>
                  <a:pt x="600075" y="3171825"/>
                </a:lnTo>
                <a:lnTo>
                  <a:pt x="600075" y="3181350"/>
                </a:lnTo>
                <a:lnTo>
                  <a:pt x="590550" y="3181350"/>
                </a:lnTo>
                <a:close/>
                <a:moveTo>
                  <a:pt x="619125" y="3171825"/>
                </a:moveTo>
                <a:lnTo>
                  <a:pt x="647700" y="3171825"/>
                </a:lnTo>
                <a:lnTo>
                  <a:pt x="647700" y="3181350"/>
                </a:lnTo>
                <a:lnTo>
                  <a:pt x="619125" y="3181350"/>
                </a:lnTo>
                <a:close/>
                <a:moveTo>
                  <a:pt x="723900" y="3171825"/>
                </a:moveTo>
                <a:lnTo>
                  <a:pt x="742950" y="3171825"/>
                </a:lnTo>
                <a:lnTo>
                  <a:pt x="742950" y="3181350"/>
                </a:lnTo>
                <a:lnTo>
                  <a:pt x="723900" y="3181350"/>
                </a:lnTo>
                <a:close/>
                <a:moveTo>
                  <a:pt x="752475" y="3171825"/>
                </a:moveTo>
                <a:lnTo>
                  <a:pt x="762000" y="3171825"/>
                </a:lnTo>
                <a:lnTo>
                  <a:pt x="762000" y="3181350"/>
                </a:lnTo>
                <a:lnTo>
                  <a:pt x="752475" y="3181350"/>
                </a:lnTo>
                <a:close/>
                <a:moveTo>
                  <a:pt x="1390650" y="3171825"/>
                </a:moveTo>
                <a:lnTo>
                  <a:pt x="1400175" y="3171825"/>
                </a:lnTo>
                <a:lnTo>
                  <a:pt x="1400175" y="3181350"/>
                </a:lnTo>
                <a:lnTo>
                  <a:pt x="1390650" y="3181350"/>
                </a:lnTo>
                <a:close/>
                <a:moveTo>
                  <a:pt x="1019175" y="3181350"/>
                </a:moveTo>
                <a:lnTo>
                  <a:pt x="1047750" y="3181350"/>
                </a:lnTo>
                <a:lnTo>
                  <a:pt x="1047750" y="3190875"/>
                </a:lnTo>
                <a:lnTo>
                  <a:pt x="1019175" y="3190875"/>
                </a:lnTo>
                <a:close/>
                <a:moveTo>
                  <a:pt x="1400175" y="3181350"/>
                </a:moveTo>
                <a:lnTo>
                  <a:pt x="1438275" y="3181350"/>
                </a:lnTo>
                <a:lnTo>
                  <a:pt x="1438275" y="3190875"/>
                </a:lnTo>
                <a:lnTo>
                  <a:pt x="1400175" y="3190875"/>
                </a:lnTo>
                <a:close/>
                <a:moveTo>
                  <a:pt x="762000" y="3190875"/>
                </a:moveTo>
                <a:lnTo>
                  <a:pt x="771525" y="3190875"/>
                </a:lnTo>
                <a:lnTo>
                  <a:pt x="771525" y="3200400"/>
                </a:lnTo>
                <a:lnTo>
                  <a:pt x="762000" y="3200400"/>
                </a:lnTo>
                <a:close/>
                <a:moveTo>
                  <a:pt x="438150" y="3200400"/>
                </a:moveTo>
                <a:lnTo>
                  <a:pt x="457200" y="3200400"/>
                </a:lnTo>
                <a:lnTo>
                  <a:pt x="457200" y="3209925"/>
                </a:lnTo>
                <a:lnTo>
                  <a:pt x="447675" y="3209925"/>
                </a:lnTo>
                <a:lnTo>
                  <a:pt x="447675" y="3219450"/>
                </a:lnTo>
                <a:lnTo>
                  <a:pt x="438150" y="3219450"/>
                </a:lnTo>
                <a:close/>
                <a:moveTo>
                  <a:pt x="209550" y="3219450"/>
                </a:moveTo>
                <a:lnTo>
                  <a:pt x="219075" y="3219450"/>
                </a:lnTo>
                <a:lnTo>
                  <a:pt x="219075" y="3228975"/>
                </a:lnTo>
                <a:lnTo>
                  <a:pt x="228600" y="3228975"/>
                </a:lnTo>
                <a:lnTo>
                  <a:pt x="228600" y="3248025"/>
                </a:lnTo>
                <a:lnTo>
                  <a:pt x="200025" y="3248025"/>
                </a:lnTo>
                <a:lnTo>
                  <a:pt x="200025" y="3238500"/>
                </a:lnTo>
                <a:lnTo>
                  <a:pt x="209550" y="3238500"/>
                </a:lnTo>
                <a:close/>
                <a:moveTo>
                  <a:pt x="390525" y="3219450"/>
                </a:moveTo>
                <a:lnTo>
                  <a:pt x="419100" y="3219450"/>
                </a:lnTo>
                <a:lnTo>
                  <a:pt x="419100" y="3228975"/>
                </a:lnTo>
                <a:lnTo>
                  <a:pt x="390525" y="3228975"/>
                </a:lnTo>
                <a:close/>
                <a:moveTo>
                  <a:pt x="704850" y="3228975"/>
                </a:moveTo>
                <a:lnTo>
                  <a:pt x="714375" y="3228975"/>
                </a:lnTo>
                <a:lnTo>
                  <a:pt x="714375" y="3238500"/>
                </a:lnTo>
                <a:lnTo>
                  <a:pt x="723900" y="3238500"/>
                </a:lnTo>
                <a:lnTo>
                  <a:pt x="723900" y="3248025"/>
                </a:lnTo>
                <a:lnTo>
                  <a:pt x="704850" y="3248025"/>
                </a:lnTo>
                <a:close/>
                <a:moveTo>
                  <a:pt x="942975" y="3228975"/>
                </a:moveTo>
                <a:lnTo>
                  <a:pt x="952500" y="3228975"/>
                </a:lnTo>
                <a:lnTo>
                  <a:pt x="952500" y="3238500"/>
                </a:lnTo>
                <a:lnTo>
                  <a:pt x="962025" y="3238500"/>
                </a:lnTo>
                <a:lnTo>
                  <a:pt x="962025" y="3248025"/>
                </a:lnTo>
                <a:lnTo>
                  <a:pt x="971550" y="3248025"/>
                </a:lnTo>
                <a:lnTo>
                  <a:pt x="971550" y="3267075"/>
                </a:lnTo>
                <a:lnTo>
                  <a:pt x="962025" y="3267075"/>
                </a:lnTo>
                <a:lnTo>
                  <a:pt x="962025" y="3276600"/>
                </a:lnTo>
                <a:lnTo>
                  <a:pt x="942975" y="3276600"/>
                </a:lnTo>
                <a:lnTo>
                  <a:pt x="942975" y="3257550"/>
                </a:lnTo>
                <a:lnTo>
                  <a:pt x="933450" y="3257550"/>
                </a:lnTo>
                <a:lnTo>
                  <a:pt x="933450" y="3248025"/>
                </a:lnTo>
                <a:lnTo>
                  <a:pt x="942975" y="3248025"/>
                </a:lnTo>
                <a:close/>
                <a:moveTo>
                  <a:pt x="333375" y="3238500"/>
                </a:moveTo>
                <a:lnTo>
                  <a:pt x="371475" y="3238500"/>
                </a:lnTo>
                <a:lnTo>
                  <a:pt x="371475" y="3248025"/>
                </a:lnTo>
                <a:lnTo>
                  <a:pt x="352425" y="3248025"/>
                </a:lnTo>
                <a:lnTo>
                  <a:pt x="352425" y="3257550"/>
                </a:lnTo>
                <a:lnTo>
                  <a:pt x="342900" y="3257550"/>
                </a:lnTo>
                <a:lnTo>
                  <a:pt x="342900" y="3267075"/>
                </a:lnTo>
                <a:lnTo>
                  <a:pt x="314325" y="3267075"/>
                </a:lnTo>
                <a:lnTo>
                  <a:pt x="314325" y="3257550"/>
                </a:lnTo>
                <a:lnTo>
                  <a:pt x="304800" y="3257550"/>
                </a:lnTo>
                <a:lnTo>
                  <a:pt x="304800" y="3248025"/>
                </a:lnTo>
                <a:lnTo>
                  <a:pt x="333375" y="3248025"/>
                </a:lnTo>
                <a:close/>
                <a:moveTo>
                  <a:pt x="914400" y="3238500"/>
                </a:moveTo>
                <a:lnTo>
                  <a:pt x="923925" y="3238500"/>
                </a:lnTo>
                <a:lnTo>
                  <a:pt x="923925" y="3257550"/>
                </a:lnTo>
                <a:lnTo>
                  <a:pt x="904875" y="3257550"/>
                </a:lnTo>
                <a:lnTo>
                  <a:pt x="904875" y="3248025"/>
                </a:lnTo>
                <a:lnTo>
                  <a:pt x="914400" y="3248025"/>
                </a:lnTo>
                <a:close/>
                <a:moveTo>
                  <a:pt x="1123950" y="3238500"/>
                </a:moveTo>
                <a:lnTo>
                  <a:pt x="1133475" y="3238500"/>
                </a:lnTo>
                <a:lnTo>
                  <a:pt x="1133475" y="3248025"/>
                </a:lnTo>
                <a:lnTo>
                  <a:pt x="1123950" y="3248025"/>
                </a:lnTo>
                <a:close/>
                <a:moveTo>
                  <a:pt x="1400175" y="3238500"/>
                </a:moveTo>
                <a:lnTo>
                  <a:pt x="1428750" y="3238500"/>
                </a:lnTo>
                <a:lnTo>
                  <a:pt x="1428750" y="3248025"/>
                </a:lnTo>
                <a:lnTo>
                  <a:pt x="1447800" y="3248025"/>
                </a:lnTo>
                <a:lnTo>
                  <a:pt x="1447800" y="3276600"/>
                </a:lnTo>
                <a:lnTo>
                  <a:pt x="1476375" y="3276600"/>
                </a:lnTo>
                <a:lnTo>
                  <a:pt x="1476375" y="3286125"/>
                </a:lnTo>
                <a:lnTo>
                  <a:pt x="1428750" y="3286125"/>
                </a:lnTo>
                <a:lnTo>
                  <a:pt x="1428750" y="3276600"/>
                </a:lnTo>
                <a:lnTo>
                  <a:pt x="1419225" y="3276600"/>
                </a:lnTo>
                <a:lnTo>
                  <a:pt x="1419225" y="3267075"/>
                </a:lnTo>
                <a:lnTo>
                  <a:pt x="1409700" y="3267075"/>
                </a:lnTo>
                <a:lnTo>
                  <a:pt x="1409700" y="3276600"/>
                </a:lnTo>
                <a:lnTo>
                  <a:pt x="1400175" y="3276600"/>
                </a:lnTo>
                <a:lnTo>
                  <a:pt x="1400175" y="3286125"/>
                </a:lnTo>
                <a:lnTo>
                  <a:pt x="1362075" y="3286125"/>
                </a:lnTo>
                <a:lnTo>
                  <a:pt x="1362075" y="3276600"/>
                </a:lnTo>
                <a:lnTo>
                  <a:pt x="1390650" y="3276600"/>
                </a:lnTo>
                <a:lnTo>
                  <a:pt x="1390650" y="3267075"/>
                </a:lnTo>
                <a:lnTo>
                  <a:pt x="1400175" y="3267075"/>
                </a:lnTo>
                <a:close/>
                <a:moveTo>
                  <a:pt x="228600" y="3248025"/>
                </a:moveTo>
                <a:lnTo>
                  <a:pt x="238125" y="3248025"/>
                </a:lnTo>
                <a:lnTo>
                  <a:pt x="238125" y="3257550"/>
                </a:lnTo>
                <a:lnTo>
                  <a:pt x="228600" y="3257550"/>
                </a:lnTo>
                <a:close/>
                <a:moveTo>
                  <a:pt x="666750" y="3248025"/>
                </a:moveTo>
                <a:lnTo>
                  <a:pt x="695325" y="3248025"/>
                </a:lnTo>
                <a:lnTo>
                  <a:pt x="695325" y="3257550"/>
                </a:lnTo>
                <a:lnTo>
                  <a:pt x="666750" y="3257550"/>
                </a:lnTo>
                <a:close/>
                <a:moveTo>
                  <a:pt x="885825" y="3248025"/>
                </a:moveTo>
                <a:lnTo>
                  <a:pt x="895350" y="3248025"/>
                </a:lnTo>
                <a:lnTo>
                  <a:pt x="895350" y="3257550"/>
                </a:lnTo>
                <a:lnTo>
                  <a:pt x="885825" y="3257550"/>
                </a:lnTo>
                <a:close/>
                <a:moveTo>
                  <a:pt x="1104900" y="3248025"/>
                </a:moveTo>
                <a:lnTo>
                  <a:pt x="1123950" y="3248025"/>
                </a:lnTo>
                <a:lnTo>
                  <a:pt x="1123950" y="3257550"/>
                </a:lnTo>
                <a:lnTo>
                  <a:pt x="1104900" y="3257550"/>
                </a:lnTo>
                <a:close/>
                <a:moveTo>
                  <a:pt x="1543050" y="3248025"/>
                </a:moveTo>
                <a:lnTo>
                  <a:pt x="1562100" y="3248025"/>
                </a:lnTo>
                <a:lnTo>
                  <a:pt x="1562100" y="3257550"/>
                </a:lnTo>
                <a:lnTo>
                  <a:pt x="1543050" y="3257550"/>
                </a:lnTo>
                <a:close/>
                <a:moveTo>
                  <a:pt x="1571625" y="3248025"/>
                </a:moveTo>
                <a:lnTo>
                  <a:pt x="1581150" y="3248025"/>
                </a:lnTo>
                <a:lnTo>
                  <a:pt x="1581150" y="3257550"/>
                </a:lnTo>
                <a:lnTo>
                  <a:pt x="1571625" y="3257550"/>
                </a:lnTo>
                <a:close/>
                <a:moveTo>
                  <a:pt x="257175" y="3257550"/>
                </a:moveTo>
                <a:lnTo>
                  <a:pt x="276225" y="3257550"/>
                </a:lnTo>
                <a:lnTo>
                  <a:pt x="276225" y="3267075"/>
                </a:lnTo>
                <a:lnTo>
                  <a:pt x="257175" y="3267075"/>
                </a:lnTo>
                <a:close/>
                <a:moveTo>
                  <a:pt x="504825" y="3257550"/>
                </a:moveTo>
                <a:lnTo>
                  <a:pt x="523875" y="3257550"/>
                </a:lnTo>
                <a:lnTo>
                  <a:pt x="523875" y="3276600"/>
                </a:lnTo>
                <a:lnTo>
                  <a:pt x="514350" y="3276600"/>
                </a:lnTo>
                <a:lnTo>
                  <a:pt x="514350" y="3286125"/>
                </a:lnTo>
                <a:lnTo>
                  <a:pt x="504825" y="3286125"/>
                </a:lnTo>
                <a:close/>
                <a:moveTo>
                  <a:pt x="819150" y="3257550"/>
                </a:moveTo>
                <a:lnTo>
                  <a:pt x="828675" y="3257550"/>
                </a:lnTo>
                <a:lnTo>
                  <a:pt x="828675" y="3276600"/>
                </a:lnTo>
                <a:lnTo>
                  <a:pt x="847725" y="3276600"/>
                </a:lnTo>
                <a:lnTo>
                  <a:pt x="847725" y="3267075"/>
                </a:lnTo>
                <a:lnTo>
                  <a:pt x="866775" y="3267075"/>
                </a:lnTo>
                <a:lnTo>
                  <a:pt x="866775" y="3286125"/>
                </a:lnTo>
                <a:lnTo>
                  <a:pt x="752475" y="3286125"/>
                </a:lnTo>
                <a:lnTo>
                  <a:pt x="752475" y="3276600"/>
                </a:lnTo>
                <a:lnTo>
                  <a:pt x="781050" y="3276600"/>
                </a:lnTo>
                <a:lnTo>
                  <a:pt x="781050" y="3267075"/>
                </a:lnTo>
                <a:lnTo>
                  <a:pt x="819150" y="3267075"/>
                </a:lnTo>
                <a:close/>
                <a:moveTo>
                  <a:pt x="1257300" y="3257550"/>
                </a:moveTo>
                <a:lnTo>
                  <a:pt x="1314450" y="3257550"/>
                </a:lnTo>
                <a:lnTo>
                  <a:pt x="1314450" y="3267075"/>
                </a:lnTo>
                <a:lnTo>
                  <a:pt x="1257300" y="3267075"/>
                </a:lnTo>
                <a:close/>
                <a:moveTo>
                  <a:pt x="1343025" y="3257550"/>
                </a:moveTo>
                <a:lnTo>
                  <a:pt x="1352550" y="3257550"/>
                </a:lnTo>
                <a:lnTo>
                  <a:pt x="1352550" y="3276600"/>
                </a:lnTo>
                <a:lnTo>
                  <a:pt x="1343025" y="3276600"/>
                </a:lnTo>
                <a:close/>
                <a:moveTo>
                  <a:pt x="1581150" y="3257550"/>
                </a:moveTo>
                <a:lnTo>
                  <a:pt x="1590675" y="3257550"/>
                </a:lnTo>
                <a:lnTo>
                  <a:pt x="1590675" y="3286125"/>
                </a:lnTo>
                <a:lnTo>
                  <a:pt x="1581150" y="3286125"/>
                </a:lnTo>
                <a:close/>
                <a:moveTo>
                  <a:pt x="1247775" y="3267075"/>
                </a:moveTo>
                <a:lnTo>
                  <a:pt x="1257300" y="3267075"/>
                </a:lnTo>
                <a:lnTo>
                  <a:pt x="1257300" y="3276600"/>
                </a:lnTo>
                <a:lnTo>
                  <a:pt x="1247775" y="3276600"/>
                </a:lnTo>
                <a:close/>
                <a:moveTo>
                  <a:pt x="1495425" y="3267075"/>
                </a:moveTo>
                <a:lnTo>
                  <a:pt x="1514475" y="3267075"/>
                </a:lnTo>
                <a:lnTo>
                  <a:pt x="1514475" y="3286125"/>
                </a:lnTo>
                <a:lnTo>
                  <a:pt x="1504950" y="3286125"/>
                </a:lnTo>
                <a:lnTo>
                  <a:pt x="1504950" y="3276600"/>
                </a:lnTo>
                <a:lnTo>
                  <a:pt x="1495425" y="3276600"/>
                </a:lnTo>
                <a:close/>
                <a:moveTo>
                  <a:pt x="466725" y="3276600"/>
                </a:moveTo>
                <a:lnTo>
                  <a:pt x="476250" y="3276600"/>
                </a:lnTo>
                <a:lnTo>
                  <a:pt x="476250" y="3286125"/>
                </a:lnTo>
                <a:lnTo>
                  <a:pt x="466725" y="3286125"/>
                </a:lnTo>
                <a:close/>
                <a:moveTo>
                  <a:pt x="590550" y="3276600"/>
                </a:moveTo>
                <a:lnTo>
                  <a:pt x="600075" y="3276600"/>
                </a:lnTo>
                <a:lnTo>
                  <a:pt x="600075" y="3286125"/>
                </a:lnTo>
                <a:lnTo>
                  <a:pt x="590550" y="3286125"/>
                </a:lnTo>
                <a:close/>
                <a:moveTo>
                  <a:pt x="1066800" y="3276600"/>
                </a:moveTo>
                <a:lnTo>
                  <a:pt x="1076325" y="3276600"/>
                </a:lnTo>
                <a:lnTo>
                  <a:pt x="1076325" y="3286125"/>
                </a:lnTo>
                <a:lnTo>
                  <a:pt x="1085850" y="3286125"/>
                </a:lnTo>
                <a:lnTo>
                  <a:pt x="1085850" y="3276600"/>
                </a:lnTo>
                <a:lnTo>
                  <a:pt x="1095375" y="3276600"/>
                </a:lnTo>
                <a:lnTo>
                  <a:pt x="1095375" y="3286125"/>
                </a:lnTo>
                <a:lnTo>
                  <a:pt x="1085850" y="3286125"/>
                </a:lnTo>
                <a:lnTo>
                  <a:pt x="1085850" y="3295650"/>
                </a:lnTo>
                <a:lnTo>
                  <a:pt x="1057275" y="3295650"/>
                </a:lnTo>
                <a:lnTo>
                  <a:pt x="1057275" y="3286125"/>
                </a:lnTo>
                <a:lnTo>
                  <a:pt x="1066800" y="3286125"/>
                </a:lnTo>
                <a:close/>
                <a:moveTo>
                  <a:pt x="1295400" y="3276600"/>
                </a:moveTo>
                <a:lnTo>
                  <a:pt x="1314450" y="3276600"/>
                </a:lnTo>
                <a:lnTo>
                  <a:pt x="1314450" y="3286125"/>
                </a:lnTo>
                <a:lnTo>
                  <a:pt x="1304925" y="3286125"/>
                </a:lnTo>
                <a:lnTo>
                  <a:pt x="1304925" y="3295650"/>
                </a:lnTo>
                <a:lnTo>
                  <a:pt x="1257300" y="3295650"/>
                </a:lnTo>
                <a:lnTo>
                  <a:pt x="1257300" y="3286125"/>
                </a:lnTo>
                <a:lnTo>
                  <a:pt x="1295400" y="3286125"/>
                </a:lnTo>
                <a:close/>
                <a:moveTo>
                  <a:pt x="800100" y="3467100"/>
                </a:moveTo>
                <a:lnTo>
                  <a:pt x="828675" y="3467100"/>
                </a:lnTo>
                <a:lnTo>
                  <a:pt x="828675" y="3476625"/>
                </a:lnTo>
                <a:lnTo>
                  <a:pt x="838200" y="3476625"/>
                </a:lnTo>
                <a:lnTo>
                  <a:pt x="838200" y="3486150"/>
                </a:lnTo>
                <a:lnTo>
                  <a:pt x="847725" y="3486150"/>
                </a:lnTo>
                <a:lnTo>
                  <a:pt x="847725" y="3495675"/>
                </a:lnTo>
                <a:lnTo>
                  <a:pt x="857250" y="3495675"/>
                </a:lnTo>
                <a:lnTo>
                  <a:pt x="857250" y="3524250"/>
                </a:lnTo>
                <a:lnTo>
                  <a:pt x="847725" y="3524250"/>
                </a:lnTo>
                <a:lnTo>
                  <a:pt x="847725" y="3514725"/>
                </a:lnTo>
                <a:lnTo>
                  <a:pt x="838200" y="3514725"/>
                </a:lnTo>
                <a:lnTo>
                  <a:pt x="838200" y="3505200"/>
                </a:lnTo>
                <a:lnTo>
                  <a:pt x="819150" y="3505200"/>
                </a:lnTo>
                <a:lnTo>
                  <a:pt x="819150" y="3486150"/>
                </a:lnTo>
                <a:lnTo>
                  <a:pt x="809625" y="3486150"/>
                </a:lnTo>
                <a:lnTo>
                  <a:pt x="809625" y="3495675"/>
                </a:lnTo>
                <a:lnTo>
                  <a:pt x="800100" y="3495675"/>
                </a:lnTo>
                <a:lnTo>
                  <a:pt x="800100" y="3486150"/>
                </a:lnTo>
                <a:lnTo>
                  <a:pt x="781050" y="3486150"/>
                </a:lnTo>
                <a:lnTo>
                  <a:pt x="781050" y="3495675"/>
                </a:lnTo>
                <a:lnTo>
                  <a:pt x="771525" y="3495675"/>
                </a:lnTo>
                <a:lnTo>
                  <a:pt x="771525" y="3476625"/>
                </a:lnTo>
                <a:lnTo>
                  <a:pt x="800100" y="3476625"/>
                </a:lnTo>
                <a:close/>
                <a:moveTo>
                  <a:pt x="990600" y="3467100"/>
                </a:moveTo>
                <a:lnTo>
                  <a:pt x="1009650" y="3467100"/>
                </a:lnTo>
                <a:lnTo>
                  <a:pt x="1009650" y="3476625"/>
                </a:lnTo>
                <a:lnTo>
                  <a:pt x="1028700" y="3476625"/>
                </a:lnTo>
                <a:lnTo>
                  <a:pt x="1028700" y="3486150"/>
                </a:lnTo>
                <a:lnTo>
                  <a:pt x="1019175" y="3486150"/>
                </a:lnTo>
                <a:lnTo>
                  <a:pt x="1019175" y="3495675"/>
                </a:lnTo>
                <a:lnTo>
                  <a:pt x="1000125" y="3495675"/>
                </a:lnTo>
                <a:lnTo>
                  <a:pt x="1000125" y="3533775"/>
                </a:lnTo>
                <a:lnTo>
                  <a:pt x="981075" y="3533775"/>
                </a:lnTo>
                <a:lnTo>
                  <a:pt x="981075" y="3524250"/>
                </a:lnTo>
                <a:lnTo>
                  <a:pt x="990600" y="3524250"/>
                </a:lnTo>
                <a:close/>
                <a:moveTo>
                  <a:pt x="333375" y="3476625"/>
                </a:moveTo>
                <a:lnTo>
                  <a:pt x="342900" y="3476625"/>
                </a:lnTo>
                <a:lnTo>
                  <a:pt x="342900" y="3486150"/>
                </a:lnTo>
                <a:lnTo>
                  <a:pt x="352425" y="3486150"/>
                </a:lnTo>
                <a:lnTo>
                  <a:pt x="352425" y="3495675"/>
                </a:lnTo>
                <a:lnTo>
                  <a:pt x="333375" y="3495675"/>
                </a:lnTo>
                <a:close/>
                <a:moveTo>
                  <a:pt x="381000" y="3476625"/>
                </a:moveTo>
                <a:lnTo>
                  <a:pt x="400050" y="3476625"/>
                </a:lnTo>
                <a:lnTo>
                  <a:pt x="400050" y="3486150"/>
                </a:lnTo>
                <a:lnTo>
                  <a:pt x="381000" y="3486150"/>
                </a:lnTo>
                <a:close/>
                <a:moveTo>
                  <a:pt x="428625" y="3476625"/>
                </a:moveTo>
                <a:lnTo>
                  <a:pt x="466725" y="3476625"/>
                </a:lnTo>
                <a:lnTo>
                  <a:pt x="466725" y="3486150"/>
                </a:lnTo>
                <a:lnTo>
                  <a:pt x="428625" y="3486150"/>
                </a:lnTo>
                <a:close/>
                <a:moveTo>
                  <a:pt x="476250" y="3476625"/>
                </a:moveTo>
                <a:lnTo>
                  <a:pt x="485775" y="3476625"/>
                </a:lnTo>
                <a:lnTo>
                  <a:pt x="485775" y="3486150"/>
                </a:lnTo>
                <a:lnTo>
                  <a:pt x="476250" y="3486150"/>
                </a:lnTo>
                <a:close/>
                <a:moveTo>
                  <a:pt x="504825" y="3476625"/>
                </a:moveTo>
                <a:lnTo>
                  <a:pt x="523875" y="3476625"/>
                </a:lnTo>
                <a:lnTo>
                  <a:pt x="523875" y="3495675"/>
                </a:lnTo>
                <a:lnTo>
                  <a:pt x="485775" y="3495675"/>
                </a:lnTo>
                <a:lnTo>
                  <a:pt x="485775" y="3486150"/>
                </a:lnTo>
                <a:lnTo>
                  <a:pt x="504825" y="3486150"/>
                </a:lnTo>
                <a:close/>
                <a:moveTo>
                  <a:pt x="685800" y="3476625"/>
                </a:moveTo>
                <a:lnTo>
                  <a:pt x="752475" y="3476625"/>
                </a:lnTo>
                <a:lnTo>
                  <a:pt x="752475" y="3486150"/>
                </a:lnTo>
                <a:lnTo>
                  <a:pt x="704850" y="3486150"/>
                </a:lnTo>
                <a:lnTo>
                  <a:pt x="704850" y="3505200"/>
                </a:lnTo>
                <a:lnTo>
                  <a:pt x="695325" y="3505200"/>
                </a:lnTo>
                <a:lnTo>
                  <a:pt x="695325" y="3524250"/>
                </a:lnTo>
                <a:lnTo>
                  <a:pt x="685800" y="3524250"/>
                </a:lnTo>
                <a:close/>
                <a:moveTo>
                  <a:pt x="1057275" y="3476625"/>
                </a:moveTo>
                <a:lnTo>
                  <a:pt x="1066800" y="3476625"/>
                </a:lnTo>
                <a:lnTo>
                  <a:pt x="1066800" y="3486150"/>
                </a:lnTo>
                <a:lnTo>
                  <a:pt x="1057275" y="3486150"/>
                </a:lnTo>
                <a:close/>
                <a:moveTo>
                  <a:pt x="1085850" y="3476625"/>
                </a:moveTo>
                <a:lnTo>
                  <a:pt x="1104900" y="3476625"/>
                </a:lnTo>
                <a:lnTo>
                  <a:pt x="1104900" y="3486150"/>
                </a:lnTo>
                <a:lnTo>
                  <a:pt x="1085850" y="3486150"/>
                </a:lnTo>
                <a:close/>
                <a:moveTo>
                  <a:pt x="1133475" y="3476625"/>
                </a:moveTo>
                <a:lnTo>
                  <a:pt x="1143000" y="3476625"/>
                </a:lnTo>
                <a:lnTo>
                  <a:pt x="1143000" y="3486150"/>
                </a:lnTo>
                <a:lnTo>
                  <a:pt x="1133475" y="3486150"/>
                </a:lnTo>
                <a:close/>
                <a:moveTo>
                  <a:pt x="1371600" y="3476625"/>
                </a:moveTo>
                <a:lnTo>
                  <a:pt x="1419225" y="3476625"/>
                </a:lnTo>
                <a:lnTo>
                  <a:pt x="1419225" y="3486150"/>
                </a:lnTo>
                <a:lnTo>
                  <a:pt x="1428750" y="3486150"/>
                </a:lnTo>
                <a:lnTo>
                  <a:pt x="1428750" y="3495675"/>
                </a:lnTo>
                <a:lnTo>
                  <a:pt x="1409700" y="3495675"/>
                </a:lnTo>
                <a:lnTo>
                  <a:pt x="1409700" y="3533775"/>
                </a:lnTo>
                <a:lnTo>
                  <a:pt x="1400175" y="3533775"/>
                </a:lnTo>
                <a:lnTo>
                  <a:pt x="1400175" y="3524250"/>
                </a:lnTo>
                <a:lnTo>
                  <a:pt x="1371600" y="3524250"/>
                </a:lnTo>
                <a:lnTo>
                  <a:pt x="1371600" y="3533775"/>
                </a:lnTo>
                <a:lnTo>
                  <a:pt x="1343025" y="3533775"/>
                </a:lnTo>
                <a:lnTo>
                  <a:pt x="1343025" y="3495675"/>
                </a:lnTo>
                <a:lnTo>
                  <a:pt x="1362075" y="3495675"/>
                </a:lnTo>
                <a:lnTo>
                  <a:pt x="1362075" y="3486150"/>
                </a:lnTo>
                <a:lnTo>
                  <a:pt x="1371600" y="3486150"/>
                </a:lnTo>
                <a:close/>
                <a:moveTo>
                  <a:pt x="752475" y="3486150"/>
                </a:moveTo>
                <a:lnTo>
                  <a:pt x="762000" y="3486150"/>
                </a:lnTo>
                <a:lnTo>
                  <a:pt x="762000" y="3495675"/>
                </a:lnTo>
                <a:lnTo>
                  <a:pt x="752475" y="3495675"/>
                </a:lnTo>
                <a:close/>
                <a:moveTo>
                  <a:pt x="1190625" y="3486150"/>
                </a:moveTo>
                <a:lnTo>
                  <a:pt x="1200150" y="3486150"/>
                </a:lnTo>
                <a:lnTo>
                  <a:pt x="1200150" y="3495675"/>
                </a:lnTo>
                <a:lnTo>
                  <a:pt x="1190625" y="3495675"/>
                </a:lnTo>
                <a:close/>
                <a:moveTo>
                  <a:pt x="171450" y="3505200"/>
                </a:moveTo>
                <a:lnTo>
                  <a:pt x="180975" y="3505200"/>
                </a:lnTo>
                <a:lnTo>
                  <a:pt x="180975" y="3514725"/>
                </a:lnTo>
                <a:lnTo>
                  <a:pt x="190500" y="3514725"/>
                </a:lnTo>
                <a:lnTo>
                  <a:pt x="190500" y="3524250"/>
                </a:lnTo>
                <a:lnTo>
                  <a:pt x="171450" y="3524250"/>
                </a:lnTo>
                <a:lnTo>
                  <a:pt x="171450" y="3533775"/>
                </a:lnTo>
                <a:lnTo>
                  <a:pt x="152400" y="3533775"/>
                </a:lnTo>
                <a:lnTo>
                  <a:pt x="152400" y="3571875"/>
                </a:lnTo>
                <a:lnTo>
                  <a:pt x="133350" y="3571875"/>
                </a:lnTo>
                <a:lnTo>
                  <a:pt x="133350" y="3543300"/>
                </a:lnTo>
                <a:lnTo>
                  <a:pt x="142875" y="3543300"/>
                </a:lnTo>
                <a:lnTo>
                  <a:pt x="142875" y="3524250"/>
                </a:lnTo>
                <a:lnTo>
                  <a:pt x="161925" y="3524250"/>
                </a:lnTo>
                <a:lnTo>
                  <a:pt x="161925" y="3514725"/>
                </a:lnTo>
                <a:lnTo>
                  <a:pt x="171450" y="3514725"/>
                </a:lnTo>
                <a:close/>
                <a:moveTo>
                  <a:pt x="333375" y="3514725"/>
                </a:moveTo>
                <a:lnTo>
                  <a:pt x="342900" y="3514725"/>
                </a:lnTo>
                <a:lnTo>
                  <a:pt x="342900" y="3533775"/>
                </a:lnTo>
                <a:lnTo>
                  <a:pt x="333375" y="3533775"/>
                </a:lnTo>
                <a:close/>
                <a:moveTo>
                  <a:pt x="381000" y="3514725"/>
                </a:moveTo>
                <a:lnTo>
                  <a:pt x="400050" y="3514725"/>
                </a:lnTo>
                <a:lnTo>
                  <a:pt x="400050" y="3524250"/>
                </a:lnTo>
                <a:lnTo>
                  <a:pt x="381000" y="3524250"/>
                </a:lnTo>
                <a:close/>
                <a:moveTo>
                  <a:pt x="1152525" y="3514725"/>
                </a:moveTo>
                <a:lnTo>
                  <a:pt x="1162050" y="3514725"/>
                </a:lnTo>
                <a:lnTo>
                  <a:pt x="1162050" y="3524250"/>
                </a:lnTo>
                <a:lnTo>
                  <a:pt x="1171575" y="3524250"/>
                </a:lnTo>
                <a:lnTo>
                  <a:pt x="1171575" y="3533775"/>
                </a:lnTo>
                <a:lnTo>
                  <a:pt x="1152525" y="3533775"/>
                </a:lnTo>
                <a:close/>
                <a:moveTo>
                  <a:pt x="1200150" y="3514725"/>
                </a:moveTo>
                <a:lnTo>
                  <a:pt x="1209675" y="3514725"/>
                </a:lnTo>
                <a:lnTo>
                  <a:pt x="1209675" y="3543300"/>
                </a:lnTo>
                <a:lnTo>
                  <a:pt x="1200150" y="3543300"/>
                </a:lnTo>
                <a:lnTo>
                  <a:pt x="1200150" y="3533775"/>
                </a:lnTo>
                <a:lnTo>
                  <a:pt x="1190625" y="3533775"/>
                </a:lnTo>
                <a:lnTo>
                  <a:pt x="1190625" y="3524250"/>
                </a:lnTo>
                <a:lnTo>
                  <a:pt x="1200150" y="3524250"/>
                </a:lnTo>
                <a:close/>
                <a:moveTo>
                  <a:pt x="190500" y="3524250"/>
                </a:moveTo>
                <a:lnTo>
                  <a:pt x="200025" y="3524250"/>
                </a:lnTo>
                <a:lnTo>
                  <a:pt x="200025" y="3533775"/>
                </a:lnTo>
                <a:lnTo>
                  <a:pt x="190500" y="3533775"/>
                </a:lnTo>
                <a:close/>
                <a:moveTo>
                  <a:pt x="514350" y="3524250"/>
                </a:moveTo>
                <a:lnTo>
                  <a:pt x="523875" y="3524250"/>
                </a:lnTo>
                <a:lnTo>
                  <a:pt x="523875" y="3533775"/>
                </a:lnTo>
                <a:lnTo>
                  <a:pt x="514350" y="3533775"/>
                </a:lnTo>
                <a:close/>
                <a:moveTo>
                  <a:pt x="581025" y="3524250"/>
                </a:moveTo>
                <a:lnTo>
                  <a:pt x="590550" y="3524250"/>
                </a:lnTo>
                <a:lnTo>
                  <a:pt x="590550" y="3533775"/>
                </a:lnTo>
                <a:lnTo>
                  <a:pt x="581025" y="3533775"/>
                </a:lnTo>
                <a:close/>
                <a:moveTo>
                  <a:pt x="1352550" y="3524250"/>
                </a:moveTo>
                <a:lnTo>
                  <a:pt x="1362075" y="3524250"/>
                </a:lnTo>
                <a:lnTo>
                  <a:pt x="1362075" y="3514725"/>
                </a:lnTo>
                <a:lnTo>
                  <a:pt x="1352550" y="3514725"/>
                </a:lnTo>
                <a:close/>
                <a:moveTo>
                  <a:pt x="200025" y="3533775"/>
                </a:moveTo>
                <a:lnTo>
                  <a:pt x="209550" y="3533775"/>
                </a:lnTo>
                <a:lnTo>
                  <a:pt x="209550" y="3552825"/>
                </a:lnTo>
                <a:lnTo>
                  <a:pt x="200025" y="3552825"/>
                </a:lnTo>
                <a:close/>
                <a:moveTo>
                  <a:pt x="695325" y="3533775"/>
                </a:moveTo>
                <a:lnTo>
                  <a:pt x="704850" y="3533775"/>
                </a:lnTo>
                <a:lnTo>
                  <a:pt x="704850" y="3552825"/>
                </a:lnTo>
                <a:lnTo>
                  <a:pt x="695325" y="3552825"/>
                </a:lnTo>
                <a:close/>
                <a:moveTo>
                  <a:pt x="1009650" y="3533775"/>
                </a:moveTo>
                <a:lnTo>
                  <a:pt x="1019175" y="3533775"/>
                </a:lnTo>
                <a:lnTo>
                  <a:pt x="1019175" y="3543300"/>
                </a:lnTo>
                <a:lnTo>
                  <a:pt x="1009650" y="3543300"/>
                </a:lnTo>
                <a:close/>
                <a:moveTo>
                  <a:pt x="1409700" y="3533775"/>
                </a:moveTo>
                <a:lnTo>
                  <a:pt x="1428750" y="3533775"/>
                </a:lnTo>
                <a:lnTo>
                  <a:pt x="1428750" y="3562350"/>
                </a:lnTo>
                <a:lnTo>
                  <a:pt x="1419225" y="3562350"/>
                </a:lnTo>
                <a:lnTo>
                  <a:pt x="1419225" y="3571875"/>
                </a:lnTo>
                <a:lnTo>
                  <a:pt x="1409700" y="3571875"/>
                </a:lnTo>
                <a:lnTo>
                  <a:pt x="1409700" y="3581400"/>
                </a:lnTo>
                <a:lnTo>
                  <a:pt x="1390650" y="3581400"/>
                </a:lnTo>
                <a:lnTo>
                  <a:pt x="1390650" y="3600450"/>
                </a:lnTo>
                <a:lnTo>
                  <a:pt x="1371600" y="3600450"/>
                </a:lnTo>
                <a:lnTo>
                  <a:pt x="1371600" y="3609975"/>
                </a:lnTo>
                <a:lnTo>
                  <a:pt x="1352550" y="3609975"/>
                </a:lnTo>
                <a:lnTo>
                  <a:pt x="1352550" y="3600450"/>
                </a:lnTo>
                <a:lnTo>
                  <a:pt x="1362075" y="3600450"/>
                </a:lnTo>
                <a:lnTo>
                  <a:pt x="1362075" y="3590925"/>
                </a:lnTo>
                <a:lnTo>
                  <a:pt x="1333500" y="3590925"/>
                </a:lnTo>
                <a:lnTo>
                  <a:pt x="1333500" y="3581400"/>
                </a:lnTo>
                <a:lnTo>
                  <a:pt x="1362075" y="3581400"/>
                </a:lnTo>
                <a:lnTo>
                  <a:pt x="1362075" y="3571875"/>
                </a:lnTo>
                <a:lnTo>
                  <a:pt x="1390650" y="3571875"/>
                </a:lnTo>
                <a:lnTo>
                  <a:pt x="1390650" y="3562350"/>
                </a:lnTo>
                <a:lnTo>
                  <a:pt x="1400175" y="3562350"/>
                </a:lnTo>
                <a:lnTo>
                  <a:pt x="1400175" y="3543300"/>
                </a:lnTo>
                <a:lnTo>
                  <a:pt x="1409700" y="3543300"/>
                </a:lnTo>
                <a:close/>
                <a:moveTo>
                  <a:pt x="1362075" y="3543300"/>
                </a:moveTo>
                <a:lnTo>
                  <a:pt x="1371600" y="3543300"/>
                </a:lnTo>
                <a:lnTo>
                  <a:pt x="1371600" y="3552825"/>
                </a:lnTo>
                <a:lnTo>
                  <a:pt x="1362075" y="3552825"/>
                </a:lnTo>
                <a:close/>
                <a:moveTo>
                  <a:pt x="514350" y="3562350"/>
                </a:moveTo>
                <a:lnTo>
                  <a:pt x="523875" y="3562350"/>
                </a:lnTo>
                <a:lnTo>
                  <a:pt x="523875" y="3571875"/>
                </a:lnTo>
                <a:lnTo>
                  <a:pt x="533400" y="3571875"/>
                </a:lnTo>
                <a:lnTo>
                  <a:pt x="533400" y="3581400"/>
                </a:lnTo>
                <a:lnTo>
                  <a:pt x="523875" y="3581400"/>
                </a:lnTo>
                <a:lnTo>
                  <a:pt x="523875" y="3590925"/>
                </a:lnTo>
                <a:lnTo>
                  <a:pt x="514350" y="3590925"/>
                </a:lnTo>
                <a:close/>
                <a:moveTo>
                  <a:pt x="209550" y="3571875"/>
                </a:moveTo>
                <a:lnTo>
                  <a:pt x="219075" y="3571875"/>
                </a:lnTo>
                <a:lnTo>
                  <a:pt x="219075" y="3581400"/>
                </a:lnTo>
                <a:lnTo>
                  <a:pt x="209550" y="3581400"/>
                </a:lnTo>
                <a:close/>
                <a:moveTo>
                  <a:pt x="676275" y="3571875"/>
                </a:moveTo>
                <a:lnTo>
                  <a:pt x="685800" y="3571875"/>
                </a:lnTo>
                <a:lnTo>
                  <a:pt x="685800" y="3590925"/>
                </a:lnTo>
                <a:lnTo>
                  <a:pt x="647700" y="3590925"/>
                </a:lnTo>
                <a:lnTo>
                  <a:pt x="647700" y="3581400"/>
                </a:lnTo>
                <a:lnTo>
                  <a:pt x="676275" y="3581400"/>
                </a:lnTo>
                <a:close/>
                <a:moveTo>
                  <a:pt x="1076325" y="3571875"/>
                </a:moveTo>
                <a:lnTo>
                  <a:pt x="1085850" y="3571875"/>
                </a:lnTo>
                <a:lnTo>
                  <a:pt x="1085850" y="3581400"/>
                </a:lnTo>
                <a:lnTo>
                  <a:pt x="1076325" y="3581400"/>
                </a:lnTo>
                <a:close/>
                <a:moveTo>
                  <a:pt x="1152525" y="3571875"/>
                </a:moveTo>
                <a:lnTo>
                  <a:pt x="1162050" y="3571875"/>
                </a:lnTo>
                <a:lnTo>
                  <a:pt x="1162050" y="3581400"/>
                </a:lnTo>
                <a:lnTo>
                  <a:pt x="1219200" y="3581400"/>
                </a:lnTo>
                <a:lnTo>
                  <a:pt x="1219200" y="3590925"/>
                </a:lnTo>
                <a:lnTo>
                  <a:pt x="1152525" y="3590925"/>
                </a:lnTo>
                <a:close/>
                <a:moveTo>
                  <a:pt x="142875" y="3581400"/>
                </a:moveTo>
                <a:lnTo>
                  <a:pt x="152400" y="3581400"/>
                </a:lnTo>
                <a:lnTo>
                  <a:pt x="152400" y="3590925"/>
                </a:lnTo>
                <a:lnTo>
                  <a:pt x="142875" y="3590925"/>
                </a:lnTo>
                <a:close/>
                <a:moveTo>
                  <a:pt x="276225" y="3581400"/>
                </a:moveTo>
                <a:lnTo>
                  <a:pt x="295275" y="3581400"/>
                </a:lnTo>
                <a:lnTo>
                  <a:pt x="295275" y="3590925"/>
                </a:lnTo>
                <a:lnTo>
                  <a:pt x="276225" y="3590925"/>
                </a:lnTo>
                <a:close/>
                <a:moveTo>
                  <a:pt x="314325" y="3581400"/>
                </a:moveTo>
                <a:lnTo>
                  <a:pt x="333375" y="3581400"/>
                </a:lnTo>
                <a:lnTo>
                  <a:pt x="333375" y="3590925"/>
                </a:lnTo>
                <a:lnTo>
                  <a:pt x="314325" y="3590925"/>
                </a:lnTo>
                <a:close/>
                <a:moveTo>
                  <a:pt x="552450" y="3581400"/>
                </a:moveTo>
                <a:lnTo>
                  <a:pt x="571500" y="3581400"/>
                </a:lnTo>
                <a:lnTo>
                  <a:pt x="571500" y="3590925"/>
                </a:lnTo>
                <a:lnTo>
                  <a:pt x="552450" y="3590925"/>
                </a:lnTo>
                <a:close/>
                <a:moveTo>
                  <a:pt x="600075" y="3581400"/>
                </a:moveTo>
                <a:lnTo>
                  <a:pt x="619125" y="3581400"/>
                </a:lnTo>
                <a:lnTo>
                  <a:pt x="619125" y="3600450"/>
                </a:lnTo>
                <a:lnTo>
                  <a:pt x="628650" y="3600450"/>
                </a:lnTo>
                <a:lnTo>
                  <a:pt x="628650" y="3609975"/>
                </a:lnTo>
                <a:lnTo>
                  <a:pt x="600075" y="3609975"/>
                </a:lnTo>
                <a:lnTo>
                  <a:pt x="600075" y="3600450"/>
                </a:lnTo>
                <a:lnTo>
                  <a:pt x="609600" y="3600450"/>
                </a:lnTo>
                <a:lnTo>
                  <a:pt x="609600" y="3590925"/>
                </a:lnTo>
                <a:lnTo>
                  <a:pt x="600075" y="3590925"/>
                </a:lnTo>
                <a:close/>
                <a:moveTo>
                  <a:pt x="895350" y="3581400"/>
                </a:moveTo>
                <a:lnTo>
                  <a:pt x="933450" y="3581400"/>
                </a:lnTo>
                <a:lnTo>
                  <a:pt x="933450" y="3609975"/>
                </a:lnTo>
                <a:lnTo>
                  <a:pt x="923925" y="3609975"/>
                </a:lnTo>
                <a:lnTo>
                  <a:pt x="923925" y="3590925"/>
                </a:lnTo>
                <a:lnTo>
                  <a:pt x="914400" y="3590925"/>
                </a:lnTo>
                <a:lnTo>
                  <a:pt x="914400" y="3609975"/>
                </a:lnTo>
                <a:lnTo>
                  <a:pt x="904875" y="3609975"/>
                </a:lnTo>
                <a:lnTo>
                  <a:pt x="904875" y="3590925"/>
                </a:lnTo>
                <a:lnTo>
                  <a:pt x="895350" y="3590925"/>
                </a:lnTo>
                <a:close/>
                <a:moveTo>
                  <a:pt x="1066800" y="3581400"/>
                </a:moveTo>
                <a:lnTo>
                  <a:pt x="1076325" y="3581400"/>
                </a:lnTo>
                <a:lnTo>
                  <a:pt x="1076325" y="3600450"/>
                </a:lnTo>
                <a:lnTo>
                  <a:pt x="1066800" y="3600450"/>
                </a:lnTo>
                <a:close/>
                <a:moveTo>
                  <a:pt x="1285875" y="3581400"/>
                </a:moveTo>
                <a:lnTo>
                  <a:pt x="1295400" y="3581400"/>
                </a:lnTo>
                <a:lnTo>
                  <a:pt x="1295400" y="3590925"/>
                </a:lnTo>
                <a:lnTo>
                  <a:pt x="1285875" y="3590925"/>
                </a:lnTo>
                <a:close/>
                <a:moveTo>
                  <a:pt x="1304925" y="3581400"/>
                </a:moveTo>
                <a:lnTo>
                  <a:pt x="1314450" y="3581400"/>
                </a:lnTo>
                <a:lnTo>
                  <a:pt x="1314450" y="3590925"/>
                </a:lnTo>
                <a:lnTo>
                  <a:pt x="1304925" y="3590925"/>
                </a:lnTo>
                <a:close/>
                <a:moveTo>
                  <a:pt x="152400" y="3590925"/>
                </a:moveTo>
                <a:lnTo>
                  <a:pt x="161925" y="3590925"/>
                </a:lnTo>
                <a:lnTo>
                  <a:pt x="161925" y="3600450"/>
                </a:lnTo>
                <a:lnTo>
                  <a:pt x="152400" y="3600450"/>
                </a:lnTo>
                <a:close/>
                <a:moveTo>
                  <a:pt x="228600" y="3590925"/>
                </a:moveTo>
                <a:lnTo>
                  <a:pt x="257175" y="3590925"/>
                </a:lnTo>
                <a:lnTo>
                  <a:pt x="257175" y="3600450"/>
                </a:lnTo>
                <a:lnTo>
                  <a:pt x="247650" y="3600450"/>
                </a:lnTo>
                <a:lnTo>
                  <a:pt x="247650" y="3609975"/>
                </a:lnTo>
                <a:lnTo>
                  <a:pt x="238125" y="3609975"/>
                </a:lnTo>
                <a:lnTo>
                  <a:pt x="238125" y="3600450"/>
                </a:lnTo>
                <a:lnTo>
                  <a:pt x="228600" y="3600450"/>
                </a:lnTo>
                <a:close/>
                <a:moveTo>
                  <a:pt x="942975" y="3590925"/>
                </a:moveTo>
                <a:lnTo>
                  <a:pt x="990600" y="3590925"/>
                </a:lnTo>
                <a:lnTo>
                  <a:pt x="990600" y="3609975"/>
                </a:lnTo>
                <a:lnTo>
                  <a:pt x="942975" y="3609975"/>
                </a:lnTo>
                <a:close/>
                <a:moveTo>
                  <a:pt x="1009650" y="3600450"/>
                </a:moveTo>
                <a:lnTo>
                  <a:pt x="1019175" y="3600450"/>
                </a:lnTo>
                <a:lnTo>
                  <a:pt x="1019175" y="3609975"/>
                </a:lnTo>
                <a:lnTo>
                  <a:pt x="1009650" y="3609975"/>
                </a:lnTo>
                <a:close/>
                <a:moveTo>
                  <a:pt x="1190625" y="3600450"/>
                </a:moveTo>
                <a:lnTo>
                  <a:pt x="1200150" y="3600450"/>
                </a:lnTo>
                <a:lnTo>
                  <a:pt x="1200150" y="3609975"/>
                </a:lnTo>
                <a:lnTo>
                  <a:pt x="1190625" y="3609975"/>
                </a:lnTo>
                <a:close/>
                <a:moveTo>
                  <a:pt x="1019175" y="3609975"/>
                </a:moveTo>
                <a:lnTo>
                  <a:pt x="1028700" y="3609975"/>
                </a:lnTo>
                <a:lnTo>
                  <a:pt x="1028700" y="3619500"/>
                </a:lnTo>
                <a:lnTo>
                  <a:pt x="1038225" y="3619500"/>
                </a:lnTo>
                <a:lnTo>
                  <a:pt x="1038225" y="3609975"/>
                </a:lnTo>
                <a:lnTo>
                  <a:pt x="1047750" y="3609975"/>
                </a:lnTo>
                <a:lnTo>
                  <a:pt x="1047750" y="3638550"/>
                </a:lnTo>
                <a:lnTo>
                  <a:pt x="1000125" y="3638550"/>
                </a:lnTo>
                <a:lnTo>
                  <a:pt x="1000125" y="3629025"/>
                </a:lnTo>
                <a:lnTo>
                  <a:pt x="1009650" y="3629025"/>
                </a:lnTo>
                <a:lnTo>
                  <a:pt x="1009650" y="3619500"/>
                </a:lnTo>
                <a:lnTo>
                  <a:pt x="1019175" y="3619500"/>
                </a:lnTo>
                <a:close/>
                <a:moveTo>
                  <a:pt x="419100" y="3629025"/>
                </a:moveTo>
                <a:lnTo>
                  <a:pt x="428625" y="3629025"/>
                </a:lnTo>
                <a:lnTo>
                  <a:pt x="428625" y="3638550"/>
                </a:lnTo>
                <a:lnTo>
                  <a:pt x="419100" y="3638550"/>
                </a:lnTo>
                <a:close/>
                <a:moveTo>
                  <a:pt x="838200" y="3629025"/>
                </a:moveTo>
                <a:lnTo>
                  <a:pt x="847725" y="3629025"/>
                </a:lnTo>
                <a:lnTo>
                  <a:pt x="847725" y="3648075"/>
                </a:lnTo>
                <a:lnTo>
                  <a:pt x="838200" y="3648075"/>
                </a:lnTo>
                <a:close/>
                <a:moveTo>
                  <a:pt x="1076325" y="3629025"/>
                </a:moveTo>
                <a:lnTo>
                  <a:pt x="1085850" y="3629025"/>
                </a:lnTo>
                <a:lnTo>
                  <a:pt x="1085850" y="3638550"/>
                </a:lnTo>
                <a:lnTo>
                  <a:pt x="1076325" y="3638550"/>
                </a:lnTo>
                <a:close/>
                <a:moveTo>
                  <a:pt x="1419225" y="3629025"/>
                </a:moveTo>
                <a:lnTo>
                  <a:pt x="1428750" y="3629025"/>
                </a:lnTo>
                <a:lnTo>
                  <a:pt x="1428750" y="3638550"/>
                </a:lnTo>
                <a:lnTo>
                  <a:pt x="1438275" y="3638550"/>
                </a:lnTo>
                <a:lnTo>
                  <a:pt x="1438275" y="3648075"/>
                </a:lnTo>
                <a:lnTo>
                  <a:pt x="1504950" y="3648075"/>
                </a:lnTo>
                <a:lnTo>
                  <a:pt x="1504950" y="3667125"/>
                </a:lnTo>
                <a:lnTo>
                  <a:pt x="1495425" y="3667125"/>
                </a:lnTo>
                <a:lnTo>
                  <a:pt x="1495425" y="3695700"/>
                </a:lnTo>
                <a:lnTo>
                  <a:pt x="1485900" y="3695700"/>
                </a:lnTo>
                <a:lnTo>
                  <a:pt x="1485900" y="3705225"/>
                </a:lnTo>
                <a:lnTo>
                  <a:pt x="1495425" y="3705225"/>
                </a:lnTo>
                <a:lnTo>
                  <a:pt x="1495425" y="3714750"/>
                </a:lnTo>
                <a:lnTo>
                  <a:pt x="1466850" y="3714750"/>
                </a:lnTo>
                <a:lnTo>
                  <a:pt x="1466850" y="3705225"/>
                </a:lnTo>
                <a:lnTo>
                  <a:pt x="1476375" y="3705225"/>
                </a:lnTo>
                <a:lnTo>
                  <a:pt x="1476375" y="3695700"/>
                </a:lnTo>
                <a:lnTo>
                  <a:pt x="1457325" y="3695700"/>
                </a:lnTo>
                <a:lnTo>
                  <a:pt x="1457325" y="3686175"/>
                </a:lnTo>
                <a:lnTo>
                  <a:pt x="1447800" y="3686175"/>
                </a:lnTo>
                <a:lnTo>
                  <a:pt x="1447800" y="3695700"/>
                </a:lnTo>
                <a:lnTo>
                  <a:pt x="1438275" y="3695700"/>
                </a:lnTo>
                <a:lnTo>
                  <a:pt x="1438275" y="3686175"/>
                </a:lnTo>
                <a:lnTo>
                  <a:pt x="1400175" y="3686175"/>
                </a:lnTo>
                <a:lnTo>
                  <a:pt x="1400175" y="3657600"/>
                </a:lnTo>
                <a:lnTo>
                  <a:pt x="1409700" y="3657600"/>
                </a:lnTo>
                <a:lnTo>
                  <a:pt x="1409700" y="3638550"/>
                </a:lnTo>
                <a:lnTo>
                  <a:pt x="1419225" y="3638550"/>
                </a:lnTo>
                <a:close/>
                <a:moveTo>
                  <a:pt x="361950" y="3638550"/>
                </a:moveTo>
                <a:lnTo>
                  <a:pt x="381000" y="3638550"/>
                </a:lnTo>
                <a:lnTo>
                  <a:pt x="381000" y="3667125"/>
                </a:lnTo>
                <a:lnTo>
                  <a:pt x="361950" y="3667125"/>
                </a:lnTo>
                <a:close/>
                <a:moveTo>
                  <a:pt x="771525" y="3638550"/>
                </a:moveTo>
                <a:lnTo>
                  <a:pt x="781050" y="3638550"/>
                </a:lnTo>
                <a:lnTo>
                  <a:pt x="781050" y="3648075"/>
                </a:lnTo>
                <a:lnTo>
                  <a:pt x="771525" y="3648075"/>
                </a:lnTo>
                <a:close/>
                <a:moveTo>
                  <a:pt x="1085850" y="3657600"/>
                </a:moveTo>
                <a:lnTo>
                  <a:pt x="1095375" y="3657600"/>
                </a:lnTo>
                <a:lnTo>
                  <a:pt x="1095375" y="3676650"/>
                </a:lnTo>
                <a:lnTo>
                  <a:pt x="1085850" y="3676650"/>
                </a:lnTo>
                <a:close/>
                <a:moveTo>
                  <a:pt x="409575" y="3667125"/>
                </a:moveTo>
                <a:lnTo>
                  <a:pt x="438150" y="3667125"/>
                </a:lnTo>
                <a:lnTo>
                  <a:pt x="438150" y="3676650"/>
                </a:lnTo>
                <a:lnTo>
                  <a:pt x="428625" y="3676650"/>
                </a:lnTo>
                <a:lnTo>
                  <a:pt x="428625" y="3686175"/>
                </a:lnTo>
                <a:lnTo>
                  <a:pt x="409575" y="3686175"/>
                </a:lnTo>
                <a:close/>
                <a:moveTo>
                  <a:pt x="819150" y="3686175"/>
                </a:moveTo>
                <a:lnTo>
                  <a:pt x="828675" y="3686175"/>
                </a:lnTo>
                <a:lnTo>
                  <a:pt x="828675" y="3695700"/>
                </a:lnTo>
                <a:lnTo>
                  <a:pt x="819150" y="3695700"/>
                </a:lnTo>
                <a:close/>
                <a:moveTo>
                  <a:pt x="285750" y="3695700"/>
                </a:moveTo>
                <a:lnTo>
                  <a:pt x="304800" y="3695700"/>
                </a:lnTo>
                <a:lnTo>
                  <a:pt x="304800" y="3705225"/>
                </a:lnTo>
                <a:lnTo>
                  <a:pt x="314325" y="3705225"/>
                </a:lnTo>
                <a:lnTo>
                  <a:pt x="314325" y="3724275"/>
                </a:lnTo>
                <a:lnTo>
                  <a:pt x="304800" y="3724275"/>
                </a:lnTo>
                <a:lnTo>
                  <a:pt x="304800" y="3714750"/>
                </a:lnTo>
                <a:lnTo>
                  <a:pt x="276225" y="3714750"/>
                </a:lnTo>
                <a:lnTo>
                  <a:pt x="276225" y="3724275"/>
                </a:lnTo>
                <a:lnTo>
                  <a:pt x="247650" y="3724275"/>
                </a:lnTo>
                <a:lnTo>
                  <a:pt x="247650" y="3733800"/>
                </a:lnTo>
                <a:lnTo>
                  <a:pt x="238125" y="3733800"/>
                </a:lnTo>
                <a:lnTo>
                  <a:pt x="238125" y="3714750"/>
                </a:lnTo>
                <a:lnTo>
                  <a:pt x="247650" y="3714750"/>
                </a:lnTo>
                <a:lnTo>
                  <a:pt x="247650" y="3705225"/>
                </a:lnTo>
                <a:lnTo>
                  <a:pt x="257175" y="3705225"/>
                </a:lnTo>
                <a:lnTo>
                  <a:pt x="257175" y="3714750"/>
                </a:lnTo>
                <a:lnTo>
                  <a:pt x="266700" y="3714750"/>
                </a:lnTo>
                <a:lnTo>
                  <a:pt x="266700" y="3705225"/>
                </a:lnTo>
                <a:lnTo>
                  <a:pt x="285750" y="3705225"/>
                </a:lnTo>
                <a:close/>
                <a:moveTo>
                  <a:pt x="809625" y="3705225"/>
                </a:moveTo>
                <a:lnTo>
                  <a:pt x="819150" y="3705225"/>
                </a:lnTo>
                <a:lnTo>
                  <a:pt x="819150" y="3714750"/>
                </a:lnTo>
                <a:lnTo>
                  <a:pt x="847725" y="3714750"/>
                </a:lnTo>
                <a:lnTo>
                  <a:pt x="847725" y="3724275"/>
                </a:lnTo>
                <a:lnTo>
                  <a:pt x="866775" y="3724275"/>
                </a:lnTo>
                <a:lnTo>
                  <a:pt x="866775" y="3733800"/>
                </a:lnTo>
                <a:lnTo>
                  <a:pt x="857250" y="3733800"/>
                </a:lnTo>
                <a:lnTo>
                  <a:pt x="857250" y="3743325"/>
                </a:lnTo>
                <a:lnTo>
                  <a:pt x="800100" y="3743325"/>
                </a:lnTo>
                <a:lnTo>
                  <a:pt x="800100" y="3733800"/>
                </a:lnTo>
                <a:lnTo>
                  <a:pt x="762000" y="3733800"/>
                </a:lnTo>
                <a:lnTo>
                  <a:pt x="762000" y="3724275"/>
                </a:lnTo>
                <a:lnTo>
                  <a:pt x="771525" y="3724275"/>
                </a:lnTo>
                <a:lnTo>
                  <a:pt x="771525" y="3714750"/>
                </a:lnTo>
                <a:lnTo>
                  <a:pt x="781050" y="3714750"/>
                </a:lnTo>
                <a:lnTo>
                  <a:pt x="781050" y="3724275"/>
                </a:lnTo>
                <a:lnTo>
                  <a:pt x="809625" y="3724275"/>
                </a:lnTo>
                <a:close/>
                <a:moveTo>
                  <a:pt x="981075" y="3705225"/>
                </a:moveTo>
                <a:lnTo>
                  <a:pt x="1000125" y="3705225"/>
                </a:lnTo>
                <a:lnTo>
                  <a:pt x="1000125" y="3714750"/>
                </a:lnTo>
                <a:lnTo>
                  <a:pt x="1019175" y="3714750"/>
                </a:lnTo>
                <a:lnTo>
                  <a:pt x="1019175" y="3733800"/>
                </a:lnTo>
                <a:lnTo>
                  <a:pt x="1028700" y="3733800"/>
                </a:lnTo>
                <a:lnTo>
                  <a:pt x="1028700" y="3752850"/>
                </a:lnTo>
                <a:lnTo>
                  <a:pt x="1000125" y="3752850"/>
                </a:lnTo>
                <a:lnTo>
                  <a:pt x="1000125" y="3743325"/>
                </a:lnTo>
                <a:lnTo>
                  <a:pt x="981075" y="3743325"/>
                </a:lnTo>
                <a:close/>
                <a:moveTo>
                  <a:pt x="1333500" y="3705225"/>
                </a:moveTo>
                <a:lnTo>
                  <a:pt x="1343025" y="3705225"/>
                </a:lnTo>
                <a:lnTo>
                  <a:pt x="1343025" y="3714750"/>
                </a:lnTo>
                <a:lnTo>
                  <a:pt x="1352550" y="3714750"/>
                </a:lnTo>
                <a:lnTo>
                  <a:pt x="1352550" y="3724275"/>
                </a:lnTo>
                <a:lnTo>
                  <a:pt x="1371600" y="3724275"/>
                </a:lnTo>
                <a:lnTo>
                  <a:pt x="1371600" y="3743325"/>
                </a:lnTo>
                <a:lnTo>
                  <a:pt x="1352550" y="3743325"/>
                </a:lnTo>
                <a:lnTo>
                  <a:pt x="1352550" y="3733800"/>
                </a:lnTo>
                <a:lnTo>
                  <a:pt x="1333500" y="3733800"/>
                </a:lnTo>
                <a:lnTo>
                  <a:pt x="1333500" y="3743325"/>
                </a:lnTo>
                <a:lnTo>
                  <a:pt x="1323975" y="3743325"/>
                </a:lnTo>
                <a:lnTo>
                  <a:pt x="1323975" y="3733800"/>
                </a:lnTo>
                <a:lnTo>
                  <a:pt x="1314450" y="3733800"/>
                </a:lnTo>
                <a:lnTo>
                  <a:pt x="1314450" y="3724275"/>
                </a:lnTo>
                <a:lnTo>
                  <a:pt x="1304925" y="3724275"/>
                </a:lnTo>
                <a:lnTo>
                  <a:pt x="1304925" y="3714750"/>
                </a:lnTo>
                <a:lnTo>
                  <a:pt x="1333500" y="3714750"/>
                </a:lnTo>
                <a:close/>
                <a:moveTo>
                  <a:pt x="638175" y="3714750"/>
                </a:moveTo>
                <a:lnTo>
                  <a:pt x="647700" y="3714750"/>
                </a:lnTo>
                <a:lnTo>
                  <a:pt x="647700" y="3724275"/>
                </a:lnTo>
                <a:lnTo>
                  <a:pt x="638175" y="3724275"/>
                </a:lnTo>
                <a:close/>
                <a:moveTo>
                  <a:pt x="657225" y="3714750"/>
                </a:moveTo>
                <a:lnTo>
                  <a:pt x="695325" y="3714750"/>
                </a:lnTo>
                <a:lnTo>
                  <a:pt x="695325" y="3724275"/>
                </a:lnTo>
                <a:lnTo>
                  <a:pt x="733425" y="3724275"/>
                </a:lnTo>
                <a:lnTo>
                  <a:pt x="733425" y="3733800"/>
                </a:lnTo>
                <a:lnTo>
                  <a:pt x="647700" y="3733800"/>
                </a:lnTo>
                <a:lnTo>
                  <a:pt x="647700" y="3724275"/>
                </a:lnTo>
                <a:lnTo>
                  <a:pt x="657225" y="3724275"/>
                </a:lnTo>
                <a:close/>
                <a:moveTo>
                  <a:pt x="1219200" y="3714750"/>
                </a:moveTo>
                <a:lnTo>
                  <a:pt x="1228725" y="3714750"/>
                </a:lnTo>
                <a:lnTo>
                  <a:pt x="1228725" y="3724275"/>
                </a:lnTo>
                <a:lnTo>
                  <a:pt x="1238250" y="3724275"/>
                </a:lnTo>
                <a:lnTo>
                  <a:pt x="1238250" y="3743325"/>
                </a:lnTo>
                <a:lnTo>
                  <a:pt x="1200150" y="3743325"/>
                </a:lnTo>
                <a:lnTo>
                  <a:pt x="1200150" y="3724275"/>
                </a:lnTo>
                <a:lnTo>
                  <a:pt x="1219200" y="3724275"/>
                </a:lnTo>
                <a:close/>
                <a:moveTo>
                  <a:pt x="1447800" y="3714750"/>
                </a:moveTo>
                <a:lnTo>
                  <a:pt x="1457325" y="3714750"/>
                </a:lnTo>
                <a:lnTo>
                  <a:pt x="1457325" y="3724275"/>
                </a:lnTo>
                <a:lnTo>
                  <a:pt x="1447800" y="3724275"/>
                </a:lnTo>
                <a:close/>
                <a:moveTo>
                  <a:pt x="1504950" y="3714750"/>
                </a:moveTo>
                <a:lnTo>
                  <a:pt x="1524000" y="3714750"/>
                </a:lnTo>
                <a:lnTo>
                  <a:pt x="1524000" y="3733800"/>
                </a:lnTo>
                <a:lnTo>
                  <a:pt x="1514475" y="3733800"/>
                </a:lnTo>
                <a:lnTo>
                  <a:pt x="1514475" y="3724275"/>
                </a:lnTo>
                <a:lnTo>
                  <a:pt x="1504950" y="3724275"/>
                </a:lnTo>
                <a:close/>
                <a:moveTo>
                  <a:pt x="390525" y="3724275"/>
                </a:moveTo>
                <a:lnTo>
                  <a:pt x="400050" y="3724275"/>
                </a:lnTo>
                <a:lnTo>
                  <a:pt x="400050" y="3733800"/>
                </a:lnTo>
                <a:lnTo>
                  <a:pt x="390525" y="3733800"/>
                </a:lnTo>
                <a:close/>
                <a:moveTo>
                  <a:pt x="428625" y="3724275"/>
                </a:moveTo>
                <a:lnTo>
                  <a:pt x="438150" y="3724275"/>
                </a:lnTo>
                <a:lnTo>
                  <a:pt x="438150" y="3733800"/>
                </a:lnTo>
                <a:lnTo>
                  <a:pt x="428625" y="3733800"/>
                </a:lnTo>
                <a:close/>
                <a:moveTo>
                  <a:pt x="495300" y="3724275"/>
                </a:moveTo>
                <a:lnTo>
                  <a:pt x="533400" y="3724275"/>
                </a:lnTo>
                <a:lnTo>
                  <a:pt x="533400" y="3733800"/>
                </a:lnTo>
                <a:lnTo>
                  <a:pt x="552450" y="3733800"/>
                </a:lnTo>
                <a:lnTo>
                  <a:pt x="552450" y="3743325"/>
                </a:lnTo>
                <a:lnTo>
                  <a:pt x="542925" y="3743325"/>
                </a:lnTo>
                <a:lnTo>
                  <a:pt x="542925" y="3752850"/>
                </a:lnTo>
                <a:lnTo>
                  <a:pt x="514350" y="3752850"/>
                </a:lnTo>
                <a:lnTo>
                  <a:pt x="514350" y="3743325"/>
                </a:lnTo>
                <a:lnTo>
                  <a:pt x="504825" y="3743325"/>
                </a:lnTo>
                <a:lnTo>
                  <a:pt x="504825" y="3733800"/>
                </a:lnTo>
                <a:lnTo>
                  <a:pt x="495300" y="3733800"/>
                </a:lnTo>
                <a:close/>
                <a:moveTo>
                  <a:pt x="600075" y="3724275"/>
                </a:moveTo>
                <a:lnTo>
                  <a:pt x="609600" y="3724275"/>
                </a:lnTo>
                <a:lnTo>
                  <a:pt x="609600" y="3743325"/>
                </a:lnTo>
                <a:lnTo>
                  <a:pt x="590550" y="3743325"/>
                </a:lnTo>
                <a:lnTo>
                  <a:pt x="590550" y="3733800"/>
                </a:lnTo>
                <a:lnTo>
                  <a:pt x="600075" y="3733800"/>
                </a:lnTo>
                <a:close/>
                <a:moveTo>
                  <a:pt x="942975" y="3724275"/>
                </a:moveTo>
                <a:lnTo>
                  <a:pt x="952500" y="3724275"/>
                </a:lnTo>
                <a:lnTo>
                  <a:pt x="952500" y="3733800"/>
                </a:lnTo>
                <a:lnTo>
                  <a:pt x="942975" y="3733800"/>
                </a:lnTo>
                <a:close/>
                <a:moveTo>
                  <a:pt x="1104900" y="3724275"/>
                </a:moveTo>
                <a:lnTo>
                  <a:pt x="1143000" y="3724275"/>
                </a:lnTo>
                <a:lnTo>
                  <a:pt x="1143000" y="3733800"/>
                </a:lnTo>
                <a:lnTo>
                  <a:pt x="1104900" y="3733800"/>
                </a:lnTo>
                <a:close/>
                <a:moveTo>
                  <a:pt x="1400175" y="3724275"/>
                </a:moveTo>
                <a:lnTo>
                  <a:pt x="1447800" y="3724275"/>
                </a:lnTo>
                <a:lnTo>
                  <a:pt x="1447800" y="3733800"/>
                </a:lnTo>
                <a:lnTo>
                  <a:pt x="1400175" y="3733800"/>
                </a:lnTo>
                <a:close/>
                <a:moveTo>
                  <a:pt x="1485900" y="3724275"/>
                </a:moveTo>
                <a:lnTo>
                  <a:pt x="1495425" y="3724275"/>
                </a:lnTo>
                <a:lnTo>
                  <a:pt x="1495425" y="3733800"/>
                </a:lnTo>
                <a:lnTo>
                  <a:pt x="1514475" y="3733800"/>
                </a:lnTo>
                <a:lnTo>
                  <a:pt x="1514475" y="3743325"/>
                </a:lnTo>
                <a:lnTo>
                  <a:pt x="1495425" y="3743325"/>
                </a:lnTo>
                <a:lnTo>
                  <a:pt x="1495425" y="3752850"/>
                </a:lnTo>
                <a:lnTo>
                  <a:pt x="1485900" y="3752850"/>
                </a:lnTo>
                <a:close/>
                <a:moveTo>
                  <a:pt x="247650" y="3733800"/>
                </a:moveTo>
                <a:lnTo>
                  <a:pt x="257175" y="3733800"/>
                </a:lnTo>
                <a:lnTo>
                  <a:pt x="257175" y="3743325"/>
                </a:lnTo>
                <a:lnTo>
                  <a:pt x="247650" y="3743325"/>
                </a:lnTo>
                <a:close/>
                <a:moveTo>
                  <a:pt x="476250" y="3733800"/>
                </a:moveTo>
                <a:lnTo>
                  <a:pt x="495300" y="3733800"/>
                </a:lnTo>
                <a:lnTo>
                  <a:pt x="495300" y="3743325"/>
                </a:lnTo>
                <a:lnTo>
                  <a:pt x="476250" y="3743325"/>
                </a:lnTo>
                <a:close/>
                <a:moveTo>
                  <a:pt x="866775" y="3733800"/>
                </a:moveTo>
                <a:lnTo>
                  <a:pt x="876300" y="3733800"/>
                </a:lnTo>
                <a:lnTo>
                  <a:pt x="876300" y="3743325"/>
                </a:lnTo>
                <a:lnTo>
                  <a:pt x="866775" y="3743325"/>
                </a:lnTo>
                <a:close/>
                <a:moveTo>
                  <a:pt x="914400" y="3733800"/>
                </a:moveTo>
                <a:lnTo>
                  <a:pt x="933450" y="3733800"/>
                </a:lnTo>
                <a:lnTo>
                  <a:pt x="933450" y="3743325"/>
                </a:lnTo>
                <a:lnTo>
                  <a:pt x="914400" y="3743325"/>
                </a:lnTo>
                <a:close/>
                <a:moveTo>
                  <a:pt x="1085850" y="3733800"/>
                </a:moveTo>
                <a:lnTo>
                  <a:pt x="1104900" y="3733800"/>
                </a:lnTo>
                <a:lnTo>
                  <a:pt x="1104900" y="3743325"/>
                </a:lnTo>
                <a:lnTo>
                  <a:pt x="1085850" y="3743325"/>
                </a:lnTo>
                <a:close/>
                <a:moveTo>
                  <a:pt x="1600200" y="3733800"/>
                </a:moveTo>
                <a:lnTo>
                  <a:pt x="1609725" y="3733800"/>
                </a:lnTo>
                <a:lnTo>
                  <a:pt x="1609725" y="3743325"/>
                </a:lnTo>
                <a:lnTo>
                  <a:pt x="1600200" y="3743325"/>
                </a:lnTo>
                <a:close/>
                <a:moveTo>
                  <a:pt x="466725" y="3743325"/>
                </a:moveTo>
                <a:lnTo>
                  <a:pt x="476250" y="3743325"/>
                </a:lnTo>
                <a:lnTo>
                  <a:pt x="476250" y="3752850"/>
                </a:lnTo>
                <a:lnTo>
                  <a:pt x="466725" y="3752850"/>
                </a:lnTo>
                <a:close/>
                <a:moveTo>
                  <a:pt x="714375" y="3762375"/>
                </a:moveTo>
                <a:lnTo>
                  <a:pt x="733425" y="3762375"/>
                </a:lnTo>
                <a:lnTo>
                  <a:pt x="733425" y="3771900"/>
                </a:lnTo>
                <a:lnTo>
                  <a:pt x="714375" y="3771900"/>
                </a:lnTo>
                <a:close/>
                <a:moveTo>
                  <a:pt x="1409700" y="3762375"/>
                </a:moveTo>
                <a:lnTo>
                  <a:pt x="1419225" y="3762375"/>
                </a:lnTo>
                <a:lnTo>
                  <a:pt x="1419225" y="3771900"/>
                </a:lnTo>
                <a:lnTo>
                  <a:pt x="1409700" y="3771900"/>
                </a:lnTo>
                <a:close/>
              </a:path>
            </a:pathLst>
          </a:custGeom>
          <a:solidFill xmlns:a="http://schemas.openxmlformats.org/drawingml/2006/main">
            <a:srgbClr val="F2EEE2"/>
          </a:solidFill>
          <a:ln xmlns:a="http://schemas.openxmlformats.org/drawingml/2006/main" w="0">
            <a:noFill/>
          </a:ln>
        </p:spPr>
      </p:sp>
      <p:sp>
        <p:nvSpPr>
          <p:cNvPr id="39" name="phone4 vector #f2eee1">
            <a:extLst xmlns:a="http://schemas.openxmlformats.org/drawingml/2006/main">
              <a:ext uri="{FF2B5EF4-FFF2-40B4-BE49-F238E27FC236}">
                <a16:creationId xmlns:a16="http://schemas.microsoft.com/office/drawing/2014/main" id="{9A6D8054-3BC5-4C05-9181-F14AE3D3D7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552825" y="1866900"/>
            <a:ext cx="2181225" cy="4581525"/>
          </a:xfrm>
          <a:custGeom xmlns:a="http://schemas.openxmlformats.org/drawingml/2006/main">
            <a:pathLst>
              <a:path w="1847850" h="3886200">
                <a:moveTo>
                  <a:pt x="495300" y="114300"/>
                </a:moveTo>
                <a:lnTo>
                  <a:pt x="523875" y="114300"/>
                </a:lnTo>
                <a:lnTo>
                  <a:pt x="523875" y="123825"/>
                </a:lnTo>
                <a:lnTo>
                  <a:pt x="495300" y="123825"/>
                </a:lnTo>
                <a:close/>
                <a:moveTo>
                  <a:pt x="657225" y="114300"/>
                </a:moveTo>
                <a:lnTo>
                  <a:pt x="666750" y="114300"/>
                </a:lnTo>
                <a:lnTo>
                  <a:pt x="666750" y="123825"/>
                </a:lnTo>
                <a:lnTo>
                  <a:pt x="657225" y="123825"/>
                </a:lnTo>
                <a:close/>
                <a:moveTo>
                  <a:pt x="1343025" y="114300"/>
                </a:moveTo>
                <a:lnTo>
                  <a:pt x="1390650" y="114300"/>
                </a:lnTo>
                <a:lnTo>
                  <a:pt x="1390650" y="123825"/>
                </a:lnTo>
                <a:lnTo>
                  <a:pt x="1343025" y="123825"/>
                </a:lnTo>
                <a:close/>
                <a:moveTo>
                  <a:pt x="600075" y="123825"/>
                </a:moveTo>
                <a:lnTo>
                  <a:pt x="609600" y="123825"/>
                </a:lnTo>
                <a:lnTo>
                  <a:pt x="609600" y="142875"/>
                </a:lnTo>
                <a:lnTo>
                  <a:pt x="600075" y="142875"/>
                </a:lnTo>
                <a:close/>
                <a:moveTo>
                  <a:pt x="666750" y="123825"/>
                </a:moveTo>
                <a:lnTo>
                  <a:pt x="704850" y="123825"/>
                </a:lnTo>
                <a:lnTo>
                  <a:pt x="704850" y="133350"/>
                </a:lnTo>
                <a:lnTo>
                  <a:pt x="676275" y="133350"/>
                </a:lnTo>
                <a:lnTo>
                  <a:pt x="676275" y="142875"/>
                </a:lnTo>
                <a:lnTo>
                  <a:pt x="666750" y="142875"/>
                </a:lnTo>
                <a:close/>
                <a:moveTo>
                  <a:pt x="1171575" y="123825"/>
                </a:moveTo>
                <a:lnTo>
                  <a:pt x="1190625" y="123825"/>
                </a:lnTo>
                <a:lnTo>
                  <a:pt x="1190625" y="142875"/>
                </a:lnTo>
                <a:lnTo>
                  <a:pt x="1181100" y="142875"/>
                </a:lnTo>
                <a:lnTo>
                  <a:pt x="1181100" y="152400"/>
                </a:lnTo>
                <a:lnTo>
                  <a:pt x="1171575" y="152400"/>
                </a:lnTo>
                <a:close/>
                <a:moveTo>
                  <a:pt x="504825" y="133350"/>
                </a:moveTo>
                <a:lnTo>
                  <a:pt x="523875" y="133350"/>
                </a:lnTo>
                <a:lnTo>
                  <a:pt x="523875" y="142875"/>
                </a:lnTo>
                <a:lnTo>
                  <a:pt x="504825" y="142875"/>
                </a:lnTo>
                <a:close/>
                <a:moveTo>
                  <a:pt x="1285875" y="133350"/>
                </a:moveTo>
                <a:lnTo>
                  <a:pt x="1295400" y="133350"/>
                </a:lnTo>
                <a:lnTo>
                  <a:pt x="1295400" y="142875"/>
                </a:lnTo>
                <a:lnTo>
                  <a:pt x="1285875" y="142875"/>
                </a:lnTo>
                <a:close/>
                <a:moveTo>
                  <a:pt x="676275" y="142875"/>
                </a:moveTo>
                <a:lnTo>
                  <a:pt x="704850" y="142875"/>
                </a:lnTo>
                <a:lnTo>
                  <a:pt x="704850" y="161925"/>
                </a:lnTo>
                <a:lnTo>
                  <a:pt x="695325" y="161925"/>
                </a:lnTo>
                <a:lnTo>
                  <a:pt x="695325" y="152400"/>
                </a:lnTo>
                <a:lnTo>
                  <a:pt x="676275" y="152400"/>
                </a:lnTo>
                <a:close/>
                <a:moveTo>
                  <a:pt x="238125" y="152400"/>
                </a:moveTo>
                <a:lnTo>
                  <a:pt x="247650" y="152400"/>
                </a:lnTo>
                <a:lnTo>
                  <a:pt x="247650" y="161925"/>
                </a:lnTo>
                <a:lnTo>
                  <a:pt x="238125" y="161925"/>
                </a:lnTo>
                <a:close/>
                <a:moveTo>
                  <a:pt x="1238250" y="152400"/>
                </a:moveTo>
                <a:lnTo>
                  <a:pt x="1276350" y="152400"/>
                </a:lnTo>
                <a:lnTo>
                  <a:pt x="1276350" y="161925"/>
                </a:lnTo>
                <a:lnTo>
                  <a:pt x="1238250" y="161925"/>
                </a:lnTo>
                <a:close/>
                <a:moveTo>
                  <a:pt x="1581150" y="152400"/>
                </a:moveTo>
                <a:lnTo>
                  <a:pt x="1590675" y="152400"/>
                </a:lnTo>
                <a:lnTo>
                  <a:pt x="1590675" y="161925"/>
                </a:lnTo>
                <a:lnTo>
                  <a:pt x="1600200" y="161925"/>
                </a:lnTo>
                <a:lnTo>
                  <a:pt x="1600200" y="152400"/>
                </a:lnTo>
                <a:lnTo>
                  <a:pt x="1609725" y="152400"/>
                </a:lnTo>
                <a:lnTo>
                  <a:pt x="1609725" y="171450"/>
                </a:lnTo>
                <a:lnTo>
                  <a:pt x="1600200" y="171450"/>
                </a:lnTo>
                <a:lnTo>
                  <a:pt x="1600200" y="180975"/>
                </a:lnTo>
                <a:lnTo>
                  <a:pt x="1590675" y="180975"/>
                </a:lnTo>
                <a:lnTo>
                  <a:pt x="1590675" y="171450"/>
                </a:lnTo>
                <a:lnTo>
                  <a:pt x="1571625" y="171450"/>
                </a:lnTo>
                <a:lnTo>
                  <a:pt x="1571625" y="161925"/>
                </a:lnTo>
                <a:lnTo>
                  <a:pt x="1581150" y="161925"/>
                </a:lnTo>
                <a:close/>
                <a:moveTo>
                  <a:pt x="247650" y="161925"/>
                </a:moveTo>
                <a:lnTo>
                  <a:pt x="266700" y="161925"/>
                </a:lnTo>
                <a:lnTo>
                  <a:pt x="266700" y="180975"/>
                </a:lnTo>
                <a:lnTo>
                  <a:pt x="304800" y="180975"/>
                </a:lnTo>
                <a:lnTo>
                  <a:pt x="304800" y="190500"/>
                </a:lnTo>
                <a:lnTo>
                  <a:pt x="314325" y="190500"/>
                </a:lnTo>
                <a:lnTo>
                  <a:pt x="314325" y="200025"/>
                </a:lnTo>
                <a:lnTo>
                  <a:pt x="295275" y="200025"/>
                </a:lnTo>
                <a:lnTo>
                  <a:pt x="295275" y="219075"/>
                </a:lnTo>
                <a:lnTo>
                  <a:pt x="276225" y="219075"/>
                </a:lnTo>
                <a:lnTo>
                  <a:pt x="276225" y="238125"/>
                </a:lnTo>
                <a:lnTo>
                  <a:pt x="285750" y="238125"/>
                </a:lnTo>
                <a:lnTo>
                  <a:pt x="285750" y="257175"/>
                </a:lnTo>
                <a:lnTo>
                  <a:pt x="295275" y="257175"/>
                </a:lnTo>
                <a:lnTo>
                  <a:pt x="295275" y="285750"/>
                </a:lnTo>
                <a:lnTo>
                  <a:pt x="285750" y="285750"/>
                </a:lnTo>
                <a:lnTo>
                  <a:pt x="285750" y="276225"/>
                </a:lnTo>
                <a:lnTo>
                  <a:pt x="276225" y="276225"/>
                </a:lnTo>
                <a:lnTo>
                  <a:pt x="276225" y="266700"/>
                </a:lnTo>
                <a:lnTo>
                  <a:pt x="266700" y="266700"/>
                </a:lnTo>
                <a:lnTo>
                  <a:pt x="266700" y="247650"/>
                </a:lnTo>
                <a:lnTo>
                  <a:pt x="257175" y="247650"/>
                </a:lnTo>
                <a:lnTo>
                  <a:pt x="257175" y="238125"/>
                </a:lnTo>
                <a:lnTo>
                  <a:pt x="238125" y="238125"/>
                </a:lnTo>
                <a:lnTo>
                  <a:pt x="238125" y="228600"/>
                </a:lnTo>
                <a:lnTo>
                  <a:pt x="228600" y="228600"/>
                </a:lnTo>
                <a:lnTo>
                  <a:pt x="228600" y="219075"/>
                </a:lnTo>
                <a:lnTo>
                  <a:pt x="219075" y="219075"/>
                </a:lnTo>
                <a:lnTo>
                  <a:pt x="219075" y="228600"/>
                </a:lnTo>
                <a:lnTo>
                  <a:pt x="228600" y="228600"/>
                </a:lnTo>
                <a:lnTo>
                  <a:pt x="228600" y="238125"/>
                </a:lnTo>
                <a:lnTo>
                  <a:pt x="190500" y="238125"/>
                </a:lnTo>
                <a:lnTo>
                  <a:pt x="190500" y="228600"/>
                </a:lnTo>
                <a:lnTo>
                  <a:pt x="171450" y="228600"/>
                </a:lnTo>
                <a:lnTo>
                  <a:pt x="171450" y="219075"/>
                </a:lnTo>
                <a:lnTo>
                  <a:pt x="161925" y="219075"/>
                </a:lnTo>
                <a:lnTo>
                  <a:pt x="161925" y="209550"/>
                </a:lnTo>
                <a:lnTo>
                  <a:pt x="190500" y="209550"/>
                </a:lnTo>
                <a:lnTo>
                  <a:pt x="190500" y="219075"/>
                </a:lnTo>
                <a:lnTo>
                  <a:pt x="209550" y="219075"/>
                </a:lnTo>
                <a:lnTo>
                  <a:pt x="209550" y="209550"/>
                </a:lnTo>
                <a:lnTo>
                  <a:pt x="219075" y="209550"/>
                </a:lnTo>
                <a:lnTo>
                  <a:pt x="219075" y="200025"/>
                </a:lnTo>
                <a:lnTo>
                  <a:pt x="228600" y="200025"/>
                </a:lnTo>
                <a:lnTo>
                  <a:pt x="228600" y="190500"/>
                </a:lnTo>
                <a:lnTo>
                  <a:pt x="238125" y="190500"/>
                </a:lnTo>
                <a:lnTo>
                  <a:pt x="238125" y="180975"/>
                </a:lnTo>
                <a:lnTo>
                  <a:pt x="247650" y="180975"/>
                </a:lnTo>
                <a:close/>
                <a:moveTo>
                  <a:pt x="666750" y="171450"/>
                </a:moveTo>
                <a:lnTo>
                  <a:pt x="676275" y="171450"/>
                </a:lnTo>
                <a:lnTo>
                  <a:pt x="676275" y="180975"/>
                </a:lnTo>
                <a:lnTo>
                  <a:pt x="666750" y="180975"/>
                </a:lnTo>
                <a:close/>
                <a:moveTo>
                  <a:pt x="1552575" y="171450"/>
                </a:moveTo>
                <a:lnTo>
                  <a:pt x="1571625" y="171450"/>
                </a:lnTo>
                <a:lnTo>
                  <a:pt x="1571625" y="180975"/>
                </a:lnTo>
                <a:lnTo>
                  <a:pt x="1581150" y="180975"/>
                </a:lnTo>
                <a:lnTo>
                  <a:pt x="1581150" y="190500"/>
                </a:lnTo>
                <a:lnTo>
                  <a:pt x="1552575" y="190500"/>
                </a:lnTo>
                <a:close/>
                <a:moveTo>
                  <a:pt x="657225" y="180975"/>
                </a:moveTo>
                <a:lnTo>
                  <a:pt x="666750" y="180975"/>
                </a:lnTo>
                <a:lnTo>
                  <a:pt x="666750" y="190500"/>
                </a:lnTo>
                <a:lnTo>
                  <a:pt x="657225" y="190500"/>
                </a:lnTo>
                <a:close/>
                <a:moveTo>
                  <a:pt x="1266825" y="180975"/>
                </a:moveTo>
                <a:lnTo>
                  <a:pt x="1285875" y="180975"/>
                </a:lnTo>
                <a:lnTo>
                  <a:pt x="1285875" y="190500"/>
                </a:lnTo>
                <a:lnTo>
                  <a:pt x="1276350" y="190500"/>
                </a:lnTo>
                <a:lnTo>
                  <a:pt x="1276350" y="200025"/>
                </a:lnTo>
                <a:lnTo>
                  <a:pt x="1257300" y="200025"/>
                </a:lnTo>
                <a:lnTo>
                  <a:pt x="1257300" y="209550"/>
                </a:lnTo>
                <a:lnTo>
                  <a:pt x="1238250" y="209550"/>
                </a:lnTo>
                <a:lnTo>
                  <a:pt x="1238250" y="190500"/>
                </a:lnTo>
                <a:lnTo>
                  <a:pt x="1266825" y="190500"/>
                </a:lnTo>
                <a:close/>
                <a:moveTo>
                  <a:pt x="1181100" y="190500"/>
                </a:moveTo>
                <a:lnTo>
                  <a:pt x="1190625" y="190500"/>
                </a:lnTo>
                <a:lnTo>
                  <a:pt x="1190625" y="200025"/>
                </a:lnTo>
                <a:lnTo>
                  <a:pt x="1181100" y="200025"/>
                </a:lnTo>
                <a:close/>
                <a:moveTo>
                  <a:pt x="1638300" y="209550"/>
                </a:moveTo>
                <a:lnTo>
                  <a:pt x="1685925" y="209550"/>
                </a:lnTo>
                <a:lnTo>
                  <a:pt x="1685925" y="219075"/>
                </a:lnTo>
                <a:lnTo>
                  <a:pt x="1638300" y="219075"/>
                </a:lnTo>
                <a:close/>
                <a:moveTo>
                  <a:pt x="238125" y="219075"/>
                </a:moveTo>
                <a:lnTo>
                  <a:pt x="247650" y="219075"/>
                </a:lnTo>
                <a:lnTo>
                  <a:pt x="247650" y="209550"/>
                </a:lnTo>
                <a:lnTo>
                  <a:pt x="238125" y="209550"/>
                </a:lnTo>
                <a:close/>
                <a:moveTo>
                  <a:pt x="1619250" y="219075"/>
                </a:moveTo>
                <a:lnTo>
                  <a:pt x="1628775" y="219075"/>
                </a:lnTo>
                <a:lnTo>
                  <a:pt x="1628775" y="228600"/>
                </a:lnTo>
                <a:lnTo>
                  <a:pt x="1619250" y="228600"/>
                </a:lnTo>
                <a:close/>
                <a:moveTo>
                  <a:pt x="457200" y="266700"/>
                </a:moveTo>
                <a:lnTo>
                  <a:pt x="466725" y="266700"/>
                </a:lnTo>
                <a:lnTo>
                  <a:pt x="466725" y="295275"/>
                </a:lnTo>
                <a:lnTo>
                  <a:pt x="400050" y="295275"/>
                </a:lnTo>
                <a:lnTo>
                  <a:pt x="400050" y="304800"/>
                </a:lnTo>
                <a:lnTo>
                  <a:pt x="314325" y="304800"/>
                </a:lnTo>
                <a:lnTo>
                  <a:pt x="314325" y="295275"/>
                </a:lnTo>
                <a:lnTo>
                  <a:pt x="295275" y="295275"/>
                </a:lnTo>
                <a:lnTo>
                  <a:pt x="295275" y="285750"/>
                </a:lnTo>
                <a:lnTo>
                  <a:pt x="314325" y="285750"/>
                </a:lnTo>
                <a:lnTo>
                  <a:pt x="314325" y="295275"/>
                </a:lnTo>
                <a:lnTo>
                  <a:pt x="381000" y="295275"/>
                </a:lnTo>
                <a:lnTo>
                  <a:pt x="381000" y="285750"/>
                </a:lnTo>
                <a:lnTo>
                  <a:pt x="390525" y="285750"/>
                </a:lnTo>
                <a:lnTo>
                  <a:pt x="390525" y="276225"/>
                </a:lnTo>
                <a:lnTo>
                  <a:pt x="419100" y="276225"/>
                </a:lnTo>
                <a:lnTo>
                  <a:pt x="419100" y="285750"/>
                </a:lnTo>
                <a:lnTo>
                  <a:pt x="438150" y="285750"/>
                </a:lnTo>
                <a:lnTo>
                  <a:pt x="438150" y="276225"/>
                </a:lnTo>
                <a:lnTo>
                  <a:pt x="457200" y="276225"/>
                </a:lnTo>
                <a:close/>
                <a:moveTo>
                  <a:pt x="333375" y="276225"/>
                </a:moveTo>
                <a:lnTo>
                  <a:pt x="352425" y="276225"/>
                </a:lnTo>
                <a:lnTo>
                  <a:pt x="352425" y="285750"/>
                </a:lnTo>
                <a:lnTo>
                  <a:pt x="333375" y="285750"/>
                </a:lnTo>
                <a:close/>
                <a:moveTo>
                  <a:pt x="676275" y="304800"/>
                </a:moveTo>
                <a:lnTo>
                  <a:pt x="685800" y="304800"/>
                </a:lnTo>
                <a:lnTo>
                  <a:pt x="685800" y="323850"/>
                </a:lnTo>
                <a:lnTo>
                  <a:pt x="676275" y="323850"/>
                </a:lnTo>
                <a:lnTo>
                  <a:pt x="676275" y="333375"/>
                </a:lnTo>
                <a:lnTo>
                  <a:pt x="666750" y="333375"/>
                </a:lnTo>
                <a:lnTo>
                  <a:pt x="666750" y="314325"/>
                </a:lnTo>
                <a:lnTo>
                  <a:pt x="676275" y="314325"/>
                </a:lnTo>
                <a:close/>
                <a:moveTo>
                  <a:pt x="133350" y="342900"/>
                </a:moveTo>
                <a:lnTo>
                  <a:pt x="152400" y="342900"/>
                </a:lnTo>
                <a:lnTo>
                  <a:pt x="152400" y="361950"/>
                </a:lnTo>
                <a:lnTo>
                  <a:pt x="133350" y="361950"/>
                </a:lnTo>
                <a:close/>
                <a:moveTo>
                  <a:pt x="904875" y="342900"/>
                </a:moveTo>
                <a:lnTo>
                  <a:pt x="923925" y="342900"/>
                </a:lnTo>
                <a:lnTo>
                  <a:pt x="923925" y="352425"/>
                </a:lnTo>
                <a:lnTo>
                  <a:pt x="904875" y="352425"/>
                </a:lnTo>
                <a:close/>
                <a:moveTo>
                  <a:pt x="523875" y="352425"/>
                </a:moveTo>
                <a:lnTo>
                  <a:pt x="552450" y="352425"/>
                </a:lnTo>
                <a:lnTo>
                  <a:pt x="552450" y="371475"/>
                </a:lnTo>
                <a:lnTo>
                  <a:pt x="542925" y="371475"/>
                </a:lnTo>
                <a:lnTo>
                  <a:pt x="542925" y="361950"/>
                </a:lnTo>
                <a:lnTo>
                  <a:pt x="523875" y="361950"/>
                </a:lnTo>
                <a:close/>
                <a:moveTo>
                  <a:pt x="942975" y="352425"/>
                </a:moveTo>
                <a:lnTo>
                  <a:pt x="971550" y="352425"/>
                </a:lnTo>
                <a:lnTo>
                  <a:pt x="971550" y="371475"/>
                </a:lnTo>
                <a:lnTo>
                  <a:pt x="962025" y="371475"/>
                </a:lnTo>
                <a:lnTo>
                  <a:pt x="962025" y="361950"/>
                </a:lnTo>
                <a:lnTo>
                  <a:pt x="942975" y="361950"/>
                </a:lnTo>
                <a:close/>
                <a:moveTo>
                  <a:pt x="809625" y="361950"/>
                </a:moveTo>
                <a:lnTo>
                  <a:pt x="819150" y="361950"/>
                </a:lnTo>
                <a:lnTo>
                  <a:pt x="819150" y="371475"/>
                </a:lnTo>
                <a:lnTo>
                  <a:pt x="809625" y="371475"/>
                </a:lnTo>
                <a:close/>
                <a:moveTo>
                  <a:pt x="866775" y="361950"/>
                </a:moveTo>
                <a:lnTo>
                  <a:pt x="876300" y="361950"/>
                </a:lnTo>
                <a:lnTo>
                  <a:pt x="876300" y="371475"/>
                </a:lnTo>
                <a:lnTo>
                  <a:pt x="885825" y="371475"/>
                </a:lnTo>
                <a:lnTo>
                  <a:pt x="885825" y="390525"/>
                </a:lnTo>
                <a:lnTo>
                  <a:pt x="876300" y="390525"/>
                </a:lnTo>
                <a:lnTo>
                  <a:pt x="876300" y="381000"/>
                </a:lnTo>
                <a:lnTo>
                  <a:pt x="866775" y="381000"/>
                </a:lnTo>
                <a:close/>
                <a:moveTo>
                  <a:pt x="514350" y="371475"/>
                </a:moveTo>
                <a:lnTo>
                  <a:pt x="533400" y="371475"/>
                </a:lnTo>
                <a:lnTo>
                  <a:pt x="533400" y="381000"/>
                </a:lnTo>
                <a:lnTo>
                  <a:pt x="514350" y="381000"/>
                </a:lnTo>
                <a:close/>
                <a:moveTo>
                  <a:pt x="647700" y="371475"/>
                </a:moveTo>
                <a:lnTo>
                  <a:pt x="666750" y="371475"/>
                </a:lnTo>
                <a:lnTo>
                  <a:pt x="666750" y="381000"/>
                </a:lnTo>
                <a:lnTo>
                  <a:pt x="647700" y="381000"/>
                </a:lnTo>
                <a:close/>
                <a:moveTo>
                  <a:pt x="190500" y="381000"/>
                </a:moveTo>
                <a:lnTo>
                  <a:pt x="200025" y="381000"/>
                </a:lnTo>
                <a:lnTo>
                  <a:pt x="200025" y="390525"/>
                </a:lnTo>
                <a:lnTo>
                  <a:pt x="190500" y="390525"/>
                </a:lnTo>
                <a:close/>
                <a:moveTo>
                  <a:pt x="200025" y="390525"/>
                </a:moveTo>
                <a:lnTo>
                  <a:pt x="209550" y="390525"/>
                </a:lnTo>
                <a:lnTo>
                  <a:pt x="209550" y="400050"/>
                </a:lnTo>
                <a:lnTo>
                  <a:pt x="200025" y="400050"/>
                </a:lnTo>
                <a:close/>
                <a:moveTo>
                  <a:pt x="704850" y="390525"/>
                </a:moveTo>
                <a:lnTo>
                  <a:pt x="723900" y="390525"/>
                </a:lnTo>
                <a:lnTo>
                  <a:pt x="723900" y="409575"/>
                </a:lnTo>
                <a:lnTo>
                  <a:pt x="714375" y="409575"/>
                </a:lnTo>
                <a:lnTo>
                  <a:pt x="714375" y="400050"/>
                </a:lnTo>
                <a:lnTo>
                  <a:pt x="704850" y="400050"/>
                </a:lnTo>
                <a:close/>
                <a:moveTo>
                  <a:pt x="1733550" y="400050"/>
                </a:moveTo>
                <a:lnTo>
                  <a:pt x="1743075" y="400050"/>
                </a:lnTo>
                <a:lnTo>
                  <a:pt x="1743075" y="409575"/>
                </a:lnTo>
                <a:lnTo>
                  <a:pt x="1733550" y="409575"/>
                </a:lnTo>
                <a:close/>
                <a:moveTo>
                  <a:pt x="314325" y="476250"/>
                </a:moveTo>
                <a:lnTo>
                  <a:pt x="333375" y="476250"/>
                </a:lnTo>
                <a:lnTo>
                  <a:pt x="333375" y="485775"/>
                </a:lnTo>
                <a:lnTo>
                  <a:pt x="314325" y="485775"/>
                </a:lnTo>
                <a:close/>
                <a:moveTo>
                  <a:pt x="304800" y="504825"/>
                </a:moveTo>
                <a:lnTo>
                  <a:pt x="323850" y="504825"/>
                </a:lnTo>
                <a:lnTo>
                  <a:pt x="323850" y="514350"/>
                </a:lnTo>
                <a:lnTo>
                  <a:pt x="304800" y="514350"/>
                </a:lnTo>
                <a:close/>
                <a:moveTo>
                  <a:pt x="723900" y="504825"/>
                </a:moveTo>
                <a:lnTo>
                  <a:pt x="742950" y="504825"/>
                </a:lnTo>
                <a:lnTo>
                  <a:pt x="742950" y="514350"/>
                </a:lnTo>
                <a:lnTo>
                  <a:pt x="723900" y="514350"/>
                </a:lnTo>
                <a:close/>
                <a:moveTo>
                  <a:pt x="266700" y="571500"/>
                </a:moveTo>
                <a:lnTo>
                  <a:pt x="285750" y="571500"/>
                </a:lnTo>
                <a:lnTo>
                  <a:pt x="285750" y="581025"/>
                </a:lnTo>
                <a:lnTo>
                  <a:pt x="266700" y="581025"/>
                </a:lnTo>
                <a:close/>
                <a:moveTo>
                  <a:pt x="371475" y="581025"/>
                </a:moveTo>
                <a:lnTo>
                  <a:pt x="390525" y="581025"/>
                </a:lnTo>
                <a:lnTo>
                  <a:pt x="390525" y="590550"/>
                </a:lnTo>
                <a:lnTo>
                  <a:pt x="400050" y="590550"/>
                </a:lnTo>
                <a:lnTo>
                  <a:pt x="400050" y="600075"/>
                </a:lnTo>
                <a:lnTo>
                  <a:pt x="381000" y="600075"/>
                </a:lnTo>
                <a:lnTo>
                  <a:pt x="381000" y="590550"/>
                </a:lnTo>
                <a:lnTo>
                  <a:pt x="371475" y="590550"/>
                </a:lnTo>
                <a:close/>
                <a:moveTo>
                  <a:pt x="257175" y="590550"/>
                </a:moveTo>
                <a:lnTo>
                  <a:pt x="276225" y="590550"/>
                </a:lnTo>
                <a:lnTo>
                  <a:pt x="276225" y="600075"/>
                </a:lnTo>
                <a:lnTo>
                  <a:pt x="257175" y="600075"/>
                </a:lnTo>
                <a:close/>
                <a:moveTo>
                  <a:pt x="342900" y="590550"/>
                </a:moveTo>
                <a:lnTo>
                  <a:pt x="352425" y="590550"/>
                </a:lnTo>
                <a:lnTo>
                  <a:pt x="352425" y="600075"/>
                </a:lnTo>
                <a:lnTo>
                  <a:pt x="342900" y="600075"/>
                </a:lnTo>
                <a:close/>
                <a:moveTo>
                  <a:pt x="276225" y="600075"/>
                </a:moveTo>
                <a:lnTo>
                  <a:pt x="285750" y="600075"/>
                </a:lnTo>
                <a:lnTo>
                  <a:pt x="285750" y="609600"/>
                </a:lnTo>
                <a:lnTo>
                  <a:pt x="276225" y="609600"/>
                </a:lnTo>
                <a:close/>
                <a:moveTo>
                  <a:pt x="323850" y="600075"/>
                </a:moveTo>
                <a:lnTo>
                  <a:pt x="333375" y="600075"/>
                </a:lnTo>
                <a:lnTo>
                  <a:pt x="333375" y="609600"/>
                </a:lnTo>
                <a:lnTo>
                  <a:pt x="323850" y="609600"/>
                </a:lnTo>
                <a:close/>
                <a:moveTo>
                  <a:pt x="352425" y="600075"/>
                </a:moveTo>
                <a:lnTo>
                  <a:pt x="381000" y="600075"/>
                </a:lnTo>
                <a:lnTo>
                  <a:pt x="381000" y="609600"/>
                </a:lnTo>
                <a:lnTo>
                  <a:pt x="352425" y="609600"/>
                </a:lnTo>
                <a:close/>
                <a:moveTo>
                  <a:pt x="409575" y="600075"/>
                </a:moveTo>
                <a:lnTo>
                  <a:pt x="428625" y="600075"/>
                </a:lnTo>
                <a:lnTo>
                  <a:pt x="428625" y="628650"/>
                </a:lnTo>
                <a:lnTo>
                  <a:pt x="409575" y="628650"/>
                </a:lnTo>
                <a:close/>
                <a:moveTo>
                  <a:pt x="333375" y="609600"/>
                </a:moveTo>
                <a:lnTo>
                  <a:pt x="342900" y="609600"/>
                </a:lnTo>
                <a:lnTo>
                  <a:pt x="342900" y="619125"/>
                </a:lnTo>
                <a:lnTo>
                  <a:pt x="333375" y="619125"/>
                </a:lnTo>
                <a:close/>
                <a:moveTo>
                  <a:pt x="1733550" y="628650"/>
                </a:moveTo>
                <a:lnTo>
                  <a:pt x="1743075" y="628650"/>
                </a:lnTo>
                <a:lnTo>
                  <a:pt x="1743075" y="647700"/>
                </a:lnTo>
                <a:lnTo>
                  <a:pt x="1733550" y="647700"/>
                </a:lnTo>
                <a:close/>
                <a:moveTo>
                  <a:pt x="152400" y="666750"/>
                </a:moveTo>
                <a:lnTo>
                  <a:pt x="161925" y="666750"/>
                </a:lnTo>
                <a:lnTo>
                  <a:pt x="161925" y="685800"/>
                </a:lnTo>
                <a:lnTo>
                  <a:pt x="142875" y="685800"/>
                </a:lnTo>
                <a:lnTo>
                  <a:pt x="142875" y="676275"/>
                </a:lnTo>
                <a:lnTo>
                  <a:pt x="152400" y="676275"/>
                </a:lnTo>
                <a:close/>
                <a:moveTo>
                  <a:pt x="790575" y="685800"/>
                </a:moveTo>
                <a:lnTo>
                  <a:pt x="819150" y="685800"/>
                </a:lnTo>
                <a:lnTo>
                  <a:pt x="819150" y="704850"/>
                </a:lnTo>
                <a:lnTo>
                  <a:pt x="790575" y="704850"/>
                </a:lnTo>
                <a:close/>
                <a:moveTo>
                  <a:pt x="1038225" y="685800"/>
                </a:moveTo>
                <a:lnTo>
                  <a:pt x="1057275" y="685800"/>
                </a:lnTo>
                <a:lnTo>
                  <a:pt x="1057275" y="704850"/>
                </a:lnTo>
                <a:lnTo>
                  <a:pt x="1038225" y="704850"/>
                </a:lnTo>
                <a:close/>
                <a:moveTo>
                  <a:pt x="609600" y="704850"/>
                </a:moveTo>
                <a:lnTo>
                  <a:pt x="647700" y="704850"/>
                </a:lnTo>
                <a:lnTo>
                  <a:pt x="647700" y="714375"/>
                </a:lnTo>
                <a:lnTo>
                  <a:pt x="609600" y="714375"/>
                </a:lnTo>
                <a:close/>
                <a:moveTo>
                  <a:pt x="1647825" y="704850"/>
                </a:moveTo>
                <a:lnTo>
                  <a:pt x="1657350" y="704850"/>
                </a:lnTo>
                <a:lnTo>
                  <a:pt x="1657350" y="714375"/>
                </a:lnTo>
                <a:lnTo>
                  <a:pt x="1647825" y="714375"/>
                </a:lnTo>
                <a:close/>
                <a:moveTo>
                  <a:pt x="1714500" y="723900"/>
                </a:moveTo>
                <a:lnTo>
                  <a:pt x="1724025" y="723900"/>
                </a:lnTo>
                <a:lnTo>
                  <a:pt x="1724025" y="733425"/>
                </a:lnTo>
                <a:lnTo>
                  <a:pt x="1714500" y="733425"/>
                </a:lnTo>
                <a:close/>
                <a:moveTo>
                  <a:pt x="1724025" y="733425"/>
                </a:moveTo>
                <a:lnTo>
                  <a:pt x="1733550" y="733425"/>
                </a:lnTo>
                <a:lnTo>
                  <a:pt x="1733550" y="742950"/>
                </a:lnTo>
                <a:lnTo>
                  <a:pt x="1724025" y="742950"/>
                </a:lnTo>
                <a:close/>
                <a:moveTo>
                  <a:pt x="1676400" y="742950"/>
                </a:moveTo>
                <a:lnTo>
                  <a:pt x="1695450" y="742950"/>
                </a:lnTo>
                <a:lnTo>
                  <a:pt x="1695450" y="762000"/>
                </a:lnTo>
                <a:lnTo>
                  <a:pt x="1704975" y="762000"/>
                </a:lnTo>
                <a:lnTo>
                  <a:pt x="1704975" y="771525"/>
                </a:lnTo>
                <a:lnTo>
                  <a:pt x="1685925" y="771525"/>
                </a:lnTo>
                <a:lnTo>
                  <a:pt x="1685925" y="752475"/>
                </a:lnTo>
                <a:lnTo>
                  <a:pt x="1676400" y="752475"/>
                </a:lnTo>
                <a:close/>
                <a:moveTo>
                  <a:pt x="1733550" y="762000"/>
                </a:moveTo>
                <a:lnTo>
                  <a:pt x="1743075" y="762000"/>
                </a:lnTo>
                <a:lnTo>
                  <a:pt x="1743075" y="781050"/>
                </a:lnTo>
                <a:lnTo>
                  <a:pt x="1733550" y="781050"/>
                </a:lnTo>
                <a:close/>
                <a:moveTo>
                  <a:pt x="142875" y="771525"/>
                </a:moveTo>
                <a:lnTo>
                  <a:pt x="161925" y="771525"/>
                </a:lnTo>
                <a:lnTo>
                  <a:pt x="161925" y="781050"/>
                </a:lnTo>
                <a:lnTo>
                  <a:pt x="142875" y="781050"/>
                </a:lnTo>
                <a:close/>
                <a:moveTo>
                  <a:pt x="1647825" y="790575"/>
                </a:moveTo>
                <a:lnTo>
                  <a:pt x="1657350" y="790575"/>
                </a:lnTo>
                <a:lnTo>
                  <a:pt x="1657350" y="800100"/>
                </a:lnTo>
                <a:lnTo>
                  <a:pt x="1647825" y="800100"/>
                </a:lnTo>
                <a:close/>
                <a:moveTo>
                  <a:pt x="790575" y="800100"/>
                </a:moveTo>
                <a:lnTo>
                  <a:pt x="809625" y="800100"/>
                </a:lnTo>
                <a:lnTo>
                  <a:pt x="809625" y="809625"/>
                </a:lnTo>
                <a:lnTo>
                  <a:pt x="790575" y="809625"/>
                </a:lnTo>
                <a:close/>
                <a:moveTo>
                  <a:pt x="1638300" y="800100"/>
                </a:moveTo>
                <a:lnTo>
                  <a:pt x="1647825" y="800100"/>
                </a:lnTo>
                <a:lnTo>
                  <a:pt x="1647825" y="809625"/>
                </a:lnTo>
                <a:lnTo>
                  <a:pt x="1638300" y="809625"/>
                </a:lnTo>
                <a:close/>
                <a:moveTo>
                  <a:pt x="1676400" y="809625"/>
                </a:moveTo>
                <a:lnTo>
                  <a:pt x="1724025" y="809625"/>
                </a:lnTo>
                <a:lnTo>
                  <a:pt x="1724025" y="819150"/>
                </a:lnTo>
                <a:lnTo>
                  <a:pt x="1714500" y="819150"/>
                </a:lnTo>
                <a:lnTo>
                  <a:pt x="1714500" y="838200"/>
                </a:lnTo>
                <a:lnTo>
                  <a:pt x="1704975" y="838200"/>
                </a:lnTo>
                <a:lnTo>
                  <a:pt x="1704975" y="847725"/>
                </a:lnTo>
                <a:lnTo>
                  <a:pt x="1695450" y="847725"/>
                </a:lnTo>
                <a:lnTo>
                  <a:pt x="1695450" y="857250"/>
                </a:lnTo>
                <a:lnTo>
                  <a:pt x="1676400" y="857250"/>
                </a:lnTo>
                <a:lnTo>
                  <a:pt x="1676400" y="847725"/>
                </a:lnTo>
                <a:lnTo>
                  <a:pt x="1647825" y="847725"/>
                </a:lnTo>
                <a:lnTo>
                  <a:pt x="1647825" y="838200"/>
                </a:lnTo>
                <a:lnTo>
                  <a:pt x="1685925" y="838200"/>
                </a:lnTo>
                <a:lnTo>
                  <a:pt x="1685925" y="819150"/>
                </a:lnTo>
                <a:lnTo>
                  <a:pt x="1676400" y="819150"/>
                </a:lnTo>
                <a:close/>
                <a:moveTo>
                  <a:pt x="723900" y="819150"/>
                </a:moveTo>
                <a:lnTo>
                  <a:pt x="752475" y="819150"/>
                </a:lnTo>
                <a:lnTo>
                  <a:pt x="752475" y="838200"/>
                </a:lnTo>
                <a:lnTo>
                  <a:pt x="771525" y="838200"/>
                </a:lnTo>
                <a:lnTo>
                  <a:pt x="771525" y="857250"/>
                </a:lnTo>
                <a:lnTo>
                  <a:pt x="781050" y="857250"/>
                </a:lnTo>
                <a:lnTo>
                  <a:pt x="781050" y="866775"/>
                </a:lnTo>
                <a:lnTo>
                  <a:pt x="771525" y="866775"/>
                </a:lnTo>
                <a:lnTo>
                  <a:pt x="771525" y="876300"/>
                </a:lnTo>
                <a:lnTo>
                  <a:pt x="762000" y="876300"/>
                </a:lnTo>
                <a:lnTo>
                  <a:pt x="762000" y="885825"/>
                </a:lnTo>
                <a:lnTo>
                  <a:pt x="752475" y="885825"/>
                </a:lnTo>
                <a:lnTo>
                  <a:pt x="752475" y="904875"/>
                </a:lnTo>
                <a:lnTo>
                  <a:pt x="742950" y="904875"/>
                </a:lnTo>
                <a:lnTo>
                  <a:pt x="742950" y="895350"/>
                </a:lnTo>
                <a:lnTo>
                  <a:pt x="733425" y="895350"/>
                </a:lnTo>
                <a:lnTo>
                  <a:pt x="733425" y="885825"/>
                </a:lnTo>
                <a:lnTo>
                  <a:pt x="723900" y="885825"/>
                </a:lnTo>
                <a:lnTo>
                  <a:pt x="723900" y="895350"/>
                </a:lnTo>
                <a:lnTo>
                  <a:pt x="714375" y="895350"/>
                </a:lnTo>
                <a:lnTo>
                  <a:pt x="714375" y="876300"/>
                </a:lnTo>
                <a:lnTo>
                  <a:pt x="733425" y="876300"/>
                </a:lnTo>
                <a:lnTo>
                  <a:pt x="733425" y="866775"/>
                </a:lnTo>
                <a:lnTo>
                  <a:pt x="742950" y="866775"/>
                </a:lnTo>
                <a:lnTo>
                  <a:pt x="742950" y="847725"/>
                </a:lnTo>
                <a:lnTo>
                  <a:pt x="723900" y="847725"/>
                </a:lnTo>
                <a:close/>
                <a:moveTo>
                  <a:pt x="866775" y="819150"/>
                </a:moveTo>
                <a:lnTo>
                  <a:pt x="876300" y="819150"/>
                </a:lnTo>
                <a:lnTo>
                  <a:pt x="876300" y="838200"/>
                </a:lnTo>
                <a:lnTo>
                  <a:pt x="866775" y="838200"/>
                </a:lnTo>
                <a:close/>
                <a:moveTo>
                  <a:pt x="657225" y="828675"/>
                </a:moveTo>
                <a:lnTo>
                  <a:pt x="685800" y="828675"/>
                </a:lnTo>
                <a:lnTo>
                  <a:pt x="685800" y="838200"/>
                </a:lnTo>
                <a:lnTo>
                  <a:pt x="657225" y="838200"/>
                </a:lnTo>
                <a:close/>
                <a:moveTo>
                  <a:pt x="876300" y="838200"/>
                </a:moveTo>
                <a:lnTo>
                  <a:pt x="904875" y="838200"/>
                </a:lnTo>
                <a:lnTo>
                  <a:pt x="904875" y="847725"/>
                </a:lnTo>
                <a:lnTo>
                  <a:pt x="876300" y="847725"/>
                </a:lnTo>
                <a:close/>
                <a:moveTo>
                  <a:pt x="1057275" y="838200"/>
                </a:moveTo>
                <a:lnTo>
                  <a:pt x="1076325" y="838200"/>
                </a:lnTo>
                <a:lnTo>
                  <a:pt x="1076325" y="847725"/>
                </a:lnTo>
                <a:lnTo>
                  <a:pt x="1057275" y="847725"/>
                </a:lnTo>
                <a:close/>
                <a:moveTo>
                  <a:pt x="1695450" y="857250"/>
                </a:moveTo>
                <a:lnTo>
                  <a:pt x="1714500" y="857250"/>
                </a:lnTo>
                <a:lnTo>
                  <a:pt x="1714500" y="876300"/>
                </a:lnTo>
                <a:lnTo>
                  <a:pt x="1704975" y="876300"/>
                </a:lnTo>
                <a:lnTo>
                  <a:pt x="1704975" y="866775"/>
                </a:lnTo>
                <a:lnTo>
                  <a:pt x="1695450" y="866775"/>
                </a:lnTo>
                <a:close/>
                <a:moveTo>
                  <a:pt x="1133475" y="866775"/>
                </a:moveTo>
                <a:lnTo>
                  <a:pt x="1152525" y="866775"/>
                </a:lnTo>
                <a:lnTo>
                  <a:pt x="1152525" y="876300"/>
                </a:lnTo>
                <a:lnTo>
                  <a:pt x="1133475" y="876300"/>
                </a:lnTo>
                <a:close/>
                <a:moveTo>
                  <a:pt x="200025" y="876300"/>
                </a:moveTo>
                <a:lnTo>
                  <a:pt x="209550" y="876300"/>
                </a:lnTo>
                <a:lnTo>
                  <a:pt x="209550" y="885825"/>
                </a:lnTo>
                <a:lnTo>
                  <a:pt x="200025" y="885825"/>
                </a:lnTo>
                <a:close/>
                <a:moveTo>
                  <a:pt x="676275" y="876300"/>
                </a:moveTo>
                <a:lnTo>
                  <a:pt x="685800" y="876300"/>
                </a:lnTo>
                <a:lnTo>
                  <a:pt x="685800" y="885825"/>
                </a:lnTo>
                <a:lnTo>
                  <a:pt x="704850" y="885825"/>
                </a:lnTo>
                <a:lnTo>
                  <a:pt x="704850" y="895350"/>
                </a:lnTo>
                <a:lnTo>
                  <a:pt x="685800" y="895350"/>
                </a:lnTo>
                <a:lnTo>
                  <a:pt x="685800" y="904875"/>
                </a:lnTo>
                <a:lnTo>
                  <a:pt x="676275" y="904875"/>
                </a:lnTo>
                <a:close/>
                <a:moveTo>
                  <a:pt x="295275" y="895350"/>
                </a:moveTo>
                <a:lnTo>
                  <a:pt x="304800" y="895350"/>
                </a:lnTo>
                <a:lnTo>
                  <a:pt x="304800" y="904875"/>
                </a:lnTo>
                <a:lnTo>
                  <a:pt x="295275" y="904875"/>
                </a:lnTo>
                <a:close/>
                <a:moveTo>
                  <a:pt x="390525" y="895350"/>
                </a:moveTo>
                <a:lnTo>
                  <a:pt x="428625" y="895350"/>
                </a:lnTo>
                <a:lnTo>
                  <a:pt x="428625" y="904875"/>
                </a:lnTo>
                <a:lnTo>
                  <a:pt x="390525" y="904875"/>
                </a:lnTo>
                <a:close/>
                <a:moveTo>
                  <a:pt x="533400" y="895350"/>
                </a:moveTo>
                <a:lnTo>
                  <a:pt x="600075" y="895350"/>
                </a:lnTo>
                <a:lnTo>
                  <a:pt x="600075" y="904875"/>
                </a:lnTo>
                <a:lnTo>
                  <a:pt x="533400" y="904875"/>
                </a:lnTo>
                <a:close/>
                <a:moveTo>
                  <a:pt x="1200150" y="895350"/>
                </a:moveTo>
                <a:lnTo>
                  <a:pt x="1209675" y="895350"/>
                </a:lnTo>
                <a:lnTo>
                  <a:pt x="1209675" y="904875"/>
                </a:lnTo>
                <a:lnTo>
                  <a:pt x="1228725" y="904875"/>
                </a:lnTo>
                <a:lnTo>
                  <a:pt x="1228725" y="933450"/>
                </a:lnTo>
                <a:lnTo>
                  <a:pt x="1219200" y="933450"/>
                </a:lnTo>
                <a:lnTo>
                  <a:pt x="1219200" y="914400"/>
                </a:lnTo>
                <a:lnTo>
                  <a:pt x="1190625" y="914400"/>
                </a:lnTo>
                <a:lnTo>
                  <a:pt x="1190625" y="904875"/>
                </a:lnTo>
                <a:lnTo>
                  <a:pt x="1200150" y="904875"/>
                </a:lnTo>
                <a:close/>
                <a:moveTo>
                  <a:pt x="180975" y="904875"/>
                </a:moveTo>
                <a:lnTo>
                  <a:pt x="190500" y="904875"/>
                </a:lnTo>
                <a:lnTo>
                  <a:pt x="190500" y="923925"/>
                </a:lnTo>
                <a:lnTo>
                  <a:pt x="200025" y="923925"/>
                </a:lnTo>
                <a:lnTo>
                  <a:pt x="200025" y="914400"/>
                </a:lnTo>
                <a:lnTo>
                  <a:pt x="219075" y="914400"/>
                </a:lnTo>
                <a:lnTo>
                  <a:pt x="219075" y="923925"/>
                </a:lnTo>
                <a:lnTo>
                  <a:pt x="200025" y="923925"/>
                </a:lnTo>
                <a:lnTo>
                  <a:pt x="200025" y="933450"/>
                </a:lnTo>
                <a:lnTo>
                  <a:pt x="180975" y="933450"/>
                </a:lnTo>
                <a:close/>
                <a:moveTo>
                  <a:pt x="485775" y="904875"/>
                </a:moveTo>
                <a:lnTo>
                  <a:pt x="523875" y="904875"/>
                </a:lnTo>
                <a:lnTo>
                  <a:pt x="523875" y="914400"/>
                </a:lnTo>
                <a:lnTo>
                  <a:pt x="495300" y="914400"/>
                </a:lnTo>
                <a:lnTo>
                  <a:pt x="495300" y="923925"/>
                </a:lnTo>
                <a:lnTo>
                  <a:pt x="485775" y="923925"/>
                </a:lnTo>
                <a:close/>
                <a:moveTo>
                  <a:pt x="1028700" y="904875"/>
                </a:moveTo>
                <a:lnTo>
                  <a:pt x="1047750" y="904875"/>
                </a:lnTo>
                <a:lnTo>
                  <a:pt x="1047750" y="923925"/>
                </a:lnTo>
                <a:lnTo>
                  <a:pt x="1057275" y="923925"/>
                </a:lnTo>
                <a:lnTo>
                  <a:pt x="1057275" y="914400"/>
                </a:lnTo>
                <a:lnTo>
                  <a:pt x="1066800" y="914400"/>
                </a:lnTo>
                <a:lnTo>
                  <a:pt x="1066800" y="933450"/>
                </a:lnTo>
                <a:lnTo>
                  <a:pt x="1047750" y="933450"/>
                </a:lnTo>
                <a:lnTo>
                  <a:pt x="1047750" y="942975"/>
                </a:lnTo>
                <a:lnTo>
                  <a:pt x="1057275" y="942975"/>
                </a:lnTo>
                <a:lnTo>
                  <a:pt x="1057275" y="952500"/>
                </a:lnTo>
                <a:lnTo>
                  <a:pt x="1000125" y="952500"/>
                </a:lnTo>
                <a:lnTo>
                  <a:pt x="1000125" y="923925"/>
                </a:lnTo>
                <a:lnTo>
                  <a:pt x="1009650" y="923925"/>
                </a:lnTo>
                <a:lnTo>
                  <a:pt x="1009650" y="914400"/>
                </a:lnTo>
                <a:lnTo>
                  <a:pt x="1028700" y="914400"/>
                </a:lnTo>
                <a:close/>
                <a:moveTo>
                  <a:pt x="1123950" y="904875"/>
                </a:moveTo>
                <a:lnTo>
                  <a:pt x="1152525" y="904875"/>
                </a:lnTo>
                <a:lnTo>
                  <a:pt x="1152525" y="914400"/>
                </a:lnTo>
                <a:lnTo>
                  <a:pt x="1123950" y="914400"/>
                </a:lnTo>
                <a:close/>
                <a:moveTo>
                  <a:pt x="1619250" y="904875"/>
                </a:moveTo>
                <a:lnTo>
                  <a:pt x="1628775" y="904875"/>
                </a:lnTo>
                <a:lnTo>
                  <a:pt x="1628775" y="914400"/>
                </a:lnTo>
                <a:lnTo>
                  <a:pt x="1647825" y="914400"/>
                </a:lnTo>
                <a:lnTo>
                  <a:pt x="1647825" y="923925"/>
                </a:lnTo>
                <a:lnTo>
                  <a:pt x="1628775" y="923925"/>
                </a:lnTo>
                <a:lnTo>
                  <a:pt x="1628775" y="933450"/>
                </a:lnTo>
                <a:lnTo>
                  <a:pt x="1619250" y="933450"/>
                </a:lnTo>
                <a:close/>
                <a:moveTo>
                  <a:pt x="514350" y="923925"/>
                </a:moveTo>
                <a:lnTo>
                  <a:pt x="542925" y="923925"/>
                </a:lnTo>
                <a:lnTo>
                  <a:pt x="542925" y="933450"/>
                </a:lnTo>
                <a:lnTo>
                  <a:pt x="514350" y="933450"/>
                </a:lnTo>
                <a:close/>
                <a:moveTo>
                  <a:pt x="762000" y="923925"/>
                </a:moveTo>
                <a:lnTo>
                  <a:pt x="771525" y="923925"/>
                </a:lnTo>
                <a:lnTo>
                  <a:pt x="771525" y="933450"/>
                </a:lnTo>
                <a:lnTo>
                  <a:pt x="762000" y="933450"/>
                </a:lnTo>
                <a:close/>
                <a:moveTo>
                  <a:pt x="142875" y="933450"/>
                </a:moveTo>
                <a:lnTo>
                  <a:pt x="152400" y="933450"/>
                </a:lnTo>
                <a:lnTo>
                  <a:pt x="152400" y="952500"/>
                </a:lnTo>
                <a:lnTo>
                  <a:pt x="142875" y="952500"/>
                </a:lnTo>
                <a:close/>
                <a:moveTo>
                  <a:pt x="1114425" y="942975"/>
                </a:moveTo>
                <a:lnTo>
                  <a:pt x="1133475" y="942975"/>
                </a:lnTo>
                <a:lnTo>
                  <a:pt x="1133475" y="952500"/>
                </a:lnTo>
                <a:lnTo>
                  <a:pt x="1114425" y="952500"/>
                </a:lnTo>
                <a:close/>
                <a:moveTo>
                  <a:pt x="180975" y="952500"/>
                </a:moveTo>
                <a:lnTo>
                  <a:pt x="190500" y="952500"/>
                </a:lnTo>
                <a:lnTo>
                  <a:pt x="190500" y="962025"/>
                </a:lnTo>
                <a:lnTo>
                  <a:pt x="180975" y="962025"/>
                </a:lnTo>
                <a:close/>
                <a:moveTo>
                  <a:pt x="200025" y="952500"/>
                </a:moveTo>
                <a:lnTo>
                  <a:pt x="209550" y="952500"/>
                </a:lnTo>
                <a:lnTo>
                  <a:pt x="209550" y="962025"/>
                </a:lnTo>
                <a:lnTo>
                  <a:pt x="200025" y="962025"/>
                </a:lnTo>
                <a:close/>
                <a:moveTo>
                  <a:pt x="885825" y="962025"/>
                </a:moveTo>
                <a:lnTo>
                  <a:pt x="914400" y="962025"/>
                </a:lnTo>
                <a:lnTo>
                  <a:pt x="914400" y="981075"/>
                </a:lnTo>
                <a:lnTo>
                  <a:pt x="895350" y="981075"/>
                </a:lnTo>
                <a:lnTo>
                  <a:pt x="895350" y="971550"/>
                </a:lnTo>
                <a:lnTo>
                  <a:pt x="885825" y="971550"/>
                </a:lnTo>
                <a:close/>
                <a:moveTo>
                  <a:pt x="371475" y="971550"/>
                </a:moveTo>
                <a:lnTo>
                  <a:pt x="390525" y="971550"/>
                </a:lnTo>
                <a:lnTo>
                  <a:pt x="390525" y="981075"/>
                </a:lnTo>
                <a:lnTo>
                  <a:pt x="371475" y="981075"/>
                </a:lnTo>
                <a:close/>
                <a:moveTo>
                  <a:pt x="457200" y="971550"/>
                </a:moveTo>
                <a:lnTo>
                  <a:pt x="466725" y="971550"/>
                </a:lnTo>
                <a:lnTo>
                  <a:pt x="466725" y="990600"/>
                </a:lnTo>
                <a:lnTo>
                  <a:pt x="457200" y="990600"/>
                </a:lnTo>
                <a:close/>
                <a:moveTo>
                  <a:pt x="476250" y="971550"/>
                </a:moveTo>
                <a:lnTo>
                  <a:pt x="485775" y="971550"/>
                </a:lnTo>
                <a:lnTo>
                  <a:pt x="485775" y="981075"/>
                </a:lnTo>
                <a:lnTo>
                  <a:pt x="476250" y="981075"/>
                </a:lnTo>
                <a:close/>
                <a:moveTo>
                  <a:pt x="1028700" y="971550"/>
                </a:moveTo>
                <a:lnTo>
                  <a:pt x="1066800" y="971550"/>
                </a:lnTo>
                <a:lnTo>
                  <a:pt x="1066800" y="981075"/>
                </a:lnTo>
                <a:lnTo>
                  <a:pt x="1028700" y="981075"/>
                </a:lnTo>
                <a:close/>
                <a:moveTo>
                  <a:pt x="1104900" y="971550"/>
                </a:moveTo>
                <a:lnTo>
                  <a:pt x="1133475" y="971550"/>
                </a:lnTo>
                <a:lnTo>
                  <a:pt x="1133475" y="981075"/>
                </a:lnTo>
                <a:lnTo>
                  <a:pt x="1104900" y="981075"/>
                </a:lnTo>
                <a:close/>
                <a:moveTo>
                  <a:pt x="1162050" y="971550"/>
                </a:moveTo>
                <a:lnTo>
                  <a:pt x="1200150" y="971550"/>
                </a:lnTo>
                <a:lnTo>
                  <a:pt x="1200150" y="981075"/>
                </a:lnTo>
                <a:lnTo>
                  <a:pt x="1162050" y="981075"/>
                </a:lnTo>
                <a:close/>
                <a:moveTo>
                  <a:pt x="266700" y="981075"/>
                </a:moveTo>
                <a:lnTo>
                  <a:pt x="314325" y="981075"/>
                </a:lnTo>
                <a:lnTo>
                  <a:pt x="314325" y="990600"/>
                </a:lnTo>
                <a:lnTo>
                  <a:pt x="323850" y="990600"/>
                </a:lnTo>
                <a:lnTo>
                  <a:pt x="323850" y="1000125"/>
                </a:lnTo>
                <a:lnTo>
                  <a:pt x="266700" y="1000125"/>
                </a:lnTo>
                <a:close/>
                <a:moveTo>
                  <a:pt x="390525" y="981075"/>
                </a:moveTo>
                <a:lnTo>
                  <a:pt x="447675" y="981075"/>
                </a:lnTo>
                <a:lnTo>
                  <a:pt x="447675" y="1009650"/>
                </a:lnTo>
                <a:lnTo>
                  <a:pt x="438150" y="1009650"/>
                </a:lnTo>
                <a:lnTo>
                  <a:pt x="438150" y="1019175"/>
                </a:lnTo>
                <a:lnTo>
                  <a:pt x="428625" y="1019175"/>
                </a:lnTo>
                <a:lnTo>
                  <a:pt x="428625" y="1009650"/>
                </a:lnTo>
                <a:lnTo>
                  <a:pt x="419100" y="1009650"/>
                </a:lnTo>
                <a:lnTo>
                  <a:pt x="419100" y="1019175"/>
                </a:lnTo>
                <a:lnTo>
                  <a:pt x="400050" y="1019175"/>
                </a:lnTo>
                <a:lnTo>
                  <a:pt x="400050" y="1009650"/>
                </a:lnTo>
                <a:lnTo>
                  <a:pt x="390525" y="1009650"/>
                </a:lnTo>
                <a:lnTo>
                  <a:pt x="390525" y="1000125"/>
                </a:lnTo>
                <a:lnTo>
                  <a:pt x="381000" y="1000125"/>
                </a:lnTo>
                <a:lnTo>
                  <a:pt x="381000" y="990600"/>
                </a:lnTo>
                <a:lnTo>
                  <a:pt x="390525" y="990600"/>
                </a:lnTo>
                <a:close/>
                <a:moveTo>
                  <a:pt x="1619250" y="1009650"/>
                </a:moveTo>
                <a:lnTo>
                  <a:pt x="1628775" y="1009650"/>
                </a:lnTo>
                <a:lnTo>
                  <a:pt x="1628775" y="1028700"/>
                </a:lnTo>
                <a:lnTo>
                  <a:pt x="1619250" y="1028700"/>
                </a:lnTo>
                <a:close/>
                <a:moveTo>
                  <a:pt x="1171575" y="1019175"/>
                </a:moveTo>
                <a:lnTo>
                  <a:pt x="1200150" y="1019175"/>
                </a:lnTo>
                <a:lnTo>
                  <a:pt x="1200150" y="1028700"/>
                </a:lnTo>
                <a:lnTo>
                  <a:pt x="1181100" y="1028700"/>
                </a:lnTo>
                <a:lnTo>
                  <a:pt x="1181100" y="1038225"/>
                </a:lnTo>
                <a:lnTo>
                  <a:pt x="1171575" y="1038225"/>
                </a:lnTo>
                <a:close/>
                <a:moveTo>
                  <a:pt x="1381125" y="1019175"/>
                </a:moveTo>
                <a:lnTo>
                  <a:pt x="1390650" y="1019175"/>
                </a:lnTo>
                <a:lnTo>
                  <a:pt x="1390650" y="1028700"/>
                </a:lnTo>
                <a:lnTo>
                  <a:pt x="1381125" y="1028700"/>
                </a:lnTo>
                <a:close/>
                <a:moveTo>
                  <a:pt x="295275" y="1028700"/>
                </a:moveTo>
                <a:lnTo>
                  <a:pt x="314325" y="1028700"/>
                </a:lnTo>
                <a:lnTo>
                  <a:pt x="314325" y="1038225"/>
                </a:lnTo>
                <a:lnTo>
                  <a:pt x="295275" y="1038225"/>
                </a:lnTo>
                <a:close/>
                <a:moveTo>
                  <a:pt x="1685925" y="1028700"/>
                </a:moveTo>
                <a:lnTo>
                  <a:pt x="1695450" y="1028700"/>
                </a:lnTo>
                <a:lnTo>
                  <a:pt x="1695450" y="1038225"/>
                </a:lnTo>
                <a:lnTo>
                  <a:pt x="1685925" y="1038225"/>
                </a:lnTo>
                <a:close/>
                <a:moveTo>
                  <a:pt x="1714500" y="1028700"/>
                </a:moveTo>
                <a:lnTo>
                  <a:pt x="1733550" y="1028700"/>
                </a:lnTo>
                <a:lnTo>
                  <a:pt x="1733550" y="1038225"/>
                </a:lnTo>
                <a:lnTo>
                  <a:pt x="1743075" y="1038225"/>
                </a:lnTo>
                <a:lnTo>
                  <a:pt x="1743075" y="1057275"/>
                </a:lnTo>
                <a:lnTo>
                  <a:pt x="1733550" y="1057275"/>
                </a:lnTo>
                <a:lnTo>
                  <a:pt x="1733550" y="1066800"/>
                </a:lnTo>
                <a:lnTo>
                  <a:pt x="1724025" y="1066800"/>
                </a:lnTo>
                <a:lnTo>
                  <a:pt x="1724025" y="1047750"/>
                </a:lnTo>
                <a:lnTo>
                  <a:pt x="1695450" y="1047750"/>
                </a:lnTo>
                <a:lnTo>
                  <a:pt x="1695450" y="1038225"/>
                </a:lnTo>
                <a:lnTo>
                  <a:pt x="1714500" y="1038225"/>
                </a:lnTo>
                <a:close/>
                <a:moveTo>
                  <a:pt x="314325" y="1038225"/>
                </a:moveTo>
                <a:lnTo>
                  <a:pt x="323850" y="1038225"/>
                </a:lnTo>
                <a:lnTo>
                  <a:pt x="323850" y="1047750"/>
                </a:lnTo>
                <a:lnTo>
                  <a:pt x="314325" y="1047750"/>
                </a:lnTo>
                <a:close/>
                <a:moveTo>
                  <a:pt x="352425" y="1038225"/>
                </a:moveTo>
                <a:lnTo>
                  <a:pt x="381000" y="1038225"/>
                </a:lnTo>
                <a:lnTo>
                  <a:pt x="381000" y="1047750"/>
                </a:lnTo>
                <a:lnTo>
                  <a:pt x="352425" y="1047750"/>
                </a:lnTo>
                <a:close/>
                <a:moveTo>
                  <a:pt x="1524000" y="1038225"/>
                </a:moveTo>
                <a:lnTo>
                  <a:pt x="1581150" y="1038225"/>
                </a:lnTo>
                <a:lnTo>
                  <a:pt x="1581150" y="1047750"/>
                </a:lnTo>
                <a:lnTo>
                  <a:pt x="1590675" y="1047750"/>
                </a:lnTo>
                <a:lnTo>
                  <a:pt x="1590675" y="1057275"/>
                </a:lnTo>
                <a:lnTo>
                  <a:pt x="1581150" y="1057275"/>
                </a:lnTo>
                <a:lnTo>
                  <a:pt x="1581150" y="1066800"/>
                </a:lnTo>
                <a:lnTo>
                  <a:pt x="1552575" y="1066800"/>
                </a:lnTo>
                <a:lnTo>
                  <a:pt x="1552575" y="1057275"/>
                </a:lnTo>
                <a:lnTo>
                  <a:pt x="1514475" y="1057275"/>
                </a:lnTo>
                <a:lnTo>
                  <a:pt x="1514475" y="1047750"/>
                </a:lnTo>
                <a:lnTo>
                  <a:pt x="1524000" y="1047750"/>
                </a:lnTo>
                <a:close/>
                <a:moveTo>
                  <a:pt x="1676400" y="1038225"/>
                </a:moveTo>
                <a:lnTo>
                  <a:pt x="1685925" y="1038225"/>
                </a:lnTo>
                <a:lnTo>
                  <a:pt x="1685925" y="1066800"/>
                </a:lnTo>
                <a:lnTo>
                  <a:pt x="1638300" y="1066800"/>
                </a:lnTo>
                <a:lnTo>
                  <a:pt x="1638300" y="1047750"/>
                </a:lnTo>
                <a:lnTo>
                  <a:pt x="1676400" y="1047750"/>
                </a:lnTo>
                <a:close/>
                <a:moveTo>
                  <a:pt x="1162050" y="1057275"/>
                </a:moveTo>
                <a:lnTo>
                  <a:pt x="1171575" y="1057275"/>
                </a:lnTo>
                <a:lnTo>
                  <a:pt x="1171575" y="1066800"/>
                </a:lnTo>
                <a:lnTo>
                  <a:pt x="1162050" y="1066800"/>
                </a:lnTo>
                <a:close/>
                <a:moveTo>
                  <a:pt x="133350" y="1066800"/>
                </a:moveTo>
                <a:lnTo>
                  <a:pt x="142875" y="1066800"/>
                </a:lnTo>
                <a:lnTo>
                  <a:pt x="142875" y="1076325"/>
                </a:lnTo>
                <a:lnTo>
                  <a:pt x="133350" y="1076325"/>
                </a:lnTo>
                <a:close/>
                <a:moveTo>
                  <a:pt x="1266825" y="1066800"/>
                </a:moveTo>
                <a:lnTo>
                  <a:pt x="1276350" y="1066800"/>
                </a:lnTo>
                <a:lnTo>
                  <a:pt x="1276350" y="1104900"/>
                </a:lnTo>
                <a:lnTo>
                  <a:pt x="1285875" y="1104900"/>
                </a:lnTo>
                <a:lnTo>
                  <a:pt x="1285875" y="1114425"/>
                </a:lnTo>
                <a:lnTo>
                  <a:pt x="1247775" y="1114425"/>
                </a:lnTo>
                <a:lnTo>
                  <a:pt x="1247775" y="1104900"/>
                </a:lnTo>
                <a:lnTo>
                  <a:pt x="1228725" y="1104900"/>
                </a:lnTo>
                <a:lnTo>
                  <a:pt x="1228725" y="1085850"/>
                </a:lnTo>
                <a:lnTo>
                  <a:pt x="1247775" y="1085850"/>
                </a:lnTo>
                <a:lnTo>
                  <a:pt x="1247775" y="1076325"/>
                </a:lnTo>
                <a:lnTo>
                  <a:pt x="1266825" y="1076325"/>
                </a:lnTo>
                <a:close/>
                <a:moveTo>
                  <a:pt x="1209675" y="1085850"/>
                </a:moveTo>
                <a:lnTo>
                  <a:pt x="1219200" y="1085850"/>
                </a:lnTo>
                <a:lnTo>
                  <a:pt x="1219200" y="1104900"/>
                </a:lnTo>
                <a:lnTo>
                  <a:pt x="1209675" y="1104900"/>
                </a:lnTo>
                <a:close/>
                <a:moveTo>
                  <a:pt x="1619250" y="1085850"/>
                </a:moveTo>
                <a:lnTo>
                  <a:pt x="1666875" y="1085850"/>
                </a:lnTo>
                <a:lnTo>
                  <a:pt x="1666875" y="1104900"/>
                </a:lnTo>
                <a:lnTo>
                  <a:pt x="1619250" y="1104900"/>
                </a:lnTo>
                <a:close/>
                <a:moveTo>
                  <a:pt x="1247775" y="1095375"/>
                </a:moveTo>
                <a:lnTo>
                  <a:pt x="1257300" y="1095375"/>
                </a:lnTo>
                <a:lnTo>
                  <a:pt x="1257300" y="1085850"/>
                </a:lnTo>
                <a:lnTo>
                  <a:pt x="1247775" y="1085850"/>
                </a:lnTo>
                <a:close/>
                <a:moveTo>
                  <a:pt x="1704975" y="1095375"/>
                </a:moveTo>
                <a:lnTo>
                  <a:pt x="1714500" y="1095375"/>
                </a:lnTo>
                <a:lnTo>
                  <a:pt x="1714500" y="1104900"/>
                </a:lnTo>
                <a:lnTo>
                  <a:pt x="1724025" y="1104900"/>
                </a:lnTo>
                <a:lnTo>
                  <a:pt x="1724025" y="1095375"/>
                </a:lnTo>
                <a:lnTo>
                  <a:pt x="1733550" y="1095375"/>
                </a:lnTo>
                <a:lnTo>
                  <a:pt x="1733550" y="1104900"/>
                </a:lnTo>
                <a:lnTo>
                  <a:pt x="1743075" y="1104900"/>
                </a:lnTo>
                <a:lnTo>
                  <a:pt x="1743075" y="1123950"/>
                </a:lnTo>
                <a:lnTo>
                  <a:pt x="1724025" y="1123950"/>
                </a:lnTo>
                <a:lnTo>
                  <a:pt x="1724025" y="1114425"/>
                </a:lnTo>
                <a:lnTo>
                  <a:pt x="1704975" y="1114425"/>
                </a:lnTo>
                <a:close/>
                <a:moveTo>
                  <a:pt x="1666875" y="1104900"/>
                </a:moveTo>
                <a:lnTo>
                  <a:pt x="1676400" y="1104900"/>
                </a:lnTo>
                <a:lnTo>
                  <a:pt x="1676400" y="1123950"/>
                </a:lnTo>
                <a:lnTo>
                  <a:pt x="1666875" y="1123950"/>
                </a:lnTo>
                <a:close/>
                <a:moveTo>
                  <a:pt x="180975" y="1133475"/>
                </a:moveTo>
                <a:lnTo>
                  <a:pt x="190500" y="1133475"/>
                </a:lnTo>
                <a:lnTo>
                  <a:pt x="190500" y="1143000"/>
                </a:lnTo>
                <a:lnTo>
                  <a:pt x="200025" y="1143000"/>
                </a:lnTo>
                <a:lnTo>
                  <a:pt x="200025" y="1152525"/>
                </a:lnTo>
                <a:lnTo>
                  <a:pt x="209550" y="1152525"/>
                </a:lnTo>
                <a:lnTo>
                  <a:pt x="209550" y="1162050"/>
                </a:lnTo>
                <a:lnTo>
                  <a:pt x="200025" y="1162050"/>
                </a:lnTo>
                <a:lnTo>
                  <a:pt x="200025" y="1181100"/>
                </a:lnTo>
                <a:lnTo>
                  <a:pt x="180975" y="1181100"/>
                </a:lnTo>
                <a:close/>
                <a:moveTo>
                  <a:pt x="142875" y="1190625"/>
                </a:moveTo>
                <a:lnTo>
                  <a:pt x="152400" y="1190625"/>
                </a:lnTo>
                <a:lnTo>
                  <a:pt x="152400" y="1209675"/>
                </a:lnTo>
                <a:lnTo>
                  <a:pt x="142875" y="1209675"/>
                </a:lnTo>
                <a:close/>
                <a:moveTo>
                  <a:pt x="1685925" y="1285875"/>
                </a:moveTo>
                <a:lnTo>
                  <a:pt x="1704975" y="1285875"/>
                </a:lnTo>
                <a:lnTo>
                  <a:pt x="1704975" y="1304925"/>
                </a:lnTo>
                <a:lnTo>
                  <a:pt x="1695450" y="1304925"/>
                </a:lnTo>
                <a:lnTo>
                  <a:pt x="1695450" y="1295400"/>
                </a:lnTo>
                <a:lnTo>
                  <a:pt x="1685925" y="1295400"/>
                </a:lnTo>
                <a:close/>
                <a:moveTo>
                  <a:pt x="1685925" y="1323975"/>
                </a:moveTo>
                <a:lnTo>
                  <a:pt x="1695450" y="1323975"/>
                </a:lnTo>
                <a:lnTo>
                  <a:pt x="1695450" y="1333500"/>
                </a:lnTo>
                <a:lnTo>
                  <a:pt x="1704975" y="1333500"/>
                </a:lnTo>
                <a:lnTo>
                  <a:pt x="1704975" y="1343025"/>
                </a:lnTo>
                <a:lnTo>
                  <a:pt x="1685925" y="1343025"/>
                </a:lnTo>
                <a:close/>
                <a:moveTo>
                  <a:pt x="342900" y="1352550"/>
                </a:moveTo>
                <a:lnTo>
                  <a:pt x="371475" y="1352550"/>
                </a:lnTo>
                <a:lnTo>
                  <a:pt x="371475" y="1362075"/>
                </a:lnTo>
                <a:lnTo>
                  <a:pt x="352425" y="1362075"/>
                </a:lnTo>
                <a:lnTo>
                  <a:pt x="352425" y="1371600"/>
                </a:lnTo>
                <a:lnTo>
                  <a:pt x="333375" y="1371600"/>
                </a:lnTo>
                <a:lnTo>
                  <a:pt x="333375" y="1362075"/>
                </a:lnTo>
                <a:lnTo>
                  <a:pt x="342900" y="1362075"/>
                </a:lnTo>
                <a:close/>
                <a:moveTo>
                  <a:pt x="638175" y="1352550"/>
                </a:moveTo>
                <a:lnTo>
                  <a:pt x="647700" y="1352550"/>
                </a:lnTo>
                <a:lnTo>
                  <a:pt x="647700" y="1362075"/>
                </a:lnTo>
                <a:lnTo>
                  <a:pt x="638175" y="1362075"/>
                </a:lnTo>
                <a:close/>
                <a:moveTo>
                  <a:pt x="733425" y="1352550"/>
                </a:moveTo>
                <a:lnTo>
                  <a:pt x="752475" y="1352550"/>
                </a:lnTo>
                <a:lnTo>
                  <a:pt x="752475" y="1362075"/>
                </a:lnTo>
                <a:lnTo>
                  <a:pt x="733425" y="1362075"/>
                </a:lnTo>
                <a:close/>
                <a:moveTo>
                  <a:pt x="1104900" y="1352550"/>
                </a:moveTo>
                <a:lnTo>
                  <a:pt x="1114425" y="1352550"/>
                </a:lnTo>
                <a:lnTo>
                  <a:pt x="1114425" y="1362075"/>
                </a:lnTo>
                <a:lnTo>
                  <a:pt x="1104900" y="1362075"/>
                </a:lnTo>
                <a:close/>
                <a:moveTo>
                  <a:pt x="1314450" y="1352550"/>
                </a:moveTo>
                <a:lnTo>
                  <a:pt x="1333500" y="1352550"/>
                </a:lnTo>
                <a:lnTo>
                  <a:pt x="1333500" y="1362075"/>
                </a:lnTo>
                <a:lnTo>
                  <a:pt x="1314450" y="1362075"/>
                </a:lnTo>
                <a:close/>
                <a:moveTo>
                  <a:pt x="1657350" y="1352550"/>
                </a:moveTo>
                <a:lnTo>
                  <a:pt x="1666875" y="1352550"/>
                </a:lnTo>
                <a:lnTo>
                  <a:pt x="1666875" y="1371600"/>
                </a:lnTo>
                <a:lnTo>
                  <a:pt x="1657350" y="1371600"/>
                </a:lnTo>
                <a:close/>
                <a:moveTo>
                  <a:pt x="219075" y="1362075"/>
                </a:moveTo>
                <a:lnTo>
                  <a:pt x="228600" y="1362075"/>
                </a:lnTo>
                <a:lnTo>
                  <a:pt x="228600" y="1371600"/>
                </a:lnTo>
                <a:lnTo>
                  <a:pt x="219075" y="1371600"/>
                </a:lnTo>
                <a:close/>
                <a:moveTo>
                  <a:pt x="266700" y="1362075"/>
                </a:moveTo>
                <a:lnTo>
                  <a:pt x="276225" y="1362075"/>
                </a:lnTo>
                <a:lnTo>
                  <a:pt x="276225" y="1371600"/>
                </a:lnTo>
                <a:lnTo>
                  <a:pt x="266700" y="1371600"/>
                </a:lnTo>
                <a:close/>
                <a:moveTo>
                  <a:pt x="647700" y="1362075"/>
                </a:moveTo>
                <a:lnTo>
                  <a:pt x="657225" y="1362075"/>
                </a:lnTo>
                <a:lnTo>
                  <a:pt x="657225" y="1371600"/>
                </a:lnTo>
                <a:lnTo>
                  <a:pt x="666750" y="1371600"/>
                </a:lnTo>
                <a:lnTo>
                  <a:pt x="666750" y="1400175"/>
                </a:lnTo>
                <a:lnTo>
                  <a:pt x="647700" y="1400175"/>
                </a:lnTo>
                <a:close/>
                <a:moveTo>
                  <a:pt x="1733550" y="1400175"/>
                </a:moveTo>
                <a:lnTo>
                  <a:pt x="1743075" y="1400175"/>
                </a:lnTo>
                <a:lnTo>
                  <a:pt x="1743075" y="1409700"/>
                </a:lnTo>
                <a:lnTo>
                  <a:pt x="1733550" y="1409700"/>
                </a:lnTo>
                <a:close/>
                <a:moveTo>
                  <a:pt x="1714500" y="1419225"/>
                </a:moveTo>
                <a:lnTo>
                  <a:pt x="1724025" y="1419225"/>
                </a:lnTo>
                <a:lnTo>
                  <a:pt x="1724025" y="1428750"/>
                </a:lnTo>
                <a:lnTo>
                  <a:pt x="1714500" y="1428750"/>
                </a:lnTo>
                <a:close/>
                <a:moveTo>
                  <a:pt x="409575" y="1485900"/>
                </a:moveTo>
                <a:lnTo>
                  <a:pt x="495300" y="1485900"/>
                </a:lnTo>
                <a:lnTo>
                  <a:pt x="495300" y="1495425"/>
                </a:lnTo>
                <a:lnTo>
                  <a:pt x="504825" y="1495425"/>
                </a:lnTo>
                <a:lnTo>
                  <a:pt x="504825" y="1514475"/>
                </a:lnTo>
                <a:lnTo>
                  <a:pt x="495300" y="1514475"/>
                </a:lnTo>
                <a:lnTo>
                  <a:pt x="495300" y="1524000"/>
                </a:lnTo>
                <a:lnTo>
                  <a:pt x="466725" y="1524000"/>
                </a:lnTo>
                <a:lnTo>
                  <a:pt x="466725" y="1514475"/>
                </a:lnTo>
                <a:lnTo>
                  <a:pt x="428625" y="1514475"/>
                </a:lnTo>
                <a:lnTo>
                  <a:pt x="428625" y="1504950"/>
                </a:lnTo>
                <a:lnTo>
                  <a:pt x="447675" y="1504950"/>
                </a:lnTo>
                <a:lnTo>
                  <a:pt x="447675" y="1495425"/>
                </a:lnTo>
                <a:lnTo>
                  <a:pt x="409575" y="1495425"/>
                </a:lnTo>
                <a:close/>
                <a:moveTo>
                  <a:pt x="1657350" y="1543050"/>
                </a:moveTo>
                <a:lnTo>
                  <a:pt x="1685925" y="1543050"/>
                </a:lnTo>
                <a:lnTo>
                  <a:pt x="1685925" y="1562100"/>
                </a:lnTo>
                <a:lnTo>
                  <a:pt x="1695450" y="1562100"/>
                </a:lnTo>
                <a:lnTo>
                  <a:pt x="1695450" y="1571625"/>
                </a:lnTo>
                <a:lnTo>
                  <a:pt x="1685925" y="1571625"/>
                </a:lnTo>
                <a:lnTo>
                  <a:pt x="1685925" y="1581150"/>
                </a:lnTo>
                <a:lnTo>
                  <a:pt x="1704975" y="1581150"/>
                </a:lnTo>
                <a:lnTo>
                  <a:pt x="1704975" y="1562100"/>
                </a:lnTo>
                <a:lnTo>
                  <a:pt x="1724025" y="1562100"/>
                </a:lnTo>
                <a:lnTo>
                  <a:pt x="1724025" y="1571625"/>
                </a:lnTo>
                <a:lnTo>
                  <a:pt x="1733550" y="1571625"/>
                </a:lnTo>
                <a:lnTo>
                  <a:pt x="1733550" y="1590675"/>
                </a:lnTo>
                <a:lnTo>
                  <a:pt x="1724025" y="1590675"/>
                </a:lnTo>
                <a:lnTo>
                  <a:pt x="1724025" y="1581150"/>
                </a:lnTo>
                <a:lnTo>
                  <a:pt x="1714500" y="1581150"/>
                </a:lnTo>
                <a:lnTo>
                  <a:pt x="1714500" y="1590675"/>
                </a:lnTo>
                <a:lnTo>
                  <a:pt x="1685925" y="1590675"/>
                </a:lnTo>
                <a:lnTo>
                  <a:pt x="1685925" y="1600200"/>
                </a:lnTo>
                <a:lnTo>
                  <a:pt x="1676400" y="1600200"/>
                </a:lnTo>
                <a:lnTo>
                  <a:pt x="1676400" y="1590675"/>
                </a:lnTo>
                <a:lnTo>
                  <a:pt x="1666875" y="1590675"/>
                </a:lnTo>
                <a:lnTo>
                  <a:pt x="1666875" y="1571625"/>
                </a:lnTo>
                <a:lnTo>
                  <a:pt x="1676400" y="1571625"/>
                </a:lnTo>
                <a:lnTo>
                  <a:pt x="1676400" y="1562100"/>
                </a:lnTo>
                <a:lnTo>
                  <a:pt x="1666875" y="1562100"/>
                </a:lnTo>
                <a:lnTo>
                  <a:pt x="1666875" y="1552575"/>
                </a:lnTo>
                <a:lnTo>
                  <a:pt x="1657350" y="1552575"/>
                </a:lnTo>
                <a:close/>
                <a:moveTo>
                  <a:pt x="381000" y="1571625"/>
                </a:moveTo>
                <a:lnTo>
                  <a:pt x="390525" y="1571625"/>
                </a:lnTo>
                <a:lnTo>
                  <a:pt x="390525" y="1600200"/>
                </a:lnTo>
                <a:lnTo>
                  <a:pt x="381000" y="1600200"/>
                </a:lnTo>
                <a:close/>
                <a:moveTo>
                  <a:pt x="962025" y="1600200"/>
                </a:moveTo>
                <a:lnTo>
                  <a:pt x="971550" y="1600200"/>
                </a:lnTo>
                <a:lnTo>
                  <a:pt x="971550" y="1609725"/>
                </a:lnTo>
                <a:lnTo>
                  <a:pt x="962025" y="1609725"/>
                </a:lnTo>
                <a:close/>
                <a:moveTo>
                  <a:pt x="1666875" y="1600200"/>
                </a:moveTo>
                <a:lnTo>
                  <a:pt x="1676400" y="1600200"/>
                </a:lnTo>
                <a:lnTo>
                  <a:pt x="1676400" y="1609725"/>
                </a:lnTo>
                <a:lnTo>
                  <a:pt x="1666875" y="1609725"/>
                </a:lnTo>
                <a:close/>
                <a:moveTo>
                  <a:pt x="1724025" y="1619250"/>
                </a:moveTo>
                <a:lnTo>
                  <a:pt x="1733550" y="1619250"/>
                </a:lnTo>
                <a:lnTo>
                  <a:pt x="1733550" y="1628775"/>
                </a:lnTo>
                <a:lnTo>
                  <a:pt x="1743075" y="1628775"/>
                </a:lnTo>
                <a:lnTo>
                  <a:pt x="1743075" y="1647825"/>
                </a:lnTo>
                <a:lnTo>
                  <a:pt x="1733550" y="1647825"/>
                </a:lnTo>
                <a:lnTo>
                  <a:pt x="1733550" y="1638300"/>
                </a:lnTo>
                <a:lnTo>
                  <a:pt x="1724025" y="1638300"/>
                </a:lnTo>
                <a:lnTo>
                  <a:pt x="1724025" y="1657350"/>
                </a:lnTo>
                <a:lnTo>
                  <a:pt x="1714500" y="1657350"/>
                </a:lnTo>
                <a:lnTo>
                  <a:pt x="1714500" y="1628775"/>
                </a:lnTo>
                <a:lnTo>
                  <a:pt x="1724025" y="1628775"/>
                </a:lnTo>
                <a:close/>
                <a:moveTo>
                  <a:pt x="390525" y="1628775"/>
                </a:moveTo>
                <a:lnTo>
                  <a:pt x="400050" y="1628775"/>
                </a:lnTo>
                <a:lnTo>
                  <a:pt x="400050" y="1638300"/>
                </a:lnTo>
                <a:lnTo>
                  <a:pt x="390525" y="1638300"/>
                </a:lnTo>
                <a:close/>
                <a:moveTo>
                  <a:pt x="1362075" y="1657350"/>
                </a:moveTo>
                <a:lnTo>
                  <a:pt x="1371600" y="1657350"/>
                </a:lnTo>
                <a:lnTo>
                  <a:pt x="1371600" y="1666875"/>
                </a:lnTo>
                <a:lnTo>
                  <a:pt x="1381125" y="1666875"/>
                </a:lnTo>
                <a:lnTo>
                  <a:pt x="1381125" y="1676400"/>
                </a:lnTo>
                <a:lnTo>
                  <a:pt x="1352550" y="1676400"/>
                </a:lnTo>
                <a:lnTo>
                  <a:pt x="1352550" y="1666875"/>
                </a:lnTo>
                <a:lnTo>
                  <a:pt x="1362075" y="1666875"/>
                </a:lnTo>
                <a:close/>
                <a:moveTo>
                  <a:pt x="1714500" y="1666875"/>
                </a:moveTo>
                <a:lnTo>
                  <a:pt x="1733550" y="1666875"/>
                </a:lnTo>
                <a:lnTo>
                  <a:pt x="1733550" y="1685925"/>
                </a:lnTo>
                <a:lnTo>
                  <a:pt x="1724025" y="1685925"/>
                </a:lnTo>
                <a:lnTo>
                  <a:pt x="1724025" y="1695450"/>
                </a:lnTo>
                <a:lnTo>
                  <a:pt x="1714500" y="1695450"/>
                </a:lnTo>
                <a:close/>
                <a:moveTo>
                  <a:pt x="333375" y="1676400"/>
                </a:moveTo>
                <a:lnTo>
                  <a:pt x="352425" y="1676400"/>
                </a:lnTo>
                <a:lnTo>
                  <a:pt x="352425" y="1685925"/>
                </a:lnTo>
                <a:lnTo>
                  <a:pt x="333375" y="1685925"/>
                </a:lnTo>
                <a:close/>
                <a:moveTo>
                  <a:pt x="600075" y="1676400"/>
                </a:moveTo>
                <a:lnTo>
                  <a:pt x="628650" y="1676400"/>
                </a:lnTo>
                <a:lnTo>
                  <a:pt x="628650" y="1685925"/>
                </a:lnTo>
                <a:lnTo>
                  <a:pt x="600075" y="1685925"/>
                </a:lnTo>
                <a:close/>
                <a:moveTo>
                  <a:pt x="666750" y="1676400"/>
                </a:moveTo>
                <a:lnTo>
                  <a:pt x="676275" y="1676400"/>
                </a:lnTo>
                <a:lnTo>
                  <a:pt x="676275" y="1685925"/>
                </a:lnTo>
                <a:lnTo>
                  <a:pt x="666750" y="1685925"/>
                </a:lnTo>
                <a:close/>
                <a:moveTo>
                  <a:pt x="752475" y="1676400"/>
                </a:moveTo>
                <a:lnTo>
                  <a:pt x="762000" y="1676400"/>
                </a:lnTo>
                <a:lnTo>
                  <a:pt x="762000" y="1685925"/>
                </a:lnTo>
                <a:lnTo>
                  <a:pt x="752475" y="1685925"/>
                </a:lnTo>
                <a:close/>
                <a:moveTo>
                  <a:pt x="628650" y="1685925"/>
                </a:moveTo>
                <a:lnTo>
                  <a:pt x="647700" y="1685925"/>
                </a:lnTo>
                <a:lnTo>
                  <a:pt x="647700" y="1695450"/>
                </a:lnTo>
                <a:lnTo>
                  <a:pt x="657225" y="1695450"/>
                </a:lnTo>
                <a:lnTo>
                  <a:pt x="657225" y="1685925"/>
                </a:lnTo>
                <a:lnTo>
                  <a:pt x="666750" y="1685925"/>
                </a:lnTo>
                <a:lnTo>
                  <a:pt x="666750" y="1704975"/>
                </a:lnTo>
                <a:lnTo>
                  <a:pt x="647700" y="1704975"/>
                </a:lnTo>
                <a:lnTo>
                  <a:pt x="647700" y="1714500"/>
                </a:lnTo>
                <a:lnTo>
                  <a:pt x="628650" y="1714500"/>
                </a:lnTo>
                <a:lnTo>
                  <a:pt x="628650" y="1733550"/>
                </a:lnTo>
                <a:lnTo>
                  <a:pt x="600075" y="1733550"/>
                </a:lnTo>
                <a:lnTo>
                  <a:pt x="600075" y="1695450"/>
                </a:lnTo>
                <a:lnTo>
                  <a:pt x="628650" y="1695450"/>
                </a:lnTo>
                <a:close/>
                <a:moveTo>
                  <a:pt x="561975" y="1704975"/>
                </a:moveTo>
                <a:lnTo>
                  <a:pt x="571500" y="1704975"/>
                </a:lnTo>
                <a:lnTo>
                  <a:pt x="571500" y="1714500"/>
                </a:lnTo>
                <a:lnTo>
                  <a:pt x="581025" y="1714500"/>
                </a:lnTo>
                <a:lnTo>
                  <a:pt x="581025" y="1724025"/>
                </a:lnTo>
                <a:lnTo>
                  <a:pt x="590550" y="1724025"/>
                </a:lnTo>
                <a:lnTo>
                  <a:pt x="590550" y="1733550"/>
                </a:lnTo>
                <a:lnTo>
                  <a:pt x="552450" y="1733550"/>
                </a:lnTo>
                <a:lnTo>
                  <a:pt x="552450" y="1724025"/>
                </a:lnTo>
                <a:lnTo>
                  <a:pt x="561975" y="1724025"/>
                </a:lnTo>
                <a:close/>
                <a:moveTo>
                  <a:pt x="1695450" y="1714500"/>
                </a:moveTo>
                <a:lnTo>
                  <a:pt x="1704975" y="1714500"/>
                </a:lnTo>
                <a:lnTo>
                  <a:pt x="1704975" y="1724025"/>
                </a:lnTo>
                <a:lnTo>
                  <a:pt x="1695450" y="1724025"/>
                </a:lnTo>
                <a:close/>
                <a:moveTo>
                  <a:pt x="923925" y="1724025"/>
                </a:moveTo>
                <a:lnTo>
                  <a:pt x="952500" y="1724025"/>
                </a:lnTo>
                <a:lnTo>
                  <a:pt x="952500" y="1733550"/>
                </a:lnTo>
                <a:lnTo>
                  <a:pt x="923925" y="1733550"/>
                </a:lnTo>
                <a:close/>
                <a:moveTo>
                  <a:pt x="333375" y="1733550"/>
                </a:moveTo>
                <a:lnTo>
                  <a:pt x="352425" y="1733550"/>
                </a:lnTo>
                <a:lnTo>
                  <a:pt x="352425" y="1752600"/>
                </a:lnTo>
                <a:lnTo>
                  <a:pt x="333375" y="1752600"/>
                </a:lnTo>
                <a:close/>
                <a:moveTo>
                  <a:pt x="1228725" y="1733550"/>
                </a:moveTo>
                <a:lnTo>
                  <a:pt x="1247775" y="1733550"/>
                </a:lnTo>
                <a:lnTo>
                  <a:pt x="1247775" y="1743075"/>
                </a:lnTo>
                <a:lnTo>
                  <a:pt x="1228725" y="1743075"/>
                </a:lnTo>
                <a:close/>
                <a:moveTo>
                  <a:pt x="1676400" y="1733550"/>
                </a:moveTo>
                <a:lnTo>
                  <a:pt x="1685925" y="1733550"/>
                </a:lnTo>
                <a:lnTo>
                  <a:pt x="1685925" y="1743075"/>
                </a:lnTo>
                <a:lnTo>
                  <a:pt x="1676400" y="1743075"/>
                </a:lnTo>
                <a:close/>
                <a:moveTo>
                  <a:pt x="657225" y="1752600"/>
                </a:moveTo>
                <a:lnTo>
                  <a:pt x="676275" y="1752600"/>
                </a:lnTo>
                <a:lnTo>
                  <a:pt x="676275" y="1762125"/>
                </a:lnTo>
                <a:lnTo>
                  <a:pt x="657225" y="1762125"/>
                </a:lnTo>
                <a:close/>
                <a:moveTo>
                  <a:pt x="1238250" y="1752600"/>
                </a:moveTo>
                <a:lnTo>
                  <a:pt x="1257300" y="1752600"/>
                </a:lnTo>
                <a:lnTo>
                  <a:pt x="1257300" y="1762125"/>
                </a:lnTo>
                <a:lnTo>
                  <a:pt x="1238250" y="1762125"/>
                </a:lnTo>
                <a:close/>
                <a:moveTo>
                  <a:pt x="438150" y="1819275"/>
                </a:moveTo>
                <a:lnTo>
                  <a:pt x="457200" y="1819275"/>
                </a:lnTo>
                <a:lnTo>
                  <a:pt x="457200" y="1847850"/>
                </a:lnTo>
                <a:lnTo>
                  <a:pt x="447675" y="1847850"/>
                </a:lnTo>
                <a:lnTo>
                  <a:pt x="447675" y="1866900"/>
                </a:lnTo>
                <a:lnTo>
                  <a:pt x="428625" y="1866900"/>
                </a:lnTo>
                <a:lnTo>
                  <a:pt x="428625" y="1876425"/>
                </a:lnTo>
                <a:lnTo>
                  <a:pt x="419100" y="1876425"/>
                </a:lnTo>
                <a:lnTo>
                  <a:pt x="419100" y="1838325"/>
                </a:lnTo>
                <a:lnTo>
                  <a:pt x="428625" y="1838325"/>
                </a:lnTo>
                <a:lnTo>
                  <a:pt x="428625" y="1828800"/>
                </a:lnTo>
                <a:lnTo>
                  <a:pt x="438150" y="1828800"/>
                </a:lnTo>
                <a:close/>
                <a:moveTo>
                  <a:pt x="1704975" y="1828800"/>
                </a:moveTo>
                <a:lnTo>
                  <a:pt x="1724025" y="1828800"/>
                </a:lnTo>
                <a:lnTo>
                  <a:pt x="1724025" y="1838325"/>
                </a:lnTo>
                <a:lnTo>
                  <a:pt x="1704975" y="1838325"/>
                </a:lnTo>
                <a:close/>
                <a:moveTo>
                  <a:pt x="1714500" y="1847850"/>
                </a:moveTo>
                <a:lnTo>
                  <a:pt x="1724025" y="1847850"/>
                </a:lnTo>
                <a:lnTo>
                  <a:pt x="1724025" y="1857375"/>
                </a:lnTo>
                <a:lnTo>
                  <a:pt x="1714500" y="1857375"/>
                </a:lnTo>
                <a:close/>
                <a:moveTo>
                  <a:pt x="381000" y="1885950"/>
                </a:moveTo>
                <a:lnTo>
                  <a:pt x="428625" y="1885950"/>
                </a:lnTo>
                <a:lnTo>
                  <a:pt x="428625" y="1895475"/>
                </a:lnTo>
                <a:lnTo>
                  <a:pt x="419100" y="1895475"/>
                </a:lnTo>
                <a:lnTo>
                  <a:pt x="419100" y="1905000"/>
                </a:lnTo>
                <a:lnTo>
                  <a:pt x="428625" y="1905000"/>
                </a:lnTo>
                <a:lnTo>
                  <a:pt x="428625" y="1914525"/>
                </a:lnTo>
                <a:lnTo>
                  <a:pt x="409575" y="1914525"/>
                </a:lnTo>
                <a:lnTo>
                  <a:pt x="409575" y="1924050"/>
                </a:lnTo>
                <a:lnTo>
                  <a:pt x="390525" y="1924050"/>
                </a:lnTo>
                <a:lnTo>
                  <a:pt x="390525" y="1933575"/>
                </a:lnTo>
                <a:lnTo>
                  <a:pt x="381000" y="1933575"/>
                </a:lnTo>
                <a:lnTo>
                  <a:pt x="381000" y="1905000"/>
                </a:lnTo>
                <a:lnTo>
                  <a:pt x="390525" y="1905000"/>
                </a:lnTo>
                <a:lnTo>
                  <a:pt x="390525" y="1895475"/>
                </a:lnTo>
                <a:lnTo>
                  <a:pt x="381000" y="1895475"/>
                </a:lnTo>
                <a:close/>
                <a:moveTo>
                  <a:pt x="828675" y="1895475"/>
                </a:moveTo>
                <a:lnTo>
                  <a:pt x="847725" y="1895475"/>
                </a:lnTo>
                <a:lnTo>
                  <a:pt x="847725" y="1905000"/>
                </a:lnTo>
                <a:lnTo>
                  <a:pt x="838200" y="1905000"/>
                </a:lnTo>
                <a:lnTo>
                  <a:pt x="838200" y="1914525"/>
                </a:lnTo>
                <a:lnTo>
                  <a:pt x="828675" y="1914525"/>
                </a:lnTo>
                <a:close/>
                <a:moveTo>
                  <a:pt x="381000" y="1962150"/>
                </a:moveTo>
                <a:lnTo>
                  <a:pt x="390525" y="1962150"/>
                </a:lnTo>
                <a:lnTo>
                  <a:pt x="390525" y="1971675"/>
                </a:lnTo>
                <a:lnTo>
                  <a:pt x="409575" y="1971675"/>
                </a:lnTo>
                <a:lnTo>
                  <a:pt x="409575" y="1981200"/>
                </a:lnTo>
                <a:lnTo>
                  <a:pt x="419100" y="1981200"/>
                </a:lnTo>
                <a:lnTo>
                  <a:pt x="419100" y="2000250"/>
                </a:lnTo>
                <a:lnTo>
                  <a:pt x="428625" y="2000250"/>
                </a:lnTo>
                <a:lnTo>
                  <a:pt x="428625" y="2019300"/>
                </a:lnTo>
                <a:lnTo>
                  <a:pt x="438150" y="2019300"/>
                </a:lnTo>
                <a:lnTo>
                  <a:pt x="438150" y="2028825"/>
                </a:lnTo>
                <a:lnTo>
                  <a:pt x="466725" y="2028825"/>
                </a:lnTo>
                <a:lnTo>
                  <a:pt x="466725" y="2038350"/>
                </a:lnTo>
                <a:lnTo>
                  <a:pt x="457200" y="2038350"/>
                </a:lnTo>
                <a:lnTo>
                  <a:pt x="457200" y="2057400"/>
                </a:lnTo>
                <a:lnTo>
                  <a:pt x="447675" y="2057400"/>
                </a:lnTo>
                <a:lnTo>
                  <a:pt x="447675" y="2047875"/>
                </a:lnTo>
                <a:lnTo>
                  <a:pt x="428625" y="2047875"/>
                </a:lnTo>
                <a:lnTo>
                  <a:pt x="428625" y="2057400"/>
                </a:lnTo>
                <a:lnTo>
                  <a:pt x="419100" y="2057400"/>
                </a:lnTo>
                <a:lnTo>
                  <a:pt x="419100" y="2066925"/>
                </a:lnTo>
                <a:lnTo>
                  <a:pt x="409575" y="2066925"/>
                </a:lnTo>
                <a:lnTo>
                  <a:pt x="409575" y="2057400"/>
                </a:lnTo>
                <a:lnTo>
                  <a:pt x="400050" y="2057400"/>
                </a:lnTo>
                <a:lnTo>
                  <a:pt x="400050" y="2038350"/>
                </a:lnTo>
                <a:lnTo>
                  <a:pt x="390525" y="2038350"/>
                </a:lnTo>
                <a:lnTo>
                  <a:pt x="390525" y="2028825"/>
                </a:lnTo>
                <a:lnTo>
                  <a:pt x="371475" y="2028825"/>
                </a:lnTo>
                <a:lnTo>
                  <a:pt x="371475" y="2019300"/>
                </a:lnTo>
                <a:lnTo>
                  <a:pt x="381000" y="2019300"/>
                </a:lnTo>
                <a:close/>
                <a:moveTo>
                  <a:pt x="466725" y="1971675"/>
                </a:moveTo>
                <a:lnTo>
                  <a:pt x="476250" y="1971675"/>
                </a:lnTo>
                <a:lnTo>
                  <a:pt x="476250" y="1981200"/>
                </a:lnTo>
                <a:lnTo>
                  <a:pt x="466725" y="1981200"/>
                </a:lnTo>
                <a:close/>
                <a:moveTo>
                  <a:pt x="1590675" y="2000250"/>
                </a:moveTo>
                <a:lnTo>
                  <a:pt x="1609725" y="2000250"/>
                </a:lnTo>
                <a:lnTo>
                  <a:pt x="1609725" y="2009775"/>
                </a:lnTo>
                <a:lnTo>
                  <a:pt x="1590675" y="2009775"/>
                </a:lnTo>
                <a:close/>
                <a:moveTo>
                  <a:pt x="1533525" y="2019300"/>
                </a:moveTo>
                <a:lnTo>
                  <a:pt x="1543050" y="2019300"/>
                </a:lnTo>
                <a:lnTo>
                  <a:pt x="1543050" y="2028825"/>
                </a:lnTo>
                <a:lnTo>
                  <a:pt x="1533525" y="2028825"/>
                </a:lnTo>
                <a:close/>
                <a:moveTo>
                  <a:pt x="1704975" y="2019300"/>
                </a:moveTo>
                <a:lnTo>
                  <a:pt x="1714500" y="2019300"/>
                </a:lnTo>
                <a:lnTo>
                  <a:pt x="1714500" y="2028825"/>
                </a:lnTo>
                <a:lnTo>
                  <a:pt x="1704975" y="2028825"/>
                </a:lnTo>
                <a:close/>
                <a:moveTo>
                  <a:pt x="247650" y="2028825"/>
                </a:moveTo>
                <a:lnTo>
                  <a:pt x="371475" y="2028825"/>
                </a:lnTo>
                <a:lnTo>
                  <a:pt x="371475" y="2038350"/>
                </a:lnTo>
                <a:lnTo>
                  <a:pt x="247650" y="2038350"/>
                </a:lnTo>
                <a:close/>
                <a:moveTo>
                  <a:pt x="1000125" y="2028825"/>
                </a:moveTo>
                <a:lnTo>
                  <a:pt x="1009650" y="2028825"/>
                </a:lnTo>
                <a:lnTo>
                  <a:pt x="1009650" y="2038350"/>
                </a:lnTo>
                <a:lnTo>
                  <a:pt x="1000125" y="2038350"/>
                </a:lnTo>
                <a:close/>
                <a:moveTo>
                  <a:pt x="285750" y="2047875"/>
                </a:moveTo>
                <a:lnTo>
                  <a:pt x="323850" y="2047875"/>
                </a:lnTo>
                <a:lnTo>
                  <a:pt x="323850" y="2066925"/>
                </a:lnTo>
                <a:lnTo>
                  <a:pt x="314325" y="2066925"/>
                </a:lnTo>
                <a:lnTo>
                  <a:pt x="314325" y="2076450"/>
                </a:lnTo>
                <a:lnTo>
                  <a:pt x="371475" y="2076450"/>
                </a:lnTo>
                <a:lnTo>
                  <a:pt x="371475" y="2085975"/>
                </a:lnTo>
                <a:lnTo>
                  <a:pt x="276225" y="2085975"/>
                </a:lnTo>
                <a:lnTo>
                  <a:pt x="276225" y="2076450"/>
                </a:lnTo>
                <a:lnTo>
                  <a:pt x="285750" y="2076450"/>
                </a:lnTo>
                <a:close/>
                <a:moveTo>
                  <a:pt x="400050" y="2076450"/>
                </a:moveTo>
                <a:lnTo>
                  <a:pt x="419100" y="2076450"/>
                </a:lnTo>
                <a:lnTo>
                  <a:pt x="419100" y="2085975"/>
                </a:lnTo>
                <a:lnTo>
                  <a:pt x="400050" y="2085975"/>
                </a:lnTo>
                <a:close/>
                <a:moveTo>
                  <a:pt x="209550" y="2085975"/>
                </a:moveTo>
                <a:lnTo>
                  <a:pt x="219075" y="2085975"/>
                </a:lnTo>
                <a:lnTo>
                  <a:pt x="219075" y="2105025"/>
                </a:lnTo>
                <a:lnTo>
                  <a:pt x="209550" y="2105025"/>
                </a:lnTo>
                <a:close/>
                <a:moveTo>
                  <a:pt x="733425" y="2085975"/>
                </a:moveTo>
                <a:lnTo>
                  <a:pt x="752475" y="2085975"/>
                </a:lnTo>
                <a:lnTo>
                  <a:pt x="752475" y="2095500"/>
                </a:lnTo>
                <a:lnTo>
                  <a:pt x="733425" y="2095500"/>
                </a:lnTo>
                <a:close/>
                <a:moveTo>
                  <a:pt x="219075" y="2105025"/>
                </a:moveTo>
                <a:lnTo>
                  <a:pt x="266700" y="2105025"/>
                </a:lnTo>
                <a:lnTo>
                  <a:pt x="266700" y="2114550"/>
                </a:lnTo>
                <a:lnTo>
                  <a:pt x="219075" y="2114550"/>
                </a:lnTo>
                <a:close/>
                <a:moveTo>
                  <a:pt x="676275" y="2105025"/>
                </a:moveTo>
                <a:lnTo>
                  <a:pt x="714375" y="2105025"/>
                </a:lnTo>
                <a:lnTo>
                  <a:pt x="714375" y="2114550"/>
                </a:lnTo>
                <a:lnTo>
                  <a:pt x="676275" y="2114550"/>
                </a:lnTo>
                <a:close/>
                <a:moveTo>
                  <a:pt x="723900" y="2105025"/>
                </a:moveTo>
                <a:lnTo>
                  <a:pt x="733425" y="2105025"/>
                </a:lnTo>
                <a:lnTo>
                  <a:pt x="733425" y="2114550"/>
                </a:lnTo>
                <a:lnTo>
                  <a:pt x="723900" y="2114550"/>
                </a:lnTo>
                <a:close/>
                <a:moveTo>
                  <a:pt x="866775" y="2105025"/>
                </a:moveTo>
                <a:lnTo>
                  <a:pt x="962025" y="2105025"/>
                </a:lnTo>
                <a:lnTo>
                  <a:pt x="962025" y="2114550"/>
                </a:lnTo>
                <a:lnTo>
                  <a:pt x="866775" y="2114550"/>
                </a:lnTo>
                <a:close/>
                <a:moveTo>
                  <a:pt x="981075" y="2105025"/>
                </a:moveTo>
                <a:lnTo>
                  <a:pt x="1028700" y="2105025"/>
                </a:lnTo>
                <a:lnTo>
                  <a:pt x="1028700" y="2114550"/>
                </a:lnTo>
                <a:lnTo>
                  <a:pt x="981075" y="2114550"/>
                </a:lnTo>
                <a:close/>
                <a:moveTo>
                  <a:pt x="1104900" y="2105025"/>
                </a:moveTo>
                <a:lnTo>
                  <a:pt x="1114425" y="2105025"/>
                </a:lnTo>
                <a:lnTo>
                  <a:pt x="1114425" y="2114550"/>
                </a:lnTo>
                <a:lnTo>
                  <a:pt x="1104900" y="2114550"/>
                </a:lnTo>
                <a:close/>
                <a:moveTo>
                  <a:pt x="1409700" y="2105025"/>
                </a:moveTo>
                <a:lnTo>
                  <a:pt x="1428750" y="2105025"/>
                </a:lnTo>
                <a:lnTo>
                  <a:pt x="1428750" y="2114550"/>
                </a:lnTo>
                <a:lnTo>
                  <a:pt x="1409700" y="2114550"/>
                </a:lnTo>
                <a:close/>
                <a:moveTo>
                  <a:pt x="571500" y="2200275"/>
                </a:moveTo>
                <a:lnTo>
                  <a:pt x="590550" y="2200275"/>
                </a:lnTo>
                <a:lnTo>
                  <a:pt x="590550" y="2209800"/>
                </a:lnTo>
                <a:lnTo>
                  <a:pt x="571500" y="2209800"/>
                </a:lnTo>
                <a:close/>
                <a:moveTo>
                  <a:pt x="819150" y="2200275"/>
                </a:moveTo>
                <a:lnTo>
                  <a:pt x="847725" y="2200275"/>
                </a:lnTo>
                <a:lnTo>
                  <a:pt x="847725" y="2209800"/>
                </a:lnTo>
                <a:lnTo>
                  <a:pt x="838200" y="2209800"/>
                </a:lnTo>
                <a:lnTo>
                  <a:pt x="838200" y="2228850"/>
                </a:lnTo>
                <a:lnTo>
                  <a:pt x="828675" y="2228850"/>
                </a:lnTo>
                <a:lnTo>
                  <a:pt x="828675" y="2219325"/>
                </a:lnTo>
                <a:lnTo>
                  <a:pt x="819150" y="2219325"/>
                </a:lnTo>
                <a:close/>
                <a:moveTo>
                  <a:pt x="685800" y="2209800"/>
                </a:moveTo>
                <a:lnTo>
                  <a:pt x="695325" y="2209800"/>
                </a:lnTo>
                <a:lnTo>
                  <a:pt x="695325" y="2219325"/>
                </a:lnTo>
                <a:lnTo>
                  <a:pt x="685800" y="2219325"/>
                </a:lnTo>
                <a:close/>
                <a:moveTo>
                  <a:pt x="971550" y="2266950"/>
                </a:moveTo>
                <a:lnTo>
                  <a:pt x="990600" y="2266950"/>
                </a:lnTo>
                <a:lnTo>
                  <a:pt x="990600" y="2286000"/>
                </a:lnTo>
                <a:lnTo>
                  <a:pt x="971550" y="2286000"/>
                </a:lnTo>
                <a:close/>
                <a:moveTo>
                  <a:pt x="1238250" y="2266950"/>
                </a:moveTo>
                <a:lnTo>
                  <a:pt x="1266825" y="2266950"/>
                </a:lnTo>
                <a:lnTo>
                  <a:pt x="1266825" y="2286000"/>
                </a:lnTo>
                <a:lnTo>
                  <a:pt x="1247775" y="2286000"/>
                </a:lnTo>
                <a:lnTo>
                  <a:pt x="1247775" y="2295525"/>
                </a:lnTo>
                <a:lnTo>
                  <a:pt x="1238250" y="2295525"/>
                </a:lnTo>
                <a:close/>
                <a:moveTo>
                  <a:pt x="200025" y="2286000"/>
                </a:moveTo>
                <a:lnTo>
                  <a:pt x="209550" y="2286000"/>
                </a:lnTo>
                <a:lnTo>
                  <a:pt x="209550" y="2295525"/>
                </a:lnTo>
                <a:lnTo>
                  <a:pt x="200025" y="2295525"/>
                </a:lnTo>
                <a:close/>
                <a:moveTo>
                  <a:pt x="762000" y="2295525"/>
                </a:moveTo>
                <a:lnTo>
                  <a:pt x="771525" y="2295525"/>
                </a:lnTo>
                <a:lnTo>
                  <a:pt x="771525" y="2305050"/>
                </a:lnTo>
                <a:lnTo>
                  <a:pt x="781050" y="2305050"/>
                </a:lnTo>
                <a:lnTo>
                  <a:pt x="781050" y="2295525"/>
                </a:lnTo>
                <a:lnTo>
                  <a:pt x="790575" y="2295525"/>
                </a:lnTo>
                <a:lnTo>
                  <a:pt x="790575" y="2305050"/>
                </a:lnTo>
                <a:lnTo>
                  <a:pt x="800100" y="2305050"/>
                </a:lnTo>
                <a:lnTo>
                  <a:pt x="800100" y="2295525"/>
                </a:lnTo>
                <a:lnTo>
                  <a:pt x="809625" y="2295525"/>
                </a:lnTo>
                <a:lnTo>
                  <a:pt x="809625" y="2314575"/>
                </a:lnTo>
                <a:lnTo>
                  <a:pt x="819150" y="2314575"/>
                </a:lnTo>
                <a:lnTo>
                  <a:pt x="819150" y="2324100"/>
                </a:lnTo>
                <a:lnTo>
                  <a:pt x="800100" y="2324100"/>
                </a:lnTo>
                <a:lnTo>
                  <a:pt x="800100" y="2314575"/>
                </a:lnTo>
                <a:lnTo>
                  <a:pt x="781050" y="2314575"/>
                </a:lnTo>
                <a:lnTo>
                  <a:pt x="781050" y="2333625"/>
                </a:lnTo>
                <a:lnTo>
                  <a:pt x="771525" y="2333625"/>
                </a:lnTo>
                <a:lnTo>
                  <a:pt x="771525" y="2324100"/>
                </a:lnTo>
                <a:lnTo>
                  <a:pt x="762000" y="2324100"/>
                </a:lnTo>
                <a:close/>
                <a:moveTo>
                  <a:pt x="552450" y="2305050"/>
                </a:moveTo>
                <a:lnTo>
                  <a:pt x="561975" y="2305050"/>
                </a:lnTo>
                <a:lnTo>
                  <a:pt x="561975" y="2324100"/>
                </a:lnTo>
                <a:lnTo>
                  <a:pt x="552450" y="2324100"/>
                </a:lnTo>
                <a:close/>
                <a:moveTo>
                  <a:pt x="571500" y="2305050"/>
                </a:moveTo>
                <a:lnTo>
                  <a:pt x="590550" y="2305050"/>
                </a:lnTo>
                <a:lnTo>
                  <a:pt x="590550" y="2314575"/>
                </a:lnTo>
                <a:lnTo>
                  <a:pt x="619125" y="2314575"/>
                </a:lnTo>
                <a:lnTo>
                  <a:pt x="619125" y="2324100"/>
                </a:lnTo>
                <a:lnTo>
                  <a:pt x="600075" y="2324100"/>
                </a:lnTo>
                <a:lnTo>
                  <a:pt x="600075" y="2333625"/>
                </a:lnTo>
                <a:lnTo>
                  <a:pt x="571500" y="2333625"/>
                </a:lnTo>
                <a:lnTo>
                  <a:pt x="571500" y="2324100"/>
                </a:lnTo>
                <a:lnTo>
                  <a:pt x="581025" y="2324100"/>
                </a:lnTo>
                <a:lnTo>
                  <a:pt x="581025" y="2314575"/>
                </a:lnTo>
                <a:lnTo>
                  <a:pt x="571500" y="2314575"/>
                </a:lnTo>
                <a:close/>
                <a:moveTo>
                  <a:pt x="714375" y="2314575"/>
                </a:moveTo>
                <a:lnTo>
                  <a:pt x="723900" y="2314575"/>
                </a:lnTo>
                <a:lnTo>
                  <a:pt x="723900" y="2324100"/>
                </a:lnTo>
                <a:lnTo>
                  <a:pt x="714375" y="2324100"/>
                </a:lnTo>
                <a:close/>
                <a:moveTo>
                  <a:pt x="838200" y="2314575"/>
                </a:moveTo>
                <a:lnTo>
                  <a:pt x="847725" y="2314575"/>
                </a:lnTo>
                <a:lnTo>
                  <a:pt x="847725" y="2333625"/>
                </a:lnTo>
                <a:lnTo>
                  <a:pt x="828675" y="2333625"/>
                </a:lnTo>
                <a:lnTo>
                  <a:pt x="828675" y="2324100"/>
                </a:lnTo>
                <a:lnTo>
                  <a:pt x="838200" y="2324100"/>
                </a:lnTo>
                <a:close/>
                <a:moveTo>
                  <a:pt x="533400" y="2324100"/>
                </a:moveTo>
                <a:lnTo>
                  <a:pt x="542925" y="2324100"/>
                </a:lnTo>
                <a:lnTo>
                  <a:pt x="542925" y="2333625"/>
                </a:lnTo>
                <a:lnTo>
                  <a:pt x="533400" y="2333625"/>
                </a:lnTo>
                <a:close/>
                <a:moveTo>
                  <a:pt x="657225" y="2324100"/>
                </a:moveTo>
                <a:lnTo>
                  <a:pt x="714375" y="2324100"/>
                </a:lnTo>
                <a:lnTo>
                  <a:pt x="714375" y="2333625"/>
                </a:lnTo>
                <a:lnTo>
                  <a:pt x="657225" y="2333625"/>
                </a:lnTo>
                <a:close/>
                <a:moveTo>
                  <a:pt x="657225" y="2362200"/>
                </a:moveTo>
                <a:lnTo>
                  <a:pt x="676275" y="2362200"/>
                </a:lnTo>
                <a:lnTo>
                  <a:pt x="676275" y="2371725"/>
                </a:lnTo>
                <a:lnTo>
                  <a:pt x="685800" y="2371725"/>
                </a:lnTo>
                <a:lnTo>
                  <a:pt x="685800" y="2400300"/>
                </a:lnTo>
                <a:lnTo>
                  <a:pt x="666750" y="2400300"/>
                </a:lnTo>
                <a:lnTo>
                  <a:pt x="666750" y="2390775"/>
                </a:lnTo>
                <a:lnTo>
                  <a:pt x="647700" y="2390775"/>
                </a:lnTo>
                <a:lnTo>
                  <a:pt x="647700" y="2400300"/>
                </a:lnTo>
                <a:lnTo>
                  <a:pt x="638175" y="2400300"/>
                </a:lnTo>
                <a:lnTo>
                  <a:pt x="638175" y="2381250"/>
                </a:lnTo>
                <a:lnTo>
                  <a:pt x="647700" y="2381250"/>
                </a:lnTo>
                <a:lnTo>
                  <a:pt x="647700" y="2371725"/>
                </a:lnTo>
                <a:lnTo>
                  <a:pt x="657225" y="2371725"/>
                </a:lnTo>
                <a:close/>
                <a:moveTo>
                  <a:pt x="1047750" y="2381250"/>
                </a:moveTo>
                <a:lnTo>
                  <a:pt x="1057275" y="2381250"/>
                </a:lnTo>
                <a:lnTo>
                  <a:pt x="1057275" y="2390775"/>
                </a:lnTo>
                <a:lnTo>
                  <a:pt x="1066800" y="2390775"/>
                </a:lnTo>
                <a:lnTo>
                  <a:pt x="1066800" y="2381250"/>
                </a:lnTo>
                <a:lnTo>
                  <a:pt x="1085850" y="2381250"/>
                </a:lnTo>
                <a:lnTo>
                  <a:pt x="1085850" y="2390775"/>
                </a:lnTo>
                <a:lnTo>
                  <a:pt x="1095375" y="2390775"/>
                </a:lnTo>
                <a:lnTo>
                  <a:pt x="1095375" y="2400300"/>
                </a:lnTo>
                <a:lnTo>
                  <a:pt x="1047750" y="2400300"/>
                </a:lnTo>
                <a:close/>
                <a:moveTo>
                  <a:pt x="285750" y="2400300"/>
                </a:moveTo>
                <a:lnTo>
                  <a:pt x="314325" y="2400300"/>
                </a:lnTo>
                <a:lnTo>
                  <a:pt x="314325" y="2419350"/>
                </a:lnTo>
                <a:lnTo>
                  <a:pt x="285750" y="2419350"/>
                </a:lnTo>
                <a:close/>
                <a:moveTo>
                  <a:pt x="533400" y="2400300"/>
                </a:moveTo>
                <a:lnTo>
                  <a:pt x="561975" y="2400300"/>
                </a:lnTo>
                <a:lnTo>
                  <a:pt x="561975" y="2419350"/>
                </a:lnTo>
                <a:lnTo>
                  <a:pt x="552450" y="2419350"/>
                </a:lnTo>
                <a:lnTo>
                  <a:pt x="552450" y="2409825"/>
                </a:lnTo>
                <a:lnTo>
                  <a:pt x="533400" y="2409825"/>
                </a:lnTo>
                <a:close/>
                <a:moveTo>
                  <a:pt x="914400" y="2400300"/>
                </a:moveTo>
                <a:lnTo>
                  <a:pt x="923925" y="2400300"/>
                </a:lnTo>
                <a:lnTo>
                  <a:pt x="923925" y="2419350"/>
                </a:lnTo>
                <a:lnTo>
                  <a:pt x="914400" y="2419350"/>
                </a:lnTo>
                <a:close/>
                <a:moveTo>
                  <a:pt x="1200150" y="2400300"/>
                </a:moveTo>
                <a:lnTo>
                  <a:pt x="1219200" y="2400300"/>
                </a:lnTo>
                <a:lnTo>
                  <a:pt x="1219200" y="2419350"/>
                </a:lnTo>
                <a:lnTo>
                  <a:pt x="1209675" y="2419350"/>
                </a:lnTo>
                <a:lnTo>
                  <a:pt x="1209675" y="2409825"/>
                </a:lnTo>
                <a:lnTo>
                  <a:pt x="1200150" y="2409825"/>
                </a:lnTo>
                <a:close/>
                <a:moveTo>
                  <a:pt x="1657350" y="2400300"/>
                </a:moveTo>
                <a:lnTo>
                  <a:pt x="1676400" y="2400300"/>
                </a:lnTo>
                <a:lnTo>
                  <a:pt x="1676400" y="2419350"/>
                </a:lnTo>
                <a:lnTo>
                  <a:pt x="1714500" y="2419350"/>
                </a:lnTo>
                <a:lnTo>
                  <a:pt x="1714500" y="2428875"/>
                </a:lnTo>
                <a:lnTo>
                  <a:pt x="1666875" y="2428875"/>
                </a:lnTo>
                <a:lnTo>
                  <a:pt x="1666875" y="2419350"/>
                </a:lnTo>
                <a:lnTo>
                  <a:pt x="1657350" y="2419350"/>
                </a:lnTo>
                <a:close/>
                <a:moveTo>
                  <a:pt x="504825" y="2409825"/>
                </a:moveTo>
                <a:lnTo>
                  <a:pt x="523875" y="2409825"/>
                </a:lnTo>
                <a:lnTo>
                  <a:pt x="523875" y="2419350"/>
                </a:lnTo>
                <a:lnTo>
                  <a:pt x="504825" y="2419350"/>
                </a:lnTo>
                <a:close/>
                <a:moveTo>
                  <a:pt x="333375" y="2419350"/>
                </a:moveTo>
                <a:lnTo>
                  <a:pt x="342900" y="2419350"/>
                </a:lnTo>
                <a:lnTo>
                  <a:pt x="342900" y="2438400"/>
                </a:lnTo>
                <a:lnTo>
                  <a:pt x="333375" y="2438400"/>
                </a:lnTo>
                <a:close/>
                <a:moveTo>
                  <a:pt x="523875" y="2419350"/>
                </a:moveTo>
                <a:lnTo>
                  <a:pt x="552450" y="2419350"/>
                </a:lnTo>
                <a:lnTo>
                  <a:pt x="552450" y="2438400"/>
                </a:lnTo>
                <a:lnTo>
                  <a:pt x="523875" y="2438400"/>
                </a:lnTo>
                <a:close/>
                <a:moveTo>
                  <a:pt x="923925" y="2419350"/>
                </a:moveTo>
                <a:lnTo>
                  <a:pt x="952500" y="2419350"/>
                </a:lnTo>
                <a:lnTo>
                  <a:pt x="952500" y="2438400"/>
                </a:lnTo>
                <a:lnTo>
                  <a:pt x="923925" y="2438400"/>
                </a:lnTo>
                <a:close/>
                <a:moveTo>
                  <a:pt x="1047750" y="2419350"/>
                </a:moveTo>
                <a:lnTo>
                  <a:pt x="1076325" y="2419350"/>
                </a:lnTo>
                <a:lnTo>
                  <a:pt x="1076325" y="2438400"/>
                </a:lnTo>
                <a:lnTo>
                  <a:pt x="1047750" y="2438400"/>
                </a:lnTo>
                <a:close/>
                <a:moveTo>
                  <a:pt x="1714500" y="2428875"/>
                </a:moveTo>
                <a:lnTo>
                  <a:pt x="1724025" y="2428875"/>
                </a:lnTo>
                <a:lnTo>
                  <a:pt x="1724025" y="2438400"/>
                </a:lnTo>
                <a:lnTo>
                  <a:pt x="1733550" y="2438400"/>
                </a:lnTo>
                <a:lnTo>
                  <a:pt x="1733550" y="2428875"/>
                </a:lnTo>
                <a:lnTo>
                  <a:pt x="1743075" y="2428875"/>
                </a:lnTo>
                <a:lnTo>
                  <a:pt x="1743075" y="2438400"/>
                </a:lnTo>
                <a:lnTo>
                  <a:pt x="1733550" y="2438400"/>
                </a:lnTo>
                <a:lnTo>
                  <a:pt x="1733550" y="2476500"/>
                </a:lnTo>
                <a:lnTo>
                  <a:pt x="1724025" y="2476500"/>
                </a:lnTo>
                <a:lnTo>
                  <a:pt x="1724025" y="2466975"/>
                </a:lnTo>
                <a:lnTo>
                  <a:pt x="1714500" y="2466975"/>
                </a:lnTo>
                <a:lnTo>
                  <a:pt x="1714500" y="2476500"/>
                </a:lnTo>
                <a:lnTo>
                  <a:pt x="1704975" y="2476500"/>
                </a:lnTo>
                <a:lnTo>
                  <a:pt x="1704975" y="2438400"/>
                </a:lnTo>
                <a:lnTo>
                  <a:pt x="1714500" y="2438400"/>
                </a:lnTo>
                <a:close/>
                <a:moveTo>
                  <a:pt x="1666875" y="2438400"/>
                </a:moveTo>
                <a:lnTo>
                  <a:pt x="1676400" y="2438400"/>
                </a:lnTo>
                <a:lnTo>
                  <a:pt x="1676400" y="2447925"/>
                </a:lnTo>
                <a:lnTo>
                  <a:pt x="1666875" y="2447925"/>
                </a:lnTo>
                <a:close/>
                <a:moveTo>
                  <a:pt x="266700" y="2457450"/>
                </a:moveTo>
                <a:lnTo>
                  <a:pt x="304800" y="2457450"/>
                </a:lnTo>
                <a:lnTo>
                  <a:pt x="304800" y="2466975"/>
                </a:lnTo>
                <a:lnTo>
                  <a:pt x="266700" y="2466975"/>
                </a:lnTo>
                <a:close/>
                <a:moveTo>
                  <a:pt x="314325" y="2457450"/>
                </a:moveTo>
                <a:lnTo>
                  <a:pt x="323850" y="2457450"/>
                </a:lnTo>
                <a:lnTo>
                  <a:pt x="323850" y="2466975"/>
                </a:lnTo>
                <a:lnTo>
                  <a:pt x="314325" y="2466975"/>
                </a:lnTo>
                <a:close/>
                <a:moveTo>
                  <a:pt x="1009650" y="2457450"/>
                </a:moveTo>
                <a:lnTo>
                  <a:pt x="1028700" y="2457450"/>
                </a:lnTo>
                <a:lnTo>
                  <a:pt x="1028700" y="2466975"/>
                </a:lnTo>
                <a:lnTo>
                  <a:pt x="1009650" y="2466975"/>
                </a:lnTo>
                <a:close/>
                <a:moveTo>
                  <a:pt x="1057275" y="2457450"/>
                </a:moveTo>
                <a:lnTo>
                  <a:pt x="1066800" y="2457450"/>
                </a:lnTo>
                <a:lnTo>
                  <a:pt x="1066800" y="2466975"/>
                </a:lnTo>
                <a:lnTo>
                  <a:pt x="1057275" y="2466975"/>
                </a:lnTo>
                <a:close/>
                <a:moveTo>
                  <a:pt x="1447800" y="2457450"/>
                </a:moveTo>
                <a:lnTo>
                  <a:pt x="1457325" y="2457450"/>
                </a:lnTo>
                <a:lnTo>
                  <a:pt x="1457325" y="2466975"/>
                </a:lnTo>
                <a:lnTo>
                  <a:pt x="1447800" y="2466975"/>
                </a:lnTo>
                <a:close/>
                <a:moveTo>
                  <a:pt x="1552575" y="2457450"/>
                </a:moveTo>
                <a:lnTo>
                  <a:pt x="1571625" y="2457450"/>
                </a:lnTo>
                <a:lnTo>
                  <a:pt x="1571625" y="2466975"/>
                </a:lnTo>
                <a:lnTo>
                  <a:pt x="1552575" y="2466975"/>
                </a:lnTo>
                <a:close/>
                <a:moveTo>
                  <a:pt x="1647825" y="2476500"/>
                </a:moveTo>
                <a:lnTo>
                  <a:pt x="1666875" y="2476500"/>
                </a:lnTo>
                <a:lnTo>
                  <a:pt x="1666875" y="2486025"/>
                </a:lnTo>
                <a:lnTo>
                  <a:pt x="1647825" y="2486025"/>
                </a:lnTo>
                <a:close/>
                <a:moveTo>
                  <a:pt x="1676400" y="2486025"/>
                </a:moveTo>
                <a:lnTo>
                  <a:pt x="1704975" y="2486025"/>
                </a:lnTo>
                <a:lnTo>
                  <a:pt x="1704975" y="2495550"/>
                </a:lnTo>
                <a:lnTo>
                  <a:pt x="1676400" y="2495550"/>
                </a:lnTo>
                <a:close/>
                <a:moveTo>
                  <a:pt x="390525" y="2533650"/>
                </a:moveTo>
                <a:lnTo>
                  <a:pt x="409575" y="2533650"/>
                </a:lnTo>
                <a:lnTo>
                  <a:pt x="409575" y="2543175"/>
                </a:lnTo>
                <a:lnTo>
                  <a:pt x="390525" y="2543175"/>
                </a:lnTo>
                <a:close/>
                <a:moveTo>
                  <a:pt x="419100" y="2533650"/>
                </a:moveTo>
                <a:lnTo>
                  <a:pt x="438150" y="2533650"/>
                </a:lnTo>
                <a:lnTo>
                  <a:pt x="438150" y="2543175"/>
                </a:lnTo>
                <a:lnTo>
                  <a:pt x="419100" y="2543175"/>
                </a:lnTo>
                <a:close/>
                <a:moveTo>
                  <a:pt x="1628775" y="2533650"/>
                </a:moveTo>
                <a:lnTo>
                  <a:pt x="1638300" y="2533650"/>
                </a:lnTo>
                <a:lnTo>
                  <a:pt x="1638300" y="2543175"/>
                </a:lnTo>
                <a:lnTo>
                  <a:pt x="1628775" y="2543175"/>
                </a:lnTo>
                <a:close/>
                <a:moveTo>
                  <a:pt x="1724025" y="2533650"/>
                </a:moveTo>
                <a:lnTo>
                  <a:pt x="1733550" y="2533650"/>
                </a:lnTo>
                <a:lnTo>
                  <a:pt x="1733550" y="2543175"/>
                </a:lnTo>
                <a:lnTo>
                  <a:pt x="1724025" y="2543175"/>
                </a:lnTo>
                <a:close/>
                <a:moveTo>
                  <a:pt x="1638300" y="2543175"/>
                </a:moveTo>
                <a:lnTo>
                  <a:pt x="1647825" y="2543175"/>
                </a:lnTo>
                <a:lnTo>
                  <a:pt x="1647825" y="2552700"/>
                </a:lnTo>
                <a:lnTo>
                  <a:pt x="1657350" y="2552700"/>
                </a:lnTo>
                <a:lnTo>
                  <a:pt x="1657350" y="2571750"/>
                </a:lnTo>
                <a:lnTo>
                  <a:pt x="1638300" y="2571750"/>
                </a:lnTo>
                <a:close/>
                <a:moveTo>
                  <a:pt x="752475" y="2552700"/>
                </a:moveTo>
                <a:lnTo>
                  <a:pt x="762000" y="2552700"/>
                </a:lnTo>
                <a:lnTo>
                  <a:pt x="762000" y="2562225"/>
                </a:lnTo>
                <a:lnTo>
                  <a:pt x="771525" y="2562225"/>
                </a:lnTo>
                <a:lnTo>
                  <a:pt x="771525" y="2552700"/>
                </a:lnTo>
                <a:lnTo>
                  <a:pt x="781050" y="2552700"/>
                </a:lnTo>
                <a:lnTo>
                  <a:pt x="781050" y="2581275"/>
                </a:lnTo>
                <a:lnTo>
                  <a:pt x="771525" y="2581275"/>
                </a:lnTo>
                <a:lnTo>
                  <a:pt x="771525" y="2600325"/>
                </a:lnTo>
                <a:lnTo>
                  <a:pt x="762000" y="2600325"/>
                </a:lnTo>
                <a:lnTo>
                  <a:pt x="762000" y="2609850"/>
                </a:lnTo>
                <a:lnTo>
                  <a:pt x="752475" y="2609850"/>
                </a:lnTo>
                <a:lnTo>
                  <a:pt x="752475" y="2628900"/>
                </a:lnTo>
                <a:lnTo>
                  <a:pt x="742950" y="2628900"/>
                </a:lnTo>
                <a:lnTo>
                  <a:pt x="742950" y="2619375"/>
                </a:lnTo>
                <a:lnTo>
                  <a:pt x="723900" y="2619375"/>
                </a:lnTo>
                <a:lnTo>
                  <a:pt x="723900" y="2600325"/>
                </a:lnTo>
                <a:lnTo>
                  <a:pt x="714375" y="2600325"/>
                </a:lnTo>
                <a:lnTo>
                  <a:pt x="714375" y="2590800"/>
                </a:lnTo>
                <a:lnTo>
                  <a:pt x="676275" y="2590800"/>
                </a:lnTo>
                <a:lnTo>
                  <a:pt x="676275" y="2571750"/>
                </a:lnTo>
                <a:lnTo>
                  <a:pt x="723900" y="2571750"/>
                </a:lnTo>
                <a:lnTo>
                  <a:pt x="723900" y="2581275"/>
                </a:lnTo>
                <a:lnTo>
                  <a:pt x="742950" y="2581275"/>
                </a:lnTo>
                <a:lnTo>
                  <a:pt x="742950" y="2571750"/>
                </a:lnTo>
                <a:lnTo>
                  <a:pt x="752475" y="2571750"/>
                </a:lnTo>
                <a:close/>
                <a:moveTo>
                  <a:pt x="190500" y="2581275"/>
                </a:moveTo>
                <a:lnTo>
                  <a:pt x="200025" y="2581275"/>
                </a:lnTo>
                <a:lnTo>
                  <a:pt x="200025" y="2590800"/>
                </a:lnTo>
                <a:lnTo>
                  <a:pt x="219075" y="2590800"/>
                </a:lnTo>
                <a:lnTo>
                  <a:pt x="219075" y="2600325"/>
                </a:lnTo>
                <a:lnTo>
                  <a:pt x="209550" y="2600325"/>
                </a:lnTo>
                <a:lnTo>
                  <a:pt x="209550" y="2609850"/>
                </a:lnTo>
                <a:lnTo>
                  <a:pt x="200025" y="2609850"/>
                </a:lnTo>
                <a:lnTo>
                  <a:pt x="200025" y="2600325"/>
                </a:lnTo>
                <a:lnTo>
                  <a:pt x="190500" y="2600325"/>
                </a:lnTo>
                <a:close/>
                <a:moveTo>
                  <a:pt x="1571625" y="2628900"/>
                </a:moveTo>
                <a:lnTo>
                  <a:pt x="1581150" y="2628900"/>
                </a:lnTo>
                <a:lnTo>
                  <a:pt x="1581150" y="2638425"/>
                </a:lnTo>
                <a:lnTo>
                  <a:pt x="1571625" y="2638425"/>
                </a:lnTo>
                <a:close/>
                <a:moveTo>
                  <a:pt x="885825" y="2667000"/>
                </a:moveTo>
                <a:lnTo>
                  <a:pt x="914400" y="2667000"/>
                </a:lnTo>
                <a:lnTo>
                  <a:pt x="914400" y="2695575"/>
                </a:lnTo>
                <a:lnTo>
                  <a:pt x="895350" y="2695575"/>
                </a:lnTo>
                <a:lnTo>
                  <a:pt x="895350" y="2676525"/>
                </a:lnTo>
                <a:lnTo>
                  <a:pt x="885825" y="2676525"/>
                </a:lnTo>
                <a:close/>
                <a:moveTo>
                  <a:pt x="714375" y="2676525"/>
                </a:moveTo>
                <a:lnTo>
                  <a:pt x="733425" y="2676525"/>
                </a:lnTo>
                <a:lnTo>
                  <a:pt x="733425" y="2695575"/>
                </a:lnTo>
                <a:lnTo>
                  <a:pt x="714375" y="2695575"/>
                </a:lnTo>
                <a:close/>
                <a:moveTo>
                  <a:pt x="657225" y="2686050"/>
                </a:moveTo>
                <a:lnTo>
                  <a:pt x="666750" y="2686050"/>
                </a:lnTo>
                <a:lnTo>
                  <a:pt x="666750" y="2705100"/>
                </a:lnTo>
                <a:lnTo>
                  <a:pt x="676275" y="2705100"/>
                </a:lnTo>
                <a:lnTo>
                  <a:pt x="676275" y="2724150"/>
                </a:lnTo>
                <a:lnTo>
                  <a:pt x="685800" y="2724150"/>
                </a:lnTo>
                <a:lnTo>
                  <a:pt x="685800" y="2733675"/>
                </a:lnTo>
                <a:lnTo>
                  <a:pt x="676275" y="2733675"/>
                </a:lnTo>
                <a:lnTo>
                  <a:pt x="676275" y="2743200"/>
                </a:lnTo>
                <a:lnTo>
                  <a:pt x="666750" y="2743200"/>
                </a:lnTo>
                <a:lnTo>
                  <a:pt x="666750" y="2714625"/>
                </a:lnTo>
                <a:lnTo>
                  <a:pt x="647700" y="2714625"/>
                </a:lnTo>
                <a:lnTo>
                  <a:pt x="647700" y="2695575"/>
                </a:lnTo>
                <a:lnTo>
                  <a:pt x="657225" y="2695575"/>
                </a:lnTo>
                <a:close/>
                <a:moveTo>
                  <a:pt x="590550" y="2695575"/>
                </a:moveTo>
                <a:lnTo>
                  <a:pt x="609600" y="2695575"/>
                </a:lnTo>
                <a:lnTo>
                  <a:pt x="609600" y="2724150"/>
                </a:lnTo>
                <a:lnTo>
                  <a:pt x="581025" y="2724150"/>
                </a:lnTo>
                <a:lnTo>
                  <a:pt x="581025" y="2705100"/>
                </a:lnTo>
                <a:lnTo>
                  <a:pt x="590550" y="2705100"/>
                </a:lnTo>
                <a:close/>
                <a:moveTo>
                  <a:pt x="447675" y="2714625"/>
                </a:moveTo>
                <a:lnTo>
                  <a:pt x="466725" y="2714625"/>
                </a:lnTo>
                <a:lnTo>
                  <a:pt x="466725" y="2724150"/>
                </a:lnTo>
                <a:lnTo>
                  <a:pt x="447675" y="2724150"/>
                </a:lnTo>
                <a:close/>
                <a:moveTo>
                  <a:pt x="1095375" y="2714625"/>
                </a:moveTo>
                <a:lnTo>
                  <a:pt x="1114425" y="2714625"/>
                </a:lnTo>
                <a:lnTo>
                  <a:pt x="1114425" y="2724150"/>
                </a:lnTo>
                <a:lnTo>
                  <a:pt x="1152525" y="2724150"/>
                </a:lnTo>
                <a:lnTo>
                  <a:pt x="1152525" y="2743200"/>
                </a:lnTo>
                <a:lnTo>
                  <a:pt x="1143000" y="2743200"/>
                </a:lnTo>
                <a:lnTo>
                  <a:pt x="1143000" y="2733675"/>
                </a:lnTo>
                <a:lnTo>
                  <a:pt x="1104900" y="2733675"/>
                </a:lnTo>
                <a:lnTo>
                  <a:pt x="1104900" y="2724150"/>
                </a:lnTo>
                <a:lnTo>
                  <a:pt x="1095375" y="2724150"/>
                </a:lnTo>
                <a:close/>
                <a:moveTo>
                  <a:pt x="438150" y="2724150"/>
                </a:moveTo>
                <a:lnTo>
                  <a:pt x="447675" y="2724150"/>
                </a:lnTo>
                <a:lnTo>
                  <a:pt x="447675" y="2733675"/>
                </a:lnTo>
                <a:lnTo>
                  <a:pt x="438150" y="2733675"/>
                </a:lnTo>
                <a:close/>
                <a:moveTo>
                  <a:pt x="609600" y="2724150"/>
                </a:moveTo>
                <a:lnTo>
                  <a:pt x="628650" y="2724150"/>
                </a:lnTo>
                <a:lnTo>
                  <a:pt x="628650" y="2733675"/>
                </a:lnTo>
                <a:lnTo>
                  <a:pt x="609600" y="2733675"/>
                </a:lnTo>
                <a:close/>
                <a:moveTo>
                  <a:pt x="1085850" y="2724150"/>
                </a:moveTo>
                <a:lnTo>
                  <a:pt x="1095375" y="2724150"/>
                </a:lnTo>
                <a:lnTo>
                  <a:pt x="1095375" y="2733675"/>
                </a:lnTo>
                <a:lnTo>
                  <a:pt x="1085850" y="2733675"/>
                </a:lnTo>
                <a:close/>
                <a:moveTo>
                  <a:pt x="1257300" y="2733675"/>
                </a:moveTo>
                <a:lnTo>
                  <a:pt x="1285875" y="2733675"/>
                </a:lnTo>
                <a:lnTo>
                  <a:pt x="1285875" y="2743200"/>
                </a:lnTo>
                <a:lnTo>
                  <a:pt x="1257300" y="2743200"/>
                </a:lnTo>
                <a:close/>
                <a:moveTo>
                  <a:pt x="1504950" y="2733675"/>
                </a:moveTo>
                <a:lnTo>
                  <a:pt x="1524000" y="2733675"/>
                </a:lnTo>
                <a:lnTo>
                  <a:pt x="1524000" y="2762250"/>
                </a:lnTo>
                <a:lnTo>
                  <a:pt x="1514475" y="2762250"/>
                </a:lnTo>
                <a:lnTo>
                  <a:pt x="1514475" y="2752725"/>
                </a:lnTo>
                <a:lnTo>
                  <a:pt x="1504950" y="2752725"/>
                </a:lnTo>
                <a:close/>
                <a:moveTo>
                  <a:pt x="400050" y="2743200"/>
                </a:moveTo>
                <a:lnTo>
                  <a:pt x="409575" y="2743200"/>
                </a:lnTo>
                <a:lnTo>
                  <a:pt x="409575" y="2771775"/>
                </a:lnTo>
                <a:lnTo>
                  <a:pt x="400050" y="2771775"/>
                </a:lnTo>
                <a:close/>
                <a:moveTo>
                  <a:pt x="419100" y="2743200"/>
                </a:moveTo>
                <a:lnTo>
                  <a:pt x="447675" y="2743200"/>
                </a:lnTo>
                <a:lnTo>
                  <a:pt x="447675" y="2752725"/>
                </a:lnTo>
                <a:lnTo>
                  <a:pt x="457200" y="2752725"/>
                </a:lnTo>
                <a:lnTo>
                  <a:pt x="457200" y="2762250"/>
                </a:lnTo>
                <a:lnTo>
                  <a:pt x="466725" y="2762250"/>
                </a:lnTo>
                <a:lnTo>
                  <a:pt x="466725" y="2771775"/>
                </a:lnTo>
                <a:lnTo>
                  <a:pt x="428625" y="2771775"/>
                </a:lnTo>
                <a:lnTo>
                  <a:pt x="428625" y="2781300"/>
                </a:lnTo>
                <a:lnTo>
                  <a:pt x="419100" y="2781300"/>
                </a:lnTo>
                <a:close/>
                <a:moveTo>
                  <a:pt x="1047750" y="2743200"/>
                </a:moveTo>
                <a:lnTo>
                  <a:pt x="1066800" y="2743200"/>
                </a:lnTo>
                <a:lnTo>
                  <a:pt x="1066800" y="2752725"/>
                </a:lnTo>
                <a:lnTo>
                  <a:pt x="1047750" y="2752725"/>
                </a:lnTo>
                <a:close/>
                <a:moveTo>
                  <a:pt x="390525" y="2771775"/>
                </a:moveTo>
                <a:lnTo>
                  <a:pt x="400050" y="2771775"/>
                </a:lnTo>
                <a:lnTo>
                  <a:pt x="400050" y="2781300"/>
                </a:lnTo>
                <a:lnTo>
                  <a:pt x="390525" y="2781300"/>
                </a:lnTo>
                <a:close/>
                <a:moveTo>
                  <a:pt x="381000" y="2781300"/>
                </a:moveTo>
                <a:lnTo>
                  <a:pt x="390525" y="2781300"/>
                </a:lnTo>
                <a:lnTo>
                  <a:pt x="390525" y="2790825"/>
                </a:lnTo>
                <a:lnTo>
                  <a:pt x="381000" y="2790825"/>
                </a:lnTo>
                <a:close/>
                <a:moveTo>
                  <a:pt x="523875" y="2790825"/>
                </a:moveTo>
                <a:lnTo>
                  <a:pt x="533400" y="2790825"/>
                </a:lnTo>
                <a:lnTo>
                  <a:pt x="533400" y="2800350"/>
                </a:lnTo>
                <a:lnTo>
                  <a:pt x="523875" y="2800350"/>
                </a:lnTo>
                <a:close/>
                <a:moveTo>
                  <a:pt x="1028700" y="2790825"/>
                </a:moveTo>
                <a:lnTo>
                  <a:pt x="1057275" y="2790825"/>
                </a:lnTo>
                <a:lnTo>
                  <a:pt x="1057275" y="2800350"/>
                </a:lnTo>
                <a:lnTo>
                  <a:pt x="1028700" y="2800350"/>
                </a:lnTo>
                <a:close/>
                <a:moveTo>
                  <a:pt x="1095375" y="2790825"/>
                </a:moveTo>
                <a:lnTo>
                  <a:pt x="1133475" y="2790825"/>
                </a:lnTo>
                <a:lnTo>
                  <a:pt x="1133475" y="2800350"/>
                </a:lnTo>
                <a:lnTo>
                  <a:pt x="1123950" y="2800350"/>
                </a:lnTo>
                <a:lnTo>
                  <a:pt x="1123950" y="2809875"/>
                </a:lnTo>
                <a:lnTo>
                  <a:pt x="1133475" y="2809875"/>
                </a:lnTo>
                <a:lnTo>
                  <a:pt x="1133475" y="2800350"/>
                </a:lnTo>
                <a:lnTo>
                  <a:pt x="1143000" y="2800350"/>
                </a:lnTo>
                <a:lnTo>
                  <a:pt x="1143000" y="2790825"/>
                </a:lnTo>
                <a:lnTo>
                  <a:pt x="1162050" y="2790825"/>
                </a:lnTo>
                <a:lnTo>
                  <a:pt x="1162050" y="2800350"/>
                </a:lnTo>
                <a:lnTo>
                  <a:pt x="1152525" y="2800350"/>
                </a:lnTo>
                <a:lnTo>
                  <a:pt x="1152525" y="2819400"/>
                </a:lnTo>
                <a:lnTo>
                  <a:pt x="1143000" y="2819400"/>
                </a:lnTo>
                <a:lnTo>
                  <a:pt x="1143000" y="2809875"/>
                </a:lnTo>
                <a:lnTo>
                  <a:pt x="1133475" y="2809875"/>
                </a:lnTo>
                <a:lnTo>
                  <a:pt x="1133475" y="2819400"/>
                </a:lnTo>
                <a:lnTo>
                  <a:pt x="1143000" y="2819400"/>
                </a:lnTo>
                <a:lnTo>
                  <a:pt x="1143000" y="2828925"/>
                </a:lnTo>
                <a:lnTo>
                  <a:pt x="1133475" y="2828925"/>
                </a:lnTo>
                <a:lnTo>
                  <a:pt x="1133475" y="2847975"/>
                </a:lnTo>
                <a:lnTo>
                  <a:pt x="1123950" y="2847975"/>
                </a:lnTo>
                <a:lnTo>
                  <a:pt x="1123950" y="2838450"/>
                </a:lnTo>
                <a:lnTo>
                  <a:pt x="1104900" y="2838450"/>
                </a:lnTo>
                <a:lnTo>
                  <a:pt x="1104900" y="2828925"/>
                </a:lnTo>
                <a:lnTo>
                  <a:pt x="1114425" y="2828925"/>
                </a:lnTo>
                <a:lnTo>
                  <a:pt x="1114425" y="2809875"/>
                </a:lnTo>
                <a:lnTo>
                  <a:pt x="1104900" y="2809875"/>
                </a:lnTo>
                <a:lnTo>
                  <a:pt x="1104900" y="2800350"/>
                </a:lnTo>
                <a:lnTo>
                  <a:pt x="1095375" y="2800350"/>
                </a:lnTo>
                <a:close/>
                <a:moveTo>
                  <a:pt x="1190625" y="2790825"/>
                </a:moveTo>
                <a:lnTo>
                  <a:pt x="1219200" y="2790825"/>
                </a:lnTo>
                <a:lnTo>
                  <a:pt x="1219200" y="2800350"/>
                </a:lnTo>
                <a:lnTo>
                  <a:pt x="1238250" y="2800350"/>
                </a:lnTo>
                <a:lnTo>
                  <a:pt x="1238250" y="2809875"/>
                </a:lnTo>
                <a:lnTo>
                  <a:pt x="1209675" y="2809875"/>
                </a:lnTo>
                <a:lnTo>
                  <a:pt x="1209675" y="2800350"/>
                </a:lnTo>
                <a:lnTo>
                  <a:pt x="1190625" y="2800350"/>
                </a:lnTo>
                <a:close/>
                <a:moveTo>
                  <a:pt x="352425" y="2800350"/>
                </a:moveTo>
                <a:lnTo>
                  <a:pt x="361950" y="2800350"/>
                </a:lnTo>
                <a:lnTo>
                  <a:pt x="361950" y="2847975"/>
                </a:lnTo>
                <a:lnTo>
                  <a:pt x="371475" y="2847975"/>
                </a:lnTo>
                <a:lnTo>
                  <a:pt x="371475" y="2857500"/>
                </a:lnTo>
                <a:lnTo>
                  <a:pt x="323850" y="2857500"/>
                </a:lnTo>
                <a:lnTo>
                  <a:pt x="323850" y="2847975"/>
                </a:lnTo>
                <a:lnTo>
                  <a:pt x="333375" y="2847975"/>
                </a:lnTo>
                <a:lnTo>
                  <a:pt x="333375" y="2828925"/>
                </a:lnTo>
                <a:lnTo>
                  <a:pt x="352425" y="2828925"/>
                </a:lnTo>
                <a:lnTo>
                  <a:pt x="352425" y="2819400"/>
                </a:lnTo>
                <a:lnTo>
                  <a:pt x="314325" y="2819400"/>
                </a:lnTo>
                <a:lnTo>
                  <a:pt x="314325" y="2809875"/>
                </a:lnTo>
                <a:lnTo>
                  <a:pt x="352425" y="2809875"/>
                </a:lnTo>
                <a:close/>
                <a:moveTo>
                  <a:pt x="1628775" y="2809875"/>
                </a:moveTo>
                <a:lnTo>
                  <a:pt x="1647825" y="2809875"/>
                </a:lnTo>
                <a:lnTo>
                  <a:pt x="1647825" y="2819400"/>
                </a:lnTo>
                <a:lnTo>
                  <a:pt x="1638300" y="2819400"/>
                </a:lnTo>
                <a:lnTo>
                  <a:pt x="1638300" y="2838450"/>
                </a:lnTo>
                <a:lnTo>
                  <a:pt x="1657350" y="2838450"/>
                </a:lnTo>
                <a:lnTo>
                  <a:pt x="1657350" y="2828925"/>
                </a:lnTo>
                <a:lnTo>
                  <a:pt x="1666875" y="2828925"/>
                </a:lnTo>
                <a:lnTo>
                  <a:pt x="1666875" y="2838450"/>
                </a:lnTo>
                <a:lnTo>
                  <a:pt x="1657350" y="2838450"/>
                </a:lnTo>
                <a:lnTo>
                  <a:pt x="1657350" y="2847975"/>
                </a:lnTo>
                <a:lnTo>
                  <a:pt x="1619250" y="2847975"/>
                </a:lnTo>
                <a:lnTo>
                  <a:pt x="1619250" y="2857500"/>
                </a:lnTo>
                <a:lnTo>
                  <a:pt x="1562100" y="2857500"/>
                </a:lnTo>
                <a:lnTo>
                  <a:pt x="1562100" y="2847975"/>
                </a:lnTo>
                <a:lnTo>
                  <a:pt x="1609725" y="2847975"/>
                </a:lnTo>
                <a:lnTo>
                  <a:pt x="1609725" y="2838450"/>
                </a:lnTo>
                <a:lnTo>
                  <a:pt x="1619250" y="2838450"/>
                </a:lnTo>
                <a:lnTo>
                  <a:pt x="1619250" y="2828925"/>
                </a:lnTo>
                <a:lnTo>
                  <a:pt x="1628775" y="2828925"/>
                </a:lnTo>
                <a:close/>
                <a:moveTo>
                  <a:pt x="276225" y="2828925"/>
                </a:moveTo>
                <a:lnTo>
                  <a:pt x="295275" y="2828925"/>
                </a:lnTo>
                <a:lnTo>
                  <a:pt x="295275" y="2847975"/>
                </a:lnTo>
                <a:lnTo>
                  <a:pt x="285750" y="2847975"/>
                </a:lnTo>
                <a:lnTo>
                  <a:pt x="285750" y="2857500"/>
                </a:lnTo>
                <a:lnTo>
                  <a:pt x="276225" y="2857500"/>
                </a:lnTo>
                <a:close/>
                <a:moveTo>
                  <a:pt x="1162050" y="2828925"/>
                </a:moveTo>
                <a:lnTo>
                  <a:pt x="1190625" y="2828925"/>
                </a:lnTo>
                <a:lnTo>
                  <a:pt x="1190625" y="2847975"/>
                </a:lnTo>
                <a:lnTo>
                  <a:pt x="1171575" y="2847975"/>
                </a:lnTo>
                <a:lnTo>
                  <a:pt x="1171575" y="2838450"/>
                </a:lnTo>
                <a:lnTo>
                  <a:pt x="1162050" y="2838450"/>
                </a:lnTo>
                <a:close/>
                <a:moveTo>
                  <a:pt x="238125" y="2847975"/>
                </a:moveTo>
                <a:lnTo>
                  <a:pt x="257175" y="2847975"/>
                </a:lnTo>
                <a:lnTo>
                  <a:pt x="257175" y="2857500"/>
                </a:lnTo>
                <a:lnTo>
                  <a:pt x="238125" y="2857500"/>
                </a:lnTo>
                <a:close/>
                <a:moveTo>
                  <a:pt x="1704975" y="2962275"/>
                </a:moveTo>
                <a:lnTo>
                  <a:pt x="1714500" y="2962275"/>
                </a:lnTo>
                <a:lnTo>
                  <a:pt x="1714500" y="2981325"/>
                </a:lnTo>
                <a:lnTo>
                  <a:pt x="1704975" y="2981325"/>
                </a:lnTo>
                <a:close/>
                <a:moveTo>
                  <a:pt x="962025" y="2971800"/>
                </a:moveTo>
                <a:lnTo>
                  <a:pt x="971550" y="2971800"/>
                </a:lnTo>
                <a:lnTo>
                  <a:pt x="971550" y="2981325"/>
                </a:lnTo>
                <a:lnTo>
                  <a:pt x="962025" y="2981325"/>
                </a:lnTo>
                <a:close/>
                <a:moveTo>
                  <a:pt x="219075" y="2981325"/>
                </a:moveTo>
                <a:lnTo>
                  <a:pt x="228600" y="2981325"/>
                </a:lnTo>
                <a:lnTo>
                  <a:pt x="228600" y="2990850"/>
                </a:lnTo>
                <a:lnTo>
                  <a:pt x="219075" y="2990850"/>
                </a:lnTo>
                <a:close/>
                <a:moveTo>
                  <a:pt x="666750" y="3000375"/>
                </a:moveTo>
                <a:lnTo>
                  <a:pt x="695325" y="3000375"/>
                </a:lnTo>
                <a:lnTo>
                  <a:pt x="695325" y="3009900"/>
                </a:lnTo>
                <a:lnTo>
                  <a:pt x="685800" y="3009900"/>
                </a:lnTo>
                <a:lnTo>
                  <a:pt x="685800" y="3048000"/>
                </a:lnTo>
                <a:lnTo>
                  <a:pt x="676275" y="3048000"/>
                </a:lnTo>
                <a:lnTo>
                  <a:pt x="676275" y="3067050"/>
                </a:lnTo>
                <a:lnTo>
                  <a:pt x="666750" y="3067050"/>
                </a:lnTo>
                <a:lnTo>
                  <a:pt x="666750" y="3057525"/>
                </a:lnTo>
                <a:lnTo>
                  <a:pt x="657225" y="3057525"/>
                </a:lnTo>
                <a:lnTo>
                  <a:pt x="657225" y="3009900"/>
                </a:lnTo>
                <a:lnTo>
                  <a:pt x="666750" y="3009900"/>
                </a:lnTo>
                <a:close/>
                <a:moveTo>
                  <a:pt x="876300" y="3009900"/>
                </a:moveTo>
                <a:lnTo>
                  <a:pt x="895350" y="3009900"/>
                </a:lnTo>
                <a:lnTo>
                  <a:pt x="895350" y="3038475"/>
                </a:lnTo>
                <a:lnTo>
                  <a:pt x="885825" y="3038475"/>
                </a:lnTo>
                <a:lnTo>
                  <a:pt x="885825" y="3028950"/>
                </a:lnTo>
                <a:lnTo>
                  <a:pt x="866775" y="3028950"/>
                </a:lnTo>
                <a:lnTo>
                  <a:pt x="866775" y="3019425"/>
                </a:lnTo>
                <a:lnTo>
                  <a:pt x="876300" y="3019425"/>
                </a:lnTo>
                <a:close/>
                <a:moveTo>
                  <a:pt x="190500" y="3019425"/>
                </a:moveTo>
                <a:lnTo>
                  <a:pt x="200025" y="3019425"/>
                </a:lnTo>
                <a:lnTo>
                  <a:pt x="200025" y="3038475"/>
                </a:lnTo>
                <a:lnTo>
                  <a:pt x="209550" y="3038475"/>
                </a:lnTo>
                <a:lnTo>
                  <a:pt x="209550" y="3057525"/>
                </a:lnTo>
                <a:lnTo>
                  <a:pt x="200025" y="3057525"/>
                </a:lnTo>
                <a:lnTo>
                  <a:pt x="200025" y="3067050"/>
                </a:lnTo>
                <a:lnTo>
                  <a:pt x="190500" y="3067050"/>
                </a:lnTo>
                <a:close/>
                <a:moveTo>
                  <a:pt x="904875" y="3019425"/>
                </a:moveTo>
                <a:lnTo>
                  <a:pt x="923925" y="3019425"/>
                </a:lnTo>
                <a:lnTo>
                  <a:pt x="923925" y="3028950"/>
                </a:lnTo>
                <a:lnTo>
                  <a:pt x="904875" y="3028950"/>
                </a:lnTo>
                <a:close/>
                <a:moveTo>
                  <a:pt x="923925" y="3028950"/>
                </a:moveTo>
                <a:lnTo>
                  <a:pt x="933450" y="3028950"/>
                </a:lnTo>
                <a:lnTo>
                  <a:pt x="933450" y="3038475"/>
                </a:lnTo>
                <a:lnTo>
                  <a:pt x="923925" y="3038475"/>
                </a:lnTo>
                <a:close/>
                <a:moveTo>
                  <a:pt x="942975" y="3028950"/>
                </a:moveTo>
                <a:lnTo>
                  <a:pt x="952500" y="3028950"/>
                </a:lnTo>
                <a:lnTo>
                  <a:pt x="952500" y="3038475"/>
                </a:lnTo>
                <a:lnTo>
                  <a:pt x="942975" y="3038475"/>
                </a:lnTo>
                <a:close/>
                <a:moveTo>
                  <a:pt x="581025" y="3038475"/>
                </a:moveTo>
                <a:lnTo>
                  <a:pt x="590550" y="3038475"/>
                </a:lnTo>
                <a:lnTo>
                  <a:pt x="590550" y="3048000"/>
                </a:lnTo>
                <a:lnTo>
                  <a:pt x="581025" y="3048000"/>
                </a:lnTo>
                <a:close/>
                <a:moveTo>
                  <a:pt x="809625" y="3038475"/>
                </a:moveTo>
                <a:lnTo>
                  <a:pt x="819150" y="3038475"/>
                </a:lnTo>
                <a:lnTo>
                  <a:pt x="819150" y="3048000"/>
                </a:lnTo>
                <a:lnTo>
                  <a:pt x="809625" y="3048000"/>
                </a:lnTo>
                <a:close/>
                <a:moveTo>
                  <a:pt x="847725" y="3038475"/>
                </a:moveTo>
                <a:lnTo>
                  <a:pt x="857250" y="3038475"/>
                </a:lnTo>
                <a:lnTo>
                  <a:pt x="857250" y="3048000"/>
                </a:lnTo>
                <a:lnTo>
                  <a:pt x="847725" y="3048000"/>
                </a:lnTo>
                <a:close/>
                <a:moveTo>
                  <a:pt x="514350" y="3048000"/>
                </a:moveTo>
                <a:lnTo>
                  <a:pt x="523875" y="3048000"/>
                </a:lnTo>
                <a:lnTo>
                  <a:pt x="523875" y="3057525"/>
                </a:lnTo>
                <a:lnTo>
                  <a:pt x="514350" y="3057525"/>
                </a:lnTo>
                <a:close/>
                <a:moveTo>
                  <a:pt x="628650" y="3048000"/>
                </a:moveTo>
                <a:lnTo>
                  <a:pt x="638175" y="3048000"/>
                </a:lnTo>
                <a:lnTo>
                  <a:pt x="638175" y="3057525"/>
                </a:lnTo>
                <a:lnTo>
                  <a:pt x="647700" y="3057525"/>
                </a:lnTo>
                <a:lnTo>
                  <a:pt x="647700" y="3076575"/>
                </a:lnTo>
                <a:lnTo>
                  <a:pt x="628650" y="3076575"/>
                </a:lnTo>
                <a:lnTo>
                  <a:pt x="628650" y="3067050"/>
                </a:lnTo>
                <a:lnTo>
                  <a:pt x="590550" y="3067050"/>
                </a:lnTo>
                <a:lnTo>
                  <a:pt x="590550" y="3057525"/>
                </a:lnTo>
                <a:lnTo>
                  <a:pt x="628650" y="3057525"/>
                </a:lnTo>
                <a:close/>
                <a:moveTo>
                  <a:pt x="714375" y="3048000"/>
                </a:moveTo>
                <a:lnTo>
                  <a:pt x="723900" y="3048000"/>
                </a:lnTo>
                <a:lnTo>
                  <a:pt x="723900" y="3067050"/>
                </a:lnTo>
                <a:lnTo>
                  <a:pt x="695325" y="3067050"/>
                </a:lnTo>
                <a:lnTo>
                  <a:pt x="695325" y="3057525"/>
                </a:lnTo>
                <a:lnTo>
                  <a:pt x="714375" y="3057525"/>
                </a:lnTo>
                <a:close/>
                <a:moveTo>
                  <a:pt x="1104900" y="3067050"/>
                </a:moveTo>
                <a:lnTo>
                  <a:pt x="1123950" y="3067050"/>
                </a:lnTo>
                <a:lnTo>
                  <a:pt x="1123950" y="3076575"/>
                </a:lnTo>
                <a:lnTo>
                  <a:pt x="1114425" y="3076575"/>
                </a:lnTo>
                <a:lnTo>
                  <a:pt x="1114425" y="3086100"/>
                </a:lnTo>
                <a:lnTo>
                  <a:pt x="1085850" y="3086100"/>
                </a:lnTo>
                <a:lnTo>
                  <a:pt x="1085850" y="3076575"/>
                </a:lnTo>
                <a:lnTo>
                  <a:pt x="1104900" y="3076575"/>
                </a:lnTo>
                <a:close/>
                <a:moveTo>
                  <a:pt x="1143000" y="3067050"/>
                </a:moveTo>
                <a:lnTo>
                  <a:pt x="1152525" y="3067050"/>
                </a:lnTo>
                <a:lnTo>
                  <a:pt x="1152525" y="3076575"/>
                </a:lnTo>
                <a:lnTo>
                  <a:pt x="1143000" y="3076575"/>
                </a:lnTo>
                <a:close/>
                <a:moveTo>
                  <a:pt x="457200" y="3076575"/>
                </a:moveTo>
                <a:lnTo>
                  <a:pt x="466725" y="3076575"/>
                </a:lnTo>
                <a:lnTo>
                  <a:pt x="466725" y="3086100"/>
                </a:lnTo>
                <a:lnTo>
                  <a:pt x="476250" y="3086100"/>
                </a:lnTo>
                <a:lnTo>
                  <a:pt x="476250" y="3105150"/>
                </a:lnTo>
                <a:lnTo>
                  <a:pt x="466725" y="3105150"/>
                </a:lnTo>
                <a:lnTo>
                  <a:pt x="466725" y="3114675"/>
                </a:lnTo>
                <a:lnTo>
                  <a:pt x="447675" y="3114675"/>
                </a:lnTo>
                <a:lnTo>
                  <a:pt x="447675" y="3086100"/>
                </a:lnTo>
                <a:lnTo>
                  <a:pt x="457200" y="3086100"/>
                </a:lnTo>
                <a:close/>
                <a:moveTo>
                  <a:pt x="1133475" y="3086100"/>
                </a:moveTo>
                <a:lnTo>
                  <a:pt x="1143000" y="3086100"/>
                </a:lnTo>
                <a:lnTo>
                  <a:pt x="1143000" y="3095625"/>
                </a:lnTo>
                <a:lnTo>
                  <a:pt x="1133475" y="3095625"/>
                </a:lnTo>
                <a:close/>
                <a:moveTo>
                  <a:pt x="1123950" y="3095625"/>
                </a:moveTo>
                <a:lnTo>
                  <a:pt x="1133475" y="3095625"/>
                </a:lnTo>
                <a:lnTo>
                  <a:pt x="1133475" y="3105150"/>
                </a:lnTo>
                <a:lnTo>
                  <a:pt x="1123950" y="3105150"/>
                </a:lnTo>
                <a:close/>
                <a:moveTo>
                  <a:pt x="1104900" y="3114675"/>
                </a:moveTo>
                <a:lnTo>
                  <a:pt x="1114425" y="3114675"/>
                </a:lnTo>
                <a:lnTo>
                  <a:pt x="1114425" y="3124200"/>
                </a:lnTo>
                <a:lnTo>
                  <a:pt x="1104900" y="3124200"/>
                </a:lnTo>
                <a:close/>
                <a:moveTo>
                  <a:pt x="1314450" y="3114675"/>
                </a:moveTo>
                <a:lnTo>
                  <a:pt x="1323975" y="3114675"/>
                </a:lnTo>
                <a:lnTo>
                  <a:pt x="1323975" y="3124200"/>
                </a:lnTo>
                <a:lnTo>
                  <a:pt x="1314450" y="3124200"/>
                </a:lnTo>
                <a:close/>
                <a:moveTo>
                  <a:pt x="438150" y="3124200"/>
                </a:moveTo>
                <a:lnTo>
                  <a:pt x="466725" y="3124200"/>
                </a:lnTo>
                <a:lnTo>
                  <a:pt x="466725" y="3143250"/>
                </a:lnTo>
                <a:lnTo>
                  <a:pt x="457200" y="3143250"/>
                </a:lnTo>
                <a:lnTo>
                  <a:pt x="457200" y="3133725"/>
                </a:lnTo>
                <a:lnTo>
                  <a:pt x="438150" y="3133725"/>
                </a:lnTo>
                <a:close/>
                <a:moveTo>
                  <a:pt x="533400" y="3124200"/>
                </a:moveTo>
                <a:lnTo>
                  <a:pt x="552450" y="3124200"/>
                </a:lnTo>
                <a:lnTo>
                  <a:pt x="552450" y="3133725"/>
                </a:lnTo>
                <a:lnTo>
                  <a:pt x="533400" y="3133725"/>
                </a:lnTo>
                <a:close/>
                <a:moveTo>
                  <a:pt x="619125" y="3124200"/>
                </a:moveTo>
                <a:lnTo>
                  <a:pt x="666750" y="3124200"/>
                </a:lnTo>
                <a:lnTo>
                  <a:pt x="666750" y="3143250"/>
                </a:lnTo>
                <a:lnTo>
                  <a:pt x="657225" y="3143250"/>
                </a:lnTo>
                <a:lnTo>
                  <a:pt x="657225" y="3152775"/>
                </a:lnTo>
                <a:lnTo>
                  <a:pt x="628650" y="3152775"/>
                </a:lnTo>
                <a:lnTo>
                  <a:pt x="628650" y="3143250"/>
                </a:lnTo>
                <a:lnTo>
                  <a:pt x="619125" y="3143250"/>
                </a:lnTo>
                <a:close/>
                <a:moveTo>
                  <a:pt x="1514475" y="3124200"/>
                </a:moveTo>
                <a:lnTo>
                  <a:pt x="1524000" y="3124200"/>
                </a:lnTo>
                <a:lnTo>
                  <a:pt x="1524000" y="3143250"/>
                </a:lnTo>
                <a:lnTo>
                  <a:pt x="1514475" y="3143250"/>
                </a:lnTo>
                <a:close/>
                <a:moveTo>
                  <a:pt x="1657350" y="3124200"/>
                </a:moveTo>
                <a:lnTo>
                  <a:pt x="1666875" y="3124200"/>
                </a:lnTo>
                <a:lnTo>
                  <a:pt x="1666875" y="3171825"/>
                </a:lnTo>
                <a:lnTo>
                  <a:pt x="1657350" y="3171825"/>
                </a:lnTo>
                <a:lnTo>
                  <a:pt x="1657350" y="3190875"/>
                </a:lnTo>
                <a:lnTo>
                  <a:pt x="1666875" y="3190875"/>
                </a:lnTo>
                <a:lnTo>
                  <a:pt x="1666875" y="3200400"/>
                </a:lnTo>
                <a:lnTo>
                  <a:pt x="1647825" y="3200400"/>
                </a:lnTo>
                <a:lnTo>
                  <a:pt x="1647825" y="3190875"/>
                </a:lnTo>
                <a:lnTo>
                  <a:pt x="1638300" y="3190875"/>
                </a:lnTo>
                <a:lnTo>
                  <a:pt x="1638300" y="3209925"/>
                </a:lnTo>
                <a:lnTo>
                  <a:pt x="1619250" y="3209925"/>
                </a:lnTo>
                <a:lnTo>
                  <a:pt x="1619250" y="3200400"/>
                </a:lnTo>
                <a:lnTo>
                  <a:pt x="1600200" y="3200400"/>
                </a:lnTo>
                <a:lnTo>
                  <a:pt x="1600200" y="3190875"/>
                </a:lnTo>
                <a:lnTo>
                  <a:pt x="1590675" y="3190875"/>
                </a:lnTo>
                <a:lnTo>
                  <a:pt x="1590675" y="3181350"/>
                </a:lnTo>
                <a:lnTo>
                  <a:pt x="1571625" y="3181350"/>
                </a:lnTo>
                <a:lnTo>
                  <a:pt x="1571625" y="3200400"/>
                </a:lnTo>
                <a:lnTo>
                  <a:pt x="1562100" y="3200400"/>
                </a:lnTo>
                <a:lnTo>
                  <a:pt x="1562100" y="3190875"/>
                </a:lnTo>
                <a:lnTo>
                  <a:pt x="1552575" y="3190875"/>
                </a:lnTo>
                <a:lnTo>
                  <a:pt x="1552575" y="3162300"/>
                </a:lnTo>
                <a:lnTo>
                  <a:pt x="1571625" y="3162300"/>
                </a:lnTo>
                <a:lnTo>
                  <a:pt x="1571625" y="3171825"/>
                </a:lnTo>
                <a:lnTo>
                  <a:pt x="1590675" y="3171825"/>
                </a:lnTo>
                <a:lnTo>
                  <a:pt x="1590675" y="3162300"/>
                </a:lnTo>
                <a:lnTo>
                  <a:pt x="1600200" y="3162300"/>
                </a:lnTo>
                <a:lnTo>
                  <a:pt x="1600200" y="3171825"/>
                </a:lnTo>
                <a:lnTo>
                  <a:pt x="1609725" y="3171825"/>
                </a:lnTo>
                <a:lnTo>
                  <a:pt x="1609725" y="3162300"/>
                </a:lnTo>
                <a:lnTo>
                  <a:pt x="1619250" y="3162300"/>
                </a:lnTo>
                <a:lnTo>
                  <a:pt x="1619250" y="3152775"/>
                </a:lnTo>
                <a:lnTo>
                  <a:pt x="1638300" y="3152775"/>
                </a:lnTo>
                <a:lnTo>
                  <a:pt x="1638300" y="3162300"/>
                </a:lnTo>
                <a:lnTo>
                  <a:pt x="1657350" y="3162300"/>
                </a:lnTo>
                <a:close/>
                <a:moveTo>
                  <a:pt x="400050" y="3133725"/>
                </a:moveTo>
                <a:lnTo>
                  <a:pt x="409575" y="3133725"/>
                </a:lnTo>
                <a:lnTo>
                  <a:pt x="409575" y="3152775"/>
                </a:lnTo>
                <a:lnTo>
                  <a:pt x="400050" y="3152775"/>
                </a:lnTo>
                <a:close/>
                <a:moveTo>
                  <a:pt x="523875" y="3143250"/>
                </a:moveTo>
                <a:lnTo>
                  <a:pt x="552450" y="3143250"/>
                </a:lnTo>
                <a:lnTo>
                  <a:pt x="552450" y="3162300"/>
                </a:lnTo>
                <a:lnTo>
                  <a:pt x="542925" y="3162300"/>
                </a:lnTo>
                <a:lnTo>
                  <a:pt x="542925" y="3152775"/>
                </a:lnTo>
                <a:lnTo>
                  <a:pt x="533400" y="3152775"/>
                </a:lnTo>
                <a:lnTo>
                  <a:pt x="533400" y="3162300"/>
                </a:lnTo>
                <a:lnTo>
                  <a:pt x="514350" y="3162300"/>
                </a:lnTo>
                <a:lnTo>
                  <a:pt x="514350" y="3152775"/>
                </a:lnTo>
                <a:lnTo>
                  <a:pt x="523875" y="3152775"/>
                </a:lnTo>
                <a:close/>
                <a:moveTo>
                  <a:pt x="571500" y="3143250"/>
                </a:moveTo>
                <a:lnTo>
                  <a:pt x="581025" y="3143250"/>
                </a:lnTo>
                <a:lnTo>
                  <a:pt x="581025" y="3171825"/>
                </a:lnTo>
                <a:lnTo>
                  <a:pt x="561975" y="3171825"/>
                </a:lnTo>
                <a:lnTo>
                  <a:pt x="561975" y="3152775"/>
                </a:lnTo>
                <a:lnTo>
                  <a:pt x="571500" y="3152775"/>
                </a:lnTo>
                <a:close/>
                <a:moveTo>
                  <a:pt x="1104900" y="3152775"/>
                </a:moveTo>
                <a:lnTo>
                  <a:pt x="1123950" y="3152775"/>
                </a:lnTo>
                <a:lnTo>
                  <a:pt x="1123950" y="3162300"/>
                </a:lnTo>
                <a:lnTo>
                  <a:pt x="1114425" y="3162300"/>
                </a:lnTo>
                <a:lnTo>
                  <a:pt x="1114425" y="3171825"/>
                </a:lnTo>
                <a:lnTo>
                  <a:pt x="1095375" y="3171825"/>
                </a:lnTo>
                <a:lnTo>
                  <a:pt x="1095375" y="3162300"/>
                </a:lnTo>
                <a:lnTo>
                  <a:pt x="1104900" y="3162300"/>
                </a:lnTo>
                <a:close/>
                <a:moveTo>
                  <a:pt x="1133475" y="3152775"/>
                </a:moveTo>
                <a:lnTo>
                  <a:pt x="1143000" y="3152775"/>
                </a:lnTo>
                <a:lnTo>
                  <a:pt x="1143000" y="3171825"/>
                </a:lnTo>
                <a:lnTo>
                  <a:pt x="1133475" y="3171825"/>
                </a:lnTo>
                <a:close/>
                <a:moveTo>
                  <a:pt x="447675" y="3162300"/>
                </a:moveTo>
                <a:lnTo>
                  <a:pt x="457200" y="3162300"/>
                </a:lnTo>
                <a:lnTo>
                  <a:pt x="457200" y="3171825"/>
                </a:lnTo>
                <a:lnTo>
                  <a:pt x="466725" y="3171825"/>
                </a:lnTo>
                <a:lnTo>
                  <a:pt x="466725" y="3200400"/>
                </a:lnTo>
                <a:lnTo>
                  <a:pt x="438150" y="3200400"/>
                </a:lnTo>
                <a:lnTo>
                  <a:pt x="438150" y="3209925"/>
                </a:lnTo>
                <a:lnTo>
                  <a:pt x="428625" y="3209925"/>
                </a:lnTo>
                <a:lnTo>
                  <a:pt x="428625" y="3219450"/>
                </a:lnTo>
                <a:lnTo>
                  <a:pt x="400050" y="3219450"/>
                </a:lnTo>
                <a:lnTo>
                  <a:pt x="400050" y="3200400"/>
                </a:lnTo>
                <a:lnTo>
                  <a:pt x="409575" y="3200400"/>
                </a:lnTo>
                <a:lnTo>
                  <a:pt x="409575" y="3171825"/>
                </a:lnTo>
                <a:lnTo>
                  <a:pt x="419100" y="3171825"/>
                </a:lnTo>
                <a:lnTo>
                  <a:pt x="419100" y="3190875"/>
                </a:lnTo>
                <a:lnTo>
                  <a:pt x="428625" y="3190875"/>
                </a:lnTo>
                <a:lnTo>
                  <a:pt x="428625" y="3181350"/>
                </a:lnTo>
                <a:lnTo>
                  <a:pt x="438150" y="3181350"/>
                </a:lnTo>
                <a:lnTo>
                  <a:pt x="438150" y="3171825"/>
                </a:lnTo>
                <a:lnTo>
                  <a:pt x="447675" y="3171825"/>
                </a:lnTo>
                <a:close/>
                <a:moveTo>
                  <a:pt x="495300" y="3162300"/>
                </a:moveTo>
                <a:lnTo>
                  <a:pt x="504825" y="3162300"/>
                </a:lnTo>
                <a:lnTo>
                  <a:pt x="504825" y="3171825"/>
                </a:lnTo>
                <a:lnTo>
                  <a:pt x="495300" y="3171825"/>
                </a:lnTo>
                <a:close/>
                <a:moveTo>
                  <a:pt x="1457325" y="3162300"/>
                </a:moveTo>
                <a:lnTo>
                  <a:pt x="1466850" y="3162300"/>
                </a:lnTo>
                <a:lnTo>
                  <a:pt x="1466850" y="3171825"/>
                </a:lnTo>
                <a:lnTo>
                  <a:pt x="1476375" y="3171825"/>
                </a:lnTo>
                <a:lnTo>
                  <a:pt x="1476375" y="3162300"/>
                </a:lnTo>
                <a:lnTo>
                  <a:pt x="1485900" y="3162300"/>
                </a:lnTo>
                <a:lnTo>
                  <a:pt x="1485900" y="3171825"/>
                </a:lnTo>
                <a:lnTo>
                  <a:pt x="1495425" y="3171825"/>
                </a:lnTo>
                <a:lnTo>
                  <a:pt x="1495425" y="3162300"/>
                </a:lnTo>
                <a:lnTo>
                  <a:pt x="1504950" y="3162300"/>
                </a:lnTo>
                <a:lnTo>
                  <a:pt x="1504950" y="3171825"/>
                </a:lnTo>
                <a:lnTo>
                  <a:pt x="1514475" y="3171825"/>
                </a:lnTo>
                <a:lnTo>
                  <a:pt x="1514475" y="3162300"/>
                </a:lnTo>
                <a:lnTo>
                  <a:pt x="1533525" y="3162300"/>
                </a:lnTo>
                <a:lnTo>
                  <a:pt x="1533525" y="3171825"/>
                </a:lnTo>
                <a:lnTo>
                  <a:pt x="1524000" y="3171825"/>
                </a:lnTo>
                <a:lnTo>
                  <a:pt x="1524000" y="3181350"/>
                </a:lnTo>
                <a:lnTo>
                  <a:pt x="1533525" y="3181350"/>
                </a:lnTo>
                <a:lnTo>
                  <a:pt x="1533525" y="3200400"/>
                </a:lnTo>
                <a:lnTo>
                  <a:pt x="1504950" y="3200400"/>
                </a:lnTo>
                <a:lnTo>
                  <a:pt x="1504950" y="3209925"/>
                </a:lnTo>
                <a:lnTo>
                  <a:pt x="1485900" y="3209925"/>
                </a:lnTo>
                <a:lnTo>
                  <a:pt x="1485900" y="3200400"/>
                </a:lnTo>
                <a:lnTo>
                  <a:pt x="1495425" y="3200400"/>
                </a:lnTo>
                <a:lnTo>
                  <a:pt x="1495425" y="3190875"/>
                </a:lnTo>
                <a:lnTo>
                  <a:pt x="1485900" y="3190875"/>
                </a:lnTo>
                <a:lnTo>
                  <a:pt x="1485900" y="3181350"/>
                </a:lnTo>
                <a:lnTo>
                  <a:pt x="1476375" y="3181350"/>
                </a:lnTo>
                <a:lnTo>
                  <a:pt x="1476375" y="3190875"/>
                </a:lnTo>
                <a:lnTo>
                  <a:pt x="1466850" y="3190875"/>
                </a:lnTo>
                <a:lnTo>
                  <a:pt x="1466850" y="3200400"/>
                </a:lnTo>
                <a:lnTo>
                  <a:pt x="1476375" y="3200400"/>
                </a:lnTo>
                <a:lnTo>
                  <a:pt x="1476375" y="3209925"/>
                </a:lnTo>
                <a:lnTo>
                  <a:pt x="1466850" y="3209925"/>
                </a:lnTo>
                <a:lnTo>
                  <a:pt x="1466850" y="3228975"/>
                </a:lnTo>
                <a:lnTo>
                  <a:pt x="1457325" y="3228975"/>
                </a:lnTo>
                <a:lnTo>
                  <a:pt x="1457325" y="3190875"/>
                </a:lnTo>
                <a:lnTo>
                  <a:pt x="1438275" y="3190875"/>
                </a:lnTo>
                <a:lnTo>
                  <a:pt x="1438275" y="3171825"/>
                </a:lnTo>
                <a:lnTo>
                  <a:pt x="1457325" y="3171825"/>
                </a:lnTo>
                <a:close/>
                <a:moveTo>
                  <a:pt x="1638300" y="3181350"/>
                </a:moveTo>
                <a:lnTo>
                  <a:pt x="1647825" y="3181350"/>
                </a:lnTo>
                <a:lnTo>
                  <a:pt x="1647825" y="3171825"/>
                </a:lnTo>
                <a:lnTo>
                  <a:pt x="1638300" y="3171825"/>
                </a:lnTo>
                <a:close/>
                <a:moveTo>
                  <a:pt x="1600200" y="3190875"/>
                </a:moveTo>
                <a:lnTo>
                  <a:pt x="1609725" y="3190875"/>
                </a:lnTo>
                <a:lnTo>
                  <a:pt x="1609725" y="3181350"/>
                </a:lnTo>
                <a:lnTo>
                  <a:pt x="1600200" y="3181350"/>
                </a:lnTo>
                <a:close/>
                <a:moveTo>
                  <a:pt x="781050" y="3200400"/>
                </a:moveTo>
                <a:lnTo>
                  <a:pt x="790575" y="3200400"/>
                </a:lnTo>
                <a:lnTo>
                  <a:pt x="790575" y="3209925"/>
                </a:lnTo>
                <a:lnTo>
                  <a:pt x="781050" y="3209925"/>
                </a:lnTo>
                <a:close/>
                <a:moveTo>
                  <a:pt x="1495425" y="3219450"/>
                </a:moveTo>
                <a:lnTo>
                  <a:pt x="1504950" y="3219450"/>
                </a:lnTo>
                <a:lnTo>
                  <a:pt x="1504950" y="3228975"/>
                </a:lnTo>
                <a:lnTo>
                  <a:pt x="1524000" y="3228975"/>
                </a:lnTo>
                <a:lnTo>
                  <a:pt x="1524000" y="3238500"/>
                </a:lnTo>
                <a:lnTo>
                  <a:pt x="1533525" y="3238500"/>
                </a:lnTo>
                <a:lnTo>
                  <a:pt x="1533525" y="3257550"/>
                </a:lnTo>
                <a:lnTo>
                  <a:pt x="1514475" y="3257550"/>
                </a:lnTo>
                <a:lnTo>
                  <a:pt x="1514475" y="3248025"/>
                </a:lnTo>
                <a:lnTo>
                  <a:pt x="1504950" y="3248025"/>
                </a:lnTo>
                <a:lnTo>
                  <a:pt x="1504950" y="3257550"/>
                </a:lnTo>
                <a:lnTo>
                  <a:pt x="1476375" y="3257550"/>
                </a:lnTo>
                <a:lnTo>
                  <a:pt x="1476375" y="3238500"/>
                </a:lnTo>
                <a:lnTo>
                  <a:pt x="1466850" y="3238500"/>
                </a:lnTo>
                <a:lnTo>
                  <a:pt x="1466850" y="3228975"/>
                </a:lnTo>
                <a:lnTo>
                  <a:pt x="1476375" y="3228975"/>
                </a:lnTo>
                <a:lnTo>
                  <a:pt x="1476375" y="3238500"/>
                </a:lnTo>
                <a:lnTo>
                  <a:pt x="1495425" y="3238500"/>
                </a:lnTo>
                <a:close/>
                <a:moveTo>
                  <a:pt x="1133475" y="3228975"/>
                </a:moveTo>
                <a:lnTo>
                  <a:pt x="1143000" y="3228975"/>
                </a:lnTo>
                <a:lnTo>
                  <a:pt x="1143000" y="3238500"/>
                </a:lnTo>
                <a:lnTo>
                  <a:pt x="1133475" y="3238500"/>
                </a:lnTo>
                <a:close/>
                <a:moveTo>
                  <a:pt x="228600" y="3238500"/>
                </a:moveTo>
                <a:lnTo>
                  <a:pt x="238125" y="3238500"/>
                </a:lnTo>
                <a:lnTo>
                  <a:pt x="238125" y="3248025"/>
                </a:lnTo>
                <a:lnTo>
                  <a:pt x="228600" y="3248025"/>
                </a:lnTo>
                <a:close/>
                <a:moveTo>
                  <a:pt x="276225" y="3238500"/>
                </a:moveTo>
                <a:lnTo>
                  <a:pt x="304800" y="3238500"/>
                </a:lnTo>
                <a:lnTo>
                  <a:pt x="304800" y="3257550"/>
                </a:lnTo>
                <a:lnTo>
                  <a:pt x="285750" y="3257550"/>
                </a:lnTo>
                <a:lnTo>
                  <a:pt x="285750" y="3276600"/>
                </a:lnTo>
                <a:lnTo>
                  <a:pt x="266700" y="3276600"/>
                </a:lnTo>
                <a:lnTo>
                  <a:pt x="266700" y="3286125"/>
                </a:lnTo>
                <a:lnTo>
                  <a:pt x="247650" y="3286125"/>
                </a:lnTo>
                <a:lnTo>
                  <a:pt x="247650" y="3276600"/>
                </a:lnTo>
                <a:lnTo>
                  <a:pt x="238125" y="3276600"/>
                </a:lnTo>
                <a:lnTo>
                  <a:pt x="238125" y="3267075"/>
                </a:lnTo>
                <a:lnTo>
                  <a:pt x="228600" y="3267075"/>
                </a:lnTo>
                <a:lnTo>
                  <a:pt x="228600" y="3276600"/>
                </a:lnTo>
                <a:lnTo>
                  <a:pt x="209550" y="3276600"/>
                </a:lnTo>
                <a:lnTo>
                  <a:pt x="209550" y="3267075"/>
                </a:lnTo>
                <a:lnTo>
                  <a:pt x="200025" y="3267075"/>
                </a:lnTo>
                <a:lnTo>
                  <a:pt x="200025" y="3257550"/>
                </a:lnTo>
                <a:lnTo>
                  <a:pt x="190500" y="3257550"/>
                </a:lnTo>
                <a:lnTo>
                  <a:pt x="190500" y="3248025"/>
                </a:lnTo>
                <a:lnTo>
                  <a:pt x="200025" y="3248025"/>
                </a:lnTo>
                <a:lnTo>
                  <a:pt x="200025" y="3257550"/>
                </a:lnTo>
                <a:lnTo>
                  <a:pt x="209550" y="3257550"/>
                </a:lnTo>
                <a:lnTo>
                  <a:pt x="209550" y="3248025"/>
                </a:lnTo>
                <a:lnTo>
                  <a:pt x="228600" y="3248025"/>
                </a:lnTo>
                <a:lnTo>
                  <a:pt x="228600" y="3257550"/>
                </a:lnTo>
                <a:lnTo>
                  <a:pt x="238125" y="3257550"/>
                </a:lnTo>
                <a:lnTo>
                  <a:pt x="238125" y="3267075"/>
                </a:lnTo>
                <a:lnTo>
                  <a:pt x="276225" y="3267075"/>
                </a:lnTo>
                <a:close/>
                <a:moveTo>
                  <a:pt x="809625" y="3238500"/>
                </a:moveTo>
                <a:lnTo>
                  <a:pt x="838200" y="3238500"/>
                </a:lnTo>
                <a:lnTo>
                  <a:pt x="838200" y="3257550"/>
                </a:lnTo>
                <a:lnTo>
                  <a:pt x="800100" y="3257550"/>
                </a:lnTo>
                <a:lnTo>
                  <a:pt x="800100" y="3248025"/>
                </a:lnTo>
                <a:lnTo>
                  <a:pt x="809625" y="3248025"/>
                </a:lnTo>
                <a:close/>
                <a:moveTo>
                  <a:pt x="981075" y="3238500"/>
                </a:moveTo>
                <a:lnTo>
                  <a:pt x="1009650" y="3238500"/>
                </a:lnTo>
                <a:lnTo>
                  <a:pt x="1009650" y="3257550"/>
                </a:lnTo>
                <a:lnTo>
                  <a:pt x="1000125" y="3257550"/>
                </a:lnTo>
                <a:lnTo>
                  <a:pt x="1000125" y="3248025"/>
                </a:lnTo>
                <a:lnTo>
                  <a:pt x="990600" y="3248025"/>
                </a:lnTo>
                <a:lnTo>
                  <a:pt x="990600" y="3267075"/>
                </a:lnTo>
                <a:lnTo>
                  <a:pt x="971550" y="3267075"/>
                </a:lnTo>
                <a:lnTo>
                  <a:pt x="971550" y="3248025"/>
                </a:lnTo>
                <a:lnTo>
                  <a:pt x="981075" y="3248025"/>
                </a:lnTo>
                <a:close/>
                <a:moveTo>
                  <a:pt x="1114425" y="3238500"/>
                </a:moveTo>
                <a:lnTo>
                  <a:pt x="1123950" y="3238500"/>
                </a:lnTo>
                <a:lnTo>
                  <a:pt x="1123950" y="3248025"/>
                </a:lnTo>
                <a:lnTo>
                  <a:pt x="1114425" y="3248025"/>
                </a:lnTo>
                <a:close/>
                <a:moveTo>
                  <a:pt x="1438275" y="3238500"/>
                </a:moveTo>
                <a:lnTo>
                  <a:pt x="1447800" y="3238500"/>
                </a:lnTo>
                <a:lnTo>
                  <a:pt x="1447800" y="3248025"/>
                </a:lnTo>
                <a:lnTo>
                  <a:pt x="1438275" y="3248025"/>
                </a:lnTo>
                <a:close/>
                <a:moveTo>
                  <a:pt x="476250" y="3267075"/>
                </a:moveTo>
                <a:lnTo>
                  <a:pt x="485775" y="3267075"/>
                </a:lnTo>
                <a:lnTo>
                  <a:pt x="485775" y="3286125"/>
                </a:lnTo>
                <a:lnTo>
                  <a:pt x="476250" y="3286125"/>
                </a:lnTo>
                <a:close/>
                <a:moveTo>
                  <a:pt x="828675" y="3267075"/>
                </a:moveTo>
                <a:lnTo>
                  <a:pt x="847725" y="3267075"/>
                </a:lnTo>
                <a:lnTo>
                  <a:pt x="847725" y="3276600"/>
                </a:lnTo>
                <a:lnTo>
                  <a:pt x="828675" y="3276600"/>
                </a:lnTo>
                <a:close/>
                <a:moveTo>
                  <a:pt x="904875" y="3267075"/>
                </a:moveTo>
                <a:lnTo>
                  <a:pt x="914400" y="3267075"/>
                </a:lnTo>
                <a:lnTo>
                  <a:pt x="914400" y="3276600"/>
                </a:lnTo>
                <a:lnTo>
                  <a:pt x="923925" y="3276600"/>
                </a:lnTo>
                <a:lnTo>
                  <a:pt x="923925" y="3286125"/>
                </a:lnTo>
                <a:lnTo>
                  <a:pt x="895350" y="3286125"/>
                </a:lnTo>
                <a:lnTo>
                  <a:pt x="895350" y="3276600"/>
                </a:lnTo>
                <a:lnTo>
                  <a:pt x="904875" y="3276600"/>
                </a:lnTo>
                <a:close/>
                <a:moveTo>
                  <a:pt x="962025" y="3267075"/>
                </a:moveTo>
                <a:lnTo>
                  <a:pt x="971550" y="3267075"/>
                </a:lnTo>
                <a:lnTo>
                  <a:pt x="971550" y="3276600"/>
                </a:lnTo>
                <a:lnTo>
                  <a:pt x="962025" y="3276600"/>
                </a:lnTo>
                <a:close/>
                <a:moveTo>
                  <a:pt x="1543050" y="3267075"/>
                </a:moveTo>
                <a:lnTo>
                  <a:pt x="1552575" y="3267075"/>
                </a:lnTo>
                <a:lnTo>
                  <a:pt x="1552575" y="3286125"/>
                </a:lnTo>
                <a:lnTo>
                  <a:pt x="1562100" y="3286125"/>
                </a:lnTo>
                <a:lnTo>
                  <a:pt x="1562100" y="3295650"/>
                </a:lnTo>
                <a:lnTo>
                  <a:pt x="1543050" y="3295650"/>
                </a:lnTo>
                <a:close/>
                <a:moveTo>
                  <a:pt x="600075" y="3276600"/>
                </a:moveTo>
                <a:lnTo>
                  <a:pt x="609600" y="3276600"/>
                </a:lnTo>
                <a:lnTo>
                  <a:pt x="609600" y="3286125"/>
                </a:lnTo>
                <a:lnTo>
                  <a:pt x="600075" y="3286125"/>
                </a:lnTo>
                <a:close/>
                <a:moveTo>
                  <a:pt x="676275" y="3276600"/>
                </a:moveTo>
                <a:lnTo>
                  <a:pt x="695325" y="3276600"/>
                </a:lnTo>
                <a:lnTo>
                  <a:pt x="695325" y="3286125"/>
                </a:lnTo>
                <a:lnTo>
                  <a:pt x="704850" y="3286125"/>
                </a:lnTo>
                <a:lnTo>
                  <a:pt x="704850" y="3295650"/>
                </a:lnTo>
                <a:lnTo>
                  <a:pt x="638175" y="3295650"/>
                </a:lnTo>
                <a:lnTo>
                  <a:pt x="638175" y="3286125"/>
                </a:lnTo>
                <a:lnTo>
                  <a:pt x="676275" y="3286125"/>
                </a:lnTo>
                <a:close/>
                <a:moveTo>
                  <a:pt x="733425" y="3276600"/>
                </a:moveTo>
                <a:lnTo>
                  <a:pt x="752475" y="3276600"/>
                </a:lnTo>
                <a:lnTo>
                  <a:pt x="752475" y="3286125"/>
                </a:lnTo>
                <a:lnTo>
                  <a:pt x="733425" y="3286125"/>
                </a:lnTo>
                <a:close/>
                <a:moveTo>
                  <a:pt x="866775" y="3276600"/>
                </a:moveTo>
                <a:lnTo>
                  <a:pt x="876300" y="3276600"/>
                </a:lnTo>
                <a:lnTo>
                  <a:pt x="876300" y="3286125"/>
                </a:lnTo>
                <a:lnTo>
                  <a:pt x="885825" y="3286125"/>
                </a:lnTo>
                <a:lnTo>
                  <a:pt x="885825" y="3295650"/>
                </a:lnTo>
                <a:lnTo>
                  <a:pt x="866775" y="3295650"/>
                </a:lnTo>
                <a:close/>
                <a:moveTo>
                  <a:pt x="942975" y="3276600"/>
                </a:moveTo>
                <a:lnTo>
                  <a:pt x="962025" y="3276600"/>
                </a:lnTo>
                <a:lnTo>
                  <a:pt x="962025" y="3286125"/>
                </a:lnTo>
                <a:lnTo>
                  <a:pt x="1028700" y="3286125"/>
                </a:lnTo>
                <a:lnTo>
                  <a:pt x="1028700" y="3276600"/>
                </a:lnTo>
                <a:lnTo>
                  <a:pt x="1066800" y="3276600"/>
                </a:lnTo>
                <a:lnTo>
                  <a:pt x="1066800" y="3286125"/>
                </a:lnTo>
                <a:lnTo>
                  <a:pt x="1047750" y="3286125"/>
                </a:lnTo>
                <a:lnTo>
                  <a:pt x="1047750" y="3295650"/>
                </a:lnTo>
                <a:lnTo>
                  <a:pt x="923925" y="3295650"/>
                </a:lnTo>
                <a:lnTo>
                  <a:pt x="923925" y="3286125"/>
                </a:lnTo>
                <a:lnTo>
                  <a:pt x="942975" y="3286125"/>
                </a:lnTo>
                <a:close/>
                <a:moveTo>
                  <a:pt x="1257300" y="3276600"/>
                </a:moveTo>
                <a:lnTo>
                  <a:pt x="1266825" y="3276600"/>
                </a:lnTo>
                <a:lnTo>
                  <a:pt x="1266825" y="3286125"/>
                </a:lnTo>
                <a:lnTo>
                  <a:pt x="1257300" y="3286125"/>
                </a:lnTo>
                <a:close/>
                <a:moveTo>
                  <a:pt x="1314450" y="3276600"/>
                </a:moveTo>
                <a:lnTo>
                  <a:pt x="1362075" y="3276600"/>
                </a:lnTo>
                <a:lnTo>
                  <a:pt x="1362075" y="3286125"/>
                </a:lnTo>
                <a:lnTo>
                  <a:pt x="1371600" y="3286125"/>
                </a:lnTo>
                <a:lnTo>
                  <a:pt x="1371600" y="3295650"/>
                </a:lnTo>
                <a:lnTo>
                  <a:pt x="1352550" y="3295650"/>
                </a:lnTo>
                <a:lnTo>
                  <a:pt x="1352550" y="3286125"/>
                </a:lnTo>
                <a:lnTo>
                  <a:pt x="1323975" y="3286125"/>
                </a:lnTo>
                <a:lnTo>
                  <a:pt x="1323975" y="3295650"/>
                </a:lnTo>
                <a:lnTo>
                  <a:pt x="1304925" y="3295650"/>
                </a:lnTo>
                <a:lnTo>
                  <a:pt x="1304925" y="3286125"/>
                </a:lnTo>
                <a:lnTo>
                  <a:pt x="1314450" y="3286125"/>
                </a:lnTo>
                <a:close/>
                <a:moveTo>
                  <a:pt x="228600" y="3286125"/>
                </a:moveTo>
                <a:lnTo>
                  <a:pt x="247650" y="3286125"/>
                </a:lnTo>
                <a:lnTo>
                  <a:pt x="247650" y="3295650"/>
                </a:lnTo>
                <a:lnTo>
                  <a:pt x="228600" y="3295650"/>
                </a:lnTo>
                <a:close/>
                <a:moveTo>
                  <a:pt x="714375" y="3286125"/>
                </a:moveTo>
                <a:lnTo>
                  <a:pt x="723900" y="3286125"/>
                </a:lnTo>
                <a:lnTo>
                  <a:pt x="723900" y="3295650"/>
                </a:lnTo>
                <a:lnTo>
                  <a:pt x="714375" y="3295650"/>
                </a:lnTo>
                <a:close/>
                <a:moveTo>
                  <a:pt x="1504950" y="3286125"/>
                </a:moveTo>
                <a:lnTo>
                  <a:pt x="1524000" y="3286125"/>
                </a:lnTo>
                <a:lnTo>
                  <a:pt x="1524000" y="3295650"/>
                </a:lnTo>
                <a:lnTo>
                  <a:pt x="1504950" y="3295650"/>
                </a:lnTo>
                <a:close/>
                <a:moveTo>
                  <a:pt x="1571625" y="3286125"/>
                </a:moveTo>
                <a:lnTo>
                  <a:pt x="1581150" y="3286125"/>
                </a:lnTo>
                <a:lnTo>
                  <a:pt x="1581150" y="3295650"/>
                </a:lnTo>
                <a:lnTo>
                  <a:pt x="1571625" y="3295650"/>
                </a:lnTo>
                <a:close/>
                <a:moveTo>
                  <a:pt x="809625" y="3457575"/>
                </a:moveTo>
                <a:lnTo>
                  <a:pt x="819150" y="3457575"/>
                </a:lnTo>
                <a:lnTo>
                  <a:pt x="819150" y="3467100"/>
                </a:lnTo>
                <a:lnTo>
                  <a:pt x="809625" y="3467100"/>
                </a:lnTo>
                <a:close/>
                <a:moveTo>
                  <a:pt x="333375" y="3467100"/>
                </a:moveTo>
                <a:lnTo>
                  <a:pt x="342900" y="3467100"/>
                </a:lnTo>
                <a:lnTo>
                  <a:pt x="342900" y="3476625"/>
                </a:lnTo>
                <a:lnTo>
                  <a:pt x="333375" y="3476625"/>
                </a:lnTo>
                <a:close/>
                <a:moveTo>
                  <a:pt x="676275" y="3467100"/>
                </a:moveTo>
                <a:lnTo>
                  <a:pt x="714375" y="3467100"/>
                </a:lnTo>
                <a:lnTo>
                  <a:pt x="714375" y="3476625"/>
                </a:lnTo>
                <a:lnTo>
                  <a:pt x="685800" y="3476625"/>
                </a:lnTo>
                <a:lnTo>
                  <a:pt x="685800" y="3524250"/>
                </a:lnTo>
                <a:lnTo>
                  <a:pt x="695325" y="3524250"/>
                </a:lnTo>
                <a:lnTo>
                  <a:pt x="695325" y="3552825"/>
                </a:lnTo>
                <a:lnTo>
                  <a:pt x="685800" y="3552825"/>
                </a:lnTo>
                <a:lnTo>
                  <a:pt x="685800" y="3543300"/>
                </a:lnTo>
                <a:lnTo>
                  <a:pt x="676275" y="3543300"/>
                </a:lnTo>
                <a:lnTo>
                  <a:pt x="676275" y="3533775"/>
                </a:lnTo>
                <a:lnTo>
                  <a:pt x="666750" y="3533775"/>
                </a:lnTo>
                <a:lnTo>
                  <a:pt x="666750" y="3543300"/>
                </a:lnTo>
                <a:lnTo>
                  <a:pt x="657225" y="3543300"/>
                </a:lnTo>
                <a:lnTo>
                  <a:pt x="657225" y="3533775"/>
                </a:lnTo>
                <a:lnTo>
                  <a:pt x="647700" y="3533775"/>
                </a:lnTo>
                <a:lnTo>
                  <a:pt x="647700" y="3505200"/>
                </a:lnTo>
                <a:lnTo>
                  <a:pt x="657225" y="3505200"/>
                </a:lnTo>
                <a:lnTo>
                  <a:pt x="657225" y="3514725"/>
                </a:lnTo>
                <a:lnTo>
                  <a:pt x="666750" y="3514725"/>
                </a:lnTo>
                <a:lnTo>
                  <a:pt x="666750" y="3495675"/>
                </a:lnTo>
                <a:lnTo>
                  <a:pt x="676275" y="3495675"/>
                </a:lnTo>
                <a:lnTo>
                  <a:pt x="676275" y="3486150"/>
                </a:lnTo>
                <a:lnTo>
                  <a:pt x="666750" y="3486150"/>
                </a:lnTo>
                <a:lnTo>
                  <a:pt x="666750" y="3476625"/>
                </a:lnTo>
                <a:lnTo>
                  <a:pt x="676275" y="3476625"/>
                </a:lnTo>
                <a:close/>
                <a:moveTo>
                  <a:pt x="790575" y="3467100"/>
                </a:moveTo>
                <a:lnTo>
                  <a:pt x="800100" y="3467100"/>
                </a:lnTo>
                <a:lnTo>
                  <a:pt x="800100" y="3476625"/>
                </a:lnTo>
                <a:lnTo>
                  <a:pt x="790575" y="3476625"/>
                </a:lnTo>
                <a:close/>
                <a:moveTo>
                  <a:pt x="1400175" y="3467100"/>
                </a:moveTo>
                <a:lnTo>
                  <a:pt x="1419225" y="3467100"/>
                </a:lnTo>
                <a:lnTo>
                  <a:pt x="1419225" y="3476625"/>
                </a:lnTo>
                <a:lnTo>
                  <a:pt x="1400175" y="3476625"/>
                </a:lnTo>
                <a:close/>
                <a:moveTo>
                  <a:pt x="342900" y="3476625"/>
                </a:moveTo>
                <a:lnTo>
                  <a:pt x="352425" y="3476625"/>
                </a:lnTo>
                <a:lnTo>
                  <a:pt x="352425" y="3486150"/>
                </a:lnTo>
                <a:lnTo>
                  <a:pt x="342900" y="3486150"/>
                </a:lnTo>
                <a:close/>
                <a:moveTo>
                  <a:pt x="752475" y="3476625"/>
                </a:moveTo>
                <a:lnTo>
                  <a:pt x="771525" y="3476625"/>
                </a:lnTo>
                <a:lnTo>
                  <a:pt x="771525" y="3495675"/>
                </a:lnTo>
                <a:lnTo>
                  <a:pt x="781050" y="3495675"/>
                </a:lnTo>
                <a:lnTo>
                  <a:pt x="781050" y="3524250"/>
                </a:lnTo>
                <a:lnTo>
                  <a:pt x="790575" y="3524250"/>
                </a:lnTo>
                <a:lnTo>
                  <a:pt x="790575" y="3514725"/>
                </a:lnTo>
                <a:lnTo>
                  <a:pt x="800100" y="3514725"/>
                </a:lnTo>
                <a:lnTo>
                  <a:pt x="800100" y="3533775"/>
                </a:lnTo>
                <a:lnTo>
                  <a:pt x="819150" y="3533775"/>
                </a:lnTo>
                <a:lnTo>
                  <a:pt x="819150" y="3543300"/>
                </a:lnTo>
                <a:lnTo>
                  <a:pt x="809625" y="3543300"/>
                </a:lnTo>
                <a:lnTo>
                  <a:pt x="809625" y="3552825"/>
                </a:lnTo>
                <a:lnTo>
                  <a:pt x="800100" y="3552825"/>
                </a:lnTo>
                <a:lnTo>
                  <a:pt x="800100" y="3543300"/>
                </a:lnTo>
                <a:lnTo>
                  <a:pt x="790575" y="3543300"/>
                </a:lnTo>
                <a:lnTo>
                  <a:pt x="790575" y="3552825"/>
                </a:lnTo>
                <a:lnTo>
                  <a:pt x="771525" y="3552825"/>
                </a:lnTo>
                <a:lnTo>
                  <a:pt x="771525" y="3514725"/>
                </a:lnTo>
                <a:lnTo>
                  <a:pt x="762000" y="3514725"/>
                </a:lnTo>
                <a:lnTo>
                  <a:pt x="762000" y="3505200"/>
                </a:lnTo>
                <a:lnTo>
                  <a:pt x="752475" y="3505200"/>
                </a:lnTo>
                <a:lnTo>
                  <a:pt x="752475" y="3495675"/>
                </a:lnTo>
                <a:lnTo>
                  <a:pt x="762000" y="3495675"/>
                </a:lnTo>
                <a:lnTo>
                  <a:pt x="762000" y="3486150"/>
                </a:lnTo>
                <a:lnTo>
                  <a:pt x="752475" y="3486150"/>
                </a:lnTo>
                <a:close/>
                <a:moveTo>
                  <a:pt x="1066800" y="3476625"/>
                </a:moveTo>
                <a:lnTo>
                  <a:pt x="1076325" y="3476625"/>
                </a:lnTo>
                <a:lnTo>
                  <a:pt x="1076325" y="3486150"/>
                </a:lnTo>
                <a:lnTo>
                  <a:pt x="1066800" y="3486150"/>
                </a:lnTo>
                <a:close/>
                <a:moveTo>
                  <a:pt x="1143000" y="3476625"/>
                </a:moveTo>
                <a:lnTo>
                  <a:pt x="1162050" y="3476625"/>
                </a:lnTo>
                <a:lnTo>
                  <a:pt x="1162050" y="3486150"/>
                </a:lnTo>
                <a:lnTo>
                  <a:pt x="1143000" y="3486150"/>
                </a:lnTo>
                <a:close/>
                <a:moveTo>
                  <a:pt x="1162050" y="3486150"/>
                </a:moveTo>
                <a:lnTo>
                  <a:pt x="1171575" y="3486150"/>
                </a:lnTo>
                <a:lnTo>
                  <a:pt x="1171575" y="3505200"/>
                </a:lnTo>
                <a:lnTo>
                  <a:pt x="1162050" y="3505200"/>
                </a:lnTo>
                <a:close/>
                <a:moveTo>
                  <a:pt x="1000125" y="3495675"/>
                </a:moveTo>
                <a:lnTo>
                  <a:pt x="1019175" y="3495675"/>
                </a:lnTo>
                <a:lnTo>
                  <a:pt x="1019175" y="3514725"/>
                </a:lnTo>
                <a:lnTo>
                  <a:pt x="1009650" y="3514725"/>
                </a:lnTo>
                <a:lnTo>
                  <a:pt x="1009650" y="3524250"/>
                </a:lnTo>
                <a:lnTo>
                  <a:pt x="1000125" y="3524250"/>
                </a:lnTo>
                <a:close/>
                <a:moveTo>
                  <a:pt x="1333500" y="3514725"/>
                </a:moveTo>
                <a:lnTo>
                  <a:pt x="1343025" y="3514725"/>
                </a:lnTo>
                <a:lnTo>
                  <a:pt x="1343025" y="3533775"/>
                </a:lnTo>
                <a:lnTo>
                  <a:pt x="1371600" y="3533775"/>
                </a:lnTo>
                <a:lnTo>
                  <a:pt x="1371600" y="3524250"/>
                </a:lnTo>
                <a:lnTo>
                  <a:pt x="1400175" y="3524250"/>
                </a:lnTo>
                <a:lnTo>
                  <a:pt x="1400175" y="3533775"/>
                </a:lnTo>
                <a:lnTo>
                  <a:pt x="1409700" y="3533775"/>
                </a:lnTo>
                <a:lnTo>
                  <a:pt x="1409700" y="3543300"/>
                </a:lnTo>
                <a:lnTo>
                  <a:pt x="1400175" y="3543300"/>
                </a:lnTo>
                <a:lnTo>
                  <a:pt x="1400175" y="3552825"/>
                </a:lnTo>
                <a:lnTo>
                  <a:pt x="1390650" y="3552825"/>
                </a:lnTo>
                <a:lnTo>
                  <a:pt x="1390650" y="3543300"/>
                </a:lnTo>
                <a:lnTo>
                  <a:pt x="1362075" y="3543300"/>
                </a:lnTo>
                <a:lnTo>
                  <a:pt x="1362075" y="3552825"/>
                </a:lnTo>
                <a:lnTo>
                  <a:pt x="1352550" y="3552825"/>
                </a:lnTo>
                <a:lnTo>
                  <a:pt x="1352550" y="3543300"/>
                </a:lnTo>
                <a:lnTo>
                  <a:pt x="1333500" y="3543300"/>
                </a:lnTo>
                <a:close/>
                <a:moveTo>
                  <a:pt x="314325" y="3524250"/>
                </a:moveTo>
                <a:lnTo>
                  <a:pt x="323850" y="3524250"/>
                </a:lnTo>
                <a:lnTo>
                  <a:pt x="323850" y="3533775"/>
                </a:lnTo>
                <a:lnTo>
                  <a:pt x="314325" y="3533775"/>
                </a:lnTo>
                <a:close/>
                <a:moveTo>
                  <a:pt x="619125" y="3524250"/>
                </a:moveTo>
                <a:lnTo>
                  <a:pt x="628650" y="3524250"/>
                </a:lnTo>
                <a:lnTo>
                  <a:pt x="628650" y="3533775"/>
                </a:lnTo>
                <a:lnTo>
                  <a:pt x="619125" y="3533775"/>
                </a:lnTo>
                <a:close/>
                <a:moveTo>
                  <a:pt x="514350" y="3552825"/>
                </a:moveTo>
                <a:lnTo>
                  <a:pt x="523875" y="3552825"/>
                </a:lnTo>
                <a:lnTo>
                  <a:pt x="523875" y="3562350"/>
                </a:lnTo>
                <a:lnTo>
                  <a:pt x="514350" y="3562350"/>
                </a:lnTo>
                <a:close/>
                <a:moveTo>
                  <a:pt x="1362075" y="3552825"/>
                </a:moveTo>
                <a:lnTo>
                  <a:pt x="1371600" y="3552825"/>
                </a:lnTo>
                <a:lnTo>
                  <a:pt x="1371600" y="3562350"/>
                </a:lnTo>
                <a:lnTo>
                  <a:pt x="1362075" y="3562350"/>
                </a:lnTo>
                <a:close/>
                <a:moveTo>
                  <a:pt x="1419225" y="3562350"/>
                </a:moveTo>
                <a:lnTo>
                  <a:pt x="1428750" y="3562350"/>
                </a:lnTo>
                <a:lnTo>
                  <a:pt x="1428750" y="3590925"/>
                </a:lnTo>
                <a:lnTo>
                  <a:pt x="1400175" y="3590925"/>
                </a:lnTo>
                <a:lnTo>
                  <a:pt x="1400175" y="3600450"/>
                </a:lnTo>
                <a:lnTo>
                  <a:pt x="1390650" y="3600450"/>
                </a:lnTo>
                <a:lnTo>
                  <a:pt x="1390650" y="3581400"/>
                </a:lnTo>
                <a:lnTo>
                  <a:pt x="1419225" y="3581400"/>
                </a:lnTo>
                <a:close/>
                <a:moveTo>
                  <a:pt x="1047750" y="3571875"/>
                </a:moveTo>
                <a:lnTo>
                  <a:pt x="1057275" y="3571875"/>
                </a:lnTo>
                <a:lnTo>
                  <a:pt x="1057275" y="3581400"/>
                </a:lnTo>
                <a:lnTo>
                  <a:pt x="1066800" y="3581400"/>
                </a:lnTo>
                <a:lnTo>
                  <a:pt x="1066800" y="3571875"/>
                </a:lnTo>
                <a:lnTo>
                  <a:pt x="1076325" y="3571875"/>
                </a:lnTo>
                <a:lnTo>
                  <a:pt x="1076325" y="3581400"/>
                </a:lnTo>
                <a:lnTo>
                  <a:pt x="1066800" y="3581400"/>
                </a:lnTo>
                <a:lnTo>
                  <a:pt x="1066800" y="3590925"/>
                </a:lnTo>
                <a:lnTo>
                  <a:pt x="1057275" y="3590925"/>
                </a:lnTo>
                <a:lnTo>
                  <a:pt x="1057275" y="3600450"/>
                </a:lnTo>
                <a:lnTo>
                  <a:pt x="1047750" y="3600450"/>
                </a:lnTo>
                <a:lnTo>
                  <a:pt x="1047750" y="3609975"/>
                </a:lnTo>
                <a:lnTo>
                  <a:pt x="1038225" y="3609975"/>
                </a:lnTo>
                <a:lnTo>
                  <a:pt x="1038225" y="3619500"/>
                </a:lnTo>
                <a:lnTo>
                  <a:pt x="1028700" y="3619500"/>
                </a:lnTo>
                <a:lnTo>
                  <a:pt x="1028700" y="3609975"/>
                </a:lnTo>
                <a:lnTo>
                  <a:pt x="1019175" y="3609975"/>
                </a:lnTo>
                <a:lnTo>
                  <a:pt x="1019175" y="3600450"/>
                </a:lnTo>
                <a:lnTo>
                  <a:pt x="1028700" y="3600450"/>
                </a:lnTo>
                <a:lnTo>
                  <a:pt x="1028700" y="3590925"/>
                </a:lnTo>
                <a:lnTo>
                  <a:pt x="1038225" y="3590925"/>
                </a:lnTo>
                <a:lnTo>
                  <a:pt x="1038225" y="3581400"/>
                </a:lnTo>
                <a:lnTo>
                  <a:pt x="1047750" y="3581400"/>
                </a:lnTo>
                <a:close/>
                <a:moveTo>
                  <a:pt x="981075" y="3581400"/>
                </a:moveTo>
                <a:lnTo>
                  <a:pt x="1019175" y="3581400"/>
                </a:lnTo>
                <a:lnTo>
                  <a:pt x="1019175" y="3590925"/>
                </a:lnTo>
                <a:lnTo>
                  <a:pt x="981075" y="3590925"/>
                </a:lnTo>
                <a:close/>
                <a:moveTo>
                  <a:pt x="1638300" y="3657600"/>
                </a:moveTo>
                <a:lnTo>
                  <a:pt x="1657350" y="3657600"/>
                </a:lnTo>
                <a:lnTo>
                  <a:pt x="1657350" y="3667125"/>
                </a:lnTo>
                <a:lnTo>
                  <a:pt x="1647825" y="3667125"/>
                </a:lnTo>
                <a:lnTo>
                  <a:pt x="1647825" y="3676650"/>
                </a:lnTo>
                <a:lnTo>
                  <a:pt x="1638300" y="3676650"/>
                </a:lnTo>
                <a:close/>
                <a:moveTo>
                  <a:pt x="361950" y="3667125"/>
                </a:moveTo>
                <a:lnTo>
                  <a:pt x="371475" y="3667125"/>
                </a:lnTo>
                <a:lnTo>
                  <a:pt x="371475" y="3676650"/>
                </a:lnTo>
                <a:lnTo>
                  <a:pt x="361950" y="3676650"/>
                </a:lnTo>
                <a:close/>
                <a:moveTo>
                  <a:pt x="1495425" y="3705225"/>
                </a:moveTo>
                <a:lnTo>
                  <a:pt x="1504950" y="3705225"/>
                </a:lnTo>
                <a:lnTo>
                  <a:pt x="1504950" y="3724275"/>
                </a:lnTo>
                <a:lnTo>
                  <a:pt x="1514475" y="3724275"/>
                </a:lnTo>
                <a:lnTo>
                  <a:pt x="1514475" y="3733800"/>
                </a:lnTo>
                <a:lnTo>
                  <a:pt x="1495425" y="3733800"/>
                </a:lnTo>
                <a:close/>
                <a:moveTo>
                  <a:pt x="276225" y="3714750"/>
                </a:moveTo>
                <a:lnTo>
                  <a:pt x="304800" y="3714750"/>
                </a:lnTo>
                <a:lnTo>
                  <a:pt x="304800" y="3724275"/>
                </a:lnTo>
                <a:lnTo>
                  <a:pt x="276225" y="3724275"/>
                </a:lnTo>
                <a:close/>
                <a:moveTo>
                  <a:pt x="314325" y="3714750"/>
                </a:moveTo>
                <a:lnTo>
                  <a:pt x="352425" y="3714750"/>
                </a:lnTo>
                <a:lnTo>
                  <a:pt x="352425" y="3724275"/>
                </a:lnTo>
                <a:lnTo>
                  <a:pt x="390525" y="3724275"/>
                </a:lnTo>
                <a:lnTo>
                  <a:pt x="390525" y="3733800"/>
                </a:lnTo>
                <a:lnTo>
                  <a:pt x="342900" y="3733800"/>
                </a:lnTo>
                <a:lnTo>
                  <a:pt x="342900" y="3724275"/>
                </a:lnTo>
                <a:lnTo>
                  <a:pt x="314325" y="3724275"/>
                </a:lnTo>
                <a:close/>
                <a:moveTo>
                  <a:pt x="257175" y="3724275"/>
                </a:moveTo>
                <a:lnTo>
                  <a:pt x="266700" y="3724275"/>
                </a:lnTo>
                <a:lnTo>
                  <a:pt x="266700" y="3733800"/>
                </a:lnTo>
                <a:lnTo>
                  <a:pt x="257175" y="3733800"/>
                </a:lnTo>
                <a:close/>
                <a:moveTo>
                  <a:pt x="1314450" y="3733800"/>
                </a:moveTo>
                <a:lnTo>
                  <a:pt x="1323975" y="3733800"/>
                </a:lnTo>
                <a:lnTo>
                  <a:pt x="1323975" y="3743325"/>
                </a:lnTo>
                <a:lnTo>
                  <a:pt x="1314450" y="3743325"/>
                </a:lnTo>
                <a:close/>
                <a:moveTo>
                  <a:pt x="914400" y="3743325"/>
                </a:moveTo>
                <a:lnTo>
                  <a:pt x="923925" y="3743325"/>
                </a:lnTo>
                <a:lnTo>
                  <a:pt x="923925" y="3752850"/>
                </a:lnTo>
                <a:lnTo>
                  <a:pt x="914400" y="3752850"/>
                </a:lnTo>
                <a:close/>
                <a:moveTo>
                  <a:pt x="1352550" y="3743325"/>
                </a:moveTo>
                <a:lnTo>
                  <a:pt x="1362075" y="3743325"/>
                </a:lnTo>
                <a:lnTo>
                  <a:pt x="1362075" y="3752850"/>
                </a:lnTo>
                <a:lnTo>
                  <a:pt x="1352550" y="3752850"/>
                </a:lnTo>
                <a:close/>
                <a:moveTo>
                  <a:pt x="895350" y="3762375"/>
                </a:moveTo>
                <a:lnTo>
                  <a:pt x="904875" y="3762375"/>
                </a:lnTo>
                <a:lnTo>
                  <a:pt x="904875" y="3771900"/>
                </a:lnTo>
                <a:lnTo>
                  <a:pt x="895350" y="3771900"/>
                </a:lnTo>
                <a:close/>
                <a:moveTo>
                  <a:pt x="1381125" y="3762375"/>
                </a:moveTo>
                <a:lnTo>
                  <a:pt x="1409700" y="3762375"/>
                </a:lnTo>
                <a:lnTo>
                  <a:pt x="1409700" y="3771900"/>
                </a:lnTo>
                <a:lnTo>
                  <a:pt x="1381125" y="3771900"/>
                </a:lnTo>
                <a:close/>
              </a:path>
            </a:pathLst>
          </a:custGeom>
          <a:solidFill xmlns:a="http://schemas.openxmlformats.org/drawingml/2006/main">
            <a:srgbClr val="F2EEE1"/>
          </a:solidFill>
          <a:ln xmlns:a="http://schemas.openxmlformats.org/drawingml/2006/main" w="0">
            <a:noFill/>
          </a:ln>
        </p:spPr>
      </p:sp>
      <p:sp>
        <p:nvSpPr>
          <p:cNvPr id="40" name="phone4 vector #f1eee2">
            <a:extLst xmlns:a="http://schemas.openxmlformats.org/drawingml/2006/main">
              <a:ext uri="{FF2B5EF4-FFF2-40B4-BE49-F238E27FC236}">
                <a16:creationId xmlns:a16="http://schemas.microsoft.com/office/drawing/2014/main" id="{11D55686-D879-48DF-94A9-96504A7594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552825" y="1866900"/>
            <a:ext cx="2181225" cy="4581525"/>
          </a:xfrm>
          <a:custGeom xmlns:a="http://schemas.openxmlformats.org/drawingml/2006/main">
            <a:pathLst>
              <a:path w="1847850" h="3886200">
                <a:moveTo>
                  <a:pt x="476250" y="19050"/>
                </a:moveTo>
                <a:lnTo>
                  <a:pt x="485775" y="19050"/>
                </a:lnTo>
                <a:lnTo>
                  <a:pt x="485775" y="28575"/>
                </a:lnTo>
                <a:lnTo>
                  <a:pt x="476250" y="28575"/>
                </a:lnTo>
                <a:close/>
                <a:moveTo>
                  <a:pt x="495300" y="19050"/>
                </a:moveTo>
                <a:lnTo>
                  <a:pt x="504825" y="19050"/>
                </a:lnTo>
                <a:lnTo>
                  <a:pt x="504825" y="28575"/>
                </a:lnTo>
                <a:lnTo>
                  <a:pt x="495300" y="28575"/>
                </a:lnTo>
                <a:close/>
                <a:moveTo>
                  <a:pt x="1476375" y="114300"/>
                </a:moveTo>
                <a:lnTo>
                  <a:pt x="1495425" y="114300"/>
                </a:lnTo>
                <a:lnTo>
                  <a:pt x="1495425" y="123825"/>
                </a:lnTo>
                <a:lnTo>
                  <a:pt x="1476375" y="123825"/>
                </a:lnTo>
                <a:close/>
                <a:moveTo>
                  <a:pt x="1295400" y="123825"/>
                </a:moveTo>
                <a:lnTo>
                  <a:pt x="1304925" y="123825"/>
                </a:lnTo>
                <a:lnTo>
                  <a:pt x="1304925" y="133350"/>
                </a:lnTo>
                <a:lnTo>
                  <a:pt x="1295400" y="133350"/>
                </a:lnTo>
                <a:close/>
                <a:moveTo>
                  <a:pt x="1562100" y="123825"/>
                </a:moveTo>
                <a:lnTo>
                  <a:pt x="1581150" y="123825"/>
                </a:lnTo>
                <a:lnTo>
                  <a:pt x="1581150" y="133350"/>
                </a:lnTo>
                <a:lnTo>
                  <a:pt x="1562100" y="133350"/>
                </a:lnTo>
                <a:close/>
                <a:moveTo>
                  <a:pt x="1181100" y="142875"/>
                </a:moveTo>
                <a:lnTo>
                  <a:pt x="1190625" y="142875"/>
                </a:lnTo>
                <a:lnTo>
                  <a:pt x="1190625" y="152400"/>
                </a:lnTo>
                <a:lnTo>
                  <a:pt x="1200150" y="152400"/>
                </a:lnTo>
                <a:lnTo>
                  <a:pt x="1200150" y="161925"/>
                </a:lnTo>
                <a:lnTo>
                  <a:pt x="1171575" y="161925"/>
                </a:lnTo>
                <a:lnTo>
                  <a:pt x="1171575" y="152400"/>
                </a:lnTo>
                <a:lnTo>
                  <a:pt x="1181100" y="152400"/>
                </a:lnTo>
                <a:close/>
                <a:moveTo>
                  <a:pt x="1209675" y="152400"/>
                </a:moveTo>
                <a:lnTo>
                  <a:pt x="1238250" y="152400"/>
                </a:lnTo>
                <a:lnTo>
                  <a:pt x="1238250" y="161925"/>
                </a:lnTo>
                <a:lnTo>
                  <a:pt x="1266825" y="161925"/>
                </a:lnTo>
                <a:lnTo>
                  <a:pt x="1266825" y="171450"/>
                </a:lnTo>
                <a:lnTo>
                  <a:pt x="1257300" y="171450"/>
                </a:lnTo>
                <a:lnTo>
                  <a:pt x="1257300" y="180975"/>
                </a:lnTo>
                <a:lnTo>
                  <a:pt x="1266825" y="180975"/>
                </a:lnTo>
                <a:lnTo>
                  <a:pt x="1266825" y="190500"/>
                </a:lnTo>
                <a:lnTo>
                  <a:pt x="1219200" y="190500"/>
                </a:lnTo>
                <a:lnTo>
                  <a:pt x="1219200" y="180975"/>
                </a:lnTo>
                <a:lnTo>
                  <a:pt x="1209675" y="180975"/>
                </a:lnTo>
                <a:close/>
                <a:moveTo>
                  <a:pt x="314325" y="190500"/>
                </a:moveTo>
                <a:lnTo>
                  <a:pt x="323850" y="190500"/>
                </a:lnTo>
                <a:lnTo>
                  <a:pt x="323850" y="200025"/>
                </a:lnTo>
                <a:lnTo>
                  <a:pt x="342900" y="200025"/>
                </a:lnTo>
                <a:lnTo>
                  <a:pt x="342900" y="209550"/>
                </a:lnTo>
                <a:lnTo>
                  <a:pt x="314325" y="209550"/>
                </a:lnTo>
                <a:close/>
                <a:moveTo>
                  <a:pt x="1514475" y="190500"/>
                </a:moveTo>
                <a:lnTo>
                  <a:pt x="1524000" y="190500"/>
                </a:lnTo>
                <a:lnTo>
                  <a:pt x="1524000" y="200025"/>
                </a:lnTo>
                <a:lnTo>
                  <a:pt x="1514475" y="200025"/>
                </a:lnTo>
                <a:close/>
                <a:moveTo>
                  <a:pt x="1209675" y="209550"/>
                </a:moveTo>
                <a:lnTo>
                  <a:pt x="1219200" y="209550"/>
                </a:lnTo>
                <a:lnTo>
                  <a:pt x="1219200" y="219075"/>
                </a:lnTo>
                <a:lnTo>
                  <a:pt x="1209675" y="219075"/>
                </a:lnTo>
                <a:close/>
                <a:moveTo>
                  <a:pt x="1190625" y="219075"/>
                </a:moveTo>
                <a:lnTo>
                  <a:pt x="1200150" y="219075"/>
                </a:lnTo>
                <a:lnTo>
                  <a:pt x="1200150" y="228600"/>
                </a:lnTo>
                <a:lnTo>
                  <a:pt x="1190625" y="228600"/>
                </a:lnTo>
                <a:close/>
                <a:moveTo>
                  <a:pt x="666750" y="257175"/>
                </a:moveTo>
                <a:lnTo>
                  <a:pt x="676275" y="257175"/>
                </a:lnTo>
                <a:lnTo>
                  <a:pt x="676275" y="266700"/>
                </a:lnTo>
                <a:lnTo>
                  <a:pt x="666750" y="266700"/>
                </a:lnTo>
                <a:close/>
                <a:moveTo>
                  <a:pt x="666750" y="276225"/>
                </a:moveTo>
                <a:lnTo>
                  <a:pt x="685800" y="276225"/>
                </a:lnTo>
                <a:lnTo>
                  <a:pt x="685800" y="295275"/>
                </a:lnTo>
                <a:lnTo>
                  <a:pt x="695325" y="295275"/>
                </a:lnTo>
                <a:lnTo>
                  <a:pt x="695325" y="304800"/>
                </a:lnTo>
                <a:lnTo>
                  <a:pt x="704850" y="304800"/>
                </a:lnTo>
                <a:lnTo>
                  <a:pt x="704850" y="314325"/>
                </a:lnTo>
                <a:lnTo>
                  <a:pt x="685800" y="314325"/>
                </a:lnTo>
                <a:lnTo>
                  <a:pt x="685800" y="304800"/>
                </a:lnTo>
                <a:lnTo>
                  <a:pt x="676275" y="304800"/>
                </a:lnTo>
                <a:lnTo>
                  <a:pt x="676275" y="295275"/>
                </a:lnTo>
                <a:lnTo>
                  <a:pt x="657225" y="295275"/>
                </a:lnTo>
                <a:lnTo>
                  <a:pt x="657225" y="304800"/>
                </a:lnTo>
                <a:lnTo>
                  <a:pt x="638175" y="304800"/>
                </a:lnTo>
                <a:lnTo>
                  <a:pt x="638175" y="295275"/>
                </a:lnTo>
                <a:lnTo>
                  <a:pt x="647700" y="295275"/>
                </a:lnTo>
                <a:lnTo>
                  <a:pt x="647700" y="285750"/>
                </a:lnTo>
                <a:lnTo>
                  <a:pt x="666750" y="285750"/>
                </a:lnTo>
                <a:close/>
                <a:moveTo>
                  <a:pt x="714375" y="314325"/>
                </a:moveTo>
                <a:lnTo>
                  <a:pt x="723900" y="314325"/>
                </a:lnTo>
                <a:lnTo>
                  <a:pt x="723900" y="323850"/>
                </a:lnTo>
                <a:lnTo>
                  <a:pt x="714375" y="323850"/>
                </a:lnTo>
                <a:close/>
                <a:moveTo>
                  <a:pt x="762000" y="314325"/>
                </a:moveTo>
                <a:lnTo>
                  <a:pt x="771525" y="314325"/>
                </a:lnTo>
                <a:lnTo>
                  <a:pt x="771525" y="323850"/>
                </a:lnTo>
                <a:lnTo>
                  <a:pt x="781050" y="323850"/>
                </a:lnTo>
                <a:lnTo>
                  <a:pt x="781050" y="333375"/>
                </a:lnTo>
                <a:lnTo>
                  <a:pt x="762000" y="333375"/>
                </a:lnTo>
                <a:close/>
                <a:moveTo>
                  <a:pt x="866775" y="314325"/>
                </a:moveTo>
                <a:lnTo>
                  <a:pt x="876300" y="314325"/>
                </a:lnTo>
                <a:lnTo>
                  <a:pt x="876300" y="333375"/>
                </a:lnTo>
                <a:lnTo>
                  <a:pt x="857250" y="333375"/>
                </a:lnTo>
                <a:lnTo>
                  <a:pt x="857250" y="342900"/>
                </a:lnTo>
                <a:lnTo>
                  <a:pt x="866775" y="342900"/>
                </a:lnTo>
                <a:lnTo>
                  <a:pt x="866775" y="352425"/>
                </a:lnTo>
                <a:lnTo>
                  <a:pt x="838200" y="352425"/>
                </a:lnTo>
                <a:lnTo>
                  <a:pt x="838200" y="342900"/>
                </a:lnTo>
                <a:lnTo>
                  <a:pt x="847725" y="342900"/>
                </a:lnTo>
                <a:lnTo>
                  <a:pt x="847725" y="333375"/>
                </a:lnTo>
                <a:lnTo>
                  <a:pt x="790575" y="333375"/>
                </a:lnTo>
                <a:lnTo>
                  <a:pt x="790575" y="323850"/>
                </a:lnTo>
                <a:lnTo>
                  <a:pt x="866775" y="323850"/>
                </a:lnTo>
                <a:close/>
                <a:moveTo>
                  <a:pt x="962025" y="314325"/>
                </a:moveTo>
                <a:lnTo>
                  <a:pt x="981075" y="314325"/>
                </a:lnTo>
                <a:lnTo>
                  <a:pt x="981075" y="333375"/>
                </a:lnTo>
                <a:lnTo>
                  <a:pt x="990600" y="333375"/>
                </a:lnTo>
                <a:lnTo>
                  <a:pt x="990600" y="342900"/>
                </a:lnTo>
                <a:lnTo>
                  <a:pt x="971550" y="342900"/>
                </a:lnTo>
                <a:lnTo>
                  <a:pt x="971550" y="333375"/>
                </a:lnTo>
                <a:lnTo>
                  <a:pt x="962025" y="333375"/>
                </a:lnTo>
                <a:close/>
                <a:moveTo>
                  <a:pt x="1038225" y="314325"/>
                </a:moveTo>
                <a:lnTo>
                  <a:pt x="1066800" y="314325"/>
                </a:lnTo>
                <a:lnTo>
                  <a:pt x="1066800" y="333375"/>
                </a:lnTo>
                <a:lnTo>
                  <a:pt x="1057275" y="333375"/>
                </a:lnTo>
                <a:lnTo>
                  <a:pt x="1057275" y="323850"/>
                </a:lnTo>
                <a:lnTo>
                  <a:pt x="1038225" y="323850"/>
                </a:lnTo>
                <a:close/>
                <a:moveTo>
                  <a:pt x="1095375" y="314325"/>
                </a:moveTo>
                <a:lnTo>
                  <a:pt x="1114425" y="314325"/>
                </a:lnTo>
                <a:lnTo>
                  <a:pt x="1114425" y="323850"/>
                </a:lnTo>
                <a:lnTo>
                  <a:pt x="1095375" y="323850"/>
                </a:lnTo>
                <a:close/>
                <a:moveTo>
                  <a:pt x="704850" y="323850"/>
                </a:moveTo>
                <a:lnTo>
                  <a:pt x="714375" y="323850"/>
                </a:lnTo>
                <a:lnTo>
                  <a:pt x="714375" y="333375"/>
                </a:lnTo>
                <a:lnTo>
                  <a:pt x="704850" y="333375"/>
                </a:lnTo>
                <a:close/>
                <a:moveTo>
                  <a:pt x="752475" y="333375"/>
                </a:moveTo>
                <a:lnTo>
                  <a:pt x="762000" y="333375"/>
                </a:lnTo>
                <a:lnTo>
                  <a:pt x="762000" y="342900"/>
                </a:lnTo>
                <a:lnTo>
                  <a:pt x="752475" y="342900"/>
                </a:lnTo>
                <a:close/>
                <a:moveTo>
                  <a:pt x="895350" y="333375"/>
                </a:moveTo>
                <a:lnTo>
                  <a:pt x="904875" y="333375"/>
                </a:lnTo>
                <a:lnTo>
                  <a:pt x="904875" y="342900"/>
                </a:lnTo>
                <a:lnTo>
                  <a:pt x="895350" y="342900"/>
                </a:lnTo>
                <a:close/>
                <a:moveTo>
                  <a:pt x="923925" y="333375"/>
                </a:moveTo>
                <a:lnTo>
                  <a:pt x="942975" y="333375"/>
                </a:lnTo>
                <a:lnTo>
                  <a:pt x="942975" y="342900"/>
                </a:lnTo>
                <a:lnTo>
                  <a:pt x="923925" y="342900"/>
                </a:lnTo>
                <a:close/>
                <a:moveTo>
                  <a:pt x="600075" y="342900"/>
                </a:moveTo>
                <a:lnTo>
                  <a:pt x="609600" y="342900"/>
                </a:lnTo>
                <a:lnTo>
                  <a:pt x="609600" y="352425"/>
                </a:lnTo>
                <a:lnTo>
                  <a:pt x="619125" y="352425"/>
                </a:lnTo>
                <a:lnTo>
                  <a:pt x="619125" y="361950"/>
                </a:lnTo>
                <a:lnTo>
                  <a:pt x="600075" y="361950"/>
                </a:lnTo>
                <a:lnTo>
                  <a:pt x="600075" y="371475"/>
                </a:lnTo>
                <a:lnTo>
                  <a:pt x="590550" y="371475"/>
                </a:lnTo>
                <a:lnTo>
                  <a:pt x="590550" y="352425"/>
                </a:lnTo>
                <a:lnTo>
                  <a:pt x="600075" y="352425"/>
                </a:lnTo>
                <a:close/>
                <a:moveTo>
                  <a:pt x="733425" y="342900"/>
                </a:moveTo>
                <a:lnTo>
                  <a:pt x="742950" y="342900"/>
                </a:lnTo>
                <a:lnTo>
                  <a:pt x="742950" y="352425"/>
                </a:lnTo>
                <a:lnTo>
                  <a:pt x="733425" y="352425"/>
                </a:lnTo>
                <a:close/>
                <a:moveTo>
                  <a:pt x="962025" y="342900"/>
                </a:moveTo>
                <a:lnTo>
                  <a:pt x="971550" y="342900"/>
                </a:lnTo>
                <a:lnTo>
                  <a:pt x="971550" y="352425"/>
                </a:lnTo>
                <a:lnTo>
                  <a:pt x="962025" y="352425"/>
                </a:lnTo>
                <a:close/>
                <a:moveTo>
                  <a:pt x="904875" y="352425"/>
                </a:moveTo>
                <a:lnTo>
                  <a:pt x="914400" y="352425"/>
                </a:lnTo>
                <a:lnTo>
                  <a:pt x="914400" y="371475"/>
                </a:lnTo>
                <a:lnTo>
                  <a:pt x="885825" y="371475"/>
                </a:lnTo>
                <a:lnTo>
                  <a:pt x="885825" y="361950"/>
                </a:lnTo>
                <a:lnTo>
                  <a:pt x="904875" y="361950"/>
                </a:lnTo>
                <a:close/>
                <a:moveTo>
                  <a:pt x="695325" y="361950"/>
                </a:moveTo>
                <a:lnTo>
                  <a:pt x="704850" y="361950"/>
                </a:lnTo>
                <a:lnTo>
                  <a:pt x="704850" y="371475"/>
                </a:lnTo>
                <a:lnTo>
                  <a:pt x="695325" y="371475"/>
                </a:lnTo>
                <a:close/>
                <a:moveTo>
                  <a:pt x="723900" y="361950"/>
                </a:moveTo>
                <a:lnTo>
                  <a:pt x="733425" y="361950"/>
                </a:lnTo>
                <a:lnTo>
                  <a:pt x="733425" y="371475"/>
                </a:lnTo>
                <a:lnTo>
                  <a:pt x="723900" y="371475"/>
                </a:lnTo>
                <a:close/>
                <a:moveTo>
                  <a:pt x="819150" y="361950"/>
                </a:moveTo>
                <a:lnTo>
                  <a:pt x="857250" y="361950"/>
                </a:lnTo>
                <a:lnTo>
                  <a:pt x="857250" y="371475"/>
                </a:lnTo>
                <a:lnTo>
                  <a:pt x="866775" y="371475"/>
                </a:lnTo>
                <a:lnTo>
                  <a:pt x="866775" y="381000"/>
                </a:lnTo>
                <a:lnTo>
                  <a:pt x="876300" y="381000"/>
                </a:lnTo>
                <a:lnTo>
                  <a:pt x="876300" y="400050"/>
                </a:lnTo>
                <a:lnTo>
                  <a:pt x="866775" y="400050"/>
                </a:lnTo>
                <a:lnTo>
                  <a:pt x="866775" y="409575"/>
                </a:lnTo>
                <a:lnTo>
                  <a:pt x="857250" y="409575"/>
                </a:lnTo>
                <a:lnTo>
                  <a:pt x="857250" y="419100"/>
                </a:lnTo>
                <a:lnTo>
                  <a:pt x="847725" y="419100"/>
                </a:lnTo>
                <a:lnTo>
                  <a:pt x="847725" y="428625"/>
                </a:lnTo>
                <a:lnTo>
                  <a:pt x="828675" y="428625"/>
                </a:lnTo>
                <a:lnTo>
                  <a:pt x="828675" y="438150"/>
                </a:lnTo>
                <a:lnTo>
                  <a:pt x="800100" y="438150"/>
                </a:lnTo>
                <a:lnTo>
                  <a:pt x="800100" y="428625"/>
                </a:lnTo>
                <a:lnTo>
                  <a:pt x="790575" y="428625"/>
                </a:lnTo>
                <a:lnTo>
                  <a:pt x="790575" y="419100"/>
                </a:lnTo>
                <a:lnTo>
                  <a:pt x="838200" y="419100"/>
                </a:lnTo>
                <a:lnTo>
                  <a:pt x="838200" y="409575"/>
                </a:lnTo>
                <a:lnTo>
                  <a:pt x="847725" y="409575"/>
                </a:lnTo>
                <a:lnTo>
                  <a:pt x="847725" y="390525"/>
                </a:lnTo>
                <a:lnTo>
                  <a:pt x="819150" y="390525"/>
                </a:lnTo>
                <a:lnTo>
                  <a:pt x="819150" y="381000"/>
                </a:lnTo>
                <a:lnTo>
                  <a:pt x="809625" y="381000"/>
                </a:lnTo>
                <a:lnTo>
                  <a:pt x="809625" y="371475"/>
                </a:lnTo>
                <a:lnTo>
                  <a:pt x="819150" y="371475"/>
                </a:lnTo>
                <a:close/>
                <a:moveTo>
                  <a:pt x="495300" y="371475"/>
                </a:moveTo>
                <a:lnTo>
                  <a:pt x="504825" y="371475"/>
                </a:lnTo>
                <a:lnTo>
                  <a:pt x="504825" y="381000"/>
                </a:lnTo>
                <a:lnTo>
                  <a:pt x="495300" y="381000"/>
                </a:lnTo>
                <a:close/>
                <a:moveTo>
                  <a:pt x="581025" y="381000"/>
                </a:moveTo>
                <a:lnTo>
                  <a:pt x="600075" y="381000"/>
                </a:lnTo>
                <a:lnTo>
                  <a:pt x="600075" y="400050"/>
                </a:lnTo>
                <a:lnTo>
                  <a:pt x="590550" y="400050"/>
                </a:lnTo>
                <a:lnTo>
                  <a:pt x="590550" y="419100"/>
                </a:lnTo>
                <a:lnTo>
                  <a:pt x="600075" y="419100"/>
                </a:lnTo>
                <a:lnTo>
                  <a:pt x="600075" y="438150"/>
                </a:lnTo>
                <a:lnTo>
                  <a:pt x="590550" y="438150"/>
                </a:lnTo>
                <a:lnTo>
                  <a:pt x="590550" y="428625"/>
                </a:lnTo>
                <a:lnTo>
                  <a:pt x="571500" y="428625"/>
                </a:lnTo>
                <a:lnTo>
                  <a:pt x="571500" y="390525"/>
                </a:lnTo>
                <a:lnTo>
                  <a:pt x="581025" y="390525"/>
                </a:lnTo>
                <a:close/>
                <a:moveTo>
                  <a:pt x="762000" y="381000"/>
                </a:moveTo>
                <a:lnTo>
                  <a:pt x="771525" y="381000"/>
                </a:lnTo>
                <a:lnTo>
                  <a:pt x="771525" y="390525"/>
                </a:lnTo>
                <a:lnTo>
                  <a:pt x="762000" y="390525"/>
                </a:lnTo>
                <a:close/>
                <a:moveTo>
                  <a:pt x="180975" y="390525"/>
                </a:moveTo>
                <a:lnTo>
                  <a:pt x="200025" y="390525"/>
                </a:lnTo>
                <a:lnTo>
                  <a:pt x="200025" y="400050"/>
                </a:lnTo>
                <a:lnTo>
                  <a:pt x="180975" y="400050"/>
                </a:lnTo>
                <a:close/>
                <a:moveTo>
                  <a:pt x="695325" y="390525"/>
                </a:moveTo>
                <a:lnTo>
                  <a:pt x="704850" y="390525"/>
                </a:lnTo>
                <a:lnTo>
                  <a:pt x="704850" y="409575"/>
                </a:lnTo>
                <a:lnTo>
                  <a:pt x="695325" y="409575"/>
                </a:lnTo>
                <a:lnTo>
                  <a:pt x="695325" y="419100"/>
                </a:lnTo>
                <a:lnTo>
                  <a:pt x="714375" y="419100"/>
                </a:lnTo>
                <a:lnTo>
                  <a:pt x="714375" y="428625"/>
                </a:lnTo>
                <a:lnTo>
                  <a:pt x="704850" y="428625"/>
                </a:lnTo>
                <a:lnTo>
                  <a:pt x="704850" y="438150"/>
                </a:lnTo>
                <a:lnTo>
                  <a:pt x="685800" y="438150"/>
                </a:lnTo>
                <a:lnTo>
                  <a:pt x="685800" y="428625"/>
                </a:lnTo>
                <a:lnTo>
                  <a:pt x="676275" y="428625"/>
                </a:lnTo>
                <a:lnTo>
                  <a:pt x="676275" y="419100"/>
                </a:lnTo>
                <a:lnTo>
                  <a:pt x="685800" y="419100"/>
                </a:lnTo>
                <a:lnTo>
                  <a:pt x="685800" y="400050"/>
                </a:lnTo>
                <a:lnTo>
                  <a:pt x="695325" y="400050"/>
                </a:lnTo>
                <a:close/>
                <a:moveTo>
                  <a:pt x="628650" y="400050"/>
                </a:moveTo>
                <a:lnTo>
                  <a:pt x="657225" y="400050"/>
                </a:lnTo>
                <a:lnTo>
                  <a:pt x="657225" y="409575"/>
                </a:lnTo>
                <a:lnTo>
                  <a:pt x="628650" y="409575"/>
                </a:lnTo>
                <a:close/>
                <a:moveTo>
                  <a:pt x="514350" y="409575"/>
                </a:moveTo>
                <a:lnTo>
                  <a:pt x="533400" y="409575"/>
                </a:lnTo>
                <a:lnTo>
                  <a:pt x="533400" y="419100"/>
                </a:lnTo>
                <a:lnTo>
                  <a:pt x="514350" y="419100"/>
                </a:lnTo>
                <a:close/>
                <a:moveTo>
                  <a:pt x="514350" y="428625"/>
                </a:moveTo>
                <a:lnTo>
                  <a:pt x="523875" y="428625"/>
                </a:lnTo>
                <a:lnTo>
                  <a:pt x="523875" y="438150"/>
                </a:lnTo>
                <a:lnTo>
                  <a:pt x="514350" y="438150"/>
                </a:lnTo>
                <a:close/>
                <a:moveTo>
                  <a:pt x="533400" y="428625"/>
                </a:moveTo>
                <a:lnTo>
                  <a:pt x="542925" y="428625"/>
                </a:lnTo>
                <a:lnTo>
                  <a:pt x="542925" y="438150"/>
                </a:lnTo>
                <a:lnTo>
                  <a:pt x="533400" y="438150"/>
                </a:lnTo>
                <a:close/>
                <a:moveTo>
                  <a:pt x="552450" y="428625"/>
                </a:moveTo>
                <a:lnTo>
                  <a:pt x="561975" y="428625"/>
                </a:lnTo>
                <a:lnTo>
                  <a:pt x="561975" y="438150"/>
                </a:lnTo>
                <a:lnTo>
                  <a:pt x="552450" y="438150"/>
                </a:lnTo>
                <a:close/>
                <a:moveTo>
                  <a:pt x="847725" y="428625"/>
                </a:moveTo>
                <a:lnTo>
                  <a:pt x="857250" y="428625"/>
                </a:lnTo>
                <a:lnTo>
                  <a:pt x="857250" y="438150"/>
                </a:lnTo>
                <a:lnTo>
                  <a:pt x="847725" y="438150"/>
                </a:lnTo>
                <a:close/>
                <a:moveTo>
                  <a:pt x="981075" y="457200"/>
                </a:moveTo>
                <a:lnTo>
                  <a:pt x="990600" y="457200"/>
                </a:lnTo>
                <a:lnTo>
                  <a:pt x="990600" y="466725"/>
                </a:lnTo>
                <a:lnTo>
                  <a:pt x="981075" y="466725"/>
                </a:lnTo>
                <a:close/>
                <a:moveTo>
                  <a:pt x="1733550" y="457200"/>
                </a:moveTo>
                <a:lnTo>
                  <a:pt x="1743075" y="457200"/>
                </a:lnTo>
                <a:lnTo>
                  <a:pt x="1743075" y="485775"/>
                </a:lnTo>
                <a:lnTo>
                  <a:pt x="1733550" y="485775"/>
                </a:lnTo>
                <a:close/>
                <a:moveTo>
                  <a:pt x="295275" y="476250"/>
                </a:moveTo>
                <a:lnTo>
                  <a:pt x="314325" y="476250"/>
                </a:lnTo>
                <a:lnTo>
                  <a:pt x="314325" y="504825"/>
                </a:lnTo>
                <a:lnTo>
                  <a:pt x="295275" y="504825"/>
                </a:lnTo>
                <a:close/>
                <a:moveTo>
                  <a:pt x="742950" y="476250"/>
                </a:moveTo>
                <a:lnTo>
                  <a:pt x="752475" y="476250"/>
                </a:lnTo>
                <a:lnTo>
                  <a:pt x="752475" y="485775"/>
                </a:lnTo>
                <a:lnTo>
                  <a:pt x="762000" y="485775"/>
                </a:lnTo>
                <a:lnTo>
                  <a:pt x="762000" y="495300"/>
                </a:lnTo>
                <a:lnTo>
                  <a:pt x="752475" y="495300"/>
                </a:lnTo>
                <a:lnTo>
                  <a:pt x="752475" y="504825"/>
                </a:lnTo>
                <a:lnTo>
                  <a:pt x="714375" y="504825"/>
                </a:lnTo>
                <a:lnTo>
                  <a:pt x="714375" y="495300"/>
                </a:lnTo>
                <a:lnTo>
                  <a:pt x="723900" y="495300"/>
                </a:lnTo>
                <a:lnTo>
                  <a:pt x="723900" y="485775"/>
                </a:lnTo>
                <a:lnTo>
                  <a:pt x="742950" y="485775"/>
                </a:lnTo>
                <a:close/>
                <a:moveTo>
                  <a:pt x="971550" y="476250"/>
                </a:moveTo>
                <a:lnTo>
                  <a:pt x="981075" y="476250"/>
                </a:lnTo>
                <a:lnTo>
                  <a:pt x="981075" y="485775"/>
                </a:lnTo>
                <a:lnTo>
                  <a:pt x="971550" y="485775"/>
                </a:lnTo>
                <a:close/>
                <a:moveTo>
                  <a:pt x="647700" y="485775"/>
                </a:moveTo>
                <a:lnTo>
                  <a:pt x="704850" y="485775"/>
                </a:lnTo>
                <a:lnTo>
                  <a:pt x="704850" y="495300"/>
                </a:lnTo>
                <a:lnTo>
                  <a:pt x="647700" y="495300"/>
                </a:lnTo>
                <a:close/>
                <a:moveTo>
                  <a:pt x="771525" y="485775"/>
                </a:moveTo>
                <a:lnTo>
                  <a:pt x="781050" y="485775"/>
                </a:lnTo>
                <a:lnTo>
                  <a:pt x="781050" y="495300"/>
                </a:lnTo>
                <a:lnTo>
                  <a:pt x="771525" y="495300"/>
                </a:lnTo>
                <a:close/>
                <a:moveTo>
                  <a:pt x="790575" y="485775"/>
                </a:moveTo>
                <a:lnTo>
                  <a:pt x="819150" y="485775"/>
                </a:lnTo>
                <a:lnTo>
                  <a:pt x="819150" y="495300"/>
                </a:lnTo>
                <a:lnTo>
                  <a:pt x="790575" y="495300"/>
                </a:lnTo>
                <a:close/>
                <a:moveTo>
                  <a:pt x="114300" y="504825"/>
                </a:moveTo>
                <a:lnTo>
                  <a:pt x="123825" y="504825"/>
                </a:lnTo>
                <a:lnTo>
                  <a:pt x="123825" y="514350"/>
                </a:lnTo>
                <a:lnTo>
                  <a:pt x="114300" y="514350"/>
                </a:lnTo>
                <a:close/>
                <a:moveTo>
                  <a:pt x="1828800" y="533400"/>
                </a:moveTo>
                <a:lnTo>
                  <a:pt x="1838325" y="533400"/>
                </a:lnTo>
                <a:lnTo>
                  <a:pt x="1838325" y="552450"/>
                </a:lnTo>
                <a:lnTo>
                  <a:pt x="1828800" y="552450"/>
                </a:lnTo>
                <a:close/>
                <a:moveTo>
                  <a:pt x="1828800" y="571500"/>
                </a:moveTo>
                <a:lnTo>
                  <a:pt x="1838325" y="571500"/>
                </a:lnTo>
                <a:lnTo>
                  <a:pt x="1838325" y="590550"/>
                </a:lnTo>
                <a:lnTo>
                  <a:pt x="1828800" y="590550"/>
                </a:lnTo>
                <a:close/>
                <a:moveTo>
                  <a:pt x="266700" y="581025"/>
                </a:moveTo>
                <a:lnTo>
                  <a:pt x="285750" y="581025"/>
                </a:lnTo>
                <a:lnTo>
                  <a:pt x="285750" y="600075"/>
                </a:lnTo>
                <a:lnTo>
                  <a:pt x="276225" y="600075"/>
                </a:lnTo>
                <a:lnTo>
                  <a:pt x="276225" y="590550"/>
                </a:lnTo>
                <a:lnTo>
                  <a:pt x="266700" y="590550"/>
                </a:lnTo>
                <a:close/>
                <a:moveTo>
                  <a:pt x="1733550" y="619125"/>
                </a:moveTo>
                <a:lnTo>
                  <a:pt x="1743075" y="619125"/>
                </a:lnTo>
                <a:lnTo>
                  <a:pt x="1743075" y="628650"/>
                </a:lnTo>
                <a:lnTo>
                  <a:pt x="1733550" y="628650"/>
                </a:lnTo>
                <a:close/>
                <a:moveTo>
                  <a:pt x="114300" y="647700"/>
                </a:moveTo>
                <a:lnTo>
                  <a:pt x="123825" y="647700"/>
                </a:lnTo>
                <a:lnTo>
                  <a:pt x="123825" y="657225"/>
                </a:lnTo>
                <a:lnTo>
                  <a:pt x="114300" y="657225"/>
                </a:lnTo>
                <a:close/>
                <a:moveTo>
                  <a:pt x="123825" y="657225"/>
                </a:moveTo>
                <a:lnTo>
                  <a:pt x="133350" y="657225"/>
                </a:lnTo>
                <a:lnTo>
                  <a:pt x="133350" y="666750"/>
                </a:lnTo>
                <a:lnTo>
                  <a:pt x="123825" y="666750"/>
                </a:lnTo>
                <a:close/>
                <a:moveTo>
                  <a:pt x="381000" y="685800"/>
                </a:moveTo>
                <a:lnTo>
                  <a:pt x="400050" y="685800"/>
                </a:lnTo>
                <a:lnTo>
                  <a:pt x="400050" y="704850"/>
                </a:lnTo>
                <a:lnTo>
                  <a:pt x="381000" y="704850"/>
                </a:lnTo>
                <a:close/>
                <a:moveTo>
                  <a:pt x="466725" y="685800"/>
                </a:moveTo>
                <a:lnTo>
                  <a:pt x="485775" y="685800"/>
                </a:lnTo>
                <a:lnTo>
                  <a:pt x="485775" y="695325"/>
                </a:lnTo>
                <a:lnTo>
                  <a:pt x="476250" y="695325"/>
                </a:lnTo>
                <a:lnTo>
                  <a:pt x="476250" y="714375"/>
                </a:lnTo>
                <a:lnTo>
                  <a:pt x="466725" y="714375"/>
                </a:lnTo>
                <a:close/>
                <a:moveTo>
                  <a:pt x="495300" y="685800"/>
                </a:moveTo>
                <a:lnTo>
                  <a:pt x="523875" y="685800"/>
                </a:lnTo>
                <a:lnTo>
                  <a:pt x="523875" y="704850"/>
                </a:lnTo>
                <a:lnTo>
                  <a:pt x="514350" y="704850"/>
                </a:lnTo>
                <a:lnTo>
                  <a:pt x="514350" y="695325"/>
                </a:lnTo>
                <a:lnTo>
                  <a:pt x="495300" y="695325"/>
                </a:lnTo>
                <a:close/>
                <a:moveTo>
                  <a:pt x="742950" y="685800"/>
                </a:moveTo>
                <a:lnTo>
                  <a:pt x="762000" y="685800"/>
                </a:lnTo>
                <a:lnTo>
                  <a:pt x="762000" y="695325"/>
                </a:lnTo>
                <a:lnTo>
                  <a:pt x="742950" y="695325"/>
                </a:lnTo>
                <a:close/>
                <a:moveTo>
                  <a:pt x="828675" y="685800"/>
                </a:moveTo>
                <a:lnTo>
                  <a:pt x="847725" y="685800"/>
                </a:lnTo>
                <a:lnTo>
                  <a:pt x="847725" y="704850"/>
                </a:lnTo>
                <a:lnTo>
                  <a:pt x="828675" y="704850"/>
                </a:lnTo>
                <a:close/>
                <a:moveTo>
                  <a:pt x="981075" y="685800"/>
                </a:moveTo>
                <a:lnTo>
                  <a:pt x="1009650" y="685800"/>
                </a:lnTo>
                <a:lnTo>
                  <a:pt x="1009650" y="704850"/>
                </a:lnTo>
                <a:lnTo>
                  <a:pt x="981075" y="704850"/>
                </a:lnTo>
                <a:close/>
                <a:moveTo>
                  <a:pt x="1085850" y="685800"/>
                </a:moveTo>
                <a:lnTo>
                  <a:pt x="1143000" y="685800"/>
                </a:lnTo>
                <a:lnTo>
                  <a:pt x="1143000" y="704850"/>
                </a:lnTo>
                <a:lnTo>
                  <a:pt x="1085850" y="704850"/>
                </a:lnTo>
                <a:close/>
                <a:moveTo>
                  <a:pt x="1200150" y="685800"/>
                </a:moveTo>
                <a:lnTo>
                  <a:pt x="1219200" y="685800"/>
                </a:lnTo>
                <a:lnTo>
                  <a:pt x="1219200" y="704850"/>
                </a:lnTo>
                <a:lnTo>
                  <a:pt x="1200150" y="704850"/>
                </a:lnTo>
                <a:close/>
                <a:moveTo>
                  <a:pt x="1304925" y="685800"/>
                </a:moveTo>
                <a:lnTo>
                  <a:pt x="1333500" y="685800"/>
                </a:lnTo>
                <a:lnTo>
                  <a:pt x="1333500" y="704850"/>
                </a:lnTo>
                <a:lnTo>
                  <a:pt x="1304925" y="704850"/>
                </a:lnTo>
                <a:close/>
                <a:moveTo>
                  <a:pt x="247650" y="695325"/>
                </a:moveTo>
                <a:lnTo>
                  <a:pt x="257175" y="695325"/>
                </a:lnTo>
                <a:lnTo>
                  <a:pt x="257175" y="704850"/>
                </a:lnTo>
                <a:lnTo>
                  <a:pt x="247650" y="704850"/>
                </a:lnTo>
                <a:close/>
                <a:moveTo>
                  <a:pt x="266700" y="695325"/>
                </a:moveTo>
                <a:lnTo>
                  <a:pt x="276225" y="695325"/>
                </a:lnTo>
                <a:lnTo>
                  <a:pt x="276225" y="704850"/>
                </a:lnTo>
                <a:lnTo>
                  <a:pt x="266700" y="704850"/>
                </a:lnTo>
                <a:close/>
                <a:moveTo>
                  <a:pt x="295275" y="704850"/>
                </a:moveTo>
                <a:lnTo>
                  <a:pt x="304800" y="704850"/>
                </a:lnTo>
                <a:lnTo>
                  <a:pt x="304800" y="714375"/>
                </a:lnTo>
                <a:lnTo>
                  <a:pt x="295275" y="714375"/>
                </a:lnTo>
                <a:close/>
                <a:moveTo>
                  <a:pt x="504825" y="704850"/>
                </a:moveTo>
                <a:lnTo>
                  <a:pt x="514350" y="704850"/>
                </a:lnTo>
                <a:lnTo>
                  <a:pt x="514350" y="714375"/>
                </a:lnTo>
                <a:lnTo>
                  <a:pt x="504825" y="714375"/>
                </a:lnTo>
                <a:close/>
                <a:moveTo>
                  <a:pt x="561975" y="704850"/>
                </a:moveTo>
                <a:lnTo>
                  <a:pt x="571500" y="704850"/>
                </a:lnTo>
                <a:lnTo>
                  <a:pt x="571500" y="714375"/>
                </a:lnTo>
                <a:lnTo>
                  <a:pt x="561975" y="714375"/>
                </a:lnTo>
                <a:close/>
                <a:moveTo>
                  <a:pt x="704850" y="704850"/>
                </a:moveTo>
                <a:lnTo>
                  <a:pt x="733425" y="704850"/>
                </a:lnTo>
                <a:lnTo>
                  <a:pt x="733425" y="733425"/>
                </a:lnTo>
                <a:lnTo>
                  <a:pt x="723900" y="733425"/>
                </a:lnTo>
                <a:lnTo>
                  <a:pt x="723900" y="714375"/>
                </a:lnTo>
                <a:lnTo>
                  <a:pt x="704850" y="714375"/>
                </a:lnTo>
                <a:close/>
                <a:moveTo>
                  <a:pt x="495300" y="714375"/>
                </a:moveTo>
                <a:lnTo>
                  <a:pt x="504825" y="714375"/>
                </a:lnTo>
                <a:lnTo>
                  <a:pt x="504825" y="733425"/>
                </a:lnTo>
                <a:lnTo>
                  <a:pt x="495300" y="733425"/>
                </a:lnTo>
                <a:close/>
                <a:moveTo>
                  <a:pt x="466725" y="723900"/>
                </a:moveTo>
                <a:lnTo>
                  <a:pt x="476250" y="723900"/>
                </a:lnTo>
                <a:lnTo>
                  <a:pt x="476250" y="733425"/>
                </a:lnTo>
                <a:lnTo>
                  <a:pt x="466725" y="733425"/>
                </a:lnTo>
                <a:close/>
                <a:moveTo>
                  <a:pt x="533400" y="723900"/>
                </a:moveTo>
                <a:lnTo>
                  <a:pt x="542925" y="723900"/>
                </a:lnTo>
                <a:lnTo>
                  <a:pt x="542925" y="733425"/>
                </a:lnTo>
                <a:lnTo>
                  <a:pt x="552450" y="733425"/>
                </a:lnTo>
                <a:lnTo>
                  <a:pt x="552450" y="742950"/>
                </a:lnTo>
                <a:lnTo>
                  <a:pt x="523875" y="742950"/>
                </a:lnTo>
                <a:lnTo>
                  <a:pt x="523875" y="733425"/>
                </a:lnTo>
                <a:lnTo>
                  <a:pt x="533400" y="733425"/>
                </a:lnTo>
                <a:close/>
                <a:moveTo>
                  <a:pt x="571500" y="723900"/>
                </a:moveTo>
                <a:lnTo>
                  <a:pt x="581025" y="723900"/>
                </a:lnTo>
                <a:lnTo>
                  <a:pt x="581025" y="733425"/>
                </a:lnTo>
                <a:lnTo>
                  <a:pt x="600075" y="733425"/>
                </a:lnTo>
                <a:lnTo>
                  <a:pt x="600075" y="742950"/>
                </a:lnTo>
                <a:lnTo>
                  <a:pt x="561975" y="742950"/>
                </a:lnTo>
                <a:lnTo>
                  <a:pt x="561975" y="733425"/>
                </a:lnTo>
                <a:lnTo>
                  <a:pt x="571500" y="733425"/>
                </a:lnTo>
                <a:close/>
                <a:moveTo>
                  <a:pt x="752475" y="723900"/>
                </a:moveTo>
                <a:lnTo>
                  <a:pt x="762000" y="723900"/>
                </a:lnTo>
                <a:lnTo>
                  <a:pt x="762000" y="742950"/>
                </a:lnTo>
                <a:lnTo>
                  <a:pt x="752475" y="742950"/>
                </a:lnTo>
                <a:close/>
                <a:moveTo>
                  <a:pt x="1095375" y="723900"/>
                </a:moveTo>
                <a:lnTo>
                  <a:pt x="1104900" y="723900"/>
                </a:lnTo>
                <a:lnTo>
                  <a:pt x="1104900" y="742950"/>
                </a:lnTo>
                <a:lnTo>
                  <a:pt x="1095375" y="742950"/>
                </a:lnTo>
                <a:close/>
                <a:moveTo>
                  <a:pt x="628650" y="733425"/>
                </a:moveTo>
                <a:lnTo>
                  <a:pt x="638175" y="733425"/>
                </a:lnTo>
                <a:lnTo>
                  <a:pt x="638175" y="742950"/>
                </a:lnTo>
                <a:lnTo>
                  <a:pt x="628650" y="742950"/>
                </a:lnTo>
                <a:close/>
                <a:moveTo>
                  <a:pt x="657225" y="733425"/>
                </a:moveTo>
                <a:lnTo>
                  <a:pt x="666750" y="733425"/>
                </a:lnTo>
                <a:lnTo>
                  <a:pt x="666750" y="742950"/>
                </a:lnTo>
                <a:lnTo>
                  <a:pt x="657225" y="742950"/>
                </a:lnTo>
                <a:close/>
                <a:moveTo>
                  <a:pt x="714375" y="733425"/>
                </a:moveTo>
                <a:lnTo>
                  <a:pt x="723900" y="733425"/>
                </a:lnTo>
                <a:lnTo>
                  <a:pt x="723900" y="742950"/>
                </a:lnTo>
                <a:lnTo>
                  <a:pt x="714375" y="742950"/>
                </a:lnTo>
                <a:close/>
                <a:moveTo>
                  <a:pt x="1714500" y="733425"/>
                </a:moveTo>
                <a:lnTo>
                  <a:pt x="1724025" y="733425"/>
                </a:lnTo>
                <a:lnTo>
                  <a:pt x="1724025" y="742950"/>
                </a:lnTo>
                <a:lnTo>
                  <a:pt x="1743075" y="742950"/>
                </a:lnTo>
                <a:lnTo>
                  <a:pt x="1743075" y="762000"/>
                </a:lnTo>
                <a:lnTo>
                  <a:pt x="1733550" y="762000"/>
                </a:lnTo>
                <a:lnTo>
                  <a:pt x="1733550" y="771525"/>
                </a:lnTo>
                <a:lnTo>
                  <a:pt x="1724025" y="771525"/>
                </a:lnTo>
                <a:lnTo>
                  <a:pt x="1724025" y="781050"/>
                </a:lnTo>
                <a:lnTo>
                  <a:pt x="1714500" y="781050"/>
                </a:lnTo>
                <a:lnTo>
                  <a:pt x="1714500" y="771525"/>
                </a:lnTo>
                <a:lnTo>
                  <a:pt x="1704975" y="771525"/>
                </a:lnTo>
                <a:lnTo>
                  <a:pt x="1704975" y="742950"/>
                </a:lnTo>
                <a:lnTo>
                  <a:pt x="1714500" y="742950"/>
                </a:lnTo>
                <a:close/>
                <a:moveTo>
                  <a:pt x="638175" y="742950"/>
                </a:moveTo>
                <a:lnTo>
                  <a:pt x="657225" y="742950"/>
                </a:lnTo>
                <a:lnTo>
                  <a:pt x="657225" y="752475"/>
                </a:lnTo>
                <a:lnTo>
                  <a:pt x="638175" y="752475"/>
                </a:lnTo>
                <a:close/>
                <a:moveTo>
                  <a:pt x="695325" y="742950"/>
                </a:moveTo>
                <a:lnTo>
                  <a:pt x="714375" y="742950"/>
                </a:lnTo>
                <a:lnTo>
                  <a:pt x="714375" y="752475"/>
                </a:lnTo>
                <a:lnTo>
                  <a:pt x="695325" y="752475"/>
                </a:lnTo>
                <a:close/>
                <a:moveTo>
                  <a:pt x="209550" y="762000"/>
                </a:moveTo>
                <a:lnTo>
                  <a:pt x="219075" y="762000"/>
                </a:lnTo>
                <a:lnTo>
                  <a:pt x="219075" y="771525"/>
                </a:lnTo>
                <a:lnTo>
                  <a:pt x="209550" y="771525"/>
                </a:lnTo>
                <a:close/>
                <a:moveTo>
                  <a:pt x="180975" y="771525"/>
                </a:moveTo>
                <a:lnTo>
                  <a:pt x="190500" y="771525"/>
                </a:lnTo>
                <a:lnTo>
                  <a:pt x="190500" y="781050"/>
                </a:lnTo>
                <a:lnTo>
                  <a:pt x="200025" y="781050"/>
                </a:lnTo>
                <a:lnTo>
                  <a:pt x="200025" y="771525"/>
                </a:lnTo>
                <a:lnTo>
                  <a:pt x="209550" y="771525"/>
                </a:lnTo>
                <a:lnTo>
                  <a:pt x="209550" y="809625"/>
                </a:lnTo>
                <a:lnTo>
                  <a:pt x="200025" y="809625"/>
                </a:lnTo>
                <a:lnTo>
                  <a:pt x="200025" y="790575"/>
                </a:lnTo>
                <a:lnTo>
                  <a:pt x="190500" y="790575"/>
                </a:lnTo>
                <a:lnTo>
                  <a:pt x="190500" y="800100"/>
                </a:lnTo>
                <a:lnTo>
                  <a:pt x="180975" y="800100"/>
                </a:lnTo>
                <a:close/>
                <a:moveTo>
                  <a:pt x="504825" y="790575"/>
                </a:moveTo>
                <a:lnTo>
                  <a:pt x="561975" y="790575"/>
                </a:lnTo>
                <a:lnTo>
                  <a:pt x="561975" y="809625"/>
                </a:lnTo>
                <a:lnTo>
                  <a:pt x="552450" y="809625"/>
                </a:lnTo>
                <a:lnTo>
                  <a:pt x="552450" y="819150"/>
                </a:lnTo>
                <a:lnTo>
                  <a:pt x="542925" y="819150"/>
                </a:lnTo>
                <a:lnTo>
                  <a:pt x="542925" y="800100"/>
                </a:lnTo>
                <a:lnTo>
                  <a:pt x="504825" y="800100"/>
                </a:lnTo>
                <a:close/>
                <a:moveTo>
                  <a:pt x="771525" y="790575"/>
                </a:moveTo>
                <a:lnTo>
                  <a:pt x="800100" y="790575"/>
                </a:lnTo>
                <a:lnTo>
                  <a:pt x="800100" y="800100"/>
                </a:lnTo>
                <a:lnTo>
                  <a:pt x="790575" y="800100"/>
                </a:lnTo>
                <a:lnTo>
                  <a:pt x="790575" y="809625"/>
                </a:lnTo>
                <a:lnTo>
                  <a:pt x="781050" y="809625"/>
                </a:lnTo>
                <a:lnTo>
                  <a:pt x="781050" y="800100"/>
                </a:lnTo>
                <a:lnTo>
                  <a:pt x="771525" y="800100"/>
                </a:lnTo>
                <a:close/>
                <a:moveTo>
                  <a:pt x="809625" y="790575"/>
                </a:moveTo>
                <a:lnTo>
                  <a:pt x="819150" y="790575"/>
                </a:lnTo>
                <a:lnTo>
                  <a:pt x="819150" y="800100"/>
                </a:lnTo>
                <a:lnTo>
                  <a:pt x="809625" y="800100"/>
                </a:lnTo>
                <a:close/>
                <a:moveTo>
                  <a:pt x="333375" y="800100"/>
                </a:moveTo>
                <a:lnTo>
                  <a:pt x="342900" y="800100"/>
                </a:lnTo>
                <a:lnTo>
                  <a:pt x="342900" y="809625"/>
                </a:lnTo>
                <a:lnTo>
                  <a:pt x="333375" y="809625"/>
                </a:lnTo>
                <a:close/>
                <a:moveTo>
                  <a:pt x="590550" y="800100"/>
                </a:moveTo>
                <a:lnTo>
                  <a:pt x="638175" y="800100"/>
                </a:lnTo>
                <a:lnTo>
                  <a:pt x="638175" y="809625"/>
                </a:lnTo>
                <a:lnTo>
                  <a:pt x="590550" y="809625"/>
                </a:lnTo>
                <a:close/>
                <a:moveTo>
                  <a:pt x="647700" y="800100"/>
                </a:moveTo>
                <a:lnTo>
                  <a:pt x="676275" y="800100"/>
                </a:lnTo>
                <a:lnTo>
                  <a:pt x="676275" y="819150"/>
                </a:lnTo>
                <a:lnTo>
                  <a:pt x="666750" y="819150"/>
                </a:lnTo>
                <a:lnTo>
                  <a:pt x="666750" y="828675"/>
                </a:lnTo>
                <a:lnTo>
                  <a:pt x="638175" y="828675"/>
                </a:lnTo>
                <a:lnTo>
                  <a:pt x="638175" y="809625"/>
                </a:lnTo>
                <a:lnTo>
                  <a:pt x="647700" y="809625"/>
                </a:lnTo>
                <a:close/>
                <a:moveTo>
                  <a:pt x="704850" y="800100"/>
                </a:moveTo>
                <a:lnTo>
                  <a:pt x="742950" y="800100"/>
                </a:lnTo>
                <a:lnTo>
                  <a:pt x="742950" y="819150"/>
                </a:lnTo>
                <a:lnTo>
                  <a:pt x="704850" y="819150"/>
                </a:lnTo>
                <a:close/>
                <a:moveTo>
                  <a:pt x="752475" y="819150"/>
                </a:moveTo>
                <a:lnTo>
                  <a:pt x="762000" y="819150"/>
                </a:lnTo>
                <a:lnTo>
                  <a:pt x="762000" y="838200"/>
                </a:lnTo>
                <a:lnTo>
                  <a:pt x="752475" y="838200"/>
                </a:lnTo>
                <a:close/>
                <a:moveTo>
                  <a:pt x="800100" y="819150"/>
                </a:moveTo>
                <a:lnTo>
                  <a:pt x="847725" y="819150"/>
                </a:lnTo>
                <a:lnTo>
                  <a:pt x="847725" y="838200"/>
                </a:lnTo>
                <a:lnTo>
                  <a:pt x="800100" y="838200"/>
                </a:lnTo>
                <a:close/>
                <a:moveTo>
                  <a:pt x="876300" y="819150"/>
                </a:moveTo>
                <a:lnTo>
                  <a:pt x="914400" y="819150"/>
                </a:lnTo>
                <a:lnTo>
                  <a:pt x="914400" y="838200"/>
                </a:lnTo>
                <a:lnTo>
                  <a:pt x="876300" y="838200"/>
                </a:lnTo>
                <a:close/>
                <a:moveTo>
                  <a:pt x="923925" y="819150"/>
                </a:moveTo>
                <a:lnTo>
                  <a:pt x="971550" y="819150"/>
                </a:lnTo>
                <a:lnTo>
                  <a:pt x="971550" y="838200"/>
                </a:lnTo>
                <a:lnTo>
                  <a:pt x="923925" y="838200"/>
                </a:lnTo>
                <a:close/>
                <a:moveTo>
                  <a:pt x="1085850" y="819150"/>
                </a:moveTo>
                <a:lnTo>
                  <a:pt x="1104900" y="819150"/>
                </a:lnTo>
                <a:lnTo>
                  <a:pt x="1104900" y="838200"/>
                </a:lnTo>
                <a:lnTo>
                  <a:pt x="1085850" y="838200"/>
                </a:lnTo>
                <a:close/>
                <a:moveTo>
                  <a:pt x="1714500" y="857250"/>
                </a:moveTo>
                <a:lnTo>
                  <a:pt x="1733550" y="857250"/>
                </a:lnTo>
                <a:lnTo>
                  <a:pt x="1733550" y="876300"/>
                </a:lnTo>
                <a:lnTo>
                  <a:pt x="1724025" y="876300"/>
                </a:lnTo>
                <a:lnTo>
                  <a:pt x="1724025" y="885825"/>
                </a:lnTo>
                <a:lnTo>
                  <a:pt x="1714500" y="885825"/>
                </a:lnTo>
                <a:close/>
                <a:moveTo>
                  <a:pt x="523875" y="904875"/>
                </a:moveTo>
                <a:lnTo>
                  <a:pt x="552450" y="904875"/>
                </a:lnTo>
                <a:lnTo>
                  <a:pt x="552450" y="914400"/>
                </a:lnTo>
                <a:lnTo>
                  <a:pt x="523875" y="914400"/>
                </a:lnTo>
                <a:close/>
                <a:moveTo>
                  <a:pt x="219075" y="914400"/>
                </a:moveTo>
                <a:lnTo>
                  <a:pt x="228600" y="914400"/>
                </a:lnTo>
                <a:lnTo>
                  <a:pt x="228600" y="923925"/>
                </a:lnTo>
                <a:lnTo>
                  <a:pt x="219075" y="923925"/>
                </a:lnTo>
                <a:close/>
                <a:moveTo>
                  <a:pt x="933450" y="914400"/>
                </a:moveTo>
                <a:lnTo>
                  <a:pt x="952500" y="914400"/>
                </a:lnTo>
                <a:lnTo>
                  <a:pt x="952500" y="923925"/>
                </a:lnTo>
                <a:lnTo>
                  <a:pt x="933450" y="923925"/>
                </a:lnTo>
                <a:close/>
                <a:moveTo>
                  <a:pt x="238125" y="923925"/>
                </a:moveTo>
                <a:lnTo>
                  <a:pt x="247650" y="923925"/>
                </a:lnTo>
                <a:lnTo>
                  <a:pt x="247650" y="933450"/>
                </a:lnTo>
                <a:lnTo>
                  <a:pt x="238125" y="933450"/>
                </a:lnTo>
                <a:close/>
                <a:moveTo>
                  <a:pt x="428625" y="923925"/>
                </a:moveTo>
                <a:lnTo>
                  <a:pt x="438150" y="923925"/>
                </a:lnTo>
                <a:lnTo>
                  <a:pt x="438150" y="933450"/>
                </a:lnTo>
                <a:lnTo>
                  <a:pt x="428625" y="933450"/>
                </a:lnTo>
                <a:close/>
                <a:moveTo>
                  <a:pt x="962025" y="923925"/>
                </a:moveTo>
                <a:lnTo>
                  <a:pt x="971550" y="923925"/>
                </a:lnTo>
                <a:lnTo>
                  <a:pt x="971550" y="933450"/>
                </a:lnTo>
                <a:lnTo>
                  <a:pt x="962025" y="933450"/>
                </a:lnTo>
                <a:close/>
                <a:moveTo>
                  <a:pt x="628650" y="933450"/>
                </a:moveTo>
                <a:lnTo>
                  <a:pt x="657225" y="933450"/>
                </a:lnTo>
                <a:lnTo>
                  <a:pt x="657225" y="942975"/>
                </a:lnTo>
                <a:lnTo>
                  <a:pt x="628650" y="942975"/>
                </a:lnTo>
                <a:close/>
                <a:moveTo>
                  <a:pt x="895350" y="933450"/>
                </a:moveTo>
                <a:lnTo>
                  <a:pt x="904875" y="933450"/>
                </a:lnTo>
                <a:lnTo>
                  <a:pt x="904875" y="942975"/>
                </a:lnTo>
                <a:lnTo>
                  <a:pt x="895350" y="942975"/>
                </a:lnTo>
                <a:close/>
                <a:moveTo>
                  <a:pt x="981075" y="933450"/>
                </a:moveTo>
                <a:lnTo>
                  <a:pt x="990600" y="933450"/>
                </a:lnTo>
                <a:lnTo>
                  <a:pt x="990600" y="942975"/>
                </a:lnTo>
                <a:lnTo>
                  <a:pt x="981075" y="942975"/>
                </a:lnTo>
                <a:close/>
                <a:moveTo>
                  <a:pt x="990600" y="942975"/>
                </a:moveTo>
                <a:lnTo>
                  <a:pt x="1000125" y="942975"/>
                </a:lnTo>
                <a:lnTo>
                  <a:pt x="1000125" y="952500"/>
                </a:lnTo>
                <a:lnTo>
                  <a:pt x="990600" y="952500"/>
                </a:lnTo>
                <a:close/>
                <a:moveTo>
                  <a:pt x="571500" y="952500"/>
                </a:moveTo>
                <a:lnTo>
                  <a:pt x="590550" y="952500"/>
                </a:lnTo>
                <a:lnTo>
                  <a:pt x="590550" y="962025"/>
                </a:lnTo>
                <a:lnTo>
                  <a:pt x="571500" y="962025"/>
                </a:lnTo>
                <a:close/>
                <a:moveTo>
                  <a:pt x="1000125" y="952500"/>
                </a:moveTo>
                <a:lnTo>
                  <a:pt x="1047750" y="952500"/>
                </a:lnTo>
                <a:lnTo>
                  <a:pt x="1047750" y="962025"/>
                </a:lnTo>
                <a:lnTo>
                  <a:pt x="1038225" y="962025"/>
                </a:lnTo>
                <a:lnTo>
                  <a:pt x="1038225" y="971550"/>
                </a:lnTo>
                <a:lnTo>
                  <a:pt x="1009650" y="971550"/>
                </a:lnTo>
                <a:lnTo>
                  <a:pt x="1009650" y="962025"/>
                </a:lnTo>
                <a:lnTo>
                  <a:pt x="1000125" y="962025"/>
                </a:lnTo>
                <a:close/>
                <a:moveTo>
                  <a:pt x="1085850" y="952500"/>
                </a:moveTo>
                <a:lnTo>
                  <a:pt x="1104900" y="952500"/>
                </a:lnTo>
                <a:lnTo>
                  <a:pt x="1104900" y="962025"/>
                </a:lnTo>
                <a:lnTo>
                  <a:pt x="1114425" y="962025"/>
                </a:lnTo>
                <a:lnTo>
                  <a:pt x="1114425" y="971550"/>
                </a:lnTo>
                <a:lnTo>
                  <a:pt x="1085850" y="971550"/>
                </a:lnTo>
                <a:close/>
                <a:moveTo>
                  <a:pt x="1266825" y="952500"/>
                </a:moveTo>
                <a:lnTo>
                  <a:pt x="1447800" y="952500"/>
                </a:lnTo>
                <a:lnTo>
                  <a:pt x="1447800" y="971550"/>
                </a:lnTo>
                <a:lnTo>
                  <a:pt x="1266825" y="971550"/>
                </a:lnTo>
                <a:close/>
                <a:moveTo>
                  <a:pt x="561975" y="962025"/>
                </a:moveTo>
                <a:lnTo>
                  <a:pt x="571500" y="962025"/>
                </a:lnTo>
                <a:lnTo>
                  <a:pt x="571500" y="971550"/>
                </a:lnTo>
                <a:lnTo>
                  <a:pt x="561975" y="971550"/>
                </a:lnTo>
                <a:close/>
                <a:moveTo>
                  <a:pt x="228600" y="971550"/>
                </a:moveTo>
                <a:lnTo>
                  <a:pt x="238125" y="971550"/>
                </a:lnTo>
                <a:lnTo>
                  <a:pt x="238125" y="981075"/>
                </a:lnTo>
                <a:lnTo>
                  <a:pt x="228600" y="981075"/>
                </a:lnTo>
                <a:close/>
                <a:moveTo>
                  <a:pt x="247650" y="971550"/>
                </a:moveTo>
                <a:lnTo>
                  <a:pt x="257175" y="971550"/>
                </a:lnTo>
                <a:lnTo>
                  <a:pt x="257175" y="981075"/>
                </a:lnTo>
                <a:lnTo>
                  <a:pt x="247650" y="981075"/>
                </a:lnTo>
                <a:close/>
                <a:moveTo>
                  <a:pt x="361950" y="971550"/>
                </a:moveTo>
                <a:lnTo>
                  <a:pt x="371475" y="971550"/>
                </a:lnTo>
                <a:lnTo>
                  <a:pt x="371475" y="981075"/>
                </a:lnTo>
                <a:lnTo>
                  <a:pt x="361950" y="981075"/>
                </a:lnTo>
                <a:close/>
                <a:moveTo>
                  <a:pt x="466725" y="971550"/>
                </a:moveTo>
                <a:lnTo>
                  <a:pt x="476250" y="971550"/>
                </a:lnTo>
                <a:lnTo>
                  <a:pt x="476250" y="981075"/>
                </a:lnTo>
                <a:lnTo>
                  <a:pt x="466725" y="981075"/>
                </a:lnTo>
                <a:close/>
                <a:moveTo>
                  <a:pt x="1076325" y="971550"/>
                </a:moveTo>
                <a:lnTo>
                  <a:pt x="1085850" y="971550"/>
                </a:lnTo>
                <a:lnTo>
                  <a:pt x="1085850" y="981075"/>
                </a:lnTo>
                <a:lnTo>
                  <a:pt x="1076325" y="981075"/>
                </a:lnTo>
                <a:close/>
                <a:moveTo>
                  <a:pt x="447675" y="981075"/>
                </a:moveTo>
                <a:lnTo>
                  <a:pt x="457200" y="981075"/>
                </a:lnTo>
                <a:lnTo>
                  <a:pt x="457200" y="990600"/>
                </a:lnTo>
                <a:lnTo>
                  <a:pt x="447675" y="990600"/>
                </a:lnTo>
                <a:close/>
                <a:moveTo>
                  <a:pt x="419100" y="1009650"/>
                </a:moveTo>
                <a:lnTo>
                  <a:pt x="428625" y="1009650"/>
                </a:lnTo>
                <a:lnTo>
                  <a:pt x="428625" y="1019175"/>
                </a:lnTo>
                <a:lnTo>
                  <a:pt x="419100" y="1019175"/>
                </a:lnTo>
                <a:close/>
                <a:moveTo>
                  <a:pt x="114300" y="1038225"/>
                </a:moveTo>
                <a:lnTo>
                  <a:pt x="123825" y="1038225"/>
                </a:lnTo>
                <a:lnTo>
                  <a:pt x="123825" y="1066800"/>
                </a:lnTo>
                <a:lnTo>
                  <a:pt x="114300" y="1066800"/>
                </a:lnTo>
                <a:close/>
                <a:moveTo>
                  <a:pt x="295275" y="1038225"/>
                </a:moveTo>
                <a:lnTo>
                  <a:pt x="304800" y="1038225"/>
                </a:lnTo>
                <a:lnTo>
                  <a:pt x="304800" y="1047750"/>
                </a:lnTo>
                <a:lnTo>
                  <a:pt x="295275" y="1047750"/>
                </a:lnTo>
                <a:close/>
                <a:moveTo>
                  <a:pt x="323850" y="1038225"/>
                </a:moveTo>
                <a:lnTo>
                  <a:pt x="333375" y="1038225"/>
                </a:lnTo>
                <a:lnTo>
                  <a:pt x="333375" y="1047750"/>
                </a:lnTo>
                <a:lnTo>
                  <a:pt x="323850" y="1047750"/>
                </a:lnTo>
                <a:close/>
                <a:moveTo>
                  <a:pt x="304800" y="1047750"/>
                </a:moveTo>
                <a:lnTo>
                  <a:pt x="323850" y="1047750"/>
                </a:lnTo>
                <a:lnTo>
                  <a:pt x="323850" y="1057275"/>
                </a:lnTo>
                <a:lnTo>
                  <a:pt x="314325" y="1057275"/>
                </a:lnTo>
                <a:lnTo>
                  <a:pt x="314325" y="1066800"/>
                </a:lnTo>
                <a:lnTo>
                  <a:pt x="304800" y="1066800"/>
                </a:lnTo>
                <a:close/>
                <a:moveTo>
                  <a:pt x="342900" y="1047750"/>
                </a:moveTo>
                <a:lnTo>
                  <a:pt x="371475" y="1047750"/>
                </a:lnTo>
                <a:lnTo>
                  <a:pt x="371475" y="1057275"/>
                </a:lnTo>
                <a:lnTo>
                  <a:pt x="400050" y="1057275"/>
                </a:lnTo>
                <a:lnTo>
                  <a:pt x="400050" y="1066800"/>
                </a:lnTo>
                <a:lnTo>
                  <a:pt x="352425" y="1066800"/>
                </a:lnTo>
                <a:lnTo>
                  <a:pt x="352425" y="1057275"/>
                </a:lnTo>
                <a:lnTo>
                  <a:pt x="342900" y="1057275"/>
                </a:lnTo>
                <a:close/>
                <a:moveTo>
                  <a:pt x="285750" y="1057275"/>
                </a:moveTo>
                <a:lnTo>
                  <a:pt x="295275" y="1057275"/>
                </a:lnTo>
                <a:lnTo>
                  <a:pt x="295275" y="1066800"/>
                </a:lnTo>
                <a:lnTo>
                  <a:pt x="285750" y="1066800"/>
                </a:lnTo>
                <a:close/>
                <a:moveTo>
                  <a:pt x="409575" y="1057275"/>
                </a:moveTo>
                <a:lnTo>
                  <a:pt x="419100" y="1057275"/>
                </a:lnTo>
                <a:lnTo>
                  <a:pt x="419100" y="1066800"/>
                </a:lnTo>
                <a:lnTo>
                  <a:pt x="409575" y="1066800"/>
                </a:lnTo>
                <a:close/>
                <a:moveTo>
                  <a:pt x="1685925" y="1057275"/>
                </a:moveTo>
                <a:lnTo>
                  <a:pt x="1695450" y="1057275"/>
                </a:lnTo>
                <a:lnTo>
                  <a:pt x="1695450" y="1066800"/>
                </a:lnTo>
                <a:lnTo>
                  <a:pt x="1685925" y="1066800"/>
                </a:lnTo>
                <a:close/>
                <a:moveTo>
                  <a:pt x="695325" y="1076325"/>
                </a:moveTo>
                <a:lnTo>
                  <a:pt x="714375" y="1076325"/>
                </a:lnTo>
                <a:lnTo>
                  <a:pt x="714375" y="1085850"/>
                </a:lnTo>
                <a:lnTo>
                  <a:pt x="723900" y="1085850"/>
                </a:lnTo>
                <a:lnTo>
                  <a:pt x="723900" y="1114425"/>
                </a:lnTo>
                <a:lnTo>
                  <a:pt x="714375" y="1114425"/>
                </a:lnTo>
                <a:lnTo>
                  <a:pt x="714375" y="1123950"/>
                </a:lnTo>
                <a:lnTo>
                  <a:pt x="685800" y="1123950"/>
                </a:lnTo>
                <a:lnTo>
                  <a:pt x="685800" y="1114425"/>
                </a:lnTo>
                <a:lnTo>
                  <a:pt x="704850" y="1114425"/>
                </a:lnTo>
                <a:lnTo>
                  <a:pt x="704850" y="1104900"/>
                </a:lnTo>
                <a:lnTo>
                  <a:pt x="714375" y="1104900"/>
                </a:lnTo>
                <a:lnTo>
                  <a:pt x="714375" y="1095375"/>
                </a:lnTo>
                <a:lnTo>
                  <a:pt x="704850" y="1095375"/>
                </a:lnTo>
                <a:lnTo>
                  <a:pt x="704850" y="1085850"/>
                </a:lnTo>
                <a:lnTo>
                  <a:pt x="695325" y="1085850"/>
                </a:lnTo>
                <a:close/>
                <a:moveTo>
                  <a:pt x="771525" y="1076325"/>
                </a:moveTo>
                <a:lnTo>
                  <a:pt x="800100" y="1076325"/>
                </a:lnTo>
                <a:lnTo>
                  <a:pt x="800100" y="1085850"/>
                </a:lnTo>
                <a:lnTo>
                  <a:pt x="771525" y="1085850"/>
                </a:lnTo>
                <a:close/>
                <a:moveTo>
                  <a:pt x="1181100" y="1076325"/>
                </a:moveTo>
                <a:lnTo>
                  <a:pt x="1190625" y="1076325"/>
                </a:lnTo>
                <a:lnTo>
                  <a:pt x="1190625" y="1085850"/>
                </a:lnTo>
                <a:lnTo>
                  <a:pt x="1181100" y="1085850"/>
                </a:lnTo>
                <a:close/>
                <a:moveTo>
                  <a:pt x="1657350" y="1076325"/>
                </a:moveTo>
                <a:lnTo>
                  <a:pt x="1666875" y="1076325"/>
                </a:lnTo>
                <a:lnTo>
                  <a:pt x="1666875" y="1085850"/>
                </a:lnTo>
                <a:lnTo>
                  <a:pt x="1657350" y="1085850"/>
                </a:lnTo>
                <a:close/>
                <a:moveTo>
                  <a:pt x="485775" y="1085850"/>
                </a:moveTo>
                <a:lnTo>
                  <a:pt x="495300" y="1085850"/>
                </a:lnTo>
                <a:lnTo>
                  <a:pt x="495300" y="1114425"/>
                </a:lnTo>
                <a:lnTo>
                  <a:pt x="504825" y="1114425"/>
                </a:lnTo>
                <a:lnTo>
                  <a:pt x="504825" y="1123950"/>
                </a:lnTo>
                <a:lnTo>
                  <a:pt x="514350" y="1123950"/>
                </a:lnTo>
                <a:lnTo>
                  <a:pt x="514350" y="1133475"/>
                </a:lnTo>
                <a:lnTo>
                  <a:pt x="466725" y="1133475"/>
                </a:lnTo>
                <a:lnTo>
                  <a:pt x="466725" y="1123950"/>
                </a:lnTo>
                <a:lnTo>
                  <a:pt x="485775" y="1123950"/>
                </a:lnTo>
                <a:lnTo>
                  <a:pt x="485775" y="1114425"/>
                </a:lnTo>
                <a:lnTo>
                  <a:pt x="466725" y="1114425"/>
                </a:lnTo>
                <a:lnTo>
                  <a:pt x="466725" y="1095375"/>
                </a:lnTo>
                <a:lnTo>
                  <a:pt x="485775" y="1095375"/>
                </a:lnTo>
                <a:close/>
                <a:moveTo>
                  <a:pt x="504825" y="1085850"/>
                </a:moveTo>
                <a:lnTo>
                  <a:pt x="514350" y="1085850"/>
                </a:lnTo>
                <a:lnTo>
                  <a:pt x="514350" y="1104900"/>
                </a:lnTo>
                <a:lnTo>
                  <a:pt x="504825" y="1104900"/>
                </a:lnTo>
                <a:close/>
                <a:moveTo>
                  <a:pt x="571500" y="1085850"/>
                </a:moveTo>
                <a:lnTo>
                  <a:pt x="657225" y="1085850"/>
                </a:lnTo>
                <a:lnTo>
                  <a:pt x="657225" y="1104900"/>
                </a:lnTo>
                <a:lnTo>
                  <a:pt x="638175" y="1104900"/>
                </a:lnTo>
                <a:lnTo>
                  <a:pt x="638175" y="1095375"/>
                </a:lnTo>
                <a:lnTo>
                  <a:pt x="619125" y="1095375"/>
                </a:lnTo>
                <a:lnTo>
                  <a:pt x="619125" y="1104900"/>
                </a:lnTo>
                <a:lnTo>
                  <a:pt x="571500" y="1104900"/>
                </a:lnTo>
                <a:close/>
                <a:moveTo>
                  <a:pt x="990600" y="1085850"/>
                </a:moveTo>
                <a:lnTo>
                  <a:pt x="1019175" y="1085850"/>
                </a:lnTo>
                <a:lnTo>
                  <a:pt x="1019175" y="1104900"/>
                </a:lnTo>
                <a:lnTo>
                  <a:pt x="1009650" y="1104900"/>
                </a:lnTo>
                <a:lnTo>
                  <a:pt x="1009650" y="1114425"/>
                </a:lnTo>
                <a:lnTo>
                  <a:pt x="1000125" y="1114425"/>
                </a:lnTo>
                <a:lnTo>
                  <a:pt x="1000125" y="1104900"/>
                </a:lnTo>
                <a:lnTo>
                  <a:pt x="990600" y="1104900"/>
                </a:lnTo>
                <a:close/>
                <a:moveTo>
                  <a:pt x="1076325" y="1085850"/>
                </a:moveTo>
                <a:lnTo>
                  <a:pt x="1143000" y="1085850"/>
                </a:lnTo>
                <a:lnTo>
                  <a:pt x="1143000" y="1104900"/>
                </a:lnTo>
                <a:lnTo>
                  <a:pt x="1123950" y="1104900"/>
                </a:lnTo>
                <a:lnTo>
                  <a:pt x="1123950" y="1123950"/>
                </a:lnTo>
                <a:lnTo>
                  <a:pt x="1133475" y="1123950"/>
                </a:lnTo>
                <a:lnTo>
                  <a:pt x="1133475" y="1133475"/>
                </a:lnTo>
                <a:lnTo>
                  <a:pt x="1076325" y="1133475"/>
                </a:lnTo>
                <a:lnTo>
                  <a:pt x="1076325" y="1123950"/>
                </a:lnTo>
                <a:lnTo>
                  <a:pt x="1114425" y="1123950"/>
                </a:lnTo>
                <a:lnTo>
                  <a:pt x="1114425" y="1114425"/>
                </a:lnTo>
                <a:lnTo>
                  <a:pt x="1085850" y="1114425"/>
                </a:lnTo>
                <a:lnTo>
                  <a:pt x="1085850" y="1104900"/>
                </a:lnTo>
                <a:lnTo>
                  <a:pt x="1076325" y="1104900"/>
                </a:lnTo>
                <a:close/>
                <a:moveTo>
                  <a:pt x="1247775" y="1085850"/>
                </a:moveTo>
                <a:lnTo>
                  <a:pt x="1257300" y="1085850"/>
                </a:lnTo>
                <a:lnTo>
                  <a:pt x="1257300" y="1095375"/>
                </a:lnTo>
                <a:lnTo>
                  <a:pt x="1247775" y="1095375"/>
                </a:lnTo>
                <a:close/>
                <a:moveTo>
                  <a:pt x="1285875" y="1085850"/>
                </a:moveTo>
                <a:lnTo>
                  <a:pt x="1295400" y="1085850"/>
                </a:lnTo>
                <a:lnTo>
                  <a:pt x="1295400" y="1104900"/>
                </a:lnTo>
                <a:lnTo>
                  <a:pt x="1285875" y="1104900"/>
                </a:lnTo>
                <a:close/>
                <a:moveTo>
                  <a:pt x="200025" y="1095375"/>
                </a:moveTo>
                <a:lnTo>
                  <a:pt x="209550" y="1095375"/>
                </a:lnTo>
                <a:lnTo>
                  <a:pt x="209550" y="1104900"/>
                </a:lnTo>
                <a:lnTo>
                  <a:pt x="200025" y="1104900"/>
                </a:lnTo>
                <a:close/>
                <a:moveTo>
                  <a:pt x="352425" y="1104900"/>
                </a:moveTo>
                <a:lnTo>
                  <a:pt x="371475" y="1104900"/>
                </a:lnTo>
                <a:lnTo>
                  <a:pt x="371475" y="1114425"/>
                </a:lnTo>
                <a:lnTo>
                  <a:pt x="352425" y="1114425"/>
                </a:lnTo>
                <a:close/>
                <a:moveTo>
                  <a:pt x="390525" y="1104900"/>
                </a:moveTo>
                <a:lnTo>
                  <a:pt x="419100" y="1104900"/>
                </a:lnTo>
                <a:lnTo>
                  <a:pt x="419100" y="1114425"/>
                </a:lnTo>
                <a:lnTo>
                  <a:pt x="390525" y="1114425"/>
                </a:lnTo>
                <a:close/>
                <a:moveTo>
                  <a:pt x="1314450" y="1104900"/>
                </a:moveTo>
                <a:lnTo>
                  <a:pt x="1333500" y="1104900"/>
                </a:lnTo>
                <a:lnTo>
                  <a:pt x="1333500" y="1114425"/>
                </a:lnTo>
                <a:lnTo>
                  <a:pt x="1314450" y="1114425"/>
                </a:lnTo>
                <a:close/>
                <a:moveTo>
                  <a:pt x="1695450" y="1104900"/>
                </a:moveTo>
                <a:lnTo>
                  <a:pt x="1704975" y="1104900"/>
                </a:lnTo>
                <a:lnTo>
                  <a:pt x="1704975" y="1114425"/>
                </a:lnTo>
                <a:lnTo>
                  <a:pt x="1695450" y="1114425"/>
                </a:lnTo>
                <a:close/>
                <a:moveTo>
                  <a:pt x="304800" y="1123950"/>
                </a:moveTo>
                <a:lnTo>
                  <a:pt x="333375" y="1123950"/>
                </a:lnTo>
                <a:lnTo>
                  <a:pt x="333375" y="1133475"/>
                </a:lnTo>
                <a:lnTo>
                  <a:pt x="323850" y="1133475"/>
                </a:lnTo>
                <a:lnTo>
                  <a:pt x="323850" y="1143000"/>
                </a:lnTo>
                <a:lnTo>
                  <a:pt x="276225" y="1143000"/>
                </a:lnTo>
                <a:lnTo>
                  <a:pt x="276225" y="1133475"/>
                </a:lnTo>
                <a:lnTo>
                  <a:pt x="304800" y="1133475"/>
                </a:lnTo>
                <a:close/>
                <a:moveTo>
                  <a:pt x="352425" y="1123950"/>
                </a:moveTo>
                <a:lnTo>
                  <a:pt x="371475" y="1123950"/>
                </a:lnTo>
                <a:lnTo>
                  <a:pt x="371475" y="1133475"/>
                </a:lnTo>
                <a:lnTo>
                  <a:pt x="352425" y="1133475"/>
                </a:lnTo>
                <a:close/>
                <a:moveTo>
                  <a:pt x="390525" y="1123950"/>
                </a:moveTo>
                <a:lnTo>
                  <a:pt x="419100" y="1123950"/>
                </a:lnTo>
                <a:lnTo>
                  <a:pt x="419100" y="1133475"/>
                </a:lnTo>
                <a:lnTo>
                  <a:pt x="390525" y="1133475"/>
                </a:lnTo>
                <a:close/>
                <a:moveTo>
                  <a:pt x="666750" y="1123950"/>
                </a:moveTo>
                <a:lnTo>
                  <a:pt x="685800" y="1123950"/>
                </a:lnTo>
                <a:lnTo>
                  <a:pt x="685800" y="1133475"/>
                </a:lnTo>
                <a:lnTo>
                  <a:pt x="666750" y="1133475"/>
                </a:lnTo>
                <a:close/>
                <a:moveTo>
                  <a:pt x="990600" y="1123950"/>
                </a:moveTo>
                <a:lnTo>
                  <a:pt x="1009650" y="1123950"/>
                </a:lnTo>
                <a:lnTo>
                  <a:pt x="1009650" y="1133475"/>
                </a:lnTo>
                <a:lnTo>
                  <a:pt x="990600" y="1133475"/>
                </a:lnTo>
                <a:close/>
                <a:moveTo>
                  <a:pt x="1314450" y="1123950"/>
                </a:moveTo>
                <a:lnTo>
                  <a:pt x="1333500" y="1123950"/>
                </a:lnTo>
                <a:lnTo>
                  <a:pt x="1333500" y="1133475"/>
                </a:lnTo>
                <a:lnTo>
                  <a:pt x="1314450" y="1133475"/>
                </a:lnTo>
                <a:close/>
                <a:moveTo>
                  <a:pt x="200025" y="1143000"/>
                </a:moveTo>
                <a:lnTo>
                  <a:pt x="219075" y="1143000"/>
                </a:lnTo>
                <a:lnTo>
                  <a:pt x="219075" y="1152525"/>
                </a:lnTo>
                <a:lnTo>
                  <a:pt x="200025" y="1152525"/>
                </a:lnTo>
                <a:close/>
                <a:moveTo>
                  <a:pt x="1685925" y="1152525"/>
                </a:moveTo>
                <a:lnTo>
                  <a:pt x="1724025" y="1152525"/>
                </a:lnTo>
                <a:lnTo>
                  <a:pt x="1724025" y="1171575"/>
                </a:lnTo>
                <a:lnTo>
                  <a:pt x="1714500" y="1171575"/>
                </a:lnTo>
                <a:lnTo>
                  <a:pt x="1714500" y="1190625"/>
                </a:lnTo>
                <a:lnTo>
                  <a:pt x="1704975" y="1190625"/>
                </a:lnTo>
                <a:lnTo>
                  <a:pt x="1704975" y="1171575"/>
                </a:lnTo>
                <a:lnTo>
                  <a:pt x="1695450" y="1171575"/>
                </a:lnTo>
                <a:lnTo>
                  <a:pt x="1695450" y="1162050"/>
                </a:lnTo>
                <a:lnTo>
                  <a:pt x="1685925" y="1162050"/>
                </a:lnTo>
                <a:close/>
                <a:moveTo>
                  <a:pt x="180975" y="1181100"/>
                </a:moveTo>
                <a:lnTo>
                  <a:pt x="200025" y="1181100"/>
                </a:lnTo>
                <a:lnTo>
                  <a:pt x="200025" y="1190625"/>
                </a:lnTo>
                <a:lnTo>
                  <a:pt x="180975" y="1190625"/>
                </a:lnTo>
                <a:close/>
                <a:moveTo>
                  <a:pt x="1685925" y="1209675"/>
                </a:moveTo>
                <a:lnTo>
                  <a:pt x="1695450" y="1209675"/>
                </a:lnTo>
                <a:lnTo>
                  <a:pt x="1695450" y="1219200"/>
                </a:lnTo>
                <a:lnTo>
                  <a:pt x="1685925" y="1219200"/>
                </a:lnTo>
                <a:close/>
                <a:moveTo>
                  <a:pt x="1066800" y="1238250"/>
                </a:moveTo>
                <a:lnTo>
                  <a:pt x="1076325" y="1238250"/>
                </a:lnTo>
                <a:lnTo>
                  <a:pt x="1076325" y="1257300"/>
                </a:lnTo>
                <a:lnTo>
                  <a:pt x="1066800" y="1257300"/>
                </a:lnTo>
                <a:close/>
                <a:moveTo>
                  <a:pt x="123825" y="1247775"/>
                </a:moveTo>
                <a:lnTo>
                  <a:pt x="133350" y="1247775"/>
                </a:lnTo>
                <a:lnTo>
                  <a:pt x="133350" y="1276350"/>
                </a:lnTo>
                <a:lnTo>
                  <a:pt x="142875" y="1276350"/>
                </a:lnTo>
                <a:lnTo>
                  <a:pt x="142875" y="1295400"/>
                </a:lnTo>
                <a:lnTo>
                  <a:pt x="123825" y="1295400"/>
                </a:lnTo>
                <a:close/>
                <a:moveTo>
                  <a:pt x="1057275" y="1257300"/>
                </a:moveTo>
                <a:lnTo>
                  <a:pt x="1066800" y="1257300"/>
                </a:lnTo>
                <a:lnTo>
                  <a:pt x="1066800" y="1266825"/>
                </a:lnTo>
                <a:lnTo>
                  <a:pt x="1057275" y="1266825"/>
                </a:lnTo>
                <a:close/>
                <a:moveTo>
                  <a:pt x="200025" y="1266825"/>
                </a:moveTo>
                <a:lnTo>
                  <a:pt x="209550" y="1266825"/>
                </a:lnTo>
                <a:lnTo>
                  <a:pt x="209550" y="1295400"/>
                </a:lnTo>
                <a:lnTo>
                  <a:pt x="200025" y="1295400"/>
                </a:lnTo>
                <a:close/>
                <a:moveTo>
                  <a:pt x="1704975" y="1276350"/>
                </a:moveTo>
                <a:lnTo>
                  <a:pt x="1724025" y="1276350"/>
                </a:lnTo>
                <a:lnTo>
                  <a:pt x="1724025" y="1285875"/>
                </a:lnTo>
                <a:lnTo>
                  <a:pt x="1704975" y="1285875"/>
                </a:lnTo>
                <a:close/>
                <a:moveTo>
                  <a:pt x="1733550" y="1276350"/>
                </a:moveTo>
                <a:lnTo>
                  <a:pt x="1743075" y="1276350"/>
                </a:lnTo>
                <a:lnTo>
                  <a:pt x="1743075" y="1285875"/>
                </a:lnTo>
                <a:lnTo>
                  <a:pt x="1733550" y="1285875"/>
                </a:lnTo>
                <a:close/>
                <a:moveTo>
                  <a:pt x="200025" y="1314450"/>
                </a:moveTo>
                <a:lnTo>
                  <a:pt x="209550" y="1314450"/>
                </a:lnTo>
                <a:lnTo>
                  <a:pt x="209550" y="1323975"/>
                </a:lnTo>
                <a:lnTo>
                  <a:pt x="200025" y="1323975"/>
                </a:lnTo>
                <a:close/>
                <a:moveTo>
                  <a:pt x="114300" y="1333500"/>
                </a:moveTo>
                <a:lnTo>
                  <a:pt x="123825" y="1333500"/>
                </a:lnTo>
                <a:lnTo>
                  <a:pt x="123825" y="1343025"/>
                </a:lnTo>
                <a:lnTo>
                  <a:pt x="114300" y="1343025"/>
                </a:lnTo>
                <a:close/>
                <a:moveTo>
                  <a:pt x="133350" y="1333500"/>
                </a:moveTo>
                <a:lnTo>
                  <a:pt x="142875" y="1333500"/>
                </a:lnTo>
                <a:lnTo>
                  <a:pt x="142875" y="1352550"/>
                </a:lnTo>
                <a:lnTo>
                  <a:pt x="123825" y="1352550"/>
                </a:lnTo>
                <a:lnTo>
                  <a:pt x="123825" y="1343025"/>
                </a:lnTo>
                <a:lnTo>
                  <a:pt x="133350" y="1343025"/>
                </a:lnTo>
                <a:close/>
                <a:moveTo>
                  <a:pt x="428625" y="1343025"/>
                </a:moveTo>
                <a:lnTo>
                  <a:pt x="447675" y="1343025"/>
                </a:lnTo>
                <a:lnTo>
                  <a:pt x="447675" y="1352550"/>
                </a:lnTo>
                <a:lnTo>
                  <a:pt x="428625" y="1352550"/>
                </a:lnTo>
                <a:close/>
                <a:moveTo>
                  <a:pt x="371475" y="1352550"/>
                </a:moveTo>
                <a:lnTo>
                  <a:pt x="409575" y="1352550"/>
                </a:lnTo>
                <a:lnTo>
                  <a:pt x="409575" y="1362075"/>
                </a:lnTo>
                <a:lnTo>
                  <a:pt x="371475" y="1362075"/>
                </a:lnTo>
                <a:close/>
                <a:moveTo>
                  <a:pt x="466725" y="1352550"/>
                </a:moveTo>
                <a:lnTo>
                  <a:pt x="514350" y="1352550"/>
                </a:lnTo>
                <a:lnTo>
                  <a:pt x="514350" y="1362075"/>
                </a:lnTo>
                <a:lnTo>
                  <a:pt x="495300" y="1362075"/>
                </a:lnTo>
                <a:lnTo>
                  <a:pt x="495300" y="1371600"/>
                </a:lnTo>
                <a:lnTo>
                  <a:pt x="485775" y="1371600"/>
                </a:lnTo>
                <a:lnTo>
                  <a:pt x="485775" y="1362075"/>
                </a:lnTo>
                <a:lnTo>
                  <a:pt x="466725" y="1362075"/>
                </a:lnTo>
                <a:close/>
                <a:moveTo>
                  <a:pt x="533400" y="1352550"/>
                </a:moveTo>
                <a:lnTo>
                  <a:pt x="638175" y="1352550"/>
                </a:lnTo>
                <a:lnTo>
                  <a:pt x="638175" y="1362075"/>
                </a:lnTo>
                <a:lnTo>
                  <a:pt x="647700" y="1362075"/>
                </a:lnTo>
                <a:lnTo>
                  <a:pt x="647700" y="1352550"/>
                </a:lnTo>
                <a:lnTo>
                  <a:pt x="733425" y="1352550"/>
                </a:lnTo>
                <a:lnTo>
                  <a:pt x="733425" y="1362075"/>
                </a:lnTo>
                <a:lnTo>
                  <a:pt x="647700" y="1362075"/>
                </a:lnTo>
                <a:lnTo>
                  <a:pt x="647700" y="1371600"/>
                </a:lnTo>
                <a:lnTo>
                  <a:pt x="609600" y="1371600"/>
                </a:lnTo>
                <a:lnTo>
                  <a:pt x="609600" y="1362075"/>
                </a:lnTo>
                <a:lnTo>
                  <a:pt x="581025" y="1362075"/>
                </a:lnTo>
                <a:lnTo>
                  <a:pt x="581025" y="1371600"/>
                </a:lnTo>
                <a:lnTo>
                  <a:pt x="571500" y="1371600"/>
                </a:lnTo>
                <a:lnTo>
                  <a:pt x="571500" y="1362075"/>
                </a:lnTo>
                <a:lnTo>
                  <a:pt x="533400" y="1362075"/>
                </a:lnTo>
                <a:close/>
                <a:moveTo>
                  <a:pt x="752475" y="1352550"/>
                </a:moveTo>
                <a:lnTo>
                  <a:pt x="771525" y="1352550"/>
                </a:lnTo>
                <a:lnTo>
                  <a:pt x="771525" y="1362075"/>
                </a:lnTo>
                <a:lnTo>
                  <a:pt x="752475" y="1362075"/>
                </a:lnTo>
                <a:close/>
                <a:moveTo>
                  <a:pt x="876300" y="1352550"/>
                </a:moveTo>
                <a:lnTo>
                  <a:pt x="895350" y="1352550"/>
                </a:lnTo>
                <a:lnTo>
                  <a:pt x="895350" y="1362075"/>
                </a:lnTo>
                <a:lnTo>
                  <a:pt x="876300" y="1362075"/>
                </a:lnTo>
                <a:close/>
                <a:moveTo>
                  <a:pt x="933450" y="1352550"/>
                </a:moveTo>
                <a:lnTo>
                  <a:pt x="952500" y="1352550"/>
                </a:lnTo>
                <a:lnTo>
                  <a:pt x="952500" y="1362075"/>
                </a:lnTo>
                <a:lnTo>
                  <a:pt x="933450" y="1362075"/>
                </a:lnTo>
                <a:close/>
                <a:moveTo>
                  <a:pt x="971550" y="1352550"/>
                </a:moveTo>
                <a:lnTo>
                  <a:pt x="981075" y="1352550"/>
                </a:lnTo>
                <a:lnTo>
                  <a:pt x="981075" y="1362075"/>
                </a:lnTo>
                <a:lnTo>
                  <a:pt x="971550" y="1362075"/>
                </a:lnTo>
                <a:close/>
                <a:moveTo>
                  <a:pt x="1019175" y="1352550"/>
                </a:moveTo>
                <a:lnTo>
                  <a:pt x="1095375" y="1352550"/>
                </a:lnTo>
                <a:lnTo>
                  <a:pt x="1095375" y="1362075"/>
                </a:lnTo>
                <a:lnTo>
                  <a:pt x="1019175" y="1362075"/>
                </a:lnTo>
                <a:close/>
                <a:moveTo>
                  <a:pt x="1114425" y="1352550"/>
                </a:moveTo>
                <a:lnTo>
                  <a:pt x="1314450" y="1352550"/>
                </a:lnTo>
                <a:lnTo>
                  <a:pt x="1314450" y="1362075"/>
                </a:lnTo>
                <a:lnTo>
                  <a:pt x="1257300" y="1362075"/>
                </a:lnTo>
                <a:lnTo>
                  <a:pt x="1257300" y="1371600"/>
                </a:lnTo>
                <a:lnTo>
                  <a:pt x="1247775" y="1371600"/>
                </a:lnTo>
                <a:lnTo>
                  <a:pt x="1247775" y="1362075"/>
                </a:lnTo>
                <a:lnTo>
                  <a:pt x="1171575" y="1362075"/>
                </a:lnTo>
                <a:lnTo>
                  <a:pt x="1171575" y="1371600"/>
                </a:lnTo>
                <a:lnTo>
                  <a:pt x="1143000" y="1371600"/>
                </a:lnTo>
                <a:lnTo>
                  <a:pt x="1143000" y="1362075"/>
                </a:lnTo>
                <a:lnTo>
                  <a:pt x="1114425" y="1362075"/>
                </a:lnTo>
                <a:close/>
                <a:moveTo>
                  <a:pt x="1333500" y="1352550"/>
                </a:moveTo>
                <a:lnTo>
                  <a:pt x="1371600" y="1352550"/>
                </a:lnTo>
                <a:lnTo>
                  <a:pt x="1371600" y="1362075"/>
                </a:lnTo>
                <a:lnTo>
                  <a:pt x="1333500" y="1362075"/>
                </a:lnTo>
                <a:close/>
                <a:moveTo>
                  <a:pt x="1447800" y="1352550"/>
                </a:moveTo>
                <a:lnTo>
                  <a:pt x="1504950" y="1352550"/>
                </a:lnTo>
                <a:lnTo>
                  <a:pt x="1504950" y="1362075"/>
                </a:lnTo>
                <a:lnTo>
                  <a:pt x="1447800" y="1362075"/>
                </a:lnTo>
                <a:close/>
                <a:moveTo>
                  <a:pt x="1514475" y="1352550"/>
                </a:moveTo>
                <a:lnTo>
                  <a:pt x="1543050" y="1352550"/>
                </a:lnTo>
                <a:lnTo>
                  <a:pt x="1543050" y="1362075"/>
                </a:lnTo>
                <a:lnTo>
                  <a:pt x="1514475" y="1362075"/>
                </a:lnTo>
                <a:close/>
                <a:moveTo>
                  <a:pt x="1562100" y="1352550"/>
                </a:moveTo>
                <a:lnTo>
                  <a:pt x="1647825" y="1352550"/>
                </a:lnTo>
                <a:lnTo>
                  <a:pt x="1647825" y="1362075"/>
                </a:lnTo>
                <a:lnTo>
                  <a:pt x="1657350" y="1362075"/>
                </a:lnTo>
                <a:lnTo>
                  <a:pt x="1657350" y="1371600"/>
                </a:lnTo>
                <a:lnTo>
                  <a:pt x="1638300" y="1371600"/>
                </a:lnTo>
                <a:lnTo>
                  <a:pt x="1638300" y="1362075"/>
                </a:lnTo>
                <a:lnTo>
                  <a:pt x="1562100" y="1362075"/>
                </a:lnTo>
                <a:close/>
                <a:moveTo>
                  <a:pt x="323850" y="1362075"/>
                </a:moveTo>
                <a:lnTo>
                  <a:pt x="333375" y="1362075"/>
                </a:lnTo>
                <a:lnTo>
                  <a:pt x="333375" y="1371600"/>
                </a:lnTo>
                <a:lnTo>
                  <a:pt x="323850" y="1371600"/>
                </a:lnTo>
                <a:close/>
                <a:moveTo>
                  <a:pt x="352425" y="1362075"/>
                </a:moveTo>
                <a:lnTo>
                  <a:pt x="361950" y="1362075"/>
                </a:lnTo>
                <a:lnTo>
                  <a:pt x="361950" y="1371600"/>
                </a:lnTo>
                <a:lnTo>
                  <a:pt x="352425" y="1371600"/>
                </a:lnTo>
                <a:close/>
                <a:moveTo>
                  <a:pt x="742950" y="1362075"/>
                </a:moveTo>
                <a:lnTo>
                  <a:pt x="752475" y="1362075"/>
                </a:lnTo>
                <a:lnTo>
                  <a:pt x="752475" y="1371600"/>
                </a:lnTo>
                <a:lnTo>
                  <a:pt x="742950" y="1371600"/>
                </a:lnTo>
                <a:close/>
                <a:moveTo>
                  <a:pt x="1314450" y="1362075"/>
                </a:moveTo>
                <a:lnTo>
                  <a:pt x="1323975" y="1362075"/>
                </a:lnTo>
                <a:lnTo>
                  <a:pt x="1323975" y="1371600"/>
                </a:lnTo>
                <a:lnTo>
                  <a:pt x="1314450" y="1371600"/>
                </a:lnTo>
                <a:close/>
                <a:moveTo>
                  <a:pt x="1666875" y="1362075"/>
                </a:moveTo>
                <a:lnTo>
                  <a:pt x="1714500" y="1362075"/>
                </a:lnTo>
                <a:lnTo>
                  <a:pt x="1714500" y="1371600"/>
                </a:lnTo>
                <a:lnTo>
                  <a:pt x="1666875" y="1371600"/>
                </a:lnTo>
                <a:close/>
                <a:moveTo>
                  <a:pt x="1724025" y="1362075"/>
                </a:moveTo>
                <a:lnTo>
                  <a:pt x="1733550" y="1362075"/>
                </a:lnTo>
                <a:lnTo>
                  <a:pt x="1733550" y="1381125"/>
                </a:lnTo>
                <a:lnTo>
                  <a:pt x="1714500" y="1381125"/>
                </a:lnTo>
                <a:lnTo>
                  <a:pt x="1714500" y="1371600"/>
                </a:lnTo>
                <a:lnTo>
                  <a:pt x="1724025" y="1371600"/>
                </a:lnTo>
                <a:close/>
                <a:moveTo>
                  <a:pt x="1733550" y="1381125"/>
                </a:moveTo>
                <a:lnTo>
                  <a:pt x="1743075" y="1381125"/>
                </a:lnTo>
                <a:lnTo>
                  <a:pt x="1743075" y="1390650"/>
                </a:lnTo>
                <a:lnTo>
                  <a:pt x="1733550" y="1390650"/>
                </a:lnTo>
                <a:close/>
                <a:moveTo>
                  <a:pt x="1381125" y="1476375"/>
                </a:moveTo>
                <a:lnTo>
                  <a:pt x="1428750" y="1476375"/>
                </a:lnTo>
                <a:lnTo>
                  <a:pt x="1428750" y="1485900"/>
                </a:lnTo>
                <a:lnTo>
                  <a:pt x="1438275" y="1485900"/>
                </a:lnTo>
                <a:lnTo>
                  <a:pt x="1438275" y="1495425"/>
                </a:lnTo>
                <a:lnTo>
                  <a:pt x="1428750" y="1495425"/>
                </a:lnTo>
                <a:lnTo>
                  <a:pt x="1428750" y="1504950"/>
                </a:lnTo>
                <a:lnTo>
                  <a:pt x="1409700" y="1504950"/>
                </a:lnTo>
                <a:lnTo>
                  <a:pt x="1409700" y="1495425"/>
                </a:lnTo>
                <a:lnTo>
                  <a:pt x="1381125" y="1495425"/>
                </a:lnTo>
                <a:close/>
                <a:moveTo>
                  <a:pt x="123825" y="1495425"/>
                </a:moveTo>
                <a:lnTo>
                  <a:pt x="133350" y="1495425"/>
                </a:lnTo>
                <a:lnTo>
                  <a:pt x="133350" y="1533525"/>
                </a:lnTo>
                <a:lnTo>
                  <a:pt x="123825" y="1533525"/>
                </a:lnTo>
                <a:close/>
                <a:moveTo>
                  <a:pt x="266700" y="1495425"/>
                </a:moveTo>
                <a:lnTo>
                  <a:pt x="276225" y="1495425"/>
                </a:lnTo>
                <a:lnTo>
                  <a:pt x="276225" y="1504950"/>
                </a:lnTo>
                <a:lnTo>
                  <a:pt x="266700" y="1504950"/>
                </a:lnTo>
                <a:close/>
                <a:moveTo>
                  <a:pt x="285750" y="1495425"/>
                </a:moveTo>
                <a:lnTo>
                  <a:pt x="295275" y="1495425"/>
                </a:lnTo>
                <a:lnTo>
                  <a:pt x="295275" y="1504950"/>
                </a:lnTo>
                <a:lnTo>
                  <a:pt x="285750" y="1504950"/>
                </a:lnTo>
                <a:close/>
                <a:moveTo>
                  <a:pt x="142875" y="1504950"/>
                </a:moveTo>
                <a:lnTo>
                  <a:pt x="152400" y="1504950"/>
                </a:lnTo>
                <a:lnTo>
                  <a:pt x="152400" y="1514475"/>
                </a:lnTo>
                <a:lnTo>
                  <a:pt x="142875" y="1514475"/>
                </a:lnTo>
                <a:close/>
                <a:moveTo>
                  <a:pt x="400050" y="1504950"/>
                </a:moveTo>
                <a:lnTo>
                  <a:pt x="428625" y="1504950"/>
                </a:lnTo>
                <a:lnTo>
                  <a:pt x="428625" y="1524000"/>
                </a:lnTo>
                <a:lnTo>
                  <a:pt x="438150" y="1524000"/>
                </a:lnTo>
                <a:lnTo>
                  <a:pt x="438150" y="1533525"/>
                </a:lnTo>
                <a:lnTo>
                  <a:pt x="400050" y="1533525"/>
                </a:lnTo>
                <a:close/>
                <a:moveTo>
                  <a:pt x="371475" y="1524000"/>
                </a:moveTo>
                <a:lnTo>
                  <a:pt x="381000" y="1524000"/>
                </a:lnTo>
                <a:lnTo>
                  <a:pt x="381000" y="1533525"/>
                </a:lnTo>
                <a:lnTo>
                  <a:pt x="371475" y="1533525"/>
                </a:lnTo>
                <a:close/>
                <a:moveTo>
                  <a:pt x="1628775" y="1533525"/>
                </a:moveTo>
                <a:lnTo>
                  <a:pt x="1647825" y="1533525"/>
                </a:lnTo>
                <a:lnTo>
                  <a:pt x="1647825" y="1543050"/>
                </a:lnTo>
                <a:lnTo>
                  <a:pt x="1657350" y="1543050"/>
                </a:lnTo>
                <a:lnTo>
                  <a:pt x="1657350" y="1562100"/>
                </a:lnTo>
                <a:lnTo>
                  <a:pt x="1628775" y="1562100"/>
                </a:lnTo>
                <a:lnTo>
                  <a:pt x="1628775" y="1552575"/>
                </a:lnTo>
                <a:lnTo>
                  <a:pt x="1619250" y="1552575"/>
                </a:lnTo>
                <a:lnTo>
                  <a:pt x="1619250" y="1543050"/>
                </a:lnTo>
                <a:lnTo>
                  <a:pt x="1628775" y="1543050"/>
                </a:lnTo>
                <a:close/>
                <a:moveTo>
                  <a:pt x="381000" y="1562100"/>
                </a:moveTo>
                <a:lnTo>
                  <a:pt x="390525" y="1562100"/>
                </a:lnTo>
                <a:lnTo>
                  <a:pt x="390525" y="1571625"/>
                </a:lnTo>
                <a:lnTo>
                  <a:pt x="381000" y="1571625"/>
                </a:lnTo>
                <a:close/>
                <a:moveTo>
                  <a:pt x="428625" y="1562100"/>
                </a:moveTo>
                <a:lnTo>
                  <a:pt x="438150" y="1562100"/>
                </a:lnTo>
                <a:lnTo>
                  <a:pt x="438150" y="1571625"/>
                </a:lnTo>
                <a:lnTo>
                  <a:pt x="428625" y="1571625"/>
                </a:lnTo>
                <a:close/>
                <a:moveTo>
                  <a:pt x="123825" y="1571625"/>
                </a:moveTo>
                <a:lnTo>
                  <a:pt x="133350" y="1571625"/>
                </a:lnTo>
                <a:lnTo>
                  <a:pt x="133350" y="1590675"/>
                </a:lnTo>
                <a:lnTo>
                  <a:pt x="142875" y="1590675"/>
                </a:lnTo>
                <a:lnTo>
                  <a:pt x="142875" y="1571625"/>
                </a:lnTo>
                <a:lnTo>
                  <a:pt x="152400" y="1571625"/>
                </a:lnTo>
                <a:lnTo>
                  <a:pt x="152400" y="1581150"/>
                </a:lnTo>
                <a:lnTo>
                  <a:pt x="161925" y="1581150"/>
                </a:lnTo>
                <a:lnTo>
                  <a:pt x="161925" y="1609725"/>
                </a:lnTo>
                <a:lnTo>
                  <a:pt x="152400" y="1609725"/>
                </a:lnTo>
                <a:lnTo>
                  <a:pt x="152400" y="1619250"/>
                </a:lnTo>
                <a:lnTo>
                  <a:pt x="142875" y="1619250"/>
                </a:lnTo>
                <a:lnTo>
                  <a:pt x="142875" y="1600200"/>
                </a:lnTo>
                <a:lnTo>
                  <a:pt x="123825" y="1600200"/>
                </a:lnTo>
                <a:close/>
                <a:moveTo>
                  <a:pt x="438150" y="1571625"/>
                </a:moveTo>
                <a:lnTo>
                  <a:pt x="447675" y="1571625"/>
                </a:lnTo>
                <a:lnTo>
                  <a:pt x="447675" y="1581150"/>
                </a:lnTo>
                <a:lnTo>
                  <a:pt x="438150" y="1581150"/>
                </a:lnTo>
                <a:close/>
                <a:moveTo>
                  <a:pt x="1657350" y="1571625"/>
                </a:moveTo>
                <a:lnTo>
                  <a:pt x="1666875" y="1571625"/>
                </a:lnTo>
                <a:lnTo>
                  <a:pt x="1666875" y="1590675"/>
                </a:lnTo>
                <a:lnTo>
                  <a:pt x="1657350" y="1590675"/>
                </a:lnTo>
                <a:lnTo>
                  <a:pt x="1657350" y="1609725"/>
                </a:lnTo>
                <a:lnTo>
                  <a:pt x="1676400" y="1609725"/>
                </a:lnTo>
                <a:lnTo>
                  <a:pt x="1676400" y="1600200"/>
                </a:lnTo>
                <a:lnTo>
                  <a:pt x="1685925" y="1600200"/>
                </a:lnTo>
                <a:lnTo>
                  <a:pt x="1685925" y="1609725"/>
                </a:lnTo>
                <a:lnTo>
                  <a:pt x="1704975" y="1609725"/>
                </a:lnTo>
                <a:lnTo>
                  <a:pt x="1704975" y="1619250"/>
                </a:lnTo>
                <a:lnTo>
                  <a:pt x="1714500" y="1619250"/>
                </a:lnTo>
                <a:lnTo>
                  <a:pt x="1714500" y="1628775"/>
                </a:lnTo>
                <a:lnTo>
                  <a:pt x="1647825" y="1628775"/>
                </a:lnTo>
                <a:lnTo>
                  <a:pt x="1647825" y="1619250"/>
                </a:lnTo>
                <a:lnTo>
                  <a:pt x="1638300" y="1619250"/>
                </a:lnTo>
                <a:lnTo>
                  <a:pt x="1638300" y="1609725"/>
                </a:lnTo>
                <a:lnTo>
                  <a:pt x="1647825" y="1609725"/>
                </a:lnTo>
                <a:lnTo>
                  <a:pt x="1647825" y="1581150"/>
                </a:lnTo>
                <a:lnTo>
                  <a:pt x="1657350" y="1581150"/>
                </a:lnTo>
                <a:close/>
                <a:moveTo>
                  <a:pt x="381000" y="1600200"/>
                </a:moveTo>
                <a:lnTo>
                  <a:pt x="390525" y="1600200"/>
                </a:lnTo>
                <a:lnTo>
                  <a:pt x="390525" y="1609725"/>
                </a:lnTo>
                <a:lnTo>
                  <a:pt x="381000" y="1609725"/>
                </a:lnTo>
                <a:close/>
                <a:moveTo>
                  <a:pt x="409575" y="1609725"/>
                </a:moveTo>
                <a:lnTo>
                  <a:pt x="419100" y="1609725"/>
                </a:lnTo>
                <a:lnTo>
                  <a:pt x="419100" y="1619250"/>
                </a:lnTo>
                <a:lnTo>
                  <a:pt x="409575" y="1619250"/>
                </a:lnTo>
                <a:close/>
                <a:moveTo>
                  <a:pt x="600075" y="1609725"/>
                </a:moveTo>
                <a:lnTo>
                  <a:pt x="609600" y="1609725"/>
                </a:lnTo>
                <a:lnTo>
                  <a:pt x="609600" y="1628775"/>
                </a:lnTo>
                <a:lnTo>
                  <a:pt x="590550" y="1628775"/>
                </a:lnTo>
                <a:lnTo>
                  <a:pt x="590550" y="1619250"/>
                </a:lnTo>
                <a:lnTo>
                  <a:pt x="600075" y="1619250"/>
                </a:lnTo>
                <a:close/>
                <a:moveTo>
                  <a:pt x="742950" y="1609725"/>
                </a:moveTo>
                <a:lnTo>
                  <a:pt x="762000" y="1609725"/>
                </a:lnTo>
                <a:lnTo>
                  <a:pt x="762000" y="1619250"/>
                </a:lnTo>
                <a:lnTo>
                  <a:pt x="742950" y="1619250"/>
                </a:lnTo>
                <a:close/>
                <a:moveTo>
                  <a:pt x="971550" y="1609725"/>
                </a:moveTo>
                <a:lnTo>
                  <a:pt x="990600" y="1609725"/>
                </a:lnTo>
                <a:lnTo>
                  <a:pt x="990600" y="1628775"/>
                </a:lnTo>
                <a:lnTo>
                  <a:pt x="971550" y="1628775"/>
                </a:lnTo>
                <a:close/>
                <a:moveTo>
                  <a:pt x="1028700" y="1609725"/>
                </a:moveTo>
                <a:lnTo>
                  <a:pt x="1066800" y="1609725"/>
                </a:lnTo>
                <a:lnTo>
                  <a:pt x="1066800" y="1619250"/>
                </a:lnTo>
                <a:lnTo>
                  <a:pt x="1028700" y="1619250"/>
                </a:lnTo>
                <a:close/>
                <a:moveTo>
                  <a:pt x="1076325" y="1609725"/>
                </a:moveTo>
                <a:lnTo>
                  <a:pt x="1104900" y="1609725"/>
                </a:lnTo>
                <a:lnTo>
                  <a:pt x="1104900" y="1628775"/>
                </a:lnTo>
                <a:lnTo>
                  <a:pt x="1095375" y="1628775"/>
                </a:lnTo>
                <a:lnTo>
                  <a:pt x="1095375" y="1619250"/>
                </a:lnTo>
                <a:lnTo>
                  <a:pt x="1076325" y="1619250"/>
                </a:lnTo>
                <a:close/>
                <a:moveTo>
                  <a:pt x="1114425" y="1609725"/>
                </a:moveTo>
                <a:lnTo>
                  <a:pt x="1181100" y="1609725"/>
                </a:lnTo>
                <a:lnTo>
                  <a:pt x="1181100" y="1619250"/>
                </a:lnTo>
                <a:lnTo>
                  <a:pt x="1200150" y="1619250"/>
                </a:lnTo>
                <a:lnTo>
                  <a:pt x="1200150" y="1609725"/>
                </a:lnTo>
                <a:lnTo>
                  <a:pt x="1247775" y="1609725"/>
                </a:lnTo>
                <a:lnTo>
                  <a:pt x="1247775" y="1619250"/>
                </a:lnTo>
                <a:lnTo>
                  <a:pt x="1238250" y="1619250"/>
                </a:lnTo>
                <a:lnTo>
                  <a:pt x="1238250" y="1638300"/>
                </a:lnTo>
                <a:lnTo>
                  <a:pt x="1228725" y="1638300"/>
                </a:lnTo>
                <a:lnTo>
                  <a:pt x="1228725" y="1628775"/>
                </a:lnTo>
                <a:lnTo>
                  <a:pt x="1209675" y="1628775"/>
                </a:lnTo>
                <a:lnTo>
                  <a:pt x="1209675" y="1619250"/>
                </a:lnTo>
                <a:lnTo>
                  <a:pt x="1200150" y="1619250"/>
                </a:lnTo>
                <a:lnTo>
                  <a:pt x="1200150" y="1628775"/>
                </a:lnTo>
                <a:lnTo>
                  <a:pt x="1190625" y="1628775"/>
                </a:lnTo>
                <a:lnTo>
                  <a:pt x="1190625" y="1638300"/>
                </a:lnTo>
                <a:lnTo>
                  <a:pt x="1123950" y="1638300"/>
                </a:lnTo>
                <a:lnTo>
                  <a:pt x="1123950" y="1628775"/>
                </a:lnTo>
                <a:lnTo>
                  <a:pt x="1114425" y="1628775"/>
                </a:lnTo>
                <a:close/>
                <a:moveTo>
                  <a:pt x="1266825" y="1609725"/>
                </a:moveTo>
                <a:lnTo>
                  <a:pt x="1295400" y="1609725"/>
                </a:lnTo>
                <a:lnTo>
                  <a:pt x="1295400" y="1628775"/>
                </a:lnTo>
                <a:lnTo>
                  <a:pt x="1276350" y="1628775"/>
                </a:lnTo>
                <a:lnTo>
                  <a:pt x="1276350" y="1619250"/>
                </a:lnTo>
                <a:lnTo>
                  <a:pt x="1266825" y="1619250"/>
                </a:lnTo>
                <a:close/>
                <a:moveTo>
                  <a:pt x="1314450" y="1609725"/>
                </a:moveTo>
                <a:lnTo>
                  <a:pt x="1333500" y="1609725"/>
                </a:lnTo>
                <a:lnTo>
                  <a:pt x="1333500" y="1628775"/>
                </a:lnTo>
                <a:lnTo>
                  <a:pt x="1314450" y="1628775"/>
                </a:lnTo>
                <a:close/>
                <a:moveTo>
                  <a:pt x="1343025" y="1609725"/>
                </a:moveTo>
                <a:lnTo>
                  <a:pt x="1362075" y="1609725"/>
                </a:lnTo>
                <a:lnTo>
                  <a:pt x="1362075" y="1619250"/>
                </a:lnTo>
                <a:lnTo>
                  <a:pt x="1371600" y="1619250"/>
                </a:lnTo>
                <a:lnTo>
                  <a:pt x="1371600" y="1628775"/>
                </a:lnTo>
                <a:lnTo>
                  <a:pt x="1362075" y="1628775"/>
                </a:lnTo>
                <a:lnTo>
                  <a:pt x="1362075" y="1638300"/>
                </a:lnTo>
                <a:lnTo>
                  <a:pt x="1352550" y="1638300"/>
                </a:lnTo>
                <a:lnTo>
                  <a:pt x="1352550" y="1628775"/>
                </a:lnTo>
                <a:lnTo>
                  <a:pt x="1343025" y="1628775"/>
                </a:lnTo>
                <a:close/>
                <a:moveTo>
                  <a:pt x="1381125" y="1609725"/>
                </a:moveTo>
                <a:lnTo>
                  <a:pt x="1457325" y="1609725"/>
                </a:lnTo>
                <a:lnTo>
                  <a:pt x="1457325" y="1628775"/>
                </a:lnTo>
                <a:lnTo>
                  <a:pt x="1381125" y="1628775"/>
                </a:lnTo>
                <a:close/>
                <a:moveTo>
                  <a:pt x="1485900" y="1609725"/>
                </a:moveTo>
                <a:lnTo>
                  <a:pt x="1562100" y="1609725"/>
                </a:lnTo>
                <a:lnTo>
                  <a:pt x="1562100" y="1628775"/>
                </a:lnTo>
                <a:lnTo>
                  <a:pt x="1485900" y="1628775"/>
                </a:lnTo>
                <a:close/>
                <a:moveTo>
                  <a:pt x="400050" y="1619250"/>
                </a:moveTo>
                <a:lnTo>
                  <a:pt x="409575" y="1619250"/>
                </a:lnTo>
                <a:lnTo>
                  <a:pt x="409575" y="1628775"/>
                </a:lnTo>
                <a:lnTo>
                  <a:pt x="400050" y="1628775"/>
                </a:lnTo>
                <a:close/>
                <a:moveTo>
                  <a:pt x="1828800" y="1619250"/>
                </a:moveTo>
                <a:lnTo>
                  <a:pt x="1838325" y="1619250"/>
                </a:lnTo>
                <a:lnTo>
                  <a:pt x="1838325" y="1647825"/>
                </a:lnTo>
                <a:lnTo>
                  <a:pt x="1828800" y="1647825"/>
                </a:lnTo>
                <a:close/>
                <a:moveTo>
                  <a:pt x="123825" y="1638300"/>
                </a:moveTo>
                <a:lnTo>
                  <a:pt x="133350" y="1638300"/>
                </a:lnTo>
                <a:lnTo>
                  <a:pt x="133350" y="1685925"/>
                </a:lnTo>
                <a:lnTo>
                  <a:pt x="123825" y="1685925"/>
                </a:lnTo>
                <a:close/>
                <a:moveTo>
                  <a:pt x="381000" y="1638300"/>
                </a:moveTo>
                <a:lnTo>
                  <a:pt x="390525" y="1638300"/>
                </a:lnTo>
                <a:lnTo>
                  <a:pt x="390525" y="1647825"/>
                </a:lnTo>
                <a:lnTo>
                  <a:pt x="381000" y="1647825"/>
                </a:lnTo>
                <a:close/>
                <a:moveTo>
                  <a:pt x="933450" y="1638300"/>
                </a:moveTo>
                <a:lnTo>
                  <a:pt x="962025" y="1638300"/>
                </a:lnTo>
                <a:lnTo>
                  <a:pt x="962025" y="1647825"/>
                </a:lnTo>
                <a:lnTo>
                  <a:pt x="933450" y="1647825"/>
                </a:lnTo>
                <a:close/>
                <a:moveTo>
                  <a:pt x="142875" y="1657350"/>
                </a:moveTo>
                <a:lnTo>
                  <a:pt x="152400" y="1657350"/>
                </a:lnTo>
                <a:lnTo>
                  <a:pt x="152400" y="1666875"/>
                </a:lnTo>
                <a:lnTo>
                  <a:pt x="161925" y="1666875"/>
                </a:lnTo>
                <a:lnTo>
                  <a:pt x="161925" y="1733550"/>
                </a:lnTo>
                <a:lnTo>
                  <a:pt x="142875" y="1733550"/>
                </a:lnTo>
                <a:lnTo>
                  <a:pt x="142875" y="1724025"/>
                </a:lnTo>
                <a:lnTo>
                  <a:pt x="123825" y="1724025"/>
                </a:lnTo>
                <a:lnTo>
                  <a:pt x="123825" y="1695450"/>
                </a:lnTo>
                <a:lnTo>
                  <a:pt x="142875" y="1695450"/>
                </a:lnTo>
                <a:close/>
                <a:moveTo>
                  <a:pt x="933450" y="1657350"/>
                </a:moveTo>
                <a:lnTo>
                  <a:pt x="952500" y="1657350"/>
                </a:lnTo>
                <a:lnTo>
                  <a:pt x="952500" y="1666875"/>
                </a:lnTo>
                <a:lnTo>
                  <a:pt x="933450" y="1666875"/>
                </a:lnTo>
                <a:close/>
                <a:moveTo>
                  <a:pt x="1714500" y="1657350"/>
                </a:moveTo>
                <a:lnTo>
                  <a:pt x="1724025" y="1657350"/>
                </a:lnTo>
                <a:lnTo>
                  <a:pt x="1724025" y="1666875"/>
                </a:lnTo>
                <a:lnTo>
                  <a:pt x="1714500" y="1666875"/>
                </a:lnTo>
                <a:close/>
                <a:moveTo>
                  <a:pt x="952500" y="1666875"/>
                </a:moveTo>
                <a:lnTo>
                  <a:pt x="962025" y="1666875"/>
                </a:lnTo>
                <a:lnTo>
                  <a:pt x="962025" y="1676400"/>
                </a:lnTo>
                <a:lnTo>
                  <a:pt x="952500" y="1676400"/>
                </a:lnTo>
                <a:close/>
                <a:moveTo>
                  <a:pt x="1162050" y="1666875"/>
                </a:moveTo>
                <a:lnTo>
                  <a:pt x="1171575" y="1666875"/>
                </a:lnTo>
                <a:lnTo>
                  <a:pt x="1171575" y="1676400"/>
                </a:lnTo>
                <a:lnTo>
                  <a:pt x="1162050" y="1676400"/>
                </a:lnTo>
                <a:close/>
                <a:moveTo>
                  <a:pt x="1200150" y="1666875"/>
                </a:moveTo>
                <a:lnTo>
                  <a:pt x="1228725" y="1666875"/>
                </a:lnTo>
                <a:lnTo>
                  <a:pt x="1228725" y="1676400"/>
                </a:lnTo>
                <a:lnTo>
                  <a:pt x="1200150" y="1676400"/>
                </a:lnTo>
                <a:close/>
                <a:moveTo>
                  <a:pt x="923925" y="1676400"/>
                </a:moveTo>
                <a:lnTo>
                  <a:pt x="933450" y="1676400"/>
                </a:lnTo>
                <a:lnTo>
                  <a:pt x="933450" y="1685925"/>
                </a:lnTo>
                <a:lnTo>
                  <a:pt x="923925" y="1685925"/>
                </a:lnTo>
                <a:close/>
                <a:moveTo>
                  <a:pt x="990600" y="1676400"/>
                </a:moveTo>
                <a:lnTo>
                  <a:pt x="1000125" y="1676400"/>
                </a:lnTo>
                <a:lnTo>
                  <a:pt x="1000125" y="1685925"/>
                </a:lnTo>
                <a:lnTo>
                  <a:pt x="990600" y="1685925"/>
                </a:lnTo>
                <a:close/>
                <a:moveTo>
                  <a:pt x="914400" y="1685925"/>
                </a:moveTo>
                <a:lnTo>
                  <a:pt x="923925" y="1685925"/>
                </a:lnTo>
                <a:lnTo>
                  <a:pt x="923925" y="1695450"/>
                </a:lnTo>
                <a:lnTo>
                  <a:pt x="914400" y="1695450"/>
                </a:lnTo>
                <a:close/>
                <a:moveTo>
                  <a:pt x="1009650" y="1685925"/>
                </a:moveTo>
                <a:lnTo>
                  <a:pt x="1019175" y="1685925"/>
                </a:lnTo>
                <a:lnTo>
                  <a:pt x="1019175" y="1695450"/>
                </a:lnTo>
                <a:lnTo>
                  <a:pt x="1009650" y="1695450"/>
                </a:lnTo>
                <a:close/>
                <a:moveTo>
                  <a:pt x="1114425" y="1724025"/>
                </a:moveTo>
                <a:lnTo>
                  <a:pt x="1133475" y="1724025"/>
                </a:lnTo>
                <a:lnTo>
                  <a:pt x="1133475" y="1733550"/>
                </a:lnTo>
                <a:lnTo>
                  <a:pt x="1114425" y="1733550"/>
                </a:lnTo>
                <a:close/>
                <a:moveTo>
                  <a:pt x="1276350" y="1733550"/>
                </a:moveTo>
                <a:lnTo>
                  <a:pt x="1295400" y="1733550"/>
                </a:lnTo>
                <a:lnTo>
                  <a:pt x="1295400" y="1752600"/>
                </a:lnTo>
                <a:lnTo>
                  <a:pt x="1276350" y="1752600"/>
                </a:lnTo>
                <a:close/>
                <a:moveTo>
                  <a:pt x="1343025" y="1733550"/>
                </a:moveTo>
                <a:lnTo>
                  <a:pt x="1352550" y="1733550"/>
                </a:lnTo>
                <a:lnTo>
                  <a:pt x="1352550" y="1752600"/>
                </a:lnTo>
                <a:lnTo>
                  <a:pt x="1343025" y="1752600"/>
                </a:lnTo>
                <a:close/>
                <a:moveTo>
                  <a:pt x="142875" y="1752600"/>
                </a:moveTo>
                <a:lnTo>
                  <a:pt x="161925" y="1752600"/>
                </a:lnTo>
                <a:lnTo>
                  <a:pt x="161925" y="1781175"/>
                </a:lnTo>
                <a:lnTo>
                  <a:pt x="152400" y="1781175"/>
                </a:lnTo>
                <a:lnTo>
                  <a:pt x="152400" y="1771650"/>
                </a:lnTo>
                <a:lnTo>
                  <a:pt x="142875" y="1771650"/>
                </a:lnTo>
                <a:close/>
                <a:moveTo>
                  <a:pt x="447675" y="1752600"/>
                </a:moveTo>
                <a:lnTo>
                  <a:pt x="476250" y="1752600"/>
                </a:lnTo>
                <a:lnTo>
                  <a:pt x="476250" y="1762125"/>
                </a:lnTo>
                <a:lnTo>
                  <a:pt x="447675" y="1762125"/>
                </a:lnTo>
                <a:close/>
                <a:moveTo>
                  <a:pt x="647700" y="1752600"/>
                </a:moveTo>
                <a:lnTo>
                  <a:pt x="657225" y="1752600"/>
                </a:lnTo>
                <a:lnTo>
                  <a:pt x="657225" y="1762125"/>
                </a:lnTo>
                <a:lnTo>
                  <a:pt x="647700" y="1762125"/>
                </a:lnTo>
                <a:close/>
                <a:moveTo>
                  <a:pt x="962025" y="1752600"/>
                </a:moveTo>
                <a:lnTo>
                  <a:pt x="971550" y="1752600"/>
                </a:lnTo>
                <a:lnTo>
                  <a:pt x="971550" y="1762125"/>
                </a:lnTo>
                <a:lnTo>
                  <a:pt x="962025" y="1762125"/>
                </a:lnTo>
                <a:close/>
                <a:moveTo>
                  <a:pt x="1228725" y="1752600"/>
                </a:moveTo>
                <a:lnTo>
                  <a:pt x="1238250" y="1752600"/>
                </a:lnTo>
                <a:lnTo>
                  <a:pt x="1238250" y="1762125"/>
                </a:lnTo>
                <a:lnTo>
                  <a:pt x="1228725" y="1762125"/>
                </a:lnTo>
                <a:close/>
                <a:moveTo>
                  <a:pt x="1619250" y="1752600"/>
                </a:moveTo>
                <a:lnTo>
                  <a:pt x="1638300" y="1752600"/>
                </a:lnTo>
                <a:lnTo>
                  <a:pt x="1638300" y="1762125"/>
                </a:lnTo>
                <a:lnTo>
                  <a:pt x="1619250" y="1762125"/>
                </a:lnTo>
                <a:close/>
                <a:moveTo>
                  <a:pt x="123825" y="1771650"/>
                </a:moveTo>
                <a:lnTo>
                  <a:pt x="142875" y="1771650"/>
                </a:lnTo>
                <a:lnTo>
                  <a:pt x="142875" y="1781175"/>
                </a:lnTo>
                <a:lnTo>
                  <a:pt x="133350" y="1781175"/>
                </a:lnTo>
                <a:lnTo>
                  <a:pt x="133350" y="1819275"/>
                </a:lnTo>
                <a:lnTo>
                  <a:pt x="123825" y="1819275"/>
                </a:lnTo>
                <a:close/>
                <a:moveTo>
                  <a:pt x="142875" y="1781175"/>
                </a:moveTo>
                <a:lnTo>
                  <a:pt x="152400" y="1781175"/>
                </a:lnTo>
                <a:lnTo>
                  <a:pt x="152400" y="1790700"/>
                </a:lnTo>
                <a:lnTo>
                  <a:pt x="142875" y="1790700"/>
                </a:lnTo>
                <a:close/>
                <a:moveTo>
                  <a:pt x="1828800" y="1790700"/>
                </a:moveTo>
                <a:lnTo>
                  <a:pt x="1838325" y="1790700"/>
                </a:lnTo>
                <a:lnTo>
                  <a:pt x="1838325" y="1809750"/>
                </a:lnTo>
                <a:lnTo>
                  <a:pt x="1828800" y="1809750"/>
                </a:lnTo>
                <a:close/>
                <a:moveTo>
                  <a:pt x="1695450" y="1809750"/>
                </a:moveTo>
                <a:lnTo>
                  <a:pt x="1714500" y="1809750"/>
                </a:lnTo>
                <a:lnTo>
                  <a:pt x="1714500" y="1819275"/>
                </a:lnTo>
                <a:lnTo>
                  <a:pt x="1695450" y="1819275"/>
                </a:lnTo>
                <a:close/>
                <a:moveTo>
                  <a:pt x="133350" y="1819275"/>
                </a:moveTo>
                <a:lnTo>
                  <a:pt x="142875" y="1819275"/>
                </a:lnTo>
                <a:lnTo>
                  <a:pt x="142875" y="1828800"/>
                </a:lnTo>
                <a:lnTo>
                  <a:pt x="133350" y="1828800"/>
                </a:lnTo>
                <a:close/>
                <a:moveTo>
                  <a:pt x="152400" y="1819275"/>
                </a:moveTo>
                <a:lnTo>
                  <a:pt x="161925" y="1819275"/>
                </a:lnTo>
                <a:lnTo>
                  <a:pt x="161925" y="1828800"/>
                </a:lnTo>
                <a:lnTo>
                  <a:pt x="152400" y="1828800"/>
                </a:lnTo>
                <a:close/>
                <a:moveTo>
                  <a:pt x="123825" y="1828800"/>
                </a:moveTo>
                <a:lnTo>
                  <a:pt x="133350" y="1828800"/>
                </a:lnTo>
                <a:lnTo>
                  <a:pt x="133350" y="1847850"/>
                </a:lnTo>
                <a:lnTo>
                  <a:pt x="123825" y="1847850"/>
                </a:lnTo>
                <a:close/>
                <a:moveTo>
                  <a:pt x="457200" y="1828800"/>
                </a:moveTo>
                <a:lnTo>
                  <a:pt x="466725" y="1828800"/>
                </a:lnTo>
                <a:lnTo>
                  <a:pt x="466725" y="1847850"/>
                </a:lnTo>
                <a:lnTo>
                  <a:pt x="457200" y="1847850"/>
                </a:lnTo>
                <a:close/>
                <a:moveTo>
                  <a:pt x="981075" y="1866900"/>
                </a:moveTo>
                <a:lnTo>
                  <a:pt x="1009650" y="1866900"/>
                </a:lnTo>
                <a:lnTo>
                  <a:pt x="1009650" y="1876425"/>
                </a:lnTo>
                <a:lnTo>
                  <a:pt x="1000125" y="1876425"/>
                </a:lnTo>
                <a:lnTo>
                  <a:pt x="1000125" y="1885950"/>
                </a:lnTo>
                <a:lnTo>
                  <a:pt x="1009650" y="1885950"/>
                </a:lnTo>
                <a:lnTo>
                  <a:pt x="1009650" y="1895475"/>
                </a:lnTo>
                <a:lnTo>
                  <a:pt x="952500" y="1895475"/>
                </a:lnTo>
                <a:lnTo>
                  <a:pt x="952500" y="1876425"/>
                </a:lnTo>
                <a:lnTo>
                  <a:pt x="981075" y="1876425"/>
                </a:lnTo>
                <a:close/>
                <a:moveTo>
                  <a:pt x="552450" y="1876425"/>
                </a:moveTo>
                <a:lnTo>
                  <a:pt x="561975" y="1876425"/>
                </a:lnTo>
                <a:lnTo>
                  <a:pt x="561975" y="1885950"/>
                </a:lnTo>
                <a:lnTo>
                  <a:pt x="552450" y="1885950"/>
                </a:lnTo>
                <a:close/>
                <a:moveTo>
                  <a:pt x="762000" y="1876425"/>
                </a:moveTo>
                <a:lnTo>
                  <a:pt x="790575" y="1876425"/>
                </a:lnTo>
                <a:lnTo>
                  <a:pt x="790575" y="1885950"/>
                </a:lnTo>
                <a:lnTo>
                  <a:pt x="762000" y="1885950"/>
                </a:lnTo>
                <a:close/>
                <a:moveTo>
                  <a:pt x="847725" y="1876425"/>
                </a:moveTo>
                <a:lnTo>
                  <a:pt x="904875" y="1876425"/>
                </a:lnTo>
                <a:lnTo>
                  <a:pt x="904875" y="1895475"/>
                </a:lnTo>
                <a:lnTo>
                  <a:pt x="838200" y="1895475"/>
                </a:lnTo>
                <a:lnTo>
                  <a:pt x="838200" y="1885950"/>
                </a:lnTo>
                <a:lnTo>
                  <a:pt x="847725" y="1885950"/>
                </a:lnTo>
                <a:close/>
                <a:moveTo>
                  <a:pt x="1047750" y="1876425"/>
                </a:moveTo>
                <a:lnTo>
                  <a:pt x="1076325" y="1876425"/>
                </a:lnTo>
                <a:lnTo>
                  <a:pt x="1076325" y="1895475"/>
                </a:lnTo>
                <a:lnTo>
                  <a:pt x="1047750" y="1895475"/>
                </a:lnTo>
                <a:close/>
                <a:moveTo>
                  <a:pt x="1104900" y="1876425"/>
                </a:moveTo>
                <a:lnTo>
                  <a:pt x="1114425" y="1876425"/>
                </a:lnTo>
                <a:lnTo>
                  <a:pt x="1114425" y="1895475"/>
                </a:lnTo>
                <a:lnTo>
                  <a:pt x="1104900" y="1895475"/>
                </a:lnTo>
                <a:close/>
                <a:moveTo>
                  <a:pt x="1152525" y="1876425"/>
                </a:moveTo>
                <a:lnTo>
                  <a:pt x="1171575" y="1876425"/>
                </a:lnTo>
                <a:lnTo>
                  <a:pt x="1171575" y="1895475"/>
                </a:lnTo>
                <a:lnTo>
                  <a:pt x="1152525" y="1895475"/>
                </a:lnTo>
                <a:close/>
                <a:moveTo>
                  <a:pt x="1219200" y="1876425"/>
                </a:moveTo>
                <a:lnTo>
                  <a:pt x="1276350" y="1876425"/>
                </a:lnTo>
                <a:lnTo>
                  <a:pt x="1276350" y="1895475"/>
                </a:lnTo>
                <a:lnTo>
                  <a:pt x="1219200" y="1895475"/>
                </a:lnTo>
                <a:close/>
                <a:moveTo>
                  <a:pt x="1304925" y="1876425"/>
                </a:moveTo>
                <a:lnTo>
                  <a:pt x="1371600" y="1876425"/>
                </a:lnTo>
                <a:lnTo>
                  <a:pt x="1371600" y="1895475"/>
                </a:lnTo>
                <a:lnTo>
                  <a:pt x="1304925" y="1895475"/>
                </a:lnTo>
                <a:close/>
                <a:moveTo>
                  <a:pt x="1400175" y="1876425"/>
                </a:moveTo>
                <a:lnTo>
                  <a:pt x="1457325" y="1876425"/>
                </a:lnTo>
                <a:lnTo>
                  <a:pt x="1457325" y="1895475"/>
                </a:lnTo>
                <a:lnTo>
                  <a:pt x="1400175" y="1895475"/>
                </a:lnTo>
                <a:close/>
                <a:moveTo>
                  <a:pt x="1476375" y="1876425"/>
                </a:moveTo>
                <a:lnTo>
                  <a:pt x="1533525" y="1876425"/>
                </a:lnTo>
                <a:lnTo>
                  <a:pt x="1533525" y="1895475"/>
                </a:lnTo>
                <a:lnTo>
                  <a:pt x="1476375" y="1895475"/>
                </a:lnTo>
                <a:close/>
                <a:moveTo>
                  <a:pt x="1562100" y="1876425"/>
                </a:moveTo>
                <a:lnTo>
                  <a:pt x="1638300" y="1876425"/>
                </a:lnTo>
                <a:lnTo>
                  <a:pt x="1638300" y="1885950"/>
                </a:lnTo>
                <a:lnTo>
                  <a:pt x="1647825" y="1885950"/>
                </a:lnTo>
                <a:lnTo>
                  <a:pt x="1647825" y="1895475"/>
                </a:lnTo>
                <a:lnTo>
                  <a:pt x="1562100" y="1895475"/>
                </a:lnTo>
                <a:close/>
                <a:moveTo>
                  <a:pt x="1828800" y="1885950"/>
                </a:moveTo>
                <a:lnTo>
                  <a:pt x="1838325" y="1885950"/>
                </a:lnTo>
                <a:lnTo>
                  <a:pt x="1838325" y="1895475"/>
                </a:lnTo>
                <a:lnTo>
                  <a:pt x="1828800" y="1895475"/>
                </a:lnTo>
                <a:close/>
                <a:moveTo>
                  <a:pt x="200025" y="1905000"/>
                </a:moveTo>
                <a:lnTo>
                  <a:pt x="209550" y="1905000"/>
                </a:lnTo>
                <a:lnTo>
                  <a:pt x="209550" y="1914525"/>
                </a:lnTo>
                <a:lnTo>
                  <a:pt x="200025" y="1914525"/>
                </a:lnTo>
                <a:close/>
                <a:moveTo>
                  <a:pt x="1638300" y="1914525"/>
                </a:moveTo>
                <a:lnTo>
                  <a:pt x="1657350" y="1914525"/>
                </a:lnTo>
                <a:lnTo>
                  <a:pt x="1657350" y="1933575"/>
                </a:lnTo>
                <a:lnTo>
                  <a:pt x="1647825" y="1933575"/>
                </a:lnTo>
                <a:lnTo>
                  <a:pt x="1647825" y="1924050"/>
                </a:lnTo>
                <a:lnTo>
                  <a:pt x="1638300" y="1924050"/>
                </a:lnTo>
                <a:close/>
                <a:moveTo>
                  <a:pt x="1714500" y="1914525"/>
                </a:moveTo>
                <a:lnTo>
                  <a:pt x="1724025" y="1914525"/>
                </a:lnTo>
                <a:lnTo>
                  <a:pt x="1724025" y="1924050"/>
                </a:lnTo>
                <a:lnTo>
                  <a:pt x="1743075" y="1924050"/>
                </a:lnTo>
                <a:lnTo>
                  <a:pt x="1743075" y="1952625"/>
                </a:lnTo>
                <a:lnTo>
                  <a:pt x="1733550" y="1952625"/>
                </a:lnTo>
                <a:lnTo>
                  <a:pt x="1733550" y="1943100"/>
                </a:lnTo>
                <a:lnTo>
                  <a:pt x="1714500" y="1943100"/>
                </a:lnTo>
                <a:close/>
                <a:moveTo>
                  <a:pt x="133350" y="1924050"/>
                </a:moveTo>
                <a:lnTo>
                  <a:pt x="142875" y="1924050"/>
                </a:lnTo>
                <a:lnTo>
                  <a:pt x="142875" y="1933575"/>
                </a:lnTo>
                <a:lnTo>
                  <a:pt x="133350" y="1933575"/>
                </a:lnTo>
                <a:close/>
                <a:moveTo>
                  <a:pt x="200025" y="1924050"/>
                </a:moveTo>
                <a:lnTo>
                  <a:pt x="209550" y="1924050"/>
                </a:lnTo>
                <a:lnTo>
                  <a:pt x="209550" y="1981200"/>
                </a:lnTo>
                <a:lnTo>
                  <a:pt x="200025" y="1981200"/>
                </a:lnTo>
                <a:close/>
                <a:moveTo>
                  <a:pt x="476250" y="1924050"/>
                </a:moveTo>
                <a:lnTo>
                  <a:pt x="514350" y="1924050"/>
                </a:lnTo>
                <a:lnTo>
                  <a:pt x="514350" y="1933575"/>
                </a:lnTo>
                <a:lnTo>
                  <a:pt x="495300" y="1933575"/>
                </a:lnTo>
                <a:lnTo>
                  <a:pt x="495300" y="1943100"/>
                </a:lnTo>
                <a:lnTo>
                  <a:pt x="485775" y="1943100"/>
                </a:lnTo>
                <a:lnTo>
                  <a:pt x="485775" y="1933575"/>
                </a:lnTo>
                <a:lnTo>
                  <a:pt x="476250" y="1933575"/>
                </a:lnTo>
                <a:close/>
                <a:moveTo>
                  <a:pt x="561975" y="1924050"/>
                </a:moveTo>
                <a:lnTo>
                  <a:pt x="581025" y="1924050"/>
                </a:lnTo>
                <a:lnTo>
                  <a:pt x="581025" y="1933575"/>
                </a:lnTo>
                <a:lnTo>
                  <a:pt x="561975" y="1933575"/>
                </a:lnTo>
                <a:close/>
                <a:moveTo>
                  <a:pt x="638175" y="1924050"/>
                </a:moveTo>
                <a:lnTo>
                  <a:pt x="657225" y="1924050"/>
                </a:lnTo>
                <a:lnTo>
                  <a:pt x="657225" y="1933575"/>
                </a:lnTo>
                <a:lnTo>
                  <a:pt x="638175" y="1933575"/>
                </a:lnTo>
                <a:close/>
                <a:moveTo>
                  <a:pt x="1609725" y="1924050"/>
                </a:moveTo>
                <a:lnTo>
                  <a:pt x="1619250" y="1924050"/>
                </a:lnTo>
                <a:lnTo>
                  <a:pt x="1619250" y="1933575"/>
                </a:lnTo>
                <a:lnTo>
                  <a:pt x="1609725" y="1933575"/>
                </a:lnTo>
                <a:close/>
                <a:moveTo>
                  <a:pt x="114300" y="1962150"/>
                </a:moveTo>
                <a:lnTo>
                  <a:pt x="123825" y="1962150"/>
                </a:lnTo>
                <a:lnTo>
                  <a:pt x="123825" y="1990725"/>
                </a:lnTo>
                <a:lnTo>
                  <a:pt x="114300" y="1990725"/>
                </a:lnTo>
                <a:close/>
                <a:moveTo>
                  <a:pt x="419100" y="1971675"/>
                </a:moveTo>
                <a:lnTo>
                  <a:pt x="428625" y="1971675"/>
                </a:lnTo>
                <a:lnTo>
                  <a:pt x="428625" y="1981200"/>
                </a:lnTo>
                <a:lnTo>
                  <a:pt x="419100" y="1981200"/>
                </a:lnTo>
                <a:close/>
                <a:moveTo>
                  <a:pt x="438150" y="1971675"/>
                </a:moveTo>
                <a:lnTo>
                  <a:pt x="447675" y="1971675"/>
                </a:lnTo>
                <a:lnTo>
                  <a:pt x="447675" y="1981200"/>
                </a:lnTo>
                <a:lnTo>
                  <a:pt x="438150" y="1981200"/>
                </a:lnTo>
                <a:close/>
                <a:moveTo>
                  <a:pt x="523875" y="1971675"/>
                </a:moveTo>
                <a:lnTo>
                  <a:pt x="542925" y="1971675"/>
                </a:lnTo>
                <a:lnTo>
                  <a:pt x="542925" y="1981200"/>
                </a:lnTo>
                <a:lnTo>
                  <a:pt x="523875" y="1981200"/>
                </a:lnTo>
                <a:close/>
                <a:moveTo>
                  <a:pt x="581025" y="1971675"/>
                </a:moveTo>
                <a:lnTo>
                  <a:pt x="609600" y="1971675"/>
                </a:lnTo>
                <a:lnTo>
                  <a:pt x="609600" y="1981200"/>
                </a:lnTo>
                <a:lnTo>
                  <a:pt x="581025" y="1981200"/>
                </a:lnTo>
                <a:close/>
                <a:moveTo>
                  <a:pt x="857250" y="1971675"/>
                </a:moveTo>
                <a:lnTo>
                  <a:pt x="876300" y="1971675"/>
                </a:lnTo>
                <a:lnTo>
                  <a:pt x="876300" y="1981200"/>
                </a:lnTo>
                <a:lnTo>
                  <a:pt x="857250" y="1981200"/>
                </a:lnTo>
                <a:close/>
                <a:moveTo>
                  <a:pt x="1038225" y="1971675"/>
                </a:moveTo>
                <a:lnTo>
                  <a:pt x="1057275" y="1971675"/>
                </a:lnTo>
                <a:lnTo>
                  <a:pt x="1057275" y="1981200"/>
                </a:lnTo>
                <a:lnTo>
                  <a:pt x="1038225" y="1981200"/>
                </a:lnTo>
                <a:close/>
                <a:moveTo>
                  <a:pt x="1209675" y="1971675"/>
                </a:moveTo>
                <a:lnTo>
                  <a:pt x="1228725" y="1971675"/>
                </a:lnTo>
                <a:lnTo>
                  <a:pt x="1228725" y="1981200"/>
                </a:lnTo>
                <a:lnTo>
                  <a:pt x="1209675" y="1981200"/>
                </a:lnTo>
                <a:close/>
                <a:moveTo>
                  <a:pt x="609600" y="1981200"/>
                </a:moveTo>
                <a:lnTo>
                  <a:pt x="638175" y="1981200"/>
                </a:lnTo>
                <a:lnTo>
                  <a:pt x="638175" y="1990725"/>
                </a:lnTo>
                <a:lnTo>
                  <a:pt x="609600" y="1990725"/>
                </a:lnTo>
                <a:close/>
                <a:moveTo>
                  <a:pt x="647700" y="1981200"/>
                </a:moveTo>
                <a:lnTo>
                  <a:pt x="657225" y="1981200"/>
                </a:lnTo>
                <a:lnTo>
                  <a:pt x="657225" y="1990725"/>
                </a:lnTo>
                <a:lnTo>
                  <a:pt x="647700" y="1990725"/>
                </a:lnTo>
                <a:close/>
                <a:moveTo>
                  <a:pt x="876300" y="1981200"/>
                </a:moveTo>
                <a:lnTo>
                  <a:pt x="885825" y="1981200"/>
                </a:lnTo>
                <a:lnTo>
                  <a:pt x="885825" y="1990725"/>
                </a:lnTo>
                <a:lnTo>
                  <a:pt x="876300" y="1990725"/>
                </a:lnTo>
                <a:close/>
                <a:moveTo>
                  <a:pt x="1057275" y="1981200"/>
                </a:moveTo>
                <a:lnTo>
                  <a:pt x="1066800" y="1981200"/>
                </a:lnTo>
                <a:lnTo>
                  <a:pt x="1066800" y="1990725"/>
                </a:lnTo>
                <a:lnTo>
                  <a:pt x="1057275" y="1990725"/>
                </a:lnTo>
                <a:close/>
                <a:moveTo>
                  <a:pt x="123825" y="1990725"/>
                </a:moveTo>
                <a:lnTo>
                  <a:pt x="133350" y="1990725"/>
                </a:lnTo>
                <a:lnTo>
                  <a:pt x="133350" y="2028825"/>
                </a:lnTo>
                <a:lnTo>
                  <a:pt x="123825" y="2028825"/>
                </a:lnTo>
                <a:close/>
                <a:moveTo>
                  <a:pt x="657225" y="1990725"/>
                </a:moveTo>
                <a:lnTo>
                  <a:pt x="676275" y="1990725"/>
                </a:lnTo>
                <a:lnTo>
                  <a:pt x="676275" y="2000250"/>
                </a:lnTo>
                <a:lnTo>
                  <a:pt x="657225" y="2000250"/>
                </a:lnTo>
                <a:close/>
                <a:moveTo>
                  <a:pt x="142875" y="2009775"/>
                </a:moveTo>
                <a:lnTo>
                  <a:pt x="161925" y="2009775"/>
                </a:lnTo>
                <a:lnTo>
                  <a:pt x="161925" y="2028825"/>
                </a:lnTo>
                <a:lnTo>
                  <a:pt x="152400" y="2028825"/>
                </a:lnTo>
                <a:lnTo>
                  <a:pt x="152400" y="2019300"/>
                </a:lnTo>
                <a:lnTo>
                  <a:pt x="142875" y="2019300"/>
                </a:lnTo>
                <a:close/>
                <a:moveTo>
                  <a:pt x="1714500" y="2009775"/>
                </a:moveTo>
                <a:lnTo>
                  <a:pt x="1724025" y="2009775"/>
                </a:lnTo>
                <a:lnTo>
                  <a:pt x="1724025" y="2028825"/>
                </a:lnTo>
                <a:lnTo>
                  <a:pt x="1714500" y="2028825"/>
                </a:lnTo>
                <a:close/>
                <a:moveTo>
                  <a:pt x="1733550" y="2009775"/>
                </a:moveTo>
                <a:lnTo>
                  <a:pt x="1743075" y="2009775"/>
                </a:lnTo>
                <a:lnTo>
                  <a:pt x="1743075" y="2028825"/>
                </a:lnTo>
                <a:lnTo>
                  <a:pt x="1733550" y="2028825"/>
                </a:lnTo>
                <a:close/>
                <a:moveTo>
                  <a:pt x="1047750" y="2019300"/>
                </a:moveTo>
                <a:lnTo>
                  <a:pt x="1076325" y="2019300"/>
                </a:lnTo>
                <a:lnTo>
                  <a:pt x="1076325" y="2028825"/>
                </a:lnTo>
                <a:lnTo>
                  <a:pt x="1047750" y="2028825"/>
                </a:lnTo>
                <a:close/>
                <a:moveTo>
                  <a:pt x="114300" y="2028825"/>
                </a:moveTo>
                <a:lnTo>
                  <a:pt x="123825" y="2028825"/>
                </a:lnTo>
                <a:lnTo>
                  <a:pt x="123825" y="2047875"/>
                </a:lnTo>
                <a:lnTo>
                  <a:pt x="114300" y="2047875"/>
                </a:lnTo>
                <a:close/>
                <a:moveTo>
                  <a:pt x="133350" y="2028825"/>
                </a:moveTo>
                <a:lnTo>
                  <a:pt x="142875" y="2028825"/>
                </a:lnTo>
                <a:lnTo>
                  <a:pt x="142875" y="2038350"/>
                </a:lnTo>
                <a:lnTo>
                  <a:pt x="133350" y="2038350"/>
                </a:lnTo>
                <a:close/>
                <a:moveTo>
                  <a:pt x="1733550" y="2047875"/>
                </a:moveTo>
                <a:lnTo>
                  <a:pt x="1743075" y="2047875"/>
                </a:lnTo>
                <a:lnTo>
                  <a:pt x="1743075" y="2085975"/>
                </a:lnTo>
                <a:lnTo>
                  <a:pt x="1733550" y="2085975"/>
                </a:lnTo>
                <a:close/>
                <a:moveTo>
                  <a:pt x="114300" y="2085975"/>
                </a:moveTo>
                <a:lnTo>
                  <a:pt x="123825" y="2085975"/>
                </a:lnTo>
                <a:lnTo>
                  <a:pt x="123825" y="2105025"/>
                </a:lnTo>
                <a:lnTo>
                  <a:pt x="114300" y="2105025"/>
                </a:lnTo>
                <a:close/>
                <a:moveTo>
                  <a:pt x="1181100" y="2085975"/>
                </a:moveTo>
                <a:lnTo>
                  <a:pt x="1200150" y="2085975"/>
                </a:lnTo>
                <a:lnTo>
                  <a:pt x="1200150" y="2095500"/>
                </a:lnTo>
                <a:lnTo>
                  <a:pt x="1181100" y="2095500"/>
                </a:lnTo>
                <a:close/>
                <a:moveTo>
                  <a:pt x="1219200" y="2085975"/>
                </a:moveTo>
                <a:lnTo>
                  <a:pt x="1238250" y="2085975"/>
                </a:lnTo>
                <a:lnTo>
                  <a:pt x="1238250" y="2105025"/>
                </a:lnTo>
                <a:lnTo>
                  <a:pt x="1219200" y="2105025"/>
                </a:lnTo>
                <a:close/>
                <a:moveTo>
                  <a:pt x="361950" y="2105025"/>
                </a:moveTo>
                <a:lnTo>
                  <a:pt x="381000" y="2105025"/>
                </a:lnTo>
                <a:lnTo>
                  <a:pt x="381000" y="2114550"/>
                </a:lnTo>
                <a:lnTo>
                  <a:pt x="361950" y="2114550"/>
                </a:lnTo>
                <a:close/>
                <a:moveTo>
                  <a:pt x="666750" y="2105025"/>
                </a:moveTo>
                <a:lnTo>
                  <a:pt x="676275" y="2105025"/>
                </a:lnTo>
                <a:lnTo>
                  <a:pt x="676275" y="2114550"/>
                </a:lnTo>
                <a:lnTo>
                  <a:pt x="666750" y="2114550"/>
                </a:lnTo>
                <a:close/>
                <a:moveTo>
                  <a:pt x="714375" y="2105025"/>
                </a:moveTo>
                <a:lnTo>
                  <a:pt x="723900" y="2105025"/>
                </a:lnTo>
                <a:lnTo>
                  <a:pt x="723900" y="2114550"/>
                </a:lnTo>
                <a:lnTo>
                  <a:pt x="714375" y="2114550"/>
                </a:lnTo>
                <a:close/>
                <a:moveTo>
                  <a:pt x="1047750" y="2105025"/>
                </a:moveTo>
                <a:lnTo>
                  <a:pt x="1066800" y="2105025"/>
                </a:lnTo>
                <a:lnTo>
                  <a:pt x="1066800" y="2114550"/>
                </a:lnTo>
                <a:lnTo>
                  <a:pt x="1047750" y="2114550"/>
                </a:lnTo>
                <a:close/>
                <a:moveTo>
                  <a:pt x="1085850" y="2105025"/>
                </a:moveTo>
                <a:lnTo>
                  <a:pt x="1104900" y="2105025"/>
                </a:lnTo>
                <a:lnTo>
                  <a:pt x="1104900" y="2114550"/>
                </a:lnTo>
                <a:lnTo>
                  <a:pt x="1085850" y="2114550"/>
                </a:lnTo>
                <a:close/>
                <a:moveTo>
                  <a:pt x="1257300" y="2105025"/>
                </a:moveTo>
                <a:lnTo>
                  <a:pt x="1295400" y="2105025"/>
                </a:lnTo>
                <a:lnTo>
                  <a:pt x="1295400" y="2114550"/>
                </a:lnTo>
                <a:lnTo>
                  <a:pt x="1257300" y="2114550"/>
                </a:lnTo>
                <a:close/>
                <a:moveTo>
                  <a:pt x="1314450" y="2105025"/>
                </a:moveTo>
                <a:lnTo>
                  <a:pt x="1343025" y="2105025"/>
                </a:lnTo>
                <a:lnTo>
                  <a:pt x="1343025" y="2114550"/>
                </a:lnTo>
                <a:lnTo>
                  <a:pt x="1314450" y="2114550"/>
                </a:lnTo>
                <a:close/>
                <a:moveTo>
                  <a:pt x="1647825" y="2105025"/>
                </a:moveTo>
                <a:lnTo>
                  <a:pt x="1666875" y="2105025"/>
                </a:lnTo>
                <a:lnTo>
                  <a:pt x="1666875" y="2114550"/>
                </a:lnTo>
                <a:lnTo>
                  <a:pt x="1647825" y="2114550"/>
                </a:lnTo>
                <a:close/>
                <a:moveTo>
                  <a:pt x="219075" y="2133600"/>
                </a:moveTo>
                <a:lnTo>
                  <a:pt x="314325" y="2133600"/>
                </a:lnTo>
                <a:lnTo>
                  <a:pt x="314325" y="2152650"/>
                </a:lnTo>
                <a:lnTo>
                  <a:pt x="285750" y="2152650"/>
                </a:lnTo>
                <a:lnTo>
                  <a:pt x="285750" y="2143125"/>
                </a:lnTo>
                <a:lnTo>
                  <a:pt x="266700" y="2143125"/>
                </a:lnTo>
                <a:lnTo>
                  <a:pt x="266700" y="2152650"/>
                </a:lnTo>
                <a:lnTo>
                  <a:pt x="219075" y="2152650"/>
                </a:lnTo>
                <a:close/>
                <a:moveTo>
                  <a:pt x="323850" y="2133600"/>
                </a:moveTo>
                <a:lnTo>
                  <a:pt x="352425" y="2133600"/>
                </a:lnTo>
                <a:lnTo>
                  <a:pt x="352425" y="2143125"/>
                </a:lnTo>
                <a:lnTo>
                  <a:pt x="361950" y="2143125"/>
                </a:lnTo>
                <a:lnTo>
                  <a:pt x="361950" y="2133600"/>
                </a:lnTo>
                <a:lnTo>
                  <a:pt x="371475" y="2133600"/>
                </a:lnTo>
                <a:lnTo>
                  <a:pt x="371475" y="2152650"/>
                </a:lnTo>
                <a:lnTo>
                  <a:pt x="333375" y="2152650"/>
                </a:lnTo>
                <a:lnTo>
                  <a:pt x="333375" y="2143125"/>
                </a:lnTo>
                <a:lnTo>
                  <a:pt x="323850" y="2143125"/>
                </a:lnTo>
                <a:close/>
                <a:moveTo>
                  <a:pt x="476250" y="2133600"/>
                </a:moveTo>
                <a:lnTo>
                  <a:pt x="619125" y="2133600"/>
                </a:lnTo>
                <a:lnTo>
                  <a:pt x="619125" y="2152650"/>
                </a:lnTo>
                <a:lnTo>
                  <a:pt x="590550" y="2152650"/>
                </a:lnTo>
                <a:lnTo>
                  <a:pt x="590550" y="2162175"/>
                </a:lnTo>
                <a:lnTo>
                  <a:pt x="571500" y="2162175"/>
                </a:lnTo>
                <a:lnTo>
                  <a:pt x="571500" y="2152650"/>
                </a:lnTo>
                <a:lnTo>
                  <a:pt x="466725" y="2152650"/>
                </a:lnTo>
                <a:lnTo>
                  <a:pt x="466725" y="2143125"/>
                </a:lnTo>
                <a:lnTo>
                  <a:pt x="476250" y="2143125"/>
                </a:lnTo>
                <a:close/>
                <a:moveTo>
                  <a:pt x="628650" y="2133600"/>
                </a:moveTo>
                <a:lnTo>
                  <a:pt x="685800" y="2133600"/>
                </a:lnTo>
                <a:lnTo>
                  <a:pt x="685800" y="2152650"/>
                </a:lnTo>
                <a:lnTo>
                  <a:pt x="628650" y="2152650"/>
                </a:lnTo>
                <a:close/>
                <a:moveTo>
                  <a:pt x="723900" y="2133600"/>
                </a:moveTo>
                <a:lnTo>
                  <a:pt x="752475" y="2133600"/>
                </a:lnTo>
                <a:lnTo>
                  <a:pt x="752475" y="2143125"/>
                </a:lnTo>
                <a:lnTo>
                  <a:pt x="771525" y="2143125"/>
                </a:lnTo>
                <a:lnTo>
                  <a:pt x="771525" y="2152650"/>
                </a:lnTo>
                <a:lnTo>
                  <a:pt x="742950" y="2152650"/>
                </a:lnTo>
                <a:lnTo>
                  <a:pt x="742950" y="2143125"/>
                </a:lnTo>
                <a:lnTo>
                  <a:pt x="733425" y="2143125"/>
                </a:lnTo>
                <a:lnTo>
                  <a:pt x="733425" y="2152650"/>
                </a:lnTo>
                <a:lnTo>
                  <a:pt x="723900" y="2152650"/>
                </a:lnTo>
                <a:close/>
                <a:moveTo>
                  <a:pt x="790575" y="2133600"/>
                </a:moveTo>
                <a:lnTo>
                  <a:pt x="809625" y="2133600"/>
                </a:lnTo>
                <a:lnTo>
                  <a:pt x="809625" y="2143125"/>
                </a:lnTo>
                <a:lnTo>
                  <a:pt x="819150" y="2143125"/>
                </a:lnTo>
                <a:lnTo>
                  <a:pt x="819150" y="2152650"/>
                </a:lnTo>
                <a:lnTo>
                  <a:pt x="790575" y="2152650"/>
                </a:lnTo>
                <a:close/>
                <a:moveTo>
                  <a:pt x="1314450" y="2133600"/>
                </a:moveTo>
                <a:lnTo>
                  <a:pt x="1323975" y="2133600"/>
                </a:lnTo>
                <a:lnTo>
                  <a:pt x="1323975" y="2143125"/>
                </a:lnTo>
                <a:lnTo>
                  <a:pt x="1314450" y="2143125"/>
                </a:lnTo>
                <a:close/>
                <a:moveTo>
                  <a:pt x="1390650" y="2133600"/>
                </a:moveTo>
                <a:lnTo>
                  <a:pt x="1457325" y="2133600"/>
                </a:lnTo>
                <a:lnTo>
                  <a:pt x="1457325" y="2152650"/>
                </a:lnTo>
                <a:lnTo>
                  <a:pt x="1381125" y="2152650"/>
                </a:lnTo>
                <a:lnTo>
                  <a:pt x="1381125" y="2143125"/>
                </a:lnTo>
                <a:lnTo>
                  <a:pt x="1390650" y="2143125"/>
                </a:lnTo>
                <a:close/>
                <a:moveTo>
                  <a:pt x="1476375" y="2133600"/>
                </a:moveTo>
                <a:lnTo>
                  <a:pt x="1524000" y="2133600"/>
                </a:lnTo>
                <a:lnTo>
                  <a:pt x="1524000" y="2152650"/>
                </a:lnTo>
                <a:lnTo>
                  <a:pt x="1476375" y="2152650"/>
                </a:lnTo>
                <a:close/>
                <a:moveTo>
                  <a:pt x="1571625" y="2133600"/>
                </a:moveTo>
                <a:lnTo>
                  <a:pt x="1590675" y="2133600"/>
                </a:lnTo>
                <a:lnTo>
                  <a:pt x="1590675" y="2152650"/>
                </a:lnTo>
                <a:lnTo>
                  <a:pt x="1571625" y="2152650"/>
                </a:lnTo>
                <a:close/>
                <a:moveTo>
                  <a:pt x="1685925" y="2133600"/>
                </a:moveTo>
                <a:lnTo>
                  <a:pt x="1695450" y="2133600"/>
                </a:lnTo>
                <a:lnTo>
                  <a:pt x="1695450" y="2152650"/>
                </a:lnTo>
                <a:lnTo>
                  <a:pt x="1685925" y="2152650"/>
                </a:lnTo>
                <a:close/>
                <a:moveTo>
                  <a:pt x="1704975" y="2133600"/>
                </a:moveTo>
                <a:lnTo>
                  <a:pt x="1724025" y="2133600"/>
                </a:lnTo>
                <a:lnTo>
                  <a:pt x="1724025" y="2143125"/>
                </a:lnTo>
                <a:lnTo>
                  <a:pt x="1714500" y="2143125"/>
                </a:lnTo>
                <a:lnTo>
                  <a:pt x="1714500" y="2152650"/>
                </a:lnTo>
                <a:lnTo>
                  <a:pt x="1704975" y="2152650"/>
                </a:lnTo>
                <a:close/>
                <a:moveTo>
                  <a:pt x="400050" y="2143125"/>
                </a:moveTo>
                <a:lnTo>
                  <a:pt x="409575" y="2143125"/>
                </a:lnTo>
                <a:lnTo>
                  <a:pt x="409575" y="2152650"/>
                </a:lnTo>
                <a:lnTo>
                  <a:pt x="400050" y="2152650"/>
                </a:lnTo>
                <a:close/>
                <a:moveTo>
                  <a:pt x="1038225" y="2143125"/>
                </a:moveTo>
                <a:lnTo>
                  <a:pt x="1047750" y="2143125"/>
                </a:lnTo>
                <a:lnTo>
                  <a:pt x="1047750" y="2152650"/>
                </a:lnTo>
                <a:lnTo>
                  <a:pt x="1038225" y="2152650"/>
                </a:lnTo>
                <a:close/>
                <a:moveTo>
                  <a:pt x="114300" y="2152650"/>
                </a:moveTo>
                <a:lnTo>
                  <a:pt x="123825" y="2152650"/>
                </a:lnTo>
                <a:lnTo>
                  <a:pt x="123825" y="2162175"/>
                </a:lnTo>
                <a:lnTo>
                  <a:pt x="114300" y="2162175"/>
                </a:lnTo>
                <a:close/>
                <a:moveTo>
                  <a:pt x="114300" y="2171700"/>
                </a:moveTo>
                <a:lnTo>
                  <a:pt x="123825" y="2171700"/>
                </a:lnTo>
                <a:lnTo>
                  <a:pt x="123825" y="2190750"/>
                </a:lnTo>
                <a:lnTo>
                  <a:pt x="114300" y="2190750"/>
                </a:lnTo>
                <a:close/>
                <a:moveTo>
                  <a:pt x="304800" y="2200275"/>
                </a:moveTo>
                <a:lnTo>
                  <a:pt x="333375" y="2200275"/>
                </a:lnTo>
                <a:lnTo>
                  <a:pt x="333375" y="2209800"/>
                </a:lnTo>
                <a:lnTo>
                  <a:pt x="304800" y="2209800"/>
                </a:lnTo>
                <a:close/>
                <a:moveTo>
                  <a:pt x="114300" y="2209800"/>
                </a:moveTo>
                <a:lnTo>
                  <a:pt x="123825" y="2209800"/>
                </a:lnTo>
                <a:lnTo>
                  <a:pt x="123825" y="2238375"/>
                </a:lnTo>
                <a:lnTo>
                  <a:pt x="114300" y="2238375"/>
                </a:lnTo>
                <a:close/>
                <a:moveTo>
                  <a:pt x="361950" y="2209800"/>
                </a:moveTo>
                <a:lnTo>
                  <a:pt x="371475" y="2209800"/>
                </a:lnTo>
                <a:lnTo>
                  <a:pt x="371475" y="2219325"/>
                </a:lnTo>
                <a:lnTo>
                  <a:pt x="361950" y="2219325"/>
                </a:lnTo>
                <a:close/>
                <a:moveTo>
                  <a:pt x="466725" y="2219325"/>
                </a:moveTo>
                <a:lnTo>
                  <a:pt x="476250" y="2219325"/>
                </a:lnTo>
                <a:lnTo>
                  <a:pt x="476250" y="2228850"/>
                </a:lnTo>
                <a:lnTo>
                  <a:pt x="466725" y="2228850"/>
                </a:lnTo>
                <a:close/>
                <a:moveTo>
                  <a:pt x="676275" y="2219325"/>
                </a:moveTo>
                <a:lnTo>
                  <a:pt x="695325" y="2219325"/>
                </a:lnTo>
                <a:lnTo>
                  <a:pt x="695325" y="2228850"/>
                </a:lnTo>
                <a:lnTo>
                  <a:pt x="676275" y="2228850"/>
                </a:lnTo>
                <a:close/>
                <a:moveTo>
                  <a:pt x="1733550" y="2219325"/>
                </a:moveTo>
                <a:lnTo>
                  <a:pt x="1743075" y="2219325"/>
                </a:lnTo>
                <a:lnTo>
                  <a:pt x="1743075" y="2238375"/>
                </a:lnTo>
                <a:lnTo>
                  <a:pt x="1733550" y="2238375"/>
                </a:lnTo>
                <a:close/>
                <a:moveTo>
                  <a:pt x="485775" y="2228850"/>
                </a:moveTo>
                <a:lnTo>
                  <a:pt x="495300" y="2228850"/>
                </a:lnTo>
                <a:lnTo>
                  <a:pt x="495300" y="2238375"/>
                </a:lnTo>
                <a:lnTo>
                  <a:pt x="485775" y="2238375"/>
                </a:lnTo>
                <a:close/>
                <a:moveTo>
                  <a:pt x="200025" y="2247900"/>
                </a:moveTo>
                <a:lnTo>
                  <a:pt x="209550" y="2247900"/>
                </a:lnTo>
                <a:lnTo>
                  <a:pt x="209550" y="2266950"/>
                </a:lnTo>
                <a:lnTo>
                  <a:pt x="200025" y="2266950"/>
                </a:lnTo>
                <a:close/>
                <a:moveTo>
                  <a:pt x="476250" y="2266950"/>
                </a:moveTo>
                <a:lnTo>
                  <a:pt x="495300" y="2266950"/>
                </a:lnTo>
                <a:lnTo>
                  <a:pt x="495300" y="2276475"/>
                </a:lnTo>
                <a:lnTo>
                  <a:pt x="476250" y="2276475"/>
                </a:lnTo>
                <a:close/>
                <a:moveTo>
                  <a:pt x="923925" y="2266950"/>
                </a:moveTo>
                <a:lnTo>
                  <a:pt x="933450" y="2266950"/>
                </a:lnTo>
                <a:lnTo>
                  <a:pt x="933450" y="2286000"/>
                </a:lnTo>
                <a:lnTo>
                  <a:pt x="923925" y="2286000"/>
                </a:lnTo>
                <a:close/>
                <a:moveTo>
                  <a:pt x="962025" y="2266950"/>
                </a:moveTo>
                <a:lnTo>
                  <a:pt x="971550" y="2266950"/>
                </a:lnTo>
                <a:lnTo>
                  <a:pt x="971550" y="2286000"/>
                </a:lnTo>
                <a:lnTo>
                  <a:pt x="962025" y="2286000"/>
                </a:lnTo>
                <a:close/>
                <a:moveTo>
                  <a:pt x="1009650" y="2266950"/>
                </a:moveTo>
                <a:lnTo>
                  <a:pt x="1076325" y="2266950"/>
                </a:lnTo>
                <a:lnTo>
                  <a:pt x="1076325" y="2286000"/>
                </a:lnTo>
                <a:lnTo>
                  <a:pt x="1009650" y="2286000"/>
                </a:lnTo>
                <a:close/>
                <a:moveTo>
                  <a:pt x="1143000" y="2266950"/>
                </a:moveTo>
                <a:lnTo>
                  <a:pt x="1238250" y="2266950"/>
                </a:lnTo>
                <a:lnTo>
                  <a:pt x="1238250" y="2286000"/>
                </a:lnTo>
                <a:lnTo>
                  <a:pt x="1143000" y="2286000"/>
                </a:lnTo>
                <a:close/>
                <a:moveTo>
                  <a:pt x="1266825" y="2266950"/>
                </a:moveTo>
                <a:lnTo>
                  <a:pt x="1362075" y="2266950"/>
                </a:lnTo>
                <a:lnTo>
                  <a:pt x="1362075" y="2286000"/>
                </a:lnTo>
                <a:lnTo>
                  <a:pt x="1266825" y="2286000"/>
                </a:lnTo>
                <a:close/>
                <a:moveTo>
                  <a:pt x="1381125" y="2266950"/>
                </a:moveTo>
                <a:lnTo>
                  <a:pt x="1609725" y="2266950"/>
                </a:lnTo>
                <a:lnTo>
                  <a:pt x="1609725" y="2286000"/>
                </a:lnTo>
                <a:lnTo>
                  <a:pt x="1619250" y="2286000"/>
                </a:lnTo>
                <a:lnTo>
                  <a:pt x="1619250" y="2305050"/>
                </a:lnTo>
                <a:lnTo>
                  <a:pt x="1609725" y="2305050"/>
                </a:lnTo>
                <a:lnTo>
                  <a:pt x="1609725" y="2295525"/>
                </a:lnTo>
                <a:lnTo>
                  <a:pt x="1571625" y="2295525"/>
                </a:lnTo>
                <a:lnTo>
                  <a:pt x="1571625" y="2286000"/>
                </a:lnTo>
                <a:lnTo>
                  <a:pt x="1381125" y="2286000"/>
                </a:lnTo>
                <a:close/>
                <a:moveTo>
                  <a:pt x="1685925" y="2266950"/>
                </a:moveTo>
                <a:lnTo>
                  <a:pt x="1695450" y="2266950"/>
                </a:lnTo>
                <a:lnTo>
                  <a:pt x="1695450" y="2286000"/>
                </a:lnTo>
                <a:lnTo>
                  <a:pt x="1685925" y="2286000"/>
                </a:lnTo>
                <a:close/>
                <a:moveTo>
                  <a:pt x="1704975" y="2266950"/>
                </a:moveTo>
                <a:lnTo>
                  <a:pt x="1724025" y="2266950"/>
                </a:lnTo>
                <a:lnTo>
                  <a:pt x="1724025" y="2286000"/>
                </a:lnTo>
                <a:lnTo>
                  <a:pt x="1704975" y="2286000"/>
                </a:lnTo>
                <a:close/>
                <a:moveTo>
                  <a:pt x="133350" y="2276475"/>
                </a:moveTo>
                <a:lnTo>
                  <a:pt x="142875" y="2276475"/>
                </a:lnTo>
                <a:lnTo>
                  <a:pt x="142875" y="2295525"/>
                </a:lnTo>
                <a:lnTo>
                  <a:pt x="123825" y="2295525"/>
                </a:lnTo>
                <a:lnTo>
                  <a:pt x="123825" y="2286000"/>
                </a:lnTo>
                <a:lnTo>
                  <a:pt x="133350" y="2286000"/>
                </a:lnTo>
                <a:close/>
                <a:moveTo>
                  <a:pt x="133350" y="2305050"/>
                </a:moveTo>
                <a:lnTo>
                  <a:pt x="142875" y="2305050"/>
                </a:lnTo>
                <a:lnTo>
                  <a:pt x="142875" y="2314575"/>
                </a:lnTo>
                <a:lnTo>
                  <a:pt x="133350" y="2314575"/>
                </a:lnTo>
                <a:close/>
                <a:moveTo>
                  <a:pt x="571500" y="2314575"/>
                </a:moveTo>
                <a:lnTo>
                  <a:pt x="581025" y="2314575"/>
                </a:lnTo>
                <a:lnTo>
                  <a:pt x="581025" y="2324100"/>
                </a:lnTo>
                <a:lnTo>
                  <a:pt x="571500" y="2324100"/>
                </a:lnTo>
                <a:close/>
                <a:moveTo>
                  <a:pt x="619125" y="2314575"/>
                </a:moveTo>
                <a:lnTo>
                  <a:pt x="647700" y="2314575"/>
                </a:lnTo>
                <a:lnTo>
                  <a:pt x="647700" y="2324100"/>
                </a:lnTo>
                <a:lnTo>
                  <a:pt x="619125" y="2324100"/>
                </a:lnTo>
                <a:close/>
                <a:moveTo>
                  <a:pt x="600075" y="2324100"/>
                </a:moveTo>
                <a:lnTo>
                  <a:pt x="609600" y="2324100"/>
                </a:lnTo>
                <a:lnTo>
                  <a:pt x="609600" y="2333625"/>
                </a:lnTo>
                <a:lnTo>
                  <a:pt x="600075" y="2333625"/>
                </a:lnTo>
                <a:close/>
                <a:moveTo>
                  <a:pt x="790575" y="2324100"/>
                </a:moveTo>
                <a:lnTo>
                  <a:pt x="800100" y="2324100"/>
                </a:lnTo>
                <a:lnTo>
                  <a:pt x="800100" y="2333625"/>
                </a:lnTo>
                <a:lnTo>
                  <a:pt x="790575" y="2333625"/>
                </a:lnTo>
                <a:close/>
                <a:moveTo>
                  <a:pt x="885825" y="2324100"/>
                </a:moveTo>
                <a:lnTo>
                  <a:pt x="895350" y="2324100"/>
                </a:lnTo>
                <a:lnTo>
                  <a:pt x="895350" y="2333625"/>
                </a:lnTo>
                <a:lnTo>
                  <a:pt x="885825" y="2333625"/>
                </a:lnTo>
                <a:close/>
                <a:moveTo>
                  <a:pt x="1038225" y="2324100"/>
                </a:moveTo>
                <a:lnTo>
                  <a:pt x="1047750" y="2324100"/>
                </a:lnTo>
                <a:lnTo>
                  <a:pt x="1047750" y="2333625"/>
                </a:lnTo>
                <a:lnTo>
                  <a:pt x="1038225" y="2333625"/>
                </a:lnTo>
                <a:close/>
                <a:moveTo>
                  <a:pt x="904875" y="2333625"/>
                </a:moveTo>
                <a:lnTo>
                  <a:pt x="914400" y="2333625"/>
                </a:lnTo>
                <a:lnTo>
                  <a:pt x="914400" y="2343150"/>
                </a:lnTo>
                <a:lnTo>
                  <a:pt x="904875" y="2343150"/>
                </a:lnTo>
                <a:close/>
                <a:moveTo>
                  <a:pt x="142875" y="2362200"/>
                </a:moveTo>
                <a:lnTo>
                  <a:pt x="152400" y="2362200"/>
                </a:lnTo>
                <a:lnTo>
                  <a:pt x="152400" y="2371725"/>
                </a:lnTo>
                <a:lnTo>
                  <a:pt x="142875" y="2371725"/>
                </a:lnTo>
                <a:close/>
                <a:moveTo>
                  <a:pt x="1828800" y="2371725"/>
                </a:moveTo>
                <a:lnTo>
                  <a:pt x="1838325" y="2371725"/>
                </a:lnTo>
                <a:lnTo>
                  <a:pt x="1838325" y="2390775"/>
                </a:lnTo>
                <a:lnTo>
                  <a:pt x="1828800" y="2390775"/>
                </a:lnTo>
                <a:close/>
                <a:moveTo>
                  <a:pt x="257175" y="2381250"/>
                </a:moveTo>
                <a:lnTo>
                  <a:pt x="333375" y="2381250"/>
                </a:lnTo>
                <a:lnTo>
                  <a:pt x="333375" y="2400300"/>
                </a:lnTo>
                <a:lnTo>
                  <a:pt x="314325" y="2400300"/>
                </a:lnTo>
                <a:lnTo>
                  <a:pt x="314325" y="2390775"/>
                </a:lnTo>
                <a:lnTo>
                  <a:pt x="285750" y="2390775"/>
                </a:lnTo>
                <a:lnTo>
                  <a:pt x="285750" y="2419350"/>
                </a:lnTo>
                <a:lnTo>
                  <a:pt x="266700" y="2419350"/>
                </a:lnTo>
                <a:lnTo>
                  <a:pt x="266700" y="2400300"/>
                </a:lnTo>
                <a:lnTo>
                  <a:pt x="257175" y="2400300"/>
                </a:lnTo>
                <a:close/>
                <a:moveTo>
                  <a:pt x="571500" y="2381250"/>
                </a:moveTo>
                <a:lnTo>
                  <a:pt x="590550" y="2381250"/>
                </a:lnTo>
                <a:lnTo>
                  <a:pt x="590550" y="2400300"/>
                </a:lnTo>
                <a:lnTo>
                  <a:pt x="571500" y="2400300"/>
                </a:lnTo>
                <a:close/>
                <a:moveTo>
                  <a:pt x="647700" y="2390775"/>
                </a:moveTo>
                <a:lnTo>
                  <a:pt x="666750" y="2390775"/>
                </a:lnTo>
                <a:lnTo>
                  <a:pt x="666750" y="2419350"/>
                </a:lnTo>
                <a:lnTo>
                  <a:pt x="647700" y="2419350"/>
                </a:lnTo>
                <a:close/>
                <a:moveTo>
                  <a:pt x="1162050" y="2390775"/>
                </a:moveTo>
                <a:lnTo>
                  <a:pt x="1171575" y="2390775"/>
                </a:lnTo>
                <a:lnTo>
                  <a:pt x="1171575" y="2400300"/>
                </a:lnTo>
                <a:lnTo>
                  <a:pt x="1181100" y="2400300"/>
                </a:lnTo>
                <a:lnTo>
                  <a:pt x="1181100" y="2390775"/>
                </a:lnTo>
                <a:lnTo>
                  <a:pt x="1190625" y="2390775"/>
                </a:lnTo>
                <a:lnTo>
                  <a:pt x="1190625" y="2419350"/>
                </a:lnTo>
                <a:lnTo>
                  <a:pt x="1162050" y="2419350"/>
                </a:lnTo>
                <a:close/>
                <a:moveTo>
                  <a:pt x="114300" y="2400300"/>
                </a:moveTo>
                <a:lnTo>
                  <a:pt x="123825" y="2400300"/>
                </a:lnTo>
                <a:lnTo>
                  <a:pt x="123825" y="2419350"/>
                </a:lnTo>
                <a:lnTo>
                  <a:pt x="114300" y="2419350"/>
                </a:lnTo>
                <a:close/>
                <a:moveTo>
                  <a:pt x="342900" y="2400300"/>
                </a:moveTo>
                <a:lnTo>
                  <a:pt x="361950" y="2400300"/>
                </a:lnTo>
                <a:lnTo>
                  <a:pt x="361950" y="2419350"/>
                </a:lnTo>
                <a:lnTo>
                  <a:pt x="342900" y="2419350"/>
                </a:lnTo>
                <a:close/>
                <a:moveTo>
                  <a:pt x="457200" y="2400300"/>
                </a:moveTo>
                <a:lnTo>
                  <a:pt x="476250" y="2400300"/>
                </a:lnTo>
                <a:lnTo>
                  <a:pt x="476250" y="2419350"/>
                </a:lnTo>
                <a:lnTo>
                  <a:pt x="457200" y="2419350"/>
                </a:lnTo>
                <a:close/>
                <a:moveTo>
                  <a:pt x="762000" y="2400300"/>
                </a:moveTo>
                <a:lnTo>
                  <a:pt x="790575" y="2400300"/>
                </a:lnTo>
                <a:lnTo>
                  <a:pt x="790575" y="2419350"/>
                </a:lnTo>
                <a:lnTo>
                  <a:pt x="762000" y="2419350"/>
                </a:lnTo>
                <a:close/>
                <a:moveTo>
                  <a:pt x="847725" y="2400300"/>
                </a:moveTo>
                <a:lnTo>
                  <a:pt x="857250" y="2400300"/>
                </a:lnTo>
                <a:lnTo>
                  <a:pt x="857250" y="2419350"/>
                </a:lnTo>
                <a:lnTo>
                  <a:pt x="847725" y="2419350"/>
                </a:lnTo>
                <a:close/>
                <a:moveTo>
                  <a:pt x="876300" y="2400300"/>
                </a:moveTo>
                <a:lnTo>
                  <a:pt x="895350" y="2400300"/>
                </a:lnTo>
                <a:lnTo>
                  <a:pt x="895350" y="2419350"/>
                </a:lnTo>
                <a:lnTo>
                  <a:pt x="876300" y="2419350"/>
                </a:lnTo>
                <a:close/>
                <a:moveTo>
                  <a:pt x="1285875" y="2400300"/>
                </a:moveTo>
                <a:lnTo>
                  <a:pt x="1362075" y="2400300"/>
                </a:lnTo>
                <a:lnTo>
                  <a:pt x="1362075" y="2419350"/>
                </a:lnTo>
                <a:lnTo>
                  <a:pt x="1285875" y="2419350"/>
                </a:lnTo>
                <a:close/>
                <a:moveTo>
                  <a:pt x="1409700" y="2400300"/>
                </a:moveTo>
                <a:lnTo>
                  <a:pt x="1428750" y="2400300"/>
                </a:lnTo>
                <a:lnTo>
                  <a:pt x="1428750" y="2419350"/>
                </a:lnTo>
                <a:lnTo>
                  <a:pt x="1409700" y="2419350"/>
                </a:lnTo>
                <a:close/>
                <a:moveTo>
                  <a:pt x="1476375" y="2400300"/>
                </a:moveTo>
                <a:lnTo>
                  <a:pt x="1524000" y="2400300"/>
                </a:lnTo>
                <a:lnTo>
                  <a:pt x="1524000" y="2419350"/>
                </a:lnTo>
                <a:lnTo>
                  <a:pt x="1476375" y="2419350"/>
                </a:lnTo>
                <a:close/>
                <a:moveTo>
                  <a:pt x="533400" y="2409825"/>
                </a:moveTo>
                <a:lnTo>
                  <a:pt x="552450" y="2409825"/>
                </a:lnTo>
                <a:lnTo>
                  <a:pt x="552450" y="2419350"/>
                </a:lnTo>
                <a:lnTo>
                  <a:pt x="533400" y="2419350"/>
                </a:lnTo>
                <a:close/>
                <a:moveTo>
                  <a:pt x="114300" y="2438400"/>
                </a:moveTo>
                <a:lnTo>
                  <a:pt x="123825" y="2438400"/>
                </a:lnTo>
                <a:lnTo>
                  <a:pt x="123825" y="2476500"/>
                </a:lnTo>
                <a:lnTo>
                  <a:pt x="114300" y="2476500"/>
                </a:lnTo>
                <a:close/>
                <a:moveTo>
                  <a:pt x="209550" y="2438400"/>
                </a:moveTo>
                <a:lnTo>
                  <a:pt x="219075" y="2438400"/>
                </a:lnTo>
                <a:lnTo>
                  <a:pt x="219075" y="2457450"/>
                </a:lnTo>
                <a:lnTo>
                  <a:pt x="209550" y="2457450"/>
                </a:lnTo>
                <a:close/>
                <a:moveTo>
                  <a:pt x="123825" y="2514600"/>
                </a:moveTo>
                <a:lnTo>
                  <a:pt x="142875" y="2514600"/>
                </a:lnTo>
                <a:lnTo>
                  <a:pt x="142875" y="2524125"/>
                </a:lnTo>
                <a:lnTo>
                  <a:pt x="123825" y="2524125"/>
                </a:lnTo>
                <a:close/>
                <a:moveTo>
                  <a:pt x="1733550" y="2543175"/>
                </a:moveTo>
                <a:lnTo>
                  <a:pt x="1743075" y="2543175"/>
                </a:lnTo>
                <a:lnTo>
                  <a:pt x="1743075" y="2562225"/>
                </a:lnTo>
                <a:lnTo>
                  <a:pt x="1733550" y="2562225"/>
                </a:lnTo>
                <a:close/>
                <a:moveTo>
                  <a:pt x="695325" y="2552700"/>
                </a:moveTo>
                <a:lnTo>
                  <a:pt x="714375" y="2552700"/>
                </a:lnTo>
                <a:lnTo>
                  <a:pt x="714375" y="2562225"/>
                </a:lnTo>
                <a:lnTo>
                  <a:pt x="752475" y="2562225"/>
                </a:lnTo>
                <a:lnTo>
                  <a:pt x="752475" y="2571750"/>
                </a:lnTo>
                <a:lnTo>
                  <a:pt x="742950" y="2571750"/>
                </a:lnTo>
                <a:lnTo>
                  <a:pt x="742950" y="2581275"/>
                </a:lnTo>
                <a:lnTo>
                  <a:pt x="723900" y="2581275"/>
                </a:lnTo>
                <a:lnTo>
                  <a:pt x="723900" y="2571750"/>
                </a:lnTo>
                <a:lnTo>
                  <a:pt x="676275" y="2571750"/>
                </a:lnTo>
                <a:lnTo>
                  <a:pt x="676275" y="2562225"/>
                </a:lnTo>
                <a:lnTo>
                  <a:pt x="695325" y="2562225"/>
                </a:lnTo>
                <a:close/>
                <a:moveTo>
                  <a:pt x="657225" y="2571750"/>
                </a:moveTo>
                <a:lnTo>
                  <a:pt x="676275" y="2571750"/>
                </a:lnTo>
                <a:lnTo>
                  <a:pt x="676275" y="2590800"/>
                </a:lnTo>
                <a:lnTo>
                  <a:pt x="685800" y="2590800"/>
                </a:lnTo>
                <a:lnTo>
                  <a:pt x="685800" y="2600325"/>
                </a:lnTo>
                <a:lnTo>
                  <a:pt x="676275" y="2600325"/>
                </a:lnTo>
                <a:lnTo>
                  <a:pt x="676275" y="2609850"/>
                </a:lnTo>
                <a:lnTo>
                  <a:pt x="628650" y="2609850"/>
                </a:lnTo>
                <a:lnTo>
                  <a:pt x="628650" y="2581275"/>
                </a:lnTo>
                <a:lnTo>
                  <a:pt x="657225" y="2581275"/>
                </a:lnTo>
                <a:close/>
                <a:moveTo>
                  <a:pt x="314325" y="2581275"/>
                </a:moveTo>
                <a:lnTo>
                  <a:pt x="323850" y="2581275"/>
                </a:lnTo>
                <a:lnTo>
                  <a:pt x="323850" y="2590800"/>
                </a:lnTo>
                <a:lnTo>
                  <a:pt x="314325" y="2590800"/>
                </a:lnTo>
                <a:close/>
                <a:moveTo>
                  <a:pt x="695325" y="2590800"/>
                </a:moveTo>
                <a:lnTo>
                  <a:pt x="714375" y="2590800"/>
                </a:lnTo>
                <a:lnTo>
                  <a:pt x="714375" y="2600325"/>
                </a:lnTo>
                <a:lnTo>
                  <a:pt x="695325" y="2600325"/>
                </a:lnTo>
                <a:close/>
                <a:moveTo>
                  <a:pt x="657225" y="2600325"/>
                </a:moveTo>
                <a:lnTo>
                  <a:pt x="666750" y="2600325"/>
                </a:lnTo>
                <a:lnTo>
                  <a:pt x="666750" y="2590800"/>
                </a:lnTo>
                <a:lnTo>
                  <a:pt x="657225" y="2590800"/>
                </a:lnTo>
                <a:close/>
                <a:moveTo>
                  <a:pt x="714375" y="2600325"/>
                </a:moveTo>
                <a:lnTo>
                  <a:pt x="723900" y="2600325"/>
                </a:lnTo>
                <a:lnTo>
                  <a:pt x="723900" y="2619375"/>
                </a:lnTo>
                <a:lnTo>
                  <a:pt x="714375" y="2619375"/>
                </a:lnTo>
                <a:close/>
                <a:moveTo>
                  <a:pt x="752475" y="2609850"/>
                </a:moveTo>
                <a:lnTo>
                  <a:pt x="762000" y="2609850"/>
                </a:lnTo>
                <a:lnTo>
                  <a:pt x="762000" y="2619375"/>
                </a:lnTo>
                <a:lnTo>
                  <a:pt x="752475" y="2619375"/>
                </a:lnTo>
                <a:close/>
                <a:moveTo>
                  <a:pt x="666750" y="2619375"/>
                </a:moveTo>
                <a:lnTo>
                  <a:pt x="685800" y="2619375"/>
                </a:lnTo>
                <a:lnTo>
                  <a:pt x="685800" y="2628900"/>
                </a:lnTo>
                <a:lnTo>
                  <a:pt x="666750" y="2628900"/>
                </a:lnTo>
                <a:close/>
                <a:moveTo>
                  <a:pt x="1590675" y="2657475"/>
                </a:moveTo>
                <a:lnTo>
                  <a:pt x="1600200" y="2657475"/>
                </a:lnTo>
                <a:lnTo>
                  <a:pt x="1600200" y="2667000"/>
                </a:lnTo>
                <a:lnTo>
                  <a:pt x="1590675" y="2667000"/>
                </a:lnTo>
                <a:close/>
                <a:moveTo>
                  <a:pt x="666750" y="2676525"/>
                </a:moveTo>
                <a:lnTo>
                  <a:pt x="676275" y="2676525"/>
                </a:lnTo>
                <a:lnTo>
                  <a:pt x="676275" y="2686050"/>
                </a:lnTo>
                <a:lnTo>
                  <a:pt x="666750" y="2686050"/>
                </a:lnTo>
                <a:close/>
                <a:moveTo>
                  <a:pt x="762000" y="2676525"/>
                </a:moveTo>
                <a:lnTo>
                  <a:pt x="790575" y="2676525"/>
                </a:lnTo>
                <a:lnTo>
                  <a:pt x="790575" y="2695575"/>
                </a:lnTo>
                <a:lnTo>
                  <a:pt x="800100" y="2695575"/>
                </a:lnTo>
                <a:lnTo>
                  <a:pt x="800100" y="2705100"/>
                </a:lnTo>
                <a:lnTo>
                  <a:pt x="781050" y="2705100"/>
                </a:lnTo>
                <a:lnTo>
                  <a:pt x="781050" y="2695575"/>
                </a:lnTo>
                <a:lnTo>
                  <a:pt x="762000" y="2695575"/>
                </a:lnTo>
                <a:close/>
                <a:moveTo>
                  <a:pt x="819150" y="2676525"/>
                </a:moveTo>
                <a:lnTo>
                  <a:pt x="857250" y="2676525"/>
                </a:lnTo>
                <a:lnTo>
                  <a:pt x="857250" y="2695575"/>
                </a:lnTo>
                <a:lnTo>
                  <a:pt x="847725" y="2695575"/>
                </a:lnTo>
                <a:lnTo>
                  <a:pt x="847725" y="2705100"/>
                </a:lnTo>
                <a:lnTo>
                  <a:pt x="838200" y="2705100"/>
                </a:lnTo>
                <a:lnTo>
                  <a:pt x="838200" y="2714625"/>
                </a:lnTo>
                <a:lnTo>
                  <a:pt x="828675" y="2714625"/>
                </a:lnTo>
                <a:lnTo>
                  <a:pt x="828675" y="2705100"/>
                </a:lnTo>
                <a:lnTo>
                  <a:pt x="819150" y="2705100"/>
                </a:lnTo>
                <a:close/>
                <a:moveTo>
                  <a:pt x="771525" y="2705100"/>
                </a:moveTo>
                <a:lnTo>
                  <a:pt x="781050" y="2705100"/>
                </a:lnTo>
                <a:lnTo>
                  <a:pt x="781050" y="2714625"/>
                </a:lnTo>
                <a:lnTo>
                  <a:pt x="771525" y="2714625"/>
                </a:lnTo>
                <a:close/>
                <a:moveTo>
                  <a:pt x="857250" y="2705100"/>
                </a:moveTo>
                <a:lnTo>
                  <a:pt x="885825" y="2705100"/>
                </a:lnTo>
                <a:lnTo>
                  <a:pt x="885825" y="2714625"/>
                </a:lnTo>
                <a:lnTo>
                  <a:pt x="857250" y="2714625"/>
                </a:lnTo>
                <a:close/>
                <a:moveTo>
                  <a:pt x="466725" y="2714625"/>
                </a:moveTo>
                <a:lnTo>
                  <a:pt x="495300" y="2714625"/>
                </a:lnTo>
                <a:lnTo>
                  <a:pt x="495300" y="2724150"/>
                </a:lnTo>
                <a:lnTo>
                  <a:pt x="504825" y="2724150"/>
                </a:lnTo>
                <a:lnTo>
                  <a:pt x="504825" y="2733675"/>
                </a:lnTo>
                <a:lnTo>
                  <a:pt x="485775" y="2733675"/>
                </a:lnTo>
                <a:lnTo>
                  <a:pt x="485775" y="2724150"/>
                </a:lnTo>
                <a:lnTo>
                  <a:pt x="466725" y="2724150"/>
                </a:lnTo>
                <a:close/>
                <a:moveTo>
                  <a:pt x="714375" y="2714625"/>
                </a:moveTo>
                <a:lnTo>
                  <a:pt x="733425" y="2714625"/>
                </a:lnTo>
                <a:lnTo>
                  <a:pt x="733425" y="2733675"/>
                </a:lnTo>
                <a:lnTo>
                  <a:pt x="723900" y="2733675"/>
                </a:lnTo>
                <a:lnTo>
                  <a:pt x="723900" y="2743200"/>
                </a:lnTo>
                <a:lnTo>
                  <a:pt x="714375" y="2743200"/>
                </a:lnTo>
                <a:lnTo>
                  <a:pt x="714375" y="2733675"/>
                </a:lnTo>
                <a:lnTo>
                  <a:pt x="704850" y="2733675"/>
                </a:lnTo>
                <a:lnTo>
                  <a:pt x="704850" y="2724150"/>
                </a:lnTo>
                <a:lnTo>
                  <a:pt x="714375" y="2724150"/>
                </a:lnTo>
                <a:close/>
                <a:moveTo>
                  <a:pt x="1114425" y="2714625"/>
                </a:moveTo>
                <a:lnTo>
                  <a:pt x="1143000" y="2714625"/>
                </a:lnTo>
                <a:lnTo>
                  <a:pt x="1143000" y="2724150"/>
                </a:lnTo>
                <a:lnTo>
                  <a:pt x="1114425" y="2724150"/>
                </a:lnTo>
                <a:close/>
                <a:moveTo>
                  <a:pt x="1828800" y="2714625"/>
                </a:moveTo>
                <a:lnTo>
                  <a:pt x="1838325" y="2714625"/>
                </a:lnTo>
                <a:lnTo>
                  <a:pt x="1838325" y="2733675"/>
                </a:lnTo>
                <a:lnTo>
                  <a:pt x="1828800" y="2733675"/>
                </a:lnTo>
                <a:close/>
                <a:moveTo>
                  <a:pt x="447675" y="2724150"/>
                </a:moveTo>
                <a:lnTo>
                  <a:pt x="457200" y="2724150"/>
                </a:lnTo>
                <a:lnTo>
                  <a:pt x="457200" y="2733675"/>
                </a:lnTo>
                <a:lnTo>
                  <a:pt x="447675" y="2733675"/>
                </a:lnTo>
                <a:close/>
                <a:moveTo>
                  <a:pt x="685800" y="2724150"/>
                </a:moveTo>
                <a:lnTo>
                  <a:pt x="695325" y="2724150"/>
                </a:lnTo>
                <a:lnTo>
                  <a:pt x="695325" y="2733675"/>
                </a:lnTo>
                <a:lnTo>
                  <a:pt x="685800" y="2733675"/>
                </a:lnTo>
                <a:close/>
                <a:moveTo>
                  <a:pt x="752475" y="2724150"/>
                </a:moveTo>
                <a:lnTo>
                  <a:pt x="762000" y="2724150"/>
                </a:lnTo>
                <a:lnTo>
                  <a:pt x="762000" y="2743200"/>
                </a:lnTo>
                <a:lnTo>
                  <a:pt x="752475" y="2743200"/>
                </a:lnTo>
                <a:close/>
                <a:moveTo>
                  <a:pt x="428625" y="2733675"/>
                </a:moveTo>
                <a:lnTo>
                  <a:pt x="447675" y="2733675"/>
                </a:lnTo>
                <a:lnTo>
                  <a:pt x="447675" y="2743200"/>
                </a:lnTo>
                <a:lnTo>
                  <a:pt x="428625" y="2743200"/>
                </a:lnTo>
                <a:close/>
                <a:moveTo>
                  <a:pt x="428625" y="2771775"/>
                </a:moveTo>
                <a:lnTo>
                  <a:pt x="466725" y="2771775"/>
                </a:lnTo>
                <a:lnTo>
                  <a:pt x="466725" y="2790825"/>
                </a:lnTo>
                <a:lnTo>
                  <a:pt x="438150" y="2790825"/>
                </a:lnTo>
                <a:lnTo>
                  <a:pt x="438150" y="2781300"/>
                </a:lnTo>
                <a:lnTo>
                  <a:pt x="428625" y="2781300"/>
                </a:lnTo>
                <a:close/>
                <a:moveTo>
                  <a:pt x="733425" y="2771775"/>
                </a:moveTo>
                <a:lnTo>
                  <a:pt x="742950" y="2771775"/>
                </a:lnTo>
                <a:lnTo>
                  <a:pt x="742950" y="2781300"/>
                </a:lnTo>
                <a:lnTo>
                  <a:pt x="733425" y="2781300"/>
                </a:lnTo>
                <a:close/>
                <a:moveTo>
                  <a:pt x="1295400" y="2781300"/>
                </a:moveTo>
                <a:lnTo>
                  <a:pt x="1314450" y="2781300"/>
                </a:lnTo>
                <a:lnTo>
                  <a:pt x="1314450" y="2790825"/>
                </a:lnTo>
                <a:lnTo>
                  <a:pt x="1295400" y="2790825"/>
                </a:lnTo>
                <a:close/>
                <a:moveTo>
                  <a:pt x="228600" y="2790825"/>
                </a:moveTo>
                <a:lnTo>
                  <a:pt x="238125" y="2790825"/>
                </a:lnTo>
                <a:lnTo>
                  <a:pt x="238125" y="2800350"/>
                </a:lnTo>
                <a:lnTo>
                  <a:pt x="228600" y="2800350"/>
                </a:lnTo>
                <a:close/>
                <a:moveTo>
                  <a:pt x="1000125" y="2790825"/>
                </a:moveTo>
                <a:lnTo>
                  <a:pt x="1028700" y="2790825"/>
                </a:lnTo>
                <a:lnTo>
                  <a:pt x="1028700" y="2800350"/>
                </a:lnTo>
                <a:lnTo>
                  <a:pt x="1000125" y="2800350"/>
                </a:lnTo>
                <a:close/>
                <a:moveTo>
                  <a:pt x="285750" y="2800350"/>
                </a:moveTo>
                <a:lnTo>
                  <a:pt x="304800" y="2800350"/>
                </a:lnTo>
                <a:lnTo>
                  <a:pt x="304800" y="2809875"/>
                </a:lnTo>
                <a:lnTo>
                  <a:pt x="285750" y="2809875"/>
                </a:lnTo>
                <a:close/>
                <a:moveTo>
                  <a:pt x="1590675" y="2800350"/>
                </a:moveTo>
                <a:lnTo>
                  <a:pt x="1609725" y="2800350"/>
                </a:lnTo>
                <a:lnTo>
                  <a:pt x="1609725" y="2809875"/>
                </a:lnTo>
                <a:lnTo>
                  <a:pt x="1590675" y="2809875"/>
                </a:lnTo>
                <a:close/>
                <a:moveTo>
                  <a:pt x="304800" y="2809875"/>
                </a:moveTo>
                <a:lnTo>
                  <a:pt x="314325" y="2809875"/>
                </a:lnTo>
                <a:lnTo>
                  <a:pt x="314325" y="2819400"/>
                </a:lnTo>
                <a:lnTo>
                  <a:pt x="304800" y="2819400"/>
                </a:lnTo>
                <a:close/>
                <a:moveTo>
                  <a:pt x="1647825" y="2809875"/>
                </a:moveTo>
                <a:lnTo>
                  <a:pt x="1657350" y="2809875"/>
                </a:lnTo>
                <a:lnTo>
                  <a:pt x="1657350" y="2819400"/>
                </a:lnTo>
                <a:lnTo>
                  <a:pt x="1647825" y="2819400"/>
                </a:lnTo>
                <a:close/>
                <a:moveTo>
                  <a:pt x="323850" y="2838450"/>
                </a:moveTo>
                <a:lnTo>
                  <a:pt x="333375" y="2838450"/>
                </a:lnTo>
                <a:lnTo>
                  <a:pt x="333375" y="2847975"/>
                </a:lnTo>
                <a:lnTo>
                  <a:pt x="323850" y="2847975"/>
                </a:lnTo>
                <a:close/>
                <a:moveTo>
                  <a:pt x="1714500" y="2933700"/>
                </a:moveTo>
                <a:lnTo>
                  <a:pt x="1724025" y="2933700"/>
                </a:lnTo>
                <a:lnTo>
                  <a:pt x="1724025" y="2943225"/>
                </a:lnTo>
                <a:lnTo>
                  <a:pt x="1714500" y="2943225"/>
                </a:lnTo>
                <a:close/>
                <a:moveTo>
                  <a:pt x="1704975" y="2943225"/>
                </a:moveTo>
                <a:lnTo>
                  <a:pt x="1714500" y="2943225"/>
                </a:lnTo>
                <a:lnTo>
                  <a:pt x="1714500" y="2962275"/>
                </a:lnTo>
                <a:lnTo>
                  <a:pt x="1704975" y="2962275"/>
                </a:lnTo>
                <a:close/>
                <a:moveTo>
                  <a:pt x="1724025" y="2981325"/>
                </a:moveTo>
                <a:lnTo>
                  <a:pt x="1743075" y="2981325"/>
                </a:lnTo>
                <a:lnTo>
                  <a:pt x="1743075" y="2990850"/>
                </a:lnTo>
                <a:lnTo>
                  <a:pt x="1724025" y="2990850"/>
                </a:lnTo>
                <a:close/>
                <a:moveTo>
                  <a:pt x="228600" y="3028950"/>
                </a:moveTo>
                <a:lnTo>
                  <a:pt x="238125" y="3028950"/>
                </a:lnTo>
                <a:lnTo>
                  <a:pt x="238125" y="3038475"/>
                </a:lnTo>
                <a:lnTo>
                  <a:pt x="228600" y="3038475"/>
                </a:lnTo>
                <a:close/>
                <a:moveTo>
                  <a:pt x="276225" y="3028950"/>
                </a:moveTo>
                <a:lnTo>
                  <a:pt x="295275" y="3028950"/>
                </a:lnTo>
                <a:lnTo>
                  <a:pt x="295275" y="3038475"/>
                </a:lnTo>
                <a:lnTo>
                  <a:pt x="276225" y="3038475"/>
                </a:lnTo>
                <a:close/>
                <a:moveTo>
                  <a:pt x="209550" y="3038475"/>
                </a:moveTo>
                <a:lnTo>
                  <a:pt x="219075" y="3038475"/>
                </a:lnTo>
                <a:lnTo>
                  <a:pt x="219075" y="3048000"/>
                </a:lnTo>
                <a:lnTo>
                  <a:pt x="209550" y="3048000"/>
                </a:lnTo>
                <a:close/>
                <a:moveTo>
                  <a:pt x="981075" y="3038475"/>
                </a:moveTo>
                <a:lnTo>
                  <a:pt x="990600" y="3038475"/>
                </a:lnTo>
                <a:lnTo>
                  <a:pt x="990600" y="3048000"/>
                </a:lnTo>
                <a:lnTo>
                  <a:pt x="981075" y="3048000"/>
                </a:lnTo>
                <a:close/>
                <a:moveTo>
                  <a:pt x="638175" y="3048000"/>
                </a:moveTo>
                <a:lnTo>
                  <a:pt x="647700" y="3048000"/>
                </a:lnTo>
                <a:lnTo>
                  <a:pt x="647700" y="3057525"/>
                </a:lnTo>
                <a:lnTo>
                  <a:pt x="638175" y="3057525"/>
                </a:lnTo>
                <a:close/>
                <a:moveTo>
                  <a:pt x="809625" y="3048000"/>
                </a:moveTo>
                <a:lnTo>
                  <a:pt x="819150" y="3048000"/>
                </a:lnTo>
                <a:lnTo>
                  <a:pt x="819150" y="3057525"/>
                </a:lnTo>
                <a:lnTo>
                  <a:pt x="809625" y="3057525"/>
                </a:lnTo>
                <a:close/>
                <a:moveTo>
                  <a:pt x="847725" y="3048000"/>
                </a:moveTo>
                <a:lnTo>
                  <a:pt x="857250" y="3048000"/>
                </a:lnTo>
                <a:lnTo>
                  <a:pt x="857250" y="3057525"/>
                </a:lnTo>
                <a:lnTo>
                  <a:pt x="847725" y="3057525"/>
                </a:lnTo>
                <a:close/>
                <a:moveTo>
                  <a:pt x="990600" y="3048000"/>
                </a:moveTo>
                <a:lnTo>
                  <a:pt x="1000125" y="3048000"/>
                </a:lnTo>
                <a:lnTo>
                  <a:pt x="1000125" y="3057525"/>
                </a:lnTo>
                <a:lnTo>
                  <a:pt x="990600" y="3057525"/>
                </a:lnTo>
                <a:close/>
                <a:moveTo>
                  <a:pt x="885825" y="3057525"/>
                </a:moveTo>
                <a:lnTo>
                  <a:pt x="904875" y="3057525"/>
                </a:lnTo>
                <a:lnTo>
                  <a:pt x="904875" y="3067050"/>
                </a:lnTo>
                <a:lnTo>
                  <a:pt x="885825" y="3067050"/>
                </a:lnTo>
                <a:close/>
                <a:moveTo>
                  <a:pt x="571500" y="3114675"/>
                </a:moveTo>
                <a:lnTo>
                  <a:pt x="600075" y="3114675"/>
                </a:lnTo>
                <a:lnTo>
                  <a:pt x="600075" y="3124200"/>
                </a:lnTo>
                <a:lnTo>
                  <a:pt x="571500" y="3124200"/>
                </a:lnTo>
                <a:close/>
                <a:moveTo>
                  <a:pt x="847725" y="3114675"/>
                </a:moveTo>
                <a:lnTo>
                  <a:pt x="866775" y="3114675"/>
                </a:lnTo>
                <a:lnTo>
                  <a:pt x="866775" y="3124200"/>
                </a:lnTo>
                <a:lnTo>
                  <a:pt x="876300" y="3124200"/>
                </a:lnTo>
                <a:lnTo>
                  <a:pt x="876300" y="3133725"/>
                </a:lnTo>
                <a:lnTo>
                  <a:pt x="847725" y="3133725"/>
                </a:lnTo>
                <a:close/>
                <a:moveTo>
                  <a:pt x="1085850" y="3114675"/>
                </a:moveTo>
                <a:lnTo>
                  <a:pt x="1095375" y="3114675"/>
                </a:lnTo>
                <a:lnTo>
                  <a:pt x="1095375" y="3124200"/>
                </a:lnTo>
                <a:lnTo>
                  <a:pt x="1085850" y="3124200"/>
                </a:lnTo>
                <a:close/>
                <a:moveTo>
                  <a:pt x="561975" y="3124200"/>
                </a:moveTo>
                <a:lnTo>
                  <a:pt x="571500" y="3124200"/>
                </a:lnTo>
                <a:lnTo>
                  <a:pt x="571500" y="3133725"/>
                </a:lnTo>
                <a:lnTo>
                  <a:pt x="561975" y="3133725"/>
                </a:lnTo>
                <a:close/>
                <a:moveTo>
                  <a:pt x="771525" y="3124200"/>
                </a:moveTo>
                <a:lnTo>
                  <a:pt x="790575" y="3124200"/>
                </a:lnTo>
                <a:lnTo>
                  <a:pt x="790575" y="3133725"/>
                </a:lnTo>
                <a:lnTo>
                  <a:pt x="771525" y="3133725"/>
                </a:lnTo>
                <a:close/>
                <a:moveTo>
                  <a:pt x="914400" y="3124200"/>
                </a:moveTo>
                <a:lnTo>
                  <a:pt x="923925" y="3124200"/>
                </a:lnTo>
                <a:lnTo>
                  <a:pt x="923925" y="3133725"/>
                </a:lnTo>
                <a:lnTo>
                  <a:pt x="914400" y="3133725"/>
                </a:lnTo>
                <a:close/>
                <a:moveTo>
                  <a:pt x="933450" y="3124200"/>
                </a:moveTo>
                <a:lnTo>
                  <a:pt x="942975" y="3124200"/>
                </a:lnTo>
                <a:lnTo>
                  <a:pt x="942975" y="3143250"/>
                </a:lnTo>
                <a:lnTo>
                  <a:pt x="933450" y="3143250"/>
                </a:lnTo>
                <a:close/>
                <a:moveTo>
                  <a:pt x="990600" y="3124200"/>
                </a:moveTo>
                <a:lnTo>
                  <a:pt x="1009650" y="3124200"/>
                </a:lnTo>
                <a:lnTo>
                  <a:pt x="1009650" y="3133725"/>
                </a:lnTo>
                <a:lnTo>
                  <a:pt x="1028700" y="3133725"/>
                </a:lnTo>
                <a:lnTo>
                  <a:pt x="1028700" y="3143250"/>
                </a:lnTo>
                <a:lnTo>
                  <a:pt x="1038225" y="3143250"/>
                </a:lnTo>
                <a:lnTo>
                  <a:pt x="1038225" y="3152775"/>
                </a:lnTo>
                <a:lnTo>
                  <a:pt x="1028700" y="3152775"/>
                </a:lnTo>
                <a:lnTo>
                  <a:pt x="1028700" y="3162300"/>
                </a:lnTo>
                <a:lnTo>
                  <a:pt x="1009650" y="3162300"/>
                </a:lnTo>
                <a:lnTo>
                  <a:pt x="1009650" y="3171825"/>
                </a:lnTo>
                <a:lnTo>
                  <a:pt x="990600" y="3171825"/>
                </a:lnTo>
                <a:lnTo>
                  <a:pt x="990600" y="3162300"/>
                </a:lnTo>
                <a:lnTo>
                  <a:pt x="981075" y="3162300"/>
                </a:lnTo>
                <a:lnTo>
                  <a:pt x="981075" y="3152775"/>
                </a:lnTo>
                <a:lnTo>
                  <a:pt x="990600" y="3152775"/>
                </a:lnTo>
                <a:close/>
                <a:moveTo>
                  <a:pt x="457200" y="3143250"/>
                </a:moveTo>
                <a:lnTo>
                  <a:pt x="466725" y="3143250"/>
                </a:lnTo>
                <a:lnTo>
                  <a:pt x="466725" y="3152775"/>
                </a:lnTo>
                <a:lnTo>
                  <a:pt x="457200" y="3152775"/>
                </a:lnTo>
                <a:close/>
                <a:moveTo>
                  <a:pt x="657225" y="3143250"/>
                </a:moveTo>
                <a:lnTo>
                  <a:pt x="666750" y="3143250"/>
                </a:lnTo>
                <a:lnTo>
                  <a:pt x="666750" y="3152775"/>
                </a:lnTo>
                <a:lnTo>
                  <a:pt x="657225" y="3152775"/>
                </a:lnTo>
                <a:close/>
                <a:moveTo>
                  <a:pt x="771525" y="3143250"/>
                </a:moveTo>
                <a:lnTo>
                  <a:pt x="781050" y="3143250"/>
                </a:lnTo>
                <a:lnTo>
                  <a:pt x="781050" y="3162300"/>
                </a:lnTo>
                <a:lnTo>
                  <a:pt x="771525" y="3162300"/>
                </a:lnTo>
                <a:close/>
                <a:moveTo>
                  <a:pt x="628650" y="3152775"/>
                </a:moveTo>
                <a:lnTo>
                  <a:pt x="657225" y="3152775"/>
                </a:lnTo>
                <a:lnTo>
                  <a:pt x="657225" y="3162300"/>
                </a:lnTo>
                <a:lnTo>
                  <a:pt x="628650" y="3162300"/>
                </a:lnTo>
                <a:close/>
                <a:moveTo>
                  <a:pt x="800100" y="3152775"/>
                </a:moveTo>
                <a:lnTo>
                  <a:pt x="809625" y="3152775"/>
                </a:lnTo>
                <a:lnTo>
                  <a:pt x="809625" y="3171825"/>
                </a:lnTo>
                <a:lnTo>
                  <a:pt x="847725" y="3171825"/>
                </a:lnTo>
                <a:lnTo>
                  <a:pt x="847725" y="3181350"/>
                </a:lnTo>
                <a:lnTo>
                  <a:pt x="828675" y="3181350"/>
                </a:lnTo>
                <a:lnTo>
                  <a:pt x="828675" y="3190875"/>
                </a:lnTo>
                <a:lnTo>
                  <a:pt x="809625" y="3190875"/>
                </a:lnTo>
                <a:lnTo>
                  <a:pt x="809625" y="3181350"/>
                </a:lnTo>
                <a:lnTo>
                  <a:pt x="800100" y="3181350"/>
                </a:lnTo>
                <a:close/>
                <a:moveTo>
                  <a:pt x="1009650" y="3152775"/>
                </a:moveTo>
                <a:lnTo>
                  <a:pt x="1019175" y="3152775"/>
                </a:lnTo>
                <a:lnTo>
                  <a:pt x="1019175" y="3143250"/>
                </a:lnTo>
                <a:lnTo>
                  <a:pt x="1009650" y="3143250"/>
                </a:lnTo>
                <a:close/>
                <a:moveTo>
                  <a:pt x="1066800" y="3152775"/>
                </a:moveTo>
                <a:lnTo>
                  <a:pt x="1076325" y="3152775"/>
                </a:lnTo>
                <a:lnTo>
                  <a:pt x="1076325" y="3171825"/>
                </a:lnTo>
                <a:lnTo>
                  <a:pt x="1066800" y="3171825"/>
                </a:lnTo>
                <a:close/>
                <a:moveTo>
                  <a:pt x="1562100" y="3152775"/>
                </a:moveTo>
                <a:lnTo>
                  <a:pt x="1571625" y="3152775"/>
                </a:lnTo>
                <a:lnTo>
                  <a:pt x="1571625" y="3162300"/>
                </a:lnTo>
                <a:lnTo>
                  <a:pt x="1562100" y="3162300"/>
                </a:lnTo>
                <a:close/>
                <a:moveTo>
                  <a:pt x="457200" y="3162300"/>
                </a:moveTo>
                <a:lnTo>
                  <a:pt x="466725" y="3162300"/>
                </a:lnTo>
                <a:lnTo>
                  <a:pt x="466725" y="3171825"/>
                </a:lnTo>
                <a:lnTo>
                  <a:pt x="457200" y="3171825"/>
                </a:lnTo>
                <a:close/>
                <a:moveTo>
                  <a:pt x="752475" y="3162300"/>
                </a:moveTo>
                <a:lnTo>
                  <a:pt x="762000" y="3162300"/>
                </a:lnTo>
                <a:lnTo>
                  <a:pt x="762000" y="3171825"/>
                </a:lnTo>
                <a:lnTo>
                  <a:pt x="752475" y="3171825"/>
                </a:lnTo>
                <a:close/>
                <a:moveTo>
                  <a:pt x="1600200" y="3162300"/>
                </a:moveTo>
                <a:lnTo>
                  <a:pt x="1609725" y="3162300"/>
                </a:lnTo>
                <a:lnTo>
                  <a:pt x="1609725" y="3171825"/>
                </a:lnTo>
                <a:lnTo>
                  <a:pt x="1600200" y="3171825"/>
                </a:lnTo>
                <a:close/>
                <a:moveTo>
                  <a:pt x="657225" y="3171825"/>
                </a:moveTo>
                <a:lnTo>
                  <a:pt x="666750" y="3171825"/>
                </a:lnTo>
                <a:lnTo>
                  <a:pt x="666750" y="3181350"/>
                </a:lnTo>
                <a:lnTo>
                  <a:pt x="657225" y="3181350"/>
                </a:lnTo>
                <a:close/>
                <a:moveTo>
                  <a:pt x="885825" y="3171825"/>
                </a:moveTo>
                <a:lnTo>
                  <a:pt x="895350" y="3171825"/>
                </a:lnTo>
                <a:lnTo>
                  <a:pt x="895350" y="3181350"/>
                </a:lnTo>
                <a:lnTo>
                  <a:pt x="885825" y="3181350"/>
                </a:lnTo>
                <a:close/>
                <a:moveTo>
                  <a:pt x="904875" y="3171825"/>
                </a:moveTo>
                <a:lnTo>
                  <a:pt x="914400" y="3171825"/>
                </a:lnTo>
                <a:lnTo>
                  <a:pt x="914400" y="3190875"/>
                </a:lnTo>
                <a:lnTo>
                  <a:pt x="904875" y="3190875"/>
                </a:lnTo>
                <a:close/>
                <a:moveTo>
                  <a:pt x="1362075" y="3171825"/>
                </a:moveTo>
                <a:lnTo>
                  <a:pt x="1381125" y="3171825"/>
                </a:lnTo>
                <a:lnTo>
                  <a:pt x="1381125" y="3181350"/>
                </a:lnTo>
                <a:lnTo>
                  <a:pt x="1362075" y="3181350"/>
                </a:lnTo>
                <a:close/>
                <a:moveTo>
                  <a:pt x="666750" y="3181350"/>
                </a:moveTo>
                <a:lnTo>
                  <a:pt x="676275" y="3181350"/>
                </a:lnTo>
                <a:lnTo>
                  <a:pt x="676275" y="3190875"/>
                </a:lnTo>
                <a:lnTo>
                  <a:pt x="666750" y="3190875"/>
                </a:lnTo>
                <a:close/>
                <a:moveTo>
                  <a:pt x="200025" y="3200400"/>
                </a:moveTo>
                <a:lnTo>
                  <a:pt x="209550" y="3200400"/>
                </a:lnTo>
                <a:lnTo>
                  <a:pt x="209550" y="3209925"/>
                </a:lnTo>
                <a:lnTo>
                  <a:pt x="200025" y="3209925"/>
                </a:lnTo>
                <a:close/>
                <a:moveTo>
                  <a:pt x="1133475" y="3209925"/>
                </a:moveTo>
                <a:lnTo>
                  <a:pt x="1152525" y="3209925"/>
                </a:lnTo>
                <a:lnTo>
                  <a:pt x="1152525" y="3228975"/>
                </a:lnTo>
                <a:lnTo>
                  <a:pt x="1143000" y="3228975"/>
                </a:lnTo>
                <a:lnTo>
                  <a:pt x="1143000" y="3219450"/>
                </a:lnTo>
                <a:lnTo>
                  <a:pt x="1133475" y="3219450"/>
                </a:lnTo>
                <a:close/>
                <a:moveTo>
                  <a:pt x="485775" y="3228975"/>
                </a:moveTo>
                <a:lnTo>
                  <a:pt x="514350" y="3228975"/>
                </a:lnTo>
                <a:lnTo>
                  <a:pt x="514350" y="3238500"/>
                </a:lnTo>
                <a:lnTo>
                  <a:pt x="485775" y="3238500"/>
                </a:lnTo>
                <a:close/>
                <a:moveTo>
                  <a:pt x="666750" y="3228975"/>
                </a:moveTo>
                <a:lnTo>
                  <a:pt x="685800" y="3228975"/>
                </a:lnTo>
                <a:lnTo>
                  <a:pt x="685800" y="3238500"/>
                </a:lnTo>
                <a:lnTo>
                  <a:pt x="666750" y="3238500"/>
                </a:lnTo>
                <a:close/>
                <a:moveTo>
                  <a:pt x="714375" y="3228975"/>
                </a:moveTo>
                <a:lnTo>
                  <a:pt x="723900" y="3228975"/>
                </a:lnTo>
                <a:lnTo>
                  <a:pt x="723900" y="3238500"/>
                </a:lnTo>
                <a:lnTo>
                  <a:pt x="714375" y="3238500"/>
                </a:lnTo>
                <a:close/>
                <a:moveTo>
                  <a:pt x="952500" y="3228975"/>
                </a:moveTo>
                <a:lnTo>
                  <a:pt x="962025" y="3228975"/>
                </a:lnTo>
                <a:lnTo>
                  <a:pt x="962025" y="3238500"/>
                </a:lnTo>
                <a:lnTo>
                  <a:pt x="952500" y="3238500"/>
                </a:lnTo>
                <a:close/>
                <a:moveTo>
                  <a:pt x="1181100" y="3228975"/>
                </a:moveTo>
                <a:lnTo>
                  <a:pt x="1190625" y="3228975"/>
                </a:lnTo>
                <a:lnTo>
                  <a:pt x="1190625" y="3238500"/>
                </a:lnTo>
                <a:lnTo>
                  <a:pt x="1181100" y="3238500"/>
                </a:lnTo>
                <a:close/>
                <a:moveTo>
                  <a:pt x="1304925" y="3228975"/>
                </a:moveTo>
                <a:lnTo>
                  <a:pt x="1323975" y="3228975"/>
                </a:lnTo>
                <a:lnTo>
                  <a:pt x="1323975" y="3238500"/>
                </a:lnTo>
                <a:lnTo>
                  <a:pt x="1304925" y="3238500"/>
                </a:lnTo>
                <a:close/>
                <a:moveTo>
                  <a:pt x="1343025" y="3228975"/>
                </a:moveTo>
                <a:lnTo>
                  <a:pt x="1409700" y="3228975"/>
                </a:lnTo>
                <a:lnTo>
                  <a:pt x="1409700" y="3238500"/>
                </a:lnTo>
                <a:lnTo>
                  <a:pt x="1400175" y="3238500"/>
                </a:lnTo>
                <a:lnTo>
                  <a:pt x="1400175" y="3248025"/>
                </a:lnTo>
                <a:lnTo>
                  <a:pt x="1390650" y="3248025"/>
                </a:lnTo>
                <a:lnTo>
                  <a:pt x="1390650" y="3276600"/>
                </a:lnTo>
                <a:lnTo>
                  <a:pt x="1352550" y="3276600"/>
                </a:lnTo>
                <a:lnTo>
                  <a:pt x="1352550" y="3267075"/>
                </a:lnTo>
                <a:lnTo>
                  <a:pt x="1381125" y="3267075"/>
                </a:lnTo>
                <a:lnTo>
                  <a:pt x="1381125" y="3238500"/>
                </a:lnTo>
                <a:lnTo>
                  <a:pt x="1343025" y="3238500"/>
                </a:lnTo>
                <a:close/>
                <a:moveTo>
                  <a:pt x="962025" y="3238500"/>
                </a:moveTo>
                <a:lnTo>
                  <a:pt x="971550" y="3238500"/>
                </a:lnTo>
                <a:lnTo>
                  <a:pt x="971550" y="3248025"/>
                </a:lnTo>
                <a:lnTo>
                  <a:pt x="962025" y="3248025"/>
                </a:lnTo>
                <a:close/>
                <a:moveTo>
                  <a:pt x="1190625" y="3238500"/>
                </a:moveTo>
                <a:lnTo>
                  <a:pt x="1200150" y="3238500"/>
                </a:lnTo>
                <a:lnTo>
                  <a:pt x="1200150" y="3248025"/>
                </a:lnTo>
                <a:lnTo>
                  <a:pt x="1190625" y="3248025"/>
                </a:lnTo>
                <a:close/>
                <a:moveTo>
                  <a:pt x="1428750" y="3238500"/>
                </a:moveTo>
                <a:lnTo>
                  <a:pt x="1438275" y="3238500"/>
                </a:lnTo>
                <a:lnTo>
                  <a:pt x="1438275" y="3248025"/>
                </a:lnTo>
                <a:lnTo>
                  <a:pt x="1428750" y="3248025"/>
                </a:lnTo>
                <a:close/>
                <a:moveTo>
                  <a:pt x="200025" y="3248025"/>
                </a:moveTo>
                <a:lnTo>
                  <a:pt x="209550" y="3248025"/>
                </a:lnTo>
                <a:lnTo>
                  <a:pt x="209550" y="3257550"/>
                </a:lnTo>
                <a:lnTo>
                  <a:pt x="200025" y="3257550"/>
                </a:lnTo>
                <a:close/>
                <a:moveTo>
                  <a:pt x="638175" y="3248025"/>
                </a:moveTo>
                <a:lnTo>
                  <a:pt x="666750" y="3248025"/>
                </a:lnTo>
                <a:lnTo>
                  <a:pt x="666750" y="3257550"/>
                </a:lnTo>
                <a:lnTo>
                  <a:pt x="647700" y="3257550"/>
                </a:lnTo>
                <a:lnTo>
                  <a:pt x="647700" y="3267075"/>
                </a:lnTo>
                <a:lnTo>
                  <a:pt x="628650" y="3267075"/>
                </a:lnTo>
                <a:lnTo>
                  <a:pt x="628650" y="3276600"/>
                </a:lnTo>
                <a:lnTo>
                  <a:pt x="609600" y="3276600"/>
                </a:lnTo>
                <a:lnTo>
                  <a:pt x="609600" y="3267075"/>
                </a:lnTo>
                <a:lnTo>
                  <a:pt x="619125" y="3267075"/>
                </a:lnTo>
                <a:lnTo>
                  <a:pt x="619125" y="3257550"/>
                </a:lnTo>
                <a:lnTo>
                  <a:pt x="638175" y="3257550"/>
                </a:lnTo>
                <a:close/>
                <a:moveTo>
                  <a:pt x="876300" y="3248025"/>
                </a:moveTo>
                <a:lnTo>
                  <a:pt x="885825" y="3248025"/>
                </a:lnTo>
                <a:lnTo>
                  <a:pt x="885825" y="3257550"/>
                </a:lnTo>
                <a:lnTo>
                  <a:pt x="895350" y="3257550"/>
                </a:lnTo>
                <a:lnTo>
                  <a:pt x="895350" y="3276600"/>
                </a:lnTo>
                <a:lnTo>
                  <a:pt x="885825" y="3276600"/>
                </a:lnTo>
                <a:lnTo>
                  <a:pt x="885825" y="3286125"/>
                </a:lnTo>
                <a:lnTo>
                  <a:pt x="876300" y="3286125"/>
                </a:lnTo>
                <a:lnTo>
                  <a:pt x="876300" y="3276600"/>
                </a:lnTo>
                <a:lnTo>
                  <a:pt x="866775" y="3276600"/>
                </a:lnTo>
                <a:lnTo>
                  <a:pt x="866775" y="3267075"/>
                </a:lnTo>
                <a:lnTo>
                  <a:pt x="876300" y="3267075"/>
                </a:lnTo>
                <a:close/>
                <a:moveTo>
                  <a:pt x="752475" y="3257550"/>
                </a:moveTo>
                <a:lnTo>
                  <a:pt x="781050" y="3257550"/>
                </a:lnTo>
                <a:lnTo>
                  <a:pt x="781050" y="3276600"/>
                </a:lnTo>
                <a:lnTo>
                  <a:pt x="752475" y="3276600"/>
                </a:lnTo>
                <a:close/>
                <a:moveTo>
                  <a:pt x="809625" y="3257550"/>
                </a:moveTo>
                <a:lnTo>
                  <a:pt x="819150" y="3257550"/>
                </a:lnTo>
                <a:lnTo>
                  <a:pt x="819150" y="3267075"/>
                </a:lnTo>
                <a:lnTo>
                  <a:pt x="809625" y="3267075"/>
                </a:lnTo>
                <a:close/>
                <a:moveTo>
                  <a:pt x="1095375" y="3257550"/>
                </a:moveTo>
                <a:lnTo>
                  <a:pt x="1104900" y="3257550"/>
                </a:lnTo>
                <a:lnTo>
                  <a:pt x="1104900" y="3267075"/>
                </a:lnTo>
                <a:lnTo>
                  <a:pt x="1095375" y="3267075"/>
                </a:lnTo>
                <a:close/>
                <a:moveTo>
                  <a:pt x="1314450" y="3257550"/>
                </a:moveTo>
                <a:lnTo>
                  <a:pt x="1343025" y="3257550"/>
                </a:lnTo>
                <a:lnTo>
                  <a:pt x="1343025" y="3267075"/>
                </a:lnTo>
                <a:lnTo>
                  <a:pt x="1314450" y="3267075"/>
                </a:lnTo>
                <a:close/>
                <a:moveTo>
                  <a:pt x="1552575" y="3257550"/>
                </a:moveTo>
                <a:lnTo>
                  <a:pt x="1562100" y="3257550"/>
                </a:lnTo>
                <a:lnTo>
                  <a:pt x="1562100" y="3286125"/>
                </a:lnTo>
                <a:lnTo>
                  <a:pt x="1552575" y="3286125"/>
                </a:lnTo>
                <a:close/>
                <a:moveTo>
                  <a:pt x="228600" y="3267075"/>
                </a:moveTo>
                <a:lnTo>
                  <a:pt x="238125" y="3267075"/>
                </a:lnTo>
                <a:lnTo>
                  <a:pt x="238125" y="3276600"/>
                </a:lnTo>
                <a:lnTo>
                  <a:pt x="228600" y="3276600"/>
                </a:lnTo>
                <a:close/>
                <a:moveTo>
                  <a:pt x="1085850" y="3267075"/>
                </a:moveTo>
                <a:lnTo>
                  <a:pt x="1095375" y="3267075"/>
                </a:lnTo>
                <a:lnTo>
                  <a:pt x="1095375" y="3276600"/>
                </a:lnTo>
                <a:lnTo>
                  <a:pt x="1085850" y="3276600"/>
                </a:lnTo>
                <a:close/>
                <a:moveTo>
                  <a:pt x="238125" y="3276600"/>
                </a:moveTo>
                <a:lnTo>
                  <a:pt x="247650" y="3276600"/>
                </a:lnTo>
                <a:lnTo>
                  <a:pt x="247650" y="3286125"/>
                </a:lnTo>
                <a:lnTo>
                  <a:pt x="238125" y="3286125"/>
                </a:lnTo>
                <a:close/>
                <a:moveTo>
                  <a:pt x="990600" y="3276600"/>
                </a:moveTo>
                <a:lnTo>
                  <a:pt x="1000125" y="3276600"/>
                </a:lnTo>
                <a:lnTo>
                  <a:pt x="1000125" y="3286125"/>
                </a:lnTo>
                <a:lnTo>
                  <a:pt x="990600" y="3286125"/>
                </a:lnTo>
                <a:close/>
                <a:moveTo>
                  <a:pt x="1076325" y="3276600"/>
                </a:moveTo>
                <a:lnTo>
                  <a:pt x="1085850" y="3276600"/>
                </a:lnTo>
                <a:lnTo>
                  <a:pt x="1085850" y="3286125"/>
                </a:lnTo>
                <a:lnTo>
                  <a:pt x="1076325" y="3286125"/>
                </a:lnTo>
                <a:close/>
                <a:moveTo>
                  <a:pt x="152400" y="3409950"/>
                </a:moveTo>
                <a:lnTo>
                  <a:pt x="161925" y="3409950"/>
                </a:lnTo>
                <a:lnTo>
                  <a:pt x="161925" y="3419475"/>
                </a:lnTo>
                <a:lnTo>
                  <a:pt x="228600" y="3419475"/>
                </a:lnTo>
                <a:lnTo>
                  <a:pt x="228600" y="3438525"/>
                </a:lnTo>
                <a:lnTo>
                  <a:pt x="180975" y="3438525"/>
                </a:lnTo>
                <a:lnTo>
                  <a:pt x="180975" y="3448050"/>
                </a:lnTo>
                <a:lnTo>
                  <a:pt x="171450" y="3448050"/>
                </a:lnTo>
                <a:lnTo>
                  <a:pt x="171450" y="3438525"/>
                </a:lnTo>
                <a:lnTo>
                  <a:pt x="142875" y="3438525"/>
                </a:lnTo>
                <a:lnTo>
                  <a:pt x="142875" y="3448050"/>
                </a:lnTo>
                <a:lnTo>
                  <a:pt x="133350" y="3448050"/>
                </a:lnTo>
                <a:lnTo>
                  <a:pt x="133350" y="3438525"/>
                </a:lnTo>
                <a:lnTo>
                  <a:pt x="123825" y="3438525"/>
                </a:lnTo>
                <a:lnTo>
                  <a:pt x="123825" y="3448050"/>
                </a:lnTo>
                <a:lnTo>
                  <a:pt x="114300" y="3448050"/>
                </a:lnTo>
                <a:lnTo>
                  <a:pt x="114300" y="3419475"/>
                </a:lnTo>
                <a:lnTo>
                  <a:pt x="133350" y="3419475"/>
                </a:lnTo>
                <a:lnTo>
                  <a:pt x="133350" y="3429000"/>
                </a:lnTo>
                <a:lnTo>
                  <a:pt x="152400" y="3429000"/>
                </a:lnTo>
                <a:close/>
                <a:moveTo>
                  <a:pt x="904875" y="3467100"/>
                </a:moveTo>
                <a:lnTo>
                  <a:pt x="914400" y="3467100"/>
                </a:lnTo>
                <a:lnTo>
                  <a:pt x="914400" y="3476625"/>
                </a:lnTo>
                <a:lnTo>
                  <a:pt x="904875" y="3476625"/>
                </a:lnTo>
                <a:close/>
                <a:moveTo>
                  <a:pt x="1047750" y="3467100"/>
                </a:moveTo>
                <a:lnTo>
                  <a:pt x="1076325" y="3467100"/>
                </a:lnTo>
                <a:lnTo>
                  <a:pt x="1076325" y="3476625"/>
                </a:lnTo>
                <a:lnTo>
                  <a:pt x="1047750" y="3476625"/>
                </a:lnTo>
                <a:close/>
                <a:moveTo>
                  <a:pt x="1085850" y="3467100"/>
                </a:moveTo>
                <a:lnTo>
                  <a:pt x="1095375" y="3467100"/>
                </a:lnTo>
                <a:lnTo>
                  <a:pt x="1095375" y="3476625"/>
                </a:lnTo>
                <a:lnTo>
                  <a:pt x="1085850" y="3476625"/>
                </a:lnTo>
                <a:close/>
                <a:moveTo>
                  <a:pt x="1104900" y="3467100"/>
                </a:moveTo>
                <a:lnTo>
                  <a:pt x="1114425" y="3467100"/>
                </a:lnTo>
                <a:lnTo>
                  <a:pt x="1114425" y="3476625"/>
                </a:lnTo>
                <a:lnTo>
                  <a:pt x="1104900" y="3476625"/>
                </a:lnTo>
                <a:close/>
                <a:moveTo>
                  <a:pt x="1381125" y="3467100"/>
                </a:moveTo>
                <a:lnTo>
                  <a:pt x="1400175" y="3467100"/>
                </a:lnTo>
                <a:lnTo>
                  <a:pt x="1400175" y="3476625"/>
                </a:lnTo>
                <a:lnTo>
                  <a:pt x="1381125" y="3476625"/>
                </a:lnTo>
                <a:close/>
                <a:moveTo>
                  <a:pt x="1419225" y="3467100"/>
                </a:moveTo>
                <a:lnTo>
                  <a:pt x="1438275" y="3467100"/>
                </a:lnTo>
                <a:lnTo>
                  <a:pt x="1438275" y="3486150"/>
                </a:lnTo>
                <a:lnTo>
                  <a:pt x="1419225" y="3486150"/>
                </a:lnTo>
                <a:close/>
                <a:moveTo>
                  <a:pt x="895350" y="3476625"/>
                </a:moveTo>
                <a:lnTo>
                  <a:pt x="904875" y="3476625"/>
                </a:lnTo>
                <a:lnTo>
                  <a:pt x="904875" y="3486150"/>
                </a:lnTo>
                <a:lnTo>
                  <a:pt x="895350" y="3486150"/>
                </a:lnTo>
                <a:close/>
                <a:moveTo>
                  <a:pt x="981075" y="3476625"/>
                </a:moveTo>
                <a:lnTo>
                  <a:pt x="990600" y="3476625"/>
                </a:lnTo>
                <a:lnTo>
                  <a:pt x="990600" y="3486150"/>
                </a:lnTo>
                <a:lnTo>
                  <a:pt x="981075" y="3486150"/>
                </a:lnTo>
                <a:close/>
                <a:moveTo>
                  <a:pt x="1162050" y="3476625"/>
                </a:moveTo>
                <a:lnTo>
                  <a:pt x="1171575" y="3476625"/>
                </a:lnTo>
                <a:lnTo>
                  <a:pt x="1171575" y="3486150"/>
                </a:lnTo>
                <a:lnTo>
                  <a:pt x="1162050" y="3486150"/>
                </a:lnTo>
                <a:close/>
                <a:moveTo>
                  <a:pt x="1352550" y="3476625"/>
                </a:moveTo>
                <a:lnTo>
                  <a:pt x="1371600" y="3476625"/>
                </a:lnTo>
                <a:lnTo>
                  <a:pt x="1371600" y="3486150"/>
                </a:lnTo>
                <a:lnTo>
                  <a:pt x="1362075" y="3486150"/>
                </a:lnTo>
                <a:lnTo>
                  <a:pt x="1362075" y="3495675"/>
                </a:lnTo>
                <a:lnTo>
                  <a:pt x="1343025" y="3495675"/>
                </a:lnTo>
                <a:lnTo>
                  <a:pt x="1343025" y="3486150"/>
                </a:lnTo>
                <a:lnTo>
                  <a:pt x="1352550" y="3486150"/>
                </a:lnTo>
                <a:close/>
                <a:moveTo>
                  <a:pt x="1181100" y="3486150"/>
                </a:moveTo>
                <a:lnTo>
                  <a:pt x="1190625" y="3486150"/>
                </a:lnTo>
                <a:lnTo>
                  <a:pt x="1190625" y="3505200"/>
                </a:lnTo>
                <a:lnTo>
                  <a:pt x="1181100" y="3505200"/>
                </a:lnTo>
                <a:close/>
                <a:moveTo>
                  <a:pt x="190500" y="3495675"/>
                </a:moveTo>
                <a:lnTo>
                  <a:pt x="200025" y="3495675"/>
                </a:lnTo>
                <a:lnTo>
                  <a:pt x="200025" y="3505200"/>
                </a:lnTo>
                <a:lnTo>
                  <a:pt x="209550" y="3505200"/>
                </a:lnTo>
                <a:lnTo>
                  <a:pt x="209550" y="3495675"/>
                </a:lnTo>
                <a:lnTo>
                  <a:pt x="219075" y="3495675"/>
                </a:lnTo>
                <a:lnTo>
                  <a:pt x="219075" y="3505200"/>
                </a:lnTo>
                <a:lnTo>
                  <a:pt x="209550" y="3505200"/>
                </a:lnTo>
                <a:lnTo>
                  <a:pt x="209550" y="3533775"/>
                </a:lnTo>
                <a:lnTo>
                  <a:pt x="200025" y="3533775"/>
                </a:lnTo>
                <a:lnTo>
                  <a:pt x="200025" y="3524250"/>
                </a:lnTo>
                <a:lnTo>
                  <a:pt x="190500" y="3524250"/>
                </a:lnTo>
                <a:lnTo>
                  <a:pt x="190500" y="3514725"/>
                </a:lnTo>
                <a:lnTo>
                  <a:pt x="180975" y="3514725"/>
                </a:lnTo>
                <a:lnTo>
                  <a:pt x="180975" y="3505200"/>
                </a:lnTo>
                <a:lnTo>
                  <a:pt x="190500" y="3505200"/>
                </a:lnTo>
                <a:close/>
                <a:moveTo>
                  <a:pt x="323850" y="3495675"/>
                </a:moveTo>
                <a:lnTo>
                  <a:pt x="333375" y="3495675"/>
                </a:lnTo>
                <a:lnTo>
                  <a:pt x="333375" y="3514725"/>
                </a:lnTo>
                <a:lnTo>
                  <a:pt x="323850" y="3514725"/>
                </a:lnTo>
                <a:close/>
                <a:moveTo>
                  <a:pt x="647700" y="3495675"/>
                </a:moveTo>
                <a:lnTo>
                  <a:pt x="657225" y="3495675"/>
                </a:lnTo>
                <a:lnTo>
                  <a:pt x="657225" y="3505200"/>
                </a:lnTo>
                <a:lnTo>
                  <a:pt x="647700" y="3505200"/>
                </a:lnTo>
                <a:close/>
                <a:moveTo>
                  <a:pt x="857250" y="3495675"/>
                </a:moveTo>
                <a:lnTo>
                  <a:pt x="885825" y="3495675"/>
                </a:lnTo>
                <a:lnTo>
                  <a:pt x="885825" y="3514725"/>
                </a:lnTo>
                <a:lnTo>
                  <a:pt x="876300" y="3514725"/>
                </a:lnTo>
                <a:lnTo>
                  <a:pt x="876300" y="3524250"/>
                </a:lnTo>
                <a:lnTo>
                  <a:pt x="857250" y="3524250"/>
                </a:lnTo>
                <a:close/>
                <a:moveTo>
                  <a:pt x="1200150" y="3495675"/>
                </a:moveTo>
                <a:lnTo>
                  <a:pt x="1209675" y="3495675"/>
                </a:lnTo>
                <a:lnTo>
                  <a:pt x="1209675" y="3514725"/>
                </a:lnTo>
                <a:lnTo>
                  <a:pt x="1200150" y="3514725"/>
                </a:lnTo>
                <a:close/>
                <a:moveTo>
                  <a:pt x="619125" y="3514725"/>
                </a:moveTo>
                <a:lnTo>
                  <a:pt x="628650" y="3514725"/>
                </a:lnTo>
                <a:lnTo>
                  <a:pt x="628650" y="3524250"/>
                </a:lnTo>
                <a:lnTo>
                  <a:pt x="619125" y="3524250"/>
                </a:lnTo>
                <a:close/>
                <a:moveTo>
                  <a:pt x="914400" y="3514725"/>
                </a:moveTo>
                <a:lnTo>
                  <a:pt x="923925" y="3514725"/>
                </a:lnTo>
                <a:lnTo>
                  <a:pt x="923925" y="3524250"/>
                </a:lnTo>
                <a:lnTo>
                  <a:pt x="914400" y="3524250"/>
                </a:lnTo>
                <a:close/>
                <a:moveTo>
                  <a:pt x="238125" y="3524250"/>
                </a:moveTo>
                <a:lnTo>
                  <a:pt x="247650" y="3524250"/>
                </a:lnTo>
                <a:lnTo>
                  <a:pt x="247650" y="3543300"/>
                </a:lnTo>
                <a:lnTo>
                  <a:pt x="238125" y="3543300"/>
                </a:lnTo>
                <a:close/>
                <a:moveTo>
                  <a:pt x="609600" y="3524250"/>
                </a:moveTo>
                <a:lnTo>
                  <a:pt x="619125" y="3524250"/>
                </a:lnTo>
                <a:lnTo>
                  <a:pt x="619125" y="3533775"/>
                </a:lnTo>
                <a:lnTo>
                  <a:pt x="609600" y="3533775"/>
                </a:lnTo>
                <a:close/>
                <a:moveTo>
                  <a:pt x="638175" y="3524250"/>
                </a:moveTo>
                <a:lnTo>
                  <a:pt x="647700" y="3524250"/>
                </a:lnTo>
                <a:lnTo>
                  <a:pt x="647700" y="3533775"/>
                </a:lnTo>
                <a:lnTo>
                  <a:pt x="638175" y="3533775"/>
                </a:lnTo>
                <a:close/>
                <a:moveTo>
                  <a:pt x="1171575" y="3524250"/>
                </a:moveTo>
                <a:lnTo>
                  <a:pt x="1181100" y="3524250"/>
                </a:lnTo>
                <a:lnTo>
                  <a:pt x="1181100" y="3533775"/>
                </a:lnTo>
                <a:lnTo>
                  <a:pt x="1171575" y="3533775"/>
                </a:lnTo>
                <a:close/>
                <a:moveTo>
                  <a:pt x="123825" y="3533775"/>
                </a:moveTo>
                <a:lnTo>
                  <a:pt x="133350" y="3533775"/>
                </a:lnTo>
                <a:lnTo>
                  <a:pt x="133350" y="3543300"/>
                </a:lnTo>
                <a:lnTo>
                  <a:pt x="123825" y="3543300"/>
                </a:lnTo>
                <a:close/>
                <a:moveTo>
                  <a:pt x="857250" y="3533775"/>
                </a:moveTo>
                <a:lnTo>
                  <a:pt x="866775" y="3533775"/>
                </a:lnTo>
                <a:lnTo>
                  <a:pt x="866775" y="3543300"/>
                </a:lnTo>
                <a:lnTo>
                  <a:pt x="857250" y="3543300"/>
                </a:lnTo>
                <a:close/>
                <a:moveTo>
                  <a:pt x="323850" y="3543300"/>
                </a:moveTo>
                <a:lnTo>
                  <a:pt x="333375" y="3543300"/>
                </a:lnTo>
                <a:lnTo>
                  <a:pt x="333375" y="3552825"/>
                </a:lnTo>
                <a:lnTo>
                  <a:pt x="323850" y="3552825"/>
                </a:lnTo>
                <a:close/>
                <a:moveTo>
                  <a:pt x="1428750" y="3543300"/>
                </a:moveTo>
                <a:lnTo>
                  <a:pt x="1438275" y="3543300"/>
                </a:lnTo>
                <a:lnTo>
                  <a:pt x="1438275" y="3562350"/>
                </a:lnTo>
                <a:lnTo>
                  <a:pt x="1428750" y="3562350"/>
                </a:lnTo>
                <a:close/>
                <a:moveTo>
                  <a:pt x="133350" y="3571875"/>
                </a:moveTo>
                <a:lnTo>
                  <a:pt x="152400" y="3571875"/>
                </a:lnTo>
                <a:lnTo>
                  <a:pt x="152400" y="3581400"/>
                </a:lnTo>
                <a:lnTo>
                  <a:pt x="142875" y="3581400"/>
                </a:lnTo>
                <a:lnTo>
                  <a:pt x="142875" y="3590925"/>
                </a:lnTo>
                <a:lnTo>
                  <a:pt x="133350" y="3590925"/>
                </a:lnTo>
                <a:close/>
                <a:moveTo>
                  <a:pt x="219075" y="3581400"/>
                </a:moveTo>
                <a:lnTo>
                  <a:pt x="257175" y="3581400"/>
                </a:lnTo>
                <a:lnTo>
                  <a:pt x="257175" y="3590925"/>
                </a:lnTo>
                <a:lnTo>
                  <a:pt x="219075" y="3590925"/>
                </a:lnTo>
                <a:close/>
                <a:moveTo>
                  <a:pt x="266700" y="3581400"/>
                </a:moveTo>
                <a:lnTo>
                  <a:pt x="276225" y="3581400"/>
                </a:lnTo>
                <a:lnTo>
                  <a:pt x="276225" y="3590925"/>
                </a:lnTo>
                <a:lnTo>
                  <a:pt x="266700" y="3590925"/>
                </a:lnTo>
                <a:close/>
                <a:moveTo>
                  <a:pt x="619125" y="3581400"/>
                </a:moveTo>
                <a:lnTo>
                  <a:pt x="647700" y="3581400"/>
                </a:lnTo>
                <a:lnTo>
                  <a:pt x="647700" y="3590925"/>
                </a:lnTo>
                <a:lnTo>
                  <a:pt x="619125" y="3590925"/>
                </a:lnTo>
                <a:close/>
                <a:moveTo>
                  <a:pt x="1019175" y="3581400"/>
                </a:moveTo>
                <a:lnTo>
                  <a:pt x="1028700" y="3581400"/>
                </a:lnTo>
                <a:lnTo>
                  <a:pt x="1028700" y="3590925"/>
                </a:lnTo>
                <a:lnTo>
                  <a:pt x="1019175" y="3590925"/>
                </a:lnTo>
                <a:close/>
                <a:moveTo>
                  <a:pt x="1419225" y="3590925"/>
                </a:moveTo>
                <a:lnTo>
                  <a:pt x="1438275" y="3590925"/>
                </a:lnTo>
                <a:lnTo>
                  <a:pt x="1438275" y="3609975"/>
                </a:lnTo>
                <a:lnTo>
                  <a:pt x="1428750" y="3609975"/>
                </a:lnTo>
                <a:lnTo>
                  <a:pt x="1428750" y="3619500"/>
                </a:lnTo>
                <a:lnTo>
                  <a:pt x="1419225" y="3619500"/>
                </a:lnTo>
                <a:close/>
                <a:moveTo>
                  <a:pt x="142875" y="3600450"/>
                </a:moveTo>
                <a:lnTo>
                  <a:pt x="152400" y="3600450"/>
                </a:lnTo>
                <a:lnTo>
                  <a:pt x="152400" y="3619500"/>
                </a:lnTo>
                <a:lnTo>
                  <a:pt x="171450" y="3619500"/>
                </a:lnTo>
                <a:lnTo>
                  <a:pt x="171450" y="3638550"/>
                </a:lnTo>
                <a:lnTo>
                  <a:pt x="161925" y="3638550"/>
                </a:lnTo>
                <a:lnTo>
                  <a:pt x="161925" y="3629025"/>
                </a:lnTo>
                <a:lnTo>
                  <a:pt x="142875" y="3629025"/>
                </a:lnTo>
                <a:close/>
                <a:moveTo>
                  <a:pt x="1552575" y="3648075"/>
                </a:moveTo>
                <a:lnTo>
                  <a:pt x="1571625" y="3648075"/>
                </a:lnTo>
                <a:lnTo>
                  <a:pt x="1571625" y="3667125"/>
                </a:lnTo>
                <a:lnTo>
                  <a:pt x="1552575" y="3667125"/>
                </a:lnTo>
                <a:close/>
                <a:moveTo>
                  <a:pt x="1524000" y="3705225"/>
                </a:moveTo>
                <a:lnTo>
                  <a:pt x="1533525" y="3705225"/>
                </a:lnTo>
                <a:lnTo>
                  <a:pt x="1533525" y="3714750"/>
                </a:lnTo>
                <a:lnTo>
                  <a:pt x="1552575" y="3714750"/>
                </a:lnTo>
                <a:lnTo>
                  <a:pt x="1552575" y="3724275"/>
                </a:lnTo>
                <a:lnTo>
                  <a:pt x="1543050" y="3724275"/>
                </a:lnTo>
                <a:lnTo>
                  <a:pt x="1543050" y="3733800"/>
                </a:lnTo>
                <a:lnTo>
                  <a:pt x="1524000" y="3733800"/>
                </a:lnTo>
                <a:close/>
                <a:moveTo>
                  <a:pt x="619125" y="3714750"/>
                </a:moveTo>
                <a:lnTo>
                  <a:pt x="628650" y="3714750"/>
                </a:lnTo>
                <a:lnTo>
                  <a:pt x="628650" y="3724275"/>
                </a:lnTo>
                <a:lnTo>
                  <a:pt x="647700" y="3724275"/>
                </a:lnTo>
                <a:lnTo>
                  <a:pt x="647700" y="3733800"/>
                </a:lnTo>
                <a:lnTo>
                  <a:pt x="638175" y="3733800"/>
                </a:lnTo>
                <a:lnTo>
                  <a:pt x="638175" y="3743325"/>
                </a:lnTo>
                <a:lnTo>
                  <a:pt x="647700" y="3743325"/>
                </a:lnTo>
                <a:lnTo>
                  <a:pt x="647700" y="3752850"/>
                </a:lnTo>
                <a:lnTo>
                  <a:pt x="657225" y="3752850"/>
                </a:lnTo>
                <a:lnTo>
                  <a:pt x="657225" y="3762375"/>
                </a:lnTo>
                <a:lnTo>
                  <a:pt x="685800" y="3762375"/>
                </a:lnTo>
                <a:lnTo>
                  <a:pt x="685800" y="3781425"/>
                </a:lnTo>
                <a:lnTo>
                  <a:pt x="542925" y="3781425"/>
                </a:lnTo>
                <a:lnTo>
                  <a:pt x="542925" y="3762375"/>
                </a:lnTo>
                <a:lnTo>
                  <a:pt x="533400" y="3762375"/>
                </a:lnTo>
                <a:lnTo>
                  <a:pt x="533400" y="3752850"/>
                </a:lnTo>
                <a:lnTo>
                  <a:pt x="542925" y="3752850"/>
                </a:lnTo>
                <a:lnTo>
                  <a:pt x="542925" y="3762375"/>
                </a:lnTo>
                <a:lnTo>
                  <a:pt x="609600" y="3762375"/>
                </a:lnTo>
                <a:lnTo>
                  <a:pt x="609600" y="3733800"/>
                </a:lnTo>
                <a:lnTo>
                  <a:pt x="619125" y="3733800"/>
                </a:lnTo>
                <a:close/>
                <a:moveTo>
                  <a:pt x="1257300" y="3714750"/>
                </a:moveTo>
                <a:lnTo>
                  <a:pt x="1295400" y="3714750"/>
                </a:lnTo>
                <a:lnTo>
                  <a:pt x="1295400" y="3724275"/>
                </a:lnTo>
                <a:lnTo>
                  <a:pt x="1285875" y="3724275"/>
                </a:lnTo>
                <a:lnTo>
                  <a:pt x="1285875" y="3752850"/>
                </a:lnTo>
                <a:lnTo>
                  <a:pt x="1200150" y="3752850"/>
                </a:lnTo>
                <a:lnTo>
                  <a:pt x="1200150" y="3762375"/>
                </a:lnTo>
                <a:lnTo>
                  <a:pt x="1209675" y="3762375"/>
                </a:lnTo>
                <a:lnTo>
                  <a:pt x="1209675" y="3771900"/>
                </a:lnTo>
                <a:lnTo>
                  <a:pt x="1171575" y="3771900"/>
                </a:lnTo>
                <a:lnTo>
                  <a:pt x="1171575" y="3781425"/>
                </a:lnTo>
                <a:lnTo>
                  <a:pt x="1152525" y="3781425"/>
                </a:lnTo>
                <a:lnTo>
                  <a:pt x="1152525" y="3762375"/>
                </a:lnTo>
                <a:lnTo>
                  <a:pt x="1171575" y="3762375"/>
                </a:lnTo>
                <a:lnTo>
                  <a:pt x="1171575" y="3752850"/>
                </a:lnTo>
                <a:lnTo>
                  <a:pt x="1162050" y="3752850"/>
                </a:lnTo>
                <a:lnTo>
                  <a:pt x="1162050" y="3743325"/>
                </a:lnTo>
                <a:lnTo>
                  <a:pt x="1152525" y="3743325"/>
                </a:lnTo>
                <a:lnTo>
                  <a:pt x="1152525" y="3733800"/>
                </a:lnTo>
                <a:lnTo>
                  <a:pt x="1143000" y="3733800"/>
                </a:lnTo>
                <a:lnTo>
                  <a:pt x="1143000" y="3724275"/>
                </a:lnTo>
                <a:lnTo>
                  <a:pt x="1181100" y="3724275"/>
                </a:lnTo>
                <a:lnTo>
                  <a:pt x="1181100" y="3733800"/>
                </a:lnTo>
                <a:lnTo>
                  <a:pt x="1200150" y="3733800"/>
                </a:lnTo>
                <a:lnTo>
                  <a:pt x="1200150" y="3743325"/>
                </a:lnTo>
                <a:lnTo>
                  <a:pt x="1238250" y="3743325"/>
                </a:lnTo>
                <a:lnTo>
                  <a:pt x="1238250" y="3724275"/>
                </a:lnTo>
                <a:lnTo>
                  <a:pt x="1257300" y="3724275"/>
                </a:lnTo>
                <a:close/>
                <a:moveTo>
                  <a:pt x="1466850" y="3714750"/>
                </a:moveTo>
                <a:lnTo>
                  <a:pt x="1476375" y="3714750"/>
                </a:lnTo>
                <a:lnTo>
                  <a:pt x="1476375" y="3724275"/>
                </a:lnTo>
                <a:lnTo>
                  <a:pt x="1485900" y="3724275"/>
                </a:lnTo>
                <a:lnTo>
                  <a:pt x="1485900" y="3743325"/>
                </a:lnTo>
                <a:lnTo>
                  <a:pt x="1476375" y="3743325"/>
                </a:lnTo>
                <a:lnTo>
                  <a:pt x="1476375" y="3752850"/>
                </a:lnTo>
                <a:lnTo>
                  <a:pt x="1466850" y="3752850"/>
                </a:lnTo>
                <a:lnTo>
                  <a:pt x="1466850" y="3762375"/>
                </a:lnTo>
                <a:lnTo>
                  <a:pt x="1457325" y="3762375"/>
                </a:lnTo>
                <a:lnTo>
                  <a:pt x="1457325" y="3771900"/>
                </a:lnTo>
                <a:lnTo>
                  <a:pt x="1428750" y="3771900"/>
                </a:lnTo>
                <a:lnTo>
                  <a:pt x="1428750" y="3762375"/>
                </a:lnTo>
                <a:lnTo>
                  <a:pt x="1438275" y="3762375"/>
                </a:lnTo>
                <a:lnTo>
                  <a:pt x="1438275" y="3733800"/>
                </a:lnTo>
                <a:lnTo>
                  <a:pt x="1447800" y="3733800"/>
                </a:lnTo>
                <a:lnTo>
                  <a:pt x="1447800" y="3724275"/>
                </a:lnTo>
                <a:lnTo>
                  <a:pt x="1466850" y="3724275"/>
                </a:lnTo>
                <a:close/>
                <a:moveTo>
                  <a:pt x="1562100" y="3714750"/>
                </a:moveTo>
                <a:lnTo>
                  <a:pt x="1590675" y="3714750"/>
                </a:lnTo>
                <a:lnTo>
                  <a:pt x="1590675" y="3724275"/>
                </a:lnTo>
                <a:lnTo>
                  <a:pt x="1600200" y="3724275"/>
                </a:lnTo>
                <a:lnTo>
                  <a:pt x="1600200" y="3733800"/>
                </a:lnTo>
                <a:lnTo>
                  <a:pt x="1581150" y="3733800"/>
                </a:lnTo>
                <a:lnTo>
                  <a:pt x="1581150" y="3724275"/>
                </a:lnTo>
                <a:lnTo>
                  <a:pt x="1562100" y="3724275"/>
                </a:lnTo>
                <a:close/>
                <a:moveTo>
                  <a:pt x="1771650" y="3714750"/>
                </a:moveTo>
                <a:lnTo>
                  <a:pt x="1781175" y="3714750"/>
                </a:lnTo>
                <a:lnTo>
                  <a:pt x="1781175" y="3724275"/>
                </a:lnTo>
                <a:lnTo>
                  <a:pt x="1771650" y="3724275"/>
                </a:lnTo>
                <a:close/>
                <a:moveTo>
                  <a:pt x="400050" y="3724275"/>
                </a:moveTo>
                <a:lnTo>
                  <a:pt x="428625" y="3724275"/>
                </a:lnTo>
                <a:lnTo>
                  <a:pt x="428625" y="3733800"/>
                </a:lnTo>
                <a:lnTo>
                  <a:pt x="400050" y="3733800"/>
                </a:lnTo>
                <a:close/>
                <a:moveTo>
                  <a:pt x="733425" y="3724275"/>
                </a:moveTo>
                <a:lnTo>
                  <a:pt x="762000" y="3724275"/>
                </a:lnTo>
                <a:lnTo>
                  <a:pt x="762000" y="3733800"/>
                </a:lnTo>
                <a:lnTo>
                  <a:pt x="733425" y="3733800"/>
                </a:lnTo>
                <a:close/>
                <a:moveTo>
                  <a:pt x="1381125" y="3724275"/>
                </a:moveTo>
                <a:lnTo>
                  <a:pt x="1400175" y="3724275"/>
                </a:lnTo>
                <a:lnTo>
                  <a:pt x="1400175" y="3733800"/>
                </a:lnTo>
                <a:lnTo>
                  <a:pt x="1381125" y="3733800"/>
                </a:lnTo>
                <a:close/>
                <a:moveTo>
                  <a:pt x="1552575" y="3724275"/>
                </a:moveTo>
                <a:lnTo>
                  <a:pt x="1562100" y="3724275"/>
                </a:lnTo>
                <a:lnTo>
                  <a:pt x="1562100" y="3743325"/>
                </a:lnTo>
                <a:lnTo>
                  <a:pt x="1552575" y="3743325"/>
                </a:lnTo>
                <a:close/>
                <a:moveTo>
                  <a:pt x="238125" y="3733800"/>
                </a:moveTo>
                <a:lnTo>
                  <a:pt x="247650" y="3733800"/>
                </a:lnTo>
                <a:lnTo>
                  <a:pt x="247650" y="3743325"/>
                </a:lnTo>
                <a:lnTo>
                  <a:pt x="238125" y="3743325"/>
                </a:lnTo>
                <a:close/>
                <a:moveTo>
                  <a:pt x="428625" y="3733800"/>
                </a:moveTo>
                <a:lnTo>
                  <a:pt x="457200" y="3733800"/>
                </a:lnTo>
                <a:lnTo>
                  <a:pt x="457200" y="3743325"/>
                </a:lnTo>
                <a:lnTo>
                  <a:pt x="466725" y="3743325"/>
                </a:lnTo>
                <a:lnTo>
                  <a:pt x="466725" y="3752850"/>
                </a:lnTo>
                <a:lnTo>
                  <a:pt x="476250" y="3752850"/>
                </a:lnTo>
                <a:lnTo>
                  <a:pt x="476250" y="3743325"/>
                </a:lnTo>
                <a:lnTo>
                  <a:pt x="495300" y="3743325"/>
                </a:lnTo>
                <a:lnTo>
                  <a:pt x="495300" y="3733800"/>
                </a:lnTo>
                <a:lnTo>
                  <a:pt x="504825" y="3733800"/>
                </a:lnTo>
                <a:lnTo>
                  <a:pt x="504825" y="3743325"/>
                </a:lnTo>
                <a:lnTo>
                  <a:pt x="514350" y="3743325"/>
                </a:lnTo>
                <a:lnTo>
                  <a:pt x="514350" y="3752850"/>
                </a:lnTo>
                <a:lnTo>
                  <a:pt x="523875" y="3752850"/>
                </a:lnTo>
                <a:lnTo>
                  <a:pt x="523875" y="3762375"/>
                </a:lnTo>
                <a:lnTo>
                  <a:pt x="514350" y="3762375"/>
                </a:lnTo>
                <a:lnTo>
                  <a:pt x="514350" y="3771900"/>
                </a:lnTo>
                <a:lnTo>
                  <a:pt x="504825" y="3771900"/>
                </a:lnTo>
                <a:lnTo>
                  <a:pt x="504825" y="3781425"/>
                </a:lnTo>
                <a:lnTo>
                  <a:pt x="447675" y="3781425"/>
                </a:lnTo>
                <a:lnTo>
                  <a:pt x="447675" y="3762375"/>
                </a:lnTo>
                <a:lnTo>
                  <a:pt x="438150" y="3762375"/>
                </a:lnTo>
                <a:lnTo>
                  <a:pt x="438150" y="3752850"/>
                </a:lnTo>
                <a:lnTo>
                  <a:pt x="447675" y="3752850"/>
                </a:lnTo>
                <a:lnTo>
                  <a:pt x="447675" y="3743325"/>
                </a:lnTo>
                <a:lnTo>
                  <a:pt x="428625" y="3743325"/>
                </a:lnTo>
                <a:close/>
                <a:moveTo>
                  <a:pt x="571500" y="3733800"/>
                </a:moveTo>
                <a:lnTo>
                  <a:pt x="590550" y="3733800"/>
                </a:lnTo>
                <a:lnTo>
                  <a:pt x="590550" y="3743325"/>
                </a:lnTo>
                <a:lnTo>
                  <a:pt x="571500" y="3743325"/>
                </a:lnTo>
                <a:close/>
                <a:moveTo>
                  <a:pt x="657225" y="3733800"/>
                </a:moveTo>
                <a:lnTo>
                  <a:pt x="666750" y="3733800"/>
                </a:lnTo>
                <a:lnTo>
                  <a:pt x="666750" y="3743325"/>
                </a:lnTo>
                <a:lnTo>
                  <a:pt x="657225" y="3743325"/>
                </a:lnTo>
                <a:close/>
                <a:moveTo>
                  <a:pt x="885825" y="3733800"/>
                </a:moveTo>
                <a:lnTo>
                  <a:pt x="904875" y="3733800"/>
                </a:lnTo>
                <a:lnTo>
                  <a:pt x="904875" y="3743325"/>
                </a:lnTo>
                <a:lnTo>
                  <a:pt x="914400" y="3743325"/>
                </a:lnTo>
                <a:lnTo>
                  <a:pt x="914400" y="3752850"/>
                </a:lnTo>
                <a:lnTo>
                  <a:pt x="923925" y="3752850"/>
                </a:lnTo>
                <a:lnTo>
                  <a:pt x="923925" y="3762375"/>
                </a:lnTo>
                <a:lnTo>
                  <a:pt x="942975" y="3762375"/>
                </a:lnTo>
                <a:lnTo>
                  <a:pt x="942975" y="3752850"/>
                </a:lnTo>
                <a:lnTo>
                  <a:pt x="952500" y="3752850"/>
                </a:lnTo>
                <a:lnTo>
                  <a:pt x="952500" y="3743325"/>
                </a:lnTo>
                <a:lnTo>
                  <a:pt x="933450" y="3743325"/>
                </a:lnTo>
                <a:lnTo>
                  <a:pt x="933450" y="3733800"/>
                </a:lnTo>
                <a:lnTo>
                  <a:pt x="981075" y="3733800"/>
                </a:lnTo>
                <a:lnTo>
                  <a:pt x="981075" y="3762375"/>
                </a:lnTo>
                <a:lnTo>
                  <a:pt x="1000125" y="3762375"/>
                </a:lnTo>
                <a:lnTo>
                  <a:pt x="1000125" y="3752850"/>
                </a:lnTo>
                <a:lnTo>
                  <a:pt x="1047750" y="3752850"/>
                </a:lnTo>
                <a:lnTo>
                  <a:pt x="1047750" y="3743325"/>
                </a:lnTo>
                <a:lnTo>
                  <a:pt x="1104900" y="3743325"/>
                </a:lnTo>
                <a:lnTo>
                  <a:pt x="1104900" y="3733800"/>
                </a:lnTo>
                <a:lnTo>
                  <a:pt x="1133475" y="3733800"/>
                </a:lnTo>
                <a:lnTo>
                  <a:pt x="1133475" y="3781425"/>
                </a:lnTo>
                <a:lnTo>
                  <a:pt x="914400" y="3781425"/>
                </a:lnTo>
                <a:lnTo>
                  <a:pt x="914400" y="3771900"/>
                </a:lnTo>
                <a:lnTo>
                  <a:pt x="904875" y="3771900"/>
                </a:lnTo>
                <a:lnTo>
                  <a:pt x="904875" y="3752850"/>
                </a:lnTo>
                <a:lnTo>
                  <a:pt x="895350" y="3752850"/>
                </a:lnTo>
                <a:lnTo>
                  <a:pt x="895350" y="3743325"/>
                </a:lnTo>
                <a:lnTo>
                  <a:pt x="885825" y="3743325"/>
                </a:lnTo>
                <a:close/>
                <a:moveTo>
                  <a:pt x="1333500" y="3733800"/>
                </a:moveTo>
                <a:lnTo>
                  <a:pt x="1352550" y="3733800"/>
                </a:lnTo>
                <a:lnTo>
                  <a:pt x="1352550" y="3743325"/>
                </a:lnTo>
                <a:lnTo>
                  <a:pt x="1333500" y="3743325"/>
                </a:lnTo>
                <a:close/>
                <a:moveTo>
                  <a:pt x="1609725" y="3733800"/>
                </a:moveTo>
                <a:lnTo>
                  <a:pt x="1619250" y="3733800"/>
                </a:lnTo>
                <a:lnTo>
                  <a:pt x="1619250" y="3752850"/>
                </a:lnTo>
                <a:lnTo>
                  <a:pt x="1609725" y="3752850"/>
                </a:lnTo>
                <a:close/>
                <a:moveTo>
                  <a:pt x="1504950" y="3743325"/>
                </a:moveTo>
                <a:lnTo>
                  <a:pt x="1514475" y="3743325"/>
                </a:lnTo>
                <a:lnTo>
                  <a:pt x="1514475" y="3752850"/>
                </a:lnTo>
                <a:lnTo>
                  <a:pt x="1504950" y="3752850"/>
                </a:lnTo>
                <a:close/>
                <a:moveTo>
                  <a:pt x="1543050" y="3743325"/>
                </a:moveTo>
                <a:lnTo>
                  <a:pt x="1552575" y="3743325"/>
                </a:lnTo>
                <a:lnTo>
                  <a:pt x="1552575" y="3752850"/>
                </a:lnTo>
                <a:lnTo>
                  <a:pt x="1543050" y="3752850"/>
                </a:lnTo>
                <a:close/>
                <a:moveTo>
                  <a:pt x="361950" y="3762375"/>
                </a:moveTo>
                <a:lnTo>
                  <a:pt x="371475" y="3762375"/>
                </a:lnTo>
                <a:lnTo>
                  <a:pt x="371475" y="3781425"/>
                </a:lnTo>
                <a:lnTo>
                  <a:pt x="361950" y="3781425"/>
                </a:lnTo>
                <a:close/>
                <a:moveTo>
                  <a:pt x="419100" y="3762375"/>
                </a:moveTo>
                <a:lnTo>
                  <a:pt x="428625" y="3762375"/>
                </a:lnTo>
                <a:lnTo>
                  <a:pt x="428625" y="3781425"/>
                </a:lnTo>
                <a:lnTo>
                  <a:pt x="419100" y="3781425"/>
                </a:lnTo>
                <a:close/>
                <a:moveTo>
                  <a:pt x="762000" y="3762375"/>
                </a:moveTo>
                <a:lnTo>
                  <a:pt x="771525" y="3762375"/>
                </a:lnTo>
                <a:lnTo>
                  <a:pt x="771525" y="3771900"/>
                </a:lnTo>
                <a:lnTo>
                  <a:pt x="762000" y="3771900"/>
                </a:lnTo>
                <a:close/>
                <a:moveTo>
                  <a:pt x="800100" y="3762375"/>
                </a:moveTo>
                <a:lnTo>
                  <a:pt x="895350" y="3762375"/>
                </a:lnTo>
                <a:lnTo>
                  <a:pt x="895350" y="3771900"/>
                </a:lnTo>
                <a:lnTo>
                  <a:pt x="876300" y="3771900"/>
                </a:lnTo>
                <a:lnTo>
                  <a:pt x="876300" y="3781425"/>
                </a:lnTo>
                <a:lnTo>
                  <a:pt x="800100" y="3781425"/>
                </a:lnTo>
                <a:close/>
                <a:moveTo>
                  <a:pt x="1295400" y="3762375"/>
                </a:moveTo>
                <a:lnTo>
                  <a:pt x="1314450" y="3762375"/>
                </a:lnTo>
                <a:lnTo>
                  <a:pt x="1314450" y="3771900"/>
                </a:lnTo>
                <a:lnTo>
                  <a:pt x="1295400" y="3771900"/>
                </a:lnTo>
                <a:close/>
                <a:moveTo>
                  <a:pt x="1533525" y="3762375"/>
                </a:moveTo>
                <a:lnTo>
                  <a:pt x="1543050" y="3762375"/>
                </a:lnTo>
                <a:lnTo>
                  <a:pt x="1543050" y="3771900"/>
                </a:lnTo>
                <a:lnTo>
                  <a:pt x="1533525" y="3771900"/>
                </a:lnTo>
                <a:close/>
                <a:moveTo>
                  <a:pt x="1457325" y="3771900"/>
                </a:moveTo>
                <a:lnTo>
                  <a:pt x="1485900" y="3771900"/>
                </a:lnTo>
                <a:lnTo>
                  <a:pt x="1485900" y="3781425"/>
                </a:lnTo>
                <a:lnTo>
                  <a:pt x="1457325" y="3781425"/>
                </a:lnTo>
                <a:close/>
                <a:moveTo>
                  <a:pt x="314325" y="3857625"/>
                </a:moveTo>
                <a:lnTo>
                  <a:pt x="323850" y="3857625"/>
                </a:lnTo>
                <a:lnTo>
                  <a:pt x="323850" y="3867150"/>
                </a:lnTo>
                <a:lnTo>
                  <a:pt x="314325" y="3867150"/>
                </a:lnTo>
                <a:close/>
              </a:path>
            </a:pathLst>
          </a:custGeom>
          <a:solidFill xmlns:a="http://schemas.openxmlformats.org/drawingml/2006/main">
            <a:srgbClr val="F1EEE2"/>
          </a:solidFill>
          <a:ln xmlns:a="http://schemas.openxmlformats.org/drawingml/2006/main" w="0">
            <a:noFill/>
          </a:ln>
        </p:spPr>
      </p:sp>
      <p:sp>
        <p:nvSpPr>
          <p:cNvPr id="41" name="phone4 vector #f4ede0">
            <a:extLst xmlns:a="http://schemas.openxmlformats.org/drawingml/2006/main">
              <a:ext uri="{FF2B5EF4-FFF2-40B4-BE49-F238E27FC236}">
                <a16:creationId xmlns:a16="http://schemas.microsoft.com/office/drawing/2014/main" id="{3B70F6EE-7AB1-4C7B-9719-27B61F14D2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552825" y="1866900"/>
            <a:ext cx="2181225" cy="4581525"/>
          </a:xfrm>
          <a:custGeom xmlns:a="http://schemas.openxmlformats.org/drawingml/2006/main">
            <a:pathLst>
              <a:path w="1847850" h="3886200">
                <a:moveTo>
                  <a:pt x="1238250" y="123825"/>
                </a:moveTo>
                <a:lnTo>
                  <a:pt x="1276350" y="123825"/>
                </a:lnTo>
                <a:lnTo>
                  <a:pt x="1276350" y="133350"/>
                </a:lnTo>
                <a:lnTo>
                  <a:pt x="1285875" y="133350"/>
                </a:lnTo>
                <a:lnTo>
                  <a:pt x="1285875" y="142875"/>
                </a:lnTo>
                <a:lnTo>
                  <a:pt x="1266825" y="142875"/>
                </a:lnTo>
                <a:lnTo>
                  <a:pt x="1266825" y="152400"/>
                </a:lnTo>
                <a:lnTo>
                  <a:pt x="1238250" y="152400"/>
                </a:lnTo>
                <a:lnTo>
                  <a:pt x="1238250" y="142875"/>
                </a:lnTo>
                <a:lnTo>
                  <a:pt x="1247775" y="142875"/>
                </a:lnTo>
                <a:lnTo>
                  <a:pt x="1247775" y="133350"/>
                </a:lnTo>
                <a:lnTo>
                  <a:pt x="1238250" y="133350"/>
                </a:lnTo>
                <a:close/>
                <a:moveTo>
                  <a:pt x="238125" y="171450"/>
                </a:moveTo>
                <a:lnTo>
                  <a:pt x="247650" y="171450"/>
                </a:lnTo>
                <a:lnTo>
                  <a:pt x="247650" y="180975"/>
                </a:lnTo>
                <a:lnTo>
                  <a:pt x="238125" y="180975"/>
                </a:lnTo>
                <a:close/>
                <a:moveTo>
                  <a:pt x="1600200" y="171450"/>
                </a:moveTo>
                <a:lnTo>
                  <a:pt x="1619250" y="171450"/>
                </a:lnTo>
                <a:lnTo>
                  <a:pt x="1619250" y="180975"/>
                </a:lnTo>
                <a:lnTo>
                  <a:pt x="1638300" y="180975"/>
                </a:lnTo>
                <a:lnTo>
                  <a:pt x="1638300" y="190500"/>
                </a:lnTo>
                <a:lnTo>
                  <a:pt x="1657350" y="190500"/>
                </a:lnTo>
                <a:lnTo>
                  <a:pt x="1657350" y="200025"/>
                </a:lnTo>
                <a:lnTo>
                  <a:pt x="1666875" y="200025"/>
                </a:lnTo>
                <a:lnTo>
                  <a:pt x="1666875" y="209550"/>
                </a:lnTo>
                <a:lnTo>
                  <a:pt x="1638300" y="209550"/>
                </a:lnTo>
                <a:lnTo>
                  <a:pt x="1638300" y="219075"/>
                </a:lnTo>
                <a:lnTo>
                  <a:pt x="1609725" y="219075"/>
                </a:lnTo>
                <a:lnTo>
                  <a:pt x="1609725" y="209550"/>
                </a:lnTo>
                <a:lnTo>
                  <a:pt x="1590675" y="209550"/>
                </a:lnTo>
                <a:lnTo>
                  <a:pt x="1590675" y="180975"/>
                </a:lnTo>
                <a:lnTo>
                  <a:pt x="1600200" y="180975"/>
                </a:lnTo>
                <a:close/>
                <a:moveTo>
                  <a:pt x="285750" y="247650"/>
                </a:moveTo>
                <a:lnTo>
                  <a:pt x="304800" y="247650"/>
                </a:lnTo>
                <a:lnTo>
                  <a:pt x="304800" y="276225"/>
                </a:lnTo>
                <a:lnTo>
                  <a:pt x="295275" y="276225"/>
                </a:lnTo>
                <a:lnTo>
                  <a:pt x="295275" y="257175"/>
                </a:lnTo>
                <a:lnTo>
                  <a:pt x="285750" y="257175"/>
                </a:lnTo>
                <a:close/>
                <a:moveTo>
                  <a:pt x="342900" y="285750"/>
                </a:moveTo>
                <a:lnTo>
                  <a:pt x="361950" y="285750"/>
                </a:lnTo>
                <a:lnTo>
                  <a:pt x="361950" y="295275"/>
                </a:lnTo>
                <a:lnTo>
                  <a:pt x="342900" y="295275"/>
                </a:lnTo>
                <a:close/>
                <a:moveTo>
                  <a:pt x="514350" y="361950"/>
                </a:moveTo>
                <a:lnTo>
                  <a:pt x="533400" y="361950"/>
                </a:lnTo>
                <a:lnTo>
                  <a:pt x="533400" y="371475"/>
                </a:lnTo>
                <a:lnTo>
                  <a:pt x="514350" y="371475"/>
                </a:lnTo>
                <a:close/>
                <a:moveTo>
                  <a:pt x="333375" y="476250"/>
                </a:moveTo>
                <a:lnTo>
                  <a:pt x="342900" y="476250"/>
                </a:lnTo>
                <a:lnTo>
                  <a:pt x="342900" y="485775"/>
                </a:lnTo>
                <a:lnTo>
                  <a:pt x="390525" y="485775"/>
                </a:lnTo>
                <a:lnTo>
                  <a:pt x="390525" y="504825"/>
                </a:lnTo>
                <a:lnTo>
                  <a:pt x="457200" y="504825"/>
                </a:lnTo>
                <a:lnTo>
                  <a:pt x="457200" y="514350"/>
                </a:lnTo>
                <a:lnTo>
                  <a:pt x="352425" y="514350"/>
                </a:lnTo>
                <a:lnTo>
                  <a:pt x="352425" y="504825"/>
                </a:lnTo>
                <a:lnTo>
                  <a:pt x="342900" y="504825"/>
                </a:lnTo>
                <a:lnTo>
                  <a:pt x="342900" y="533400"/>
                </a:lnTo>
                <a:lnTo>
                  <a:pt x="457200" y="533400"/>
                </a:lnTo>
                <a:lnTo>
                  <a:pt x="457200" y="514350"/>
                </a:lnTo>
                <a:lnTo>
                  <a:pt x="466725" y="514350"/>
                </a:lnTo>
                <a:lnTo>
                  <a:pt x="466725" y="542925"/>
                </a:lnTo>
                <a:lnTo>
                  <a:pt x="447675" y="542925"/>
                </a:lnTo>
                <a:lnTo>
                  <a:pt x="447675" y="552450"/>
                </a:lnTo>
                <a:lnTo>
                  <a:pt x="419100" y="552450"/>
                </a:lnTo>
                <a:lnTo>
                  <a:pt x="419100" y="542925"/>
                </a:lnTo>
                <a:lnTo>
                  <a:pt x="381000" y="542925"/>
                </a:lnTo>
                <a:lnTo>
                  <a:pt x="381000" y="552450"/>
                </a:lnTo>
                <a:lnTo>
                  <a:pt x="342900" y="552450"/>
                </a:lnTo>
                <a:lnTo>
                  <a:pt x="342900" y="542925"/>
                </a:lnTo>
                <a:lnTo>
                  <a:pt x="333375" y="542925"/>
                </a:lnTo>
                <a:lnTo>
                  <a:pt x="333375" y="523875"/>
                </a:lnTo>
                <a:lnTo>
                  <a:pt x="323850" y="523875"/>
                </a:lnTo>
                <a:lnTo>
                  <a:pt x="323850" y="504825"/>
                </a:lnTo>
                <a:lnTo>
                  <a:pt x="314325" y="504825"/>
                </a:lnTo>
                <a:lnTo>
                  <a:pt x="314325" y="495300"/>
                </a:lnTo>
                <a:lnTo>
                  <a:pt x="323850" y="495300"/>
                </a:lnTo>
                <a:lnTo>
                  <a:pt x="323850" y="485775"/>
                </a:lnTo>
                <a:lnTo>
                  <a:pt x="333375" y="485775"/>
                </a:lnTo>
                <a:close/>
                <a:moveTo>
                  <a:pt x="647700" y="704850"/>
                </a:moveTo>
                <a:lnTo>
                  <a:pt x="657225" y="704850"/>
                </a:lnTo>
                <a:lnTo>
                  <a:pt x="657225" y="714375"/>
                </a:lnTo>
                <a:lnTo>
                  <a:pt x="647700" y="714375"/>
                </a:lnTo>
                <a:close/>
                <a:moveTo>
                  <a:pt x="123825" y="781050"/>
                </a:moveTo>
                <a:lnTo>
                  <a:pt x="133350" y="781050"/>
                </a:lnTo>
                <a:lnTo>
                  <a:pt x="133350" y="800100"/>
                </a:lnTo>
                <a:lnTo>
                  <a:pt x="123825" y="800100"/>
                </a:lnTo>
                <a:close/>
                <a:moveTo>
                  <a:pt x="142875" y="781050"/>
                </a:moveTo>
                <a:lnTo>
                  <a:pt x="152400" y="781050"/>
                </a:lnTo>
                <a:lnTo>
                  <a:pt x="152400" y="800100"/>
                </a:lnTo>
                <a:lnTo>
                  <a:pt x="142875" y="800100"/>
                </a:lnTo>
                <a:close/>
                <a:moveTo>
                  <a:pt x="152400" y="800100"/>
                </a:moveTo>
                <a:lnTo>
                  <a:pt x="161925" y="800100"/>
                </a:lnTo>
                <a:lnTo>
                  <a:pt x="161925" y="819150"/>
                </a:lnTo>
                <a:lnTo>
                  <a:pt x="152400" y="819150"/>
                </a:lnTo>
                <a:lnTo>
                  <a:pt x="152400" y="828675"/>
                </a:lnTo>
                <a:lnTo>
                  <a:pt x="161925" y="828675"/>
                </a:lnTo>
                <a:lnTo>
                  <a:pt x="161925" y="847725"/>
                </a:lnTo>
                <a:lnTo>
                  <a:pt x="152400" y="847725"/>
                </a:lnTo>
                <a:lnTo>
                  <a:pt x="152400" y="838200"/>
                </a:lnTo>
                <a:lnTo>
                  <a:pt x="142875" y="838200"/>
                </a:lnTo>
                <a:lnTo>
                  <a:pt x="142875" y="809625"/>
                </a:lnTo>
                <a:lnTo>
                  <a:pt x="152400" y="809625"/>
                </a:lnTo>
                <a:close/>
                <a:moveTo>
                  <a:pt x="714375" y="828675"/>
                </a:moveTo>
                <a:lnTo>
                  <a:pt x="723900" y="828675"/>
                </a:lnTo>
                <a:lnTo>
                  <a:pt x="723900" y="847725"/>
                </a:lnTo>
                <a:lnTo>
                  <a:pt x="742950" y="847725"/>
                </a:lnTo>
                <a:lnTo>
                  <a:pt x="742950" y="866775"/>
                </a:lnTo>
                <a:lnTo>
                  <a:pt x="733425" y="866775"/>
                </a:lnTo>
                <a:lnTo>
                  <a:pt x="733425" y="876300"/>
                </a:lnTo>
                <a:lnTo>
                  <a:pt x="714375" y="876300"/>
                </a:lnTo>
                <a:lnTo>
                  <a:pt x="714375" y="866775"/>
                </a:lnTo>
                <a:lnTo>
                  <a:pt x="723900" y="866775"/>
                </a:lnTo>
                <a:lnTo>
                  <a:pt x="723900" y="857250"/>
                </a:lnTo>
                <a:lnTo>
                  <a:pt x="714375" y="857250"/>
                </a:lnTo>
                <a:close/>
                <a:moveTo>
                  <a:pt x="638175" y="838200"/>
                </a:moveTo>
                <a:lnTo>
                  <a:pt x="695325" y="838200"/>
                </a:lnTo>
                <a:lnTo>
                  <a:pt x="695325" y="847725"/>
                </a:lnTo>
                <a:lnTo>
                  <a:pt x="638175" y="847725"/>
                </a:lnTo>
                <a:close/>
                <a:moveTo>
                  <a:pt x="133350" y="847725"/>
                </a:moveTo>
                <a:lnTo>
                  <a:pt x="142875" y="847725"/>
                </a:lnTo>
                <a:lnTo>
                  <a:pt x="142875" y="857250"/>
                </a:lnTo>
                <a:lnTo>
                  <a:pt x="133350" y="857250"/>
                </a:lnTo>
                <a:close/>
                <a:moveTo>
                  <a:pt x="514350" y="847725"/>
                </a:moveTo>
                <a:lnTo>
                  <a:pt x="619125" y="847725"/>
                </a:lnTo>
                <a:lnTo>
                  <a:pt x="619125" y="857250"/>
                </a:lnTo>
                <a:lnTo>
                  <a:pt x="514350" y="857250"/>
                </a:lnTo>
                <a:close/>
                <a:moveTo>
                  <a:pt x="276225" y="876300"/>
                </a:moveTo>
                <a:lnTo>
                  <a:pt x="466725" y="876300"/>
                </a:lnTo>
                <a:lnTo>
                  <a:pt x="466725" y="885825"/>
                </a:lnTo>
                <a:lnTo>
                  <a:pt x="457200" y="885825"/>
                </a:lnTo>
                <a:lnTo>
                  <a:pt x="457200" y="895350"/>
                </a:lnTo>
                <a:lnTo>
                  <a:pt x="466725" y="895350"/>
                </a:lnTo>
                <a:lnTo>
                  <a:pt x="466725" y="904875"/>
                </a:lnTo>
                <a:lnTo>
                  <a:pt x="447675" y="904875"/>
                </a:lnTo>
                <a:lnTo>
                  <a:pt x="447675" y="895350"/>
                </a:lnTo>
                <a:lnTo>
                  <a:pt x="390525" y="895350"/>
                </a:lnTo>
                <a:lnTo>
                  <a:pt x="390525" y="904875"/>
                </a:lnTo>
                <a:lnTo>
                  <a:pt x="381000" y="904875"/>
                </a:lnTo>
                <a:lnTo>
                  <a:pt x="381000" y="885825"/>
                </a:lnTo>
                <a:lnTo>
                  <a:pt x="352425" y="885825"/>
                </a:lnTo>
                <a:lnTo>
                  <a:pt x="352425" y="895350"/>
                </a:lnTo>
                <a:lnTo>
                  <a:pt x="342900" y="895350"/>
                </a:lnTo>
                <a:lnTo>
                  <a:pt x="342900" y="885825"/>
                </a:lnTo>
                <a:lnTo>
                  <a:pt x="323850" y="885825"/>
                </a:lnTo>
                <a:lnTo>
                  <a:pt x="323850" y="895350"/>
                </a:lnTo>
                <a:lnTo>
                  <a:pt x="238125" y="895350"/>
                </a:lnTo>
                <a:lnTo>
                  <a:pt x="238125" y="885825"/>
                </a:lnTo>
                <a:lnTo>
                  <a:pt x="276225" y="885825"/>
                </a:lnTo>
                <a:close/>
                <a:moveTo>
                  <a:pt x="504825" y="876300"/>
                </a:moveTo>
                <a:lnTo>
                  <a:pt x="676275" y="876300"/>
                </a:lnTo>
                <a:lnTo>
                  <a:pt x="676275" y="904875"/>
                </a:lnTo>
                <a:lnTo>
                  <a:pt x="600075" y="904875"/>
                </a:lnTo>
                <a:lnTo>
                  <a:pt x="600075" y="895350"/>
                </a:lnTo>
                <a:lnTo>
                  <a:pt x="552450" y="895350"/>
                </a:lnTo>
                <a:lnTo>
                  <a:pt x="552450" y="885825"/>
                </a:lnTo>
                <a:lnTo>
                  <a:pt x="542925" y="885825"/>
                </a:lnTo>
                <a:lnTo>
                  <a:pt x="542925" y="895350"/>
                </a:lnTo>
                <a:lnTo>
                  <a:pt x="533400" y="895350"/>
                </a:lnTo>
                <a:lnTo>
                  <a:pt x="533400" y="904875"/>
                </a:lnTo>
                <a:lnTo>
                  <a:pt x="504825" y="904875"/>
                </a:lnTo>
                <a:close/>
                <a:moveTo>
                  <a:pt x="685800" y="876300"/>
                </a:moveTo>
                <a:lnTo>
                  <a:pt x="714375" y="876300"/>
                </a:lnTo>
                <a:lnTo>
                  <a:pt x="714375" y="885825"/>
                </a:lnTo>
                <a:lnTo>
                  <a:pt x="685800" y="885825"/>
                </a:lnTo>
                <a:close/>
                <a:moveTo>
                  <a:pt x="276225" y="904875"/>
                </a:moveTo>
                <a:lnTo>
                  <a:pt x="285750" y="904875"/>
                </a:lnTo>
                <a:lnTo>
                  <a:pt x="285750" y="914400"/>
                </a:lnTo>
                <a:lnTo>
                  <a:pt x="276225" y="914400"/>
                </a:lnTo>
                <a:close/>
                <a:moveTo>
                  <a:pt x="1047750" y="904875"/>
                </a:moveTo>
                <a:lnTo>
                  <a:pt x="1057275" y="904875"/>
                </a:lnTo>
                <a:lnTo>
                  <a:pt x="1057275" y="923925"/>
                </a:lnTo>
                <a:lnTo>
                  <a:pt x="1047750" y="923925"/>
                </a:lnTo>
                <a:close/>
                <a:moveTo>
                  <a:pt x="180975" y="933450"/>
                </a:moveTo>
                <a:lnTo>
                  <a:pt x="190500" y="933450"/>
                </a:lnTo>
                <a:lnTo>
                  <a:pt x="190500" y="952500"/>
                </a:lnTo>
                <a:lnTo>
                  <a:pt x="180975" y="952500"/>
                </a:lnTo>
                <a:close/>
                <a:moveTo>
                  <a:pt x="1619250" y="1000125"/>
                </a:moveTo>
                <a:lnTo>
                  <a:pt x="1628775" y="1000125"/>
                </a:lnTo>
                <a:lnTo>
                  <a:pt x="1628775" y="1009650"/>
                </a:lnTo>
                <a:lnTo>
                  <a:pt x="1619250" y="1009650"/>
                </a:lnTo>
                <a:close/>
                <a:moveTo>
                  <a:pt x="152400" y="1057275"/>
                </a:moveTo>
                <a:lnTo>
                  <a:pt x="161925" y="1057275"/>
                </a:lnTo>
                <a:lnTo>
                  <a:pt x="161925" y="1104900"/>
                </a:lnTo>
                <a:lnTo>
                  <a:pt x="142875" y="1104900"/>
                </a:lnTo>
                <a:lnTo>
                  <a:pt x="142875" y="1066800"/>
                </a:lnTo>
                <a:lnTo>
                  <a:pt x="152400" y="1066800"/>
                </a:lnTo>
                <a:close/>
                <a:moveTo>
                  <a:pt x="657225" y="1676400"/>
                </a:moveTo>
                <a:lnTo>
                  <a:pt x="666750" y="1676400"/>
                </a:lnTo>
                <a:lnTo>
                  <a:pt x="666750" y="1685925"/>
                </a:lnTo>
                <a:lnTo>
                  <a:pt x="657225" y="1685925"/>
                </a:lnTo>
                <a:close/>
                <a:moveTo>
                  <a:pt x="733425" y="1676400"/>
                </a:moveTo>
                <a:lnTo>
                  <a:pt x="752475" y="1676400"/>
                </a:lnTo>
                <a:lnTo>
                  <a:pt x="752475" y="1685925"/>
                </a:lnTo>
                <a:lnTo>
                  <a:pt x="733425" y="1685925"/>
                </a:lnTo>
                <a:close/>
                <a:moveTo>
                  <a:pt x="647700" y="1685925"/>
                </a:moveTo>
                <a:lnTo>
                  <a:pt x="657225" y="1685925"/>
                </a:lnTo>
                <a:lnTo>
                  <a:pt x="657225" y="1695450"/>
                </a:lnTo>
                <a:lnTo>
                  <a:pt x="647700" y="1695450"/>
                </a:lnTo>
                <a:close/>
                <a:moveTo>
                  <a:pt x="371475" y="1876425"/>
                </a:moveTo>
                <a:lnTo>
                  <a:pt x="381000" y="1876425"/>
                </a:lnTo>
                <a:lnTo>
                  <a:pt x="381000" y="1895475"/>
                </a:lnTo>
                <a:lnTo>
                  <a:pt x="371475" y="1895475"/>
                </a:lnTo>
                <a:close/>
                <a:moveTo>
                  <a:pt x="419100" y="2076450"/>
                </a:moveTo>
                <a:lnTo>
                  <a:pt x="438150" y="2076450"/>
                </a:lnTo>
                <a:lnTo>
                  <a:pt x="438150" y="2085975"/>
                </a:lnTo>
                <a:lnTo>
                  <a:pt x="419100" y="2085975"/>
                </a:lnTo>
                <a:close/>
                <a:moveTo>
                  <a:pt x="219075" y="2209800"/>
                </a:moveTo>
                <a:lnTo>
                  <a:pt x="228600" y="2209800"/>
                </a:lnTo>
                <a:lnTo>
                  <a:pt x="228600" y="2219325"/>
                </a:lnTo>
                <a:lnTo>
                  <a:pt x="219075" y="2219325"/>
                </a:lnTo>
                <a:close/>
                <a:moveTo>
                  <a:pt x="209550" y="2219325"/>
                </a:moveTo>
                <a:lnTo>
                  <a:pt x="219075" y="2219325"/>
                </a:lnTo>
                <a:lnTo>
                  <a:pt x="219075" y="2228850"/>
                </a:lnTo>
                <a:lnTo>
                  <a:pt x="209550" y="2228850"/>
                </a:lnTo>
                <a:close/>
                <a:moveTo>
                  <a:pt x="752475" y="2286000"/>
                </a:moveTo>
                <a:lnTo>
                  <a:pt x="771525" y="2286000"/>
                </a:lnTo>
                <a:lnTo>
                  <a:pt x="771525" y="2295525"/>
                </a:lnTo>
                <a:lnTo>
                  <a:pt x="752475" y="2295525"/>
                </a:lnTo>
                <a:close/>
                <a:moveTo>
                  <a:pt x="828675" y="2286000"/>
                </a:moveTo>
                <a:lnTo>
                  <a:pt x="866775" y="2286000"/>
                </a:lnTo>
                <a:lnTo>
                  <a:pt x="866775" y="2295525"/>
                </a:lnTo>
                <a:lnTo>
                  <a:pt x="857250" y="2295525"/>
                </a:lnTo>
                <a:lnTo>
                  <a:pt x="857250" y="2314575"/>
                </a:lnTo>
                <a:lnTo>
                  <a:pt x="838200" y="2314575"/>
                </a:lnTo>
                <a:lnTo>
                  <a:pt x="838200" y="2324100"/>
                </a:lnTo>
                <a:lnTo>
                  <a:pt x="828675" y="2324100"/>
                </a:lnTo>
                <a:lnTo>
                  <a:pt x="828675" y="2333625"/>
                </a:lnTo>
                <a:lnTo>
                  <a:pt x="819150" y="2333625"/>
                </a:lnTo>
                <a:lnTo>
                  <a:pt x="819150" y="2314575"/>
                </a:lnTo>
                <a:lnTo>
                  <a:pt x="809625" y="2314575"/>
                </a:lnTo>
                <a:lnTo>
                  <a:pt x="809625" y="2295525"/>
                </a:lnTo>
                <a:lnTo>
                  <a:pt x="828675" y="2295525"/>
                </a:lnTo>
                <a:close/>
                <a:moveTo>
                  <a:pt x="771525" y="2295525"/>
                </a:moveTo>
                <a:lnTo>
                  <a:pt x="781050" y="2295525"/>
                </a:lnTo>
                <a:lnTo>
                  <a:pt x="781050" y="2305050"/>
                </a:lnTo>
                <a:lnTo>
                  <a:pt x="771525" y="2305050"/>
                </a:lnTo>
                <a:close/>
                <a:moveTo>
                  <a:pt x="695325" y="2314575"/>
                </a:moveTo>
                <a:lnTo>
                  <a:pt x="704850" y="2314575"/>
                </a:lnTo>
                <a:lnTo>
                  <a:pt x="704850" y="2324100"/>
                </a:lnTo>
                <a:lnTo>
                  <a:pt x="695325" y="2324100"/>
                </a:lnTo>
                <a:close/>
                <a:moveTo>
                  <a:pt x="152400" y="2343150"/>
                </a:moveTo>
                <a:lnTo>
                  <a:pt x="161925" y="2343150"/>
                </a:lnTo>
                <a:lnTo>
                  <a:pt x="161925" y="2352675"/>
                </a:lnTo>
                <a:lnTo>
                  <a:pt x="152400" y="2352675"/>
                </a:lnTo>
                <a:close/>
                <a:moveTo>
                  <a:pt x="1724025" y="2409825"/>
                </a:moveTo>
                <a:lnTo>
                  <a:pt x="1733550" y="2409825"/>
                </a:lnTo>
                <a:lnTo>
                  <a:pt x="1733550" y="2419350"/>
                </a:lnTo>
                <a:lnTo>
                  <a:pt x="1743075" y="2419350"/>
                </a:lnTo>
                <a:lnTo>
                  <a:pt x="1743075" y="2428875"/>
                </a:lnTo>
                <a:lnTo>
                  <a:pt x="1714500" y="2428875"/>
                </a:lnTo>
                <a:lnTo>
                  <a:pt x="1714500" y="2419350"/>
                </a:lnTo>
                <a:lnTo>
                  <a:pt x="1724025" y="2419350"/>
                </a:lnTo>
                <a:close/>
                <a:moveTo>
                  <a:pt x="304800" y="2457450"/>
                </a:moveTo>
                <a:lnTo>
                  <a:pt x="314325" y="2457450"/>
                </a:lnTo>
                <a:lnTo>
                  <a:pt x="314325" y="2466975"/>
                </a:lnTo>
                <a:lnTo>
                  <a:pt x="323850" y="2466975"/>
                </a:lnTo>
                <a:lnTo>
                  <a:pt x="323850" y="2457450"/>
                </a:lnTo>
                <a:lnTo>
                  <a:pt x="590550" y="2457450"/>
                </a:lnTo>
                <a:lnTo>
                  <a:pt x="590550" y="2476500"/>
                </a:lnTo>
                <a:lnTo>
                  <a:pt x="600075" y="2476500"/>
                </a:lnTo>
                <a:lnTo>
                  <a:pt x="600075" y="2486025"/>
                </a:lnTo>
                <a:lnTo>
                  <a:pt x="609600" y="2486025"/>
                </a:lnTo>
                <a:lnTo>
                  <a:pt x="609600" y="2476500"/>
                </a:lnTo>
                <a:lnTo>
                  <a:pt x="628650" y="2476500"/>
                </a:lnTo>
                <a:lnTo>
                  <a:pt x="628650" y="2466975"/>
                </a:lnTo>
                <a:lnTo>
                  <a:pt x="609600" y="2466975"/>
                </a:lnTo>
                <a:lnTo>
                  <a:pt x="609600" y="2457450"/>
                </a:lnTo>
                <a:lnTo>
                  <a:pt x="657225" y="2457450"/>
                </a:lnTo>
                <a:lnTo>
                  <a:pt x="657225" y="2476500"/>
                </a:lnTo>
                <a:lnTo>
                  <a:pt x="742950" y="2476500"/>
                </a:lnTo>
                <a:lnTo>
                  <a:pt x="742950" y="2486025"/>
                </a:lnTo>
                <a:lnTo>
                  <a:pt x="771525" y="2486025"/>
                </a:lnTo>
                <a:lnTo>
                  <a:pt x="771525" y="2476500"/>
                </a:lnTo>
                <a:lnTo>
                  <a:pt x="781050" y="2476500"/>
                </a:lnTo>
                <a:lnTo>
                  <a:pt x="781050" y="2486025"/>
                </a:lnTo>
                <a:lnTo>
                  <a:pt x="790575" y="2486025"/>
                </a:lnTo>
                <a:lnTo>
                  <a:pt x="790575" y="2476500"/>
                </a:lnTo>
                <a:lnTo>
                  <a:pt x="819150" y="2476500"/>
                </a:lnTo>
                <a:lnTo>
                  <a:pt x="819150" y="2457450"/>
                </a:lnTo>
                <a:lnTo>
                  <a:pt x="904875" y="2457450"/>
                </a:lnTo>
                <a:lnTo>
                  <a:pt x="904875" y="2476500"/>
                </a:lnTo>
                <a:lnTo>
                  <a:pt x="952500" y="2476500"/>
                </a:lnTo>
                <a:lnTo>
                  <a:pt x="952500" y="2466975"/>
                </a:lnTo>
                <a:lnTo>
                  <a:pt x="942975" y="2466975"/>
                </a:lnTo>
                <a:lnTo>
                  <a:pt x="942975" y="2457450"/>
                </a:lnTo>
                <a:lnTo>
                  <a:pt x="962025" y="2457450"/>
                </a:lnTo>
                <a:lnTo>
                  <a:pt x="962025" y="2476500"/>
                </a:lnTo>
                <a:lnTo>
                  <a:pt x="990600" y="2476500"/>
                </a:lnTo>
                <a:lnTo>
                  <a:pt x="990600" y="2457450"/>
                </a:lnTo>
                <a:lnTo>
                  <a:pt x="1009650" y="2457450"/>
                </a:lnTo>
                <a:lnTo>
                  <a:pt x="1009650" y="2466975"/>
                </a:lnTo>
                <a:lnTo>
                  <a:pt x="1028700" y="2466975"/>
                </a:lnTo>
                <a:lnTo>
                  <a:pt x="1028700" y="2457450"/>
                </a:lnTo>
                <a:lnTo>
                  <a:pt x="1057275" y="2457450"/>
                </a:lnTo>
                <a:lnTo>
                  <a:pt x="1057275" y="2466975"/>
                </a:lnTo>
                <a:lnTo>
                  <a:pt x="1066800" y="2466975"/>
                </a:lnTo>
                <a:lnTo>
                  <a:pt x="1066800" y="2457450"/>
                </a:lnTo>
                <a:lnTo>
                  <a:pt x="1409700" y="2457450"/>
                </a:lnTo>
                <a:lnTo>
                  <a:pt x="1409700" y="2476500"/>
                </a:lnTo>
                <a:lnTo>
                  <a:pt x="1457325" y="2476500"/>
                </a:lnTo>
                <a:lnTo>
                  <a:pt x="1457325" y="2457450"/>
                </a:lnTo>
                <a:lnTo>
                  <a:pt x="1552575" y="2457450"/>
                </a:lnTo>
                <a:lnTo>
                  <a:pt x="1552575" y="2466975"/>
                </a:lnTo>
                <a:lnTo>
                  <a:pt x="1571625" y="2466975"/>
                </a:lnTo>
                <a:lnTo>
                  <a:pt x="1571625" y="2457450"/>
                </a:lnTo>
                <a:lnTo>
                  <a:pt x="1581150" y="2457450"/>
                </a:lnTo>
                <a:lnTo>
                  <a:pt x="1581150" y="2476500"/>
                </a:lnTo>
                <a:lnTo>
                  <a:pt x="1590675" y="2476500"/>
                </a:lnTo>
                <a:lnTo>
                  <a:pt x="1590675" y="2486025"/>
                </a:lnTo>
                <a:lnTo>
                  <a:pt x="1609725" y="2486025"/>
                </a:lnTo>
                <a:lnTo>
                  <a:pt x="1609725" y="2476500"/>
                </a:lnTo>
                <a:lnTo>
                  <a:pt x="1647825" y="2476500"/>
                </a:lnTo>
                <a:lnTo>
                  <a:pt x="1647825" y="2486025"/>
                </a:lnTo>
                <a:lnTo>
                  <a:pt x="1666875" y="2486025"/>
                </a:lnTo>
                <a:lnTo>
                  <a:pt x="1666875" y="2476500"/>
                </a:lnTo>
                <a:lnTo>
                  <a:pt x="1676400" y="2476500"/>
                </a:lnTo>
                <a:lnTo>
                  <a:pt x="1676400" y="2495550"/>
                </a:lnTo>
                <a:lnTo>
                  <a:pt x="1685925" y="2495550"/>
                </a:lnTo>
                <a:lnTo>
                  <a:pt x="1685925" y="2505075"/>
                </a:lnTo>
                <a:lnTo>
                  <a:pt x="1695450" y="2505075"/>
                </a:lnTo>
                <a:lnTo>
                  <a:pt x="1695450" y="2514600"/>
                </a:lnTo>
                <a:lnTo>
                  <a:pt x="1676400" y="2514600"/>
                </a:lnTo>
                <a:lnTo>
                  <a:pt x="1676400" y="2505075"/>
                </a:lnTo>
                <a:lnTo>
                  <a:pt x="1666875" y="2505075"/>
                </a:lnTo>
                <a:lnTo>
                  <a:pt x="1666875" y="2495550"/>
                </a:lnTo>
                <a:lnTo>
                  <a:pt x="1571625" y="2495550"/>
                </a:lnTo>
                <a:lnTo>
                  <a:pt x="1571625" y="2486025"/>
                </a:lnTo>
                <a:lnTo>
                  <a:pt x="1552575" y="2486025"/>
                </a:lnTo>
                <a:lnTo>
                  <a:pt x="1552575" y="2495550"/>
                </a:lnTo>
                <a:lnTo>
                  <a:pt x="1400175" y="2495550"/>
                </a:lnTo>
                <a:lnTo>
                  <a:pt x="1400175" y="2486025"/>
                </a:lnTo>
                <a:lnTo>
                  <a:pt x="1352550" y="2486025"/>
                </a:lnTo>
                <a:lnTo>
                  <a:pt x="1352550" y="2495550"/>
                </a:lnTo>
                <a:lnTo>
                  <a:pt x="1123950" y="2495550"/>
                </a:lnTo>
                <a:lnTo>
                  <a:pt x="1123950" y="2486025"/>
                </a:lnTo>
                <a:lnTo>
                  <a:pt x="1057275" y="2486025"/>
                </a:lnTo>
                <a:lnTo>
                  <a:pt x="1057275" y="2495550"/>
                </a:lnTo>
                <a:lnTo>
                  <a:pt x="1047750" y="2495550"/>
                </a:lnTo>
                <a:lnTo>
                  <a:pt x="1047750" y="2486025"/>
                </a:lnTo>
                <a:lnTo>
                  <a:pt x="1000125" y="2486025"/>
                </a:lnTo>
                <a:lnTo>
                  <a:pt x="1000125" y="2495550"/>
                </a:lnTo>
                <a:lnTo>
                  <a:pt x="971550" y="2495550"/>
                </a:lnTo>
                <a:lnTo>
                  <a:pt x="971550" y="2486025"/>
                </a:lnTo>
                <a:lnTo>
                  <a:pt x="962025" y="2486025"/>
                </a:lnTo>
                <a:lnTo>
                  <a:pt x="962025" y="2495550"/>
                </a:lnTo>
                <a:lnTo>
                  <a:pt x="533400" y="2495550"/>
                </a:lnTo>
                <a:lnTo>
                  <a:pt x="533400" y="2486025"/>
                </a:lnTo>
                <a:lnTo>
                  <a:pt x="466725" y="2486025"/>
                </a:lnTo>
                <a:lnTo>
                  <a:pt x="466725" y="2495550"/>
                </a:lnTo>
                <a:lnTo>
                  <a:pt x="457200" y="2495550"/>
                </a:lnTo>
                <a:lnTo>
                  <a:pt x="457200" y="2486025"/>
                </a:lnTo>
                <a:lnTo>
                  <a:pt x="447675" y="2486025"/>
                </a:lnTo>
                <a:lnTo>
                  <a:pt x="447675" y="2495550"/>
                </a:lnTo>
                <a:lnTo>
                  <a:pt x="438150" y="2495550"/>
                </a:lnTo>
                <a:lnTo>
                  <a:pt x="438150" y="2486025"/>
                </a:lnTo>
                <a:lnTo>
                  <a:pt x="295275" y="2486025"/>
                </a:lnTo>
                <a:lnTo>
                  <a:pt x="295275" y="2495550"/>
                </a:lnTo>
                <a:lnTo>
                  <a:pt x="228600" y="2495550"/>
                </a:lnTo>
                <a:lnTo>
                  <a:pt x="228600" y="2486025"/>
                </a:lnTo>
                <a:lnTo>
                  <a:pt x="238125" y="2486025"/>
                </a:lnTo>
                <a:lnTo>
                  <a:pt x="238125" y="2476500"/>
                </a:lnTo>
                <a:lnTo>
                  <a:pt x="304800" y="2476500"/>
                </a:lnTo>
                <a:close/>
                <a:moveTo>
                  <a:pt x="323850" y="2476500"/>
                </a:moveTo>
                <a:lnTo>
                  <a:pt x="352425" y="2476500"/>
                </a:lnTo>
                <a:lnTo>
                  <a:pt x="352425" y="2466975"/>
                </a:lnTo>
                <a:lnTo>
                  <a:pt x="323850" y="2466975"/>
                </a:lnTo>
                <a:close/>
                <a:moveTo>
                  <a:pt x="1276350" y="2476500"/>
                </a:moveTo>
                <a:lnTo>
                  <a:pt x="1304925" y="2476500"/>
                </a:lnTo>
                <a:lnTo>
                  <a:pt x="1304925" y="2466975"/>
                </a:lnTo>
                <a:lnTo>
                  <a:pt x="1276350" y="2466975"/>
                </a:lnTo>
                <a:close/>
                <a:moveTo>
                  <a:pt x="161925" y="2495550"/>
                </a:moveTo>
                <a:lnTo>
                  <a:pt x="190500" y="2495550"/>
                </a:lnTo>
                <a:lnTo>
                  <a:pt x="190500" y="2505075"/>
                </a:lnTo>
                <a:lnTo>
                  <a:pt x="171450" y="2505075"/>
                </a:lnTo>
                <a:lnTo>
                  <a:pt x="171450" y="2524125"/>
                </a:lnTo>
                <a:lnTo>
                  <a:pt x="161925" y="2524125"/>
                </a:lnTo>
                <a:close/>
                <a:moveTo>
                  <a:pt x="361950" y="2514600"/>
                </a:moveTo>
                <a:lnTo>
                  <a:pt x="504825" y="2514600"/>
                </a:lnTo>
                <a:lnTo>
                  <a:pt x="504825" y="2524125"/>
                </a:lnTo>
                <a:lnTo>
                  <a:pt x="419100" y="2524125"/>
                </a:lnTo>
                <a:lnTo>
                  <a:pt x="419100" y="2543175"/>
                </a:lnTo>
                <a:lnTo>
                  <a:pt x="409575" y="2543175"/>
                </a:lnTo>
                <a:lnTo>
                  <a:pt x="409575" y="2533650"/>
                </a:lnTo>
                <a:lnTo>
                  <a:pt x="381000" y="2533650"/>
                </a:lnTo>
                <a:lnTo>
                  <a:pt x="381000" y="2524125"/>
                </a:lnTo>
                <a:lnTo>
                  <a:pt x="361950" y="2524125"/>
                </a:lnTo>
                <a:close/>
                <a:moveTo>
                  <a:pt x="866775" y="2514600"/>
                </a:moveTo>
                <a:lnTo>
                  <a:pt x="895350" y="2514600"/>
                </a:lnTo>
                <a:lnTo>
                  <a:pt x="895350" y="2524125"/>
                </a:lnTo>
                <a:lnTo>
                  <a:pt x="866775" y="2524125"/>
                </a:lnTo>
                <a:close/>
                <a:moveTo>
                  <a:pt x="1343025" y="2514600"/>
                </a:moveTo>
                <a:lnTo>
                  <a:pt x="1371600" y="2514600"/>
                </a:lnTo>
                <a:lnTo>
                  <a:pt x="1371600" y="2524125"/>
                </a:lnTo>
                <a:lnTo>
                  <a:pt x="1343025" y="2524125"/>
                </a:lnTo>
                <a:close/>
                <a:moveTo>
                  <a:pt x="1600200" y="2514600"/>
                </a:moveTo>
                <a:lnTo>
                  <a:pt x="1647825" y="2514600"/>
                </a:lnTo>
                <a:lnTo>
                  <a:pt x="1647825" y="2524125"/>
                </a:lnTo>
                <a:lnTo>
                  <a:pt x="1666875" y="2524125"/>
                </a:lnTo>
                <a:lnTo>
                  <a:pt x="1666875" y="2533650"/>
                </a:lnTo>
                <a:lnTo>
                  <a:pt x="1676400" y="2533650"/>
                </a:lnTo>
                <a:lnTo>
                  <a:pt x="1676400" y="2543175"/>
                </a:lnTo>
                <a:lnTo>
                  <a:pt x="1685925" y="2543175"/>
                </a:lnTo>
                <a:lnTo>
                  <a:pt x="1685925" y="2571750"/>
                </a:lnTo>
                <a:lnTo>
                  <a:pt x="1695450" y="2571750"/>
                </a:lnTo>
                <a:lnTo>
                  <a:pt x="1695450" y="2590800"/>
                </a:lnTo>
                <a:lnTo>
                  <a:pt x="1685925" y="2590800"/>
                </a:lnTo>
                <a:lnTo>
                  <a:pt x="1685925" y="2581275"/>
                </a:lnTo>
                <a:lnTo>
                  <a:pt x="1676400" y="2581275"/>
                </a:lnTo>
                <a:lnTo>
                  <a:pt x="1676400" y="2571750"/>
                </a:lnTo>
                <a:lnTo>
                  <a:pt x="1657350" y="2571750"/>
                </a:lnTo>
                <a:lnTo>
                  <a:pt x="1657350" y="2552700"/>
                </a:lnTo>
                <a:lnTo>
                  <a:pt x="1647825" y="2552700"/>
                </a:lnTo>
                <a:lnTo>
                  <a:pt x="1647825" y="2543175"/>
                </a:lnTo>
                <a:lnTo>
                  <a:pt x="1638300" y="2543175"/>
                </a:lnTo>
                <a:lnTo>
                  <a:pt x="1638300" y="2533650"/>
                </a:lnTo>
                <a:lnTo>
                  <a:pt x="1628775" y="2533650"/>
                </a:lnTo>
                <a:lnTo>
                  <a:pt x="1628775" y="2524125"/>
                </a:lnTo>
                <a:lnTo>
                  <a:pt x="1600200" y="2524125"/>
                </a:lnTo>
                <a:close/>
                <a:moveTo>
                  <a:pt x="152400" y="2524125"/>
                </a:moveTo>
                <a:lnTo>
                  <a:pt x="161925" y="2524125"/>
                </a:lnTo>
                <a:lnTo>
                  <a:pt x="161925" y="2543175"/>
                </a:lnTo>
                <a:lnTo>
                  <a:pt x="152400" y="2543175"/>
                </a:lnTo>
                <a:close/>
                <a:moveTo>
                  <a:pt x="171450" y="2552700"/>
                </a:moveTo>
                <a:lnTo>
                  <a:pt x="180975" y="2552700"/>
                </a:lnTo>
                <a:lnTo>
                  <a:pt x="180975" y="2581275"/>
                </a:lnTo>
                <a:lnTo>
                  <a:pt x="190500" y="2581275"/>
                </a:lnTo>
                <a:lnTo>
                  <a:pt x="190500" y="2600325"/>
                </a:lnTo>
                <a:lnTo>
                  <a:pt x="200025" y="2600325"/>
                </a:lnTo>
                <a:lnTo>
                  <a:pt x="200025" y="2667000"/>
                </a:lnTo>
                <a:lnTo>
                  <a:pt x="190500" y="2667000"/>
                </a:lnTo>
                <a:lnTo>
                  <a:pt x="190500" y="2676525"/>
                </a:lnTo>
                <a:lnTo>
                  <a:pt x="180975" y="2676525"/>
                </a:lnTo>
                <a:lnTo>
                  <a:pt x="180975" y="2714625"/>
                </a:lnTo>
                <a:lnTo>
                  <a:pt x="171450" y="2714625"/>
                </a:lnTo>
                <a:lnTo>
                  <a:pt x="171450" y="2752725"/>
                </a:lnTo>
                <a:lnTo>
                  <a:pt x="161925" y="2752725"/>
                </a:lnTo>
                <a:lnTo>
                  <a:pt x="161925" y="2581275"/>
                </a:lnTo>
                <a:lnTo>
                  <a:pt x="171450" y="2581275"/>
                </a:lnTo>
                <a:close/>
                <a:moveTo>
                  <a:pt x="123825" y="2562225"/>
                </a:moveTo>
                <a:lnTo>
                  <a:pt x="133350" y="2562225"/>
                </a:lnTo>
                <a:lnTo>
                  <a:pt x="133350" y="2590800"/>
                </a:lnTo>
                <a:lnTo>
                  <a:pt x="123825" y="2590800"/>
                </a:lnTo>
                <a:close/>
                <a:moveTo>
                  <a:pt x="1724025" y="2571750"/>
                </a:moveTo>
                <a:lnTo>
                  <a:pt x="1733550" y="2571750"/>
                </a:lnTo>
                <a:lnTo>
                  <a:pt x="1733550" y="2581275"/>
                </a:lnTo>
                <a:lnTo>
                  <a:pt x="1724025" y="2581275"/>
                </a:lnTo>
                <a:close/>
                <a:moveTo>
                  <a:pt x="219075" y="2590800"/>
                </a:moveTo>
                <a:lnTo>
                  <a:pt x="228600" y="2590800"/>
                </a:lnTo>
                <a:lnTo>
                  <a:pt x="228600" y="2600325"/>
                </a:lnTo>
                <a:lnTo>
                  <a:pt x="219075" y="2600325"/>
                </a:lnTo>
                <a:close/>
                <a:moveTo>
                  <a:pt x="19050" y="2667000"/>
                </a:moveTo>
                <a:lnTo>
                  <a:pt x="28575" y="2667000"/>
                </a:lnTo>
                <a:lnTo>
                  <a:pt x="28575" y="2676525"/>
                </a:lnTo>
                <a:lnTo>
                  <a:pt x="19050" y="2676525"/>
                </a:lnTo>
                <a:close/>
                <a:moveTo>
                  <a:pt x="1685925" y="2667000"/>
                </a:moveTo>
                <a:lnTo>
                  <a:pt x="1695450" y="2667000"/>
                </a:lnTo>
                <a:lnTo>
                  <a:pt x="1695450" y="2809875"/>
                </a:lnTo>
                <a:lnTo>
                  <a:pt x="1685925" y="2809875"/>
                </a:lnTo>
                <a:lnTo>
                  <a:pt x="1685925" y="2838450"/>
                </a:lnTo>
                <a:lnTo>
                  <a:pt x="1676400" y="2838450"/>
                </a:lnTo>
                <a:lnTo>
                  <a:pt x="1676400" y="2847975"/>
                </a:lnTo>
                <a:lnTo>
                  <a:pt x="1666875" y="2847975"/>
                </a:lnTo>
                <a:lnTo>
                  <a:pt x="1666875" y="2857500"/>
                </a:lnTo>
                <a:lnTo>
                  <a:pt x="1657350" y="2857500"/>
                </a:lnTo>
                <a:lnTo>
                  <a:pt x="1657350" y="2867025"/>
                </a:lnTo>
                <a:lnTo>
                  <a:pt x="1638300" y="2867025"/>
                </a:lnTo>
                <a:lnTo>
                  <a:pt x="1638300" y="2876550"/>
                </a:lnTo>
                <a:lnTo>
                  <a:pt x="1276350" y="2876550"/>
                </a:lnTo>
                <a:lnTo>
                  <a:pt x="1276350" y="2867025"/>
                </a:lnTo>
                <a:lnTo>
                  <a:pt x="1304925" y="2867025"/>
                </a:lnTo>
                <a:lnTo>
                  <a:pt x="1304925" y="2857500"/>
                </a:lnTo>
                <a:lnTo>
                  <a:pt x="1381125" y="2857500"/>
                </a:lnTo>
                <a:lnTo>
                  <a:pt x="1381125" y="2867025"/>
                </a:lnTo>
                <a:lnTo>
                  <a:pt x="1409700" y="2867025"/>
                </a:lnTo>
                <a:lnTo>
                  <a:pt x="1409700" y="2857500"/>
                </a:lnTo>
                <a:lnTo>
                  <a:pt x="1524000" y="2857500"/>
                </a:lnTo>
                <a:lnTo>
                  <a:pt x="1524000" y="2847975"/>
                </a:lnTo>
                <a:lnTo>
                  <a:pt x="1562100" y="2847975"/>
                </a:lnTo>
                <a:lnTo>
                  <a:pt x="1562100" y="2857500"/>
                </a:lnTo>
                <a:lnTo>
                  <a:pt x="1619250" y="2857500"/>
                </a:lnTo>
                <a:lnTo>
                  <a:pt x="1619250" y="2847975"/>
                </a:lnTo>
                <a:lnTo>
                  <a:pt x="1657350" y="2847975"/>
                </a:lnTo>
                <a:lnTo>
                  <a:pt x="1657350" y="2838450"/>
                </a:lnTo>
                <a:lnTo>
                  <a:pt x="1666875" y="2838450"/>
                </a:lnTo>
                <a:lnTo>
                  <a:pt x="1666875" y="2743200"/>
                </a:lnTo>
                <a:lnTo>
                  <a:pt x="1676400" y="2743200"/>
                </a:lnTo>
                <a:lnTo>
                  <a:pt x="1676400" y="2724150"/>
                </a:lnTo>
                <a:lnTo>
                  <a:pt x="1685925" y="2724150"/>
                </a:lnTo>
                <a:close/>
                <a:moveTo>
                  <a:pt x="638175" y="2714625"/>
                </a:moveTo>
                <a:lnTo>
                  <a:pt x="666750" y="2714625"/>
                </a:lnTo>
                <a:lnTo>
                  <a:pt x="666750" y="2743200"/>
                </a:lnTo>
                <a:lnTo>
                  <a:pt x="647700" y="2743200"/>
                </a:lnTo>
                <a:lnTo>
                  <a:pt x="647700" y="2733675"/>
                </a:lnTo>
                <a:lnTo>
                  <a:pt x="628650" y="2733675"/>
                </a:lnTo>
                <a:lnTo>
                  <a:pt x="628650" y="2724150"/>
                </a:lnTo>
                <a:lnTo>
                  <a:pt x="638175" y="2724150"/>
                </a:lnTo>
                <a:close/>
                <a:moveTo>
                  <a:pt x="9525" y="2724150"/>
                </a:moveTo>
                <a:lnTo>
                  <a:pt x="28575" y="2724150"/>
                </a:lnTo>
                <a:lnTo>
                  <a:pt x="28575" y="2743200"/>
                </a:lnTo>
                <a:lnTo>
                  <a:pt x="19050" y="2743200"/>
                </a:lnTo>
                <a:lnTo>
                  <a:pt x="19050" y="2733675"/>
                </a:lnTo>
                <a:lnTo>
                  <a:pt x="9525" y="2733675"/>
                </a:lnTo>
                <a:close/>
                <a:moveTo>
                  <a:pt x="0" y="2733675"/>
                </a:moveTo>
                <a:lnTo>
                  <a:pt x="9525" y="2733675"/>
                </a:lnTo>
                <a:lnTo>
                  <a:pt x="9525" y="2743200"/>
                </a:lnTo>
                <a:lnTo>
                  <a:pt x="0" y="2743200"/>
                </a:lnTo>
                <a:close/>
                <a:moveTo>
                  <a:pt x="1057275" y="2790825"/>
                </a:moveTo>
                <a:lnTo>
                  <a:pt x="1095375" y="2790825"/>
                </a:lnTo>
                <a:lnTo>
                  <a:pt x="1095375" y="2800350"/>
                </a:lnTo>
                <a:lnTo>
                  <a:pt x="1104900" y="2800350"/>
                </a:lnTo>
                <a:lnTo>
                  <a:pt x="1104900" y="2809875"/>
                </a:lnTo>
                <a:lnTo>
                  <a:pt x="1114425" y="2809875"/>
                </a:lnTo>
                <a:lnTo>
                  <a:pt x="1114425" y="2828925"/>
                </a:lnTo>
                <a:lnTo>
                  <a:pt x="1104900" y="2828925"/>
                </a:lnTo>
                <a:lnTo>
                  <a:pt x="1104900" y="2838450"/>
                </a:lnTo>
                <a:lnTo>
                  <a:pt x="1123950" y="2838450"/>
                </a:lnTo>
                <a:lnTo>
                  <a:pt x="1123950" y="2847975"/>
                </a:lnTo>
                <a:lnTo>
                  <a:pt x="1133475" y="2847975"/>
                </a:lnTo>
                <a:lnTo>
                  <a:pt x="1133475" y="2857500"/>
                </a:lnTo>
                <a:lnTo>
                  <a:pt x="1181100" y="2857500"/>
                </a:lnTo>
                <a:lnTo>
                  <a:pt x="1181100" y="2867025"/>
                </a:lnTo>
                <a:lnTo>
                  <a:pt x="1200150" y="2867025"/>
                </a:lnTo>
                <a:lnTo>
                  <a:pt x="1200150" y="2857500"/>
                </a:lnTo>
                <a:lnTo>
                  <a:pt x="1247775" y="2857500"/>
                </a:lnTo>
                <a:lnTo>
                  <a:pt x="1247775" y="2867025"/>
                </a:lnTo>
                <a:lnTo>
                  <a:pt x="1257300" y="2867025"/>
                </a:lnTo>
                <a:lnTo>
                  <a:pt x="1257300" y="2876550"/>
                </a:lnTo>
                <a:lnTo>
                  <a:pt x="676275" y="2876550"/>
                </a:lnTo>
                <a:lnTo>
                  <a:pt x="676275" y="2867025"/>
                </a:lnTo>
                <a:lnTo>
                  <a:pt x="752475" y="2867025"/>
                </a:lnTo>
                <a:lnTo>
                  <a:pt x="752475" y="2857500"/>
                </a:lnTo>
                <a:lnTo>
                  <a:pt x="800100" y="2857500"/>
                </a:lnTo>
                <a:lnTo>
                  <a:pt x="800100" y="2838450"/>
                </a:lnTo>
                <a:lnTo>
                  <a:pt x="809625" y="2838450"/>
                </a:lnTo>
                <a:lnTo>
                  <a:pt x="809625" y="2828925"/>
                </a:lnTo>
                <a:lnTo>
                  <a:pt x="819150" y="2828925"/>
                </a:lnTo>
                <a:lnTo>
                  <a:pt x="819150" y="2819400"/>
                </a:lnTo>
                <a:lnTo>
                  <a:pt x="847725" y="2819400"/>
                </a:lnTo>
                <a:lnTo>
                  <a:pt x="847725" y="2828925"/>
                </a:lnTo>
                <a:lnTo>
                  <a:pt x="838200" y="2828925"/>
                </a:lnTo>
                <a:lnTo>
                  <a:pt x="838200" y="2838450"/>
                </a:lnTo>
                <a:lnTo>
                  <a:pt x="847725" y="2838450"/>
                </a:lnTo>
                <a:lnTo>
                  <a:pt x="847725" y="2847975"/>
                </a:lnTo>
                <a:lnTo>
                  <a:pt x="876300" y="2847975"/>
                </a:lnTo>
                <a:lnTo>
                  <a:pt x="876300" y="2857500"/>
                </a:lnTo>
                <a:lnTo>
                  <a:pt x="885825" y="2857500"/>
                </a:lnTo>
                <a:lnTo>
                  <a:pt x="885825" y="2847975"/>
                </a:lnTo>
                <a:lnTo>
                  <a:pt x="923925" y="2847975"/>
                </a:lnTo>
                <a:lnTo>
                  <a:pt x="923925" y="2857500"/>
                </a:lnTo>
                <a:lnTo>
                  <a:pt x="971550" y="2857500"/>
                </a:lnTo>
                <a:lnTo>
                  <a:pt x="971550" y="2847975"/>
                </a:lnTo>
                <a:lnTo>
                  <a:pt x="990600" y="2847975"/>
                </a:lnTo>
                <a:lnTo>
                  <a:pt x="990600" y="2857500"/>
                </a:lnTo>
                <a:lnTo>
                  <a:pt x="1047750" y="2857500"/>
                </a:lnTo>
                <a:lnTo>
                  <a:pt x="1047750" y="2867025"/>
                </a:lnTo>
                <a:lnTo>
                  <a:pt x="1057275" y="2867025"/>
                </a:lnTo>
                <a:lnTo>
                  <a:pt x="1057275" y="2857500"/>
                </a:lnTo>
                <a:lnTo>
                  <a:pt x="1076325" y="2857500"/>
                </a:lnTo>
                <a:lnTo>
                  <a:pt x="1076325" y="2847975"/>
                </a:lnTo>
                <a:lnTo>
                  <a:pt x="1085850" y="2847975"/>
                </a:lnTo>
                <a:lnTo>
                  <a:pt x="1085850" y="2838450"/>
                </a:lnTo>
                <a:lnTo>
                  <a:pt x="1095375" y="2838450"/>
                </a:lnTo>
                <a:lnTo>
                  <a:pt x="1095375" y="2819400"/>
                </a:lnTo>
                <a:lnTo>
                  <a:pt x="1085850" y="2819400"/>
                </a:lnTo>
                <a:lnTo>
                  <a:pt x="1085850" y="2800350"/>
                </a:lnTo>
                <a:lnTo>
                  <a:pt x="1057275" y="2800350"/>
                </a:lnTo>
                <a:close/>
                <a:moveTo>
                  <a:pt x="1133475" y="2790825"/>
                </a:moveTo>
                <a:lnTo>
                  <a:pt x="1143000" y="2790825"/>
                </a:lnTo>
                <a:lnTo>
                  <a:pt x="1143000" y="2800350"/>
                </a:lnTo>
                <a:lnTo>
                  <a:pt x="1133475" y="2800350"/>
                </a:lnTo>
                <a:close/>
                <a:moveTo>
                  <a:pt x="1162050" y="2790825"/>
                </a:moveTo>
                <a:lnTo>
                  <a:pt x="1171575" y="2790825"/>
                </a:lnTo>
                <a:lnTo>
                  <a:pt x="1171575" y="2800350"/>
                </a:lnTo>
                <a:lnTo>
                  <a:pt x="1162050" y="2800350"/>
                </a:lnTo>
                <a:close/>
                <a:moveTo>
                  <a:pt x="161925" y="2800350"/>
                </a:moveTo>
                <a:lnTo>
                  <a:pt x="171450" y="2800350"/>
                </a:lnTo>
                <a:lnTo>
                  <a:pt x="171450" y="2819400"/>
                </a:lnTo>
                <a:lnTo>
                  <a:pt x="161925" y="2819400"/>
                </a:lnTo>
                <a:close/>
                <a:moveTo>
                  <a:pt x="1123950" y="2800350"/>
                </a:moveTo>
                <a:lnTo>
                  <a:pt x="1133475" y="2800350"/>
                </a:lnTo>
                <a:lnTo>
                  <a:pt x="1133475" y="2809875"/>
                </a:lnTo>
                <a:lnTo>
                  <a:pt x="1123950" y="2809875"/>
                </a:lnTo>
                <a:close/>
                <a:moveTo>
                  <a:pt x="1133475" y="2809875"/>
                </a:moveTo>
                <a:lnTo>
                  <a:pt x="1143000" y="2809875"/>
                </a:lnTo>
                <a:lnTo>
                  <a:pt x="1143000" y="2819400"/>
                </a:lnTo>
                <a:lnTo>
                  <a:pt x="1133475" y="2819400"/>
                </a:lnTo>
                <a:close/>
                <a:moveTo>
                  <a:pt x="1143000" y="2819400"/>
                </a:moveTo>
                <a:lnTo>
                  <a:pt x="1152525" y="2819400"/>
                </a:lnTo>
                <a:lnTo>
                  <a:pt x="1152525" y="2828925"/>
                </a:lnTo>
                <a:lnTo>
                  <a:pt x="1143000" y="2828925"/>
                </a:lnTo>
                <a:close/>
                <a:moveTo>
                  <a:pt x="1133475" y="2828925"/>
                </a:moveTo>
                <a:lnTo>
                  <a:pt x="1143000" y="2828925"/>
                </a:lnTo>
                <a:lnTo>
                  <a:pt x="1143000" y="2838450"/>
                </a:lnTo>
                <a:lnTo>
                  <a:pt x="1133475" y="2838450"/>
                </a:lnTo>
                <a:close/>
                <a:moveTo>
                  <a:pt x="228600" y="2847975"/>
                </a:moveTo>
                <a:lnTo>
                  <a:pt x="238125" y="2847975"/>
                </a:lnTo>
                <a:lnTo>
                  <a:pt x="238125" y="2857500"/>
                </a:lnTo>
                <a:lnTo>
                  <a:pt x="257175" y="2857500"/>
                </a:lnTo>
                <a:lnTo>
                  <a:pt x="257175" y="2867025"/>
                </a:lnTo>
                <a:lnTo>
                  <a:pt x="266700" y="2867025"/>
                </a:lnTo>
                <a:lnTo>
                  <a:pt x="266700" y="2857500"/>
                </a:lnTo>
                <a:lnTo>
                  <a:pt x="285750" y="2857500"/>
                </a:lnTo>
                <a:lnTo>
                  <a:pt x="285750" y="2847975"/>
                </a:lnTo>
                <a:lnTo>
                  <a:pt x="323850" y="2847975"/>
                </a:lnTo>
                <a:lnTo>
                  <a:pt x="323850" y="2857500"/>
                </a:lnTo>
                <a:lnTo>
                  <a:pt x="466725" y="2857500"/>
                </a:lnTo>
                <a:lnTo>
                  <a:pt x="466725" y="2867025"/>
                </a:lnTo>
                <a:lnTo>
                  <a:pt x="495300" y="2867025"/>
                </a:lnTo>
                <a:lnTo>
                  <a:pt x="495300" y="2857500"/>
                </a:lnTo>
                <a:lnTo>
                  <a:pt x="504825" y="2857500"/>
                </a:lnTo>
                <a:lnTo>
                  <a:pt x="504825" y="2867025"/>
                </a:lnTo>
                <a:lnTo>
                  <a:pt x="542925" y="2867025"/>
                </a:lnTo>
                <a:lnTo>
                  <a:pt x="542925" y="2857500"/>
                </a:lnTo>
                <a:lnTo>
                  <a:pt x="552450" y="2857500"/>
                </a:lnTo>
                <a:lnTo>
                  <a:pt x="552450" y="2867025"/>
                </a:lnTo>
                <a:lnTo>
                  <a:pt x="571500" y="2867025"/>
                </a:lnTo>
                <a:lnTo>
                  <a:pt x="571500" y="2876550"/>
                </a:lnTo>
                <a:lnTo>
                  <a:pt x="228600" y="2876550"/>
                </a:lnTo>
                <a:lnTo>
                  <a:pt x="228600" y="2867025"/>
                </a:lnTo>
                <a:lnTo>
                  <a:pt x="200025" y="2867025"/>
                </a:lnTo>
                <a:lnTo>
                  <a:pt x="200025" y="2857500"/>
                </a:lnTo>
                <a:lnTo>
                  <a:pt x="228600" y="2857500"/>
                </a:lnTo>
                <a:close/>
                <a:moveTo>
                  <a:pt x="600075" y="2867025"/>
                </a:moveTo>
                <a:lnTo>
                  <a:pt x="666750" y="2867025"/>
                </a:lnTo>
                <a:lnTo>
                  <a:pt x="666750" y="2876550"/>
                </a:lnTo>
                <a:lnTo>
                  <a:pt x="600075" y="2876550"/>
                </a:lnTo>
                <a:close/>
                <a:moveTo>
                  <a:pt x="219075" y="2952750"/>
                </a:moveTo>
                <a:lnTo>
                  <a:pt x="238125" y="2952750"/>
                </a:lnTo>
                <a:lnTo>
                  <a:pt x="238125" y="2962275"/>
                </a:lnTo>
                <a:lnTo>
                  <a:pt x="228600" y="2962275"/>
                </a:lnTo>
                <a:lnTo>
                  <a:pt x="228600" y="2981325"/>
                </a:lnTo>
                <a:lnTo>
                  <a:pt x="219075" y="2981325"/>
                </a:lnTo>
                <a:lnTo>
                  <a:pt x="219075" y="2990850"/>
                </a:lnTo>
                <a:lnTo>
                  <a:pt x="200025" y="2990850"/>
                </a:lnTo>
                <a:lnTo>
                  <a:pt x="200025" y="3000375"/>
                </a:lnTo>
                <a:lnTo>
                  <a:pt x="190500" y="3000375"/>
                </a:lnTo>
                <a:lnTo>
                  <a:pt x="190500" y="3067050"/>
                </a:lnTo>
                <a:lnTo>
                  <a:pt x="180975" y="3067050"/>
                </a:lnTo>
                <a:lnTo>
                  <a:pt x="180975" y="3086100"/>
                </a:lnTo>
                <a:lnTo>
                  <a:pt x="171450" y="3086100"/>
                </a:lnTo>
                <a:lnTo>
                  <a:pt x="171450" y="3105150"/>
                </a:lnTo>
                <a:lnTo>
                  <a:pt x="161925" y="3105150"/>
                </a:lnTo>
                <a:lnTo>
                  <a:pt x="161925" y="3028950"/>
                </a:lnTo>
                <a:lnTo>
                  <a:pt x="171450" y="3028950"/>
                </a:lnTo>
                <a:lnTo>
                  <a:pt x="171450" y="2990850"/>
                </a:lnTo>
                <a:lnTo>
                  <a:pt x="180975" y="2990850"/>
                </a:lnTo>
                <a:lnTo>
                  <a:pt x="180975" y="2981325"/>
                </a:lnTo>
                <a:lnTo>
                  <a:pt x="190500" y="2981325"/>
                </a:lnTo>
                <a:lnTo>
                  <a:pt x="190500" y="2971800"/>
                </a:lnTo>
                <a:lnTo>
                  <a:pt x="200025" y="2971800"/>
                </a:lnTo>
                <a:lnTo>
                  <a:pt x="200025" y="2962275"/>
                </a:lnTo>
                <a:lnTo>
                  <a:pt x="219075" y="2962275"/>
                </a:lnTo>
                <a:close/>
                <a:moveTo>
                  <a:pt x="552450" y="2952750"/>
                </a:moveTo>
                <a:lnTo>
                  <a:pt x="561975" y="2952750"/>
                </a:lnTo>
                <a:lnTo>
                  <a:pt x="561975" y="2962275"/>
                </a:lnTo>
                <a:lnTo>
                  <a:pt x="552450" y="2962275"/>
                </a:lnTo>
                <a:close/>
                <a:moveTo>
                  <a:pt x="609600" y="2952750"/>
                </a:moveTo>
                <a:lnTo>
                  <a:pt x="638175" y="2952750"/>
                </a:lnTo>
                <a:lnTo>
                  <a:pt x="638175" y="2962275"/>
                </a:lnTo>
                <a:lnTo>
                  <a:pt x="609600" y="2962275"/>
                </a:lnTo>
                <a:close/>
                <a:moveTo>
                  <a:pt x="666750" y="2952750"/>
                </a:moveTo>
                <a:lnTo>
                  <a:pt x="714375" y="2952750"/>
                </a:lnTo>
                <a:lnTo>
                  <a:pt x="714375" y="2962275"/>
                </a:lnTo>
                <a:lnTo>
                  <a:pt x="704850" y="2962275"/>
                </a:lnTo>
                <a:lnTo>
                  <a:pt x="704850" y="2971800"/>
                </a:lnTo>
                <a:lnTo>
                  <a:pt x="714375" y="2971800"/>
                </a:lnTo>
                <a:lnTo>
                  <a:pt x="714375" y="2981325"/>
                </a:lnTo>
                <a:lnTo>
                  <a:pt x="657225" y="2981325"/>
                </a:lnTo>
                <a:lnTo>
                  <a:pt x="657225" y="2971800"/>
                </a:lnTo>
                <a:lnTo>
                  <a:pt x="695325" y="2971800"/>
                </a:lnTo>
                <a:lnTo>
                  <a:pt x="695325" y="2962275"/>
                </a:lnTo>
                <a:lnTo>
                  <a:pt x="666750" y="2962275"/>
                </a:lnTo>
                <a:close/>
                <a:moveTo>
                  <a:pt x="733425" y="2952750"/>
                </a:moveTo>
                <a:lnTo>
                  <a:pt x="742950" y="2952750"/>
                </a:lnTo>
                <a:lnTo>
                  <a:pt x="742950" y="2962275"/>
                </a:lnTo>
                <a:lnTo>
                  <a:pt x="733425" y="2962275"/>
                </a:lnTo>
                <a:close/>
                <a:moveTo>
                  <a:pt x="771525" y="2952750"/>
                </a:moveTo>
                <a:lnTo>
                  <a:pt x="1123950" y="2952750"/>
                </a:lnTo>
                <a:lnTo>
                  <a:pt x="1123950" y="2962275"/>
                </a:lnTo>
                <a:lnTo>
                  <a:pt x="942975" y="2962275"/>
                </a:lnTo>
                <a:lnTo>
                  <a:pt x="942975" y="2971800"/>
                </a:lnTo>
                <a:lnTo>
                  <a:pt x="962025" y="2971800"/>
                </a:lnTo>
                <a:lnTo>
                  <a:pt x="962025" y="2981325"/>
                </a:lnTo>
                <a:lnTo>
                  <a:pt x="847725" y="2981325"/>
                </a:lnTo>
                <a:lnTo>
                  <a:pt x="847725" y="2990850"/>
                </a:lnTo>
                <a:lnTo>
                  <a:pt x="838200" y="2990850"/>
                </a:lnTo>
                <a:lnTo>
                  <a:pt x="838200" y="2981325"/>
                </a:lnTo>
                <a:lnTo>
                  <a:pt x="809625" y="2981325"/>
                </a:lnTo>
                <a:lnTo>
                  <a:pt x="809625" y="2971800"/>
                </a:lnTo>
                <a:lnTo>
                  <a:pt x="828675" y="2971800"/>
                </a:lnTo>
                <a:lnTo>
                  <a:pt x="828675" y="2962275"/>
                </a:lnTo>
                <a:lnTo>
                  <a:pt x="771525" y="2962275"/>
                </a:lnTo>
                <a:close/>
                <a:moveTo>
                  <a:pt x="1209675" y="2952750"/>
                </a:moveTo>
                <a:lnTo>
                  <a:pt x="1333500" y="2952750"/>
                </a:lnTo>
                <a:lnTo>
                  <a:pt x="1333500" y="2962275"/>
                </a:lnTo>
                <a:lnTo>
                  <a:pt x="1209675" y="2962275"/>
                </a:lnTo>
                <a:close/>
                <a:moveTo>
                  <a:pt x="1362075" y="2952750"/>
                </a:moveTo>
                <a:lnTo>
                  <a:pt x="1533525" y="2952750"/>
                </a:lnTo>
                <a:lnTo>
                  <a:pt x="1533525" y="2962275"/>
                </a:lnTo>
                <a:lnTo>
                  <a:pt x="1466850" y="2962275"/>
                </a:lnTo>
                <a:lnTo>
                  <a:pt x="1466850" y="2981325"/>
                </a:lnTo>
                <a:lnTo>
                  <a:pt x="1419225" y="2981325"/>
                </a:lnTo>
                <a:lnTo>
                  <a:pt x="1419225" y="2962275"/>
                </a:lnTo>
                <a:lnTo>
                  <a:pt x="1390650" y="2962275"/>
                </a:lnTo>
                <a:lnTo>
                  <a:pt x="1390650" y="2971800"/>
                </a:lnTo>
                <a:lnTo>
                  <a:pt x="1400175" y="2971800"/>
                </a:lnTo>
                <a:lnTo>
                  <a:pt x="1400175" y="2981325"/>
                </a:lnTo>
                <a:lnTo>
                  <a:pt x="1371600" y="2981325"/>
                </a:lnTo>
                <a:lnTo>
                  <a:pt x="1371600" y="2971800"/>
                </a:lnTo>
                <a:lnTo>
                  <a:pt x="1381125" y="2971800"/>
                </a:lnTo>
                <a:lnTo>
                  <a:pt x="1381125" y="2962275"/>
                </a:lnTo>
                <a:lnTo>
                  <a:pt x="1362075" y="2962275"/>
                </a:lnTo>
                <a:close/>
                <a:moveTo>
                  <a:pt x="1571625" y="2952750"/>
                </a:moveTo>
                <a:lnTo>
                  <a:pt x="1590675" y="2952750"/>
                </a:lnTo>
                <a:lnTo>
                  <a:pt x="1590675" y="2962275"/>
                </a:lnTo>
                <a:lnTo>
                  <a:pt x="1571625" y="2962275"/>
                </a:lnTo>
                <a:close/>
                <a:moveTo>
                  <a:pt x="1609725" y="2952750"/>
                </a:moveTo>
                <a:lnTo>
                  <a:pt x="1638300" y="2952750"/>
                </a:lnTo>
                <a:lnTo>
                  <a:pt x="1638300" y="2962275"/>
                </a:lnTo>
                <a:lnTo>
                  <a:pt x="1609725" y="2962275"/>
                </a:lnTo>
                <a:close/>
                <a:moveTo>
                  <a:pt x="1695450" y="2962275"/>
                </a:moveTo>
                <a:lnTo>
                  <a:pt x="1704975" y="2962275"/>
                </a:lnTo>
                <a:lnTo>
                  <a:pt x="1704975" y="2971800"/>
                </a:lnTo>
                <a:lnTo>
                  <a:pt x="1695450" y="2971800"/>
                </a:lnTo>
                <a:close/>
                <a:moveTo>
                  <a:pt x="866775" y="2971800"/>
                </a:moveTo>
                <a:lnTo>
                  <a:pt x="923925" y="2971800"/>
                </a:lnTo>
                <a:lnTo>
                  <a:pt x="923925" y="2962275"/>
                </a:lnTo>
                <a:lnTo>
                  <a:pt x="866775" y="2962275"/>
                </a:lnTo>
                <a:close/>
                <a:moveTo>
                  <a:pt x="1152525" y="3000375"/>
                </a:moveTo>
                <a:lnTo>
                  <a:pt x="1171575" y="3000375"/>
                </a:lnTo>
                <a:lnTo>
                  <a:pt x="1171575" y="3009900"/>
                </a:lnTo>
                <a:lnTo>
                  <a:pt x="1152525" y="3009900"/>
                </a:lnTo>
                <a:close/>
                <a:moveTo>
                  <a:pt x="1724025" y="3000375"/>
                </a:moveTo>
                <a:lnTo>
                  <a:pt x="1733550" y="3000375"/>
                </a:lnTo>
                <a:lnTo>
                  <a:pt x="1733550" y="3009900"/>
                </a:lnTo>
                <a:lnTo>
                  <a:pt x="1724025" y="3009900"/>
                </a:lnTo>
                <a:close/>
                <a:moveTo>
                  <a:pt x="895350" y="3009900"/>
                </a:moveTo>
                <a:lnTo>
                  <a:pt x="904875" y="3009900"/>
                </a:lnTo>
                <a:lnTo>
                  <a:pt x="904875" y="3028950"/>
                </a:lnTo>
                <a:lnTo>
                  <a:pt x="895350" y="3028950"/>
                </a:lnTo>
                <a:close/>
                <a:moveTo>
                  <a:pt x="952500" y="3009900"/>
                </a:moveTo>
                <a:lnTo>
                  <a:pt x="981075" y="3009900"/>
                </a:lnTo>
                <a:lnTo>
                  <a:pt x="981075" y="3019425"/>
                </a:lnTo>
                <a:lnTo>
                  <a:pt x="952500" y="3019425"/>
                </a:lnTo>
                <a:close/>
                <a:moveTo>
                  <a:pt x="990600" y="3009900"/>
                </a:moveTo>
                <a:lnTo>
                  <a:pt x="1000125" y="3009900"/>
                </a:lnTo>
                <a:lnTo>
                  <a:pt x="1000125" y="3019425"/>
                </a:lnTo>
                <a:lnTo>
                  <a:pt x="990600" y="3019425"/>
                </a:lnTo>
                <a:close/>
                <a:moveTo>
                  <a:pt x="1685925" y="3009900"/>
                </a:moveTo>
                <a:lnTo>
                  <a:pt x="1695450" y="3009900"/>
                </a:lnTo>
                <a:lnTo>
                  <a:pt x="1695450" y="3200400"/>
                </a:lnTo>
                <a:lnTo>
                  <a:pt x="1685925" y="3200400"/>
                </a:lnTo>
                <a:lnTo>
                  <a:pt x="1685925" y="3190875"/>
                </a:lnTo>
                <a:lnTo>
                  <a:pt x="1676400" y="3190875"/>
                </a:lnTo>
                <a:lnTo>
                  <a:pt x="1676400" y="3200400"/>
                </a:lnTo>
                <a:lnTo>
                  <a:pt x="1666875" y="3200400"/>
                </a:lnTo>
                <a:lnTo>
                  <a:pt x="1666875" y="3114675"/>
                </a:lnTo>
                <a:lnTo>
                  <a:pt x="1676400" y="3114675"/>
                </a:lnTo>
                <a:lnTo>
                  <a:pt x="1676400" y="3038475"/>
                </a:lnTo>
                <a:lnTo>
                  <a:pt x="1685925" y="3038475"/>
                </a:lnTo>
                <a:close/>
                <a:moveTo>
                  <a:pt x="857250" y="3019425"/>
                </a:moveTo>
                <a:lnTo>
                  <a:pt x="866775" y="3019425"/>
                </a:lnTo>
                <a:lnTo>
                  <a:pt x="866775" y="3028950"/>
                </a:lnTo>
                <a:lnTo>
                  <a:pt x="857250" y="3028950"/>
                </a:lnTo>
                <a:close/>
                <a:moveTo>
                  <a:pt x="923925" y="3019425"/>
                </a:moveTo>
                <a:lnTo>
                  <a:pt x="933450" y="3019425"/>
                </a:lnTo>
                <a:lnTo>
                  <a:pt x="933450" y="3028950"/>
                </a:lnTo>
                <a:lnTo>
                  <a:pt x="923925" y="3028950"/>
                </a:lnTo>
                <a:close/>
                <a:moveTo>
                  <a:pt x="838200" y="3028950"/>
                </a:moveTo>
                <a:lnTo>
                  <a:pt x="857250" y="3028950"/>
                </a:lnTo>
                <a:lnTo>
                  <a:pt x="857250" y="3038475"/>
                </a:lnTo>
                <a:lnTo>
                  <a:pt x="838200" y="3038475"/>
                </a:lnTo>
                <a:close/>
                <a:moveTo>
                  <a:pt x="933450" y="3028950"/>
                </a:moveTo>
                <a:lnTo>
                  <a:pt x="942975" y="3028950"/>
                </a:lnTo>
                <a:lnTo>
                  <a:pt x="942975" y="3038475"/>
                </a:lnTo>
                <a:lnTo>
                  <a:pt x="933450" y="3038475"/>
                </a:lnTo>
                <a:close/>
                <a:moveTo>
                  <a:pt x="1019175" y="3028950"/>
                </a:moveTo>
                <a:lnTo>
                  <a:pt x="1038225" y="3028950"/>
                </a:lnTo>
                <a:lnTo>
                  <a:pt x="1038225" y="3038475"/>
                </a:lnTo>
                <a:lnTo>
                  <a:pt x="1028700" y="3038475"/>
                </a:lnTo>
                <a:lnTo>
                  <a:pt x="1028700" y="3048000"/>
                </a:lnTo>
                <a:lnTo>
                  <a:pt x="1019175" y="3048000"/>
                </a:lnTo>
                <a:close/>
                <a:moveTo>
                  <a:pt x="819150" y="3038475"/>
                </a:moveTo>
                <a:lnTo>
                  <a:pt x="828675" y="3038475"/>
                </a:lnTo>
                <a:lnTo>
                  <a:pt x="828675" y="3048000"/>
                </a:lnTo>
                <a:lnTo>
                  <a:pt x="819150" y="3048000"/>
                </a:lnTo>
                <a:close/>
                <a:moveTo>
                  <a:pt x="571500" y="3057525"/>
                </a:moveTo>
                <a:lnTo>
                  <a:pt x="590550" y="3057525"/>
                </a:lnTo>
                <a:lnTo>
                  <a:pt x="590550" y="3067050"/>
                </a:lnTo>
                <a:lnTo>
                  <a:pt x="571500" y="3067050"/>
                </a:lnTo>
                <a:close/>
                <a:moveTo>
                  <a:pt x="1095375" y="3067050"/>
                </a:moveTo>
                <a:lnTo>
                  <a:pt x="1104900" y="3067050"/>
                </a:lnTo>
                <a:lnTo>
                  <a:pt x="1104900" y="3076575"/>
                </a:lnTo>
                <a:lnTo>
                  <a:pt x="1095375" y="3076575"/>
                </a:lnTo>
                <a:close/>
                <a:moveTo>
                  <a:pt x="1114425" y="3076575"/>
                </a:moveTo>
                <a:lnTo>
                  <a:pt x="1133475" y="3076575"/>
                </a:lnTo>
                <a:lnTo>
                  <a:pt x="1133475" y="3095625"/>
                </a:lnTo>
                <a:lnTo>
                  <a:pt x="1123950" y="3095625"/>
                </a:lnTo>
                <a:lnTo>
                  <a:pt x="1123950" y="3105150"/>
                </a:lnTo>
                <a:lnTo>
                  <a:pt x="1114425" y="3105150"/>
                </a:lnTo>
                <a:lnTo>
                  <a:pt x="1114425" y="3114675"/>
                </a:lnTo>
                <a:lnTo>
                  <a:pt x="1095375" y="3114675"/>
                </a:lnTo>
                <a:lnTo>
                  <a:pt x="1095375" y="3086100"/>
                </a:lnTo>
                <a:lnTo>
                  <a:pt x="1114425" y="3086100"/>
                </a:lnTo>
                <a:close/>
                <a:moveTo>
                  <a:pt x="1143000" y="3076575"/>
                </a:moveTo>
                <a:lnTo>
                  <a:pt x="1152525" y="3076575"/>
                </a:lnTo>
                <a:lnTo>
                  <a:pt x="1152525" y="3086100"/>
                </a:lnTo>
                <a:lnTo>
                  <a:pt x="1143000" y="3086100"/>
                </a:lnTo>
                <a:close/>
                <a:moveTo>
                  <a:pt x="1304925" y="3076575"/>
                </a:moveTo>
                <a:lnTo>
                  <a:pt x="1333500" y="3076575"/>
                </a:lnTo>
                <a:lnTo>
                  <a:pt x="1333500" y="3086100"/>
                </a:lnTo>
                <a:lnTo>
                  <a:pt x="1323975" y="3086100"/>
                </a:lnTo>
                <a:lnTo>
                  <a:pt x="1323975" y="3114675"/>
                </a:lnTo>
                <a:lnTo>
                  <a:pt x="1314450" y="3114675"/>
                </a:lnTo>
                <a:lnTo>
                  <a:pt x="1314450" y="3105150"/>
                </a:lnTo>
                <a:lnTo>
                  <a:pt x="1304925" y="3105150"/>
                </a:lnTo>
                <a:lnTo>
                  <a:pt x="1304925" y="3095625"/>
                </a:lnTo>
                <a:lnTo>
                  <a:pt x="1314450" y="3095625"/>
                </a:lnTo>
                <a:lnTo>
                  <a:pt x="1314450" y="3086100"/>
                </a:lnTo>
                <a:lnTo>
                  <a:pt x="1304925" y="3086100"/>
                </a:lnTo>
                <a:close/>
                <a:moveTo>
                  <a:pt x="438150" y="3095625"/>
                </a:moveTo>
                <a:lnTo>
                  <a:pt x="447675" y="3095625"/>
                </a:lnTo>
                <a:lnTo>
                  <a:pt x="447675" y="3114675"/>
                </a:lnTo>
                <a:lnTo>
                  <a:pt x="476250" y="3114675"/>
                </a:lnTo>
                <a:lnTo>
                  <a:pt x="476250" y="3133725"/>
                </a:lnTo>
                <a:lnTo>
                  <a:pt x="466725" y="3133725"/>
                </a:lnTo>
                <a:lnTo>
                  <a:pt x="466725" y="3124200"/>
                </a:lnTo>
                <a:lnTo>
                  <a:pt x="438150" y="3124200"/>
                </a:lnTo>
                <a:close/>
                <a:moveTo>
                  <a:pt x="476250" y="3133725"/>
                </a:moveTo>
                <a:lnTo>
                  <a:pt x="495300" y="3133725"/>
                </a:lnTo>
                <a:lnTo>
                  <a:pt x="495300" y="3152775"/>
                </a:lnTo>
                <a:lnTo>
                  <a:pt x="514350" y="3152775"/>
                </a:lnTo>
                <a:lnTo>
                  <a:pt x="514350" y="3162300"/>
                </a:lnTo>
                <a:lnTo>
                  <a:pt x="485775" y="3162300"/>
                </a:lnTo>
                <a:lnTo>
                  <a:pt x="485775" y="3143250"/>
                </a:lnTo>
                <a:lnTo>
                  <a:pt x="476250" y="3143250"/>
                </a:lnTo>
                <a:close/>
                <a:moveTo>
                  <a:pt x="523875" y="3133725"/>
                </a:moveTo>
                <a:lnTo>
                  <a:pt x="552450" y="3133725"/>
                </a:lnTo>
                <a:lnTo>
                  <a:pt x="552450" y="3143250"/>
                </a:lnTo>
                <a:lnTo>
                  <a:pt x="523875" y="3143250"/>
                </a:lnTo>
                <a:close/>
                <a:moveTo>
                  <a:pt x="1133475" y="3143250"/>
                </a:moveTo>
                <a:lnTo>
                  <a:pt x="1143000" y="3143250"/>
                </a:lnTo>
                <a:lnTo>
                  <a:pt x="1143000" y="3152775"/>
                </a:lnTo>
                <a:lnTo>
                  <a:pt x="1133475" y="3152775"/>
                </a:lnTo>
                <a:close/>
                <a:moveTo>
                  <a:pt x="533400" y="3152775"/>
                </a:moveTo>
                <a:lnTo>
                  <a:pt x="542925" y="3152775"/>
                </a:lnTo>
                <a:lnTo>
                  <a:pt x="542925" y="3162300"/>
                </a:lnTo>
                <a:lnTo>
                  <a:pt x="533400" y="3162300"/>
                </a:lnTo>
                <a:close/>
                <a:moveTo>
                  <a:pt x="1143000" y="3152775"/>
                </a:moveTo>
                <a:lnTo>
                  <a:pt x="1190625" y="3152775"/>
                </a:lnTo>
                <a:lnTo>
                  <a:pt x="1190625" y="3162300"/>
                </a:lnTo>
                <a:lnTo>
                  <a:pt x="1200150" y="3162300"/>
                </a:lnTo>
                <a:lnTo>
                  <a:pt x="1200150" y="3181350"/>
                </a:lnTo>
                <a:lnTo>
                  <a:pt x="1181100" y="3181350"/>
                </a:lnTo>
                <a:lnTo>
                  <a:pt x="1181100" y="3190875"/>
                </a:lnTo>
                <a:lnTo>
                  <a:pt x="1171575" y="3190875"/>
                </a:lnTo>
                <a:lnTo>
                  <a:pt x="1171575" y="3181350"/>
                </a:lnTo>
                <a:lnTo>
                  <a:pt x="1143000" y="3181350"/>
                </a:lnTo>
                <a:close/>
                <a:moveTo>
                  <a:pt x="9525" y="3162300"/>
                </a:moveTo>
                <a:lnTo>
                  <a:pt x="28575" y="3162300"/>
                </a:lnTo>
                <a:lnTo>
                  <a:pt x="28575" y="3171825"/>
                </a:lnTo>
                <a:lnTo>
                  <a:pt x="9525" y="3171825"/>
                </a:lnTo>
                <a:close/>
                <a:moveTo>
                  <a:pt x="0" y="3171825"/>
                </a:moveTo>
                <a:lnTo>
                  <a:pt x="9525" y="3171825"/>
                </a:lnTo>
                <a:lnTo>
                  <a:pt x="9525" y="3181350"/>
                </a:lnTo>
                <a:lnTo>
                  <a:pt x="0" y="3181350"/>
                </a:lnTo>
                <a:close/>
                <a:moveTo>
                  <a:pt x="419100" y="3171825"/>
                </a:moveTo>
                <a:lnTo>
                  <a:pt x="438150" y="3171825"/>
                </a:lnTo>
                <a:lnTo>
                  <a:pt x="438150" y="3181350"/>
                </a:lnTo>
                <a:lnTo>
                  <a:pt x="428625" y="3181350"/>
                </a:lnTo>
                <a:lnTo>
                  <a:pt x="428625" y="3190875"/>
                </a:lnTo>
                <a:lnTo>
                  <a:pt x="419100" y="3190875"/>
                </a:lnTo>
                <a:close/>
                <a:moveTo>
                  <a:pt x="1524000" y="3171825"/>
                </a:moveTo>
                <a:lnTo>
                  <a:pt x="1533525" y="3171825"/>
                </a:lnTo>
                <a:lnTo>
                  <a:pt x="1533525" y="3181350"/>
                </a:lnTo>
                <a:lnTo>
                  <a:pt x="1524000" y="3181350"/>
                </a:lnTo>
                <a:close/>
                <a:moveTo>
                  <a:pt x="1476375" y="3181350"/>
                </a:moveTo>
                <a:lnTo>
                  <a:pt x="1485900" y="3181350"/>
                </a:lnTo>
                <a:lnTo>
                  <a:pt x="1485900" y="3190875"/>
                </a:lnTo>
                <a:lnTo>
                  <a:pt x="1495425" y="3190875"/>
                </a:lnTo>
                <a:lnTo>
                  <a:pt x="1495425" y="3200400"/>
                </a:lnTo>
                <a:lnTo>
                  <a:pt x="1485900" y="3200400"/>
                </a:lnTo>
                <a:lnTo>
                  <a:pt x="1485900" y="3209925"/>
                </a:lnTo>
                <a:lnTo>
                  <a:pt x="1495425" y="3209925"/>
                </a:lnTo>
                <a:lnTo>
                  <a:pt x="1495425" y="3238500"/>
                </a:lnTo>
                <a:lnTo>
                  <a:pt x="1476375" y="3238500"/>
                </a:lnTo>
                <a:lnTo>
                  <a:pt x="1476375" y="3228975"/>
                </a:lnTo>
                <a:lnTo>
                  <a:pt x="1466850" y="3228975"/>
                </a:lnTo>
                <a:lnTo>
                  <a:pt x="1466850" y="3209925"/>
                </a:lnTo>
                <a:lnTo>
                  <a:pt x="1476375" y="3209925"/>
                </a:lnTo>
                <a:lnTo>
                  <a:pt x="1476375" y="3200400"/>
                </a:lnTo>
                <a:lnTo>
                  <a:pt x="1466850" y="3200400"/>
                </a:lnTo>
                <a:lnTo>
                  <a:pt x="1466850" y="3190875"/>
                </a:lnTo>
                <a:lnTo>
                  <a:pt x="1476375" y="3190875"/>
                </a:lnTo>
                <a:close/>
                <a:moveTo>
                  <a:pt x="1533525" y="3181350"/>
                </a:moveTo>
                <a:lnTo>
                  <a:pt x="1552575" y="3181350"/>
                </a:lnTo>
                <a:lnTo>
                  <a:pt x="1552575" y="3190875"/>
                </a:lnTo>
                <a:lnTo>
                  <a:pt x="1562100" y="3190875"/>
                </a:lnTo>
                <a:lnTo>
                  <a:pt x="1562100" y="3200400"/>
                </a:lnTo>
                <a:lnTo>
                  <a:pt x="1571625" y="3200400"/>
                </a:lnTo>
                <a:lnTo>
                  <a:pt x="1571625" y="3190875"/>
                </a:lnTo>
                <a:lnTo>
                  <a:pt x="1600200" y="3190875"/>
                </a:lnTo>
                <a:lnTo>
                  <a:pt x="1600200" y="3181350"/>
                </a:lnTo>
                <a:lnTo>
                  <a:pt x="1609725" y="3181350"/>
                </a:lnTo>
                <a:lnTo>
                  <a:pt x="1609725" y="3190875"/>
                </a:lnTo>
                <a:lnTo>
                  <a:pt x="1600200" y="3190875"/>
                </a:lnTo>
                <a:lnTo>
                  <a:pt x="1600200" y="3200400"/>
                </a:lnTo>
                <a:lnTo>
                  <a:pt x="1619250" y="3200400"/>
                </a:lnTo>
                <a:lnTo>
                  <a:pt x="1619250" y="3209925"/>
                </a:lnTo>
                <a:lnTo>
                  <a:pt x="1609725" y="3209925"/>
                </a:lnTo>
                <a:lnTo>
                  <a:pt x="1609725" y="3219450"/>
                </a:lnTo>
                <a:lnTo>
                  <a:pt x="1619250" y="3219450"/>
                </a:lnTo>
                <a:lnTo>
                  <a:pt x="1619250" y="3238500"/>
                </a:lnTo>
                <a:lnTo>
                  <a:pt x="1609725" y="3238500"/>
                </a:lnTo>
                <a:lnTo>
                  <a:pt x="1609725" y="3228975"/>
                </a:lnTo>
                <a:lnTo>
                  <a:pt x="1600200" y="3228975"/>
                </a:lnTo>
                <a:lnTo>
                  <a:pt x="1600200" y="3219450"/>
                </a:lnTo>
                <a:lnTo>
                  <a:pt x="1590675" y="3219450"/>
                </a:lnTo>
                <a:lnTo>
                  <a:pt x="1590675" y="3228975"/>
                </a:lnTo>
                <a:lnTo>
                  <a:pt x="1562100" y="3228975"/>
                </a:lnTo>
                <a:lnTo>
                  <a:pt x="1562100" y="3248025"/>
                </a:lnTo>
                <a:lnTo>
                  <a:pt x="1533525" y="3248025"/>
                </a:lnTo>
                <a:lnTo>
                  <a:pt x="1533525" y="3238500"/>
                </a:lnTo>
                <a:lnTo>
                  <a:pt x="1543050" y="3238500"/>
                </a:lnTo>
                <a:lnTo>
                  <a:pt x="1543050" y="3228975"/>
                </a:lnTo>
                <a:lnTo>
                  <a:pt x="1533525" y="3228975"/>
                </a:lnTo>
                <a:lnTo>
                  <a:pt x="1533525" y="3219450"/>
                </a:lnTo>
                <a:lnTo>
                  <a:pt x="1524000" y="3219450"/>
                </a:lnTo>
                <a:lnTo>
                  <a:pt x="1524000" y="3228975"/>
                </a:lnTo>
                <a:lnTo>
                  <a:pt x="1504950" y="3228975"/>
                </a:lnTo>
                <a:lnTo>
                  <a:pt x="1504950" y="3209925"/>
                </a:lnTo>
                <a:lnTo>
                  <a:pt x="1514475" y="3209925"/>
                </a:lnTo>
                <a:lnTo>
                  <a:pt x="1514475" y="3200400"/>
                </a:lnTo>
                <a:lnTo>
                  <a:pt x="1533525" y="3200400"/>
                </a:lnTo>
                <a:close/>
                <a:moveTo>
                  <a:pt x="1638300" y="3190875"/>
                </a:moveTo>
                <a:lnTo>
                  <a:pt x="1647825" y="3190875"/>
                </a:lnTo>
                <a:lnTo>
                  <a:pt x="1647825" y="3200400"/>
                </a:lnTo>
                <a:lnTo>
                  <a:pt x="1657350" y="3200400"/>
                </a:lnTo>
                <a:lnTo>
                  <a:pt x="1657350" y="3209925"/>
                </a:lnTo>
                <a:lnTo>
                  <a:pt x="1638300" y="3209925"/>
                </a:lnTo>
                <a:close/>
                <a:moveTo>
                  <a:pt x="161925" y="3209925"/>
                </a:moveTo>
                <a:lnTo>
                  <a:pt x="171450" y="3209925"/>
                </a:lnTo>
                <a:lnTo>
                  <a:pt x="171450" y="3228975"/>
                </a:lnTo>
                <a:lnTo>
                  <a:pt x="180975" y="3228975"/>
                </a:lnTo>
                <a:lnTo>
                  <a:pt x="180975" y="3238500"/>
                </a:lnTo>
                <a:lnTo>
                  <a:pt x="190500" y="3238500"/>
                </a:lnTo>
                <a:lnTo>
                  <a:pt x="190500" y="3257550"/>
                </a:lnTo>
                <a:lnTo>
                  <a:pt x="200025" y="3257550"/>
                </a:lnTo>
                <a:lnTo>
                  <a:pt x="200025" y="3267075"/>
                </a:lnTo>
                <a:lnTo>
                  <a:pt x="209550" y="3267075"/>
                </a:lnTo>
                <a:lnTo>
                  <a:pt x="209550" y="3276600"/>
                </a:lnTo>
                <a:lnTo>
                  <a:pt x="219075" y="3276600"/>
                </a:lnTo>
                <a:lnTo>
                  <a:pt x="219075" y="3286125"/>
                </a:lnTo>
                <a:lnTo>
                  <a:pt x="228600" y="3286125"/>
                </a:lnTo>
                <a:lnTo>
                  <a:pt x="228600" y="3295650"/>
                </a:lnTo>
                <a:lnTo>
                  <a:pt x="257175" y="3295650"/>
                </a:lnTo>
                <a:lnTo>
                  <a:pt x="257175" y="3305175"/>
                </a:lnTo>
                <a:lnTo>
                  <a:pt x="209550" y="3305175"/>
                </a:lnTo>
                <a:lnTo>
                  <a:pt x="209550" y="3295650"/>
                </a:lnTo>
                <a:lnTo>
                  <a:pt x="190500" y="3295650"/>
                </a:lnTo>
                <a:lnTo>
                  <a:pt x="190500" y="3286125"/>
                </a:lnTo>
                <a:lnTo>
                  <a:pt x="180975" y="3286125"/>
                </a:lnTo>
                <a:lnTo>
                  <a:pt x="180975" y="3267075"/>
                </a:lnTo>
                <a:lnTo>
                  <a:pt x="171450" y="3267075"/>
                </a:lnTo>
                <a:lnTo>
                  <a:pt x="171450" y="3248025"/>
                </a:lnTo>
                <a:lnTo>
                  <a:pt x="161925" y="3248025"/>
                </a:lnTo>
                <a:close/>
                <a:moveTo>
                  <a:pt x="1685925" y="3238500"/>
                </a:moveTo>
                <a:lnTo>
                  <a:pt x="1695450" y="3238500"/>
                </a:lnTo>
                <a:lnTo>
                  <a:pt x="1695450" y="3257550"/>
                </a:lnTo>
                <a:lnTo>
                  <a:pt x="1685925" y="3257550"/>
                </a:lnTo>
                <a:close/>
                <a:moveTo>
                  <a:pt x="990600" y="3248025"/>
                </a:moveTo>
                <a:lnTo>
                  <a:pt x="1000125" y="3248025"/>
                </a:lnTo>
                <a:lnTo>
                  <a:pt x="1000125" y="3267075"/>
                </a:lnTo>
                <a:lnTo>
                  <a:pt x="990600" y="3267075"/>
                </a:lnTo>
                <a:close/>
                <a:moveTo>
                  <a:pt x="1476375" y="3257550"/>
                </a:moveTo>
                <a:lnTo>
                  <a:pt x="1495425" y="3257550"/>
                </a:lnTo>
                <a:lnTo>
                  <a:pt x="1495425" y="3267075"/>
                </a:lnTo>
                <a:lnTo>
                  <a:pt x="1476375" y="3267075"/>
                </a:lnTo>
                <a:close/>
                <a:moveTo>
                  <a:pt x="1514475" y="3257550"/>
                </a:moveTo>
                <a:lnTo>
                  <a:pt x="1533525" y="3257550"/>
                </a:lnTo>
                <a:lnTo>
                  <a:pt x="1533525" y="3267075"/>
                </a:lnTo>
                <a:lnTo>
                  <a:pt x="1543050" y="3267075"/>
                </a:lnTo>
                <a:lnTo>
                  <a:pt x="1543050" y="3276600"/>
                </a:lnTo>
                <a:lnTo>
                  <a:pt x="1514475" y="3276600"/>
                </a:lnTo>
                <a:close/>
                <a:moveTo>
                  <a:pt x="590550" y="3286125"/>
                </a:moveTo>
                <a:lnTo>
                  <a:pt x="638175" y="3286125"/>
                </a:lnTo>
                <a:lnTo>
                  <a:pt x="638175" y="3295650"/>
                </a:lnTo>
                <a:lnTo>
                  <a:pt x="704850" y="3295650"/>
                </a:lnTo>
                <a:lnTo>
                  <a:pt x="704850" y="3286125"/>
                </a:lnTo>
                <a:lnTo>
                  <a:pt x="714375" y="3286125"/>
                </a:lnTo>
                <a:lnTo>
                  <a:pt x="714375" y="3295650"/>
                </a:lnTo>
                <a:lnTo>
                  <a:pt x="723900" y="3295650"/>
                </a:lnTo>
                <a:lnTo>
                  <a:pt x="723900" y="3286125"/>
                </a:lnTo>
                <a:lnTo>
                  <a:pt x="762000" y="3286125"/>
                </a:lnTo>
                <a:lnTo>
                  <a:pt x="762000" y="3305175"/>
                </a:lnTo>
                <a:lnTo>
                  <a:pt x="857250" y="3305175"/>
                </a:lnTo>
                <a:lnTo>
                  <a:pt x="857250" y="3295650"/>
                </a:lnTo>
                <a:lnTo>
                  <a:pt x="885825" y="3295650"/>
                </a:lnTo>
                <a:lnTo>
                  <a:pt x="885825" y="3286125"/>
                </a:lnTo>
                <a:lnTo>
                  <a:pt x="923925" y="3286125"/>
                </a:lnTo>
                <a:lnTo>
                  <a:pt x="923925" y="3295650"/>
                </a:lnTo>
                <a:lnTo>
                  <a:pt x="990600" y="3295650"/>
                </a:lnTo>
                <a:lnTo>
                  <a:pt x="990600" y="3305175"/>
                </a:lnTo>
                <a:lnTo>
                  <a:pt x="1009650" y="3305175"/>
                </a:lnTo>
                <a:lnTo>
                  <a:pt x="1009650" y="3295650"/>
                </a:lnTo>
                <a:lnTo>
                  <a:pt x="1057275" y="3295650"/>
                </a:lnTo>
                <a:lnTo>
                  <a:pt x="1057275" y="3305175"/>
                </a:lnTo>
                <a:lnTo>
                  <a:pt x="1304925" y="3305175"/>
                </a:lnTo>
                <a:lnTo>
                  <a:pt x="1304925" y="3295650"/>
                </a:lnTo>
                <a:lnTo>
                  <a:pt x="1323975" y="3295650"/>
                </a:lnTo>
                <a:lnTo>
                  <a:pt x="1323975" y="3286125"/>
                </a:lnTo>
                <a:lnTo>
                  <a:pt x="1352550" y="3286125"/>
                </a:lnTo>
                <a:lnTo>
                  <a:pt x="1352550" y="3295650"/>
                </a:lnTo>
                <a:lnTo>
                  <a:pt x="1381125" y="3295650"/>
                </a:lnTo>
                <a:lnTo>
                  <a:pt x="1381125" y="3305175"/>
                </a:lnTo>
                <a:lnTo>
                  <a:pt x="1400175" y="3305175"/>
                </a:lnTo>
                <a:lnTo>
                  <a:pt x="1400175" y="3295650"/>
                </a:lnTo>
                <a:lnTo>
                  <a:pt x="1419225" y="3295650"/>
                </a:lnTo>
                <a:lnTo>
                  <a:pt x="1419225" y="3305175"/>
                </a:lnTo>
                <a:lnTo>
                  <a:pt x="1485900" y="3305175"/>
                </a:lnTo>
                <a:lnTo>
                  <a:pt x="1485900" y="3295650"/>
                </a:lnTo>
                <a:lnTo>
                  <a:pt x="1495425" y="3295650"/>
                </a:lnTo>
                <a:lnTo>
                  <a:pt x="1495425" y="3305175"/>
                </a:lnTo>
                <a:lnTo>
                  <a:pt x="1504950" y="3305175"/>
                </a:lnTo>
                <a:lnTo>
                  <a:pt x="1504950" y="3295650"/>
                </a:lnTo>
                <a:lnTo>
                  <a:pt x="1514475" y="3295650"/>
                </a:lnTo>
                <a:lnTo>
                  <a:pt x="1514475" y="3305175"/>
                </a:lnTo>
                <a:lnTo>
                  <a:pt x="1552575" y="3305175"/>
                </a:lnTo>
                <a:lnTo>
                  <a:pt x="1552575" y="3295650"/>
                </a:lnTo>
                <a:lnTo>
                  <a:pt x="1581150" y="3295650"/>
                </a:lnTo>
                <a:lnTo>
                  <a:pt x="1581150" y="3305175"/>
                </a:lnTo>
                <a:lnTo>
                  <a:pt x="1609725" y="3305175"/>
                </a:lnTo>
                <a:lnTo>
                  <a:pt x="1609725" y="3314700"/>
                </a:lnTo>
                <a:lnTo>
                  <a:pt x="257175" y="3314700"/>
                </a:lnTo>
                <a:lnTo>
                  <a:pt x="257175" y="3305175"/>
                </a:lnTo>
                <a:lnTo>
                  <a:pt x="581025" y="3305175"/>
                </a:lnTo>
                <a:lnTo>
                  <a:pt x="581025" y="3295650"/>
                </a:lnTo>
                <a:lnTo>
                  <a:pt x="590550" y="3295650"/>
                </a:lnTo>
                <a:close/>
                <a:moveTo>
                  <a:pt x="1647825" y="3295650"/>
                </a:moveTo>
                <a:lnTo>
                  <a:pt x="1657350" y="3295650"/>
                </a:lnTo>
                <a:lnTo>
                  <a:pt x="1657350" y="3305175"/>
                </a:lnTo>
                <a:lnTo>
                  <a:pt x="1647825" y="3305175"/>
                </a:lnTo>
                <a:close/>
                <a:moveTo>
                  <a:pt x="666750" y="3533775"/>
                </a:moveTo>
                <a:lnTo>
                  <a:pt x="676275" y="3533775"/>
                </a:lnTo>
                <a:lnTo>
                  <a:pt x="676275" y="3543300"/>
                </a:lnTo>
                <a:lnTo>
                  <a:pt x="666750" y="3543300"/>
                </a:lnTo>
                <a:close/>
                <a:moveTo>
                  <a:pt x="1047750" y="3562350"/>
                </a:moveTo>
                <a:lnTo>
                  <a:pt x="1057275" y="3562350"/>
                </a:lnTo>
                <a:lnTo>
                  <a:pt x="1057275" y="3571875"/>
                </a:lnTo>
                <a:lnTo>
                  <a:pt x="1047750" y="3571875"/>
                </a:lnTo>
                <a:close/>
                <a:moveTo>
                  <a:pt x="1038225" y="3571875"/>
                </a:moveTo>
                <a:lnTo>
                  <a:pt x="1047750" y="3571875"/>
                </a:lnTo>
                <a:lnTo>
                  <a:pt x="1047750" y="3581400"/>
                </a:lnTo>
                <a:lnTo>
                  <a:pt x="1038225" y="3581400"/>
                </a:lnTo>
                <a:close/>
              </a:path>
            </a:pathLst>
          </a:custGeom>
          <a:solidFill xmlns:a="http://schemas.openxmlformats.org/drawingml/2006/main">
            <a:srgbClr val="F4EDE0"/>
          </a:solidFill>
          <a:ln xmlns:a="http://schemas.openxmlformats.org/drawingml/2006/main" w="0">
            <a:noFill/>
          </a:ln>
        </p:spPr>
      </p:sp>
      <p:sp>
        <p:nvSpPr>
          <p:cNvPr id="42" name="phone4 vector #f1ede1">
            <a:extLst xmlns:a="http://schemas.openxmlformats.org/drawingml/2006/main">
              <a:ext uri="{FF2B5EF4-FFF2-40B4-BE49-F238E27FC236}">
                <a16:creationId xmlns:a16="http://schemas.microsoft.com/office/drawing/2014/main" id="{5224950C-939A-43B9-8CBB-5BCC09A896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552825" y="1866900"/>
            <a:ext cx="2181225" cy="4581525"/>
          </a:xfrm>
          <a:custGeom xmlns:a="http://schemas.openxmlformats.org/drawingml/2006/main">
            <a:pathLst>
              <a:path w="1847850" h="3886200">
                <a:moveTo>
                  <a:pt x="571500" y="114300"/>
                </a:moveTo>
                <a:lnTo>
                  <a:pt x="619125" y="114300"/>
                </a:lnTo>
                <a:lnTo>
                  <a:pt x="619125" y="123825"/>
                </a:lnTo>
                <a:lnTo>
                  <a:pt x="600075" y="123825"/>
                </a:lnTo>
                <a:lnTo>
                  <a:pt x="600075" y="142875"/>
                </a:lnTo>
                <a:lnTo>
                  <a:pt x="590550" y="142875"/>
                </a:lnTo>
                <a:lnTo>
                  <a:pt x="590550" y="123825"/>
                </a:lnTo>
                <a:lnTo>
                  <a:pt x="571500" y="123825"/>
                </a:lnTo>
                <a:close/>
                <a:moveTo>
                  <a:pt x="666750" y="114300"/>
                </a:moveTo>
                <a:lnTo>
                  <a:pt x="714375" y="114300"/>
                </a:lnTo>
                <a:lnTo>
                  <a:pt x="714375" y="133350"/>
                </a:lnTo>
                <a:lnTo>
                  <a:pt x="704850" y="133350"/>
                </a:lnTo>
                <a:lnTo>
                  <a:pt x="704850" y="123825"/>
                </a:lnTo>
                <a:lnTo>
                  <a:pt x="666750" y="123825"/>
                </a:lnTo>
                <a:close/>
                <a:moveTo>
                  <a:pt x="1171575" y="114300"/>
                </a:moveTo>
                <a:lnTo>
                  <a:pt x="1200150" y="114300"/>
                </a:lnTo>
                <a:lnTo>
                  <a:pt x="1200150" y="123825"/>
                </a:lnTo>
                <a:lnTo>
                  <a:pt x="1209675" y="123825"/>
                </a:lnTo>
                <a:lnTo>
                  <a:pt x="1209675" y="114300"/>
                </a:lnTo>
                <a:lnTo>
                  <a:pt x="1219200" y="114300"/>
                </a:lnTo>
                <a:lnTo>
                  <a:pt x="1219200" y="123825"/>
                </a:lnTo>
                <a:lnTo>
                  <a:pt x="1228725" y="123825"/>
                </a:lnTo>
                <a:lnTo>
                  <a:pt x="1228725" y="114300"/>
                </a:lnTo>
                <a:lnTo>
                  <a:pt x="1238250" y="114300"/>
                </a:lnTo>
                <a:lnTo>
                  <a:pt x="1238250" y="133350"/>
                </a:lnTo>
                <a:lnTo>
                  <a:pt x="1247775" y="133350"/>
                </a:lnTo>
                <a:lnTo>
                  <a:pt x="1247775" y="142875"/>
                </a:lnTo>
                <a:lnTo>
                  <a:pt x="1238250" y="142875"/>
                </a:lnTo>
                <a:lnTo>
                  <a:pt x="1238250" y="152400"/>
                </a:lnTo>
                <a:lnTo>
                  <a:pt x="1190625" y="152400"/>
                </a:lnTo>
                <a:lnTo>
                  <a:pt x="1190625" y="123825"/>
                </a:lnTo>
                <a:lnTo>
                  <a:pt x="1171575" y="123825"/>
                </a:lnTo>
                <a:close/>
                <a:moveTo>
                  <a:pt x="1276350" y="114300"/>
                </a:moveTo>
                <a:lnTo>
                  <a:pt x="1343025" y="114300"/>
                </a:lnTo>
                <a:lnTo>
                  <a:pt x="1343025" y="123825"/>
                </a:lnTo>
                <a:lnTo>
                  <a:pt x="1295400" y="123825"/>
                </a:lnTo>
                <a:lnTo>
                  <a:pt x="1295400" y="133350"/>
                </a:lnTo>
                <a:lnTo>
                  <a:pt x="1276350" y="133350"/>
                </a:lnTo>
                <a:close/>
                <a:moveTo>
                  <a:pt x="1466850" y="114300"/>
                </a:moveTo>
                <a:lnTo>
                  <a:pt x="1476375" y="114300"/>
                </a:lnTo>
                <a:lnTo>
                  <a:pt x="1476375" y="123825"/>
                </a:lnTo>
                <a:lnTo>
                  <a:pt x="1466850" y="123825"/>
                </a:lnTo>
                <a:close/>
                <a:moveTo>
                  <a:pt x="1495425" y="114300"/>
                </a:moveTo>
                <a:lnTo>
                  <a:pt x="1543050" y="114300"/>
                </a:lnTo>
                <a:lnTo>
                  <a:pt x="1543050" y="123825"/>
                </a:lnTo>
                <a:lnTo>
                  <a:pt x="1495425" y="123825"/>
                </a:lnTo>
                <a:close/>
                <a:moveTo>
                  <a:pt x="1162050" y="123825"/>
                </a:moveTo>
                <a:lnTo>
                  <a:pt x="1171575" y="123825"/>
                </a:lnTo>
                <a:lnTo>
                  <a:pt x="1171575" y="133350"/>
                </a:lnTo>
                <a:lnTo>
                  <a:pt x="1162050" y="133350"/>
                </a:lnTo>
                <a:close/>
                <a:moveTo>
                  <a:pt x="676275" y="133350"/>
                </a:moveTo>
                <a:lnTo>
                  <a:pt x="704850" y="133350"/>
                </a:lnTo>
                <a:lnTo>
                  <a:pt x="704850" y="142875"/>
                </a:lnTo>
                <a:lnTo>
                  <a:pt x="676275" y="142875"/>
                </a:lnTo>
                <a:close/>
                <a:moveTo>
                  <a:pt x="1504950" y="133350"/>
                </a:moveTo>
                <a:lnTo>
                  <a:pt x="1524000" y="133350"/>
                </a:lnTo>
                <a:lnTo>
                  <a:pt x="1524000" y="142875"/>
                </a:lnTo>
                <a:lnTo>
                  <a:pt x="1504950" y="142875"/>
                </a:lnTo>
                <a:close/>
                <a:moveTo>
                  <a:pt x="1581150" y="133350"/>
                </a:moveTo>
                <a:lnTo>
                  <a:pt x="1600200" y="133350"/>
                </a:lnTo>
                <a:lnTo>
                  <a:pt x="1600200" y="142875"/>
                </a:lnTo>
                <a:lnTo>
                  <a:pt x="1628775" y="142875"/>
                </a:lnTo>
                <a:lnTo>
                  <a:pt x="1628775" y="152400"/>
                </a:lnTo>
                <a:lnTo>
                  <a:pt x="1638300" y="152400"/>
                </a:lnTo>
                <a:lnTo>
                  <a:pt x="1638300" y="161925"/>
                </a:lnTo>
                <a:lnTo>
                  <a:pt x="1647825" y="161925"/>
                </a:lnTo>
                <a:lnTo>
                  <a:pt x="1647825" y="171450"/>
                </a:lnTo>
                <a:lnTo>
                  <a:pt x="1638300" y="171450"/>
                </a:lnTo>
                <a:lnTo>
                  <a:pt x="1638300" y="180975"/>
                </a:lnTo>
                <a:lnTo>
                  <a:pt x="1619250" y="180975"/>
                </a:lnTo>
                <a:lnTo>
                  <a:pt x="1619250" y="171450"/>
                </a:lnTo>
                <a:lnTo>
                  <a:pt x="1609725" y="171450"/>
                </a:lnTo>
                <a:lnTo>
                  <a:pt x="1609725" y="152400"/>
                </a:lnTo>
                <a:lnTo>
                  <a:pt x="1600200" y="152400"/>
                </a:lnTo>
                <a:lnTo>
                  <a:pt x="1600200" y="161925"/>
                </a:lnTo>
                <a:lnTo>
                  <a:pt x="1590675" y="161925"/>
                </a:lnTo>
                <a:lnTo>
                  <a:pt x="1590675" y="142875"/>
                </a:lnTo>
                <a:lnTo>
                  <a:pt x="1581150" y="142875"/>
                </a:lnTo>
                <a:close/>
                <a:moveTo>
                  <a:pt x="238125" y="142875"/>
                </a:moveTo>
                <a:lnTo>
                  <a:pt x="247650" y="142875"/>
                </a:lnTo>
                <a:lnTo>
                  <a:pt x="247650" y="152400"/>
                </a:lnTo>
                <a:lnTo>
                  <a:pt x="238125" y="152400"/>
                </a:lnTo>
                <a:close/>
                <a:moveTo>
                  <a:pt x="704850" y="142875"/>
                </a:moveTo>
                <a:lnTo>
                  <a:pt x="714375" y="142875"/>
                </a:lnTo>
                <a:lnTo>
                  <a:pt x="714375" y="161925"/>
                </a:lnTo>
                <a:lnTo>
                  <a:pt x="704850" y="161925"/>
                </a:lnTo>
                <a:close/>
                <a:moveTo>
                  <a:pt x="1162050" y="142875"/>
                </a:moveTo>
                <a:lnTo>
                  <a:pt x="1171575" y="142875"/>
                </a:lnTo>
                <a:lnTo>
                  <a:pt x="1171575" y="171450"/>
                </a:lnTo>
                <a:lnTo>
                  <a:pt x="1162050" y="171450"/>
                </a:lnTo>
                <a:lnTo>
                  <a:pt x="1162050" y="161925"/>
                </a:lnTo>
                <a:lnTo>
                  <a:pt x="1152525" y="161925"/>
                </a:lnTo>
                <a:lnTo>
                  <a:pt x="1152525" y="152400"/>
                </a:lnTo>
                <a:lnTo>
                  <a:pt x="1162050" y="152400"/>
                </a:lnTo>
                <a:close/>
                <a:moveTo>
                  <a:pt x="209550" y="161925"/>
                </a:moveTo>
                <a:lnTo>
                  <a:pt x="247650" y="161925"/>
                </a:lnTo>
                <a:lnTo>
                  <a:pt x="247650" y="171450"/>
                </a:lnTo>
                <a:lnTo>
                  <a:pt x="238125" y="171450"/>
                </a:lnTo>
                <a:lnTo>
                  <a:pt x="238125" y="190500"/>
                </a:lnTo>
                <a:lnTo>
                  <a:pt x="228600" y="190500"/>
                </a:lnTo>
                <a:lnTo>
                  <a:pt x="228600" y="200025"/>
                </a:lnTo>
                <a:lnTo>
                  <a:pt x="219075" y="200025"/>
                </a:lnTo>
                <a:lnTo>
                  <a:pt x="219075" y="180975"/>
                </a:lnTo>
                <a:lnTo>
                  <a:pt x="228600" y="180975"/>
                </a:lnTo>
                <a:lnTo>
                  <a:pt x="228600" y="171450"/>
                </a:lnTo>
                <a:lnTo>
                  <a:pt x="209550" y="171450"/>
                </a:lnTo>
                <a:close/>
                <a:moveTo>
                  <a:pt x="1257300" y="171450"/>
                </a:moveTo>
                <a:lnTo>
                  <a:pt x="1276350" y="171450"/>
                </a:lnTo>
                <a:lnTo>
                  <a:pt x="1276350" y="180975"/>
                </a:lnTo>
                <a:lnTo>
                  <a:pt x="1257300" y="180975"/>
                </a:lnTo>
                <a:close/>
                <a:moveTo>
                  <a:pt x="1533525" y="171450"/>
                </a:moveTo>
                <a:lnTo>
                  <a:pt x="1552575" y="171450"/>
                </a:lnTo>
                <a:lnTo>
                  <a:pt x="1552575" y="200025"/>
                </a:lnTo>
                <a:lnTo>
                  <a:pt x="1524000" y="200025"/>
                </a:lnTo>
                <a:lnTo>
                  <a:pt x="1524000" y="190500"/>
                </a:lnTo>
                <a:lnTo>
                  <a:pt x="1533525" y="190500"/>
                </a:lnTo>
                <a:close/>
                <a:moveTo>
                  <a:pt x="1571625" y="171450"/>
                </a:moveTo>
                <a:lnTo>
                  <a:pt x="1590675" y="171450"/>
                </a:lnTo>
                <a:lnTo>
                  <a:pt x="1590675" y="200025"/>
                </a:lnTo>
                <a:lnTo>
                  <a:pt x="1581150" y="200025"/>
                </a:lnTo>
                <a:lnTo>
                  <a:pt x="1581150" y="180975"/>
                </a:lnTo>
                <a:lnTo>
                  <a:pt x="1571625" y="180975"/>
                </a:lnTo>
                <a:close/>
                <a:moveTo>
                  <a:pt x="666750" y="180975"/>
                </a:moveTo>
                <a:lnTo>
                  <a:pt x="685800" y="180975"/>
                </a:lnTo>
                <a:lnTo>
                  <a:pt x="685800" y="190500"/>
                </a:lnTo>
                <a:lnTo>
                  <a:pt x="676275" y="190500"/>
                </a:lnTo>
                <a:lnTo>
                  <a:pt x="676275" y="209550"/>
                </a:lnTo>
                <a:lnTo>
                  <a:pt x="666750" y="209550"/>
                </a:lnTo>
                <a:close/>
                <a:moveTo>
                  <a:pt x="1638300" y="180975"/>
                </a:moveTo>
                <a:lnTo>
                  <a:pt x="1647825" y="180975"/>
                </a:lnTo>
                <a:lnTo>
                  <a:pt x="1647825" y="190500"/>
                </a:lnTo>
                <a:lnTo>
                  <a:pt x="1638300" y="190500"/>
                </a:lnTo>
                <a:close/>
                <a:moveTo>
                  <a:pt x="295275" y="200025"/>
                </a:moveTo>
                <a:lnTo>
                  <a:pt x="314325" y="200025"/>
                </a:lnTo>
                <a:lnTo>
                  <a:pt x="314325" y="209550"/>
                </a:lnTo>
                <a:lnTo>
                  <a:pt x="304800" y="209550"/>
                </a:lnTo>
                <a:lnTo>
                  <a:pt x="304800" y="219075"/>
                </a:lnTo>
                <a:lnTo>
                  <a:pt x="295275" y="219075"/>
                </a:lnTo>
                <a:close/>
                <a:moveTo>
                  <a:pt x="1190625" y="200025"/>
                </a:moveTo>
                <a:lnTo>
                  <a:pt x="1200150" y="200025"/>
                </a:lnTo>
                <a:lnTo>
                  <a:pt x="1200150" y="219075"/>
                </a:lnTo>
                <a:lnTo>
                  <a:pt x="1190625" y="219075"/>
                </a:lnTo>
                <a:close/>
                <a:moveTo>
                  <a:pt x="1666875" y="200025"/>
                </a:moveTo>
                <a:lnTo>
                  <a:pt x="1695450" y="200025"/>
                </a:lnTo>
                <a:lnTo>
                  <a:pt x="1695450" y="209550"/>
                </a:lnTo>
                <a:lnTo>
                  <a:pt x="1666875" y="209550"/>
                </a:lnTo>
                <a:close/>
                <a:moveTo>
                  <a:pt x="1695450" y="209550"/>
                </a:moveTo>
                <a:lnTo>
                  <a:pt x="1704975" y="209550"/>
                </a:lnTo>
                <a:lnTo>
                  <a:pt x="1704975" y="219075"/>
                </a:lnTo>
                <a:lnTo>
                  <a:pt x="1695450" y="219075"/>
                </a:lnTo>
                <a:close/>
                <a:moveTo>
                  <a:pt x="276225" y="219075"/>
                </a:moveTo>
                <a:lnTo>
                  <a:pt x="295275" y="219075"/>
                </a:lnTo>
                <a:lnTo>
                  <a:pt x="295275" y="247650"/>
                </a:lnTo>
                <a:lnTo>
                  <a:pt x="285750" y="247650"/>
                </a:lnTo>
                <a:lnTo>
                  <a:pt x="285750" y="238125"/>
                </a:lnTo>
                <a:lnTo>
                  <a:pt x="276225" y="238125"/>
                </a:lnTo>
                <a:close/>
                <a:moveTo>
                  <a:pt x="1485900" y="219075"/>
                </a:moveTo>
                <a:lnTo>
                  <a:pt x="1495425" y="219075"/>
                </a:lnTo>
                <a:lnTo>
                  <a:pt x="1495425" y="238125"/>
                </a:lnTo>
                <a:lnTo>
                  <a:pt x="1485900" y="238125"/>
                </a:lnTo>
                <a:close/>
                <a:moveTo>
                  <a:pt x="1704975" y="228600"/>
                </a:moveTo>
                <a:lnTo>
                  <a:pt x="1714500" y="228600"/>
                </a:lnTo>
                <a:lnTo>
                  <a:pt x="1714500" y="238125"/>
                </a:lnTo>
                <a:lnTo>
                  <a:pt x="1704975" y="238125"/>
                </a:lnTo>
                <a:close/>
                <a:moveTo>
                  <a:pt x="1295400" y="238125"/>
                </a:moveTo>
                <a:lnTo>
                  <a:pt x="1314450" y="238125"/>
                </a:lnTo>
                <a:lnTo>
                  <a:pt x="1314450" y="247650"/>
                </a:lnTo>
                <a:lnTo>
                  <a:pt x="1295400" y="247650"/>
                </a:lnTo>
                <a:close/>
                <a:moveTo>
                  <a:pt x="1343025" y="238125"/>
                </a:moveTo>
                <a:lnTo>
                  <a:pt x="1352550" y="238125"/>
                </a:lnTo>
                <a:lnTo>
                  <a:pt x="1352550" y="247650"/>
                </a:lnTo>
                <a:lnTo>
                  <a:pt x="1343025" y="247650"/>
                </a:lnTo>
                <a:close/>
                <a:moveTo>
                  <a:pt x="1285875" y="247650"/>
                </a:moveTo>
                <a:lnTo>
                  <a:pt x="1295400" y="247650"/>
                </a:lnTo>
                <a:lnTo>
                  <a:pt x="1295400" y="257175"/>
                </a:lnTo>
                <a:lnTo>
                  <a:pt x="1285875" y="257175"/>
                </a:lnTo>
                <a:close/>
                <a:moveTo>
                  <a:pt x="1362075" y="247650"/>
                </a:moveTo>
                <a:lnTo>
                  <a:pt x="1371600" y="247650"/>
                </a:lnTo>
                <a:lnTo>
                  <a:pt x="1371600" y="257175"/>
                </a:lnTo>
                <a:lnTo>
                  <a:pt x="1362075" y="257175"/>
                </a:lnTo>
                <a:close/>
                <a:moveTo>
                  <a:pt x="1714500" y="247650"/>
                </a:moveTo>
                <a:lnTo>
                  <a:pt x="1724025" y="247650"/>
                </a:lnTo>
                <a:lnTo>
                  <a:pt x="1724025" y="257175"/>
                </a:lnTo>
                <a:lnTo>
                  <a:pt x="1714500" y="257175"/>
                </a:lnTo>
                <a:close/>
                <a:moveTo>
                  <a:pt x="419100" y="257175"/>
                </a:moveTo>
                <a:lnTo>
                  <a:pt x="438150" y="257175"/>
                </a:lnTo>
                <a:lnTo>
                  <a:pt x="438150" y="266700"/>
                </a:lnTo>
                <a:lnTo>
                  <a:pt x="457200" y="266700"/>
                </a:lnTo>
                <a:lnTo>
                  <a:pt x="457200" y="276225"/>
                </a:lnTo>
                <a:lnTo>
                  <a:pt x="438150" y="276225"/>
                </a:lnTo>
                <a:lnTo>
                  <a:pt x="438150" y="285750"/>
                </a:lnTo>
                <a:lnTo>
                  <a:pt x="419100" y="285750"/>
                </a:lnTo>
                <a:lnTo>
                  <a:pt x="419100" y="276225"/>
                </a:lnTo>
                <a:lnTo>
                  <a:pt x="390525" y="276225"/>
                </a:lnTo>
                <a:lnTo>
                  <a:pt x="390525" y="285750"/>
                </a:lnTo>
                <a:lnTo>
                  <a:pt x="381000" y="285750"/>
                </a:lnTo>
                <a:lnTo>
                  <a:pt x="381000" y="295275"/>
                </a:lnTo>
                <a:lnTo>
                  <a:pt x="361950" y="295275"/>
                </a:lnTo>
                <a:lnTo>
                  <a:pt x="361950" y="285750"/>
                </a:lnTo>
                <a:lnTo>
                  <a:pt x="352425" y="285750"/>
                </a:lnTo>
                <a:lnTo>
                  <a:pt x="352425" y="276225"/>
                </a:lnTo>
                <a:lnTo>
                  <a:pt x="381000" y="276225"/>
                </a:lnTo>
                <a:lnTo>
                  <a:pt x="381000" y="266700"/>
                </a:lnTo>
                <a:lnTo>
                  <a:pt x="419100" y="266700"/>
                </a:lnTo>
                <a:close/>
                <a:moveTo>
                  <a:pt x="304800" y="266700"/>
                </a:moveTo>
                <a:lnTo>
                  <a:pt x="342900" y="266700"/>
                </a:lnTo>
                <a:lnTo>
                  <a:pt x="342900" y="276225"/>
                </a:lnTo>
                <a:lnTo>
                  <a:pt x="333375" y="276225"/>
                </a:lnTo>
                <a:lnTo>
                  <a:pt x="333375" y="285750"/>
                </a:lnTo>
                <a:lnTo>
                  <a:pt x="342900" y="285750"/>
                </a:lnTo>
                <a:lnTo>
                  <a:pt x="342900" y="295275"/>
                </a:lnTo>
                <a:lnTo>
                  <a:pt x="314325" y="295275"/>
                </a:lnTo>
                <a:lnTo>
                  <a:pt x="314325" y="285750"/>
                </a:lnTo>
                <a:lnTo>
                  <a:pt x="295275" y="285750"/>
                </a:lnTo>
                <a:lnTo>
                  <a:pt x="295275" y="276225"/>
                </a:lnTo>
                <a:lnTo>
                  <a:pt x="304800" y="276225"/>
                </a:lnTo>
                <a:close/>
                <a:moveTo>
                  <a:pt x="466725" y="266700"/>
                </a:moveTo>
                <a:lnTo>
                  <a:pt x="476250" y="266700"/>
                </a:lnTo>
                <a:lnTo>
                  <a:pt x="476250" y="276225"/>
                </a:lnTo>
                <a:lnTo>
                  <a:pt x="466725" y="276225"/>
                </a:lnTo>
                <a:close/>
                <a:moveTo>
                  <a:pt x="1724025" y="276225"/>
                </a:moveTo>
                <a:lnTo>
                  <a:pt x="1733550" y="276225"/>
                </a:lnTo>
                <a:lnTo>
                  <a:pt x="1733550" y="295275"/>
                </a:lnTo>
                <a:lnTo>
                  <a:pt x="1724025" y="295275"/>
                </a:lnTo>
                <a:close/>
                <a:moveTo>
                  <a:pt x="704850" y="304800"/>
                </a:moveTo>
                <a:lnTo>
                  <a:pt x="714375" y="304800"/>
                </a:lnTo>
                <a:lnTo>
                  <a:pt x="714375" y="314325"/>
                </a:lnTo>
                <a:lnTo>
                  <a:pt x="704850" y="314325"/>
                </a:lnTo>
                <a:close/>
                <a:moveTo>
                  <a:pt x="723900" y="314325"/>
                </a:moveTo>
                <a:lnTo>
                  <a:pt x="733425" y="314325"/>
                </a:lnTo>
                <a:lnTo>
                  <a:pt x="733425" y="323850"/>
                </a:lnTo>
                <a:lnTo>
                  <a:pt x="723900" y="323850"/>
                </a:lnTo>
                <a:close/>
                <a:moveTo>
                  <a:pt x="771525" y="314325"/>
                </a:moveTo>
                <a:lnTo>
                  <a:pt x="809625" y="314325"/>
                </a:lnTo>
                <a:lnTo>
                  <a:pt x="809625" y="323850"/>
                </a:lnTo>
                <a:lnTo>
                  <a:pt x="790575" y="323850"/>
                </a:lnTo>
                <a:lnTo>
                  <a:pt x="790575" y="333375"/>
                </a:lnTo>
                <a:lnTo>
                  <a:pt x="847725" y="333375"/>
                </a:lnTo>
                <a:lnTo>
                  <a:pt x="847725" y="342900"/>
                </a:lnTo>
                <a:lnTo>
                  <a:pt x="838200" y="342900"/>
                </a:lnTo>
                <a:lnTo>
                  <a:pt x="838200" y="352425"/>
                </a:lnTo>
                <a:lnTo>
                  <a:pt x="857250" y="352425"/>
                </a:lnTo>
                <a:lnTo>
                  <a:pt x="857250" y="361950"/>
                </a:lnTo>
                <a:lnTo>
                  <a:pt x="809625" y="361950"/>
                </a:lnTo>
                <a:lnTo>
                  <a:pt x="809625" y="381000"/>
                </a:lnTo>
                <a:lnTo>
                  <a:pt x="819150" y="381000"/>
                </a:lnTo>
                <a:lnTo>
                  <a:pt x="819150" y="390525"/>
                </a:lnTo>
                <a:lnTo>
                  <a:pt x="847725" y="390525"/>
                </a:lnTo>
                <a:lnTo>
                  <a:pt x="847725" y="409575"/>
                </a:lnTo>
                <a:lnTo>
                  <a:pt x="838200" y="409575"/>
                </a:lnTo>
                <a:lnTo>
                  <a:pt x="838200" y="419100"/>
                </a:lnTo>
                <a:lnTo>
                  <a:pt x="790575" y="419100"/>
                </a:lnTo>
                <a:lnTo>
                  <a:pt x="790575" y="428625"/>
                </a:lnTo>
                <a:lnTo>
                  <a:pt x="733425" y="428625"/>
                </a:lnTo>
                <a:lnTo>
                  <a:pt x="733425" y="438150"/>
                </a:lnTo>
                <a:lnTo>
                  <a:pt x="704850" y="438150"/>
                </a:lnTo>
                <a:lnTo>
                  <a:pt x="704850" y="428625"/>
                </a:lnTo>
                <a:lnTo>
                  <a:pt x="714375" y="428625"/>
                </a:lnTo>
                <a:lnTo>
                  <a:pt x="714375" y="419100"/>
                </a:lnTo>
                <a:lnTo>
                  <a:pt x="695325" y="419100"/>
                </a:lnTo>
                <a:lnTo>
                  <a:pt x="695325" y="409575"/>
                </a:lnTo>
                <a:lnTo>
                  <a:pt x="704850" y="409575"/>
                </a:lnTo>
                <a:lnTo>
                  <a:pt x="704850" y="400050"/>
                </a:lnTo>
                <a:lnTo>
                  <a:pt x="714375" y="400050"/>
                </a:lnTo>
                <a:lnTo>
                  <a:pt x="714375" y="409575"/>
                </a:lnTo>
                <a:lnTo>
                  <a:pt x="723900" y="409575"/>
                </a:lnTo>
                <a:lnTo>
                  <a:pt x="723900" y="390525"/>
                </a:lnTo>
                <a:lnTo>
                  <a:pt x="714375" y="390525"/>
                </a:lnTo>
                <a:lnTo>
                  <a:pt x="714375" y="381000"/>
                </a:lnTo>
                <a:lnTo>
                  <a:pt x="723900" y="381000"/>
                </a:lnTo>
                <a:lnTo>
                  <a:pt x="723900" y="371475"/>
                </a:lnTo>
                <a:lnTo>
                  <a:pt x="714375" y="371475"/>
                </a:lnTo>
                <a:lnTo>
                  <a:pt x="714375" y="361950"/>
                </a:lnTo>
                <a:lnTo>
                  <a:pt x="723900" y="361950"/>
                </a:lnTo>
                <a:lnTo>
                  <a:pt x="723900" y="371475"/>
                </a:lnTo>
                <a:lnTo>
                  <a:pt x="733425" y="371475"/>
                </a:lnTo>
                <a:lnTo>
                  <a:pt x="733425" y="352425"/>
                </a:lnTo>
                <a:lnTo>
                  <a:pt x="742950" y="352425"/>
                </a:lnTo>
                <a:lnTo>
                  <a:pt x="742950" y="342900"/>
                </a:lnTo>
                <a:lnTo>
                  <a:pt x="762000" y="342900"/>
                </a:lnTo>
                <a:lnTo>
                  <a:pt x="762000" y="333375"/>
                </a:lnTo>
                <a:lnTo>
                  <a:pt x="781050" y="333375"/>
                </a:lnTo>
                <a:lnTo>
                  <a:pt x="781050" y="323850"/>
                </a:lnTo>
                <a:lnTo>
                  <a:pt x="771525" y="323850"/>
                </a:lnTo>
                <a:close/>
                <a:moveTo>
                  <a:pt x="828675" y="314325"/>
                </a:moveTo>
                <a:lnTo>
                  <a:pt x="866775" y="314325"/>
                </a:lnTo>
                <a:lnTo>
                  <a:pt x="866775" y="323850"/>
                </a:lnTo>
                <a:lnTo>
                  <a:pt x="828675" y="323850"/>
                </a:lnTo>
                <a:close/>
                <a:moveTo>
                  <a:pt x="114300" y="323850"/>
                </a:moveTo>
                <a:lnTo>
                  <a:pt x="123825" y="323850"/>
                </a:lnTo>
                <a:lnTo>
                  <a:pt x="123825" y="485775"/>
                </a:lnTo>
                <a:lnTo>
                  <a:pt x="142875" y="485775"/>
                </a:lnTo>
                <a:lnTo>
                  <a:pt x="142875" y="495300"/>
                </a:lnTo>
                <a:lnTo>
                  <a:pt x="161925" y="495300"/>
                </a:lnTo>
                <a:lnTo>
                  <a:pt x="161925" y="466725"/>
                </a:lnTo>
                <a:lnTo>
                  <a:pt x="152400" y="466725"/>
                </a:lnTo>
                <a:lnTo>
                  <a:pt x="152400" y="438150"/>
                </a:lnTo>
                <a:lnTo>
                  <a:pt x="161925" y="438150"/>
                </a:lnTo>
                <a:lnTo>
                  <a:pt x="161925" y="419100"/>
                </a:lnTo>
                <a:lnTo>
                  <a:pt x="171450" y="419100"/>
                </a:lnTo>
                <a:lnTo>
                  <a:pt x="171450" y="409575"/>
                </a:lnTo>
                <a:lnTo>
                  <a:pt x="180975" y="409575"/>
                </a:lnTo>
                <a:lnTo>
                  <a:pt x="180975" y="400050"/>
                </a:lnTo>
                <a:lnTo>
                  <a:pt x="228600" y="400050"/>
                </a:lnTo>
                <a:lnTo>
                  <a:pt x="228600" y="409575"/>
                </a:lnTo>
                <a:lnTo>
                  <a:pt x="209550" y="409575"/>
                </a:lnTo>
                <a:lnTo>
                  <a:pt x="209550" y="419100"/>
                </a:lnTo>
                <a:lnTo>
                  <a:pt x="200025" y="419100"/>
                </a:lnTo>
                <a:lnTo>
                  <a:pt x="200025" y="428625"/>
                </a:lnTo>
                <a:lnTo>
                  <a:pt x="190500" y="428625"/>
                </a:lnTo>
                <a:lnTo>
                  <a:pt x="190500" y="438150"/>
                </a:lnTo>
                <a:lnTo>
                  <a:pt x="180975" y="438150"/>
                </a:lnTo>
                <a:lnTo>
                  <a:pt x="180975" y="476250"/>
                </a:lnTo>
                <a:lnTo>
                  <a:pt x="190500" y="476250"/>
                </a:lnTo>
                <a:lnTo>
                  <a:pt x="190500" y="495300"/>
                </a:lnTo>
                <a:lnTo>
                  <a:pt x="180975" y="495300"/>
                </a:lnTo>
                <a:lnTo>
                  <a:pt x="180975" y="485775"/>
                </a:lnTo>
                <a:lnTo>
                  <a:pt x="171450" y="485775"/>
                </a:lnTo>
                <a:lnTo>
                  <a:pt x="171450" y="495300"/>
                </a:lnTo>
                <a:lnTo>
                  <a:pt x="180975" y="495300"/>
                </a:lnTo>
                <a:lnTo>
                  <a:pt x="180975" y="523875"/>
                </a:lnTo>
                <a:lnTo>
                  <a:pt x="190500" y="523875"/>
                </a:lnTo>
                <a:lnTo>
                  <a:pt x="190500" y="542925"/>
                </a:lnTo>
                <a:lnTo>
                  <a:pt x="180975" y="542925"/>
                </a:lnTo>
                <a:lnTo>
                  <a:pt x="180975" y="533400"/>
                </a:lnTo>
                <a:lnTo>
                  <a:pt x="161925" y="533400"/>
                </a:lnTo>
                <a:lnTo>
                  <a:pt x="161925" y="523875"/>
                </a:lnTo>
                <a:lnTo>
                  <a:pt x="152400" y="523875"/>
                </a:lnTo>
                <a:lnTo>
                  <a:pt x="152400" y="504825"/>
                </a:lnTo>
                <a:lnTo>
                  <a:pt x="114300" y="504825"/>
                </a:lnTo>
                <a:close/>
                <a:moveTo>
                  <a:pt x="857250" y="333375"/>
                </a:moveTo>
                <a:lnTo>
                  <a:pt x="895350" y="333375"/>
                </a:lnTo>
                <a:lnTo>
                  <a:pt x="895350" y="342900"/>
                </a:lnTo>
                <a:lnTo>
                  <a:pt x="904875" y="342900"/>
                </a:lnTo>
                <a:lnTo>
                  <a:pt x="904875" y="361950"/>
                </a:lnTo>
                <a:lnTo>
                  <a:pt x="866775" y="361950"/>
                </a:lnTo>
                <a:lnTo>
                  <a:pt x="866775" y="342900"/>
                </a:lnTo>
                <a:lnTo>
                  <a:pt x="857250" y="342900"/>
                </a:lnTo>
                <a:close/>
                <a:moveTo>
                  <a:pt x="942975" y="333375"/>
                </a:moveTo>
                <a:lnTo>
                  <a:pt x="971550" y="333375"/>
                </a:lnTo>
                <a:lnTo>
                  <a:pt x="971550" y="342900"/>
                </a:lnTo>
                <a:lnTo>
                  <a:pt x="962025" y="342900"/>
                </a:lnTo>
                <a:lnTo>
                  <a:pt x="962025" y="352425"/>
                </a:lnTo>
                <a:lnTo>
                  <a:pt x="942975" y="352425"/>
                </a:lnTo>
                <a:lnTo>
                  <a:pt x="942975" y="361950"/>
                </a:lnTo>
                <a:lnTo>
                  <a:pt x="914400" y="361950"/>
                </a:lnTo>
                <a:lnTo>
                  <a:pt x="914400" y="352425"/>
                </a:lnTo>
                <a:lnTo>
                  <a:pt x="923925" y="352425"/>
                </a:lnTo>
                <a:lnTo>
                  <a:pt x="923925" y="342900"/>
                </a:lnTo>
                <a:lnTo>
                  <a:pt x="942975" y="342900"/>
                </a:lnTo>
                <a:close/>
                <a:moveTo>
                  <a:pt x="533400" y="361950"/>
                </a:moveTo>
                <a:lnTo>
                  <a:pt x="542925" y="361950"/>
                </a:lnTo>
                <a:lnTo>
                  <a:pt x="542925" y="390525"/>
                </a:lnTo>
                <a:lnTo>
                  <a:pt x="533400" y="390525"/>
                </a:lnTo>
                <a:close/>
                <a:moveTo>
                  <a:pt x="600075" y="361950"/>
                </a:moveTo>
                <a:lnTo>
                  <a:pt x="619125" y="361950"/>
                </a:lnTo>
                <a:lnTo>
                  <a:pt x="619125" y="371475"/>
                </a:lnTo>
                <a:lnTo>
                  <a:pt x="600075" y="371475"/>
                </a:lnTo>
                <a:close/>
                <a:moveTo>
                  <a:pt x="133350" y="371475"/>
                </a:moveTo>
                <a:lnTo>
                  <a:pt x="142875" y="371475"/>
                </a:lnTo>
                <a:lnTo>
                  <a:pt x="142875" y="390525"/>
                </a:lnTo>
                <a:lnTo>
                  <a:pt x="133350" y="390525"/>
                </a:lnTo>
                <a:close/>
                <a:moveTo>
                  <a:pt x="762000" y="390525"/>
                </a:moveTo>
                <a:lnTo>
                  <a:pt x="771525" y="390525"/>
                </a:lnTo>
                <a:lnTo>
                  <a:pt x="771525" y="381000"/>
                </a:lnTo>
                <a:lnTo>
                  <a:pt x="762000" y="381000"/>
                </a:lnTo>
                <a:close/>
                <a:moveTo>
                  <a:pt x="590550" y="400050"/>
                </a:moveTo>
                <a:lnTo>
                  <a:pt x="619125" y="400050"/>
                </a:lnTo>
                <a:lnTo>
                  <a:pt x="619125" y="409575"/>
                </a:lnTo>
                <a:lnTo>
                  <a:pt x="666750" y="409575"/>
                </a:lnTo>
                <a:lnTo>
                  <a:pt x="666750" y="419100"/>
                </a:lnTo>
                <a:lnTo>
                  <a:pt x="676275" y="419100"/>
                </a:lnTo>
                <a:lnTo>
                  <a:pt x="676275" y="428625"/>
                </a:lnTo>
                <a:lnTo>
                  <a:pt x="647700" y="428625"/>
                </a:lnTo>
                <a:lnTo>
                  <a:pt x="647700" y="419100"/>
                </a:lnTo>
                <a:lnTo>
                  <a:pt x="628650" y="419100"/>
                </a:lnTo>
                <a:lnTo>
                  <a:pt x="628650" y="428625"/>
                </a:lnTo>
                <a:lnTo>
                  <a:pt x="600075" y="428625"/>
                </a:lnTo>
                <a:lnTo>
                  <a:pt x="600075" y="419100"/>
                </a:lnTo>
                <a:lnTo>
                  <a:pt x="590550" y="419100"/>
                </a:lnTo>
                <a:close/>
                <a:moveTo>
                  <a:pt x="1733550" y="409575"/>
                </a:moveTo>
                <a:lnTo>
                  <a:pt x="1743075" y="409575"/>
                </a:lnTo>
                <a:lnTo>
                  <a:pt x="1743075" y="438150"/>
                </a:lnTo>
                <a:lnTo>
                  <a:pt x="1733550" y="438150"/>
                </a:lnTo>
                <a:close/>
                <a:moveTo>
                  <a:pt x="523875" y="428625"/>
                </a:moveTo>
                <a:lnTo>
                  <a:pt x="533400" y="428625"/>
                </a:lnTo>
                <a:lnTo>
                  <a:pt x="533400" y="438150"/>
                </a:lnTo>
                <a:lnTo>
                  <a:pt x="523875" y="438150"/>
                </a:lnTo>
                <a:close/>
                <a:moveTo>
                  <a:pt x="790575" y="428625"/>
                </a:moveTo>
                <a:lnTo>
                  <a:pt x="800100" y="428625"/>
                </a:lnTo>
                <a:lnTo>
                  <a:pt x="800100" y="438150"/>
                </a:lnTo>
                <a:lnTo>
                  <a:pt x="790575" y="438150"/>
                </a:lnTo>
                <a:close/>
                <a:moveTo>
                  <a:pt x="295275" y="466725"/>
                </a:moveTo>
                <a:lnTo>
                  <a:pt x="304800" y="466725"/>
                </a:lnTo>
                <a:lnTo>
                  <a:pt x="304800" y="476250"/>
                </a:lnTo>
                <a:lnTo>
                  <a:pt x="295275" y="476250"/>
                </a:lnTo>
                <a:close/>
                <a:moveTo>
                  <a:pt x="981075" y="466725"/>
                </a:moveTo>
                <a:lnTo>
                  <a:pt x="990600" y="466725"/>
                </a:lnTo>
                <a:lnTo>
                  <a:pt x="990600" y="476250"/>
                </a:lnTo>
                <a:lnTo>
                  <a:pt x="981075" y="476250"/>
                </a:lnTo>
                <a:close/>
                <a:moveTo>
                  <a:pt x="314325" y="485775"/>
                </a:moveTo>
                <a:lnTo>
                  <a:pt x="323850" y="485775"/>
                </a:lnTo>
                <a:lnTo>
                  <a:pt x="323850" y="495300"/>
                </a:lnTo>
                <a:lnTo>
                  <a:pt x="314325" y="495300"/>
                </a:lnTo>
                <a:close/>
                <a:moveTo>
                  <a:pt x="704850" y="485775"/>
                </a:moveTo>
                <a:lnTo>
                  <a:pt x="723900" y="485775"/>
                </a:lnTo>
                <a:lnTo>
                  <a:pt x="723900" y="495300"/>
                </a:lnTo>
                <a:lnTo>
                  <a:pt x="704850" y="495300"/>
                </a:lnTo>
                <a:close/>
                <a:moveTo>
                  <a:pt x="1733550" y="514350"/>
                </a:moveTo>
                <a:lnTo>
                  <a:pt x="1743075" y="514350"/>
                </a:lnTo>
                <a:lnTo>
                  <a:pt x="1743075" y="552450"/>
                </a:lnTo>
                <a:lnTo>
                  <a:pt x="1733550" y="552450"/>
                </a:lnTo>
                <a:close/>
                <a:moveTo>
                  <a:pt x="161925" y="561975"/>
                </a:moveTo>
                <a:lnTo>
                  <a:pt x="180975" y="561975"/>
                </a:lnTo>
                <a:lnTo>
                  <a:pt x="180975" y="571500"/>
                </a:lnTo>
                <a:lnTo>
                  <a:pt x="161925" y="571500"/>
                </a:lnTo>
                <a:close/>
                <a:moveTo>
                  <a:pt x="1733550" y="600075"/>
                </a:moveTo>
                <a:lnTo>
                  <a:pt x="1743075" y="600075"/>
                </a:lnTo>
                <a:lnTo>
                  <a:pt x="1743075" y="609600"/>
                </a:lnTo>
                <a:lnTo>
                  <a:pt x="1733550" y="609600"/>
                </a:lnTo>
                <a:close/>
                <a:moveTo>
                  <a:pt x="1733550" y="647700"/>
                </a:moveTo>
                <a:lnTo>
                  <a:pt x="1743075" y="647700"/>
                </a:lnTo>
                <a:lnTo>
                  <a:pt x="1743075" y="704850"/>
                </a:lnTo>
                <a:lnTo>
                  <a:pt x="1733550" y="704850"/>
                </a:lnTo>
                <a:close/>
                <a:moveTo>
                  <a:pt x="114300" y="657225"/>
                </a:moveTo>
                <a:lnTo>
                  <a:pt x="123825" y="657225"/>
                </a:lnTo>
                <a:lnTo>
                  <a:pt x="123825" y="666750"/>
                </a:lnTo>
                <a:lnTo>
                  <a:pt x="114300" y="666750"/>
                </a:lnTo>
                <a:close/>
                <a:moveTo>
                  <a:pt x="133350" y="657225"/>
                </a:moveTo>
                <a:lnTo>
                  <a:pt x="142875" y="657225"/>
                </a:lnTo>
                <a:lnTo>
                  <a:pt x="142875" y="676275"/>
                </a:lnTo>
                <a:lnTo>
                  <a:pt x="133350" y="676275"/>
                </a:lnTo>
                <a:lnTo>
                  <a:pt x="133350" y="685800"/>
                </a:lnTo>
                <a:lnTo>
                  <a:pt x="123825" y="685800"/>
                </a:lnTo>
                <a:lnTo>
                  <a:pt x="123825" y="666750"/>
                </a:lnTo>
                <a:lnTo>
                  <a:pt x="133350" y="666750"/>
                </a:lnTo>
                <a:close/>
                <a:moveTo>
                  <a:pt x="142875" y="685800"/>
                </a:moveTo>
                <a:lnTo>
                  <a:pt x="152400" y="685800"/>
                </a:lnTo>
                <a:lnTo>
                  <a:pt x="152400" y="695325"/>
                </a:lnTo>
                <a:lnTo>
                  <a:pt x="142875" y="695325"/>
                </a:lnTo>
                <a:close/>
                <a:moveTo>
                  <a:pt x="523875" y="685800"/>
                </a:moveTo>
                <a:lnTo>
                  <a:pt x="609600" y="685800"/>
                </a:lnTo>
                <a:lnTo>
                  <a:pt x="609600" y="704850"/>
                </a:lnTo>
                <a:lnTo>
                  <a:pt x="581025" y="704850"/>
                </a:lnTo>
                <a:lnTo>
                  <a:pt x="581025" y="714375"/>
                </a:lnTo>
                <a:lnTo>
                  <a:pt x="571500" y="714375"/>
                </a:lnTo>
                <a:lnTo>
                  <a:pt x="571500" y="704850"/>
                </a:lnTo>
                <a:lnTo>
                  <a:pt x="523875" y="704850"/>
                </a:lnTo>
                <a:close/>
                <a:moveTo>
                  <a:pt x="628650" y="685800"/>
                </a:moveTo>
                <a:lnTo>
                  <a:pt x="742950" y="685800"/>
                </a:lnTo>
                <a:lnTo>
                  <a:pt x="742950" y="714375"/>
                </a:lnTo>
                <a:lnTo>
                  <a:pt x="733425" y="714375"/>
                </a:lnTo>
                <a:lnTo>
                  <a:pt x="733425" y="704850"/>
                </a:lnTo>
                <a:lnTo>
                  <a:pt x="628650" y="704850"/>
                </a:lnTo>
                <a:close/>
                <a:moveTo>
                  <a:pt x="762000" y="685800"/>
                </a:moveTo>
                <a:lnTo>
                  <a:pt x="790575" y="685800"/>
                </a:lnTo>
                <a:lnTo>
                  <a:pt x="790575" y="704850"/>
                </a:lnTo>
                <a:lnTo>
                  <a:pt x="762000" y="704850"/>
                </a:lnTo>
                <a:close/>
                <a:moveTo>
                  <a:pt x="819150" y="685800"/>
                </a:moveTo>
                <a:lnTo>
                  <a:pt x="828675" y="685800"/>
                </a:lnTo>
                <a:lnTo>
                  <a:pt x="828675" y="704850"/>
                </a:lnTo>
                <a:lnTo>
                  <a:pt x="819150" y="704850"/>
                </a:lnTo>
                <a:close/>
                <a:moveTo>
                  <a:pt x="847725" y="685800"/>
                </a:moveTo>
                <a:lnTo>
                  <a:pt x="981075" y="685800"/>
                </a:lnTo>
                <a:lnTo>
                  <a:pt x="981075" y="704850"/>
                </a:lnTo>
                <a:lnTo>
                  <a:pt x="847725" y="704850"/>
                </a:lnTo>
                <a:close/>
                <a:moveTo>
                  <a:pt x="1009650" y="685800"/>
                </a:moveTo>
                <a:lnTo>
                  <a:pt x="1038225" y="685800"/>
                </a:lnTo>
                <a:lnTo>
                  <a:pt x="1038225" y="704850"/>
                </a:lnTo>
                <a:lnTo>
                  <a:pt x="1009650" y="704850"/>
                </a:lnTo>
                <a:close/>
                <a:moveTo>
                  <a:pt x="1057275" y="685800"/>
                </a:moveTo>
                <a:lnTo>
                  <a:pt x="1085850" y="685800"/>
                </a:lnTo>
                <a:lnTo>
                  <a:pt x="1085850" y="704850"/>
                </a:lnTo>
                <a:lnTo>
                  <a:pt x="1057275" y="704850"/>
                </a:lnTo>
                <a:close/>
                <a:moveTo>
                  <a:pt x="1143000" y="685800"/>
                </a:moveTo>
                <a:lnTo>
                  <a:pt x="1200150" y="685800"/>
                </a:lnTo>
                <a:lnTo>
                  <a:pt x="1200150" y="704850"/>
                </a:lnTo>
                <a:lnTo>
                  <a:pt x="1143000" y="704850"/>
                </a:lnTo>
                <a:close/>
                <a:moveTo>
                  <a:pt x="1219200" y="685800"/>
                </a:moveTo>
                <a:lnTo>
                  <a:pt x="1304925" y="685800"/>
                </a:lnTo>
                <a:lnTo>
                  <a:pt x="1304925" y="704850"/>
                </a:lnTo>
                <a:lnTo>
                  <a:pt x="1219200" y="704850"/>
                </a:lnTo>
                <a:close/>
                <a:moveTo>
                  <a:pt x="1333500" y="685800"/>
                </a:moveTo>
                <a:lnTo>
                  <a:pt x="1724025" y="685800"/>
                </a:lnTo>
                <a:lnTo>
                  <a:pt x="1724025" y="704850"/>
                </a:lnTo>
                <a:lnTo>
                  <a:pt x="1333500" y="704850"/>
                </a:lnTo>
                <a:close/>
                <a:moveTo>
                  <a:pt x="504825" y="695325"/>
                </a:moveTo>
                <a:lnTo>
                  <a:pt x="514350" y="695325"/>
                </a:lnTo>
                <a:lnTo>
                  <a:pt x="514350" y="704850"/>
                </a:lnTo>
                <a:lnTo>
                  <a:pt x="504825" y="704850"/>
                </a:lnTo>
                <a:close/>
                <a:moveTo>
                  <a:pt x="142875" y="704850"/>
                </a:moveTo>
                <a:lnTo>
                  <a:pt x="161925" y="704850"/>
                </a:lnTo>
                <a:lnTo>
                  <a:pt x="161925" y="714375"/>
                </a:lnTo>
                <a:lnTo>
                  <a:pt x="152400" y="714375"/>
                </a:lnTo>
                <a:lnTo>
                  <a:pt x="152400" y="733425"/>
                </a:lnTo>
                <a:lnTo>
                  <a:pt x="161925" y="733425"/>
                </a:lnTo>
                <a:lnTo>
                  <a:pt x="161925" y="771525"/>
                </a:lnTo>
                <a:lnTo>
                  <a:pt x="142875" y="771525"/>
                </a:lnTo>
                <a:lnTo>
                  <a:pt x="142875" y="800100"/>
                </a:lnTo>
                <a:lnTo>
                  <a:pt x="152400" y="800100"/>
                </a:lnTo>
                <a:lnTo>
                  <a:pt x="152400" y="781050"/>
                </a:lnTo>
                <a:lnTo>
                  <a:pt x="161925" y="781050"/>
                </a:lnTo>
                <a:lnTo>
                  <a:pt x="161925" y="800100"/>
                </a:lnTo>
                <a:lnTo>
                  <a:pt x="152400" y="800100"/>
                </a:lnTo>
                <a:lnTo>
                  <a:pt x="152400" y="809625"/>
                </a:lnTo>
                <a:lnTo>
                  <a:pt x="142875" y="809625"/>
                </a:lnTo>
                <a:lnTo>
                  <a:pt x="142875" y="819150"/>
                </a:lnTo>
                <a:lnTo>
                  <a:pt x="133350" y="819150"/>
                </a:lnTo>
                <a:lnTo>
                  <a:pt x="133350" y="838200"/>
                </a:lnTo>
                <a:lnTo>
                  <a:pt x="152400" y="838200"/>
                </a:lnTo>
                <a:lnTo>
                  <a:pt x="152400" y="847725"/>
                </a:lnTo>
                <a:lnTo>
                  <a:pt x="161925" y="847725"/>
                </a:lnTo>
                <a:lnTo>
                  <a:pt x="161925" y="1019175"/>
                </a:lnTo>
                <a:lnTo>
                  <a:pt x="152400" y="1019175"/>
                </a:lnTo>
                <a:lnTo>
                  <a:pt x="152400" y="981075"/>
                </a:lnTo>
                <a:lnTo>
                  <a:pt x="142875" y="981075"/>
                </a:lnTo>
                <a:lnTo>
                  <a:pt x="142875" y="952500"/>
                </a:lnTo>
                <a:lnTo>
                  <a:pt x="123825" y="952500"/>
                </a:lnTo>
                <a:lnTo>
                  <a:pt x="123825" y="904875"/>
                </a:lnTo>
                <a:lnTo>
                  <a:pt x="114300" y="904875"/>
                </a:lnTo>
                <a:lnTo>
                  <a:pt x="114300" y="885825"/>
                </a:lnTo>
                <a:lnTo>
                  <a:pt x="123825" y="885825"/>
                </a:lnTo>
                <a:lnTo>
                  <a:pt x="123825" y="809625"/>
                </a:lnTo>
                <a:lnTo>
                  <a:pt x="114300" y="809625"/>
                </a:lnTo>
                <a:lnTo>
                  <a:pt x="114300" y="762000"/>
                </a:lnTo>
                <a:lnTo>
                  <a:pt x="123825" y="762000"/>
                </a:lnTo>
                <a:lnTo>
                  <a:pt x="123825" y="723900"/>
                </a:lnTo>
                <a:lnTo>
                  <a:pt x="133350" y="723900"/>
                </a:lnTo>
                <a:lnTo>
                  <a:pt x="133350" y="733425"/>
                </a:lnTo>
                <a:lnTo>
                  <a:pt x="142875" y="733425"/>
                </a:lnTo>
                <a:close/>
                <a:moveTo>
                  <a:pt x="1733550" y="723900"/>
                </a:moveTo>
                <a:lnTo>
                  <a:pt x="1743075" y="723900"/>
                </a:lnTo>
                <a:lnTo>
                  <a:pt x="1743075" y="742950"/>
                </a:lnTo>
                <a:lnTo>
                  <a:pt x="1733550" y="742950"/>
                </a:lnTo>
                <a:close/>
                <a:moveTo>
                  <a:pt x="552450" y="733425"/>
                </a:moveTo>
                <a:lnTo>
                  <a:pt x="561975" y="733425"/>
                </a:lnTo>
                <a:lnTo>
                  <a:pt x="561975" y="742950"/>
                </a:lnTo>
                <a:lnTo>
                  <a:pt x="552450" y="742950"/>
                </a:lnTo>
                <a:close/>
                <a:moveTo>
                  <a:pt x="561975" y="742950"/>
                </a:moveTo>
                <a:lnTo>
                  <a:pt x="571500" y="742950"/>
                </a:lnTo>
                <a:lnTo>
                  <a:pt x="571500" y="752475"/>
                </a:lnTo>
                <a:lnTo>
                  <a:pt x="561975" y="752475"/>
                </a:lnTo>
                <a:close/>
                <a:moveTo>
                  <a:pt x="1733550" y="781050"/>
                </a:moveTo>
                <a:lnTo>
                  <a:pt x="1743075" y="781050"/>
                </a:lnTo>
                <a:lnTo>
                  <a:pt x="1743075" y="1038225"/>
                </a:lnTo>
                <a:lnTo>
                  <a:pt x="1733550" y="1038225"/>
                </a:lnTo>
                <a:lnTo>
                  <a:pt x="1733550" y="1028700"/>
                </a:lnTo>
                <a:lnTo>
                  <a:pt x="1714500" y="1028700"/>
                </a:lnTo>
                <a:lnTo>
                  <a:pt x="1714500" y="1019175"/>
                </a:lnTo>
                <a:lnTo>
                  <a:pt x="1704975" y="1019175"/>
                </a:lnTo>
                <a:lnTo>
                  <a:pt x="1704975" y="1009650"/>
                </a:lnTo>
                <a:lnTo>
                  <a:pt x="1714500" y="1009650"/>
                </a:lnTo>
                <a:lnTo>
                  <a:pt x="1714500" y="990600"/>
                </a:lnTo>
                <a:lnTo>
                  <a:pt x="1733550" y="990600"/>
                </a:lnTo>
                <a:lnTo>
                  <a:pt x="1733550" y="981075"/>
                </a:lnTo>
                <a:lnTo>
                  <a:pt x="1714500" y="981075"/>
                </a:lnTo>
                <a:lnTo>
                  <a:pt x="1714500" y="971550"/>
                </a:lnTo>
                <a:lnTo>
                  <a:pt x="1447800" y="971550"/>
                </a:lnTo>
                <a:lnTo>
                  <a:pt x="1447800" y="952500"/>
                </a:lnTo>
                <a:lnTo>
                  <a:pt x="1666875" y="952500"/>
                </a:lnTo>
                <a:lnTo>
                  <a:pt x="1666875" y="942975"/>
                </a:lnTo>
                <a:lnTo>
                  <a:pt x="1695450" y="942975"/>
                </a:lnTo>
                <a:lnTo>
                  <a:pt x="1695450" y="933450"/>
                </a:lnTo>
                <a:lnTo>
                  <a:pt x="1676400" y="933450"/>
                </a:lnTo>
                <a:lnTo>
                  <a:pt x="1676400" y="923925"/>
                </a:lnTo>
                <a:lnTo>
                  <a:pt x="1714500" y="923925"/>
                </a:lnTo>
                <a:lnTo>
                  <a:pt x="1714500" y="914400"/>
                </a:lnTo>
                <a:lnTo>
                  <a:pt x="1733550" y="914400"/>
                </a:lnTo>
                <a:close/>
                <a:moveTo>
                  <a:pt x="123825" y="800100"/>
                </a:moveTo>
                <a:lnTo>
                  <a:pt x="133350" y="800100"/>
                </a:lnTo>
                <a:lnTo>
                  <a:pt x="133350" y="781050"/>
                </a:lnTo>
                <a:lnTo>
                  <a:pt x="123825" y="781050"/>
                </a:lnTo>
                <a:close/>
                <a:moveTo>
                  <a:pt x="400050" y="800100"/>
                </a:moveTo>
                <a:lnTo>
                  <a:pt x="419100" y="800100"/>
                </a:lnTo>
                <a:lnTo>
                  <a:pt x="419100" y="809625"/>
                </a:lnTo>
                <a:lnTo>
                  <a:pt x="400050" y="809625"/>
                </a:lnTo>
                <a:close/>
                <a:moveTo>
                  <a:pt x="638175" y="800100"/>
                </a:moveTo>
                <a:lnTo>
                  <a:pt x="647700" y="800100"/>
                </a:lnTo>
                <a:lnTo>
                  <a:pt x="647700" y="809625"/>
                </a:lnTo>
                <a:lnTo>
                  <a:pt x="638175" y="809625"/>
                </a:lnTo>
                <a:close/>
                <a:moveTo>
                  <a:pt x="676275" y="800100"/>
                </a:moveTo>
                <a:lnTo>
                  <a:pt x="704850" y="800100"/>
                </a:lnTo>
                <a:lnTo>
                  <a:pt x="704850" y="819150"/>
                </a:lnTo>
                <a:lnTo>
                  <a:pt x="723900" y="819150"/>
                </a:lnTo>
                <a:lnTo>
                  <a:pt x="723900" y="828675"/>
                </a:lnTo>
                <a:lnTo>
                  <a:pt x="666750" y="828675"/>
                </a:lnTo>
                <a:lnTo>
                  <a:pt x="666750" y="819150"/>
                </a:lnTo>
                <a:lnTo>
                  <a:pt x="676275" y="819150"/>
                </a:lnTo>
                <a:close/>
                <a:moveTo>
                  <a:pt x="762000" y="819150"/>
                </a:moveTo>
                <a:lnTo>
                  <a:pt x="781050" y="819150"/>
                </a:lnTo>
                <a:lnTo>
                  <a:pt x="781050" y="838200"/>
                </a:lnTo>
                <a:lnTo>
                  <a:pt x="762000" y="838200"/>
                </a:lnTo>
                <a:close/>
                <a:moveTo>
                  <a:pt x="1019175" y="819150"/>
                </a:moveTo>
                <a:lnTo>
                  <a:pt x="1038225" y="819150"/>
                </a:lnTo>
                <a:lnTo>
                  <a:pt x="1038225" y="838200"/>
                </a:lnTo>
                <a:lnTo>
                  <a:pt x="1019175" y="838200"/>
                </a:lnTo>
                <a:close/>
                <a:moveTo>
                  <a:pt x="1047750" y="819150"/>
                </a:moveTo>
                <a:lnTo>
                  <a:pt x="1085850" y="819150"/>
                </a:lnTo>
                <a:lnTo>
                  <a:pt x="1085850" y="838200"/>
                </a:lnTo>
                <a:lnTo>
                  <a:pt x="1047750" y="838200"/>
                </a:lnTo>
                <a:close/>
                <a:moveTo>
                  <a:pt x="1104900" y="819150"/>
                </a:moveTo>
                <a:lnTo>
                  <a:pt x="1123950" y="819150"/>
                </a:lnTo>
                <a:lnTo>
                  <a:pt x="1123950" y="838200"/>
                </a:lnTo>
                <a:lnTo>
                  <a:pt x="1104900" y="838200"/>
                </a:lnTo>
                <a:close/>
                <a:moveTo>
                  <a:pt x="1143000" y="819150"/>
                </a:moveTo>
                <a:lnTo>
                  <a:pt x="1476375" y="819150"/>
                </a:lnTo>
                <a:lnTo>
                  <a:pt x="1476375" y="838200"/>
                </a:lnTo>
                <a:lnTo>
                  <a:pt x="1143000" y="838200"/>
                </a:lnTo>
                <a:close/>
                <a:moveTo>
                  <a:pt x="1504950" y="819150"/>
                </a:moveTo>
                <a:lnTo>
                  <a:pt x="1524000" y="819150"/>
                </a:lnTo>
                <a:lnTo>
                  <a:pt x="1524000" y="838200"/>
                </a:lnTo>
                <a:lnTo>
                  <a:pt x="1504950" y="838200"/>
                </a:lnTo>
                <a:close/>
                <a:moveTo>
                  <a:pt x="1543050" y="819150"/>
                </a:moveTo>
                <a:lnTo>
                  <a:pt x="1685925" y="819150"/>
                </a:lnTo>
                <a:lnTo>
                  <a:pt x="1685925" y="838200"/>
                </a:lnTo>
                <a:lnTo>
                  <a:pt x="1543050" y="838200"/>
                </a:lnTo>
                <a:close/>
                <a:moveTo>
                  <a:pt x="1714500" y="819150"/>
                </a:moveTo>
                <a:lnTo>
                  <a:pt x="1724025" y="819150"/>
                </a:lnTo>
                <a:lnTo>
                  <a:pt x="1724025" y="838200"/>
                </a:lnTo>
                <a:lnTo>
                  <a:pt x="1714500" y="838200"/>
                </a:lnTo>
                <a:close/>
                <a:moveTo>
                  <a:pt x="133350" y="857250"/>
                </a:moveTo>
                <a:lnTo>
                  <a:pt x="142875" y="857250"/>
                </a:lnTo>
                <a:lnTo>
                  <a:pt x="142875" y="847725"/>
                </a:lnTo>
                <a:lnTo>
                  <a:pt x="133350" y="847725"/>
                </a:lnTo>
                <a:close/>
                <a:moveTo>
                  <a:pt x="428625" y="895350"/>
                </a:moveTo>
                <a:lnTo>
                  <a:pt x="447675" y="895350"/>
                </a:lnTo>
                <a:lnTo>
                  <a:pt x="447675" y="904875"/>
                </a:lnTo>
                <a:lnTo>
                  <a:pt x="466725" y="904875"/>
                </a:lnTo>
                <a:lnTo>
                  <a:pt x="466725" y="895350"/>
                </a:lnTo>
                <a:lnTo>
                  <a:pt x="485775" y="895350"/>
                </a:lnTo>
                <a:lnTo>
                  <a:pt x="485775" y="923925"/>
                </a:lnTo>
                <a:lnTo>
                  <a:pt x="476250" y="923925"/>
                </a:lnTo>
                <a:lnTo>
                  <a:pt x="476250" y="904875"/>
                </a:lnTo>
                <a:lnTo>
                  <a:pt x="466725" y="904875"/>
                </a:lnTo>
                <a:lnTo>
                  <a:pt x="466725" y="914400"/>
                </a:lnTo>
                <a:lnTo>
                  <a:pt x="457200" y="914400"/>
                </a:lnTo>
                <a:lnTo>
                  <a:pt x="457200" y="923925"/>
                </a:lnTo>
                <a:lnTo>
                  <a:pt x="447675" y="923925"/>
                </a:lnTo>
                <a:lnTo>
                  <a:pt x="447675" y="933450"/>
                </a:lnTo>
                <a:lnTo>
                  <a:pt x="438150" y="933450"/>
                </a:lnTo>
                <a:lnTo>
                  <a:pt x="438150" y="914400"/>
                </a:lnTo>
                <a:lnTo>
                  <a:pt x="390525" y="914400"/>
                </a:lnTo>
                <a:lnTo>
                  <a:pt x="390525" y="904875"/>
                </a:lnTo>
                <a:lnTo>
                  <a:pt x="428625" y="904875"/>
                </a:lnTo>
                <a:close/>
                <a:moveTo>
                  <a:pt x="304800" y="904875"/>
                </a:moveTo>
                <a:lnTo>
                  <a:pt x="314325" y="904875"/>
                </a:lnTo>
                <a:lnTo>
                  <a:pt x="314325" y="914400"/>
                </a:lnTo>
                <a:lnTo>
                  <a:pt x="304800" y="914400"/>
                </a:lnTo>
                <a:close/>
                <a:moveTo>
                  <a:pt x="1685925" y="904875"/>
                </a:moveTo>
                <a:lnTo>
                  <a:pt x="1695450" y="904875"/>
                </a:lnTo>
                <a:lnTo>
                  <a:pt x="1695450" y="914400"/>
                </a:lnTo>
                <a:lnTo>
                  <a:pt x="1685925" y="914400"/>
                </a:lnTo>
                <a:close/>
                <a:moveTo>
                  <a:pt x="200025" y="923925"/>
                </a:moveTo>
                <a:lnTo>
                  <a:pt x="209550" y="923925"/>
                </a:lnTo>
                <a:lnTo>
                  <a:pt x="209550" y="933450"/>
                </a:lnTo>
                <a:lnTo>
                  <a:pt x="200025" y="933450"/>
                </a:lnTo>
                <a:close/>
                <a:moveTo>
                  <a:pt x="266700" y="923925"/>
                </a:moveTo>
                <a:lnTo>
                  <a:pt x="276225" y="923925"/>
                </a:lnTo>
                <a:lnTo>
                  <a:pt x="276225" y="933450"/>
                </a:lnTo>
                <a:lnTo>
                  <a:pt x="266700" y="933450"/>
                </a:lnTo>
                <a:close/>
                <a:moveTo>
                  <a:pt x="295275" y="923925"/>
                </a:moveTo>
                <a:lnTo>
                  <a:pt x="314325" y="923925"/>
                </a:lnTo>
                <a:lnTo>
                  <a:pt x="314325" y="933450"/>
                </a:lnTo>
                <a:lnTo>
                  <a:pt x="295275" y="933450"/>
                </a:lnTo>
                <a:close/>
                <a:moveTo>
                  <a:pt x="390525" y="923925"/>
                </a:moveTo>
                <a:lnTo>
                  <a:pt x="428625" y="923925"/>
                </a:lnTo>
                <a:lnTo>
                  <a:pt x="428625" y="933450"/>
                </a:lnTo>
                <a:lnTo>
                  <a:pt x="390525" y="933450"/>
                </a:lnTo>
                <a:close/>
                <a:moveTo>
                  <a:pt x="485775" y="923925"/>
                </a:moveTo>
                <a:lnTo>
                  <a:pt x="514350" y="923925"/>
                </a:lnTo>
                <a:lnTo>
                  <a:pt x="514350" y="933450"/>
                </a:lnTo>
                <a:lnTo>
                  <a:pt x="485775" y="933450"/>
                </a:lnTo>
                <a:close/>
                <a:moveTo>
                  <a:pt x="971550" y="933450"/>
                </a:moveTo>
                <a:lnTo>
                  <a:pt x="981075" y="933450"/>
                </a:lnTo>
                <a:lnTo>
                  <a:pt x="981075" y="942975"/>
                </a:lnTo>
                <a:lnTo>
                  <a:pt x="971550" y="942975"/>
                </a:lnTo>
                <a:close/>
                <a:moveTo>
                  <a:pt x="200025" y="942975"/>
                </a:moveTo>
                <a:lnTo>
                  <a:pt x="209550" y="942975"/>
                </a:lnTo>
                <a:lnTo>
                  <a:pt x="209550" y="952500"/>
                </a:lnTo>
                <a:lnTo>
                  <a:pt x="200025" y="952500"/>
                </a:lnTo>
                <a:close/>
                <a:moveTo>
                  <a:pt x="981075" y="942975"/>
                </a:moveTo>
                <a:lnTo>
                  <a:pt x="990600" y="942975"/>
                </a:lnTo>
                <a:lnTo>
                  <a:pt x="990600" y="952500"/>
                </a:lnTo>
                <a:lnTo>
                  <a:pt x="981075" y="952500"/>
                </a:lnTo>
                <a:close/>
                <a:moveTo>
                  <a:pt x="142875" y="952500"/>
                </a:moveTo>
                <a:lnTo>
                  <a:pt x="152400" y="952500"/>
                </a:lnTo>
                <a:lnTo>
                  <a:pt x="152400" y="933450"/>
                </a:lnTo>
                <a:lnTo>
                  <a:pt x="142875" y="933450"/>
                </a:lnTo>
                <a:close/>
                <a:moveTo>
                  <a:pt x="990600" y="952500"/>
                </a:moveTo>
                <a:lnTo>
                  <a:pt x="1000125" y="952500"/>
                </a:lnTo>
                <a:lnTo>
                  <a:pt x="1000125" y="962025"/>
                </a:lnTo>
                <a:lnTo>
                  <a:pt x="1009650" y="962025"/>
                </a:lnTo>
                <a:lnTo>
                  <a:pt x="1009650" y="971550"/>
                </a:lnTo>
                <a:lnTo>
                  <a:pt x="990600" y="971550"/>
                </a:lnTo>
                <a:close/>
                <a:moveTo>
                  <a:pt x="1047750" y="952500"/>
                </a:moveTo>
                <a:lnTo>
                  <a:pt x="1085850" y="952500"/>
                </a:lnTo>
                <a:lnTo>
                  <a:pt x="1085850" y="971550"/>
                </a:lnTo>
                <a:lnTo>
                  <a:pt x="1076325" y="971550"/>
                </a:lnTo>
                <a:lnTo>
                  <a:pt x="1076325" y="981075"/>
                </a:lnTo>
                <a:lnTo>
                  <a:pt x="1066800" y="981075"/>
                </a:lnTo>
                <a:lnTo>
                  <a:pt x="1066800" y="971550"/>
                </a:lnTo>
                <a:lnTo>
                  <a:pt x="1038225" y="971550"/>
                </a:lnTo>
                <a:lnTo>
                  <a:pt x="1038225" y="962025"/>
                </a:lnTo>
                <a:lnTo>
                  <a:pt x="1047750" y="962025"/>
                </a:lnTo>
                <a:close/>
                <a:moveTo>
                  <a:pt x="1104900" y="952500"/>
                </a:moveTo>
                <a:lnTo>
                  <a:pt x="1133475" y="952500"/>
                </a:lnTo>
                <a:lnTo>
                  <a:pt x="1133475" y="971550"/>
                </a:lnTo>
                <a:lnTo>
                  <a:pt x="1114425" y="971550"/>
                </a:lnTo>
                <a:lnTo>
                  <a:pt x="1114425" y="962025"/>
                </a:lnTo>
                <a:lnTo>
                  <a:pt x="1104900" y="962025"/>
                </a:lnTo>
                <a:close/>
                <a:moveTo>
                  <a:pt x="1152525" y="952500"/>
                </a:moveTo>
                <a:lnTo>
                  <a:pt x="1266825" y="952500"/>
                </a:lnTo>
                <a:lnTo>
                  <a:pt x="1266825" y="971550"/>
                </a:lnTo>
                <a:lnTo>
                  <a:pt x="1152525" y="971550"/>
                </a:lnTo>
                <a:close/>
                <a:moveTo>
                  <a:pt x="180975" y="962025"/>
                </a:moveTo>
                <a:lnTo>
                  <a:pt x="190500" y="962025"/>
                </a:lnTo>
                <a:lnTo>
                  <a:pt x="190500" y="971550"/>
                </a:lnTo>
                <a:lnTo>
                  <a:pt x="180975" y="971550"/>
                </a:lnTo>
                <a:close/>
                <a:moveTo>
                  <a:pt x="314325" y="962025"/>
                </a:moveTo>
                <a:lnTo>
                  <a:pt x="323850" y="962025"/>
                </a:lnTo>
                <a:lnTo>
                  <a:pt x="323850" y="971550"/>
                </a:lnTo>
                <a:lnTo>
                  <a:pt x="342900" y="971550"/>
                </a:lnTo>
                <a:lnTo>
                  <a:pt x="342900" y="981075"/>
                </a:lnTo>
                <a:lnTo>
                  <a:pt x="333375" y="981075"/>
                </a:lnTo>
                <a:lnTo>
                  <a:pt x="333375" y="990600"/>
                </a:lnTo>
                <a:lnTo>
                  <a:pt x="314325" y="990600"/>
                </a:lnTo>
                <a:close/>
                <a:moveTo>
                  <a:pt x="123825" y="971550"/>
                </a:moveTo>
                <a:lnTo>
                  <a:pt x="133350" y="971550"/>
                </a:lnTo>
                <a:lnTo>
                  <a:pt x="133350" y="981075"/>
                </a:lnTo>
                <a:lnTo>
                  <a:pt x="123825" y="981075"/>
                </a:lnTo>
                <a:close/>
                <a:moveTo>
                  <a:pt x="257175" y="971550"/>
                </a:moveTo>
                <a:lnTo>
                  <a:pt x="295275" y="971550"/>
                </a:lnTo>
                <a:lnTo>
                  <a:pt x="295275" y="981075"/>
                </a:lnTo>
                <a:lnTo>
                  <a:pt x="257175" y="981075"/>
                </a:lnTo>
                <a:close/>
                <a:moveTo>
                  <a:pt x="352425" y="971550"/>
                </a:moveTo>
                <a:lnTo>
                  <a:pt x="361950" y="971550"/>
                </a:lnTo>
                <a:lnTo>
                  <a:pt x="361950" y="981075"/>
                </a:lnTo>
                <a:lnTo>
                  <a:pt x="352425" y="981075"/>
                </a:lnTo>
                <a:close/>
                <a:moveTo>
                  <a:pt x="390525" y="971550"/>
                </a:moveTo>
                <a:lnTo>
                  <a:pt x="419100" y="971550"/>
                </a:lnTo>
                <a:lnTo>
                  <a:pt x="419100" y="981075"/>
                </a:lnTo>
                <a:lnTo>
                  <a:pt x="390525" y="981075"/>
                </a:lnTo>
                <a:close/>
                <a:moveTo>
                  <a:pt x="428625" y="971550"/>
                </a:moveTo>
                <a:lnTo>
                  <a:pt x="457200" y="971550"/>
                </a:lnTo>
                <a:lnTo>
                  <a:pt x="457200" y="981075"/>
                </a:lnTo>
                <a:lnTo>
                  <a:pt x="428625" y="981075"/>
                </a:lnTo>
                <a:close/>
                <a:moveTo>
                  <a:pt x="114300" y="981075"/>
                </a:moveTo>
                <a:lnTo>
                  <a:pt x="123825" y="981075"/>
                </a:lnTo>
                <a:lnTo>
                  <a:pt x="123825" y="1038225"/>
                </a:lnTo>
                <a:lnTo>
                  <a:pt x="114300" y="1038225"/>
                </a:lnTo>
                <a:close/>
                <a:moveTo>
                  <a:pt x="133350" y="981075"/>
                </a:moveTo>
                <a:lnTo>
                  <a:pt x="142875" y="981075"/>
                </a:lnTo>
                <a:lnTo>
                  <a:pt x="142875" y="1028700"/>
                </a:lnTo>
                <a:lnTo>
                  <a:pt x="133350" y="1028700"/>
                </a:lnTo>
                <a:close/>
                <a:moveTo>
                  <a:pt x="161925" y="1028700"/>
                </a:moveTo>
                <a:lnTo>
                  <a:pt x="180975" y="1028700"/>
                </a:lnTo>
                <a:lnTo>
                  <a:pt x="180975" y="1085850"/>
                </a:lnTo>
                <a:lnTo>
                  <a:pt x="161925" y="1085850"/>
                </a:lnTo>
                <a:close/>
                <a:moveTo>
                  <a:pt x="1647825" y="1028700"/>
                </a:moveTo>
                <a:lnTo>
                  <a:pt x="1657350" y="1028700"/>
                </a:lnTo>
                <a:lnTo>
                  <a:pt x="1657350" y="1038225"/>
                </a:lnTo>
                <a:lnTo>
                  <a:pt x="1647825" y="1038225"/>
                </a:lnTo>
                <a:close/>
                <a:moveTo>
                  <a:pt x="1666875" y="1028700"/>
                </a:moveTo>
                <a:lnTo>
                  <a:pt x="1676400" y="1028700"/>
                </a:lnTo>
                <a:lnTo>
                  <a:pt x="1676400" y="1038225"/>
                </a:lnTo>
                <a:lnTo>
                  <a:pt x="1666875" y="1038225"/>
                </a:lnTo>
                <a:close/>
                <a:moveTo>
                  <a:pt x="304800" y="1038225"/>
                </a:moveTo>
                <a:lnTo>
                  <a:pt x="314325" y="1038225"/>
                </a:lnTo>
                <a:lnTo>
                  <a:pt x="314325" y="1047750"/>
                </a:lnTo>
                <a:lnTo>
                  <a:pt x="304800" y="1047750"/>
                </a:lnTo>
                <a:close/>
                <a:moveTo>
                  <a:pt x="1685925" y="1038225"/>
                </a:moveTo>
                <a:lnTo>
                  <a:pt x="1695450" y="1038225"/>
                </a:lnTo>
                <a:lnTo>
                  <a:pt x="1695450" y="1047750"/>
                </a:lnTo>
                <a:lnTo>
                  <a:pt x="1724025" y="1047750"/>
                </a:lnTo>
                <a:lnTo>
                  <a:pt x="1724025" y="1066800"/>
                </a:lnTo>
                <a:lnTo>
                  <a:pt x="1733550" y="1066800"/>
                </a:lnTo>
                <a:lnTo>
                  <a:pt x="1733550" y="1057275"/>
                </a:lnTo>
                <a:lnTo>
                  <a:pt x="1743075" y="1057275"/>
                </a:lnTo>
                <a:lnTo>
                  <a:pt x="1743075" y="1076325"/>
                </a:lnTo>
                <a:lnTo>
                  <a:pt x="1733550" y="1076325"/>
                </a:lnTo>
                <a:lnTo>
                  <a:pt x="1733550" y="1095375"/>
                </a:lnTo>
                <a:lnTo>
                  <a:pt x="1724025" y="1095375"/>
                </a:lnTo>
                <a:lnTo>
                  <a:pt x="1724025" y="1104900"/>
                </a:lnTo>
                <a:lnTo>
                  <a:pt x="1714500" y="1104900"/>
                </a:lnTo>
                <a:lnTo>
                  <a:pt x="1714500" y="1095375"/>
                </a:lnTo>
                <a:lnTo>
                  <a:pt x="1704975" y="1095375"/>
                </a:lnTo>
                <a:lnTo>
                  <a:pt x="1704975" y="1104900"/>
                </a:lnTo>
                <a:lnTo>
                  <a:pt x="1695450" y="1104900"/>
                </a:lnTo>
                <a:lnTo>
                  <a:pt x="1695450" y="1114425"/>
                </a:lnTo>
                <a:lnTo>
                  <a:pt x="1724025" y="1114425"/>
                </a:lnTo>
                <a:lnTo>
                  <a:pt x="1724025" y="1123950"/>
                </a:lnTo>
                <a:lnTo>
                  <a:pt x="1743075" y="1123950"/>
                </a:lnTo>
                <a:lnTo>
                  <a:pt x="1743075" y="1143000"/>
                </a:lnTo>
                <a:lnTo>
                  <a:pt x="1724025" y="1143000"/>
                </a:lnTo>
                <a:lnTo>
                  <a:pt x="1724025" y="1152525"/>
                </a:lnTo>
                <a:lnTo>
                  <a:pt x="1685925" y="1152525"/>
                </a:lnTo>
                <a:lnTo>
                  <a:pt x="1685925" y="1171575"/>
                </a:lnTo>
                <a:lnTo>
                  <a:pt x="1676400" y="1171575"/>
                </a:lnTo>
                <a:lnTo>
                  <a:pt x="1676400" y="1152525"/>
                </a:lnTo>
                <a:lnTo>
                  <a:pt x="1666875" y="1152525"/>
                </a:lnTo>
                <a:lnTo>
                  <a:pt x="1666875" y="1143000"/>
                </a:lnTo>
                <a:lnTo>
                  <a:pt x="1657350" y="1143000"/>
                </a:lnTo>
                <a:lnTo>
                  <a:pt x="1657350" y="1133475"/>
                </a:lnTo>
                <a:lnTo>
                  <a:pt x="1666875" y="1133475"/>
                </a:lnTo>
                <a:lnTo>
                  <a:pt x="1666875" y="1123950"/>
                </a:lnTo>
                <a:lnTo>
                  <a:pt x="1676400" y="1123950"/>
                </a:lnTo>
                <a:lnTo>
                  <a:pt x="1676400" y="1104900"/>
                </a:lnTo>
                <a:lnTo>
                  <a:pt x="1666875" y="1104900"/>
                </a:lnTo>
                <a:lnTo>
                  <a:pt x="1666875" y="1085850"/>
                </a:lnTo>
                <a:lnTo>
                  <a:pt x="1704975" y="1085850"/>
                </a:lnTo>
                <a:lnTo>
                  <a:pt x="1704975" y="1066800"/>
                </a:lnTo>
                <a:lnTo>
                  <a:pt x="1695450" y="1066800"/>
                </a:lnTo>
                <a:lnTo>
                  <a:pt x="1695450" y="1057275"/>
                </a:lnTo>
                <a:lnTo>
                  <a:pt x="1685925" y="1057275"/>
                </a:lnTo>
                <a:close/>
                <a:moveTo>
                  <a:pt x="333375" y="1047750"/>
                </a:moveTo>
                <a:lnTo>
                  <a:pt x="342900" y="1047750"/>
                </a:lnTo>
                <a:lnTo>
                  <a:pt x="342900" y="1057275"/>
                </a:lnTo>
                <a:lnTo>
                  <a:pt x="333375" y="1057275"/>
                </a:lnTo>
                <a:close/>
                <a:moveTo>
                  <a:pt x="114300" y="1066800"/>
                </a:moveTo>
                <a:lnTo>
                  <a:pt x="123825" y="1066800"/>
                </a:lnTo>
                <a:lnTo>
                  <a:pt x="123825" y="1076325"/>
                </a:lnTo>
                <a:lnTo>
                  <a:pt x="114300" y="1076325"/>
                </a:lnTo>
                <a:close/>
                <a:moveTo>
                  <a:pt x="123825" y="1076325"/>
                </a:moveTo>
                <a:lnTo>
                  <a:pt x="142875" y="1076325"/>
                </a:lnTo>
                <a:lnTo>
                  <a:pt x="142875" y="1085850"/>
                </a:lnTo>
                <a:lnTo>
                  <a:pt x="123825" y="1085850"/>
                </a:lnTo>
                <a:close/>
                <a:moveTo>
                  <a:pt x="476250" y="1085850"/>
                </a:moveTo>
                <a:lnTo>
                  <a:pt x="485775" y="1085850"/>
                </a:lnTo>
                <a:lnTo>
                  <a:pt x="485775" y="1095375"/>
                </a:lnTo>
                <a:lnTo>
                  <a:pt x="476250" y="1095375"/>
                </a:lnTo>
                <a:close/>
                <a:moveTo>
                  <a:pt x="495300" y="1085850"/>
                </a:moveTo>
                <a:lnTo>
                  <a:pt x="504825" y="1085850"/>
                </a:lnTo>
                <a:lnTo>
                  <a:pt x="504825" y="1104900"/>
                </a:lnTo>
                <a:lnTo>
                  <a:pt x="495300" y="1104900"/>
                </a:lnTo>
                <a:close/>
                <a:moveTo>
                  <a:pt x="657225" y="1085850"/>
                </a:moveTo>
                <a:lnTo>
                  <a:pt x="704850" y="1085850"/>
                </a:lnTo>
                <a:lnTo>
                  <a:pt x="704850" y="1095375"/>
                </a:lnTo>
                <a:lnTo>
                  <a:pt x="714375" y="1095375"/>
                </a:lnTo>
                <a:lnTo>
                  <a:pt x="714375" y="1104900"/>
                </a:lnTo>
                <a:lnTo>
                  <a:pt x="704850" y="1104900"/>
                </a:lnTo>
                <a:lnTo>
                  <a:pt x="704850" y="1114425"/>
                </a:lnTo>
                <a:lnTo>
                  <a:pt x="685800" y="1114425"/>
                </a:lnTo>
                <a:lnTo>
                  <a:pt x="685800" y="1104900"/>
                </a:lnTo>
                <a:lnTo>
                  <a:pt x="657225" y="1104900"/>
                </a:lnTo>
                <a:close/>
                <a:moveTo>
                  <a:pt x="723900" y="1085850"/>
                </a:moveTo>
                <a:lnTo>
                  <a:pt x="914400" y="1085850"/>
                </a:lnTo>
                <a:lnTo>
                  <a:pt x="914400" y="1104900"/>
                </a:lnTo>
                <a:lnTo>
                  <a:pt x="800100" y="1104900"/>
                </a:lnTo>
                <a:lnTo>
                  <a:pt x="800100" y="1095375"/>
                </a:lnTo>
                <a:lnTo>
                  <a:pt x="790575" y="1095375"/>
                </a:lnTo>
                <a:lnTo>
                  <a:pt x="790575" y="1104900"/>
                </a:lnTo>
                <a:lnTo>
                  <a:pt x="723900" y="1104900"/>
                </a:lnTo>
                <a:close/>
                <a:moveTo>
                  <a:pt x="1019175" y="1085850"/>
                </a:moveTo>
                <a:lnTo>
                  <a:pt x="1057275" y="1085850"/>
                </a:lnTo>
                <a:lnTo>
                  <a:pt x="1057275" y="1104900"/>
                </a:lnTo>
                <a:lnTo>
                  <a:pt x="1019175" y="1104900"/>
                </a:lnTo>
                <a:close/>
                <a:moveTo>
                  <a:pt x="1143000" y="1085850"/>
                </a:moveTo>
                <a:lnTo>
                  <a:pt x="1209675" y="1085850"/>
                </a:lnTo>
                <a:lnTo>
                  <a:pt x="1209675" y="1104900"/>
                </a:lnTo>
                <a:lnTo>
                  <a:pt x="1143000" y="1104900"/>
                </a:lnTo>
                <a:close/>
                <a:moveTo>
                  <a:pt x="1276350" y="1085850"/>
                </a:moveTo>
                <a:lnTo>
                  <a:pt x="1285875" y="1085850"/>
                </a:lnTo>
                <a:lnTo>
                  <a:pt x="1285875" y="1104900"/>
                </a:lnTo>
                <a:lnTo>
                  <a:pt x="1276350" y="1104900"/>
                </a:lnTo>
                <a:close/>
                <a:moveTo>
                  <a:pt x="1295400" y="1085850"/>
                </a:moveTo>
                <a:lnTo>
                  <a:pt x="1504950" y="1085850"/>
                </a:lnTo>
                <a:lnTo>
                  <a:pt x="1504950" y="1104900"/>
                </a:lnTo>
                <a:lnTo>
                  <a:pt x="1295400" y="1104900"/>
                </a:lnTo>
                <a:close/>
                <a:moveTo>
                  <a:pt x="1533525" y="1085850"/>
                </a:moveTo>
                <a:lnTo>
                  <a:pt x="1619250" y="1085850"/>
                </a:lnTo>
                <a:lnTo>
                  <a:pt x="1619250" y="1104900"/>
                </a:lnTo>
                <a:lnTo>
                  <a:pt x="1533525" y="1104900"/>
                </a:lnTo>
                <a:close/>
                <a:moveTo>
                  <a:pt x="685800" y="1123950"/>
                </a:moveTo>
                <a:lnTo>
                  <a:pt x="714375" y="1123950"/>
                </a:lnTo>
                <a:lnTo>
                  <a:pt x="714375" y="1133475"/>
                </a:lnTo>
                <a:lnTo>
                  <a:pt x="685800" y="1133475"/>
                </a:lnTo>
                <a:close/>
                <a:moveTo>
                  <a:pt x="142875" y="1171575"/>
                </a:moveTo>
                <a:lnTo>
                  <a:pt x="152400" y="1171575"/>
                </a:lnTo>
                <a:lnTo>
                  <a:pt x="152400" y="1181100"/>
                </a:lnTo>
                <a:lnTo>
                  <a:pt x="161925" y="1181100"/>
                </a:lnTo>
                <a:lnTo>
                  <a:pt x="161925" y="1228725"/>
                </a:lnTo>
                <a:lnTo>
                  <a:pt x="180975" y="1228725"/>
                </a:lnTo>
                <a:lnTo>
                  <a:pt x="180975" y="1285875"/>
                </a:lnTo>
                <a:lnTo>
                  <a:pt x="161925" y="1285875"/>
                </a:lnTo>
                <a:lnTo>
                  <a:pt x="161925" y="1247775"/>
                </a:lnTo>
                <a:lnTo>
                  <a:pt x="142875" y="1247775"/>
                </a:lnTo>
                <a:lnTo>
                  <a:pt x="142875" y="1276350"/>
                </a:lnTo>
                <a:lnTo>
                  <a:pt x="133350" y="1276350"/>
                </a:lnTo>
                <a:lnTo>
                  <a:pt x="133350" y="1247775"/>
                </a:lnTo>
                <a:lnTo>
                  <a:pt x="123825" y="1247775"/>
                </a:lnTo>
                <a:lnTo>
                  <a:pt x="123825" y="1228725"/>
                </a:lnTo>
                <a:lnTo>
                  <a:pt x="133350" y="1228725"/>
                </a:lnTo>
                <a:lnTo>
                  <a:pt x="133350" y="1238250"/>
                </a:lnTo>
                <a:lnTo>
                  <a:pt x="142875" y="1238250"/>
                </a:lnTo>
                <a:lnTo>
                  <a:pt x="142875" y="1209675"/>
                </a:lnTo>
                <a:lnTo>
                  <a:pt x="123825" y="1209675"/>
                </a:lnTo>
                <a:lnTo>
                  <a:pt x="123825" y="1181100"/>
                </a:lnTo>
                <a:lnTo>
                  <a:pt x="133350" y="1181100"/>
                </a:lnTo>
                <a:lnTo>
                  <a:pt x="133350" y="1190625"/>
                </a:lnTo>
                <a:lnTo>
                  <a:pt x="142875" y="1190625"/>
                </a:lnTo>
                <a:close/>
                <a:moveTo>
                  <a:pt x="142875" y="1209675"/>
                </a:moveTo>
                <a:lnTo>
                  <a:pt x="152400" y="1209675"/>
                </a:lnTo>
                <a:lnTo>
                  <a:pt x="152400" y="1190625"/>
                </a:lnTo>
                <a:lnTo>
                  <a:pt x="142875" y="1190625"/>
                </a:lnTo>
                <a:close/>
                <a:moveTo>
                  <a:pt x="114300" y="1247775"/>
                </a:moveTo>
                <a:lnTo>
                  <a:pt x="123825" y="1247775"/>
                </a:lnTo>
                <a:lnTo>
                  <a:pt x="123825" y="1304925"/>
                </a:lnTo>
                <a:lnTo>
                  <a:pt x="114300" y="1304925"/>
                </a:lnTo>
                <a:close/>
                <a:moveTo>
                  <a:pt x="1704975" y="1285875"/>
                </a:moveTo>
                <a:lnTo>
                  <a:pt x="1743075" y="1285875"/>
                </a:lnTo>
                <a:lnTo>
                  <a:pt x="1743075" y="1381125"/>
                </a:lnTo>
                <a:lnTo>
                  <a:pt x="1733550" y="1381125"/>
                </a:lnTo>
                <a:lnTo>
                  <a:pt x="1733550" y="1362075"/>
                </a:lnTo>
                <a:lnTo>
                  <a:pt x="1724025" y="1362075"/>
                </a:lnTo>
                <a:lnTo>
                  <a:pt x="1724025" y="1371600"/>
                </a:lnTo>
                <a:lnTo>
                  <a:pt x="1714500" y="1371600"/>
                </a:lnTo>
                <a:lnTo>
                  <a:pt x="1714500" y="1362075"/>
                </a:lnTo>
                <a:lnTo>
                  <a:pt x="1666875" y="1362075"/>
                </a:lnTo>
                <a:lnTo>
                  <a:pt x="1666875" y="1352550"/>
                </a:lnTo>
                <a:lnTo>
                  <a:pt x="1657350" y="1352550"/>
                </a:lnTo>
                <a:lnTo>
                  <a:pt x="1657350" y="1333500"/>
                </a:lnTo>
                <a:lnTo>
                  <a:pt x="1666875" y="1333500"/>
                </a:lnTo>
                <a:lnTo>
                  <a:pt x="1666875" y="1323975"/>
                </a:lnTo>
                <a:lnTo>
                  <a:pt x="1676400" y="1323975"/>
                </a:lnTo>
                <a:lnTo>
                  <a:pt x="1676400" y="1314450"/>
                </a:lnTo>
                <a:lnTo>
                  <a:pt x="1685925" y="1314450"/>
                </a:lnTo>
                <a:lnTo>
                  <a:pt x="1685925" y="1295400"/>
                </a:lnTo>
                <a:lnTo>
                  <a:pt x="1695450" y="1295400"/>
                </a:lnTo>
                <a:lnTo>
                  <a:pt x="1695450" y="1304925"/>
                </a:lnTo>
                <a:lnTo>
                  <a:pt x="1704975" y="1304925"/>
                </a:lnTo>
                <a:close/>
                <a:moveTo>
                  <a:pt x="209550" y="1323975"/>
                </a:moveTo>
                <a:lnTo>
                  <a:pt x="219075" y="1323975"/>
                </a:lnTo>
                <a:lnTo>
                  <a:pt x="219075" y="1343025"/>
                </a:lnTo>
                <a:lnTo>
                  <a:pt x="228600" y="1343025"/>
                </a:lnTo>
                <a:lnTo>
                  <a:pt x="228600" y="1352550"/>
                </a:lnTo>
                <a:lnTo>
                  <a:pt x="342900" y="1352550"/>
                </a:lnTo>
                <a:lnTo>
                  <a:pt x="342900" y="1362075"/>
                </a:lnTo>
                <a:lnTo>
                  <a:pt x="323850" y="1362075"/>
                </a:lnTo>
                <a:lnTo>
                  <a:pt x="323850" y="1371600"/>
                </a:lnTo>
                <a:lnTo>
                  <a:pt x="304800" y="1371600"/>
                </a:lnTo>
                <a:lnTo>
                  <a:pt x="304800" y="1362075"/>
                </a:lnTo>
                <a:lnTo>
                  <a:pt x="266700" y="1362075"/>
                </a:lnTo>
                <a:lnTo>
                  <a:pt x="266700" y="1371600"/>
                </a:lnTo>
                <a:lnTo>
                  <a:pt x="228600" y="1371600"/>
                </a:lnTo>
                <a:lnTo>
                  <a:pt x="228600" y="1362075"/>
                </a:lnTo>
                <a:lnTo>
                  <a:pt x="209550" y="1362075"/>
                </a:lnTo>
                <a:lnTo>
                  <a:pt x="209550" y="1352550"/>
                </a:lnTo>
                <a:lnTo>
                  <a:pt x="200025" y="1352550"/>
                </a:lnTo>
                <a:lnTo>
                  <a:pt x="200025" y="1343025"/>
                </a:lnTo>
                <a:lnTo>
                  <a:pt x="209550" y="1343025"/>
                </a:lnTo>
                <a:close/>
                <a:moveTo>
                  <a:pt x="114300" y="1343025"/>
                </a:moveTo>
                <a:lnTo>
                  <a:pt x="123825" y="1343025"/>
                </a:lnTo>
                <a:lnTo>
                  <a:pt x="123825" y="1352550"/>
                </a:lnTo>
                <a:lnTo>
                  <a:pt x="114300" y="1352550"/>
                </a:lnTo>
                <a:close/>
                <a:moveTo>
                  <a:pt x="514350" y="1343025"/>
                </a:moveTo>
                <a:lnTo>
                  <a:pt x="533400" y="1343025"/>
                </a:lnTo>
                <a:lnTo>
                  <a:pt x="533400" y="1352550"/>
                </a:lnTo>
                <a:lnTo>
                  <a:pt x="514350" y="1352550"/>
                </a:lnTo>
                <a:close/>
                <a:moveTo>
                  <a:pt x="1676400" y="1343025"/>
                </a:moveTo>
                <a:lnTo>
                  <a:pt x="1704975" y="1343025"/>
                </a:lnTo>
                <a:lnTo>
                  <a:pt x="1704975" y="1333500"/>
                </a:lnTo>
                <a:lnTo>
                  <a:pt x="1695450" y="1333500"/>
                </a:lnTo>
                <a:lnTo>
                  <a:pt x="1695450" y="1323975"/>
                </a:lnTo>
                <a:lnTo>
                  <a:pt x="1676400" y="1323975"/>
                </a:lnTo>
                <a:close/>
                <a:moveTo>
                  <a:pt x="123825" y="1352550"/>
                </a:moveTo>
                <a:lnTo>
                  <a:pt x="133350" y="1352550"/>
                </a:lnTo>
                <a:lnTo>
                  <a:pt x="133350" y="1362075"/>
                </a:lnTo>
                <a:lnTo>
                  <a:pt x="123825" y="1362075"/>
                </a:lnTo>
                <a:close/>
                <a:moveTo>
                  <a:pt x="142875" y="1352550"/>
                </a:moveTo>
                <a:lnTo>
                  <a:pt x="152400" y="1352550"/>
                </a:lnTo>
                <a:lnTo>
                  <a:pt x="152400" y="1381125"/>
                </a:lnTo>
                <a:lnTo>
                  <a:pt x="161925" y="1381125"/>
                </a:lnTo>
                <a:lnTo>
                  <a:pt x="161925" y="1390650"/>
                </a:lnTo>
                <a:lnTo>
                  <a:pt x="142875" y="1390650"/>
                </a:lnTo>
                <a:close/>
                <a:moveTo>
                  <a:pt x="952500" y="1352550"/>
                </a:moveTo>
                <a:lnTo>
                  <a:pt x="971550" y="1352550"/>
                </a:lnTo>
                <a:lnTo>
                  <a:pt x="971550" y="1362075"/>
                </a:lnTo>
                <a:lnTo>
                  <a:pt x="952500" y="1362075"/>
                </a:lnTo>
                <a:close/>
                <a:moveTo>
                  <a:pt x="1009650" y="1352550"/>
                </a:moveTo>
                <a:lnTo>
                  <a:pt x="1019175" y="1352550"/>
                </a:lnTo>
                <a:lnTo>
                  <a:pt x="1019175" y="1362075"/>
                </a:lnTo>
                <a:lnTo>
                  <a:pt x="1009650" y="1362075"/>
                </a:lnTo>
                <a:close/>
                <a:moveTo>
                  <a:pt x="1647825" y="1352550"/>
                </a:moveTo>
                <a:lnTo>
                  <a:pt x="1657350" y="1352550"/>
                </a:lnTo>
                <a:lnTo>
                  <a:pt x="1657350" y="1362075"/>
                </a:lnTo>
                <a:lnTo>
                  <a:pt x="1647825" y="1362075"/>
                </a:lnTo>
                <a:close/>
                <a:moveTo>
                  <a:pt x="1724025" y="1352550"/>
                </a:moveTo>
                <a:lnTo>
                  <a:pt x="1733550" y="1352550"/>
                </a:lnTo>
                <a:lnTo>
                  <a:pt x="1733550" y="1333500"/>
                </a:lnTo>
                <a:lnTo>
                  <a:pt x="1724025" y="1333500"/>
                </a:lnTo>
                <a:close/>
                <a:moveTo>
                  <a:pt x="1733550" y="1390650"/>
                </a:moveTo>
                <a:lnTo>
                  <a:pt x="1743075" y="1390650"/>
                </a:lnTo>
                <a:lnTo>
                  <a:pt x="1743075" y="1400175"/>
                </a:lnTo>
                <a:lnTo>
                  <a:pt x="1733550" y="1400175"/>
                </a:lnTo>
                <a:close/>
                <a:moveTo>
                  <a:pt x="1733550" y="1409700"/>
                </a:moveTo>
                <a:lnTo>
                  <a:pt x="1743075" y="1409700"/>
                </a:lnTo>
                <a:lnTo>
                  <a:pt x="1743075" y="1438275"/>
                </a:lnTo>
                <a:lnTo>
                  <a:pt x="1733550" y="1438275"/>
                </a:lnTo>
                <a:close/>
                <a:moveTo>
                  <a:pt x="142875" y="1419225"/>
                </a:moveTo>
                <a:lnTo>
                  <a:pt x="161925" y="1419225"/>
                </a:lnTo>
                <a:lnTo>
                  <a:pt x="161925" y="1476375"/>
                </a:lnTo>
                <a:lnTo>
                  <a:pt x="152400" y="1476375"/>
                </a:lnTo>
                <a:lnTo>
                  <a:pt x="152400" y="1495425"/>
                </a:lnTo>
                <a:lnTo>
                  <a:pt x="161925" y="1495425"/>
                </a:lnTo>
                <a:lnTo>
                  <a:pt x="161925" y="1514475"/>
                </a:lnTo>
                <a:lnTo>
                  <a:pt x="152400" y="1514475"/>
                </a:lnTo>
                <a:lnTo>
                  <a:pt x="152400" y="1504950"/>
                </a:lnTo>
                <a:lnTo>
                  <a:pt x="142875" y="1504950"/>
                </a:lnTo>
                <a:lnTo>
                  <a:pt x="142875" y="1476375"/>
                </a:lnTo>
                <a:lnTo>
                  <a:pt x="133350" y="1476375"/>
                </a:lnTo>
                <a:lnTo>
                  <a:pt x="133350" y="1495425"/>
                </a:lnTo>
                <a:lnTo>
                  <a:pt x="123825" y="1495425"/>
                </a:lnTo>
                <a:lnTo>
                  <a:pt x="123825" y="1438275"/>
                </a:lnTo>
                <a:lnTo>
                  <a:pt x="142875" y="1438275"/>
                </a:lnTo>
                <a:close/>
                <a:moveTo>
                  <a:pt x="228600" y="1495425"/>
                </a:moveTo>
                <a:lnTo>
                  <a:pt x="238125" y="1495425"/>
                </a:lnTo>
                <a:lnTo>
                  <a:pt x="238125" y="1504950"/>
                </a:lnTo>
                <a:lnTo>
                  <a:pt x="228600" y="1504950"/>
                </a:lnTo>
                <a:close/>
                <a:moveTo>
                  <a:pt x="247650" y="1495425"/>
                </a:moveTo>
                <a:lnTo>
                  <a:pt x="266700" y="1495425"/>
                </a:lnTo>
                <a:lnTo>
                  <a:pt x="266700" y="1504950"/>
                </a:lnTo>
                <a:lnTo>
                  <a:pt x="247650" y="1504950"/>
                </a:lnTo>
                <a:close/>
                <a:moveTo>
                  <a:pt x="276225" y="1495425"/>
                </a:moveTo>
                <a:lnTo>
                  <a:pt x="285750" y="1495425"/>
                </a:lnTo>
                <a:lnTo>
                  <a:pt x="285750" y="1504950"/>
                </a:lnTo>
                <a:lnTo>
                  <a:pt x="276225" y="1504950"/>
                </a:lnTo>
                <a:close/>
                <a:moveTo>
                  <a:pt x="295275" y="1495425"/>
                </a:moveTo>
                <a:lnTo>
                  <a:pt x="361950" y="1495425"/>
                </a:lnTo>
                <a:lnTo>
                  <a:pt x="361950" y="1514475"/>
                </a:lnTo>
                <a:lnTo>
                  <a:pt x="352425" y="1514475"/>
                </a:lnTo>
                <a:lnTo>
                  <a:pt x="352425" y="1504950"/>
                </a:lnTo>
                <a:lnTo>
                  <a:pt x="295275" y="1504950"/>
                </a:lnTo>
                <a:close/>
                <a:moveTo>
                  <a:pt x="400050" y="1495425"/>
                </a:moveTo>
                <a:lnTo>
                  <a:pt x="447675" y="1495425"/>
                </a:lnTo>
                <a:lnTo>
                  <a:pt x="447675" y="1504950"/>
                </a:lnTo>
                <a:lnTo>
                  <a:pt x="400050" y="1504950"/>
                </a:lnTo>
                <a:close/>
                <a:moveTo>
                  <a:pt x="133350" y="1504950"/>
                </a:moveTo>
                <a:lnTo>
                  <a:pt x="142875" y="1504950"/>
                </a:lnTo>
                <a:lnTo>
                  <a:pt x="142875" y="1543050"/>
                </a:lnTo>
                <a:lnTo>
                  <a:pt x="161925" y="1543050"/>
                </a:lnTo>
                <a:lnTo>
                  <a:pt x="161925" y="1533525"/>
                </a:lnTo>
                <a:lnTo>
                  <a:pt x="180975" y="1533525"/>
                </a:lnTo>
                <a:lnTo>
                  <a:pt x="180975" y="1571625"/>
                </a:lnTo>
                <a:lnTo>
                  <a:pt x="161925" y="1571625"/>
                </a:lnTo>
                <a:lnTo>
                  <a:pt x="161925" y="1581150"/>
                </a:lnTo>
                <a:lnTo>
                  <a:pt x="152400" y="1581150"/>
                </a:lnTo>
                <a:lnTo>
                  <a:pt x="152400" y="1571625"/>
                </a:lnTo>
                <a:lnTo>
                  <a:pt x="142875" y="1571625"/>
                </a:lnTo>
                <a:lnTo>
                  <a:pt x="142875" y="1590675"/>
                </a:lnTo>
                <a:lnTo>
                  <a:pt x="133350" y="1590675"/>
                </a:lnTo>
                <a:lnTo>
                  <a:pt x="133350" y="1571625"/>
                </a:lnTo>
                <a:lnTo>
                  <a:pt x="123825" y="1571625"/>
                </a:lnTo>
                <a:lnTo>
                  <a:pt x="123825" y="1533525"/>
                </a:lnTo>
                <a:lnTo>
                  <a:pt x="133350" y="1533525"/>
                </a:lnTo>
                <a:close/>
                <a:moveTo>
                  <a:pt x="219075" y="1504950"/>
                </a:moveTo>
                <a:lnTo>
                  <a:pt x="228600" y="1504950"/>
                </a:lnTo>
                <a:lnTo>
                  <a:pt x="228600" y="1514475"/>
                </a:lnTo>
                <a:lnTo>
                  <a:pt x="219075" y="1514475"/>
                </a:lnTo>
                <a:close/>
                <a:moveTo>
                  <a:pt x="209550" y="1514475"/>
                </a:moveTo>
                <a:lnTo>
                  <a:pt x="219075" y="1514475"/>
                </a:lnTo>
                <a:lnTo>
                  <a:pt x="219075" y="1524000"/>
                </a:lnTo>
                <a:lnTo>
                  <a:pt x="209550" y="1524000"/>
                </a:lnTo>
                <a:close/>
                <a:moveTo>
                  <a:pt x="361950" y="1514475"/>
                </a:moveTo>
                <a:lnTo>
                  <a:pt x="371475" y="1514475"/>
                </a:lnTo>
                <a:lnTo>
                  <a:pt x="371475" y="1524000"/>
                </a:lnTo>
                <a:lnTo>
                  <a:pt x="361950" y="1524000"/>
                </a:lnTo>
                <a:close/>
                <a:moveTo>
                  <a:pt x="428625" y="1514475"/>
                </a:moveTo>
                <a:lnTo>
                  <a:pt x="438150" y="1514475"/>
                </a:lnTo>
                <a:lnTo>
                  <a:pt x="438150" y="1524000"/>
                </a:lnTo>
                <a:lnTo>
                  <a:pt x="428625" y="1524000"/>
                </a:lnTo>
                <a:close/>
                <a:moveTo>
                  <a:pt x="495300" y="1524000"/>
                </a:moveTo>
                <a:lnTo>
                  <a:pt x="504825" y="1524000"/>
                </a:lnTo>
                <a:lnTo>
                  <a:pt x="504825" y="1533525"/>
                </a:lnTo>
                <a:lnTo>
                  <a:pt x="495300" y="1533525"/>
                </a:lnTo>
                <a:close/>
                <a:moveTo>
                  <a:pt x="1657350" y="1552575"/>
                </a:moveTo>
                <a:lnTo>
                  <a:pt x="1666875" y="1552575"/>
                </a:lnTo>
                <a:lnTo>
                  <a:pt x="1666875" y="1562100"/>
                </a:lnTo>
                <a:lnTo>
                  <a:pt x="1676400" y="1562100"/>
                </a:lnTo>
                <a:lnTo>
                  <a:pt x="1676400" y="1571625"/>
                </a:lnTo>
                <a:lnTo>
                  <a:pt x="1657350" y="1571625"/>
                </a:lnTo>
                <a:lnTo>
                  <a:pt x="1657350" y="1581150"/>
                </a:lnTo>
                <a:lnTo>
                  <a:pt x="1647825" y="1581150"/>
                </a:lnTo>
                <a:lnTo>
                  <a:pt x="1647825" y="1571625"/>
                </a:lnTo>
                <a:lnTo>
                  <a:pt x="1638300" y="1571625"/>
                </a:lnTo>
                <a:lnTo>
                  <a:pt x="1638300" y="1562100"/>
                </a:lnTo>
                <a:lnTo>
                  <a:pt x="1657350" y="1562100"/>
                </a:lnTo>
                <a:close/>
                <a:moveTo>
                  <a:pt x="114300" y="1571625"/>
                </a:moveTo>
                <a:lnTo>
                  <a:pt x="123825" y="1571625"/>
                </a:lnTo>
                <a:lnTo>
                  <a:pt x="123825" y="1600200"/>
                </a:lnTo>
                <a:lnTo>
                  <a:pt x="114300" y="1600200"/>
                </a:lnTo>
                <a:close/>
                <a:moveTo>
                  <a:pt x="1619250" y="1581150"/>
                </a:moveTo>
                <a:lnTo>
                  <a:pt x="1628775" y="1581150"/>
                </a:lnTo>
                <a:lnTo>
                  <a:pt x="1628775" y="1590675"/>
                </a:lnTo>
                <a:lnTo>
                  <a:pt x="1619250" y="1590675"/>
                </a:lnTo>
                <a:close/>
                <a:moveTo>
                  <a:pt x="200025" y="1590675"/>
                </a:moveTo>
                <a:lnTo>
                  <a:pt x="209550" y="1590675"/>
                </a:lnTo>
                <a:lnTo>
                  <a:pt x="209550" y="1609725"/>
                </a:lnTo>
                <a:lnTo>
                  <a:pt x="200025" y="1609725"/>
                </a:lnTo>
                <a:close/>
                <a:moveTo>
                  <a:pt x="1704975" y="1590675"/>
                </a:moveTo>
                <a:lnTo>
                  <a:pt x="1733550" y="1590675"/>
                </a:lnTo>
                <a:lnTo>
                  <a:pt x="1733550" y="1619250"/>
                </a:lnTo>
                <a:lnTo>
                  <a:pt x="1724025" y="1619250"/>
                </a:lnTo>
                <a:lnTo>
                  <a:pt x="1724025" y="1600200"/>
                </a:lnTo>
                <a:lnTo>
                  <a:pt x="1714500" y="1600200"/>
                </a:lnTo>
                <a:lnTo>
                  <a:pt x="1714500" y="1619250"/>
                </a:lnTo>
                <a:lnTo>
                  <a:pt x="1704975" y="1619250"/>
                </a:lnTo>
                <a:lnTo>
                  <a:pt x="1704975" y="1609725"/>
                </a:lnTo>
                <a:lnTo>
                  <a:pt x="1685925" y="1609725"/>
                </a:lnTo>
                <a:lnTo>
                  <a:pt x="1685925" y="1600200"/>
                </a:lnTo>
                <a:lnTo>
                  <a:pt x="1704975" y="1600200"/>
                </a:lnTo>
                <a:close/>
                <a:moveTo>
                  <a:pt x="123825" y="1600200"/>
                </a:moveTo>
                <a:lnTo>
                  <a:pt x="142875" y="1600200"/>
                </a:lnTo>
                <a:lnTo>
                  <a:pt x="142875" y="1609725"/>
                </a:lnTo>
                <a:lnTo>
                  <a:pt x="123825" y="1609725"/>
                </a:lnTo>
                <a:close/>
                <a:moveTo>
                  <a:pt x="152400" y="1609725"/>
                </a:moveTo>
                <a:lnTo>
                  <a:pt x="161925" y="1609725"/>
                </a:lnTo>
                <a:lnTo>
                  <a:pt x="161925" y="1647825"/>
                </a:lnTo>
                <a:lnTo>
                  <a:pt x="152400" y="1647825"/>
                </a:lnTo>
                <a:lnTo>
                  <a:pt x="152400" y="1628775"/>
                </a:lnTo>
                <a:lnTo>
                  <a:pt x="142875" y="1628775"/>
                </a:lnTo>
                <a:lnTo>
                  <a:pt x="142875" y="1619250"/>
                </a:lnTo>
                <a:lnTo>
                  <a:pt x="152400" y="1619250"/>
                </a:lnTo>
                <a:close/>
                <a:moveTo>
                  <a:pt x="381000" y="1609725"/>
                </a:moveTo>
                <a:lnTo>
                  <a:pt x="409575" y="1609725"/>
                </a:lnTo>
                <a:lnTo>
                  <a:pt x="409575" y="1619250"/>
                </a:lnTo>
                <a:lnTo>
                  <a:pt x="400050" y="1619250"/>
                </a:lnTo>
                <a:lnTo>
                  <a:pt x="400050" y="1628775"/>
                </a:lnTo>
                <a:lnTo>
                  <a:pt x="390525" y="1628775"/>
                </a:lnTo>
                <a:lnTo>
                  <a:pt x="390525" y="1638300"/>
                </a:lnTo>
                <a:lnTo>
                  <a:pt x="381000" y="1638300"/>
                </a:lnTo>
                <a:close/>
                <a:moveTo>
                  <a:pt x="609600" y="1609725"/>
                </a:moveTo>
                <a:lnTo>
                  <a:pt x="638175" y="1609725"/>
                </a:lnTo>
                <a:lnTo>
                  <a:pt x="638175" y="1628775"/>
                </a:lnTo>
                <a:lnTo>
                  <a:pt x="609600" y="1628775"/>
                </a:lnTo>
                <a:close/>
                <a:moveTo>
                  <a:pt x="657225" y="1609725"/>
                </a:moveTo>
                <a:lnTo>
                  <a:pt x="742950" y="1609725"/>
                </a:lnTo>
                <a:lnTo>
                  <a:pt x="742950" y="1619250"/>
                </a:lnTo>
                <a:lnTo>
                  <a:pt x="762000" y="1619250"/>
                </a:lnTo>
                <a:lnTo>
                  <a:pt x="762000" y="1609725"/>
                </a:lnTo>
                <a:lnTo>
                  <a:pt x="809625" y="1609725"/>
                </a:lnTo>
                <a:lnTo>
                  <a:pt x="809625" y="1619250"/>
                </a:lnTo>
                <a:lnTo>
                  <a:pt x="819150" y="1619250"/>
                </a:lnTo>
                <a:lnTo>
                  <a:pt x="819150" y="1628775"/>
                </a:lnTo>
                <a:lnTo>
                  <a:pt x="809625" y="1628775"/>
                </a:lnTo>
                <a:lnTo>
                  <a:pt x="809625" y="1638300"/>
                </a:lnTo>
                <a:lnTo>
                  <a:pt x="771525" y="1638300"/>
                </a:lnTo>
                <a:lnTo>
                  <a:pt x="771525" y="1628775"/>
                </a:lnTo>
                <a:lnTo>
                  <a:pt x="666750" y="1628775"/>
                </a:lnTo>
                <a:lnTo>
                  <a:pt x="666750" y="1619250"/>
                </a:lnTo>
                <a:lnTo>
                  <a:pt x="657225" y="1619250"/>
                </a:lnTo>
                <a:close/>
                <a:moveTo>
                  <a:pt x="838200" y="1609725"/>
                </a:moveTo>
                <a:lnTo>
                  <a:pt x="971550" y="1609725"/>
                </a:lnTo>
                <a:lnTo>
                  <a:pt x="971550" y="1638300"/>
                </a:lnTo>
                <a:lnTo>
                  <a:pt x="942975" y="1638300"/>
                </a:lnTo>
                <a:lnTo>
                  <a:pt x="942975" y="1628775"/>
                </a:lnTo>
                <a:lnTo>
                  <a:pt x="923925" y="1628775"/>
                </a:lnTo>
                <a:lnTo>
                  <a:pt x="923925" y="1638300"/>
                </a:lnTo>
                <a:lnTo>
                  <a:pt x="885825" y="1638300"/>
                </a:lnTo>
                <a:lnTo>
                  <a:pt x="885825" y="1628775"/>
                </a:lnTo>
                <a:lnTo>
                  <a:pt x="828675" y="1628775"/>
                </a:lnTo>
                <a:lnTo>
                  <a:pt x="828675" y="1619250"/>
                </a:lnTo>
                <a:lnTo>
                  <a:pt x="838200" y="1619250"/>
                </a:lnTo>
                <a:close/>
                <a:moveTo>
                  <a:pt x="990600" y="1609725"/>
                </a:moveTo>
                <a:lnTo>
                  <a:pt x="1028700" y="1609725"/>
                </a:lnTo>
                <a:lnTo>
                  <a:pt x="1028700" y="1619250"/>
                </a:lnTo>
                <a:lnTo>
                  <a:pt x="1095375" y="1619250"/>
                </a:lnTo>
                <a:lnTo>
                  <a:pt x="1095375" y="1628775"/>
                </a:lnTo>
                <a:lnTo>
                  <a:pt x="1104900" y="1628775"/>
                </a:lnTo>
                <a:lnTo>
                  <a:pt x="1104900" y="1609725"/>
                </a:lnTo>
                <a:lnTo>
                  <a:pt x="1114425" y="1609725"/>
                </a:lnTo>
                <a:lnTo>
                  <a:pt x="1114425" y="1628775"/>
                </a:lnTo>
                <a:lnTo>
                  <a:pt x="1104900" y="1628775"/>
                </a:lnTo>
                <a:lnTo>
                  <a:pt x="1104900" y="1638300"/>
                </a:lnTo>
                <a:lnTo>
                  <a:pt x="1085850" y="1638300"/>
                </a:lnTo>
                <a:lnTo>
                  <a:pt x="1085850" y="1628775"/>
                </a:lnTo>
                <a:lnTo>
                  <a:pt x="1028700" y="1628775"/>
                </a:lnTo>
                <a:lnTo>
                  <a:pt x="1028700" y="1638300"/>
                </a:lnTo>
                <a:lnTo>
                  <a:pt x="1000125" y="1638300"/>
                </a:lnTo>
                <a:lnTo>
                  <a:pt x="1000125" y="1628775"/>
                </a:lnTo>
                <a:lnTo>
                  <a:pt x="990600" y="1628775"/>
                </a:lnTo>
                <a:close/>
                <a:moveTo>
                  <a:pt x="1333500" y="1609725"/>
                </a:moveTo>
                <a:lnTo>
                  <a:pt x="1343025" y="1609725"/>
                </a:lnTo>
                <a:lnTo>
                  <a:pt x="1343025" y="1628775"/>
                </a:lnTo>
                <a:lnTo>
                  <a:pt x="1333500" y="1628775"/>
                </a:lnTo>
                <a:close/>
                <a:moveTo>
                  <a:pt x="1200150" y="1619250"/>
                </a:moveTo>
                <a:lnTo>
                  <a:pt x="1209675" y="1619250"/>
                </a:lnTo>
                <a:lnTo>
                  <a:pt x="1209675" y="1628775"/>
                </a:lnTo>
                <a:lnTo>
                  <a:pt x="1200150" y="1628775"/>
                </a:lnTo>
                <a:close/>
                <a:moveTo>
                  <a:pt x="1238250" y="1619250"/>
                </a:moveTo>
                <a:lnTo>
                  <a:pt x="1276350" y="1619250"/>
                </a:lnTo>
                <a:lnTo>
                  <a:pt x="1276350" y="1628775"/>
                </a:lnTo>
                <a:lnTo>
                  <a:pt x="1323975" y="1628775"/>
                </a:lnTo>
                <a:lnTo>
                  <a:pt x="1323975" y="1638300"/>
                </a:lnTo>
                <a:lnTo>
                  <a:pt x="1266825" y="1638300"/>
                </a:lnTo>
                <a:lnTo>
                  <a:pt x="1266825" y="1628775"/>
                </a:lnTo>
                <a:lnTo>
                  <a:pt x="1247775" y="1628775"/>
                </a:lnTo>
                <a:lnTo>
                  <a:pt x="1247775" y="1638300"/>
                </a:lnTo>
                <a:lnTo>
                  <a:pt x="1238250" y="1638300"/>
                </a:lnTo>
                <a:close/>
                <a:moveTo>
                  <a:pt x="123825" y="1628775"/>
                </a:moveTo>
                <a:lnTo>
                  <a:pt x="142875" y="1628775"/>
                </a:lnTo>
                <a:lnTo>
                  <a:pt x="142875" y="1695450"/>
                </a:lnTo>
                <a:lnTo>
                  <a:pt x="123825" y="1695450"/>
                </a:lnTo>
                <a:lnTo>
                  <a:pt x="123825" y="1724025"/>
                </a:lnTo>
                <a:lnTo>
                  <a:pt x="114300" y="1724025"/>
                </a:lnTo>
                <a:lnTo>
                  <a:pt x="114300" y="1647825"/>
                </a:lnTo>
                <a:lnTo>
                  <a:pt x="123825" y="1647825"/>
                </a:lnTo>
                <a:lnTo>
                  <a:pt x="123825" y="1685925"/>
                </a:lnTo>
                <a:lnTo>
                  <a:pt x="133350" y="1685925"/>
                </a:lnTo>
                <a:lnTo>
                  <a:pt x="133350" y="1638300"/>
                </a:lnTo>
                <a:lnTo>
                  <a:pt x="123825" y="1638300"/>
                </a:lnTo>
                <a:close/>
                <a:moveTo>
                  <a:pt x="200025" y="1628775"/>
                </a:moveTo>
                <a:lnTo>
                  <a:pt x="209550" y="1628775"/>
                </a:lnTo>
                <a:lnTo>
                  <a:pt x="209550" y="1638300"/>
                </a:lnTo>
                <a:lnTo>
                  <a:pt x="200025" y="1638300"/>
                </a:lnTo>
                <a:close/>
                <a:moveTo>
                  <a:pt x="590550" y="1628775"/>
                </a:moveTo>
                <a:lnTo>
                  <a:pt x="609600" y="1628775"/>
                </a:lnTo>
                <a:lnTo>
                  <a:pt x="609600" y="1638300"/>
                </a:lnTo>
                <a:lnTo>
                  <a:pt x="590550" y="1638300"/>
                </a:lnTo>
                <a:close/>
                <a:moveTo>
                  <a:pt x="1114425" y="1628775"/>
                </a:moveTo>
                <a:lnTo>
                  <a:pt x="1123950" y="1628775"/>
                </a:lnTo>
                <a:lnTo>
                  <a:pt x="1123950" y="1638300"/>
                </a:lnTo>
                <a:lnTo>
                  <a:pt x="1114425" y="1638300"/>
                </a:lnTo>
                <a:close/>
                <a:moveTo>
                  <a:pt x="1343025" y="1628775"/>
                </a:moveTo>
                <a:lnTo>
                  <a:pt x="1352550" y="1628775"/>
                </a:lnTo>
                <a:lnTo>
                  <a:pt x="1352550" y="1638300"/>
                </a:lnTo>
                <a:lnTo>
                  <a:pt x="1343025" y="1638300"/>
                </a:lnTo>
                <a:close/>
                <a:moveTo>
                  <a:pt x="152400" y="1657350"/>
                </a:moveTo>
                <a:lnTo>
                  <a:pt x="161925" y="1657350"/>
                </a:lnTo>
                <a:lnTo>
                  <a:pt x="161925" y="1666875"/>
                </a:lnTo>
                <a:lnTo>
                  <a:pt x="152400" y="1666875"/>
                </a:lnTo>
                <a:close/>
                <a:moveTo>
                  <a:pt x="1143000" y="1657350"/>
                </a:moveTo>
                <a:lnTo>
                  <a:pt x="1162050" y="1657350"/>
                </a:lnTo>
                <a:lnTo>
                  <a:pt x="1162050" y="1666875"/>
                </a:lnTo>
                <a:lnTo>
                  <a:pt x="1143000" y="1666875"/>
                </a:lnTo>
                <a:close/>
                <a:moveTo>
                  <a:pt x="1733550" y="1657350"/>
                </a:moveTo>
                <a:lnTo>
                  <a:pt x="1743075" y="1657350"/>
                </a:lnTo>
                <a:lnTo>
                  <a:pt x="1743075" y="1695450"/>
                </a:lnTo>
                <a:lnTo>
                  <a:pt x="1733550" y="1695450"/>
                </a:lnTo>
                <a:close/>
                <a:moveTo>
                  <a:pt x="685800" y="1666875"/>
                </a:moveTo>
                <a:lnTo>
                  <a:pt x="714375" y="1666875"/>
                </a:lnTo>
                <a:lnTo>
                  <a:pt x="714375" y="1676400"/>
                </a:lnTo>
                <a:lnTo>
                  <a:pt x="685800" y="1676400"/>
                </a:lnTo>
                <a:close/>
                <a:moveTo>
                  <a:pt x="1133475" y="1666875"/>
                </a:moveTo>
                <a:lnTo>
                  <a:pt x="1143000" y="1666875"/>
                </a:lnTo>
                <a:lnTo>
                  <a:pt x="1143000" y="1676400"/>
                </a:lnTo>
                <a:lnTo>
                  <a:pt x="1133475" y="1676400"/>
                </a:lnTo>
                <a:close/>
                <a:moveTo>
                  <a:pt x="238125" y="1676400"/>
                </a:moveTo>
                <a:lnTo>
                  <a:pt x="247650" y="1676400"/>
                </a:lnTo>
                <a:lnTo>
                  <a:pt x="247650" y="1685925"/>
                </a:lnTo>
                <a:lnTo>
                  <a:pt x="238125" y="1685925"/>
                </a:lnTo>
                <a:close/>
                <a:moveTo>
                  <a:pt x="314325" y="1676400"/>
                </a:moveTo>
                <a:lnTo>
                  <a:pt x="333375" y="1676400"/>
                </a:lnTo>
                <a:lnTo>
                  <a:pt x="333375" y="1685925"/>
                </a:lnTo>
                <a:lnTo>
                  <a:pt x="314325" y="1685925"/>
                </a:lnTo>
                <a:close/>
                <a:moveTo>
                  <a:pt x="628650" y="1676400"/>
                </a:moveTo>
                <a:lnTo>
                  <a:pt x="657225" y="1676400"/>
                </a:lnTo>
                <a:lnTo>
                  <a:pt x="657225" y="1685925"/>
                </a:lnTo>
                <a:lnTo>
                  <a:pt x="628650" y="1685925"/>
                </a:lnTo>
                <a:close/>
                <a:moveTo>
                  <a:pt x="904875" y="1676400"/>
                </a:moveTo>
                <a:lnTo>
                  <a:pt x="914400" y="1676400"/>
                </a:lnTo>
                <a:lnTo>
                  <a:pt x="914400" y="1685925"/>
                </a:lnTo>
                <a:lnTo>
                  <a:pt x="904875" y="1685925"/>
                </a:lnTo>
                <a:close/>
                <a:moveTo>
                  <a:pt x="123825" y="1724025"/>
                </a:moveTo>
                <a:lnTo>
                  <a:pt x="142875" y="1724025"/>
                </a:lnTo>
                <a:lnTo>
                  <a:pt x="142875" y="1733550"/>
                </a:lnTo>
                <a:lnTo>
                  <a:pt x="123825" y="1733550"/>
                </a:lnTo>
                <a:close/>
                <a:moveTo>
                  <a:pt x="142875" y="1733550"/>
                </a:moveTo>
                <a:lnTo>
                  <a:pt x="161925" y="1733550"/>
                </a:lnTo>
                <a:lnTo>
                  <a:pt x="161925" y="1752600"/>
                </a:lnTo>
                <a:lnTo>
                  <a:pt x="142875" y="1752600"/>
                </a:lnTo>
                <a:close/>
                <a:moveTo>
                  <a:pt x="209550" y="1733550"/>
                </a:moveTo>
                <a:lnTo>
                  <a:pt x="219075" y="1733550"/>
                </a:lnTo>
                <a:lnTo>
                  <a:pt x="219075" y="1752600"/>
                </a:lnTo>
                <a:lnTo>
                  <a:pt x="209550" y="1752600"/>
                </a:lnTo>
                <a:close/>
                <a:moveTo>
                  <a:pt x="257175" y="1733550"/>
                </a:moveTo>
                <a:lnTo>
                  <a:pt x="333375" y="1733550"/>
                </a:lnTo>
                <a:lnTo>
                  <a:pt x="333375" y="1752600"/>
                </a:lnTo>
                <a:lnTo>
                  <a:pt x="257175" y="1752600"/>
                </a:lnTo>
                <a:close/>
                <a:moveTo>
                  <a:pt x="352425" y="1733550"/>
                </a:moveTo>
                <a:lnTo>
                  <a:pt x="361950" y="1733550"/>
                </a:lnTo>
                <a:lnTo>
                  <a:pt x="361950" y="1752600"/>
                </a:lnTo>
                <a:lnTo>
                  <a:pt x="352425" y="1752600"/>
                </a:lnTo>
                <a:close/>
                <a:moveTo>
                  <a:pt x="371475" y="1733550"/>
                </a:moveTo>
                <a:lnTo>
                  <a:pt x="476250" y="1733550"/>
                </a:lnTo>
                <a:lnTo>
                  <a:pt x="476250" y="1752600"/>
                </a:lnTo>
                <a:lnTo>
                  <a:pt x="447675" y="1752600"/>
                </a:lnTo>
                <a:lnTo>
                  <a:pt x="447675" y="1762125"/>
                </a:lnTo>
                <a:lnTo>
                  <a:pt x="428625" y="1762125"/>
                </a:lnTo>
                <a:lnTo>
                  <a:pt x="428625" y="1752600"/>
                </a:lnTo>
                <a:lnTo>
                  <a:pt x="371475" y="1752600"/>
                </a:lnTo>
                <a:close/>
                <a:moveTo>
                  <a:pt x="571500" y="1733550"/>
                </a:moveTo>
                <a:lnTo>
                  <a:pt x="638175" y="1733550"/>
                </a:lnTo>
                <a:lnTo>
                  <a:pt x="638175" y="1752600"/>
                </a:lnTo>
                <a:lnTo>
                  <a:pt x="609600" y="1752600"/>
                </a:lnTo>
                <a:lnTo>
                  <a:pt x="609600" y="1762125"/>
                </a:lnTo>
                <a:lnTo>
                  <a:pt x="571500" y="1762125"/>
                </a:lnTo>
                <a:close/>
                <a:moveTo>
                  <a:pt x="647700" y="1733550"/>
                </a:moveTo>
                <a:lnTo>
                  <a:pt x="742950" y="1733550"/>
                </a:lnTo>
                <a:lnTo>
                  <a:pt x="742950" y="1752600"/>
                </a:lnTo>
                <a:lnTo>
                  <a:pt x="647700" y="1752600"/>
                </a:lnTo>
                <a:close/>
                <a:moveTo>
                  <a:pt x="781050" y="1733550"/>
                </a:moveTo>
                <a:lnTo>
                  <a:pt x="857250" y="1733550"/>
                </a:lnTo>
                <a:lnTo>
                  <a:pt x="857250" y="1752600"/>
                </a:lnTo>
                <a:lnTo>
                  <a:pt x="781050" y="1752600"/>
                </a:lnTo>
                <a:close/>
                <a:moveTo>
                  <a:pt x="866775" y="1733550"/>
                </a:moveTo>
                <a:lnTo>
                  <a:pt x="895350" y="1733550"/>
                </a:lnTo>
                <a:lnTo>
                  <a:pt x="895350" y="1752600"/>
                </a:lnTo>
                <a:lnTo>
                  <a:pt x="866775" y="1752600"/>
                </a:lnTo>
                <a:close/>
                <a:moveTo>
                  <a:pt x="914400" y="1733550"/>
                </a:moveTo>
                <a:lnTo>
                  <a:pt x="1095375" y="1733550"/>
                </a:lnTo>
                <a:lnTo>
                  <a:pt x="1095375" y="1752600"/>
                </a:lnTo>
                <a:lnTo>
                  <a:pt x="962025" y="1752600"/>
                </a:lnTo>
                <a:lnTo>
                  <a:pt x="962025" y="1762125"/>
                </a:lnTo>
                <a:lnTo>
                  <a:pt x="942975" y="1762125"/>
                </a:lnTo>
                <a:lnTo>
                  <a:pt x="942975" y="1752600"/>
                </a:lnTo>
                <a:lnTo>
                  <a:pt x="914400" y="1752600"/>
                </a:lnTo>
                <a:close/>
                <a:moveTo>
                  <a:pt x="1114425" y="1733550"/>
                </a:moveTo>
                <a:lnTo>
                  <a:pt x="1228725" y="1733550"/>
                </a:lnTo>
                <a:lnTo>
                  <a:pt x="1228725" y="1743075"/>
                </a:lnTo>
                <a:lnTo>
                  <a:pt x="1247775" y="1743075"/>
                </a:lnTo>
                <a:lnTo>
                  <a:pt x="1247775" y="1733550"/>
                </a:lnTo>
                <a:lnTo>
                  <a:pt x="1276350" y="1733550"/>
                </a:lnTo>
                <a:lnTo>
                  <a:pt x="1276350" y="1752600"/>
                </a:lnTo>
                <a:lnTo>
                  <a:pt x="1228725" y="1752600"/>
                </a:lnTo>
                <a:lnTo>
                  <a:pt x="1228725" y="1762125"/>
                </a:lnTo>
                <a:lnTo>
                  <a:pt x="1190625" y="1762125"/>
                </a:lnTo>
                <a:lnTo>
                  <a:pt x="1190625" y="1752600"/>
                </a:lnTo>
                <a:lnTo>
                  <a:pt x="1114425" y="1752600"/>
                </a:lnTo>
                <a:close/>
                <a:moveTo>
                  <a:pt x="1295400" y="1733550"/>
                </a:moveTo>
                <a:lnTo>
                  <a:pt x="1343025" y="1733550"/>
                </a:lnTo>
                <a:lnTo>
                  <a:pt x="1343025" y="1752600"/>
                </a:lnTo>
                <a:lnTo>
                  <a:pt x="1295400" y="1752600"/>
                </a:lnTo>
                <a:close/>
                <a:moveTo>
                  <a:pt x="1352550" y="1733550"/>
                </a:moveTo>
                <a:lnTo>
                  <a:pt x="1504950" y="1733550"/>
                </a:lnTo>
                <a:lnTo>
                  <a:pt x="1504950" y="1752600"/>
                </a:lnTo>
                <a:lnTo>
                  <a:pt x="1352550" y="1752600"/>
                </a:lnTo>
                <a:close/>
                <a:moveTo>
                  <a:pt x="1524000" y="1733550"/>
                </a:moveTo>
                <a:lnTo>
                  <a:pt x="1543050" y="1733550"/>
                </a:lnTo>
                <a:lnTo>
                  <a:pt x="1543050" y="1752600"/>
                </a:lnTo>
                <a:lnTo>
                  <a:pt x="1524000" y="1752600"/>
                </a:lnTo>
                <a:close/>
                <a:moveTo>
                  <a:pt x="1619250" y="1733550"/>
                </a:moveTo>
                <a:lnTo>
                  <a:pt x="1676400" y="1733550"/>
                </a:lnTo>
                <a:lnTo>
                  <a:pt x="1676400" y="1752600"/>
                </a:lnTo>
                <a:lnTo>
                  <a:pt x="1619250" y="1752600"/>
                </a:lnTo>
                <a:close/>
                <a:moveTo>
                  <a:pt x="123825" y="1752600"/>
                </a:moveTo>
                <a:lnTo>
                  <a:pt x="142875" y="1752600"/>
                </a:lnTo>
                <a:lnTo>
                  <a:pt x="142875" y="1771650"/>
                </a:lnTo>
                <a:lnTo>
                  <a:pt x="123825" y="1771650"/>
                </a:lnTo>
                <a:close/>
                <a:moveTo>
                  <a:pt x="476250" y="1752600"/>
                </a:moveTo>
                <a:lnTo>
                  <a:pt x="542925" y="1752600"/>
                </a:lnTo>
                <a:lnTo>
                  <a:pt x="542925" y="1762125"/>
                </a:lnTo>
                <a:lnTo>
                  <a:pt x="476250" y="1762125"/>
                </a:lnTo>
                <a:close/>
                <a:moveTo>
                  <a:pt x="161925" y="1762125"/>
                </a:moveTo>
                <a:lnTo>
                  <a:pt x="180975" y="1762125"/>
                </a:lnTo>
                <a:lnTo>
                  <a:pt x="180975" y="1790700"/>
                </a:lnTo>
                <a:lnTo>
                  <a:pt x="161925" y="1790700"/>
                </a:lnTo>
                <a:lnTo>
                  <a:pt x="161925" y="1800225"/>
                </a:lnTo>
                <a:lnTo>
                  <a:pt x="180975" y="1800225"/>
                </a:lnTo>
                <a:lnTo>
                  <a:pt x="180975" y="1819275"/>
                </a:lnTo>
                <a:lnTo>
                  <a:pt x="133350" y="1819275"/>
                </a:lnTo>
                <a:lnTo>
                  <a:pt x="133350" y="1781175"/>
                </a:lnTo>
                <a:lnTo>
                  <a:pt x="142875" y="1781175"/>
                </a:lnTo>
                <a:lnTo>
                  <a:pt x="142875" y="1790700"/>
                </a:lnTo>
                <a:lnTo>
                  <a:pt x="152400" y="1790700"/>
                </a:lnTo>
                <a:lnTo>
                  <a:pt x="152400" y="1781175"/>
                </a:lnTo>
                <a:lnTo>
                  <a:pt x="161925" y="1781175"/>
                </a:lnTo>
                <a:close/>
                <a:moveTo>
                  <a:pt x="114300" y="1790700"/>
                </a:moveTo>
                <a:lnTo>
                  <a:pt x="123825" y="1790700"/>
                </a:lnTo>
                <a:lnTo>
                  <a:pt x="123825" y="1838325"/>
                </a:lnTo>
                <a:lnTo>
                  <a:pt x="114300" y="1838325"/>
                </a:lnTo>
                <a:close/>
                <a:moveTo>
                  <a:pt x="1714500" y="1800225"/>
                </a:moveTo>
                <a:lnTo>
                  <a:pt x="1724025" y="1800225"/>
                </a:lnTo>
                <a:lnTo>
                  <a:pt x="1724025" y="1819275"/>
                </a:lnTo>
                <a:lnTo>
                  <a:pt x="1714500" y="1819275"/>
                </a:lnTo>
                <a:close/>
                <a:moveTo>
                  <a:pt x="1733550" y="1800225"/>
                </a:moveTo>
                <a:lnTo>
                  <a:pt x="1743075" y="1800225"/>
                </a:lnTo>
                <a:lnTo>
                  <a:pt x="1743075" y="1924050"/>
                </a:lnTo>
                <a:lnTo>
                  <a:pt x="1733550" y="1924050"/>
                </a:lnTo>
                <a:lnTo>
                  <a:pt x="1733550" y="1895475"/>
                </a:lnTo>
                <a:lnTo>
                  <a:pt x="1724025" y="1895475"/>
                </a:lnTo>
                <a:lnTo>
                  <a:pt x="1724025" y="1905000"/>
                </a:lnTo>
                <a:lnTo>
                  <a:pt x="1714500" y="1905000"/>
                </a:lnTo>
                <a:lnTo>
                  <a:pt x="1714500" y="1895475"/>
                </a:lnTo>
                <a:lnTo>
                  <a:pt x="1657350" y="1895475"/>
                </a:lnTo>
                <a:lnTo>
                  <a:pt x="1657350" y="1885950"/>
                </a:lnTo>
                <a:lnTo>
                  <a:pt x="1638300" y="1885950"/>
                </a:lnTo>
                <a:lnTo>
                  <a:pt x="1638300" y="1876425"/>
                </a:lnTo>
                <a:lnTo>
                  <a:pt x="1647825" y="1876425"/>
                </a:lnTo>
                <a:lnTo>
                  <a:pt x="1647825" y="1866900"/>
                </a:lnTo>
                <a:lnTo>
                  <a:pt x="1657350" y="1866900"/>
                </a:lnTo>
                <a:lnTo>
                  <a:pt x="1657350" y="1876425"/>
                </a:lnTo>
                <a:lnTo>
                  <a:pt x="1724025" y="1876425"/>
                </a:lnTo>
                <a:lnTo>
                  <a:pt x="1724025" y="1885950"/>
                </a:lnTo>
                <a:lnTo>
                  <a:pt x="1733550" y="1885950"/>
                </a:lnTo>
                <a:close/>
                <a:moveTo>
                  <a:pt x="133350" y="1828800"/>
                </a:moveTo>
                <a:lnTo>
                  <a:pt x="142875" y="1828800"/>
                </a:lnTo>
                <a:lnTo>
                  <a:pt x="142875" y="1847850"/>
                </a:lnTo>
                <a:lnTo>
                  <a:pt x="152400" y="1847850"/>
                </a:lnTo>
                <a:lnTo>
                  <a:pt x="152400" y="1828800"/>
                </a:lnTo>
                <a:lnTo>
                  <a:pt x="161925" y="1828800"/>
                </a:lnTo>
                <a:lnTo>
                  <a:pt x="161925" y="1838325"/>
                </a:lnTo>
                <a:lnTo>
                  <a:pt x="180975" y="1838325"/>
                </a:lnTo>
                <a:lnTo>
                  <a:pt x="180975" y="1857375"/>
                </a:lnTo>
                <a:lnTo>
                  <a:pt x="161925" y="1857375"/>
                </a:lnTo>
                <a:lnTo>
                  <a:pt x="161925" y="1876425"/>
                </a:lnTo>
                <a:lnTo>
                  <a:pt x="152400" y="1876425"/>
                </a:lnTo>
                <a:lnTo>
                  <a:pt x="152400" y="1895475"/>
                </a:lnTo>
                <a:lnTo>
                  <a:pt x="161925" y="1895475"/>
                </a:lnTo>
                <a:lnTo>
                  <a:pt x="161925" y="1885950"/>
                </a:lnTo>
                <a:lnTo>
                  <a:pt x="180975" y="1885950"/>
                </a:lnTo>
                <a:lnTo>
                  <a:pt x="180975" y="1905000"/>
                </a:lnTo>
                <a:lnTo>
                  <a:pt x="161925" y="1905000"/>
                </a:lnTo>
                <a:lnTo>
                  <a:pt x="161925" y="1924050"/>
                </a:lnTo>
                <a:lnTo>
                  <a:pt x="152400" y="1924050"/>
                </a:lnTo>
                <a:lnTo>
                  <a:pt x="152400" y="1914525"/>
                </a:lnTo>
                <a:lnTo>
                  <a:pt x="142875" y="1914525"/>
                </a:lnTo>
                <a:lnTo>
                  <a:pt x="142875" y="1924050"/>
                </a:lnTo>
                <a:lnTo>
                  <a:pt x="123825" y="1924050"/>
                </a:lnTo>
                <a:lnTo>
                  <a:pt x="123825" y="1847850"/>
                </a:lnTo>
                <a:lnTo>
                  <a:pt x="133350" y="1847850"/>
                </a:lnTo>
                <a:close/>
                <a:moveTo>
                  <a:pt x="428625" y="1866900"/>
                </a:moveTo>
                <a:lnTo>
                  <a:pt x="438150" y="1866900"/>
                </a:lnTo>
                <a:lnTo>
                  <a:pt x="438150" y="1876425"/>
                </a:lnTo>
                <a:lnTo>
                  <a:pt x="428625" y="1876425"/>
                </a:lnTo>
                <a:close/>
                <a:moveTo>
                  <a:pt x="819150" y="1866900"/>
                </a:moveTo>
                <a:lnTo>
                  <a:pt x="838200" y="1866900"/>
                </a:lnTo>
                <a:lnTo>
                  <a:pt x="838200" y="1876425"/>
                </a:lnTo>
                <a:lnTo>
                  <a:pt x="847725" y="1876425"/>
                </a:lnTo>
                <a:lnTo>
                  <a:pt x="847725" y="1885950"/>
                </a:lnTo>
                <a:lnTo>
                  <a:pt x="838200" y="1885950"/>
                </a:lnTo>
                <a:lnTo>
                  <a:pt x="838200" y="1895475"/>
                </a:lnTo>
                <a:lnTo>
                  <a:pt x="819150" y="1895475"/>
                </a:lnTo>
                <a:close/>
                <a:moveTo>
                  <a:pt x="419100" y="1876425"/>
                </a:moveTo>
                <a:lnTo>
                  <a:pt x="428625" y="1876425"/>
                </a:lnTo>
                <a:lnTo>
                  <a:pt x="428625" y="1885950"/>
                </a:lnTo>
                <a:lnTo>
                  <a:pt x="419100" y="1885950"/>
                </a:lnTo>
                <a:close/>
                <a:moveTo>
                  <a:pt x="790575" y="1876425"/>
                </a:moveTo>
                <a:lnTo>
                  <a:pt x="800100" y="1876425"/>
                </a:lnTo>
                <a:lnTo>
                  <a:pt x="800100" y="1885950"/>
                </a:lnTo>
                <a:lnTo>
                  <a:pt x="790575" y="1885950"/>
                </a:lnTo>
                <a:close/>
                <a:moveTo>
                  <a:pt x="904875" y="1876425"/>
                </a:moveTo>
                <a:lnTo>
                  <a:pt x="952500" y="1876425"/>
                </a:lnTo>
                <a:lnTo>
                  <a:pt x="952500" y="1895475"/>
                </a:lnTo>
                <a:lnTo>
                  <a:pt x="904875" y="1895475"/>
                </a:lnTo>
                <a:close/>
                <a:moveTo>
                  <a:pt x="1000125" y="1876425"/>
                </a:moveTo>
                <a:lnTo>
                  <a:pt x="1047750" y="1876425"/>
                </a:lnTo>
                <a:lnTo>
                  <a:pt x="1047750" y="1895475"/>
                </a:lnTo>
                <a:lnTo>
                  <a:pt x="1009650" y="1895475"/>
                </a:lnTo>
                <a:lnTo>
                  <a:pt x="1009650" y="1885950"/>
                </a:lnTo>
                <a:lnTo>
                  <a:pt x="1000125" y="1885950"/>
                </a:lnTo>
                <a:close/>
                <a:moveTo>
                  <a:pt x="1114425" y="1876425"/>
                </a:moveTo>
                <a:lnTo>
                  <a:pt x="1152525" y="1876425"/>
                </a:lnTo>
                <a:lnTo>
                  <a:pt x="1152525" y="1895475"/>
                </a:lnTo>
                <a:lnTo>
                  <a:pt x="1114425" y="1895475"/>
                </a:lnTo>
                <a:close/>
                <a:moveTo>
                  <a:pt x="1171575" y="1876425"/>
                </a:moveTo>
                <a:lnTo>
                  <a:pt x="1219200" y="1876425"/>
                </a:lnTo>
                <a:lnTo>
                  <a:pt x="1219200" y="1895475"/>
                </a:lnTo>
                <a:lnTo>
                  <a:pt x="1171575" y="1895475"/>
                </a:lnTo>
                <a:close/>
                <a:moveTo>
                  <a:pt x="1457325" y="1876425"/>
                </a:moveTo>
                <a:lnTo>
                  <a:pt x="1476375" y="1876425"/>
                </a:lnTo>
                <a:lnTo>
                  <a:pt x="1476375" y="1895475"/>
                </a:lnTo>
                <a:lnTo>
                  <a:pt x="1457325" y="1895475"/>
                </a:lnTo>
                <a:close/>
                <a:moveTo>
                  <a:pt x="200025" y="1885950"/>
                </a:moveTo>
                <a:lnTo>
                  <a:pt x="209550" y="1885950"/>
                </a:lnTo>
                <a:lnTo>
                  <a:pt x="209550" y="1905000"/>
                </a:lnTo>
                <a:lnTo>
                  <a:pt x="200025" y="1905000"/>
                </a:lnTo>
                <a:close/>
                <a:moveTo>
                  <a:pt x="133350" y="1895475"/>
                </a:moveTo>
                <a:lnTo>
                  <a:pt x="142875" y="1895475"/>
                </a:lnTo>
                <a:lnTo>
                  <a:pt x="142875" y="1876425"/>
                </a:lnTo>
                <a:lnTo>
                  <a:pt x="133350" y="1876425"/>
                </a:lnTo>
                <a:close/>
                <a:moveTo>
                  <a:pt x="381000" y="1895475"/>
                </a:moveTo>
                <a:lnTo>
                  <a:pt x="390525" y="1895475"/>
                </a:lnTo>
                <a:lnTo>
                  <a:pt x="390525" y="1905000"/>
                </a:lnTo>
                <a:lnTo>
                  <a:pt x="381000" y="1905000"/>
                </a:lnTo>
                <a:close/>
                <a:moveTo>
                  <a:pt x="457200" y="1914525"/>
                </a:moveTo>
                <a:lnTo>
                  <a:pt x="466725" y="1914525"/>
                </a:lnTo>
                <a:lnTo>
                  <a:pt x="466725" y="1924050"/>
                </a:lnTo>
                <a:lnTo>
                  <a:pt x="457200" y="1924050"/>
                </a:lnTo>
                <a:close/>
                <a:moveTo>
                  <a:pt x="1609725" y="1914525"/>
                </a:moveTo>
                <a:lnTo>
                  <a:pt x="1619250" y="1914525"/>
                </a:lnTo>
                <a:lnTo>
                  <a:pt x="1619250" y="1924050"/>
                </a:lnTo>
                <a:lnTo>
                  <a:pt x="1609725" y="1924050"/>
                </a:lnTo>
                <a:close/>
                <a:moveTo>
                  <a:pt x="1628775" y="1914525"/>
                </a:moveTo>
                <a:lnTo>
                  <a:pt x="1638300" y="1914525"/>
                </a:lnTo>
                <a:lnTo>
                  <a:pt x="1638300" y="1924050"/>
                </a:lnTo>
                <a:lnTo>
                  <a:pt x="1628775" y="1924050"/>
                </a:lnTo>
                <a:close/>
                <a:moveTo>
                  <a:pt x="114300" y="1924050"/>
                </a:moveTo>
                <a:lnTo>
                  <a:pt x="123825" y="1924050"/>
                </a:lnTo>
                <a:lnTo>
                  <a:pt x="123825" y="1943100"/>
                </a:lnTo>
                <a:lnTo>
                  <a:pt x="114300" y="1943100"/>
                </a:lnTo>
                <a:close/>
                <a:moveTo>
                  <a:pt x="1638300" y="1924050"/>
                </a:moveTo>
                <a:lnTo>
                  <a:pt x="1647825" y="1924050"/>
                </a:lnTo>
                <a:lnTo>
                  <a:pt x="1647825" y="1933575"/>
                </a:lnTo>
                <a:lnTo>
                  <a:pt x="1638300" y="1933575"/>
                </a:lnTo>
                <a:close/>
                <a:moveTo>
                  <a:pt x="1647825" y="1933575"/>
                </a:moveTo>
                <a:lnTo>
                  <a:pt x="1657350" y="1933575"/>
                </a:lnTo>
                <a:lnTo>
                  <a:pt x="1657350" y="1952625"/>
                </a:lnTo>
                <a:lnTo>
                  <a:pt x="1647825" y="1952625"/>
                </a:lnTo>
                <a:close/>
                <a:moveTo>
                  <a:pt x="542925" y="1971675"/>
                </a:moveTo>
                <a:lnTo>
                  <a:pt x="571500" y="1971675"/>
                </a:lnTo>
                <a:lnTo>
                  <a:pt x="571500" y="1981200"/>
                </a:lnTo>
                <a:lnTo>
                  <a:pt x="542925" y="1981200"/>
                </a:lnTo>
                <a:close/>
                <a:moveTo>
                  <a:pt x="1000125" y="1971675"/>
                </a:moveTo>
                <a:lnTo>
                  <a:pt x="1009650" y="1971675"/>
                </a:lnTo>
                <a:lnTo>
                  <a:pt x="1009650" y="1981200"/>
                </a:lnTo>
                <a:lnTo>
                  <a:pt x="1000125" y="1981200"/>
                </a:lnTo>
                <a:close/>
                <a:moveTo>
                  <a:pt x="133350" y="1981200"/>
                </a:moveTo>
                <a:lnTo>
                  <a:pt x="142875" y="1981200"/>
                </a:lnTo>
                <a:lnTo>
                  <a:pt x="142875" y="2028825"/>
                </a:lnTo>
                <a:lnTo>
                  <a:pt x="133350" y="2028825"/>
                </a:lnTo>
                <a:close/>
                <a:moveTo>
                  <a:pt x="200025" y="1981200"/>
                </a:moveTo>
                <a:lnTo>
                  <a:pt x="209550" y="1981200"/>
                </a:lnTo>
                <a:lnTo>
                  <a:pt x="209550" y="1990725"/>
                </a:lnTo>
                <a:lnTo>
                  <a:pt x="200025" y="1990725"/>
                </a:lnTo>
                <a:close/>
                <a:moveTo>
                  <a:pt x="419100" y="1981200"/>
                </a:moveTo>
                <a:lnTo>
                  <a:pt x="438150" y="1981200"/>
                </a:lnTo>
                <a:lnTo>
                  <a:pt x="438150" y="1990725"/>
                </a:lnTo>
                <a:lnTo>
                  <a:pt x="428625" y="1990725"/>
                </a:lnTo>
                <a:lnTo>
                  <a:pt x="428625" y="2000250"/>
                </a:lnTo>
                <a:lnTo>
                  <a:pt x="419100" y="2000250"/>
                </a:lnTo>
                <a:close/>
                <a:moveTo>
                  <a:pt x="485775" y="1981200"/>
                </a:moveTo>
                <a:lnTo>
                  <a:pt x="495300" y="1981200"/>
                </a:lnTo>
                <a:lnTo>
                  <a:pt x="495300" y="1990725"/>
                </a:lnTo>
                <a:lnTo>
                  <a:pt x="485775" y="1990725"/>
                </a:lnTo>
                <a:close/>
                <a:moveTo>
                  <a:pt x="685800" y="1981200"/>
                </a:moveTo>
                <a:lnTo>
                  <a:pt x="714375" y="1981200"/>
                </a:lnTo>
                <a:lnTo>
                  <a:pt x="714375" y="1990725"/>
                </a:lnTo>
                <a:lnTo>
                  <a:pt x="685800" y="1990725"/>
                </a:lnTo>
                <a:close/>
                <a:moveTo>
                  <a:pt x="771525" y="1981200"/>
                </a:moveTo>
                <a:lnTo>
                  <a:pt x="781050" y="1981200"/>
                </a:lnTo>
                <a:lnTo>
                  <a:pt x="781050" y="1990725"/>
                </a:lnTo>
                <a:lnTo>
                  <a:pt x="771525" y="1990725"/>
                </a:lnTo>
                <a:close/>
                <a:moveTo>
                  <a:pt x="790575" y="1981200"/>
                </a:moveTo>
                <a:lnTo>
                  <a:pt x="800100" y="1981200"/>
                </a:lnTo>
                <a:lnTo>
                  <a:pt x="800100" y="1990725"/>
                </a:lnTo>
                <a:lnTo>
                  <a:pt x="790575" y="1990725"/>
                </a:lnTo>
                <a:close/>
                <a:moveTo>
                  <a:pt x="923925" y="1981200"/>
                </a:moveTo>
                <a:lnTo>
                  <a:pt x="952500" y="1981200"/>
                </a:lnTo>
                <a:lnTo>
                  <a:pt x="952500" y="1990725"/>
                </a:lnTo>
                <a:lnTo>
                  <a:pt x="923925" y="1990725"/>
                </a:lnTo>
                <a:close/>
                <a:moveTo>
                  <a:pt x="1181100" y="1981200"/>
                </a:moveTo>
                <a:lnTo>
                  <a:pt x="1200150" y="1981200"/>
                </a:lnTo>
                <a:lnTo>
                  <a:pt x="1200150" y="1990725"/>
                </a:lnTo>
                <a:lnTo>
                  <a:pt x="1181100" y="1990725"/>
                </a:lnTo>
                <a:close/>
                <a:moveTo>
                  <a:pt x="1238250" y="1981200"/>
                </a:moveTo>
                <a:lnTo>
                  <a:pt x="1247775" y="1981200"/>
                </a:lnTo>
                <a:lnTo>
                  <a:pt x="1247775" y="1990725"/>
                </a:lnTo>
                <a:lnTo>
                  <a:pt x="1238250" y="1990725"/>
                </a:lnTo>
                <a:close/>
                <a:moveTo>
                  <a:pt x="114300" y="1990725"/>
                </a:moveTo>
                <a:lnTo>
                  <a:pt x="123825" y="1990725"/>
                </a:lnTo>
                <a:lnTo>
                  <a:pt x="123825" y="2028825"/>
                </a:lnTo>
                <a:lnTo>
                  <a:pt x="114300" y="2028825"/>
                </a:lnTo>
                <a:close/>
                <a:moveTo>
                  <a:pt x="219075" y="2019300"/>
                </a:moveTo>
                <a:lnTo>
                  <a:pt x="228600" y="2019300"/>
                </a:lnTo>
                <a:lnTo>
                  <a:pt x="228600" y="2028825"/>
                </a:lnTo>
                <a:lnTo>
                  <a:pt x="219075" y="2028825"/>
                </a:lnTo>
                <a:close/>
                <a:moveTo>
                  <a:pt x="1123950" y="2028825"/>
                </a:moveTo>
                <a:lnTo>
                  <a:pt x="1133475" y="2028825"/>
                </a:lnTo>
                <a:lnTo>
                  <a:pt x="1133475" y="2038350"/>
                </a:lnTo>
                <a:lnTo>
                  <a:pt x="1123950" y="2038350"/>
                </a:lnTo>
                <a:close/>
                <a:moveTo>
                  <a:pt x="219075" y="2085975"/>
                </a:moveTo>
                <a:lnTo>
                  <a:pt x="238125" y="2085975"/>
                </a:lnTo>
                <a:lnTo>
                  <a:pt x="238125" y="2095500"/>
                </a:lnTo>
                <a:lnTo>
                  <a:pt x="219075" y="2095500"/>
                </a:lnTo>
                <a:close/>
                <a:moveTo>
                  <a:pt x="247650" y="2085975"/>
                </a:moveTo>
                <a:lnTo>
                  <a:pt x="257175" y="2085975"/>
                </a:lnTo>
                <a:lnTo>
                  <a:pt x="257175" y="2095500"/>
                </a:lnTo>
                <a:lnTo>
                  <a:pt x="247650" y="2095500"/>
                </a:lnTo>
                <a:close/>
                <a:moveTo>
                  <a:pt x="285750" y="2085975"/>
                </a:moveTo>
                <a:lnTo>
                  <a:pt x="314325" y="2085975"/>
                </a:lnTo>
                <a:lnTo>
                  <a:pt x="314325" y="2105025"/>
                </a:lnTo>
                <a:lnTo>
                  <a:pt x="295275" y="2105025"/>
                </a:lnTo>
                <a:lnTo>
                  <a:pt x="295275" y="2095500"/>
                </a:lnTo>
                <a:lnTo>
                  <a:pt x="285750" y="2095500"/>
                </a:lnTo>
                <a:close/>
                <a:moveTo>
                  <a:pt x="466725" y="2085975"/>
                </a:moveTo>
                <a:lnTo>
                  <a:pt x="495300" y="2085975"/>
                </a:lnTo>
                <a:lnTo>
                  <a:pt x="495300" y="2095500"/>
                </a:lnTo>
                <a:lnTo>
                  <a:pt x="485775" y="2095500"/>
                </a:lnTo>
                <a:lnTo>
                  <a:pt x="485775" y="2105025"/>
                </a:lnTo>
                <a:lnTo>
                  <a:pt x="523875" y="2105025"/>
                </a:lnTo>
                <a:lnTo>
                  <a:pt x="523875" y="2085975"/>
                </a:lnTo>
                <a:lnTo>
                  <a:pt x="542925" y="2085975"/>
                </a:lnTo>
                <a:lnTo>
                  <a:pt x="542925" y="2105025"/>
                </a:lnTo>
                <a:lnTo>
                  <a:pt x="561975" y="2105025"/>
                </a:lnTo>
                <a:lnTo>
                  <a:pt x="561975" y="2085975"/>
                </a:lnTo>
                <a:lnTo>
                  <a:pt x="685800" y="2085975"/>
                </a:lnTo>
                <a:lnTo>
                  <a:pt x="685800" y="2095500"/>
                </a:lnTo>
                <a:lnTo>
                  <a:pt x="666750" y="2095500"/>
                </a:lnTo>
                <a:lnTo>
                  <a:pt x="666750" y="2114550"/>
                </a:lnTo>
                <a:lnTo>
                  <a:pt x="381000" y="2114550"/>
                </a:lnTo>
                <a:lnTo>
                  <a:pt x="381000" y="2105025"/>
                </a:lnTo>
                <a:lnTo>
                  <a:pt x="466725" y="2105025"/>
                </a:lnTo>
                <a:close/>
                <a:moveTo>
                  <a:pt x="695325" y="2085975"/>
                </a:moveTo>
                <a:lnTo>
                  <a:pt x="733425" y="2085975"/>
                </a:lnTo>
                <a:lnTo>
                  <a:pt x="733425" y="2095500"/>
                </a:lnTo>
                <a:lnTo>
                  <a:pt x="752475" y="2095500"/>
                </a:lnTo>
                <a:lnTo>
                  <a:pt x="752475" y="2085975"/>
                </a:lnTo>
                <a:lnTo>
                  <a:pt x="847725" y="2085975"/>
                </a:lnTo>
                <a:lnTo>
                  <a:pt x="847725" y="2105025"/>
                </a:lnTo>
                <a:lnTo>
                  <a:pt x="866775" y="2105025"/>
                </a:lnTo>
                <a:lnTo>
                  <a:pt x="866775" y="2085975"/>
                </a:lnTo>
                <a:lnTo>
                  <a:pt x="923925" y="2085975"/>
                </a:lnTo>
                <a:lnTo>
                  <a:pt x="923925" y="2105025"/>
                </a:lnTo>
                <a:lnTo>
                  <a:pt x="866775" y="2105025"/>
                </a:lnTo>
                <a:lnTo>
                  <a:pt x="866775" y="2114550"/>
                </a:lnTo>
                <a:lnTo>
                  <a:pt x="828675" y="2114550"/>
                </a:lnTo>
                <a:lnTo>
                  <a:pt x="828675" y="2105025"/>
                </a:lnTo>
                <a:lnTo>
                  <a:pt x="809625" y="2105025"/>
                </a:lnTo>
                <a:lnTo>
                  <a:pt x="809625" y="2095500"/>
                </a:lnTo>
                <a:lnTo>
                  <a:pt x="800100" y="2095500"/>
                </a:lnTo>
                <a:lnTo>
                  <a:pt x="800100" y="2105025"/>
                </a:lnTo>
                <a:lnTo>
                  <a:pt x="809625" y="2105025"/>
                </a:lnTo>
                <a:lnTo>
                  <a:pt x="809625" y="2114550"/>
                </a:lnTo>
                <a:lnTo>
                  <a:pt x="752475" y="2114550"/>
                </a:lnTo>
                <a:lnTo>
                  <a:pt x="752475" y="2105025"/>
                </a:lnTo>
                <a:lnTo>
                  <a:pt x="742950" y="2105025"/>
                </a:lnTo>
                <a:lnTo>
                  <a:pt x="742950" y="2114550"/>
                </a:lnTo>
                <a:lnTo>
                  <a:pt x="733425" y="2114550"/>
                </a:lnTo>
                <a:lnTo>
                  <a:pt x="733425" y="2105025"/>
                </a:lnTo>
                <a:lnTo>
                  <a:pt x="695325" y="2105025"/>
                </a:lnTo>
                <a:close/>
                <a:moveTo>
                  <a:pt x="971550" y="2085975"/>
                </a:moveTo>
                <a:lnTo>
                  <a:pt x="990600" y="2085975"/>
                </a:lnTo>
                <a:lnTo>
                  <a:pt x="990600" y="2105025"/>
                </a:lnTo>
                <a:lnTo>
                  <a:pt x="971550" y="2105025"/>
                </a:lnTo>
                <a:close/>
                <a:moveTo>
                  <a:pt x="1000125" y="2085975"/>
                </a:moveTo>
                <a:lnTo>
                  <a:pt x="1009650" y="2085975"/>
                </a:lnTo>
                <a:lnTo>
                  <a:pt x="1009650" y="2105025"/>
                </a:lnTo>
                <a:lnTo>
                  <a:pt x="1000125" y="2105025"/>
                </a:lnTo>
                <a:close/>
                <a:moveTo>
                  <a:pt x="1123950" y="2085975"/>
                </a:moveTo>
                <a:lnTo>
                  <a:pt x="1181100" y="2085975"/>
                </a:lnTo>
                <a:lnTo>
                  <a:pt x="1181100" y="2095500"/>
                </a:lnTo>
                <a:lnTo>
                  <a:pt x="1200150" y="2095500"/>
                </a:lnTo>
                <a:lnTo>
                  <a:pt x="1200150" y="2085975"/>
                </a:lnTo>
                <a:lnTo>
                  <a:pt x="1219200" y="2085975"/>
                </a:lnTo>
                <a:lnTo>
                  <a:pt x="1219200" y="2105025"/>
                </a:lnTo>
                <a:lnTo>
                  <a:pt x="1200150" y="2105025"/>
                </a:lnTo>
                <a:lnTo>
                  <a:pt x="1200150" y="2114550"/>
                </a:lnTo>
                <a:lnTo>
                  <a:pt x="1190625" y="2114550"/>
                </a:lnTo>
                <a:lnTo>
                  <a:pt x="1190625" y="2105025"/>
                </a:lnTo>
                <a:lnTo>
                  <a:pt x="1152525" y="2105025"/>
                </a:lnTo>
                <a:lnTo>
                  <a:pt x="1152525" y="2114550"/>
                </a:lnTo>
                <a:lnTo>
                  <a:pt x="1114425" y="2114550"/>
                </a:lnTo>
                <a:lnTo>
                  <a:pt x="1114425" y="2105025"/>
                </a:lnTo>
                <a:lnTo>
                  <a:pt x="1123950" y="2105025"/>
                </a:lnTo>
                <a:close/>
                <a:moveTo>
                  <a:pt x="1238250" y="2085975"/>
                </a:moveTo>
                <a:lnTo>
                  <a:pt x="1400175" y="2085975"/>
                </a:lnTo>
                <a:lnTo>
                  <a:pt x="1400175" y="2105025"/>
                </a:lnTo>
                <a:lnTo>
                  <a:pt x="1409700" y="2105025"/>
                </a:lnTo>
                <a:lnTo>
                  <a:pt x="1409700" y="2114550"/>
                </a:lnTo>
                <a:lnTo>
                  <a:pt x="1343025" y="2114550"/>
                </a:lnTo>
                <a:lnTo>
                  <a:pt x="1343025" y="2105025"/>
                </a:lnTo>
                <a:lnTo>
                  <a:pt x="1314450" y="2105025"/>
                </a:lnTo>
                <a:lnTo>
                  <a:pt x="1314450" y="2114550"/>
                </a:lnTo>
                <a:lnTo>
                  <a:pt x="1295400" y="2114550"/>
                </a:lnTo>
                <a:lnTo>
                  <a:pt x="1295400" y="2105025"/>
                </a:lnTo>
                <a:lnTo>
                  <a:pt x="1238250" y="2105025"/>
                </a:lnTo>
                <a:close/>
                <a:moveTo>
                  <a:pt x="1457325" y="2085975"/>
                </a:moveTo>
                <a:lnTo>
                  <a:pt x="1485900" y="2085975"/>
                </a:lnTo>
                <a:lnTo>
                  <a:pt x="1485900" y="2105025"/>
                </a:lnTo>
                <a:lnTo>
                  <a:pt x="1514475" y="2105025"/>
                </a:lnTo>
                <a:lnTo>
                  <a:pt x="1514475" y="2085975"/>
                </a:lnTo>
                <a:lnTo>
                  <a:pt x="1676400" y="2085975"/>
                </a:lnTo>
                <a:lnTo>
                  <a:pt x="1676400" y="2095500"/>
                </a:lnTo>
                <a:lnTo>
                  <a:pt x="1685925" y="2095500"/>
                </a:lnTo>
                <a:lnTo>
                  <a:pt x="1685925" y="2105025"/>
                </a:lnTo>
                <a:lnTo>
                  <a:pt x="1647825" y="2105025"/>
                </a:lnTo>
                <a:lnTo>
                  <a:pt x="1647825" y="2114550"/>
                </a:lnTo>
                <a:lnTo>
                  <a:pt x="1428750" y="2114550"/>
                </a:lnTo>
                <a:lnTo>
                  <a:pt x="1428750" y="2105025"/>
                </a:lnTo>
                <a:lnTo>
                  <a:pt x="1466850" y="2105025"/>
                </a:lnTo>
                <a:lnTo>
                  <a:pt x="1466850" y="2095500"/>
                </a:lnTo>
                <a:lnTo>
                  <a:pt x="1457325" y="2095500"/>
                </a:lnTo>
                <a:close/>
                <a:moveTo>
                  <a:pt x="1733550" y="2085975"/>
                </a:moveTo>
                <a:lnTo>
                  <a:pt x="1743075" y="2085975"/>
                </a:lnTo>
                <a:lnTo>
                  <a:pt x="1743075" y="2143125"/>
                </a:lnTo>
                <a:lnTo>
                  <a:pt x="1733550" y="2143125"/>
                </a:lnTo>
                <a:close/>
                <a:moveTo>
                  <a:pt x="266700" y="2105025"/>
                </a:moveTo>
                <a:lnTo>
                  <a:pt x="295275" y="2105025"/>
                </a:lnTo>
                <a:lnTo>
                  <a:pt x="295275" y="2114550"/>
                </a:lnTo>
                <a:lnTo>
                  <a:pt x="266700" y="2114550"/>
                </a:lnTo>
                <a:close/>
                <a:moveTo>
                  <a:pt x="323850" y="2105025"/>
                </a:moveTo>
                <a:lnTo>
                  <a:pt x="361950" y="2105025"/>
                </a:lnTo>
                <a:lnTo>
                  <a:pt x="361950" y="2114550"/>
                </a:lnTo>
                <a:lnTo>
                  <a:pt x="323850" y="2114550"/>
                </a:lnTo>
                <a:close/>
                <a:moveTo>
                  <a:pt x="962025" y="2105025"/>
                </a:moveTo>
                <a:lnTo>
                  <a:pt x="971550" y="2105025"/>
                </a:lnTo>
                <a:lnTo>
                  <a:pt x="971550" y="2114550"/>
                </a:lnTo>
                <a:lnTo>
                  <a:pt x="962025" y="2114550"/>
                </a:lnTo>
                <a:close/>
                <a:moveTo>
                  <a:pt x="1028700" y="2105025"/>
                </a:moveTo>
                <a:lnTo>
                  <a:pt x="1047750" y="2105025"/>
                </a:lnTo>
                <a:lnTo>
                  <a:pt x="1047750" y="2114550"/>
                </a:lnTo>
                <a:lnTo>
                  <a:pt x="1028700" y="2114550"/>
                </a:lnTo>
                <a:close/>
                <a:moveTo>
                  <a:pt x="1066800" y="2105025"/>
                </a:moveTo>
                <a:lnTo>
                  <a:pt x="1085850" y="2105025"/>
                </a:lnTo>
                <a:lnTo>
                  <a:pt x="1085850" y="2114550"/>
                </a:lnTo>
                <a:lnTo>
                  <a:pt x="1066800" y="2114550"/>
                </a:lnTo>
                <a:close/>
                <a:moveTo>
                  <a:pt x="619125" y="2133600"/>
                </a:moveTo>
                <a:lnTo>
                  <a:pt x="628650" y="2133600"/>
                </a:lnTo>
                <a:lnTo>
                  <a:pt x="628650" y="2152650"/>
                </a:lnTo>
                <a:lnTo>
                  <a:pt x="619125" y="2152650"/>
                </a:lnTo>
                <a:close/>
                <a:moveTo>
                  <a:pt x="733425" y="2143125"/>
                </a:moveTo>
                <a:lnTo>
                  <a:pt x="742950" y="2143125"/>
                </a:lnTo>
                <a:lnTo>
                  <a:pt x="742950" y="2152650"/>
                </a:lnTo>
                <a:lnTo>
                  <a:pt x="733425" y="2152650"/>
                </a:lnTo>
                <a:close/>
                <a:moveTo>
                  <a:pt x="1733550" y="2152650"/>
                </a:moveTo>
                <a:lnTo>
                  <a:pt x="1743075" y="2152650"/>
                </a:lnTo>
                <a:lnTo>
                  <a:pt x="1743075" y="2162175"/>
                </a:lnTo>
                <a:lnTo>
                  <a:pt x="1733550" y="2162175"/>
                </a:lnTo>
                <a:close/>
                <a:moveTo>
                  <a:pt x="114300" y="2162175"/>
                </a:moveTo>
                <a:lnTo>
                  <a:pt x="123825" y="2162175"/>
                </a:lnTo>
                <a:lnTo>
                  <a:pt x="123825" y="2171700"/>
                </a:lnTo>
                <a:lnTo>
                  <a:pt x="114300" y="2171700"/>
                </a:lnTo>
                <a:close/>
                <a:moveTo>
                  <a:pt x="1733550" y="2171700"/>
                </a:moveTo>
                <a:lnTo>
                  <a:pt x="1743075" y="2171700"/>
                </a:lnTo>
                <a:lnTo>
                  <a:pt x="1743075" y="2219325"/>
                </a:lnTo>
                <a:lnTo>
                  <a:pt x="1733550" y="2219325"/>
                </a:lnTo>
                <a:close/>
                <a:moveTo>
                  <a:pt x="114300" y="2190750"/>
                </a:moveTo>
                <a:lnTo>
                  <a:pt x="123825" y="2190750"/>
                </a:lnTo>
                <a:lnTo>
                  <a:pt x="123825" y="2209800"/>
                </a:lnTo>
                <a:lnTo>
                  <a:pt x="114300" y="2209800"/>
                </a:lnTo>
                <a:close/>
                <a:moveTo>
                  <a:pt x="333375" y="2200275"/>
                </a:moveTo>
                <a:lnTo>
                  <a:pt x="352425" y="2200275"/>
                </a:lnTo>
                <a:lnTo>
                  <a:pt x="352425" y="2209800"/>
                </a:lnTo>
                <a:lnTo>
                  <a:pt x="333375" y="2209800"/>
                </a:lnTo>
                <a:close/>
                <a:moveTo>
                  <a:pt x="714375" y="2219325"/>
                </a:moveTo>
                <a:lnTo>
                  <a:pt x="733425" y="2219325"/>
                </a:lnTo>
                <a:lnTo>
                  <a:pt x="733425" y="2228850"/>
                </a:lnTo>
                <a:lnTo>
                  <a:pt x="714375" y="2228850"/>
                </a:lnTo>
                <a:close/>
                <a:moveTo>
                  <a:pt x="523875" y="2228850"/>
                </a:moveTo>
                <a:lnTo>
                  <a:pt x="542925" y="2228850"/>
                </a:lnTo>
                <a:lnTo>
                  <a:pt x="542925" y="2238375"/>
                </a:lnTo>
                <a:lnTo>
                  <a:pt x="523875" y="2238375"/>
                </a:lnTo>
                <a:close/>
                <a:moveTo>
                  <a:pt x="800100" y="2228850"/>
                </a:moveTo>
                <a:lnTo>
                  <a:pt x="819150" y="2228850"/>
                </a:lnTo>
                <a:lnTo>
                  <a:pt x="819150" y="2238375"/>
                </a:lnTo>
                <a:lnTo>
                  <a:pt x="800100" y="2238375"/>
                </a:lnTo>
                <a:close/>
                <a:moveTo>
                  <a:pt x="838200" y="2228850"/>
                </a:moveTo>
                <a:lnTo>
                  <a:pt x="857250" y="2228850"/>
                </a:lnTo>
                <a:lnTo>
                  <a:pt x="857250" y="2238375"/>
                </a:lnTo>
                <a:lnTo>
                  <a:pt x="838200" y="2238375"/>
                </a:lnTo>
                <a:close/>
                <a:moveTo>
                  <a:pt x="114300" y="2238375"/>
                </a:moveTo>
                <a:lnTo>
                  <a:pt x="123825" y="2238375"/>
                </a:lnTo>
                <a:lnTo>
                  <a:pt x="123825" y="2266950"/>
                </a:lnTo>
                <a:lnTo>
                  <a:pt x="114300" y="2266950"/>
                </a:lnTo>
                <a:close/>
                <a:moveTo>
                  <a:pt x="371475" y="2238375"/>
                </a:moveTo>
                <a:lnTo>
                  <a:pt x="381000" y="2238375"/>
                </a:lnTo>
                <a:lnTo>
                  <a:pt x="381000" y="2257425"/>
                </a:lnTo>
                <a:lnTo>
                  <a:pt x="371475" y="2257425"/>
                </a:lnTo>
                <a:close/>
                <a:moveTo>
                  <a:pt x="876300" y="2266950"/>
                </a:moveTo>
                <a:lnTo>
                  <a:pt x="885825" y="2266950"/>
                </a:lnTo>
                <a:lnTo>
                  <a:pt x="885825" y="2276475"/>
                </a:lnTo>
                <a:lnTo>
                  <a:pt x="876300" y="2276475"/>
                </a:lnTo>
                <a:close/>
                <a:moveTo>
                  <a:pt x="990600" y="2266950"/>
                </a:moveTo>
                <a:lnTo>
                  <a:pt x="1009650" y="2266950"/>
                </a:lnTo>
                <a:lnTo>
                  <a:pt x="1009650" y="2286000"/>
                </a:lnTo>
                <a:lnTo>
                  <a:pt x="990600" y="2286000"/>
                </a:lnTo>
                <a:close/>
                <a:moveTo>
                  <a:pt x="1076325" y="2266950"/>
                </a:moveTo>
                <a:lnTo>
                  <a:pt x="1143000" y="2266950"/>
                </a:lnTo>
                <a:lnTo>
                  <a:pt x="1143000" y="2286000"/>
                </a:lnTo>
                <a:lnTo>
                  <a:pt x="1076325" y="2286000"/>
                </a:lnTo>
                <a:close/>
                <a:moveTo>
                  <a:pt x="1733550" y="2266950"/>
                </a:moveTo>
                <a:lnTo>
                  <a:pt x="1743075" y="2266950"/>
                </a:lnTo>
                <a:lnTo>
                  <a:pt x="1743075" y="2352675"/>
                </a:lnTo>
                <a:lnTo>
                  <a:pt x="1733550" y="2352675"/>
                </a:lnTo>
                <a:close/>
                <a:moveTo>
                  <a:pt x="114300" y="2276475"/>
                </a:moveTo>
                <a:lnTo>
                  <a:pt x="123825" y="2276475"/>
                </a:lnTo>
                <a:lnTo>
                  <a:pt x="123825" y="2295525"/>
                </a:lnTo>
                <a:lnTo>
                  <a:pt x="114300" y="2295525"/>
                </a:lnTo>
                <a:close/>
                <a:moveTo>
                  <a:pt x="533400" y="2276475"/>
                </a:moveTo>
                <a:lnTo>
                  <a:pt x="571500" y="2276475"/>
                </a:lnTo>
                <a:lnTo>
                  <a:pt x="571500" y="2286000"/>
                </a:lnTo>
                <a:lnTo>
                  <a:pt x="533400" y="2286000"/>
                </a:lnTo>
                <a:close/>
                <a:moveTo>
                  <a:pt x="714375" y="2276475"/>
                </a:moveTo>
                <a:lnTo>
                  <a:pt x="742950" y="2276475"/>
                </a:lnTo>
                <a:lnTo>
                  <a:pt x="742950" y="2286000"/>
                </a:lnTo>
                <a:lnTo>
                  <a:pt x="714375" y="2286000"/>
                </a:lnTo>
                <a:close/>
                <a:moveTo>
                  <a:pt x="838200" y="2276475"/>
                </a:moveTo>
                <a:lnTo>
                  <a:pt x="857250" y="2276475"/>
                </a:lnTo>
                <a:lnTo>
                  <a:pt x="857250" y="2286000"/>
                </a:lnTo>
                <a:lnTo>
                  <a:pt x="838200" y="2286000"/>
                </a:lnTo>
                <a:close/>
                <a:moveTo>
                  <a:pt x="866775" y="2276475"/>
                </a:moveTo>
                <a:lnTo>
                  <a:pt x="876300" y="2276475"/>
                </a:lnTo>
                <a:lnTo>
                  <a:pt x="876300" y="2286000"/>
                </a:lnTo>
                <a:lnTo>
                  <a:pt x="866775" y="2286000"/>
                </a:lnTo>
                <a:close/>
                <a:moveTo>
                  <a:pt x="1647825" y="2276475"/>
                </a:moveTo>
                <a:lnTo>
                  <a:pt x="1657350" y="2276475"/>
                </a:lnTo>
                <a:lnTo>
                  <a:pt x="1657350" y="2295525"/>
                </a:lnTo>
                <a:lnTo>
                  <a:pt x="1647825" y="2295525"/>
                </a:lnTo>
                <a:close/>
                <a:moveTo>
                  <a:pt x="771525" y="2286000"/>
                </a:moveTo>
                <a:lnTo>
                  <a:pt x="828675" y="2286000"/>
                </a:lnTo>
                <a:lnTo>
                  <a:pt x="828675" y="2295525"/>
                </a:lnTo>
                <a:lnTo>
                  <a:pt x="800100" y="2295525"/>
                </a:lnTo>
                <a:lnTo>
                  <a:pt x="800100" y="2305050"/>
                </a:lnTo>
                <a:lnTo>
                  <a:pt x="790575" y="2305050"/>
                </a:lnTo>
                <a:lnTo>
                  <a:pt x="790575" y="2295525"/>
                </a:lnTo>
                <a:lnTo>
                  <a:pt x="771525" y="2295525"/>
                </a:lnTo>
                <a:close/>
                <a:moveTo>
                  <a:pt x="200025" y="2295525"/>
                </a:moveTo>
                <a:lnTo>
                  <a:pt x="209550" y="2295525"/>
                </a:lnTo>
                <a:lnTo>
                  <a:pt x="209550" y="2324100"/>
                </a:lnTo>
                <a:lnTo>
                  <a:pt x="200025" y="2324100"/>
                </a:lnTo>
                <a:close/>
                <a:moveTo>
                  <a:pt x="114300" y="2305050"/>
                </a:moveTo>
                <a:lnTo>
                  <a:pt x="123825" y="2305050"/>
                </a:lnTo>
                <a:lnTo>
                  <a:pt x="123825" y="2314575"/>
                </a:lnTo>
                <a:lnTo>
                  <a:pt x="114300" y="2314575"/>
                </a:lnTo>
                <a:close/>
                <a:moveTo>
                  <a:pt x="133350" y="2314575"/>
                </a:moveTo>
                <a:lnTo>
                  <a:pt x="142875" y="2314575"/>
                </a:lnTo>
                <a:lnTo>
                  <a:pt x="142875" y="2352675"/>
                </a:lnTo>
                <a:lnTo>
                  <a:pt x="161925" y="2352675"/>
                </a:lnTo>
                <a:lnTo>
                  <a:pt x="161925" y="2371725"/>
                </a:lnTo>
                <a:lnTo>
                  <a:pt x="152400" y="2371725"/>
                </a:lnTo>
                <a:lnTo>
                  <a:pt x="152400" y="2362200"/>
                </a:lnTo>
                <a:lnTo>
                  <a:pt x="142875" y="2362200"/>
                </a:lnTo>
                <a:lnTo>
                  <a:pt x="142875" y="2371725"/>
                </a:lnTo>
                <a:lnTo>
                  <a:pt x="123825" y="2371725"/>
                </a:lnTo>
                <a:lnTo>
                  <a:pt x="123825" y="2324100"/>
                </a:lnTo>
                <a:lnTo>
                  <a:pt x="133350" y="2324100"/>
                </a:lnTo>
                <a:close/>
                <a:moveTo>
                  <a:pt x="152400" y="2324100"/>
                </a:moveTo>
                <a:lnTo>
                  <a:pt x="161925" y="2324100"/>
                </a:lnTo>
                <a:lnTo>
                  <a:pt x="161925" y="2333625"/>
                </a:lnTo>
                <a:lnTo>
                  <a:pt x="152400" y="2333625"/>
                </a:lnTo>
                <a:close/>
                <a:moveTo>
                  <a:pt x="447675" y="2324100"/>
                </a:moveTo>
                <a:lnTo>
                  <a:pt x="466725" y="2324100"/>
                </a:lnTo>
                <a:lnTo>
                  <a:pt x="466725" y="2333625"/>
                </a:lnTo>
                <a:lnTo>
                  <a:pt x="447675" y="2333625"/>
                </a:lnTo>
                <a:close/>
                <a:moveTo>
                  <a:pt x="561975" y="2324100"/>
                </a:moveTo>
                <a:lnTo>
                  <a:pt x="571500" y="2324100"/>
                </a:lnTo>
                <a:lnTo>
                  <a:pt x="571500" y="2333625"/>
                </a:lnTo>
                <a:lnTo>
                  <a:pt x="561975" y="2333625"/>
                </a:lnTo>
                <a:close/>
                <a:moveTo>
                  <a:pt x="609600" y="2324100"/>
                </a:moveTo>
                <a:lnTo>
                  <a:pt x="657225" y="2324100"/>
                </a:lnTo>
                <a:lnTo>
                  <a:pt x="657225" y="2333625"/>
                </a:lnTo>
                <a:lnTo>
                  <a:pt x="609600" y="2333625"/>
                </a:lnTo>
                <a:close/>
                <a:moveTo>
                  <a:pt x="714375" y="2324100"/>
                </a:moveTo>
                <a:lnTo>
                  <a:pt x="742950" y="2324100"/>
                </a:lnTo>
                <a:lnTo>
                  <a:pt x="742950" y="2333625"/>
                </a:lnTo>
                <a:lnTo>
                  <a:pt x="733425" y="2333625"/>
                </a:lnTo>
                <a:lnTo>
                  <a:pt x="733425" y="2343150"/>
                </a:lnTo>
                <a:lnTo>
                  <a:pt x="723900" y="2343150"/>
                </a:lnTo>
                <a:lnTo>
                  <a:pt x="723900" y="2333625"/>
                </a:lnTo>
                <a:lnTo>
                  <a:pt x="714375" y="2333625"/>
                </a:lnTo>
                <a:close/>
                <a:moveTo>
                  <a:pt x="762000" y="2324100"/>
                </a:moveTo>
                <a:lnTo>
                  <a:pt x="771525" y="2324100"/>
                </a:lnTo>
                <a:lnTo>
                  <a:pt x="771525" y="2333625"/>
                </a:lnTo>
                <a:lnTo>
                  <a:pt x="762000" y="2333625"/>
                </a:lnTo>
                <a:close/>
                <a:moveTo>
                  <a:pt x="800100" y="2324100"/>
                </a:moveTo>
                <a:lnTo>
                  <a:pt x="819150" y="2324100"/>
                </a:lnTo>
                <a:lnTo>
                  <a:pt x="819150" y="2333625"/>
                </a:lnTo>
                <a:lnTo>
                  <a:pt x="800100" y="2333625"/>
                </a:lnTo>
                <a:close/>
                <a:moveTo>
                  <a:pt x="876300" y="2324100"/>
                </a:moveTo>
                <a:lnTo>
                  <a:pt x="885825" y="2324100"/>
                </a:lnTo>
                <a:lnTo>
                  <a:pt x="885825" y="2333625"/>
                </a:lnTo>
                <a:lnTo>
                  <a:pt x="876300" y="2333625"/>
                </a:lnTo>
                <a:close/>
                <a:moveTo>
                  <a:pt x="857250" y="2333625"/>
                </a:moveTo>
                <a:lnTo>
                  <a:pt x="866775" y="2333625"/>
                </a:lnTo>
                <a:lnTo>
                  <a:pt x="866775" y="2343150"/>
                </a:lnTo>
                <a:lnTo>
                  <a:pt x="857250" y="2343150"/>
                </a:lnTo>
                <a:close/>
                <a:moveTo>
                  <a:pt x="942975" y="2333625"/>
                </a:moveTo>
                <a:lnTo>
                  <a:pt x="1000125" y="2333625"/>
                </a:lnTo>
                <a:lnTo>
                  <a:pt x="1000125" y="2343150"/>
                </a:lnTo>
                <a:lnTo>
                  <a:pt x="942975" y="2343150"/>
                </a:lnTo>
                <a:close/>
                <a:moveTo>
                  <a:pt x="1019175" y="2371725"/>
                </a:moveTo>
                <a:lnTo>
                  <a:pt x="1028700" y="2371725"/>
                </a:lnTo>
                <a:lnTo>
                  <a:pt x="1028700" y="2381250"/>
                </a:lnTo>
                <a:lnTo>
                  <a:pt x="1019175" y="2381250"/>
                </a:lnTo>
                <a:close/>
                <a:moveTo>
                  <a:pt x="1733550" y="2381250"/>
                </a:moveTo>
                <a:lnTo>
                  <a:pt x="1743075" y="2381250"/>
                </a:lnTo>
                <a:lnTo>
                  <a:pt x="1743075" y="2400300"/>
                </a:lnTo>
                <a:lnTo>
                  <a:pt x="1733550" y="2400300"/>
                </a:lnTo>
                <a:lnTo>
                  <a:pt x="1733550" y="2409825"/>
                </a:lnTo>
                <a:lnTo>
                  <a:pt x="1724025" y="2409825"/>
                </a:lnTo>
                <a:lnTo>
                  <a:pt x="1724025" y="2400300"/>
                </a:lnTo>
                <a:lnTo>
                  <a:pt x="1714500" y="2400300"/>
                </a:lnTo>
                <a:lnTo>
                  <a:pt x="1714500" y="2390775"/>
                </a:lnTo>
                <a:lnTo>
                  <a:pt x="1733550" y="2390775"/>
                </a:lnTo>
                <a:close/>
                <a:moveTo>
                  <a:pt x="1171575" y="2390775"/>
                </a:moveTo>
                <a:lnTo>
                  <a:pt x="1181100" y="2390775"/>
                </a:lnTo>
                <a:lnTo>
                  <a:pt x="1181100" y="2400300"/>
                </a:lnTo>
                <a:lnTo>
                  <a:pt x="1171575" y="2400300"/>
                </a:lnTo>
                <a:close/>
                <a:moveTo>
                  <a:pt x="247650" y="2400300"/>
                </a:moveTo>
                <a:lnTo>
                  <a:pt x="266700" y="2400300"/>
                </a:lnTo>
                <a:lnTo>
                  <a:pt x="266700" y="2419350"/>
                </a:lnTo>
                <a:lnTo>
                  <a:pt x="247650" y="2419350"/>
                </a:lnTo>
                <a:close/>
                <a:moveTo>
                  <a:pt x="314325" y="2400300"/>
                </a:moveTo>
                <a:lnTo>
                  <a:pt x="342900" y="2400300"/>
                </a:lnTo>
                <a:lnTo>
                  <a:pt x="342900" y="2419350"/>
                </a:lnTo>
                <a:lnTo>
                  <a:pt x="314325" y="2419350"/>
                </a:lnTo>
                <a:close/>
                <a:moveTo>
                  <a:pt x="361950" y="2400300"/>
                </a:moveTo>
                <a:lnTo>
                  <a:pt x="457200" y="2400300"/>
                </a:lnTo>
                <a:lnTo>
                  <a:pt x="457200" y="2419350"/>
                </a:lnTo>
                <a:lnTo>
                  <a:pt x="361950" y="2419350"/>
                </a:lnTo>
                <a:close/>
                <a:moveTo>
                  <a:pt x="476250" y="2400300"/>
                </a:moveTo>
                <a:lnTo>
                  <a:pt x="504825" y="2400300"/>
                </a:lnTo>
                <a:lnTo>
                  <a:pt x="504825" y="2419350"/>
                </a:lnTo>
                <a:lnTo>
                  <a:pt x="476250" y="2419350"/>
                </a:lnTo>
                <a:close/>
                <a:moveTo>
                  <a:pt x="523875" y="2400300"/>
                </a:moveTo>
                <a:lnTo>
                  <a:pt x="533400" y="2400300"/>
                </a:lnTo>
                <a:lnTo>
                  <a:pt x="533400" y="2419350"/>
                </a:lnTo>
                <a:lnTo>
                  <a:pt x="523875" y="2419350"/>
                </a:lnTo>
                <a:close/>
                <a:moveTo>
                  <a:pt x="561975" y="2400300"/>
                </a:moveTo>
                <a:lnTo>
                  <a:pt x="647700" y="2400300"/>
                </a:lnTo>
                <a:lnTo>
                  <a:pt x="647700" y="2419350"/>
                </a:lnTo>
                <a:lnTo>
                  <a:pt x="561975" y="2419350"/>
                </a:lnTo>
                <a:close/>
                <a:moveTo>
                  <a:pt x="666750" y="2400300"/>
                </a:moveTo>
                <a:lnTo>
                  <a:pt x="762000" y="2400300"/>
                </a:lnTo>
                <a:lnTo>
                  <a:pt x="762000" y="2419350"/>
                </a:lnTo>
                <a:lnTo>
                  <a:pt x="704850" y="2419350"/>
                </a:lnTo>
                <a:lnTo>
                  <a:pt x="704850" y="2409825"/>
                </a:lnTo>
                <a:lnTo>
                  <a:pt x="695325" y="2409825"/>
                </a:lnTo>
                <a:lnTo>
                  <a:pt x="695325" y="2419350"/>
                </a:lnTo>
                <a:lnTo>
                  <a:pt x="666750" y="2419350"/>
                </a:lnTo>
                <a:close/>
                <a:moveTo>
                  <a:pt x="790575" y="2400300"/>
                </a:moveTo>
                <a:lnTo>
                  <a:pt x="809625" y="2400300"/>
                </a:lnTo>
                <a:lnTo>
                  <a:pt x="809625" y="2419350"/>
                </a:lnTo>
                <a:lnTo>
                  <a:pt x="790575" y="2419350"/>
                </a:lnTo>
                <a:close/>
                <a:moveTo>
                  <a:pt x="828675" y="2400300"/>
                </a:moveTo>
                <a:lnTo>
                  <a:pt x="847725" y="2400300"/>
                </a:lnTo>
                <a:lnTo>
                  <a:pt x="847725" y="2419350"/>
                </a:lnTo>
                <a:lnTo>
                  <a:pt x="828675" y="2419350"/>
                </a:lnTo>
                <a:close/>
                <a:moveTo>
                  <a:pt x="923925" y="2400300"/>
                </a:moveTo>
                <a:lnTo>
                  <a:pt x="1104900" y="2400300"/>
                </a:lnTo>
                <a:lnTo>
                  <a:pt x="1104900" y="2419350"/>
                </a:lnTo>
                <a:lnTo>
                  <a:pt x="923925" y="2419350"/>
                </a:lnTo>
                <a:close/>
                <a:moveTo>
                  <a:pt x="1114425" y="2400300"/>
                </a:moveTo>
                <a:lnTo>
                  <a:pt x="1162050" y="2400300"/>
                </a:lnTo>
                <a:lnTo>
                  <a:pt x="1162050" y="2419350"/>
                </a:lnTo>
                <a:lnTo>
                  <a:pt x="1114425" y="2419350"/>
                </a:lnTo>
                <a:close/>
                <a:moveTo>
                  <a:pt x="1190625" y="2400300"/>
                </a:moveTo>
                <a:lnTo>
                  <a:pt x="1200150" y="2400300"/>
                </a:lnTo>
                <a:lnTo>
                  <a:pt x="1200150" y="2409825"/>
                </a:lnTo>
                <a:lnTo>
                  <a:pt x="1209675" y="2409825"/>
                </a:lnTo>
                <a:lnTo>
                  <a:pt x="1209675" y="2419350"/>
                </a:lnTo>
                <a:lnTo>
                  <a:pt x="1190625" y="2419350"/>
                </a:lnTo>
                <a:close/>
                <a:moveTo>
                  <a:pt x="1219200" y="2400300"/>
                </a:moveTo>
                <a:lnTo>
                  <a:pt x="1285875" y="2400300"/>
                </a:lnTo>
                <a:lnTo>
                  <a:pt x="1285875" y="2419350"/>
                </a:lnTo>
                <a:lnTo>
                  <a:pt x="1219200" y="2419350"/>
                </a:lnTo>
                <a:close/>
                <a:moveTo>
                  <a:pt x="1362075" y="2400300"/>
                </a:moveTo>
                <a:lnTo>
                  <a:pt x="1409700" y="2400300"/>
                </a:lnTo>
                <a:lnTo>
                  <a:pt x="1409700" y="2419350"/>
                </a:lnTo>
                <a:lnTo>
                  <a:pt x="1362075" y="2419350"/>
                </a:lnTo>
                <a:close/>
                <a:moveTo>
                  <a:pt x="1428750" y="2400300"/>
                </a:moveTo>
                <a:lnTo>
                  <a:pt x="1476375" y="2400300"/>
                </a:lnTo>
                <a:lnTo>
                  <a:pt x="1476375" y="2419350"/>
                </a:lnTo>
                <a:lnTo>
                  <a:pt x="1428750" y="2419350"/>
                </a:lnTo>
                <a:close/>
                <a:moveTo>
                  <a:pt x="1524000" y="2400300"/>
                </a:moveTo>
                <a:lnTo>
                  <a:pt x="1657350" y="2400300"/>
                </a:lnTo>
                <a:lnTo>
                  <a:pt x="1657350" y="2419350"/>
                </a:lnTo>
                <a:lnTo>
                  <a:pt x="1524000" y="2419350"/>
                </a:lnTo>
                <a:close/>
                <a:moveTo>
                  <a:pt x="1676400" y="2400300"/>
                </a:moveTo>
                <a:lnTo>
                  <a:pt x="1714500" y="2400300"/>
                </a:lnTo>
                <a:lnTo>
                  <a:pt x="1714500" y="2419350"/>
                </a:lnTo>
                <a:lnTo>
                  <a:pt x="1676400" y="2419350"/>
                </a:lnTo>
                <a:close/>
                <a:moveTo>
                  <a:pt x="1733550" y="2438400"/>
                </a:moveTo>
                <a:lnTo>
                  <a:pt x="1743075" y="2438400"/>
                </a:lnTo>
                <a:lnTo>
                  <a:pt x="1743075" y="2447925"/>
                </a:lnTo>
                <a:lnTo>
                  <a:pt x="1733550" y="2447925"/>
                </a:lnTo>
                <a:close/>
                <a:moveTo>
                  <a:pt x="1714500" y="2466975"/>
                </a:moveTo>
                <a:lnTo>
                  <a:pt x="1724025" y="2466975"/>
                </a:lnTo>
                <a:lnTo>
                  <a:pt x="1724025" y="2476500"/>
                </a:lnTo>
                <a:lnTo>
                  <a:pt x="1733550" y="2476500"/>
                </a:lnTo>
                <a:lnTo>
                  <a:pt x="1733550" y="2486025"/>
                </a:lnTo>
                <a:lnTo>
                  <a:pt x="1743075" y="2486025"/>
                </a:lnTo>
                <a:lnTo>
                  <a:pt x="1743075" y="2505075"/>
                </a:lnTo>
                <a:lnTo>
                  <a:pt x="1733550" y="2505075"/>
                </a:lnTo>
                <a:lnTo>
                  <a:pt x="1733550" y="2514600"/>
                </a:lnTo>
                <a:lnTo>
                  <a:pt x="1743075" y="2514600"/>
                </a:lnTo>
                <a:lnTo>
                  <a:pt x="1743075" y="2543175"/>
                </a:lnTo>
                <a:lnTo>
                  <a:pt x="1733550" y="2543175"/>
                </a:lnTo>
                <a:lnTo>
                  <a:pt x="1733550" y="2533650"/>
                </a:lnTo>
                <a:lnTo>
                  <a:pt x="1724025" y="2533650"/>
                </a:lnTo>
                <a:lnTo>
                  <a:pt x="1724025" y="2543175"/>
                </a:lnTo>
                <a:lnTo>
                  <a:pt x="1714500" y="2543175"/>
                </a:lnTo>
                <a:lnTo>
                  <a:pt x="1714500" y="2524125"/>
                </a:lnTo>
                <a:lnTo>
                  <a:pt x="1695450" y="2524125"/>
                </a:lnTo>
                <a:lnTo>
                  <a:pt x="1695450" y="2505075"/>
                </a:lnTo>
                <a:lnTo>
                  <a:pt x="1685925" y="2505075"/>
                </a:lnTo>
                <a:lnTo>
                  <a:pt x="1685925" y="2495550"/>
                </a:lnTo>
                <a:lnTo>
                  <a:pt x="1704975" y="2495550"/>
                </a:lnTo>
                <a:lnTo>
                  <a:pt x="1704975" y="2476500"/>
                </a:lnTo>
                <a:lnTo>
                  <a:pt x="1714500" y="2476500"/>
                </a:lnTo>
                <a:close/>
                <a:moveTo>
                  <a:pt x="114300" y="2476500"/>
                </a:moveTo>
                <a:lnTo>
                  <a:pt x="123825" y="2476500"/>
                </a:lnTo>
                <a:lnTo>
                  <a:pt x="123825" y="2505075"/>
                </a:lnTo>
                <a:lnTo>
                  <a:pt x="114300" y="2505075"/>
                </a:lnTo>
                <a:close/>
                <a:moveTo>
                  <a:pt x="133350" y="2533650"/>
                </a:moveTo>
                <a:lnTo>
                  <a:pt x="142875" y="2533650"/>
                </a:lnTo>
                <a:lnTo>
                  <a:pt x="142875" y="2543175"/>
                </a:lnTo>
                <a:lnTo>
                  <a:pt x="152400" y="2543175"/>
                </a:lnTo>
                <a:lnTo>
                  <a:pt x="152400" y="2552700"/>
                </a:lnTo>
                <a:lnTo>
                  <a:pt x="133350" y="2552700"/>
                </a:lnTo>
                <a:lnTo>
                  <a:pt x="133350" y="2562225"/>
                </a:lnTo>
                <a:lnTo>
                  <a:pt x="123825" y="2562225"/>
                </a:lnTo>
                <a:lnTo>
                  <a:pt x="123825" y="2543175"/>
                </a:lnTo>
                <a:lnTo>
                  <a:pt x="133350" y="2543175"/>
                </a:lnTo>
                <a:close/>
                <a:moveTo>
                  <a:pt x="1733550" y="2562225"/>
                </a:moveTo>
                <a:lnTo>
                  <a:pt x="1743075" y="2562225"/>
                </a:lnTo>
                <a:lnTo>
                  <a:pt x="1743075" y="2571750"/>
                </a:lnTo>
                <a:lnTo>
                  <a:pt x="1733550" y="2571750"/>
                </a:lnTo>
                <a:close/>
                <a:moveTo>
                  <a:pt x="323850" y="2581275"/>
                </a:moveTo>
                <a:lnTo>
                  <a:pt x="352425" y="2581275"/>
                </a:lnTo>
                <a:lnTo>
                  <a:pt x="352425" y="2590800"/>
                </a:lnTo>
                <a:lnTo>
                  <a:pt x="323850" y="2590800"/>
                </a:lnTo>
                <a:close/>
                <a:moveTo>
                  <a:pt x="371475" y="2590800"/>
                </a:moveTo>
                <a:lnTo>
                  <a:pt x="381000" y="2590800"/>
                </a:lnTo>
                <a:lnTo>
                  <a:pt x="381000" y="2600325"/>
                </a:lnTo>
                <a:lnTo>
                  <a:pt x="371475" y="2600325"/>
                </a:lnTo>
                <a:close/>
                <a:moveTo>
                  <a:pt x="657225" y="2590800"/>
                </a:moveTo>
                <a:lnTo>
                  <a:pt x="666750" y="2590800"/>
                </a:lnTo>
                <a:lnTo>
                  <a:pt x="666750" y="2600325"/>
                </a:lnTo>
                <a:lnTo>
                  <a:pt x="657225" y="2600325"/>
                </a:lnTo>
                <a:close/>
                <a:moveTo>
                  <a:pt x="209550" y="2600325"/>
                </a:moveTo>
                <a:lnTo>
                  <a:pt x="219075" y="2600325"/>
                </a:lnTo>
                <a:lnTo>
                  <a:pt x="219075" y="2609850"/>
                </a:lnTo>
                <a:lnTo>
                  <a:pt x="209550" y="2609850"/>
                </a:lnTo>
                <a:close/>
                <a:moveTo>
                  <a:pt x="381000" y="2600325"/>
                </a:moveTo>
                <a:lnTo>
                  <a:pt x="390525" y="2600325"/>
                </a:lnTo>
                <a:lnTo>
                  <a:pt x="390525" y="2609850"/>
                </a:lnTo>
                <a:lnTo>
                  <a:pt x="381000" y="2609850"/>
                </a:lnTo>
                <a:close/>
                <a:moveTo>
                  <a:pt x="200025" y="2609850"/>
                </a:moveTo>
                <a:lnTo>
                  <a:pt x="209550" y="2609850"/>
                </a:lnTo>
                <a:lnTo>
                  <a:pt x="209550" y="2619375"/>
                </a:lnTo>
                <a:lnTo>
                  <a:pt x="200025" y="2619375"/>
                </a:lnTo>
                <a:close/>
                <a:moveTo>
                  <a:pt x="390525" y="2609850"/>
                </a:moveTo>
                <a:lnTo>
                  <a:pt x="400050" y="2609850"/>
                </a:lnTo>
                <a:lnTo>
                  <a:pt x="400050" y="2619375"/>
                </a:lnTo>
                <a:lnTo>
                  <a:pt x="390525" y="2619375"/>
                </a:lnTo>
                <a:close/>
                <a:moveTo>
                  <a:pt x="628650" y="2609850"/>
                </a:moveTo>
                <a:lnTo>
                  <a:pt x="647700" y="2609850"/>
                </a:lnTo>
                <a:lnTo>
                  <a:pt x="647700" y="2619375"/>
                </a:lnTo>
                <a:lnTo>
                  <a:pt x="628650" y="2619375"/>
                </a:lnTo>
                <a:close/>
                <a:moveTo>
                  <a:pt x="542925" y="2619375"/>
                </a:moveTo>
                <a:lnTo>
                  <a:pt x="571500" y="2619375"/>
                </a:lnTo>
                <a:lnTo>
                  <a:pt x="571500" y="2628900"/>
                </a:lnTo>
                <a:lnTo>
                  <a:pt x="542925" y="2628900"/>
                </a:lnTo>
                <a:close/>
                <a:moveTo>
                  <a:pt x="847725" y="2619375"/>
                </a:moveTo>
                <a:lnTo>
                  <a:pt x="866775" y="2619375"/>
                </a:lnTo>
                <a:lnTo>
                  <a:pt x="866775" y="2628900"/>
                </a:lnTo>
                <a:lnTo>
                  <a:pt x="847725" y="2628900"/>
                </a:lnTo>
                <a:close/>
                <a:moveTo>
                  <a:pt x="866775" y="2628900"/>
                </a:moveTo>
                <a:lnTo>
                  <a:pt x="876300" y="2628900"/>
                </a:lnTo>
                <a:lnTo>
                  <a:pt x="876300" y="2638425"/>
                </a:lnTo>
                <a:lnTo>
                  <a:pt x="866775" y="2638425"/>
                </a:lnTo>
                <a:close/>
                <a:moveTo>
                  <a:pt x="876300" y="2647950"/>
                </a:moveTo>
                <a:lnTo>
                  <a:pt x="885825" y="2647950"/>
                </a:lnTo>
                <a:lnTo>
                  <a:pt x="885825" y="2657475"/>
                </a:lnTo>
                <a:lnTo>
                  <a:pt x="895350" y="2657475"/>
                </a:lnTo>
                <a:lnTo>
                  <a:pt x="895350" y="2647950"/>
                </a:lnTo>
                <a:lnTo>
                  <a:pt x="914400" y="2647950"/>
                </a:lnTo>
                <a:lnTo>
                  <a:pt x="914400" y="2667000"/>
                </a:lnTo>
                <a:lnTo>
                  <a:pt x="885825" y="2667000"/>
                </a:lnTo>
                <a:lnTo>
                  <a:pt x="885825" y="2676525"/>
                </a:lnTo>
                <a:lnTo>
                  <a:pt x="895350" y="2676525"/>
                </a:lnTo>
                <a:lnTo>
                  <a:pt x="895350" y="2695575"/>
                </a:lnTo>
                <a:lnTo>
                  <a:pt x="904875" y="2695575"/>
                </a:lnTo>
                <a:lnTo>
                  <a:pt x="904875" y="2705100"/>
                </a:lnTo>
                <a:lnTo>
                  <a:pt x="857250" y="2705100"/>
                </a:lnTo>
                <a:lnTo>
                  <a:pt x="857250" y="2714625"/>
                </a:lnTo>
                <a:lnTo>
                  <a:pt x="847725" y="2714625"/>
                </a:lnTo>
                <a:lnTo>
                  <a:pt x="847725" y="2695575"/>
                </a:lnTo>
                <a:lnTo>
                  <a:pt x="857250" y="2695575"/>
                </a:lnTo>
                <a:lnTo>
                  <a:pt x="857250" y="2686050"/>
                </a:lnTo>
                <a:lnTo>
                  <a:pt x="866775" y="2686050"/>
                </a:lnTo>
                <a:lnTo>
                  <a:pt x="866775" y="2667000"/>
                </a:lnTo>
                <a:lnTo>
                  <a:pt x="876300" y="2667000"/>
                </a:lnTo>
                <a:close/>
                <a:moveTo>
                  <a:pt x="190500" y="2667000"/>
                </a:moveTo>
                <a:lnTo>
                  <a:pt x="200025" y="2667000"/>
                </a:lnTo>
                <a:lnTo>
                  <a:pt x="200025" y="2676525"/>
                </a:lnTo>
                <a:lnTo>
                  <a:pt x="190500" y="2676525"/>
                </a:lnTo>
                <a:close/>
                <a:moveTo>
                  <a:pt x="466725" y="2667000"/>
                </a:moveTo>
                <a:lnTo>
                  <a:pt x="476250" y="2667000"/>
                </a:lnTo>
                <a:lnTo>
                  <a:pt x="476250" y="2676525"/>
                </a:lnTo>
                <a:lnTo>
                  <a:pt x="466725" y="2676525"/>
                </a:lnTo>
                <a:close/>
                <a:moveTo>
                  <a:pt x="476250" y="2676525"/>
                </a:moveTo>
                <a:lnTo>
                  <a:pt x="485775" y="2676525"/>
                </a:lnTo>
                <a:lnTo>
                  <a:pt x="485775" y="2686050"/>
                </a:lnTo>
                <a:lnTo>
                  <a:pt x="476250" y="2686050"/>
                </a:lnTo>
                <a:close/>
                <a:moveTo>
                  <a:pt x="628650" y="2676525"/>
                </a:moveTo>
                <a:lnTo>
                  <a:pt x="647700" y="2676525"/>
                </a:lnTo>
                <a:lnTo>
                  <a:pt x="647700" y="2714625"/>
                </a:lnTo>
                <a:lnTo>
                  <a:pt x="638175" y="2714625"/>
                </a:lnTo>
                <a:lnTo>
                  <a:pt x="638175" y="2724150"/>
                </a:lnTo>
                <a:lnTo>
                  <a:pt x="609600" y="2724150"/>
                </a:lnTo>
                <a:lnTo>
                  <a:pt x="609600" y="2695575"/>
                </a:lnTo>
                <a:lnTo>
                  <a:pt x="619125" y="2695575"/>
                </a:lnTo>
                <a:lnTo>
                  <a:pt x="619125" y="2686050"/>
                </a:lnTo>
                <a:lnTo>
                  <a:pt x="628650" y="2686050"/>
                </a:lnTo>
                <a:close/>
                <a:moveTo>
                  <a:pt x="676275" y="2676525"/>
                </a:moveTo>
                <a:lnTo>
                  <a:pt x="695325" y="2676525"/>
                </a:lnTo>
                <a:lnTo>
                  <a:pt x="695325" y="2686050"/>
                </a:lnTo>
                <a:lnTo>
                  <a:pt x="714375" y="2686050"/>
                </a:lnTo>
                <a:lnTo>
                  <a:pt x="714375" y="2695575"/>
                </a:lnTo>
                <a:lnTo>
                  <a:pt x="733425" y="2695575"/>
                </a:lnTo>
                <a:lnTo>
                  <a:pt x="733425" y="2676525"/>
                </a:lnTo>
                <a:lnTo>
                  <a:pt x="742950" y="2676525"/>
                </a:lnTo>
                <a:lnTo>
                  <a:pt x="742950" y="2686050"/>
                </a:lnTo>
                <a:lnTo>
                  <a:pt x="752475" y="2686050"/>
                </a:lnTo>
                <a:lnTo>
                  <a:pt x="752475" y="2676525"/>
                </a:lnTo>
                <a:lnTo>
                  <a:pt x="762000" y="2676525"/>
                </a:lnTo>
                <a:lnTo>
                  <a:pt x="762000" y="2705100"/>
                </a:lnTo>
                <a:lnTo>
                  <a:pt x="771525" y="2705100"/>
                </a:lnTo>
                <a:lnTo>
                  <a:pt x="771525" y="2714625"/>
                </a:lnTo>
                <a:lnTo>
                  <a:pt x="762000" y="2714625"/>
                </a:lnTo>
                <a:lnTo>
                  <a:pt x="762000" y="2724150"/>
                </a:lnTo>
                <a:lnTo>
                  <a:pt x="752475" y="2724150"/>
                </a:lnTo>
                <a:lnTo>
                  <a:pt x="752475" y="2752725"/>
                </a:lnTo>
                <a:lnTo>
                  <a:pt x="723900" y="2752725"/>
                </a:lnTo>
                <a:lnTo>
                  <a:pt x="723900" y="2733675"/>
                </a:lnTo>
                <a:lnTo>
                  <a:pt x="733425" y="2733675"/>
                </a:lnTo>
                <a:lnTo>
                  <a:pt x="733425" y="2714625"/>
                </a:lnTo>
                <a:lnTo>
                  <a:pt x="714375" y="2714625"/>
                </a:lnTo>
                <a:lnTo>
                  <a:pt x="714375" y="2724150"/>
                </a:lnTo>
                <a:lnTo>
                  <a:pt x="704850" y="2724150"/>
                </a:lnTo>
                <a:lnTo>
                  <a:pt x="704850" y="2733675"/>
                </a:lnTo>
                <a:lnTo>
                  <a:pt x="714375" y="2733675"/>
                </a:lnTo>
                <a:lnTo>
                  <a:pt x="714375" y="2743200"/>
                </a:lnTo>
                <a:lnTo>
                  <a:pt x="676275" y="2743200"/>
                </a:lnTo>
                <a:lnTo>
                  <a:pt x="676275" y="2733675"/>
                </a:lnTo>
                <a:lnTo>
                  <a:pt x="695325" y="2733675"/>
                </a:lnTo>
                <a:lnTo>
                  <a:pt x="695325" y="2724150"/>
                </a:lnTo>
                <a:lnTo>
                  <a:pt x="676275" y="2724150"/>
                </a:lnTo>
                <a:lnTo>
                  <a:pt x="676275" y="2705100"/>
                </a:lnTo>
                <a:lnTo>
                  <a:pt x="666750" y="2705100"/>
                </a:lnTo>
                <a:lnTo>
                  <a:pt x="666750" y="2695575"/>
                </a:lnTo>
                <a:lnTo>
                  <a:pt x="676275" y="2695575"/>
                </a:lnTo>
                <a:close/>
                <a:moveTo>
                  <a:pt x="790575" y="2676525"/>
                </a:moveTo>
                <a:lnTo>
                  <a:pt x="800100" y="2676525"/>
                </a:lnTo>
                <a:lnTo>
                  <a:pt x="800100" y="2686050"/>
                </a:lnTo>
                <a:lnTo>
                  <a:pt x="819150" y="2686050"/>
                </a:lnTo>
                <a:lnTo>
                  <a:pt x="819150" y="2695575"/>
                </a:lnTo>
                <a:lnTo>
                  <a:pt x="790575" y="2695575"/>
                </a:lnTo>
                <a:close/>
                <a:moveTo>
                  <a:pt x="514350" y="2686050"/>
                </a:moveTo>
                <a:lnTo>
                  <a:pt x="533400" y="2686050"/>
                </a:lnTo>
                <a:lnTo>
                  <a:pt x="533400" y="2695575"/>
                </a:lnTo>
                <a:lnTo>
                  <a:pt x="552450" y="2695575"/>
                </a:lnTo>
                <a:lnTo>
                  <a:pt x="552450" y="2705100"/>
                </a:lnTo>
                <a:lnTo>
                  <a:pt x="561975" y="2705100"/>
                </a:lnTo>
                <a:lnTo>
                  <a:pt x="561975" y="2695575"/>
                </a:lnTo>
                <a:lnTo>
                  <a:pt x="571500" y="2695575"/>
                </a:lnTo>
                <a:lnTo>
                  <a:pt x="571500" y="2705100"/>
                </a:lnTo>
                <a:lnTo>
                  <a:pt x="561975" y="2705100"/>
                </a:lnTo>
                <a:lnTo>
                  <a:pt x="561975" y="2714625"/>
                </a:lnTo>
                <a:lnTo>
                  <a:pt x="552450" y="2714625"/>
                </a:lnTo>
                <a:lnTo>
                  <a:pt x="552450" y="2724150"/>
                </a:lnTo>
                <a:lnTo>
                  <a:pt x="561975" y="2724150"/>
                </a:lnTo>
                <a:lnTo>
                  <a:pt x="561975" y="2733675"/>
                </a:lnTo>
                <a:lnTo>
                  <a:pt x="552450" y="2733675"/>
                </a:lnTo>
                <a:lnTo>
                  <a:pt x="552450" y="2743200"/>
                </a:lnTo>
                <a:lnTo>
                  <a:pt x="514350" y="2743200"/>
                </a:lnTo>
                <a:lnTo>
                  <a:pt x="514350" y="2733675"/>
                </a:lnTo>
                <a:lnTo>
                  <a:pt x="504825" y="2733675"/>
                </a:lnTo>
                <a:lnTo>
                  <a:pt x="504825" y="2724150"/>
                </a:lnTo>
                <a:lnTo>
                  <a:pt x="514350" y="2724150"/>
                </a:lnTo>
                <a:lnTo>
                  <a:pt x="514350" y="2705100"/>
                </a:lnTo>
                <a:lnTo>
                  <a:pt x="523875" y="2705100"/>
                </a:lnTo>
                <a:lnTo>
                  <a:pt x="523875" y="2695575"/>
                </a:lnTo>
                <a:lnTo>
                  <a:pt x="514350" y="2695575"/>
                </a:lnTo>
                <a:close/>
                <a:moveTo>
                  <a:pt x="1571625" y="2714625"/>
                </a:moveTo>
                <a:lnTo>
                  <a:pt x="1581150" y="2714625"/>
                </a:lnTo>
                <a:lnTo>
                  <a:pt x="1581150" y="2724150"/>
                </a:lnTo>
                <a:lnTo>
                  <a:pt x="1571625" y="2724150"/>
                </a:lnTo>
                <a:close/>
                <a:moveTo>
                  <a:pt x="457200" y="2724150"/>
                </a:moveTo>
                <a:lnTo>
                  <a:pt x="485775" y="2724150"/>
                </a:lnTo>
                <a:lnTo>
                  <a:pt x="485775" y="2733675"/>
                </a:lnTo>
                <a:lnTo>
                  <a:pt x="476250" y="2733675"/>
                </a:lnTo>
                <a:lnTo>
                  <a:pt x="476250" y="2743200"/>
                </a:lnTo>
                <a:lnTo>
                  <a:pt x="466725" y="2743200"/>
                </a:lnTo>
                <a:lnTo>
                  <a:pt x="466725" y="2762250"/>
                </a:lnTo>
                <a:lnTo>
                  <a:pt x="457200" y="2762250"/>
                </a:lnTo>
                <a:lnTo>
                  <a:pt x="457200" y="2752725"/>
                </a:lnTo>
                <a:lnTo>
                  <a:pt x="447675" y="2752725"/>
                </a:lnTo>
                <a:lnTo>
                  <a:pt x="447675" y="2733675"/>
                </a:lnTo>
                <a:lnTo>
                  <a:pt x="457200" y="2733675"/>
                </a:lnTo>
                <a:close/>
                <a:moveTo>
                  <a:pt x="1095375" y="2724150"/>
                </a:moveTo>
                <a:lnTo>
                  <a:pt x="1104900" y="2724150"/>
                </a:lnTo>
                <a:lnTo>
                  <a:pt x="1104900" y="2733675"/>
                </a:lnTo>
                <a:lnTo>
                  <a:pt x="1095375" y="2733675"/>
                </a:lnTo>
                <a:close/>
                <a:moveTo>
                  <a:pt x="1581150" y="2724150"/>
                </a:moveTo>
                <a:lnTo>
                  <a:pt x="1590675" y="2724150"/>
                </a:lnTo>
                <a:lnTo>
                  <a:pt x="1590675" y="2743200"/>
                </a:lnTo>
                <a:lnTo>
                  <a:pt x="1581150" y="2743200"/>
                </a:lnTo>
                <a:close/>
                <a:moveTo>
                  <a:pt x="619125" y="2733675"/>
                </a:moveTo>
                <a:lnTo>
                  <a:pt x="647700" y="2733675"/>
                </a:lnTo>
                <a:lnTo>
                  <a:pt x="647700" y="2743200"/>
                </a:lnTo>
                <a:lnTo>
                  <a:pt x="619125" y="2743200"/>
                </a:lnTo>
                <a:close/>
                <a:moveTo>
                  <a:pt x="1076325" y="2733675"/>
                </a:moveTo>
                <a:lnTo>
                  <a:pt x="1085850" y="2733675"/>
                </a:lnTo>
                <a:lnTo>
                  <a:pt x="1085850" y="2743200"/>
                </a:lnTo>
                <a:lnTo>
                  <a:pt x="1076325" y="2743200"/>
                </a:lnTo>
                <a:close/>
                <a:moveTo>
                  <a:pt x="1114425" y="2733675"/>
                </a:moveTo>
                <a:lnTo>
                  <a:pt x="1123950" y="2733675"/>
                </a:lnTo>
                <a:lnTo>
                  <a:pt x="1123950" y="2743200"/>
                </a:lnTo>
                <a:lnTo>
                  <a:pt x="1114425" y="2743200"/>
                </a:lnTo>
                <a:close/>
                <a:moveTo>
                  <a:pt x="1323975" y="2733675"/>
                </a:moveTo>
                <a:lnTo>
                  <a:pt x="1333500" y="2733675"/>
                </a:lnTo>
                <a:lnTo>
                  <a:pt x="1333500" y="2743200"/>
                </a:lnTo>
                <a:lnTo>
                  <a:pt x="1323975" y="2743200"/>
                </a:lnTo>
                <a:close/>
                <a:moveTo>
                  <a:pt x="1352550" y="2733675"/>
                </a:moveTo>
                <a:lnTo>
                  <a:pt x="1362075" y="2733675"/>
                </a:lnTo>
                <a:lnTo>
                  <a:pt x="1362075" y="2743200"/>
                </a:lnTo>
                <a:lnTo>
                  <a:pt x="1352550" y="2743200"/>
                </a:lnTo>
                <a:close/>
                <a:moveTo>
                  <a:pt x="200025" y="2752725"/>
                </a:moveTo>
                <a:lnTo>
                  <a:pt x="209550" y="2752725"/>
                </a:lnTo>
                <a:lnTo>
                  <a:pt x="209550" y="2771775"/>
                </a:lnTo>
                <a:lnTo>
                  <a:pt x="200025" y="2771775"/>
                </a:lnTo>
                <a:close/>
                <a:moveTo>
                  <a:pt x="1047750" y="2781300"/>
                </a:moveTo>
                <a:lnTo>
                  <a:pt x="1066800" y="2781300"/>
                </a:lnTo>
                <a:lnTo>
                  <a:pt x="1066800" y="2790825"/>
                </a:lnTo>
                <a:lnTo>
                  <a:pt x="1047750" y="2790825"/>
                </a:lnTo>
                <a:close/>
                <a:moveTo>
                  <a:pt x="1143000" y="2781300"/>
                </a:moveTo>
                <a:lnTo>
                  <a:pt x="1171575" y="2781300"/>
                </a:lnTo>
                <a:lnTo>
                  <a:pt x="1171575" y="2790825"/>
                </a:lnTo>
                <a:lnTo>
                  <a:pt x="1143000" y="2790825"/>
                </a:lnTo>
                <a:close/>
                <a:moveTo>
                  <a:pt x="238125" y="2790825"/>
                </a:moveTo>
                <a:lnTo>
                  <a:pt x="314325" y="2790825"/>
                </a:lnTo>
                <a:lnTo>
                  <a:pt x="314325" y="2800350"/>
                </a:lnTo>
                <a:lnTo>
                  <a:pt x="333375" y="2800350"/>
                </a:lnTo>
                <a:lnTo>
                  <a:pt x="333375" y="2790825"/>
                </a:lnTo>
                <a:lnTo>
                  <a:pt x="371475" y="2790825"/>
                </a:lnTo>
                <a:lnTo>
                  <a:pt x="371475" y="2800350"/>
                </a:lnTo>
                <a:lnTo>
                  <a:pt x="352425" y="2800350"/>
                </a:lnTo>
                <a:lnTo>
                  <a:pt x="352425" y="2809875"/>
                </a:lnTo>
                <a:lnTo>
                  <a:pt x="304800" y="2809875"/>
                </a:lnTo>
                <a:lnTo>
                  <a:pt x="304800" y="2800350"/>
                </a:lnTo>
                <a:lnTo>
                  <a:pt x="238125" y="2800350"/>
                </a:lnTo>
                <a:close/>
                <a:moveTo>
                  <a:pt x="1219200" y="2790825"/>
                </a:moveTo>
                <a:lnTo>
                  <a:pt x="1228725" y="2790825"/>
                </a:lnTo>
                <a:lnTo>
                  <a:pt x="1228725" y="2800350"/>
                </a:lnTo>
                <a:lnTo>
                  <a:pt x="1219200" y="2800350"/>
                </a:lnTo>
                <a:close/>
                <a:moveTo>
                  <a:pt x="1657350" y="2809875"/>
                </a:moveTo>
                <a:lnTo>
                  <a:pt x="1666875" y="2809875"/>
                </a:lnTo>
                <a:lnTo>
                  <a:pt x="1666875" y="2828925"/>
                </a:lnTo>
                <a:lnTo>
                  <a:pt x="1657350" y="2828925"/>
                </a:lnTo>
                <a:lnTo>
                  <a:pt x="1657350" y="2838450"/>
                </a:lnTo>
                <a:lnTo>
                  <a:pt x="1638300" y="2838450"/>
                </a:lnTo>
                <a:lnTo>
                  <a:pt x="1638300" y="2819400"/>
                </a:lnTo>
                <a:lnTo>
                  <a:pt x="1657350" y="2819400"/>
                </a:lnTo>
                <a:close/>
                <a:moveTo>
                  <a:pt x="295275" y="2819400"/>
                </a:moveTo>
                <a:lnTo>
                  <a:pt x="352425" y="2819400"/>
                </a:lnTo>
                <a:lnTo>
                  <a:pt x="352425" y="2828925"/>
                </a:lnTo>
                <a:lnTo>
                  <a:pt x="333375" y="2828925"/>
                </a:lnTo>
                <a:lnTo>
                  <a:pt x="333375" y="2838450"/>
                </a:lnTo>
                <a:lnTo>
                  <a:pt x="323850" y="2838450"/>
                </a:lnTo>
                <a:lnTo>
                  <a:pt x="323850" y="2847975"/>
                </a:lnTo>
                <a:lnTo>
                  <a:pt x="295275" y="2847975"/>
                </a:lnTo>
                <a:close/>
                <a:moveTo>
                  <a:pt x="1695450" y="2952750"/>
                </a:moveTo>
                <a:lnTo>
                  <a:pt x="1704975" y="2952750"/>
                </a:lnTo>
                <a:lnTo>
                  <a:pt x="1704975" y="2962275"/>
                </a:lnTo>
                <a:lnTo>
                  <a:pt x="1695450" y="2962275"/>
                </a:lnTo>
                <a:close/>
                <a:moveTo>
                  <a:pt x="638175" y="2981325"/>
                </a:moveTo>
                <a:lnTo>
                  <a:pt x="695325" y="2981325"/>
                </a:lnTo>
                <a:lnTo>
                  <a:pt x="695325" y="3000375"/>
                </a:lnTo>
                <a:lnTo>
                  <a:pt x="666750" y="3000375"/>
                </a:lnTo>
                <a:lnTo>
                  <a:pt x="666750" y="3009900"/>
                </a:lnTo>
                <a:lnTo>
                  <a:pt x="628650" y="3009900"/>
                </a:lnTo>
                <a:lnTo>
                  <a:pt x="628650" y="2990850"/>
                </a:lnTo>
                <a:lnTo>
                  <a:pt x="638175" y="2990850"/>
                </a:lnTo>
                <a:close/>
                <a:moveTo>
                  <a:pt x="1714500" y="2981325"/>
                </a:moveTo>
                <a:lnTo>
                  <a:pt x="1724025" y="2981325"/>
                </a:lnTo>
                <a:lnTo>
                  <a:pt x="1724025" y="2990850"/>
                </a:lnTo>
                <a:lnTo>
                  <a:pt x="1714500" y="2990850"/>
                </a:lnTo>
                <a:close/>
                <a:moveTo>
                  <a:pt x="1724025" y="2990850"/>
                </a:moveTo>
                <a:lnTo>
                  <a:pt x="1733550" y="2990850"/>
                </a:lnTo>
                <a:lnTo>
                  <a:pt x="1733550" y="3000375"/>
                </a:lnTo>
                <a:lnTo>
                  <a:pt x="1724025" y="3000375"/>
                </a:lnTo>
                <a:close/>
                <a:moveTo>
                  <a:pt x="238125" y="3028950"/>
                </a:moveTo>
                <a:lnTo>
                  <a:pt x="276225" y="3028950"/>
                </a:lnTo>
                <a:lnTo>
                  <a:pt x="276225" y="3038475"/>
                </a:lnTo>
                <a:lnTo>
                  <a:pt x="238125" y="3038475"/>
                </a:lnTo>
                <a:close/>
                <a:moveTo>
                  <a:pt x="333375" y="3028950"/>
                </a:moveTo>
                <a:lnTo>
                  <a:pt x="361950" y="3028950"/>
                </a:lnTo>
                <a:lnTo>
                  <a:pt x="361950" y="3038475"/>
                </a:lnTo>
                <a:lnTo>
                  <a:pt x="333375" y="3038475"/>
                </a:lnTo>
                <a:close/>
                <a:moveTo>
                  <a:pt x="857250" y="3028950"/>
                </a:moveTo>
                <a:lnTo>
                  <a:pt x="885825" y="3028950"/>
                </a:lnTo>
                <a:lnTo>
                  <a:pt x="885825" y="3038475"/>
                </a:lnTo>
                <a:lnTo>
                  <a:pt x="895350" y="3038475"/>
                </a:lnTo>
                <a:lnTo>
                  <a:pt x="895350" y="3028950"/>
                </a:lnTo>
                <a:lnTo>
                  <a:pt x="923925" y="3028950"/>
                </a:lnTo>
                <a:lnTo>
                  <a:pt x="923925" y="3038475"/>
                </a:lnTo>
                <a:lnTo>
                  <a:pt x="952500" y="3038475"/>
                </a:lnTo>
                <a:lnTo>
                  <a:pt x="952500" y="3067050"/>
                </a:lnTo>
                <a:lnTo>
                  <a:pt x="904875" y="3067050"/>
                </a:lnTo>
                <a:lnTo>
                  <a:pt x="904875" y="3057525"/>
                </a:lnTo>
                <a:lnTo>
                  <a:pt x="885825" y="3057525"/>
                </a:lnTo>
                <a:lnTo>
                  <a:pt x="885825" y="3067050"/>
                </a:lnTo>
                <a:lnTo>
                  <a:pt x="866775" y="3067050"/>
                </a:lnTo>
                <a:lnTo>
                  <a:pt x="866775" y="3057525"/>
                </a:lnTo>
                <a:lnTo>
                  <a:pt x="857250" y="3057525"/>
                </a:lnTo>
                <a:close/>
                <a:moveTo>
                  <a:pt x="219075" y="3038475"/>
                </a:moveTo>
                <a:lnTo>
                  <a:pt x="228600" y="3038475"/>
                </a:lnTo>
                <a:lnTo>
                  <a:pt x="228600" y="3048000"/>
                </a:lnTo>
                <a:lnTo>
                  <a:pt x="219075" y="3048000"/>
                </a:lnTo>
                <a:close/>
                <a:moveTo>
                  <a:pt x="638175" y="3038475"/>
                </a:moveTo>
                <a:lnTo>
                  <a:pt x="657225" y="3038475"/>
                </a:lnTo>
                <a:lnTo>
                  <a:pt x="657225" y="3057525"/>
                </a:lnTo>
                <a:lnTo>
                  <a:pt x="666750" y="3057525"/>
                </a:lnTo>
                <a:lnTo>
                  <a:pt x="666750" y="3067050"/>
                </a:lnTo>
                <a:lnTo>
                  <a:pt x="647700" y="3067050"/>
                </a:lnTo>
                <a:lnTo>
                  <a:pt x="647700" y="3048000"/>
                </a:lnTo>
                <a:lnTo>
                  <a:pt x="638175" y="3048000"/>
                </a:lnTo>
                <a:close/>
                <a:moveTo>
                  <a:pt x="752475" y="3048000"/>
                </a:moveTo>
                <a:lnTo>
                  <a:pt x="762000" y="3048000"/>
                </a:lnTo>
                <a:lnTo>
                  <a:pt x="762000" y="3057525"/>
                </a:lnTo>
                <a:lnTo>
                  <a:pt x="752475" y="3057525"/>
                </a:lnTo>
                <a:close/>
                <a:moveTo>
                  <a:pt x="819150" y="3048000"/>
                </a:moveTo>
                <a:lnTo>
                  <a:pt x="828675" y="3048000"/>
                </a:lnTo>
                <a:lnTo>
                  <a:pt x="828675" y="3057525"/>
                </a:lnTo>
                <a:lnTo>
                  <a:pt x="819150" y="3057525"/>
                </a:lnTo>
                <a:close/>
                <a:moveTo>
                  <a:pt x="971550" y="3048000"/>
                </a:moveTo>
                <a:lnTo>
                  <a:pt x="981075" y="3048000"/>
                </a:lnTo>
                <a:lnTo>
                  <a:pt x="981075" y="3057525"/>
                </a:lnTo>
                <a:lnTo>
                  <a:pt x="971550" y="3057525"/>
                </a:lnTo>
                <a:close/>
                <a:moveTo>
                  <a:pt x="200025" y="3057525"/>
                </a:moveTo>
                <a:lnTo>
                  <a:pt x="209550" y="3057525"/>
                </a:lnTo>
                <a:lnTo>
                  <a:pt x="209550" y="3067050"/>
                </a:lnTo>
                <a:lnTo>
                  <a:pt x="200025" y="3067050"/>
                </a:lnTo>
                <a:close/>
                <a:moveTo>
                  <a:pt x="523875" y="3057525"/>
                </a:moveTo>
                <a:lnTo>
                  <a:pt x="533400" y="3057525"/>
                </a:lnTo>
                <a:lnTo>
                  <a:pt x="533400" y="3067050"/>
                </a:lnTo>
                <a:lnTo>
                  <a:pt x="523875" y="3067050"/>
                </a:lnTo>
                <a:close/>
                <a:moveTo>
                  <a:pt x="733425" y="3057525"/>
                </a:moveTo>
                <a:lnTo>
                  <a:pt x="742950" y="3057525"/>
                </a:lnTo>
                <a:lnTo>
                  <a:pt x="742950" y="3067050"/>
                </a:lnTo>
                <a:lnTo>
                  <a:pt x="733425" y="3067050"/>
                </a:lnTo>
                <a:close/>
                <a:moveTo>
                  <a:pt x="962025" y="3057525"/>
                </a:moveTo>
                <a:lnTo>
                  <a:pt x="971550" y="3057525"/>
                </a:lnTo>
                <a:lnTo>
                  <a:pt x="971550" y="3067050"/>
                </a:lnTo>
                <a:lnTo>
                  <a:pt x="962025" y="3067050"/>
                </a:lnTo>
                <a:close/>
                <a:moveTo>
                  <a:pt x="1000125" y="3057525"/>
                </a:moveTo>
                <a:lnTo>
                  <a:pt x="1009650" y="3057525"/>
                </a:lnTo>
                <a:lnTo>
                  <a:pt x="1009650" y="3067050"/>
                </a:lnTo>
                <a:lnTo>
                  <a:pt x="1000125" y="3067050"/>
                </a:lnTo>
                <a:close/>
                <a:moveTo>
                  <a:pt x="400050" y="3076575"/>
                </a:moveTo>
                <a:lnTo>
                  <a:pt x="409575" y="3076575"/>
                </a:lnTo>
                <a:lnTo>
                  <a:pt x="409575" y="3133725"/>
                </a:lnTo>
                <a:lnTo>
                  <a:pt x="400050" y="3133725"/>
                </a:lnTo>
                <a:close/>
                <a:moveTo>
                  <a:pt x="466725" y="3076575"/>
                </a:moveTo>
                <a:lnTo>
                  <a:pt x="476250" y="3076575"/>
                </a:lnTo>
                <a:lnTo>
                  <a:pt x="476250" y="3086100"/>
                </a:lnTo>
                <a:lnTo>
                  <a:pt x="466725" y="3086100"/>
                </a:lnTo>
                <a:close/>
                <a:moveTo>
                  <a:pt x="1085850" y="3086100"/>
                </a:moveTo>
                <a:lnTo>
                  <a:pt x="1095375" y="3086100"/>
                </a:lnTo>
                <a:lnTo>
                  <a:pt x="1095375" y="3114675"/>
                </a:lnTo>
                <a:lnTo>
                  <a:pt x="1085850" y="3114675"/>
                </a:lnTo>
                <a:close/>
                <a:moveTo>
                  <a:pt x="466725" y="3105150"/>
                </a:moveTo>
                <a:lnTo>
                  <a:pt x="476250" y="3105150"/>
                </a:lnTo>
                <a:lnTo>
                  <a:pt x="476250" y="3114675"/>
                </a:lnTo>
                <a:lnTo>
                  <a:pt x="466725" y="3114675"/>
                </a:lnTo>
                <a:close/>
                <a:moveTo>
                  <a:pt x="200025" y="3114675"/>
                </a:moveTo>
                <a:lnTo>
                  <a:pt x="209550" y="3114675"/>
                </a:lnTo>
                <a:lnTo>
                  <a:pt x="209550" y="3124200"/>
                </a:lnTo>
                <a:lnTo>
                  <a:pt x="200025" y="3124200"/>
                </a:lnTo>
                <a:close/>
                <a:moveTo>
                  <a:pt x="600075" y="3114675"/>
                </a:moveTo>
                <a:lnTo>
                  <a:pt x="628650" y="3114675"/>
                </a:lnTo>
                <a:lnTo>
                  <a:pt x="628650" y="3124200"/>
                </a:lnTo>
                <a:lnTo>
                  <a:pt x="619125" y="3124200"/>
                </a:lnTo>
                <a:lnTo>
                  <a:pt x="619125" y="3143250"/>
                </a:lnTo>
                <a:lnTo>
                  <a:pt x="628650" y="3143250"/>
                </a:lnTo>
                <a:lnTo>
                  <a:pt x="628650" y="3162300"/>
                </a:lnTo>
                <a:lnTo>
                  <a:pt x="657225" y="3162300"/>
                </a:lnTo>
                <a:lnTo>
                  <a:pt x="657225" y="3181350"/>
                </a:lnTo>
                <a:lnTo>
                  <a:pt x="647700" y="3181350"/>
                </a:lnTo>
                <a:lnTo>
                  <a:pt x="647700" y="3171825"/>
                </a:lnTo>
                <a:lnTo>
                  <a:pt x="619125" y="3171825"/>
                </a:lnTo>
                <a:lnTo>
                  <a:pt x="619125" y="3181350"/>
                </a:lnTo>
                <a:lnTo>
                  <a:pt x="638175" y="3181350"/>
                </a:lnTo>
                <a:lnTo>
                  <a:pt x="638175" y="3190875"/>
                </a:lnTo>
                <a:lnTo>
                  <a:pt x="571500" y="3190875"/>
                </a:lnTo>
                <a:lnTo>
                  <a:pt x="571500" y="3181350"/>
                </a:lnTo>
                <a:lnTo>
                  <a:pt x="533400" y="3181350"/>
                </a:lnTo>
                <a:lnTo>
                  <a:pt x="533400" y="3171825"/>
                </a:lnTo>
                <a:lnTo>
                  <a:pt x="581025" y="3171825"/>
                </a:lnTo>
                <a:lnTo>
                  <a:pt x="581025" y="3124200"/>
                </a:lnTo>
                <a:lnTo>
                  <a:pt x="600075" y="3124200"/>
                </a:lnTo>
                <a:close/>
                <a:moveTo>
                  <a:pt x="495300" y="3124200"/>
                </a:moveTo>
                <a:lnTo>
                  <a:pt x="504825" y="3124200"/>
                </a:lnTo>
                <a:lnTo>
                  <a:pt x="504825" y="3133725"/>
                </a:lnTo>
                <a:lnTo>
                  <a:pt x="523875" y="3133725"/>
                </a:lnTo>
                <a:lnTo>
                  <a:pt x="523875" y="3152775"/>
                </a:lnTo>
                <a:lnTo>
                  <a:pt x="495300" y="3152775"/>
                </a:lnTo>
                <a:close/>
                <a:moveTo>
                  <a:pt x="790575" y="3124200"/>
                </a:moveTo>
                <a:lnTo>
                  <a:pt x="800100" y="3124200"/>
                </a:lnTo>
                <a:lnTo>
                  <a:pt x="800100" y="3133725"/>
                </a:lnTo>
                <a:lnTo>
                  <a:pt x="790575" y="3133725"/>
                </a:lnTo>
                <a:close/>
                <a:moveTo>
                  <a:pt x="838200" y="3124200"/>
                </a:moveTo>
                <a:lnTo>
                  <a:pt x="847725" y="3124200"/>
                </a:lnTo>
                <a:lnTo>
                  <a:pt x="847725" y="3133725"/>
                </a:lnTo>
                <a:lnTo>
                  <a:pt x="838200" y="3133725"/>
                </a:lnTo>
                <a:close/>
                <a:moveTo>
                  <a:pt x="876300" y="3124200"/>
                </a:moveTo>
                <a:lnTo>
                  <a:pt x="885825" y="3124200"/>
                </a:lnTo>
                <a:lnTo>
                  <a:pt x="885825" y="3133725"/>
                </a:lnTo>
                <a:lnTo>
                  <a:pt x="876300" y="3133725"/>
                </a:lnTo>
                <a:close/>
                <a:moveTo>
                  <a:pt x="923925" y="3124200"/>
                </a:moveTo>
                <a:lnTo>
                  <a:pt x="933450" y="3124200"/>
                </a:lnTo>
                <a:lnTo>
                  <a:pt x="933450" y="3143250"/>
                </a:lnTo>
                <a:lnTo>
                  <a:pt x="971550" y="3143250"/>
                </a:lnTo>
                <a:lnTo>
                  <a:pt x="971550" y="3133725"/>
                </a:lnTo>
                <a:lnTo>
                  <a:pt x="962025" y="3133725"/>
                </a:lnTo>
                <a:lnTo>
                  <a:pt x="962025" y="3124200"/>
                </a:lnTo>
                <a:lnTo>
                  <a:pt x="990600" y="3124200"/>
                </a:lnTo>
                <a:lnTo>
                  <a:pt x="990600" y="3152775"/>
                </a:lnTo>
                <a:lnTo>
                  <a:pt x="981075" y="3152775"/>
                </a:lnTo>
                <a:lnTo>
                  <a:pt x="981075" y="3162300"/>
                </a:lnTo>
                <a:lnTo>
                  <a:pt x="990600" y="3162300"/>
                </a:lnTo>
                <a:lnTo>
                  <a:pt x="990600" y="3171825"/>
                </a:lnTo>
                <a:lnTo>
                  <a:pt x="981075" y="3171825"/>
                </a:lnTo>
                <a:lnTo>
                  <a:pt x="981075" y="3181350"/>
                </a:lnTo>
                <a:lnTo>
                  <a:pt x="942975" y="3181350"/>
                </a:lnTo>
                <a:lnTo>
                  <a:pt x="942975" y="3171825"/>
                </a:lnTo>
                <a:lnTo>
                  <a:pt x="933450" y="3171825"/>
                </a:lnTo>
                <a:lnTo>
                  <a:pt x="933450" y="3181350"/>
                </a:lnTo>
                <a:lnTo>
                  <a:pt x="914400" y="3181350"/>
                </a:lnTo>
                <a:lnTo>
                  <a:pt x="914400" y="3171825"/>
                </a:lnTo>
                <a:lnTo>
                  <a:pt x="904875" y="3171825"/>
                </a:lnTo>
                <a:lnTo>
                  <a:pt x="904875" y="3143250"/>
                </a:lnTo>
                <a:lnTo>
                  <a:pt x="914400" y="3143250"/>
                </a:lnTo>
                <a:lnTo>
                  <a:pt x="914400" y="3133725"/>
                </a:lnTo>
                <a:lnTo>
                  <a:pt x="923925" y="3133725"/>
                </a:lnTo>
                <a:close/>
                <a:moveTo>
                  <a:pt x="1009650" y="3124200"/>
                </a:moveTo>
                <a:lnTo>
                  <a:pt x="1047750" y="3124200"/>
                </a:lnTo>
                <a:lnTo>
                  <a:pt x="1047750" y="3133725"/>
                </a:lnTo>
                <a:lnTo>
                  <a:pt x="1009650" y="3133725"/>
                </a:lnTo>
                <a:close/>
                <a:moveTo>
                  <a:pt x="466725" y="3133725"/>
                </a:moveTo>
                <a:lnTo>
                  <a:pt x="476250" y="3133725"/>
                </a:lnTo>
                <a:lnTo>
                  <a:pt x="476250" y="3143250"/>
                </a:lnTo>
                <a:lnTo>
                  <a:pt x="485775" y="3143250"/>
                </a:lnTo>
                <a:lnTo>
                  <a:pt x="485775" y="3162300"/>
                </a:lnTo>
                <a:lnTo>
                  <a:pt x="495300" y="3162300"/>
                </a:lnTo>
                <a:lnTo>
                  <a:pt x="495300" y="3171825"/>
                </a:lnTo>
                <a:lnTo>
                  <a:pt x="476250" y="3171825"/>
                </a:lnTo>
                <a:lnTo>
                  <a:pt x="476250" y="3181350"/>
                </a:lnTo>
                <a:lnTo>
                  <a:pt x="466725" y="3181350"/>
                </a:lnTo>
                <a:lnTo>
                  <a:pt x="466725" y="3162300"/>
                </a:lnTo>
                <a:lnTo>
                  <a:pt x="457200" y="3162300"/>
                </a:lnTo>
                <a:lnTo>
                  <a:pt x="457200" y="3152775"/>
                </a:lnTo>
                <a:lnTo>
                  <a:pt x="466725" y="3152775"/>
                </a:lnTo>
                <a:close/>
                <a:moveTo>
                  <a:pt x="1114425" y="3133725"/>
                </a:moveTo>
                <a:lnTo>
                  <a:pt x="1133475" y="3133725"/>
                </a:lnTo>
                <a:lnTo>
                  <a:pt x="1133475" y="3171825"/>
                </a:lnTo>
                <a:lnTo>
                  <a:pt x="1114425" y="3171825"/>
                </a:lnTo>
                <a:lnTo>
                  <a:pt x="1114425" y="3162300"/>
                </a:lnTo>
                <a:lnTo>
                  <a:pt x="1123950" y="3162300"/>
                </a:lnTo>
                <a:lnTo>
                  <a:pt x="1123950" y="3152775"/>
                </a:lnTo>
                <a:lnTo>
                  <a:pt x="1114425" y="3152775"/>
                </a:lnTo>
                <a:close/>
                <a:moveTo>
                  <a:pt x="781050" y="3143250"/>
                </a:moveTo>
                <a:lnTo>
                  <a:pt x="800100" y="3143250"/>
                </a:lnTo>
                <a:lnTo>
                  <a:pt x="800100" y="3181350"/>
                </a:lnTo>
                <a:lnTo>
                  <a:pt x="809625" y="3181350"/>
                </a:lnTo>
                <a:lnTo>
                  <a:pt x="809625" y="3190875"/>
                </a:lnTo>
                <a:lnTo>
                  <a:pt x="800100" y="3190875"/>
                </a:lnTo>
                <a:lnTo>
                  <a:pt x="800100" y="3200400"/>
                </a:lnTo>
                <a:lnTo>
                  <a:pt x="781050" y="3200400"/>
                </a:lnTo>
                <a:lnTo>
                  <a:pt x="781050" y="3190875"/>
                </a:lnTo>
                <a:lnTo>
                  <a:pt x="742950" y="3190875"/>
                </a:lnTo>
                <a:lnTo>
                  <a:pt x="742950" y="3181350"/>
                </a:lnTo>
                <a:lnTo>
                  <a:pt x="762000" y="3181350"/>
                </a:lnTo>
                <a:lnTo>
                  <a:pt x="762000" y="3162300"/>
                </a:lnTo>
                <a:lnTo>
                  <a:pt x="781050" y="3162300"/>
                </a:lnTo>
                <a:close/>
                <a:moveTo>
                  <a:pt x="847725" y="3143250"/>
                </a:moveTo>
                <a:lnTo>
                  <a:pt x="876300" y="3143250"/>
                </a:lnTo>
                <a:lnTo>
                  <a:pt x="876300" y="3162300"/>
                </a:lnTo>
                <a:lnTo>
                  <a:pt x="895350" y="3162300"/>
                </a:lnTo>
                <a:lnTo>
                  <a:pt x="895350" y="3171825"/>
                </a:lnTo>
                <a:lnTo>
                  <a:pt x="885825" y="3171825"/>
                </a:lnTo>
                <a:lnTo>
                  <a:pt x="885825" y="3181350"/>
                </a:lnTo>
                <a:lnTo>
                  <a:pt x="866775" y="3181350"/>
                </a:lnTo>
                <a:lnTo>
                  <a:pt x="866775" y="3190875"/>
                </a:lnTo>
                <a:lnTo>
                  <a:pt x="828675" y="3190875"/>
                </a:lnTo>
                <a:lnTo>
                  <a:pt x="828675" y="3181350"/>
                </a:lnTo>
                <a:lnTo>
                  <a:pt x="847725" y="3181350"/>
                </a:lnTo>
                <a:lnTo>
                  <a:pt x="847725" y="3162300"/>
                </a:lnTo>
                <a:lnTo>
                  <a:pt x="857250" y="3162300"/>
                </a:lnTo>
                <a:lnTo>
                  <a:pt x="857250" y="3152775"/>
                </a:lnTo>
                <a:lnTo>
                  <a:pt x="847725" y="3152775"/>
                </a:lnTo>
                <a:close/>
                <a:moveTo>
                  <a:pt x="1009650" y="3143250"/>
                </a:moveTo>
                <a:lnTo>
                  <a:pt x="1019175" y="3143250"/>
                </a:lnTo>
                <a:lnTo>
                  <a:pt x="1019175" y="3152775"/>
                </a:lnTo>
                <a:lnTo>
                  <a:pt x="1009650" y="3152775"/>
                </a:lnTo>
                <a:close/>
                <a:moveTo>
                  <a:pt x="1609725" y="3143250"/>
                </a:moveTo>
                <a:lnTo>
                  <a:pt x="1619250" y="3143250"/>
                </a:lnTo>
                <a:lnTo>
                  <a:pt x="1619250" y="3162300"/>
                </a:lnTo>
                <a:lnTo>
                  <a:pt x="1600200" y="3162300"/>
                </a:lnTo>
                <a:lnTo>
                  <a:pt x="1600200" y="3152775"/>
                </a:lnTo>
                <a:lnTo>
                  <a:pt x="1609725" y="3152775"/>
                </a:lnTo>
                <a:close/>
                <a:moveTo>
                  <a:pt x="409575" y="3162300"/>
                </a:moveTo>
                <a:lnTo>
                  <a:pt x="419100" y="3162300"/>
                </a:lnTo>
                <a:lnTo>
                  <a:pt x="419100" y="3171825"/>
                </a:lnTo>
                <a:lnTo>
                  <a:pt x="409575" y="3171825"/>
                </a:lnTo>
                <a:close/>
                <a:moveTo>
                  <a:pt x="1085850" y="3162300"/>
                </a:moveTo>
                <a:lnTo>
                  <a:pt x="1095375" y="3162300"/>
                </a:lnTo>
                <a:lnTo>
                  <a:pt x="1095375" y="3171825"/>
                </a:lnTo>
                <a:lnTo>
                  <a:pt x="1114425" y="3171825"/>
                </a:lnTo>
                <a:lnTo>
                  <a:pt x="1114425" y="3181350"/>
                </a:lnTo>
                <a:lnTo>
                  <a:pt x="1066800" y="3181350"/>
                </a:lnTo>
                <a:lnTo>
                  <a:pt x="1066800" y="3171825"/>
                </a:lnTo>
                <a:lnTo>
                  <a:pt x="1085850" y="3171825"/>
                </a:lnTo>
                <a:close/>
                <a:moveTo>
                  <a:pt x="1571625" y="3162300"/>
                </a:moveTo>
                <a:lnTo>
                  <a:pt x="1581150" y="3162300"/>
                </a:lnTo>
                <a:lnTo>
                  <a:pt x="1581150" y="3171825"/>
                </a:lnTo>
                <a:lnTo>
                  <a:pt x="1571625" y="3171825"/>
                </a:lnTo>
                <a:close/>
                <a:moveTo>
                  <a:pt x="714375" y="3171825"/>
                </a:moveTo>
                <a:lnTo>
                  <a:pt x="723900" y="3171825"/>
                </a:lnTo>
                <a:lnTo>
                  <a:pt x="723900" y="3181350"/>
                </a:lnTo>
                <a:lnTo>
                  <a:pt x="714375" y="3181350"/>
                </a:lnTo>
                <a:close/>
                <a:moveTo>
                  <a:pt x="990600" y="3171825"/>
                </a:moveTo>
                <a:lnTo>
                  <a:pt x="1009650" y="3171825"/>
                </a:lnTo>
                <a:lnTo>
                  <a:pt x="1009650" y="3181350"/>
                </a:lnTo>
                <a:lnTo>
                  <a:pt x="990600" y="3181350"/>
                </a:lnTo>
                <a:close/>
                <a:moveTo>
                  <a:pt x="400050" y="3181350"/>
                </a:moveTo>
                <a:lnTo>
                  <a:pt x="409575" y="3181350"/>
                </a:lnTo>
                <a:lnTo>
                  <a:pt x="409575" y="3200400"/>
                </a:lnTo>
                <a:lnTo>
                  <a:pt x="400050" y="3200400"/>
                </a:lnTo>
                <a:close/>
                <a:moveTo>
                  <a:pt x="523875" y="3181350"/>
                </a:moveTo>
                <a:lnTo>
                  <a:pt x="533400" y="3181350"/>
                </a:lnTo>
                <a:lnTo>
                  <a:pt x="533400" y="3190875"/>
                </a:lnTo>
                <a:lnTo>
                  <a:pt x="523875" y="3190875"/>
                </a:lnTo>
                <a:close/>
                <a:moveTo>
                  <a:pt x="590550" y="3181350"/>
                </a:moveTo>
                <a:lnTo>
                  <a:pt x="600075" y="3181350"/>
                </a:lnTo>
                <a:lnTo>
                  <a:pt x="600075" y="3171825"/>
                </a:lnTo>
                <a:lnTo>
                  <a:pt x="590550" y="3171825"/>
                </a:lnTo>
                <a:close/>
                <a:moveTo>
                  <a:pt x="885825" y="3181350"/>
                </a:moveTo>
                <a:lnTo>
                  <a:pt x="904875" y="3181350"/>
                </a:lnTo>
                <a:lnTo>
                  <a:pt x="904875" y="3190875"/>
                </a:lnTo>
                <a:lnTo>
                  <a:pt x="885825" y="3190875"/>
                </a:lnTo>
                <a:close/>
                <a:moveTo>
                  <a:pt x="1047750" y="3181350"/>
                </a:moveTo>
                <a:lnTo>
                  <a:pt x="1066800" y="3181350"/>
                </a:lnTo>
                <a:lnTo>
                  <a:pt x="1066800" y="3190875"/>
                </a:lnTo>
                <a:lnTo>
                  <a:pt x="1047750" y="3190875"/>
                </a:lnTo>
                <a:close/>
                <a:moveTo>
                  <a:pt x="1162050" y="3181350"/>
                </a:moveTo>
                <a:lnTo>
                  <a:pt x="1171575" y="3181350"/>
                </a:lnTo>
                <a:lnTo>
                  <a:pt x="1171575" y="3190875"/>
                </a:lnTo>
                <a:lnTo>
                  <a:pt x="1162050" y="3190875"/>
                </a:lnTo>
                <a:close/>
                <a:moveTo>
                  <a:pt x="1181100" y="3181350"/>
                </a:moveTo>
                <a:lnTo>
                  <a:pt x="1190625" y="3181350"/>
                </a:lnTo>
                <a:lnTo>
                  <a:pt x="1190625" y="3190875"/>
                </a:lnTo>
                <a:lnTo>
                  <a:pt x="1181100" y="3190875"/>
                </a:lnTo>
                <a:close/>
                <a:moveTo>
                  <a:pt x="1323975" y="3181350"/>
                </a:moveTo>
                <a:lnTo>
                  <a:pt x="1343025" y="3181350"/>
                </a:lnTo>
                <a:lnTo>
                  <a:pt x="1343025" y="3190875"/>
                </a:lnTo>
                <a:lnTo>
                  <a:pt x="1323975" y="3190875"/>
                </a:lnTo>
                <a:close/>
                <a:moveTo>
                  <a:pt x="1381125" y="3181350"/>
                </a:moveTo>
                <a:lnTo>
                  <a:pt x="1400175" y="3181350"/>
                </a:lnTo>
                <a:lnTo>
                  <a:pt x="1400175" y="3190875"/>
                </a:lnTo>
                <a:lnTo>
                  <a:pt x="1381125" y="3190875"/>
                </a:lnTo>
                <a:close/>
                <a:moveTo>
                  <a:pt x="1428750" y="3190875"/>
                </a:moveTo>
                <a:lnTo>
                  <a:pt x="1457325" y="3190875"/>
                </a:lnTo>
                <a:lnTo>
                  <a:pt x="1457325" y="3228975"/>
                </a:lnTo>
                <a:lnTo>
                  <a:pt x="1466850" y="3228975"/>
                </a:lnTo>
                <a:lnTo>
                  <a:pt x="1466850" y="3238500"/>
                </a:lnTo>
                <a:lnTo>
                  <a:pt x="1476375" y="3238500"/>
                </a:lnTo>
                <a:lnTo>
                  <a:pt x="1476375" y="3276600"/>
                </a:lnTo>
                <a:lnTo>
                  <a:pt x="1447800" y="3276600"/>
                </a:lnTo>
                <a:lnTo>
                  <a:pt x="1447800" y="3238500"/>
                </a:lnTo>
                <a:lnTo>
                  <a:pt x="1428750" y="3238500"/>
                </a:lnTo>
                <a:lnTo>
                  <a:pt x="1428750" y="3219450"/>
                </a:lnTo>
                <a:lnTo>
                  <a:pt x="1438275" y="3219450"/>
                </a:lnTo>
                <a:lnTo>
                  <a:pt x="1438275" y="3200400"/>
                </a:lnTo>
                <a:lnTo>
                  <a:pt x="1428750" y="3200400"/>
                </a:lnTo>
                <a:close/>
                <a:moveTo>
                  <a:pt x="457200" y="3200400"/>
                </a:moveTo>
                <a:lnTo>
                  <a:pt x="466725" y="3200400"/>
                </a:lnTo>
                <a:lnTo>
                  <a:pt x="466725" y="3209925"/>
                </a:lnTo>
                <a:lnTo>
                  <a:pt x="457200" y="3209925"/>
                </a:lnTo>
                <a:close/>
                <a:moveTo>
                  <a:pt x="1171575" y="3209925"/>
                </a:moveTo>
                <a:lnTo>
                  <a:pt x="1190625" y="3209925"/>
                </a:lnTo>
                <a:lnTo>
                  <a:pt x="1190625" y="3228975"/>
                </a:lnTo>
                <a:lnTo>
                  <a:pt x="1171575" y="3228975"/>
                </a:lnTo>
                <a:close/>
                <a:moveTo>
                  <a:pt x="371475" y="3228975"/>
                </a:moveTo>
                <a:lnTo>
                  <a:pt x="381000" y="3228975"/>
                </a:lnTo>
                <a:lnTo>
                  <a:pt x="381000" y="3238500"/>
                </a:lnTo>
                <a:lnTo>
                  <a:pt x="371475" y="3238500"/>
                </a:lnTo>
                <a:close/>
                <a:moveTo>
                  <a:pt x="723900" y="3228975"/>
                </a:moveTo>
                <a:lnTo>
                  <a:pt x="742950" y="3228975"/>
                </a:lnTo>
                <a:lnTo>
                  <a:pt x="742950" y="3238500"/>
                </a:lnTo>
                <a:lnTo>
                  <a:pt x="809625" y="3238500"/>
                </a:lnTo>
                <a:lnTo>
                  <a:pt x="809625" y="3248025"/>
                </a:lnTo>
                <a:lnTo>
                  <a:pt x="800100" y="3248025"/>
                </a:lnTo>
                <a:lnTo>
                  <a:pt x="800100" y="3257550"/>
                </a:lnTo>
                <a:lnTo>
                  <a:pt x="809625" y="3257550"/>
                </a:lnTo>
                <a:lnTo>
                  <a:pt x="809625" y="3267075"/>
                </a:lnTo>
                <a:lnTo>
                  <a:pt x="781050" y="3267075"/>
                </a:lnTo>
                <a:lnTo>
                  <a:pt x="781050" y="3257550"/>
                </a:lnTo>
                <a:lnTo>
                  <a:pt x="752475" y="3257550"/>
                </a:lnTo>
                <a:lnTo>
                  <a:pt x="752475" y="3276600"/>
                </a:lnTo>
                <a:lnTo>
                  <a:pt x="733425" y="3276600"/>
                </a:lnTo>
                <a:lnTo>
                  <a:pt x="733425" y="3286125"/>
                </a:lnTo>
                <a:lnTo>
                  <a:pt x="695325" y="3286125"/>
                </a:lnTo>
                <a:lnTo>
                  <a:pt x="695325" y="3276600"/>
                </a:lnTo>
                <a:lnTo>
                  <a:pt x="676275" y="3276600"/>
                </a:lnTo>
                <a:lnTo>
                  <a:pt x="676275" y="3286125"/>
                </a:lnTo>
                <a:lnTo>
                  <a:pt x="609600" y="3286125"/>
                </a:lnTo>
                <a:lnTo>
                  <a:pt x="609600" y="3276600"/>
                </a:lnTo>
                <a:lnTo>
                  <a:pt x="628650" y="3276600"/>
                </a:lnTo>
                <a:lnTo>
                  <a:pt x="628650" y="3267075"/>
                </a:lnTo>
                <a:lnTo>
                  <a:pt x="647700" y="3267075"/>
                </a:lnTo>
                <a:lnTo>
                  <a:pt x="647700" y="3257550"/>
                </a:lnTo>
                <a:lnTo>
                  <a:pt x="695325" y="3257550"/>
                </a:lnTo>
                <a:lnTo>
                  <a:pt x="695325" y="3248025"/>
                </a:lnTo>
                <a:lnTo>
                  <a:pt x="723900" y="3248025"/>
                </a:lnTo>
                <a:close/>
                <a:moveTo>
                  <a:pt x="838200" y="3228975"/>
                </a:moveTo>
                <a:lnTo>
                  <a:pt x="847725" y="3228975"/>
                </a:lnTo>
                <a:lnTo>
                  <a:pt x="847725" y="3238500"/>
                </a:lnTo>
                <a:lnTo>
                  <a:pt x="838200" y="3238500"/>
                </a:lnTo>
                <a:close/>
                <a:moveTo>
                  <a:pt x="895350" y="3228975"/>
                </a:moveTo>
                <a:lnTo>
                  <a:pt x="923925" y="3228975"/>
                </a:lnTo>
                <a:lnTo>
                  <a:pt x="923925" y="3238500"/>
                </a:lnTo>
                <a:lnTo>
                  <a:pt x="904875" y="3238500"/>
                </a:lnTo>
                <a:lnTo>
                  <a:pt x="904875" y="3257550"/>
                </a:lnTo>
                <a:lnTo>
                  <a:pt x="923925" y="3257550"/>
                </a:lnTo>
                <a:lnTo>
                  <a:pt x="923925" y="3248025"/>
                </a:lnTo>
                <a:lnTo>
                  <a:pt x="933450" y="3248025"/>
                </a:lnTo>
                <a:lnTo>
                  <a:pt x="933450" y="3257550"/>
                </a:lnTo>
                <a:lnTo>
                  <a:pt x="942975" y="3257550"/>
                </a:lnTo>
                <a:lnTo>
                  <a:pt x="942975" y="3286125"/>
                </a:lnTo>
                <a:lnTo>
                  <a:pt x="923925" y="3286125"/>
                </a:lnTo>
                <a:lnTo>
                  <a:pt x="923925" y="3276600"/>
                </a:lnTo>
                <a:lnTo>
                  <a:pt x="914400" y="3276600"/>
                </a:lnTo>
                <a:lnTo>
                  <a:pt x="914400" y="3267075"/>
                </a:lnTo>
                <a:lnTo>
                  <a:pt x="904875" y="3267075"/>
                </a:lnTo>
                <a:lnTo>
                  <a:pt x="904875" y="3276600"/>
                </a:lnTo>
                <a:lnTo>
                  <a:pt x="895350" y="3276600"/>
                </a:lnTo>
                <a:lnTo>
                  <a:pt x="895350" y="3248025"/>
                </a:lnTo>
                <a:lnTo>
                  <a:pt x="885825" y="3248025"/>
                </a:lnTo>
                <a:lnTo>
                  <a:pt x="885825" y="3238500"/>
                </a:lnTo>
                <a:lnTo>
                  <a:pt x="895350" y="3238500"/>
                </a:lnTo>
                <a:close/>
                <a:moveTo>
                  <a:pt x="962025" y="3228975"/>
                </a:moveTo>
                <a:lnTo>
                  <a:pt x="1019175" y="3228975"/>
                </a:lnTo>
                <a:lnTo>
                  <a:pt x="1019175" y="3238500"/>
                </a:lnTo>
                <a:lnTo>
                  <a:pt x="1057275" y="3238500"/>
                </a:lnTo>
                <a:lnTo>
                  <a:pt x="1057275" y="3248025"/>
                </a:lnTo>
                <a:lnTo>
                  <a:pt x="1076325" y="3248025"/>
                </a:lnTo>
                <a:lnTo>
                  <a:pt x="1076325" y="3238500"/>
                </a:lnTo>
                <a:lnTo>
                  <a:pt x="1114425" y="3238500"/>
                </a:lnTo>
                <a:lnTo>
                  <a:pt x="1114425" y="3248025"/>
                </a:lnTo>
                <a:lnTo>
                  <a:pt x="1104900" y="3248025"/>
                </a:lnTo>
                <a:lnTo>
                  <a:pt x="1104900" y="3257550"/>
                </a:lnTo>
                <a:lnTo>
                  <a:pt x="1095375" y="3257550"/>
                </a:lnTo>
                <a:lnTo>
                  <a:pt x="1095375" y="3267075"/>
                </a:lnTo>
                <a:lnTo>
                  <a:pt x="1085850" y="3267075"/>
                </a:lnTo>
                <a:lnTo>
                  <a:pt x="1085850" y="3276600"/>
                </a:lnTo>
                <a:lnTo>
                  <a:pt x="1028700" y="3276600"/>
                </a:lnTo>
                <a:lnTo>
                  <a:pt x="1028700" y="3286125"/>
                </a:lnTo>
                <a:lnTo>
                  <a:pt x="1000125" y="3286125"/>
                </a:lnTo>
                <a:lnTo>
                  <a:pt x="1000125" y="3276600"/>
                </a:lnTo>
                <a:lnTo>
                  <a:pt x="990600" y="3276600"/>
                </a:lnTo>
                <a:lnTo>
                  <a:pt x="990600" y="3286125"/>
                </a:lnTo>
                <a:lnTo>
                  <a:pt x="962025" y="3286125"/>
                </a:lnTo>
                <a:lnTo>
                  <a:pt x="962025" y="3276600"/>
                </a:lnTo>
                <a:lnTo>
                  <a:pt x="971550" y="3276600"/>
                </a:lnTo>
                <a:lnTo>
                  <a:pt x="971550" y="3267075"/>
                </a:lnTo>
                <a:lnTo>
                  <a:pt x="1000125" y="3267075"/>
                </a:lnTo>
                <a:lnTo>
                  <a:pt x="1000125" y="3257550"/>
                </a:lnTo>
                <a:lnTo>
                  <a:pt x="1009650" y="3257550"/>
                </a:lnTo>
                <a:lnTo>
                  <a:pt x="1009650" y="3238500"/>
                </a:lnTo>
                <a:lnTo>
                  <a:pt x="981075" y="3238500"/>
                </a:lnTo>
                <a:lnTo>
                  <a:pt x="981075" y="3248025"/>
                </a:lnTo>
                <a:lnTo>
                  <a:pt x="971550" y="3248025"/>
                </a:lnTo>
                <a:lnTo>
                  <a:pt x="971550" y="3238500"/>
                </a:lnTo>
                <a:lnTo>
                  <a:pt x="962025" y="3238500"/>
                </a:lnTo>
                <a:close/>
                <a:moveTo>
                  <a:pt x="1123950" y="3228975"/>
                </a:moveTo>
                <a:lnTo>
                  <a:pt x="1133475" y="3228975"/>
                </a:lnTo>
                <a:lnTo>
                  <a:pt x="1133475" y="3238500"/>
                </a:lnTo>
                <a:lnTo>
                  <a:pt x="1123950" y="3238500"/>
                </a:lnTo>
                <a:close/>
                <a:moveTo>
                  <a:pt x="1409700" y="3228975"/>
                </a:moveTo>
                <a:lnTo>
                  <a:pt x="1419225" y="3228975"/>
                </a:lnTo>
                <a:lnTo>
                  <a:pt x="1419225" y="3238500"/>
                </a:lnTo>
                <a:lnTo>
                  <a:pt x="1409700" y="3238500"/>
                </a:lnTo>
                <a:close/>
                <a:moveTo>
                  <a:pt x="304800" y="3238500"/>
                </a:moveTo>
                <a:lnTo>
                  <a:pt x="333375" y="3238500"/>
                </a:lnTo>
                <a:lnTo>
                  <a:pt x="333375" y="3248025"/>
                </a:lnTo>
                <a:lnTo>
                  <a:pt x="304800" y="3248025"/>
                </a:lnTo>
                <a:close/>
                <a:moveTo>
                  <a:pt x="1390650" y="3248025"/>
                </a:moveTo>
                <a:lnTo>
                  <a:pt x="1400175" y="3248025"/>
                </a:lnTo>
                <a:lnTo>
                  <a:pt x="1400175" y="3267075"/>
                </a:lnTo>
                <a:lnTo>
                  <a:pt x="1390650" y="3267075"/>
                </a:lnTo>
                <a:close/>
                <a:moveTo>
                  <a:pt x="1504950" y="3248025"/>
                </a:moveTo>
                <a:lnTo>
                  <a:pt x="1514475" y="3248025"/>
                </a:lnTo>
                <a:lnTo>
                  <a:pt x="1514475" y="3267075"/>
                </a:lnTo>
                <a:lnTo>
                  <a:pt x="1495425" y="3267075"/>
                </a:lnTo>
                <a:lnTo>
                  <a:pt x="1495425" y="3257550"/>
                </a:lnTo>
                <a:lnTo>
                  <a:pt x="1504950" y="3257550"/>
                </a:lnTo>
                <a:close/>
                <a:moveTo>
                  <a:pt x="1562100" y="3248025"/>
                </a:moveTo>
                <a:lnTo>
                  <a:pt x="1571625" y="3248025"/>
                </a:lnTo>
                <a:lnTo>
                  <a:pt x="1571625" y="3257550"/>
                </a:lnTo>
                <a:lnTo>
                  <a:pt x="1581150" y="3257550"/>
                </a:lnTo>
                <a:lnTo>
                  <a:pt x="1581150" y="3286125"/>
                </a:lnTo>
                <a:lnTo>
                  <a:pt x="1571625" y="3286125"/>
                </a:lnTo>
                <a:lnTo>
                  <a:pt x="1571625" y="3295650"/>
                </a:lnTo>
                <a:lnTo>
                  <a:pt x="1562100" y="3295650"/>
                </a:lnTo>
                <a:close/>
                <a:moveTo>
                  <a:pt x="1257300" y="3267075"/>
                </a:moveTo>
                <a:lnTo>
                  <a:pt x="1343025" y="3267075"/>
                </a:lnTo>
                <a:lnTo>
                  <a:pt x="1343025" y="3276600"/>
                </a:lnTo>
                <a:lnTo>
                  <a:pt x="1295400" y="3276600"/>
                </a:lnTo>
                <a:lnTo>
                  <a:pt x="1295400" y="3286125"/>
                </a:lnTo>
                <a:lnTo>
                  <a:pt x="1266825" y="3286125"/>
                </a:lnTo>
                <a:lnTo>
                  <a:pt x="1266825" y="3276600"/>
                </a:lnTo>
                <a:lnTo>
                  <a:pt x="1257300" y="3276600"/>
                </a:lnTo>
                <a:close/>
                <a:moveTo>
                  <a:pt x="219075" y="3276600"/>
                </a:moveTo>
                <a:lnTo>
                  <a:pt x="238125" y="3276600"/>
                </a:lnTo>
                <a:lnTo>
                  <a:pt x="238125" y="3286125"/>
                </a:lnTo>
                <a:lnTo>
                  <a:pt x="219075" y="3286125"/>
                </a:lnTo>
                <a:close/>
                <a:moveTo>
                  <a:pt x="885825" y="3276600"/>
                </a:moveTo>
                <a:lnTo>
                  <a:pt x="895350" y="3276600"/>
                </a:lnTo>
                <a:lnTo>
                  <a:pt x="895350" y="3286125"/>
                </a:lnTo>
                <a:lnTo>
                  <a:pt x="885825" y="3286125"/>
                </a:lnTo>
                <a:close/>
                <a:moveTo>
                  <a:pt x="123825" y="3400425"/>
                </a:moveTo>
                <a:lnTo>
                  <a:pt x="161925" y="3400425"/>
                </a:lnTo>
                <a:lnTo>
                  <a:pt x="161925" y="3409950"/>
                </a:lnTo>
                <a:lnTo>
                  <a:pt x="152400" y="3409950"/>
                </a:lnTo>
                <a:lnTo>
                  <a:pt x="152400" y="3429000"/>
                </a:lnTo>
                <a:lnTo>
                  <a:pt x="133350" y="3429000"/>
                </a:lnTo>
                <a:lnTo>
                  <a:pt x="133350" y="3419475"/>
                </a:lnTo>
                <a:lnTo>
                  <a:pt x="114300" y="3419475"/>
                </a:lnTo>
                <a:lnTo>
                  <a:pt x="114300" y="3409950"/>
                </a:lnTo>
                <a:lnTo>
                  <a:pt x="123825" y="3409950"/>
                </a:lnTo>
                <a:close/>
                <a:moveTo>
                  <a:pt x="161925" y="3409950"/>
                </a:moveTo>
                <a:lnTo>
                  <a:pt x="219075" y="3409950"/>
                </a:lnTo>
                <a:lnTo>
                  <a:pt x="219075" y="3419475"/>
                </a:lnTo>
                <a:lnTo>
                  <a:pt x="161925" y="3419475"/>
                </a:lnTo>
                <a:close/>
                <a:moveTo>
                  <a:pt x="723900" y="3448050"/>
                </a:moveTo>
                <a:lnTo>
                  <a:pt x="742950" y="3448050"/>
                </a:lnTo>
                <a:lnTo>
                  <a:pt x="742950" y="3457575"/>
                </a:lnTo>
                <a:lnTo>
                  <a:pt x="781050" y="3457575"/>
                </a:lnTo>
                <a:lnTo>
                  <a:pt x="781050" y="3448050"/>
                </a:lnTo>
                <a:lnTo>
                  <a:pt x="790575" y="3448050"/>
                </a:lnTo>
                <a:lnTo>
                  <a:pt x="790575" y="3457575"/>
                </a:lnTo>
                <a:lnTo>
                  <a:pt x="800100" y="3457575"/>
                </a:lnTo>
                <a:lnTo>
                  <a:pt x="800100" y="3448050"/>
                </a:lnTo>
                <a:lnTo>
                  <a:pt x="809625" y="3448050"/>
                </a:lnTo>
                <a:lnTo>
                  <a:pt x="809625" y="3467100"/>
                </a:lnTo>
                <a:lnTo>
                  <a:pt x="790575" y="3467100"/>
                </a:lnTo>
                <a:lnTo>
                  <a:pt x="790575" y="3476625"/>
                </a:lnTo>
                <a:lnTo>
                  <a:pt x="714375" y="3476625"/>
                </a:lnTo>
                <a:lnTo>
                  <a:pt x="714375" y="3467100"/>
                </a:lnTo>
                <a:lnTo>
                  <a:pt x="695325" y="3467100"/>
                </a:lnTo>
                <a:lnTo>
                  <a:pt x="695325" y="3457575"/>
                </a:lnTo>
                <a:lnTo>
                  <a:pt x="723900" y="3457575"/>
                </a:lnTo>
                <a:close/>
                <a:moveTo>
                  <a:pt x="1057275" y="3448050"/>
                </a:moveTo>
                <a:lnTo>
                  <a:pt x="1085850" y="3448050"/>
                </a:lnTo>
                <a:lnTo>
                  <a:pt x="1085850" y="3457575"/>
                </a:lnTo>
                <a:lnTo>
                  <a:pt x="1123950" y="3457575"/>
                </a:lnTo>
                <a:lnTo>
                  <a:pt x="1123950" y="3467100"/>
                </a:lnTo>
                <a:lnTo>
                  <a:pt x="1200150" y="3467100"/>
                </a:lnTo>
                <a:lnTo>
                  <a:pt x="1200150" y="3476625"/>
                </a:lnTo>
                <a:lnTo>
                  <a:pt x="1209675" y="3476625"/>
                </a:lnTo>
                <a:lnTo>
                  <a:pt x="1209675" y="3495675"/>
                </a:lnTo>
                <a:lnTo>
                  <a:pt x="1200150" y="3495675"/>
                </a:lnTo>
                <a:lnTo>
                  <a:pt x="1200150" y="3486150"/>
                </a:lnTo>
                <a:lnTo>
                  <a:pt x="1171575" y="3486150"/>
                </a:lnTo>
                <a:lnTo>
                  <a:pt x="1171575" y="3476625"/>
                </a:lnTo>
                <a:lnTo>
                  <a:pt x="1114425" y="3476625"/>
                </a:lnTo>
                <a:lnTo>
                  <a:pt x="1114425" y="3467100"/>
                </a:lnTo>
                <a:lnTo>
                  <a:pt x="1104900" y="3467100"/>
                </a:lnTo>
                <a:lnTo>
                  <a:pt x="1104900" y="3476625"/>
                </a:lnTo>
                <a:lnTo>
                  <a:pt x="1095375" y="3476625"/>
                </a:lnTo>
                <a:lnTo>
                  <a:pt x="1095375" y="3467100"/>
                </a:lnTo>
                <a:lnTo>
                  <a:pt x="1085850" y="3467100"/>
                </a:lnTo>
                <a:lnTo>
                  <a:pt x="1085850" y="3476625"/>
                </a:lnTo>
                <a:lnTo>
                  <a:pt x="1076325" y="3476625"/>
                </a:lnTo>
                <a:lnTo>
                  <a:pt x="1076325" y="3467100"/>
                </a:lnTo>
                <a:lnTo>
                  <a:pt x="1047750" y="3467100"/>
                </a:lnTo>
                <a:lnTo>
                  <a:pt x="1047750" y="3476625"/>
                </a:lnTo>
                <a:lnTo>
                  <a:pt x="1009650" y="3476625"/>
                </a:lnTo>
                <a:lnTo>
                  <a:pt x="1009650" y="3467100"/>
                </a:lnTo>
                <a:lnTo>
                  <a:pt x="990600" y="3467100"/>
                </a:lnTo>
                <a:lnTo>
                  <a:pt x="990600" y="3457575"/>
                </a:lnTo>
                <a:lnTo>
                  <a:pt x="1057275" y="3457575"/>
                </a:lnTo>
                <a:close/>
                <a:moveTo>
                  <a:pt x="1371600" y="3448050"/>
                </a:moveTo>
                <a:lnTo>
                  <a:pt x="1381125" y="3448050"/>
                </a:lnTo>
                <a:lnTo>
                  <a:pt x="1381125" y="3457575"/>
                </a:lnTo>
                <a:lnTo>
                  <a:pt x="1428750" y="3457575"/>
                </a:lnTo>
                <a:lnTo>
                  <a:pt x="1428750" y="3467100"/>
                </a:lnTo>
                <a:lnTo>
                  <a:pt x="1381125" y="3467100"/>
                </a:lnTo>
                <a:lnTo>
                  <a:pt x="1381125" y="3476625"/>
                </a:lnTo>
                <a:lnTo>
                  <a:pt x="1352550" y="3476625"/>
                </a:lnTo>
                <a:lnTo>
                  <a:pt x="1352550" y="3486150"/>
                </a:lnTo>
                <a:lnTo>
                  <a:pt x="1343025" y="3486150"/>
                </a:lnTo>
                <a:lnTo>
                  <a:pt x="1343025" y="3514725"/>
                </a:lnTo>
                <a:lnTo>
                  <a:pt x="1333500" y="3514725"/>
                </a:lnTo>
                <a:lnTo>
                  <a:pt x="1333500" y="3543300"/>
                </a:lnTo>
                <a:lnTo>
                  <a:pt x="1323975" y="3543300"/>
                </a:lnTo>
                <a:lnTo>
                  <a:pt x="1323975" y="3533775"/>
                </a:lnTo>
                <a:lnTo>
                  <a:pt x="1314450" y="3533775"/>
                </a:lnTo>
                <a:lnTo>
                  <a:pt x="1314450" y="3524250"/>
                </a:lnTo>
                <a:lnTo>
                  <a:pt x="1323975" y="3524250"/>
                </a:lnTo>
                <a:lnTo>
                  <a:pt x="1323975" y="3514725"/>
                </a:lnTo>
                <a:lnTo>
                  <a:pt x="1314450" y="3514725"/>
                </a:lnTo>
                <a:lnTo>
                  <a:pt x="1314450" y="3467100"/>
                </a:lnTo>
                <a:lnTo>
                  <a:pt x="1352550" y="3467100"/>
                </a:lnTo>
                <a:lnTo>
                  <a:pt x="1352550" y="3457575"/>
                </a:lnTo>
                <a:lnTo>
                  <a:pt x="1371600" y="3457575"/>
                </a:lnTo>
                <a:close/>
                <a:moveTo>
                  <a:pt x="323850" y="3457575"/>
                </a:moveTo>
                <a:lnTo>
                  <a:pt x="400050" y="3457575"/>
                </a:lnTo>
                <a:lnTo>
                  <a:pt x="400050" y="3467100"/>
                </a:lnTo>
                <a:lnTo>
                  <a:pt x="447675" y="3467100"/>
                </a:lnTo>
                <a:lnTo>
                  <a:pt x="447675" y="3457575"/>
                </a:lnTo>
                <a:lnTo>
                  <a:pt x="495300" y="3457575"/>
                </a:lnTo>
                <a:lnTo>
                  <a:pt x="495300" y="3467100"/>
                </a:lnTo>
                <a:lnTo>
                  <a:pt x="542925" y="3467100"/>
                </a:lnTo>
                <a:lnTo>
                  <a:pt x="542925" y="3457575"/>
                </a:lnTo>
                <a:lnTo>
                  <a:pt x="552450" y="3457575"/>
                </a:lnTo>
                <a:lnTo>
                  <a:pt x="552450" y="3476625"/>
                </a:lnTo>
                <a:lnTo>
                  <a:pt x="542925" y="3476625"/>
                </a:lnTo>
                <a:lnTo>
                  <a:pt x="542925" y="3486150"/>
                </a:lnTo>
                <a:lnTo>
                  <a:pt x="523875" y="3486150"/>
                </a:lnTo>
                <a:lnTo>
                  <a:pt x="523875" y="3476625"/>
                </a:lnTo>
                <a:lnTo>
                  <a:pt x="504825" y="3476625"/>
                </a:lnTo>
                <a:lnTo>
                  <a:pt x="504825" y="3486150"/>
                </a:lnTo>
                <a:lnTo>
                  <a:pt x="485775" y="3486150"/>
                </a:lnTo>
                <a:lnTo>
                  <a:pt x="485775" y="3476625"/>
                </a:lnTo>
                <a:lnTo>
                  <a:pt x="342900" y="3476625"/>
                </a:lnTo>
                <a:lnTo>
                  <a:pt x="342900" y="3467100"/>
                </a:lnTo>
                <a:lnTo>
                  <a:pt x="333375" y="3467100"/>
                </a:lnTo>
                <a:lnTo>
                  <a:pt x="333375" y="3495675"/>
                </a:lnTo>
                <a:lnTo>
                  <a:pt x="323850" y="3495675"/>
                </a:lnTo>
                <a:close/>
                <a:moveTo>
                  <a:pt x="657225" y="3457575"/>
                </a:moveTo>
                <a:lnTo>
                  <a:pt x="666750" y="3457575"/>
                </a:lnTo>
                <a:lnTo>
                  <a:pt x="666750" y="3467100"/>
                </a:lnTo>
                <a:lnTo>
                  <a:pt x="676275" y="3467100"/>
                </a:lnTo>
                <a:lnTo>
                  <a:pt x="676275" y="3476625"/>
                </a:lnTo>
                <a:lnTo>
                  <a:pt x="666750" y="3476625"/>
                </a:lnTo>
                <a:lnTo>
                  <a:pt x="666750" y="3486150"/>
                </a:lnTo>
                <a:lnTo>
                  <a:pt x="676275" y="3486150"/>
                </a:lnTo>
                <a:lnTo>
                  <a:pt x="676275" y="3495675"/>
                </a:lnTo>
                <a:lnTo>
                  <a:pt x="666750" y="3495675"/>
                </a:lnTo>
                <a:lnTo>
                  <a:pt x="666750" y="3514725"/>
                </a:lnTo>
                <a:lnTo>
                  <a:pt x="657225" y="3514725"/>
                </a:lnTo>
                <a:lnTo>
                  <a:pt x="657225" y="3495675"/>
                </a:lnTo>
                <a:lnTo>
                  <a:pt x="647700" y="3495675"/>
                </a:lnTo>
                <a:lnTo>
                  <a:pt x="647700" y="3476625"/>
                </a:lnTo>
                <a:lnTo>
                  <a:pt x="657225" y="3476625"/>
                </a:lnTo>
                <a:close/>
                <a:moveTo>
                  <a:pt x="819150" y="3457575"/>
                </a:moveTo>
                <a:lnTo>
                  <a:pt x="866775" y="3457575"/>
                </a:lnTo>
                <a:lnTo>
                  <a:pt x="866775" y="3467100"/>
                </a:lnTo>
                <a:lnTo>
                  <a:pt x="876300" y="3467100"/>
                </a:lnTo>
                <a:lnTo>
                  <a:pt x="876300" y="3495675"/>
                </a:lnTo>
                <a:lnTo>
                  <a:pt x="847725" y="3495675"/>
                </a:lnTo>
                <a:lnTo>
                  <a:pt x="847725" y="3486150"/>
                </a:lnTo>
                <a:lnTo>
                  <a:pt x="838200" y="3486150"/>
                </a:lnTo>
                <a:lnTo>
                  <a:pt x="838200" y="3476625"/>
                </a:lnTo>
                <a:lnTo>
                  <a:pt x="828675" y="3476625"/>
                </a:lnTo>
                <a:lnTo>
                  <a:pt x="828675" y="3467100"/>
                </a:lnTo>
                <a:lnTo>
                  <a:pt x="819150" y="3467100"/>
                </a:lnTo>
                <a:close/>
                <a:moveTo>
                  <a:pt x="1428750" y="3486150"/>
                </a:moveTo>
                <a:lnTo>
                  <a:pt x="1438275" y="3486150"/>
                </a:lnTo>
                <a:lnTo>
                  <a:pt x="1438275" y="3543300"/>
                </a:lnTo>
                <a:lnTo>
                  <a:pt x="1428750" y="3543300"/>
                </a:lnTo>
                <a:close/>
                <a:moveTo>
                  <a:pt x="638175" y="3495675"/>
                </a:moveTo>
                <a:lnTo>
                  <a:pt x="647700" y="3495675"/>
                </a:lnTo>
                <a:lnTo>
                  <a:pt x="647700" y="3524250"/>
                </a:lnTo>
                <a:lnTo>
                  <a:pt x="628650" y="3524250"/>
                </a:lnTo>
                <a:lnTo>
                  <a:pt x="628650" y="3505200"/>
                </a:lnTo>
                <a:lnTo>
                  <a:pt x="638175" y="3505200"/>
                </a:lnTo>
                <a:close/>
                <a:moveTo>
                  <a:pt x="209550" y="3505200"/>
                </a:moveTo>
                <a:lnTo>
                  <a:pt x="219075" y="3505200"/>
                </a:lnTo>
                <a:lnTo>
                  <a:pt x="219075" y="3514725"/>
                </a:lnTo>
                <a:lnTo>
                  <a:pt x="228600" y="3514725"/>
                </a:lnTo>
                <a:lnTo>
                  <a:pt x="228600" y="3524250"/>
                </a:lnTo>
                <a:lnTo>
                  <a:pt x="209550" y="3524250"/>
                </a:lnTo>
                <a:close/>
                <a:moveTo>
                  <a:pt x="314325" y="3514725"/>
                </a:moveTo>
                <a:lnTo>
                  <a:pt x="333375" y="3514725"/>
                </a:lnTo>
                <a:lnTo>
                  <a:pt x="333375" y="3543300"/>
                </a:lnTo>
                <a:lnTo>
                  <a:pt x="314325" y="3543300"/>
                </a:lnTo>
                <a:lnTo>
                  <a:pt x="314325" y="3533775"/>
                </a:lnTo>
                <a:lnTo>
                  <a:pt x="323850" y="3533775"/>
                </a:lnTo>
                <a:lnTo>
                  <a:pt x="323850" y="3524250"/>
                </a:lnTo>
                <a:lnTo>
                  <a:pt x="314325" y="3524250"/>
                </a:lnTo>
                <a:close/>
                <a:moveTo>
                  <a:pt x="581025" y="3514725"/>
                </a:moveTo>
                <a:lnTo>
                  <a:pt x="619125" y="3514725"/>
                </a:lnTo>
                <a:lnTo>
                  <a:pt x="619125" y="3524250"/>
                </a:lnTo>
                <a:lnTo>
                  <a:pt x="609600" y="3524250"/>
                </a:lnTo>
                <a:lnTo>
                  <a:pt x="609600" y="3533775"/>
                </a:lnTo>
                <a:lnTo>
                  <a:pt x="600075" y="3533775"/>
                </a:lnTo>
                <a:lnTo>
                  <a:pt x="600075" y="3543300"/>
                </a:lnTo>
                <a:lnTo>
                  <a:pt x="571500" y="3543300"/>
                </a:lnTo>
                <a:lnTo>
                  <a:pt x="571500" y="3533775"/>
                </a:lnTo>
                <a:lnTo>
                  <a:pt x="590550" y="3533775"/>
                </a:lnTo>
                <a:lnTo>
                  <a:pt x="590550" y="3524250"/>
                </a:lnTo>
                <a:lnTo>
                  <a:pt x="581025" y="3524250"/>
                </a:lnTo>
                <a:close/>
                <a:moveTo>
                  <a:pt x="1209675" y="3514725"/>
                </a:moveTo>
                <a:lnTo>
                  <a:pt x="1219200" y="3514725"/>
                </a:lnTo>
                <a:lnTo>
                  <a:pt x="1219200" y="3524250"/>
                </a:lnTo>
                <a:lnTo>
                  <a:pt x="1209675" y="3524250"/>
                </a:lnTo>
                <a:close/>
                <a:moveTo>
                  <a:pt x="1295400" y="3524250"/>
                </a:moveTo>
                <a:lnTo>
                  <a:pt x="1304925" y="3524250"/>
                </a:lnTo>
                <a:lnTo>
                  <a:pt x="1304925" y="3543300"/>
                </a:lnTo>
                <a:lnTo>
                  <a:pt x="1295400" y="3543300"/>
                </a:lnTo>
                <a:close/>
                <a:moveTo>
                  <a:pt x="638175" y="3533775"/>
                </a:moveTo>
                <a:lnTo>
                  <a:pt x="657225" y="3533775"/>
                </a:lnTo>
                <a:lnTo>
                  <a:pt x="657225" y="3543300"/>
                </a:lnTo>
                <a:lnTo>
                  <a:pt x="638175" y="3543300"/>
                </a:lnTo>
                <a:close/>
                <a:moveTo>
                  <a:pt x="847725" y="3533775"/>
                </a:moveTo>
                <a:lnTo>
                  <a:pt x="857250" y="3533775"/>
                </a:lnTo>
                <a:lnTo>
                  <a:pt x="857250" y="3543300"/>
                </a:lnTo>
                <a:lnTo>
                  <a:pt x="847725" y="3543300"/>
                </a:lnTo>
                <a:close/>
                <a:moveTo>
                  <a:pt x="990600" y="3533775"/>
                </a:moveTo>
                <a:lnTo>
                  <a:pt x="1009650" y="3533775"/>
                </a:lnTo>
                <a:lnTo>
                  <a:pt x="1009650" y="3543300"/>
                </a:lnTo>
                <a:lnTo>
                  <a:pt x="990600" y="3543300"/>
                </a:lnTo>
                <a:close/>
                <a:moveTo>
                  <a:pt x="1190625" y="3533775"/>
                </a:moveTo>
                <a:lnTo>
                  <a:pt x="1200150" y="3533775"/>
                </a:lnTo>
                <a:lnTo>
                  <a:pt x="1200150" y="3543300"/>
                </a:lnTo>
                <a:lnTo>
                  <a:pt x="1190625" y="3543300"/>
                </a:lnTo>
                <a:close/>
                <a:moveTo>
                  <a:pt x="123825" y="3543300"/>
                </a:moveTo>
                <a:lnTo>
                  <a:pt x="133350" y="3543300"/>
                </a:lnTo>
                <a:lnTo>
                  <a:pt x="133350" y="3552825"/>
                </a:lnTo>
                <a:lnTo>
                  <a:pt x="123825" y="3552825"/>
                </a:lnTo>
                <a:close/>
                <a:moveTo>
                  <a:pt x="676275" y="3543300"/>
                </a:moveTo>
                <a:lnTo>
                  <a:pt x="685800" y="3543300"/>
                </a:lnTo>
                <a:lnTo>
                  <a:pt x="685800" y="3552825"/>
                </a:lnTo>
                <a:lnTo>
                  <a:pt x="676275" y="3552825"/>
                </a:lnTo>
                <a:close/>
                <a:moveTo>
                  <a:pt x="333375" y="3562350"/>
                </a:moveTo>
                <a:lnTo>
                  <a:pt x="342900" y="3562350"/>
                </a:lnTo>
                <a:lnTo>
                  <a:pt x="342900" y="3571875"/>
                </a:lnTo>
                <a:lnTo>
                  <a:pt x="333375" y="3571875"/>
                </a:lnTo>
                <a:close/>
                <a:moveTo>
                  <a:pt x="1362075" y="3562350"/>
                </a:moveTo>
                <a:lnTo>
                  <a:pt x="1371600" y="3562350"/>
                </a:lnTo>
                <a:lnTo>
                  <a:pt x="1371600" y="3571875"/>
                </a:lnTo>
                <a:lnTo>
                  <a:pt x="1362075" y="3571875"/>
                </a:lnTo>
                <a:close/>
                <a:moveTo>
                  <a:pt x="1428750" y="3562350"/>
                </a:moveTo>
                <a:lnTo>
                  <a:pt x="1438275" y="3562350"/>
                </a:lnTo>
                <a:lnTo>
                  <a:pt x="1438275" y="3571875"/>
                </a:lnTo>
                <a:lnTo>
                  <a:pt x="1428750" y="3571875"/>
                </a:lnTo>
                <a:close/>
                <a:moveTo>
                  <a:pt x="257175" y="3581400"/>
                </a:moveTo>
                <a:lnTo>
                  <a:pt x="266700" y="3581400"/>
                </a:lnTo>
                <a:lnTo>
                  <a:pt x="266700" y="3590925"/>
                </a:lnTo>
                <a:lnTo>
                  <a:pt x="257175" y="3590925"/>
                </a:lnTo>
                <a:close/>
                <a:moveTo>
                  <a:pt x="295275" y="3581400"/>
                </a:moveTo>
                <a:lnTo>
                  <a:pt x="314325" y="3581400"/>
                </a:lnTo>
                <a:lnTo>
                  <a:pt x="314325" y="3590925"/>
                </a:lnTo>
                <a:lnTo>
                  <a:pt x="295275" y="3590925"/>
                </a:lnTo>
                <a:close/>
                <a:moveTo>
                  <a:pt x="933450" y="3581400"/>
                </a:moveTo>
                <a:lnTo>
                  <a:pt x="981075" y="3581400"/>
                </a:lnTo>
                <a:lnTo>
                  <a:pt x="981075" y="3590925"/>
                </a:lnTo>
                <a:lnTo>
                  <a:pt x="933450" y="3590925"/>
                </a:lnTo>
                <a:close/>
                <a:moveTo>
                  <a:pt x="1028700" y="3581400"/>
                </a:moveTo>
                <a:lnTo>
                  <a:pt x="1038225" y="3581400"/>
                </a:lnTo>
                <a:lnTo>
                  <a:pt x="1038225" y="3590925"/>
                </a:lnTo>
                <a:lnTo>
                  <a:pt x="1028700" y="3590925"/>
                </a:lnTo>
                <a:close/>
                <a:moveTo>
                  <a:pt x="133350" y="3590925"/>
                </a:moveTo>
                <a:lnTo>
                  <a:pt x="152400" y="3590925"/>
                </a:lnTo>
                <a:lnTo>
                  <a:pt x="152400" y="3600450"/>
                </a:lnTo>
                <a:lnTo>
                  <a:pt x="142875" y="3600450"/>
                </a:lnTo>
                <a:lnTo>
                  <a:pt x="142875" y="3619500"/>
                </a:lnTo>
                <a:lnTo>
                  <a:pt x="133350" y="3619500"/>
                </a:lnTo>
                <a:close/>
                <a:moveTo>
                  <a:pt x="152400" y="3600450"/>
                </a:moveTo>
                <a:lnTo>
                  <a:pt x="161925" y="3600450"/>
                </a:lnTo>
                <a:lnTo>
                  <a:pt x="161925" y="3619500"/>
                </a:lnTo>
                <a:lnTo>
                  <a:pt x="152400" y="3619500"/>
                </a:lnTo>
                <a:close/>
                <a:moveTo>
                  <a:pt x="1428750" y="3609975"/>
                </a:moveTo>
                <a:lnTo>
                  <a:pt x="1438275" y="3609975"/>
                </a:lnTo>
                <a:lnTo>
                  <a:pt x="1438275" y="3638550"/>
                </a:lnTo>
                <a:lnTo>
                  <a:pt x="1428750" y="3638550"/>
                </a:lnTo>
                <a:close/>
                <a:moveTo>
                  <a:pt x="142875" y="3629025"/>
                </a:moveTo>
                <a:lnTo>
                  <a:pt x="152400" y="3629025"/>
                </a:lnTo>
                <a:lnTo>
                  <a:pt x="152400" y="3638550"/>
                </a:lnTo>
                <a:lnTo>
                  <a:pt x="142875" y="3638550"/>
                </a:lnTo>
                <a:close/>
                <a:moveTo>
                  <a:pt x="1438275" y="3638550"/>
                </a:moveTo>
                <a:lnTo>
                  <a:pt x="1447800" y="3638550"/>
                </a:lnTo>
                <a:lnTo>
                  <a:pt x="1447800" y="3648075"/>
                </a:lnTo>
                <a:lnTo>
                  <a:pt x="1438275" y="3648075"/>
                </a:lnTo>
                <a:close/>
                <a:moveTo>
                  <a:pt x="1504950" y="3648075"/>
                </a:moveTo>
                <a:lnTo>
                  <a:pt x="1552575" y="3648075"/>
                </a:lnTo>
                <a:lnTo>
                  <a:pt x="1552575" y="3667125"/>
                </a:lnTo>
                <a:lnTo>
                  <a:pt x="1571625" y="3667125"/>
                </a:lnTo>
                <a:lnTo>
                  <a:pt x="1571625" y="3648075"/>
                </a:lnTo>
                <a:lnTo>
                  <a:pt x="1628775" y="3648075"/>
                </a:lnTo>
                <a:lnTo>
                  <a:pt x="1628775" y="3657600"/>
                </a:lnTo>
                <a:lnTo>
                  <a:pt x="1638300" y="3657600"/>
                </a:lnTo>
                <a:lnTo>
                  <a:pt x="1638300" y="3648075"/>
                </a:lnTo>
                <a:lnTo>
                  <a:pt x="1657350" y="3648075"/>
                </a:lnTo>
                <a:lnTo>
                  <a:pt x="1657350" y="3657600"/>
                </a:lnTo>
                <a:lnTo>
                  <a:pt x="1638300" y="3657600"/>
                </a:lnTo>
                <a:lnTo>
                  <a:pt x="1638300" y="3676650"/>
                </a:lnTo>
                <a:lnTo>
                  <a:pt x="1647825" y="3676650"/>
                </a:lnTo>
                <a:lnTo>
                  <a:pt x="1647825" y="3667125"/>
                </a:lnTo>
                <a:lnTo>
                  <a:pt x="1657350" y="3667125"/>
                </a:lnTo>
                <a:lnTo>
                  <a:pt x="1657350" y="3657600"/>
                </a:lnTo>
                <a:lnTo>
                  <a:pt x="1666875" y="3657600"/>
                </a:lnTo>
                <a:lnTo>
                  <a:pt x="1666875" y="3676650"/>
                </a:lnTo>
                <a:lnTo>
                  <a:pt x="1657350" y="3676650"/>
                </a:lnTo>
                <a:lnTo>
                  <a:pt x="1657350" y="3686175"/>
                </a:lnTo>
                <a:lnTo>
                  <a:pt x="1619250" y="3686175"/>
                </a:lnTo>
                <a:lnTo>
                  <a:pt x="1619250" y="3695700"/>
                </a:lnTo>
                <a:lnTo>
                  <a:pt x="1609725" y="3695700"/>
                </a:lnTo>
                <a:lnTo>
                  <a:pt x="1609725" y="3714750"/>
                </a:lnTo>
                <a:lnTo>
                  <a:pt x="1619250" y="3714750"/>
                </a:lnTo>
                <a:lnTo>
                  <a:pt x="1619250" y="3724275"/>
                </a:lnTo>
                <a:lnTo>
                  <a:pt x="1638300" y="3724275"/>
                </a:lnTo>
                <a:lnTo>
                  <a:pt x="1638300" y="3743325"/>
                </a:lnTo>
                <a:lnTo>
                  <a:pt x="1628775" y="3743325"/>
                </a:lnTo>
                <a:lnTo>
                  <a:pt x="1628775" y="3733800"/>
                </a:lnTo>
                <a:lnTo>
                  <a:pt x="1600200" y="3733800"/>
                </a:lnTo>
                <a:lnTo>
                  <a:pt x="1600200" y="3724275"/>
                </a:lnTo>
                <a:lnTo>
                  <a:pt x="1590675" y="3724275"/>
                </a:lnTo>
                <a:lnTo>
                  <a:pt x="1590675" y="3714750"/>
                </a:lnTo>
                <a:lnTo>
                  <a:pt x="1562100" y="3714750"/>
                </a:lnTo>
                <a:lnTo>
                  <a:pt x="1562100" y="3724275"/>
                </a:lnTo>
                <a:lnTo>
                  <a:pt x="1552575" y="3724275"/>
                </a:lnTo>
                <a:lnTo>
                  <a:pt x="1552575" y="3714750"/>
                </a:lnTo>
                <a:lnTo>
                  <a:pt x="1533525" y="3714750"/>
                </a:lnTo>
                <a:lnTo>
                  <a:pt x="1533525" y="3705225"/>
                </a:lnTo>
                <a:lnTo>
                  <a:pt x="1524000" y="3705225"/>
                </a:lnTo>
                <a:lnTo>
                  <a:pt x="1524000" y="3714750"/>
                </a:lnTo>
                <a:lnTo>
                  <a:pt x="1504950" y="3714750"/>
                </a:lnTo>
                <a:lnTo>
                  <a:pt x="1504950" y="3705225"/>
                </a:lnTo>
                <a:lnTo>
                  <a:pt x="1485900" y="3705225"/>
                </a:lnTo>
                <a:lnTo>
                  <a:pt x="1485900" y="3695700"/>
                </a:lnTo>
                <a:lnTo>
                  <a:pt x="1495425" y="3695700"/>
                </a:lnTo>
                <a:lnTo>
                  <a:pt x="1495425" y="3667125"/>
                </a:lnTo>
                <a:lnTo>
                  <a:pt x="1504950" y="3667125"/>
                </a:lnTo>
                <a:close/>
                <a:moveTo>
                  <a:pt x="1295400" y="3714750"/>
                </a:moveTo>
                <a:lnTo>
                  <a:pt x="1304925" y="3714750"/>
                </a:lnTo>
                <a:lnTo>
                  <a:pt x="1304925" y="3724275"/>
                </a:lnTo>
                <a:lnTo>
                  <a:pt x="1314450" y="3724275"/>
                </a:lnTo>
                <a:lnTo>
                  <a:pt x="1314450" y="3743325"/>
                </a:lnTo>
                <a:lnTo>
                  <a:pt x="1352550" y="3743325"/>
                </a:lnTo>
                <a:lnTo>
                  <a:pt x="1352550" y="3752850"/>
                </a:lnTo>
                <a:lnTo>
                  <a:pt x="1362075" y="3752850"/>
                </a:lnTo>
                <a:lnTo>
                  <a:pt x="1362075" y="3743325"/>
                </a:lnTo>
                <a:lnTo>
                  <a:pt x="1371600" y="3743325"/>
                </a:lnTo>
                <a:lnTo>
                  <a:pt x="1371600" y="3733800"/>
                </a:lnTo>
                <a:lnTo>
                  <a:pt x="1438275" y="3733800"/>
                </a:lnTo>
                <a:lnTo>
                  <a:pt x="1438275" y="3762375"/>
                </a:lnTo>
                <a:lnTo>
                  <a:pt x="1428750" y="3762375"/>
                </a:lnTo>
                <a:lnTo>
                  <a:pt x="1428750" y="3771900"/>
                </a:lnTo>
                <a:lnTo>
                  <a:pt x="1457325" y="3771900"/>
                </a:lnTo>
                <a:lnTo>
                  <a:pt x="1457325" y="3781425"/>
                </a:lnTo>
                <a:lnTo>
                  <a:pt x="1352550" y="3781425"/>
                </a:lnTo>
                <a:lnTo>
                  <a:pt x="1352550" y="3771900"/>
                </a:lnTo>
                <a:lnTo>
                  <a:pt x="1343025" y="3771900"/>
                </a:lnTo>
                <a:lnTo>
                  <a:pt x="1343025" y="3781425"/>
                </a:lnTo>
                <a:lnTo>
                  <a:pt x="1333500" y="3781425"/>
                </a:lnTo>
                <a:lnTo>
                  <a:pt x="1333500" y="3771900"/>
                </a:lnTo>
                <a:lnTo>
                  <a:pt x="1323975" y="3771900"/>
                </a:lnTo>
                <a:lnTo>
                  <a:pt x="1323975" y="3781425"/>
                </a:lnTo>
                <a:lnTo>
                  <a:pt x="1238250" y="3781425"/>
                </a:lnTo>
                <a:lnTo>
                  <a:pt x="1238250" y="3771900"/>
                </a:lnTo>
                <a:lnTo>
                  <a:pt x="1219200" y="3771900"/>
                </a:lnTo>
                <a:lnTo>
                  <a:pt x="1219200" y="3781425"/>
                </a:lnTo>
                <a:lnTo>
                  <a:pt x="1171575" y="3781425"/>
                </a:lnTo>
                <a:lnTo>
                  <a:pt x="1171575" y="3771900"/>
                </a:lnTo>
                <a:lnTo>
                  <a:pt x="1209675" y="3771900"/>
                </a:lnTo>
                <a:lnTo>
                  <a:pt x="1209675" y="3762375"/>
                </a:lnTo>
                <a:lnTo>
                  <a:pt x="1200150" y="3762375"/>
                </a:lnTo>
                <a:lnTo>
                  <a:pt x="1200150" y="3752850"/>
                </a:lnTo>
                <a:lnTo>
                  <a:pt x="1285875" y="3752850"/>
                </a:lnTo>
                <a:lnTo>
                  <a:pt x="1285875" y="3724275"/>
                </a:lnTo>
                <a:lnTo>
                  <a:pt x="1295400" y="3724275"/>
                </a:lnTo>
                <a:close/>
                <a:moveTo>
                  <a:pt x="1476375" y="3714750"/>
                </a:moveTo>
                <a:lnTo>
                  <a:pt x="1495425" y="3714750"/>
                </a:lnTo>
                <a:lnTo>
                  <a:pt x="1495425" y="3724275"/>
                </a:lnTo>
                <a:lnTo>
                  <a:pt x="1476375" y="3724275"/>
                </a:lnTo>
                <a:close/>
                <a:moveTo>
                  <a:pt x="266700" y="3724275"/>
                </a:moveTo>
                <a:lnTo>
                  <a:pt x="342900" y="3724275"/>
                </a:lnTo>
                <a:lnTo>
                  <a:pt x="342900" y="3733800"/>
                </a:lnTo>
                <a:lnTo>
                  <a:pt x="428625" y="3733800"/>
                </a:lnTo>
                <a:lnTo>
                  <a:pt x="428625" y="3743325"/>
                </a:lnTo>
                <a:lnTo>
                  <a:pt x="447675" y="3743325"/>
                </a:lnTo>
                <a:lnTo>
                  <a:pt x="447675" y="3752850"/>
                </a:lnTo>
                <a:lnTo>
                  <a:pt x="438150" y="3752850"/>
                </a:lnTo>
                <a:lnTo>
                  <a:pt x="438150" y="3762375"/>
                </a:lnTo>
                <a:lnTo>
                  <a:pt x="361950" y="3762375"/>
                </a:lnTo>
                <a:lnTo>
                  <a:pt x="361950" y="3781425"/>
                </a:lnTo>
                <a:lnTo>
                  <a:pt x="352425" y="3781425"/>
                </a:lnTo>
                <a:lnTo>
                  <a:pt x="352425" y="3771900"/>
                </a:lnTo>
                <a:lnTo>
                  <a:pt x="342900" y="3771900"/>
                </a:lnTo>
                <a:lnTo>
                  <a:pt x="342900" y="3762375"/>
                </a:lnTo>
                <a:lnTo>
                  <a:pt x="333375" y="3762375"/>
                </a:lnTo>
                <a:lnTo>
                  <a:pt x="333375" y="3743325"/>
                </a:lnTo>
                <a:lnTo>
                  <a:pt x="304800" y="3743325"/>
                </a:lnTo>
                <a:lnTo>
                  <a:pt x="304800" y="3733800"/>
                </a:lnTo>
                <a:lnTo>
                  <a:pt x="295275" y="3733800"/>
                </a:lnTo>
                <a:lnTo>
                  <a:pt x="295275" y="3752850"/>
                </a:lnTo>
                <a:lnTo>
                  <a:pt x="285750" y="3752850"/>
                </a:lnTo>
                <a:lnTo>
                  <a:pt x="285750" y="3743325"/>
                </a:lnTo>
                <a:lnTo>
                  <a:pt x="257175" y="3743325"/>
                </a:lnTo>
                <a:lnTo>
                  <a:pt x="257175" y="3733800"/>
                </a:lnTo>
                <a:lnTo>
                  <a:pt x="266700" y="3733800"/>
                </a:lnTo>
                <a:close/>
                <a:moveTo>
                  <a:pt x="228600" y="3733800"/>
                </a:moveTo>
                <a:lnTo>
                  <a:pt x="238125" y="3733800"/>
                </a:lnTo>
                <a:lnTo>
                  <a:pt x="238125" y="3743325"/>
                </a:lnTo>
                <a:lnTo>
                  <a:pt x="228600" y="3743325"/>
                </a:lnTo>
                <a:close/>
                <a:moveTo>
                  <a:pt x="552450" y="3733800"/>
                </a:moveTo>
                <a:lnTo>
                  <a:pt x="571500" y="3733800"/>
                </a:lnTo>
                <a:lnTo>
                  <a:pt x="571500" y="3743325"/>
                </a:lnTo>
                <a:lnTo>
                  <a:pt x="609600" y="3743325"/>
                </a:lnTo>
                <a:lnTo>
                  <a:pt x="609600" y="3762375"/>
                </a:lnTo>
                <a:lnTo>
                  <a:pt x="542925" y="3762375"/>
                </a:lnTo>
                <a:lnTo>
                  <a:pt x="542925" y="3743325"/>
                </a:lnTo>
                <a:lnTo>
                  <a:pt x="552450" y="3743325"/>
                </a:lnTo>
                <a:close/>
                <a:moveTo>
                  <a:pt x="638175" y="3733800"/>
                </a:moveTo>
                <a:lnTo>
                  <a:pt x="657225" y="3733800"/>
                </a:lnTo>
                <a:lnTo>
                  <a:pt x="657225" y="3743325"/>
                </a:lnTo>
                <a:lnTo>
                  <a:pt x="666750" y="3743325"/>
                </a:lnTo>
                <a:lnTo>
                  <a:pt x="666750" y="3733800"/>
                </a:lnTo>
                <a:lnTo>
                  <a:pt x="800100" y="3733800"/>
                </a:lnTo>
                <a:lnTo>
                  <a:pt x="800100" y="3743325"/>
                </a:lnTo>
                <a:lnTo>
                  <a:pt x="857250" y="3743325"/>
                </a:lnTo>
                <a:lnTo>
                  <a:pt x="857250" y="3733800"/>
                </a:lnTo>
                <a:lnTo>
                  <a:pt x="866775" y="3733800"/>
                </a:lnTo>
                <a:lnTo>
                  <a:pt x="866775" y="3743325"/>
                </a:lnTo>
                <a:lnTo>
                  <a:pt x="876300" y="3743325"/>
                </a:lnTo>
                <a:lnTo>
                  <a:pt x="876300" y="3733800"/>
                </a:lnTo>
                <a:lnTo>
                  <a:pt x="885825" y="3733800"/>
                </a:lnTo>
                <a:lnTo>
                  <a:pt x="885825" y="3743325"/>
                </a:lnTo>
                <a:lnTo>
                  <a:pt x="895350" y="3743325"/>
                </a:lnTo>
                <a:lnTo>
                  <a:pt x="895350" y="3752850"/>
                </a:lnTo>
                <a:lnTo>
                  <a:pt x="904875" y="3752850"/>
                </a:lnTo>
                <a:lnTo>
                  <a:pt x="904875" y="3762375"/>
                </a:lnTo>
                <a:lnTo>
                  <a:pt x="800100" y="3762375"/>
                </a:lnTo>
                <a:lnTo>
                  <a:pt x="800100" y="3781425"/>
                </a:lnTo>
                <a:lnTo>
                  <a:pt x="685800" y="3781425"/>
                </a:lnTo>
                <a:lnTo>
                  <a:pt x="685800" y="3762375"/>
                </a:lnTo>
                <a:lnTo>
                  <a:pt x="657225" y="3762375"/>
                </a:lnTo>
                <a:lnTo>
                  <a:pt x="657225" y="3752850"/>
                </a:lnTo>
                <a:lnTo>
                  <a:pt x="647700" y="3752850"/>
                </a:lnTo>
                <a:lnTo>
                  <a:pt x="647700" y="3743325"/>
                </a:lnTo>
                <a:lnTo>
                  <a:pt x="638175" y="3743325"/>
                </a:lnTo>
                <a:close/>
                <a:moveTo>
                  <a:pt x="1133475" y="3733800"/>
                </a:moveTo>
                <a:lnTo>
                  <a:pt x="1152525" y="3733800"/>
                </a:lnTo>
                <a:lnTo>
                  <a:pt x="1152525" y="3743325"/>
                </a:lnTo>
                <a:lnTo>
                  <a:pt x="1162050" y="3743325"/>
                </a:lnTo>
                <a:lnTo>
                  <a:pt x="1162050" y="3752850"/>
                </a:lnTo>
                <a:lnTo>
                  <a:pt x="1171575" y="3752850"/>
                </a:lnTo>
                <a:lnTo>
                  <a:pt x="1171575" y="3762375"/>
                </a:lnTo>
                <a:lnTo>
                  <a:pt x="1152525" y="3762375"/>
                </a:lnTo>
                <a:lnTo>
                  <a:pt x="1152525" y="3781425"/>
                </a:lnTo>
                <a:lnTo>
                  <a:pt x="1133475" y="3781425"/>
                </a:lnTo>
                <a:close/>
                <a:moveTo>
                  <a:pt x="923925" y="3743325"/>
                </a:moveTo>
                <a:lnTo>
                  <a:pt x="952500" y="3743325"/>
                </a:lnTo>
                <a:lnTo>
                  <a:pt x="952500" y="3752850"/>
                </a:lnTo>
                <a:lnTo>
                  <a:pt x="942975" y="3752850"/>
                </a:lnTo>
                <a:lnTo>
                  <a:pt x="942975" y="3762375"/>
                </a:lnTo>
                <a:lnTo>
                  <a:pt x="923925" y="3762375"/>
                </a:lnTo>
                <a:close/>
                <a:moveTo>
                  <a:pt x="981075" y="3743325"/>
                </a:moveTo>
                <a:lnTo>
                  <a:pt x="1000125" y="3743325"/>
                </a:lnTo>
                <a:lnTo>
                  <a:pt x="1000125" y="3762375"/>
                </a:lnTo>
                <a:lnTo>
                  <a:pt x="981075" y="3762375"/>
                </a:lnTo>
                <a:close/>
                <a:moveTo>
                  <a:pt x="523875" y="3752850"/>
                </a:moveTo>
                <a:lnTo>
                  <a:pt x="533400" y="3752850"/>
                </a:lnTo>
                <a:lnTo>
                  <a:pt x="533400" y="3762375"/>
                </a:lnTo>
                <a:lnTo>
                  <a:pt x="523875" y="3762375"/>
                </a:lnTo>
                <a:close/>
                <a:moveTo>
                  <a:pt x="504825" y="3771900"/>
                </a:moveTo>
                <a:lnTo>
                  <a:pt x="523875" y="3771900"/>
                </a:lnTo>
                <a:lnTo>
                  <a:pt x="523875" y="3781425"/>
                </a:lnTo>
                <a:lnTo>
                  <a:pt x="504825" y="3781425"/>
                </a:lnTo>
                <a:close/>
                <a:moveTo>
                  <a:pt x="714375" y="3771900"/>
                </a:moveTo>
                <a:lnTo>
                  <a:pt x="733425" y="3771900"/>
                </a:lnTo>
                <a:lnTo>
                  <a:pt x="733425" y="3762375"/>
                </a:lnTo>
                <a:lnTo>
                  <a:pt x="714375" y="3762375"/>
                </a:lnTo>
                <a:close/>
                <a:moveTo>
                  <a:pt x="762000" y="3771900"/>
                </a:moveTo>
                <a:lnTo>
                  <a:pt x="771525" y="3771900"/>
                </a:lnTo>
                <a:lnTo>
                  <a:pt x="771525" y="3762375"/>
                </a:lnTo>
                <a:lnTo>
                  <a:pt x="762000" y="3762375"/>
                </a:lnTo>
                <a:close/>
                <a:moveTo>
                  <a:pt x="876300" y="3771900"/>
                </a:moveTo>
                <a:lnTo>
                  <a:pt x="914400" y="3771900"/>
                </a:lnTo>
                <a:lnTo>
                  <a:pt x="914400" y="3781425"/>
                </a:lnTo>
                <a:lnTo>
                  <a:pt x="876300" y="3781425"/>
                </a:lnTo>
                <a:close/>
                <a:moveTo>
                  <a:pt x="1295400" y="3771900"/>
                </a:moveTo>
                <a:lnTo>
                  <a:pt x="1314450" y="3771900"/>
                </a:lnTo>
                <a:lnTo>
                  <a:pt x="1314450" y="3762375"/>
                </a:lnTo>
                <a:lnTo>
                  <a:pt x="1295400" y="3762375"/>
                </a:lnTo>
                <a:close/>
                <a:moveTo>
                  <a:pt x="1381125" y="3771900"/>
                </a:moveTo>
                <a:lnTo>
                  <a:pt x="1419225" y="3771900"/>
                </a:lnTo>
                <a:lnTo>
                  <a:pt x="1419225" y="3762375"/>
                </a:lnTo>
                <a:lnTo>
                  <a:pt x="1381125" y="3762375"/>
                </a:lnTo>
                <a:close/>
                <a:moveTo>
                  <a:pt x="1514475" y="3771900"/>
                </a:moveTo>
                <a:lnTo>
                  <a:pt x="1524000" y="3771900"/>
                </a:lnTo>
                <a:lnTo>
                  <a:pt x="1524000" y="3781425"/>
                </a:lnTo>
                <a:lnTo>
                  <a:pt x="1514475" y="3781425"/>
                </a:lnTo>
                <a:close/>
              </a:path>
            </a:pathLst>
          </a:custGeom>
          <a:solidFill xmlns:a="http://schemas.openxmlformats.org/drawingml/2006/main">
            <a:srgbClr val="F1EDE1"/>
          </a:solidFill>
          <a:ln xmlns:a="http://schemas.openxmlformats.org/drawingml/2006/main" w="0">
            <a:noFill/>
          </a:ln>
        </p:spPr>
      </p:sp>
      <p:sp>
        <p:nvSpPr>
          <p:cNvPr id="43" name="phone4 vector #eeebdf">
            <a:extLst xmlns:a="http://schemas.openxmlformats.org/drawingml/2006/main">
              <a:ext uri="{FF2B5EF4-FFF2-40B4-BE49-F238E27FC236}">
                <a16:creationId xmlns:a16="http://schemas.microsoft.com/office/drawing/2014/main" id="{84C283C4-CCA7-4D54-A5C9-B547CDC68C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552825" y="1866900"/>
            <a:ext cx="2181225" cy="4581525"/>
          </a:xfrm>
          <a:custGeom xmlns:a="http://schemas.openxmlformats.org/drawingml/2006/main">
            <a:pathLst>
              <a:path w="1847850" h="3886200">
                <a:moveTo>
                  <a:pt x="485775" y="19050"/>
                </a:moveTo>
                <a:lnTo>
                  <a:pt x="495300" y="19050"/>
                </a:lnTo>
                <a:lnTo>
                  <a:pt x="495300" y="28575"/>
                </a:lnTo>
                <a:lnTo>
                  <a:pt x="485775" y="28575"/>
                </a:lnTo>
                <a:close/>
                <a:moveTo>
                  <a:pt x="1543050" y="28575"/>
                </a:moveTo>
                <a:lnTo>
                  <a:pt x="1552575" y="28575"/>
                </a:lnTo>
                <a:lnTo>
                  <a:pt x="1552575" y="38100"/>
                </a:lnTo>
                <a:lnTo>
                  <a:pt x="1543050" y="38100"/>
                </a:lnTo>
                <a:close/>
                <a:moveTo>
                  <a:pt x="266700" y="38100"/>
                </a:moveTo>
                <a:lnTo>
                  <a:pt x="276225" y="38100"/>
                </a:lnTo>
                <a:lnTo>
                  <a:pt x="276225" y="47625"/>
                </a:lnTo>
                <a:lnTo>
                  <a:pt x="266700" y="47625"/>
                </a:lnTo>
                <a:close/>
                <a:moveTo>
                  <a:pt x="1619250" y="47625"/>
                </a:moveTo>
                <a:lnTo>
                  <a:pt x="1628775" y="47625"/>
                </a:lnTo>
                <a:lnTo>
                  <a:pt x="1628775" y="57150"/>
                </a:lnTo>
                <a:lnTo>
                  <a:pt x="1619250" y="57150"/>
                </a:lnTo>
                <a:close/>
                <a:moveTo>
                  <a:pt x="161925" y="85725"/>
                </a:moveTo>
                <a:lnTo>
                  <a:pt x="171450" y="85725"/>
                </a:lnTo>
                <a:lnTo>
                  <a:pt x="171450" y="95250"/>
                </a:lnTo>
                <a:lnTo>
                  <a:pt x="161925" y="95250"/>
                </a:lnTo>
                <a:close/>
                <a:moveTo>
                  <a:pt x="714375" y="114300"/>
                </a:moveTo>
                <a:lnTo>
                  <a:pt x="1171575" y="114300"/>
                </a:lnTo>
                <a:lnTo>
                  <a:pt x="1171575" y="123825"/>
                </a:lnTo>
                <a:lnTo>
                  <a:pt x="1162050" y="123825"/>
                </a:lnTo>
                <a:lnTo>
                  <a:pt x="1162050" y="133350"/>
                </a:lnTo>
                <a:lnTo>
                  <a:pt x="1171575" y="133350"/>
                </a:lnTo>
                <a:lnTo>
                  <a:pt x="1171575" y="142875"/>
                </a:lnTo>
                <a:lnTo>
                  <a:pt x="1162050" y="142875"/>
                </a:lnTo>
                <a:lnTo>
                  <a:pt x="1162050" y="152400"/>
                </a:lnTo>
                <a:lnTo>
                  <a:pt x="1152525" y="152400"/>
                </a:lnTo>
                <a:lnTo>
                  <a:pt x="1152525" y="161925"/>
                </a:lnTo>
                <a:lnTo>
                  <a:pt x="1133475" y="161925"/>
                </a:lnTo>
                <a:lnTo>
                  <a:pt x="1133475" y="152400"/>
                </a:lnTo>
                <a:lnTo>
                  <a:pt x="1114425" y="152400"/>
                </a:lnTo>
                <a:lnTo>
                  <a:pt x="1114425" y="142875"/>
                </a:lnTo>
                <a:lnTo>
                  <a:pt x="1057275" y="142875"/>
                </a:lnTo>
                <a:lnTo>
                  <a:pt x="1057275" y="152400"/>
                </a:lnTo>
                <a:lnTo>
                  <a:pt x="790575" y="152400"/>
                </a:lnTo>
                <a:lnTo>
                  <a:pt x="790575" y="142875"/>
                </a:lnTo>
                <a:lnTo>
                  <a:pt x="771525" y="142875"/>
                </a:lnTo>
                <a:lnTo>
                  <a:pt x="771525" y="152400"/>
                </a:lnTo>
                <a:lnTo>
                  <a:pt x="723900" y="152400"/>
                </a:lnTo>
                <a:lnTo>
                  <a:pt x="723900" y="161925"/>
                </a:lnTo>
                <a:lnTo>
                  <a:pt x="714375" y="161925"/>
                </a:lnTo>
                <a:lnTo>
                  <a:pt x="714375" y="142875"/>
                </a:lnTo>
                <a:lnTo>
                  <a:pt x="704850" y="142875"/>
                </a:lnTo>
                <a:lnTo>
                  <a:pt x="704850" y="133350"/>
                </a:lnTo>
                <a:lnTo>
                  <a:pt x="714375" y="133350"/>
                </a:lnTo>
                <a:close/>
                <a:moveTo>
                  <a:pt x="1200150" y="114300"/>
                </a:moveTo>
                <a:lnTo>
                  <a:pt x="1209675" y="114300"/>
                </a:lnTo>
                <a:lnTo>
                  <a:pt x="1209675" y="123825"/>
                </a:lnTo>
                <a:lnTo>
                  <a:pt x="1200150" y="123825"/>
                </a:lnTo>
                <a:close/>
                <a:moveTo>
                  <a:pt x="1219200" y="114300"/>
                </a:moveTo>
                <a:lnTo>
                  <a:pt x="1228725" y="114300"/>
                </a:lnTo>
                <a:lnTo>
                  <a:pt x="1228725" y="123825"/>
                </a:lnTo>
                <a:lnTo>
                  <a:pt x="1219200" y="123825"/>
                </a:lnTo>
                <a:close/>
                <a:moveTo>
                  <a:pt x="1238250" y="114300"/>
                </a:moveTo>
                <a:lnTo>
                  <a:pt x="1276350" y="114300"/>
                </a:lnTo>
                <a:lnTo>
                  <a:pt x="1276350" y="123825"/>
                </a:lnTo>
                <a:lnTo>
                  <a:pt x="1238250" y="123825"/>
                </a:lnTo>
                <a:close/>
                <a:moveTo>
                  <a:pt x="1543050" y="114300"/>
                </a:moveTo>
                <a:lnTo>
                  <a:pt x="1552575" y="114300"/>
                </a:lnTo>
                <a:lnTo>
                  <a:pt x="1552575" y="123825"/>
                </a:lnTo>
                <a:lnTo>
                  <a:pt x="1543050" y="123825"/>
                </a:lnTo>
                <a:close/>
                <a:moveTo>
                  <a:pt x="1581150" y="123825"/>
                </a:moveTo>
                <a:lnTo>
                  <a:pt x="1590675" y="123825"/>
                </a:lnTo>
                <a:lnTo>
                  <a:pt x="1590675" y="133350"/>
                </a:lnTo>
                <a:lnTo>
                  <a:pt x="1581150" y="133350"/>
                </a:lnTo>
                <a:close/>
                <a:moveTo>
                  <a:pt x="1600200" y="133350"/>
                </a:moveTo>
                <a:lnTo>
                  <a:pt x="1609725" y="133350"/>
                </a:lnTo>
                <a:lnTo>
                  <a:pt x="1609725" y="142875"/>
                </a:lnTo>
                <a:lnTo>
                  <a:pt x="1600200" y="142875"/>
                </a:lnTo>
                <a:close/>
                <a:moveTo>
                  <a:pt x="1752600" y="142875"/>
                </a:moveTo>
                <a:lnTo>
                  <a:pt x="1762125" y="142875"/>
                </a:lnTo>
                <a:lnTo>
                  <a:pt x="1762125" y="152400"/>
                </a:lnTo>
                <a:lnTo>
                  <a:pt x="1752600" y="152400"/>
                </a:lnTo>
                <a:close/>
                <a:moveTo>
                  <a:pt x="219075" y="152400"/>
                </a:moveTo>
                <a:lnTo>
                  <a:pt x="228600" y="152400"/>
                </a:lnTo>
                <a:lnTo>
                  <a:pt x="228600" y="161925"/>
                </a:lnTo>
                <a:lnTo>
                  <a:pt x="219075" y="161925"/>
                </a:lnTo>
                <a:close/>
                <a:moveTo>
                  <a:pt x="1638300" y="152400"/>
                </a:moveTo>
                <a:lnTo>
                  <a:pt x="1647825" y="152400"/>
                </a:lnTo>
                <a:lnTo>
                  <a:pt x="1647825" y="161925"/>
                </a:lnTo>
                <a:lnTo>
                  <a:pt x="1638300" y="161925"/>
                </a:lnTo>
                <a:close/>
                <a:moveTo>
                  <a:pt x="1152525" y="161925"/>
                </a:moveTo>
                <a:lnTo>
                  <a:pt x="1162050" y="161925"/>
                </a:lnTo>
                <a:lnTo>
                  <a:pt x="1162050" y="171450"/>
                </a:lnTo>
                <a:lnTo>
                  <a:pt x="1152525" y="171450"/>
                </a:lnTo>
                <a:close/>
                <a:moveTo>
                  <a:pt x="1647825" y="161925"/>
                </a:moveTo>
                <a:lnTo>
                  <a:pt x="1657350" y="161925"/>
                </a:lnTo>
                <a:lnTo>
                  <a:pt x="1657350" y="171450"/>
                </a:lnTo>
                <a:lnTo>
                  <a:pt x="1666875" y="171450"/>
                </a:lnTo>
                <a:lnTo>
                  <a:pt x="1666875" y="180975"/>
                </a:lnTo>
                <a:lnTo>
                  <a:pt x="1676400" y="180975"/>
                </a:lnTo>
                <a:lnTo>
                  <a:pt x="1676400" y="190500"/>
                </a:lnTo>
                <a:lnTo>
                  <a:pt x="1685925" y="190500"/>
                </a:lnTo>
                <a:lnTo>
                  <a:pt x="1685925" y="200025"/>
                </a:lnTo>
                <a:lnTo>
                  <a:pt x="1657350" y="200025"/>
                </a:lnTo>
                <a:lnTo>
                  <a:pt x="1657350" y="190500"/>
                </a:lnTo>
                <a:lnTo>
                  <a:pt x="1647825" y="190500"/>
                </a:lnTo>
                <a:lnTo>
                  <a:pt x="1647825" y="180975"/>
                </a:lnTo>
                <a:lnTo>
                  <a:pt x="1638300" y="180975"/>
                </a:lnTo>
                <a:lnTo>
                  <a:pt x="1638300" y="171450"/>
                </a:lnTo>
                <a:lnTo>
                  <a:pt x="1647825" y="171450"/>
                </a:lnTo>
                <a:close/>
                <a:moveTo>
                  <a:pt x="200025" y="171450"/>
                </a:moveTo>
                <a:lnTo>
                  <a:pt x="228600" y="171450"/>
                </a:lnTo>
                <a:lnTo>
                  <a:pt x="228600" y="180975"/>
                </a:lnTo>
                <a:lnTo>
                  <a:pt x="219075" y="180975"/>
                </a:lnTo>
                <a:lnTo>
                  <a:pt x="219075" y="209550"/>
                </a:lnTo>
                <a:lnTo>
                  <a:pt x="209550" y="209550"/>
                </a:lnTo>
                <a:lnTo>
                  <a:pt x="209550" y="219075"/>
                </a:lnTo>
                <a:lnTo>
                  <a:pt x="190500" y="219075"/>
                </a:lnTo>
                <a:lnTo>
                  <a:pt x="190500" y="209550"/>
                </a:lnTo>
                <a:lnTo>
                  <a:pt x="171450" y="209550"/>
                </a:lnTo>
                <a:lnTo>
                  <a:pt x="171450" y="200025"/>
                </a:lnTo>
                <a:lnTo>
                  <a:pt x="180975" y="200025"/>
                </a:lnTo>
                <a:lnTo>
                  <a:pt x="180975" y="190500"/>
                </a:lnTo>
                <a:lnTo>
                  <a:pt x="190500" y="190500"/>
                </a:lnTo>
                <a:lnTo>
                  <a:pt x="190500" y="180975"/>
                </a:lnTo>
                <a:lnTo>
                  <a:pt x="200025" y="180975"/>
                </a:lnTo>
                <a:close/>
                <a:moveTo>
                  <a:pt x="1552575" y="190500"/>
                </a:moveTo>
                <a:lnTo>
                  <a:pt x="1581150" y="190500"/>
                </a:lnTo>
                <a:lnTo>
                  <a:pt x="1581150" y="200025"/>
                </a:lnTo>
                <a:lnTo>
                  <a:pt x="1552575" y="200025"/>
                </a:lnTo>
                <a:close/>
                <a:moveTo>
                  <a:pt x="1181100" y="200025"/>
                </a:moveTo>
                <a:lnTo>
                  <a:pt x="1190625" y="200025"/>
                </a:lnTo>
                <a:lnTo>
                  <a:pt x="1190625" y="209550"/>
                </a:lnTo>
                <a:lnTo>
                  <a:pt x="1181100" y="209550"/>
                </a:lnTo>
                <a:close/>
                <a:moveTo>
                  <a:pt x="1504950" y="200025"/>
                </a:moveTo>
                <a:lnTo>
                  <a:pt x="1514475" y="200025"/>
                </a:lnTo>
                <a:lnTo>
                  <a:pt x="1514475" y="209550"/>
                </a:lnTo>
                <a:lnTo>
                  <a:pt x="1504950" y="209550"/>
                </a:lnTo>
                <a:close/>
                <a:moveTo>
                  <a:pt x="1581150" y="200025"/>
                </a:moveTo>
                <a:lnTo>
                  <a:pt x="1590675" y="200025"/>
                </a:lnTo>
                <a:lnTo>
                  <a:pt x="1590675" y="209550"/>
                </a:lnTo>
                <a:lnTo>
                  <a:pt x="1581150" y="209550"/>
                </a:lnTo>
                <a:close/>
                <a:moveTo>
                  <a:pt x="304800" y="209550"/>
                </a:moveTo>
                <a:lnTo>
                  <a:pt x="314325" y="209550"/>
                </a:lnTo>
                <a:lnTo>
                  <a:pt x="314325" y="266700"/>
                </a:lnTo>
                <a:lnTo>
                  <a:pt x="304800" y="266700"/>
                </a:lnTo>
                <a:lnTo>
                  <a:pt x="304800" y="247650"/>
                </a:lnTo>
                <a:lnTo>
                  <a:pt x="295275" y="247650"/>
                </a:lnTo>
                <a:lnTo>
                  <a:pt x="295275" y="219075"/>
                </a:lnTo>
                <a:lnTo>
                  <a:pt x="304800" y="219075"/>
                </a:lnTo>
                <a:close/>
                <a:moveTo>
                  <a:pt x="1495425" y="209550"/>
                </a:moveTo>
                <a:lnTo>
                  <a:pt x="1504950" y="209550"/>
                </a:lnTo>
                <a:lnTo>
                  <a:pt x="1504950" y="219075"/>
                </a:lnTo>
                <a:lnTo>
                  <a:pt x="1495425" y="219075"/>
                </a:lnTo>
                <a:close/>
                <a:moveTo>
                  <a:pt x="1600200" y="209550"/>
                </a:moveTo>
                <a:lnTo>
                  <a:pt x="1609725" y="209550"/>
                </a:lnTo>
                <a:lnTo>
                  <a:pt x="1609725" y="219075"/>
                </a:lnTo>
                <a:lnTo>
                  <a:pt x="1600200" y="219075"/>
                </a:lnTo>
                <a:close/>
                <a:moveTo>
                  <a:pt x="1390650" y="219075"/>
                </a:moveTo>
                <a:lnTo>
                  <a:pt x="1400175" y="219075"/>
                </a:lnTo>
                <a:lnTo>
                  <a:pt x="1400175" y="228600"/>
                </a:lnTo>
                <a:lnTo>
                  <a:pt x="1390650" y="228600"/>
                </a:lnTo>
                <a:close/>
                <a:moveTo>
                  <a:pt x="1609725" y="219075"/>
                </a:moveTo>
                <a:lnTo>
                  <a:pt x="1619250" y="219075"/>
                </a:lnTo>
                <a:lnTo>
                  <a:pt x="1619250" y="228600"/>
                </a:lnTo>
                <a:lnTo>
                  <a:pt x="1609725" y="228600"/>
                </a:lnTo>
                <a:close/>
                <a:moveTo>
                  <a:pt x="1323975" y="238125"/>
                </a:moveTo>
                <a:lnTo>
                  <a:pt x="1333500" y="238125"/>
                </a:lnTo>
                <a:lnTo>
                  <a:pt x="1333500" y="247650"/>
                </a:lnTo>
                <a:lnTo>
                  <a:pt x="1323975" y="247650"/>
                </a:lnTo>
                <a:close/>
                <a:moveTo>
                  <a:pt x="1457325" y="238125"/>
                </a:moveTo>
                <a:lnTo>
                  <a:pt x="1466850" y="238125"/>
                </a:lnTo>
                <a:lnTo>
                  <a:pt x="1466850" y="247650"/>
                </a:lnTo>
                <a:lnTo>
                  <a:pt x="1457325" y="247650"/>
                </a:lnTo>
                <a:close/>
                <a:moveTo>
                  <a:pt x="1333500" y="247650"/>
                </a:moveTo>
                <a:lnTo>
                  <a:pt x="1343025" y="247650"/>
                </a:lnTo>
                <a:lnTo>
                  <a:pt x="1343025" y="266700"/>
                </a:lnTo>
                <a:lnTo>
                  <a:pt x="1333500" y="266700"/>
                </a:lnTo>
                <a:close/>
                <a:moveTo>
                  <a:pt x="1447800" y="247650"/>
                </a:moveTo>
                <a:lnTo>
                  <a:pt x="1457325" y="247650"/>
                </a:lnTo>
                <a:lnTo>
                  <a:pt x="1457325" y="257175"/>
                </a:lnTo>
                <a:lnTo>
                  <a:pt x="1447800" y="257175"/>
                </a:lnTo>
                <a:close/>
                <a:moveTo>
                  <a:pt x="133350" y="257175"/>
                </a:moveTo>
                <a:lnTo>
                  <a:pt x="142875" y="257175"/>
                </a:lnTo>
                <a:lnTo>
                  <a:pt x="142875" y="266700"/>
                </a:lnTo>
                <a:lnTo>
                  <a:pt x="133350" y="266700"/>
                </a:lnTo>
                <a:close/>
                <a:moveTo>
                  <a:pt x="457200" y="257175"/>
                </a:moveTo>
                <a:lnTo>
                  <a:pt x="476250" y="257175"/>
                </a:lnTo>
                <a:lnTo>
                  <a:pt x="476250" y="266700"/>
                </a:lnTo>
                <a:lnTo>
                  <a:pt x="457200" y="266700"/>
                </a:lnTo>
                <a:close/>
                <a:moveTo>
                  <a:pt x="1438275" y="257175"/>
                </a:moveTo>
                <a:lnTo>
                  <a:pt x="1447800" y="257175"/>
                </a:lnTo>
                <a:lnTo>
                  <a:pt x="1447800" y="266700"/>
                </a:lnTo>
                <a:lnTo>
                  <a:pt x="1438275" y="266700"/>
                </a:lnTo>
                <a:close/>
                <a:moveTo>
                  <a:pt x="1809750" y="257175"/>
                </a:moveTo>
                <a:lnTo>
                  <a:pt x="1819275" y="257175"/>
                </a:lnTo>
                <a:lnTo>
                  <a:pt x="1819275" y="266700"/>
                </a:lnTo>
                <a:lnTo>
                  <a:pt x="1809750" y="266700"/>
                </a:lnTo>
                <a:close/>
                <a:moveTo>
                  <a:pt x="342900" y="266700"/>
                </a:moveTo>
                <a:lnTo>
                  <a:pt x="381000" y="266700"/>
                </a:lnTo>
                <a:lnTo>
                  <a:pt x="381000" y="276225"/>
                </a:lnTo>
                <a:lnTo>
                  <a:pt x="342900" y="276225"/>
                </a:lnTo>
                <a:close/>
                <a:moveTo>
                  <a:pt x="1819275" y="295275"/>
                </a:moveTo>
                <a:lnTo>
                  <a:pt x="1828800" y="295275"/>
                </a:lnTo>
                <a:lnTo>
                  <a:pt x="1828800" y="304800"/>
                </a:lnTo>
                <a:lnTo>
                  <a:pt x="1819275" y="304800"/>
                </a:lnTo>
                <a:close/>
                <a:moveTo>
                  <a:pt x="1143000" y="304800"/>
                </a:moveTo>
                <a:lnTo>
                  <a:pt x="1152525" y="304800"/>
                </a:lnTo>
                <a:lnTo>
                  <a:pt x="1152525" y="314325"/>
                </a:lnTo>
                <a:lnTo>
                  <a:pt x="1143000" y="314325"/>
                </a:lnTo>
                <a:close/>
                <a:moveTo>
                  <a:pt x="1733550" y="304800"/>
                </a:moveTo>
                <a:lnTo>
                  <a:pt x="1743075" y="304800"/>
                </a:lnTo>
                <a:lnTo>
                  <a:pt x="1743075" y="314325"/>
                </a:lnTo>
                <a:lnTo>
                  <a:pt x="1733550" y="314325"/>
                </a:lnTo>
                <a:close/>
                <a:moveTo>
                  <a:pt x="809625" y="314325"/>
                </a:moveTo>
                <a:lnTo>
                  <a:pt x="828675" y="314325"/>
                </a:lnTo>
                <a:lnTo>
                  <a:pt x="828675" y="323850"/>
                </a:lnTo>
                <a:lnTo>
                  <a:pt x="809625" y="323850"/>
                </a:lnTo>
                <a:close/>
                <a:moveTo>
                  <a:pt x="28575" y="333375"/>
                </a:moveTo>
                <a:lnTo>
                  <a:pt x="38100" y="333375"/>
                </a:lnTo>
                <a:lnTo>
                  <a:pt x="38100" y="342900"/>
                </a:lnTo>
                <a:lnTo>
                  <a:pt x="28575" y="342900"/>
                </a:lnTo>
                <a:close/>
                <a:moveTo>
                  <a:pt x="628650" y="419100"/>
                </a:moveTo>
                <a:lnTo>
                  <a:pt x="647700" y="419100"/>
                </a:lnTo>
                <a:lnTo>
                  <a:pt x="647700" y="428625"/>
                </a:lnTo>
                <a:lnTo>
                  <a:pt x="666750" y="428625"/>
                </a:lnTo>
                <a:lnTo>
                  <a:pt x="666750" y="438150"/>
                </a:lnTo>
                <a:lnTo>
                  <a:pt x="647700" y="438150"/>
                </a:lnTo>
                <a:lnTo>
                  <a:pt x="647700" y="447675"/>
                </a:lnTo>
                <a:lnTo>
                  <a:pt x="619125" y="447675"/>
                </a:lnTo>
                <a:lnTo>
                  <a:pt x="619125" y="438150"/>
                </a:lnTo>
                <a:lnTo>
                  <a:pt x="600075" y="438150"/>
                </a:lnTo>
                <a:lnTo>
                  <a:pt x="600075" y="428625"/>
                </a:lnTo>
                <a:lnTo>
                  <a:pt x="628650" y="428625"/>
                </a:lnTo>
                <a:close/>
                <a:moveTo>
                  <a:pt x="895350" y="419100"/>
                </a:moveTo>
                <a:lnTo>
                  <a:pt x="914400" y="419100"/>
                </a:lnTo>
                <a:lnTo>
                  <a:pt x="914400" y="428625"/>
                </a:lnTo>
                <a:lnTo>
                  <a:pt x="895350" y="428625"/>
                </a:lnTo>
                <a:close/>
                <a:moveTo>
                  <a:pt x="361950" y="428625"/>
                </a:moveTo>
                <a:lnTo>
                  <a:pt x="371475" y="428625"/>
                </a:lnTo>
                <a:lnTo>
                  <a:pt x="371475" y="438150"/>
                </a:lnTo>
                <a:lnTo>
                  <a:pt x="361950" y="438150"/>
                </a:lnTo>
                <a:close/>
                <a:moveTo>
                  <a:pt x="581025" y="428625"/>
                </a:moveTo>
                <a:lnTo>
                  <a:pt x="590550" y="428625"/>
                </a:lnTo>
                <a:lnTo>
                  <a:pt x="590550" y="438150"/>
                </a:lnTo>
                <a:lnTo>
                  <a:pt x="581025" y="438150"/>
                </a:lnTo>
                <a:close/>
                <a:moveTo>
                  <a:pt x="676275" y="428625"/>
                </a:moveTo>
                <a:lnTo>
                  <a:pt x="685800" y="428625"/>
                </a:lnTo>
                <a:lnTo>
                  <a:pt x="685800" y="438150"/>
                </a:lnTo>
                <a:lnTo>
                  <a:pt x="676275" y="438150"/>
                </a:lnTo>
                <a:close/>
                <a:moveTo>
                  <a:pt x="733425" y="428625"/>
                </a:moveTo>
                <a:lnTo>
                  <a:pt x="752475" y="428625"/>
                </a:lnTo>
                <a:lnTo>
                  <a:pt x="752475" y="438150"/>
                </a:lnTo>
                <a:lnTo>
                  <a:pt x="742950" y="438150"/>
                </a:lnTo>
                <a:lnTo>
                  <a:pt x="742950" y="447675"/>
                </a:lnTo>
                <a:lnTo>
                  <a:pt x="723900" y="447675"/>
                </a:lnTo>
                <a:lnTo>
                  <a:pt x="723900" y="438150"/>
                </a:lnTo>
                <a:lnTo>
                  <a:pt x="733425" y="438150"/>
                </a:lnTo>
                <a:close/>
                <a:moveTo>
                  <a:pt x="781050" y="428625"/>
                </a:moveTo>
                <a:lnTo>
                  <a:pt x="790575" y="428625"/>
                </a:lnTo>
                <a:lnTo>
                  <a:pt x="790575" y="438150"/>
                </a:lnTo>
                <a:lnTo>
                  <a:pt x="781050" y="438150"/>
                </a:lnTo>
                <a:close/>
                <a:moveTo>
                  <a:pt x="828675" y="428625"/>
                </a:moveTo>
                <a:lnTo>
                  <a:pt x="847725" y="428625"/>
                </a:lnTo>
                <a:lnTo>
                  <a:pt x="847725" y="438150"/>
                </a:lnTo>
                <a:lnTo>
                  <a:pt x="828675" y="438150"/>
                </a:lnTo>
                <a:close/>
                <a:moveTo>
                  <a:pt x="876300" y="428625"/>
                </a:moveTo>
                <a:lnTo>
                  <a:pt x="895350" y="428625"/>
                </a:lnTo>
                <a:lnTo>
                  <a:pt x="895350" y="438150"/>
                </a:lnTo>
                <a:lnTo>
                  <a:pt x="876300" y="438150"/>
                </a:lnTo>
                <a:close/>
                <a:moveTo>
                  <a:pt x="1828800" y="428625"/>
                </a:moveTo>
                <a:lnTo>
                  <a:pt x="1838325" y="428625"/>
                </a:lnTo>
                <a:lnTo>
                  <a:pt x="1838325" y="495300"/>
                </a:lnTo>
                <a:lnTo>
                  <a:pt x="1828800" y="495300"/>
                </a:lnTo>
                <a:close/>
                <a:moveTo>
                  <a:pt x="180975" y="438150"/>
                </a:moveTo>
                <a:lnTo>
                  <a:pt x="190500" y="438150"/>
                </a:lnTo>
                <a:lnTo>
                  <a:pt x="190500" y="447675"/>
                </a:lnTo>
                <a:lnTo>
                  <a:pt x="180975" y="447675"/>
                </a:lnTo>
                <a:close/>
                <a:moveTo>
                  <a:pt x="219075" y="438150"/>
                </a:moveTo>
                <a:lnTo>
                  <a:pt x="228600" y="438150"/>
                </a:lnTo>
                <a:lnTo>
                  <a:pt x="228600" y="447675"/>
                </a:lnTo>
                <a:lnTo>
                  <a:pt x="219075" y="447675"/>
                </a:lnTo>
                <a:close/>
                <a:moveTo>
                  <a:pt x="295275" y="438150"/>
                </a:moveTo>
                <a:lnTo>
                  <a:pt x="304800" y="438150"/>
                </a:lnTo>
                <a:lnTo>
                  <a:pt x="304800" y="447675"/>
                </a:lnTo>
                <a:lnTo>
                  <a:pt x="295275" y="447675"/>
                </a:lnTo>
                <a:close/>
                <a:moveTo>
                  <a:pt x="342900" y="476250"/>
                </a:moveTo>
                <a:lnTo>
                  <a:pt x="352425" y="476250"/>
                </a:lnTo>
                <a:lnTo>
                  <a:pt x="352425" y="485775"/>
                </a:lnTo>
                <a:lnTo>
                  <a:pt x="342900" y="485775"/>
                </a:lnTo>
                <a:close/>
                <a:moveTo>
                  <a:pt x="723900" y="476250"/>
                </a:moveTo>
                <a:lnTo>
                  <a:pt x="742950" y="476250"/>
                </a:lnTo>
                <a:lnTo>
                  <a:pt x="742950" y="485775"/>
                </a:lnTo>
                <a:lnTo>
                  <a:pt x="723900" y="485775"/>
                </a:lnTo>
                <a:close/>
                <a:moveTo>
                  <a:pt x="180975" y="495300"/>
                </a:moveTo>
                <a:lnTo>
                  <a:pt x="190500" y="495300"/>
                </a:lnTo>
                <a:lnTo>
                  <a:pt x="190500" y="523875"/>
                </a:lnTo>
                <a:lnTo>
                  <a:pt x="180975" y="523875"/>
                </a:lnTo>
                <a:close/>
                <a:moveTo>
                  <a:pt x="295275" y="504825"/>
                </a:moveTo>
                <a:lnTo>
                  <a:pt x="304800" y="504825"/>
                </a:lnTo>
                <a:lnTo>
                  <a:pt x="304800" y="523875"/>
                </a:lnTo>
                <a:lnTo>
                  <a:pt x="295275" y="523875"/>
                </a:lnTo>
                <a:close/>
                <a:moveTo>
                  <a:pt x="342900" y="504825"/>
                </a:moveTo>
                <a:lnTo>
                  <a:pt x="352425" y="504825"/>
                </a:lnTo>
                <a:lnTo>
                  <a:pt x="352425" y="514350"/>
                </a:lnTo>
                <a:lnTo>
                  <a:pt x="342900" y="514350"/>
                </a:lnTo>
                <a:close/>
                <a:moveTo>
                  <a:pt x="190500" y="523875"/>
                </a:moveTo>
                <a:lnTo>
                  <a:pt x="200025" y="523875"/>
                </a:lnTo>
                <a:lnTo>
                  <a:pt x="200025" y="533400"/>
                </a:lnTo>
                <a:lnTo>
                  <a:pt x="190500" y="533400"/>
                </a:lnTo>
                <a:close/>
                <a:moveTo>
                  <a:pt x="285750" y="523875"/>
                </a:moveTo>
                <a:lnTo>
                  <a:pt x="295275" y="523875"/>
                </a:lnTo>
                <a:lnTo>
                  <a:pt x="295275" y="533400"/>
                </a:lnTo>
                <a:lnTo>
                  <a:pt x="285750" y="533400"/>
                </a:lnTo>
                <a:close/>
                <a:moveTo>
                  <a:pt x="161925" y="571500"/>
                </a:moveTo>
                <a:lnTo>
                  <a:pt x="180975" y="571500"/>
                </a:lnTo>
                <a:lnTo>
                  <a:pt x="180975" y="781050"/>
                </a:lnTo>
                <a:lnTo>
                  <a:pt x="161925" y="781050"/>
                </a:lnTo>
                <a:lnTo>
                  <a:pt x="161925" y="733425"/>
                </a:lnTo>
                <a:lnTo>
                  <a:pt x="152400" y="733425"/>
                </a:lnTo>
                <a:lnTo>
                  <a:pt x="152400" y="714375"/>
                </a:lnTo>
                <a:lnTo>
                  <a:pt x="161925" y="714375"/>
                </a:lnTo>
                <a:lnTo>
                  <a:pt x="161925" y="704850"/>
                </a:lnTo>
                <a:lnTo>
                  <a:pt x="142875" y="704850"/>
                </a:lnTo>
                <a:lnTo>
                  <a:pt x="142875" y="733425"/>
                </a:lnTo>
                <a:lnTo>
                  <a:pt x="133350" y="733425"/>
                </a:lnTo>
                <a:lnTo>
                  <a:pt x="133350" y="723900"/>
                </a:lnTo>
                <a:lnTo>
                  <a:pt x="123825" y="723900"/>
                </a:lnTo>
                <a:lnTo>
                  <a:pt x="123825" y="762000"/>
                </a:lnTo>
                <a:lnTo>
                  <a:pt x="114300" y="762000"/>
                </a:lnTo>
                <a:lnTo>
                  <a:pt x="114300" y="666750"/>
                </a:lnTo>
                <a:lnTo>
                  <a:pt x="123825" y="666750"/>
                </a:lnTo>
                <a:lnTo>
                  <a:pt x="123825" y="685800"/>
                </a:lnTo>
                <a:lnTo>
                  <a:pt x="133350" y="685800"/>
                </a:lnTo>
                <a:lnTo>
                  <a:pt x="133350" y="676275"/>
                </a:lnTo>
                <a:lnTo>
                  <a:pt x="142875" y="676275"/>
                </a:lnTo>
                <a:lnTo>
                  <a:pt x="142875" y="695325"/>
                </a:lnTo>
                <a:lnTo>
                  <a:pt x="152400" y="695325"/>
                </a:lnTo>
                <a:lnTo>
                  <a:pt x="152400" y="685800"/>
                </a:lnTo>
                <a:lnTo>
                  <a:pt x="161925" y="685800"/>
                </a:lnTo>
                <a:close/>
                <a:moveTo>
                  <a:pt x="485775" y="685800"/>
                </a:moveTo>
                <a:lnTo>
                  <a:pt x="495300" y="685800"/>
                </a:lnTo>
                <a:lnTo>
                  <a:pt x="495300" y="695325"/>
                </a:lnTo>
                <a:lnTo>
                  <a:pt x="485775" y="695325"/>
                </a:lnTo>
                <a:close/>
                <a:moveTo>
                  <a:pt x="609600" y="685800"/>
                </a:moveTo>
                <a:lnTo>
                  <a:pt x="628650" y="685800"/>
                </a:lnTo>
                <a:lnTo>
                  <a:pt x="628650" y="704850"/>
                </a:lnTo>
                <a:lnTo>
                  <a:pt x="609600" y="704850"/>
                </a:lnTo>
                <a:close/>
                <a:moveTo>
                  <a:pt x="476250" y="695325"/>
                </a:moveTo>
                <a:lnTo>
                  <a:pt x="485775" y="695325"/>
                </a:lnTo>
                <a:lnTo>
                  <a:pt x="485775" y="704850"/>
                </a:lnTo>
                <a:lnTo>
                  <a:pt x="476250" y="704850"/>
                </a:lnTo>
                <a:close/>
                <a:moveTo>
                  <a:pt x="495300" y="695325"/>
                </a:moveTo>
                <a:lnTo>
                  <a:pt x="504825" y="695325"/>
                </a:lnTo>
                <a:lnTo>
                  <a:pt x="504825" y="704850"/>
                </a:lnTo>
                <a:lnTo>
                  <a:pt x="495300" y="704850"/>
                </a:lnTo>
                <a:close/>
                <a:moveTo>
                  <a:pt x="742950" y="695325"/>
                </a:moveTo>
                <a:lnTo>
                  <a:pt x="762000" y="695325"/>
                </a:lnTo>
                <a:lnTo>
                  <a:pt x="762000" y="704850"/>
                </a:lnTo>
                <a:lnTo>
                  <a:pt x="742950" y="704850"/>
                </a:lnTo>
                <a:close/>
                <a:moveTo>
                  <a:pt x="333375" y="704850"/>
                </a:moveTo>
                <a:lnTo>
                  <a:pt x="342900" y="704850"/>
                </a:lnTo>
                <a:lnTo>
                  <a:pt x="342900" y="714375"/>
                </a:lnTo>
                <a:lnTo>
                  <a:pt x="333375" y="714375"/>
                </a:lnTo>
                <a:close/>
                <a:moveTo>
                  <a:pt x="352425" y="704850"/>
                </a:moveTo>
                <a:lnTo>
                  <a:pt x="361950" y="704850"/>
                </a:lnTo>
                <a:lnTo>
                  <a:pt x="361950" y="714375"/>
                </a:lnTo>
                <a:lnTo>
                  <a:pt x="352425" y="714375"/>
                </a:lnTo>
                <a:close/>
                <a:moveTo>
                  <a:pt x="762000" y="704850"/>
                </a:moveTo>
                <a:lnTo>
                  <a:pt x="771525" y="704850"/>
                </a:lnTo>
                <a:lnTo>
                  <a:pt x="771525" y="714375"/>
                </a:lnTo>
                <a:lnTo>
                  <a:pt x="762000" y="714375"/>
                </a:lnTo>
                <a:close/>
                <a:moveTo>
                  <a:pt x="0" y="714375"/>
                </a:moveTo>
                <a:lnTo>
                  <a:pt x="9525" y="714375"/>
                </a:lnTo>
                <a:lnTo>
                  <a:pt x="9525" y="733425"/>
                </a:lnTo>
                <a:lnTo>
                  <a:pt x="0" y="733425"/>
                </a:lnTo>
                <a:close/>
                <a:moveTo>
                  <a:pt x="276225" y="723900"/>
                </a:moveTo>
                <a:lnTo>
                  <a:pt x="295275" y="723900"/>
                </a:lnTo>
                <a:lnTo>
                  <a:pt x="295275" y="733425"/>
                </a:lnTo>
                <a:lnTo>
                  <a:pt x="285750" y="733425"/>
                </a:lnTo>
                <a:lnTo>
                  <a:pt x="285750" y="742950"/>
                </a:lnTo>
                <a:lnTo>
                  <a:pt x="276225" y="742950"/>
                </a:lnTo>
                <a:close/>
                <a:moveTo>
                  <a:pt x="333375" y="723900"/>
                </a:moveTo>
                <a:lnTo>
                  <a:pt x="342900" y="723900"/>
                </a:lnTo>
                <a:lnTo>
                  <a:pt x="342900" y="733425"/>
                </a:lnTo>
                <a:lnTo>
                  <a:pt x="333375" y="733425"/>
                </a:lnTo>
                <a:close/>
                <a:moveTo>
                  <a:pt x="352425" y="723900"/>
                </a:moveTo>
                <a:lnTo>
                  <a:pt x="361950" y="723900"/>
                </a:lnTo>
                <a:lnTo>
                  <a:pt x="361950" y="733425"/>
                </a:lnTo>
                <a:lnTo>
                  <a:pt x="352425" y="733425"/>
                </a:lnTo>
                <a:close/>
                <a:moveTo>
                  <a:pt x="323850" y="733425"/>
                </a:moveTo>
                <a:lnTo>
                  <a:pt x="333375" y="733425"/>
                </a:lnTo>
                <a:lnTo>
                  <a:pt x="333375" y="752475"/>
                </a:lnTo>
                <a:lnTo>
                  <a:pt x="323850" y="752475"/>
                </a:lnTo>
                <a:close/>
                <a:moveTo>
                  <a:pt x="771525" y="733425"/>
                </a:moveTo>
                <a:lnTo>
                  <a:pt x="790575" y="733425"/>
                </a:lnTo>
                <a:lnTo>
                  <a:pt x="790575" y="742950"/>
                </a:lnTo>
                <a:lnTo>
                  <a:pt x="771525" y="742950"/>
                </a:lnTo>
                <a:close/>
                <a:moveTo>
                  <a:pt x="790575" y="742950"/>
                </a:moveTo>
                <a:lnTo>
                  <a:pt x="809625" y="742950"/>
                </a:lnTo>
                <a:lnTo>
                  <a:pt x="809625" y="752475"/>
                </a:lnTo>
                <a:lnTo>
                  <a:pt x="790575" y="752475"/>
                </a:lnTo>
                <a:close/>
                <a:moveTo>
                  <a:pt x="400050" y="752475"/>
                </a:moveTo>
                <a:lnTo>
                  <a:pt x="409575" y="752475"/>
                </a:lnTo>
                <a:lnTo>
                  <a:pt x="409575" y="762000"/>
                </a:lnTo>
                <a:lnTo>
                  <a:pt x="400050" y="762000"/>
                </a:lnTo>
                <a:close/>
                <a:moveTo>
                  <a:pt x="571500" y="752475"/>
                </a:moveTo>
                <a:lnTo>
                  <a:pt x="590550" y="752475"/>
                </a:lnTo>
                <a:lnTo>
                  <a:pt x="590550" y="762000"/>
                </a:lnTo>
                <a:lnTo>
                  <a:pt x="571500" y="762000"/>
                </a:lnTo>
                <a:close/>
                <a:moveTo>
                  <a:pt x="0" y="762000"/>
                </a:moveTo>
                <a:lnTo>
                  <a:pt x="9525" y="762000"/>
                </a:lnTo>
                <a:lnTo>
                  <a:pt x="9525" y="847725"/>
                </a:lnTo>
                <a:lnTo>
                  <a:pt x="0" y="847725"/>
                </a:lnTo>
                <a:close/>
                <a:moveTo>
                  <a:pt x="352425" y="762000"/>
                </a:moveTo>
                <a:lnTo>
                  <a:pt x="361950" y="762000"/>
                </a:lnTo>
                <a:lnTo>
                  <a:pt x="361950" y="771525"/>
                </a:lnTo>
                <a:lnTo>
                  <a:pt x="352425" y="771525"/>
                </a:lnTo>
                <a:close/>
                <a:moveTo>
                  <a:pt x="209550" y="771525"/>
                </a:moveTo>
                <a:lnTo>
                  <a:pt x="219075" y="771525"/>
                </a:lnTo>
                <a:lnTo>
                  <a:pt x="219075" y="781050"/>
                </a:lnTo>
                <a:lnTo>
                  <a:pt x="209550" y="781050"/>
                </a:lnTo>
                <a:close/>
                <a:moveTo>
                  <a:pt x="781050" y="781050"/>
                </a:moveTo>
                <a:lnTo>
                  <a:pt x="800100" y="781050"/>
                </a:lnTo>
                <a:lnTo>
                  <a:pt x="800100" y="790575"/>
                </a:lnTo>
                <a:lnTo>
                  <a:pt x="781050" y="790575"/>
                </a:lnTo>
                <a:close/>
                <a:moveTo>
                  <a:pt x="247650" y="790575"/>
                </a:moveTo>
                <a:lnTo>
                  <a:pt x="257175" y="790575"/>
                </a:lnTo>
                <a:lnTo>
                  <a:pt x="257175" y="800100"/>
                </a:lnTo>
                <a:lnTo>
                  <a:pt x="247650" y="800100"/>
                </a:lnTo>
                <a:close/>
                <a:moveTo>
                  <a:pt x="314325" y="790575"/>
                </a:moveTo>
                <a:lnTo>
                  <a:pt x="333375" y="790575"/>
                </a:lnTo>
                <a:lnTo>
                  <a:pt x="333375" y="800100"/>
                </a:lnTo>
                <a:lnTo>
                  <a:pt x="314325" y="800100"/>
                </a:lnTo>
                <a:close/>
                <a:moveTo>
                  <a:pt x="342900" y="790575"/>
                </a:moveTo>
                <a:lnTo>
                  <a:pt x="352425" y="790575"/>
                </a:lnTo>
                <a:lnTo>
                  <a:pt x="352425" y="800100"/>
                </a:lnTo>
                <a:lnTo>
                  <a:pt x="342900" y="800100"/>
                </a:lnTo>
                <a:close/>
                <a:moveTo>
                  <a:pt x="466725" y="790575"/>
                </a:moveTo>
                <a:lnTo>
                  <a:pt x="476250" y="790575"/>
                </a:lnTo>
                <a:lnTo>
                  <a:pt x="476250" y="800100"/>
                </a:lnTo>
                <a:lnTo>
                  <a:pt x="466725" y="800100"/>
                </a:lnTo>
                <a:close/>
                <a:moveTo>
                  <a:pt x="685800" y="790575"/>
                </a:moveTo>
                <a:lnTo>
                  <a:pt x="714375" y="790575"/>
                </a:lnTo>
                <a:lnTo>
                  <a:pt x="714375" y="800100"/>
                </a:lnTo>
                <a:lnTo>
                  <a:pt x="685800" y="800100"/>
                </a:lnTo>
                <a:close/>
                <a:moveTo>
                  <a:pt x="800100" y="790575"/>
                </a:moveTo>
                <a:lnTo>
                  <a:pt x="809625" y="790575"/>
                </a:lnTo>
                <a:lnTo>
                  <a:pt x="809625" y="800100"/>
                </a:lnTo>
                <a:lnTo>
                  <a:pt x="800100" y="800100"/>
                </a:lnTo>
                <a:close/>
                <a:moveTo>
                  <a:pt x="114300" y="809625"/>
                </a:moveTo>
                <a:lnTo>
                  <a:pt x="123825" y="809625"/>
                </a:lnTo>
                <a:lnTo>
                  <a:pt x="123825" y="885825"/>
                </a:lnTo>
                <a:lnTo>
                  <a:pt x="114300" y="885825"/>
                </a:lnTo>
                <a:close/>
                <a:moveTo>
                  <a:pt x="133350" y="819150"/>
                </a:moveTo>
                <a:lnTo>
                  <a:pt x="142875" y="819150"/>
                </a:lnTo>
                <a:lnTo>
                  <a:pt x="142875" y="838200"/>
                </a:lnTo>
                <a:lnTo>
                  <a:pt x="133350" y="838200"/>
                </a:lnTo>
                <a:close/>
                <a:moveTo>
                  <a:pt x="152400" y="819150"/>
                </a:moveTo>
                <a:lnTo>
                  <a:pt x="180975" y="819150"/>
                </a:lnTo>
                <a:lnTo>
                  <a:pt x="180975" y="1028700"/>
                </a:lnTo>
                <a:lnTo>
                  <a:pt x="161925" y="1028700"/>
                </a:lnTo>
                <a:lnTo>
                  <a:pt x="161925" y="828675"/>
                </a:lnTo>
                <a:lnTo>
                  <a:pt x="152400" y="828675"/>
                </a:lnTo>
                <a:close/>
                <a:moveTo>
                  <a:pt x="1038225" y="819150"/>
                </a:moveTo>
                <a:lnTo>
                  <a:pt x="1047750" y="819150"/>
                </a:lnTo>
                <a:lnTo>
                  <a:pt x="1047750" y="838200"/>
                </a:lnTo>
                <a:lnTo>
                  <a:pt x="1038225" y="838200"/>
                </a:lnTo>
                <a:close/>
                <a:moveTo>
                  <a:pt x="9525" y="847725"/>
                </a:moveTo>
                <a:lnTo>
                  <a:pt x="19050" y="847725"/>
                </a:lnTo>
                <a:lnTo>
                  <a:pt x="19050" y="857250"/>
                </a:lnTo>
                <a:lnTo>
                  <a:pt x="9525" y="857250"/>
                </a:lnTo>
                <a:close/>
                <a:moveTo>
                  <a:pt x="114300" y="904875"/>
                </a:moveTo>
                <a:lnTo>
                  <a:pt x="123825" y="904875"/>
                </a:lnTo>
                <a:lnTo>
                  <a:pt x="123825" y="952500"/>
                </a:lnTo>
                <a:lnTo>
                  <a:pt x="142875" y="952500"/>
                </a:lnTo>
                <a:lnTo>
                  <a:pt x="142875" y="981075"/>
                </a:lnTo>
                <a:lnTo>
                  <a:pt x="133350" y="981075"/>
                </a:lnTo>
                <a:lnTo>
                  <a:pt x="133350" y="971550"/>
                </a:lnTo>
                <a:lnTo>
                  <a:pt x="123825" y="971550"/>
                </a:lnTo>
                <a:lnTo>
                  <a:pt x="123825" y="981075"/>
                </a:lnTo>
                <a:lnTo>
                  <a:pt x="114300" y="981075"/>
                </a:lnTo>
                <a:close/>
                <a:moveTo>
                  <a:pt x="466725" y="904875"/>
                </a:moveTo>
                <a:lnTo>
                  <a:pt x="476250" y="904875"/>
                </a:lnTo>
                <a:lnTo>
                  <a:pt x="476250" y="923925"/>
                </a:lnTo>
                <a:lnTo>
                  <a:pt x="457200" y="923925"/>
                </a:lnTo>
                <a:lnTo>
                  <a:pt x="457200" y="914400"/>
                </a:lnTo>
                <a:lnTo>
                  <a:pt x="466725" y="914400"/>
                </a:lnTo>
                <a:close/>
                <a:moveTo>
                  <a:pt x="447675" y="923925"/>
                </a:moveTo>
                <a:lnTo>
                  <a:pt x="457200" y="923925"/>
                </a:lnTo>
                <a:lnTo>
                  <a:pt x="457200" y="933450"/>
                </a:lnTo>
                <a:lnTo>
                  <a:pt x="447675" y="933450"/>
                </a:lnTo>
                <a:close/>
                <a:moveTo>
                  <a:pt x="476250" y="923925"/>
                </a:moveTo>
                <a:lnTo>
                  <a:pt x="485775" y="923925"/>
                </a:lnTo>
                <a:lnTo>
                  <a:pt x="485775" y="933450"/>
                </a:lnTo>
                <a:lnTo>
                  <a:pt x="476250" y="933450"/>
                </a:lnTo>
                <a:close/>
                <a:moveTo>
                  <a:pt x="600075" y="923925"/>
                </a:moveTo>
                <a:lnTo>
                  <a:pt x="609600" y="923925"/>
                </a:lnTo>
                <a:lnTo>
                  <a:pt x="609600" y="933450"/>
                </a:lnTo>
                <a:lnTo>
                  <a:pt x="600075" y="933450"/>
                </a:lnTo>
                <a:close/>
                <a:moveTo>
                  <a:pt x="200025" y="933450"/>
                </a:moveTo>
                <a:lnTo>
                  <a:pt x="209550" y="933450"/>
                </a:lnTo>
                <a:lnTo>
                  <a:pt x="209550" y="942975"/>
                </a:lnTo>
                <a:lnTo>
                  <a:pt x="200025" y="942975"/>
                </a:lnTo>
                <a:close/>
                <a:moveTo>
                  <a:pt x="438150" y="933450"/>
                </a:moveTo>
                <a:lnTo>
                  <a:pt x="447675" y="933450"/>
                </a:lnTo>
                <a:lnTo>
                  <a:pt x="447675" y="942975"/>
                </a:lnTo>
                <a:lnTo>
                  <a:pt x="438150" y="942975"/>
                </a:lnTo>
                <a:close/>
                <a:moveTo>
                  <a:pt x="581025" y="933450"/>
                </a:moveTo>
                <a:lnTo>
                  <a:pt x="590550" y="933450"/>
                </a:lnTo>
                <a:lnTo>
                  <a:pt x="590550" y="942975"/>
                </a:lnTo>
                <a:lnTo>
                  <a:pt x="581025" y="942975"/>
                </a:lnTo>
                <a:close/>
                <a:moveTo>
                  <a:pt x="19050" y="952500"/>
                </a:moveTo>
                <a:lnTo>
                  <a:pt x="28575" y="952500"/>
                </a:lnTo>
                <a:lnTo>
                  <a:pt x="28575" y="962025"/>
                </a:lnTo>
                <a:lnTo>
                  <a:pt x="19050" y="962025"/>
                </a:lnTo>
                <a:close/>
                <a:moveTo>
                  <a:pt x="209550" y="952500"/>
                </a:moveTo>
                <a:lnTo>
                  <a:pt x="219075" y="952500"/>
                </a:lnTo>
                <a:lnTo>
                  <a:pt x="219075" y="962025"/>
                </a:lnTo>
                <a:lnTo>
                  <a:pt x="209550" y="962025"/>
                </a:lnTo>
                <a:close/>
                <a:moveTo>
                  <a:pt x="1133475" y="952500"/>
                </a:moveTo>
                <a:lnTo>
                  <a:pt x="1152525" y="952500"/>
                </a:lnTo>
                <a:lnTo>
                  <a:pt x="1152525" y="971550"/>
                </a:lnTo>
                <a:lnTo>
                  <a:pt x="1133475" y="971550"/>
                </a:lnTo>
                <a:close/>
                <a:moveTo>
                  <a:pt x="219075" y="962025"/>
                </a:moveTo>
                <a:lnTo>
                  <a:pt x="228600" y="962025"/>
                </a:lnTo>
                <a:lnTo>
                  <a:pt x="228600" y="971550"/>
                </a:lnTo>
                <a:lnTo>
                  <a:pt x="219075" y="971550"/>
                </a:lnTo>
                <a:close/>
                <a:moveTo>
                  <a:pt x="628650" y="962025"/>
                </a:moveTo>
                <a:lnTo>
                  <a:pt x="666750" y="962025"/>
                </a:lnTo>
                <a:lnTo>
                  <a:pt x="666750" y="971550"/>
                </a:lnTo>
                <a:lnTo>
                  <a:pt x="628650" y="971550"/>
                </a:lnTo>
                <a:close/>
                <a:moveTo>
                  <a:pt x="981075" y="962025"/>
                </a:moveTo>
                <a:lnTo>
                  <a:pt x="990600" y="962025"/>
                </a:lnTo>
                <a:lnTo>
                  <a:pt x="990600" y="971550"/>
                </a:lnTo>
                <a:lnTo>
                  <a:pt x="981075" y="971550"/>
                </a:lnTo>
                <a:close/>
                <a:moveTo>
                  <a:pt x="295275" y="971550"/>
                </a:moveTo>
                <a:lnTo>
                  <a:pt x="314325" y="971550"/>
                </a:lnTo>
                <a:lnTo>
                  <a:pt x="314325" y="981075"/>
                </a:lnTo>
                <a:lnTo>
                  <a:pt x="295275" y="981075"/>
                </a:lnTo>
                <a:close/>
                <a:moveTo>
                  <a:pt x="419100" y="971550"/>
                </a:moveTo>
                <a:lnTo>
                  <a:pt x="428625" y="971550"/>
                </a:lnTo>
                <a:lnTo>
                  <a:pt x="428625" y="981075"/>
                </a:lnTo>
                <a:lnTo>
                  <a:pt x="419100" y="981075"/>
                </a:lnTo>
                <a:close/>
                <a:moveTo>
                  <a:pt x="323850" y="1047750"/>
                </a:moveTo>
                <a:lnTo>
                  <a:pt x="333375" y="1047750"/>
                </a:lnTo>
                <a:lnTo>
                  <a:pt x="333375" y="1057275"/>
                </a:lnTo>
                <a:lnTo>
                  <a:pt x="323850" y="1057275"/>
                </a:lnTo>
                <a:close/>
                <a:moveTo>
                  <a:pt x="428625" y="1047750"/>
                </a:moveTo>
                <a:lnTo>
                  <a:pt x="438150" y="1047750"/>
                </a:lnTo>
                <a:lnTo>
                  <a:pt x="438150" y="1057275"/>
                </a:lnTo>
                <a:lnTo>
                  <a:pt x="428625" y="1057275"/>
                </a:lnTo>
                <a:close/>
                <a:moveTo>
                  <a:pt x="447675" y="1057275"/>
                </a:moveTo>
                <a:lnTo>
                  <a:pt x="457200" y="1057275"/>
                </a:lnTo>
                <a:lnTo>
                  <a:pt x="457200" y="1066800"/>
                </a:lnTo>
                <a:lnTo>
                  <a:pt x="447675" y="1066800"/>
                </a:lnTo>
                <a:close/>
                <a:moveTo>
                  <a:pt x="114300" y="1076325"/>
                </a:moveTo>
                <a:lnTo>
                  <a:pt x="123825" y="1076325"/>
                </a:lnTo>
                <a:lnTo>
                  <a:pt x="123825" y="1085850"/>
                </a:lnTo>
                <a:lnTo>
                  <a:pt x="142875" y="1085850"/>
                </a:lnTo>
                <a:lnTo>
                  <a:pt x="142875" y="1104900"/>
                </a:lnTo>
                <a:lnTo>
                  <a:pt x="161925" y="1104900"/>
                </a:lnTo>
                <a:lnTo>
                  <a:pt x="161925" y="1085850"/>
                </a:lnTo>
                <a:lnTo>
                  <a:pt x="180975" y="1085850"/>
                </a:lnTo>
                <a:lnTo>
                  <a:pt x="180975" y="1228725"/>
                </a:lnTo>
                <a:lnTo>
                  <a:pt x="161925" y="1228725"/>
                </a:lnTo>
                <a:lnTo>
                  <a:pt x="161925" y="1181100"/>
                </a:lnTo>
                <a:lnTo>
                  <a:pt x="152400" y="1181100"/>
                </a:lnTo>
                <a:lnTo>
                  <a:pt x="152400" y="1171575"/>
                </a:lnTo>
                <a:lnTo>
                  <a:pt x="142875" y="1171575"/>
                </a:lnTo>
                <a:lnTo>
                  <a:pt x="142875" y="1190625"/>
                </a:lnTo>
                <a:lnTo>
                  <a:pt x="133350" y="1190625"/>
                </a:lnTo>
                <a:lnTo>
                  <a:pt x="133350" y="1181100"/>
                </a:lnTo>
                <a:lnTo>
                  <a:pt x="123825" y="1181100"/>
                </a:lnTo>
                <a:lnTo>
                  <a:pt x="123825" y="1209675"/>
                </a:lnTo>
                <a:lnTo>
                  <a:pt x="142875" y="1209675"/>
                </a:lnTo>
                <a:lnTo>
                  <a:pt x="142875" y="1238250"/>
                </a:lnTo>
                <a:lnTo>
                  <a:pt x="133350" y="1238250"/>
                </a:lnTo>
                <a:lnTo>
                  <a:pt x="133350" y="1228725"/>
                </a:lnTo>
                <a:lnTo>
                  <a:pt x="123825" y="1228725"/>
                </a:lnTo>
                <a:lnTo>
                  <a:pt x="123825" y="1247775"/>
                </a:lnTo>
                <a:lnTo>
                  <a:pt x="114300" y="1247775"/>
                </a:lnTo>
                <a:lnTo>
                  <a:pt x="114300" y="1133475"/>
                </a:lnTo>
                <a:lnTo>
                  <a:pt x="123825" y="1133475"/>
                </a:lnTo>
                <a:lnTo>
                  <a:pt x="123825" y="1104900"/>
                </a:lnTo>
                <a:lnTo>
                  <a:pt x="114300" y="1104900"/>
                </a:lnTo>
                <a:close/>
                <a:moveTo>
                  <a:pt x="1733550" y="1076325"/>
                </a:moveTo>
                <a:lnTo>
                  <a:pt x="1743075" y="1076325"/>
                </a:lnTo>
                <a:lnTo>
                  <a:pt x="1743075" y="1104900"/>
                </a:lnTo>
                <a:lnTo>
                  <a:pt x="1733550" y="1104900"/>
                </a:lnTo>
                <a:close/>
                <a:moveTo>
                  <a:pt x="304800" y="1095375"/>
                </a:moveTo>
                <a:lnTo>
                  <a:pt x="333375" y="1095375"/>
                </a:lnTo>
                <a:lnTo>
                  <a:pt x="333375" y="1104900"/>
                </a:lnTo>
                <a:lnTo>
                  <a:pt x="304800" y="1104900"/>
                </a:lnTo>
                <a:close/>
                <a:moveTo>
                  <a:pt x="238125" y="1104900"/>
                </a:moveTo>
                <a:lnTo>
                  <a:pt x="257175" y="1104900"/>
                </a:lnTo>
                <a:lnTo>
                  <a:pt x="257175" y="1114425"/>
                </a:lnTo>
                <a:lnTo>
                  <a:pt x="238125" y="1114425"/>
                </a:lnTo>
                <a:close/>
                <a:moveTo>
                  <a:pt x="228600" y="1133475"/>
                </a:moveTo>
                <a:lnTo>
                  <a:pt x="276225" y="1133475"/>
                </a:lnTo>
                <a:lnTo>
                  <a:pt x="276225" y="1143000"/>
                </a:lnTo>
                <a:lnTo>
                  <a:pt x="323850" y="1143000"/>
                </a:lnTo>
                <a:lnTo>
                  <a:pt x="323850" y="1133475"/>
                </a:lnTo>
                <a:lnTo>
                  <a:pt x="476250" y="1133475"/>
                </a:lnTo>
                <a:lnTo>
                  <a:pt x="476250" y="1152525"/>
                </a:lnTo>
                <a:lnTo>
                  <a:pt x="457200" y="1152525"/>
                </a:lnTo>
                <a:lnTo>
                  <a:pt x="457200" y="1162050"/>
                </a:lnTo>
                <a:lnTo>
                  <a:pt x="257175" y="1162050"/>
                </a:lnTo>
                <a:lnTo>
                  <a:pt x="257175" y="1152525"/>
                </a:lnTo>
                <a:lnTo>
                  <a:pt x="219075" y="1152525"/>
                </a:lnTo>
                <a:lnTo>
                  <a:pt x="219075" y="1143000"/>
                </a:lnTo>
                <a:lnTo>
                  <a:pt x="228600" y="1143000"/>
                </a:lnTo>
                <a:close/>
                <a:moveTo>
                  <a:pt x="628650" y="1133475"/>
                </a:moveTo>
                <a:lnTo>
                  <a:pt x="676275" y="1133475"/>
                </a:lnTo>
                <a:lnTo>
                  <a:pt x="676275" y="1143000"/>
                </a:lnTo>
                <a:lnTo>
                  <a:pt x="628650" y="1143000"/>
                </a:lnTo>
                <a:close/>
                <a:moveTo>
                  <a:pt x="981075" y="1133475"/>
                </a:moveTo>
                <a:lnTo>
                  <a:pt x="1000125" y="1133475"/>
                </a:lnTo>
                <a:lnTo>
                  <a:pt x="1000125" y="1152525"/>
                </a:lnTo>
                <a:lnTo>
                  <a:pt x="981075" y="1152525"/>
                </a:lnTo>
                <a:close/>
                <a:moveTo>
                  <a:pt x="1647825" y="1133475"/>
                </a:moveTo>
                <a:lnTo>
                  <a:pt x="1657350" y="1133475"/>
                </a:lnTo>
                <a:lnTo>
                  <a:pt x="1657350" y="1143000"/>
                </a:lnTo>
                <a:lnTo>
                  <a:pt x="1647825" y="1143000"/>
                </a:lnTo>
                <a:close/>
                <a:moveTo>
                  <a:pt x="1657350" y="1143000"/>
                </a:moveTo>
                <a:lnTo>
                  <a:pt x="1666875" y="1143000"/>
                </a:lnTo>
                <a:lnTo>
                  <a:pt x="1666875" y="1152525"/>
                </a:lnTo>
                <a:lnTo>
                  <a:pt x="1657350" y="1152525"/>
                </a:lnTo>
                <a:close/>
                <a:moveTo>
                  <a:pt x="209550" y="1152525"/>
                </a:moveTo>
                <a:lnTo>
                  <a:pt x="219075" y="1152525"/>
                </a:lnTo>
                <a:lnTo>
                  <a:pt x="219075" y="1162050"/>
                </a:lnTo>
                <a:lnTo>
                  <a:pt x="209550" y="1162050"/>
                </a:lnTo>
                <a:close/>
                <a:moveTo>
                  <a:pt x="676275" y="1152525"/>
                </a:moveTo>
                <a:lnTo>
                  <a:pt x="685800" y="1152525"/>
                </a:lnTo>
                <a:lnTo>
                  <a:pt x="685800" y="1162050"/>
                </a:lnTo>
                <a:lnTo>
                  <a:pt x="676275" y="1162050"/>
                </a:lnTo>
                <a:close/>
                <a:moveTo>
                  <a:pt x="1666875" y="1152525"/>
                </a:moveTo>
                <a:lnTo>
                  <a:pt x="1676400" y="1152525"/>
                </a:lnTo>
                <a:lnTo>
                  <a:pt x="1676400" y="1171575"/>
                </a:lnTo>
                <a:lnTo>
                  <a:pt x="1685925" y="1171575"/>
                </a:lnTo>
                <a:lnTo>
                  <a:pt x="1685925" y="1181100"/>
                </a:lnTo>
                <a:lnTo>
                  <a:pt x="1666875" y="1181100"/>
                </a:lnTo>
                <a:close/>
                <a:moveTo>
                  <a:pt x="200025" y="1162050"/>
                </a:moveTo>
                <a:lnTo>
                  <a:pt x="209550" y="1162050"/>
                </a:lnTo>
                <a:lnTo>
                  <a:pt x="209550" y="1228725"/>
                </a:lnTo>
                <a:lnTo>
                  <a:pt x="200025" y="1228725"/>
                </a:lnTo>
                <a:close/>
                <a:moveTo>
                  <a:pt x="228600" y="1162050"/>
                </a:moveTo>
                <a:lnTo>
                  <a:pt x="238125" y="1162050"/>
                </a:lnTo>
                <a:lnTo>
                  <a:pt x="238125" y="1171575"/>
                </a:lnTo>
                <a:lnTo>
                  <a:pt x="228600" y="1171575"/>
                </a:lnTo>
                <a:close/>
                <a:moveTo>
                  <a:pt x="933450" y="1219200"/>
                </a:moveTo>
                <a:lnTo>
                  <a:pt x="942975" y="1219200"/>
                </a:lnTo>
                <a:lnTo>
                  <a:pt x="942975" y="1228725"/>
                </a:lnTo>
                <a:lnTo>
                  <a:pt x="933450" y="1228725"/>
                </a:lnTo>
                <a:close/>
                <a:moveTo>
                  <a:pt x="1057275" y="1228725"/>
                </a:moveTo>
                <a:lnTo>
                  <a:pt x="1066800" y="1228725"/>
                </a:lnTo>
                <a:lnTo>
                  <a:pt x="1066800" y="1238250"/>
                </a:lnTo>
                <a:lnTo>
                  <a:pt x="1057275" y="1238250"/>
                </a:lnTo>
                <a:close/>
                <a:moveTo>
                  <a:pt x="1666875" y="1228725"/>
                </a:moveTo>
                <a:lnTo>
                  <a:pt x="1685925" y="1228725"/>
                </a:lnTo>
                <a:lnTo>
                  <a:pt x="1685925" y="1276350"/>
                </a:lnTo>
                <a:lnTo>
                  <a:pt x="1666875" y="1276350"/>
                </a:lnTo>
                <a:close/>
                <a:moveTo>
                  <a:pt x="819150" y="1257300"/>
                </a:moveTo>
                <a:lnTo>
                  <a:pt x="828675" y="1257300"/>
                </a:lnTo>
                <a:lnTo>
                  <a:pt x="828675" y="1266825"/>
                </a:lnTo>
                <a:lnTo>
                  <a:pt x="819150" y="1266825"/>
                </a:lnTo>
                <a:close/>
                <a:moveTo>
                  <a:pt x="1028700" y="1257300"/>
                </a:moveTo>
                <a:lnTo>
                  <a:pt x="1047750" y="1257300"/>
                </a:lnTo>
                <a:lnTo>
                  <a:pt x="1047750" y="1266825"/>
                </a:lnTo>
                <a:lnTo>
                  <a:pt x="1028700" y="1266825"/>
                </a:lnTo>
                <a:close/>
                <a:moveTo>
                  <a:pt x="1485900" y="1257300"/>
                </a:moveTo>
                <a:lnTo>
                  <a:pt x="1524000" y="1257300"/>
                </a:lnTo>
                <a:lnTo>
                  <a:pt x="1524000" y="1266825"/>
                </a:lnTo>
                <a:lnTo>
                  <a:pt x="1485900" y="1266825"/>
                </a:lnTo>
                <a:close/>
                <a:moveTo>
                  <a:pt x="828675" y="1266825"/>
                </a:moveTo>
                <a:lnTo>
                  <a:pt x="838200" y="1266825"/>
                </a:lnTo>
                <a:lnTo>
                  <a:pt x="838200" y="1276350"/>
                </a:lnTo>
                <a:lnTo>
                  <a:pt x="828675" y="1276350"/>
                </a:lnTo>
                <a:close/>
                <a:moveTo>
                  <a:pt x="161925" y="1285875"/>
                </a:moveTo>
                <a:lnTo>
                  <a:pt x="180975" y="1285875"/>
                </a:lnTo>
                <a:lnTo>
                  <a:pt x="180975" y="1533525"/>
                </a:lnTo>
                <a:lnTo>
                  <a:pt x="161925" y="1533525"/>
                </a:lnTo>
                <a:lnTo>
                  <a:pt x="161925" y="1495425"/>
                </a:lnTo>
                <a:lnTo>
                  <a:pt x="152400" y="1495425"/>
                </a:lnTo>
                <a:lnTo>
                  <a:pt x="152400" y="1476375"/>
                </a:lnTo>
                <a:lnTo>
                  <a:pt x="161925" y="1476375"/>
                </a:lnTo>
                <a:lnTo>
                  <a:pt x="161925" y="1419225"/>
                </a:lnTo>
                <a:lnTo>
                  <a:pt x="142875" y="1419225"/>
                </a:lnTo>
                <a:lnTo>
                  <a:pt x="142875" y="1438275"/>
                </a:lnTo>
                <a:lnTo>
                  <a:pt x="123825" y="1438275"/>
                </a:lnTo>
                <a:lnTo>
                  <a:pt x="123825" y="1571625"/>
                </a:lnTo>
                <a:lnTo>
                  <a:pt x="114300" y="1571625"/>
                </a:lnTo>
                <a:lnTo>
                  <a:pt x="114300" y="1352550"/>
                </a:lnTo>
                <a:lnTo>
                  <a:pt x="123825" y="1352550"/>
                </a:lnTo>
                <a:lnTo>
                  <a:pt x="123825" y="1362075"/>
                </a:lnTo>
                <a:lnTo>
                  <a:pt x="133350" y="1362075"/>
                </a:lnTo>
                <a:lnTo>
                  <a:pt x="133350" y="1352550"/>
                </a:lnTo>
                <a:lnTo>
                  <a:pt x="142875" y="1352550"/>
                </a:lnTo>
                <a:lnTo>
                  <a:pt x="142875" y="1390650"/>
                </a:lnTo>
                <a:lnTo>
                  <a:pt x="161925" y="1390650"/>
                </a:lnTo>
                <a:lnTo>
                  <a:pt x="161925" y="1381125"/>
                </a:lnTo>
                <a:lnTo>
                  <a:pt x="152400" y="1381125"/>
                </a:lnTo>
                <a:lnTo>
                  <a:pt x="152400" y="1352550"/>
                </a:lnTo>
                <a:lnTo>
                  <a:pt x="161925" y="1352550"/>
                </a:lnTo>
                <a:close/>
                <a:moveTo>
                  <a:pt x="209550" y="1285875"/>
                </a:moveTo>
                <a:lnTo>
                  <a:pt x="219075" y="1285875"/>
                </a:lnTo>
                <a:lnTo>
                  <a:pt x="219075" y="1323975"/>
                </a:lnTo>
                <a:lnTo>
                  <a:pt x="209550" y="1323975"/>
                </a:lnTo>
                <a:lnTo>
                  <a:pt x="209550" y="1314450"/>
                </a:lnTo>
                <a:lnTo>
                  <a:pt x="200025" y="1314450"/>
                </a:lnTo>
                <a:lnTo>
                  <a:pt x="200025" y="1295400"/>
                </a:lnTo>
                <a:lnTo>
                  <a:pt x="209550" y="1295400"/>
                </a:lnTo>
                <a:close/>
                <a:moveTo>
                  <a:pt x="1666875" y="1304925"/>
                </a:moveTo>
                <a:lnTo>
                  <a:pt x="1685925" y="1304925"/>
                </a:lnTo>
                <a:lnTo>
                  <a:pt x="1685925" y="1314450"/>
                </a:lnTo>
                <a:lnTo>
                  <a:pt x="1676400" y="1314450"/>
                </a:lnTo>
                <a:lnTo>
                  <a:pt x="1676400" y="1323975"/>
                </a:lnTo>
                <a:lnTo>
                  <a:pt x="1666875" y="1323975"/>
                </a:lnTo>
                <a:close/>
                <a:moveTo>
                  <a:pt x="219075" y="1323975"/>
                </a:moveTo>
                <a:lnTo>
                  <a:pt x="228600" y="1323975"/>
                </a:lnTo>
                <a:lnTo>
                  <a:pt x="228600" y="1333500"/>
                </a:lnTo>
                <a:lnTo>
                  <a:pt x="247650" y="1333500"/>
                </a:lnTo>
                <a:lnTo>
                  <a:pt x="247650" y="1343025"/>
                </a:lnTo>
                <a:lnTo>
                  <a:pt x="371475" y="1343025"/>
                </a:lnTo>
                <a:lnTo>
                  <a:pt x="371475" y="1333500"/>
                </a:lnTo>
                <a:lnTo>
                  <a:pt x="628650" y="1333500"/>
                </a:lnTo>
                <a:lnTo>
                  <a:pt x="628650" y="1343025"/>
                </a:lnTo>
                <a:lnTo>
                  <a:pt x="666750" y="1343025"/>
                </a:lnTo>
                <a:lnTo>
                  <a:pt x="666750" y="1333500"/>
                </a:lnTo>
                <a:lnTo>
                  <a:pt x="1657350" y="1333500"/>
                </a:lnTo>
                <a:lnTo>
                  <a:pt x="1657350" y="1323975"/>
                </a:lnTo>
                <a:lnTo>
                  <a:pt x="1666875" y="1323975"/>
                </a:lnTo>
                <a:lnTo>
                  <a:pt x="1666875" y="1333500"/>
                </a:lnTo>
                <a:lnTo>
                  <a:pt x="1657350" y="1333500"/>
                </a:lnTo>
                <a:lnTo>
                  <a:pt x="1657350" y="1352550"/>
                </a:lnTo>
                <a:lnTo>
                  <a:pt x="533400" y="1352550"/>
                </a:lnTo>
                <a:lnTo>
                  <a:pt x="533400" y="1343025"/>
                </a:lnTo>
                <a:lnTo>
                  <a:pt x="514350" y="1343025"/>
                </a:lnTo>
                <a:lnTo>
                  <a:pt x="514350" y="1352550"/>
                </a:lnTo>
                <a:lnTo>
                  <a:pt x="447675" y="1352550"/>
                </a:lnTo>
                <a:lnTo>
                  <a:pt x="447675" y="1343025"/>
                </a:lnTo>
                <a:lnTo>
                  <a:pt x="428625" y="1343025"/>
                </a:lnTo>
                <a:lnTo>
                  <a:pt x="428625" y="1352550"/>
                </a:lnTo>
                <a:lnTo>
                  <a:pt x="228600" y="1352550"/>
                </a:lnTo>
                <a:lnTo>
                  <a:pt x="228600" y="1343025"/>
                </a:lnTo>
                <a:lnTo>
                  <a:pt x="219075" y="1343025"/>
                </a:lnTo>
                <a:close/>
                <a:moveTo>
                  <a:pt x="133350" y="1476375"/>
                </a:moveTo>
                <a:lnTo>
                  <a:pt x="142875" y="1476375"/>
                </a:lnTo>
                <a:lnTo>
                  <a:pt x="142875" y="1504950"/>
                </a:lnTo>
                <a:lnTo>
                  <a:pt x="133350" y="1504950"/>
                </a:lnTo>
                <a:close/>
                <a:moveTo>
                  <a:pt x="238125" y="1495425"/>
                </a:moveTo>
                <a:lnTo>
                  <a:pt x="247650" y="1495425"/>
                </a:lnTo>
                <a:lnTo>
                  <a:pt x="247650" y="1514475"/>
                </a:lnTo>
                <a:lnTo>
                  <a:pt x="228600" y="1514475"/>
                </a:lnTo>
                <a:lnTo>
                  <a:pt x="228600" y="1504950"/>
                </a:lnTo>
                <a:lnTo>
                  <a:pt x="238125" y="1504950"/>
                </a:lnTo>
                <a:close/>
                <a:moveTo>
                  <a:pt x="285750" y="1504950"/>
                </a:moveTo>
                <a:lnTo>
                  <a:pt x="295275" y="1504950"/>
                </a:lnTo>
                <a:lnTo>
                  <a:pt x="295275" y="1514475"/>
                </a:lnTo>
                <a:lnTo>
                  <a:pt x="285750" y="1514475"/>
                </a:lnTo>
                <a:close/>
                <a:moveTo>
                  <a:pt x="314325" y="1504950"/>
                </a:moveTo>
                <a:lnTo>
                  <a:pt x="352425" y="1504950"/>
                </a:lnTo>
                <a:lnTo>
                  <a:pt x="352425" y="1514475"/>
                </a:lnTo>
                <a:lnTo>
                  <a:pt x="314325" y="1514475"/>
                </a:lnTo>
                <a:close/>
                <a:moveTo>
                  <a:pt x="438150" y="1514475"/>
                </a:moveTo>
                <a:lnTo>
                  <a:pt x="447675" y="1514475"/>
                </a:lnTo>
                <a:lnTo>
                  <a:pt x="447675" y="1524000"/>
                </a:lnTo>
                <a:lnTo>
                  <a:pt x="438150" y="1524000"/>
                </a:lnTo>
                <a:close/>
                <a:moveTo>
                  <a:pt x="485775" y="1524000"/>
                </a:moveTo>
                <a:lnTo>
                  <a:pt x="495300" y="1524000"/>
                </a:lnTo>
                <a:lnTo>
                  <a:pt x="495300" y="1533525"/>
                </a:lnTo>
                <a:lnTo>
                  <a:pt x="485775" y="1533525"/>
                </a:lnTo>
                <a:close/>
                <a:moveTo>
                  <a:pt x="371475" y="1533525"/>
                </a:moveTo>
                <a:lnTo>
                  <a:pt x="381000" y="1533525"/>
                </a:lnTo>
                <a:lnTo>
                  <a:pt x="381000" y="1657350"/>
                </a:lnTo>
                <a:lnTo>
                  <a:pt x="371475" y="1657350"/>
                </a:lnTo>
                <a:close/>
                <a:moveTo>
                  <a:pt x="1619250" y="1552575"/>
                </a:moveTo>
                <a:lnTo>
                  <a:pt x="1628775" y="1552575"/>
                </a:lnTo>
                <a:lnTo>
                  <a:pt x="1628775" y="1562100"/>
                </a:lnTo>
                <a:lnTo>
                  <a:pt x="1638300" y="1562100"/>
                </a:lnTo>
                <a:lnTo>
                  <a:pt x="1638300" y="1571625"/>
                </a:lnTo>
                <a:lnTo>
                  <a:pt x="1609725" y="1571625"/>
                </a:lnTo>
                <a:lnTo>
                  <a:pt x="1609725" y="1562100"/>
                </a:lnTo>
                <a:lnTo>
                  <a:pt x="1619250" y="1562100"/>
                </a:lnTo>
                <a:close/>
                <a:moveTo>
                  <a:pt x="1733550" y="1562100"/>
                </a:moveTo>
                <a:lnTo>
                  <a:pt x="1743075" y="1562100"/>
                </a:lnTo>
                <a:lnTo>
                  <a:pt x="1743075" y="1628775"/>
                </a:lnTo>
                <a:lnTo>
                  <a:pt x="1733550" y="1628775"/>
                </a:lnTo>
                <a:close/>
                <a:moveTo>
                  <a:pt x="161925" y="1571625"/>
                </a:moveTo>
                <a:lnTo>
                  <a:pt x="180975" y="1571625"/>
                </a:lnTo>
                <a:lnTo>
                  <a:pt x="180975" y="1762125"/>
                </a:lnTo>
                <a:lnTo>
                  <a:pt x="161925" y="1762125"/>
                </a:lnTo>
                <a:close/>
                <a:moveTo>
                  <a:pt x="1638300" y="1571625"/>
                </a:moveTo>
                <a:lnTo>
                  <a:pt x="1647825" y="1571625"/>
                </a:lnTo>
                <a:lnTo>
                  <a:pt x="1647825" y="1581150"/>
                </a:lnTo>
                <a:lnTo>
                  <a:pt x="1638300" y="1581150"/>
                </a:lnTo>
                <a:close/>
                <a:moveTo>
                  <a:pt x="523875" y="1581150"/>
                </a:moveTo>
                <a:lnTo>
                  <a:pt x="533400" y="1581150"/>
                </a:lnTo>
                <a:lnTo>
                  <a:pt x="533400" y="1590675"/>
                </a:lnTo>
                <a:lnTo>
                  <a:pt x="523875" y="1590675"/>
                </a:lnTo>
                <a:close/>
                <a:moveTo>
                  <a:pt x="1714500" y="1581150"/>
                </a:moveTo>
                <a:lnTo>
                  <a:pt x="1724025" y="1581150"/>
                </a:lnTo>
                <a:lnTo>
                  <a:pt x="1724025" y="1590675"/>
                </a:lnTo>
                <a:lnTo>
                  <a:pt x="1714500" y="1590675"/>
                </a:lnTo>
                <a:close/>
                <a:moveTo>
                  <a:pt x="114300" y="1600200"/>
                </a:moveTo>
                <a:lnTo>
                  <a:pt x="123825" y="1600200"/>
                </a:lnTo>
                <a:lnTo>
                  <a:pt x="123825" y="1609725"/>
                </a:lnTo>
                <a:lnTo>
                  <a:pt x="142875" y="1609725"/>
                </a:lnTo>
                <a:lnTo>
                  <a:pt x="142875" y="1628775"/>
                </a:lnTo>
                <a:lnTo>
                  <a:pt x="123825" y="1628775"/>
                </a:lnTo>
                <a:lnTo>
                  <a:pt x="123825" y="1647825"/>
                </a:lnTo>
                <a:lnTo>
                  <a:pt x="114300" y="1647825"/>
                </a:lnTo>
                <a:close/>
                <a:moveTo>
                  <a:pt x="1714500" y="1600200"/>
                </a:moveTo>
                <a:lnTo>
                  <a:pt x="1724025" y="1600200"/>
                </a:lnTo>
                <a:lnTo>
                  <a:pt x="1724025" y="1628775"/>
                </a:lnTo>
                <a:lnTo>
                  <a:pt x="1714500" y="1628775"/>
                </a:lnTo>
                <a:close/>
                <a:moveTo>
                  <a:pt x="200025" y="1609725"/>
                </a:moveTo>
                <a:lnTo>
                  <a:pt x="209550" y="1609725"/>
                </a:lnTo>
                <a:lnTo>
                  <a:pt x="209550" y="1628775"/>
                </a:lnTo>
                <a:lnTo>
                  <a:pt x="200025" y="1628775"/>
                </a:lnTo>
                <a:close/>
                <a:moveTo>
                  <a:pt x="638175" y="1609725"/>
                </a:moveTo>
                <a:lnTo>
                  <a:pt x="657225" y="1609725"/>
                </a:lnTo>
                <a:lnTo>
                  <a:pt x="657225" y="1619250"/>
                </a:lnTo>
                <a:lnTo>
                  <a:pt x="666750" y="1619250"/>
                </a:lnTo>
                <a:lnTo>
                  <a:pt x="666750" y="1628775"/>
                </a:lnTo>
                <a:lnTo>
                  <a:pt x="742950" y="1628775"/>
                </a:lnTo>
                <a:lnTo>
                  <a:pt x="742950" y="1638300"/>
                </a:lnTo>
                <a:lnTo>
                  <a:pt x="714375" y="1638300"/>
                </a:lnTo>
                <a:lnTo>
                  <a:pt x="714375" y="1647825"/>
                </a:lnTo>
                <a:lnTo>
                  <a:pt x="695325" y="1647825"/>
                </a:lnTo>
                <a:lnTo>
                  <a:pt x="695325" y="1638300"/>
                </a:lnTo>
                <a:lnTo>
                  <a:pt x="657225" y="1638300"/>
                </a:lnTo>
                <a:lnTo>
                  <a:pt x="657225" y="1647825"/>
                </a:lnTo>
                <a:lnTo>
                  <a:pt x="638175" y="1647825"/>
                </a:lnTo>
                <a:lnTo>
                  <a:pt x="638175" y="1638300"/>
                </a:lnTo>
                <a:lnTo>
                  <a:pt x="609600" y="1638300"/>
                </a:lnTo>
                <a:lnTo>
                  <a:pt x="609600" y="1628775"/>
                </a:lnTo>
                <a:lnTo>
                  <a:pt x="638175" y="1628775"/>
                </a:lnTo>
                <a:close/>
                <a:moveTo>
                  <a:pt x="819150" y="1619250"/>
                </a:moveTo>
                <a:lnTo>
                  <a:pt x="828675" y="1619250"/>
                </a:lnTo>
                <a:lnTo>
                  <a:pt x="828675" y="1628775"/>
                </a:lnTo>
                <a:lnTo>
                  <a:pt x="819150" y="1628775"/>
                </a:lnTo>
                <a:close/>
                <a:moveTo>
                  <a:pt x="552450" y="1628775"/>
                </a:moveTo>
                <a:lnTo>
                  <a:pt x="561975" y="1628775"/>
                </a:lnTo>
                <a:lnTo>
                  <a:pt x="561975" y="1638300"/>
                </a:lnTo>
                <a:lnTo>
                  <a:pt x="552450" y="1638300"/>
                </a:lnTo>
                <a:close/>
                <a:moveTo>
                  <a:pt x="762000" y="1628775"/>
                </a:moveTo>
                <a:lnTo>
                  <a:pt x="771525" y="1628775"/>
                </a:lnTo>
                <a:lnTo>
                  <a:pt x="771525" y="1638300"/>
                </a:lnTo>
                <a:lnTo>
                  <a:pt x="762000" y="1638300"/>
                </a:lnTo>
                <a:close/>
                <a:moveTo>
                  <a:pt x="838200" y="1628775"/>
                </a:moveTo>
                <a:lnTo>
                  <a:pt x="885825" y="1628775"/>
                </a:lnTo>
                <a:lnTo>
                  <a:pt x="885825" y="1638300"/>
                </a:lnTo>
                <a:lnTo>
                  <a:pt x="838200" y="1638300"/>
                </a:lnTo>
                <a:close/>
                <a:moveTo>
                  <a:pt x="923925" y="1628775"/>
                </a:moveTo>
                <a:lnTo>
                  <a:pt x="942975" y="1628775"/>
                </a:lnTo>
                <a:lnTo>
                  <a:pt x="942975" y="1638300"/>
                </a:lnTo>
                <a:lnTo>
                  <a:pt x="923925" y="1638300"/>
                </a:lnTo>
                <a:close/>
                <a:moveTo>
                  <a:pt x="971550" y="1628775"/>
                </a:moveTo>
                <a:lnTo>
                  <a:pt x="1000125" y="1628775"/>
                </a:lnTo>
                <a:lnTo>
                  <a:pt x="1000125" y="1638300"/>
                </a:lnTo>
                <a:lnTo>
                  <a:pt x="971550" y="1638300"/>
                </a:lnTo>
                <a:close/>
                <a:moveTo>
                  <a:pt x="1047750" y="1628775"/>
                </a:moveTo>
                <a:lnTo>
                  <a:pt x="1085850" y="1628775"/>
                </a:lnTo>
                <a:lnTo>
                  <a:pt x="1085850" y="1638300"/>
                </a:lnTo>
                <a:lnTo>
                  <a:pt x="1047750" y="1638300"/>
                </a:lnTo>
                <a:close/>
                <a:moveTo>
                  <a:pt x="1104900" y="1628775"/>
                </a:moveTo>
                <a:lnTo>
                  <a:pt x="1114425" y="1628775"/>
                </a:lnTo>
                <a:lnTo>
                  <a:pt x="1114425" y="1638300"/>
                </a:lnTo>
                <a:lnTo>
                  <a:pt x="1104900" y="1638300"/>
                </a:lnTo>
                <a:close/>
                <a:moveTo>
                  <a:pt x="1247775" y="1628775"/>
                </a:moveTo>
                <a:lnTo>
                  <a:pt x="1266825" y="1628775"/>
                </a:lnTo>
                <a:lnTo>
                  <a:pt x="1266825" y="1638300"/>
                </a:lnTo>
                <a:lnTo>
                  <a:pt x="1247775" y="1638300"/>
                </a:lnTo>
                <a:close/>
                <a:moveTo>
                  <a:pt x="1323975" y="1628775"/>
                </a:moveTo>
                <a:lnTo>
                  <a:pt x="1343025" y="1628775"/>
                </a:lnTo>
                <a:lnTo>
                  <a:pt x="1343025" y="1638300"/>
                </a:lnTo>
                <a:lnTo>
                  <a:pt x="1323975" y="1638300"/>
                </a:lnTo>
                <a:close/>
                <a:moveTo>
                  <a:pt x="209550" y="1638300"/>
                </a:moveTo>
                <a:lnTo>
                  <a:pt x="219075" y="1638300"/>
                </a:lnTo>
                <a:lnTo>
                  <a:pt x="219075" y="1657350"/>
                </a:lnTo>
                <a:lnTo>
                  <a:pt x="209550" y="1657350"/>
                </a:lnTo>
                <a:close/>
                <a:moveTo>
                  <a:pt x="533400" y="1638300"/>
                </a:moveTo>
                <a:lnTo>
                  <a:pt x="542925" y="1638300"/>
                </a:lnTo>
                <a:lnTo>
                  <a:pt x="542925" y="1647825"/>
                </a:lnTo>
                <a:lnTo>
                  <a:pt x="533400" y="1647825"/>
                </a:lnTo>
                <a:close/>
                <a:moveTo>
                  <a:pt x="1152525" y="1647825"/>
                </a:moveTo>
                <a:lnTo>
                  <a:pt x="1162050" y="1647825"/>
                </a:lnTo>
                <a:lnTo>
                  <a:pt x="1162050" y="1657350"/>
                </a:lnTo>
                <a:lnTo>
                  <a:pt x="1152525" y="1657350"/>
                </a:lnTo>
                <a:close/>
                <a:moveTo>
                  <a:pt x="1733550" y="1647825"/>
                </a:moveTo>
                <a:lnTo>
                  <a:pt x="1743075" y="1647825"/>
                </a:lnTo>
                <a:lnTo>
                  <a:pt x="1743075" y="1657350"/>
                </a:lnTo>
                <a:lnTo>
                  <a:pt x="1733550" y="1657350"/>
                </a:lnTo>
                <a:close/>
                <a:moveTo>
                  <a:pt x="1828800" y="1647825"/>
                </a:moveTo>
                <a:lnTo>
                  <a:pt x="1838325" y="1647825"/>
                </a:lnTo>
                <a:lnTo>
                  <a:pt x="1838325" y="1762125"/>
                </a:lnTo>
                <a:lnTo>
                  <a:pt x="1828800" y="1762125"/>
                </a:lnTo>
                <a:close/>
                <a:moveTo>
                  <a:pt x="219075" y="1657350"/>
                </a:moveTo>
                <a:lnTo>
                  <a:pt x="228600" y="1657350"/>
                </a:lnTo>
                <a:lnTo>
                  <a:pt x="228600" y="1666875"/>
                </a:lnTo>
                <a:lnTo>
                  <a:pt x="219075" y="1666875"/>
                </a:lnTo>
                <a:close/>
                <a:moveTo>
                  <a:pt x="361950" y="1657350"/>
                </a:moveTo>
                <a:lnTo>
                  <a:pt x="371475" y="1657350"/>
                </a:lnTo>
                <a:lnTo>
                  <a:pt x="371475" y="1666875"/>
                </a:lnTo>
                <a:lnTo>
                  <a:pt x="361950" y="1666875"/>
                </a:lnTo>
                <a:close/>
                <a:moveTo>
                  <a:pt x="228600" y="1666875"/>
                </a:moveTo>
                <a:lnTo>
                  <a:pt x="238125" y="1666875"/>
                </a:lnTo>
                <a:lnTo>
                  <a:pt x="238125" y="1676400"/>
                </a:lnTo>
                <a:lnTo>
                  <a:pt x="228600" y="1676400"/>
                </a:lnTo>
                <a:close/>
                <a:moveTo>
                  <a:pt x="352425" y="1666875"/>
                </a:moveTo>
                <a:lnTo>
                  <a:pt x="361950" y="1666875"/>
                </a:lnTo>
                <a:lnTo>
                  <a:pt x="361950" y="1676400"/>
                </a:lnTo>
                <a:lnTo>
                  <a:pt x="352425" y="1676400"/>
                </a:lnTo>
                <a:close/>
                <a:moveTo>
                  <a:pt x="628650" y="1666875"/>
                </a:moveTo>
                <a:lnTo>
                  <a:pt x="657225" y="1666875"/>
                </a:lnTo>
                <a:lnTo>
                  <a:pt x="657225" y="1676400"/>
                </a:lnTo>
                <a:lnTo>
                  <a:pt x="628650" y="1676400"/>
                </a:lnTo>
                <a:close/>
                <a:moveTo>
                  <a:pt x="895350" y="1666875"/>
                </a:moveTo>
                <a:lnTo>
                  <a:pt x="904875" y="1666875"/>
                </a:lnTo>
                <a:lnTo>
                  <a:pt x="904875" y="1676400"/>
                </a:lnTo>
                <a:lnTo>
                  <a:pt x="895350" y="1676400"/>
                </a:lnTo>
                <a:close/>
                <a:moveTo>
                  <a:pt x="1085850" y="1666875"/>
                </a:moveTo>
                <a:lnTo>
                  <a:pt x="1114425" y="1666875"/>
                </a:lnTo>
                <a:lnTo>
                  <a:pt x="1114425" y="1676400"/>
                </a:lnTo>
                <a:lnTo>
                  <a:pt x="1085850" y="1676400"/>
                </a:lnTo>
                <a:close/>
                <a:moveTo>
                  <a:pt x="247650" y="1676400"/>
                </a:moveTo>
                <a:lnTo>
                  <a:pt x="314325" y="1676400"/>
                </a:lnTo>
                <a:lnTo>
                  <a:pt x="314325" y="1685925"/>
                </a:lnTo>
                <a:lnTo>
                  <a:pt x="247650" y="1685925"/>
                </a:lnTo>
                <a:close/>
                <a:moveTo>
                  <a:pt x="114300" y="1724025"/>
                </a:moveTo>
                <a:lnTo>
                  <a:pt x="123825" y="1724025"/>
                </a:lnTo>
                <a:lnTo>
                  <a:pt x="123825" y="1733550"/>
                </a:lnTo>
                <a:lnTo>
                  <a:pt x="142875" y="1733550"/>
                </a:lnTo>
                <a:lnTo>
                  <a:pt x="142875" y="1752600"/>
                </a:lnTo>
                <a:lnTo>
                  <a:pt x="123825" y="1752600"/>
                </a:lnTo>
                <a:lnTo>
                  <a:pt x="123825" y="1790700"/>
                </a:lnTo>
                <a:lnTo>
                  <a:pt x="114300" y="1790700"/>
                </a:lnTo>
                <a:close/>
                <a:moveTo>
                  <a:pt x="219075" y="1733550"/>
                </a:moveTo>
                <a:lnTo>
                  <a:pt x="257175" y="1733550"/>
                </a:lnTo>
                <a:lnTo>
                  <a:pt x="257175" y="1752600"/>
                </a:lnTo>
                <a:lnTo>
                  <a:pt x="219075" y="1752600"/>
                </a:lnTo>
                <a:close/>
                <a:moveTo>
                  <a:pt x="361950" y="1733550"/>
                </a:moveTo>
                <a:lnTo>
                  <a:pt x="371475" y="1733550"/>
                </a:lnTo>
                <a:lnTo>
                  <a:pt x="371475" y="1752600"/>
                </a:lnTo>
                <a:lnTo>
                  <a:pt x="361950" y="1752600"/>
                </a:lnTo>
                <a:close/>
                <a:moveTo>
                  <a:pt x="476250" y="1733550"/>
                </a:moveTo>
                <a:lnTo>
                  <a:pt x="571500" y="1733550"/>
                </a:lnTo>
                <a:lnTo>
                  <a:pt x="571500" y="1752600"/>
                </a:lnTo>
                <a:lnTo>
                  <a:pt x="476250" y="1752600"/>
                </a:lnTo>
                <a:close/>
                <a:moveTo>
                  <a:pt x="638175" y="1733550"/>
                </a:moveTo>
                <a:lnTo>
                  <a:pt x="647700" y="1733550"/>
                </a:lnTo>
                <a:lnTo>
                  <a:pt x="647700" y="1752600"/>
                </a:lnTo>
                <a:lnTo>
                  <a:pt x="638175" y="1752600"/>
                </a:lnTo>
                <a:close/>
                <a:moveTo>
                  <a:pt x="742950" y="1733550"/>
                </a:moveTo>
                <a:lnTo>
                  <a:pt x="781050" y="1733550"/>
                </a:lnTo>
                <a:lnTo>
                  <a:pt x="781050" y="1752600"/>
                </a:lnTo>
                <a:lnTo>
                  <a:pt x="742950" y="1752600"/>
                </a:lnTo>
                <a:close/>
                <a:moveTo>
                  <a:pt x="857250" y="1733550"/>
                </a:moveTo>
                <a:lnTo>
                  <a:pt x="866775" y="1733550"/>
                </a:lnTo>
                <a:lnTo>
                  <a:pt x="866775" y="1752600"/>
                </a:lnTo>
                <a:lnTo>
                  <a:pt x="857250" y="1752600"/>
                </a:lnTo>
                <a:close/>
                <a:moveTo>
                  <a:pt x="895350" y="1733550"/>
                </a:moveTo>
                <a:lnTo>
                  <a:pt x="914400" y="1733550"/>
                </a:lnTo>
                <a:lnTo>
                  <a:pt x="914400" y="1752600"/>
                </a:lnTo>
                <a:lnTo>
                  <a:pt x="895350" y="1752600"/>
                </a:lnTo>
                <a:close/>
                <a:moveTo>
                  <a:pt x="1095375" y="1733550"/>
                </a:moveTo>
                <a:lnTo>
                  <a:pt x="1114425" y="1733550"/>
                </a:lnTo>
                <a:lnTo>
                  <a:pt x="1114425" y="1752600"/>
                </a:lnTo>
                <a:lnTo>
                  <a:pt x="1095375" y="1752600"/>
                </a:lnTo>
                <a:close/>
                <a:moveTo>
                  <a:pt x="1504950" y="1733550"/>
                </a:moveTo>
                <a:lnTo>
                  <a:pt x="1524000" y="1733550"/>
                </a:lnTo>
                <a:lnTo>
                  <a:pt x="1524000" y="1752600"/>
                </a:lnTo>
                <a:lnTo>
                  <a:pt x="1504950" y="1752600"/>
                </a:lnTo>
                <a:close/>
                <a:moveTo>
                  <a:pt x="1543050" y="1733550"/>
                </a:moveTo>
                <a:lnTo>
                  <a:pt x="1619250" y="1733550"/>
                </a:lnTo>
                <a:lnTo>
                  <a:pt x="1619250" y="1752600"/>
                </a:lnTo>
                <a:lnTo>
                  <a:pt x="1543050" y="1752600"/>
                </a:lnTo>
                <a:close/>
                <a:moveTo>
                  <a:pt x="161925" y="1790700"/>
                </a:moveTo>
                <a:lnTo>
                  <a:pt x="180975" y="1790700"/>
                </a:lnTo>
                <a:lnTo>
                  <a:pt x="180975" y="1800225"/>
                </a:lnTo>
                <a:lnTo>
                  <a:pt x="161925" y="1800225"/>
                </a:lnTo>
                <a:close/>
                <a:moveTo>
                  <a:pt x="161925" y="1819275"/>
                </a:moveTo>
                <a:lnTo>
                  <a:pt x="180975" y="1819275"/>
                </a:lnTo>
                <a:lnTo>
                  <a:pt x="180975" y="1838325"/>
                </a:lnTo>
                <a:lnTo>
                  <a:pt x="161925" y="1838325"/>
                </a:lnTo>
                <a:close/>
                <a:moveTo>
                  <a:pt x="114300" y="1838325"/>
                </a:moveTo>
                <a:lnTo>
                  <a:pt x="123825" y="1838325"/>
                </a:lnTo>
                <a:lnTo>
                  <a:pt x="123825" y="1924050"/>
                </a:lnTo>
                <a:lnTo>
                  <a:pt x="114300" y="1924050"/>
                </a:lnTo>
                <a:close/>
                <a:moveTo>
                  <a:pt x="161925" y="1857375"/>
                </a:moveTo>
                <a:lnTo>
                  <a:pt x="180975" y="1857375"/>
                </a:lnTo>
                <a:lnTo>
                  <a:pt x="180975" y="1885950"/>
                </a:lnTo>
                <a:lnTo>
                  <a:pt x="161925" y="1885950"/>
                </a:lnTo>
                <a:lnTo>
                  <a:pt x="161925" y="1895475"/>
                </a:lnTo>
                <a:lnTo>
                  <a:pt x="152400" y="1895475"/>
                </a:lnTo>
                <a:lnTo>
                  <a:pt x="152400" y="1876425"/>
                </a:lnTo>
                <a:lnTo>
                  <a:pt x="161925" y="1876425"/>
                </a:lnTo>
                <a:close/>
                <a:moveTo>
                  <a:pt x="219075" y="1857375"/>
                </a:moveTo>
                <a:lnTo>
                  <a:pt x="295275" y="1857375"/>
                </a:lnTo>
                <a:lnTo>
                  <a:pt x="295275" y="1876425"/>
                </a:lnTo>
                <a:lnTo>
                  <a:pt x="257175" y="1876425"/>
                </a:lnTo>
                <a:lnTo>
                  <a:pt x="257175" y="1866900"/>
                </a:lnTo>
                <a:lnTo>
                  <a:pt x="219075" y="1866900"/>
                </a:lnTo>
                <a:close/>
                <a:moveTo>
                  <a:pt x="352425" y="1857375"/>
                </a:moveTo>
                <a:lnTo>
                  <a:pt x="361950" y="1857375"/>
                </a:lnTo>
                <a:lnTo>
                  <a:pt x="361950" y="1866900"/>
                </a:lnTo>
                <a:lnTo>
                  <a:pt x="371475" y="1866900"/>
                </a:lnTo>
                <a:lnTo>
                  <a:pt x="371475" y="1895475"/>
                </a:lnTo>
                <a:lnTo>
                  <a:pt x="361950" y="1895475"/>
                </a:lnTo>
                <a:lnTo>
                  <a:pt x="361950" y="1876425"/>
                </a:lnTo>
                <a:lnTo>
                  <a:pt x="352425" y="1876425"/>
                </a:lnTo>
                <a:close/>
                <a:moveTo>
                  <a:pt x="209550" y="1866900"/>
                </a:moveTo>
                <a:lnTo>
                  <a:pt x="219075" y="1866900"/>
                </a:lnTo>
                <a:lnTo>
                  <a:pt x="219075" y="1876425"/>
                </a:lnTo>
                <a:lnTo>
                  <a:pt x="209550" y="1876425"/>
                </a:lnTo>
                <a:close/>
                <a:moveTo>
                  <a:pt x="666750" y="1866900"/>
                </a:moveTo>
                <a:lnTo>
                  <a:pt x="676275" y="1866900"/>
                </a:lnTo>
                <a:lnTo>
                  <a:pt x="676275" y="1876425"/>
                </a:lnTo>
                <a:lnTo>
                  <a:pt x="666750" y="1876425"/>
                </a:lnTo>
                <a:close/>
                <a:moveTo>
                  <a:pt x="1828800" y="1866900"/>
                </a:moveTo>
                <a:lnTo>
                  <a:pt x="1838325" y="1866900"/>
                </a:lnTo>
                <a:lnTo>
                  <a:pt x="1838325" y="1885950"/>
                </a:lnTo>
                <a:lnTo>
                  <a:pt x="1828800" y="1885950"/>
                </a:lnTo>
                <a:close/>
                <a:moveTo>
                  <a:pt x="133350" y="1876425"/>
                </a:moveTo>
                <a:lnTo>
                  <a:pt x="142875" y="1876425"/>
                </a:lnTo>
                <a:lnTo>
                  <a:pt x="142875" y="1895475"/>
                </a:lnTo>
                <a:lnTo>
                  <a:pt x="133350" y="1895475"/>
                </a:lnTo>
                <a:close/>
                <a:moveTo>
                  <a:pt x="295275" y="1876425"/>
                </a:moveTo>
                <a:lnTo>
                  <a:pt x="314325" y="1876425"/>
                </a:lnTo>
                <a:lnTo>
                  <a:pt x="314325" y="1885950"/>
                </a:lnTo>
                <a:lnTo>
                  <a:pt x="295275" y="1885950"/>
                </a:lnTo>
                <a:close/>
                <a:moveTo>
                  <a:pt x="476250" y="1876425"/>
                </a:moveTo>
                <a:lnTo>
                  <a:pt x="504825" y="1876425"/>
                </a:lnTo>
                <a:lnTo>
                  <a:pt x="504825" y="1885950"/>
                </a:lnTo>
                <a:lnTo>
                  <a:pt x="476250" y="1885950"/>
                </a:lnTo>
                <a:close/>
                <a:moveTo>
                  <a:pt x="571500" y="1876425"/>
                </a:moveTo>
                <a:lnTo>
                  <a:pt x="581025" y="1876425"/>
                </a:lnTo>
                <a:lnTo>
                  <a:pt x="581025" y="1885950"/>
                </a:lnTo>
                <a:lnTo>
                  <a:pt x="571500" y="1885950"/>
                </a:lnTo>
                <a:close/>
                <a:moveTo>
                  <a:pt x="657225" y="1876425"/>
                </a:moveTo>
                <a:lnTo>
                  <a:pt x="666750" y="1876425"/>
                </a:lnTo>
                <a:lnTo>
                  <a:pt x="666750" y="1885950"/>
                </a:lnTo>
                <a:lnTo>
                  <a:pt x="657225" y="1885950"/>
                </a:lnTo>
                <a:close/>
                <a:moveTo>
                  <a:pt x="695325" y="1876425"/>
                </a:moveTo>
                <a:lnTo>
                  <a:pt x="714375" y="1876425"/>
                </a:lnTo>
                <a:lnTo>
                  <a:pt x="714375" y="1885950"/>
                </a:lnTo>
                <a:lnTo>
                  <a:pt x="695325" y="1885950"/>
                </a:lnTo>
                <a:close/>
                <a:moveTo>
                  <a:pt x="733425" y="1876425"/>
                </a:moveTo>
                <a:lnTo>
                  <a:pt x="752475" y="1876425"/>
                </a:lnTo>
                <a:lnTo>
                  <a:pt x="752475" y="1885950"/>
                </a:lnTo>
                <a:lnTo>
                  <a:pt x="733425" y="1885950"/>
                </a:lnTo>
                <a:close/>
                <a:moveTo>
                  <a:pt x="800100" y="1876425"/>
                </a:moveTo>
                <a:lnTo>
                  <a:pt x="819150" y="1876425"/>
                </a:lnTo>
                <a:lnTo>
                  <a:pt x="819150" y="1885950"/>
                </a:lnTo>
                <a:lnTo>
                  <a:pt x="800100" y="1885950"/>
                </a:lnTo>
                <a:close/>
                <a:moveTo>
                  <a:pt x="209550" y="1895475"/>
                </a:moveTo>
                <a:lnTo>
                  <a:pt x="219075" y="1895475"/>
                </a:lnTo>
                <a:lnTo>
                  <a:pt x="219075" y="1905000"/>
                </a:lnTo>
                <a:lnTo>
                  <a:pt x="228600" y="1905000"/>
                </a:lnTo>
                <a:lnTo>
                  <a:pt x="228600" y="1895475"/>
                </a:lnTo>
                <a:lnTo>
                  <a:pt x="238125" y="1895475"/>
                </a:lnTo>
                <a:lnTo>
                  <a:pt x="238125" y="1971675"/>
                </a:lnTo>
                <a:lnTo>
                  <a:pt x="228600" y="1971675"/>
                </a:lnTo>
                <a:lnTo>
                  <a:pt x="228600" y="1981200"/>
                </a:lnTo>
                <a:lnTo>
                  <a:pt x="209550" y="1981200"/>
                </a:lnTo>
                <a:close/>
                <a:moveTo>
                  <a:pt x="371475" y="1895475"/>
                </a:moveTo>
                <a:lnTo>
                  <a:pt x="381000" y="1895475"/>
                </a:lnTo>
                <a:lnTo>
                  <a:pt x="381000" y="2019300"/>
                </a:lnTo>
                <a:lnTo>
                  <a:pt x="371475" y="2019300"/>
                </a:lnTo>
                <a:close/>
                <a:moveTo>
                  <a:pt x="419100" y="1895475"/>
                </a:moveTo>
                <a:lnTo>
                  <a:pt x="428625" y="1895475"/>
                </a:lnTo>
                <a:lnTo>
                  <a:pt x="428625" y="1905000"/>
                </a:lnTo>
                <a:lnTo>
                  <a:pt x="419100" y="1905000"/>
                </a:lnTo>
                <a:close/>
                <a:moveTo>
                  <a:pt x="819150" y="1895475"/>
                </a:moveTo>
                <a:lnTo>
                  <a:pt x="828675" y="1895475"/>
                </a:lnTo>
                <a:lnTo>
                  <a:pt x="828675" y="1905000"/>
                </a:lnTo>
                <a:lnTo>
                  <a:pt x="819150" y="1905000"/>
                </a:lnTo>
                <a:close/>
                <a:moveTo>
                  <a:pt x="161925" y="1905000"/>
                </a:moveTo>
                <a:lnTo>
                  <a:pt x="180975" y="1905000"/>
                </a:lnTo>
                <a:lnTo>
                  <a:pt x="180975" y="2314575"/>
                </a:lnTo>
                <a:lnTo>
                  <a:pt x="161925" y="2314575"/>
                </a:lnTo>
                <a:close/>
                <a:moveTo>
                  <a:pt x="466725" y="1914525"/>
                </a:moveTo>
                <a:lnTo>
                  <a:pt x="476250" y="1914525"/>
                </a:lnTo>
                <a:lnTo>
                  <a:pt x="476250" y="1924050"/>
                </a:lnTo>
                <a:lnTo>
                  <a:pt x="466725" y="1924050"/>
                </a:lnTo>
                <a:close/>
                <a:moveTo>
                  <a:pt x="819150" y="1914525"/>
                </a:moveTo>
                <a:lnTo>
                  <a:pt x="828675" y="1914525"/>
                </a:lnTo>
                <a:lnTo>
                  <a:pt x="828675" y="1924050"/>
                </a:lnTo>
                <a:lnTo>
                  <a:pt x="819150" y="1924050"/>
                </a:lnTo>
                <a:close/>
                <a:moveTo>
                  <a:pt x="1619250" y="1914525"/>
                </a:moveTo>
                <a:lnTo>
                  <a:pt x="1628775" y="1914525"/>
                </a:lnTo>
                <a:lnTo>
                  <a:pt x="1628775" y="1924050"/>
                </a:lnTo>
                <a:lnTo>
                  <a:pt x="1619250" y="1924050"/>
                </a:lnTo>
                <a:close/>
                <a:moveTo>
                  <a:pt x="438150" y="1924050"/>
                </a:moveTo>
                <a:lnTo>
                  <a:pt x="447675" y="1924050"/>
                </a:lnTo>
                <a:lnTo>
                  <a:pt x="447675" y="1933575"/>
                </a:lnTo>
                <a:lnTo>
                  <a:pt x="438150" y="1933575"/>
                </a:lnTo>
                <a:close/>
                <a:moveTo>
                  <a:pt x="514350" y="1924050"/>
                </a:moveTo>
                <a:lnTo>
                  <a:pt x="523875" y="1924050"/>
                </a:lnTo>
                <a:lnTo>
                  <a:pt x="523875" y="1933575"/>
                </a:lnTo>
                <a:lnTo>
                  <a:pt x="514350" y="1933575"/>
                </a:lnTo>
                <a:close/>
                <a:moveTo>
                  <a:pt x="552450" y="1924050"/>
                </a:moveTo>
                <a:lnTo>
                  <a:pt x="561975" y="1924050"/>
                </a:lnTo>
                <a:lnTo>
                  <a:pt x="561975" y="1933575"/>
                </a:lnTo>
                <a:lnTo>
                  <a:pt x="552450" y="1933575"/>
                </a:lnTo>
                <a:close/>
                <a:moveTo>
                  <a:pt x="733425" y="1924050"/>
                </a:moveTo>
                <a:lnTo>
                  <a:pt x="762000" y="1924050"/>
                </a:lnTo>
                <a:lnTo>
                  <a:pt x="762000" y="1933575"/>
                </a:lnTo>
                <a:lnTo>
                  <a:pt x="733425" y="1933575"/>
                </a:lnTo>
                <a:close/>
                <a:moveTo>
                  <a:pt x="809625" y="1924050"/>
                </a:moveTo>
                <a:lnTo>
                  <a:pt x="819150" y="1924050"/>
                </a:lnTo>
                <a:lnTo>
                  <a:pt x="819150" y="1933575"/>
                </a:lnTo>
                <a:lnTo>
                  <a:pt x="809625" y="1933575"/>
                </a:lnTo>
                <a:close/>
                <a:moveTo>
                  <a:pt x="1619250" y="1933575"/>
                </a:moveTo>
                <a:lnTo>
                  <a:pt x="1628775" y="1933575"/>
                </a:lnTo>
                <a:lnTo>
                  <a:pt x="1628775" y="1943100"/>
                </a:lnTo>
                <a:lnTo>
                  <a:pt x="1619250" y="1943100"/>
                </a:lnTo>
                <a:close/>
                <a:moveTo>
                  <a:pt x="114300" y="1943100"/>
                </a:moveTo>
                <a:lnTo>
                  <a:pt x="123825" y="1943100"/>
                </a:lnTo>
                <a:lnTo>
                  <a:pt x="123825" y="1962150"/>
                </a:lnTo>
                <a:lnTo>
                  <a:pt x="114300" y="1962150"/>
                </a:lnTo>
                <a:close/>
                <a:moveTo>
                  <a:pt x="1609725" y="1962150"/>
                </a:moveTo>
                <a:lnTo>
                  <a:pt x="1619250" y="1962150"/>
                </a:lnTo>
                <a:lnTo>
                  <a:pt x="1619250" y="1971675"/>
                </a:lnTo>
                <a:lnTo>
                  <a:pt x="1609725" y="1971675"/>
                </a:lnTo>
                <a:close/>
                <a:moveTo>
                  <a:pt x="447675" y="1971675"/>
                </a:moveTo>
                <a:lnTo>
                  <a:pt x="466725" y="1971675"/>
                </a:lnTo>
                <a:lnTo>
                  <a:pt x="466725" y="1981200"/>
                </a:lnTo>
                <a:lnTo>
                  <a:pt x="447675" y="1981200"/>
                </a:lnTo>
                <a:close/>
                <a:moveTo>
                  <a:pt x="1619250" y="1971675"/>
                </a:moveTo>
                <a:lnTo>
                  <a:pt x="1628775" y="1971675"/>
                </a:lnTo>
                <a:lnTo>
                  <a:pt x="1628775" y="1981200"/>
                </a:lnTo>
                <a:lnTo>
                  <a:pt x="1619250" y="1981200"/>
                </a:lnTo>
                <a:close/>
                <a:moveTo>
                  <a:pt x="495300" y="1981200"/>
                </a:moveTo>
                <a:lnTo>
                  <a:pt x="523875" y="1981200"/>
                </a:lnTo>
                <a:lnTo>
                  <a:pt x="523875" y="1990725"/>
                </a:lnTo>
                <a:lnTo>
                  <a:pt x="495300" y="1990725"/>
                </a:lnTo>
                <a:close/>
                <a:moveTo>
                  <a:pt x="571500" y="1981200"/>
                </a:moveTo>
                <a:lnTo>
                  <a:pt x="609600" y="1981200"/>
                </a:lnTo>
                <a:lnTo>
                  <a:pt x="609600" y="1990725"/>
                </a:lnTo>
                <a:lnTo>
                  <a:pt x="571500" y="1990725"/>
                </a:lnTo>
                <a:close/>
                <a:moveTo>
                  <a:pt x="638175" y="1981200"/>
                </a:moveTo>
                <a:lnTo>
                  <a:pt x="647700" y="1981200"/>
                </a:lnTo>
                <a:lnTo>
                  <a:pt x="647700" y="1990725"/>
                </a:lnTo>
                <a:lnTo>
                  <a:pt x="638175" y="1990725"/>
                </a:lnTo>
                <a:close/>
                <a:moveTo>
                  <a:pt x="723900" y="1981200"/>
                </a:moveTo>
                <a:lnTo>
                  <a:pt x="752475" y="1981200"/>
                </a:lnTo>
                <a:lnTo>
                  <a:pt x="752475" y="1990725"/>
                </a:lnTo>
                <a:lnTo>
                  <a:pt x="723900" y="1990725"/>
                </a:lnTo>
                <a:close/>
                <a:moveTo>
                  <a:pt x="781050" y="1981200"/>
                </a:moveTo>
                <a:lnTo>
                  <a:pt x="790575" y="1981200"/>
                </a:lnTo>
                <a:lnTo>
                  <a:pt x="790575" y="1990725"/>
                </a:lnTo>
                <a:lnTo>
                  <a:pt x="781050" y="1990725"/>
                </a:lnTo>
                <a:close/>
                <a:moveTo>
                  <a:pt x="866775" y="1981200"/>
                </a:moveTo>
                <a:lnTo>
                  <a:pt x="876300" y="1981200"/>
                </a:lnTo>
                <a:lnTo>
                  <a:pt x="876300" y="1990725"/>
                </a:lnTo>
                <a:lnTo>
                  <a:pt x="866775" y="1990725"/>
                </a:lnTo>
                <a:close/>
                <a:moveTo>
                  <a:pt x="914400" y="1981200"/>
                </a:moveTo>
                <a:lnTo>
                  <a:pt x="923925" y="1981200"/>
                </a:lnTo>
                <a:lnTo>
                  <a:pt x="923925" y="1990725"/>
                </a:lnTo>
                <a:lnTo>
                  <a:pt x="914400" y="1990725"/>
                </a:lnTo>
                <a:close/>
                <a:moveTo>
                  <a:pt x="952500" y="1981200"/>
                </a:moveTo>
                <a:lnTo>
                  <a:pt x="962025" y="1981200"/>
                </a:lnTo>
                <a:lnTo>
                  <a:pt x="962025" y="1990725"/>
                </a:lnTo>
                <a:lnTo>
                  <a:pt x="952500" y="1990725"/>
                </a:lnTo>
                <a:close/>
                <a:moveTo>
                  <a:pt x="990600" y="1981200"/>
                </a:moveTo>
                <a:lnTo>
                  <a:pt x="1000125" y="1981200"/>
                </a:lnTo>
                <a:lnTo>
                  <a:pt x="1000125" y="1990725"/>
                </a:lnTo>
                <a:lnTo>
                  <a:pt x="990600" y="1990725"/>
                </a:lnTo>
                <a:close/>
                <a:moveTo>
                  <a:pt x="1028700" y="1981200"/>
                </a:moveTo>
                <a:lnTo>
                  <a:pt x="1038225" y="1981200"/>
                </a:lnTo>
                <a:lnTo>
                  <a:pt x="1038225" y="1990725"/>
                </a:lnTo>
                <a:lnTo>
                  <a:pt x="1028700" y="1990725"/>
                </a:lnTo>
                <a:close/>
                <a:moveTo>
                  <a:pt x="1047750" y="1981200"/>
                </a:moveTo>
                <a:lnTo>
                  <a:pt x="1057275" y="1981200"/>
                </a:lnTo>
                <a:lnTo>
                  <a:pt x="1057275" y="1990725"/>
                </a:lnTo>
                <a:lnTo>
                  <a:pt x="1047750" y="1990725"/>
                </a:lnTo>
                <a:close/>
                <a:moveTo>
                  <a:pt x="1076325" y="1981200"/>
                </a:moveTo>
                <a:lnTo>
                  <a:pt x="1181100" y="1981200"/>
                </a:lnTo>
                <a:lnTo>
                  <a:pt x="1181100" y="1990725"/>
                </a:lnTo>
                <a:lnTo>
                  <a:pt x="1076325" y="1990725"/>
                </a:lnTo>
                <a:close/>
                <a:moveTo>
                  <a:pt x="1200150" y="1981200"/>
                </a:moveTo>
                <a:lnTo>
                  <a:pt x="1209675" y="1981200"/>
                </a:lnTo>
                <a:lnTo>
                  <a:pt x="1209675" y="1990725"/>
                </a:lnTo>
                <a:lnTo>
                  <a:pt x="1200150" y="1990725"/>
                </a:lnTo>
                <a:close/>
                <a:moveTo>
                  <a:pt x="200025" y="1990725"/>
                </a:moveTo>
                <a:lnTo>
                  <a:pt x="209550" y="1990725"/>
                </a:lnTo>
                <a:lnTo>
                  <a:pt x="209550" y="2009775"/>
                </a:lnTo>
                <a:lnTo>
                  <a:pt x="200025" y="2009775"/>
                </a:lnTo>
                <a:close/>
                <a:moveTo>
                  <a:pt x="676275" y="1990725"/>
                </a:moveTo>
                <a:lnTo>
                  <a:pt x="685800" y="1990725"/>
                </a:lnTo>
                <a:lnTo>
                  <a:pt x="685800" y="2000250"/>
                </a:lnTo>
                <a:lnTo>
                  <a:pt x="676275" y="2000250"/>
                </a:lnTo>
                <a:close/>
                <a:moveTo>
                  <a:pt x="962025" y="1990725"/>
                </a:moveTo>
                <a:lnTo>
                  <a:pt x="990600" y="1990725"/>
                </a:lnTo>
                <a:lnTo>
                  <a:pt x="990600" y="2000250"/>
                </a:lnTo>
                <a:lnTo>
                  <a:pt x="962025" y="2000250"/>
                </a:lnTo>
                <a:close/>
                <a:moveTo>
                  <a:pt x="1066800" y="1990725"/>
                </a:moveTo>
                <a:lnTo>
                  <a:pt x="1076325" y="1990725"/>
                </a:lnTo>
                <a:lnTo>
                  <a:pt x="1076325" y="2000250"/>
                </a:lnTo>
                <a:lnTo>
                  <a:pt x="1066800" y="2000250"/>
                </a:lnTo>
                <a:close/>
                <a:moveTo>
                  <a:pt x="1257300" y="2000250"/>
                </a:moveTo>
                <a:lnTo>
                  <a:pt x="1266825" y="2000250"/>
                </a:lnTo>
                <a:lnTo>
                  <a:pt x="1266825" y="2019300"/>
                </a:lnTo>
                <a:lnTo>
                  <a:pt x="1257300" y="2019300"/>
                </a:lnTo>
                <a:close/>
                <a:moveTo>
                  <a:pt x="209550" y="2009775"/>
                </a:moveTo>
                <a:lnTo>
                  <a:pt x="219075" y="2009775"/>
                </a:lnTo>
                <a:lnTo>
                  <a:pt x="219075" y="2019300"/>
                </a:lnTo>
                <a:lnTo>
                  <a:pt x="209550" y="2019300"/>
                </a:lnTo>
                <a:close/>
                <a:moveTo>
                  <a:pt x="238125" y="2009775"/>
                </a:moveTo>
                <a:lnTo>
                  <a:pt x="323850" y="2009775"/>
                </a:lnTo>
                <a:lnTo>
                  <a:pt x="323850" y="2019300"/>
                </a:lnTo>
                <a:lnTo>
                  <a:pt x="342900" y="2019300"/>
                </a:lnTo>
                <a:lnTo>
                  <a:pt x="342900" y="2028825"/>
                </a:lnTo>
                <a:lnTo>
                  <a:pt x="228600" y="2028825"/>
                </a:lnTo>
                <a:lnTo>
                  <a:pt x="228600" y="2019300"/>
                </a:lnTo>
                <a:lnTo>
                  <a:pt x="238125" y="2019300"/>
                </a:lnTo>
                <a:close/>
                <a:moveTo>
                  <a:pt x="1057275" y="2009775"/>
                </a:moveTo>
                <a:lnTo>
                  <a:pt x="1076325" y="2009775"/>
                </a:lnTo>
                <a:lnTo>
                  <a:pt x="1076325" y="2019300"/>
                </a:lnTo>
                <a:lnTo>
                  <a:pt x="1057275" y="2019300"/>
                </a:lnTo>
                <a:close/>
                <a:moveTo>
                  <a:pt x="361950" y="2019300"/>
                </a:moveTo>
                <a:lnTo>
                  <a:pt x="371475" y="2019300"/>
                </a:lnTo>
                <a:lnTo>
                  <a:pt x="371475" y="2028825"/>
                </a:lnTo>
                <a:lnTo>
                  <a:pt x="361950" y="2028825"/>
                </a:lnTo>
                <a:close/>
                <a:moveTo>
                  <a:pt x="523875" y="2019300"/>
                </a:moveTo>
                <a:lnTo>
                  <a:pt x="561975" y="2019300"/>
                </a:lnTo>
                <a:lnTo>
                  <a:pt x="561975" y="2028825"/>
                </a:lnTo>
                <a:lnTo>
                  <a:pt x="523875" y="2028825"/>
                </a:lnTo>
                <a:close/>
                <a:moveTo>
                  <a:pt x="581025" y="2019300"/>
                </a:moveTo>
                <a:lnTo>
                  <a:pt x="619125" y="2019300"/>
                </a:lnTo>
                <a:lnTo>
                  <a:pt x="619125" y="2028825"/>
                </a:lnTo>
                <a:lnTo>
                  <a:pt x="581025" y="2028825"/>
                </a:lnTo>
                <a:close/>
                <a:moveTo>
                  <a:pt x="704850" y="2019300"/>
                </a:moveTo>
                <a:lnTo>
                  <a:pt x="733425" y="2019300"/>
                </a:lnTo>
                <a:lnTo>
                  <a:pt x="733425" y="2028825"/>
                </a:lnTo>
                <a:lnTo>
                  <a:pt x="704850" y="2028825"/>
                </a:lnTo>
                <a:close/>
                <a:moveTo>
                  <a:pt x="828675" y="2019300"/>
                </a:moveTo>
                <a:lnTo>
                  <a:pt x="847725" y="2019300"/>
                </a:lnTo>
                <a:lnTo>
                  <a:pt x="847725" y="2028825"/>
                </a:lnTo>
                <a:lnTo>
                  <a:pt x="828675" y="2028825"/>
                </a:lnTo>
                <a:close/>
                <a:moveTo>
                  <a:pt x="895350" y="2019300"/>
                </a:moveTo>
                <a:lnTo>
                  <a:pt x="923925" y="2019300"/>
                </a:lnTo>
                <a:lnTo>
                  <a:pt x="923925" y="2028825"/>
                </a:lnTo>
                <a:lnTo>
                  <a:pt x="895350" y="2028825"/>
                </a:lnTo>
                <a:close/>
                <a:moveTo>
                  <a:pt x="1076325" y="2019300"/>
                </a:moveTo>
                <a:lnTo>
                  <a:pt x="1095375" y="2019300"/>
                </a:lnTo>
                <a:lnTo>
                  <a:pt x="1095375" y="2028825"/>
                </a:lnTo>
                <a:lnTo>
                  <a:pt x="1076325" y="2028825"/>
                </a:lnTo>
                <a:close/>
                <a:moveTo>
                  <a:pt x="1219200" y="2019300"/>
                </a:moveTo>
                <a:lnTo>
                  <a:pt x="1238250" y="2019300"/>
                </a:lnTo>
                <a:lnTo>
                  <a:pt x="1238250" y="2028825"/>
                </a:lnTo>
                <a:lnTo>
                  <a:pt x="1219200" y="2028825"/>
                </a:lnTo>
                <a:close/>
                <a:moveTo>
                  <a:pt x="1247775" y="2019300"/>
                </a:moveTo>
                <a:lnTo>
                  <a:pt x="1257300" y="2019300"/>
                </a:lnTo>
                <a:lnTo>
                  <a:pt x="1257300" y="2028825"/>
                </a:lnTo>
                <a:lnTo>
                  <a:pt x="1247775" y="2028825"/>
                </a:lnTo>
                <a:close/>
                <a:moveTo>
                  <a:pt x="685800" y="2028825"/>
                </a:moveTo>
                <a:lnTo>
                  <a:pt x="695325" y="2028825"/>
                </a:lnTo>
                <a:lnTo>
                  <a:pt x="695325" y="2038350"/>
                </a:lnTo>
                <a:lnTo>
                  <a:pt x="685800" y="2038350"/>
                </a:lnTo>
                <a:close/>
                <a:moveTo>
                  <a:pt x="238125" y="2085975"/>
                </a:moveTo>
                <a:lnTo>
                  <a:pt x="247650" y="2085975"/>
                </a:lnTo>
                <a:lnTo>
                  <a:pt x="247650" y="2095500"/>
                </a:lnTo>
                <a:lnTo>
                  <a:pt x="257175" y="2095500"/>
                </a:lnTo>
                <a:lnTo>
                  <a:pt x="257175" y="2085975"/>
                </a:lnTo>
                <a:lnTo>
                  <a:pt x="285750" y="2085975"/>
                </a:lnTo>
                <a:lnTo>
                  <a:pt x="285750" y="2095500"/>
                </a:lnTo>
                <a:lnTo>
                  <a:pt x="295275" y="2095500"/>
                </a:lnTo>
                <a:lnTo>
                  <a:pt x="295275" y="2105025"/>
                </a:lnTo>
                <a:lnTo>
                  <a:pt x="219075" y="2105025"/>
                </a:lnTo>
                <a:lnTo>
                  <a:pt x="219075" y="2095500"/>
                </a:lnTo>
                <a:lnTo>
                  <a:pt x="238125" y="2095500"/>
                </a:lnTo>
                <a:close/>
                <a:moveTo>
                  <a:pt x="314325" y="2085975"/>
                </a:moveTo>
                <a:lnTo>
                  <a:pt x="466725" y="2085975"/>
                </a:lnTo>
                <a:lnTo>
                  <a:pt x="466725" y="2105025"/>
                </a:lnTo>
                <a:lnTo>
                  <a:pt x="314325" y="2105025"/>
                </a:lnTo>
                <a:close/>
                <a:moveTo>
                  <a:pt x="495300" y="2085975"/>
                </a:moveTo>
                <a:lnTo>
                  <a:pt x="523875" y="2085975"/>
                </a:lnTo>
                <a:lnTo>
                  <a:pt x="523875" y="2105025"/>
                </a:lnTo>
                <a:lnTo>
                  <a:pt x="485775" y="2105025"/>
                </a:lnTo>
                <a:lnTo>
                  <a:pt x="485775" y="2095500"/>
                </a:lnTo>
                <a:lnTo>
                  <a:pt x="495300" y="2095500"/>
                </a:lnTo>
                <a:close/>
                <a:moveTo>
                  <a:pt x="542925" y="2085975"/>
                </a:moveTo>
                <a:lnTo>
                  <a:pt x="561975" y="2085975"/>
                </a:lnTo>
                <a:lnTo>
                  <a:pt x="561975" y="2105025"/>
                </a:lnTo>
                <a:lnTo>
                  <a:pt x="542925" y="2105025"/>
                </a:lnTo>
                <a:close/>
                <a:moveTo>
                  <a:pt x="685800" y="2085975"/>
                </a:moveTo>
                <a:lnTo>
                  <a:pt x="695325" y="2085975"/>
                </a:lnTo>
                <a:lnTo>
                  <a:pt x="695325" y="2105025"/>
                </a:lnTo>
                <a:lnTo>
                  <a:pt x="666750" y="2105025"/>
                </a:lnTo>
                <a:lnTo>
                  <a:pt x="666750" y="2095500"/>
                </a:lnTo>
                <a:lnTo>
                  <a:pt x="685800" y="2095500"/>
                </a:lnTo>
                <a:close/>
                <a:moveTo>
                  <a:pt x="847725" y="2085975"/>
                </a:moveTo>
                <a:lnTo>
                  <a:pt x="866775" y="2085975"/>
                </a:lnTo>
                <a:lnTo>
                  <a:pt x="866775" y="2105025"/>
                </a:lnTo>
                <a:lnTo>
                  <a:pt x="847725" y="2105025"/>
                </a:lnTo>
                <a:close/>
                <a:moveTo>
                  <a:pt x="923925" y="2085975"/>
                </a:moveTo>
                <a:lnTo>
                  <a:pt x="971550" y="2085975"/>
                </a:lnTo>
                <a:lnTo>
                  <a:pt x="971550" y="2105025"/>
                </a:lnTo>
                <a:lnTo>
                  <a:pt x="923925" y="2105025"/>
                </a:lnTo>
                <a:close/>
                <a:moveTo>
                  <a:pt x="990600" y="2085975"/>
                </a:moveTo>
                <a:lnTo>
                  <a:pt x="1000125" y="2085975"/>
                </a:lnTo>
                <a:lnTo>
                  <a:pt x="1000125" y="2105025"/>
                </a:lnTo>
                <a:lnTo>
                  <a:pt x="990600" y="2105025"/>
                </a:lnTo>
                <a:close/>
                <a:moveTo>
                  <a:pt x="1009650" y="2085975"/>
                </a:moveTo>
                <a:lnTo>
                  <a:pt x="1123950" y="2085975"/>
                </a:lnTo>
                <a:lnTo>
                  <a:pt x="1123950" y="2105025"/>
                </a:lnTo>
                <a:lnTo>
                  <a:pt x="1009650" y="2105025"/>
                </a:lnTo>
                <a:close/>
                <a:moveTo>
                  <a:pt x="1400175" y="2085975"/>
                </a:moveTo>
                <a:lnTo>
                  <a:pt x="1457325" y="2085975"/>
                </a:lnTo>
                <a:lnTo>
                  <a:pt x="1457325" y="2095500"/>
                </a:lnTo>
                <a:lnTo>
                  <a:pt x="1466850" y="2095500"/>
                </a:lnTo>
                <a:lnTo>
                  <a:pt x="1466850" y="2105025"/>
                </a:lnTo>
                <a:lnTo>
                  <a:pt x="1400175" y="2105025"/>
                </a:lnTo>
                <a:close/>
                <a:moveTo>
                  <a:pt x="1485900" y="2085975"/>
                </a:moveTo>
                <a:lnTo>
                  <a:pt x="1514475" y="2085975"/>
                </a:lnTo>
                <a:lnTo>
                  <a:pt x="1514475" y="2105025"/>
                </a:lnTo>
                <a:lnTo>
                  <a:pt x="1485900" y="2105025"/>
                </a:lnTo>
                <a:close/>
                <a:moveTo>
                  <a:pt x="800100" y="2095500"/>
                </a:moveTo>
                <a:lnTo>
                  <a:pt x="809625" y="2095500"/>
                </a:lnTo>
                <a:lnTo>
                  <a:pt x="809625" y="2105025"/>
                </a:lnTo>
                <a:lnTo>
                  <a:pt x="800100" y="2105025"/>
                </a:lnTo>
                <a:close/>
                <a:moveTo>
                  <a:pt x="228600" y="2209800"/>
                </a:moveTo>
                <a:lnTo>
                  <a:pt x="247650" y="2209800"/>
                </a:lnTo>
                <a:lnTo>
                  <a:pt x="247650" y="2219325"/>
                </a:lnTo>
                <a:lnTo>
                  <a:pt x="228600" y="2219325"/>
                </a:lnTo>
                <a:close/>
                <a:moveTo>
                  <a:pt x="352425" y="2209800"/>
                </a:moveTo>
                <a:lnTo>
                  <a:pt x="361950" y="2209800"/>
                </a:lnTo>
                <a:lnTo>
                  <a:pt x="361950" y="2219325"/>
                </a:lnTo>
                <a:lnTo>
                  <a:pt x="352425" y="2219325"/>
                </a:lnTo>
                <a:close/>
                <a:moveTo>
                  <a:pt x="219075" y="2219325"/>
                </a:moveTo>
                <a:lnTo>
                  <a:pt x="228600" y="2219325"/>
                </a:lnTo>
                <a:lnTo>
                  <a:pt x="228600" y="2228850"/>
                </a:lnTo>
                <a:lnTo>
                  <a:pt x="219075" y="2228850"/>
                </a:lnTo>
                <a:close/>
                <a:moveTo>
                  <a:pt x="361950" y="2219325"/>
                </a:moveTo>
                <a:lnTo>
                  <a:pt x="371475" y="2219325"/>
                </a:lnTo>
                <a:lnTo>
                  <a:pt x="371475" y="2257425"/>
                </a:lnTo>
                <a:lnTo>
                  <a:pt x="381000" y="2257425"/>
                </a:lnTo>
                <a:lnTo>
                  <a:pt x="381000" y="2352675"/>
                </a:lnTo>
                <a:lnTo>
                  <a:pt x="371475" y="2352675"/>
                </a:lnTo>
                <a:lnTo>
                  <a:pt x="371475" y="2371725"/>
                </a:lnTo>
                <a:lnTo>
                  <a:pt x="361950" y="2371725"/>
                </a:lnTo>
                <a:lnTo>
                  <a:pt x="361950" y="2381250"/>
                </a:lnTo>
                <a:lnTo>
                  <a:pt x="228600" y="2381250"/>
                </a:lnTo>
                <a:lnTo>
                  <a:pt x="228600" y="2371725"/>
                </a:lnTo>
                <a:lnTo>
                  <a:pt x="219075" y="2371725"/>
                </a:lnTo>
                <a:lnTo>
                  <a:pt x="219075" y="2362200"/>
                </a:lnTo>
                <a:lnTo>
                  <a:pt x="209550" y="2362200"/>
                </a:lnTo>
                <a:lnTo>
                  <a:pt x="209550" y="2314575"/>
                </a:lnTo>
                <a:lnTo>
                  <a:pt x="238125" y="2314575"/>
                </a:lnTo>
                <a:lnTo>
                  <a:pt x="238125" y="2324100"/>
                </a:lnTo>
                <a:lnTo>
                  <a:pt x="247650" y="2324100"/>
                </a:lnTo>
                <a:lnTo>
                  <a:pt x="247650" y="2333625"/>
                </a:lnTo>
                <a:lnTo>
                  <a:pt x="257175" y="2333625"/>
                </a:lnTo>
                <a:lnTo>
                  <a:pt x="257175" y="2343150"/>
                </a:lnTo>
                <a:lnTo>
                  <a:pt x="323850" y="2343150"/>
                </a:lnTo>
                <a:lnTo>
                  <a:pt x="323850" y="2333625"/>
                </a:lnTo>
                <a:lnTo>
                  <a:pt x="333375" y="2333625"/>
                </a:lnTo>
                <a:lnTo>
                  <a:pt x="333375" y="2324100"/>
                </a:lnTo>
                <a:lnTo>
                  <a:pt x="342900" y="2324100"/>
                </a:lnTo>
                <a:lnTo>
                  <a:pt x="342900" y="2305050"/>
                </a:lnTo>
                <a:lnTo>
                  <a:pt x="352425" y="2305050"/>
                </a:lnTo>
                <a:lnTo>
                  <a:pt x="352425" y="2247900"/>
                </a:lnTo>
                <a:lnTo>
                  <a:pt x="361950" y="2247900"/>
                </a:lnTo>
                <a:close/>
                <a:moveTo>
                  <a:pt x="209550" y="2228850"/>
                </a:moveTo>
                <a:lnTo>
                  <a:pt x="219075" y="2228850"/>
                </a:lnTo>
                <a:lnTo>
                  <a:pt x="219075" y="2238375"/>
                </a:lnTo>
                <a:lnTo>
                  <a:pt x="209550" y="2238375"/>
                </a:lnTo>
                <a:close/>
                <a:moveTo>
                  <a:pt x="495300" y="2228850"/>
                </a:moveTo>
                <a:lnTo>
                  <a:pt x="523875" y="2228850"/>
                </a:lnTo>
                <a:lnTo>
                  <a:pt x="523875" y="2238375"/>
                </a:lnTo>
                <a:lnTo>
                  <a:pt x="495300" y="2238375"/>
                </a:lnTo>
                <a:close/>
                <a:moveTo>
                  <a:pt x="542925" y="2228850"/>
                </a:moveTo>
                <a:lnTo>
                  <a:pt x="561975" y="2228850"/>
                </a:lnTo>
                <a:lnTo>
                  <a:pt x="561975" y="2238375"/>
                </a:lnTo>
                <a:lnTo>
                  <a:pt x="542925" y="2238375"/>
                </a:lnTo>
                <a:close/>
                <a:moveTo>
                  <a:pt x="600075" y="2228850"/>
                </a:moveTo>
                <a:lnTo>
                  <a:pt x="628650" y="2228850"/>
                </a:lnTo>
                <a:lnTo>
                  <a:pt x="628650" y="2238375"/>
                </a:lnTo>
                <a:lnTo>
                  <a:pt x="600075" y="2238375"/>
                </a:lnTo>
                <a:close/>
                <a:moveTo>
                  <a:pt x="647700" y="2228850"/>
                </a:moveTo>
                <a:lnTo>
                  <a:pt x="685800" y="2228850"/>
                </a:lnTo>
                <a:lnTo>
                  <a:pt x="685800" y="2238375"/>
                </a:lnTo>
                <a:lnTo>
                  <a:pt x="647700" y="2238375"/>
                </a:lnTo>
                <a:close/>
                <a:moveTo>
                  <a:pt x="762000" y="2228850"/>
                </a:moveTo>
                <a:lnTo>
                  <a:pt x="781050" y="2228850"/>
                </a:lnTo>
                <a:lnTo>
                  <a:pt x="781050" y="2238375"/>
                </a:lnTo>
                <a:lnTo>
                  <a:pt x="762000" y="2238375"/>
                </a:lnTo>
                <a:close/>
                <a:moveTo>
                  <a:pt x="819150" y="2228850"/>
                </a:moveTo>
                <a:lnTo>
                  <a:pt x="838200" y="2228850"/>
                </a:lnTo>
                <a:lnTo>
                  <a:pt x="838200" y="2238375"/>
                </a:lnTo>
                <a:lnTo>
                  <a:pt x="819150" y="2238375"/>
                </a:lnTo>
                <a:close/>
                <a:moveTo>
                  <a:pt x="857250" y="2228850"/>
                </a:moveTo>
                <a:lnTo>
                  <a:pt x="876300" y="2228850"/>
                </a:lnTo>
                <a:lnTo>
                  <a:pt x="876300" y="2238375"/>
                </a:lnTo>
                <a:lnTo>
                  <a:pt x="857250" y="2238375"/>
                </a:lnTo>
                <a:close/>
                <a:moveTo>
                  <a:pt x="876300" y="2238375"/>
                </a:moveTo>
                <a:lnTo>
                  <a:pt x="885825" y="2238375"/>
                </a:lnTo>
                <a:lnTo>
                  <a:pt x="885825" y="2257425"/>
                </a:lnTo>
                <a:lnTo>
                  <a:pt x="876300" y="2257425"/>
                </a:lnTo>
                <a:close/>
                <a:moveTo>
                  <a:pt x="438150" y="2247900"/>
                </a:moveTo>
                <a:lnTo>
                  <a:pt x="447675" y="2247900"/>
                </a:lnTo>
                <a:lnTo>
                  <a:pt x="447675" y="2266950"/>
                </a:lnTo>
                <a:lnTo>
                  <a:pt x="438150" y="2266950"/>
                </a:lnTo>
                <a:close/>
                <a:moveTo>
                  <a:pt x="114300" y="2266950"/>
                </a:moveTo>
                <a:lnTo>
                  <a:pt x="123825" y="2266950"/>
                </a:lnTo>
                <a:lnTo>
                  <a:pt x="123825" y="2276475"/>
                </a:lnTo>
                <a:lnTo>
                  <a:pt x="114300" y="2276475"/>
                </a:lnTo>
                <a:close/>
                <a:moveTo>
                  <a:pt x="209550" y="2266950"/>
                </a:moveTo>
                <a:lnTo>
                  <a:pt x="238125" y="2266950"/>
                </a:lnTo>
                <a:lnTo>
                  <a:pt x="238125" y="2295525"/>
                </a:lnTo>
                <a:lnTo>
                  <a:pt x="228600" y="2295525"/>
                </a:lnTo>
                <a:lnTo>
                  <a:pt x="228600" y="2305050"/>
                </a:lnTo>
                <a:lnTo>
                  <a:pt x="209550" y="2305050"/>
                </a:lnTo>
                <a:close/>
                <a:moveTo>
                  <a:pt x="447675" y="2266950"/>
                </a:moveTo>
                <a:lnTo>
                  <a:pt x="457200" y="2266950"/>
                </a:lnTo>
                <a:lnTo>
                  <a:pt x="457200" y="2276475"/>
                </a:lnTo>
                <a:lnTo>
                  <a:pt x="447675" y="2276475"/>
                </a:lnTo>
                <a:close/>
                <a:moveTo>
                  <a:pt x="504825" y="2276475"/>
                </a:moveTo>
                <a:lnTo>
                  <a:pt x="533400" y="2276475"/>
                </a:lnTo>
                <a:lnTo>
                  <a:pt x="533400" y="2286000"/>
                </a:lnTo>
                <a:lnTo>
                  <a:pt x="504825" y="2286000"/>
                </a:lnTo>
                <a:close/>
                <a:moveTo>
                  <a:pt x="571500" y="2276475"/>
                </a:moveTo>
                <a:lnTo>
                  <a:pt x="581025" y="2276475"/>
                </a:lnTo>
                <a:lnTo>
                  <a:pt x="581025" y="2286000"/>
                </a:lnTo>
                <a:lnTo>
                  <a:pt x="571500" y="2286000"/>
                </a:lnTo>
                <a:close/>
                <a:moveTo>
                  <a:pt x="600075" y="2276475"/>
                </a:moveTo>
                <a:lnTo>
                  <a:pt x="685800" y="2276475"/>
                </a:lnTo>
                <a:lnTo>
                  <a:pt x="685800" y="2286000"/>
                </a:lnTo>
                <a:lnTo>
                  <a:pt x="600075" y="2286000"/>
                </a:lnTo>
                <a:close/>
                <a:moveTo>
                  <a:pt x="704850" y="2276475"/>
                </a:moveTo>
                <a:lnTo>
                  <a:pt x="714375" y="2276475"/>
                </a:lnTo>
                <a:lnTo>
                  <a:pt x="714375" y="2286000"/>
                </a:lnTo>
                <a:lnTo>
                  <a:pt x="704850" y="2286000"/>
                </a:lnTo>
                <a:close/>
                <a:moveTo>
                  <a:pt x="762000" y="2276475"/>
                </a:moveTo>
                <a:lnTo>
                  <a:pt x="819150" y="2276475"/>
                </a:lnTo>
                <a:lnTo>
                  <a:pt x="819150" y="2286000"/>
                </a:lnTo>
                <a:lnTo>
                  <a:pt x="762000" y="2286000"/>
                </a:lnTo>
                <a:close/>
                <a:moveTo>
                  <a:pt x="857250" y="2276475"/>
                </a:moveTo>
                <a:lnTo>
                  <a:pt x="866775" y="2276475"/>
                </a:lnTo>
                <a:lnTo>
                  <a:pt x="866775" y="2286000"/>
                </a:lnTo>
                <a:lnTo>
                  <a:pt x="857250" y="2286000"/>
                </a:lnTo>
                <a:close/>
                <a:moveTo>
                  <a:pt x="1609725" y="2276475"/>
                </a:moveTo>
                <a:lnTo>
                  <a:pt x="1619250" y="2276475"/>
                </a:lnTo>
                <a:lnTo>
                  <a:pt x="1619250" y="2286000"/>
                </a:lnTo>
                <a:lnTo>
                  <a:pt x="1609725" y="2286000"/>
                </a:lnTo>
                <a:close/>
                <a:moveTo>
                  <a:pt x="1638300" y="2276475"/>
                </a:moveTo>
                <a:lnTo>
                  <a:pt x="1647825" y="2276475"/>
                </a:lnTo>
                <a:lnTo>
                  <a:pt x="1647825" y="2286000"/>
                </a:lnTo>
                <a:lnTo>
                  <a:pt x="1638300" y="2286000"/>
                </a:lnTo>
                <a:close/>
                <a:moveTo>
                  <a:pt x="114300" y="2295525"/>
                </a:moveTo>
                <a:lnTo>
                  <a:pt x="123825" y="2295525"/>
                </a:lnTo>
                <a:lnTo>
                  <a:pt x="123825" y="2305050"/>
                </a:lnTo>
                <a:lnTo>
                  <a:pt x="114300" y="2305050"/>
                </a:lnTo>
                <a:close/>
                <a:moveTo>
                  <a:pt x="114300" y="2314575"/>
                </a:moveTo>
                <a:lnTo>
                  <a:pt x="123825" y="2314575"/>
                </a:lnTo>
                <a:lnTo>
                  <a:pt x="123825" y="2381250"/>
                </a:lnTo>
                <a:lnTo>
                  <a:pt x="114300" y="2381250"/>
                </a:lnTo>
                <a:close/>
                <a:moveTo>
                  <a:pt x="552450" y="2324100"/>
                </a:moveTo>
                <a:lnTo>
                  <a:pt x="561975" y="2324100"/>
                </a:lnTo>
                <a:lnTo>
                  <a:pt x="561975" y="2333625"/>
                </a:lnTo>
                <a:lnTo>
                  <a:pt x="552450" y="2333625"/>
                </a:lnTo>
                <a:close/>
                <a:moveTo>
                  <a:pt x="1247775" y="2324100"/>
                </a:moveTo>
                <a:lnTo>
                  <a:pt x="1266825" y="2324100"/>
                </a:lnTo>
                <a:lnTo>
                  <a:pt x="1266825" y="2333625"/>
                </a:lnTo>
                <a:lnTo>
                  <a:pt x="1247775" y="2333625"/>
                </a:lnTo>
                <a:close/>
                <a:moveTo>
                  <a:pt x="466725" y="2333625"/>
                </a:moveTo>
                <a:lnTo>
                  <a:pt x="485775" y="2333625"/>
                </a:lnTo>
                <a:lnTo>
                  <a:pt x="485775" y="2343150"/>
                </a:lnTo>
                <a:lnTo>
                  <a:pt x="466725" y="2343150"/>
                </a:lnTo>
                <a:close/>
                <a:moveTo>
                  <a:pt x="495300" y="2333625"/>
                </a:moveTo>
                <a:lnTo>
                  <a:pt x="523875" y="2333625"/>
                </a:lnTo>
                <a:lnTo>
                  <a:pt x="523875" y="2343150"/>
                </a:lnTo>
                <a:lnTo>
                  <a:pt x="495300" y="2343150"/>
                </a:lnTo>
                <a:close/>
                <a:moveTo>
                  <a:pt x="571500" y="2333625"/>
                </a:moveTo>
                <a:lnTo>
                  <a:pt x="581025" y="2333625"/>
                </a:lnTo>
                <a:lnTo>
                  <a:pt x="581025" y="2343150"/>
                </a:lnTo>
                <a:lnTo>
                  <a:pt x="571500" y="2343150"/>
                </a:lnTo>
                <a:close/>
                <a:moveTo>
                  <a:pt x="647700" y="2333625"/>
                </a:moveTo>
                <a:lnTo>
                  <a:pt x="685800" y="2333625"/>
                </a:lnTo>
                <a:lnTo>
                  <a:pt x="685800" y="2343150"/>
                </a:lnTo>
                <a:lnTo>
                  <a:pt x="676275" y="2343150"/>
                </a:lnTo>
                <a:lnTo>
                  <a:pt x="676275" y="2362200"/>
                </a:lnTo>
                <a:lnTo>
                  <a:pt x="657225" y="2362200"/>
                </a:lnTo>
                <a:lnTo>
                  <a:pt x="657225" y="2343150"/>
                </a:lnTo>
                <a:lnTo>
                  <a:pt x="647700" y="2343150"/>
                </a:lnTo>
                <a:close/>
                <a:moveTo>
                  <a:pt x="695325" y="2333625"/>
                </a:moveTo>
                <a:lnTo>
                  <a:pt x="723900" y="2333625"/>
                </a:lnTo>
                <a:lnTo>
                  <a:pt x="723900" y="2343150"/>
                </a:lnTo>
                <a:lnTo>
                  <a:pt x="695325" y="2343150"/>
                </a:lnTo>
                <a:close/>
                <a:moveTo>
                  <a:pt x="733425" y="2333625"/>
                </a:moveTo>
                <a:lnTo>
                  <a:pt x="819150" y="2333625"/>
                </a:lnTo>
                <a:lnTo>
                  <a:pt x="819150" y="2343150"/>
                </a:lnTo>
                <a:lnTo>
                  <a:pt x="733425" y="2343150"/>
                </a:lnTo>
                <a:close/>
                <a:moveTo>
                  <a:pt x="847725" y="2333625"/>
                </a:moveTo>
                <a:lnTo>
                  <a:pt x="857250" y="2333625"/>
                </a:lnTo>
                <a:lnTo>
                  <a:pt x="857250" y="2343150"/>
                </a:lnTo>
                <a:lnTo>
                  <a:pt x="847725" y="2343150"/>
                </a:lnTo>
                <a:close/>
                <a:moveTo>
                  <a:pt x="914400" y="2333625"/>
                </a:moveTo>
                <a:lnTo>
                  <a:pt x="942975" y="2333625"/>
                </a:lnTo>
                <a:lnTo>
                  <a:pt x="942975" y="2343150"/>
                </a:lnTo>
                <a:lnTo>
                  <a:pt x="914400" y="2343150"/>
                </a:lnTo>
                <a:close/>
                <a:moveTo>
                  <a:pt x="1057275" y="2333625"/>
                </a:moveTo>
                <a:lnTo>
                  <a:pt x="1076325" y="2333625"/>
                </a:lnTo>
                <a:lnTo>
                  <a:pt x="1076325" y="2343150"/>
                </a:lnTo>
                <a:lnTo>
                  <a:pt x="1057275" y="2343150"/>
                </a:lnTo>
                <a:close/>
                <a:moveTo>
                  <a:pt x="1085850" y="2333625"/>
                </a:moveTo>
                <a:lnTo>
                  <a:pt x="1095375" y="2333625"/>
                </a:lnTo>
                <a:lnTo>
                  <a:pt x="1095375" y="2343150"/>
                </a:lnTo>
                <a:lnTo>
                  <a:pt x="1085850" y="2343150"/>
                </a:lnTo>
                <a:close/>
                <a:moveTo>
                  <a:pt x="1171575" y="2333625"/>
                </a:moveTo>
                <a:lnTo>
                  <a:pt x="1238250" y="2333625"/>
                </a:lnTo>
                <a:lnTo>
                  <a:pt x="1238250" y="2343150"/>
                </a:lnTo>
                <a:lnTo>
                  <a:pt x="1171575" y="2343150"/>
                </a:lnTo>
                <a:close/>
                <a:moveTo>
                  <a:pt x="1276350" y="2333625"/>
                </a:moveTo>
                <a:lnTo>
                  <a:pt x="1285875" y="2333625"/>
                </a:lnTo>
                <a:lnTo>
                  <a:pt x="1285875" y="2343150"/>
                </a:lnTo>
                <a:lnTo>
                  <a:pt x="1276350" y="2343150"/>
                </a:lnTo>
                <a:close/>
                <a:moveTo>
                  <a:pt x="161925" y="2343150"/>
                </a:moveTo>
                <a:lnTo>
                  <a:pt x="180975" y="2343150"/>
                </a:lnTo>
                <a:lnTo>
                  <a:pt x="180975" y="2495550"/>
                </a:lnTo>
                <a:lnTo>
                  <a:pt x="161925" y="2495550"/>
                </a:lnTo>
                <a:close/>
                <a:moveTo>
                  <a:pt x="1000125" y="2343150"/>
                </a:moveTo>
                <a:lnTo>
                  <a:pt x="1019175" y="2343150"/>
                </a:lnTo>
                <a:lnTo>
                  <a:pt x="1019175" y="2352675"/>
                </a:lnTo>
                <a:lnTo>
                  <a:pt x="1000125" y="2352675"/>
                </a:lnTo>
                <a:close/>
                <a:moveTo>
                  <a:pt x="1104900" y="2343150"/>
                </a:moveTo>
                <a:lnTo>
                  <a:pt x="1114425" y="2343150"/>
                </a:lnTo>
                <a:lnTo>
                  <a:pt x="1114425" y="2352675"/>
                </a:lnTo>
                <a:lnTo>
                  <a:pt x="1104900" y="2352675"/>
                </a:lnTo>
                <a:close/>
                <a:moveTo>
                  <a:pt x="647700" y="2362200"/>
                </a:moveTo>
                <a:lnTo>
                  <a:pt x="657225" y="2362200"/>
                </a:lnTo>
                <a:lnTo>
                  <a:pt x="657225" y="2371725"/>
                </a:lnTo>
                <a:lnTo>
                  <a:pt x="647700" y="2371725"/>
                </a:lnTo>
                <a:close/>
                <a:moveTo>
                  <a:pt x="1085850" y="2362200"/>
                </a:moveTo>
                <a:lnTo>
                  <a:pt x="1095375" y="2362200"/>
                </a:lnTo>
                <a:lnTo>
                  <a:pt x="1095375" y="2371725"/>
                </a:lnTo>
                <a:lnTo>
                  <a:pt x="1085850" y="2371725"/>
                </a:lnTo>
                <a:close/>
                <a:moveTo>
                  <a:pt x="590550" y="2371725"/>
                </a:moveTo>
                <a:lnTo>
                  <a:pt x="619125" y="2371725"/>
                </a:lnTo>
                <a:lnTo>
                  <a:pt x="619125" y="2381250"/>
                </a:lnTo>
                <a:lnTo>
                  <a:pt x="590550" y="2381250"/>
                </a:lnTo>
                <a:close/>
                <a:moveTo>
                  <a:pt x="638175" y="2371725"/>
                </a:moveTo>
                <a:lnTo>
                  <a:pt x="647700" y="2371725"/>
                </a:lnTo>
                <a:lnTo>
                  <a:pt x="647700" y="2381250"/>
                </a:lnTo>
                <a:lnTo>
                  <a:pt x="638175" y="2381250"/>
                </a:lnTo>
                <a:close/>
                <a:moveTo>
                  <a:pt x="695325" y="2371725"/>
                </a:moveTo>
                <a:lnTo>
                  <a:pt x="714375" y="2371725"/>
                </a:lnTo>
                <a:lnTo>
                  <a:pt x="714375" y="2381250"/>
                </a:lnTo>
                <a:lnTo>
                  <a:pt x="695325" y="2381250"/>
                </a:lnTo>
                <a:close/>
                <a:moveTo>
                  <a:pt x="742950" y="2371725"/>
                </a:moveTo>
                <a:lnTo>
                  <a:pt x="771525" y="2371725"/>
                </a:lnTo>
                <a:lnTo>
                  <a:pt x="771525" y="2381250"/>
                </a:lnTo>
                <a:lnTo>
                  <a:pt x="742950" y="2381250"/>
                </a:lnTo>
                <a:close/>
                <a:moveTo>
                  <a:pt x="876300" y="2371725"/>
                </a:moveTo>
                <a:lnTo>
                  <a:pt x="895350" y="2371725"/>
                </a:lnTo>
                <a:lnTo>
                  <a:pt x="895350" y="2381250"/>
                </a:lnTo>
                <a:lnTo>
                  <a:pt x="876300" y="2381250"/>
                </a:lnTo>
                <a:close/>
                <a:moveTo>
                  <a:pt x="914400" y="2371725"/>
                </a:moveTo>
                <a:lnTo>
                  <a:pt x="952500" y="2371725"/>
                </a:lnTo>
                <a:lnTo>
                  <a:pt x="952500" y="2381250"/>
                </a:lnTo>
                <a:lnTo>
                  <a:pt x="914400" y="2381250"/>
                </a:lnTo>
                <a:close/>
                <a:moveTo>
                  <a:pt x="1076325" y="2371725"/>
                </a:moveTo>
                <a:lnTo>
                  <a:pt x="1085850" y="2371725"/>
                </a:lnTo>
                <a:lnTo>
                  <a:pt x="1085850" y="2381250"/>
                </a:lnTo>
                <a:lnTo>
                  <a:pt x="1076325" y="2381250"/>
                </a:lnTo>
                <a:close/>
                <a:moveTo>
                  <a:pt x="1114425" y="2371725"/>
                </a:moveTo>
                <a:lnTo>
                  <a:pt x="1133475" y="2371725"/>
                </a:lnTo>
                <a:lnTo>
                  <a:pt x="1133475" y="2381250"/>
                </a:lnTo>
                <a:lnTo>
                  <a:pt x="1114425" y="2381250"/>
                </a:lnTo>
                <a:close/>
                <a:moveTo>
                  <a:pt x="1162050" y="2381250"/>
                </a:moveTo>
                <a:lnTo>
                  <a:pt x="1171575" y="2381250"/>
                </a:lnTo>
                <a:lnTo>
                  <a:pt x="1171575" y="2390775"/>
                </a:lnTo>
                <a:lnTo>
                  <a:pt x="1162050" y="2390775"/>
                </a:lnTo>
                <a:close/>
                <a:moveTo>
                  <a:pt x="1104900" y="2400300"/>
                </a:moveTo>
                <a:lnTo>
                  <a:pt x="1114425" y="2400300"/>
                </a:lnTo>
                <a:lnTo>
                  <a:pt x="1114425" y="2419350"/>
                </a:lnTo>
                <a:lnTo>
                  <a:pt x="1104900" y="2419350"/>
                </a:lnTo>
                <a:close/>
                <a:moveTo>
                  <a:pt x="1714500" y="2400300"/>
                </a:moveTo>
                <a:lnTo>
                  <a:pt x="1724025" y="2400300"/>
                </a:lnTo>
                <a:lnTo>
                  <a:pt x="1724025" y="2419350"/>
                </a:lnTo>
                <a:lnTo>
                  <a:pt x="1714500" y="2419350"/>
                </a:lnTo>
                <a:close/>
                <a:moveTo>
                  <a:pt x="1733550" y="2400300"/>
                </a:moveTo>
                <a:lnTo>
                  <a:pt x="1743075" y="2400300"/>
                </a:lnTo>
                <a:lnTo>
                  <a:pt x="1743075" y="2419350"/>
                </a:lnTo>
                <a:lnTo>
                  <a:pt x="1733550" y="2419350"/>
                </a:lnTo>
                <a:close/>
                <a:moveTo>
                  <a:pt x="219075" y="2438400"/>
                </a:moveTo>
                <a:lnTo>
                  <a:pt x="228600" y="2438400"/>
                </a:lnTo>
                <a:lnTo>
                  <a:pt x="228600" y="2457450"/>
                </a:lnTo>
                <a:lnTo>
                  <a:pt x="219075" y="2457450"/>
                </a:lnTo>
                <a:close/>
                <a:moveTo>
                  <a:pt x="704850" y="2438400"/>
                </a:moveTo>
                <a:lnTo>
                  <a:pt x="733425" y="2438400"/>
                </a:lnTo>
                <a:lnTo>
                  <a:pt x="733425" y="2457450"/>
                </a:lnTo>
                <a:lnTo>
                  <a:pt x="704850" y="2457450"/>
                </a:lnTo>
                <a:close/>
                <a:moveTo>
                  <a:pt x="1657350" y="2438400"/>
                </a:moveTo>
                <a:lnTo>
                  <a:pt x="1666875" y="2438400"/>
                </a:lnTo>
                <a:lnTo>
                  <a:pt x="1666875" y="2457450"/>
                </a:lnTo>
                <a:lnTo>
                  <a:pt x="1657350" y="2457450"/>
                </a:lnTo>
                <a:close/>
                <a:moveTo>
                  <a:pt x="1733550" y="2447925"/>
                </a:moveTo>
                <a:lnTo>
                  <a:pt x="1743075" y="2447925"/>
                </a:lnTo>
                <a:lnTo>
                  <a:pt x="1743075" y="2486025"/>
                </a:lnTo>
                <a:lnTo>
                  <a:pt x="1733550" y="2486025"/>
                </a:lnTo>
                <a:close/>
                <a:moveTo>
                  <a:pt x="1657350" y="2495550"/>
                </a:moveTo>
                <a:lnTo>
                  <a:pt x="1666875" y="2495550"/>
                </a:lnTo>
                <a:lnTo>
                  <a:pt x="1666875" y="2505075"/>
                </a:lnTo>
                <a:lnTo>
                  <a:pt x="1657350" y="2505075"/>
                </a:lnTo>
                <a:close/>
                <a:moveTo>
                  <a:pt x="114300" y="2505075"/>
                </a:moveTo>
                <a:lnTo>
                  <a:pt x="123825" y="2505075"/>
                </a:lnTo>
                <a:lnTo>
                  <a:pt x="123825" y="2571750"/>
                </a:lnTo>
                <a:lnTo>
                  <a:pt x="114300" y="2571750"/>
                </a:lnTo>
                <a:close/>
                <a:moveTo>
                  <a:pt x="171450" y="2505075"/>
                </a:moveTo>
                <a:lnTo>
                  <a:pt x="180975" y="2505075"/>
                </a:lnTo>
                <a:lnTo>
                  <a:pt x="180975" y="2514600"/>
                </a:lnTo>
                <a:lnTo>
                  <a:pt x="171450" y="2514600"/>
                </a:lnTo>
                <a:close/>
                <a:moveTo>
                  <a:pt x="1733550" y="2505075"/>
                </a:moveTo>
                <a:lnTo>
                  <a:pt x="1743075" y="2505075"/>
                </a:lnTo>
                <a:lnTo>
                  <a:pt x="1743075" y="2514600"/>
                </a:lnTo>
                <a:lnTo>
                  <a:pt x="1733550" y="2514600"/>
                </a:lnTo>
                <a:close/>
                <a:moveTo>
                  <a:pt x="1685925" y="2514600"/>
                </a:moveTo>
                <a:lnTo>
                  <a:pt x="1695450" y="2514600"/>
                </a:lnTo>
                <a:lnTo>
                  <a:pt x="1695450" y="2524125"/>
                </a:lnTo>
                <a:lnTo>
                  <a:pt x="1685925" y="2524125"/>
                </a:lnTo>
                <a:close/>
                <a:moveTo>
                  <a:pt x="1828800" y="2514600"/>
                </a:moveTo>
                <a:lnTo>
                  <a:pt x="1838325" y="2514600"/>
                </a:lnTo>
                <a:lnTo>
                  <a:pt x="1838325" y="2524125"/>
                </a:lnTo>
                <a:lnTo>
                  <a:pt x="1828800" y="2524125"/>
                </a:lnTo>
                <a:close/>
                <a:moveTo>
                  <a:pt x="1695450" y="2524125"/>
                </a:moveTo>
                <a:lnTo>
                  <a:pt x="1714500" y="2524125"/>
                </a:lnTo>
                <a:lnTo>
                  <a:pt x="1714500" y="2543175"/>
                </a:lnTo>
                <a:lnTo>
                  <a:pt x="1724025" y="2543175"/>
                </a:lnTo>
                <a:lnTo>
                  <a:pt x="1724025" y="2571750"/>
                </a:lnTo>
                <a:lnTo>
                  <a:pt x="1714500" y="2571750"/>
                </a:lnTo>
                <a:lnTo>
                  <a:pt x="1714500" y="2552700"/>
                </a:lnTo>
                <a:lnTo>
                  <a:pt x="1704975" y="2552700"/>
                </a:lnTo>
                <a:lnTo>
                  <a:pt x="1704975" y="2533650"/>
                </a:lnTo>
                <a:lnTo>
                  <a:pt x="1695450" y="2533650"/>
                </a:lnTo>
                <a:close/>
                <a:moveTo>
                  <a:pt x="1743075" y="2533650"/>
                </a:moveTo>
                <a:lnTo>
                  <a:pt x="1752600" y="2533650"/>
                </a:lnTo>
                <a:lnTo>
                  <a:pt x="1752600" y="2590800"/>
                </a:lnTo>
                <a:lnTo>
                  <a:pt x="1743075" y="2590800"/>
                </a:lnTo>
                <a:lnTo>
                  <a:pt x="1743075" y="2600325"/>
                </a:lnTo>
                <a:lnTo>
                  <a:pt x="1733550" y="2600325"/>
                </a:lnTo>
                <a:lnTo>
                  <a:pt x="1733550" y="2590800"/>
                </a:lnTo>
                <a:lnTo>
                  <a:pt x="1724025" y="2590800"/>
                </a:lnTo>
                <a:lnTo>
                  <a:pt x="1724025" y="2581275"/>
                </a:lnTo>
                <a:lnTo>
                  <a:pt x="1733550" y="2581275"/>
                </a:lnTo>
                <a:lnTo>
                  <a:pt x="1733550" y="2571750"/>
                </a:lnTo>
                <a:lnTo>
                  <a:pt x="1743075" y="2571750"/>
                </a:lnTo>
                <a:close/>
                <a:moveTo>
                  <a:pt x="133350" y="2552700"/>
                </a:moveTo>
                <a:lnTo>
                  <a:pt x="152400" y="2552700"/>
                </a:lnTo>
                <a:lnTo>
                  <a:pt x="152400" y="2562225"/>
                </a:lnTo>
                <a:lnTo>
                  <a:pt x="142875" y="2562225"/>
                </a:lnTo>
                <a:lnTo>
                  <a:pt x="142875" y="2571750"/>
                </a:lnTo>
                <a:lnTo>
                  <a:pt x="133350" y="2571750"/>
                </a:lnTo>
                <a:close/>
                <a:moveTo>
                  <a:pt x="228600" y="2590800"/>
                </a:moveTo>
                <a:lnTo>
                  <a:pt x="257175" y="2590800"/>
                </a:lnTo>
                <a:lnTo>
                  <a:pt x="257175" y="2600325"/>
                </a:lnTo>
                <a:lnTo>
                  <a:pt x="228600" y="2600325"/>
                </a:lnTo>
                <a:close/>
                <a:moveTo>
                  <a:pt x="276225" y="2590800"/>
                </a:moveTo>
                <a:lnTo>
                  <a:pt x="304800" y="2590800"/>
                </a:lnTo>
                <a:lnTo>
                  <a:pt x="304800" y="2600325"/>
                </a:lnTo>
                <a:lnTo>
                  <a:pt x="276225" y="2600325"/>
                </a:lnTo>
                <a:close/>
                <a:moveTo>
                  <a:pt x="352425" y="2590800"/>
                </a:moveTo>
                <a:lnTo>
                  <a:pt x="371475" y="2590800"/>
                </a:lnTo>
                <a:lnTo>
                  <a:pt x="371475" y="2600325"/>
                </a:lnTo>
                <a:lnTo>
                  <a:pt x="352425" y="2600325"/>
                </a:lnTo>
                <a:close/>
                <a:moveTo>
                  <a:pt x="762000" y="2609850"/>
                </a:moveTo>
                <a:lnTo>
                  <a:pt x="771525" y="2609850"/>
                </a:lnTo>
                <a:lnTo>
                  <a:pt x="771525" y="2619375"/>
                </a:lnTo>
                <a:lnTo>
                  <a:pt x="762000" y="2619375"/>
                </a:lnTo>
                <a:close/>
                <a:moveTo>
                  <a:pt x="200025" y="2619375"/>
                </a:moveTo>
                <a:lnTo>
                  <a:pt x="209550" y="2619375"/>
                </a:lnTo>
                <a:lnTo>
                  <a:pt x="209550" y="2628900"/>
                </a:lnTo>
                <a:lnTo>
                  <a:pt x="200025" y="2628900"/>
                </a:lnTo>
                <a:close/>
                <a:moveTo>
                  <a:pt x="390525" y="2619375"/>
                </a:moveTo>
                <a:lnTo>
                  <a:pt x="400050" y="2619375"/>
                </a:lnTo>
                <a:lnTo>
                  <a:pt x="400050" y="2771775"/>
                </a:lnTo>
                <a:lnTo>
                  <a:pt x="390525" y="2771775"/>
                </a:lnTo>
                <a:lnTo>
                  <a:pt x="390525" y="2781300"/>
                </a:lnTo>
                <a:lnTo>
                  <a:pt x="381000" y="2781300"/>
                </a:lnTo>
                <a:lnTo>
                  <a:pt x="381000" y="2752725"/>
                </a:lnTo>
                <a:lnTo>
                  <a:pt x="371475" y="2752725"/>
                </a:lnTo>
                <a:lnTo>
                  <a:pt x="371475" y="2762250"/>
                </a:lnTo>
                <a:lnTo>
                  <a:pt x="304800" y="2762250"/>
                </a:lnTo>
                <a:lnTo>
                  <a:pt x="304800" y="2771775"/>
                </a:lnTo>
                <a:lnTo>
                  <a:pt x="295275" y="2771775"/>
                </a:lnTo>
                <a:lnTo>
                  <a:pt x="295275" y="2762250"/>
                </a:lnTo>
                <a:lnTo>
                  <a:pt x="238125" y="2762250"/>
                </a:lnTo>
                <a:lnTo>
                  <a:pt x="238125" y="2752725"/>
                </a:lnTo>
                <a:lnTo>
                  <a:pt x="219075" y="2752725"/>
                </a:lnTo>
                <a:lnTo>
                  <a:pt x="219075" y="2781300"/>
                </a:lnTo>
                <a:lnTo>
                  <a:pt x="209550" y="2781300"/>
                </a:lnTo>
                <a:lnTo>
                  <a:pt x="209550" y="2752725"/>
                </a:lnTo>
                <a:lnTo>
                  <a:pt x="200025" y="2752725"/>
                </a:lnTo>
                <a:lnTo>
                  <a:pt x="200025" y="2657475"/>
                </a:lnTo>
                <a:lnTo>
                  <a:pt x="209550" y="2657475"/>
                </a:lnTo>
                <a:lnTo>
                  <a:pt x="209550" y="2667000"/>
                </a:lnTo>
                <a:lnTo>
                  <a:pt x="238125" y="2667000"/>
                </a:lnTo>
                <a:lnTo>
                  <a:pt x="238125" y="2676525"/>
                </a:lnTo>
                <a:lnTo>
                  <a:pt x="247650" y="2676525"/>
                </a:lnTo>
                <a:lnTo>
                  <a:pt x="247650" y="2686050"/>
                </a:lnTo>
                <a:lnTo>
                  <a:pt x="257175" y="2686050"/>
                </a:lnTo>
                <a:lnTo>
                  <a:pt x="257175" y="2695575"/>
                </a:lnTo>
                <a:lnTo>
                  <a:pt x="247650" y="2695575"/>
                </a:lnTo>
                <a:lnTo>
                  <a:pt x="247650" y="2714625"/>
                </a:lnTo>
                <a:lnTo>
                  <a:pt x="238125" y="2714625"/>
                </a:lnTo>
                <a:lnTo>
                  <a:pt x="238125" y="2724150"/>
                </a:lnTo>
                <a:lnTo>
                  <a:pt x="247650" y="2724150"/>
                </a:lnTo>
                <a:lnTo>
                  <a:pt x="247650" y="2733675"/>
                </a:lnTo>
                <a:lnTo>
                  <a:pt x="257175" y="2733675"/>
                </a:lnTo>
                <a:lnTo>
                  <a:pt x="257175" y="2743200"/>
                </a:lnTo>
                <a:lnTo>
                  <a:pt x="352425" y="2743200"/>
                </a:lnTo>
                <a:lnTo>
                  <a:pt x="352425" y="2733675"/>
                </a:lnTo>
                <a:lnTo>
                  <a:pt x="361950" y="2733675"/>
                </a:lnTo>
                <a:lnTo>
                  <a:pt x="361950" y="2714625"/>
                </a:lnTo>
                <a:lnTo>
                  <a:pt x="352425" y="2714625"/>
                </a:lnTo>
                <a:lnTo>
                  <a:pt x="352425" y="2705100"/>
                </a:lnTo>
                <a:lnTo>
                  <a:pt x="342900" y="2705100"/>
                </a:lnTo>
                <a:lnTo>
                  <a:pt x="342900" y="2695575"/>
                </a:lnTo>
                <a:lnTo>
                  <a:pt x="333375" y="2695575"/>
                </a:lnTo>
                <a:lnTo>
                  <a:pt x="333375" y="2686050"/>
                </a:lnTo>
                <a:lnTo>
                  <a:pt x="342900" y="2686050"/>
                </a:lnTo>
                <a:lnTo>
                  <a:pt x="342900" y="2657475"/>
                </a:lnTo>
                <a:lnTo>
                  <a:pt x="352425" y="2657475"/>
                </a:lnTo>
                <a:lnTo>
                  <a:pt x="352425" y="2647950"/>
                </a:lnTo>
                <a:lnTo>
                  <a:pt x="371475" y="2647950"/>
                </a:lnTo>
                <a:lnTo>
                  <a:pt x="371475" y="2686050"/>
                </a:lnTo>
                <a:lnTo>
                  <a:pt x="381000" y="2686050"/>
                </a:lnTo>
                <a:lnTo>
                  <a:pt x="381000" y="2657475"/>
                </a:lnTo>
                <a:lnTo>
                  <a:pt x="390525" y="2657475"/>
                </a:lnTo>
                <a:close/>
                <a:moveTo>
                  <a:pt x="600075" y="2619375"/>
                </a:moveTo>
                <a:lnTo>
                  <a:pt x="619125" y="2619375"/>
                </a:lnTo>
                <a:lnTo>
                  <a:pt x="619125" y="2628900"/>
                </a:lnTo>
                <a:lnTo>
                  <a:pt x="600075" y="2628900"/>
                </a:lnTo>
                <a:close/>
                <a:moveTo>
                  <a:pt x="704850" y="2619375"/>
                </a:moveTo>
                <a:lnTo>
                  <a:pt x="723900" y="2619375"/>
                </a:lnTo>
                <a:lnTo>
                  <a:pt x="723900" y="2628900"/>
                </a:lnTo>
                <a:lnTo>
                  <a:pt x="704850" y="2628900"/>
                </a:lnTo>
                <a:close/>
                <a:moveTo>
                  <a:pt x="800100" y="2619375"/>
                </a:moveTo>
                <a:lnTo>
                  <a:pt x="819150" y="2619375"/>
                </a:lnTo>
                <a:lnTo>
                  <a:pt x="819150" y="2628900"/>
                </a:lnTo>
                <a:lnTo>
                  <a:pt x="800100" y="2628900"/>
                </a:lnTo>
                <a:close/>
                <a:moveTo>
                  <a:pt x="276225" y="2647950"/>
                </a:moveTo>
                <a:lnTo>
                  <a:pt x="304800" y="2647950"/>
                </a:lnTo>
                <a:lnTo>
                  <a:pt x="304800" y="2657475"/>
                </a:lnTo>
                <a:lnTo>
                  <a:pt x="276225" y="2657475"/>
                </a:lnTo>
                <a:close/>
                <a:moveTo>
                  <a:pt x="504825" y="2676525"/>
                </a:moveTo>
                <a:lnTo>
                  <a:pt x="571500" y="2676525"/>
                </a:lnTo>
                <a:lnTo>
                  <a:pt x="571500" y="2686050"/>
                </a:lnTo>
                <a:lnTo>
                  <a:pt x="590550" y="2686050"/>
                </a:lnTo>
                <a:lnTo>
                  <a:pt x="590550" y="2705100"/>
                </a:lnTo>
                <a:lnTo>
                  <a:pt x="581025" y="2705100"/>
                </a:lnTo>
                <a:lnTo>
                  <a:pt x="581025" y="2724150"/>
                </a:lnTo>
                <a:lnTo>
                  <a:pt x="609600" y="2724150"/>
                </a:lnTo>
                <a:lnTo>
                  <a:pt x="609600" y="2733675"/>
                </a:lnTo>
                <a:lnTo>
                  <a:pt x="571500" y="2733675"/>
                </a:lnTo>
                <a:lnTo>
                  <a:pt x="571500" y="2743200"/>
                </a:lnTo>
                <a:lnTo>
                  <a:pt x="552450" y="2743200"/>
                </a:lnTo>
                <a:lnTo>
                  <a:pt x="552450" y="2733675"/>
                </a:lnTo>
                <a:lnTo>
                  <a:pt x="561975" y="2733675"/>
                </a:lnTo>
                <a:lnTo>
                  <a:pt x="561975" y="2724150"/>
                </a:lnTo>
                <a:lnTo>
                  <a:pt x="552450" y="2724150"/>
                </a:lnTo>
                <a:lnTo>
                  <a:pt x="552450" y="2714625"/>
                </a:lnTo>
                <a:lnTo>
                  <a:pt x="561975" y="2714625"/>
                </a:lnTo>
                <a:lnTo>
                  <a:pt x="561975" y="2705100"/>
                </a:lnTo>
                <a:lnTo>
                  <a:pt x="552450" y="2705100"/>
                </a:lnTo>
                <a:lnTo>
                  <a:pt x="552450" y="2695575"/>
                </a:lnTo>
                <a:lnTo>
                  <a:pt x="533400" y="2695575"/>
                </a:lnTo>
                <a:lnTo>
                  <a:pt x="533400" y="2686050"/>
                </a:lnTo>
                <a:lnTo>
                  <a:pt x="504825" y="2686050"/>
                </a:lnTo>
                <a:close/>
                <a:moveTo>
                  <a:pt x="619125" y="2676525"/>
                </a:moveTo>
                <a:lnTo>
                  <a:pt x="628650" y="2676525"/>
                </a:lnTo>
                <a:lnTo>
                  <a:pt x="628650" y="2686050"/>
                </a:lnTo>
                <a:lnTo>
                  <a:pt x="619125" y="2686050"/>
                </a:lnTo>
                <a:close/>
                <a:moveTo>
                  <a:pt x="695325" y="2676525"/>
                </a:moveTo>
                <a:lnTo>
                  <a:pt x="714375" y="2676525"/>
                </a:lnTo>
                <a:lnTo>
                  <a:pt x="714375" y="2686050"/>
                </a:lnTo>
                <a:lnTo>
                  <a:pt x="695325" y="2686050"/>
                </a:lnTo>
                <a:close/>
                <a:moveTo>
                  <a:pt x="742950" y="2676525"/>
                </a:moveTo>
                <a:lnTo>
                  <a:pt x="752475" y="2676525"/>
                </a:lnTo>
                <a:lnTo>
                  <a:pt x="752475" y="2686050"/>
                </a:lnTo>
                <a:lnTo>
                  <a:pt x="742950" y="2686050"/>
                </a:lnTo>
                <a:close/>
                <a:moveTo>
                  <a:pt x="800100" y="2676525"/>
                </a:moveTo>
                <a:lnTo>
                  <a:pt x="819150" y="2676525"/>
                </a:lnTo>
                <a:lnTo>
                  <a:pt x="819150" y="2686050"/>
                </a:lnTo>
                <a:lnTo>
                  <a:pt x="800100" y="2686050"/>
                </a:lnTo>
                <a:close/>
                <a:moveTo>
                  <a:pt x="857250" y="2676525"/>
                </a:moveTo>
                <a:lnTo>
                  <a:pt x="866775" y="2676525"/>
                </a:lnTo>
                <a:lnTo>
                  <a:pt x="866775" y="2686050"/>
                </a:lnTo>
                <a:lnTo>
                  <a:pt x="857250" y="2686050"/>
                </a:lnTo>
                <a:close/>
                <a:moveTo>
                  <a:pt x="600075" y="2686050"/>
                </a:moveTo>
                <a:lnTo>
                  <a:pt x="619125" y="2686050"/>
                </a:lnTo>
                <a:lnTo>
                  <a:pt x="619125" y="2695575"/>
                </a:lnTo>
                <a:lnTo>
                  <a:pt x="600075" y="2695575"/>
                </a:lnTo>
                <a:close/>
                <a:moveTo>
                  <a:pt x="1581150" y="2686050"/>
                </a:moveTo>
                <a:lnTo>
                  <a:pt x="1590675" y="2686050"/>
                </a:lnTo>
                <a:lnTo>
                  <a:pt x="1590675" y="2705100"/>
                </a:lnTo>
                <a:lnTo>
                  <a:pt x="1581150" y="2705100"/>
                </a:lnTo>
                <a:close/>
                <a:moveTo>
                  <a:pt x="561975" y="2705100"/>
                </a:moveTo>
                <a:lnTo>
                  <a:pt x="571500" y="2705100"/>
                </a:lnTo>
                <a:lnTo>
                  <a:pt x="571500" y="2695575"/>
                </a:lnTo>
                <a:lnTo>
                  <a:pt x="561975" y="2695575"/>
                </a:lnTo>
                <a:close/>
                <a:moveTo>
                  <a:pt x="504825" y="2733675"/>
                </a:moveTo>
                <a:lnTo>
                  <a:pt x="514350" y="2733675"/>
                </a:lnTo>
                <a:lnTo>
                  <a:pt x="514350" y="2743200"/>
                </a:lnTo>
                <a:lnTo>
                  <a:pt x="504825" y="2743200"/>
                </a:lnTo>
                <a:close/>
                <a:moveTo>
                  <a:pt x="609600" y="2733675"/>
                </a:moveTo>
                <a:lnTo>
                  <a:pt x="619125" y="2733675"/>
                </a:lnTo>
                <a:lnTo>
                  <a:pt x="619125" y="2743200"/>
                </a:lnTo>
                <a:lnTo>
                  <a:pt x="609600" y="2743200"/>
                </a:lnTo>
                <a:close/>
                <a:moveTo>
                  <a:pt x="866775" y="2733675"/>
                </a:moveTo>
                <a:lnTo>
                  <a:pt x="876300" y="2733675"/>
                </a:lnTo>
                <a:lnTo>
                  <a:pt x="876300" y="2743200"/>
                </a:lnTo>
                <a:lnTo>
                  <a:pt x="866775" y="2743200"/>
                </a:lnTo>
                <a:close/>
                <a:moveTo>
                  <a:pt x="1104900" y="2733675"/>
                </a:moveTo>
                <a:lnTo>
                  <a:pt x="1114425" y="2733675"/>
                </a:lnTo>
                <a:lnTo>
                  <a:pt x="1114425" y="2743200"/>
                </a:lnTo>
                <a:lnTo>
                  <a:pt x="1104900" y="2743200"/>
                </a:lnTo>
                <a:close/>
                <a:moveTo>
                  <a:pt x="1123950" y="2733675"/>
                </a:moveTo>
                <a:lnTo>
                  <a:pt x="1133475" y="2733675"/>
                </a:lnTo>
                <a:lnTo>
                  <a:pt x="1133475" y="2743200"/>
                </a:lnTo>
                <a:lnTo>
                  <a:pt x="1123950" y="2743200"/>
                </a:lnTo>
                <a:close/>
                <a:moveTo>
                  <a:pt x="1828800" y="2733675"/>
                </a:moveTo>
                <a:lnTo>
                  <a:pt x="1838325" y="2733675"/>
                </a:lnTo>
                <a:lnTo>
                  <a:pt x="1838325" y="2752725"/>
                </a:lnTo>
                <a:lnTo>
                  <a:pt x="1828800" y="2752725"/>
                </a:lnTo>
                <a:close/>
                <a:moveTo>
                  <a:pt x="1038225" y="2743200"/>
                </a:moveTo>
                <a:lnTo>
                  <a:pt x="1047750" y="2743200"/>
                </a:lnTo>
                <a:lnTo>
                  <a:pt x="1047750" y="2752725"/>
                </a:lnTo>
                <a:lnTo>
                  <a:pt x="1038225" y="2752725"/>
                </a:lnTo>
                <a:close/>
                <a:moveTo>
                  <a:pt x="1066800" y="2743200"/>
                </a:moveTo>
                <a:lnTo>
                  <a:pt x="1076325" y="2743200"/>
                </a:lnTo>
                <a:lnTo>
                  <a:pt x="1076325" y="2752725"/>
                </a:lnTo>
                <a:lnTo>
                  <a:pt x="1066800" y="2752725"/>
                </a:lnTo>
                <a:close/>
                <a:moveTo>
                  <a:pt x="733425" y="2752725"/>
                </a:moveTo>
                <a:lnTo>
                  <a:pt x="742950" y="2752725"/>
                </a:lnTo>
                <a:lnTo>
                  <a:pt x="742950" y="2771775"/>
                </a:lnTo>
                <a:lnTo>
                  <a:pt x="733425" y="2771775"/>
                </a:lnTo>
                <a:lnTo>
                  <a:pt x="733425" y="2781300"/>
                </a:lnTo>
                <a:lnTo>
                  <a:pt x="723900" y="2781300"/>
                </a:lnTo>
                <a:lnTo>
                  <a:pt x="723900" y="2762250"/>
                </a:lnTo>
                <a:lnTo>
                  <a:pt x="733425" y="2762250"/>
                </a:lnTo>
                <a:close/>
                <a:moveTo>
                  <a:pt x="1047750" y="2752725"/>
                </a:moveTo>
                <a:lnTo>
                  <a:pt x="1066800" y="2752725"/>
                </a:lnTo>
                <a:lnTo>
                  <a:pt x="1066800" y="2762250"/>
                </a:lnTo>
                <a:lnTo>
                  <a:pt x="1047750" y="2762250"/>
                </a:lnTo>
                <a:close/>
                <a:moveTo>
                  <a:pt x="742950" y="2771775"/>
                </a:moveTo>
                <a:lnTo>
                  <a:pt x="752475" y="2771775"/>
                </a:lnTo>
                <a:lnTo>
                  <a:pt x="752475" y="2781300"/>
                </a:lnTo>
                <a:lnTo>
                  <a:pt x="742950" y="2781300"/>
                </a:lnTo>
                <a:close/>
                <a:moveTo>
                  <a:pt x="1057275" y="2771775"/>
                </a:moveTo>
                <a:lnTo>
                  <a:pt x="1066800" y="2771775"/>
                </a:lnTo>
                <a:lnTo>
                  <a:pt x="1066800" y="2781300"/>
                </a:lnTo>
                <a:lnTo>
                  <a:pt x="1057275" y="2781300"/>
                </a:lnTo>
                <a:close/>
                <a:moveTo>
                  <a:pt x="219075" y="2781300"/>
                </a:moveTo>
                <a:lnTo>
                  <a:pt x="228600" y="2781300"/>
                </a:lnTo>
                <a:lnTo>
                  <a:pt x="228600" y="2790825"/>
                </a:lnTo>
                <a:lnTo>
                  <a:pt x="219075" y="2790825"/>
                </a:lnTo>
                <a:close/>
                <a:moveTo>
                  <a:pt x="285750" y="2781300"/>
                </a:moveTo>
                <a:lnTo>
                  <a:pt x="314325" y="2781300"/>
                </a:lnTo>
                <a:lnTo>
                  <a:pt x="314325" y="2790825"/>
                </a:lnTo>
                <a:lnTo>
                  <a:pt x="285750" y="2790825"/>
                </a:lnTo>
                <a:close/>
                <a:moveTo>
                  <a:pt x="371475" y="2781300"/>
                </a:moveTo>
                <a:lnTo>
                  <a:pt x="381000" y="2781300"/>
                </a:lnTo>
                <a:lnTo>
                  <a:pt x="381000" y="2790825"/>
                </a:lnTo>
                <a:lnTo>
                  <a:pt x="371475" y="2790825"/>
                </a:lnTo>
                <a:close/>
                <a:moveTo>
                  <a:pt x="647700" y="2781300"/>
                </a:moveTo>
                <a:lnTo>
                  <a:pt x="657225" y="2781300"/>
                </a:lnTo>
                <a:lnTo>
                  <a:pt x="657225" y="2790825"/>
                </a:lnTo>
                <a:lnTo>
                  <a:pt x="647700" y="2790825"/>
                </a:lnTo>
                <a:close/>
                <a:moveTo>
                  <a:pt x="666750" y="2781300"/>
                </a:moveTo>
                <a:lnTo>
                  <a:pt x="676275" y="2781300"/>
                </a:lnTo>
                <a:lnTo>
                  <a:pt x="676275" y="2790825"/>
                </a:lnTo>
                <a:lnTo>
                  <a:pt x="666750" y="2790825"/>
                </a:lnTo>
                <a:close/>
                <a:moveTo>
                  <a:pt x="714375" y="2781300"/>
                </a:moveTo>
                <a:lnTo>
                  <a:pt x="723900" y="2781300"/>
                </a:lnTo>
                <a:lnTo>
                  <a:pt x="723900" y="2790825"/>
                </a:lnTo>
                <a:lnTo>
                  <a:pt x="714375" y="2790825"/>
                </a:lnTo>
                <a:close/>
                <a:moveTo>
                  <a:pt x="752475" y="2781300"/>
                </a:moveTo>
                <a:lnTo>
                  <a:pt x="762000" y="2781300"/>
                </a:lnTo>
                <a:lnTo>
                  <a:pt x="762000" y="2790825"/>
                </a:lnTo>
                <a:lnTo>
                  <a:pt x="752475" y="2790825"/>
                </a:lnTo>
                <a:close/>
                <a:moveTo>
                  <a:pt x="800100" y="2781300"/>
                </a:moveTo>
                <a:lnTo>
                  <a:pt x="828675" y="2781300"/>
                </a:lnTo>
                <a:lnTo>
                  <a:pt x="828675" y="2790825"/>
                </a:lnTo>
                <a:lnTo>
                  <a:pt x="800100" y="2790825"/>
                </a:lnTo>
                <a:close/>
                <a:moveTo>
                  <a:pt x="866775" y="2781300"/>
                </a:moveTo>
                <a:lnTo>
                  <a:pt x="885825" y="2781300"/>
                </a:lnTo>
                <a:lnTo>
                  <a:pt x="885825" y="2790825"/>
                </a:lnTo>
                <a:lnTo>
                  <a:pt x="866775" y="2790825"/>
                </a:lnTo>
                <a:close/>
                <a:moveTo>
                  <a:pt x="1066800" y="2781300"/>
                </a:moveTo>
                <a:lnTo>
                  <a:pt x="1076325" y="2781300"/>
                </a:lnTo>
                <a:lnTo>
                  <a:pt x="1076325" y="2790825"/>
                </a:lnTo>
                <a:lnTo>
                  <a:pt x="1066800" y="2790825"/>
                </a:lnTo>
                <a:close/>
                <a:moveTo>
                  <a:pt x="1190625" y="2781300"/>
                </a:moveTo>
                <a:lnTo>
                  <a:pt x="1200150" y="2781300"/>
                </a:lnTo>
                <a:lnTo>
                  <a:pt x="1200150" y="2790825"/>
                </a:lnTo>
                <a:lnTo>
                  <a:pt x="1190625" y="2790825"/>
                </a:lnTo>
                <a:close/>
                <a:moveTo>
                  <a:pt x="1333500" y="2781300"/>
                </a:moveTo>
                <a:lnTo>
                  <a:pt x="1362075" y="2781300"/>
                </a:lnTo>
                <a:lnTo>
                  <a:pt x="1362075" y="2790825"/>
                </a:lnTo>
                <a:lnTo>
                  <a:pt x="1333500" y="2790825"/>
                </a:lnTo>
                <a:close/>
                <a:moveTo>
                  <a:pt x="314325" y="2790825"/>
                </a:moveTo>
                <a:lnTo>
                  <a:pt x="333375" y="2790825"/>
                </a:lnTo>
                <a:lnTo>
                  <a:pt x="333375" y="2800350"/>
                </a:lnTo>
                <a:lnTo>
                  <a:pt x="314325" y="2800350"/>
                </a:lnTo>
                <a:close/>
                <a:moveTo>
                  <a:pt x="828675" y="2790825"/>
                </a:moveTo>
                <a:lnTo>
                  <a:pt x="847725" y="2790825"/>
                </a:lnTo>
                <a:lnTo>
                  <a:pt x="847725" y="2800350"/>
                </a:lnTo>
                <a:lnTo>
                  <a:pt x="828675" y="2800350"/>
                </a:lnTo>
                <a:close/>
                <a:moveTo>
                  <a:pt x="1228725" y="2790825"/>
                </a:moveTo>
                <a:lnTo>
                  <a:pt x="1247775" y="2790825"/>
                </a:lnTo>
                <a:lnTo>
                  <a:pt x="1247775" y="2800350"/>
                </a:lnTo>
                <a:lnTo>
                  <a:pt x="1228725" y="2800350"/>
                </a:lnTo>
                <a:close/>
                <a:moveTo>
                  <a:pt x="1724025" y="2876550"/>
                </a:moveTo>
                <a:lnTo>
                  <a:pt x="1733550" y="2876550"/>
                </a:lnTo>
                <a:lnTo>
                  <a:pt x="1733550" y="2886075"/>
                </a:lnTo>
                <a:lnTo>
                  <a:pt x="1743075" y="2886075"/>
                </a:lnTo>
                <a:lnTo>
                  <a:pt x="1743075" y="2914650"/>
                </a:lnTo>
                <a:lnTo>
                  <a:pt x="1752600" y="2914650"/>
                </a:lnTo>
                <a:lnTo>
                  <a:pt x="1752600" y="3000375"/>
                </a:lnTo>
                <a:lnTo>
                  <a:pt x="1743075" y="3000375"/>
                </a:lnTo>
                <a:lnTo>
                  <a:pt x="1743075" y="3028950"/>
                </a:lnTo>
                <a:lnTo>
                  <a:pt x="1724025" y="3028950"/>
                </a:lnTo>
                <a:lnTo>
                  <a:pt x="1724025" y="3009900"/>
                </a:lnTo>
                <a:lnTo>
                  <a:pt x="1714500" y="3009900"/>
                </a:lnTo>
                <a:lnTo>
                  <a:pt x="1714500" y="2990850"/>
                </a:lnTo>
                <a:lnTo>
                  <a:pt x="1704975" y="2990850"/>
                </a:lnTo>
                <a:lnTo>
                  <a:pt x="1704975" y="2981325"/>
                </a:lnTo>
                <a:lnTo>
                  <a:pt x="1714500" y="2981325"/>
                </a:lnTo>
                <a:lnTo>
                  <a:pt x="1714500" y="2990850"/>
                </a:lnTo>
                <a:lnTo>
                  <a:pt x="1724025" y="2990850"/>
                </a:lnTo>
                <a:lnTo>
                  <a:pt x="1724025" y="3009900"/>
                </a:lnTo>
                <a:lnTo>
                  <a:pt x="1733550" y="3009900"/>
                </a:lnTo>
                <a:lnTo>
                  <a:pt x="1733550" y="2990850"/>
                </a:lnTo>
                <a:lnTo>
                  <a:pt x="1743075" y="2990850"/>
                </a:lnTo>
                <a:lnTo>
                  <a:pt x="1743075" y="2924175"/>
                </a:lnTo>
                <a:lnTo>
                  <a:pt x="1724025" y="2924175"/>
                </a:lnTo>
                <a:lnTo>
                  <a:pt x="1724025" y="2933700"/>
                </a:lnTo>
                <a:lnTo>
                  <a:pt x="1714500" y="2933700"/>
                </a:lnTo>
                <a:lnTo>
                  <a:pt x="1714500" y="2943225"/>
                </a:lnTo>
                <a:lnTo>
                  <a:pt x="1704975" y="2943225"/>
                </a:lnTo>
                <a:lnTo>
                  <a:pt x="1704975" y="2952750"/>
                </a:lnTo>
                <a:lnTo>
                  <a:pt x="1695450" y="2952750"/>
                </a:lnTo>
                <a:lnTo>
                  <a:pt x="1695450" y="2962275"/>
                </a:lnTo>
                <a:lnTo>
                  <a:pt x="1685925" y="2962275"/>
                </a:lnTo>
                <a:lnTo>
                  <a:pt x="1685925" y="2933700"/>
                </a:lnTo>
                <a:lnTo>
                  <a:pt x="1704975" y="2933700"/>
                </a:lnTo>
                <a:lnTo>
                  <a:pt x="1704975" y="2924175"/>
                </a:lnTo>
                <a:lnTo>
                  <a:pt x="1714500" y="2924175"/>
                </a:lnTo>
                <a:lnTo>
                  <a:pt x="1714500" y="2895600"/>
                </a:lnTo>
                <a:lnTo>
                  <a:pt x="1724025" y="2895600"/>
                </a:lnTo>
                <a:close/>
                <a:moveTo>
                  <a:pt x="123825" y="2886075"/>
                </a:moveTo>
                <a:lnTo>
                  <a:pt x="133350" y="2886075"/>
                </a:lnTo>
                <a:lnTo>
                  <a:pt x="133350" y="2895600"/>
                </a:lnTo>
                <a:lnTo>
                  <a:pt x="142875" y="2895600"/>
                </a:lnTo>
                <a:lnTo>
                  <a:pt x="142875" y="2905125"/>
                </a:lnTo>
                <a:lnTo>
                  <a:pt x="152400" y="2905125"/>
                </a:lnTo>
                <a:lnTo>
                  <a:pt x="152400" y="2914650"/>
                </a:lnTo>
                <a:lnTo>
                  <a:pt x="161925" y="2914650"/>
                </a:lnTo>
                <a:lnTo>
                  <a:pt x="161925" y="2971800"/>
                </a:lnTo>
                <a:lnTo>
                  <a:pt x="152400" y="2971800"/>
                </a:lnTo>
                <a:lnTo>
                  <a:pt x="152400" y="2981325"/>
                </a:lnTo>
                <a:lnTo>
                  <a:pt x="133350" y="2981325"/>
                </a:lnTo>
                <a:lnTo>
                  <a:pt x="133350" y="2990850"/>
                </a:lnTo>
                <a:lnTo>
                  <a:pt x="123825" y="2990850"/>
                </a:lnTo>
                <a:lnTo>
                  <a:pt x="123825" y="2981325"/>
                </a:lnTo>
                <a:lnTo>
                  <a:pt x="114300" y="2981325"/>
                </a:lnTo>
                <a:lnTo>
                  <a:pt x="114300" y="2895600"/>
                </a:lnTo>
                <a:lnTo>
                  <a:pt x="123825" y="2895600"/>
                </a:lnTo>
                <a:close/>
                <a:moveTo>
                  <a:pt x="228600" y="3038475"/>
                </a:moveTo>
                <a:lnTo>
                  <a:pt x="238125" y="3038475"/>
                </a:lnTo>
                <a:lnTo>
                  <a:pt x="238125" y="3048000"/>
                </a:lnTo>
                <a:lnTo>
                  <a:pt x="228600" y="3048000"/>
                </a:lnTo>
                <a:close/>
                <a:moveTo>
                  <a:pt x="371475" y="3038475"/>
                </a:moveTo>
                <a:lnTo>
                  <a:pt x="381000" y="3038475"/>
                </a:lnTo>
                <a:lnTo>
                  <a:pt x="381000" y="3048000"/>
                </a:lnTo>
                <a:lnTo>
                  <a:pt x="371475" y="3048000"/>
                </a:lnTo>
                <a:close/>
                <a:moveTo>
                  <a:pt x="209550" y="3048000"/>
                </a:moveTo>
                <a:lnTo>
                  <a:pt x="219075" y="3048000"/>
                </a:lnTo>
                <a:lnTo>
                  <a:pt x="219075" y="3057525"/>
                </a:lnTo>
                <a:lnTo>
                  <a:pt x="209550" y="3057525"/>
                </a:lnTo>
                <a:close/>
                <a:moveTo>
                  <a:pt x="381000" y="3048000"/>
                </a:moveTo>
                <a:lnTo>
                  <a:pt x="390525" y="3048000"/>
                </a:lnTo>
                <a:lnTo>
                  <a:pt x="390525" y="3057525"/>
                </a:lnTo>
                <a:lnTo>
                  <a:pt x="381000" y="3057525"/>
                </a:lnTo>
                <a:close/>
                <a:moveTo>
                  <a:pt x="981075" y="3048000"/>
                </a:moveTo>
                <a:lnTo>
                  <a:pt x="990600" y="3048000"/>
                </a:lnTo>
                <a:lnTo>
                  <a:pt x="990600" y="3057525"/>
                </a:lnTo>
                <a:lnTo>
                  <a:pt x="981075" y="3057525"/>
                </a:lnTo>
                <a:close/>
                <a:moveTo>
                  <a:pt x="390525" y="3057525"/>
                </a:moveTo>
                <a:lnTo>
                  <a:pt x="400050" y="3057525"/>
                </a:lnTo>
                <a:lnTo>
                  <a:pt x="400050" y="3076575"/>
                </a:lnTo>
                <a:lnTo>
                  <a:pt x="390525" y="3076575"/>
                </a:lnTo>
                <a:close/>
                <a:moveTo>
                  <a:pt x="742950" y="3057525"/>
                </a:moveTo>
                <a:lnTo>
                  <a:pt x="762000" y="3057525"/>
                </a:lnTo>
                <a:lnTo>
                  <a:pt x="762000" y="3067050"/>
                </a:lnTo>
                <a:lnTo>
                  <a:pt x="742950" y="3067050"/>
                </a:lnTo>
                <a:close/>
                <a:moveTo>
                  <a:pt x="828675" y="3057525"/>
                </a:moveTo>
                <a:lnTo>
                  <a:pt x="838200" y="3057525"/>
                </a:lnTo>
                <a:lnTo>
                  <a:pt x="838200" y="3067050"/>
                </a:lnTo>
                <a:lnTo>
                  <a:pt x="828675" y="3067050"/>
                </a:lnTo>
                <a:close/>
                <a:moveTo>
                  <a:pt x="990600" y="3057525"/>
                </a:moveTo>
                <a:lnTo>
                  <a:pt x="1000125" y="3057525"/>
                </a:lnTo>
                <a:lnTo>
                  <a:pt x="1000125" y="3067050"/>
                </a:lnTo>
                <a:lnTo>
                  <a:pt x="990600" y="3067050"/>
                </a:lnTo>
                <a:close/>
                <a:moveTo>
                  <a:pt x="200025" y="3067050"/>
                </a:moveTo>
                <a:lnTo>
                  <a:pt x="209550" y="3067050"/>
                </a:lnTo>
                <a:lnTo>
                  <a:pt x="209550" y="3086100"/>
                </a:lnTo>
                <a:lnTo>
                  <a:pt x="219075" y="3086100"/>
                </a:lnTo>
                <a:lnTo>
                  <a:pt x="219075" y="3095625"/>
                </a:lnTo>
                <a:lnTo>
                  <a:pt x="228600" y="3095625"/>
                </a:lnTo>
                <a:lnTo>
                  <a:pt x="228600" y="3086100"/>
                </a:lnTo>
                <a:lnTo>
                  <a:pt x="247650" y="3086100"/>
                </a:lnTo>
                <a:lnTo>
                  <a:pt x="247650" y="3095625"/>
                </a:lnTo>
                <a:lnTo>
                  <a:pt x="238125" y="3095625"/>
                </a:lnTo>
                <a:lnTo>
                  <a:pt x="238125" y="3181350"/>
                </a:lnTo>
                <a:lnTo>
                  <a:pt x="228600" y="3181350"/>
                </a:lnTo>
                <a:lnTo>
                  <a:pt x="228600" y="3190875"/>
                </a:lnTo>
                <a:lnTo>
                  <a:pt x="219075" y="3190875"/>
                </a:lnTo>
                <a:lnTo>
                  <a:pt x="219075" y="3200400"/>
                </a:lnTo>
                <a:lnTo>
                  <a:pt x="200025" y="3200400"/>
                </a:lnTo>
                <a:lnTo>
                  <a:pt x="200025" y="3124200"/>
                </a:lnTo>
                <a:lnTo>
                  <a:pt x="209550" y="3124200"/>
                </a:lnTo>
                <a:lnTo>
                  <a:pt x="209550" y="3114675"/>
                </a:lnTo>
                <a:lnTo>
                  <a:pt x="200025" y="3114675"/>
                </a:lnTo>
                <a:close/>
                <a:moveTo>
                  <a:pt x="323850" y="3067050"/>
                </a:moveTo>
                <a:lnTo>
                  <a:pt x="333375" y="3067050"/>
                </a:lnTo>
                <a:lnTo>
                  <a:pt x="333375" y="3076575"/>
                </a:lnTo>
                <a:lnTo>
                  <a:pt x="323850" y="3076575"/>
                </a:lnTo>
                <a:close/>
                <a:moveTo>
                  <a:pt x="466725" y="3067050"/>
                </a:moveTo>
                <a:lnTo>
                  <a:pt x="476250" y="3067050"/>
                </a:lnTo>
                <a:lnTo>
                  <a:pt x="476250" y="3076575"/>
                </a:lnTo>
                <a:lnTo>
                  <a:pt x="466725" y="3076575"/>
                </a:lnTo>
                <a:close/>
                <a:moveTo>
                  <a:pt x="885825" y="3067050"/>
                </a:moveTo>
                <a:lnTo>
                  <a:pt x="904875" y="3067050"/>
                </a:lnTo>
                <a:lnTo>
                  <a:pt x="904875" y="3076575"/>
                </a:lnTo>
                <a:lnTo>
                  <a:pt x="885825" y="3076575"/>
                </a:lnTo>
                <a:close/>
                <a:moveTo>
                  <a:pt x="342900" y="3076575"/>
                </a:moveTo>
                <a:lnTo>
                  <a:pt x="352425" y="3076575"/>
                </a:lnTo>
                <a:lnTo>
                  <a:pt x="352425" y="3086100"/>
                </a:lnTo>
                <a:lnTo>
                  <a:pt x="342900" y="3086100"/>
                </a:lnTo>
                <a:close/>
                <a:moveTo>
                  <a:pt x="1076325" y="3076575"/>
                </a:moveTo>
                <a:lnTo>
                  <a:pt x="1085850" y="3076575"/>
                </a:lnTo>
                <a:lnTo>
                  <a:pt x="1085850" y="3086100"/>
                </a:lnTo>
                <a:lnTo>
                  <a:pt x="1076325" y="3086100"/>
                </a:lnTo>
                <a:close/>
                <a:moveTo>
                  <a:pt x="476250" y="3114675"/>
                </a:moveTo>
                <a:lnTo>
                  <a:pt x="485775" y="3114675"/>
                </a:lnTo>
                <a:lnTo>
                  <a:pt x="485775" y="3124200"/>
                </a:lnTo>
                <a:lnTo>
                  <a:pt x="495300" y="3124200"/>
                </a:lnTo>
                <a:lnTo>
                  <a:pt x="495300" y="3114675"/>
                </a:lnTo>
                <a:lnTo>
                  <a:pt x="523875" y="3114675"/>
                </a:lnTo>
                <a:lnTo>
                  <a:pt x="523875" y="3124200"/>
                </a:lnTo>
                <a:lnTo>
                  <a:pt x="533400" y="3124200"/>
                </a:lnTo>
                <a:lnTo>
                  <a:pt x="533400" y="3133725"/>
                </a:lnTo>
                <a:lnTo>
                  <a:pt x="504825" y="3133725"/>
                </a:lnTo>
                <a:lnTo>
                  <a:pt x="504825" y="3124200"/>
                </a:lnTo>
                <a:lnTo>
                  <a:pt x="495300" y="3124200"/>
                </a:lnTo>
                <a:lnTo>
                  <a:pt x="495300" y="3133725"/>
                </a:lnTo>
                <a:lnTo>
                  <a:pt x="476250" y="3133725"/>
                </a:lnTo>
                <a:close/>
                <a:moveTo>
                  <a:pt x="628650" y="3114675"/>
                </a:moveTo>
                <a:lnTo>
                  <a:pt x="647700" y="3114675"/>
                </a:lnTo>
                <a:lnTo>
                  <a:pt x="647700" y="3124200"/>
                </a:lnTo>
                <a:lnTo>
                  <a:pt x="628650" y="3124200"/>
                </a:lnTo>
                <a:close/>
                <a:moveTo>
                  <a:pt x="904875" y="3114675"/>
                </a:moveTo>
                <a:lnTo>
                  <a:pt x="942975" y="3114675"/>
                </a:lnTo>
                <a:lnTo>
                  <a:pt x="942975" y="3124200"/>
                </a:lnTo>
                <a:lnTo>
                  <a:pt x="904875" y="3124200"/>
                </a:lnTo>
                <a:close/>
                <a:moveTo>
                  <a:pt x="1571625" y="3114675"/>
                </a:moveTo>
                <a:lnTo>
                  <a:pt x="1581150" y="3114675"/>
                </a:lnTo>
                <a:lnTo>
                  <a:pt x="1581150" y="3124200"/>
                </a:lnTo>
                <a:lnTo>
                  <a:pt x="1571625" y="3124200"/>
                </a:lnTo>
                <a:close/>
                <a:moveTo>
                  <a:pt x="1581150" y="3133725"/>
                </a:moveTo>
                <a:lnTo>
                  <a:pt x="1590675" y="3133725"/>
                </a:lnTo>
                <a:lnTo>
                  <a:pt x="1590675" y="3143250"/>
                </a:lnTo>
                <a:lnTo>
                  <a:pt x="1581150" y="3143250"/>
                </a:lnTo>
                <a:close/>
                <a:moveTo>
                  <a:pt x="1571625" y="3143250"/>
                </a:moveTo>
                <a:lnTo>
                  <a:pt x="1581150" y="3143250"/>
                </a:lnTo>
                <a:lnTo>
                  <a:pt x="1581150" y="3162300"/>
                </a:lnTo>
                <a:lnTo>
                  <a:pt x="1571625" y="3162300"/>
                </a:lnTo>
                <a:close/>
                <a:moveTo>
                  <a:pt x="1600200" y="3143250"/>
                </a:moveTo>
                <a:lnTo>
                  <a:pt x="1609725" y="3143250"/>
                </a:lnTo>
                <a:lnTo>
                  <a:pt x="1609725" y="3152775"/>
                </a:lnTo>
                <a:lnTo>
                  <a:pt x="1600200" y="3152775"/>
                </a:lnTo>
                <a:close/>
                <a:moveTo>
                  <a:pt x="400050" y="3152775"/>
                </a:moveTo>
                <a:lnTo>
                  <a:pt x="409575" y="3152775"/>
                </a:lnTo>
                <a:lnTo>
                  <a:pt x="409575" y="3181350"/>
                </a:lnTo>
                <a:lnTo>
                  <a:pt x="400050" y="3181350"/>
                </a:lnTo>
                <a:close/>
                <a:moveTo>
                  <a:pt x="1590675" y="3152775"/>
                </a:moveTo>
                <a:lnTo>
                  <a:pt x="1600200" y="3152775"/>
                </a:lnTo>
                <a:lnTo>
                  <a:pt x="1600200" y="3162300"/>
                </a:lnTo>
                <a:lnTo>
                  <a:pt x="1590675" y="3162300"/>
                </a:lnTo>
                <a:close/>
                <a:moveTo>
                  <a:pt x="1581150" y="3162300"/>
                </a:moveTo>
                <a:lnTo>
                  <a:pt x="1590675" y="3162300"/>
                </a:lnTo>
                <a:lnTo>
                  <a:pt x="1590675" y="3171825"/>
                </a:lnTo>
                <a:lnTo>
                  <a:pt x="1581150" y="3171825"/>
                </a:lnTo>
                <a:close/>
                <a:moveTo>
                  <a:pt x="476250" y="3171825"/>
                </a:moveTo>
                <a:lnTo>
                  <a:pt x="485775" y="3171825"/>
                </a:lnTo>
                <a:lnTo>
                  <a:pt x="485775" y="3181350"/>
                </a:lnTo>
                <a:lnTo>
                  <a:pt x="476250" y="3181350"/>
                </a:lnTo>
                <a:close/>
                <a:moveTo>
                  <a:pt x="933450" y="3171825"/>
                </a:moveTo>
                <a:lnTo>
                  <a:pt x="942975" y="3171825"/>
                </a:lnTo>
                <a:lnTo>
                  <a:pt x="942975" y="3181350"/>
                </a:lnTo>
                <a:lnTo>
                  <a:pt x="933450" y="3181350"/>
                </a:lnTo>
                <a:close/>
                <a:moveTo>
                  <a:pt x="981075" y="3171825"/>
                </a:moveTo>
                <a:lnTo>
                  <a:pt x="990600" y="3171825"/>
                </a:lnTo>
                <a:lnTo>
                  <a:pt x="990600" y="3181350"/>
                </a:lnTo>
                <a:lnTo>
                  <a:pt x="981075" y="3181350"/>
                </a:lnTo>
                <a:close/>
                <a:moveTo>
                  <a:pt x="1114425" y="3171825"/>
                </a:moveTo>
                <a:lnTo>
                  <a:pt x="1143000" y="3171825"/>
                </a:lnTo>
                <a:lnTo>
                  <a:pt x="1143000" y="3181350"/>
                </a:lnTo>
                <a:lnTo>
                  <a:pt x="1162050" y="3181350"/>
                </a:lnTo>
                <a:lnTo>
                  <a:pt x="1162050" y="3190875"/>
                </a:lnTo>
                <a:lnTo>
                  <a:pt x="1152525" y="3190875"/>
                </a:lnTo>
                <a:lnTo>
                  <a:pt x="1152525" y="3200400"/>
                </a:lnTo>
                <a:lnTo>
                  <a:pt x="1123950" y="3200400"/>
                </a:lnTo>
                <a:lnTo>
                  <a:pt x="1123950" y="3190875"/>
                </a:lnTo>
                <a:lnTo>
                  <a:pt x="1104900" y="3190875"/>
                </a:lnTo>
                <a:lnTo>
                  <a:pt x="1104900" y="3181350"/>
                </a:lnTo>
                <a:lnTo>
                  <a:pt x="1114425" y="3181350"/>
                </a:lnTo>
                <a:close/>
                <a:moveTo>
                  <a:pt x="466725" y="3181350"/>
                </a:moveTo>
                <a:lnTo>
                  <a:pt x="476250" y="3181350"/>
                </a:lnTo>
                <a:lnTo>
                  <a:pt x="476250" y="3190875"/>
                </a:lnTo>
                <a:lnTo>
                  <a:pt x="466725" y="3190875"/>
                </a:lnTo>
                <a:close/>
                <a:moveTo>
                  <a:pt x="514350" y="3181350"/>
                </a:moveTo>
                <a:lnTo>
                  <a:pt x="523875" y="3181350"/>
                </a:lnTo>
                <a:lnTo>
                  <a:pt x="523875" y="3190875"/>
                </a:lnTo>
                <a:lnTo>
                  <a:pt x="514350" y="3190875"/>
                </a:lnTo>
                <a:close/>
                <a:moveTo>
                  <a:pt x="561975" y="3181350"/>
                </a:moveTo>
                <a:lnTo>
                  <a:pt x="571500" y="3181350"/>
                </a:lnTo>
                <a:lnTo>
                  <a:pt x="571500" y="3190875"/>
                </a:lnTo>
                <a:lnTo>
                  <a:pt x="561975" y="3190875"/>
                </a:lnTo>
                <a:close/>
                <a:moveTo>
                  <a:pt x="733425" y="3181350"/>
                </a:moveTo>
                <a:lnTo>
                  <a:pt x="742950" y="3181350"/>
                </a:lnTo>
                <a:lnTo>
                  <a:pt x="742950" y="3190875"/>
                </a:lnTo>
                <a:lnTo>
                  <a:pt x="733425" y="3190875"/>
                </a:lnTo>
                <a:close/>
                <a:moveTo>
                  <a:pt x="866775" y="3181350"/>
                </a:moveTo>
                <a:lnTo>
                  <a:pt x="885825" y="3181350"/>
                </a:lnTo>
                <a:lnTo>
                  <a:pt x="885825" y="3190875"/>
                </a:lnTo>
                <a:lnTo>
                  <a:pt x="866775" y="3190875"/>
                </a:lnTo>
                <a:close/>
                <a:moveTo>
                  <a:pt x="914400" y="3181350"/>
                </a:moveTo>
                <a:lnTo>
                  <a:pt x="923925" y="3181350"/>
                </a:lnTo>
                <a:lnTo>
                  <a:pt x="923925" y="3190875"/>
                </a:lnTo>
                <a:lnTo>
                  <a:pt x="914400" y="3190875"/>
                </a:lnTo>
                <a:close/>
                <a:moveTo>
                  <a:pt x="952500" y="3181350"/>
                </a:moveTo>
                <a:lnTo>
                  <a:pt x="981075" y="3181350"/>
                </a:lnTo>
                <a:lnTo>
                  <a:pt x="981075" y="3190875"/>
                </a:lnTo>
                <a:lnTo>
                  <a:pt x="952500" y="3190875"/>
                </a:lnTo>
                <a:close/>
                <a:moveTo>
                  <a:pt x="1066800" y="3181350"/>
                </a:moveTo>
                <a:lnTo>
                  <a:pt x="1076325" y="3181350"/>
                </a:lnTo>
                <a:lnTo>
                  <a:pt x="1076325" y="3190875"/>
                </a:lnTo>
                <a:lnTo>
                  <a:pt x="1066800" y="3190875"/>
                </a:lnTo>
                <a:close/>
                <a:moveTo>
                  <a:pt x="1371600" y="3181350"/>
                </a:moveTo>
                <a:lnTo>
                  <a:pt x="1381125" y="3181350"/>
                </a:lnTo>
                <a:lnTo>
                  <a:pt x="1381125" y="3190875"/>
                </a:lnTo>
                <a:lnTo>
                  <a:pt x="1371600" y="3190875"/>
                </a:lnTo>
                <a:close/>
                <a:moveTo>
                  <a:pt x="752475" y="3190875"/>
                </a:moveTo>
                <a:lnTo>
                  <a:pt x="762000" y="3190875"/>
                </a:lnTo>
                <a:lnTo>
                  <a:pt x="762000" y="3200400"/>
                </a:lnTo>
                <a:lnTo>
                  <a:pt x="752475" y="3200400"/>
                </a:lnTo>
                <a:close/>
                <a:moveTo>
                  <a:pt x="1171575" y="3190875"/>
                </a:moveTo>
                <a:lnTo>
                  <a:pt x="1181100" y="3190875"/>
                </a:lnTo>
                <a:lnTo>
                  <a:pt x="1181100" y="3200400"/>
                </a:lnTo>
                <a:lnTo>
                  <a:pt x="1171575" y="3200400"/>
                </a:lnTo>
                <a:close/>
                <a:moveTo>
                  <a:pt x="1419225" y="3190875"/>
                </a:moveTo>
                <a:lnTo>
                  <a:pt x="1428750" y="3190875"/>
                </a:lnTo>
                <a:lnTo>
                  <a:pt x="1428750" y="3200400"/>
                </a:lnTo>
                <a:lnTo>
                  <a:pt x="1419225" y="3200400"/>
                </a:lnTo>
                <a:close/>
                <a:moveTo>
                  <a:pt x="1428750" y="3200400"/>
                </a:moveTo>
                <a:lnTo>
                  <a:pt x="1438275" y="3200400"/>
                </a:lnTo>
                <a:lnTo>
                  <a:pt x="1438275" y="3209925"/>
                </a:lnTo>
                <a:lnTo>
                  <a:pt x="1428750" y="3209925"/>
                </a:lnTo>
                <a:close/>
                <a:moveTo>
                  <a:pt x="209550" y="3209925"/>
                </a:moveTo>
                <a:lnTo>
                  <a:pt x="219075" y="3209925"/>
                </a:lnTo>
                <a:lnTo>
                  <a:pt x="219075" y="3219450"/>
                </a:lnTo>
                <a:lnTo>
                  <a:pt x="209550" y="3219450"/>
                </a:lnTo>
                <a:close/>
                <a:moveTo>
                  <a:pt x="390525" y="3209925"/>
                </a:moveTo>
                <a:lnTo>
                  <a:pt x="400050" y="3209925"/>
                </a:lnTo>
                <a:lnTo>
                  <a:pt x="400050" y="3219450"/>
                </a:lnTo>
                <a:lnTo>
                  <a:pt x="390525" y="3219450"/>
                </a:lnTo>
                <a:close/>
                <a:moveTo>
                  <a:pt x="771525" y="3209925"/>
                </a:moveTo>
                <a:lnTo>
                  <a:pt x="790575" y="3209925"/>
                </a:lnTo>
                <a:lnTo>
                  <a:pt x="790575" y="3219450"/>
                </a:lnTo>
                <a:lnTo>
                  <a:pt x="800100" y="3219450"/>
                </a:lnTo>
                <a:lnTo>
                  <a:pt x="800100" y="3228975"/>
                </a:lnTo>
                <a:lnTo>
                  <a:pt x="838200" y="3228975"/>
                </a:lnTo>
                <a:lnTo>
                  <a:pt x="838200" y="3238500"/>
                </a:lnTo>
                <a:lnTo>
                  <a:pt x="771525" y="3238500"/>
                </a:lnTo>
                <a:lnTo>
                  <a:pt x="771525" y="3228975"/>
                </a:lnTo>
                <a:lnTo>
                  <a:pt x="781050" y="3228975"/>
                </a:lnTo>
                <a:lnTo>
                  <a:pt x="781050" y="3219450"/>
                </a:lnTo>
                <a:lnTo>
                  <a:pt x="771525" y="3219450"/>
                </a:lnTo>
                <a:close/>
                <a:moveTo>
                  <a:pt x="219075" y="3219450"/>
                </a:moveTo>
                <a:lnTo>
                  <a:pt x="228600" y="3219450"/>
                </a:lnTo>
                <a:lnTo>
                  <a:pt x="228600" y="3228975"/>
                </a:lnTo>
                <a:lnTo>
                  <a:pt x="219075" y="3228975"/>
                </a:lnTo>
                <a:close/>
                <a:moveTo>
                  <a:pt x="381000" y="3219450"/>
                </a:moveTo>
                <a:lnTo>
                  <a:pt x="390525" y="3219450"/>
                </a:lnTo>
                <a:lnTo>
                  <a:pt x="390525" y="3228975"/>
                </a:lnTo>
                <a:lnTo>
                  <a:pt x="381000" y="3228975"/>
                </a:lnTo>
                <a:close/>
                <a:moveTo>
                  <a:pt x="695325" y="3219450"/>
                </a:moveTo>
                <a:lnTo>
                  <a:pt x="723900" y="3219450"/>
                </a:lnTo>
                <a:lnTo>
                  <a:pt x="723900" y="3228975"/>
                </a:lnTo>
                <a:lnTo>
                  <a:pt x="695325" y="3228975"/>
                </a:lnTo>
                <a:close/>
                <a:moveTo>
                  <a:pt x="1123950" y="3219450"/>
                </a:moveTo>
                <a:lnTo>
                  <a:pt x="1133475" y="3219450"/>
                </a:lnTo>
                <a:lnTo>
                  <a:pt x="1133475" y="3228975"/>
                </a:lnTo>
                <a:lnTo>
                  <a:pt x="1123950" y="3228975"/>
                </a:lnTo>
                <a:close/>
                <a:moveTo>
                  <a:pt x="228600" y="3228975"/>
                </a:moveTo>
                <a:lnTo>
                  <a:pt x="304800" y="3228975"/>
                </a:lnTo>
                <a:lnTo>
                  <a:pt x="304800" y="3238500"/>
                </a:lnTo>
                <a:lnTo>
                  <a:pt x="228600" y="3238500"/>
                </a:lnTo>
                <a:close/>
                <a:moveTo>
                  <a:pt x="333375" y="3228975"/>
                </a:moveTo>
                <a:lnTo>
                  <a:pt x="371475" y="3228975"/>
                </a:lnTo>
                <a:lnTo>
                  <a:pt x="371475" y="3238500"/>
                </a:lnTo>
                <a:lnTo>
                  <a:pt x="333375" y="3238500"/>
                </a:lnTo>
                <a:close/>
                <a:moveTo>
                  <a:pt x="514350" y="3228975"/>
                </a:moveTo>
                <a:lnTo>
                  <a:pt x="533400" y="3228975"/>
                </a:lnTo>
                <a:lnTo>
                  <a:pt x="533400" y="3238500"/>
                </a:lnTo>
                <a:lnTo>
                  <a:pt x="514350" y="3238500"/>
                </a:lnTo>
                <a:close/>
                <a:moveTo>
                  <a:pt x="742950" y="3228975"/>
                </a:moveTo>
                <a:lnTo>
                  <a:pt x="762000" y="3228975"/>
                </a:lnTo>
                <a:lnTo>
                  <a:pt x="762000" y="3238500"/>
                </a:lnTo>
                <a:lnTo>
                  <a:pt x="742950" y="3238500"/>
                </a:lnTo>
                <a:close/>
                <a:moveTo>
                  <a:pt x="1019175" y="3228975"/>
                </a:moveTo>
                <a:lnTo>
                  <a:pt x="1123950" y="3228975"/>
                </a:lnTo>
                <a:lnTo>
                  <a:pt x="1123950" y="3238500"/>
                </a:lnTo>
                <a:lnTo>
                  <a:pt x="1076325" y="3238500"/>
                </a:lnTo>
                <a:lnTo>
                  <a:pt x="1076325" y="3248025"/>
                </a:lnTo>
                <a:lnTo>
                  <a:pt x="1057275" y="3248025"/>
                </a:lnTo>
                <a:lnTo>
                  <a:pt x="1057275" y="3238500"/>
                </a:lnTo>
                <a:lnTo>
                  <a:pt x="1019175" y="3238500"/>
                </a:lnTo>
                <a:close/>
                <a:moveTo>
                  <a:pt x="1143000" y="3228975"/>
                </a:moveTo>
                <a:lnTo>
                  <a:pt x="1152525" y="3228975"/>
                </a:lnTo>
                <a:lnTo>
                  <a:pt x="1152525" y="3238500"/>
                </a:lnTo>
                <a:lnTo>
                  <a:pt x="1143000" y="3238500"/>
                </a:lnTo>
                <a:close/>
                <a:moveTo>
                  <a:pt x="1209675" y="3228975"/>
                </a:moveTo>
                <a:lnTo>
                  <a:pt x="1219200" y="3228975"/>
                </a:lnTo>
                <a:lnTo>
                  <a:pt x="1219200" y="3238500"/>
                </a:lnTo>
                <a:lnTo>
                  <a:pt x="1209675" y="3238500"/>
                </a:lnTo>
                <a:close/>
                <a:moveTo>
                  <a:pt x="1419225" y="3228975"/>
                </a:moveTo>
                <a:lnTo>
                  <a:pt x="1428750" y="3228975"/>
                </a:lnTo>
                <a:lnTo>
                  <a:pt x="1428750" y="3238500"/>
                </a:lnTo>
                <a:lnTo>
                  <a:pt x="1419225" y="3238500"/>
                </a:lnTo>
                <a:close/>
                <a:moveTo>
                  <a:pt x="1152525" y="3238500"/>
                </a:moveTo>
                <a:lnTo>
                  <a:pt x="1162050" y="3238500"/>
                </a:lnTo>
                <a:lnTo>
                  <a:pt x="1162050" y="3248025"/>
                </a:lnTo>
                <a:lnTo>
                  <a:pt x="1152525" y="3248025"/>
                </a:lnTo>
                <a:close/>
                <a:moveTo>
                  <a:pt x="200025" y="3295650"/>
                </a:moveTo>
                <a:lnTo>
                  <a:pt x="209550" y="3295650"/>
                </a:lnTo>
                <a:lnTo>
                  <a:pt x="209550" y="3305175"/>
                </a:lnTo>
                <a:lnTo>
                  <a:pt x="200025" y="3305175"/>
                </a:lnTo>
                <a:close/>
                <a:moveTo>
                  <a:pt x="1724025" y="3371850"/>
                </a:moveTo>
                <a:lnTo>
                  <a:pt x="1733550" y="3371850"/>
                </a:lnTo>
                <a:lnTo>
                  <a:pt x="1733550" y="3381375"/>
                </a:lnTo>
                <a:lnTo>
                  <a:pt x="1724025" y="3381375"/>
                </a:lnTo>
                <a:close/>
                <a:moveTo>
                  <a:pt x="123825" y="3381375"/>
                </a:moveTo>
                <a:lnTo>
                  <a:pt x="133350" y="3381375"/>
                </a:lnTo>
                <a:lnTo>
                  <a:pt x="133350" y="3390900"/>
                </a:lnTo>
                <a:lnTo>
                  <a:pt x="152400" y="3390900"/>
                </a:lnTo>
                <a:lnTo>
                  <a:pt x="152400" y="3381375"/>
                </a:lnTo>
                <a:lnTo>
                  <a:pt x="161925" y="3381375"/>
                </a:lnTo>
                <a:lnTo>
                  <a:pt x="161925" y="3390900"/>
                </a:lnTo>
                <a:lnTo>
                  <a:pt x="209550" y="3390900"/>
                </a:lnTo>
                <a:lnTo>
                  <a:pt x="209550" y="3400425"/>
                </a:lnTo>
                <a:lnTo>
                  <a:pt x="247650" y="3400425"/>
                </a:lnTo>
                <a:lnTo>
                  <a:pt x="247650" y="3419475"/>
                </a:lnTo>
                <a:lnTo>
                  <a:pt x="238125" y="3419475"/>
                </a:lnTo>
                <a:lnTo>
                  <a:pt x="238125" y="3429000"/>
                </a:lnTo>
                <a:lnTo>
                  <a:pt x="228600" y="3429000"/>
                </a:lnTo>
                <a:lnTo>
                  <a:pt x="228600" y="3419475"/>
                </a:lnTo>
                <a:lnTo>
                  <a:pt x="219075" y="3419475"/>
                </a:lnTo>
                <a:lnTo>
                  <a:pt x="219075" y="3409950"/>
                </a:lnTo>
                <a:lnTo>
                  <a:pt x="161925" y="3409950"/>
                </a:lnTo>
                <a:lnTo>
                  <a:pt x="161925" y="3400425"/>
                </a:lnTo>
                <a:lnTo>
                  <a:pt x="123825" y="3400425"/>
                </a:lnTo>
                <a:lnTo>
                  <a:pt x="123825" y="3409950"/>
                </a:lnTo>
                <a:lnTo>
                  <a:pt x="114300" y="3409950"/>
                </a:lnTo>
                <a:lnTo>
                  <a:pt x="114300" y="3390900"/>
                </a:lnTo>
                <a:lnTo>
                  <a:pt x="123825" y="3390900"/>
                </a:lnTo>
                <a:close/>
                <a:moveTo>
                  <a:pt x="581025" y="3419475"/>
                </a:moveTo>
                <a:lnTo>
                  <a:pt x="685800" y="3419475"/>
                </a:lnTo>
                <a:lnTo>
                  <a:pt x="685800" y="3429000"/>
                </a:lnTo>
                <a:lnTo>
                  <a:pt x="752475" y="3429000"/>
                </a:lnTo>
                <a:lnTo>
                  <a:pt x="752475" y="3419475"/>
                </a:lnTo>
                <a:lnTo>
                  <a:pt x="771525" y="3419475"/>
                </a:lnTo>
                <a:lnTo>
                  <a:pt x="771525" y="3429000"/>
                </a:lnTo>
                <a:lnTo>
                  <a:pt x="876300" y="3429000"/>
                </a:lnTo>
                <a:lnTo>
                  <a:pt x="876300" y="3438525"/>
                </a:lnTo>
                <a:lnTo>
                  <a:pt x="885825" y="3438525"/>
                </a:lnTo>
                <a:lnTo>
                  <a:pt x="885825" y="3448050"/>
                </a:lnTo>
                <a:lnTo>
                  <a:pt x="876300" y="3448050"/>
                </a:lnTo>
                <a:lnTo>
                  <a:pt x="876300" y="3467100"/>
                </a:lnTo>
                <a:lnTo>
                  <a:pt x="866775" y="3467100"/>
                </a:lnTo>
                <a:lnTo>
                  <a:pt x="866775" y="3457575"/>
                </a:lnTo>
                <a:lnTo>
                  <a:pt x="809625" y="3457575"/>
                </a:lnTo>
                <a:lnTo>
                  <a:pt x="809625" y="3448050"/>
                </a:lnTo>
                <a:lnTo>
                  <a:pt x="800100" y="3448050"/>
                </a:lnTo>
                <a:lnTo>
                  <a:pt x="800100" y="3457575"/>
                </a:lnTo>
                <a:lnTo>
                  <a:pt x="790575" y="3457575"/>
                </a:lnTo>
                <a:lnTo>
                  <a:pt x="790575" y="3448050"/>
                </a:lnTo>
                <a:lnTo>
                  <a:pt x="781050" y="3448050"/>
                </a:lnTo>
                <a:lnTo>
                  <a:pt x="781050" y="3457575"/>
                </a:lnTo>
                <a:lnTo>
                  <a:pt x="742950" y="3457575"/>
                </a:lnTo>
                <a:lnTo>
                  <a:pt x="742950" y="3448050"/>
                </a:lnTo>
                <a:lnTo>
                  <a:pt x="723900" y="3448050"/>
                </a:lnTo>
                <a:lnTo>
                  <a:pt x="723900" y="3457575"/>
                </a:lnTo>
                <a:lnTo>
                  <a:pt x="695325" y="3457575"/>
                </a:lnTo>
                <a:lnTo>
                  <a:pt x="695325" y="3467100"/>
                </a:lnTo>
                <a:lnTo>
                  <a:pt x="666750" y="3467100"/>
                </a:lnTo>
                <a:lnTo>
                  <a:pt x="666750" y="3457575"/>
                </a:lnTo>
                <a:lnTo>
                  <a:pt x="657225" y="3457575"/>
                </a:lnTo>
                <a:lnTo>
                  <a:pt x="657225" y="3476625"/>
                </a:lnTo>
                <a:lnTo>
                  <a:pt x="647700" y="3476625"/>
                </a:lnTo>
                <a:lnTo>
                  <a:pt x="647700" y="3448050"/>
                </a:lnTo>
                <a:lnTo>
                  <a:pt x="638175" y="3448050"/>
                </a:lnTo>
                <a:lnTo>
                  <a:pt x="638175" y="3438525"/>
                </a:lnTo>
                <a:lnTo>
                  <a:pt x="581025" y="3438525"/>
                </a:lnTo>
                <a:close/>
                <a:moveTo>
                  <a:pt x="1314450" y="3419475"/>
                </a:moveTo>
                <a:lnTo>
                  <a:pt x="1400175" y="3419475"/>
                </a:lnTo>
                <a:lnTo>
                  <a:pt x="1400175" y="3429000"/>
                </a:lnTo>
                <a:lnTo>
                  <a:pt x="1428750" y="3429000"/>
                </a:lnTo>
                <a:lnTo>
                  <a:pt x="1428750" y="3438525"/>
                </a:lnTo>
                <a:lnTo>
                  <a:pt x="1438275" y="3438525"/>
                </a:lnTo>
                <a:lnTo>
                  <a:pt x="1438275" y="3467100"/>
                </a:lnTo>
                <a:lnTo>
                  <a:pt x="1428750" y="3467100"/>
                </a:lnTo>
                <a:lnTo>
                  <a:pt x="1428750" y="3457575"/>
                </a:lnTo>
                <a:lnTo>
                  <a:pt x="1381125" y="3457575"/>
                </a:lnTo>
                <a:lnTo>
                  <a:pt x="1381125" y="3448050"/>
                </a:lnTo>
                <a:lnTo>
                  <a:pt x="1371600" y="3448050"/>
                </a:lnTo>
                <a:lnTo>
                  <a:pt x="1371600" y="3457575"/>
                </a:lnTo>
                <a:lnTo>
                  <a:pt x="1352550" y="3457575"/>
                </a:lnTo>
                <a:lnTo>
                  <a:pt x="1352550" y="3467100"/>
                </a:lnTo>
                <a:lnTo>
                  <a:pt x="1314450" y="3467100"/>
                </a:lnTo>
                <a:close/>
                <a:moveTo>
                  <a:pt x="342900" y="3429000"/>
                </a:moveTo>
                <a:lnTo>
                  <a:pt x="361950" y="3429000"/>
                </a:lnTo>
                <a:lnTo>
                  <a:pt x="361950" y="3438525"/>
                </a:lnTo>
                <a:lnTo>
                  <a:pt x="419100" y="3438525"/>
                </a:lnTo>
                <a:lnTo>
                  <a:pt x="419100" y="3429000"/>
                </a:lnTo>
                <a:lnTo>
                  <a:pt x="428625" y="3429000"/>
                </a:lnTo>
                <a:lnTo>
                  <a:pt x="428625" y="3438525"/>
                </a:lnTo>
                <a:lnTo>
                  <a:pt x="476250" y="3438525"/>
                </a:lnTo>
                <a:lnTo>
                  <a:pt x="476250" y="3429000"/>
                </a:lnTo>
                <a:lnTo>
                  <a:pt x="533400" y="3429000"/>
                </a:lnTo>
                <a:lnTo>
                  <a:pt x="533400" y="3438525"/>
                </a:lnTo>
                <a:lnTo>
                  <a:pt x="552450" y="3438525"/>
                </a:lnTo>
                <a:lnTo>
                  <a:pt x="552450" y="3448050"/>
                </a:lnTo>
                <a:lnTo>
                  <a:pt x="561975" y="3448050"/>
                </a:lnTo>
                <a:lnTo>
                  <a:pt x="561975" y="3467100"/>
                </a:lnTo>
                <a:lnTo>
                  <a:pt x="552450" y="3467100"/>
                </a:lnTo>
                <a:lnTo>
                  <a:pt x="552450" y="3457575"/>
                </a:lnTo>
                <a:lnTo>
                  <a:pt x="542925" y="3457575"/>
                </a:lnTo>
                <a:lnTo>
                  <a:pt x="542925" y="3467100"/>
                </a:lnTo>
                <a:lnTo>
                  <a:pt x="495300" y="3467100"/>
                </a:lnTo>
                <a:lnTo>
                  <a:pt x="495300" y="3457575"/>
                </a:lnTo>
                <a:lnTo>
                  <a:pt x="447675" y="3457575"/>
                </a:lnTo>
                <a:lnTo>
                  <a:pt x="447675" y="3467100"/>
                </a:lnTo>
                <a:lnTo>
                  <a:pt x="400050" y="3467100"/>
                </a:lnTo>
                <a:lnTo>
                  <a:pt x="400050" y="3457575"/>
                </a:lnTo>
                <a:lnTo>
                  <a:pt x="323850" y="3457575"/>
                </a:lnTo>
                <a:lnTo>
                  <a:pt x="323850" y="3438525"/>
                </a:lnTo>
                <a:lnTo>
                  <a:pt x="342900" y="3438525"/>
                </a:lnTo>
                <a:close/>
                <a:moveTo>
                  <a:pt x="962025" y="3429000"/>
                </a:moveTo>
                <a:lnTo>
                  <a:pt x="1114425" y="3429000"/>
                </a:lnTo>
                <a:lnTo>
                  <a:pt x="1114425" y="3438525"/>
                </a:lnTo>
                <a:lnTo>
                  <a:pt x="1123950" y="3438525"/>
                </a:lnTo>
                <a:lnTo>
                  <a:pt x="1123950" y="3429000"/>
                </a:lnTo>
                <a:lnTo>
                  <a:pt x="1162050" y="3429000"/>
                </a:lnTo>
                <a:lnTo>
                  <a:pt x="1162050" y="3438525"/>
                </a:lnTo>
                <a:lnTo>
                  <a:pt x="1219200" y="3438525"/>
                </a:lnTo>
                <a:lnTo>
                  <a:pt x="1219200" y="3448050"/>
                </a:lnTo>
                <a:lnTo>
                  <a:pt x="1228725" y="3448050"/>
                </a:lnTo>
                <a:lnTo>
                  <a:pt x="1228725" y="3467100"/>
                </a:lnTo>
                <a:lnTo>
                  <a:pt x="1219200" y="3467100"/>
                </a:lnTo>
                <a:lnTo>
                  <a:pt x="1219200" y="3486150"/>
                </a:lnTo>
                <a:lnTo>
                  <a:pt x="1209675" y="3486150"/>
                </a:lnTo>
                <a:lnTo>
                  <a:pt x="1209675" y="3476625"/>
                </a:lnTo>
                <a:lnTo>
                  <a:pt x="1200150" y="3476625"/>
                </a:lnTo>
                <a:lnTo>
                  <a:pt x="1200150" y="3467100"/>
                </a:lnTo>
                <a:lnTo>
                  <a:pt x="1123950" y="3467100"/>
                </a:lnTo>
                <a:lnTo>
                  <a:pt x="1123950" y="3457575"/>
                </a:lnTo>
                <a:lnTo>
                  <a:pt x="1085850" y="3457575"/>
                </a:lnTo>
                <a:lnTo>
                  <a:pt x="1085850" y="3448050"/>
                </a:lnTo>
                <a:lnTo>
                  <a:pt x="1057275" y="3448050"/>
                </a:lnTo>
                <a:lnTo>
                  <a:pt x="1057275" y="3457575"/>
                </a:lnTo>
                <a:lnTo>
                  <a:pt x="990600" y="3457575"/>
                </a:lnTo>
                <a:lnTo>
                  <a:pt x="990600" y="3476625"/>
                </a:lnTo>
                <a:lnTo>
                  <a:pt x="981075" y="3476625"/>
                </a:lnTo>
                <a:lnTo>
                  <a:pt x="981075" y="3448050"/>
                </a:lnTo>
                <a:lnTo>
                  <a:pt x="971550" y="3448050"/>
                </a:lnTo>
                <a:lnTo>
                  <a:pt x="971550" y="3438525"/>
                </a:lnTo>
                <a:lnTo>
                  <a:pt x="962025" y="3438525"/>
                </a:lnTo>
                <a:close/>
                <a:moveTo>
                  <a:pt x="247650" y="3438525"/>
                </a:moveTo>
                <a:lnTo>
                  <a:pt x="276225" y="3438525"/>
                </a:lnTo>
                <a:lnTo>
                  <a:pt x="276225" y="3457575"/>
                </a:lnTo>
                <a:lnTo>
                  <a:pt x="247650" y="3457575"/>
                </a:lnTo>
                <a:close/>
                <a:moveTo>
                  <a:pt x="590550" y="3457575"/>
                </a:moveTo>
                <a:lnTo>
                  <a:pt x="619125" y="3457575"/>
                </a:lnTo>
                <a:lnTo>
                  <a:pt x="619125" y="3476625"/>
                </a:lnTo>
                <a:lnTo>
                  <a:pt x="590550" y="3476625"/>
                </a:lnTo>
                <a:close/>
                <a:moveTo>
                  <a:pt x="638175" y="3476625"/>
                </a:moveTo>
                <a:lnTo>
                  <a:pt x="647700" y="3476625"/>
                </a:lnTo>
                <a:lnTo>
                  <a:pt x="647700" y="3495675"/>
                </a:lnTo>
                <a:lnTo>
                  <a:pt x="638175" y="3495675"/>
                </a:lnTo>
                <a:close/>
                <a:moveTo>
                  <a:pt x="600075" y="3505200"/>
                </a:moveTo>
                <a:lnTo>
                  <a:pt x="619125" y="3505200"/>
                </a:lnTo>
                <a:lnTo>
                  <a:pt x="619125" y="3514725"/>
                </a:lnTo>
                <a:lnTo>
                  <a:pt x="600075" y="3514725"/>
                </a:lnTo>
                <a:close/>
                <a:moveTo>
                  <a:pt x="923925" y="3514725"/>
                </a:moveTo>
                <a:lnTo>
                  <a:pt x="942975" y="3514725"/>
                </a:lnTo>
                <a:lnTo>
                  <a:pt x="942975" y="3524250"/>
                </a:lnTo>
                <a:lnTo>
                  <a:pt x="923925" y="3524250"/>
                </a:lnTo>
                <a:close/>
                <a:moveTo>
                  <a:pt x="1304925" y="3514725"/>
                </a:moveTo>
                <a:lnTo>
                  <a:pt x="1323975" y="3514725"/>
                </a:lnTo>
                <a:lnTo>
                  <a:pt x="1323975" y="3524250"/>
                </a:lnTo>
                <a:lnTo>
                  <a:pt x="1314450" y="3524250"/>
                </a:lnTo>
                <a:lnTo>
                  <a:pt x="1314450" y="3533775"/>
                </a:lnTo>
                <a:lnTo>
                  <a:pt x="1323975" y="3533775"/>
                </a:lnTo>
                <a:lnTo>
                  <a:pt x="1323975" y="3543300"/>
                </a:lnTo>
                <a:lnTo>
                  <a:pt x="1304925" y="3543300"/>
                </a:lnTo>
                <a:close/>
                <a:moveTo>
                  <a:pt x="209550" y="3524250"/>
                </a:moveTo>
                <a:lnTo>
                  <a:pt x="238125" y="3524250"/>
                </a:lnTo>
                <a:lnTo>
                  <a:pt x="238125" y="3533775"/>
                </a:lnTo>
                <a:lnTo>
                  <a:pt x="219075" y="3533775"/>
                </a:lnTo>
                <a:lnTo>
                  <a:pt x="219075" y="3543300"/>
                </a:lnTo>
                <a:lnTo>
                  <a:pt x="209550" y="3543300"/>
                </a:lnTo>
                <a:close/>
                <a:moveTo>
                  <a:pt x="247650" y="3524250"/>
                </a:moveTo>
                <a:lnTo>
                  <a:pt x="266700" y="3524250"/>
                </a:lnTo>
                <a:lnTo>
                  <a:pt x="266700" y="3543300"/>
                </a:lnTo>
                <a:lnTo>
                  <a:pt x="247650" y="3543300"/>
                </a:lnTo>
                <a:close/>
                <a:moveTo>
                  <a:pt x="304800" y="3524250"/>
                </a:moveTo>
                <a:lnTo>
                  <a:pt x="314325" y="3524250"/>
                </a:lnTo>
                <a:lnTo>
                  <a:pt x="314325" y="3543300"/>
                </a:lnTo>
                <a:lnTo>
                  <a:pt x="304800" y="3543300"/>
                </a:lnTo>
                <a:close/>
                <a:moveTo>
                  <a:pt x="28575" y="3533775"/>
                </a:moveTo>
                <a:lnTo>
                  <a:pt x="38100" y="3533775"/>
                </a:lnTo>
                <a:lnTo>
                  <a:pt x="38100" y="3543300"/>
                </a:lnTo>
                <a:lnTo>
                  <a:pt x="28575" y="3543300"/>
                </a:lnTo>
                <a:close/>
                <a:moveTo>
                  <a:pt x="523875" y="3533775"/>
                </a:moveTo>
                <a:lnTo>
                  <a:pt x="533400" y="3533775"/>
                </a:lnTo>
                <a:lnTo>
                  <a:pt x="533400" y="3543300"/>
                </a:lnTo>
                <a:lnTo>
                  <a:pt x="523875" y="3543300"/>
                </a:lnTo>
                <a:close/>
                <a:moveTo>
                  <a:pt x="542925" y="3533775"/>
                </a:moveTo>
                <a:lnTo>
                  <a:pt x="571500" y="3533775"/>
                </a:lnTo>
                <a:lnTo>
                  <a:pt x="571500" y="3543300"/>
                </a:lnTo>
                <a:lnTo>
                  <a:pt x="542925" y="3543300"/>
                </a:lnTo>
                <a:close/>
                <a:moveTo>
                  <a:pt x="600075" y="3533775"/>
                </a:moveTo>
                <a:lnTo>
                  <a:pt x="609600" y="3533775"/>
                </a:lnTo>
                <a:lnTo>
                  <a:pt x="609600" y="3543300"/>
                </a:lnTo>
                <a:lnTo>
                  <a:pt x="600075" y="3543300"/>
                </a:lnTo>
                <a:close/>
                <a:moveTo>
                  <a:pt x="628650" y="3533775"/>
                </a:moveTo>
                <a:lnTo>
                  <a:pt x="638175" y="3533775"/>
                </a:lnTo>
                <a:lnTo>
                  <a:pt x="638175" y="3543300"/>
                </a:lnTo>
                <a:lnTo>
                  <a:pt x="628650" y="3543300"/>
                </a:lnTo>
                <a:close/>
                <a:moveTo>
                  <a:pt x="904875" y="3533775"/>
                </a:moveTo>
                <a:lnTo>
                  <a:pt x="923925" y="3533775"/>
                </a:lnTo>
                <a:lnTo>
                  <a:pt x="923925" y="3543300"/>
                </a:lnTo>
                <a:lnTo>
                  <a:pt x="904875" y="3543300"/>
                </a:lnTo>
                <a:close/>
                <a:moveTo>
                  <a:pt x="1162050" y="3533775"/>
                </a:moveTo>
                <a:lnTo>
                  <a:pt x="1171575" y="3533775"/>
                </a:lnTo>
                <a:lnTo>
                  <a:pt x="1171575" y="3543300"/>
                </a:lnTo>
                <a:lnTo>
                  <a:pt x="1162050" y="3543300"/>
                </a:lnTo>
                <a:close/>
                <a:moveTo>
                  <a:pt x="514350" y="3543300"/>
                </a:moveTo>
                <a:lnTo>
                  <a:pt x="523875" y="3543300"/>
                </a:lnTo>
                <a:lnTo>
                  <a:pt x="523875" y="3552825"/>
                </a:lnTo>
                <a:lnTo>
                  <a:pt x="514350" y="3552825"/>
                </a:lnTo>
                <a:close/>
                <a:moveTo>
                  <a:pt x="1152525" y="3543300"/>
                </a:moveTo>
                <a:lnTo>
                  <a:pt x="1162050" y="3543300"/>
                </a:lnTo>
                <a:lnTo>
                  <a:pt x="1162050" y="3552825"/>
                </a:lnTo>
                <a:lnTo>
                  <a:pt x="1152525" y="3552825"/>
                </a:lnTo>
                <a:close/>
                <a:moveTo>
                  <a:pt x="123825" y="3552825"/>
                </a:moveTo>
                <a:lnTo>
                  <a:pt x="133350" y="3552825"/>
                </a:lnTo>
                <a:lnTo>
                  <a:pt x="133350" y="3590925"/>
                </a:lnTo>
                <a:lnTo>
                  <a:pt x="123825" y="3590925"/>
                </a:lnTo>
                <a:close/>
                <a:moveTo>
                  <a:pt x="323850" y="3571875"/>
                </a:moveTo>
                <a:lnTo>
                  <a:pt x="333375" y="3571875"/>
                </a:lnTo>
                <a:lnTo>
                  <a:pt x="333375" y="3581400"/>
                </a:lnTo>
                <a:lnTo>
                  <a:pt x="323850" y="3581400"/>
                </a:lnTo>
                <a:close/>
                <a:moveTo>
                  <a:pt x="819150" y="3571875"/>
                </a:moveTo>
                <a:lnTo>
                  <a:pt x="857250" y="3571875"/>
                </a:lnTo>
                <a:lnTo>
                  <a:pt x="857250" y="3581400"/>
                </a:lnTo>
                <a:lnTo>
                  <a:pt x="819150" y="3581400"/>
                </a:lnTo>
                <a:close/>
                <a:moveTo>
                  <a:pt x="1352550" y="3571875"/>
                </a:moveTo>
                <a:lnTo>
                  <a:pt x="1362075" y="3571875"/>
                </a:lnTo>
                <a:lnTo>
                  <a:pt x="1362075" y="3581400"/>
                </a:lnTo>
                <a:lnTo>
                  <a:pt x="1352550" y="3581400"/>
                </a:lnTo>
                <a:close/>
                <a:moveTo>
                  <a:pt x="1428750" y="3571875"/>
                </a:moveTo>
                <a:lnTo>
                  <a:pt x="1438275" y="3571875"/>
                </a:lnTo>
                <a:lnTo>
                  <a:pt x="1438275" y="3590925"/>
                </a:lnTo>
                <a:lnTo>
                  <a:pt x="1428750" y="3590925"/>
                </a:lnTo>
                <a:close/>
                <a:moveTo>
                  <a:pt x="1819275" y="3581400"/>
                </a:moveTo>
                <a:lnTo>
                  <a:pt x="1828800" y="3581400"/>
                </a:lnTo>
                <a:lnTo>
                  <a:pt x="1828800" y="3590925"/>
                </a:lnTo>
                <a:lnTo>
                  <a:pt x="1819275" y="3590925"/>
                </a:lnTo>
                <a:close/>
                <a:moveTo>
                  <a:pt x="1438275" y="3629025"/>
                </a:moveTo>
                <a:lnTo>
                  <a:pt x="1447800" y="3629025"/>
                </a:lnTo>
                <a:lnTo>
                  <a:pt x="1447800" y="3638550"/>
                </a:lnTo>
                <a:lnTo>
                  <a:pt x="1438275" y="3638550"/>
                </a:lnTo>
                <a:close/>
                <a:moveTo>
                  <a:pt x="142875" y="3638550"/>
                </a:moveTo>
                <a:lnTo>
                  <a:pt x="152400" y="3638550"/>
                </a:lnTo>
                <a:lnTo>
                  <a:pt x="152400" y="3648075"/>
                </a:lnTo>
                <a:lnTo>
                  <a:pt x="142875" y="3648075"/>
                </a:lnTo>
                <a:close/>
                <a:moveTo>
                  <a:pt x="1447800" y="3638550"/>
                </a:moveTo>
                <a:lnTo>
                  <a:pt x="1552575" y="3638550"/>
                </a:lnTo>
                <a:lnTo>
                  <a:pt x="1552575" y="3648075"/>
                </a:lnTo>
                <a:lnTo>
                  <a:pt x="1447800" y="3648075"/>
                </a:lnTo>
                <a:close/>
                <a:moveTo>
                  <a:pt x="1590675" y="3638550"/>
                </a:moveTo>
                <a:lnTo>
                  <a:pt x="1619250" y="3638550"/>
                </a:lnTo>
                <a:lnTo>
                  <a:pt x="1619250" y="3648075"/>
                </a:lnTo>
                <a:lnTo>
                  <a:pt x="1590675" y="3648075"/>
                </a:lnTo>
                <a:close/>
                <a:moveTo>
                  <a:pt x="1628775" y="3648075"/>
                </a:moveTo>
                <a:lnTo>
                  <a:pt x="1638300" y="3648075"/>
                </a:lnTo>
                <a:lnTo>
                  <a:pt x="1638300" y="3657600"/>
                </a:lnTo>
                <a:lnTo>
                  <a:pt x="1628775" y="3657600"/>
                </a:lnTo>
                <a:close/>
                <a:moveTo>
                  <a:pt x="1657350" y="3648075"/>
                </a:moveTo>
                <a:lnTo>
                  <a:pt x="1704975" y="3648075"/>
                </a:lnTo>
                <a:lnTo>
                  <a:pt x="1704975" y="3676650"/>
                </a:lnTo>
                <a:lnTo>
                  <a:pt x="1695450" y="3676650"/>
                </a:lnTo>
                <a:lnTo>
                  <a:pt x="1695450" y="3686175"/>
                </a:lnTo>
                <a:lnTo>
                  <a:pt x="1685925" y="3686175"/>
                </a:lnTo>
                <a:lnTo>
                  <a:pt x="1685925" y="3695700"/>
                </a:lnTo>
                <a:lnTo>
                  <a:pt x="1676400" y="3695700"/>
                </a:lnTo>
                <a:lnTo>
                  <a:pt x="1676400" y="3705225"/>
                </a:lnTo>
                <a:lnTo>
                  <a:pt x="1666875" y="3705225"/>
                </a:lnTo>
                <a:lnTo>
                  <a:pt x="1666875" y="3714750"/>
                </a:lnTo>
                <a:lnTo>
                  <a:pt x="1657350" y="3714750"/>
                </a:lnTo>
                <a:lnTo>
                  <a:pt x="1657350" y="3724275"/>
                </a:lnTo>
                <a:lnTo>
                  <a:pt x="1647825" y="3724275"/>
                </a:lnTo>
                <a:lnTo>
                  <a:pt x="1647825" y="3733800"/>
                </a:lnTo>
                <a:lnTo>
                  <a:pt x="1638300" y="3733800"/>
                </a:lnTo>
                <a:lnTo>
                  <a:pt x="1638300" y="3724275"/>
                </a:lnTo>
                <a:lnTo>
                  <a:pt x="1619250" y="3724275"/>
                </a:lnTo>
                <a:lnTo>
                  <a:pt x="1619250" y="3714750"/>
                </a:lnTo>
                <a:lnTo>
                  <a:pt x="1609725" y="3714750"/>
                </a:lnTo>
                <a:lnTo>
                  <a:pt x="1609725" y="3695700"/>
                </a:lnTo>
                <a:lnTo>
                  <a:pt x="1619250" y="3695700"/>
                </a:lnTo>
                <a:lnTo>
                  <a:pt x="1619250" y="3686175"/>
                </a:lnTo>
                <a:lnTo>
                  <a:pt x="1657350" y="3686175"/>
                </a:lnTo>
                <a:lnTo>
                  <a:pt x="1657350" y="3676650"/>
                </a:lnTo>
                <a:lnTo>
                  <a:pt x="1666875" y="3676650"/>
                </a:lnTo>
                <a:lnTo>
                  <a:pt x="1666875" y="3657600"/>
                </a:lnTo>
                <a:lnTo>
                  <a:pt x="1657350" y="3657600"/>
                </a:lnTo>
                <a:close/>
                <a:moveTo>
                  <a:pt x="57150" y="3667125"/>
                </a:moveTo>
                <a:lnTo>
                  <a:pt x="66675" y="3667125"/>
                </a:lnTo>
                <a:lnTo>
                  <a:pt x="66675" y="3676650"/>
                </a:lnTo>
                <a:lnTo>
                  <a:pt x="57150" y="3676650"/>
                </a:lnTo>
                <a:close/>
                <a:moveTo>
                  <a:pt x="1790700" y="3676650"/>
                </a:moveTo>
                <a:lnTo>
                  <a:pt x="1800225" y="3676650"/>
                </a:lnTo>
                <a:lnTo>
                  <a:pt x="1800225" y="3686175"/>
                </a:lnTo>
                <a:lnTo>
                  <a:pt x="1790700" y="3686175"/>
                </a:lnTo>
                <a:close/>
                <a:moveTo>
                  <a:pt x="180975" y="3695700"/>
                </a:moveTo>
                <a:lnTo>
                  <a:pt x="190500" y="3695700"/>
                </a:lnTo>
                <a:lnTo>
                  <a:pt x="190500" y="3705225"/>
                </a:lnTo>
                <a:lnTo>
                  <a:pt x="180975" y="3705225"/>
                </a:lnTo>
                <a:close/>
                <a:moveTo>
                  <a:pt x="85725" y="3714750"/>
                </a:moveTo>
                <a:lnTo>
                  <a:pt x="95250" y="3714750"/>
                </a:lnTo>
                <a:lnTo>
                  <a:pt x="95250" y="3724275"/>
                </a:lnTo>
                <a:lnTo>
                  <a:pt x="85725" y="3724275"/>
                </a:lnTo>
                <a:close/>
                <a:moveTo>
                  <a:pt x="295275" y="3733800"/>
                </a:moveTo>
                <a:lnTo>
                  <a:pt x="304800" y="3733800"/>
                </a:lnTo>
                <a:lnTo>
                  <a:pt x="304800" y="3743325"/>
                </a:lnTo>
                <a:lnTo>
                  <a:pt x="333375" y="3743325"/>
                </a:lnTo>
                <a:lnTo>
                  <a:pt x="333375" y="3762375"/>
                </a:lnTo>
                <a:lnTo>
                  <a:pt x="342900" y="3762375"/>
                </a:lnTo>
                <a:lnTo>
                  <a:pt x="342900" y="3771900"/>
                </a:lnTo>
                <a:lnTo>
                  <a:pt x="295275" y="3771900"/>
                </a:lnTo>
                <a:lnTo>
                  <a:pt x="295275" y="3762375"/>
                </a:lnTo>
                <a:lnTo>
                  <a:pt x="276225" y="3762375"/>
                </a:lnTo>
                <a:lnTo>
                  <a:pt x="276225" y="3752850"/>
                </a:lnTo>
                <a:lnTo>
                  <a:pt x="247650" y="3752850"/>
                </a:lnTo>
                <a:lnTo>
                  <a:pt x="247650" y="3743325"/>
                </a:lnTo>
                <a:lnTo>
                  <a:pt x="285750" y="3743325"/>
                </a:lnTo>
                <a:lnTo>
                  <a:pt x="285750" y="3752850"/>
                </a:lnTo>
                <a:lnTo>
                  <a:pt x="295275" y="3752850"/>
                </a:lnTo>
                <a:close/>
                <a:moveTo>
                  <a:pt x="1219200" y="3771900"/>
                </a:moveTo>
                <a:lnTo>
                  <a:pt x="1238250" y="3771900"/>
                </a:lnTo>
                <a:lnTo>
                  <a:pt x="1238250" y="3781425"/>
                </a:lnTo>
                <a:lnTo>
                  <a:pt x="1219200" y="3781425"/>
                </a:lnTo>
                <a:close/>
                <a:moveTo>
                  <a:pt x="1323975" y="3771900"/>
                </a:moveTo>
                <a:lnTo>
                  <a:pt x="1333500" y="3771900"/>
                </a:lnTo>
                <a:lnTo>
                  <a:pt x="1333500" y="3781425"/>
                </a:lnTo>
                <a:lnTo>
                  <a:pt x="1323975" y="3781425"/>
                </a:lnTo>
                <a:close/>
                <a:moveTo>
                  <a:pt x="1343025" y="3771900"/>
                </a:moveTo>
                <a:lnTo>
                  <a:pt x="1352550" y="3771900"/>
                </a:lnTo>
                <a:lnTo>
                  <a:pt x="1352550" y="3781425"/>
                </a:lnTo>
                <a:lnTo>
                  <a:pt x="1343025" y="3781425"/>
                </a:lnTo>
                <a:close/>
                <a:moveTo>
                  <a:pt x="1543050" y="3857625"/>
                </a:moveTo>
                <a:lnTo>
                  <a:pt x="1552575" y="3857625"/>
                </a:lnTo>
                <a:lnTo>
                  <a:pt x="1552575" y="3867150"/>
                </a:lnTo>
                <a:lnTo>
                  <a:pt x="1543050" y="3867150"/>
                </a:lnTo>
                <a:close/>
              </a:path>
            </a:pathLst>
          </a:custGeom>
          <a:solidFill xmlns:a="http://schemas.openxmlformats.org/drawingml/2006/main">
            <a:srgbClr val="EEEBDF"/>
          </a:solidFill>
          <a:ln xmlns:a="http://schemas.openxmlformats.org/drawingml/2006/main" w="0">
            <a:noFill/>
          </a:ln>
        </p:spPr>
      </p:sp>
      <p:sp>
        <p:nvSpPr>
          <p:cNvPr id="44" name="phone4 vector #e9e4d8">
            <a:extLst xmlns:a="http://schemas.openxmlformats.org/drawingml/2006/main">
              <a:ext uri="{FF2B5EF4-FFF2-40B4-BE49-F238E27FC236}">
                <a16:creationId xmlns:a16="http://schemas.microsoft.com/office/drawing/2014/main" id="{33C6A866-1EB5-41D1-9DC1-A2A89FF92E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552825" y="1866900"/>
            <a:ext cx="2181225" cy="4581525"/>
          </a:xfrm>
          <a:custGeom xmlns:a="http://schemas.openxmlformats.org/drawingml/2006/main">
            <a:pathLst>
              <a:path w="1847850" h="3886200">
                <a:moveTo>
                  <a:pt x="238125" y="47625"/>
                </a:moveTo>
                <a:lnTo>
                  <a:pt x="247650" y="47625"/>
                </a:lnTo>
                <a:lnTo>
                  <a:pt x="247650" y="57150"/>
                </a:lnTo>
                <a:lnTo>
                  <a:pt x="238125" y="57150"/>
                </a:lnTo>
                <a:close/>
                <a:moveTo>
                  <a:pt x="1676400" y="76200"/>
                </a:moveTo>
                <a:lnTo>
                  <a:pt x="1685925" y="76200"/>
                </a:lnTo>
                <a:lnTo>
                  <a:pt x="1685925" y="85725"/>
                </a:lnTo>
                <a:lnTo>
                  <a:pt x="1676400" y="85725"/>
                </a:lnTo>
                <a:close/>
                <a:moveTo>
                  <a:pt x="609600" y="104775"/>
                </a:moveTo>
                <a:lnTo>
                  <a:pt x="714375" y="104775"/>
                </a:lnTo>
                <a:lnTo>
                  <a:pt x="714375" y="114300"/>
                </a:lnTo>
                <a:lnTo>
                  <a:pt x="609600" y="114300"/>
                </a:lnTo>
                <a:close/>
                <a:moveTo>
                  <a:pt x="990600" y="104775"/>
                </a:moveTo>
                <a:lnTo>
                  <a:pt x="1123950" y="104775"/>
                </a:lnTo>
                <a:lnTo>
                  <a:pt x="1123950" y="114300"/>
                </a:lnTo>
                <a:lnTo>
                  <a:pt x="990600" y="114300"/>
                </a:lnTo>
                <a:close/>
                <a:moveTo>
                  <a:pt x="1190625" y="104775"/>
                </a:moveTo>
                <a:lnTo>
                  <a:pt x="1466850" y="104775"/>
                </a:lnTo>
                <a:lnTo>
                  <a:pt x="1466850" y="114300"/>
                </a:lnTo>
                <a:lnTo>
                  <a:pt x="1190625" y="114300"/>
                </a:lnTo>
                <a:close/>
                <a:moveTo>
                  <a:pt x="1714500" y="104775"/>
                </a:moveTo>
                <a:lnTo>
                  <a:pt x="1724025" y="104775"/>
                </a:lnTo>
                <a:lnTo>
                  <a:pt x="1724025" y="114300"/>
                </a:lnTo>
                <a:lnTo>
                  <a:pt x="1714500" y="114300"/>
                </a:lnTo>
                <a:close/>
                <a:moveTo>
                  <a:pt x="304800" y="114300"/>
                </a:moveTo>
                <a:lnTo>
                  <a:pt x="314325" y="114300"/>
                </a:lnTo>
                <a:lnTo>
                  <a:pt x="314325" y="123825"/>
                </a:lnTo>
                <a:lnTo>
                  <a:pt x="304800" y="123825"/>
                </a:lnTo>
                <a:close/>
                <a:moveTo>
                  <a:pt x="1743075" y="133350"/>
                </a:moveTo>
                <a:lnTo>
                  <a:pt x="1752600" y="133350"/>
                </a:lnTo>
                <a:lnTo>
                  <a:pt x="1752600" y="142875"/>
                </a:lnTo>
                <a:lnTo>
                  <a:pt x="1743075" y="142875"/>
                </a:lnTo>
                <a:close/>
                <a:moveTo>
                  <a:pt x="771525" y="142875"/>
                </a:moveTo>
                <a:lnTo>
                  <a:pt x="790575" y="142875"/>
                </a:lnTo>
                <a:lnTo>
                  <a:pt x="790575" y="152400"/>
                </a:lnTo>
                <a:lnTo>
                  <a:pt x="771525" y="152400"/>
                </a:lnTo>
                <a:close/>
                <a:moveTo>
                  <a:pt x="1057275" y="142875"/>
                </a:moveTo>
                <a:lnTo>
                  <a:pt x="1114425" y="142875"/>
                </a:lnTo>
                <a:lnTo>
                  <a:pt x="1114425" y="152400"/>
                </a:lnTo>
                <a:lnTo>
                  <a:pt x="1057275" y="152400"/>
                </a:lnTo>
                <a:close/>
                <a:moveTo>
                  <a:pt x="95250" y="152400"/>
                </a:moveTo>
                <a:lnTo>
                  <a:pt x="104775" y="152400"/>
                </a:lnTo>
                <a:lnTo>
                  <a:pt x="104775" y="161925"/>
                </a:lnTo>
                <a:lnTo>
                  <a:pt x="95250" y="161925"/>
                </a:lnTo>
                <a:close/>
                <a:moveTo>
                  <a:pt x="723900" y="152400"/>
                </a:moveTo>
                <a:lnTo>
                  <a:pt x="733425" y="152400"/>
                </a:lnTo>
                <a:lnTo>
                  <a:pt x="733425" y="161925"/>
                </a:lnTo>
                <a:lnTo>
                  <a:pt x="723900" y="161925"/>
                </a:lnTo>
                <a:close/>
                <a:moveTo>
                  <a:pt x="1123950" y="152400"/>
                </a:moveTo>
                <a:lnTo>
                  <a:pt x="1133475" y="152400"/>
                </a:lnTo>
                <a:lnTo>
                  <a:pt x="1133475" y="161925"/>
                </a:lnTo>
                <a:lnTo>
                  <a:pt x="1123950" y="161925"/>
                </a:lnTo>
                <a:close/>
                <a:moveTo>
                  <a:pt x="190500" y="171450"/>
                </a:moveTo>
                <a:lnTo>
                  <a:pt x="200025" y="171450"/>
                </a:lnTo>
                <a:lnTo>
                  <a:pt x="200025" y="180975"/>
                </a:lnTo>
                <a:lnTo>
                  <a:pt x="190500" y="180975"/>
                </a:lnTo>
                <a:close/>
                <a:moveTo>
                  <a:pt x="1771650" y="171450"/>
                </a:moveTo>
                <a:lnTo>
                  <a:pt x="1781175" y="171450"/>
                </a:lnTo>
                <a:lnTo>
                  <a:pt x="1781175" y="180975"/>
                </a:lnTo>
                <a:lnTo>
                  <a:pt x="1771650" y="180975"/>
                </a:lnTo>
                <a:close/>
                <a:moveTo>
                  <a:pt x="76200" y="180975"/>
                </a:moveTo>
                <a:lnTo>
                  <a:pt x="85725" y="180975"/>
                </a:lnTo>
                <a:lnTo>
                  <a:pt x="85725" y="190500"/>
                </a:lnTo>
                <a:lnTo>
                  <a:pt x="76200" y="190500"/>
                </a:lnTo>
                <a:close/>
                <a:moveTo>
                  <a:pt x="180975" y="180975"/>
                </a:moveTo>
                <a:lnTo>
                  <a:pt x="190500" y="180975"/>
                </a:lnTo>
                <a:lnTo>
                  <a:pt x="190500" y="190500"/>
                </a:lnTo>
                <a:lnTo>
                  <a:pt x="180975" y="190500"/>
                </a:lnTo>
                <a:close/>
                <a:moveTo>
                  <a:pt x="171450" y="190500"/>
                </a:moveTo>
                <a:lnTo>
                  <a:pt x="180975" y="190500"/>
                </a:lnTo>
                <a:lnTo>
                  <a:pt x="180975" y="200025"/>
                </a:lnTo>
                <a:lnTo>
                  <a:pt x="171450" y="200025"/>
                </a:lnTo>
                <a:close/>
                <a:moveTo>
                  <a:pt x="1781175" y="190500"/>
                </a:moveTo>
                <a:lnTo>
                  <a:pt x="1790700" y="190500"/>
                </a:lnTo>
                <a:lnTo>
                  <a:pt x="1790700" y="200025"/>
                </a:lnTo>
                <a:lnTo>
                  <a:pt x="1781175" y="200025"/>
                </a:lnTo>
                <a:close/>
                <a:moveTo>
                  <a:pt x="66675" y="200025"/>
                </a:moveTo>
                <a:lnTo>
                  <a:pt x="76200" y="200025"/>
                </a:lnTo>
                <a:lnTo>
                  <a:pt x="76200" y="209550"/>
                </a:lnTo>
                <a:lnTo>
                  <a:pt x="66675" y="209550"/>
                </a:lnTo>
                <a:close/>
                <a:moveTo>
                  <a:pt x="1514475" y="200025"/>
                </a:moveTo>
                <a:lnTo>
                  <a:pt x="1581150" y="200025"/>
                </a:lnTo>
                <a:lnTo>
                  <a:pt x="1581150" y="209550"/>
                </a:lnTo>
                <a:lnTo>
                  <a:pt x="1514475" y="209550"/>
                </a:lnTo>
                <a:close/>
                <a:moveTo>
                  <a:pt x="390525" y="209550"/>
                </a:moveTo>
                <a:lnTo>
                  <a:pt x="409575" y="209550"/>
                </a:lnTo>
                <a:lnTo>
                  <a:pt x="409575" y="219075"/>
                </a:lnTo>
                <a:lnTo>
                  <a:pt x="428625" y="219075"/>
                </a:lnTo>
                <a:lnTo>
                  <a:pt x="428625" y="228600"/>
                </a:lnTo>
                <a:lnTo>
                  <a:pt x="400050" y="228600"/>
                </a:lnTo>
                <a:lnTo>
                  <a:pt x="400050" y="219075"/>
                </a:lnTo>
                <a:lnTo>
                  <a:pt x="390525" y="219075"/>
                </a:lnTo>
                <a:close/>
                <a:moveTo>
                  <a:pt x="447675" y="209550"/>
                </a:moveTo>
                <a:lnTo>
                  <a:pt x="476250" y="209550"/>
                </a:lnTo>
                <a:lnTo>
                  <a:pt x="476250" y="219075"/>
                </a:lnTo>
                <a:lnTo>
                  <a:pt x="447675" y="219075"/>
                </a:lnTo>
                <a:close/>
                <a:moveTo>
                  <a:pt x="1400175" y="209550"/>
                </a:moveTo>
                <a:lnTo>
                  <a:pt x="1409700" y="209550"/>
                </a:lnTo>
                <a:lnTo>
                  <a:pt x="1409700" y="219075"/>
                </a:lnTo>
                <a:lnTo>
                  <a:pt x="1400175" y="219075"/>
                </a:lnTo>
                <a:close/>
                <a:moveTo>
                  <a:pt x="1457325" y="209550"/>
                </a:moveTo>
                <a:lnTo>
                  <a:pt x="1466850" y="209550"/>
                </a:lnTo>
                <a:lnTo>
                  <a:pt x="1466850" y="219075"/>
                </a:lnTo>
                <a:lnTo>
                  <a:pt x="1457325" y="219075"/>
                </a:lnTo>
                <a:close/>
                <a:moveTo>
                  <a:pt x="1790700" y="209550"/>
                </a:moveTo>
                <a:lnTo>
                  <a:pt x="1800225" y="209550"/>
                </a:lnTo>
                <a:lnTo>
                  <a:pt x="1800225" y="219075"/>
                </a:lnTo>
                <a:lnTo>
                  <a:pt x="1790700" y="219075"/>
                </a:lnTo>
                <a:close/>
                <a:moveTo>
                  <a:pt x="57150" y="219075"/>
                </a:moveTo>
                <a:lnTo>
                  <a:pt x="66675" y="219075"/>
                </a:lnTo>
                <a:lnTo>
                  <a:pt x="66675" y="228600"/>
                </a:lnTo>
                <a:lnTo>
                  <a:pt x="57150" y="228600"/>
                </a:lnTo>
                <a:close/>
                <a:moveTo>
                  <a:pt x="1466850" y="219075"/>
                </a:moveTo>
                <a:lnTo>
                  <a:pt x="1476375" y="219075"/>
                </a:lnTo>
                <a:lnTo>
                  <a:pt x="1476375" y="228600"/>
                </a:lnTo>
                <a:lnTo>
                  <a:pt x="1466850" y="228600"/>
                </a:lnTo>
                <a:close/>
                <a:moveTo>
                  <a:pt x="314325" y="228600"/>
                </a:moveTo>
                <a:lnTo>
                  <a:pt x="323850" y="228600"/>
                </a:lnTo>
                <a:lnTo>
                  <a:pt x="323850" y="247650"/>
                </a:lnTo>
                <a:lnTo>
                  <a:pt x="314325" y="247650"/>
                </a:lnTo>
                <a:close/>
                <a:moveTo>
                  <a:pt x="1609725" y="228600"/>
                </a:moveTo>
                <a:lnTo>
                  <a:pt x="1619250" y="228600"/>
                </a:lnTo>
                <a:lnTo>
                  <a:pt x="1619250" y="247650"/>
                </a:lnTo>
                <a:lnTo>
                  <a:pt x="1609725" y="247650"/>
                </a:lnTo>
                <a:close/>
                <a:moveTo>
                  <a:pt x="47625" y="247650"/>
                </a:moveTo>
                <a:lnTo>
                  <a:pt x="57150" y="247650"/>
                </a:lnTo>
                <a:lnTo>
                  <a:pt x="57150" y="257175"/>
                </a:lnTo>
                <a:lnTo>
                  <a:pt x="47625" y="257175"/>
                </a:lnTo>
                <a:close/>
                <a:moveTo>
                  <a:pt x="1295400" y="247650"/>
                </a:moveTo>
                <a:lnTo>
                  <a:pt x="1333500" y="247650"/>
                </a:lnTo>
                <a:lnTo>
                  <a:pt x="1333500" y="266700"/>
                </a:lnTo>
                <a:lnTo>
                  <a:pt x="1295400" y="266700"/>
                </a:lnTo>
                <a:close/>
                <a:moveTo>
                  <a:pt x="1343025" y="247650"/>
                </a:moveTo>
                <a:lnTo>
                  <a:pt x="1362075" y="247650"/>
                </a:lnTo>
                <a:lnTo>
                  <a:pt x="1362075" y="266700"/>
                </a:lnTo>
                <a:lnTo>
                  <a:pt x="1343025" y="266700"/>
                </a:lnTo>
                <a:close/>
                <a:moveTo>
                  <a:pt x="1600200" y="247650"/>
                </a:moveTo>
                <a:lnTo>
                  <a:pt x="1609725" y="247650"/>
                </a:lnTo>
                <a:lnTo>
                  <a:pt x="1609725" y="257175"/>
                </a:lnTo>
                <a:lnTo>
                  <a:pt x="1600200" y="257175"/>
                </a:lnTo>
                <a:close/>
                <a:moveTo>
                  <a:pt x="390525" y="257175"/>
                </a:moveTo>
                <a:lnTo>
                  <a:pt x="419100" y="257175"/>
                </a:lnTo>
                <a:lnTo>
                  <a:pt x="419100" y="266700"/>
                </a:lnTo>
                <a:lnTo>
                  <a:pt x="390525" y="266700"/>
                </a:lnTo>
                <a:close/>
                <a:moveTo>
                  <a:pt x="1590675" y="257175"/>
                </a:moveTo>
                <a:lnTo>
                  <a:pt x="1600200" y="257175"/>
                </a:lnTo>
                <a:lnTo>
                  <a:pt x="1600200" y="266700"/>
                </a:lnTo>
                <a:lnTo>
                  <a:pt x="1590675" y="266700"/>
                </a:lnTo>
                <a:close/>
                <a:moveTo>
                  <a:pt x="1724025" y="266700"/>
                </a:moveTo>
                <a:lnTo>
                  <a:pt x="1733550" y="266700"/>
                </a:lnTo>
                <a:lnTo>
                  <a:pt x="1733550" y="276225"/>
                </a:lnTo>
                <a:lnTo>
                  <a:pt x="1724025" y="276225"/>
                </a:lnTo>
                <a:close/>
                <a:moveTo>
                  <a:pt x="685800" y="285750"/>
                </a:moveTo>
                <a:lnTo>
                  <a:pt x="695325" y="285750"/>
                </a:lnTo>
                <a:lnTo>
                  <a:pt x="695325" y="295275"/>
                </a:lnTo>
                <a:lnTo>
                  <a:pt x="685800" y="295275"/>
                </a:lnTo>
                <a:close/>
                <a:moveTo>
                  <a:pt x="695325" y="295275"/>
                </a:moveTo>
                <a:lnTo>
                  <a:pt x="704850" y="295275"/>
                </a:lnTo>
                <a:lnTo>
                  <a:pt x="704850" y="304800"/>
                </a:lnTo>
                <a:lnTo>
                  <a:pt x="695325" y="304800"/>
                </a:lnTo>
                <a:close/>
                <a:moveTo>
                  <a:pt x="1819275" y="304800"/>
                </a:moveTo>
                <a:lnTo>
                  <a:pt x="1828800" y="304800"/>
                </a:lnTo>
                <a:lnTo>
                  <a:pt x="1828800" y="314325"/>
                </a:lnTo>
                <a:lnTo>
                  <a:pt x="1819275" y="314325"/>
                </a:lnTo>
                <a:close/>
                <a:moveTo>
                  <a:pt x="28575" y="342900"/>
                </a:moveTo>
                <a:lnTo>
                  <a:pt x="38100" y="342900"/>
                </a:lnTo>
                <a:lnTo>
                  <a:pt x="38100" y="352425"/>
                </a:lnTo>
                <a:lnTo>
                  <a:pt x="28575" y="352425"/>
                </a:lnTo>
                <a:close/>
                <a:moveTo>
                  <a:pt x="209550" y="409575"/>
                </a:moveTo>
                <a:lnTo>
                  <a:pt x="276225" y="409575"/>
                </a:lnTo>
                <a:lnTo>
                  <a:pt x="276225" y="419100"/>
                </a:lnTo>
                <a:lnTo>
                  <a:pt x="285750" y="419100"/>
                </a:lnTo>
                <a:lnTo>
                  <a:pt x="285750" y="428625"/>
                </a:lnTo>
                <a:lnTo>
                  <a:pt x="266700" y="428625"/>
                </a:lnTo>
                <a:lnTo>
                  <a:pt x="266700" y="438150"/>
                </a:lnTo>
                <a:lnTo>
                  <a:pt x="276225" y="438150"/>
                </a:lnTo>
                <a:lnTo>
                  <a:pt x="276225" y="447675"/>
                </a:lnTo>
                <a:lnTo>
                  <a:pt x="257175" y="447675"/>
                </a:lnTo>
                <a:lnTo>
                  <a:pt x="257175" y="457200"/>
                </a:lnTo>
                <a:lnTo>
                  <a:pt x="228600" y="457200"/>
                </a:lnTo>
                <a:lnTo>
                  <a:pt x="228600" y="438150"/>
                </a:lnTo>
                <a:lnTo>
                  <a:pt x="219075" y="438150"/>
                </a:lnTo>
                <a:lnTo>
                  <a:pt x="219075" y="428625"/>
                </a:lnTo>
                <a:lnTo>
                  <a:pt x="200025" y="428625"/>
                </a:lnTo>
                <a:lnTo>
                  <a:pt x="200025" y="419100"/>
                </a:lnTo>
                <a:lnTo>
                  <a:pt x="209550" y="419100"/>
                </a:lnTo>
                <a:close/>
                <a:moveTo>
                  <a:pt x="571500" y="428625"/>
                </a:moveTo>
                <a:lnTo>
                  <a:pt x="581025" y="428625"/>
                </a:lnTo>
                <a:lnTo>
                  <a:pt x="581025" y="438150"/>
                </a:lnTo>
                <a:lnTo>
                  <a:pt x="571500" y="438150"/>
                </a:lnTo>
                <a:close/>
                <a:moveTo>
                  <a:pt x="933450" y="428625"/>
                </a:moveTo>
                <a:lnTo>
                  <a:pt x="942975" y="428625"/>
                </a:lnTo>
                <a:lnTo>
                  <a:pt x="942975" y="438150"/>
                </a:lnTo>
                <a:lnTo>
                  <a:pt x="933450" y="438150"/>
                </a:lnTo>
                <a:close/>
                <a:moveTo>
                  <a:pt x="209550" y="438150"/>
                </a:moveTo>
                <a:lnTo>
                  <a:pt x="219075" y="438150"/>
                </a:lnTo>
                <a:lnTo>
                  <a:pt x="219075" y="447675"/>
                </a:lnTo>
                <a:lnTo>
                  <a:pt x="209550" y="447675"/>
                </a:lnTo>
                <a:close/>
                <a:moveTo>
                  <a:pt x="457200" y="438150"/>
                </a:moveTo>
                <a:lnTo>
                  <a:pt x="476250" y="438150"/>
                </a:lnTo>
                <a:lnTo>
                  <a:pt x="476250" y="447675"/>
                </a:lnTo>
                <a:lnTo>
                  <a:pt x="457200" y="447675"/>
                </a:lnTo>
                <a:close/>
                <a:moveTo>
                  <a:pt x="495300" y="438150"/>
                </a:moveTo>
                <a:lnTo>
                  <a:pt x="514350" y="438150"/>
                </a:lnTo>
                <a:lnTo>
                  <a:pt x="514350" y="447675"/>
                </a:lnTo>
                <a:lnTo>
                  <a:pt x="495300" y="447675"/>
                </a:lnTo>
                <a:close/>
                <a:moveTo>
                  <a:pt x="647700" y="438150"/>
                </a:moveTo>
                <a:lnTo>
                  <a:pt x="657225" y="438150"/>
                </a:lnTo>
                <a:lnTo>
                  <a:pt x="657225" y="447675"/>
                </a:lnTo>
                <a:lnTo>
                  <a:pt x="647700" y="447675"/>
                </a:lnTo>
                <a:close/>
                <a:moveTo>
                  <a:pt x="714375" y="438150"/>
                </a:moveTo>
                <a:lnTo>
                  <a:pt x="723900" y="438150"/>
                </a:lnTo>
                <a:lnTo>
                  <a:pt x="723900" y="447675"/>
                </a:lnTo>
                <a:lnTo>
                  <a:pt x="714375" y="447675"/>
                </a:lnTo>
                <a:close/>
                <a:moveTo>
                  <a:pt x="628650" y="447675"/>
                </a:moveTo>
                <a:lnTo>
                  <a:pt x="647700" y="447675"/>
                </a:lnTo>
                <a:lnTo>
                  <a:pt x="647700" y="457200"/>
                </a:lnTo>
                <a:lnTo>
                  <a:pt x="628650" y="457200"/>
                </a:lnTo>
                <a:close/>
                <a:moveTo>
                  <a:pt x="723900" y="447675"/>
                </a:moveTo>
                <a:lnTo>
                  <a:pt x="742950" y="447675"/>
                </a:lnTo>
                <a:lnTo>
                  <a:pt x="742950" y="476250"/>
                </a:lnTo>
                <a:lnTo>
                  <a:pt x="723900" y="476250"/>
                </a:lnTo>
                <a:close/>
                <a:moveTo>
                  <a:pt x="180975" y="466725"/>
                </a:moveTo>
                <a:lnTo>
                  <a:pt x="190500" y="466725"/>
                </a:lnTo>
                <a:lnTo>
                  <a:pt x="190500" y="476250"/>
                </a:lnTo>
                <a:lnTo>
                  <a:pt x="180975" y="476250"/>
                </a:lnTo>
                <a:close/>
                <a:moveTo>
                  <a:pt x="714375" y="476250"/>
                </a:moveTo>
                <a:lnTo>
                  <a:pt x="723900" y="476250"/>
                </a:lnTo>
                <a:lnTo>
                  <a:pt x="723900" y="485775"/>
                </a:lnTo>
                <a:lnTo>
                  <a:pt x="714375" y="485775"/>
                </a:lnTo>
                <a:close/>
                <a:moveTo>
                  <a:pt x="1743075" y="495300"/>
                </a:moveTo>
                <a:lnTo>
                  <a:pt x="1752600" y="495300"/>
                </a:lnTo>
                <a:lnTo>
                  <a:pt x="1752600" y="704850"/>
                </a:lnTo>
                <a:lnTo>
                  <a:pt x="1743075" y="704850"/>
                </a:lnTo>
                <a:close/>
                <a:moveTo>
                  <a:pt x="190500" y="514350"/>
                </a:moveTo>
                <a:lnTo>
                  <a:pt x="200025" y="514350"/>
                </a:lnTo>
                <a:lnTo>
                  <a:pt x="200025" y="523875"/>
                </a:lnTo>
                <a:lnTo>
                  <a:pt x="190500" y="523875"/>
                </a:lnTo>
                <a:close/>
                <a:moveTo>
                  <a:pt x="285750" y="514350"/>
                </a:moveTo>
                <a:lnTo>
                  <a:pt x="295275" y="514350"/>
                </a:lnTo>
                <a:lnTo>
                  <a:pt x="295275" y="523875"/>
                </a:lnTo>
                <a:lnTo>
                  <a:pt x="285750" y="523875"/>
                </a:lnTo>
                <a:close/>
                <a:moveTo>
                  <a:pt x="342900" y="514350"/>
                </a:moveTo>
                <a:lnTo>
                  <a:pt x="352425" y="514350"/>
                </a:lnTo>
                <a:lnTo>
                  <a:pt x="352425" y="533400"/>
                </a:lnTo>
                <a:lnTo>
                  <a:pt x="342900" y="533400"/>
                </a:lnTo>
                <a:close/>
                <a:moveTo>
                  <a:pt x="200025" y="523875"/>
                </a:moveTo>
                <a:lnTo>
                  <a:pt x="285750" y="523875"/>
                </a:lnTo>
                <a:lnTo>
                  <a:pt x="285750" y="533400"/>
                </a:lnTo>
                <a:lnTo>
                  <a:pt x="200025" y="533400"/>
                </a:lnTo>
                <a:close/>
                <a:moveTo>
                  <a:pt x="257175" y="695325"/>
                </a:moveTo>
                <a:lnTo>
                  <a:pt x="266700" y="695325"/>
                </a:lnTo>
                <a:lnTo>
                  <a:pt x="266700" y="704850"/>
                </a:lnTo>
                <a:lnTo>
                  <a:pt x="257175" y="704850"/>
                </a:lnTo>
                <a:close/>
                <a:moveTo>
                  <a:pt x="485775" y="695325"/>
                </a:moveTo>
                <a:lnTo>
                  <a:pt x="495300" y="695325"/>
                </a:lnTo>
                <a:lnTo>
                  <a:pt x="495300" y="704850"/>
                </a:lnTo>
                <a:lnTo>
                  <a:pt x="485775" y="704850"/>
                </a:lnTo>
                <a:close/>
                <a:moveTo>
                  <a:pt x="247650" y="704850"/>
                </a:moveTo>
                <a:lnTo>
                  <a:pt x="257175" y="704850"/>
                </a:lnTo>
                <a:lnTo>
                  <a:pt x="257175" y="714375"/>
                </a:lnTo>
                <a:lnTo>
                  <a:pt x="247650" y="714375"/>
                </a:lnTo>
                <a:close/>
                <a:moveTo>
                  <a:pt x="476250" y="704850"/>
                </a:moveTo>
                <a:lnTo>
                  <a:pt x="485775" y="704850"/>
                </a:lnTo>
                <a:lnTo>
                  <a:pt x="485775" y="714375"/>
                </a:lnTo>
                <a:lnTo>
                  <a:pt x="476250" y="714375"/>
                </a:lnTo>
                <a:close/>
                <a:moveTo>
                  <a:pt x="733425" y="714375"/>
                </a:moveTo>
                <a:lnTo>
                  <a:pt x="742950" y="714375"/>
                </a:lnTo>
                <a:lnTo>
                  <a:pt x="742950" y="723900"/>
                </a:lnTo>
                <a:lnTo>
                  <a:pt x="733425" y="723900"/>
                </a:lnTo>
                <a:close/>
                <a:moveTo>
                  <a:pt x="0" y="733425"/>
                </a:moveTo>
                <a:lnTo>
                  <a:pt x="9525" y="733425"/>
                </a:lnTo>
                <a:lnTo>
                  <a:pt x="9525" y="762000"/>
                </a:lnTo>
                <a:lnTo>
                  <a:pt x="0" y="762000"/>
                </a:lnTo>
                <a:close/>
                <a:moveTo>
                  <a:pt x="466725" y="733425"/>
                </a:moveTo>
                <a:lnTo>
                  <a:pt x="476250" y="733425"/>
                </a:lnTo>
                <a:lnTo>
                  <a:pt x="476250" y="742950"/>
                </a:lnTo>
                <a:lnTo>
                  <a:pt x="466725" y="742950"/>
                </a:lnTo>
                <a:close/>
                <a:moveTo>
                  <a:pt x="495300" y="733425"/>
                </a:moveTo>
                <a:lnTo>
                  <a:pt x="504825" y="733425"/>
                </a:lnTo>
                <a:lnTo>
                  <a:pt x="504825" y="742950"/>
                </a:lnTo>
                <a:lnTo>
                  <a:pt x="495300" y="742950"/>
                </a:lnTo>
                <a:close/>
                <a:moveTo>
                  <a:pt x="600075" y="733425"/>
                </a:moveTo>
                <a:lnTo>
                  <a:pt x="628650" y="733425"/>
                </a:lnTo>
                <a:lnTo>
                  <a:pt x="628650" y="742950"/>
                </a:lnTo>
                <a:lnTo>
                  <a:pt x="600075" y="742950"/>
                </a:lnTo>
                <a:close/>
                <a:moveTo>
                  <a:pt x="742950" y="733425"/>
                </a:moveTo>
                <a:lnTo>
                  <a:pt x="752475" y="733425"/>
                </a:lnTo>
                <a:lnTo>
                  <a:pt x="752475" y="742950"/>
                </a:lnTo>
                <a:lnTo>
                  <a:pt x="742950" y="742950"/>
                </a:lnTo>
                <a:close/>
                <a:moveTo>
                  <a:pt x="342900" y="742950"/>
                </a:moveTo>
                <a:lnTo>
                  <a:pt x="352425" y="742950"/>
                </a:lnTo>
                <a:lnTo>
                  <a:pt x="352425" y="752475"/>
                </a:lnTo>
                <a:lnTo>
                  <a:pt x="342900" y="752475"/>
                </a:lnTo>
                <a:close/>
                <a:moveTo>
                  <a:pt x="533400" y="742950"/>
                </a:moveTo>
                <a:lnTo>
                  <a:pt x="561975" y="742950"/>
                </a:lnTo>
                <a:lnTo>
                  <a:pt x="561975" y="752475"/>
                </a:lnTo>
                <a:lnTo>
                  <a:pt x="533400" y="752475"/>
                </a:lnTo>
                <a:close/>
                <a:moveTo>
                  <a:pt x="590550" y="742950"/>
                </a:moveTo>
                <a:lnTo>
                  <a:pt x="600075" y="742950"/>
                </a:lnTo>
                <a:lnTo>
                  <a:pt x="600075" y="752475"/>
                </a:lnTo>
                <a:lnTo>
                  <a:pt x="590550" y="752475"/>
                </a:lnTo>
                <a:close/>
                <a:moveTo>
                  <a:pt x="628650" y="742950"/>
                </a:moveTo>
                <a:lnTo>
                  <a:pt x="638175" y="742950"/>
                </a:lnTo>
                <a:lnTo>
                  <a:pt x="638175" y="752475"/>
                </a:lnTo>
                <a:lnTo>
                  <a:pt x="628650" y="752475"/>
                </a:lnTo>
                <a:close/>
                <a:moveTo>
                  <a:pt x="752475" y="742950"/>
                </a:moveTo>
                <a:lnTo>
                  <a:pt x="762000" y="742950"/>
                </a:lnTo>
                <a:lnTo>
                  <a:pt x="762000" y="752475"/>
                </a:lnTo>
                <a:lnTo>
                  <a:pt x="752475" y="752475"/>
                </a:lnTo>
                <a:close/>
                <a:moveTo>
                  <a:pt x="352425" y="752475"/>
                </a:moveTo>
                <a:lnTo>
                  <a:pt x="361950" y="752475"/>
                </a:lnTo>
                <a:lnTo>
                  <a:pt x="361950" y="762000"/>
                </a:lnTo>
                <a:lnTo>
                  <a:pt x="352425" y="762000"/>
                </a:lnTo>
                <a:close/>
                <a:moveTo>
                  <a:pt x="695325" y="752475"/>
                </a:moveTo>
                <a:lnTo>
                  <a:pt x="704850" y="752475"/>
                </a:lnTo>
                <a:lnTo>
                  <a:pt x="704850" y="762000"/>
                </a:lnTo>
                <a:lnTo>
                  <a:pt x="695325" y="762000"/>
                </a:lnTo>
                <a:close/>
                <a:moveTo>
                  <a:pt x="314325" y="771525"/>
                </a:moveTo>
                <a:lnTo>
                  <a:pt x="333375" y="771525"/>
                </a:lnTo>
                <a:lnTo>
                  <a:pt x="333375" y="790575"/>
                </a:lnTo>
                <a:lnTo>
                  <a:pt x="314325" y="790575"/>
                </a:lnTo>
                <a:close/>
                <a:moveTo>
                  <a:pt x="390525" y="771525"/>
                </a:moveTo>
                <a:lnTo>
                  <a:pt x="400050" y="771525"/>
                </a:lnTo>
                <a:lnTo>
                  <a:pt x="400050" y="790575"/>
                </a:lnTo>
                <a:lnTo>
                  <a:pt x="390525" y="790575"/>
                </a:lnTo>
                <a:close/>
                <a:moveTo>
                  <a:pt x="161925" y="781050"/>
                </a:moveTo>
                <a:lnTo>
                  <a:pt x="180975" y="781050"/>
                </a:lnTo>
                <a:lnTo>
                  <a:pt x="180975" y="819150"/>
                </a:lnTo>
                <a:lnTo>
                  <a:pt x="161925" y="819150"/>
                </a:lnTo>
                <a:close/>
                <a:moveTo>
                  <a:pt x="228600" y="781050"/>
                </a:moveTo>
                <a:lnTo>
                  <a:pt x="247650" y="781050"/>
                </a:lnTo>
                <a:lnTo>
                  <a:pt x="247650" y="790575"/>
                </a:lnTo>
                <a:lnTo>
                  <a:pt x="228600" y="790575"/>
                </a:lnTo>
                <a:close/>
                <a:moveTo>
                  <a:pt x="333375" y="790575"/>
                </a:moveTo>
                <a:lnTo>
                  <a:pt x="342900" y="790575"/>
                </a:lnTo>
                <a:lnTo>
                  <a:pt x="342900" y="800100"/>
                </a:lnTo>
                <a:lnTo>
                  <a:pt x="333375" y="800100"/>
                </a:lnTo>
                <a:close/>
                <a:moveTo>
                  <a:pt x="495300" y="790575"/>
                </a:moveTo>
                <a:lnTo>
                  <a:pt x="504825" y="790575"/>
                </a:lnTo>
                <a:lnTo>
                  <a:pt x="504825" y="800100"/>
                </a:lnTo>
                <a:lnTo>
                  <a:pt x="495300" y="800100"/>
                </a:lnTo>
                <a:close/>
                <a:moveTo>
                  <a:pt x="561975" y="790575"/>
                </a:moveTo>
                <a:lnTo>
                  <a:pt x="590550" y="790575"/>
                </a:lnTo>
                <a:lnTo>
                  <a:pt x="590550" y="800100"/>
                </a:lnTo>
                <a:lnTo>
                  <a:pt x="561975" y="800100"/>
                </a:lnTo>
                <a:close/>
                <a:moveTo>
                  <a:pt x="638175" y="790575"/>
                </a:moveTo>
                <a:lnTo>
                  <a:pt x="657225" y="790575"/>
                </a:lnTo>
                <a:lnTo>
                  <a:pt x="657225" y="800100"/>
                </a:lnTo>
                <a:lnTo>
                  <a:pt x="638175" y="800100"/>
                </a:lnTo>
                <a:close/>
                <a:moveTo>
                  <a:pt x="742950" y="790575"/>
                </a:moveTo>
                <a:lnTo>
                  <a:pt x="771525" y="790575"/>
                </a:lnTo>
                <a:lnTo>
                  <a:pt x="771525" y="800100"/>
                </a:lnTo>
                <a:lnTo>
                  <a:pt x="742950" y="800100"/>
                </a:lnTo>
                <a:close/>
                <a:moveTo>
                  <a:pt x="209550" y="800100"/>
                </a:moveTo>
                <a:lnTo>
                  <a:pt x="219075" y="800100"/>
                </a:lnTo>
                <a:lnTo>
                  <a:pt x="219075" y="809625"/>
                </a:lnTo>
                <a:lnTo>
                  <a:pt x="209550" y="809625"/>
                </a:lnTo>
                <a:close/>
                <a:moveTo>
                  <a:pt x="619125" y="847725"/>
                </a:moveTo>
                <a:lnTo>
                  <a:pt x="714375" y="847725"/>
                </a:lnTo>
                <a:lnTo>
                  <a:pt x="714375" y="857250"/>
                </a:lnTo>
                <a:lnTo>
                  <a:pt x="723900" y="857250"/>
                </a:lnTo>
                <a:lnTo>
                  <a:pt x="723900" y="866775"/>
                </a:lnTo>
                <a:lnTo>
                  <a:pt x="714375" y="866775"/>
                </a:lnTo>
                <a:lnTo>
                  <a:pt x="714375" y="876300"/>
                </a:lnTo>
                <a:lnTo>
                  <a:pt x="657225" y="876300"/>
                </a:lnTo>
                <a:lnTo>
                  <a:pt x="657225" y="857250"/>
                </a:lnTo>
                <a:lnTo>
                  <a:pt x="619125" y="857250"/>
                </a:lnTo>
                <a:close/>
                <a:moveTo>
                  <a:pt x="209550" y="857250"/>
                </a:moveTo>
                <a:lnTo>
                  <a:pt x="219075" y="857250"/>
                </a:lnTo>
                <a:lnTo>
                  <a:pt x="219075" y="876300"/>
                </a:lnTo>
                <a:lnTo>
                  <a:pt x="276225" y="876300"/>
                </a:lnTo>
                <a:lnTo>
                  <a:pt x="276225" y="885825"/>
                </a:lnTo>
                <a:lnTo>
                  <a:pt x="209550" y="885825"/>
                </a:lnTo>
                <a:lnTo>
                  <a:pt x="209550" y="876300"/>
                </a:lnTo>
                <a:lnTo>
                  <a:pt x="200025" y="876300"/>
                </a:lnTo>
                <a:lnTo>
                  <a:pt x="200025" y="866775"/>
                </a:lnTo>
                <a:lnTo>
                  <a:pt x="209550" y="866775"/>
                </a:lnTo>
                <a:close/>
                <a:moveTo>
                  <a:pt x="209550" y="923925"/>
                </a:moveTo>
                <a:lnTo>
                  <a:pt x="219075" y="923925"/>
                </a:lnTo>
                <a:lnTo>
                  <a:pt x="219075" y="933450"/>
                </a:lnTo>
                <a:lnTo>
                  <a:pt x="209550" y="933450"/>
                </a:lnTo>
                <a:close/>
                <a:moveTo>
                  <a:pt x="276225" y="923925"/>
                </a:moveTo>
                <a:lnTo>
                  <a:pt x="295275" y="923925"/>
                </a:lnTo>
                <a:lnTo>
                  <a:pt x="295275" y="933450"/>
                </a:lnTo>
                <a:lnTo>
                  <a:pt x="276225" y="933450"/>
                </a:lnTo>
                <a:close/>
                <a:moveTo>
                  <a:pt x="457200" y="923925"/>
                </a:moveTo>
                <a:lnTo>
                  <a:pt x="476250" y="923925"/>
                </a:lnTo>
                <a:lnTo>
                  <a:pt x="476250" y="933450"/>
                </a:lnTo>
                <a:lnTo>
                  <a:pt x="457200" y="933450"/>
                </a:lnTo>
                <a:close/>
                <a:moveTo>
                  <a:pt x="800100" y="923925"/>
                </a:moveTo>
                <a:lnTo>
                  <a:pt x="819150" y="923925"/>
                </a:lnTo>
                <a:lnTo>
                  <a:pt x="819150" y="933450"/>
                </a:lnTo>
                <a:lnTo>
                  <a:pt x="800100" y="933450"/>
                </a:lnTo>
                <a:close/>
                <a:moveTo>
                  <a:pt x="923925" y="923925"/>
                </a:moveTo>
                <a:lnTo>
                  <a:pt x="933450" y="923925"/>
                </a:lnTo>
                <a:lnTo>
                  <a:pt x="933450" y="933450"/>
                </a:lnTo>
                <a:lnTo>
                  <a:pt x="923925" y="933450"/>
                </a:lnTo>
                <a:close/>
                <a:moveTo>
                  <a:pt x="952500" y="923925"/>
                </a:moveTo>
                <a:lnTo>
                  <a:pt x="962025" y="923925"/>
                </a:lnTo>
                <a:lnTo>
                  <a:pt x="962025" y="933450"/>
                </a:lnTo>
                <a:lnTo>
                  <a:pt x="952500" y="933450"/>
                </a:lnTo>
                <a:close/>
                <a:moveTo>
                  <a:pt x="247650" y="933450"/>
                </a:moveTo>
                <a:lnTo>
                  <a:pt x="266700" y="933450"/>
                </a:lnTo>
                <a:lnTo>
                  <a:pt x="266700" y="942975"/>
                </a:lnTo>
                <a:lnTo>
                  <a:pt x="247650" y="942975"/>
                </a:lnTo>
                <a:close/>
                <a:moveTo>
                  <a:pt x="428625" y="933450"/>
                </a:moveTo>
                <a:lnTo>
                  <a:pt x="438150" y="933450"/>
                </a:lnTo>
                <a:lnTo>
                  <a:pt x="438150" y="942975"/>
                </a:lnTo>
                <a:lnTo>
                  <a:pt x="428625" y="942975"/>
                </a:lnTo>
                <a:close/>
                <a:moveTo>
                  <a:pt x="447675" y="933450"/>
                </a:moveTo>
                <a:lnTo>
                  <a:pt x="457200" y="933450"/>
                </a:lnTo>
                <a:lnTo>
                  <a:pt x="457200" y="962025"/>
                </a:lnTo>
                <a:lnTo>
                  <a:pt x="466725" y="962025"/>
                </a:lnTo>
                <a:lnTo>
                  <a:pt x="466725" y="971550"/>
                </a:lnTo>
                <a:lnTo>
                  <a:pt x="438150" y="971550"/>
                </a:lnTo>
                <a:lnTo>
                  <a:pt x="438150" y="942975"/>
                </a:lnTo>
                <a:lnTo>
                  <a:pt x="447675" y="942975"/>
                </a:lnTo>
                <a:close/>
                <a:moveTo>
                  <a:pt x="590550" y="933450"/>
                </a:moveTo>
                <a:lnTo>
                  <a:pt x="600075" y="933450"/>
                </a:lnTo>
                <a:lnTo>
                  <a:pt x="600075" y="942975"/>
                </a:lnTo>
                <a:lnTo>
                  <a:pt x="590550" y="942975"/>
                </a:lnTo>
                <a:close/>
                <a:moveTo>
                  <a:pt x="609600" y="933450"/>
                </a:moveTo>
                <a:lnTo>
                  <a:pt x="628650" y="933450"/>
                </a:lnTo>
                <a:lnTo>
                  <a:pt x="628650" y="942975"/>
                </a:lnTo>
                <a:lnTo>
                  <a:pt x="609600" y="942975"/>
                </a:lnTo>
                <a:close/>
                <a:moveTo>
                  <a:pt x="657225" y="933450"/>
                </a:moveTo>
                <a:lnTo>
                  <a:pt x="666750" y="933450"/>
                </a:lnTo>
                <a:lnTo>
                  <a:pt x="666750" y="942975"/>
                </a:lnTo>
                <a:lnTo>
                  <a:pt x="657225" y="942975"/>
                </a:lnTo>
                <a:close/>
                <a:moveTo>
                  <a:pt x="676275" y="933450"/>
                </a:moveTo>
                <a:lnTo>
                  <a:pt x="695325" y="933450"/>
                </a:lnTo>
                <a:lnTo>
                  <a:pt x="695325" y="942975"/>
                </a:lnTo>
                <a:lnTo>
                  <a:pt x="676275" y="942975"/>
                </a:lnTo>
                <a:close/>
                <a:moveTo>
                  <a:pt x="781050" y="933450"/>
                </a:moveTo>
                <a:lnTo>
                  <a:pt x="790575" y="933450"/>
                </a:lnTo>
                <a:lnTo>
                  <a:pt x="790575" y="942975"/>
                </a:lnTo>
                <a:lnTo>
                  <a:pt x="781050" y="942975"/>
                </a:lnTo>
                <a:close/>
                <a:moveTo>
                  <a:pt x="828675" y="933450"/>
                </a:moveTo>
                <a:lnTo>
                  <a:pt x="838200" y="933450"/>
                </a:lnTo>
                <a:lnTo>
                  <a:pt x="838200" y="942975"/>
                </a:lnTo>
                <a:lnTo>
                  <a:pt x="828675" y="942975"/>
                </a:lnTo>
                <a:close/>
                <a:moveTo>
                  <a:pt x="914400" y="933450"/>
                </a:moveTo>
                <a:lnTo>
                  <a:pt x="923925" y="933450"/>
                </a:lnTo>
                <a:lnTo>
                  <a:pt x="923925" y="942975"/>
                </a:lnTo>
                <a:lnTo>
                  <a:pt x="914400" y="942975"/>
                </a:lnTo>
                <a:close/>
                <a:moveTo>
                  <a:pt x="209550" y="942975"/>
                </a:moveTo>
                <a:lnTo>
                  <a:pt x="219075" y="942975"/>
                </a:lnTo>
                <a:lnTo>
                  <a:pt x="219075" y="952500"/>
                </a:lnTo>
                <a:lnTo>
                  <a:pt x="209550" y="952500"/>
                </a:lnTo>
                <a:close/>
                <a:moveTo>
                  <a:pt x="323850" y="942975"/>
                </a:moveTo>
                <a:lnTo>
                  <a:pt x="333375" y="942975"/>
                </a:lnTo>
                <a:lnTo>
                  <a:pt x="333375" y="952500"/>
                </a:lnTo>
                <a:lnTo>
                  <a:pt x="323850" y="952500"/>
                </a:lnTo>
                <a:close/>
                <a:moveTo>
                  <a:pt x="581025" y="942975"/>
                </a:moveTo>
                <a:lnTo>
                  <a:pt x="590550" y="942975"/>
                </a:lnTo>
                <a:lnTo>
                  <a:pt x="590550" y="952500"/>
                </a:lnTo>
                <a:lnTo>
                  <a:pt x="581025" y="952500"/>
                </a:lnTo>
                <a:close/>
                <a:moveTo>
                  <a:pt x="628650" y="942975"/>
                </a:moveTo>
                <a:lnTo>
                  <a:pt x="657225" y="942975"/>
                </a:lnTo>
                <a:lnTo>
                  <a:pt x="657225" y="952500"/>
                </a:lnTo>
                <a:lnTo>
                  <a:pt x="666750" y="952500"/>
                </a:lnTo>
                <a:lnTo>
                  <a:pt x="666750" y="962025"/>
                </a:lnTo>
                <a:lnTo>
                  <a:pt x="638175" y="962025"/>
                </a:lnTo>
                <a:lnTo>
                  <a:pt x="638175" y="952500"/>
                </a:lnTo>
                <a:lnTo>
                  <a:pt x="628650" y="952500"/>
                </a:lnTo>
                <a:close/>
                <a:moveTo>
                  <a:pt x="838200" y="942975"/>
                </a:moveTo>
                <a:lnTo>
                  <a:pt x="857250" y="942975"/>
                </a:lnTo>
                <a:lnTo>
                  <a:pt x="857250" y="962025"/>
                </a:lnTo>
                <a:lnTo>
                  <a:pt x="838200" y="962025"/>
                </a:lnTo>
                <a:close/>
                <a:moveTo>
                  <a:pt x="895350" y="942975"/>
                </a:moveTo>
                <a:lnTo>
                  <a:pt x="914400" y="942975"/>
                </a:lnTo>
                <a:lnTo>
                  <a:pt x="914400" y="962025"/>
                </a:lnTo>
                <a:lnTo>
                  <a:pt x="895350" y="962025"/>
                </a:lnTo>
                <a:close/>
                <a:moveTo>
                  <a:pt x="590550" y="952500"/>
                </a:moveTo>
                <a:lnTo>
                  <a:pt x="600075" y="952500"/>
                </a:lnTo>
                <a:lnTo>
                  <a:pt x="600075" y="962025"/>
                </a:lnTo>
                <a:lnTo>
                  <a:pt x="590550" y="962025"/>
                </a:lnTo>
                <a:close/>
                <a:moveTo>
                  <a:pt x="981075" y="952500"/>
                </a:moveTo>
                <a:lnTo>
                  <a:pt x="990600" y="952500"/>
                </a:lnTo>
                <a:lnTo>
                  <a:pt x="990600" y="962025"/>
                </a:lnTo>
                <a:lnTo>
                  <a:pt x="981075" y="962025"/>
                </a:lnTo>
                <a:close/>
                <a:moveTo>
                  <a:pt x="400050" y="962025"/>
                </a:moveTo>
                <a:lnTo>
                  <a:pt x="419100" y="962025"/>
                </a:lnTo>
                <a:lnTo>
                  <a:pt x="419100" y="971550"/>
                </a:lnTo>
                <a:lnTo>
                  <a:pt x="400050" y="971550"/>
                </a:lnTo>
                <a:close/>
                <a:moveTo>
                  <a:pt x="514350" y="962025"/>
                </a:moveTo>
                <a:lnTo>
                  <a:pt x="542925" y="962025"/>
                </a:lnTo>
                <a:lnTo>
                  <a:pt x="542925" y="971550"/>
                </a:lnTo>
                <a:lnTo>
                  <a:pt x="514350" y="971550"/>
                </a:lnTo>
                <a:close/>
                <a:moveTo>
                  <a:pt x="600075" y="962025"/>
                </a:moveTo>
                <a:lnTo>
                  <a:pt x="609600" y="962025"/>
                </a:lnTo>
                <a:lnTo>
                  <a:pt x="609600" y="971550"/>
                </a:lnTo>
                <a:lnTo>
                  <a:pt x="600075" y="971550"/>
                </a:lnTo>
                <a:close/>
                <a:moveTo>
                  <a:pt x="666750" y="962025"/>
                </a:moveTo>
                <a:lnTo>
                  <a:pt x="685800" y="962025"/>
                </a:lnTo>
                <a:lnTo>
                  <a:pt x="685800" y="971550"/>
                </a:lnTo>
                <a:lnTo>
                  <a:pt x="666750" y="971550"/>
                </a:lnTo>
                <a:close/>
                <a:moveTo>
                  <a:pt x="771525" y="962025"/>
                </a:moveTo>
                <a:lnTo>
                  <a:pt x="800100" y="962025"/>
                </a:lnTo>
                <a:lnTo>
                  <a:pt x="800100" y="971550"/>
                </a:lnTo>
                <a:lnTo>
                  <a:pt x="771525" y="971550"/>
                </a:lnTo>
                <a:close/>
                <a:moveTo>
                  <a:pt x="828675" y="962025"/>
                </a:moveTo>
                <a:lnTo>
                  <a:pt x="838200" y="962025"/>
                </a:lnTo>
                <a:lnTo>
                  <a:pt x="838200" y="971550"/>
                </a:lnTo>
                <a:lnTo>
                  <a:pt x="828675" y="971550"/>
                </a:lnTo>
                <a:close/>
                <a:moveTo>
                  <a:pt x="971550" y="962025"/>
                </a:moveTo>
                <a:lnTo>
                  <a:pt x="981075" y="962025"/>
                </a:lnTo>
                <a:lnTo>
                  <a:pt x="981075" y="971550"/>
                </a:lnTo>
                <a:lnTo>
                  <a:pt x="971550" y="971550"/>
                </a:lnTo>
                <a:close/>
                <a:moveTo>
                  <a:pt x="342900" y="1057275"/>
                </a:moveTo>
                <a:lnTo>
                  <a:pt x="352425" y="1057275"/>
                </a:lnTo>
                <a:lnTo>
                  <a:pt x="352425" y="1066800"/>
                </a:lnTo>
                <a:lnTo>
                  <a:pt x="342900" y="1066800"/>
                </a:lnTo>
                <a:close/>
                <a:moveTo>
                  <a:pt x="457200" y="1066800"/>
                </a:moveTo>
                <a:lnTo>
                  <a:pt x="466725" y="1066800"/>
                </a:lnTo>
                <a:lnTo>
                  <a:pt x="466725" y="1076325"/>
                </a:lnTo>
                <a:lnTo>
                  <a:pt x="457200" y="1076325"/>
                </a:lnTo>
                <a:close/>
                <a:moveTo>
                  <a:pt x="466725" y="1076325"/>
                </a:moveTo>
                <a:lnTo>
                  <a:pt x="476250" y="1076325"/>
                </a:lnTo>
                <a:lnTo>
                  <a:pt x="476250" y="1095375"/>
                </a:lnTo>
                <a:lnTo>
                  <a:pt x="466725" y="1095375"/>
                </a:lnTo>
                <a:close/>
                <a:moveTo>
                  <a:pt x="200025" y="1085850"/>
                </a:moveTo>
                <a:lnTo>
                  <a:pt x="209550" y="1085850"/>
                </a:lnTo>
                <a:lnTo>
                  <a:pt x="209550" y="1095375"/>
                </a:lnTo>
                <a:lnTo>
                  <a:pt x="200025" y="1095375"/>
                </a:lnTo>
                <a:close/>
                <a:moveTo>
                  <a:pt x="1743075" y="1085850"/>
                </a:moveTo>
                <a:lnTo>
                  <a:pt x="1752600" y="1085850"/>
                </a:lnTo>
                <a:lnTo>
                  <a:pt x="1752600" y="1238250"/>
                </a:lnTo>
                <a:lnTo>
                  <a:pt x="1743075" y="1238250"/>
                </a:lnTo>
                <a:close/>
                <a:moveTo>
                  <a:pt x="209550" y="1095375"/>
                </a:moveTo>
                <a:lnTo>
                  <a:pt x="238125" y="1095375"/>
                </a:lnTo>
                <a:lnTo>
                  <a:pt x="238125" y="1104900"/>
                </a:lnTo>
                <a:lnTo>
                  <a:pt x="209550" y="1104900"/>
                </a:lnTo>
                <a:close/>
                <a:moveTo>
                  <a:pt x="266700" y="1095375"/>
                </a:moveTo>
                <a:lnTo>
                  <a:pt x="285750" y="1095375"/>
                </a:lnTo>
                <a:lnTo>
                  <a:pt x="285750" y="1104900"/>
                </a:lnTo>
                <a:lnTo>
                  <a:pt x="266700" y="1104900"/>
                </a:lnTo>
                <a:close/>
                <a:moveTo>
                  <a:pt x="333375" y="1095375"/>
                </a:moveTo>
                <a:lnTo>
                  <a:pt x="342900" y="1095375"/>
                </a:lnTo>
                <a:lnTo>
                  <a:pt x="342900" y="1104900"/>
                </a:lnTo>
                <a:lnTo>
                  <a:pt x="333375" y="1104900"/>
                </a:lnTo>
                <a:close/>
                <a:moveTo>
                  <a:pt x="371475" y="1095375"/>
                </a:moveTo>
                <a:lnTo>
                  <a:pt x="447675" y="1095375"/>
                </a:lnTo>
                <a:lnTo>
                  <a:pt x="447675" y="1104900"/>
                </a:lnTo>
                <a:lnTo>
                  <a:pt x="371475" y="1104900"/>
                </a:lnTo>
                <a:close/>
                <a:moveTo>
                  <a:pt x="114300" y="1104900"/>
                </a:moveTo>
                <a:lnTo>
                  <a:pt x="123825" y="1104900"/>
                </a:lnTo>
                <a:lnTo>
                  <a:pt x="123825" y="1133475"/>
                </a:lnTo>
                <a:lnTo>
                  <a:pt x="114300" y="1133475"/>
                </a:lnTo>
                <a:close/>
                <a:moveTo>
                  <a:pt x="1828800" y="1114425"/>
                </a:moveTo>
                <a:lnTo>
                  <a:pt x="1838325" y="1114425"/>
                </a:lnTo>
                <a:lnTo>
                  <a:pt x="1838325" y="1123950"/>
                </a:lnTo>
                <a:lnTo>
                  <a:pt x="1828800" y="1123950"/>
                </a:lnTo>
                <a:close/>
                <a:moveTo>
                  <a:pt x="1838325" y="1123950"/>
                </a:moveTo>
                <a:lnTo>
                  <a:pt x="1847850" y="1123950"/>
                </a:lnTo>
                <a:lnTo>
                  <a:pt x="1847850" y="1133475"/>
                </a:lnTo>
                <a:lnTo>
                  <a:pt x="1838325" y="1133475"/>
                </a:lnTo>
                <a:close/>
                <a:moveTo>
                  <a:pt x="476250" y="1133475"/>
                </a:moveTo>
                <a:lnTo>
                  <a:pt x="628650" y="1133475"/>
                </a:lnTo>
                <a:lnTo>
                  <a:pt x="628650" y="1143000"/>
                </a:lnTo>
                <a:lnTo>
                  <a:pt x="676275" y="1143000"/>
                </a:lnTo>
                <a:lnTo>
                  <a:pt x="676275" y="1133475"/>
                </a:lnTo>
                <a:lnTo>
                  <a:pt x="981075" y="1133475"/>
                </a:lnTo>
                <a:lnTo>
                  <a:pt x="981075" y="1152525"/>
                </a:lnTo>
                <a:lnTo>
                  <a:pt x="676275" y="1152525"/>
                </a:lnTo>
                <a:lnTo>
                  <a:pt x="676275" y="1162050"/>
                </a:lnTo>
                <a:lnTo>
                  <a:pt x="457200" y="1162050"/>
                </a:lnTo>
                <a:lnTo>
                  <a:pt x="457200" y="1152525"/>
                </a:lnTo>
                <a:lnTo>
                  <a:pt x="476250" y="1152525"/>
                </a:lnTo>
                <a:close/>
                <a:moveTo>
                  <a:pt x="1000125" y="1133475"/>
                </a:moveTo>
                <a:lnTo>
                  <a:pt x="1647825" y="1133475"/>
                </a:lnTo>
                <a:lnTo>
                  <a:pt x="1647825" y="1143000"/>
                </a:lnTo>
                <a:lnTo>
                  <a:pt x="1657350" y="1143000"/>
                </a:lnTo>
                <a:lnTo>
                  <a:pt x="1657350" y="1152525"/>
                </a:lnTo>
                <a:lnTo>
                  <a:pt x="1000125" y="1152525"/>
                </a:lnTo>
                <a:close/>
                <a:moveTo>
                  <a:pt x="219075" y="1152525"/>
                </a:moveTo>
                <a:lnTo>
                  <a:pt x="257175" y="1152525"/>
                </a:lnTo>
                <a:lnTo>
                  <a:pt x="257175" y="1162050"/>
                </a:lnTo>
                <a:lnTo>
                  <a:pt x="228600" y="1162050"/>
                </a:lnTo>
                <a:lnTo>
                  <a:pt x="228600" y="1181100"/>
                </a:lnTo>
                <a:lnTo>
                  <a:pt x="219075" y="1181100"/>
                </a:lnTo>
                <a:lnTo>
                  <a:pt x="219075" y="1285875"/>
                </a:lnTo>
                <a:lnTo>
                  <a:pt x="209550" y="1285875"/>
                </a:lnTo>
                <a:lnTo>
                  <a:pt x="209550" y="1162050"/>
                </a:lnTo>
                <a:lnTo>
                  <a:pt x="219075" y="1162050"/>
                </a:lnTo>
                <a:close/>
                <a:moveTo>
                  <a:pt x="1657350" y="1152525"/>
                </a:moveTo>
                <a:lnTo>
                  <a:pt x="1666875" y="1152525"/>
                </a:lnTo>
                <a:lnTo>
                  <a:pt x="1666875" y="1162050"/>
                </a:lnTo>
                <a:lnTo>
                  <a:pt x="1657350" y="1162050"/>
                </a:lnTo>
                <a:close/>
                <a:moveTo>
                  <a:pt x="1666875" y="1181100"/>
                </a:moveTo>
                <a:lnTo>
                  <a:pt x="1685925" y="1181100"/>
                </a:lnTo>
                <a:lnTo>
                  <a:pt x="1685925" y="1228725"/>
                </a:lnTo>
                <a:lnTo>
                  <a:pt x="1666875" y="1228725"/>
                </a:lnTo>
                <a:close/>
                <a:moveTo>
                  <a:pt x="695325" y="1190625"/>
                </a:moveTo>
                <a:lnTo>
                  <a:pt x="704850" y="1190625"/>
                </a:lnTo>
                <a:lnTo>
                  <a:pt x="704850" y="1266825"/>
                </a:lnTo>
                <a:lnTo>
                  <a:pt x="695325" y="1266825"/>
                </a:lnTo>
                <a:close/>
                <a:moveTo>
                  <a:pt x="1304925" y="1200150"/>
                </a:moveTo>
                <a:lnTo>
                  <a:pt x="1314450" y="1200150"/>
                </a:lnTo>
                <a:lnTo>
                  <a:pt x="1314450" y="1209675"/>
                </a:lnTo>
                <a:lnTo>
                  <a:pt x="1304925" y="1209675"/>
                </a:lnTo>
                <a:close/>
                <a:moveTo>
                  <a:pt x="1333500" y="1200150"/>
                </a:moveTo>
                <a:lnTo>
                  <a:pt x="1343025" y="1200150"/>
                </a:lnTo>
                <a:lnTo>
                  <a:pt x="1343025" y="1209675"/>
                </a:lnTo>
                <a:lnTo>
                  <a:pt x="1333500" y="1209675"/>
                </a:lnTo>
                <a:close/>
                <a:moveTo>
                  <a:pt x="1295400" y="1209675"/>
                </a:moveTo>
                <a:lnTo>
                  <a:pt x="1304925" y="1209675"/>
                </a:lnTo>
                <a:lnTo>
                  <a:pt x="1304925" y="1219200"/>
                </a:lnTo>
                <a:lnTo>
                  <a:pt x="1295400" y="1219200"/>
                </a:lnTo>
                <a:close/>
                <a:moveTo>
                  <a:pt x="1343025" y="1209675"/>
                </a:moveTo>
                <a:lnTo>
                  <a:pt x="1352550" y="1209675"/>
                </a:lnTo>
                <a:lnTo>
                  <a:pt x="1352550" y="1219200"/>
                </a:lnTo>
                <a:lnTo>
                  <a:pt x="1343025" y="1219200"/>
                </a:lnTo>
                <a:close/>
                <a:moveTo>
                  <a:pt x="819150" y="1219200"/>
                </a:moveTo>
                <a:lnTo>
                  <a:pt x="828675" y="1219200"/>
                </a:lnTo>
                <a:lnTo>
                  <a:pt x="828675" y="1257300"/>
                </a:lnTo>
                <a:lnTo>
                  <a:pt x="819150" y="1257300"/>
                </a:lnTo>
                <a:lnTo>
                  <a:pt x="819150" y="1247775"/>
                </a:lnTo>
                <a:lnTo>
                  <a:pt x="809625" y="1247775"/>
                </a:lnTo>
                <a:lnTo>
                  <a:pt x="809625" y="1228725"/>
                </a:lnTo>
                <a:lnTo>
                  <a:pt x="819150" y="1228725"/>
                </a:lnTo>
                <a:close/>
                <a:moveTo>
                  <a:pt x="1390650" y="1219200"/>
                </a:moveTo>
                <a:lnTo>
                  <a:pt x="1400175" y="1219200"/>
                </a:lnTo>
                <a:lnTo>
                  <a:pt x="1400175" y="1228725"/>
                </a:lnTo>
                <a:lnTo>
                  <a:pt x="1390650" y="1228725"/>
                </a:lnTo>
                <a:close/>
                <a:moveTo>
                  <a:pt x="1409700" y="1219200"/>
                </a:moveTo>
                <a:lnTo>
                  <a:pt x="1419225" y="1219200"/>
                </a:lnTo>
                <a:lnTo>
                  <a:pt x="1419225" y="1228725"/>
                </a:lnTo>
                <a:lnTo>
                  <a:pt x="1409700" y="1228725"/>
                </a:lnTo>
                <a:close/>
                <a:moveTo>
                  <a:pt x="19050" y="1228725"/>
                </a:moveTo>
                <a:lnTo>
                  <a:pt x="28575" y="1228725"/>
                </a:lnTo>
                <a:lnTo>
                  <a:pt x="28575" y="1238250"/>
                </a:lnTo>
                <a:lnTo>
                  <a:pt x="19050" y="1238250"/>
                </a:lnTo>
                <a:close/>
                <a:moveTo>
                  <a:pt x="838200" y="1228725"/>
                </a:moveTo>
                <a:lnTo>
                  <a:pt x="847725" y="1228725"/>
                </a:lnTo>
                <a:lnTo>
                  <a:pt x="847725" y="1238250"/>
                </a:lnTo>
                <a:lnTo>
                  <a:pt x="857250" y="1238250"/>
                </a:lnTo>
                <a:lnTo>
                  <a:pt x="857250" y="1257300"/>
                </a:lnTo>
                <a:lnTo>
                  <a:pt x="838200" y="1257300"/>
                </a:lnTo>
                <a:close/>
                <a:moveTo>
                  <a:pt x="990600" y="1228725"/>
                </a:moveTo>
                <a:lnTo>
                  <a:pt x="1019175" y="1228725"/>
                </a:lnTo>
                <a:lnTo>
                  <a:pt x="1019175" y="1238250"/>
                </a:lnTo>
                <a:lnTo>
                  <a:pt x="990600" y="1238250"/>
                </a:lnTo>
                <a:close/>
                <a:moveTo>
                  <a:pt x="876300" y="1257300"/>
                </a:moveTo>
                <a:lnTo>
                  <a:pt x="885825" y="1257300"/>
                </a:lnTo>
                <a:lnTo>
                  <a:pt x="885825" y="1266825"/>
                </a:lnTo>
                <a:lnTo>
                  <a:pt x="876300" y="1266825"/>
                </a:lnTo>
                <a:close/>
                <a:moveTo>
                  <a:pt x="933450" y="1257300"/>
                </a:moveTo>
                <a:lnTo>
                  <a:pt x="962025" y="1257300"/>
                </a:lnTo>
                <a:lnTo>
                  <a:pt x="962025" y="1266825"/>
                </a:lnTo>
                <a:lnTo>
                  <a:pt x="933450" y="1266825"/>
                </a:lnTo>
                <a:close/>
                <a:moveTo>
                  <a:pt x="1019175" y="1257300"/>
                </a:moveTo>
                <a:lnTo>
                  <a:pt x="1028700" y="1257300"/>
                </a:lnTo>
                <a:lnTo>
                  <a:pt x="1028700" y="1266825"/>
                </a:lnTo>
                <a:lnTo>
                  <a:pt x="1019175" y="1266825"/>
                </a:lnTo>
                <a:close/>
                <a:moveTo>
                  <a:pt x="1047750" y="1257300"/>
                </a:moveTo>
                <a:lnTo>
                  <a:pt x="1057275" y="1257300"/>
                </a:lnTo>
                <a:lnTo>
                  <a:pt x="1057275" y="1266825"/>
                </a:lnTo>
                <a:lnTo>
                  <a:pt x="1047750" y="1266825"/>
                </a:lnTo>
                <a:close/>
                <a:moveTo>
                  <a:pt x="1390650" y="1257300"/>
                </a:moveTo>
                <a:lnTo>
                  <a:pt x="1485900" y="1257300"/>
                </a:lnTo>
                <a:lnTo>
                  <a:pt x="1485900" y="1266825"/>
                </a:lnTo>
                <a:lnTo>
                  <a:pt x="1390650" y="1266825"/>
                </a:lnTo>
                <a:close/>
                <a:moveTo>
                  <a:pt x="1524000" y="1257300"/>
                </a:moveTo>
                <a:lnTo>
                  <a:pt x="1552575" y="1257300"/>
                </a:lnTo>
                <a:lnTo>
                  <a:pt x="1552575" y="1266825"/>
                </a:lnTo>
                <a:lnTo>
                  <a:pt x="1524000" y="1266825"/>
                </a:lnTo>
                <a:close/>
                <a:moveTo>
                  <a:pt x="838200" y="1266825"/>
                </a:moveTo>
                <a:lnTo>
                  <a:pt x="876300" y="1266825"/>
                </a:lnTo>
                <a:lnTo>
                  <a:pt x="876300" y="1276350"/>
                </a:lnTo>
                <a:lnTo>
                  <a:pt x="838200" y="1276350"/>
                </a:lnTo>
                <a:close/>
                <a:moveTo>
                  <a:pt x="1295400" y="1266825"/>
                </a:moveTo>
                <a:lnTo>
                  <a:pt x="1304925" y="1266825"/>
                </a:lnTo>
                <a:lnTo>
                  <a:pt x="1304925" y="1276350"/>
                </a:lnTo>
                <a:lnTo>
                  <a:pt x="1295400" y="1276350"/>
                </a:lnTo>
                <a:close/>
                <a:moveTo>
                  <a:pt x="1304925" y="1276350"/>
                </a:moveTo>
                <a:lnTo>
                  <a:pt x="1314450" y="1276350"/>
                </a:lnTo>
                <a:lnTo>
                  <a:pt x="1314450" y="1285875"/>
                </a:lnTo>
                <a:lnTo>
                  <a:pt x="1304925" y="1285875"/>
                </a:lnTo>
                <a:close/>
                <a:moveTo>
                  <a:pt x="1666875" y="1276350"/>
                </a:moveTo>
                <a:lnTo>
                  <a:pt x="1685925" y="1276350"/>
                </a:lnTo>
                <a:lnTo>
                  <a:pt x="1685925" y="1304925"/>
                </a:lnTo>
                <a:lnTo>
                  <a:pt x="1666875" y="1304925"/>
                </a:lnTo>
                <a:close/>
                <a:moveTo>
                  <a:pt x="19050" y="1285875"/>
                </a:moveTo>
                <a:lnTo>
                  <a:pt x="28575" y="1285875"/>
                </a:lnTo>
                <a:lnTo>
                  <a:pt x="28575" y="1295400"/>
                </a:lnTo>
                <a:lnTo>
                  <a:pt x="19050" y="1295400"/>
                </a:lnTo>
                <a:close/>
                <a:moveTo>
                  <a:pt x="695325" y="1295400"/>
                </a:moveTo>
                <a:lnTo>
                  <a:pt x="704850" y="1295400"/>
                </a:lnTo>
                <a:lnTo>
                  <a:pt x="704850" y="1304925"/>
                </a:lnTo>
                <a:lnTo>
                  <a:pt x="695325" y="1304925"/>
                </a:lnTo>
                <a:close/>
                <a:moveTo>
                  <a:pt x="219075" y="1304925"/>
                </a:moveTo>
                <a:lnTo>
                  <a:pt x="228600" y="1304925"/>
                </a:lnTo>
                <a:lnTo>
                  <a:pt x="228600" y="1314450"/>
                </a:lnTo>
                <a:lnTo>
                  <a:pt x="238125" y="1314450"/>
                </a:lnTo>
                <a:lnTo>
                  <a:pt x="238125" y="1323975"/>
                </a:lnTo>
                <a:lnTo>
                  <a:pt x="685800" y="1323975"/>
                </a:lnTo>
                <a:lnTo>
                  <a:pt x="685800" y="1333500"/>
                </a:lnTo>
                <a:lnTo>
                  <a:pt x="666750" y="1333500"/>
                </a:lnTo>
                <a:lnTo>
                  <a:pt x="666750" y="1343025"/>
                </a:lnTo>
                <a:lnTo>
                  <a:pt x="628650" y="1343025"/>
                </a:lnTo>
                <a:lnTo>
                  <a:pt x="628650" y="1333500"/>
                </a:lnTo>
                <a:lnTo>
                  <a:pt x="371475" y="1333500"/>
                </a:lnTo>
                <a:lnTo>
                  <a:pt x="371475" y="1343025"/>
                </a:lnTo>
                <a:lnTo>
                  <a:pt x="247650" y="1343025"/>
                </a:lnTo>
                <a:lnTo>
                  <a:pt x="247650" y="1333500"/>
                </a:lnTo>
                <a:lnTo>
                  <a:pt x="228600" y="1333500"/>
                </a:lnTo>
                <a:lnTo>
                  <a:pt x="228600" y="1323975"/>
                </a:lnTo>
                <a:lnTo>
                  <a:pt x="219075" y="1323975"/>
                </a:lnTo>
                <a:close/>
                <a:moveTo>
                  <a:pt x="1743075" y="1390650"/>
                </a:moveTo>
                <a:lnTo>
                  <a:pt x="1752600" y="1390650"/>
                </a:lnTo>
                <a:lnTo>
                  <a:pt x="1752600" y="1581150"/>
                </a:lnTo>
                <a:lnTo>
                  <a:pt x="1743075" y="1581150"/>
                </a:lnTo>
                <a:close/>
                <a:moveTo>
                  <a:pt x="247650" y="1504950"/>
                </a:moveTo>
                <a:lnTo>
                  <a:pt x="285750" y="1504950"/>
                </a:lnTo>
                <a:lnTo>
                  <a:pt x="285750" y="1514475"/>
                </a:lnTo>
                <a:lnTo>
                  <a:pt x="295275" y="1514475"/>
                </a:lnTo>
                <a:lnTo>
                  <a:pt x="295275" y="1504950"/>
                </a:lnTo>
                <a:lnTo>
                  <a:pt x="314325" y="1504950"/>
                </a:lnTo>
                <a:lnTo>
                  <a:pt x="314325" y="1514475"/>
                </a:lnTo>
                <a:lnTo>
                  <a:pt x="361950" y="1514475"/>
                </a:lnTo>
                <a:lnTo>
                  <a:pt x="361950" y="1524000"/>
                </a:lnTo>
                <a:lnTo>
                  <a:pt x="371475" y="1524000"/>
                </a:lnTo>
                <a:lnTo>
                  <a:pt x="371475" y="1657350"/>
                </a:lnTo>
                <a:lnTo>
                  <a:pt x="361950" y="1657350"/>
                </a:lnTo>
                <a:lnTo>
                  <a:pt x="361950" y="1666875"/>
                </a:lnTo>
                <a:lnTo>
                  <a:pt x="352425" y="1666875"/>
                </a:lnTo>
                <a:lnTo>
                  <a:pt x="352425" y="1676400"/>
                </a:lnTo>
                <a:lnTo>
                  <a:pt x="238125" y="1676400"/>
                </a:lnTo>
                <a:lnTo>
                  <a:pt x="238125" y="1666875"/>
                </a:lnTo>
                <a:lnTo>
                  <a:pt x="228600" y="1666875"/>
                </a:lnTo>
                <a:lnTo>
                  <a:pt x="228600" y="1657350"/>
                </a:lnTo>
                <a:lnTo>
                  <a:pt x="219075" y="1657350"/>
                </a:lnTo>
                <a:lnTo>
                  <a:pt x="219075" y="1638300"/>
                </a:lnTo>
                <a:lnTo>
                  <a:pt x="209550" y="1638300"/>
                </a:lnTo>
                <a:lnTo>
                  <a:pt x="209550" y="1524000"/>
                </a:lnTo>
                <a:lnTo>
                  <a:pt x="219075" y="1524000"/>
                </a:lnTo>
                <a:lnTo>
                  <a:pt x="219075" y="1514475"/>
                </a:lnTo>
                <a:lnTo>
                  <a:pt x="247650" y="1514475"/>
                </a:lnTo>
                <a:close/>
                <a:moveTo>
                  <a:pt x="447675" y="1514475"/>
                </a:moveTo>
                <a:lnTo>
                  <a:pt x="466725" y="1514475"/>
                </a:lnTo>
                <a:lnTo>
                  <a:pt x="466725" y="1524000"/>
                </a:lnTo>
                <a:lnTo>
                  <a:pt x="447675" y="1524000"/>
                </a:lnTo>
                <a:close/>
                <a:moveTo>
                  <a:pt x="438150" y="1524000"/>
                </a:moveTo>
                <a:lnTo>
                  <a:pt x="447675" y="1524000"/>
                </a:lnTo>
                <a:lnTo>
                  <a:pt x="447675" y="1533525"/>
                </a:lnTo>
                <a:lnTo>
                  <a:pt x="438150" y="1533525"/>
                </a:lnTo>
                <a:close/>
                <a:moveTo>
                  <a:pt x="476250" y="1524000"/>
                </a:moveTo>
                <a:lnTo>
                  <a:pt x="485775" y="1524000"/>
                </a:lnTo>
                <a:lnTo>
                  <a:pt x="485775" y="1533525"/>
                </a:lnTo>
                <a:lnTo>
                  <a:pt x="476250" y="1533525"/>
                </a:lnTo>
                <a:close/>
                <a:moveTo>
                  <a:pt x="504825" y="1524000"/>
                </a:moveTo>
                <a:lnTo>
                  <a:pt x="514350" y="1524000"/>
                </a:lnTo>
                <a:lnTo>
                  <a:pt x="514350" y="1533525"/>
                </a:lnTo>
                <a:lnTo>
                  <a:pt x="504825" y="1533525"/>
                </a:lnTo>
                <a:close/>
                <a:moveTo>
                  <a:pt x="428625" y="1533525"/>
                </a:moveTo>
                <a:lnTo>
                  <a:pt x="438150" y="1533525"/>
                </a:lnTo>
                <a:lnTo>
                  <a:pt x="438150" y="1543050"/>
                </a:lnTo>
                <a:lnTo>
                  <a:pt x="428625" y="1543050"/>
                </a:lnTo>
                <a:close/>
                <a:moveTo>
                  <a:pt x="466725" y="1533525"/>
                </a:moveTo>
                <a:lnTo>
                  <a:pt x="476250" y="1533525"/>
                </a:lnTo>
                <a:lnTo>
                  <a:pt x="476250" y="1552575"/>
                </a:lnTo>
                <a:lnTo>
                  <a:pt x="466725" y="1552575"/>
                </a:lnTo>
                <a:close/>
                <a:moveTo>
                  <a:pt x="19050" y="1562100"/>
                </a:moveTo>
                <a:lnTo>
                  <a:pt x="28575" y="1562100"/>
                </a:lnTo>
                <a:lnTo>
                  <a:pt x="28575" y="1571625"/>
                </a:lnTo>
                <a:lnTo>
                  <a:pt x="19050" y="1571625"/>
                </a:lnTo>
                <a:close/>
                <a:moveTo>
                  <a:pt x="466725" y="1571625"/>
                </a:moveTo>
                <a:lnTo>
                  <a:pt x="485775" y="1571625"/>
                </a:lnTo>
                <a:lnTo>
                  <a:pt x="485775" y="1581150"/>
                </a:lnTo>
                <a:lnTo>
                  <a:pt x="466725" y="1581150"/>
                </a:lnTo>
                <a:close/>
                <a:moveTo>
                  <a:pt x="1619250" y="1571625"/>
                </a:moveTo>
                <a:lnTo>
                  <a:pt x="1628775" y="1571625"/>
                </a:lnTo>
                <a:lnTo>
                  <a:pt x="1628775" y="1581150"/>
                </a:lnTo>
                <a:lnTo>
                  <a:pt x="1619250" y="1581150"/>
                </a:lnTo>
                <a:close/>
                <a:moveTo>
                  <a:pt x="504825" y="1581150"/>
                </a:moveTo>
                <a:lnTo>
                  <a:pt x="514350" y="1581150"/>
                </a:lnTo>
                <a:lnTo>
                  <a:pt x="514350" y="1590675"/>
                </a:lnTo>
                <a:lnTo>
                  <a:pt x="504825" y="1590675"/>
                </a:lnTo>
                <a:close/>
                <a:moveTo>
                  <a:pt x="1619250" y="1600200"/>
                </a:moveTo>
                <a:lnTo>
                  <a:pt x="1628775" y="1600200"/>
                </a:lnTo>
                <a:lnTo>
                  <a:pt x="1628775" y="1609725"/>
                </a:lnTo>
                <a:lnTo>
                  <a:pt x="1638300" y="1609725"/>
                </a:lnTo>
                <a:lnTo>
                  <a:pt x="1638300" y="1600200"/>
                </a:lnTo>
                <a:lnTo>
                  <a:pt x="1647825" y="1600200"/>
                </a:lnTo>
                <a:lnTo>
                  <a:pt x="1647825" y="1609725"/>
                </a:lnTo>
                <a:lnTo>
                  <a:pt x="1638300" y="1609725"/>
                </a:lnTo>
                <a:lnTo>
                  <a:pt x="1638300" y="1619250"/>
                </a:lnTo>
                <a:lnTo>
                  <a:pt x="1628775" y="1619250"/>
                </a:lnTo>
                <a:lnTo>
                  <a:pt x="1628775" y="1628775"/>
                </a:lnTo>
                <a:lnTo>
                  <a:pt x="1619250" y="1628775"/>
                </a:lnTo>
                <a:lnTo>
                  <a:pt x="1619250" y="1619250"/>
                </a:lnTo>
                <a:lnTo>
                  <a:pt x="1609725" y="1619250"/>
                </a:lnTo>
                <a:lnTo>
                  <a:pt x="1609725" y="1609725"/>
                </a:lnTo>
                <a:lnTo>
                  <a:pt x="1619250" y="1609725"/>
                </a:lnTo>
                <a:close/>
                <a:moveTo>
                  <a:pt x="323850" y="1628775"/>
                </a:moveTo>
                <a:lnTo>
                  <a:pt x="333375" y="1628775"/>
                </a:lnTo>
                <a:lnTo>
                  <a:pt x="333375" y="1552575"/>
                </a:lnTo>
                <a:lnTo>
                  <a:pt x="323850" y="1552575"/>
                </a:lnTo>
                <a:lnTo>
                  <a:pt x="323850" y="1543050"/>
                </a:lnTo>
                <a:lnTo>
                  <a:pt x="266700" y="1543050"/>
                </a:lnTo>
                <a:lnTo>
                  <a:pt x="266700" y="1552575"/>
                </a:lnTo>
                <a:lnTo>
                  <a:pt x="257175" y="1552575"/>
                </a:lnTo>
                <a:lnTo>
                  <a:pt x="257175" y="1638300"/>
                </a:lnTo>
                <a:lnTo>
                  <a:pt x="266700" y="1638300"/>
                </a:lnTo>
                <a:lnTo>
                  <a:pt x="266700" y="1647825"/>
                </a:lnTo>
                <a:lnTo>
                  <a:pt x="314325" y="1647825"/>
                </a:lnTo>
                <a:lnTo>
                  <a:pt x="314325" y="1638300"/>
                </a:lnTo>
                <a:lnTo>
                  <a:pt x="323850" y="1638300"/>
                </a:lnTo>
                <a:close/>
                <a:moveTo>
                  <a:pt x="438150" y="1628775"/>
                </a:moveTo>
                <a:lnTo>
                  <a:pt x="447675" y="1628775"/>
                </a:lnTo>
                <a:lnTo>
                  <a:pt x="447675" y="1638300"/>
                </a:lnTo>
                <a:lnTo>
                  <a:pt x="438150" y="1638300"/>
                </a:lnTo>
                <a:close/>
                <a:moveTo>
                  <a:pt x="457200" y="1628775"/>
                </a:moveTo>
                <a:lnTo>
                  <a:pt x="466725" y="1628775"/>
                </a:lnTo>
                <a:lnTo>
                  <a:pt x="466725" y="1638300"/>
                </a:lnTo>
                <a:lnTo>
                  <a:pt x="457200" y="1638300"/>
                </a:lnTo>
                <a:close/>
                <a:moveTo>
                  <a:pt x="561975" y="1628775"/>
                </a:moveTo>
                <a:lnTo>
                  <a:pt x="571500" y="1628775"/>
                </a:lnTo>
                <a:lnTo>
                  <a:pt x="571500" y="1638300"/>
                </a:lnTo>
                <a:lnTo>
                  <a:pt x="561975" y="1638300"/>
                </a:lnTo>
                <a:close/>
                <a:moveTo>
                  <a:pt x="581025" y="1628775"/>
                </a:moveTo>
                <a:lnTo>
                  <a:pt x="590550" y="1628775"/>
                </a:lnTo>
                <a:lnTo>
                  <a:pt x="590550" y="1638300"/>
                </a:lnTo>
                <a:lnTo>
                  <a:pt x="581025" y="1638300"/>
                </a:lnTo>
                <a:close/>
                <a:moveTo>
                  <a:pt x="809625" y="1628775"/>
                </a:moveTo>
                <a:lnTo>
                  <a:pt x="838200" y="1628775"/>
                </a:lnTo>
                <a:lnTo>
                  <a:pt x="838200" y="1638300"/>
                </a:lnTo>
                <a:lnTo>
                  <a:pt x="809625" y="1638300"/>
                </a:lnTo>
                <a:close/>
                <a:moveTo>
                  <a:pt x="1028700" y="1628775"/>
                </a:moveTo>
                <a:lnTo>
                  <a:pt x="1047750" y="1628775"/>
                </a:lnTo>
                <a:lnTo>
                  <a:pt x="1047750" y="1638300"/>
                </a:lnTo>
                <a:lnTo>
                  <a:pt x="1028700" y="1638300"/>
                </a:lnTo>
                <a:close/>
                <a:moveTo>
                  <a:pt x="428625" y="1638300"/>
                </a:moveTo>
                <a:lnTo>
                  <a:pt x="438150" y="1638300"/>
                </a:lnTo>
                <a:lnTo>
                  <a:pt x="438150" y="1666875"/>
                </a:lnTo>
                <a:lnTo>
                  <a:pt x="428625" y="1666875"/>
                </a:lnTo>
                <a:close/>
                <a:moveTo>
                  <a:pt x="628650" y="1638300"/>
                </a:moveTo>
                <a:lnTo>
                  <a:pt x="638175" y="1638300"/>
                </a:lnTo>
                <a:lnTo>
                  <a:pt x="638175" y="1647825"/>
                </a:lnTo>
                <a:lnTo>
                  <a:pt x="628650" y="1647825"/>
                </a:lnTo>
                <a:close/>
                <a:moveTo>
                  <a:pt x="657225" y="1638300"/>
                </a:moveTo>
                <a:lnTo>
                  <a:pt x="666750" y="1638300"/>
                </a:lnTo>
                <a:lnTo>
                  <a:pt x="666750" y="1647825"/>
                </a:lnTo>
                <a:lnTo>
                  <a:pt x="657225" y="1647825"/>
                </a:lnTo>
                <a:close/>
                <a:moveTo>
                  <a:pt x="685800" y="1638300"/>
                </a:moveTo>
                <a:lnTo>
                  <a:pt x="695325" y="1638300"/>
                </a:lnTo>
                <a:lnTo>
                  <a:pt x="695325" y="1647825"/>
                </a:lnTo>
                <a:lnTo>
                  <a:pt x="685800" y="1647825"/>
                </a:lnTo>
                <a:close/>
                <a:moveTo>
                  <a:pt x="847725" y="1638300"/>
                </a:moveTo>
                <a:lnTo>
                  <a:pt x="866775" y="1638300"/>
                </a:lnTo>
                <a:lnTo>
                  <a:pt x="866775" y="1647825"/>
                </a:lnTo>
                <a:lnTo>
                  <a:pt x="847725" y="1647825"/>
                </a:lnTo>
                <a:close/>
                <a:moveTo>
                  <a:pt x="885825" y="1638300"/>
                </a:moveTo>
                <a:lnTo>
                  <a:pt x="933450" y="1638300"/>
                </a:lnTo>
                <a:lnTo>
                  <a:pt x="933450" y="1647825"/>
                </a:lnTo>
                <a:lnTo>
                  <a:pt x="952500" y="1647825"/>
                </a:lnTo>
                <a:lnTo>
                  <a:pt x="952500" y="1657350"/>
                </a:lnTo>
                <a:lnTo>
                  <a:pt x="923925" y="1657350"/>
                </a:lnTo>
                <a:lnTo>
                  <a:pt x="923925" y="1647825"/>
                </a:lnTo>
                <a:lnTo>
                  <a:pt x="914400" y="1647825"/>
                </a:lnTo>
                <a:lnTo>
                  <a:pt x="914400" y="1676400"/>
                </a:lnTo>
                <a:lnTo>
                  <a:pt x="904875" y="1676400"/>
                </a:lnTo>
                <a:lnTo>
                  <a:pt x="904875" y="1666875"/>
                </a:lnTo>
                <a:lnTo>
                  <a:pt x="895350" y="1666875"/>
                </a:lnTo>
                <a:lnTo>
                  <a:pt x="895350" y="1647825"/>
                </a:lnTo>
                <a:lnTo>
                  <a:pt x="885825" y="1647825"/>
                </a:lnTo>
                <a:close/>
                <a:moveTo>
                  <a:pt x="990600" y="1638300"/>
                </a:moveTo>
                <a:lnTo>
                  <a:pt x="1009650" y="1638300"/>
                </a:lnTo>
                <a:lnTo>
                  <a:pt x="1009650" y="1647825"/>
                </a:lnTo>
                <a:lnTo>
                  <a:pt x="990600" y="1647825"/>
                </a:lnTo>
                <a:close/>
                <a:moveTo>
                  <a:pt x="1133475" y="1638300"/>
                </a:moveTo>
                <a:lnTo>
                  <a:pt x="1143000" y="1638300"/>
                </a:lnTo>
                <a:lnTo>
                  <a:pt x="1143000" y="1647825"/>
                </a:lnTo>
                <a:lnTo>
                  <a:pt x="1133475" y="1647825"/>
                </a:lnTo>
                <a:close/>
                <a:moveTo>
                  <a:pt x="1209675" y="1638300"/>
                </a:moveTo>
                <a:lnTo>
                  <a:pt x="1219200" y="1638300"/>
                </a:lnTo>
                <a:lnTo>
                  <a:pt x="1219200" y="1647825"/>
                </a:lnTo>
                <a:lnTo>
                  <a:pt x="1209675" y="1647825"/>
                </a:lnTo>
                <a:close/>
                <a:moveTo>
                  <a:pt x="1228725" y="1638300"/>
                </a:moveTo>
                <a:lnTo>
                  <a:pt x="1238250" y="1638300"/>
                </a:lnTo>
                <a:lnTo>
                  <a:pt x="1238250" y="1647825"/>
                </a:lnTo>
                <a:lnTo>
                  <a:pt x="1228725" y="1647825"/>
                </a:lnTo>
                <a:close/>
                <a:moveTo>
                  <a:pt x="1343025" y="1638300"/>
                </a:moveTo>
                <a:lnTo>
                  <a:pt x="1352550" y="1638300"/>
                </a:lnTo>
                <a:lnTo>
                  <a:pt x="1352550" y="1647825"/>
                </a:lnTo>
                <a:lnTo>
                  <a:pt x="1343025" y="1647825"/>
                </a:lnTo>
                <a:close/>
                <a:moveTo>
                  <a:pt x="638175" y="1647825"/>
                </a:moveTo>
                <a:lnTo>
                  <a:pt x="657225" y="1647825"/>
                </a:lnTo>
                <a:lnTo>
                  <a:pt x="657225" y="1666875"/>
                </a:lnTo>
                <a:lnTo>
                  <a:pt x="638175" y="1666875"/>
                </a:lnTo>
                <a:close/>
                <a:moveTo>
                  <a:pt x="1143000" y="1647825"/>
                </a:moveTo>
                <a:lnTo>
                  <a:pt x="1152525" y="1647825"/>
                </a:lnTo>
                <a:lnTo>
                  <a:pt x="1152525" y="1657350"/>
                </a:lnTo>
                <a:lnTo>
                  <a:pt x="1143000" y="1657350"/>
                </a:lnTo>
                <a:close/>
                <a:moveTo>
                  <a:pt x="1352550" y="1647825"/>
                </a:moveTo>
                <a:lnTo>
                  <a:pt x="1362075" y="1647825"/>
                </a:lnTo>
                <a:lnTo>
                  <a:pt x="1362075" y="1666875"/>
                </a:lnTo>
                <a:lnTo>
                  <a:pt x="1352550" y="1666875"/>
                </a:lnTo>
                <a:close/>
                <a:moveTo>
                  <a:pt x="952500" y="1657350"/>
                </a:moveTo>
                <a:lnTo>
                  <a:pt x="962025" y="1657350"/>
                </a:lnTo>
                <a:lnTo>
                  <a:pt x="962025" y="1666875"/>
                </a:lnTo>
                <a:lnTo>
                  <a:pt x="952500" y="1666875"/>
                </a:lnTo>
                <a:close/>
                <a:moveTo>
                  <a:pt x="1209675" y="1657350"/>
                </a:moveTo>
                <a:lnTo>
                  <a:pt x="1219200" y="1657350"/>
                </a:lnTo>
                <a:lnTo>
                  <a:pt x="1219200" y="1666875"/>
                </a:lnTo>
                <a:lnTo>
                  <a:pt x="1209675" y="1666875"/>
                </a:lnTo>
                <a:close/>
                <a:moveTo>
                  <a:pt x="438150" y="1666875"/>
                </a:moveTo>
                <a:lnTo>
                  <a:pt x="447675" y="1666875"/>
                </a:lnTo>
                <a:lnTo>
                  <a:pt x="447675" y="1676400"/>
                </a:lnTo>
                <a:lnTo>
                  <a:pt x="438150" y="1676400"/>
                </a:lnTo>
                <a:close/>
                <a:moveTo>
                  <a:pt x="495300" y="1666875"/>
                </a:moveTo>
                <a:lnTo>
                  <a:pt x="542925" y="1666875"/>
                </a:lnTo>
                <a:lnTo>
                  <a:pt x="542925" y="1676400"/>
                </a:lnTo>
                <a:lnTo>
                  <a:pt x="495300" y="1676400"/>
                </a:lnTo>
                <a:close/>
                <a:moveTo>
                  <a:pt x="657225" y="1666875"/>
                </a:moveTo>
                <a:lnTo>
                  <a:pt x="666750" y="1666875"/>
                </a:lnTo>
                <a:lnTo>
                  <a:pt x="666750" y="1676400"/>
                </a:lnTo>
                <a:lnTo>
                  <a:pt x="657225" y="1676400"/>
                </a:lnTo>
                <a:close/>
                <a:moveTo>
                  <a:pt x="742950" y="1666875"/>
                </a:moveTo>
                <a:lnTo>
                  <a:pt x="752475" y="1666875"/>
                </a:lnTo>
                <a:lnTo>
                  <a:pt x="752475" y="1676400"/>
                </a:lnTo>
                <a:lnTo>
                  <a:pt x="742950" y="1676400"/>
                </a:lnTo>
                <a:close/>
                <a:moveTo>
                  <a:pt x="828675" y="1666875"/>
                </a:moveTo>
                <a:lnTo>
                  <a:pt x="876300" y="1666875"/>
                </a:lnTo>
                <a:lnTo>
                  <a:pt x="876300" y="1676400"/>
                </a:lnTo>
                <a:lnTo>
                  <a:pt x="828675" y="1676400"/>
                </a:lnTo>
                <a:close/>
                <a:moveTo>
                  <a:pt x="885825" y="1666875"/>
                </a:moveTo>
                <a:lnTo>
                  <a:pt x="895350" y="1666875"/>
                </a:lnTo>
                <a:lnTo>
                  <a:pt x="895350" y="1676400"/>
                </a:lnTo>
                <a:lnTo>
                  <a:pt x="885825" y="1676400"/>
                </a:lnTo>
                <a:close/>
                <a:moveTo>
                  <a:pt x="962025" y="1666875"/>
                </a:moveTo>
                <a:lnTo>
                  <a:pt x="981075" y="1666875"/>
                </a:lnTo>
                <a:lnTo>
                  <a:pt x="981075" y="1676400"/>
                </a:lnTo>
                <a:lnTo>
                  <a:pt x="962025" y="1676400"/>
                </a:lnTo>
                <a:close/>
                <a:moveTo>
                  <a:pt x="1228725" y="1666875"/>
                </a:moveTo>
                <a:lnTo>
                  <a:pt x="1238250" y="1666875"/>
                </a:lnTo>
                <a:lnTo>
                  <a:pt x="1238250" y="1676400"/>
                </a:lnTo>
                <a:lnTo>
                  <a:pt x="1228725" y="1676400"/>
                </a:lnTo>
                <a:close/>
                <a:moveTo>
                  <a:pt x="1247775" y="1666875"/>
                </a:moveTo>
                <a:lnTo>
                  <a:pt x="1257300" y="1666875"/>
                </a:lnTo>
                <a:lnTo>
                  <a:pt x="1257300" y="1676400"/>
                </a:lnTo>
                <a:lnTo>
                  <a:pt x="1247775" y="1676400"/>
                </a:lnTo>
                <a:close/>
                <a:moveTo>
                  <a:pt x="1285875" y="1666875"/>
                </a:moveTo>
                <a:lnTo>
                  <a:pt x="1333500" y="1666875"/>
                </a:lnTo>
                <a:lnTo>
                  <a:pt x="1333500" y="1676400"/>
                </a:lnTo>
                <a:lnTo>
                  <a:pt x="1285875" y="1676400"/>
                </a:lnTo>
                <a:close/>
                <a:moveTo>
                  <a:pt x="1343025" y="1666875"/>
                </a:moveTo>
                <a:lnTo>
                  <a:pt x="1352550" y="1666875"/>
                </a:lnTo>
                <a:lnTo>
                  <a:pt x="1352550" y="1676400"/>
                </a:lnTo>
                <a:lnTo>
                  <a:pt x="1343025" y="1676400"/>
                </a:lnTo>
                <a:close/>
                <a:moveTo>
                  <a:pt x="914400" y="1676400"/>
                </a:moveTo>
                <a:lnTo>
                  <a:pt x="923925" y="1676400"/>
                </a:lnTo>
                <a:lnTo>
                  <a:pt x="923925" y="1685925"/>
                </a:lnTo>
                <a:lnTo>
                  <a:pt x="914400" y="1685925"/>
                </a:lnTo>
                <a:close/>
                <a:moveTo>
                  <a:pt x="1000125" y="1676400"/>
                </a:moveTo>
                <a:lnTo>
                  <a:pt x="1009650" y="1676400"/>
                </a:lnTo>
                <a:lnTo>
                  <a:pt x="1009650" y="1685925"/>
                </a:lnTo>
                <a:lnTo>
                  <a:pt x="1000125" y="1685925"/>
                </a:lnTo>
                <a:close/>
                <a:moveTo>
                  <a:pt x="1743075" y="1809750"/>
                </a:moveTo>
                <a:lnTo>
                  <a:pt x="1752600" y="1809750"/>
                </a:lnTo>
                <a:lnTo>
                  <a:pt x="1752600" y="1838325"/>
                </a:lnTo>
                <a:lnTo>
                  <a:pt x="1743075" y="1838325"/>
                </a:lnTo>
                <a:close/>
                <a:moveTo>
                  <a:pt x="295275" y="1857375"/>
                </a:moveTo>
                <a:lnTo>
                  <a:pt x="352425" y="1857375"/>
                </a:lnTo>
                <a:lnTo>
                  <a:pt x="352425" y="1876425"/>
                </a:lnTo>
                <a:lnTo>
                  <a:pt x="361950" y="1876425"/>
                </a:lnTo>
                <a:lnTo>
                  <a:pt x="361950" y="1895475"/>
                </a:lnTo>
                <a:lnTo>
                  <a:pt x="371475" y="1895475"/>
                </a:lnTo>
                <a:lnTo>
                  <a:pt x="371475" y="2019300"/>
                </a:lnTo>
                <a:lnTo>
                  <a:pt x="361950" y="2019300"/>
                </a:lnTo>
                <a:lnTo>
                  <a:pt x="361950" y="2028825"/>
                </a:lnTo>
                <a:lnTo>
                  <a:pt x="342900" y="2028825"/>
                </a:lnTo>
                <a:lnTo>
                  <a:pt x="342900" y="2019300"/>
                </a:lnTo>
                <a:lnTo>
                  <a:pt x="323850" y="2019300"/>
                </a:lnTo>
                <a:lnTo>
                  <a:pt x="323850" y="2009775"/>
                </a:lnTo>
                <a:lnTo>
                  <a:pt x="238125" y="2009775"/>
                </a:lnTo>
                <a:lnTo>
                  <a:pt x="238125" y="2019300"/>
                </a:lnTo>
                <a:lnTo>
                  <a:pt x="219075" y="2019300"/>
                </a:lnTo>
                <a:lnTo>
                  <a:pt x="219075" y="2009775"/>
                </a:lnTo>
                <a:lnTo>
                  <a:pt x="209550" y="2009775"/>
                </a:lnTo>
                <a:lnTo>
                  <a:pt x="209550" y="1981200"/>
                </a:lnTo>
                <a:lnTo>
                  <a:pt x="228600" y="1981200"/>
                </a:lnTo>
                <a:lnTo>
                  <a:pt x="228600" y="1971675"/>
                </a:lnTo>
                <a:lnTo>
                  <a:pt x="238125" y="1971675"/>
                </a:lnTo>
                <a:lnTo>
                  <a:pt x="238125" y="1990725"/>
                </a:lnTo>
                <a:lnTo>
                  <a:pt x="247650" y="1990725"/>
                </a:lnTo>
                <a:lnTo>
                  <a:pt x="247650" y="2000250"/>
                </a:lnTo>
                <a:lnTo>
                  <a:pt x="333375" y="2000250"/>
                </a:lnTo>
                <a:lnTo>
                  <a:pt x="333375" y="1990725"/>
                </a:lnTo>
                <a:lnTo>
                  <a:pt x="342900" y="1990725"/>
                </a:lnTo>
                <a:lnTo>
                  <a:pt x="342900" y="1933575"/>
                </a:lnTo>
                <a:lnTo>
                  <a:pt x="333375" y="1933575"/>
                </a:lnTo>
                <a:lnTo>
                  <a:pt x="333375" y="1924050"/>
                </a:lnTo>
                <a:lnTo>
                  <a:pt x="323850" y="1924050"/>
                </a:lnTo>
                <a:lnTo>
                  <a:pt x="323850" y="1914525"/>
                </a:lnTo>
                <a:lnTo>
                  <a:pt x="314325" y="1914525"/>
                </a:lnTo>
                <a:lnTo>
                  <a:pt x="314325" y="1905000"/>
                </a:lnTo>
                <a:lnTo>
                  <a:pt x="304800" y="1905000"/>
                </a:lnTo>
                <a:lnTo>
                  <a:pt x="304800" y="1895475"/>
                </a:lnTo>
                <a:lnTo>
                  <a:pt x="295275" y="1895475"/>
                </a:lnTo>
                <a:lnTo>
                  <a:pt x="295275" y="1885950"/>
                </a:lnTo>
                <a:lnTo>
                  <a:pt x="257175" y="1885950"/>
                </a:lnTo>
                <a:lnTo>
                  <a:pt x="257175" y="1895475"/>
                </a:lnTo>
                <a:lnTo>
                  <a:pt x="247650" y="1895475"/>
                </a:lnTo>
                <a:lnTo>
                  <a:pt x="247650" y="1905000"/>
                </a:lnTo>
                <a:lnTo>
                  <a:pt x="238125" y="1905000"/>
                </a:lnTo>
                <a:lnTo>
                  <a:pt x="238125" y="1895475"/>
                </a:lnTo>
                <a:lnTo>
                  <a:pt x="228600" y="1895475"/>
                </a:lnTo>
                <a:lnTo>
                  <a:pt x="228600" y="1905000"/>
                </a:lnTo>
                <a:lnTo>
                  <a:pt x="219075" y="1905000"/>
                </a:lnTo>
                <a:lnTo>
                  <a:pt x="219075" y="1895475"/>
                </a:lnTo>
                <a:lnTo>
                  <a:pt x="209550" y="1895475"/>
                </a:lnTo>
                <a:lnTo>
                  <a:pt x="209550" y="1876425"/>
                </a:lnTo>
                <a:lnTo>
                  <a:pt x="219075" y="1876425"/>
                </a:lnTo>
                <a:lnTo>
                  <a:pt x="219075" y="1866900"/>
                </a:lnTo>
                <a:lnTo>
                  <a:pt x="257175" y="1866900"/>
                </a:lnTo>
                <a:lnTo>
                  <a:pt x="257175" y="1876425"/>
                </a:lnTo>
                <a:lnTo>
                  <a:pt x="295275" y="1876425"/>
                </a:lnTo>
                <a:close/>
                <a:moveTo>
                  <a:pt x="438150" y="1866900"/>
                </a:moveTo>
                <a:lnTo>
                  <a:pt x="447675" y="1866900"/>
                </a:lnTo>
                <a:lnTo>
                  <a:pt x="447675" y="1876425"/>
                </a:lnTo>
                <a:lnTo>
                  <a:pt x="438150" y="1876425"/>
                </a:lnTo>
                <a:close/>
                <a:moveTo>
                  <a:pt x="428625" y="1876425"/>
                </a:moveTo>
                <a:lnTo>
                  <a:pt x="438150" y="1876425"/>
                </a:lnTo>
                <a:lnTo>
                  <a:pt x="438150" y="1914525"/>
                </a:lnTo>
                <a:lnTo>
                  <a:pt x="447675" y="1914525"/>
                </a:lnTo>
                <a:lnTo>
                  <a:pt x="447675" y="1924050"/>
                </a:lnTo>
                <a:lnTo>
                  <a:pt x="428625" y="1924050"/>
                </a:lnTo>
                <a:close/>
                <a:moveTo>
                  <a:pt x="504825" y="1876425"/>
                </a:moveTo>
                <a:lnTo>
                  <a:pt x="514350" y="1876425"/>
                </a:lnTo>
                <a:lnTo>
                  <a:pt x="514350" y="1885950"/>
                </a:lnTo>
                <a:lnTo>
                  <a:pt x="504825" y="1885950"/>
                </a:lnTo>
                <a:close/>
                <a:moveTo>
                  <a:pt x="581025" y="1876425"/>
                </a:moveTo>
                <a:lnTo>
                  <a:pt x="600075" y="1876425"/>
                </a:lnTo>
                <a:lnTo>
                  <a:pt x="600075" y="1885950"/>
                </a:lnTo>
                <a:lnTo>
                  <a:pt x="581025" y="1885950"/>
                </a:lnTo>
                <a:close/>
                <a:moveTo>
                  <a:pt x="619125" y="1876425"/>
                </a:moveTo>
                <a:lnTo>
                  <a:pt x="638175" y="1876425"/>
                </a:lnTo>
                <a:lnTo>
                  <a:pt x="638175" y="1885950"/>
                </a:lnTo>
                <a:lnTo>
                  <a:pt x="619125" y="1885950"/>
                </a:lnTo>
                <a:close/>
                <a:moveTo>
                  <a:pt x="685800" y="1876425"/>
                </a:moveTo>
                <a:lnTo>
                  <a:pt x="695325" y="1876425"/>
                </a:lnTo>
                <a:lnTo>
                  <a:pt x="695325" y="1885950"/>
                </a:lnTo>
                <a:lnTo>
                  <a:pt x="685800" y="1885950"/>
                </a:lnTo>
                <a:close/>
                <a:moveTo>
                  <a:pt x="752475" y="1876425"/>
                </a:moveTo>
                <a:lnTo>
                  <a:pt x="762000" y="1876425"/>
                </a:lnTo>
                <a:lnTo>
                  <a:pt x="762000" y="1885950"/>
                </a:lnTo>
                <a:lnTo>
                  <a:pt x="752475" y="1885950"/>
                </a:lnTo>
                <a:close/>
                <a:moveTo>
                  <a:pt x="295275" y="1885950"/>
                </a:moveTo>
                <a:lnTo>
                  <a:pt x="314325" y="1885950"/>
                </a:lnTo>
                <a:lnTo>
                  <a:pt x="314325" y="1876425"/>
                </a:lnTo>
                <a:lnTo>
                  <a:pt x="295275" y="1876425"/>
                </a:lnTo>
                <a:close/>
                <a:moveTo>
                  <a:pt x="819150" y="1905000"/>
                </a:moveTo>
                <a:lnTo>
                  <a:pt x="828675" y="1905000"/>
                </a:lnTo>
                <a:lnTo>
                  <a:pt x="828675" y="1914525"/>
                </a:lnTo>
                <a:lnTo>
                  <a:pt x="819150" y="1914525"/>
                </a:lnTo>
                <a:close/>
                <a:moveTo>
                  <a:pt x="476250" y="1914525"/>
                </a:moveTo>
                <a:lnTo>
                  <a:pt x="485775" y="1914525"/>
                </a:lnTo>
                <a:lnTo>
                  <a:pt x="485775" y="1924050"/>
                </a:lnTo>
                <a:lnTo>
                  <a:pt x="476250" y="1924050"/>
                </a:lnTo>
                <a:close/>
                <a:moveTo>
                  <a:pt x="657225" y="1924050"/>
                </a:moveTo>
                <a:lnTo>
                  <a:pt x="733425" y="1924050"/>
                </a:lnTo>
                <a:lnTo>
                  <a:pt x="733425" y="1933575"/>
                </a:lnTo>
                <a:lnTo>
                  <a:pt x="657225" y="1933575"/>
                </a:lnTo>
                <a:close/>
                <a:moveTo>
                  <a:pt x="762000" y="1924050"/>
                </a:moveTo>
                <a:lnTo>
                  <a:pt x="809625" y="1924050"/>
                </a:lnTo>
                <a:lnTo>
                  <a:pt x="809625" y="1933575"/>
                </a:lnTo>
                <a:lnTo>
                  <a:pt x="762000" y="1933575"/>
                </a:lnTo>
                <a:close/>
                <a:moveTo>
                  <a:pt x="1619250" y="1924050"/>
                </a:moveTo>
                <a:lnTo>
                  <a:pt x="1628775" y="1924050"/>
                </a:lnTo>
                <a:lnTo>
                  <a:pt x="1628775" y="1933575"/>
                </a:lnTo>
                <a:lnTo>
                  <a:pt x="1619250" y="1933575"/>
                </a:lnTo>
                <a:close/>
                <a:moveTo>
                  <a:pt x="1619250" y="1952625"/>
                </a:moveTo>
                <a:lnTo>
                  <a:pt x="1628775" y="1952625"/>
                </a:lnTo>
                <a:lnTo>
                  <a:pt x="1628775" y="1962150"/>
                </a:lnTo>
                <a:lnTo>
                  <a:pt x="1638300" y="1962150"/>
                </a:lnTo>
                <a:lnTo>
                  <a:pt x="1638300" y="1952625"/>
                </a:lnTo>
                <a:lnTo>
                  <a:pt x="1647825" y="1952625"/>
                </a:lnTo>
                <a:lnTo>
                  <a:pt x="1647825" y="1962150"/>
                </a:lnTo>
                <a:lnTo>
                  <a:pt x="1638300" y="1962150"/>
                </a:lnTo>
                <a:lnTo>
                  <a:pt x="1638300" y="1971675"/>
                </a:lnTo>
                <a:lnTo>
                  <a:pt x="1619250" y="1971675"/>
                </a:lnTo>
                <a:close/>
                <a:moveTo>
                  <a:pt x="438150" y="1981200"/>
                </a:moveTo>
                <a:lnTo>
                  <a:pt x="447675" y="1981200"/>
                </a:lnTo>
                <a:lnTo>
                  <a:pt x="447675" y="1990725"/>
                </a:lnTo>
                <a:lnTo>
                  <a:pt x="438150" y="1990725"/>
                </a:lnTo>
                <a:close/>
                <a:moveTo>
                  <a:pt x="457200" y="1981200"/>
                </a:moveTo>
                <a:lnTo>
                  <a:pt x="485775" y="1981200"/>
                </a:lnTo>
                <a:lnTo>
                  <a:pt x="485775" y="1990725"/>
                </a:lnTo>
                <a:lnTo>
                  <a:pt x="457200" y="1990725"/>
                </a:lnTo>
                <a:close/>
                <a:moveTo>
                  <a:pt x="523875" y="1981200"/>
                </a:moveTo>
                <a:lnTo>
                  <a:pt x="533400" y="1981200"/>
                </a:lnTo>
                <a:lnTo>
                  <a:pt x="533400" y="1990725"/>
                </a:lnTo>
                <a:lnTo>
                  <a:pt x="523875" y="1990725"/>
                </a:lnTo>
                <a:close/>
                <a:moveTo>
                  <a:pt x="552450" y="1981200"/>
                </a:moveTo>
                <a:lnTo>
                  <a:pt x="571500" y="1981200"/>
                </a:lnTo>
                <a:lnTo>
                  <a:pt x="571500" y="1990725"/>
                </a:lnTo>
                <a:lnTo>
                  <a:pt x="552450" y="1990725"/>
                </a:lnTo>
                <a:close/>
                <a:moveTo>
                  <a:pt x="847725" y="1981200"/>
                </a:moveTo>
                <a:lnTo>
                  <a:pt x="866775" y="1981200"/>
                </a:lnTo>
                <a:lnTo>
                  <a:pt x="866775" y="1990725"/>
                </a:lnTo>
                <a:lnTo>
                  <a:pt x="847725" y="1990725"/>
                </a:lnTo>
                <a:close/>
                <a:moveTo>
                  <a:pt x="1019175" y="1981200"/>
                </a:moveTo>
                <a:lnTo>
                  <a:pt x="1028700" y="1981200"/>
                </a:lnTo>
                <a:lnTo>
                  <a:pt x="1028700" y="1990725"/>
                </a:lnTo>
                <a:lnTo>
                  <a:pt x="1019175" y="1990725"/>
                </a:lnTo>
                <a:close/>
                <a:moveTo>
                  <a:pt x="1038225" y="1981200"/>
                </a:moveTo>
                <a:lnTo>
                  <a:pt x="1047750" y="1981200"/>
                </a:lnTo>
                <a:lnTo>
                  <a:pt x="1047750" y="1990725"/>
                </a:lnTo>
                <a:lnTo>
                  <a:pt x="1038225" y="1990725"/>
                </a:lnTo>
                <a:close/>
                <a:moveTo>
                  <a:pt x="1209675" y="1981200"/>
                </a:moveTo>
                <a:lnTo>
                  <a:pt x="1238250" y="1981200"/>
                </a:lnTo>
                <a:lnTo>
                  <a:pt x="1238250" y="1990725"/>
                </a:lnTo>
                <a:lnTo>
                  <a:pt x="1209675" y="1990725"/>
                </a:lnTo>
                <a:close/>
                <a:moveTo>
                  <a:pt x="647700" y="1990725"/>
                </a:moveTo>
                <a:lnTo>
                  <a:pt x="657225" y="1990725"/>
                </a:lnTo>
                <a:lnTo>
                  <a:pt x="657225" y="2000250"/>
                </a:lnTo>
                <a:lnTo>
                  <a:pt x="647700" y="2000250"/>
                </a:lnTo>
                <a:close/>
                <a:moveTo>
                  <a:pt x="838200" y="1990725"/>
                </a:moveTo>
                <a:lnTo>
                  <a:pt x="847725" y="1990725"/>
                </a:lnTo>
                <a:lnTo>
                  <a:pt x="847725" y="2000250"/>
                </a:lnTo>
                <a:lnTo>
                  <a:pt x="838200" y="2000250"/>
                </a:lnTo>
                <a:close/>
                <a:moveTo>
                  <a:pt x="1200150" y="1990725"/>
                </a:moveTo>
                <a:lnTo>
                  <a:pt x="1209675" y="1990725"/>
                </a:lnTo>
                <a:lnTo>
                  <a:pt x="1209675" y="2000250"/>
                </a:lnTo>
                <a:lnTo>
                  <a:pt x="1200150" y="2000250"/>
                </a:lnTo>
                <a:close/>
                <a:moveTo>
                  <a:pt x="1247775" y="1990725"/>
                </a:moveTo>
                <a:lnTo>
                  <a:pt x="1257300" y="1990725"/>
                </a:lnTo>
                <a:lnTo>
                  <a:pt x="1257300" y="2000250"/>
                </a:lnTo>
                <a:lnTo>
                  <a:pt x="1247775" y="2000250"/>
                </a:lnTo>
                <a:close/>
                <a:moveTo>
                  <a:pt x="428625" y="2009775"/>
                </a:moveTo>
                <a:lnTo>
                  <a:pt x="438150" y="2009775"/>
                </a:lnTo>
                <a:lnTo>
                  <a:pt x="438150" y="2019300"/>
                </a:lnTo>
                <a:lnTo>
                  <a:pt x="428625" y="2019300"/>
                </a:lnTo>
                <a:close/>
                <a:moveTo>
                  <a:pt x="647700" y="2009775"/>
                </a:moveTo>
                <a:lnTo>
                  <a:pt x="657225" y="2009775"/>
                </a:lnTo>
                <a:lnTo>
                  <a:pt x="657225" y="2019300"/>
                </a:lnTo>
                <a:lnTo>
                  <a:pt x="647700" y="2019300"/>
                </a:lnTo>
                <a:close/>
                <a:moveTo>
                  <a:pt x="971550" y="2009775"/>
                </a:moveTo>
                <a:lnTo>
                  <a:pt x="981075" y="2009775"/>
                </a:lnTo>
                <a:lnTo>
                  <a:pt x="981075" y="2019300"/>
                </a:lnTo>
                <a:lnTo>
                  <a:pt x="971550" y="2019300"/>
                </a:lnTo>
                <a:close/>
                <a:moveTo>
                  <a:pt x="1047750" y="2009775"/>
                </a:moveTo>
                <a:lnTo>
                  <a:pt x="1057275" y="2009775"/>
                </a:lnTo>
                <a:lnTo>
                  <a:pt x="1057275" y="2019300"/>
                </a:lnTo>
                <a:lnTo>
                  <a:pt x="1047750" y="2019300"/>
                </a:lnTo>
                <a:close/>
                <a:moveTo>
                  <a:pt x="438150" y="2019300"/>
                </a:moveTo>
                <a:lnTo>
                  <a:pt x="447675" y="2019300"/>
                </a:lnTo>
                <a:lnTo>
                  <a:pt x="447675" y="2028825"/>
                </a:lnTo>
                <a:lnTo>
                  <a:pt x="438150" y="2028825"/>
                </a:lnTo>
                <a:close/>
                <a:moveTo>
                  <a:pt x="466725" y="2019300"/>
                </a:moveTo>
                <a:lnTo>
                  <a:pt x="523875" y="2019300"/>
                </a:lnTo>
                <a:lnTo>
                  <a:pt x="523875" y="2028825"/>
                </a:lnTo>
                <a:lnTo>
                  <a:pt x="466725" y="2028825"/>
                </a:lnTo>
                <a:close/>
                <a:moveTo>
                  <a:pt x="638175" y="2019300"/>
                </a:moveTo>
                <a:lnTo>
                  <a:pt x="647700" y="2019300"/>
                </a:lnTo>
                <a:lnTo>
                  <a:pt x="647700" y="2028825"/>
                </a:lnTo>
                <a:lnTo>
                  <a:pt x="638175" y="2028825"/>
                </a:lnTo>
                <a:close/>
                <a:moveTo>
                  <a:pt x="695325" y="2019300"/>
                </a:moveTo>
                <a:lnTo>
                  <a:pt x="704850" y="2019300"/>
                </a:lnTo>
                <a:lnTo>
                  <a:pt x="704850" y="2028825"/>
                </a:lnTo>
                <a:lnTo>
                  <a:pt x="695325" y="2028825"/>
                </a:lnTo>
                <a:close/>
                <a:moveTo>
                  <a:pt x="752475" y="2019300"/>
                </a:moveTo>
                <a:lnTo>
                  <a:pt x="762000" y="2019300"/>
                </a:lnTo>
                <a:lnTo>
                  <a:pt x="762000" y="2028825"/>
                </a:lnTo>
                <a:lnTo>
                  <a:pt x="752475" y="2028825"/>
                </a:lnTo>
                <a:close/>
                <a:moveTo>
                  <a:pt x="771525" y="2019300"/>
                </a:moveTo>
                <a:lnTo>
                  <a:pt x="828675" y="2019300"/>
                </a:lnTo>
                <a:lnTo>
                  <a:pt x="828675" y="2028825"/>
                </a:lnTo>
                <a:lnTo>
                  <a:pt x="771525" y="2028825"/>
                </a:lnTo>
                <a:close/>
                <a:moveTo>
                  <a:pt x="847725" y="2019300"/>
                </a:moveTo>
                <a:lnTo>
                  <a:pt x="895350" y="2019300"/>
                </a:lnTo>
                <a:lnTo>
                  <a:pt x="895350" y="2028825"/>
                </a:lnTo>
                <a:lnTo>
                  <a:pt x="847725" y="2028825"/>
                </a:lnTo>
                <a:close/>
                <a:moveTo>
                  <a:pt x="923925" y="2019300"/>
                </a:moveTo>
                <a:lnTo>
                  <a:pt x="962025" y="2019300"/>
                </a:lnTo>
                <a:lnTo>
                  <a:pt x="962025" y="2028825"/>
                </a:lnTo>
                <a:lnTo>
                  <a:pt x="923925" y="2028825"/>
                </a:lnTo>
                <a:close/>
                <a:moveTo>
                  <a:pt x="1009650" y="2019300"/>
                </a:moveTo>
                <a:lnTo>
                  <a:pt x="1047750" y="2019300"/>
                </a:lnTo>
                <a:lnTo>
                  <a:pt x="1047750" y="2028825"/>
                </a:lnTo>
                <a:lnTo>
                  <a:pt x="1009650" y="2028825"/>
                </a:lnTo>
                <a:close/>
                <a:moveTo>
                  <a:pt x="1095375" y="2019300"/>
                </a:moveTo>
                <a:lnTo>
                  <a:pt x="1104900" y="2019300"/>
                </a:lnTo>
                <a:lnTo>
                  <a:pt x="1104900" y="2028825"/>
                </a:lnTo>
                <a:lnTo>
                  <a:pt x="1095375" y="2028825"/>
                </a:lnTo>
                <a:close/>
                <a:moveTo>
                  <a:pt x="1171575" y="2019300"/>
                </a:moveTo>
                <a:lnTo>
                  <a:pt x="1219200" y="2019300"/>
                </a:lnTo>
                <a:lnTo>
                  <a:pt x="1219200" y="2028825"/>
                </a:lnTo>
                <a:lnTo>
                  <a:pt x="1171575" y="2028825"/>
                </a:lnTo>
                <a:close/>
                <a:moveTo>
                  <a:pt x="1238250" y="2019300"/>
                </a:moveTo>
                <a:lnTo>
                  <a:pt x="1247775" y="2019300"/>
                </a:lnTo>
                <a:lnTo>
                  <a:pt x="1247775" y="2028825"/>
                </a:lnTo>
                <a:lnTo>
                  <a:pt x="1238250" y="2028825"/>
                </a:lnTo>
                <a:close/>
                <a:moveTo>
                  <a:pt x="1133475" y="2028825"/>
                </a:moveTo>
                <a:lnTo>
                  <a:pt x="1143000" y="2028825"/>
                </a:lnTo>
                <a:lnTo>
                  <a:pt x="1143000" y="2038350"/>
                </a:lnTo>
                <a:lnTo>
                  <a:pt x="1133475" y="2038350"/>
                </a:lnTo>
                <a:close/>
                <a:moveTo>
                  <a:pt x="247650" y="2209800"/>
                </a:moveTo>
                <a:lnTo>
                  <a:pt x="352425" y="2209800"/>
                </a:lnTo>
                <a:lnTo>
                  <a:pt x="352425" y="2219325"/>
                </a:lnTo>
                <a:lnTo>
                  <a:pt x="361950" y="2219325"/>
                </a:lnTo>
                <a:lnTo>
                  <a:pt x="361950" y="2247900"/>
                </a:lnTo>
                <a:lnTo>
                  <a:pt x="352425" y="2247900"/>
                </a:lnTo>
                <a:lnTo>
                  <a:pt x="352425" y="2305050"/>
                </a:lnTo>
                <a:lnTo>
                  <a:pt x="342900" y="2305050"/>
                </a:lnTo>
                <a:lnTo>
                  <a:pt x="342900" y="2257425"/>
                </a:lnTo>
                <a:lnTo>
                  <a:pt x="333375" y="2257425"/>
                </a:lnTo>
                <a:lnTo>
                  <a:pt x="333375" y="2247900"/>
                </a:lnTo>
                <a:lnTo>
                  <a:pt x="247650" y="2247900"/>
                </a:lnTo>
                <a:lnTo>
                  <a:pt x="247650" y="2257425"/>
                </a:lnTo>
                <a:lnTo>
                  <a:pt x="238125" y="2257425"/>
                </a:lnTo>
                <a:lnTo>
                  <a:pt x="238125" y="2266950"/>
                </a:lnTo>
                <a:lnTo>
                  <a:pt x="209550" y="2266950"/>
                </a:lnTo>
                <a:lnTo>
                  <a:pt x="209550" y="2238375"/>
                </a:lnTo>
                <a:lnTo>
                  <a:pt x="219075" y="2238375"/>
                </a:lnTo>
                <a:lnTo>
                  <a:pt x="219075" y="2228850"/>
                </a:lnTo>
                <a:lnTo>
                  <a:pt x="228600" y="2228850"/>
                </a:lnTo>
                <a:lnTo>
                  <a:pt x="228600" y="2219325"/>
                </a:lnTo>
                <a:lnTo>
                  <a:pt x="247650" y="2219325"/>
                </a:lnTo>
                <a:close/>
                <a:moveTo>
                  <a:pt x="438150" y="2219325"/>
                </a:moveTo>
                <a:lnTo>
                  <a:pt x="447675" y="2219325"/>
                </a:lnTo>
                <a:lnTo>
                  <a:pt x="447675" y="2228850"/>
                </a:lnTo>
                <a:lnTo>
                  <a:pt x="438150" y="2228850"/>
                </a:lnTo>
                <a:close/>
                <a:moveTo>
                  <a:pt x="476250" y="2228850"/>
                </a:moveTo>
                <a:lnTo>
                  <a:pt x="485775" y="2228850"/>
                </a:lnTo>
                <a:lnTo>
                  <a:pt x="485775" y="2238375"/>
                </a:lnTo>
                <a:lnTo>
                  <a:pt x="476250" y="2238375"/>
                </a:lnTo>
                <a:close/>
                <a:moveTo>
                  <a:pt x="581025" y="2228850"/>
                </a:moveTo>
                <a:lnTo>
                  <a:pt x="600075" y="2228850"/>
                </a:lnTo>
                <a:lnTo>
                  <a:pt x="600075" y="2238375"/>
                </a:lnTo>
                <a:lnTo>
                  <a:pt x="581025" y="2238375"/>
                </a:lnTo>
                <a:close/>
                <a:moveTo>
                  <a:pt x="685800" y="2228850"/>
                </a:moveTo>
                <a:lnTo>
                  <a:pt x="704850" y="2228850"/>
                </a:lnTo>
                <a:lnTo>
                  <a:pt x="704850" y="2238375"/>
                </a:lnTo>
                <a:lnTo>
                  <a:pt x="685800" y="2238375"/>
                </a:lnTo>
                <a:close/>
                <a:moveTo>
                  <a:pt x="742950" y="2228850"/>
                </a:moveTo>
                <a:lnTo>
                  <a:pt x="762000" y="2228850"/>
                </a:lnTo>
                <a:lnTo>
                  <a:pt x="762000" y="2238375"/>
                </a:lnTo>
                <a:lnTo>
                  <a:pt x="742950" y="2238375"/>
                </a:lnTo>
                <a:close/>
                <a:moveTo>
                  <a:pt x="781050" y="2228850"/>
                </a:moveTo>
                <a:lnTo>
                  <a:pt x="800100" y="2228850"/>
                </a:lnTo>
                <a:lnTo>
                  <a:pt x="800100" y="2238375"/>
                </a:lnTo>
                <a:lnTo>
                  <a:pt x="781050" y="2238375"/>
                </a:lnTo>
                <a:close/>
                <a:moveTo>
                  <a:pt x="438150" y="2238375"/>
                </a:moveTo>
                <a:lnTo>
                  <a:pt x="447675" y="2238375"/>
                </a:lnTo>
                <a:lnTo>
                  <a:pt x="447675" y="2247900"/>
                </a:lnTo>
                <a:lnTo>
                  <a:pt x="438150" y="2247900"/>
                </a:lnTo>
                <a:close/>
                <a:moveTo>
                  <a:pt x="647700" y="2238375"/>
                </a:moveTo>
                <a:lnTo>
                  <a:pt x="657225" y="2238375"/>
                </a:lnTo>
                <a:lnTo>
                  <a:pt x="657225" y="2247900"/>
                </a:lnTo>
                <a:lnTo>
                  <a:pt x="647700" y="2247900"/>
                </a:lnTo>
                <a:close/>
                <a:moveTo>
                  <a:pt x="866775" y="2238375"/>
                </a:moveTo>
                <a:lnTo>
                  <a:pt x="876300" y="2238375"/>
                </a:lnTo>
                <a:lnTo>
                  <a:pt x="876300" y="2247900"/>
                </a:lnTo>
                <a:lnTo>
                  <a:pt x="866775" y="2247900"/>
                </a:lnTo>
                <a:close/>
                <a:moveTo>
                  <a:pt x="1743075" y="2247900"/>
                </a:moveTo>
                <a:lnTo>
                  <a:pt x="1752600" y="2247900"/>
                </a:lnTo>
                <a:lnTo>
                  <a:pt x="1752600" y="2371725"/>
                </a:lnTo>
                <a:lnTo>
                  <a:pt x="1743075" y="2371725"/>
                </a:lnTo>
                <a:close/>
                <a:moveTo>
                  <a:pt x="876300" y="2257425"/>
                </a:moveTo>
                <a:lnTo>
                  <a:pt x="885825" y="2257425"/>
                </a:lnTo>
                <a:lnTo>
                  <a:pt x="885825" y="2266950"/>
                </a:lnTo>
                <a:lnTo>
                  <a:pt x="876300" y="2266950"/>
                </a:lnTo>
                <a:close/>
                <a:moveTo>
                  <a:pt x="1619250" y="2257425"/>
                </a:moveTo>
                <a:lnTo>
                  <a:pt x="1628775" y="2257425"/>
                </a:lnTo>
                <a:lnTo>
                  <a:pt x="1628775" y="2266950"/>
                </a:lnTo>
                <a:lnTo>
                  <a:pt x="1638300" y="2266950"/>
                </a:lnTo>
                <a:lnTo>
                  <a:pt x="1638300" y="2276475"/>
                </a:lnTo>
                <a:lnTo>
                  <a:pt x="1609725" y="2276475"/>
                </a:lnTo>
                <a:lnTo>
                  <a:pt x="1609725" y="2266950"/>
                </a:lnTo>
                <a:lnTo>
                  <a:pt x="1619250" y="2266950"/>
                </a:lnTo>
                <a:close/>
                <a:moveTo>
                  <a:pt x="495300" y="2266950"/>
                </a:moveTo>
                <a:lnTo>
                  <a:pt x="504825" y="2266950"/>
                </a:lnTo>
                <a:lnTo>
                  <a:pt x="504825" y="2276475"/>
                </a:lnTo>
                <a:lnTo>
                  <a:pt x="495300" y="2276475"/>
                </a:lnTo>
                <a:close/>
                <a:moveTo>
                  <a:pt x="581025" y="2276475"/>
                </a:moveTo>
                <a:lnTo>
                  <a:pt x="600075" y="2276475"/>
                </a:lnTo>
                <a:lnTo>
                  <a:pt x="600075" y="2286000"/>
                </a:lnTo>
                <a:lnTo>
                  <a:pt x="581025" y="2286000"/>
                </a:lnTo>
                <a:close/>
                <a:moveTo>
                  <a:pt x="685800" y="2276475"/>
                </a:moveTo>
                <a:lnTo>
                  <a:pt x="704850" y="2276475"/>
                </a:lnTo>
                <a:lnTo>
                  <a:pt x="704850" y="2286000"/>
                </a:lnTo>
                <a:lnTo>
                  <a:pt x="685800" y="2286000"/>
                </a:lnTo>
                <a:close/>
                <a:moveTo>
                  <a:pt x="742950" y="2276475"/>
                </a:moveTo>
                <a:lnTo>
                  <a:pt x="762000" y="2276475"/>
                </a:lnTo>
                <a:lnTo>
                  <a:pt x="762000" y="2286000"/>
                </a:lnTo>
                <a:lnTo>
                  <a:pt x="742950" y="2286000"/>
                </a:lnTo>
                <a:close/>
                <a:moveTo>
                  <a:pt x="819150" y="2276475"/>
                </a:moveTo>
                <a:lnTo>
                  <a:pt x="838200" y="2276475"/>
                </a:lnTo>
                <a:lnTo>
                  <a:pt x="838200" y="2286000"/>
                </a:lnTo>
                <a:lnTo>
                  <a:pt x="819150" y="2286000"/>
                </a:lnTo>
                <a:close/>
                <a:moveTo>
                  <a:pt x="1619250" y="2286000"/>
                </a:moveTo>
                <a:lnTo>
                  <a:pt x="1628775" y="2286000"/>
                </a:lnTo>
                <a:lnTo>
                  <a:pt x="1628775" y="2324100"/>
                </a:lnTo>
                <a:lnTo>
                  <a:pt x="1619250" y="2324100"/>
                </a:lnTo>
                <a:lnTo>
                  <a:pt x="1619250" y="2314575"/>
                </a:lnTo>
                <a:lnTo>
                  <a:pt x="1609725" y="2314575"/>
                </a:lnTo>
                <a:lnTo>
                  <a:pt x="1609725" y="2305050"/>
                </a:lnTo>
                <a:lnTo>
                  <a:pt x="1619250" y="2305050"/>
                </a:lnTo>
                <a:close/>
                <a:moveTo>
                  <a:pt x="228600" y="2295525"/>
                </a:moveTo>
                <a:lnTo>
                  <a:pt x="238125" y="2295525"/>
                </a:lnTo>
                <a:lnTo>
                  <a:pt x="238125" y="2314575"/>
                </a:lnTo>
                <a:lnTo>
                  <a:pt x="209550" y="2314575"/>
                </a:lnTo>
                <a:lnTo>
                  <a:pt x="209550" y="2305050"/>
                </a:lnTo>
                <a:lnTo>
                  <a:pt x="228600" y="2305050"/>
                </a:lnTo>
                <a:close/>
                <a:moveTo>
                  <a:pt x="161925" y="2314575"/>
                </a:moveTo>
                <a:lnTo>
                  <a:pt x="180975" y="2314575"/>
                </a:lnTo>
                <a:lnTo>
                  <a:pt x="180975" y="2343150"/>
                </a:lnTo>
                <a:lnTo>
                  <a:pt x="161925" y="2343150"/>
                </a:lnTo>
                <a:close/>
                <a:moveTo>
                  <a:pt x="333375" y="2314575"/>
                </a:moveTo>
                <a:lnTo>
                  <a:pt x="342900" y="2314575"/>
                </a:lnTo>
                <a:lnTo>
                  <a:pt x="342900" y="2324100"/>
                </a:lnTo>
                <a:lnTo>
                  <a:pt x="333375" y="2324100"/>
                </a:lnTo>
                <a:close/>
                <a:moveTo>
                  <a:pt x="542925" y="2324100"/>
                </a:moveTo>
                <a:lnTo>
                  <a:pt x="552450" y="2324100"/>
                </a:lnTo>
                <a:lnTo>
                  <a:pt x="552450" y="2333625"/>
                </a:lnTo>
                <a:lnTo>
                  <a:pt x="542925" y="2333625"/>
                </a:lnTo>
                <a:close/>
                <a:moveTo>
                  <a:pt x="438150" y="2333625"/>
                </a:moveTo>
                <a:lnTo>
                  <a:pt x="466725" y="2333625"/>
                </a:lnTo>
                <a:lnTo>
                  <a:pt x="466725" y="2352675"/>
                </a:lnTo>
                <a:lnTo>
                  <a:pt x="457200" y="2352675"/>
                </a:lnTo>
                <a:lnTo>
                  <a:pt x="457200" y="2343150"/>
                </a:lnTo>
                <a:lnTo>
                  <a:pt x="447675" y="2343150"/>
                </a:lnTo>
                <a:lnTo>
                  <a:pt x="447675" y="2371725"/>
                </a:lnTo>
                <a:lnTo>
                  <a:pt x="438150" y="2371725"/>
                </a:lnTo>
                <a:lnTo>
                  <a:pt x="438150" y="2362200"/>
                </a:lnTo>
                <a:lnTo>
                  <a:pt x="428625" y="2362200"/>
                </a:lnTo>
                <a:lnTo>
                  <a:pt x="428625" y="2343150"/>
                </a:lnTo>
                <a:lnTo>
                  <a:pt x="438150" y="2343150"/>
                </a:lnTo>
                <a:close/>
                <a:moveTo>
                  <a:pt x="523875" y="2333625"/>
                </a:moveTo>
                <a:lnTo>
                  <a:pt x="533400" y="2333625"/>
                </a:lnTo>
                <a:lnTo>
                  <a:pt x="533400" y="2343150"/>
                </a:lnTo>
                <a:lnTo>
                  <a:pt x="523875" y="2343150"/>
                </a:lnTo>
                <a:close/>
                <a:moveTo>
                  <a:pt x="552450" y="2333625"/>
                </a:moveTo>
                <a:lnTo>
                  <a:pt x="571500" y="2333625"/>
                </a:lnTo>
                <a:lnTo>
                  <a:pt x="571500" y="2343150"/>
                </a:lnTo>
                <a:lnTo>
                  <a:pt x="552450" y="2343150"/>
                </a:lnTo>
                <a:close/>
                <a:moveTo>
                  <a:pt x="581025" y="2333625"/>
                </a:moveTo>
                <a:lnTo>
                  <a:pt x="647700" y="2333625"/>
                </a:lnTo>
                <a:lnTo>
                  <a:pt x="647700" y="2343150"/>
                </a:lnTo>
                <a:lnTo>
                  <a:pt x="581025" y="2343150"/>
                </a:lnTo>
                <a:close/>
                <a:moveTo>
                  <a:pt x="685800" y="2333625"/>
                </a:moveTo>
                <a:lnTo>
                  <a:pt x="695325" y="2333625"/>
                </a:lnTo>
                <a:lnTo>
                  <a:pt x="695325" y="2343150"/>
                </a:lnTo>
                <a:lnTo>
                  <a:pt x="685800" y="2343150"/>
                </a:lnTo>
                <a:close/>
                <a:moveTo>
                  <a:pt x="819150" y="2333625"/>
                </a:moveTo>
                <a:lnTo>
                  <a:pt x="847725" y="2333625"/>
                </a:lnTo>
                <a:lnTo>
                  <a:pt x="847725" y="2343150"/>
                </a:lnTo>
                <a:lnTo>
                  <a:pt x="819150" y="2343150"/>
                </a:lnTo>
                <a:close/>
                <a:moveTo>
                  <a:pt x="866775" y="2333625"/>
                </a:moveTo>
                <a:lnTo>
                  <a:pt x="904875" y="2333625"/>
                </a:lnTo>
                <a:lnTo>
                  <a:pt x="904875" y="2343150"/>
                </a:lnTo>
                <a:lnTo>
                  <a:pt x="866775" y="2343150"/>
                </a:lnTo>
                <a:close/>
                <a:moveTo>
                  <a:pt x="1028700" y="2333625"/>
                </a:moveTo>
                <a:lnTo>
                  <a:pt x="1057275" y="2333625"/>
                </a:lnTo>
                <a:lnTo>
                  <a:pt x="1057275" y="2343150"/>
                </a:lnTo>
                <a:lnTo>
                  <a:pt x="1028700" y="2343150"/>
                </a:lnTo>
                <a:close/>
                <a:moveTo>
                  <a:pt x="1238250" y="2333625"/>
                </a:moveTo>
                <a:lnTo>
                  <a:pt x="1276350" y="2333625"/>
                </a:lnTo>
                <a:lnTo>
                  <a:pt x="1276350" y="2343150"/>
                </a:lnTo>
                <a:lnTo>
                  <a:pt x="1238250" y="2343150"/>
                </a:lnTo>
                <a:close/>
                <a:moveTo>
                  <a:pt x="990600" y="2343150"/>
                </a:moveTo>
                <a:lnTo>
                  <a:pt x="1000125" y="2343150"/>
                </a:lnTo>
                <a:lnTo>
                  <a:pt x="1000125" y="2352675"/>
                </a:lnTo>
                <a:lnTo>
                  <a:pt x="990600" y="2352675"/>
                </a:lnTo>
                <a:close/>
                <a:moveTo>
                  <a:pt x="1019175" y="2343150"/>
                </a:moveTo>
                <a:lnTo>
                  <a:pt x="1028700" y="2343150"/>
                </a:lnTo>
                <a:lnTo>
                  <a:pt x="1028700" y="2352675"/>
                </a:lnTo>
                <a:lnTo>
                  <a:pt x="1019175" y="2352675"/>
                </a:lnTo>
                <a:close/>
                <a:moveTo>
                  <a:pt x="1285875" y="2343150"/>
                </a:moveTo>
                <a:lnTo>
                  <a:pt x="1295400" y="2343150"/>
                </a:lnTo>
                <a:lnTo>
                  <a:pt x="1295400" y="2352675"/>
                </a:lnTo>
                <a:lnTo>
                  <a:pt x="1285875" y="2352675"/>
                </a:lnTo>
                <a:close/>
                <a:moveTo>
                  <a:pt x="1000125" y="2352675"/>
                </a:moveTo>
                <a:lnTo>
                  <a:pt x="1019175" y="2352675"/>
                </a:lnTo>
                <a:lnTo>
                  <a:pt x="1019175" y="2362200"/>
                </a:lnTo>
                <a:lnTo>
                  <a:pt x="1028700" y="2362200"/>
                </a:lnTo>
                <a:lnTo>
                  <a:pt x="1028700" y="2371725"/>
                </a:lnTo>
                <a:lnTo>
                  <a:pt x="1000125" y="2371725"/>
                </a:lnTo>
                <a:lnTo>
                  <a:pt x="1000125" y="2381250"/>
                </a:lnTo>
                <a:lnTo>
                  <a:pt x="952500" y="2381250"/>
                </a:lnTo>
                <a:lnTo>
                  <a:pt x="952500" y="2371725"/>
                </a:lnTo>
                <a:lnTo>
                  <a:pt x="990600" y="2371725"/>
                </a:lnTo>
                <a:lnTo>
                  <a:pt x="990600" y="2362200"/>
                </a:lnTo>
                <a:lnTo>
                  <a:pt x="1000125" y="2362200"/>
                </a:lnTo>
                <a:close/>
                <a:moveTo>
                  <a:pt x="676275" y="2362200"/>
                </a:moveTo>
                <a:lnTo>
                  <a:pt x="685800" y="2362200"/>
                </a:lnTo>
                <a:lnTo>
                  <a:pt x="685800" y="2371725"/>
                </a:lnTo>
                <a:lnTo>
                  <a:pt x="676275" y="2371725"/>
                </a:lnTo>
                <a:close/>
                <a:moveTo>
                  <a:pt x="695325" y="2362200"/>
                </a:moveTo>
                <a:lnTo>
                  <a:pt x="714375" y="2362200"/>
                </a:lnTo>
                <a:lnTo>
                  <a:pt x="714375" y="2371725"/>
                </a:lnTo>
                <a:lnTo>
                  <a:pt x="695325" y="2371725"/>
                </a:lnTo>
                <a:close/>
                <a:moveTo>
                  <a:pt x="1095375" y="2362200"/>
                </a:moveTo>
                <a:lnTo>
                  <a:pt x="1114425" y="2362200"/>
                </a:lnTo>
                <a:lnTo>
                  <a:pt x="1114425" y="2371725"/>
                </a:lnTo>
                <a:lnTo>
                  <a:pt x="1095375" y="2371725"/>
                </a:lnTo>
                <a:close/>
                <a:moveTo>
                  <a:pt x="447675" y="2371725"/>
                </a:moveTo>
                <a:lnTo>
                  <a:pt x="590550" y="2371725"/>
                </a:lnTo>
                <a:lnTo>
                  <a:pt x="590550" y="2381250"/>
                </a:lnTo>
                <a:lnTo>
                  <a:pt x="447675" y="2381250"/>
                </a:lnTo>
                <a:close/>
                <a:moveTo>
                  <a:pt x="619125" y="2371725"/>
                </a:moveTo>
                <a:lnTo>
                  <a:pt x="638175" y="2371725"/>
                </a:lnTo>
                <a:lnTo>
                  <a:pt x="638175" y="2381250"/>
                </a:lnTo>
                <a:lnTo>
                  <a:pt x="619125" y="2381250"/>
                </a:lnTo>
                <a:close/>
                <a:moveTo>
                  <a:pt x="685800" y="2371725"/>
                </a:moveTo>
                <a:lnTo>
                  <a:pt x="695325" y="2371725"/>
                </a:lnTo>
                <a:lnTo>
                  <a:pt x="695325" y="2381250"/>
                </a:lnTo>
                <a:lnTo>
                  <a:pt x="685800" y="2381250"/>
                </a:lnTo>
                <a:close/>
                <a:moveTo>
                  <a:pt x="714375" y="2371725"/>
                </a:moveTo>
                <a:lnTo>
                  <a:pt x="742950" y="2371725"/>
                </a:lnTo>
                <a:lnTo>
                  <a:pt x="742950" y="2381250"/>
                </a:lnTo>
                <a:lnTo>
                  <a:pt x="714375" y="2381250"/>
                </a:lnTo>
                <a:close/>
                <a:moveTo>
                  <a:pt x="771525" y="2371725"/>
                </a:moveTo>
                <a:lnTo>
                  <a:pt x="876300" y="2371725"/>
                </a:lnTo>
                <a:lnTo>
                  <a:pt x="876300" y="2381250"/>
                </a:lnTo>
                <a:lnTo>
                  <a:pt x="771525" y="2381250"/>
                </a:lnTo>
                <a:close/>
                <a:moveTo>
                  <a:pt x="895350" y="2371725"/>
                </a:moveTo>
                <a:lnTo>
                  <a:pt x="914400" y="2371725"/>
                </a:lnTo>
                <a:lnTo>
                  <a:pt x="914400" y="2381250"/>
                </a:lnTo>
                <a:lnTo>
                  <a:pt x="895350" y="2381250"/>
                </a:lnTo>
                <a:close/>
                <a:moveTo>
                  <a:pt x="1028700" y="2371725"/>
                </a:moveTo>
                <a:lnTo>
                  <a:pt x="1076325" y="2371725"/>
                </a:lnTo>
                <a:lnTo>
                  <a:pt x="1076325" y="2381250"/>
                </a:lnTo>
                <a:lnTo>
                  <a:pt x="1028700" y="2381250"/>
                </a:lnTo>
                <a:close/>
                <a:moveTo>
                  <a:pt x="1133475" y="2371725"/>
                </a:moveTo>
                <a:lnTo>
                  <a:pt x="1152525" y="2371725"/>
                </a:lnTo>
                <a:lnTo>
                  <a:pt x="1152525" y="2381250"/>
                </a:lnTo>
                <a:lnTo>
                  <a:pt x="1133475" y="2381250"/>
                </a:lnTo>
                <a:close/>
                <a:moveTo>
                  <a:pt x="1200150" y="2371725"/>
                </a:moveTo>
                <a:lnTo>
                  <a:pt x="1285875" y="2371725"/>
                </a:lnTo>
                <a:lnTo>
                  <a:pt x="1285875" y="2381250"/>
                </a:lnTo>
                <a:lnTo>
                  <a:pt x="1200150" y="2381250"/>
                </a:lnTo>
                <a:close/>
                <a:moveTo>
                  <a:pt x="1171575" y="2381250"/>
                </a:moveTo>
                <a:lnTo>
                  <a:pt x="1190625" y="2381250"/>
                </a:lnTo>
                <a:lnTo>
                  <a:pt x="1190625" y="2390775"/>
                </a:lnTo>
                <a:lnTo>
                  <a:pt x="1171575" y="2390775"/>
                </a:lnTo>
                <a:close/>
                <a:moveTo>
                  <a:pt x="228600" y="2438400"/>
                </a:moveTo>
                <a:lnTo>
                  <a:pt x="704850" y="2438400"/>
                </a:lnTo>
                <a:lnTo>
                  <a:pt x="704850" y="2457450"/>
                </a:lnTo>
                <a:lnTo>
                  <a:pt x="228600" y="2457450"/>
                </a:lnTo>
                <a:close/>
                <a:moveTo>
                  <a:pt x="733425" y="2438400"/>
                </a:moveTo>
                <a:lnTo>
                  <a:pt x="1657350" y="2438400"/>
                </a:lnTo>
                <a:lnTo>
                  <a:pt x="1657350" y="2457450"/>
                </a:lnTo>
                <a:lnTo>
                  <a:pt x="733425" y="2457450"/>
                </a:lnTo>
                <a:close/>
                <a:moveTo>
                  <a:pt x="1743075" y="2476500"/>
                </a:moveTo>
                <a:lnTo>
                  <a:pt x="1752600" y="2476500"/>
                </a:lnTo>
                <a:lnTo>
                  <a:pt x="1752600" y="2533650"/>
                </a:lnTo>
                <a:lnTo>
                  <a:pt x="1743075" y="2533650"/>
                </a:lnTo>
                <a:close/>
                <a:moveTo>
                  <a:pt x="295275" y="2486025"/>
                </a:moveTo>
                <a:lnTo>
                  <a:pt x="438150" y="2486025"/>
                </a:lnTo>
                <a:lnTo>
                  <a:pt x="438150" y="2495550"/>
                </a:lnTo>
                <a:lnTo>
                  <a:pt x="295275" y="2495550"/>
                </a:lnTo>
                <a:close/>
                <a:moveTo>
                  <a:pt x="447675" y="2486025"/>
                </a:moveTo>
                <a:lnTo>
                  <a:pt x="457200" y="2486025"/>
                </a:lnTo>
                <a:lnTo>
                  <a:pt x="457200" y="2495550"/>
                </a:lnTo>
                <a:lnTo>
                  <a:pt x="447675" y="2495550"/>
                </a:lnTo>
                <a:close/>
                <a:moveTo>
                  <a:pt x="466725" y="2486025"/>
                </a:moveTo>
                <a:lnTo>
                  <a:pt x="533400" y="2486025"/>
                </a:lnTo>
                <a:lnTo>
                  <a:pt x="533400" y="2495550"/>
                </a:lnTo>
                <a:lnTo>
                  <a:pt x="466725" y="2495550"/>
                </a:lnTo>
                <a:close/>
                <a:moveTo>
                  <a:pt x="962025" y="2486025"/>
                </a:moveTo>
                <a:lnTo>
                  <a:pt x="971550" y="2486025"/>
                </a:lnTo>
                <a:lnTo>
                  <a:pt x="971550" y="2495550"/>
                </a:lnTo>
                <a:lnTo>
                  <a:pt x="962025" y="2495550"/>
                </a:lnTo>
                <a:close/>
                <a:moveTo>
                  <a:pt x="1000125" y="2486025"/>
                </a:moveTo>
                <a:lnTo>
                  <a:pt x="1047750" y="2486025"/>
                </a:lnTo>
                <a:lnTo>
                  <a:pt x="1047750" y="2495550"/>
                </a:lnTo>
                <a:lnTo>
                  <a:pt x="1000125" y="2495550"/>
                </a:lnTo>
                <a:close/>
                <a:moveTo>
                  <a:pt x="1057275" y="2486025"/>
                </a:moveTo>
                <a:lnTo>
                  <a:pt x="1123950" y="2486025"/>
                </a:lnTo>
                <a:lnTo>
                  <a:pt x="1123950" y="2495550"/>
                </a:lnTo>
                <a:lnTo>
                  <a:pt x="1057275" y="2495550"/>
                </a:lnTo>
                <a:close/>
                <a:moveTo>
                  <a:pt x="1352550" y="2486025"/>
                </a:moveTo>
                <a:lnTo>
                  <a:pt x="1400175" y="2486025"/>
                </a:lnTo>
                <a:lnTo>
                  <a:pt x="1400175" y="2495550"/>
                </a:lnTo>
                <a:lnTo>
                  <a:pt x="1352550" y="2495550"/>
                </a:lnTo>
                <a:close/>
                <a:moveTo>
                  <a:pt x="1552575" y="2486025"/>
                </a:moveTo>
                <a:lnTo>
                  <a:pt x="1571625" y="2486025"/>
                </a:lnTo>
                <a:lnTo>
                  <a:pt x="1571625" y="2495550"/>
                </a:lnTo>
                <a:lnTo>
                  <a:pt x="1552575" y="2495550"/>
                </a:lnTo>
                <a:close/>
                <a:moveTo>
                  <a:pt x="200025" y="2495550"/>
                </a:moveTo>
                <a:lnTo>
                  <a:pt x="209550" y="2495550"/>
                </a:lnTo>
                <a:lnTo>
                  <a:pt x="209550" y="2505075"/>
                </a:lnTo>
                <a:lnTo>
                  <a:pt x="200025" y="2505075"/>
                </a:lnTo>
                <a:close/>
                <a:moveTo>
                  <a:pt x="180975" y="2505075"/>
                </a:moveTo>
                <a:lnTo>
                  <a:pt x="190500" y="2505075"/>
                </a:lnTo>
                <a:lnTo>
                  <a:pt x="190500" y="2514600"/>
                </a:lnTo>
                <a:lnTo>
                  <a:pt x="180975" y="2514600"/>
                </a:lnTo>
                <a:close/>
                <a:moveTo>
                  <a:pt x="171450" y="2514600"/>
                </a:moveTo>
                <a:lnTo>
                  <a:pt x="180975" y="2514600"/>
                </a:lnTo>
                <a:lnTo>
                  <a:pt x="180975" y="2524125"/>
                </a:lnTo>
                <a:lnTo>
                  <a:pt x="171450" y="2524125"/>
                </a:lnTo>
                <a:close/>
                <a:moveTo>
                  <a:pt x="209550" y="2514600"/>
                </a:moveTo>
                <a:lnTo>
                  <a:pt x="219075" y="2514600"/>
                </a:lnTo>
                <a:lnTo>
                  <a:pt x="219075" y="2524125"/>
                </a:lnTo>
                <a:lnTo>
                  <a:pt x="209550" y="2524125"/>
                </a:lnTo>
                <a:close/>
                <a:moveTo>
                  <a:pt x="161925" y="2524125"/>
                </a:moveTo>
                <a:lnTo>
                  <a:pt x="171450" y="2524125"/>
                </a:lnTo>
                <a:lnTo>
                  <a:pt x="171450" y="2533650"/>
                </a:lnTo>
                <a:lnTo>
                  <a:pt x="161925" y="2533650"/>
                </a:lnTo>
                <a:close/>
                <a:moveTo>
                  <a:pt x="1695450" y="2533650"/>
                </a:moveTo>
                <a:lnTo>
                  <a:pt x="1704975" y="2533650"/>
                </a:lnTo>
                <a:lnTo>
                  <a:pt x="1704975" y="2543175"/>
                </a:lnTo>
                <a:lnTo>
                  <a:pt x="1695450" y="2543175"/>
                </a:lnTo>
                <a:close/>
                <a:moveTo>
                  <a:pt x="1704975" y="2552700"/>
                </a:moveTo>
                <a:lnTo>
                  <a:pt x="1714500" y="2552700"/>
                </a:lnTo>
                <a:lnTo>
                  <a:pt x="1714500" y="2562225"/>
                </a:lnTo>
                <a:lnTo>
                  <a:pt x="1704975" y="2562225"/>
                </a:lnTo>
                <a:close/>
                <a:moveTo>
                  <a:pt x="1685925" y="2562225"/>
                </a:moveTo>
                <a:lnTo>
                  <a:pt x="1695450" y="2562225"/>
                </a:lnTo>
                <a:lnTo>
                  <a:pt x="1695450" y="2571750"/>
                </a:lnTo>
                <a:lnTo>
                  <a:pt x="1685925" y="2571750"/>
                </a:lnTo>
                <a:close/>
                <a:moveTo>
                  <a:pt x="114300" y="2571750"/>
                </a:moveTo>
                <a:lnTo>
                  <a:pt x="123825" y="2571750"/>
                </a:lnTo>
                <a:lnTo>
                  <a:pt x="123825" y="2590800"/>
                </a:lnTo>
                <a:lnTo>
                  <a:pt x="133350" y="2590800"/>
                </a:lnTo>
                <a:lnTo>
                  <a:pt x="133350" y="2571750"/>
                </a:lnTo>
                <a:lnTo>
                  <a:pt x="142875" y="2571750"/>
                </a:lnTo>
                <a:lnTo>
                  <a:pt x="142875" y="2600325"/>
                </a:lnTo>
                <a:lnTo>
                  <a:pt x="133350" y="2600325"/>
                </a:lnTo>
                <a:lnTo>
                  <a:pt x="133350" y="2619375"/>
                </a:lnTo>
                <a:lnTo>
                  <a:pt x="123825" y="2619375"/>
                </a:lnTo>
                <a:lnTo>
                  <a:pt x="123825" y="2600325"/>
                </a:lnTo>
                <a:lnTo>
                  <a:pt x="114300" y="2600325"/>
                </a:lnTo>
                <a:close/>
                <a:moveTo>
                  <a:pt x="161925" y="2571750"/>
                </a:moveTo>
                <a:lnTo>
                  <a:pt x="171450" y="2571750"/>
                </a:lnTo>
                <a:lnTo>
                  <a:pt x="171450" y="2581275"/>
                </a:lnTo>
                <a:lnTo>
                  <a:pt x="161925" y="2581275"/>
                </a:lnTo>
                <a:close/>
                <a:moveTo>
                  <a:pt x="1714500" y="2571750"/>
                </a:moveTo>
                <a:lnTo>
                  <a:pt x="1724025" y="2571750"/>
                </a:lnTo>
                <a:lnTo>
                  <a:pt x="1724025" y="2590800"/>
                </a:lnTo>
                <a:lnTo>
                  <a:pt x="1733550" y="2590800"/>
                </a:lnTo>
                <a:lnTo>
                  <a:pt x="1733550" y="2600325"/>
                </a:lnTo>
                <a:lnTo>
                  <a:pt x="1743075" y="2600325"/>
                </a:lnTo>
                <a:lnTo>
                  <a:pt x="1743075" y="2590800"/>
                </a:lnTo>
                <a:lnTo>
                  <a:pt x="1752600" y="2590800"/>
                </a:lnTo>
                <a:lnTo>
                  <a:pt x="1752600" y="2686050"/>
                </a:lnTo>
                <a:lnTo>
                  <a:pt x="1733550" y="2686050"/>
                </a:lnTo>
                <a:lnTo>
                  <a:pt x="1733550" y="2676525"/>
                </a:lnTo>
                <a:lnTo>
                  <a:pt x="1724025" y="2676525"/>
                </a:lnTo>
                <a:lnTo>
                  <a:pt x="1724025" y="2628900"/>
                </a:lnTo>
                <a:lnTo>
                  <a:pt x="1714500" y="2628900"/>
                </a:lnTo>
                <a:close/>
                <a:moveTo>
                  <a:pt x="257175" y="2590800"/>
                </a:moveTo>
                <a:lnTo>
                  <a:pt x="276225" y="2590800"/>
                </a:lnTo>
                <a:lnTo>
                  <a:pt x="276225" y="2600325"/>
                </a:lnTo>
                <a:lnTo>
                  <a:pt x="304800" y="2600325"/>
                </a:lnTo>
                <a:lnTo>
                  <a:pt x="304800" y="2590800"/>
                </a:lnTo>
                <a:lnTo>
                  <a:pt x="352425" y="2590800"/>
                </a:lnTo>
                <a:lnTo>
                  <a:pt x="352425" y="2600325"/>
                </a:lnTo>
                <a:lnTo>
                  <a:pt x="381000" y="2600325"/>
                </a:lnTo>
                <a:lnTo>
                  <a:pt x="381000" y="2609850"/>
                </a:lnTo>
                <a:lnTo>
                  <a:pt x="390525" y="2609850"/>
                </a:lnTo>
                <a:lnTo>
                  <a:pt x="390525" y="2657475"/>
                </a:lnTo>
                <a:lnTo>
                  <a:pt x="381000" y="2657475"/>
                </a:lnTo>
                <a:lnTo>
                  <a:pt x="381000" y="2686050"/>
                </a:lnTo>
                <a:lnTo>
                  <a:pt x="371475" y="2686050"/>
                </a:lnTo>
                <a:lnTo>
                  <a:pt x="371475" y="2647950"/>
                </a:lnTo>
                <a:lnTo>
                  <a:pt x="352425" y="2647950"/>
                </a:lnTo>
                <a:lnTo>
                  <a:pt x="352425" y="2657475"/>
                </a:lnTo>
                <a:lnTo>
                  <a:pt x="342900" y="2657475"/>
                </a:lnTo>
                <a:lnTo>
                  <a:pt x="342900" y="2667000"/>
                </a:lnTo>
                <a:lnTo>
                  <a:pt x="333375" y="2667000"/>
                </a:lnTo>
                <a:lnTo>
                  <a:pt x="333375" y="2657475"/>
                </a:lnTo>
                <a:lnTo>
                  <a:pt x="323850" y="2657475"/>
                </a:lnTo>
                <a:lnTo>
                  <a:pt x="323850" y="2647950"/>
                </a:lnTo>
                <a:lnTo>
                  <a:pt x="276225" y="2647950"/>
                </a:lnTo>
                <a:lnTo>
                  <a:pt x="276225" y="2657475"/>
                </a:lnTo>
                <a:lnTo>
                  <a:pt x="266700" y="2657475"/>
                </a:lnTo>
                <a:lnTo>
                  <a:pt x="266700" y="2667000"/>
                </a:lnTo>
                <a:lnTo>
                  <a:pt x="257175" y="2667000"/>
                </a:lnTo>
                <a:lnTo>
                  <a:pt x="257175" y="2686050"/>
                </a:lnTo>
                <a:lnTo>
                  <a:pt x="247650" y="2686050"/>
                </a:lnTo>
                <a:lnTo>
                  <a:pt x="247650" y="2676525"/>
                </a:lnTo>
                <a:lnTo>
                  <a:pt x="238125" y="2676525"/>
                </a:lnTo>
                <a:lnTo>
                  <a:pt x="238125" y="2667000"/>
                </a:lnTo>
                <a:lnTo>
                  <a:pt x="209550" y="2667000"/>
                </a:lnTo>
                <a:lnTo>
                  <a:pt x="209550" y="2657475"/>
                </a:lnTo>
                <a:lnTo>
                  <a:pt x="200025" y="2657475"/>
                </a:lnTo>
                <a:lnTo>
                  <a:pt x="200025" y="2628900"/>
                </a:lnTo>
                <a:lnTo>
                  <a:pt x="209550" y="2628900"/>
                </a:lnTo>
                <a:lnTo>
                  <a:pt x="209550" y="2609850"/>
                </a:lnTo>
                <a:lnTo>
                  <a:pt x="219075" y="2609850"/>
                </a:lnTo>
                <a:lnTo>
                  <a:pt x="219075" y="2600325"/>
                </a:lnTo>
                <a:lnTo>
                  <a:pt x="257175" y="2600325"/>
                </a:lnTo>
                <a:close/>
                <a:moveTo>
                  <a:pt x="771525" y="2609850"/>
                </a:moveTo>
                <a:lnTo>
                  <a:pt x="781050" y="2609850"/>
                </a:lnTo>
                <a:lnTo>
                  <a:pt x="781050" y="2619375"/>
                </a:lnTo>
                <a:lnTo>
                  <a:pt x="771525" y="2619375"/>
                </a:lnTo>
                <a:close/>
                <a:moveTo>
                  <a:pt x="752475" y="2619375"/>
                </a:moveTo>
                <a:lnTo>
                  <a:pt x="762000" y="2619375"/>
                </a:lnTo>
                <a:lnTo>
                  <a:pt x="762000" y="2628900"/>
                </a:lnTo>
                <a:lnTo>
                  <a:pt x="752475" y="2628900"/>
                </a:lnTo>
                <a:close/>
                <a:moveTo>
                  <a:pt x="790575" y="2619375"/>
                </a:moveTo>
                <a:lnTo>
                  <a:pt x="800100" y="2619375"/>
                </a:lnTo>
                <a:lnTo>
                  <a:pt x="800100" y="2628900"/>
                </a:lnTo>
                <a:lnTo>
                  <a:pt x="790575" y="2628900"/>
                </a:lnTo>
                <a:close/>
                <a:moveTo>
                  <a:pt x="1581150" y="2657475"/>
                </a:moveTo>
                <a:lnTo>
                  <a:pt x="1590675" y="2657475"/>
                </a:lnTo>
                <a:lnTo>
                  <a:pt x="1590675" y="2667000"/>
                </a:lnTo>
                <a:lnTo>
                  <a:pt x="1581150" y="2667000"/>
                </a:lnTo>
                <a:close/>
                <a:moveTo>
                  <a:pt x="495300" y="2667000"/>
                </a:moveTo>
                <a:lnTo>
                  <a:pt x="504825" y="2667000"/>
                </a:lnTo>
                <a:lnTo>
                  <a:pt x="504825" y="2686050"/>
                </a:lnTo>
                <a:lnTo>
                  <a:pt x="485775" y="2686050"/>
                </a:lnTo>
                <a:lnTo>
                  <a:pt x="485775" y="2676525"/>
                </a:lnTo>
                <a:lnTo>
                  <a:pt x="495300" y="2676525"/>
                </a:lnTo>
                <a:close/>
                <a:moveTo>
                  <a:pt x="542925" y="2667000"/>
                </a:moveTo>
                <a:lnTo>
                  <a:pt x="552450" y="2667000"/>
                </a:lnTo>
                <a:lnTo>
                  <a:pt x="552450" y="2676525"/>
                </a:lnTo>
                <a:lnTo>
                  <a:pt x="542925" y="2676525"/>
                </a:lnTo>
                <a:close/>
                <a:moveTo>
                  <a:pt x="1571625" y="2667000"/>
                </a:moveTo>
                <a:lnTo>
                  <a:pt x="1581150" y="2667000"/>
                </a:lnTo>
                <a:lnTo>
                  <a:pt x="1581150" y="2676525"/>
                </a:lnTo>
                <a:lnTo>
                  <a:pt x="1571625" y="2676525"/>
                </a:lnTo>
                <a:close/>
                <a:moveTo>
                  <a:pt x="1590675" y="2667000"/>
                </a:moveTo>
                <a:lnTo>
                  <a:pt x="1600200" y="2667000"/>
                </a:lnTo>
                <a:lnTo>
                  <a:pt x="1600200" y="2676525"/>
                </a:lnTo>
                <a:lnTo>
                  <a:pt x="1590675" y="2676525"/>
                </a:lnTo>
                <a:close/>
                <a:moveTo>
                  <a:pt x="609600" y="2676525"/>
                </a:moveTo>
                <a:lnTo>
                  <a:pt x="619125" y="2676525"/>
                </a:lnTo>
                <a:lnTo>
                  <a:pt x="619125" y="2686050"/>
                </a:lnTo>
                <a:lnTo>
                  <a:pt x="609600" y="2686050"/>
                </a:lnTo>
                <a:close/>
                <a:moveTo>
                  <a:pt x="1600200" y="2676525"/>
                </a:moveTo>
                <a:lnTo>
                  <a:pt x="1609725" y="2676525"/>
                </a:lnTo>
                <a:lnTo>
                  <a:pt x="1609725" y="2686050"/>
                </a:lnTo>
                <a:lnTo>
                  <a:pt x="1600200" y="2686050"/>
                </a:lnTo>
                <a:close/>
                <a:moveTo>
                  <a:pt x="590550" y="2686050"/>
                </a:moveTo>
                <a:lnTo>
                  <a:pt x="600075" y="2686050"/>
                </a:lnTo>
                <a:lnTo>
                  <a:pt x="600075" y="2695575"/>
                </a:lnTo>
                <a:lnTo>
                  <a:pt x="590550" y="2695575"/>
                </a:lnTo>
                <a:close/>
                <a:moveTo>
                  <a:pt x="342900" y="2705100"/>
                </a:moveTo>
                <a:lnTo>
                  <a:pt x="352425" y="2705100"/>
                </a:lnTo>
                <a:lnTo>
                  <a:pt x="352425" y="2714625"/>
                </a:lnTo>
                <a:lnTo>
                  <a:pt x="342900" y="2714625"/>
                </a:lnTo>
                <a:close/>
                <a:moveTo>
                  <a:pt x="352425" y="2714625"/>
                </a:moveTo>
                <a:lnTo>
                  <a:pt x="361950" y="2714625"/>
                </a:lnTo>
                <a:lnTo>
                  <a:pt x="361950" y="2733675"/>
                </a:lnTo>
                <a:lnTo>
                  <a:pt x="352425" y="2733675"/>
                </a:lnTo>
                <a:close/>
                <a:moveTo>
                  <a:pt x="1581150" y="2714625"/>
                </a:moveTo>
                <a:lnTo>
                  <a:pt x="1590675" y="2714625"/>
                </a:lnTo>
                <a:lnTo>
                  <a:pt x="1590675" y="2724150"/>
                </a:lnTo>
                <a:lnTo>
                  <a:pt x="1581150" y="2724150"/>
                </a:lnTo>
                <a:close/>
                <a:moveTo>
                  <a:pt x="257175" y="2733675"/>
                </a:moveTo>
                <a:lnTo>
                  <a:pt x="276225" y="2733675"/>
                </a:lnTo>
                <a:lnTo>
                  <a:pt x="276225" y="2743200"/>
                </a:lnTo>
                <a:lnTo>
                  <a:pt x="257175" y="2743200"/>
                </a:lnTo>
                <a:close/>
                <a:moveTo>
                  <a:pt x="342900" y="2733675"/>
                </a:moveTo>
                <a:lnTo>
                  <a:pt x="352425" y="2733675"/>
                </a:lnTo>
                <a:lnTo>
                  <a:pt x="352425" y="2743200"/>
                </a:lnTo>
                <a:lnTo>
                  <a:pt x="342900" y="2743200"/>
                </a:lnTo>
                <a:close/>
                <a:moveTo>
                  <a:pt x="495300" y="2733675"/>
                </a:moveTo>
                <a:lnTo>
                  <a:pt x="504825" y="2733675"/>
                </a:lnTo>
                <a:lnTo>
                  <a:pt x="504825" y="2743200"/>
                </a:lnTo>
                <a:lnTo>
                  <a:pt x="495300" y="2743200"/>
                </a:lnTo>
                <a:close/>
                <a:moveTo>
                  <a:pt x="571500" y="2733675"/>
                </a:moveTo>
                <a:lnTo>
                  <a:pt x="609600" y="2733675"/>
                </a:lnTo>
                <a:lnTo>
                  <a:pt x="609600" y="2743200"/>
                </a:lnTo>
                <a:lnTo>
                  <a:pt x="571500" y="2743200"/>
                </a:lnTo>
                <a:close/>
                <a:moveTo>
                  <a:pt x="876300" y="2733675"/>
                </a:moveTo>
                <a:lnTo>
                  <a:pt x="885825" y="2733675"/>
                </a:lnTo>
                <a:lnTo>
                  <a:pt x="885825" y="2743200"/>
                </a:lnTo>
                <a:lnTo>
                  <a:pt x="876300" y="2743200"/>
                </a:lnTo>
                <a:close/>
                <a:moveTo>
                  <a:pt x="971550" y="2733675"/>
                </a:moveTo>
                <a:lnTo>
                  <a:pt x="990600" y="2733675"/>
                </a:lnTo>
                <a:lnTo>
                  <a:pt x="990600" y="2743200"/>
                </a:lnTo>
                <a:lnTo>
                  <a:pt x="971550" y="2743200"/>
                </a:lnTo>
                <a:close/>
                <a:moveTo>
                  <a:pt x="1095375" y="2733675"/>
                </a:moveTo>
                <a:lnTo>
                  <a:pt x="1104900" y="2733675"/>
                </a:lnTo>
                <a:lnTo>
                  <a:pt x="1104900" y="2743200"/>
                </a:lnTo>
                <a:lnTo>
                  <a:pt x="1095375" y="2743200"/>
                </a:lnTo>
                <a:close/>
                <a:moveTo>
                  <a:pt x="1133475" y="2733675"/>
                </a:moveTo>
                <a:lnTo>
                  <a:pt x="1143000" y="2733675"/>
                </a:lnTo>
                <a:lnTo>
                  <a:pt x="1143000" y="2743200"/>
                </a:lnTo>
                <a:lnTo>
                  <a:pt x="1133475" y="2743200"/>
                </a:lnTo>
                <a:close/>
                <a:moveTo>
                  <a:pt x="1343025" y="2733675"/>
                </a:moveTo>
                <a:lnTo>
                  <a:pt x="1352550" y="2733675"/>
                </a:lnTo>
                <a:lnTo>
                  <a:pt x="1352550" y="2743200"/>
                </a:lnTo>
                <a:lnTo>
                  <a:pt x="1343025" y="2743200"/>
                </a:lnTo>
                <a:close/>
                <a:moveTo>
                  <a:pt x="466725" y="2743200"/>
                </a:moveTo>
                <a:lnTo>
                  <a:pt x="476250" y="2743200"/>
                </a:lnTo>
                <a:lnTo>
                  <a:pt x="476250" y="2752725"/>
                </a:lnTo>
                <a:lnTo>
                  <a:pt x="466725" y="2752725"/>
                </a:lnTo>
                <a:close/>
                <a:moveTo>
                  <a:pt x="514350" y="2743200"/>
                </a:moveTo>
                <a:lnTo>
                  <a:pt x="523875" y="2743200"/>
                </a:lnTo>
                <a:lnTo>
                  <a:pt x="523875" y="2752725"/>
                </a:lnTo>
                <a:lnTo>
                  <a:pt x="514350" y="2752725"/>
                </a:lnTo>
                <a:close/>
                <a:moveTo>
                  <a:pt x="666750" y="2743200"/>
                </a:moveTo>
                <a:lnTo>
                  <a:pt x="685800" y="2743200"/>
                </a:lnTo>
                <a:lnTo>
                  <a:pt x="685800" y="2752725"/>
                </a:lnTo>
                <a:lnTo>
                  <a:pt x="666750" y="2752725"/>
                </a:lnTo>
                <a:close/>
                <a:moveTo>
                  <a:pt x="752475" y="2743200"/>
                </a:moveTo>
                <a:lnTo>
                  <a:pt x="790575" y="2743200"/>
                </a:lnTo>
                <a:lnTo>
                  <a:pt x="790575" y="2752725"/>
                </a:lnTo>
                <a:lnTo>
                  <a:pt x="752475" y="2752725"/>
                </a:lnTo>
                <a:close/>
                <a:moveTo>
                  <a:pt x="895350" y="2743200"/>
                </a:moveTo>
                <a:lnTo>
                  <a:pt x="923925" y="2743200"/>
                </a:lnTo>
                <a:lnTo>
                  <a:pt x="923925" y="2752725"/>
                </a:lnTo>
                <a:lnTo>
                  <a:pt x="895350" y="2752725"/>
                </a:lnTo>
                <a:close/>
                <a:moveTo>
                  <a:pt x="942975" y="2743200"/>
                </a:moveTo>
                <a:lnTo>
                  <a:pt x="962025" y="2743200"/>
                </a:lnTo>
                <a:lnTo>
                  <a:pt x="962025" y="2752725"/>
                </a:lnTo>
                <a:lnTo>
                  <a:pt x="942975" y="2752725"/>
                </a:lnTo>
                <a:close/>
                <a:moveTo>
                  <a:pt x="1009650" y="2743200"/>
                </a:moveTo>
                <a:lnTo>
                  <a:pt x="1028700" y="2743200"/>
                </a:lnTo>
                <a:lnTo>
                  <a:pt x="1028700" y="2752725"/>
                </a:lnTo>
                <a:lnTo>
                  <a:pt x="1009650" y="2752725"/>
                </a:lnTo>
                <a:close/>
                <a:moveTo>
                  <a:pt x="1152525" y="2743200"/>
                </a:moveTo>
                <a:lnTo>
                  <a:pt x="1162050" y="2743200"/>
                </a:lnTo>
                <a:lnTo>
                  <a:pt x="1162050" y="2752725"/>
                </a:lnTo>
                <a:lnTo>
                  <a:pt x="1152525" y="2752725"/>
                </a:lnTo>
                <a:close/>
                <a:moveTo>
                  <a:pt x="1190625" y="2743200"/>
                </a:moveTo>
                <a:lnTo>
                  <a:pt x="1209675" y="2743200"/>
                </a:lnTo>
                <a:lnTo>
                  <a:pt x="1209675" y="2752725"/>
                </a:lnTo>
                <a:lnTo>
                  <a:pt x="1190625" y="2752725"/>
                </a:lnTo>
                <a:close/>
                <a:moveTo>
                  <a:pt x="1295400" y="2743200"/>
                </a:moveTo>
                <a:lnTo>
                  <a:pt x="1314450" y="2743200"/>
                </a:lnTo>
                <a:lnTo>
                  <a:pt x="1314450" y="2752725"/>
                </a:lnTo>
                <a:lnTo>
                  <a:pt x="1295400" y="2752725"/>
                </a:lnTo>
                <a:close/>
                <a:moveTo>
                  <a:pt x="1362075" y="2743200"/>
                </a:moveTo>
                <a:lnTo>
                  <a:pt x="1381125" y="2743200"/>
                </a:lnTo>
                <a:lnTo>
                  <a:pt x="1381125" y="2752725"/>
                </a:lnTo>
                <a:lnTo>
                  <a:pt x="1362075" y="2752725"/>
                </a:lnTo>
                <a:close/>
                <a:moveTo>
                  <a:pt x="219075" y="2752725"/>
                </a:moveTo>
                <a:lnTo>
                  <a:pt x="238125" y="2752725"/>
                </a:lnTo>
                <a:lnTo>
                  <a:pt x="238125" y="2762250"/>
                </a:lnTo>
                <a:lnTo>
                  <a:pt x="295275" y="2762250"/>
                </a:lnTo>
                <a:lnTo>
                  <a:pt x="295275" y="2771775"/>
                </a:lnTo>
                <a:lnTo>
                  <a:pt x="304800" y="2771775"/>
                </a:lnTo>
                <a:lnTo>
                  <a:pt x="304800" y="2762250"/>
                </a:lnTo>
                <a:lnTo>
                  <a:pt x="371475" y="2762250"/>
                </a:lnTo>
                <a:lnTo>
                  <a:pt x="371475" y="2752725"/>
                </a:lnTo>
                <a:lnTo>
                  <a:pt x="381000" y="2752725"/>
                </a:lnTo>
                <a:lnTo>
                  <a:pt x="381000" y="2781300"/>
                </a:lnTo>
                <a:lnTo>
                  <a:pt x="371475" y="2781300"/>
                </a:lnTo>
                <a:lnTo>
                  <a:pt x="371475" y="2790825"/>
                </a:lnTo>
                <a:lnTo>
                  <a:pt x="314325" y="2790825"/>
                </a:lnTo>
                <a:lnTo>
                  <a:pt x="314325" y="2781300"/>
                </a:lnTo>
                <a:lnTo>
                  <a:pt x="285750" y="2781300"/>
                </a:lnTo>
                <a:lnTo>
                  <a:pt x="285750" y="2790825"/>
                </a:lnTo>
                <a:lnTo>
                  <a:pt x="228600" y="2790825"/>
                </a:lnTo>
                <a:lnTo>
                  <a:pt x="228600" y="2781300"/>
                </a:lnTo>
                <a:lnTo>
                  <a:pt x="219075" y="2781300"/>
                </a:lnTo>
                <a:close/>
                <a:moveTo>
                  <a:pt x="742950" y="2752725"/>
                </a:moveTo>
                <a:lnTo>
                  <a:pt x="752475" y="2752725"/>
                </a:lnTo>
                <a:lnTo>
                  <a:pt x="752475" y="2771775"/>
                </a:lnTo>
                <a:lnTo>
                  <a:pt x="742950" y="2771775"/>
                </a:lnTo>
                <a:close/>
                <a:moveTo>
                  <a:pt x="1066800" y="2752725"/>
                </a:moveTo>
                <a:lnTo>
                  <a:pt x="1076325" y="2752725"/>
                </a:lnTo>
                <a:lnTo>
                  <a:pt x="1076325" y="2762250"/>
                </a:lnTo>
                <a:lnTo>
                  <a:pt x="1066800" y="2762250"/>
                </a:lnTo>
                <a:close/>
                <a:moveTo>
                  <a:pt x="1381125" y="2752725"/>
                </a:moveTo>
                <a:lnTo>
                  <a:pt x="1390650" y="2752725"/>
                </a:lnTo>
                <a:lnTo>
                  <a:pt x="1390650" y="2781300"/>
                </a:lnTo>
                <a:lnTo>
                  <a:pt x="1381125" y="2781300"/>
                </a:lnTo>
                <a:close/>
                <a:moveTo>
                  <a:pt x="123825" y="2762250"/>
                </a:moveTo>
                <a:lnTo>
                  <a:pt x="133350" y="2762250"/>
                </a:lnTo>
                <a:lnTo>
                  <a:pt x="133350" y="2809875"/>
                </a:lnTo>
                <a:lnTo>
                  <a:pt x="123825" y="2809875"/>
                </a:lnTo>
                <a:close/>
                <a:moveTo>
                  <a:pt x="1047750" y="2762250"/>
                </a:moveTo>
                <a:lnTo>
                  <a:pt x="1066800" y="2762250"/>
                </a:lnTo>
                <a:lnTo>
                  <a:pt x="1066800" y="2771775"/>
                </a:lnTo>
                <a:lnTo>
                  <a:pt x="1057275" y="2771775"/>
                </a:lnTo>
                <a:lnTo>
                  <a:pt x="1057275" y="2781300"/>
                </a:lnTo>
                <a:lnTo>
                  <a:pt x="1047750" y="2781300"/>
                </a:lnTo>
                <a:close/>
                <a:moveTo>
                  <a:pt x="647700" y="2771775"/>
                </a:moveTo>
                <a:lnTo>
                  <a:pt x="676275" y="2771775"/>
                </a:lnTo>
                <a:lnTo>
                  <a:pt x="676275" y="2781300"/>
                </a:lnTo>
                <a:lnTo>
                  <a:pt x="666750" y="2781300"/>
                </a:lnTo>
                <a:lnTo>
                  <a:pt x="666750" y="2790825"/>
                </a:lnTo>
                <a:lnTo>
                  <a:pt x="657225" y="2790825"/>
                </a:lnTo>
                <a:lnTo>
                  <a:pt x="657225" y="2781300"/>
                </a:lnTo>
                <a:lnTo>
                  <a:pt x="647700" y="2781300"/>
                </a:lnTo>
                <a:close/>
                <a:moveTo>
                  <a:pt x="714375" y="2771775"/>
                </a:moveTo>
                <a:lnTo>
                  <a:pt x="723900" y="2771775"/>
                </a:lnTo>
                <a:lnTo>
                  <a:pt x="723900" y="2781300"/>
                </a:lnTo>
                <a:lnTo>
                  <a:pt x="714375" y="2781300"/>
                </a:lnTo>
                <a:close/>
                <a:moveTo>
                  <a:pt x="1066800" y="2771775"/>
                </a:moveTo>
                <a:lnTo>
                  <a:pt x="1076325" y="2771775"/>
                </a:lnTo>
                <a:lnTo>
                  <a:pt x="1076325" y="2781300"/>
                </a:lnTo>
                <a:lnTo>
                  <a:pt x="1066800" y="2781300"/>
                </a:lnTo>
                <a:close/>
                <a:moveTo>
                  <a:pt x="1143000" y="2771775"/>
                </a:moveTo>
                <a:lnTo>
                  <a:pt x="1200150" y="2771775"/>
                </a:lnTo>
                <a:lnTo>
                  <a:pt x="1200150" y="2781300"/>
                </a:lnTo>
                <a:lnTo>
                  <a:pt x="1190625" y="2781300"/>
                </a:lnTo>
                <a:lnTo>
                  <a:pt x="1190625" y="2790825"/>
                </a:lnTo>
                <a:lnTo>
                  <a:pt x="1171575" y="2790825"/>
                </a:lnTo>
                <a:lnTo>
                  <a:pt x="1171575" y="2781300"/>
                </a:lnTo>
                <a:lnTo>
                  <a:pt x="1143000" y="2781300"/>
                </a:lnTo>
                <a:close/>
                <a:moveTo>
                  <a:pt x="495300" y="2781300"/>
                </a:moveTo>
                <a:lnTo>
                  <a:pt x="581025" y="2781300"/>
                </a:lnTo>
                <a:lnTo>
                  <a:pt x="581025" y="2790825"/>
                </a:lnTo>
                <a:lnTo>
                  <a:pt x="495300" y="2790825"/>
                </a:lnTo>
                <a:close/>
                <a:moveTo>
                  <a:pt x="600075" y="2781300"/>
                </a:moveTo>
                <a:lnTo>
                  <a:pt x="647700" y="2781300"/>
                </a:lnTo>
                <a:lnTo>
                  <a:pt x="647700" y="2790825"/>
                </a:lnTo>
                <a:lnTo>
                  <a:pt x="600075" y="2790825"/>
                </a:lnTo>
                <a:close/>
                <a:moveTo>
                  <a:pt x="676275" y="2781300"/>
                </a:moveTo>
                <a:lnTo>
                  <a:pt x="685800" y="2781300"/>
                </a:lnTo>
                <a:lnTo>
                  <a:pt x="685800" y="2790825"/>
                </a:lnTo>
                <a:lnTo>
                  <a:pt x="676275" y="2790825"/>
                </a:lnTo>
                <a:close/>
                <a:moveTo>
                  <a:pt x="704850" y="2781300"/>
                </a:moveTo>
                <a:lnTo>
                  <a:pt x="714375" y="2781300"/>
                </a:lnTo>
                <a:lnTo>
                  <a:pt x="714375" y="2790825"/>
                </a:lnTo>
                <a:lnTo>
                  <a:pt x="704850" y="2790825"/>
                </a:lnTo>
                <a:close/>
                <a:moveTo>
                  <a:pt x="762000" y="2781300"/>
                </a:moveTo>
                <a:lnTo>
                  <a:pt x="800100" y="2781300"/>
                </a:lnTo>
                <a:lnTo>
                  <a:pt x="800100" y="2790825"/>
                </a:lnTo>
                <a:lnTo>
                  <a:pt x="762000" y="2790825"/>
                </a:lnTo>
                <a:close/>
                <a:moveTo>
                  <a:pt x="857250" y="2781300"/>
                </a:moveTo>
                <a:lnTo>
                  <a:pt x="866775" y="2781300"/>
                </a:lnTo>
                <a:lnTo>
                  <a:pt x="866775" y="2790825"/>
                </a:lnTo>
                <a:lnTo>
                  <a:pt x="857250" y="2790825"/>
                </a:lnTo>
                <a:close/>
                <a:moveTo>
                  <a:pt x="885825" y="2781300"/>
                </a:moveTo>
                <a:lnTo>
                  <a:pt x="923925" y="2781300"/>
                </a:lnTo>
                <a:lnTo>
                  <a:pt x="923925" y="2790825"/>
                </a:lnTo>
                <a:lnTo>
                  <a:pt x="885825" y="2790825"/>
                </a:lnTo>
                <a:close/>
                <a:moveTo>
                  <a:pt x="942975" y="2781300"/>
                </a:moveTo>
                <a:lnTo>
                  <a:pt x="962025" y="2781300"/>
                </a:lnTo>
                <a:lnTo>
                  <a:pt x="962025" y="2790825"/>
                </a:lnTo>
                <a:lnTo>
                  <a:pt x="942975" y="2790825"/>
                </a:lnTo>
                <a:close/>
                <a:moveTo>
                  <a:pt x="1009650" y="2781300"/>
                </a:moveTo>
                <a:lnTo>
                  <a:pt x="1047750" y="2781300"/>
                </a:lnTo>
                <a:lnTo>
                  <a:pt x="1047750" y="2790825"/>
                </a:lnTo>
                <a:lnTo>
                  <a:pt x="1009650" y="2790825"/>
                </a:lnTo>
                <a:close/>
                <a:moveTo>
                  <a:pt x="1095375" y="2781300"/>
                </a:moveTo>
                <a:lnTo>
                  <a:pt x="1114425" y="2781300"/>
                </a:lnTo>
                <a:lnTo>
                  <a:pt x="1114425" y="2790825"/>
                </a:lnTo>
                <a:lnTo>
                  <a:pt x="1095375" y="2790825"/>
                </a:lnTo>
                <a:close/>
                <a:moveTo>
                  <a:pt x="1133475" y="2781300"/>
                </a:moveTo>
                <a:lnTo>
                  <a:pt x="1143000" y="2781300"/>
                </a:lnTo>
                <a:lnTo>
                  <a:pt x="1143000" y="2790825"/>
                </a:lnTo>
                <a:lnTo>
                  <a:pt x="1133475" y="2790825"/>
                </a:lnTo>
                <a:close/>
                <a:moveTo>
                  <a:pt x="1200150" y="2781300"/>
                </a:moveTo>
                <a:lnTo>
                  <a:pt x="1209675" y="2781300"/>
                </a:lnTo>
                <a:lnTo>
                  <a:pt x="1209675" y="2790825"/>
                </a:lnTo>
                <a:lnTo>
                  <a:pt x="1200150" y="2790825"/>
                </a:lnTo>
                <a:close/>
                <a:moveTo>
                  <a:pt x="1314450" y="2781300"/>
                </a:moveTo>
                <a:lnTo>
                  <a:pt x="1333500" y="2781300"/>
                </a:lnTo>
                <a:lnTo>
                  <a:pt x="1333500" y="2790825"/>
                </a:lnTo>
                <a:lnTo>
                  <a:pt x="1314450" y="2790825"/>
                </a:lnTo>
                <a:close/>
                <a:moveTo>
                  <a:pt x="1362075" y="2781300"/>
                </a:moveTo>
                <a:lnTo>
                  <a:pt x="1381125" y="2781300"/>
                </a:lnTo>
                <a:lnTo>
                  <a:pt x="1381125" y="2790825"/>
                </a:lnTo>
                <a:lnTo>
                  <a:pt x="1362075" y="2790825"/>
                </a:lnTo>
                <a:close/>
                <a:moveTo>
                  <a:pt x="1685925" y="2809875"/>
                </a:moveTo>
                <a:lnTo>
                  <a:pt x="1695450" y="2809875"/>
                </a:lnTo>
                <a:lnTo>
                  <a:pt x="1695450" y="2828925"/>
                </a:lnTo>
                <a:lnTo>
                  <a:pt x="1685925" y="2828925"/>
                </a:lnTo>
                <a:close/>
                <a:moveTo>
                  <a:pt x="1733550" y="2828925"/>
                </a:moveTo>
                <a:lnTo>
                  <a:pt x="1743075" y="2828925"/>
                </a:lnTo>
                <a:lnTo>
                  <a:pt x="1743075" y="2838450"/>
                </a:lnTo>
                <a:lnTo>
                  <a:pt x="1752600" y="2838450"/>
                </a:lnTo>
                <a:lnTo>
                  <a:pt x="1752600" y="2914650"/>
                </a:lnTo>
                <a:lnTo>
                  <a:pt x="1743075" y="2914650"/>
                </a:lnTo>
                <a:lnTo>
                  <a:pt x="1743075" y="2886075"/>
                </a:lnTo>
                <a:lnTo>
                  <a:pt x="1733550" y="2886075"/>
                </a:lnTo>
                <a:lnTo>
                  <a:pt x="1733550" y="2876550"/>
                </a:lnTo>
                <a:lnTo>
                  <a:pt x="1724025" y="2876550"/>
                </a:lnTo>
                <a:lnTo>
                  <a:pt x="1724025" y="2895600"/>
                </a:lnTo>
                <a:lnTo>
                  <a:pt x="1714500" y="2895600"/>
                </a:lnTo>
                <a:lnTo>
                  <a:pt x="1714500" y="2924175"/>
                </a:lnTo>
                <a:lnTo>
                  <a:pt x="1704975" y="2924175"/>
                </a:lnTo>
                <a:lnTo>
                  <a:pt x="1704975" y="2933700"/>
                </a:lnTo>
                <a:lnTo>
                  <a:pt x="1685925" y="2933700"/>
                </a:lnTo>
                <a:lnTo>
                  <a:pt x="1685925" y="2952750"/>
                </a:lnTo>
                <a:lnTo>
                  <a:pt x="1666875" y="2952750"/>
                </a:lnTo>
                <a:lnTo>
                  <a:pt x="1666875" y="2924175"/>
                </a:lnTo>
                <a:lnTo>
                  <a:pt x="1676400" y="2924175"/>
                </a:lnTo>
                <a:lnTo>
                  <a:pt x="1676400" y="2914650"/>
                </a:lnTo>
                <a:lnTo>
                  <a:pt x="1685925" y="2914650"/>
                </a:lnTo>
                <a:lnTo>
                  <a:pt x="1685925" y="2895600"/>
                </a:lnTo>
                <a:lnTo>
                  <a:pt x="1695450" y="2895600"/>
                </a:lnTo>
                <a:lnTo>
                  <a:pt x="1695450" y="2876550"/>
                </a:lnTo>
                <a:lnTo>
                  <a:pt x="1704975" y="2876550"/>
                </a:lnTo>
                <a:lnTo>
                  <a:pt x="1704975" y="2867025"/>
                </a:lnTo>
                <a:lnTo>
                  <a:pt x="1714500" y="2867025"/>
                </a:lnTo>
                <a:lnTo>
                  <a:pt x="1714500" y="2847975"/>
                </a:lnTo>
                <a:lnTo>
                  <a:pt x="1724025" y="2847975"/>
                </a:lnTo>
                <a:lnTo>
                  <a:pt x="1724025" y="2838450"/>
                </a:lnTo>
                <a:lnTo>
                  <a:pt x="1733550" y="2838450"/>
                </a:lnTo>
                <a:close/>
                <a:moveTo>
                  <a:pt x="1676400" y="2838450"/>
                </a:moveTo>
                <a:lnTo>
                  <a:pt x="1685925" y="2838450"/>
                </a:lnTo>
                <a:lnTo>
                  <a:pt x="1685925" y="2847975"/>
                </a:lnTo>
                <a:lnTo>
                  <a:pt x="1676400" y="2847975"/>
                </a:lnTo>
                <a:close/>
                <a:moveTo>
                  <a:pt x="114300" y="2847975"/>
                </a:moveTo>
                <a:lnTo>
                  <a:pt x="142875" y="2847975"/>
                </a:lnTo>
                <a:lnTo>
                  <a:pt x="142875" y="2867025"/>
                </a:lnTo>
                <a:lnTo>
                  <a:pt x="152400" y="2867025"/>
                </a:lnTo>
                <a:lnTo>
                  <a:pt x="152400" y="2876550"/>
                </a:lnTo>
                <a:lnTo>
                  <a:pt x="161925" y="2876550"/>
                </a:lnTo>
                <a:lnTo>
                  <a:pt x="161925" y="2905125"/>
                </a:lnTo>
                <a:lnTo>
                  <a:pt x="171450" y="2905125"/>
                </a:lnTo>
                <a:lnTo>
                  <a:pt x="171450" y="2914650"/>
                </a:lnTo>
                <a:lnTo>
                  <a:pt x="180975" y="2914650"/>
                </a:lnTo>
                <a:lnTo>
                  <a:pt x="180975" y="2924175"/>
                </a:lnTo>
                <a:lnTo>
                  <a:pt x="200025" y="2924175"/>
                </a:lnTo>
                <a:lnTo>
                  <a:pt x="200025" y="2943225"/>
                </a:lnTo>
                <a:lnTo>
                  <a:pt x="190500" y="2943225"/>
                </a:lnTo>
                <a:lnTo>
                  <a:pt x="190500" y="2952750"/>
                </a:lnTo>
                <a:lnTo>
                  <a:pt x="180975" y="2952750"/>
                </a:lnTo>
                <a:lnTo>
                  <a:pt x="180975" y="2962275"/>
                </a:lnTo>
                <a:lnTo>
                  <a:pt x="171450" y="2962275"/>
                </a:lnTo>
                <a:lnTo>
                  <a:pt x="171450" y="2971800"/>
                </a:lnTo>
                <a:lnTo>
                  <a:pt x="161925" y="2971800"/>
                </a:lnTo>
                <a:lnTo>
                  <a:pt x="161925" y="2914650"/>
                </a:lnTo>
                <a:lnTo>
                  <a:pt x="152400" y="2914650"/>
                </a:lnTo>
                <a:lnTo>
                  <a:pt x="152400" y="2905125"/>
                </a:lnTo>
                <a:lnTo>
                  <a:pt x="142875" y="2905125"/>
                </a:lnTo>
                <a:lnTo>
                  <a:pt x="142875" y="2895600"/>
                </a:lnTo>
                <a:lnTo>
                  <a:pt x="133350" y="2895600"/>
                </a:lnTo>
                <a:lnTo>
                  <a:pt x="133350" y="2886075"/>
                </a:lnTo>
                <a:lnTo>
                  <a:pt x="123825" y="2886075"/>
                </a:lnTo>
                <a:lnTo>
                  <a:pt x="123825" y="2895600"/>
                </a:lnTo>
                <a:lnTo>
                  <a:pt x="114300" y="2895600"/>
                </a:lnTo>
                <a:close/>
                <a:moveTo>
                  <a:pt x="1666875" y="2847975"/>
                </a:moveTo>
                <a:lnTo>
                  <a:pt x="1676400" y="2847975"/>
                </a:lnTo>
                <a:lnTo>
                  <a:pt x="1676400" y="2857500"/>
                </a:lnTo>
                <a:lnTo>
                  <a:pt x="1666875" y="2857500"/>
                </a:lnTo>
                <a:close/>
                <a:moveTo>
                  <a:pt x="1657350" y="2857500"/>
                </a:moveTo>
                <a:lnTo>
                  <a:pt x="1666875" y="2857500"/>
                </a:lnTo>
                <a:lnTo>
                  <a:pt x="1666875" y="2867025"/>
                </a:lnTo>
                <a:lnTo>
                  <a:pt x="1657350" y="2867025"/>
                </a:lnTo>
                <a:close/>
                <a:moveTo>
                  <a:pt x="219075" y="2867025"/>
                </a:moveTo>
                <a:lnTo>
                  <a:pt x="228600" y="2867025"/>
                </a:lnTo>
                <a:lnTo>
                  <a:pt x="228600" y="2876550"/>
                </a:lnTo>
                <a:lnTo>
                  <a:pt x="219075" y="2876550"/>
                </a:lnTo>
                <a:close/>
                <a:moveTo>
                  <a:pt x="1638300" y="2952750"/>
                </a:moveTo>
                <a:lnTo>
                  <a:pt x="1647825" y="2952750"/>
                </a:lnTo>
                <a:lnTo>
                  <a:pt x="1647825" y="2962275"/>
                </a:lnTo>
                <a:lnTo>
                  <a:pt x="1638300" y="2962275"/>
                </a:lnTo>
                <a:close/>
                <a:moveTo>
                  <a:pt x="1657350" y="2962275"/>
                </a:moveTo>
                <a:lnTo>
                  <a:pt x="1666875" y="2962275"/>
                </a:lnTo>
                <a:lnTo>
                  <a:pt x="1666875" y="2971800"/>
                </a:lnTo>
                <a:lnTo>
                  <a:pt x="1657350" y="2971800"/>
                </a:lnTo>
                <a:close/>
                <a:moveTo>
                  <a:pt x="152400" y="2971800"/>
                </a:moveTo>
                <a:lnTo>
                  <a:pt x="161925" y="2971800"/>
                </a:lnTo>
                <a:lnTo>
                  <a:pt x="161925" y="2981325"/>
                </a:lnTo>
                <a:lnTo>
                  <a:pt x="152400" y="2981325"/>
                </a:lnTo>
                <a:close/>
                <a:moveTo>
                  <a:pt x="1666875" y="2971800"/>
                </a:moveTo>
                <a:lnTo>
                  <a:pt x="1676400" y="2971800"/>
                </a:lnTo>
                <a:lnTo>
                  <a:pt x="1676400" y="2981325"/>
                </a:lnTo>
                <a:lnTo>
                  <a:pt x="1666875" y="2981325"/>
                </a:lnTo>
                <a:close/>
                <a:moveTo>
                  <a:pt x="1695450" y="2971800"/>
                </a:moveTo>
                <a:lnTo>
                  <a:pt x="1704975" y="2971800"/>
                </a:lnTo>
                <a:lnTo>
                  <a:pt x="1704975" y="2981325"/>
                </a:lnTo>
                <a:lnTo>
                  <a:pt x="1695450" y="2981325"/>
                </a:lnTo>
                <a:close/>
                <a:moveTo>
                  <a:pt x="114300" y="2981325"/>
                </a:moveTo>
                <a:lnTo>
                  <a:pt x="123825" y="2981325"/>
                </a:lnTo>
                <a:lnTo>
                  <a:pt x="123825" y="2990850"/>
                </a:lnTo>
                <a:lnTo>
                  <a:pt x="133350" y="2990850"/>
                </a:lnTo>
                <a:lnTo>
                  <a:pt x="133350" y="2981325"/>
                </a:lnTo>
                <a:lnTo>
                  <a:pt x="152400" y="2981325"/>
                </a:lnTo>
                <a:lnTo>
                  <a:pt x="152400" y="3000375"/>
                </a:lnTo>
                <a:lnTo>
                  <a:pt x="142875" y="3000375"/>
                </a:lnTo>
                <a:lnTo>
                  <a:pt x="142875" y="3038475"/>
                </a:lnTo>
                <a:lnTo>
                  <a:pt x="133350" y="3038475"/>
                </a:lnTo>
                <a:lnTo>
                  <a:pt x="133350" y="3057525"/>
                </a:lnTo>
                <a:lnTo>
                  <a:pt x="123825" y="3057525"/>
                </a:lnTo>
                <a:lnTo>
                  <a:pt x="123825" y="3038475"/>
                </a:lnTo>
                <a:lnTo>
                  <a:pt x="114300" y="3038475"/>
                </a:lnTo>
                <a:close/>
                <a:moveTo>
                  <a:pt x="1676400" y="2981325"/>
                </a:moveTo>
                <a:lnTo>
                  <a:pt x="1685925" y="2981325"/>
                </a:lnTo>
                <a:lnTo>
                  <a:pt x="1685925" y="2990850"/>
                </a:lnTo>
                <a:lnTo>
                  <a:pt x="1676400" y="2990850"/>
                </a:lnTo>
                <a:close/>
                <a:moveTo>
                  <a:pt x="1704975" y="2990850"/>
                </a:moveTo>
                <a:lnTo>
                  <a:pt x="1714500" y="2990850"/>
                </a:lnTo>
                <a:lnTo>
                  <a:pt x="1714500" y="3000375"/>
                </a:lnTo>
                <a:lnTo>
                  <a:pt x="1704975" y="3000375"/>
                </a:lnTo>
                <a:close/>
                <a:moveTo>
                  <a:pt x="1743075" y="3000375"/>
                </a:moveTo>
                <a:lnTo>
                  <a:pt x="1752600" y="3000375"/>
                </a:lnTo>
                <a:lnTo>
                  <a:pt x="1752600" y="3095625"/>
                </a:lnTo>
                <a:lnTo>
                  <a:pt x="1743075" y="3095625"/>
                </a:lnTo>
                <a:lnTo>
                  <a:pt x="1743075" y="3133725"/>
                </a:lnTo>
                <a:lnTo>
                  <a:pt x="1733550" y="3133725"/>
                </a:lnTo>
                <a:lnTo>
                  <a:pt x="1733550" y="3095625"/>
                </a:lnTo>
                <a:lnTo>
                  <a:pt x="1724025" y="3095625"/>
                </a:lnTo>
                <a:lnTo>
                  <a:pt x="1724025" y="3057525"/>
                </a:lnTo>
                <a:lnTo>
                  <a:pt x="1714500" y="3057525"/>
                </a:lnTo>
                <a:lnTo>
                  <a:pt x="1714500" y="3009900"/>
                </a:lnTo>
                <a:lnTo>
                  <a:pt x="1724025" y="3009900"/>
                </a:lnTo>
                <a:lnTo>
                  <a:pt x="1724025" y="3028950"/>
                </a:lnTo>
                <a:lnTo>
                  <a:pt x="1743075" y="3028950"/>
                </a:lnTo>
                <a:close/>
                <a:moveTo>
                  <a:pt x="161925" y="3019425"/>
                </a:moveTo>
                <a:lnTo>
                  <a:pt x="171450" y="3019425"/>
                </a:lnTo>
                <a:lnTo>
                  <a:pt x="171450" y="3028950"/>
                </a:lnTo>
                <a:lnTo>
                  <a:pt x="161925" y="3028950"/>
                </a:lnTo>
                <a:close/>
                <a:moveTo>
                  <a:pt x="238125" y="3038475"/>
                </a:moveTo>
                <a:lnTo>
                  <a:pt x="371475" y="3038475"/>
                </a:lnTo>
                <a:lnTo>
                  <a:pt x="371475" y="3048000"/>
                </a:lnTo>
                <a:lnTo>
                  <a:pt x="381000" y="3048000"/>
                </a:lnTo>
                <a:lnTo>
                  <a:pt x="381000" y="3057525"/>
                </a:lnTo>
                <a:lnTo>
                  <a:pt x="390525" y="3057525"/>
                </a:lnTo>
                <a:lnTo>
                  <a:pt x="390525" y="3076575"/>
                </a:lnTo>
                <a:lnTo>
                  <a:pt x="400050" y="3076575"/>
                </a:lnTo>
                <a:lnTo>
                  <a:pt x="400050" y="3209925"/>
                </a:lnTo>
                <a:lnTo>
                  <a:pt x="390525" y="3209925"/>
                </a:lnTo>
                <a:lnTo>
                  <a:pt x="390525" y="3219450"/>
                </a:lnTo>
                <a:lnTo>
                  <a:pt x="381000" y="3219450"/>
                </a:lnTo>
                <a:lnTo>
                  <a:pt x="381000" y="3228975"/>
                </a:lnTo>
                <a:lnTo>
                  <a:pt x="333375" y="3228975"/>
                </a:lnTo>
                <a:lnTo>
                  <a:pt x="333375" y="3238500"/>
                </a:lnTo>
                <a:lnTo>
                  <a:pt x="304800" y="3238500"/>
                </a:lnTo>
                <a:lnTo>
                  <a:pt x="304800" y="3228975"/>
                </a:lnTo>
                <a:lnTo>
                  <a:pt x="228600" y="3228975"/>
                </a:lnTo>
                <a:lnTo>
                  <a:pt x="228600" y="3219450"/>
                </a:lnTo>
                <a:lnTo>
                  <a:pt x="219075" y="3219450"/>
                </a:lnTo>
                <a:lnTo>
                  <a:pt x="219075" y="3209925"/>
                </a:lnTo>
                <a:lnTo>
                  <a:pt x="209550" y="3209925"/>
                </a:lnTo>
                <a:lnTo>
                  <a:pt x="209550" y="3200400"/>
                </a:lnTo>
                <a:lnTo>
                  <a:pt x="219075" y="3200400"/>
                </a:lnTo>
                <a:lnTo>
                  <a:pt x="219075" y="3190875"/>
                </a:lnTo>
                <a:lnTo>
                  <a:pt x="228600" y="3190875"/>
                </a:lnTo>
                <a:lnTo>
                  <a:pt x="228600" y="3181350"/>
                </a:lnTo>
                <a:lnTo>
                  <a:pt x="247650" y="3181350"/>
                </a:lnTo>
                <a:lnTo>
                  <a:pt x="247650" y="3190875"/>
                </a:lnTo>
                <a:lnTo>
                  <a:pt x="352425" y="3190875"/>
                </a:lnTo>
                <a:lnTo>
                  <a:pt x="352425" y="3181350"/>
                </a:lnTo>
                <a:lnTo>
                  <a:pt x="361950" y="3181350"/>
                </a:lnTo>
                <a:lnTo>
                  <a:pt x="361950" y="3105150"/>
                </a:lnTo>
                <a:lnTo>
                  <a:pt x="352425" y="3105150"/>
                </a:lnTo>
                <a:lnTo>
                  <a:pt x="352425" y="3095625"/>
                </a:lnTo>
                <a:lnTo>
                  <a:pt x="342900" y="3095625"/>
                </a:lnTo>
                <a:lnTo>
                  <a:pt x="342900" y="3086100"/>
                </a:lnTo>
                <a:lnTo>
                  <a:pt x="257175" y="3086100"/>
                </a:lnTo>
                <a:lnTo>
                  <a:pt x="257175" y="3095625"/>
                </a:lnTo>
                <a:lnTo>
                  <a:pt x="247650" y="3095625"/>
                </a:lnTo>
                <a:lnTo>
                  <a:pt x="247650" y="3086100"/>
                </a:lnTo>
                <a:lnTo>
                  <a:pt x="228600" y="3086100"/>
                </a:lnTo>
                <a:lnTo>
                  <a:pt x="228600" y="3095625"/>
                </a:lnTo>
                <a:lnTo>
                  <a:pt x="219075" y="3095625"/>
                </a:lnTo>
                <a:lnTo>
                  <a:pt x="219075" y="3086100"/>
                </a:lnTo>
                <a:lnTo>
                  <a:pt x="209550" y="3086100"/>
                </a:lnTo>
                <a:lnTo>
                  <a:pt x="209550" y="3057525"/>
                </a:lnTo>
                <a:lnTo>
                  <a:pt x="219075" y="3057525"/>
                </a:lnTo>
                <a:lnTo>
                  <a:pt x="219075" y="3048000"/>
                </a:lnTo>
                <a:lnTo>
                  <a:pt x="238125" y="3048000"/>
                </a:lnTo>
                <a:close/>
                <a:moveTo>
                  <a:pt x="476250" y="3048000"/>
                </a:moveTo>
                <a:lnTo>
                  <a:pt x="514350" y="3048000"/>
                </a:lnTo>
                <a:lnTo>
                  <a:pt x="514350" y="3057525"/>
                </a:lnTo>
                <a:lnTo>
                  <a:pt x="476250" y="3057525"/>
                </a:lnTo>
                <a:close/>
                <a:moveTo>
                  <a:pt x="466725" y="3057525"/>
                </a:moveTo>
                <a:lnTo>
                  <a:pt x="476250" y="3057525"/>
                </a:lnTo>
                <a:lnTo>
                  <a:pt x="476250" y="3067050"/>
                </a:lnTo>
                <a:lnTo>
                  <a:pt x="466725" y="3067050"/>
                </a:lnTo>
                <a:close/>
                <a:moveTo>
                  <a:pt x="514350" y="3057525"/>
                </a:moveTo>
                <a:lnTo>
                  <a:pt x="523875" y="3057525"/>
                </a:lnTo>
                <a:lnTo>
                  <a:pt x="523875" y="3067050"/>
                </a:lnTo>
                <a:lnTo>
                  <a:pt x="514350" y="3067050"/>
                </a:lnTo>
                <a:close/>
                <a:moveTo>
                  <a:pt x="809625" y="3057525"/>
                </a:moveTo>
                <a:lnTo>
                  <a:pt x="819150" y="3057525"/>
                </a:lnTo>
                <a:lnTo>
                  <a:pt x="819150" y="3067050"/>
                </a:lnTo>
                <a:lnTo>
                  <a:pt x="809625" y="3067050"/>
                </a:lnTo>
                <a:close/>
                <a:moveTo>
                  <a:pt x="971550" y="3057525"/>
                </a:moveTo>
                <a:lnTo>
                  <a:pt x="990600" y="3057525"/>
                </a:lnTo>
                <a:lnTo>
                  <a:pt x="990600" y="3067050"/>
                </a:lnTo>
                <a:lnTo>
                  <a:pt x="971550" y="3067050"/>
                </a:lnTo>
                <a:close/>
                <a:moveTo>
                  <a:pt x="523875" y="3067050"/>
                </a:moveTo>
                <a:lnTo>
                  <a:pt x="552450" y="3067050"/>
                </a:lnTo>
                <a:lnTo>
                  <a:pt x="552450" y="3076575"/>
                </a:lnTo>
                <a:lnTo>
                  <a:pt x="523875" y="3076575"/>
                </a:lnTo>
                <a:close/>
                <a:moveTo>
                  <a:pt x="619125" y="3067050"/>
                </a:moveTo>
                <a:lnTo>
                  <a:pt x="628650" y="3067050"/>
                </a:lnTo>
                <a:lnTo>
                  <a:pt x="628650" y="3076575"/>
                </a:lnTo>
                <a:lnTo>
                  <a:pt x="619125" y="3076575"/>
                </a:lnTo>
                <a:close/>
                <a:moveTo>
                  <a:pt x="666750" y="3067050"/>
                </a:moveTo>
                <a:lnTo>
                  <a:pt x="695325" y="3067050"/>
                </a:lnTo>
                <a:lnTo>
                  <a:pt x="695325" y="3076575"/>
                </a:lnTo>
                <a:lnTo>
                  <a:pt x="666750" y="3076575"/>
                </a:lnTo>
                <a:close/>
                <a:moveTo>
                  <a:pt x="838200" y="3067050"/>
                </a:moveTo>
                <a:lnTo>
                  <a:pt x="847725" y="3067050"/>
                </a:lnTo>
                <a:lnTo>
                  <a:pt x="847725" y="3076575"/>
                </a:lnTo>
                <a:lnTo>
                  <a:pt x="838200" y="3076575"/>
                </a:lnTo>
                <a:close/>
                <a:moveTo>
                  <a:pt x="904875" y="3067050"/>
                </a:moveTo>
                <a:lnTo>
                  <a:pt x="914400" y="3067050"/>
                </a:lnTo>
                <a:lnTo>
                  <a:pt x="914400" y="3076575"/>
                </a:lnTo>
                <a:lnTo>
                  <a:pt x="904875" y="3076575"/>
                </a:lnTo>
                <a:close/>
                <a:moveTo>
                  <a:pt x="990600" y="3067050"/>
                </a:moveTo>
                <a:lnTo>
                  <a:pt x="1009650" y="3067050"/>
                </a:lnTo>
                <a:lnTo>
                  <a:pt x="1009650" y="3076575"/>
                </a:lnTo>
                <a:lnTo>
                  <a:pt x="990600" y="3076575"/>
                </a:lnTo>
                <a:close/>
                <a:moveTo>
                  <a:pt x="1066800" y="3067050"/>
                </a:moveTo>
                <a:lnTo>
                  <a:pt x="1076325" y="3067050"/>
                </a:lnTo>
                <a:lnTo>
                  <a:pt x="1076325" y="3076575"/>
                </a:lnTo>
                <a:lnTo>
                  <a:pt x="1066800" y="3076575"/>
                </a:lnTo>
                <a:close/>
                <a:moveTo>
                  <a:pt x="323850" y="3076575"/>
                </a:moveTo>
                <a:lnTo>
                  <a:pt x="333375" y="3076575"/>
                </a:lnTo>
                <a:lnTo>
                  <a:pt x="333375" y="3067050"/>
                </a:lnTo>
                <a:lnTo>
                  <a:pt x="323850" y="3067050"/>
                </a:lnTo>
                <a:close/>
                <a:moveTo>
                  <a:pt x="714375" y="3076575"/>
                </a:moveTo>
                <a:lnTo>
                  <a:pt x="723900" y="3076575"/>
                </a:lnTo>
                <a:lnTo>
                  <a:pt x="723900" y="3086100"/>
                </a:lnTo>
                <a:lnTo>
                  <a:pt x="714375" y="3086100"/>
                </a:lnTo>
                <a:close/>
                <a:moveTo>
                  <a:pt x="342900" y="3086100"/>
                </a:moveTo>
                <a:lnTo>
                  <a:pt x="352425" y="3086100"/>
                </a:lnTo>
                <a:lnTo>
                  <a:pt x="352425" y="3076575"/>
                </a:lnTo>
                <a:lnTo>
                  <a:pt x="342900" y="3076575"/>
                </a:lnTo>
                <a:close/>
                <a:moveTo>
                  <a:pt x="476250" y="3086100"/>
                </a:moveTo>
                <a:lnTo>
                  <a:pt x="485775" y="3086100"/>
                </a:lnTo>
                <a:lnTo>
                  <a:pt x="485775" y="3114675"/>
                </a:lnTo>
                <a:lnTo>
                  <a:pt x="476250" y="3114675"/>
                </a:lnTo>
                <a:close/>
                <a:moveTo>
                  <a:pt x="1076325" y="3086100"/>
                </a:moveTo>
                <a:lnTo>
                  <a:pt x="1085850" y="3086100"/>
                </a:lnTo>
                <a:lnTo>
                  <a:pt x="1085850" y="3095625"/>
                </a:lnTo>
                <a:lnTo>
                  <a:pt x="1076325" y="3095625"/>
                </a:lnTo>
                <a:close/>
                <a:moveTo>
                  <a:pt x="238125" y="3095625"/>
                </a:moveTo>
                <a:lnTo>
                  <a:pt x="247650" y="3095625"/>
                </a:lnTo>
                <a:lnTo>
                  <a:pt x="247650" y="3114675"/>
                </a:lnTo>
                <a:lnTo>
                  <a:pt x="238125" y="3114675"/>
                </a:lnTo>
                <a:close/>
                <a:moveTo>
                  <a:pt x="1571625" y="3105150"/>
                </a:moveTo>
                <a:lnTo>
                  <a:pt x="1590675" y="3105150"/>
                </a:lnTo>
                <a:lnTo>
                  <a:pt x="1590675" y="3114675"/>
                </a:lnTo>
                <a:lnTo>
                  <a:pt x="1571625" y="3114675"/>
                </a:lnTo>
                <a:close/>
                <a:moveTo>
                  <a:pt x="485775" y="3114675"/>
                </a:moveTo>
                <a:lnTo>
                  <a:pt x="495300" y="3114675"/>
                </a:lnTo>
                <a:lnTo>
                  <a:pt x="495300" y="3124200"/>
                </a:lnTo>
                <a:lnTo>
                  <a:pt x="485775" y="3124200"/>
                </a:lnTo>
                <a:close/>
                <a:moveTo>
                  <a:pt x="561975" y="3114675"/>
                </a:moveTo>
                <a:lnTo>
                  <a:pt x="571500" y="3114675"/>
                </a:lnTo>
                <a:lnTo>
                  <a:pt x="571500" y="3124200"/>
                </a:lnTo>
                <a:lnTo>
                  <a:pt x="561975" y="3124200"/>
                </a:lnTo>
                <a:close/>
                <a:moveTo>
                  <a:pt x="666750" y="3114675"/>
                </a:moveTo>
                <a:lnTo>
                  <a:pt x="685800" y="3114675"/>
                </a:lnTo>
                <a:lnTo>
                  <a:pt x="685800" y="3124200"/>
                </a:lnTo>
                <a:lnTo>
                  <a:pt x="666750" y="3124200"/>
                </a:lnTo>
                <a:close/>
                <a:moveTo>
                  <a:pt x="885825" y="3114675"/>
                </a:moveTo>
                <a:lnTo>
                  <a:pt x="904875" y="3114675"/>
                </a:lnTo>
                <a:lnTo>
                  <a:pt x="904875" y="3124200"/>
                </a:lnTo>
                <a:lnTo>
                  <a:pt x="885825" y="3124200"/>
                </a:lnTo>
                <a:close/>
                <a:moveTo>
                  <a:pt x="981075" y="3114675"/>
                </a:moveTo>
                <a:lnTo>
                  <a:pt x="990600" y="3114675"/>
                </a:lnTo>
                <a:lnTo>
                  <a:pt x="990600" y="3124200"/>
                </a:lnTo>
                <a:lnTo>
                  <a:pt x="981075" y="3124200"/>
                </a:lnTo>
                <a:close/>
                <a:moveTo>
                  <a:pt x="1028700" y="3114675"/>
                </a:moveTo>
                <a:lnTo>
                  <a:pt x="1047750" y="3114675"/>
                </a:lnTo>
                <a:lnTo>
                  <a:pt x="1047750" y="3124200"/>
                </a:lnTo>
                <a:lnTo>
                  <a:pt x="1028700" y="3124200"/>
                </a:lnTo>
                <a:close/>
                <a:moveTo>
                  <a:pt x="123825" y="3124200"/>
                </a:moveTo>
                <a:lnTo>
                  <a:pt x="133350" y="3124200"/>
                </a:lnTo>
                <a:lnTo>
                  <a:pt x="133350" y="3171825"/>
                </a:lnTo>
                <a:lnTo>
                  <a:pt x="123825" y="3171825"/>
                </a:lnTo>
                <a:close/>
                <a:moveTo>
                  <a:pt x="1581150" y="3124200"/>
                </a:moveTo>
                <a:lnTo>
                  <a:pt x="1590675" y="3124200"/>
                </a:lnTo>
                <a:lnTo>
                  <a:pt x="1590675" y="3133725"/>
                </a:lnTo>
                <a:lnTo>
                  <a:pt x="1581150" y="3133725"/>
                </a:lnTo>
                <a:close/>
                <a:moveTo>
                  <a:pt x="1733550" y="3152775"/>
                </a:moveTo>
                <a:lnTo>
                  <a:pt x="1743075" y="3152775"/>
                </a:lnTo>
                <a:lnTo>
                  <a:pt x="1743075" y="3162300"/>
                </a:lnTo>
                <a:lnTo>
                  <a:pt x="1752600" y="3162300"/>
                </a:lnTo>
                <a:lnTo>
                  <a:pt x="1752600" y="3457575"/>
                </a:lnTo>
                <a:lnTo>
                  <a:pt x="1743075" y="3457575"/>
                </a:lnTo>
                <a:lnTo>
                  <a:pt x="1743075" y="3467100"/>
                </a:lnTo>
                <a:lnTo>
                  <a:pt x="1733550" y="3467100"/>
                </a:lnTo>
                <a:lnTo>
                  <a:pt x="1733550" y="3409950"/>
                </a:lnTo>
                <a:lnTo>
                  <a:pt x="1724025" y="3409950"/>
                </a:lnTo>
                <a:lnTo>
                  <a:pt x="1724025" y="3400425"/>
                </a:lnTo>
                <a:lnTo>
                  <a:pt x="1676400" y="3400425"/>
                </a:lnTo>
                <a:lnTo>
                  <a:pt x="1676400" y="3390900"/>
                </a:lnTo>
                <a:lnTo>
                  <a:pt x="1657350" y="3390900"/>
                </a:lnTo>
                <a:lnTo>
                  <a:pt x="1657350" y="3371850"/>
                </a:lnTo>
                <a:lnTo>
                  <a:pt x="1666875" y="3371850"/>
                </a:lnTo>
                <a:lnTo>
                  <a:pt x="1666875" y="3362325"/>
                </a:lnTo>
                <a:lnTo>
                  <a:pt x="1676400" y="3362325"/>
                </a:lnTo>
                <a:lnTo>
                  <a:pt x="1676400" y="3343275"/>
                </a:lnTo>
                <a:lnTo>
                  <a:pt x="1685925" y="3343275"/>
                </a:lnTo>
                <a:lnTo>
                  <a:pt x="1685925" y="3333750"/>
                </a:lnTo>
                <a:lnTo>
                  <a:pt x="1695450" y="3333750"/>
                </a:lnTo>
                <a:lnTo>
                  <a:pt x="1695450" y="3314700"/>
                </a:lnTo>
                <a:lnTo>
                  <a:pt x="1704975" y="3314700"/>
                </a:lnTo>
                <a:lnTo>
                  <a:pt x="1704975" y="3295650"/>
                </a:lnTo>
                <a:lnTo>
                  <a:pt x="1714500" y="3295650"/>
                </a:lnTo>
                <a:lnTo>
                  <a:pt x="1714500" y="3286125"/>
                </a:lnTo>
                <a:lnTo>
                  <a:pt x="1724025" y="3286125"/>
                </a:lnTo>
                <a:lnTo>
                  <a:pt x="1724025" y="3219450"/>
                </a:lnTo>
                <a:lnTo>
                  <a:pt x="1733550" y="3219450"/>
                </a:lnTo>
                <a:close/>
                <a:moveTo>
                  <a:pt x="485775" y="3171825"/>
                </a:moveTo>
                <a:lnTo>
                  <a:pt x="504825" y="3171825"/>
                </a:lnTo>
                <a:lnTo>
                  <a:pt x="504825" y="3181350"/>
                </a:lnTo>
                <a:lnTo>
                  <a:pt x="514350" y="3181350"/>
                </a:lnTo>
                <a:lnTo>
                  <a:pt x="514350" y="3200400"/>
                </a:lnTo>
                <a:lnTo>
                  <a:pt x="504825" y="3200400"/>
                </a:lnTo>
                <a:lnTo>
                  <a:pt x="504825" y="3209925"/>
                </a:lnTo>
                <a:lnTo>
                  <a:pt x="485775" y="3209925"/>
                </a:lnTo>
                <a:lnTo>
                  <a:pt x="485775" y="3190875"/>
                </a:lnTo>
                <a:lnTo>
                  <a:pt x="495300" y="3190875"/>
                </a:lnTo>
                <a:lnTo>
                  <a:pt x="495300" y="3181350"/>
                </a:lnTo>
                <a:lnTo>
                  <a:pt x="485775" y="3181350"/>
                </a:lnTo>
                <a:close/>
                <a:moveTo>
                  <a:pt x="123825" y="3181350"/>
                </a:moveTo>
                <a:lnTo>
                  <a:pt x="133350" y="3181350"/>
                </a:lnTo>
                <a:lnTo>
                  <a:pt x="133350" y="3248025"/>
                </a:lnTo>
                <a:lnTo>
                  <a:pt x="123825" y="3248025"/>
                </a:lnTo>
                <a:close/>
                <a:moveTo>
                  <a:pt x="533400" y="3181350"/>
                </a:moveTo>
                <a:lnTo>
                  <a:pt x="561975" y="3181350"/>
                </a:lnTo>
                <a:lnTo>
                  <a:pt x="561975" y="3190875"/>
                </a:lnTo>
                <a:lnTo>
                  <a:pt x="533400" y="3190875"/>
                </a:lnTo>
                <a:close/>
                <a:moveTo>
                  <a:pt x="638175" y="3181350"/>
                </a:moveTo>
                <a:lnTo>
                  <a:pt x="666750" y="3181350"/>
                </a:lnTo>
                <a:lnTo>
                  <a:pt x="666750" y="3190875"/>
                </a:lnTo>
                <a:lnTo>
                  <a:pt x="638175" y="3190875"/>
                </a:lnTo>
                <a:close/>
                <a:moveTo>
                  <a:pt x="704850" y="3181350"/>
                </a:moveTo>
                <a:lnTo>
                  <a:pt x="733425" y="3181350"/>
                </a:lnTo>
                <a:lnTo>
                  <a:pt x="733425" y="3190875"/>
                </a:lnTo>
                <a:lnTo>
                  <a:pt x="704850" y="3190875"/>
                </a:lnTo>
                <a:close/>
                <a:moveTo>
                  <a:pt x="923925" y="3181350"/>
                </a:moveTo>
                <a:lnTo>
                  <a:pt x="952500" y="3181350"/>
                </a:lnTo>
                <a:lnTo>
                  <a:pt x="952500" y="3190875"/>
                </a:lnTo>
                <a:lnTo>
                  <a:pt x="923925" y="3190875"/>
                </a:lnTo>
                <a:close/>
                <a:moveTo>
                  <a:pt x="981075" y="3181350"/>
                </a:moveTo>
                <a:lnTo>
                  <a:pt x="1019175" y="3181350"/>
                </a:lnTo>
                <a:lnTo>
                  <a:pt x="1019175" y="3190875"/>
                </a:lnTo>
                <a:lnTo>
                  <a:pt x="981075" y="3190875"/>
                </a:lnTo>
                <a:close/>
                <a:moveTo>
                  <a:pt x="1095375" y="3181350"/>
                </a:moveTo>
                <a:lnTo>
                  <a:pt x="1104900" y="3181350"/>
                </a:lnTo>
                <a:lnTo>
                  <a:pt x="1104900" y="3190875"/>
                </a:lnTo>
                <a:lnTo>
                  <a:pt x="1095375" y="3190875"/>
                </a:lnTo>
                <a:close/>
                <a:moveTo>
                  <a:pt x="1190625" y="3181350"/>
                </a:moveTo>
                <a:lnTo>
                  <a:pt x="1219200" y="3181350"/>
                </a:lnTo>
                <a:lnTo>
                  <a:pt x="1219200" y="3190875"/>
                </a:lnTo>
                <a:lnTo>
                  <a:pt x="1190625" y="3190875"/>
                </a:lnTo>
                <a:close/>
                <a:moveTo>
                  <a:pt x="1343025" y="3181350"/>
                </a:moveTo>
                <a:lnTo>
                  <a:pt x="1352550" y="3181350"/>
                </a:lnTo>
                <a:lnTo>
                  <a:pt x="1352550" y="3190875"/>
                </a:lnTo>
                <a:lnTo>
                  <a:pt x="1343025" y="3190875"/>
                </a:lnTo>
                <a:close/>
                <a:moveTo>
                  <a:pt x="466725" y="3190875"/>
                </a:moveTo>
                <a:lnTo>
                  <a:pt x="476250" y="3190875"/>
                </a:lnTo>
                <a:lnTo>
                  <a:pt x="476250" y="3200400"/>
                </a:lnTo>
                <a:lnTo>
                  <a:pt x="466725" y="3200400"/>
                </a:lnTo>
                <a:close/>
                <a:moveTo>
                  <a:pt x="628650" y="3190875"/>
                </a:moveTo>
                <a:lnTo>
                  <a:pt x="638175" y="3190875"/>
                </a:lnTo>
                <a:lnTo>
                  <a:pt x="638175" y="3200400"/>
                </a:lnTo>
                <a:lnTo>
                  <a:pt x="628650" y="3200400"/>
                </a:lnTo>
                <a:close/>
                <a:moveTo>
                  <a:pt x="695325" y="3190875"/>
                </a:moveTo>
                <a:lnTo>
                  <a:pt x="704850" y="3190875"/>
                </a:lnTo>
                <a:lnTo>
                  <a:pt x="704850" y="3200400"/>
                </a:lnTo>
                <a:lnTo>
                  <a:pt x="695325" y="3200400"/>
                </a:lnTo>
                <a:close/>
                <a:moveTo>
                  <a:pt x="733425" y="3190875"/>
                </a:moveTo>
                <a:lnTo>
                  <a:pt x="742950" y="3190875"/>
                </a:lnTo>
                <a:lnTo>
                  <a:pt x="742950" y="3200400"/>
                </a:lnTo>
                <a:lnTo>
                  <a:pt x="733425" y="3200400"/>
                </a:lnTo>
                <a:close/>
                <a:moveTo>
                  <a:pt x="800100" y="3190875"/>
                </a:moveTo>
                <a:lnTo>
                  <a:pt x="809625" y="3190875"/>
                </a:lnTo>
                <a:lnTo>
                  <a:pt x="809625" y="3200400"/>
                </a:lnTo>
                <a:lnTo>
                  <a:pt x="800100" y="3200400"/>
                </a:lnTo>
                <a:close/>
                <a:moveTo>
                  <a:pt x="895350" y="3190875"/>
                </a:moveTo>
                <a:lnTo>
                  <a:pt x="923925" y="3190875"/>
                </a:lnTo>
                <a:lnTo>
                  <a:pt x="923925" y="3200400"/>
                </a:lnTo>
                <a:lnTo>
                  <a:pt x="895350" y="3200400"/>
                </a:lnTo>
                <a:close/>
                <a:moveTo>
                  <a:pt x="1181100" y="3190875"/>
                </a:moveTo>
                <a:lnTo>
                  <a:pt x="1190625" y="3190875"/>
                </a:lnTo>
                <a:lnTo>
                  <a:pt x="1190625" y="3200400"/>
                </a:lnTo>
                <a:lnTo>
                  <a:pt x="1181100" y="3200400"/>
                </a:lnTo>
                <a:close/>
                <a:moveTo>
                  <a:pt x="1228725" y="3190875"/>
                </a:moveTo>
                <a:lnTo>
                  <a:pt x="1238250" y="3190875"/>
                </a:lnTo>
                <a:lnTo>
                  <a:pt x="1238250" y="3200400"/>
                </a:lnTo>
                <a:lnTo>
                  <a:pt x="1228725" y="3200400"/>
                </a:lnTo>
                <a:close/>
                <a:moveTo>
                  <a:pt x="1247775" y="3190875"/>
                </a:moveTo>
                <a:lnTo>
                  <a:pt x="1257300" y="3190875"/>
                </a:lnTo>
                <a:lnTo>
                  <a:pt x="1257300" y="3200400"/>
                </a:lnTo>
                <a:lnTo>
                  <a:pt x="1247775" y="3200400"/>
                </a:lnTo>
                <a:close/>
                <a:moveTo>
                  <a:pt x="762000" y="3200400"/>
                </a:moveTo>
                <a:lnTo>
                  <a:pt x="771525" y="3200400"/>
                </a:lnTo>
                <a:lnTo>
                  <a:pt x="771525" y="3209925"/>
                </a:lnTo>
                <a:lnTo>
                  <a:pt x="762000" y="3209925"/>
                </a:lnTo>
                <a:close/>
                <a:moveTo>
                  <a:pt x="790575" y="3200400"/>
                </a:moveTo>
                <a:lnTo>
                  <a:pt x="800100" y="3200400"/>
                </a:lnTo>
                <a:lnTo>
                  <a:pt x="800100" y="3219450"/>
                </a:lnTo>
                <a:lnTo>
                  <a:pt x="790575" y="3219450"/>
                </a:lnTo>
                <a:close/>
                <a:moveTo>
                  <a:pt x="1133475" y="3200400"/>
                </a:moveTo>
                <a:lnTo>
                  <a:pt x="1143000" y="3200400"/>
                </a:lnTo>
                <a:lnTo>
                  <a:pt x="1143000" y="3209925"/>
                </a:lnTo>
                <a:lnTo>
                  <a:pt x="1133475" y="3209925"/>
                </a:lnTo>
                <a:close/>
                <a:moveTo>
                  <a:pt x="1171575" y="3200400"/>
                </a:moveTo>
                <a:lnTo>
                  <a:pt x="1181100" y="3200400"/>
                </a:lnTo>
                <a:lnTo>
                  <a:pt x="1181100" y="3209925"/>
                </a:lnTo>
                <a:lnTo>
                  <a:pt x="1171575" y="3209925"/>
                </a:lnTo>
                <a:close/>
                <a:moveTo>
                  <a:pt x="466725" y="3209925"/>
                </a:moveTo>
                <a:lnTo>
                  <a:pt x="476250" y="3209925"/>
                </a:lnTo>
                <a:lnTo>
                  <a:pt x="476250" y="3219450"/>
                </a:lnTo>
                <a:lnTo>
                  <a:pt x="466725" y="3219450"/>
                </a:lnTo>
                <a:close/>
                <a:moveTo>
                  <a:pt x="1266825" y="3209925"/>
                </a:moveTo>
                <a:lnTo>
                  <a:pt x="1276350" y="3209925"/>
                </a:lnTo>
                <a:lnTo>
                  <a:pt x="1276350" y="3219450"/>
                </a:lnTo>
                <a:lnTo>
                  <a:pt x="1266825" y="3219450"/>
                </a:lnTo>
                <a:close/>
                <a:moveTo>
                  <a:pt x="1428750" y="3209925"/>
                </a:moveTo>
                <a:lnTo>
                  <a:pt x="1438275" y="3209925"/>
                </a:lnTo>
                <a:lnTo>
                  <a:pt x="1438275" y="3219450"/>
                </a:lnTo>
                <a:lnTo>
                  <a:pt x="1428750" y="3219450"/>
                </a:lnTo>
                <a:close/>
                <a:moveTo>
                  <a:pt x="476250" y="3219450"/>
                </a:moveTo>
                <a:lnTo>
                  <a:pt x="485775" y="3219450"/>
                </a:lnTo>
                <a:lnTo>
                  <a:pt x="485775" y="3228975"/>
                </a:lnTo>
                <a:lnTo>
                  <a:pt x="476250" y="3228975"/>
                </a:lnTo>
                <a:close/>
                <a:moveTo>
                  <a:pt x="590550" y="3219450"/>
                </a:moveTo>
                <a:lnTo>
                  <a:pt x="619125" y="3219450"/>
                </a:lnTo>
                <a:lnTo>
                  <a:pt x="619125" y="3228975"/>
                </a:lnTo>
                <a:lnTo>
                  <a:pt x="590550" y="3228975"/>
                </a:lnTo>
                <a:close/>
                <a:moveTo>
                  <a:pt x="771525" y="3219450"/>
                </a:moveTo>
                <a:lnTo>
                  <a:pt x="781050" y="3219450"/>
                </a:lnTo>
                <a:lnTo>
                  <a:pt x="781050" y="3228975"/>
                </a:lnTo>
                <a:lnTo>
                  <a:pt x="771525" y="3228975"/>
                </a:lnTo>
                <a:close/>
                <a:moveTo>
                  <a:pt x="800100" y="3219450"/>
                </a:moveTo>
                <a:lnTo>
                  <a:pt x="809625" y="3219450"/>
                </a:lnTo>
                <a:lnTo>
                  <a:pt x="809625" y="3228975"/>
                </a:lnTo>
                <a:lnTo>
                  <a:pt x="800100" y="3228975"/>
                </a:lnTo>
                <a:close/>
                <a:moveTo>
                  <a:pt x="962025" y="3219450"/>
                </a:moveTo>
                <a:lnTo>
                  <a:pt x="971550" y="3219450"/>
                </a:lnTo>
                <a:lnTo>
                  <a:pt x="971550" y="3228975"/>
                </a:lnTo>
                <a:lnTo>
                  <a:pt x="962025" y="3228975"/>
                </a:lnTo>
                <a:close/>
                <a:moveTo>
                  <a:pt x="1047750" y="3219450"/>
                </a:moveTo>
                <a:lnTo>
                  <a:pt x="1076325" y="3219450"/>
                </a:lnTo>
                <a:lnTo>
                  <a:pt x="1076325" y="3228975"/>
                </a:lnTo>
                <a:lnTo>
                  <a:pt x="1047750" y="3228975"/>
                </a:lnTo>
                <a:close/>
                <a:moveTo>
                  <a:pt x="1276350" y="3219450"/>
                </a:moveTo>
                <a:lnTo>
                  <a:pt x="1295400" y="3219450"/>
                </a:lnTo>
                <a:lnTo>
                  <a:pt x="1295400" y="3228975"/>
                </a:lnTo>
                <a:lnTo>
                  <a:pt x="1276350" y="3228975"/>
                </a:lnTo>
                <a:close/>
                <a:moveTo>
                  <a:pt x="1419225" y="3219450"/>
                </a:moveTo>
                <a:lnTo>
                  <a:pt x="1428750" y="3219450"/>
                </a:lnTo>
                <a:lnTo>
                  <a:pt x="1428750" y="3228975"/>
                </a:lnTo>
                <a:lnTo>
                  <a:pt x="1419225" y="3228975"/>
                </a:lnTo>
                <a:close/>
                <a:moveTo>
                  <a:pt x="847725" y="3228975"/>
                </a:moveTo>
                <a:lnTo>
                  <a:pt x="876300" y="3228975"/>
                </a:lnTo>
                <a:lnTo>
                  <a:pt x="876300" y="3238500"/>
                </a:lnTo>
                <a:lnTo>
                  <a:pt x="885825" y="3238500"/>
                </a:lnTo>
                <a:lnTo>
                  <a:pt x="885825" y="3248025"/>
                </a:lnTo>
                <a:lnTo>
                  <a:pt x="866775" y="3248025"/>
                </a:lnTo>
                <a:lnTo>
                  <a:pt x="866775" y="3238500"/>
                </a:lnTo>
                <a:lnTo>
                  <a:pt x="847725" y="3238500"/>
                </a:lnTo>
                <a:close/>
                <a:moveTo>
                  <a:pt x="1152525" y="3228975"/>
                </a:moveTo>
                <a:lnTo>
                  <a:pt x="1171575" y="3228975"/>
                </a:lnTo>
                <a:lnTo>
                  <a:pt x="1171575" y="3238500"/>
                </a:lnTo>
                <a:lnTo>
                  <a:pt x="1152525" y="3238500"/>
                </a:lnTo>
                <a:close/>
                <a:moveTo>
                  <a:pt x="1190625" y="3228975"/>
                </a:moveTo>
                <a:lnTo>
                  <a:pt x="1209675" y="3228975"/>
                </a:lnTo>
                <a:lnTo>
                  <a:pt x="1209675" y="3238500"/>
                </a:lnTo>
                <a:lnTo>
                  <a:pt x="1190625" y="3238500"/>
                </a:lnTo>
                <a:close/>
                <a:moveTo>
                  <a:pt x="171450" y="3267075"/>
                </a:moveTo>
                <a:lnTo>
                  <a:pt x="180975" y="3267075"/>
                </a:lnTo>
                <a:lnTo>
                  <a:pt x="180975" y="3276600"/>
                </a:lnTo>
                <a:lnTo>
                  <a:pt x="171450" y="3276600"/>
                </a:lnTo>
                <a:close/>
                <a:moveTo>
                  <a:pt x="123825" y="3295650"/>
                </a:moveTo>
                <a:lnTo>
                  <a:pt x="133350" y="3295650"/>
                </a:lnTo>
                <a:lnTo>
                  <a:pt x="133350" y="3305175"/>
                </a:lnTo>
                <a:lnTo>
                  <a:pt x="142875" y="3305175"/>
                </a:lnTo>
                <a:lnTo>
                  <a:pt x="142875" y="3314700"/>
                </a:lnTo>
                <a:lnTo>
                  <a:pt x="152400" y="3314700"/>
                </a:lnTo>
                <a:lnTo>
                  <a:pt x="152400" y="3324225"/>
                </a:lnTo>
                <a:lnTo>
                  <a:pt x="161925" y="3324225"/>
                </a:lnTo>
                <a:lnTo>
                  <a:pt x="161925" y="3371850"/>
                </a:lnTo>
                <a:lnTo>
                  <a:pt x="219075" y="3371850"/>
                </a:lnTo>
                <a:lnTo>
                  <a:pt x="219075" y="3381375"/>
                </a:lnTo>
                <a:lnTo>
                  <a:pt x="257175" y="3381375"/>
                </a:lnTo>
                <a:lnTo>
                  <a:pt x="257175" y="3390900"/>
                </a:lnTo>
                <a:lnTo>
                  <a:pt x="1333500" y="3390900"/>
                </a:lnTo>
                <a:lnTo>
                  <a:pt x="1333500" y="3381375"/>
                </a:lnTo>
                <a:lnTo>
                  <a:pt x="1343025" y="3381375"/>
                </a:lnTo>
                <a:lnTo>
                  <a:pt x="1343025" y="3390900"/>
                </a:lnTo>
                <a:lnTo>
                  <a:pt x="1352550" y="3390900"/>
                </a:lnTo>
                <a:lnTo>
                  <a:pt x="1352550" y="3381375"/>
                </a:lnTo>
                <a:lnTo>
                  <a:pt x="1362075" y="3381375"/>
                </a:lnTo>
                <a:lnTo>
                  <a:pt x="1362075" y="3390900"/>
                </a:lnTo>
                <a:lnTo>
                  <a:pt x="1371600" y="3390900"/>
                </a:lnTo>
                <a:lnTo>
                  <a:pt x="1371600" y="3381375"/>
                </a:lnTo>
                <a:lnTo>
                  <a:pt x="1381125" y="3381375"/>
                </a:lnTo>
                <a:lnTo>
                  <a:pt x="1381125" y="3390900"/>
                </a:lnTo>
                <a:lnTo>
                  <a:pt x="1428750" y="3390900"/>
                </a:lnTo>
                <a:lnTo>
                  <a:pt x="1428750" y="3400425"/>
                </a:lnTo>
                <a:lnTo>
                  <a:pt x="1438275" y="3400425"/>
                </a:lnTo>
                <a:lnTo>
                  <a:pt x="1438275" y="3429000"/>
                </a:lnTo>
                <a:lnTo>
                  <a:pt x="1447800" y="3429000"/>
                </a:lnTo>
                <a:lnTo>
                  <a:pt x="1447800" y="3457575"/>
                </a:lnTo>
                <a:lnTo>
                  <a:pt x="1476375" y="3457575"/>
                </a:lnTo>
                <a:lnTo>
                  <a:pt x="1476375" y="3448050"/>
                </a:lnTo>
                <a:lnTo>
                  <a:pt x="1524000" y="3448050"/>
                </a:lnTo>
                <a:lnTo>
                  <a:pt x="1524000" y="3438525"/>
                </a:lnTo>
                <a:lnTo>
                  <a:pt x="1581150" y="3438525"/>
                </a:lnTo>
                <a:lnTo>
                  <a:pt x="1581150" y="3457575"/>
                </a:lnTo>
                <a:lnTo>
                  <a:pt x="1552575" y="3457575"/>
                </a:lnTo>
                <a:lnTo>
                  <a:pt x="1552575" y="3467100"/>
                </a:lnTo>
                <a:lnTo>
                  <a:pt x="1543050" y="3467100"/>
                </a:lnTo>
                <a:lnTo>
                  <a:pt x="1543050" y="3476625"/>
                </a:lnTo>
                <a:lnTo>
                  <a:pt x="1552575" y="3476625"/>
                </a:lnTo>
                <a:lnTo>
                  <a:pt x="1552575" y="3486150"/>
                </a:lnTo>
                <a:lnTo>
                  <a:pt x="1628775" y="3486150"/>
                </a:lnTo>
                <a:lnTo>
                  <a:pt x="1628775" y="3476625"/>
                </a:lnTo>
                <a:lnTo>
                  <a:pt x="1647825" y="3476625"/>
                </a:lnTo>
                <a:lnTo>
                  <a:pt x="1647825" y="3467100"/>
                </a:lnTo>
                <a:lnTo>
                  <a:pt x="1657350" y="3467100"/>
                </a:lnTo>
                <a:lnTo>
                  <a:pt x="1657350" y="3476625"/>
                </a:lnTo>
                <a:lnTo>
                  <a:pt x="1666875" y="3476625"/>
                </a:lnTo>
                <a:lnTo>
                  <a:pt x="1666875" y="3486150"/>
                </a:lnTo>
                <a:lnTo>
                  <a:pt x="1676400" y="3486150"/>
                </a:lnTo>
                <a:lnTo>
                  <a:pt x="1676400" y="3476625"/>
                </a:lnTo>
                <a:lnTo>
                  <a:pt x="1685925" y="3476625"/>
                </a:lnTo>
                <a:lnTo>
                  <a:pt x="1685925" y="3486150"/>
                </a:lnTo>
                <a:lnTo>
                  <a:pt x="1695450" y="3486150"/>
                </a:lnTo>
                <a:lnTo>
                  <a:pt x="1695450" y="3505200"/>
                </a:lnTo>
                <a:lnTo>
                  <a:pt x="1704975" y="3505200"/>
                </a:lnTo>
                <a:lnTo>
                  <a:pt x="1704975" y="3524250"/>
                </a:lnTo>
                <a:lnTo>
                  <a:pt x="1733550" y="3524250"/>
                </a:lnTo>
                <a:lnTo>
                  <a:pt x="1733550" y="3543300"/>
                </a:lnTo>
                <a:lnTo>
                  <a:pt x="1743075" y="3543300"/>
                </a:lnTo>
                <a:lnTo>
                  <a:pt x="1743075" y="3590925"/>
                </a:lnTo>
                <a:lnTo>
                  <a:pt x="1733550" y="3590925"/>
                </a:lnTo>
                <a:lnTo>
                  <a:pt x="1733550" y="3619500"/>
                </a:lnTo>
                <a:lnTo>
                  <a:pt x="1724025" y="3619500"/>
                </a:lnTo>
                <a:lnTo>
                  <a:pt x="1724025" y="3648075"/>
                </a:lnTo>
                <a:lnTo>
                  <a:pt x="1714500" y="3648075"/>
                </a:lnTo>
                <a:lnTo>
                  <a:pt x="1714500" y="3657600"/>
                </a:lnTo>
                <a:lnTo>
                  <a:pt x="1704975" y="3657600"/>
                </a:lnTo>
                <a:lnTo>
                  <a:pt x="1704975" y="3648075"/>
                </a:lnTo>
                <a:lnTo>
                  <a:pt x="1619250" y="3648075"/>
                </a:lnTo>
                <a:lnTo>
                  <a:pt x="1619250" y="3638550"/>
                </a:lnTo>
                <a:lnTo>
                  <a:pt x="1590675" y="3638550"/>
                </a:lnTo>
                <a:lnTo>
                  <a:pt x="1590675" y="3648075"/>
                </a:lnTo>
                <a:lnTo>
                  <a:pt x="1552575" y="3648075"/>
                </a:lnTo>
                <a:lnTo>
                  <a:pt x="1552575" y="3638550"/>
                </a:lnTo>
                <a:lnTo>
                  <a:pt x="1447800" y="3638550"/>
                </a:lnTo>
                <a:lnTo>
                  <a:pt x="1447800" y="3629025"/>
                </a:lnTo>
                <a:lnTo>
                  <a:pt x="1438275" y="3629025"/>
                </a:lnTo>
                <a:lnTo>
                  <a:pt x="1438275" y="3438525"/>
                </a:lnTo>
                <a:lnTo>
                  <a:pt x="1428750" y="3438525"/>
                </a:lnTo>
                <a:lnTo>
                  <a:pt x="1428750" y="3429000"/>
                </a:lnTo>
                <a:lnTo>
                  <a:pt x="1400175" y="3429000"/>
                </a:lnTo>
                <a:lnTo>
                  <a:pt x="1400175" y="3419475"/>
                </a:lnTo>
                <a:lnTo>
                  <a:pt x="1314450" y="3419475"/>
                </a:lnTo>
                <a:lnTo>
                  <a:pt x="1314450" y="3429000"/>
                </a:lnTo>
                <a:lnTo>
                  <a:pt x="1304925" y="3429000"/>
                </a:lnTo>
                <a:lnTo>
                  <a:pt x="1304925" y="3419475"/>
                </a:lnTo>
                <a:lnTo>
                  <a:pt x="1238250" y="3419475"/>
                </a:lnTo>
                <a:lnTo>
                  <a:pt x="1238250" y="3429000"/>
                </a:lnTo>
                <a:lnTo>
                  <a:pt x="1228725" y="3429000"/>
                </a:lnTo>
                <a:lnTo>
                  <a:pt x="1228725" y="3448050"/>
                </a:lnTo>
                <a:lnTo>
                  <a:pt x="1219200" y="3448050"/>
                </a:lnTo>
                <a:lnTo>
                  <a:pt x="1219200" y="3438525"/>
                </a:lnTo>
                <a:lnTo>
                  <a:pt x="1162050" y="3438525"/>
                </a:lnTo>
                <a:lnTo>
                  <a:pt x="1162050" y="3429000"/>
                </a:lnTo>
                <a:lnTo>
                  <a:pt x="1123950" y="3429000"/>
                </a:lnTo>
                <a:lnTo>
                  <a:pt x="1123950" y="3438525"/>
                </a:lnTo>
                <a:lnTo>
                  <a:pt x="1114425" y="3438525"/>
                </a:lnTo>
                <a:lnTo>
                  <a:pt x="1114425" y="3429000"/>
                </a:lnTo>
                <a:lnTo>
                  <a:pt x="962025" y="3429000"/>
                </a:lnTo>
                <a:lnTo>
                  <a:pt x="962025" y="3438525"/>
                </a:lnTo>
                <a:lnTo>
                  <a:pt x="952500" y="3438525"/>
                </a:lnTo>
                <a:lnTo>
                  <a:pt x="952500" y="3429000"/>
                </a:lnTo>
                <a:lnTo>
                  <a:pt x="942975" y="3429000"/>
                </a:lnTo>
                <a:lnTo>
                  <a:pt x="942975" y="3419475"/>
                </a:lnTo>
                <a:lnTo>
                  <a:pt x="914400" y="3419475"/>
                </a:lnTo>
                <a:lnTo>
                  <a:pt x="914400" y="3429000"/>
                </a:lnTo>
                <a:lnTo>
                  <a:pt x="904875" y="3429000"/>
                </a:lnTo>
                <a:lnTo>
                  <a:pt x="904875" y="3438525"/>
                </a:lnTo>
                <a:lnTo>
                  <a:pt x="876300" y="3438525"/>
                </a:lnTo>
                <a:lnTo>
                  <a:pt x="876300" y="3429000"/>
                </a:lnTo>
                <a:lnTo>
                  <a:pt x="771525" y="3429000"/>
                </a:lnTo>
                <a:lnTo>
                  <a:pt x="771525" y="3419475"/>
                </a:lnTo>
                <a:lnTo>
                  <a:pt x="752475" y="3419475"/>
                </a:lnTo>
                <a:lnTo>
                  <a:pt x="752475" y="3429000"/>
                </a:lnTo>
                <a:lnTo>
                  <a:pt x="685800" y="3429000"/>
                </a:lnTo>
                <a:lnTo>
                  <a:pt x="685800" y="3419475"/>
                </a:lnTo>
                <a:lnTo>
                  <a:pt x="581025" y="3419475"/>
                </a:lnTo>
                <a:lnTo>
                  <a:pt x="581025" y="3429000"/>
                </a:lnTo>
                <a:lnTo>
                  <a:pt x="571500" y="3429000"/>
                </a:lnTo>
                <a:lnTo>
                  <a:pt x="571500" y="3419475"/>
                </a:lnTo>
                <a:lnTo>
                  <a:pt x="561975" y="3419475"/>
                </a:lnTo>
                <a:lnTo>
                  <a:pt x="561975" y="3429000"/>
                </a:lnTo>
                <a:lnTo>
                  <a:pt x="552450" y="3429000"/>
                </a:lnTo>
                <a:lnTo>
                  <a:pt x="552450" y="3438525"/>
                </a:lnTo>
                <a:lnTo>
                  <a:pt x="533400" y="3438525"/>
                </a:lnTo>
                <a:lnTo>
                  <a:pt x="533400" y="3429000"/>
                </a:lnTo>
                <a:lnTo>
                  <a:pt x="476250" y="3429000"/>
                </a:lnTo>
                <a:lnTo>
                  <a:pt x="476250" y="3438525"/>
                </a:lnTo>
                <a:lnTo>
                  <a:pt x="428625" y="3438525"/>
                </a:lnTo>
                <a:lnTo>
                  <a:pt x="428625" y="3429000"/>
                </a:lnTo>
                <a:lnTo>
                  <a:pt x="419100" y="3429000"/>
                </a:lnTo>
                <a:lnTo>
                  <a:pt x="419100" y="3438525"/>
                </a:lnTo>
                <a:lnTo>
                  <a:pt x="361950" y="3438525"/>
                </a:lnTo>
                <a:lnTo>
                  <a:pt x="361950" y="3429000"/>
                </a:lnTo>
                <a:lnTo>
                  <a:pt x="342900" y="3429000"/>
                </a:lnTo>
                <a:lnTo>
                  <a:pt x="342900" y="3438525"/>
                </a:lnTo>
                <a:lnTo>
                  <a:pt x="314325" y="3438525"/>
                </a:lnTo>
                <a:lnTo>
                  <a:pt x="314325" y="3429000"/>
                </a:lnTo>
                <a:lnTo>
                  <a:pt x="304800" y="3429000"/>
                </a:lnTo>
                <a:lnTo>
                  <a:pt x="304800" y="3419475"/>
                </a:lnTo>
                <a:lnTo>
                  <a:pt x="247650" y="3419475"/>
                </a:lnTo>
                <a:lnTo>
                  <a:pt x="247650" y="3400425"/>
                </a:lnTo>
                <a:lnTo>
                  <a:pt x="209550" y="3400425"/>
                </a:lnTo>
                <a:lnTo>
                  <a:pt x="209550" y="3390900"/>
                </a:lnTo>
                <a:lnTo>
                  <a:pt x="161925" y="3390900"/>
                </a:lnTo>
                <a:lnTo>
                  <a:pt x="161925" y="3381375"/>
                </a:lnTo>
                <a:lnTo>
                  <a:pt x="152400" y="3381375"/>
                </a:lnTo>
                <a:lnTo>
                  <a:pt x="152400" y="3390900"/>
                </a:lnTo>
                <a:lnTo>
                  <a:pt x="133350" y="3390900"/>
                </a:lnTo>
                <a:lnTo>
                  <a:pt x="133350" y="3381375"/>
                </a:lnTo>
                <a:lnTo>
                  <a:pt x="123825" y="3381375"/>
                </a:lnTo>
                <a:lnTo>
                  <a:pt x="123825" y="3390900"/>
                </a:lnTo>
                <a:lnTo>
                  <a:pt x="114300" y="3390900"/>
                </a:lnTo>
                <a:lnTo>
                  <a:pt x="114300" y="3305175"/>
                </a:lnTo>
                <a:lnTo>
                  <a:pt x="123825" y="3305175"/>
                </a:lnTo>
                <a:close/>
                <a:moveTo>
                  <a:pt x="228600" y="3305175"/>
                </a:moveTo>
                <a:lnTo>
                  <a:pt x="257175" y="3305175"/>
                </a:lnTo>
                <a:lnTo>
                  <a:pt x="257175" y="3314700"/>
                </a:lnTo>
                <a:lnTo>
                  <a:pt x="228600" y="3314700"/>
                </a:lnTo>
                <a:close/>
                <a:moveTo>
                  <a:pt x="1609725" y="3305175"/>
                </a:moveTo>
                <a:lnTo>
                  <a:pt x="1638300" y="3305175"/>
                </a:lnTo>
                <a:lnTo>
                  <a:pt x="1638300" y="3314700"/>
                </a:lnTo>
                <a:lnTo>
                  <a:pt x="1609725" y="3314700"/>
                </a:lnTo>
                <a:close/>
                <a:moveTo>
                  <a:pt x="1724025" y="3381375"/>
                </a:moveTo>
                <a:lnTo>
                  <a:pt x="1733550" y="3381375"/>
                </a:lnTo>
                <a:lnTo>
                  <a:pt x="1733550" y="3371850"/>
                </a:lnTo>
                <a:lnTo>
                  <a:pt x="1724025" y="3371850"/>
                </a:lnTo>
                <a:close/>
                <a:moveTo>
                  <a:pt x="238125" y="3419475"/>
                </a:moveTo>
                <a:lnTo>
                  <a:pt x="247650" y="3419475"/>
                </a:lnTo>
                <a:lnTo>
                  <a:pt x="247650" y="3429000"/>
                </a:lnTo>
                <a:lnTo>
                  <a:pt x="238125" y="3429000"/>
                </a:lnTo>
                <a:close/>
                <a:moveTo>
                  <a:pt x="228600" y="3429000"/>
                </a:moveTo>
                <a:lnTo>
                  <a:pt x="238125" y="3429000"/>
                </a:lnTo>
                <a:lnTo>
                  <a:pt x="238125" y="3438525"/>
                </a:lnTo>
                <a:lnTo>
                  <a:pt x="228600" y="3438525"/>
                </a:lnTo>
                <a:close/>
                <a:moveTo>
                  <a:pt x="219075" y="3438525"/>
                </a:moveTo>
                <a:lnTo>
                  <a:pt x="228600" y="3438525"/>
                </a:lnTo>
                <a:lnTo>
                  <a:pt x="228600" y="3448050"/>
                </a:lnTo>
                <a:lnTo>
                  <a:pt x="219075" y="3448050"/>
                </a:lnTo>
                <a:close/>
                <a:moveTo>
                  <a:pt x="276225" y="3438525"/>
                </a:moveTo>
                <a:lnTo>
                  <a:pt x="295275" y="3438525"/>
                </a:lnTo>
                <a:lnTo>
                  <a:pt x="295275" y="3457575"/>
                </a:lnTo>
                <a:lnTo>
                  <a:pt x="276225" y="3457575"/>
                </a:lnTo>
                <a:close/>
                <a:moveTo>
                  <a:pt x="552450" y="3438525"/>
                </a:moveTo>
                <a:lnTo>
                  <a:pt x="561975" y="3438525"/>
                </a:lnTo>
                <a:lnTo>
                  <a:pt x="561975" y="3448050"/>
                </a:lnTo>
                <a:lnTo>
                  <a:pt x="552450" y="3448050"/>
                </a:lnTo>
                <a:close/>
                <a:moveTo>
                  <a:pt x="923925" y="3438525"/>
                </a:moveTo>
                <a:lnTo>
                  <a:pt x="942975" y="3438525"/>
                </a:lnTo>
                <a:lnTo>
                  <a:pt x="942975" y="3457575"/>
                </a:lnTo>
                <a:lnTo>
                  <a:pt x="914400" y="3457575"/>
                </a:lnTo>
                <a:lnTo>
                  <a:pt x="914400" y="3448050"/>
                </a:lnTo>
                <a:lnTo>
                  <a:pt x="923925" y="3448050"/>
                </a:lnTo>
                <a:close/>
                <a:moveTo>
                  <a:pt x="219075" y="3467100"/>
                </a:moveTo>
                <a:lnTo>
                  <a:pt x="228600" y="3467100"/>
                </a:lnTo>
                <a:lnTo>
                  <a:pt x="228600" y="3486150"/>
                </a:lnTo>
                <a:lnTo>
                  <a:pt x="219075" y="3486150"/>
                </a:lnTo>
                <a:close/>
                <a:moveTo>
                  <a:pt x="561975" y="3467100"/>
                </a:moveTo>
                <a:lnTo>
                  <a:pt x="571500" y="3467100"/>
                </a:lnTo>
                <a:lnTo>
                  <a:pt x="571500" y="3476625"/>
                </a:lnTo>
                <a:lnTo>
                  <a:pt x="561975" y="3476625"/>
                </a:lnTo>
                <a:close/>
                <a:moveTo>
                  <a:pt x="638175" y="3467100"/>
                </a:moveTo>
                <a:lnTo>
                  <a:pt x="647700" y="3467100"/>
                </a:lnTo>
                <a:lnTo>
                  <a:pt x="647700" y="3476625"/>
                </a:lnTo>
                <a:lnTo>
                  <a:pt x="638175" y="3476625"/>
                </a:lnTo>
                <a:close/>
                <a:moveTo>
                  <a:pt x="942975" y="3476625"/>
                </a:moveTo>
                <a:lnTo>
                  <a:pt x="962025" y="3476625"/>
                </a:lnTo>
                <a:lnTo>
                  <a:pt x="962025" y="3486150"/>
                </a:lnTo>
                <a:lnTo>
                  <a:pt x="942975" y="3486150"/>
                </a:lnTo>
                <a:close/>
                <a:moveTo>
                  <a:pt x="1276350" y="3476625"/>
                </a:moveTo>
                <a:lnTo>
                  <a:pt x="1285875" y="3476625"/>
                </a:lnTo>
                <a:lnTo>
                  <a:pt x="1285875" y="3486150"/>
                </a:lnTo>
                <a:lnTo>
                  <a:pt x="1276350" y="3486150"/>
                </a:lnTo>
                <a:close/>
                <a:moveTo>
                  <a:pt x="876300" y="3486150"/>
                </a:moveTo>
                <a:lnTo>
                  <a:pt x="885825" y="3486150"/>
                </a:lnTo>
                <a:lnTo>
                  <a:pt x="885825" y="3495675"/>
                </a:lnTo>
                <a:lnTo>
                  <a:pt x="876300" y="3495675"/>
                </a:lnTo>
                <a:close/>
                <a:moveTo>
                  <a:pt x="571500" y="3495675"/>
                </a:moveTo>
                <a:lnTo>
                  <a:pt x="581025" y="3495675"/>
                </a:lnTo>
                <a:lnTo>
                  <a:pt x="581025" y="3505200"/>
                </a:lnTo>
                <a:lnTo>
                  <a:pt x="571500" y="3505200"/>
                </a:lnTo>
                <a:close/>
                <a:moveTo>
                  <a:pt x="885825" y="3495675"/>
                </a:moveTo>
                <a:lnTo>
                  <a:pt x="895350" y="3495675"/>
                </a:lnTo>
                <a:lnTo>
                  <a:pt x="895350" y="3505200"/>
                </a:lnTo>
                <a:lnTo>
                  <a:pt x="885825" y="3505200"/>
                </a:lnTo>
                <a:close/>
                <a:moveTo>
                  <a:pt x="962025" y="3495675"/>
                </a:moveTo>
                <a:lnTo>
                  <a:pt x="971550" y="3495675"/>
                </a:lnTo>
                <a:lnTo>
                  <a:pt x="971550" y="3505200"/>
                </a:lnTo>
                <a:lnTo>
                  <a:pt x="962025" y="3505200"/>
                </a:lnTo>
                <a:close/>
                <a:moveTo>
                  <a:pt x="219075" y="3505200"/>
                </a:moveTo>
                <a:lnTo>
                  <a:pt x="228600" y="3505200"/>
                </a:lnTo>
                <a:lnTo>
                  <a:pt x="228600" y="3514725"/>
                </a:lnTo>
                <a:lnTo>
                  <a:pt x="219075" y="3514725"/>
                </a:lnTo>
                <a:close/>
                <a:moveTo>
                  <a:pt x="581025" y="3505200"/>
                </a:moveTo>
                <a:lnTo>
                  <a:pt x="600075" y="3505200"/>
                </a:lnTo>
                <a:lnTo>
                  <a:pt x="600075" y="3514725"/>
                </a:lnTo>
                <a:lnTo>
                  <a:pt x="581025" y="3514725"/>
                </a:lnTo>
                <a:close/>
                <a:moveTo>
                  <a:pt x="895350" y="3505200"/>
                </a:moveTo>
                <a:lnTo>
                  <a:pt x="904875" y="3505200"/>
                </a:lnTo>
                <a:lnTo>
                  <a:pt x="904875" y="3514725"/>
                </a:lnTo>
                <a:lnTo>
                  <a:pt x="895350" y="3514725"/>
                </a:lnTo>
                <a:close/>
                <a:moveTo>
                  <a:pt x="952500" y="3505200"/>
                </a:moveTo>
                <a:lnTo>
                  <a:pt x="962025" y="3505200"/>
                </a:lnTo>
                <a:lnTo>
                  <a:pt x="962025" y="3514725"/>
                </a:lnTo>
                <a:lnTo>
                  <a:pt x="952500" y="3514725"/>
                </a:lnTo>
                <a:close/>
                <a:moveTo>
                  <a:pt x="1209675" y="3505200"/>
                </a:moveTo>
                <a:lnTo>
                  <a:pt x="1219200" y="3505200"/>
                </a:lnTo>
                <a:lnTo>
                  <a:pt x="1219200" y="3514725"/>
                </a:lnTo>
                <a:lnTo>
                  <a:pt x="1209675" y="3514725"/>
                </a:lnTo>
                <a:close/>
                <a:moveTo>
                  <a:pt x="1304925" y="3505200"/>
                </a:moveTo>
                <a:lnTo>
                  <a:pt x="1314450" y="3505200"/>
                </a:lnTo>
                <a:lnTo>
                  <a:pt x="1314450" y="3514725"/>
                </a:lnTo>
                <a:lnTo>
                  <a:pt x="1304925" y="3514725"/>
                </a:lnTo>
                <a:close/>
                <a:moveTo>
                  <a:pt x="28575" y="3514725"/>
                </a:moveTo>
                <a:lnTo>
                  <a:pt x="38100" y="3514725"/>
                </a:lnTo>
                <a:lnTo>
                  <a:pt x="38100" y="3533775"/>
                </a:lnTo>
                <a:lnTo>
                  <a:pt x="28575" y="3533775"/>
                </a:lnTo>
                <a:close/>
                <a:moveTo>
                  <a:pt x="228600" y="3514725"/>
                </a:moveTo>
                <a:lnTo>
                  <a:pt x="238125" y="3514725"/>
                </a:lnTo>
                <a:lnTo>
                  <a:pt x="238125" y="3524250"/>
                </a:lnTo>
                <a:lnTo>
                  <a:pt x="228600" y="3524250"/>
                </a:lnTo>
                <a:close/>
                <a:moveTo>
                  <a:pt x="1295400" y="3514725"/>
                </a:moveTo>
                <a:lnTo>
                  <a:pt x="1304925" y="3514725"/>
                </a:lnTo>
                <a:lnTo>
                  <a:pt x="1304925" y="3524250"/>
                </a:lnTo>
                <a:lnTo>
                  <a:pt x="1295400" y="3524250"/>
                </a:lnTo>
                <a:close/>
                <a:moveTo>
                  <a:pt x="266700" y="3524250"/>
                </a:moveTo>
                <a:lnTo>
                  <a:pt x="304800" y="3524250"/>
                </a:lnTo>
                <a:lnTo>
                  <a:pt x="304800" y="3543300"/>
                </a:lnTo>
                <a:lnTo>
                  <a:pt x="266700" y="3543300"/>
                </a:lnTo>
                <a:close/>
                <a:moveTo>
                  <a:pt x="114300" y="3533775"/>
                </a:moveTo>
                <a:lnTo>
                  <a:pt x="123825" y="3533775"/>
                </a:lnTo>
                <a:lnTo>
                  <a:pt x="123825" y="3543300"/>
                </a:lnTo>
                <a:lnTo>
                  <a:pt x="114300" y="3543300"/>
                </a:lnTo>
                <a:close/>
                <a:moveTo>
                  <a:pt x="533400" y="3533775"/>
                </a:moveTo>
                <a:lnTo>
                  <a:pt x="542925" y="3533775"/>
                </a:lnTo>
                <a:lnTo>
                  <a:pt x="542925" y="3543300"/>
                </a:lnTo>
                <a:lnTo>
                  <a:pt x="533400" y="3543300"/>
                </a:lnTo>
                <a:close/>
                <a:moveTo>
                  <a:pt x="609600" y="3533775"/>
                </a:moveTo>
                <a:lnTo>
                  <a:pt x="628650" y="3533775"/>
                </a:lnTo>
                <a:lnTo>
                  <a:pt x="628650" y="3543300"/>
                </a:lnTo>
                <a:lnTo>
                  <a:pt x="609600" y="3543300"/>
                </a:lnTo>
                <a:close/>
                <a:moveTo>
                  <a:pt x="838200" y="3533775"/>
                </a:moveTo>
                <a:lnTo>
                  <a:pt x="847725" y="3533775"/>
                </a:lnTo>
                <a:lnTo>
                  <a:pt x="847725" y="3543300"/>
                </a:lnTo>
                <a:lnTo>
                  <a:pt x="838200" y="3543300"/>
                </a:lnTo>
                <a:close/>
                <a:moveTo>
                  <a:pt x="971550" y="3533775"/>
                </a:moveTo>
                <a:lnTo>
                  <a:pt x="990600" y="3533775"/>
                </a:lnTo>
                <a:lnTo>
                  <a:pt x="990600" y="3543300"/>
                </a:lnTo>
                <a:lnTo>
                  <a:pt x="971550" y="3543300"/>
                </a:lnTo>
                <a:close/>
                <a:moveTo>
                  <a:pt x="1181100" y="3533775"/>
                </a:moveTo>
                <a:lnTo>
                  <a:pt x="1190625" y="3533775"/>
                </a:lnTo>
                <a:lnTo>
                  <a:pt x="1190625" y="3543300"/>
                </a:lnTo>
                <a:lnTo>
                  <a:pt x="1181100" y="3543300"/>
                </a:lnTo>
                <a:close/>
                <a:moveTo>
                  <a:pt x="523875" y="3543300"/>
                </a:moveTo>
                <a:lnTo>
                  <a:pt x="533400" y="3543300"/>
                </a:lnTo>
                <a:lnTo>
                  <a:pt x="533400" y="3571875"/>
                </a:lnTo>
                <a:lnTo>
                  <a:pt x="523875" y="3571875"/>
                </a:lnTo>
                <a:close/>
                <a:moveTo>
                  <a:pt x="590550" y="3543300"/>
                </a:moveTo>
                <a:lnTo>
                  <a:pt x="600075" y="3543300"/>
                </a:lnTo>
                <a:lnTo>
                  <a:pt x="600075" y="3552825"/>
                </a:lnTo>
                <a:lnTo>
                  <a:pt x="590550" y="3552825"/>
                </a:lnTo>
                <a:close/>
                <a:moveTo>
                  <a:pt x="666750" y="3543300"/>
                </a:moveTo>
                <a:lnTo>
                  <a:pt x="676275" y="3543300"/>
                </a:lnTo>
                <a:lnTo>
                  <a:pt x="676275" y="3552825"/>
                </a:lnTo>
                <a:lnTo>
                  <a:pt x="666750" y="3552825"/>
                </a:lnTo>
                <a:close/>
                <a:moveTo>
                  <a:pt x="942975" y="3543300"/>
                </a:moveTo>
                <a:lnTo>
                  <a:pt x="971550" y="3543300"/>
                </a:lnTo>
                <a:lnTo>
                  <a:pt x="971550" y="3552825"/>
                </a:lnTo>
                <a:lnTo>
                  <a:pt x="942975" y="3552825"/>
                </a:lnTo>
                <a:close/>
                <a:moveTo>
                  <a:pt x="1028700" y="3543300"/>
                </a:moveTo>
                <a:lnTo>
                  <a:pt x="1038225" y="3543300"/>
                </a:lnTo>
                <a:lnTo>
                  <a:pt x="1038225" y="3552825"/>
                </a:lnTo>
                <a:lnTo>
                  <a:pt x="1028700" y="3552825"/>
                </a:lnTo>
                <a:close/>
                <a:moveTo>
                  <a:pt x="676275" y="3552825"/>
                </a:moveTo>
                <a:lnTo>
                  <a:pt x="685800" y="3552825"/>
                </a:lnTo>
                <a:lnTo>
                  <a:pt x="685800" y="3571875"/>
                </a:lnTo>
                <a:lnTo>
                  <a:pt x="676275" y="3571875"/>
                </a:lnTo>
                <a:close/>
                <a:moveTo>
                  <a:pt x="1038225" y="3552825"/>
                </a:moveTo>
                <a:lnTo>
                  <a:pt x="1047750" y="3552825"/>
                </a:lnTo>
                <a:lnTo>
                  <a:pt x="1047750" y="3571875"/>
                </a:lnTo>
                <a:lnTo>
                  <a:pt x="1038225" y="3571875"/>
                </a:lnTo>
                <a:close/>
                <a:moveTo>
                  <a:pt x="1152525" y="3552825"/>
                </a:moveTo>
                <a:lnTo>
                  <a:pt x="1162050" y="3552825"/>
                </a:lnTo>
                <a:lnTo>
                  <a:pt x="1162050" y="3571875"/>
                </a:lnTo>
                <a:lnTo>
                  <a:pt x="1152525" y="3571875"/>
                </a:lnTo>
                <a:close/>
                <a:moveTo>
                  <a:pt x="1533525" y="3552825"/>
                </a:moveTo>
                <a:lnTo>
                  <a:pt x="1543050" y="3552825"/>
                </a:lnTo>
                <a:lnTo>
                  <a:pt x="1543050" y="3590925"/>
                </a:lnTo>
                <a:lnTo>
                  <a:pt x="1571625" y="3590925"/>
                </a:lnTo>
                <a:lnTo>
                  <a:pt x="1571625" y="3581400"/>
                </a:lnTo>
                <a:lnTo>
                  <a:pt x="1628775" y="3581400"/>
                </a:lnTo>
                <a:lnTo>
                  <a:pt x="1628775" y="3571875"/>
                </a:lnTo>
                <a:lnTo>
                  <a:pt x="1638300" y="3571875"/>
                </a:lnTo>
                <a:lnTo>
                  <a:pt x="1638300" y="3552825"/>
                </a:lnTo>
                <a:lnTo>
                  <a:pt x="1628775" y="3552825"/>
                </a:lnTo>
                <a:lnTo>
                  <a:pt x="1628775" y="3543300"/>
                </a:lnTo>
                <a:lnTo>
                  <a:pt x="1609725" y="3543300"/>
                </a:lnTo>
                <a:lnTo>
                  <a:pt x="1609725" y="3533775"/>
                </a:lnTo>
                <a:lnTo>
                  <a:pt x="1543050" y="3533775"/>
                </a:lnTo>
                <a:lnTo>
                  <a:pt x="1543050" y="3543300"/>
                </a:lnTo>
                <a:lnTo>
                  <a:pt x="1533525" y="3543300"/>
                </a:lnTo>
                <a:close/>
                <a:moveTo>
                  <a:pt x="809625" y="3562350"/>
                </a:moveTo>
                <a:lnTo>
                  <a:pt x="819150" y="3562350"/>
                </a:lnTo>
                <a:lnTo>
                  <a:pt x="819150" y="3571875"/>
                </a:lnTo>
                <a:lnTo>
                  <a:pt x="809625" y="3571875"/>
                </a:lnTo>
                <a:close/>
                <a:moveTo>
                  <a:pt x="828675" y="3562350"/>
                </a:moveTo>
                <a:lnTo>
                  <a:pt x="838200" y="3562350"/>
                </a:lnTo>
                <a:lnTo>
                  <a:pt x="838200" y="3571875"/>
                </a:lnTo>
                <a:lnTo>
                  <a:pt x="828675" y="3571875"/>
                </a:lnTo>
                <a:close/>
                <a:moveTo>
                  <a:pt x="1466850" y="3562350"/>
                </a:moveTo>
                <a:lnTo>
                  <a:pt x="1476375" y="3562350"/>
                </a:lnTo>
                <a:lnTo>
                  <a:pt x="1476375" y="3571875"/>
                </a:lnTo>
                <a:lnTo>
                  <a:pt x="1514475" y="3571875"/>
                </a:lnTo>
                <a:lnTo>
                  <a:pt x="1514475" y="3562350"/>
                </a:lnTo>
                <a:lnTo>
                  <a:pt x="1524000" y="3562350"/>
                </a:lnTo>
                <a:lnTo>
                  <a:pt x="1524000" y="3552825"/>
                </a:lnTo>
                <a:lnTo>
                  <a:pt x="1514475" y="3552825"/>
                </a:lnTo>
                <a:lnTo>
                  <a:pt x="1514475" y="3543300"/>
                </a:lnTo>
                <a:lnTo>
                  <a:pt x="1466850" y="3543300"/>
                </a:lnTo>
                <a:close/>
                <a:moveTo>
                  <a:pt x="533400" y="3571875"/>
                </a:moveTo>
                <a:lnTo>
                  <a:pt x="561975" y="3571875"/>
                </a:lnTo>
                <a:lnTo>
                  <a:pt x="561975" y="3581400"/>
                </a:lnTo>
                <a:lnTo>
                  <a:pt x="533400" y="3581400"/>
                </a:lnTo>
                <a:close/>
                <a:moveTo>
                  <a:pt x="1162050" y="3571875"/>
                </a:moveTo>
                <a:lnTo>
                  <a:pt x="1171575" y="3571875"/>
                </a:lnTo>
                <a:lnTo>
                  <a:pt x="1171575" y="3581400"/>
                </a:lnTo>
                <a:lnTo>
                  <a:pt x="1162050" y="3581400"/>
                </a:lnTo>
                <a:close/>
                <a:moveTo>
                  <a:pt x="1228725" y="3571875"/>
                </a:moveTo>
                <a:lnTo>
                  <a:pt x="1266825" y="3571875"/>
                </a:lnTo>
                <a:lnTo>
                  <a:pt x="1266825" y="3581400"/>
                </a:lnTo>
                <a:lnTo>
                  <a:pt x="1228725" y="3581400"/>
                </a:lnTo>
                <a:close/>
                <a:moveTo>
                  <a:pt x="1295400" y="3571875"/>
                </a:moveTo>
                <a:lnTo>
                  <a:pt x="1314450" y="3571875"/>
                </a:lnTo>
                <a:lnTo>
                  <a:pt x="1314450" y="3581400"/>
                </a:lnTo>
                <a:lnTo>
                  <a:pt x="1295400" y="3581400"/>
                </a:lnTo>
                <a:close/>
                <a:moveTo>
                  <a:pt x="1266825" y="3581400"/>
                </a:moveTo>
                <a:lnTo>
                  <a:pt x="1285875" y="3581400"/>
                </a:lnTo>
                <a:lnTo>
                  <a:pt x="1285875" y="3590925"/>
                </a:lnTo>
                <a:lnTo>
                  <a:pt x="1266825" y="3590925"/>
                </a:lnTo>
                <a:close/>
                <a:moveTo>
                  <a:pt x="38100" y="3600450"/>
                </a:moveTo>
                <a:lnTo>
                  <a:pt x="47625" y="3600450"/>
                </a:lnTo>
                <a:lnTo>
                  <a:pt x="47625" y="3609975"/>
                </a:lnTo>
                <a:lnTo>
                  <a:pt x="38100" y="3609975"/>
                </a:lnTo>
                <a:close/>
                <a:moveTo>
                  <a:pt x="1543050" y="3609975"/>
                </a:moveTo>
                <a:lnTo>
                  <a:pt x="1571625" y="3609975"/>
                </a:lnTo>
                <a:lnTo>
                  <a:pt x="1571625" y="3600450"/>
                </a:lnTo>
                <a:lnTo>
                  <a:pt x="1543050" y="3600450"/>
                </a:lnTo>
                <a:close/>
                <a:moveTo>
                  <a:pt x="1809750" y="3619500"/>
                </a:moveTo>
                <a:lnTo>
                  <a:pt x="1819275" y="3619500"/>
                </a:lnTo>
                <a:lnTo>
                  <a:pt x="1819275" y="3629025"/>
                </a:lnTo>
                <a:lnTo>
                  <a:pt x="1809750" y="3629025"/>
                </a:lnTo>
                <a:close/>
                <a:moveTo>
                  <a:pt x="47625" y="3638550"/>
                </a:moveTo>
                <a:lnTo>
                  <a:pt x="57150" y="3638550"/>
                </a:lnTo>
                <a:lnTo>
                  <a:pt x="57150" y="3648075"/>
                </a:lnTo>
                <a:lnTo>
                  <a:pt x="47625" y="3648075"/>
                </a:lnTo>
                <a:close/>
                <a:moveTo>
                  <a:pt x="171450" y="3686175"/>
                </a:moveTo>
                <a:lnTo>
                  <a:pt x="180975" y="3686175"/>
                </a:lnTo>
                <a:lnTo>
                  <a:pt x="180975" y="3695700"/>
                </a:lnTo>
                <a:lnTo>
                  <a:pt x="171450" y="3695700"/>
                </a:lnTo>
                <a:close/>
                <a:moveTo>
                  <a:pt x="1676400" y="3695700"/>
                </a:moveTo>
                <a:lnTo>
                  <a:pt x="1685925" y="3695700"/>
                </a:lnTo>
                <a:lnTo>
                  <a:pt x="1685925" y="3705225"/>
                </a:lnTo>
                <a:lnTo>
                  <a:pt x="1676400" y="3705225"/>
                </a:lnTo>
                <a:close/>
                <a:moveTo>
                  <a:pt x="1781175" y="3695700"/>
                </a:moveTo>
                <a:lnTo>
                  <a:pt x="1790700" y="3695700"/>
                </a:lnTo>
                <a:lnTo>
                  <a:pt x="1790700" y="3705225"/>
                </a:lnTo>
                <a:lnTo>
                  <a:pt x="1781175" y="3705225"/>
                </a:lnTo>
                <a:close/>
                <a:moveTo>
                  <a:pt x="1666875" y="3705225"/>
                </a:moveTo>
                <a:lnTo>
                  <a:pt x="1676400" y="3705225"/>
                </a:lnTo>
                <a:lnTo>
                  <a:pt x="1676400" y="3714750"/>
                </a:lnTo>
                <a:lnTo>
                  <a:pt x="1666875" y="3714750"/>
                </a:lnTo>
                <a:close/>
                <a:moveTo>
                  <a:pt x="1657350" y="3714750"/>
                </a:moveTo>
                <a:lnTo>
                  <a:pt x="1666875" y="3714750"/>
                </a:lnTo>
                <a:lnTo>
                  <a:pt x="1666875" y="3724275"/>
                </a:lnTo>
                <a:lnTo>
                  <a:pt x="1657350" y="3724275"/>
                </a:lnTo>
                <a:close/>
                <a:moveTo>
                  <a:pt x="209550" y="3724275"/>
                </a:moveTo>
                <a:lnTo>
                  <a:pt x="219075" y="3724275"/>
                </a:lnTo>
                <a:lnTo>
                  <a:pt x="219075" y="3733800"/>
                </a:lnTo>
                <a:lnTo>
                  <a:pt x="209550" y="3733800"/>
                </a:lnTo>
                <a:close/>
                <a:moveTo>
                  <a:pt x="1647825" y="3724275"/>
                </a:moveTo>
                <a:lnTo>
                  <a:pt x="1657350" y="3724275"/>
                </a:lnTo>
                <a:lnTo>
                  <a:pt x="1657350" y="3733800"/>
                </a:lnTo>
                <a:lnTo>
                  <a:pt x="1647825" y="3733800"/>
                </a:lnTo>
                <a:close/>
                <a:moveTo>
                  <a:pt x="1762125" y="3724275"/>
                </a:moveTo>
                <a:lnTo>
                  <a:pt x="1771650" y="3724275"/>
                </a:lnTo>
                <a:lnTo>
                  <a:pt x="1771650" y="3733800"/>
                </a:lnTo>
                <a:lnTo>
                  <a:pt x="1762125" y="3733800"/>
                </a:lnTo>
                <a:close/>
                <a:moveTo>
                  <a:pt x="266700" y="3752850"/>
                </a:moveTo>
                <a:lnTo>
                  <a:pt x="276225" y="3752850"/>
                </a:lnTo>
                <a:lnTo>
                  <a:pt x="276225" y="3762375"/>
                </a:lnTo>
                <a:lnTo>
                  <a:pt x="266700" y="3762375"/>
                </a:lnTo>
                <a:close/>
                <a:moveTo>
                  <a:pt x="123825" y="3762375"/>
                </a:moveTo>
                <a:lnTo>
                  <a:pt x="133350" y="3762375"/>
                </a:lnTo>
                <a:lnTo>
                  <a:pt x="133350" y="3771900"/>
                </a:lnTo>
                <a:lnTo>
                  <a:pt x="123825" y="3771900"/>
                </a:lnTo>
                <a:close/>
                <a:moveTo>
                  <a:pt x="133350" y="3771900"/>
                </a:moveTo>
                <a:lnTo>
                  <a:pt x="142875" y="3771900"/>
                </a:lnTo>
                <a:lnTo>
                  <a:pt x="142875" y="3781425"/>
                </a:lnTo>
                <a:lnTo>
                  <a:pt x="133350" y="3781425"/>
                </a:lnTo>
                <a:close/>
                <a:moveTo>
                  <a:pt x="342900" y="3771900"/>
                </a:moveTo>
                <a:lnTo>
                  <a:pt x="352425" y="3771900"/>
                </a:lnTo>
                <a:lnTo>
                  <a:pt x="352425" y="3781425"/>
                </a:lnTo>
                <a:lnTo>
                  <a:pt x="342900" y="3781425"/>
                </a:lnTo>
                <a:close/>
                <a:moveTo>
                  <a:pt x="1524000" y="3771900"/>
                </a:moveTo>
                <a:lnTo>
                  <a:pt x="1533525" y="3771900"/>
                </a:lnTo>
                <a:lnTo>
                  <a:pt x="1533525" y="3781425"/>
                </a:lnTo>
                <a:lnTo>
                  <a:pt x="1524000" y="3781425"/>
                </a:lnTo>
                <a:close/>
                <a:moveTo>
                  <a:pt x="142875" y="3781425"/>
                </a:moveTo>
                <a:lnTo>
                  <a:pt x="152400" y="3781425"/>
                </a:lnTo>
                <a:lnTo>
                  <a:pt x="152400" y="3790950"/>
                </a:lnTo>
                <a:lnTo>
                  <a:pt x="142875" y="3790950"/>
                </a:lnTo>
                <a:close/>
                <a:moveTo>
                  <a:pt x="276225" y="3848100"/>
                </a:moveTo>
                <a:lnTo>
                  <a:pt x="285750" y="3848100"/>
                </a:lnTo>
                <a:lnTo>
                  <a:pt x="285750" y="3857625"/>
                </a:lnTo>
                <a:lnTo>
                  <a:pt x="276225" y="3857625"/>
                </a:lnTo>
                <a:close/>
                <a:moveTo>
                  <a:pt x="1581150" y="3848100"/>
                </a:moveTo>
                <a:lnTo>
                  <a:pt x="1590675" y="3848100"/>
                </a:lnTo>
                <a:lnTo>
                  <a:pt x="1590675" y="3857625"/>
                </a:lnTo>
                <a:lnTo>
                  <a:pt x="1581150" y="3857625"/>
                </a:lnTo>
                <a:close/>
                <a:moveTo>
                  <a:pt x="323850" y="3857625"/>
                </a:moveTo>
                <a:lnTo>
                  <a:pt x="333375" y="3857625"/>
                </a:lnTo>
                <a:lnTo>
                  <a:pt x="333375" y="3867150"/>
                </a:lnTo>
                <a:lnTo>
                  <a:pt x="323850" y="3867150"/>
                </a:lnTo>
                <a:close/>
                <a:moveTo>
                  <a:pt x="1533525" y="3857625"/>
                </a:moveTo>
                <a:lnTo>
                  <a:pt x="1543050" y="3857625"/>
                </a:lnTo>
                <a:lnTo>
                  <a:pt x="1543050" y="3867150"/>
                </a:lnTo>
                <a:lnTo>
                  <a:pt x="1533525" y="3867150"/>
                </a:lnTo>
                <a:close/>
              </a:path>
            </a:pathLst>
          </a:custGeom>
          <a:solidFill xmlns:a="http://schemas.openxmlformats.org/drawingml/2006/main">
            <a:srgbClr val="E9E4D8"/>
          </a:solidFill>
          <a:ln xmlns:a="http://schemas.openxmlformats.org/drawingml/2006/main" w="0">
            <a:noFill/>
          </a:ln>
        </p:spPr>
      </p:sp>
      <p:sp>
        <p:nvSpPr>
          <p:cNvPr id="45" name="phone4 vector #d6d5c9">
            <a:extLst xmlns:a="http://schemas.openxmlformats.org/drawingml/2006/main">
              <a:ext uri="{FF2B5EF4-FFF2-40B4-BE49-F238E27FC236}">
                <a16:creationId xmlns:a16="http://schemas.microsoft.com/office/drawing/2014/main" id="{998C05DA-6D0A-4763-88C4-6ADB20E798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552825" y="1866900"/>
            <a:ext cx="2181225" cy="4581525"/>
          </a:xfrm>
          <a:custGeom xmlns:a="http://schemas.openxmlformats.org/drawingml/2006/main">
            <a:pathLst>
              <a:path w="1847850" h="3886200">
                <a:moveTo>
                  <a:pt x="314325" y="28575"/>
                </a:moveTo>
                <a:lnTo>
                  <a:pt x="333375" y="28575"/>
                </a:lnTo>
                <a:lnTo>
                  <a:pt x="333375" y="38100"/>
                </a:lnTo>
                <a:lnTo>
                  <a:pt x="314325" y="38100"/>
                </a:lnTo>
                <a:close/>
                <a:moveTo>
                  <a:pt x="1533525" y="28575"/>
                </a:moveTo>
                <a:lnTo>
                  <a:pt x="1543050" y="28575"/>
                </a:lnTo>
                <a:lnTo>
                  <a:pt x="1543050" y="38100"/>
                </a:lnTo>
                <a:lnTo>
                  <a:pt x="1533525" y="38100"/>
                </a:lnTo>
                <a:close/>
                <a:moveTo>
                  <a:pt x="276225" y="38100"/>
                </a:moveTo>
                <a:lnTo>
                  <a:pt x="285750" y="38100"/>
                </a:lnTo>
                <a:lnTo>
                  <a:pt x="285750" y="47625"/>
                </a:lnTo>
                <a:lnTo>
                  <a:pt x="276225" y="47625"/>
                </a:lnTo>
                <a:close/>
                <a:moveTo>
                  <a:pt x="1581150" y="38100"/>
                </a:moveTo>
                <a:lnTo>
                  <a:pt x="1590675" y="38100"/>
                </a:lnTo>
                <a:lnTo>
                  <a:pt x="1590675" y="47625"/>
                </a:lnTo>
                <a:lnTo>
                  <a:pt x="1581150" y="47625"/>
                </a:lnTo>
                <a:close/>
                <a:moveTo>
                  <a:pt x="1609725" y="47625"/>
                </a:moveTo>
                <a:lnTo>
                  <a:pt x="1619250" y="47625"/>
                </a:lnTo>
                <a:lnTo>
                  <a:pt x="1619250" y="57150"/>
                </a:lnTo>
                <a:lnTo>
                  <a:pt x="1609725" y="57150"/>
                </a:lnTo>
                <a:close/>
                <a:moveTo>
                  <a:pt x="219075" y="57150"/>
                </a:moveTo>
                <a:lnTo>
                  <a:pt x="228600" y="57150"/>
                </a:lnTo>
                <a:lnTo>
                  <a:pt x="228600" y="66675"/>
                </a:lnTo>
                <a:lnTo>
                  <a:pt x="219075" y="66675"/>
                </a:lnTo>
                <a:close/>
                <a:moveTo>
                  <a:pt x="1638300" y="57150"/>
                </a:moveTo>
                <a:lnTo>
                  <a:pt x="1647825" y="57150"/>
                </a:lnTo>
                <a:lnTo>
                  <a:pt x="1647825" y="66675"/>
                </a:lnTo>
                <a:lnTo>
                  <a:pt x="1638300" y="66675"/>
                </a:lnTo>
                <a:close/>
                <a:moveTo>
                  <a:pt x="1657350" y="66675"/>
                </a:moveTo>
                <a:lnTo>
                  <a:pt x="1666875" y="66675"/>
                </a:lnTo>
                <a:lnTo>
                  <a:pt x="1666875" y="76200"/>
                </a:lnTo>
                <a:lnTo>
                  <a:pt x="1657350" y="76200"/>
                </a:lnTo>
                <a:close/>
                <a:moveTo>
                  <a:pt x="180975" y="76200"/>
                </a:moveTo>
                <a:lnTo>
                  <a:pt x="190500" y="76200"/>
                </a:lnTo>
                <a:lnTo>
                  <a:pt x="190500" y="85725"/>
                </a:lnTo>
                <a:lnTo>
                  <a:pt x="180975" y="85725"/>
                </a:lnTo>
                <a:close/>
                <a:moveTo>
                  <a:pt x="152400" y="95250"/>
                </a:moveTo>
                <a:lnTo>
                  <a:pt x="161925" y="95250"/>
                </a:lnTo>
                <a:lnTo>
                  <a:pt x="161925" y="104775"/>
                </a:lnTo>
                <a:lnTo>
                  <a:pt x="152400" y="104775"/>
                </a:lnTo>
                <a:close/>
                <a:moveTo>
                  <a:pt x="409575" y="104775"/>
                </a:moveTo>
                <a:lnTo>
                  <a:pt x="609600" y="104775"/>
                </a:lnTo>
                <a:lnTo>
                  <a:pt x="609600" y="114300"/>
                </a:lnTo>
                <a:lnTo>
                  <a:pt x="409575" y="114300"/>
                </a:lnTo>
                <a:close/>
                <a:moveTo>
                  <a:pt x="714375" y="104775"/>
                </a:moveTo>
                <a:lnTo>
                  <a:pt x="990600" y="104775"/>
                </a:lnTo>
                <a:lnTo>
                  <a:pt x="990600" y="114300"/>
                </a:lnTo>
                <a:lnTo>
                  <a:pt x="714375" y="114300"/>
                </a:lnTo>
                <a:close/>
                <a:moveTo>
                  <a:pt x="1123950" y="104775"/>
                </a:moveTo>
                <a:lnTo>
                  <a:pt x="1190625" y="104775"/>
                </a:lnTo>
                <a:lnTo>
                  <a:pt x="1190625" y="114300"/>
                </a:lnTo>
                <a:lnTo>
                  <a:pt x="1123950" y="114300"/>
                </a:lnTo>
                <a:close/>
                <a:moveTo>
                  <a:pt x="1466850" y="104775"/>
                </a:moveTo>
                <a:lnTo>
                  <a:pt x="1485900" y="104775"/>
                </a:lnTo>
                <a:lnTo>
                  <a:pt x="1485900" y="114300"/>
                </a:lnTo>
                <a:lnTo>
                  <a:pt x="1466850" y="114300"/>
                </a:lnTo>
                <a:close/>
                <a:moveTo>
                  <a:pt x="1552575" y="114300"/>
                </a:moveTo>
                <a:lnTo>
                  <a:pt x="1562100" y="114300"/>
                </a:lnTo>
                <a:lnTo>
                  <a:pt x="1562100" y="123825"/>
                </a:lnTo>
                <a:lnTo>
                  <a:pt x="1552575" y="123825"/>
                </a:lnTo>
                <a:close/>
                <a:moveTo>
                  <a:pt x="1724025" y="114300"/>
                </a:moveTo>
                <a:lnTo>
                  <a:pt x="1733550" y="114300"/>
                </a:lnTo>
                <a:lnTo>
                  <a:pt x="1733550" y="123825"/>
                </a:lnTo>
                <a:lnTo>
                  <a:pt x="1724025" y="123825"/>
                </a:lnTo>
                <a:close/>
                <a:moveTo>
                  <a:pt x="1733550" y="123825"/>
                </a:moveTo>
                <a:lnTo>
                  <a:pt x="1743075" y="123825"/>
                </a:lnTo>
                <a:lnTo>
                  <a:pt x="1743075" y="133350"/>
                </a:lnTo>
                <a:lnTo>
                  <a:pt x="1733550" y="133350"/>
                </a:lnTo>
                <a:close/>
                <a:moveTo>
                  <a:pt x="247650" y="133350"/>
                </a:moveTo>
                <a:lnTo>
                  <a:pt x="257175" y="133350"/>
                </a:lnTo>
                <a:lnTo>
                  <a:pt x="257175" y="142875"/>
                </a:lnTo>
                <a:lnTo>
                  <a:pt x="247650" y="142875"/>
                </a:lnTo>
                <a:close/>
                <a:moveTo>
                  <a:pt x="1609725" y="133350"/>
                </a:moveTo>
                <a:lnTo>
                  <a:pt x="1619250" y="133350"/>
                </a:lnTo>
                <a:lnTo>
                  <a:pt x="1619250" y="142875"/>
                </a:lnTo>
                <a:lnTo>
                  <a:pt x="1609725" y="142875"/>
                </a:lnTo>
                <a:close/>
                <a:moveTo>
                  <a:pt x="104775" y="142875"/>
                </a:moveTo>
                <a:lnTo>
                  <a:pt x="114300" y="142875"/>
                </a:lnTo>
                <a:lnTo>
                  <a:pt x="114300" y="152400"/>
                </a:lnTo>
                <a:lnTo>
                  <a:pt x="104775" y="152400"/>
                </a:lnTo>
                <a:close/>
                <a:moveTo>
                  <a:pt x="228600" y="142875"/>
                </a:moveTo>
                <a:lnTo>
                  <a:pt x="238125" y="142875"/>
                </a:lnTo>
                <a:lnTo>
                  <a:pt x="238125" y="152400"/>
                </a:lnTo>
                <a:lnTo>
                  <a:pt x="228600" y="152400"/>
                </a:lnTo>
                <a:close/>
                <a:moveTo>
                  <a:pt x="1628775" y="142875"/>
                </a:moveTo>
                <a:lnTo>
                  <a:pt x="1638300" y="142875"/>
                </a:lnTo>
                <a:lnTo>
                  <a:pt x="1638300" y="152400"/>
                </a:lnTo>
                <a:lnTo>
                  <a:pt x="1628775" y="152400"/>
                </a:lnTo>
                <a:close/>
                <a:moveTo>
                  <a:pt x="733425" y="152400"/>
                </a:moveTo>
                <a:lnTo>
                  <a:pt x="742950" y="152400"/>
                </a:lnTo>
                <a:lnTo>
                  <a:pt x="742950" y="161925"/>
                </a:lnTo>
                <a:lnTo>
                  <a:pt x="733425" y="161925"/>
                </a:lnTo>
                <a:close/>
                <a:moveTo>
                  <a:pt x="200025" y="161925"/>
                </a:moveTo>
                <a:lnTo>
                  <a:pt x="209550" y="161925"/>
                </a:lnTo>
                <a:lnTo>
                  <a:pt x="209550" y="171450"/>
                </a:lnTo>
                <a:lnTo>
                  <a:pt x="200025" y="171450"/>
                </a:lnTo>
                <a:close/>
                <a:moveTo>
                  <a:pt x="704850" y="161925"/>
                </a:moveTo>
                <a:lnTo>
                  <a:pt x="714375" y="161925"/>
                </a:lnTo>
                <a:lnTo>
                  <a:pt x="714375" y="171450"/>
                </a:lnTo>
                <a:lnTo>
                  <a:pt x="704850" y="171450"/>
                </a:lnTo>
                <a:close/>
                <a:moveTo>
                  <a:pt x="1143000" y="161925"/>
                </a:moveTo>
                <a:lnTo>
                  <a:pt x="1152525" y="161925"/>
                </a:lnTo>
                <a:lnTo>
                  <a:pt x="1152525" y="171450"/>
                </a:lnTo>
                <a:lnTo>
                  <a:pt x="1143000" y="171450"/>
                </a:lnTo>
                <a:close/>
                <a:moveTo>
                  <a:pt x="1657350" y="161925"/>
                </a:moveTo>
                <a:lnTo>
                  <a:pt x="1666875" y="161925"/>
                </a:lnTo>
                <a:lnTo>
                  <a:pt x="1666875" y="171450"/>
                </a:lnTo>
                <a:lnTo>
                  <a:pt x="1657350" y="171450"/>
                </a:lnTo>
                <a:close/>
                <a:moveTo>
                  <a:pt x="1666875" y="171450"/>
                </a:moveTo>
                <a:lnTo>
                  <a:pt x="1676400" y="171450"/>
                </a:lnTo>
                <a:lnTo>
                  <a:pt x="1676400" y="180975"/>
                </a:lnTo>
                <a:lnTo>
                  <a:pt x="1666875" y="180975"/>
                </a:lnTo>
                <a:close/>
                <a:moveTo>
                  <a:pt x="1676400" y="180975"/>
                </a:moveTo>
                <a:lnTo>
                  <a:pt x="1685925" y="180975"/>
                </a:lnTo>
                <a:lnTo>
                  <a:pt x="1685925" y="190500"/>
                </a:lnTo>
                <a:lnTo>
                  <a:pt x="1676400" y="190500"/>
                </a:lnTo>
                <a:close/>
                <a:moveTo>
                  <a:pt x="1685925" y="190500"/>
                </a:moveTo>
                <a:lnTo>
                  <a:pt x="1695450" y="190500"/>
                </a:lnTo>
                <a:lnTo>
                  <a:pt x="1695450" y="200025"/>
                </a:lnTo>
                <a:lnTo>
                  <a:pt x="1685925" y="200025"/>
                </a:lnTo>
                <a:close/>
                <a:moveTo>
                  <a:pt x="161925" y="200025"/>
                </a:moveTo>
                <a:lnTo>
                  <a:pt x="171450" y="200025"/>
                </a:lnTo>
                <a:lnTo>
                  <a:pt x="171450" y="209550"/>
                </a:lnTo>
                <a:lnTo>
                  <a:pt x="161925" y="209550"/>
                </a:lnTo>
                <a:close/>
                <a:moveTo>
                  <a:pt x="314325" y="209550"/>
                </a:moveTo>
                <a:lnTo>
                  <a:pt x="323850" y="209550"/>
                </a:lnTo>
                <a:lnTo>
                  <a:pt x="323850" y="228600"/>
                </a:lnTo>
                <a:lnTo>
                  <a:pt x="314325" y="228600"/>
                </a:lnTo>
                <a:close/>
                <a:moveTo>
                  <a:pt x="333375" y="209550"/>
                </a:moveTo>
                <a:lnTo>
                  <a:pt x="371475" y="209550"/>
                </a:lnTo>
                <a:lnTo>
                  <a:pt x="371475" y="219075"/>
                </a:lnTo>
                <a:lnTo>
                  <a:pt x="333375" y="219075"/>
                </a:lnTo>
                <a:close/>
                <a:moveTo>
                  <a:pt x="381000" y="209550"/>
                </a:moveTo>
                <a:lnTo>
                  <a:pt x="390525" y="209550"/>
                </a:lnTo>
                <a:lnTo>
                  <a:pt x="390525" y="219075"/>
                </a:lnTo>
                <a:lnTo>
                  <a:pt x="381000" y="219075"/>
                </a:lnTo>
                <a:close/>
                <a:moveTo>
                  <a:pt x="495300" y="209550"/>
                </a:moveTo>
                <a:lnTo>
                  <a:pt x="504825" y="209550"/>
                </a:lnTo>
                <a:lnTo>
                  <a:pt x="504825" y="219075"/>
                </a:lnTo>
                <a:lnTo>
                  <a:pt x="495300" y="219075"/>
                </a:lnTo>
                <a:close/>
                <a:moveTo>
                  <a:pt x="666750" y="209550"/>
                </a:moveTo>
                <a:lnTo>
                  <a:pt x="676275" y="209550"/>
                </a:lnTo>
                <a:lnTo>
                  <a:pt x="676275" y="219075"/>
                </a:lnTo>
                <a:lnTo>
                  <a:pt x="666750" y="219075"/>
                </a:lnTo>
                <a:close/>
                <a:moveTo>
                  <a:pt x="1590675" y="209550"/>
                </a:moveTo>
                <a:lnTo>
                  <a:pt x="1600200" y="209550"/>
                </a:lnTo>
                <a:lnTo>
                  <a:pt x="1600200" y="219075"/>
                </a:lnTo>
                <a:lnTo>
                  <a:pt x="1590675" y="219075"/>
                </a:lnTo>
                <a:close/>
                <a:moveTo>
                  <a:pt x="466725" y="219075"/>
                </a:moveTo>
                <a:lnTo>
                  <a:pt x="476250" y="219075"/>
                </a:lnTo>
                <a:lnTo>
                  <a:pt x="476250" y="228600"/>
                </a:lnTo>
                <a:lnTo>
                  <a:pt x="466725" y="228600"/>
                </a:lnTo>
                <a:close/>
                <a:moveTo>
                  <a:pt x="504825" y="219075"/>
                </a:moveTo>
                <a:lnTo>
                  <a:pt x="514350" y="219075"/>
                </a:lnTo>
                <a:lnTo>
                  <a:pt x="514350" y="228600"/>
                </a:lnTo>
                <a:lnTo>
                  <a:pt x="504825" y="228600"/>
                </a:lnTo>
                <a:close/>
                <a:moveTo>
                  <a:pt x="1400175" y="219075"/>
                </a:moveTo>
                <a:lnTo>
                  <a:pt x="1409700" y="219075"/>
                </a:lnTo>
                <a:lnTo>
                  <a:pt x="1409700" y="238125"/>
                </a:lnTo>
                <a:lnTo>
                  <a:pt x="1400175" y="238125"/>
                </a:lnTo>
                <a:close/>
                <a:moveTo>
                  <a:pt x="1495425" y="219075"/>
                </a:moveTo>
                <a:lnTo>
                  <a:pt x="1504950" y="219075"/>
                </a:lnTo>
                <a:lnTo>
                  <a:pt x="1504950" y="257175"/>
                </a:lnTo>
                <a:lnTo>
                  <a:pt x="1495425" y="257175"/>
                </a:lnTo>
                <a:close/>
                <a:moveTo>
                  <a:pt x="1600200" y="219075"/>
                </a:moveTo>
                <a:lnTo>
                  <a:pt x="1609725" y="219075"/>
                </a:lnTo>
                <a:lnTo>
                  <a:pt x="1609725" y="247650"/>
                </a:lnTo>
                <a:lnTo>
                  <a:pt x="1600200" y="247650"/>
                </a:lnTo>
                <a:close/>
                <a:moveTo>
                  <a:pt x="409575" y="228600"/>
                </a:moveTo>
                <a:lnTo>
                  <a:pt x="419100" y="228600"/>
                </a:lnTo>
                <a:lnTo>
                  <a:pt x="419100" y="257175"/>
                </a:lnTo>
                <a:lnTo>
                  <a:pt x="400050" y="257175"/>
                </a:lnTo>
                <a:lnTo>
                  <a:pt x="400050" y="247650"/>
                </a:lnTo>
                <a:lnTo>
                  <a:pt x="409575" y="247650"/>
                </a:lnTo>
                <a:close/>
                <a:moveTo>
                  <a:pt x="1409700" y="238125"/>
                </a:moveTo>
                <a:lnTo>
                  <a:pt x="1419225" y="238125"/>
                </a:lnTo>
                <a:lnTo>
                  <a:pt x="1419225" y="247650"/>
                </a:lnTo>
                <a:lnTo>
                  <a:pt x="1409700" y="247650"/>
                </a:lnTo>
                <a:close/>
                <a:moveTo>
                  <a:pt x="1800225" y="238125"/>
                </a:moveTo>
                <a:lnTo>
                  <a:pt x="1809750" y="238125"/>
                </a:lnTo>
                <a:lnTo>
                  <a:pt x="1809750" y="247650"/>
                </a:lnTo>
                <a:lnTo>
                  <a:pt x="1800225" y="247650"/>
                </a:lnTo>
                <a:close/>
                <a:moveTo>
                  <a:pt x="504825" y="247650"/>
                </a:moveTo>
                <a:lnTo>
                  <a:pt x="514350" y="247650"/>
                </a:lnTo>
                <a:lnTo>
                  <a:pt x="514350" y="257175"/>
                </a:lnTo>
                <a:lnTo>
                  <a:pt x="504825" y="257175"/>
                </a:lnTo>
                <a:close/>
                <a:moveTo>
                  <a:pt x="666750" y="247650"/>
                </a:moveTo>
                <a:lnTo>
                  <a:pt x="676275" y="247650"/>
                </a:lnTo>
                <a:lnTo>
                  <a:pt x="676275" y="257175"/>
                </a:lnTo>
                <a:lnTo>
                  <a:pt x="666750" y="257175"/>
                </a:lnTo>
                <a:close/>
                <a:moveTo>
                  <a:pt x="314325" y="257175"/>
                </a:moveTo>
                <a:lnTo>
                  <a:pt x="323850" y="257175"/>
                </a:lnTo>
                <a:lnTo>
                  <a:pt x="323850" y="266700"/>
                </a:lnTo>
                <a:lnTo>
                  <a:pt x="314325" y="266700"/>
                </a:lnTo>
                <a:close/>
                <a:moveTo>
                  <a:pt x="342900" y="257175"/>
                </a:moveTo>
                <a:lnTo>
                  <a:pt x="361950" y="257175"/>
                </a:lnTo>
                <a:lnTo>
                  <a:pt x="361950" y="266700"/>
                </a:lnTo>
                <a:lnTo>
                  <a:pt x="342900" y="266700"/>
                </a:lnTo>
                <a:close/>
                <a:moveTo>
                  <a:pt x="495300" y="257175"/>
                </a:moveTo>
                <a:lnTo>
                  <a:pt x="504825" y="257175"/>
                </a:lnTo>
                <a:lnTo>
                  <a:pt x="504825" y="266700"/>
                </a:lnTo>
                <a:lnTo>
                  <a:pt x="495300" y="266700"/>
                </a:lnTo>
                <a:close/>
                <a:moveTo>
                  <a:pt x="1428750" y="257175"/>
                </a:moveTo>
                <a:lnTo>
                  <a:pt x="1438275" y="257175"/>
                </a:lnTo>
                <a:lnTo>
                  <a:pt x="1438275" y="266700"/>
                </a:lnTo>
                <a:lnTo>
                  <a:pt x="1428750" y="266700"/>
                </a:lnTo>
                <a:close/>
                <a:moveTo>
                  <a:pt x="1504950" y="257175"/>
                </a:moveTo>
                <a:lnTo>
                  <a:pt x="1514475" y="257175"/>
                </a:lnTo>
                <a:lnTo>
                  <a:pt x="1514475" y="266700"/>
                </a:lnTo>
                <a:lnTo>
                  <a:pt x="1504950" y="266700"/>
                </a:lnTo>
                <a:close/>
                <a:moveTo>
                  <a:pt x="1809750" y="266700"/>
                </a:moveTo>
                <a:lnTo>
                  <a:pt x="1819275" y="266700"/>
                </a:lnTo>
                <a:lnTo>
                  <a:pt x="1819275" y="276225"/>
                </a:lnTo>
                <a:lnTo>
                  <a:pt x="1809750" y="276225"/>
                </a:lnTo>
                <a:close/>
                <a:moveTo>
                  <a:pt x="123825" y="276225"/>
                </a:moveTo>
                <a:lnTo>
                  <a:pt x="133350" y="276225"/>
                </a:lnTo>
                <a:lnTo>
                  <a:pt x="133350" y="285750"/>
                </a:lnTo>
                <a:lnTo>
                  <a:pt x="123825" y="285750"/>
                </a:lnTo>
                <a:close/>
                <a:moveTo>
                  <a:pt x="38100" y="285750"/>
                </a:moveTo>
                <a:lnTo>
                  <a:pt x="47625" y="285750"/>
                </a:lnTo>
                <a:lnTo>
                  <a:pt x="47625" y="295275"/>
                </a:lnTo>
                <a:lnTo>
                  <a:pt x="38100" y="295275"/>
                </a:lnTo>
                <a:close/>
                <a:moveTo>
                  <a:pt x="1733550" y="295275"/>
                </a:moveTo>
                <a:lnTo>
                  <a:pt x="1743075" y="295275"/>
                </a:lnTo>
                <a:lnTo>
                  <a:pt x="1743075" y="304800"/>
                </a:lnTo>
                <a:lnTo>
                  <a:pt x="1733550" y="304800"/>
                </a:lnTo>
                <a:close/>
                <a:moveTo>
                  <a:pt x="714375" y="304800"/>
                </a:moveTo>
                <a:lnTo>
                  <a:pt x="723900" y="304800"/>
                </a:lnTo>
                <a:lnTo>
                  <a:pt x="723900" y="314325"/>
                </a:lnTo>
                <a:lnTo>
                  <a:pt x="714375" y="314325"/>
                </a:lnTo>
                <a:close/>
                <a:moveTo>
                  <a:pt x="114300" y="314325"/>
                </a:moveTo>
                <a:lnTo>
                  <a:pt x="123825" y="314325"/>
                </a:lnTo>
                <a:lnTo>
                  <a:pt x="123825" y="323850"/>
                </a:lnTo>
                <a:lnTo>
                  <a:pt x="114300" y="323850"/>
                </a:lnTo>
                <a:close/>
                <a:moveTo>
                  <a:pt x="1819275" y="314325"/>
                </a:moveTo>
                <a:lnTo>
                  <a:pt x="1828800" y="314325"/>
                </a:lnTo>
                <a:lnTo>
                  <a:pt x="1828800" y="323850"/>
                </a:lnTo>
                <a:lnTo>
                  <a:pt x="1819275" y="323850"/>
                </a:lnTo>
                <a:close/>
                <a:moveTo>
                  <a:pt x="28575" y="352425"/>
                </a:moveTo>
                <a:lnTo>
                  <a:pt x="38100" y="352425"/>
                </a:lnTo>
                <a:lnTo>
                  <a:pt x="38100" y="390525"/>
                </a:lnTo>
                <a:lnTo>
                  <a:pt x="28575" y="390525"/>
                </a:lnTo>
                <a:close/>
                <a:moveTo>
                  <a:pt x="1743075" y="381000"/>
                </a:moveTo>
                <a:lnTo>
                  <a:pt x="1752600" y="381000"/>
                </a:lnTo>
                <a:lnTo>
                  <a:pt x="1752600" y="495300"/>
                </a:lnTo>
                <a:lnTo>
                  <a:pt x="1743075" y="495300"/>
                </a:lnTo>
                <a:close/>
                <a:moveTo>
                  <a:pt x="190500" y="428625"/>
                </a:moveTo>
                <a:lnTo>
                  <a:pt x="200025" y="428625"/>
                </a:lnTo>
                <a:lnTo>
                  <a:pt x="200025" y="438150"/>
                </a:lnTo>
                <a:lnTo>
                  <a:pt x="190500" y="438150"/>
                </a:lnTo>
                <a:close/>
                <a:moveTo>
                  <a:pt x="209550" y="428625"/>
                </a:moveTo>
                <a:lnTo>
                  <a:pt x="219075" y="428625"/>
                </a:lnTo>
                <a:lnTo>
                  <a:pt x="219075" y="438150"/>
                </a:lnTo>
                <a:lnTo>
                  <a:pt x="209550" y="438150"/>
                </a:lnTo>
                <a:close/>
                <a:moveTo>
                  <a:pt x="266700" y="428625"/>
                </a:moveTo>
                <a:lnTo>
                  <a:pt x="276225" y="428625"/>
                </a:lnTo>
                <a:lnTo>
                  <a:pt x="276225" y="438150"/>
                </a:lnTo>
                <a:lnTo>
                  <a:pt x="266700" y="438150"/>
                </a:lnTo>
                <a:close/>
                <a:moveTo>
                  <a:pt x="285750" y="428625"/>
                </a:moveTo>
                <a:lnTo>
                  <a:pt x="295275" y="428625"/>
                </a:lnTo>
                <a:lnTo>
                  <a:pt x="295275" y="447675"/>
                </a:lnTo>
                <a:lnTo>
                  <a:pt x="304800" y="447675"/>
                </a:lnTo>
                <a:lnTo>
                  <a:pt x="304800" y="466725"/>
                </a:lnTo>
                <a:lnTo>
                  <a:pt x="295275" y="466725"/>
                </a:lnTo>
                <a:lnTo>
                  <a:pt x="295275" y="457200"/>
                </a:lnTo>
                <a:lnTo>
                  <a:pt x="285750" y="457200"/>
                </a:lnTo>
                <a:close/>
                <a:moveTo>
                  <a:pt x="400050" y="428625"/>
                </a:moveTo>
                <a:lnTo>
                  <a:pt x="409575" y="428625"/>
                </a:lnTo>
                <a:lnTo>
                  <a:pt x="409575" y="438150"/>
                </a:lnTo>
                <a:lnTo>
                  <a:pt x="400050" y="438150"/>
                </a:lnTo>
                <a:close/>
                <a:moveTo>
                  <a:pt x="561975" y="428625"/>
                </a:moveTo>
                <a:lnTo>
                  <a:pt x="571500" y="428625"/>
                </a:lnTo>
                <a:lnTo>
                  <a:pt x="571500" y="438150"/>
                </a:lnTo>
                <a:lnTo>
                  <a:pt x="561975" y="438150"/>
                </a:lnTo>
                <a:close/>
                <a:moveTo>
                  <a:pt x="771525" y="428625"/>
                </a:moveTo>
                <a:lnTo>
                  <a:pt x="781050" y="428625"/>
                </a:lnTo>
                <a:lnTo>
                  <a:pt x="781050" y="438150"/>
                </a:lnTo>
                <a:lnTo>
                  <a:pt x="771525" y="438150"/>
                </a:lnTo>
                <a:close/>
                <a:moveTo>
                  <a:pt x="200025" y="438150"/>
                </a:moveTo>
                <a:lnTo>
                  <a:pt x="209550" y="438150"/>
                </a:lnTo>
                <a:lnTo>
                  <a:pt x="209550" y="447675"/>
                </a:lnTo>
                <a:lnTo>
                  <a:pt x="200025" y="447675"/>
                </a:lnTo>
                <a:close/>
                <a:moveTo>
                  <a:pt x="447675" y="438150"/>
                </a:moveTo>
                <a:lnTo>
                  <a:pt x="457200" y="438150"/>
                </a:lnTo>
                <a:lnTo>
                  <a:pt x="457200" y="447675"/>
                </a:lnTo>
                <a:lnTo>
                  <a:pt x="447675" y="447675"/>
                </a:lnTo>
                <a:close/>
                <a:moveTo>
                  <a:pt x="476250" y="438150"/>
                </a:moveTo>
                <a:lnTo>
                  <a:pt x="485775" y="438150"/>
                </a:lnTo>
                <a:lnTo>
                  <a:pt x="485775" y="447675"/>
                </a:lnTo>
                <a:lnTo>
                  <a:pt x="476250" y="447675"/>
                </a:lnTo>
                <a:close/>
                <a:moveTo>
                  <a:pt x="514350" y="438150"/>
                </a:moveTo>
                <a:lnTo>
                  <a:pt x="552450" y="438150"/>
                </a:lnTo>
                <a:lnTo>
                  <a:pt x="552450" y="447675"/>
                </a:lnTo>
                <a:lnTo>
                  <a:pt x="514350" y="447675"/>
                </a:lnTo>
                <a:close/>
                <a:moveTo>
                  <a:pt x="590550" y="438150"/>
                </a:moveTo>
                <a:lnTo>
                  <a:pt x="600075" y="438150"/>
                </a:lnTo>
                <a:lnTo>
                  <a:pt x="600075" y="447675"/>
                </a:lnTo>
                <a:lnTo>
                  <a:pt x="590550" y="447675"/>
                </a:lnTo>
                <a:close/>
                <a:moveTo>
                  <a:pt x="781050" y="438150"/>
                </a:moveTo>
                <a:lnTo>
                  <a:pt x="800100" y="438150"/>
                </a:lnTo>
                <a:lnTo>
                  <a:pt x="800100" y="447675"/>
                </a:lnTo>
                <a:lnTo>
                  <a:pt x="781050" y="447675"/>
                </a:lnTo>
                <a:close/>
                <a:moveTo>
                  <a:pt x="866775" y="438150"/>
                </a:moveTo>
                <a:lnTo>
                  <a:pt x="876300" y="438150"/>
                </a:lnTo>
                <a:lnTo>
                  <a:pt x="876300" y="447675"/>
                </a:lnTo>
                <a:lnTo>
                  <a:pt x="866775" y="447675"/>
                </a:lnTo>
                <a:close/>
                <a:moveTo>
                  <a:pt x="104775" y="447675"/>
                </a:moveTo>
                <a:lnTo>
                  <a:pt x="114300" y="447675"/>
                </a:lnTo>
                <a:lnTo>
                  <a:pt x="114300" y="466725"/>
                </a:lnTo>
                <a:lnTo>
                  <a:pt x="104775" y="466725"/>
                </a:lnTo>
                <a:close/>
                <a:moveTo>
                  <a:pt x="209550" y="447675"/>
                </a:moveTo>
                <a:lnTo>
                  <a:pt x="228600" y="447675"/>
                </a:lnTo>
                <a:lnTo>
                  <a:pt x="228600" y="457200"/>
                </a:lnTo>
                <a:lnTo>
                  <a:pt x="209550" y="457200"/>
                </a:lnTo>
                <a:close/>
                <a:moveTo>
                  <a:pt x="266700" y="447675"/>
                </a:moveTo>
                <a:lnTo>
                  <a:pt x="276225" y="447675"/>
                </a:lnTo>
                <a:lnTo>
                  <a:pt x="276225" y="457200"/>
                </a:lnTo>
                <a:lnTo>
                  <a:pt x="266700" y="457200"/>
                </a:lnTo>
                <a:close/>
                <a:moveTo>
                  <a:pt x="647700" y="447675"/>
                </a:moveTo>
                <a:lnTo>
                  <a:pt x="657225" y="447675"/>
                </a:lnTo>
                <a:lnTo>
                  <a:pt x="657225" y="457200"/>
                </a:lnTo>
                <a:lnTo>
                  <a:pt x="647700" y="457200"/>
                </a:lnTo>
                <a:close/>
                <a:moveTo>
                  <a:pt x="628650" y="457200"/>
                </a:moveTo>
                <a:lnTo>
                  <a:pt x="647700" y="457200"/>
                </a:lnTo>
                <a:lnTo>
                  <a:pt x="647700" y="476250"/>
                </a:lnTo>
                <a:lnTo>
                  <a:pt x="628650" y="476250"/>
                </a:lnTo>
                <a:close/>
                <a:moveTo>
                  <a:pt x="352425" y="476250"/>
                </a:moveTo>
                <a:lnTo>
                  <a:pt x="381000" y="476250"/>
                </a:lnTo>
                <a:lnTo>
                  <a:pt x="381000" y="485775"/>
                </a:lnTo>
                <a:lnTo>
                  <a:pt x="352425" y="485775"/>
                </a:lnTo>
                <a:close/>
                <a:moveTo>
                  <a:pt x="514350" y="476250"/>
                </a:moveTo>
                <a:lnTo>
                  <a:pt x="523875" y="476250"/>
                </a:lnTo>
                <a:lnTo>
                  <a:pt x="523875" y="485775"/>
                </a:lnTo>
                <a:lnTo>
                  <a:pt x="514350" y="485775"/>
                </a:lnTo>
                <a:close/>
                <a:moveTo>
                  <a:pt x="533400" y="476250"/>
                </a:moveTo>
                <a:lnTo>
                  <a:pt x="542925" y="476250"/>
                </a:lnTo>
                <a:lnTo>
                  <a:pt x="542925" y="485775"/>
                </a:lnTo>
                <a:lnTo>
                  <a:pt x="533400" y="485775"/>
                </a:lnTo>
                <a:close/>
                <a:moveTo>
                  <a:pt x="590550" y="476250"/>
                </a:moveTo>
                <a:lnTo>
                  <a:pt x="619125" y="476250"/>
                </a:lnTo>
                <a:lnTo>
                  <a:pt x="619125" y="485775"/>
                </a:lnTo>
                <a:lnTo>
                  <a:pt x="590550" y="485775"/>
                </a:lnTo>
                <a:close/>
                <a:moveTo>
                  <a:pt x="647700" y="476250"/>
                </a:moveTo>
                <a:lnTo>
                  <a:pt x="657225" y="476250"/>
                </a:lnTo>
                <a:lnTo>
                  <a:pt x="657225" y="485775"/>
                </a:lnTo>
                <a:lnTo>
                  <a:pt x="647700" y="485775"/>
                </a:lnTo>
                <a:close/>
                <a:moveTo>
                  <a:pt x="771525" y="476250"/>
                </a:moveTo>
                <a:lnTo>
                  <a:pt x="781050" y="476250"/>
                </a:lnTo>
                <a:lnTo>
                  <a:pt x="781050" y="485775"/>
                </a:lnTo>
                <a:lnTo>
                  <a:pt x="771525" y="485775"/>
                </a:lnTo>
                <a:close/>
                <a:moveTo>
                  <a:pt x="352425" y="514350"/>
                </a:moveTo>
                <a:lnTo>
                  <a:pt x="457200" y="514350"/>
                </a:lnTo>
                <a:lnTo>
                  <a:pt x="457200" y="533400"/>
                </a:lnTo>
                <a:lnTo>
                  <a:pt x="352425" y="533400"/>
                </a:lnTo>
                <a:close/>
                <a:moveTo>
                  <a:pt x="314325" y="685800"/>
                </a:moveTo>
                <a:lnTo>
                  <a:pt x="323850" y="685800"/>
                </a:lnTo>
                <a:lnTo>
                  <a:pt x="323850" y="695325"/>
                </a:lnTo>
                <a:lnTo>
                  <a:pt x="314325" y="695325"/>
                </a:lnTo>
                <a:close/>
                <a:moveTo>
                  <a:pt x="19050" y="695325"/>
                </a:moveTo>
                <a:lnTo>
                  <a:pt x="28575" y="695325"/>
                </a:lnTo>
                <a:lnTo>
                  <a:pt x="28575" y="704850"/>
                </a:lnTo>
                <a:lnTo>
                  <a:pt x="19050" y="704850"/>
                </a:lnTo>
                <a:close/>
                <a:moveTo>
                  <a:pt x="742950" y="704850"/>
                </a:moveTo>
                <a:lnTo>
                  <a:pt x="762000" y="704850"/>
                </a:lnTo>
                <a:lnTo>
                  <a:pt x="762000" y="723900"/>
                </a:lnTo>
                <a:lnTo>
                  <a:pt x="752475" y="723900"/>
                </a:lnTo>
                <a:lnTo>
                  <a:pt x="752475" y="733425"/>
                </a:lnTo>
                <a:lnTo>
                  <a:pt x="733425" y="733425"/>
                </a:lnTo>
                <a:lnTo>
                  <a:pt x="733425" y="723900"/>
                </a:lnTo>
                <a:lnTo>
                  <a:pt x="742950" y="723900"/>
                </a:lnTo>
                <a:close/>
                <a:moveTo>
                  <a:pt x="1743075" y="704850"/>
                </a:moveTo>
                <a:lnTo>
                  <a:pt x="1752600" y="704850"/>
                </a:lnTo>
                <a:lnTo>
                  <a:pt x="1752600" y="1085850"/>
                </a:lnTo>
                <a:lnTo>
                  <a:pt x="1743075" y="1085850"/>
                </a:lnTo>
                <a:close/>
                <a:moveTo>
                  <a:pt x="333375" y="714375"/>
                </a:moveTo>
                <a:lnTo>
                  <a:pt x="361950" y="714375"/>
                </a:lnTo>
                <a:lnTo>
                  <a:pt x="361950" y="723900"/>
                </a:lnTo>
                <a:lnTo>
                  <a:pt x="333375" y="723900"/>
                </a:lnTo>
                <a:close/>
                <a:moveTo>
                  <a:pt x="238125" y="723900"/>
                </a:moveTo>
                <a:lnTo>
                  <a:pt x="247650" y="723900"/>
                </a:lnTo>
                <a:lnTo>
                  <a:pt x="247650" y="733425"/>
                </a:lnTo>
                <a:lnTo>
                  <a:pt x="238125" y="733425"/>
                </a:lnTo>
                <a:close/>
                <a:moveTo>
                  <a:pt x="323850" y="723900"/>
                </a:moveTo>
                <a:lnTo>
                  <a:pt x="333375" y="723900"/>
                </a:lnTo>
                <a:lnTo>
                  <a:pt x="333375" y="733425"/>
                </a:lnTo>
                <a:lnTo>
                  <a:pt x="323850" y="733425"/>
                </a:lnTo>
                <a:close/>
                <a:moveTo>
                  <a:pt x="266700" y="733425"/>
                </a:moveTo>
                <a:lnTo>
                  <a:pt x="276225" y="733425"/>
                </a:lnTo>
                <a:lnTo>
                  <a:pt x="276225" y="742950"/>
                </a:lnTo>
                <a:lnTo>
                  <a:pt x="285750" y="742950"/>
                </a:lnTo>
                <a:lnTo>
                  <a:pt x="285750" y="752475"/>
                </a:lnTo>
                <a:lnTo>
                  <a:pt x="266700" y="752475"/>
                </a:lnTo>
                <a:close/>
                <a:moveTo>
                  <a:pt x="419100" y="733425"/>
                </a:moveTo>
                <a:lnTo>
                  <a:pt x="438150" y="733425"/>
                </a:lnTo>
                <a:lnTo>
                  <a:pt x="438150" y="742950"/>
                </a:lnTo>
                <a:lnTo>
                  <a:pt x="419100" y="742950"/>
                </a:lnTo>
                <a:close/>
                <a:moveTo>
                  <a:pt x="485775" y="733425"/>
                </a:moveTo>
                <a:lnTo>
                  <a:pt x="495300" y="733425"/>
                </a:lnTo>
                <a:lnTo>
                  <a:pt x="495300" y="742950"/>
                </a:lnTo>
                <a:lnTo>
                  <a:pt x="504825" y="742950"/>
                </a:lnTo>
                <a:lnTo>
                  <a:pt x="504825" y="733425"/>
                </a:lnTo>
                <a:lnTo>
                  <a:pt x="523875" y="733425"/>
                </a:lnTo>
                <a:lnTo>
                  <a:pt x="523875" y="742950"/>
                </a:lnTo>
                <a:lnTo>
                  <a:pt x="504825" y="742950"/>
                </a:lnTo>
                <a:lnTo>
                  <a:pt x="504825" y="752475"/>
                </a:lnTo>
                <a:lnTo>
                  <a:pt x="495300" y="752475"/>
                </a:lnTo>
                <a:lnTo>
                  <a:pt x="495300" y="781050"/>
                </a:lnTo>
                <a:lnTo>
                  <a:pt x="504825" y="781050"/>
                </a:lnTo>
                <a:lnTo>
                  <a:pt x="504825" y="790575"/>
                </a:lnTo>
                <a:lnTo>
                  <a:pt x="476250" y="790575"/>
                </a:lnTo>
                <a:lnTo>
                  <a:pt x="476250" y="762000"/>
                </a:lnTo>
                <a:lnTo>
                  <a:pt x="485775" y="762000"/>
                </a:lnTo>
                <a:close/>
                <a:moveTo>
                  <a:pt x="666750" y="733425"/>
                </a:moveTo>
                <a:lnTo>
                  <a:pt x="685800" y="733425"/>
                </a:lnTo>
                <a:lnTo>
                  <a:pt x="685800" y="742950"/>
                </a:lnTo>
                <a:lnTo>
                  <a:pt x="666750" y="742950"/>
                </a:lnTo>
                <a:close/>
                <a:moveTo>
                  <a:pt x="228600" y="742950"/>
                </a:moveTo>
                <a:lnTo>
                  <a:pt x="238125" y="742950"/>
                </a:lnTo>
                <a:lnTo>
                  <a:pt x="238125" y="752475"/>
                </a:lnTo>
                <a:lnTo>
                  <a:pt x="228600" y="752475"/>
                </a:lnTo>
                <a:close/>
                <a:moveTo>
                  <a:pt x="409575" y="742950"/>
                </a:moveTo>
                <a:lnTo>
                  <a:pt x="419100" y="742950"/>
                </a:lnTo>
                <a:lnTo>
                  <a:pt x="419100" y="752475"/>
                </a:lnTo>
                <a:lnTo>
                  <a:pt x="409575" y="752475"/>
                </a:lnTo>
                <a:close/>
                <a:moveTo>
                  <a:pt x="438150" y="742950"/>
                </a:moveTo>
                <a:lnTo>
                  <a:pt x="447675" y="742950"/>
                </a:lnTo>
                <a:lnTo>
                  <a:pt x="447675" y="752475"/>
                </a:lnTo>
                <a:lnTo>
                  <a:pt x="438150" y="752475"/>
                </a:lnTo>
                <a:close/>
                <a:moveTo>
                  <a:pt x="657225" y="742950"/>
                </a:moveTo>
                <a:lnTo>
                  <a:pt x="666750" y="742950"/>
                </a:lnTo>
                <a:lnTo>
                  <a:pt x="666750" y="752475"/>
                </a:lnTo>
                <a:lnTo>
                  <a:pt x="657225" y="752475"/>
                </a:lnTo>
                <a:close/>
                <a:moveTo>
                  <a:pt x="742950" y="742950"/>
                </a:moveTo>
                <a:lnTo>
                  <a:pt x="752475" y="742950"/>
                </a:lnTo>
                <a:lnTo>
                  <a:pt x="752475" y="752475"/>
                </a:lnTo>
                <a:lnTo>
                  <a:pt x="762000" y="752475"/>
                </a:lnTo>
                <a:lnTo>
                  <a:pt x="762000" y="781050"/>
                </a:lnTo>
                <a:lnTo>
                  <a:pt x="781050" y="781050"/>
                </a:lnTo>
                <a:lnTo>
                  <a:pt x="781050" y="790575"/>
                </a:lnTo>
                <a:lnTo>
                  <a:pt x="742950" y="790575"/>
                </a:lnTo>
                <a:lnTo>
                  <a:pt x="742950" y="800100"/>
                </a:lnTo>
                <a:lnTo>
                  <a:pt x="733425" y="800100"/>
                </a:lnTo>
                <a:lnTo>
                  <a:pt x="733425" y="762000"/>
                </a:lnTo>
                <a:lnTo>
                  <a:pt x="742950" y="762000"/>
                </a:lnTo>
                <a:close/>
                <a:moveTo>
                  <a:pt x="323850" y="752475"/>
                </a:moveTo>
                <a:lnTo>
                  <a:pt x="352425" y="752475"/>
                </a:lnTo>
                <a:lnTo>
                  <a:pt x="352425" y="762000"/>
                </a:lnTo>
                <a:lnTo>
                  <a:pt x="333375" y="762000"/>
                </a:lnTo>
                <a:lnTo>
                  <a:pt x="333375" y="771525"/>
                </a:lnTo>
                <a:lnTo>
                  <a:pt x="314325" y="771525"/>
                </a:lnTo>
                <a:lnTo>
                  <a:pt x="314325" y="781050"/>
                </a:lnTo>
                <a:lnTo>
                  <a:pt x="304800" y="781050"/>
                </a:lnTo>
                <a:lnTo>
                  <a:pt x="304800" y="762000"/>
                </a:lnTo>
                <a:lnTo>
                  <a:pt x="323850" y="762000"/>
                </a:lnTo>
                <a:close/>
                <a:moveTo>
                  <a:pt x="447675" y="752475"/>
                </a:moveTo>
                <a:lnTo>
                  <a:pt x="466725" y="752475"/>
                </a:lnTo>
                <a:lnTo>
                  <a:pt x="466725" y="771525"/>
                </a:lnTo>
                <a:lnTo>
                  <a:pt x="447675" y="771525"/>
                </a:lnTo>
                <a:close/>
                <a:moveTo>
                  <a:pt x="561975" y="752475"/>
                </a:moveTo>
                <a:lnTo>
                  <a:pt x="571500" y="752475"/>
                </a:lnTo>
                <a:lnTo>
                  <a:pt x="571500" y="762000"/>
                </a:lnTo>
                <a:lnTo>
                  <a:pt x="561975" y="762000"/>
                </a:lnTo>
                <a:close/>
                <a:moveTo>
                  <a:pt x="590550" y="752475"/>
                </a:moveTo>
                <a:lnTo>
                  <a:pt x="600075" y="752475"/>
                </a:lnTo>
                <a:lnTo>
                  <a:pt x="600075" y="762000"/>
                </a:lnTo>
                <a:lnTo>
                  <a:pt x="590550" y="762000"/>
                </a:lnTo>
                <a:close/>
                <a:moveTo>
                  <a:pt x="628650" y="752475"/>
                </a:moveTo>
                <a:lnTo>
                  <a:pt x="657225" y="752475"/>
                </a:lnTo>
                <a:lnTo>
                  <a:pt x="657225" y="762000"/>
                </a:lnTo>
                <a:lnTo>
                  <a:pt x="647700" y="762000"/>
                </a:lnTo>
                <a:lnTo>
                  <a:pt x="647700" y="771525"/>
                </a:lnTo>
                <a:lnTo>
                  <a:pt x="628650" y="771525"/>
                </a:lnTo>
                <a:close/>
                <a:moveTo>
                  <a:pt x="809625" y="752475"/>
                </a:moveTo>
                <a:lnTo>
                  <a:pt x="819150" y="752475"/>
                </a:lnTo>
                <a:lnTo>
                  <a:pt x="819150" y="762000"/>
                </a:lnTo>
                <a:lnTo>
                  <a:pt x="809625" y="762000"/>
                </a:lnTo>
                <a:close/>
                <a:moveTo>
                  <a:pt x="400050" y="762000"/>
                </a:moveTo>
                <a:lnTo>
                  <a:pt x="409575" y="762000"/>
                </a:lnTo>
                <a:lnTo>
                  <a:pt x="409575" y="771525"/>
                </a:lnTo>
                <a:lnTo>
                  <a:pt x="400050" y="771525"/>
                </a:lnTo>
                <a:close/>
                <a:moveTo>
                  <a:pt x="571500" y="762000"/>
                </a:moveTo>
                <a:lnTo>
                  <a:pt x="581025" y="762000"/>
                </a:lnTo>
                <a:lnTo>
                  <a:pt x="581025" y="771525"/>
                </a:lnTo>
                <a:lnTo>
                  <a:pt x="571500" y="771525"/>
                </a:lnTo>
                <a:close/>
                <a:moveTo>
                  <a:pt x="685800" y="762000"/>
                </a:moveTo>
                <a:lnTo>
                  <a:pt x="695325" y="762000"/>
                </a:lnTo>
                <a:lnTo>
                  <a:pt x="695325" y="781050"/>
                </a:lnTo>
                <a:lnTo>
                  <a:pt x="704850" y="781050"/>
                </a:lnTo>
                <a:lnTo>
                  <a:pt x="704850" y="790575"/>
                </a:lnTo>
                <a:lnTo>
                  <a:pt x="685800" y="790575"/>
                </a:lnTo>
                <a:close/>
                <a:moveTo>
                  <a:pt x="285750" y="771525"/>
                </a:moveTo>
                <a:lnTo>
                  <a:pt x="295275" y="771525"/>
                </a:lnTo>
                <a:lnTo>
                  <a:pt x="295275" y="790575"/>
                </a:lnTo>
                <a:lnTo>
                  <a:pt x="276225" y="790575"/>
                </a:lnTo>
                <a:lnTo>
                  <a:pt x="276225" y="781050"/>
                </a:lnTo>
                <a:lnTo>
                  <a:pt x="285750" y="781050"/>
                </a:lnTo>
                <a:close/>
                <a:moveTo>
                  <a:pt x="800100" y="781050"/>
                </a:moveTo>
                <a:lnTo>
                  <a:pt x="819150" y="781050"/>
                </a:lnTo>
                <a:lnTo>
                  <a:pt x="819150" y="790575"/>
                </a:lnTo>
                <a:lnTo>
                  <a:pt x="800100" y="790575"/>
                </a:lnTo>
                <a:close/>
                <a:moveTo>
                  <a:pt x="266700" y="790575"/>
                </a:moveTo>
                <a:lnTo>
                  <a:pt x="276225" y="790575"/>
                </a:lnTo>
                <a:lnTo>
                  <a:pt x="276225" y="800100"/>
                </a:lnTo>
                <a:lnTo>
                  <a:pt x="266700" y="800100"/>
                </a:lnTo>
                <a:close/>
                <a:moveTo>
                  <a:pt x="400050" y="790575"/>
                </a:moveTo>
                <a:lnTo>
                  <a:pt x="409575" y="790575"/>
                </a:lnTo>
                <a:lnTo>
                  <a:pt x="409575" y="800100"/>
                </a:lnTo>
                <a:lnTo>
                  <a:pt x="400050" y="800100"/>
                </a:lnTo>
                <a:close/>
                <a:moveTo>
                  <a:pt x="419100" y="790575"/>
                </a:moveTo>
                <a:lnTo>
                  <a:pt x="447675" y="790575"/>
                </a:lnTo>
                <a:lnTo>
                  <a:pt x="447675" y="800100"/>
                </a:lnTo>
                <a:lnTo>
                  <a:pt x="419100" y="800100"/>
                </a:lnTo>
                <a:close/>
                <a:moveTo>
                  <a:pt x="609600" y="790575"/>
                </a:moveTo>
                <a:lnTo>
                  <a:pt x="638175" y="790575"/>
                </a:lnTo>
                <a:lnTo>
                  <a:pt x="638175" y="800100"/>
                </a:lnTo>
                <a:lnTo>
                  <a:pt x="609600" y="800100"/>
                </a:lnTo>
                <a:close/>
                <a:moveTo>
                  <a:pt x="657225" y="790575"/>
                </a:moveTo>
                <a:lnTo>
                  <a:pt x="666750" y="790575"/>
                </a:lnTo>
                <a:lnTo>
                  <a:pt x="666750" y="800100"/>
                </a:lnTo>
                <a:lnTo>
                  <a:pt x="657225" y="800100"/>
                </a:lnTo>
                <a:close/>
                <a:moveTo>
                  <a:pt x="676275" y="790575"/>
                </a:moveTo>
                <a:lnTo>
                  <a:pt x="685800" y="790575"/>
                </a:lnTo>
                <a:lnTo>
                  <a:pt x="685800" y="800100"/>
                </a:lnTo>
                <a:lnTo>
                  <a:pt x="676275" y="800100"/>
                </a:lnTo>
                <a:close/>
                <a:moveTo>
                  <a:pt x="714375" y="790575"/>
                </a:moveTo>
                <a:lnTo>
                  <a:pt x="723900" y="790575"/>
                </a:lnTo>
                <a:lnTo>
                  <a:pt x="723900" y="800100"/>
                </a:lnTo>
                <a:lnTo>
                  <a:pt x="714375" y="800100"/>
                </a:lnTo>
                <a:close/>
                <a:moveTo>
                  <a:pt x="9525" y="838200"/>
                </a:moveTo>
                <a:lnTo>
                  <a:pt x="19050" y="838200"/>
                </a:lnTo>
                <a:lnTo>
                  <a:pt x="19050" y="847725"/>
                </a:lnTo>
                <a:lnTo>
                  <a:pt x="9525" y="847725"/>
                </a:lnTo>
                <a:close/>
                <a:moveTo>
                  <a:pt x="19050" y="857250"/>
                </a:moveTo>
                <a:lnTo>
                  <a:pt x="28575" y="857250"/>
                </a:lnTo>
                <a:lnTo>
                  <a:pt x="28575" y="866775"/>
                </a:lnTo>
                <a:lnTo>
                  <a:pt x="19050" y="866775"/>
                </a:lnTo>
                <a:close/>
                <a:moveTo>
                  <a:pt x="219075" y="857250"/>
                </a:moveTo>
                <a:lnTo>
                  <a:pt x="352425" y="857250"/>
                </a:lnTo>
                <a:lnTo>
                  <a:pt x="352425" y="876300"/>
                </a:lnTo>
                <a:lnTo>
                  <a:pt x="219075" y="876300"/>
                </a:lnTo>
                <a:close/>
                <a:moveTo>
                  <a:pt x="495300" y="857250"/>
                </a:moveTo>
                <a:lnTo>
                  <a:pt x="657225" y="857250"/>
                </a:lnTo>
                <a:lnTo>
                  <a:pt x="657225" y="876300"/>
                </a:lnTo>
                <a:lnTo>
                  <a:pt x="495300" y="876300"/>
                </a:lnTo>
                <a:close/>
                <a:moveTo>
                  <a:pt x="228600" y="923925"/>
                </a:moveTo>
                <a:lnTo>
                  <a:pt x="238125" y="923925"/>
                </a:lnTo>
                <a:lnTo>
                  <a:pt x="238125" y="933450"/>
                </a:lnTo>
                <a:lnTo>
                  <a:pt x="228600" y="933450"/>
                </a:lnTo>
                <a:close/>
                <a:moveTo>
                  <a:pt x="933450" y="923925"/>
                </a:moveTo>
                <a:lnTo>
                  <a:pt x="952500" y="923925"/>
                </a:lnTo>
                <a:lnTo>
                  <a:pt x="952500" y="933450"/>
                </a:lnTo>
                <a:lnTo>
                  <a:pt x="933450" y="933450"/>
                </a:lnTo>
                <a:close/>
                <a:moveTo>
                  <a:pt x="209550" y="933450"/>
                </a:moveTo>
                <a:lnTo>
                  <a:pt x="219075" y="933450"/>
                </a:lnTo>
                <a:lnTo>
                  <a:pt x="219075" y="942975"/>
                </a:lnTo>
                <a:lnTo>
                  <a:pt x="209550" y="942975"/>
                </a:lnTo>
                <a:close/>
                <a:moveTo>
                  <a:pt x="238125" y="933450"/>
                </a:moveTo>
                <a:lnTo>
                  <a:pt x="247650" y="933450"/>
                </a:lnTo>
                <a:lnTo>
                  <a:pt x="247650" y="942975"/>
                </a:lnTo>
                <a:lnTo>
                  <a:pt x="266700" y="942975"/>
                </a:lnTo>
                <a:lnTo>
                  <a:pt x="266700" y="933450"/>
                </a:lnTo>
                <a:lnTo>
                  <a:pt x="276225" y="933450"/>
                </a:lnTo>
                <a:lnTo>
                  <a:pt x="276225" y="942975"/>
                </a:lnTo>
                <a:lnTo>
                  <a:pt x="266700" y="942975"/>
                </a:lnTo>
                <a:lnTo>
                  <a:pt x="266700" y="952500"/>
                </a:lnTo>
                <a:lnTo>
                  <a:pt x="247650" y="952500"/>
                </a:lnTo>
                <a:lnTo>
                  <a:pt x="247650" y="962025"/>
                </a:lnTo>
                <a:lnTo>
                  <a:pt x="314325" y="962025"/>
                </a:lnTo>
                <a:lnTo>
                  <a:pt x="314325" y="971550"/>
                </a:lnTo>
                <a:lnTo>
                  <a:pt x="228600" y="971550"/>
                </a:lnTo>
                <a:lnTo>
                  <a:pt x="228600" y="962025"/>
                </a:lnTo>
                <a:lnTo>
                  <a:pt x="219075" y="962025"/>
                </a:lnTo>
                <a:lnTo>
                  <a:pt x="219075" y="942975"/>
                </a:lnTo>
                <a:lnTo>
                  <a:pt x="228600" y="942975"/>
                </a:lnTo>
                <a:lnTo>
                  <a:pt x="228600" y="962025"/>
                </a:lnTo>
                <a:lnTo>
                  <a:pt x="238125" y="962025"/>
                </a:lnTo>
                <a:close/>
                <a:moveTo>
                  <a:pt x="304800" y="933450"/>
                </a:moveTo>
                <a:lnTo>
                  <a:pt x="314325" y="933450"/>
                </a:lnTo>
                <a:lnTo>
                  <a:pt x="314325" y="942975"/>
                </a:lnTo>
                <a:lnTo>
                  <a:pt x="304800" y="942975"/>
                </a:lnTo>
                <a:close/>
                <a:moveTo>
                  <a:pt x="342900" y="933450"/>
                </a:moveTo>
                <a:lnTo>
                  <a:pt x="428625" y="933450"/>
                </a:lnTo>
                <a:lnTo>
                  <a:pt x="428625" y="942975"/>
                </a:lnTo>
                <a:lnTo>
                  <a:pt x="409575" y="942975"/>
                </a:lnTo>
                <a:lnTo>
                  <a:pt x="409575" y="952500"/>
                </a:lnTo>
                <a:lnTo>
                  <a:pt x="419100" y="952500"/>
                </a:lnTo>
                <a:lnTo>
                  <a:pt x="419100" y="962025"/>
                </a:lnTo>
                <a:lnTo>
                  <a:pt x="400050" y="962025"/>
                </a:lnTo>
                <a:lnTo>
                  <a:pt x="400050" y="942975"/>
                </a:lnTo>
                <a:lnTo>
                  <a:pt x="342900" y="942975"/>
                </a:lnTo>
                <a:close/>
                <a:moveTo>
                  <a:pt x="457200" y="933450"/>
                </a:moveTo>
                <a:lnTo>
                  <a:pt x="571500" y="933450"/>
                </a:lnTo>
                <a:lnTo>
                  <a:pt x="571500" y="942975"/>
                </a:lnTo>
                <a:lnTo>
                  <a:pt x="581025" y="942975"/>
                </a:lnTo>
                <a:lnTo>
                  <a:pt x="581025" y="952500"/>
                </a:lnTo>
                <a:lnTo>
                  <a:pt x="571500" y="952500"/>
                </a:lnTo>
                <a:lnTo>
                  <a:pt x="571500" y="962025"/>
                </a:lnTo>
                <a:lnTo>
                  <a:pt x="561975" y="962025"/>
                </a:lnTo>
                <a:lnTo>
                  <a:pt x="561975" y="942975"/>
                </a:lnTo>
                <a:lnTo>
                  <a:pt x="523875" y="942975"/>
                </a:lnTo>
                <a:lnTo>
                  <a:pt x="523875" y="952500"/>
                </a:lnTo>
                <a:lnTo>
                  <a:pt x="504825" y="952500"/>
                </a:lnTo>
                <a:lnTo>
                  <a:pt x="504825" y="942975"/>
                </a:lnTo>
                <a:lnTo>
                  <a:pt x="457200" y="942975"/>
                </a:lnTo>
                <a:close/>
                <a:moveTo>
                  <a:pt x="600075" y="933450"/>
                </a:moveTo>
                <a:lnTo>
                  <a:pt x="609600" y="933450"/>
                </a:lnTo>
                <a:lnTo>
                  <a:pt x="609600" y="942975"/>
                </a:lnTo>
                <a:lnTo>
                  <a:pt x="600075" y="942975"/>
                </a:lnTo>
                <a:close/>
                <a:moveTo>
                  <a:pt x="666750" y="933450"/>
                </a:moveTo>
                <a:lnTo>
                  <a:pt x="676275" y="933450"/>
                </a:lnTo>
                <a:lnTo>
                  <a:pt x="676275" y="942975"/>
                </a:lnTo>
                <a:lnTo>
                  <a:pt x="666750" y="942975"/>
                </a:lnTo>
                <a:close/>
                <a:moveTo>
                  <a:pt x="695325" y="933450"/>
                </a:moveTo>
                <a:lnTo>
                  <a:pt x="781050" y="933450"/>
                </a:lnTo>
                <a:lnTo>
                  <a:pt x="781050" y="942975"/>
                </a:lnTo>
                <a:lnTo>
                  <a:pt x="695325" y="942975"/>
                </a:lnTo>
                <a:close/>
                <a:moveTo>
                  <a:pt x="790575" y="933450"/>
                </a:moveTo>
                <a:lnTo>
                  <a:pt x="828675" y="933450"/>
                </a:lnTo>
                <a:lnTo>
                  <a:pt x="828675" y="942975"/>
                </a:lnTo>
                <a:lnTo>
                  <a:pt x="809625" y="942975"/>
                </a:lnTo>
                <a:lnTo>
                  <a:pt x="809625" y="962025"/>
                </a:lnTo>
                <a:lnTo>
                  <a:pt x="828675" y="962025"/>
                </a:lnTo>
                <a:lnTo>
                  <a:pt x="828675" y="942975"/>
                </a:lnTo>
                <a:lnTo>
                  <a:pt x="838200" y="942975"/>
                </a:lnTo>
                <a:lnTo>
                  <a:pt x="838200" y="962025"/>
                </a:lnTo>
                <a:lnTo>
                  <a:pt x="828675" y="962025"/>
                </a:lnTo>
                <a:lnTo>
                  <a:pt x="828675" y="971550"/>
                </a:lnTo>
                <a:lnTo>
                  <a:pt x="800100" y="971550"/>
                </a:lnTo>
                <a:lnTo>
                  <a:pt x="800100" y="962025"/>
                </a:lnTo>
                <a:lnTo>
                  <a:pt x="781050" y="962025"/>
                </a:lnTo>
                <a:lnTo>
                  <a:pt x="781050" y="942975"/>
                </a:lnTo>
                <a:lnTo>
                  <a:pt x="790575" y="942975"/>
                </a:lnTo>
                <a:close/>
                <a:moveTo>
                  <a:pt x="866775" y="933450"/>
                </a:moveTo>
                <a:lnTo>
                  <a:pt x="876300" y="933450"/>
                </a:lnTo>
                <a:lnTo>
                  <a:pt x="876300" y="942975"/>
                </a:lnTo>
                <a:lnTo>
                  <a:pt x="866775" y="942975"/>
                </a:lnTo>
                <a:close/>
                <a:moveTo>
                  <a:pt x="885825" y="933450"/>
                </a:moveTo>
                <a:lnTo>
                  <a:pt x="895350" y="933450"/>
                </a:lnTo>
                <a:lnTo>
                  <a:pt x="895350" y="942975"/>
                </a:lnTo>
                <a:lnTo>
                  <a:pt x="885825" y="942975"/>
                </a:lnTo>
                <a:close/>
                <a:moveTo>
                  <a:pt x="962025" y="933450"/>
                </a:moveTo>
                <a:lnTo>
                  <a:pt x="971550" y="933450"/>
                </a:lnTo>
                <a:lnTo>
                  <a:pt x="971550" y="942975"/>
                </a:lnTo>
                <a:lnTo>
                  <a:pt x="962025" y="942975"/>
                </a:lnTo>
                <a:close/>
                <a:moveTo>
                  <a:pt x="590550" y="942975"/>
                </a:moveTo>
                <a:lnTo>
                  <a:pt x="600075" y="942975"/>
                </a:lnTo>
                <a:lnTo>
                  <a:pt x="600075" y="952500"/>
                </a:lnTo>
                <a:lnTo>
                  <a:pt x="590550" y="952500"/>
                </a:lnTo>
                <a:close/>
                <a:moveTo>
                  <a:pt x="619125" y="942975"/>
                </a:moveTo>
                <a:lnTo>
                  <a:pt x="628650" y="942975"/>
                </a:lnTo>
                <a:lnTo>
                  <a:pt x="628650" y="952500"/>
                </a:lnTo>
                <a:lnTo>
                  <a:pt x="619125" y="952500"/>
                </a:lnTo>
                <a:close/>
                <a:moveTo>
                  <a:pt x="657225" y="942975"/>
                </a:moveTo>
                <a:lnTo>
                  <a:pt x="666750" y="942975"/>
                </a:lnTo>
                <a:lnTo>
                  <a:pt x="666750" y="952500"/>
                </a:lnTo>
                <a:lnTo>
                  <a:pt x="657225" y="952500"/>
                </a:lnTo>
                <a:close/>
                <a:moveTo>
                  <a:pt x="857250" y="942975"/>
                </a:moveTo>
                <a:lnTo>
                  <a:pt x="866775" y="942975"/>
                </a:lnTo>
                <a:lnTo>
                  <a:pt x="866775" y="962025"/>
                </a:lnTo>
                <a:lnTo>
                  <a:pt x="857250" y="962025"/>
                </a:lnTo>
                <a:close/>
                <a:moveTo>
                  <a:pt x="457200" y="952500"/>
                </a:moveTo>
                <a:lnTo>
                  <a:pt x="466725" y="952500"/>
                </a:lnTo>
                <a:lnTo>
                  <a:pt x="466725" y="962025"/>
                </a:lnTo>
                <a:lnTo>
                  <a:pt x="457200" y="962025"/>
                </a:lnTo>
                <a:close/>
                <a:moveTo>
                  <a:pt x="600075" y="952500"/>
                </a:moveTo>
                <a:lnTo>
                  <a:pt x="609600" y="952500"/>
                </a:lnTo>
                <a:lnTo>
                  <a:pt x="609600" y="962025"/>
                </a:lnTo>
                <a:lnTo>
                  <a:pt x="600075" y="962025"/>
                </a:lnTo>
                <a:close/>
                <a:moveTo>
                  <a:pt x="628650" y="952500"/>
                </a:moveTo>
                <a:lnTo>
                  <a:pt x="638175" y="952500"/>
                </a:lnTo>
                <a:lnTo>
                  <a:pt x="638175" y="962025"/>
                </a:lnTo>
                <a:lnTo>
                  <a:pt x="628650" y="962025"/>
                </a:lnTo>
                <a:close/>
                <a:moveTo>
                  <a:pt x="885825" y="952500"/>
                </a:moveTo>
                <a:lnTo>
                  <a:pt x="895350" y="952500"/>
                </a:lnTo>
                <a:lnTo>
                  <a:pt x="895350" y="962025"/>
                </a:lnTo>
                <a:lnTo>
                  <a:pt x="885825" y="962025"/>
                </a:lnTo>
                <a:close/>
                <a:moveTo>
                  <a:pt x="323850" y="962025"/>
                </a:moveTo>
                <a:lnTo>
                  <a:pt x="342900" y="962025"/>
                </a:lnTo>
                <a:lnTo>
                  <a:pt x="342900" y="971550"/>
                </a:lnTo>
                <a:lnTo>
                  <a:pt x="323850" y="971550"/>
                </a:lnTo>
                <a:close/>
                <a:moveTo>
                  <a:pt x="352425" y="962025"/>
                </a:moveTo>
                <a:lnTo>
                  <a:pt x="371475" y="962025"/>
                </a:lnTo>
                <a:lnTo>
                  <a:pt x="371475" y="971550"/>
                </a:lnTo>
                <a:lnTo>
                  <a:pt x="352425" y="971550"/>
                </a:lnTo>
                <a:close/>
                <a:moveTo>
                  <a:pt x="390525" y="962025"/>
                </a:moveTo>
                <a:lnTo>
                  <a:pt x="400050" y="962025"/>
                </a:lnTo>
                <a:lnTo>
                  <a:pt x="400050" y="971550"/>
                </a:lnTo>
                <a:lnTo>
                  <a:pt x="390525" y="971550"/>
                </a:lnTo>
                <a:close/>
                <a:moveTo>
                  <a:pt x="419100" y="962025"/>
                </a:moveTo>
                <a:lnTo>
                  <a:pt x="438150" y="962025"/>
                </a:lnTo>
                <a:lnTo>
                  <a:pt x="438150" y="971550"/>
                </a:lnTo>
                <a:lnTo>
                  <a:pt x="419100" y="971550"/>
                </a:lnTo>
                <a:close/>
                <a:moveTo>
                  <a:pt x="466725" y="962025"/>
                </a:moveTo>
                <a:lnTo>
                  <a:pt x="485775" y="962025"/>
                </a:lnTo>
                <a:lnTo>
                  <a:pt x="485775" y="971550"/>
                </a:lnTo>
                <a:lnTo>
                  <a:pt x="466725" y="971550"/>
                </a:lnTo>
                <a:close/>
                <a:moveTo>
                  <a:pt x="495300" y="962025"/>
                </a:moveTo>
                <a:lnTo>
                  <a:pt x="514350" y="962025"/>
                </a:lnTo>
                <a:lnTo>
                  <a:pt x="514350" y="971550"/>
                </a:lnTo>
                <a:lnTo>
                  <a:pt x="495300" y="971550"/>
                </a:lnTo>
                <a:close/>
                <a:moveTo>
                  <a:pt x="542925" y="962025"/>
                </a:moveTo>
                <a:lnTo>
                  <a:pt x="561975" y="962025"/>
                </a:lnTo>
                <a:lnTo>
                  <a:pt x="561975" y="971550"/>
                </a:lnTo>
                <a:lnTo>
                  <a:pt x="542925" y="971550"/>
                </a:lnTo>
                <a:close/>
                <a:moveTo>
                  <a:pt x="609600" y="962025"/>
                </a:moveTo>
                <a:lnTo>
                  <a:pt x="628650" y="962025"/>
                </a:lnTo>
                <a:lnTo>
                  <a:pt x="628650" y="971550"/>
                </a:lnTo>
                <a:lnTo>
                  <a:pt x="609600" y="971550"/>
                </a:lnTo>
                <a:close/>
                <a:moveTo>
                  <a:pt x="685800" y="962025"/>
                </a:moveTo>
                <a:lnTo>
                  <a:pt x="723900" y="962025"/>
                </a:lnTo>
                <a:lnTo>
                  <a:pt x="723900" y="971550"/>
                </a:lnTo>
                <a:lnTo>
                  <a:pt x="742950" y="971550"/>
                </a:lnTo>
                <a:lnTo>
                  <a:pt x="742950" y="962025"/>
                </a:lnTo>
                <a:lnTo>
                  <a:pt x="771525" y="962025"/>
                </a:lnTo>
                <a:lnTo>
                  <a:pt x="771525" y="971550"/>
                </a:lnTo>
                <a:lnTo>
                  <a:pt x="742950" y="971550"/>
                </a:lnTo>
                <a:lnTo>
                  <a:pt x="742950" y="981075"/>
                </a:lnTo>
                <a:lnTo>
                  <a:pt x="714375" y="981075"/>
                </a:lnTo>
                <a:lnTo>
                  <a:pt x="714375" y="971550"/>
                </a:lnTo>
                <a:lnTo>
                  <a:pt x="685800" y="971550"/>
                </a:lnTo>
                <a:close/>
                <a:moveTo>
                  <a:pt x="866775" y="962025"/>
                </a:moveTo>
                <a:lnTo>
                  <a:pt x="885825" y="962025"/>
                </a:lnTo>
                <a:lnTo>
                  <a:pt x="885825" y="971550"/>
                </a:lnTo>
                <a:lnTo>
                  <a:pt x="866775" y="971550"/>
                </a:lnTo>
                <a:close/>
                <a:moveTo>
                  <a:pt x="914400" y="962025"/>
                </a:moveTo>
                <a:lnTo>
                  <a:pt x="923925" y="962025"/>
                </a:lnTo>
                <a:lnTo>
                  <a:pt x="923925" y="971550"/>
                </a:lnTo>
                <a:lnTo>
                  <a:pt x="914400" y="971550"/>
                </a:lnTo>
                <a:close/>
                <a:moveTo>
                  <a:pt x="933450" y="962025"/>
                </a:moveTo>
                <a:lnTo>
                  <a:pt x="971550" y="962025"/>
                </a:lnTo>
                <a:lnTo>
                  <a:pt x="971550" y="971550"/>
                </a:lnTo>
                <a:lnTo>
                  <a:pt x="933450" y="971550"/>
                </a:lnTo>
                <a:close/>
                <a:moveTo>
                  <a:pt x="9525" y="971550"/>
                </a:moveTo>
                <a:lnTo>
                  <a:pt x="19050" y="971550"/>
                </a:lnTo>
                <a:lnTo>
                  <a:pt x="19050" y="981075"/>
                </a:lnTo>
                <a:lnTo>
                  <a:pt x="9525" y="981075"/>
                </a:lnTo>
                <a:close/>
                <a:moveTo>
                  <a:pt x="342900" y="971550"/>
                </a:moveTo>
                <a:lnTo>
                  <a:pt x="352425" y="971550"/>
                </a:lnTo>
                <a:lnTo>
                  <a:pt x="352425" y="981075"/>
                </a:lnTo>
                <a:lnTo>
                  <a:pt x="342900" y="981075"/>
                </a:lnTo>
                <a:close/>
                <a:moveTo>
                  <a:pt x="219075" y="1057275"/>
                </a:moveTo>
                <a:lnTo>
                  <a:pt x="238125" y="1057275"/>
                </a:lnTo>
                <a:lnTo>
                  <a:pt x="238125" y="1066800"/>
                </a:lnTo>
                <a:lnTo>
                  <a:pt x="219075" y="1066800"/>
                </a:lnTo>
                <a:close/>
                <a:moveTo>
                  <a:pt x="314325" y="1057275"/>
                </a:moveTo>
                <a:lnTo>
                  <a:pt x="342900" y="1057275"/>
                </a:lnTo>
                <a:lnTo>
                  <a:pt x="342900" y="1066800"/>
                </a:lnTo>
                <a:lnTo>
                  <a:pt x="314325" y="1066800"/>
                </a:lnTo>
                <a:close/>
                <a:moveTo>
                  <a:pt x="419100" y="1057275"/>
                </a:moveTo>
                <a:lnTo>
                  <a:pt x="447675" y="1057275"/>
                </a:lnTo>
                <a:lnTo>
                  <a:pt x="447675" y="1066800"/>
                </a:lnTo>
                <a:lnTo>
                  <a:pt x="419100" y="1066800"/>
                </a:lnTo>
                <a:close/>
                <a:moveTo>
                  <a:pt x="209550" y="1066800"/>
                </a:moveTo>
                <a:lnTo>
                  <a:pt x="219075" y="1066800"/>
                </a:lnTo>
                <a:lnTo>
                  <a:pt x="219075" y="1076325"/>
                </a:lnTo>
                <a:lnTo>
                  <a:pt x="209550" y="1076325"/>
                </a:lnTo>
                <a:close/>
                <a:moveTo>
                  <a:pt x="247650" y="1066800"/>
                </a:moveTo>
                <a:lnTo>
                  <a:pt x="257175" y="1066800"/>
                </a:lnTo>
                <a:lnTo>
                  <a:pt x="257175" y="1076325"/>
                </a:lnTo>
                <a:lnTo>
                  <a:pt x="247650" y="1076325"/>
                </a:lnTo>
                <a:close/>
                <a:moveTo>
                  <a:pt x="209550" y="1085850"/>
                </a:moveTo>
                <a:lnTo>
                  <a:pt x="219075" y="1085850"/>
                </a:lnTo>
                <a:lnTo>
                  <a:pt x="219075" y="1095375"/>
                </a:lnTo>
                <a:lnTo>
                  <a:pt x="209550" y="1095375"/>
                </a:lnTo>
                <a:close/>
                <a:moveTo>
                  <a:pt x="304800" y="1085850"/>
                </a:moveTo>
                <a:lnTo>
                  <a:pt x="333375" y="1085850"/>
                </a:lnTo>
                <a:lnTo>
                  <a:pt x="333375" y="1095375"/>
                </a:lnTo>
                <a:lnTo>
                  <a:pt x="304800" y="1095375"/>
                </a:lnTo>
                <a:close/>
                <a:moveTo>
                  <a:pt x="457200" y="1085850"/>
                </a:moveTo>
                <a:lnTo>
                  <a:pt x="466725" y="1085850"/>
                </a:lnTo>
                <a:lnTo>
                  <a:pt x="466725" y="1104900"/>
                </a:lnTo>
                <a:lnTo>
                  <a:pt x="447675" y="1104900"/>
                </a:lnTo>
                <a:lnTo>
                  <a:pt x="447675" y="1095375"/>
                </a:lnTo>
                <a:lnTo>
                  <a:pt x="457200" y="1095375"/>
                </a:lnTo>
                <a:close/>
                <a:moveTo>
                  <a:pt x="285750" y="1095375"/>
                </a:moveTo>
                <a:lnTo>
                  <a:pt x="304800" y="1095375"/>
                </a:lnTo>
                <a:lnTo>
                  <a:pt x="304800" y="1104900"/>
                </a:lnTo>
                <a:lnTo>
                  <a:pt x="285750" y="1104900"/>
                </a:lnTo>
                <a:close/>
                <a:moveTo>
                  <a:pt x="342900" y="1095375"/>
                </a:moveTo>
                <a:lnTo>
                  <a:pt x="371475" y="1095375"/>
                </a:lnTo>
                <a:lnTo>
                  <a:pt x="371475" y="1104900"/>
                </a:lnTo>
                <a:lnTo>
                  <a:pt x="342900" y="1104900"/>
                </a:lnTo>
                <a:close/>
                <a:moveTo>
                  <a:pt x="219075" y="1181100"/>
                </a:moveTo>
                <a:lnTo>
                  <a:pt x="228600" y="1181100"/>
                </a:lnTo>
                <a:lnTo>
                  <a:pt x="228600" y="1190625"/>
                </a:lnTo>
                <a:lnTo>
                  <a:pt x="219075" y="1190625"/>
                </a:lnTo>
                <a:close/>
                <a:moveTo>
                  <a:pt x="1314450" y="1200150"/>
                </a:moveTo>
                <a:lnTo>
                  <a:pt x="1333500" y="1200150"/>
                </a:lnTo>
                <a:lnTo>
                  <a:pt x="1333500" y="1209675"/>
                </a:lnTo>
                <a:lnTo>
                  <a:pt x="1343025" y="1209675"/>
                </a:lnTo>
                <a:lnTo>
                  <a:pt x="1343025" y="1219200"/>
                </a:lnTo>
                <a:lnTo>
                  <a:pt x="1352550" y="1219200"/>
                </a:lnTo>
                <a:lnTo>
                  <a:pt x="1352550" y="1276350"/>
                </a:lnTo>
                <a:lnTo>
                  <a:pt x="1343025" y="1276350"/>
                </a:lnTo>
                <a:lnTo>
                  <a:pt x="1343025" y="1285875"/>
                </a:lnTo>
                <a:lnTo>
                  <a:pt x="1314450" y="1285875"/>
                </a:lnTo>
                <a:lnTo>
                  <a:pt x="1314450" y="1276350"/>
                </a:lnTo>
                <a:lnTo>
                  <a:pt x="1304925" y="1276350"/>
                </a:lnTo>
                <a:lnTo>
                  <a:pt x="1304925" y="1266825"/>
                </a:lnTo>
                <a:lnTo>
                  <a:pt x="1295400" y="1266825"/>
                </a:lnTo>
                <a:lnTo>
                  <a:pt x="1295400" y="1219200"/>
                </a:lnTo>
                <a:lnTo>
                  <a:pt x="1304925" y="1219200"/>
                </a:lnTo>
                <a:lnTo>
                  <a:pt x="1304925" y="1209675"/>
                </a:lnTo>
                <a:lnTo>
                  <a:pt x="1314450" y="1209675"/>
                </a:lnTo>
                <a:close/>
                <a:moveTo>
                  <a:pt x="828675" y="1209675"/>
                </a:moveTo>
                <a:lnTo>
                  <a:pt x="838200" y="1209675"/>
                </a:lnTo>
                <a:lnTo>
                  <a:pt x="838200" y="1219200"/>
                </a:lnTo>
                <a:lnTo>
                  <a:pt x="828675" y="1219200"/>
                </a:lnTo>
                <a:close/>
                <a:moveTo>
                  <a:pt x="838200" y="1219200"/>
                </a:moveTo>
                <a:lnTo>
                  <a:pt x="847725" y="1219200"/>
                </a:lnTo>
                <a:lnTo>
                  <a:pt x="847725" y="1228725"/>
                </a:lnTo>
                <a:lnTo>
                  <a:pt x="838200" y="1228725"/>
                </a:lnTo>
                <a:close/>
                <a:moveTo>
                  <a:pt x="914400" y="1219200"/>
                </a:moveTo>
                <a:lnTo>
                  <a:pt x="933450" y="1219200"/>
                </a:lnTo>
                <a:lnTo>
                  <a:pt x="933450" y="1228725"/>
                </a:lnTo>
                <a:lnTo>
                  <a:pt x="914400" y="1228725"/>
                </a:lnTo>
                <a:close/>
                <a:moveTo>
                  <a:pt x="1400175" y="1219200"/>
                </a:moveTo>
                <a:lnTo>
                  <a:pt x="1409700" y="1219200"/>
                </a:lnTo>
                <a:lnTo>
                  <a:pt x="1409700" y="1228725"/>
                </a:lnTo>
                <a:lnTo>
                  <a:pt x="1400175" y="1228725"/>
                </a:lnTo>
                <a:close/>
                <a:moveTo>
                  <a:pt x="904875" y="1228725"/>
                </a:moveTo>
                <a:lnTo>
                  <a:pt x="914400" y="1228725"/>
                </a:lnTo>
                <a:lnTo>
                  <a:pt x="914400" y="1238250"/>
                </a:lnTo>
                <a:lnTo>
                  <a:pt x="904875" y="1238250"/>
                </a:lnTo>
                <a:close/>
                <a:moveTo>
                  <a:pt x="952500" y="1228725"/>
                </a:moveTo>
                <a:lnTo>
                  <a:pt x="990600" y="1228725"/>
                </a:lnTo>
                <a:lnTo>
                  <a:pt x="990600" y="1238250"/>
                </a:lnTo>
                <a:lnTo>
                  <a:pt x="952500" y="1238250"/>
                </a:lnTo>
                <a:close/>
                <a:moveTo>
                  <a:pt x="1019175" y="1228725"/>
                </a:moveTo>
                <a:lnTo>
                  <a:pt x="1057275" y="1228725"/>
                </a:lnTo>
                <a:lnTo>
                  <a:pt x="1057275" y="1238250"/>
                </a:lnTo>
                <a:lnTo>
                  <a:pt x="1019175" y="1238250"/>
                </a:lnTo>
                <a:close/>
                <a:moveTo>
                  <a:pt x="1381125" y="1228725"/>
                </a:moveTo>
                <a:lnTo>
                  <a:pt x="1390650" y="1228725"/>
                </a:lnTo>
                <a:lnTo>
                  <a:pt x="1390650" y="1238250"/>
                </a:lnTo>
                <a:lnTo>
                  <a:pt x="1381125" y="1238250"/>
                </a:lnTo>
                <a:close/>
                <a:moveTo>
                  <a:pt x="1409700" y="1228725"/>
                </a:moveTo>
                <a:lnTo>
                  <a:pt x="1419225" y="1228725"/>
                </a:lnTo>
                <a:lnTo>
                  <a:pt x="1419225" y="1238250"/>
                </a:lnTo>
                <a:lnTo>
                  <a:pt x="1409700" y="1238250"/>
                </a:lnTo>
                <a:close/>
                <a:moveTo>
                  <a:pt x="1428750" y="1228725"/>
                </a:moveTo>
                <a:lnTo>
                  <a:pt x="1438275" y="1228725"/>
                </a:lnTo>
                <a:lnTo>
                  <a:pt x="1438275" y="1238250"/>
                </a:lnTo>
                <a:lnTo>
                  <a:pt x="1428750" y="1238250"/>
                </a:lnTo>
                <a:close/>
                <a:moveTo>
                  <a:pt x="1476375" y="1228725"/>
                </a:moveTo>
                <a:lnTo>
                  <a:pt x="1485900" y="1228725"/>
                </a:lnTo>
                <a:lnTo>
                  <a:pt x="1485900" y="1238250"/>
                </a:lnTo>
                <a:lnTo>
                  <a:pt x="1476375" y="1238250"/>
                </a:lnTo>
                <a:close/>
                <a:moveTo>
                  <a:pt x="1524000" y="1228725"/>
                </a:moveTo>
                <a:lnTo>
                  <a:pt x="1552575" y="1228725"/>
                </a:lnTo>
                <a:lnTo>
                  <a:pt x="1552575" y="1238250"/>
                </a:lnTo>
                <a:lnTo>
                  <a:pt x="1524000" y="1238250"/>
                </a:lnTo>
                <a:close/>
                <a:moveTo>
                  <a:pt x="990600" y="1238250"/>
                </a:moveTo>
                <a:lnTo>
                  <a:pt x="1000125" y="1238250"/>
                </a:lnTo>
                <a:lnTo>
                  <a:pt x="1000125" y="1257300"/>
                </a:lnTo>
                <a:lnTo>
                  <a:pt x="1019175" y="1257300"/>
                </a:lnTo>
                <a:lnTo>
                  <a:pt x="1019175" y="1266825"/>
                </a:lnTo>
                <a:lnTo>
                  <a:pt x="962025" y="1266825"/>
                </a:lnTo>
                <a:lnTo>
                  <a:pt x="962025" y="1257300"/>
                </a:lnTo>
                <a:lnTo>
                  <a:pt x="990600" y="1257300"/>
                </a:lnTo>
                <a:close/>
                <a:moveTo>
                  <a:pt x="1743075" y="1238250"/>
                </a:moveTo>
                <a:lnTo>
                  <a:pt x="1752600" y="1238250"/>
                </a:lnTo>
                <a:lnTo>
                  <a:pt x="1752600" y="1390650"/>
                </a:lnTo>
                <a:lnTo>
                  <a:pt x="1743075" y="1390650"/>
                </a:lnTo>
                <a:close/>
                <a:moveTo>
                  <a:pt x="828675" y="1247775"/>
                </a:moveTo>
                <a:lnTo>
                  <a:pt x="838200" y="1247775"/>
                </a:lnTo>
                <a:lnTo>
                  <a:pt x="838200" y="1257300"/>
                </a:lnTo>
                <a:lnTo>
                  <a:pt x="847725" y="1257300"/>
                </a:lnTo>
                <a:lnTo>
                  <a:pt x="847725" y="1266825"/>
                </a:lnTo>
                <a:lnTo>
                  <a:pt x="828675" y="1266825"/>
                </a:lnTo>
                <a:close/>
                <a:moveTo>
                  <a:pt x="857250" y="1247775"/>
                </a:moveTo>
                <a:lnTo>
                  <a:pt x="876300" y="1247775"/>
                </a:lnTo>
                <a:lnTo>
                  <a:pt x="876300" y="1266825"/>
                </a:lnTo>
                <a:lnTo>
                  <a:pt x="866775" y="1266825"/>
                </a:lnTo>
                <a:lnTo>
                  <a:pt x="866775" y="1257300"/>
                </a:lnTo>
                <a:lnTo>
                  <a:pt x="857250" y="1257300"/>
                </a:lnTo>
                <a:close/>
                <a:moveTo>
                  <a:pt x="904875" y="1247775"/>
                </a:moveTo>
                <a:lnTo>
                  <a:pt x="933450" y="1247775"/>
                </a:lnTo>
                <a:lnTo>
                  <a:pt x="933450" y="1266825"/>
                </a:lnTo>
                <a:lnTo>
                  <a:pt x="914400" y="1266825"/>
                </a:lnTo>
                <a:lnTo>
                  <a:pt x="914400" y="1257300"/>
                </a:lnTo>
                <a:lnTo>
                  <a:pt x="904875" y="1257300"/>
                </a:lnTo>
                <a:close/>
                <a:moveTo>
                  <a:pt x="1057275" y="1247775"/>
                </a:moveTo>
                <a:lnTo>
                  <a:pt x="1066800" y="1247775"/>
                </a:lnTo>
                <a:lnTo>
                  <a:pt x="1066800" y="1257300"/>
                </a:lnTo>
                <a:lnTo>
                  <a:pt x="1057275" y="1257300"/>
                </a:lnTo>
                <a:close/>
                <a:moveTo>
                  <a:pt x="1381125" y="1247775"/>
                </a:moveTo>
                <a:lnTo>
                  <a:pt x="1390650" y="1247775"/>
                </a:lnTo>
                <a:lnTo>
                  <a:pt x="1390650" y="1257300"/>
                </a:lnTo>
                <a:lnTo>
                  <a:pt x="1381125" y="1257300"/>
                </a:lnTo>
                <a:close/>
                <a:moveTo>
                  <a:pt x="1552575" y="1247775"/>
                </a:moveTo>
                <a:lnTo>
                  <a:pt x="1562100" y="1247775"/>
                </a:lnTo>
                <a:lnTo>
                  <a:pt x="1562100" y="1257300"/>
                </a:lnTo>
                <a:lnTo>
                  <a:pt x="1552575" y="1257300"/>
                </a:lnTo>
                <a:close/>
                <a:moveTo>
                  <a:pt x="1314450" y="1257300"/>
                </a:moveTo>
                <a:lnTo>
                  <a:pt x="1333500" y="1257300"/>
                </a:lnTo>
                <a:lnTo>
                  <a:pt x="1333500" y="1228725"/>
                </a:lnTo>
                <a:lnTo>
                  <a:pt x="1314450" y="1228725"/>
                </a:lnTo>
                <a:close/>
                <a:moveTo>
                  <a:pt x="695325" y="1266825"/>
                </a:moveTo>
                <a:lnTo>
                  <a:pt x="704850" y="1266825"/>
                </a:lnTo>
                <a:lnTo>
                  <a:pt x="704850" y="1295400"/>
                </a:lnTo>
                <a:lnTo>
                  <a:pt x="695325" y="1295400"/>
                </a:lnTo>
                <a:close/>
                <a:moveTo>
                  <a:pt x="219075" y="1295400"/>
                </a:moveTo>
                <a:lnTo>
                  <a:pt x="228600" y="1295400"/>
                </a:lnTo>
                <a:lnTo>
                  <a:pt x="228600" y="1304925"/>
                </a:lnTo>
                <a:lnTo>
                  <a:pt x="219075" y="1304925"/>
                </a:lnTo>
                <a:close/>
                <a:moveTo>
                  <a:pt x="466725" y="1524000"/>
                </a:moveTo>
                <a:lnTo>
                  <a:pt x="476250" y="1524000"/>
                </a:lnTo>
                <a:lnTo>
                  <a:pt x="476250" y="1533525"/>
                </a:lnTo>
                <a:lnTo>
                  <a:pt x="466725" y="1533525"/>
                </a:lnTo>
                <a:close/>
                <a:moveTo>
                  <a:pt x="514350" y="1524000"/>
                </a:moveTo>
                <a:lnTo>
                  <a:pt x="542925" y="1524000"/>
                </a:lnTo>
                <a:lnTo>
                  <a:pt x="542925" y="1533525"/>
                </a:lnTo>
                <a:lnTo>
                  <a:pt x="514350" y="1533525"/>
                </a:lnTo>
                <a:close/>
                <a:moveTo>
                  <a:pt x="476250" y="1533525"/>
                </a:moveTo>
                <a:lnTo>
                  <a:pt x="495300" y="1533525"/>
                </a:lnTo>
                <a:lnTo>
                  <a:pt x="495300" y="1543050"/>
                </a:lnTo>
                <a:lnTo>
                  <a:pt x="476250" y="1543050"/>
                </a:lnTo>
                <a:close/>
                <a:moveTo>
                  <a:pt x="9525" y="1543050"/>
                </a:moveTo>
                <a:lnTo>
                  <a:pt x="19050" y="1543050"/>
                </a:lnTo>
                <a:lnTo>
                  <a:pt x="19050" y="1552575"/>
                </a:lnTo>
                <a:lnTo>
                  <a:pt x="9525" y="1552575"/>
                </a:lnTo>
                <a:close/>
                <a:moveTo>
                  <a:pt x="314325" y="1543050"/>
                </a:moveTo>
                <a:lnTo>
                  <a:pt x="323850" y="1543050"/>
                </a:lnTo>
                <a:lnTo>
                  <a:pt x="323850" y="1552575"/>
                </a:lnTo>
                <a:lnTo>
                  <a:pt x="314325" y="1552575"/>
                </a:lnTo>
                <a:close/>
                <a:moveTo>
                  <a:pt x="428625" y="1543050"/>
                </a:moveTo>
                <a:lnTo>
                  <a:pt x="438150" y="1543050"/>
                </a:lnTo>
                <a:lnTo>
                  <a:pt x="438150" y="1562100"/>
                </a:lnTo>
                <a:lnTo>
                  <a:pt x="428625" y="1562100"/>
                </a:lnTo>
                <a:close/>
                <a:moveTo>
                  <a:pt x="457200" y="1543050"/>
                </a:moveTo>
                <a:lnTo>
                  <a:pt x="466725" y="1543050"/>
                </a:lnTo>
                <a:lnTo>
                  <a:pt x="466725" y="1552575"/>
                </a:lnTo>
                <a:lnTo>
                  <a:pt x="457200" y="1552575"/>
                </a:lnTo>
                <a:close/>
                <a:moveTo>
                  <a:pt x="323850" y="1552575"/>
                </a:moveTo>
                <a:lnTo>
                  <a:pt x="333375" y="1552575"/>
                </a:lnTo>
                <a:lnTo>
                  <a:pt x="333375" y="1628775"/>
                </a:lnTo>
                <a:lnTo>
                  <a:pt x="323850" y="1628775"/>
                </a:lnTo>
                <a:close/>
                <a:moveTo>
                  <a:pt x="1628775" y="1571625"/>
                </a:moveTo>
                <a:lnTo>
                  <a:pt x="1638300" y="1571625"/>
                </a:lnTo>
                <a:lnTo>
                  <a:pt x="1638300" y="1581150"/>
                </a:lnTo>
                <a:lnTo>
                  <a:pt x="1647825" y="1581150"/>
                </a:lnTo>
                <a:lnTo>
                  <a:pt x="1647825" y="1600200"/>
                </a:lnTo>
                <a:lnTo>
                  <a:pt x="1638300" y="1600200"/>
                </a:lnTo>
                <a:lnTo>
                  <a:pt x="1638300" y="1609725"/>
                </a:lnTo>
                <a:lnTo>
                  <a:pt x="1628775" y="1609725"/>
                </a:lnTo>
                <a:close/>
                <a:moveTo>
                  <a:pt x="514350" y="1581150"/>
                </a:moveTo>
                <a:lnTo>
                  <a:pt x="523875" y="1581150"/>
                </a:lnTo>
                <a:lnTo>
                  <a:pt x="523875" y="1590675"/>
                </a:lnTo>
                <a:lnTo>
                  <a:pt x="514350" y="1590675"/>
                </a:lnTo>
                <a:close/>
                <a:moveTo>
                  <a:pt x="1743075" y="1581150"/>
                </a:moveTo>
                <a:lnTo>
                  <a:pt x="1752600" y="1581150"/>
                </a:lnTo>
                <a:lnTo>
                  <a:pt x="1752600" y="1809750"/>
                </a:lnTo>
                <a:lnTo>
                  <a:pt x="1743075" y="1809750"/>
                </a:lnTo>
                <a:close/>
                <a:moveTo>
                  <a:pt x="257175" y="1628775"/>
                </a:moveTo>
                <a:lnTo>
                  <a:pt x="266700" y="1628775"/>
                </a:lnTo>
                <a:lnTo>
                  <a:pt x="266700" y="1638300"/>
                </a:lnTo>
                <a:lnTo>
                  <a:pt x="257175" y="1638300"/>
                </a:lnTo>
                <a:close/>
                <a:moveTo>
                  <a:pt x="314325" y="1628775"/>
                </a:moveTo>
                <a:lnTo>
                  <a:pt x="323850" y="1628775"/>
                </a:lnTo>
                <a:lnTo>
                  <a:pt x="323850" y="1638300"/>
                </a:lnTo>
                <a:lnTo>
                  <a:pt x="314325" y="1638300"/>
                </a:lnTo>
                <a:close/>
                <a:moveTo>
                  <a:pt x="447675" y="1628775"/>
                </a:moveTo>
                <a:lnTo>
                  <a:pt x="457200" y="1628775"/>
                </a:lnTo>
                <a:lnTo>
                  <a:pt x="457200" y="1638300"/>
                </a:lnTo>
                <a:lnTo>
                  <a:pt x="504825" y="1638300"/>
                </a:lnTo>
                <a:lnTo>
                  <a:pt x="504825" y="1647825"/>
                </a:lnTo>
                <a:lnTo>
                  <a:pt x="466725" y="1647825"/>
                </a:lnTo>
                <a:lnTo>
                  <a:pt x="466725" y="1666875"/>
                </a:lnTo>
                <a:lnTo>
                  <a:pt x="476250" y="1666875"/>
                </a:lnTo>
                <a:lnTo>
                  <a:pt x="476250" y="1657350"/>
                </a:lnTo>
                <a:lnTo>
                  <a:pt x="523875" y="1657350"/>
                </a:lnTo>
                <a:lnTo>
                  <a:pt x="523875" y="1666875"/>
                </a:lnTo>
                <a:lnTo>
                  <a:pt x="495300" y="1666875"/>
                </a:lnTo>
                <a:lnTo>
                  <a:pt x="495300" y="1676400"/>
                </a:lnTo>
                <a:lnTo>
                  <a:pt x="447675" y="1676400"/>
                </a:lnTo>
                <a:lnTo>
                  <a:pt x="447675" y="1666875"/>
                </a:lnTo>
                <a:lnTo>
                  <a:pt x="438150" y="1666875"/>
                </a:lnTo>
                <a:lnTo>
                  <a:pt x="438150" y="1638300"/>
                </a:lnTo>
                <a:lnTo>
                  <a:pt x="447675" y="1638300"/>
                </a:lnTo>
                <a:close/>
                <a:moveTo>
                  <a:pt x="571500" y="1628775"/>
                </a:moveTo>
                <a:lnTo>
                  <a:pt x="581025" y="1628775"/>
                </a:lnTo>
                <a:lnTo>
                  <a:pt x="581025" y="1638300"/>
                </a:lnTo>
                <a:lnTo>
                  <a:pt x="628650" y="1638300"/>
                </a:lnTo>
                <a:lnTo>
                  <a:pt x="628650" y="1647825"/>
                </a:lnTo>
                <a:lnTo>
                  <a:pt x="542925" y="1647825"/>
                </a:lnTo>
                <a:lnTo>
                  <a:pt x="542925" y="1638300"/>
                </a:lnTo>
                <a:lnTo>
                  <a:pt x="571500" y="1638300"/>
                </a:lnTo>
                <a:close/>
                <a:moveTo>
                  <a:pt x="742950" y="1628775"/>
                </a:moveTo>
                <a:lnTo>
                  <a:pt x="762000" y="1628775"/>
                </a:lnTo>
                <a:lnTo>
                  <a:pt x="762000" y="1638300"/>
                </a:lnTo>
                <a:lnTo>
                  <a:pt x="742950" y="1638300"/>
                </a:lnTo>
                <a:close/>
                <a:moveTo>
                  <a:pt x="1190625" y="1628775"/>
                </a:moveTo>
                <a:lnTo>
                  <a:pt x="1200150" y="1628775"/>
                </a:lnTo>
                <a:lnTo>
                  <a:pt x="1200150" y="1638300"/>
                </a:lnTo>
                <a:lnTo>
                  <a:pt x="1209675" y="1638300"/>
                </a:lnTo>
                <a:lnTo>
                  <a:pt x="1209675" y="1647825"/>
                </a:lnTo>
                <a:lnTo>
                  <a:pt x="1219200" y="1647825"/>
                </a:lnTo>
                <a:lnTo>
                  <a:pt x="1219200" y="1657350"/>
                </a:lnTo>
                <a:lnTo>
                  <a:pt x="1209675" y="1657350"/>
                </a:lnTo>
                <a:lnTo>
                  <a:pt x="1209675" y="1666875"/>
                </a:lnTo>
                <a:lnTo>
                  <a:pt x="1200150" y="1666875"/>
                </a:lnTo>
                <a:lnTo>
                  <a:pt x="1200150" y="1676400"/>
                </a:lnTo>
                <a:lnTo>
                  <a:pt x="1171575" y="1676400"/>
                </a:lnTo>
                <a:lnTo>
                  <a:pt x="1171575" y="1666875"/>
                </a:lnTo>
                <a:lnTo>
                  <a:pt x="1190625" y="1666875"/>
                </a:lnTo>
                <a:lnTo>
                  <a:pt x="1190625" y="1647825"/>
                </a:lnTo>
                <a:lnTo>
                  <a:pt x="1171575" y="1647825"/>
                </a:lnTo>
                <a:lnTo>
                  <a:pt x="1171575" y="1638300"/>
                </a:lnTo>
                <a:lnTo>
                  <a:pt x="1190625" y="1638300"/>
                </a:lnTo>
                <a:close/>
                <a:moveTo>
                  <a:pt x="266700" y="1638300"/>
                </a:moveTo>
                <a:lnTo>
                  <a:pt x="314325" y="1638300"/>
                </a:lnTo>
                <a:lnTo>
                  <a:pt x="314325" y="1647825"/>
                </a:lnTo>
                <a:lnTo>
                  <a:pt x="266700" y="1647825"/>
                </a:lnTo>
                <a:close/>
                <a:moveTo>
                  <a:pt x="523875" y="1638300"/>
                </a:moveTo>
                <a:lnTo>
                  <a:pt x="533400" y="1638300"/>
                </a:lnTo>
                <a:lnTo>
                  <a:pt x="533400" y="1647825"/>
                </a:lnTo>
                <a:lnTo>
                  <a:pt x="523875" y="1647825"/>
                </a:lnTo>
                <a:close/>
                <a:moveTo>
                  <a:pt x="666750" y="1638300"/>
                </a:moveTo>
                <a:lnTo>
                  <a:pt x="676275" y="1638300"/>
                </a:lnTo>
                <a:lnTo>
                  <a:pt x="676275" y="1647825"/>
                </a:lnTo>
                <a:lnTo>
                  <a:pt x="666750" y="1647825"/>
                </a:lnTo>
                <a:close/>
                <a:moveTo>
                  <a:pt x="714375" y="1638300"/>
                </a:moveTo>
                <a:lnTo>
                  <a:pt x="733425" y="1638300"/>
                </a:lnTo>
                <a:lnTo>
                  <a:pt x="733425" y="1647825"/>
                </a:lnTo>
                <a:lnTo>
                  <a:pt x="714375" y="1647825"/>
                </a:lnTo>
                <a:close/>
                <a:moveTo>
                  <a:pt x="762000" y="1638300"/>
                </a:moveTo>
                <a:lnTo>
                  <a:pt x="819150" y="1638300"/>
                </a:lnTo>
                <a:lnTo>
                  <a:pt x="819150" y="1647825"/>
                </a:lnTo>
                <a:lnTo>
                  <a:pt x="800100" y="1647825"/>
                </a:lnTo>
                <a:lnTo>
                  <a:pt x="800100" y="1657350"/>
                </a:lnTo>
                <a:lnTo>
                  <a:pt x="819150" y="1657350"/>
                </a:lnTo>
                <a:lnTo>
                  <a:pt x="819150" y="1666875"/>
                </a:lnTo>
                <a:lnTo>
                  <a:pt x="828675" y="1666875"/>
                </a:lnTo>
                <a:lnTo>
                  <a:pt x="828675" y="1657350"/>
                </a:lnTo>
                <a:lnTo>
                  <a:pt x="838200" y="1657350"/>
                </a:lnTo>
                <a:lnTo>
                  <a:pt x="838200" y="1666875"/>
                </a:lnTo>
                <a:lnTo>
                  <a:pt x="828675" y="1666875"/>
                </a:lnTo>
                <a:lnTo>
                  <a:pt x="828675" y="1676400"/>
                </a:lnTo>
                <a:lnTo>
                  <a:pt x="752475" y="1676400"/>
                </a:lnTo>
                <a:lnTo>
                  <a:pt x="752475" y="1666875"/>
                </a:lnTo>
                <a:lnTo>
                  <a:pt x="790575" y="1666875"/>
                </a:lnTo>
                <a:lnTo>
                  <a:pt x="790575" y="1647825"/>
                </a:lnTo>
                <a:lnTo>
                  <a:pt x="762000" y="1647825"/>
                </a:lnTo>
                <a:close/>
                <a:moveTo>
                  <a:pt x="828675" y="1638300"/>
                </a:moveTo>
                <a:lnTo>
                  <a:pt x="847725" y="1638300"/>
                </a:lnTo>
                <a:lnTo>
                  <a:pt x="847725" y="1647825"/>
                </a:lnTo>
                <a:lnTo>
                  <a:pt x="828675" y="1647825"/>
                </a:lnTo>
                <a:close/>
                <a:moveTo>
                  <a:pt x="866775" y="1638300"/>
                </a:moveTo>
                <a:lnTo>
                  <a:pt x="885825" y="1638300"/>
                </a:lnTo>
                <a:lnTo>
                  <a:pt x="885825" y="1647825"/>
                </a:lnTo>
                <a:lnTo>
                  <a:pt x="866775" y="1647825"/>
                </a:lnTo>
                <a:close/>
                <a:moveTo>
                  <a:pt x="962025" y="1638300"/>
                </a:moveTo>
                <a:lnTo>
                  <a:pt x="990600" y="1638300"/>
                </a:lnTo>
                <a:lnTo>
                  <a:pt x="990600" y="1647825"/>
                </a:lnTo>
                <a:lnTo>
                  <a:pt x="971550" y="1647825"/>
                </a:lnTo>
                <a:lnTo>
                  <a:pt x="971550" y="1666875"/>
                </a:lnTo>
                <a:lnTo>
                  <a:pt x="962025" y="1666875"/>
                </a:lnTo>
                <a:lnTo>
                  <a:pt x="962025" y="1657350"/>
                </a:lnTo>
                <a:lnTo>
                  <a:pt x="952500" y="1657350"/>
                </a:lnTo>
                <a:lnTo>
                  <a:pt x="952500" y="1647825"/>
                </a:lnTo>
                <a:lnTo>
                  <a:pt x="962025" y="1647825"/>
                </a:lnTo>
                <a:close/>
                <a:moveTo>
                  <a:pt x="1009650" y="1638300"/>
                </a:moveTo>
                <a:lnTo>
                  <a:pt x="1047750" y="1638300"/>
                </a:lnTo>
                <a:lnTo>
                  <a:pt x="1047750" y="1647825"/>
                </a:lnTo>
                <a:lnTo>
                  <a:pt x="1009650" y="1647825"/>
                </a:lnTo>
                <a:close/>
                <a:moveTo>
                  <a:pt x="1085850" y="1638300"/>
                </a:moveTo>
                <a:lnTo>
                  <a:pt x="1133475" y="1638300"/>
                </a:lnTo>
                <a:lnTo>
                  <a:pt x="1133475" y="1647825"/>
                </a:lnTo>
                <a:lnTo>
                  <a:pt x="1085850" y="1647825"/>
                </a:lnTo>
                <a:close/>
                <a:moveTo>
                  <a:pt x="1238250" y="1638300"/>
                </a:moveTo>
                <a:lnTo>
                  <a:pt x="1295400" y="1638300"/>
                </a:lnTo>
                <a:lnTo>
                  <a:pt x="1295400" y="1647825"/>
                </a:lnTo>
                <a:lnTo>
                  <a:pt x="1257300" y="1647825"/>
                </a:lnTo>
                <a:lnTo>
                  <a:pt x="1257300" y="1666875"/>
                </a:lnTo>
                <a:lnTo>
                  <a:pt x="1247775" y="1666875"/>
                </a:lnTo>
                <a:lnTo>
                  <a:pt x="1247775" y="1647825"/>
                </a:lnTo>
                <a:lnTo>
                  <a:pt x="1238250" y="1647825"/>
                </a:lnTo>
                <a:close/>
                <a:moveTo>
                  <a:pt x="1333500" y="1638300"/>
                </a:moveTo>
                <a:lnTo>
                  <a:pt x="1343025" y="1638300"/>
                </a:lnTo>
                <a:lnTo>
                  <a:pt x="1343025" y="1647825"/>
                </a:lnTo>
                <a:lnTo>
                  <a:pt x="1333500" y="1647825"/>
                </a:lnTo>
                <a:close/>
                <a:moveTo>
                  <a:pt x="628650" y="1647825"/>
                </a:moveTo>
                <a:lnTo>
                  <a:pt x="638175" y="1647825"/>
                </a:lnTo>
                <a:lnTo>
                  <a:pt x="638175" y="1666875"/>
                </a:lnTo>
                <a:lnTo>
                  <a:pt x="628650" y="1666875"/>
                </a:lnTo>
                <a:close/>
                <a:moveTo>
                  <a:pt x="695325" y="1647825"/>
                </a:moveTo>
                <a:lnTo>
                  <a:pt x="714375" y="1647825"/>
                </a:lnTo>
                <a:lnTo>
                  <a:pt x="714375" y="1666875"/>
                </a:lnTo>
                <a:lnTo>
                  <a:pt x="685800" y="1666875"/>
                </a:lnTo>
                <a:lnTo>
                  <a:pt x="685800" y="1657350"/>
                </a:lnTo>
                <a:lnTo>
                  <a:pt x="695325" y="1657350"/>
                </a:lnTo>
                <a:close/>
                <a:moveTo>
                  <a:pt x="914400" y="1647825"/>
                </a:moveTo>
                <a:lnTo>
                  <a:pt x="923925" y="1647825"/>
                </a:lnTo>
                <a:lnTo>
                  <a:pt x="923925" y="1657350"/>
                </a:lnTo>
                <a:lnTo>
                  <a:pt x="914400" y="1657350"/>
                </a:lnTo>
                <a:close/>
                <a:moveTo>
                  <a:pt x="1000125" y="1647825"/>
                </a:moveTo>
                <a:lnTo>
                  <a:pt x="1009650" y="1647825"/>
                </a:lnTo>
                <a:lnTo>
                  <a:pt x="1009650" y="1657350"/>
                </a:lnTo>
                <a:lnTo>
                  <a:pt x="1000125" y="1657350"/>
                </a:lnTo>
                <a:close/>
                <a:moveTo>
                  <a:pt x="1133475" y="1647825"/>
                </a:moveTo>
                <a:lnTo>
                  <a:pt x="1143000" y="1647825"/>
                </a:lnTo>
                <a:lnTo>
                  <a:pt x="1143000" y="1666875"/>
                </a:lnTo>
                <a:lnTo>
                  <a:pt x="1133475" y="1666875"/>
                </a:lnTo>
                <a:close/>
                <a:moveTo>
                  <a:pt x="447675" y="1657350"/>
                </a:moveTo>
                <a:lnTo>
                  <a:pt x="457200" y="1657350"/>
                </a:lnTo>
                <a:lnTo>
                  <a:pt x="457200" y="1647825"/>
                </a:lnTo>
                <a:lnTo>
                  <a:pt x="447675" y="1647825"/>
                </a:lnTo>
                <a:close/>
                <a:moveTo>
                  <a:pt x="1085850" y="1657350"/>
                </a:moveTo>
                <a:lnTo>
                  <a:pt x="1104900" y="1657350"/>
                </a:lnTo>
                <a:lnTo>
                  <a:pt x="1104900" y="1666875"/>
                </a:lnTo>
                <a:lnTo>
                  <a:pt x="1085850" y="1666875"/>
                </a:lnTo>
                <a:close/>
                <a:moveTo>
                  <a:pt x="1295400" y="1657350"/>
                </a:moveTo>
                <a:lnTo>
                  <a:pt x="1323975" y="1657350"/>
                </a:lnTo>
                <a:lnTo>
                  <a:pt x="1323975" y="1666875"/>
                </a:lnTo>
                <a:lnTo>
                  <a:pt x="1295400" y="1666875"/>
                </a:lnTo>
                <a:close/>
                <a:moveTo>
                  <a:pt x="542925" y="1666875"/>
                </a:moveTo>
                <a:lnTo>
                  <a:pt x="628650" y="1666875"/>
                </a:lnTo>
                <a:lnTo>
                  <a:pt x="628650" y="1676400"/>
                </a:lnTo>
                <a:lnTo>
                  <a:pt x="542925" y="1676400"/>
                </a:lnTo>
                <a:close/>
                <a:moveTo>
                  <a:pt x="666750" y="1666875"/>
                </a:moveTo>
                <a:lnTo>
                  <a:pt x="685800" y="1666875"/>
                </a:lnTo>
                <a:lnTo>
                  <a:pt x="685800" y="1676400"/>
                </a:lnTo>
                <a:lnTo>
                  <a:pt x="666750" y="1676400"/>
                </a:lnTo>
                <a:close/>
                <a:moveTo>
                  <a:pt x="714375" y="1666875"/>
                </a:moveTo>
                <a:lnTo>
                  <a:pt x="742950" y="1666875"/>
                </a:lnTo>
                <a:lnTo>
                  <a:pt x="742950" y="1676400"/>
                </a:lnTo>
                <a:lnTo>
                  <a:pt x="714375" y="1676400"/>
                </a:lnTo>
                <a:close/>
                <a:moveTo>
                  <a:pt x="876300" y="1666875"/>
                </a:moveTo>
                <a:lnTo>
                  <a:pt x="885825" y="1666875"/>
                </a:lnTo>
                <a:lnTo>
                  <a:pt x="885825" y="1676400"/>
                </a:lnTo>
                <a:lnTo>
                  <a:pt x="876300" y="1676400"/>
                </a:lnTo>
                <a:close/>
                <a:moveTo>
                  <a:pt x="914400" y="1666875"/>
                </a:moveTo>
                <a:lnTo>
                  <a:pt x="933450" y="1666875"/>
                </a:lnTo>
                <a:lnTo>
                  <a:pt x="933450" y="1676400"/>
                </a:lnTo>
                <a:lnTo>
                  <a:pt x="914400" y="1676400"/>
                </a:lnTo>
                <a:close/>
                <a:moveTo>
                  <a:pt x="981075" y="1666875"/>
                </a:moveTo>
                <a:lnTo>
                  <a:pt x="1009650" y="1666875"/>
                </a:lnTo>
                <a:lnTo>
                  <a:pt x="1009650" y="1676400"/>
                </a:lnTo>
                <a:lnTo>
                  <a:pt x="981075" y="1676400"/>
                </a:lnTo>
                <a:close/>
                <a:moveTo>
                  <a:pt x="1028700" y="1666875"/>
                </a:moveTo>
                <a:lnTo>
                  <a:pt x="1085850" y="1666875"/>
                </a:lnTo>
                <a:lnTo>
                  <a:pt x="1085850" y="1676400"/>
                </a:lnTo>
                <a:lnTo>
                  <a:pt x="1028700" y="1676400"/>
                </a:lnTo>
                <a:close/>
                <a:moveTo>
                  <a:pt x="1114425" y="1666875"/>
                </a:moveTo>
                <a:lnTo>
                  <a:pt x="1133475" y="1666875"/>
                </a:lnTo>
                <a:lnTo>
                  <a:pt x="1133475" y="1676400"/>
                </a:lnTo>
                <a:lnTo>
                  <a:pt x="1114425" y="1676400"/>
                </a:lnTo>
                <a:close/>
                <a:moveTo>
                  <a:pt x="1238250" y="1666875"/>
                </a:moveTo>
                <a:lnTo>
                  <a:pt x="1247775" y="1666875"/>
                </a:lnTo>
                <a:lnTo>
                  <a:pt x="1247775" y="1676400"/>
                </a:lnTo>
                <a:lnTo>
                  <a:pt x="1238250" y="1676400"/>
                </a:lnTo>
                <a:close/>
                <a:moveTo>
                  <a:pt x="1257300" y="1666875"/>
                </a:moveTo>
                <a:lnTo>
                  <a:pt x="1285875" y="1666875"/>
                </a:lnTo>
                <a:lnTo>
                  <a:pt x="1285875" y="1676400"/>
                </a:lnTo>
                <a:lnTo>
                  <a:pt x="1257300" y="1676400"/>
                </a:lnTo>
                <a:close/>
                <a:moveTo>
                  <a:pt x="1333500" y="1666875"/>
                </a:moveTo>
                <a:lnTo>
                  <a:pt x="1343025" y="1666875"/>
                </a:lnTo>
                <a:lnTo>
                  <a:pt x="1343025" y="1676400"/>
                </a:lnTo>
                <a:lnTo>
                  <a:pt x="1333500" y="1676400"/>
                </a:lnTo>
                <a:close/>
                <a:moveTo>
                  <a:pt x="1009650" y="1676400"/>
                </a:moveTo>
                <a:lnTo>
                  <a:pt x="1028700" y="1676400"/>
                </a:lnTo>
                <a:lnTo>
                  <a:pt x="1028700" y="1685925"/>
                </a:lnTo>
                <a:lnTo>
                  <a:pt x="1009650" y="1685925"/>
                </a:lnTo>
                <a:close/>
                <a:moveTo>
                  <a:pt x="1743075" y="1838325"/>
                </a:moveTo>
                <a:lnTo>
                  <a:pt x="1752600" y="1838325"/>
                </a:lnTo>
                <a:lnTo>
                  <a:pt x="1752600" y="2247900"/>
                </a:lnTo>
                <a:lnTo>
                  <a:pt x="1743075" y="2247900"/>
                </a:lnTo>
                <a:close/>
                <a:moveTo>
                  <a:pt x="447675" y="1866900"/>
                </a:moveTo>
                <a:lnTo>
                  <a:pt x="466725" y="1866900"/>
                </a:lnTo>
                <a:lnTo>
                  <a:pt x="466725" y="1876425"/>
                </a:lnTo>
                <a:lnTo>
                  <a:pt x="447675" y="1876425"/>
                </a:lnTo>
                <a:close/>
                <a:moveTo>
                  <a:pt x="438150" y="1876425"/>
                </a:moveTo>
                <a:lnTo>
                  <a:pt x="447675" y="1876425"/>
                </a:lnTo>
                <a:lnTo>
                  <a:pt x="447675" y="1885950"/>
                </a:lnTo>
                <a:lnTo>
                  <a:pt x="438150" y="1885950"/>
                </a:lnTo>
                <a:close/>
                <a:moveTo>
                  <a:pt x="676275" y="1876425"/>
                </a:moveTo>
                <a:lnTo>
                  <a:pt x="685800" y="1876425"/>
                </a:lnTo>
                <a:lnTo>
                  <a:pt x="685800" y="1885950"/>
                </a:lnTo>
                <a:lnTo>
                  <a:pt x="676275" y="1885950"/>
                </a:lnTo>
                <a:close/>
                <a:moveTo>
                  <a:pt x="257175" y="1885950"/>
                </a:moveTo>
                <a:lnTo>
                  <a:pt x="295275" y="1885950"/>
                </a:lnTo>
                <a:lnTo>
                  <a:pt x="295275" y="1895475"/>
                </a:lnTo>
                <a:lnTo>
                  <a:pt x="304800" y="1895475"/>
                </a:lnTo>
                <a:lnTo>
                  <a:pt x="304800" y="1905000"/>
                </a:lnTo>
                <a:lnTo>
                  <a:pt x="314325" y="1905000"/>
                </a:lnTo>
                <a:lnTo>
                  <a:pt x="314325" y="1914525"/>
                </a:lnTo>
                <a:lnTo>
                  <a:pt x="304800" y="1914525"/>
                </a:lnTo>
                <a:lnTo>
                  <a:pt x="304800" y="1924050"/>
                </a:lnTo>
                <a:lnTo>
                  <a:pt x="295275" y="1924050"/>
                </a:lnTo>
                <a:lnTo>
                  <a:pt x="295275" y="1971675"/>
                </a:lnTo>
                <a:lnTo>
                  <a:pt x="285750" y="1971675"/>
                </a:lnTo>
                <a:lnTo>
                  <a:pt x="285750" y="1981200"/>
                </a:lnTo>
                <a:lnTo>
                  <a:pt x="266700" y="1981200"/>
                </a:lnTo>
                <a:lnTo>
                  <a:pt x="266700" y="1971675"/>
                </a:lnTo>
                <a:lnTo>
                  <a:pt x="247650" y="1971675"/>
                </a:lnTo>
                <a:lnTo>
                  <a:pt x="247650" y="1990725"/>
                </a:lnTo>
                <a:lnTo>
                  <a:pt x="238125" y="1990725"/>
                </a:lnTo>
                <a:lnTo>
                  <a:pt x="238125" y="1905000"/>
                </a:lnTo>
                <a:lnTo>
                  <a:pt x="247650" y="1905000"/>
                </a:lnTo>
                <a:lnTo>
                  <a:pt x="247650" y="1895475"/>
                </a:lnTo>
                <a:lnTo>
                  <a:pt x="257175" y="1895475"/>
                </a:lnTo>
                <a:close/>
                <a:moveTo>
                  <a:pt x="561975" y="1885950"/>
                </a:moveTo>
                <a:lnTo>
                  <a:pt x="571500" y="1885950"/>
                </a:lnTo>
                <a:lnTo>
                  <a:pt x="571500" y="1895475"/>
                </a:lnTo>
                <a:lnTo>
                  <a:pt x="561975" y="1895475"/>
                </a:lnTo>
                <a:close/>
                <a:moveTo>
                  <a:pt x="600075" y="1885950"/>
                </a:moveTo>
                <a:lnTo>
                  <a:pt x="619125" y="1885950"/>
                </a:lnTo>
                <a:lnTo>
                  <a:pt x="619125" y="1895475"/>
                </a:lnTo>
                <a:lnTo>
                  <a:pt x="600075" y="1895475"/>
                </a:lnTo>
                <a:close/>
                <a:moveTo>
                  <a:pt x="809625" y="1885950"/>
                </a:moveTo>
                <a:lnTo>
                  <a:pt x="819150" y="1885950"/>
                </a:lnTo>
                <a:lnTo>
                  <a:pt x="819150" y="1895475"/>
                </a:lnTo>
                <a:lnTo>
                  <a:pt x="809625" y="1895475"/>
                </a:lnTo>
                <a:close/>
                <a:moveTo>
                  <a:pt x="457200" y="1905000"/>
                </a:moveTo>
                <a:lnTo>
                  <a:pt x="466725" y="1905000"/>
                </a:lnTo>
                <a:lnTo>
                  <a:pt x="466725" y="1914525"/>
                </a:lnTo>
                <a:lnTo>
                  <a:pt x="457200" y="1914525"/>
                </a:lnTo>
                <a:close/>
                <a:moveTo>
                  <a:pt x="257175" y="1914525"/>
                </a:moveTo>
                <a:lnTo>
                  <a:pt x="266700" y="1914525"/>
                </a:lnTo>
                <a:lnTo>
                  <a:pt x="266700" y="1905000"/>
                </a:lnTo>
                <a:lnTo>
                  <a:pt x="257175" y="1905000"/>
                </a:lnTo>
                <a:close/>
                <a:moveTo>
                  <a:pt x="285750" y="1914525"/>
                </a:moveTo>
                <a:lnTo>
                  <a:pt x="295275" y="1914525"/>
                </a:lnTo>
                <a:lnTo>
                  <a:pt x="295275" y="1905000"/>
                </a:lnTo>
                <a:lnTo>
                  <a:pt x="285750" y="1905000"/>
                </a:lnTo>
                <a:close/>
                <a:moveTo>
                  <a:pt x="314325" y="1914525"/>
                </a:moveTo>
                <a:lnTo>
                  <a:pt x="323850" y="1914525"/>
                </a:lnTo>
                <a:lnTo>
                  <a:pt x="323850" y="1924050"/>
                </a:lnTo>
                <a:lnTo>
                  <a:pt x="314325" y="1924050"/>
                </a:lnTo>
                <a:close/>
                <a:moveTo>
                  <a:pt x="447675" y="1914525"/>
                </a:moveTo>
                <a:lnTo>
                  <a:pt x="457200" y="1914525"/>
                </a:lnTo>
                <a:lnTo>
                  <a:pt x="457200" y="1924050"/>
                </a:lnTo>
                <a:lnTo>
                  <a:pt x="447675" y="1924050"/>
                </a:lnTo>
                <a:close/>
                <a:moveTo>
                  <a:pt x="485775" y="1914525"/>
                </a:moveTo>
                <a:lnTo>
                  <a:pt x="514350" y="1914525"/>
                </a:lnTo>
                <a:lnTo>
                  <a:pt x="514350" y="1924050"/>
                </a:lnTo>
                <a:lnTo>
                  <a:pt x="485775" y="1924050"/>
                </a:lnTo>
                <a:close/>
                <a:moveTo>
                  <a:pt x="523875" y="1914525"/>
                </a:moveTo>
                <a:lnTo>
                  <a:pt x="533400" y="1914525"/>
                </a:lnTo>
                <a:lnTo>
                  <a:pt x="533400" y="1924050"/>
                </a:lnTo>
                <a:lnTo>
                  <a:pt x="523875" y="1924050"/>
                </a:lnTo>
                <a:close/>
                <a:moveTo>
                  <a:pt x="552450" y="1914525"/>
                </a:moveTo>
                <a:lnTo>
                  <a:pt x="581025" y="1914525"/>
                </a:lnTo>
                <a:lnTo>
                  <a:pt x="581025" y="1924050"/>
                </a:lnTo>
                <a:lnTo>
                  <a:pt x="552450" y="1924050"/>
                </a:lnTo>
                <a:close/>
                <a:moveTo>
                  <a:pt x="695325" y="1914525"/>
                </a:moveTo>
                <a:lnTo>
                  <a:pt x="704850" y="1914525"/>
                </a:lnTo>
                <a:lnTo>
                  <a:pt x="704850" y="1924050"/>
                </a:lnTo>
                <a:lnTo>
                  <a:pt x="695325" y="1924050"/>
                </a:lnTo>
                <a:close/>
                <a:moveTo>
                  <a:pt x="733425" y="1914525"/>
                </a:moveTo>
                <a:lnTo>
                  <a:pt x="762000" y="1914525"/>
                </a:lnTo>
                <a:lnTo>
                  <a:pt x="762000" y="1924050"/>
                </a:lnTo>
                <a:lnTo>
                  <a:pt x="733425" y="1924050"/>
                </a:lnTo>
                <a:close/>
                <a:moveTo>
                  <a:pt x="809625" y="1914525"/>
                </a:moveTo>
                <a:lnTo>
                  <a:pt x="819150" y="1914525"/>
                </a:lnTo>
                <a:lnTo>
                  <a:pt x="819150" y="1924050"/>
                </a:lnTo>
                <a:lnTo>
                  <a:pt x="809625" y="1924050"/>
                </a:lnTo>
                <a:close/>
                <a:moveTo>
                  <a:pt x="581025" y="1924050"/>
                </a:moveTo>
                <a:lnTo>
                  <a:pt x="600075" y="1924050"/>
                </a:lnTo>
                <a:lnTo>
                  <a:pt x="600075" y="1933575"/>
                </a:lnTo>
                <a:lnTo>
                  <a:pt x="581025" y="1933575"/>
                </a:lnTo>
                <a:close/>
                <a:moveTo>
                  <a:pt x="619125" y="1924050"/>
                </a:moveTo>
                <a:lnTo>
                  <a:pt x="638175" y="1924050"/>
                </a:lnTo>
                <a:lnTo>
                  <a:pt x="638175" y="1933575"/>
                </a:lnTo>
                <a:lnTo>
                  <a:pt x="619125" y="1933575"/>
                </a:lnTo>
                <a:close/>
                <a:moveTo>
                  <a:pt x="1628775" y="1924050"/>
                </a:moveTo>
                <a:lnTo>
                  <a:pt x="1638300" y="1924050"/>
                </a:lnTo>
                <a:lnTo>
                  <a:pt x="1638300" y="1933575"/>
                </a:lnTo>
                <a:lnTo>
                  <a:pt x="1647825" y="1933575"/>
                </a:lnTo>
                <a:lnTo>
                  <a:pt x="1647825" y="1952625"/>
                </a:lnTo>
                <a:lnTo>
                  <a:pt x="1638300" y="1952625"/>
                </a:lnTo>
                <a:lnTo>
                  <a:pt x="1638300" y="1962150"/>
                </a:lnTo>
                <a:lnTo>
                  <a:pt x="1628775" y="1962150"/>
                </a:lnTo>
                <a:close/>
                <a:moveTo>
                  <a:pt x="447675" y="1981200"/>
                </a:moveTo>
                <a:lnTo>
                  <a:pt x="457200" y="1981200"/>
                </a:lnTo>
                <a:lnTo>
                  <a:pt x="457200" y="1990725"/>
                </a:lnTo>
                <a:lnTo>
                  <a:pt x="447675" y="1990725"/>
                </a:lnTo>
                <a:close/>
                <a:moveTo>
                  <a:pt x="533400" y="1981200"/>
                </a:moveTo>
                <a:lnTo>
                  <a:pt x="552450" y="1981200"/>
                </a:lnTo>
                <a:lnTo>
                  <a:pt x="552450" y="1990725"/>
                </a:lnTo>
                <a:lnTo>
                  <a:pt x="581025" y="1990725"/>
                </a:lnTo>
                <a:lnTo>
                  <a:pt x="581025" y="2000250"/>
                </a:lnTo>
                <a:lnTo>
                  <a:pt x="561975" y="2000250"/>
                </a:lnTo>
                <a:lnTo>
                  <a:pt x="561975" y="2019300"/>
                </a:lnTo>
                <a:lnTo>
                  <a:pt x="504825" y="2019300"/>
                </a:lnTo>
                <a:lnTo>
                  <a:pt x="504825" y="2009775"/>
                </a:lnTo>
                <a:lnTo>
                  <a:pt x="533400" y="2009775"/>
                </a:lnTo>
                <a:lnTo>
                  <a:pt x="533400" y="2000250"/>
                </a:lnTo>
                <a:lnTo>
                  <a:pt x="504825" y="2000250"/>
                </a:lnTo>
                <a:lnTo>
                  <a:pt x="504825" y="1990725"/>
                </a:lnTo>
                <a:lnTo>
                  <a:pt x="533400" y="1990725"/>
                </a:lnTo>
                <a:close/>
                <a:moveTo>
                  <a:pt x="1000125" y="1981200"/>
                </a:moveTo>
                <a:lnTo>
                  <a:pt x="1019175" y="1981200"/>
                </a:lnTo>
                <a:lnTo>
                  <a:pt x="1019175" y="2000250"/>
                </a:lnTo>
                <a:lnTo>
                  <a:pt x="990600" y="2000250"/>
                </a:lnTo>
                <a:lnTo>
                  <a:pt x="990600" y="1990725"/>
                </a:lnTo>
                <a:lnTo>
                  <a:pt x="1000125" y="1990725"/>
                </a:lnTo>
                <a:close/>
                <a:moveTo>
                  <a:pt x="247650" y="1990725"/>
                </a:moveTo>
                <a:lnTo>
                  <a:pt x="257175" y="1990725"/>
                </a:lnTo>
                <a:lnTo>
                  <a:pt x="257175" y="2000250"/>
                </a:lnTo>
                <a:lnTo>
                  <a:pt x="247650" y="2000250"/>
                </a:lnTo>
                <a:close/>
                <a:moveTo>
                  <a:pt x="428625" y="1990725"/>
                </a:moveTo>
                <a:lnTo>
                  <a:pt x="447675" y="1990725"/>
                </a:lnTo>
                <a:lnTo>
                  <a:pt x="447675" y="2019300"/>
                </a:lnTo>
                <a:lnTo>
                  <a:pt x="438150" y="2019300"/>
                </a:lnTo>
                <a:lnTo>
                  <a:pt x="438150" y="2009775"/>
                </a:lnTo>
                <a:lnTo>
                  <a:pt x="428625" y="2009775"/>
                </a:lnTo>
                <a:close/>
                <a:moveTo>
                  <a:pt x="457200" y="1990725"/>
                </a:moveTo>
                <a:lnTo>
                  <a:pt x="466725" y="1990725"/>
                </a:lnTo>
                <a:lnTo>
                  <a:pt x="466725" y="2000250"/>
                </a:lnTo>
                <a:lnTo>
                  <a:pt x="457200" y="2000250"/>
                </a:lnTo>
                <a:close/>
                <a:moveTo>
                  <a:pt x="590550" y="1990725"/>
                </a:moveTo>
                <a:lnTo>
                  <a:pt x="647700" y="1990725"/>
                </a:lnTo>
                <a:lnTo>
                  <a:pt x="647700" y="2000250"/>
                </a:lnTo>
                <a:lnTo>
                  <a:pt x="590550" y="2000250"/>
                </a:lnTo>
                <a:close/>
                <a:moveTo>
                  <a:pt x="695325" y="1990725"/>
                </a:moveTo>
                <a:lnTo>
                  <a:pt x="838200" y="1990725"/>
                </a:lnTo>
                <a:lnTo>
                  <a:pt x="838200" y="2000250"/>
                </a:lnTo>
                <a:lnTo>
                  <a:pt x="781050" y="2000250"/>
                </a:lnTo>
                <a:lnTo>
                  <a:pt x="781050" y="2009775"/>
                </a:lnTo>
                <a:lnTo>
                  <a:pt x="790575" y="2009775"/>
                </a:lnTo>
                <a:lnTo>
                  <a:pt x="790575" y="2019300"/>
                </a:lnTo>
                <a:lnTo>
                  <a:pt x="752475" y="2019300"/>
                </a:lnTo>
                <a:lnTo>
                  <a:pt x="752475" y="2028825"/>
                </a:lnTo>
                <a:lnTo>
                  <a:pt x="733425" y="2028825"/>
                </a:lnTo>
                <a:lnTo>
                  <a:pt x="733425" y="2019300"/>
                </a:lnTo>
                <a:lnTo>
                  <a:pt x="704850" y="2019300"/>
                </a:lnTo>
                <a:lnTo>
                  <a:pt x="704850" y="2009775"/>
                </a:lnTo>
                <a:lnTo>
                  <a:pt x="762000" y="2009775"/>
                </a:lnTo>
                <a:lnTo>
                  <a:pt x="762000" y="2000250"/>
                </a:lnTo>
                <a:lnTo>
                  <a:pt x="695325" y="2000250"/>
                </a:lnTo>
                <a:close/>
                <a:moveTo>
                  <a:pt x="876300" y="1990725"/>
                </a:moveTo>
                <a:lnTo>
                  <a:pt x="895350" y="1990725"/>
                </a:lnTo>
                <a:lnTo>
                  <a:pt x="895350" y="2000250"/>
                </a:lnTo>
                <a:lnTo>
                  <a:pt x="876300" y="2000250"/>
                </a:lnTo>
                <a:close/>
                <a:moveTo>
                  <a:pt x="904875" y="1990725"/>
                </a:moveTo>
                <a:lnTo>
                  <a:pt x="914400" y="1990725"/>
                </a:lnTo>
                <a:lnTo>
                  <a:pt x="914400" y="2000250"/>
                </a:lnTo>
                <a:lnTo>
                  <a:pt x="904875" y="2000250"/>
                </a:lnTo>
                <a:close/>
                <a:moveTo>
                  <a:pt x="933450" y="1990725"/>
                </a:moveTo>
                <a:lnTo>
                  <a:pt x="962025" y="1990725"/>
                </a:lnTo>
                <a:lnTo>
                  <a:pt x="962025" y="2000250"/>
                </a:lnTo>
                <a:lnTo>
                  <a:pt x="933450" y="2000250"/>
                </a:lnTo>
                <a:close/>
                <a:moveTo>
                  <a:pt x="1028700" y="1990725"/>
                </a:moveTo>
                <a:lnTo>
                  <a:pt x="1038225" y="1990725"/>
                </a:lnTo>
                <a:lnTo>
                  <a:pt x="1038225" y="2000250"/>
                </a:lnTo>
                <a:lnTo>
                  <a:pt x="1028700" y="2000250"/>
                </a:lnTo>
                <a:close/>
                <a:moveTo>
                  <a:pt x="1047750" y="1990725"/>
                </a:moveTo>
                <a:lnTo>
                  <a:pt x="1066800" y="1990725"/>
                </a:lnTo>
                <a:lnTo>
                  <a:pt x="1066800" y="2000250"/>
                </a:lnTo>
                <a:lnTo>
                  <a:pt x="1076325" y="2000250"/>
                </a:lnTo>
                <a:lnTo>
                  <a:pt x="1076325" y="1990725"/>
                </a:lnTo>
                <a:lnTo>
                  <a:pt x="1085850" y="1990725"/>
                </a:lnTo>
                <a:lnTo>
                  <a:pt x="1085850" y="2000250"/>
                </a:lnTo>
                <a:lnTo>
                  <a:pt x="1076325" y="2000250"/>
                </a:lnTo>
                <a:lnTo>
                  <a:pt x="1076325" y="2009775"/>
                </a:lnTo>
                <a:lnTo>
                  <a:pt x="1057275" y="2009775"/>
                </a:lnTo>
                <a:lnTo>
                  <a:pt x="1057275" y="2000250"/>
                </a:lnTo>
                <a:lnTo>
                  <a:pt x="1047750" y="2000250"/>
                </a:lnTo>
                <a:close/>
                <a:moveTo>
                  <a:pt x="1123950" y="1990725"/>
                </a:moveTo>
                <a:lnTo>
                  <a:pt x="1200150" y="1990725"/>
                </a:lnTo>
                <a:lnTo>
                  <a:pt x="1200150" y="2000250"/>
                </a:lnTo>
                <a:lnTo>
                  <a:pt x="1123950" y="2000250"/>
                </a:lnTo>
                <a:close/>
                <a:moveTo>
                  <a:pt x="1209675" y="1990725"/>
                </a:moveTo>
                <a:lnTo>
                  <a:pt x="1247775" y="1990725"/>
                </a:lnTo>
                <a:lnTo>
                  <a:pt x="1247775" y="2000250"/>
                </a:lnTo>
                <a:lnTo>
                  <a:pt x="1209675" y="2000250"/>
                </a:lnTo>
                <a:close/>
                <a:moveTo>
                  <a:pt x="971550" y="2000250"/>
                </a:moveTo>
                <a:lnTo>
                  <a:pt x="990600" y="2000250"/>
                </a:lnTo>
                <a:lnTo>
                  <a:pt x="990600" y="2009775"/>
                </a:lnTo>
                <a:lnTo>
                  <a:pt x="1009650" y="2009775"/>
                </a:lnTo>
                <a:lnTo>
                  <a:pt x="1009650" y="2028825"/>
                </a:lnTo>
                <a:lnTo>
                  <a:pt x="990600" y="2028825"/>
                </a:lnTo>
                <a:lnTo>
                  <a:pt x="990600" y="2019300"/>
                </a:lnTo>
                <a:lnTo>
                  <a:pt x="981075" y="2019300"/>
                </a:lnTo>
                <a:lnTo>
                  <a:pt x="981075" y="2009775"/>
                </a:lnTo>
                <a:lnTo>
                  <a:pt x="971550" y="2009775"/>
                </a:lnTo>
                <a:close/>
                <a:moveTo>
                  <a:pt x="1247775" y="2000250"/>
                </a:moveTo>
                <a:lnTo>
                  <a:pt x="1257300" y="2000250"/>
                </a:lnTo>
                <a:lnTo>
                  <a:pt x="1257300" y="2019300"/>
                </a:lnTo>
                <a:lnTo>
                  <a:pt x="1247775" y="2019300"/>
                </a:lnTo>
                <a:close/>
                <a:moveTo>
                  <a:pt x="542925" y="2009775"/>
                </a:moveTo>
                <a:lnTo>
                  <a:pt x="552450" y="2009775"/>
                </a:lnTo>
                <a:lnTo>
                  <a:pt x="552450" y="2000250"/>
                </a:lnTo>
                <a:lnTo>
                  <a:pt x="542925" y="2000250"/>
                </a:lnTo>
                <a:close/>
                <a:moveTo>
                  <a:pt x="590550" y="2009775"/>
                </a:moveTo>
                <a:lnTo>
                  <a:pt x="619125" y="2009775"/>
                </a:lnTo>
                <a:lnTo>
                  <a:pt x="619125" y="2019300"/>
                </a:lnTo>
                <a:lnTo>
                  <a:pt x="590550" y="2019300"/>
                </a:lnTo>
                <a:close/>
                <a:moveTo>
                  <a:pt x="904875" y="2009775"/>
                </a:moveTo>
                <a:lnTo>
                  <a:pt x="923925" y="2009775"/>
                </a:lnTo>
                <a:lnTo>
                  <a:pt x="923925" y="2019300"/>
                </a:lnTo>
                <a:lnTo>
                  <a:pt x="904875" y="2019300"/>
                </a:lnTo>
                <a:close/>
                <a:moveTo>
                  <a:pt x="933450" y="2009775"/>
                </a:moveTo>
                <a:lnTo>
                  <a:pt x="971550" y="2009775"/>
                </a:lnTo>
                <a:lnTo>
                  <a:pt x="971550" y="2019300"/>
                </a:lnTo>
                <a:lnTo>
                  <a:pt x="933450" y="2019300"/>
                </a:lnTo>
                <a:close/>
                <a:moveTo>
                  <a:pt x="1076325" y="2009775"/>
                </a:moveTo>
                <a:lnTo>
                  <a:pt x="1085850" y="2009775"/>
                </a:lnTo>
                <a:lnTo>
                  <a:pt x="1085850" y="2019300"/>
                </a:lnTo>
                <a:lnTo>
                  <a:pt x="1076325" y="2019300"/>
                </a:lnTo>
                <a:close/>
                <a:moveTo>
                  <a:pt x="1200150" y="2009775"/>
                </a:moveTo>
                <a:lnTo>
                  <a:pt x="1219200" y="2009775"/>
                </a:lnTo>
                <a:lnTo>
                  <a:pt x="1219200" y="2019300"/>
                </a:lnTo>
                <a:lnTo>
                  <a:pt x="1200150" y="2019300"/>
                </a:lnTo>
                <a:close/>
                <a:moveTo>
                  <a:pt x="447675" y="2019300"/>
                </a:moveTo>
                <a:lnTo>
                  <a:pt x="466725" y="2019300"/>
                </a:lnTo>
                <a:lnTo>
                  <a:pt x="466725" y="2028825"/>
                </a:lnTo>
                <a:lnTo>
                  <a:pt x="447675" y="2028825"/>
                </a:lnTo>
                <a:close/>
                <a:moveTo>
                  <a:pt x="561975" y="2019300"/>
                </a:moveTo>
                <a:lnTo>
                  <a:pt x="581025" y="2019300"/>
                </a:lnTo>
                <a:lnTo>
                  <a:pt x="581025" y="2028825"/>
                </a:lnTo>
                <a:lnTo>
                  <a:pt x="561975" y="2028825"/>
                </a:lnTo>
                <a:close/>
                <a:moveTo>
                  <a:pt x="619125" y="2019300"/>
                </a:moveTo>
                <a:lnTo>
                  <a:pt x="638175" y="2019300"/>
                </a:lnTo>
                <a:lnTo>
                  <a:pt x="638175" y="2028825"/>
                </a:lnTo>
                <a:lnTo>
                  <a:pt x="619125" y="2028825"/>
                </a:lnTo>
                <a:close/>
                <a:moveTo>
                  <a:pt x="676275" y="2019300"/>
                </a:moveTo>
                <a:lnTo>
                  <a:pt x="685800" y="2019300"/>
                </a:lnTo>
                <a:lnTo>
                  <a:pt x="685800" y="2028825"/>
                </a:lnTo>
                <a:lnTo>
                  <a:pt x="676275" y="2028825"/>
                </a:lnTo>
                <a:close/>
                <a:moveTo>
                  <a:pt x="1104900" y="2019300"/>
                </a:moveTo>
                <a:lnTo>
                  <a:pt x="1171575" y="2019300"/>
                </a:lnTo>
                <a:lnTo>
                  <a:pt x="1171575" y="2028825"/>
                </a:lnTo>
                <a:lnTo>
                  <a:pt x="1152525" y="2028825"/>
                </a:lnTo>
                <a:lnTo>
                  <a:pt x="1152525" y="2038350"/>
                </a:lnTo>
                <a:lnTo>
                  <a:pt x="1143000" y="2038350"/>
                </a:lnTo>
                <a:lnTo>
                  <a:pt x="1143000" y="2028825"/>
                </a:lnTo>
                <a:lnTo>
                  <a:pt x="1104900" y="2028825"/>
                </a:lnTo>
                <a:close/>
                <a:moveTo>
                  <a:pt x="466725" y="2228850"/>
                </a:moveTo>
                <a:lnTo>
                  <a:pt x="476250" y="2228850"/>
                </a:lnTo>
                <a:lnTo>
                  <a:pt x="476250" y="2238375"/>
                </a:lnTo>
                <a:lnTo>
                  <a:pt x="466725" y="2238375"/>
                </a:lnTo>
                <a:close/>
                <a:moveTo>
                  <a:pt x="733425" y="2228850"/>
                </a:moveTo>
                <a:lnTo>
                  <a:pt x="742950" y="2228850"/>
                </a:lnTo>
                <a:lnTo>
                  <a:pt x="742950" y="2238375"/>
                </a:lnTo>
                <a:lnTo>
                  <a:pt x="733425" y="2238375"/>
                </a:lnTo>
                <a:close/>
                <a:moveTo>
                  <a:pt x="476250" y="2238375"/>
                </a:moveTo>
                <a:lnTo>
                  <a:pt x="504825" y="2238375"/>
                </a:lnTo>
                <a:lnTo>
                  <a:pt x="504825" y="2247900"/>
                </a:lnTo>
                <a:lnTo>
                  <a:pt x="485775" y="2247900"/>
                </a:lnTo>
                <a:lnTo>
                  <a:pt x="485775" y="2266950"/>
                </a:lnTo>
                <a:lnTo>
                  <a:pt x="476250" y="2266950"/>
                </a:lnTo>
                <a:close/>
                <a:moveTo>
                  <a:pt x="590550" y="2238375"/>
                </a:moveTo>
                <a:lnTo>
                  <a:pt x="619125" y="2238375"/>
                </a:lnTo>
                <a:lnTo>
                  <a:pt x="619125" y="2247900"/>
                </a:lnTo>
                <a:lnTo>
                  <a:pt x="590550" y="2247900"/>
                </a:lnTo>
                <a:close/>
                <a:moveTo>
                  <a:pt x="657225" y="2238375"/>
                </a:moveTo>
                <a:lnTo>
                  <a:pt x="704850" y="2238375"/>
                </a:lnTo>
                <a:lnTo>
                  <a:pt x="704850" y="2247900"/>
                </a:lnTo>
                <a:lnTo>
                  <a:pt x="657225" y="2247900"/>
                </a:lnTo>
                <a:close/>
                <a:moveTo>
                  <a:pt x="752475" y="2238375"/>
                </a:moveTo>
                <a:lnTo>
                  <a:pt x="762000" y="2238375"/>
                </a:lnTo>
                <a:lnTo>
                  <a:pt x="762000" y="2247900"/>
                </a:lnTo>
                <a:lnTo>
                  <a:pt x="752475" y="2247900"/>
                </a:lnTo>
                <a:close/>
                <a:moveTo>
                  <a:pt x="771525" y="2238375"/>
                </a:moveTo>
                <a:lnTo>
                  <a:pt x="781050" y="2238375"/>
                </a:lnTo>
                <a:lnTo>
                  <a:pt x="781050" y="2247900"/>
                </a:lnTo>
                <a:lnTo>
                  <a:pt x="771525" y="2247900"/>
                </a:lnTo>
                <a:close/>
                <a:moveTo>
                  <a:pt x="790575" y="2238375"/>
                </a:moveTo>
                <a:lnTo>
                  <a:pt x="800100" y="2238375"/>
                </a:lnTo>
                <a:lnTo>
                  <a:pt x="800100" y="2247900"/>
                </a:lnTo>
                <a:lnTo>
                  <a:pt x="790575" y="2247900"/>
                </a:lnTo>
                <a:close/>
                <a:moveTo>
                  <a:pt x="247650" y="2247900"/>
                </a:moveTo>
                <a:lnTo>
                  <a:pt x="333375" y="2247900"/>
                </a:lnTo>
                <a:lnTo>
                  <a:pt x="333375" y="2257425"/>
                </a:lnTo>
                <a:lnTo>
                  <a:pt x="314325" y="2257425"/>
                </a:lnTo>
                <a:lnTo>
                  <a:pt x="314325" y="2266950"/>
                </a:lnTo>
                <a:lnTo>
                  <a:pt x="266700" y="2266950"/>
                </a:lnTo>
                <a:lnTo>
                  <a:pt x="266700" y="2276475"/>
                </a:lnTo>
                <a:lnTo>
                  <a:pt x="285750" y="2276475"/>
                </a:lnTo>
                <a:lnTo>
                  <a:pt x="285750" y="2286000"/>
                </a:lnTo>
                <a:lnTo>
                  <a:pt x="266700" y="2286000"/>
                </a:lnTo>
                <a:lnTo>
                  <a:pt x="266700" y="2295525"/>
                </a:lnTo>
                <a:lnTo>
                  <a:pt x="257175" y="2295525"/>
                </a:lnTo>
                <a:lnTo>
                  <a:pt x="257175" y="2266950"/>
                </a:lnTo>
                <a:lnTo>
                  <a:pt x="247650" y="2266950"/>
                </a:lnTo>
                <a:lnTo>
                  <a:pt x="247650" y="2276475"/>
                </a:lnTo>
                <a:lnTo>
                  <a:pt x="238125" y="2276475"/>
                </a:lnTo>
                <a:lnTo>
                  <a:pt x="238125" y="2257425"/>
                </a:lnTo>
                <a:lnTo>
                  <a:pt x="247650" y="2257425"/>
                </a:lnTo>
                <a:close/>
                <a:moveTo>
                  <a:pt x="333375" y="2257425"/>
                </a:moveTo>
                <a:lnTo>
                  <a:pt x="342900" y="2257425"/>
                </a:lnTo>
                <a:lnTo>
                  <a:pt x="342900" y="2266950"/>
                </a:lnTo>
                <a:lnTo>
                  <a:pt x="333375" y="2266950"/>
                </a:lnTo>
                <a:close/>
                <a:moveTo>
                  <a:pt x="457200" y="2266950"/>
                </a:moveTo>
                <a:lnTo>
                  <a:pt x="476250" y="2266950"/>
                </a:lnTo>
                <a:lnTo>
                  <a:pt x="476250" y="2276475"/>
                </a:lnTo>
                <a:lnTo>
                  <a:pt x="457200" y="2276475"/>
                </a:lnTo>
                <a:close/>
                <a:moveTo>
                  <a:pt x="647700" y="2266950"/>
                </a:moveTo>
                <a:lnTo>
                  <a:pt x="657225" y="2266950"/>
                </a:lnTo>
                <a:lnTo>
                  <a:pt x="657225" y="2276475"/>
                </a:lnTo>
                <a:lnTo>
                  <a:pt x="647700" y="2276475"/>
                </a:lnTo>
                <a:close/>
                <a:moveTo>
                  <a:pt x="666750" y="2266950"/>
                </a:moveTo>
                <a:lnTo>
                  <a:pt x="676275" y="2266950"/>
                </a:lnTo>
                <a:lnTo>
                  <a:pt x="676275" y="2276475"/>
                </a:lnTo>
                <a:lnTo>
                  <a:pt x="666750" y="2276475"/>
                </a:lnTo>
                <a:close/>
                <a:moveTo>
                  <a:pt x="685800" y="2266950"/>
                </a:moveTo>
                <a:lnTo>
                  <a:pt x="695325" y="2266950"/>
                </a:lnTo>
                <a:lnTo>
                  <a:pt x="695325" y="2276475"/>
                </a:lnTo>
                <a:lnTo>
                  <a:pt x="685800" y="2276475"/>
                </a:lnTo>
                <a:close/>
                <a:moveTo>
                  <a:pt x="752475" y="2266950"/>
                </a:moveTo>
                <a:lnTo>
                  <a:pt x="762000" y="2266950"/>
                </a:lnTo>
                <a:lnTo>
                  <a:pt x="762000" y="2276475"/>
                </a:lnTo>
                <a:lnTo>
                  <a:pt x="752475" y="2276475"/>
                </a:lnTo>
                <a:close/>
                <a:moveTo>
                  <a:pt x="771525" y="2266950"/>
                </a:moveTo>
                <a:lnTo>
                  <a:pt x="800100" y="2266950"/>
                </a:lnTo>
                <a:lnTo>
                  <a:pt x="800100" y="2276475"/>
                </a:lnTo>
                <a:lnTo>
                  <a:pt x="771525" y="2276475"/>
                </a:lnTo>
                <a:close/>
                <a:moveTo>
                  <a:pt x="866775" y="2266950"/>
                </a:moveTo>
                <a:lnTo>
                  <a:pt x="876300" y="2266950"/>
                </a:lnTo>
                <a:lnTo>
                  <a:pt x="876300" y="2276475"/>
                </a:lnTo>
                <a:lnTo>
                  <a:pt x="866775" y="2276475"/>
                </a:lnTo>
                <a:close/>
                <a:moveTo>
                  <a:pt x="333375" y="2276475"/>
                </a:moveTo>
                <a:lnTo>
                  <a:pt x="342900" y="2276475"/>
                </a:lnTo>
                <a:lnTo>
                  <a:pt x="342900" y="2295525"/>
                </a:lnTo>
                <a:lnTo>
                  <a:pt x="333375" y="2295525"/>
                </a:lnTo>
                <a:close/>
                <a:moveTo>
                  <a:pt x="1619250" y="2276475"/>
                </a:moveTo>
                <a:lnTo>
                  <a:pt x="1638300" y="2276475"/>
                </a:lnTo>
                <a:lnTo>
                  <a:pt x="1638300" y="2286000"/>
                </a:lnTo>
                <a:lnTo>
                  <a:pt x="1647825" y="2286000"/>
                </a:lnTo>
                <a:lnTo>
                  <a:pt x="1647825" y="2305050"/>
                </a:lnTo>
                <a:lnTo>
                  <a:pt x="1638300" y="2305050"/>
                </a:lnTo>
                <a:lnTo>
                  <a:pt x="1638300" y="2314575"/>
                </a:lnTo>
                <a:lnTo>
                  <a:pt x="1628775" y="2314575"/>
                </a:lnTo>
                <a:lnTo>
                  <a:pt x="1628775" y="2286000"/>
                </a:lnTo>
                <a:lnTo>
                  <a:pt x="1619250" y="2286000"/>
                </a:lnTo>
                <a:close/>
                <a:moveTo>
                  <a:pt x="238125" y="2314575"/>
                </a:moveTo>
                <a:lnTo>
                  <a:pt x="247650" y="2314575"/>
                </a:lnTo>
                <a:lnTo>
                  <a:pt x="247650" y="2324100"/>
                </a:lnTo>
                <a:lnTo>
                  <a:pt x="238125" y="2324100"/>
                </a:lnTo>
                <a:close/>
                <a:moveTo>
                  <a:pt x="247650" y="2324100"/>
                </a:moveTo>
                <a:lnTo>
                  <a:pt x="257175" y="2324100"/>
                </a:lnTo>
                <a:lnTo>
                  <a:pt x="257175" y="2333625"/>
                </a:lnTo>
                <a:lnTo>
                  <a:pt x="247650" y="2333625"/>
                </a:lnTo>
                <a:close/>
                <a:moveTo>
                  <a:pt x="323850" y="2324100"/>
                </a:moveTo>
                <a:lnTo>
                  <a:pt x="333375" y="2324100"/>
                </a:lnTo>
                <a:lnTo>
                  <a:pt x="333375" y="2333625"/>
                </a:lnTo>
                <a:lnTo>
                  <a:pt x="323850" y="2333625"/>
                </a:lnTo>
                <a:close/>
                <a:moveTo>
                  <a:pt x="257175" y="2333625"/>
                </a:moveTo>
                <a:lnTo>
                  <a:pt x="323850" y="2333625"/>
                </a:lnTo>
                <a:lnTo>
                  <a:pt x="323850" y="2343150"/>
                </a:lnTo>
                <a:lnTo>
                  <a:pt x="257175" y="2343150"/>
                </a:lnTo>
                <a:close/>
                <a:moveTo>
                  <a:pt x="533400" y="2333625"/>
                </a:moveTo>
                <a:lnTo>
                  <a:pt x="552450" y="2333625"/>
                </a:lnTo>
                <a:lnTo>
                  <a:pt x="552450" y="2343150"/>
                </a:lnTo>
                <a:lnTo>
                  <a:pt x="619125" y="2343150"/>
                </a:lnTo>
                <a:lnTo>
                  <a:pt x="619125" y="2352675"/>
                </a:lnTo>
                <a:lnTo>
                  <a:pt x="600075" y="2352675"/>
                </a:lnTo>
                <a:lnTo>
                  <a:pt x="600075" y="2362200"/>
                </a:lnTo>
                <a:lnTo>
                  <a:pt x="619125" y="2362200"/>
                </a:lnTo>
                <a:lnTo>
                  <a:pt x="619125" y="2371725"/>
                </a:lnTo>
                <a:lnTo>
                  <a:pt x="504825" y="2371725"/>
                </a:lnTo>
                <a:lnTo>
                  <a:pt x="504825" y="2362200"/>
                </a:lnTo>
                <a:lnTo>
                  <a:pt x="533400" y="2362200"/>
                </a:lnTo>
                <a:close/>
                <a:moveTo>
                  <a:pt x="1076325" y="2333625"/>
                </a:moveTo>
                <a:lnTo>
                  <a:pt x="1085850" y="2333625"/>
                </a:lnTo>
                <a:lnTo>
                  <a:pt x="1085850" y="2343150"/>
                </a:lnTo>
                <a:lnTo>
                  <a:pt x="1104900" y="2343150"/>
                </a:lnTo>
                <a:lnTo>
                  <a:pt x="1104900" y="2352675"/>
                </a:lnTo>
                <a:lnTo>
                  <a:pt x="1114425" y="2352675"/>
                </a:lnTo>
                <a:lnTo>
                  <a:pt x="1114425" y="2343150"/>
                </a:lnTo>
                <a:lnTo>
                  <a:pt x="1143000" y="2343150"/>
                </a:lnTo>
                <a:lnTo>
                  <a:pt x="1143000" y="2352675"/>
                </a:lnTo>
                <a:lnTo>
                  <a:pt x="1114425" y="2352675"/>
                </a:lnTo>
                <a:lnTo>
                  <a:pt x="1114425" y="2362200"/>
                </a:lnTo>
                <a:lnTo>
                  <a:pt x="1085850" y="2362200"/>
                </a:lnTo>
                <a:lnTo>
                  <a:pt x="1085850" y="2352675"/>
                </a:lnTo>
                <a:lnTo>
                  <a:pt x="1076325" y="2352675"/>
                </a:lnTo>
                <a:close/>
                <a:moveTo>
                  <a:pt x="504825" y="2343150"/>
                </a:moveTo>
                <a:lnTo>
                  <a:pt x="523875" y="2343150"/>
                </a:lnTo>
                <a:lnTo>
                  <a:pt x="523875" y="2352675"/>
                </a:lnTo>
                <a:lnTo>
                  <a:pt x="504825" y="2352675"/>
                </a:lnTo>
                <a:close/>
                <a:moveTo>
                  <a:pt x="647700" y="2343150"/>
                </a:moveTo>
                <a:lnTo>
                  <a:pt x="657225" y="2343150"/>
                </a:lnTo>
                <a:lnTo>
                  <a:pt x="657225" y="2362200"/>
                </a:lnTo>
                <a:lnTo>
                  <a:pt x="647700" y="2362200"/>
                </a:lnTo>
                <a:close/>
                <a:moveTo>
                  <a:pt x="676275" y="2343150"/>
                </a:moveTo>
                <a:lnTo>
                  <a:pt x="685800" y="2343150"/>
                </a:lnTo>
                <a:lnTo>
                  <a:pt x="685800" y="2352675"/>
                </a:lnTo>
                <a:lnTo>
                  <a:pt x="676275" y="2352675"/>
                </a:lnTo>
                <a:close/>
                <a:moveTo>
                  <a:pt x="695325" y="2343150"/>
                </a:moveTo>
                <a:lnTo>
                  <a:pt x="723900" y="2343150"/>
                </a:lnTo>
                <a:lnTo>
                  <a:pt x="723900" y="2352675"/>
                </a:lnTo>
                <a:lnTo>
                  <a:pt x="704850" y="2352675"/>
                </a:lnTo>
                <a:lnTo>
                  <a:pt x="704850" y="2362200"/>
                </a:lnTo>
                <a:lnTo>
                  <a:pt x="695325" y="2362200"/>
                </a:lnTo>
                <a:close/>
                <a:moveTo>
                  <a:pt x="742950" y="2343150"/>
                </a:moveTo>
                <a:lnTo>
                  <a:pt x="771525" y="2343150"/>
                </a:lnTo>
                <a:lnTo>
                  <a:pt x="771525" y="2362200"/>
                </a:lnTo>
                <a:lnTo>
                  <a:pt x="809625" y="2362200"/>
                </a:lnTo>
                <a:lnTo>
                  <a:pt x="809625" y="2371725"/>
                </a:lnTo>
                <a:lnTo>
                  <a:pt x="742950" y="2371725"/>
                </a:lnTo>
                <a:lnTo>
                  <a:pt x="742950" y="2362200"/>
                </a:lnTo>
                <a:lnTo>
                  <a:pt x="752475" y="2362200"/>
                </a:lnTo>
                <a:lnTo>
                  <a:pt x="752475" y="2352675"/>
                </a:lnTo>
                <a:lnTo>
                  <a:pt x="742950" y="2352675"/>
                </a:lnTo>
                <a:close/>
                <a:moveTo>
                  <a:pt x="781050" y="2343150"/>
                </a:moveTo>
                <a:lnTo>
                  <a:pt x="809625" y="2343150"/>
                </a:lnTo>
                <a:lnTo>
                  <a:pt x="809625" y="2352675"/>
                </a:lnTo>
                <a:lnTo>
                  <a:pt x="781050" y="2352675"/>
                </a:lnTo>
                <a:close/>
                <a:moveTo>
                  <a:pt x="819150" y="2343150"/>
                </a:moveTo>
                <a:lnTo>
                  <a:pt x="952500" y="2343150"/>
                </a:lnTo>
                <a:lnTo>
                  <a:pt x="952500" y="2352675"/>
                </a:lnTo>
                <a:lnTo>
                  <a:pt x="942975" y="2352675"/>
                </a:lnTo>
                <a:lnTo>
                  <a:pt x="942975" y="2362200"/>
                </a:lnTo>
                <a:lnTo>
                  <a:pt x="952500" y="2362200"/>
                </a:lnTo>
                <a:lnTo>
                  <a:pt x="952500" y="2371725"/>
                </a:lnTo>
                <a:lnTo>
                  <a:pt x="914400" y="2371725"/>
                </a:lnTo>
                <a:lnTo>
                  <a:pt x="914400" y="2362200"/>
                </a:lnTo>
                <a:lnTo>
                  <a:pt x="923925" y="2362200"/>
                </a:lnTo>
                <a:lnTo>
                  <a:pt x="923925" y="2352675"/>
                </a:lnTo>
                <a:lnTo>
                  <a:pt x="885825" y="2352675"/>
                </a:lnTo>
                <a:lnTo>
                  <a:pt x="885825" y="2362200"/>
                </a:lnTo>
                <a:lnTo>
                  <a:pt x="904875" y="2362200"/>
                </a:lnTo>
                <a:lnTo>
                  <a:pt x="904875" y="2371725"/>
                </a:lnTo>
                <a:lnTo>
                  <a:pt x="828675" y="2371725"/>
                </a:lnTo>
                <a:lnTo>
                  <a:pt x="828675" y="2362200"/>
                </a:lnTo>
                <a:lnTo>
                  <a:pt x="857250" y="2362200"/>
                </a:lnTo>
                <a:lnTo>
                  <a:pt x="857250" y="2352675"/>
                </a:lnTo>
                <a:lnTo>
                  <a:pt x="819150" y="2352675"/>
                </a:lnTo>
                <a:close/>
                <a:moveTo>
                  <a:pt x="1162050" y="2343150"/>
                </a:moveTo>
                <a:lnTo>
                  <a:pt x="1181100" y="2343150"/>
                </a:lnTo>
                <a:lnTo>
                  <a:pt x="1181100" y="2352675"/>
                </a:lnTo>
                <a:lnTo>
                  <a:pt x="1162050" y="2352675"/>
                </a:lnTo>
                <a:close/>
                <a:moveTo>
                  <a:pt x="1200150" y="2343150"/>
                </a:moveTo>
                <a:lnTo>
                  <a:pt x="1257300" y="2343150"/>
                </a:lnTo>
                <a:lnTo>
                  <a:pt x="1257300" y="2352675"/>
                </a:lnTo>
                <a:lnTo>
                  <a:pt x="1238250" y="2352675"/>
                </a:lnTo>
                <a:lnTo>
                  <a:pt x="1238250" y="2362200"/>
                </a:lnTo>
                <a:lnTo>
                  <a:pt x="1257300" y="2362200"/>
                </a:lnTo>
                <a:lnTo>
                  <a:pt x="1257300" y="2371725"/>
                </a:lnTo>
                <a:lnTo>
                  <a:pt x="1200150" y="2371725"/>
                </a:lnTo>
                <a:lnTo>
                  <a:pt x="1200150" y="2362200"/>
                </a:lnTo>
                <a:lnTo>
                  <a:pt x="1228725" y="2362200"/>
                </a:lnTo>
                <a:lnTo>
                  <a:pt x="1228725" y="2352675"/>
                </a:lnTo>
                <a:lnTo>
                  <a:pt x="1200150" y="2352675"/>
                </a:lnTo>
                <a:close/>
                <a:moveTo>
                  <a:pt x="1266825" y="2343150"/>
                </a:moveTo>
                <a:lnTo>
                  <a:pt x="1285875" y="2343150"/>
                </a:lnTo>
                <a:lnTo>
                  <a:pt x="1285875" y="2352675"/>
                </a:lnTo>
                <a:lnTo>
                  <a:pt x="1266825" y="2352675"/>
                </a:lnTo>
                <a:close/>
                <a:moveTo>
                  <a:pt x="457200" y="2352675"/>
                </a:moveTo>
                <a:lnTo>
                  <a:pt x="466725" y="2352675"/>
                </a:lnTo>
                <a:lnTo>
                  <a:pt x="466725" y="2371725"/>
                </a:lnTo>
                <a:lnTo>
                  <a:pt x="457200" y="2371725"/>
                </a:lnTo>
                <a:close/>
                <a:moveTo>
                  <a:pt x="1019175" y="2352675"/>
                </a:moveTo>
                <a:lnTo>
                  <a:pt x="1028700" y="2352675"/>
                </a:lnTo>
                <a:lnTo>
                  <a:pt x="1028700" y="2362200"/>
                </a:lnTo>
                <a:lnTo>
                  <a:pt x="1019175" y="2362200"/>
                </a:lnTo>
                <a:close/>
                <a:moveTo>
                  <a:pt x="1285875" y="2352675"/>
                </a:moveTo>
                <a:lnTo>
                  <a:pt x="1295400" y="2352675"/>
                </a:lnTo>
                <a:lnTo>
                  <a:pt x="1295400" y="2371725"/>
                </a:lnTo>
                <a:lnTo>
                  <a:pt x="1266825" y="2371725"/>
                </a:lnTo>
                <a:lnTo>
                  <a:pt x="1266825" y="2362200"/>
                </a:lnTo>
                <a:lnTo>
                  <a:pt x="1285875" y="2362200"/>
                </a:lnTo>
                <a:close/>
                <a:moveTo>
                  <a:pt x="542925" y="2362200"/>
                </a:moveTo>
                <a:lnTo>
                  <a:pt x="552450" y="2362200"/>
                </a:lnTo>
                <a:lnTo>
                  <a:pt x="552450" y="2352675"/>
                </a:lnTo>
                <a:lnTo>
                  <a:pt x="542925" y="2352675"/>
                </a:lnTo>
                <a:close/>
                <a:moveTo>
                  <a:pt x="561975" y="2362200"/>
                </a:moveTo>
                <a:lnTo>
                  <a:pt x="590550" y="2362200"/>
                </a:lnTo>
                <a:lnTo>
                  <a:pt x="590550" y="2352675"/>
                </a:lnTo>
                <a:lnTo>
                  <a:pt x="561975" y="2352675"/>
                </a:lnTo>
                <a:close/>
                <a:moveTo>
                  <a:pt x="638175" y="2362200"/>
                </a:moveTo>
                <a:lnTo>
                  <a:pt x="647700" y="2362200"/>
                </a:lnTo>
                <a:lnTo>
                  <a:pt x="647700" y="2371725"/>
                </a:lnTo>
                <a:lnTo>
                  <a:pt x="638175" y="2371725"/>
                </a:lnTo>
                <a:close/>
                <a:moveTo>
                  <a:pt x="685800" y="2362200"/>
                </a:moveTo>
                <a:lnTo>
                  <a:pt x="695325" y="2362200"/>
                </a:lnTo>
                <a:lnTo>
                  <a:pt x="695325" y="2371725"/>
                </a:lnTo>
                <a:lnTo>
                  <a:pt x="685800" y="2371725"/>
                </a:lnTo>
                <a:close/>
                <a:moveTo>
                  <a:pt x="714375" y="2362200"/>
                </a:moveTo>
                <a:lnTo>
                  <a:pt x="723900" y="2362200"/>
                </a:lnTo>
                <a:lnTo>
                  <a:pt x="723900" y="2371725"/>
                </a:lnTo>
                <a:lnTo>
                  <a:pt x="714375" y="2371725"/>
                </a:lnTo>
                <a:close/>
                <a:moveTo>
                  <a:pt x="866775" y="2362200"/>
                </a:moveTo>
                <a:lnTo>
                  <a:pt x="876300" y="2362200"/>
                </a:lnTo>
                <a:lnTo>
                  <a:pt x="876300" y="2352675"/>
                </a:lnTo>
                <a:lnTo>
                  <a:pt x="866775" y="2352675"/>
                </a:lnTo>
                <a:close/>
                <a:moveTo>
                  <a:pt x="971550" y="2362200"/>
                </a:moveTo>
                <a:lnTo>
                  <a:pt x="990600" y="2362200"/>
                </a:lnTo>
                <a:lnTo>
                  <a:pt x="990600" y="2371725"/>
                </a:lnTo>
                <a:lnTo>
                  <a:pt x="971550" y="2371725"/>
                </a:lnTo>
                <a:close/>
                <a:moveTo>
                  <a:pt x="1076325" y="2362200"/>
                </a:moveTo>
                <a:lnTo>
                  <a:pt x="1085850" y="2362200"/>
                </a:lnTo>
                <a:lnTo>
                  <a:pt x="1085850" y="2371725"/>
                </a:lnTo>
                <a:lnTo>
                  <a:pt x="1076325" y="2371725"/>
                </a:lnTo>
                <a:close/>
                <a:moveTo>
                  <a:pt x="1114425" y="2362200"/>
                </a:moveTo>
                <a:lnTo>
                  <a:pt x="1133475" y="2362200"/>
                </a:lnTo>
                <a:lnTo>
                  <a:pt x="1133475" y="2371725"/>
                </a:lnTo>
                <a:lnTo>
                  <a:pt x="1114425" y="2371725"/>
                </a:lnTo>
                <a:close/>
                <a:moveTo>
                  <a:pt x="1152525" y="2371725"/>
                </a:moveTo>
                <a:lnTo>
                  <a:pt x="1171575" y="2371725"/>
                </a:lnTo>
                <a:lnTo>
                  <a:pt x="1171575" y="2381250"/>
                </a:lnTo>
                <a:lnTo>
                  <a:pt x="1152525" y="2381250"/>
                </a:lnTo>
                <a:close/>
                <a:moveTo>
                  <a:pt x="1190625" y="2371725"/>
                </a:moveTo>
                <a:lnTo>
                  <a:pt x="1200150" y="2371725"/>
                </a:lnTo>
                <a:lnTo>
                  <a:pt x="1200150" y="2381250"/>
                </a:lnTo>
                <a:lnTo>
                  <a:pt x="1190625" y="2381250"/>
                </a:lnTo>
                <a:close/>
                <a:moveTo>
                  <a:pt x="1743075" y="2371725"/>
                </a:moveTo>
                <a:lnTo>
                  <a:pt x="1752600" y="2371725"/>
                </a:lnTo>
                <a:lnTo>
                  <a:pt x="1752600" y="2476500"/>
                </a:lnTo>
                <a:lnTo>
                  <a:pt x="1743075" y="2476500"/>
                </a:lnTo>
                <a:close/>
                <a:moveTo>
                  <a:pt x="209550" y="2495550"/>
                </a:moveTo>
                <a:lnTo>
                  <a:pt x="219075" y="2495550"/>
                </a:lnTo>
                <a:lnTo>
                  <a:pt x="219075" y="2505075"/>
                </a:lnTo>
                <a:lnTo>
                  <a:pt x="209550" y="2505075"/>
                </a:lnTo>
                <a:close/>
                <a:moveTo>
                  <a:pt x="257175" y="2495550"/>
                </a:moveTo>
                <a:lnTo>
                  <a:pt x="1619250" y="2495550"/>
                </a:lnTo>
                <a:lnTo>
                  <a:pt x="1619250" y="2514600"/>
                </a:lnTo>
                <a:lnTo>
                  <a:pt x="257175" y="2514600"/>
                </a:lnTo>
                <a:close/>
                <a:moveTo>
                  <a:pt x="1647825" y="2495550"/>
                </a:moveTo>
                <a:lnTo>
                  <a:pt x="1657350" y="2495550"/>
                </a:lnTo>
                <a:lnTo>
                  <a:pt x="1657350" y="2505075"/>
                </a:lnTo>
                <a:lnTo>
                  <a:pt x="1647825" y="2505075"/>
                </a:lnTo>
                <a:close/>
                <a:moveTo>
                  <a:pt x="1657350" y="2505075"/>
                </a:moveTo>
                <a:lnTo>
                  <a:pt x="1676400" y="2505075"/>
                </a:lnTo>
                <a:lnTo>
                  <a:pt x="1676400" y="2514600"/>
                </a:lnTo>
                <a:lnTo>
                  <a:pt x="1657350" y="2514600"/>
                </a:lnTo>
                <a:close/>
                <a:moveTo>
                  <a:pt x="1647825" y="2514600"/>
                </a:moveTo>
                <a:lnTo>
                  <a:pt x="1657350" y="2514600"/>
                </a:lnTo>
                <a:lnTo>
                  <a:pt x="1657350" y="2524125"/>
                </a:lnTo>
                <a:lnTo>
                  <a:pt x="1647825" y="2524125"/>
                </a:lnTo>
                <a:close/>
                <a:moveTo>
                  <a:pt x="1676400" y="2514600"/>
                </a:moveTo>
                <a:lnTo>
                  <a:pt x="1685925" y="2514600"/>
                </a:lnTo>
                <a:lnTo>
                  <a:pt x="1685925" y="2524125"/>
                </a:lnTo>
                <a:lnTo>
                  <a:pt x="1676400" y="2524125"/>
                </a:lnTo>
                <a:close/>
                <a:moveTo>
                  <a:pt x="190500" y="2524125"/>
                </a:moveTo>
                <a:lnTo>
                  <a:pt x="200025" y="2524125"/>
                </a:lnTo>
                <a:lnTo>
                  <a:pt x="200025" y="2533650"/>
                </a:lnTo>
                <a:lnTo>
                  <a:pt x="190500" y="2533650"/>
                </a:lnTo>
                <a:close/>
                <a:moveTo>
                  <a:pt x="1685925" y="2524125"/>
                </a:moveTo>
                <a:lnTo>
                  <a:pt x="1695450" y="2524125"/>
                </a:lnTo>
                <a:lnTo>
                  <a:pt x="1695450" y="2533650"/>
                </a:lnTo>
                <a:lnTo>
                  <a:pt x="1685925" y="2533650"/>
                </a:lnTo>
                <a:close/>
                <a:moveTo>
                  <a:pt x="180975" y="2533650"/>
                </a:moveTo>
                <a:lnTo>
                  <a:pt x="190500" y="2533650"/>
                </a:lnTo>
                <a:lnTo>
                  <a:pt x="190500" y="2543175"/>
                </a:lnTo>
                <a:lnTo>
                  <a:pt x="180975" y="2543175"/>
                </a:lnTo>
                <a:close/>
                <a:moveTo>
                  <a:pt x="171450" y="2543175"/>
                </a:moveTo>
                <a:lnTo>
                  <a:pt x="180975" y="2543175"/>
                </a:lnTo>
                <a:lnTo>
                  <a:pt x="180975" y="2552700"/>
                </a:lnTo>
                <a:lnTo>
                  <a:pt x="171450" y="2552700"/>
                </a:lnTo>
                <a:close/>
                <a:moveTo>
                  <a:pt x="142875" y="2562225"/>
                </a:moveTo>
                <a:lnTo>
                  <a:pt x="152400" y="2562225"/>
                </a:lnTo>
                <a:lnTo>
                  <a:pt x="152400" y="2571750"/>
                </a:lnTo>
                <a:lnTo>
                  <a:pt x="142875" y="2571750"/>
                </a:lnTo>
                <a:close/>
                <a:moveTo>
                  <a:pt x="1704975" y="2562225"/>
                </a:moveTo>
                <a:lnTo>
                  <a:pt x="1714500" y="2562225"/>
                </a:lnTo>
                <a:lnTo>
                  <a:pt x="1714500" y="2571750"/>
                </a:lnTo>
                <a:lnTo>
                  <a:pt x="1704975" y="2571750"/>
                </a:lnTo>
                <a:close/>
                <a:moveTo>
                  <a:pt x="114300" y="2600325"/>
                </a:moveTo>
                <a:lnTo>
                  <a:pt x="123825" y="2600325"/>
                </a:lnTo>
                <a:lnTo>
                  <a:pt x="123825" y="2619375"/>
                </a:lnTo>
                <a:lnTo>
                  <a:pt x="133350" y="2619375"/>
                </a:lnTo>
                <a:lnTo>
                  <a:pt x="133350" y="2600325"/>
                </a:lnTo>
                <a:lnTo>
                  <a:pt x="142875" y="2600325"/>
                </a:lnTo>
                <a:lnTo>
                  <a:pt x="142875" y="2828925"/>
                </a:lnTo>
                <a:lnTo>
                  <a:pt x="152400" y="2828925"/>
                </a:lnTo>
                <a:lnTo>
                  <a:pt x="152400" y="2847975"/>
                </a:lnTo>
                <a:lnTo>
                  <a:pt x="161925" y="2847975"/>
                </a:lnTo>
                <a:lnTo>
                  <a:pt x="161925" y="2876550"/>
                </a:lnTo>
                <a:lnTo>
                  <a:pt x="152400" y="2876550"/>
                </a:lnTo>
                <a:lnTo>
                  <a:pt x="152400" y="2867025"/>
                </a:lnTo>
                <a:lnTo>
                  <a:pt x="142875" y="2867025"/>
                </a:lnTo>
                <a:lnTo>
                  <a:pt x="142875" y="2847975"/>
                </a:lnTo>
                <a:lnTo>
                  <a:pt x="114300" y="2847975"/>
                </a:lnTo>
                <a:close/>
                <a:moveTo>
                  <a:pt x="504825" y="2619375"/>
                </a:moveTo>
                <a:lnTo>
                  <a:pt x="514350" y="2619375"/>
                </a:lnTo>
                <a:lnTo>
                  <a:pt x="514350" y="2628900"/>
                </a:lnTo>
                <a:lnTo>
                  <a:pt x="504825" y="2628900"/>
                </a:lnTo>
                <a:close/>
                <a:moveTo>
                  <a:pt x="619125" y="2619375"/>
                </a:moveTo>
                <a:lnTo>
                  <a:pt x="628650" y="2619375"/>
                </a:lnTo>
                <a:lnTo>
                  <a:pt x="628650" y="2628900"/>
                </a:lnTo>
                <a:lnTo>
                  <a:pt x="619125" y="2628900"/>
                </a:lnTo>
                <a:close/>
                <a:moveTo>
                  <a:pt x="771525" y="2619375"/>
                </a:moveTo>
                <a:lnTo>
                  <a:pt x="790575" y="2619375"/>
                </a:lnTo>
                <a:lnTo>
                  <a:pt x="790575" y="2628900"/>
                </a:lnTo>
                <a:lnTo>
                  <a:pt x="800100" y="2628900"/>
                </a:lnTo>
                <a:lnTo>
                  <a:pt x="800100" y="2638425"/>
                </a:lnTo>
                <a:lnTo>
                  <a:pt x="781050" y="2638425"/>
                </a:lnTo>
                <a:lnTo>
                  <a:pt x="781050" y="2628900"/>
                </a:lnTo>
                <a:lnTo>
                  <a:pt x="771525" y="2628900"/>
                </a:lnTo>
                <a:close/>
                <a:moveTo>
                  <a:pt x="571500" y="2628900"/>
                </a:moveTo>
                <a:lnTo>
                  <a:pt x="590550" y="2628900"/>
                </a:lnTo>
                <a:lnTo>
                  <a:pt x="590550" y="2638425"/>
                </a:lnTo>
                <a:lnTo>
                  <a:pt x="571500" y="2638425"/>
                </a:lnTo>
                <a:close/>
                <a:moveTo>
                  <a:pt x="723900" y="2628900"/>
                </a:moveTo>
                <a:lnTo>
                  <a:pt x="752475" y="2628900"/>
                </a:lnTo>
                <a:lnTo>
                  <a:pt x="752475" y="2638425"/>
                </a:lnTo>
                <a:lnTo>
                  <a:pt x="723900" y="2638425"/>
                </a:lnTo>
                <a:close/>
                <a:moveTo>
                  <a:pt x="857250" y="2628900"/>
                </a:moveTo>
                <a:lnTo>
                  <a:pt x="866775" y="2628900"/>
                </a:lnTo>
                <a:lnTo>
                  <a:pt x="866775" y="2638425"/>
                </a:lnTo>
                <a:lnTo>
                  <a:pt x="857250" y="2638425"/>
                </a:lnTo>
                <a:close/>
                <a:moveTo>
                  <a:pt x="1714500" y="2628900"/>
                </a:moveTo>
                <a:lnTo>
                  <a:pt x="1724025" y="2628900"/>
                </a:lnTo>
                <a:lnTo>
                  <a:pt x="1724025" y="2676525"/>
                </a:lnTo>
                <a:lnTo>
                  <a:pt x="1733550" y="2676525"/>
                </a:lnTo>
                <a:lnTo>
                  <a:pt x="1733550" y="2686050"/>
                </a:lnTo>
                <a:lnTo>
                  <a:pt x="1752600" y="2686050"/>
                </a:lnTo>
                <a:lnTo>
                  <a:pt x="1752600" y="2838450"/>
                </a:lnTo>
                <a:lnTo>
                  <a:pt x="1743075" y="2838450"/>
                </a:lnTo>
                <a:lnTo>
                  <a:pt x="1743075" y="2828925"/>
                </a:lnTo>
                <a:lnTo>
                  <a:pt x="1733550" y="2828925"/>
                </a:lnTo>
                <a:lnTo>
                  <a:pt x="1733550" y="2838450"/>
                </a:lnTo>
                <a:lnTo>
                  <a:pt x="1724025" y="2838450"/>
                </a:lnTo>
                <a:lnTo>
                  <a:pt x="1724025" y="2847975"/>
                </a:lnTo>
                <a:lnTo>
                  <a:pt x="1714500" y="2847975"/>
                </a:lnTo>
                <a:lnTo>
                  <a:pt x="1714500" y="2867025"/>
                </a:lnTo>
                <a:lnTo>
                  <a:pt x="1704975" y="2867025"/>
                </a:lnTo>
                <a:lnTo>
                  <a:pt x="1704975" y="2876550"/>
                </a:lnTo>
                <a:lnTo>
                  <a:pt x="1695450" y="2876550"/>
                </a:lnTo>
                <a:lnTo>
                  <a:pt x="1695450" y="2895600"/>
                </a:lnTo>
                <a:lnTo>
                  <a:pt x="1685925" y="2895600"/>
                </a:lnTo>
                <a:lnTo>
                  <a:pt x="1685925" y="2914650"/>
                </a:lnTo>
                <a:lnTo>
                  <a:pt x="1676400" y="2914650"/>
                </a:lnTo>
                <a:lnTo>
                  <a:pt x="1676400" y="2924175"/>
                </a:lnTo>
                <a:lnTo>
                  <a:pt x="1666875" y="2924175"/>
                </a:lnTo>
                <a:lnTo>
                  <a:pt x="1666875" y="2943225"/>
                </a:lnTo>
                <a:lnTo>
                  <a:pt x="1647825" y="2943225"/>
                </a:lnTo>
                <a:lnTo>
                  <a:pt x="1647825" y="2933700"/>
                </a:lnTo>
                <a:lnTo>
                  <a:pt x="1619250" y="2933700"/>
                </a:lnTo>
                <a:lnTo>
                  <a:pt x="1619250" y="2914650"/>
                </a:lnTo>
                <a:lnTo>
                  <a:pt x="1647825" y="2914650"/>
                </a:lnTo>
                <a:lnTo>
                  <a:pt x="1647825" y="2905125"/>
                </a:lnTo>
                <a:lnTo>
                  <a:pt x="1657350" y="2905125"/>
                </a:lnTo>
                <a:lnTo>
                  <a:pt x="1657350" y="2895600"/>
                </a:lnTo>
                <a:lnTo>
                  <a:pt x="1666875" y="2895600"/>
                </a:lnTo>
                <a:lnTo>
                  <a:pt x="1666875" y="2886075"/>
                </a:lnTo>
                <a:lnTo>
                  <a:pt x="1676400" y="2886075"/>
                </a:lnTo>
                <a:lnTo>
                  <a:pt x="1676400" y="2876550"/>
                </a:lnTo>
                <a:lnTo>
                  <a:pt x="1685925" y="2876550"/>
                </a:lnTo>
                <a:lnTo>
                  <a:pt x="1685925" y="2867025"/>
                </a:lnTo>
                <a:lnTo>
                  <a:pt x="1695450" y="2867025"/>
                </a:lnTo>
                <a:lnTo>
                  <a:pt x="1695450" y="2857500"/>
                </a:lnTo>
                <a:lnTo>
                  <a:pt x="1704975" y="2857500"/>
                </a:lnTo>
                <a:lnTo>
                  <a:pt x="1704975" y="2838450"/>
                </a:lnTo>
                <a:lnTo>
                  <a:pt x="1714500" y="2838450"/>
                </a:lnTo>
                <a:close/>
                <a:moveTo>
                  <a:pt x="495300" y="2638425"/>
                </a:moveTo>
                <a:lnTo>
                  <a:pt x="504825" y="2638425"/>
                </a:lnTo>
                <a:lnTo>
                  <a:pt x="504825" y="2667000"/>
                </a:lnTo>
                <a:lnTo>
                  <a:pt x="495300" y="2667000"/>
                </a:lnTo>
                <a:close/>
                <a:moveTo>
                  <a:pt x="866775" y="2638425"/>
                </a:moveTo>
                <a:lnTo>
                  <a:pt x="876300" y="2638425"/>
                </a:lnTo>
                <a:lnTo>
                  <a:pt x="876300" y="2667000"/>
                </a:lnTo>
                <a:lnTo>
                  <a:pt x="866775" y="2667000"/>
                </a:lnTo>
                <a:close/>
                <a:moveTo>
                  <a:pt x="304800" y="2647950"/>
                </a:moveTo>
                <a:lnTo>
                  <a:pt x="323850" y="2647950"/>
                </a:lnTo>
                <a:lnTo>
                  <a:pt x="323850" y="2657475"/>
                </a:lnTo>
                <a:lnTo>
                  <a:pt x="314325" y="2657475"/>
                </a:lnTo>
                <a:lnTo>
                  <a:pt x="314325" y="2667000"/>
                </a:lnTo>
                <a:lnTo>
                  <a:pt x="276225" y="2667000"/>
                </a:lnTo>
                <a:lnTo>
                  <a:pt x="276225" y="2657475"/>
                </a:lnTo>
                <a:lnTo>
                  <a:pt x="304800" y="2657475"/>
                </a:lnTo>
                <a:close/>
                <a:moveTo>
                  <a:pt x="542925" y="2657475"/>
                </a:moveTo>
                <a:lnTo>
                  <a:pt x="552450" y="2657475"/>
                </a:lnTo>
                <a:lnTo>
                  <a:pt x="552450" y="2667000"/>
                </a:lnTo>
                <a:lnTo>
                  <a:pt x="542925" y="2667000"/>
                </a:lnTo>
                <a:close/>
                <a:moveTo>
                  <a:pt x="257175" y="2667000"/>
                </a:moveTo>
                <a:lnTo>
                  <a:pt x="266700" y="2667000"/>
                </a:lnTo>
                <a:lnTo>
                  <a:pt x="266700" y="2695575"/>
                </a:lnTo>
                <a:lnTo>
                  <a:pt x="257175" y="2695575"/>
                </a:lnTo>
                <a:close/>
                <a:moveTo>
                  <a:pt x="333375" y="2667000"/>
                </a:moveTo>
                <a:lnTo>
                  <a:pt x="342900" y="2667000"/>
                </a:lnTo>
                <a:lnTo>
                  <a:pt x="342900" y="2686050"/>
                </a:lnTo>
                <a:lnTo>
                  <a:pt x="333375" y="2686050"/>
                </a:lnTo>
                <a:close/>
                <a:moveTo>
                  <a:pt x="485775" y="2667000"/>
                </a:moveTo>
                <a:lnTo>
                  <a:pt x="495300" y="2667000"/>
                </a:lnTo>
                <a:lnTo>
                  <a:pt x="495300" y="2676525"/>
                </a:lnTo>
                <a:lnTo>
                  <a:pt x="485775" y="2676525"/>
                </a:lnTo>
                <a:close/>
                <a:moveTo>
                  <a:pt x="504825" y="2667000"/>
                </a:moveTo>
                <a:lnTo>
                  <a:pt x="514350" y="2667000"/>
                </a:lnTo>
                <a:lnTo>
                  <a:pt x="514350" y="2676525"/>
                </a:lnTo>
                <a:lnTo>
                  <a:pt x="504825" y="2676525"/>
                </a:lnTo>
                <a:close/>
                <a:moveTo>
                  <a:pt x="523875" y="2667000"/>
                </a:moveTo>
                <a:lnTo>
                  <a:pt x="542925" y="2667000"/>
                </a:lnTo>
                <a:lnTo>
                  <a:pt x="542925" y="2676525"/>
                </a:lnTo>
                <a:lnTo>
                  <a:pt x="523875" y="2676525"/>
                </a:lnTo>
                <a:close/>
                <a:moveTo>
                  <a:pt x="552450" y="2667000"/>
                </a:moveTo>
                <a:lnTo>
                  <a:pt x="571500" y="2667000"/>
                </a:lnTo>
                <a:lnTo>
                  <a:pt x="571500" y="2676525"/>
                </a:lnTo>
                <a:lnTo>
                  <a:pt x="552450" y="2676525"/>
                </a:lnTo>
                <a:close/>
                <a:moveTo>
                  <a:pt x="609600" y="2667000"/>
                </a:moveTo>
                <a:lnTo>
                  <a:pt x="619125" y="2667000"/>
                </a:lnTo>
                <a:lnTo>
                  <a:pt x="619125" y="2676525"/>
                </a:lnTo>
                <a:lnTo>
                  <a:pt x="609600" y="2676525"/>
                </a:lnTo>
                <a:close/>
                <a:moveTo>
                  <a:pt x="657225" y="2667000"/>
                </a:moveTo>
                <a:lnTo>
                  <a:pt x="666750" y="2667000"/>
                </a:lnTo>
                <a:lnTo>
                  <a:pt x="666750" y="2676525"/>
                </a:lnTo>
                <a:lnTo>
                  <a:pt x="657225" y="2676525"/>
                </a:lnTo>
                <a:close/>
                <a:moveTo>
                  <a:pt x="676275" y="2667000"/>
                </a:moveTo>
                <a:lnTo>
                  <a:pt x="685800" y="2667000"/>
                </a:lnTo>
                <a:lnTo>
                  <a:pt x="685800" y="2676525"/>
                </a:lnTo>
                <a:lnTo>
                  <a:pt x="676275" y="2676525"/>
                </a:lnTo>
                <a:close/>
                <a:moveTo>
                  <a:pt x="742950" y="2667000"/>
                </a:moveTo>
                <a:lnTo>
                  <a:pt x="752475" y="2667000"/>
                </a:lnTo>
                <a:lnTo>
                  <a:pt x="752475" y="2676525"/>
                </a:lnTo>
                <a:lnTo>
                  <a:pt x="742950" y="2676525"/>
                </a:lnTo>
                <a:close/>
                <a:moveTo>
                  <a:pt x="771525" y="2667000"/>
                </a:moveTo>
                <a:lnTo>
                  <a:pt x="800100" y="2667000"/>
                </a:lnTo>
                <a:lnTo>
                  <a:pt x="800100" y="2676525"/>
                </a:lnTo>
                <a:lnTo>
                  <a:pt x="771525" y="2676525"/>
                </a:lnTo>
                <a:close/>
                <a:moveTo>
                  <a:pt x="838200" y="2667000"/>
                </a:moveTo>
                <a:lnTo>
                  <a:pt x="847725" y="2667000"/>
                </a:lnTo>
                <a:lnTo>
                  <a:pt x="847725" y="2676525"/>
                </a:lnTo>
                <a:lnTo>
                  <a:pt x="838200" y="2676525"/>
                </a:lnTo>
                <a:close/>
                <a:moveTo>
                  <a:pt x="857250" y="2667000"/>
                </a:moveTo>
                <a:lnTo>
                  <a:pt x="866775" y="2667000"/>
                </a:lnTo>
                <a:lnTo>
                  <a:pt x="866775" y="2676525"/>
                </a:lnTo>
                <a:lnTo>
                  <a:pt x="857250" y="2676525"/>
                </a:lnTo>
                <a:close/>
                <a:moveTo>
                  <a:pt x="1581150" y="2667000"/>
                </a:moveTo>
                <a:lnTo>
                  <a:pt x="1590675" y="2667000"/>
                </a:lnTo>
                <a:lnTo>
                  <a:pt x="1590675" y="2676525"/>
                </a:lnTo>
                <a:lnTo>
                  <a:pt x="1600200" y="2676525"/>
                </a:lnTo>
                <a:lnTo>
                  <a:pt x="1600200" y="2686050"/>
                </a:lnTo>
                <a:lnTo>
                  <a:pt x="1581150" y="2686050"/>
                </a:lnTo>
                <a:close/>
                <a:moveTo>
                  <a:pt x="571500" y="2676525"/>
                </a:moveTo>
                <a:lnTo>
                  <a:pt x="581025" y="2676525"/>
                </a:lnTo>
                <a:lnTo>
                  <a:pt x="581025" y="2686050"/>
                </a:lnTo>
                <a:lnTo>
                  <a:pt x="571500" y="2686050"/>
                </a:lnTo>
                <a:close/>
                <a:moveTo>
                  <a:pt x="276225" y="2686050"/>
                </a:moveTo>
                <a:lnTo>
                  <a:pt x="304800" y="2686050"/>
                </a:lnTo>
                <a:lnTo>
                  <a:pt x="304800" y="2705100"/>
                </a:lnTo>
                <a:lnTo>
                  <a:pt x="314325" y="2705100"/>
                </a:lnTo>
                <a:lnTo>
                  <a:pt x="314325" y="2714625"/>
                </a:lnTo>
                <a:lnTo>
                  <a:pt x="295275" y="2714625"/>
                </a:lnTo>
                <a:lnTo>
                  <a:pt x="295275" y="2705100"/>
                </a:lnTo>
                <a:lnTo>
                  <a:pt x="276225" y="2705100"/>
                </a:lnTo>
                <a:close/>
                <a:moveTo>
                  <a:pt x="247650" y="2695575"/>
                </a:moveTo>
                <a:lnTo>
                  <a:pt x="257175" y="2695575"/>
                </a:lnTo>
                <a:lnTo>
                  <a:pt x="257175" y="2705100"/>
                </a:lnTo>
                <a:lnTo>
                  <a:pt x="247650" y="2705100"/>
                </a:lnTo>
                <a:close/>
                <a:moveTo>
                  <a:pt x="333375" y="2695575"/>
                </a:moveTo>
                <a:lnTo>
                  <a:pt x="342900" y="2695575"/>
                </a:lnTo>
                <a:lnTo>
                  <a:pt x="342900" y="2705100"/>
                </a:lnTo>
                <a:lnTo>
                  <a:pt x="333375" y="2705100"/>
                </a:lnTo>
                <a:close/>
                <a:moveTo>
                  <a:pt x="1581150" y="2705100"/>
                </a:moveTo>
                <a:lnTo>
                  <a:pt x="1590675" y="2705100"/>
                </a:lnTo>
                <a:lnTo>
                  <a:pt x="1590675" y="2714625"/>
                </a:lnTo>
                <a:lnTo>
                  <a:pt x="1581150" y="2714625"/>
                </a:lnTo>
                <a:close/>
                <a:moveTo>
                  <a:pt x="238125" y="2714625"/>
                </a:moveTo>
                <a:lnTo>
                  <a:pt x="257175" y="2714625"/>
                </a:lnTo>
                <a:lnTo>
                  <a:pt x="257175" y="2724150"/>
                </a:lnTo>
                <a:lnTo>
                  <a:pt x="276225" y="2724150"/>
                </a:lnTo>
                <a:lnTo>
                  <a:pt x="276225" y="2733675"/>
                </a:lnTo>
                <a:lnTo>
                  <a:pt x="247650" y="2733675"/>
                </a:lnTo>
                <a:lnTo>
                  <a:pt x="247650" y="2724150"/>
                </a:lnTo>
                <a:lnTo>
                  <a:pt x="238125" y="2724150"/>
                </a:lnTo>
                <a:close/>
                <a:moveTo>
                  <a:pt x="295275" y="2724150"/>
                </a:moveTo>
                <a:lnTo>
                  <a:pt x="333375" y="2724150"/>
                </a:lnTo>
                <a:lnTo>
                  <a:pt x="333375" y="2733675"/>
                </a:lnTo>
                <a:lnTo>
                  <a:pt x="342900" y="2733675"/>
                </a:lnTo>
                <a:lnTo>
                  <a:pt x="342900" y="2724150"/>
                </a:lnTo>
                <a:lnTo>
                  <a:pt x="352425" y="2724150"/>
                </a:lnTo>
                <a:lnTo>
                  <a:pt x="352425" y="2733675"/>
                </a:lnTo>
                <a:lnTo>
                  <a:pt x="342900" y="2733675"/>
                </a:lnTo>
                <a:lnTo>
                  <a:pt x="342900" y="2743200"/>
                </a:lnTo>
                <a:lnTo>
                  <a:pt x="276225" y="2743200"/>
                </a:lnTo>
                <a:lnTo>
                  <a:pt x="276225" y="2733675"/>
                </a:lnTo>
                <a:lnTo>
                  <a:pt x="295275" y="2733675"/>
                </a:lnTo>
                <a:close/>
                <a:moveTo>
                  <a:pt x="476250" y="2733675"/>
                </a:moveTo>
                <a:lnTo>
                  <a:pt x="495300" y="2733675"/>
                </a:lnTo>
                <a:lnTo>
                  <a:pt x="495300" y="2743200"/>
                </a:lnTo>
                <a:lnTo>
                  <a:pt x="514350" y="2743200"/>
                </a:lnTo>
                <a:lnTo>
                  <a:pt x="514350" y="2752725"/>
                </a:lnTo>
                <a:lnTo>
                  <a:pt x="504825" y="2752725"/>
                </a:lnTo>
                <a:lnTo>
                  <a:pt x="504825" y="2781300"/>
                </a:lnTo>
                <a:lnTo>
                  <a:pt x="495300" y="2781300"/>
                </a:lnTo>
                <a:lnTo>
                  <a:pt x="495300" y="2790825"/>
                </a:lnTo>
                <a:lnTo>
                  <a:pt x="476250" y="2790825"/>
                </a:lnTo>
                <a:lnTo>
                  <a:pt x="476250" y="2781300"/>
                </a:lnTo>
                <a:lnTo>
                  <a:pt x="466725" y="2781300"/>
                </a:lnTo>
                <a:lnTo>
                  <a:pt x="466725" y="2752725"/>
                </a:lnTo>
                <a:lnTo>
                  <a:pt x="485775" y="2752725"/>
                </a:lnTo>
                <a:lnTo>
                  <a:pt x="485775" y="2743200"/>
                </a:lnTo>
                <a:lnTo>
                  <a:pt x="476250" y="2743200"/>
                </a:lnTo>
                <a:close/>
                <a:moveTo>
                  <a:pt x="1085850" y="2733675"/>
                </a:moveTo>
                <a:lnTo>
                  <a:pt x="1095375" y="2733675"/>
                </a:lnTo>
                <a:lnTo>
                  <a:pt x="1095375" y="2743200"/>
                </a:lnTo>
                <a:lnTo>
                  <a:pt x="1123950" y="2743200"/>
                </a:lnTo>
                <a:lnTo>
                  <a:pt x="1123950" y="2752725"/>
                </a:lnTo>
                <a:lnTo>
                  <a:pt x="1076325" y="2752725"/>
                </a:lnTo>
                <a:lnTo>
                  <a:pt x="1076325" y="2743200"/>
                </a:lnTo>
                <a:lnTo>
                  <a:pt x="1085850" y="2743200"/>
                </a:lnTo>
                <a:close/>
                <a:moveTo>
                  <a:pt x="1333500" y="2733675"/>
                </a:moveTo>
                <a:lnTo>
                  <a:pt x="1343025" y="2733675"/>
                </a:lnTo>
                <a:lnTo>
                  <a:pt x="1343025" y="2743200"/>
                </a:lnTo>
                <a:lnTo>
                  <a:pt x="1362075" y="2743200"/>
                </a:lnTo>
                <a:lnTo>
                  <a:pt x="1362075" y="2752725"/>
                </a:lnTo>
                <a:lnTo>
                  <a:pt x="1314450" y="2752725"/>
                </a:lnTo>
                <a:lnTo>
                  <a:pt x="1314450" y="2743200"/>
                </a:lnTo>
                <a:lnTo>
                  <a:pt x="1333500" y="2743200"/>
                </a:lnTo>
                <a:close/>
                <a:moveTo>
                  <a:pt x="523875" y="2743200"/>
                </a:moveTo>
                <a:lnTo>
                  <a:pt x="666750" y="2743200"/>
                </a:lnTo>
                <a:lnTo>
                  <a:pt x="666750" y="2752725"/>
                </a:lnTo>
                <a:lnTo>
                  <a:pt x="609600" y="2752725"/>
                </a:lnTo>
                <a:lnTo>
                  <a:pt x="609600" y="2762250"/>
                </a:lnTo>
                <a:lnTo>
                  <a:pt x="600075" y="2762250"/>
                </a:lnTo>
                <a:lnTo>
                  <a:pt x="600075" y="2752725"/>
                </a:lnTo>
                <a:lnTo>
                  <a:pt x="542925" y="2752725"/>
                </a:lnTo>
                <a:lnTo>
                  <a:pt x="542925" y="2762250"/>
                </a:lnTo>
                <a:lnTo>
                  <a:pt x="533400" y="2762250"/>
                </a:lnTo>
                <a:lnTo>
                  <a:pt x="533400" y="2752725"/>
                </a:lnTo>
                <a:lnTo>
                  <a:pt x="523875" y="2752725"/>
                </a:lnTo>
                <a:close/>
                <a:moveTo>
                  <a:pt x="685800" y="2743200"/>
                </a:moveTo>
                <a:lnTo>
                  <a:pt x="723900" y="2743200"/>
                </a:lnTo>
                <a:lnTo>
                  <a:pt x="723900" y="2752725"/>
                </a:lnTo>
                <a:lnTo>
                  <a:pt x="733425" y="2752725"/>
                </a:lnTo>
                <a:lnTo>
                  <a:pt x="733425" y="2762250"/>
                </a:lnTo>
                <a:lnTo>
                  <a:pt x="714375" y="2762250"/>
                </a:lnTo>
                <a:lnTo>
                  <a:pt x="714375" y="2752725"/>
                </a:lnTo>
                <a:lnTo>
                  <a:pt x="685800" y="2752725"/>
                </a:lnTo>
                <a:close/>
                <a:moveTo>
                  <a:pt x="790575" y="2743200"/>
                </a:moveTo>
                <a:lnTo>
                  <a:pt x="895350" y="2743200"/>
                </a:lnTo>
                <a:lnTo>
                  <a:pt x="895350" y="2762250"/>
                </a:lnTo>
                <a:lnTo>
                  <a:pt x="885825" y="2762250"/>
                </a:lnTo>
                <a:lnTo>
                  <a:pt x="885825" y="2752725"/>
                </a:lnTo>
                <a:lnTo>
                  <a:pt x="866775" y="2752725"/>
                </a:lnTo>
                <a:lnTo>
                  <a:pt x="866775" y="2762250"/>
                </a:lnTo>
                <a:lnTo>
                  <a:pt x="838200" y="2762250"/>
                </a:lnTo>
                <a:lnTo>
                  <a:pt x="838200" y="2752725"/>
                </a:lnTo>
                <a:lnTo>
                  <a:pt x="828675" y="2752725"/>
                </a:lnTo>
                <a:lnTo>
                  <a:pt x="828675" y="2781300"/>
                </a:lnTo>
                <a:lnTo>
                  <a:pt x="781050" y="2781300"/>
                </a:lnTo>
                <a:lnTo>
                  <a:pt x="781050" y="2771775"/>
                </a:lnTo>
                <a:lnTo>
                  <a:pt x="819150" y="2771775"/>
                </a:lnTo>
                <a:lnTo>
                  <a:pt x="819150" y="2752725"/>
                </a:lnTo>
                <a:lnTo>
                  <a:pt x="809625" y="2752725"/>
                </a:lnTo>
                <a:lnTo>
                  <a:pt x="809625" y="2762250"/>
                </a:lnTo>
                <a:lnTo>
                  <a:pt x="800100" y="2762250"/>
                </a:lnTo>
                <a:lnTo>
                  <a:pt x="800100" y="2752725"/>
                </a:lnTo>
                <a:lnTo>
                  <a:pt x="790575" y="2752725"/>
                </a:lnTo>
                <a:close/>
                <a:moveTo>
                  <a:pt x="923925" y="2743200"/>
                </a:moveTo>
                <a:lnTo>
                  <a:pt x="942975" y="2743200"/>
                </a:lnTo>
                <a:lnTo>
                  <a:pt x="942975" y="2752725"/>
                </a:lnTo>
                <a:lnTo>
                  <a:pt x="933450" y="2752725"/>
                </a:lnTo>
                <a:lnTo>
                  <a:pt x="933450" y="2762250"/>
                </a:lnTo>
                <a:lnTo>
                  <a:pt x="914400" y="2762250"/>
                </a:lnTo>
                <a:lnTo>
                  <a:pt x="914400" y="2771775"/>
                </a:lnTo>
                <a:lnTo>
                  <a:pt x="933450" y="2771775"/>
                </a:lnTo>
                <a:lnTo>
                  <a:pt x="933450" y="2781300"/>
                </a:lnTo>
                <a:lnTo>
                  <a:pt x="942975" y="2781300"/>
                </a:lnTo>
                <a:lnTo>
                  <a:pt x="942975" y="2790825"/>
                </a:lnTo>
                <a:lnTo>
                  <a:pt x="923925" y="2790825"/>
                </a:lnTo>
                <a:lnTo>
                  <a:pt x="923925" y="2781300"/>
                </a:lnTo>
                <a:lnTo>
                  <a:pt x="885825" y="2781300"/>
                </a:lnTo>
                <a:lnTo>
                  <a:pt x="885825" y="2771775"/>
                </a:lnTo>
                <a:lnTo>
                  <a:pt x="904875" y="2771775"/>
                </a:lnTo>
                <a:lnTo>
                  <a:pt x="904875" y="2752725"/>
                </a:lnTo>
                <a:lnTo>
                  <a:pt x="923925" y="2752725"/>
                </a:lnTo>
                <a:close/>
                <a:moveTo>
                  <a:pt x="962025" y="2743200"/>
                </a:moveTo>
                <a:lnTo>
                  <a:pt x="1009650" y="2743200"/>
                </a:lnTo>
                <a:lnTo>
                  <a:pt x="1009650" y="2752725"/>
                </a:lnTo>
                <a:lnTo>
                  <a:pt x="962025" y="2752725"/>
                </a:lnTo>
                <a:close/>
                <a:moveTo>
                  <a:pt x="1028700" y="2743200"/>
                </a:moveTo>
                <a:lnTo>
                  <a:pt x="1038225" y="2743200"/>
                </a:lnTo>
                <a:lnTo>
                  <a:pt x="1038225" y="2752725"/>
                </a:lnTo>
                <a:lnTo>
                  <a:pt x="1028700" y="2752725"/>
                </a:lnTo>
                <a:close/>
                <a:moveTo>
                  <a:pt x="1133475" y="2743200"/>
                </a:moveTo>
                <a:lnTo>
                  <a:pt x="1152525" y="2743200"/>
                </a:lnTo>
                <a:lnTo>
                  <a:pt x="1152525" y="2752725"/>
                </a:lnTo>
                <a:lnTo>
                  <a:pt x="1171575" y="2752725"/>
                </a:lnTo>
                <a:lnTo>
                  <a:pt x="1171575" y="2743200"/>
                </a:lnTo>
                <a:lnTo>
                  <a:pt x="1190625" y="2743200"/>
                </a:lnTo>
                <a:lnTo>
                  <a:pt x="1190625" y="2752725"/>
                </a:lnTo>
                <a:lnTo>
                  <a:pt x="1181100" y="2752725"/>
                </a:lnTo>
                <a:lnTo>
                  <a:pt x="1181100" y="2771775"/>
                </a:lnTo>
                <a:lnTo>
                  <a:pt x="1143000" y="2771775"/>
                </a:lnTo>
                <a:lnTo>
                  <a:pt x="1143000" y="2752725"/>
                </a:lnTo>
                <a:lnTo>
                  <a:pt x="1133475" y="2752725"/>
                </a:lnTo>
                <a:close/>
                <a:moveTo>
                  <a:pt x="1209675" y="2743200"/>
                </a:moveTo>
                <a:lnTo>
                  <a:pt x="1295400" y="2743200"/>
                </a:lnTo>
                <a:lnTo>
                  <a:pt x="1295400" y="2762250"/>
                </a:lnTo>
                <a:lnTo>
                  <a:pt x="1266825" y="2762250"/>
                </a:lnTo>
                <a:lnTo>
                  <a:pt x="1266825" y="2752725"/>
                </a:lnTo>
                <a:lnTo>
                  <a:pt x="1209675" y="2752725"/>
                </a:lnTo>
                <a:close/>
                <a:moveTo>
                  <a:pt x="752475" y="2752725"/>
                </a:moveTo>
                <a:lnTo>
                  <a:pt x="762000" y="2752725"/>
                </a:lnTo>
                <a:lnTo>
                  <a:pt x="762000" y="2762250"/>
                </a:lnTo>
                <a:lnTo>
                  <a:pt x="752475" y="2762250"/>
                </a:lnTo>
                <a:close/>
                <a:moveTo>
                  <a:pt x="952500" y="2752725"/>
                </a:moveTo>
                <a:lnTo>
                  <a:pt x="962025" y="2752725"/>
                </a:lnTo>
                <a:lnTo>
                  <a:pt x="962025" y="2762250"/>
                </a:lnTo>
                <a:lnTo>
                  <a:pt x="952500" y="2762250"/>
                </a:lnTo>
                <a:close/>
                <a:moveTo>
                  <a:pt x="1038225" y="2752725"/>
                </a:moveTo>
                <a:lnTo>
                  <a:pt x="1047750" y="2752725"/>
                </a:lnTo>
                <a:lnTo>
                  <a:pt x="1047750" y="2762250"/>
                </a:lnTo>
                <a:lnTo>
                  <a:pt x="1038225" y="2762250"/>
                </a:lnTo>
                <a:close/>
                <a:moveTo>
                  <a:pt x="1371600" y="2752725"/>
                </a:moveTo>
                <a:lnTo>
                  <a:pt x="1381125" y="2752725"/>
                </a:lnTo>
                <a:lnTo>
                  <a:pt x="1381125" y="2781300"/>
                </a:lnTo>
                <a:lnTo>
                  <a:pt x="1371600" y="2781300"/>
                </a:lnTo>
                <a:close/>
                <a:moveTo>
                  <a:pt x="581025" y="2762250"/>
                </a:moveTo>
                <a:lnTo>
                  <a:pt x="590550" y="2762250"/>
                </a:lnTo>
                <a:lnTo>
                  <a:pt x="590550" y="2771775"/>
                </a:lnTo>
                <a:lnTo>
                  <a:pt x="609600" y="2771775"/>
                </a:lnTo>
                <a:lnTo>
                  <a:pt x="609600" y="2781300"/>
                </a:lnTo>
                <a:lnTo>
                  <a:pt x="600075" y="2781300"/>
                </a:lnTo>
                <a:lnTo>
                  <a:pt x="600075" y="2790825"/>
                </a:lnTo>
                <a:lnTo>
                  <a:pt x="581025" y="2790825"/>
                </a:lnTo>
                <a:lnTo>
                  <a:pt x="581025" y="2781300"/>
                </a:lnTo>
                <a:lnTo>
                  <a:pt x="561975" y="2781300"/>
                </a:lnTo>
                <a:lnTo>
                  <a:pt x="561975" y="2771775"/>
                </a:lnTo>
                <a:lnTo>
                  <a:pt x="581025" y="2771775"/>
                </a:lnTo>
                <a:close/>
                <a:moveTo>
                  <a:pt x="514350" y="2771775"/>
                </a:moveTo>
                <a:lnTo>
                  <a:pt x="552450" y="2771775"/>
                </a:lnTo>
                <a:lnTo>
                  <a:pt x="552450" y="2781300"/>
                </a:lnTo>
                <a:lnTo>
                  <a:pt x="514350" y="2781300"/>
                </a:lnTo>
                <a:close/>
                <a:moveTo>
                  <a:pt x="628650" y="2771775"/>
                </a:moveTo>
                <a:lnTo>
                  <a:pt x="638175" y="2771775"/>
                </a:lnTo>
                <a:lnTo>
                  <a:pt x="638175" y="2781300"/>
                </a:lnTo>
                <a:lnTo>
                  <a:pt x="628650" y="2781300"/>
                </a:lnTo>
                <a:close/>
                <a:moveTo>
                  <a:pt x="752475" y="2771775"/>
                </a:moveTo>
                <a:lnTo>
                  <a:pt x="762000" y="2771775"/>
                </a:lnTo>
                <a:lnTo>
                  <a:pt x="762000" y="2781300"/>
                </a:lnTo>
                <a:lnTo>
                  <a:pt x="752475" y="2781300"/>
                </a:lnTo>
                <a:close/>
                <a:moveTo>
                  <a:pt x="971550" y="2771775"/>
                </a:moveTo>
                <a:lnTo>
                  <a:pt x="981075" y="2771775"/>
                </a:lnTo>
                <a:lnTo>
                  <a:pt x="981075" y="2781300"/>
                </a:lnTo>
                <a:lnTo>
                  <a:pt x="990600" y="2781300"/>
                </a:lnTo>
                <a:lnTo>
                  <a:pt x="990600" y="2771775"/>
                </a:lnTo>
                <a:lnTo>
                  <a:pt x="1000125" y="2771775"/>
                </a:lnTo>
                <a:lnTo>
                  <a:pt x="1000125" y="2781300"/>
                </a:lnTo>
                <a:lnTo>
                  <a:pt x="1009650" y="2781300"/>
                </a:lnTo>
                <a:lnTo>
                  <a:pt x="1009650" y="2771775"/>
                </a:lnTo>
                <a:lnTo>
                  <a:pt x="1047750" y="2771775"/>
                </a:lnTo>
                <a:lnTo>
                  <a:pt x="1047750" y="2781300"/>
                </a:lnTo>
                <a:lnTo>
                  <a:pt x="1009650" y="2781300"/>
                </a:lnTo>
                <a:lnTo>
                  <a:pt x="1009650" y="2790825"/>
                </a:lnTo>
                <a:lnTo>
                  <a:pt x="962025" y="2790825"/>
                </a:lnTo>
                <a:lnTo>
                  <a:pt x="962025" y="2781300"/>
                </a:lnTo>
                <a:lnTo>
                  <a:pt x="971550" y="2781300"/>
                </a:lnTo>
                <a:close/>
                <a:moveTo>
                  <a:pt x="1085850" y="2771775"/>
                </a:moveTo>
                <a:lnTo>
                  <a:pt x="1095375" y="2771775"/>
                </a:lnTo>
                <a:lnTo>
                  <a:pt x="1095375" y="2790825"/>
                </a:lnTo>
                <a:lnTo>
                  <a:pt x="1076325" y="2790825"/>
                </a:lnTo>
                <a:lnTo>
                  <a:pt x="1076325" y="2781300"/>
                </a:lnTo>
                <a:lnTo>
                  <a:pt x="1085850" y="2781300"/>
                </a:lnTo>
                <a:close/>
                <a:moveTo>
                  <a:pt x="1133475" y="2771775"/>
                </a:moveTo>
                <a:lnTo>
                  <a:pt x="1143000" y="2771775"/>
                </a:lnTo>
                <a:lnTo>
                  <a:pt x="1143000" y="2781300"/>
                </a:lnTo>
                <a:lnTo>
                  <a:pt x="1133475" y="2781300"/>
                </a:lnTo>
                <a:close/>
                <a:moveTo>
                  <a:pt x="1276350" y="2771775"/>
                </a:moveTo>
                <a:lnTo>
                  <a:pt x="1295400" y="2771775"/>
                </a:lnTo>
                <a:lnTo>
                  <a:pt x="1295400" y="2790825"/>
                </a:lnTo>
                <a:lnTo>
                  <a:pt x="1266825" y="2790825"/>
                </a:lnTo>
                <a:lnTo>
                  <a:pt x="1266825" y="2781300"/>
                </a:lnTo>
                <a:lnTo>
                  <a:pt x="1276350" y="2781300"/>
                </a:lnTo>
                <a:close/>
                <a:moveTo>
                  <a:pt x="1314450" y="2771775"/>
                </a:moveTo>
                <a:lnTo>
                  <a:pt x="1343025" y="2771775"/>
                </a:lnTo>
                <a:lnTo>
                  <a:pt x="1343025" y="2781300"/>
                </a:lnTo>
                <a:lnTo>
                  <a:pt x="1314450" y="2781300"/>
                </a:lnTo>
                <a:close/>
                <a:moveTo>
                  <a:pt x="1352550" y="2771775"/>
                </a:moveTo>
                <a:lnTo>
                  <a:pt x="1362075" y="2771775"/>
                </a:lnTo>
                <a:lnTo>
                  <a:pt x="1362075" y="2781300"/>
                </a:lnTo>
                <a:lnTo>
                  <a:pt x="1352550" y="2781300"/>
                </a:lnTo>
                <a:close/>
                <a:moveTo>
                  <a:pt x="685800" y="2781300"/>
                </a:moveTo>
                <a:lnTo>
                  <a:pt x="704850" y="2781300"/>
                </a:lnTo>
                <a:lnTo>
                  <a:pt x="704850" y="2790825"/>
                </a:lnTo>
                <a:lnTo>
                  <a:pt x="685800" y="2790825"/>
                </a:lnTo>
                <a:close/>
                <a:moveTo>
                  <a:pt x="828675" y="2781300"/>
                </a:moveTo>
                <a:lnTo>
                  <a:pt x="857250" y="2781300"/>
                </a:lnTo>
                <a:lnTo>
                  <a:pt x="857250" y="2790825"/>
                </a:lnTo>
                <a:lnTo>
                  <a:pt x="828675" y="2790825"/>
                </a:lnTo>
                <a:close/>
                <a:moveTo>
                  <a:pt x="1114425" y="2781300"/>
                </a:moveTo>
                <a:lnTo>
                  <a:pt x="1133475" y="2781300"/>
                </a:lnTo>
                <a:lnTo>
                  <a:pt x="1133475" y="2790825"/>
                </a:lnTo>
                <a:lnTo>
                  <a:pt x="1114425" y="2790825"/>
                </a:lnTo>
                <a:close/>
                <a:moveTo>
                  <a:pt x="1209675" y="2781300"/>
                </a:moveTo>
                <a:lnTo>
                  <a:pt x="1238250" y="2781300"/>
                </a:lnTo>
                <a:lnTo>
                  <a:pt x="1238250" y="2790825"/>
                </a:lnTo>
                <a:lnTo>
                  <a:pt x="1209675" y="2790825"/>
                </a:lnTo>
                <a:close/>
                <a:moveTo>
                  <a:pt x="1247775" y="2790825"/>
                </a:moveTo>
                <a:lnTo>
                  <a:pt x="1257300" y="2790825"/>
                </a:lnTo>
                <a:lnTo>
                  <a:pt x="1257300" y="2800350"/>
                </a:lnTo>
                <a:lnTo>
                  <a:pt x="1247775" y="2800350"/>
                </a:lnTo>
                <a:close/>
                <a:moveTo>
                  <a:pt x="123825" y="2809875"/>
                </a:moveTo>
                <a:lnTo>
                  <a:pt x="133350" y="2809875"/>
                </a:lnTo>
                <a:lnTo>
                  <a:pt x="133350" y="2762250"/>
                </a:lnTo>
                <a:lnTo>
                  <a:pt x="123825" y="2762250"/>
                </a:lnTo>
                <a:close/>
                <a:moveTo>
                  <a:pt x="161925" y="2819400"/>
                </a:moveTo>
                <a:lnTo>
                  <a:pt x="171450" y="2819400"/>
                </a:lnTo>
                <a:lnTo>
                  <a:pt x="171450" y="2828925"/>
                </a:lnTo>
                <a:lnTo>
                  <a:pt x="161925" y="2828925"/>
                </a:lnTo>
                <a:close/>
                <a:moveTo>
                  <a:pt x="171450" y="2838450"/>
                </a:moveTo>
                <a:lnTo>
                  <a:pt x="180975" y="2838450"/>
                </a:lnTo>
                <a:lnTo>
                  <a:pt x="180975" y="2847975"/>
                </a:lnTo>
                <a:lnTo>
                  <a:pt x="171450" y="2847975"/>
                </a:lnTo>
                <a:close/>
                <a:moveTo>
                  <a:pt x="180975" y="2847975"/>
                </a:moveTo>
                <a:lnTo>
                  <a:pt x="190500" y="2847975"/>
                </a:lnTo>
                <a:lnTo>
                  <a:pt x="190500" y="2857500"/>
                </a:lnTo>
                <a:lnTo>
                  <a:pt x="180975" y="2857500"/>
                </a:lnTo>
                <a:close/>
                <a:moveTo>
                  <a:pt x="190500" y="2857500"/>
                </a:moveTo>
                <a:lnTo>
                  <a:pt x="200025" y="2857500"/>
                </a:lnTo>
                <a:lnTo>
                  <a:pt x="200025" y="2867025"/>
                </a:lnTo>
                <a:lnTo>
                  <a:pt x="190500" y="2867025"/>
                </a:lnTo>
                <a:close/>
                <a:moveTo>
                  <a:pt x="209550" y="2867025"/>
                </a:moveTo>
                <a:lnTo>
                  <a:pt x="219075" y="2867025"/>
                </a:lnTo>
                <a:lnTo>
                  <a:pt x="219075" y="2876550"/>
                </a:lnTo>
                <a:lnTo>
                  <a:pt x="209550" y="2876550"/>
                </a:lnTo>
                <a:close/>
                <a:moveTo>
                  <a:pt x="1638300" y="2867025"/>
                </a:moveTo>
                <a:lnTo>
                  <a:pt x="1647825" y="2867025"/>
                </a:lnTo>
                <a:lnTo>
                  <a:pt x="1647825" y="2876550"/>
                </a:lnTo>
                <a:lnTo>
                  <a:pt x="1638300" y="2876550"/>
                </a:lnTo>
                <a:close/>
                <a:moveTo>
                  <a:pt x="161925" y="2876550"/>
                </a:moveTo>
                <a:lnTo>
                  <a:pt x="171450" y="2876550"/>
                </a:lnTo>
                <a:lnTo>
                  <a:pt x="171450" y="2886075"/>
                </a:lnTo>
                <a:lnTo>
                  <a:pt x="190500" y="2886075"/>
                </a:lnTo>
                <a:lnTo>
                  <a:pt x="190500" y="2895600"/>
                </a:lnTo>
                <a:lnTo>
                  <a:pt x="200025" y="2895600"/>
                </a:lnTo>
                <a:lnTo>
                  <a:pt x="200025" y="2905125"/>
                </a:lnTo>
                <a:lnTo>
                  <a:pt x="209550" y="2905125"/>
                </a:lnTo>
                <a:lnTo>
                  <a:pt x="209550" y="2914650"/>
                </a:lnTo>
                <a:lnTo>
                  <a:pt x="257175" y="2914650"/>
                </a:lnTo>
                <a:lnTo>
                  <a:pt x="257175" y="2933700"/>
                </a:lnTo>
                <a:lnTo>
                  <a:pt x="209550" y="2933700"/>
                </a:lnTo>
                <a:lnTo>
                  <a:pt x="209550" y="2943225"/>
                </a:lnTo>
                <a:lnTo>
                  <a:pt x="200025" y="2943225"/>
                </a:lnTo>
                <a:lnTo>
                  <a:pt x="200025" y="2924175"/>
                </a:lnTo>
                <a:lnTo>
                  <a:pt x="180975" y="2924175"/>
                </a:lnTo>
                <a:lnTo>
                  <a:pt x="180975" y="2914650"/>
                </a:lnTo>
                <a:lnTo>
                  <a:pt x="171450" y="2914650"/>
                </a:lnTo>
                <a:lnTo>
                  <a:pt x="171450" y="2905125"/>
                </a:lnTo>
                <a:lnTo>
                  <a:pt x="161925" y="2905125"/>
                </a:lnTo>
                <a:close/>
                <a:moveTo>
                  <a:pt x="514350" y="2914650"/>
                </a:moveTo>
                <a:lnTo>
                  <a:pt x="590550" y="2914650"/>
                </a:lnTo>
                <a:lnTo>
                  <a:pt x="590550" y="2933700"/>
                </a:lnTo>
                <a:lnTo>
                  <a:pt x="514350" y="2933700"/>
                </a:lnTo>
                <a:close/>
                <a:moveTo>
                  <a:pt x="628650" y="2914650"/>
                </a:moveTo>
                <a:lnTo>
                  <a:pt x="647700" y="2914650"/>
                </a:lnTo>
                <a:lnTo>
                  <a:pt x="647700" y="2933700"/>
                </a:lnTo>
                <a:lnTo>
                  <a:pt x="628650" y="2933700"/>
                </a:lnTo>
                <a:close/>
                <a:moveTo>
                  <a:pt x="209550" y="2952750"/>
                </a:moveTo>
                <a:lnTo>
                  <a:pt x="219075" y="2952750"/>
                </a:lnTo>
                <a:lnTo>
                  <a:pt x="219075" y="2962275"/>
                </a:lnTo>
                <a:lnTo>
                  <a:pt x="209550" y="2962275"/>
                </a:lnTo>
                <a:close/>
                <a:moveTo>
                  <a:pt x="1676400" y="2952750"/>
                </a:moveTo>
                <a:lnTo>
                  <a:pt x="1685925" y="2952750"/>
                </a:lnTo>
                <a:lnTo>
                  <a:pt x="1685925" y="2962275"/>
                </a:lnTo>
                <a:lnTo>
                  <a:pt x="1676400" y="2962275"/>
                </a:lnTo>
                <a:close/>
                <a:moveTo>
                  <a:pt x="190500" y="2962275"/>
                </a:moveTo>
                <a:lnTo>
                  <a:pt x="200025" y="2962275"/>
                </a:lnTo>
                <a:lnTo>
                  <a:pt x="200025" y="2971800"/>
                </a:lnTo>
                <a:lnTo>
                  <a:pt x="190500" y="2971800"/>
                </a:lnTo>
                <a:close/>
                <a:moveTo>
                  <a:pt x="1685925" y="2962275"/>
                </a:moveTo>
                <a:lnTo>
                  <a:pt x="1695450" y="2962275"/>
                </a:lnTo>
                <a:lnTo>
                  <a:pt x="1695450" y="2971800"/>
                </a:lnTo>
                <a:lnTo>
                  <a:pt x="1685925" y="2971800"/>
                </a:lnTo>
                <a:close/>
                <a:moveTo>
                  <a:pt x="180975" y="2971800"/>
                </a:moveTo>
                <a:lnTo>
                  <a:pt x="190500" y="2971800"/>
                </a:lnTo>
                <a:lnTo>
                  <a:pt x="190500" y="2981325"/>
                </a:lnTo>
                <a:lnTo>
                  <a:pt x="180975" y="2981325"/>
                </a:lnTo>
                <a:close/>
                <a:moveTo>
                  <a:pt x="171450" y="2981325"/>
                </a:moveTo>
                <a:lnTo>
                  <a:pt x="180975" y="2981325"/>
                </a:lnTo>
                <a:lnTo>
                  <a:pt x="180975" y="2990850"/>
                </a:lnTo>
                <a:lnTo>
                  <a:pt x="171450" y="2990850"/>
                </a:lnTo>
                <a:close/>
                <a:moveTo>
                  <a:pt x="142875" y="3000375"/>
                </a:moveTo>
                <a:lnTo>
                  <a:pt x="152400" y="3000375"/>
                </a:lnTo>
                <a:lnTo>
                  <a:pt x="152400" y="3009900"/>
                </a:lnTo>
                <a:lnTo>
                  <a:pt x="142875" y="3009900"/>
                </a:lnTo>
                <a:close/>
                <a:moveTo>
                  <a:pt x="1685925" y="3000375"/>
                </a:moveTo>
                <a:lnTo>
                  <a:pt x="1695450" y="3000375"/>
                </a:lnTo>
                <a:lnTo>
                  <a:pt x="1695450" y="3009900"/>
                </a:lnTo>
                <a:lnTo>
                  <a:pt x="1685925" y="3009900"/>
                </a:lnTo>
                <a:close/>
                <a:moveTo>
                  <a:pt x="1704975" y="3000375"/>
                </a:moveTo>
                <a:lnTo>
                  <a:pt x="1714500" y="3000375"/>
                </a:lnTo>
                <a:lnTo>
                  <a:pt x="1714500" y="3009900"/>
                </a:lnTo>
                <a:lnTo>
                  <a:pt x="1704975" y="3009900"/>
                </a:lnTo>
                <a:close/>
                <a:moveTo>
                  <a:pt x="161925" y="3009900"/>
                </a:moveTo>
                <a:lnTo>
                  <a:pt x="171450" y="3009900"/>
                </a:lnTo>
                <a:lnTo>
                  <a:pt x="171450" y="3019425"/>
                </a:lnTo>
                <a:lnTo>
                  <a:pt x="161925" y="3019425"/>
                </a:lnTo>
                <a:close/>
                <a:moveTo>
                  <a:pt x="114300" y="3038475"/>
                </a:moveTo>
                <a:lnTo>
                  <a:pt x="123825" y="3038475"/>
                </a:lnTo>
                <a:lnTo>
                  <a:pt x="123825" y="3057525"/>
                </a:lnTo>
                <a:lnTo>
                  <a:pt x="133350" y="3057525"/>
                </a:lnTo>
                <a:lnTo>
                  <a:pt x="133350" y="3038475"/>
                </a:lnTo>
                <a:lnTo>
                  <a:pt x="142875" y="3038475"/>
                </a:lnTo>
                <a:lnTo>
                  <a:pt x="142875" y="3257550"/>
                </a:lnTo>
                <a:lnTo>
                  <a:pt x="152400" y="3257550"/>
                </a:lnTo>
                <a:lnTo>
                  <a:pt x="152400" y="3295650"/>
                </a:lnTo>
                <a:lnTo>
                  <a:pt x="161925" y="3295650"/>
                </a:lnTo>
                <a:lnTo>
                  <a:pt x="161925" y="3314700"/>
                </a:lnTo>
                <a:lnTo>
                  <a:pt x="171450" y="3314700"/>
                </a:lnTo>
                <a:lnTo>
                  <a:pt x="171450" y="3324225"/>
                </a:lnTo>
                <a:lnTo>
                  <a:pt x="180975" y="3324225"/>
                </a:lnTo>
                <a:lnTo>
                  <a:pt x="180975" y="3333750"/>
                </a:lnTo>
                <a:lnTo>
                  <a:pt x="190500" y="3333750"/>
                </a:lnTo>
                <a:lnTo>
                  <a:pt x="190500" y="3343275"/>
                </a:lnTo>
                <a:lnTo>
                  <a:pt x="219075" y="3343275"/>
                </a:lnTo>
                <a:lnTo>
                  <a:pt x="219075" y="3352800"/>
                </a:lnTo>
                <a:lnTo>
                  <a:pt x="485775" y="3352800"/>
                </a:lnTo>
                <a:lnTo>
                  <a:pt x="485775" y="3362325"/>
                </a:lnTo>
                <a:lnTo>
                  <a:pt x="619125" y="3362325"/>
                </a:lnTo>
                <a:lnTo>
                  <a:pt x="619125" y="3352800"/>
                </a:lnTo>
                <a:lnTo>
                  <a:pt x="923925" y="3352800"/>
                </a:lnTo>
                <a:lnTo>
                  <a:pt x="923925" y="3362325"/>
                </a:lnTo>
                <a:lnTo>
                  <a:pt x="962025" y="3362325"/>
                </a:lnTo>
                <a:lnTo>
                  <a:pt x="962025" y="3352800"/>
                </a:lnTo>
                <a:lnTo>
                  <a:pt x="971550" y="3352800"/>
                </a:lnTo>
                <a:lnTo>
                  <a:pt x="971550" y="3362325"/>
                </a:lnTo>
                <a:lnTo>
                  <a:pt x="981075" y="3362325"/>
                </a:lnTo>
                <a:lnTo>
                  <a:pt x="981075" y="3352800"/>
                </a:lnTo>
                <a:lnTo>
                  <a:pt x="1619250" y="3352800"/>
                </a:lnTo>
                <a:lnTo>
                  <a:pt x="1619250" y="3343275"/>
                </a:lnTo>
                <a:lnTo>
                  <a:pt x="1647825" y="3343275"/>
                </a:lnTo>
                <a:lnTo>
                  <a:pt x="1647825" y="3333750"/>
                </a:lnTo>
                <a:lnTo>
                  <a:pt x="1666875" y="3333750"/>
                </a:lnTo>
                <a:lnTo>
                  <a:pt x="1666875" y="3324225"/>
                </a:lnTo>
                <a:lnTo>
                  <a:pt x="1676400" y="3324225"/>
                </a:lnTo>
                <a:lnTo>
                  <a:pt x="1676400" y="3314700"/>
                </a:lnTo>
                <a:lnTo>
                  <a:pt x="1685925" y="3314700"/>
                </a:lnTo>
                <a:lnTo>
                  <a:pt x="1685925" y="3305175"/>
                </a:lnTo>
                <a:lnTo>
                  <a:pt x="1695450" y="3305175"/>
                </a:lnTo>
                <a:lnTo>
                  <a:pt x="1695450" y="3286125"/>
                </a:lnTo>
                <a:lnTo>
                  <a:pt x="1704975" y="3286125"/>
                </a:lnTo>
                <a:lnTo>
                  <a:pt x="1704975" y="3267075"/>
                </a:lnTo>
                <a:lnTo>
                  <a:pt x="1714500" y="3267075"/>
                </a:lnTo>
                <a:lnTo>
                  <a:pt x="1714500" y="3057525"/>
                </a:lnTo>
                <a:lnTo>
                  <a:pt x="1724025" y="3057525"/>
                </a:lnTo>
                <a:lnTo>
                  <a:pt x="1724025" y="3095625"/>
                </a:lnTo>
                <a:lnTo>
                  <a:pt x="1733550" y="3095625"/>
                </a:lnTo>
                <a:lnTo>
                  <a:pt x="1733550" y="3133725"/>
                </a:lnTo>
                <a:lnTo>
                  <a:pt x="1743075" y="3133725"/>
                </a:lnTo>
                <a:lnTo>
                  <a:pt x="1743075" y="3095625"/>
                </a:lnTo>
                <a:lnTo>
                  <a:pt x="1752600" y="3095625"/>
                </a:lnTo>
                <a:lnTo>
                  <a:pt x="1752600" y="3162300"/>
                </a:lnTo>
                <a:lnTo>
                  <a:pt x="1743075" y="3162300"/>
                </a:lnTo>
                <a:lnTo>
                  <a:pt x="1743075" y="3152775"/>
                </a:lnTo>
                <a:lnTo>
                  <a:pt x="1733550" y="3152775"/>
                </a:lnTo>
                <a:lnTo>
                  <a:pt x="1733550" y="3219450"/>
                </a:lnTo>
                <a:lnTo>
                  <a:pt x="1724025" y="3219450"/>
                </a:lnTo>
                <a:lnTo>
                  <a:pt x="1724025" y="3286125"/>
                </a:lnTo>
                <a:lnTo>
                  <a:pt x="1714500" y="3286125"/>
                </a:lnTo>
                <a:lnTo>
                  <a:pt x="1714500" y="3295650"/>
                </a:lnTo>
                <a:lnTo>
                  <a:pt x="1704975" y="3295650"/>
                </a:lnTo>
                <a:lnTo>
                  <a:pt x="1704975" y="3314700"/>
                </a:lnTo>
                <a:lnTo>
                  <a:pt x="1695450" y="3314700"/>
                </a:lnTo>
                <a:lnTo>
                  <a:pt x="1695450" y="3333750"/>
                </a:lnTo>
                <a:lnTo>
                  <a:pt x="1685925" y="3333750"/>
                </a:lnTo>
                <a:lnTo>
                  <a:pt x="1685925" y="3343275"/>
                </a:lnTo>
                <a:lnTo>
                  <a:pt x="1676400" y="3343275"/>
                </a:lnTo>
                <a:lnTo>
                  <a:pt x="1676400" y="3362325"/>
                </a:lnTo>
                <a:lnTo>
                  <a:pt x="1666875" y="3362325"/>
                </a:lnTo>
                <a:lnTo>
                  <a:pt x="1666875" y="3371850"/>
                </a:lnTo>
                <a:lnTo>
                  <a:pt x="1657350" y="3371850"/>
                </a:lnTo>
                <a:lnTo>
                  <a:pt x="1657350" y="3390900"/>
                </a:lnTo>
                <a:lnTo>
                  <a:pt x="1676400" y="3390900"/>
                </a:lnTo>
                <a:lnTo>
                  <a:pt x="1676400" y="3400425"/>
                </a:lnTo>
                <a:lnTo>
                  <a:pt x="1724025" y="3400425"/>
                </a:lnTo>
                <a:lnTo>
                  <a:pt x="1724025" y="3409950"/>
                </a:lnTo>
                <a:lnTo>
                  <a:pt x="1733550" y="3409950"/>
                </a:lnTo>
                <a:lnTo>
                  <a:pt x="1733550" y="3467100"/>
                </a:lnTo>
                <a:lnTo>
                  <a:pt x="1743075" y="3467100"/>
                </a:lnTo>
                <a:lnTo>
                  <a:pt x="1743075" y="3457575"/>
                </a:lnTo>
                <a:lnTo>
                  <a:pt x="1752600" y="3457575"/>
                </a:lnTo>
                <a:lnTo>
                  <a:pt x="1752600" y="3524250"/>
                </a:lnTo>
                <a:lnTo>
                  <a:pt x="1743075" y="3524250"/>
                </a:lnTo>
                <a:lnTo>
                  <a:pt x="1743075" y="3543300"/>
                </a:lnTo>
                <a:lnTo>
                  <a:pt x="1733550" y="3543300"/>
                </a:lnTo>
                <a:lnTo>
                  <a:pt x="1733550" y="3524250"/>
                </a:lnTo>
                <a:lnTo>
                  <a:pt x="1704975" y="3524250"/>
                </a:lnTo>
                <a:lnTo>
                  <a:pt x="1704975" y="3505200"/>
                </a:lnTo>
                <a:lnTo>
                  <a:pt x="1695450" y="3505200"/>
                </a:lnTo>
                <a:lnTo>
                  <a:pt x="1695450" y="3486150"/>
                </a:lnTo>
                <a:lnTo>
                  <a:pt x="1685925" y="3486150"/>
                </a:lnTo>
                <a:lnTo>
                  <a:pt x="1685925" y="3476625"/>
                </a:lnTo>
                <a:lnTo>
                  <a:pt x="1676400" y="3476625"/>
                </a:lnTo>
                <a:lnTo>
                  <a:pt x="1676400" y="3486150"/>
                </a:lnTo>
                <a:lnTo>
                  <a:pt x="1666875" y="3486150"/>
                </a:lnTo>
                <a:lnTo>
                  <a:pt x="1666875" y="3476625"/>
                </a:lnTo>
                <a:lnTo>
                  <a:pt x="1657350" y="3476625"/>
                </a:lnTo>
                <a:lnTo>
                  <a:pt x="1657350" y="3467100"/>
                </a:lnTo>
                <a:lnTo>
                  <a:pt x="1647825" y="3467100"/>
                </a:lnTo>
                <a:lnTo>
                  <a:pt x="1647825" y="3476625"/>
                </a:lnTo>
                <a:lnTo>
                  <a:pt x="1638300" y="3476625"/>
                </a:lnTo>
                <a:lnTo>
                  <a:pt x="1638300" y="3467100"/>
                </a:lnTo>
                <a:lnTo>
                  <a:pt x="1628775" y="3467100"/>
                </a:lnTo>
                <a:lnTo>
                  <a:pt x="1628775" y="3457575"/>
                </a:lnTo>
                <a:lnTo>
                  <a:pt x="1581150" y="3457575"/>
                </a:lnTo>
                <a:lnTo>
                  <a:pt x="1581150" y="3438525"/>
                </a:lnTo>
                <a:lnTo>
                  <a:pt x="1524000" y="3438525"/>
                </a:lnTo>
                <a:lnTo>
                  <a:pt x="1524000" y="3448050"/>
                </a:lnTo>
                <a:lnTo>
                  <a:pt x="1476375" y="3448050"/>
                </a:lnTo>
                <a:lnTo>
                  <a:pt x="1476375" y="3457575"/>
                </a:lnTo>
                <a:lnTo>
                  <a:pt x="1447800" y="3457575"/>
                </a:lnTo>
                <a:lnTo>
                  <a:pt x="1447800" y="3429000"/>
                </a:lnTo>
                <a:lnTo>
                  <a:pt x="1438275" y="3429000"/>
                </a:lnTo>
                <a:lnTo>
                  <a:pt x="1438275" y="3400425"/>
                </a:lnTo>
                <a:lnTo>
                  <a:pt x="1428750" y="3400425"/>
                </a:lnTo>
                <a:lnTo>
                  <a:pt x="1428750" y="3390900"/>
                </a:lnTo>
                <a:lnTo>
                  <a:pt x="1381125" y="3390900"/>
                </a:lnTo>
                <a:lnTo>
                  <a:pt x="1381125" y="3381375"/>
                </a:lnTo>
                <a:lnTo>
                  <a:pt x="1371600" y="3381375"/>
                </a:lnTo>
                <a:lnTo>
                  <a:pt x="1371600" y="3390900"/>
                </a:lnTo>
                <a:lnTo>
                  <a:pt x="1362075" y="3390900"/>
                </a:lnTo>
                <a:lnTo>
                  <a:pt x="1362075" y="3381375"/>
                </a:lnTo>
                <a:lnTo>
                  <a:pt x="1352550" y="3381375"/>
                </a:lnTo>
                <a:lnTo>
                  <a:pt x="1352550" y="3390900"/>
                </a:lnTo>
                <a:lnTo>
                  <a:pt x="1343025" y="3390900"/>
                </a:lnTo>
                <a:lnTo>
                  <a:pt x="1343025" y="3381375"/>
                </a:lnTo>
                <a:lnTo>
                  <a:pt x="1333500" y="3381375"/>
                </a:lnTo>
                <a:lnTo>
                  <a:pt x="1333500" y="3390900"/>
                </a:lnTo>
                <a:lnTo>
                  <a:pt x="257175" y="3390900"/>
                </a:lnTo>
                <a:lnTo>
                  <a:pt x="257175" y="3381375"/>
                </a:lnTo>
                <a:lnTo>
                  <a:pt x="219075" y="3381375"/>
                </a:lnTo>
                <a:lnTo>
                  <a:pt x="219075" y="3371850"/>
                </a:lnTo>
                <a:lnTo>
                  <a:pt x="161925" y="3371850"/>
                </a:lnTo>
                <a:lnTo>
                  <a:pt x="161925" y="3324225"/>
                </a:lnTo>
                <a:lnTo>
                  <a:pt x="152400" y="3324225"/>
                </a:lnTo>
                <a:lnTo>
                  <a:pt x="152400" y="3314700"/>
                </a:lnTo>
                <a:lnTo>
                  <a:pt x="142875" y="3314700"/>
                </a:lnTo>
                <a:lnTo>
                  <a:pt x="142875" y="3305175"/>
                </a:lnTo>
                <a:lnTo>
                  <a:pt x="133350" y="3305175"/>
                </a:lnTo>
                <a:lnTo>
                  <a:pt x="133350" y="3295650"/>
                </a:lnTo>
                <a:lnTo>
                  <a:pt x="123825" y="3295650"/>
                </a:lnTo>
                <a:lnTo>
                  <a:pt x="123825" y="3305175"/>
                </a:lnTo>
                <a:lnTo>
                  <a:pt x="114300" y="3305175"/>
                </a:lnTo>
                <a:close/>
                <a:moveTo>
                  <a:pt x="504825" y="3057525"/>
                </a:moveTo>
                <a:lnTo>
                  <a:pt x="514350" y="3057525"/>
                </a:lnTo>
                <a:lnTo>
                  <a:pt x="514350" y="3067050"/>
                </a:lnTo>
                <a:lnTo>
                  <a:pt x="504825" y="3067050"/>
                </a:lnTo>
                <a:close/>
                <a:moveTo>
                  <a:pt x="514350" y="3067050"/>
                </a:moveTo>
                <a:lnTo>
                  <a:pt x="523875" y="3067050"/>
                </a:lnTo>
                <a:lnTo>
                  <a:pt x="523875" y="3076575"/>
                </a:lnTo>
                <a:lnTo>
                  <a:pt x="514350" y="3076575"/>
                </a:lnTo>
                <a:close/>
                <a:moveTo>
                  <a:pt x="552450" y="3067050"/>
                </a:moveTo>
                <a:lnTo>
                  <a:pt x="571500" y="3067050"/>
                </a:lnTo>
                <a:lnTo>
                  <a:pt x="571500" y="3076575"/>
                </a:lnTo>
                <a:lnTo>
                  <a:pt x="552450" y="3076575"/>
                </a:lnTo>
                <a:close/>
                <a:moveTo>
                  <a:pt x="762000" y="3067050"/>
                </a:moveTo>
                <a:lnTo>
                  <a:pt x="809625" y="3067050"/>
                </a:lnTo>
                <a:lnTo>
                  <a:pt x="809625" y="3076575"/>
                </a:lnTo>
                <a:lnTo>
                  <a:pt x="762000" y="3076575"/>
                </a:lnTo>
                <a:close/>
                <a:moveTo>
                  <a:pt x="914400" y="3067050"/>
                </a:moveTo>
                <a:lnTo>
                  <a:pt x="942975" y="3067050"/>
                </a:lnTo>
                <a:lnTo>
                  <a:pt x="942975" y="3076575"/>
                </a:lnTo>
                <a:lnTo>
                  <a:pt x="914400" y="3076575"/>
                </a:lnTo>
                <a:close/>
                <a:moveTo>
                  <a:pt x="533400" y="3076575"/>
                </a:moveTo>
                <a:lnTo>
                  <a:pt x="552450" y="3076575"/>
                </a:lnTo>
                <a:lnTo>
                  <a:pt x="552450" y="3086100"/>
                </a:lnTo>
                <a:lnTo>
                  <a:pt x="533400" y="3086100"/>
                </a:lnTo>
                <a:close/>
                <a:moveTo>
                  <a:pt x="314325" y="3086100"/>
                </a:moveTo>
                <a:lnTo>
                  <a:pt x="342900" y="3086100"/>
                </a:lnTo>
                <a:lnTo>
                  <a:pt x="342900" y="3095625"/>
                </a:lnTo>
                <a:lnTo>
                  <a:pt x="314325" y="3095625"/>
                </a:lnTo>
                <a:close/>
                <a:moveTo>
                  <a:pt x="571500" y="3095625"/>
                </a:moveTo>
                <a:lnTo>
                  <a:pt x="590550" y="3095625"/>
                </a:lnTo>
                <a:lnTo>
                  <a:pt x="590550" y="3105150"/>
                </a:lnTo>
                <a:lnTo>
                  <a:pt x="609600" y="3105150"/>
                </a:lnTo>
                <a:lnTo>
                  <a:pt x="609600" y="3114675"/>
                </a:lnTo>
                <a:lnTo>
                  <a:pt x="561975" y="3114675"/>
                </a:lnTo>
                <a:lnTo>
                  <a:pt x="561975" y="3105150"/>
                </a:lnTo>
                <a:lnTo>
                  <a:pt x="571500" y="3105150"/>
                </a:lnTo>
                <a:close/>
                <a:moveTo>
                  <a:pt x="914400" y="3095625"/>
                </a:moveTo>
                <a:lnTo>
                  <a:pt x="933450" y="3095625"/>
                </a:lnTo>
                <a:lnTo>
                  <a:pt x="933450" y="3114675"/>
                </a:lnTo>
                <a:lnTo>
                  <a:pt x="904875" y="3114675"/>
                </a:lnTo>
                <a:lnTo>
                  <a:pt x="904875" y="3105150"/>
                </a:lnTo>
                <a:lnTo>
                  <a:pt x="914400" y="3105150"/>
                </a:lnTo>
                <a:close/>
                <a:moveTo>
                  <a:pt x="0" y="3105150"/>
                </a:moveTo>
                <a:lnTo>
                  <a:pt x="9525" y="3105150"/>
                </a:lnTo>
                <a:lnTo>
                  <a:pt x="9525" y="3114675"/>
                </a:lnTo>
                <a:lnTo>
                  <a:pt x="0" y="3114675"/>
                </a:lnTo>
                <a:close/>
                <a:moveTo>
                  <a:pt x="314325" y="3105150"/>
                </a:moveTo>
                <a:lnTo>
                  <a:pt x="333375" y="3105150"/>
                </a:lnTo>
                <a:lnTo>
                  <a:pt x="333375" y="3162300"/>
                </a:lnTo>
                <a:lnTo>
                  <a:pt x="342900" y="3162300"/>
                </a:lnTo>
                <a:lnTo>
                  <a:pt x="342900" y="3114675"/>
                </a:lnTo>
                <a:lnTo>
                  <a:pt x="352425" y="3114675"/>
                </a:lnTo>
                <a:lnTo>
                  <a:pt x="352425" y="3105150"/>
                </a:lnTo>
                <a:lnTo>
                  <a:pt x="361950" y="3105150"/>
                </a:lnTo>
                <a:lnTo>
                  <a:pt x="361950" y="3181350"/>
                </a:lnTo>
                <a:lnTo>
                  <a:pt x="352425" y="3181350"/>
                </a:lnTo>
                <a:lnTo>
                  <a:pt x="352425" y="3190875"/>
                </a:lnTo>
                <a:lnTo>
                  <a:pt x="266700" y="3190875"/>
                </a:lnTo>
                <a:lnTo>
                  <a:pt x="266700" y="3181350"/>
                </a:lnTo>
                <a:lnTo>
                  <a:pt x="276225" y="3181350"/>
                </a:lnTo>
                <a:lnTo>
                  <a:pt x="276225" y="3171825"/>
                </a:lnTo>
                <a:lnTo>
                  <a:pt x="266700" y="3171825"/>
                </a:lnTo>
                <a:lnTo>
                  <a:pt x="266700" y="3133725"/>
                </a:lnTo>
                <a:lnTo>
                  <a:pt x="257175" y="3133725"/>
                </a:lnTo>
                <a:lnTo>
                  <a:pt x="257175" y="3171825"/>
                </a:lnTo>
                <a:lnTo>
                  <a:pt x="247650" y="3171825"/>
                </a:lnTo>
                <a:lnTo>
                  <a:pt x="247650" y="3181350"/>
                </a:lnTo>
                <a:lnTo>
                  <a:pt x="238125" y="3181350"/>
                </a:lnTo>
                <a:lnTo>
                  <a:pt x="238125" y="3114675"/>
                </a:lnTo>
                <a:lnTo>
                  <a:pt x="257175" y="3114675"/>
                </a:lnTo>
                <a:lnTo>
                  <a:pt x="257175" y="3124200"/>
                </a:lnTo>
                <a:lnTo>
                  <a:pt x="266700" y="3124200"/>
                </a:lnTo>
                <a:lnTo>
                  <a:pt x="266700" y="3114675"/>
                </a:lnTo>
                <a:lnTo>
                  <a:pt x="314325" y="3114675"/>
                </a:lnTo>
                <a:close/>
                <a:moveTo>
                  <a:pt x="485775" y="3105150"/>
                </a:moveTo>
                <a:lnTo>
                  <a:pt x="514350" y="3105150"/>
                </a:lnTo>
                <a:lnTo>
                  <a:pt x="514350" y="3114675"/>
                </a:lnTo>
                <a:lnTo>
                  <a:pt x="485775" y="3114675"/>
                </a:lnTo>
                <a:close/>
                <a:moveTo>
                  <a:pt x="619125" y="3105150"/>
                </a:moveTo>
                <a:lnTo>
                  <a:pt x="628650" y="3105150"/>
                </a:lnTo>
                <a:lnTo>
                  <a:pt x="628650" y="3114675"/>
                </a:lnTo>
                <a:lnTo>
                  <a:pt x="619125" y="3114675"/>
                </a:lnTo>
                <a:close/>
                <a:moveTo>
                  <a:pt x="676275" y="3105150"/>
                </a:moveTo>
                <a:lnTo>
                  <a:pt x="685800" y="3105150"/>
                </a:lnTo>
                <a:lnTo>
                  <a:pt x="685800" y="3114675"/>
                </a:lnTo>
                <a:lnTo>
                  <a:pt x="676275" y="3114675"/>
                </a:lnTo>
                <a:close/>
                <a:moveTo>
                  <a:pt x="742950" y="3105150"/>
                </a:moveTo>
                <a:lnTo>
                  <a:pt x="752475" y="3105150"/>
                </a:lnTo>
                <a:lnTo>
                  <a:pt x="752475" y="3114675"/>
                </a:lnTo>
                <a:lnTo>
                  <a:pt x="742950" y="3114675"/>
                </a:lnTo>
                <a:close/>
                <a:moveTo>
                  <a:pt x="9525" y="3114675"/>
                </a:moveTo>
                <a:lnTo>
                  <a:pt x="28575" y="3114675"/>
                </a:lnTo>
                <a:lnTo>
                  <a:pt x="28575" y="3124200"/>
                </a:lnTo>
                <a:lnTo>
                  <a:pt x="9525" y="3124200"/>
                </a:lnTo>
                <a:close/>
                <a:moveTo>
                  <a:pt x="552450" y="3114675"/>
                </a:moveTo>
                <a:lnTo>
                  <a:pt x="561975" y="3114675"/>
                </a:lnTo>
                <a:lnTo>
                  <a:pt x="561975" y="3124200"/>
                </a:lnTo>
                <a:lnTo>
                  <a:pt x="552450" y="3124200"/>
                </a:lnTo>
                <a:close/>
                <a:moveTo>
                  <a:pt x="685800" y="3114675"/>
                </a:moveTo>
                <a:lnTo>
                  <a:pt x="695325" y="3114675"/>
                </a:lnTo>
                <a:lnTo>
                  <a:pt x="695325" y="3124200"/>
                </a:lnTo>
                <a:lnTo>
                  <a:pt x="685800" y="3124200"/>
                </a:lnTo>
                <a:close/>
                <a:moveTo>
                  <a:pt x="752475" y="3114675"/>
                </a:moveTo>
                <a:lnTo>
                  <a:pt x="771525" y="3114675"/>
                </a:lnTo>
                <a:lnTo>
                  <a:pt x="771525" y="3124200"/>
                </a:lnTo>
                <a:lnTo>
                  <a:pt x="752475" y="3124200"/>
                </a:lnTo>
                <a:close/>
                <a:moveTo>
                  <a:pt x="800100" y="3114675"/>
                </a:moveTo>
                <a:lnTo>
                  <a:pt x="819150" y="3114675"/>
                </a:lnTo>
                <a:lnTo>
                  <a:pt x="819150" y="3124200"/>
                </a:lnTo>
                <a:lnTo>
                  <a:pt x="800100" y="3124200"/>
                </a:lnTo>
                <a:close/>
                <a:moveTo>
                  <a:pt x="838200" y="3114675"/>
                </a:moveTo>
                <a:lnTo>
                  <a:pt x="847725" y="3114675"/>
                </a:lnTo>
                <a:lnTo>
                  <a:pt x="847725" y="3124200"/>
                </a:lnTo>
                <a:lnTo>
                  <a:pt x="838200" y="3124200"/>
                </a:lnTo>
                <a:close/>
                <a:moveTo>
                  <a:pt x="962025" y="3114675"/>
                </a:moveTo>
                <a:lnTo>
                  <a:pt x="981075" y="3114675"/>
                </a:lnTo>
                <a:lnTo>
                  <a:pt x="981075" y="3124200"/>
                </a:lnTo>
                <a:lnTo>
                  <a:pt x="962025" y="3124200"/>
                </a:lnTo>
                <a:close/>
                <a:moveTo>
                  <a:pt x="990600" y="3114675"/>
                </a:moveTo>
                <a:lnTo>
                  <a:pt x="1009650" y="3114675"/>
                </a:lnTo>
                <a:lnTo>
                  <a:pt x="1009650" y="3124200"/>
                </a:lnTo>
                <a:lnTo>
                  <a:pt x="990600" y="3124200"/>
                </a:lnTo>
                <a:close/>
                <a:moveTo>
                  <a:pt x="1581150" y="3114675"/>
                </a:moveTo>
                <a:lnTo>
                  <a:pt x="1600200" y="3114675"/>
                </a:lnTo>
                <a:lnTo>
                  <a:pt x="1600200" y="3124200"/>
                </a:lnTo>
                <a:lnTo>
                  <a:pt x="1581150" y="3124200"/>
                </a:lnTo>
                <a:close/>
                <a:moveTo>
                  <a:pt x="314325" y="3152775"/>
                </a:moveTo>
                <a:lnTo>
                  <a:pt x="323850" y="3152775"/>
                </a:lnTo>
                <a:lnTo>
                  <a:pt x="323850" y="3133725"/>
                </a:lnTo>
                <a:lnTo>
                  <a:pt x="314325" y="3133725"/>
                </a:lnTo>
                <a:lnTo>
                  <a:pt x="314325" y="3143250"/>
                </a:lnTo>
                <a:lnTo>
                  <a:pt x="295275" y="3143250"/>
                </a:lnTo>
                <a:lnTo>
                  <a:pt x="295275" y="3133725"/>
                </a:lnTo>
                <a:lnTo>
                  <a:pt x="276225" y="3133725"/>
                </a:lnTo>
                <a:lnTo>
                  <a:pt x="276225" y="3162300"/>
                </a:lnTo>
                <a:lnTo>
                  <a:pt x="314325" y="3162300"/>
                </a:lnTo>
                <a:close/>
                <a:moveTo>
                  <a:pt x="1581150" y="3152775"/>
                </a:moveTo>
                <a:lnTo>
                  <a:pt x="1590675" y="3152775"/>
                </a:lnTo>
                <a:lnTo>
                  <a:pt x="1590675" y="3162300"/>
                </a:lnTo>
                <a:lnTo>
                  <a:pt x="1581150" y="3162300"/>
                </a:lnTo>
                <a:close/>
                <a:moveTo>
                  <a:pt x="123825" y="3171825"/>
                </a:moveTo>
                <a:lnTo>
                  <a:pt x="133350" y="3171825"/>
                </a:lnTo>
                <a:lnTo>
                  <a:pt x="133350" y="3124200"/>
                </a:lnTo>
                <a:lnTo>
                  <a:pt x="123825" y="3124200"/>
                </a:lnTo>
                <a:close/>
                <a:moveTo>
                  <a:pt x="247650" y="3181350"/>
                </a:moveTo>
                <a:lnTo>
                  <a:pt x="257175" y="3181350"/>
                </a:lnTo>
                <a:lnTo>
                  <a:pt x="257175" y="3190875"/>
                </a:lnTo>
                <a:lnTo>
                  <a:pt x="247650" y="3190875"/>
                </a:lnTo>
                <a:close/>
                <a:moveTo>
                  <a:pt x="285750" y="3181350"/>
                </a:moveTo>
                <a:lnTo>
                  <a:pt x="314325" y="3181350"/>
                </a:lnTo>
                <a:lnTo>
                  <a:pt x="314325" y="3171825"/>
                </a:lnTo>
                <a:lnTo>
                  <a:pt x="285750" y="3171825"/>
                </a:lnTo>
                <a:close/>
                <a:moveTo>
                  <a:pt x="333375" y="3181350"/>
                </a:moveTo>
                <a:lnTo>
                  <a:pt x="342900" y="3181350"/>
                </a:lnTo>
                <a:lnTo>
                  <a:pt x="342900" y="3171825"/>
                </a:lnTo>
                <a:lnTo>
                  <a:pt x="333375" y="3171825"/>
                </a:lnTo>
                <a:close/>
                <a:moveTo>
                  <a:pt x="476250" y="3181350"/>
                </a:moveTo>
                <a:lnTo>
                  <a:pt x="495300" y="3181350"/>
                </a:lnTo>
                <a:lnTo>
                  <a:pt x="495300" y="3190875"/>
                </a:lnTo>
                <a:lnTo>
                  <a:pt x="476250" y="3190875"/>
                </a:lnTo>
                <a:close/>
                <a:moveTo>
                  <a:pt x="1076325" y="3181350"/>
                </a:moveTo>
                <a:lnTo>
                  <a:pt x="1095375" y="3181350"/>
                </a:lnTo>
                <a:lnTo>
                  <a:pt x="1095375" y="3190875"/>
                </a:lnTo>
                <a:lnTo>
                  <a:pt x="1123950" y="3190875"/>
                </a:lnTo>
                <a:lnTo>
                  <a:pt x="1123950" y="3200400"/>
                </a:lnTo>
                <a:lnTo>
                  <a:pt x="1085850" y="3200400"/>
                </a:lnTo>
                <a:lnTo>
                  <a:pt x="1085850" y="3190875"/>
                </a:lnTo>
                <a:lnTo>
                  <a:pt x="1076325" y="3190875"/>
                </a:lnTo>
                <a:close/>
                <a:moveTo>
                  <a:pt x="1352550" y="3181350"/>
                </a:moveTo>
                <a:lnTo>
                  <a:pt x="1371600" y="3181350"/>
                </a:lnTo>
                <a:lnTo>
                  <a:pt x="1371600" y="3190875"/>
                </a:lnTo>
                <a:lnTo>
                  <a:pt x="1362075" y="3190875"/>
                </a:lnTo>
                <a:lnTo>
                  <a:pt x="1362075" y="3200400"/>
                </a:lnTo>
                <a:lnTo>
                  <a:pt x="1352550" y="3200400"/>
                </a:lnTo>
                <a:close/>
                <a:moveTo>
                  <a:pt x="514350" y="3190875"/>
                </a:moveTo>
                <a:lnTo>
                  <a:pt x="533400" y="3190875"/>
                </a:lnTo>
                <a:lnTo>
                  <a:pt x="533400" y="3200400"/>
                </a:lnTo>
                <a:lnTo>
                  <a:pt x="514350" y="3200400"/>
                </a:lnTo>
                <a:close/>
                <a:moveTo>
                  <a:pt x="542925" y="3190875"/>
                </a:moveTo>
                <a:lnTo>
                  <a:pt x="552450" y="3190875"/>
                </a:lnTo>
                <a:lnTo>
                  <a:pt x="552450" y="3200400"/>
                </a:lnTo>
                <a:lnTo>
                  <a:pt x="542925" y="3200400"/>
                </a:lnTo>
                <a:close/>
                <a:moveTo>
                  <a:pt x="590550" y="3190875"/>
                </a:moveTo>
                <a:lnTo>
                  <a:pt x="628650" y="3190875"/>
                </a:lnTo>
                <a:lnTo>
                  <a:pt x="628650" y="3200400"/>
                </a:lnTo>
                <a:lnTo>
                  <a:pt x="619125" y="3200400"/>
                </a:lnTo>
                <a:lnTo>
                  <a:pt x="619125" y="3209925"/>
                </a:lnTo>
                <a:lnTo>
                  <a:pt x="628650" y="3209925"/>
                </a:lnTo>
                <a:lnTo>
                  <a:pt x="628650" y="3219450"/>
                </a:lnTo>
                <a:lnTo>
                  <a:pt x="647700" y="3219450"/>
                </a:lnTo>
                <a:lnTo>
                  <a:pt x="647700" y="3209925"/>
                </a:lnTo>
                <a:lnTo>
                  <a:pt x="657225" y="3209925"/>
                </a:lnTo>
                <a:lnTo>
                  <a:pt x="657225" y="3219450"/>
                </a:lnTo>
                <a:lnTo>
                  <a:pt x="666750" y="3219450"/>
                </a:lnTo>
                <a:lnTo>
                  <a:pt x="666750" y="3228975"/>
                </a:lnTo>
                <a:lnTo>
                  <a:pt x="619125" y="3228975"/>
                </a:lnTo>
                <a:lnTo>
                  <a:pt x="619125" y="3219450"/>
                </a:lnTo>
                <a:lnTo>
                  <a:pt x="590550" y="3219450"/>
                </a:lnTo>
                <a:lnTo>
                  <a:pt x="590550" y="3209925"/>
                </a:lnTo>
                <a:lnTo>
                  <a:pt x="609600" y="3209925"/>
                </a:lnTo>
                <a:lnTo>
                  <a:pt x="609600" y="3200400"/>
                </a:lnTo>
                <a:lnTo>
                  <a:pt x="590550" y="3200400"/>
                </a:lnTo>
                <a:close/>
                <a:moveTo>
                  <a:pt x="647700" y="3190875"/>
                </a:moveTo>
                <a:lnTo>
                  <a:pt x="695325" y="3190875"/>
                </a:lnTo>
                <a:lnTo>
                  <a:pt x="695325" y="3200400"/>
                </a:lnTo>
                <a:lnTo>
                  <a:pt x="647700" y="3200400"/>
                </a:lnTo>
                <a:close/>
                <a:moveTo>
                  <a:pt x="714375" y="3190875"/>
                </a:moveTo>
                <a:lnTo>
                  <a:pt x="733425" y="3190875"/>
                </a:lnTo>
                <a:lnTo>
                  <a:pt x="733425" y="3200400"/>
                </a:lnTo>
                <a:lnTo>
                  <a:pt x="714375" y="3200400"/>
                </a:lnTo>
                <a:close/>
                <a:moveTo>
                  <a:pt x="742950" y="3190875"/>
                </a:moveTo>
                <a:lnTo>
                  <a:pt x="752475" y="3190875"/>
                </a:lnTo>
                <a:lnTo>
                  <a:pt x="752475" y="3200400"/>
                </a:lnTo>
                <a:lnTo>
                  <a:pt x="742950" y="3200400"/>
                </a:lnTo>
                <a:close/>
                <a:moveTo>
                  <a:pt x="809625" y="3190875"/>
                </a:moveTo>
                <a:lnTo>
                  <a:pt x="838200" y="3190875"/>
                </a:lnTo>
                <a:lnTo>
                  <a:pt x="838200" y="3200400"/>
                </a:lnTo>
                <a:lnTo>
                  <a:pt x="809625" y="3200400"/>
                </a:lnTo>
                <a:close/>
                <a:moveTo>
                  <a:pt x="857250" y="3190875"/>
                </a:moveTo>
                <a:lnTo>
                  <a:pt x="895350" y="3190875"/>
                </a:lnTo>
                <a:lnTo>
                  <a:pt x="895350" y="3200400"/>
                </a:lnTo>
                <a:lnTo>
                  <a:pt x="857250" y="3200400"/>
                </a:lnTo>
                <a:close/>
                <a:moveTo>
                  <a:pt x="923925" y="3190875"/>
                </a:moveTo>
                <a:lnTo>
                  <a:pt x="933450" y="3190875"/>
                </a:lnTo>
                <a:lnTo>
                  <a:pt x="933450" y="3200400"/>
                </a:lnTo>
                <a:lnTo>
                  <a:pt x="923925" y="3200400"/>
                </a:lnTo>
                <a:close/>
                <a:moveTo>
                  <a:pt x="962025" y="3190875"/>
                </a:moveTo>
                <a:lnTo>
                  <a:pt x="971550" y="3190875"/>
                </a:lnTo>
                <a:lnTo>
                  <a:pt x="971550" y="3200400"/>
                </a:lnTo>
                <a:lnTo>
                  <a:pt x="962025" y="3200400"/>
                </a:lnTo>
                <a:close/>
                <a:moveTo>
                  <a:pt x="981075" y="3190875"/>
                </a:moveTo>
                <a:lnTo>
                  <a:pt x="1019175" y="3190875"/>
                </a:lnTo>
                <a:lnTo>
                  <a:pt x="1019175" y="3200400"/>
                </a:lnTo>
                <a:lnTo>
                  <a:pt x="981075" y="3200400"/>
                </a:lnTo>
                <a:close/>
                <a:moveTo>
                  <a:pt x="1047750" y="3190875"/>
                </a:moveTo>
                <a:lnTo>
                  <a:pt x="1057275" y="3190875"/>
                </a:lnTo>
                <a:lnTo>
                  <a:pt x="1057275" y="3200400"/>
                </a:lnTo>
                <a:lnTo>
                  <a:pt x="1047750" y="3200400"/>
                </a:lnTo>
                <a:close/>
                <a:moveTo>
                  <a:pt x="1152525" y="3190875"/>
                </a:moveTo>
                <a:lnTo>
                  <a:pt x="1171575" y="3190875"/>
                </a:lnTo>
                <a:lnTo>
                  <a:pt x="1171575" y="3200400"/>
                </a:lnTo>
                <a:lnTo>
                  <a:pt x="1152525" y="3200400"/>
                </a:lnTo>
                <a:close/>
                <a:moveTo>
                  <a:pt x="1190625" y="3190875"/>
                </a:moveTo>
                <a:lnTo>
                  <a:pt x="1228725" y="3190875"/>
                </a:lnTo>
                <a:lnTo>
                  <a:pt x="1228725" y="3200400"/>
                </a:lnTo>
                <a:lnTo>
                  <a:pt x="1238250" y="3200400"/>
                </a:lnTo>
                <a:lnTo>
                  <a:pt x="1238250" y="3190875"/>
                </a:lnTo>
                <a:lnTo>
                  <a:pt x="1247775" y="3190875"/>
                </a:lnTo>
                <a:lnTo>
                  <a:pt x="1247775" y="3200400"/>
                </a:lnTo>
                <a:lnTo>
                  <a:pt x="1238250" y="3200400"/>
                </a:lnTo>
                <a:lnTo>
                  <a:pt x="1238250" y="3209925"/>
                </a:lnTo>
                <a:lnTo>
                  <a:pt x="1266825" y="3209925"/>
                </a:lnTo>
                <a:lnTo>
                  <a:pt x="1266825" y="3219450"/>
                </a:lnTo>
                <a:lnTo>
                  <a:pt x="1247775" y="3219450"/>
                </a:lnTo>
                <a:lnTo>
                  <a:pt x="1247775" y="3228975"/>
                </a:lnTo>
                <a:lnTo>
                  <a:pt x="1190625" y="3228975"/>
                </a:lnTo>
                <a:lnTo>
                  <a:pt x="1190625" y="3209925"/>
                </a:lnTo>
                <a:lnTo>
                  <a:pt x="1181100" y="3209925"/>
                </a:lnTo>
                <a:lnTo>
                  <a:pt x="1181100" y="3200400"/>
                </a:lnTo>
                <a:lnTo>
                  <a:pt x="1190625" y="3200400"/>
                </a:lnTo>
                <a:close/>
                <a:moveTo>
                  <a:pt x="1266825" y="3190875"/>
                </a:moveTo>
                <a:lnTo>
                  <a:pt x="1304925" y="3190875"/>
                </a:lnTo>
                <a:lnTo>
                  <a:pt x="1304925" y="3200400"/>
                </a:lnTo>
                <a:lnTo>
                  <a:pt x="1295400" y="3200400"/>
                </a:lnTo>
                <a:lnTo>
                  <a:pt x="1295400" y="3219450"/>
                </a:lnTo>
                <a:lnTo>
                  <a:pt x="1276350" y="3219450"/>
                </a:lnTo>
                <a:lnTo>
                  <a:pt x="1276350" y="3209925"/>
                </a:lnTo>
                <a:lnTo>
                  <a:pt x="1285875" y="3209925"/>
                </a:lnTo>
                <a:lnTo>
                  <a:pt x="1285875" y="3200400"/>
                </a:lnTo>
                <a:lnTo>
                  <a:pt x="1266825" y="3200400"/>
                </a:lnTo>
                <a:close/>
                <a:moveTo>
                  <a:pt x="1323975" y="3190875"/>
                </a:moveTo>
                <a:lnTo>
                  <a:pt x="1343025" y="3190875"/>
                </a:lnTo>
                <a:lnTo>
                  <a:pt x="1343025" y="3200400"/>
                </a:lnTo>
                <a:lnTo>
                  <a:pt x="1323975" y="3200400"/>
                </a:lnTo>
                <a:close/>
                <a:moveTo>
                  <a:pt x="1371600" y="3190875"/>
                </a:moveTo>
                <a:lnTo>
                  <a:pt x="1381125" y="3190875"/>
                </a:lnTo>
                <a:lnTo>
                  <a:pt x="1381125" y="3200400"/>
                </a:lnTo>
                <a:lnTo>
                  <a:pt x="1371600" y="3200400"/>
                </a:lnTo>
                <a:close/>
                <a:moveTo>
                  <a:pt x="1390650" y="3190875"/>
                </a:moveTo>
                <a:lnTo>
                  <a:pt x="1409700" y="3190875"/>
                </a:lnTo>
                <a:lnTo>
                  <a:pt x="1409700" y="3200400"/>
                </a:lnTo>
                <a:lnTo>
                  <a:pt x="1390650" y="3200400"/>
                </a:lnTo>
                <a:close/>
                <a:moveTo>
                  <a:pt x="504825" y="3200400"/>
                </a:moveTo>
                <a:lnTo>
                  <a:pt x="514350" y="3200400"/>
                </a:lnTo>
                <a:lnTo>
                  <a:pt x="514350" y="3219450"/>
                </a:lnTo>
                <a:lnTo>
                  <a:pt x="542925" y="3219450"/>
                </a:lnTo>
                <a:lnTo>
                  <a:pt x="542925" y="3209925"/>
                </a:lnTo>
                <a:lnTo>
                  <a:pt x="561975" y="3209925"/>
                </a:lnTo>
                <a:lnTo>
                  <a:pt x="561975" y="3219450"/>
                </a:lnTo>
                <a:lnTo>
                  <a:pt x="590550" y="3219450"/>
                </a:lnTo>
                <a:lnTo>
                  <a:pt x="590550" y="3228975"/>
                </a:lnTo>
                <a:lnTo>
                  <a:pt x="485775" y="3228975"/>
                </a:lnTo>
                <a:lnTo>
                  <a:pt x="485775" y="3209925"/>
                </a:lnTo>
                <a:lnTo>
                  <a:pt x="504825" y="3209925"/>
                </a:lnTo>
                <a:close/>
                <a:moveTo>
                  <a:pt x="752475" y="3200400"/>
                </a:moveTo>
                <a:lnTo>
                  <a:pt x="762000" y="3200400"/>
                </a:lnTo>
                <a:lnTo>
                  <a:pt x="762000" y="3209925"/>
                </a:lnTo>
                <a:lnTo>
                  <a:pt x="771525" y="3209925"/>
                </a:lnTo>
                <a:lnTo>
                  <a:pt x="771525" y="3238500"/>
                </a:lnTo>
                <a:lnTo>
                  <a:pt x="762000" y="3238500"/>
                </a:lnTo>
                <a:lnTo>
                  <a:pt x="762000" y="3228975"/>
                </a:lnTo>
                <a:lnTo>
                  <a:pt x="723900" y="3228975"/>
                </a:lnTo>
                <a:lnTo>
                  <a:pt x="723900" y="3219450"/>
                </a:lnTo>
                <a:lnTo>
                  <a:pt x="695325" y="3219450"/>
                </a:lnTo>
                <a:lnTo>
                  <a:pt x="695325" y="3209925"/>
                </a:lnTo>
                <a:lnTo>
                  <a:pt x="723900" y="3209925"/>
                </a:lnTo>
                <a:lnTo>
                  <a:pt x="723900" y="3219450"/>
                </a:lnTo>
                <a:lnTo>
                  <a:pt x="752475" y="3219450"/>
                </a:lnTo>
                <a:close/>
                <a:moveTo>
                  <a:pt x="904875" y="3200400"/>
                </a:moveTo>
                <a:lnTo>
                  <a:pt x="923925" y="3200400"/>
                </a:lnTo>
                <a:lnTo>
                  <a:pt x="923925" y="3209925"/>
                </a:lnTo>
                <a:lnTo>
                  <a:pt x="904875" y="3209925"/>
                </a:lnTo>
                <a:close/>
                <a:moveTo>
                  <a:pt x="1123950" y="3200400"/>
                </a:moveTo>
                <a:lnTo>
                  <a:pt x="1133475" y="3200400"/>
                </a:lnTo>
                <a:lnTo>
                  <a:pt x="1133475" y="3219450"/>
                </a:lnTo>
                <a:lnTo>
                  <a:pt x="1123950" y="3219450"/>
                </a:lnTo>
                <a:close/>
                <a:moveTo>
                  <a:pt x="1143000" y="3200400"/>
                </a:moveTo>
                <a:lnTo>
                  <a:pt x="1152525" y="3200400"/>
                </a:lnTo>
                <a:lnTo>
                  <a:pt x="1152525" y="3209925"/>
                </a:lnTo>
                <a:lnTo>
                  <a:pt x="1143000" y="3209925"/>
                </a:lnTo>
                <a:close/>
                <a:moveTo>
                  <a:pt x="942975" y="3209925"/>
                </a:moveTo>
                <a:lnTo>
                  <a:pt x="990600" y="3209925"/>
                </a:lnTo>
                <a:lnTo>
                  <a:pt x="990600" y="3219450"/>
                </a:lnTo>
                <a:lnTo>
                  <a:pt x="1047750" y="3219450"/>
                </a:lnTo>
                <a:lnTo>
                  <a:pt x="1047750" y="3209925"/>
                </a:lnTo>
                <a:lnTo>
                  <a:pt x="1076325" y="3209925"/>
                </a:lnTo>
                <a:lnTo>
                  <a:pt x="1076325" y="3219450"/>
                </a:lnTo>
                <a:lnTo>
                  <a:pt x="1047750" y="3219450"/>
                </a:lnTo>
                <a:lnTo>
                  <a:pt x="1047750" y="3228975"/>
                </a:lnTo>
                <a:lnTo>
                  <a:pt x="971550" y="3228975"/>
                </a:lnTo>
                <a:lnTo>
                  <a:pt x="971550" y="3219450"/>
                </a:lnTo>
                <a:lnTo>
                  <a:pt x="962025" y="3219450"/>
                </a:lnTo>
                <a:lnTo>
                  <a:pt x="962025" y="3228975"/>
                </a:lnTo>
                <a:lnTo>
                  <a:pt x="923925" y="3228975"/>
                </a:lnTo>
                <a:lnTo>
                  <a:pt x="923925" y="3219450"/>
                </a:lnTo>
                <a:lnTo>
                  <a:pt x="942975" y="3219450"/>
                </a:lnTo>
                <a:close/>
                <a:moveTo>
                  <a:pt x="685800" y="3219450"/>
                </a:moveTo>
                <a:lnTo>
                  <a:pt x="695325" y="3219450"/>
                </a:lnTo>
                <a:lnTo>
                  <a:pt x="695325" y="3228975"/>
                </a:lnTo>
                <a:lnTo>
                  <a:pt x="685800" y="3228975"/>
                </a:lnTo>
                <a:close/>
                <a:moveTo>
                  <a:pt x="819150" y="3219450"/>
                </a:moveTo>
                <a:lnTo>
                  <a:pt x="857250" y="3219450"/>
                </a:lnTo>
                <a:lnTo>
                  <a:pt x="857250" y="3228975"/>
                </a:lnTo>
                <a:lnTo>
                  <a:pt x="819150" y="3228975"/>
                </a:lnTo>
                <a:close/>
                <a:moveTo>
                  <a:pt x="1076325" y="3219450"/>
                </a:moveTo>
                <a:lnTo>
                  <a:pt x="1104900" y="3219450"/>
                </a:lnTo>
                <a:lnTo>
                  <a:pt x="1104900" y="3228975"/>
                </a:lnTo>
                <a:lnTo>
                  <a:pt x="1076325" y="3228975"/>
                </a:lnTo>
                <a:close/>
                <a:moveTo>
                  <a:pt x="1114425" y="3219450"/>
                </a:moveTo>
                <a:lnTo>
                  <a:pt x="1123950" y="3219450"/>
                </a:lnTo>
                <a:lnTo>
                  <a:pt x="1123950" y="3228975"/>
                </a:lnTo>
                <a:lnTo>
                  <a:pt x="1114425" y="3228975"/>
                </a:lnTo>
                <a:close/>
                <a:moveTo>
                  <a:pt x="1200150" y="3219450"/>
                </a:moveTo>
                <a:lnTo>
                  <a:pt x="1219200" y="3219450"/>
                </a:lnTo>
                <a:lnTo>
                  <a:pt x="1219200" y="3200400"/>
                </a:lnTo>
                <a:lnTo>
                  <a:pt x="1209675" y="3200400"/>
                </a:lnTo>
                <a:lnTo>
                  <a:pt x="1209675" y="3209925"/>
                </a:lnTo>
                <a:lnTo>
                  <a:pt x="1200150" y="3209925"/>
                </a:lnTo>
                <a:close/>
                <a:moveTo>
                  <a:pt x="1295400" y="3219450"/>
                </a:moveTo>
                <a:lnTo>
                  <a:pt x="1304925" y="3219450"/>
                </a:lnTo>
                <a:lnTo>
                  <a:pt x="1304925" y="3228975"/>
                </a:lnTo>
                <a:lnTo>
                  <a:pt x="1295400" y="3228975"/>
                </a:lnTo>
                <a:close/>
                <a:moveTo>
                  <a:pt x="1323975" y="3219450"/>
                </a:moveTo>
                <a:lnTo>
                  <a:pt x="1362075" y="3219450"/>
                </a:lnTo>
                <a:lnTo>
                  <a:pt x="1362075" y="3228975"/>
                </a:lnTo>
                <a:lnTo>
                  <a:pt x="1323975" y="3228975"/>
                </a:lnTo>
                <a:close/>
                <a:moveTo>
                  <a:pt x="1390650" y="3219450"/>
                </a:moveTo>
                <a:lnTo>
                  <a:pt x="1419225" y="3219450"/>
                </a:lnTo>
                <a:lnTo>
                  <a:pt x="1419225" y="3228975"/>
                </a:lnTo>
                <a:lnTo>
                  <a:pt x="1390650" y="3228975"/>
                </a:lnTo>
                <a:close/>
                <a:moveTo>
                  <a:pt x="885825" y="3228975"/>
                </a:moveTo>
                <a:lnTo>
                  <a:pt x="895350" y="3228975"/>
                </a:lnTo>
                <a:lnTo>
                  <a:pt x="895350" y="3238500"/>
                </a:lnTo>
                <a:lnTo>
                  <a:pt x="885825" y="3238500"/>
                </a:lnTo>
                <a:close/>
                <a:moveTo>
                  <a:pt x="123825" y="3248025"/>
                </a:moveTo>
                <a:lnTo>
                  <a:pt x="133350" y="3248025"/>
                </a:lnTo>
                <a:lnTo>
                  <a:pt x="133350" y="3181350"/>
                </a:lnTo>
                <a:lnTo>
                  <a:pt x="123825" y="3181350"/>
                </a:lnTo>
                <a:close/>
                <a:moveTo>
                  <a:pt x="161925" y="3248025"/>
                </a:moveTo>
                <a:lnTo>
                  <a:pt x="171450" y="3248025"/>
                </a:lnTo>
                <a:lnTo>
                  <a:pt x="171450" y="3257550"/>
                </a:lnTo>
                <a:lnTo>
                  <a:pt x="161925" y="3257550"/>
                </a:lnTo>
                <a:close/>
                <a:moveTo>
                  <a:pt x="1685925" y="3257550"/>
                </a:moveTo>
                <a:lnTo>
                  <a:pt x="1695450" y="3257550"/>
                </a:lnTo>
                <a:lnTo>
                  <a:pt x="1695450" y="3267075"/>
                </a:lnTo>
                <a:lnTo>
                  <a:pt x="1685925" y="3267075"/>
                </a:lnTo>
                <a:close/>
                <a:moveTo>
                  <a:pt x="1676400" y="3276600"/>
                </a:moveTo>
                <a:lnTo>
                  <a:pt x="1685925" y="3276600"/>
                </a:lnTo>
                <a:lnTo>
                  <a:pt x="1685925" y="3286125"/>
                </a:lnTo>
                <a:lnTo>
                  <a:pt x="1676400" y="3286125"/>
                </a:lnTo>
                <a:close/>
                <a:moveTo>
                  <a:pt x="1666875" y="3286125"/>
                </a:moveTo>
                <a:lnTo>
                  <a:pt x="1676400" y="3286125"/>
                </a:lnTo>
                <a:lnTo>
                  <a:pt x="1676400" y="3295650"/>
                </a:lnTo>
                <a:lnTo>
                  <a:pt x="1666875" y="3295650"/>
                </a:lnTo>
                <a:close/>
                <a:moveTo>
                  <a:pt x="1657350" y="3295650"/>
                </a:moveTo>
                <a:lnTo>
                  <a:pt x="1666875" y="3295650"/>
                </a:lnTo>
                <a:lnTo>
                  <a:pt x="1666875" y="3305175"/>
                </a:lnTo>
                <a:lnTo>
                  <a:pt x="1657350" y="3305175"/>
                </a:lnTo>
                <a:close/>
                <a:moveTo>
                  <a:pt x="219075" y="3305175"/>
                </a:moveTo>
                <a:lnTo>
                  <a:pt x="228600" y="3305175"/>
                </a:lnTo>
                <a:lnTo>
                  <a:pt x="228600" y="3314700"/>
                </a:lnTo>
                <a:lnTo>
                  <a:pt x="219075" y="3314700"/>
                </a:lnTo>
                <a:close/>
                <a:moveTo>
                  <a:pt x="1638300" y="3305175"/>
                </a:moveTo>
                <a:lnTo>
                  <a:pt x="1647825" y="3305175"/>
                </a:lnTo>
                <a:lnTo>
                  <a:pt x="1647825" y="3314700"/>
                </a:lnTo>
                <a:lnTo>
                  <a:pt x="1638300" y="3314700"/>
                </a:lnTo>
                <a:close/>
                <a:moveTo>
                  <a:pt x="247650" y="3419475"/>
                </a:moveTo>
                <a:lnTo>
                  <a:pt x="257175" y="3419475"/>
                </a:lnTo>
                <a:lnTo>
                  <a:pt x="257175" y="3438525"/>
                </a:lnTo>
                <a:lnTo>
                  <a:pt x="247650" y="3438525"/>
                </a:lnTo>
                <a:lnTo>
                  <a:pt x="247650" y="3448050"/>
                </a:lnTo>
                <a:lnTo>
                  <a:pt x="228600" y="3448050"/>
                </a:lnTo>
                <a:lnTo>
                  <a:pt x="228600" y="3438525"/>
                </a:lnTo>
                <a:lnTo>
                  <a:pt x="238125" y="3438525"/>
                </a:lnTo>
                <a:lnTo>
                  <a:pt x="238125" y="3429000"/>
                </a:lnTo>
                <a:lnTo>
                  <a:pt x="247650" y="3429000"/>
                </a:lnTo>
                <a:close/>
                <a:moveTo>
                  <a:pt x="561975" y="3419475"/>
                </a:moveTo>
                <a:lnTo>
                  <a:pt x="571500" y="3419475"/>
                </a:lnTo>
                <a:lnTo>
                  <a:pt x="571500" y="3429000"/>
                </a:lnTo>
                <a:lnTo>
                  <a:pt x="581025" y="3429000"/>
                </a:lnTo>
                <a:lnTo>
                  <a:pt x="581025" y="3438525"/>
                </a:lnTo>
                <a:lnTo>
                  <a:pt x="552450" y="3438525"/>
                </a:lnTo>
                <a:lnTo>
                  <a:pt x="552450" y="3429000"/>
                </a:lnTo>
                <a:lnTo>
                  <a:pt x="561975" y="3429000"/>
                </a:lnTo>
                <a:close/>
                <a:moveTo>
                  <a:pt x="914400" y="3419475"/>
                </a:moveTo>
                <a:lnTo>
                  <a:pt x="942975" y="3419475"/>
                </a:lnTo>
                <a:lnTo>
                  <a:pt x="942975" y="3429000"/>
                </a:lnTo>
                <a:lnTo>
                  <a:pt x="933450" y="3429000"/>
                </a:lnTo>
                <a:lnTo>
                  <a:pt x="933450" y="3438525"/>
                </a:lnTo>
                <a:lnTo>
                  <a:pt x="923925" y="3438525"/>
                </a:lnTo>
                <a:lnTo>
                  <a:pt x="923925" y="3429000"/>
                </a:lnTo>
                <a:lnTo>
                  <a:pt x="914400" y="3429000"/>
                </a:lnTo>
                <a:close/>
                <a:moveTo>
                  <a:pt x="1238250" y="3419475"/>
                </a:moveTo>
                <a:lnTo>
                  <a:pt x="1247775" y="3419475"/>
                </a:lnTo>
                <a:lnTo>
                  <a:pt x="1247775" y="3429000"/>
                </a:lnTo>
                <a:lnTo>
                  <a:pt x="1238250" y="3429000"/>
                </a:lnTo>
                <a:close/>
                <a:moveTo>
                  <a:pt x="904875" y="3429000"/>
                </a:moveTo>
                <a:lnTo>
                  <a:pt x="914400" y="3429000"/>
                </a:lnTo>
                <a:lnTo>
                  <a:pt x="914400" y="3438525"/>
                </a:lnTo>
                <a:lnTo>
                  <a:pt x="904875" y="3438525"/>
                </a:lnTo>
                <a:close/>
                <a:moveTo>
                  <a:pt x="942975" y="3429000"/>
                </a:moveTo>
                <a:lnTo>
                  <a:pt x="952500" y="3429000"/>
                </a:lnTo>
                <a:lnTo>
                  <a:pt x="952500" y="3438525"/>
                </a:lnTo>
                <a:lnTo>
                  <a:pt x="942975" y="3438525"/>
                </a:lnTo>
                <a:close/>
                <a:moveTo>
                  <a:pt x="1228725" y="3429000"/>
                </a:moveTo>
                <a:lnTo>
                  <a:pt x="1238250" y="3429000"/>
                </a:lnTo>
                <a:lnTo>
                  <a:pt x="1238250" y="3448050"/>
                </a:lnTo>
                <a:lnTo>
                  <a:pt x="1247775" y="3448050"/>
                </a:lnTo>
                <a:lnTo>
                  <a:pt x="1247775" y="3467100"/>
                </a:lnTo>
                <a:lnTo>
                  <a:pt x="1228725" y="3467100"/>
                </a:lnTo>
                <a:close/>
                <a:moveTo>
                  <a:pt x="1304925" y="3429000"/>
                </a:moveTo>
                <a:lnTo>
                  <a:pt x="1314450" y="3429000"/>
                </a:lnTo>
                <a:lnTo>
                  <a:pt x="1314450" y="3438525"/>
                </a:lnTo>
                <a:lnTo>
                  <a:pt x="1304925" y="3438525"/>
                </a:lnTo>
                <a:close/>
                <a:moveTo>
                  <a:pt x="581025" y="3438525"/>
                </a:moveTo>
                <a:lnTo>
                  <a:pt x="638175" y="3438525"/>
                </a:lnTo>
                <a:lnTo>
                  <a:pt x="638175" y="3448050"/>
                </a:lnTo>
                <a:lnTo>
                  <a:pt x="619125" y="3448050"/>
                </a:lnTo>
                <a:lnTo>
                  <a:pt x="619125" y="3457575"/>
                </a:lnTo>
                <a:lnTo>
                  <a:pt x="590550" y="3457575"/>
                </a:lnTo>
                <a:lnTo>
                  <a:pt x="590550" y="3448050"/>
                </a:lnTo>
                <a:lnTo>
                  <a:pt x="581025" y="3448050"/>
                </a:lnTo>
                <a:close/>
                <a:moveTo>
                  <a:pt x="885825" y="3438525"/>
                </a:moveTo>
                <a:lnTo>
                  <a:pt x="895350" y="3438525"/>
                </a:lnTo>
                <a:lnTo>
                  <a:pt x="895350" y="3448050"/>
                </a:lnTo>
                <a:lnTo>
                  <a:pt x="885825" y="3448050"/>
                </a:lnTo>
                <a:close/>
                <a:moveTo>
                  <a:pt x="962025" y="3438525"/>
                </a:moveTo>
                <a:lnTo>
                  <a:pt x="971550" y="3438525"/>
                </a:lnTo>
                <a:lnTo>
                  <a:pt x="971550" y="3448050"/>
                </a:lnTo>
                <a:lnTo>
                  <a:pt x="962025" y="3448050"/>
                </a:lnTo>
                <a:close/>
                <a:moveTo>
                  <a:pt x="219075" y="3448050"/>
                </a:moveTo>
                <a:lnTo>
                  <a:pt x="228600" y="3448050"/>
                </a:lnTo>
                <a:lnTo>
                  <a:pt x="228600" y="3467100"/>
                </a:lnTo>
                <a:lnTo>
                  <a:pt x="219075" y="3467100"/>
                </a:lnTo>
                <a:close/>
                <a:moveTo>
                  <a:pt x="638175" y="3448050"/>
                </a:moveTo>
                <a:lnTo>
                  <a:pt x="647700" y="3448050"/>
                </a:lnTo>
                <a:lnTo>
                  <a:pt x="647700" y="3467100"/>
                </a:lnTo>
                <a:lnTo>
                  <a:pt x="638175" y="3467100"/>
                </a:lnTo>
                <a:close/>
                <a:moveTo>
                  <a:pt x="876300" y="3448050"/>
                </a:moveTo>
                <a:lnTo>
                  <a:pt x="885825" y="3448050"/>
                </a:lnTo>
                <a:lnTo>
                  <a:pt x="885825" y="3457575"/>
                </a:lnTo>
                <a:lnTo>
                  <a:pt x="876300" y="3457575"/>
                </a:lnTo>
                <a:close/>
                <a:moveTo>
                  <a:pt x="971550" y="3448050"/>
                </a:moveTo>
                <a:lnTo>
                  <a:pt x="981075" y="3448050"/>
                </a:lnTo>
                <a:lnTo>
                  <a:pt x="981075" y="3495675"/>
                </a:lnTo>
                <a:lnTo>
                  <a:pt x="962025" y="3495675"/>
                </a:lnTo>
                <a:lnTo>
                  <a:pt x="962025" y="3505200"/>
                </a:lnTo>
                <a:lnTo>
                  <a:pt x="952500" y="3505200"/>
                </a:lnTo>
                <a:lnTo>
                  <a:pt x="952500" y="3486150"/>
                </a:lnTo>
                <a:lnTo>
                  <a:pt x="962025" y="3486150"/>
                </a:lnTo>
                <a:lnTo>
                  <a:pt x="962025" y="3476625"/>
                </a:lnTo>
                <a:lnTo>
                  <a:pt x="952500" y="3476625"/>
                </a:lnTo>
                <a:lnTo>
                  <a:pt x="952500" y="3467100"/>
                </a:lnTo>
                <a:lnTo>
                  <a:pt x="962025" y="3467100"/>
                </a:lnTo>
                <a:lnTo>
                  <a:pt x="962025" y="3476625"/>
                </a:lnTo>
                <a:lnTo>
                  <a:pt x="971550" y="3476625"/>
                </a:lnTo>
                <a:close/>
                <a:moveTo>
                  <a:pt x="581025" y="3457575"/>
                </a:moveTo>
                <a:lnTo>
                  <a:pt x="590550" y="3457575"/>
                </a:lnTo>
                <a:lnTo>
                  <a:pt x="590550" y="3467100"/>
                </a:lnTo>
                <a:lnTo>
                  <a:pt x="581025" y="3467100"/>
                </a:lnTo>
                <a:close/>
                <a:moveTo>
                  <a:pt x="619125" y="3457575"/>
                </a:moveTo>
                <a:lnTo>
                  <a:pt x="628650" y="3457575"/>
                </a:lnTo>
                <a:lnTo>
                  <a:pt x="628650" y="3467100"/>
                </a:lnTo>
                <a:lnTo>
                  <a:pt x="619125" y="3467100"/>
                </a:lnTo>
                <a:close/>
                <a:moveTo>
                  <a:pt x="904875" y="3457575"/>
                </a:moveTo>
                <a:lnTo>
                  <a:pt x="942975" y="3457575"/>
                </a:lnTo>
                <a:lnTo>
                  <a:pt x="942975" y="3467100"/>
                </a:lnTo>
                <a:lnTo>
                  <a:pt x="923925" y="3467100"/>
                </a:lnTo>
                <a:lnTo>
                  <a:pt x="923925" y="3495675"/>
                </a:lnTo>
                <a:lnTo>
                  <a:pt x="904875" y="3495675"/>
                </a:lnTo>
                <a:lnTo>
                  <a:pt x="904875" y="3505200"/>
                </a:lnTo>
                <a:lnTo>
                  <a:pt x="895350" y="3505200"/>
                </a:lnTo>
                <a:lnTo>
                  <a:pt x="895350" y="3495675"/>
                </a:lnTo>
                <a:lnTo>
                  <a:pt x="885825" y="3495675"/>
                </a:lnTo>
                <a:lnTo>
                  <a:pt x="885825" y="3486150"/>
                </a:lnTo>
                <a:lnTo>
                  <a:pt x="876300" y="3486150"/>
                </a:lnTo>
                <a:lnTo>
                  <a:pt x="876300" y="3476625"/>
                </a:lnTo>
                <a:lnTo>
                  <a:pt x="895350" y="3476625"/>
                </a:lnTo>
                <a:lnTo>
                  <a:pt x="895350" y="3467100"/>
                </a:lnTo>
                <a:lnTo>
                  <a:pt x="904875" y="3467100"/>
                </a:lnTo>
                <a:close/>
                <a:moveTo>
                  <a:pt x="1257300" y="3457575"/>
                </a:moveTo>
                <a:lnTo>
                  <a:pt x="1266825" y="3457575"/>
                </a:lnTo>
                <a:lnTo>
                  <a:pt x="1266825" y="3467100"/>
                </a:lnTo>
                <a:lnTo>
                  <a:pt x="1295400" y="3467100"/>
                </a:lnTo>
                <a:lnTo>
                  <a:pt x="1295400" y="3476625"/>
                </a:lnTo>
                <a:lnTo>
                  <a:pt x="1304925" y="3476625"/>
                </a:lnTo>
                <a:lnTo>
                  <a:pt x="1304925" y="3467100"/>
                </a:lnTo>
                <a:lnTo>
                  <a:pt x="1314450" y="3467100"/>
                </a:lnTo>
                <a:lnTo>
                  <a:pt x="1314450" y="3505200"/>
                </a:lnTo>
                <a:lnTo>
                  <a:pt x="1304925" y="3505200"/>
                </a:lnTo>
                <a:lnTo>
                  <a:pt x="1304925" y="3495675"/>
                </a:lnTo>
                <a:lnTo>
                  <a:pt x="1276350" y="3495675"/>
                </a:lnTo>
                <a:lnTo>
                  <a:pt x="1276350" y="3486150"/>
                </a:lnTo>
                <a:lnTo>
                  <a:pt x="1257300" y="3486150"/>
                </a:lnTo>
                <a:lnTo>
                  <a:pt x="1257300" y="3476625"/>
                </a:lnTo>
                <a:lnTo>
                  <a:pt x="1247775" y="3476625"/>
                </a:lnTo>
                <a:lnTo>
                  <a:pt x="1247775" y="3467100"/>
                </a:lnTo>
                <a:lnTo>
                  <a:pt x="1257300" y="3467100"/>
                </a:lnTo>
                <a:close/>
                <a:moveTo>
                  <a:pt x="1552575" y="3457575"/>
                </a:moveTo>
                <a:lnTo>
                  <a:pt x="1581150" y="3457575"/>
                </a:lnTo>
                <a:lnTo>
                  <a:pt x="1581150" y="3467100"/>
                </a:lnTo>
                <a:lnTo>
                  <a:pt x="1552575" y="3467100"/>
                </a:lnTo>
                <a:close/>
                <a:moveTo>
                  <a:pt x="28575" y="3467100"/>
                </a:moveTo>
                <a:lnTo>
                  <a:pt x="38100" y="3467100"/>
                </a:lnTo>
                <a:lnTo>
                  <a:pt x="38100" y="3514725"/>
                </a:lnTo>
                <a:lnTo>
                  <a:pt x="28575" y="3514725"/>
                </a:lnTo>
                <a:close/>
                <a:moveTo>
                  <a:pt x="628650" y="3467100"/>
                </a:moveTo>
                <a:lnTo>
                  <a:pt x="638175" y="3467100"/>
                </a:lnTo>
                <a:lnTo>
                  <a:pt x="638175" y="3476625"/>
                </a:lnTo>
                <a:lnTo>
                  <a:pt x="628650" y="3476625"/>
                </a:lnTo>
                <a:close/>
                <a:moveTo>
                  <a:pt x="1219200" y="3467100"/>
                </a:moveTo>
                <a:lnTo>
                  <a:pt x="1228725" y="3467100"/>
                </a:lnTo>
                <a:lnTo>
                  <a:pt x="1228725" y="3476625"/>
                </a:lnTo>
                <a:lnTo>
                  <a:pt x="1219200" y="3476625"/>
                </a:lnTo>
                <a:close/>
                <a:moveTo>
                  <a:pt x="590550" y="3476625"/>
                </a:moveTo>
                <a:lnTo>
                  <a:pt x="609600" y="3476625"/>
                </a:lnTo>
                <a:lnTo>
                  <a:pt x="609600" y="3486150"/>
                </a:lnTo>
                <a:lnTo>
                  <a:pt x="590550" y="3486150"/>
                </a:lnTo>
                <a:close/>
                <a:moveTo>
                  <a:pt x="1552575" y="3476625"/>
                </a:moveTo>
                <a:lnTo>
                  <a:pt x="1562100" y="3476625"/>
                </a:lnTo>
                <a:lnTo>
                  <a:pt x="1562100" y="3486150"/>
                </a:lnTo>
                <a:lnTo>
                  <a:pt x="1552575" y="3486150"/>
                </a:lnTo>
                <a:close/>
                <a:moveTo>
                  <a:pt x="1571625" y="3476625"/>
                </a:moveTo>
                <a:lnTo>
                  <a:pt x="1581150" y="3476625"/>
                </a:lnTo>
                <a:lnTo>
                  <a:pt x="1581150" y="3486150"/>
                </a:lnTo>
                <a:lnTo>
                  <a:pt x="1571625" y="3486150"/>
                </a:lnTo>
                <a:close/>
                <a:moveTo>
                  <a:pt x="219075" y="3486150"/>
                </a:moveTo>
                <a:lnTo>
                  <a:pt x="228600" y="3486150"/>
                </a:lnTo>
                <a:lnTo>
                  <a:pt x="228600" y="3505200"/>
                </a:lnTo>
                <a:lnTo>
                  <a:pt x="219075" y="3505200"/>
                </a:lnTo>
                <a:close/>
                <a:moveTo>
                  <a:pt x="895350" y="3486150"/>
                </a:moveTo>
                <a:lnTo>
                  <a:pt x="914400" y="3486150"/>
                </a:lnTo>
                <a:lnTo>
                  <a:pt x="914400" y="3467100"/>
                </a:lnTo>
                <a:lnTo>
                  <a:pt x="904875" y="3467100"/>
                </a:lnTo>
                <a:lnTo>
                  <a:pt x="904875" y="3476625"/>
                </a:lnTo>
                <a:lnTo>
                  <a:pt x="895350" y="3476625"/>
                </a:lnTo>
                <a:close/>
                <a:moveTo>
                  <a:pt x="1276350" y="3486150"/>
                </a:moveTo>
                <a:lnTo>
                  <a:pt x="1285875" y="3486150"/>
                </a:lnTo>
                <a:lnTo>
                  <a:pt x="1285875" y="3476625"/>
                </a:lnTo>
                <a:lnTo>
                  <a:pt x="1276350" y="3476625"/>
                </a:lnTo>
                <a:close/>
                <a:moveTo>
                  <a:pt x="581025" y="3495675"/>
                </a:moveTo>
                <a:lnTo>
                  <a:pt x="619125" y="3495675"/>
                </a:lnTo>
                <a:lnTo>
                  <a:pt x="619125" y="3505200"/>
                </a:lnTo>
                <a:lnTo>
                  <a:pt x="581025" y="3505200"/>
                </a:lnTo>
                <a:close/>
                <a:moveTo>
                  <a:pt x="628650" y="3495675"/>
                </a:moveTo>
                <a:lnTo>
                  <a:pt x="638175" y="3495675"/>
                </a:lnTo>
                <a:lnTo>
                  <a:pt x="638175" y="3505200"/>
                </a:lnTo>
                <a:lnTo>
                  <a:pt x="628650" y="3505200"/>
                </a:lnTo>
                <a:close/>
                <a:moveTo>
                  <a:pt x="228600" y="3505200"/>
                </a:moveTo>
                <a:lnTo>
                  <a:pt x="238125" y="3505200"/>
                </a:lnTo>
                <a:lnTo>
                  <a:pt x="238125" y="3514725"/>
                </a:lnTo>
                <a:lnTo>
                  <a:pt x="228600" y="3514725"/>
                </a:lnTo>
                <a:close/>
                <a:moveTo>
                  <a:pt x="314325" y="3505200"/>
                </a:moveTo>
                <a:lnTo>
                  <a:pt x="323850" y="3505200"/>
                </a:lnTo>
                <a:lnTo>
                  <a:pt x="323850" y="3514725"/>
                </a:lnTo>
                <a:lnTo>
                  <a:pt x="314325" y="3514725"/>
                </a:lnTo>
                <a:close/>
                <a:moveTo>
                  <a:pt x="619125" y="3505200"/>
                </a:moveTo>
                <a:lnTo>
                  <a:pt x="628650" y="3505200"/>
                </a:lnTo>
                <a:lnTo>
                  <a:pt x="628650" y="3514725"/>
                </a:lnTo>
                <a:lnTo>
                  <a:pt x="619125" y="3514725"/>
                </a:lnTo>
                <a:close/>
                <a:moveTo>
                  <a:pt x="1295400" y="3505200"/>
                </a:moveTo>
                <a:lnTo>
                  <a:pt x="1304925" y="3505200"/>
                </a:lnTo>
                <a:lnTo>
                  <a:pt x="1304925" y="3514725"/>
                </a:lnTo>
                <a:lnTo>
                  <a:pt x="1295400" y="3514725"/>
                </a:lnTo>
                <a:close/>
                <a:moveTo>
                  <a:pt x="304800" y="3514725"/>
                </a:moveTo>
                <a:lnTo>
                  <a:pt x="314325" y="3514725"/>
                </a:lnTo>
                <a:lnTo>
                  <a:pt x="314325" y="3524250"/>
                </a:lnTo>
                <a:lnTo>
                  <a:pt x="304800" y="3524250"/>
                </a:lnTo>
                <a:close/>
                <a:moveTo>
                  <a:pt x="1285875" y="3514725"/>
                </a:moveTo>
                <a:lnTo>
                  <a:pt x="1295400" y="3514725"/>
                </a:lnTo>
                <a:lnTo>
                  <a:pt x="1295400" y="3524250"/>
                </a:lnTo>
                <a:lnTo>
                  <a:pt x="1285875" y="3524250"/>
                </a:lnTo>
                <a:close/>
                <a:moveTo>
                  <a:pt x="219075" y="3533775"/>
                </a:moveTo>
                <a:lnTo>
                  <a:pt x="238125" y="3533775"/>
                </a:lnTo>
                <a:lnTo>
                  <a:pt x="238125" y="3543300"/>
                </a:lnTo>
                <a:lnTo>
                  <a:pt x="219075" y="3543300"/>
                </a:lnTo>
                <a:close/>
                <a:moveTo>
                  <a:pt x="819150" y="3533775"/>
                </a:moveTo>
                <a:lnTo>
                  <a:pt x="838200" y="3533775"/>
                </a:lnTo>
                <a:lnTo>
                  <a:pt x="838200" y="3543300"/>
                </a:lnTo>
                <a:lnTo>
                  <a:pt x="819150" y="3543300"/>
                </a:lnTo>
                <a:close/>
                <a:moveTo>
                  <a:pt x="1171575" y="3533775"/>
                </a:moveTo>
                <a:lnTo>
                  <a:pt x="1181100" y="3533775"/>
                </a:lnTo>
                <a:lnTo>
                  <a:pt x="1181100" y="3543300"/>
                </a:lnTo>
                <a:lnTo>
                  <a:pt x="1228725" y="3543300"/>
                </a:lnTo>
                <a:lnTo>
                  <a:pt x="1228725" y="3552825"/>
                </a:lnTo>
                <a:lnTo>
                  <a:pt x="1190625" y="3552825"/>
                </a:lnTo>
                <a:lnTo>
                  <a:pt x="1190625" y="3571875"/>
                </a:lnTo>
                <a:lnTo>
                  <a:pt x="1228725" y="3571875"/>
                </a:lnTo>
                <a:lnTo>
                  <a:pt x="1228725" y="3581400"/>
                </a:lnTo>
                <a:lnTo>
                  <a:pt x="1171575" y="3581400"/>
                </a:lnTo>
                <a:lnTo>
                  <a:pt x="1171575" y="3571875"/>
                </a:lnTo>
                <a:lnTo>
                  <a:pt x="1162050" y="3571875"/>
                </a:lnTo>
                <a:lnTo>
                  <a:pt x="1162050" y="3543300"/>
                </a:lnTo>
                <a:lnTo>
                  <a:pt x="1171575" y="3543300"/>
                </a:lnTo>
                <a:close/>
                <a:moveTo>
                  <a:pt x="1543050" y="3533775"/>
                </a:moveTo>
                <a:lnTo>
                  <a:pt x="1609725" y="3533775"/>
                </a:lnTo>
                <a:lnTo>
                  <a:pt x="1609725" y="3543300"/>
                </a:lnTo>
                <a:lnTo>
                  <a:pt x="1552575" y="3543300"/>
                </a:lnTo>
                <a:lnTo>
                  <a:pt x="1552575" y="3552825"/>
                </a:lnTo>
                <a:lnTo>
                  <a:pt x="1533525" y="3552825"/>
                </a:lnTo>
                <a:lnTo>
                  <a:pt x="1533525" y="3543300"/>
                </a:lnTo>
                <a:lnTo>
                  <a:pt x="1543050" y="3543300"/>
                </a:lnTo>
                <a:close/>
                <a:moveTo>
                  <a:pt x="114300" y="3543300"/>
                </a:moveTo>
                <a:lnTo>
                  <a:pt x="123825" y="3543300"/>
                </a:lnTo>
                <a:lnTo>
                  <a:pt x="123825" y="3552825"/>
                </a:lnTo>
                <a:lnTo>
                  <a:pt x="114300" y="3552825"/>
                </a:lnTo>
                <a:close/>
                <a:moveTo>
                  <a:pt x="209550" y="3543300"/>
                </a:moveTo>
                <a:lnTo>
                  <a:pt x="219075" y="3543300"/>
                </a:lnTo>
                <a:lnTo>
                  <a:pt x="219075" y="3552825"/>
                </a:lnTo>
                <a:lnTo>
                  <a:pt x="209550" y="3552825"/>
                </a:lnTo>
                <a:close/>
                <a:moveTo>
                  <a:pt x="238125" y="3543300"/>
                </a:moveTo>
                <a:lnTo>
                  <a:pt x="266700" y="3543300"/>
                </a:lnTo>
                <a:lnTo>
                  <a:pt x="266700" y="3552825"/>
                </a:lnTo>
                <a:lnTo>
                  <a:pt x="238125" y="3552825"/>
                </a:lnTo>
                <a:close/>
                <a:moveTo>
                  <a:pt x="295275" y="3543300"/>
                </a:moveTo>
                <a:lnTo>
                  <a:pt x="304800" y="3543300"/>
                </a:lnTo>
                <a:lnTo>
                  <a:pt x="304800" y="3552825"/>
                </a:lnTo>
                <a:lnTo>
                  <a:pt x="295275" y="3552825"/>
                </a:lnTo>
                <a:close/>
                <a:moveTo>
                  <a:pt x="314325" y="3543300"/>
                </a:moveTo>
                <a:lnTo>
                  <a:pt x="323850" y="3543300"/>
                </a:lnTo>
                <a:lnTo>
                  <a:pt x="323850" y="3552825"/>
                </a:lnTo>
                <a:lnTo>
                  <a:pt x="314325" y="3552825"/>
                </a:lnTo>
                <a:close/>
                <a:moveTo>
                  <a:pt x="542925" y="3543300"/>
                </a:moveTo>
                <a:lnTo>
                  <a:pt x="552450" y="3543300"/>
                </a:lnTo>
                <a:lnTo>
                  <a:pt x="552450" y="3552825"/>
                </a:lnTo>
                <a:lnTo>
                  <a:pt x="542925" y="3552825"/>
                </a:lnTo>
                <a:close/>
                <a:moveTo>
                  <a:pt x="561975" y="3543300"/>
                </a:moveTo>
                <a:lnTo>
                  <a:pt x="590550" y="3543300"/>
                </a:lnTo>
                <a:lnTo>
                  <a:pt x="590550" y="3552825"/>
                </a:lnTo>
                <a:lnTo>
                  <a:pt x="561975" y="3552825"/>
                </a:lnTo>
                <a:close/>
                <a:moveTo>
                  <a:pt x="600075" y="3543300"/>
                </a:moveTo>
                <a:lnTo>
                  <a:pt x="666750" y="3543300"/>
                </a:lnTo>
                <a:lnTo>
                  <a:pt x="666750" y="3552825"/>
                </a:lnTo>
                <a:lnTo>
                  <a:pt x="600075" y="3552825"/>
                </a:lnTo>
                <a:close/>
                <a:moveTo>
                  <a:pt x="809625" y="3543300"/>
                </a:moveTo>
                <a:lnTo>
                  <a:pt x="819150" y="3543300"/>
                </a:lnTo>
                <a:lnTo>
                  <a:pt x="819150" y="3562350"/>
                </a:lnTo>
                <a:lnTo>
                  <a:pt x="809625" y="3562350"/>
                </a:lnTo>
                <a:close/>
                <a:moveTo>
                  <a:pt x="847725" y="3543300"/>
                </a:moveTo>
                <a:lnTo>
                  <a:pt x="904875" y="3543300"/>
                </a:lnTo>
                <a:lnTo>
                  <a:pt x="904875" y="3552825"/>
                </a:lnTo>
                <a:lnTo>
                  <a:pt x="847725" y="3552825"/>
                </a:lnTo>
                <a:close/>
                <a:moveTo>
                  <a:pt x="923925" y="3543300"/>
                </a:moveTo>
                <a:lnTo>
                  <a:pt x="942975" y="3543300"/>
                </a:lnTo>
                <a:lnTo>
                  <a:pt x="942975" y="3552825"/>
                </a:lnTo>
                <a:lnTo>
                  <a:pt x="923925" y="3552825"/>
                </a:lnTo>
                <a:close/>
                <a:moveTo>
                  <a:pt x="971550" y="3543300"/>
                </a:moveTo>
                <a:lnTo>
                  <a:pt x="1028700" y="3543300"/>
                </a:lnTo>
                <a:lnTo>
                  <a:pt x="1028700" y="3552825"/>
                </a:lnTo>
                <a:lnTo>
                  <a:pt x="971550" y="3552825"/>
                </a:lnTo>
                <a:close/>
                <a:moveTo>
                  <a:pt x="1257300" y="3543300"/>
                </a:moveTo>
                <a:lnTo>
                  <a:pt x="1352550" y="3543300"/>
                </a:lnTo>
                <a:lnTo>
                  <a:pt x="1352550" y="3552825"/>
                </a:lnTo>
                <a:lnTo>
                  <a:pt x="1257300" y="3552825"/>
                </a:lnTo>
                <a:close/>
                <a:moveTo>
                  <a:pt x="1466850" y="3543300"/>
                </a:moveTo>
                <a:lnTo>
                  <a:pt x="1514475" y="3543300"/>
                </a:lnTo>
                <a:lnTo>
                  <a:pt x="1514475" y="3552825"/>
                </a:lnTo>
                <a:lnTo>
                  <a:pt x="1524000" y="3552825"/>
                </a:lnTo>
                <a:lnTo>
                  <a:pt x="1524000" y="3562350"/>
                </a:lnTo>
                <a:lnTo>
                  <a:pt x="1514475" y="3562350"/>
                </a:lnTo>
                <a:lnTo>
                  <a:pt x="1514475" y="3571875"/>
                </a:lnTo>
                <a:lnTo>
                  <a:pt x="1476375" y="3571875"/>
                </a:lnTo>
                <a:lnTo>
                  <a:pt x="1476375" y="3562350"/>
                </a:lnTo>
                <a:lnTo>
                  <a:pt x="1466850" y="3562350"/>
                </a:lnTo>
                <a:close/>
                <a:moveTo>
                  <a:pt x="1619250" y="3543300"/>
                </a:moveTo>
                <a:lnTo>
                  <a:pt x="1628775" y="3543300"/>
                </a:lnTo>
                <a:lnTo>
                  <a:pt x="1628775" y="3552825"/>
                </a:lnTo>
                <a:lnTo>
                  <a:pt x="1619250" y="3552825"/>
                </a:lnTo>
                <a:close/>
                <a:moveTo>
                  <a:pt x="666750" y="3552825"/>
                </a:moveTo>
                <a:lnTo>
                  <a:pt x="676275" y="3552825"/>
                </a:lnTo>
                <a:lnTo>
                  <a:pt x="676275" y="3581400"/>
                </a:lnTo>
                <a:lnTo>
                  <a:pt x="561975" y="3581400"/>
                </a:lnTo>
                <a:lnTo>
                  <a:pt x="561975" y="3571875"/>
                </a:lnTo>
                <a:lnTo>
                  <a:pt x="666750" y="3571875"/>
                </a:lnTo>
                <a:close/>
                <a:moveTo>
                  <a:pt x="952500" y="3552825"/>
                </a:moveTo>
                <a:lnTo>
                  <a:pt x="971550" y="3552825"/>
                </a:lnTo>
                <a:lnTo>
                  <a:pt x="971550" y="3562350"/>
                </a:lnTo>
                <a:lnTo>
                  <a:pt x="990600" y="3562350"/>
                </a:lnTo>
                <a:lnTo>
                  <a:pt x="990600" y="3571875"/>
                </a:lnTo>
                <a:lnTo>
                  <a:pt x="1038225" y="3571875"/>
                </a:lnTo>
                <a:lnTo>
                  <a:pt x="1038225" y="3581400"/>
                </a:lnTo>
                <a:lnTo>
                  <a:pt x="857250" y="3581400"/>
                </a:lnTo>
                <a:lnTo>
                  <a:pt x="857250" y="3571875"/>
                </a:lnTo>
                <a:lnTo>
                  <a:pt x="838200" y="3571875"/>
                </a:lnTo>
                <a:lnTo>
                  <a:pt x="838200" y="3562350"/>
                </a:lnTo>
                <a:lnTo>
                  <a:pt x="857250" y="3562350"/>
                </a:lnTo>
                <a:lnTo>
                  <a:pt x="857250" y="3571875"/>
                </a:lnTo>
                <a:lnTo>
                  <a:pt x="952500" y="3571875"/>
                </a:lnTo>
                <a:close/>
                <a:moveTo>
                  <a:pt x="1352550" y="3552825"/>
                </a:moveTo>
                <a:lnTo>
                  <a:pt x="1362075" y="3552825"/>
                </a:lnTo>
                <a:lnTo>
                  <a:pt x="1362075" y="3571875"/>
                </a:lnTo>
                <a:lnTo>
                  <a:pt x="1352550" y="3571875"/>
                </a:lnTo>
                <a:close/>
                <a:moveTo>
                  <a:pt x="209550" y="3562350"/>
                </a:moveTo>
                <a:lnTo>
                  <a:pt x="219075" y="3562350"/>
                </a:lnTo>
                <a:lnTo>
                  <a:pt x="219075" y="3571875"/>
                </a:lnTo>
                <a:lnTo>
                  <a:pt x="209550" y="3571875"/>
                </a:lnTo>
                <a:close/>
                <a:moveTo>
                  <a:pt x="323850" y="3562350"/>
                </a:moveTo>
                <a:lnTo>
                  <a:pt x="333375" y="3562350"/>
                </a:lnTo>
                <a:lnTo>
                  <a:pt x="333375" y="3571875"/>
                </a:lnTo>
                <a:lnTo>
                  <a:pt x="323850" y="3571875"/>
                </a:lnTo>
                <a:close/>
                <a:moveTo>
                  <a:pt x="533400" y="3562350"/>
                </a:moveTo>
                <a:lnTo>
                  <a:pt x="542925" y="3562350"/>
                </a:lnTo>
                <a:lnTo>
                  <a:pt x="542925" y="3571875"/>
                </a:lnTo>
                <a:lnTo>
                  <a:pt x="533400" y="3571875"/>
                </a:lnTo>
                <a:close/>
                <a:moveTo>
                  <a:pt x="819150" y="3562350"/>
                </a:moveTo>
                <a:lnTo>
                  <a:pt x="828675" y="3562350"/>
                </a:lnTo>
                <a:lnTo>
                  <a:pt x="828675" y="3571875"/>
                </a:lnTo>
                <a:lnTo>
                  <a:pt x="819150" y="3571875"/>
                </a:lnTo>
                <a:close/>
                <a:moveTo>
                  <a:pt x="1171575" y="3562350"/>
                </a:moveTo>
                <a:lnTo>
                  <a:pt x="1181100" y="3562350"/>
                </a:lnTo>
                <a:lnTo>
                  <a:pt x="1181100" y="3552825"/>
                </a:lnTo>
                <a:lnTo>
                  <a:pt x="1171575" y="3552825"/>
                </a:lnTo>
                <a:close/>
                <a:moveTo>
                  <a:pt x="1819275" y="3562350"/>
                </a:moveTo>
                <a:lnTo>
                  <a:pt x="1828800" y="3562350"/>
                </a:lnTo>
                <a:lnTo>
                  <a:pt x="1828800" y="3581400"/>
                </a:lnTo>
                <a:lnTo>
                  <a:pt x="1819275" y="3581400"/>
                </a:lnTo>
                <a:close/>
                <a:moveTo>
                  <a:pt x="219075" y="3571875"/>
                </a:moveTo>
                <a:lnTo>
                  <a:pt x="323850" y="3571875"/>
                </a:lnTo>
                <a:lnTo>
                  <a:pt x="323850" y="3581400"/>
                </a:lnTo>
                <a:lnTo>
                  <a:pt x="219075" y="3581400"/>
                </a:lnTo>
                <a:close/>
                <a:moveTo>
                  <a:pt x="1285875" y="3571875"/>
                </a:moveTo>
                <a:lnTo>
                  <a:pt x="1295400" y="3571875"/>
                </a:lnTo>
                <a:lnTo>
                  <a:pt x="1295400" y="3581400"/>
                </a:lnTo>
                <a:lnTo>
                  <a:pt x="1285875" y="3581400"/>
                </a:lnTo>
                <a:close/>
                <a:moveTo>
                  <a:pt x="1323975" y="3571875"/>
                </a:moveTo>
                <a:lnTo>
                  <a:pt x="1352550" y="3571875"/>
                </a:lnTo>
                <a:lnTo>
                  <a:pt x="1352550" y="3581400"/>
                </a:lnTo>
                <a:lnTo>
                  <a:pt x="1323975" y="3581400"/>
                </a:lnTo>
                <a:close/>
                <a:moveTo>
                  <a:pt x="1543050" y="3571875"/>
                </a:moveTo>
                <a:lnTo>
                  <a:pt x="1552575" y="3571875"/>
                </a:lnTo>
                <a:lnTo>
                  <a:pt x="1552575" y="3581400"/>
                </a:lnTo>
                <a:lnTo>
                  <a:pt x="1571625" y="3581400"/>
                </a:lnTo>
                <a:lnTo>
                  <a:pt x="1571625" y="3571875"/>
                </a:lnTo>
                <a:lnTo>
                  <a:pt x="1600200" y="3571875"/>
                </a:lnTo>
                <a:lnTo>
                  <a:pt x="1600200" y="3581400"/>
                </a:lnTo>
                <a:lnTo>
                  <a:pt x="1571625" y="3581400"/>
                </a:lnTo>
                <a:lnTo>
                  <a:pt x="1571625" y="3590925"/>
                </a:lnTo>
                <a:lnTo>
                  <a:pt x="1543050" y="3590925"/>
                </a:lnTo>
                <a:close/>
                <a:moveTo>
                  <a:pt x="38100" y="3590925"/>
                </a:moveTo>
                <a:lnTo>
                  <a:pt x="47625" y="3590925"/>
                </a:lnTo>
                <a:lnTo>
                  <a:pt x="47625" y="3600450"/>
                </a:lnTo>
                <a:lnTo>
                  <a:pt x="38100" y="3600450"/>
                </a:lnTo>
                <a:close/>
                <a:moveTo>
                  <a:pt x="123825" y="3590925"/>
                </a:moveTo>
                <a:lnTo>
                  <a:pt x="133350" y="3590925"/>
                </a:lnTo>
                <a:lnTo>
                  <a:pt x="133350" y="3600450"/>
                </a:lnTo>
                <a:lnTo>
                  <a:pt x="123825" y="3600450"/>
                </a:lnTo>
                <a:close/>
                <a:moveTo>
                  <a:pt x="1543050" y="3600450"/>
                </a:moveTo>
                <a:lnTo>
                  <a:pt x="1571625" y="3600450"/>
                </a:lnTo>
                <a:lnTo>
                  <a:pt x="1571625" y="3609975"/>
                </a:lnTo>
                <a:lnTo>
                  <a:pt x="1543050" y="3609975"/>
                </a:lnTo>
                <a:close/>
                <a:moveTo>
                  <a:pt x="1809750" y="3609975"/>
                </a:moveTo>
                <a:lnTo>
                  <a:pt x="1819275" y="3609975"/>
                </a:lnTo>
                <a:lnTo>
                  <a:pt x="1819275" y="3619500"/>
                </a:lnTo>
                <a:lnTo>
                  <a:pt x="1809750" y="3619500"/>
                </a:lnTo>
                <a:close/>
                <a:moveTo>
                  <a:pt x="133350" y="3619500"/>
                </a:moveTo>
                <a:lnTo>
                  <a:pt x="142875" y="3619500"/>
                </a:lnTo>
                <a:lnTo>
                  <a:pt x="142875" y="3629025"/>
                </a:lnTo>
                <a:lnTo>
                  <a:pt x="133350" y="3629025"/>
                </a:lnTo>
                <a:close/>
                <a:moveTo>
                  <a:pt x="1724025" y="3619500"/>
                </a:moveTo>
                <a:lnTo>
                  <a:pt x="1733550" y="3619500"/>
                </a:lnTo>
                <a:lnTo>
                  <a:pt x="1733550" y="3629025"/>
                </a:lnTo>
                <a:lnTo>
                  <a:pt x="1724025" y="3629025"/>
                </a:lnTo>
                <a:close/>
                <a:moveTo>
                  <a:pt x="1800225" y="3648075"/>
                </a:moveTo>
                <a:lnTo>
                  <a:pt x="1809750" y="3648075"/>
                </a:lnTo>
                <a:lnTo>
                  <a:pt x="1809750" y="3657600"/>
                </a:lnTo>
                <a:lnTo>
                  <a:pt x="1800225" y="3657600"/>
                </a:lnTo>
                <a:close/>
                <a:moveTo>
                  <a:pt x="57150" y="3657600"/>
                </a:moveTo>
                <a:lnTo>
                  <a:pt x="66675" y="3657600"/>
                </a:lnTo>
                <a:lnTo>
                  <a:pt x="66675" y="3667125"/>
                </a:lnTo>
                <a:lnTo>
                  <a:pt x="57150" y="3667125"/>
                </a:lnTo>
                <a:close/>
                <a:moveTo>
                  <a:pt x="1704975" y="3657600"/>
                </a:moveTo>
                <a:lnTo>
                  <a:pt x="1714500" y="3657600"/>
                </a:lnTo>
                <a:lnTo>
                  <a:pt x="1714500" y="3667125"/>
                </a:lnTo>
                <a:lnTo>
                  <a:pt x="1704975" y="3667125"/>
                </a:lnTo>
                <a:close/>
                <a:moveTo>
                  <a:pt x="1685925" y="3686175"/>
                </a:moveTo>
                <a:lnTo>
                  <a:pt x="1695450" y="3686175"/>
                </a:lnTo>
                <a:lnTo>
                  <a:pt x="1695450" y="3695700"/>
                </a:lnTo>
                <a:lnTo>
                  <a:pt x="1685925" y="3695700"/>
                </a:lnTo>
                <a:close/>
                <a:moveTo>
                  <a:pt x="76200" y="3695700"/>
                </a:moveTo>
                <a:lnTo>
                  <a:pt x="85725" y="3695700"/>
                </a:lnTo>
                <a:lnTo>
                  <a:pt x="85725" y="3705225"/>
                </a:lnTo>
                <a:lnTo>
                  <a:pt x="76200" y="3705225"/>
                </a:lnTo>
                <a:close/>
                <a:moveTo>
                  <a:pt x="95250" y="3724275"/>
                </a:moveTo>
                <a:lnTo>
                  <a:pt x="104775" y="3724275"/>
                </a:lnTo>
                <a:lnTo>
                  <a:pt x="104775" y="3733800"/>
                </a:lnTo>
                <a:lnTo>
                  <a:pt x="95250" y="3733800"/>
                </a:lnTo>
                <a:close/>
                <a:moveTo>
                  <a:pt x="1619250" y="3743325"/>
                </a:moveTo>
                <a:lnTo>
                  <a:pt x="1628775" y="3743325"/>
                </a:lnTo>
                <a:lnTo>
                  <a:pt x="1628775" y="3752850"/>
                </a:lnTo>
                <a:lnTo>
                  <a:pt x="1619250" y="3752850"/>
                </a:lnTo>
                <a:close/>
                <a:moveTo>
                  <a:pt x="1600200" y="3752850"/>
                </a:moveTo>
                <a:lnTo>
                  <a:pt x="1609725" y="3752850"/>
                </a:lnTo>
                <a:lnTo>
                  <a:pt x="1609725" y="3762375"/>
                </a:lnTo>
                <a:lnTo>
                  <a:pt x="1600200" y="3762375"/>
                </a:lnTo>
                <a:close/>
                <a:moveTo>
                  <a:pt x="1571625" y="3762375"/>
                </a:moveTo>
                <a:lnTo>
                  <a:pt x="1581150" y="3762375"/>
                </a:lnTo>
                <a:lnTo>
                  <a:pt x="1581150" y="3771900"/>
                </a:lnTo>
                <a:lnTo>
                  <a:pt x="1571625" y="3771900"/>
                </a:lnTo>
                <a:close/>
                <a:moveTo>
                  <a:pt x="333375" y="3771900"/>
                </a:moveTo>
                <a:lnTo>
                  <a:pt x="342900" y="3771900"/>
                </a:lnTo>
                <a:lnTo>
                  <a:pt x="342900" y="3781425"/>
                </a:lnTo>
                <a:lnTo>
                  <a:pt x="333375" y="3781425"/>
                </a:lnTo>
                <a:close/>
                <a:moveTo>
                  <a:pt x="1685925" y="3800475"/>
                </a:moveTo>
                <a:lnTo>
                  <a:pt x="1695450" y="3800475"/>
                </a:lnTo>
                <a:lnTo>
                  <a:pt x="1695450" y="3810000"/>
                </a:lnTo>
                <a:lnTo>
                  <a:pt x="1685925" y="3810000"/>
                </a:lnTo>
                <a:close/>
                <a:moveTo>
                  <a:pt x="180975" y="3810000"/>
                </a:moveTo>
                <a:lnTo>
                  <a:pt x="190500" y="3810000"/>
                </a:lnTo>
                <a:lnTo>
                  <a:pt x="190500" y="3819525"/>
                </a:lnTo>
                <a:lnTo>
                  <a:pt x="180975" y="3819525"/>
                </a:lnTo>
                <a:close/>
                <a:moveTo>
                  <a:pt x="200025" y="3819525"/>
                </a:moveTo>
                <a:lnTo>
                  <a:pt x="209550" y="3819525"/>
                </a:lnTo>
                <a:lnTo>
                  <a:pt x="209550" y="3829050"/>
                </a:lnTo>
                <a:lnTo>
                  <a:pt x="200025" y="3829050"/>
                </a:lnTo>
                <a:close/>
                <a:moveTo>
                  <a:pt x="219075" y="3829050"/>
                </a:moveTo>
                <a:lnTo>
                  <a:pt x="228600" y="3829050"/>
                </a:lnTo>
                <a:lnTo>
                  <a:pt x="228600" y="3838575"/>
                </a:lnTo>
                <a:lnTo>
                  <a:pt x="219075" y="3838575"/>
                </a:lnTo>
                <a:close/>
                <a:moveTo>
                  <a:pt x="247650" y="3838575"/>
                </a:moveTo>
                <a:lnTo>
                  <a:pt x="257175" y="3838575"/>
                </a:lnTo>
                <a:lnTo>
                  <a:pt x="257175" y="3848100"/>
                </a:lnTo>
                <a:lnTo>
                  <a:pt x="247650" y="3848100"/>
                </a:lnTo>
                <a:close/>
                <a:moveTo>
                  <a:pt x="1609725" y="3838575"/>
                </a:moveTo>
                <a:lnTo>
                  <a:pt x="1619250" y="3838575"/>
                </a:lnTo>
                <a:lnTo>
                  <a:pt x="1619250" y="3848100"/>
                </a:lnTo>
                <a:lnTo>
                  <a:pt x="1609725" y="3848100"/>
                </a:lnTo>
                <a:close/>
                <a:moveTo>
                  <a:pt x="333375" y="3857625"/>
                </a:moveTo>
                <a:lnTo>
                  <a:pt x="361950" y="3857625"/>
                </a:lnTo>
                <a:lnTo>
                  <a:pt x="361950" y="3867150"/>
                </a:lnTo>
                <a:lnTo>
                  <a:pt x="333375" y="3867150"/>
                </a:lnTo>
                <a:close/>
                <a:moveTo>
                  <a:pt x="1524000" y="3857625"/>
                </a:moveTo>
                <a:lnTo>
                  <a:pt x="1533525" y="3857625"/>
                </a:lnTo>
                <a:lnTo>
                  <a:pt x="1533525" y="3867150"/>
                </a:lnTo>
                <a:lnTo>
                  <a:pt x="1524000" y="3867150"/>
                </a:lnTo>
                <a:close/>
              </a:path>
            </a:pathLst>
          </a:custGeom>
          <a:solidFill xmlns:a="http://schemas.openxmlformats.org/drawingml/2006/main">
            <a:srgbClr val="D6D5C9"/>
          </a:solidFill>
          <a:ln xmlns:a="http://schemas.openxmlformats.org/drawingml/2006/main" w="0">
            <a:noFill/>
          </a:ln>
        </p:spPr>
      </p:sp>
      <p:sp>
        <p:nvSpPr>
          <p:cNvPr id="46" name="phone4 vector #c0bbb0">
            <a:extLst xmlns:a="http://schemas.openxmlformats.org/drawingml/2006/main">
              <a:ext uri="{FF2B5EF4-FFF2-40B4-BE49-F238E27FC236}">
                <a16:creationId xmlns:a16="http://schemas.microsoft.com/office/drawing/2014/main" id="{B07204B4-5D26-4630-9B60-4C27A1878D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552825" y="1866900"/>
            <a:ext cx="2181225" cy="4581525"/>
          </a:xfrm>
          <a:custGeom xmlns:a="http://schemas.openxmlformats.org/drawingml/2006/main">
            <a:pathLst>
              <a:path w="1847850" h="3886200">
                <a:moveTo>
                  <a:pt x="333375" y="28575"/>
                </a:moveTo>
                <a:lnTo>
                  <a:pt x="371475" y="28575"/>
                </a:lnTo>
                <a:lnTo>
                  <a:pt x="371475" y="38100"/>
                </a:lnTo>
                <a:lnTo>
                  <a:pt x="333375" y="38100"/>
                </a:lnTo>
                <a:close/>
                <a:moveTo>
                  <a:pt x="1476375" y="28575"/>
                </a:moveTo>
                <a:lnTo>
                  <a:pt x="1533525" y="28575"/>
                </a:lnTo>
                <a:lnTo>
                  <a:pt x="1533525" y="38100"/>
                </a:lnTo>
                <a:lnTo>
                  <a:pt x="1476375" y="38100"/>
                </a:lnTo>
                <a:close/>
                <a:moveTo>
                  <a:pt x="285750" y="38100"/>
                </a:moveTo>
                <a:lnTo>
                  <a:pt x="295275" y="38100"/>
                </a:lnTo>
                <a:lnTo>
                  <a:pt x="295275" y="47625"/>
                </a:lnTo>
                <a:lnTo>
                  <a:pt x="285750" y="47625"/>
                </a:lnTo>
                <a:close/>
                <a:moveTo>
                  <a:pt x="1571625" y="38100"/>
                </a:moveTo>
                <a:lnTo>
                  <a:pt x="1581150" y="38100"/>
                </a:lnTo>
                <a:lnTo>
                  <a:pt x="1581150" y="47625"/>
                </a:lnTo>
                <a:lnTo>
                  <a:pt x="1571625" y="47625"/>
                </a:lnTo>
                <a:close/>
                <a:moveTo>
                  <a:pt x="247650" y="47625"/>
                </a:moveTo>
                <a:lnTo>
                  <a:pt x="257175" y="47625"/>
                </a:lnTo>
                <a:lnTo>
                  <a:pt x="257175" y="57150"/>
                </a:lnTo>
                <a:lnTo>
                  <a:pt x="247650" y="57150"/>
                </a:lnTo>
                <a:close/>
                <a:moveTo>
                  <a:pt x="1628775" y="57150"/>
                </a:moveTo>
                <a:lnTo>
                  <a:pt x="1638300" y="57150"/>
                </a:lnTo>
                <a:lnTo>
                  <a:pt x="1638300" y="66675"/>
                </a:lnTo>
                <a:lnTo>
                  <a:pt x="1628775" y="66675"/>
                </a:lnTo>
                <a:close/>
                <a:moveTo>
                  <a:pt x="200025" y="66675"/>
                </a:moveTo>
                <a:lnTo>
                  <a:pt x="209550" y="66675"/>
                </a:lnTo>
                <a:lnTo>
                  <a:pt x="209550" y="76200"/>
                </a:lnTo>
                <a:lnTo>
                  <a:pt x="200025" y="76200"/>
                </a:lnTo>
                <a:close/>
                <a:moveTo>
                  <a:pt x="1666875" y="76200"/>
                </a:moveTo>
                <a:lnTo>
                  <a:pt x="1676400" y="76200"/>
                </a:lnTo>
                <a:lnTo>
                  <a:pt x="1676400" y="85725"/>
                </a:lnTo>
                <a:lnTo>
                  <a:pt x="1666875" y="85725"/>
                </a:lnTo>
                <a:close/>
                <a:moveTo>
                  <a:pt x="171450" y="85725"/>
                </a:moveTo>
                <a:lnTo>
                  <a:pt x="180975" y="85725"/>
                </a:lnTo>
                <a:lnTo>
                  <a:pt x="180975" y="95250"/>
                </a:lnTo>
                <a:lnTo>
                  <a:pt x="171450" y="95250"/>
                </a:lnTo>
                <a:close/>
                <a:moveTo>
                  <a:pt x="1685925" y="85725"/>
                </a:moveTo>
                <a:lnTo>
                  <a:pt x="1695450" y="85725"/>
                </a:lnTo>
                <a:lnTo>
                  <a:pt x="1695450" y="95250"/>
                </a:lnTo>
                <a:lnTo>
                  <a:pt x="1685925" y="95250"/>
                </a:lnTo>
                <a:close/>
                <a:moveTo>
                  <a:pt x="1695450" y="95250"/>
                </a:moveTo>
                <a:lnTo>
                  <a:pt x="1704975" y="95250"/>
                </a:lnTo>
                <a:lnTo>
                  <a:pt x="1704975" y="104775"/>
                </a:lnTo>
                <a:lnTo>
                  <a:pt x="1695450" y="104775"/>
                </a:lnTo>
                <a:close/>
                <a:moveTo>
                  <a:pt x="142875" y="104775"/>
                </a:moveTo>
                <a:lnTo>
                  <a:pt x="152400" y="104775"/>
                </a:lnTo>
                <a:lnTo>
                  <a:pt x="152400" y="114300"/>
                </a:lnTo>
                <a:lnTo>
                  <a:pt x="142875" y="114300"/>
                </a:lnTo>
                <a:close/>
                <a:moveTo>
                  <a:pt x="352425" y="104775"/>
                </a:moveTo>
                <a:lnTo>
                  <a:pt x="409575" y="104775"/>
                </a:lnTo>
                <a:lnTo>
                  <a:pt x="409575" y="114300"/>
                </a:lnTo>
                <a:lnTo>
                  <a:pt x="352425" y="114300"/>
                </a:lnTo>
                <a:close/>
                <a:moveTo>
                  <a:pt x="1485900" y="104775"/>
                </a:moveTo>
                <a:lnTo>
                  <a:pt x="1504950" y="104775"/>
                </a:lnTo>
                <a:lnTo>
                  <a:pt x="1504950" y="114300"/>
                </a:lnTo>
                <a:lnTo>
                  <a:pt x="1485900" y="114300"/>
                </a:lnTo>
                <a:close/>
                <a:moveTo>
                  <a:pt x="133350" y="114300"/>
                </a:moveTo>
                <a:lnTo>
                  <a:pt x="142875" y="114300"/>
                </a:lnTo>
                <a:lnTo>
                  <a:pt x="142875" y="123825"/>
                </a:lnTo>
                <a:lnTo>
                  <a:pt x="133350" y="123825"/>
                </a:lnTo>
                <a:close/>
                <a:moveTo>
                  <a:pt x="295275" y="114300"/>
                </a:moveTo>
                <a:lnTo>
                  <a:pt x="304800" y="114300"/>
                </a:lnTo>
                <a:lnTo>
                  <a:pt x="304800" y="123825"/>
                </a:lnTo>
                <a:lnTo>
                  <a:pt x="295275" y="123825"/>
                </a:lnTo>
                <a:close/>
                <a:moveTo>
                  <a:pt x="123825" y="123825"/>
                </a:moveTo>
                <a:lnTo>
                  <a:pt x="133350" y="123825"/>
                </a:lnTo>
                <a:lnTo>
                  <a:pt x="133350" y="133350"/>
                </a:lnTo>
                <a:lnTo>
                  <a:pt x="123825" y="133350"/>
                </a:lnTo>
                <a:close/>
                <a:moveTo>
                  <a:pt x="266700" y="123825"/>
                </a:moveTo>
                <a:lnTo>
                  <a:pt x="276225" y="123825"/>
                </a:lnTo>
                <a:lnTo>
                  <a:pt x="276225" y="133350"/>
                </a:lnTo>
                <a:lnTo>
                  <a:pt x="266700" y="133350"/>
                </a:lnTo>
                <a:close/>
                <a:moveTo>
                  <a:pt x="1590675" y="123825"/>
                </a:moveTo>
                <a:lnTo>
                  <a:pt x="1600200" y="123825"/>
                </a:lnTo>
                <a:lnTo>
                  <a:pt x="1600200" y="133350"/>
                </a:lnTo>
                <a:lnTo>
                  <a:pt x="1590675" y="133350"/>
                </a:lnTo>
                <a:close/>
                <a:moveTo>
                  <a:pt x="114300" y="133350"/>
                </a:moveTo>
                <a:lnTo>
                  <a:pt x="123825" y="133350"/>
                </a:lnTo>
                <a:lnTo>
                  <a:pt x="123825" y="142875"/>
                </a:lnTo>
                <a:lnTo>
                  <a:pt x="114300" y="142875"/>
                </a:lnTo>
                <a:close/>
                <a:moveTo>
                  <a:pt x="209550" y="152400"/>
                </a:moveTo>
                <a:lnTo>
                  <a:pt x="219075" y="152400"/>
                </a:lnTo>
                <a:lnTo>
                  <a:pt x="219075" y="161925"/>
                </a:lnTo>
                <a:lnTo>
                  <a:pt x="209550" y="161925"/>
                </a:lnTo>
                <a:close/>
                <a:moveTo>
                  <a:pt x="742950" y="152400"/>
                </a:moveTo>
                <a:lnTo>
                  <a:pt x="762000" y="152400"/>
                </a:lnTo>
                <a:lnTo>
                  <a:pt x="762000" y="161925"/>
                </a:lnTo>
                <a:lnTo>
                  <a:pt x="742950" y="161925"/>
                </a:lnTo>
                <a:close/>
                <a:moveTo>
                  <a:pt x="838200" y="152400"/>
                </a:moveTo>
                <a:lnTo>
                  <a:pt x="1019175" y="152400"/>
                </a:lnTo>
                <a:lnTo>
                  <a:pt x="1019175" y="161925"/>
                </a:lnTo>
                <a:lnTo>
                  <a:pt x="838200" y="161925"/>
                </a:lnTo>
                <a:close/>
                <a:moveTo>
                  <a:pt x="1095375" y="152400"/>
                </a:moveTo>
                <a:lnTo>
                  <a:pt x="1123950" y="152400"/>
                </a:lnTo>
                <a:lnTo>
                  <a:pt x="1123950" y="161925"/>
                </a:lnTo>
                <a:lnTo>
                  <a:pt x="1095375" y="161925"/>
                </a:lnTo>
                <a:close/>
                <a:moveTo>
                  <a:pt x="1647825" y="152400"/>
                </a:moveTo>
                <a:lnTo>
                  <a:pt x="1657350" y="152400"/>
                </a:lnTo>
                <a:lnTo>
                  <a:pt x="1657350" y="161925"/>
                </a:lnTo>
                <a:lnTo>
                  <a:pt x="1647825" y="161925"/>
                </a:lnTo>
                <a:close/>
                <a:moveTo>
                  <a:pt x="1762125" y="161925"/>
                </a:moveTo>
                <a:lnTo>
                  <a:pt x="1771650" y="161925"/>
                </a:lnTo>
                <a:lnTo>
                  <a:pt x="1771650" y="171450"/>
                </a:lnTo>
                <a:lnTo>
                  <a:pt x="1762125" y="171450"/>
                </a:lnTo>
                <a:close/>
                <a:moveTo>
                  <a:pt x="85725" y="171450"/>
                </a:moveTo>
                <a:lnTo>
                  <a:pt x="95250" y="171450"/>
                </a:lnTo>
                <a:lnTo>
                  <a:pt x="95250" y="180975"/>
                </a:lnTo>
                <a:lnTo>
                  <a:pt x="85725" y="180975"/>
                </a:lnTo>
                <a:close/>
                <a:moveTo>
                  <a:pt x="1771650" y="180975"/>
                </a:moveTo>
                <a:lnTo>
                  <a:pt x="1781175" y="180975"/>
                </a:lnTo>
                <a:lnTo>
                  <a:pt x="1781175" y="190500"/>
                </a:lnTo>
                <a:lnTo>
                  <a:pt x="1771650" y="190500"/>
                </a:lnTo>
                <a:close/>
                <a:moveTo>
                  <a:pt x="76200" y="190500"/>
                </a:moveTo>
                <a:lnTo>
                  <a:pt x="85725" y="190500"/>
                </a:lnTo>
                <a:lnTo>
                  <a:pt x="85725" y="200025"/>
                </a:lnTo>
                <a:lnTo>
                  <a:pt x="76200" y="200025"/>
                </a:lnTo>
                <a:close/>
                <a:moveTo>
                  <a:pt x="676275" y="190500"/>
                </a:moveTo>
                <a:lnTo>
                  <a:pt x="685800" y="190500"/>
                </a:lnTo>
                <a:lnTo>
                  <a:pt x="685800" y="200025"/>
                </a:lnTo>
                <a:lnTo>
                  <a:pt x="676275" y="200025"/>
                </a:lnTo>
                <a:close/>
                <a:moveTo>
                  <a:pt x="1171575" y="190500"/>
                </a:moveTo>
                <a:lnTo>
                  <a:pt x="1181100" y="190500"/>
                </a:lnTo>
                <a:lnTo>
                  <a:pt x="1181100" y="200025"/>
                </a:lnTo>
                <a:lnTo>
                  <a:pt x="1171575" y="200025"/>
                </a:lnTo>
                <a:close/>
                <a:moveTo>
                  <a:pt x="1695450" y="200025"/>
                </a:moveTo>
                <a:lnTo>
                  <a:pt x="1704975" y="200025"/>
                </a:lnTo>
                <a:lnTo>
                  <a:pt x="1704975" y="209550"/>
                </a:lnTo>
                <a:lnTo>
                  <a:pt x="1695450" y="209550"/>
                </a:lnTo>
                <a:close/>
                <a:moveTo>
                  <a:pt x="1781175" y="200025"/>
                </a:moveTo>
                <a:lnTo>
                  <a:pt x="1790700" y="200025"/>
                </a:lnTo>
                <a:lnTo>
                  <a:pt x="1790700" y="209550"/>
                </a:lnTo>
                <a:lnTo>
                  <a:pt x="1781175" y="209550"/>
                </a:lnTo>
                <a:close/>
                <a:moveTo>
                  <a:pt x="66675" y="209550"/>
                </a:moveTo>
                <a:lnTo>
                  <a:pt x="76200" y="209550"/>
                </a:lnTo>
                <a:lnTo>
                  <a:pt x="76200" y="219075"/>
                </a:lnTo>
                <a:lnTo>
                  <a:pt x="66675" y="219075"/>
                </a:lnTo>
                <a:close/>
                <a:moveTo>
                  <a:pt x="152400" y="209550"/>
                </a:moveTo>
                <a:lnTo>
                  <a:pt x="161925" y="209550"/>
                </a:lnTo>
                <a:lnTo>
                  <a:pt x="161925" y="219075"/>
                </a:lnTo>
                <a:lnTo>
                  <a:pt x="152400" y="219075"/>
                </a:lnTo>
                <a:close/>
                <a:moveTo>
                  <a:pt x="438150" y="209550"/>
                </a:moveTo>
                <a:lnTo>
                  <a:pt x="447675" y="209550"/>
                </a:lnTo>
                <a:lnTo>
                  <a:pt x="447675" y="219075"/>
                </a:lnTo>
                <a:lnTo>
                  <a:pt x="438150" y="219075"/>
                </a:lnTo>
                <a:close/>
                <a:moveTo>
                  <a:pt x="476250" y="209550"/>
                </a:moveTo>
                <a:lnTo>
                  <a:pt x="495300" y="209550"/>
                </a:lnTo>
                <a:lnTo>
                  <a:pt x="495300" y="219075"/>
                </a:lnTo>
                <a:lnTo>
                  <a:pt x="476250" y="219075"/>
                </a:lnTo>
                <a:close/>
                <a:moveTo>
                  <a:pt x="1181100" y="209550"/>
                </a:moveTo>
                <a:lnTo>
                  <a:pt x="1190625" y="209550"/>
                </a:lnTo>
                <a:lnTo>
                  <a:pt x="1190625" y="219075"/>
                </a:lnTo>
                <a:lnTo>
                  <a:pt x="1181100" y="219075"/>
                </a:lnTo>
                <a:close/>
                <a:moveTo>
                  <a:pt x="1504950" y="209550"/>
                </a:moveTo>
                <a:lnTo>
                  <a:pt x="1590675" y="209550"/>
                </a:lnTo>
                <a:lnTo>
                  <a:pt x="1590675" y="219075"/>
                </a:lnTo>
                <a:lnTo>
                  <a:pt x="1514475" y="219075"/>
                </a:lnTo>
                <a:lnTo>
                  <a:pt x="1514475" y="228600"/>
                </a:lnTo>
                <a:lnTo>
                  <a:pt x="1504950" y="228600"/>
                </a:lnTo>
                <a:close/>
                <a:moveTo>
                  <a:pt x="428625" y="219075"/>
                </a:moveTo>
                <a:lnTo>
                  <a:pt x="438150" y="219075"/>
                </a:lnTo>
                <a:lnTo>
                  <a:pt x="438150" y="228600"/>
                </a:lnTo>
                <a:lnTo>
                  <a:pt x="428625" y="228600"/>
                </a:lnTo>
                <a:close/>
                <a:moveTo>
                  <a:pt x="495300" y="219075"/>
                </a:moveTo>
                <a:lnTo>
                  <a:pt x="504825" y="219075"/>
                </a:lnTo>
                <a:lnTo>
                  <a:pt x="504825" y="228600"/>
                </a:lnTo>
                <a:lnTo>
                  <a:pt x="514350" y="228600"/>
                </a:lnTo>
                <a:lnTo>
                  <a:pt x="514350" y="247650"/>
                </a:lnTo>
                <a:lnTo>
                  <a:pt x="504825" y="247650"/>
                </a:lnTo>
                <a:lnTo>
                  <a:pt x="504825" y="257175"/>
                </a:lnTo>
                <a:lnTo>
                  <a:pt x="495300" y="257175"/>
                </a:lnTo>
                <a:lnTo>
                  <a:pt x="495300" y="238125"/>
                </a:lnTo>
                <a:lnTo>
                  <a:pt x="476250" y="238125"/>
                </a:lnTo>
                <a:lnTo>
                  <a:pt x="476250" y="257175"/>
                </a:lnTo>
                <a:lnTo>
                  <a:pt x="466725" y="257175"/>
                </a:lnTo>
                <a:lnTo>
                  <a:pt x="466725" y="228600"/>
                </a:lnTo>
                <a:lnTo>
                  <a:pt x="495300" y="228600"/>
                </a:lnTo>
                <a:close/>
                <a:moveTo>
                  <a:pt x="666750" y="219075"/>
                </a:moveTo>
                <a:lnTo>
                  <a:pt x="676275" y="219075"/>
                </a:lnTo>
                <a:lnTo>
                  <a:pt x="676275" y="247650"/>
                </a:lnTo>
                <a:lnTo>
                  <a:pt x="666750" y="247650"/>
                </a:lnTo>
                <a:close/>
                <a:moveTo>
                  <a:pt x="1457325" y="219075"/>
                </a:moveTo>
                <a:lnTo>
                  <a:pt x="1466850" y="219075"/>
                </a:lnTo>
                <a:lnTo>
                  <a:pt x="1466850" y="238125"/>
                </a:lnTo>
                <a:lnTo>
                  <a:pt x="1457325" y="238125"/>
                </a:lnTo>
                <a:close/>
                <a:moveTo>
                  <a:pt x="1590675" y="219075"/>
                </a:moveTo>
                <a:lnTo>
                  <a:pt x="1600200" y="219075"/>
                </a:lnTo>
                <a:lnTo>
                  <a:pt x="1600200" y="228600"/>
                </a:lnTo>
                <a:lnTo>
                  <a:pt x="1590675" y="228600"/>
                </a:lnTo>
                <a:close/>
                <a:moveTo>
                  <a:pt x="1704975" y="219075"/>
                </a:moveTo>
                <a:lnTo>
                  <a:pt x="1714500" y="219075"/>
                </a:lnTo>
                <a:lnTo>
                  <a:pt x="1714500" y="228600"/>
                </a:lnTo>
                <a:lnTo>
                  <a:pt x="1704975" y="228600"/>
                </a:lnTo>
                <a:close/>
                <a:moveTo>
                  <a:pt x="1790700" y="219075"/>
                </a:moveTo>
                <a:lnTo>
                  <a:pt x="1800225" y="219075"/>
                </a:lnTo>
                <a:lnTo>
                  <a:pt x="1800225" y="228600"/>
                </a:lnTo>
                <a:lnTo>
                  <a:pt x="1790700" y="228600"/>
                </a:lnTo>
                <a:close/>
                <a:moveTo>
                  <a:pt x="57150" y="228600"/>
                </a:moveTo>
                <a:lnTo>
                  <a:pt x="66675" y="228600"/>
                </a:lnTo>
                <a:lnTo>
                  <a:pt x="66675" y="238125"/>
                </a:lnTo>
                <a:lnTo>
                  <a:pt x="57150" y="238125"/>
                </a:lnTo>
                <a:close/>
                <a:moveTo>
                  <a:pt x="142875" y="228600"/>
                </a:moveTo>
                <a:lnTo>
                  <a:pt x="152400" y="228600"/>
                </a:lnTo>
                <a:lnTo>
                  <a:pt x="152400" y="238125"/>
                </a:lnTo>
                <a:lnTo>
                  <a:pt x="142875" y="238125"/>
                </a:lnTo>
                <a:close/>
                <a:moveTo>
                  <a:pt x="361950" y="228600"/>
                </a:moveTo>
                <a:lnTo>
                  <a:pt x="381000" y="228600"/>
                </a:lnTo>
                <a:lnTo>
                  <a:pt x="381000" y="247650"/>
                </a:lnTo>
                <a:lnTo>
                  <a:pt x="352425" y="247650"/>
                </a:lnTo>
                <a:lnTo>
                  <a:pt x="352425" y="238125"/>
                </a:lnTo>
                <a:lnTo>
                  <a:pt x="361950" y="238125"/>
                </a:lnTo>
                <a:close/>
                <a:moveTo>
                  <a:pt x="400050" y="228600"/>
                </a:moveTo>
                <a:lnTo>
                  <a:pt x="409575" y="228600"/>
                </a:lnTo>
                <a:lnTo>
                  <a:pt x="409575" y="247650"/>
                </a:lnTo>
                <a:lnTo>
                  <a:pt x="400050" y="247650"/>
                </a:lnTo>
                <a:close/>
                <a:moveTo>
                  <a:pt x="419100" y="228600"/>
                </a:moveTo>
                <a:lnTo>
                  <a:pt x="428625" y="228600"/>
                </a:lnTo>
                <a:lnTo>
                  <a:pt x="428625" y="257175"/>
                </a:lnTo>
                <a:lnTo>
                  <a:pt x="419100" y="257175"/>
                </a:lnTo>
                <a:close/>
                <a:moveTo>
                  <a:pt x="1447800" y="238125"/>
                </a:moveTo>
                <a:lnTo>
                  <a:pt x="1457325" y="238125"/>
                </a:lnTo>
                <a:lnTo>
                  <a:pt x="1457325" y="247650"/>
                </a:lnTo>
                <a:lnTo>
                  <a:pt x="1447800" y="247650"/>
                </a:lnTo>
                <a:close/>
                <a:moveTo>
                  <a:pt x="1714500" y="238125"/>
                </a:moveTo>
                <a:lnTo>
                  <a:pt x="1724025" y="238125"/>
                </a:lnTo>
                <a:lnTo>
                  <a:pt x="1724025" y="247650"/>
                </a:lnTo>
                <a:lnTo>
                  <a:pt x="1714500" y="247650"/>
                </a:lnTo>
                <a:close/>
                <a:moveTo>
                  <a:pt x="133350" y="247650"/>
                </a:moveTo>
                <a:lnTo>
                  <a:pt x="142875" y="247650"/>
                </a:lnTo>
                <a:lnTo>
                  <a:pt x="142875" y="257175"/>
                </a:lnTo>
                <a:lnTo>
                  <a:pt x="133350" y="257175"/>
                </a:lnTo>
                <a:close/>
                <a:moveTo>
                  <a:pt x="381000" y="247650"/>
                </a:moveTo>
                <a:lnTo>
                  <a:pt x="400050" y="247650"/>
                </a:lnTo>
                <a:lnTo>
                  <a:pt x="400050" y="257175"/>
                </a:lnTo>
                <a:lnTo>
                  <a:pt x="390525" y="257175"/>
                </a:lnTo>
                <a:lnTo>
                  <a:pt x="390525" y="266700"/>
                </a:lnTo>
                <a:lnTo>
                  <a:pt x="361950" y="266700"/>
                </a:lnTo>
                <a:lnTo>
                  <a:pt x="361950" y="257175"/>
                </a:lnTo>
                <a:lnTo>
                  <a:pt x="381000" y="257175"/>
                </a:lnTo>
                <a:close/>
                <a:moveTo>
                  <a:pt x="1419225" y="247650"/>
                </a:moveTo>
                <a:lnTo>
                  <a:pt x="1447800" y="247650"/>
                </a:lnTo>
                <a:lnTo>
                  <a:pt x="1447800" y="257175"/>
                </a:lnTo>
                <a:lnTo>
                  <a:pt x="1419225" y="257175"/>
                </a:lnTo>
                <a:close/>
                <a:moveTo>
                  <a:pt x="1504950" y="247650"/>
                </a:moveTo>
                <a:lnTo>
                  <a:pt x="1514475" y="247650"/>
                </a:lnTo>
                <a:lnTo>
                  <a:pt x="1514475" y="257175"/>
                </a:lnTo>
                <a:lnTo>
                  <a:pt x="1504950" y="257175"/>
                </a:lnTo>
                <a:close/>
                <a:moveTo>
                  <a:pt x="1590675" y="247650"/>
                </a:moveTo>
                <a:lnTo>
                  <a:pt x="1600200" y="247650"/>
                </a:lnTo>
                <a:lnTo>
                  <a:pt x="1600200" y="257175"/>
                </a:lnTo>
                <a:lnTo>
                  <a:pt x="1590675" y="257175"/>
                </a:lnTo>
                <a:close/>
                <a:moveTo>
                  <a:pt x="47625" y="257175"/>
                </a:moveTo>
                <a:lnTo>
                  <a:pt x="57150" y="257175"/>
                </a:lnTo>
                <a:lnTo>
                  <a:pt x="57150" y="266700"/>
                </a:lnTo>
                <a:lnTo>
                  <a:pt x="47625" y="266700"/>
                </a:lnTo>
                <a:close/>
                <a:moveTo>
                  <a:pt x="438150" y="257175"/>
                </a:moveTo>
                <a:lnTo>
                  <a:pt x="457200" y="257175"/>
                </a:lnTo>
                <a:lnTo>
                  <a:pt x="457200" y="266700"/>
                </a:lnTo>
                <a:lnTo>
                  <a:pt x="438150" y="266700"/>
                </a:lnTo>
                <a:close/>
                <a:moveTo>
                  <a:pt x="1181100" y="257175"/>
                </a:moveTo>
                <a:lnTo>
                  <a:pt x="1190625" y="257175"/>
                </a:lnTo>
                <a:lnTo>
                  <a:pt x="1190625" y="266700"/>
                </a:lnTo>
                <a:lnTo>
                  <a:pt x="1181100" y="266700"/>
                </a:lnTo>
                <a:close/>
                <a:moveTo>
                  <a:pt x="1514475" y="257175"/>
                </a:moveTo>
                <a:lnTo>
                  <a:pt x="1590675" y="257175"/>
                </a:lnTo>
                <a:lnTo>
                  <a:pt x="1590675" y="266700"/>
                </a:lnTo>
                <a:lnTo>
                  <a:pt x="1514475" y="266700"/>
                </a:lnTo>
                <a:close/>
                <a:moveTo>
                  <a:pt x="1724025" y="257175"/>
                </a:moveTo>
                <a:lnTo>
                  <a:pt x="1733550" y="257175"/>
                </a:lnTo>
                <a:lnTo>
                  <a:pt x="1733550" y="266700"/>
                </a:lnTo>
                <a:lnTo>
                  <a:pt x="1724025" y="266700"/>
                </a:lnTo>
                <a:close/>
                <a:moveTo>
                  <a:pt x="676275" y="266700"/>
                </a:moveTo>
                <a:lnTo>
                  <a:pt x="685800" y="266700"/>
                </a:lnTo>
                <a:lnTo>
                  <a:pt x="685800" y="276225"/>
                </a:lnTo>
                <a:lnTo>
                  <a:pt x="676275" y="276225"/>
                </a:lnTo>
                <a:close/>
                <a:moveTo>
                  <a:pt x="1171575" y="276225"/>
                </a:moveTo>
                <a:lnTo>
                  <a:pt x="1181100" y="276225"/>
                </a:lnTo>
                <a:lnTo>
                  <a:pt x="1181100" y="285750"/>
                </a:lnTo>
                <a:lnTo>
                  <a:pt x="1171575" y="285750"/>
                </a:lnTo>
                <a:close/>
                <a:moveTo>
                  <a:pt x="1809750" y="276225"/>
                </a:moveTo>
                <a:lnTo>
                  <a:pt x="1819275" y="276225"/>
                </a:lnTo>
                <a:lnTo>
                  <a:pt x="1819275" y="285750"/>
                </a:lnTo>
                <a:lnTo>
                  <a:pt x="1809750" y="285750"/>
                </a:lnTo>
                <a:close/>
                <a:moveTo>
                  <a:pt x="1162050" y="285750"/>
                </a:moveTo>
                <a:lnTo>
                  <a:pt x="1171575" y="285750"/>
                </a:lnTo>
                <a:lnTo>
                  <a:pt x="1171575" y="295275"/>
                </a:lnTo>
                <a:lnTo>
                  <a:pt x="1162050" y="295275"/>
                </a:lnTo>
                <a:close/>
                <a:moveTo>
                  <a:pt x="38100" y="295275"/>
                </a:moveTo>
                <a:lnTo>
                  <a:pt x="47625" y="295275"/>
                </a:lnTo>
                <a:lnTo>
                  <a:pt x="47625" y="314325"/>
                </a:lnTo>
                <a:lnTo>
                  <a:pt x="38100" y="314325"/>
                </a:lnTo>
                <a:close/>
                <a:moveTo>
                  <a:pt x="1152525" y="295275"/>
                </a:moveTo>
                <a:lnTo>
                  <a:pt x="1162050" y="295275"/>
                </a:lnTo>
                <a:lnTo>
                  <a:pt x="1162050" y="304800"/>
                </a:lnTo>
                <a:lnTo>
                  <a:pt x="1152525" y="304800"/>
                </a:lnTo>
                <a:close/>
                <a:moveTo>
                  <a:pt x="114300" y="304800"/>
                </a:moveTo>
                <a:lnTo>
                  <a:pt x="123825" y="304800"/>
                </a:lnTo>
                <a:lnTo>
                  <a:pt x="123825" y="314325"/>
                </a:lnTo>
                <a:lnTo>
                  <a:pt x="114300" y="314325"/>
                </a:lnTo>
                <a:close/>
                <a:moveTo>
                  <a:pt x="723900" y="304800"/>
                </a:moveTo>
                <a:lnTo>
                  <a:pt x="733425" y="304800"/>
                </a:lnTo>
                <a:lnTo>
                  <a:pt x="733425" y="314325"/>
                </a:lnTo>
                <a:lnTo>
                  <a:pt x="723900" y="314325"/>
                </a:lnTo>
                <a:close/>
                <a:moveTo>
                  <a:pt x="1133475" y="304800"/>
                </a:moveTo>
                <a:lnTo>
                  <a:pt x="1143000" y="304800"/>
                </a:lnTo>
                <a:lnTo>
                  <a:pt x="1143000" y="314325"/>
                </a:lnTo>
                <a:lnTo>
                  <a:pt x="1133475" y="314325"/>
                </a:lnTo>
                <a:close/>
                <a:moveTo>
                  <a:pt x="1819275" y="323850"/>
                </a:moveTo>
                <a:lnTo>
                  <a:pt x="1828800" y="323850"/>
                </a:lnTo>
                <a:lnTo>
                  <a:pt x="1828800" y="381000"/>
                </a:lnTo>
                <a:lnTo>
                  <a:pt x="1819275" y="381000"/>
                </a:lnTo>
                <a:close/>
                <a:moveTo>
                  <a:pt x="1743075" y="352425"/>
                </a:moveTo>
                <a:lnTo>
                  <a:pt x="1752600" y="352425"/>
                </a:lnTo>
                <a:lnTo>
                  <a:pt x="1752600" y="381000"/>
                </a:lnTo>
                <a:lnTo>
                  <a:pt x="1743075" y="381000"/>
                </a:lnTo>
                <a:close/>
                <a:moveTo>
                  <a:pt x="104775" y="371475"/>
                </a:moveTo>
                <a:lnTo>
                  <a:pt x="114300" y="371475"/>
                </a:lnTo>
                <a:lnTo>
                  <a:pt x="114300" y="447675"/>
                </a:lnTo>
                <a:lnTo>
                  <a:pt x="104775" y="447675"/>
                </a:lnTo>
                <a:close/>
                <a:moveTo>
                  <a:pt x="28575" y="390525"/>
                </a:moveTo>
                <a:lnTo>
                  <a:pt x="38100" y="390525"/>
                </a:lnTo>
                <a:lnTo>
                  <a:pt x="38100" y="704850"/>
                </a:lnTo>
                <a:lnTo>
                  <a:pt x="28575" y="704850"/>
                </a:lnTo>
                <a:close/>
                <a:moveTo>
                  <a:pt x="200025" y="428625"/>
                </a:moveTo>
                <a:lnTo>
                  <a:pt x="209550" y="428625"/>
                </a:lnTo>
                <a:lnTo>
                  <a:pt x="209550" y="438150"/>
                </a:lnTo>
                <a:lnTo>
                  <a:pt x="200025" y="438150"/>
                </a:lnTo>
                <a:close/>
                <a:moveTo>
                  <a:pt x="276225" y="428625"/>
                </a:moveTo>
                <a:lnTo>
                  <a:pt x="285750" y="428625"/>
                </a:lnTo>
                <a:lnTo>
                  <a:pt x="285750" y="457200"/>
                </a:lnTo>
                <a:lnTo>
                  <a:pt x="295275" y="457200"/>
                </a:lnTo>
                <a:lnTo>
                  <a:pt x="295275" y="504825"/>
                </a:lnTo>
                <a:lnTo>
                  <a:pt x="285750" y="504825"/>
                </a:lnTo>
                <a:lnTo>
                  <a:pt x="285750" y="466725"/>
                </a:lnTo>
                <a:lnTo>
                  <a:pt x="228600" y="466725"/>
                </a:lnTo>
                <a:lnTo>
                  <a:pt x="228600" y="457200"/>
                </a:lnTo>
                <a:lnTo>
                  <a:pt x="257175" y="457200"/>
                </a:lnTo>
                <a:lnTo>
                  <a:pt x="257175" y="447675"/>
                </a:lnTo>
                <a:lnTo>
                  <a:pt x="266700" y="447675"/>
                </a:lnTo>
                <a:lnTo>
                  <a:pt x="266700" y="457200"/>
                </a:lnTo>
                <a:lnTo>
                  <a:pt x="276225" y="457200"/>
                </a:lnTo>
                <a:close/>
                <a:moveTo>
                  <a:pt x="666750" y="428625"/>
                </a:moveTo>
                <a:lnTo>
                  <a:pt x="676275" y="428625"/>
                </a:lnTo>
                <a:lnTo>
                  <a:pt x="676275" y="438150"/>
                </a:lnTo>
                <a:lnTo>
                  <a:pt x="666750" y="438150"/>
                </a:lnTo>
                <a:close/>
                <a:moveTo>
                  <a:pt x="895350" y="428625"/>
                </a:moveTo>
                <a:lnTo>
                  <a:pt x="933450" y="428625"/>
                </a:lnTo>
                <a:lnTo>
                  <a:pt x="933450" y="438150"/>
                </a:lnTo>
                <a:lnTo>
                  <a:pt x="971550" y="438150"/>
                </a:lnTo>
                <a:lnTo>
                  <a:pt x="971550" y="447675"/>
                </a:lnTo>
                <a:lnTo>
                  <a:pt x="981075" y="447675"/>
                </a:lnTo>
                <a:lnTo>
                  <a:pt x="981075" y="476250"/>
                </a:lnTo>
                <a:lnTo>
                  <a:pt x="971550" y="476250"/>
                </a:lnTo>
                <a:lnTo>
                  <a:pt x="971550" y="457200"/>
                </a:lnTo>
                <a:lnTo>
                  <a:pt x="942975" y="457200"/>
                </a:lnTo>
                <a:lnTo>
                  <a:pt x="942975" y="447675"/>
                </a:lnTo>
                <a:lnTo>
                  <a:pt x="933450" y="447675"/>
                </a:lnTo>
                <a:lnTo>
                  <a:pt x="933450" y="476250"/>
                </a:lnTo>
                <a:lnTo>
                  <a:pt x="942975" y="476250"/>
                </a:lnTo>
                <a:lnTo>
                  <a:pt x="942975" y="466725"/>
                </a:lnTo>
                <a:lnTo>
                  <a:pt x="952500" y="466725"/>
                </a:lnTo>
                <a:lnTo>
                  <a:pt x="952500" y="476250"/>
                </a:lnTo>
                <a:lnTo>
                  <a:pt x="971550" y="476250"/>
                </a:lnTo>
                <a:lnTo>
                  <a:pt x="971550" y="485775"/>
                </a:lnTo>
                <a:lnTo>
                  <a:pt x="885825" y="485775"/>
                </a:lnTo>
                <a:lnTo>
                  <a:pt x="885825" y="457200"/>
                </a:lnTo>
                <a:lnTo>
                  <a:pt x="866775" y="457200"/>
                </a:lnTo>
                <a:lnTo>
                  <a:pt x="866775" y="447675"/>
                </a:lnTo>
                <a:lnTo>
                  <a:pt x="857250" y="447675"/>
                </a:lnTo>
                <a:lnTo>
                  <a:pt x="857250" y="438150"/>
                </a:lnTo>
                <a:lnTo>
                  <a:pt x="866775" y="438150"/>
                </a:lnTo>
                <a:lnTo>
                  <a:pt x="866775" y="447675"/>
                </a:lnTo>
                <a:lnTo>
                  <a:pt x="876300" y="447675"/>
                </a:lnTo>
                <a:lnTo>
                  <a:pt x="876300" y="438150"/>
                </a:lnTo>
                <a:lnTo>
                  <a:pt x="895350" y="438150"/>
                </a:lnTo>
                <a:close/>
                <a:moveTo>
                  <a:pt x="190500" y="438150"/>
                </a:moveTo>
                <a:lnTo>
                  <a:pt x="200025" y="438150"/>
                </a:lnTo>
                <a:lnTo>
                  <a:pt x="200025" y="457200"/>
                </a:lnTo>
                <a:lnTo>
                  <a:pt x="190500" y="457200"/>
                </a:lnTo>
                <a:lnTo>
                  <a:pt x="190500" y="466725"/>
                </a:lnTo>
                <a:lnTo>
                  <a:pt x="180975" y="466725"/>
                </a:lnTo>
                <a:lnTo>
                  <a:pt x="180975" y="447675"/>
                </a:lnTo>
                <a:lnTo>
                  <a:pt x="190500" y="447675"/>
                </a:lnTo>
                <a:close/>
                <a:moveTo>
                  <a:pt x="352425" y="438150"/>
                </a:moveTo>
                <a:lnTo>
                  <a:pt x="447675" y="438150"/>
                </a:lnTo>
                <a:lnTo>
                  <a:pt x="447675" y="457200"/>
                </a:lnTo>
                <a:lnTo>
                  <a:pt x="438150" y="457200"/>
                </a:lnTo>
                <a:lnTo>
                  <a:pt x="438150" y="447675"/>
                </a:lnTo>
                <a:lnTo>
                  <a:pt x="400050" y="447675"/>
                </a:lnTo>
                <a:lnTo>
                  <a:pt x="400050" y="466725"/>
                </a:lnTo>
                <a:lnTo>
                  <a:pt x="390525" y="466725"/>
                </a:lnTo>
                <a:lnTo>
                  <a:pt x="390525" y="447675"/>
                </a:lnTo>
                <a:lnTo>
                  <a:pt x="352425" y="447675"/>
                </a:lnTo>
                <a:close/>
                <a:moveTo>
                  <a:pt x="485775" y="438150"/>
                </a:moveTo>
                <a:lnTo>
                  <a:pt x="495300" y="438150"/>
                </a:lnTo>
                <a:lnTo>
                  <a:pt x="495300" y="447675"/>
                </a:lnTo>
                <a:lnTo>
                  <a:pt x="485775" y="447675"/>
                </a:lnTo>
                <a:close/>
                <a:moveTo>
                  <a:pt x="552450" y="438150"/>
                </a:moveTo>
                <a:lnTo>
                  <a:pt x="561975" y="438150"/>
                </a:lnTo>
                <a:lnTo>
                  <a:pt x="561975" y="447675"/>
                </a:lnTo>
                <a:lnTo>
                  <a:pt x="552450" y="447675"/>
                </a:lnTo>
                <a:close/>
                <a:moveTo>
                  <a:pt x="571500" y="438150"/>
                </a:moveTo>
                <a:lnTo>
                  <a:pt x="590550" y="438150"/>
                </a:lnTo>
                <a:lnTo>
                  <a:pt x="590550" y="447675"/>
                </a:lnTo>
                <a:lnTo>
                  <a:pt x="571500" y="447675"/>
                </a:lnTo>
                <a:close/>
                <a:moveTo>
                  <a:pt x="600075" y="438150"/>
                </a:moveTo>
                <a:lnTo>
                  <a:pt x="619125" y="438150"/>
                </a:lnTo>
                <a:lnTo>
                  <a:pt x="619125" y="447675"/>
                </a:lnTo>
                <a:lnTo>
                  <a:pt x="628650" y="447675"/>
                </a:lnTo>
                <a:lnTo>
                  <a:pt x="628650" y="457200"/>
                </a:lnTo>
                <a:lnTo>
                  <a:pt x="609600" y="457200"/>
                </a:lnTo>
                <a:lnTo>
                  <a:pt x="609600" y="447675"/>
                </a:lnTo>
                <a:lnTo>
                  <a:pt x="600075" y="447675"/>
                </a:lnTo>
                <a:close/>
                <a:moveTo>
                  <a:pt x="657225" y="438150"/>
                </a:moveTo>
                <a:lnTo>
                  <a:pt x="666750" y="438150"/>
                </a:lnTo>
                <a:lnTo>
                  <a:pt x="666750" y="447675"/>
                </a:lnTo>
                <a:lnTo>
                  <a:pt x="657225" y="447675"/>
                </a:lnTo>
                <a:close/>
                <a:moveTo>
                  <a:pt x="685800" y="438150"/>
                </a:moveTo>
                <a:lnTo>
                  <a:pt x="714375" y="438150"/>
                </a:lnTo>
                <a:lnTo>
                  <a:pt x="714375" y="447675"/>
                </a:lnTo>
                <a:lnTo>
                  <a:pt x="685800" y="447675"/>
                </a:lnTo>
                <a:close/>
                <a:moveTo>
                  <a:pt x="800100" y="438150"/>
                </a:moveTo>
                <a:lnTo>
                  <a:pt x="828675" y="438150"/>
                </a:lnTo>
                <a:lnTo>
                  <a:pt x="828675" y="447675"/>
                </a:lnTo>
                <a:lnTo>
                  <a:pt x="819150" y="447675"/>
                </a:lnTo>
                <a:lnTo>
                  <a:pt x="819150" y="457200"/>
                </a:lnTo>
                <a:lnTo>
                  <a:pt x="809625" y="457200"/>
                </a:lnTo>
                <a:lnTo>
                  <a:pt x="809625" y="447675"/>
                </a:lnTo>
                <a:lnTo>
                  <a:pt x="800100" y="447675"/>
                </a:lnTo>
                <a:close/>
                <a:moveTo>
                  <a:pt x="457200" y="447675"/>
                </a:moveTo>
                <a:lnTo>
                  <a:pt x="485775" y="447675"/>
                </a:lnTo>
                <a:lnTo>
                  <a:pt x="485775" y="457200"/>
                </a:lnTo>
                <a:lnTo>
                  <a:pt x="457200" y="457200"/>
                </a:lnTo>
                <a:close/>
                <a:moveTo>
                  <a:pt x="514350" y="447675"/>
                </a:moveTo>
                <a:lnTo>
                  <a:pt x="552450" y="447675"/>
                </a:lnTo>
                <a:lnTo>
                  <a:pt x="552450" y="457200"/>
                </a:lnTo>
                <a:lnTo>
                  <a:pt x="514350" y="457200"/>
                </a:lnTo>
                <a:close/>
                <a:moveTo>
                  <a:pt x="590550" y="447675"/>
                </a:moveTo>
                <a:lnTo>
                  <a:pt x="600075" y="447675"/>
                </a:lnTo>
                <a:lnTo>
                  <a:pt x="600075" y="457200"/>
                </a:lnTo>
                <a:lnTo>
                  <a:pt x="590550" y="457200"/>
                </a:lnTo>
                <a:close/>
                <a:moveTo>
                  <a:pt x="714375" y="447675"/>
                </a:moveTo>
                <a:lnTo>
                  <a:pt x="723900" y="447675"/>
                </a:lnTo>
                <a:lnTo>
                  <a:pt x="723900" y="476250"/>
                </a:lnTo>
                <a:lnTo>
                  <a:pt x="714375" y="476250"/>
                </a:lnTo>
                <a:close/>
                <a:moveTo>
                  <a:pt x="790575" y="447675"/>
                </a:moveTo>
                <a:lnTo>
                  <a:pt x="800100" y="447675"/>
                </a:lnTo>
                <a:lnTo>
                  <a:pt x="800100" y="457200"/>
                </a:lnTo>
                <a:lnTo>
                  <a:pt x="790575" y="457200"/>
                </a:lnTo>
                <a:close/>
                <a:moveTo>
                  <a:pt x="342900" y="457200"/>
                </a:moveTo>
                <a:lnTo>
                  <a:pt x="352425" y="457200"/>
                </a:lnTo>
                <a:lnTo>
                  <a:pt x="352425" y="476250"/>
                </a:lnTo>
                <a:lnTo>
                  <a:pt x="342900" y="476250"/>
                </a:lnTo>
                <a:close/>
                <a:moveTo>
                  <a:pt x="647700" y="457200"/>
                </a:moveTo>
                <a:lnTo>
                  <a:pt x="657225" y="457200"/>
                </a:lnTo>
                <a:lnTo>
                  <a:pt x="657225" y="476250"/>
                </a:lnTo>
                <a:lnTo>
                  <a:pt x="647700" y="476250"/>
                </a:lnTo>
                <a:close/>
                <a:moveTo>
                  <a:pt x="104775" y="466725"/>
                </a:moveTo>
                <a:lnTo>
                  <a:pt x="114300" y="466725"/>
                </a:lnTo>
                <a:lnTo>
                  <a:pt x="114300" y="1628775"/>
                </a:lnTo>
                <a:lnTo>
                  <a:pt x="104775" y="1628775"/>
                </a:lnTo>
                <a:close/>
                <a:moveTo>
                  <a:pt x="409575" y="466725"/>
                </a:moveTo>
                <a:lnTo>
                  <a:pt x="447675" y="466725"/>
                </a:lnTo>
                <a:lnTo>
                  <a:pt x="447675" y="476250"/>
                </a:lnTo>
                <a:lnTo>
                  <a:pt x="457200" y="476250"/>
                </a:lnTo>
                <a:lnTo>
                  <a:pt x="457200" y="466725"/>
                </a:lnTo>
                <a:lnTo>
                  <a:pt x="466725" y="466725"/>
                </a:lnTo>
                <a:lnTo>
                  <a:pt x="466725" y="485775"/>
                </a:lnTo>
                <a:lnTo>
                  <a:pt x="390525" y="485775"/>
                </a:lnTo>
                <a:lnTo>
                  <a:pt x="390525" y="476250"/>
                </a:lnTo>
                <a:lnTo>
                  <a:pt x="409575" y="476250"/>
                </a:lnTo>
                <a:close/>
                <a:moveTo>
                  <a:pt x="590550" y="466725"/>
                </a:moveTo>
                <a:lnTo>
                  <a:pt x="600075" y="466725"/>
                </a:lnTo>
                <a:lnTo>
                  <a:pt x="600075" y="476250"/>
                </a:lnTo>
                <a:lnTo>
                  <a:pt x="590550" y="476250"/>
                </a:lnTo>
                <a:close/>
                <a:moveTo>
                  <a:pt x="609600" y="466725"/>
                </a:moveTo>
                <a:lnTo>
                  <a:pt x="628650" y="466725"/>
                </a:lnTo>
                <a:lnTo>
                  <a:pt x="628650" y="476250"/>
                </a:lnTo>
                <a:lnTo>
                  <a:pt x="609600" y="476250"/>
                </a:lnTo>
                <a:close/>
                <a:moveTo>
                  <a:pt x="790575" y="466725"/>
                </a:moveTo>
                <a:lnTo>
                  <a:pt x="800100" y="466725"/>
                </a:lnTo>
                <a:lnTo>
                  <a:pt x="800100" y="476250"/>
                </a:lnTo>
                <a:lnTo>
                  <a:pt x="838200" y="476250"/>
                </a:lnTo>
                <a:lnTo>
                  <a:pt x="838200" y="466725"/>
                </a:lnTo>
                <a:lnTo>
                  <a:pt x="857250" y="466725"/>
                </a:lnTo>
                <a:lnTo>
                  <a:pt x="857250" y="476250"/>
                </a:lnTo>
                <a:lnTo>
                  <a:pt x="876300" y="476250"/>
                </a:lnTo>
                <a:lnTo>
                  <a:pt x="876300" y="485775"/>
                </a:lnTo>
                <a:lnTo>
                  <a:pt x="781050" y="485775"/>
                </a:lnTo>
                <a:lnTo>
                  <a:pt x="781050" y="476250"/>
                </a:lnTo>
                <a:lnTo>
                  <a:pt x="790575" y="476250"/>
                </a:lnTo>
                <a:close/>
                <a:moveTo>
                  <a:pt x="190500" y="476250"/>
                </a:moveTo>
                <a:lnTo>
                  <a:pt x="200025" y="476250"/>
                </a:lnTo>
                <a:lnTo>
                  <a:pt x="200025" y="514350"/>
                </a:lnTo>
                <a:lnTo>
                  <a:pt x="190500" y="514350"/>
                </a:lnTo>
                <a:close/>
                <a:moveTo>
                  <a:pt x="476250" y="476250"/>
                </a:moveTo>
                <a:lnTo>
                  <a:pt x="485775" y="476250"/>
                </a:lnTo>
                <a:lnTo>
                  <a:pt x="485775" y="485775"/>
                </a:lnTo>
                <a:lnTo>
                  <a:pt x="476250" y="485775"/>
                </a:lnTo>
                <a:close/>
                <a:moveTo>
                  <a:pt x="495300" y="476250"/>
                </a:moveTo>
                <a:lnTo>
                  <a:pt x="504825" y="476250"/>
                </a:lnTo>
                <a:lnTo>
                  <a:pt x="504825" y="485775"/>
                </a:lnTo>
                <a:lnTo>
                  <a:pt x="495300" y="485775"/>
                </a:lnTo>
                <a:close/>
                <a:moveTo>
                  <a:pt x="542925" y="476250"/>
                </a:moveTo>
                <a:lnTo>
                  <a:pt x="590550" y="476250"/>
                </a:lnTo>
                <a:lnTo>
                  <a:pt x="590550" y="485775"/>
                </a:lnTo>
                <a:lnTo>
                  <a:pt x="542925" y="485775"/>
                </a:lnTo>
                <a:close/>
                <a:moveTo>
                  <a:pt x="657225" y="476250"/>
                </a:moveTo>
                <a:lnTo>
                  <a:pt x="666750" y="476250"/>
                </a:lnTo>
                <a:lnTo>
                  <a:pt x="666750" y="485775"/>
                </a:lnTo>
                <a:lnTo>
                  <a:pt x="657225" y="485775"/>
                </a:lnTo>
                <a:close/>
                <a:moveTo>
                  <a:pt x="695325" y="476250"/>
                </a:moveTo>
                <a:lnTo>
                  <a:pt x="714375" y="476250"/>
                </a:lnTo>
                <a:lnTo>
                  <a:pt x="714375" y="485775"/>
                </a:lnTo>
                <a:lnTo>
                  <a:pt x="695325" y="485775"/>
                </a:lnTo>
                <a:close/>
                <a:moveTo>
                  <a:pt x="895350" y="476250"/>
                </a:moveTo>
                <a:lnTo>
                  <a:pt x="904875" y="476250"/>
                </a:lnTo>
                <a:lnTo>
                  <a:pt x="904875" y="438150"/>
                </a:lnTo>
                <a:lnTo>
                  <a:pt x="895350" y="438150"/>
                </a:lnTo>
                <a:close/>
                <a:moveTo>
                  <a:pt x="914400" y="476250"/>
                </a:moveTo>
                <a:lnTo>
                  <a:pt x="923925" y="476250"/>
                </a:lnTo>
                <a:lnTo>
                  <a:pt x="923925" y="438150"/>
                </a:lnTo>
                <a:lnTo>
                  <a:pt x="914400" y="438150"/>
                </a:lnTo>
                <a:close/>
                <a:moveTo>
                  <a:pt x="219075" y="485775"/>
                </a:moveTo>
                <a:lnTo>
                  <a:pt x="228600" y="485775"/>
                </a:lnTo>
                <a:lnTo>
                  <a:pt x="228600" y="504825"/>
                </a:lnTo>
                <a:lnTo>
                  <a:pt x="219075" y="504825"/>
                </a:lnTo>
                <a:close/>
                <a:moveTo>
                  <a:pt x="238125" y="495300"/>
                </a:moveTo>
                <a:lnTo>
                  <a:pt x="266700" y="495300"/>
                </a:lnTo>
                <a:lnTo>
                  <a:pt x="266700" y="504825"/>
                </a:lnTo>
                <a:lnTo>
                  <a:pt x="238125" y="504825"/>
                </a:lnTo>
                <a:close/>
                <a:moveTo>
                  <a:pt x="247650" y="514350"/>
                </a:moveTo>
                <a:lnTo>
                  <a:pt x="266700" y="514350"/>
                </a:lnTo>
                <a:lnTo>
                  <a:pt x="266700" y="523875"/>
                </a:lnTo>
                <a:lnTo>
                  <a:pt x="247650" y="523875"/>
                </a:lnTo>
                <a:close/>
                <a:moveTo>
                  <a:pt x="304800" y="695325"/>
                </a:moveTo>
                <a:lnTo>
                  <a:pt x="333375" y="695325"/>
                </a:lnTo>
                <a:lnTo>
                  <a:pt x="333375" y="723900"/>
                </a:lnTo>
                <a:lnTo>
                  <a:pt x="323850" y="723900"/>
                </a:lnTo>
                <a:lnTo>
                  <a:pt x="323850" y="704850"/>
                </a:lnTo>
                <a:lnTo>
                  <a:pt x="304800" y="704850"/>
                </a:lnTo>
                <a:close/>
                <a:moveTo>
                  <a:pt x="19050" y="704850"/>
                </a:moveTo>
                <a:lnTo>
                  <a:pt x="28575" y="704850"/>
                </a:lnTo>
                <a:lnTo>
                  <a:pt x="28575" y="714375"/>
                </a:lnTo>
                <a:lnTo>
                  <a:pt x="19050" y="714375"/>
                </a:lnTo>
                <a:close/>
                <a:moveTo>
                  <a:pt x="485775" y="704850"/>
                </a:moveTo>
                <a:lnTo>
                  <a:pt x="504825" y="704850"/>
                </a:lnTo>
                <a:lnTo>
                  <a:pt x="504825" y="714375"/>
                </a:lnTo>
                <a:lnTo>
                  <a:pt x="495300" y="714375"/>
                </a:lnTo>
                <a:lnTo>
                  <a:pt x="495300" y="733425"/>
                </a:lnTo>
                <a:lnTo>
                  <a:pt x="485775" y="733425"/>
                </a:lnTo>
                <a:lnTo>
                  <a:pt x="485775" y="762000"/>
                </a:lnTo>
                <a:lnTo>
                  <a:pt x="476250" y="762000"/>
                </a:lnTo>
                <a:lnTo>
                  <a:pt x="476250" y="790575"/>
                </a:lnTo>
                <a:lnTo>
                  <a:pt x="466725" y="790575"/>
                </a:lnTo>
                <a:lnTo>
                  <a:pt x="466725" y="800100"/>
                </a:lnTo>
                <a:lnTo>
                  <a:pt x="447675" y="800100"/>
                </a:lnTo>
                <a:lnTo>
                  <a:pt x="447675" y="790575"/>
                </a:lnTo>
                <a:lnTo>
                  <a:pt x="419100" y="790575"/>
                </a:lnTo>
                <a:lnTo>
                  <a:pt x="419100" y="781050"/>
                </a:lnTo>
                <a:lnTo>
                  <a:pt x="447675" y="781050"/>
                </a:lnTo>
                <a:lnTo>
                  <a:pt x="447675" y="771525"/>
                </a:lnTo>
                <a:lnTo>
                  <a:pt x="466725" y="771525"/>
                </a:lnTo>
                <a:lnTo>
                  <a:pt x="466725" y="742950"/>
                </a:lnTo>
                <a:lnTo>
                  <a:pt x="476250" y="742950"/>
                </a:lnTo>
                <a:lnTo>
                  <a:pt x="476250" y="714375"/>
                </a:lnTo>
                <a:lnTo>
                  <a:pt x="485775" y="714375"/>
                </a:lnTo>
                <a:close/>
                <a:moveTo>
                  <a:pt x="9525" y="714375"/>
                </a:moveTo>
                <a:lnTo>
                  <a:pt x="19050" y="714375"/>
                </a:lnTo>
                <a:lnTo>
                  <a:pt x="19050" y="723900"/>
                </a:lnTo>
                <a:lnTo>
                  <a:pt x="9525" y="723900"/>
                </a:lnTo>
                <a:close/>
                <a:moveTo>
                  <a:pt x="295275" y="714375"/>
                </a:moveTo>
                <a:lnTo>
                  <a:pt x="304800" y="714375"/>
                </a:lnTo>
                <a:lnTo>
                  <a:pt x="304800" y="742950"/>
                </a:lnTo>
                <a:lnTo>
                  <a:pt x="295275" y="742950"/>
                </a:lnTo>
                <a:lnTo>
                  <a:pt x="295275" y="762000"/>
                </a:lnTo>
                <a:lnTo>
                  <a:pt x="304800" y="762000"/>
                </a:lnTo>
                <a:lnTo>
                  <a:pt x="304800" y="752475"/>
                </a:lnTo>
                <a:lnTo>
                  <a:pt x="314325" y="752475"/>
                </a:lnTo>
                <a:lnTo>
                  <a:pt x="314325" y="723900"/>
                </a:lnTo>
                <a:lnTo>
                  <a:pt x="323850" y="723900"/>
                </a:lnTo>
                <a:lnTo>
                  <a:pt x="323850" y="762000"/>
                </a:lnTo>
                <a:lnTo>
                  <a:pt x="304800" y="762000"/>
                </a:lnTo>
                <a:lnTo>
                  <a:pt x="304800" y="781050"/>
                </a:lnTo>
                <a:lnTo>
                  <a:pt x="314325" y="781050"/>
                </a:lnTo>
                <a:lnTo>
                  <a:pt x="314325" y="800100"/>
                </a:lnTo>
                <a:lnTo>
                  <a:pt x="295275" y="800100"/>
                </a:lnTo>
                <a:lnTo>
                  <a:pt x="295275" y="771525"/>
                </a:lnTo>
                <a:lnTo>
                  <a:pt x="285750" y="771525"/>
                </a:lnTo>
                <a:lnTo>
                  <a:pt x="285750" y="781050"/>
                </a:lnTo>
                <a:lnTo>
                  <a:pt x="276225" y="781050"/>
                </a:lnTo>
                <a:lnTo>
                  <a:pt x="276225" y="762000"/>
                </a:lnTo>
                <a:lnTo>
                  <a:pt x="257175" y="762000"/>
                </a:lnTo>
                <a:lnTo>
                  <a:pt x="257175" y="742950"/>
                </a:lnTo>
                <a:lnTo>
                  <a:pt x="266700" y="742950"/>
                </a:lnTo>
                <a:lnTo>
                  <a:pt x="266700" y="752475"/>
                </a:lnTo>
                <a:lnTo>
                  <a:pt x="285750" y="752475"/>
                </a:lnTo>
                <a:lnTo>
                  <a:pt x="285750" y="733425"/>
                </a:lnTo>
                <a:lnTo>
                  <a:pt x="295275" y="733425"/>
                </a:lnTo>
                <a:close/>
                <a:moveTo>
                  <a:pt x="266700" y="723900"/>
                </a:moveTo>
                <a:lnTo>
                  <a:pt x="276225" y="723900"/>
                </a:lnTo>
                <a:lnTo>
                  <a:pt x="276225" y="733425"/>
                </a:lnTo>
                <a:lnTo>
                  <a:pt x="266700" y="733425"/>
                </a:lnTo>
                <a:close/>
                <a:moveTo>
                  <a:pt x="238125" y="733425"/>
                </a:moveTo>
                <a:lnTo>
                  <a:pt x="247650" y="733425"/>
                </a:lnTo>
                <a:lnTo>
                  <a:pt x="247650" y="762000"/>
                </a:lnTo>
                <a:lnTo>
                  <a:pt x="238125" y="762000"/>
                </a:lnTo>
                <a:lnTo>
                  <a:pt x="238125" y="781050"/>
                </a:lnTo>
                <a:lnTo>
                  <a:pt x="219075" y="781050"/>
                </a:lnTo>
                <a:lnTo>
                  <a:pt x="219075" y="762000"/>
                </a:lnTo>
                <a:lnTo>
                  <a:pt x="228600" y="762000"/>
                </a:lnTo>
                <a:lnTo>
                  <a:pt x="228600" y="752475"/>
                </a:lnTo>
                <a:lnTo>
                  <a:pt x="238125" y="752475"/>
                </a:lnTo>
                <a:close/>
                <a:moveTo>
                  <a:pt x="723900" y="733425"/>
                </a:moveTo>
                <a:lnTo>
                  <a:pt x="742950" y="733425"/>
                </a:lnTo>
                <a:lnTo>
                  <a:pt x="742950" y="762000"/>
                </a:lnTo>
                <a:lnTo>
                  <a:pt x="733425" y="762000"/>
                </a:lnTo>
                <a:lnTo>
                  <a:pt x="733425" y="742950"/>
                </a:lnTo>
                <a:lnTo>
                  <a:pt x="723900" y="742950"/>
                </a:lnTo>
                <a:close/>
                <a:moveTo>
                  <a:pt x="419100" y="742950"/>
                </a:moveTo>
                <a:lnTo>
                  <a:pt x="438150" y="742950"/>
                </a:lnTo>
                <a:lnTo>
                  <a:pt x="438150" y="752475"/>
                </a:lnTo>
                <a:lnTo>
                  <a:pt x="419100" y="752475"/>
                </a:lnTo>
                <a:close/>
                <a:moveTo>
                  <a:pt x="504825" y="742950"/>
                </a:moveTo>
                <a:lnTo>
                  <a:pt x="533400" y="742950"/>
                </a:lnTo>
                <a:lnTo>
                  <a:pt x="533400" y="752475"/>
                </a:lnTo>
                <a:lnTo>
                  <a:pt x="504825" y="752475"/>
                </a:lnTo>
                <a:close/>
                <a:moveTo>
                  <a:pt x="600075" y="742950"/>
                </a:moveTo>
                <a:lnTo>
                  <a:pt x="609600" y="742950"/>
                </a:lnTo>
                <a:lnTo>
                  <a:pt x="609600" y="752475"/>
                </a:lnTo>
                <a:lnTo>
                  <a:pt x="600075" y="752475"/>
                </a:lnTo>
                <a:close/>
                <a:moveTo>
                  <a:pt x="619125" y="742950"/>
                </a:moveTo>
                <a:lnTo>
                  <a:pt x="628650" y="742950"/>
                </a:lnTo>
                <a:lnTo>
                  <a:pt x="628650" y="771525"/>
                </a:lnTo>
                <a:lnTo>
                  <a:pt x="619125" y="771525"/>
                </a:lnTo>
                <a:close/>
                <a:moveTo>
                  <a:pt x="666750" y="742950"/>
                </a:moveTo>
                <a:lnTo>
                  <a:pt x="695325" y="742950"/>
                </a:lnTo>
                <a:lnTo>
                  <a:pt x="695325" y="762000"/>
                </a:lnTo>
                <a:lnTo>
                  <a:pt x="685800" y="762000"/>
                </a:lnTo>
                <a:lnTo>
                  <a:pt x="685800" y="790575"/>
                </a:lnTo>
                <a:lnTo>
                  <a:pt x="676275" y="790575"/>
                </a:lnTo>
                <a:lnTo>
                  <a:pt x="676275" y="781050"/>
                </a:lnTo>
                <a:lnTo>
                  <a:pt x="666750" y="781050"/>
                </a:lnTo>
                <a:lnTo>
                  <a:pt x="666750" y="771525"/>
                </a:lnTo>
                <a:lnTo>
                  <a:pt x="647700" y="771525"/>
                </a:lnTo>
                <a:lnTo>
                  <a:pt x="647700" y="762000"/>
                </a:lnTo>
                <a:lnTo>
                  <a:pt x="657225" y="762000"/>
                </a:lnTo>
                <a:lnTo>
                  <a:pt x="657225" y="752475"/>
                </a:lnTo>
                <a:lnTo>
                  <a:pt x="666750" y="752475"/>
                </a:lnTo>
                <a:close/>
                <a:moveTo>
                  <a:pt x="714375" y="742950"/>
                </a:moveTo>
                <a:lnTo>
                  <a:pt x="723900" y="742950"/>
                </a:lnTo>
                <a:lnTo>
                  <a:pt x="723900" y="752475"/>
                </a:lnTo>
                <a:lnTo>
                  <a:pt x="714375" y="752475"/>
                </a:lnTo>
                <a:close/>
                <a:moveTo>
                  <a:pt x="762000" y="742950"/>
                </a:moveTo>
                <a:lnTo>
                  <a:pt x="790575" y="742950"/>
                </a:lnTo>
                <a:lnTo>
                  <a:pt x="790575" y="752475"/>
                </a:lnTo>
                <a:lnTo>
                  <a:pt x="762000" y="752475"/>
                </a:lnTo>
                <a:close/>
                <a:moveTo>
                  <a:pt x="409575" y="752475"/>
                </a:moveTo>
                <a:lnTo>
                  <a:pt x="419100" y="752475"/>
                </a:lnTo>
                <a:lnTo>
                  <a:pt x="419100" y="762000"/>
                </a:lnTo>
                <a:lnTo>
                  <a:pt x="428625" y="762000"/>
                </a:lnTo>
                <a:lnTo>
                  <a:pt x="428625" y="771525"/>
                </a:lnTo>
                <a:lnTo>
                  <a:pt x="409575" y="771525"/>
                </a:lnTo>
                <a:close/>
                <a:moveTo>
                  <a:pt x="438150" y="752475"/>
                </a:moveTo>
                <a:lnTo>
                  <a:pt x="447675" y="752475"/>
                </a:lnTo>
                <a:lnTo>
                  <a:pt x="447675" y="762000"/>
                </a:lnTo>
                <a:lnTo>
                  <a:pt x="438150" y="762000"/>
                </a:lnTo>
                <a:close/>
                <a:moveTo>
                  <a:pt x="495300" y="752475"/>
                </a:moveTo>
                <a:lnTo>
                  <a:pt x="504825" y="752475"/>
                </a:lnTo>
                <a:lnTo>
                  <a:pt x="504825" y="762000"/>
                </a:lnTo>
                <a:lnTo>
                  <a:pt x="495300" y="762000"/>
                </a:lnTo>
                <a:close/>
                <a:moveTo>
                  <a:pt x="533400" y="752475"/>
                </a:moveTo>
                <a:lnTo>
                  <a:pt x="561975" y="752475"/>
                </a:lnTo>
                <a:lnTo>
                  <a:pt x="561975" y="762000"/>
                </a:lnTo>
                <a:lnTo>
                  <a:pt x="533400" y="762000"/>
                </a:lnTo>
                <a:close/>
                <a:moveTo>
                  <a:pt x="704850" y="752475"/>
                </a:moveTo>
                <a:lnTo>
                  <a:pt x="714375" y="752475"/>
                </a:lnTo>
                <a:lnTo>
                  <a:pt x="714375" y="762000"/>
                </a:lnTo>
                <a:lnTo>
                  <a:pt x="704850" y="762000"/>
                </a:lnTo>
                <a:close/>
                <a:moveTo>
                  <a:pt x="333375" y="762000"/>
                </a:moveTo>
                <a:lnTo>
                  <a:pt x="352425" y="762000"/>
                </a:lnTo>
                <a:lnTo>
                  <a:pt x="352425" y="790575"/>
                </a:lnTo>
                <a:lnTo>
                  <a:pt x="333375" y="790575"/>
                </a:lnTo>
                <a:close/>
                <a:moveTo>
                  <a:pt x="561975" y="762000"/>
                </a:moveTo>
                <a:lnTo>
                  <a:pt x="571500" y="762000"/>
                </a:lnTo>
                <a:lnTo>
                  <a:pt x="571500" y="771525"/>
                </a:lnTo>
                <a:lnTo>
                  <a:pt x="581025" y="771525"/>
                </a:lnTo>
                <a:lnTo>
                  <a:pt x="581025" y="762000"/>
                </a:lnTo>
                <a:lnTo>
                  <a:pt x="590550" y="762000"/>
                </a:lnTo>
                <a:lnTo>
                  <a:pt x="590550" y="771525"/>
                </a:lnTo>
                <a:lnTo>
                  <a:pt x="581025" y="771525"/>
                </a:lnTo>
                <a:lnTo>
                  <a:pt x="581025" y="790575"/>
                </a:lnTo>
                <a:lnTo>
                  <a:pt x="504825" y="790575"/>
                </a:lnTo>
                <a:lnTo>
                  <a:pt x="504825" y="781050"/>
                </a:lnTo>
                <a:lnTo>
                  <a:pt x="561975" y="781050"/>
                </a:lnTo>
                <a:close/>
                <a:moveTo>
                  <a:pt x="695325" y="762000"/>
                </a:moveTo>
                <a:lnTo>
                  <a:pt x="704850" y="762000"/>
                </a:lnTo>
                <a:lnTo>
                  <a:pt x="704850" y="781050"/>
                </a:lnTo>
                <a:lnTo>
                  <a:pt x="695325" y="781050"/>
                </a:lnTo>
                <a:close/>
                <a:moveTo>
                  <a:pt x="628650" y="771525"/>
                </a:moveTo>
                <a:lnTo>
                  <a:pt x="647700" y="771525"/>
                </a:lnTo>
                <a:lnTo>
                  <a:pt x="647700" y="790575"/>
                </a:lnTo>
                <a:lnTo>
                  <a:pt x="628650" y="790575"/>
                </a:lnTo>
                <a:close/>
                <a:moveTo>
                  <a:pt x="781050" y="771525"/>
                </a:moveTo>
                <a:lnTo>
                  <a:pt x="800100" y="771525"/>
                </a:lnTo>
                <a:lnTo>
                  <a:pt x="800100" y="781050"/>
                </a:lnTo>
                <a:lnTo>
                  <a:pt x="781050" y="781050"/>
                </a:lnTo>
                <a:close/>
                <a:moveTo>
                  <a:pt x="209550" y="781050"/>
                </a:moveTo>
                <a:lnTo>
                  <a:pt x="219075" y="781050"/>
                </a:lnTo>
                <a:lnTo>
                  <a:pt x="219075" y="790575"/>
                </a:lnTo>
                <a:lnTo>
                  <a:pt x="228600" y="790575"/>
                </a:lnTo>
                <a:lnTo>
                  <a:pt x="228600" y="800100"/>
                </a:lnTo>
                <a:lnTo>
                  <a:pt x="209550" y="800100"/>
                </a:lnTo>
                <a:close/>
                <a:moveTo>
                  <a:pt x="400050" y="781050"/>
                </a:moveTo>
                <a:lnTo>
                  <a:pt x="409575" y="781050"/>
                </a:lnTo>
                <a:lnTo>
                  <a:pt x="409575" y="790575"/>
                </a:lnTo>
                <a:lnTo>
                  <a:pt x="400050" y="790575"/>
                </a:lnTo>
                <a:close/>
                <a:moveTo>
                  <a:pt x="257175" y="790575"/>
                </a:moveTo>
                <a:lnTo>
                  <a:pt x="266700" y="790575"/>
                </a:lnTo>
                <a:lnTo>
                  <a:pt x="266700" y="800100"/>
                </a:lnTo>
                <a:lnTo>
                  <a:pt x="257175" y="800100"/>
                </a:lnTo>
                <a:close/>
                <a:moveTo>
                  <a:pt x="409575" y="790575"/>
                </a:moveTo>
                <a:lnTo>
                  <a:pt x="419100" y="790575"/>
                </a:lnTo>
                <a:lnTo>
                  <a:pt x="419100" y="800100"/>
                </a:lnTo>
                <a:lnTo>
                  <a:pt x="409575" y="800100"/>
                </a:lnTo>
                <a:close/>
                <a:moveTo>
                  <a:pt x="590550" y="790575"/>
                </a:moveTo>
                <a:lnTo>
                  <a:pt x="609600" y="790575"/>
                </a:lnTo>
                <a:lnTo>
                  <a:pt x="609600" y="800100"/>
                </a:lnTo>
                <a:lnTo>
                  <a:pt x="590550" y="800100"/>
                </a:lnTo>
                <a:close/>
                <a:moveTo>
                  <a:pt x="666750" y="790575"/>
                </a:moveTo>
                <a:lnTo>
                  <a:pt x="676275" y="790575"/>
                </a:lnTo>
                <a:lnTo>
                  <a:pt x="676275" y="800100"/>
                </a:lnTo>
                <a:lnTo>
                  <a:pt x="666750" y="800100"/>
                </a:lnTo>
                <a:close/>
                <a:moveTo>
                  <a:pt x="723900" y="790575"/>
                </a:moveTo>
                <a:lnTo>
                  <a:pt x="733425" y="790575"/>
                </a:lnTo>
                <a:lnTo>
                  <a:pt x="733425" y="800100"/>
                </a:lnTo>
                <a:lnTo>
                  <a:pt x="723900" y="800100"/>
                </a:lnTo>
                <a:close/>
                <a:moveTo>
                  <a:pt x="19050" y="847725"/>
                </a:moveTo>
                <a:lnTo>
                  <a:pt x="28575" y="847725"/>
                </a:lnTo>
                <a:lnTo>
                  <a:pt x="28575" y="857250"/>
                </a:lnTo>
                <a:lnTo>
                  <a:pt x="19050" y="857250"/>
                </a:lnTo>
                <a:close/>
                <a:moveTo>
                  <a:pt x="28575" y="857250"/>
                </a:moveTo>
                <a:lnTo>
                  <a:pt x="38100" y="857250"/>
                </a:lnTo>
                <a:lnTo>
                  <a:pt x="38100" y="962025"/>
                </a:lnTo>
                <a:lnTo>
                  <a:pt x="28575" y="962025"/>
                </a:lnTo>
                <a:close/>
                <a:moveTo>
                  <a:pt x="352425" y="857250"/>
                </a:moveTo>
                <a:lnTo>
                  <a:pt x="495300" y="857250"/>
                </a:lnTo>
                <a:lnTo>
                  <a:pt x="495300" y="876300"/>
                </a:lnTo>
                <a:lnTo>
                  <a:pt x="352425" y="876300"/>
                </a:lnTo>
                <a:close/>
                <a:moveTo>
                  <a:pt x="219075" y="923925"/>
                </a:moveTo>
                <a:lnTo>
                  <a:pt x="228600" y="923925"/>
                </a:lnTo>
                <a:lnTo>
                  <a:pt x="228600" y="933450"/>
                </a:lnTo>
                <a:lnTo>
                  <a:pt x="238125" y="933450"/>
                </a:lnTo>
                <a:lnTo>
                  <a:pt x="238125" y="962025"/>
                </a:lnTo>
                <a:lnTo>
                  <a:pt x="228600" y="962025"/>
                </a:lnTo>
                <a:lnTo>
                  <a:pt x="228600" y="942975"/>
                </a:lnTo>
                <a:lnTo>
                  <a:pt x="219075" y="942975"/>
                </a:lnTo>
                <a:close/>
                <a:moveTo>
                  <a:pt x="276225" y="933450"/>
                </a:moveTo>
                <a:lnTo>
                  <a:pt x="304800" y="933450"/>
                </a:lnTo>
                <a:lnTo>
                  <a:pt x="304800" y="942975"/>
                </a:lnTo>
                <a:lnTo>
                  <a:pt x="323850" y="942975"/>
                </a:lnTo>
                <a:lnTo>
                  <a:pt x="323850" y="952500"/>
                </a:lnTo>
                <a:lnTo>
                  <a:pt x="333375" y="952500"/>
                </a:lnTo>
                <a:lnTo>
                  <a:pt x="333375" y="942975"/>
                </a:lnTo>
                <a:lnTo>
                  <a:pt x="400050" y="942975"/>
                </a:lnTo>
                <a:lnTo>
                  <a:pt x="400050" y="962025"/>
                </a:lnTo>
                <a:lnTo>
                  <a:pt x="390525" y="962025"/>
                </a:lnTo>
                <a:lnTo>
                  <a:pt x="390525" y="971550"/>
                </a:lnTo>
                <a:lnTo>
                  <a:pt x="371475" y="971550"/>
                </a:lnTo>
                <a:lnTo>
                  <a:pt x="371475" y="962025"/>
                </a:lnTo>
                <a:lnTo>
                  <a:pt x="352425" y="962025"/>
                </a:lnTo>
                <a:lnTo>
                  <a:pt x="352425" y="971550"/>
                </a:lnTo>
                <a:lnTo>
                  <a:pt x="342900" y="971550"/>
                </a:lnTo>
                <a:lnTo>
                  <a:pt x="342900" y="962025"/>
                </a:lnTo>
                <a:lnTo>
                  <a:pt x="247650" y="962025"/>
                </a:lnTo>
                <a:lnTo>
                  <a:pt x="247650" y="952500"/>
                </a:lnTo>
                <a:lnTo>
                  <a:pt x="266700" y="952500"/>
                </a:lnTo>
                <a:lnTo>
                  <a:pt x="266700" y="942975"/>
                </a:lnTo>
                <a:lnTo>
                  <a:pt x="276225" y="942975"/>
                </a:lnTo>
                <a:close/>
                <a:moveTo>
                  <a:pt x="876300" y="933450"/>
                </a:moveTo>
                <a:lnTo>
                  <a:pt x="885825" y="933450"/>
                </a:lnTo>
                <a:lnTo>
                  <a:pt x="885825" y="942975"/>
                </a:lnTo>
                <a:lnTo>
                  <a:pt x="895350" y="942975"/>
                </a:lnTo>
                <a:lnTo>
                  <a:pt x="895350" y="952500"/>
                </a:lnTo>
                <a:lnTo>
                  <a:pt x="885825" y="952500"/>
                </a:lnTo>
                <a:lnTo>
                  <a:pt x="885825" y="962025"/>
                </a:lnTo>
                <a:lnTo>
                  <a:pt x="866775" y="962025"/>
                </a:lnTo>
                <a:lnTo>
                  <a:pt x="866775" y="942975"/>
                </a:lnTo>
                <a:lnTo>
                  <a:pt x="876300" y="942975"/>
                </a:lnTo>
                <a:close/>
                <a:moveTo>
                  <a:pt x="923925" y="933450"/>
                </a:moveTo>
                <a:lnTo>
                  <a:pt x="962025" y="933450"/>
                </a:lnTo>
                <a:lnTo>
                  <a:pt x="962025" y="942975"/>
                </a:lnTo>
                <a:lnTo>
                  <a:pt x="981075" y="942975"/>
                </a:lnTo>
                <a:lnTo>
                  <a:pt x="981075" y="962025"/>
                </a:lnTo>
                <a:lnTo>
                  <a:pt x="933450" y="962025"/>
                </a:lnTo>
                <a:lnTo>
                  <a:pt x="933450" y="971550"/>
                </a:lnTo>
                <a:lnTo>
                  <a:pt x="923925" y="971550"/>
                </a:lnTo>
                <a:lnTo>
                  <a:pt x="923925" y="962025"/>
                </a:lnTo>
                <a:lnTo>
                  <a:pt x="914400" y="962025"/>
                </a:lnTo>
                <a:lnTo>
                  <a:pt x="914400" y="942975"/>
                </a:lnTo>
                <a:lnTo>
                  <a:pt x="923925" y="942975"/>
                </a:lnTo>
                <a:close/>
                <a:moveTo>
                  <a:pt x="409575" y="942975"/>
                </a:moveTo>
                <a:lnTo>
                  <a:pt x="438150" y="942975"/>
                </a:lnTo>
                <a:lnTo>
                  <a:pt x="438150" y="962025"/>
                </a:lnTo>
                <a:lnTo>
                  <a:pt x="419100" y="962025"/>
                </a:lnTo>
                <a:lnTo>
                  <a:pt x="419100" y="952500"/>
                </a:lnTo>
                <a:lnTo>
                  <a:pt x="409575" y="952500"/>
                </a:lnTo>
                <a:close/>
                <a:moveTo>
                  <a:pt x="457200" y="942975"/>
                </a:moveTo>
                <a:lnTo>
                  <a:pt x="504825" y="942975"/>
                </a:lnTo>
                <a:lnTo>
                  <a:pt x="504825" y="952500"/>
                </a:lnTo>
                <a:lnTo>
                  <a:pt x="523875" y="952500"/>
                </a:lnTo>
                <a:lnTo>
                  <a:pt x="523875" y="942975"/>
                </a:lnTo>
                <a:lnTo>
                  <a:pt x="561975" y="942975"/>
                </a:lnTo>
                <a:lnTo>
                  <a:pt x="561975" y="962025"/>
                </a:lnTo>
                <a:lnTo>
                  <a:pt x="495300" y="962025"/>
                </a:lnTo>
                <a:lnTo>
                  <a:pt x="495300" y="971550"/>
                </a:lnTo>
                <a:lnTo>
                  <a:pt x="485775" y="971550"/>
                </a:lnTo>
                <a:lnTo>
                  <a:pt x="485775" y="962025"/>
                </a:lnTo>
                <a:lnTo>
                  <a:pt x="466725" y="962025"/>
                </a:lnTo>
                <a:lnTo>
                  <a:pt x="466725" y="952500"/>
                </a:lnTo>
                <a:lnTo>
                  <a:pt x="457200" y="952500"/>
                </a:lnTo>
                <a:close/>
                <a:moveTo>
                  <a:pt x="600075" y="942975"/>
                </a:moveTo>
                <a:lnTo>
                  <a:pt x="619125" y="942975"/>
                </a:lnTo>
                <a:lnTo>
                  <a:pt x="619125" y="952500"/>
                </a:lnTo>
                <a:lnTo>
                  <a:pt x="628650" y="952500"/>
                </a:lnTo>
                <a:lnTo>
                  <a:pt x="628650" y="962025"/>
                </a:lnTo>
                <a:lnTo>
                  <a:pt x="609600" y="962025"/>
                </a:lnTo>
                <a:lnTo>
                  <a:pt x="609600" y="952500"/>
                </a:lnTo>
                <a:lnTo>
                  <a:pt x="600075" y="952500"/>
                </a:lnTo>
                <a:close/>
                <a:moveTo>
                  <a:pt x="666750" y="942975"/>
                </a:moveTo>
                <a:lnTo>
                  <a:pt x="781050" y="942975"/>
                </a:lnTo>
                <a:lnTo>
                  <a:pt x="781050" y="962025"/>
                </a:lnTo>
                <a:lnTo>
                  <a:pt x="742950" y="962025"/>
                </a:lnTo>
                <a:lnTo>
                  <a:pt x="742950" y="971550"/>
                </a:lnTo>
                <a:lnTo>
                  <a:pt x="723900" y="971550"/>
                </a:lnTo>
                <a:lnTo>
                  <a:pt x="723900" y="962025"/>
                </a:lnTo>
                <a:lnTo>
                  <a:pt x="666750" y="962025"/>
                </a:lnTo>
                <a:close/>
                <a:moveTo>
                  <a:pt x="809625" y="942975"/>
                </a:moveTo>
                <a:lnTo>
                  <a:pt x="828675" y="942975"/>
                </a:lnTo>
                <a:lnTo>
                  <a:pt x="828675" y="962025"/>
                </a:lnTo>
                <a:lnTo>
                  <a:pt x="809625" y="962025"/>
                </a:lnTo>
                <a:close/>
                <a:moveTo>
                  <a:pt x="19050" y="962025"/>
                </a:moveTo>
                <a:lnTo>
                  <a:pt x="28575" y="962025"/>
                </a:lnTo>
                <a:lnTo>
                  <a:pt x="28575" y="971550"/>
                </a:lnTo>
                <a:lnTo>
                  <a:pt x="19050" y="971550"/>
                </a:lnTo>
                <a:close/>
                <a:moveTo>
                  <a:pt x="9525" y="981075"/>
                </a:moveTo>
                <a:lnTo>
                  <a:pt x="19050" y="981075"/>
                </a:lnTo>
                <a:lnTo>
                  <a:pt x="19050" y="1219200"/>
                </a:lnTo>
                <a:lnTo>
                  <a:pt x="9525" y="1219200"/>
                </a:lnTo>
                <a:close/>
                <a:moveTo>
                  <a:pt x="228600" y="1066800"/>
                </a:moveTo>
                <a:lnTo>
                  <a:pt x="247650" y="1066800"/>
                </a:lnTo>
                <a:lnTo>
                  <a:pt x="247650" y="1076325"/>
                </a:lnTo>
                <a:lnTo>
                  <a:pt x="228600" y="1076325"/>
                </a:lnTo>
                <a:close/>
                <a:moveTo>
                  <a:pt x="257175" y="1066800"/>
                </a:moveTo>
                <a:lnTo>
                  <a:pt x="295275" y="1066800"/>
                </a:lnTo>
                <a:lnTo>
                  <a:pt x="295275" y="1076325"/>
                </a:lnTo>
                <a:lnTo>
                  <a:pt x="257175" y="1076325"/>
                </a:lnTo>
                <a:close/>
                <a:moveTo>
                  <a:pt x="304800" y="1066800"/>
                </a:moveTo>
                <a:lnTo>
                  <a:pt x="361950" y="1066800"/>
                </a:lnTo>
                <a:lnTo>
                  <a:pt x="361950" y="1076325"/>
                </a:lnTo>
                <a:lnTo>
                  <a:pt x="342900" y="1076325"/>
                </a:lnTo>
                <a:lnTo>
                  <a:pt x="342900" y="1095375"/>
                </a:lnTo>
                <a:lnTo>
                  <a:pt x="333375" y="1095375"/>
                </a:lnTo>
                <a:lnTo>
                  <a:pt x="333375" y="1085850"/>
                </a:lnTo>
                <a:lnTo>
                  <a:pt x="323850" y="1085850"/>
                </a:lnTo>
                <a:lnTo>
                  <a:pt x="323850" y="1076325"/>
                </a:lnTo>
                <a:lnTo>
                  <a:pt x="304800" y="1076325"/>
                </a:lnTo>
                <a:close/>
                <a:moveTo>
                  <a:pt x="371475" y="1066800"/>
                </a:moveTo>
                <a:lnTo>
                  <a:pt x="447675" y="1066800"/>
                </a:lnTo>
                <a:lnTo>
                  <a:pt x="447675" y="1076325"/>
                </a:lnTo>
                <a:lnTo>
                  <a:pt x="438150" y="1076325"/>
                </a:lnTo>
                <a:lnTo>
                  <a:pt x="438150" y="1095375"/>
                </a:lnTo>
                <a:lnTo>
                  <a:pt x="409575" y="1095375"/>
                </a:lnTo>
                <a:lnTo>
                  <a:pt x="409575" y="1076325"/>
                </a:lnTo>
                <a:lnTo>
                  <a:pt x="371475" y="1076325"/>
                </a:lnTo>
                <a:close/>
                <a:moveTo>
                  <a:pt x="209550" y="1076325"/>
                </a:moveTo>
                <a:lnTo>
                  <a:pt x="219075" y="1076325"/>
                </a:lnTo>
                <a:lnTo>
                  <a:pt x="219075" y="1085850"/>
                </a:lnTo>
                <a:lnTo>
                  <a:pt x="209550" y="1085850"/>
                </a:lnTo>
                <a:close/>
                <a:moveTo>
                  <a:pt x="228600" y="1085850"/>
                </a:moveTo>
                <a:lnTo>
                  <a:pt x="238125" y="1085850"/>
                </a:lnTo>
                <a:lnTo>
                  <a:pt x="238125" y="1095375"/>
                </a:lnTo>
                <a:lnTo>
                  <a:pt x="228600" y="1095375"/>
                </a:lnTo>
                <a:close/>
                <a:moveTo>
                  <a:pt x="266700" y="1085850"/>
                </a:moveTo>
                <a:lnTo>
                  <a:pt x="276225" y="1085850"/>
                </a:lnTo>
                <a:lnTo>
                  <a:pt x="276225" y="1095375"/>
                </a:lnTo>
                <a:lnTo>
                  <a:pt x="266700" y="1095375"/>
                </a:lnTo>
                <a:close/>
                <a:moveTo>
                  <a:pt x="371475" y="1085850"/>
                </a:moveTo>
                <a:lnTo>
                  <a:pt x="400050" y="1085850"/>
                </a:lnTo>
                <a:lnTo>
                  <a:pt x="400050" y="1095375"/>
                </a:lnTo>
                <a:lnTo>
                  <a:pt x="371475" y="1095375"/>
                </a:lnTo>
                <a:close/>
                <a:moveTo>
                  <a:pt x="238125" y="1095375"/>
                </a:moveTo>
                <a:lnTo>
                  <a:pt x="266700" y="1095375"/>
                </a:lnTo>
                <a:lnTo>
                  <a:pt x="266700" y="1104900"/>
                </a:lnTo>
                <a:lnTo>
                  <a:pt x="238125" y="1104900"/>
                </a:lnTo>
                <a:close/>
                <a:moveTo>
                  <a:pt x="1828800" y="1123950"/>
                </a:moveTo>
                <a:lnTo>
                  <a:pt x="1838325" y="1123950"/>
                </a:lnTo>
                <a:lnTo>
                  <a:pt x="1838325" y="1133475"/>
                </a:lnTo>
                <a:lnTo>
                  <a:pt x="1828800" y="1133475"/>
                </a:lnTo>
                <a:close/>
                <a:moveTo>
                  <a:pt x="1838325" y="1133475"/>
                </a:moveTo>
                <a:lnTo>
                  <a:pt x="1847850" y="1133475"/>
                </a:lnTo>
                <a:lnTo>
                  <a:pt x="1847850" y="1143000"/>
                </a:lnTo>
                <a:lnTo>
                  <a:pt x="1838325" y="1143000"/>
                </a:lnTo>
                <a:close/>
                <a:moveTo>
                  <a:pt x="676275" y="1162050"/>
                </a:moveTo>
                <a:lnTo>
                  <a:pt x="685800" y="1162050"/>
                </a:lnTo>
                <a:lnTo>
                  <a:pt x="685800" y="1171575"/>
                </a:lnTo>
                <a:lnTo>
                  <a:pt x="676275" y="1171575"/>
                </a:lnTo>
                <a:close/>
                <a:moveTo>
                  <a:pt x="685800" y="1171575"/>
                </a:moveTo>
                <a:lnTo>
                  <a:pt x="695325" y="1171575"/>
                </a:lnTo>
                <a:lnTo>
                  <a:pt x="695325" y="1181100"/>
                </a:lnTo>
                <a:lnTo>
                  <a:pt x="685800" y="1181100"/>
                </a:lnTo>
                <a:close/>
                <a:moveTo>
                  <a:pt x="219075" y="1190625"/>
                </a:moveTo>
                <a:lnTo>
                  <a:pt x="228600" y="1190625"/>
                </a:lnTo>
                <a:lnTo>
                  <a:pt x="228600" y="1295400"/>
                </a:lnTo>
                <a:lnTo>
                  <a:pt x="219075" y="1295400"/>
                </a:lnTo>
                <a:close/>
                <a:moveTo>
                  <a:pt x="19050" y="1219200"/>
                </a:moveTo>
                <a:lnTo>
                  <a:pt x="28575" y="1219200"/>
                </a:lnTo>
                <a:lnTo>
                  <a:pt x="28575" y="1228725"/>
                </a:lnTo>
                <a:lnTo>
                  <a:pt x="19050" y="1228725"/>
                </a:lnTo>
                <a:close/>
                <a:moveTo>
                  <a:pt x="828675" y="1219200"/>
                </a:moveTo>
                <a:lnTo>
                  <a:pt x="838200" y="1219200"/>
                </a:lnTo>
                <a:lnTo>
                  <a:pt x="838200" y="1247775"/>
                </a:lnTo>
                <a:lnTo>
                  <a:pt x="828675" y="1247775"/>
                </a:lnTo>
                <a:close/>
                <a:moveTo>
                  <a:pt x="28575" y="1228725"/>
                </a:moveTo>
                <a:lnTo>
                  <a:pt x="38100" y="1228725"/>
                </a:lnTo>
                <a:lnTo>
                  <a:pt x="38100" y="1285875"/>
                </a:lnTo>
                <a:lnTo>
                  <a:pt x="28575" y="1285875"/>
                </a:lnTo>
                <a:close/>
                <a:moveTo>
                  <a:pt x="914400" y="1228725"/>
                </a:moveTo>
                <a:lnTo>
                  <a:pt x="952500" y="1228725"/>
                </a:lnTo>
                <a:lnTo>
                  <a:pt x="952500" y="1238250"/>
                </a:lnTo>
                <a:lnTo>
                  <a:pt x="990600" y="1238250"/>
                </a:lnTo>
                <a:lnTo>
                  <a:pt x="990600" y="1257300"/>
                </a:lnTo>
                <a:lnTo>
                  <a:pt x="933450" y="1257300"/>
                </a:lnTo>
                <a:lnTo>
                  <a:pt x="933450" y="1247775"/>
                </a:lnTo>
                <a:lnTo>
                  <a:pt x="904875" y="1247775"/>
                </a:lnTo>
                <a:lnTo>
                  <a:pt x="904875" y="1238250"/>
                </a:lnTo>
                <a:lnTo>
                  <a:pt x="914400" y="1238250"/>
                </a:lnTo>
                <a:close/>
                <a:moveTo>
                  <a:pt x="1390650" y="1228725"/>
                </a:moveTo>
                <a:lnTo>
                  <a:pt x="1409700" y="1228725"/>
                </a:lnTo>
                <a:lnTo>
                  <a:pt x="1409700" y="1238250"/>
                </a:lnTo>
                <a:lnTo>
                  <a:pt x="1419225" y="1238250"/>
                </a:lnTo>
                <a:lnTo>
                  <a:pt x="1419225" y="1228725"/>
                </a:lnTo>
                <a:lnTo>
                  <a:pt x="1428750" y="1228725"/>
                </a:lnTo>
                <a:lnTo>
                  <a:pt x="1428750" y="1238250"/>
                </a:lnTo>
                <a:lnTo>
                  <a:pt x="1438275" y="1238250"/>
                </a:lnTo>
                <a:lnTo>
                  <a:pt x="1438275" y="1228725"/>
                </a:lnTo>
                <a:lnTo>
                  <a:pt x="1476375" y="1228725"/>
                </a:lnTo>
                <a:lnTo>
                  <a:pt x="1476375" y="1238250"/>
                </a:lnTo>
                <a:lnTo>
                  <a:pt x="1485900" y="1238250"/>
                </a:lnTo>
                <a:lnTo>
                  <a:pt x="1485900" y="1228725"/>
                </a:lnTo>
                <a:lnTo>
                  <a:pt x="1524000" y="1228725"/>
                </a:lnTo>
                <a:lnTo>
                  <a:pt x="1524000" y="1238250"/>
                </a:lnTo>
                <a:lnTo>
                  <a:pt x="1562100" y="1238250"/>
                </a:lnTo>
                <a:lnTo>
                  <a:pt x="1562100" y="1247775"/>
                </a:lnTo>
                <a:lnTo>
                  <a:pt x="1552575" y="1247775"/>
                </a:lnTo>
                <a:lnTo>
                  <a:pt x="1552575" y="1257300"/>
                </a:lnTo>
                <a:lnTo>
                  <a:pt x="1390650" y="1257300"/>
                </a:lnTo>
                <a:lnTo>
                  <a:pt x="1390650" y="1247775"/>
                </a:lnTo>
                <a:lnTo>
                  <a:pt x="1381125" y="1247775"/>
                </a:lnTo>
                <a:lnTo>
                  <a:pt x="1381125" y="1238250"/>
                </a:lnTo>
                <a:lnTo>
                  <a:pt x="1390650" y="1238250"/>
                </a:lnTo>
                <a:close/>
                <a:moveTo>
                  <a:pt x="1000125" y="1238250"/>
                </a:moveTo>
                <a:lnTo>
                  <a:pt x="1066800" y="1238250"/>
                </a:lnTo>
                <a:lnTo>
                  <a:pt x="1066800" y="1247775"/>
                </a:lnTo>
                <a:lnTo>
                  <a:pt x="1057275" y="1247775"/>
                </a:lnTo>
                <a:lnTo>
                  <a:pt x="1057275" y="1257300"/>
                </a:lnTo>
                <a:lnTo>
                  <a:pt x="1000125" y="1257300"/>
                </a:lnTo>
                <a:close/>
                <a:moveTo>
                  <a:pt x="847725" y="1257300"/>
                </a:moveTo>
                <a:lnTo>
                  <a:pt x="866775" y="1257300"/>
                </a:lnTo>
                <a:lnTo>
                  <a:pt x="866775" y="1266825"/>
                </a:lnTo>
                <a:lnTo>
                  <a:pt x="847725" y="1266825"/>
                </a:lnTo>
                <a:close/>
                <a:moveTo>
                  <a:pt x="19050" y="1295400"/>
                </a:moveTo>
                <a:lnTo>
                  <a:pt x="28575" y="1295400"/>
                </a:lnTo>
                <a:lnTo>
                  <a:pt x="28575" y="1304925"/>
                </a:lnTo>
                <a:lnTo>
                  <a:pt x="19050" y="1304925"/>
                </a:lnTo>
                <a:close/>
                <a:moveTo>
                  <a:pt x="9525" y="1304925"/>
                </a:moveTo>
                <a:lnTo>
                  <a:pt x="19050" y="1304925"/>
                </a:lnTo>
                <a:lnTo>
                  <a:pt x="19050" y="1543050"/>
                </a:lnTo>
                <a:lnTo>
                  <a:pt x="9525" y="1543050"/>
                </a:lnTo>
                <a:close/>
                <a:moveTo>
                  <a:pt x="447675" y="1524000"/>
                </a:moveTo>
                <a:lnTo>
                  <a:pt x="466725" y="1524000"/>
                </a:lnTo>
                <a:lnTo>
                  <a:pt x="466725" y="1543050"/>
                </a:lnTo>
                <a:lnTo>
                  <a:pt x="457200" y="1543050"/>
                </a:lnTo>
                <a:lnTo>
                  <a:pt x="457200" y="1552575"/>
                </a:lnTo>
                <a:lnTo>
                  <a:pt x="476250" y="1552575"/>
                </a:lnTo>
                <a:lnTo>
                  <a:pt x="476250" y="1543050"/>
                </a:lnTo>
                <a:lnTo>
                  <a:pt x="495300" y="1543050"/>
                </a:lnTo>
                <a:lnTo>
                  <a:pt x="495300" y="1533525"/>
                </a:lnTo>
                <a:lnTo>
                  <a:pt x="552450" y="1533525"/>
                </a:lnTo>
                <a:lnTo>
                  <a:pt x="552450" y="1543050"/>
                </a:lnTo>
                <a:lnTo>
                  <a:pt x="533400" y="1543050"/>
                </a:lnTo>
                <a:lnTo>
                  <a:pt x="533400" y="1562100"/>
                </a:lnTo>
                <a:lnTo>
                  <a:pt x="523875" y="1562100"/>
                </a:lnTo>
                <a:lnTo>
                  <a:pt x="523875" y="1552575"/>
                </a:lnTo>
                <a:lnTo>
                  <a:pt x="514350" y="1552575"/>
                </a:lnTo>
                <a:lnTo>
                  <a:pt x="514350" y="1543050"/>
                </a:lnTo>
                <a:lnTo>
                  <a:pt x="495300" y="1543050"/>
                </a:lnTo>
                <a:lnTo>
                  <a:pt x="495300" y="1552575"/>
                </a:lnTo>
                <a:lnTo>
                  <a:pt x="485775" y="1552575"/>
                </a:lnTo>
                <a:lnTo>
                  <a:pt x="485775" y="1562100"/>
                </a:lnTo>
                <a:lnTo>
                  <a:pt x="495300" y="1562100"/>
                </a:lnTo>
                <a:lnTo>
                  <a:pt x="495300" y="1571625"/>
                </a:lnTo>
                <a:lnTo>
                  <a:pt x="514350" y="1571625"/>
                </a:lnTo>
                <a:lnTo>
                  <a:pt x="514350" y="1581150"/>
                </a:lnTo>
                <a:lnTo>
                  <a:pt x="485775" y="1581150"/>
                </a:lnTo>
                <a:lnTo>
                  <a:pt x="485775" y="1571625"/>
                </a:lnTo>
                <a:lnTo>
                  <a:pt x="466725" y="1571625"/>
                </a:lnTo>
                <a:lnTo>
                  <a:pt x="466725" y="1581150"/>
                </a:lnTo>
                <a:lnTo>
                  <a:pt x="447675" y="1581150"/>
                </a:lnTo>
                <a:lnTo>
                  <a:pt x="447675" y="1571625"/>
                </a:lnTo>
                <a:lnTo>
                  <a:pt x="438150" y="1571625"/>
                </a:lnTo>
                <a:lnTo>
                  <a:pt x="438150" y="1533525"/>
                </a:lnTo>
                <a:lnTo>
                  <a:pt x="447675" y="1533525"/>
                </a:lnTo>
                <a:close/>
                <a:moveTo>
                  <a:pt x="266700" y="1543050"/>
                </a:moveTo>
                <a:lnTo>
                  <a:pt x="314325" y="1543050"/>
                </a:lnTo>
                <a:lnTo>
                  <a:pt x="314325" y="1552575"/>
                </a:lnTo>
                <a:lnTo>
                  <a:pt x="323850" y="1552575"/>
                </a:lnTo>
                <a:lnTo>
                  <a:pt x="323850" y="1628775"/>
                </a:lnTo>
                <a:lnTo>
                  <a:pt x="314325" y="1628775"/>
                </a:lnTo>
                <a:lnTo>
                  <a:pt x="314325" y="1638300"/>
                </a:lnTo>
                <a:lnTo>
                  <a:pt x="266700" y="1638300"/>
                </a:lnTo>
                <a:lnTo>
                  <a:pt x="266700" y="1628775"/>
                </a:lnTo>
                <a:lnTo>
                  <a:pt x="257175" y="1628775"/>
                </a:lnTo>
                <a:lnTo>
                  <a:pt x="257175" y="1552575"/>
                </a:lnTo>
                <a:lnTo>
                  <a:pt x="266700" y="1552575"/>
                </a:lnTo>
                <a:close/>
                <a:moveTo>
                  <a:pt x="1838325" y="1543050"/>
                </a:moveTo>
                <a:lnTo>
                  <a:pt x="1847850" y="1543050"/>
                </a:lnTo>
                <a:lnTo>
                  <a:pt x="1847850" y="1552575"/>
                </a:lnTo>
                <a:lnTo>
                  <a:pt x="1838325" y="1552575"/>
                </a:lnTo>
                <a:close/>
                <a:moveTo>
                  <a:pt x="19050" y="1552575"/>
                </a:moveTo>
                <a:lnTo>
                  <a:pt x="28575" y="1552575"/>
                </a:lnTo>
                <a:lnTo>
                  <a:pt x="28575" y="1562100"/>
                </a:lnTo>
                <a:lnTo>
                  <a:pt x="19050" y="1562100"/>
                </a:lnTo>
                <a:close/>
                <a:moveTo>
                  <a:pt x="1828800" y="1552575"/>
                </a:moveTo>
                <a:lnTo>
                  <a:pt x="1838325" y="1552575"/>
                </a:lnTo>
                <a:lnTo>
                  <a:pt x="1838325" y="1562100"/>
                </a:lnTo>
                <a:lnTo>
                  <a:pt x="1828800" y="1562100"/>
                </a:lnTo>
                <a:close/>
                <a:moveTo>
                  <a:pt x="28575" y="1562100"/>
                </a:moveTo>
                <a:lnTo>
                  <a:pt x="38100" y="1562100"/>
                </a:lnTo>
                <a:lnTo>
                  <a:pt x="38100" y="2686050"/>
                </a:lnTo>
                <a:lnTo>
                  <a:pt x="28575" y="2686050"/>
                </a:lnTo>
                <a:lnTo>
                  <a:pt x="28575" y="2695575"/>
                </a:lnTo>
                <a:lnTo>
                  <a:pt x="19050" y="2695575"/>
                </a:lnTo>
                <a:lnTo>
                  <a:pt x="19050" y="2686050"/>
                </a:lnTo>
                <a:lnTo>
                  <a:pt x="9525" y="2686050"/>
                </a:lnTo>
                <a:lnTo>
                  <a:pt x="9525" y="2676525"/>
                </a:lnTo>
                <a:lnTo>
                  <a:pt x="0" y="2676525"/>
                </a:lnTo>
                <a:lnTo>
                  <a:pt x="0" y="2667000"/>
                </a:lnTo>
                <a:lnTo>
                  <a:pt x="9525" y="2667000"/>
                </a:lnTo>
                <a:lnTo>
                  <a:pt x="9525" y="2676525"/>
                </a:lnTo>
                <a:lnTo>
                  <a:pt x="28575" y="2676525"/>
                </a:lnTo>
                <a:close/>
                <a:moveTo>
                  <a:pt x="561975" y="1562100"/>
                </a:moveTo>
                <a:lnTo>
                  <a:pt x="571500" y="1562100"/>
                </a:lnTo>
                <a:lnTo>
                  <a:pt x="571500" y="1571625"/>
                </a:lnTo>
                <a:lnTo>
                  <a:pt x="561975" y="1571625"/>
                </a:lnTo>
                <a:close/>
                <a:moveTo>
                  <a:pt x="533400" y="1571625"/>
                </a:moveTo>
                <a:lnTo>
                  <a:pt x="561975" y="1571625"/>
                </a:lnTo>
                <a:lnTo>
                  <a:pt x="561975" y="1581150"/>
                </a:lnTo>
                <a:lnTo>
                  <a:pt x="533400" y="1581150"/>
                </a:lnTo>
                <a:close/>
                <a:moveTo>
                  <a:pt x="504825" y="1638300"/>
                </a:moveTo>
                <a:lnTo>
                  <a:pt x="523875" y="1638300"/>
                </a:lnTo>
                <a:lnTo>
                  <a:pt x="523875" y="1647825"/>
                </a:lnTo>
                <a:lnTo>
                  <a:pt x="628650" y="1647825"/>
                </a:lnTo>
                <a:lnTo>
                  <a:pt x="628650" y="1666875"/>
                </a:lnTo>
                <a:lnTo>
                  <a:pt x="523875" y="1666875"/>
                </a:lnTo>
                <a:lnTo>
                  <a:pt x="523875" y="1657350"/>
                </a:lnTo>
                <a:lnTo>
                  <a:pt x="476250" y="1657350"/>
                </a:lnTo>
                <a:lnTo>
                  <a:pt x="476250" y="1666875"/>
                </a:lnTo>
                <a:lnTo>
                  <a:pt x="466725" y="1666875"/>
                </a:lnTo>
                <a:lnTo>
                  <a:pt x="466725" y="1647825"/>
                </a:lnTo>
                <a:lnTo>
                  <a:pt x="504825" y="1647825"/>
                </a:lnTo>
                <a:close/>
                <a:moveTo>
                  <a:pt x="676275" y="1638300"/>
                </a:moveTo>
                <a:lnTo>
                  <a:pt x="685800" y="1638300"/>
                </a:lnTo>
                <a:lnTo>
                  <a:pt x="685800" y="1647825"/>
                </a:lnTo>
                <a:lnTo>
                  <a:pt x="695325" y="1647825"/>
                </a:lnTo>
                <a:lnTo>
                  <a:pt x="695325" y="1657350"/>
                </a:lnTo>
                <a:lnTo>
                  <a:pt x="685800" y="1657350"/>
                </a:lnTo>
                <a:lnTo>
                  <a:pt x="685800" y="1666875"/>
                </a:lnTo>
                <a:lnTo>
                  <a:pt x="657225" y="1666875"/>
                </a:lnTo>
                <a:lnTo>
                  <a:pt x="657225" y="1647825"/>
                </a:lnTo>
                <a:lnTo>
                  <a:pt x="676275" y="1647825"/>
                </a:lnTo>
                <a:close/>
                <a:moveTo>
                  <a:pt x="733425" y="1638300"/>
                </a:moveTo>
                <a:lnTo>
                  <a:pt x="762000" y="1638300"/>
                </a:lnTo>
                <a:lnTo>
                  <a:pt x="762000" y="1647825"/>
                </a:lnTo>
                <a:lnTo>
                  <a:pt x="790575" y="1647825"/>
                </a:lnTo>
                <a:lnTo>
                  <a:pt x="790575" y="1666875"/>
                </a:lnTo>
                <a:lnTo>
                  <a:pt x="714375" y="1666875"/>
                </a:lnTo>
                <a:lnTo>
                  <a:pt x="714375" y="1647825"/>
                </a:lnTo>
                <a:lnTo>
                  <a:pt x="733425" y="1647825"/>
                </a:lnTo>
                <a:close/>
                <a:moveTo>
                  <a:pt x="819150" y="1638300"/>
                </a:moveTo>
                <a:lnTo>
                  <a:pt x="828675" y="1638300"/>
                </a:lnTo>
                <a:lnTo>
                  <a:pt x="828675" y="1647825"/>
                </a:lnTo>
                <a:lnTo>
                  <a:pt x="895350" y="1647825"/>
                </a:lnTo>
                <a:lnTo>
                  <a:pt x="895350" y="1666875"/>
                </a:lnTo>
                <a:lnTo>
                  <a:pt x="838200" y="1666875"/>
                </a:lnTo>
                <a:lnTo>
                  <a:pt x="838200" y="1657350"/>
                </a:lnTo>
                <a:lnTo>
                  <a:pt x="828675" y="1657350"/>
                </a:lnTo>
                <a:lnTo>
                  <a:pt x="828675" y="1666875"/>
                </a:lnTo>
                <a:lnTo>
                  <a:pt x="819150" y="1666875"/>
                </a:lnTo>
                <a:lnTo>
                  <a:pt x="819150" y="1657350"/>
                </a:lnTo>
                <a:lnTo>
                  <a:pt x="800100" y="1657350"/>
                </a:lnTo>
                <a:lnTo>
                  <a:pt x="800100" y="1647825"/>
                </a:lnTo>
                <a:lnTo>
                  <a:pt x="819150" y="1647825"/>
                </a:lnTo>
                <a:close/>
                <a:moveTo>
                  <a:pt x="1047750" y="1638300"/>
                </a:moveTo>
                <a:lnTo>
                  <a:pt x="1085850" y="1638300"/>
                </a:lnTo>
                <a:lnTo>
                  <a:pt x="1085850" y="1647825"/>
                </a:lnTo>
                <a:lnTo>
                  <a:pt x="1133475" y="1647825"/>
                </a:lnTo>
                <a:lnTo>
                  <a:pt x="1133475" y="1666875"/>
                </a:lnTo>
                <a:lnTo>
                  <a:pt x="1104900" y="1666875"/>
                </a:lnTo>
                <a:lnTo>
                  <a:pt x="1104900" y="1657350"/>
                </a:lnTo>
                <a:lnTo>
                  <a:pt x="1085850" y="1657350"/>
                </a:lnTo>
                <a:lnTo>
                  <a:pt x="1085850" y="1666875"/>
                </a:lnTo>
                <a:lnTo>
                  <a:pt x="1028700" y="1666875"/>
                </a:lnTo>
                <a:lnTo>
                  <a:pt x="1028700" y="1676400"/>
                </a:lnTo>
                <a:lnTo>
                  <a:pt x="1009650" y="1676400"/>
                </a:lnTo>
                <a:lnTo>
                  <a:pt x="1009650" y="1666875"/>
                </a:lnTo>
                <a:lnTo>
                  <a:pt x="971550" y="1666875"/>
                </a:lnTo>
                <a:lnTo>
                  <a:pt x="971550" y="1647825"/>
                </a:lnTo>
                <a:lnTo>
                  <a:pt x="1000125" y="1647825"/>
                </a:lnTo>
                <a:lnTo>
                  <a:pt x="1000125" y="1657350"/>
                </a:lnTo>
                <a:lnTo>
                  <a:pt x="1009650" y="1657350"/>
                </a:lnTo>
                <a:lnTo>
                  <a:pt x="1009650" y="1647825"/>
                </a:lnTo>
                <a:lnTo>
                  <a:pt x="1047750" y="1647825"/>
                </a:lnTo>
                <a:close/>
                <a:moveTo>
                  <a:pt x="1295400" y="1638300"/>
                </a:moveTo>
                <a:lnTo>
                  <a:pt x="1333500" y="1638300"/>
                </a:lnTo>
                <a:lnTo>
                  <a:pt x="1333500" y="1647825"/>
                </a:lnTo>
                <a:lnTo>
                  <a:pt x="1352550" y="1647825"/>
                </a:lnTo>
                <a:lnTo>
                  <a:pt x="1352550" y="1666875"/>
                </a:lnTo>
                <a:lnTo>
                  <a:pt x="1323975" y="1666875"/>
                </a:lnTo>
                <a:lnTo>
                  <a:pt x="1323975" y="1657350"/>
                </a:lnTo>
                <a:lnTo>
                  <a:pt x="1295400" y="1657350"/>
                </a:lnTo>
                <a:lnTo>
                  <a:pt x="1295400" y="1666875"/>
                </a:lnTo>
                <a:lnTo>
                  <a:pt x="1257300" y="1666875"/>
                </a:lnTo>
                <a:lnTo>
                  <a:pt x="1257300" y="1647825"/>
                </a:lnTo>
                <a:lnTo>
                  <a:pt x="1295400" y="1647825"/>
                </a:lnTo>
                <a:close/>
                <a:moveTo>
                  <a:pt x="447675" y="1647825"/>
                </a:moveTo>
                <a:lnTo>
                  <a:pt x="457200" y="1647825"/>
                </a:lnTo>
                <a:lnTo>
                  <a:pt x="457200" y="1657350"/>
                </a:lnTo>
                <a:lnTo>
                  <a:pt x="447675" y="1657350"/>
                </a:lnTo>
                <a:close/>
                <a:moveTo>
                  <a:pt x="1162050" y="1647825"/>
                </a:moveTo>
                <a:lnTo>
                  <a:pt x="1190625" y="1647825"/>
                </a:lnTo>
                <a:lnTo>
                  <a:pt x="1190625" y="1666875"/>
                </a:lnTo>
                <a:lnTo>
                  <a:pt x="1162050" y="1666875"/>
                </a:lnTo>
                <a:close/>
                <a:moveTo>
                  <a:pt x="1219200" y="1647825"/>
                </a:moveTo>
                <a:lnTo>
                  <a:pt x="1247775" y="1647825"/>
                </a:lnTo>
                <a:lnTo>
                  <a:pt x="1247775" y="1666875"/>
                </a:lnTo>
                <a:lnTo>
                  <a:pt x="1219200" y="1666875"/>
                </a:lnTo>
                <a:close/>
                <a:moveTo>
                  <a:pt x="914400" y="1657350"/>
                </a:moveTo>
                <a:lnTo>
                  <a:pt x="933450" y="1657350"/>
                </a:lnTo>
                <a:lnTo>
                  <a:pt x="933450" y="1666875"/>
                </a:lnTo>
                <a:lnTo>
                  <a:pt x="914400" y="1666875"/>
                </a:lnTo>
                <a:close/>
                <a:moveTo>
                  <a:pt x="104775" y="1819275"/>
                </a:moveTo>
                <a:lnTo>
                  <a:pt x="114300" y="1819275"/>
                </a:lnTo>
                <a:lnTo>
                  <a:pt x="114300" y="1885950"/>
                </a:lnTo>
                <a:lnTo>
                  <a:pt x="104775" y="1885950"/>
                </a:lnTo>
                <a:close/>
                <a:moveTo>
                  <a:pt x="447675" y="1876425"/>
                </a:moveTo>
                <a:lnTo>
                  <a:pt x="476250" y="1876425"/>
                </a:lnTo>
                <a:lnTo>
                  <a:pt x="476250" y="1885950"/>
                </a:lnTo>
                <a:lnTo>
                  <a:pt x="561975" y="1885950"/>
                </a:lnTo>
                <a:lnTo>
                  <a:pt x="561975" y="1895475"/>
                </a:lnTo>
                <a:lnTo>
                  <a:pt x="514350" y="1895475"/>
                </a:lnTo>
                <a:lnTo>
                  <a:pt x="514350" y="1914525"/>
                </a:lnTo>
                <a:lnTo>
                  <a:pt x="466725" y="1914525"/>
                </a:lnTo>
                <a:lnTo>
                  <a:pt x="466725" y="1905000"/>
                </a:lnTo>
                <a:lnTo>
                  <a:pt x="457200" y="1905000"/>
                </a:lnTo>
                <a:lnTo>
                  <a:pt x="457200" y="1895475"/>
                </a:lnTo>
                <a:lnTo>
                  <a:pt x="466725" y="1895475"/>
                </a:lnTo>
                <a:lnTo>
                  <a:pt x="466725" y="1885950"/>
                </a:lnTo>
                <a:lnTo>
                  <a:pt x="447675" y="1885950"/>
                </a:lnTo>
                <a:close/>
                <a:moveTo>
                  <a:pt x="666750" y="1876425"/>
                </a:moveTo>
                <a:lnTo>
                  <a:pt x="676275" y="1876425"/>
                </a:lnTo>
                <a:lnTo>
                  <a:pt x="676275" y="1885950"/>
                </a:lnTo>
                <a:lnTo>
                  <a:pt x="666750" y="1885950"/>
                </a:lnTo>
                <a:close/>
                <a:moveTo>
                  <a:pt x="571500" y="1885950"/>
                </a:moveTo>
                <a:lnTo>
                  <a:pt x="581025" y="1885950"/>
                </a:lnTo>
                <a:lnTo>
                  <a:pt x="581025" y="1895475"/>
                </a:lnTo>
                <a:lnTo>
                  <a:pt x="571500" y="1895475"/>
                </a:lnTo>
                <a:close/>
                <a:moveTo>
                  <a:pt x="638175" y="1885950"/>
                </a:moveTo>
                <a:lnTo>
                  <a:pt x="666750" y="1885950"/>
                </a:lnTo>
                <a:lnTo>
                  <a:pt x="666750" y="1895475"/>
                </a:lnTo>
                <a:lnTo>
                  <a:pt x="657225" y="1895475"/>
                </a:lnTo>
                <a:lnTo>
                  <a:pt x="657225" y="1914525"/>
                </a:lnTo>
                <a:lnTo>
                  <a:pt x="695325" y="1914525"/>
                </a:lnTo>
                <a:lnTo>
                  <a:pt x="695325" y="1924050"/>
                </a:lnTo>
                <a:lnTo>
                  <a:pt x="581025" y="1924050"/>
                </a:lnTo>
                <a:lnTo>
                  <a:pt x="581025" y="1914525"/>
                </a:lnTo>
                <a:lnTo>
                  <a:pt x="647700" y="1914525"/>
                </a:lnTo>
                <a:lnTo>
                  <a:pt x="647700" y="1895475"/>
                </a:lnTo>
                <a:lnTo>
                  <a:pt x="638175" y="1895475"/>
                </a:lnTo>
                <a:close/>
                <a:moveTo>
                  <a:pt x="695325" y="1885950"/>
                </a:moveTo>
                <a:lnTo>
                  <a:pt x="809625" y="1885950"/>
                </a:lnTo>
                <a:lnTo>
                  <a:pt x="809625" y="1895475"/>
                </a:lnTo>
                <a:lnTo>
                  <a:pt x="790575" y="1895475"/>
                </a:lnTo>
                <a:lnTo>
                  <a:pt x="790575" y="1905000"/>
                </a:lnTo>
                <a:lnTo>
                  <a:pt x="771525" y="1905000"/>
                </a:lnTo>
                <a:lnTo>
                  <a:pt x="771525" y="1895475"/>
                </a:lnTo>
                <a:lnTo>
                  <a:pt x="762000" y="1895475"/>
                </a:lnTo>
                <a:lnTo>
                  <a:pt x="762000" y="1905000"/>
                </a:lnTo>
                <a:lnTo>
                  <a:pt x="752475" y="1905000"/>
                </a:lnTo>
                <a:lnTo>
                  <a:pt x="752475" y="1914525"/>
                </a:lnTo>
                <a:lnTo>
                  <a:pt x="733425" y="1914525"/>
                </a:lnTo>
                <a:lnTo>
                  <a:pt x="733425" y="1895475"/>
                </a:lnTo>
                <a:lnTo>
                  <a:pt x="695325" y="1895475"/>
                </a:lnTo>
                <a:close/>
                <a:moveTo>
                  <a:pt x="809625" y="1895475"/>
                </a:moveTo>
                <a:lnTo>
                  <a:pt x="819150" y="1895475"/>
                </a:lnTo>
                <a:lnTo>
                  <a:pt x="819150" y="1905000"/>
                </a:lnTo>
                <a:lnTo>
                  <a:pt x="809625" y="1905000"/>
                </a:lnTo>
                <a:close/>
                <a:moveTo>
                  <a:pt x="257175" y="1905000"/>
                </a:moveTo>
                <a:lnTo>
                  <a:pt x="266700" y="1905000"/>
                </a:lnTo>
                <a:lnTo>
                  <a:pt x="266700" y="1914525"/>
                </a:lnTo>
                <a:lnTo>
                  <a:pt x="257175" y="1914525"/>
                </a:lnTo>
                <a:close/>
                <a:moveTo>
                  <a:pt x="285750" y="1905000"/>
                </a:moveTo>
                <a:lnTo>
                  <a:pt x="295275" y="1905000"/>
                </a:lnTo>
                <a:lnTo>
                  <a:pt x="295275" y="1914525"/>
                </a:lnTo>
                <a:lnTo>
                  <a:pt x="285750" y="1914525"/>
                </a:lnTo>
                <a:close/>
                <a:moveTo>
                  <a:pt x="476250" y="1905000"/>
                </a:moveTo>
                <a:lnTo>
                  <a:pt x="485775" y="1905000"/>
                </a:lnTo>
                <a:lnTo>
                  <a:pt x="485775" y="1895475"/>
                </a:lnTo>
                <a:lnTo>
                  <a:pt x="476250" y="1895475"/>
                </a:lnTo>
                <a:close/>
                <a:moveTo>
                  <a:pt x="304800" y="1914525"/>
                </a:moveTo>
                <a:lnTo>
                  <a:pt x="314325" y="1914525"/>
                </a:lnTo>
                <a:lnTo>
                  <a:pt x="314325" y="1924050"/>
                </a:lnTo>
                <a:lnTo>
                  <a:pt x="333375" y="1924050"/>
                </a:lnTo>
                <a:lnTo>
                  <a:pt x="333375" y="1933575"/>
                </a:lnTo>
                <a:lnTo>
                  <a:pt x="342900" y="1933575"/>
                </a:lnTo>
                <a:lnTo>
                  <a:pt x="342900" y="1990725"/>
                </a:lnTo>
                <a:lnTo>
                  <a:pt x="333375" y="1990725"/>
                </a:lnTo>
                <a:lnTo>
                  <a:pt x="333375" y="2000250"/>
                </a:lnTo>
                <a:lnTo>
                  <a:pt x="257175" y="2000250"/>
                </a:lnTo>
                <a:lnTo>
                  <a:pt x="257175" y="1990725"/>
                </a:lnTo>
                <a:lnTo>
                  <a:pt x="247650" y="1990725"/>
                </a:lnTo>
                <a:lnTo>
                  <a:pt x="247650" y="1971675"/>
                </a:lnTo>
                <a:lnTo>
                  <a:pt x="266700" y="1971675"/>
                </a:lnTo>
                <a:lnTo>
                  <a:pt x="266700" y="1981200"/>
                </a:lnTo>
                <a:lnTo>
                  <a:pt x="285750" y="1981200"/>
                </a:lnTo>
                <a:lnTo>
                  <a:pt x="285750" y="1971675"/>
                </a:lnTo>
                <a:lnTo>
                  <a:pt x="295275" y="1971675"/>
                </a:lnTo>
                <a:lnTo>
                  <a:pt x="295275" y="1924050"/>
                </a:lnTo>
                <a:lnTo>
                  <a:pt x="304800" y="1924050"/>
                </a:lnTo>
                <a:close/>
                <a:moveTo>
                  <a:pt x="533400" y="1914525"/>
                </a:moveTo>
                <a:lnTo>
                  <a:pt x="552450" y="1914525"/>
                </a:lnTo>
                <a:lnTo>
                  <a:pt x="552450" y="1924050"/>
                </a:lnTo>
                <a:lnTo>
                  <a:pt x="533400" y="1924050"/>
                </a:lnTo>
                <a:close/>
                <a:moveTo>
                  <a:pt x="704850" y="1914525"/>
                </a:moveTo>
                <a:lnTo>
                  <a:pt x="733425" y="1914525"/>
                </a:lnTo>
                <a:lnTo>
                  <a:pt x="733425" y="1924050"/>
                </a:lnTo>
                <a:lnTo>
                  <a:pt x="704850" y="1924050"/>
                </a:lnTo>
                <a:close/>
                <a:moveTo>
                  <a:pt x="771525" y="1914525"/>
                </a:moveTo>
                <a:lnTo>
                  <a:pt x="800100" y="1914525"/>
                </a:lnTo>
                <a:lnTo>
                  <a:pt x="800100" y="1924050"/>
                </a:lnTo>
                <a:lnTo>
                  <a:pt x="771525" y="1924050"/>
                </a:lnTo>
                <a:close/>
                <a:moveTo>
                  <a:pt x="104775" y="1952625"/>
                </a:moveTo>
                <a:lnTo>
                  <a:pt x="114300" y="1952625"/>
                </a:lnTo>
                <a:lnTo>
                  <a:pt x="114300" y="2019300"/>
                </a:lnTo>
                <a:lnTo>
                  <a:pt x="104775" y="2019300"/>
                </a:lnTo>
                <a:close/>
                <a:moveTo>
                  <a:pt x="447675" y="1990725"/>
                </a:moveTo>
                <a:lnTo>
                  <a:pt x="457200" y="1990725"/>
                </a:lnTo>
                <a:lnTo>
                  <a:pt x="457200" y="2000250"/>
                </a:lnTo>
                <a:lnTo>
                  <a:pt x="466725" y="2000250"/>
                </a:lnTo>
                <a:lnTo>
                  <a:pt x="466725" y="1990725"/>
                </a:lnTo>
                <a:lnTo>
                  <a:pt x="504825" y="1990725"/>
                </a:lnTo>
                <a:lnTo>
                  <a:pt x="504825" y="2000250"/>
                </a:lnTo>
                <a:lnTo>
                  <a:pt x="533400" y="2000250"/>
                </a:lnTo>
                <a:lnTo>
                  <a:pt x="533400" y="2009775"/>
                </a:lnTo>
                <a:lnTo>
                  <a:pt x="504825" y="2009775"/>
                </a:lnTo>
                <a:lnTo>
                  <a:pt x="504825" y="2019300"/>
                </a:lnTo>
                <a:lnTo>
                  <a:pt x="447675" y="2019300"/>
                </a:lnTo>
                <a:close/>
                <a:moveTo>
                  <a:pt x="581025" y="1990725"/>
                </a:moveTo>
                <a:lnTo>
                  <a:pt x="590550" y="1990725"/>
                </a:lnTo>
                <a:lnTo>
                  <a:pt x="590550" y="2000250"/>
                </a:lnTo>
                <a:lnTo>
                  <a:pt x="657225" y="2000250"/>
                </a:lnTo>
                <a:lnTo>
                  <a:pt x="657225" y="2009775"/>
                </a:lnTo>
                <a:lnTo>
                  <a:pt x="647700" y="2009775"/>
                </a:lnTo>
                <a:lnTo>
                  <a:pt x="647700" y="2019300"/>
                </a:lnTo>
                <a:lnTo>
                  <a:pt x="619125" y="2019300"/>
                </a:lnTo>
                <a:lnTo>
                  <a:pt x="619125" y="2009775"/>
                </a:lnTo>
                <a:lnTo>
                  <a:pt x="590550" y="2009775"/>
                </a:lnTo>
                <a:lnTo>
                  <a:pt x="590550" y="2019300"/>
                </a:lnTo>
                <a:lnTo>
                  <a:pt x="561975" y="2019300"/>
                </a:lnTo>
                <a:lnTo>
                  <a:pt x="561975" y="2000250"/>
                </a:lnTo>
                <a:lnTo>
                  <a:pt x="581025" y="2000250"/>
                </a:lnTo>
                <a:close/>
                <a:moveTo>
                  <a:pt x="685800" y="1990725"/>
                </a:moveTo>
                <a:lnTo>
                  <a:pt x="695325" y="1990725"/>
                </a:lnTo>
                <a:lnTo>
                  <a:pt x="695325" y="2000250"/>
                </a:lnTo>
                <a:lnTo>
                  <a:pt x="762000" y="2000250"/>
                </a:lnTo>
                <a:lnTo>
                  <a:pt x="762000" y="2009775"/>
                </a:lnTo>
                <a:lnTo>
                  <a:pt x="704850" y="2009775"/>
                </a:lnTo>
                <a:lnTo>
                  <a:pt x="704850" y="2019300"/>
                </a:lnTo>
                <a:lnTo>
                  <a:pt x="695325" y="2019300"/>
                </a:lnTo>
                <a:lnTo>
                  <a:pt x="695325" y="2028825"/>
                </a:lnTo>
                <a:lnTo>
                  <a:pt x="685800" y="2028825"/>
                </a:lnTo>
                <a:lnTo>
                  <a:pt x="685800" y="2019300"/>
                </a:lnTo>
                <a:lnTo>
                  <a:pt x="676275" y="2019300"/>
                </a:lnTo>
                <a:lnTo>
                  <a:pt x="676275" y="2000250"/>
                </a:lnTo>
                <a:lnTo>
                  <a:pt x="685800" y="2000250"/>
                </a:lnTo>
                <a:close/>
                <a:moveTo>
                  <a:pt x="847725" y="1990725"/>
                </a:moveTo>
                <a:lnTo>
                  <a:pt x="876300" y="1990725"/>
                </a:lnTo>
                <a:lnTo>
                  <a:pt x="876300" y="2000250"/>
                </a:lnTo>
                <a:lnTo>
                  <a:pt x="895350" y="2000250"/>
                </a:lnTo>
                <a:lnTo>
                  <a:pt x="895350" y="1990725"/>
                </a:lnTo>
                <a:lnTo>
                  <a:pt x="904875" y="1990725"/>
                </a:lnTo>
                <a:lnTo>
                  <a:pt x="904875" y="2000250"/>
                </a:lnTo>
                <a:lnTo>
                  <a:pt x="914400" y="2000250"/>
                </a:lnTo>
                <a:lnTo>
                  <a:pt x="914400" y="1990725"/>
                </a:lnTo>
                <a:lnTo>
                  <a:pt x="933450" y="1990725"/>
                </a:lnTo>
                <a:lnTo>
                  <a:pt x="933450" y="2000250"/>
                </a:lnTo>
                <a:lnTo>
                  <a:pt x="971550" y="2000250"/>
                </a:lnTo>
                <a:lnTo>
                  <a:pt x="971550" y="2009775"/>
                </a:lnTo>
                <a:lnTo>
                  <a:pt x="933450" y="2009775"/>
                </a:lnTo>
                <a:lnTo>
                  <a:pt x="933450" y="2019300"/>
                </a:lnTo>
                <a:lnTo>
                  <a:pt x="923925" y="2019300"/>
                </a:lnTo>
                <a:lnTo>
                  <a:pt x="923925" y="2009775"/>
                </a:lnTo>
                <a:lnTo>
                  <a:pt x="904875" y="2009775"/>
                </a:lnTo>
                <a:lnTo>
                  <a:pt x="904875" y="2019300"/>
                </a:lnTo>
                <a:lnTo>
                  <a:pt x="790575" y="2019300"/>
                </a:lnTo>
                <a:lnTo>
                  <a:pt x="790575" y="2009775"/>
                </a:lnTo>
                <a:lnTo>
                  <a:pt x="781050" y="2009775"/>
                </a:lnTo>
                <a:lnTo>
                  <a:pt x="781050" y="2000250"/>
                </a:lnTo>
                <a:lnTo>
                  <a:pt x="847725" y="2000250"/>
                </a:lnTo>
                <a:close/>
                <a:moveTo>
                  <a:pt x="1019175" y="1990725"/>
                </a:moveTo>
                <a:lnTo>
                  <a:pt x="1028700" y="1990725"/>
                </a:lnTo>
                <a:lnTo>
                  <a:pt x="1028700" y="2000250"/>
                </a:lnTo>
                <a:lnTo>
                  <a:pt x="1038225" y="2000250"/>
                </a:lnTo>
                <a:lnTo>
                  <a:pt x="1038225" y="1990725"/>
                </a:lnTo>
                <a:lnTo>
                  <a:pt x="1047750" y="1990725"/>
                </a:lnTo>
                <a:lnTo>
                  <a:pt x="1047750" y="2000250"/>
                </a:lnTo>
                <a:lnTo>
                  <a:pt x="1057275" y="2000250"/>
                </a:lnTo>
                <a:lnTo>
                  <a:pt x="1057275" y="2009775"/>
                </a:lnTo>
                <a:lnTo>
                  <a:pt x="1047750" y="2009775"/>
                </a:lnTo>
                <a:lnTo>
                  <a:pt x="1047750" y="2019300"/>
                </a:lnTo>
                <a:lnTo>
                  <a:pt x="1009650" y="2019300"/>
                </a:lnTo>
                <a:lnTo>
                  <a:pt x="1009650" y="2009775"/>
                </a:lnTo>
                <a:lnTo>
                  <a:pt x="990600" y="2009775"/>
                </a:lnTo>
                <a:lnTo>
                  <a:pt x="990600" y="2000250"/>
                </a:lnTo>
                <a:lnTo>
                  <a:pt x="1019175" y="2000250"/>
                </a:lnTo>
                <a:close/>
                <a:moveTo>
                  <a:pt x="1085850" y="1990725"/>
                </a:moveTo>
                <a:lnTo>
                  <a:pt x="1123950" y="1990725"/>
                </a:lnTo>
                <a:lnTo>
                  <a:pt x="1123950" y="2000250"/>
                </a:lnTo>
                <a:lnTo>
                  <a:pt x="1247775" y="2000250"/>
                </a:lnTo>
                <a:lnTo>
                  <a:pt x="1247775" y="2019300"/>
                </a:lnTo>
                <a:lnTo>
                  <a:pt x="1219200" y="2019300"/>
                </a:lnTo>
                <a:lnTo>
                  <a:pt x="1219200" y="2009775"/>
                </a:lnTo>
                <a:lnTo>
                  <a:pt x="1200150" y="2009775"/>
                </a:lnTo>
                <a:lnTo>
                  <a:pt x="1200150" y="2019300"/>
                </a:lnTo>
                <a:lnTo>
                  <a:pt x="1085850" y="2019300"/>
                </a:lnTo>
                <a:lnTo>
                  <a:pt x="1085850" y="2009775"/>
                </a:lnTo>
                <a:lnTo>
                  <a:pt x="1076325" y="2009775"/>
                </a:lnTo>
                <a:lnTo>
                  <a:pt x="1076325" y="2000250"/>
                </a:lnTo>
                <a:lnTo>
                  <a:pt x="1085850" y="2000250"/>
                </a:lnTo>
                <a:close/>
                <a:moveTo>
                  <a:pt x="542925" y="2000250"/>
                </a:moveTo>
                <a:lnTo>
                  <a:pt x="552450" y="2000250"/>
                </a:lnTo>
                <a:lnTo>
                  <a:pt x="552450" y="2009775"/>
                </a:lnTo>
                <a:lnTo>
                  <a:pt x="542925" y="2009775"/>
                </a:lnTo>
                <a:close/>
                <a:moveTo>
                  <a:pt x="104775" y="2057400"/>
                </a:moveTo>
                <a:lnTo>
                  <a:pt x="114300" y="2057400"/>
                </a:lnTo>
                <a:lnTo>
                  <a:pt x="114300" y="2295525"/>
                </a:lnTo>
                <a:lnTo>
                  <a:pt x="104775" y="2295525"/>
                </a:lnTo>
                <a:close/>
                <a:moveTo>
                  <a:pt x="447675" y="2219325"/>
                </a:moveTo>
                <a:lnTo>
                  <a:pt x="466725" y="2219325"/>
                </a:lnTo>
                <a:lnTo>
                  <a:pt x="466725" y="2238375"/>
                </a:lnTo>
                <a:lnTo>
                  <a:pt x="476250" y="2238375"/>
                </a:lnTo>
                <a:lnTo>
                  <a:pt x="476250" y="2266950"/>
                </a:lnTo>
                <a:lnTo>
                  <a:pt x="447675" y="2266950"/>
                </a:lnTo>
                <a:lnTo>
                  <a:pt x="447675" y="2247900"/>
                </a:lnTo>
                <a:lnTo>
                  <a:pt x="457200" y="2247900"/>
                </a:lnTo>
                <a:lnTo>
                  <a:pt x="457200" y="2238375"/>
                </a:lnTo>
                <a:lnTo>
                  <a:pt x="438150" y="2238375"/>
                </a:lnTo>
                <a:lnTo>
                  <a:pt x="438150" y="2228850"/>
                </a:lnTo>
                <a:lnTo>
                  <a:pt x="447675" y="2228850"/>
                </a:lnTo>
                <a:close/>
                <a:moveTo>
                  <a:pt x="704850" y="2228850"/>
                </a:moveTo>
                <a:lnTo>
                  <a:pt x="733425" y="2228850"/>
                </a:lnTo>
                <a:lnTo>
                  <a:pt x="733425" y="2238375"/>
                </a:lnTo>
                <a:lnTo>
                  <a:pt x="752475" y="2238375"/>
                </a:lnTo>
                <a:lnTo>
                  <a:pt x="752475" y="2247900"/>
                </a:lnTo>
                <a:lnTo>
                  <a:pt x="742950" y="2247900"/>
                </a:lnTo>
                <a:lnTo>
                  <a:pt x="742950" y="2266950"/>
                </a:lnTo>
                <a:lnTo>
                  <a:pt x="752475" y="2266950"/>
                </a:lnTo>
                <a:lnTo>
                  <a:pt x="752475" y="2276475"/>
                </a:lnTo>
                <a:lnTo>
                  <a:pt x="695325" y="2276475"/>
                </a:lnTo>
                <a:lnTo>
                  <a:pt x="695325" y="2247900"/>
                </a:lnTo>
                <a:lnTo>
                  <a:pt x="704850" y="2247900"/>
                </a:lnTo>
                <a:close/>
                <a:moveTo>
                  <a:pt x="504825" y="2238375"/>
                </a:moveTo>
                <a:lnTo>
                  <a:pt x="523875" y="2238375"/>
                </a:lnTo>
                <a:lnTo>
                  <a:pt x="523875" y="2247900"/>
                </a:lnTo>
                <a:lnTo>
                  <a:pt x="504825" y="2247900"/>
                </a:lnTo>
                <a:close/>
                <a:moveTo>
                  <a:pt x="533400" y="2238375"/>
                </a:moveTo>
                <a:lnTo>
                  <a:pt x="590550" y="2238375"/>
                </a:lnTo>
                <a:lnTo>
                  <a:pt x="590550" y="2247900"/>
                </a:lnTo>
                <a:lnTo>
                  <a:pt x="571500" y="2247900"/>
                </a:lnTo>
                <a:lnTo>
                  <a:pt x="571500" y="2266950"/>
                </a:lnTo>
                <a:lnTo>
                  <a:pt x="590550" y="2266950"/>
                </a:lnTo>
                <a:lnTo>
                  <a:pt x="590550" y="2276475"/>
                </a:lnTo>
                <a:lnTo>
                  <a:pt x="523875" y="2276475"/>
                </a:lnTo>
                <a:lnTo>
                  <a:pt x="523875" y="2266950"/>
                </a:lnTo>
                <a:lnTo>
                  <a:pt x="533400" y="2266950"/>
                </a:lnTo>
                <a:lnTo>
                  <a:pt x="533400" y="2257425"/>
                </a:lnTo>
                <a:lnTo>
                  <a:pt x="552450" y="2257425"/>
                </a:lnTo>
                <a:lnTo>
                  <a:pt x="552450" y="2247900"/>
                </a:lnTo>
                <a:lnTo>
                  <a:pt x="533400" y="2247900"/>
                </a:lnTo>
                <a:close/>
                <a:moveTo>
                  <a:pt x="628650" y="2238375"/>
                </a:moveTo>
                <a:lnTo>
                  <a:pt x="647700" y="2238375"/>
                </a:lnTo>
                <a:lnTo>
                  <a:pt x="647700" y="2247900"/>
                </a:lnTo>
                <a:lnTo>
                  <a:pt x="628650" y="2247900"/>
                </a:lnTo>
                <a:close/>
                <a:moveTo>
                  <a:pt x="800100" y="2238375"/>
                </a:moveTo>
                <a:lnTo>
                  <a:pt x="819150" y="2238375"/>
                </a:lnTo>
                <a:lnTo>
                  <a:pt x="819150" y="2247900"/>
                </a:lnTo>
                <a:lnTo>
                  <a:pt x="800100" y="2247900"/>
                </a:lnTo>
                <a:close/>
                <a:moveTo>
                  <a:pt x="828675" y="2238375"/>
                </a:moveTo>
                <a:lnTo>
                  <a:pt x="857250" y="2238375"/>
                </a:lnTo>
                <a:lnTo>
                  <a:pt x="857250" y="2247900"/>
                </a:lnTo>
                <a:lnTo>
                  <a:pt x="828675" y="2247900"/>
                </a:lnTo>
                <a:close/>
                <a:moveTo>
                  <a:pt x="495300" y="2247900"/>
                </a:moveTo>
                <a:lnTo>
                  <a:pt x="504825" y="2247900"/>
                </a:lnTo>
                <a:lnTo>
                  <a:pt x="504825" y="2266950"/>
                </a:lnTo>
                <a:lnTo>
                  <a:pt x="485775" y="2266950"/>
                </a:lnTo>
                <a:lnTo>
                  <a:pt x="485775" y="2257425"/>
                </a:lnTo>
                <a:lnTo>
                  <a:pt x="495300" y="2257425"/>
                </a:lnTo>
                <a:close/>
                <a:moveTo>
                  <a:pt x="647700" y="2247900"/>
                </a:moveTo>
                <a:lnTo>
                  <a:pt x="676275" y="2247900"/>
                </a:lnTo>
                <a:lnTo>
                  <a:pt x="676275" y="2266950"/>
                </a:lnTo>
                <a:lnTo>
                  <a:pt x="666750" y="2266950"/>
                </a:lnTo>
                <a:lnTo>
                  <a:pt x="666750" y="2276475"/>
                </a:lnTo>
                <a:lnTo>
                  <a:pt x="657225" y="2276475"/>
                </a:lnTo>
                <a:lnTo>
                  <a:pt x="657225" y="2266950"/>
                </a:lnTo>
                <a:lnTo>
                  <a:pt x="647700" y="2266950"/>
                </a:lnTo>
                <a:close/>
                <a:moveTo>
                  <a:pt x="314325" y="2257425"/>
                </a:moveTo>
                <a:lnTo>
                  <a:pt x="333375" y="2257425"/>
                </a:lnTo>
                <a:lnTo>
                  <a:pt x="333375" y="2266950"/>
                </a:lnTo>
                <a:lnTo>
                  <a:pt x="342900" y="2266950"/>
                </a:lnTo>
                <a:lnTo>
                  <a:pt x="342900" y="2276475"/>
                </a:lnTo>
                <a:lnTo>
                  <a:pt x="333375" y="2276475"/>
                </a:lnTo>
                <a:lnTo>
                  <a:pt x="333375" y="2295525"/>
                </a:lnTo>
                <a:lnTo>
                  <a:pt x="342900" y="2295525"/>
                </a:lnTo>
                <a:lnTo>
                  <a:pt x="342900" y="2314575"/>
                </a:lnTo>
                <a:lnTo>
                  <a:pt x="333375" y="2314575"/>
                </a:lnTo>
                <a:lnTo>
                  <a:pt x="333375" y="2324100"/>
                </a:lnTo>
                <a:lnTo>
                  <a:pt x="323850" y="2324100"/>
                </a:lnTo>
                <a:lnTo>
                  <a:pt x="323850" y="2333625"/>
                </a:lnTo>
                <a:lnTo>
                  <a:pt x="257175" y="2333625"/>
                </a:lnTo>
                <a:lnTo>
                  <a:pt x="257175" y="2324100"/>
                </a:lnTo>
                <a:lnTo>
                  <a:pt x="247650" y="2324100"/>
                </a:lnTo>
                <a:lnTo>
                  <a:pt x="247650" y="2314575"/>
                </a:lnTo>
                <a:lnTo>
                  <a:pt x="238125" y="2314575"/>
                </a:lnTo>
                <a:lnTo>
                  <a:pt x="238125" y="2276475"/>
                </a:lnTo>
                <a:lnTo>
                  <a:pt x="247650" y="2276475"/>
                </a:lnTo>
                <a:lnTo>
                  <a:pt x="247650" y="2266950"/>
                </a:lnTo>
                <a:lnTo>
                  <a:pt x="257175" y="2266950"/>
                </a:lnTo>
                <a:lnTo>
                  <a:pt x="257175" y="2295525"/>
                </a:lnTo>
                <a:lnTo>
                  <a:pt x="266700" y="2295525"/>
                </a:lnTo>
                <a:lnTo>
                  <a:pt x="266700" y="2286000"/>
                </a:lnTo>
                <a:lnTo>
                  <a:pt x="285750" y="2286000"/>
                </a:lnTo>
                <a:lnTo>
                  <a:pt x="285750" y="2276475"/>
                </a:lnTo>
                <a:lnTo>
                  <a:pt x="266700" y="2276475"/>
                </a:lnTo>
                <a:lnTo>
                  <a:pt x="266700" y="2266950"/>
                </a:lnTo>
                <a:lnTo>
                  <a:pt x="314325" y="2266950"/>
                </a:lnTo>
                <a:close/>
                <a:moveTo>
                  <a:pt x="723900" y="2257425"/>
                </a:moveTo>
                <a:lnTo>
                  <a:pt x="733425" y="2257425"/>
                </a:lnTo>
                <a:lnTo>
                  <a:pt x="733425" y="2247900"/>
                </a:lnTo>
                <a:lnTo>
                  <a:pt x="723900" y="2247900"/>
                </a:lnTo>
                <a:close/>
                <a:moveTo>
                  <a:pt x="790575" y="2257425"/>
                </a:moveTo>
                <a:lnTo>
                  <a:pt x="800100" y="2257425"/>
                </a:lnTo>
                <a:lnTo>
                  <a:pt x="800100" y="2266950"/>
                </a:lnTo>
                <a:lnTo>
                  <a:pt x="790575" y="2266950"/>
                </a:lnTo>
                <a:close/>
                <a:moveTo>
                  <a:pt x="838200" y="2257425"/>
                </a:moveTo>
                <a:lnTo>
                  <a:pt x="857250" y="2257425"/>
                </a:lnTo>
                <a:lnTo>
                  <a:pt x="857250" y="2266950"/>
                </a:lnTo>
                <a:lnTo>
                  <a:pt x="866775" y="2266950"/>
                </a:lnTo>
                <a:lnTo>
                  <a:pt x="866775" y="2276475"/>
                </a:lnTo>
                <a:lnTo>
                  <a:pt x="828675" y="2276475"/>
                </a:lnTo>
                <a:lnTo>
                  <a:pt x="828675" y="2266950"/>
                </a:lnTo>
                <a:lnTo>
                  <a:pt x="838200" y="2266950"/>
                </a:lnTo>
                <a:close/>
                <a:moveTo>
                  <a:pt x="628650" y="2266950"/>
                </a:moveTo>
                <a:lnTo>
                  <a:pt x="647700" y="2266950"/>
                </a:lnTo>
                <a:lnTo>
                  <a:pt x="647700" y="2276475"/>
                </a:lnTo>
                <a:lnTo>
                  <a:pt x="628650" y="2276475"/>
                </a:lnTo>
                <a:close/>
                <a:moveTo>
                  <a:pt x="676275" y="2266950"/>
                </a:moveTo>
                <a:lnTo>
                  <a:pt x="685800" y="2266950"/>
                </a:lnTo>
                <a:lnTo>
                  <a:pt x="685800" y="2276475"/>
                </a:lnTo>
                <a:lnTo>
                  <a:pt x="676275" y="2276475"/>
                </a:lnTo>
                <a:close/>
                <a:moveTo>
                  <a:pt x="800100" y="2266950"/>
                </a:moveTo>
                <a:lnTo>
                  <a:pt x="819150" y="2266950"/>
                </a:lnTo>
                <a:lnTo>
                  <a:pt x="819150" y="2276475"/>
                </a:lnTo>
                <a:lnTo>
                  <a:pt x="800100" y="2276475"/>
                </a:lnTo>
                <a:close/>
                <a:moveTo>
                  <a:pt x="447675" y="2343150"/>
                </a:moveTo>
                <a:lnTo>
                  <a:pt x="457200" y="2343150"/>
                </a:lnTo>
                <a:lnTo>
                  <a:pt x="457200" y="2371725"/>
                </a:lnTo>
                <a:lnTo>
                  <a:pt x="447675" y="2371725"/>
                </a:lnTo>
                <a:close/>
                <a:moveTo>
                  <a:pt x="466725" y="2343150"/>
                </a:moveTo>
                <a:lnTo>
                  <a:pt x="504825" y="2343150"/>
                </a:lnTo>
                <a:lnTo>
                  <a:pt x="504825" y="2352675"/>
                </a:lnTo>
                <a:lnTo>
                  <a:pt x="523875" y="2352675"/>
                </a:lnTo>
                <a:lnTo>
                  <a:pt x="523875" y="2343150"/>
                </a:lnTo>
                <a:lnTo>
                  <a:pt x="533400" y="2343150"/>
                </a:lnTo>
                <a:lnTo>
                  <a:pt x="533400" y="2362200"/>
                </a:lnTo>
                <a:lnTo>
                  <a:pt x="504825" y="2362200"/>
                </a:lnTo>
                <a:lnTo>
                  <a:pt x="504825" y="2371725"/>
                </a:lnTo>
                <a:lnTo>
                  <a:pt x="466725" y="2371725"/>
                </a:lnTo>
                <a:close/>
                <a:moveTo>
                  <a:pt x="619125" y="2343150"/>
                </a:moveTo>
                <a:lnTo>
                  <a:pt x="647700" y="2343150"/>
                </a:lnTo>
                <a:lnTo>
                  <a:pt x="647700" y="2362200"/>
                </a:lnTo>
                <a:lnTo>
                  <a:pt x="638175" y="2362200"/>
                </a:lnTo>
                <a:lnTo>
                  <a:pt x="638175" y="2371725"/>
                </a:lnTo>
                <a:lnTo>
                  <a:pt x="619125" y="2371725"/>
                </a:lnTo>
                <a:lnTo>
                  <a:pt x="619125" y="2362200"/>
                </a:lnTo>
                <a:lnTo>
                  <a:pt x="600075" y="2362200"/>
                </a:lnTo>
                <a:lnTo>
                  <a:pt x="600075" y="2352675"/>
                </a:lnTo>
                <a:lnTo>
                  <a:pt x="619125" y="2352675"/>
                </a:lnTo>
                <a:close/>
                <a:moveTo>
                  <a:pt x="685800" y="2343150"/>
                </a:moveTo>
                <a:lnTo>
                  <a:pt x="695325" y="2343150"/>
                </a:lnTo>
                <a:lnTo>
                  <a:pt x="695325" y="2362200"/>
                </a:lnTo>
                <a:lnTo>
                  <a:pt x="676275" y="2362200"/>
                </a:lnTo>
                <a:lnTo>
                  <a:pt x="676275" y="2352675"/>
                </a:lnTo>
                <a:lnTo>
                  <a:pt x="685800" y="2352675"/>
                </a:lnTo>
                <a:close/>
                <a:moveTo>
                  <a:pt x="723900" y="2343150"/>
                </a:moveTo>
                <a:lnTo>
                  <a:pt x="742950" y="2343150"/>
                </a:lnTo>
                <a:lnTo>
                  <a:pt x="742950" y="2352675"/>
                </a:lnTo>
                <a:lnTo>
                  <a:pt x="752475" y="2352675"/>
                </a:lnTo>
                <a:lnTo>
                  <a:pt x="752475" y="2362200"/>
                </a:lnTo>
                <a:lnTo>
                  <a:pt x="742950" y="2362200"/>
                </a:lnTo>
                <a:lnTo>
                  <a:pt x="742950" y="2371725"/>
                </a:lnTo>
                <a:lnTo>
                  <a:pt x="723900" y="2371725"/>
                </a:lnTo>
                <a:lnTo>
                  <a:pt x="723900" y="2362200"/>
                </a:lnTo>
                <a:lnTo>
                  <a:pt x="704850" y="2362200"/>
                </a:lnTo>
                <a:lnTo>
                  <a:pt x="704850" y="2352675"/>
                </a:lnTo>
                <a:lnTo>
                  <a:pt x="723900" y="2352675"/>
                </a:lnTo>
                <a:close/>
                <a:moveTo>
                  <a:pt x="771525" y="2343150"/>
                </a:moveTo>
                <a:lnTo>
                  <a:pt x="781050" y="2343150"/>
                </a:lnTo>
                <a:lnTo>
                  <a:pt x="781050" y="2352675"/>
                </a:lnTo>
                <a:lnTo>
                  <a:pt x="809625" y="2352675"/>
                </a:lnTo>
                <a:lnTo>
                  <a:pt x="809625" y="2343150"/>
                </a:lnTo>
                <a:lnTo>
                  <a:pt x="819150" y="2343150"/>
                </a:lnTo>
                <a:lnTo>
                  <a:pt x="819150" y="2352675"/>
                </a:lnTo>
                <a:lnTo>
                  <a:pt x="857250" y="2352675"/>
                </a:lnTo>
                <a:lnTo>
                  <a:pt x="857250" y="2362200"/>
                </a:lnTo>
                <a:lnTo>
                  <a:pt x="828675" y="2362200"/>
                </a:lnTo>
                <a:lnTo>
                  <a:pt x="828675" y="2371725"/>
                </a:lnTo>
                <a:lnTo>
                  <a:pt x="809625" y="2371725"/>
                </a:lnTo>
                <a:lnTo>
                  <a:pt x="809625" y="2362200"/>
                </a:lnTo>
                <a:lnTo>
                  <a:pt x="771525" y="2362200"/>
                </a:lnTo>
                <a:close/>
                <a:moveTo>
                  <a:pt x="952500" y="2343150"/>
                </a:moveTo>
                <a:lnTo>
                  <a:pt x="990600" y="2343150"/>
                </a:lnTo>
                <a:lnTo>
                  <a:pt x="990600" y="2352675"/>
                </a:lnTo>
                <a:lnTo>
                  <a:pt x="1000125" y="2352675"/>
                </a:lnTo>
                <a:lnTo>
                  <a:pt x="1000125" y="2362200"/>
                </a:lnTo>
                <a:lnTo>
                  <a:pt x="971550" y="2362200"/>
                </a:lnTo>
                <a:lnTo>
                  <a:pt x="971550" y="2371725"/>
                </a:lnTo>
                <a:lnTo>
                  <a:pt x="952500" y="2371725"/>
                </a:lnTo>
                <a:lnTo>
                  <a:pt x="952500" y="2362200"/>
                </a:lnTo>
                <a:lnTo>
                  <a:pt x="942975" y="2362200"/>
                </a:lnTo>
                <a:lnTo>
                  <a:pt x="942975" y="2352675"/>
                </a:lnTo>
                <a:lnTo>
                  <a:pt x="952500" y="2352675"/>
                </a:lnTo>
                <a:close/>
                <a:moveTo>
                  <a:pt x="1028700" y="2343150"/>
                </a:moveTo>
                <a:lnTo>
                  <a:pt x="1076325" y="2343150"/>
                </a:lnTo>
                <a:lnTo>
                  <a:pt x="1076325" y="2352675"/>
                </a:lnTo>
                <a:lnTo>
                  <a:pt x="1085850" y="2352675"/>
                </a:lnTo>
                <a:lnTo>
                  <a:pt x="1085850" y="2362200"/>
                </a:lnTo>
                <a:lnTo>
                  <a:pt x="1076325" y="2362200"/>
                </a:lnTo>
                <a:lnTo>
                  <a:pt x="1076325" y="2371725"/>
                </a:lnTo>
                <a:lnTo>
                  <a:pt x="1028700" y="2371725"/>
                </a:lnTo>
                <a:close/>
                <a:moveTo>
                  <a:pt x="1143000" y="2343150"/>
                </a:moveTo>
                <a:lnTo>
                  <a:pt x="1162050" y="2343150"/>
                </a:lnTo>
                <a:lnTo>
                  <a:pt x="1162050" y="2352675"/>
                </a:lnTo>
                <a:lnTo>
                  <a:pt x="1181100" y="2352675"/>
                </a:lnTo>
                <a:lnTo>
                  <a:pt x="1181100" y="2343150"/>
                </a:lnTo>
                <a:lnTo>
                  <a:pt x="1200150" y="2343150"/>
                </a:lnTo>
                <a:lnTo>
                  <a:pt x="1200150" y="2352675"/>
                </a:lnTo>
                <a:lnTo>
                  <a:pt x="1228725" y="2352675"/>
                </a:lnTo>
                <a:lnTo>
                  <a:pt x="1228725" y="2362200"/>
                </a:lnTo>
                <a:lnTo>
                  <a:pt x="1200150" y="2362200"/>
                </a:lnTo>
                <a:lnTo>
                  <a:pt x="1200150" y="2371725"/>
                </a:lnTo>
                <a:lnTo>
                  <a:pt x="1190625" y="2371725"/>
                </a:lnTo>
                <a:lnTo>
                  <a:pt x="1190625" y="2381250"/>
                </a:lnTo>
                <a:lnTo>
                  <a:pt x="1171575" y="2381250"/>
                </a:lnTo>
                <a:lnTo>
                  <a:pt x="1171575" y="2371725"/>
                </a:lnTo>
                <a:lnTo>
                  <a:pt x="1133475" y="2371725"/>
                </a:lnTo>
                <a:lnTo>
                  <a:pt x="1133475" y="2362200"/>
                </a:lnTo>
                <a:lnTo>
                  <a:pt x="1114425" y="2362200"/>
                </a:lnTo>
                <a:lnTo>
                  <a:pt x="1114425" y="2352675"/>
                </a:lnTo>
                <a:lnTo>
                  <a:pt x="1143000" y="2352675"/>
                </a:lnTo>
                <a:close/>
                <a:moveTo>
                  <a:pt x="1257300" y="2343150"/>
                </a:moveTo>
                <a:lnTo>
                  <a:pt x="1266825" y="2343150"/>
                </a:lnTo>
                <a:lnTo>
                  <a:pt x="1266825" y="2352675"/>
                </a:lnTo>
                <a:lnTo>
                  <a:pt x="1285875" y="2352675"/>
                </a:lnTo>
                <a:lnTo>
                  <a:pt x="1285875" y="2362200"/>
                </a:lnTo>
                <a:lnTo>
                  <a:pt x="1266825" y="2362200"/>
                </a:lnTo>
                <a:lnTo>
                  <a:pt x="1266825" y="2371725"/>
                </a:lnTo>
                <a:lnTo>
                  <a:pt x="1257300" y="2371725"/>
                </a:lnTo>
                <a:lnTo>
                  <a:pt x="1257300" y="2362200"/>
                </a:lnTo>
                <a:lnTo>
                  <a:pt x="1238250" y="2362200"/>
                </a:lnTo>
                <a:lnTo>
                  <a:pt x="1238250" y="2352675"/>
                </a:lnTo>
                <a:lnTo>
                  <a:pt x="1257300" y="2352675"/>
                </a:lnTo>
                <a:close/>
                <a:moveTo>
                  <a:pt x="542925" y="2352675"/>
                </a:moveTo>
                <a:lnTo>
                  <a:pt x="552450" y="2352675"/>
                </a:lnTo>
                <a:lnTo>
                  <a:pt x="552450" y="2362200"/>
                </a:lnTo>
                <a:lnTo>
                  <a:pt x="542925" y="2362200"/>
                </a:lnTo>
                <a:close/>
                <a:moveTo>
                  <a:pt x="561975" y="2352675"/>
                </a:moveTo>
                <a:lnTo>
                  <a:pt x="590550" y="2352675"/>
                </a:lnTo>
                <a:lnTo>
                  <a:pt x="590550" y="2362200"/>
                </a:lnTo>
                <a:lnTo>
                  <a:pt x="561975" y="2362200"/>
                </a:lnTo>
                <a:close/>
                <a:moveTo>
                  <a:pt x="866775" y="2352675"/>
                </a:moveTo>
                <a:lnTo>
                  <a:pt x="876300" y="2352675"/>
                </a:lnTo>
                <a:lnTo>
                  <a:pt x="876300" y="2362200"/>
                </a:lnTo>
                <a:lnTo>
                  <a:pt x="866775" y="2362200"/>
                </a:lnTo>
                <a:close/>
                <a:moveTo>
                  <a:pt x="885825" y="2352675"/>
                </a:moveTo>
                <a:lnTo>
                  <a:pt x="923925" y="2352675"/>
                </a:lnTo>
                <a:lnTo>
                  <a:pt x="923925" y="2362200"/>
                </a:lnTo>
                <a:lnTo>
                  <a:pt x="914400" y="2362200"/>
                </a:lnTo>
                <a:lnTo>
                  <a:pt x="914400" y="2371725"/>
                </a:lnTo>
                <a:lnTo>
                  <a:pt x="904875" y="2371725"/>
                </a:lnTo>
                <a:lnTo>
                  <a:pt x="904875" y="2362200"/>
                </a:lnTo>
                <a:lnTo>
                  <a:pt x="885825" y="2362200"/>
                </a:lnTo>
                <a:close/>
                <a:moveTo>
                  <a:pt x="104775" y="2390775"/>
                </a:moveTo>
                <a:lnTo>
                  <a:pt x="114300" y="2390775"/>
                </a:lnTo>
                <a:lnTo>
                  <a:pt x="114300" y="2400300"/>
                </a:lnTo>
                <a:lnTo>
                  <a:pt x="104775" y="2400300"/>
                </a:lnTo>
                <a:close/>
                <a:moveTo>
                  <a:pt x="104775" y="2438400"/>
                </a:moveTo>
                <a:lnTo>
                  <a:pt x="114300" y="2438400"/>
                </a:lnTo>
                <a:lnTo>
                  <a:pt x="114300" y="2476500"/>
                </a:lnTo>
                <a:lnTo>
                  <a:pt x="104775" y="2476500"/>
                </a:lnTo>
                <a:close/>
                <a:moveTo>
                  <a:pt x="219075" y="2495550"/>
                </a:moveTo>
                <a:lnTo>
                  <a:pt x="257175" y="2495550"/>
                </a:lnTo>
                <a:lnTo>
                  <a:pt x="257175" y="2514600"/>
                </a:lnTo>
                <a:lnTo>
                  <a:pt x="209550" y="2514600"/>
                </a:lnTo>
                <a:lnTo>
                  <a:pt x="209550" y="2524125"/>
                </a:lnTo>
                <a:lnTo>
                  <a:pt x="180975" y="2524125"/>
                </a:lnTo>
                <a:lnTo>
                  <a:pt x="180975" y="2514600"/>
                </a:lnTo>
                <a:lnTo>
                  <a:pt x="190500" y="2514600"/>
                </a:lnTo>
                <a:lnTo>
                  <a:pt x="190500" y="2505075"/>
                </a:lnTo>
                <a:lnTo>
                  <a:pt x="219075" y="2505075"/>
                </a:lnTo>
                <a:close/>
                <a:moveTo>
                  <a:pt x="1619250" y="2495550"/>
                </a:moveTo>
                <a:lnTo>
                  <a:pt x="1647825" y="2495550"/>
                </a:lnTo>
                <a:lnTo>
                  <a:pt x="1647825" y="2505075"/>
                </a:lnTo>
                <a:lnTo>
                  <a:pt x="1657350" y="2505075"/>
                </a:lnTo>
                <a:lnTo>
                  <a:pt x="1657350" y="2514600"/>
                </a:lnTo>
                <a:lnTo>
                  <a:pt x="1619250" y="2514600"/>
                </a:lnTo>
                <a:close/>
                <a:moveTo>
                  <a:pt x="1657350" y="2514600"/>
                </a:moveTo>
                <a:lnTo>
                  <a:pt x="1676400" y="2514600"/>
                </a:lnTo>
                <a:lnTo>
                  <a:pt x="1676400" y="2524125"/>
                </a:lnTo>
                <a:lnTo>
                  <a:pt x="1685925" y="2524125"/>
                </a:lnTo>
                <a:lnTo>
                  <a:pt x="1685925" y="2533650"/>
                </a:lnTo>
                <a:lnTo>
                  <a:pt x="1695450" y="2533650"/>
                </a:lnTo>
                <a:lnTo>
                  <a:pt x="1695450" y="2543175"/>
                </a:lnTo>
                <a:lnTo>
                  <a:pt x="1704975" y="2543175"/>
                </a:lnTo>
                <a:lnTo>
                  <a:pt x="1704975" y="2571750"/>
                </a:lnTo>
                <a:lnTo>
                  <a:pt x="1714500" y="2571750"/>
                </a:lnTo>
                <a:lnTo>
                  <a:pt x="1714500" y="2800350"/>
                </a:lnTo>
                <a:lnTo>
                  <a:pt x="1695450" y="2800350"/>
                </a:lnTo>
                <a:lnTo>
                  <a:pt x="1695450" y="2562225"/>
                </a:lnTo>
                <a:lnTo>
                  <a:pt x="1685925" y="2562225"/>
                </a:lnTo>
                <a:lnTo>
                  <a:pt x="1685925" y="2543175"/>
                </a:lnTo>
                <a:lnTo>
                  <a:pt x="1676400" y="2543175"/>
                </a:lnTo>
                <a:lnTo>
                  <a:pt x="1676400" y="2533650"/>
                </a:lnTo>
                <a:lnTo>
                  <a:pt x="1666875" y="2533650"/>
                </a:lnTo>
                <a:lnTo>
                  <a:pt x="1666875" y="2524125"/>
                </a:lnTo>
                <a:lnTo>
                  <a:pt x="1657350" y="2524125"/>
                </a:lnTo>
                <a:close/>
                <a:moveTo>
                  <a:pt x="161925" y="2533650"/>
                </a:moveTo>
                <a:lnTo>
                  <a:pt x="171450" y="2533650"/>
                </a:lnTo>
                <a:lnTo>
                  <a:pt x="171450" y="2543175"/>
                </a:lnTo>
                <a:lnTo>
                  <a:pt x="161925" y="2543175"/>
                </a:lnTo>
                <a:close/>
                <a:moveTo>
                  <a:pt x="152400" y="2543175"/>
                </a:moveTo>
                <a:lnTo>
                  <a:pt x="161925" y="2543175"/>
                </a:lnTo>
                <a:lnTo>
                  <a:pt x="161925" y="2552700"/>
                </a:lnTo>
                <a:lnTo>
                  <a:pt x="171450" y="2552700"/>
                </a:lnTo>
                <a:lnTo>
                  <a:pt x="171450" y="2571750"/>
                </a:lnTo>
                <a:lnTo>
                  <a:pt x="161925" y="2571750"/>
                </a:lnTo>
                <a:lnTo>
                  <a:pt x="161925" y="2600325"/>
                </a:lnTo>
                <a:lnTo>
                  <a:pt x="142875" y="2600325"/>
                </a:lnTo>
                <a:lnTo>
                  <a:pt x="142875" y="2571750"/>
                </a:lnTo>
                <a:lnTo>
                  <a:pt x="152400" y="2571750"/>
                </a:lnTo>
                <a:close/>
                <a:moveTo>
                  <a:pt x="476250" y="2609850"/>
                </a:moveTo>
                <a:lnTo>
                  <a:pt x="504825" y="2609850"/>
                </a:lnTo>
                <a:lnTo>
                  <a:pt x="504825" y="2628900"/>
                </a:lnTo>
                <a:lnTo>
                  <a:pt x="533400" y="2628900"/>
                </a:lnTo>
                <a:lnTo>
                  <a:pt x="533400" y="2638425"/>
                </a:lnTo>
                <a:lnTo>
                  <a:pt x="523875" y="2638425"/>
                </a:lnTo>
                <a:lnTo>
                  <a:pt x="523875" y="2647950"/>
                </a:lnTo>
                <a:lnTo>
                  <a:pt x="552450" y="2647950"/>
                </a:lnTo>
                <a:lnTo>
                  <a:pt x="552450" y="2657475"/>
                </a:lnTo>
                <a:lnTo>
                  <a:pt x="542925" y="2657475"/>
                </a:lnTo>
                <a:lnTo>
                  <a:pt x="542925" y="2667000"/>
                </a:lnTo>
                <a:lnTo>
                  <a:pt x="523875" y="2667000"/>
                </a:lnTo>
                <a:lnTo>
                  <a:pt x="523875" y="2676525"/>
                </a:lnTo>
                <a:lnTo>
                  <a:pt x="514350" y="2676525"/>
                </a:lnTo>
                <a:lnTo>
                  <a:pt x="514350" y="2667000"/>
                </a:lnTo>
                <a:lnTo>
                  <a:pt x="504825" y="2667000"/>
                </a:lnTo>
                <a:lnTo>
                  <a:pt x="504825" y="2638425"/>
                </a:lnTo>
                <a:lnTo>
                  <a:pt x="495300" y="2638425"/>
                </a:lnTo>
                <a:lnTo>
                  <a:pt x="495300" y="2628900"/>
                </a:lnTo>
                <a:lnTo>
                  <a:pt x="485775" y="2628900"/>
                </a:lnTo>
                <a:lnTo>
                  <a:pt x="485775" y="2619375"/>
                </a:lnTo>
                <a:lnTo>
                  <a:pt x="476250" y="2619375"/>
                </a:lnTo>
                <a:close/>
                <a:moveTo>
                  <a:pt x="466725" y="2619375"/>
                </a:moveTo>
                <a:lnTo>
                  <a:pt x="476250" y="2619375"/>
                </a:lnTo>
                <a:lnTo>
                  <a:pt x="476250" y="2628900"/>
                </a:lnTo>
                <a:lnTo>
                  <a:pt x="466725" y="2628900"/>
                </a:lnTo>
                <a:close/>
                <a:moveTo>
                  <a:pt x="628650" y="2619375"/>
                </a:moveTo>
                <a:lnTo>
                  <a:pt x="647700" y="2619375"/>
                </a:lnTo>
                <a:lnTo>
                  <a:pt x="647700" y="2628900"/>
                </a:lnTo>
                <a:lnTo>
                  <a:pt x="714375" y="2628900"/>
                </a:lnTo>
                <a:lnTo>
                  <a:pt x="714375" y="2638425"/>
                </a:lnTo>
                <a:lnTo>
                  <a:pt x="704850" y="2638425"/>
                </a:lnTo>
                <a:lnTo>
                  <a:pt x="704850" y="2647950"/>
                </a:lnTo>
                <a:lnTo>
                  <a:pt x="695325" y="2647950"/>
                </a:lnTo>
                <a:lnTo>
                  <a:pt x="695325" y="2657475"/>
                </a:lnTo>
                <a:lnTo>
                  <a:pt x="704850" y="2657475"/>
                </a:lnTo>
                <a:lnTo>
                  <a:pt x="704850" y="2667000"/>
                </a:lnTo>
                <a:lnTo>
                  <a:pt x="714375" y="2667000"/>
                </a:lnTo>
                <a:lnTo>
                  <a:pt x="714375" y="2676525"/>
                </a:lnTo>
                <a:lnTo>
                  <a:pt x="685800" y="2676525"/>
                </a:lnTo>
                <a:lnTo>
                  <a:pt x="685800" y="2667000"/>
                </a:lnTo>
                <a:lnTo>
                  <a:pt x="676275" y="2667000"/>
                </a:lnTo>
                <a:lnTo>
                  <a:pt x="676275" y="2647950"/>
                </a:lnTo>
                <a:lnTo>
                  <a:pt x="685800" y="2647950"/>
                </a:lnTo>
                <a:lnTo>
                  <a:pt x="685800" y="2638425"/>
                </a:lnTo>
                <a:lnTo>
                  <a:pt x="647700" y="2638425"/>
                </a:lnTo>
                <a:lnTo>
                  <a:pt x="647700" y="2667000"/>
                </a:lnTo>
                <a:lnTo>
                  <a:pt x="657225" y="2667000"/>
                </a:lnTo>
                <a:lnTo>
                  <a:pt x="657225" y="2676525"/>
                </a:lnTo>
                <a:lnTo>
                  <a:pt x="619125" y="2676525"/>
                </a:lnTo>
                <a:lnTo>
                  <a:pt x="619125" y="2657475"/>
                </a:lnTo>
                <a:lnTo>
                  <a:pt x="628650" y="2657475"/>
                </a:lnTo>
                <a:lnTo>
                  <a:pt x="628650" y="2667000"/>
                </a:lnTo>
                <a:lnTo>
                  <a:pt x="638175" y="2667000"/>
                </a:lnTo>
                <a:lnTo>
                  <a:pt x="638175" y="2628900"/>
                </a:lnTo>
                <a:lnTo>
                  <a:pt x="628650" y="2628900"/>
                </a:lnTo>
                <a:close/>
                <a:moveTo>
                  <a:pt x="762000" y="2619375"/>
                </a:moveTo>
                <a:lnTo>
                  <a:pt x="771525" y="2619375"/>
                </a:lnTo>
                <a:lnTo>
                  <a:pt x="771525" y="2628900"/>
                </a:lnTo>
                <a:lnTo>
                  <a:pt x="762000" y="2628900"/>
                </a:lnTo>
                <a:close/>
                <a:moveTo>
                  <a:pt x="590550" y="2628900"/>
                </a:moveTo>
                <a:lnTo>
                  <a:pt x="600075" y="2628900"/>
                </a:lnTo>
                <a:lnTo>
                  <a:pt x="600075" y="2676525"/>
                </a:lnTo>
                <a:lnTo>
                  <a:pt x="609600" y="2676525"/>
                </a:lnTo>
                <a:lnTo>
                  <a:pt x="609600" y="2686050"/>
                </a:lnTo>
                <a:lnTo>
                  <a:pt x="581025" y="2686050"/>
                </a:lnTo>
                <a:lnTo>
                  <a:pt x="581025" y="2676525"/>
                </a:lnTo>
                <a:lnTo>
                  <a:pt x="571500" y="2676525"/>
                </a:lnTo>
                <a:lnTo>
                  <a:pt x="571500" y="2667000"/>
                </a:lnTo>
                <a:lnTo>
                  <a:pt x="581025" y="2667000"/>
                </a:lnTo>
                <a:lnTo>
                  <a:pt x="581025" y="2676525"/>
                </a:lnTo>
                <a:lnTo>
                  <a:pt x="590550" y="2676525"/>
                </a:lnTo>
                <a:close/>
                <a:moveTo>
                  <a:pt x="609600" y="2628900"/>
                </a:moveTo>
                <a:lnTo>
                  <a:pt x="628650" y="2628900"/>
                </a:lnTo>
                <a:lnTo>
                  <a:pt x="628650" y="2647950"/>
                </a:lnTo>
                <a:lnTo>
                  <a:pt x="619125" y="2647950"/>
                </a:lnTo>
                <a:lnTo>
                  <a:pt x="619125" y="2638425"/>
                </a:lnTo>
                <a:lnTo>
                  <a:pt x="609600" y="2638425"/>
                </a:lnTo>
                <a:close/>
                <a:moveTo>
                  <a:pt x="752475" y="2628900"/>
                </a:moveTo>
                <a:lnTo>
                  <a:pt x="762000" y="2628900"/>
                </a:lnTo>
                <a:lnTo>
                  <a:pt x="762000" y="2638425"/>
                </a:lnTo>
                <a:lnTo>
                  <a:pt x="752475" y="2638425"/>
                </a:lnTo>
                <a:close/>
                <a:moveTo>
                  <a:pt x="800100" y="2628900"/>
                </a:moveTo>
                <a:lnTo>
                  <a:pt x="847725" y="2628900"/>
                </a:lnTo>
                <a:lnTo>
                  <a:pt x="847725" y="2638425"/>
                </a:lnTo>
                <a:lnTo>
                  <a:pt x="838200" y="2638425"/>
                </a:lnTo>
                <a:lnTo>
                  <a:pt x="838200" y="2647950"/>
                </a:lnTo>
                <a:lnTo>
                  <a:pt x="828675" y="2647950"/>
                </a:lnTo>
                <a:lnTo>
                  <a:pt x="828675" y="2657475"/>
                </a:lnTo>
                <a:lnTo>
                  <a:pt x="838200" y="2657475"/>
                </a:lnTo>
                <a:lnTo>
                  <a:pt x="838200" y="2647950"/>
                </a:lnTo>
                <a:lnTo>
                  <a:pt x="847725" y="2647950"/>
                </a:lnTo>
                <a:lnTo>
                  <a:pt x="847725" y="2667000"/>
                </a:lnTo>
                <a:lnTo>
                  <a:pt x="838200" y="2667000"/>
                </a:lnTo>
                <a:lnTo>
                  <a:pt x="838200" y="2676525"/>
                </a:lnTo>
                <a:lnTo>
                  <a:pt x="800100" y="2676525"/>
                </a:lnTo>
                <a:lnTo>
                  <a:pt x="800100" y="2667000"/>
                </a:lnTo>
                <a:lnTo>
                  <a:pt x="790575" y="2667000"/>
                </a:lnTo>
                <a:lnTo>
                  <a:pt x="790575" y="2638425"/>
                </a:lnTo>
                <a:lnTo>
                  <a:pt x="800100" y="2638425"/>
                </a:lnTo>
                <a:close/>
                <a:moveTo>
                  <a:pt x="733425" y="2638425"/>
                </a:moveTo>
                <a:lnTo>
                  <a:pt x="752475" y="2638425"/>
                </a:lnTo>
                <a:lnTo>
                  <a:pt x="752475" y="2647950"/>
                </a:lnTo>
                <a:lnTo>
                  <a:pt x="781050" y="2647950"/>
                </a:lnTo>
                <a:lnTo>
                  <a:pt x="781050" y="2667000"/>
                </a:lnTo>
                <a:lnTo>
                  <a:pt x="771525" y="2667000"/>
                </a:lnTo>
                <a:lnTo>
                  <a:pt x="771525" y="2657475"/>
                </a:lnTo>
                <a:lnTo>
                  <a:pt x="762000" y="2657475"/>
                </a:lnTo>
                <a:lnTo>
                  <a:pt x="762000" y="2667000"/>
                </a:lnTo>
                <a:lnTo>
                  <a:pt x="771525" y="2667000"/>
                </a:lnTo>
                <a:lnTo>
                  <a:pt x="771525" y="2676525"/>
                </a:lnTo>
                <a:lnTo>
                  <a:pt x="752475" y="2676525"/>
                </a:lnTo>
                <a:lnTo>
                  <a:pt x="752475" y="2667000"/>
                </a:lnTo>
                <a:lnTo>
                  <a:pt x="742950" y="2667000"/>
                </a:lnTo>
                <a:lnTo>
                  <a:pt x="742950" y="2647950"/>
                </a:lnTo>
                <a:lnTo>
                  <a:pt x="733425" y="2647950"/>
                </a:lnTo>
                <a:close/>
                <a:moveTo>
                  <a:pt x="266700" y="2657475"/>
                </a:moveTo>
                <a:lnTo>
                  <a:pt x="276225" y="2657475"/>
                </a:lnTo>
                <a:lnTo>
                  <a:pt x="276225" y="2667000"/>
                </a:lnTo>
                <a:lnTo>
                  <a:pt x="314325" y="2667000"/>
                </a:lnTo>
                <a:lnTo>
                  <a:pt x="314325" y="2657475"/>
                </a:lnTo>
                <a:lnTo>
                  <a:pt x="333375" y="2657475"/>
                </a:lnTo>
                <a:lnTo>
                  <a:pt x="333375" y="2705100"/>
                </a:lnTo>
                <a:lnTo>
                  <a:pt x="342900" y="2705100"/>
                </a:lnTo>
                <a:lnTo>
                  <a:pt x="342900" y="2714625"/>
                </a:lnTo>
                <a:lnTo>
                  <a:pt x="352425" y="2714625"/>
                </a:lnTo>
                <a:lnTo>
                  <a:pt x="352425" y="2724150"/>
                </a:lnTo>
                <a:lnTo>
                  <a:pt x="342900" y="2724150"/>
                </a:lnTo>
                <a:lnTo>
                  <a:pt x="342900" y="2733675"/>
                </a:lnTo>
                <a:lnTo>
                  <a:pt x="333375" y="2733675"/>
                </a:lnTo>
                <a:lnTo>
                  <a:pt x="333375" y="2724150"/>
                </a:lnTo>
                <a:lnTo>
                  <a:pt x="295275" y="2724150"/>
                </a:lnTo>
                <a:lnTo>
                  <a:pt x="295275" y="2733675"/>
                </a:lnTo>
                <a:lnTo>
                  <a:pt x="276225" y="2733675"/>
                </a:lnTo>
                <a:lnTo>
                  <a:pt x="276225" y="2724150"/>
                </a:lnTo>
                <a:lnTo>
                  <a:pt x="257175" y="2724150"/>
                </a:lnTo>
                <a:lnTo>
                  <a:pt x="257175" y="2714625"/>
                </a:lnTo>
                <a:lnTo>
                  <a:pt x="247650" y="2714625"/>
                </a:lnTo>
                <a:lnTo>
                  <a:pt x="247650" y="2705100"/>
                </a:lnTo>
                <a:lnTo>
                  <a:pt x="257175" y="2705100"/>
                </a:lnTo>
                <a:lnTo>
                  <a:pt x="257175" y="2695575"/>
                </a:lnTo>
                <a:lnTo>
                  <a:pt x="266700" y="2695575"/>
                </a:lnTo>
                <a:close/>
                <a:moveTo>
                  <a:pt x="476250" y="2667000"/>
                </a:moveTo>
                <a:lnTo>
                  <a:pt x="485775" y="2667000"/>
                </a:lnTo>
                <a:lnTo>
                  <a:pt x="485775" y="2676525"/>
                </a:lnTo>
                <a:lnTo>
                  <a:pt x="476250" y="2676525"/>
                </a:lnTo>
                <a:close/>
                <a:moveTo>
                  <a:pt x="666750" y="2667000"/>
                </a:moveTo>
                <a:lnTo>
                  <a:pt x="676275" y="2667000"/>
                </a:lnTo>
                <a:lnTo>
                  <a:pt x="676275" y="2676525"/>
                </a:lnTo>
                <a:lnTo>
                  <a:pt x="666750" y="2676525"/>
                </a:lnTo>
                <a:close/>
                <a:moveTo>
                  <a:pt x="723900" y="2667000"/>
                </a:moveTo>
                <a:lnTo>
                  <a:pt x="742950" y="2667000"/>
                </a:lnTo>
                <a:lnTo>
                  <a:pt x="742950" y="2676525"/>
                </a:lnTo>
                <a:lnTo>
                  <a:pt x="723900" y="2676525"/>
                </a:lnTo>
                <a:close/>
                <a:moveTo>
                  <a:pt x="1590675" y="2686050"/>
                </a:moveTo>
                <a:lnTo>
                  <a:pt x="1609725" y="2686050"/>
                </a:lnTo>
                <a:lnTo>
                  <a:pt x="1609725" y="2705100"/>
                </a:lnTo>
                <a:lnTo>
                  <a:pt x="1600200" y="2705100"/>
                </a:lnTo>
                <a:lnTo>
                  <a:pt x="1600200" y="2714625"/>
                </a:lnTo>
                <a:lnTo>
                  <a:pt x="1590675" y="2714625"/>
                </a:lnTo>
                <a:close/>
                <a:moveTo>
                  <a:pt x="19050" y="2705100"/>
                </a:moveTo>
                <a:lnTo>
                  <a:pt x="28575" y="2705100"/>
                </a:lnTo>
                <a:lnTo>
                  <a:pt x="28575" y="2714625"/>
                </a:lnTo>
                <a:lnTo>
                  <a:pt x="38100" y="2714625"/>
                </a:lnTo>
                <a:lnTo>
                  <a:pt x="38100" y="3467100"/>
                </a:lnTo>
                <a:lnTo>
                  <a:pt x="28575" y="3467100"/>
                </a:lnTo>
                <a:lnTo>
                  <a:pt x="28575" y="3162300"/>
                </a:lnTo>
                <a:lnTo>
                  <a:pt x="9525" y="3162300"/>
                </a:lnTo>
                <a:lnTo>
                  <a:pt x="9525" y="3152775"/>
                </a:lnTo>
                <a:lnTo>
                  <a:pt x="19050" y="3152775"/>
                </a:lnTo>
                <a:lnTo>
                  <a:pt x="19050" y="3124200"/>
                </a:lnTo>
                <a:lnTo>
                  <a:pt x="28575" y="3124200"/>
                </a:lnTo>
                <a:lnTo>
                  <a:pt x="28575" y="2724150"/>
                </a:lnTo>
                <a:lnTo>
                  <a:pt x="9525" y="2724150"/>
                </a:lnTo>
                <a:lnTo>
                  <a:pt x="9525" y="2714625"/>
                </a:lnTo>
                <a:lnTo>
                  <a:pt x="19050" y="2714625"/>
                </a:lnTo>
                <a:close/>
                <a:moveTo>
                  <a:pt x="276225" y="2705100"/>
                </a:moveTo>
                <a:lnTo>
                  <a:pt x="295275" y="2705100"/>
                </a:lnTo>
                <a:lnTo>
                  <a:pt x="295275" y="2714625"/>
                </a:lnTo>
                <a:lnTo>
                  <a:pt x="314325" y="2714625"/>
                </a:lnTo>
                <a:lnTo>
                  <a:pt x="314325" y="2705100"/>
                </a:lnTo>
                <a:lnTo>
                  <a:pt x="304800" y="2705100"/>
                </a:lnTo>
                <a:lnTo>
                  <a:pt x="304800" y="2686050"/>
                </a:lnTo>
                <a:lnTo>
                  <a:pt x="276225" y="2686050"/>
                </a:lnTo>
                <a:close/>
                <a:moveTo>
                  <a:pt x="0" y="2724150"/>
                </a:moveTo>
                <a:lnTo>
                  <a:pt x="9525" y="2724150"/>
                </a:lnTo>
                <a:lnTo>
                  <a:pt x="9525" y="2733675"/>
                </a:lnTo>
                <a:lnTo>
                  <a:pt x="0" y="2733675"/>
                </a:lnTo>
                <a:close/>
                <a:moveTo>
                  <a:pt x="476250" y="2743200"/>
                </a:moveTo>
                <a:lnTo>
                  <a:pt x="485775" y="2743200"/>
                </a:lnTo>
                <a:lnTo>
                  <a:pt x="485775" y="2752725"/>
                </a:lnTo>
                <a:lnTo>
                  <a:pt x="476250" y="2752725"/>
                </a:lnTo>
                <a:close/>
                <a:moveTo>
                  <a:pt x="1123950" y="2743200"/>
                </a:moveTo>
                <a:lnTo>
                  <a:pt x="1133475" y="2743200"/>
                </a:lnTo>
                <a:lnTo>
                  <a:pt x="1133475" y="2752725"/>
                </a:lnTo>
                <a:lnTo>
                  <a:pt x="1143000" y="2752725"/>
                </a:lnTo>
                <a:lnTo>
                  <a:pt x="1143000" y="2771775"/>
                </a:lnTo>
                <a:lnTo>
                  <a:pt x="1133475" y="2771775"/>
                </a:lnTo>
                <a:lnTo>
                  <a:pt x="1133475" y="2781300"/>
                </a:lnTo>
                <a:lnTo>
                  <a:pt x="1095375" y="2781300"/>
                </a:lnTo>
                <a:lnTo>
                  <a:pt x="1095375" y="2771775"/>
                </a:lnTo>
                <a:lnTo>
                  <a:pt x="1085850" y="2771775"/>
                </a:lnTo>
                <a:lnTo>
                  <a:pt x="1085850" y="2781300"/>
                </a:lnTo>
                <a:lnTo>
                  <a:pt x="1076325" y="2781300"/>
                </a:lnTo>
                <a:lnTo>
                  <a:pt x="1076325" y="2771775"/>
                </a:lnTo>
                <a:lnTo>
                  <a:pt x="1066800" y="2771775"/>
                </a:lnTo>
                <a:lnTo>
                  <a:pt x="1066800" y="2762250"/>
                </a:lnTo>
                <a:lnTo>
                  <a:pt x="1076325" y="2762250"/>
                </a:lnTo>
                <a:lnTo>
                  <a:pt x="1076325" y="2752725"/>
                </a:lnTo>
                <a:lnTo>
                  <a:pt x="1123950" y="2752725"/>
                </a:lnTo>
                <a:close/>
                <a:moveTo>
                  <a:pt x="504825" y="2752725"/>
                </a:moveTo>
                <a:lnTo>
                  <a:pt x="533400" y="2752725"/>
                </a:lnTo>
                <a:lnTo>
                  <a:pt x="533400" y="2762250"/>
                </a:lnTo>
                <a:lnTo>
                  <a:pt x="542925" y="2762250"/>
                </a:lnTo>
                <a:lnTo>
                  <a:pt x="542925" y="2752725"/>
                </a:lnTo>
                <a:lnTo>
                  <a:pt x="600075" y="2752725"/>
                </a:lnTo>
                <a:lnTo>
                  <a:pt x="600075" y="2762250"/>
                </a:lnTo>
                <a:lnTo>
                  <a:pt x="609600" y="2762250"/>
                </a:lnTo>
                <a:lnTo>
                  <a:pt x="609600" y="2752725"/>
                </a:lnTo>
                <a:lnTo>
                  <a:pt x="714375" y="2752725"/>
                </a:lnTo>
                <a:lnTo>
                  <a:pt x="714375" y="2762250"/>
                </a:lnTo>
                <a:lnTo>
                  <a:pt x="723900" y="2762250"/>
                </a:lnTo>
                <a:lnTo>
                  <a:pt x="723900" y="2771775"/>
                </a:lnTo>
                <a:lnTo>
                  <a:pt x="714375" y="2771775"/>
                </a:lnTo>
                <a:lnTo>
                  <a:pt x="714375" y="2781300"/>
                </a:lnTo>
                <a:lnTo>
                  <a:pt x="676275" y="2781300"/>
                </a:lnTo>
                <a:lnTo>
                  <a:pt x="676275" y="2771775"/>
                </a:lnTo>
                <a:lnTo>
                  <a:pt x="647700" y="2771775"/>
                </a:lnTo>
                <a:lnTo>
                  <a:pt x="647700" y="2781300"/>
                </a:lnTo>
                <a:lnTo>
                  <a:pt x="638175" y="2781300"/>
                </a:lnTo>
                <a:lnTo>
                  <a:pt x="638175" y="2771775"/>
                </a:lnTo>
                <a:lnTo>
                  <a:pt x="628650" y="2771775"/>
                </a:lnTo>
                <a:lnTo>
                  <a:pt x="628650" y="2781300"/>
                </a:lnTo>
                <a:lnTo>
                  <a:pt x="609600" y="2781300"/>
                </a:lnTo>
                <a:lnTo>
                  <a:pt x="609600" y="2771775"/>
                </a:lnTo>
                <a:lnTo>
                  <a:pt x="590550" y="2771775"/>
                </a:lnTo>
                <a:lnTo>
                  <a:pt x="590550" y="2762250"/>
                </a:lnTo>
                <a:lnTo>
                  <a:pt x="581025" y="2762250"/>
                </a:lnTo>
                <a:lnTo>
                  <a:pt x="581025" y="2771775"/>
                </a:lnTo>
                <a:lnTo>
                  <a:pt x="561975" y="2771775"/>
                </a:lnTo>
                <a:lnTo>
                  <a:pt x="561975" y="2781300"/>
                </a:lnTo>
                <a:lnTo>
                  <a:pt x="552450" y="2781300"/>
                </a:lnTo>
                <a:lnTo>
                  <a:pt x="552450" y="2771775"/>
                </a:lnTo>
                <a:lnTo>
                  <a:pt x="514350" y="2771775"/>
                </a:lnTo>
                <a:lnTo>
                  <a:pt x="514350" y="2781300"/>
                </a:lnTo>
                <a:lnTo>
                  <a:pt x="504825" y="2781300"/>
                </a:lnTo>
                <a:close/>
                <a:moveTo>
                  <a:pt x="762000" y="2752725"/>
                </a:moveTo>
                <a:lnTo>
                  <a:pt x="800100" y="2752725"/>
                </a:lnTo>
                <a:lnTo>
                  <a:pt x="800100" y="2762250"/>
                </a:lnTo>
                <a:lnTo>
                  <a:pt x="809625" y="2762250"/>
                </a:lnTo>
                <a:lnTo>
                  <a:pt x="809625" y="2752725"/>
                </a:lnTo>
                <a:lnTo>
                  <a:pt x="819150" y="2752725"/>
                </a:lnTo>
                <a:lnTo>
                  <a:pt x="819150" y="2771775"/>
                </a:lnTo>
                <a:lnTo>
                  <a:pt x="781050" y="2771775"/>
                </a:lnTo>
                <a:lnTo>
                  <a:pt x="781050" y="2781300"/>
                </a:lnTo>
                <a:lnTo>
                  <a:pt x="762000" y="2781300"/>
                </a:lnTo>
                <a:lnTo>
                  <a:pt x="762000" y="2771775"/>
                </a:lnTo>
                <a:lnTo>
                  <a:pt x="752475" y="2771775"/>
                </a:lnTo>
                <a:lnTo>
                  <a:pt x="752475" y="2762250"/>
                </a:lnTo>
                <a:lnTo>
                  <a:pt x="762000" y="2762250"/>
                </a:lnTo>
                <a:close/>
                <a:moveTo>
                  <a:pt x="828675" y="2752725"/>
                </a:moveTo>
                <a:lnTo>
                  <a:pt x="838200" y="2752725"/>
                </a:lnTo>
                <a:lnTo>
                  <a:pt x="838200" y="2762250"/>
                </a:lnTo>
                <a:lnTo>
                  <a:pt x="866775" y="2762250"/>
                </a:lnTo>
                <a:lnTo>
                  <a:pt x="866775" y="2752725"/>
                </a:lnTo>
                <a:lnTo>
                  <a:pt x="885825" y="2752725"/>
                </a:lnTo>
                <a:lnTo>
                  <a:pt x="885825" y="2762250"/>
                </a:lnTo>
                <a:lnTo>
                  <a:pt x="895350" y="2762250"/>
                </a:lnTo>
                <a:lnTo>
                  <a:pt x="895350" y="2752725"/>
                </a:lnTo>
                <a:lnTo>
                  <a:pt x="904875" y="2752725"/>
                </a:lnTo>
                <a:lnTo>
                  <a:pt x="904875" y="2771775"/>
                </a:lnTo>
                <a:lnTo>
                  <a:pt x="885825" y="2771775"/>
                </a:lnTo>
                <a:lnTo>
                  <a:pt x="885825" y="2781300"/>
                </a:lnTo>
                <a:lnTo>
                  <a:pt x="828675" y="2781300"/>
                </a:lnTo>
                <a:close/>
                <a:moveTo>
                  <a:pt x="933450" y="2752725"/>
                </a:moveTo>
                <a:lnTo>
                  <a:pt x="952500" y="2752725"/>
                </a:lnTo>
                <a:lnTo>
                  <a:pt x="952500" y="2762250"/>
                </a:lnTo>
                <a:lnTo>
                  <a:pt x="962025" y="2762250"/>
                </a:lnTo>
                <a:lnTo>
                  <a:pt x="962025" y="2752725"/>
                </a:lnTo>
                <a:lnTo>
                  <a:pt x="1038225" y="2752725"/>
                </a:lnTo>
                <a:lnTo>
                  <a:pt x="1038225" y="2762250"/>
                </a:lnTo>
                <a:lnTo>
                  <a:pt x="1047750" y="2762250"/>
                </a:lnTo>
                <a:lnTo>
                  <a:pt x="1047750" y="2771775"/>
                </a:lnTo>
                <a:lnTo>
                  <a:pt x="1009650" y="2771775"/>
                </a:lnTo>
                <a:lnTo>
                  <a:pt x="1009650" y="2781300"/>
                </a:lnTo>
                <a:lnTo>
                  <a:pt x="1000125" y="2781300"/>
                </a:lnTo>
                <a:lnTo>
                  <a:pt x="1000125" y="2771775"/>
                </a:lnTo>
                <a:lnTo>
                  <a:pt x="990600" y="2771775"/>
                </a:lnTo>
                <a:lnTo>
                  <a:pt x="990600" y="2781300"/>
                </a:lnTo>
                <a:lnTo>
                  <a:pt x="981075" y="2781300"/>
                </a:lnTo>
                <a:lnTo>
                  <a:pt x="981075" y="2771775"/>
                </a:lnTo>
                <a:lnTo>
                  <a:pt x="971550" y="2771775"/>
                </a:lnTo>
                <a:lnTo>
                  <a:pt x="971550" y="2781300"/>
                </a:lnTo>
                <a:lnTo>
                  <a:pt x="933450" y="2781300"/>
                </a:lnTo>
                <a:lnTo>
                  <a:pt x="933450" y="2771775"/>
                </a:lnTo>
                <a:lnTo>
                  <a:pt x="914400" y="2771775"/>
                </a:lnTo>
                <a:lnTo>
                  <a:pt x="914400" y="2762250"/>
                </a:lnTo>
                <a:lnTo>
                  <a:pt x="933450" y="2762250"/>
                </a:lnTo>
                <a:close/>
                <a:moveTo>
                  <a:pt x="1181100" y="2752725"/>
                </a:moveTo>
                <a:lnTo>
                  <a:pt x="1266825" y="2752725"/>
                </a:lnTo>
                <a:lnTo>
                  <a:pt x="1266825" y="2762250"/>
                </a:lnTo>
                <a:lnTo>
                  <a:pt x="1295400" y="2762250"/>
                </a:lnTo>
                <a:lnTo>
                  <a:pt x="1295400" y="2752725"/>
                </a:lnTo>
                <a:lnTo>
                  <a:pt x="1371600" y="2752725"/>
                </a:lnTo>
                <a:lnTo>
                  <a:pt x="1371600" y="2781300"/>
                </a:lnTo>
                <a:lnTo>
                  <a:pt x="1362075" y="2781300"/>
                </a:lnTo>
                <a:lnTo>
                  <a:pt x="1362075" y="2771775"/>
                </a:lnTo>
                <a:lnTo>
                  <a:pt x="1352550" y="2771775"/>
                </a:lnTo>
                <a:lnTo>
                  <a:pt x="1352550" y="2781300"/>
                </a:lnTo>
                <a:lnTo>
                  <a:pt x="1343025" y="2781300"/>
                </a:lnTo>
                <a:lnTo>
                  <a:pt x="1343025" y="2771775"/>
                </a:lnTo>
                <a:lnTo>
                  <a:pt x="1314450" y="2771775"/>
                </a:lnTo>
                <a:lnTo>
                  <a:pt x="1314450" y="2781300"/>
                </a:lnTo>
                <a:lnTo>
                  <a:pt x="1295400" y="2781300"/>
                </a:lnTo>
                <a:lnTo>
                  <a:pt x="1295400" y="2771775"/>
                </a:lnTo>
                <a:lnTo>
                  <a:pt x="1276350" y="2771775"/>
                </a:lnTo>
                <a:lnTo>
                  <a:pt x="1276350" y="2781300"/>
                </a:lnTo>
                <a:lnTo>
                  <a:pt x="1266825" y="2781300"/>
                </a:lnTo>
                <a:lnTo>
                  <a:pt x="1266825" y="2790825"/>
                </a:lnTo>
                <a:lnTo>
                  <a:pt x="1238250" y="2790825"/>
                </a:lnTo>
                <a:lnTo>
                  <a:pt x="1238250" y="2781300"/>
                </a:lnTo>
                <a:lnTo>
                  <a:pt x="1200150" y="2781300"/>
                </a:lnTo>
                <a:lnTo>
                  <a:pt x="1200150" y="2771775"/>
                </a:lnTo>
                <a:lnTo>
                  <a:pt x="1181100" y="2771775"/>
                </a:lnTo>
                <a:close/>
                <a:moveTo>
                  <a:pt x="142875" y="2790825"/>
                </a:moveTo>
                <a:lnTo>
                  <a:pt x="161925" y="2790825"/>
                </a:lnTo>
                <a:lnTo>
                  <a:pt x="161925" y="2828925"/>
                </a:lnTo>
                <a:lnTo>
                  <a:pt x="171450" y="2828925"/>
                </a:lnTo>
                <a:lnTo>
                  <a:pt x="171450" y="2867025"/>
                </a:lnTo>
                <a:lnTo>
                  <a:pt x="209550" y="2867025"/>
                </a:lnTo>
                <a:lnTo>
                  <a:pt x="209550" y="2876550"/>
                </a:lnTo>
                <a:lnTo>
                  <a:pt x="228600" y="2876550"/>
                </a:lnTo>
                <a:lnTo>
                  <a:pt x="228600" y="2895600"/>
                </a:lnTo>
                <a:lnTo>
                  <a:pt x="1628775" y="2895600"/>
                </a:lnTo>
                <a:lnTo>
                  <a:pt x="1628775" y="2876550"/>
                </a:lnTo>
                <a:lnTo>
                  <a:pt x="1647825" y="2876550"/>
                </a:lnTo>
                <a:lnTo>
                  <a:pt x="1647825" y="2867025"/>
                </a:lnTo>
                <a:lnTo>
                  <a:pt x="1685925" y="2867025"/>
                </a:lnTo>
                <a:lnTo>
                  <a:pt x="1685925" y="2828925"/>
                </a:lnTo>
                <a:lnTo>
                  <a:pt x="1695450" y="2828925"/>
                </a:lnTo>
                <a:lnTo>
                  <a:pt x="1695450" y="2819400"/>
                </a:lnTo>
                <a:lnTo>
                  <a:pt x="1714500" y="2819400"/>
                </a:lnTo>
                <a:lnTo>
                  <a:pt x="1714500" y="2838450"/>
                </a:lnTo>
                <a:lnTo>
                  <a:pt x="1704975" y="2838450"/>
                </a:lnTo>
                <a:lnTo>
                  <a:pt x="1704975" y="2857500"/>
                </a:lnTo>
                <a:lnTo>
                  <a:pt x="1695450" y="2857500"/>
                </a:lnTo>
                <a:lnTo>
                  <a:pt x="1695450" y="2867025"/>
                </a:lnTo>
                <a:lnTo>
                  <a:pt x="1685925" y="2867025"/>
                </a:lnTo>
                <a:lnTo>
                  <a:pt x="1685925" y="2876550"/>
                </a:lnTo>
                <a:lnTo>
                  <a:pt x="1676400" y="2876550"/>
                </a:lnTo>
                <a:lnTo>
                  <a:pt x="1676400" y="2886075"/>
                </a:lnTo>
                <a:lnTo>
                  <a:pt x="1666875" y="2886075"/>
                </a:lnTo>
                <a:lnTo>
                  <a:pt x="1666875" y="2895600"/>
                </a:lnTo>
                <a:lnTo>
                  <a:pt x="1657350" y="2895600"/>
                </a:lnTo>
                <a:lnTo>
                  <a:pt x="1657350" y="2905125"/>
                </a:lnTo>
                <a:lnTo>
                  <a:pt x="1647825" y="2905125"/>
                </a:lnTo>
                <a:lnTo>
                  <a:pt x="1647825" y="2914650"/>
                </a:lnTo>
                <a:lnTo>
                  <a:pt x="1619250" y="2914650"/>
                </a:lnTo>
                <a:lnTo>
                  <a:pt x="1619250" y="2933700"/>
                </a:lnTo>
                <a:lnTo>
                  <a:pt x="1647825" y="2933700"/>
                </a:lnTo>
                <a:lnTo>
                  <a:pt x="1647825" y="2943225"/>
                </a:lnTo>
                <a:lnTo>
                  <a:pt x="1666875" y="2943225"/>
                </a:lnTo>
                <a:lnTo>
                  <a:pt x="1666875" y="2952750"/>
                </a:lnTo>
                <a:lnTo>
                  <a:pt x="1676400" y="2952750"/>
                </a:lnTo>
                <a:lnTo>
                  <a:pt x="1676400" y="2962275"/>
                </a:lnTo>
                <a:lnTo>
                  <a:pt x="1647825" y="2962275"/>
                </a:lnTo>
                <a:lnTo>
                  <a:pt x="1647825" y="2952750"/>
                </a:lnTo>
                <a:lnTo>
                  <a:pt x="209550" y="2952750"/>
                </a:lnTo>
                <a:lnTo>
                  <a:pt x="209550" y="2962275"/>
                </a:lnTo>
                <a:lnTo>
                  <a:pt x="180975" y="2962275"/>
                </a:lnTo>
                <a:lnTo>
                  <a:pt x="180975" y="2952750"/>
                </a:lnTo>
                <a:lnTo>
                  <a:pt x="190500" y="2952750"/>
                </a:lnTo>
                <a:lnTo>
                  <a:pt x="190500" y="2943225"/>
                </a:lnTo>
                <a:lnTo>
                  <a:pt x="209550" y="2943225"/>
                </a:lnTo>
                <a:lnTo>
                  <a:pt x="209550" y="2933700"/>
                </a:lnTo>
                <a:lnTo>
                  <a:pt x="257175" y="2933700"/>
                </a:lnTo>
                <a:lnTo>
                  <a:pt x="257175" y="2914650"/>
                </a:lnTo>
                <a:lnTo>
                  <a:pt x="209550" y="2914650"/>
                </a:lnTo>
                <a:lnTo>
                  <a:pt x="209550" y="2905125"/>
                </a:lnTo>
                <a:lnTo>
                  <a:pt x="200025" y="2905125"/>
                </a:lnTo>
                <a:lnTo>
                  <a:pt x="200025" y="2895600"/>
                </a:lnTo>
                <a:lnTo>
                  <a:pt x="190500" y="2895600"/>
                </a:lnTo>
                <a:lnTo>
                  <a:pt x="190500" y="2886075"/>
                </a:lnTo>
                <a:lnTo>
                  <a:pt x="171450" y="2886075"/>
                </a:lnTo>
                <a:lnTo>
                  <a:pt x="171450" y="2876550"/>
                </a:lnTo>
                <a:lnTo>
                  <a:pt x="161925" y="2876550"/>
                </a:lnTo>
                <a:lnTo>
                  <a:pt x="161925" y="2847975"/>
                </a:lnTo>
                <a:lnTo>
                  <a:pt x="152400" y="2847975"/>
                </a:lnTo>
                <a:lnTo>
                  <a:pt x="152400" y="2828925"/>
                </a:lnTo>
                <a:lnTo>
                  <a:pt x="142875" y="2828925"/>
                </a:lnTo>
                <a:close/>
                <a:moveTo>
                  <a:pt x="1819275" y="2914650"/>
                </a:moveTo>
                <a:lnTo>
                  <a:pt x="1828800" y="2914650"/>
                </a:lnTo>
                <a:lnTo>
                  <a:pt x="1828800" y="2952750"/>
                </a:lnTo>
                <a:lnTo>
                  <a:pt x="1819275" y="2952750"/>
                </a:lnTo>
                <a:close/>
                <a:moveTo>
                  <a:pt x="514350" y="2933700"/>
                </a:moveTo>
                <a:lnTo>
                  <a:pt x="590550" y="2933700"/>
                </a:lnTo>
                <a:lnTo>
                  <a:pt x="590550" y="2914650"/>
                </a:lnTo>
                <a:lnTo>
                  <a:pt x="514350" y="2914650"/>
                </a:lnTo>
                <a:close/>
                <a:moveTo>
                  <a:pt x="628650" y="2933700"/>
                </a:moveTo>
                <a:lnTo>
                  <a:pt x="647700" y="2933700"/>
                </a:lnTo>
                <a:lnTo>
                  <a:pt x="647700" y="2914650"/>
                </a:lnTo>
                <a:lnTo>
                  <a:pt x="628650" y="2914650"/>
                </a:lnTo>
                <a:close/>
                <a:moveTo>
                  <a:pt x="161925" y="2971800"/>
                </a:moveTo>
                <a:lnTo>
                  <a:pt x="171450" y="2971800"/>
                </a:lnTo>
                <a:lnTo>
                  <a:pt x="171450" y="2981325"/>
                </a:lnTo>
                <a:lnTo>
                  <a:pt x="161925" y="2981325"/>
                </a:lnTo>
                <a:close/>
                <a:moveTo>
                  <a:pt x="1685925" y="2971800"/>
                </a:moveTo>
                <a:lnTo>
                  <a:pt x="1695450" y="2971800"/>
                </a:lnTo>
                <a:lnTo>
                  <a:pt x="1695450" y="2981325"/>
                </a:lnTo>
                <a:lnTo>
                  <a:pt x="1704975" y="2981325"/>
                </a:lnTo>
                <a:lnTo>
                  <a:pt x="1704975" y="3009900"/>
                </a:lnTo>
                <a:lnTo>
                  <a:pt x="1714500" y="3009900"/>
                </a:lnTo>
                <a:lnTo>
                  <a:pt x="1714500" y="3267075"/>
                </a:lnTo>
                <a:lnTo>
                  <a:pt x="1704975" y="3267075"/>
                </a:lnTo>
                <a:lnTo>
                  <a:pt x="1704975" y="3286125"/>
                </a:lnTo>
                <a:lnTo>
                  <a:pt x="1695450" y="3286125"/>
                </a:lnTo>
                <a:lnTo>
                  <a:pt x="1695450" y="3305175"/>
                </a:lnTo>
                <a:lnTo>
                  <a:pt x="1685925" y="3305175"/>
                </a:lnTo>
                <a:lnTo>
                  <a:pt x="1685925" y="3267075"/>
                </a:lnTo>
                <a:lnTo>
                  <a:pt x="1695450" y="3267075"/>
                </a:lnTo>
                <a:lnTo>
                  <a:pt x="1695450" y="3000375"/>
                </a:lnTo>
                <a:lnTo>
                  <a:pt x="1685925" y="3000375"/>
                </a:lnTo>
                <a:close/>
                <a:moveTo>
                  <a:pt x="152400" y="2981325"/>
                </a:moveTo>
                <a:lnTo>
                  <a:pt x="161925" y="2981325"/>
                </a:lnTo>
                <a:lnTo>
                  <a:pt x="161925" y="2990850"/>
                </a:lnTo>
                <a:lnTo>
                  <a:pt x="171450" y="2990850"/>
                </a:lnTo>
                <a:lnTo>
                  <a:pt x="171450" y="3009900"/>
                </a:lnTo>
                <a:lnTo>
                  <a:pt x="161925" y="3009900"/>
                </a:lnTo>
                <a:lnTo>
                  <a:pt x="161925" y="3038475"/>
                </a:lnTo>
                <a:lnTo>
                  <a:pt x="142875" y="3038475"/>
                </a:lnTo>
                <a:lnTo>
                  <a:pt x="142875" y="3009900"/>
                </a:lnTo>
                <a:lnTo>
                  <a:pt x="152400" y="3009900"/>
                </a:lnTo>
                <a:close/>
                <a:moveTo>
                  <a:pt x="476250" y="3057525"/>
                </a:moveTo>
                <a:lnTo>
                  <a:pt x="485775" y="3057525"/>
                </a:lnTo>
                <a:lnTo>
                  <a:pt x="485775" y="3067050"/>
                </a:lnTo>
                <a:lnTo>
                  <a:pt x="476250" y="3067050"/>
                </a:lnTo>
                <a:close/>
                <a:moveTo>
                  <a:pt x="819150" y="3057525"/>
                </a:moveTo>
                <a:lnTo>
                  <a:pt x="828675" y="3057525"/>
                </a:lnTo>
                <a:lnTo>
                  <a:pt x="828675" y="3067050"/>
                </a:lnTo>
                <a:lnTo>
                  <a:pt x="819150" y="3067050"/>
                </a:lnTo>
                <a:close/>
                <a:moveTo>
                  <a:pt x="504825" y="3067050"/>
                </a:moveTo>
                <a:lnTo>
                  <a:pt x="514350" y="3067050"/>
                </a:lnTo>
                <a:lnTo>
                  <a:pt x="514350" y="3076575"/>
                </a:lnTo>
                <a:lnTo>
                  <a:pt x="533400" y="3076575"/>
                </a:lnTo>
                <a:lnTo>
                  <a:pt x="533400" y="3086100"/>
                </a:lnTo>
                <a:lnTo>
                  <a:pt x="552450" y="3086100"/>
                </a:lnTo>
                <a:lnTo>
                  <a:pt x="552450" y="3076575"/>
                </a:lnTo>
                <a:lnTo>
                  <a:pt x="571500" y="3076575"/>
                </a:lnTo>
                <a:lnTo>
                  <a:pt x="571500" y="3067050"/>
                </a:lnTo>
                <a:lnTo>
                  <a:pt x="619125" y="3067050"/>
                </a:lnTo>
                <a:lnTo>
                  <a:pt x="619125" y="3076575"/>
                </a:lnTo>
                <a:lnTo>
                  <a:pt x="600075" y="3076575"/>
                </a:lnTo>
                <a:lnTo>
                  <a:pt x="600075" y="3086100"/>
                </a:lnTo>
                <a:lnTo>
                  <a:pt x="590550" y="3086100"/>
                </a:lnTo>
                <a:lnTo>
                  <a:pt x="590550" y="3095625"/>
                </a:lnTo>
                <a:lnTo>
                  <a:pt x="571500" y="3095625"/>
                </a:lnTo>
                <a:lnTo>
                  <a:pt x="571500" y="3105150"/>
                </a:lnTo>
                <a:lnTo>
                  <a:pt x="561975" y="3105150"/>
                </a:lnTo>
                <a:lnTo>
                  <a:pt x="561975" y="3086100"/>
                </a:lnTo>
                <a:lnTo>
                  <a:pt x="552450" y="3086100"/>
                </a:lnTo>
                <a:lnTo>
                  <a:pt x="552450" y="3105150"/>
                </a:lnTo>
                <a:lnTo>
                  <a:pt x="561975" y="3105150"/>
                </a:lnTo>
                <a:lnTo>
                  <a:pt x="561975" y="3114675"/>
                </a:lnTo>
                <a:lnTo>
                  <a:pt x="552450" y="3114675"/>
                </a:lnTo>
                <a:lnTo>
                  <a:pt x="552450" y="3124200"/>
                </a:lnTo>
                <a:lnTo>
                  <a:pt x="523875" y="3124200"/>
                </a:lnTo>
                <a:lnTo>
                  <a:pt x="523875" y="3114675"/>
                </a:lnTo>
                <a:lnTo>
                  <a:pt x="514350" y="3114675"/>
                </a:lnTo>
                <a:lnTo>
                  <a:pt x="514350" y="3105150"/>
                </a:lnTo>
                <a:lnTo>
                  <a:pt x="485775" y="3105150"/>
                </a:lnTo>
                <a:lnTo>
                  <a:pt x="485775" y="3086100"/>
                </a:lnTo>
                <a:lnTo>
                  <a:pt x="476250" y="3086100"/>
                </a:lnTo>
                <a:lnTo>
                  <a:pt x="476250" y="3076575"/>
                </a:lnTo>
                <a:lnTo>
                  <a:pt x="504825" y="3076575"/>
                </a:lnTo>
                <a:close/>
                <a:moveTo>
                  <a:pt x="647700" y="3067050"/>
                </a:moveTo>
                <a:lnTo>
                  <a:pt x="666750" y="3067050"/>
                </a:lnTo>
                <a:lnTo>
                  <a:pt x="666750" y="3076575"/>
                </a:lnTo>
                <a:lnTo>
                  <a:pt x="695325" y="3076575"/>
                </a:lnTo>
                <a:lnTo>
                  <a:pt x="695325" y="3067050"/>
                </a:lnTo>
                <a:lnTo>
                  <a:pt x="714375" y="3067050"/>
                </a:lnTo>
                <a:lnTo>
                  <a:pt x="714375" y="3086100"/>
                </a:lnTo>
                <a:lnTo>
                  <a:pt x="704850" y="3086100"/>
                </a:lnTo>
                <a:lnTo>
                  <a:pt x="704850" y="3076575"/>
                </a:lnTo>
                <a:lnTo>
                  <a:pt x="695325" y="3076575"/>
                </a:lnTo>
                <a:lnTo>
                  <a:pt x="695325" y="3086100"/>
                </a:lnTo>
                <a:lnTo>
                  <a:pt x="676275" y="3086100"/>
                </a:lnTo>
                <a:lnTo>
                  <a:pt x="676275" y="3114675"/>
                </a:lnTo>
                <a:lnTo>
                  <a:pt x="666750" y="3114675"/>
                </a:lnTo>
                <a:lnTo>
                  <a:pt x="666750" y="3124200"/>
                </a:lnTo>
                <a:lnTo>
                  <a:pt x="647700" y="3124200"/>
                </a:lnTo>
                <a:lnTo>
                  <a:pt x="647700" y="3114675"/>
                </a:lnTo>
                <a:lnTo>
                  <a:pt x="628650" y="3114675"/>
                </a:lnTo>
                <a:lnTo>
                  <a:pt x="628650" y="3105150"/>
                </a:lnTo>
                <a:lnTo>
                  <a:pt x="619125" y="3105150"/>
                </a:lnTo>
                <a:lnTo>
                  <a:pt x="619125" y="3114675"/>
                </a:lnTo>
                <a:lnTo>
                  <a:pt x="609600" y="3114675"/>
                </a:lnTo>
                <a:lnTo>
                  <a:pt x="609600" y="3105150"/>
                </a:lnTo>
                <a:lnTo>
                  <a:pt x="590550" y="3105150"/>
                </a:lnTo>
                <a:lnTo>
                  <a:pt x="590550" y="3095625"/>
                </a:lnTo>
                <a:lnTo>
                  <a:pt x="619125" y="3095625"/>
                </a:lnTo>
                <a:lnTo>
                  <a:pt x="619125" y="3076575"/>
                </a:lnTo>
                <a:lnTo>
                  <a:pt x="647700" y="3076575"/>
                </a:lnTo>
                <a:close/>
                <a:moveTo>
                  <a:pt x="742950" y="3067050"/>
                </a:moveTo>
                <a:lnTo>
                  <a:pt x="762000" y="3067050"/>
                </a:lnTo>
                <a:lnTo>
                  <a:pt x="762000" y="3076575"/>
                </a:lnTo>
                <a:lnTo>
                  <a:pt x="742950" y="3076575"/>
                </a:lnTo>
                <a:close/>
                <a:moveTo>
                  <a:pt x="828675" y="3067050"/>
                </a:moveTo>
                <a:lnTo>
                  <a:pt x="838200" y="3067050"/>
                </a:lnTo>
                <a:lnTo>
                  <a:pt x="838200" y="3076575"/>
                </a:lnTo>
                <a:lnTo>
                  <a:pt x="828675" y="3076575"/>
                </a:lnTo>
                <a:close/>
                <a:moveTo>
                  <a:pt x="866775" y="3067050"/>
                </a:moveTo>
                <a:lnTo>
                  <a:pt x="885825" y="3067050"/>
                </a:lnTo>
                <a:lnTo>
                  <a:pt x="885825" y="3076575"/>
                </a:lnTo>
                <a:lnTo>
                  <a:pt x="942975" y="3076575"/>
                </a:lnTo>
                <a:lnTo>
                  <a:pt x="942975" y="3067050"/>
                </a:lnTo>
                <a:lnTo>
                  <a:pt x="990600" y="3067050"/>
                </a:lnTo>
                <a:lnTo>
                  <a:pt x="990600" y="3105150"/>
                </a:lnTo>
                <a:lnTo>
                  <a:pt x="1000125" y="3105150"/>
                </a:lnTo>
                <a:lnTo>
                  <a:pt x="1000125" y="3076575"/>
                </a:lnTo>
                <a:lnTo>
                  <a:pt x="1009650" y="3076575"/>
                </a:lnTo>
                <a:lnTo>
                  <a:pt x="1009650" y="3067050"/>
                </a:lnTo>
                <a:lnTo>
                  <a:pt x="1028700" y="3067050"/>
                </a:lnTo>
                <a:lnTo>
                  <a:pt x="1028700" y="3076575"/>
                </a:lnTo>
                <a:lnTo>
                  <a:pt x="1047750" y="3076575"/>
                </a:lnTo>
                <a:lnTo>
                  <a:pt x="1047750" y="3067050"/>
                </a:lnTo>
                <a:lnTo>
                  <a:pt x="1066800" y="3067050"/>
                </a:lnTo>
                <a:lnTo>
                  <a:pt x="1066800" y="3076575"/>
                </a:lnTo>
                <a:lnTo>
                  <a:pt x="1057275" y="3076575"/>
                </a:lnTo>
                <a:lnTo>
                  <a:pt x="1057275" y="3086100"/>
                </a:lnTo>
                <a:lnTo>
                  <a:pt x="1047750" y="3086100"/>
                </a:lnTo>
                <a:lnTo>
                  <a:pt x="1047750" y="3105150"/>
                </a:lnTo>
                <a:lnTo>
                  <a:pt x="1057275" y="3105150"/>
                </a:lnTo>
                <a:lnTo>
                  <a:pt x="1057275" y="3114675"/>
                </a:lnTo>
                <a:lnTo>
                  <a:pt x="1076325" y="3114675"/>
                </a:lnTo>
                <a:lnTo>
                  <a:pt x="1076325" y="3095625"/>
                </a:lnTo>
                <a:lnTo>
                  <a:pt x="1085850" y="3095625"/>
                </a:lnTo>
                <a:lnTo>
                  <a:pt x="1085850" y="3114675"/>
                </a:lnTo>
                <a:lnTo>
                  <a:pt x="1076325" y="3114675"/>
                </a:lnTo>
                <a:lnTo>
                  <a:pt x="1076325" y="3124200"/>
                </a:lnTo>
                <a:lnTo>
                  <a:pt x="1047750" y="3124200"/>
                </a:lnTo>
                <a:lnTo>
                  <a:pt x="1047750" y="3114675"/>
                </a:lnTo>
                <a:lnTo>
                  <a:pt x="1028700" y="3114675"/>
                </a:lnTo>
                <a:lnTo>
                  <a:pt x="1028700" y="3124200"/>
                </a:lnTo>
                <a:lnTo>
                  <a:pt x="1009650" y="3124200"/>
                </a:lnTo>
                <a:lnTo>
                  <a:pt x="1009650" y="3114675"/>
                </a:lnTo>
                <a:lnTo>
                  <a:pt x="962025" y="3114675"/>
                </a:lnTo>
                <a:lnTo>
                  <a:pt x="962025" y="3105150"/>
                </a:lnTo>
                <a:lnTo>
                  <a:pt x="981075" y="3105150"/>
                </a:lnTo>
                <a:lnTo>
                  <a:pt x="981075" y="3076575"/>
                </a:lnTo>
                <a:lnTo>
                  <a:pt x="971550" y="3076575"/>
                </a:lnTo>
                <a:lnTo>
                  <a:pt x="971550" y="3086100"/>
                </a:lnTo>
                <a:lnTo>
                  <a:pt x="962025" y="3086100"/>
                </a:lnTo>
                <a:lnTo>
                  <a:pt x="962025" y="3076575"/>
                </a:lnTo>
                <a:lnTo>
                  <a:pt x="952500" y="3076575"/>
                </a:lnTo>
                <a:lnTo>
                  <a:pt x="952500" y="3086100"/>
                </a:lnTo>
                <a:lnTo>
                  <a:pt x="942975" y="3086100"/>
                </a:lnTo>
                <a:lnTo>
                  <a:pt x="942975" y="3114675"/>
                </a:lnTo>
                <a:lnTo>
                  <a:pt x="933450" y="3114675"/>
                </a:lnTo>
                <a:lnTo>
                  <a:pt x="933450" y="3095625"/>
                </a:lnTo>
                <a:lnTo>
                  <a:pt x="914400" y="3095625"/>
                </a:lnTo>
                <a:lnTo>
                  <a:pt x="914400" y="3105150"/>
                </a:lnTo>
                <a:lnTo>
                  <a:pt x="904875" y="3105150"/>
                </a:lnTo>
                <a:lnTo>
                  <a:pt x="904875" y="3086100"/>
                </a:lnTo>
                <a:lnTo>
                  <a:pt x="895350" y="3086100"/>
                </a:lnTo>
                <a:lnTo>
                  <a:pt x="895350" y="3105150"/>
                </a:lnTo>
                <a:lnTo>
                  <a:pt x="904875" y="3105150"/>
                </a:lnTo>
                <a:lnTo>
                  <a:pt x="904875" y="3114675"/>
                </a:lnTo>
                <a:lnTo>
                  <a:pt x="885825" y="3114675"/>
                </a:lnTo>
                <a:lnTo>
                  <a:pt x="885825" y="3124200"/>
                </a:lnTo>
                <a:lnTo>
                  <a:pt x="866775" y="3124200"/>
                </a:lnTo>
                <a:lnTo>
                  <a:pt x="866775" y="3114675"/>
                </a:lnTo>
                <a:lnTo>
                  <a:pt x="838200" y="3114675"/>
                </a:lnTo>
                <a:lnTo>
                  <a:pt x="838200" y="3105150"/>
                </a:lnTo>
                <a:lnTo>
                  <a:pt x="866775" y="3105150"/>
                </a:lnTo>
                <a:lnTo>
                  <a:pt x="866775" y="3086100"/>
                </a:lnTo>
                <a:lnTo>
                  <a:pt x="838200" y="3086100"/>
                </a:lnTo>
                <a:lnTo>
                  <a:pt x="838200" y="3076575"/>
                </a:lnTo>
                <a:lnTo>
                  <a:pt x="866775" y="3076575"/>
                </a:lnTo>
                <a:close/>
                <a:moveTo>
                  <a:pt x="762000" y="3076575"/>
                </a:moveTo>
                <a:lnTo>
                  <a:pt x="800100" y="3076575"/>
                </a:lnTo>
                <a:lnTo>
                  <a:pt x="800100" y="3086100"/>
                </a:lnTo>
                <a:lnTo>
                  <a:pt x="781050" y="3086100"/>
                </a:lnTo>
                <a:lnTo>
                  <a:pt x="781050" y="3114675"/>
                </a:lnTo>
                <a:lnTo>
                  <a:pt x="790575" y="3114675"/>
                </a:lnTo>
                <a:lnTo>
                  <a:pt x="790575" y="3095625"/>
                </a:lnTo>
                <a:lnTo>
                  <a:pt x="800100" y="3095625"/>
                </a:lnTo>
                <a:lnTo>
                  <a:pt x="800100" y="3105150"/>
                </a:lnTo>
                <a:lnTo>
                  <a:pt x="819150" y="3105150"/>
                </a:lnTo>
                <a:lnTo>
                  <a:pt x="819150" y="3114675"/>
                </a:lnTo>
                <a:lnTo>
                  <a:pt x="800100" y="3114675"/>
                </a:lnTo>
                <a:lnTo>
                  <a:pt x="800100" y="3124200"/>
                </a:lnTo>
                <a:lnTo>
                  <a:pt x="771525" y="3124200"/>
                </a:lnTo>
                <a:lnTo>
                  <a:pt x="771525" y="3114675"/>
                </a:lnTo>
                <a:lnTo>
                  <a:pt x="752475" y="3114675"/>
                </a:lnTo>
                <a:lnTo>
                  <a:pt x="752475" y="3105150"/>
                </a:lnTo>
                <a:lnTo>
                  <a:pt x="771525" y="3105150"/>
                </a:lnTo>
                <a:lnTo>
                  <a:pt x="771525" y="3086100"/>
                </a:lnTo>
                <a:lnTo>
                  <a:pt x="762000" y="3086100"/>
                </a:lnTo>
                <a:close/>
                <a:moveTo>
                  <a:pt x="1066800" y="3076575"/>
                </a:moveTo>
                <a:lnTo>
                  <a:pt x="1076325" y="3076575"/>
                </a:lnTo>
                <a:lnTo>
                  <a:pt x="1076325" y="3086100"/>
                </a:lnTo>
                <a:lnTo>
                  <a:pt x="1066800" y="3086100"/>
                </a:lnTo>
                <a:close/>
                <a:moveTo>
                  <a:pt x="257175" y="3086100"/>
                </a:moveTo>
                <a:lnTo>
                  <a:pt x="314325" y="3086100"/>
                </a:lnTo>
                <a:lnTo>
                  <a:pt x="314325" y="3095625"/>
                </a:lnTo>
                <a:lnTo>
                  <a:pt x="352425" y="3095625"/>
                </a:lnTo>
                <a:lnTo>
                  <a:pt x="352425" y="3114675"/>
                </a:lnTo>
                <a:lnTo>
                  <a:pt x="342900" y="3114675"/>
                </a:lnTo>
                <a:lnTo>
                  <a:pt x="342900" y="3162300"/>
                </a:lnTo>
                <a:lnTo>
                  <a:pt x="333375" y="3162300"/>
                </a:lnTo>
                <a:lnTo>
                  <a:pt x="333375" y="3105150"/>
                </a:lnTo>
                <a:lnTo>
                  <a:pt x="314325" y="3105150"/>
                </a:lnTo>
                <a:lnTo>
                  <a:pt x="314325" y="3114675"/>
                </a:lnTo>
                <a:lnTo>
                  <a:pt x="266700" y="3114675"/>
                </a:lnTo>
                <a:lnTo>
                  <a:pt x="266700" y="3124200"/>
                </a:lnTo>
                <a:lnTo>
                  <a:pt x="257175" y="3124200"/>
                </a:lnTo>
                <a:lnTo>
                  <a:pt x="257175" y="3114675"/>
                </a:lnTo>
                <a:lnTo>
                  <a:pt x="247650" y="3114675"/>
                </a:lnTo>
                <a:lnTo>
                  <a:pt x="247650" y="3095625"/>
                </a:lnTo>
                <a:lnTo>
                  <a:pt x="257175" y="3095625"/>
                </a:lnTo>
                <a:close/>
                <a:moveTo>
                  <a:pt x="714375" y="3086100"/>
                </a:moveTo>
                <a:lnTo>
                  <a:pt x="723900" y="3086100"/>
                </a:lnTo>
                <a:lnTo>
                  <a:pt x="723900" y="3114675"/>
                </a:lnTo>
                <a:lnTo>
                  <a:pt x="714375" y="3114675"/>
                </a:lnTo>
                <a:close/>
                <a:moveTo>
                  <a:pt x="142875" y="3105150"/>
                </a:moveTo>
                <a:lnTo>
                  <a:pt x="161925" y="3105150"/>
                </a:lnTo>
                <a:lnTo>
                  <a:pt x="161925" y="3257550"/>
                </a:lnTo>
                <a:lnTo>
                  <a:pt x="171450" y="3257550"/>
                </a:lnTo>
                <a:lnTo>
                  <a:pt x="171450" y="3276600"/>
                </a:lnTo>
                <a:lnTo>
                  <a:pt x="161925" y="3276600"/>
                </a:lnTo>
                <a:lnTo>
                  <a:pt x="161925" y="3286125"/>
                </a:lnTo>
                <a:lnTo>
                  <a:pt x="171450" y="3286125"/>
                </a:lnTo>
                <a:lnTo>
                  <a:pt x="171450" y="3276600"/>
                </a:lnTo>
                <a:lnTo>
                  <a:pt x="180975" y="3276600"/>
                </a:lnTo>
                <a:lnTo>
                  <a:pt x="180975" y="3286125"/>
                </a:lnTo>
                <a:lnTo>
                  <a:pt x="171450" y="3286125"/>
                </a:lnTo>
                <a:lnTo>
                  <a:pt x="171450" y="3305175"/>
                </a:lnTo>
                <a:lnTo>
                  <a:pt x="190500" y="3305175"/>
                </a:lnTo>
                <a:lnTo>
                  <a:pt x="190500" y="3295650"/>
                </a:lnTo>
                <a:lnTo>
                  <a:pt x="180975" y="3295650"/>
                </a:lnTo>
                <a:lnTo>
                  <a:pt x="180975" y="3286125"/>
                </a:lnTo>
                <a:lnTo>
                  <a:pt x="190500" y="3286125"/>
                </a:lnTo>
                <a:lnTo>
                  <a:pt x="190500" y="3295650"/>
                </a:lnTo>
                <a:lnTo>
                  <a:pt x="200025" y="3295650"/>
                </a:lnTo>
                <a:lnTo>
                  <a:pt x="200025" y="3305175"/>
                </a:lnTo>
                <a:lnTo>
                  <a:pt x="190500" y="3305175"/>
                </a:lnTo>
                <a:lnTo>
                  <a:pt x="190500" y="3314700"/>
                </a:lnTo>
                <a:lnTo>
                  <a:pt x="200025" y="3314700"/>
                </a:lnTo>
                <a:lnTo>
                  <a:pt x="200025" y="3305175"/>
                </a:lnTo>
                <a:lnTo>
                  <a:pt x="219075" y="3305175"/>
                </a:lnTo>
                <a:lnTo>
                  <a:pt x="219075" y="3314700"/>
                </a:lnTo>
                <a:lnTo>
                  <a:pt x="238125" y="3314700"/>
                </a:lnTo>
                <a:lnTo>
                  <a:pt x="238125" y="3333750"/>
                </a:lnTo>
                <a:lnTo>
                  <a:pt x="1628775" y="3333750"/>
                </a:lnTo>
                <a:lnTo>
                  <a:pt x="1628775" y="3314700"/>
                </a:lnTo>
                <a:lnTo>
                  <a:pt x="1647825" y="3314700"/>
                </a:lnTo>
                <a:lnTo>
                  <a:pt x="1647825" y="3305175"/>
                </a:lnTo>
                <a:lnTo>
                  <a:pt x="1685925" y="3305175"/>
                </a:lnTo>
                <a:lnTo>
                  <a:pt x="1685925" y="3314700"/>
                </a:lnTo>
                <a:lnTo>
                  <a:pt x="1676400" y="3314700"/>
                </a:lnTo>
                <a:lnTo>
                  <a:pt x="1676400" y="3324225"/>
                </a:lnTo>
                <a:lnTo>
                  <a:pt x="1666875" y="3324225"/>
                </a:lnTo>
                <a:lnTo>
                  <a:pt x="1666875" y="3333750"/>
                </a:lnTo>
                <a:lnTo>
                  <a:pt x="1647825" y="3333750"/>
                </a:lnTo>
                <a:lnTo>
                  <a:pt x="1647825" y="3343275"/>
                </a:lnTo>
                <a:lnTo>
                  <a:pt x="1619250" y="3343275"/>
                </a:lnTo>
                <a:lnTo>
                  <a:pt x="1619250" y="3352800"/>
                </a:lnTo>
                <a:lnTo>
                  <a:pt x="981075" y="3352800"/>
                </a:lnTo>
                <a:lnTo>
                  <a:pt x="981075" y="3362325"/>
                </a:lnTo>
                <a:lnTo>
                  <a:pt x="971550" y="3362325"/>
                </a:lnTo>
                <a:lnTo>
                  <a:pt x="971550" y="3352800"/>
                </a:lnTo>
                <a:lnTo>
                  <a:pt x="962025" y="3352800"/>
                </a:lnTo>
                <a:lnTo>
                  <a:pt x="962025" y="3362325"/>
                </a:lnTo>
                <a:lnTo>
                  <a:pt x="923925" y="3362325"/>
                </a:lnTo>
                <a:lnTo>
                  <a:pt x="923925" y="3352800"/>
                </a:lnTo>
                <a:lnTo>
                  <a:pt x="619125" y="3352800"/>
                </a:lnTo>
                <a:lnTo>
                  <a:pt x="619125" y="3362325"/>
                </a:lnTo>
                <a:lnTo>
                  <a:pt x="485775" y="3362325"/>
                </a:lnTo>
                <a:lnTo>
                  <a:pt x="485775" y="3352800"/>
                </a:lnTo>
                <a:lnTo>
                  <a:pt x="219075" y="3352800"/>
                </a:lnTo>
                <a:lnTo>
                  <a:pt x="219075" y="3343275"/>
                </a:lnTo>
                <a:lnTo>
                  <a:pt x="190500" y="3343275"/>
                </a:lnTo>
                <a:lnTo>
                  <a:pt x="190500" y="3333750"/>
                </a:lnTo>
                <a:lnTo>
                  <a:pt x="180975" y="3333750"/>
                </a:lnTo>
                <a:lnTo>
                  <a:pt x="180975" y="3324225"/>
                </a:lnTo>
                <a:lnTo>
                  <a:pt x="171450" y="3324225"/>
                </a:lnTo>
                <a:lnTo>
                  <a:pt x="171450" y="3314700"/>
                </a:lnTo>
                <a:lnTo>
                  <a:pt x="161925" y="3314700"/>
                </a:lnTo>
                <a:lnTo>
                  <a:pt x="161925" y="3295650"/>
                </a:lnTo>
                <a:lnTo>
                  <a:pt x="152400" y="3295650"/>
                </a:lnTo>
                <a:lnTo>
                  <a:pt x="152400" y="3257550"/>
                </a:lnTo>
                <a:lnTo>
                  <a:pt x="142875" y="3257550"/>
                </a:lnTo>
                <a:close/>
                <a:moveTo>
                  <a:pt x="523875" y="3105150"/>
                </a:moveTo>
                <a:lnTo>
                  <a:pt x="542925" y="3105150"/>
                </a:lnTo>
                <a:lnTo>
                  <a:pt x="542925" y="3095625"/>
                </a:lnTo>
                <a:lnTo>
                  <a:pt x="523875" y="3095625"/>
                </a:lnTo>
                <a:close/>
                <a:moveTo>
                  <a:pt x="628650" y="3105150"/>
                </a:moveTo>
                <a:lnTo>
                  <a:pt x="638175" y="3105150"/>
                </a:lnTo>
                <a:lnTo>
                  <a:pt x="638175" y="3086100"/>
                </a:lnTo>
                <a:lnTo>
                  <a:pt x="628650" y="3086100"/>
                </a:lnTo>
                <a:close/>
                <a:moveTo>
                  <a:pt x="647700" y="3105150"/>
                </a:moveTo>
                <a:lnTo>
                  <a:pt x="666750" y="3105150"/>
                </a:lnTo>
                <a:lnTo>
                  <a:pt x="666750" y="3086100"/>
                </a:lnTo>
                <a:lnTo>
                  <a:pt x="647700" y="3086100"/>
                </a:lnTo>
                <a:close/>
                <a:moveTo>
                  <a:pt x="685800" y="3105150"/>
                </a:moveTo>
                <a:lnTo>
                  <a:pt x="695325" y="3105150"/>
                </a:lnTo>
                <a:lnTo>
                  <a:pt x="695325" y="3114675"/>
                </a:lnTo>
                <a:lnTo>
                  <a:pt x="685800" y="3114675"/>
                </a:lnTo>
                <a:close/>
                <a:moveTo>
                  <a:pt x="876300" y="3105150"/>
                </a:moveTo>
                <a:lnTo>
                  <a:pt x="885825" y="3105150"/>
                </a:lnTo>
                <a:lnTo>
                  <a:pt x="885825" y="3086100"/>
                </a:lnTo>
                <a:lnTo>
                  <a:pt x="876300" y="3086100"/>
                </a:lnTo>
                <a:close/>
                <a:moveTo>
                  <a:pt x="1019175" y="3105150"/>
                </a:moveTo>
                <a:lnTo>
                  <a:pt x="1028700" y="3105150"/>
                </a:lnTo>
                <a:lnTo>
                  <a:pt x="1028700" y="3086100"/>
                </a:lnTo>
                <a:lnTo>
                  <a:pt x="1019175" y="3086100"/>
                </a:lnTo>
                <a:lnTo>
                  <a:pt x="1019175" y="3076575"/>
                </a:lnTo>
                <a:lnTo>
                  <a:pt x="1009650" y="3076575"/>
                </a:lnTo>
                <a:lnTo>
                  <a:pt x="1009650" y="3114675"/>
                </a:lnTo>
                <a:lnTo>
                  <a:pt x="1019175" y="3114675"/>
                </a:lnTo>
                <a:close/>
                <a:moveTo>
                  <a:pt x="695325" y="3114675"/>
                </a:moveTo>
                <a:lnTo>
                  <a:pt x="714375" y="3114675"/>
                </a:lnTo>
                <a:lnTo>
                  <a:pt x="714375" y="3124200"/>
                </a:lnTo>
                <a:lnTo>
                  <a:pt x="695325" y="3124200"/>
                </a:lnTo>
                <a:close/>
                <a:moveTo>
                  <a:pt x="819150" y="3114675"/>
                </a:moveTo>
                <a:lnTo>
                  <a:pt x="838200" y="3114675"/>
                </a:lnTo>
                <a:lnTo>
                  <a:pt x="838200" y="3124200"/>
                </a:lnTo>
                <a:lnTo>
                  <a:pt x="819150" y="3124200"/>
                </a:lnTo>
                <a:close/>
                <a:moveTo>
                  <a:pt x="942975" y="3114675"/>
                </a:moveTo>
                <a:lnTo>
                  <a:pt x="962025" y="3114675"/>
                </a:lnTo>
                <a:lnTo>
                  <a:pt x="962025" y="3124200"/>
                </a:lnTo>
                <a:lnTo>
                  <a:pt x="942975" y="3124200"/>
                </a:lnTo>
                <a:close/>
                <a:moveTo>
                  <a:pt x="1590675" y="3124200"/>
                </a:moveTo>
                <a:lnTo>
                  <a:pt x="1609725" y="3124200"/>
                </a:lnTo>
                <a:lnTo>
                  <a:pt x="1609725" y="3143250"/>
                </a:lnTo>
                <a:lnTo>
                  <a:pt x="1600200" y="3143250"/>
                </a:lnTo>
                <a:lnTo>
                  <a:pt x="1600200" y="3152775"/>
                </a:lnTo>
                <a:lnTo>
                  <a:pt x="1581150" y="3152775"/>
                </a:lnTo>
                <a:lnTo>
                  <a:pt x="1581150" y="3143250"/>
                </a:lnTo>
                <a:lnTo>
                  <a:pt x="1590675" y="3143250"/>
                </a:lnTo>
                <a:close/>
                <a:moveTo>
                  <a:pt x="257175" y="3133725"/>
                </a:moveTo>
                <a:lnTo>
                  <a:pt x="266700" y="3133725"/>
                </a:lnTo>
                <a:lnTo>
                  <a:pt x="266700" y="3171825"/>
                </a:lnTo>
                <a:lnTo>
                  <a:pt x="276225" y="3171825"/>
                </a:lnTo>
                <a:lnTo>
                  <a:pt x="276225" y="3181350"/>
                </a:lnTo>
                <a:lnTo>
                  <a:pt x="266700" y="3181350"/>
                </a:lnTo>
                <a:lnTo>
                  <a:pt x="266700" y="3190875"/>
                </a:lnTo>
                <a:lnTo>
                  <a:pt x="257175" y="3190875"/>
                </a:lnTo>
                <a:lnTo>
                  <a:pt x="257175" y="3181350"/>
                </a:lnTo>
                <a:lnTo>
                  <a:pt x="247650" y="3181350"/>
                </a:lnTo>
                <a:lnTo>
                  <a:pt x="247650" y="3171825"/>
                </a:lnTo>
                <a:lnTo>
                  <a:pt x="257175" y="3171825"/>
                </a:lnTo>
                <a:close/>
                <a:moveTo>
                  <a:pt x="276225" y="3133725"/>
                </a:moveTo>
                <a:lnTo>
                  <a:pt x="295275" y="3133725"/>
                </a:lnTo>
                <a:lnTo>
                  <a:pt x="295275" y="3143250"/>
                </a:lnTo>
                <a:lnTo>
                  <a:pt x="314325" y="3143250"/>
                </a:lnTo>
                <a:lnTo>
                  <a:pt x="314325" y="3133725"/>
                </a:lnTo>
                <a:lnTo>
                  <a:pt x="323850" y="3133725"/>
                </a:lnTo>
                <a:lnTo>
                  <a:pt x="323850" y="3152775"/>
                </a:lnTo>
                <a:lnTo>
                  <a:pt x="314325" y="3152775"/>
                </a:lnTo>
                <a:lnTo>
                  <a:pt x="314325" y="3162300"/>
                </a:lnTo>
                <a:lnTo>
                  <a:pt x="276225" y="3162300"/>
                </a:lnTo>
                <a:close/>
                <a:moveTo>
                  <a:pt x="0" y="3162300"/>
                </a:moveTo>
                <a:lnTo>
                  <a:pt x="9525" y="3162300"/>
                </a:lnTo>
                <a:lnTo>
                  <a:pt x="9525" y="3171825"/>
                </a:lnTo>
                <a:lnTo>
                  <a:pt x="0" y="3171825"/>
                </a:lnTo>
                <a:close/>
                <a:moveTo>
                  <a:pt x="285750" y="3171825"/>
                </a:moveTo>
                <a:lnTo>
                  <a:pt x="314325" y="3171825"/>
                </a:lnTo>
                <a:lnTo>
                  <a:pt x="314325" y="3181350"/>
                </a:lnTo>
                <a:lnTo>
                  <a:pt x="285750" y="3181350"/>
                </a:lnTo>
                <a:close/>
                <a:moveTo>
                  <a:pt x="333375" y="3171825"/>
                </a:moveTo>
                <a:lnTo>
                  <a:pt x="342900" y="3171825"/>
                </a:lnTo>
                <a:lnTo>
                  <a:pt x="342900" y="3181350"/>
                </a:lnTo>
                <a:lnTo>
                  <a:pt x="333375" y="3181350"/>
                </a:lnTo>
                <a:close/>
                <a:moveTo>
                  <a:pt x="476250" y="3190875"/>
                </a:moveTo>
                <a:lnTo>
                  <a:pt x="485775" y="3190875"/>
                </a:lnTo>
                <a:lnTo>
                  <a:pt x="485775" y="3219450"/>
                </a:lnTo>
                <a:lnTo>
                  <a:pt x="476250" y="3219450"/>
                </a:lnTo>
                <a:lnTo>
                  <a:pt x="476250" y="3209925"/>
                </a:lnTo>
                <a:lnTo>
                  <a:pt x="466725" y="3209925"/>
                </a:lnTo>
                <a:lnTo>
                  <a:pt x="466725" y="3200400"/>
                </a:lnTo>
                <a:lnTo>
                  <a:pt x="476250" y="3200400"/>
                </a:lnTo>
                <a:close/>
                <a:moveTo>
                  <a:pt x="533400" y="3190875"/>
                </a:moveTo>
                <a:lnTo>
                  <a:pt x="542925" y="3190875"/>
                </a:lnTo>
                <a:lnTo>
                  <a:pt x="542925" y="3200400"/>
                </a:lnTo>
                <a:lnTo>
                  <a:pt x="552450" y="3200400"/>
                </a:lnTo>
                <a:lnTo>
                  <a:pt x="552450" y="3190875"/>
                </a:lnTo>
                <a:lnTo>
                  <a:pt x="590550" y="3190875"/>
                </a:lnTo>
                <a:lnTo>
                  <a:pt x="590550" y="3200400"/>
                </a:lnTo>
                <a:lnTo>
                  <a:pt x="609600" y="3200400"/>
                </a:lnTo>
                <a:lnTo>
                  <a:pt x="609600" y="3209925"/>
                </a:lnTo>
                <a:lnTo>
                  <a:pt x="590550" y="3209925"/>
                </a:lnTo>
                <a:lnTo>
                  <a:pt x="590550" y="3219450"/>
                </a:lnTo>
                <a:lnTo>
                  <a:pt x="561975" y="3219450"/>
                </a:lnTo>
                <a:lnTo>
                  <a:pt x="561975" y="3209925"/>
                </a:lnTo>
                <a:lnTo>
                  <a:pt x="542925" y="3209925"/>
                </a:lnTo>
                <a:lnTo>
                  <a:pt x="542925" y="3219450"/>
                </a:lnTo>
                <a:lnTo>
                  <a:pt x="514350" y="3219450"/>
                </a:lnTo>
                <a:lnTo>
                  <a:pt x="514350" y="3200400"/>
                </a:lnTo>
                <a:lnTo>
                  <a:pt x="533400" y="3200400"/>
                </a:lnTo>
                <a:close/>
                <a:moveTo>
                  <a:pt x="638175" y="3190875"/>
                </a:moveTo>
                <a:lnTo>
                  <a:pt x="647700" y="3190875"/>
                </a:lnTo>
                <a:lnTo>
                  <a:pt x="647700" y="3200400"/>
                </a:lnTo>
                <a:lnTo>
                  <a:pt x="704850" y="3200400"/>
                </a:lnTo>
                <a:lnTo>
                  <a:pt x="704850" y="3190875"/>
                </a:lnTo>
                <a:lnTo>
                  <a:pt x="714375" y="3190875"/>
                </a:lnTo>
                <a:lnTo>
                  <a:pt x="714375" y="3200400"/>
                </a:lnTo>
                <a:lnTo>
                  <a:pt x="752475" y="3200400"/>
                </a:lnTo>
                <a:lnTo>
                  <a:pt x="752475" y="3219450"/>
                </a:lnTo>
                <a:lnTo>
                  <a:pt x="723900" y="3219450"/>
                </a:lnTo>
                <a:lnTo>
                  <a:pt x="723900" y="3209925"/>
                </a:lnTo>
                <a:lnTo>
                  <a:pt x="695325" y="3209925"/>
                </a:lnTo>
                <a:lnTo>
                  <a:pt x="695325" y="3219450"/>
                </a:lnTo>
                <a:lnTo>
                  <a:pt x="685800" y="3219450"/>
                </a:lnTo>
                <a:lnTo>
                  <a:pt x="685800" y="3228975"/>
                </a:lnTo>
                <a:lnTo>
                  <a:pt x="666750" y="3228975"/>
                </a:lnTo>
                <a:lnTo>
                  <a:pt x="666750" y="3219450"/>
                </a:lnTo>
                <a:lnTo>
                  <a:pt x="657225" y="3219450"/>
                </a:lnTo>
                <a:lnTo>
                  <a:pt x="657225" y="3209925"/>
                </a:lnTo>
                <a:lnTo>
                  <a:pt x="647700" y="3209925"/>
                </a:lnTo>
                <a:lnTo>
                  <a:pt x="647700" y="3219450"/>
                </a:lnTo>
                <a:lnTo>
                  <a:pt x="628650" y="3219450"/>
                </a:lnTo>
                <a:lnTo>
                  <a:pt x="628650" y="3209925"/>
                </a:lnTo>
                <a:lnTo>
                  <a:pt x="619125" y="3209925"/>
                </a:lnTo>
                <a:lnTo>
                  <a:pt x="619125" y="3200400"/>
                </a:lnTo>
                <a:lnTo>
                  <a:pt x="638175" y="3200400"/>
                </a:lnTo>
                <a:close/>
                <a:moveTo>
                  <a:pt x="838200" y="3190875"/>
                </a:moveTo>
                <a:lnTo>
                  <a:pt x="857250" y="3190875"/>
                </a:lnTo>
                <a:lnTo>
                  <a:pt x="857250" y="3200400"/>
                </a:lnTo>
                <a:lnTo>
                  <a:pt x="904875" y="3200400"/>
                </a:lnTo>
                <a:lnTo>
                  <a:pt x="904875" y="3209925"/>
                </a:lnTo>
                <a:lnTo>
                  <a:pt x="923925" y="3209925"/>
                </a:lnTo>
                <a:lnTo>
                  <a:pt x="923925" y="3200400"/>
                </a:lnTo>
                <a:lnTo>
                  <a:pt x="933450" y="3200400"/>
                </a:lnTo>
                <a:lnTo>
                  <a:pt x="933450" y="3190875"/>
                </a:lnTo>
                <a:lnTo>
                  <a:pt x="962025" y="3190875"/>
                </a:lnTo>
                <a:lnTo>
                  <a:pt x="962025" y="3200400"/>
                </a:lnTo>
                <a:lnTo>
                  <a:pt x="971550" y="3200400"/>
                </a:lnTo>
                <a:lnTo>
                  <a:pt x="971550" y="3190875"/>
                </a:lnTo>
                <a:lnTo>
                  <a:pt x="981075" y="3190875"/>
                </a:lnTo>
                <a:lnTo>
                  <a:pt x="981075" y="3200400"/>
                </a:lnTo>
                <a:lnTo>
                  <a:pt x="1019175" y="3200400"/>
                </a:lnTo>
                <a:lnTo>
                  <a:pt x="1019175" y="3190875"/>
                </a:lnTo>
                <a:lnTo>
                  <a:pt x="1047750" y="3190875"/>
                </a:lnTo>
                <a:lnTo>
                  <a:pt x="1047750" y="3200400"/>
                </a:lnTo>
                <a:lnTo>
                  <a:pt x="1057275" y="3200400"/>
                </a:lnTo>
                <a:lnTo>
                  <a:pt x="1057275" y="3190875"/>
                </a:lnTo>
                <a:lnTo>
                  <a:pt x="1085850" y="3190875"/>
                </a:lnTo>
                <a:lnTo>
                  <a:pt x="1085850" y="3200400"/>
                </a:lnTo>
                <a:lnTo>
                  <a:pt x="1123950" y="3200400"/>
                </a:lnTo>
                <a:lnTo>
                  <a:pt x="1123950" y="3219450"/>
                </a:lnTo>
                <a:lnTo>
                  <a:pt x="1114425" y="3219450"/>
                </a:lnTo>
                <a:lnTo>
                  <a:pt x="1114425" y="3228975"/>
                </a:lnTo>
                <a:lnTo>
                  <a:pt x="1104900" y="3228975"/>
                </a:lnTo>
                <a:lnTo>
                  <a:pt x="1104900" y="3219450"/>
                </a:lnTo>
                <a:lnTo>
                  <a:pt x="1076325" y="3219450"/>
                </a:lnTo>
                <a:lnTo>
                  <a:pt x="1076325" y="3209925"/>
                </a:lnTo>
                <a:lnTo>
                  <a:pt x="1047750" y="3209925"/>
                </a:lnTo>
                <a:lnTo>
                  <a:pt x="1047750" y="3219450"/>
                </a:lnTo>
                <a:lnTo>
                  <a:pt x="990600" y="3219450"/>
                </a:lnTo>
                <a:lnTo>
                  <a:pt x="990600" y="3209925"/>
                </a:lnTo>
                <a:lnTo>
                  <a:pt x="942975" y="3209925"/>
                </a:lnTo>
                <a:lnTo>
                  <a:pt x="942975" y="3219450"/>
                </a:lnTo>
                <a:lnTo>
                  <a:pt x="923925" y="3219450"/>
                </a:lnTo>
                <a:lnTo>
                  <a:pt x="923925" y="3228975"/>
                </a:lnTo>
                <a:lnTo>
                  <a:pt x="885825" y="3228975"/>
                </a:lnTo>
                <a:lnTo>
                  <a:pt x="885825" y="3238500"/>
                </a:lnTo>
                <a:lnTo>
                  <a:pt x="876300" y="3238500"/>
                </a:lnTo>
                <a:lnTo>
                  <a:pt x="876300" y="3228975"/>
                </a:lnTo>
                <a:lnTo>
                  <a:pt x="857250" y="3228975"/>
                </a:lnTo>
                <a:lnTo>
                  <a:pt x="857250" y="3219450"/>
                </a:lnTo>
                <a:lnTo>
                  <a:pt x="819150" y="3219450"/>
                </a:lnTo>
                <a:lnTo>
                  <a:pt x="819150" y="3228975"/>
                </a:lnTo>
                <a:lnTo>
                  <a:pt x="809625" y="3228975"/>
                </a:lnTo>
                <a:lnTo>
                  <a:pt x="809625" y="3219450"/>
                </a:lnTo>
                <a:lnTo>
                  <a:pt x="800100" y="3219450"/>
                </a:lnTo>
                <a:lnTo>
                  <a:pt x="800100" y="3200400"/>
                </a:lnTo>
                <a:lnTo>
                  <a:pt x="838200" y="3200400"/>
                </a:lnTo>
                <a:close/>
                <a:moveTo>
                  <a:pt x="1257300" y="3190875"/>
                </a:moveTo>
                <a:lnTo>
                  <a:pt x="1266825" y="3190875"/>
                </a:lnTo>
                <a:lnTo>
                  <a:pt x="1266825" y="3200400"/>
                </a:lnTo>
                <a:lnTo>
                  <a:pt x="1285875" y="3200400"/>
                </a:lnTo>
                <a:lnTo>
                  <a:pt x="1285875" y="3209925"/>
                </a:lnTo>
                <a:lnTo>
                  <a:pt x="1238250" y="3209925"/>
                </a:lnTo>
                <a:lnTo>
                  <a:pt x="1238250" y="3200400"/>
                </a:lnTo>
                <a:lnTo>
                  <a:pt x="1257300" y="3200400"/>
                </a:lnTo>
                <a:close/>
                <a:moveTo>
                  <a:pt x="1304925" y="3190875"/>
                </a:moveTo>
                <a:lnTo>
                  <a:pt x="1323975" y="3190875"/>
                </a:lnTo>
                <a:lnTo>
                  <a:pt x="1323975" y="3200400"/>
                </a:lnTo>
                <a:lnTo>
                  <a:pt x="1343025" y="3200400"/>
                </a:lnTo>
                <a:lnTo>
                  <a:pt x="1343025" y="3190875"/>
                </a:lnTo>
                <a:lnTo>
                  <a:pt x="1352550" y="3190875"/>
                </a:lnTo>
                <a:lnTo>
                  <a:pt x="1352550" y="3200400"/>
                </a:lnTo>
                <a:lnTo>
                  <a:pt x="1362075" y="3200400"/>
                </a:lnTo>
                <a:lnTo>
                  <a:pt x="1362075" y="3190875"/>
                </a:lnTo>
                <a:lnTo>
                  <a:pt x="1371600" y="3190875"/>
                </a:lnTo>
                <a:lnTo>
                  <a:pt x="1371600" y="3200400"/>
                </a:lnTo>
                <a:lnTo>
                  <a:pt x="1381125" y="3200400"/>
                </a:lnTo>
                <a:lnTo>
                  <a:pt x="1381125" y="3190875"/>
                </a:lnTo>
                <a:lnTo>
                  <a:pt x="1390650" y="3190875"/>
                </a:lnTo>
                <a:lnTo>
                  <a:pt x="1390650" y="3200400"/>
                </a:lnTo>
                <a:lnTo>
                  <a:pt x="1409700" y="3200400"/>
                </a:lnTo>
                <a:lnTo>
                  <a:pt x="1409700" y="3190875"/>
                </a:lnTo>
                <a:lnTo>
                  <a:pt x="1419225" y="3190875"/>
                </a:lnTo>
                <a:lnTo>
                  <a:pt x="1419225" y="3200400"/>
                </a:lnTo>
                <a:lnTo>
                  <a:pt x="1428750" y="3200400"/>
                </a:lnTo>
                <a:lnTo>
                  <a:pt x="1428750" y="3219450"/>
                </a:lnTo>
                <a:lnTo>
                  <a:pt x="1390650" y="3219450"/>
                </a:lnTo>
                <a:lnTo>
                  <a:pt x="1390650" y="3228975"/>
                </a:lnTo>
                <a:lnTo>
                  <a:pt x="1362075" y="3228975"/>
                </a:lnTo>
                <a:lnTo>
                  <a:pt x="1362075" y="3219450"/>
                </a:lnTo>
                <a:lnTo>
                  <a:pt x="1323975" y="3219450"/>
                </a:lnTo>
                <a:lnTo>
                  <a:pt x="1323975" y="3228975"/>
                </a:lnTo>
                <a:lnTo>
                  <a:pt x="1304925" y="3228975"/>
                </a:lnTo>
                <a:lnTo>
                  <a:pt x="1304925" y="3219450"/>
                </a:lnTo>
                <a:lnTo>
                  <a:pt x="1295400" y="3219450"/>
                </a:lnTo>
                <a:lnTo>
                  <a:pt x="1295400" y="3200400"/>
                </a:lnTo>
                <a:lnTo>
                  <a:pt x="1304925" y="3200400"/>
                </a:lnTo>
                <a:close/>
                <a:moveTo>
                  <a:pt x="1152525" y="3200400"/>
                </a:moveTo>
                <a:lnTo>
                  <a:pt x="1171575" y="3200400"/>
                </a:lnTo>
                <a:lnTo>
                  <a:pt x="1171575" y="3228975"/>
                </a:lnTo>
                <a:lnTo>
                  <a:pt x="1152525" y="3228975"/>
                </a:lnTo>
                <a:close/>
                <a:moveTo>
                  <a:pt x="1209675" y="3200400"/>
                </a:moveTo>
                <a:lnTo>
                  <a:pt x="1219200" y="3200400"/>
                </a:lnTo>
                <a:lnTo>
                  <a:pt x="1219200" y="3219450"/>
                </a:lnTo>
                <a:lnTo>
                  <a:pt x="1200150" y="3219450"/>
                </a:lnTo>
                <a:lnTo>
                  <a:pt x="1200150" y="3209925"/>
                </a:lnTo>
                <a:lnTo>
                  <a:pt x="1209675" y="3209925"/>
                </a:lnTo>
                <a:close/>
                <a:moveTo>
                  <a:pt x="257175" y="3419475"/>
                </a:moveTo>
                <a:lnTo>
                  <a:pt x="304800" y="3419475"/>
                </a:lnTo>
                <a:lnTo>
                  <a:pt x="304800" y="3429000"/>
                </a:lnTo>
                <a:lnTo>
                  <a:pt x="314325" y="3429000"/>
                </a:lnTo>
                <a:lnTo>
                  <a:pt x="314325" y="3438525"/>
                </a:lnTo>
                <a:lnTo>
                  <a:pt x="323850" y="3438525"/>
                </a:lnTo>
                <a:lnTo>
                  <a:pt x="323850" y="3505200"/>
                </a:lnTo>
                <a:lnTo>
                  <a:pt x="314325" y="3505200"/>
                </a:lnTo>
                <a:lnTo>
                  <a:pt x="314325" y="3514725"/>
                </a:lnTo>
                <a:lnTo>
                  <a:pt x="304800" y="3514725"/>
                </a:lnTo>
                <a:lnTo>
                  <a:pt x="304800" y="3524250"/>
                </a:lnTo>
                <a:lnTo>
                  <a:pt x="238125" y="3524250"/>
                </a:lnTo>
                <a:lnTo>
                  <a:pt x="238125" y="3505200"/>
                </a:lnTo>
                <a:lnTo>
                  <a:pt x="228600" y="3505200"/>
                </a:lnTo>
                <a:lnTo>
                  <a:pt x="228600" y="3448050"/>
                </a:lnTo>
                <a:lnTo>
                  <a:pt x="247650" y="3448050"/>
                </a:lnTo>
                <a:lnTo>
                  <a:pt x="247650" y="3457575"/>
                </a:lnTo>
                <a:lnTo>
                  <a:pt x="295275" y="3457575"/>
                </a:lnTo>
                <a:lnTo>
                  <a:pt x="295275" y="3438525"/>
                </a:lnTo>
                <a:lnTo>
                  <a:pt x="257175" y="3438525"/>
                </a:lnTo>
                <a:close/>
                <a:moveTo>
                  <a:pt x="1247775" y="3419475"/>
                </a:moveTo>
                <a:lnTo>
                  <a:pt x="1304925" y="3419475"/>
                </a:lnTo>
                <a:lnTo>
                  <a:pt x="1304925" y="3438525"/>
                </a:lnTo>
                <a:lnTo>
                  <a:pt x="1314450" y="3438525"/>
                </a:lnTo>
                <a:lnTo>
                  <a:pt x="1314450" y="3467100"/>
                </a:lnTo>
                <a:lnTo>
                  <a:pt x="1304925" y="3467100"/>
                </a:lnTo>
                <a:lnTo>
                  <a:pt x="1304925" y="3476625"/>
                </a:lnTo>
                <a:lnTo>
                  <a:pt x="1295400" y="3476625"/>
                </a:lnTo>
                <a:lnTo>
                  <a:pt x="1295400" y="3467100"/>
                </a:lnTo>
                <a:lnTo>
                  <a:pt x="1266825" y="3467100"/>
                </a:lnTo>
                <a:lnTo>
                  <a:pt x="1266825" y="3457575"/>
                </a:lnTo>
                <a:lnTo>
                  <a:pt x="1257300" y="3457575"/>
                </a:lnTo>
                <a:lnTo>
                  <a:pt x="1257300" y="3467100"/>
                </a:lnTo>
                <a:lnTo>
                  <a:pt x="1247775" y="3467100"/>
                </a:lnTo>
                <a:lnTo>
                  <a:pt x="1247775" y="3448050"/>
                </a:lnTo>
                <a:lnTo>
                  <a:pt x="1238250" y="3448050"/>
                </a:lnTo>
                <a:lnTo>
                  <a:pt x="1238250" y="3429000"/>
                </a:lnTo>
                <a:lnTo>
                  <a:pt x="1247775" y="3429000"/>
                </a:lnTo>
                <a:close/>
                <a:moveTo>
                  <a:pt x="914400" y="3429000"/>
                </a:moveTo>
                <a:lnTo>
                  <a:pt x="923925" y="3429000"/>
                </a:lnTo>
                <a:lnTo>
                  <a:pt x="923925" y="3448050"/>
                </a:lnTo>
                <a:lnTo>
                  <a:pt x="914400" y="3448050"/>
                </a:lnTo>
                <a:lnTo>
                  <a:pt x="914400" y="3457575"/>
                </a:lnTo>
                <a:lnTo>
                  <a:pt x="904875" y="3457575"/>
                </a:lnTo>
                <a:lnTo>
                  <a:pt x="904875" y="3467100"/>
                </a:lnTo>
                <a:lnTo>
                  <a:pt x="895350" y="3467100"/>
                </a:lnTo>
                <a:lnTo>
                  <a:pt x="895350" y="3476625"/>
                </a:lnTo>
                <a:lnTo>
                  <a:pt x="876300" y="3476625"/>
                </a:lnTo>
                <a:lnTo>
                  <a:pt x="876300" y="3457575"/>
                </a:lnTo>
                <a:lnTo>
                  <a:pt x="885825" y="3457575"/>
                </a:lnTo>
                <a:lnTo>
                  <a:pt x="885825" y="3448050"/>
                </a:lnTo>
                <a:lnTo>
                  <a:pt x="895350" y="3448050"/>
                </a:lnTo>
                <a:lnTo>
                  <a:pt x="895350" y="3438525"/>
                </a:lnTo>
                <a:lnTo>
                  <a:pt x="914400" y="3438525"/>
                </a:lnTo>
                <a:close/>
                <a:moveTo>
                  <a:pt x="933450" y="3429000"/>
                </a:moveTo>
                <a:lnTo>
                  <a:pt x="942975" y="3429000"/>
                </a:lnTo>
                <a:lnTo>
                  <a:pt x="942975" y="3438525"/>
                </a:lnTo>
                <a:lnTo>
                  <a:pt x="933450" y="3438525"/>
                </a:lnTo>
                <a:close/>
                <a:moveTo>
                  <a:pt x="561975" y="3438525"/>
                </a:moveTo>
                <a:lnTo>
                  <a:pt x="581025" y="3438525"/>
                </a:lnTo>
                <a:lnTo>
                  <a:pt x="581025" y="3448050"/>
                </a:lnTo>
                <a:lnTo>
                  <a:pt x="590550" y="3448050"/>
                </a:lnTo>
                <a:lnTo>
                  <a:pt x="590550" y="3457575"/>
                </a:lnTo>
                <a:lnTo>
                  <a:pt x="581025" y="3457575"/>
                </a:lnTo>
                <a:lnTo>
                  <a:pt x="581025" y="3467100"/>
                </a:lnTo>
                <a:lnTo>
                  <a:pt x="590550" y="3467100"/>
                </a:lnTo>
                <a:lnTo>
                  <a:pt x="590550" y="3486150"/>
                </a:lnTo>
                <a:lnTo>
                  <a:pt x="609600" y="3486150"/>
                </a:lnTo>
                <a:lnTo>
                  <a:pt x="609600" y="3476625"/>
                </a:lnTo>
                <a:lnTo>
                  <a:pt x="619125" y="3476625"/>
                </a:lnTo>
                <a:lnTo>
                  <a:pt x="619125" y="3467100"/>
                </a:lnTo>
                <a:lnTo>
                  <a:pt x="628650" y="3467100"/>
                </a:lnTo>
                <a:lnTo>
                  <a:pt x="628650" y="3457575"/>
                </a:lnTo>
                <a:lnTo>
                  <a:pt x="619125" y="3457575"/>
                </a:lnTo>
                <a:lnTo>
                  <a:pt x="619125" y="3448050"/>
                </a:lnTo>
                <a:lnTo>
                  <a:pt x="638175" y="3448050"/>
                </a:lnTo>
                <a:lnTo>
                  <a:pt x="638175" y="3467100"/>
                </a:lnTo>
                <a:lnTo>
                  <a:pt x="628650" y="3467100"/>
                </a:lnTo>
                <a:lnTo>
                  <a:pt x="628650" y="3476625"/>
                </a:lnTo>
                <a:lnTo>
                  <a:pt x="638175" y="3476625"/>
                </a:lnTo>
                <a:lnTo>
                  <a:pt x="638175" y="3495675"/>
                </a:lnTo>
                <a:lnTo>
                  <a:pt x="628650" y="3495675"/>
                </a:lnTo>
                <a:lnTo>
                  <a:pt x="628650" y="3505200"/>
                </a:lnTo>
                <a:lnTo>
                  <a:pt x="619125" y="3505200"/>
                </a:lnTo>
                <a:lnTo>
                  <a:pt x="619125" y="3495675"/>
                </a:lnTo>
                <a:lnTo>
                  <a:pt x="571500" y="3495675"/>
                </a:lnTo>
                <a:lnTo>
                  <a:pt x="571500" y="3467100"/>
                </a:lnTo>
                <a:lnTo>
                  <a:pt x="561975" y="3467100"/>
                </a:lnTo>
                <a:close/>
                <a:moveTo>
                  <a:pt x="942975" y="3438525"/>
                </a:moveTo>
                <a:lnTo>
                  <a:pt x="962025" y="3438525"/>
                </a:lnTo>
                <a:lnTo>
                  <a:pt x="962025" y="3448050"/>
                </a:lnTo>
                <a:lnTo>
                  <a:pt x="971550" y="3448050"/>
                </a:lnTo>
                <a:lnTo>
                  <a:pt x="971550" y="3476625"/>
                </a:lnTo>
                <a:lnTo>
                  <a:pt x="962025" y="3476625"/>
                </a:lnTo>
                <a:lnTo>
                  <a:pt x="962025" y="3467100"/>
                </a:lnTo>
                <a:lnTo>
                  <a:pt x="952500" y="3467100"/>
                </a:lnTo>
                <a:lnTo>
                  <a:pt x="952500" y="3476625"/>
                </a:lnTo>
                <a:lnTo>
                  <a:pt x="942975" y="3476625"/>
                </a:lnTo>
                <a:lnTo>
                  <a:pt x="942975" y="3486150"/>
                </a:lnTo>
                <a:lnTo>
                  <a:pt x="952500" y="3486150"/>
                </a:lnTo>
                <a:lnTo>
                  <a:pt x="952500" y="3514725"/>
                </a:lnTo>
                <a:lnTo>
                  <a:pt x="904875" y="3514725"/>
                </a:lnTo>
                <a:lnTo>
                  <a:pt x="904875" y="3495675"/>
                </a:lnTo>
                <a:lnTo>
                  <a:pt x="923925" y="3495675"/>
                </a:lnTo>
                <a:lnTo>
                  <a:pt x="923925" y="3467100"/>
                </a:lnTo>
                <a:lnTo>
                  <a:pt x="942975" y="3467100"/>
                </a:lnTo>
                <a:close/>
                <a:moveTo>
                  <a:pt x="1581150" y="3457575"/>
                </a:moveTo>
                <a:lnTo>
                  <a:pt x="1628775" y="3457575"/>
                </a:lnTo>
                <a:lnTo>
                  <a:pt x="1628775" y="3467100"/>
                </a:lnTo>
                <a:lnTo>
                  <a:pt x="1638300" y="3467100"/>
                </a:lnTo>
                <a:lnTo>
                  <a:pt x="1638300" y="3476625"/>
                </a:lnTo>
                <a:lnTo>
                  <a:pt x="1628775" y="3476625"/>
                </a:lnTo>
                <a:lnTo>
                  <a:pt x="1628775" y="3486150"/>
                </a:lnTo>
                <a:lnTo>
                  <a:pt x="1581150" y="3486150"/>
                </a:lnTo>
                <a:lnTo>
                  <a:pt x="1581150" y="3476625"/>
                </a:lnTo>
                <a:lnTo>
                  <a:pt x="1571625" y="3476625"/>
                </a:lnTo>
                <a:lnTo>
                  <a:pt x="1571625" y="3486150"/>
                </a:lnTo>
                <a:lnTo>
                  <a:pt x="1562100" y="3486150"/>
                </a:lnTo>
                <a:lnTo>
                  <a:pt x="1562100" y="3476625"/>
                </a:lnTo>
                <a:lnTo>
                  <a:pt x="1543050" y="3476625"/>
                </a:lnTo>
                <a:lnTo>
                  <a:pt x="1543050" y="3467100"/>
                </a:lnTo>
                <a:lnTo>
                  <a:pt x="1581150" y="3467100"/>
                </a:lnTo>
                <a:close/>
                <a:moveTo>
                  <a:pt x="1228725" y="3467100"/>
                </a:moveTo>
                <a:lnTo>
                  <a:pt x="1247775" y="3467100"/>
                </a:lnTo>
                <a:lnTo>
                  <a:pt x="1247775" y="3476625"/>
                </a:lnTo>
                <a:lnTo>
                  <a:pt x="1257300" y="3476625"/>
                </a:lnTo>
                <a:lnTo>
                  <a:pt x="1257300" y="3486150"/>
                </a:lnTo>
                <a:lnTo>
                  <a:pt x="1276350" y="3486150"/>
                </a:lnTo>
                <a:lnTo>
                  <a:pt x="1276350" y="3495675"/>
                </a:lnTo>
                <a:lnTo>
                  <a:pt x="1304925" y="3495675"/>
                </a:lnTo>
                <a:lnTo>
                  <a:pt x="1304925" y="3505200"/>
                </a:lnTo>
                <a:lnTo>
                  <a:pt x="1295400" y="3505200"/>
                </a:lnTo>
                <a:lnTo>
                  <a:pt x="1295400" y="3514725"/>
                </a:lnTo>
                <a:lnTo>
                  <a:pt x="1285875" y="3514725"/>
                </a:lnTo>
                <a:lnTo>
                  <a:pt x="1285875" y="3524250"/>
                </a:lnTo>
                <a:lnTo>
                  <a:pt x="1219200" y="3524250"/>
                </a:lnTo>
                <a:lnTo>
                  <a:pt x="1219200" y="3505200"/>
                </a:lnTo>
                <a:lnTo>
                  <a:pt x="1209675" y="3505200"/>
                </a:lnTo>
                <a:lnTo>
                  <a:pt x="1209675" y="3486150"/>
                </a:lnTo>
                <a:lnTo>
                  <a:pt x="1219200" y="3486150"/>
                </a:lnTo>
                <a:lnTo>
                  <a:pt x="1219200" y="3476625"/>
                </a:lnTo>
                <a:lnTo>
                  <a:pt x="1228725" y="3476625"/>
                </a:lnTo>
                <a:close/>
                <a:moveTo>
                  <a:pt x="1819275" y="3486150"/>
                </a:moveTo>
                <a:lnTo>
                  <a:pt x="1828800" y="3486150"/>
                </a:lnTo>
                <a:lnTo>
                  <a:pt x="1828800" y="3562350"/>
                </a:lnTo>
                <a:lnTo>
                  <a:pt x="1819275" y="3562350"/>
                </a:lnTo>
                <a:close/>
                <a:moveTo>
                  <a:pt x="1743075" y="3524250"/>
                </a:moveTo>
                <a:lnTo>
                  <a:pt x="1752600" y="3524250"/>
                </a:lnTo>
                <a:lnTo>
                  <a:pt x="1752600" y="3552825"/>
                </a:lnTo>
                <a:lnTo>
                  <a:pt x="1743075" y="3552825"/>
                </a:lnTo>
                <a:close/>
                <a:moveTo>
                  <a:pt x="219075" y="3543300"/>
                </a:moveTo>
                <a:lnTo>
                  <a:pt x="238125" y="3543300"/>
                </a:lnTo>
                <a:lnTo>
                  <a:pt x="238125" y="3552825"/>
                </a:lnTo>
                <a:lnTo>
                  <a:pt x="266700" y="3552825"/>
                </a:lnTo>
                <a:lnTo>
                  <a:pt x="266700" y="3543300"/>
                </a:lnTo>
                <a:lnTo>
                  <a:pt x="295275" y="3543300"/>
                </a:lnTo>
                <a:lnTo>
                  <a:pt x="295275" y="3552825"/>
                </a:lnTo>
                <a:lnTo>
                  <a:pt x="304800" y="3552825"/>
                </a:lnTo>
                <a:lnTo>
                  <a:pt x="304800" y="3543300"/>
                </a:lnTo>
                <a:lnTo>
                  <a:pt x="314325" y="3543300"/>
                </a:lnTo>
                <a:lnTo>
                  <a:pt x="314325" y="3552825"/>
                </a:lnTo>
                <a:lnTo>
                  <a:pt x="333375" y="3552825"/>
                </a:lnTo>
                <a:lnTo>
                  <a:pt x="333375" y="3562350"/>
                </a:lnTo>
                <a:lnTo>
                  <a:pt x="323850" y="3562350"/>
                </a:lnTo>
                <a:lnTo>
                  <a:pt x="323850" y="3571875"/>
                </a:lnTo>
                <a:lnTo>
                  <a:pt x="219075" y="3571875"/>
                </a:lnTo>
                <a:lnTo>
                  <a:pt x="219075" y="3562350"/>
                </a:lnTo>
                <a:lnTo>
                  <a:pt x="209550" y="3562350"/>
                </a:lnTo>
                <a:lnTo>
                  <a:pt x="209550" y="3552825"/>
                </a:lnTo>
                <a:lnTo>
                  <a:pt x="219075" y="3552825"/>
                </a:lnTo>
                <a:close/>
                <a:moveTo>
                  <a:pt x="533400" y="3543300"/>
                </a:moveTo>
                <a:lnTo>
                  <a:pt x="542925" y="3543300"/>
                </a:lnTo>
                <a:lnTo>
                  <a:pt x="542925" y="3552825"/>
                </a:lnTo>
                <a:lnTo>
                  <a:pt x="552450" y="3552825"/>
                </a:lnTo>
                <a:lnTo>
                  <a:pt x="552450" y="3543300"/>
                </a:lnTo>
                <a:lnTo>
                  <a:pt x="561975" y="3543300"/>
                </a:lnTo>
                <a:lnTo>
                  <a:pt x="561975" y="3552825"/>
                </a:lnTo>
                <a:lnTo>
                  <a:pt x="666750" y="3552825"/>
                </a:lnTo>
                <a:lnTo>
                  <a:pt x="666750" y="3571875"/>
                </a:lnTo>
                <a:lnTo>
                  <a:pt x="542925" y="3571875"/>
                </a:lnTo>
                <a:lnTo>
                  <a:pt x="542925" y="3562350"/>
                </a:lnTo>
                <a:lnTo>
                  <a:pt x="533400" y="3562350"/>
                </a:lnTo>
                <a:close/>
                <a:moveTo>
                  <a:pt x="819150" y="3543300"/>
                </a:moveTo>
                <a:lnTo>
                  <a:pt x="847725" y="3543300"/>
                </a:lnTo>
                <a:lnTo>
                  <a:pt x="847725" y="3552825"/>
                </a:lnTo>
                <a:lnTo>
                  <a:pt x="904875" y="3552825"/>
                </a:lnTo>
                <a:lnTo>
                  <a:pt x="904875" y="3543300"/>
                </a:lnTo>
                <a:lnTo>
                  <a:pt x="923925" y="3543300"/>
                </a:lnTo>
                <a:lnTo>
                  <a:pt x="923925" y="3552825"/>
                </a:lnTo>
                <a:lnTo>
                  <a:pt x="952500" y="3552825"/>
                </a:lnTo>
                <a:lnTo>
                  <a:pt x="952500" y="3571875"/>
                </a:lnTo>
                <a:lnTo>
                  <a:pt x="857250" y="3571875"/>
                </a:lnTo>
                <a:lnTo>
                  <a:pt x="857250" y="3562350"/>
                </a:lnTo>
                <a:lnTo>
                  <a:pt x="819150" y="3562350"/>
                </a:lnTo>
                <a:close/>
                <a:moveTo>
                  <a:pt x="1228725" y="3543300"/>
                </a:moveTo>
                <a:lnTo>
                  <a:pt x="1257300" y="3543300"/>
                </a:lnTo>
                <a:lnTo>
                  <a:pt x="1257300" y="3552825"/>
                </a:lnTo>
                <a:lnTo>
                  <a:pt x="1352550" y="3552825"/>
                </a:lnTo>
                <a:lnTo>
                  <a:pt x="1352550" y="3571875"/>
                </a:lnTo>
                <a:lnTo>
                  <a:pt x="1323975" y="3571875"/>
                </a:lnTo>
                <a:lnTo>
                  <a:pt x="1323975" y="3581400"/>
                </a:lnTo>
                <a:lnTo>
                  <a:pt x="1314450" y="3581400"/>
                </a:lnTo>
                <a:lnTo>
                  <a:pt x="1314450" y="3571875"/>
                </a:lnTo>
                <a:lnTo>
                  <a:pt x="1285875" y="3571875"/>
                </a:lnTo>
                <a:lnTo>
                  <a:pt x="1285875" y="3581400"/>
                </a:lnTo>
                <a:lnTo>
                  <a:pt x="1266825" y="3581400"/>
                </a:lnTo>
                <a:lnTo>
                  <a:pt x="1266825" y="3571875"/>
                </a:lnTo>
                <a:lnTo>
                  <a:pt x="1190625" y="3571875"/>
                </a:lnTo>
                <a:lnTo>
                  <a:pt x="1190625" y="3552825"/>
                </a:lnTo>
                <a:lnTo>
                  <a:pt x="1228725" y="3552825"/>
                </a:lnTo>
                <a:close/>
                <a:moveTo>
                  <a:pt x="1552575" y="3543300"/>
                </a:moveTo>
                <a:lnTo>
                  <a:pt x="1619250" y="3543300"/>
                </a:lnTo>
                <a:lnTo>
                  <a:pt x="1619250" y="3552825"/>
                </a:lnTo>
                <a:lnTo>
                  <a:pt x="1638300" y="3552825"/>
                </a:lnTo>
                <a:lnTo>
                  <a:pt x="1638300" y="3571875"/>
                </a:lnTo>
                <a:lnTo>
                  <a:pt x="1628775" y="3571875"/>
                </a:lnTo>
                <a:lnTo>
                  <a:pt x="1628775" y="3581400"/>
                </a:lnTo>
                <a:lnTo>
                  <a:pt x="1600200" y="3581400"/>
                </a:lnTo>
                <a:lnTo>
                  <a:pt x="1600200" y="3552825"/>
                </a:lnTo>
                <a:lnTo>
                  <a:pt x="1552575" y="3552825"/>
                </a:lnTo>
                <a:close/>
                <a:moveTo>
                  <a:pt x="114300" y="3552825"/>
                </a:moveTo>
                <a:lnTo>
                  <a:pt x="123825" y="3552825"/>
                </a:lnTo>
                <a:lnTo>
                  <a:pt x="123825" y="3562350"/>
                </a:lnTo>
                <a:lnTo>
                  <a:pt x="114300" y="3562350"/>
                </a:lnTo>
                <a:close/>
                <a:moveTo>
                  <a:pt x="971550" y="3552825"/>
                </a:moveTo>
                <a:lnTo>
                  <a:pt x="1038225" y="3552825"/>
                </a:lnTo>
                <a:lnTo>
                  <a:pt x="1038225" y="3571875"/>
                </a:lnTo>
                <a:lnTo>
                  <a:pt x="990600" y="3571875"/>
                </a:lnTo>
                <a:lnTo>
                  <a:pt x="990600" y="3562350"/>
                </a:lnTo>
                <a:lnTo>
                  <a:pt x="971550" y="3562350"/>
                </a:lnTo>
                <a:close/>
                <a:moveTo>
                  <a:pt x="1171575" y="3552825"/>
                </a:moveTo>
                <a:lnTo>
                  <a:pt x="1181100" y="3552825"/>
                </a:lnTo>
                <a:lnTo>
                  <a:pt x="1181100" y="3562350"/>
                </a:lnTo>
                <a:lnTo>
                  <a:pt x="1171575" y="3562350"/>
                </a:lnTo>
                <a:close/>
                <a:moveTo>
                  <a:pt x="1543050" y="3552825"/>
                </a:moveTo>
                <a:lnTo>
                  <a:pt x="1552575" y="3552825"/>
                </a:lnTo>
                <a:lnTo>
                  <a:pt x="1552575" y="3562350"/>
                </a:lnTo>
                <a:lnTo>
                  <a:pt x="1590675" y="3562350"/>
                </a:lnTo>
                <a:lnTo>
                  <a:pt x="1590675" y="3571875"/>
                </a:lnTo>
                <a:lnTo>
                  <a:pt x="1571625" y="3571875"/>
                </a:lnTo>
                <a:lnTo>
                  <a:pt x="1571625" y="3581400"/>
                </a:lnTo>
                <a:lnTo>
                  <a:pt x="1552575" y="3581400"/>
                </a:lnTo>
                <a:lnTo>
                  <a:pt x="1552575" y="3571875"/>
                </a:lnTo>
                <a:lnTo>
                  <a:pt x="1543050" y="3571875"/>
                </a:lnTo>
                <a:close/>
                <a:moveTo>
                  <a:pt x="38100" y="3581400"/>
                </a:moveTo>
                <a:lnTo>
                  <a:pt x="47625" y="3581400"/>
                </a:lnTo>
                <a:lnTo>
                  <a:pt x="47625" y="3590925"/>
                </a:lnTo>
                <a:lnTo>
                  <a:pt x="38100" y="3590925"/>
                </a:lnTo>
                <a:close/>
                <a:moveTo>
                  <a:pt x="1733550" y="3590925"/>
                </a:moveTo>
                <a:lnTo>
                  <a:pt x="1743075" y="3590925"/>
                </a:lnTo>
                <a:lnTo>
                  <a:pt x="1743075" y="3600450"/>
                </a:lnTo>
                <a:lnTo>
                  <a:pt x="1733550" y="3600450"/>
                </a:lnTo>
                <a:close/>
                <a:moveTo>
                  <a:pt x="123825" y="3600450"/>
                </a:moveTo>
                <a:lnTo>
                  <a:pt x="133350" y="3600450"/>
                </a:lnTo>
                <a:lnTo>
                  <a:pt x="133350" y="3609975"/>
                </a:lnTo>
                <a:lnTo>
                  <a:pt x="123825" y="3609975"/>
                </a:lnTo>
                <a:close/>
                <a:moveTo>
                  <a:pt x="1809750" y="3600450"/>
                </a:moveTo>
                <a:lnTo>
                  <a:pt x="1819275" y="3600450"/>
                </a:lnTo>
                <a:lnTo>
                  <a:pt x="1819275" y="3609975"/>
                </a:lnTo>
                <a:lnTo>
                  <a:pt x="1809750" y="3609975"/>
                </a:lnTo>
                <a:close/>
                <a:moveTo>
                  <a:pt x="47625" y="3629025"/>
                </a:moveTo>
                <a:lnTo>
                  <a:pt x="57150" y="3629025"/>
                </a:lnTo>
                <a:lnTo>
                  <a:pt x="57150" y="3638550"/>
                </a:lnTo>
                <a:lnTo>
                  <a:pt x="47625" y="3638550"/>
                </a:lnTo>
                <a:close/>
                <a:moveTo>
                  <a:pt x="133350" y="3629025"/>
                </a:moveTo>
                <a:lnTo>
                  <a:pt x="142875" y="3629025"/>
                </a:lnTo>
                <a:lnTo>
                  <a:pt x="142875" y="3638550"/>
                </a:lnTo>
                <a:lnTo>
                  <a:pt x="133350" y="3638550"/>
                </a:lnTo>
                <a:close/>
                <a:moveTo>
                  <a:pt x="1800225" y="3638550"/>
                </a:moveTo>
                <a:lnTo>
                  <a:pt x="1809750" y="3638550"/>
                </a:lnTo>
                <a:lnTo>
                  <a:pt x="1809750" y="3648075"/>
                </a:lnTo>
                <a:lnTo>
                  <a:pt x="1800225" y="3648075"/>
                </a:lnTo>
                <a:close/>
                <a:moveTo>
                  <a:pt x="142875" y="3648075"/>
                </a:moveTo>
                <a:lnTo>
                  <a:pt x="152400" y="3648075"/>
                </a:lnTo>
                <a:lnTo>
                  <a:pt x="152400" y="3657600"/>
                </a:lnTo>
                <a:lnTo>
                  <a:pt x="142875" y="3657600"/>
                </a:lnTo>
                <a:close/>
                <a:moveTo>
                  <a:pt x="1790700" y="3667125"/>
                </a:moveTo>
                <a:lnTo>
                  <a:pt x="1800225" y="3667125"/>
                </a:lnTo>
                <a:lnTo>
                  <a:pt x="1800225" y="3676650"/>
                </a:lnTo>
                <a:lnTo>
                  <a:pt x="1790700" y="3676650"/>
                </a:lnTo>
                <a:close/>
                <a:moveTo>
                  <a:pt x="66675" y="3676650"/>
                </a:moveTo>
                <a:lnTo>
                  <a:pt x="76200" y="3676650"/>
                </a:lnTo>
                <a:lnTo>
                  <a:pt x="76200" y="3686175"/>
                </a:lnTo>
                <a:lnTo>
                  <a:pt x="66675" y="3686175"/>
                </a:lnTo>
                <a:close/>
                <a:moveTo>
                  <a:pt x="161925" y="3676650"/>
                </a:moveTo>
                <a:lnTo>
                  <a:pt x="171450" y="3676650"/>
                </a:lnTo>
                <a:lnTo>
                  <a:pt x="171450" y="3686175"/>
                </a:lnTo>
                <a:lnTo>
                  <a:pt x="161925" y="3686175"/>
                </a:lnTo>
                <a:close/>
                <a:moveTo>
                  <a:pt x="1695450" y="3676650"/>
                </a:moveTo>
                <a:lnTo>
                  <a:pt x="1704975" y="3676650"/>
                </a:lnTo>
                <a:lnTo>
                  <a:pt x="1704975" y="3686175"/>
                </a:lnTo>
                <a:lnTo>
                  <a:pt x="1695450" y="3686175"/>
                </a:lnTo>
                <a:close/>
                <a:moveTo>
                  <a:pt x="1781175" y="3686175"/>
                </a:moveTo>
                <a:lnTo>
                  <a:pt x="1790700" y="3686175"/>
                </a:lnTo>
                <a:lnTo>
                  <a:pt x="1790700" y="3695700"/>
                </a:lnTo>
                <a:lnTo>
                  <a:pt x="1781175" y="3695700"/>
                </a:lnTo>
                <a:close/>
                <a:moveTo>
                  <a:pt x="1771650" y="3705225"/>
                </a:moveTo>
                <a:lnTo>
                  <a:pt x="1781175" y="3705225"/>
                </a:lnTo>
                <a:lnTo>
                  <a:pt x="1781175" y="3714750"/>
                </a:lnTo>
                <a:lnTo>
                  <a:pt x="1771650" y="3714750"/>
                </a:lnTo>
                <a:close/>
                <a:moveTo>
                  <a:pt x="104775" y="3733800"/>
                </a:moveTo>
                <a:lnTo>
                  <a:pt x="114300" y="3733800"/>
                </a:lnTo>
                <a:lnTo>
                  <a:pt x="114300" y="3743325"/>
                </a:lnTo>
                <a:lnTo>
                  <a:pt x="104775" y="3743325"/>
                </a:lnTo>
                <a:close/>
                <a:moveTo>
                  <a:pt x="219075" y="3733800"/>
                </a:moveTo>
                <a:lnTo>
                  <a:pt x="228600" y="3733800"/>
                </a:lnTo>
                <a:lnTo>
                  <a:pt x="228600" y="3743325"/>
                </a:lnTo>
                <a:lnTo>
                  <a:pt x="219075" y="3743325"/>
                </a:lnTo>
                <a:close/>
                <a:moveTo>
                  <a:pt x="1638300" y="3733800"/>
                </a:moveTo>
                <a:lnTo>
                  <a:pt x="1647825" y="3733800"/>
                </a:lnTo>
                <a:lnTo>
                  <a:pt x="1647825" y="3743325"/>
                </a:lnTo>
                <a:lnTo>
                  <a:pt x="1638300" y="3743325"/>
                </a:lnTo>
                <a:close/>
                <a:moveTo>
                  <a:pt x="1752600" y="3733800"/>
                </a:moveTo>
                <a:lnTo>
                  <a:pt x="1762125" y="3733800"/>
                </a:lnTo>
                <a:lnTo>
                  <a:pt x="1762125" y="3743325"/>
                </a:lnTo>
                <a:lnTo>
                  <a:pt x="1752600" y="3743325"/>
                </a:lnTo>
                <a:close/>
                <a:moveTo>
                  <a:pt x="114300" y="3743325"/>
                </a:moveTo>
                <a:lnTo>
                  <a:pt x="123825" y="3743325"/>
                </a:lnTo>
                <a:lnTo>
                  <a:pt x="123825" y="3752850"/>
                </a:lnTo>
                <a:lnTo>
                  <a:pt x="114300" y="3752850"/>
                </a:lnTo>
                <a:close/>
                <a:moveTo>
                  <a:pt x="238125" y="3743325"/>
                </a:moveTo>
                <a:lnTo>
                  <a:pt x="247650" y="3743325"/>
                </a:lnTo>
                <a:lnTo>
                  <a:pt x="247650" y="3752850"/>
                </a:lnTo>
                <a:lnTo>
                  <a:pt x="238125" y="3752850"/>
                </a:lnTo>
                <a:close/>
                <a:moveTo>
                  <a:pt x="1743075" y="3743325"/>
                </a:moveTo>
                <a:lnTo>
                  <a:pt x="1752600" y="3743325"/>
                </a:lnTo>
                <a:lnTo>
                  <a:pt x="1752600" y="3752850"/>
                </a:lnTo>
                <a:lnTo>
                  <a:pt x="1743075" y="3752850"/>
                </a:lnTo>
                <a:close/>
                <a:moveTo>
                  <a:pt x="257175" y="3752850"/>
                </a:moveTo>
                <a:lnTo>
                  <a:pt x="266700" y="3752850"/>
                </a:lnTo>
                <a:lnTo>
                  <a:pt x="266700" y="3762375"/>
                </a:lnTo>
                <a:lnTo>
                  <a:pt x="257175" y="3762375"/>
                </a:lnTo>
                <a:close/>
                <a:moveTo>
                  <a:pt x="1733550" y="3752850"/>
                </a:moveTo>
                <a:lnTo>
                  <a:pt x="1743075" y="3752850"/>
                </a:lnTo>
                <a:lnTo>
                  <a:pt x="1743075" y="3762375"/>
                </a:lnTo>
                <a:lnTo>
                  <a:pt x="1733550" y="3762375"/>
                </a:lnTo>
                <a:close/>
                <a:moveTo>
                  <a:pt x="285750" y="3762375"/>
                </a:moveTo>
                <a:lnTo>
                  <a:pt x="295275" y="3762375"/>
                </a:lnTo>
                <a:lnTo>
                  <a:pt x="295275" y="3771900"/>
                </a:lnTo>
                <a:lnTo>
                  <a:pt x="285750" y="3771900"/>
                </a:lnTo>
                <a:close/>
                <a:moveTo>
                  <a:pt x="1581150" y="3762375"/>
                </a:moveTo>
                <a:lnTo>
                  <a:pt x="1590675" y="3762375"/>
                </a:lnTo>
                <a:lnTo>
                  <a:pt x="1590675" y="3771900"/>
                </a:lnTo>
                <a:lnTo>
                  <a:pt x="1581150" y="3771900"/>
                </a:lnTo>
                <a:close/>
                <a:moveTo>
                  <a:pt x="323850" y="3771900"/>
                </a:moveTo>
                <a:lnTo>
                  <a:pt x="333375" y="3771900"/>
                </a:lnTo>
                <a:lnTo>
                  <a:pt x="333375" y="3781425"/>
                </a:lnTo>
                <a:lnTo>
                  <a:pt x="323850" y="3781425"/>
                </a:lnTo>
                <a:close/>
                <a:moveTo>
                  <a:pt x="1533525" y="3771900"/>
                </a:moveTo>
                <a:lnTo>
                  <a:pt x="1552575" y="3771900"/>
                </a:lnTo>
                <a:lnTo>
                  <a:pt x="1552575" y="3781425"/>
                </a:lnTo>
                <a:lnTo>
                  <a:pt x="1533525" y="3781425"/>
                </a:lnTo>
                <a:close/>
                <a:moveTo>
                  <a:pt x="428625" y="3781425"/>
                </a:moveTo>
                <a:lnTo>
                  <a:pt x="1390650" y="3781425"/>
                </a:lnTo>
                <a:lnTo>
                  <a:pt x="1390650" y="3790950"/>
                </a:lnTo>
                <a:lnTo>
                  <a:pt x="428625" y="3790950"/>
                </a:lnTo>
                <a:close/>
                <a:moveTo>
                  <a:pt x="1704975" y="3781425"/>
                </a:moveTo>
                <a:lnTo>
                  <a:pt x="1714500" y="3781425"/>
                </a:lnTo>
                <a:lnTo>
                  <a:pt x="1714500" y="3790950"/>
                </a:lnTo>
                <a:lnTo>
                  <a:pt x="1704975" y="3790950"/>
                </a:lnTo>
                <a:close/>
                <a:moveTo>
                  <a:pt x="1695450" y="3790950"/>
                </a:moveTo>
                <a:lnTo>
                  <a:pt x="1704975" y="3790950"/>
                </a:lnTo>
                <a:lnTo>
                  <a:pt x="1704975" y="3800475"/>
                </a:lnTo>
                <a:lnTo>
                  <a:pt x="1695450" y="3800475"/>
                </a:lnTo>
                <a:close/>
                <a:moveTo>
                  <a:pt x="171450" y="3800475"/>
                </a:moveTo>
                <a:lnTo>
                  <a:pt x="180975" y="3800475"/>
                </a:lnTo>
                <a:lnTo>
                  <a:pt x="180975" y="3810000"/>
                </a:lnTo>
                <a:lnTo>
                  <a:pt x="171450" y="3810000"/>
                </a:lnTo>
                <a:close/>
                <a:moveTo>
                  <a:pt x="1666875" y="3810000"/>
                </a:moveTo>
                <a:lnTo>
                  <a:pt x="1676400" y="3810000"/>
                </a:lnTo>
                <a:lnTo>
                  <a:pt x="1676400" y="3819525"/>
                </a:lnTo>
                <a:lnTo>
                  <a:pt x="1666875" y="3819525"/>
                </a:lnTo>
                <a:close/>
                <a:moveTo>
                  <a:pt x="1647825" y="3819525"/>
                </a:moveTo>
                <a:lnTo>
                  <a:pt x="1657350" y="3819525"/>
                </a:lnTo>
                <a:lnTo>
                  <a:pt x="1657350" y="3829050"/>
                </a:lnTo>
                <a:lnTo>
                  <a:pt x="1647825" y="3829050"/>
                </a:lnTo>
                <a:close/>
                <a:moveTo>
                  <a:pt x="228600" y="3829050"/>
                </a:moveTo>
                <a:lnTo>
                  <a:pt x="238125" y="3829050"/>
                </a:lnTo>
                <a:lnTo>
                  <a:pt x="238125" y="3838575"/>
                </a:lnTo>
                <a:lnTo>
                  <a:pt x="228600" y="3838575"/>
                </a:lnTo>
                <a:close/>
                <a:moveTo>
                  <a:pt x="1628775" y="3829050"/>
                </a:moveTo>
                <a:lnTo>
                  <a:pt x="1638300" y="3829050"/>
                </a:lnTo>
                <a:lnTo>
                  <a:pt x="1638300" y="3838575"/>
                </a:lnTo>
                <a:lnTo>
                  <a:pt x="1628775" y="3838575"/>
                </a:lnTo>
                <a:close/>
                <a:moveTo>
                  <a:pt x="257175" y="3838575"/>
                </a:moveTo>
                <a:lnTo>
                  <a:pt x="266700" y="3838575"/>
                </a:lnTo>
                <a:lnTo>
                  <a:pt x="266700" y="3848100"/>
                </a:lnTo>
                <a:lnTo>
                  <a:pt x="257175" y="3848100"/>
                </a:lnTo>
                <a:close/>
                <a:moveTo>
                  <a:pt x="1600200" y="3838575"/>
                </a:moveTo>
                <a:lnTo>
                  <a:pt x="1609725" y="3838575"/>
                </a:lnTo>
                <a:lnTo>
                  <a:pt x="1609725" y="3848100"/>
                </a:lnTo>
                <a:lnTo>
                  <a:pt x="1600200" y="3848100"/>
                </a:lnTo>
                <a:close/>
                <a:moveTo>
                  <a:pt x="285750" y="3848100"/>
                </a:moveTo>
                <a:lnTo>
                  <a:pt x="304800" y="3848100"/>
                </a:lnTo>
                <a:lnTo>
                  <a:pt x="304800" y="3857625"/>
                </a:lnTo>
                <a:lnTo>
                  <a:pt x="285750" y="3857625"/>
                </a:lnTo>
                <a:close/>
                <a:moveTo>
                  <a:pt x="1562100" y="3848100"/>
                </a:moveTo>
                <a:lnTo>
                  <a:pt x="1581150" y="3848100"/>
                </a:lnTo>
                <a:lnTo>
                  <a:pt x="1581150" y="3857625"/>
                </a:lnTo>
                <a:lnTo>
                  <a:pt x="1562100" y="3857625"/>
                </a:lnTo>
                <a:close/>
                <a:moveTo>
                  <a:pt x="361950" y="3857625"/>
                </a:moveTo>
                <a:lnTo>
                  <a:pt x="438150" y="3857625"/>
                </a:lnTo>
                <a:lnTo>
                  <a:pt x="438150" y="3867150"/>
                </a:lnTo>
                <a:lnTo>
                  <a:pt x="361950" y="3867150"/>
                </a:lnTo>
                <a:close/>
                <a:moveTo>
                  <a:pt x="485775" y="3857625"/>
                </a:moveTo>
                <a:lnTo>
                  <a:pt x="581025" y="3857625"/>
                </a:lnTo>
                <a:lnTo>
                  <a:pt x="581025" y="3867150"/>
                </a:lnTo>
                <a:lnTo>
                  <a:pt x="485775" y="3867150"/>
                </a:lnTo>
                <a:close/>
                <a:moveTo>
                  <a:pt x="609600" y="3857625"/>
                </a:moveTo>
                <a:lnTo>
                  <a:pt x="1524000" y="3857625"/>
                </a:lnTo>
                <a:lnTo>
                  <a:pt x="1524000" y="3867150"/>
                </a:lnTo>
                <a:lnTo>
                  <a:pt x="609600" y="3867150"/>
                </a:lnTo>
                <a:close/>
              </a:path>
            </a:pathLst>
          </a:custGeom>
          <a:solidFill xmlns:a="http://schemas.openxmlformats.org/drawingml/2006/main">
            <a:srgbClr val="C0BBB0"/>
          </a:solidFill>
          <a:ln xmlns:a="http://schemas.openxmlformats.org/drawingml/2006/main" w="0">
            <a:noFill/>
          </a:ln>
        </p:spPr>
      </p:sp>
      <p:sp>
        <p:nvSpPr>
          <p:cNvPr id="47" name="phone4 vector #837f77">
            <a:extLst xmlns:a="http://schemas.openxmlformats.org/drawingml/2006/main">
              <a:ext uri="{FF2B5EF4-FFF2-40B4-BE49-F238E27FC236}">
                <a16:creationId xmlns:a16="http://schemas.microsoft.com/office/drawing/2014/main" id="{7FCD2615-B55D-4812-9EA1-D9A094866A0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552825" y="1866900"/>
            <a:ext cx="2181225" cy="4581525"/>
          </a:xfrm>
          <a:custGeom xmlns:a="http://schemas.openxmlformats.org/drawingml/2006/main">
            <a:pathLst>
              <a:path w="1847850" h="3886200">
                <a:moveTo>
                  <a:pt x="371475" y="28575"/>
                </a:moveTo>
                <a:lnTo>
                  <a:pt x="1476375" y="28575"/>
                </a:lnTo>
                <a:lnTo>
                  <a:pt x="1476375" y="38100"/>
                </a:lnTo>
                <a:lnTo>
                  <a:pt x="371475" y="38100"/>
                </a:lnTo>
                <a:close/>
                <a:moveTo>
                  <a:pt x="295275" y="38100"/>
                </a:moveTo>
                <a:lnTo>
                  <a:pt x="361950" y="38100"/>
                </a:lnTo>
                <a:lnTo>
                  <a:pt x="361950" y="47625"/>
                </a:lnTo>
                <a:lnTo>
                  <a:pt x="295275" y="47625"/>
                </a:lnTo>
                <a:close/>
                <a:moveTo>
                  <a:pt x="1495425" y="38100"/>
                </a:moveTo>
                <a:lnTo>
                  <a:pt x="1571625" y="38100"/>
                </a:lnTo>
                <a:lnTo>
                  <a:pt x="1571625" y="47625"/>
                </a:lnTo>
                <a:lnTo>
                  <a:pt x="1609725" y="47625"/>
                </a:lnTo>
                <a:lnTo>
                  <a:pt x="1609725" y="57150"/>
                </a:lnTo>
                <a:lnTo>
                  <a:pt x="1628775" y="57150"/>
                </a:lnTo>
                <a:lnTo>
                  <a:pt x="1628775" y="66675"/>
                </a:lnTo>
                <a:lnTo>
                  <a:pt x="1600200" y="66675"/>
                </a:lnTo>
                <a:lnTo>
                  <a:pt x="1600200" y="57150"/>
                </a:lnTo>
                <a:lnTo>
                  <a:pt x="1562100" y="57150"/>
                </a:lnTo>
                <a:lnTo>
                  <a:pt x="1562100" y="47625"/>
                </a:lnTo>
                <a:lnTo>
                  <a:pt x="1495425" y="47625"/>
                </a:lnTo>
                <a:close/>
                <a:moveTo>
                  <a:pt x="257175" y="47625"/>
                </a:moveTo>
                <a:lnTo>
                  <a:pt x="295275" y="47625"/>
                </a:lnTo>
                <a:lnTo>
                  <a:pt x="295275" y="57150"/>
                </a:lnTo>
                <a:lnTo>
                  <a:pt x="257175" y="57150"/>
                </a:lnTo>
                <a:close/>
                <a:moveTo>
                  <a:pt x="228600" y="57150"/>
                </a:moveTo>
                <a:lnTo>
                  <a:pt x="257175" y="57150"/>
                </a:lnTo>
                <a:lnTo>
                  <a:pt x="257175" y="66675"/>
                </a:lnTo>
                <a:lnTo>
                  <a:pt x="228600" y="66675"/>
                </a:lnTo>
                <a:close/>
                <a:moveTo>
                  <a:pt x="209550" y="66675"/>
                </a:moveTo>
                <a:lnTo>
                  <a:pt x="228600" y="66675"/>
                </a:lnTo>
                <a:lnTo>
                  <a:pt x="228600" y="76200"/>
                </a:lnTo>
                <a:lnTo>
                  <a:pt x="209550" y="76200"/>
                </a:lnTo>
                <a:close/>
                <a:moveTo>
                  <a:pt x="1638300" y="66675"/>
                </a:moveTo>
                <a:lnTo>
                  <a:pt x="1657350" y="66675"/>
                </a:lnTo>
                <a:lnTo>
                  <a:pt x="1657350" y="76200"/>
                </a:lnTo>
                <a:lnTo>
                  <a:pt x="1638300" y="76200"/>
                </a:lnTo>
                <a:close/>
                <a:moveTo>
                  <a:pt x="190500" y="76200"/>
                </a:moveTo>
                <a:lnTo>
                  <a:pt x="209550" y="76200"/>
                </a:lnTo>
                <a:lnTo>
                  <a:pt x="209550" y="85725"/>
                </a:lnTo>
                <a:lnTo>
                  <a:pt x="190500" y="85725"/>
                </a:lnTo>
                <a:close/>
                <a:moveTo>
                  <a:pt x="1657350" y="76200"/>
                </a:moveTo>
                <a:lnTo>
                  <a:pt x="1666875" y="76200"/>
                </a:lnTo>
                <a:lnTo>
                  <a:pt x="1666875" y="85725"/>
                </a:lnTo>
                <a:lnTo>
                  <a:pt x="1657350" y="85725"/>
                </a:lnTo>
                <a:close/>
                <a:moveTo>
                  <a:pt x="180975" y="85725"/>
                </a:moveTo>
                <a:lnTo>
                  <a:pt x="190500" y="85725"/>
                </a:lnTo>
                <a:lnTo>
                  <a:pt x="190500" y="95250"/>
                </a:lnTo>
                <a:lnTo>
                  <a:pt x="180975" y="95250"/>
                </a:lnTo>
                <a:close/>
                <a:moveTo>
                  <a:pt x="1676400" y="85725"/>
                </a:moveTo>
                <a:lnTo>
                  <a:pt x="1685925" y="85725"/>
                </a:lnTo>
                <a:lnTo>
                  <a:pt x="1685925" y="95250"/>
                </a:lnTo>
                <a:lnTo>
                  <a:pt x="1676400" y="95250"/>
                </a:lnTo>
                <a:close/>
                <a:moveTo>
                  <a:pt x="161925" y="95250"/>
                </a:moveTo>
                <a:lnTo>
                  <a:pt x="171450" y="95250"/>
                </a:lnTo>
                <a:lnTo>
                  <a:pt x="171450" y="104775"/>
                </a:lnTo>
                <a:lnTo>
                  <a:pt x="161925" y="104775"/>
                </a:lnTo>
                <a:close/>
                <a:moveTo>
                  <a:pt x="1685925" y="95250"/>
                </a:moveTo>
                <a:lnTo>
                  <a:pt x="1695450" y="95250"/>
                </a:lnTo>
                <a:lnTo>
                  <a:pt x="1695450" y="104775"/>
                </a:lnTo>
                <a:lnTo>
                  <a:pt x="1685925" y="104775"/>
                </a:lnTo>
                <a:close/>
                <a:moveTo>
                  <a:pt x="152400" y="104775"/>
                </a:moveTo>
                <a:lnTo>
                  <a:pt x="161925" y="104775"/>
                </a:lnTo>
                <a:lnTo>
                  <a:pt x="161925" y="114300"/>
                </a:lnTo>
                <a:lnTo>
                  <a:pt x="152400" y="114300"/>
                </a:lnTo>
                <a:close/>
                <a:moveTo>
                  <a:pt x="323850" y="104775"/>
                </a:moveTo>
                <a:lnTo>
                  <a:pt x="352425" y="104775"/>
                </a:lnTo>
                <a:lnTo>
                  <a:pt x="352425" y="114300"/>
                </a:lnTo>
                <a:lnTo>
                  <a:pt x="323850" y="114300"/>
                </a:lnTo>
                <a:close/>
                <a:moveTo>
                  <a:pt x="1504950" y="104775"/>
                </a:moveTo>
                <a:lnTo>
                  <a:pt x="1533525" y="104775"/>
                </a:lnTo>
                <a:lnTo>
                  <a:pt x="1533525" y="114300"/>
                </a:lnTo>
                <a:lnTo>
                  <a:pt x="1504950" y="114300"/>
                </a:lnTo>
                <a:close/>
                <a:moveTo>
                  <a:pt x="1704975" y="104775"/>
                </a:moveTo>
                <a:lnTo>
                  <a:pt x="1714500" y="104775"/>
                </a:lnTo>
                <a:lnTo>
                  <a:pt x="1714500" y="114300"/>
                </a:lnTo>
                <a:lnTo>
                  <a:pt x="1704975" y="114300"/>
                </a:lnTo>
                <a:close/>
                <a:moveTo>
                  <a:pt x="142875" y="114300"/>
                </a:moveTo>
                <a:lnTo>
                  <a:pt x="152400" y="114300"/>
                </a:lnTo>
                <a:lnTo>
                  <a:pt x="152400" y="123825"/>
                </a:lnTo>
                <a:lnTo>
                  <a:pt x="142875" y="123825"/>
                </a:lnTo>
                <a:close/>
                <a:moveTo>
                  <a:pt x="285750" y="114300"/>
                </a:moveTo>
                <a:lnTo>
                  <a:pt x="295275" y="114300"/>
                </a:lnTo>
                <a:lnTo>
                  <a:pt x="295275" y="123825"/>
                </a:lnTo>
                <a:lnTo>
                  <a:pt x="285750" y="123825"/>
                </a:lnTo>
                <a:close/>
                <a:moveTo>
                  <a:pt x="1562100" y="114300"/>
                </a:moveTo>
                <a:lnTo>
                  <a:pt x="1581150" y="114300"/>
                </a:lnTo>
                <a:lnTo>
                  <a:pt x="1581150" y="123825"/>
                </a:lnTo>
                <a:lnTo>
                  <a:pt x="1562100" y="123825"/>
                </a:lnTo>
                <a:close/>
                <a:moveTo>
                  <a:pt x="1714500" y="114300"/>
                </a:moveTo>
                <a:lnTo>
                  <a:pt x="1724025" y="114300"/>
                </a:lnTo>
                <a:lnTo>
                  <a:pt x="1724025" y="123825"/>
                </a:lnTo>
                <a:lnTo>
                  <a:pt x="1714500" y="123825"/>
                </a:lnTo>
                <a:close/>
                <a:moveTo>
                  <a:pt x="133350" y="123825"/>
                </a:moveTo>
                <a:lnTo>
                  <a:pt x="142875" y="123825"/>
                </a:lnTo>
                <a:lnTo>
                  <a:pt x="142875" y="133350"/>
                </a:lnTo>
                <a:lnTo>
                  <a:pt x="133350" y="133350"/>
                </a:lnTo>
                <a:close/>
                <a:moveTo>
                  <a:pt x="257175" y="123825"/>
                </a:moveTo>
                <a:lnTo>
                  <a:pt x="266700" y="123825"/>
                </a:lnTo>
                <a:lnTo>
                  <a:pt x="266700" y="133350"/>
                </a:lnTo>
                <a:lnTo>
                  <a:pt x="257175" y="133350"/>
                </a:lnTo>
                <a:close/>
                <a:moveTo>
                  <a:pt x="1600200" y="123825"/>
                </a:moveTo>
                <a:lnTo>
                  <a:pt x="1609725" y="123825"/>
                </a:lnTo>
                <a:lnTo>
                  <a:pt x="1609725" y="133350"/>
                </a:lnTo>
                <a:lnTo>
                  <a:pt x="1600200" y="133350"/>
                </a:lnTo>
                <a:close/>
                <a:moveTo>
                  <a:pt x="1724025" y="123825"/>
                </a:moveTo>
                <a:lnTo>
                  <a:pt x="1733550" y="123825"/>
                </a:lnTo>
                <a:lnTo>
                  <a:pt x="1733550" y="133350"/>
                </a:lnTo>
                <a:lnTo>
                  <a:pt x="1724025" y="133350"/>
                </a:lnTo>
                <a:close/>
                <a:moveTo>
                  <a:pt x="123825" y="133350"/>
                </a:moveTo>
                <a:lnTo>
                  <a:pt x="133350" y="133350"/>
                </a:lnTo>
                <a:lnTo>
                  <a:pt x="133350" y="142875"/>
                </a:lnTo>
                <a:lnTo>
                  <a:pt x="123825" y="142875"/>
                </a:lnTo>
                <a:close/>
                <a:moveTo>
                  <a:pt x="238125" y="133350"/>
                </a:moveTo>
                <a:lnTo>
                  <a:pt x="247650" y="133350"/>
                </a:lnTo>
                <a:lnTo>
                  <a:pt x="247650" y="142875"/>
                </a:lnTo>
                <a:lnTo>
                  <a:pt x="238125" y="142875"/>
                </a:lnTo>
                <a:close/>
                <a:moveTo>
                  <a:pt x="1619250" y="133350"/>
                </a:moveTo>
                <a:lnTo>
                  <a:pt x="1628775" y="133350"/>
                </a:lnTo>
                <a:lnTo>
                  <a:pt x="1628775" y="142875"/>
                </a:lnTo>
                <a:lnTo>
                  <a:pt x="1619250" y="142875"/>
                </a:lnTo>
                <a:close/>
                <a:moveTo>
                  <a:pt x="1733550" y="133350"/>
                </a:moveTo>
                <a:lnTo>
                  <a:pt x="1743075" y="133350"/>
                </a:lnTo>
                <a:lnTo>
                  <a:pt x="1743075" y="142875"/>
                </a:lnTo>
                <a:lnTo>
                  <a:pt x="1733550" y="142875"/>
                </a:lnTo>
                <a:close/>
                <a:moveTo>
                  <a:pt x="114300" y="142875"/>
                </a:moveTo>
                <a:lnTo>
                  <a:pt x="123825" y="142875"/>
                </a:lnTo>
                <a:lnTo>
                  <a:pt x="123825" y="152400"/>
                </a:lnTo>
                <a:lnTo>
                  <a:pt x="114300" y="152400"/>
                </a:lnTo>
                <a:close/>
                <a:moveTo>
                  <a:pt x="219075" y="142875"/>
                </a:moveTo>
                <a:lnTo>
                  <a:pt x="228600" y="142875"/>
                </a:lnTo>
                <a:lnTo>
                  <a:pt x="228600" y="152400"/>
                </a:lnTo>
                <a:lnTo>
                  <a:pt x="219075" y="152400"/>
                </a:lnTo>
                <a:close/>
                <a:moveTo>
                  <a:pt x="1638300" y="142875"/>
                </a:moveTo>
                <a:lnTo>
                  <a:pt x="1647825" y="142875"/>
                </a:lnTo>
                <a:lnTo>
                  <a:pt x="1647825" y="152400"/>
                </a:lnTo>
                <a:lnTo>
                  <a:pt x="1638300" y="152400"/>
                </a:lnTo>
                <a:close/>
                <a:moveTo>
                  <a:pt x="1743075" y="142875"/>
                </a:moveTo>
                <a:lnTo>
                  <a:pt x="1752600" y="142875"/>
                </a:lnTo>
                <a:lnTo>
                  <a:pt x="1752600" y="152400"/>
                </a:lnTo>
                <a:lnTo>
                  <a:pt x="1743075" y="152400"/>
                </a:lnTo>
                <a:close/>
                <a:moveTo>
                  <a:pt x="104775" y="152400"/>
                </a:moveTo>
                <a:lnTo>
                  <a:pt x="114300" y="152400"/>
                </a:lnTo>
                <a:lnTo>
                  <a:pt x="114300" y="161925"/>
                </a:lnTo>
                <a:lnTo>
                  <a:pt x="104775" y="161925"/>
                </a:lnTo>
                <a:close/>
                <a:moveTo>
                  <a:pt x="762000" y="152400"/>
                </a:moveTo>
                <a:lnTo>
                  <a:pt x="838200" y="152400"/>
                </a:lnTo>
                <a:lnTo>
                  <a:pt x="838200" y="161925"/>
                </a:lnTo>
                <a:lnTo>
                  <a:pt x="762000" y="161925"/>
                </a:lnTo>
                <a:close/>
                <a:moveTo>
                  <a:pt x="1019175" y="152400"/>
                </a:moveTo>
                <a:lnTo>
                  <a:pt x="1095375" y="152400"/>
                </a:lnTo>
                <a:lnTo>
                  <a:pt x="1095375" y="161925"/>
                </a:lnTo>
                <a:lnTo>
                  <a:pt x="1019175" y="161925"/>
                </a:lnTo>
                <a:close/>
                <a:moveTo>
                  <a:pt x="1752600" y="152400"/>
                </a:moveTo>
                <a:lnTo>
                  <a:pt x="1762125" y="152400"/>
                </a:lnTo>
                <a:lnTo>
                  <a:pt x="1762125" y="171450"/>
                </a:lnTo>
                <a:lnTo>
                  <a:pt x="1752600" y="171450"/>
                </a:lnTo>
                <a:close/>
                <a:moveTo>
                  <a:pt x="95250" y="161925"/>
                </a:moveTo>
                <a:lnTo>
                  <a:pt x="104775" y="161925"/>
                </a:lnTo>
                <a:lnTo>
                  <a:pt x="104775" y="180975"/>
                </a:lnTo>
                <a:lnTo>
                  <a:pt x="95250" y="180975"/>
                </a:lnTo>
                <a:close/>
                <a:moveTo>
                  <a:pt x="714375" y="161925"/>
                </a:moveTo>
                <a:lnTo>
                  <a:pt x="723900" y="161925"/>
                </a:lnTo>
                <a:lnTo>
                  <a:pt x="723900" y="171450"/>
                </a:lnTo>
                <a:lnTo>
                  <a:pt x="714375" y="171450"/>
                </a:lnTo>
                <a:close/>
                <a:moveTo>
                  <a:pt x="1133475" y="161925"/>
                </a:moveTo>
                <a:lnTo>
                  <a:pt x="1143000" y="161925"/>
                </a:lnTo>
                <a:lnTo>
                  <a:pt x="1143000" y="171450"/>
                </a:lnTo>
                <a:lnTo>
                  <a:pt x="1133475" y="171450"/>
                </a:lnTo>
                <a:close/>
                <a:moveTo>
                  <a:pt x="180975" y="171450"/>
                </a:moveTo>
                <a:lnTo>
                  <a:pt x="190500" y="171450"/>
                </a:lnTo>
                <a:lnTo>
                  <a:pt x="190500" y="180975"/>
                </a:lnTo>
                <a:lnTo>
                  <a:pt x="180975" y="180975"/>
                </a:lnTo>
                <a:close/>
                <a:moveTo>
                  <a:pt x="695325" y="171450"/>
                </a:moveTo>
                <a:lnTo>
                  <a:pt x="704850" y="171450"/>
                </a:lnTo>
                <a:lnTo>
                  <a:pt x="704850" y="180975"/>
                </a:lnTo>
                <a:lnTo>
                  <a:pt x="695325" y="180975"/>
                </a:lnTo>
                <a:close/>
                <a:moveTo>
                  <a:pt x="1152525" y="171450"/>
                </a:moveTo>
                <a:lnTo>
                  <a:pt x="1162050" y="171450"/>
                </a:lnTo>
                <a:lnTo>
                  <a:pt x="1162050" y="180975"/>
                </a:lnTo>
                <a:lnTo>
                  <a:pt x="1152525" y="180975"/>
                </a:lnTo>
                <a:close/>
                <a:moveTo>
                  <a:pt x="1762125" y="171450"/>
                </a:moveTo>
                <a:lnTo>
                  <a:pt x="1771650" y="171450"/>
                </a:lnTo>
                <a:lnTo>
                  <a:pt x="1771650" y="180975"/>
                </a:lnTo>
                <a:lnTo>
                  <a:pt x="1762125" y="180975"/>
                </a:lnTo>
                <a:close/>
                <a:moveTo>
                  <a:pt x="85725" y="180975"/>
                </a:moveTo>
                <a:lnTo>
                  <a:pt x="95250" y="180975"/>
                </a:lnTo>
                <a:lnTo>
                  <a:pt x="95250" y="190500"/>
                </a:lnTo>
                <a:lnTo>
                  <a:pt x="85725" y="190500"/>
                </a:lnTo>
                <a:close/>
                <a:moveTo>
                  <a:pt x="171450" y="180975"/>
                </a:moveTo>
                <a:lnTo>
                  <a:pt x="180975" y="180975"/>
                </a:lnTo>
                <a:lnTo>
                  <a:pt x="180975" y="190500"/>
                </a:lnTo>
                <a:lnTo>
                  <a:pt x="171450" y="190500"/>
                </a:lnTo>
                <a:close/>
                <a:moveTo>
                  <a:pt x="685800" y="180975"/>
                </a:moveTo>
                <a:lnTo>
                  <a:pt x="695325" y="180975"/>
                </a:lnTo>
                <a:lnTo>
                  <a:pt x="695325" y="190500"/>
                </a:lnTo>
                <a:lnTo>
                  <a:pt x="685800" y="190500"/>
                </a:lnTo>
                <a:close/>
                <a:moveTo>
                  <a:pt x="1162050" y="180975"/>
                </a:moveTo>
                <a:lnTo>
                  <a:pt x="1171575" y="180975"/>
                </a:lnTo>
                <a:lnTo>
                  <a:pt x="1171575" y="190500"/>
                </a:lnTo>
                <a:lnTo>
                  <a:pt x="1162050" y="190500"/>
                </a:lnTo>
                <a:close/>
                <a:moveTo>
                  <a:pt x="1771650" y="190500"/>
                </a:moveTo>
                <a:lnTo>
                  <a:pt x="1781175" y="190500"/>
                </a:lnTo>
                <a:lnTo>
                  <a:pt x="1781175" y="200025"/>
                </a:lnTo>
                <a:lnTo>
                  <a:pt x="1771650" y="200025"/>
                </a:lnTo>
                <a:close/>
                <a:moveTo>
                  <a:pt x="76200" y="200025"/>
                </a:moveTo>
                <a:lnTo>
                  <a:pt x="85725" y="200025"/>
                </a:lnTo>
                <a:lnTo>
                  <a:pt x="85725" y="209550"/>
                </a:lnTo>
                <a:lnTo>
                  <a:pt x="76200" y="209550"/>
                </a:lnTo>
                <a:close/>
                <a:moveTo>
                  <a:pt x="676275" y="200025"/>
                </a:moveTo>
                <a:lnTo>
                  <a:pt x="685800" y="200025"/>
                </a:lnTo>
                <a:lnTo>
                  <a:pt x="685800" y="209550"/>
                </a:lnTo>
                <a:lnTo>
                  <a:pt x="676275" y="209550"/>
                </a:lnTo>
                <a:close/>
                <a:moveTo>
                  <a:pt x="323850" y="209550"/>
                </a:moveTo>
                <a:lnTo>
                  <a:pt x="333375" y="209550"/>
                </a:lnTo>
                <a:lnTo>
                  <a:pt x="333375" y="219075"/>
                </a:lnTo>
                <a:lnTo>
                  <a:pt x="371475" y="219075"/>
                </a:lnTo>
                <a:lnTo>
                  <a:pt x="371475" y="209550"/>
                </a:lnTo>
                <a:lnTo>
                  <a:pt x="381000" y="209550"/>
                </a:lnTo>
                <a:lnTo>
                  <a:pt x="381000" y="219075"/>
                </a:lnTo>
                <a:lnTo>
                  <a:pt x="400050" y="219075"/>
                </a:lnTo>
                <a:lnTo>
                  <a:pt x="400050" y="247650"/>
                </a:lnTo>
                <a:lnTo>
                  <a:pt x="381000" y="247650"/>
                </a:lnTo>
                <a:lnTo>
                  <a:pt x="381000" y="228600"/>
                </a:lnTo>
                <a:lnTo>
                  <a:pt x="361950" y="228600"/>
                </a:lnTo>
                <a:lnTo>
                  <a:pt x="361950" y="238125"/>
                </a:lnTo>
                <a:lnTo>
                  <a:pt x="352425" y="238125"/>
                </a:lnTo>
                <a:lnTo>
                  <a:pt x="352425" y="247650"/>
                </a:lnTo>
                <a:lnTo>
                  <a:pt x="381000" y="247650"/>
                </a:lnTo>
                <a:lnTo>
                  <a:pt x="381000" y="257175"/>
                </a:lnTo>
                <a:lnTo>
                  <a:pt x="342900" y="257175"/>
                </a:lnTo>
                <a:lnTo>
                  <a:pt x="342900" y="266700"/>
                </a:lnTo>
                <a:lnTo>
                  <a:pt x="323850" y="266700"/>
                </a:lnTo>
                <a:lnTo>
                  <a:pt x="323850" y="257175"/>
                </a:lnTo>
                <a:lnTo>
                  <a:pt x="314325" y="257175"/>
                </a:lnTo>
                <a:lnTo>
                  <a:pt x="314325" y="247650"/>
                </a:lnTo>
                <a:lnTo>
                  <a:pt x="323850" y="247650"/>
                </a:lnTo>
                <a:close/>
                <a:moveTo>
                  <a:pt x="1409700" y="209550"/>
                </a:moveTo>
                <a:lnTo>
                  <a:pt x="1457325" y="209550"/>
                </a:lnTo>
                <a:lnTo>
                  <a:pt x="1457325" y="238125"/>
                </a:lnTo>
                <a:lnTo>
                  <a:pt x="1447800" y="238125"/>
                </a:lnTo>
                <a:lnTo>
                  <a:pt x="1447800" y="247650"/>
                </a:lnTo>
                <a:lnTo>
                  <a:pt x="1419225" y="247650"/>
                </a:lnTo>
                <a:lnTo>
                  <a:pt x="1419225" y="238125"/>
                </a:lnTo>
                <a:lnTo>
                  <a:pt x="1409700" y="238125"/>
                </a:lnTo>
                <a:close/>
                <a:moveTo>
                  <a:pt x="1704975" y="209550"/>
                </a:moveTo>
                <a:lnTo>
                  <a:pt x="1714500" y="209550"/>
                </a:lnTo>
                <a:lnTo>
                  <a:pt x="1714500" y="219075"/>
                </a:lnTo>
                <a:lnTo>
                  <a:pt x="1704975" y="219075"/>
                </a:lnTo>
                <a:close/>
                <a:moveTo>
                  <a:pt x="1781175" y="209550"/>
                </a:moveTo>
                <a:lnTo>
                  <a:pt x="1790700" y="209550"/>
                </a:lnTo>
                <a:lnTo>
                  <a:pt x="1790700" y="228600"/>
                </a:lnTo>
                <a:lnTo>
                  <a:pt x="1781175" y="228600"/>
                </a:lnTo>
                <a:close/>
                <a:moveTo>
                  <a:pt x="66675" y="219075"/>
                </a:moveTo>
                <a:lnTo>
                  <a:pt x="76200" y="219075"/>
                </a:lnTo>
                <a:lnTo>
                  <a:pt x="76200" y="228600"/>
                </a:lnTo>
                <a:lnTo>
                  <a:pt x="66675" y="228600"/>
                </a:lnTo>
                <a:close/>
                <a:moveTo>
                  <a:pt x="142875" y="219075"/>
                </a:moveTo>
                <a:lnTo>
                  <a:pt x="152400" y="219075"/>
                </a:lnTo>
                <a:lnTo>
                  <a:pt x="152400" y="228600"/>
                </a:lnTo>
                <a:lnTo>
                  <a:pt x="142875" y="228600"/>
                </a:lnTo>
                <a:close/>
                <a:moveTo>
                  <a:pt x="438150" y="219075"/>
                </a:moveTo>
                <a:lnTo>
                  <a:pt x="466725" y="219075"/>
                </a:lnTo>
                <a:lnTo>
                  <a:pt x="466725" y="257175"/>
                </a:lnTo>
                <a:lnTo>
                  <a:pt x="428625" y="257175"/>
                </a:lnTo>
                <a:lnTo>
                  <a:pt x="428625" y="228600"/>
                </a:lnTo>
                <a:lnTo>
                  <a:pt x="438150" y="228600"/>
                </a:lnTo>
                <a:close/>
                <a:moveTo>
                  <a:pt x="476250" y="219075"/>
                </a:moveTo>
                <a:lnTo>
                  <a:pt x="495300" y="219075"/>
                </a:lnTo>
                <a:lnTo>
                  <a:pt x="495300" y="228600"/>
                </a:lnTo>
                <a:lnTo>
                  <a:pt x="476250" y="228600"/>
                </a:lnTo>
                <a:close/>
                <a:moveTo>
                  <a:pt x="1181100" y="219075"/>
                </a:moveTo>
                <a:lnTo>
                  <a:pt x="1190625" y="219075"/>
                </a:lnTo>
                <a:lnTo>
                  <a:pt x="1190625" y="257175"/>
                </a:lnTo>
                <a:lnTo>
                  <a:pt x="1181100" y="257175"/>
                </a:lnTo>
                <a:close/>
                <a:moveTo>
                  <a:pt x="1514475" y="219075"/>
                </a:moveTo>
                <a:lnTo>
                  <a:pt x="1524000" y="219075"/>
                </a:lnTo>
                <a:lnTo>
                  <a:pt x="1524000" y="228600"/>
                </a:lnTo>
                <a:lnTo>
                  <a:pt x="1514475" y="228600"/>
                </a:lnTo>
                <a:close/>
                <a:moveTo>
                  <a:pt x="1581150" y="219075"/>
                </a:moveTo>
                <a:lnTo>
                  <a:pt x="1590675" y="219075"/>
                </a:lnTo>
                <a:lnTo>
                  <a:pt x="1590675" y="228600"/>
                </a:lnTo>
                <a:lnTo>
                  <a:pt x="1581150" y="228600"/>
                </a:lnTo>
                <a:close/>
                <a:moveTo>
                  <a:pt x="1504950" y="228600"/>
                </a:moveTo>
                <a:lnTo>
                  <a:pt x="1514475" y="228600"/>
                </a:lnTo>
                <a:lnTo>
                  <a:pt x="1514475" y="247650"/>
                </a:lnTo>
                <a:lnTo>
                  <a:pt x="1504950" y="247650"/>
                </a:lnTo>
                <a:close/>
                <a:moveTo>
                  <a:pt x="1590675" y="228600"/>
                </a:moveTo>
                <a:lnTo>
                  <a:pt x="1600200" y="228600"/>
                </a:lnTo>
                <a:lnTo>
                  <a:pt x="1600200" y="247650"/>
                </a:lnTo>
                <a:lnTo>
                  <a:pt x="1590675" y="247650"/>
                </a:lnTo>
                <a:close/>
                <a:moveTo>
                  <a:pt x="1714500" y="228600"/>
                </a:moveTo>
                <a:lnTo>
                  <a:pt x="1724025" y="228600"/>
                </a:lnTo>
                <a:lnTo>
                  <a:pt x="1724025" y="238125"/>
                </a:lnTo>
                <a:lnTo>
                  <a:pt x="1714500" y="238125"/>
                </a:lnTo>
                <a:close/>
                <a:moveTo>
                  <a:pt x="1790700" y="228600"/>
                </a:moveTo>
                <a:lnTo>
                  <a:pt x="1800225" y="228600"/>
                </a:lnTo>
                <a:lnTo>
                  <a:pt x="1800225" y="247650"/>
                </a:lnTo>
                <a:lnTo>
                  <a:pt x="1809750" y="247650"/>
                </a:lnTo>
                <a:lnTo>
                  <a:pt x="1809750" y="285750"/>
                </a:lnTo>
                <a:lnTo>
                  <a:pt x="1800225" y="285750"/>
                </a:lnTo>
                <a:lnTo>
                  <a:pt x="1800225" y="257175"/>
                </a:lnTo>
                <a:lnTo>
                  <a:pt x="1790700" y="257175"/>
                </a:lnTo>
                <a:close/>
                <a:moveTo>
                  <a:pt x="57150" y="238125"/>
                </a:moveTo>
                <a:lnTo>
                  <a:pt x="66675" y="238125"/>
                </a:lnTo>
                <a:lnTo>
                  <a:pt x="66675" y="257175"/>
                </a:lnTo>
                <a:lnTo>
                  <a:pt x="57150" y="257175"/>
                </a:lnTo>
                <a:close/>
                <a:moveTo>
                  <a:pt x="133350" y="238125"/>
                </a:moveTo>
                <a:lnTo>
                  <a:pt x="142875" y="238125"/>
                </a:lnTo>
                <a:lnTo>
                  <a:pt x="142875" y="247650"/>
                </a:lnTo>
                <a:lnTo>
                  <a:pt x="133350" y="247650"/>
                </a:lnTo>
                <a:close/>
                <a:moveTo>
                  <a:pt x="476250" y="238125"/>
                </a:moveTo>
                <a:lnTo>
                  <a:pt x="495300" y="238125"/>
                </a:lnTo>
                <a:lnTo>
                  <a:pt x="495300" y="266700"/>
                </a:lnTo>
                <a:lnTo>
                  <a:pt x="476250" y="266700"/>
                </a:lnTo>
                <a:close/>
                <a:moveTo>
                  <a:pt x="1514475" y="247650"/>
                </a:moveTo>
                <a:lnTo>
                  <a:pt x="1524000" y="247650"/>
                </a:lnTo>
                <a:lnTo>
                  <a:pt x="1524000" y="257175"/>
                </a:lnTo>
                <a:lnTo>
                  <a:pt x="1514475" y="257175"/>
                </a:lnTo>
                <a:close/>
                <a:moveTo>
                  <a:pt x="1581150" y="247650"/>
                </a:moveTo>
                <a:lnTo>
                  <a:pt x="1590675" y="247650"/>
                </a:lnTo>
                <a:lnTo>
                  <a:pt x="1590675" y="257175"/>
                </a:lnTo>
                <a:lnTo>
                  <a:pt x="1581150" y="257175"/>
                </a:lnTo>
                <a:close/>
                <a:moveTo>
                  <a:pt x="1724025" y="247650"/>
                </a:moveTo>
                <a:lnTo>
                  <a:pt x="1733550" y="247650"/>
                </a:lnTo>
                <a:lnTo>
                  <a:pt x="1733550" y="257175"/>
                </a:lnTo>
                <a:lnTo>
                  <a:pt x="1724025" y="257175"/>
                </a:lnTo>
                <a:close/>
                <a:moveTo>
                  <a:pt x="47625" y="266700"/>
                </a:moveTo>
                <a:lnTo>
                  <a:pt x="57150" y="266700"/>
                </a:lnTo>
                <a:lnTo>
                  <a:pt x="57150" y="304800"/>
                </a:lnTo>
                <a:lnTo>
                  <a:pt x="47625" y="304800"/>
                </a:lnTo>
                <a:close/>
                <a:moveTo>
                  <a:pt x="123825" y="266700"/>
                </a:moveTo>
                <a:lnTo>
                  <a:pt x="133350" y="266700"/>
                </a:lnTo>
                <a:lnTo>
                  <a:pt x="133350" y="276225"/>
                </a:lnTo>
                <a:lnTo>
                  <a:pt x="123825" y="276225"/>
                </a:lnTo>
                <a:close/>
                <a:moveTo>
                  <a:pt x="685800" y="276225"/>
                </a:moveTo>
                <a:lnTo>
                  <a:pt x="695325" y="276225"/>
                </a:lnTo>
                <a:lnTo>
                  <a:pt x="695325" y="285750"/>
                </a:lnTo>
                <a:lnTo>
                  <a:pt x="685800" y="285750"/>
                </a:lnTo>
                <a:close/>
                <a:moveTo>
                  <a:pt x="1733550" y="276225"/>
                </a:moveTo>
                <a:lnTo>
                  <a:pt x="1743075" y="276225"/>
                </a:lnTo>
                <a:lnTo>
                  <a:pt x="1743075" y="295275"/>
                </a:lnTo>
                <a:lnTo>
                  <a:pt x="1733550" y="295275"/>
                </a:lnTo>
                <a:close/>
                <a:moveTo>
                  <a:pt x="695325" y="285750"/>
                </a:moveTo>
                <a:lnTo>
                  <a:pt x="704850" y="285750"/>
                </a:lnTo>
                <a:lnTo>
                  <a:pt x="704850" y="295275"/>
                </a:lnTo>
                <a:lnTo>
                  <a:pt x="695325" y="295275"/>
                </a:lnTo>
                <a:close/>
                <a:moveTo>
                  <a:pt x="1809750" y="285750"/>
                </a:moveTo>
                <a:lnTo>
                  <a:pt x="1819275" y="285750"/>
                </a:lnTo>
                <a:lnTo>
                  <a:pt x="1819275" y="352425"/>
                </a:lnTo>
                <a:lnTo>
                  <a:pt x="1809750" y="352425"/>
                </a:lnTo>
                <a:close/>
                <a:moveTo>
                  <a:pt x="114300" y="295275"/>
                </a:moveTo>
                <a:lnTo>
                  <a:pt x="123825" y="295275"/>
                </a:lnTo>
                <a:lnTo>
                  <a:pt x="123825" y="304800"/>
                </a:lnTo>
                <a:lnTo>
                  <a:pt x="114300" y="304800"/>
                </a:lnTo>
                <a:close/>
                <a:moveTo>
                  <a:pt x="704850" y="295275"/>
                </a:moveTo>
                <a:lnTo>
                  <a:pt x="714375" y="295275"/>
                </a:lnTo>
                <a:lnTo>
                  <a:pt x="714375" y="304800"/>
                </a:lnTo>
                <a:lnTo>
                  <a:pt x="704850" y="304800"/>
                </a:lnTo>
                <a:close/>
                <a:moveTo>
                  <a:pt x="733425" y="304800"/>
                </a:moveTo>
                <a:lnTo>
                  <a:pt x="752475" y="304800"/>
                </a:lnTo>
                <a:lnTo>
                  <a:pt x="752475" y="314325"/>
                </a:lnTo>
                <a:lnTo>
                  <a:pt x="733425" y="314325"/>
                </a:lnTo>
                <a:close/>
                <a:moveTo>
                  <a:pt x="1114425" y="304800"/>
                </a:moveTo>
                <a:lnTo>
                  <a:pt x="1133475" y="304800"/>
                </a:lnTo>
                <a:lnTo>
                  <a:pt x="1133475" y="314325"/>
                </a:lnTo>
                <a:lnTo>
                  <a:pt x="1114425" y="314325"/>
                </a:lnTo>
                <a:close/>
                <a:moveTo>
                  <a:pt x="38100" y="314325"/>
                </a:moveTo>
                <a:lnTo>
                  <a:pt x="47625" y="314325"/>
                </a:lnTo>
                <a:lnTo>
                  <a:pt x="47625" y="409575"/>
                </a:lnTo>
                <a:lnTo>
                  <a:pt x="38100" y="409575"/>
                </a:lnTo>
                <a:close/>
                <a:moveTo>
                  <a:pt x="1743075" y="323850"/>
                </a:moveTo>
                <a:lnTo>
                  <a:pt x="1752600" y="323850"/>
                </a:lnTo>
                <a:lnTo>
                  <a:pt x="1752600" y="352425"/>
                </a:lnTo>
                <a:lnTo>
                  <a:pt x="1743075" y="352425"/>
                </a:lnTo>
                <a:close/>
                <a:moveTo>
                  <a:pt x="104775" y="342900"/>
                </a:moveTo>
                <a:lnTo>
                  <a:pt x="114300" y="342900"/>
                </a:lnTo>
                <a:lnTo>
                  <a:pt x="114300" y="371475"/>
                </a:lnTo>
                <a:lnTo>
                  <a:pt x="104775" y="371475"/>
                </a:lnTo>
                <a:close/>
                <a:moveTo>
                  <a:pt x="1819275" y="381000"/>
                </a:moveTo>
                <a:lnTo>
                  <a:pt x="1828800" y="381000"/>
                </a:lnTo>
                <a:lnTo>
                  <a:pt x="1828800" y="1133475"/>
                </a:lnTo>
                <a:lnTo>
                  <a:pt x="1819275" y="1133475"/>
                </a:lnTo>
                <a:close/>
                <a:moveTo>
                  <a:pt x="752475" y="428625"/>
                </a:moveTo>
                <a:lnTo>
                  <a:pt x="771525" y="428625"/>
                </a:lnTo>
                <a:lnTo>
                  <a:pt x="771525" y="438150"/>
                </a:lnTo>
                <a:lnTo>
                  <a:pt x="781050" y="438150"/>
                </a:lnTo>
                <a:lnTo>
                  <a:pt x="781050" y="447675"/>
                </a:lnTo>
                <a:lnTo>
                  <a:pt x="790575" y="447675"/>
                </a:lnTo>
                <a:lnTo>
                  <a:pt x="790575" y="457200"/>
                </a:lnTo>
                <a:lnTo>
                  <a:pt x="800100" y="457200"/>
                </a:lnTo>
                <a:lnTo>
                  <a:pt x="800100" y="447675"/>
                </a:lnTo>
                <a:lnTo>
                  <a:pt x="809625" y="447675"/>
                </a:lnTo>
                <a:lnTo>
                  <a:pt x="809625" y="457200"/>
                </a:lnTo>
                <a:lnTo>
                  <a:pt x="819150" y="457200"/>
                </a:lnTo>
                <a:lnTo>
                  <a:pt x="819150" y="447675"/>
                </a:lnTo>
                <a:lnTo>
                  <a:pt x="828675" y="447675"/>
                </a:lnTo>
                <a:lnTo>
                  <a:pt x="828675" y="438150"/>
                </a:lnTo>
                <a:lnTo>
                  <a:pt x="857250" y="438150"/>
                </a:lnTo>
                <a:lnTo>
                  <a:pt x="857250" y="447675"/>
                </a:lnTo>
                <a:lnTo>
                  <a:pt x="866775" y="447675"/>
                </a:lnTo>
                <a:lnTo>
                  <a:pt x="866775" y="457200"/>
                </a:lnTo>
                <a:lnTo>
                  <a:pt x="885825" y="457200"/>
                </a:lnTo>
                <a:lnTo>
                  <a:pt x="885825" y="485775"/>
                </a:lnTo>
                <a:lnTo>
                  <a:pt x="876300" y="485775"/>
                </a:lnTo>
                <a:lnTo>
                  <a:pt x="876300" y="476250"/>
                </a:lnTo>
                <a:lnTo>
                  <a:pt x="857250" y="476250"/>
                </a:lnTo>
                <a:lnTo>
                  <a:pt x="857250" y="466725"/>
                </a:lnTo>
                <a:lnTo>
                  <a:pt x="838200" y="466725"/>
                </a:lnTo>
                <a:lnTo>
                  <a:pt x="838200" y="476250"/>
                </a:lnTo>
                <a:lnTo>
                  <a:pt x="800100" y="476250"/>
                </a:lnTo>
                <a:lnTo>
                  <a:pt x="800100" y="466725"/>
                </a:lnTo>
                <a:lnTo>
                  <a:pt x="790575" y="466725"/>
                </a:lnTo>
                <a:lnTo>
                  <a:pt x="790575" y="476250"/>
                </a:lnTo>
                <a:lnTo>
                  <a:pt x="771525" y="476250"/>
                </a:lnTo>
                <a:lnTo>
                  <a:pt x="771525" y="485775"/>
                </a:lnTo>
                <a:lnTo>
                  <a:pt x="752475" y="485775"/>
                </a:lnTo>
                <a:lnTo>
                  <a:pt x="752475" y="476250"/>
                </a:lnTo>
                <a:lnTo>
                  <a:pt x="742950" y="476250"/>
                </a:lnTo>
                <a:lnTo>
                  <a:pt x="742950" y="438150"/>
                </a:lnTo>
                <a:lnTo>
                  <a:pt x="752475" y="438150"/>
                </a:lnTo>
                <a:close/>
                <a:moveTo>
                  <a:pt x="561975" y="438150"/>
                </a:moveTo>
                <a:lnTo>
                  <a:pt x="571500" y="438150"/>
                </a:lnTo>
                <a:lnTo>
                  <a:pt x="571500" y="447675"/>
                </a:lnTo>
                <a:lnTo>
                  <a:pt x="590550" y="447675"/>
                </a:lnTo>
                <a:lnTo>
                  <a:pt x="590550" y="457200"/>
                </a:lnTo>
                <a:lnTo>
                  <a:pt x="600075" y="457200"/>
                </a:lnTo>
                <a:lnTo>
                  <a:pt x="600075" y="447675"/>
                </a:lnTo>
                <a:lnTo>
                  <a:pt x="609600" y="447675"/>
                </a:lnTo>
                <a:lnTo>
                  <a:pt x="609600" y="457200"/>
                </a:lnTo>
                <a:lnTo>
                  <a:pt x="628650" y="457200"/>
                </a:lnTo>
                <a:lnTo>
                  <a:pt x="628650" y="466725"/>
                </a:lnTo>
                <a:lnTo>
                  <a:pt x="609600" y="466725"/>
                </a:lnTo>
                <a:lnTo>
                  <a:pt x="609600" y="476250"/>
                </a:lnTo>
                <a:lnTo>
                  <a:pt x="600075" y="476250"/>
                </a:lnTo>
                <a:lnTo>
                  <a:pt x="600075" y="466725"/>
                </a:lnTo>
                <a:lnTo>
                  <a:pt x="590550" y="466725"/>
                </a:lnTo>
                <a:lnTo>
                  <a:pt x="590550" y="476250"/>
                </a:lnTo>
                <a:lnTo>
                  <a:pt x="533400" y="476250"/>
                </a:lnTo>
                <a:lnTo>
                  <a:pt x="533400" y="485775"/>
                </a:lnTo>
                <a:lnTo>
                  <a:pt x="523875" y="485775"/>
                </a:lnTo>
                <a:lnTo>
                  <a:pt x="523875" y="476250"/>
                </a:lnTo>
                <a:lnTo>
                  <a:pt x="514350" y="476250"/>
                </a:lnTo>
                <a:lnTo>
                  <a:pt x="514350" y="485775"/>
                </a:lnTo>
                <a:lnTo>
                  <a:pt x="504825" y="485775"/>
                </a:lnTo>
                <a:lnTo>
                  <a:pt x="504825" y="476250"/>
                </a:lnTo>
                <a:lnTo>
                  <a:pt x="495300" y="476250"/>
                </a:lnTo>
                <a:lnTo>
                  <a:pt x="495300" y="485775"/>
                </a:lnTo>
                <a:lnTo>
                  <a:pt x="485775" y="485775"/>
                </a:lnTo>
                <a:lnTo>
                  <a:pt x="485775" y="476250"/>
                </a:lnTo>
                <a:lnTo>
                  <a:pt x="476250" y="476250"/>
                </a:lnTo>
                <a:lnTo>
                  <a:pt x="476250" y="485775"/>
                </a:lnTo>
                <a:lnTo>
                  <a:pt x="466725" y="485775"/>
                </a:lnTo>
                <a:lnTo>
                  <a:pt x="466725" y="466725"/>
                </a:lnTo>
                <a:lnTo>
                  <a:pt x="457200" y="466725"/>
                </a:lnTo>
                <a:lnTo>
                  <a:pt x="457200" y="476250"/>
                </a:lnTo>
                <a:lnTo>
                  <a:pt x="447675" y="476250"/>
                </a:lnTo>
                <a:lnTo>
                  <a:pt x="447675" y="466725"/>
                </a:lnTo>
                <a:lnTo>
                  <a:pt x="409575" y="466725"/>
                </a:lnTo>
                <a:lnTo>
                  <a:pt x="409575" y="476250"/>
                </a:lnTo>
                <a:lnTo>
                  <a:pt x="390525" y="476250"/>
                </a:lnTo>
                <a:lnTo>
                  <a:pt x="390525" y="485775"/>
                </a:lnTo>
                <a:lnTo>
                  <a:pt x="381000" y="485775"/>
                </a:lnTo>
                <a:lnTo>
                  <a:pt x="381000" y="476250"/>
                </a:lnTo>
                <a:lnTo>
                  <a:pt x="352425" y="476250"/>
                </a:lnTo>
                <a:lnTo>
                  <a:pt x="352425" y="447675"/>
                </a:lnTo>
                <a:lnTo>
                  <a:pt x="390525" y="447675"/>
                </a:lnTo>
                <a:lnTo>
                  <a:pt x="390525" y="466725"/>
                </a:lnTo>
                <a:lnTo>
                  <a:pt x="400050" y="466725"/>
                </a:lnTo>
                <a:lnTo>
                  <a:pt x="400050" y="447675"/>
                </a:lnTo>
                <a:lnTo>
                  <a:pt x="438150" y="447675"/>
                </a:lnTo>
                <a:lnTo>
                  <a:pt x="438150" y="457200"/>
                </a:lnTo>
                <a:lnTo>
                  <a:pt x="447675" y="457200"/>
                </a:lnTo>
                <a:lnTo>
                  <a:pt x="447675" y="447675"/>
                </a:lnTo>
                <a:lnTo>
                  <a:pt x="457200" y="447675"/>
                </a:lnTo>
                <a:lnTo>
                  <a:pt x="457200" y="457200"/>
                </a:lnTo>
                <a:lnTo>
                  <a:pt x="485775" y="457200"/>
                </a:lnTo>
                <a:lnTo>
                  <a:pt x="485775" y="447675"/>
                </a:lnTo>
                <a:lnTo>
                  <a:pt x="514350" y="447675"/>
                </a:lnTo>
                <a:lnTo>
                  <a:pt x="514350" y="457200"/>
                </a:lnTo>
                <a:lnTo>
                  <a:pt x="552450" y="457200"/>
                </a:lnTo>
                <a:lnTo>
                  <a:pt x="552450" y="447675"/>
                </a:lnTo>
                <a:lnTo>
                  <a:pt x="561975" y="447675"/>
                </a:lnTo>
                <a:close/>
                <a:moveTo>
                  <a:pt x="666750" y="438150"/>
                </a:moveTo>
                <a:lnTo>
                  <a:pt x="685800" y="438150"/>
                </a:lnTo>
                <a:lnTo>
                  <a:pt x="685800" y="447675"/>
                </a:lnTo>
                <a:lnTo>
                  <a:pt x="714375" y="447675"/>
                </a:lnTo>
                <a:lnTo>
                  <a:pt x="714375" y="476250"/>
                </a:lnTo>
                <a:lnTo>
                  <a:pt x="695325" y="476250"/>
                </a:lnTo>
                <a:lnTo>
                  <a:pt x="695325" y="485775"/>
                </a:lnTo>
                <a:lnTo>
                  <a:pt x="666750" y="485775"/>
                </a:lnTo>
                <a:lnTo>
                  <a:pt x="666750" y="476250"/>
                </a:lnTo>
                <a:lnTo>
                  <a:pt x="657225" y="476250"/>
                </a:lnTo>
                <a:lnTo>
                  <a:pt x="657225" y="447675"/>
                </a:lnTo>
                <a:lnTo>
                  <a:pt x="666750" y="447675"/>
                </a:lnTo>
                <a:close/>
                <a:moveTo>
                  <a:pt x="895350" y="438150"/>
                </a:moveTo>
                <a:lnTo>
                  <a:pt x="904875" y="438150"/>
                </a:lnTo>
                <a:lnTo>
                  <a:pt x="904875" y="476250"/>
                </a:lnTo>
                <a:lnTo>
                  <a:pt x="895350" y="476250"/>
                </a:lnTo>
                <a:close/>
                <a:moveTo>
                  <a:pt x="914400" y="438150"/>
                </a:moveTo>
                <a:lnTo>
                  <a:pt x="923925" y="438150"/>
                </a:lnTo>
                <a:lnTo>
                  <a:pt x="923925" y="476250"/>
                </a:lnTo>
                <a:lnTo>
                  <a:pt x="914400" y="476250"/>
                </a:lnTo>
                <a:close/>
                <a:moveTo>
                  <a:pt x="200025" y="447675"/>
                </a:moveTo>
                <a:lnTo>
                  <a:pt x="209550" y="447675"/>
                </a:lnTo>
                <a:lnTo>
                  <a:pt x="209550" y="457200"/>
                </a:lnTo>
                <a:lnTo>
                  <a:pt x="228600" y="457200"/>
                </a:lnTo>
                <a:lnTo>
                  <a:pt x="228600" y="466725"/>
                </a:lnTo>
                <a:lnTo>
                  <a:pt x="285750" y="466725"/>
                </a:lnTo>
                <a:lnTo>
                  <a:pt x="285750" y="504825"/>
                </a:lnTo>
                <a:lnTo>
                  <a:pt x="295275" y="504825"/>
                </a:lnTo>
                <a:lnTo>
                  <a:pt x="295275" y="514350"/>
                </a:lnTo>
                <a:lnTo>
                  <a:pt x="285750" y="514350"/>
                </a:lnTo>
                <a:lnTo>
                  <a:pt x="285750" y="523875"/>
                </a:lnTo>
                <a:lnTo>
                  <a:pt x="266700" y="523875"/>
                </a:lnTo>
                <a:lnTo>
                  <a:pt x="266700" y="514350"/>
                </a:lnTo>
                <a:lnTo>
                  <a:pt x="247650" y="514350"/>
                </a:lnTo>
                <a:lnTo>
                  <a:pt x="247650" y="523875"/>
                </a:lnTo>
                <a:lnTo>
                  <a:pt x="200025" y="523875"/>
                </a:lnTo>
                <a:lnTo>
                  <a:pt x="200025" y="476250"/>
                </a:lnTo>
                <a:lnTo>
                  <a:pt x="190500" y="476250"/>
                </a:lnTo>
                <a:lnTo>
                  <a:pt x="190500" y="457200"/>
                </a:lnTo>
                <a:lnTo>
                  <a:pt x="200025" y="457200"/>
                </a:lnTo>
                <a:close/>
                <a:moveTo>
                  <a:pt x="933450" y="447675"/>
                </a:moveTo>
                <a:lnTo>
                  <a:pt x="942975" y="447675"/>
                </a:lnTo>
                <a:lnTo>
                  <a:pt x="942975" y="457200"/>
                </a:lnTo>
                <a:lnTo>
                  <a:pt x="971550" y="457200"/>
                </a:lnTo>
                <a:lnTo>
                  <a:pt x="971550" y="476250"/>
                </a:lnTo>
                <a:lnTo>
                  <a:pt x="952500" y="476250"/>
                </a:lnTo>
                <a:lnTo>
                  <a:pt x="952500" y="466725"/>
                </a:lnTo>
                <a:lnTo>
                  <a:pt x="942975" y="466725"/>
                </a:lnTo>
                <a:lnTo>
                  <a:pt x="942975" y="476250"/>
                </a:lnTo>
                <a:lnTo>
                  <a:pt x="933450" y="476250"/>
                </a:lnTo>
                <a:close/>
                <a:moveTo>
                  <a:pt x="219075" y="504825"/>
                </a:moveTo>
                <a:lnTo>
                  <a:pt x="228600" y="504825"/>
                </a:lnTo>
                <a:lnTo>
                  <a:pt x="228600" y="485775"/>
                </a:lnTo>
                <a:lnTo>
                  <a:pt x="219075" y="485775"/>
                </a:lnTo>
                <a:close/>
                <a:moveTo>
                  <a:pt x="238125" y="504825"/>
                </a:moveTo>
                <a:lnTo>
                  <a:pt x="266700" y="504825"/>
                </a:lnTo>
                <a:lnTo>
                  <a:pt x="266700" y="495300"/>
                </a:lnTo>
                <a:lnTo>
                  <a:pt x="238125" y="495300"/>
                </a:lnTo>
                <a:close/>
                <a:moveTo>
                  <a:pt x="257175" y="704850"/>
                </a:moveTo>
                <a:lnTo>
                  <a:pt x="276225" y="704850"/>
                </a:lnTo>
                <a:lnTo>
                  <a:pt x="276225" y="723900"/>
                </a:lnTo>
                <a:lnTo>
                  <a:pt x="266700" y="723900"/>
                </a:lnTo>
                <a:lnTo>
                  <a:pt x="266700" y="742950"/>
                </a:lnTo>
                <a:lnTo>
                  <a:pt x="257175" y="742950"/>
                </a:lnTo>
                <a:lnTo>
                  <a:pt x="257175" y="762000"/>
                </a:lnTo>
                <a:lnTo>
                  <a:pt x="276225" y="762000"/>
                </a:lnTo>
                <a:lnTo>
                  <a:pt x="276225" y="790575"/>
                </a:lnTo>
                <a:lnTo>
                  <a:pt x="247650" y="790575"/>
                </a:lnTo>
                <a:lnTo>
                  <a:pt x="247650" y="781050"/>
                </a:lnTo>
                <a:lnTo>
                  <a:pt x="238125" y="781050"/>
                </a:lnTo>
                <a:lnTo>
                  <a:pt x="238125" y="762000"/>
                </a:lnTo>
                <a:lnTo>
                  <a:pt x="247650" y="762000"/>
                </a:lnTo>
                <a:lnTo>
                  <a:pt x="247650" y="714375"/>
                </a:lnTo>
                <a:lnTo>
                  <a:pt x="257175" y="714375"/>
                </a:lnTo>
                <a:close/>
                <a:moveTo>
                  <a:pt x="304800" y="704850"/>
                </a:moveTo>
                <a:lnTo>
                  <a:pt x="323850" y="704850"/>
                </a:lnTo>
                <a:lnTo>
                  <a:pt x="323850" y="723900"/>
                </a:lnTo>
                <a:lnTo>
                  <a:pt x="314325" y="723900"/>
                </a:lnTo>
                <a:lnTo>
                  <a:pt x="314325" y="752475"/>
                </a:lnTo>
                <a:lnTo>
                  <a:pt x="304800" y="752475"/>
                </a:lnTo>
                <a:lnTo>
                  <a:pt x="304800" y="762000"/>
                </a:lnTo>
                <a:lnTo>
                  <a:pt x="295275" y="762000"/>
                </a:lnTo>
                <a:lnTo>
                  <a:pt x="295275" y="742950"/>
                </a:lnTo>
                <a:lnTo>
                  <a:pt x="304800" y="742950"/>
                </a:lnTo>
                <a:close/>
                <a:moveTo>
                  <a:pt x="19050" y="714375"/>
                </a:moveTo>
                <a:lnTo>
                  <a:pt x="28575" y="714375"/>
                </a:lnTo>
                <a:lnTo>
                  <a:pt x="28575" y="723900"/>
                </a:lnTo>
                <a:lnTo>
                  <a:pt x="19050" y="723900"/>
                </a:lnTo>
                <a:close/>
                <a:moveTo>
                  <a:pt x="9525" y="723900"/>
                </a:moveTo>
                <a:lnTo>
                  <a:pt x="19050" y="723900"/>
                </a:lnTo>
                <a:lnTo>
                  <a:pt x="19050" y="838200"/>
                </a:lnTo>
                <a:lnTo>
                  <a:pt x="9525" y="838200"/>
                </a:lnTo>
                <a:close/>
                <a:moveTo>
                  <a:pt x="609600" y="742950"/>
                </a:moveTo>
                <a:lnTo>
                  <a:pt x="619125" y="742950"/>
                </a:lnTo>
                <a:lnTo>
                  <a:pt x="619125" y="771525"/>
                </a:lnTo>
                <a:lnTo>
                  <a:pt x="628650" y="771525"/>
                </a:lnTo>
                <a:lnTo>
                  <a:pt x="628650" y="790575"/>
                </a:lnTo>
                <a:lnTo>
                  <a:pt x="581025" y="790575"/>
                </a:lnTo>
                <a:lnTo>
                  <a:pt x="581025" y="771525"/>
                </a:lnTo>
                <a:lnTo>
                  <a:pt x="590550" y="771525"/>
                </a:lnTo>
                <a:lnTo>
                  <a:pt x="590550" y="762000"/>
                </a:lnTo>
                <a:lnTo>
                  <a:pt x="600075" y="762000"/>
                </a:lnTo>
                <a:lnTo>
                  <a:pt x="600075" y="752475"/>
                </a:lnTo>
                <a:lnTo>
                  <a:pt x="609600" y="752475"/>
                </a:lnTo>
                <a:close/>
                <a:moveTo>
                  <a:pt x="723900" y="742950"/>
                </a:moveTo>
                <a:lnTo>
                  <a:pt x="733425" y="742950"/>
                </a:lnTo>
                <a:lnTo>
                  <a:pt x="733425" y="790575"/>
                </a:lnTo>
                <a:lnTo>
                  <a:pt x="704850" y="790575"/>
                </a:lnTo>
                <a:lnTo>
                  <a:pt x="704850" y="762000"/>
                </a:lnTo>
                <a:lnTo>
                  <a:pt x="714375" y="762000"/>
                </a:lnTo>
                <a:lnTo>
                  <a:pt x="714375" y="752475"/>
                </a:lnTo>
                <a:lnTo>
                  <a:pt x="723900" y="752475"/>
                </a:lnTo>
                <a:close/>
                <a:moveTo>
                  <a:pt x="419100" y="752475"/>
                </a:moveTo>
                <a:lnTo>
                  <a:pt x="438150" y="752475"/>
                </a:lnTo>
                <a:lnTo>
                  <a:pt x="438150" y="762000"/>
                </a:lnTo>
                <a:lnTo>
                  <a:pt x="447675" y="762000"/>
                </a:lnTo>
                <a:lnTo>
                  <a:pt x="447675" y="781050"/>
                </a:lnTo>
                <a:lnTo>
                  <a:pt x="419100" y="781050"/>
                </a:lnTo>
                <a:lnTo>
                  <a:pt x="419100" y="790575"/>
                </a:lnTo>
                <a:lnTo>
                  <a:pt x="409575" y="790575"/>
                </a:lnTo>
                <a:lnTo>
                  <a:pt x="409575" y="781050"/>
                </a:lnTo>
                <a:lnTo>
                  <a:pt x="400050" y="781050"/>
                </a:lnTo>
                <a:lnTo>
                  <a:pt x="400050" y="771525"/>
                </a:lnTo>
                <a:lnTo>
                  <a:pt x="428625" y="771525"/>
                </a:lnTo>
                <a:lnTo>
                  <a:pt x="428625" y="762000"/>
                </a:lnTo>
                <a:lnTo>
                  <a:pt x="419100" y="762000"/>
                </a:lnTo>
                <a:close/>
                <a:moveTo>
                  <a:pt x="504825" y="752475"/>
                </a:moveTo>
                <a:lnTo>
                  <a:pt x="533400" y="752475"/>
                </a:lnTo>
                <a:lnTo>
                  <a:pt x="533400" y="762000"/>
                </a:lnTo>
                <a:lnTo>
                  <a:pt x="561975" y="762000"/>
                </a:lnTo>
                <a:lnTo>
                  <a:pt x="561975" y="781050"/>
                </a:lnTo>
                <a:lnTo>
                  <a:pt x="495300" y="781050"/>
                </a:lnTo>
                <a:lnTo>
                  <a:pt x="495300" y="762000"/>
                </a:lnTo>
                <a:lnTo>
                  <a:pt x="504825" y="762000"/>
                </a:lnTo>
                <a:close/>
                <a:moveTo>
                  <a:pt x="762000" y="752475"/>
                </a:moveTo>
                <a:lnTo>
                  <a:pt x="809625" y="752475"/>
                </a:lnTo>
                <a:lnTo>
                  <a:pt x="809625" y="762000"/>
                </a:lnTo>
                <a:lnTo>
                  <a:pt x="819150" y="762000"/>
                </a:lnTo>
                <a:lnTo>
                  <a:pt x="819150" y="781050"/>
                </a:lnTo>
                <a:lnTo>
                  <a:pt x="800100" y="781050"/>
                </a:lnTo>
                <a:lnTo>
                  <a:pt x="800100" y="771525"/>
                </a:lnTo>
                <a:lnTo>
                  <a:pt x="781050" y="771525"/>
                </a:lnTo>
                <a:lnTo>
                  <a:pt x="781050" y="781050"/>
                </a:lnTo>
                <a:lnTo>
                  <a:pt x="762000" y="781050"/>
                </a:lnTo>
                <a:close/>
                <a:moveTo>
                  <a:pt x="647700" y="771525"/>
                </a:moveTo>
                <a:lnTo>
                  <a:pt x="666750" y="771525"/>
                </a:lnTo>
                <a:lnTo>
                  <a:pt x="666750" y="781050"/>
                </a:lnTo>
                <a:lnTo>
                  <a:pt x="676275" y="781050"/>
                </a:lnTo>
                <a:lnTo>
                  <a:pt x="676275" y="790575"/>
                </a:lnTo>
                <a:lnTo>
                  <a:pt x="647700" y="790575"/>
                </a:lnTo>
                <a:close/>
                <a:moveTo>
                  <a:pt x="219075" y="781050"/>
                </a:moveTo>
                <a:lnTo>
                  <a:pt x="228600" y="781050"/>
                </a:lnTo>
                <a:lnTo>
                  <a:pt x="228600" y="790575"/>
                </a:lnTo>
                <a:lnTo>
                  <a:pt x="219075" y="790575"/>
                </a:lnTo>
                <a:close/>
                <a:moveTo>
                  <a:pt x="19050" y="838200"/>
                </a:moveTo>
                <a:lnTo>
                  <a:pt x="28575" y="838200"/>
                </a:lnTo>
                <a:lnTo>
                  <a:pt x="28575" y="847725"/>
                </a:lnTo>
                <a:lnTo>
                  <a:pt x="19050" y="847725"/>
                </a:lnTo>
                <a:close/>
                <a:moveTo>
                  <a:pt x="19050" y="971550"/>
                </a:moveTo>
                <a:lnTo>
                  <a:pt x="28575" y="971550"/>
                </a:lnTo>
                <a:lnTo>
                  <a:pt x="28575" y="981075"/>
                </a:lnTo>
                <a:lnTo>
                  <a:pt x="19050" y="981075"/>
                </a:lnTo>
                <a:close/>
                <a:moveTo>
                  <a:pt x="219075" y="1066800"/>
                </a:moveTo>
                <a:lnTo>
                  <a:pt x="228600" y="1066800"/>
                </a:lnTo>
                <a:lnTo>
                  <a:pt x="228600" y="1076325"/>
                </a:lnTo>
                <a:lnTo>
                  <a:pt x="295275" y="1076325"/>
                </a:lnTo>
                <a:lnTo>
                  <a:pt x="295275" y="1066800"/>
                </a:lnTo>
                <a:lnTo>
                  <a:pt x="304800" y="1066800"/>
                </a:lnTo>
                <a:lnTo>
                  <a:pt x="304800" y="1076325"/>
                </a:lnTo>
                <a:lnTo>
                  <a:pt x="323850" y="1076325"/>
                </a:lnTo>
                <a:lnTo>
                  <a:pt x="323850" y="1085850"/>
                </a:lnTo>
                <a:lnTo>
                  <a:pt x="304800" y="1085850"/>
                </a:lnTo>
                <a:lnTo>
                  <a:pt x="304800" y="1095375"/>
                </a:lnTo>
                <a:lnTo>
                  <a:pt x="276225" y="1095375"/>
                </a:lnTo>
                <a:lnTo>
                  <a:pt x="276225" y="1085850"/>
                </a:lnTo>
                <a:lnTo>
                  <a:pt x="266700" y="1085850"/>
                </a:lnTo>
                <a:lnTo>
                  <a:pt x="266700" y="1095375"/>
                </a:lnTo>
                <a:lnTo>
                  <a:pt x="238125" y="1095375"/>
                </a:lnTo>
                <a:lnTo>
                  <a:pt x="238125" y="1085850"/>
                </a:lnTo>
                <a:lnTo>
                  <a:pt x="228600" y="1085850"/>
                </a:lnTo>
                <a:lnTo>
                  <a:pt x="228600" y="1095375"/>
                </a:lnTo>
                <a:lnTo>
                  <a:pt x="219075" y="1095375"/>
                </a:lnTo>
                <a:close/>
                <a:moveTo>
                  <a:pt x="361950" y="1066800"/>
                </a:moveTo>
                <a:lnTo>
                  <a:pt x="371475" y="1066800"/>
                </a:lnTo>
                <a:lnTo>
                  <a:pt x="371475" y="1076325"/>
                </a:lnTo>
                <a:lnTo>
                  <a:pt x="409575" y="1076325"/>
                </a:lnTo>
                <a:lnTo>
                  <a:pt x="409575" y="1095375"/>
                </a:lnTo>
                <a:lnTo>
                  <a:pt x="400050" y="1095375"/>
                </a:lnTo>
                <a:lnTo>
                  <a:pt x="400050" y="1085850"/>
                </a:lnTo>
                <a:lnTo>
                  <a:pt x="371475" y="1085850"/>
                </a:lnTo>
                <a:lnTo>
                  <a:pt x="371475" y="1095375"/>
                </a:lnTo>
                <a:lnTo>
                  <a:pt x="342900" y="1095375"/>
                </a:lnTo>
                <a:lnTo>
                  <a:pt x="342900" y="1076325"/>
                </a:lnTo>
                <a:lnTo>
                  <a:pt x="361950" y="1076325"/>
                </a:lnTo>
                <a:close/>
                <a:moveTo>
                  <a:pt x="447675" y="1066800"/>
                </a:moveTo>
                <a:lnTo>
                  <a:pt x="457200" y="1066800"/>
                </a:lnTo>
                <a:lnTo>
                  <a:pt x="457200" y="1076325"/>
                </a:lnTo>
                <a:lnTo>
                  <a:pt x="466725" y="1076325"/>
                </a:lnTo>
                <a:lnTo>
                  <a:pt x="466725" y="1085850"/>
                </a:lnTo>
                <a:lnTo>
                  <a:pt x="457200" y="1085850"/>
                </a:lnTo>
                <a:lnTo>
                  <a:pt x="457200" y="1095375"/>
                </a:lnTo>
                <a:lnTo>
                  <a:pt x="438150" y="1095375"/>
                </a:lnTo>
                <a:lnTo>
                  <a:pt x="438150" y="1076325"/>
                </a:lnTo>
                <a:lnTo>
                  <a:pt x="447675" y="1076325"/>
                </a:lnTo>
                <a:close/>
                <a:moveTo>
                  <a:pt x="1828800" y="1133475"/>
                </a:moveTo>
                <a:lnTo>
                  <a:pt x="1838325" y="1133475"/>
                </a:lnTo>
                <a:lnTo>
                  <a:pt x="1838325" y="1143000"/>
                </a:lnTo>
                <a:lnTo>
                  <a:pt x="1847850" y="1143000"/>
                </a:lnTo>
                <a:lnTo>
                  <a:pt x="1847850" y="1543050"/>
                </a:lnTo>
                <a:lnTo>
                  <a:pt x="1838325" y="1543050"/>
                </a:lnTo>
                <a:lnTo>
                  <a:pt x="1838325" y="1552575"/>
                </a:lnTo>
                <a:lnTo>
                  <a:pt x="1828800" y="1552575"/>
                </a:lnTo>
                <a:lnTo>
                  <a:pt x="1828800" y="1533525"/>
                </a:lnTo>
                <a:lnTo>
                  <a:pt x="1838325" y="1533525"/>
                </a:lnTo>
                <a:lnTo>
                  <a:pt x="1838325" y="1152525"/>
                </a:lnTo>
                <a:lnTo>
                  <a:pt x="1828800" y="1152525"/>
                </a:lnTo>
                <a:close/>
                <a:moveTo>
                  <a:pt x="238125" y="1162050"/>
                </a:moveTo>
                <a:lnTo>
                  <a:pt x="257175" y="1162050"/>
                </a:lnTo>
                <a:lnTo>
                  <a:pt x="257175" y="1171575"/>
                </a:lnTo>
                <a:lnTo>
                  <a:pt x="238125" y="1171575"/>
                </a:lnTo>
                <a:close/>
                <a:moveTo>
                  <a:pt x="666750" y="1162050"/>
                </a:moveTo>
                <a:lnTo>
                  <a:pt x="676275" y="1162050"/>
                </a:lnTo>
                <a:lnTo>
                  <a:pt x="676275" y="1171575"/>
                </a:lnTo>
                <a:lnTo>
                  <a:pt x="666750" y="1171575"/>
                </a:lnTo>
                <a:close/>
                <a:moveTo>
                  <a:pt x="228600" y="1171575"/>
                </a:moveTo>
                <a:lnTo>
                  <a:pt x="238125" y="1171575"/>
                </a:lnTo>
                <a:lnTo>
                  <a:pt x="238125" y="1181100"/>
                </a:lnTo>
                <a:lnTo>
                  <a:pt x="228600" y="1181100"/>
                </a:lnTo>
                <a:close/>
                <a:moveTo>
                  <a:pt x="676275" y="1171575"/>
                </a:moveTo>
                <a:lnTo>
                  <a:pt x="685800" y="1171575"/>
                </a:lnTo>
                <a:lnTo>
                  <a:pt x="685800" y="1181100"/>
                </a:lnTo>
                <a:lnTo>
                  <a:pt x="676275" y="1181100"/>
                </a:lnTo>
                <a:close/>
                <a:moveTo>
                  <a:pt x="685800" y="1181100"/>
                </a:moveTo>
                <a:lnTo>
                  <a:pt x="695325" y="1181100"/>
                </a:lnTo>
                <a:lnTo>
                  <a:pt x="695325" y="1190625"/>
                </a:lnTo>
                <a:lnTo>
                  <a:pt x="685800" y="1190625"/>
                </a:lnTo>
                <a:close/>
                <a:moveTo>
                  <a:pt x="19050" y="1209675"/>
                </a:moveTo>
                <a:lnTo>
                  <a:pt x="28575" y="1209675"/>
                </a:lnTo>
                <a:lnTo>
                  <a:pt x="28575" y="1219200"/>
                </a:lnTo>
                <a:lnTo>
                  <a:pt x="19050" y="1219200"/>
                </a:lnTo>
                <a:close/>
                <a:moveTo>
                  <a:pt x="28575" y="1219200"/>
                </a:moveTo>
                <a:lnTo>
                  <a:pt x="38100" y="1219200"/>
                </a:lnTo>
                <a:lnTo>
                  <a:pt x="38100" y="1228725"/>
                </a:lnTo>
                <a:lnTo>
                  <a:pt x="28575" y="1228725"/>
                </a:lnTo>
                <a:close/>
                <a:moveTo>
                  <a:pt x="381000" y="1219200"/>
                </a:moveTo>
                <a:lnTo>
                  <a:pt x="390525" y="1219200"/>
                </a:lnTo>
                <a:lnTo>
                  <a:pt x="390525" y="1228725"/>
                </a:lnTo>
                <a:lnTo>
                  <a:pt x="400050" y="1228725"/>
                </a:lnTo>
                <a:lnTo>
                  <a:pt x="400050" y="1238250"/>
                </a:lnTo>
                <a:lnTo>
                  <a:pt x="390525" y="1238250"/>
                </a:lnTo>
                <a:lnTo>
                  <a:pt x="390525" y="1247775"/>
                </a:lnTo>
                <a:lnTo>
                  <a:pt x="400050" y="1247775"/>
                </a:lnTo>
                <a:lnTo>
                  <a:pt x="400050" y="1257300"/>
                </a:lnTo>
                <a:lnTo>
                  <a:pt x="390525" y="1257300"/>
                </a:lnTo>
                <a:lnTo>
                  <a:pt x="390525" y="1266825"/>
                </a:lnTo>
                <a:lnTo>
                  <a:pt x="371475" y="1266825"/>
                </a:lnTo>
                <a:lnTo>
                  <a:pt x="371475" y="1257300"/>
                </a:lnTo>
                <a:lnTo>
                  <a:pt x="361950" y="1257300"/>
                </a:lnTo>
                <a:lnTo>
                  <a:pt x="361950" y="1247775"/>
                </a:lnTo>
                <a:lnTo>
                  <a:pt x="371475" y="1247775"/>
                </a:lnTo>
                <a:lnTo>
                  <a:pt x="371475" y="1228725"/>
                </a:lnTo>
                <a:lnTo>
                  <a:pt x="381000" y="1228725"/>
                </a:lnTo>
                <a:close/>
                <a:moveTo>
                  <a:pt x="38100" y="1228725"/>
                </a:moveTo>
                <a:lnTo>
                  <a:pt x="47625" y="1228725"/>
                </a:lnTo>
                <a:lnTo>
                  <a:pt x="47625" y="1266825"/>
                </a:lnTo>
                <a:lnTo>
                  <a:pt x="38100" y="1266825"/>
                </a:lnTo>
                <a:close/>
                <a:moveTo>
                  <a:pt x="447675" y="1228725"/>
                </a:moveTo>
                <a:lnTo>
                  <a:pt x="523875" y="1228725"/>
                </a:lnTo>
                <a:lnTo>
                  <a:pt x="523875" y="1238250"/>
                </a:lnTo>
                <a:lnTo>
                  <a:pt x="533400" y="1238250"/>
                </a:lnTo>
                <a:lnTo>
                  <a:pt x="533400" y="1228725"/>
                </a:lnTo>
                <a:lnTo>
                  <a:pt x="552450" y="1228725"/>
                </a:lnTo>
                <a:lnTo>
                  <a:pt x="552450" y="1238250"/>
                </a:lnTo>
                <a:lnTo>
                  <a:pt x="561975" y="1238250"/>
                </a:lnTo>
                <a:lnTo>
                  <a:pt x="561975" y="1257300"/>
                </a:lnTo>
                <a:lnTo>
                  <a:pt x="447675" y="1257300"/>
                </a:lnTo>
                <a:close/>
                <a:moveTo>
                  <a:pt x="28575" y="1285875"/>
                </a:moveTo>
                <a:lnTo>
                  <a:pt x="38100" y="1285875"/>
                </a:lnTo>
                <a:lnTo>
                  <a:pt x="38100" y="1295400"/>
                </a:lnTo>
                <a:lnTo>
                  <a:pt x="28575" y="1295400"/>
                </a:lnTo>
                <a:close/>
                <a:moveTo>
                  <a:pt x="19050" y="1304925"/>
                </a:moveTo>
                <a:lnTo>
                  <a:pt x="28575" y="1304925"/>
                </a:lnTo>
                <a:lnTo>
                  <a:pt x="28575" y="1314450"/>
                </a:lnTo>
                <a:lnTo>
                  <a:pt x="19050" y="1314450"/>
                </a:lnTo>
                <a:close/>
                <a:moveTo>
                  <a:pt x="228600" y="1304925"/>
                </a:moveTo>
                <a:lnTo>
                  <a:pt x="238125" y="1304925"/>
                </a:lnTo>
                <a:lnTo>
                  <a:pt x="238125" y="1314450"/>
                </a:lnTo>
                <a:lnTo>
                  <a:pt x="228600" y="1314450"/>
                </a:lnTo>
                <a:close/>
                <a:moveTo>
                  <a:pt x="685800" y="1304925"/>
                </a:moveTo>
                <a:lnTo>
                  <a:pt x="695325" y="1304925"/>
                </a:lnTo>
                <a:lnTo>
                  <a:pt x="695325" y="1314450"/>
                </a:lnTo>
                <a:lnTo>
                  <a:pt x="685800" y="1314450"/>
                </a:lnTo>
                <a:close/>
                <a:moveTo>
                  <a:pt x="238125" y="1314450"/>
                </a:moveTo>
                <a:lnTo>
                  <a:pt x="247650" y="1314450"/>
                </a:lnTo>
                <a:lnTo>
                  <a:pt x="247650" y="1323975"/>
                </a:lnTo>
                <a:lnTo>
                  <a:pt x="238125" y="1323975"/>
                </a:lnTo>
                <a:close/>
                <a:moveTo>
                  <a:pt x="676275" y="1314450"/>
                </a:moveTo>
                <a:lnTo>
                  <a:pt x="685800" y="1314450"/>
                </a:lnTo>
                <a:lnTo>
                  <a:pt x="685800" y="1323975"/>
                </a:lnTo>
                <a:lnTo>
                  <a:pt x="676275" y="1323975"/>
                </a:lnTo>
                <a:close/>
                <a:moveTo>
                  <a:pt x="552450" y="1533525"/>
                </a:moveTo>
                <a:lnTo>
                  <a:pt x="561975" y="1533525"/>
                </a:lnTo>
                <a:lnTo>
                  <a:pt x="561975" y="1543050"/>
                </a:lnTo>
                <a:lnTo>
                  <a:pt x="571500" y="1543050"/>
                </a:lnTo>
                <a:lnTo>
                  <a:pt x="571500" y="1562100"/>
                </a:lnTo>
                <a:lnTo>
                  <a:pt x="561975" y="1562100"/>
                </a:lnTo>
                <a:lnTo>
                  <a:pt x="561975" y="1571625"/>
                </a:lnTo>
                <a:lnTo>
                  <a:pt x="533400" y="1571625"/>
                </a:lnTo>
                <a:lnTo>
                  <a:pt x="533400" y="1581150"/>
                </a:lnTo>
                <a:lnTo>
                  <a:pt x="514350" y="1581150"/>
                </a:lnTo>
                <a:lnTo>
                  <a:pt x="514350" y="1571625"/>
                </a:lnTo>
                <a:lnTo>
                  <a:pt x="495300" y="1571625"/>
                </a:lnTo>
                <a:lnTo>
                  <a:pt x="495300" y="1562100"/>
                </a:lnTo>
                <a:lnTo>
                  <a:pt x="485775" y="1562100"/>
                </a:lnTo>
                <a:lnTo>
                  <a:pt x="485775" y="1552575"/>
                </a:lnTo>
                <a:lnTo>
                  <a:pt x="495300" y="1552575"/>
                </a:lnTo>
                <a:lnTo>
                  <a:pt x="495300" y="1543050"/>
                </a:lnTo>
                <a:lnTo>
                  <a:pt x="514350" y="1543050"/>
                </a:lnTo>
                <a:lnTo>
                  <a:pt x="514350" y="1552575"/>
                </a:lnTo>
                <a:lnTo>
                  <a:pt x="523875" y="1552575"/>
                </a:lnTo>
                <a:lnTo>
                  <a:pt x="523875" y="1562100"/>
                </a:lnTo>
                <a:lnTo>
                  <a:pt x="533400" y="1562100"/>
                </a:lnTo>
                <a:lnTo>
                  <a:pt x="533400" y="1543050"/>
                </a:lnTo>
                <a:lnTo>
                  <a:pt x="552450" y="1543050"/>
                </a:lnTo>
                <a:close/>
                <a:moveTo>
                  <a:pt x="19050" y="1543050"/>
                </a:moveTo>
                <a:lnTo>
                  <a:pt x="28575" y="1543050"/>
                </a:lnTo>
                <a:lnTo>
                  <a:pt x="28575" y="1552575"/>
                </a:lnTo>
                <a:lnTo>
                  <a:pt x="19050" y="1552575"/>
                </a:lnTo>
                <a:close/>
                <a:moveTo>
                  <a:pt x="28575" y="1552575"/>
                </a:moveTo>
                <a:lnTo>
                  <a:pt x="38100" y="1552575"/>
                </a:lnTo>
                <a:lnTo>
                  <a:pt x="38100" y="1562100"/>
                </a:lnTo>
                <a:lnTo>
                  <a:pt x="28575" y="1562100"/>
                </a:lnTo>
                <a:close/>
                <a:moveTo>
                  <a:pt x="1819275" y="1552575"/>
                </a:moveTo>
                <a:lnTo>
                  <a:pt x="1828800" y="1552575"/>
                </a:lnTo>
                <a:lnTo>
                  <a:pt x="1828800" y="2914650"/>
                </a:lnTo>
                <a:lnTo>
                  <a:pt x="1819275" y="2914650"/>
                </a:lnTo>
                <a:close/>
                <a:moveTo>
                  <a:pt x="38100" y="1562100"/>
                </a:moveTo>
                <a:lnTo>
                  <a:pt x="47625" y="1562100"/>
                </a:lnTo>
                <a:lnTo>
                  <a:pt x="47625" y="1619250"/>
                </a:lnTo>
                <a:lnTo>
                  <a:pt x="38100" y="1619250"/>
                </a:lnTo>
                <a:close/>
                <a:moveTo>
                  <a:pt x="104775" y="1628775"/>
                </a:moveTo>
                <a:lnTo>
                  <a:pt x="114300" y="1628775"/>
                </a:lnTo>
                <a:lnTo>
                  <a:pt x="114300" y="1819275"/>
                </a:lnTo>
                <a:lnTo>
                  <a:pt x="104775" y="1819275"/>
                </a:lnTo>
                <a:close/>
                <a:moveTo>
                  <a:pt x="104775" y="1885950"/>
                </a:moveTo>
                <a:lnTo>
                  <a:pt x="114300" y="1885950"/>
                </a:lnTo>
                <a:lnTo>
                  <a:pt x="114300" y="1952625"/>
                </a:lnTo>
                <a:lnTo>
                  <a:pt x="104775" y="1952625"/>
                </a:lnTo>
                <a:close/>
                <a:moveTo>
                  <a:pt x="438150" y="1885950"/>
                </a:moveTo>
                <a:lnTo>
                  <a:pt x="466725" y="1885950"/>
                </a:lnTo>
                <a:lnTo>
                  <a:pt x="466725" y="1895475"/>
                </a:lnTo>
                <a:lnTo>
                  <a:pt x="457200" y="1895475"/>
                </a:lnTo>
                <a:lnTo>
                  <a:pt x="457200" y="1914525"/>
                </a:lnTo>
                <a:lnTo>
                  <a:pt x="438150" y="1914525"/>
                </a:lnTo>
                <a:close/>
                <a:moveTo>
                  <a:pt x="581025" y="1885950"/>
                </a:moveTo>
                <a:lnTo>
                  <a:pt x="600075" y="1885950"/>
                </a:lnTo>
                <a:lnTo>
                  <a:pt x="600075" y="1895475"/>
                </a:lnTo>
                <a:lnTo>
                  <a:pt x="619125" y="1895475"/>
                </a:lnTo>
                <a:lnTo>
                  <a:pt x="619125" y="1885950"/>
                </a:lnTo>
                <a:lnTo>
                  <a:pt x="638175" y="1885950"/>
                </a:lnTo>
                <a:lnTo>
                  <a:pt x="638175" y="1895475"/>
                </a:lnTo>
                <a:lnTo>
                  <a:pt x="647700" y="1895475"/>
                </a:lnTo>
                <a:lnTo>
                  <a:pt x="647700" y="1914525"/>
                </a:lnTo>
                <a:lnTo>
                  <a:pt x="523875" y="1914525"/>
                </a:lnTo>
                <a:lnTo>
                  <a:pt x="523875" y="1924050"/>
                </a:lnTo>
                <a:lnTo>
                  <a:pt x="514350" y="1924050"/>
                </a:lnTo>
                <a:lnTo>
                  <a:pt x="514350" y="1895475"/>
                </a:lnTo>
                <a:lnTo>
                  <a:pt x="581025" y="1895475"/>
                </a:lnTo>
                <a:close/>
                <a:moveTo>
                  <a:pt x="666750" y="1885950"/>
                </a:moveTo>
                <a:lnTo>
                  <a:pt x="695325" y="1885950"/>
                </a:lnTo>
                <a:lnTo>
                  <a:pt x="695325" y="1895475"/>
                </a:lnTo>
                <a:lnTo>
                  <a:pt x="733425" y="1895475"/>
                </a:lnTo>
                <a:lnTo>
                  <a:pt x="733425" y="1914525"/>
                </a:lnTo>
                <a:lnTo>
                  <a:pt x="657225" y="1914525"/>
                </a:lnTo>
                <a:lnTo>
                  <a:pt x="657225" y="1895475"/>
                </a:lnTo>
                <a:lnTo>
                  <a:pt x="666750" y="1895475"/>
                </a:lnTo>
                <a:close/>
                <a:moveTo>
                  <a:pt x="476250" y="1895475"/>
                </a:moveTo>
                <a:lnTo>
                  <a:pt x="485775" y="1895475"/>
                </a:lnTo>
                <a:lnTo>
                  <a:pt x="485775" y="1905000"/>
                </a:lnTo>
                <a:lnTo>
                  <a:pt x="476250" y="1905000"/>
                </a:lnTo>
                <a:close/>
                <a:moveTo>
                  <a:pt x="762000" y="1895475"/>
                </a:moveTo>
                <a:lnTo>
                  <a:pt x="771525" y="1895475"/>
                </a:lnTo>
                <a:lnTo>
                  <a:pt x="771525" y="1905000"/>
                </a:lnTo>
                <a:lnTo>
                  <a:pt x="790575" y="1905000"/>
                </a:lnTo>
                <a:lnTo>
                  <a:pt x="790575" y="1895475"/>
                </a:lnTo>
                <a:lnTo>
                  <a:pt x="809625" y="1895475"/>
                </a:lnTo>
                <a:lnTo>
                  <a:pt x="809625" y="1905000"/>
                </a:lnTo>
                <a:lnTo>
                  <a:pt x="819150" y="1905000"/>
                </a:lnTo>
                <a:lnTo>
                  <a:pt x="819150" y="1914525"/>
                </a:lnTo>
                <a:lnTo>
                  <a:pt x="809625" y="1914525"/>
                </a:lnTo>
                <a:lnTo>
                  <a:pt x="809625" y="1924050"/>
                </a:lnTo>
                <a:lnTo>
                  <a:pt x="800100" y="1924050"/>
                </a:lnTo>
                <a:lnTo>
                  <a:pt x="800100" y="1914525"/>
                </a:lnTo>
                <a:lnTo>
                  <a:pt x="771525" y="1914525"/>
                </a:lnTo>
                <a:lnTo>
                  <a:pt x="771525" y="1924050"/>
                </a:lnTo>
                <a:lnTo>
                  <a:pt x="762000" y="1924050"/>
                </a:lnTo>
                <a:lnTo>
                  <a:pt x="762000" y="1914525"/>
                </a:lnTo>
                <a:lnTo>
                  <a:pt x="752475" y="1914525"/>
                </a:lnTo>
                <a:lnTo>
                  <a:pt x="752475" y="1905000"/>
                </a:lnTo>
                <a:lnTo>
                  <a:pt x="762000" y="1905000"/>
                </a:lnTo>
                <a:close/>
                <a:moveTo>
                  <a:pt x="38100" y="2009775"/>
                </a:moveTo>
                <a:lnTo>
                  <a:pt x="47625" y="2009775"/>
                </a:lnTo>
                <a:lnTo>
                  <a:pt x="47625" y="2019300"/>
                </a:lnTo>
                <a:lnTo>
                  <a:pt x="38100" y="2019300"/>
                </a:lnTo>
                <a:close/>
                <a:moveTo>
                  <a:pt x="104775" y="2019300"/>
                </a:moveTo>
                <a:lnTo>
                  <a:pt x="114300" y="2019300"/>
                </a:lnTo>
                <a:lnTo>
                  <a:pt x="114300" y="2057400"/>
                </a:lnTo>
                <a:lnTo>
                  <a:pt x="104775" y="2057400"/>
                </a:lnTo>
                <a:close/>
                <a:moveTo>
                  <a:pt x="447675" y="2238375"/>
                </a:moveTo>
                <a:lnTo>
                  <a:pt x="457200" y="2238375"/>
                </a:lnTo>
                <a:lnTo>
                  <a:pt x="457200" y="2247900"/>
                </a:lnTo>
                <a:lnTo>
                  <a:pt x="447675" y="2247900"/>
                </a:lnTo>
                <a:close/>
                <a:moveTo>
                  <a:pt x="523875" y="2238375"/>
                </a:moveTo>
                <a:lnTo>
                  <a:pt x="533400" y="2238375"/>
                </a:lnTo>
                <a:lnTo>
                  <a:pt x="533400" y="2247900"/>
                </a:lnTo>
                <a:lnTo>
                  <a:pt x="552450" y="2247900"/>
                </a:lnTo>
                <a:lnTo>
                  <a:pt x="552450" y="2257425"/>
                </a:lnTo>
                <a:lnTo>
                  <a:pt x="533400" y="2257425"/>
                </a:lnTo>
                <a:lnTo>
                  <a:pt x="533400" y="2266950"/>
                </a:lnTo>
                <a:lnTo>
                  <a:pt x="523875" y="2266950"/>
                </a:lnTo>
                <a:lnTo>
                  <a:pt x="523875" y="2276475"/>
                </a:lnTo>
                <a:lnTo>
                  <a:pt x="504825" y="2276475"/>
                </a:lnTo>
                <a:lnTo>
                  <a:pt x="504825" y="2247900"/>
                </a:lnTo>
                <a:lnTo>
                  <a:pt x="523875" y="2247900"/>
                </a:lnTo>
                <a:close/>
                <a:moveTo>
                  <a:pt x="619125" y="2238375"/>
                </a:moveTo>
                <a:lnTo>
                  <a:pt x="628650" y="2238375"/>
                </a:lnTo>
                <a:lnTo>
                  <a:pt x="628650" y="2247900"/>
                </a:lnTo>
                <a:lnTo>
                  <a:pt x="647700" y="2247900"/>
                </a:lnTo>
                <a:lnTo>
                  <a:pt x="647700" y="2266950"/>
                </a:lnTo>
                <a:lnTo>
                  <a:pt x="628650" y="2266950"/>
                </a:lnTo>
                <a:lnTo>
                  <a:pt x="628650" y="2276475"/>
                </a:lnTo>
                <a:lnTo>
                  <a:pt x="590550" y="2276475"/>
                </a:lnTo>
                <a:lnTo>
                  <a:pt x="590550" y="2266950"/>
                </a:lnTo>
                <a:lnTo>
                  <a:pt x="571500" y="2266950"/>
                </a:lnTo>
                <a:lnTo>
                  <a:pt x="571500" y="2247900"/>
                </a:lnTo>
                <a:lnTo>
                  <a:pt x="619125" y="2247900"/>
                </a:lnTo>
                <a:close/>
                <a:moveTo>
                  <a:pt x="762000" y="2238375"/>
                </a:moveTo>
                <a:lnTo>
                  <a:pt x="771525" y="2238375"/>
                </a:lnTo>
                <a:lnTo>
                  <a:pt x="771525" y="2247900"/>
                </a:lnTo>
                <a:lnTo>
                  <a:pt x="781050" y="2247900"/>
                </a:lnTo>
                <a:lnTo>
                  <a:pt x="781050" y="2238375"/>
                </a:lnTo>
                <a:lnTo>
                  <a:pt x="790575" y="2238375"/>
                </a:lnTo>
                <a:lnTo>
                  <a:pt x="790575" y="2247900"/>
                </a:lnTo>
                <a:lnTo>
                  <a:pt x="819150" y="2247900"/>
                </a:lnTo>
                <a:lnTo>
                  <a:pt x="819150" y="2238375"/>
                </a:lnTo>
                <a:lnTo>
                  <a:pt x="828675" y="2238375"/>
                </a:lnTo>
                <a:lnTo>
                  <a:pt x="828675" y="2247900"/>
                </a:lnTo>
                <a:lnTo>
                  <a:pt x="857250" y="2247900"/>
                </a:lnTo>
                <a:lnTo>
                  <a:pt x="857250" y="2238375"/>
                </a:lnTo>
                <a:lnTo>
                  <a:pt x="866775" y="2238375"/>
                </a:lnTo>
                <a:lnTo>
                  <a:pt x="866775" y="2247900"/>
                </a:lnTo>
                <a:lnTo>
                  <a:pt x="876300" y="2247900"/>
                </a:lnTo>
                <a:lnTo>
                  <a:pt x="876300" y="2266950"/>
                </a:lnTo>
                <a:lnTo>
                  <a:pt x="857250" y="2266950"/>
                </a:lnTo>
                <a:lnTo>
                  <a:pt x="857250" y="2257425"/>
                </a:lnTo>
                <a:lnTo>
                  <a:pt x="838200" y="2257425"/>
                </a:lnTo>
                <a:lnTo>
                  <a:pt x="838200" y="2266950"/>
                </a:lnTo>
                <a:lnTo>
                  <a:pt x="828675" y="2266950"/>
                </a:lnTo>
                <a:lnTo>
                  <a:pt x="828675" y="2276475"/>
                </a:lnTo>
                <a:lnTo>
                  <a:pt x="819150" y="2276475"/>
                </a:lnTo>
                <a:lnTo>
                  <a:pt x="819150" y="2266950"/>
                </a:lnTo>
                <a:lnTo>
                  <a:pt x="800100" y="2266950"/>
                </a:lnTo>
                <a:lnTo>
                  <a:pt x="800100" y="2257425"/>
                </a:lnTo>
                <a:lnTo>
                  <a:pt x="790575" y="2257425"/>
                </a:lnTo>
                <a:lnTo>
                  <a:pt x="790575" y="2266950"/>
                </a:lnTo>
                <a:lnTo>
                  <a:pt x="771525" y="2266950"/>
                </a:lnTo>
                <a:lnTo>
                  <a:pt x="771525" y="2276475"/>
                </a:lnTo>
                <a:lnTo>
                  <a:pt x="762000" y="2276475"/>
                </a:lnTo>
                <a:lnTo>
                  <a:pt x="762000" y="2266950"/>
                </a:lnTo>
                <a:lnTo>
                  <a:pt x="742950" y="2266950"/>
                </a:lnTo>
                <a:lnTo>
                  <a:pt x="742950" y="2247900"/>
                </a:lnTo>
                <a:lnTo>
                  <a:pt x="762000" y="2247900"/>
                </a:lnTo>
                <a:close/>
                <a:moveTo>
                  <a:pt x="485775" y="2247900"/>
                </a:moveTo>
                <a:lnTo>
                  <a:pt x="495300" y="2247900"/>
                </a:lnTo>
                <a:lnTo>
                  <a:pt x="495300" y="2257425"/>
                </a:lnTo>
                <a:lnTo>
                  <a:pt x="485775" y="2257425"/>
                </a:lnTo>
                <a:close/>
                <a:moveTo>
                  <a:pt x="676275" y="2247900"/>
                </a:moveTo>
                <a:lnTo>
                  <a:pt x="695325" y="2247900"/>
                </a:lnTo>
                <a:lnTo>
                  <a:pt x="695325" y="2266950"/>
                </a:lnTo>
                <a:lnTo>
                  <a:pt x="676275" y="2266950"/>
                </a:lnTo>
                <a:close/>
                <a:moveTo>
                  <a:pt x="723900" y="2247900"/>
                </a:moveTo>
                <a:lnTo>
                  <a:pt x="733425" y="2247900"/>
                </a:lnTo>
                <a:lnTo>
                  <a:pt x="733425" y="2257425"/>
                </a:lnTo>
                <a:lnTo>
                  <a:pt x="723900" y="2257425"/>
                </a:lnTo>
                <a:close/>
                <a:moveTo>
                  <a:pt x="104775" y="2295525"/>
                </a:moveTo>
                <a:lnTo>
                  <a:pt x="114300" y="2295525"/>
                </a:lnTo>
                <a:lnTo>
                  <a:pt x="114300" y="2390775"/>
                </a:lnTo>
                <a:lnTo>
                  <a:pt x="104775" y="2390775"/>
                </a:lnTo>
                <a:close/>
                <a:moveTo>
                  <a:pt x="104775" y="2400300"/>
                </a:moveTo>
                <a:lnTo>
                  <a:pt x="114300" y="2400300"/>
                </a:lnTo>
                <a:lnTo>
                  <a:pt x="114300" y="2438400"/>
                </a:lnTo>
                <a:lnTo>
                  <a:pt x="104775" y="2438400"/>
                </a:lnTo>
                <a:close/>
                <a:moveTo>
                  <a:pt x="38100" y="2457450"/>
                </a:moveTo>
                <a:lnTo>
                  <a:pt x="47625" y="2457450"/>
                </a:lnTo>
                <a:lnTo>
                  <a:pt x="47625" y="2562225"/>
                </a:lnTo>
                <a:lnTo>
                  <a:pt x="38100" y="2562225"/>
                </a:lnTo>
                <a:close/>
                <a:moveTo>
                  <a:pt x="104775" y="2476500"/>
                </a:moveTo>
                <a:lnTo>
                  <a:pt x="114300" y="2476500"/>
                </a:lnTo>
                <a:lnTo>
                  <a:pt x="114300" y="3514725"/>
                </a:lnTo>
                <a:lnTo>
                  <a:pt x="104775" y="3514725"/>
                </a:lnTo>
                <a:close/>
                <a:moveTo>
                  <a:pt x="171450" y="2524125"/>
                </a:moveTo>
                <a:lnTo>
                  <a:pt x="190500" y="2524125"/>
                </a:lnTo>
                <a:lnTo>
                  <a:pt x="190500" y="2533650"/>
                </a:lnTo>
                <a:lnTo>
                  <a:pt x="180975" y="2533650"/>
                </a:lnTo>
                <a:lnTo>
                  <a:pt x="180975" y="2543175"/>
                </a:lnTo>
                <a:lnTo>
                  <a:pt x="171450" y="2543175"/>
                </a:lnTo>
                <a:close/>
                <a:moveTo>
                  <a:pt x="161925" y="2543175"/>
                </a:moveTo>
                <a:lnTo>
                  <a:pt x="171450" y="2543175"/>
                </a:lnTo>
                <a:lnTo>
                  <a:pt x="171450" y="2552700"/>
                </a:lnTo>
                <a:lnTo>
                  <a:pt x="161925" y="2552700"/>
                </a:lnTo>
                <a:close/>
                <a:moveTo>
                  <a:pt x="142875" y="2600325"/>
                </a:moveTo>
                <a:lnTo>
                  <a:pt x="161925" y="2600325"/>
                </a:lnTo>
                <a:lnTo>
                  <a:pt x="161925" y="2790825"/>
                </a:lnTo>
                <a:lnTo>
                  <a:pt x="142875" y="2790825"/>
                </a:lnTo>
                <a:close/>
                <a:moveTo>
                  <a:pt x="476250" y="2619375"/>
                </a:moveTo>
                <a:lnTo>
                  <a:pt x="485775" y="2619375"/>
                </a:lnTo>
                <a:lnTo>
                  <a:pt x="485775" y="2628900"/>
                </a:lnTo>
                <a:lnTo>
                  <a:pt x="495300" y="2628900"/>
                </a:lnTo>
                <a:lnTo>
                  <a:pt x="495300" y="2667000"/>
                </a:lnTo>
                <a:lnTo>
                  <a:pt x="466725" y="2667000"/>
                </a:lnTo>
                <a:lnTo>
                  <a:pt x="466725" y="2628900"/>
                </a:lnTo>
                <a:lnTo>
                  <a:pt x="476250" y="2628900"/>
                </a:lnTo>
                <a:close/>
                <a:moveTo>
                  <a:pt x="533400" y="2628900"/>
                </a:moveTo>
                <a:lnTo>
                  <a:pt x="571500" y="2628900"/>
                </a:lnTo>
                <a:lnTo>
                  <a:pt x="571500" y="2638425"/>
                </a:lnTo>
                <a:lnTo>
                  <a:pt x="590550" y="2638425"/>
                </a:lnTo>
                <a:lnTo>
                  <a:pt x="590550" y="2676525"/>
                </a:lnTo>
                <a:lnTo>
                  <a:pt x="581025" y="2676525"/>
                </a:lnTo>
                <a:lnTo>
                  <a:pt x="581025" y="2667000"/>
                </a:lnTo>
                <a:lnTo>
                  <a:pt x="552450" y="2667000"/>
                </a:lnTo>
                <a:lnTo>
                  <a:pt x="552450" y="2647950"/>
                </a:lnTo>
                <a:lnTo>
                  <a:pt x="523875" y="2647950"/>
                </a:lnTo>
                <a:lnTo>
                  <a:pt x="523875" y="2638425"/>
                </a:lnTo>
                <a:lnTo>
                  <a:pt x="533400" y="2638425"/>
                </a:lnTo>
                <a:close/>
                <a:moveTo>
                  <a:pt x="600075" y="2628900"/>
                </a:moveTo>
                <a:lnTo>
                  <a:pt x="609600" y="2628900"/>
                </a:lnTo>
                <a:lnTo>
                  <a:pt x="609600" y="2638425"/>
                </a:lnTo>
                <a:lnTo>
                  <a:pt x="619125" y="2638425"/>
                </a:lnTo>
                <a:lnTo>
                  <a:pt x="619125" y="2647950"/>
                </a:lnTo>
                <a:lnTo>
                  <a:pt x="628650" y="2647950"/>
                </a:lnTo>
                <a:lnTo>
                  <a:pt x="628650" y="2628900"/>
                </a:lnTo>
                <a:lnTo>
                  <a:pt x="638175" y="2628900"/>
                </a:lnTo>
                <a:lnTo>
                  <a:pt x="638175" y="2667000"/>
                </a:lnTo>
                <a:lnTo>
                  <a:pt x="628650" y="2667000"/>
                </a:lnTo>
                <a:lnTo>
                  <a:pt x="628650" y="2657475"/>
                </a:lnTo>
                <a:lnTo>
                  <a:pt x="619125" y="2657475"/>
                </a:lnTo>
                <a:lnTo>
                  <a:pt x="619125" y="2667000"/>
                </a:lnTo>
                <a:lnTo>
                  <a:pt x="609600" y="2667000"/>
                </a:lnTo>
                <a:lnTo>
                  <a:pt x="609600" y="2676525"/>
                </a:lnTo>
                <a:lnTo>
                  <a:pt x="600075" y="2676525"/>
                </a:lnTo>
                <a:close/>
                <a:moveTo>
                  <a:pt x="714375" y="2628900"/>
                </a:moveTo>
                <a:lnTo>
                  <a:pt x="723900" y="2628900"/>
                </a:lnTo>
                <a:lnTo>
                  <a:pt x="723900" y="2638425"/>
                </a:lnTo>
                <a:lnTo>
                  <a:pt x="733425" y="2638425"/>
                </a:lnTo>
                <a:lnTo>
                  <a:pt x="733425" y="2657475"/>
                </a:lnTo>
                <a:lnTo>
                  <a:pt x="742950" y="2657475"/>
                </a:lnTo>
                <a:lnTo>
                  <a:pt x="742950" y="2667000"/>
                </a:lnTo>
                <a:lnTo>
                  <a:pt x="723900" y="2667000"/>
                </a:lnTo>
                <a:lnTo>
                  <a:pt x="723900" y="2676525"/>
                </a:lnTo>
                <a:lnTo>
                  <a:pt x="714375" y="2676525"/>
                </a:lnTo>
                <a:lnTo>
                  <a:pt x="714375" y="2667000"/>
                </a:lnTo>
                <a:lnTo>
                  <a:pt x="704850" y="2667000"/>
                </a:lnTo>
                <a:lnTo>
                  <a:pt x="704850" y="2657475"/>
                </a:lnTo>
                <a:lnTo>
                  <a:pt x="695325" y="2657475"/>
                </a:lnTo>
                <a:lnTo>
                  <a:pt x="695325" y="2647950"/>
                </a:lnTo>
                <a:lnTo>
                  <a:pt x="704850" y="2647950"/>
                </a:lnTo>
                <a:lnTo>
                  <a:pt x="704850" y="2638425"/>
                </a:lnTo>
                <a:lnTo>
                  <a:pt x="714375" y="2638425"/>
                </a:lnTo>
                <a:close/>
                <a:moveTo>
                  <a:pt x="762000" y="2628900"/>
                </a:moveTo>
                <a:lnTo>
                  <a:pt x="781050" y="2628900"/>
                </a:lnTo>
                <a:lnTo>
                  <a:pt x="781050" y="2638425"/>
                </a:lnTo>
                <a:lnTo>
                  <a:pt x="790575" y="2638425"/>
                </a:lnTo>
                <a:lnTo>
                  <a:pt x="790575" y="2667000"/>
                </a:lnTo>
                <a:lnTo>
                  <a:pt x="781050" y="2667000"/>
                </a:lnTo>
                <a:lnTo>
                  <a:pt x="781050" y="2647950"/>
                </a:lnTo>
                <a:lnTo>
                  <a:pt x="752475" y="2647950"/>
                </a:lnTo>
                <a:lnTo>
                  <a:pt x="752475" y="2638425"/>
                </a:lnTo>
                <a:lnTo>
                  <a:pt x="762000" y="2638425"/>
                </a:lnTo>
                <a:close/>
                <a:moveTo>
                  <a:pt x="847725" y="2628900"/>
                </a:moveTo>
                <a:lnTo>
                  <a:pt x="857250" y="2628900"/>
                </a:lnTo>
                <a:lnTo>
                  <a:pt x="857250" y="2638425"/>
                </a:lnTo>
                <a:lnTo>
                  <a:pt x="866775" y="2638425"/>
                </a:lnTo>
                <a:lnTo>
                  <a:pt x="866775" y="2667000"/>
                </a:lnTo>
                <a:lnTo>
                  <a:pt x="857250" y="2667000"/>
                </a:lnTo>
                <a:lnTo>
                  <a:pt x="857250" y="2676525"/>
                </a:lnTo>
                <a:lnTo>
                  <a:pt x="847725" y="2676525"/>
                </a:lnTo>
                <a:lnTo>
                  <a:pt x="847725" y="2647950"/>
                </a:lnTo>
                <a:lnTo>
                  <a:pt x="838200" y="2647950"/>
                </a:lnTo>
                <a:lnTo>
                  <a:pt x="838200" y="2638425"/>
                </a:lnTo>
                <a:lnTo>
                  <a:pt x="847725" y="2638425"/>
                </a:lnTo>
                <a:close/>
                <a:moveTo>
                  <a:pt x="647700" y="2638425"/>
                </a:moveTo>
                <a:lnTo>
                  <a:pt x="685800" y="2638425"/>
                </a:lnTo>
                <a:lnTo>
                  <a:pt x="685800" y="2647950"/>
                </a:lnTo>
                <a:lnTo>
                  <a:pt x="676275" y="2647950"/>
                </a:lnTo>
                <a:lnTo>
                  <a:pt x="676275" y="2667000"/>
                </a:lnTo>
                <a:lnTo>
                  <a:pt x="647700" y="2667000"/>
                </a:lnTo>
                <a:close/>
                <a:moveTo>
                  <a:pt x="828675" y="2647950"/>
                </a:moveTo>
                <a:lnTo>
                  <a:pt x="838200" y="2647950"/>
                </a:lnTo>
                <a:lnTo>
                  <a:pt x="838200" y="2657475"/>
                </a:lnTo>
                <a:lnTo>
                  <a:pt x="828675" y="2657475"/>
                </a:lnTo>
                <a:close/>
                <a:moveTo>
                  <a:pt x="762000" y="2657475"/>
                </a:moveTo>
                <a:lnTo>
                  <a:pt x="771525" y="2657475"/>
                </a:lnTo>
                <a:lnTo>
                  <a:pt x="771525" y="2667000"/>
                </a:lnTo>
                <a:lnTo>
                  <a:pt x="762000" y="2667000"/>
                </a:lnTo>
                <a:close/>
                <a:moveTo>
                  <a:pt x="0" y="2676525"/>
                </a:moveTo>
                <a:lnTo>
                  <a:pt x="9525" y="2676525"/>
                </a:lnTo>
                <a:lnTo>
                  <a:pt x="9525" y="2686050"/>
                </a:lnTo>
                <a:lnTo>
                  <a:pt x="19050" y="2686050"/>
                </a:lnTo>
                <a:lnTo>
                  <a:pt x="19050" y="2695575"/>
                </a:lnTo>
                <a:lnTo>
                  <a:pt x="28575" y="2695575"/>
                </a:lnTo>
                <a:lnTo>
                  <a:pt x="28575" y="2686050"/>
                </a:lnTo>
                <a:lnTo>
                  <a:pt x="38100" y="2686050"/>
                </a:lnTo>
                <a:lnTo>
                  <a:pt x="38100" y="2714625"/>
                </a:lnTo>
                <a:lnTo>
                  <a:pt x="28575" y="2714625"/>
                </a:lnTo>
                <a:lnTo>
                  <a:pt x="28575" y="2705100"/>
                </a:lnTo>
                <a:lnTo>
                  <a:pt x="19050" y="2705100"/>
                </a:lnTo>
                <a:lnTo>
                  <a:pt x="19050" y="2714625"/>
                </a:lnTo>
                <a:lnTo>
                  <a:pt x="9525" y="2714625"/>
                </a:lnTo>
                <a:lnTo>
                  <a:pt x="9525" y="2724150"/>
                </a:lnTo>
                <a:lnTo>
                  <a:pt x="0" y="2724150"/>
                </a:lnTo>
                <a:close/>
                <a:moveTo>
                  <a:pt x="1695450" y="2800350"/>
                </a:moveTo>
                <a:lnTo>
                  <a:pt x="1714500" y="2800350"/>
                </a:lnTo>
                <a:lnTo>
                  <a:pt x="1714500" y="2819400"/>
                </a:lnTo>
                <a:lnTo>
                  <a:pt x="1695450" y="2819400"/>
                </a:lnTo>
                <a:close/>
                <a:moveTo>
                  <a:pt x="38100" y="2847975"/>
                </a:moveTo>
                <a:lnTo>
                  <a:pt x="47625" y="2847975"/>
                </a:lnTo>
                <a:lnTo>
                  <a:pt x="47625" y="2857500"/>
                </a:lnTo>
                <a:lnTo>
                  <a:pt x="38100" y="2857500"/>
                </a:lnTo>
                <a:close/>
                <a:moveTo>
                  <a:pt x="171450" y="2847975"/>
                </a:moveTo>
                <a:lnTo>
                  <a:pt x="180975" y="2847975"/>
                </a:lnTo>
                <a:lnTo>
                  <a:pt x="180975" y="2857500"/>
                </a:lnTo>
                <a:lnTo>
                  <a:pt x="190500" y="2857500"/>
                </a:lnTo>
                <a:lnTo>
                  <a:pt x="190500" y="2867025"/>
                </a:lnTo>
                <a:lnTo>
                  <a:pt x="171450" y="2867025"/>
                </a:lnTo>
                <a:close/>
                <a:moveTo>
                  <a:pt x="1676400" y="2847975"/>
                </a:moveTo>
                <a:lnTo>
                  <a:pt x="1685925" y="2847975"/>
                </a:lnTo>
                <a:lnTo>
                  <a:pt x="1685925" y="2867025"/>
                </a:lnTo>
                <a:lnTo>
                  <a:pt x="1666875" y="2867025"/>
                </a:lnTo>
                <a:lnTo>
                  <a:pt x="1666875" y="2857500"/>
                </a:lnTo>
                <a:lnTo>
                  <a:pt x="1676400" y="2857500"/>
                </a:lnTo>
                <a:close/>
                <a:moveTo>
                  <a:pt x="38100" y="2876550"/>
                </a:moveTo>
                <a:lnTo>
                  <a:pt x="47625" y="2876550"/>
                </a:lnTo>
                <a:lnTo>
                  <a:pt x="47625" y="2905125"/>
                </a:lnTo>
                <a:lnTo>
                  <a:pt x="38100" y="2905125"/>
                </a:lnTo>
                <a:close/>
                <a:moveTo>
                  <a:pt x="228600" y="2876550"/>
                </a:moveTo>
                <a:lnTo>
                  <a:pt x="1628775" y="2876550"/>
                </a:lnTo>
                <a:lnTo>
                  <a:pt x="1628775" y="2895600"/>
                </a:lnTo>
                <a:lnTo>
                  <a:pt x="228600" y="2895600"/>
                </a:lnTo>
                <a:close/>
                <a:moveTo>
                  <a:pt x="1819275" y="2952750"/>
                </a:moveTo>
                <a:lnTo>
                  <a:pt x="1828800" y="2952750"/>
                </a:lnTo>
                <a:lnTo>
                  <a:pt x="1828800" y="3486150"/>
                </a:lnTo>
                <a:lnTo>
                  <a:pt x="1819275" y="3486150"/>
                </a:lnTo>
                <a:close/>
                <a:moveTo>
                  <a:pt x="171450" y="2962275"/>
                </a:moveTo>
                <a:lnTo>
                  <a:pt x="190500" y="2962275"/>
                </a:lnTo>
                <a:lnTo>
                  <a:pt x="190500" y="2971800"/>
                </a:lnTo>
                <a:lnTo>
                  <a:pt x="180975" y="2971800"/>
                </a:lnTo>
                <a:lnTo>
                  <a:pt x="180975" y="2981325"/>
                </a:lnTo>
                <a:lnTo>
                  <a:pt x="171450" y="2981325"/>
                </a:lnTo>
                <a:close/>
                <a:moveTo>
                  <a:pt x="1666875" y="2962275"/>
                </a:moveTo>
                <a:lnTo>
                  <a:pt x="1685925" y="2962275"/>
                </a:lnTo>
                <a:lnTo>
                  <a:pt x="1685925" y="2981325"/>
                </a:lnTo>
                <a:lnTo>
                  <a:pt x="1676400" y="2981325"/>
                </a:lnTo>
                <a:lnTo>
                  <a:pt x="1676400" y="2971800"/>
                </a:lnTo>
                <a:lnTo>
                  <a:pt x="1666875" y="2971800"/>
                </a:lnTo>
                <a:close/>
                <a:moveTo>
                  <a:pt x="161925" y="2981325"/>
                </a:moveTo>
                <a:lnTo>
                  <a:pt x="171450" y="2981325"/>
                </a:lnTo>
                <a:lnTo>
                  <a:pt x="171450" y="2990850"/>
                </a:lnTo>
                <a:lnTo>
                  <a:pt x="161925" y="2990850"/>
                </a:lnTo>
                <a:close/>
                <a:moveTo>
                  <a:pt x="142875" y="3038475"/>
                </a:moveTo>
                <a:lnTo>
                  <a:pt x="161925" y="3038475"/>
                </a:lnTo>
                <a:lnTo>
                  <a:pt x="161925" y="3105150"/>
                </a:lnTo>
                <a:lnTo>
                  <a:pt x="142875" y="3105150"/>
                </a:lnTo>
                <a:close/>
                <a:moveTo>
                  <a:pt x="485775" y="3057525"/>
                </a:moveTo>
                <a:lnTo>
                  <a:pt x="504825" y="3057525"/>
                </a:lnTo>
                <a:lnTo>
                  <a:pt x="504825" y="3076575"/>
                </a:lnTo>
                <a:lnTo>
                  <a:pt x="476250" y="3076575"/>
                </a:lnTo>
                <a:lnTo>
                  <a:pt x="476250" y="3067050"/>
                </a:lnTo>
                <a:lnTo>
                  <a:pt x="485775" y="3067050"/>
                </a:lnTo>
                <a:close/>
                <a:moveTo>
                  <a:pt x="809625" y="3067050"/>
                </a:moveTo>
                <a:lnTo>
                  <a:pt x="828675" y="3067050"/>
                </a:lnTo>
                <a:lnTo>
                  <a:pt x="828675" y="3076575"/>
                </a:lnTo>
                <a:lnTo>
                  <a:pt x="838200" y="3076575"/>
                </a:lnTo>
                <a:lnTo>
                  <a:pt x="838200" y="3086100"/>
                </a:lnTo>
                <a:lnTo>
                  <a:pt x="866775" y="3086100"/>
                </a:lnTo>
                <a:lnTo>
                  <a:pt x="866775" y="3105150"/>
                </a:lnTo>
                <a:lnTo>
                  <a:pt x="838200" y="3105150"/>
                </a:lnTo>
                <a:lnTo>
                  <a:pt x="838200" y="3114675"/>
                </a:lnTo>
                <a:lnTo>
                  <a:pt x="819150" y="3114675"/>
                </a:lnTo>
                <a:lnTo>
                  <a:pt x="819150" y="3105150"/>
                </a:lnTo>
                <a:lnTo>
                  <a:pt x="800100" y="3105150"/>
                </a:lnTo>
                <a:lnTo>
                  <a:pt x="800100" y="3095625"/>
                </a:lnTo>
                <a:lnTo>
                  <a:pt x="790575" y="3095625"/>
                </a:lnTo>
                <a:lnTo>
                  <a:pt x="790575" y="3114675"/>
                </a:lnTo>
                <a:lnTo>
                  <a:pt x="781050" y="3114675"/>
                </a:lnTo>
                <a:lnTo>
                  <a:pt x="781050" y="3086100"/>
                </a:lnTo>
                <a:lnTo>
                  <a:pt x="800100" y="3086100"/>
                </a:lnTo>
                <a:lnTo>
                  <a:pt x="800100" y="3076575"/>
                </a:lnTo>
                <a:lnTo>
                  <a:pt x="809625" y="3076575"/>
                </a:lnTo>
                <a:close/>
                <a:moveTo>
                  <a:pt x="600075" y="3076575"/>
                </a:moveTo>
                <a:lnTo>
                  <a:pt x="619125" y="3076575"/>
                </a:lnTo>
                <a:lnTo>
                  <a:pt x="619125" y="3095625"/>
                </a:lnTo>
                <a:lnTo>
                  <a:pt x="590550" y="3095625"/>
                </a:lnTo>
                <a:lnTo>
                  <a:pt x="590550" y="3086100"/>
                </a:lnTo>
                <a:lnTo>
                  <a:pt x="600075" y="3086100"/>
                </a:lnTo>
                <a:close/>
                <a:moveTo>
                  <a:pt x="695325" y="3076575"/>
                </a:moveTo>
                <a:lnTo>
                  <a:pt x="704850" y="3076575"/>
                </a:lnTo>
                <a:lnTo>
                  <a:pt x="704850" y="3086100"/>
                </a:lnTo>
                <a:lnTo>
                  <a:pt x="714375" y="3086100"/>
                </a:lnTo>
                <a:lnTo>
                  <a:pt x="714375" y="3114675"/>
                </a:lnTo>
                <a:lnTo>
                  <a:pt x="695325" y="3114675"/>
                </a:lnTo>
                <a:lnTo>
                  <a:pt x="695325" y="3105150"/>
                </a:lnTo>
                <a:lnTo>
                  <a:pt x="676275" y="3105150"/>
                </a:lnTo>
                <a:lnTo>
                  <a:pt x="676275" y="3086100"/>
                </a:lnTo>
                <a:lnTo>
                  <a:pt x="695325" y="3086100"/>
                </a:lnTo>
                <a:close/>
                <a:moveTo>
                  <a:pt x="742950" y="3076575"/>
                </a:moveTo>
                <a:lnTo>
                  <a:pt x="762000" y="3076575"/>
                </a:lnTo>
                <a:lnTo>
                  <a:pt x="762000" y="3086100"/>
                </a:lnTo>
                <a:lnTo>
                  <a:pt x="771525" y="3086100"/>
                </a:lnTo>
                <a:lnTo>
                  <a:pt x="771525" y="3105150"/>
                </a:lnTo>
                <a:lnTo>
                  <a:pt x="742950" y="3105150"/>
                </a:lnTo>
                <a:close/>
                <a:moveTo>
                  <a:pt x="952500" y="3076575"/>
                </a:moveTo>
                <a:lnTo>
                  <a:pt x="962025" y="3076575"/>
                </a:lnTo>
                <a:lnTo>
                  <a:pt x="962025" y="3086100"/>
                </a:lnTo>
                <a:lnTo>
                  <a:pt x="971550" y="3086100"/>
                </a:lnTo>
                <a:lnTo>
                  <a:pt x="971550" y="3076575"/>
                </a:lnTo>
                <a:lnTo>
                  <a:pt x="981075" y="3076575"/>
                </a:lnTo>
                <a:lnTo>
                  <a:pt x="981075" y="3105150"/>
                </a:lnTo>
                <a:lnTo>
                  <a:pt x="962025" y="3105150"/>
                </a:lnTo>
                <a:lnTo>
                  <a:pt x="962025" y="3114675"/>
                </a:lnTo>
                <a:lnTo>
                  <a:pt x="942975" y="3114675"/>
                </a:lnTo>
                <a:lnTo>
                  <a:pt x="942975" y="3086100"/>
                </a:lnTo>
                <a:lnTo>
                  <a:pt x="952500" y="3086100"/>
                </a:lnTo>
                <a:close/>
                <a:moveTo>
                  <a:pt x="990600" y="3076575"/>
                </a:moveTo>
                <a:lnTo>
                  <a:pt x="1000125" y="3076575"/>
                </a:lnTo>
                <a:lnTo>
                  <a:pt x="1000125" y="3105150"/>
                </a:lnTo>
                <a:lnTo>
                  <a:pt x="990600" y="3105150"/>
                </a:lnTo>
                <a:close/>
                <a:moveTo>
                  <a:pt x="1009650" y="3076575"/>
                </a:moveTo>
                <a:lnTo>
                  <a:pt x="1019175" y="3076575"/>
                </a:lnTo>
                <a:lnTo>
                  <a:pt x="1019175" y="3086100"/>
                </a:lnTo>
                <a:lnTo>
                  <a:pt x="1028700" y="3086100"/>
                </a:lnTo>
                <a:lnTo>
                  <a:pt x="1028700" y="3105150"/>
                </a:lnTo>
                <a:lnTo>
                  <a:pt x="1019175" y="3105150"/>
                </a:lnTo>
                <a:lnTo>
                  <a:pt x="1019175" y="3114675"/>
                </a:lnTo>
                <a:lnTo>
                  <a:pt x="1009650" y="3114675"/>
                </a:lnTo>
                <a:close/>
                <a:moveTo>
                  <a:pt x="1057275" y="3076575"/>
                </a:moveTo>
                <a:lnTo>
                  <a:pt x="1066800" y="3076575"/>
                </a:lnTo>
                <a:lnTo>
                  <a:pt x="1066800" y="3086100"/>
                </a:lnTo>
                <a:lnTo>
                  <a:pt x="1076325" y="3086100"/>
                </a:lnTo>
                <a:lnTo>
                  <a:pt x="1076325" y="3114675"/>
                </a:lnTo>
                <a:lnTo>
                  <a:pt x="1057275" y="3114675"/>
                </a:lnTo>
                <a:lnTo>
                  <a:pt x="1057275" y="3105150"/>
                </a:lnTo>
                <a:lnTo>
                  <a:pt x="1047750" y="3105150"/>
                </a:lnTo>
                <a:lnTo>
                  <a:pt x="1047750" y="3086100"/>
                </a:lnTo>
                <a:lnTo>
                  <a:pt x="1057275" y="3086100"/>
                </a:lnTo>
                <a:close/>
                <a:moveTo>
                  <a:pt x="552450" y="3086100"/>
                </a:moveTo>
                <a:lnTo>
                  <a:pt x="561975" y="3086100"/>
                </a:lnTo>
                <a:lnTo>
                  <a:pt x="561975" y="3105150"/>
                </a:lnTo>
                <a:lnTo>
                  <a:pt x="552450" y="3105150"/>
                </a:lnTo>
                <a:close/>
                <a:moveTo>
                  <a:pt x="628650" y="3086100"/>
                </a:moveTo>
                <a:lnTo>
                  <a:pt x="638175" y="3086100"/>
                </a:lnTo>
                <a:lnTo>
                  <a:pt x="638175" y="3105150"/>
                </a:lnTo>
                <a:lnTo>
                  <a:pt x="628650" y="3105150"/>
                </a:lnTo>
                <a:close/>
                <a:moveTo>
                  <a:pt x="647700" y="3086100"/>
                </a:moveTo>
                <a:lnTo>
                  <a:pt x="666750" y="3086100"/>
                </a:lnTo>
                <a:lnTo>
                  <a:pt x="666750" y="3105150"/>
                </a:lnTo>
                <a:lnTo>
                  <a:pt x="647700" y="3105150"/>
                </a:lnTo>
                <a:close/>
                <a:moveTo>
                  <a:pt x="876300" y="3086100"/>
                </a:moveTo>
                <a:lnTo>
                  <a:pt x="885825" y="3086100"/>
                </a:lnTo>
                <a:lnTo>
                  <a:pt x="885825" y="3105150"/>
                </a:lnTo>
                <a:lnTo>
                  <a:pt x="876300" y="3105150"/>
                </a:lnTo>
                <a:close/>
                <a:moveTo>
                  <a:pt x="895350" y="3086100"/>
                </a:moveTo>
                <a:lnTo>
                  <a:pt x="904875" y="3086100"/>
                </a:lnTo>
                <a:lnTo>
                  <a:pt x="904875" y="3105150"/>
                </a:lnTo>
                <a:lnTo>
                  <a:pt x="895350" y="3105150"/>
                </a:lnTo>
                <a:close/>
                <a:moveTo>
                  <a:pt x="523875" y="3095625"/>
                </a:moveTo>
                <a:lnTo>
                  <a:pt x="542925" y="3095625"/>
                </a:lnTo>
                <a:lnTo>
                  <a:pt x="542925" y="3105150"/>
                </a:lnTo>
                <a:lnTo>
                  <a:pt x="523875" y="3105150"/>
                </a:lnTo>
                <a:close/>
                <a:moveTo>
                  <a:pt x="0" y="3114675"/>
                </a:moveTo>
                <a:lnTo>
                  <a:pt x="9525" y="3114675"/>
                </a:lnTo>
                <a:lnTo>
                  <a:pt x="9525" y="3124200"/>
                </a:lnTo>
                <a:lnTo>
                  <a:pt x="19050" y="3124200"/>
                </a:lnTo>
                <a:lnTo>
                  <a:pt x="19050" y="3152775"/>
                </a:lnTo>
                <a:lnTo>
                  <a:pt x="9525" y="3152775"/>
                </a:lnTo>
                <a:lnTo>
                  <a:pt x="9525" y="3162300"/>
                </a:lnTo>
                <a:lnTo>
                  <a:pt x="0" y="3162300"/>
                </a:lnTo>
                <a:close/>
                <a:moveTo>
                  <a:pt x="161925" y="3276600"/>
                </a:moveTo>
                <a:lnTo>
                  <a:pt x="171450" y="3276600"/>
                </a:lnTo>
                <a:lnTo>
                  <a:pt x="171450" y="3286125"/>
                </a:lnTo>
                <a:lnTo>
                  <a:pt x="161925" y="3286125"/>
                </a:lnTo>
                <a:close/>
                <a:moveTo>
                  <a:pt x="171450" y="3286125"/>
                </a:moveTo>
                <a:lnTo>
                  <a:pt x="180975" y="3286125"/>
                </a:lnTo>
                <a:lnTo>
                  <a:pt x="180975" y="3295650"/>
                </a:lnTo>
                <a:lnTo>
                  <a:pt x="190500" y="3295650"/>
                </a:lnTo>
                <a:lnTo>
                  <a:pt x="190500" y="3305175"/>
                </a:lnTo>
                <a:lnTo>
                  <a:pt x="171450" y="3305175"/>
                </a:lnTo>
                <a:close/>
                <a:moveTo>
                  <a:pt x="1676400" y="3286125"/>
                </a:moveTo>
                <a:lnTo>
                  <a:pt x="1685925" y="3286125"/>
                </a:lnTo>
                <a:lnTo>
                  <a:pt x="1685925" y="3305175"/>
                </a:lnTo>
                <a:lnTo>
                  <a:pt x="1666875" y="3305175"/>
                </a:lnTo>
                <a:lnTo>
                  <a:pt x="1666875" y="3295650"/>
                </a:lnTo>
                <a:lnTo>
                  <a:pt x="1676400" y="3295650"/>
                </a:lnTo>
                <a:close/>
                <a:moveTo>
                  <a:pt x="190500" y="3305175"/>
                </a:moveTo>
                <a:lnTo>
                  <a:pt x="200025" y="3305175"/>
                </a:lnTo>
                <a:lnTo>
                  <a:pt x="200025" y="3314700"/>
                </a:lnTo>
                <a:lnTo>
                  <a:pt x="190500" y="3314700"/>
                </a:lnTo>
                <a:close/>
                <a:moveTo>
                  <a:pt x="238125" y="3314700"/>
                </a:moveTo>
                <a:lnTo>
                  <a:pt x="1628775" y="3314700"/>
                </a:lnTo>
                <a:lnTo>
                  <a:pt x="1628775" y="3333750"/>
                </a:lnTo>
                <a:lnTo>
                  <a:pt x="238125" y="3333750"/>
                </a:lnTo>
                <a:close/>
                <a:moveTo>
                  <a:pt x="38100" y="3448050"/>
                </a:moveTo>
                <a:lnTo>
                  <a:pt x="47625" y="3448050"/>
                </a:lnTo>
                <a:lnTo>
                  <a:pt x="47625" y="3581400"/>
                </a:lnTo>
                <a:lnTo>
                  <a:pt x="38100" y="3581400"/>
                </a:lnTo>
                <a:close/>
                <a:moveTo>
                  <a:pt x="1809750" y="3543300"/>
                </a:moveTo>
                <a:lnTo>
                  <a:pt x="1819275" y="3543300"/>
                </a:lnTo>
                <a:lnTo>
                  <a:pt x="1819275" y="3600450"/>
                </a:lnTo>
                <a:lnTo>
                  <a:pt x="1809750" y="3600450"/>
                </a:lnTo>
                <a:close/>
                <a:moveTo>
                  <a:pt x="1552575" y="3552825"/>
                </a:moveTo>
                <a:lnTo>
                  <a:pt x="1600200" y="3552825"/>
                </a:lnTo>
                <a:lnTo>
                  <a:pt x="1600200" y="3571875"/>
                </a:lnTo>
                <a:lnTo>
                  <a:pt x="1590675" y="3571875"/>
                </a:lnTo>
                <a:lnTo>
                  <a:pt x="1590675" y="3562350"/>
                </a:lnTo>
                <a:lnTo>
                  <a:pt x="1552575" y="3562350"/>
                </a:lnTo>
                <a:close/>
                <a:moveTo>
                  <a:pt x="1743075" y="3552825"/>
                </a:moveTo>
                <a:lnTo>
                  <a:pt x="1752600" y="3552825"/>
                </a:lnTo>
                <a:lnTo>
                  <a:pt x="1752600" y="3571875"/>
                </a:lnTo>
                <a:lnTo>
                  <a:pt x="1743075" y="3571875"/>
                </a:lnTo>
                <a:close/>
                <a:moveTo>
                  <a:pt x="114300" y="3562350"/>
                </a:moveTo>
                <a:lnTo>
                  <a:pt x="123825" y="3562350"/>
                </a:lnTo>
                <a:lnTo>
                  <a:pt x="123825" y="3581400"/>
                </a:lnTo>
                <a:lnTo>
                  <a:pt x="114300" y="3581400"/>
                </a:lnTo>
                <a:close/>
                <a:moveTo>
                  <a:pt x="47625" y="3600450"/>
                </a:moveTo>
                <a:lnTo>
                  <a:pt x="57150" y="3600450"/>
                </a:lnTo>
                <a:lnTo>
                  <a:pt x="57150" y="3629025"/>
                </a:lnTo>
                <a:lnTo>
                  <a:pt x="47625" y="3629025"/>
                </a:lnTo>
                <a:close/>
                <a:moveTo>
                  <a:pt x="1733550" y="3600450"/>
                </a:moveTo>
                <a:lnTo>
                  <a:pt x="1743075" y="3600450"/>
                </a:lnTo>
                <a:lnTo>
                  <a:pt x="1743075" y="3609975"/>
                </a:lnTo>
                <a:lnTo>
                  <a:pt x="1733550" y="3609975"/>
                </a:lnTo>
                <a:close/>
                <a:moveTo>
                  <a:pt x="1800225" y="3600450"/>
                </a:moveTo>
                <a:lnTo>
                  <a:pt x="1809750" y="3600450"/>
                </a:lnTo>
                <a:lnTo>
                  <a:pt x="1809750" y="3638550"/>
                </a:lnTo>
                <a:lnTo>
                  <a:pt x="1800225" y="3638550"/>
                </a:lnTo>
                <a:close/>
                <a:moveTo>
                  <a:pt x="123825" y="3609975"/>
                </a:moveTo>
                <a:lnTo>
                  <a:pt x="133350" y="3609975"/>
                </a:lnTo>
                <a:lnTo>
                  <a:pt x="133350" y="3619500"/>
                </a:lnTo>
                <a:lnTo>
                  <a:pt x="123825" y="3619500"/>
                </a:lnTo>
                <a:close/>
                <a:moveTo>
                  <a:pt x="1724025" y="3629025"/>
                </a:moveTo>
                <a:lnTo>
                  <a:pt x="1733550" y="3629025"/>
                </a:lnTo>
                <a:lnTo>
                  <a:pt x="1733550" y="3638550"/>
                </a:lnTo>
                <a:lnTo>
                  <a:pt x="1724025" y="3638550"/>
                </a:lnTo>
                <a:close/>
                <a:moveTo>
                  <a:pt x="57150" y="3638550"/>
                </a:moveTo>
                <a:lnTo>
                  <a:pt x="66675" y="3638550"/>
                </a:lnTo>
                <a:lnTo>
                  <a:pt x="66675" y="3657600"/>
                </a:lnTo>
                <a:lnTo>
                  <a:pt x="57150" y="3657600"/>
                </a:lnTo>
                <a:close/>
                <a:moveTo>
                  <a:pt x="133350" y="3638550"/>
                </a:moveTo>
                <a:lnTo>
                  <a:pt x="142875" y="3638550"/>
                </a:lnTo>
                <a:lnTo>
                  <a:pt x="142875" y="3648075"/>
                </a:lnTo>
                <a:lnTo>
                  <a:pt x="133350" y="3648075"/>
                </a:lnTo>
                <a:close/>
                <a:moveTo>
                  <a:pt x="1790700" y="3638550"/>
                </a:moveTo>
                <a:lnTo>
                  <a:pt x="1800225" y="3638550"/>
                </a:lnTo>
                <a:lnTo>
                  <a:pt x="1800225" y="3667125"/>
                </a:lnTo>
                <a:lnTo>
                  <a:pt x="1790700" y="3667125"/>
                </a:lnTo>
                <a:close/>
                <a:moveTo>
                  <a:pt x="1714500" y="3648075"/>
                </a:moveTo>
                <a:lnTo>
                  <a:pt x="1724025" y="3648075"/>
                </a:lnTo>
                <a:lnTo>
                  <a:pt x="1724025" y="3657600"/>
                </a:lnTo>
                <a:lnTo>
                  <a:pt x="1714500" y="3657600"/>
                </a:lnTo>
                <a:close/>
                <a:moveTo>
                  <a:pt x="66675" y="3657600"/>
                </a:moveTo>
                <a:lnTo>
                  <a:pt x="76200" y="3657600"/>
                </a:lnTo>
                <a:lnTo>
                  <a:pt x="76200" y="3676650"/>
                </a:lnTo>
                <a:lnTo>
                  <a:pt x="66675" y="3676650"/>
                </a:lnTo>
                <a:close/>
                <a:moveTo>
                  <a:pt x="152400" y="3667125"/>
                </a:moveTo>
                <a:lnTo>
                  <a:pt x="161925" y="3667125"/>
                </a:lnTo>
                <a:lnTo>
                  <a:pt x="161925" y="3676650"/>
                </a:lnTo>
                <a:lnTo>
                  <a:pt x="152400" y="3676650"/>
                </a:lnTo>
                <a:close/>
                <a:moveTo>
                  <a:pt x="1704975" y="3667125"/>
                </a:moveTo>
                <a:lnTo>
                  <a:pt x="1714500" y="3667125"/>
                </a:lnTo>
                <a:lnTo>
                  <a:pt x="1714500" y="3676650"/>
                </a:lnTo>
                <a:lnTo>
                  <a:pt x="1704975" y="3676650"/>
                </a:lnTo>
                <a:close/>
                <a:moveTo>
                  <a:pt x="1781175" y="3667125"/>
                </a:moveTo>
                <a:lnTo>
                  <a:pt x="1790700" y="3667125"/>
                </a:lnTo>
                <a:lnTo>
                  <a:pt x="1790700" y="3686175"/>
                </a:lnTo>
                <a:lnTo>
                  <a:pt x="1781175" y="3686175"/>
                </a:lnTo>
                <a:close/>
                <a:moveTo>
                  <a:pt x="76200" y="3676650"/>
                </a:moveTo>
                <a:lnTo>
                  <a:pt x="85725" y="3676650"/>
                </a:lnTo>
                <a:lnTo>
                  <a:pt x="85725" y="3695700"/>
                </a:lnTo>
                <a:lnTo>
                  <a:pt x="76200" y="3695700"/>
                </a:lnTo>
                <a:close/>
                <a:moveTo>
                  <a:pt x="85725" y="3695700"/>
                </a:moveTo>
                <a:lnTo>
                  <a:pt x="95250" y="3695700"/>
                </a:lnTo>
                <a:lnTo>
                  <a:pt x="95250" y="3714750"/>
                </a:lnTo>
                <a:lnTo>
                  <a:pt x="85725" y="3714750"/>
                </a:lnTo>
                <a:close/>
                <a:moveTo>
                  <a:pt x="171450" y="3695700"/>
                </a:moveTo>
                <a:lnTo>
                  <a:pt x="180975" y="3695700"/>
                </a:lnTo>
                <a:lnTo>
                  <a:pt x="180975" y="3705225"/>
                </a:lnTo>
                <a:lnTo>
                  <a:pt x="171450" y="3705225"/>
                </a:lnTo>
                <a:close/>
                <a:moveTo>
                  <a:pt x="1771650" y="3695700"/>
                </a:moveTo>
                <a:lnTo>
                  <a:pt x="1781175" y="3695700"/>
                </a:lnTo>
                <a:lnTo>
                  <a:pt x="1781175" y="3705225"/>
                </a:lnTo>
                <a:lnTo>
                  <a:pt x="1771650" y="3705225"/>
                </a:lnTo>
                <a:close/>
                <a:moveTo>
                  <a:pt x="180975" y="3705225"/>
                </a:moveTo>
                <a:lnTo>
                  <a:pt x="190500" y="3705225"/>
                </a:lnTo>
                <a:lnTo>
                  <a:pt x="190500" y="3714750"/>
                </a:lnTo>
                <a:lnTo>
                  <a:pt x="180975" y="3714750"/>
                </a:lnTo>
                <a:close/>
                <a:moveTo>
                  <a:pt x="1676400" y="3705225"/>
                </a:moveTo>
                <a:lnTo>
                  <a:pt x="1685925" y="3705225"/>
                </a:lnTo>
                <a:lnTo>
                  <a:pt x="1685925" y="3714750"/>
                </a:lnTo>
                <a:lnTo>
                  <a:pt x="1676400" y="3714750"/>
                </a:lnTo>
                <a:close/>
                <a:moveTo>
                  <a:pt x="1762125" y="3705225"/>
                </a:moveTo>
                <a:lnTo>
                  <a:pt x="1771650" y="3705225"/>
                </a:lnTo>
                <a:lnTo>
                  <a:pt x="1771650" y="3724275"/>
                </a:lnTo>
                <a:lnTo>
                  <a:pt x="1762125" y="3724275"/>
                </a:lnTo>
                <a:close/>
                <a:moveTo>
                  <a:pt x="95250" y="3714750"/>
                </a:moveTo>
                <a:lnTo>
                  <a:pt x="104775" y="3714750"/>
                </a:lnTo>
                <a:lnTo>
                  <a:pt x="104775" y="3724275"/>
                </a:lnTo>
                <a:lnTo>
                  <a:pt x="95250" y="3724275"/>
                </a:lnTo>
                <a:close/>
                <a:moveTo>
                  <a:pt x="190500" y="3714750"/>
                </a:moveTo>
                <a:lnTo>
                  <a:pt x="200025" y="3714750"/>
                </a:lnTo>
                <a:lnTo>
                  <a:pt x="200025" y="3724275"/>
                </a:lnTo>
                <a:lnTo>
                  <a:pt x="190500" y="3724275"/>
                </a:lnTo>
                <a:close/>
                <a:moveTo>
                  <a:pt x="1666875" y="3714750"/>
                </a:moveTo>
                <a:lnTo>
                  <a:pt x="1676400" y="3714750"/>
                </a:lnTo>
                <a:lnTo>
                  <a:pt x="1676400" y="3724275"/>
                </a:lnTo>
                <a:lnTo>
                  <a:pt x="1666875" y="3724275"/>
                </a:lnTo>
                <a:close/>
                <a:moveTo>
                  <a:pt x="104775" y="3724275"/>
                </a:moveTo>
                <a:lnTo>
                  <a:pt x="114300" y="3724275"/>
                </a:lnTo>
                <a:lnTo>
                  <a:pt x="114300" y="3733800"/>
                </a:lnTo>
                <a:lnTo>
                  <a:pt x="104775" y="3733800"/>
                </a:lnTo>
                <a:close/>
                <a:moveTo>
                  <a:pt x="200025" y="3724275"/>
                </a:moveTo>
                <a:lnTo>
                  <a:pt x="209550" y="3724275"/>
                </a:lnTo>
                <a:lnTo>
                  <a:pt x="209550" y="3733800"/>
                </a:lnTo>
                <a:lnTo>
                  <a:pt x="200025" y="3733800"/>
                </a:lnTo>
                <a:close/>
                <a:moveTo>
                  <a:pt x="1657350" y="3724275"/>
                </a:moveTo>
                <a:lnTo>
                  <a:pt x="1666875" y="3724275"/>
                </a:lnTo>
                <a:lnTo>
                  <a:pt x="1666875" y="3733800"/>
                </a:lnTo>
                <a:lnTo>
                  <a:pt x="1657350" y="3733800"/>
                </a:lnTo>
                <a:close/>
                <a:moveTo>
                  <a:pt x="1752600" y="3724275"/>
                </a:moveTo>
                <a:lnTo>
                  <a:pt x="1762125" y="3724275"/>
                </a:lnTo>
                <a:lnTo>
                  <a:pt x="1762125" y="3733800"/>
                </a:lnTo>
                <a:lnTo>
                  <a:pt x="1752600" y="3733800"/>
                </a:lnTo>
                <a:close/>
                <a:moveTo>
                  <a:pt x="114300" y="3733800"/>
                </a:moveTo>
                <a:lnTo>
                  <a:pt x="123825" y="3733800"/>
                </a:lnTo>
                <a:lnTo>
                  <a:pt x="123825" y="3743325"/>
                </a:lnTo>
                <a:lnTo>
                  <a:pt x="114300" y="3743325"/>
                </a:lnTo>
                <a:close/>
                <a:moveTo>
                  <a:pt x="1743075" y="3733800"/>
                </a:moveTo>
                <a:lnTo>
                  <a:pt x="1752600" y="3733800"/>
                </a:lnTo>
                <a:lnTo>
                  <a:pt x="1752600" y="3743325"/>
                </a:lnTo>
                <a:lnTo>
                  <a:pt x="1743075" y="3743325"/>
                </a:lnTo>
                <a:close/>
                <a:moveTo>
                  <a:pt x="123825" y="3743325"/>
                </a:moveTo>
                <a:lnTo>
                  <a:pt x="133350" y="3743325"/>
                </a:lnTo>
                <a:lnTo>
                  <a:pt x="133350" y="3752850"/>
                </a:lnTo>
                <a:lnTo>
                  <a:pt x="142875" y="3752850"/>
                </a:lnTo>
                <a:lnTo>
                  <a:pt x="142875" y="3762375"/>
                </a:lnTo>
                <a:lnTo>
                  <a:pt x="152400" y="3762375"/>
                </a:lnTo>
                <a:lnTo>
                  <a:pt x="152400" y="3771900"/>
                </a:lnTo>
                <a:lnTo>
                  <a:pt x="161925" y="3771900"/>
                </a:lnTo>
                <a:lnTo>
                  <a:pt x="161925" y="3781425"/>
                </a:lnTo>
                <a:lnTo>
                  <a:pt x="171450" y="3781425"/>
                </a:lnTo>
                <a:lnTo>
                  <a:pt x="171450" y="3790950"/>
                </a:lnTo>
                <a:lnTo>
                  <a:pt x="180975" y="3790950"/>
                </a:lnTo>
                <a:lnTo>
                  <a:pt x="180975" y="3800475"/>
                </a:lnTo>
                <a:lnTo>
                  <a:pt x="161925" y="3800475"/>
                </a:lnTo>
                <a:lnTo>
                  <a:pt x="161925" y="3790950"/>
                </a:lnTo>
                <a:lnTo>
                  <a:pt x="152400" y="3790950"/>
                </a:lnTo>
                <a:lnTo>
                  <a:pt x="152400" y="3781425"/>
                </a:lnTo>
                <a:lnTo>
                  <a:pt x="142875" y="3781425"/>
                </a:lnTo>
                <a:lnTo>
                  <a:pt x="142875" y="3771900"/>
                </a:lnTo>
                <a:lnTo>
                  <a:pt x="133350" y="3771900"/>
                </a:lnTo>
                <a:lnTo>
                  <a:pt x="133350" y="3762375"/>
                </a:lnTo>
                <a:lnTo>
                  <a:pt x="123825" y="3762375"/>
                </a:lnTo>
                <a:close/>
                <a:moveTo>
                  <a:pt x="228600" y="3743325"/>
                </a:moveTo>
                <a:lnTo>
                  <a:pt x="238125" y="3743325"/>
                </a:lnTo>
                <a:lnTo>
                  <a:pt x="238125" y="3752850"/>
                </a:lnTo>
                <a:lnTo>
                  <a:pt x="228600" y="3752850"/>
                </a:lnTo>
                <a:close/>
                <a:moveTo>
                  <a:pt x="1628775" y="3743325"/>
                </a:moveTo>
                <a:lnTo>
                  <a:pt x="1638300" y="3743325"/>
                </a:lnTo>
                <a:lnTo>
                  <a:pt x="1638300" y="3752850"/>
                </a:lnTo>
                <a:lnTo>
                  <a:pt x="1628775" y="3752850"/>
                </a:lnTo>
                <a:close/>
                <a:moveTo>
                  <a:pt x="1733550" y="3743325"/>
                </a:moveTo>
                <a:lnTo>
                  <a:pt x="1743075" y="3743325"/>
                </a:lnTo>
                <a:lnTo>
                  <a:pt x="1743075" y="3752850"/>
                </a:lnTo>
                <a:lnTo>
                  <a:pt x="1733550" y="3752850"/>
                </a:lnTo>
                <a:close/>
                <a:moveTo>
                  <a:pt x="247650" y="3752850"/>
                </a:moveTo>
                <a:lnTo>
                  <a:pt x="257175" y="3752850"/>
                </a:lnTo>
                <a:lnTo>
                  <a:pt x="257175" y="3762375"/>
                </a:lnTo>
                <a:lnTo>
                  <a:pt x="247650" y="3762375"/>
                </a:lnTo>
                <a:close/>
                <a:moveTo>
                  <a:pt x="1609725" y="3752850"/>
                </a:moveTo>
                <a:lnTo>
                  <a:pt x="1619250" y="3752850"/>
                </a:lnTo>
                <a:lnTo>
                  <a:pt x="1619250" y="3762375"/>
                </a:lnTo>
                <a:lnTo>
                  <a:pt x="1609725" y="3762375"/>
                </a:lnTo>
                <a:close/>
                <a:moveTo>
                  <a:pt x="276225" y="3762375"/>
                </a:moveTo>
                <a:lnTo>
                  <a:pt x="285750" y="3762375"/>
                </a:lnTo>
                <a:lnTo>
                  <a:pt x="285750" y="3771900"/>
                </a:lnTo>
                <a:lnTo>
                  <a:pt x="276225" y="3771900"/>
                </a:lnTo>
                <a:close/>
                <a:moveTo>
                  <a:pt x="1590675" y="3762375"/>
                </a:moveTo>
                <a:lnTo>
                  <a:pt x="1600200" y="3762375"/>
                </a:lnTo>
                <a:lnTo>
                  <a:pt x="1600200" y="3771900"/>
                </a:lnTo>
                <a:lnTo>
                  <a:pt x="1590675" y="3771900"/>
                </a:lnTo>
                <a:close/>
                <a:moveTo>
                  <a:pt x="1724025" y="3762375"/>
                </a:moveTo>
                <a:lnTo>
                  <a:pt x="1733550" y="3762375"/>
                </a:lnTo>
                <a:lnTo>
                  <a:pt x="1733550" y="3771900"/>
                </a:lnTo>
                <a:lnTo>
                  <a:pt x="1724025" y="3771900"/>
                </a:lnTo>
                <a:close/>
                <a:moveTo>
                  <a:pt x="304800" y="3771900"/>
                </a:moveTo>
                <a:lnTo>
                  <a:pt x="323850" y="3771900"/>
                </a:lnTo>
                <a:lnTo>
                  <a:pt x="323850" y="3781425"/>
                </a:lnTo>
                <a:lnTo>
                  <a:pt x="304800" y="3781425"/>
                </a:lnTo>
                <a:close/>
                <a:moveTo>
                  <a:pt x="1552575" y="3771900"/>
                </a:moveTo>
                <a:lnTo>
                  <a:pt x="1562100" y="3771900"/>
                </a:lnTo>
                <a:lnTo>
                  <a:pt x="1562100" y="3781425"/>
                </a:lnTo>
                <a:lnTo>
                  <a:pt x="1552575" y="3781425"/>
                </a:lnTo>
                <a:close/>
                <a:moveTo>
                  <a:pt x="1714500" y="3771900"/>
                </a:moveTo>
                <a:lnTo>
                  <a:pt x="1724025" y="3771900"/>
                </a:lnTo>
                <a:lnTo>
                  <a:pt x="1724025" y="3781425"/>
                </a:lnTo>
                <a:lnTo>
                  <a:pt x="1714500" y="3781425"/>
                </a:lnTo>
                <a:close/>
                <a:moveTo>
                  <a:pt x="371475" y="3781425"/>
                </a:moveTo>
                <a:lnTo>
                  <a:pt x="428625" y="3781425"/>
                </a:lnTo>
                <a:lnTo>
                  <a:pt x="428625" y="3790950"/>
                </a:lnTo>
                <a:lnTo>
                  <a:pt x="371475" y="3790950"/>
                </a:lnTo>
                <a:close/>
                <a:moveTo>
                  <a:pt x="1390650" y="3781425"/>
                </a:moveTo>
                <a:lnTo>
                  <a:pt x="1504950" y="3781425"/>
                </a:lnTo>
                <a:lnTo>
                  <a:pt x="1504950" y="3790950"/>
                </a:lnTo>
                <a:lnTo>
                  <a:pt x="1390650" y="3790950"/>
                </a:lnTo>
                <a:close/>
                <a:moveTo>
                  <a:pt x="1695450" y="3781425"/>
                </a:moveTo>
                <a:lnTo>
                  <a:pt x="1704975" y="3781425"/>
                </a:lnTo>
                <a:lnTo>
                  <a:pt x="1704975" y="3790950"/>
                </a:lnTo>
                <a:lnTo>
                  <a:pt x="1695450" y="3790950"/>
                </a:lnTo>
                <a:close/>
                <a:moveTo>
                  <a:pt x="1685925" y="3790950"/>
                </a:moveTo>
                <a:lnTo>
                  <a:pt x="1695450" y="3790950"/>
                </a:lnTo>
                <a:lnTo>
                  <a:pt x="1695450" y="3800475"/>
                </a:lnTo>
                <a:lnTo>
                  <a:pt x="1685925" y="3800475"/>
                </a:lnTo>
                <a:close/>
                <a:moveTo>
                  <a:pt x="180975" y="3800475"/>
                </a:moveTo>
                <a:lnTo>
                  <a:pt x="190500" y="3800475"/>
                </a:lnTo>
                <a:lnTo>
                  <a:pt x="190500" y="3810000"/>
                </a:lnTo>
                <a:lnTo>
                  <a:pt x="180975" y="3810000"/>
                </a:lnTo>
                <a:close/>
                <a:moveTo>
                  <a:pt x="1666875" y="3800475"/>
                </a:moveTo>
                <a:lnTo>
                  <a:pt x="1685925" y="3800475"/>
                </a:lnTo>
                <a:lnTo>
                  <a:pt x="1685925" y="3810000"/>
                </a:lnTo>
                <a:lnTo>
                  <a:pt x="1666875" y="3810000"/>
                </a:lnTo>
                <a:close/>
                <a:moveTo>
                  <a:pt x="190500" y="3810000"/>
                </a:moveTo>
                <a:lnTo>
                  <a:pt x="209550" y="3810000"/>
                </a:lnTo>
                <a:lnTo>
                  <a:pt x="209550" y="3819525"/>
                </a:lnTo>
                <a:lnTo>
                  <a:pt x="190500" y="3819525"/>
                </a:lnTo>
                <a:close/>
                <a:moveTo>
                  <a:pt x="1647825" y="3810000"/>
                </a:moveTo>
                <a:lnTo>
                  <a:pt x="1666875" y="3810000"/>
                </a:lnTo>
                <a:lnTo>
                  <a:pt x="1666875" y="3819525"/>
                </a:lnTo>
                <a:lnTo>
                  <a:pt x="1647825" y="3819525"/>
                </a:lnTo>
                <a:close/>
                <a:moveTo>
                  <a:pt x="209550" y="3819525"/>
                </a:moveTo>
                <a:lnTo>
                  <a:pt x="238125" y="3819525"/>
                </a:lnTo>
                <a:lnTo>
                  <a:pt x="238125" y="3829050"/>
                </a:lnTo>
                <a:lnTo>
                  <a:pt x="209550" y="3829050"/>
                </a:lnTo>
                <a:close/>
                <a:moveTo>
                  <a:pt x="1638300" y="3819525"/>
                </a:moveTo>
                <a:lnTo>
                  <a:pt x="1647825" y="3819525"/>
                </a:lnTo>
                <a:lnTo>
                  <a:pt x="1647825" y="3829050"/>
                </a:lnTo>
                <a:lnTo>
                  <a:pt x="1638300" y="3829050"/>
                </a:lnTo>
                <a:close/>
                <a:moveTo>
                  <a:pt x="238125" y="3829050"/>
                </a:moveTo>
                <a:lnTo>
                  <a:pt x="266700" y="3829050"/>
                </a:lnTo>
                <a:lnTo>
                  <a:pt x="266700" y="3838575"/>
                </a:lnTo>
                <a:lnTo>
                  <a:pt x="238125" y="3838575"/>
                </a:lnTo>
                <a:close/>
                <a:moveTo>
                  <a:pt x="1609725" y="3829050"/>
                </a:moveTo>
                <a:lnTo>
                  <a:pt x="1628775" y="3829050"/>
                </a:lnTo>
                <a:lnTo>
                  <a:pt x="1628775" y="3838575"/>
                </a:lnTo>
                <a:lnTo>
                  <a:pt x="1609725" y="3838575"/>
                </a:lnTo>
                <a:close/>
                <a:moveTo>
                  <a:pt x="266700" y="3838575"/>
                </a:moveTo>
                <a:lnTo>
                  <a:pt x="304800" y="3838575"/>
                </a:lnTo>
                <a:lnTo>
                  <a:pt x="304800" y="3848100"/>
                </a:lnTo>
                <a:lnTo>
                  <a:pt x="266700" y="3848100"/>
                </a:lnTo>
                <a:close/>
                <a:moveTo>
                  <a:pt x="1562100" y="3838575"/>
                </a:moveTo>
                <a:lnTo>
                  <a:pt x="1600200" y="3838575"/>
                </a:lnTo>
                <a:lnTo>
                  <a:pt x="1600200" y="3848100"/>
                </a:lnTo>
                <a:lnTo>
                  <a:pt x="1562100" y="3848100"/>
                </a:lnTo>
                <a:close/>
                <a:moveTo>
                  <a:pt x="304800" y="3848100"/>
                </a:moveTo>
                <a:lnTo>
                  <a:pt x="390525" y="3848100"/>
                </a:lnTo>
                <a:lnTo>
                  <a:pt x="390525" y="3857625"/>
                </a:lnTo>
                <a:lnTo>
                  <a:pt x="304800" y="3857625"/>
                </a:lnTo>
                <a:close/>
                <a:moveTo>
                  <a:pt x="1495425" y="3848100"/>
                </a:moveTo>
                <a:lnTo>
                  <a:pt x="1562100" y="3848100"/>
                </a:lnTo>
                <a:lnTo>
                  <a:pt x="1562100" y="3857625"/>
                </a:lnTo>
                <a:lnTo>
                  <a:pt x="1495425" y="3857625"/>
                </a:lnTo>
                <a:close/>
                <a:moveTo>
                  <a:pt x="438150" y="3857625"/>
                </a:moveTo>
                <a:lnTo>
                  <a:pt x="485775" y="3857625"/>
                </a:lnTo>
                <a:lnTo>
                  <a:pt x="485775" y="3867150"/>
                </a:lnTo>
                <a:lnTo>
                  <a:pt x="438150" y="3867150"/>
                </a:lnTo>
                <a:close/>
                <a:moveTo>
                  <a:pt x="581025" y="3857625"/>
                </a:moveTo>
                <a:lnTo>
                  <a:pt x="609600" y="3857625"/>
                </a:lnTo>
                <a:lnTo>
                  <a:pt x="609600" y="3867150"/>
                </a:lnTo>
                <a:lnTo>
                  <a:pt x="581025" y="3867150"/>
                </a:lnTo>
                <a:close/>
              </a:path>
            </a:pathLst>
          </a:custGeom>
          <a:solidFill xmlns:a="http://schemas.openxmlformats.org/drawingml/2006/main">
            <a:srgbClr val="837F77"/>
          </a:solidFill>
          <a:ln xmlns:a="http://schemas.openxmlformats.org/drawingml/2006/main" w="0">
            <a:noFill/>
          </a:ln>
        </p:spPr>
      </p:sp>
      <p:sp>
        <p:nvSpPr>
          <p:cNvPr id="48" name="phone4 vector #262826">
            <a:extLst xmlns:a="http://schemas.openxmlformats.org/drawingml/2006/main">
              <a:ext uri="{FF2B5EF4-FFF2-40B4-BE49-F238E27FC236}">
                <a16:creationId xmlns:a16="http://schemas.microsoft.com/office/drawing/2014/main" id="{5A2A7981-B7AE-41A1-B1E5-4D38113957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552825" y="1866900"/>
            <a:ext cx="2181225" cy="4581525"/>
          </a:xfrm>
          <a:custGeom xmlns:a="http://schemas.openxmlformats.org/drawingml/2006/main">
            <a:pathLst>
              <a:path w="1847850" h="3886200">
                <a:moveTo>
                  <a:pt x="361950" y="38100"/>
                </a:moveTo>
                <a:lnTo>
                  <a:pt x="1495425" y="38100"/>
                </a:lnTo>
                <a:lnTo>
                  <a:pt x="1495425" y="47625"/>
                </a:lnTo>
                <a:lnTo>
                  <a:pt x="1562100" y="47625"/>
                </a:lnTo>
                <a:lnTo>
                  <a:pt x="1562100" y="57150"/>
                </a:lnTo>
                <a:lnTo>
                  <a:pt x="1600200" y="57150"/>
                </a:lnTo>
                <a:lnTo>
                  <a:pt x="1600200" y="66675"/>
                </a:lnTo>
                <a:lnTo>
                  <a:pt x="1638300" y="66675"/>
                </a:lnTo>
                <a:lnTo>
                  <a:pt x="1638300" y="76200"/>
                </a:lnTo>
                <a:lnTo>
                  <a:pt x="1657350" y="76200"/>
                </a:lnTo>
                <a:lnTo>
                  <a:pt x="1657350" y="85725"/>
                </a:lnTo>
                <a:lnTo>
                  <a:pt x="1676400" y="85725"/>
                </a:lnTo>
                <a:lnTo>
                  <a:pt x="1676400" y="95250"/>
                </a:lnTo>
                <a:lnTo>
                  <a:pt x="1685925" y="95250"/>
                </a:lnTo>
                <a:lnTo>
                  <a:pt x="1685925" y="104775"/>
                </a:lnTo>
                <a:lnTo>
                  <a:pt x="1704975" y="104775"/>
                </a:lnTo>
                <a:lnTo>
                  <a:pt x="1704975" y="114300"/>
                </a:lnTo>
                <a:lnTo>
                  <a:pt x="1714500" y="114300"/>
                </a:lnTo>
                <a:lnTo>
                  <a:pt x="1714500" y="123825"/>
                </a:lnTo>
                <a:lnTo>
                  <a:pt x="1724025" y="123825"/>
                </a:lnTo>
                <a:lnTo>
                  <a:pt x="1724025" y="133350"/>
                </a:lnTo>
                <a:lnTo>
                  <a:pt x="1733550" y="133350"/>
                </a:lnTo>
                <a:lnTo>
                  <a:pt x="1733550" y="142875"/>
                </a:lnTo>
                <a:lnTo>
                  <a:pt x="1743075" y="142875"/>
                </a:lnTo>
                <a:lnTo>
                  <a:pt x="1743075" y="152400"/>
                </a:lnTo>
                <a:lnTo>
                  <a:pt x="1752600" y="152400"/>
                </a:lnTo>
                <a:lnTo>
                  <a:pt x="1752600" y="171450"/>
                </a:lnTo>
                <a:lnTo>
                  <a:pt x="1762125" y="171450"/>
                </a:lnTo>
                <a:lnTo>
                  <a:pt x="1762125" y="180975"/>
                </a:lnTo>
                <a:lnTo>
                  <a:pt x="1771650" y="180975"/>
                </a:lnTo>
                <a:lnTo>
                  <a:pt x="1771650" y="200025"/>
                </a:lnTo>
                <a:lnTo>
                  <a:pt x="1781175" y="200025"/>
                </a:lnTo>
                <a:lnTo>
                  <a:pt x="1781175" y="228600"/>
                </a:lnTo>
                <a:lnTo>
                  <a:pt x="1790700" y="228600"/>
                </a:lnTo>
                <a:lnTo>
                  <a:pt x="1790700" y="257175"/>
                </a:lnTo>
                <a:lnTo>
                  <a:pt x="1800225" y="257175"/>
                </a:lnTo>
                <a:lnTo>
                  <a:pt x="1800225" y="285750"/>
                </a:lnTo>
                <a:lnTo>
                  <a:pt x="1809750" y="285750"/>
                </a:lnTo>
                <a:lnTo>
                  <a:pt x="1809750" y="352425"/>
                </a:lnTo>
                <a:lnTo>
                  <a:pt x="1819275" y="352425"/>
                </a:lnTo>
                <a:lnTo>
                  <a:pt x="1819275" y="1133475"/>
                </a:lnTo>
                <a:lnTo>
                  <a:pt x="1828800" y="1133475"/>
                </a:lnTo>
                <a:lnTo>
                  <a:pt x="1828800" y="1152525"/>
                </a:lnTo>
                <a:lnTo>
                  <a:pt x="1838325" y="1152525"/>
                </a:lnTo>
                <a:lnTo>
                  <a:pt x="1838325" y="1533525"/>
                </a:lnTo>
                <a:lnTo>
                  <a:pt x="1828800" y="1533525"/>
                </a:lnTo>
                <a:lnTo>
                  <a:pt x="1828800" y="1552575"/>
                </a:lnTo>
                <a:lnTo>
                  <a:pt x="1819275" y="1552575"/>
                </a:lnTo>
                <a:lnTo>
                  <a:pt x="1819275" y="3543300"/>
                </a:lnTo>
                <a:lnTo>
                  <a:pt x="1809750" y="3543300"/>
                </a:lnTo>
                <a:lnTo>
                  <a:pt x="1809750" y="3600450"/>
                </a:lnTo>
                <a:lnTo>
                  <a:pt x="1800225" y="3600450"/>
                </a:lnTo>
                <a:lnTo>
                  <a:pt x="1800225" y="3638550"/>
                </a:lnTo>
                <a:lnTo>
                  <a:pt x="1790700" y="3638550"/>
                </a:lnTo>
                <a:lnTo>
                  <a:pt x="1790700" y="3667125"/>
                </a:lnTo>
                <a:lnTo>
                  <a:pt x="1781175" y="3667125"/>
                </a:lnTo>
                <a:lnTo>
                  <a:pt x="1781175" y="3695700"/>
                </a:lnTo>
                <a:lnTo>
                  <a:pt x="1771650" y="3695700"/>
                </a:lnTo>
                <a:lnTo>
                  <a:pt x="1771650" y="3705225"/>
                </a:lnTo>
                <a:lnTo>
                  <a:pt x="1762125" y="3705225"/>
                </a:lnTo>
                <a:lnTo>
                  <a:pt x="1762125" y="3724275"/>
                </a:lnTo>
                <a:lnTo>
                  <a:pt x="1752600" y="3724275"/>
                </a:lnTo>
                <a:lnTo>
                  <a:pt x="1752600" y="3733800"/>
                </a:lnTo>
                <a:lnTo>
                  <a:pt x="1743075" y="3733800"/>
                </a:lnTo>
                <a:lnTo>
                  <a:pt x="1743075" y="3743325"/>
                </a:lnTo>
                <a:lnTo>
                  <a:pt x="1733550" y="3743325"/>
                </a:lnTo>
                <a:lnTo>
                  <a:pt x="1733550" y="3762375"/>
                </a:lnTo>
                <a:lnTo>
                  <a:pt x="1724025" y="3762375"/>
                </a:lnTo>
                <a:lnTo>
                  <a:pt x="1724025" y="3771900"/>
                </a:lnTo>
                <a:lnTo>
                  <a:pt x="1714500" y="3771900"/>
                </a:lnTo>
                <a:lnTo>
                  <a:pt x="1714500" y="3781425"/>
                </a:lnTo>
                <a:lnTo>
                  <a:pt x="1695450" y="3781425"/>
                </a:lnTo>
                <a:lnTo>
                  <a:pt x="1695450" y="3790950"/>
                </a:lnTo>
                <a:lnTo>
                  <a:pt x="1685925" y="3790950"/>
                </a:lnTo>
                <a:lnTo>
                  <a:pt x="1685925" y="3800475"/>
                </a:lnTo>
                <a:lnTo>
                  <a:pt x="1666875" y="3800475"/>
                </a:lnTo>
                <a:lnTo>
                  <a:pt x="1666875" y="3810000"/>
                </a:lnTo>
                <a:lnTo>
                  <a:pt x="1647825" y="3810000"/>
                </a:lnTo>
                <a:lnTo>
                  <a:pt x="1647825" y="3819525"/>
                </a:lnTo>
                <a:lnTo>
                  <a:pt x="1638300" y="3819525"/>
                </a:lnTo>
                <a:lnTo>
                  <a:pt x="1638300" y="3829050"/>
                </a:lnTo>
                <a:lnTo>
                  <a:pt x="1609725" y="3829050"/>
                </a:lnTo>
                <a:lnTo>
                  <a:pt x="1609725" y="3838575"/>
                </a:lnTo>
                <a:lnTo>
                  <a:pt x="1562100" y="3838575"/>
                </a:lnTo>
                <a:lnTo>
                  <a:pt x="1562100" y="3848100"/>
                </a:lnTo>
                <a:lnTo>
                  <a:pt x="1495425" y="3848100"/>
                </a:lnTo>
                <a:lnTo>
                  <a:pt x="1495425" y="3857625"/>
                </a:lnTo>
                <a:lnTo>
                  <a:pt x="390525" y="3857625"/>
                </a:lnTo>
                <a:lnTo>
                  <a:pt x="390525" y="3848100"/>
                </a:lnTo>
                <a:lnTo>
                  <a:pt x="304800" y="3848100"/>
                </a:lnTo>
                <a:lnTo>
                  <a:pt x="304800" y="3838575"/>
                </a:lnTo>
                <a:lnTo>
                  <a:pt x="266700" y="3838575"/>
                </a:lnTo>
                <a:lnTo>
                  <a:pt x="266700" y="3829050"/>
                </a:lnTo>
                <a:lnTo>
                  <a:pt x="238125" y="3829050"/>
                </a:lnTo>
                <a:lnTo>
                  <a:pt x="238125" y="3819525"/>
                </a:lnTo>
                <a:lnTo>
                  <a:pt x="209550" y="3819525"/>
                </a:lnTo>
                <a:lnTo>
                  <a:pt x="209550" y="3810000"/>
                </a:lnTo>
                <a:lnTo>
                  <a:pt x="190500" y="3810000"/>
                </a:lnTo>
                <a:lnTo>
                  <a:pt x="190500" y="3800475"/>
                </a:lnTo>
                <a:lnTo>
                  <a:pt x="180975" y="3800475"/>
                </a:lnTo>
                <a:lnTo>
                  <a:pt x="180975" y="3790950"/>
                </a:lnTo>
                <a:lnTo>
                  <a:pt x="171450" y="3790950"/>
                </a:lnTo>
                <a:lnTo>
                  <a:pt x="171450" y="3781425"/>
                </a:lnTo>
                <a:lnTo>
                  <a:pt x="161925" y="3781425"/>
                </a:lnTo>
                <a:lnTo>
                  <a:pt x="161925" y="3771900"/>
                </a:lnTo>
                <a:lnTo>
                  <a:pt x="152400" y="3771900"/>
                </a:lnTo>
                <a:lnTo>
                  <a:pt x="152400" y="3762375"/>
                </a:lnTo>
                <a:lnTo>
                  <a:pt x="142875" y="3762375"/>
                </a:lnTo>
                <a:lnTo>
                  <a:pt x="142875" y="3752850"/>
                </a:lnTo>
                <a:lnTo>
                  <a:pt x="133350" y="3752850"/>
                </a:lnTo>
                <a:lnTo>
                  <a:pt x="133350" y="3743325"/>
                </a:lnTo>
                <a:lnTo>
                  <a:pt x="123825" y="3743325"/>
                </a:lnTo>
                <a:lnTo>
                  <a:pt x="123825" y="3733800"/>
                </a:lnTo>
                <a:lnTo>
                  <a:pt x="114300" y="3733800"/>
                </a:lnTo>
                <a:lnTo>
                  <a:pt x="114300" y="3724275"/>
                </a:lnTo>
                <a:lnTo>
                  <a:pt x="104775" y="3724275"/>
                </a:lnTo>
                <a:lnTo>
                  <a:pt x="104775" y="3714750"/>
                </a:lnTo>
                <a:lnTo>
                  <a:pt x="95250" y="3714750"/>
                </a:lnTo>
                <a:lnTo>
                  <a:pt x="95250" y="3695700"/>
                </a:lnTo>
                <a:lnTo>
                  <a:pt x="85725" y="3695700"/>
                </a:lnTo>
                <a:lnTo>
                  <a:pt x="85725" y="3676650"/>
                </a:lnTo>
                <a:lnTo>
                  <a:pt x="76200" y="3676650"/>
                </a:lnTo>
                <a:lnTo>
                  <a:pt x="76200" y="3657600"/>
                </a:lnTo>
                <a:lnTo>
                  <a:pt x="66675" y="3657600"/>
                </a:lnTo>
                <a:lnTo>
                  <a:pt x="66675" y="3638550"/>
                </a:lnTo>
                <a:lnTo>
                  <a:pt x="57150" y="3638550"/>
                </a:lnTo>
                <a:lnTo>
                  <a:pt x="57150" y="3600450"/>
                </a:lnTo>
                <a:lnTo>
                  <a:pt x="47625" y="3600450"/>
                </a:lnTo>
                <a:lnTo>
                  <a:pt x="47625" y="3448050"/>
                </a:lnTo>
                <a:lnTo>
                  <a:pt x="38100" y="3448050"/>
                </a:lnTo>
                <a:lnTo>
                  <a:pt x="38100" y="2905125"/>
                </a:lnTo>
                <a:lnTo>
                  <a:pt x="47625" y="2905125"/>
                </a:lnTo>
                <a:lnTo>
                  <a:pt x="47625" y="2876550"/>
                </a:lnTo>
                <a:lnTo>
                  <a:pt x="38100" y="2876550"/>
                </a:lnTo>
                <a:lnTo>
                  <a:pt x="38100" y="2857500"/>
                </a:lnTo>
                <a:lnTo>
                  <a:pt x="47625" y="2857500"/>
                </a:lnTo>
                <a:lnTo>
                  <a:pt x="47625" y="2847975"/>
                </a:lnTo>
                <a:lnTo>
                  <a:pt x="38100" y="2847975"/>
                </a:lnTo>
                <a:lnTo>
                  <a:pt x="38100" y="2562225"/>
                </a:lnTo>
                <a:lnTo>
                  <a:pt x="47625" y="2562225"/>
                </a:lnTo>
                <a:lnTo>
                  <a:pt x="47625" y="2457450"/>
                </a:lnTo>
                <a:lnTo>
                  <a:pt x="38100" y="2457450"/>
                </a:lnTo>
                <a:lnTo>
                  <a:pt x="38100" y="2019300"/>
                </a:lnTo>
                <a:lnTo>
                  <a:pt x="47625" y="2019300"/>
                </a:lnTo>
                <a:lnTo>
                  <a:pt x="47625" y="2009775"/>
                </a:lnTo>
                <a:lnTo>
                  <a:pt x="38100" y="2009775"/>
                </a:lnTo>
                <a:lnTo>
                  <a:pt x="38100" y="1619250"/>
                </a:lnTo>
                <a:lnTo>
                  <a:pt x="47625" y="1619250"/>
                </a:lnTo>
                <a:lnTo>
                  <a:pt x="47625" y="1562100"/>
                </a:lnTo>
                <a:lnTo>
                  <a:pt x="38100" y="1562100"/>
                </a:lnTo>
                <a:lnTo>
                  <a:pt x="38100" y="1552575"/>
                </a:lnTo>
                <a:lnTo>
                  <a:pt x="28575" y="1552575"/>
                </a:lnTo>
                <a:lnTo>
                  <a:pt x="28575" y="1543050"/>
                </a:lnTo>
                <a:lnTo>
                  <a:pt x="19050" y="1543050"/>
                </a:lnTo>
                <a:lnTo>
                  <a:pt x="19050" y="1314450"/>
                </a:lnTo>
                <a:lnTo>
                  <a:pt x="28575" y="1314450"/>
                </a:lnTo>
                <a:lnTo>
                  <a:pt x="28575" y="1295400"/>
                </a:lnTo>
                <a:lnTo>
                  <a:pt x="38100" y="1295400"/>
                </a:lnTo>
                <a:lnTo>
                  <a:pt x="38100" y="1266825"/>
                </a:lnTo>
                <a:lnTo>
                  <a:pt x="47625" y="1266825"/>
                </a:lnTo>
                <a:lnTo>
                  <a:pt x="47625" y="1228725"/>
                </a:lnTo>
                <a:lnTo>
                  <a:pt x="38100" y="1228725"/>
                </a:lnTo>
                <a:lnTo>
                  <a:pt x="38100" y="1219200"/>
                </a:lnTo>
                <a:lnTo>
                  <a:pt x="28575" y="1219200"/>
                </a:lnTo>
                <a:lnTo>
                  <a:pt x="28575" y="1209675"/>
                </a:lnTo>
                <a:lnTo>
                  <a:pt x="19050" y="1209675"/>
                </a:lnTo>
                <a:lnTo>
                  <a:pt x="19050" y="981075"/>
                </a:lnTo>
                <a:lnTo>
                  <a:pt x="28575" y="981075"/>
                </a:lnTo>
                <a:lnTo>
                  <a:pt x="28575" y="962025"/>
                </a:lnTo>
                <a:lnTo>
                  <a:pt x="38100" y="962025"/>
                </a:lnTo>
                <a:lnTo>
                  <a:pt x="38100" y="857250"/>
                </a:lnTo>
                <a:lnTo>
                  <a:pt x="28575" y="857250"/>
                </a:lnTo>
                <a:lnTo>
                  <a:pt x="28575" y="838200"/>
                </a:lnTo>
                <a:lnTo>
                  <a:pt x="19050" y="838200"/>
                </a:lnTo>
                <a:lnTo>
                  <a:pt x="19050" y="723900"/>
                </a:lnTo>
                <a:lnTo>
                  <a:pt x="28575" y="723900"/>
                </a:lnTo>
                <a:lnTo>
                  <a:pt x="28575" y="704850"/>
                </a:lnTo>
                <a:lnTo>
                  <a:pt x="38100" y="704850"/>
                </a:lnTo>
                <a:lnTo>
                  <a:pt x="38100" y="409575"/>
                </a:lnTo>
                <a:lnTo>
                  <a:pt x="47625" y="409575"/>
                </a:lnTo>
                <a:lnTo>
                  <a:pt x="47625" y="304800"/>
                </a:lnTo>
                <a:lnTo>
                  <a:pt x="57150" y="304800"/>
                </a:lnTo>
                <a:lnTo>
                  <a:pt x="57150" y="257175"/>
                </a:lnTo>
                <a:lnTo>
                  <a:pt x="66675" y="257175"/>
                </a:lnTo>
                <a:lnTo>
                  <a:pt x="66675" y="228600"/>
                </a:lnTo>
                <a:lnTo>
                  <a:pt x="76200" y="228600"/>
                </a:lnTo>
                <a:lnTo>
                  <a:pt x="76200" y="209550"/>
                </a:lnTo>
                <a:lnTo>
                  <a:pt x="85725" y="209550"/>
                </a:lnTo>
                <a:lnTo>
                  <a:pt x="85725" y="190500"/>
                </a:lnTo>
                <a:lnTo>
                  <a:pt x="95250" y="190500"/>
                </a:lnTo>
                <a:lnTo>
                  <a:pt x="95250" y="180975"/>
                </a:lnTo>
                <a:lnTo>
                  <a:pt x="104775" y="180975"/>
                </a:lnTo>
                <a:lnTo>
                  <a:pt x="104775" y="161925"/>
                </a:lnTo>
                <a:lnTo>
                  <a:pt x="114300" y="161925"/>
                </a:lnTo>
                <a:lnTo>
                  <a:pt x="114300" y="152400"/>
                </a:lnTo>
                <a:lnTo>
                  <a:pt x="123825" y="152400"/>
                </a:lnTo>
                <a:lnTo>
                  <a:pt x="123825" y="142875"/>
                </a:lnTo>
                <a:lnTo>
                  <a:pt x="133350" y="142875"/>
                </a:lnTo>
                <a:lnTo>
                  <a:pt x="133350" y="133350"/>
                </a:lnTo>
                <a:lnTo>
                  <a:pt x="142875" y="133350"/>
                </a:lnTo>
                <a:lnTo>
                  <a:pt x="142875" y="123825"/>
                </a:lnTo>
                <a:lnTo>
                  <a:pt x="152400" y="123825"/>
                </a:lnTo>
                <a:lnTo>
                  <a:pt x="152400" y="114300"/>
                </a:lnTo>
                <a:lnTo>
                  <a:pt x="161925" y="114300"/>
                </a:lnTo>
                <a:lnTo>
                  <a:pt x="161925" y="104775"/>
                </a:lnTo>
                <a:lnTo>
                  <a:pt x="171450" y="104775"/>
                </a:lnTo>
                <a:lnTo>
                  <a:pt x="171450" y="95250"/>
                </a:lnTo>
                <a:lnTo>
                  <a:pt x="190500" y="95250"/>
                </a:lnTo>
                <a:lnTo>
                  <a:pt x="190500" y="85725"/>
                </a:lnTo>
                <a:lnTo>
                  <a:pt x="209550" y="85725"/>
                </a:lnTo>
                <a:lnTo>
                  <a:pt x="209550" y="76200"/>
                </a:lnTo>
                <a:lnTo>
                  <a:pt x="228600" y="76200"/>
                </a:lnTo>
                <a:lnTo>
                  <a:pt x="228600" y="66675"/>
                </a:lnTo>
                <a:lnTo>
                  <a:pt x="257175" y="66675"/>
                </a:lnTo>
                <a:lnTo>
                  <a:pt x="257175" y="57150"/>
                </a:lnTo>
                <a:lnTo>
                  <a:pt x="295275" y="57150"/>
                </a:lnTo>
                <a:lnTo>
                  <a:pt x="295275" y="47625"/>
                </a:lnTo>
                <a:lnTo>
                  <a:pt x="361950" y="47625"/>
                </a:lnTo>
                <a:close/>
                <a:moveTo>
                  <a:pt x="552450" y="95250"/>
                </a:moveTo>
                <a:lnTo>
                  <a:pt x="1466850" y="95250"/>
                </a:lnTo>
                <a:lnTo>
                  <a:pt x="1466850" y="104775"/>
                </a:lnTo>
                <a:lnTo>
                  <a:pt x="552450" y="104775"/>
                </a:lnTo>
                <a:close/>
                <a:moveTo>
                  <a:pt x="304800" y="104775"/>
                </a:moveTo>
                <a:lnTo>
                  <a:pt x="323850" y="104775"/>
                </a:lnTo>
                <a:lnTo>
                  <a:pt x="323850" y="114300"/>
                </a:lnTo>
                <a:lnTo>
                  <a:pt x="304800" y="114300"/>
                </a:lnTo>
                <a:close/>
                <a:moveTo>
                  <a:pt x="1533525" y="104775"/>
                </a:moveTo>
                <a:lnTo>
                  <a:pt x="1552575" y="104775"/>
                </a:lnTo>
                <a:lnTo>
                  <a:pt x="1552575" y="114300"/>
                </a:lnTo>
                <a:lnTo>
                  <a:pt x="1533525" y="114300"/>
                </a:lnTo>
                <a:close/>
                <a:moveTo>
                  <a:pt x="266700" y="114300"/>
                </a:moveTo>
                <a:lnTo>
                  <a:pt x="285750" y="114300"/>
                </a:lnTo>
                <a:lnTo>
                  <a:pt x="285750" y="123825"/>
                </a:lnTo>
                <a:lnTo>
                  <a:pt x="266700" y="123825"/>
                </a:lnTo>
                <a:close/>
                <a:moveTo>
                  <a:pt x="1581150" y="114300"/>
                </a:moveTo>
                <a:lnTo>
                  <a:pt x="1600200" y="114300"/>
                </a:lnTo>
                <a:lnTo>
                  <a:pt x="1600200" y="123825"/>
                </a:lnTo>
                <a:lnTo>
                  <a:pt x="1581150" y="123825"/>
                </a:lnTo>
                <a:close/>
                <a:moveTo>
                  <a:pt x="247650" y="123825"/>
                </a:moveTo>
                <a:lnTo>
                  <a:pt x="257175" y="123825"/>
                </a:lnTo>
                <a:lnTo>
                  <a:pt x="257175" y="133350"/>
                </a:lnTo>
                <a:lnTo>
                  <a:pt x="247650" y="133350"/>
                </a:lnTo>
                <a:close/>
                <a:moveTo>
                  <a:pt x="1609725" y="123825"/>
                </a:moveTo>
                <a:lnTo>
                  <a:pt x="1619250" y="123825"/>
                </a:lnTo>
                <a:lnTo>
                  <a:pt x="1619250" y="133350"/>
                </a:lnTo>
                <a:lnTo>
                  <a:pt x="1609725" y="133350"/>
                </a:lnTo>
                <a:close/>
                <a:moveTo>
                  <a:pt x="228600" y="133350"/>
                </a:moveTo>
                <a:lnTo>
                  <a:pt x="238125" y="133350"/>
                </a:lnTo>
                <a:lnTo>
                  <a:pt x="238125" y="142875"/>
                </a:lnTo>
                <a:lnTo>
                  <a:pt x="228600" y="142875"/>
                </a:lnTo>
                <a:close/>
                <a:moveTo>
                  <a:pt x="1628775" y="133350"/>
                </a:moveTo>
                <a:lnTo>
                  <a:pt x="1638300" y="133350"/>
                </a:lnTo>
                <a:lnTo>
                  <a:pt x="1638300" y="142875"/>
                </a:lnTo>
                <a:lnTo>
                  <a:pt x="1628775" y="142875"/>
                </a:lnTo>
                <a:close/>
                <a:moveTo>
                  <a:pt x="200025" y="152400"/>
                </a:moveTo>
                <a:lnTo>
                  <a:pt x="209550" y="152400"/>
                </a:lnTo>
                <a:lnTo>
                  <a:pt x="209550" y="161925"/>
                </a:lnTo>
                <a:lnTo>
                  <a:pt x="200025" y="161925"/>
                </a:lnTo>
                <a:close/>
                <a:moveTo>
                  <a:pt x="1657350" y="152400"/>
                </a:moveTo>
                <a:lnTo>
                  <a:pt x="1666875" y="152400"/>
                </a:lnTo>
                <a:lnTo>
                  <a:pt x="1666875" y="161925"/>
                </a:lnTo>
                <a:lnTo>
                  <a:pt x="1657350" y="161925"/>
                </a:lnTo>
                <a:close/>
                <a:moveTo>
                  <a:pt x="190500" y="161925"/>
                </a:moveTo>
                <a:lnTo>
                  <a:pt x="200025" y="161925"/>
                </a:lnTo>
                <a:lnTo>
                  <a:pt x="200025" y="171450"/>
                </a:lnTo>
                <a:lnTo>
                  <a:pt x="190500" y="171450"/>
                </a:lnTo>
                <a:close/>
                <a:moveTo>
                  <a:pt x="723900" y="161925"/>
                </a:moveTo>
                <a:lnTo>
                  <a:pt x="733425" y="161925"/>
                </a:lnTo>
                <a:lnTo>
                  <a:pt x="733425" y="171450"/>
                </a:lnTo>
                <a:lnTo>
                  <a:pt x="723900" y="171450"/>
                </a:lnTo>
                <a:close/>
                <a:moveTo>
                  <a:pt x="1123950" y="161925"/>
                </a:moveTo>
                <a:lnTo>
                  <a:pt x="1133475" y="161925"/>
                </a:lnTo>
                <a:lnTo>
                  <a:pt x="1133475" y="171450"/>
                </a:lnTo>
                <a:lnTo>
                  <a:pt x="1123950" y="171450"/>
                </a:lnTo>
                <a:close/>
                <a:moveTo>
                  <a:pt x="1666875" y="161925"/>
                </a:moveTo>
                <a:lnTo>
                  <a:pt x="1676400" y="161925"/>
                </a:lnTo>
                <a:lnTo>
                  <a:pt x="1676400" y="171450"/>
                </a:lnTo>
                <a:lnTo>
                  <a:pt x="1666875" y="171450"/>
                </a:lnTo>
                <a:close/>
                <a:moveTo>
                  <a:pt x="704850" y="171450"/>
                </a:moveTo>
                <a:lnTo>
                  <a:pt x="714375" y="171450"/>
                </a:lnTo>
                <a:lnTo>
                  <a:pt x="714375" y="180975"/>
                </a:lnTo>
                <a:lnTo>
                  <a:pt x="704850" y="180975"/>
                </a:lnTo>
                <a:close/>
                <a:moveTo>
                  <a:pt x="1143000" y="171450"/>
                </a:moveTo>
                <a:lnTo>
                  <a:pt x="1152525" y="171450"/>
                </a:lnTo>
                <a:lnTo>
                  <a:pt x="1152525" y="180975"/>
                </a:lnTo>
                <a:lnTo>
                  <a:pt x="1143000" y="180975"/>
                </a:lnTo>
                <a:close/>
                <a:moveTo>
                  <a:pt x="1676400" y="171450"/>
                </a:moveTo>
                <a:lnTo>
                  <a:pt x="1685925" y="171450"/>
                </a:lnTo>
                <a:lnTo>
                  <a:pt x="1685925" y="180975"/>
                </a:lnTo>
                <a:lnTo>
                  <a:pt x="1676400" y="180975"/>
                </a:lnTo>
                <a:close/>
                <a:moveTo>
                  <a:pt x="1685925" y="180975"/>
                </a:moveTo>
                <a:lnTo>
                  <a:pt x="1695450" y="180975"/>
                </a:lnTo>
                <a:lnTo>
                  <a:pt x="1695450" y="190500"/>
                </a:lnTo>
                <a:lnTo>
                  <a:pt x="1685925" y="190500"/>
                </a:lnTo>
                <a:close/>
                <a:moveTo>
                  <a:pt x="161925" y="190500"/>
                </a:moveTo>
                <a:lnTo>
                  <a:pt x="171450" y="190500"/>
                </a:lnTo>
                <a:lnTo>
                  <a:pt x="171450" y="200025"/>
                </a:lnTo>
                <a:lnTo>
                  <a:pt x="161925" y="200025"/>
                </a:lnTo>
                <a:close/>
                <a:moveTo>
                  <a:pt x="1695450" y="190500"/>
                </a:moveTo>
                <a:lnTo>
                  <a:pt x="1704975" y="190500"/>
                </a:lnTo>
                <a:lnTo>
                  <a:pt x="1704975" y="200025"/>
                </a:lnTo>
                <a:lnTo>
                  <a:pt x="1695450" y="200025"/>
                </a:lnTo>
                <a:close/>
                <a:moveTo>
                  <a:pt x="152400" y="200025"/>
                </a:moveTo>
                <a:lnTo>
                  <a:pt x="161925" y="200025"/>
                </a:lnTo>
                <a:lnTo>
                  <a:pt x="161925" y="209550"/>
                </a:lnTo>
                <a:lnTo>
                  <a:pt x="152400" y="209550"/>
                </a:lnTo>
                <a:close/>
                <a:moveTo>
                  <a:pt x="1171575" y="200025"/>
                </a:moveTo>
                <a:lnTo>
                  <a:pt x="1181100" y="200025"/>
                </a:lnTo>
                <a:lnTo>
                  <a:pt x="1181100" y="219075"/>
                </a:lnTo>
                <a:lnTo>
                  <a:pt x="1171575" y="219075"/>
                </a:lnTo>
                <a:close/>
                <a:moveTo>
                  <a:pt x="676275" y="209550"/>
                </a:moveTo>
                <a:lnTo>
                  <a:pt x="685800" y="209550"/>
                </a:lnTo>
                <a:lnTo>
                  <a:pt x="685800" y="219075"/>
                </a:lnTo>
                <a:lnTo>
                  <a:pt x="676275" y="219075"/>
                </a:lnTo>
                <a:close/>
                <a:moveTo>
                  <a:pt x="1524000" y="219075"/>
                </a:moveTo>
                <a:lnTo>
                  <a:pt x="1581150" y="219075"/>
                </a:lnTo>
                <a:lnTo>
                  <a:pt x="1581150" y="228600"/>
                </a:lnTo>
                <a:lnTo>
                  <a:pt x="1524000" y="228600"/>
                </a:lnTo>
                <a:close/>
                <a:moveTo>
                  <a:pt x="1714500" y="219075"/>
                </a:moveTo>
                <a:lnTo>
                  <a:pt x="1724025" y="219075"/>
                </a:lnTo>
                <a:lnTo>
                  <a:pt x="1724025" y="228600"/>
                </a:lnTo>
                <a:lnTo>
                  <a:pt x="1714500" y="228600"/>
                </a:lnTo>
                <a:close/>
                <a:moveTo>
                  <a:pt x="1514475" y="228600"/>
                </a:moveTo>
                <a:lnTo>
                  <a:pt x="1524000" y="228600"/>
                </a:lnTo>
                <a:lnTo>
                  <a:pt x="1524000" y="247650"/>
                </a:lnTo>
                <a:lnTo>
                  <a:pt x="1514475" y="247650"/>
                </a:lnTo>
                <a:close/>
                <a:moveTo>
                  <a:pt x="1581150" y="228600"/>
                </a:moveTo>
                <a:lnTo>
                  <a:pt x="1590675" y="228600"/>
                </a:lnTo>
                <a:lnTo>
                  <a:pt x="1590675" y="247650"/>
                </a:lnTo>
                <a:lnTo>
                  <a:pt x="1581150" y="247650"/>
                </a:lnTo>
                <a:close/>
                <a:moveTo>
                  <a:pt x="1724025" y="238125"/>
                </a:moveTo>
                <a:lnTo>
                  <a:pt x="1733550" y="238125"/>
                </a:lnTo>
                <a:lnTo>
                  <a:pt x="1733550" y="247650"/>
                </a:lnTo>
                <a:lnTo>
                  <a:pt x="1724025" y="247650"/>
                </a:lnTo>
                <a:close/>
                <a:moveTo>
                  <a:pt x="123825" y="247650"/>
                </a:moveTo>
                <a:lnTo>
                  <a:pt x="133350" y="247650"/>
                </a:lnTo>
                <a:lnTo>
                  <a:pt x="133350" y="266700"/>
                </a:lnTo>
                <a:lnTo>
                  <a:pt x="123825" y="266700"/>
                </a:lnTo>
                <a:close/>
                <a:moveTo>
                  <a:pt x="676275" y="247650"/>
                </a:moveTo>
                <a:lnTo>
                  <a:pt x="685800" y="247650"/>
                </a:lnTo>
                <a:lnTo>
                  <a:pt x="685800" y="266700"/>
                </a:lnTo>
                <a:lnTo>
                  <a:pt x="676275" y="266700"/>
                </a:lnTo>
                <a:close/>
                <a:moveTo>
                  <a:pt x="1524000" y="247650"/>
                </a:moveTo>
                <a:lnTo>
                  <a:pt x="1581150" y="247650"/>
                </a:lnTo>
                <a:lnTo>
                  <a:pt x="1581150" y="257175"/>
                </a:lnTo>
                <a:lnTo>
                  <a:pt x="1524000" y="257175"/>
                </a:lnTo>
                <a:close/>
                <a:moveTo>
                  <a:pt x="1171575" y="257175"/>
                </a:moveTo>
                <a:lnTo>
                  <a:pt x="1181100" y="257175"/>
                </a:lnTo>
                <a:lnTo>
                  <a:pt x="1181100" y="276225"/>
                </a:lnTo>
                <a:lnTo>
                  <a:pt x="1171575" y="276225"/>
                </a:lnTo>
                <a:close/>
                <a:moveTo>
                  <a:pt x="1733550" y="266700"/>
                </a:moveTo>
                <a:lnTo>
                  <a:pt x="1743075" y="266700"/>
                </a:lnTo>
                <a:lnTo>
                  <a:pt x="1743075" y="276225"/>
                </a:lnTo>
                <a:lnTo>
                  <a:pt x="1733550" y="276225"/>
                </a:lnTo>
                <a:close/>
                <a:moveTo>
                  <a:pt x="114300" y="276225"/>
                </a:moveTo>
                <a:lnTo>
                  <a:pt x="123825" y="276225"/>
                </a:lnTo>
                <a:lnTo>
                  <a:pt x="123825" y="295275"/>
                </a:lnTo>
                <a:lnTo>
                  <a:pt x="114300" y="295275"/>
                </a:lnTo>
                <a:close/>
                <a:moveTo>
                  <a:pt x="1162050" y="276225"/>
                </a:moveTo>
                <a:lnTo>
                  <a:pt x="1171575" y="276225"/>
                </a:lnTo>
                <a:lnTo>
                  <a:pt x="1171575" y="285750"/>
                </a:lnTo>
                <a:lnTo>
                  <a:pt x="1162050" y="285750"/>
                </a:lnTo>
                <a:close/>
                <a:moveTo>
                  <a:pt x="1152525" y="285750"/>
                </a:moveTo>
                <a:lnTo>
                  <a:pt x="1162050" y="285750"/>
                </a:lnTo>
                <a:lnTo>
                  <a:pt x="1162050" y="295275"/>
                </a:lnTo>
                <a:lnTo>
                  <a:pt x="1152525" y="295275"/>
                </a:lnTo>
                <a:close/>
                <a:moveTo>
                  <a:pt x="714375" y="295275"/>
                </a:moveTo>
                <a:lnTo>
                  <a:pt x="723900" y="295275"/>
                </a:lnTo>
                <a:lnTo>
                  <a:pt x="723900" y="304800"/>
                </a:lnTo>
                <a:lnTo>
                  <a:pt x="714375" y="304800"/>
                </a:lnTo>
                <a:close/>
                <a:moveTo>
                  <a:pt x="1143000" y="295275"/>
                </a:moveTo>
                <a:lnTo>
                  <a:pt x="1152525" y="295275"/>
                </a:lnTo>
                <a:lnTo>
                  <a:pt x="1152525" y="304800"/>
                </a:lnTo>
                <a:lnTo>
                  <a:pt x="1143000" y="304800"/>
                </a:lnTo>
                <a:close/>
                <a:moveTo>
                  <a:pt x="752475" y="304800"/>
                </a:moveTo>
                <a:lnTo>
                  <a:pt x="1114425" y="304800"/>
                </a:lnTo>
                <a:lnTo>
                  <a:pt x="1114425" y="314325"/>
                </a:lnTo>
                <a:lnTo>
                  <a:pt x="752475" y="314325"/>
                </a:lnTo>
                <a:close/>
                <a:moveTo>
                  <a:pt x="1743075" y="304800"/>
                </a:moveTo>
                <a:lnTo>
                  <a:pt x="1752600" y="304800"/>
                </a:lnTo>
                <a:lnTo>
                  <a:pt x="1752600" y="323850"/>
                </a:lnTo>
                <a:lnTo>
                  <a:pt x="1743075" y="323850"/>
                </a:lnTo>
                <a:close/>
                <a:moveTo>
                  <a:pt x="104775" y="314325"/>
                </a:moveTo>
                <a:lnTo>
                  <a:pt x="114300" y="314325"/>
                </a:lnTo>
                <a:lnTo>
                  <a:pt x="114300" y="342900"/>
                </a:lnTo>
                <a:lnTo>
                  <a:pt x="104775" y="342900"/>
                </a:lnTo>
                <a:close/>
                <a:moveTo>
                  <a:pt x="1752600" y="400050"/>
                </a:moveTo>
                <a:lnTo>
                  <a:pt x="1762125" y="400050"/>
                </a:lnTo>
                <a:lnTo>
                  <a:pt x="1762125" y="3524250"/>
                </a:lnTo>
                <a:lnTo>
                  <a:pt x="1752600" y="3524250"/>
                </a:lnTo>
                <a:close/>
                <a:moveTo>
                  <a:pt x="257175" y="1162050"/>
                </a:moveTo>
                <a:lnTo>
                  <a:pt x="666750" y="1162050"/>
                </a:lnTo>
                <a:lnTo>
                  <a:pt x="666750" y="1171575"/>
                </a:lnTo>
                <a:lnTo>
                  <a:pt x="676275" y="1171575"/>
                </a:lnTo>
                <a:lnTo>
                  <a:pt x="676275" y="1181100"/>
                </a:lnTo>
                <a:lnTo>
                  <a:pt x="685800" y="1181100"/>
                </a:lnTo>
                <a:lnTo>
                  <a:pt x="685800" y="1190625"/>
                </a:lnTo>
                <a:lnTo>
                  <a:pt x="695325" y="1190625"/>
                </a:lnTo>
                <a:lnTo>
                  <a:pt x="695325" y="1304925"/>
                </a:lnTo>
                <a:lnTo>
                  <a:pt x="685800" y="1304925"/>
                </a:lnTo>
                <a:lnTo>
                  <a:pt x="685800" y="1314450"/>
                </a:lnTo>
                <a:lnTo>
                  <a:pt x="676275" y="1314450"/>
                </a:lnTo>
                <a:lnTo>
                  <a:pt x="676275" y="1323975"/>
                </a:lnTo>
                <a:lnTo>
                  <a:pt x="247650" y="1323975"/>
                </a:lnTo>
                <a:lnTo>
                  <a:pt x="247650" y="1314450"/>
                </a:lnTo>
                <a:lnTo>
                  <a:pt x="238125" y="1314450"/>
                </a:lnTo>
                <a:lnTo>
                  <a:pt x="238125" y="1304925"/>
                </a:lnTo>
                <a:lnTo>
                  <a:pt x="228600" y="1304925"/>
                </a:lnTo>
                <a:lnTo>
                  <a:pt x="228600" y="1181100"/>
                </a:lnTo>
                <a:lnTo>
                  <a:pt x="238125" y="1181100"/>
                </a:lnTo>
                <a:lnTo>
                  <a:pt x="238125" y="1171575"/>
                </a:lnTo>
                <a:lnTo>
                  <a:pt x="257175" y="1171575"/>
                </a:lnTo>
                <a:close/>
                <a:moveTo>
                  <a:pt x="390525" y="1238250"/>
                </a:moveTo>
                <a:lnTo>
                  <a:pt x="400050" y="1238250"/>
                </a:lnTo>
                <a:lnTo>
                  <a:pt x="400050" y="1228725"/>
                </a:lnTo>
                <a:lnTo>
                  <a:pt x="390525" y="1228725"/>
                </a:lnTo>
                <a:lnTo>
                  <a:pt x="390525" y="1219200"/>
                </a:lnTo>
                <a:lnTo>
                  <a:pt x="381000" y="1219200"/>
                </a:lnTo>
                <a:lnTo>
                  <a:pt x="381000" y="1228725"/>
                </a:lnTo>
                <a:lnTo>
                  <a:pt x="371475" y="1228725"/>
                </a:lnTo>
                <a:lnTo>
                  <a:pt x="371475" y="1247775"/>
                </a:lnTo>
                <a:lnTo>
                  <a:pt x="361950" y="1247775"/>
                </a:lnTo>
                <a:lnTo>
                  <a:pt x="361950" y="1257300"/>
                </a:lnTo>
                <a:lnTo>
                  <a:pt x="371475" y="1257300"/>
                </a:lnTo>
                <a:lnTo>
                  <a:pt x="371475" y="1266825"/>
                </a:lnTo>
                <a:lnTo>
                  <a:pt x="390525" y="1266825"/>
                </a:lnTo>
                <a:lnTo>
                  <a:pt x="390525" y="1257300"/>
                </a:lnTo>
                <a:lnTo>
                  <a:pt x="400050" y="1257300"/>
                </a:lnTo>
                <a:lnTo>
                  <a:pt x="400050" y="1247775"/>
                </a:lnTo>
                <a:lnTo>
                  <a:pt x="390525" y="1247775"/>
                </a:lnTo>
                <a:close/>
                <a:moveTo>
                  <a:pt x="447675" y="1257300"/>
                </a:moveTo>
                <a:lnTo>
                  <a:pt x="561975" y="1257300"/>
                </a:lnTo>
                <a:lnTo>
                  <a:pt x="561975" y="1238250"/>
                </a:lnTo>
                <a:lnTo>
                  <a:pt x="552450" y="1238250"/>
                </a:lnTo>
                <a:lnTo>
                  <a:pt x="552450" y="1228725"/>
                </a:lnTo>
                <a:lnTo>
                  <a:pt x="533400" y="1228725"/>
                </a:lnTo>
                <a:lnTo>
                  <a:pt x="533400" y="1238250"/>
                </a:lnTo>
                <a:lnTo>
                  <a:pt x="523875" y="1238250"/>
                </a:lnTo>
                <a:lnTo>
                  <a:pt x="523875" y="1228725"/>
                </a:lnTo>
                <a:lnTo>
                  <a:pt x="447675" y="1228725"/>
                </a:lnTo>
                <a:close/>
                <a:moveTo>
                  <a:pt x="733425" y="2647950"/>
                </a:moveTo>
                <a:lnTo>
                  <a:pt x="742950" y="2647950"/>
                </a:lnTo>
                <a:lnTo>
                  <a:pt x="742950" y="2657475"/>
                </a:lnTo>
                <a:lnTo>
                  <a:pt x="733425" y="2657475"/>
                </a:lnTo>
                <a:close/>
                <a:moveTo>
                  <a:pt x="104775" y="3514725"/>
                </a:moveTo>
                <a:lnTo>
                  <a:pt x="114300" y="3514725"/>
                </a:lnTo>
                <a:lnTo>
                  <a:pt x="114300" y="3552825"/>
                </a:lnTo>
                <a:lnTo>
                  <a:pt x="104775" y="3552825"/>
                </a:lnTo>
                <a:close/>
                <a:moveTo>
                  <a:pt x="66675" y="3571875"/>
                </a:moveTo>
                <a:lnTo>
                  <a:pt x="76200" y="3571875"/>
                </a:lnTo>
                <a:lnTo>
                  <a:pt x="76200" y="3609975"/>
                </a:lnTo>
                <a:lnTo>
                  <a:pt x="85725" y="3609975"/>
                </a:lnTo>
                <a:lnTo>
                  <a:pt x="85725" y="3638550"/>
                </a:lnTo>
                <a:lnTo>
                  <a:pt x="95250" y="3638550"/>
                </a:lnTo>
                <a:lnTo>
                  <a:pt x="95250" y="3657600"/>
                </a:lnTo>
                <a:lnTo>
                  <a:pt x="104775" y="3657600"/>
                </a:lnTo>
                <a:lnTo>
                  <a:pt x="104775" y="3676650"/>
                </a:lnTo>
                <a:lnTo>
                  <a:pt x="114300" y="3676650"/>
                </a:lnTo>
                <a:lnTo>
                  <a:pt x="114300" y="3695700"/>
                </a:lnTo>
                <a:lnTo>
                  <a:pt x="123825" y="3695700"/>
                </a:lnTo>
                <a:lnTo>
                  <a:pt x="123825" y="3705225"/>
                </a:lnTo>
                <a:lnTo>
                  <a:pt x="133350" y="3705225"/>
                </a:lnTo>
                <a:lnTo>
                  <a:pt x="133350" y="3724275"/>
                </a:lnTo>
                <a:lnTo>
                  <a:pt x="142875" y="3724275"/>
                </a:lnTo>
                <a:lnTo>
                  <a:pt x="142875" y="3733800"/>
                </a:lnTo>
                <a:lnTo>
                  <a:pt x="152400" y="3733800"/>
                </a:lnTo>
                <a:lnTo>
                  <a:pt x="152400" y="3743325"/>
                </a:lnTo>
                <a:lnTo>
                  <a:pt x="161925" y="3743325"/>
                </a:lnTo>
                <a:lnTo>
                  <a:pt x="161925" y="3752850"/>
                </a:lnTo>
                <a:lnTo>
                  <a:pt x="171450" y="3752850"/>
                </a:lnTo>
                <a:lnTo>
                  <a:pt x="171450" y="3762375"/>
                </a:lnTo>
                <a:lnTo>
                  <a:pt x="180975" y="3762375"/>
                </a:lnTo>
                <a:lnTo>
                  <a:pt x="180975" y="3771900"/>
                </a:lnTo>
                <a:lnTo>
                  <a:pt x="190500" y="3771900"/>
                </a:lnTo>
                <a:lnTo>
                  <a:pt x="190500" y="3781425"/>
                </a:lnTo>
                <a:lnTo>
                  <a:pt x="209550" y="3781425"/>
                </a:lnTo>
                <a:lnTo>
                  <a:pt x="209550" y="3790950"/>
                </a:lnTo>
                <a:lnTo>
                  <a:pt x="228600" y="3790950"/>
                </a:lnTo>
                <a:lnTo>
                  <a:pt x="228600" y="3800475"/>
                </a:lnTo>
                <a:lnTo>
                  <a:pt x="247650" y="3800475"/>
                </a:lnTo>
                <a:lnTo>
                  <a:pt x="247650" y="3810000"/>
                </a:lnTo>
                <a:lnTo>
                  <a:pt x="276225" y="3810000"/>
                </a:lnTo>
                <a:lnTo>
                  <a:pt x="276225" y="3819525"/>
                </a:lnTo>
                <a:lnTo>
                  <a:pt x="342900" y="3819525"/>
                </a:lnTo>
                <a:lnTo>
                  <a:pt x="342900" y="3829050"/>
                </a:lnTo>
                <a:lnTo>
                  <a:pt x="1543050" y="3829050"/>
                </a:lnTo>
                <a:lnTo>
                  <a:pt x="1543050" y="3819525"/>
                </a:lnTo>
                <a:lnTo>
                  <a:pt x="1590675" y="3819525"/>
                </a:lnTo>
                <a:lnTo>
                  <a:pt x="1590675" y="3810000"/>
                </a:lnTo>
                <a:lnTo>
                  <a:pt x="1619250" y="3810000"/>
                </a:lnTo>
                <a:lnTo>
                  <a:pt x="1619250" y="3800475"/>
                </a:lnTo>
                <a:lnTo>
                  <a:pt x="1638300" y="3800475"/>
                </a:lnTo>
                <a:lnTo>
                  <a:pt x="1638300" y="3790950"/>
                </a:lnTo>
                <a:lnTo>
                  <a:pt x="1657350" y="3790950"/>
                </a:lnTo>
                <a:lnTo>
                  <a:pt x="1657350" y="3781425"/>
                </a:lnTo>
                <a:lnTo>
                  <a:pt x="1676400" y="3781425"/>
                </a:lnTo>
                <a:lnTo>
                  <a:pt x="1676400" y="3771900"/>
                </a:lnTo>
                <a:lnTo>
                  <a:pt x="1685925" y="3771900"/>
                </a:lnTo>
                <a:lnTo>
                  <a:pt x="1685925" y="3762375"/>
                </a:lnTo>
                <a:lnTo>
                  <a:pt x="1695450" y="3762375"/>
                </a:lnTo>
                <a:lnTo>
                  <a:pt x="1695450" y="3752850"/>
                </a:lnTo>
                <a:lnTo>
                  <a:pt x="1704975" y="3752850"/>
                </a:lnTo>
                <a:lnTo>
                  <a:pt x="1704975" y="3743325"/>
                </a:lnTo>
                <a:lnTo>
                  <a:pt x="1714500" y="3743325"/>
                </a:lnTo>
                <a:lnTo>
                  <a:pt x="1714500" y="3733800"/>
                </a:lnTo>
                <a:lnTo>
                  <a:pt x="1724025" y="3733800"/>
                </a:lnTo>
                <a:lnTo>
                  <a:pt x="1724025" y="3724275"/>
                </a:lnTo>
                <a:lnTo>
                  <a:pt x="1733550" y="3724275"/>
                </a:lnTo>
                <a:lnTo>
                  <a:pt x="1733550" y="3714750"/>
                </a:lnTo>
                <a:lnTo>
                  <a:pt x="1743075" y="3714750"/>
                </a:lnTo>
                <a:lnTo>
                  <a:pt x="1743075" y="3705225"/>
                </a:lnTo>
                <a:lnTo>
                  <a:pt x="1752600" y="3705225"/>
                </a:lnTo>
                <a:lnTo>
                  <a:pt x="1752600" y="3686175"/>
                </a:lnTo>
                <a:lnTo>
                  <a:pt x="1762125" y="3686175"/>
                </a:lnTo>
                <a:lnTo>
                  <a:pt x="1762125" y="3657600"/>
                </a:lnTo>
                <a:lnTo>
                  <a:pt x="1771650" y="3657600"/>
                </a:lnTo>
                <a:lnTo>
                  <a:pt x="1771650" y="3629025"/>
                </a:lnTo>
                <a:lnTo>
                  <a:pt x="1781175" y="3629025"/>
                </a:lnTo>
                <a:lnTo>
                  <a:pt x="1781175" y="3571875"/>
                </a:lnTo>
                <a:lnTo>
                  <a:pt x="1790700" y="3571875"/>
                </a:lnTo>
                <a:lnTo>
                  <a:pt x="1790700" y="323850"/>
                </a:lnTo>
                <a:lnTo>
                  <a:pt x="1781175" y="323850"/>
                </a:lnTo>
                <a:lnTo>
                  <a:pt x="1781175" y="285750"/>
                </a:lnTo>
                <a:lnTo>
                  <a:pt x="1771650" y="285750"/>
                </a:lnTo>
                <a:lnTo>
                  <a:pt x="1771650" y="247650"/>
                </a:lnTo>
                <a:lnTo>
                  <a:pt x="1762125" y="247650"/>
                </a:lnTo>
                <a:lnTo>
                  <a:pt x="1762125" y="228600"/>
                </a:lnTo>
                <a:lnTo>
                  <a:pt x="1752600" y="228600"/>
                </a:lnTo>
                <a:lnTo>
                  <a:pt x="1752600" y="200025"/>
                </a:lnTo>
                <a:lnTo>
                  <a:pt x="1743075" y="200025"/>
                </a:lnTo>
                <a:lnTo>
                  <a:pt x="1743075" y="190500"/>
                </a:lnTo>
                <a:lnTo>
                  <a:pt x="1733550" y="190500"/>
                </a:lnTo>
                <a:lnTo>
                  <a:pt x="1733550" y="171450"/>
                </a:lnTo>
                <a:lnTo>
                  <a:pt x="1724025" y="171450"/>
                </a:lnTo>
                <a:lnTo>
                  <a:pt x="1724025" y="161925"/>
                </a:lnTo>
                <a:lnTo>
                  <a:pt x="1714500" y="161925"/>
                </a:lnTo>
                <a:lnTo>
                  <a:pt x="1714500" y="152400"/>
                </a:lnTo>
                <a:lnTo>
                  <a:pt x="1704975" y="152400"/>
                </a:lnTo>
                <a:lnTo>
                  <a:pt x="1704975" y="142875"/>
                </a:lnTo>
                <a:lnTo>
                  <a:pt x="1695450" y="142875"/>
                </a:lnTo>
                <a:lnTo>
                  <a:pt x="1695450" y="133350"/>
                </a:lnTo>
                <a:lnTo>
                  <a:pt x="1685925" y="133350"/>
                </a:lnTo>
                <a:lnTo>
                  <a:pt x="1685925" y="123825"/>
                </a:lnTo>
                <a:lnTo>
                  <a:pt x="1666875" y="123825"/>
                </a:lnTo>
                <a:lnTo>
                  <a:pt x="1666875" y="114300"/>
                </a:lnTo>
                <a:lnTo>
                  <a:pt x="1647825" y="114300"/>
                </a:lnTo>
                <a:lnTo>
                  <a:pt x="1647825" y="104775"/>
                </a:lnTo>
                <a:lnTo>
                  <a:pt x="1628775" y="104775"/>
                </a:lnTo>
                <a:lnTo>
                  <a:pt x="1628775" y="95250"/>
                </a:lnTo>
                <a:lnTo>
                  <a:pt x="1609725" y="95250"/>
                </a:lnTo>
                <a:lnTo>
                  <a:pt x="1609725" y="85725"/>
                </a:lnTo>
                <a:lnTo>
                  <a:pt x="1581150" y="85725"/>
                </a:lnTo>
                <a:lnTo>
                  <a:pt x="1581150" y="76200"/>
                </a:lnTo>
                <a:lnTo>
                  <a:pt x="1533525" y="76200"/>
                </a:lnTo>
                <a:lnTo>
                  <a:pt x="1533525" y="66675"/>
                </a:lnTo>
                <a:lnTo>
                  <a:pt x="323850" y="66675"/>
                </a:lnTo>
                <a:lnTo>
                  <a:pt x="323850" y="76200"/>
                </a:lnTo>
                <a:lnTo>
                  <a:pt x="276225" y="76200"/>
                </a:lnTo>
                <a:lnTo>
                  <a:pt x="276225" y="85725"/>
                </a:lnTo>
                <a:lnTo>
                  <a:pt x="247650" y="85725"/>
                </a:lnTo>
                <a:lnTo>
                  <a:pt x="247650" y="95250"/>
                </a:lnTo>
                <a:lnTo>
                  <a:pt x="228600" y="95250"/>
                </a:lnTo>
                <a:lnTo>
                  <a:pt x="228600" y="104775"/>
                </a:lnTo>
                <a:lnTo>
                  <a:pt x="209550" y="104775"/>
                </a:lnTo>
                <a:lnTo>
                  <a:pt x="209550" y="114300"/>
                </a:lnTo>
                <a:lnTo>
                  <a:pt x="190500" y="114300"/>
                </a:lnTo>
                <a:lnTo>
                  <a:pt x="190500" y="123825"/>
                </a:lnTo>
                <a:lnTo>
                  <a:pt x="180975" y="123825"/>
                </a:lnTo>
                <a:lnTo>
                  <a:pt x="180975" y="133350"/>
                </a:lnTo>
                <a:lnTo>
                  <a:pt x="171450" y="133350"/>
                </a:lnTo>
                <a:lnTo>
                  <a:pt x="171450" y="142875"/>
                </a:lnTo>
                <a:lnTo>
                  <a:pt x="161925" y="142875"/>
                </a:lnTo>
                <a:lnTo>
                  <a:pt x="161925" y="152400"/>
                </a:lnTo>
                <a:lnTo>
                  <a:pt x="152400" y="152400"/>
                </a:lnTo>
                <a:lnTo>
                  <a:pt x="152400" y="161925"/>
                </a:lnTo>
                <a:lnTo>
                  <a:pt x="142875" y="161925"/>
                </a:lnTo>
                <a:lnTo>
                  <a:pt x="142875" y="171450"/>
                </a:lnTo>
                <a:lnTo>
                  <a:pt x="133350" y="171450"/>
                </a:lnTo>
                <a:lnTo>
                  <a:pt x="133350" y="180975"/>
                </a:lnTo>
                <a:lnTo>
                  <a:pt x="123825" y="180975"/>
                </a:lnTo>
                <a:lnTo>
                  <a:pt x="123825" y="200025"/>
                </a:lnTo>
                <a:lnTo>
                  <a:pt x="114300" y="200025"/>
                </a:lnTo>
                <a:lnTo>
                  <a:pt x="114300" y="219075"/>
                </a:lnTo>
                <a:lnTo>
                  <a:pt x="104775" y="219075"/>
                </a:lnTo>
                <a:lnTo>
                  <a:pt x="104775" y="238125"/>
                </a:lnTo>
                <a:lnTo>
                  <a:pt x="95250" y="238125"/>
                </a:lnTo>
                <a:lnTo>
                  <a:pt x="95250" y="257175"/>
                </a:lnTo>
                <a:lnTo>
                  <a:pt x="85725" y="257175"/>
                </a:lnTo>
                <a:lnTo>
                  <a:pt x="85725" y="285750"/>
                </a:lnTo>
                <a:lnTo>
                  <a:pt x="76200" y="285750"/>
                </a:lnTo>
                <a:lnTo>
                  <a:pt x="76200" y="323850"/>
                </a:lnTo>
                <a:lnTo>
                  <a:pt x="66675" y="323850"/>
                </a:lnTo>
                <a:close/>
                <a:moveTo>
                  <a:pt x="1743075" y="3571875"/>
                </a:moveTo>
                <a:lnTo>
                  <a:pt x="1752600" y="3571875"/>
                </a:lnTo>
                <a:lnTo>
                  <a:pt x="1752600" y="3590925"/>
                </a:lnTo>
                <a:lnTo>
                  <a:pt x="1743075" y="3590925"/>
                </a:lnTo>
                <a:close/>
                <a:moveTo>
                  <a:pt x="114300" y="3581400"/>
                </a:moveTo>
                <a:lnTo>
                  <a:pt x="123825" y="3581400"/>
                </a:lnTo>
                <a:lnTo>
                  <a:pt x="123825" y="3600450"/>
                </a:lnTo>
                <a:lnTo>
                  <a:pt x="114300" y="3600450"/>
                </a:lnTo>
                <a:close/>
                <a:moveTo>
                  <a:pt x="1733550" y="3609975"/>
                </a:moveTo>
                <a:lnTo>
                  <a:pt x="1743075" y="3609975"/>
                </a:lnTo>
                <a:lnTo>
                  <a:pt x="1743075" y="3629025"/>
                </a:lnTo>
                <a:lnTo>
                  <a:pt x="1733550" y="3629025"/>
                </a:lnTo>
                <a:close/>
                <a:moveTo>
                  <a:pt x="123825" y="3619500"/>
                </a:moveTo>
                <a:lnTo>
                  <a:pt x="133350" y="3619500"/>
                </a:lnTo>
                <a:lnTo>
                  <a:pt x="133350" y="3629025"/>
                </a:lnTo>
                <a:lnTo>
                  <a:pt x="123825" y="3629025"/>
                </a:lnTo>
                <a:close/>
                <a:moveTo>
                  <a:pt x="1724025" y="3638550"/>
                </a:moveTo>
                <a:lnTo>
                  <a:pt x="1733550" y="3638550"/>
                </a:lnTo>
                <a:lnTo>
                  <a:pt x="1733550" y="3648075"/>
                </a:lnTo>
                <a:lnTo>
                  <a:pt x="1724025" y="3648075"/>
                </a:lnTo>
                <a:close/>
                <a:moveTo>
                  <a:pt x="142875" y="3657600"/>
                </a:moveTo>
                <a:lnTo>
                  <a:pt x="152400" y="3657600"/>
                </a:lnTo>
                <a:lnTo>
                  <a:pt x="152400" y="3667125"/>
                </a:lnTo>
                <a:lnTo>
                  <a:pt x="142875" y="3667125"/>
                </a:lnTo>
                <a:close/>
                <a:moveTo>
                  <a:pt x="1714500" y="3657600"/>
                </a:moveTo>
                <a:lnTo>
                  <a:pt x="1724025" y="3657600"/>
                </a:lnTo>
                <a:lnTo>
                  <a:pt x="1724025" y="3667125"/>
                </a:lnTo>
                <a:lnTo>
                  <a:pt x="1714500" y="3667125"/>
                </a:lnTo>
                <a:close/>
                <a:moveTo>
                  <a:pt x="152400" y="3676650"/>
                </a:moveTo>
                <a:lnTo>
                  <a:pt x="161925" y="3676650"/>
                </a:lnTo>
                <a:lnTo>
                  <a:pt x="161925" y="3686175"/>
                </a:lnTo>
                <a:lnTo>
                  <a:pt x="152400" y="3686175"/>
                </a:lnTo>
                <a:close/>
                <a:moveTo>
                  <a:pt x="1704975" y="3676650"/>
                </a:moveTo>
                <a:lnTo>
                  <a:pt x="1714500" y="3676650"/>
                </a:lnTo>
                <a:lnTo>
                  <a:pt x="1714500" y="3686175"/>
                </a:lnTo>
                <a:lnTo>
                  <a:pt x="1704975" y="3686175"/>
                </a:lnTo>
                <a:close/>
                <a:moveTo>
                  <a:pt x="161925" y="3686175"/>
                </a:moveTo>
                <a:lnTo>
                  <a:pt x="171450" y="3686175"/>
                </a:lnTo>
                <a:lnTo>
                  <a:pt x="171450" y="3695700"/>
                </a:lnTo>
                <a:lnTo>
                  <a:pt x="161925" y="3695700"/>
                </a:lnTo>
                <a:close/>
                <a:moveTo>
                  <a:pt x="1695450" y="3686175"/>
                </a:moveTo>
                <a:lnTo>
                  <a:pt x="1704975" y="3686175"/>
                </a:lnTo>
                <a:lnTo>
                  <a:pt x="1704975" y="3695700"/>
                </a:lnTo>
                <a:lnTo>
                  <a:pt x="1695450" y="3695700"/>
                </a:lnTo>
                <a:close/>
                <a:moveTo>
                  <a:pt x="1685925" y="3695700"/>
                </a:moveTo>
                <a:lnTo>
                  <a:pt x="1695450" y="3695700"/>
                </a:lnTo>
                <a:lnTo>
                  <a:pt x="1695450" y="3705225"/>
                </a:lnTo>
                <a:lnTo>
                  <a:pt x="1685925" y="3705225"/>
                </a:lnTo>
                <a:close/>
                <a:moveTo>
                  <a:pt x="209550" y="3733800"/>
                </a:moveTo>
                <a:lnTo>
                  <a:pt x="219075" y="3733800"/>
                </a:lnTo>
                <a:lnTo>
                  <a:pt x="219075" y="3743325"/>
                </a:lnTo>
                <a:lnTo>
                  <a:pt x="209550" y="3743325"/>
                </a:lnTo>
                <a:close/>
                <a:moveTo>
                  <a:pt x="1647825" y="3733800"/>
                </a:moveTo>
                <a:lnTo>
                  <a:pt x="1657350" y="3733800"/>
                </a:lnTo>
                <a:lnTo>
                  <a:pt x="1657350" y="3743325"/>
                </a:lnTo>
                <a:lnTo>
                  <a:pt x="1647825" y="3743325"/>
                </a:lnTo>
                <a:close/>
                <a:moveTo>
                  <a:pt x="1638300" y="3743325"/>
                </a:moveTo>
                <a:lnTo>
                  <a:pt x="1647825" y="3743325"/>
                </a:lnTo>
                <a:lnTo>
                  <a:pt x="1647825" y="3752850"/>
                </a:lnTo>
                <a:lnTo>
                  <a:pt x="1638300" y="3752850"/>
                </a:lnTo>
                <a:close/>
                <a:moveTo>
                  <a:pt x="238125" y="3752850"/>
                </a:moveTo>
                <a:lnTo>
                  <a:pt x="247650" y="3752850"/>
                </a:lnTo>
                <a:lnTo>
                  <a:pt x="247650" y="3762375"/>
                </a:lnTo>
                <a:lnTo>
                  <a:pt x="238125" y="3762375"/>
                </a:lnTo>
                <a:close/>
                <a:moveTo>
                  <a:pt x="1619250" y="3752850"/>
                </a:moveTo>
                <a:lnTo>
                  <a:pt x="1628775" y="3752850"/>
                </a:lnTo>
                <a:lnTo>
                  <a:pt x="1628775" y="3762375"/>
                </a:lnTo>
                <a:lnTo>
                  <a:pt x="1619250" y="3762375"/>
                </a:lnTo>
                <a:close/>
                <a:moveTo>
                  <a:pt x="257175" y="3762375"/>
                </a:moveTo>
                <a:lnTo>
                  <a:pt x="276225" y="3762375"/>
                </a:lnTo>
                <a:lnTo>
                  <a:pt x="276225" y="3771900"/>
                </a:lnTo>
                <a:lnTo>
                  <a:pt x="257175" y="3771900"/>
                </a:lnTo>
                <a:close/>
                <a:moveTo>
                  <a:pt x="1600200" y="3762375"/>
                </a:moveTo>
                <a:lnTo>
                  <a:pt x="1609725" y="3762375"/>
                </a:lnTo>
                <a:lnTo>
                  <a:pt x="1609725" y="3771900"/>
                </a:lnTo>
                <a:lnTo>
                  <a:pt x="1600200" y="3771900"/>
                </a:lnTo>
                <a:close/>
                <a:moveTo>
                  <a:pt x="295275" y="3771900"/>
                </a:moveTo>
                <a:lnTo>
                  <a:pt x="304800" y="3771900"/>
                </a:lnTo>
                <a:lnTo>
                  <a:pt x="304800" y="3781425"/>
                </a:lnTo>
                <a:lnTo>
                  <a:pt x="295275" y="3781425"/>
                </a:lnTo>
                <a:close/>
                <a:moveTo>
                  <a:pt x="1562100" y="3771900"/>
                </a:moveTo>
                <a:lnTo>
                  <a:pt x="1581150" y="3771900"/>
                </a:lnTo>
                <a:lnTo>
                  <a:pt x="1581150" y="3781425"/>
                </a:lnTo>
                <a:lnTo>
                  <a:pt x="1562100" y="3781425"/>
                </a:lnTo>
                <a:close/>
                <a:moveTo>
                  <a:pt x="342900" y="3781425"/>
                </a:moveTo>
                <a:lnTo>
                  <a:pt x="371475" y="3781425"/>
                </a:lnTo>
                <a:lnTo>
                  <a:pt x="371475" y="3790950"/>
                </a:lnTo>
                <a:lnTo>
                  <a:pt x="342900" y="3790950"/>
                </a:lnTo>
                <a:close/>
                <a:moveTo>
                  <a:pt x="1504950" y="3781425"/>
                </a:moveTo>
                <a:lnTo>
                  <a:pt x="1533525" y="3781425"/>
                </a:lnTo>
                <a:lnTo>
                  <a:pt x="1533525" y="3790950"/>
                </a:lnTo>
                <a:lnTo>
                  <a:pt x="1504950" y="3790950"/>
                </a:lnTo>
                <a:close/>
              </a:path>
            </a:pathLst>
          </a:custGeom>
          <a:solidFill xmlns:a="http://schemas.openxmlformats.org/drawingml/2006/main">
            <a:srgbClr val="262826"/>
          </a:solidFill>
          <a:ln xmlns:a="http://schemas.openxmlformats.org/drawingml/2006/main" w="0">
            <a:noFill/>
          </a:ln>
        </p:spPr>
      </p:sp>
      <p:sp>
        <p:nvSpPr>
          <p:cNvPr id="49" name="phone4 vector #020302">
            <a:extLst xmlns:a="http://schemas.openxmlformats.org/drawingml/2006/main">
              <a:ext uri="{FF2B5EF4-FFF2-40B4-BE49-F238E27FC236}">
                <a16:creationId xmlns:a16="http://schemas.microsoft.com/office/drawing/2014/main" id="{E1E3D517-1BA0-4BF3-BC76-88BB881E0D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3552825" y="1866900"/>
            <a:ext cx="2181225" cy="4581525"/>
          </a:xfrm>
          <a:custGeom xmlns:a="http://schemas.openxmlformats.org/drawingml/2006/main">
            <a:pathLst>
              <a:path w="1847850" h="3886200">
                <a:moveTo>
                  <a:pt x="323850" y="66675"/>
                </a:moveTo>
                <a:lnTo>
                  <a:pt x="1533525" y="66675"/>
                </a:lnTo>
                <a:lnTo>
                  <a:pt x="1533525" y="76200"/>
                </a:lnTo>
                <a:lnTo>
                  <a:pt x="1581150" y="76200"/>
                </a:lnTo>
                <a:lnTo>
                  <a:pt x="1581150" y="85725"/>
                </a:lnTo>
                <a:lnTo>
                  <a:pt x="1609725" y="85725"/>
                </a:lnTo>
                <a:lnTo>
                  <a:pt x="1609725" y="95250"/>
                </a:lnTo>
                <a:lnTo>
                  <a:pt x="1628775" y="95250"/>
                </a:lnTo>
                <a:lnTo>
                  <a:pt x="1628775" y="104775"/>
                </a:lnTo>
                <a:lnTo>
                  <a:pt x="1647825" y="104775"/>
                </a:lnTo>
                <a:lnTo>
                  <a:pt x="1647825" y="114300"/>
                </a:lnTo>
                <a:lnTo>
                  <a:pt x="1666875" y="114300"/>
                </a:lnTo>
                <a:lnTo>
                  <a:pt x="1666875" y="123825"/>
                </a:lnTo>
                <a:lnTo>
                  <a:pt x="1685925" y="123825"/>
                </a:lnTo>
                <a:lnTo>
                  <a:pt x="1685925" y="133350"/>
                </a:lnTo>
                <a:lnTo>
                  <a:pt x="1695450" y="133350"/>
                </a:lnTo>
                <a:lnTo>
                  <a:pt x="1695450" y="142875"/>
                </a:lnTo>
                <a:lnTo>
                  <a:pt x="1704975" y="142875"/>
                </a:lnTo>
                <a:lnTo>
                  <a:pt x="1704975" y="152400"/>
                </a:lnTo>
                <a:lnTo>
                  <a:pt x="1714500" y="152400"/>
                </a:lnTo>
                <a:lnTo>
                  <a:pt x="1714500" y="161925"/>
                </a:lnTo>
                <a:lnTo>
                  <a:pt x="1724025" y="161925"/>
                </a:lnTo>
                <a:lnTo>
                  <a:pt x="1724025" y="171450"/>
                </a:lnTo>
                <a:lnTo>
                  <a:pt x="1733550" y="171450"/>
                </a:lnTo>
                <a:lnTo>
                  <a:pt x="1733550" y="190500"/>
                </a:lnTo>
                <a:lnTo>
                  <a:pt x="1743075" y="190500"/>
                </a:lnTo>
                <a:lnTo>
                  <a:pt x="1743075" y="200025"/>
                </a:lnTo>
                <a:lnTo>
                  <a:pt x="1752600" y="200025"/>
                </a:lnTo>
                <a:lnTo>
                  <a:pt x="1752600" y="228600"/>
                </a:lnTo>
                <a:lnTo>
                  <a:pt x="1762125" y="228600"/>
                </a:lnTo>
                <a:lnTo>
                  <a:pt x="1762125" y="247650"/>
                </a:lnTo>
                <a:lnTo>
                  <a:pt x="1771650" y="247650"/>
                </a:lnTo>
                <a:lnTo>
                  <a:pt x="1771650" y="285750"/>
                </a:lnTo>
                <a:lnTo>
                  <a:pt x="1781175" y="285750"/>
                </a:lnTo>
                <a:lnTo>
                  <a:pt x="1781175" y="323850"/>
                </a:lnTo>
                <a:lnTo>
                  <a:pt x="1790700" y="323850"/>
                </a:lnTo>
                <a:lnTo>
                  <a:pt x="1790700" y="3571875"/>
                </a:lnTo>
                <a:lnTo>
                  <a:pt x="1781175" y="3571875"/>
                </a:lnTo>
                <a:lnTo>
                  <a:pt x="1781175" y="3629025"/>
                </a:lnTo>
                <a:lnTo>
                  <a:pt x="1771650" y="3629025"/>
                </a:lnTo>
                <a:lnTo>
                  <a:pt x="1771650" y="3657600"/>
                </a:lnTo>
                <a:lnTo>
                  <a:pt x="1762125" y="3657600"/>
                </a:lnTo>
                <a:lnTo>
                  <a:pt x="1762125" y="3686175"/>
                </a:lnTo>
                <a:lnTo>
                  <a:pt x="1752600" y="3686175"/>
                </a:lnTo>
                <a:lnTo>
                  <a:pt x="1752600" y="3705225"/>
                </a:lnTo>
                <a:lnTo>
                  <a:pt x="1743075" y="3705225"/>
                </a:lnTo>
                <a:lnTo>
                  <a:pt x="1743075" y="3714750"/>
                </a:lnTo>
                <a:lnTo>
                  <a:pt x="1733550" y="3714750"/>
                </a:lnTo>
                <a:lnTo>
                  <a:pt x="1733550" y="3724275"/>
                </a:lnTo>
                <a:lnTo>
                  <a:pt x="1724025" y="3724275"/>
                </a:lnTo>
                <a:lnTo>
                  <a:pt x="1724025" y="3733800"/>
                </a:lnTo>
                <a:lnTo>
                  <a:pt x="1714500" y="3733800"/>
                </a:lnTo>
                <a:lnTo>
                  <a:pt x="1714500" y="3743325"/>
                </a:lnTo>
                <a:lnTo>
                  <a:pt x="1704975" y="3743325"/>
                </a:lnTo>
                <a:lnTo>
                  <a:pt x="1704975" y="3752850"/>
                </a:lnTo>
                <a:lnTo>
                  <a:pt x="1695450" y="3752850"/>
                </a:lnTo>
                <a:lnTo>
                  <a:pt x="1695450" y="3762375"/>
                </a:lnTo>
                <a:lnTo>
                  <a:pt x="1685925" y="3762375"/>
                </a:lnTo>
                <a:lnTo>
                  <a:pt x="1685925" y="3771900"/>
                </a:lnTo>
                <a:lnTo>
                  <a:pt x="1676400" y="3771900"/>
                </a:lnTo>
                <a:lnTo>
                  <a:pt x="1676400" y="3781425"/>
                </a:lnTo>
                <a:lnTo>
                  <a:pt x="1657350" y="3781425"/>
                </a:lnTo>
                <a:lnTo>
                  <a:pt x="1657350" y="3790950"/>
                </a:lnTo>
                <a:lnTo>
                  <a:pt x="1638300" y="3790950"/>
                </a:lnTo>
                <a:lnTo>
                  <a:pt x="1638300" y="3800475"/>
                </a:lnTo>
                <a:lnTo>
                  <a:pt x="1619250" y="3800475"/>
                </a:lnTo>
                <a:lnTo>
                  <a:pt x="1619250" y="3810000"/>
                </a:lnTo>
                <a:lnTo>
                  <a:pt x="1590675" y="3810000"/>
                </a:lnTo>
                <a:lnTo>
                  <a:pt x="1590675" y="3819525"/>
                </a:lnTo>
                <a:lnTo>
                  <a:pt x="1543050" y="3819525"/>
                </a:lnTo>
                <a:lnTo>
                  <a:pt x="1543050" y="3829050"/>
                </a:lnTo>
                <a:lnTo>
                  <a:pt x="342900" y="3829050"/>
                </a:lnTo>
                <a:lnTo>
                  <a:pt x="342900" y="3819525"/>
                </a:lnTo>
                <a:lnTo>
                  <a:pt x="276225" y="3819525"/>
                </a:lnTo>
                <a:lnTo>
                  <a:pt x="276225" y="3810000"/>
                </a:lnTo>
                <a:lnTo>
                  <a:pt x="247650" y="3810000"/>
                </a:lnTo>
                <a:lnTo>
                  <a:pt x="247650" y="3800475"/>
                </a:lnTo>
                <a:lnTo>
                  <a:pt x="228600" y="3800475"/>
                </a:lnTo>
                <a:lnTo>
                  <a:pt x="228600" y="3790950"/>
                </a:lnTo>
                <a:lnTo>
                  <a:pt x="209550" y="3790950"/>
                </a:lnTo>
                <a:lnTo>
                  <a:pt x="209550" y="3781425"/>
                </a:lnTo>
                <a:lnTo>
                  <a:pt x="190500" y="3781425"/>
                </a:lnTo>
                <a:lnTo>
                  <a:pt x="190500" y="3771900"/>
                </a:lnTo>
                <a:lnTo>
                  <a:pt x="180975" y="3771900"/>
                </a:lnTo>
                <a:lnTo>
                  <a:pt x="180975" y="3762375"/>
                </a:lnTo>
                <a:lnTo>
                  <a:pt x="171450" y="3762375"/>
                </a:lnTo>
                <a:lnTo>
                  <a:pt x="171450" y="3752850"/>
                </a:lnTo>
                <a:lnTo>
                  <a:pt x="161925" y="3752850"/>
                </a:lnTo>
                <a:lnTo>
                  <a:pt x="161925" y="3743325"/>
                </a:lnTo>
                <a:lnTo>
                  <a:pt x="152400" y="3743325"/>
                </a:lnTo>
                <a:lnTo>
                  <a:pt x="152400" y="3733800"/>
                </a:lnTo>
                <a:lnTo>
                  <a:pt x="142875" y="3733800"/>
                </a:lnTo>
                <a:lnTo>
                  <a:pt x="142875" y="3724275"/>
                </a:lnTo>
                <a:lnTo>
                  <a:pt x="133350" y="3724275"/>
                </a:lnTo>
                <a:lnTo>
                  <a:pt x="133350" y="3705225"/>
                </a:lnTo>
                <a:lnTo>
                  <a:pt x="123825" y="3705225"/>
                </a:lnTo>
                <a:lnTo>
                  <a:pt x="123825" y="3695700"/>
                </a:lnTo>
                <a:lnTo>
                  <a:pt x="114300" y="3695700"/>
                </a:lnTo>
                <a:lnTo>
                  <a:pt x="114300" y="3676650"/>
                </a:lnTo>
                <a:lnTo>
                  <a:pt x="104775" y="3676650"/>
                </a:lnTo>
                <a:lnTo>
                  <a:pt x="104775" y="3657600"/>
                </a:lnTo>
                <a:lnTo>
                  <a:pt x="95250" y="3657600"/>
                </a:lnTo>
                <a:lnTo>
                  <a:pt x="95250" y="3638550"/>
                </a:lnTo>
                <a:lnTo>
                  <a:pt x="85725" y="3638550"/>
                </a:lnTo>
                <a:lnTo>
                  <a:pt x="85725" y="3609975"/>
                </a:lnTo>
                <a:lnTo>
                  <a:pt x="76200" y="3609975"/>
                </a:lnTo>
                <a:lnTo>
                  <a:pt x="76200" y="3571875"/>
                </a:lnTo>
                <a:lnTo>
                  <a:pt x="66675" y="3571875"/>
                </a:lnTo>
                <a:lnTo>
                  <a:pt x="66675" y="323850"/>
                </a:lnTo>
                <a:lnTo>
                  <a:pt x="76200" y="323850"/>
                </a:lnTo>
                <a:lnTo>
                  <a:pt x="76200" y="285750"/>
                </a:lnTo>
                <a:lnTo>
                  <a:pt x="85725" y="285750"/>
                </a:lnTo>
                <a:lnTo>
                  <a:pt x="85725" y="257175"/>
                </a:lnTo>
                <a:lnTo>
                  <a:pt x="95250" y="257175"/>
                </a:lnTo>
                <a:lnTo>
                  <a:pt x="95250" y="238125"/>
                </a:lnTo>
                <a:lnTo>
                  <a:pt x="104775" y="238125"/>
                </a:lnTo>
                <a:lnTo>
                  <a:pt x="104775" y="219075"/>
                </a:lnTo>
                <a:lnTo>
                  <a:pt x="114300" y="219075"/>
                </a:lnTo>
                <a:lnTo>
                  <a:pt x="114300" y="200025"/>
                </a:lnTo>
                <a:lnTo>
                  <a:pt x="123825" y="200025"/>
                </a:lnTo>
                <a:lnTo>
                  <a:pt x="123825" y="180975"/>
                </a:lnTo>
                <a:lnTo>
                  <a:pt x="133350" y="180975"/>
                </a:lnTo>
                <a:lnTo>
                  <a:pt x="133350" y="171450"/>
                </a:lnTo>
                <a:lnTo>
                  <a:pt x="142875" y="171450"/>
                </a:lnTo>
                <a:lnTo>
                  <a:pt x="142875" y="161925"/>
                </a:lnTo>
                <a:lnTo>
                  <a:pt x="152400" y="161925"/>
                </a:lnTo>
                <a:lnTo>
                  <a:pt x="152400" y="152400"/>
                </a:lnTo>
                <a:lnTo>
                  <a:pt x="161925" y="152400"/>
                </a:lnTo>
                <a:lnTo>
                  <a:pt x="161925" y="142875"/>
                </a:lnTo>
                <a:lnTo>
                  <a:pt x="171450" y="142875"/>
                </a:lnTo>
                <a:lnTo>
                  <a:pt x="171450" y="133350"/>
                </a:lnTo>
                <a:lnTo>
                  <a:pt x="180975" y="133350"/>
                </a:lnTo>
                <a:lnTo>
                  <a:pt x="180975" y="123825"/>
                </a:lnTo>
                <a:lnTo>
                  <a:pt x="190500" y="123825"/>
                </a:lnTo>
                <a:lnTo>
                  <a:pt x="190500" y="114300"/>
                </a:lnTo>
                <a:lnTo>
                  <a:pt x="209550" y="114300"/>
                </a:lnTo>
                <a:lnTo>
                  <a:pt x="209550" y="104775"/>
                </a:lnTo>
                <a:lnTo>
                  <a:pt x="228600" y="104775"/>
                </a:lnTo>
                <a:lnTo>
                  <a:pt x="228600" y="95250"/>
                </a:lnTo>
                <a:lnTo>
                  <a:pt x="247650" y="95250"/>
                </a:lnTo>
                <a:lnTo>
                  <a:pt x="247650" y="85725"/>
                </a:lnTo>
                <a:lnTo>
                  <a:pt x="276225" y="85725"/>
                </a:lnTo>
                <a:lnTo>
                  <a:pt x="276225" y="76200"/>
                </a:lnTo>
                <a:lnTo>
                  <a:pt x="323850" y="76200"/>
                </a:lnTo>
                <a:close/>
                <a:moveTo>
                  <a:pt x="733425" y="161925"/>
                </a:moveTo>
                <a:lnTo>
                  <a:pt x="1123950" y="161925"/>
                </a:lnTo>
                <a:lnTo>
                  <a:pt x="1123950" y="171450"/>
                </a:lnTo>
                <a:lnTo>
                  <a:pt x="1143000" y="171450"/>
                </a:lnTo>
                <a:lnTo>
                  <a:pt x="1143000" y="180975"/>
                </a:lnTo>
                <a:lnTo>
                  <a:pt x="1162050" y="180975"/>
                </a:lnTo>
                <a:lnTo>
                  <a:pt x="1162050" y="190500"/>
                </a:lnTo>
                <a:lnTo>
                  <a:pt x="1171575" y="190500"/>
                </a:lnTo>
                <a:lnTo>
                  <a:pt x="1171575" y="219075"/>
                </a:lnTo>
                <a:lnTo>
                  <a:pt x="1181100" y="219075"/>
                </a:lnTo>
                <a:lnTo>
                  <a:pt x="1181100" y="257175"/>
                </a:lnTo>
                <a:lnTo>
                  <a:pt x="1171575" y="257175"/>
                </a:lnTo>
                <a:lnTo>
                  <a:pt x="1171575" y="276225"/>
                </a:lnTo>
                <a:lnTo>
                  <a:pt x="1162050" y="276225"/>
                </a:lnTo>
                <a:lnTo>
                  <a:pt x="1162050" y="285750"/>
                </a:lnTo>
                <a:lnTo>
                  <a:pt x="1152525" y="285750"/>
                </a:lnTo>
                <a:lnTo>
                  <a:pt x="1152525" y="295275"/>
                </a:lnTo>
                <a:lnTo>
                  <a:pt x="1143000" y="295275"/>
                </a:lnTo>
                <a:lnTo>
                  <a:pt x="1143000" y="304800"/>
                </a:lnTo>
                <a:lnTo>
                  <a:pt x="723900" y="304800"/>
                </a:lnTo>
                <a:lnTo>
                  <a:pt x="723900" y="295275"/>
                </a:lnTo>
                <a:lnTo>
                  <a:pt x="704850" y="295275"/>
                </a:lnTo>
                <a:lnTo>
                  <a:pt x="704850" y="285750"/>
                </a:lnTo>
                <a:lnTo>
                  <a:pt x="695325" y="285750"/>
                </a:lnTo>
                <a:lnTo>
                  <a:pt x="695325" y="276225"/>
                </a:lnTo>
                <a:lnTo>
                  <a:pt x="685800" y="276225"/>
                </a:lnTo>
                <a:lnTo>
                  <a:pt x="685800" y="247650"/>
                </a:lnTo>
                <a:lnTo>
                  <a:pt x="676275" y="247650"/>
                </a:lnTo>
                <a:lnTo>
                  <a:pt x="676275" y="219075"/>
                </a:lnTo>
                <a:lnTo>
                  <a:pt x="685800" y="219075"/>
                </a:lnTo>
                <a:lnTo>
                  <a:pt x="685800" y="190500"/>
                </a:lnTo>
                <a:lnTo>
                  <a:pt x="695325" y="190500"/>
                </a:lnTo>
                <a:lnTo>
                  <a:pt x="695325" y="180975"/>
                </a:lnTo>
                <a:lnTo>
                  <a:pt x="714375" y="180975"/>
                </a:lnTo>
                <a:lnTo>
                  <a:pt x="714375" y="171450"/>
                </a:lnTo>
                <a:lnTo>
                  <a:pt x="733425" y="171450"/>
                </a:lnTo>
                <a:close/>
                <a:moveTo>
                  <a:pt x="1524000" y="228600"/>
                </a:moveTo>
                <a:lnTo>
                  <a:pt x="1581150" y="228600"/>
                </a:lnTo>
                <a:lnTo>
                  <a:pt x="1581150" y="247650"/>
                </a:lnTo>
                <a:lnTo>
                  <a:pt x="1524000" y="247650"/>
                </a:lnTo>
                <a:close/>
                <a:moveTo>
                  <a:pt x="1752600" y="3524250"/>
                </a:moveTo>
                <a:lnTo>
                  <a:pt x="1762125" y="3524250"/>
                </a:lnTo>
                <a:lnTo>
                  <a:pt x="1762125" y="400050"/>
                </a:lnTo>
                <a:lnTo>
                  <a:pt x="1752600" y="400050"/>
                </a:lnTo>
                <a:lnTo>
                  <a:pt x="1752600" y="304800"/>
                </a:lnTo>
                <a:lnTo>
                  <a:pt x="1743075" y="304800"/>
                </a:lnTo>
                <a:lnTo>
                  <a:pt x="1743075" y="266700"/>
                </a:lnTo>
                <a:lnTo>
                  <a:pt x="1733550" y="266700"/>
                </a:lnTo>
                <a:lnTo>
                  <a:pt x="1733550" y="238125"/>
                </a:lnTo>
                <a:lnTo>
                  <a:pt x="1724025" y="238125"/>
                </a:lnTo>
                <a:lnTo>
                  <a:pt x="1724025" y="219075"/>
                </a:lnTo>
                <a:lnTo>
                  <a:pt x="1714500" y="219075"/>
                </a:lnTo>
                <a:lnTo>
                  <a:pt x="1714500" y="209550"/>
                </a:lnTo>
                <a:lnTo>
                  <a:pt x="1704975" y="209550"/>
                </a:lnTo>
                <a:lnTo>
                  <a:pt x="1704975" y="190500"/>
                </a:lnTo>
                <a:lnTo>
                  <a:pt x="1695450" y="190500"/>
                </a:lnTo>
                <a:lnTo>
                  <a:pt x="1695450" y="180975"/>
                </a:lnTo>
                <a:lnTo>
                  <a:pt x="1685925" y="180975"/>
                </a:lnTo>
                <a:lnTo>
                  <a:pt x="1685925" y="171450"/>
                </a:lnTo>
                <a:lnTo>
                  <a:pt x="1676400" y="171450"/>
                </a:lnTo>
                <a:lnTo>
                  <a:pt x="1676400" y="161925"/>
                </a:lnTo>
                <a:lnTo>
                  <a:pt x="1666875" y="161925"/>
                </a:lnTo>
                <a:lnTo>
                  <a:pt x="1666875" y="152400"/>
                </a:lnTo>
                <a:lnTo>
                  <a:pt x="1647825" y="152400"/>
                </a:lnTo>
                <a:lnTo>
                  <a:pt x="1647825" y="142875"/>
                </a:lnTo>
                <a:lnTo>
                  <a:pt x="1638300" y="142875"/>
                </a:lnTo>
                <a:lnTo>
                  <a:pt x="1638300" y="133350"/>
                </a:lnTo>
                <a:lnTo>
                  <a:pt x="1619250" y="133350"/>
                </a:lnTo>
                <a:lnTo>
                  <a:pt x="1619250" y="123825"/>
                </a:lnTo>
                <a:lnTo>
                  <a:pt x="1600200" y="123825"/>
                </a:lnTo>
                <a:lnTo>
                  <a:pt x="1600200" y="114300"/>
                </a:lnTo>
                <a:lnTo>
                  <a:pt x="1552575" y="114300"/>
                </a:lnTo>
                <a:lnTo>
                  <a:pt x="1552575" y="104775"/>
                </a:lnTo>
                <a:lnTo>
                  <a:pt x="1466850" y="104775"/>
                </a:lnTo>
                <a:lnTo>
                  <a:pt x="1466850" y="95250"/>
                </a:lnTo>
                <a:lnTo>
                  <a:pt x="552450" y="95250"/>
                </a:lnTo>
                <a:lnTo>
                  <a:pt x="552450" y="104775"/>
                </a:lnTo>
                <a:lnTo>
                  <a:pt x="304800" y="104775"/>
                </a:lnTo>
                <a:lnTo>
                  <a:pt x="304800" y="114300"/>
                </a:lnTo>
                <a:lnTo>
                  <a:pt x="266700" y="114300"/>
                </a:lnTo>
                <a:lnTo>
                  <a:pt x="266700" y="123825"/>
                </a:lnTo>
                <a:lnTo>
                  <a:pt x="247650" y="123825"/>
                </a:lnTo>
                <a:lnTo>
                  <a:pt x="247650" y="133350"/>
                </a:lnTo>
                <a:lnTo>
                  <a:pt x="228600" y="133350"/>
                </a:lnTo>
                <a:lnTo>
                  <a:pt x="228600" y="142875"/>
                </a:lnTo>
                <a:lnTo>
                  <a:pt x="219075" y="142875"/>
                </a:lnTo>
                <a:lnTo>
                  <a:pt x="219075" y="152400"/>
                </a:lnTo>
                <a:lnTo>
                  <a:pt x="200025" y="152400"/>
                </a:lnTo>
                <a:lnTo>
                  <a:pt x="200025" y="161925"/>
                </a:lnTo>
                <a:lnTo>
                  <a:pt x="190500" y="161925"/>
                </a:lnTo>
                <a:lnTo>
                  <a:pt x="190500" y="171450"/>
                </a:lnTo>
                <a:lnTo>
                  <a:pt x="180975" y="171450"/>
                </a:lnTo>
                <a:lnTo>
                  <a:pt x="180975" y="180975"/>
                </a:lnTo>
                <a:lnTo>
                  <a:pt x="171450" y="180975"/>
                </a:lnTo>
                <a:lnTo>
                  <a:pt x="171450" y="190500"/>
                </a:lnTo>
                <a:lnTo>
                  <a:pt x="161925" y="190500"/>
                </a:lnTo>
                <a:lnTo>
                  <a:pt x="161925" y="200025"/>
                </a:lnTo>
                <a:lnTo>
                  <a:pt x="152400" y="200025"/>
                </a:lnTo>
                <a:lnTo>
                  <a:pt x="152400" y="219075"/>
                </a:lnTo>
                <a:lnTo>
                  <a:pt x="142875" y="219075"/>
                </a:lnTo>
                <a:lnTo>
                  <a:pt x="142875" y="238125"/>
                </a:lnTo>
                <a:lnTo>
                  <a:pt x="133350" y="238125"/>
                </a:lnTo>
                <a:lnTo>
                  <a:pt x="133350" y="247650"/>
                </a:lnTo>
                <a:lnTo>
                  <a:pt x="123825" y="247650"/>
                </a:lnTo>
                <a:lnTo>
                  <a:pt x="123825" y="276225"/>
                </a:lnTo>
                <a:lnTo>
                  <a:pt x="114300" y="276225"/>
                </a:lnTo>
                <a:lnTo>
                  <a:pt x="114300" y="314325"/>
                </a:lnTo>
                <a:lnTo>
                  <a:pt x="104775" y="314325"/>
                </a:lnTo>
                <a:lnTo>
                  <a:pt x="104775" y="3552825"/>
                </a:lnTo>
                <a:lnTo>
                  <a:pt x="114300" y="3552825"/>
                </a:lnTo>
                <a:lnTo>
                  <a:pt x="114300" y="3600450"/>
                </a:lnTo>
                <a:lnTo>
                  <a:pt x="123825" y="3600450"/>
                </a:lnTo>
                <a:lnTo>
                  <a:pt x="123825" y="3629025"/>
                </a:lnTo>
                <a:lnTo>
                  <a:pt x="133350" y="3629025"/>
                </a:lnTo>
                <a:lnTo>
                  <a:pt x="133350" y="3648075"/>
                </a:lnTo>
                <a:lnTo>
                  <a:pt x="142875" y="3648075"/>
                </a:lnTo>
                <a:lnTo>
                  <a:pt x="142875" y="3667125"/>
                </a:lnTo>
                <a:lnTo>
                  <a:pt x="152400" y="3667125"/>
                </a:lnTo>
                <a:lnTo>
                  <a:pt x="152400" y="3686175"/>
                </a:lnTo>
                <a:lnTo>
                  <a:pt x="161925" y="3686175"/>
                </a:lnTo>
                <a:lnTo>
                  <a:pt x="161925" y="3695700"/>
                </a:lnTo>
                <a:lnTo>
                  <a:pt x="171450" y="3695700"/>
                </a:lnTo>
                <a:lnTo>
                  <a:pt x="171450" y="3705225"/>
                </a:lnTo>
                <a:lnTo>
                  <a:pt x="180975" y="3705225"/>
                </a:lnTo>
                <a:lnTo>
                  <a:pt x="180975" y="3714750"/>
                </a:lnTo>
                <a:lnTo>
                  <a:pt x="190500" y="3714750"/>
                </a:lnTo>
                <a:lnTo>
                  <a:pt x="190500" y="3724275"/>
                </a:lnTo>
                <a:lnTo>
                  <a:pt x="200025" y="3724275"/>
                </a:lnTo>
                <a:lnTo>
                  <a:pt x="200025" y="3733800"/>
                </a:lnTo>
                <a:lnTo>
                  <a:pt x="209550" y="3733800"/>
                </a:lnTo>
                <a:lnTo>
                  <a:pt x="209550" y="3743325"/>
                </a:lnTo>
                <a:lnTo>
                  <a:pt x="228600" y="3743325"/>
                </a:lnTo>
                <a:lnTo>
                  <a:pt x="228600" y="3752850"/>
                </a:lnTo>
                <a:lnTo>
                  <a:pt x="238125" y="3752850"/>
                </a:lnTo>
                <a:lnTo>
                  <a:pt x="238125" y="3762375"/>
                </a:lnTo>
                <a:lnTo>
                  <a:pt x="257175" y="3762375"/>
                </a:lnTo>
                <a:lnTo>
                  <a:pt x="257175" y="3771900"/>
                </a:lnTo>
                <a:lnTo>
                  <a:pt x="295275" y="3771900"/>
                </a:lnTo>
                <a:lnTo>
                  <a:pt x="295275" y="3781425"/>
                </a:lnTo>
                <a:lnTo>
                  <a:pt x="342900" y="3781425"/>
                </a:lnTo>
                <a:lnTo>
                  <a:pt x="342900" y="3790950"/>
                </a:lnTo>
                <a:lnTo>
                  <a:pt x="1533525" y="3790950"/>
                </a:lnTo>
                <a:lnTo>
                  <a:pt x="1533525" y="3781425"/>
                </a:lnTo>
                <a:lnTo>
                  <a:pt x="1581150" y="3781425"/>
                </a:lnTo>
                <a:lnTo>
                  <a:pt x="1581150" y="3771900"/>
                </a:lnTo>
                <a:lnTo>
                  <a:pt x="1609725" y="3771900"/>
                </a:lnTo>
                <a:lnTo>
                  <a:pt x="1609725" y="3762375"/>
                </a:lnTo>
                <a:lnTo>
                  <a:pt x="1628775" y="3762375"/>
                </a:lnTo>
                <a:lnTo>
                  <a:pt x="1628775" y="3752850"/>
                </a:lnTo>
                <a:lnTo>
                  <a:pt x="1647825" y="3752850"/>
                </a:lnTo>
                <a:lnTo>
                  <a:pt x="1647825" y="3743325"/>
                </a:lnTo>
                <a:lnTo>
                  <a:pt x="1657350" y="3743325"/>
                </a:lnTo>
                <a:lnTo>
                  <a:pt x="1657350" y="3733800"/>
                </a:lnTo>
                <a:lnTo>
                  <a:pt x="1666875" y="3733800"/>
                </a:lnTo>
                <a:lnTo>
                  <a:pt x="1666875" y="3724275"/>
                </a:lnTo>
                <a:lnTo>
                  <a:pt x="1676400" y="3724275"/>
                </a:lnTo>
                <a:lnTo>
                  <a:pt x="1676400" y="3714750"/>
                </a:lnTo>
                <a:lnTo>
                  <a:pt x="1685925" y="3714750"/>
                </a:lnTo>
                <a:lnTo>
                  <a:pt x="1685925" y="3705225"/>
                </a:lnTo>
                <a:lnTo>
                  <a:pt x="1695450" y="3705225"/>
                </a:lnTo>
                <a:lnTo>
                  <a:pt x="1695450" y="3695700"/>
                </a:lnTo>
                <a:lnTo>
                  <a:pt x="1704975" y="3695700"/>
                </a:lnTo>
                <a:lnTo>
                  <a:pt x="1704975" y="3686175"/>
                </a:lnTo>
                <a:lnTo>
                  <a:pt x="1714500" y="3686175"/>
                </a:lnTo>
                <a:lnTo>
                  <a:pt x="1714500" y="3667125"/>
                </a:lnTo>
                <a:lnTo>
                  <a:pt x="1724025" y="3667125"/>
                </a:lnTo>
                <a:lnTo>
                  <a:pt x="1724025" y="3648075"/>
                </a:lnTo>
                <a:lnTo>
                  <a:pt x="1733550" y="3648075"/>
                </a:lnTo>
                <a:lnTo>
                  <a:pt x="1733550" y="3629025"/>
                </a:lnTo>
                <a:lnTo>
                  <a:pt x="1743075" y="3629025"/>
                </a:lnTo>
                <a:lnTo>
                  <a:pt x="1743075" y="3590925"/>
                </a:lnTo>
                <a:lnTo>
                  <a:pt x="1752600" y="3590925"/>
                </a:lnTo>
                <a:close/>
              </a:path>
            </a:pathLst>
          </a:custGeom>
          <a:solidFill xmlns:a="http://schemas.openxmlformats.org/drawingml/2006/main">
            <a:srgbClr val="020302"/>
          </a:solidFill>
          <a:ln xmlns:a="http://schemas.openxmlformats.org/drawingml/2006/main" w="0">
            <a:noFill/>
          </a:ln>
        </p:spPr>
      </p:sp>
      <p:sp>
        <p:nvSpPr>
          <p:cNvPr id="50" name="">
            <a:extLst xmlns:a="http://schemas.openxmlformats.org/drawingml/2006/main">
              <a:ext uri="{FF2B5EF4-FFF2-40B4-BE49-F238E27FC236}">
                <a16:creationId xmlns:a16="http://schemas.microsoft.com/office/drawing/2014/main" id="{87934970-9507-4546-A474-AD1E7CC456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991225" y="1657350"/>
            <a:ext cx="6362700" cy="4667250"/>
          </a:xfrm>
          <a:prstGeom xmlns:a="http://schemas.openxmlformats.org/drawingml/2006/main" prst="roundRect">
            <a:avLst>
              <a:gd name="adj" fmla="val 4490"/>
            </a:avLst>
          </a:prstGeom>
          <a:solidFill xmlns:a="http://schemas.openxmlformats.org/drawingml/2006/main">
            <a:srgbClr val="F5F2E8"/>
          </a:solidFill>
          <a:ln xmlns:a="http://schemas.openxmlformats.org/drawingml/2006/main" w="23813">
            <a:solidFill>
              <a:srgbClr val="1D4333"/>
            </a:solidFill>
          </a:ln>
        </p:spPr>
      </p:sp>
      <p:sp>
        <p:nvSpPr>
          <p:cNvPr id="51" name="">
            <a:extLst xmlns:a="http://schemas.openxmlformats.org/drawingml/2006/main">
              <a:ext uri="{FF2B5EF4-FFF2-40B4-BE49-F238E27FC236}">
                <a16:creationId xmlns:a16="http://schemas.microsoft.com/office/drawing/2014/main" id="{A36F62B0-F2DA-4986-BFFC-132B11E1C9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0" y="0"/>
            <a:ext cx="13106400" cy="7372350"/>
          </a:xfrm>
          <a:custGeom xmlns:a="http://schemas.openxmlformats.org/drawingml/2006/main">
            <a:pathLst>
              <a:path w="13106400" h="7372350">
                <a:moveTo>
                  <a:pt x="3162300" y="1743075"/>
                </a:moveTo>
                <a:lnTo>
                  <a:pt x="3286125" y="1743075"/>
                </a:lnTo>
                <a:cubicBezTo>
                  <a:pt x="3448050" y="1743075"/>
                  <a:pt x="3381375" y="1981200"/>
                  <a:pt x="3381375" y="2133600"/>
                </a:cubicBezTo>
                <a:lnTo>
                  <a:pt x="3381375" y="2914650"/>
                </a:lnTo>
                <a:cubicBezTo>
                  <a:pt x="3381375" y="3076575"/>
                  <a:pt x="3305175" y="3095625"/>
                  <a:pt x="3200400" y="3095625"/>
                </a:cubicBezTo>
              </a:path>
            </a:pathLst>
          </a:custGeom>
          <a:noFill xmlns:a="http://schemas.openxmlformats.org/drawingml/2006/main"/>
          <a:ln xmlns:a="http://schemas.openxmlformats.org/drawingml/2006/main" w="19050">
            <a:solidFill>
              <a:srgbClr val="A56B53"/>
            </a:solidFill>
          </a:ln>
        </p:spPr>
      </p:sp>
      <p:sp>
        <p:nvSpPr>
          <p:cNvPr id="52" name="">
            <a:extLst xmlns:a="http://schemas.openxmlformats.org/drawingml/2006/main">
              <a:ext uri="{FF2B5EF4-FFF2-40B4-BE49-F238E27FC236}">
                <a16:creationId xmlns:a16="http://schemas.microsoft.com/office/drawing/2014/main" id="{964B95E8-7F1C-4934-8A24-1D795D4209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0" y="0"/>
            <a:ext cx="13106400" cy="7372350"/>
          </a:xfrm>
          <a:custGeom xmlns:a="http://schemas.openxmlformats.org/drawingml/2006/main">
            <a:pathLst>
              <a:path w="13106400" h="7372350">
                <a:moveTo>
                  <a:pt x="3162300" y="4572000"/>
                </a:moveTo>
                <a:lnTo>
                  <a:pt x="3248025" y="4572000"/>
                </a:lnTo>
                <a:cubicBezTo>
                  <a:pt x="3514725" y="4572000"/>
                  <a:pt x="3276600" y="5029200"/>
                  <a:pt x="3581400" y="5048250"/>
                </a:cubicBezTo>
              </a:path>
            </a:pathLst>
          </a:custGeom>
          <a:noFill xmlns:a="http://schemas.openxmlformats.org/drawingml/2006/main"/>
          <a:ln xmlns:a="http://schemas.openxmlformats.org/drawingml/2006/main" w="19050">
            <a:solidFill>
              <a:srgbClr val="A56B53"/>
            </a:solidFill>
          </a:ln>
        </p:spPr>
      </p:sp>
      <p:sp>
        <p:nvSpPr>
          <p:cNvPr id="53" name="">
            <a:extLst xmlns:a="http://schemas.openxmlformats.org/drawingml/2006/main">
              <a:ext uri="{FF2B5EF4-FFF2-40B4-BE49-F238E27FC236}">
                <a16:creationId xmlns:a16="http://schemas.microsoft.com/office/drawing/2014/main" id="{AF3BD33E-48DB-4CC5-9419-6EA27614E2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0" y="0"/>
            <a:ext cx="13106400" cy="7372350"/>
          </a:xfrm>
          <a:custGeom xmlns:a="http://schemas.openxmlformats.org/drawingml/2006/main">
            <a:pathLst>
              <a:path w="13106400" h="7372350">
                <a:moveTo>
                  <a:pt x="3162300" y="6067425"/>
                </a:moveTo>
                <a:cubicBezTo>
                  <a:pt x="3514725" y="6076950"/>
                  <a:pt x="3276600" y="5572125"/>
                  <a:pt x="3581400" y="5572125"/>
                </a:cubicBezTo>
              </a:path>
            </a:pathLst>
          </a:custGeom>
          <a:noFill xmlns:a="http://schemas.openxmlformats.org/drawingml/2006/main"/>
          <a:ln xmlns:a="http://schemas.openxmlformats.org/drawingml/2006/main" w="19050">
            <a:solidFill>
              <a:srgbClr val="A56B53"/>
            </a:solidFill>
          </a:ln>
        </p:spPr>
      </p:sp>
    </p:spTree>
    <p:extLst>
      <p:ext uri="{BB962C8B-B14F-4D97-AF65-F5344CB8AC3E}">
        <p14:creationId xmlns:p14="http://schemas.microsoft.com/office/powerpoint/2010/main" val="399759832"/>
      </p:ext>
    </p:extLst>
  </p:cSld>
</p:sld>
</file>

<file path=ppt/slides/slide5.xml><?xml version="1.0" encoding="utf-8"?>
<p:sld xmlns:p="http://schemas.openxmlformats.org/presentationml/2006/main">
  <p:cSld>
    <p:bg>
      <p:bgPr>
        <a:solidFill xmlns:a="http://schemas.openxmlformats.org/drawingml/2006/main">
          <a:srgbClr val="F5F2E8"/>
        </a:solidFill>
      </p:bgPr>
    </p:bg>
    <p:spTree>
      <p:nvGrpSpPr>
        <p:cNvPr id="1" name=""/>
        <p:cNvGrpSpPr/>
        <p:nvPr/>
      </p:nvGrpSpPr>
      <p:grpSpPr>
        <a:xfrm xmlns:a="http://schemas.openxmlformats.org/drawingml/2006/main"/>
      </p:grpSpPr>
      <p:sp>
        <p:nvSpPr>
          <p:cNvPr id="67" name="">
            <a:extLst xmlns:a="http://schemas.openxmlformats.org/drawingml/2006/main">
              <a:ext uri="{FF2B5EF4-FFF2-40B4-BE49-F238E27FC236}">
                <a16:creationId xmlns:a16="http://schemas.microsoft.com/office/drawing/2014/main" id="{41AD5C75-C28B-4040-835B-808E3DEECB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077700" y="7153275"/>
            <a:ext cx="990600" cy="17145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l">
              <a:defRPr sz="750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defPPr>
            <a:lvl1pPr algn="l">
              <a:defRPr sz="750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1pPr>
            <a:lvl2pPr algn="l">
              <a:defRPr sz="750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2pPr>
            <a:lvl3pPr algn="l">
              <a:defRPr sz="750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3pPr>
            <a:lvl4pPr algn="l">
              <a:defRPr sz="750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4pPr>
            <a:lvl5pPr algn="l">
              <a:defRPr sz="750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5pPr>
            <a:lvl6pPr algn="l">
              <a:defRPr sz="750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6pPr>
            <a:lvl7pPr algn="l">
              <a:defRPr sz="750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7pPr>
            <a:lvl8pPr algn="l">
              <a:defRPr sz="750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8pPr>
            <a:lvl9pPr algn="l">
              <a:defRPr sz="750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l">
              <a:lnSpc>
                <a:spcPct val="105000"/>
              </a:lnSpc>
              <a:buNone/>
              <a:defRPr sz="750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pPr>
            <a:r>
              <a:rPr sz="750" b="1">
                <a:solidFill>
                  <a:srgbClr val="111111"/>
                </a:solidFill>
                <a:latin typeface="Arial"/>
                <a:ea typeface="Arial"/>
                <a:cs typeface="Arial"/>
              </a:rPr>
              <a:t>Gemini Notebook</a:t>
            </a:r>
          </a:p>
        </p:txBody>
      </p:sp>
      <p:sp>
        <p:nvSpPr>
          <p:cNvPr id="2" name="">
            <a:extLst xmlns:a="http://schemas.openxmlformats.org/drawingml/2006/main">
              <a:ext uri="{FF2B5EF4-FFF2-40B4-BE49-F238E27FC236}">
                <a16:creationId xmlns:a16="http://schemas.microsoft.com/office/drawing/2014/main" id="{075A269A-2B0C-4FBF-A1B2-852489EA14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229100" y="0"/>
            <a:ext cx="0" cy="7372350"/>
          </a:xfrm>
          <a:prstGeom xmlns:a="http://schemas.openxmlformats.org/drawingml/2006/main" prst="line">
            <a:avLst/>
          </a:prstGeom>
          <a:noFill xmlns:a="http://schemas.openxmlformats.org/drawingml/2006/main"/>
          <a:ln xmlns:a="http://schemas.openxmlformats.org/drawingml/2006/main" w="7620">
            <a:solidFill>
              <a:srgbClr val="DDD9CD"/>
            </a:solidFill>
          </a:ln>
        </p:spPr>
      </p:sp>
      <p:sp>
        <p:nvSpPr>
          <p:cNvPr id="3" name="">
            <a:extLst xmlns:a="http://schemas.openxmlformats.org/drawingml/2006/main">
              <a:ext uri="{FF2B5EF4-FFF2-40B4-BE49-F238E27FC236}">
                <a16:creationId xmlns:a16="http://schemas.microsoft.com/office/drawing/2014/main" id="{3D47CC31-07CD-4E03-969F-06BAD6F3D3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553200" y="0"/>
            <a:ext cx="0" cy="7372350"/>
          </a:xfrm>
          <a:prstGeom xmlns:a="http://schemas.openxmlformats.org/drawingml/2006/main" prst="line">
            <a:avLst/>
          </a:prstGeom>
          <a:noFill xmlns:a="http://schemas.openxmlformats.org/drawingml/2006/main"/>
          <a:ln xmlns:a="http://schemas.openxmlformats.org/drawingml/2006/main" w="7620">
            <a:solidFill>
              <a:srgbClr val="DDD9CD"/>
            </a:solidFill>
          </a:ln>
        </p:spPr>
      </p:sp>
      <p:sp>
        <p:nvSpPr>
          <p:cNvPr id="4" name="">
            <a:extLst xmlns:a="http://schemas.openxmlformats.org/drawingml/2006/main">
              <a:ext uri="{FF2B5EF4-FFF2-40B4-BE49-F238E27FC236}">
                <a16:creationId xmlns:a16="http://schemas.microsoft.com/office/drawing/2014/main" id="{6CF14E94-06B2-49A5-B788-9E78C3CF59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877300" y="0"/>
            <a:ext cx="0" cy="7372350"/>
          </a:xfrm>
          <a:prstGeom xmlns:a="http://schemas.openxmlformats.org/drawingml/2006/main" prst="line">
            <a:avLst/>
          </a:prstGeom>
          <a:noFill xmlns:a="http://schemas.openxmlformats.org/drawingml/2006/main"/>
          <a:ln xmlns:a="http://schemas.openxmlformats.org/drawingml/2006/main" w="7620">
            <a:solidFill>
              <a:srgbClr val="DDD9CD"/>
            </a:solidFill>
          </a:ln>
        </p:spPr>
      </p:sp>
      <p:sp>
        <p:nvSpPr>
          <p:cNvPr id="5" name="">
            <a:extLst xmlns:a="http://schemas.openxmlformats.org/drawingml/2006/main">
              <a:ext uri="{FF2B5EF4-FFF2-40B4-BE49-F238E27FC236}">
                <a16:creationId xmlns:a16="http://schemas.microsoft.com/office/drawing/2014/main" id="{2F06B1FD-D6C2-46C2-A406-14AF2F0471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0" y="2381250"/>
            <a:ext cx="13106400" cy="0"/>
          </a:xfrm>
          <a:prstGeom xmlns:a="http://schemas.openxmlformats.org/drawingml/2006/main" prst="line">
            <a:avLst/>
          </a:prstGeom>
          <a:noFill xmlns:a="http://schemas.openxmlformats.org/drawingml/2006/main"/>
          <a:ln xmlns:a="http://schemas.openxmlformats.org/drawingml/2006/main" w="7620">
            <a:solidFill>
              <a:srgbClr val="DDD9CD"/>
            </a:solidFill>
          </a:ln>
        </p:spPr>
      </p:sp>
      <p:sp>
        <p:nvSpPr>
          <p:cNvPr id="6" name="">
            <a:extLst xmlns:a="http://schemas.openxmlformats.org/drawingml/2006/main">
              <a:ext uri="{FF2B5EF4-FFF2-40B4-BE49-F238E27FC236}">
                <a16:creationId xmlns:a16="http://schemas.microsoft.com/office/drawing/2014/main" id="{D5710612-CB17-40E1-9823-19DCE001D2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0" y="3657600"/>
            <a:ext cx="13106400" cy="0"/>
          </a:xfrm>
          <a:prstGeom xmlns:a="http://schemas.openxmlformats.org/drawingml/2006/main" prst="line">
            <a:avLst/>
          </a:prstGeom>
          <a:noFill xmlns:a="http://schemas.openxmlformats.org/drawingml/2006/main"/>
          <a:ln xmlns:a="http://schemas.openxmlformats.org/drawingml/2006/main" w="7620">
            <a:solidFill>
              <a:srgbClr val="DDD9CD"/>
            </a:solidFill>
          </a:ln>
        </p:spPr>
      </p:sp>
      <p:sp>
        <p:nvSpPr>
          <p:cNvPr id="7" name="">
            <a:extLst xmlns:a="http://schemas.openxmlformats.org/drawingml/2006/main">
              <a:ext uri="{FF2B5EF4-FFF2-40B4-BE49-F238E27FC236}">
                <a16:creationId xmlns:a16="http://schemas.microsoft.com/office/drawing/2014/main" id="{97A6F945-DAFE-4CCF-86E8-939FAE7757B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0" y="5972175"/>
            <a:ext cx="13106400" cy="0"/>
          </a:xfrm>
          <a:prstGeom xmlns:a="http://schemas.openxmlformats.org/drawingml/2006/main" prst="line">
            <a:avLst/>
          </a:prstGeom>
          <a:noFill xmlns:a="http://schemas.openxmlformats.org/drawingml/2006/main"/>
          <a:ln xmlns:a="http://schemas.openxmlformats.org/drawingml/2006/main" w="7620">
            <a:solidFill>
              <a:srgbClr val="DDD9CD"/>
            </a:solidFill>
          </a:ln>
        </p:spPr>
      </p:sp>
      <p:sp>
        <p:nvSpPr>
          <p:cNvPr id="8" name="">
            <a:extLst xmlns:a="http://schemas.openxmlformats.org/drawingml/2006/main">
              <a:ext uri="{FF2B5EF4-FFF2-40B4-BE49-F238E27FC236}">
                <a16:creationId xmlns:a16="http://schemas.microsoft.com/office/drawing/2014/main" id="{6A2D3ECE-C2CA-4EE8-BE51-91CD7EC30D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38225" y="619125"/>
            <a:ext cx="11430000" cy="74295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l">
              <a:defRPr sz="3900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defPPr>
            <a:lvl1pPr algn="l">
              <a:defRPr sz="3900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lvl1pPr>
            <a:lvl2pPr algn="l">
              <a:defRPr sz="3900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lvl2pPr>
            <a:lvl3pPr algn="l">
              <a:defRPr sz="3900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lvl3pPr>
            <a:lvl4pPr algn="l">
              <a:defRPr sz="3900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lvl4pPr>
            <a:lvl5pPr algn="l">
              <a:defRPr sz="3900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lvl5pPr>
            <a:lvl6pPr algn="l">
              <a:defRPr sz="3900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lvl6pPr>
            <a:lvl7pPr algn="l">
              <a:defRPr sz="3900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lvl7pPr>
            <a:lvl8pPr algn="l">
              <a:defRPr sz="3900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lvl8pPr>
            <a:lvl9pPr algn="l">
              <a:defRPr sz="3900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l">
              <a:lnSpc>
                <a:spcPct val="105000"/>
              </a:lnSpc>
              <a:buNone/>
              <a:defRPr sz="3900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pPr>
            <a:r>
              <a:rPr sz="3900" b="1">
                <a:solidFill>
                  <a:srgbClr val="1D4333"/>
                </a:solidFill>
                <a:latin typeface="Arial"/>
                <a:ea typeface="Arial"/>
                <a:cs typeface="Arial"/>
              </a:rPr>
              <a:t>Un día en el comercio: el ciclo de operaciones</a:t>
            </a:r>
          </a:p>
        </p:txBody>
      </p:sp>
      <p:sp>
        <p:nvSpPr>
          <p:cNvPr id="9" name="">
            <a:extLst xmlns:a="http://schemas.openxmlformats.org/drawingml/2006/main">
              <a:ext uri="{FF2B5EF4-FFF2-40B4-BE49-F238E27FC236}">
                <a16:creationId xmlns:a16="http://schemas.microsoft.com/office/drawing/2014/main" id="{2683B49A-460F-46E7-9B7C-D7D5616E73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14400" y="1447800"/>
            <a:ext cx="2171700" cy="4467225"/>
          </a:xfrm>
          <a:prstGeom xmlns:a="http://schemas.openxmlformats.org/drawingml/2006/main" prst="rect">
            <a:avLst/>
          </a:prstGeom>
          <a:solidFill xmlns:a="http://schemas.openxmlformats.org/drawingml/2006/main">
            <a:srgbClr val="F5F2E8"/>
          </a:solidFill>
          <a:ln xmlns:a="http://schemas.openxmlformats.org/drawingml/2006/main" w="0">
            <a:noFill/>
          </a:ln>
        </p:spPr>
      </p:sp>
      <p:sp>
        <p:nvSpPr>
          <p:cNvPr id="10" name="dashboard vector #f8f6ea">
            <a:extLst xmlns:a="http://schemas.openxmlformats.org/drawingml/2006/main">
              <a:ext uri="{FF2B5EF4-FFF2-40B4-BE49-F238E27FC236}">
                <a16:creationId xmlns:a16="http://schemas.microsoft.com/office/drawing/2014/main" id="{35F1DC63-ACEB-4333-B60A-B7A1A8B896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14400" y="1447800"/>
            <a:ext cx="2171700" cy="4467225"/>
          </a:xfrm>
          <a:custGeom xmlns:a="http://schemas.openxmlformats.org/drawingml/2006/main">
            <a:pathLst>
              <a:path w="1838325" h="3790950">
                <a:moveTo>
                  <a:pt x="228600" y="666750"/>
                </a:moveTo>
                <a:lnTo>
                  <a:pt x="247650" y="666750"/>
                </a:lnTo>
                <a:lnTo>
                  <a:pt x="247650" y="676275"/>
                </a:lnTo>
                <a:lnTo>
                  <a:pt x="257175" y="676275"/>
                </a:lnTo>
                <a:lnTo>
                  <a:pt x="257175" y="685800"/>
                </a:lnTo>
                <a:lnTo>
                  <a:pt x="228600" y="685800"/>
                </a:lnTo>
                <a:close/>
                <a:moveTo>
                  <a:pt x="390525" y="676275"/>
                </a:moveTo>
                <a:lnTo>
                  <a:pt x="400050" y="676275"/>
                </a:lnTo>
                <a:lnTo>
                  <a:pt x="400050" y="685800"/>
                </a:lnTo>
                <a:lnTo>
                  <a:pt x="390525" y="685800"/>
                </a:lnTo>
                <a:close/>
                <a:moveTo>
                  <a:pt x="123825" y="895350"/>
                </a:moveTo>
                <a:lnTo>
                  <a:pt x="133350" y="895350"/>
                </a:lnTo>
                <a:lnTo>
                  <a:pt x="133350" y="914400"/>
                </a:lnTo>
                <a:lnTo>
                  <a:pt x="123825" y="914400"/>
                </a:lnTo>
                <a:close/>
                <a:moveTo>
                  <a:pt x="619125" y="1114425"/>
                </a:moveTo>
                <a:lnTo>
                  <a:pt x="628650" y="1114425"/>
                </a:lnTo>
                <a:lnTo>
                  <a:pt x="628650" y="1123950"/>
                </a:lnTo>
                <a:lnTo>
                  <a:pt x="619125" y="1123950"/>
                </a:lnTo>
                <a:close/>
                <a:moveTo>
                  <a:pt x="790575" y="1209675"/>
                </a:moveTo>
                <a:lnTo>
                  <a:pt x="800100" y="1209675"/>
                </a:lnTo>
                <a:lnTo>
                  <a:pt x="800100" y="1238250"/>
                </a:lnTo>
                <a:lnTo>
                  <a:pt x="781050" y="1238250"/>
                </a:lnTo>
                <a:lnTo>
                  <a:pt x="781050" y="1219200"/>
                </a:lnTo>
                <a:lnTo>
                  <a:pt x="790575" y="1219200"/>
                </a:lnTo>
                <a:close/>
                <a:moveTo>
                  <a:pt x="542925" y="1219200"/>
                </a:moveTo>
                <a:lnTo>
                  <a:pt x="552450" y="1219200"/>
                </a:lnTo>
                <a:lnTo>
                  <a:pt x="552450" y="1238250"/>
                </a:lnTo>
                <a:lnTo>
                  <a:pt x="561975" y="1238250"/>
                </a:lnTo>
                <a:lnTo>
                  <a:pt x="561975" y="1257300"/>
                </a:lnTo>
                <a:lnTo>
                  <a:pt x="552450" y="1257300"/>
                </a:lnTo>
                <a:lnTo>
                  <a:pt x="552450" y="1247775"/>
                </a:lnTo>
                <a:lnTo>
                  <a:pt x="542925" y="1247775"/>
                </a:lnTo>
                <a:close/>
                <a:moveTo>
                  <a:pt x="561975" y="1219200"/>
                </a:moveTo>
                <a:lnTo>
                  <a:pt x="571500" y="1219200"/>
                </a:lnTo>
                <a:lnTo>
                  <a:pt x="571500" y="1228725"/>
                </a:lnTo>
                <a:lnTo>
                  <a:pt x="561975" y="1228725"/>
                </a:lnTo>
                <a:close/>
                <a:moveTo>
                  <a:pt x="685800" y="1228725"/>
                </a:moveTo>
                <a:lnTo>
                  <a:pt x="704850" y="1228725"/>
                </a:lnTo>
                <a:lnTo>
                  <a:pt x="704850" y="1238250"/>
                </a:lnTo>
                <a:lnTo>
                  <a:pt x="685800" y="1238250"/>
                </a:lnTo>
                <a:close/>
                <a:moveTo>
                  <a:pt x="1524000" y="1238250"/>
                </a:moveTo>
                <a:lnTo>
                  <a:pt x="1543050" y="1238250"/>
                </a:lnTo>
                <a:lnTo>
                  <a:pt x="1543050" y="1247775"/>
                </a:lnTo>
                <a:lnTo>
                  <a:pt x="1524000" y="1247775"/>
                </a:lnTo>
                <a:close/>
                <a:moveTo>
                  <a:pt x="714375" y="1257300"/>
                </a:moveTo>
                <a:lnTo>
                  <a:pt x="723900" y="1257300"/>
                </a:lnTo>
                <a:lnTo>
                  <a:pt x="723900" y="1276350"/>
                </a:lnTo>
                <a:lnTo>
                  <a:pt x="714375" y="1276350"/>
                </a:lnTo>
                <a:close/>
                <a:moveTo>
                  <a:pt x="904875" y="1304925"/>
                </a:moveTo>
                <a:lnTo>
                  <a:pt x="914400" y="1304925"/>
                </a:lnTo>
                <a:lnTo>
                  <a:pt x="914400" y="1314450"/>
                </a:lnTo>
                <a:lnTo>
                  <a:pt x="904875" y="1314450"/>
                </a:lnTo>
                <a:close/>
                <a:moveTo>
                  <a:pt x="352425" y="1619250"/>
                </a:moveTo>
                <a:lnTo>
                  <a:pt x="361950" y="1619250"/>
                </a:lnTo>
                <a:lnTo>
                  <a:pt x="361950" y="1638300"/>
                </a:lnTo>
                <a:lnTo>
                  <a:pt x="352425" y="1638300"/>
                </a:lnTo>
                <a:close/>
                <a:moveTo>
                  <a:pt x="371475" y="1619250"/>
                </a:moveTo>
                <a:lnTo>
                  <a:pt x="381000" y="1619250"/>
                </a:lnTo>
                <a:lnTo>
                  <a:pt x="381000" y="1628775"/>
                </a:lnTo>
                <a:lnTo>
                  <a:pt x="390525" y="1628775"/>
                </a:lnTo>
                <a:lnTo>
                  <a:pt x="390525" y="1638300"/>
                </a:lnTo>
                <a:lnTo>
                  <a:pt x="371475" y="1638300"/>
                </a:lnTo>
                <a:close/>
                <a:moveTo>
                  <a:pt x="190500" y="1981200"/>
                </a:moveTo>
                <a:lnTo>
                  <a:pt x="352425" y="1981200"/>
                </a:lnTo>
                <a:lnTo>
                  <a:pt x="352425" y="1990725"/>
                </a:lnTo>
                <a:lnTo>
                  <a:pt x="390525" y="1990725"/>
                </a:lnTo>
                <a:lnTo>
                  <a:pt x="390525" y="1981200"/>
                </a:lnTo>
                <a:lnTo>
                  <a:pt x="438150" y="1981200"/>
                </a:lnTo>
                <a:lnTo>
                  <a:pt x="438150" y="1990725"/>
                </a:lnTo>
                <a:lnTo>
                  <a:pt x="466725" y="1990725"/>
                </a:lnTo>
                <a:lnTo>
                  <a:pt x="466725" y="1981200"/>
                </a:lnTo>
                <a:lnTo>
                  <a:pt x="1619250" y="1981200"/>
                </a:lnTo>
                <a:lnTo>
                  <a:pt x="1619250" y="1990725"/>
                </a:lnTo>
                <a:lnTo>
                  <a:pt x="1638300" y="1990725"/>
                </a:lnTo>
                <a:lnTo>
                  <a:pt x="1638300" y="2000250"/>
                </a:lnTo>
                <a:lnTo>
                  <a:pt x="1647825" y="2000250"/>
                </a:lnTo>
                <a:lnTo>
                  <a:pt x="1647825" y="2200275"/>
                </a:lnTo>
                <a:lnTo>
                  <a:pt x="1638300" y="2200275"/>
                </a:lnTo>
                <a:lnTo>
                  <a:pt x="1638300" y="2209800"/>
                </a:lnTo>
                <a:lnTo>
                  <a:pt x="180975" y="2209800"/>
                </a:lnTo>
                <a:lnTo>
                  <a:pt x="180975" y="2200275"/>
                </a:lnTo>
                <a:lnTo>
                  <a:pt x="171450" y="2200275"/>
                </a:lnTo>
                <a:lnTo>
                  <a:pt x="171450" y="2000250"/>
                </a:lnTo>
                <a:lnTo>
                  <a:pt x="180975" y="2000250"/>
                </a:lnTo>
                <a:lnTo>
                  <a:pt x="180975" y="1990725"/>
                </a:lnTo>
                <a:lnTo>
                  <a:pt x="190500" y="1990725"/>
                </a:lnTo>
                <a:close/>
                <a:moveTo>
                  <a:pt x="590550" y="2085975"/>
                </a:moveTo>
                <a:lnTo>
                  <a:pt x="600075" y="2085975"/>
                </a:lnTo>
                <a:lnTo>
                  <a:pt x="600075" y="2114550"/>
                </a:lnTo>
                <a:lnTo>
                  <a:pt x="609600" y="2114550"/>
                </a:lnTo>
                <a:lnTo>
                  <a:pt x="609600" y="2124075"/>
                </a:lnTo>
                <a:lnTo>
                  <a:pt x="619125" y="2124075"/>
                </a:lnTo>
                <a:lnTo>
                  <a:pt x="619125" y="2133600"/>
                </a:lnTo>
                <a:lnTo>
                  <a:pt x="628650" y="2133600"/>
                </a:lnTo>
                <a:lnTo>
                  <a:pt x="628650" y="2124075"/>
                </a:lnTo>
                <a:lnTo>
                  <a:pt x="647700" y="2124075"/>
                </a:lnTo>
                <a:lnTo>
                  <a:pt x="647700" y="2133600"/>
                </a:lnTo>
                <a:lnTo>
                  <a:pt x="781050" y="2133600"/>
                </a:lnTo>
                <a:lnTo>
                  <a:pt x="781050" y="2124075"/>
                </a:lnTo>
                <a:lnTo>
                  <a:pt x="790575" y="2124075"/>
                </a:lnTo>
                <a:lnTo>
                  <a:pt x="790575" y="2085975"/>
                </a:lnTo>
                <a:lnTo>
                  <a:pt x="781050" y="2085975"/>
                </a:lnTo>
                <a:lnTo>
                  <a:pt x="781050" y="2076450"/>
                </a:lnTo>
                <a:lnTo>
                  <a:pt x="685800" y="2076450"/>
                </a:lnTo>
                <a:lnTo>
                  <a:pt x="685800" y="2085975"/>
                </a:lnTo>
                <a:lnTo>
                  <a:pt x="657225" y="2085975"/>
                </a:lnTo>
                <a:lnTo>
                  <a:pt x="657225" y="2076450"/>
                </a:lnTo>
                <a:lnTo>
                  <a:pt x="638175" y="2076450"/>
                </a:lnTo>
                <a:lnTo>
                  <a:pt x="638175" y="2066925"/>
                </a:lnTo>
                <a:lnTo>
                  <a:pt x="600075" y="2066925"/>
                </a:lnTo>
                <a:lnTo>
                  <a:pt x="600075" y="2076450"/>
                </a:lnTo>
                <a:lnTo>
                  <a:pt x="590550" y="2076450"/>
                </a:lnTo>
                <a:close/>
                <a:moveTo>
                  <a:pt x="371475" y="2124075"/>
                </a:moveTo>
                <a:lnTo>
                  <a:pt x="381000" y="2124075"/>
                </a:lnTo>
                <a:lnTo>
                  <a:pt x="381000" y="2133600"/>
                </a:lnTo>
                <a:lnTo>
                  <a:pt x="495300" y="2133600"/>
                </a:lnTo>
                <a:lnTo>
                  <a:pt x="495300" y="2124075"/>
                </a:lnTo>
                <a:lnTo>
                  <a:pt x="523875" y="2124075"/>
                </a:lnTo>
                <a:lnTo>
                  <a:pt x="523875" y="2133600"/>
                </a:lnTo>
                <a:lnTo>
                  <a:pt x="571500" y="2133600"/>
                </a:lnTo>
                <a:lnTo>
                  <a:pt x="571500" y="2124075"/>
                </a:lnTo>
                <a:lnTo>
                  <a:pt x="581025" y="2124075"/>
                </a:lnTo>
                <a:lnTo>
                  <a:pt x="581025" y="2085975"/>
                </a:lnTo>
                <a:lnTo>
                  <a:pt x="571500" y="2085975"/>
                </a:lnTo>
                <a:lnTo>
                  <a:pt x="571500" y="2076450"/>
                </a:lnTo>
                <a:lnTo>
                  <a:pt x="447675" y="2076450"/>
                </a:lnTo>
                <a:lnTo>
                  <a:pt x="447675" y="2085975"/>
                </a:lnTo>
                <a:lnTo>
                  <a:pt x="438150" y="2085975"/>
                </a:lnTo>
                <a:lnTo>
                  <a:pt x="438150" y="2076450"/>
                </a:lnTo>
                <a:lnTo>
                  <a:pt x="371475" y="2076450"/>
                </a:lnTo>
                <a:close/>
                <a:moveTo>
                  <a:pt x="209550" y="2133600"/>
                </a:moveTo>
                <a:lnTo>
                  <a:pt x="219075" y="2133600"/>
                </a:lnTo>
                <a:lnTo>
                  <a:pt x="219075" y="2143125"/>
                </a:lnTo>
                <a:lnTo>
                  <a:pt x="228600" y="2143125"/>
                </a:lnTo>
                <a:lnTo>
                  <a:pt x="228600" y="2152650"/>
                </a:lnTo>
                <a:lnTo>
                  <a:pt x="238125" y="2152650"/>
                </a:lnTo>
                <a:lnTo>
                  <a:pt x="238125" y="2162175"/>
                </a:lnTo>
                <a:lnTo>
                  <a:pt x="257175" y="2162175"/>
                </a:lnTo>
                <a:lnTo>
                  <a:pt x="257175" y="2171700"/>
                </a:lnTo>
                <a:lnTo>
                  <a:pt x="295275" y="2171700"/>
                </a:lnTo>
                <a:lnTo>
                  <a:pt x="295275" y="2162175"/>
                </a:lnTo>
                <a:lnTo>
                  <a:pt x="314325" y="2162175"/>
                </a:lnTo>
                <a:lnTo>
                  <a:pt x="314325" y="2152650"/>
                </a:lnTo>
                <a:lnTo>
                  <a:pt x="323850" y="2152650"/>
                </a:lnTo>
                <a:lnTo>
                  <a:pt x="323850" y="2143125"/>
                </a:lnTo>
                <a:lnTo>
                  <a:pt x="333375" y="2143125"/>
                </a:lnTo>
                <a:lnTo>
                  <a:pt x="333375" y="2066925"/>
                </a:lnTo>
                <a:lnTo>
                  <a:pt x="323850" y="2066925"/>
                </a:lnTo>
                <a:lnTo>
                  <a:pt x="323850" y="2057400"/>
                </a:lnTo>
                <a:lnTo>
                  <a:pt x="314325" y="2057400"/>
                </a:lnTo>
                <a:lnTo>
                  <a:pt x="314325" y="2047875"/>
                </a:lnTo>
                <a:lnTo>
                  <a:pt x="304800" y="2047875"/>
                </a:lnTo>
                <a:lnTo>
                  <a:pt x="304800" y="2038350"/>
                </a:lnTo>
                <a:lnTo>
                  <a:pt x="238125" y="2038350"/>
                </a:lnTo>
                <a:lnTo>
                  <a:pt x="238125" y="2047875"/>
                </a:lnTo>
                <a:lnTo>
                  <a:pt x="228600" y="2047875"/>
                </a:lnTo>
                <a:lnTo>
                  <a:pt x="228600" y="2057400"/>
                </a:lnTo>
                <a:lnTo>
                  <a:pt x="219075" y="2057400"/>
                </a:lnTo>
                <a:lnTo>
                  <a:pt x="219075" y="2066925"/>
                </a:lnTo>
                <a:lnTo>
                  <a:pt x="209550" y="2066925"/>
                </a:lnTo>
                <a:close/>
                <a:moveTo>
                  <a:pt x="200025" y="2847975"/>
                </a:moveTo>
                <a:lnTo>
                  <a:pt x="219075" y="2847975"/>
                </a:lnTo>
                <a:lnTo>
                  <a:pt x="219075" y="2857500"/>
                </a:lnTo>
                <a:lnTo>
                  <a:pt x="200025" y="2857500"/>
                </a:lnTo>
                <a:close/>
                <a:moveTo>
                  <a:pt x="1552575" y="2847975"/>
                </a:moveTo>
                <a:lnTo>
                  <a:pt x="1590675" y="2847975"/>
                </a:lnTo>
                <a:lnTo>
                  <a:pt x="1590675" y="2857500"/>
                </a:lnTo>
                <a:lnTo>
                  <a:pt x="1552575" y="2857500"/>
                </a:lnTo>
                <a:close/>
                <a:moveTo>
                  <a:pt x="600075" y="3419475"/>
                </a:moveTo>
                <a:lnTo>
                  <a:pt x="619125" y="3419475"/>
                </a:lnTo>
                <a:lnTo>
                  <a:pt x="619125" y="3429000"/>
                </a:lnTo>
                <a:lnTo>
                  <a:pt x="628650" y="3429000"/>
                </a:lnTo>
                <a:lnTo>
                  <a:pt x="628650" y="3438525"/>
                </a:lnTo>
                <a:lnTo>
                  <a:pt x="581025" y="3438525"/>
                </a:lnTo>
                <a:lnTo>
                  <a:pt x="581025" y="3448050"/>
                </a:lnTo>
                <a:lnTo>
                  <a:pt x="552450" y="3448050"/>
                </a:lnTo>
                <a:lnTo>
                  <a:pt x="552450" y="3429000"/>
                </a:lnTo>
                <a:lnTo>
                  <a:pt x="600075" y="3429000"/>
                </a:lnTo>
                <a:close/>
                <a:moveTo>
                  <a:pt x="1247775" y="3429000"/>
                </a:moveTo>
                <a:lnTo>
                  <a:pt x="1276350" y="3429000"/>
                </a:lnTo>
                <a:lnTo>
                  <a:pt x="1276350" y="3448050"/>
                </a:lnTo>
                <a:lnTo>
                  <a:pt x="1247775" y="3448050"/>
                </a:lnTo>
                <a:close/>
              </a:path>
            </a:pathLst>
          </a:custGeom>
          <a:solidFill xmlns:a="http://schemas.openxmlformats.org/drawingml/2006/main">
            <a:srgbClr val="F8F6EA"/>
          </a:solidFill>
          <a:ln xmlns:a="http://schemas.openxmlformats.org/drawingml/2006/main" w="0">
            <a:noFill/>
          </a:ln>
        </p:spPr>
      </p:sp>
      <p:sp>
        <p:nvSpPr>
          <p:cNvPr id="11" name="dashboard vector #f2efe3">
            <a:extLst xmlns:a="http://schemas.openxmlformats.org/drawingml/2006/main">
              <a:ext uri="{FF2B5EF4-FFF2-40B4-BE49-F238E27FC236}">
                <a16:creationId xmlns:a16="http://schemas.microsoft.com/office/drawing/2014/main" id="{1E0280E9-995B-4EC0-BAFC-ACC1186B64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14400" y="1447800"/>
            <a:ext cx="2171700" cy="4467225"/>
          </a:xfrm>
          <a:custGeom xmlns:a="http://schemas.openxmlformats.org/drawingml/2006/main">
            <a:pathLst>
              <a:path w="1838325" h="3790950">
                <a:moveTo>
                  <a:pt x="9525" y="0"/>
                </a:moveTo>
                <a:lnTo>
                  <a:pt x="76200" y="0"/>
                </a:lnTo>
                <a:lnTo>
                  <a:pt x="76200" y="19050"/>
                </a:lnTo>
                <a:lnTo>
                  <a:pt x="47625" y="19050"/>
                </a:lnTo>
                <a:lnTo>
                  <a:pt x="47625" y="28575"/>
                </a:lnTo>
                <a:lnTo>
                  <a:pt x="38100" y="28575"/>
                </a:lnTo>
                <a:lnTo>
                  <a:pt x="38100" y="38100"/>
                </a:lnTo>
                <a:lnTo>
                  <a:pt x="47625" y="38100"/>
                </a:lnTo>
                <a:lnTo>
                  <a:pt x="47625" y="47625"/>
                </a:lnTo>
                <a:lnTo>
                  <a:pt x="38100" y="47625"/>
                </a:lnTo>
                <a:lnTo>
                  <a:pt x="38100" y="57150"/>
                </a:lnTo>
                <a:lnTo>
                  <a:pt x="28575" y="57150"/>
                </a:lnTo>
                <a:lnTo>
                  <a:pt x="28575" y="47625"/>
                </a:lnTo>
                <a:lnTo>
                  <a:pt x="9525" y="47625"/>
                </a:lnTo>
                <a:lnTo>
                  <a:pt x="9525" y="57150"/>
                </a:lnTo>
                <a:lnTo>
                  <a:pt x="0" y="57150"/>
                </a:lnTo>
                <a:lnTo>
                  <a:pt x="0" y="9525"/>
                </a:lnTo>
                <a:lnTo>
                  <a:pt x="9525" y="9525"/>
                </a:lnTo>
                <a:close/>
                <a:moveTo>
                  <a:pt x="1685925" y="0"/>
                </a:moveTo>
                <a:lnTo>
                  <a:pt x="1714500" y="0"/>
                </a:lnTo>
                <a:lnTo>
                  <a:pt x="1714500" y="9525"/>
                </a:lnTo>
                <a:lnTo>
                  <a:pt x="1724025" y="9525"/>
                </a:lnTo>
                <a:lnTo>
                  <a:pt x="1724025" y="19050"/>
                </a:lnTo>
                <a:lnTo>
                  <a:pt x="1695450" y="19050"/>
                </a:lnTo>
                <a:lnTo>
                  <a:pt x="1695450" y="9525"/>
                </a:lnTo>
                <a:lnTo>
                  <a:pt x="1685925" y="9525"/>
                </a:lnTo>
                <a:close/>
                <a:moveTo>
                  <a:pt x="1733550" y="0"/>
                </a:moveTo>
                <a:lnTo>
                  <a:pt x="1752600" y="0"/>
                </a:lnTo>
                <a:lnTo>
                  <a:pt x="1752600" y="9525"/>
                </a:lnTo>
                <a:lnTo>
                  <a:pt x="1743075" y="9525"/>
                </a:lnTo>
                <a:lnTo>
                  <a:pt x="1743075" y="19050"/>
                </a:lnTo>
                <a:lnTo>
                  <a:pt x="1733550" y="19050"/>
                </a:lnTo>
                <a:close/>
                <a:moveTo>
                  <a:pt x="1771650" y="0"/>
                </a:moveTo>
                <a:lnTo>
                  <a:pt x="1838325" y="0"/>
                </a:lnTo>
                <a:lnTo>
                  <a:pt x="1838325" y="76200"/>
                </a:lnTo>
                <a:lnTo>
                  <a:pt x="1809750" y="76200"/>
                </a:lnTo>
                <a:lnTo>
                  <a:pt x="1809750" y="95250"/>
                </a:lnTo>
                <a:lnTo>
                  <a:pt x="1819275" y="95250"/>
                </a:lnTo>
                <a:lnTo>
                  <a:pt x="1819275" y="104775"/>
                </a:lnTo>
                <a:lnTo>
                  <a:pt x="1828800" y="104775"/>
                </a:lnTo>
                <a:lnTo>
                  <a:pt x="1828800" y="123825"/>
                </a:lnTo>
                <a:lnTo>
                  <a:pt x="1809750" y="123825"/>
                </a:lnTo>
                <a:lnTo>
                  <a:pt x="1809750" y="114300"/>
                </a:lnTo>
                <a:lnTo>
                  <a:pt x="1781175" y="114300"/>
                </a:lnTo>
                <a:lnTo>
                  <a:pt x="1781175" y="104775"/>
                </a:lnTo>
                <a:lnTo>
                  <a:pt x="1771650" y="104775"/>
                </a:lnTo>
                <a:lnTo>
                  <a:pt x="1771650" y="85725"/>
                </a:lnTo>
                <a:lnTo>
                  <a:pt x="1781175" y="85725"/>
                </a:lnTo>
                <a:lnTo>
                  <a:pt x="1781175" y="76200"/>
                </a:lnTo>
                <a:lnTo>
                  <a:pt x="1771650" y="76200"/>
                </a:lnTo>
                <a:lnTo>
                  <a:pt x="1771650" y="57150"/>
                </a:lnTo>
                <a:lnTo>
                  <a:pt x="1762125" y="57150"/>
                </a:lnTo>
                <a:lnTo>
                  <a:pt x="1762125" y="47625"/>
                </a:lnTo>
                <a:lnTo>
                  <a:pt x="1771650" y="47625"/>
                </a:lnTo>
                <a:close/>
                <a:moveTo>
                  <a:pt x="695325" y="171450"/>
                </a:moveTo>
                <a:lnTo>
                  <a:pt x="704850" y="171450"/>
                </a:lnTo>
                <a:lnTo>
                  <a:pt x="704850" y="180975"/>
                </a:lnTo>
                <a:lnTo>
                  <a:pt x="695325" y="180975"/>
                </a:lnTo>
                <a:close/>
                <a:moveTo>
                  <a:pt x="200025" y="180975"/>
                </a:moveTo>
                <a:lnTo>
                  <a:pt x="219075" y="180975"/>
                </a:lnTo>
                <a:lnTo>
                  <a:pt x="219075" y="190500"/>
                </a:lnTo>
                <a:lnTo>
                  <a:pt x="209550" y="190500"/>
                </a:lnTo>
                <a:lnTo>
                  <a:pt x="209550" y="200025"/>
                </a:lnTo>
                <a:lnTo>
                  <a:pt x="190500" y="200025"/>
                </a:lnTo>
                <a:lnTo>
                  <a:pt x="190500" y="190500"/>
                </a:lnTo>
                <a:lnTo>
                  <a:pt x="200025" y="190500"/>
                </a:lnTo>
                <a:close/>
                <a:moveTo>
                  <a:pt x="676275" y="180975"/>
                </a:moveTo>
                <a:lnTo>
                  <a:pt x="695325" y="180975"/>
                </a:lnTo>
                <a:lnTo>
                  <a:pt x="695325" y="190500"/>
                </a:lnTo>
                <a:lnTo>
                  <a:pt x="685800" y="190500"/>
                </a:lnTo>
                <a:lnTo>
                  <a:pt x="685800" y="200025"/>
                </a:lnTo>
                <a:lnTo>
                  <a:pt x="666750" y="200025"/>
                </a:lnTo>
                <a:lnTo>
                  <a:pt x="666750" y="190500"/>
                </a:lnTo>
                <a:lnTo>
                  <a:pt x="676275" y="190500"/>
                </a:lnTo>
                <a:close/>
                <a:moveTo>
                  <a:pt x="1628775" y="200025"/>
                </a:moveTo>
                <a:lnTo>
                  <a:pt x="1638300" y="200025"/>
                </a:lnTo>
                <a:lnTo>
                  <a:pt x="1638300" y="209550"/>
                </a:lnTo>
                <a:lnTo>
                  <a:pt x="1628775" y="209550"/>
                </a:lnTo>
                <a:close/>
                <a:moveTo>
                  <a:pt x="161925" y="228600"/>
                </a:moveTo>
                <a:lnTo>
                  <a:pt x="171450" y="228600"/>
                </a:lnTo>
                <a:lnTo>
                  <a:pt x="171450" y="247650"/>
                </a:lnTo>
                <a:lnTo>
                  <a:pt x="161925" y="247650"/>
                </a:lnTo>
                <a:close/>
                <a:moveTo>
                  <a:pt x="485775" y="228600"/>
                </a:moveTo>
                <a:lnTo>
                  <a:pt x="504825" y="228600"/>
                </a:lnTo>
                <a:lnTo>
                  <a:pt x="504825" y="276225"/>
                </a:lnTo>
                <a:lnTo>
                  <a:pt x="485775" y="276225"/>
                </a:lnTo>
                <a:close/>
                <a:moveTo>
                  <a:pt x="1343025" y="238125"/>
                </a:moveTo>
                <a:lnTo>
                  <a:pt x="1371600" y="238125"/>
                </a:lnTo>
                <a:lnTo>
                  <a:pt x="1371600" y="257175"/>
                </a:lnTo>
                <a:lnTo>
                  <a:pt x="1381125" y="257175"/>
                </a:lnTo>
                <a:lnTo>
                  <a:pt x="1381125" y="276225"/>
                </a:lnTo>
                <a:lnTo>
                  <a:pt x="1371600" y="276225"/>
                </a:lnTo>
                <a:lnTo>
                  <a:pt x="1371600" y="266700"/>
                </a:lnTo>
                <a:lnTo>
                  <a:pt x="1333500" y="266700"/>
                </a:lnTo>
                <a:lnTo>
                  <a:pt x="1333500" y="247650"/>
                </a:lnTo>
                <a:lnTo>
                  <a:pt x="1343025" y="247650"/>
                </a:lnTo>
                <a:close/>
                <a:moveTo>
                  <a:pt x="1666875" y="257175"/>
                </a:moveTo>
                <a:lnTo>
                  <a:pt x="1685925" y="257175"/>
                </a:lnTo>
                <a:lnTo>
                  <a:pt x="1685925" y="295275"/>
                </a:lnTo>
                <a:lnTo>
                  <a:pt x="1676400" y="295275"/>
                </a:lnTo>
                <a:lnTo>
                  <a:pt x="1676400" y="285750"/>
                </a:lnTo>
                <a:lnTo>
                  <a:pt x="1657350" y="285750"/>
                </a:lnTo>
                <a:lnTo>
                  <a:pt x="1657350" y="276225"/>
                </a:lnTo>
                <a:lnTo>
                  <a:pt x="1666875" y="276225"/>
                </a:lnTo>
                <a:close/>
                <a:moveTo>
                  <a:pt x="361950" y="285750"/>
                </a:moveTo>
                <a:lnTo>
                  <a:pt x="381000" y="285750"/>
                </a:lnTo>
                <a:lnTo>
                  <a:pt x="381000" y="304800"/>
                </a:lnTo>
                <a:lnTo>
                  <a:pt x="361950" y="304800"/>
                </a:lnTo>
                <a:close/>
                <a:moveTo>
                  <a:pt x="1162050" y="285750"/>
                </a:moveTo>
                <a:lnTo>
                  <a:pt x="1171575" y="285750"/>
                </a:lnTo>
                <a:lnTo>
                  <a:pt x="1171575" y="314325"/>
                </a:lnTo>
                <a:lnTo>
                  <a:pt x="1162050" y="314325"/>
                </a:lnTo>
                <a:close/>
                <a:moveTo>
                  <a:pt x="1304925" y="285750"/>
                </a:moveTo>
                <a:lnTo>
                  <a:pt x="1323975" y="285750"/>
                </a:lnTo>
                <a:lnTo>
                  <a:pt x="1323975" y="295275"/>
                </a:lnTo>
                <a:lnTo>
                  <a:pt x="1304925" y="295275"/>
                </a:lnTo>
                <a:close/>
                <a:moveTo>
                  <a:pt x="1323975" y="295275"/>
                </a:moveTo>
                <a:lnTo>
                  <a:pt x="1333500" y="295275"/>
                </a:lnTo>
                <a:lnTo>
                  <a:pt x="1333500" y="304800"/>
                </a:lnTo>
                <a:lnTo>
                  <a:pt x="1323975" y="304800"/>
                </a:lnTo>
                <a:close/>
                <a:moveTo>
                  <a:pt x="666750" y="304800"/>
                </a:moveTo>
                <a:lnTo>
                  <a:pt x="676275" y="304800"/>
                </a:lnTo>
                <a:lnTo>
                  <a:pt x="676275" y="314325"/>
                </a:lnTo>
                <a:lnTo>
                  <a:pt x="666750" y="314325"/>
                </a:lnTo>
                <a:close/>
                <a:moveTo>
                  <a:pt x="762000" y="333375"/>
                </a:moveTo>
                <a:lnTo>
                  <a:pt x="771525" y="333375"/>
                </a:lnTo>
                <a:lnTo>
                  <a:pt x="771525" y="352425"/>
                </a:lnTo>
                <a:lnTo>
                  <a:pt x="762000" y="352425"/>
                </a:lnTo>
                <a:close/>
                <a:moveTo>
                  <a:pt x="904875" y="333375"/>
                </a:moveTo>
                <a:lnTo>
                  <a:pt x="923925" y="333375"/>
                </a:lnTo>
                <a:lnTo>
                  <a:pt x="923925" y="352425"/>
                </a:lnTo>
                <a:lnTo>
                  <a:pt x="904875" y="352425"/>
                </a:lnTo>
                <a:close/>
                <a:moveTo>
                  <a:pt x="952500" y="333375"/>
                </a:moveTo>
                <a:lnTo>
                  <a:pt x="981075" y="333375"/>
                </a:lnTo>
                <a:lnTo>
                  <a:pt x="981075" y="352425"/>
                </a:lnTo>
                <a:lnTo>
                  <a:pt x="952500" y="352425"/>
                </a:lnTo>
                <a:close/>
                <a:moveTo>
                  <a:pt x="1000125" y="333375"/>
                </a:moveTo>
                <a:lnTo>
                  <a:pt x="1019175" y="333375"/>
                </a:lnTo>
                <a:lnTo>
                  <a:pt x="1019175" y="352425"/>
                </a:lnTo>
                <a:lnTo>
                  <a:pt x="1000125" y="352425"/>
                </a:lnTo>
                <a:close/>
                <a:moveTo>
                  <a:pt x="542925" y="342900"/>
                </a:moveTo>
                <a:lnTo>
                  <a:pt x="571500" y="342900"/>
                </a:lnTo>
                <a:lnTo>
                  <a:pt x="571500" y="361950"/>
                </a:lnTo>
                <a:lnTo>
                  <a:pt x="542925" y="361950"/>
                </a:lnTo>
                <a:close/>
                <a:moveTo>
                  <a:pt x="419100" y="352425"/>
                </a:moveTo>
                <a:lnTo>
                  <a:pt x="457200" y="352425"/>
                </a:lnTo>
                <a:lnTo>
                  <a:pt x="457200" y="371475"/>
                </a:lnTo>
                <a:lnTo>
                  <a:pt x="438150" y="371475"/>
                </a:lnTo>
                <a:lnTo>
                  <a:pt x="438150" y="361950"/>
                </a:lnTo>
                <a:lnTo>
                  <a:pt x="419100" y="361950"/>
                </a:lnTo>
                <a:close/>
                <a:moveTo>
                  <a:pt x="171450" y="371475"/>
                </a:moveTo>
                <a:lnTo>
                  <a:pt x="180975" y="371475"/>
                </a:lnTo>
                <a:lnTo>
                  <a:pt x="180975" y="381000"/>
                </a:lnTo>
                <a:lnTo>
                  <a:pt x="171450" y="381000"/>
                </a:lnTo>
                <a:close/>
                <a:moveTo>
                  <a:pt x="1238250" y="371475"/>
                </a:moveTo>
                <a:lnTo>
                  <a:pt x="1247775" y="371475"/>
                </a:lnTo>
                <a:lnTo>
                  <a:pt x="1247775" y="381000"/>
                </a:lnTo>
                <a:lnTo>
                  <a:pt x="1238250" y="381000"/>
                </a:lnTo>
                <a:close/>
                <a:moveTo>
                  <a:pt x="1295400" y="390525"/>
                </a:moveTo>
                <a:lnTo>
                  <a:pt x="1304925" y="390525"/>
                </a:lnTo>
                <a:lnTo>
                  <a:pt x="1304925" y="400050"/>
                </a:lnTo>
                <a:lnTo>
                  <a:pt x="1333500" y="400050"/>
                </a:lnTo>
                <a:lnTo>
                  <a:pt x="1333500" y="419100"/>
                </a:lnTo>
                <a:lnTo>
                  <a:pt x="1295400" y="419100"/>
                </a:lnTo>
                <a:lnTo>
                  <a:pt x="1295400" y="409575"/>
                </a:lnTo>
                <a:lnTo>
                  <a:pt x="1285875" y="409575"/>
                </a:lnTo>
                <a:lnTo>
                  <a:pt x="1285875" y="400050"/>
                </a:lnTo>
                <a:lnTo>
                  <a:pt x="1295400" y="400050"/>
                </a:lnTo>
                <a:close/>
                <a:moveTo>
                  <a:pt x="561975" y="400050"/>
                </a:moveTo>
                <a:lnTo>
                  <a:pt x="590550" y="400050"/>
                </a:lnTo>
                <a:lnTo>
                  <a:pt x="590550" y="409575"/>
                </a:lnTo>
                <a:lnTo>
                  <a:pt x="609600" y="409575"/>
                </a:lnTo>
                <a:lnTo>
                  <a:pt x="609600" y="419100"/>
                </a:lnTo>
                <a:lnTo>
                  <a:pt x="628650" y="419100"/>
                </a:lnTo>
                <a:lnTo>
                  <a:pt x="628650" y="438150"/>
                </a:lnTo>
                <a:lnTo>
                  <a:pt x="600075" y="438150"/>
                </a:lnTo>
                <a:lnTo>
                  <a:pt x="600075" y="428625"/>
                </a:lnTo>
                <a:lnTo>
                  <a:pt x="581025" y="428625"/>
                </a:lnTo>
                <a:lnTo>
                  <a:pt x="581025" y="419100"/>
                </a:lnTo>
                <a:lnTo>
                  <a:pt x="561975" y="419100"/>
                </a:lnTo>
                <a:close/>
                <a:moveTo>
                  <a:pt x="1695450" y="400050"/>
                </a:moveTo>
                <a:lnTo>
                  <a:pt x="1714500" y="400050"/>
                </a:lnTo>
                <a:lnTo>
                  <a:pt x="1714500" y="428625"/>
                </a:lnTo>
                <a:lnTo>
                  <a:pt x="1695450" y="428625"/>
                </a:lnTo>
                <a:close/>
                <a:moveTo>
                  <a:pt x="161925" y="419100"/>
                </a:moveTo>
                <a:lnTo>
                  <a:pt x="171450" y="419100"/>
                </a:lnTo>
                <a:lnTo>
                  <a:pt x="171450" y="428625"/>
                </a:lnTo>
                <a:lnTo>
                  <a:pt x="161925" y="428625"/>
                </a:lnTo>
                <a:close/>
                <a:moveTo>
                  <a:pt x="923925" y="419100"/>
                </a:moveTo>
                <a:lnTo>
                  <a:pt x="933450" y="419100"/>
                </a:lnTo>
                <a:lnTo>
                  <a:pt x="933450" y="428625"/>
                </a:lnTo>
                <a:lnTo>
                  <a:pt x="923925" y="428625"/>
                </a:lnTo>
                <a:close/>
                <a:moveTo>
                  <a:pt x="123825" y="438150"/>
                </a:moveTo>
                <a:lnTo>
                  <a:pt x="142875" y="438150"/>
                </a:lnTo>
                <a:lnTo>
                  <a:pt x="142875" y="447675"/>
                </a:lnTo>
                <a:lnTo>
                  <a:pt x="133350" y="447675"/>
                </a:lnTo>
                <a:lnTo>
                  <a:pt x="133350" y="466725"/>
                </a:lnTo>
                <a:lnTo>
                  <a:pt x="123825" y="466725"/>
                </a:lnTo>
                <a:close/>
                <a:moveTo>
                  <a:pt x="161925" y="438150"/>
                </a:moveTo>
                <a:lnTo>
                  <a:pt x="171450" y="438150"/>
                </a:lnTo>
                <a:lnTo>
                  <a:pt x="171450" y="504825"/>
                </a:lnTo>
                <a:lnTo>
                  <a:pt x="152400" y="504825"/>
                </a:lnTo>
                <a:lnTo>
                  <a:pt x="152400" y="476250"/>
                </a:lnTo>
                <a:lnTo>
                  <a:pt x="142875" y="476250"/>
                </a:lnTo>
                <a:lnTo>
                  <a:pt x="142875" y="447675"/>
                </a:lnTo>
                <a:lnTo>
                  <a:pt x="161925" y="447675"/>
                </a:lnTo>
                <a:close/>
                <a:moveTo>
                  <a:pt x="695325" y="466725"/>
                </a:moveTo>
                <a:lnTo>
                  <a:pt x="723900" y="466725"/>
                </a:lnTo>
                <a:lnTo>
                  <a:pt x="723900" y="485775"/>
                </a:lnTo>
                <a:lnTo>
                  <a:pt x="714375" y="485775"/>
                </a:lnTo>
                <a:lnTo>
                  <a:pt x="714375" y="495300"/>
                </a:lnTo>
                <a:lnTo>
                  <a:pt x="704850" y="495300"/>
                </a:lnTo>
                <a:lnTo>
                  <a:pt x="704850" y="485775"/>
                </a:lnTo>
                <a:lnTo>
                  <a:pt x="695325" y="485775"/>
                </a:lnTo>
                <a:lnTo>
                  <a:pt x="695325" y="495300"/>
                </a:lnTo>
                <a:lnTo>
                  <a:pt x="685800" y="495300"/>
                </a:lnTo>
                <a:lnTo>
                  <a:pt x="685800" y="476250"/>
                </a:lnTo>
                <a:lnTo>
                  <a:pt x="695325" y="476250"/>
                </a:lnTo>
                <a:close/>
                <a:moveTo>
                  <a:pt x="762000" y="476250"/>
                </a:moveTo>
                <a:lnTo>
                  <a:pt x="800100" y="476250"/>
                </a:lnTo>
                <a:lnTo>
                  <a:pt x="800100" y="495300"/>
                </a:lnTo>
                <a:lnTo>
                  <a:pt x="771525" y="495300"/>
                </a:lnTo>
                <a:lnTo>
                  <a:pt x="771525" y="485775"/>
                </a:lnTo>
                <a:lnTo>
                  <a:pt x="762000" y="485775"/>
                </a:lnTo>
                <a:close/>
                <a:moveTo>
                  <a:pt x="876300" y="476250"/>
                </a:moveTo>
                <a:lnTo>
                  <a:pt x="885825" y="476250"/>
                </a:lnTo>
                <a:lnTo>
                  <a:pt x="885825" y="495300"/>
                </a:lnTo>
                <a:lnTo>
                  <a:pt x="876300" y="495300"/>
                </a:lnTo>
                <a:close/>
                <a:moveTo>
                  <a:pt x="723900" y="485775"/>
                </a:moveTo>
                <a:lnTo>
                  <a:pt x="733425" y="485775"/>
                </a:lnTo>
                <a:lnTo>
                  <a:pt x="733425" y="495300"/>
                </a:lnTo>
                <a:lnTo>
                  <a:pt x="723900" y="495300"/>
                </a:lnTo>
                <a:close/>
                <a:moveTo>
                  <a:pt x="1143000" y="514350"/>
                </a:moveTo>
                <a:lnTo>
                  <a:pt x="1152525" y="514350"/>
                </a:lnTo>
                <a:lnTo>
                  <a:pt x="1152525" y="533400"/>
                </a:lnTo>
                <a:lnTo>
                  <a:pt x="1143000" y="533400"/>
                </a:lnTo>
                <a:close/>
                <a:moveTo>
                  <a:pt x="123825" y="533400"/>
                </a:moveTo>
                <a:lnTo>
                  <a:pt x="133350" y="533400"/>
                </a:lnTo>
                <a:lnTo>
                  <a:pt x="133350" y="552450"/>
                </a:lnTo>
                <a:lnTo>
                  <a:pt x="142875" y="552450"/>
                </a:lnTo>
                <a:lnTo>
                  <a:pt x="142875" y="561975"/>
                </a:lnTo>
                <a:lnTo>
                  <a:pt x="123825" y="561975"/>
                </a:lnTo>
                <a:lnTo>
                  <a:pt x="123825" y="571500"/>
                </a:lnTo>
                <a:lnTo>
                  <a:pt x="114300" y="571500"/>
                </a:lnTo>
                <a:lnTo>
                  <a:pt x="114300" y="542925"/>
                </a:lnTo>
                <a:lnTo>
                  <a:pt x="123825" y="542925"/>
                </a:lnTo>
                <a:close/>
                <a:moveTo>
                  <a:pt x="1695450" y="542925"/>
                </a:moveTo>
                <a:lnTo>
                  <a:pt x="1714500" y="542925"/>
                </a:lnTo>
                <a:lnTo>
                  <a:pt x="1714500" y="609600"/>
                </a:lnTo>
                <a:lnTo>
                  <a:pt x="1695450" y="609600"/>
                </a:lnTo>
                <a:close/>
                <a:moveTo>
                  <a:pt x="171450" y="552450"/>
                </a:moveTo>
                <a:lnTo>
                  <a:pt x="190500" y="552450"/>
                </a:lnTo>
                <a:lnTo>
                  <a:pt x="190500" y="561975"/>
                </a:lnTo>
                <a:lnTo>
                  <a:pt x="180975" y="561975"/>
                </a:lnTo>
                <a:lnTo>
                  <a:pt x="180975" y="571500"/>
                </a:lnTo>
                <a:lnTo>
                  <a:pt x="161925" y="571500"/>
                </a:lnTo>
                <a:lnTo>
                  <a:pt x="161925" y="561975"/>
                </a:lnTo>
                <a:lnTo>
                  <a:pt x="171450" y="561975"/>
                </a:lnTo>
                <a:close/>
                <a:moveTo>
                  <a:pt x="1114425" y="628650"/>
                </a:moveTo>
                <a:lnTo>
                  <a:pt x="1123950" y="628650"/>
                </a:lnTo>
                <a:lnTo>
                  <a:pt x="1123950" y="638175"/>
                </a:lnTo>
                <a:lnTo>
                  <a:pt x="1114425" y="638175"/>
                </a:lnTo>
                <a:close/>
                <a:moveTo>
                  <a:pt x="1695450" y="628650"/>
                </a:moveTo>
                <a:lnTo>
                  <a:pt x="1714500" y="628650"/>
                </a:lnTo>
                <a:lnTo>
                  <a:pt x="1714500" y="657225"/>
                </a:lnTo>
                <a:lnTo>
                  <a:pt x="1695450" y="657225"/>
                </a:lnTo>
                <a:close/>
                <a:moveTo>
                  <a:pt x="1123950" y="638175"/>
                </a:moveTo>
                <a:lnTo>
                  <a:pt x="1133475" y="638175"/>
                </a:lnTo>
                <a:lnTo>
                  <a:pt x="1133475" y="647700"/>
                </a:lnTo>
                <a:lnTo>
                  <a:pt x="1123950" y="647700"/>
                </a:lnTo>
                <a:close/>
                <a:moveTo>
                  <a:pt x="400050" y="647700"/>
                </a:moveTo>
                <a:lnTo>
                  <a:pt x="409575" y="647700"/>
                </a:lnTo>
                <a:lnTo>
                  <a:pt x="409575" y="657225"/>
                </a:lnTo>
                <a:lnTo>
                  <a:pt x="400050" y="657225"/>
                </a:lnTo>
                <a:close/>
                <a:moveTo>
                  <a:pt x="219075" y="666750"/>
                </a:moveTo>
                <a:lnTo>
                  <a:pt x="228600" y="666750"/>
                </a:lnTo>
                <a:lnTo>
                  <a:pt x="228600" y="685800"/>
                </a:lnTo>
                <a:lnTo>
                  <a:pt x="219075" y="685800"/>
                </a:lnTo>
                <a:close/>
                <a:moveTo>
                  <a:pt x="247650" y="666750"/>
                </a:moveTo>
                <a:lnTo>
                  <a:pt x="266700" y="666750"/>
                </a:lnTo>
                <a:lnTo>
                  <a:pt x="266700" y="685800"/>
                </a:lnTo>
                <a:lnTo>
                  <a:pt x="257175" y="685800"/>
                </a:lnTo>
                <a:lnTo>
                  <a:pt x="257175" y="676275"/>
                </a:lnTo>
                <a:lnTo>
                  <a:pt x="247650" y="676275"/>
                </a:lnTo>
                <a:close/>
                <a:moveTo>
                  <a:pt x="428625" y="666750"/>
                </a:moveTo>
                <a:lnTo>
                  <a:pt x="447675" y="666750"/>
                </a:lnTo>
                <a:lnTo>
                  <a:pt x="447675" y="676275"/>
                </a:lnTo>
                <a:lnTo>
                  <a:pt x="438150" y="676275"/>
                </a:lnTo>
                <a:lnTo>
                  <a:pt x="438150" y="685800"/>
                </a:lnTo>
                <a:lnTo>
                  <a:pt x="428625" y="685800"/>
                </a:lnTo>
                <a:lnTo>
                  <a:pt x="428625" y="695325"/>
                </a:lnTo>
                <a:lnTo>
                  <a:pt x="409575" y="695325"/>
                </a:lnTo>
                <a:lnTo>
                  <a:pt x="409575" y="685800"/>
                </a:lnTo>
                <a:lnTo>
                  <a:pt x="419100" y="685800"/>
                </a:lnTo>
                <a:lnTo>
                  <a:pt x="419100" y="676275"/>
                </a:lnTo>
                <a:lnTo>
                  <a:pt x="428625" y="676275"/>
                </a:lnTo>
                <a:close/>
                <a:moveTo>
                  <a:pt x="1085850" y="666750"/>
                </a:moveTo>
                <a:lnTo>
                  <a:pt x="1104900" y="666750"/>
                </a:lnTo>
                <a:lnTo>
                  <a:pt x="1104900" y="676275"/>
                </a:lnTo>
                <a:lnTo>
                  <a:pt x="1095375" y="676275"/>
                </a:lnTo>
                <a:lnTo>
                  <a:pt x="1095375" y="685800"/>
                </a:lnTo>
                <a:lnTo>
                  <a:pt x="1085850" y="685800"/>
                </a:lnTo>
                <a:lnTo>
                  <a:pt x="1085850" y="695325"/>
                </a:lnTo>
                <a:lnTo>
                  <a:pt x="1057275" y="695325"/>
                </a:lnTo>
                <a:lnTo>
                  <a:pt x="1057275" y="685800"/>
                </a:lnTo>
                <a:lnTo>
                  <a:pt x="1066800" y="685800"/>
                </a:lnTo>
                <a:lnTo>
                  <a:pt x="1066800" y="676275"/>
                </a:lnTo>
                <a:lnTo>
                  <a:pt x="1085850" y="676275"/>
                </a:lnTo>
                <a:close/>
                <a:moveTo>
                  <a:pt x="1133475" y="666750"/>
                </a:moveTo>
                <a:lnTo>
                  <a:pt x="1143000" y="666750"/>
                </a:lnTo>
                <a:lnTo>
                  <a:pt x="1143000" y="695325"/>
                </a:lnTo>
                <a:lnTo>
                  <a:pt x="1133475" y="695325"/>
                </a:lnTo>
                <a:close/>
                <a:moveTo>
                  <a:pt x="1162050" y="676275"/>
                </a:moveTo>
                <a:lnTo>
                  <a:pt x="1171575" y="676275"/>
                </a:lnTo>
                <a:lnTo>
                  <a:pt x="1171575" y="695325"/>
                </a:lnTo>
                <a:lnTo>
                  <a:pt x="1162050" y="695325"/>
                </a:lnTo>
                <a:close/>
                <a:moveTo>
                  <a:pt x="247650" y="685800"/>
                </a:moveTo>
                <a:lnTo>
                  <a:pt x="257175" y="685800"/>
                </a:lnTo>
                <a:lnTo>
                  <a:pt x="257175" y="695325"/>
                </a:lnTo>
                <a:lnTo>
                  <a:pt x="247650" y="695325"/>
                </a:lnTo>
                <a:close/>
                <a:moveTo>
                  <a:pt x="285750" y="685800"/>
                </a:moveTo>
                <a:lnTo>
                  <a:pt x="304800" y="685800"/>
                </a:lnTo>
                <a:lnTo>
                  <a:pt x="304800" y="695325"/>
                </a:lnTo>
                <a:lnTo>
                  <a:pt x="314325" y="695325"/>
                </a:lnTo>
                <a:lnTo>
                  <a:pt x="314325" y="704850"/>
                </a:lnTo>
                <a:lnTo>
                  <a:pt x="323850" y="704850"/>
                </a:lnTo>
                <a:lnTo>
                  <a:pt x="323850" y="714375"/>
                </a:lnTo>
                <a:lnTo>
                  <a:pt x="314325" y="714375"/>
                </a:lnTo>
                <a:lnTo>
                  <a:pt x="314325" y="742950"/>
                </a:lnTo>
                <a:lnTo>
                  <a:pt x="295275" y="742950"/>
                </a:lnTo>
                <a:lnTo>
                  <a:pt x="295275" y="733425"/>
                </a:lnTo>
                <a:lnTo>
                  <a:pt x="285750" y="733425"/>
                </a:lnTo>
                <a:close/>
                <a:moveTo>
                  <a:pt x="923925" y="685800"/>
                </a:moveTo>
                <a:lnTo>
                  <a:pt x="962025" y="685800"/>
                </a:lnTo>
                <a:lnTo>
                  <a:pt x="962025" y="704850"/>
                </a:lnTo>
                <a:lnTo>
                  <a:pt x="923925" y="704850"/>
                </a:lnTo>
                <a:close/>
                <a:moveTo>
                  <a:pt x="1695450" y="685800"/>
                </a:moveTo>
                <a:lnTo>
                  <a:pt x="1704975" y="685800"/>
                </a:lnTo>
                <a:lnTo>
                  <a:pt x="1704975" y="695325"/>
                </a:lnTo>
                <a:lnTo>
                  <a:pt x="1714500" y="695325"/>
                </a:lnTo>
                <a:lnTo>
                  <a:pt x="1714500" y="733425"/>
                </a:lnTo>
                <a:lnTo>
                  <a:pt x="1695450" y="733425"/>
                </a:lnTo>
                <a:close/>
                <a:moveTo>
                  <a:pt x="466725" y="695325"/>
                </a:moveTo>
                <a:lnTo>
                  <a:pt x="514350" y="695325"/>
                </a:lnTo>
                <a:lnTo>
                  <a:pt x="514350" y="704850"/>
                </a:lnTo>
                <a:lnTo>
                  <a:pt x="504825" y="704850"/>
                </a:lnTo>
                <a:lnTo>
                  <a:pt x="504825" y="742950"/>
                </a:lnTo>
                <a:lnTo>
                  <a:pt x="514350" y="742950"/>
                </a:lnTo>
                <a:lnTo>
                  <a:pt x="514350" y="762000"/>
                </a:lnTo>
                <a:lnTo>
                  <a:pt x="476250" y="762000"/>
                </a:lnTo>
                <a:lnTo>
                  <a:pt x="476250" y="752475"/>
                </a:lnTo>
                <a:lnTo>
                  <a:pt x="466725" y="752475"/>
                </a:lnTo>
                <a:lnTo>
                  <a:pt x="466725" y="742950"/>
                </a:lnTo>
                <a:lnTo>
                  <a:pt x="476250" y="742950"/>
                </a:lnTo>
                <a:lnTo>
                  <a:pt x="476250" y="733425"/>
                </a:lnTo>
                <a:lnTo>
                  <a:pt x="466725" y="733425"/>
                </a:lnTo>
                <a:close/>
                <a:moveTo>
                  <a:pt x="238125" y="704850"/>
                </a:moveTo>
                <a:lnTo>
                  <a:pt x="257175" y="704850"/>
                </a:lnTo>
                <a:lnTo>
                  <a:pt x="257175" y="714375"/>
                </a:lnTo>
                <a:lnTo>
                  <a:pt x="247650" y="714375"/>
                </a:lnTo>
                <a:lnTo>
                  <a:pt x="247650" y="723900"/>
                </a:lnTo>
                <a:lnTo>
                  <a:pt x="238125" y="723900"/>
                </a:lnTo>
                <a:close/>
                <a:moveTo>
                  <a:pt x="619125" y="704850"/>
                </a:moveTo>
                <a:lnTo>
                  <a:pt x="638175" y="704850"/>
                </a:lnTo>
                <a:lnTo>
                  <a:pt x="638175" y="714375"/>
                </a:lnTo>
                <a:lnTo>
                  <a:pt x="619125" y="714375"/>
                </a:lnTo>
                <a:close/>
                <a:moveTo>
                  <a:pt x="1143000" y="733425"/>
                </a:moveTo>
                <a:lnTo>
                  <a:pt x="1152525" y="733425"/>
                </a:lnTo>
                <a:lnTo>
                  <a:pt x="1152525" y="742950"/>
                </a:lnTo>
                <a:lnTo>
                  <a:pt x="1162050" y="742950"/>
                </a:lnTo>
                <a:lnTo>
                  <a:pt x="1162050" y="752475"/>
                </a:lnTo>
                <a:lnTo>
                  <a:pt x="1143000" y="752475"/>
                </a:lnTo>
                <a:lnTo>
                  <a:pt x="1143000" y="762000"/>
                </a:lnTo>
                <a:lnTo>
                  <a:pt x="1123950" y="762000"/>
                </a:lnTo>
                <a:lnTo>
                  <a:pt x="1123950" y="752475"/>
                </a:lnTo>
                <a:lnTo>
                  <a:pt x="1133475" y="752475"/>
                </a:lnTo>
                <a:lnTo>
                  <a:pt x="1133475" y="742950"/>
                </a:lnTo>
                <a:lnTo>
                  <a:pt x="1143000" y="742950"/>
                </a:lnTo>
                <a:close/>
                <a:moveTo>
                  <a:pt x="800100" y="742950"/>
                </a:moveTo>
                <a:lnTo>
                  <a:pt x="819150" y="742950"/>
                </a:lnTo>
                <a:lnTo>
                  <a:pt x="819150" y="752475"/>
                </a:lnTo>
                <a:lnTo>
                  <a:pt x="800100" y="752475"/>
                </a:lnTo>
                <a:close/>
                <a:moveTo>
                  <a:pt x="1057275" y="742950"/>
                </a:moveTo>
                <a:lnTo>
                  <a:pt x="1076325" y="742950"/>
                </a:lnTo>
                <a:lnTo>
                  <a:pt x="1076325" y="762000"/>
                </a:lnTo>
                <a:lnTo>
                  <a:pt x="1057275" y="762000"/>
                </a:lnTo>
                <a:close/>
                <a:moveTo>
                  <a:pt x="123825" y="790575"/>
                </a:moveTo>
                <a:lnTo>
                  <a:pt x="133350" y="790575"/>
                </a:lnTo>
                <a:lnTo>
                  <a:pt x="133350" y="800100"/>
                </a:lnTo>
                <a:lnTo>
                  <a:pt x="123825" y="800100"/>
                </a:lnTo>
                <a:close/>
                <a:moveTo>
                  <a:pt x="114300" y="838200"/>
                </a:moveTo>
                <a:lnTo>
                  <a:pt x="133350" y="838200"/>
                </a:lnTo>
                <a:lnTo>
                  <a:pt x="133350" y="866775"/>
                </a:lnTo>
                <a:lnTo>
                  <a:pt x="123825" y="866775"/>
                </a:lnTo>
                <a:lnTo>
                  <a:pt x="123825" y="876300"/>
                </a:lnTo>
                <a:lnTo>
                  <a:pt x="114300" y="876300"/>
                </a:lnTo>
                <a:close/>
                <a:moveTo>
                  <a:pt x="1695450" y="838200"/>
                </a:moveTo>
                <a:lnTo>
                  <a:pt x="1714500" y="838200"/>
                </a:lnTo>
                <a:lnTo>
                  <a:pt x="1714500" y="866775"/>
                </a:lnTo>
                <a:lnTo>
                  <a:pt x="1695450" y="866775"/>
                </a:lnTo>
                <a:close/>
                <a:moveTo>
                  <a:pt x="133350" y="866775"/>
                </a:moveTo>
                <a:lnTo>
                  <a:pt x="142875" y="866775"/>
                </a:lnTo>
                <a:lnTo>
                  <a:pt x="142875" y="876300"/>
                </a:lnTo>
                <a:lnTo>
                  <a:pt x="133350" y="876300"/>
                </a:lnTo>
                <a:close/>
                <a:moveTo>
                  <a:pt x="114300" y="895350"/>
                </a:moveTo>
                <a:lnTo>
                  <a:pt x="123825" y="895350"/>
                </a:lnTo>
                <a:lnTo>
                  <a:pt x="123825" y="914400"/>
                </a:lnTo>
                <a:lnTo>
                  <a:pt x="133350" y="914400"/>
                </a:lnTo>
                <a:lnTo>
                  <a:pt x="133350" y="895350"/>
                </a:lnTo>
                <a:lnTo>
                  <a:pt x="142875" y="895350"/>
                </a:lnTo>
                <a:lnTo>
                  <a:pt x="142875" y="952500"/>
                </a:lnTo>
                <a:lnTo>
                  <a:pt x="133350" y="952500"/>
                </a:lnTo>
                <a:lnTo>
                  <a:pt x="133350" y="962025"/>
                </a:lnTo>
                <a:lnTo>
                  <a:pt x="123825" y="962025"/>
                </a:lnTo>
                <a:lnTo>
                  <a:pt x="123825" y="952500"/>
                </a:lnTo>
                <a:lnTo>
                  <a:pt x="114300" y="952500"/>
                </a:lnTo>
                <a:close/>
                <a:moveTo>
                  <a:pt x="1695450" y="990600"/>
                </a:moveTo>
                <a:lnTo>
                  <a:pt x="1714500" y="990600"/>
                </a:lnTo>
                <a:lnTo>
                  <a:pt x="1714500" y="1047750"/>
                </a:lnTo>
                <a:lnTo>
                  <a:pt x="1695450" y="1047750"/>
                </a:lnTo>
                <a:close/>
                <a:moveTo>
                  <a:pt x="314325" y="1019175"/>
                </a:moveTo>
                <a:lnTo>
                  <a:pt x="342900" y="1019175"/>
                </a:lnTo>
                <a:lnTo>
                  <a:pt x="342900" y="1028700"/>
                </a:lnTo>
                <a:lnTo>
                  <a:pt x="352425" y="1028700"/>
                </a:lnTo>
                <a:lnTo>
                  <a:pt x="352425" y="1047750"/>
                </a:lnTo>
                <a:lnTo>
                  <a:pt x="314325" y="1047750"/>
                </a:lnTo>
                <a:lnTo>
                  <a:pt x="314325" y="1038225"/>
                </a:lnTo>
                <a:lnTo>
                  <a:pt x="304800" y="1038225"/>
                </a:lnTo>
                <a:lnTo>
                  <a:pt x="304800" y="1028700"/>
                </a:lnTo>
                <a:lnTo>
                  <a:pt x="314325" y="1028700"/>
                </a:lnTo>
                <a:close/>
                <a:moveTo>
                  <a:pt x="409575" y="1047750"/>
                </a:moveTo>
                <a:lnTo>
                  <a:pt x="438150" y="1047750"/>
                </a:lnTo>
                <a:lnTo>
                  <a:pt x="438150" y="1066800"/>
                </a:lnTo>
                <a:lnTo>
                  <a:pt x="495300" y="1066800"/>
                </a:lnTo>
                <a:lnTo>
                  <a:pt x="495300" y="1076325"/>
                </a:lnTo>
                <a:lnTo>
                  <a:pt x="485775" y="1076325"/>
                </a:lnTo>
                <a:lnTo>
                  <a:pt x="485775" y="1085850"/>
                </a:lnTo>
                <a:lnTo>
                  <a:pt x="476250" y="1085850"/>
                </a:lnTo>
                <a:lnTo>
                  <a:pt x="476250" y="1095375"/>
                </a:lnTo>
                <a:lnTo>
                  <a:pt x="457200" y="1095375"/>
                </a:lnTo>
                <a:lnTo>
                  <a:pt x="457200" y="1085850"/>
                </a:lnTo>
                <a:lnTo>
                  <a:pt x="447675" y="1085850"/>
                </a:lnTo>
                <a:lnTo>
                  <a:pt x="447675" y="1076325"/>
                </a:lnTo>
                <a:lnTo>
                  <a:pt x="428625" y="1076325"/>
                </a:lnTo>
                <a:lnTo>
                  <a:pt x="428625" y="1085850"/>
                </a:lnTo>
                <a:lnTo>
                  <a:pt x="419100" y="1085850"/>
                </a:lnTo>
                <a:lnTo>
                  <a:pt x="419100" y="1095375"/>
                </a:lnTo>
                <a:lnTo>
                  <a:pt x="400050" y="1095375"/>
                </a:lnTo>
                <a:lnTo>
                  <a:pt x="400050" y="1085850"/>
                </a:lnTo>
                <a:lnTo>
                  <a:pt x="390525" y="1085850"/>
                </a:lnTo>
                <a:lnTo>
                  <a:pt x="390525" y="1066800"/>
                </a:lnTo>
                <a:lnTo>
                  <a:pt x="400050" y="1066800"/>
                </a:lnTo>
                <a:lnTo>
                  <a:pt x="400050" y="1057275"/>
                </a:lnTo>
                <a:lnTo>
                  <a:pt x="409575" y="1057275"/>
                </a:lnTo>
                <a:close/>
                <a:moveTo>
                  <a:pt x="266700" y="1066800"/>
                </a:moveTo>
                <a:lnTo>
                  <a:pt x="314325" y="1066800"/>
                </a:lnTo>
                <a:lnTo>
                  <a:pt x="314325" y="1076325"/>
                </a:lnTo>
                <a:lnTo>
                  <a:pt x="304800" y="1076325"/>
                </a:lnTo>
                <a:lnTo>
                  <a:pt x="304800" y="1085850"/>
                </a:lnTo>
                <a:lnTo>
                  <a:pt x="266700" y="1085850"/>
                </a:lnTo>
                <a:close/>
                <a:moveTo>
                  <a:pt x="361950" y="1066800"/>
                </a:moveTo>
                <a:lnTo>
                  <a:pt x="381000" y="1066800"/>
                </a:lnTo>
                <a:lnTo>
                  <a:pt x="381000" y="1076325"/>
                </a:lnTo>
                <a:lnTo>
                  <a:pt x="361950" y="1076325"/>
                </a:lnTo>
                <a:close/>
                <a:moveTo>
                  <a:pt x="619125" y="1095375"/>
                </a:moveTo>
                <a:lnTo>
                  <a:pt x="628650" y="1095375"/>
                </a:lnTo>
                <a:lnTo>
                  <a:pt x="628650" y="1114425"/>
                </a:lnTo>
                <a:lnTo>
                  <a:pt x="619125" y="1114425"/>
                </a:lnTo>
                <a:close/>
                <a:moveTo>
                  <a:pt x="457200" y="1133475"/>
                </a:moveTo>
                <a:lnTo>
                  <a:pt x="485775" y="1133475"/>
                </a:lnTo>
                <a:lnTo>
                  <a:pt x="485775" y="1143000"/>
                </a:lnTo>
                <a:lnTo>
                  <a:pt x="523875" y="1143000"/>
                </a:lnTo>
                <a:lnTo>
                  <a:pt x="523875" y="1162050"/>
                </a:lnTo>
                <a:lnTo>
                  <a:pt x="514350" y="1162050"/>
                </a:lnTo>
                <a:lnTo>
                  <a:pt x="514350" y="1181100"/>
                </a:lnTo>
                <a:lnTo>
                  <a:pt x="523875" y="1181100"/>
                </a:lnTo>
                <a:lnTo>
                  <a:pt x="523875" y="1171575"/>
                </a:lnTo>
                <a:lnTo>
                  <a:pt x="561975" y="1171575"/>
                </a:lnTo>
                <a:lnTo>
                  <a:pt x="561975" y="1181100"/>
                </a:lnTo>
                <a:lnTo>
                  <a:pt x="581025" y="1181100"/>
                </a:lnTo>
                <a:lnTo>
                  <a:pt x="581025" y="1162050"/>
                </a:lnTo>
                <a:lnTo>
                  <a:pt x="571500" y="1162050"/>
                </a:lnTo>
                <a:lnTo>
                  <a:pt x="571500" y="1152525"/>
                </a:lnTo>
                <a:lnTo>
                  <a:pt x="600075" y="1152525"/>
                </a:lnTo>
                <a:lnTo>
                  <a:pt x="600075" y="1171575"/>
                </a:lnTo>
                <a:lnTo>
                  <a:pt x="619125" y="1171575"/>
                </a:lnTo>
                <a:lnTo>
                  <a:pt x="619125" y="1181100"/>
                </a:lnTo>
                <a:lnTo>
                  <a:pt x="657225" y="1181100"/>
                </a:lnTo>
                <a:lnTo>
                  <a:pt x="657225" y="1190625"/>
                </a:lnTo>
                <a:lnTo>
                  <a:pt x="723900" y="1190625"/>
                </a:lnTo>
                <a:lnTo>
                  <a:pt x="723900" y="1209675"/>
                </a:lnTo>
                <a:lnTo>
                  <a:pt x="714375" y="1209675"/>
                </a:lnTo>
                <a:lnTo>
                  <a:pt x="714375" y="1219200"/>
                </a:lnTo>
                <a:lnTo>
                  <a:pt x="704850" y="1219200"/>
                </a:lnTo>
                <a:lnTo>
                  <a:pt x="704850" y="1228725"/>
                </a:lnTo>
                <a:lnTo>
                  <a:pt x="685800" y="1228725"/>
                </a:lnTo>
                <a:lnTo>
                  <a:pt x="685800" y="1238250"/>
                </a:lnTo>
                <a:lnTo>
                  <a:pt x="704850" y="1238250"/>
                </a:lnTo>
                <a:lnTo>
                  <a:pt x="704850" y="1247775"/>
                </a:lnTo>
                <a:lnTo>
                  <a:pt x="714375" y="1247775"/>
                </a:lnTo>
                <a:lnTo>
                  <a:pt x="714375" y="1257300"/>
                </a:lnTo>
                <a:lnTo>
                  <a:pt x="704850" y="1257300"/>
                </a:lnTo>
                <a:lnTo>
                  <a:pt x="704850" y="1276350"/>
                </a:lnTo>
                <a:lnTo>
                  <a:pt x="695325" y="1276350"/>
                </a:lnTo>
                <a:lnTo>
                  <a:pt x="695325" y="1285875"/>
                </a:lnTo>
                <a:lnTo>
                  <a:pt x="676275" y="1285875"/>
                </a:lnTo>
                <a:lnTo>
                  <a:pt x="676275" y="1295400"/>
                </a:lnTo>
                <a:lnTo>
                  <a:pt x="666750" y="1295400"/>
                </a:lnTo>
                <a:lnTo>
                  <a:pt x="666750" y="1285875"/>
                </a:lnTo>
                <a:lnTo>
                  <a:pt x="657225" y="1285875"/>
                </a:lnTo>
                <a:lnTo>
                  <a:pt x="657225" y="1276350"/>
                </a:lnTo>
                <a:lnTo>
                  <a:pt x="647700" y="1276350"/>
                </a:lnTo>
                <a:lnTo>
                  <a:pt x="647700" y="1209675"/>
                </a:lnTo>
                <a:lnTo>
                  <a:pt x="638175" y="1209675"/>
                </a:lnTo>
                <a:lnTo>
                  <a:pt x="638175" y="1200150"/>
                </a:lnTo>
                <a:lnTo>
                  <a:pt x="590550" y="1200150"/>
                </a:lnTo>
                <a:lnTo>
                  <a:pt x="590550" y="1209675"/>
                </a:lnTo>
                <a:lnTo>
                  <a:pt x="581025" y="1209675"/>
                </a:lnTo>
                <a:lnTo>
                  <a:pt x="581025" y="1228725"/>
                </a:lnTo>
                <a:lnTo>
                  <a:pt x="571500" y="1228725"/>
                </a:lnTo>
                <a:lnTo>
                  <a:pt x="571500" y="1219200"/>
                </a:lnTo>
                <a:lnTo>
                  <a:pt x="561975" y="1219200"/>
                </a:lnTo>
                <a:lnTo>
                  <a:pt x="561975" y="1228725"/>
                </a:lnTo>
                <a:lnTo>
                  <a:pt x="571500" y="1228725"/>
                </a:lnTo>
                <a:lnTo>
                  <a:pt x="571500" y="1247775"/>
                </a:lnTo>
                <a:lnTo>
                  <a:pt x="561975" y="1247775"/>
                </a:lnTo>
                <a:lnTo>
                  <a:pt x="561975" y="1238250"/>
                </a:lnTo>
                <a:lnTo>
                  <a:pt x="552450" y="1238250"/>
                </a:lnTo>
                <a:lnTo>
                  <a:pt x="552450" y="1219200"/>
                </a:lnTo>
                <a:lnTo>
                  <a:pt x="542925" y="1219200"/>
                </a:lnTo>
                <a:lnTo>
                  <a:pt x="542925" y="1238250"/>
                </a:lnTo>
                <a:lnTo>
                  <a:pt x="533400" y="1238250"/>
                </a:lnTo>
                <a:lnTo>
                  <a:pt x="533400" y="1219200"/>
                </a:lnTo>
                <a:lnTo>
                  <a:pt x="523875" y="1219200"/>
                </a:lnTo>
                <a:lnTo>
                  <a:pt x="523875" y="1209675"/>
                </a:lnTo>
                <a:lnTo>
                  <a:pt x="514350" y="1209675"/>
                </a:lnTo>
                <a:lnTo>
                  <a:pt x="514350" y="1200150"/>
                </a:lnTo>
                <a:lnTo>
                  <a:pt x="495300" y="1200150"/>
                </a:lnTo>
                <a:lnTo>
                  <a:pt x="495300" y="1190625"/>
                </a:lnTo>
                <a:lnTo>
                  <a:pt x="466725" y="1190625"/>
                </a:lnTo>
                <a:lnTo>
                  <a:pt x="466725" y="1181100"/>
                </a:lnTo>
                <a:lnTo>
                  <a:pt x="476250" y="1181100"/>
                </a:lnTo>
                <a:lnTo>
                  <a:pt x="476250" y="1171575"/>
                </a:lnTo>
                <a:lnTo>
                  <a:pt x="457200" y="1171575"/>
                </a:lnTo>
                <a:lnTo>
                  <a:pt x="457200" y="1162050"/>
                </a:lnTo>
                <a:lnTo>
                  <a:pt x="438150" y="1162050"/>
                </a:lnTo>
                <a:lnTo>
                  <a:pt x="438150" y="1143000"/>
                </a:lnTo>
                <a:lnTo>
                  <a:pt x="457200" y="1143000"/>
                </a:lnTo>
                <a:close/>
                <a:moveTo>
                  <a:pt x="533400" y="1152525"/>
                </a:moveTo>
                <a:lnTo>
                  <a:pt x="552450" y="1152525"/>
                </a:lnTo>
                <a:lnTo>
                  <a:pt x="552450" y="1162050"/>
                </a:lnTo>
                <a:lnTo>
                  <a:pt x="533400" y="1162050"/>
                </a:lnTo>
                <a:close/>
                <a:moveTo>
                  <a:pt x="800100" y="1162050"/>
                </a:moveTo>
                <a:lnTo>
                  <a:pt x="828675" y="1162050"/>
                </a:lnTo>
                <a:lnTo>
                  <a:pt x="828675" y="1181100"/>
                </a:lnTo>
                <a:lnTo>
                  <a:pt x="866775" y="1181100"/>
                </a:lnTo>
                <a:lnTo>
                  <a:pt x="866775" y="1190625"/>
                </a:lnTo>
                <a:lnTo>
                  <a:pt x="819150" y="1190625"/>
                </a:lnTo>
                <a:lnTo>
                  <a:pt x="819150" y="1209675"/>
                </a:lnTo>
                <a:lnTo>
                  <a:pt x="809625" y="1209675"/>
                </a:lnTo>
                <a:lnTo>
                  <a:pt x="809625" y="1219200"/>
                </a:lnTo>
                <a:lnTo>
                  <a:pt x="800100" y="1219200"/>
                </a:lnTo>
                <a:lnTo>
                  <a:pt x="800100" y="1209675"/>
                </a:lnTo>
                <a:lnTo>
                  <a:pt x="790575" y="1209675"/>
                </a:lnTo>
                <a:lnTo>
                  <a:pt x="790575" y="1219200"/>
                </a:lnTo>
                <a:lnTo>
                  <a:pt x="781050" y="1219200"/>
                </a:lnTo>
                <a:lnTo>
                  <a:pt x="781050" y="1209675"/>
                </a:lnTo>
                <a:lnTo>
                  <a:pt x="771525" y="1209675"/>
                </a:lnTo>
                <a:lnTo>
                  <a:pt x="771525" y="1200150"/>
                </a:lnTo>
                <a:lnTo>
                  <a:pt x="781050" y="1200150"/>
                </a:lnTo>
                <a:lnTo>
                  <a:pt x="781050" y="1190625"/>
                </a:lnTo>
                <a:lnTo>
                  <a:pt x="752475" y="1190625"/>
                </a:lnTo>
                <a:lnTo>
                  <a:pt x="752475" y="1181100"/>
                </a:lnTo>
                <a:lnTo>
                  <a:pt x="800100" y="1181100"/>
                </a:lnTo>
                <a:close/>
                <a:moveTo>
                  <a:pt x="1552575" y="1162050"/>
                </a:moveTo>
                <a:lnTo>
                  <a:pt x="1562100" y="1162050"/>
                </a:lnTo>
                <a:lnTo>
                  <a:pt x="1562100" y="1171575"/>
                </a:lnTo>
                <a:lnTo>
                  <a:pt x="1552575" y="1171575"/>
                </a:lnTo>
                <a:close/>
                <a:moveTo>
                  <a:pt x="1571625" y="1162050"/>
                </a:moveTo>
                <a:lnTo>
                  <a:pt x="1647825" y="1162050"/>
                </a:lnTo>
                <a:lnTo>
                  <a:pt x="1647825" y="1171575"/>
                </a:lnTo>
                <a:lnTo>
                  <a:pt x="1628775" y="1171575"/>
                </a:lnTo>
                <a:lnTo>
                  <a:pt x="1628775" y="1181100"/>
                </a:lnTo>
                <a:lnTo>
                  <a:pt x="1638300" y="1181100"/>
                </a:lnTo>
                <a:lnTo>
                  <a:pt x="1638300" y="1190625"/>
                </a:lnTo>
                <a:lnTo>
                  <a:pt x="1514475" y="1190625"/>
                </a:lnTo>
                <a:lnTo>
                  <a:pt x="1514475" y="1181100"/>
                </a:lnTo>
                <a:lnTo>
                  <a:pt x="1571625" y="1181100"/>
                </a:lnTo>
                <a:close/>
                <a:moveTo>
                  <a:pt x="114300" y="1171575"/>
                </a:moveTo>
                <a:lnTo>
                  <a:pt x="123825" y="1171575"/>
                </a:lnTo>
                <a:lnTo>
                  <a:pt x="123825" y="1209675"/>
                </a:lnTo>
                <a:lnTo>
                  <a:pt x="114300" y="1209675"/>
                </a:lnTo>
                <a:close/>
                <a:moveTo>
                  <a:pt x="133350" y="1171575"/>
                </a:moveTo>
                <a:lnTo>
                  <a:pt x="142875" y="1171575"/>
                </a:lnTo>
                <a:lnTo>
                  <a:pt x="142875" y="1209675"/>
                </a:lnTo>
                <a:lnTo>
                  <a:pt x="133350" y="1209675"/>
                </a:lnTo>
                <a:close/>
                <a:moveTo>
                  <a:pt x="171450" y="1171575"/>
                </a:moveTo>
                <a:lnTo>
                  <a:pt x="180975" y="1171575"/>
                </a:lnTo>
                <a:lnTo>
                  <a:pt x="180975" y="1181100"/>
                </a:lnTo>
                <a:lnTo>
                  <a:pt x="200025" y="1181100"/>
                </a:lnTo>
                <a:lnTo>
                  <a:pt x="200025" y="1190625"/>
                </a:lnTo>
                <a:lnTo>
                  <a:pt x="209550" y="1190625"/>
                </a:lnTo>
                <a:lnTo>
                  <a:pt x="209550" y="1200150"/>
                </a:lnTo>
                <a:lnTo>
                  <a:pt x="200025" y="1200150"/>
                </a:lnTo>
                <a:lnTo>
                  <a:pt x="200025" y="1209675"/>
                </a:lnTo>
                <a:lnTo>
                  <a:pt x="180975" y="1209675"/>
                </a:lnTo>
                <a:lnTo>
                  <a:pt x="180975" y="1219200"/>
                </a:lnTo>
                <a:lnTo>
                  <a:pt x="161925" y="1219200"/>
                </a:lnTo>
                <a:lnTo>
                  <a:pt x="161925" y="1181100"/>
                </a:lnTo>
                <a:lnTo>
                  <a:pt x="171450" y="1181100"/>
                </a:lnTo>
                <a:close/>
                <a:moveTo>
                  <a:pt x="733425" y="1190625"/>
                </a:moveTo>
                <a:lnTo>
                  <a:pt x="742950" y="1190625"/>
                </a:lnTo>
                <a:lnTo>
                  <a:pt x="742950" y="1200150"/>
                </a:lnTo>
                <a:lnTo>
                  <a:pt x="733425" y="1200150"/>
                </a:lnTo>
                <a:close/>
                <a:moveTo>
                  <a:pt x="1504950" y="1190625"/>
                </a:moveTo>
                <a:lnTo>
                  <a:pt x="1514475" y="1190625"/>
                </a:lnTo>
                <a:lnTo>
                  <a:pt x="1514475" y="1209675"/>
                </a:lnTo>
                <a:lnTo>
                  <a:pt x="1495425" y="1209675"/>
                </a:lnTo>
                <a:lnTo>
                  <a:pt x="1495425" y="1200150"/>
                </a:lnTo>
                <a:lnTo>
                  <a:pt x="1504950" y="1200150"/>
                </a:lnTo>
                <a:close/>
                <a:moveTo>
                  <a:pt x="1628775" y="1200150"/>
                </a:moveTo>
                <a:lnTo>
                  <a:pt x="1647825" y="1200150"/>
                </a:lnTo>
                <a:lnTo>
                  <a:pt x="1647825" y="1209675"/>
                </a:lnTo>
                <a:lnTo>
                  <a:pt x="1628775" y="1209675"/>
                </a:lnTo>
                <a:close/>
                <a:moveTo>
                  <a:pt x="1485900" y="1219200"/>
                </a:moveTo>
                <a:lnTo>
                  <a:pt x="1495425" y="1219200"/>
                </a:lnTo>
                <a:lnTo>
                  <a:pt x="1495425" y="1228725"/>
                </a:lnTo>
                <a:lnTo>
                  <a:pt x="1485900" y="1228725"/>
                </a:lnTo>
                <a:close/>
                <a:moveTo>
                  <a:pt x="123825" y="1228725"/>
                </a:moveTo>
                <a:lnTo>
                  <a:pt x="133350" y="1228725"/>
                </a:lnTo>
                <a:lnTo>
                  <a:pt x="133350" y="1238250"/>
                </a:lnTo>
                <a:lnTo>
                  <a:pt x="123825" y="1238250"/>
                </a:lnTo>
                <a:close/>
                <a:moveTo>
                  <a:pt x="1524000" y="1228725"/>
                </a:moveTo>
                <a:lnTo>
                  <a:pt x="1543050" y="1228725"/>
                </a:lnTo>
                <a:lnTo>
                  <a:pt x="1543050" y="1238250"/>
                </a:lnTo>
                <a:lnTo>
                  <a:pt x="1524000" y="1238250"/>
                </a:lnTo>
                <a:close/>
                <a:moveTo>
                  <a:pt x="1552575" y="1228725"/>
                </a:moveTo>
                <a:lnTo>
                  <a:pt x="1581150" y="1228725"/>
                </a:lnTo>
                <a:lnTo>
                  <a:pt x="1581150" y="1238250"/>
                </a:lnTo>
                <a:lnTo>
                  <a:pt x="1590675" y="1238250"/>
                </a:lnTo>
                <a:lnTo>
                  <a:pt x="1590675" y="1247775"/>
                </a:lnTo>
                <a:lnTo>
                  <a:pt x="1581150" y="1247775"/>
                </a:lnTo>
                <a:lnTo>
                  <a:pt x="1581150" y="1257300"/>
                </a:lnTo>
                <a:lnTo>
                  <a:pt x="1562100" y="1257300"/>
                </a:lnTo>
                <a:lnTo>
                  <a:pt x="1562100" y="1247775"/>
                </a:lnTo>
                <a:lnTo>
                  <a:pt x="1543050" y="1247775"/>
                </a:lnTo>
                <a:lnTo>
                  <a:pt x="1543050" y="1238250"/>
                </a:lnTo>
                <a:lnTo>
                  <a:pt x="1552575" y="1238250"/>
                </a:lnTo>
                <a:close/>
                <a:moveTo>
                  <a:pt x="1028700" y="1238250"/>
                </a:moveTo>
                <a:lnTo>
                  <a:pt x="1057275" y="1238250"/>
                </a:lnTo>
                <a:lnTo>
                  <a:pt x="1057275" y="1266825"/>
                </a:lnTo>
                <a:lnTo>
                  <a:pt x="1047750" y="1266825"/>
                </a:lnTo>
                <a:lnTo>
                  <a:pt x="1047750" y="1276350"/>
                </a:lnTo>
                <a:lnTo>
                  <a:pt x="1028700" y="1276350"/>
                </a:lnTo>
                <a:close/>
                <a:moveTo>
                  <a:pt x="1466850" y="1238250"/>
                </a:moveTo>
                <a:lnTo>
                  <a:pt x="1485900" y="1238250"/>
                </a:lnTo>
                <a:lnTo>
                  <a:pt x="1485900" y="1247775"/>
                </a:lnTo>
                <a:lnTo>
                  <a:pt x="1476375" y="1247775"/>
                </a:lnTo>
                <a:lnTo>
                  <a:pt x="1476375" y="1276350"/>
                </a:lnTo>
                <a:lnTo>
                  <a:pt x="1447800" y="1276350"/>
                </a:lnTo>
                <a:lnTo>
                  <a:pt x="1447800" y="1257300"/>
                </a:lnTo>
                <a:lnTo>
                  <a:pt x="1457325" y="1257300"/>
                </a:lnTo>
                <a:lnTo>
                  <a:pt x="1457325" y="1247775"/>
                </a:lnTo>
                <a:lnTo>
                  <a:pt x="1466850" y="1247775"/>
                </a:lnTo>
                <a:close/>
                <a:moveTo>
                  <a:pt x="1514475" y="1238250"/>
                </a:moveTo>
                <a:lnTo>
                  <a:pt x="1524000" y="1238250"/>
                </a:lnTo>
                <a:lnTo>
                  <a:pt x="1524000" y="1247775"/>
                </a:lnTo>
                <a:lnTo>
                  <a:pt x="1543050" y="1247775"/>
                </a:lnTo>
                <a:lnTo>
                  <a:pt x="1543050" y="1257300"/>
                </a:lnTo>
                <a:lnTo>
                  <a:pt x="1514475" y="1257300"/>
                </a:lnTo>
                <a:close/>
                <a:moveTo>
                  <a:pt x="1600200" y="1238250"/>
                </a:moveTo>
                <a:lnTo>
                  <a:pt x="1619250" y="1238250"/>
                </a:lnTo>
                <a:lnTo>
                  <a:pt x="1619250" y="1247775"/>
                </a:lnTo>
                <a:lnTo>
                  <a:pt x="1600200" y="1247775"/>
                </a:lnTo>
                <a:close/>
                <a:moveTo>
                  <a:pt x="1695450" y="1238250"/>
                </a:moveTo>
                <a:lnTo>
                  <a:pt x="1714500" y="1238250"/>
                </a:lnTo>
                <a:lnTo>
                  <a:pt x="1714500" y="1295400"/>
                </a:lnTo>
                <a:lnTo>
                  <a:pt x="1704975" y="1295400"/>
                </a:lnTo>
                <a:lnTo>
                  <a:pt x="1704975" y="1304925"/>
                </a:lnTo>
                <a:lnTo>
                  <a:pt x="1695450" y="1304925"/>
                </a:lnTo>
                <a:lnTo>
                  <a:pt x="1695450" y="1285875"/>
                </a:lnTo>
                <a:lnTo>
                  <a:pt x="1685925" y="1285875"/>
                </a:lnTo>
                <a:lnTo>
                  <a:pt x="1685925" y="1276350"/>
                </a:lnTo>
                <a:lnTo>
                  <a:pt x="1666875" y="1276350"/>
                </a:lnTo>
                <a:lnTo>
                  <a:pt x="1666875" y="1247775"/>
                </a:lnTo>
                <a:lnTo>
                  <a:pt x="1695450" y="1247775"/>
                </a:lnTo>
                <a:close/>
                <a:moveTo>
                  <a:pt x="542925" y="1247775"/>
                </a:moveTo>
                <a:lnTo>
                  <a:pt x="552450" y="1247775"/>
                </a:lnTo>
                <a:lnTo>
                  <a:pt x="552450" y="1257300"/>
                </a:lnTo>
                <a:lnTo>
                  <a:pt x="542925" y="1257300"/>
                </a:lnTo>
                <a:close/>
                <a:moveTo>
                  <a:pt x="838200" y="1247775"/>
                </a:moveTo>
                <a:lnTo>
                  <a:pt x="857250" y="1247775"/>
                </a:lnTo>
                <a:lnTo>
                  <a:pt x="857250" y="1285875"/>
                </a:lnTo>
                <a:lnTo>
                  <a:pt x="838200" y="1285875"/>
                </a:lnTo>
                <a:close/>
                <a:moveTo>
                  <a:pt x="714375" y="1295400"/>
                </a:moveTo>
                <a:lnTo>
                  <a:pt x="723900" y="1295400"/>
                </a:lnTo>
                <a:lnTo>
                  <a:pt x="723900" y="1314450"/>
                </a:lnTo>
                <a:lnTo>
                  <a:pt x="714375" y="1314450"/>
                </a:lnTo>
                <a:close/>
                <a:moveTo>
                  <a:pt x="914400" y="1304925"/>
                </a:moveTo>
                <a:lnTo>
                  <a:pt x="923925" y="1304925"/>
                </a:lnTo>
                <a:lnTo>
                  <a:pt x="923925" y="1323975"/>
                </a:lnTo>
                <a:lnTo>
                  <a:pt x="933450" y="1323975"/>
                </a:lnTo>
                <a:lnTo>
                  <a:pt x="933450" y="1333500"/>
                </a:lnTo>
                <a:lnTo>
                  <a:pt x="942975" y="1333500"/>
                </a:lnTo>
                <a:lnTo>
                  <a:pt x="942975" y="1343025"/>
                </a:lnTo>
                <a:lnTo>
                  <a:pt x="933450" y="1343025"/>
                </a:lnTo>
                <a:lnTo>
                  <a:pt x="933450" y="1352550"/>
                </a:lnTo>
                <a:lnTo>
                  <a:pt x="904875" y="1352550"/>
                </a:lnTo>
                <a:lnTo>
                  <a:pt x="904875" y="1343025"/>
                </a:lnTo>
                <a:lnTo>
                  <a:pt x="876300" y="1343025"/>
                </a:lnTo>
                <a:lnTo>
                  <a:pt x="876300" y="1333500"/>
                </a:lnTo>
                <a:lnTo>
                  <a:pt x="885825" y="1333500"/>
                </a:lnTo>
                <a:lnTo>
                  <a:pt x="885825" y="1323975"/>
                </a:lnTo>
                <a:lnTo>
                  <a:pt x="895350" y="1323975"/>
                </a:lnTo>
                <a:lnTo>
                  <a:pt x="895350" y="1314450"/>
                </a:lnTo>
                <a:lnTo>
                  <a:pt x="914400" y="1314450"/>
                </a:lnTo>
                <a:close/>
                <a:moveTo>
                  <a:pt x="523875" y="1314450"/>
                </a:moveTo>
                <a:lnTo>
                  <a:pt x="542925" y="1314450"/>
                </a:lnTo>
                <a:lnTo>
                  <a:pt x="542925" y="1333500"/>
                </a:lnTo>
                <a:lnTo>
                  <a:pt x="533400" y="1333500"/>
                </a:lnTo>
                <a:lnTo>
                  <a:pt x="533400" y="1343025"/>
                </a:lnTo>
                <a:lnTo>
                  <a:pt x="514350" y="1343025"/>
                </a:lnTo>
                <a:lnTo>
                  <a:pt x="514350" y="1323975"/>
                </a:lnTo>
                <a:lnTo>
                  <a:pt x="523875" y="1323975"/>
                </a:lnTo>
                <a:close/>
                <a:moveTo>
                  <a:pt x="790575" y="1314450"/>
                </a:moveTo>
                <a:lnTo>
                  <a:pt x="800100" y="1314450"/>
                </a:lnTo>
                <a:lnTo>
                  <a:pt x="800100" y="1323975"/>
                </a:lnTo>
                <a:lnTo>
                  <a:pt x="790575" y="1323975"/>
                </a:lnTo>
                <a:close/>
                <a:moveTo>
                  <a:pt x="161925" y="1323975"/>
                </a:moveTo>
                <a:lnTo>
                  <a:pt x="180975" y="1323975"/>
                </a:lnTo>
                <a:lnTo>
                  <a:pt x="180975" y="1333500"/>
                </a:lnTo>
                <a:lnTo>
                  <a:pt x="200025" y="1333500"/>
                </a:lnTo>
                <a:lnTo>
                  <a:pt x="200025" y="1352550"/>
                </a:lnTo>
                <a:lnTo>
                  <a:pt x="190500" y="1352550"/>
                </a:lnTo>
                <a:lnTo>
                  <a:pt x="190500" y="1343025"/>
                </a:lnTo>
                <a:lnTo>
                  <a:pt x="180975" y="1343025"/>
                </a:lnTo>
                <a:lnTo>
                  <a:pt x="180975" y="1352550"/>
                </a:lnTo>
                <a:lnTo>
                  <a:pt x="171450" y="1352550"/>
                </a:lnTo>
                <a:lnTo>
                  <a:pt x="171450" y="1343025"/>
                </a:lnTo>
                <a:lnTo>
                  <a:pt x="161925" y="1343025"/>
                </a:lnTo>
                <a:close/>
                <a:moveTo>
                  <a:pt x="561975" y="1323975"/>
                </a:moveTo>
                <a:lnTo>
                  <a:pt x="600075" y="1323975"/>
                </a:lnTo>
                <a:lnTo>
                  <a:pt x="600075" y="1333500"/>
                </a:lnTo>
                <a:lnTo>
                  <a:pt x="609600" y="1333500"/>
                </a:lnTo>
                <a:lnTo>
                  <a:pt x="609600" y="1343025"/>
                </a:lnTo>
                <a:lnTo>
                  <a:pt x="590550" y="1343025"/>
                </a:lnTo>
                <a:lnTo>
                  <a:pt x="590550" y="1333500"/>
                </a:lnTo>
                <a:lnTo>
                  <a:pt x="561975" y="1333500"/>
                </a:lnTo>
                <a:close/>
                <a:moveTo>
                  <a:pt x="438150" y="1333500"/>
                </a:moveTo>
                <a:lnTo>
                  <a:pt x="447675" y="1333500"/>
                </a:lnTo>
                <a:lnTo>
                  <a:pt x="447675" y="1352550"/>
                </a:lnTo>
                <a:lnTo>
                  <a:pt x="428625" y="1352550"/>
                </a:lnTo>
                <a:lnTo>
                  <a:pt x="428625" y="1343025"/>
                </a:lnTo>
                <a:lnTo>
                  <a:pt x="438150" y="1343025"/>
                </a:lnTo>
                <a:close/>
                <a:moveTo>
                  <a:pt x="1000125" y="1333500"/>
                </a:moveTo>
                <a:lnTo>
                  <a:pt x="1009650" y="1333500"/>
                </a:lnTo>
                <a:lnTo>
                  <a:pt x="1009650" y="1343025"/>
                </a:lnTo>
                <a:lnTo>
                  <a:pt x="1000125" y="1343025"/>
                </a:lnTo>
                <a:close/>
                <a:moveTo>
                  <a:pt x="676275" y="1343025"/>
                </a:moveTo>
                <a:lnTo>
                  <a:pt x="695325" y="1343025"/>
                </a:lnTo>
                <a:lnTo>
                  <a:pt x="695325" y="1352550"/>
                </a:lnTo>
                <a:lnTo>
                  <a:pt x="676275" y="1352550"/>
                </a:lnTo>
                <a:close/>
                <a:moveTo>
                  <a:pt x="742950" y="1343025"/>
                </a:moveTo>
                <a:lnTo>
                  <a:pt x="771525" y="1343025"/>
                </a:lnTo>
                <a:lnTo>
                  <a:pt x="771525" y="1352550"/>
                </a:lnTo>
                <a:lnTo>
                  <a:pt x="742950" y="1352550"/>
                </a:lnTo>
                <a:close/>
                <a:moveTo>
                  <a:pt x="981075" y="1343025"/>
                </a:moveTo>
                <a:lnTo>
                  <a:pt x="990600" y="1343025"/>
                </a:lnTo>
                <a:lnTo>
                  <a:pt x="990600" y="1352550"/>
                </a:lnTo>
                <a:lnTo>
                  <a:pt x="981075" y="1352550"/>
                </a:lnTo>
                <a:close/>
                <a:moveTo>
                  <a:pt x="1095375" y="1343025"/>
                </a:moveTo>
                <a:lnTo>
                  <a:pt x="1104900" y="1343025"/>
                </a:lnTo>
                <a:lnTo>
                  <a:pt x="1104900" y="1352550"/>
                </a:lnTo>
                <a:lnTo>
                  <a:pt x="1095375" y="1352550"/>
                </a:lnTo>
                <a:close/>
                <a:moveTo>
                  <a:pt x="885825" y="1381125"/>
                </a:moveTo>
                <a:lnTo>
                  <a:pt x="904875" y="1381125"/>
                </a:lnTo>
                <a:lnTo>
                  <a:pt x="904875" y="1400175"/>
                </a:lnTo>
                <a:lnTo>
                  <a:pt x="885825" y="1400175"/>
                </a:lnTo>
                <a:close/>
                <a:moveTo>
                  <a:pt x="666750" y="1419225"/>
                </a:moveTo>
                <a:lnTo>
                  <a:pt x="676275" y="1419225"/>
                </a:lnTo>
                <a:lnTo>
                  <a:pt x="676275" y="1428750"/>
                </a:lnTo>
                <a:lnTo>
                  <a:pt x="666750" y="1428750"/>
                </a:lnTo>
                <a:close/>
                <a:moveTo>
                  <a:pt x="371475" y="1438275"/>
                </a:moveTo>
                <a:lnTo>
                  <a:pt x="390525" y="1438275"/>
                </a:lnTo>
                <a:lnTo>
                  <a:pt x="390525" y="1447800"/>
                </a:lnTo>
                <a:lnTo>
                  <a:pt x="419100" y="1447800"/>
                </a:lnTo>
                <a:lnTo>
                  <a:pt x="419100" y="1457325"/>
                </a:lnTo>
                <a:lnTo>
                  <a:pt x="438150" y="1457325"/>
                </a:lnTo>
                <a:lnTo>
                  <a:pt x="438150" y="1466850"/>
                </a:lnTo>
                <a:lnTo>
                  <a:pt x="457200" y="1466850"/>
                </a:lnTo>
                <a:lnTo>
                  <a:pt x="457200" y="1457325"/>
                </a:lnTo>
                <a:lnTo>
                  <a:pt x="466725" y="1457325"/>
                </a:lnTo>
                <a:lnTo>
                  <a:pt x="466725" y="1447800"/>
                </a:lnTo>
                <a:lnTo>
                  <a:pt x="523875" y="1447800"/>
                </a:lnTo>
                <a:lnTo>
                  <a:pt x="523875" y="1466850"/>
                </a:lnTo>
                <a:lnTo>
                  <a:pt x="504825" y="1466850"/>
                </a:lnTo>
                <a:lnTo>
                  <a:pt x="504825" y="1476375"/>
                </a:lnTo>
                <a:lnTo>
                  <a:pt x="485775" y="1476375"/>
                </a:lnTo>
                <a:lnTo>
                  <a:pt x="485775" y="1466850"/>
                </a:lnTo>
                <a:lnTo>
                  <a:pt x="476250" y="1466850"/>
                </a:lnTo>
                <a:lnTo>
                  <a:pt x="476250" y="1476375"/>
                </a:lnTo>
                <a:lnTo>
                  <a:pt x="457200" y="1476375"/>
                </a:lnTo>
                <a:lnTo>
                  <a:pt x="457200" y="1485900"/>
                </a:lnTo>
                <a:lnTo>
                  <a:pt x="447675" y="1485900"/>
                </a:lnTo>
                <a:lnTo>
                  <a:pt x="447675" y="1476375"/>
                </a:lnTo>
                <a:lnTo>
                  <a:pt x="438150" y="1476375"/>
                </a:lnTo>
                <a:lnTo>
                  <a:pt x="438150" y="1485900"/>
                </a:lnTo>
                <a:lnTo>
                  <a:pt x="428625" y="1485900"/>
                </a:lnTo>
                <a:lnTo>
                  <a:pt x="428625" y="1495425"/>
                </a:lnTo>
                <a:lnTo>
                  <a:pt x="409575" y="1495425"/>
                </a:lnTo>
                <a:lnTo>
                  <a:pt x="409575" y="1476375"/>
                </a:lnTo>
                <a:lnTo>
                  <a:pt x="390525" y="1476375"/>
                </a:lnTo>
                <a:lnTo>
                  <a:pt x="390525" y="1466850"/>
                </a:lnTo>
                <a:lnTo>
                  <a:pt x="381000" y="1466850"/>
                </a:lnTo>
                <a:lnTo>
                  <a:pt x="381000" y="1476375"/>
                </a:lnTo>
                <a:lnTo>
                  <a:pt x="371475" y="1476375"/>
                </a:lnTo>
                <a:lnTo>
                  <a:pt x="371475" y="1485900"/>
                </a:lnTo>
                <a:lnTo>
                  <a:pt x="361950" y="1485900"/>
                </a:lnTo>
                <a:lnTo>
                  <a:pt x="361950" y="1495425"/>
                </a:lnTo>
                <a:lnTo>
                  <a:pt x="352425" y="1495425"/>
                </a:lnTo>
                <a:lnTo>
                  <a:pt x="352425" y="1476375"/>
                </a:lnTo>
                <a:lnTo>
                  <a:pt x="323850" y="1476375"/>
                </a:lnTo>
                <a:lnTo>
                  <a:pt x="323850" y="1485900"/>
                </a:lnTo>
                <a:lnTo>
                  <a:pt x="304800" y="1485900"/>
                </a:lnTo>
                <a:lnTo>
                  <a:pt x="304800" y="1495425"/>
                </a:lnTo>
                <a:lnTo>
                  <a:pt x="314325" y="1495425"/>
                </a:lnTo>
                <a:lnTo>
                  <a:pt x="314325" y="1504950"/>
                </a:lnTo>
                <a:lnTo>
                  <a:pt x="295275" y="1504950"/>
                </a:lnTo>
                <a:lnTo>
                  <a:pt x="295275" y="1514475"/>
                </a:lnTo>
                <a:lnTo>
                  <a:pt x="285750" y="1514475"/>
                </a:lnTo>
                <a:lnTo>
                  <a:pt x="285750" y="1504950"/>
                </a:lnTo>
                <a:lnTo>
                  <a:pt x="266700" y="1504950"/>
                </a:lnTo>
                <a:lnTo>
                  <a:pt x="266700" y="1476375"/>
                </a:lnTo>
                <a:lnTo>
                  <a:pt x="276225" y="1476375"/>
                </a:lnTo>
                <a:lnTo>
                  <a:pt x="276225" y="1457325"/>
                </a:lnTo>
                <a:lnTo>
                  <a:pt x="285750" y="1457325"/>
                </a:lnTo>
                <a:lnTo>
                  <a:pt x="285750" y="1447800"/>
                </a:lnTo>
                <a:lnTo>
                  <a:pt x="314325" y="1447800"/>
                </a:lnTo>
                <a:lnTo>
                  <a:pt x="314325" y="1457325"/>
                </a:lnTo>
                <a:lnTo>
                  <a:pt x="323850" y="1457325"/>
                </a:lnTo>
                <a:lnTo>
                  <a:pt x="323850" y="1447800"/>
                </a:lnTo>
                <a:lnTo>
                  <a:pt x="333375" y="1447800"/>
                </a:lnTo>
                <a:lnTo>
                  <a:pt x="333375" y="1457325"/>
                </a:lnTo>
                <a:lnTo>
                  <a:pt x="361950" y="1457325"/>
                </a:lnTo>
                <a:lnTo>
                  <a:pt x="361950" y="1447800"/>
                </a:lnTo>
                <a:lnTo>
                  <a:pt x="371475" y="1447800"/>
                </a:lnTo>
                <a:close/>
                <a:moveTo>
                  <a:pt x="1162050" y="1457325"/>
                </a:moveTo>
                <a:lnTo>
                  <a:pt x="1171575" y="1457325"/>
                </a:lnTo>
                <a:lnTo>
                  <a:pt x="1171575" y="1476375"/>
                </a:lnTo>
                <a:lnTo>
                  <a:pt x="1162050" y="1476375"/>
                </a:lnTo>
                <a:close/>
                <a:moveTo>
                  <a:pt x="704850" y="1466850"/>
                </a:moveTo>
                <a:lnTo>
                  <a:pt x="714375" y="1466850"/>
                </a:lnTo>
                <a:lnTo>
                  <a:pt x="714375" y="1476375"/>
                </a:lnTo>
                <a:lnTo>
                  <a:pt x="704850" y="1476375"/>
                </a:lnTo>
                <a:close/>
                <a:moveTo>
                  <a:pt x="200025" y="1476375"/>
                </a:moveTo>
                <a:lnTo>
                  <a:pt x="219075" y="1476375"/>
                </a:lnTo>
                <a:lnTo>
                  <a:pt x="219075" y="1485900"/>
                </a:lnTo>
                <a:lnTo>
                  <a:pt x="209550" y="1485900"/>
                </a:lnTo>
                <a:lnTo>
                  <a:pt x="209550" y="1504950"/>
                </a:lnTo>
                <a:lnTo>
                  <a:pt x="190500" y="1504950"/>
                </a:lnTo>
                <a:lnTo>
                  <a:pt x="190500" y="1485900"/>
                </a:lnTo>
                <a:lnTo>
                  <a:pt x="200025" y="1485900"/>
                </a:lnTo>
                <a:close/>
                <a:moveTo>
                  <a:pt x="409575" y="1476375"/>
                </a:moveTo>
                <a:lnTo>
                  <a:pt x="419100" y="1476375"/>
                </a:lnTo>
                <a:lnTo>
                  <a:pt x="419100" y="1466850"/>
                </a:lnTo>
                <a:lnTo>
                  <a:pt x="409575" y="1466850"/>
                </a:lnTo>
                <a:close/>
                <a:moveTo>
                  <a:pt x="800100" y="1476375"/>
                </a:moveTo>
                <a:lnTo>
                  <a:pt x="809625" y="1476375"/>
                </a:lnTo>
                <a:lnTo>
                  <a:pt x="809625" y="1495425"/>
                </a:lnTo>
                <a:lnTo>
                  <a:pt x="828675" y="1495425"/>
                </a:lnTo>
                <a:lnTo>
                  <a:pt x="828675" y="1504950"/>
                </a:lnTo>
                <a:lnTo>
                  <a:pt x="819150" y="1504950"/>
                </a:lnTo>
                <a:lnTo>
                  <a:pt x="819150" y="1514475"/>
                </a:lnTo>
                <a:lnTo>
                  <a:pt x="800100" y="1514475"/>
                </a:lnTo>
                <a:lnTo>
                  <a:pt x="800100" y="1504950"/>
                </a:lnTo>
                <a:lnTo>
                  <a:pt x="790575" y="1504950"/>
                </a:lnTo>
                <a:lnTo>
                  <a:pt x="790575" y="1495425"/>
                </a:lnTo>
                <a:lnTo>
                  <a:pt x="800100" y="1495425"/>
                </a:lnTo>
                <a:close/>
                <a:moveTo>
                  <a:pt x="552450" y="1495425"/>
                </a:moveTo>
                <a:lnTo>
                  <a:pt x="571500" y="1495425"/>
                </a:lnTo>
                <a:lnTo>
                  <a:pt x="571500" y="1504950"/>
                </a:lnTo>
                <a:lnTo>
                  <a:pt x="552450" y="1504950"/>
                </a:lnTo>
                <a:close/>
                <a:moveTo>
                  <a:pt x="638175" y="1495425"/>
                </a:moveTo>
                <a:lnTo>
                  <a:pt x="657225" y="1495425"/>
                </a:lnTo>
                <a:lnTo>
                  <a:pt x="657225" y="1504950"/>
                </a:lnTo>
                <a:lnTo>
                  <a:pt x="638175" y="1504950"/>
                </a:lnTo>
                <a:close/>
                <a:moveTo>
                  <a:pt x="838200" y="1495425"/>
                </a:moveTo>
                <a:lnTo>
                  <a:pt x="857250" y="1495425"/>
                </a:lnTo>
                <a:lnTo>
                  <a:pt x="857250" y="1504950"/>
                </a:lnTo>
                <a:lnTo>
                  <a:pt x="847725" y="1504950"/>
                </a:lnTo>
                <a:lnTo>
                  <a:pt x="847725" y="1514475"/>
                </a:lnTo>
                <a:lnTo>
                  <a:pt x="838200" y="1514475"/>
                </a:lnTo>
                <a:close/>
                <a:moveTo>
                  <a:pt x="904875" y="1495425"/>
                </a:moveTo>
                <a:lnTo>
                  <a:pt x="933450" y="1495425"/>
                </a:lnTo>
                <a:lnTo>
                  <a:pt x="933450" y="1504950"/>
                </a:lnTo>
                <a:lnTo>
                  <a:pt x="904875" y="1504950"/>
                </a:lnTo>
                <a:close/>
                <a:moveTo>
                  <a:pt x="971550" y="1495425"/>
                </a:moveTo>
                <a:lnTo>
                  <a:pt x="981075" y="1495425"/>
                </a:lnTo>
                <a:lnTo>
                  <a:pt x="981075" y="1504950"/>
                </a:lnTo>
                <a:lnTo>
                  <a:pt x="971550" y="1504950"/>
                </a:lnTo>
                <a:close/>
                <a:moveTo>
                  <a:pt x="1000125" y="1495425"/>
                </a:moveTo>
                <a:lnTo>
                  <a:pt x="1009650" y="1495425"/>
                </a:lnTo>
                <a:lnTo>
                  <a:pt x="1009650" y="1504950"/>
                </a:lnTo>
                <a:lnTo>
                  <a:pt x="1000125" y="1504950"/>
                </a:lnTo>
                <a:close/>
                <a:moveTo>
                  <a:pt x="1066800" y="1495425"/>
                </a:moveTo>
                <a:lnTo>
                  <a:pt x="1076325" y="1495425"/>
                </a:lnTo>
                <a:lnTo>
                  <a:pt x="1076325" y="1504950"/>
                </a:lnTo>
                <a:lnTo>
                  <a:pt x="1066800" y="1504950"/>
                </a:lnTo>
                <a:close/>
                <a:moveTo>
                  <a:pt x="228600" y="1504950"/>
                </a:moveTo>
                <a:lnTo>
                  <a:pt x="238125" y="1504950"/>
                </a:lnTo>
                <a:lnTo>
                  <a:pt x="238125" y="1514475"/>
                </a:lnTo>
                <a:lnTo>
                  <a:pt x="228600" y="1514475"/>
                </a:lnTo>
                <a:close/>
                <a:moveTo>
                  <a:pt x="171450" y="1533525"/>
                </a:moveTo>
                <a:lnTo>
                  <a:pt x="200025" y="1533525"/>
                </a:lnTo>
                <a:lnTo>
                  <a:pt x="200025" y="1543050"/>
                </a:lnTo>
                <a:lnTo>
                  <a:pt x="219075" y="1543050"/>
                </a:lnTo>
                <a:lnTo>
                  <a:pt x="219075" y="1552575"/>
                </a:lnTo>
                <a:lnTo>
                  <a:pt x="209550" y="1552575"/>
                </a:lnTo>
                <a:lnTo>
                  <a:pt x="209550" y="1562100"/>
                </a:lnTo>
                <a:lnTo>
                  <a:pt x="200025" y="1562100"/>
                </a:lnTo>
                <a:lnTo>
                  <a:pt x="200025" y="1571625"/>
                </a:lnTo>
                <a:lnTo>
                  <a:pt x="171450" y="1571625"/>
                </a:lnTo>
                <a:lnTo>
                  <a:pt x="171450" y="1562100"/>
                </a:lnTo>
                <a:lnTo>
                  <a:pt x="161925" y="1562100"/>
                </a:lnTo>
                <a:lnTo>
                  <a:pt x="161925" y="1543050"/>
                </a:lnTo>
                <a:lnTo>
                  <a:pt x="171450" y="1543050"/>
                </a:lnTo>
                <a:close/>
                <a:moveTo>
                  <a:pt x="990600" y="1533525"/>
                </a:moveTo>
                <a:lnTo>
                  <a:pt x="1000125" y="1533525"/>
                </a:lnTo>
                <a:lnTo>
                  <a:pt x="1000125" y="1543050"/>
                </a:lnTo>
                <a:lnTo>
                  <a:pt x="990600" y="1543050"/>
                </a:lnTo>
                <a:close/>
                <a:moveTo>
                  <a:pt x="1695450" y="1533525"/>
                </a:moveTo>
                <a:lnTo>
                  <a:pt x="1704975" y="1533525"/>
                </a:lnTo>
                <a:lnTo>
                  <a:pt x="1704975" y="1543050"/>
                </a:lnTo>
                <a:lnTo>
                  <a:pt x="1714500" y="1543050"/>
                </a:lnTo>
                <a:lnTo>
                  <a:pt x="1714500" y="1562100"/>
                </a:lnTo>
                <a:lnTo>
                  <a:pt x="1704975" y="1562100"/>
                </a:lnTo>
                <a:lnTo>
                  <a:pt x="1704975" y="1571625"/>
                </a:lnTo>
                <a:lnTo>
                  <a:pt x="1695450" y="1571625"/>
                </a:lnTo>
                <a:close/>
                <a:moveTo>
                  <a:pt x="971550" y="1543050"/>
                </a:moveTo>
                <a:lnTo>
                  <a:pt x="990600" y="1543050"/>
                </a:lnTo>
                <a:lnTo>
                  <a:pt x="990600" y="1552575"/>
                </a:lnTo>
                <a:lnTo>
                  <a:pt x="971550" y="1552575"/>
                </a:lnTo>
                <a:close/>
                <a:moveTo>
                  <a:pt x="171450" y="1600200"/>
                </a:moveTo>
                <a:lnTo>
                  <a:pt x="180975" y="1600200"/>
                </a:lnTo>
                <a:lnTo>
                  <a:pt x="180975" y="1609725"/>
                </a:lnTo>
                <a:lnTo>
                  <a:pt x="171450" y="1609725"/>
                </a:lnTo>
                <a:close/>
                <a:moveTo>
                  <a:pt x="447675" y="1609725"/>
                </a:moveTo>
                <a:lnTo>
                  <a:pt x="457200" y="1609725"/>
                </a:lnTo>
                <a:lnTo>
                  <a:pt x="457200" y="1619250"/>
                </a:lnTo>
                <a:lnTo>
                  <a:pt x="466725" y="1619250"/>
                </a:lnTo>
                <a:lnTo>
                  <a:pt x="466725" y="1638300"/>
                </a:lnTo>
                <a:lnTo>
                  <a:pt x="409575" y="1638300"/>
                </a:lnTo>
                <a:lnTo>
                  <a:pt x="409575" y="1647825"/>
                </a:lnTo>
                <a:lnTo>
                  <a:pt x="381000" y="1647825"/>
                </a:lnTo>
                <a:lnTo>
                  <a:pt x="381000" y="1638300"/>
                </a:lnTo>
                <a:lnTo>
                  <a:pt x="390525" y="1638300"/>
                </a:lnTo>
                <a:lnTo>
                  <a:pt x="390525" y="1628775"/>
                </a:lnTo>
                <a:lnTo>
                  <a:pt x="381000" y="1628775"/>
                </a:lnTo>
                <a:lnTo>
                  <a:pt x="381000" y="1619250"/>
                </a:lnTo>
                <a:lnTo>
                  <a:pt x="447675" y="1619250"/>
                </a:lnTo>
                <a:close/>
                <a:moveTo>
                  <a:pt x="285750" y="1619250"/>
                </a:moveTo>
                <a:lnTo>
                  <a:pt x="304800" y="1619250"/>
                </a:lnTo>
                <a:lnTo>
                  <a:pt x="304800" y="1628775"/>
                </a:lnTo>
                <a:lnTo>
                  <a:pt x="314325" y="1628775"/>
                </a:lnTo>
                <a:lnTo>
                  <a:pt x="314325" y="1638300"/>
                </a:lnTo>
                <a:lnTo>
                  <a:pt x="285750" y="1638300"/>
                </a:lnTo>
                <a:close/>
                <a:moveTo>
                  <a:pt x="342900" y="1619250"/>
                </a:moveTo>
                <a:lnTo>
                  <a:pt x="352425" y="1619250"/>
                </a:lnTo>
                <a:lnTo>
                  <a:pt x="352425" y="1638300"/>
                </a:lnTo>
                <a:lnTo>
                  <a:pt x="342900" y="1638300"/>
                </a:lnTo>
                <a:close/>
                <a:moveTo>
                  <a:pt x="361950" y="1619250"/>
                </a:moveTo>
                <a:lnTo>
                  <a:pt x="371475" y="1619250"/>
                </a:lnTo>
                <a:lnTo>
                  <a:pt x="371475" y="1638300"/>
                </a:lnTo>
                <a:lnTo>
                  <a:pt x="361950" y="1638300"/>
                </a:lnTo>
                <a:close/>
                <a:moveTo>
                  <a:pt x="1133475" y="1619250"/>
                </a:moveTo>
                <a:lnTo>
                  <a:pt x="1152525" y="1619250"/>
                </a:lnTo>
                <a:lnTo>
                  <a:pt x="1152525" y="1628775"/>
                </a:lnTo>
                <a:lnTo>
                  <a:pt x="1181100" y="1628775"/>
                </a:lnTo>
                <a:lnTo>
                  <a:pt x="1181100" y="1619250"/>
                </a:lnTo>
                <a:lnTo>
                  <a:pt x="1209675" y="1619250"/>
                </a:lnTo>
                <a:lnTo>
                  <a:pt x="1209675" y="1628775"/>
                </a:lnTo>
                <a:lnTo>
                  <a:pt x="1200150" y="1628775"/>
                </a:lnTo>
                <a:lnTo>
                  <a:pt x="1200150" y="1638300"/>
                </a:lnTo>
                <a:lnTo>
                  <a:pt x="1181100" y="1638300"/>
                </a:lnTo>
                <a:lnTo>
                  <a:pt x="1181100" y="1647825"/>
                </a:lnTo>
                <a:lnTo>
                  <a:pt x="1171575" y="1647825"/>
                </a:lnTo>
                <a:lnTo>
                  <a:pt x="1171575" y="1657350"/>
                </a:lnTo>
                <a:lnTo>
                  <a:pt x="1181100" y="1657350"/>
                </a:lnTo>
                <a:lnTo>
                  <a:pt x="1181100" y="1666875"/>
                </a:lnTo>
                <a:lnTo>
                  <a:pt x="1171575" y="1666875"/>
                </a:lnTo>
                <a:lnTo>
                  <a:pt x="1171575" y="1676400"/>
                </a:lnTo>
                <a:lnTo>
                  <a:pt x="1162050" y="1676400"/>
                </a:lnTo>
                <a:lnTo>
                  <a:pt x="1162050" y="1638300"/>
                </a:lnTo>
                <a:lnTo>
                  <a:pt x="1152525" y="1638300"/>
                </a:lnTo>
                <a:lnTo>
                  <a:pt x="1152525" y="1647825"/>
                </a:lnTo>
                <a:lnTo>
                  <a:pt x="1143000" y="1647825"/>
                </a:lnTo>
                <a:lnTo>
                  <a:pt x="1143000" y="1638300"/>
                </a:lnTo>
                <a:lnTo>
                  <a:pt x="1133475" y="1638300"/>
                </a:lnTo>
                <a:close/>
                <a:moveTo>
                  <a:pt x="1219200" y="1619250"/>
                </a:moveTo>
                <a:lnTo>
                  <a:pt x="1228725" y="1619250"/>
                </a:lnTo>
                <a:lnTo>
                  <a:pt x="1228725" y="1628775"/>
                </a:lnTo>
                <a:lnTo>
                  <a:pt x="1219200" y="1628775"/>
                </a:lnTo>
                <a:close/>
                <a:moveTo>
                  <a:pt x="1057275" y="1628775"/>
                </a:moveTo>
                <a:lnTo>
                  <a:pt x="1085850" y="1628775"/>
                </a:lnTo>
                <a:lnTo>
                  <a:pt x="1085850" y="1638300"/>
                </a:lnTo>
                <a:lnTo>
                  <a:pt x="1076325" y="1638300"/>
                </a:lnTo>
                <a:lnTo>
                  <a:pt x="1076325" y="1647825"/>
                </a:lnTo>
                <a:lnTo>
                  <a:pt x="1047750" y="1647825"/>
                </a:lnTo>
                <a:lnTo>
                  <a:pt x="1047750" y="1638300"/>
                </a:lnTo>
                <a:lnTo>
                  <a:pt x="1057275" y="1638300"/>
                </a:lnTo>
                <a:close/>
                <a:moveTo>
                  <a:pt x="1095375" y="1628775"/>
                </a:moveTo>
                <a:lnTo>
                  <a:pt x="1123950" y="1628775"/>
                </a:lnTo>
                <a:lnTo>
                  <a:pt x="1123950" y="1647825"/>
                </a:lnTo>
                <a:lnTo>
                  <a:pt x="1095375" y="1647825"/>
                </a:lnTo>
                <a:close/>
                <a:moveTo>
                  <a:pt x="1200150" y="1638300"/>
                </a:moveTo>
                <a:lnTo>
                  <a:pt x="1209675" y="1638300"/>
                </a:lnTo>
                <a:lnTo>
                  <a:pt x="1209675" y="1647825"/>
                </a:lnTo>
                <a:lnTo>
                  <a:pt x="1200150" y="1647825"/>
                </a:lnTo>
                <a:close/>
                <a:moveTo>
                  <a:pt x="542925" y="1657350"/>
                </a:moveTo>
                <a:lnTo>
                  <a:pt x="561975" y="1657350"/>
                </a:lnTo>
                <a:lnTo>
                  <a:pt x="561975" y="1666875"/>
                </a:lnTo>
                <a:lnTo>
                  <a:pt x="542925" y="1666875"/>
                </a:lnTo>
                <a:close/>
                <a:moveTo>
                  <a:pt x="1219200" y="1657350"/>
                </a:moveTo>
                <a:lnTo>
                  <a:pt x="1228725" y="1657350"/>
                </a:lnTo>
                <a:lnTo>
                  <a:pt x="1228725" y="1676400"/>
                </a:lnTo>
                <a:lnTo>
                  <a:pt x="1219200" y="1676400"/>
                </a:lnTo>
                <a:close/>
                <a:moveTo>
                  <a:pt x="390525" y="1685925"/>
                </a:moveTo>
                <a:lnTo>
                  <a:pt x="428625" y="1685925"/>
                </a:lnTo>
                <a:lnTo>
                  <a:pt x="428625" y="1704975"/>
                </a:lnTo>
                <a:lnTo>
                  <a:pt x="400050" y="1704975"/>
                </a:lnTo>
                <a:lnTo>
                  <a:pt x="400050" y="1695450"/>
                </a:lnTo>
                <a:lnTo>
                  <a:pt x="390525" y="1695450"/>
                </a:lnTo>
                <a:close/>
                <a:moveTo>
                  <a:pt x="457200" y="1685925"/>
                </a:moveTo>
                <a:lnTo>
                  <a:pt x="466725" y="1685925"/>
                </a:lnTo>
                <a:lnTo>
                  <a:pt x="466725" y="1704975"/>
                </a:lnTo>
                <a:lnTo>
                  <a:pt x="457200" y="1704975"/>
                </a:lnTo>
                <a:close/>
                <a:moveTo>
                  <a:pt x="1152525" y="1685925"/>
                </a:moveTo>
                <a:lnTo>
                  <a:pt x="1162050" y="1685925"/>
                </a:lnTo>
                <a:lnTo>
                  <a:pt x="1162050" y="1695450"/>
                </a:lnTo>
                <a:lnTo>
                  <a:pt x="1152525" y="1695450"/>
                </a:lnTo>
                <a:close/>
                <a:moveTo>
                  <a:pt x="1200150" y="1714500"/>
                </a:moveTo>
                <a:lnTo>
                  <a:pt x="1228725" y="1714500"/>
                </a:lnTo>
                <a:lnTo>
                  <a:pt x="1228725" y="1733550"/>
                </a:lnTo>
                <a:lnTo>
                  <a:pt x="1200150" y="1733550"/>
                </a:lnTo>
                <a:close/>
                <a:moveTo>
                  <a:pt x="171450" y="1771650"/>
                </a:moveTo>
                <a:lnTo>
                  <a:pt x="180975" y="1771650"/>
                </a:lnTo>
                <a:lnTo>
                  <a:pt x="180975" y="1790700"/>
                </a:lnTo>
                <a:lnTo>
                  <a:pt x="171450" y="1790700"/>
                </a:lnTo>
                <a:close/>
                <a:moveTo>
                  <a:pt x="171450" y="1809750"/>
                </a:moveTo>
                <a:lnTo>
                  <a:pt x="180975" y="1809750"/>
                </a:lnTo>
                <a:lnTo>
                  <a:pt x="180975" y="1828800"/>
                </a:lnTo>
                <a:lnTo>
                  <a:pt x="171450" y="1828800"/>
                </a:lnTo>
                <a:close/>
                <a:moveTo>
                  <a:pt x="190500" y="1819275"/>
                </a:moveTo>
                <a:lnTo>
                  <a:pt x="200025" y="1819275"/>
                </a:lnTo>
                <a:lnTo>
                  <a:pt x="200025" y="1838325"/>
                </a:lnTo>
                <a:lnTo>
                  <a:pt x="190500" y="1838325"/>
                </a:lnTo>
                <a:lnTo>
                  <a:pt x="190500" y="1847850"/>
                </a:lnTo>
                <a:lnTo>
                  <a:pt x="180975" y="1847850"/>
                </a:lnTo>
                <a:lnTo>
                  <a:pt x="180975" y="1857375"/>
                </a:lnTo>
                <a:lnTo>
                  <a:pt x="161925" y="1857375"/>
                </a:lnTo>
                <a:lnTo>
                  <a:pt x="161925" y="1838325"/>
                </a:lnTo>
                <a:lnTo>
                  <a:pt x="180975" y="1838325"/>
                </a:lnTo>
                <a:lnTo>
                  <a:pt x="180975" y="1828800"/>
                </a:lnTo>
                <a:lnTo>
                  <a:pt x="190500" y="1828800"/>
                </a:lnTo>
                <a:close/>
                <a:moveTo>
                  <a:pt x="514350" y="1838325"/>
                </a:moveTo>
                <a:lnTo>
                  <a:pt x="542925" y="1838325"/>
                </a:lnTo>
                <a:lnTo>
                  <a:pt x="542925" y="1857375"/>
                </a:lnTo>
                <a:lnTo>
                  <a:pt x="514350" y="1857375"/>
                </a:lnTo>
                <a:close/>
                <a:moveTo>
                  <a:pt x="552450" y="1838325"/>
                </a:moveTo>
                <a:lnTo>
                  <a:pt x="571500" y="1838325"/>
                </a:lnTo>
                <a:lnTo>
                  <a:pt x="571500" y="1847850"/>
                </a:lnTo>
                <a:lnTo>
                  <a:pt x="552450" y="1847850"/>
                </a:lnTo>
                <a:close/>
                <a:moveTo>
                  <a:pt x="428625" y="1847850"/>
                </a:moveTo>
                <a:lnTo>
                  <a:pt x="447675" y="1847850"/>
                </a:lnTo>
                <a:lnTo>
                  <a:pt x="447675" y="1866900"/>
                </a:lnTo>
                <a:lnTo>
                  <a:pt x="438150" y="1866900"/>
                </a:lnTo>
                <a:lnTo>
                  <a:pt x="438150" y="1876425"/>
                </a:lnTo>
                <a:lnTo>
                  <a:pt x="419100" y="1876425"/>
                </a:lnTo>
                <a:lnTo>
                  <a:pt x="419100" y="1857375"/>
                </a:lnTo>
                <a:lnTo>
                  <a:pt x="428625" y="1857375"/>
                </a:lnTo>
                <a:close/>
                <a:moveTo>
                  <a:pt x="1695450" y="1885950"/>
                </a:moveTo>
                <a:lnTo>
                  <a:pt x="1714500" y="1885950"/>
                </a:lnTo>
                <a:lnTo>
                  <a:pt x="1714500" y="1914525"/>
                </a:lnTo>
                <a:lnTo>
                  <a:pt x="1695450" y="1914525"/>
                </a:lnTo>
                <a:close/>
                <a:moveTo>
                  <a:pt x="419100" y="1895475"/>
                </a:moveTo>
                <a:lnTo>
                  <a:pt x="438150" y="1895475"/>
                </a:lnTo>
                <a:lnTo>
                  <a:pt x="438150" y="1905000"/>
                </a:lnTo>
                <a:lnTo>
                  <a:pt x="419100" y="1905000"/>
                </a:lnTo>
                <a:close/>
                <a:moveTo>
                  <a:pt x="352425" y="1905000"/>
                </a:moveTo>
                <a:lnTo>
                  <a:pt x="390525" y="1905000"/>
                </a:lnTo>
                <a:lnTo>
                  <a:pt x="390525" y="1924050"/>
                </a:lnTo>
                <a:lnTo>
                  <a:pt x="352425" y="1924050"/>
                </a:lnTo>
                <a:close/>
                <a:moveTo>
                  <a:pt x="523875" y="1905000"/>
                </a:moveTo>
                <a:lnTo>
                  <a:pt x="533400" y="1905000"/>
                </a:lnTo>
                <a:lnTo>
                  <a:pt x="533400" y="1914525"/>
                </a:lnTo>
                <a:lnTo>
                  <a:pt x="523875" y="1914525"/>
                </a:lnTo>
                <a:close/>
                <a:moveTo>
                  <a:pt x="561975" y="1905000"/>
                </a:moveTo>
                <a:lnTo>
                  <a:pt x="571500" y="1905000"/>
                </a:lnTo>
                <a:lnTo>
                  <a:pt x="571500" y="1914525"/>
                </a:lnTo>
                <a:lnTo>
                  <a:pt x="581025" y="1914525"/>
                </a:lnTo>
                <a:lnTo>
                  <a:pt x="581025" y="1905000"/>
                </a:lnTo>
                <a:lnTo>
                  <a:pt x="609600" y="1905000"/>
                </a:lnTo>
                <a:lnTo>
                  <a:pt x="609600" y="1914525"/>
                </a:lnTo>
                <a:lnTo>
                  <a:pt x="628650" y="1914525"/>
                </a:lnTo>
                <a:lnTo>
                  <a:pt x="628650" y="1924050"/>
                </a:lnTo>
                <a:lnTo>
                  <a:pt x="561975" y="1924050"/>
                </a:lnTo>
                <a:close/>
                <a:moveTo>
                  <a:pt x="638175" y="1905000"/>
                </a:moveTo>
                <a:lnTo>
                  <a:pt x="647700" y="1905000"/>
                </a:lnTo>
                <a:lnTo>
                  <a:pt x="647700" y="1914525"/>
                </a:lnTo>
                <a:lnTo>
                  <a:pt x="638175" y="1914525"/>
                </a:lnTo>
                <a:close/>
                <a:moveTo>
                  <a:pt x="209550" y="1914525"/>
                </a:moveTo>
                <a:lnTo>
                  <a:pt x="219075" y="1914525"/>
                </a:lnTo>
                <a:lnTo>
                  <a:pt x="219075" y="1952625"/>
                </a:lnTo>
                <a:lnTo>
                  <a:pt x="200025" y="1952625"/>
                </a:lnTo>
                <a:lnTo>
                  <a:pt x="200025" y="1962150"/>
                </a:lnTo>
                <a:lnTo>
                  <a:pt x="190500" y="1962150"/>
                </a:lnTo>
                <a:lnTo>
                  <a:pt x="190500" y="1971675"/>
                </a:lnTo>
                <a:lnTo>
                  <a:pt x="180975" y="1971675"/>
                </a:lnTo>
                <a:lnTo>
                  <a:pt x="180975" y="1981200"/>
                </a:lnTo>
                <a:lnTo>
                  <a:pt x="171450" y="1981200"/>
                </a:lnTo>
                <a:lnTo>
                  <a:pt x="171450" y="1971675"/>
                </a:lnTo>
                <a:lnTo>
                  <a:pt x="161925" y="1971675"/>
                </a:lnTo>
                <a:lnTo>
                  <a:pt x="161925" y="1952625"/>
                </a:lnTo>
                <a:lnTo>
                  <a:pt x="190500" y="1952625"/>
                </a:lnTo>
                <a:lnTo>
                  <a:pt x="190500" y="1943100"/>
                </a:lnTo>
                <a:lnTo>
                  <a:pt x="200025" y="1943100"/>
                </a:lnTo>
                <a:lnTo>
                  <a:pt x="200025" y="1933575"/>
                </a:lnTo>
                <a:lnTo>
                  <a:pt x="190500" y="1933575"/>
                </a:lnTo>
                <a:lnTo>
                  <a:pt x="190500" y="1924050"/>
                </a:lnTo>
                <a:lnTo>
                  <a:pt x="209550" y="1924050"/>
                </a:lnTo>
                <a:close/>
                <a:moveTo>
                  <a:pt x="1685925" y="1943100"/>
                </a:moveTo>
                <a:lnTo>
                  <a:pt x="1714500" y="1943100"/>
                </a:lnTo>
                <a:lnTo>
                  <a:pt x="1714500" y="1962150"/>
                </a:lnTo>
                <a:lnTo>
                  <a:pt x="1704975" y="1962150"/>
                </a:lnTo>
                <a:lnTo>
                  <a:pt x="1704975" y="1971675"/>
                </a:lnTo>
                <a:lnTo>
                  <a:pt x="1695450" y="1971675"/>
                </a:lnTo>
                <a:lnTo>
                  <a:pt x="1695450" y="1952625"/>
                </a:lnTo>
                <a:lnTo>
                  <a:pt x="1685925" y="1952625"/>
                </a:lnTo>
                <a:close/>
                <a:moveTo>
                  <a:pt x="180975" y="1981200"/>
                </a:moveTo>
                <a:lnTo>
                  <a:pt x="190500" y="1981200"/>
                </a:lnTo>
                <a:lnTo>
                  <a:pt x="190500" y="1990725"/>
                </a:lnTo>
                <a:lnTo>
                  <a:pt x="180975" y="1990725"/>
                </a:lnTo>
                <a:close/>
                <a:moveTo>
                  <a:pt x="352425" y="1981200"/>
                </a:moveTo>
                <a:lnTo>
                  <a:pt x="390525" y="1981200"/>
                </a:lnTo>
                <a:lnTo>
                  <a:pt x="390525" y="1990725"/>
                </a:lnTo>
                <a:lnTo>
                  <a:pt x="352425" y="1990725"/>
                </a:lnTo>
                <a:close/>
                <a:moveTo>
                  <a:pt x="438150" y="1981200"/>
                </a:moveTo>
                <a:lnTo>
                  <a:pt x="466725" y="1981200"/>
                </a:lnTo>
                <a:lnTo>
                  <a:pt x="466725" y="1990725"/>
                </a:lnTo>
                <a:lnTo>
                  <a:pt x="438150" y="1990725"/>
                </a:lnTo>
                <a:close/>
                <a:moveTo>
                  <a:pt x="1619250" y="1981200"/>
                </a:moveTo>
                <a:lnTo>
                  <a:pt x="1638300" y="1981200"/>
                </a:lnTo>
                <a:lnTo>
                  <a:pt x="1638300" y="1990725"/>
                </a:lnTo>
                <a:lnTo>
                  <a:pt x="1619250" y="1990725"/>
                </a:lnTo>
                <a:close/>
                <a:moveTo>
                  <a:pt x="1695450" y="1981200"/>
                </a:moveTo>
                <a:lnTo>
                  <a:pt x="1704975" y="1981200"/>
                </a:lnTo>
                <a:lnTo>
                  <a:pt x="1704975" y="1990725"/>
                </a:lnTo>
                <a:lnTo>
                  <a:pt x="1714500" y="1990725"/>
                </a:lnTo>
                <a:lnTo>
                  <a:pt x="1714500" y="2019300"/>
                </a:lnTo>
                <a:lnTo>
                  <a:pt x="1676400" y="2019300"/>
                </a:lnTo>
                <a:lnTo>
                  <a:pt x="1676400" y="2009775"/>
                </a:lnTo>
                <a:lnTo>
                  <a:pt x="1666875" y="2009775"/>
                </a:lnTo>
                <a:lnTo>
                  <a:pt x="1666875" y="1990725"/>
                </a:lnTo>
                <a:lnTo>
                  <a:pt x="1695450" y="1990725"/>
                </a:lnTo>
                <a:close/>
                <a:moveTo>
                  <a:pt x="171450" y="1990725"/>
                </a:moveTo>
                <a:lnTo>
                  <a:pt x="180975" y="1990725"/>
                </a:lnTo>
                <a:lnTo>
                  <a:pt x="180975" y="2000250"/>
                </a:lnTo>
                <a:lnTo>
                  <a:pt x="171450" y="2000250"/>
                </a:lnTo>
                <a:close/>
                <a:moveTo>
                  <a:pt x="1638300" y="1990725"/>
                </a:moveTo>
                <a:lnTo>
                  <a:pt x="1647825" y="1990725"/>
                </a:lnTo>
                <a:lnTo>
                  <a:pt x="1647825" y="2000250"/>
                </a:lnTo>
                <a:lnTo>
                  <a:pt x="1638300" y="2000250"/>
                </a:lnTo>
                <a:close/>
                <a:moveTo>
                  <a:pt x="1647825" y="2019300"/>
                </a:moveTo>
                <a:lnTo>
                  <a:pt x="1657350" y="2019300"/>
                </a:lnTo>
                <a:lnTo>
                  <a:pt x="1657350" y="2047875"/>
                </a:lnTo>
                <a:lnTo>
                  <a:pt x="1647825" y="2047875"/>
                </a:lnTo>
                <a:close/>
                <a:moveTo>
                  <a:pt x="1647825" y="2066925"/>
                </a:moveTo>
                <a:lnTo>
                  <a:pt x="1657350" y="2066925"/>
                </a:lnTo>
                <a:lnTo>
                  <a:pt x="1657350" y="2190750"/>
                </a:lnTo>
                <a:lnTo>
                  <a:pt x="1647825" y="2190750"/>
                </a:lnTo>
                <a:close/>
                <a:moveTo>
                  <a:pt x="447675" y="2076450"/>
                </a:moveTo>
                <a:lnTo>
                  <a:pt x="476250" y="2076450"/>
                </a:lnTo>
                <a:lnTo>
                  <a:pt x="476250" y="2085975"/>
                </a:lnTo>
                <a:lnTo>
                  <a:pt x="447675" y="2085975"/>
                </a:lnTo>
                <a:close/>
                <a:moveTo>
                  <a:pt x="504825" y="2076450"/>
                </a:moveTo>
                <a:lnTo>
                  <a:pt x="533400" y="2076450"/>
                </a:lnTo>
                <a:lnTo>
                  <a:pt x="533400" y="2085975"/>
                </a:lnTo>
                <a:lnTo>
                  <a:pt x="504825" y="2085975"/>
                </a:lnTo>
                <a:close/>
                <a:moveTo>
                  <a:pt x="685800" y="2076450"/>
                </a:moveTo>
                <a:lnTo>
                  <a:pt x="723900" y="2076450"/>
                </a:lnTo>
                <a:lnTo>
                  <a:pt x="723900" y="2085975"/>
                </a:lnTo>
                <a:lnTo>
                  <a:pt x="685800" y="2085975"/>
                </a:lnTo>
                <a:close/>
                <a:moveTo>
                  <a:pt x="742950" y="2076450"/>
                </a:moveTo>
                <a:lnTo>
                  <a:pt x="781050" y="2076450"/>
                </a:lnTo>
                <a:lnTo>
                  <a:pt x="781050" y="2085975"/>
                </a:lnTo>
                <a:lnTo>
                  <a:pt x="742950" y="2085975"/>
                </a:lnTo>
                <a:close/>
                <a:moveTo>
                  <a:pt x="781050" y="2085975"/>
                </a:moveTo>
                <a:lnTo>
                  <a:pt x="790575" y="2085975"/>
                </a:lnTo>
                <a:lnTo>
                  <a:pt x="790575" y="2095500"/>
                </a:lnTo>
                <a:lnTo>
                  <a:pt x="781050" y="2095500"/>
                </a:lnTo>
                <a:close/>
                <a:moveTo>
                  <a:pt x="523875" y="2124075"/>
                </a:moveTo>
                <a:lnTo>
                  <a:pt x="552450" y="2124075"/>
                </a:lnTo>
                <a:lnTo>
                  <a:pt x="552450" y="2133600"/>
                </a:lnTo>
                <a:lnTo>
                  <a:pt x="523875" y="2133600"/>
                </a:lnTo>
                <a:close/>
                <a:moveTo>
                  <a:pt x="619125" y="2124075"/>
                </a:moveTo>
                <a:lnTo>
                  <a:pt x="628650" y="2124075"/>
                </a:lnTo>
                <a:lnTo>
                  <a:pt x="628650" y="2133600"/>
                </a:lnTo>
                <a:lnTo>
                  <a:pt x="619125" y="2133600"/>
                </a:lnTo>
                <a:close/>
                <a:moveTo>
                  <a:pt x="666750" y="2124075"/>
                </a:moveTo>
                <a:lnTo>
                  <a:pt x="695325" y="2124075"/>
                </a:lnTo>
                <a:lnTo>
                  <a:pt x="695325" y="2133600"/>
                </a:lnTo>
                <a:lnTo>
                  <a:pt x="666750" y="2133600"/>
                </a:lnTo>
                <a:close/>
                <a:moveTo>
                  <a:pt x="704850" y="2124075"/>
                </a:moveTo>
                <a:lnTo>
                  <a:pt x="714375" y="2124075"/>
                </a:lnTo>
                <a:lnTo>
                  <a:pt x="714375" y="2133600"/>
                </a:lnTo>
                <a:lnTo>
                  <a:pt x="704850" y="2133600"/>
                </a:lnTo>
                <a:close/>
                <a:moveTo>
                  <a:pt x="323850" y="2133600"/>
                </a:moveTo>
                <a:lnTo>
                  <a:pt x="333375" y="2133600"/>
                </a:lnTo>
                <a:lnTo>
                  <a:pt x="333375" y="2143125"/>
                </a:lnTo>
                <a:lnTo>
                  <a:pt x="323850" y="2143125"/>
                </a:lnTo>
                <a:close/>
                <a:moveTo>
                  <a:pt x="314325" y="2143125"/>
                </a:moveTo>
                <a:lnTo>
                  <a:pt x="323850" y="2143125"/>
                </a:lnTo>
                <a:lnTo>
                  <a:pt x="323850" y="2152650"/>
                </a:lnTo>
                <a:lnTo>
                  <a:pt x="314325" y="2152650"/>
                </a:lnTo>
                <a:close/>
                <a:moveTo>
                  <a:pt x="238125" y="2152650"/>
                </a:moveTo>
                <a:lnTo>
                  <a:pt x="247650" y="2152650"/>
                </a:lnTo>
                <a:lnTo>
                  <a:pt x="247650" y="2162175"/>
                </a:lnTo>
                <a:lnTo>
                  <a:pt x="238125" y="2162175"/>
                </a:lnTo>
                <a:close/>
                <a:moveTo>
                  <a:pt x="304800" y="2152650"/>
                </a:moveTo>
                <a:lnTo>
                  <a:pt x="314325" y="2152650"/>
                </a:lnTo>
                <a:lnTo>
                  <a:pt x="314325" y="2162175"/>
                </a:lnTo>
                <a:lnTo>
                  <a:pt x="304800" y="2162175"/>
                </a:lnTo>
                <a:close/>
                <a:moveTo>
                  <a:pt x="257175" y="2162175"/>
                </a:moveTo>
                <a:lnTo>
                  <a:pt x="266700" y="2162175"/>
                </a:lnTo>
                <a:lnTo>
                  <a:pt x="266700" y="2171700"/>
                </a:lnTo>
                <a:lnTo>
                  <a:pt x="257175" y="2171700"/>
                </a:lnTo>
                <a:close/>
                <a:moveTo>
                  <a:pt x="285750" y="2162175"/>
                </a:moveTo>
                <a:lnTo>
                  <a:pt x="295275" y="2162175"/>
                </a:lnTo>
                <a:lnTo>
                  <a:pt x="295275" y="2171700"/>
                </a:lnTo>
                <a:lnTo>
                  <a:pt x="285750" y="2171700"/>
                </a:lnTo>
                <a:close/>
                <a:moveTo>
                  <a:pt x="200025" y="2209800"/>
                </a:moveTo>
                <a:lnTo>
                  <a:pt x="1628775" y="2209800"/>
                </a:lnTo>
                <a:lnTo>
                  <a:pt x="1628775" y="2219325"/>
                </a:lnTo>
                <a:lnTo>
                  <a:pt x="200025" y="2219325"/>
                </a:lnTo>
                <a:close/>
                <a:moveTo>
                  <a:pt x="161925" y="2228850"/>
                </a:moveTo>
                <a:lnTo>
                  <a:pt x="209550" y="2228850"/>
                </a:lnTo>
                <a:lnTo>
                  <a:pt x="209550" y="2247900"/>
                </a:lnTo>
                <a:lnTo>
                  <a:pt x="171450" y="2247900"/>
                </a:lnTo>
                <a:lnTo>
                  <a:pt x="171450" y="2238375"/>
                </a:lnTo>
                <a:lnTo>
                  <a:pt x="161925" y="2238375"/>
                </a:lnTo>
                <a:close/>
                <a:moveTo>
                  <a:pt x="1628775" y="2228850"/>
                </a:moveTo>
                <a:lnTo>
                  <a:pt x="1638300" y="2228850"/>
                </a:lnTo>
                <a:lnTo>
                  <a:pt x="1638300" y="2247900"/>
                </a:lnTo>
                <a:lnTo>
                  <a:pt x="1628775" y="2247900"/>
                </a:lnTo>
                <a:close/>
                <a:moveTo>
                  <a:pt x="295275" y="2266950"/>
                </a:moveTo>
                <a:lnTo>
                  <a:pt x="304800" y="2266950"/>
                </a:lnTo>
                <a:lnTo>
                  <a:pt x="304800" y="2276475"/>
                </a:lnTo>
                <a:lnTo>
                  <a:pt x="333375" y="2276475"/>
                </a:lnTo>
                <a:lnTo>
                  <a:pt x="333375" y="2266950"/>
                </a:lnTo>
                <a:lnTo>
                  <a:pt x="371475" y="2266950"/>
                </a:lnTo>
                <a:lnTo>
                  <a:pt x="371475" y="2295525"/>
                </a:lnTo>
                <a:lnTo>
                  <a:pt x="390525" y="2295525"/>
                </a:lnTo>
                <a:lnTo>
                  <a:pt x="390525" y="2286000"/>
                </a:lnTo>
                <a:lnTo>
                  <a:pt x="381000" y="2286000"/>
                </a:lnTo>
                <a:lnTo>
                  <a:pt x="381000" y="2276475"/>
                </a:lnTo>
                <a:lnTo>
                  <a:pt x="390525" y="2276475"/>
                </a:lnTo>
                <a:lnTo>
                  <a:pt x="390525" y="2266950"/>
                </a:lnTo>
                <a:lnTo>
                  <a:pt x="409575" y="2266950"/>
                </a:lnTo>
                <a:lnTo>
                  <a:pt x="409575" y="2276475"/>
                </a:lnTo>
                <a:lnTo>
                  <a:pt x="419100" y="2276475"/>
                </a:lnTo>
                <a:lnTo>
                  <a:pt x="419100" y="2295525"/>
                </a:lnTo>
                <a:lnTo>
                  <a:pt x="457200" y="2295525"/>
                </a:lnTo>
                <a:lnTo>
                  <a:pt x="457200" y="2286000"/>
                </a:lnTo>
                <a:lnTo>
                  <a:pt x="438150" y="2286000"/>
                </a:lnTo>
                <a:lnTo>
                  <a:pt x="438150" y="2276475"/>
                </a:lnTo>
                <a:lnTo>
                  <a:pt x="457200" y="2276475"/>
                </a:lnTo>
                <a:lnTo>
                  <a:pt x="457200" y="2266950"/>
                </a:lnTo>
                <a:lnTo>
                  <a:pt x="466725" y="2266950"/>
                </a:lnTo>
                <a:lnTo>
                  <a:pt x="466725" y="2276475"/>
                </a:lnTo>
                <a:lnTo>
                  <a:pt x="485775" y="2276475"/>
                </a:lnTo>
                <a:lnTo>
                  <a:pt x="485775" y="2295525"/>
                </a:lnTo>
                <a:lnTo>
                  <a:pt x="495300" y="2295525"/>
                </a:lnTo>
                <a:lnTo>
                  <a:pt x="495300" y="2314575"/>
                </a:lnTo>
                <a:lnTo>
                  <a:pt x="504825" y="2314575"/>
                </a:lnTo>
                <a:lnTo>
                  <a:pt x="504825" y="2333625"/>
                </a:lnTo>
                <a:lnTo>
                  <a:pt x="523875" y="2333625"/>
                </a:lnTo>
                <a:lnTo>
                  <a:pt x="523875" y="2362200"/>
                </a:lnTo>
                <a:lnTo>
                  <a:pt x="514350" y="2362200"/>
                </a:lnTo>
                <a:lnTo>
                  <a:pt x="514350" y="2371725"/>
                </a:lnTo>
                <a:lnTo>
                  <a:pt x="504825" y="2371725"/>
                </a:lnTo>
                <a:lnTo>
                  <a:pt x="504825" y="2381250"/>
                </a:lnTo>
                <a:lnTo>
                  <a:pt x="495300" y="2381250"/>
                </a:lnTo>
                <a:lnTo>
                  <a:pt x="495300" y="2343150"/>
                </a:lnTo>
                <a:lnTo>
                  <a:pt x="485775" y="2343150"/>
                </a:lnTo>
                <a:lnTo>
                  <a:pt x="485775" y="2333625"/>
                </a:lnTo>
                <a:lnTo>
                  <a:pt x="476250" y="2333625"/>
                </a:lnTo>
                <a:lnTo>
                  <a:pt x="476250" y="2324100"/>
                </a:lnTo>
                <a:lnTo>
                  <a:pt x="390525" y="2324100"/>
                </a:lnTo>
                <a:lnTo>
                  <a:pt x="390525" y="2333625"/>
                </a:lnTo>
                <a:lnTo>
                  <a:pt x="381000" y="2333625"/>
                </a:lnTo>
                <a:lnTo>
                  <a:pt x="381000" y="2343150"/>
                </a:lnTo>
                <a:lnTo>
                  <a:pt x="371475" y="2343150"/>
                </a:lnTo>
                <a:lnTo>
                  <a:pt x="371475" y="2362200"/>
                </a:lnTo>
                <a:lnTo>
                  <a:pt x="381000" y="2362200"/>
                </a:lnTo>
                <a:lnTo>
                  <a:pt x="381000" y="2371725"/>
                </a:lnTo>
                <a:lnTo>
                  <a:pt x="390525" y="2371725"/>
                </a:lnTo>
                <a:lnTo>
                  <a:pt x="390525" y="2381250"/>
                </a:lnTo>
                <a:lnTo>
                  <a:pt x="447675" y="2381250"/>
                </a:lnTo>
                <a:lnTo>
                  <a:pt x="447675" y="2400300"/>
                </a:lnTo>
                <a:lnTo>
                  <a:pt x="428625" y="2400300"/>
                </a:lnTo>
                <a:lnTo>
                  <a:pt x="428625" y="2409825"/>
                </a:lnTo>
                <a:lnTo>
                  <a:pt x="409575" y="2409825"/>
                </a:lnTo>
                <a:lnTo>
                  <a:pt x="409575" y="2400300"/>
                </a:lnTo>
                <a:lnTo>
                  <a:pt x="381000" y="2400300"/>
                </a:lnTo>
                <a:lnTo>
                  <a:pt x="381000" y="2409825"/>
                </a:lnTo>
                <a:lnTo>
                  <a:pt x="371475" y="2409825"/>
                </a:lnTo>
                <a:lnTo>
                  <a:pt x="371475" y="2400300"/>
                </a:lnTo>
                <a:lnTo>
                  <a:pt x="352425" y="2400300"/>
                </a:lnTo>
                <a:lnTo>
                  <a:pt x="352425" y="2409825"/>
                </a:lnTo>
                <a:lnTo>
                  <a:pt x="333375" y="2409825"/>
                </a:lnTo>
                <a:lnTo>
                  <a:pt x="333375" y="2428875"/>
                </a:lnTo>
                <a:lnTo>
                  <a:pt x="314325" y="2428875"/>
                </a:lnTo>
                <a:lnTo>
                  <a:pt x="314325" y="2438400"/>
                </a:lnTo>
                <a:lnTo>
                  <a:pt x="257175" y="2438400"/>
                </a:lnTo>
                <a:lnTo>
                  <a:pt x="257175" y="2428875"/>
                </a:lnTo>
                <a:lnTo>
                  <a:pt x="228600" y="2428875"/>
                </a:lnTo>
                <a:lnTo>
                  <a:pt x="228600" y="2419350"/>
                </a:lnTo>
                <a:lnTo>
                  <a:pt x="304800" y="2419350"/>
                </a:lnTo>
                <a:lnTo>
                  <a:pt x="304800" y="2409825"/>
                </a:lnTo>
                <a:lnTo>
                  <a:pt x="323850" y="2409825"/>
                </a:lnTo>
                <a:lnTo>
                  <a:pt x="323850" y="2400300"/>
                </a:lnTo>
                <a:lnTo>
                  <a:pt x="333375" y="2400300"/>
                </a:lnTo>
                <a:lnTo>
                  <a:pt x="333375" y="2371725"/>
                </a:lnTo>
                <a:lnTo>
                  <a:pt x="342900" y="2371725"/>
                </a:lnTo>
                <a:lnTo>
                  <a:pt x="342900" y="2314575"/>
                </a:lnTo>
                <a:lnTo>
                  <a:pt x="333375" y="2314575"/>
                </a:lnTo>
                <a:lnTo>
                  <a:pt x="333375" y="2295525"/>
                </a:lnTo>
                <a:lnTo>
                  <a:pt x="323850" y="2295525"/>
                </a:lnTo>
                <a:lnTo>
                  <a:pt x="323850" y="2286000"/>
                </a:lnTo>
                <a:lnTo>
                  <a:pt x="295275" y="2286000"/>
                </a:lnTo>
                <a:close/>
                <a:moveTo>
                  <a:pt x="904875" y="2266950"/>
                </a:moveTo>
                <a:lnTo>
                  <a:pt x="923925" y="2266950"/>
                </a:lnTo>
                <a:lnTo>
                  <a:pt x="923925" y="2286000"/>
                </a:lnTo>
                <a:lnTo>
                  <a:pt x="904875" y="2286000"/>
                </a:lnTo>
                <a:close/>
                <a:moveTo>
                  <a:pt x="1600200" y="2266950"/>
                </a:moveTo>
                <a:lnTo>
                  <a:pt x="1619250" y="2266950"/>
                </a:lnTo>
                <a:lnTo>
                  <a:pt x="1619250" y="2276475"/>
                </a:lnTo>
                <a:lnTo>
                  <a:pt x="1628775" y="2276475"/>
                </a:lnTo>
                <a:lnTo>
                  <a:pt x="1628775" y="2295525"/>
                </a:lnTo>
                <a:lnTo>
                  <a:pt x="1638300" y="2295525"/>
                </a:lnTo>
                <a:lnTo>
                  <a:pt x="1638300" y="2305050"/>
                </a:lnTo>
                <a:lnTo>
                  <a:pt x="1609725" y="2305050"/>
                </a:lnTo>
                <a:lnTo>
                  <a:pt x="1609725" y="2295525"/>
                </a:lnTo>
                <a:lnTo>
                  <a:pt x="1600200" y="2295525"/>
                </a:lnTo>
                <a:lnTo>
                  <a:pt x="1600200" y="2286000"/>
                </a:lnTo>
                <a:lnTo>
                  <a:pt x="1590675" y="2286000"/>
                </a:lnTo>
                <a:lnTo>
                  <a:pt x="1590675" y="2276475"/>
                </a:lnTo>
                <a:lnTo>
                  <a:pt x="1600200" y="2276475"/>
                </a:lnTo>
                <a:close/>
                <a:moveTo>
                  <a:pt x="1695450" y="2266950"/>
                </a:moveTo>
                <a:lnTo>
                  <a:pt x="1704975" y="2266950"/>
                </a:lnTo>
                <a:lnTo>
                  <a:pt x="1704975" y="2276475"/>
                </a:lnTo>
                <a:lnTo>
                  <a:pt x="1695450" y="2276475"/>
                </a:lnTo>
                <a:close/>
                <a:moveTo>
                  <a:pt x="952500" y="2276475"/>
                </a:moveTo>
                <a:lnTo>
                  <a:pt x="962025" y="2276475"/>
                </a:lnTo>
                <a:lnTo>
                  <a:pt x="962025" y="2286000"/>
                </a:lnTo>
                <a:lnTo>
                  <a:pt x="952500" y="2286000"/>
                </a:lnTo>
                <a:close/>
                <a:moveTo>
                  <a:pt x="1695450" y="2305050"/>
                </a:moveTo>
                <a:lnTo>
                  <a:pt x="1704975" y="2305050"/>
                </a:lnTo>
                <a:lnTo>
                  <a:pt x="1704975" y="2314575"/>
                </a:lnTo>
                <a:lnTo>
                  <a:pt x="1714500" y="2314575"/>
                </a:lnTo>
                <a:lnTo>
                  <a:pt x="1714500" y="2343150"/>
                </a:lnTo>
                <a:lnTo>
                  <a:pt x="1685925" y="2343150"/>
                </a:lnTo>
                <a:lnTo>
                  <a:pt x="1685925" y="2333625"/>
                </a:lnTo>
                <a:lnTo>
                  <a:pt x="1676400" y="2333625"/>
                </a:lnTo>
                <a:lnTo>
                  <a:pt x="1676400" y="2324100"/>
                </a:lnTo>
                <a:lnTo>
                  <a:pt x="1685925" y="2324100"/>
                </a:lnTo>
                <a:lnTo>
                  <a:pt x="1685925" y="2314575"/>
                </a:lnTo>
                <a:lnTo>
                  <a:pt x="1695450" y="2314575"/>
                </a:lnTo>
                <a:close/>
                <a:moveTo>
                  <a:pt x="1190625" y="2314575"/>
                </a:moveTo>
                <a:lnTo>
                  <a:pt x="1200150" y="2314575"/>
                </a:lnTo>
                <a:lnTo>
                  <a:pt x="1200150" y="2324100"/>
                </a:lnTo>
                <a:lnTo>
                  <a:pt x="1190625" y="2324100"/>
                </a:lnTo>
                <a:close/>
                <a:moveTo>
                  <a:pt x="1209675" y="2314575"/>
                </a:moveTo>
                <a:lnTo>
                  <a:pt x="1219200" y="2314575"/>
                </a:lnTo>
                <a:lnTo>
                  <a:pt x="1219200" y="2324100"/>
                </a:lnTo>
                <a:lnTo>
                  <a:pt x="1209675" y="2324100"/>
                </a:lnTo>
                <a:close/>
                <a:moveTo>
                  <a:pt x="1114425" y="2352675"/>
                </a:moveTo>
                <a:lnTo>
                  <a:pt x="1133475" y="2352675"/>
                </a:lnTo>
                <a:lnTo>
                  <a:pt x="1133475" y="2362200"/>
                </a:lnTo>
                <a:lnTo>
                  <a:pt x="1143000" y="2362200"/>
                </a:lnTo>
                <a:lnTo>
                  <a:pt x="1143000" y="2371725"/>
                </a:lnTo>
                <a:lnTo>
                  <a:pt x="1152525" y="2371725"/>
                </a:lnTo>
                <a:lnTo>
                  <a:pt x="1152525" y="2381250"/>
                </a:lnTo>
                <a:lnTo>
                  <a:pt x="1190625" y="2381250"/>
                </a:lnTo>
                <a:lnTo>
                  <a:pt x="1190625" y="2419350"/>
                </a:lnTo>
                <a:lnTo>
                  <a:pt x="1219200" y="2419350"/>
                </a:lnTo>
                <a:lnTo>
                  <a:pt x="1219200" y="2381250"/>
                </a:lnTo>
                <a:lnTo>
                  <a:pt x="1257300" y="2381250"/>
                </a:lnTo>
                <a:lnTo>
                  <a:pt x="1257300" y="2390775"/>
                </a:lnTo>
                <a:lnTo>
                  <a:pt x="1276350" y="2390775"/>
                </a:lnTo>
                <a:lnTo>
                  <a:pt x="1276350" y="2381250"/>
                </a:lnTo>
                <a:lnTo>
                  <a:pt x="1295400" y="2381250"/>
                </a:lnTo>
                <a:lnTo>
                  <a:pt x="1295400" y="2390775"/>
                </a:lnTo>
                <a:lnTo>
                  <a:pt x="1276350" y="2390775"/>
                </a:lnTo>
                <a:lnTo>
                  <a:pt x="1276350" y="2409825"/>
                </a:lnTo>
                <a:lnTo>
                  <a:pt x="1247775" y="2409825"/>
                </a:lnTo>
                <a:lnTo>
                  <a:pt x="1247775" y="2419350"/>
                </a:lnTo>
                <a:lnTo>
                  <a:pt x="1323975" y="2419350"/>
                </a:lnTo>
                <a:lnTo>
                  <a:pt x="1323975" y="2428875"/>
                </a:lnTo>
                <a:lnTo>
                  <a:pt x="1304925" y="2428875"/>
                </a:lnTo>
                <a:lnTo>
                  <a:pt x="1304925" y="2438400"/>
                </a:lnTo>
                <a:lnTo>
                  <a:pt x="1276350" y="2438400"/>
                </a:lnTo>
                <a:lnTo>
                  <a:pt x="1276350" y="2428875"/>
                </a:lnTo>
                <a:lnTo>
                  <a:pt x="1228725" y="2428875"/>
                </a:lnTo>
                <a:lnTo>
                  <a:pt x="1228725" y="2438400"/>
                </a:lnTo>
                <a:lnTo>
                  <a:pt x="1219200" y="2438400"/>
                </a:lnTo>
                <a:lnTo>
                  <a:pt x="1219200" y="2428875"/>
                </a:lnTo>
                <a:lnTo>
                  <a:pt x="1190625" y="2428875"/>
                </a:lnTo>
                <a:lnTo>
                  <a:pt x="1190625" y="2438400"/>
                </a:lnTo>
                <a:lnTo>
                  <a:pt x="1181100" y="2438400"/>
                </a:lnTo>
                <a:lnTo>
                  <a:pt x="1181100" y="2428875"/>
                </a:lnTo>
                <a:lnTo>
                  <a:pt x="1171575" y="2428875"/>
                </a:lnTo>
                <a:lnTo>
                  <a:pt x="1171575" y="2409825"/>
                </a:lnTo>
                <a:lnTo>
                  <a:pt x="1143000" y="2409825"/>
                </a:lnTo>
                <a:lnTo>
                  <a:pt x="1143000" y="2400300"/>
                </a:lnTo>
                <a:lnTo>
                  <a:pt x="1133475" y="2400300"/>
                </a:lnTo>
                <a:lnTo>
                  <a:pt x="1133475" y="2390775"/>
                </a:lnTo>
                <a:lnTo>
                  <a:pt x="1114425" y="2390775"/>
                </a:lnTo>
                <a:lnTo>
                  <a:pt x="1114425" y="2381250"/>
                </a:lnTo>
                <a:lnTo>
                  <a:pt x="1104900" y="2381250"/>
                </a:lnTo>
                <a:lnTo>
                  <a:pt x="1104900" y="2362200"/>
                </a:lnTo>
                <a:lnTo>
                  <a:pt x="1114425" y="2362200"/>
                </a:lnTo>
                <a:close/>
                <a:moveTo>
                  <a:pt x="466725" y="2381250"/>
                </a:moveTo>
                <a:lnTo>
                  <a:pt x="495300" y="2381250"/>
                </a:lnTo>
                <a:lnTo>
                  <a:pt x="495300" y="2390775"/>
                </a:lnTo>
                <a:lnTo>
                  <a:pt x="485775" y="2390775"/>
                </a:lnTo>
                <a:lnTo>
                  <a:pt x="485775" y="2400300"/>
                </a:lnTo>
                <a:lnTo>
                  <a:pt x="466725" y="2400300"/>
                </a:lnTo>
                <a:close/>
                <a:moveTo>
                  <a:pt x="904875" y="2419350"/>
                </a:moveTo>
                <a:lnTo>
                  <a:pt x="923925" y="2419350"/>
                </a:lnTo>
                <a:lnTo>
                  <a:pt x="923925" y="2428875"/>
                </a:lnTo>
                <a:lnTo>
                  <a:pt x="914400" y="2428875"/>
                </a:lnTo>
                <a:lnTo>
                  <a:pt x="914400" y="2438400"/>
                </a:lnTo>
                <a:lnTo>
                  <a:pt x="904875" y="2438400"/>
                </a:lnTo>
                <a:close/>
                <a:moveTo>
                  <a:pt x="161925" y="2447925"/>
                </a:moveTo>
                <a:lnTo>
                  <a:pt x="180975" y="2447925"/>
                </a:lnTo>
                <a:lnTo>
                  <a:pt x="180975" y="2457450"/>
                </a:lnTo>
                <a:lnTo>
                  <a:pt x="200025" y="2457450"/>
                </a:lnTo>
                <a:lnTo>
                  <a:pt x="200025" y="2476500"/>
                </a:lnTo>
                <a:lnTo>
                  <a:pt x="180975" y="2476500"/>
                </a:lnTo>
                <a:lnTo>
                  <a:pt x="180975" y="2486025"/>
                </a:lnTo>
                <a:lnTo>
                  <a:pt x="161925" y="2486025"/>
                </a:lnTo>
                <a:close/>
                <a:moveTo>
                  <a:pt x="1638300" y="2457450"/>
                </a:moveTo>
                <a:lnTo>
                  <a:pt x="1657350" y="2457450"/>
                </a:lnTo>
                <a:lnTo>
                  <a:pt x="1657350" y="2476500"/>
                </a:lnTo>
                <a:lnTo>
                  <a:pt x="1638300" y="2476500"/>
                </a:lnTo>
                <a:close/>
                <a:moveTo>
                  <a:pt x="123825" y="2476500"/>
                </a:moveTo>
                <a:lnTo>
                  <a:pt x="133350" y="2476500"/>
                </a:lnTo>
                <a:lnTo>
                  <a:pt x="133350" y="2486025"/>
                </a:lnTo>
                <a:lnTo>
                  <a:pt x="123825" y="2486025"/>
                </a:lnTo>
                <a:close/>
                <a:moveTo>
                  <a:pt x="114300" y="2486025"/>
                </a:moveTo>
                <a:lnTo>
                  <a:pt x="123825" y="2486025"/>
                </a:lnTo>
                <a:lnTo>
                  <a:pt x="123825" y="2495550"/>
                </a:lnTo>
                <a:lnTo>
                  <a:pt x="114300" y="2495550"/>
                </a:lnTo>
                <a:close/>
                <a:moveTo>
                  <a:pt x="180975" y="2495550"/>
                </a:moveTo>
                <a:lnTo>
                  <a:pt x="209550" y="2495550"/>
                </a:lnTo>
                <a:lnTo>
                  <a:pt x="209550" y="2514600"/>
                </a:lnTo>
                <a:lnTo>
                  <a:pt x="200025" y="2514600"/>
                </a:lnTo>
                <a:lnTo>
                  <a:pt x="200025" y="2524125"/>
                </a:lnTo>
                <a:lnTo>
                  <a:pt x="190500" y="2524125"/>
                </a:lnTo>
                <a:lnTo>
                  <a:pt x="190500" y="2552700"/>
                </a:lnTo>
                <a:lnTo>
                  <a:pt x="200025" y="2552700"/>
                </a:lnTo>
                <a:lnTo>
                  <a:pt x="200025" y="2562225"/>
                </a:lnTo>
                <a:lnTo>
                  <a:pt x="209550" y="2562225"/>
                </a:lnTo>
                <a:lnTo>
                  <a:pt x="209550" y="2600325"/>
                </a:lnTo>
                <a:lnTo>
                  <a:pt x="190500" y="2600325"/>
                </a:lnTo>
                <a:lnTo>
                  <a:pt x="190500" y="2609850"/>
                </a:lnTo>
                <a:lnTo>
                  <a:pt x="180975" y="2609850"/>
                </a:lnTo>
                <a:lnTo>
                  <a:pt x="180975" y="2590800"/>
                </a:lnTo>
                <a:lnTo>
                  <a:pt x="171450" y="2590800"/>
                </a:lnTo>
                <a:lnTo>
                  <a:pt x="171450" y="2552700"/>
                </a:lnTo>
                <a:lnTo>
                  <a:pt x="180975" y="2552700"/>
                </a:lnTo>
                <a:lnTo>
                  <a:pt x="180975" y="2533650"/>
                </a:lnTo>
                <a:lnTo>
                  <a:pt x="171450" y="2533650"/>
                </a:lnTo>
                <a:lnTo>
                  <a:pt x="171450" y="2505075"/>
                </a:lnTo>
                <a:lnTo>
                  <a:pt x="180975" y="2505075"/>
                </a:lnTo>
                <a:close/>
                <a:moveTo>
                  <a:pt x="695325" y="2495550"/>
                </a:moveTo>
                <a:lnTo>
                  <a:pt x="723900" y="2495550"/>
                </a:lnTo>
                <a:lnTo>
                  <a:pt x="723900" y="2505075"/>
                </a:lnTo>
                <a:lnTo>
                  <a:pt x="695325" y="2505075"/>
                </a:lnTo>
                <a:close/>
                <a:moveTo>
                  <a:pt x="733425" y="2495550"/>
                </a:moveTo>
                <a:lnTo>
                  <a:pt x="742950" y="2495550"/>
                </a:lnTo>
                <a:lnTo>
                  <a:pt x="742950" y="2505075"/>
                </a:lnTo>
                <a:lnTo>
                  <a:pt x="733425" y="2505075"/>
                </a:lnTo>
                <a:close/>
                <a:moveTo>
                  <a:pt x="1466850" y="2495550"/>
                </a:moveTo>
                <a:lnTo>
                  <a:pt x="1504950" y="2495550"/>
                </a:lnTo>
                <a:lnTo>
                  <a:pt x="1504950" y="2514600"/>
                </a:lnTo>
                <a:lnTo>
                  <a:pt x="1495425" y="2514600"/>
                </a:lnTo>
                <a:lnTo>
                  <a:pt x="1495425" y="2524125"/>
                </a:lnTo>
                <a:lnTo>
                  <a:pt x="1476375" y="2524125"/>
                </a:lnTo>
                <a:lnTo>
                  <a:pt x="1476375" y="2514600"/>
                </a:lnTo>
                <a:lnTo>
                  <a:pt x="1457325" y="2514600"/>
                </a:lnTo>
                <a:lnTo>
                  <a:pt x="1457325" y="2505075"/>
                </a:lnTo>
                <a:lnTo>
                  <a:pt x="1466850" y="2505075"/>
                </a:lnTo>
                <a:close/>
                <a:moveTo>
                  <a:pt x="781050" y="2505075"/>
                </a:moveTo>
                <a:lnTo>
                  <a:pt x="809625" y="2505075"/>
                </a:lnTo>
                <a:lnTo>
                  <a:pt x="809625" y="2514600"/>
                </a:lnTo>
                <a:lnTo>
                  <a:pt x="781050" y="2514600"/>
                </a:lnTo>
                <a:close/>
                <a:moveTo>
                  <a:pt x="819150" y="2505075"/>
                </a:moveTo>
                <a:lnTo>
                  <a:pt x="838200" y="2505075"/>
                </a:lnTo>
                <a:lnTo>
                  <a:pt x="838200" y="2524125"/>
                </a:lnTo>
                <a:lnTo>
                  <a:pt x="828675" y="2524125"/>
                </a:lnTo>
                <a:lnTo>
                  <a:pt x="828675" y="2514600"/>
                </a:lnTo>
                <a:lnTo>
                  <a:pt x="819150" y="2514600"/>
                </a:lnTo>
                <a:close/>
                <a:moveTo>
                  <a:pt x="647700" y="2524125"/>
                </a:moveTo>
                <a:lnTo>
                  <a:pt x="657225" y="2524125"/>
                </a:lnTo>
                <a:lnTo>
                  <a:pt x="657225" y="2533650"/>
                </a:lnTo>
                <a:lnTo>
                  <a:pt x="666750" y="2533650"/>
                </a:lnTo>
                <a:lnTo>
                  <a:pt x="666750" y="2543175"/>
                </a:lnTo>
                <a:lnTo>
                  <a:pt x="676275" y="2543175"/>
                </a:lnTo>
                <a:lnTo>
                  <a:pt x="676275" y="2552700"/>
                </a:lnTo>
                <a:lnTo>
                  <a:pt x="685800" y="2552700"/>
                </a:lnTo>
                <a:lnTo>
                  <a:pt x="685800" y="2533650"/>
                </a:lnTo>
                <a:lnTo>
                  <a:pt x="714375" y="2533650"/>
                </a:lnTo>
                <a:lnTo>
                  <a:pt x="714375" y="2543175"/>
                </a:lnTo>
                <a:lnTo>
                  <a:pt x="695325" y="2543175"/>
                </a:lnTo>
                <a:lnTo>
                  <a:pt x="695325" y="2581275"/>
                </a:lnTo>
                <a:lnTo>
                  <a:pt x="704850" y="2581275"/>
                </a:lnTo>
                <a:lnTo>
                  <a:pt x="704850" y="2590800"/>
                </a:lnTo>
                <a:lnTo>
                  <a:pt x="695325" y="2590800"/>
                </a:lnTo>
                <a:lnTo>
                  <a:pt x="695325" y="2600325"/>
                </a:lnTo>
                <a:lnTo>
                  <a:pt x="676275" y="2600325"/>
                </a:lnTo>
                <a:lnTo>
                  <a:pt x="676275" y="2609850"/>
                </a:lnTo>
                <a:lnTo>
                  <a:pt x="666750" y="2609850"/>
                </a:lnTo>
                <a:lnTo>
                  <a:pt x="666750" y="2600325"/>
                </a:lnTo>
                <a:lnTo>
                  <a:pt x="657225" y="2600325"/>
                </a:lnTo>
                <a:lnTo>
                  <a:pt x="657225" y="2581275"/>
                </a:lnTo>
                <a:lnTo>
                  <a:pt x="647700" y="2581275"/>
                </a:lnTo>
                <a:lnTo>
                  <a:pt x="647700" y="2571750"/>
                </a:lnTo>
                <a:lnTo>
                  <a:pt x="638175" y="2571750"/>
                </a:lnTo>
                <a:lnTo>
                  <a:pt x="638175" y="2552700"/>
                </a:lnTo>
                <a:lnTo>
                  <a:pt x="657225" y="2552700"/>
                </a:lnTo>
                <a:lnTo>
                  <a:pt x="657225" y="2543175"/>
                </a:lnTo>
                <a:lnTo>
                  <a:pt x="619125" y="2543175"/>
                </a:lnTo>
                <a:lnTo>
                  <a:pt x="619125" y="2562225"/>
                </a:lnTo>
                <a:lnTo>
                  <a:pt x="542925" y="2562225"/>
                </a:lnTo>
                <a:lnTo>
                  <a:pt x="542925" y="2552700"/>
                </a:lnTo>
                <a:lnTo>
                  <a:pt x="533400" y="2552700"/>
                </a:lnTo>
                <a:lnTo>
                  <a:pt x="533400" y="2543175"/>
                </a:lnTo>
                <a:lnTo>
                  <a:pt x="552450" y="2543175"/>
                </a:lnTo>
                <a:lnTo>
                  <a:pt x="552450" y="2533650"/>
                </a:lnTo>
                <a:lnTo>
                  <a:pt x="590550" y="2533650"/>
                </a:lnTo>
                <a:lnTo>
                  <a:pt x="590550" y="2543175"/>
                </a:lnTo>
                <a:lnTo>
                  <a:pt x="600075" y="2543175"/>
                </a:lnTo>
                <a:lnTo>
                  <a:pt x="600075" y="2533650"/>
                </a:lnTo>
                <a:lnTo>
                  <a:pt x="647700" y="2533650"/>
                </a:lnTo>
                <a:close/>
                <a:moveTo>
                  <a:pt x="1143000" y="2533650"/>
                </a:moveTo>
                <a:lnTo>
                  <a:pt x="1200150" y="2533650"/>
                </a:lnTo>
                <a:lnTo>
                  <a:pt x="1200150" y="2543175"/>
                </a:lnTo>
                <a:lnTo>
                  <a:pt x="1295400" y="2543175"/>
                </a:lnTo>
                <a:lnTo>
                  <a:pt x="1295400" y="2562225"/>
                </a:lnTo>
                <a:lnTo>
                  <a:pt x="1171575" y="2562225"/>
                </a:lnTo>
                <a:lnTo>
                  <a:pt x="1171575" y="2552700"/>
                </a:lnTo>
                <a:lnTo>
                  <a:pt x="1143000" y="2552700"/>
                </a:lnTo>
                <a:lnTo>
                  <a:pt x="1143000" y="2562225"/>
                </a:lnTo>
                <a:lnTo>
                  <a:pt x="1133475" y="2562225"/>
                </a:lnTo>
                <a:lnTo>
                  <a:pt x="1133475" y="2543175"/>
                </a:lnTo>
                <a:lnTo>
                  <a:pt x="1143000" y="2543175"/>
                </a:lnTo>
                <a:close/>
                <a:moveTo>
                  <a:pt x="1371600" y="2533650"/>
                </a:moveTo>
                <a:lnTo>
                  <a:pt x="1400175" y="2533650"/>
                </a:lnTo>
                <a:lnTo>
                  <a:pt x="1400175" y="2552700"/>
                </a:lnTo>
                <a:lnTo>
                  <a:pt x="1371600" y="2552700"/>
                </a:lnTo>
                <a:close/>
                <a:moveTo>
                  <a:pt x="1123950" y="2562225"/>
                </a:moveTo>
                <a:lnTo>
                  <a:pt x="1133475" y="2562225"/>
                </a:lnTo>
                <a:lnTo>
                  <a:pt x="1133475" y="2571750"/>
                </a:lnTo>
                <a:lnTo>
                  <a:pt x="1123950" y="2571750"/>
                </a:lnTo>
                <a:close/>
                <a:moveTo>
                  <a:pt x="1123950" y="2581275"/>
                </a:moveTo>
                <a:lnTo>
                  <a:pt x="1133475" y="2581275"/>
                </a:lnTo>
                <a:lnTo>
                  <a:pt x="1133475" y="2590800"/>
                </a:lnTo>
                <a:lnTo>
                  <a:pt x="1123950" y="2590800"/>
                </a:lnTo>
                <a:close/>
                <a:moveTo>
                  <a:pt x="704850" y="2590800"/>
                </a:moveTo>
                <a:lnTo>
                  <a:pt x="714375" y="2590800"/>
                </a:lnTo>
                <a:lnTo>
                  <a:pt x="714375" y="2600325"/>
                </a:lnTo>
                <a:lnTo>
                  <a:pt x="704850" y="2600325"/>
                </a:lnTo>
                <a:close/>
                <a:moveTo>
                  <a:pt x="1628775" y="2600325"/>
                </a:moveTo>
                <a:lnTo>
                  <a:pt x="1647825" y="2600325"/>
                </a:lnTo>
                <a:lnTo>
                  <a:pt x="1647825" y="2609850"/>
                </a:lnTo>
                <a:lnTo>
                  <a:pt x="1628775" y="2609850"/>
                </a:lnTo>
                <a:close/>
                <a:moveTo>
                  <a:pt x="504825" y="2619375"/>
                </a:moveTo>
                <a:lnTo>
                  <a:pt x="619125" y="2619375"/>
                </a:lnTo>
                <a:lnTo>
                  <a:pt x="619125" y="2628900"/>
                </a:lnTo>
                <a:lnTo>
                  <a:pt x="609600" y="2628900"/>
                </a:lnTo>
                <a:lnTo>
                  <a:pt x="609600" y="2638425"/>
                </a:lnTo>
                <a:lnTo>
                  <a:pt x="628650" y="2638425"/>
                </a:lnTo>
                <a:lnTo>
                  <a:pt x="628650" y="2647950"/>
                </a:lnTo>
                <a:lnTo>
                  <a:pt x="638175" y="2647950"/>
                </a:lnTo>
                <a:lnTo>
                  <a:pt x="638175" y="2657475"/>
                </a:lnTo>
                <a:lnTo>
                  <a:pt x="609600" y="2657475"/>
                </a:lnTo>
                <a:lnTo>
                  <a:pt x="609600" y="2667000"/>
                </a:lnTo>
                <a:lnTo>
                  <a:pt x="552450" y="2667000"/>
                </a:lnTo>
                <a:lnTo>
                  <a:pt x="552450" y="2657475"/>
                </a:lnTo>
                <a:lnTo>
                  <a:pt x="476250" y="2657475"/>
                </a:lnTo>
                <a:lnTo>
                  <a:pt x="476250" y="2667000"/>
                </a:lnTo>
                <a:lnTo>
                  <a:pt x="381000" y="2667000"/>
                </a:lnTo>
                <a:lnTo>
                  <a:pt x="381000" y="2657475"/>
                </a:lnTo>
                <a:lnTo>
                  <a:pt x="352425" y="2657475"/>
                </a:lnTo>
                <a:lnTo>
                  <a:pt x="352425" y="2647950"/>
                </a:lnTo>
                <a:lnTo>
                  <a:pt x="400050" y="2647950"/>
                </a:lnTo>
                <a:lnTo>
                  <a:pt x="400050" y="2638425"/>
                </a:lnTo>
                <a:lnTo>
                  <a:pt x="447675" y="2638425"/>
                </a:lnTo>
                <a:lnTo>
                  <a:pt x="447675" y="2647950"/>
                </a:lnTo>
                <a:lnTo>
                  <a:pt x="504825" y="2647950"/>
                </a:lnTo>
                <a:lnTo>
                  <a:pt x="504825" y="2638425"/>
                </a:lnTo>
                <a:lnTo>
                  <a:pt x="533400" y="2638425"/>
                </a:lnTo>
                <a:lnTo>
                  <a:pt x="533400" y="2628900"/>
                </a:lnTo>
                <a:lnTo>
                  <a:pt x="504825" y="2628900"/>
                </a:lnTo>
                <a:close/>
                <a:moveTo>
                  <a:pt x="1133475" y="2619375"/>
                </a:moveTo>
                <a:lnTo>
                  <a:pt x="1190625" y="2619375"/>
                </a:lnTo>
                <a:lnTo>
                  <a:pt x="1190625" y="2638425"/>
                </a:lnTo>
                <a:lnTo>
                  <a:pt x="1228725" y="2638425"/>
                </a:lnTo>
                <a:lnTo>
                  <a:pt x="1228725" y="2647950"/>
                </a:lnTo>
                <a:lnTo>
                  <a:pt x="1238250" y="2647950"/>
                </a:lnTo>
                <a:lnTo>
                  <a:pt x="1238250" y="2657475"/>
                </a:lnTo>
                <a:lnTo>
                  <a:pt x="1152525" y="2657475"/>
                </a:lnTo>
                <a:lnTo>
                  <a:pt x="1152525" y="2667000"/>
                </a:lnTo>
                <a:lnTo>
                  <a:pt x="1143000" y="2667000"/>
                </a:lnTo>
                <a:lnTo>
                  <a:pt x="1143000" y="2657475"/>
                </a:lnTo>
                <a:lnTo>
                  <a:pt x="1114425" y="2657475"/>
                </a:lnTo>
                <a:lnTo>
                  <a:pt x="1114425" y="2647950"/>
                </a:lnTo>
                <a:lnTo>
                  <a:pt x="1123950" y="2647950"/>
                </a:lnTo>
                <a:lnTo>
                  <a:pt x="1123950" y="2628900"/>
                </a:lnTo>
                <a:lnTo>
                  <a:pt x="1133475" y="2628900"/>
                </a:lnTo>
                <a:close/>
                <a:moveTo>
                  <a:pt x="247650" y="2638425"/>
                </a:moveTo>
                <a:lnTo>
                  <a:pt x="266700" y="2638425"/>
                </a:lnTo>
                <a:lnTo>
                  <a:pt x="266700" y="2647950"/>
                </a:lnTo>
                <a:lnTo>
                  <a:pt x="276225" y="2647950"/>
                </a:lnTo>
                <a:lnTo>
                  <a:pt x="276225" y="2638425"/>
                </a:lnTo>
                <a:lnTo>
                  <a:pt x="285750" y="2638425"/>
                </a:lnTo>
                <a:lnTo>
                  <a:pt x="285750" y="2647950"/>
                </a:lnTo>
                <a:lnTo>
                  <a:pt x="304800" y="2647950"/>
                </a:lnTo>
                <a:lnTo>
                  <a:pt x="304800" y="2657475"/>
                </a:lnTo>
                <a:lnTo>
                  <a:pt x="285750" y="2657475"/>
                </a:lnTo>
                <a:lnTo>
                  <a:pt x="285750" y="2667000"/>
                </a:lnTo>
                <a:lnTo>
                  <a:pt x="276225" y="2667000"/>
                </a:lnTo>
                <a:lnTo>
                  <a:pt x="276225" y="2657475"/>
                </a:lnTo>
                <a:lnTo>
                  <a:pt x="266700" y="2657475"/>
                </a:lnTo>
                <a:lnTo>
                  <a:pt x="266700" y="2667000"/>
                </a:lnTo>
                <a:lnTo>
                  <a:pt x="257175" y="2667000"/>
                </a:lnTo>
                <a:lnTo>
                  <a:pt x="257175" y="2657475"/>
                </a:lnTo>
                <a:lnTo>
                  <a:pt x="238125" y="2657475"/>
                </a:lnTo>
                <a:lnTo>
                  <a:pt x="238125" y="2647950"/>
                </a:lnTo>
                <a:lnTo>
                  <a:pt x="247650" y="2647950"/>
                </a:lnTo>
                <a:close/>
                <a:moveTo>
                  <a:pt x="942975" y="2638425"/>
                </a:moveTo>
                <a:lnTo>
                  <a:pt x="971550" y="2638425"/>
                </a:lnTo>
                <a:lnTo>
                  <a:pt x="971550" y="2647950"/>
                </a:lnTo>
                <a:lnTo>
                  <a:pt x="981075" y="2647950"/>
                </a:lnTo>
                <a:lnTo>
                  <a:pt x="981075" y="2667000"/>
                </a:lnTo>
                <a:lnTo>
                  <a:pt x="952500" y="2667000"/>
                </a:lnTo>
                <a:lnTo>
                  <a:pt x="952500" y="2657475"/>
                </a:lnTo>
                <a:lnTo>
                  <a:pt x="942975" y="2657475"/>
                </a:lnTo>
                <a:close/>
                <a:moveTo>
                  <a:pt x="1133475" y="2638425"/>
                </a:moveTo>
                <a:lnTo>
                  <a:pt x="1143000" y="2638425"/>
                </a:lnTo>
                <a:lnTo>
                  <a:pt x="1143000" y="2647950"/>
                </a:lnTo>
                <a:lnTo>
                  <a:pt x="1171575" y="2647950"/>
                </a:lnTo>
                <a:lnTo>
                  <a:pt x="1171575" y="2638425"/>
                </a:lnTo>
                <a:lnTo>
                  <a:pt x="1162050" y="2638425"/>
                </a:lnTo>
                <a:lnTo>
                  <a:pt x="1162050" y="2628900"/>
                </a:lnTo>
                <a:lnTo>
                  <a:pt x="1133475" y="2628900"/>
                </a:lnTo>
                <a:close/>
                <a:moveTo>
                  <a:pt x="685800" y="2647950"/>
                </a:moveTo>
                <a:lnTo>
                  <a:pt x="704850" y="2647950"/>
                </a:lnTo>
                <a:lnTo>
                  <a:pt x="704850" y="2657475"/>
                </a:lnTo>
                <a:lnTo>
                  <a:pt x="685800" y="2657475"/>
                </a:lnTo>
                <a:close/>
                <a:moveTo>
                  <a:pt x="904875" y="2647950"/>
                </a:moveTo>
                <a:lnTo>
                  <a:pt x="923925" y="2647950"/>
                </a:lnTo>
                <a:lnTo>
                  <a:pt x="923925" y="2667000"/>
                </a:lnTo>
                <a:lnTo>
                  <a:pt x="933450" y="2667000"/>
                </a:lnTo>
                <a:lnTo>
                  <a:pt x="933450" y="2686050"/>
                </a:lnTo>
                <a:lnTo>
                  <a:pt x="923925" y="2686050"/>
                </a:lnTo>
                <a:lnTo>
                  <a:pt x="923925" y="2676525"/>
                </a:lnTo>
                <a:lnTo>
                  <a:pt x="914400" y="2676525"/>
                </a:lnTo>
                <a:lnTo>
                  <a:pt x="914400" y="2667000"/>
                </a:lnTo>
                <a:lnTo>
                  <a:pt x="904875" y="2667000"/>
                </a:lnTo>
                <a:close/>
                <a:moveTo>
                  <a:pt x="1447800" y="2647950"/>
                </a:moveTo>
                <a:lnTo>
                  <a:pt x="1466850" y="2647950"/>
                </a:lnTo>
                <a:lnTo>
                  <a:pt x="1466850" y="2657475"/>
                </a:lnTo>
                <a:lnTo>
                  <a:pt x="1447800" y="2657475"/>
                </a:lnTo>
                <a:close/>
                <a:moveTo>
                  <a:pt x="1543050" y="2647950"/>
                </a:moveTo>
                <a:lnTo>
                  <a:pt x="1552575" y="2647950"/>
                </a:lnTo>
                <a:lnTo>
                  <a:pt x="1552575" y="2657475"/>
                </a:lnTo>
                <a:lnTo>
                  <a:pt x="1543050" y="2657475"/>
                </a:lnTo>
                <a:close/>
                <a:moveTo>
                  <a:pt x="1581150" y="2647950"/>
                </a:moveTo>
                <a:lnTo>
                  <a:pt x="1609725" y="2647950"/>
                </a:lnTo>
                <a:lnTo>
                  <a:pt x="1609725" y="2657475"/>
                </a:lnTo>
                <a:lnTo>
                  <a:pt x="1581150" y="2657475"/>
                </a:lnTo>
                <a:close/>
                <a:moveTo>
                  <a:pt x="1057275" y="2657475"/>
                </a:moveTo>
                <a:lnTo>
                  <a:pt x="1076325" y="2657475"/>
                </a:lnTo>
                <a:lnTo>
                  <a:pt x="1076325" y="2667000"/>
                </a:lnTo>
                <a:lnTo>
                  <a:pt x="1057275" y="2667000"/>
                </a:lnTo>
                <a:close/>
                <a:moveTo>
                  <a:pt x="314325" y="2714625"/>
                </a:moveTo>
                <a:lnTo>
                  <a:pt x="333375" y="2714625"/>
                </a:lnTo>
                <a:lnTo>
                  <a:pt x="333375" y="2733675"/>
                </a:lnTo>
                <a:lnTo>
                  <a:pt x="314325" y="2733675"/>
                </a:lnTo>
                <a:close/>
                <a:moveTo>
                  <a:pt x="200025" y="2762250"/>
                </a:moveTo>
                <a:lnTo>
                  <a:pt x="219075" y="2762250"/>
                </a:lnTo>
                <a:lnTo>
                  <a:pt x="219075" y="2771775"/>
                </a:lnTo>
                <a:lnTo>
                  <a:pt x="209550" y="2771775"/>
                </a:lnTo>
                <a:lnTo>
                  <a:pt x="209550" y="2781300"/>
                </a:lnTo>
                <a:lnTo>
                  <a:pt x="200025" y="2781300"/>
                </a:lnTo>
                <a:close/>
                <a:moveTo>
                  <a:pt x="1695450" y="2781300"/>
                </a:moveTo>
                <a:lnTo>
                  <a:pt x="1704975" y="2781300"/>
                </a:lnTo>
                <a:lnTo>
                  <a:pt x="1704975" y="2790825"/>
                </a:lnTo>
                <a:lnTo>
                  <a:pt x="1714500" y="2790825"/>
                </a:lnTo>
                <a:lnTo>
                  <a:pt x="1714500" y="2895600"/>
                </a:lnTo>
                <a:lnTo>
                  <a:pt x="1704975" y="2895600"/>
                </a:lnTo>
                <a:lnTo>
                  <a:pt x="1704975" y="2905125"/>
                </a:lnTo>
                <a:lnTo>
                  <a:pt x="1695450" y="2905125"/>
                </a:lnTo>
                <a:lnTo>
                  <a:pt x="1695450" y="2895600"/>
                </a:lnTo>
                <a:lnTo>
                  <a:pt x="1685925" y="2895600"/>
                </a:lnTo>
                <a:lnTo>
                  <a:pt x="1685925" y="2886075"/>
                </a:lnTo>
                <a:lnTo>
                  <a:pt x="1666875" y="2886075"/>
                </a:lnTo>
                <a:lnTo>
                  <a:pt x="1666875" y="2876550"/>
                </a:lnTo>
                <a:lnTo>
                  <a:pt x="1647825" y="2876550"/>
                </a:lnTo>
                <a:lnTo>
                  <a:pt x="1647825" y="2867025"/>
                </a:lnTo>
                <a:lnTo>
                  <a:pt x="1628775" y="2867025"/>
                </a:lnTo>
                <a:lnTo>
                  <a:pt x="1628775" y="2895600"/>
                </a:lnTo>
                <a:lnTo>
                  <a:pt x="1619250" y="2895600"/>
                </a:lnTo>
                <a:lnTo>
                  <a:pt x="1619250" y="2886075"/>
                </a:lnTo>
                <a:lnTo>
                  <a:pt x="1609725" y="2886075"/>
                </a:lnTo>
                <a:lnTo>
                  <a:pt x="1609725" y="2876550"/>
                </a:lnTo>
                <a:lnTo>
                  <a:pt x="1600200" y="2876550"/>
                </a:lnTo>
                <a:lnTo>
                  <a:pt x="1600200" y="2867025"/>
                </a:lnTo>
                <a:lnTo>
                  <a:pt x="1562100" y="2867025"/>
                </a:lnTo>
                <a:lnTo>
                  <a:pt x="1562100" y="2857500"/>
                </a:lnTo>
                <a:lnTo>
                  <a:pt x="1590675" y="2857500"/>
                </a:lnTo>
                <a:lnTo>
                  <a:pt x="1590675" y="2847975"/>
                </a:lnTo>
                <a:lnTo>
                  <a:pt x="1562100" y="2847975"/>
                </a:lnTo>
                <a:lnTo>
                  <a:pt x="1562100" y="2838450"/>
                </a:lnTo>
                <a:lnTo>
                  <a:pt x="1609725" y="2838450"/>
                </a:lnTo>
                <a:lnTo>
                  <a:pt x="1609725" y="2800350"/>
                </a:lnTo>
                <a:lnTo>
                  <a:pt x="1657350" y="2800350"/>
                </a:lnTo>
                <a:lnTo>
                  <a:pt x="1657350" y="2790825"/>
                </a:lnTo>
                <a:lnTo>
                  <a:pt x="1695450" y="2790825"/>
                </a:lnTo>
                <a:close/>
                <a:moveTo>
                  <a:pt x="419100" y="2790825"/>
                </a:moveTo>
                <a:lnTo>
                  <a:pt x="447675" y="2790825"/>
                </a:lnTo>
                <a:lnTo>
                  <a:pt x="447675" y="2800350"/>
                </a:lnTo>
                <a:lnTo>
                  <a:pt x="457200" y="2800350"/>
                </a:lnTo>
                <a:lnTo>
                  <a:pt x="457200" y="2809875"/>
                </a:lnTo>
                <a:lnTo>
                  <a:pt x="438150" y="2809875"/>
                </a:lnTo>
                <a:lnTo>
                  <a:pt x="438150" y="2800350"/>
                </a:lnTo>
                <a:lnTo>
                  <a:pt x="419100" y="2800350"/>
                </a:lnTo>
                <a:close/>
                <a:moveTo>
                  <a:pt x="400050" y="2800350"/>
                </a:moveTo>
                <a:lnTo>
                  <a:pt x="409575" y="2800350"/>
                </a:lnTo>
                <a:lnTo>
                  <a:pt x="409575" y="2819400"/>
                </a:lnTo>
                <a:lnTo>
                  <a:pt x="400050" y="2819400"/>
                </a:lnTo>
                <a:close/>
                <a:moveTo>
                  <a:pt x="704850" y="2800350"/>
                </a:moveTo>
                <a:lnTo>
                  <a:pt x="714375" y="2800350"/>
                </a:lnTo>
                <a:lnTo>
                  <a:pt x="714375" y="2809875"/>
                </a:lnTo>
                <a:lnTo>
                  <a:pt x="723900" y="2809875"/>
                </a:lnTo>
                <a:lnTo>
                  <a:pt x="723900" y="2800350"/>
                </a:lnTo>
                <a:lnTo>
                  <a:pt x="733425" y="2800350"/>
                </a:lnTo>
                <a:lnTo>
                  <a:pt x="733425" y="2809875"/>
                </a:lnTo>
                <a:lnTo>
                  <a:pt x="742950" y="2809875"/>
                </a:lnTo>
                <a:lnTo>
                  <a:pt x="742950" y="2819400"/>
                </a:lnTo>
                <a:lnTo>
                  <a:pt x="733425" y="2819400"/>
                </a:lnTo>
                <a:lnTo>
                  <a:pt x="733425" y="2828925"/>
                </a:lnTo>
                <a:lnTo>
                  <a:pt x="714375" y="2828925"/>
                </a:lnTo>
                <a:lnTo>
                  <a:pt x="714375" y="2819400"/>
                </a:lnTo>
                <a:lnTo>
                  <a:pt x="695325" y="2819400"/>
                </a:lnTo>
                <a:lnTo>
                  <a:pt x="695325" y="2828925"/>
                </a:lnTo>
                <a:lnTo>
                  <a:pt x="676275" y="2828925"/>
                </a:lnTo>
                <a:lnTo>
                  <a:pt x="676275" y="2819400"/>
                </a:lnTo>
                <a:lnTo>
                  <a:pt x="666750" y="2819400"/>
                </a:lnTo>
                <a:lnTo>
                  <a:pt x="666750" y="2809875"/>
                </a:lnTo>
                <a:lnTo>
                  <a:pt x="704850" y="2809875"/>
                </a:lnTo>
                <a:close/>
                <a:moveTo>
                  <a:pt x="771525" y="2800350"/>
                </a:moveTo>
                <a:lnTo>
                  <a:pt x="781050" y="2800350"/>
                </a:lnTo>
                <a:lnTo>
                  <a:pt x="781050" y="2809875"/>
                </a:lnTo>
                <a:lnTo>
                  <a:pt x="790575" y="2809875"/>
                </a:lnTo>
                <a:lnTo>
                  <a:pt x="790575" y="2828925"/>
                </a:lnTo>
                <a:lnTo>
                  <a:pt x="762000" y="2828925"/>
                </a:lnTo>
                <a:lnTo>
                  <a:pt x="762000" y="2809875"/>
                </a:lnTo>
                <a:lnTo>
                  <a:pt x="771525" y="2809875"/>
                </a:lnTo>
                <a:close/>
                <a:moveTo>
                  <a:pt x="257175" y="2809875"/>
                </a:moveTo>
                <a:lnTo>
                  <a:pt x="276225" y="2809875"/>
                </a:lnTo>
                <a:lnTo>
                  <a:pt x="276225" y="2819400"/>
                </a:lnTo>
                <a:lnTo>
                  <a:pt x="257175" y="2819400"/>
                </a:lnTo>
                <a:close/>
                <a:moveTo>
                  <a:pt x="419100" y="2809875"/>
                </a:moveTo>
                <a:lnTo>
                  <a:pt x="428625" y="2809875"/>
                </a:lnTo>
                <a:lnTo>
                  <a:pt x="428625" y="2819400"/>
                </a:lnTo>
                <a:lnTo>
                  <a:pt x="419100" y="2819400"/>
                </a:lnTo>
                <a:close/>
                <a:moveTo>
                  <a:pt x="200025" y="2819400"/>
                </a:moveTo>
                <a:lnTo>
                  <a:pt x="219075" y="2819400"/>
                </a:lnTo>
                <a:lnTo>
                  <a:pt x="219075" y="2847975"/>
                </a:lnTo>
                <a:lnTo>
                  <a:pt x="200025" y="2847975"/>
                </a:lnTo>
                <a:lnTo>
                  <a:pt x="200025" y="2857500"/>
                </a:lnTo>
                <a:lnTo>
                  <a:pt x="219075" y="2857500"/>
                </a:lnTo>
                <a:lnTo>
                  <a:pt x="219075" y="2867025"/>
                </a:lnTo>
                <a:lnTo>
                  <a:pt x="228600" y="2867025"/>
                </a:lnTo>
                <a:lnTo>
                  <a:pt x="228600" y="2876550"/>
                </a:lnTo>
                <a:lnTo>
                  <a:pt x="219075" y="2876550"/>
                </a:lnTo>
                <a:lnTo>
                  <a:pt x="219075" y="2895600"/>
                </a:lnTo>
                <a:lnTo>
                  <a:pt x="209550" y="2895600"/>
                </a:lnTo>
                <a:lnTo>
                  <a:pt x="209550" y="2886075"/>
                </a:lnTo>
                <a:lnTo>
                  <a:pt x="200025" y="2886075"/>
                </a:lnTo>
                <a:lnTo>
                  <a:pt x="200025" y="2905125"/>
                </a:lnTo>
                <a:lnTo>
                  <a:pt x="180975" y="2905125"/>
                </a:lnTo>
                <a:lnTo>
                  <a:pt x="180975" y="2895600"/>
                </a:lnTo>
                <a:lnTo>
                  <a:pt x="161925" y="2895600"/>
                </a:lnTo>
                <a:lnTo>
                  <a:pt x="161925" y="2847975"/>
                </a:lnTo>
                <a:lnTo>
                  <a:pt x="190500" y="2847975"/>
                </a:lnTo>
                <a:lnTo>
                  <a:pt x="190500" y="2838450"/>
                </a:lnTo>
                <a:lnTo>
                  <a:pt x="200025" y="2838450"/>
                </a:lnTo>
                <a:close/>
                <a:moveTo>
                  <a:pt x="838200" y="2838450"/>
                </a:moveTo>
                <a:lnTo>
                  <a:pt x="847725" y="2838450"/>
                </a:lnTo>
                <a:lnTo>
                  <a:pt x="847725" y="2847975"/>
                </a:lnTo>
                <a:lnTo>
                  <a:pt x="838200" y="2847975"/>
                </a:lnTo>
                <a:close/>
                <a:moveTo>
                  <a:pt x="114300" y="2847975"/>
                </a:moveTo>
                <a:lnTo>
                  <a:pt x="123825" y="2847975"/>
                </a:lnTo>
                <a:lnTo>
                  <a:pt x="123825" y="2857500"/>
                </a:lnTo>
                <a:lnTo>
                  <a:pt x="114300" y="2857500"/>
                </a:lnTo>
                <a:close/>
                <a:moveTo>
                  <a:pt x="1485900" y="2847975"/>
                </a:moveTo>
                <a:lnTo>
                  <a:pt x="1495425" y="2847975"/>
                </a:lnTo>
                <a:lnTo>
                  <a:pt x="1495425" y="2857500"/>
                </a:lnTo>
                <a:lnTo>
                  <a:pt x="1485900" y="2857500"/>
                </a:lnTo>
                <a:close/>
                <a:moveTo>
                  <a:pt x="1504950" y="2847975"/>
                </a:moveTo>
                <a:lnTo>
                  <a:pt x="1552575" y="2847975"/>
                </a:lnTo>
                <a:lnTo>
                  <a:pt x="1552575" y="2857500"/>
                </a:lnTo>
                <a:lnTo>
                  <a:pt x="1504950" y="2857500"/>
                </a:lnTo>
                <a:close/>
                <a:moveTo>
                  <a:pt x="123825" y="2867025"/>
                </a:moveTo>
                <a:lnTo>
                  <a:pt x="133350" y="2867025"/>
                </a:lnTo>
                <a:lnTo>
                  <a:pt x="133350" y="2886075"/>
                </a:lnTo>
                <a:lnTo>
                  <a:pt x="142875" y="2886075"/>
                </a:lnTo>
                <a:lnTo>
                  <a:pt x="142875" y="2914650"/>
                </a:lnTo>
                <a:lnTo>
                  <a:pt x="133350" y="2914650"/>
                </a:lnTo>
                <a:lnTo>
                  <a:pt x="133350" y="2905125"/>
                </a:lnTo>
                <a:lnTo>
                  <a:pt x="123825" y="2905125"/>
                </a:lnTo>
                <a:lnTo>
                  <a:pt x="123825" y="2924175"/>
                </a:lnTo>
                <a:lnTo>
                  <a:pt x="133350" y="2924175"/>
                </a:lnTo>
                <a:lnTo>
                  <a:pt x="133350" y="2943225"/>
                </a:lnTo>
                <a:lnTo>
                  <a:pt x="123825" y="2943225"/>
                </a:lnTo>
                <a:lnTo>
                  <a:pt x="123825" y="2962275"/>
                </a:lnTo>
                <a:lnTo>
                  <a:pt x="114300" y="2962275"/>
                </a:lnTo>
                <a:lnTo>
                  <a:pt x="114300" y="2876550"/>
                </a:lnTo>
                <a:lnTo>
                  <a:pt x="123825" y="2876550"/>
                </a:lnTo>
                <a:close/>
                <a:moveTo>
                  <a:pt x="581025" y="2867025"/>
                </a:moveTo>
                <a:lnTo>
                  <a:pt x="600075" y="2867025"/>
                </a:lnTo>
                <a:lnTo>
                  <a:pt x="600075" y="2886075"/>
                </a:lnTo>
                <a:lnTo>
                  <a:pt x="581025" y="2886075"/>
                </a:lnTo>
                <a:close/>
                <a:moveTo>
                  <a:pt x="790575" y="2876550"/>
                </a:moveTo>
                <a:lnTo>
                  <a:pt x="800100" y="2876550"/>
                </a:lnTo>
                <a:lnTo>
                  <a:pt x="800100" y="2886075"/>
                </a:lnTo>
                <a:lnTo>
                  <a:pt x="809625" y="2886075"/>
                </a:lnTo>
                <a:lnTo>
                  <a:pt x="809625" y="2895600"/>
                </a:lnTo>
                <a:lnTo>
                  <a:pt x="781050" y="2895600"/>
                </a:lnTo>
                <a:lnTo>
                  <a:pt x="781050" y="2886075"/>
                </a:lnTo>
                <a:lnTo>
                  <a:pt x="790575" y="2886075"/>
                </a:lnTo>
                <a:close/>
                <a:moveTo>
                  <a:pt x="200025" y="2905125"/>
                </a:moveTo>
                <a:lnTo>
                  <a:pt x="219075" y="2905125"/>
                </a:lnTo>
                <a:lnTo>
                  <a:pt x="219075" y="2924175"/>
                </a:lnTo>
                <a:lnTo>
                  <a:pt x="209550" y="2924175"/>
                </a:lnTo>
                <a:lnTo>
                  <a:pt x="209550" y="2943225"/>
                </a:lnTo>
                <a:lnTo>
                  <a:pt x="190500" y="2943225"/>
                </a:lnTo>
                <a:lnTo>
                  <a:pt x="190500" y="2952750"/>
                </a:lnTo>
                <a:lnTo>
                  <a:pt x="161925" y="2952750"/>
                </a:lnTo>
                <a:lnTo>
                  <a:pt x="161925" y="2943225"/>
                </a:lnTo>
                <a:lnTo>
                  <a:pt x="171450" y="2943225"/>
                </a:lnTo>
                <a:lnTo>
                  <a:pt x="171450" y="2933700"/>
                </a:lnTo>
                <a:lnTo>
                  <a:pt x="180975" y="2933700"/>
                </a:lnTo>
                <a:lnTo>
                  <a:pt x="180975" y="2924175"/>
                </a:lnTo>
                <a:lnTo>
                  <a:pt x="200025" y="2924175"/>
                </a:lnTo>
                <a:close/>
                <a:moveTo>
                  <a:pt x="123825" y="3105150"/>
                </a:moveTo>
                <a:lnTo>
                  <a:pt x="133350" y="3105150"/>
                </a:lnTo>
                <a:lnTo>
                  <a:pt x="133350" y="3124200"/>
                </a:lnTo>
                <a:lnTo>
                  <a:pt x="123825" y="3124200"/>
                </a:lnTo>
                <a:close/>
                <a:moveTo>
                  <a:pt x="123825" y="3143250"/>
                </a:moveTo>
                <a:lnTo>
                  <a:pt x="133350" y="3143250"/>
                </a:lnTo>
                <a:lnTo>
                  <a:pt x="133350" y="3171825"/>
                </a:lnTo>
                <a:lnTo>
                  <a:pt x="123825" y="3171825"/>
                </a:lnTo>
                <a:close/>
                <a:moveTo>
                  <a:pt x="171450" y="3152775"/>
                </a:moveTo>
                <a:lnTo>
                  <a:pt x="180975" y="3152775"/>
                </a:lnTo>
                <a:lnTo>
                  <a:pt x="180975" y="3162300"/>
                </a:lnTo>
                <a:lnTo>
                  <a:pt x="171450" y="3162300"/>
                </a:lnTo>
                <a:close/>
                <a:moveTo>
                  <a:pt x="190500" y="3181350"/>
                </a:moveTo>
                <a:lnTo>
                  <a:pt x="200025" y="3181350"/>
                </a:lnTo>
                <a:lnTo>
                  <a:pt x="200025" y="3200400"/>
                </a:lnTo>
                <a:lnTo>
                  <a:pt x="190500" y="3200400"/>
                </a:lnTo>
                <a:close/>
                <a:moveTo>
                  <a:pt x="1695450" y="3209925"/>
                </a:moveTo>
                <a:lnTo>
                  <a:pt x="1714500" y="3209925"/>
                </a:lnTo>
                <a:lnTo>
                  <a:pt x="1714500" y="3257550"/>
                </a:lnTo>
                <a:lnTo>
                  <a:pt x="1695450" y="3257550"/>
                </a:lnTo>
                <a:close/>
                <a:moveTo>
                  <a:pt x="123825" y="3238500"/>
                </a:moveTo>
                <a:lnTo>
                  <a:pt x="133350" y="3238500"/>
                </a:lnTo>
                <a:lnTo>
                  <a:pt x="133350" y="3248025"/>
                </a:lnTo>
                <a:lnTo>
                  <a:pt x="123825" y="3248025"/>
                </a:lnTo>
                <a:close/>
                <a:moveTo>
                  <a:pt x="123825" y="3257550"/>
                </a:moveTo>
                <a:lnTo>
                  <a:pt x="133350" y="3257550"/>
                </a:lnTo>
                <a:lnTo>
                  <a:pt x="133350" y="3276600"/>
                </a:lnTo>
                <a:lnTo>
                  <a:pt x="123825" y="3276600"/>
                </a:lnTo>
                <a:close/>
                <a:moveTo>
                  <a:pt x="1276350" y="3305175"/>
                </a:moveTo>
                <a:lnTo>
                  <a:pt x="1285875" y="3305175"/>
                </a:lnTo>
                <a:lnTo>
                  <a:pt x="1285875" y="3314700"/>
                </a:lnTo>
                <a:lnTo>
                  <a:pt x="1295400" y="3314700"/>
                </a:lnTo>
                <a:lnTo>
                  <a:pt x="1295400" y="3324225"/>
                </a:lnTo>
                <a:lnTo>
                  <a:pt x="1276350" y="3324225"/>
                </a:lnTo>
                <a:close/>
                <a:moveTo>
                  <a:pt x="561975" y="3324225"/>
                </a:moveTo>
                <a:lnTo>
                  <a:pt x="581025" y="3324225"/>
                </a:lnTo>
                <a:lnTo>
                  <a:pt x="581025" y="3333750"/>
                </a:lnTo>
                <a:lnTo>
                  <a:pt x="561975" y="3333750"/>
                </a:lnTo>
                <a:close/>
                <a:moveTo>
                  <a:pt x="933450" y="3324225"/>
                </a:moveTo>
                <a:lnTo>
                  <a:pt x="942975" y="3324225"/>
                </a:lnTo>
                <a:lnTo>
                  <a:pt x="942975" y="3333750"/>
                </a:lnTo>
                <a:lnTo>
                  <a:pt x="933450" y="3333750"/>
                </a:lnTo>
                <a:close/>
                <a:moveTo>
                  <a:pt x="942975" y="3333750"/>
                </a:moveTo>
                <a:lnTo>
                  <a:pt x="952500" y="3333750"/>
                </a:lnTo>
                <a:lnTo>
                  <a:pt x="952500" y="3343275"/>
                </a:lnTo>
                <a:lnTo>
                  <a:pt x="942975" y="3343275"/>
                </a:lnTo>
                <a:close/>
                <a:moveTo>
                  <a:pt x="1181100" y="3362325"/>
                </a:moveTo>
                <a:lnTo>
                  <a:pt x="1200150" y="3362325"/>
                </a:lnTo>
                <a:lnTo>
                  <a:pt x="1200150" y="3381375"/>
                </a:lnTo>
                <a:lnTo>
                  <a:pt x="1190625" y="3381375"/>
                </a:lnTo>
                <a:lnTo>
                  <a:pt x="1190625" y="3390900"/>
                </a:lnTo>
                <a:lnTo>
                  <a:pt x="1181100" y="3390900"/>
                </a:lnTo>
                <a:close/>
                <a:moveTo>
                  <a:pt x="1562100" y="3362325"/>
                </a:moveTo>
                <a:lnTo>
                  <a:pt x="1571625" y="3362325"/>
                </a:lnTo>
                <a:lnTo>
                  <a:pt x="1571625" y="3371850"/>
                </a:lnTo>
                <a:lnTo>
                  <a:pt x="1562100" y="3371850"/>
                </a:lnTo>
                <a:close/>
                <a:moveTo>
                  <a:pt x="628650" y="3371850"/>
                </a:moveTo>
                <a:lnTo>
                  <a:pt x="647700" y="3371850"/>
                </a:lnTo>
                <a:lnTo>
                  <a:pt x="647700" y="3419475"/>
                </a:lnTo>
                <a:lnTo>
                  <a:pt x="657225" y="3419475"/>
                </a:lnTo>
                <a:lnTo>
                  <a:pt x="657225" y="3429000"/>
                </a:lnTo>
                <a:lnTo>
                  <a:pt x="676275" y="3429000"/>
                </a:lnTo>
                <a:lnTo>
                  <a:pt x="676275" y="3438525"/>
                </a:lnTo>
                <a:lnTo>
                  <a:pt x="695325" y="3438525"/>
                </a:lnTo>
                <a:lnTo>
                  <a:pt x="695325" y="3457575"/>
                </a:lnTo>
                <a:lnTo>
                  <a:pt x="685800" y="3457575"/>
                </a:lnTo>
                <a:lnTo>
                  <a:pt x="685800" y="3467100"/>
                </a:lnTo>
                <a:lnTo>
                  <a:pt x="676275" y="3467100"/>
                </a:lnTo>
                <a:lnTo>
                  <a:pt x="676275" y="3486150"/>
                </a:lnTo>
                <a:lnTo>
                  <a:pt x="666750" y="3486150"/>
                </a:lnTo>
                <a:lnTo>
                  <a:pt x="666750" y="3495675"/>
                </a:lnTo>
                <a:lnTo>
                  <a:pt x="657225" y="3495675"/>
                </a:lnTo>
                <a:lnTo>
                  <a:pt x="657225" y="3476625"/>
                </a:lnTo>
                <a:lnTo>
                  <a:pt x="666750" y="3476625"/>
                </a:lnTo>
                <a:lnTo>
                  <a:pt x="666750" y="3457575"/>
                </a:lnTo>
                <a:lnTo>
                  <a:pt x="657225" y="3457575"/>
                </a:lnTo>
                <a:lnTo>
                  <a:pt x="657225" y="3448050"/>
                </a:lnTo>
                <a:lnTo>
                  <a:pt x="581025" y="3448050"/>
                </a:lnTo>
                <a:lnTo>
                  <a:pt x="581025" y="3438525"/>
                </a:lnTo>
                <a:lnTo>
                  <a:pt x="628650" y="3438525"/>
                </a:lnTo>
                <a:lnTo>
                  <a:pt x="628650" y="3429000"/>
                </a:lnTo>
                <a:lnTo>
                  <a:pt x="619125" y="3429000"/>
                </a:lnTo>
                <a:lnTo>
                  <a:pt x="619125" y="3409950"/>
                </a:lnTo>
                <a:lnTo>
                  <a:pt x="628650" y="3409950"/>
                </a:lnTo>
                <a:close/>
                <a:moveTo>
                  <a:pt x="1562100" y="3381375"/>
                </a:moveTo>
                <a:lnTo>
                  <a:pt x="1571625" y="3381375"/>
                </a:lnTo>
                <a:lnTo>
                  <a:pt x="1571625" y="3390900"/>
                </a:lnTo>
                <a:lnTo>
                  <a:pt x="1581150" y="3390900"/>
                </a:lnTo>
                <a:lnTo>
                  <a:pt x="1581150" y="3400425"/>
                </a:lnTo>
                <a:lnTo>
                  <a:pt x="1571625" y="3400425"/>
                </a:lnTo>
                <a:lnTo>
                  <a:pt x="1571625" y="3409950"/>
                </a:lnTo>
                <a:lnTo>
                  <a:pt x="1524000" y="3409950"/>
                </a:lnTo>
                <a:lnTo>
                  <a:pt x="1524000" y="3390900"/>
                </a:lnTo>
                <a:lnTo>
                  <a:pt x="1562100" y="3390900"/>
                </a:lnTo>
                <a:close/>
                <a:moveTo>
                  <a:pt x="1171575" y="3390900"/>
                </a:moveTo>
                <a:lnTo>
                  <a:pt x="1181100" y="3390900"/>
                </a:lnTo>
                <a:lnTo>
                  <a:pt x="1181100" y="3400425"/>
                </a:lnTo>
                <a:lnTo>
                  <a:pt x="1171575" y="3400425"/>
                </a:lnTo>
                <a:close/>
                <a:moveTo>
                  <a:pt x="542925" y="3409950"/>
                </a:moveTo>
                <a:lnTo>
                  <a:pt x="571500" y="3409950"/>
                </a:lnTo>
                <a:lnTo>
                  <a:pt x="571500" y="3419475"/>
                </a:lnTo>
                <a:lnTo>
                  <a:pt x="600075" y="3419475"/>
                </a:lnTo>
                <a:lnTo>
                  <a:pt x="600075" y="3429000"/>
                </a:lnTo>
                <a:lnTo>
                  <a:pt x="552450" y="3429000"/>
                </a:lnTo>
                <a:lnTo>
                  <a:pt x="552450" y="3448050"/>
                </a:lnTo>
                <a:lnTo>
                  <a:pt x="523875" y="3448050"/>
                </a:lnTo>
                <a:lnTo>
                  <a:pt x="523875" y="3457575"/>
                </a:lnTo>
                <a:lnTo>
                  <a:pt x="514350" y="3457575"/>
                </a:lnTo>
                <a:lnTo>
                  <a:pt x="514350" y="3476625"/>
                </a:lnTo>
                <a:lnTo>
                  <a:pt x="523875" y="3476625"/>
                </a:lnTo>
                <a:lnTo>
                  <a:pt x="523875" y="3486150"/>
                </a:lnTo>
                <a:lnTo>
                  <a:pt x="600075" y="3486150"/>
                </a:lnTo>
                <a:lnTo>
                  <a:pt x="600075" y="3495675"/>
                </a:lnTo>
                <a:lnTo>
                  <a:pt x="581025" y="3495675"/>
                </a:lnTo>
                <a:lnTo>
                  <a:pt x="581025" y="3505200"/>
                </a:lnTo>
                <a:lnTo>
                  <a:pt x="514350" y="3505200"/>
                </a:lnTo>
                <a:lnTo>
                  <a:pt x="514350" y="3495675"/>
                </a:lnTo>
                <a:lnTo>
                  <a:pt x="504825" y="3495675"/>
                </a:lnTo>
                <a:lnTo>
                  <a:pt x="504825" y="3486150"/>
                </a:lnTo>
                <a:lnTo>
                  <a:pt x="495300" y="3486150"/>
                </a:lnTo>
                <a:lnTo>
                  <a:pt x="495300" y="3448050"/>
                </a:lnTo>
                <a:lnTo>
                  <a:pt x="504825" y="3448050"/>
                </a:lnTo>
                <a:lnTo>
                  <a:pt x="504825" y="3438525"/>
                </a:lnTo>
                <a:lnTo>
                  <a:pt x="523875" y="3438525"/>
                </a:lnTo>
                <a:lnTo>
                  <a:pt x="523875" y="3419475"/>
                </a:lnTo>
                <a:lnTo>
                  <a:pt x="542925" y="3419475"/>
                </a:lnTo>
                <a:close/>
                <a:moveTo>
                  <a:pt x="1295400" y="3409950"/>
                </a:moveTo>
                <a:lnTo>
                  <a:pt x="1304925" y="3409950"/>
                </a:lnTo>
                <a:lnTo>
                  <a:pt x="1304925" y="3419475"/>
                </a:lnTo>
                <a:lnTo>
                  <a:pt x="1314450" y="3419475"/>
                </a:lnTo>
                <a:lnTo>
                  <a:pt x="1314450" y="3429000"/>
                </a:lnTo>
                <a:lnTo>
                  <a:pt x="1323975" y="3429000"/>
                </a:lnTo>
                <a:lnTo>
                  <a:pt x="1323975" y="3438525"/>
                </a:lnTo>
                <a:lnTo>
                  <a:pt x="1333500" y="3438525"/>
                </a:lnTo>
                <a:lnTo>
                  <a:pt x="1333500" y="3448050"/>
                </a:lnTo>
                <a:lnTo>
                  <a:pt x="1276350" y="3448050"/>
                </a:lnTo>
                <a:lnTo>
                  <a:pt x="1276350" y="3429000"/>
                </a:lnTo>
                <a:lnTo>
                  <a:pt x="1285875" y="3429000"/>
                </a:lnTo>
                <a:lnTo>
                  <a:pt x="1285875" y="3419475"/>
                </a:lnTo>
                <a:lnTo>
                  <a:pt x="1295400" y="3419475"/>
                </a:lnTo>
                <a:close/>
                <a:moveTo>
                  <a:pt x="1162050" y="3419475"/>
                </a:moveTo>
                <a:lnTo>
                  <a:pt x="1190625" y="3419475"/>
                </a:lnTo>
                <a:lnTo>
                  <a:pt x="1190625" y="3429000"/>
                </a:lnTo>
                <a:lnTo>
                  <a:pt x="1247775" y="3429000"/>
                </a:lnTo>
                <a:lnTo>
                  <a:pt x="1247775" y="3448050"/>
                </a:lnTo>
                <a:lnTo>
                  <a:pt x="1171575" y="3448050"/>
                </a:lnTo>
                <a:lnTo>
                  <a:pt x="1171575" y="3438525"/>
                </a:lnTo>
                <a:lnTo>
                  <a:pt x="1162050" y="3438525"/>
                </a:lnTo>
                <a:close/>
                <a:moveTo>
                  <a:pt x="885825" y="3429000"/>
                </a:moveTo>
                <a:lnTo>
                  <a:pt x="914400" y="3429000"/>
                </a:lnTo>
                <a:lnTo>
                  <a:pt x="914400" y="3438525"/>
                </a:lnTo>
                <a:lnTo>
                  <a:pt x="885825" y="3438525"/>
                </a:lnTo>
                <a:close/>
                <a:moveTo>
                  <a:pt x="1133475" y="3476625"/>
                </a:moveTo>
                <a:lnTo>
                  <a:pt x="1143000" y="3476625"/>
                </a:lnTo>
                <a:lnTo>
                  <a:pt x="1143000" y="3486150"/>
                </a:lnTo>
                <a:lnTo>
                  <a:pt x="1133475" y="3486150"/>
                </a:lnTo>
                <a:close/>
                <a:moveTo>
                  <a:pt x="1171575" y="3486150"/>
                </a:moveTo>
                <a:lnTo>
                  <a:pt x="1200150" y="3486150"/>
                </a:lnTo>
                <a:lnTo>
                  <a:pt x="1200150" y="3505200"/>
                </a:lnTo>
                <a:lnTo>
                  <a:pt x="1209675" y="3505200"/>
                </a:lnTo>
                <a:lnTo>
                  <a:pt x="1209675" y="3486150"/>
                </a:lnTo>
                <a:lnTo>
                  <a:pt x="1238250" y="3486150"/>
                </a:lnTo>
                <a:lnTo>
                  <a:pt x="1238250" y="3495675"/>
                </a:lnTo>
                <a:lnTo>
                  <a:pt x="1257300" y="3495675"/>
                </a:lnTo>
                <a:lnTo>
                  <a:pt x="1257300" y="3486150"/>
                </a:lnTo>
                <a:lnTo>
                  <a:pt x="1333500" y="3486150"/>
                </a:lnTo>
                <a:lnTo>
                  <a:pt x="1333500" y="3505200"/>
                </a:lnTo>
                <a:lnTo>
                  <a:pt x="1323975" y="3505200"/>
                </a:lnTo>
                <a:lnTo>
                  <a:pt x="1323975" y="3514725"/>
                </a:lnTo>
                <a:lnTo>
                  <a:pt x="1304925" y="3514725"/>
                </a:lnTo>
                <a:lnTo>
                  <a:pt x="1304925" y="3524250"/>
                </a:lnTo>
                <a:lnTo>
                  <a:pt x="1295400" y="3524250"/>
                </a:lnTo>
                <a:lnTo>
                  <a:pt x="1295400" y="3514725"/>
                </a:lnTo>
                <a:lnTo>
                  <a:pt x="1285875" y="3514725"/>
                </a:lnTo>
                <a:lnTo>
                  <a:pt x="1285875" y="3524250"/>
                </a:lnTo>
                <a:lnTo>
                  <a:pt x="1257300" y="3524250"/>
                </a:lnTo>
                <a:lnTo>
                  <a:pt x="1257300" y="3533775"/>
                </a:lnTo>
                <a:lnTo>
                  <a:pt x="1228725" y="3533775"/>
                </a:lnTo>
                <a:lnTo>
                  <a:pt x="1228725" y="3524250"/>
                </a:lnTo>
                <a:lnTo>
                  <a:pt x="1200150" y="3524250"/>
                </a:lnTo>
                <a:lnTo>
                  <a:pt x="1200150" y="3514725"/>
                </a:lnTo>
                <a:lnTo>
                  <a:pt x="1190625" y="3514725"/>
                </a:lnTo>
                <a:lnTo>
                  <a:pt x="1190625" y="3505200"/>
                </a:lnTo>
                <a:lnTo>
                  <a:pt x="1171575" y="3505200"/>
                </a:lnTo>
                <a:close/>
                <a:moveTo>
                  <a:pt x="495300" y="3505200"/>
                </a:moveTo>
                <a:lnTo>
                  <a:pt x="504825" y="3505200"/>
                </a:lnTo>
                <a:lnTo>
                  <a:pt x="504825" y="3514725"/>
                </a:lnTo>
                <a:lnTo>
                  <a:pt x="495300" y="3514725"/>
                </a:lnTo>
                <a:close/>
                <a:moveTo>
                  <a:pt x="1685925" y="3505200"/>
                </a:moveTo>
                <a:lnTo>
                  <a:pt x="1695450" y="3505200"/>
                </a:lnTo>
                <a:lnTo>
                  <a:pt x="1695450" y="3524250"/>
                </a:lnTo>
                <a:lnTo>
                  <a:pt x="1685925" y="3524250"/>
                </a:lnTo>
                <a:close/>
                <a:moveTo>
                  <a:pt x="152400" y="3552825"/>
                </a:moveTo>
                <a:lnTo>
                  <a:pt x="209550" y="3552825"/>
                </a:lnTo>
                <a:lnTo>
                  <a:pt x="209550" y="3571875"/>
                </a:lnTo>
                <a:lnTo>
                  <a:pt x="219075" y="3571875"/>
                </a:lnTo>
                <a:lnTo>
                  <a:pt x="219075" y="3581400"/>
                </a:lnTo>
                <a:lnTo>
                  <a:pt x="209550" y="3581400"/>
                </a:lnTo>
                <a:lnTo>
                  <a:pt x="209550" y="3590925"/>
                </a:lnTo>
                <a:lnTo>
                  <a:pt x="200025" y="3590925"/>
                </a:lnTo>
                <a:lnTo>
                  <a:pt x="200025" y="3581400"/>
                </a:lnTo>
                <a:lnTo>
                  <a:pt x="190500" y="3581400"/>
                </a:lnTo>
                <a:lnTo>
                  <a:pt x="190500" y="3571875"/>
                </a:lnTo>
                <a:lnTo>
                  <a:pt x="180975" y="3571875"/>
                </a:lnTo>
                <a:lnTo>
                  <a:pt x="180975" y="3581400"/>
                </a:lnTo>
                <a:lnTo>
                  <a:pt x="190500" y="3581400"/>
                </a:lnTo>
                <a:lnTo>
                  <a:pt x="190500" y="3590925"/>
                </a:lnTo>
                <a:lnTo>
                  <a:pt x="171450" y="3590925"/>
                </a:lnTo>
                <a:lnTo>
                  <a:pt x="171450" y="3581400"/>
                </a:lnTo>
                <a:lnTo>
                  <a:pt x="161925" y="3581400"/>
                </a:lnTo>
                <a:lnTo>
                  <a:pt x="161925" y="3571875"/>
                </a:lnTo>
                <a:lnTo>
                  <a:pt x="152400" y="3571875"/>
                </a:lnTo>
                <a:close/>
                <a:moveTo>
                  <a:pt x="190500" y="3590925"/>
                </a:moveTo>
                <a:lnTo>
                  <a:pt x="200025" y="3590925"/>
                </a:lnTo>
                <a:lnTo>
                  <a:pt x="200025" y="3600450"/>
                </a:lnTo>
                <a:lnTo>
                  <a:pt x="190500" y="3600450"/>
                </a:lnTo>
                <a:close/>
                <a:moveTo>
                  <a:pt x="333375" y="3619500"/>
                </a:moveTo>
                <a:lnTo>
                  <a:pt x="352425" y="3619500"/>
                </a:lnTo>
                <a:lnTo>
                  <a:pt x="352425" y="3629025"/>
                </a:lnTo>
                <a:lnTo>
                  <a:pt x="371475" y="3629025"/>
                </a:lnTo>
                <a:lnTo>
                  <a:pt x="371475" y="3657600"/>
                </a:lnTo>
                <a:lnTo>
                  <a:pt x="390525" y="3657600"/>
                </a:lnTo>
                <a:lnTo>
                  <a:pt x="390525" y="3667125"/>
                </a:lnTo>
                <a:lnTo>
                  <a:pt x="381000" y="3667125"/>
                </a:lnTo>
                <a:lnTo>
                  <a:pt x="381000" y="3676650"/>
                </a:lnTo>
                <a:lnTo>
                  <a:pt x="361950" y="3676650"/>
                </a:lnTo>
                <a:lnTo>
                  <a:pt x="361950" y="3667125"/>
                </a:lnTo>
                <a:lnTo>
                  <a:pt x="295275" y="3667125"/>
                </a:lnTo>
                <a:lnTo>
                  <a:pt x="295275" y="3657600"/>
                </a:lnTo>
                <a:lnTo>
                  <a:pt x="276225" y="3657600"/>
                </a:lnTo>
                <a:lnTo>
                  <a:pt x="276225" y="3638550"/>
                </a:lnTo>
                <a:lnTo>
                  <a:pt x="314325" y="3638550"/>
                </a:lnTo>
                <a:lnTo>
                  <a:pt x="314325" y="3629025"/>
                </a:lnTo>
                <a:lnTo>
                  <a:pt x="333375" y="3629025"/>
                </a:lnTo>
                <a:close/>
                <a:moveTo>
                  <a:pt x="1504950" y="3629025"/>
                </a:moveTo>
                <a:lnTo>
                  <a:pt x="1524000" y="3629025"/>
                </a:lnTo>
                <a:lnTo>
                  <a:pt x="1524000" y="3638550"/>
                </a:lnTo>
                <a:lnTo>
                  <a:pt x="1533525" y="3638550"/>
                </a:lnTo>
                <a:lnTo>
                  <a:pt x="1533525" y="3657600"/>
                </a:lnTo>
                <a:lnTo>
                  <a:pt x="1524000" y="3657600"/>
                </a:lnTo>
                <a:lnTo>
                  <a:pt x="1524000" y="3667125"/>
                </a:lnTo>
                <a:lnTo>
                  <a:pt x="1504950" y="3667125"/>
                </a:lnTo>
                <a:lnTo>
                  <a:pt x="1504950" y="3657600"/>
                </a:lnTo>
                <a:lnTo>
                  <a:pt x="1485900" y="3657600"/>
                </a:lnTo>
                <a:lnTo>
                  <a:pt x="1485900" y="3648075"/>
                </a:lnTo>
                <a:lnTo>
                  <a:pt x="1504950" y="3648075"/>
                </a:lnTo>
                <a:close/>
                <a:moveTo>
                  <a:pt x="1562100" y="3638550"/>
                </a:moveTo>
                <a:lnTo>
                  <a:pt x="1571625" y="3638550"/>
                </a:lnTo>
                <a:lnTo>
                  <a:pt x="1571625" y="3648075"/>
                </a:lnTo>
                <a:lnTo>
                  <a:pt x="1562100" y="3648075"/>
                </a:lnTo>
                <a:close/>
                <a:moveTo>
                  <a:pt x="1114425" y="3657600"/>
                </a:moveTo>
                <a:lnTo>
                  <a:pt x="1133475" y="3657600"/>
                </a:lnTo>
                <a:lnTo>
                  <a:pt x="1133475" y="3667125"/>
                </a:lnTo>
                <a:lnTo>
                  <a:pt x="1114425" y="3667125"/>
                </a:lnTo>
                <a:close/>
              </a:path>
            </a:pathLst>
          </a:custGeom>
          <a:solidFill xmlns:a="http://schemas.openxmlformats.org/drawingml/2006/main">
            <a:srgbClr val="F2EFE3"/>
          </a:solidFill>
          <a:ln xmlns:a="http://schemas.openxmlformats.org/drawingml/2006/main" w="0">
            <a:noFill/>
          </a:ln>
        </p:spPr>
      </p:sp>
      <p:sp>
        <p:nvSpPr>
          <p:cNvPr id="12" name="dashboard vector #f4eee2">
            <a:extLst xmlns:a="http://schemas.openxmlformats.org/drawingml/2006/main">
              <a:ext uri="{FF2B5EF4-FFF2-40B4-BE49-F238E27FC236}">
                <a16:creationId xmlns:a16="http://schemas.microsoft.com/office/drawing/2014/main" id="{5CB24266-8215-4606-8123-EA3B05E4A8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14400" y="1447800"/>
            <a:ext cx="2171700" cy="4467225"/>
          </a:xfrm>
          <a:custGeom xmlns:a="http://schemas.openxmlformats.org/drawingml/2006/main">
            <a:pathLst>
              <a:path w="1838325" h="3790950">
                <a:moveTo>
                  <a:pt x="76200" y="9525"/>
                </a:moveTo>
                <a:lnTo>
                  <a:pt x="95250" y="9525"/>
                </a:lnTo>
                <a:lnTo>
                  <a:pt x="95250" y="28575"/>
                </a:lnTo>
                <a:lnTo>
                  <a:pt x="57150" y="28575"/>
                </a:lnTo>
                <a:lnTo>
                  <a:pt x="57150" y="47625"/>
                </a:lnTo>
                <a:lnTo>
                  <a:pt x="76200" y="47625"/>
                </a:lnTo>
                <a:lnTo>
                  <a:pt x="76200" y="66675"/>
                </a:lnTo>
                <a:lnTo>
                  <a:pt x="57150" y="66675"/>
                </a:lnTo>
                <a:lnTo>
                  <a:pt x="57150" y="57150"/>
                </a:lnTo>
                <a:lnTo>
                  <a:pt x="47625" y="57150"/>
                </a:lnTo>
                <a:lnTo>
                  <a:pt x="47625" y="38100"/>
                </a:lnTo>
                <a:lnTo>
                  <a:pt x="38100" y="38100"/>
                </a:lnTo>
                <a:lnTo>
                  <a:pt x="38100" y="28575"/>
                </a:lnTo>
                <a:lnTo>
                  <a:pt x="47625" y="28575"/>
                </a:lnTo>
                <a:lnTo>
                  <a:pt x="47625" y="19050"/>
                </a:lnTo>
                <a:lnTo>
                  <a:pt x="76200" y="19050"/>
                </a:lnTo>
                <a:close/>
                <a:moveTo>
                  <a:pt x="1809750" y="76200"/>
                </a:moveTo>
                <a:lnTo>
                  <a:pt x="1819275" y="76200"/>
                </a:lnTo>
                <a:lnTo>
                  <a:pt x="1819275" y="95250"/>
                </a:lnTo>
                <a:lnTo>
                  <a:pt x="1809750" y="95250"/>
                </a:lnTo>
                <a:close/>
                <a:moveTo>
                  <a:pt x="1438275" y="142875"/>
                </a:moveTo>
                <a:lnTo>
                  <a:pt x="1447800" y="142875"/>
                </a:lnTo>
                <a:lnTo>
                  <a:pt x="1447800" y="152400"/>
                </a:lnTo>
                <a:lnTo>
                  <a:pt x="1438275" y="152400"/>
                </a:lnTo>
                <a:close/>
                <a:moveTo>
                  <a:pt x="504825" y="228600"/>
                </a:moveTo>
                <a:lnTo>
                  <a:pt x="552450" y="228600"/>
                </a:lnTo>
                <a:lnTo>
                  <a:pt x="552450" y="238125"/>
                </a:lnTo>
                <a:lnTo>
                  <a:pt x="542925" y="238125"/>
                </a:lnTo>
                <a:lnTo>
                  <a:pt x="542925" y="257175"/>
                </a:lnTo>
                <a:lnTo>
                  <a:pt x="533400" y="257175"/>
                </a:lnTo>
                <a:lnTo>
                  <a:pt x="533400" y="276225"/>
                </a:lnTo>
                <a:lnTo>
                  <a:pt x="514350" y="276225"/>
                </a:lnTo>
                <a:lnTo>
                  <a:pt x="514350" y="285750"/>
                </a:lnTo>
                <a:lnTo>
                  <a:pt x="485775" y="285750"/>
                </a:lnTo>
                <a:lnTo>
                  <a:pt x="485775" y="276225"/>
                </a:lnTo>
                <a:lnTo>
                  <a:pt x="504825" y="276225"/>
                </a:lnTo>
                <a:close/>
                <a:moveTo>
                  <a:pt x="1247775" y="257175"/>
                </a:moveTo>
                <a:lnTo>
                  <a:pt x="1257300" y="257175"/>
                </a:lnTo>
                <a:lnTo>
                  <a:pt x="1257300" y="285750"/>
                </a:lnTo>
                <a:lnTo>
                  <a:pt x="1304925" y="285750"/>
                </a:lnTo>
                <a:lnTo>
                  <a:pt x="1304925" y="295275"/>
                </a:lnTo>
                <a:lnTo>
                  <a:pt x="1323975" y="295275"/>
                </a:lnTo>
                <a:lnTo>
                  <a:pt x="1323975" y="304800"/>
                </a:lnTo>
                <a:lnTo>
                  <a:pt x="1333500" y="304800"/>
                </a:lnTo>
                <a:lnTo>
                  <a:pt x="1333500" y="285750"/>
                </a:lnTo>
                <a:lnTo>
                  <a:pt x="1343025" y="285750"/>
                </a:lnTo>
                <a:lnTo>
                  <a:pt x="1343025" y="266700"/>
                </a:lnTo>
                <a:lnTo>
                  <a:pt x="1371600" y="266700"/>
                </a:lnTo>
                <a:lnTo>
                  <a:pt x="1371600" y="276225"/>
                </a:lnTo>
                <a:lnTo>
                  <a:pt x="1362075" y="276225"/>
                </a:lnTo>
                <a:lnTo>
                  <a:pt x="1362075" y="285750"/>
                </a:lnTo>
                <a:lnTo>
                  <a:pt x="1381125" y="285750"/>
                </a:lnTo>
                <a:lnTo>
                  <a:pt x="1381125" y="276225"/>
                </a:lnTo>
                <a:lnTo>
                  <a:pt x="1390650" y="276225"/>
                </a:lnTo>
                <a:lnTo>
                  <a:pt x="1390650" y="323850"/>
                </a:lnTo>
                <a:lnTo>
                  <a:pt x="1409700" y="323850"/>
                </a:lnTo>
                <a:lnTo>
                  <a:pt x="1409700" y="333375"/>
                </a:lnTo>
                <a:lnTo>
                  <a:pt x="1438275" y="333375"/>
                </a:lnTo>
                <a:lnTo>
                  <a:pt x="1438275" y="352425"/>
                </a:lnTo>
                <a:lnTo>
                  <a:pt x="1457325" y="352425"/>
                </a:lnTo>
                <a:lnTo>
                  <a:pt x="1457325" y="361950"/>
                </a:lnTo>
                <a:lnTo>
                  <a:pt x="1466850" y="361950"/>
                </a:lnTo>
                <a:lnTo>
                  <a:pt x="1466850" y="371475"/>
                </a:lnTo>
                <a:lnTo>
                  <a:pt x="1476375" y="371475"/>
                </a:lnTo>
                <a:lnTo>
                  <a:pt x="1476375" y="390525"/>
                </a:lnTo>
                <a:lnTo>
                  <a:pt x="1447800" y="390525"/>
                </a:lnTo>
                <a:lnTo>
                  <a:pt x="1447800" y="381000"/>
                </a:lnTo>
                <a:lnTo>
                  <a:pt x="1428750" y="381000"/>
                </a:lnTo>
                <a:lnTo>
                  <a:pt x="1428750" y="409575"/>
                </a:lnTo>
                <a:lnTo>
                  <a:pt x="1438275" y="409575"/>
                </a:lnTo>
                <a:lnTo>
                  <a:pt x="1438275" y="400050"/>
                </a:lnTo>
                <a:lnTo>
                  <a:pt x="1476375" y="400050"/>
                </a:lnTo>
                <a:lnTo>
                  <a:pt x="1476375" y="419100"/>
                </a:lnTo>
                <a:lnTo>
                  <a:pt x="1485900" y="419100"/>
                </a:lnTo>
                <a:lnTo>
                  <a:pt x="1485900" y="400050"/>
                </a:lnTo>
                <a:lnTo>
                  <a:pt x="1495425" y="400050"/>
                </a:lnTo>
                <a:lnTo>
                  <a:pt x="1495425" y="409575"/>
                </a:lnTo>
                <a:lnTo>
                  <a:pt x="1504950" y="409575"/>
                </a:lnTo>
                <a:lnTo>
                  <a:pt x="1504950" y="390525"/>
                </a:lnTo>
                <a:lnTo>
                  <a:pt x="1514475" y="390525"/>
                </a:lnTo>
                <a:lnTo>
                  <a:pt x="1514475" y="400050"/>
                </a:lnTo>
                <a:lnTo>
                  <a:pt x="1524000" y="400050"/>
                </a:lnTo>
                <a:lnTo>
                  <a:pt x="1524000" y="381000"/>
                </a:lnTo>
                <a:lnTo>
                  <a:pt x="1533525" y="381000"/>
                </a:lnTo>
                <a:lnTo>
                  <a:pt x="1533525" y="409575"/>
                </a:lnTo>
                <a:lnTo>
                  <a:pt x="1524000" y="409575"/>
                </a:lnTo>
                <a:lnTo>
                  <a:pt x="1524000" y="419100"/>
                </a:lnTo>
                <a:lnTo>
                  <a:pt x="1514475" y="419100"/>
                </a:lnTo>
                <a:lnTo>
                  <a:pt x="1514475" y="428625"/>
                </a:lnTo>
                <a:lnTo>
                  <a:pt x="1504950" y="428625"/>
                </a:lnTo>
                <a:lnTo>
                  <a:pt x="1504950" y="438150"/>
                </a:lnTo>
                <a:lnTo>
                  <a:pt x="1447800" y="438150"/>
                </a:lnTo>
                <a:lnTo>
                  <a:pt x="1447800" y="447675"/>
                </a:lnTo>
                <a:lnTo>
                  <a:pt x="1438275" y="447675"/>
                </a:lnTo>
                <a:lnTo>
                  <a:pt x="1438275" y="466725"/>
                </a:lnTo>
                <a:lnTo>
                  <a:pt x="1447800" y="466725"/>
                </a:lnTo>
                <a:lnTo>
                  <a:pt x="1447800" y="495300"/>
                </a:lnTo>
                <a:lnTo>
                  <a:pt x="1438275" y="495300"/>
                </a:lnTo>
                <a:lnTo>
                  <a:pt x="1438275" y="514350"/>
                </a:lnTo>
                <a:lnTo>
                  <a:pt x="1466850" y="514350"/>
                </a:lnTo>
                <a:lnTo>
                  <a:pt x="1466850" y="504825"/>
                </a:lnTo>
                <a:lnTo>
                  <a:pt x="1485900" y="504825"/>
                </a:lnTo>
                <a:lnTo>
                  <a:pt x="1485900" y="514350"/>
                </a:lnTo>
                <a:lnTo>
                  <a:pt x="1543050" y="514350"/>
                </a:lnTo>
                <a:lnTo>
                  <a:pt x="1543050" y="504825"/>
                </a:lnTo>
                <a:lnTo>
                  <a:pt x="1552575" y="504825"/>
                </a:lnTo>
                <a:lnTo>
                  <a:pt x="1552575" y="533400"/>
                </a:lnTo>
                <a:lnTo>
                  <a:pt x="1543050" y="533400"/>
                </a:lnTo>
                <a:lnTo>
                  <a:pt x="1543050" y="523875"/>
                </a:lnTo>
                <a:lnTo>
                  <a:pt x="1533525" y="523875"/>
                </a:lnTo>
                <a:lnTo>
                  <a:pt x="1533525" y="581025"/>
                </a:lnTo>
                <a:lnTo>
                  <a:pt x="1524000" y="581025"/>
                </a:lnTo>
                <a:lnTo>
                  <a:pt x="1524000" y="590550"/>
                </a:lnTo>
                <a:lnTo>
                  <a:pt x="1533525" y="590550"/>
                </a:lnTo>
                <a:lnTo>
                  <a:pt x="1533525" y="600075"/>
                </a:lnTo>
                <a:lnTo>
                  <a:pt x="1543050" y="600075"/>
                </a:lnTo>
                <a:lnTo>
                  <a:pt x="1543050" y="609600"/>
                </a:lnTo>
                <a:lnTo>
                  <a:pt x="1552575" y="609600"/>
                </a:lnTo>
                <a:lnTo>
                  <a:pt x="1552575" y="638175"/>
                </a:lnTo>
                <a:lnTo>
                  <a:pt x="1562100" y="638175"/>
                </a:lnTo>
                <a:lnTo>
                  <a:pt x="1562100" y="647700"/>
                </a:lnTo>
                <a:lnTo>
                  <a:pt x="1543050" y="647700"/>
                </a:lnTo>
                <a:lnTo>
                  <a:pt x="1543050" y="638175"/>
                </a:lnTo>
                <a:lnTo>
                  <a:pt x="1524000" y="638175"/>
                </a:lnTo>
                <a:lnTo>
                  <a:pt x="1524000" y="628650"/>
                </a:lnTo>
                <a:lnTo>
                  <a:pt x="1504950" y="628650"/>
                </a:lnTo>
                <a:lnTo>
                  <a:pt x="1504950" y="638175"/>
                </a:lnTo>
                <a:lnTo>
                  <a:pt x="1485900" y="638175"/>
                </a:lnTo>
                <a:lnTo>
                  <a:pt x="1485900" y="647700"/>
                </a:lnTo>
                <a:lnTo>
                  <a:pt x="1476375" y="647700"/>
                </a:lnTo>
                <a:lnTo>
                  <a:pt x="1476375" y="638175"/>
                </a:lnTo>
                <a:lnTo>
                  <a:pt x="1447800" y="638175"/>
                </a:lnTo>
                <a:lnTo>
                  <a:pt x="1447800" y="647700"/>
                </a:lnTo>
                <a:lnTo>
                  <a:pt x="1295400" y="647700"/>
                </a:lnTo>
                <a:lnTo>
                  <a:pt x="1295400" y="657225"/>
                </a:lnTo>
                <a:lnTo>
                  <a:pt x="1200150" y="657225"/>
                </a:lnTo>
                <a:lnTo>
                  <a:pt x="1200150" y="647700"/>
                </a:lnTo>
                <a:lnTo>
                  <a:pt x="1143000" y="647700"/>
                </a:lnTo>
                <a:lnTo>
                  <a:pt x="1143000" y="657225"/>
                </a:lnTo>
                <a:lnTo>
                  <a:pt x="1123950" y="657225"/>
                </a:lnTo>
                <a:lnTo>
                  <a:pt x="1123950" y="647700"/>
                </a:lnTo>
                <a:lnTo>
                  <a:pt x="1133475" y="647700"/>
                </a:lnTo>
                <a:lnTo>
                  <a:pt x="1133475" y="638175"/>
                </a:lnTo>
                <a:lnTo>
                  <a:pt x="1123950" y="638175"/>
                </a:lnTo>
                <a:lnTo>
                  <a:pt x="1123950" y="619125"/>
                </a:lnTo>
                <a:lnTo>
                  <a:pt x="1104900" y="619125"/>
                </a:lnTo>
                <a:lnTo>
                  <a:pt x="1104900" y="628650"/>
                </a:lnTo>
                <a:lnTo>
                  <a:pt x="1095375" y="628650"/>
                </a:lnTo>
                <a:lnTo>
                  <a:pt x="1095375" y="619125"/>
                </a:lnTo>
                <a:lnTo>
                  <a:pt x="1076325" y="619125"/>
                </a:lnTo>
                <a:lnTo>
                  <a:pt x="1076325" y="609600"/>
                </a:lnTo>
                <a:lnTo>
                  <a:pt x="1066800" y="609600"/>
                </a:lnTo>
                <a:lnTo>
                  <a:pt x="1066800" y="600075"/>
                </a:lnTo>
                <a:lnTo>
                  <a:pt x="1076325" y="600075"/>
                </a:lnTo>
                <a:lnTo>
                  <a:pt x="1076325" y="590550"/>
                </a:lnTo>
                <a:lnTo>
                  <a:pt x="1085850" y="590550"/>
                </a:lnTo>
                <a:lnTo>
                  <a:pt x="1085850" y="581025"/>
                </a:lnTo>
                <a:lnTo>
                  <a:pt x="1095375" y="581025"/>
                </a:lnTo>
                <a:lnTo>
                  <a:pt x="1095375" y="561975"/>
                </a:lnTo>
                <a:lnTo>
                  <a:pt x="1076325" y="561975"/>
                </a:lnTo>
                <a:lnTo>
                  <a:pt x="1076325" y="571500"/>
                </a:lnTo>
                <a:lnTo>
                  <a:pt x="1066800" y="571500"/>
                </a:lnTo>
                <a:lnTo>
                  <a:pt x="1066800" y="561975"/>
                </a:lnTo>
                <a:lnTo>
                  <a:pt x="1057275" y="561975"/>
                </a:lnTo>
                <a:lnTo>
                  <a:pt x="1057275" y="571500"/>
                </a:lnTo>
                <a:lnTo>
                  <a:pt x="1038225" y="571500"/>
                </a:lnTo>
                <a:lnTo>
                  <a:pt x="1038225" y="561975"/>
                </a:lnTo>
                <a:lnTo>
                  <a:pt x="1028700" y="561975"/>
                </a:lnTo>
                <a:lnTo>
                  <a:pt x="1028700" y="571500"/>
                </a:lnTo>
                <a:lnTo>
                  <a:pt x="1019175" y="571500"/>
                </a:lnTo>
                <a:lnTo>
                  <a:pt x="1019175" y="561975"/>
                </a:lnTo>
                <a:lnTo>
                  <a:pt x="1009650" y="561975"/>
                </a:lnTo>
                <a:lnTo>
                  <a:pt x="1009650" y="552450"/>
                </a:lnTo>
                <a:lnTo>
                  <a:pt x="1000125" y="552450"/>
                </a:lnTo>
                <a:lnTo>
                  <a:pt x="1000125" y="533400"/>
                </a:lnTo>
                <a:lnTo>
                  <a:pt x="990600" y="533400"/>
                </a:lnTo>
                <a:lnTo>
                  <a:pt x="990600" y="514350"/>
                </a:lnTo>
                <a:lnTo>
                  <a:pt x="971550" y="514350"/>
                </a:lnTo>
                <a:lnTo>
                  <a:pt x="971550" y="495300"/>
                </a:lnTo>
                <a:lnTo>
                  <a:pt x="981075" y="495300"/>
                </a:lnTo>
                <a:lnTo>
                  <a:pt x="981075" y="504825"/>
                </a:lnTo>
                <a:lnTo>
                  <a:pt x="990600" y="504825"/>
                </a:lnTo>
                <a:lnTo>
                  <a:pt x="990600" y="514350"/>
                </a:lnTo>
                <a:lnTo>
                  <a:pt x="1000125" y="514350"/>
                </a:lnTo>
                <a:lnTo>
                  <a:pt x="1000125" y="523875"/>
                </a:lnTo>
                <a:lnTo>
                  <a:pt x="1019175" y="523875"/>
                </a:lnTo>
                <a:lnTo>
                  <a:pt x="1019175" y="533400"/>
                </a:lnTo>
                <a:lnTo>
                  <a:pt x="1028700" y="533400"/>
                </a:lnTo>
                <a:lnTo>
                  <a:pt x="1028700" y="542925"/>
                </a:lnTo>
                <a:lnTo>
                  <a:pt x="1057275" y="542925"/>
                </a:lnTo>
                <a:lnTo>
                  <a:pt x="1057275" y="533400"/>
                </a:lnTo>
                <a:lnTo>
                  <a:pt x="1066800" y="533400"/>
                </a:lnTo>
                <a:lnTo>
                  <a:pt x="1066800" y="523875"/>
                </a:lnTo>
                <a:lnTo>
                  <a:pt x="1095375" y="523875"/>
                </a:lnTo>
                <a:lnTo>
                  <a:pt x="1095375" y="514350"/>
                </a:lnTo>
                <a:lnTo>
                  <a:pt x="1085850" y="514350"/>
                </a:lnTo>
                <a:lnTo>
                  <a:pt x="1085850" y="495300"/>
                </a:lnTo>
                <a:lnTo>
                  <a:pt x="1076325" y="495300"/>
                </a:lnTo>
                <a:lnTo>
                  <a:pt x="1076325" y="485775"/>
                </a:lnTo>
                <a:lnTo>
                  <a:pt x="1095375" y="485775"/>
                </a:lnTo>
                <a:lnTo>
                  <a:pt x="1095375" y="476250"/>
                </a:lnTo>
                <a:lnTo>
                  <a:pt x="1085850" y="476250"/>
                </a:lnTo>
                <a:lnTo>
                  <a:pt x="1085850" y="466725"/>
                </a:lnTo>
                <a:lnTo>
                  <a:pt x="1095375" y="466725"/>
                </a:lnTo>
                <a:lnTo>
                  <a:pt x="1095375" y="457200"/>
                </a:lnTo>
                <a:lnTo>
                  <a:pt x="1104900" y="457200"/>
                </a:lnTo>
                <a:lnTo>
                  <a:pt x="1104900" y="447675"/>
                </a:lnTo>
                <a:lnTo>
                  <a:pt x="1114425" y="447675"/>
                </a:lnTo>
                <a:lnTo>
                  <a:pt x="1114425" y="457200"/>
                </a:lnTo>
                <a:lnTo>
                  <a:pt x="1123950" y="457200"/>
                </a:lnTo>
                <a:lnTo>
                  <a:pt x="1123950" y="447675"/>
                </a:lnTo>
                <a:lnTo>
                  <a:pt x="1143000" y="447675"/>
                </a:lnTo>
                <a:lnTo>
                  <a:pt x="1143000" y="428625"/>
                </a:lnTo>
                <a:lnTo>
                  <a:pt x="1152525" y="428625"/>
                </a:lnTo>
                <a:lnTo>
                  <a:pt x="1152525" y="419100"/>
                </a:lnTo>
                <a:lnTo>
                  <a:pt x="1143000" y="419100"/>
                </a:lnTo>
                <a:lnTo>
                  <a:pt x="1143000" y="390525"/>
                </a:lnTo>
                <a:lnTo>
                  <a:pt x="1152525" y="390525"/>
                </a:lnTo>
                <a:lnTo>
                  <a:pt x="1152525" y="381000"/>
                </a:lnTo>
                <a:lnTo>
                  <a:pt x="1162050" y="381000"/>
                </a:lnTo>
                <a:lnTo>
                  <a:pt x="1162050" y="390525"/>
                </a:lnTo>
                <a:lnTo>
                  <a:pt x="1171575" y="390525"/>
                </a:lnTo>
                <a:lnTo>
                  <a:pt x="1171575" y="400050"/>
                </a:lnTo>
                <a:lnTo>
                  <a:pt x="1181100" y="400050"/>
                </a:lnTo>
                <a:lnTo>
                  <a:pt x="1181100" y="409575"/>
                </a:lnTo>
                <a:lnTo>
                  <a:pt x="1171575" y="409575"/>
                </a:lnTo>
                <a:lnTo>
                  <a:pt x="1171575" y="428625"/>
                </a:lnTo>
                <a:lnTo>
                  <a:pt x="1162050" y="428625"/>
                </a:lnTo>
                <a:lnTo>
                  <a:pt x="1162050" y="457200"/>
                </a:lnTo>
                <a:lnTo>
                  <a:pt x="1152525" y="457200"/>
                </a:lnTo>
                <a:lnTo>
                  <a:pt x="1152525" y="476250"/>
                </a:lnTo>
                <a:lnTo>
                  <a:pt x="1143000" y="476250"/>
                </a:lnTo>
                <a:lnTo>
                  <a:pt x="1143000" y="485775"/>
                </a:lnTo>
                <a:lnTo>
                  <a:pt x="1152525" y="485775"/>
                </a:lnTo>
                <a:lnTo>
                  <a:pt x="1152525" y="495300"/>
                </a:lnTo>
                <a:lnTo>
                  <a:pt x="1123950" y="495300"/>
                </a:lnTo>
                <a:lnTo>
                  <a:pt x="1123950" y="504825"/>
                </a:lnTo>
                <a:lnTo>
                  <a:pt x="1133475" y="504825"/>
                </a:lnTo>
                <a:lnTo>
                  <a:pt x="1133475" y="514350"/>
                </a:lnTo>
                <a:lnTo>
                  <a:pt x="1123950" y="514350"/>
                </a:lnTo>
                <a:lnTo>
                  <a:pt x="1123950" y="533400"/>
                </a:lnTo>
                <a:lnTo>
                  <a:pt x="1114425" y="533400"/>
                </a:lnTo>
                <a:lnTo>
                  <a:pt x="1114425" y="542925"/>
                </a:lnTo>
                <a:lnTo>
                  <a:pt x="1123950" y="542925"/>
                </a:lnTo>
                <a:lnTo>
                  <a:pt x="1123950" y="571500"/>
                </a:lnTo>
                <a:lnTo>
                  <a:pt x="1133475" y="571500"/>
                </a:lnTo>
                <a:lnTo>
                  <a:pt x="1133475" y="581025"/>
                </a:lnTo>
                <a:lnTo>
                  <a:pt x="1171575" y="581025"/>
                </a:lnTo>
                <a:lnTo>
                  <a:pt x="1171575" y="571500"/>
                </a:lnTo>
                <a:lnTo>
                  <a:pt x="1181100" y="571500"/>
                </a:lnTo>
                <a:lnTo>
                  <a:pt x="1181100" y="552450"/>
                </a:lnTo>
                <a:lnTo>
                  <a:pt x="1190625" y="552450"/>
                </a:lnTo>
                <a:lnTo>
                  <a:pt x="1190625" y="571500"/>
                </a:lnTo>
                <a:lnTo>
                  <a:pt x="1200150" y="571500"/>
                </a:lnTo>
                <a:lnTo>
                  <a:pt x="1200150" y="581025"/>
                </a:lnTo>
                <a:lnTo>
                  <a:pt x="1295400" y="581025"/>
                </a:lnTo>
                <a:lnTo>
                  <a:pt x="1295400" y="571500"/>
                </a:lnTo>
                <a:lnTo>
                  <a:pt x="1304925" y="571500"/>
                </a:lnTo>
                <a:lnTo>
                  <a:pt x="1304925" y="552450"/>
                </a:lnTo>
                <a:lnTo>
                  <a:pt x="1343025" y="552450"/>
                </a:lnTo>
                <a:lnTo>
                  <a:pt x="1343025" y="542925"/>
                </a:lnTo>
                <a:lnTo>
                  <a:pt x="1352550" y="542925"/>
                </a:lnTo>
                <a:lnTo>
                  <a:pt x="1352550" y="533400"/>
                </a:lnTo>
                <a:lnTo>
                  <a:pt x="1362075" y="533400"/>
                </a:lnTo>
                <a:lnTo>
                  <a:pt x="1362075" y="523875"/>
                </a:lnTo>
                <a:lnTo>
                  <a:pt x="1371600" y="523875"/>
                </a:lnTo>
                <a:lnTo>
                  <a:pt x="1371600" y="390525"/>
                </a:lnTo>
                <a:lnTo>
                  <a:pt x="1343025" y="390525"/>
                </a:lnTo>
                <a:lnTo>
                  <a:pt x="1343025" y="381000"/>
                </a:lnTo>
                <a:lnTo>
                  <a:pt x="1333500" y="381000"/>
                </a:lnTo>
                <a:lnTo>
                  <a:pt x="1333500" y="371475"/>
                </a:lnTo>
                <a:lnTo>
                  <a:pt x="1304925" y="371475"/>
                </a:lnTo>
                <a:lnTo>
                  <a:pt x="1304925" y="361950"/>
                </a:lnTo>
                <a:lnTo>
                  <a:pt x="1238250" y="361950"/>
                </a:lnTo>
                <a:lnTo>
                  <a:pt x="1238250" y="342900"/>
                </a:lnTo>
                <a:lnTo>
                  <a:pt x="1219200" y="342900"/>
                </a:lnTo>
                <a:lnTo>
                  <a:pt x="1219200" y="390525"/>
                </a:lnTo>
                <a:lnTo>
                  <a:pt x="1209675" y="390525"/>
                </a:lnTo>
                <a:lnTo>
                  <a:pt x="1209675" y="381000"/>
                </a:lnTo>
                <a:lnTo>
                  <a:pt x="1200150" y="381000"/>
                </a:lnTo>
                <a:lnTo>
                  <a:pt x="1200150" y="371475"/>
                </a:lnTo>
                <a:lnTo>
                  <a:pt x="1190625" y="371475"/>
                </a:lnTo>
                <a:lnTo>
                  <a:pt x="1190625" y="361950"/>
                </a:lnTo>
                <a:lnTo>
                  <a:pt x="1181100" y="361950"/>
                </a:lnTo>
                <a:lnTo>
                  <a:pt x="1181100" y="352425"/>
                </a:lnTo>
                <a:lnTo>
                  <a:pt x="1162050" y="352425"/>
                </a:lnTo>
                <a:lnTo>
                  <a:pt x="1162050" y="333375"/>
                </a:lnTo>
                <a:lnTo>
                  <a:pt x="1152525" y="333375"/>
                </a:lnTo>
                <a:lnTo>
                  <a:pt x="1152525" y="323850"/>
                </a:lnTo>
                <a:lnTo>
                  <a:pt x="1162050" y="323850"/>
                </a:lnTo>
                <a:lnTo>
                  <a:pt x="1162050" y="314325"/>
                </a:lnTo>
                <a:lnTo>
                  <a:pt x="1152525" y="314325"/>
                </a:lnTo>
                <a:lnTo>
                  <a:pt x="1152525" y="304800"/>
                </a:lnTo>
                <a:lnTo>
                  <a:pt x="1162050" y="304800"/>
                </a:lnTo>
                <a:lnTo>
                  <a:pt x="1162050" y="314325"/>
                </a:lnTo>
                <a:lnTo>
                  <a:pt x="1171575" y="314325"/>
                </a:lnTo>
                <a:lnTo>
                  <a:pt x="1171575" y="304800"/>
                </a:lnTo>
                <a:lnTo>
                  <a:pt x="1200150" y="304800"/>
                </a:lnTo>
                <a:lnTo>
                  <a:pt x="1200150" y="276225"/>
                </a:lnTo>
                <a:lnTo>
                  <a:pt x="1219200" y="276225"/>
                </a:lnTo>
                <a:lnTo>
                  <a:pt x="1219200" y="285750"/>
                </a:lnTo>
                <a:lnTo>
                  <a:pt x="1209675" y="285750"/>
                </a:lnTo>
                <a:lnTo>
                  <a:pt x="1209675" y="295275"/>
                </a:lnTo>
                <a:lnTo>
                  <a:pt x="1238250" y="295275"/>
                </a:lnTo>
                <a:lnTo>
                  <a:pt x="1238250" y="285750"/>
                </a:lnTo>
                <a:lnTo>
                  <a:pt x="1247775" y="285750"/>
                </a:lnTo>
                <a:close/>
                <a:moveTo>
                  <a:pt x="1647825" y="257175"/>
                </a:moveTo>
                <a:lnTo>
                  <a:pt x="1666875" y="257175"/>
                </a:lnTo>
                <a:lnTo>
                  <a:pt x="1666875" y="276225"/>
                </a:lnTo>
                <a:lnTo>
                  <a:pt x="1657350" y="276225"/>
                </a:lnTo>
                <a:lnTo>
                  <a:pt x="1657350" y="285750"/>
                </a:lnTo>
                <a:lnTo>
                  <a:pt x="1676400" y="285750"/>
                </a:lnTo>
                <a:lnTo>
                  <a:pt x="1676400" y="295275"/>
                </a:lnTo>
                <a:lnTo>
                  <a:pt x="1685925" y="295275"/>
                </a:lnTo>
                <a:lnTo>
                  <a:pt x="1685925" y="304800"/>
                </a:lnTo>
                <a:lnTo>
                  <a:pt x="1666875" y="304800"/>
                </a:lnTo>
                <a:lnTo>
                  <a:pt x="1666875" y="314325"/>
                </a:lnTo>
                <a:lnTo>
                  <a:pt x="1647825" y="314325"/>
                </a:lnTo>
                <a:lnTo>
                  <a:pt x="1647825" y="304800"/>
                </a:lnTo>
                <a:lnTo>
                  <a:pt x="1628775" y="304800"/>
                </a:lnTo>
                <a:lnTo>
                  <a:pt x="1628775" y="266700"/>
                </a:lnTo>
                <a:lnTo>
                  <a:pt x="1647825" y="266700"/>
                </a:lnTo>
                <a:close/>
                <a:moveTo>
                  <a:pt x="1181100" y="266700"/>
                </a:moveTo>
                <a:lnTo>
                  <a:pt x="1190625" y="266700"/>
                </a:lnTo>
                <a:lnTo>
                  <a:pt x="1190625" y="285750"/>
                </a:lnTo>
                <a:lnTo>
                  <a:pt x="1181100" y="285750"/>
                </a:lnTo>
                <a:close/>
                <a:moveTo>
                  <a:pt x="323850" y="276225"/>
                </a:moveTo>
                <a:lnTo>
                  <a:pt x="333375" y="276225"/>
                </a:lnTo>
                <a:lnTo>
                  <a:pt x="333375" y="285750"/>
                </a:lnTo>
                <a:lnTo>
                  <a:pt x="323850" y="285750"/>
                </a:lnTo>
                <a:close/>
                <a:moveTo>
                  <a:pt x="1571625" y="276225"/>
                </a:moveTo>
                <a:lnTo>
                  <a:pt x="1590675" y="276225"/>
                </a:lnTo>
                <a:lnTo>
                  <a:pt x="1590675" y="285750"/>
                </a:lnTo>
                <a:lnTo>
                  <a:pt x="1581150" y="285750"/>
                </a:lnTo>
                <a:lnTo>
                  <a:pt x="1581150" y="295275"/>
                </a:lnTo>
                <a:lnTo>
                  <a:pt x="1571625" y="295275"/>
                </a:lnTo>
                <a:lnTo>
                  <a:pt x="1571625" y="304800"/>
                </a:lnTo>
                <a:lnTo>
                  <a:pt x="1562100" y="304800"/>
                </a:lnTo>
                <a:lnTo>
                  <a:pt x="1562100" y="285750"/>
                </a:lnTo>
                <a:lnTo>
                  <a:pt x="1571625" y="285750"/>
                </a:lnTo>
                <a:close/>
                <a:moveTo>
                  <a:pt x="466725" y="285750"/>
                </a:moveTo>
                <a:lnTo>
                  <a:pt x="485775" y="285750"/>
                </a:lnTo>
                <a:lnTo>
                  <a:pt x="485775" y="304800"/>
                </a:lnTo>
                <a:lnTo>
                  <a:pt x="466725" y="304800"/>
                </a:lnTo>
                <a:close/>
                <a:moveTo>
                  <a:pt x="647700" y="285750"/>
                </a:moveTo>
                <a:lnTo>
                  <a:pt x="657225" y="285750"/>
                </a:lnTo>
                <a:lnTo>
                  <a:pt x="657225" y="295275"/>
                </a:lnTo>
                <a:lnTo>
                  <a:pt x="666750" y="295275"/>
                </a:lnTo>
                <a:lnTo>
                  <a:pt x="666750" y="323850"/>
                </a:lnTo>
                <a:lnTo>
                  <a:pt x="657225" y="323850"/>
                </a:lnTo>
                <a:lnTo>
                  <a:pt x="657225" y="314325"/>
                </a:lnTo>
                <a:lnTo>
                  <a:pt x="647700" y="314325"/>
                </a:lnTo>
                <a:close/>
                <a:moveTo>
                  <a:pt x="400050" y="295275"/>
                </a:moveTo>
                <a:lnTo>
                  <a:pt x="419100" y="295275"/>
                </a:lnTo>
                <a:lnTo>
                  <a:pt x="419100" y="304800"/>
                </a:lnTo>
                <a:lnTo>
                  <a:pt x="400050" y="304800"/>
                </a:lnTo>
                <a:close/>
                <a:moveTo>
                  <a:pt x="1609725" y="295275"/>
                </a:moveTo>
                <a:lnTo>
                  <a:pt x="1619250" y="295275"/>
                </a:lnTo>
                <a:lnTo>
                  <a:pt x="1619250" y="304800"/>
                </a:lnTo>
                <a:lnTo>
                  <a:pt x="1609725" y="304800"/>
                </a:lnTo>
                <a:close/>
                <a:moveTo>
                  <a:pt x="1485900" y="304800"/>
                </a:moveTo>
                <a:lnTo>
                  <a:pt x="1504950" y="304800"/>
                </a:lnTo>
                <a:lnTo>
                  <a:pt x="1504950" y="314325"/>
                </a:lnTo>
                <a:lnTo>
                  <a:pt x="1485900" y="314325"/>
                </a:lnTo>
                <a:close/>
                <a:moveTo>
                  <a:pt x="752475" y="333375"/>
                </a:moveTo>
                <a:lnTo>
                  <a:pt x="762000" y="333375"/>
                </a:lnTo>
                <a:lnTo>
                  <a:pt x="762000" y="352425"/>
                </a:lnTo>
                <a:lnTo>
                  <a:pt x="752475" y="352425"/>
                </a:lnTo>
                <a:close/>
                <a:moveTo>
                  <a:pt x="771525" y="333375"/>
                </a:moveTo>
                <a:lnTo>
                  <a:pt x="781050" y="333375"/>
                </a:lnTo>
                <a:lnTo>
                  <a:pt x="781050" y="352425"/>
                </a:lnTo>
                <a:lnTo>
                  <a:pt x="771525" y="352425"/>
                </a:lnTo>
                <a:close/>
                <a:moveTo>
                  <a:pt x="923925" y="333375"/>
                </a:moveTo>
                <a:lnTo>
                  <a:pt x="952500" y="333375"/>
                </a:lnTo>
                <a:lnTo>
                  <a:pt x="952500" y="352425"/>
                </a:lnTo>
                <a:lnTo>
                  <a:pt x="923925" y="352425"/>
                </a:lnTo>
                <a:close/>
                <a:moveTo>
                  <a:pt x="981075" y="333375"/>
                </a:moveTo>
                <a:lnTo>
                  <a:pt x="1000125" y="333375"/>
                </a:lnTo>
                <a:lnTo>
                  <a:pt x="1000125" y="352425"/>
                </a:lnTo>
                <a:lnTo>
                  <a:pt x="981075" y="352425"/>
                </a:lnTo>
                <a:close/>
                <a:moveTo>
                  <a:pt x="1019175" y="333375"/>
                </a:moveTo>
                <a:lnTo>
                  <a:pt x="1028700" y="333375"/>
                </a:lnTo>
                <a:lnTo>
                  <a:pt x="1028700" y="352425"/>
                </a:lnTo>
                <a:lnTo>
                  <a:pt x="1019175" y="352425"/>
                </a:lnTo>
                <a:close/>
                <a:moveTo>
                  <a:pt x="1047750" y="333375"/>
                </a:moveTo>
                <a:lnTo>
                  <a:pt x="1057275" y="333375"/>
                </a:lnTo>
                <a:lnTo>
                  <a:pt x="1057275" y="352425"/>
                </a:lnTo>
                <a:lnTo>
                  <a:pt x="1047750" y="352425"/>
                </a:lnTo>
                <a:close/>
                <a:moveTo>
                  <a:pt x="962025" y="352425"/>
                </a:moveTo>
                <a:lnTo>
                  <a:pt x="971550" y="352425"/>
                </a:lnTo>
                <a:lnTo>
                  <a:pt x="971550" y="361950"/>
                </a:lnTo>
                <a:lnTo>
                  <a:pt x="962025" y="361950"/>
                </a:lnTo>
                <a:close/>
                <a:moveTo>
                  <a:pt x="1628775" y="352425"/>
                </a:moveTo>
                <a:lnTo>
                  <a:pt x="1647825" y="352425"/>
                </a:lnTo>
                <a:lnTo>
                  <a:pt x="1647825" y="361950"/>
                </a:lnTo>
                <a:lnTo>
                  <a:pt x="1638300" y="361950"/>
                </a:lnTo>
                <a:lnTo>
                  <a:pt x="1638300" y="381000"/>
                </a:lnTo>
                <a:lnTo>
                  <a:pt x="1628775" y="381000"/>
                </a:lnTo>
                <a:close/>
                <a:moveTo>
                  <a:pt x="142875" y="361950"/>
                </a:moveTo>
                <a:lnTo>
                  <a:pt x="161925" y="361950"/>
                </a:lnTo>
                <a:lnTo>
                  <a:pt x="161925" y="371475"/>
                </a:lnTo>
                <a:lnTo>
                  <a:pt x="171450" y="371475"/>
                </a:lnTo>
                <a:lnTo>
                  <a:pt x="171450" y="381000"/>
                </a:lnTo>
                <a:lnTo>
                  <a:pt x="180975" y="381000"/>
                </a:lnTo>
                <a:lnTo>
                  <a:pt x="180975" y="400050"/>
                </a:lnTo>
                <a:lnTo>
                  <a:pt x="161925" y="400050"/>
                </a:lnTo>
                <a:lnTo>
                  <a:pt x="161925" y="390525"/>
                </a:lnTo>
                <a:lnTo>
                  <a:pt x="142875" y="390525"/>
                </a:lnTo>
                <a:lnTo>
                  <a:pt x="142875" y="381000"/>
                </a:lnTo>
                <a:lnTo>
                  <a:pt x="133350" y="381000"/>
                </a:lnTo>
                <a:lnTo>
                  <a:pt x="133350" y="390525"/>
                </a:lnTo>
                <a:lnTo>
                  <a:pt x="123825" y="390525"/>
                </a:lnTo>
                <a:lnTo>
                  <a:pt x="123825" y="371475"/>
                </a:lnTo>
                <a:lnTo>
                  <a:pt x="142875" y="371475"/>
                </a:lnTo>
                <a:close/>
                <a:moveTo>
                  <a:pt x="952500" y="390525"/>
                </a:moveTo>
                <a:lnTo>
                  <a:pt x="962025" y="390525"/>
                </a:lnTo>
                <a:lnTo>
                  <a:pt x="962025" y="409575"/>
                </a:lnTo>
                <a:lnTo>
                  <a:pt x="971550" y="409575"/>
                </a:lnTo>
                <a:lnTo>
                  <a:pt x="971550" y="419100"/>
                </a:lnTo>
                <a:lnTo>
                  <a:pt x="962025" y="419100"/>
                </a:lnTo>
                <a:lnTo>
                  <a:pt x="962025" y="428625"/>
                </a:lnTo>
                <a:lnTo>
                  <a:pt x="942975" y="428625"/>
                </a:lnTo>
                <a:lnTo>
                  <a:pt x="942975" y="419100"/>
                </a:lnTo>
                <a:lnTo>
                  <a:pt x="923925" y="419100"/>
                </a:lnTo>
                <a:lnTo>
                  <a:pt x="923925" y="409575"/>
                </a:lnTo>
                <a:lnTo>
                  <a:pt x="952500" y="409575"/>
                </a:lnTo>
                <a:close/>
                <a:moveTo>
                  <a:pt x="152400" y="409575"/>
                </a:moveTo>
                <a:lnTo>
                  <a:pt x="161925" y="409575"/>
                </a:lnTo>
                <a:lnTo>
                  <a:pt x="161925" y="447675"/>
                </a:lnTo>
                <a:lnTo>
                  <a:pt x="142875" y="447675"/>
                </a:lnTo>
                <a:lnTo>
                  <a:pt x="142875" y="438150"/>
                </a:lnTo>
                <a:lnTo>
                  <a:pt x="123825" y="438150"/>
                </a:lnTo>
                <a:lnTo>
                  <a:pt x="123825" y="419100"/>
                </a:lnTo>
                <a:lnTo>
                  <a:pt x="152400" y="419100"/>
                </a:lnTo>
                <a:close/>
                <a:moveTo>
                  <a:pt x="114300" y="447675"/>
                </a:moveTo>
                <a:lnTo>
                  <a:pt x="123825" y="447675"/>
                </a:lnTo>
                <a:lnTo>
                  <a:pt x="123825" y="457200"/>
                </a:lnTo>
                <a:lnTo>
                  <a:pt x="114300" y="457200"/>
                </a:lnTo>
                <a:close/>
                <a:moveTo>
                  <a:pt x="133350" y="447675"/>
                </a:moveTo>
                <a:lnTo>
                  <a:pt x="142875" y="447675"/>
                </a:lnTo>
                <a:lnTo>
                  <a:pt x="142875" y="457200"/>
                </a:lnTo>
                <a:lnTo>
                  <a:pt x="133350" y="457200"/>
                </a:lnTo>
                <a:close/>
                <a:moveTo>
                  <a:pt x="1476375" y="466725"/>
                </a:moveTo>
                <a:lnTo>
                  <a:pt x="1495425" y="466725"/>
                </a:lnTo>
                <a:lnTo>
                  <a:pt x="1495425" y="476250"/>
                </a:lnTo>
                <a:lnTo>
                  <a:pt x="1476375" y="476250"/>
                </a:lnTo>
                <a:close/>
                <a:moveTo>
                  <a:pt x="1524000" y="466725"/>
                </a:moveTo>
                <a:lnTo>
                  <a:pt x="1543050" y="466725"/>
                </a:lnTo>
                <a:lnTo>
                  <a:pt x="1543050" y="485775"/>
                </a:lnTo>
                <a:lnTo>
                  <a:pt x="1514475" y="485775"/>
                </a:lnTo>
                <a:lnTo>
                  <a:pt x="1514475" y="476250"/>
                </a:lnTo>
                <a:lnTo>
                  <a:pt x="1524000" y="476250"/>
                </a:lnTo>
                <a:close/>
                <a:moveTo>
                  <a:pt x="895350" y="476250"/>
                </a:moveTo>
                <a:lnTo>
                  <a:pt x="904875" y="476250"/>
                </a:lnTo>
                <a:lnTo>
                  <a:pt x="904875" y="485775"/>
                </a:lnTo>
                <a:lnTo>
                  <a:pt x="933450" y="485775"/>
                </a:lnTo>
                <a:lnTo>
                  <a:pt x="933450" y="495300"/>
                </a:lnTo>
                <a:lnTo>
                  <a:pt x="895350" y="495300"/>
                </a:lnTo>
                <a:close/>
                <a:moveTo>
                  <a:pt x="942975" y="476250"/>
                </a:moveTo>
                <a:lnTo>
                  <a:pt x="962025" y="476250"/>
                </a:lnTo>
                <a:lnTo>
                  <a:pt x="962025" y="485775"/>
                </a:lnTo>
                <a:lnTo>
                  <a:pt x="942975" y="485775"/>
                </a:lnTo>
                <a:close/>
                <a:moveTo>
                  <a:pt x="1600200" y="476250"/>
                </a:moveTo>
                <a:lnTo>
                  <a:pt x="1609725" y="476250"/>
                </a:lnTo>
                <a:lnTo>
                  <a:pt x="1609725" y="485775"/>
                </a:lnTo>
                <a:lnTo>
                  <a:pt x="1600200" y="485775"/>
                </a:lnTo>
                <a:close/>
                <a:moveTo>
                  <a:pt x="1685925" y="485775"/>
                </a:moveTo>
                <a:lnTo>
                  <a:pt x="1704975" y="485775"/>
                </a:lnTo>
                <a:lnTo>
                  <a:pt x="1704975" y="495300"/>
                </a:lnTo>
                <a:lnTo>
                  <a:pt x="1685925" y="495300"/>
                </a:lnTo>
                <a:close/>
                <a:moveTo>
                  <a:pt x="142875" y="495300"/>
                </a:moveTo>
                <a:lnTo>
                  <a:pt x="152400" y="495300"/>
                </a:lnTo>
                <a:lnTo>
                  <a:pt x="152400" y="504825"/>
                </a:lnTo>
                <a:lnTo>
                  <a:pt x="142875" y="504825"/>
                </a:lnTo>
                <a:close/>
                <a:moveTo>
                  <a:pt x="295275" y="495300"/>
                </a:moveTo>
                <a:lnTo>
                  <a:pt x="304800" y="495300"/>
                </a:lnTo>
                <a:lnTo>
                  <a:pt x="304800" y="504825"/>
                </a:lnTo>
                <a:lnTo>
                  <a:pt x="295275" y="504825"/>
                </a:lnTo>
                <a:close/>
                <a:moveTo>
                  <a:pt x="1028700" y="504825"/>
                </a:moveTo>
                <a:lnTo>
                  <a:pt x="1047750" y="504825"/>
                </a:lnTo>
                <a:lnTo>
                  <a:pt x="1047750" y="514350"/>
                </a:lnTo>
                <a:lnTo>
                  <a:pt x="1028700" y="514350"/>
                </a:lnTo>
                <a:close/>
                <a:moveTo>
                  <a:pt x="1609725" y="504825"/>
                </a:moveTo>
                <a:lnTo>
                  <a:pt x="1619250" y="504825"/>
                </a:lnTo>
                <a:lnTo>
                  <a:pt x="1619250" y="514350"/>
                </a:lnTo>
                <a:lnTo>
                  <a:pt x="1609725" y="514350"/>
                </a:lnTo>
                <a:close/>
                <a:moveTo>
                  <a:pt x="1695450" y="504825"/>
                </a:moveTo>
                <a:lnTo>
                  <a:pt x="1704975" y="504825"/>
                </a:lnTo>
                <a:lnTo>
                  <a:pt x="1704975" y="533400"/>
                </a:lnTo>
                <a:lnTo>
                  <a:pt x="1695450" y="533400"/>
                </a:lnTo>
                <a:close/>
                <a:moveTo>
                  <a:pt x="1047750" y="514350"/>
                </a:moveTo>
                <a:lnTo>
                  <a:pt x="1057275" y="514350"/>
                </a:lnTo>
                <a:lnTo>
                  <a:pt x="1057275" y="523875"/>
                </a:lnTo>
                <a:lnTo>
                  <a:pt x="1047750" y="523875"/>
                </a:lnTo>
                <a:close/>
                <a:moveTo>
                  <a:pt x="895350" y="523875"/>
                </a:moveTo>
                <a:lnTo>
                  <a:pt x="904875" y="523875"/>
                </a:lnTo>
                <a:lnTo>
                  <a:pt x="904875" y="533400"/>
                </a:lnTo>
                <a:lnTo>
                  <a:pt x="895350" y="533400"/>
                </a:lnTo>
                <a:close/>
                <a:moveTo>
                  <a:pt x="914400" y="542925"/>
                </a:moveTo>
                <a:lnTo>
                  <a:pt x="923925" y="542925"/>
                </a:lnTo>
                <a:lnTo>
                  <a:pt x="923925" y="552450"/>
                </a:lnTo>
                <a:lnTo>
                  <a:pt x="914400" y="552450"/>
                </a:lnTo>
                <a:close/>
                <a:moveTo>
                  <a:pt x="1466850" y="542925"/>
                </a:moveTo>
                <a:lnTo>
                  <a:pt x="1495425" y="542925"/>
                </a:lnTo>
                <a:lnTo>
                  <a:pt x="1495425" y="523875"/>
                </a:lnTo>
                <a:lnTo>
                  <a:pt x="1476375" y="523875"/>
                </a:lnTo>
                <a:lnTo>
                  <a:pt x="1476375" y="533400"/>
                </a:lnTo>
                <a:lnTo>
                  <a:pt x="1466850" y="533400"/>
                </a:lnTo>
                <a:close/>
                <a:moveTo>
                  <a:pt x="1590675" y="542925"/>
                </a:moveTo>
                <a:lnTo>
                  <a:pt x="1609725" y="542925"/>
                </a:lnTo>
                <a:lnTo>
                  <a:pt x="1609725" y="552450"/>
                </a:lnTo>
                <a:lnTo>
                  <a:pt x="1590675" y="552450"/>
                </a:lnTo>
                <a:close/>
                <a:moveTo>
                  <a:pt x="1628775" y="542925"/>
                </a:moveTo>
                <a:lnTo>
                  <a:pt x="1638300" y="542925"/>
                </a:lnTo>
                <a:lnTo>
                  <a:pt x="1638300" y="552450"/>
                </a:lnTo>
                <a:lnTo>
                  <a:pt x="1657350" y="552450"/>
                </a:lnTo>
                <a:lnTo>
                  <a:pt x="1657350" y="561975"/>
                </a:lnTo>
                <a:lnTo>
                  <a:pt x="1666875" y="561975"/>
                </a:lnTo>
                <a:lnTo>
                  <a:pt x="1666875" y="552450"/>
                </a:lnTo>
                <a:lnTo>
                  <a:pt x="1685925" y="552450"/>
                </a:lnTo>
                <a:lnTo>
                  <a:pt x="1685925" y="571500"/>
                </a:lnTo>
                <a:lnTo>
                  <a:pt x="1676400" y="571500"/>
                </a:lnTo>
                <a:lnTo>
                  <a:pt x="1676400" y="581025"/>
                </a:lnTo>
                <a:lnTo>
                  <a:pt x="1657350" y="581025"/>
                </a:lnTo>
                <a:lnTo>
                  <a:pt x="1657350" y="571500"/>
                </a:lnTo>
                <a:lnTo>
                  <a:pt x="1609725" y="571500"/>
                </a:lnTo>
                <a:lnTo>
                  <a:pt x="1609725" y="552450"/>
                </a:lnTo>
                <a:lnTo>
                  <a:pt x="1628775" y="552450"/>
                </a:lnTo>
                <a:close/>
                <a:moveTo>
                  <a:pt x="123825" y="561975"/>
                </a:moveTo>
                <a:lnTo>
                  <a:pt x="133350" y="561975"/>
                </a:lnTo>
                <a:lnTo>
                  <a:pt x="133350" y="581025"/>
                </a:lnTo>
                <a:lnTo>
                  <a:pt x="123825" y="581025"/>
                </a:lnTo>
                <a:close/>
                <a:moveTo>
                  <a:pt x="1390650" y="581025"/>
                </a:moveTo>
                <a:lnTo>
                  <a:pt x="1419225" y="581025"/>
                </a:lnTo>
                <a:lnTo>
                  <a:pt x="1419225" y="561975"/>
                </a:lnTo>
                <a:lnTo>
                  <a:pt x="1400175" y="561975"/>
                </a:lnTo>
                <a:lnTo>
                  <a:pt x="1400175" y="571500"/>
                </a:lnTo>
                <a:lnTo>
                  <a:pt x="1381125" y="571500"/>
                </a:lnTo>
                <a:lnTo>
                  <a:pt x="1381125" y="590550"/>
                </a:lnTo>
                <a:lnTo>
                  <a:pt x="1362075" y="590550"/>
                </a:lnTo>
                <a:lnTo>
                  <a:pt x="1362075" y="619125"/>
                </a:lnTo>
                <a:lnTo>
                  <a:pt x="1400175" y="619125"/>
                </a:lnTo>
                <a:lnTo>
                  <a:pt x="1400175" y="600075"/>
                </a:lnTo>
                <a:lnTo>
                  <a:pt x="1390650" y="600075"/>
                </a:lnTo>
                <a:close/>
                <a:moveTo>
                  <a:pt x="1447800" y="581025"/>
                </a:moveTo>
                <a:lnTo>
                  <a:pt x="1457325" y="581025"/>
                </a:lnTo>
                <a:lnTo>
                  <a:pt x="1457325" y="561975"/>
                </a:lnTo>
                <a:lnTo>
                  <a:pt x="1447800" y="561975"/>
                </a:lnTo>
                <a:close/>
                <a:moveTo>
                  <a:pt x="1590675" y="581025"/>
                </a:moveTo>
                <a:lnTo>
                  <a:pt x="1600200" y="581025"/>
                </a:lnTo>
                <a:lnTo>
                  <a:pt x="1600200" y="590550"/>
                </a:lnTo>
                <a:lnTo>
                  <a:pt x="1609725" y="590550"/>
                </a:lnTo>
                <a:lnTo>
                  <a:pt x="1609725" y="600075"/>
                </a:lnTo>
                <a:lnTo>
                  <a:pt x="1628775" y="600075"/>
                </a:lnTo>
                <a:lnTo>
                  <a:pt x="1628775" y="609600"/>
                </a:lnTo>
                <a:lnTo>
                  <a:pt x="1647825" y="609600"/>
                </a:lnTo>
                <a:lnTo>
                  <a:pt x="1647825" y="619125"/>
                </a:lnTo>
                <a:lnTo>
                  <a:pt x="1638300" y="619125"/>
                </a:lnTo>
                <a:lnTo>
                  <a:pt x="1638300" y="628650"/>
                </a:lnTo>
                <a:lnTo>
                  <a:pt x="1581150" y="628650"/>
                </a:lnTo>
                <a:lnTo>
                  <a:pt x="1581150" y="600075"/>
                </a:lnTo>
                <a:lnTo>
                  <a:pt x="1590675" y="600075"/>
                </a:lnTo>
                <a:close/>
                <a:moveTo>
                  <a:pt x="1495425" y="609600"/>
                </a:moveTo>
                <a:lnTo>
                  <a:pt x="1504950" y="609600"/>
                </a:lnTo>
                <a:lnTo>
                  <a:pt x="1504950" y="571500"/>
                </a:lnTo>
                <a:lnTo>
                  <a:pt x="1495425" y="571500"/>
                </a:lnTo>
                <a:lnTo>
                  <a:pt x="1495425" y="581025"/>
                </a:lnTo>
                <a:lnTo>
                  <a:pt x="1485900" y="581025"/>
                </a:lnTo>
                <a:lnTo>
                  <a:pt x="1485900" y="600075"/>
                </a:lnTo>
                <a:lnTo>
                  <a:pt x="1457325" y="600075"/>
                </a:lnTo>
                <a:lnTo>
                  <a:pt x="1457325" y="619125"/>
                </a:lnTo>
                <a:lnTo>
                  <a:pt x="1476375" y="619125"/>
                </a:lnTo>
                <a:lnTo>
                  <a:pt x="1476375" y="628650"/>
                </a:lnTo>
                <a:lnTo>
                  <a:pt x="1485900" y="628650"/>
                </a:lnTo>
                <a:lnTo>
                  <a:pt x="1485900" y="619125"/>
                </a:lnTo>
                <a:lnTo>
                  <a:pt x="1495425" y="619125"/>
                </a:lnTo>
                <a:close/>
                <a:moveTo>
                  <a:pt x="1162050" y="619125"/>
                </a:moveTo>
                <a:lnTo>
                  <a:pt x="1171575" y="619125"/>
                </a:lnTo>
                <a:lnTo>
                  <a:pt x="1171575" y="628650"/>
                </a:lnTo>
                <a:lnTo>
                  <a:pt x="1181100" y="628650"/>
                </a:lnTo>
                <a:lnTo>
                  <a:pt x="1181100" y="619125"/>
                </a:lnTo>
                <a:lnTo>
                  <a:pt x="1190625" y="619125"/>
                </a:lnTo>
                <a:lnTo>
                  <a:pt x="1190625" y="628650"/>
                </a:lnTo>
                <a:lnTo>
                  <a:pt x="1200150" y="628650"/>
                </a:lnTo>
                <a:lnTo>
                  <a:pt x="1200150" y="609600"/>
                </a:lnTo>
                <a:lnTo>
                  <a:pt x="1162050" y="609600"/>
                </a:lnTo>
                <a:close/>
                <a:moveTo>
                  <a:pt x="1285875" y="619125"/>
                </a:moveTo>
                <a:lnTo>
                  <a:pt x="1295400" y="619125"/>
                </a:lnTo>
                <a:lnTo>
                  <a:pt x="1295400" y="609600"/>
                </a:lnTo>
                <a:lnTo>
                  <a:pt x="1285875" y="609600"/>
                </a:lnTo>
                <a:close/>
                <a:moveTo>
                  <a:pt x="1409700" y="619125"/>
                </a:moveTo>
                <a:lnTo>
                  <a:pt x="1419225" y="619125"/>
                </a:lnTo>
                <a:lnTo>
                  <a:pt x="1419225" y="600075"/>
                </a:lnTo>
                <a:lnTo>
                  <a:pt x="1409700" y="600075"/>
                </a:lnTo>
                <a:close/>
                <a:moveTo>
                  <a:pt x="1085850" y="628650"/>
                </a:moveTo>
                <a:lnTo>
                  <a:pt x="1095375" y="628650"/>
                </a:lnTo>
                <a:lnTo>
                  <a:pt x="1095375" y="638175"/>
                </a:lnTo>
                <a:lnTo>
                  <a:pt x="1085850" y="638175"/>
                </a:lnTo>
                <a:close/>
                <a:moveTo>
                  <a:pt x="1152525" y="638175"/>
                </a:moveTo>
                <a:lnTo>
                  <a:pt x="1162050" y="638175"/>
                </a:lnTo>
                <a:lnTo>
                  <a:pt x="1162050" y="628650"/>
                </a:lnTo>
                <a:lnTo>
                  <a:pt x="1152525" y="628650"/>
                </a:lnTo>
                <a:close/>
                <a:moveTo>
                  <a:pt x="1247775" y="676275"/>
                </a:moveTo>
                <a:lnTo>
                  <a:pt x="1257300" y="676275"/>
                </a:lnTo>
                <a:lnTo>
                  <a:pt x="1257300" y="685800"/>
                </a:lnTo>
                <a:lnTo>
                  <a:pt x="1295400" y="685800"/>
                </a:lnTo>
                <a:lnTo>
                  <a:pt x="1295400" y="695325"/>
                </a:lnTo>
                <a:lnTo>
                  <a:pt x="1285875" y="695325"/>
                </a:lnTo>
                <a:lnTo>
                  <a:pt x="1285875" y="714375"/>
                </a:lnTo>
                <a:lnTo>
                  <a:pt x="1276350" y="714375"/>
                </a:lnTo>
                <a:lnTo>
                  <a:pt x="1276350" y="704850"/>
                </a:lnTo>
                <a:lnTo>
                  <a:pt x="1238250" y="704850"/>
                </a:lnTo>
                <a:lnTo>
                  <a:pt x="1238250" y="685800"/>
                </a:lnTo>
                <a:lnTo>
                  <a:pt x="1247775" y="685800"/>
                </a:lnTo>
                <a:close/>
                <a:moveTo>
                  <a:pt x="1181100" y="685800"/>
                </a:moveTo>
                <a:lnTo>
                  <a:pt x="1209675" y="685800"/>
                </a:lnTo>
                <a:lnTo>
                  <a:pt x="1209675" y="695325"/>
                </a:lnTo>
                <a:lnTo>
                  <a:pt x="1200150" y="695325"/>
                </a:lnTo>
                <a:lnTo>
                  <a:pt x="1200150" y="704850"/>
                </a:lnTo>
                <a:lnTo>
                  <a:pt x="1190625" y="704850"/>
                </a:lnTo>
                <a:lnTo>
                  <a:pt x="1190625" y="695325"/>
                </a:lnTo>
                <a:lnTo>
                  <a:pt x="1181100" y="695325"/>
                </a:lnTo>
                <a:close/>
                <a:moveTo>
                  <a:pt x="1552575" y="695325"/>
                </a:moveTo>
                <a:lnTo>
                  <a:pt x="1562100" y="695325"/>
                </a:lnTo>
                <a:lnTo>
                  <a:pt x="1562100" y="714375"/>
                </a:lnTo>
                <a:lnTo>
                  <a:pt x="1552575" y="714375"/>
                </a:lnTo>
                <a:close/>
                <a:moveTo>
                  <a:pt x="1190625" y="723900"/>
                </a:moveTo>
                <a:lnTo>
                  <a:pt x="1200150" y="723900"/>
                </a:lnTo>
                <a:lnTo>
                  <a:pt x="1200150" y="733425"/>
                </a:lnTo>
                <a:lnTo>
                  <a:pt x="1190625" y="733425"/>
                </a:lnTo>
                <a:close/>
                <a:moveTo>
                  <a:pt x="1285875" y="723900"/>
                </a:moveTo>
                <a:lnTo>
                  <a:pt x="1295400" y="723900"/>
                </a:lnTo>
                <a:lnTo>
                  <a:pt x="1295400" y="733425"/>
                </a:lnTo>
                <a:lnTo>
                  <a:pt x="1285875" y="733425"/>
                </a:lnTo>
                <a:close/>
                <a:moveTo>
                  <a:pt x="895350" y="752475"/>
                </a:moveTo>
                <a:lnTo>
                  <a:pt x="904875" y="752475"/>
                </a:lnTo>
                <a:lnTo>
                  <a:pt x="904875" y="762000"/>
                </a:lnTo>
                <a:lnTo>
                  <a:pt x="895350" y="762000"/>
                </a:lnTo>
                <a:close/>
                <a:moveTo>
                  <a:pt x="1143000" y="752475"/>
                </a:moveTo>
                <a:lnTo>
                  <a:pt x="1181100" y="752475"/>
                </a:lnTo>
                <a:lnTo>
                  <a:pt x="1181100" y="771525"/>
                </a:lnTo>
                <a:lnTo>
                  <a:pt x="1133475" y="771525"/>
                </a:lnTo>
                <a:lnTo>
                  <a:pt x="1133475" y="762000"/>
                </a:lnTo>
                <a:lnTo>
                  <a:pt x="1143000" y="762000"/>
                </a:lnTo>
                <a:close/>
                <a:moveTo>
                  <a:pt x="1085850" y="762000"/>
                </a:moveTo>
                <a:lnTo>
                  <a:pt x="1095375" y="762000"/>
                </a:lnTo>
                <a:lnTo>
                  <a:pt x="1095375" y="771525"/>
                </a:lnTo>
                <a:lnTo>
                  <a:pt x="1085850" y="771525"/>
                </a:lnTo>
                <a:close/>
                <a:moveTo>
                  <a:pt x="1695450" y="762000"/>
                </a:moveTo>
                <a:lnTo>
                  <a:pt x="1714500" y="762000"/>
                </a:lnTo>
                <a:lnTo>
                  <a:pt x="1714500" y="781050"/>
                </a:lnTo>
                <a:lnTo>
                  <a:pt x="1695450" y="781050"/>
                </a:lnTo>
                <a:close/>
                <a:moveTo>
                  <a:pt x="123825" y="781050"/>
                </a:moveTo>
                <a:lnTo>
                  <a:pt x="133350" y="781050"/>
                </a:lnTo>
                <a:lnTo>
                  <a:pt x="133350" y="790575"/>
                </a:lnTo>
                <a:lnTo>
                  <a:pt x="123825" y="790575"/>
                </a:lnTo>
                <a:close/>
                <a:moveTo>
                  <a:pt x="123825" y="800100"/>
                </a:moveTo>
                <a:lnTo>
                  <a:pt x="133350" y="800100"/>
                </a:lnTo>
                <a:lnTo>
                  <a:pt x="133350" y="809625"/>
                </a:lnTo>
                <a:lnTo>
                  <a:pt x="142875" y="809625"/>
                </a:lnTo>
                <a:lnTo>
                  <a:pt x="142875" y="828675"/>
                </a:lnTo>
                <a:lnTo>
                  <a:pt x="133350" y="828675"/>
                </a:lnTo>
                <a:lnTo>
                  <a:pt x="133350" y="838200"/>
                </a:lnTo>
                <a:lnTo>
                  <a:pt x="123825" y="838200"/>
                </a:lnTo>
                <a:lnTo>
                  <a:pt x="123825" y="828675"/>
                </a:lnTo>
                <a:lnTo>
                  <a:pt x="114300" y="828675"/>
                </a:lnTo>
                <a:lnTo>
                  <a:pt x="114300" y="809625"/>
                </a:lnTo>
                <a:lnTo>
                  <a:pt x="123825" y="809625"/>
                </a:lnTo>
                <a:close/>
                <a:moveTo>
                  <a:pt x="990600" y="809625"/>
                </a:moveTo>
                <a:lnTo>
                  <a:pt x="1019175" y="809625"/>
                </a:lnTo>
                <a:lnTo>
                  <a:pt x="1019175" y="819150"/>
                </a:lnTo>
                <a:lnTo>
                  <a:pt x="1000125" y="819150"/>
                </a:lnTo>
                <a:lnTo>
                  <a:pt x="1000125" y="828675"/>
                </a:lnTo>
                <a:lnTo>
                  <a:pt x="971550" y="828675"/>
                </a:lnTo>
                <a:lnTo>
                  <a:pt x="971550" y="819150"/>
                </a:lnTo>
                <a:lnTo>
                  <a:pt x="990600" y="819150"/>
                </a:lnTo>
                <a:close/>
                <a:moveTo>
                  <a:pt x="1047750" y="809625"/>
                </a:moveTo>
                <a:lnTo>
                  <a:pt x="1057275" y="809625"/>
                </a:lnTo>
                <a:lnTo>
                  <a:pt x="1057275" y="828675"/>
                </a:lnTo>
                <a:lnTo>
                  <a:pt x="1028700" y="828675"/>
                </a:lnTo>
                <a:lnTo>
                  <a:pt x="1028700" y="819150"/>
                </a:lnTo>
                <a:lnTo>
                  <a:pt x="1047750" y="819150"/>
                </a:lnTo>
                <a:close/>
                <a:moveTo>
                  <a:pt x="666750" y="819150"/>
                </a:moveTo>
                <a:lnTo>
                  <a:pt x="685800" y="819150"/>
                </a:lnTo>
                <a:lnTo>
                  <a:pt x="685800" y="828675"/>
                </a:lnTo>
                <a:lnTo>
                  <a:pt x="666750" y="828675"/>
                </a:lnTo>
                <a:close/>
                <a:moveTo>
                  <a:pt x="552450" y="838200"/>
                </a:moveTo>
                <a:lnTo>
                  <a:pt x="571500" y="838200"/>
                </a:lnTo>
                <a:lnTo>
                  <a:pt x="571500" y="847725"/>
                </a:lnTo>
                <a:lnTo>
                  <a:pt x="552450" y="847725"/>
                </a:lnTo>
                <a:close/>
                <a:moveTo>
                  <a:pt x="171450" y="847725"/>
                </a:moveTo>
                <a:lnTo>
                  <a:pt x="180975" y="847725"/>
                </a:lnTo>
                <a:lnTo>
                  <a:pt x="180975" y="857250"/>
                </a:lnTo>
                <a:lnTo>
                  <a:pt x="171450" y="857250"/>
                </a:lnTo>
                <a:close/>
                <a:moveTo>
                  <a:pt x="561975" y="857250"/>
                </a:moveTo>
                <a:lnTo>
                  <a:pt x="571500" y="857250"/>
                </a:lnTo>
                <a:lnTo>
                  <a:pt x="571500" y="866775"/>
                </a:lnTo>
                <a:lnTo>
                  <a:pt x="561975" y="866775"/>
                </a:lnTo>
                <a:close/>
                <a:moveTo>
                  <a:pt x="876300" y="857250"/>
                </a:moveTo>
                <a:lnTo>
                  <a:pt x="914400" y="857250"/>
                </a:lnTo>
                <a:lnTo>
                  <a:pt x="914400" y="876300"/>
                </a:lnTo>
                <a:lnTo>
                  <a:pt x="876300" y="876300"/>
                </a:lnTo>
                <a:close/>
                <a:moveTo>
                  <a:pt x="923925" y="857250"/>
                </a:moveTo>
                <a:lnTo>
                  <a:pt x="952500" y="857250"/>
                </a:lnTo>
                <a:lnTo>
                  <a:pt x="952500" y="876300"/>
                </a:lnTo>
                <a:lnTo>
                  <a:pt x="933450" y="876300"/>
                </a:lnTo>
                <a:lnTo>
                  <a:pt x="933450" y="866775"/>
                </a:lnTo>
                <a:lnTo>
                  <a:pt x="923925" y="866775"/>
                </a:lnTo>
                <a:close/>
                <a:moveTo>
                  <a:pt x="123825" y="866775"/>
                </a:moveTo>
                <a:lnTo>
                  <a:pt x="133350" y="866775"/>
                </a:lnTo>
                <a:lnTo>
                  <a:pt x="133350" y="876300"/>
                </a:lnTo>
                <a:lnTo>
                  <a:pt x="142875" y="876300"/>
                </a:lnTo>
                <a:lnTo>
                  <a:pt x="142875" y="895350"/>
                </a:lnTo>
                <a:lnTo>
                  <a:pt x="114300" y="895350"/>
                </a:lnTo>
                <a:lnTo>
                  <a:pt x="114300" y="876300"/>
                </a:lnTo>
                <a:lnTo>
                  <a:pt x="123825" y="876300"/>
                </a:lnTo>
                <a:close/>
                <a:moveTo>
                  <a:pt x="171450" y="866775"/>
                </a:moveTo>
                <a:lnTo>
                  <a:pt x="180975" y="866775"/>
                </a:lnTo>
                <a:lnTo>
                  <a:pt x="180975" y="876300"/>
                </a:lnTo>
                <a:lnTo>
                  <a:pt x="171450" y="876300"/>
                </a:lnTo>
                <a:close/>
                <a:moveTo>
                  <a:pt x="619125" y="866775"/>
                </a:moveTo>
                <a:lnTo>
                  <a:pt x="628650" y="866775"/>
                </a:lnTo>
                <a:lnTo>
                  <a:pt x="628650" y="876300"/>
                </a:lnTo>
                <a:lnTo>
                  <a:pt x="619125" y="876300"/>
                </a:lnTo>
                <a:close/>
                <a:moveTo>
                  <a:pt x="1028700" y="866775"/>
                </a:moveTo>
                <a:lnTo>
                  <a:pt x="1038225" y="866775"/>
                </a:lnTo>
                <a:lnTo>
                  <a:pt x="1038225" y="876300"/>
                </a:lnTo>
                <a:lnTo>
                  <a:pt x="1028700" y="876300"/>
                </a:lnTo>
                <a:close/>
                <a:moveTo>
                  <a:pt x="685800" y="904875"/>
                </a:moveTo>
                <a:lnTo>
                  <a:pt x="695325" y="904875"/>
                </a:lnTo>
                <a:lnTo>
                  <a:pt x="695325" y="914400"/>
                </a:lnTo>
                <a:lnTo>
                  <a:pt x="685800" y="914400"/>
                </a:lnTo>
                <a:close/>
                <a:moveTo>
                  <a:pt x="171450" y="923925"/>
                </a:moveTo>
                <a:lnTo>
                  <a:pt x="180975" y="923925"/>
                </a:lnTo>
                <a:lnTo>
                  <a:pt x="180975" y="942975"/>
                </a:lnTo>
                <a:lnTo>
                  <a:pt x="161925" y="942975"/>
                </a:lnTo>
                <a:lnTo>
                  <a:pt x="161925" y="933450"/>
                </a:lnTo>
                <a:lnTo>
                  <a:pt x="171450" y="933450"/>
                </a:lnTo>
                <a:close/>
                <a:moveTo>
                  <a:pt x="590550" y="933450"/>
                </a:moveTo>
                <a:lnTo>
                  <a:pt x="609600" y="933450"/>
                </a:lnTo>
                <a:lnTo>
                  <a:pt x="609600" y="942975"/>
                </a:lnTo>
                <a:lnTo>
                  <a:pt x="590550" y="942975"/>
                </a:lnTo>
                <a:close/>
                <a:moveTo>
                  <a:pt x="1695450" y="942975"/>
                </a:moveTo>
                <a:lnTo>
                  <a:pt x="1704975" y="942975"/>
                </a:lnTo>
                <a:lnTo>
                  <a:pt x="1704975" y="971550"/>
                </a:lnTo>
                <a:lnTo>
                  <a:pt x="1695450" y="971550"/>
                </a:lnTo>
                <a:close/>
                <a:moveTo>
                  <a:pt x="123825" y="962025"/>
                </a:moveTo>
                <a:lnTo>
                  <a:pt x="133350" y="962025"/>
                </a:lnTo>
                <a:lnTo>
                  <a:pt x="133350" y="971550"/>
                </a:lnTo>
                <a:lnTo>
                  <a:pt x="123825" y="971550"/>
                </a:lnTo>
                <a:close/>
                <a:moveTo>
                  <a:pt x="295275" y="990600"/>
                </a:moveTo>
                <a:lnTo>
                  <a:pt x="323850" y="990600"/>
                </a:lnTo>
                <a:lnTo>
                  <a:pt x="323850" y="1000125"/>
                </a:lnTo>
                <a:lnTo>
                  <a:pt x="295275" y="1000125"/>
                </a:lnTo>
                <a:close/>
                <a:moveTo>
                  <a:pt x="361950" y="990600"/>
                </a:moveTo>
                <a:lnTo>
                  <a:pt x="371475" y="990600"/>
                </a:lnTo>
                <a:lnTo>
                  <a:pt x="371475" y="1000125"/>
                </a:lnTo>
                <a:lnTo>
                  <a:pt x="390525" y="1000125"/>
                </a:lnTo>
                <a:lnTo>
                  <a:pt x="390525" y="1009650"/>
                </a:lnTo>
                <a:lnTo>
                  <a:pt x="419100" y="1009650"/>
                </a:lnTo>
                <a:lnTo>
                  <a:pt x="419100" y="1019175"/>
                </a:lnTo>
                <a:lnTo>
                  <a:pt x="438150" y="1019175"/>
                </a:lnTo>
                <a:lnTo>
                  <a:pt x="438150" y="1028700"/>
                </a:lnTo>
                <a:lnTo>
                  <a:pt x="447675" y="1028700"/>
                </a:lnTo>
                <a:lnTo>
                  <a:pt x="447675" y="1047750"/>
                </a:lnTo>
                <a:lnTo>
                  <a:pt x="419100" y="1047750"/>
                </a:lnTo>
                <a:lnTo>
                  <a:pt x="419100" y="1038225"/>
                </a:lnTo>
                <a:lnTo>
                  <a:pt x="381000" y="1038225"/>
                </a:lnTo>
                <a:lnTo>
                  <a:pt x="381000" y="1028700"/>
                </a:lnTo>
                <a:lnTo>
                  <a:pt x="361950" y="1028700"/>
                </a:lnTo>
                <a:lnTo>
                  <a:pt x="361950" y="1019175"/>
                </a:lnTo>
                <a:lnTo>
                  <a:pt x="342900" y="1019175"/>
                </a:lnTo>
                <a:lnTo>
                  <a:pt x="342900" y="1000125"/>
                </a:lnTo>
                <a:lnTo>
                  <a:pt x="361950" y="1000125"/>
                </a:lnTo>
                <a:close/>
                <a:moveTo>
                  <a:pt x="638175" y="1000125"/>
                </a:moveTo>
                <a:lnTo>
                  <a:pt x="647700" y="1000125"/>
                </a:lnTo>
                <a:lnTo>
                  <a:pt x="647700" y="1009650"/>
                </a:lnTo>
                <a:lnTo>
                  <a:pt x="638175" y="1009650"/>
                </a:lnTo>
                <a:close/>
                <a:moveTo>
                  <a:pt x="1695450" y="1114425"/>
                </a:moveTo>
                <a:lnTo>
                  <a:pt x="1704975" y="1114425"/>
                </a:lnTo>
                <a:lnTo>
                  <a:pt x="1704975" y="1123950"/>
                </a:lnTo>
                <a:lnTo>
                  <a:pt x="1695450" y="1123950"/>
                </a:lnTo>
                <a:close/>
                <a:moveTo>
                  <a:pt x="123825" y="1162050"/>
                </a:moveTo>
                <a:lnTo>
                  <a:pt x="133350" y="1162050"/>
                </a:lnTo>
                <a:lnTo>
                  <a:pt x="133350" y="1209675"/>
                </a:lnTo>
                <a:lnTo>
                  <a:pt x="142875" y="1209675"/>
                </a:lnTo>
                <a:lnTo>
                  <a:pt x="142875" y="1228725"/>
                </a:lnTo>
                <a:lnTo>
                  <a:pt x="123825" y="1228725"/>
                </a:lnTo>
                <a:close/>
                <a:moveTo>
                  <a:pt x="1524000" y="1162050"/>
                </a:moveTo>
                <a:lnTo>
                  <a:pt x="1543050" y="1162050"/>
                </a:lnTo>
                <a:lnTo>
                  <a:pt x="1543050" y="1181100"/>
                </a:lnTo>
                <a:lnTo>
                  <a:pt x="1524000" y="1181100"/>
                </a:lnTo>
                <a:close/>
                <a:moveTo>
                  <a:pt x="123825" y="1238250"/>
                </a:moveTo>
                <a:lnTo>
                  <a:pt x="133350" y="1238250"/>
                </a:lnTo>
                <a:lnTo>
                  <a:pt x="133350" y="1276350"/>
                </a:lnTo>
                <a:lnTo>
                  <a:pt x="142875" y="1276350"/>
                </a:lnTo>
                <a:lnTo>
                  <a:pt x="142875" y="1304925"/>
                </a:lnTo>
                <a:lnTo>
                  <a:pt x="133350" y="1304925"/>
                </a:lnTo>
                <a:lnTo>
                  <a:pt x="133350" y="1333500"/>
                </a:lnTo>
                <a:lnTo>
                  <a:pt x="123825" y="1333500"/>
                </a:lnTo>
                <a:lnTo>
                  <a:pt x="123825" y="1304925"/>
                </a:lnTo>
                <a:lnTo>
                  <a:pt x="114300" y="1304925"/>
                </a:lnTo>
                <a:lnTo>
                  <a:pt x="114300" y="1266825"/>
                </a:lnTo>
                <a:lnTo>
                  <a:pt x="123825" y="1266825"/>
                </a:lnTo>
                <a:close/>
                <a:moveTo>
                  <a:pt x="1428750" y="1257300"/>
                </a:moveTo>
                <a:lnTo>
                  <a:pt x="1438275" y="1257300"/>
                </a:lnTo>
                <a:lnTo>
                  <a:pt x="1438275" y="1266825"/>
                </a:lnTo>
                <a:lnTo>
                  <a:pt x="1428750" y="1266825"/>
                </a:lnTo>
                <a:close/>
                <a:moveTo>
                  <a:pt x="1676400" y="1276350"/>
                </a:moveTo>
                <a:lnTo>
                  <a:pt x="1685925" y="1276350"/>
                </a:lnTo>
                <a:lnTo>
                  <a:pt x="1685925" y="1285875"/>
                </a:lnTo>
                <a:lnTo>
                  <a:pt x="1676400" y="1285875"/>
                </a:lnTo>
                <a:close/>
                <a:moveTo>
                  <a:pt x="1685925" y="1285875"/>
                </a:moveTo>
                <a:lnTo>
                  <a:pt x="1695450" y="1285875"/>
                </a:lnTo>
                <a:lnTo>
                  <a:pt x="1695450" y="1295400"/>
                </a:lnTo>
                <a:lnTo>
                  <a:pt x="1685925" y="1295400"/>
                </a:lnTo>
                <a:close/>
                <a:moveTo>
                  <a:pt x="590550" y="1343025"/>
                </a:moveTo>
                <a:lnTo>
                  <a:pt x="666750" y="1343025"/>
                </a:lnTo>
                <a:lnTo>
                  <a:pt x="666750" y="1352550"/>
                </a:lnTo>
                <a:lnTo>
                  <a:pt x="676275" y="1352550"/>
                </a:lnTo>
                <a:lnTo>
                  <a:pt x="676275" y="1362075"/>
                </a:lnTo>
                <a:lnTo>
                  <a:pt x="666750" y="1362075"/>
                </a:lnTo>
                <a:lnTo>
                  <a:pt x="666750" y="1381125"/>
                </a:lnTo>
                <a:lnTo>
                  <a:pt x="657225" y="1381125"/>
                </a:lnTo>
                <a:lnTo>
                  <a:pt x="657225" y="1352550"/>
                </a:lnTo>
                <a:lnTo>
                  <a:pt x="628650" y="1352550"/>
                </a:lnTo>
                <a:lnTo>
                  <a:pt x="628650" y="1362075"/>
                </a:lnTo>
                <a:lnTo>
                  <a:pt x="600075" y="1362075"/>
                </a:lnTo>
                <a:lnTo>
                  <a:pt x="600075" y="1352550"/>
                </a:lnTo>
                <a:lnTo>
                  <a:pt x="590550" y="1352550"/>
                </a:lnTo>
                <a:close/>
                <a:moveTo>
                  <a:pt x="676275" y="1362075"/>
                </a:moveTo>
                <a:lnTo>
                  <a:pt x="685800" y="1362075"/>
                </a:lnTo>
                <a:lnTo>
                  <a:pt x="685800" y="1381125"/>
                </a:lnTo>
                <a:lnTo>
                  <a:pt x="676275" y="1381125"/>
                </a:lnTo>
                <a:close/>
                <a:moveTo>
                  <a:pt x="180975" y="1371600"/>
                </a:moveTo>
                <a:lnTo>
                  <a:pt x="209550" y="1371600"/>
                </a:lnTo>
                <a:lnTo>
                  <a:pt x="209550" y="1381125"/>
                </a:lnTo>
                <a:lnTo>
                  <a:pt x="200025" y="1381125"/>
                </a:lnTo>
                <a:lnTo>
                  <a:pt x="200025" y="1390650"/>
                </a:lnTo>
                <a:lnTo>
                  <a:pt x="190500" y="1390650"/>
                </a:lnTo>
                <a:lnTo>
                  <a:pt x="190500" y="1381125"/>
                </a:lnTo>
                <a:lnTo>
                  <a:pt x="180975" y="1381125"/>
                </a:lnTo>
                <a:close/>
                <a:moveTo>
                  <a:pt x="1638300" y="1371600"/>
                </a:moveTo>
                <a:lnTo>
                  <a:pt x="1647825" y="1371600"/>
                </a:lnTo>
                <a:lnTo>
                  <a:pt x="1647825" y="1390650"/>
                </a:lnTo>
                <a:lnTo>
                  <a:pt x="1638300" y="1390650"/>
                </a:lnTo>
                <a:close/>
                <a:moveTo>
                  <a:pt x="514350" y="1381125"/>
                </a:moveTo>
                <a:lnTo>
                  <a:pt x="552450" y="1381125"/>
                </a:lnTo>
                <a:lnTo>
                  <a:pt x="552450" y="1390650"/>
                </a:lnTo>
                <a:lnTo>
                  <a:pt x="561975" y="1390650"/>
                </a:lnTo>
                <a:lnTo>
                  <a:pt x="561975" y="1400175"/>
                </a:lnTo>
                <a:lnTo>
                  <a:pt x="552450" y="1400175"/>
                </a:lnTo>
                <a:lnTo>
                  <a:pt x="552450" y="1409700"/>
                </a:lnTo>
                <a:lnTo>
                  <a:pt x="533400" y="1409700"/>
                </a:lnTo>
                <a:lnTo>
                  <a:pt x="533400" y="1400175"/>
                </a:lnTo>
                <a:lnTo>
                  <a:pt x="514350" y="1400175"/>
                </a:lnTo>
                <a:close/>
                <a:moveTo>
                  <a:pt x="600075" y="1381125"/>
                </a:moveTo>
                <a:lnTo>
                  <a:pt x="619125" y="1381125"/>
                </a:lnTo>
                <a:lnTo>
                  <a:pt x="619125" y="1390650"/>
                </a:lnTo>
                <a:lnTo>
                  <a:pt x="657225" y="1390650"/>
                </a:lnTo>
                <a:lnTo>
                  <a:pt x="657225" y="1400175"/>
                </a:lnTo>
                <a:lnTo>
                  <a:pt x="647700" y="1400175"/>
                </a:lnTo>
                <a:lnTo>
                  <a:pt x="647700" y="1409700"/>
                </a:lnTo>
                <a:lnTo>
                  <a:pt x="628650" y="1409700"/>
                </a:lnTo>
                <a:lnTo>
                  <a:pt x="628650" y="1400175"/>
                </a:lnTo>
                <a:lnTo>
                  <a:pt x="600075" y="1400175"/>
                </a:lnTo>
                <a:close/>
                <a:moveTo>
                  <a:pt x="200025" y="1390650"/>
                </a:moveTo>
                <a:lnTo>
                  <a:pt x="228600" y="1390650"/>
                </a:lnTo>
                <a:lnTo>
                  <a:pt x="228600" y="1400175"/>
                </a:lnTo>
                <a:lnTo>
                  <a:pt x="200025" y="1400175"/>
                </a:lnTo>
                <a:close/>
                <a:moveTo>
                  <a:pt x="342900" y="1390650"/>
                </a:moveTo>
                <a:lnTo>
                  <a:pt x="361950" y="1390650"/>
                </a:lnTo>
                <a:lnTo>
                  <a:pt x="361950" y="1400175"/>
                </a:lnTo>
                <a:lnTo>
                  <a:pt x="342900" y="1400175"/>
                </a:lnTo>
                <a:close/>
                <a:moveTo>
                  <a:pt x="390525" y="1390650"/>
                </a:moveTo>
                <a:lnTo>
                  <a:pt x="419100" y="1390650"/>
                </a:lnTo>
                <a:lnTo>
                  <a:pt x="419100" y="1400175"/>
                </a:lnTo>
                <a:lnTo>
                  <a:pt x="390525" y="1400175"/>
                </a:lnTo>
                <a:close/>
                <a:moveTo>
                  <a:pt x="466725" y="1390650"/>
                </a:moveTo>
                <a:lnTo>
                  <a:pt x="485775" y="1390650"/>
                </a:lnTo>
                <a:lnTo>
                  <a:pt x="485775" y="1400175"/>
                </a:lnTo>
                <a:lnTo>
                  <a:pt x="466725" y="1400175"/>
                </a:lnTo>
                <a:close/>
                <a:moveTo>
                  <a:pt x="657225" y="1419225"/>
                </a:moveTo>
                <a:lnTo>
                  <a:pt x="666750" y="1419225"/>
                </a:lnTo>
                <a:lnTo>
                  <a:pt x="666750" y="1428750"/>
                </a:lnTo>
                <a:lnTo>
                  <a:pt x="657225" y="1428750"/>
                </a:lnTo>
                <a:close/>
                <a:moveTo>
                  <a:pt x="676275" y="1419225"/>
                </a:moveTo>
                <a:lnTo>
                  <a:pt x="714375" y="1419225"/>
                </a:lnTo>
                <a:lnTo>
                  <a:pt x="714375" y="1428750"/>
                </a:lnTo>
                <a:lnTo>
                  <a:pt x="676275" y="1428750"/>
                </a:lnTo>
                <a:close/>
                <a:moveTo>
                  <a:pt x="666750" y="1428750"/>
                </a:moveTo>
                <a:lnTo>
                  <a:pt x="676275" y="1428750"/>
                </a:lnTo>
                <a:lnTo>
                  <a:pt x="676275" y="1438275"/>
                </a:lnTo>
                <a:lnTo>
                  <a:pt x="666750" y="1438275"/>
                </a:lnTo>
                <a:close/>
                <a:moveTo>
                  <a:pt x="685800" y="1457325"/>
                </a:moveTo>
                <a:lnTo>
                  <a:pt x="762000" y="1457325"/>
                </a:lnTo>
                <a:lnTo>
                  <a:pt x="762000" y="1476375"/>
                </a:lnTo>
                <a:lnTo>
                  <a:pt x="733425" y="1476375"/>
                </a:lnTo>
                <a:lnTo>
                  <a:pt x="733425" y="1485900"/>
                </a:lnTo>
                <a:lnTo>
                  <a:pt x="723900" y="1485900"/>
                </a:lnTo>
                <a:lnTo>
                  <a:pt x="723900" y="1476375"/>
                </a:lnTo>
                <a:lnTo>
                  <a:pt x="714375" y="1476375"/>
                </a:lnTo>
                <a:lnTo>
                  <a:pt x="714375" y="1466850"/>
                </a:lnTo>
                <a:lnTo>
                  <a:pt x="704850" y="1466850"/>
                </a:lnTo>
                <a:lnTo>
                  <a:pt x="704850" y="1476375"/>
                </a:lnTo>
                <a:lnTo>
                  <a:pt x="695325" y="1476375"/>
                </a:lnTo>
                <a:lnTo>
                  <a:pt x="695325" y="1485900"/>
                </a:lnTo>
                <a:lnTo>
                  <a:pt x="685800" y="1485900"/>
                </a:lnTo>
                <a:lnTo>
                  <a:pt x="685800" y="1476375"/>
                </a:lnTo>
                <a:lnTo>
                  <a:pt x="676275" y="1476375"/>
                </a:lnTo>
                <a:lnTo>
                  <a:pt x="676275" y="1466850"/>
                </a:lnTo>
                <a:lnTo>
                  <a:pt x="685800" y="1466850"/>
                </a:lnTo>
                <a:close/>
                <a:moveTo>
                  <a:pt x="1143000" y="1457325"/>
                </a:moveTo>
                <a:lnTo>
                  <a:pt x="1162050" y="1457325"/>
                </a:lnTo>
                <a:lnTo>
                  <a:pt x="1162050" y="1476375"/>
                </a:lnTo>
                <a:lnTo>
                  <a:pt x="1143000" y="1476375"/>
                </a:lnTo>
                <a:close/>
                <a:moveTo>
                  <a:pt x="1171575" y="1457325"/>
                </a:moveTo>
                <a:lnTo>
                  <a:pt x="1181100" y="1457325"/>
                </a:lnTo>
                <a:lnTo>
                  <a:pt x="1181100" y="1476375"/>
                </a:lnTo>
                <a:lnTo>
                  <a:pt x="1171575" y="1476375"/>
                </a:lnTo>
                <a:close/>
                <a:moveTo>
                  <a:pt x="228600" y="1466850"/>
                </a:moveTo>
                <a:lnTo>
                  <a:pt x="247650" y="1466850"/>
                </a:lnTo>
                <a:lnTo>
                  <a:pt x="247650" y="1476375"/>
                </a:lnTo>
                <a:lnTo>
                  <a:pt x="257175" y="1476375"/>
                </a:lnTo>
                <a:lnTo>
                  <a:pt x="257175" y="1485900"/>
                </a:lnTo>
                <a:lnTo>
                  <a:pt x="266700" y="1485900"/>
                </a:lnTo>
                <a:lnTo>
                  <a:pt x="266700" y="1504950"/>
                </a:lnTo>
                <a:lnTo>
                  <a:pt x="228600" y="1504950"/>
                </a:lnTo>
                <a:lnTo>
                  <a:pt x="228600" y="1514475"/>
                </a:lnTo>
                <a:lnTo>
                  <a:pt x="219075" y="1514475"/>
                </a:lnTo>
                <a:lnTo>
                  <a:pt x="219075" y="1504950"/>
                </a:lnTo>
                <a:lnTo>
                  <a:pt x="209550" y="1504950"/>
                </a:lnTo>
                <a:lnTo>
                  <a:pt x="209550" y="1485900"/>
                </a:lnTo>
                <a:lnTo>
                  <a:pt x="219075" y="1485900"/>
                </a:lnTo>
                <a:lnTo>
                  <a:pt x="219075" y="1476375"/>
                </a:lnTo>
                <a:lnTo>
                  <a:pt x="228600" y="1476375"/>
                </a:lnTo>
                <a:close/>
                <a:moveTo>
                  <a:pt x="381000" y="1466850"/>
                </a:moveTo>
                <a:lnTo>
                  <a:pt x="390525" y="1466850"/>
                </a:lnTo>
                <a:lnTo>
                  <a:pt x="390525" y="1476375"/>
                </a:lnTo>
                <a:lnTo>
                  <a:pt x="409575" y="1476375"/>
                </a:lnTo>
                <a:lnTo>
                  <a:pt x="409575" y="1466850"/>
                </a:lnTo>
                <a:lnTo>
                  <a:pt x="419100" y="1466850"/>
                </a:lnTo>
                <a:lnTo>
                  <a:pt x="419100" y="1476375"/>
                </a:lnTo>
                <a:lnTo>
                  <a:pt x="409575" y="1476375"/>
                </a:lnTo>
                <a:lnTo>
                  <a:pt x="409575" y="1495425"/>
                </a:lnTo>
                <a:lnTo>
                  <a:pt x="419100" y="1495425"/>
                </a:lnTo>
                <a:lnTo>
                  <a:pt x="419100" y="1504950"/>
                </a:lnTo>
                <a:lnTo>
                  <a:pt x="371475" y="1504950"/>
                </a:lnTo>
                <a:lnTo>
                  <a:pt x="371475" y="1514475"/>
                </a:lnTo>
                <a:lnTo>
                  <a:pt x="342900" y="1514475"/>
                </a:lnTo>
                <a:lnTo>
                  <a:pt x="342900" y="1504950"/>
                </a:lnTo>
                <a:lnTo>
                  <a:pt x="314325" y="1504950"/>
                </a:lnTo>
                <a:lnTo>
                  <a:pt x="314325" y="1495425"/>
                </a:lnTo>
                <a:lnTo>
                  <a:pt x="304800" y="1495425"/>
                </a:lnTo>
                <a:lnTo>
                  <a:pt x="304800" y="1485900"/>
                </a:lnTo>
                <a:lnTo>
                  <a:pt x="323850" y="1485900"/>
                </a:lnTo>
                <a:lnTo>
                  <a:pt x="323850" y="1476375"/>
                </a:lnTo>
                <a:lnTo>
                  <a:pt x="352425" y="1476375"/>
                </a:lnTo>
                <a:lnTo>
                  <a:pt x="352425" y="1495425"/>
                </a:lnTo>
                <a:lnTo>
                  <a:pt x="361950" y="1495425"/>
                </a:lnTo>
                <a:lnTo>
                  <a:pt x="361950" y="1485900"/>
                </a:lnTo>
                <a:lnTo>
                  <a:pt x="371475" y="1485900"/>
                </a:lnTo>
                <a:lnTo>
                  <a:pt x="371475" y="1476375"/>
                </a:lnTo>
                <a:lnTo>
                  <a:pt x="381000" y="1476375"/>
                </a:lnTo>
                <a:close/>
                <a:moveTo>
                  <a:pt x="476250" y="1466850"/>
                </a:moveTo>
                <a:lnTo>
                  <a:pt x="485775" y="1466850"/>
                </a:lnTo>
                <a:lnTo>
                  <a:pt x="485775" y="1476375"/>
                </a:lnTo>
                <a:lnTo>
                  <a:pt x="504825" y="1476375"/>
                </a:lnTo>
                <a:lnTo>
                  <a:pt x="504825" y="1466850"/>
                </a:lnTo>
                <a:lnTo>
                  <a:pt x="523875" y="1466850"/>
                </a:lnTo>
                <a:lnTo>
                  <a:pt x="523875" y="1476375"/>
                </a:lnTo>
                <a:lnTo>
                  <a:pt x="514350" y="1476375"/>
                </a:lnTo>
                <a:lnTo>
                  <a:pt x="514350" y="1485900"/>
                </a:lnTo>
                <a:lnTo>
                  <a:pt x="495300" y="1485900"/>
                </a:lnTo>
                <a:lnTo>
                  <a:pt x="495300" y="1495425"/>
                </a:lnTo>
                <a:lnTo>
                  <a:pt x="457200" y="1495425"/>
                </a:lnTo>
                <a:lnTo>
                  <a:pt x="457200" y="1504950"/>
                </a:lnTo>
                <a:lnTo>
                  <a:pt x="447675" y="1504950"/>
                </a:lnTo>
                <a:lnTo>
                  <a:pt x="447675" y="1495425"/>
                </a:lnTo>
                <a:lnTo>
                  <a:pt x="428625" y="1495425"/>
                </a:lnTo>
                <a:lnTo>
                  <a:pt x="428625" y="1485900"/>
                </a:lnTo>
                <a:lnTo>
                  <a:pt x="438150" y="1485900"/>
                </a:lnTo>
                <a:lnTo>
                  <a:pt x="438150" y="1476375"/>
                </a:lnTo>
                <a:lnTo>
                  <a:pt x="447675" y="1476375"/>
                </a:lnTo>
                <a:lnTo>
                  <a:pt x="447675" y="1485900"/>
                </a:lnTo>
                <a:lnTo>
                  <a:pt x="457200" y="1485900"/>
                </a:lnTo>
                <a:lnTo>
                  <a:pt x="457200" y="1476375"/>
                </a:lnTo>
                <a:lnTo>
                  <a:pt x="476250" y="1476375"/>
                </a:lnTo>
                <a:close/>
                <a:moveTo>
                  <a:pt x="609600" y="1466850"/>
                </a:moveTo>
                <a:lnTo>
                  <a:pt x="638175" y="1466850"/>
                </a:lnTo>
                <a:lnTo>
                  <a:pt x="638175" y="1476375"/>
                </a:lnTo>
                <a:lnTo>
                  <a:pt x="647700" y="1476375"/>
                </a:lnTo>
                <a:lnTo>
                  <a:pt x="647700" y="1485900"/>
                </a:lnTo>
                <a:lnTo>
                  <a:pt x="657225" y="1485900"/>
                </a:lnTo>
                <a:lnTo>
                  <a:pt x="657225" y="1495425"/>
                </a:lnTo>
                <a:lnTo>
                  <a:pt x="638175" y="1495425"/>
                </a:lnTo>
                <a:lnTo>
                  <a:pt x="638175" y="1504950"/>
                </a:lnTo>
                <a:lnTo>
                  <a:pt x="647700" y="1504950"/>
                </a:lnTo>
                <a:lnTo>
                  <a:pt x="647700" y="1514475"/>
                </a:lnTo>
                <a:lnTo>
                  <a:pt x="628650" y="1514475"/>
                </a:lnTo>
                <a:lnTo>
                  <a:pt x="628650" y="1504950"/>
                </a:lnTo>
                <a:lnTo>
                  <a:pt x="619125" y="1504950"/>
                </a:lnTo>
                <a:lnTo>
                  <a:pt x="619125" y="1514475"/>
                </a:lnTo>
                <a:lnTo>
                  <a:pt x="600075" y="1514475"/>
                </a:lnTo>
                <a:lnTo>
                  <a:pt x="600075" y="1504950"/>
                </a:lnTo>
                <a:lnTo>
                  <a:pt x="571500" y="1504950"/>
                </a:lnTo>
                <a:lnTo>
                  <a:pt x="571500" y="1495425"/>
                </a:lnTo>
                <a:lnTo>
                  <a:pt x="552450" y="1495425"/>
                </a:lnTo>
                <a:lnTo>
                  <a:pt x="552450" y="1476375"/>
                </a:lnTo>
                <a:lnTo>
                  <a:pt x="609600" y="1476375"/>
                </a:lnTo>
                <a:close/>
                <a:moveTo>
                  <a:pt x="180975" y="1485900"/>
                </a:moveTo>
                <a:lnTo>
                  <a:pt x="190500" y="1485900"/>
                </a:lnTo>
                <a:lnTo>
                  <a:pt x="190500" y="1504950"/>
                </a:lnTo>
                <a:lnTo>
                  <a:pt x="180975" y="1504950"/>
                </a:lnTo>
                <a:lnTo>
                  <a:pt x="180975" y="1514475"/>
                </a:lnTo>
                <a:lnTo>
                  <a:pt x="171450" y="1514475"/>
                </a:lnTo>
                <a:lnTo>
                  <a:pt x="171450" y="1495425"/>
                </a:lnTo>
                <a:lnTo>
                  <a:pt x="180975" y="1495425"/>
                </a:lnTo>
                <a:close/>
                <a:moveTo>
                  <a:pt x="542925" y="1495425"/>
                </a:moveTo>
                <a:lnTo>
                  <a:pt x="552450" y="1495425"/>
                </a:lnTo>
                <a:lnTo>
                  <a:pt x="552450" y="1504950"/>
                </a:lnTo>
                <a:lnTo>
                  <a:pt x="542925" y="1504950"/>
                </a:lnTo>
                <a:close/>
                <a:moveTo>
                  <a:pt x="1190625" y="1495425"/>
                </a:moveTo>
                <a:lnTo>
                  <a:pt x="1209675" y="1495425"/>
                </a:lnTo>
                <a:lnTo>
                  <a:pt x="1209675" y="1504950"/>
                </a:lnTo>
                <a:lnTo>
                  <a:pt x="1190625" y="1504950"/>
                </a:lnTo>
                <a:close/>
                <a:moveTo>
                  <a:pt x="552450" y="1504950"/>
                </a:moveTo>
                <a:lnTo>
                  <a:pt x="571500" y="1504950"/>
                </a:lnTo>
                <a:lnTo>
                  <a:pt x="571500" y="1514475"/>
                </a:lnTo>
                <a:lnTo>
                  <a:pt x="552450" y="1514475"/>
                </a:lnTo>
                <a:close/>
                <a:moveTo>
                  <a:pt x="123825" y="1533525"/>
                </a:moveTo>
                <a:lnTo>
                  <a:pt x="133350" y="1533525"/>
                </a:lnTo>
                <a:lnTo>
                  <a:pt x="133350" y="1571625"/>
                </a:lnTo>
                <a:lnTo>
                  <a:pt x="123825" y="1571625"/>
                </a:lnTo>
                <a:close/>
                <a:moveTo>
                  <a:pt x="971550" y="1533525"/>
                </a:moveTo>
                <a:lnTo>
                  <a:pt x="990600" y="1533525"/>
                </a:lnTo>
                <a:lnTo>
                  <a:pt x="990600" y="1543050"/>
                </a:lnTo>
                <a:lnTo>
                  <a:pt x="971550" y="1543050"/>
                </a:lnTo>
                <a:close/>
                <a:moveTo>
                  <a:pt x="1000125" y="1533525"/>
                </a:moveTo>
                <a:lnTo>
                  <a:pt x="1076325" y="1533525"/>
                </a:lnTo>
                <a:lnTo>
                  <a:pt x="1076325" y="1552575"/>
                </a:lnTo>
                <a:lnTo>
                  <a:pt x="1038225" y="1552575"/>
                </a:lnTo>
                <a:lnTo>
                  <a:pt x="1038225" y="1562100"/>
                </a:lnTo>
                <a:lnTo>
                  <a:pt x="981075" y="1562100"/>
                </a:lnTo>
                <a:lnTo>
                  <a:pt x="981075" y="1552575"/>
                </a:lnTo>
                <a:lnTo>
                  <a:pt x="990600" y="1552575"/>
                </a:lnTo>
                <a:lnTo>
                  <a:pt x="990600" y="1543050"/>
                </a:lnTo>
                <a:lnTo>
                  <a:pt x="1000125" y="1543050"/>
                </a:lnTo>
                <a:close/>
                <a:moveTo>
                  <a:pt x="952500" y="1543050"/>
                </a:moveTo>
                <a:lnTo>
                  <a:pt x="971550" y="1543050"/>
                </a:lnTo>
                <a:lnTo>
                  <a:pt x="971550" y="1552575"/>
                </a:lnTo>
                <a:lnTo>
                  <a:pt x="952500" y="1552575"/>
                </a:lnTo>
                <a:close/>
                <a:moveTo>
                  <a:pt x="161925" y="1562100"/>
                </a:moveTo>
                <a:lnTo>
                  <a:pt x="171450" y="1562100"/>
                </a:lnTo>
                <a:lnTo>
                  <a:pt x="171450" y="1571625"/>
                </a:lnTo>
                <a:lnTo>
                  <a:pt x="161925" y="1571625"/>
                </a:lnTo>
                <a:close/>
                <a:moveTo>
                  <a:pt x="390525" y="1562100"/>
                </a:moveTo>
                <a:lnTo>
                  <a:pt x="409575" y="1562100"/>
                </a:lnTo>
                <a:lnTo>
                  <a:pt x="409575" y="1571625"/>
                </a:lnTo>
                <a:lnTo>
                  <a:pt x="390525" y="1571625"/>
                </a:lnTo>
                <a:close/>
                <a:moveTo>
                  <a:pt x="171450" y="1590675"/>
                </a:moveTo>
                <a:lnTo>
                  <a:pt x="180975" y="1590675"/>
                </a:lnTo>
                <a:lnTo>
                  <a:pt x="180975" y="1600200"/>
                </a:lnTo>
                <a:lnTo>
                  <a:pt x="171450" y="1600200"/>
                </a:lnTo>
                <a:close/>
                <a:moveTo>
                  <a:pt x="161925" y="1600200"/>
                </a:moveTo>
                <a:lnTo>
                  <a:pt x="171450" y="1600200"/>
                </a:lnTo>
                <a:lnTo>
                  <a:pt x="171450" y="1609725"/>
                </a:lnTo>
                <a:lnTo>
                  <a:pt x="161925" y="1609725"/>
                </a:lnTo>
                <a:close/>
                <a:moveTo>
                  <a:pt x="933450" y="1600200"/>
                </a:moveTo>
                <a:lnTo>
                  <a:pt x="952500" y="1600200"/>
                </a:lnTo>
                <a:lnTo>
                  <a:pt x="952500" y="1609725"/>
                </a:lnTo>
                <a:lnTo>
                  <a:pt x="942975" y="1609725"/>
                </a:lnTo>
                <a:lnTo>
                  <a:pt x="942975" y="1628775"/>
                </a:lnTo>
                <a:lnTo>
                  <a:pt x="933450" y="1628775"/>
                </a:lnTo>
                <a:close/>
                <a:moveTo>
                  <a:pt x="1038225" y="1609725"/>
                </a:moveTo>
                <a:lnTo>
                  <a:pt x="1057275" y="1609725"/>
                </a:lnTo>
                <a:lnTo>
                  <a:pt x="1057275" y="1619250"/>
                </a:lnTo>
                <a:lnTo>
                  <a:pt x="1066800" y="1619250"/>
                </a:lnTo>
                <a:lnTo>
                  <a:pt x="1066800" y="1628775"/>
                </a:lnTo>
                <a:lnTo>
                  <a:pt x="1057275" y="1628775"/>
                </a:lnTo>
                <a:lnTo>
                  <a:pt x="1057275" y="1638300"/>
                </a:lnTo>
                <a:lnTo>
                  <a:pt x="1038225" y="1638300"/>
                </a:lnTo>
                <a:close/>
                <a:moveTo>
                  <a:pt x="1228725" y="1609725"/>
                </a:moveTo>
                <a:lnTo>
                  <a:pt x="1257300" y="1609725"/>
                </a:lnTo>
                <a:lnTo>
                  <a:pt x="1257300" y="1628775"/>
                </a:lnTo>
                <a:lnTo>
                  <a:pt x="1247775" y="1628775"/>
                </a:lnTo>
                <a:lnTo>
                  <a:pt x="1247775" y="1638300"/>
                </a:lnTo>
                <a:lnTo>
                  <a:pt x="1257300" y="1638300"/>
                </a:lnTo>
                <a:lnTo>
                  <a:pt x="1257300" y="1647825"/>
                </a:lnTo>
                <a:lnTo>
                  <a:pt x="1247775" y="1647825"/>
                </a:lnTo>
                <a:lnTo>
                  <a:pt x="1247775" y="1657350"/>
                </a:lnTo>
                <a:lnTo>
                  <a:pt x="1219200" y="1657350"/>
                </a:lnTo>
                <a:lnTo>
                  <a:pt x="1219200" y="1666875"/>
                </a:lnTo>
                <a:lnTo>
                  <a:pt x="1209675" y="1666875"/>
                </a:lnTo>
                <a:lnTo>
                  <a:pt x="1209675" y="1676400"/>
                </a:lnTo>
                <a:lnTo>
                  <a:pt x="1181100" y="1676400"/>
                </a:lnTo>
                <a:lnTo>
                  <a:pt x="1181100" y="1657350"/>
                </a:lnTo>
                <a:lnTo>
                  <a:pt x="1171575" y="1657350"/>
                </a:lnTo>
                <a:lnTo>
                  <a:pt x="1171575" y="1647825"/>
                </a:lnTo>
                <a:lnTo>
                  <a:pt x="1181100" y="1647825"/>
                </a:lnTo>
                <a:lnTo>
                  <a:pt x="1181100" y="1638300"/>
                </a:lnTo>
                <a:lnTo>
                  <a:pt x="1200150" y="1638300"/>
                </a:lnTo>
                <a:lnTo>
                  <a:pt x="1200150" y="1628775"/>
                </a:lnTo>
                <a:lnTo>
                  <a:pt x="1209675" y="1628775"/>
                </a:lnTo>
                <a:lnTo>
                  <a:pt x="1209675" y="1619250"/>
                </a:lnTo>
                <a:lnTo>
                  <a:pt x="1219200" y="1619250"/>
                </a:lnTo>
                <a:lnTo>
                  <a:pt x="1219200" y="1628775"/>
                </a:lnTo>
                <a:lnTo>
                  <a:pt x="1228725" y="1628775"/>
                </a:lnTo>
                <a:close/>
                <a:moveTo>
                  <a:pt x="1047750" y="1647825"/>
                </a:moveTo>
                <a:lnTo>
                  <a:pt x="1057275" y="1647825"/>
                </a:lnTo>
                <a:lnTo>
                  <a:pt x="1057275" y="1657350"/>
                </a:lnTo>
                <a:lnTo>
                  <a:pt x="1047750" y="1657350"/>
                </a:lnTo>
                <a:close/>
                <a:moveTo>
                  <a:pt x="1200150" y="1647825"/>
                </a:moveTo>
                <a:lnTo>
                  <a:pt x="1209675" y="1647825"/>
                </a:lnTo>
                <a:lnTo>
                  <a:pt x="1209675" y="1638300"/>
                </a:lnTo>
                <a:lnTo>
                  <a:pt x="1200150" y="1638300"/>
                </a:lnTo>
                <a:close/>
                <a:moveTo>
                  <a:pt x="933450" y="1676400"/>
                </a:moveTo>
                <a:lnTo>
                  <a:pt x="942975" y="1676400"/>
                </a:lnTo>
                <a:lnTo>
                  <a:pt x="942975" y="1685925"/>
                </a:lnTo>
                <a:lnTo>
                  <a:pt x="933450" y="1685925"/>
                </a:lnTo>
                <a:close/>
                <a:moveTo>
                  <a:pt x="123825" y="1704975"/>
                </a:moveTo>
                <a:lnTo>
                  <a:pt x="133350" y="1704975"/>
                </a:lnTo>
                <a:lnTo>
                  <a:pt x="133350" y="1733550"/>
                </a:lnTo>
                <a:lnTo>
                  <a:pt x="123825" y="1733550"/>
                </a:lnTo>
                <a:close/>
                <a:moveTo>
                  <a:pt x="638175" y="1714500"/>
                </a:moveTo>
                <a:lnTo>
                  <a:pt x="657225" y="1714500"/>
                </a:lnTo>
                <a:lnTo>
                  <a:pt x="657225" y="1733550"/>
                </a:lnTo>
                <a:lnTo>
                  <a:pt x="638175" y="1733550"/>
                </a:lnTo>
                <a:close/>
                <a:moveTo>
                  <a:pt x="1266825" y="1714500"/>
                </a:moveTo>
                <a:lnTo>
                  <a:pt x="1285875" y="1714500"/>
                </a:lnTo>
                <a:lnTo>
                  <a:pt x="1285875" y="1733550"/>
                </a:lnTo>
                <a:lnTo>
                  <a:pt x="1266825" y="1733550"/>
                </a:lnTo>
                <a:close/>
                <a:moveTo>
                  <a:pt x="171450" y="1762125"/>
                </a:moveTo>
                <a:lnTo>
                  <a:pt x="180975" y="1762125"/>
                </a:lnTo>
                <a:lnTo>
                  <a:pt x="180975" y="1771650"/>
                </a:lnTo>
                <a:lnTo>
                  <a:pt x="171450" y="1771650"/>
                </a:lnTo>
                <a:close/>
                <a:moveTo>
                  <a:pt x="123825" y="1771650"/>
                </a:moveTo>
                <a:lnTo>
                  <a:pt x="133350" y="1771650"/>
                </a:lnTo>
                <a:lnTo>
                  <a:pt x="133350" y="1809750"/>
                </a:lnTo>
                <a:lnTo>
                  <a:pt x="123825" y="1809750"/>
                </a:lnTo>
                <a:close/>
                <a:moveTo>
                  <a:pt x="171450" y="1800225"/>
                </a:moveTo>
                <a:lnTo>
                  <a:pt x="180975" y="1800225"/>
                </a:lnTo>
                <a:lnTo>
                  <a:pt x="180975" y="1809750"/>
                </a:lnTo>
                <a:lnTo>
                  <a:pt x="171450" y="1809750"/>
                </a:lnTo>
                <a:close/>
                <a:moveTo>
                  <a:pt x="161925" y="1809750"/>
                </a:moveTo>
                <a:lnTo>
                  <a:pt x="171450" y="1809750"/>
                </a:lnTo>
                <a:lnTo>
                  <a:pt x="171450" y="1828800"/>
                </a:lnTo>
                <a:lnTo>
                  <a:pt x="180975" y="1828800"/>
                </a:lnTo>
                <a:lnTo>
                  <a:pt x="180975" y="1819275"/>
                </a:lnTo>
                <a:lnTo>
                  <a:pt x="190500" y="1819275"/>
                </a:lnTo>
                <a:lnTo>
                  <a:pt x="190500" y="1828800"/>
                </a:lnTo>
                <a:lnTo>
                  <a:pt x="180975" y="1828800"/>
                </a:lnTo>
                <a:lnTo>
                  <a:pt x="180975" y="1838325"/>
                </a:lnTo>
                <a:lnTo>
                  <a:pt x="161925" y="1838325"/>
                </a:lnTo>
                <a:close/>
                <a:moveTo>
                  <a:pt x="419100" y="1905000"/>
                </a:moveTo>
                <a:lnTo>
                  <a:pt x="438150" y="1905000"/>
                </a:lnTo>
                <a:lnTo>
                  <a:pt x="438150" y="1924050"/>
                </a:lnTo>
                <a:lnTo>
                  <a:pt x="419100" y="1924050"/>
                </a:lnTo>
                <a:close/>
                <a:moveTo>
                  <a:pt x="171450" y="1914525"/>
                </a:moveTo>
                <a:lnTo>
                  <a:pt x="180975" y="1914525"/>
                </a:lnTo>
                <a:lnTo>
                  <a:pt x="180975" y="1924050"/>
                </a:lnTo>
                <a:lnTo>
                  <a:pt x="190500" y="1924050"/>
                </a:lnTo>
                <a:lnTo>
                  <a:pt x="190500" y="1933575"/>
                </a:lnTo>
                <a:lnTo>
                  <a:pt x="200025" y="1933575"/>
                </a:lnTo>
                <a:lnTo>
                  <a:pt x="200025" y="1943100"/>
                </a:lnTo>
                <a:lnTo>
                  <a:pt x="190500" y="1943100"/>
                </a:lnTo>
                <a:lnTo>
                  <a:pt x="190500" y="1952625"/>
                </a:lnTo>
                <a:lnTo>
                  <a:pt x="161925" y="1952625"/>
                </a:lnTo>
                <a:lnTo>
                  <a:pt x="161925" y="1924050"/>
                </a:lnTo>
                <a:lnTo>
                  <a:pt x="171450" y="1924050"/>
                </a:lnTo>
                <a:close/>
                <a:moveTo>
                  <a:pt x="228600" y="1914525"/>
                </a:moveTo>
                <a:lnTo>
                  <a:pt x="238125" y="1914525"/>
                </a:lnTo>
                <a:lnTo>
                  <a:pt x="238125" y="1924050"/>
                </a:lnTo>
                <a:lnTo>
                  <a:pt x="247650" y="1924050"/>
                </a:lnTo>
                <a:lnTo>
                  <a:pt x="247650" y="1943100"/>
                </a:lnTo>
                <a:lnTo>
                  <a:pt x="266700" y="1943100"/>
                </a:lnTo>
                <a:lnTo>
                  <a:pt x="266700" y="1952625"/>
                </a:lnTo>
                <a:lnTo>
                  <a:pt x="257175" y="1952625"/>
                </a:lnTo>
                <a:lnTo>
                  <a:pt x="257175" y="1962150"/>
                </a:lnTo>
                <a:lnTo>
                  <a:pt x="219075" y="1962150"/>
                </a:lnTo>
                <a:lnTo>
                  <a:pt x="219075" y="1924050"/>
                </a:lnTo>
                <a:lnTo>
                  <a:pt x="228600" y="1924050"/>
                </a:lnTo>
                <a:close/>
                <a:moveTo>
                  <a:pt x="361950" y="1924050"/>
                </a:moveTo>
                <a:lnTo>
                  <a:pt x="400050" y="1924050"/>
                </a:lnTo>
                <a:lnTo>
                  <a:pt x="400050" y="1933575"/>
                </a:lnTo>
                <a:lnTo>
                  <a:pt x="390525" y="1933575"/>
                </a:lnTo>
                <a:lnTo>
                  <a:pt x="390525" y="1943100"/>
                </a:lnTo>
                <a:lnTo>
                  <a:pt x="381000" y="1943100"/>
                </a:lnTo>
                <a:lnTo>
                  <a:pt x="381000" y="1952625"/>
                </a:lnTo>
                <a:lnTo>
                  <a:pt x="371475" y="1952625"/>
                </a:lnTo>
                <a:lnTo>
                  <a:pt x="371475" y="1943100"/>
                </a:lnTo>
                <a:lnTo>
                  <a:pt x="361950" y="1943100"/>
                </a:lnTo>
                <a:close/>
                <a:moveTo>
                  <a:pt x="276225" y="1943100"/>
                </a:moveTo>
                <a:lnTo>
                  <a:pt x="323850" y="1943100"/>
                </a:lnTo>
                <a:lnTo>
                  <a:pt x="323850" y="1952625"/>
                </a:lnTo>
                <a:lnTo>
                  <a:pt x="276225" y="1952625"/>
                </a:lnTo>
                <a:close/>
                <a:moveTo>
                  <a:pt x="123825" y="2000250"/>
                </a:moveTo>
                <a:lnTo>
                  <a:pt x="133350" y="2000250"/>
                </a:lnTo>
                <a:lnTo>
                  <a:pt x="133350" y="2038350"/>
                </a:lnTo>
                <a:lnTo>
                  <a:pt x="123825" y="2038350"/>
                </a:lnTo>
                <a:close/>
                <a:moveTo>
                  <a:pt x="123825" y="2057400"/>
                </a:moveTo>
                <a:lnTo>
                  <a:pt x="133350" y="2057400"/>
                </a:lnTo>
                <a:lnTo>
                  <a:pt x="133350" y="2066925"/>
                </a:lnTo>
                <a:lnTo>
                  <a:pt x="142875" y="2066925"/>
                </a:lnTo>
                <a:lnTo>
                  <a:pt x="142875" y="2085975"/>
                </a:lnTo>
                <a:lnTo>
                  <a:pt x="133350" y="2085975"/>
                </a:lnTo>
                <a:lnTo>
                  <a:pt x="133350" y="2209800"/>
                </a:lnTo>
                <a:lnTo>
                  <a:pt x="123825" y="2209800"/>
                </a:lnTo>
                <a:lnTo>
                  <a:pt x="123825" y="2085975"/>
                </a:lnTo>
                <a:lnTo>
                  <a:pt x="114300" y="2085975"/>
                </a:lnTo>
                <a:lnTo>
                  <a:pt x="114300" y="2066925"/>
                </a:lnTo>
                <a:lnTo>
                  <a:pt x="123825" y="2066925"/>
                </a:lnTo>
                <a:close/>
                <a:moveTo>
                  <a:pt x="1676400" y="2247900"/>
                </a:moveTo>
                <a:lnTo>
                  <a:pt x="1685925" y="2247900"/>
                </a:lnTo>
                <a:lnTo>
                  <a:pt x="1685925" y="2257425"/>
                </a:lnTo>
                <a:lnTo>
                  <a:pt x="1676400" y="2257425"/>
                </a:lnTo>
                <a:close/>
                <a:moveTo>
                  <a:pt x="1695450" y="2247900"/>
                </a:moveTo>
                <a:lnTo>
                  <a:pt x="1704975" y="2247900"/>
                </a:lnTo>
                <a:lnTo>
                  <a:pt x="1704975" y="2266950"/>
                </a:lnTo>
                <a:lnTo>
                  <a:pt x="1695450" y="2266950"/>
                </a:lnTo>
                <a:close/>
                <a:moveTo>
                  <a:pt x="123825" y="2266950"/>
                </a:moveTo>
                <a:lnTo>
                  <a:pt x="133350" y="2266950"/>
                </a:lnTo>
                <a:lnTo>
                  <a:pt x="133350" y="2295525"/>
                </a:lnTo>
                <a:lnTo>
                  <a:pt x="123825" y="2295525"/>
                </a:lnTo>
                <a:close/>
                <a:moveTo>
                  <a:pt x="180975" y="2286000"/>
                </a:moveTo>
                <a:lnTo>
                  <a:pt x="190500" y="2286000"/>
                </a:lnTo>
                <a:lnTo>
                  <a:pt x="190500" y="2305050"/>
                </a:lnTo>
                <a:lnTo>
                  <a:pt x="171450" y="2305050"/>
                </a:lnTo>
                <a:lnTo>
                  <a:pt x="171450" y="2295525"/>
                </a:lnTo>
                <a:lnTo>
                  <a:pt x="180975" y="2295525"/>
                </a:lnTo>
                <a:close/>
                <a:moveTo>
                  <a:pt x="1695450" y="2286000"/>
                </a:moveTo>
                <a:lnTo>
                  <a:pt x="1704975" y="2286000"/>
                </a:lnTo>
                <a:lnTo>
                  <a:pt x="1704975" y="2295525"/>
                </a:lnTo>
                <a:lnTo>
                  <a:pt x="1714500" y="2295525"/>
                </a:lnTo>
                <a:lnTo>
                  <a:pt x="1714500" y="2314575"/>
                </a:lnTo>
                <a:lnTo>
                  <a:pt x="1704975" y="2314575"/>
                </a:lnTo>
                <a:lnTo>
                  <a:pt x="1704975" y="2305050"/>
                </a:lnTo>
                <a:lnTo>
                  <a:pt x="1695450" y="2305050"/>
                </a:lnTo>
                <a:close/>
                <a:moveTo>
                  <a:pt x="123825" y="2314575"/>
                </a:moveTo>
                <a:lnTo>
                  <a:pt x="133350" y="2314575"/>
                </a:lnTo>
                <a:lnTo>
                  <a:pt x="133350" y="2333625"/>
                </a:lnTo>
                <a:lnTo>
                  <a:pt x="123825" y="2333625"/>
                </a:lnTo>
                <a:close/>
                <a:moveTo>
                  <a:pt x="1114425" y="2333625"/>
                </a:moveTo>
                <a:lnTo>
                  <a:pt x="1123950" y="2333625"/>
                </a:lnTo>
                <a:lnTo>
                  <a:pt x="1123950" y="2352675"/>
                </a:lnTo>
                <a:lnTo>
                  <a:pt x="1114425" y="2352675"/>
                </a:lnTo>
                <a:lnTo>
                  <a:pt x="1114425" y="2362200"/>
                </a:lnTo>
                <a:lnTo>
                  <a:pt x="1104900" y="2362200"/>
                </a:lnTo>
                <a:lnTo>
                  <a:pt x="1104900" y="2381250"/>
                </a:lnTo>
                <a:lnTo>
                  <a:pt x="1095375" y="2381250"/>
                </a:lnTo>
                <a:lnTo>
                  <a:pt x="1095375" y="2371725"/>
                </a:lnTo>
                <a:lnTo>
                  <a:pt x="1085850" y="2371725"/>
                </a:lnTo>
                <a:lnTo>
                  <a:pt x="1085850" y="2352675"/>
                </a:lnTo>
                <a:lnTo>
                  <a:pt x="1104900" y="2352675"/>
                </a:lnTo>
                <a:lnTo>
                  <a:pt x="1104900" y="2343150"/>
                </a:lnTo>
                <a:lnTo>
                  <a:pt x="1114425" y="2343150"/>
                </a:lnTo>
                <a:close/>
                <a:moveTo>
                  <a:pt x="1533525" y="2381250"/>
                </a:moveTo>
                <a:lnTo>
                  <a:pt x="1543050" y="2381250"/>
                </a:lnTo>
                <a:lnTo>
                  <a:pt x="1543050" y="2390775"/>
                </a:lnTo>
                <a:lnTo>
                  <a:pt x="1533525" y="2390775"/>
                </a:lnTo>
                <a:close/>
                <a:moveTo>
                  <a:pt x="1562100" y="2381250"/>
                </a:moveTo>
                <a:lnTo>
                  <a:pt x="1609725" y="2381250"/>
                </a:lnTo>
                <a:lnTo>
                  <a:pt x="1609725" y="2400300"/>
                </a:lnTo>
                <a:lnTo>
                  <a:pt x="1600200" y="2400300"/>
                </a:lnTo>
                <a:lnTo>
                  <a:pt x="1600200" y="2409825"/>
                </a:lnTo>
                <a:lnTo>
                  <a:pt x="1590675" y="2409825"/>
                </a:lnTo>
                <a:lnTo>
                  <a:pt x="1590675" y="2428875"/>
                </a:lnTo>
                <a:lnTo>
                  <a:pt x="1581150" y="2428875"/>
                </a:lnTo>
                <a:lnTo>
                  <a:pt x="1581150" y="2438400"/>
                </a:lnTo>
                <a:lnTo>
                  <a:pt x="1571625" y="2438400"/>
                </a:lnTo>
                <a:lnTo>
                  <a:pt x="1571625" y="2428875"/>
                </a:lnTo>
                <a:lnTo>
                  <a:pt x="1562100" y="2428875"/>
                </a:lnTo>
                <a:lnTo>
                  <a:pt x="1562100" y="2419350"/>
                </a:lnTo>
                <a:lnTo>
                  <a:pt x="1581150" y="2419350"/>
                </a:lnTo>
                <a:lnTo>
                  <a:pt x="1581150" y="2390775"/>
                </a:lnTo>
                <a:lnTo>
                  <a:pt x="1571625" y="2390775"/>
                </a:lnTo>
                <a:lnTo>
                  <a:pt x="1571625" y="2409825"/>
                </a:lnTo>
                <a:lnTo>
                  <a:pt x="1552575" y="2409825"/>
                </a:lnTo>
                <a:lnTo>
                  <a:pt x="1552575" y="2390775"/>
                </a:lnTo>
                <a:lnTo>
                  <a:pt x="1562100" y="2390775"/>
                </a:lnTo>
                <a:close/>
                <a:moveTo>
                  <a:pt x="447675" y="2390775"/>
                </a:moveTo>
                <a:lnTo>
                  <a:pt x="457200" y="2390775"/>
                </a:lnTo>
                <a:lnTo>
                  <a:pt x="457200" y="2400300"/>
                </a:lnTo>
                <a:lnTo>
                  <a:pt x="485775" y="2400300"/>
                </a:lnTo>
                <a:lnTo>
                  <a:pt x="485775" y="2390775"/>
                </a:lnTo>
                <a:lnTo>
                  <a:pt x="495300" y="2390775"/>
                </a:lnTo>
                <a:lnTo>
                  <a:pt x="495300" y="2409825"/>
                </a:lnTo>
                <a:lnTo>
                  <a:pt x="485775" y="2409825"/>
                </a:lnTo>
                <a:lnTo>
                  <a:pt x="485775" y="2419350"/>
                </a:lnTo>
                <a:lnTo>
                  <a:pt x="476250" y="2419350"/>
                </a:lnTo>
                <a:lnTo>
                  <a:pt x="476250" y="2428875"/>
                </a:lnTo>
                <a:lnTo>
                  <a:pt x="400050" y="2428875"/>
                </a:lnTo>
                <a:lnTo>
                  <a:pt x="400050" y="2419350"/>
                </a:lnTo>
                <a:lnTo>
                  <a:pt x="390525" y="2419350"/>
                </a:lnTo>
                <a:lnTo>
                  <a:pt x="390525" y="2428875"/>
                </a:lnTo>
                <a:lnTo>
                  <a:pt x="381000" y="2428875"/>
                </a:lnTo>
                <a:lnTo>
                  <a:pt x="381000" y="2419350"/>
                </a:lnTo>
                <a:lnTo>
                  <a:pt x="371475" y="2419350"/>
                </a:lnTo>
                <a:lnTo>
                  <a:pt x="371475" y="2409825"/>
                </a:lnTo>
                <a:lnTo>
                  <a:pt x="381000" y="2409825"/>
                </a:lnTo>
                <a:lnTo>
                  <a:pt x="381000" y="2400300"/>
                </a:lnTo>
                <a:lnTo>
                  <a:pt x="409575" y="2400300"/>
                </a:lnTo>
                <a:lnTo>
                  <a:pt x="409575" y="2409825"/>
                </a:lnTo>
                <a:lnTo>
                  <a:pt x="428625" y="2409825"/>
                </a:lnTo>
                <a:lnTo>
                  <a:pt x="428625" y="2400300"/>
                </a:lnTo>
                <a:lnTo>
                  <a:pt x="447675" y="2400300"/>
                </a:lnTo>
                <a:close/>
                <a:moveTo>
                  <a:pt x="1114425" y="2390775"/>
                </a:moveTo>
                <a:lnTo>
                  <a:pt x="1133475" y="2390775"/>
                </a:lnTo>
                <a:lnTo>
                  <a:pt x="1133475" y="2400300"/>
                </a:lnTo>
                <a:lnTo>
                  <a:pt x="1114425" y="2400300"/>
                </a:lnTo>
                <a:close/>
                <a:moveTo>
                  <a:pt x="1276350" y="2390775"/>
                </a:moveTo>
                <a:lnTo>
                  <a:pt x="1295400" y="2390775"/>
                </a:lnTo>
                <a:lnTo>
                  <a:pt x="1295400" y="2400300"/>
                </a:lnTo>
                <a:lnTo>
                  <a:pt x="1304925" y="2400300"/>
                </a:lnTo>
                <a:lnTo>
                  <a:pt x="1304925" y="2419350"/>
                </a:lnTo>
                <a:lnTo>
                  <a:pt x="1276350" y="2419350"/>
                </a:lnTo>
                <a:close/>
                <a:moveTo>
                  <a:pt x="180975" y="2419350"/>
                </a:moveTo>
                <a:lnTo>
                  <a:pt x="228600" y="2419350"/>
                </a:lnTo>
                <a:lnTo>
                  <a:pt x="228600" y="2428875"/>
                </a:lnTo>
                <a:lnTo>
                  <a:pt x="180975" y="2428875"/>
                </a:lnTo>
                <a:close/>
                <a:moveTo>
                  <a:pt x="333375" y="2419350"/>
                </a:moveTo>
                <a:lnTo>
                  <a:pt x="342900" y="2419350"/>
                </a:lnTo>
                <a:lnTo>
                  <a:pt x="342900" y="2428875"/>
                </a:lnTo>
                <a:lnTo>
                  <a:pt x="333375" y="2428875"/>
                </a:lnTo>
                <a:close/>
                <a:moveTo>
                  <a:pt x="1323975" y="2419350"/>
                </a:moveTo>
                <a:lnTo>
                  <a:pt x="1333500" y="2419350"/>
                </a:lnTo>
                <a:lnTo>
                  <a:pt x="1333500" y="2428875"/>
                </a:lnTo>
                <a:lnTo>
                  <a:pt x="1323975" y="2428875"/>
                </a:lnTo>
                <a:close/>
                <a:moveTo>
                  <a:pt x="1457325" y="2419350"/>
                </a:moveTo>
                <a:lnTo>
                  <a:pt x="1466850" y="2419350"/>
                </a:lnTo>
                <a:lnTo>
                  <a:pt x="1466850" y="2438400"/>
                </a:lnTo>
                <a:lnTo>
                  <a:pt x="1457325" y="2438400"/>
                </a:lnTo>
                <a:close/>
                <a:moveTo>
                  <a:pt x="1524000" y="2419350"/>
                </a:moveTo>
                <a:lnTo>
                  <a:pt x="1543050" y="2419350"/>
                </a:lnTo>
                <a:lnTo>
                  <a:pt x="1543050" y="2428875"/>
                </a:lnTo>
                <a:lnTo>
                  <a:pt x="1524000" y="2428875"/>
                </a:lnTo>
                <a:close/>
                <a:moveTo>
                  <a:pt x="238125" y="2428875"/>
                </a:moveTo>
                <a:lnTo>
                  <a:pt x="257175" y="2428875"/>
                </a:lnTo>
                <a:lnTo>
                  <a:pt x="257175" y="2438400"/>
                </a:lnTo>
                <a:lnTo>
                  <a:pt x="238125" y="2438400"/>
                </a:lnTo>
                <a:close/>
                <a:moveTo>
                  <a:pt x="114300" y="2457450"/>
                </a:moveTo>
                <a:lnTo>
                  <a:pt x="133350" y="2457450"/>
                </a:lnTo>
                <a:lnTo>
                  <a:pt x="133350" y="2476500"/>
                </a:lnTo>
                <a:lnTo>
                  <a:pt x="123825" y="2476500"/>
                </a:lnTo>
                <a:lnTo>
                  <a:pt x="123825" y="2486025"/>
                </a:lnTo>
                <a:lnTo>
                  <a:pt x="114300" y="2486025"/>
                </a:lnTo>
                <a:close/>
                <a:moveTo>
                  <a:pt x="133350" y="2476500"/>
                </a:moveTo>
                <a:lnTo>
                  <a:pt x="142875" y="2476500"/>
                </a:lnTo>
                <a:lnTo>
                  <a:pt x="142875" y="2505075"/>
                </a:lnTo>
                <a:lnTo>
                  <a:pt x="133350" y="2505075"/>
                </a:lnTo>
                <a:lnTo>
                  <a:pt x="133350" y="2524125"/>
                </a:lnTo>
                <a:lnTo>
                  <a:pt x="142875" y="2524125"/>
                </a:lnTo>
                <a:lnTo>
                  <a:pt x="142875" y="2543175"/>
                </a:lnTo>
                <a:lnTo>
                  <a:pt x="133350" y="2543175"/>
                </a:lnTo>
                <a:lnTo>
                  <a:pt x="133350" y="2581275"/>
                </a:lnTo>
                <a:lnTo>
                  <a:pt x="123825" y="2581275"/>
                </a:lnTo>
                <a:lnTo>
                  <a:pt x="123825" y="2543175"/>
                </a:lnTo>
                <a:lnTo>
                  <a:pt x="114300" y="2543175"/>
                </a:lnTo>
                <a:lnTo>
                  <a:pt x="114300" y="2524125"/>
                </a:lnTo>
                <a:lnTo>
                  <a:pt x="123825" y="2524125"/>
                </a:lnTo>
                <a:lnTo>
                  <a:pt x="123825" y="2505075"/>
                </a:lnTo>
                <a:lnTo>
                  <a:pt x="114300" y="2505075"/>
                </a:lnTo>
                <a:lnTo>
                  <a:pt x="114300" y="2495550"/>
                </a:lnTo>
                <a:lnTo>
                  <a:pt x="123825" y="2495550"/>
                </a:lnTo>
                <a:lnTo>
                  <a:pt x="123825" y="2486025"/>
                </a:lnTo>
                <a:lnTo>
                  <a:pt x="133350" y="2486025"/>
                </a:lnTo>
                <a:close/>
                <a:moveTo>
                  <a:pt x="209550" y="2495550"/>
                </a:moveTo>
                <a:lnTo>
                  <a:pt x="247650" y="2495550"/>
                </a:lnTo>
                <a:lnTo>
                  <a:pt x="247650" y="2505075"/>
                </a:lnTo>
                <a:lnTo>
                  <a:pt x="257175" y="2505075"/>
                </a:lnTo>
                <a:lnTo>
                  <a:pt x="257175" y="2514600"/>
                </a:lnTo>
                <a:lnTo>
                  <a:pt x="247650" y="2514600"/>
                </a:lnTo>
                <a:lnTo>
                  <a:pt x="247650" y="2533650"/>
                </a:lnTo>
                <a:lnTo>
                  <a:pt x="228600" y="2533650"/>
                </a:lnTo>
                <a:lnTo>
                  <a:pt x="228600" y="2543175"/>
                </a:lnTo>
                <a:lnTo>
                  <a:pt x="219075" y="2543175"/>
                </a:lnTo>
                <a:lnTo>
                  <a:pt x="219075" y="2533650"/>
                </a:lnTo>
                <a:lnTo>
                  <a:pt x="209550" y="2533650"/>
                </a:lnTo>
                <a:lnTo>
                  <a:pt x="209550" y="2524125"/>
                </a:lnTo>
                <a:lnTo>
                  <a:pt x="200025" y="2524125"/>
                </a:lnTo>
                <a:lnTo>
                  <a:pt x="200025" y="2514600"/>
                </a:lnTo>
                <a:lnTo>
                  <a:pt x="209550" y="2514600"/>
                </a:lnTo>
                <a:close/>
                <a:moveTo>
                  <a:pt x="666750" y="2495550"/>
                </a:moveTo>
                <a:lnTo>
                  <a:pt x="695325" y="2495550"/>
                </a:lnTo>
                <a:lnTo>
                  <a:pt x="695325" y="2505075"/>
                </a:lnTo>
                <a:lnTo>
                  <a:pt x="723900" y="2505075"/>
                </a:lnTo>
                <a:lnTo>
                  <a:pt x="723900" y="2495550"/>
                </a:lnTo>
                <a:lnTo>
                  <a:pt x="733425" y="2495550"/>
                </a:lnTo>
                <a:lnTo>
                  <a:pt x="733425" y="2505075"/>
                </a:lnTo>
                <a:lnTo>
                  <a:pt x="742950" y="2505075"/>
                </a:lnTo>
                <a:lnTo>
                  <a:pt x="742950" y="2495550"/>
                </a:lnTo>
                <a:lnTo>
                  <a:pt x="762000" y="2495550"/>
                </a:lnTo>
                <a:lnTo>
                  <a:pt x="762000" y="2505075"/>
                </a:lnTo>
                <a:lnTo>
                  <a:pt x="771525" y="2505075"/>
                </a:lnTo>
                <a:lnTo>
                  <a:pt x="771525" y="2524125"/>
                </a:lnTo>
                <a:lnTo>
                  <a:pt x="790575" y="2524125"/>
                </a:lnTo>
                <a:lnTo>
                  <a:pt x="790575" y="2514600"/>
                </a:lnTo>
                <a:lnTo>
                  <a:pt x="809625" y="2514600"/>
                </a:lnTo>
                <a:lnTo>
                  <a:pt x="809625" y="2505075"/>
                </a:lnTo>
                <a:lnTo>
                  <a:pt x="819150" y="2505075"/>
                </a:lnTo>
                <a:lnTo>
                  <a:pt x="819150" y="2514600"/>
                </a:lnTo>
                <a:lnTo>
                  <a:pt x="828675" y="2514600"/>
                </a:lnTo>
                <a:lnTo>
                  <a:pt x="828675" y="2524125"/>
                </a:lnTo>
                <a:lnTo>
                  <a:pt x="838200" y="2524125"/>
                </a:lnTo>
                <a:lnTo>
                  <a:pt x="838200" y="2514600"/>
                </a:lnTo>
                <a:lnTo>
                  <a:pt x="847725" y="2514600"/>
                </a:lnTo>
                <a:lnTo>
                  <a:pt x="847725" y="2505075"/>
                </a:lnTo>
                <a:lnTo>
                  <a:pt x="857250" y="2505075"/>
                </a:lnTo>
                <a:lnTo>
                  <a:pt x="857250" y="2495550"/>
                </a:lnTo>
                <a:lnTo>
                  <a:pt x="866775" y="2495550"/>
                </a:lnTo>
                <a:lnTo>
                  <a:pt x="866775" y="2505075"/>
                </a:lnTo>
                <a:lnTo>
                  <a:pt x="876300" y="2505075"/>
                </a:lnTo>
                <a:lnTo>
                  <a:pt x="876300" y="2524125"/>
                </a:lnTo>
                <a:lnTo>
                  <a:pt x="866775" y="2524125"/>
                </a:lnTo>
                <a:lnTo>
                  <a:pt x="866775" y="2533650"/>
                </a:lnTo>
                <a:lnTo>
                  <a:pt x="847725" y="2533650"/>
                </a:lnTo>
                <a:lnTo>
                  <a:pt x="847725" y="2543175"/>
                </a:lnTo>
                <a:lnTo>
                  <a:pt x="819150" y="2543175"/>
                </a:lnTo>
                <a:lnTo>
                  <a:pt x="819150" y="2562225"/>
                </a:lnTo>
                <a:lnTo>
                  <a:pt x="828675" y="2562225"/>
                </a:lnTo>
                <a:lnTo>
                  <a:pt x="828675" y="2571750"/>
                </a:lnTo>
                <a:lnTo>
                  <a:pt x="819150" y="2571750"/>
                </a:lnTo>
                <a:lnTo>
                  <a:pt x="819150" y="2590800"/>
                </a:lnTo>
                <a:lnTo>
                  <a:pt x="809625" y="2590800"/>
                </a:lnTo>
                <a:lnTo>
                  <a:pt x="809625" y="2600325"/>
                </a:lnTo>
                <a:lnTo>
                  <a:pt x="771525" y="2600325"/>
                </a:lnTo>
                <a:lnTo>
                  <a:pt x="771525" y="2609850"/>
                </a:lnTo>
                <a:lnTo>
                  <a:pt x="685800" y="2609850"/>
                </a:lnTo>
                <a:lnTo>
                  <a:pt x="685800" y="2600325"/>
                </a:lnTo>
                <a:lnTo>
                  <a:pt x="695325" y="2600325"/>
                </a:lnTo>
                <a:lnTo>
                  <a:pt x="695325" y="2590800"/>
                </a:lnTo>
                <a:lnTo>
                  <a:pt x="704850" y="2590800"/>
                </a:lnTo>
                <a:lnTo>
                  <a:pt x="704850" y="2581275"/>
                </a:lnTo>
                <a:lnTo>
                  <a:pt x="695325" y="2581275"/>
                </a:lnTo>
                <a:lnTo>
                  <a:pt x="695325" y="2543175"/>
                </a:lnTo>
                <a:lnTo>
                  <a:pt x="714375" y="2543175"/>
                </a:lnTo>
                <a:lnTo>
                  <a:pt x="714375" y="2533650"/>
                </a:lnTo>
                <a:lnTo>
                  <a:pt x="666750" y="2533650"/>
                </a:lnTo>
                <a:lnTo>
                  <a:pt x="666750" y="2514600"/>
                </a:lnTo>
                <a:lnTo>
                  <a:pt x="657225" y="2514600"/>
                </a:lnTo>
                <a:lnTo>
                  <a:pt x="657225" y="2505075"/>
                </a:lnTo>
                <a:lnTo>
                  <a:pt x="666750" y="2505075"/>
                </a:lnTo>
                <a:close/>
                <a:moveTo>
                  <a:pt x="1123950" y="2495550"/>
                </a:moveTo>
                <a:lnTo>
                  <a:pt x="1133475" y="2495550"/>
                </a:lnTo>
                <a:lnTo>
                  <a:pt x="1133475" y="2505075"/>
                </a:lnTo>
                <a:lnTo>
                  <a:pt x="1152525" y="2505075"/>
                </a:lnTo>
                <a:lnTo>
                  <a:pt x="1152525" y="2533650"/>
                </a:lnTo>
                <a:lnTo>
                  <a:pt x="1133475" y="2533650"/>
                </a:lnTo>
                <a:lnTo>
                  <a:pt x="1133475" y="2562225"/>
                </a:lnTo>
                <a:lnTo>
                  <a:pt x="1123950" y="2562225"/>
                </a:lnTo>
                <a:lnTo>
                  <a:pt x="1123950" y="2571750"/>
                </a:lnTo>
                <a:lnTo>
                  <a:pt x="1133475" y="2571750"/>
                </a:lnTo>
                <a:lnTo>
                  <a:pt x="1133475" y="2581275"/>
                </a:lnTo>
                <a:lnTo>
                  <a:pt x="1123950" y="2581275"/>
                </a:lnTo>
                <a:lnTo>
                  <a:pt x="1123950" y="2590800"/>
                </a:lnTo>
                <a:lnTo>
                  <a:pt x="1133475" y="2590800"/>
                </a:lnTo>
                <a:lnTo>
                  <a:pt x="1133475" y="2600325"/>
                </a:lnTo>
                <a:lnTo>
                  <a:pt x="1143000" y="2600325"/>
                </a:lnTo>
                <a:lnTo>
                  <a:pt x="1143000" y="2609850"/>
                </a:lnTo>
                <a:lnTo>
                  <a:pt x="1133475" y="2609850"/>
                </a:lnTo>
                <a:lnTo>
                  <a:pt x="1133475" y="2628900"/>
                </a:lnTo>
                <a:lnTo>
                  <a:pt x="1123950" y="2628900"/>
                </a:lnTo>
                <a:lnTo>
                  <a:pt x="1123950" y="2647950"/>
                </a:lnTo>
                <a:lnTo>
                  <a:pt x="1114425" y="2647950"/>
                </a:lnTo>
                <a:lnTo>
                  <a:pt x="1114425" y="2657475"/>
                </a:lnTo>
                <a:lnTo>
                  <a:pt x="1038225" y="2657475"/>
                </a:lnTo>
                <a:lnTo>
                  <a:pt x="1038225" y="2667000"/>
                </a:lnTo>
                <a:lnTo>
                  <a:pt x="1000125" y="2667000"/>
                </a:lnTo>
                <a:lnTo>
                  <a:pt x="1000125" y="2657475"/>
                </a:lnTo>
                <a:lnTo>
                  <a:pt x="981075" y="2657475"/>
                </a:lnTo>
                <a:lnTo>
                  <a:pt x="981075" y="2647950"/>
                </a:lnTo>
                <a:lnTo>
                  <a:pt x="971550" y="2647950"/>
                </a:lnTo>
                <a:lnTo>
                  <a:pt x="971550" y="2638425"/>
                </a:lnTo>
                <a:lnTo>
                  <a:pt x="990600" y="2638425"/>
                </a:lnTo>
                <a:lnTo>
                  <a:pt x="990600" y="2647950"/>
                </a:lnTo>
                <a:lnTo>
                  <a:pt x="1104900" y="2647950"/>
                </a:lnTo>
                <a:lnTo>
                  <a:pt x="1104900" y="2628900"/>
                </a:lnTo>
                <a:lnTo>
                  <a:pt x="1114425" y="2628900"/>
                </a:lnTo>
                <a:lnTo>
                  <a:pt x="1114425" y="2533650"/>
                </a:lnTo>
                <a:lnTo>
                  <a:pt x="1123950" y="2533650"/>
                </a:lnTo>
                <a:lnTo>
                  <a:pt x="1123950" y="2514600"/>
                </a:lnTo>
                <a:lnTo>
                  <a:pt x="1114425" y="2514600"/>
                </a:lnTo>
                <a:lnTo>
                  <a:pt x="1114425" y="2505075"/>
                </a:lnTo>
                <a:lnTo>
                  <a:pt x="1123950" y="2505075"/>
                </a:lnTo>
                <a:close/>
                <a:moveTo>
                  <a:pt x="1381125" y="2495550"/>
                </a:moveTo>
                <a:lnTo>
                  <a:pt x="1400175" y="2495550"/>
                </a:lnTo>
                <a:lnTo>
                  <a:pt x="1400175" y="2514600"/>
                </a:lnTo>
                <a:lnTo>
                  <a:pt x="1390650" y="2514600"/>
                </a:lnTo>
                <a:lnTo>
                  <a:pt x="1390650" y="2533650"/>
                </a:lnTo>
                <a:lnTo>
                  <a:pt x="1371600" y="2533650"/>
                </a:lnTo>
                <a:lnTo>
                  <a:pt x="1371600" y="2543175"/>
                </a:lnTo>
                <a:lnTo>
                  <a:pt x="1352550" y="2543175"/>
                </a:lnTo>
                <a:lnTo>
                  <a:pt x="1352550" y="2514600"/>
                </a:lnTo>
                <a:lnTo>
                  <a:pt x="1333500" y="2514600"/>
                </a:lnTo>
                <a:lnTo>
                  <a:pt x="1333500" y="2505075"/>
                </a:lnTo>
                <a:lnTo>
                  <a:pt x="1381125" y="2505075"/>
                </a:lnTo>
                <a:close/>
                <a:moveTo>
                  <a:pt x="1609725" y="2524125"/>
                </a:moveTo>
                <a:lnTo>
                  <a:pt x="1619250" y="2524125"/>
                </a:lnTo>
                <a:lnTo>
                  <a:pt x="1619250" y="2543175"/>
                </a:lnTo>
                <a:lnTo>
                  <a:pt x="1609725" y="2543175"/>
                </a:lnTo>
                <a:close/>
                <a:moveTo>
                  <a:pt x="1209675" y="2533650"/>
                </a:moveTo>
                <a:lnTo>
                  <a:pt x="1219200" y="2533650"/>
                </a:lnTo>
                <a:lnTo>
                  <a:pt x="1219200" y="2543175"/>
                </a:lnTo>
                <a:lnTo>
                  <a:pt x="1209675" y="2543175"/>
                </a:lnTo>
                <a:close/>
                <a:moveTo>
                  <a:pt x="619125" y="2543175"/>
                </a:moveTo>
                <a:lnTo>
                  <a:pt x="657225" y="2543175"/>
                </a:lnTo>
                <a:lnTo>
                  <a:pt x="657225" y="2552700"/>
                </a:lnTo>
                <a:lnTo>
                  <a:pt x="638175" y="2552700"/>
                </a:lnTo>
                <a:lnTo>
                  <a:pt x="638175" y="2562225"/>
                </a:lnTo>
                <a:lnTo>
                  <a:pt x="619125" y="2562225"/>
                </a:lnTo>
                <a:close/>
                <a:moveTo>
                  <a:pt x="1609725" y="2552700"/>
                </a:moveTo>
                <a:lnTo>
                  <a:pt x="1619250" y="2552700"/>
                </a:lnTo>
                <a:lnTo>
                  <a:pt x="1619250" y="2562225"/>
                </a:lnTo>
                <a:lnTo>
                  <a:pt x="1638300" y="2562225"/>
                </a:lnTo>
                <a:lnTo>
                  <a:pt x="1638300" y="2600325"/>
                </a:lnTo>
                <a:lnTo>
                  <a:pt x="1581150" y="2600325"/>
                </a:lnTo>
                <a:lnTo>
                  <a:pt x="1581150" y="2590800"/>
                </a:lnTo>
                <a:lnTo>
                  <a:pt x="1571625" y="2590800"/>
                </a:lnTo>
                <a:lnTo>
                  <a:pt x="1571625" y="2581275"/>
                </a:lnTo>
                <a:lnTo>
                  <a:pt x="1581150" y="2581275"/>
                </a:lnTo>
                <a:lnTo>
                  <a:pt x="1581150" y="2571750"/>
                </a:lnTo>
                <a:lnTo>
                  <a:pt x="1590675" y="2571750"/>
                </a:lnTo>
                <a:lnTo>
                  <a:pt x="1590675" y="2562225"/>
                </a:lnTo>
                <a:lnTo>
                  <a:pt x="1609725" y="2562225"/>
                </a:lnTo>
                <a:close/>
                <a:moveTo>
                  <a:pt x="857250" y="2562225"/>
                </a:moveTo>
                <a:lnTo>
                  <a:pt x="866775" y="2562225"/>
                </a:lnTo>
                <a:lnTo>
                  <a:pt x="866775" y="2571750"/>
                </a:lnTo>
                <a:lnTo>
                  <a:pt x="857250" y="2571750"/>
                </a:lnTo>
                <a:close/>
                <a:moveTo>
                  <a:pt x="838200" y="2571750"/>
                </a:moveTo>
                <a:lnTo>
                  <a:pt x="857250" y="2571750"/>
                </a:lnTo>
                <a:lnTo>
                  <a:pt x="857250" y="2581275"/>
                </a:lnTo>
                <a:lnTo>
                  <a:pt x="847725" y="2581275"/>
                </a:lnTo>
                <a:lnTo>
                  <a:pt x="847725" y="2590800"/>
                </a:lnTo>
                <a:lnTo>
                  <a:pt x="838200" y="2590800"/>
                </a:lnTo>
                <a:close/>
                <a:moveTo>
                  <a:pt x="704850" y="2600325"/>
                </a:moveTo>
                <a:lnTo>
                  <a:pt x="714375" y="2600325"/>
                </a:lnTo>
                <a:lnTo>
                  <a:pt x="714375" y="2590800"/>
                </a:lnTo>
                <a:lnTo>
                  <a:pt x="704850" y="2590800"/>
                </a:lnTo>
                <a:close/>
                <a:moveTo>
                  <a:pt x="180975" y="2609850"/>
                </a:moveTo>
                <a:lnTo>
                  <a:pt x="190500" y="2609850"/>
                </a:lnTo>
                <a:lnTo>
                  <a:pt x="190500" y="2628900"/>
                </a:lnTo>
                <a:lnTo>
                  <a:pt x="209550" y="2628900"/>
                </a:lnTo>
                <a:lnTo>
                  <a:pt x="209550" y="2619375"/>
                </a:lnTo>
                <a:lnTo>
                  <a:pt x="228600" y="2619375"/>
                </a:lnTo>
                <a:lnTo>
                  <a:pt x="228600" y="2628900"/>
                </a:lnTo>
                <a:lnTo>
                  <a:pt x="247650" y="2628900"/>
                </a:lnTo>
                <a:lnTo>
                  <a:pt x="247650" y="2647950"/>
                </a:lnTo>
                <a:lnTo>
                  <a:pt x="238125" y="2647950"/>
                </a:lnTo>
                <a:lnTo>
                  <a:pt x="238125" y="2657475"/>
                </a:lnTo>
                <a:lnTo>
                  <a:pt x="190500" y="2657475"/>
                </a:lnTo>
                <a:lnTo>
                  <a:pt x="190500" y="2647950"/>
                </a:lnTo>
                <a:lnTo>
                  <a:pt x="180975" y="2647950"/>
                </a:lnTo>
                <a:lnTo>
                  <a:pt x="180975" y="2638425"/>
                </a:lnTo>
                <a:lnTo>
                  <a:pt x="171450" y="2638425"/>
                </a:lnTo>
                <a:lnTo>
                  <a:pt x="171450" y="2619375"/>
                </a:lnTo>
                <a:lnTo>
                  <a:pt x="180975" y="2619375"/>
                </a:lnTo>
                <a:close/>
                <a:moveTo>
                  <a:pt x="1190625" y="2619375"/>
                </a:moveTo>
                <a:lnTo>
                  <a:pt x="1200150" y="2619375"/>
                </a:lnTo>
                <a:lnTo>
                  <a:pt x="1200150" y="2638425"/>
                </a:lnTo>
                <a:lnTo>
                  <a:pt x="1190625" y="2638425"/>
                </a:lnTo>
                <a:close/>
                <a:moveTo>
                  <a:pt x="1257300" y="2619375"/>
                </a:moveTo>
                <a:lnTo>
                  <a:pt x="1304925" y="2619375"/>
                </a:lnTo>
                <a:lnTo>
                  <a:pt x="1304925" y="2628900"/>
                </a:lnTo>
                <a:lnTo>
                  <a:pt x="1257300" y="2628900"/>
                </a:lnTo>
                <a:close/>
                <a:moveTo>
                  <a:pt x="304800" y="2628900"/>
                </a:moveTo>
                <a:lnTo>
                  <a:pt x="314325" y="2628900"/>
                </a:lnTo>
                <a:lnTo>
                  <a:pt x="314325" y="2647950"/>
                </a:lnTo>
                <a:lnTo>
                  <a:pt x="323850" y="2647950"/>
                </a:lnTo>
                <a:lnTo>
                  <a:pt x="323850" y="2638425"/>
                </a:lnTo>
                <a:lnTo>
                  <a:pt x="333375" y="2638425"/>
                </a:lnTo>
                <a:lnTo>
                  <a:pt x="333375" y="2647950"/>
                </a:lnTo>
                <a:lnTo>
                  <a:pt x="352425" y="2647950"/>
                </a:lnTo>
                <a:lnTo>
                  <a:pt x="352425" y="2657475"/>
                </a:lnTo>
                <a:lnTo>
                  <a:pt x="304800" y="2657475"/>
                </a:lnTo>
                <a:lnTo>
                  <a:pt x="304800" y="2647950"/>
                </a:lnTo>
                <a:lnTo>
                  <a:pt x="285750" y="2647950"/>
                </a:lnTo>
                <a:lnTo>
                  <a:pt x="285750" y="2638425"/>
                </a:lnTo>
                <a:lnTo>
                  <a:pt x="304800" y="2638425"/>
                </a:lnTo>
                <a:close/>
                <a:moveTo>
                  <a:pt x="676275" y="2628900"/>
                </a:moveTo>
                <a:lnTo>
                  <a:pt x="695325" y="2628900"/>
                </a:lnTo>
                <a:lnTo>
                  <a:pt x="695325" y="2647950"/>
                </a:lnTo>
                <a:lnTo>
                  <a:pt x="685800" y="2647950"/>
                </a:lnTo>
                <a:lnTo>
                  <a:pt x="685800" y="2657475"/>
                </a:lnTo>
                <a:lnTo>
                  <a:pt x="676275" y="2657475"/>
                </a:lnTo>
                <a:close/>
                <a:moveTo>
                  <a:pt x="952500" y="2628900"/>
                </a:moveTo>
                <a:lnTo>
                  <a:pt x="962025" y="2628900"/>
                </a:lnTo>
                <a:lnTo>
                  <a:pt x="962025" y="2638425"/>
                </a:lnTo>
                <a:lnTo>
                  <a:pt x="952500" y="2638425"/>
                </a:lnTo>
                <a:close/>
                <a:moveTo>
                  <a:pt x="1133475" y="2628900"/>
                </a:moveTo>
                <a:lnTo>
                  <a:pt x="1162050" y="2628900"/>
                </a:lnTo>
                <a:lnTo>
                  <a:pt x="1162050" y="2638425"/>
                </a:lnTo>
                <a:lnTo>
                  <a:pt x="1171575" y="2638425"/>
                </a:lnTo>
                <a:lnTo>
                  <a:pt x="1171575" y="2647950"/>
                </a:lnTo>
                <a:lnTo>
                  <a:pt x="1143000" y="2647950"/>
                </a:lnTo>
                <a:lnTo>
                  <a:pt x="1143000" y="2638425"/>
                </a:lnTo>
                <a:lnTo>
                  <a:pt x="1133475" y="2638425"/>
                </a:lnTo>
                <a:close/>
                <a:moveTo>
                  <a:pt x="1457325" y="2628900"/>
                </a:moveTo>
                <a:lnTo>
                  <a:pt x="1485900" y="2628900"/>
                </a:lnTo>
                <a:lnTo>
                  <a:pt x="1485900" y="2638425"/>
                </a:lnTo>
                <a:lnTo>
                  <a:pt x="1504950" y="2638425"/>
                </a:lnTo>
                <a:lnTo>
                  <a:pt x="1504950" y="2657475"/>
                </a:lnTo>
                <a:lnTo>
                  <a:pt x="1476375" y="2657475"/>
                </a:lnTo>
                <a:lnTo>
                  <a:pt x="1476375" y="2667000"/>
                </a:lnTo>
                <a:lnTo>
                  <a:pt x="1466850" y="2667000"/>
                </a:lnTo>
                <a:lnTo>
                  <a:pt x="1466850" y="2647950"/>
                </a:lnTo>
                <a:lnTo>
                  <a:pt x="1447800" y="2647950"/>
                </a:lnTo>
                <a:lnTo>
                  <a:pt x="1447800" y="2638425"/>
                </a:lnTo>
                <a:lnTo>
                  <a:pt x="1457325" y="2638425"/>
                </a:lnTo>
                <a:close/>
                <a:moveTo>
                  <a:pt x="1543050" y="2628900"/>
                </a:moveTo>
                <a:lnTo>
                  <a:pt x="1609725" y="2628900"/>
                </a:lnTo>
                <a:lnTo>
                  <a:pt x="1609725" y="2638425"/>
                </a:lnTo>
                <a:lnTo>
                  <a:pt x="1619250" y="2638425"/>
                </a:lnTo>
                <a:lnTo>
                  <a:pt x="1619250" y="2647950"/>
                </a:lnTo>
                <a:lnTo>
                  <a:pt x="1638300" y="2647950"/>
                </a:lnTo>
                <a:lnTo>
                  <a:pt x="1638300" y="2657475"/>
                </a:lnTo>
                <a:lnTo>
                  <a:pt x="1609725" y="2657475"/>
                </a:lnTo>
                <a:lnTo>
                  <a:pt x="1609725" y="2647950"/>
                </a:lnTo>
                <a:lnTo>
                  <a:pt x="1562100" y="2647950"/>
                </a:lnTo>
                <a:lnTo>
                  <a:pt x="1562100" y="2657475"/>
                </a:lnTo>
                <a:lnTo>
                  <a:pt x="1552575" y="2657475"/>
                </a:lnTo>
                <a:lnTo>
                  <a:pt x="1552575" y="2647950"/>
                </a:lnTo>
                <a:lnTo>
                  <a:pt x="1543050" y="2647950"/>
                </a:lnTo>
                <a:lnTo>
                  <a:pt x="1543050" y="2657475"/>
                </a:lnTo>
                <a:lnTo>
                  <a:pt x="1533525" y="2657475"/>
                </a:lnTo>
                <a:lnTo>
                  <a:pt x="1533525" y="2638425"/>
                </a:lnTo>
                <a:lnTo>
                  <a:pt x="1543050" y="2638425"/>
                </a:lnTo>
                <a:close/>
                <a:moveTo>
                  <a:pt x="266700" y="2638425"/>
                </a:moveTo>
                <a:lnTo>
                  <a:pt x="276225" y="2638425"/>
                </a:lnTo>
                <a:lnTo>
                  <a:pt x="276225" y="2647950"/>
                </a:lnTo>
                <a:lnTo>
                  <a:pt x="266700" y="2647950"/>
                </a:lnTo>
                <a:close/>
                <a:moveTo>
                  <a:pt x="790575" y="2638425"/>
                </a:moveTo>
                <a:lnTo>
                  <a:pt x="819150" y="2638425"/>
                </a:lnTo>
                <a:lnTo>
                  <a:pt x="819150" y="2647950"/>
                </a:lnTo>
                <a:lnTo>
                  <a:pt x="800100" y="2647950"/>
                </a:lnTo>
                <a:lnTo>
                  <a:pt x="800100" y="2657475"/>
                </a:lnTo>
                <a:lnTo>
                  <a:pt x="790575" y="2657475"/>
                </a:lnTo>
                <a:close/>
                <a:moveTo>
                  <a:pt x="828675" y="2638425"/>
                </a:moveTo>
                <a:lnTo>
                  <a:pt x="838200" y="2638425"/>
                </a:lnTo>
                <a:lnTo>
                  <a:pt x="838200" y="2647950"/>
                </a:lnTo>
                <a:lnTo>
                  <a:pt x="828675" y="2647950"/>
                </a:lnTo>
                <a:close/>
                <a:moveTo>
                  <a:pt x="866775" y="2638425"/>
                </a:moveTo>
                <a:lnTo>
                  <a:pt x="876300" y="2638425"/>
                </a:lnTo>
                <a:lnTo>
                  <a:pt x="876300" y="2657475"/>
                </a:lnTo>
                <a:lnTo>
                  <a:pt x="847725" y="2657475"/>
                </a:lnTo>
                <a:lnTo>
                  <a:pt x="847725" y="2647950"/>
                </a:lnTo>
                <a:lnTo>
                  <a:pt x="866775" y="2647950"/>
                </a:lnTo>
                <a:close/>
                <a:moveTo>
                  <a:pt x="1228725" y="2638425"/>
                </a:moveTo>
                <a:lnTo>
                  <a:pt x="1247775" y="2638425"/>
                </a:lnTo>
                <a:lnTo>
                  <a:pt x="1247775" y="2647950"/>
                </a:lnTo>
                <a:lnTo>
                  <a:pt x="1257300" y="2647950"/>
                </a:lnTo>
                <a:lnTo>
                  <a:pt x="1257300" y="2638425"/>
                </a:lnTo>
                <a:lnTo>
                  <a:pt x="1304925" y="2638425"/>
                </a:lnTo>
                <a:lnTo>
                  <a:pt x="1304925" y="2647950"/>
                </a:lnTo>
                <a:lnTo>
                  <a:pt x="1323975" y="2647950"/>
                </a:lnTo>
                <a:lnTo>
                  <a:pt x="1323975" y="2657475"/>
                </a:lnTo>
                <a:lnTo>
                  <a:pt x="1285875" y="2657475"/>
                </a:lnTo>
                <a:lnTo>
                  <a:pt x="1285875" y="2667000"/>
                </a:lnTo>
                <a:lnTo>
                  <a:pt x="1266825" y="2667000"/>
                </a:lnTo>
                <a:lnTo>
                  <a:pt x="1266825" y="2657475"/>
                </a:lnTo>
                <a:lnTo>
                  <a:pt x="1238250" y="2657475"/>
                </a:lnTo>
                <a:lnTo>
                  <a:pt x="1238250" y="2647950"/>
                </a:lnTo>
                <a:lnTo>
                  <a:pt x="1228725" y="2647950"/>
                </a:lnTo>
                <a:close/>
                <a:moveTo>
                  <a:pt x="1695450" y="2638425"/>
                </a:moveTo>
                <a:lnTo>
                  <a:pt x="1704975" y="2638425"/>
                </a:lnTo>
                <a:lnTo>
                  <a:pt x="1704975" y="2647950"/>
                </a:lnTo>
                <a:lnTo>
                  <a:pt x="1695450" y="2647950"/>
                </a:lnTo>
                <a:close/>
                <a:moveTo>
                  <a:pt x="733425" y="2647950"/>
                </a:moveTo>
                <a:lnTo>
                  <a:pt x="752475" y="2647950"/>
                </a:lnTo>
                <a:lnTo>
                  <a:pt x="752475" y="2657475"/>
                </a:lnTo>
                <a:lnTo>
                  <a:pt x="733425" y="2657475"/>
                </a:lnTo>
                <a:close/>
                <a:moveTo>
                  <a:pt x="1333500" y="2647950"/>
                </a:moveTo>
                <a:lnTo>
                  <a:pt x="1362075" y="2647950"/>
                </a:lnTo>
                <a:lnTo>
                  <a:pt x="1362075" y="2657475"/>
                </a:lnTo>
                <a:lnTo>
                  <a:pt x="1333500" y="2657475"/>
                </a:lnTo>
                <a:close/>
                <a:moveTo>
                  <a:pt x="1419225" y="2647950"/>
                </a:moveTo>
                <a:lnTo>
                  <a:pt x="1447800" y="2647950"/>
                </a:lnTo>
                <a:lnTo>
                  <a:pt x="1447800" y="2657475"/>
                </a:lnTo>
                <a:lnTo>
                  <a:pt x="1419225" y="2657475"/>
                </a:lnTo>
                <a:close/>
                <a:moveTo>
                  <a:pt x="266700" y="2657475"/>
                </a:moveTo>
                <a:lnTo>
                  <a:pt x="276225" y="2657475"/>
                </a:lnTo>
                <a:lnTo>
                  <a:pt x="276225" y="2667000"/>
                </a:lnTo>
                <a:lnTo>
                  <a:pt x="266700" y="2667000"/>
                </a:lnTo>
                <a:close/>
                <a:moveTo>
                  <a:pt x="285750" y="2657475"/>
                </a:moveTo>
                <a:lnTo>
                  <a:pt x="295275" y="2657475"/>
                </a:lnTo>
                <a:lnTo>
                  <a:pt x="295275" y="2667000"/>
                </a:lnTo>
                <a:lnTo>
                  <a:pt x="285750" y="2667000"/>
                </a:lnTo>
                <a:close/>
                <a:moveTo>
                  <a:pt x="1152525" y="2657475"/>
                </a:moveTo>
                <a:lnTo>
                  <a:pt x="1171575" y="2657475"/>
                </a:lnTo>
                <a:lnTo>
                  <a:pt x="1171575" y="2667000"/>
                </a:lnTo>
                <a:lnTo>
                  <a:pt x="1152525" y="2667000"/>
                </a:lnTo>
                <a:close/>
                <a:moveTo>
                  <a:pt x="1200150" y="2657475"/>
                </a:moveTo>
                <a:lnTo>
                  <a:pt x="1238250" y="2657475"/>
                </a:lnTo>
                <a:lnTo>
                  <a:pt x="1238250" y="2667000"/>
                </a:lnTo>
                <a:lnTo>
                  <a:pt x="1200150" y="2667000"/>
                </a:lnTo>
                <a:close/>
                <a:moveTo>
                  <a:pt x="990600" y="2686050"/>
                </a:moveTo>
                <a:lnTo>
                  <a:pt x="1019175" y="2686050"/>
                </a:lnTo>
                <a:lnTo>
                  <a:pt x="1019175" y="2695575"/>
                </a:lnTo>
                <a:lnTo>
                  <a:pt x="1028700" y="2695575"/>
                </a:lnTo>
                <a:lnTo>
                  <a:pt x="1028700" y="2705100"/>
                </a:lnTo>
                <a:lnTo>
                  <a:pt x="990600" y="2705100"/>
                </a:lnTo>
                <a:close/>
                <a:moveTo>
                  <a:pt x="219075" y="2695575"/>
                </a:moveTo>
                <a:lnTo>
                  <a:pt x="266700" y="2695575"/>
                </a:lnTo>
                <a:lnTo>
                  <a:pt x="266700" y="2705100"/>
                </a:lnTo>
                <a:lnTo>
                  <a:pt x="219075" y="2705100"/>
                </a:lnTo>
                <a:close/>
                <a:moveTo>
                  <a:pt x="171450" y="2714625"/>
                </a:moveTo>
                <a:lnTo>
                  <a:pt x="190500" y="2714625"/>
                </a:lnTo>
                <a:lnTo>
                  <a:pt x="190500" y="2724150"/>
                </a:lnTo>
                <a:lnTo>
                  <a:pt x="180975" y="2724150"/>
                </a:lnTo>
                <a:lnTo>
                  <a:pt x="180975" y="2733675"/>
                </a:lnTo>
                <a:lnTo>
                  <a:pt x="171450" y="2733675"/>
                </a:lnTo>
                <a:close/>
                <a:moveTo>
                  <a:pt x="219075" y="2762250"/>
                </a:moveTo>
                <a:lnTo>
                  <a:pt x="247650" y="2762250"/>
                </a:lnTo>
                <a:lnTo>
                  <a:pt x="247650" y="2771775"/>
                </a:lnTo>
                <a:lnTo>
                  <a:pt x="257175" y="2771775"/>
                </a:lnTo>
                <a:lnTo>
                  <a:pt x="257175" y="2781300"/>
                </a:lnTo>
                <a:lnTo>
                  <a:pt x="228600" y="2781300"/>
                </a:lnTo>
                <a:lnTo>
                  <a:pt x="228600" y="2790825"/>
                </a:lnTo>
                <a:lnTo>
                  <a:pt x="219075" y="2790825"/>
                </a:lnTo>
                <a:lnTo>
                  <a:pt x="219075" y="2800350"/>
                </a:lnTo>
                <a:lnTo>
                  <a:pt x="209550" y="2800350"/>
                </a:lnTo>
                <a:lnTo>
                  <a:pt x="209550" y="2790825"/>
                </a:lnTo>
                <a:lnTo>
                  <a:pt x="200025" y="2790825"/>
                </a:lnTo>
                <a:lnTo>
                  <a:pt x="200025" y="2800350"/>
                </a:lnTo>
                <a:lnTo>
                  <a:pt x="190500" y="2800350"/>
                </a:lnTo>
                <a:lnTo>
                  <a:pt x="190500" y="2781300"/>
                </a:lnTo>
                <a:lnTo>
                  <a:pt x="180975" y="2781300"/>
                </a:lnTo>
                <a:lnTo>
                  <a:pt x="180975" y="2771775"/>
                </a:lnTo>
                <a:lnTo>
                  <a:pt x="200025" y="2771775"/>
                </a:lnTo>
                <a:lnTo>
                  <a:pt x="200025" y="2781300"/>
                </a:lnTo>
                <a:lnTo>
                  <a:pt x="209550" y="2781300"/>
                </a:lnTo>
                <a:lnTo>
                  <a:pt x="209550" y="2771775"/>
                </a:lnTo>
                <a:lnTo>
                  <a:pt x="219075" y="2771775"/>
                </a:lnTo>
                <a:close/>
                <a:moveTo>
                  <a:pt x="1543050" y="2781300"/>
                </a:moveTo>
                <a:lnTo>
                  <a:pt x="1571625" y="2781300"/>
                </a:lnTo>
                <a:lnTo>
                  <a:pt x="1571625" y="2790825"/>
                </a:lnTo>
                <a:lnTo>
                  <a:pt x="1543050" y="2790825"/>
                </a:lnTo>
                <a:close/>
                <a:moveTo>
                  <a:pt x="1590675" y="2781300"/>
                </a:moveTo>
                <a:lnTo>
                  <a:pt x="1600200" y="2781300"/>
                </a:lnTo>
                <a:lnTo>
                  <a:pt x="1600200" y="2790825"/>
                </a:lnTo>
                <a:lnTo>
                  <a:pt x="1590675" y="2790825"/>
                </a:lnTo>
                <a:close/>
                <a:moveTo>
                  <a:pt x="409575" y="2790825"/>
                </a:moveTo>
                <a:lnTo>
                  <a:pt x="419100" y="2790825"/>
                </a:lnTo>
                <a:lnTo>
                  <a:pt x="419100" y="2800350"/>
                </a:lnTo>
                <a:lnTo>
                  <a:pt x="438150" y="2800350"/>
                </a:lnTo>
                <a:lnTo>
                  <a:pt x="438150" y="2809875"/>
                </a:lnTo>
                <a:lnTo>
                  <a:pt x="419100" y="2809875"/>
                </a:lnTo>
                <a:lnTo>
                  <a:pt x="419100" y="2819400"/>
                </a:lnTo>
                <a:lnTo>
                  <a:pt x="409575" y="2819400"/>
                </a:lnTo>
                <a:close/>
                <a:moveTo>
                  <a:pt x="295275" y="2800350"/>
                </a:moveTo>
                <a:lnTo>
                  <a:pt x="304800" y="2800350"/>
                </a:lnTo>
                <a:lnTo>
                  <a:pt x="304800" y="2809875"/>
                </a:lnTo>
                <a:lnTo>
                  <a:pt x="323850" y="2809875"/>
                </a:lnTo>
                <a:lnTo>
                  <a:pt x="323850" y="2819400"/>
                </a:lnTo>
                <a:lnTo>
                  <a:pt x="285750" y="2819400"/>
                </a:lnTo>
                <a:lnTo>
                  <a:pt x="285750" y="2809875"/>
                </a:lnTo>
                <a:lnTo>
                  <a:pt x="295275" y="2809875"/>
                </a:lnTo>
                <a:close/>
                <a:moveTo>
                  <a:pt x="390525" y="2800350"/>
                </a:moveTo>
                <a:lnTo>
                  <a:pt x="400050" y="2800350"/>
                </a:lnTo>
                <a:lnTo>
                  <a:pt x="400050" y="2809875"/>
                </a:lnTo>
                <a:lnTo>
                  <a:pt x="390525" y="2809875"/>
                </a:lnTo>
                <a:close/>
                <a:moveTo>
                  <a:pt x="600075" y="2800350"/>
                </a:moveTo>
                <a:lnTo>
                  <a:pt x="609600" y="2800350"/>
                </a:lnTo>
                <a:lnTo>
                  <a:pt x="609600" y="2809875"/>
                </a:lnTo>
                <a:lnTo>
                  <a:pt x="600075" y="2809875"/>
                </a:lnTo>
                <a:close/>
                <a:moveTo>
                  <a:pt x="733425" y="2800350"/>
                </a:moveTo>
                <a:lnTo>
                  <a:pt x="771525" y="2800350"/>
                </a:lnTo>
                <a:lnTo>
                  <a:pt x="771525" y="2809875"/>
                </a:lnTo>
                <a:lnTo>
                  <a:pt x="762000" y="2809875"/>
                </a:lnTo>
                <a:lnTo>
                  <a:pt x="762000" y="2819400"/>
                </a:lnTo>
                <a:lnTo>
                  <a:pt x="742950" y="2819400"/>
                </a:lnTo>
                <a:lnTo>
                  <a:pt x="742950" y="2809875"/>
                </a:lnTo>
                <a:lnTo>
                  <a:pt x="733425" y="2809875"/>
                </a:lnTo>
                <a:close/>
                <a:moveTo>
                  <a:pt x="590550" y="2809875"/>
                </a:moveTo>
                <a:lnTo>
                  <a:pt x="600075" y="2809875"/>
                </a:lnTo>
                <a:lnTo>
                  <a:pt x="600075" y="2819400"/>
                </a:lnTo>
                <a:lnTo>
                  <a:pt x="590550" y="2819400"/>
                </a:lnTo>
                <a:close/>
                <a:moveTo>
                  <a:pt x="857250" y="2809875"/>
                </a:moveTo>
                <a:lnTo>
                  <a:pt x="866775" y="2809875"/>
                </a:lnTo>
                <a:lnTo>
                  <a:pt x="866775" y="2828925"/>
                </a:lnTo>
                <a:lnTo>
                  <a:pt x="857250" y="2828925"/>
                </a:lnTo>
                <a:close/>
                <a:moveTo>
                  <a:pt x="123825" y="2828925"/>
                </a:moveTo>
                <a:lnTo>
                  <a:pt x="133350" y="2828925"/>
                </a:lnTo>
                <a:lnTo>
                  <a:pt x="133350" y="2838450"/>
                </a:lnTo>
                <a:lnTo>
                  <a:pt x="142875" y="2838450"/>
                </a:lnTo>
                <a:lnTo>
                  <a:pt x="142875" y="2857500"/>
                </a:lnTo>
                <a:lnTo>
                  <a:pt x="161925" y="2857500"/>
                </a:lnTo>
                <a:lnTo>
                  <a:pt x="161925" y="2895600"/>
                </a:lnTo>
                <a:lnTo>
                  <a:pt x="180975" y="2895600"/>
                </a:lnTo>
                <a:lnTo>
                  <a:pt x="180975" y="2905125"/>
                </a:lnTo>
                <a:lnTo>
                  <a:pt x="200025" y="2905125"/>
                </a:lnTo>
                <a:lnTo>
                  <a:pt x="200025" y="2886075"/>
                </a:lnTo>
                <a:lnTo>
                  <a:pt x="209550" y="2886075"/>
                </a:lnTo>
                <a:lnTo>
                  <a:pt x="209550" y="2895600"/>
                </a:lnTo>
                <a:lnTo>
                  <a:pt x="219075" y="2895600"/>
                </a:lnTo>
                <a:lnTo>
                  <a:pt x="219075" y="2876550"/>
                </a:lnTo>
                <a:lnTo>
                  <a:pt x="228600" y="2876550"/>
                </a:lnTo>
                <a:lnTo>
                  <a:pt x="228600" y="2886075"/>
                </a:lnTo>
                <a:lnTo>
                  <a:pt x="238125" y="2886075"/>
                </a:lnTo>
                <a:lnTo>
                  <a:pt x="238125" y="2895600"/>
                </a:lnTo>
                <a:lnTo>
                  <a:pt x="228600" y="2895600"/>
                </a:lnTo>
                <a:lnTo>
                  <a:pt x="228600" y="2905125"/>
                </a:lnTo>
                <a:lnTo>
                  <a:pt x="200025" y="2905125"/>
                </a:lnTo>
                <a:lnTo>
                  <a:pt x="200025" y="2924175"/>
                </a:lnTo>
                <a:lnTo>
                  <a:pt x="180975" y="2924175"/>
                </a:lnTo>
                <a:lnTo>
                  <a:pt x="180975" y="2933700"/>
                </a:lnTo>
                <a:lnTo>
                  <a:pt x="171450" y="2933700"/>
                </a:lnTo>
                <a:lnTo>
                  <a:pt x="171450" y="2943225"/>
                </a:lnTo>
                <a:lnTo>
                  <a:pt x="161925" y="2943225"/>
                </a:lnTo>
                <a:lnTo>
                  <a:pt x="161925" y="2905125"/>
                </a:lnTo>
                <a:lnTo>
                  <a:pt x="142875" y="2905125"/>
                </a:lnTo>
                <a:lnTo>
                  <a:pt x="142875" y="2886075"/>
                </a:lnTo>
                <a:lnTo>
                  <a:pt x="133350" y="2886075"/>
                </a:lnTo>
                <a:lnTo>
                  <a:pt x="133350" y="2867025"/>
                </a:lnTo>
                <a:lnTo>
                  <a:pt x="123825" y="2867025"/>
                </a:lnTo>
                <a:lnTo>
                  <a:pt x="123825" y="2876550"/>
                </a:lnTo>
                <a:lnTo>
                  <a:pt x="114300" y="2876550"/>
                </a:lnTo>
                <a:lnTo>
                  <a:pt x="114300" y="2857500"/>
                </a:lnTo>
                <a:lnTo>
                  <a:pt x="123825" y="2857500"/>
                </a:lnTo>
                <a:lnTo>
                  <a:pt x="123825" y="2847975"/>
                </a:lnTo>
                <a:lnTo>
                  <a:pt x="114300" y="2847975"/>
                </a:lnTo>
                <a:lnTo>
                  <a:pt x="114300" y="2838450"/>
                </a:lnTo>
                <a:lnTo>
                  <a:pt x="123825" y="2838450"/>
                </a:lnTo>
                <a:close/>
                <a:moveTo>
                  <a:pt x="161925" y="2828925"/>
                </a:moveTo>
                <a:lnTo>
                  <a:pt x="200025" y="2828925"/>
                </a:lnTo>
                <a:lnTo>
                  <a:pt x="200025" y="2838450"/>
                </a:lnTo>
                <a:lnTo>
                  <a:pt x="190500" y="2838450"/>
                </a:lnTo>
                <a:lnTo>
                  <a:pt x="190500" y="2847975"/>
                </a:lnTo>
                <a:lnTo>
                  <a:pt x="161925" y="2847975"/>
                </a:lnTo>
                <a:close/>
                <a:moveTo>
                  <a:pt x="885825" y="2828925"/>
                </a:moveTo>
                <a:lnTo>
                  <a:pt x="895350" y="2828925"/>
                </a:lnTo>
                <a:lnTo>
                  <a:pt x="895350" y="2838450"/>
                </a:lnTo>
                <a:lnTo>
                  <a:pt x="885825" y="2838450"/>
                </a:lnTo>
                <a:close/>
                <a:moveTo>
                  <a:pt x="838200" y="2847975"/>
                </a:moveTo>
                <a:lnTo>
                  <a:pt x="847725" y="2847975"/>
                </a:lnTo>
                <a:lnTo>
                  <a:pt x="847725" y="2857500"/>
                </a:lnTo>
                <a:lnTo>
                  <a:pt x="838200" y="2857500"/>
                </a:lnTo>
                <a:close/>
                <a:moveTo>
                  <a:pt x="628650" y="2886075"/>
                </a:moveTo>
                <a:lnTo>
                  <a:pt x="647700" y="2886075"/>
                </a:lnTo>
                <a:lnTo>
                  <a:pt x="647700" y="2895600"/>
                </a:lnTo>
                <a:lnTo>
                  <a:pt x="628650" y="2895600"/>
                </a:lnTo>
                <a:close/>
                <a:moveTo>
                  <a:pt x="1609725" y="2886075"/>
                </a:moveTo>
                <a:lnTo>
                  <a:pt x="1619250" y="2886075"/>
                </a:lnTo>
                <a:lnTo>
                  <a:pt x="1619250" y="2895600"/>
                </a:lnTo>
                <a:lnTo>
                  <a:pt x="1628775" y="2895600"/>
                </a:lnTo>
                <a:lnTo>
                  <a:pt x="1628775" y="2886075"/>
                </a:lnTo>
                <a:lnTo>
                  <a:pt x="1638300" y="2886075"/>
                </a:lnTo>
                <a:lnTo>
                  <a:pt x="1638300" y="2895600"/>
                </a:lnTo>
                <a:lnTo>
                  <a:pt x="1676400" y="2895600"/>
                </a:lnTo>
                <a:lnTo>
                  <a:pt x="1676400" y="2914650"/>
                </a:lnTo>
                <a:lnTo>
                  <a:pt x="1685925" y="2914650"/>
                </a:lnTo>
                <a:lnTo>
                  <a:pt x="1685925" y="2924175"/>
                </a:lnTo>
                <a:lnTo>
                  <a:pt x="1657350" y="2924175"/>
                </a:lnTo>
                <a:lnTo>
                  <a:pt x="1657350" y="2905125"/>
                </a:lnTo>
                <a:lnTo>
                  <a:pt x="1638300" y="2905125"/>
                </a:lnTo>
                <a:lnTo>
                  <a:pt x="1638300" y="2914650"/>
                </a:lnTo>
                <a:lnTo>
                  <a:pt x="1628775" y="2914650"/>
                </a:lnTo>
                <a:lnTo>
                  <a:pt x="1628775" y="2924175"/>
                </a:lnTo>
                <a:lnTo>
                  <a:pt x="1647825" y="2924175"/>
                </a:lnTo>
                <a:lnTo>
                  <a:pt x="1647825" y="2952750"/>
                </a:lnTo>
                <a:lnTo>
                  <a:pt x="1638300" y="2952750"/>
                </a:lnTo>
                <a:lnTo>
                  <a:pt x="1638300" y="2962275"/>
                </a:lnTo>
                <a:lnTo>
                  <a:pt x="1571625" y="2962275"/>
                </a:lnTo>
                <a:lnTo>
                  <a:pt x="1571625" y="2981325"/>
                </a:lnTo>
                <a:lnTo>
                  <a:pt x="1581150" y="2981325"/>
                </a:lnTo>
                <a:lnTo>
                  <a:pt x="1581150" y="2990850"/>
                </a:lnTo>
                <a:lnTo>
                  <a:pt x="1552575" y="2990850"/>
                </a:lnTo>
                <a:lnTo>
                  <a:pt x="1552575" y="2971800"/>
                </a:lnTo>
                <a:lnTo>
                  <a:pt x="1543050" y="2971800"/>
                </a:lnTo>
                <a:lnTo>
                  <a:pt x="1543050" y="2962275"/>
                </a:lnTo>
                <a:lnTo>
                  <a:pt x="1552575" y="2962275"/>
                </a:lnTo>
                <a:lnTo>
                  <a:pt x="1552575" y="2943225"/>
                </a:lnTo>
                <a:lnTo>
                  <a:pt x="1533525" y="2943225"/>
                </a:lnTo>
                <a:lnTo>
                  <a:pt x="1533525" y="2962275"/>
                </a:lnTo>
                <a:lnTo>
                  <a:pt x="1524000" y="2962275"/>
                </a:lnTo>
                <a:lnTo>
                  <a:pt x="1524000" y="2971800"/>
                </a:lnTo>
                <a:lnTo>
                  <a:pt x="1504950" y="2971800"/>
                </a:lnTo>
                <a:lnTo>
                  <a:pt x="1504950" y="2981325"/>
                </a:lnTo>
                <a:lnTo>
                  <a:pt x="1495425" y="2981325"/>
                </a:lnTo>
                <a:lnTo>
                  <a:pt x="1495425" y="2962275"/>
                </a:lnTo>
                <a:lnTo>
                  <a:pt x="1504950" y="2962275"/>
                </a:lnTo>
                <a:lnTo>
                  <a:pt x="1504950" y="2933700"/>
                </a:lnTo>
                <a:lnTo>
                  <a:pt x="1571625" y="2933700"/>
                </a:lnTo>
                <a:lnTo>
                  <a:pt x="1571625" y="2924175"/>
                </a:lnTo>
                <a:lnTo>
                  <a:pt x="1581150" y="2924175"/>
                </a:lnTo>
                <a:lnTo>
                  <a:pt x="1581150" y="2914650"/>
                </a:lnTo>
                <a:lnTo>
                  <a:pt x="1600200" y="2914650"/>
                </a:lnTo>
                <a:lnTo>
                  <a:pt x="1600200" y="2895600"/>
                </a:lnTo>
                <a:lnTo>
                  <a:pt x="1609725" y="2895600"/>
                </a:lnTo>
                <a:close/>
                <a:moveTo>
                  <a:pt x="914400" y="2895600"/>
                </a:moveTo>
                <a:lnTo>
                  <a:pt x="933450" y="2895600"/>
                </a:lnTo>
                <a:lnTo>
                  <a:pt x="933450" y="2905125"/>
                </a:lnTo>
                <a:lnTo>
                  <a:pt x="914400" y="2905125"/>
                </a:lnTo>
                <a:close/>
                <a:moveTo>
                  <a:pt x="123825" y="2905125"/>
                </a:moveTo>
                <a:lnTo>
                  <a:pt x="133350" y="2905125"/>
                </a:lnTo>
                <a:lnTo>
                  <a:pt x="133350" y="2914650"/>
                </a:lnTo>
                <a:lnTo>
                  <a:pt x="142875" y="2914650"/>
                </a:lnTo>
                <a:lnTo>
                  <a:pt x="142875" y="2971800"/>
                </a:lnTo>
                <a:lnTo>
                  <a:pt x="133350" y="2971800"/>
                </a:lnTo>
                <a:lnTo>
                  <a:pt x="133350" y="2990850"/>
                </a:lnTo>
                <a:lnTo>
                  <a:pt x="123825" y="2990850"/>
                </a:lnTo>
                <a:lnTo>
                  <a:pt x="123825" y="2943225"/>
                </a:lnTo>
                <a:lnTo>
                  <a:pt x="133350" y="2943225"/>
                </a:lnTo>
                <a:lnTo>
                  <a:pt x="133350" y="2924175"/>
                </a:lnTo>
                <a:lnTo>
                  <a:pt x="123825" y="2924175"/>
                </a:lnTo>
                <a:close/>
                <a:moveTo>
                  <a:pt x="1504950" y="2914650"/>
                </a:moveTo>
                <a:lnTo>
                  <a:pt x="1543050" y="2914650"/>
                </a:lnTo>
                <a:lnTo>
                  <a:pt x="1543050" y="2924175"/>
                </a:lnTo>
                <a:lnTo>
                  <a:pt x="1504950" y="2924175"/>
                </a:lnTo>
                <a:close/>
                <a:moveTo>
                  <a:pt x="171450" y="2952750"/>
                </a:moveTo>
                <a:lnTo>
                  <a:pt x="180975" y="2952750"/>
                </a:lnTo>
                <a:lnTo>
                  <a:pt x="180975" y="2962275"/>
                </a:lnTo>
                <a:lnTo>
                  <a:pt x="171450" y="2962275"/>
                </a:lnTo>
                <a:close/>
                <a:moveTo>
                  <a:pt x="1066800" y="2971800"/>
                </a:moveTo>
                <a:lnTo>
                  <a:pt x="1076325" y="2971800"/>
                </a:lnTo>
                <a:lnTo>
                  <a:pt x="1076325" y="2981325"/>
                </a:lnTo>
                <a:lnTo>
                  <a:pt x="1066800" y="2981325"/>
                </a:lnTo>
                <a:close/>
                <a:moveTo>
                  <a:pt x="161925" y="2981325"/>
                </a:moveTo>
                <a:lnTo>
                  <a:pt x="180975" y="2981325"/>
                </a:lnTo>
                <a:lnTo>
                  <a:pt x="180975" y="2990850"/>
                </a:lnTo>
                <a:lnTo>
                  <a:pt x="161925" y="2990850"/>
                </a:lnTo>
                <a:close/>
                <a:moveTo>
                  <a:pt x="171450" y="3019425"/>
                </a:moveTo>
                <a:lnTo>
                  <a:pt x="180975" y="3019425"/>
                </a:lnTo>
                <a:lnTo>
                  <a:pt x="180975" y="3028950"/>
                </a:lnTo>
                <a:lnTo>
                  <a:pt x="190500" y="3028950"/>
                </a:lnTo>
                <a:lnTo>
                  <a:pt x="190500" y="3067050"/>
                </a:lnTo>
                <a:lnTo>
                  <a:pt x="200025" y="3067050"/>
                </a:lnTo>
                <a:lnTo>
                  <a:pt x="200025" y="3086100"/>
                </a:lnTo>
                <a:lnTo>
                  <a:pt x="209550" y="3086100"/>
                </a:lnTo>
                <a:lnTo>
                  <a:pt x="209550" y="3114675"/>
                </a:lnTo>
                <a:lnTo>
                  <a:pt x="219075" y="3114675"/>
                </a:lnTo>
                <a:lnTo>
                  <a:pt x="219075" y="3124200"/>
                </a:lnTo>
                <a:lnTo>
                  <a:pt x="209550" y="3124200"/>
                </a:lnTo>
                <a:lnTo>
                  <a:pt x="209550" y="3133725"/>
                </a:lnTo>
                <a:lnTo>
                  <a:pt x="200025" y="3133725"/>
                </a:lnTo>
                <a:lnTo>
                  <a:pt x="200025" y="3124200"/>
                </a:lnTo>
                <a:lnTo>
                  <a:pt x="161925" y="3124200"/>
                </a:lnTo>
                <a:lnTo>
                  <a:pt x="161925" y="3114675"/>
                </a:lnTo>
                <a:lnTo>
                  <a:pt x="171450" y="3114675"/>
                </a:lnTo>
                <a:close/>
                <a:moveTo>
                  <a:pt x="333375" y="3028950"/>
                </a:moveTo>
                <a:lnTo>
                  <a:pt x="352425" y="3028950"/>
                </a:lnTo>
                <a:lnTo>
                  <a:pt x="352425" y="3038475"/>
                </a:lnTo>
                <a:lnTo>
                  <a:pt x="333375" y="3038475"/>
                </a:lnTo>
                <a:close/>
                <a:moveTo>
                  <a:pt x="476250" y="3028950"/>
                </a:moveTo>
                <a:lnTo>
                  <a:pt x="485775" y="3028950"/>
                </a:lnTo>
                <a:lnTo>
                  <a:pt x="485775" y="3038475"/>
                </a:lnTo>
                <a:lnTo>
                  <a:pt x="476250" y="3038475"/>
                </a:lnTo>
                <a:close/>
                <a:moveTo>
                  <a:pt x="533400" y="3028950"/>
                </a:moveTo>
                <a:lnTo>
                  <a:pt x="542925" y="3028950"/>
                </a:lnTo>
                <a:lnTo>
                  <a:pt x="542925" y="3038475"/>
                </a:lnTo>
                <a:lnTo>
                  <a:pt x="533400" y="3038475"/>
                </a:lnTo>
                <a:close/>
                <a:moveTo>
                  <a:pt x="762000" y="3028950"/>
                </a:moveTo>
                <a:lnTo>
                  <a:pt x="781050" y="3028950"/>
                </a:lnTo>
                <a:lnTo>
                  <a:pt x="781050" y="3038475"/>
                </a:lnTo>
                <a:lnTo>
                  <a:pt x="762000" y="3038475"/>
                </a:lnTo>
                <a:close/>
                <a:moveTo>
                  <a:pt x="1076325" y="3028950"/>
                </a:moveTo>
                <a:lnTo>
                  <a:pt x="1095375" y="3028950"/>
                </a:lnTo>
                <a:lnTo>
                  <a:pt x="1095375" y="3038475"/>
                </a:lnTo>
                <a:lnTo>
                  <a:pt x="1076325" y="3038475"/>
                </a:lnTo>
                <a:close/>
                <a:moveTo>
                  <a:pt x="1104900" y="3028950"/>
                </a:moveTo>
                <a:lnTo>
                  <a:pt x="1152525" y="3028950"/>
                </a:lnTo>
                <a:lnTo>
                  <a:pt x="1152525" y="3038475"/>
                </a:lnTo>
                <a:lnTo>
                  <a:pt x="1104900" y="3038475"/>
                </a:lnTo>
                <a:close/>
                <a:moveTo>
                  <a:pt x="1266825" y="3028950"/>
                </a:moveTo>
                <a:lnTo>
                  <a:pt x="1285875" y="3028950"/>
                </a:lnTo>
                <a:lnTo>
                  <a:pt x="1285875" y="3038475"/>
                </a:lnTo>
                <a:lnTo>
                  <a:pt x="1266825" y="3038475"/>
                </a:lnTo>
                <a:close/>
                <a:moveTo>
                  <a:pt x="1362075" y="3028950"/>
                </a:moveTo>
                <a:lnTo>
                  <a:pt x="1381125" y="3028950"/>
                </a:lnTo>
                <a:lnTo>
                  <a:pt x="1381125" y="3038475"/>
                </a:lnTo>
                <a:lnTo>
                  <a:pt x="1362075" y="3038475"/>
                </a:lnTo>
                <a:close/>
                <a:moveTo>
                  <a:pt x="1638300" y="3028950"/>
                </a:moveTo>
                <a:lnTo>
                  <a:pt x="1647825" y="3028950"/>
                </a:lnTo>
                <a:lnTo>
                  <a:pt x="1647825" y="3038475"/>
                </a:lnTo>
                <a:lnTo>
                  <a:pt x="1638300" y="3038475"/>
                </a:lnTo>
                <a:close/>
                <a:moveTo>
                  <a:pt x="1352550" y="3038475"/>
                </a:moveTo>
                <a:lnTo>
                  <a:pt x="1362075" y="3038475"/>
                </a:lnTo>
                <a:lnTo>
                  <a:pt x="1362075" y="3048000"/>
                </a:lnTo>
                <a:lnTo>
                  <a:pt x="1381125" y="3048000"/>
                </a:lnTo>
                <a:lnTo>
                  <a:pt x="1381125" y="3057525"/>
                </a:lnTo>
                <a:lnTo>
                  <a:pt x="1362075" y="3057525"/>
                </a:lnTo>
                <a:lnTo>
                  <a:pt x="1362075" y="3067050"/>
                </a:lnTo>
                <a:lnTo>
                  <a:pt x="1352550" y="3067050"/>
                </a:lnTo>
                <a:lnTo>
                  <a:pt x="1352550" y="3095625"/>
                </a:lnTo>
                <a:lnTo>
                  <a:pt x="1333500" y="3095625"/>
                </a:lnTo>
                <a:lnTo>
                  <a:pt x="1333500" y="3067050"/>
                </a:lnTo>
                <a:lnTo>
                  <a:pt x="1343025" y="3067050"/>
                </a:lnTo>
                <a:lnTo>
                  <a:pt x="1343025" y="3057525"/>
                </a:lnTo>
                <a:lnTo>
                  <a:pt x="1352550" y="3057525"/>
                </a:lnTo>
                <a:close/>
                <a:moveTo>
                  <a:pt x="1524000" y="3038475"/>
                </a:moveTo>
                <a:lnTo>
                  <a:pt x="1533525" y="3038475"/>
                </a:lnTo>
                <a:lnTo>
                  <a:pt x="1533525" y="3057525"/>
                </a:lnTo>
                <a:lnTo>
                  <a:pt x="1543050" y="3057525"/>
                </a:lnTo>
                <a:lnTo>
                  <a:pt x="1543050" y="3067050"/>
                </a:lnTo>
                <a:lnTo>
                  <a:pt x="1552575" y="3067050"/>
                </a:lnTo>
                <a:lnTo>
                  <a:pt x="1552575" y="3076575"/>
                </a:lnTo>
                <a:lnTo>
                  <a:pt x="1543050" y="3076575"/>
                </a:lnTo>
                <a:lnTo>
                  <a:pt x="1543050" y="3086100"/>
                </a:lnTo>
                <a:lnTo>
                  <a:pt x="1533525" y="3086100"/>
                </a:lnTo>
                <a:lnTo>
                  <a:pt x="1533525" y="3124200"/>
                </a:lnTo>
                <a:lnTo>
                  <a:pt x="1514475" y="3124200"/>
                </a:lnTo>
                <a:lnTo>
                  <a:pt x="1514475" y="3105150"/>
                </a:lnTo>
                <a:lnTo>
                  <a:pt x="1524000" y="3105150"/>
                </a:lnTo>
                <a:close/>
                <a:moveTo>
                  <a:pt x="476250" y="3048000"/>
                </a:moveTo>
                <a:lnTo>
                  <a:pt x="504825" y="3048000"/>
                </a:lnTo>
                <a:lnTo>
                  <a:pt x="504825" y="3057525"/>
                </a:lnTo>
                <a:lnTo>
                  <a:pt x="514350" y="3057525"/>
                </a:lnTo>
                <a:lnTo>
                  <a:pt x="514350" y="3048000"/>
                </a:lnTo>
                <a:lnTo>
                  <a:pt x="533400" y="3048000"/>
                </a:lnTo>
                <a:lnTo>
                  <a:pt x="533400" y="3076575"/>
                </a:lnTo>
                <a:lnTo>
                  <a:pt x="504825" y="3076575"/>
                </a:lnTo>
                <a:lnTo>
                  <a:pt x="504825" y="3067050"/>
                </a:lnTo>
                <a:lnTo>
                  <a:pt x="495300" y="3067050"/>
                </a:lnTo>
                <a:lnTo>
                  <a:pt x="495300" y="3076575"/>
                </a:lnTo>
                <a:lnTo>
                  <a:pt x="485775" y="3076575"/>
                </a:lnTo>
                <a:lnTo>
                  <a:pt x="485775" y="3057525"/>
                </a:lnTo>
                <a:lnTo>
                  <a:pt x="476250" y="3057525"/>
                </a:lnTo>
                <a:close/>
                <a:moveTo>
                  <a:pt x="333375" y="3057525"/>
                </a:moveTo>
                <a:lnTo>
                  <a:pt x="342900" y="3057525"/>
                </a:lnTo>
                <a:lnTo>
                  <a:pt x="342900" y="3076575"/>
                </a:lnTo>
                <a:lnTo>
                  <a:pt x="304800" y="3076575"/>
                </a:lnTo>
                <a:lnTo>
                  <a:pt x="304800" y="3067050"/>
                </a:lnTo>
                <a:lnTo>
                  <a:pt x="333375" y="3067050"/>
                </a:lnTo>
                <a:close/>
                <a:moveTo>
                  <a:pt x="1228725" y="3057525"/>
                </a:moveTo>
                <a:lnTo>
                  <a:pt x="1247775" y="3057525"/>
                </a:lnTo>
                <a:lnTo>
                  <a:pt x="1247775" y="3076575"/>
                </a:lnTo>
                <a:lnTo>
                  <a:pt x="1228725" y="3076575"/>
                </a:lnTo>
                <a:close/>
                <a:moveTo>
                  <a:pt x="914400" y="3067050"/>
                </a:moveTo>
                <a:lnTo>
                  <a:pt x="942975" y="3067050"/>
                </a:lnTo>
                <a:lnTo>
                  <a:pt x="942975" y="3076575"/>
                </a:lnTo>
                <a:lnTo>
                  <a:pt x="914400" y="3076575"/>
                </a:lnTo>
                <a:close/>
                <a:moveTo>
                  <a:pt x="1609725" y="3067050"/>
                </a:moveTo>
                <a:lnTo>
                  <a:pt x="1638300" y="3067050"/>
                </a:lnTo>
                <a:lnTo>
                  <a:pt x="1638300" y="3076575"/>
                </a:lnTo>
                <a:lnTo>
                  <a:pt x="1647825" y="3076575"/>
                </a:lnTo>
                <a:lnTo>
                  <a:pt x="1647825" y="3086100"/>
                </a:lnTo>
                <a:lnTo>
                  <a:pt x="1638300" y="3086100"/>
                </a:lnTo>
                <a:lnTo>
                  <a:pt x="1638300" y="3095625"/>
                </a:lnTo>
                <a:lnTo>
                  <a:pt x="1619250" y="3095625"/>
                </a:lnTo>
                <a:lnTo>
                  <a:pt x="1619250" y="3105150"/>
                </a:lnTo>
                <a:lnTo>
                  <a:pt x="1600200" y="3105150"/>
                </a:lnTo>
                <a:lnTo>
                  <a:pt x="1600200" y="3114675"/>
                </a:lnTo>
                <a:lnTo>
                  <a:pt x="1581150" y="3114675"/>
                </a:lnTo>
                <a:lnTo>
                  <a:pt x="1581150" y="3124200"/>
                </a:lnTo>
                <a:lnTo>
                  <a:pt x="1571625" y="3124200"/>
                </a:lnTo>
                <a:lnTo>
                  <a:pt x="1571625" y="3133725"/>
                </a:lnTo>
                <a:lnTo>
                  <a:pt x="1552575" y="3133725"/>
                </a:lnTo>
                <a:lnTo>
                  <a:pt x="1552575" y="3114675"/>
                </a:lnTo>
                <a:lnTo>
                  <a:pt x="1562100" y="3114675"/>
                </a:lnTo>
                <a:lnTo>
                  <a:pt x="1562100" y="3105150"/>
                </a:lnTo>
                <a:lnTo>
                  <a:pt x="1571625" y="3105150"/>
                </a:lnTo>
                <a:lnTo>
                  <a:pt x="1571625" y="3095625"/>
                </a:lnTo>
                <a:lnTo>
                  <a:pt x="1581150" y="3095625"/>
                </a:lnTo>
                <a:lnTo>
                  <a:pt x="1581150" y="3076575"/>
                </a:lnTo>
                <a:lnTo>
                  <a:pt x="1590675" y="3076575"/>
                </a:lnTo>
                <a:lnTo>
                  <a:pt x="1590675" y="3086100"/>
                </a:lnTo>
                <a:lnTo>
                  <a:pt x="1600200" y="3086100"/>
                </a:lnTo>
                <a:lnTo>
                  <a:pt x="1600200" y="3076575"/>
                </a:lnTo>
                <a:lnTo>
                  <a:pt x="1609725" y="3076575"/>
                </a:lnTo>
                <a:close/>
                <a:moveTo>
                  <a:pt x="1695450" y="3067050"/>
                </a:moveTo>
                <a:lnTo>
                  <a:pt x="1704975" y="3067050"/>
                </a:lnTo>
                <a:lnTo>
                  <a:pt x="1704975" y="3076575"/>
                </a:lnTo>
                <a:lnTo>
                  <a:pt x="1714500" y="3076575"/>
                </a:lnTo>
                <a:lnTo>
                  <a:pt x="1714500" y="3086100"/>
                </a:lnTo>
                <a:lnTo>
                  <a:pt x="1695450" y="3086100"/>
                </a:lnTo>
                <a:close/>
                <a:moveTo>
                  <a:pt x="123825" y="3076575"/>
                </a:moveTo>
                <a:lnTo>
                  <a:pt x="133350" y="3076575"/>
                </a:lnTo>
                <a:lnTo>
                  <a:pt x="133350" y="3086100"/>
                </a:lnTo>
                <a:lnTo>
                  <a:pt x="123825" y="3086100"/>
                </a:lnTo>
                <a:close/>
                <a:moveTo>
                  <a:pt x="295275" y="3076575"/>
                </a:moveTo>
                <a:lnTo>
                  <a:pt x="304800" y="3076575"/>
                </a:lnTo>
                <a:lnTo>
                  <a:pt x="304800" y="3086100"/>
                </a:lnTo>
                <a:lnTo>
                  <a:pt x="295275" y="3086100"/>
                </a:lnTo>
                <a:close/>
                <a:moveTo>
                  <a:pt x="819150" y="3076575"/>
                </a:moveTo>
                <a:lnTo>
                  <a:pt x="838200" y="3076575"/>
                </a:lnTo>
                <a:lnTo>
                  <a:pt x="838200" y="3086100"/>
                </a:lnTo>
                <a:lnTo>
                  <a:pt x="828675" y="3086100"/>
                </a:lnTo>
                <a:lnTo>
                  <a:pt x="828675" y="3095625"/>
                </a:lnTo>
                <a:lnTo>
                  <a:pt x="819150" y="3095625"/>
                </a:lnTo>
                <a:close/>
                <a:moveTo>
                  <a:pt x="952500" y="3076575"/>
                </a:moveTo>
                <a:lnTo>
                  <a:pt x="962025" y="3076575"/>
                </a:lnTo>
                <a:lnTo>
                  <a:pt x="962025" y="3086100"/>
                </a:lnTo>
                <a:lnTo>
                  <a:pt x="952500" y="3086100"/>
                </a:lnTo>
                <a:close/>
                <a:moveTo>
                  <a:pt x="485775" y="3114675"/>
                </a:moveTo>
                <a:lnTo>
                  <a:pt x="495300" y="3114675"/>
                </a:lnTo>
                <a:lnTo>
                  <a:pt x="495300" y="3124200"/>
                </a:lnTo>
                <a:lnTo>
                  <a:pt x="485775" y="3124200"/>
                </a:lnTo>
                <a:close/>
                <a:moveTo>
                  <a:pt x="1609725" y="3114675"/>
                </a:moveTo>
                <a:lnTo>
                  <a:pt x="1638300" y="3114675"/>
                </a:lnTo>
                <a:lnTo>
                  <a:pt x="1638300" y="3124200"/>
                </a:lnTo>
                <a:lnTo>
                  <a:pt x="1609725" y="3124200"/>
                </a:lnTo>
                <a:close/>
                <a:moveTo>
                  <a:pt x="1695450" y="3114675"/>
                </a:moveTo>
                <a:lnTo>
                  <a:pt x="1704975" y="3114675"/>
                </a:lnTo>
                <a:lnTo>
                  <a:pt x="1704975" y="3133725"/>
                </a:lnTo>
                <a:lnTo>
                  <a:pt x="1695450" y="3133725"/>
                </a:lnTo>
                <a:close/>
                <a:moveTo>
                  <a:pt x="200025" y="3152775"/>
                </a:moveTo>
                <a:lnTo>
                  <a:pt x="219075" y="3152775"/>
                </a:lnTo>
                <a:lnTo>
                  <a:pt x="219075" y="3162300"/>
                </a:lnTo>
                <a:lnTo>
                  <a:pt x="228600" y="3162300"/>
                </a:lnTo>
                <a:lnTo>
                  <a:pt x="228600" y="3171825"/>
                </a:lnTo>
                <a:lnTo>
                  <a:pt x="209550" y="3171825"/>
                </a:lnTo>
                <a:lnTo>
                  <a:pt x="209550" y="3181350"/>
                </a:lnTo>
                <a:lnTo>
                  <a:pt x="190500" y="3181350"/>
                </a:lnTo>
                <a:lnTo>
                  <a:pt x="190500" y="3200400"/>
                </a:lnTo>
                <a:lnTo>
                  <a:pt x="180975" y="3200400"/>
                </a:lnTo>
                <a:lnTo>
                  <a:pt x="180975" y="3209925"/>
                </a:lnTo>
                <a:lnTo>
                  <a:pt x="171450" y="3209925"/>
                </a:lnTo>
                <a:lnTo>
                  <a:pt x="171450" y="3190875"/>
                </a:lnTo>
                <a:lnTo>
                  <a:pt x="161925" y="3190875"/>
                </a:lnTo>
                <a:lnTo>
                  <a:pt x="161925" y="3162300"/>
                </a:lnTo>
                <a:lnTo>
                  <a:pt x="200025" y="3162300"/>
                </a:lnTo>
                <a:close/>
                <a:moveTo>
                  <a:pt x="923925" y="3152775"/>
                </a:moveTo>
                <a:lnTo>
                  <a:pt x="933450" y="3152775"/>
                </a:lnTo>
                <a:lnTo>
                  <a:pt x="933450" y="3162300"/>
                </a:lnTo>
                <a:lnTo>
                  <a:pt x="923925" y="3162300"/>
                </a:lnTo>
                <a:close/>
                <a:moveTo>
                  <a:pt x="1114425" y="3152775"/>
                </a:moveTo>
                <a:lnTo>
                  <a:pt x="1123950" y="3152775"/>
                </a:lnTo>
                <a:lnTo>
                  <a:pt x="1123950" y="3162300"/>
                </a:lnTo>
                <a:lnTo>
                  <a:pt x="1152525" y="3162300"/>
                </a:lnTo>
                <a:lnTo>
                  <a:pt x="1152525" y="3152775"/>
                </a:lnTo>
                <a:lnTo>
                  <a:pt x="1190625" y="3152775"/>
                </a:lnTo>
                <a:lnTo>
                  <a:pt x="1190625" y="3162300"/>
                </a:lnTo>
                <a:lnTo>
                  <a:pt x="1171575" y="3162300"/>
                </a:lnTo>
                <a:lnTo>
                  <a:pt x="1171575" y="3171825"/>
                </a:lnTo>
                <a:lnTo>
                  <a:pt x="1162050" y="3171825"/>
                </a:lnTo>
                <a:lnTo>
                  <a:pt x="1162050" y="3181350"/>
                </a:lnTo>
                <a:lnTo>
                  <a:pt x="1114425" y="3181350"/>
                </a:lnTo>
                <a:lnTo>
                  <a:pt x="1114425" y="3171825"/>
                </a:lnTo>
                <a:lnTo>
                  <a:pt x="1104900" y="3171825"/>
                </a:lnTo>
                <a:lnTo>
                  <a:pt x="1104900" y="3181350"/>
                </a:lnTo>
                <a:lnTo>
                  <a:pt x="1095375" y="3181350"/>
                </a:lnTo>
                <a:lnTo>
                  <a:pt x="1095375" y="3171825"/>
                </a:lnTo>
                <a:lnTo>
                  <a:pt x="1085850" y="3171825"/>
                </a:lnTo>
                <a:lnTo>
                  <a:pt x="1085850" y="3190875"/>
                </a:lnTo>
                <a:lnTo>
                  <a:pt x="1076325" y="3190875"/>
                </a:lnTo>
                <a:lnTo>
                  <a:pt x="1076325" y="3181350"/>
                </a:lnTo>
                <a:lnTo>
                  <a:pt x="1057275" y="3181350"/>
                </a:lnTo>
                <a:lnTo>
                  <a:pt x="1057275" y="3171825"/>
                </a:lnTo>
                <a:lnTo>
                  <a:pt x="1019175" y="3171825"/>
                </a:lnTo>
                <a:lnTo>
                  <a:pt x="1019175" y="3162300"/>
                </a:lnTo>
                <a:lnTo>
                  <a:pt x="1114425" y="3162300"/>
                </a:lnTo>
                <a:close/>
                <a:moveTo>
                  <a:pt x="1371600" y="3152775"/>
                </a:moveTo>
                <a:lnTo>
                  <a:pt x="1381125" y="3152775"/>
                </a:lnTo>
                <a:lnTo>
                  <a:pt x="1381125" y="3162300"/>
                </a:lnTo>
                <a:lnTo>
                  <a:pt x="1371600" y="3162300"/>
                </a:lnTo>
                <a:close/>
                <a:moveTo>
                  <a:pt x="885825" y="3162300"/>
                </a:moveTo>
                <a:lnTo>
                  <a:pt x="895350" y="3162300"/>
                </a:lnTo>
                <a:lnTo>
                  <a:pt x="895350" y="3171825"/>
                </a:lnTo>
                <a:lnTo>
                  <a:pt x="885825" y="3171825"/>
                </a:lnTo>
                <a:close/>
                <a:moveTo>
                  <a:pt x="962025" y="3162300"/>
                </a:moveTo>
                <a:lnTo>
                  <a:pt x="1009650" y="3162300"/>
                </a:lnTo>
                <a:lnTo>
                  <a:pt x="1009650" y="3181350"/>
                </a:lnTo>
                <a:lnTo>
                  <a:pt x="1000125" y="3181350"/>
                </a:lnTo>
                <a:lnTo>
                  <a:pt x="1000125" y="3171825"/>
                </a:lnTo>
                <a:lnTo>
                  <a:pt x="990600" y="3171825"/>
                </a:lnTo>
                <a:lnTo>
                  <a:pt x="990600" y="3181350"/>
                </a:lnTo>
                <a:lnTo>
                  <a:pt x="981075" y="3181350"/>
                </a:lnTo>
                <a:lnTo>
                  <a:pt x="981075" y="3171825"/>
                </a:lnTo>
                <a:lnTo>
                  <a:pt x="962025" y="3171825"/>
                </a:lnTo>
                <a:close/>
                <a:moveTo>
                  <a:pt x="1190625" y="3162300"/>
                </a:moveTo>
                <a:lnTo>
                  <a:pt x="1200150" y="3162300"/>
                </a:lnTo>
                <a:lnTo>
                  <a:pt x="1200150" y="3171825"/>
                </a:lnTo>
                <a:lnTo>
                  <a:pt x="1190625" y="3171825"/>
                </a:lnTo>
                <a:close/>
                <a:moveTo>
                  <a:pt x="1266825" y="3162300"/>
                </a:moveTo>
                <a:lnTo>
                  <a:pt x="1276350" y="3162300"/>
                </a:lnTo>
                <a:lnTo>
                  <a:pt x="1276350" y="3171825"/>
                </a:lnTo>
                <a:lnTo>
                  <a:pt x="1266825" y="3171825"/>
                </a:lnTo>
                <a:close/>
                <a:moveTo>
                  <a:pt x="1524000" y="3162300"/>
                </a:moveTo>
                <a:lnTo>
                  <a:pt x="1533525" y="3162300"/>
                </a:lnTo>
                <a:lnTo>
                  <a:pt x="1533525" y="3171825"/>
                </a:lnTo>
                <a:lnTo>
                  <a:pt x="1524000" y="3171825"/>
                </a:lnTo>
                <a:close/>
                <a:moveTo>
                  <a:pt x="1695450" y="3171825"/>
                </a:moveTo>
                <a:lnTo>
                  <a:pt x="1704975" y="3171825"/>
                </a:lnTo>
                <a:lnTo>
                  <a:pt x="1704975" y="3209925"/>
                </a:lnTo>
                <a:lnTo>
                  <a:pt x="1695450" y="3209925"/>
                </a:lnTo>
                <a:lnTo>
                  <a:pt x="1695450" y="3200400"/>
                </a:lnTo>
                <a:lnTo>
                  <a:pt x="1685925" y="3200400"/>
                </a:lnTo>
                <a:lnTo>
                  <a:pt x="1685925" y="3190875"/>
                </a:lnTo>
                <a:lnTo>
                  <a:pt x="1695450" y="3190875"/>
                </a:lnTo>
                <a:close/>
                <a:moveTo>
                  <a:pt x="1009650" y="3181350"/>
                </a:moveTo>
                <a:lnTo>
                  <a:pt x="1038225" y="3181350"/>
                </a:lnTo>
                <a:lnTo>
                  <a:pt x="1038225" y="3190875"/>
                </a:lnTo>
                <a:lnTo>
                  <a:pt x="1009650" y="3190875"/>
                </a:lnTo>
                <a:close/>
                <a:moveTo>
                  <a:pt x="1285875" y="3181350"/>
                </a:moveTo>
                <a:lnTo>
                  <a:pt x="1323975" y="3181350"/>
                </a:lnTo>
                <a:lnTo>
                  <a:pt x="1323975" y="3200400"/>
                </a:lnTo>
                <a:lnTo>
                  <a:pt x="1285875" y="3200400"/>
                </a:lnTo>
                <a:lnTo>
                  <a:pt x="1285875" y="3209925"/>
                </a:lnTo>
                <a:lnTo>
                  <a:pt x="1276350" y="3209925"/>
                </a:lnTo>
                <a:lnTo>
                  <a:pt x="1276350" y="3190875"/>
                </a:lnTo>
                <a:lnTo>
                  <a:pt x="1285875" y="3190875"/>
                </a:lnTo>
                <a:close/>
                <a:moveTo>
                  <a:pt x="1524000" y="3181350"/>
                </a:moveTo>
                <a:lnTo>
                  <a:pt x="1533525" y="3181350"/>
                </a:lnTo>
                <a:lnTo>
                  <a:pt x="1533525" y="3190875"/>
                </a:lnTo>
                <a:lnTo>
                  <a:pt x="1524000" y="3190875"/>
                </a:lnTo>
                <a:close/>
                <a:moveTo>
                  <a:pt x="123825" y="3190875"/>
                </a:moveTo>
                <a:lnTo>
                  <a:pt x="133350" y="3190875"/>
                </a:lnTo>
                <a:lnTo>
                  <a:pt x="133350" y="3200400"/>
                </a:lnTo>
                <a:lnTo>
                  <a:pt x="142875" y="3200400"/>
                </a:lnTo>
                <a:lnTo>
                  <a:pt x="142875" y="3248025"/>
                </a:lnTo>
                <a:lnTo>
                  <a:pt x="133350" y="3248025"/>
                </a:lnTo>
                <a:lnTo>
                  <a:pt x="133350" y="3238500"/>
                </a:lnTo>
                <a:lnTo>
                  <a:pt x="123825" y="3238500"/>
                </a:lnTo>
                <a:close/>
                <a:moveTo>
                  <a:pt x="209550" y="3200400"/>
                </a:moveTo>
                <a:lnTo>
                  <a:pt x="228600" y="3200400"/>
                </a:lnTo>
                <a:lnTo>
                  <a:pt x="228600" y="3219450"/>
                </a:lnTo>
                <a:lnTo>
                  <a:pt x="209550" y="3219450"/>
                </a:lnTo>
                <a:close/>
                <a:moveTo>
                  <a:pt x="990600" y="3200400"/>
                </a:moveTo>
                <a:lnTo>
                  <a:pt x="1000125" y="3200400"/>
                </a:lnTo>
                <a:lnTo>
                  <a:pt x="1000125" y="3209925"/>
                </a:lnTo>
                <a:lnTo>
                  <a:pt x="1009650" y="3209925"/>
                </a:lnTo>
                <a:lnTo>
                  <a:pt x="1009650" y="3200400"/>
                </a:lnTo>
                <a:lnTo>
                  <a:pt x="1019175" y="3200400"/>
                </a:lnTo>
                <a:lnTo>
                  <a:pt x="1019175" y="3228975"/>
                </a:lnTo>
                <a:lnTo>
                  <a:pt x="1000125" y="3228975"/>
                </a:lnTo>
                <a:lnTo>
                  <a:pt x="1000125" y="3219450"/>
                </a:lnTo>
                <a:lnTo>
                  <a:pt x="990600" y="3219450"/>
                </a:lnTo>
                <a:close/>
                <a:moveTo>
                  <a:pt x="1181100" y="3200400"/>
                </a:moveTo>
                <a:lnTo>
                  <a:pt x="1190625" y="3200400"/>
                </a:lnTo>
                <a:lnTo>
                  <a:pt x="1190625" y="3219450"/>
                </a:lnTo>
                <a:lnTo>
                  <a:pt x="1181100" y="3219450"/>
                </a:lnTo>
                <a:close/>
                <a:moveTo>
                  <a:pt x="1600200" y="3200400"/>
                </a:moveTo>
                <a:lnTo>
                  <a:pt x="1676400" y="3200400"/>
                </a:lnTo>
                <a:lnTo>
                  <a:pt x="1676400" y="3209925"/>
                </a:lnTo>
                <a:lnTo>
                  <a:pt x="1685925" y="3209925"/>
                </a:lnTo>
                <a:lnTo>
                  <a:pt x="1685925" y="3219450"/>
                </a:lnTo>
                <a:lnTo>
                  <a:pt x="1676400" y="3219450"/>
                </a:lnTo>
                <a:lnTo>
                  <a:pt x="1676400" y="3228975"/>
                </a:lnTo>
                <a:lnTo>
                  <a:pt x="1638300" y="3228975"/>
                </a:lnTo>
                <a:lnTo>
                  <a:pt x="1638300" y="3219450"/>
                </a:lnTo>
                <a:lnTo>
                  <a:pt x="1628775" y="3219450"/>
                </a:lnTo>
                <a:lnTo>
                  <a:pt x="1628775" y="3238500"/>
                </a:lnTo>
                <a:lnTo>
                  <a:pt x="1619250" y="3238500"/>
                </a:lnTo>
                <a:lnTo>
                  <a:pt x="1619250" y="3219450"/>
                </a:lnTo>
                <a:lnTo>
                  <a:pt x="1609725" y="3219450"/>
                </a:lnTo>
                <a:lnTo>
                  <a:pt x="1609725" y="3209925"/>
                </a:lnTo>
                <a:lnTo>
                  <a:pt x="1600200" y="3209925"/>
                </a:lnTo>
                <a:close/>
                <a:moveTo>
                  <a:pt x="952500" y="3209925"/>
                </a:moveTo>
                <a:lnTo>
                  <a:pt x="971550" y="3209925"/>
                </a:lnTo>
                <a:lnTo>
                  <a:pt x="971550" y="3219450"/>
                </a:lnTo>
                <a:lnTo>
                  <a:pt x="952500" y="3219450"/>
                </a:lnTo>
                <a:close/>
                <a:moveTo>
                  <a:pt x="1076325" y="3209925"/>
                </a:moveTo>
                <a:lnTo>
                  <a:pt x="1104900" y="3209925"/>
                </a:lnTo>
                <a:lnTo>
                  <a:pt x="1104900" y="3228975"/>
                </a:lnTo>
                <a:lnTo>
                  <a:pt x="1076325" y="3228975"/>
                </a:lnTo>
                <a:close/>
                <a:moveTo>
                  <a:pt x="1114425" y="3209925"/>
                </a:moveTo>
                <a:lnTo>
                  <a:pt x="1143000" y="3209925"/>
                </a:lnTo>
                <a:lnTo>
                  <a:pt x="1143000" y="3219450"/>
                </a:lnTo>
                <a:lnTo>
                  <a:pt x="1114425" y="3219450"/>
                </a:lnTo>
                <a:close/>
                <a:moveTo>
                  <a:pt x="1524000" y="3209925"/>
                </a:moveTo>
                <a:lnTo>
                  <a:pt x="1533525" y="3209925"/>
                </a:lnTo>
                <a:lnTo>
                  <a:pt x="1533525" y="3228975"/>
                </a:lnTo>
                <a:lnTo>
                  <a:pt x="1524000" y="3228975"/>
                </a:lnTo>
                <a:close/>
                <a:moveTo>
                  <a:pt x="1581150" y="3209925"/>
                </a:moveTo>
                <a:lnTo>
                  <a:pt x="1590675" y="3209925"/>
                </a:lnTo>
                <a:lnTo>
                  <a:pt x="1590675" y="3238500"/>
                </a:lnTo>
                <a:lnTo>
                  <a:pt x="1581150" y="3238500"/>
                </a:lnTo>
                <a:close/>
                <a:moveTo>
                  <a:pt x="514350" y="3228975"/>
                </a:moveTo>
                <a:lnTo>
                  <a:pt x="533400" y="3228975"/>
                </a:lnTo>
                <a:lnTo>
                  <a:pt x="533400" y="3238500"/>
                </a:lnTo>
                <a:lnTo>
                  <a:pt x="514350" y="3238500"/>
                </a:lnTo>
                <a:close/>
                <a:moveTo>
                  <a:pt x="171450" y="3238500"/>
                </a:moveTo>
                <a:lnTo>
                  <a:pt x="180975" y="3238500"/>
                </a:lnTo>
                <a:lnTo>
                  <a:pt x="180975" y="3248025"/>
                </a:lnTo>
                <a:lnTo>
                  <a:pt x="171450" y="3248025"/>
                </a:lnTo>
                <a:close/>
                <a:moveTo>
                  <a:pt x="1600200" y="3238500"/>
                </a:moveTo>
                <a:lnTo>
                  <a:pt x="1619250" y="3238500"/>
                </a:lnTo>
                <a:lnTo>
                  <a:pt x="1619250" y="3248025"/>
                </a:lnTo>
                <a:lnTo>
                  <a:pt x="1600200" y="3248025"/>
                </a:lnTo>
                <a:close/>
                <a:moveTo>
                  <a:pt x="123825" y="3248025"/>
                </a:moveTo>
                <a:lnTo>
                  <a:pt x="133350" y="3248025"/>
                </a:lnTo>
                <a:lnTo>
                  <a:pt x="133350" y="3257550"/>
                </a:lnTo>
                <a:lnTo>
                  <a:pt x="123825" y="3257550"/>
                </a:lnTo>
                <a:close/>
                <a:moveTo>
                  <a:pt x="485775" y="3295650"/>
                </a:moveTo>
                <a:lnTo>
                  <a:pt x="495300" y="3295650"/>
                </a:lnTo>
                <a:lnTo>
                  <a:pt x="495300" y="3314700"/>
                </a:lnTo>
                <a:lnTo>
                  <a:pt x="485775" y="3314700"/>
                </a:lnTo>
                <a:close/>
                <a:moveTo>
                  <a:pt x="1152525" y="3295650"/>
                </a:moveTo>
                <a:lnTo>
                  <a:pt x="1247775" y="3295650"/>
                </a:lnTo>
                <a:lnTo>
                  <a:pt x="1247775" y="3305175"/>
                </a:lnTo>
                <a:lnTo>
                  <a:pt x="1257300" y="3305175"/>
                </a:lnTo>
                <a:lnTo>
                  <a:pt x="1257300" y="3295650"/>
                </a:lnTo>
                <a:lnTo>
                  <a:pt x="1285875" y="3295650"/>
                </a:lnTo>
                <a:lnTo>
                  <a:pt x="1285875" y="3305175"/>
                </a:lnTo>
                <a:lnTo>
                  <a:pt x="1276350" y="3305175"/>
                </a:lnTo>
                <a:lnTo>
                  <a:pt x="1276350" y="3324225"/>
                </a:lnTo>
                <a:lnTo>
                  <a:pt x="1219200" y="3324225"/>
                </a:lnTo>
                <a:lnTo>
                  <a:pt x="1219200" y="3333750"/>
                </a:lnTo>
                <a:lnTo>
                  <a:pt x="1209675" y="3333750"/>
                </a:lnTo>
                <a:lnTo>
                  <a:pt x="1209675" y="3324225"/>
                </a:lnTo>
                <a:lnTo>
                  <a:pt x="1190625" y="3324225"/>
                </a:lnTo>
                <a:lnTo>
                  <a:pt x="1190625" y="3333750"/>
                </a:lnTo>
                <a:lnTo>
                  <a:pt x="1200150" y="3333750"/>
                </a:lnTo>
                <a:lnTo>
                  <a:pt x="1200150" y="3362325"/>
                </a:lnTo>
                <a:lnTo>
                  <a:pt x="1181100" y="3362325"/>
                </a:lnTo>
                <a:lnTo>
                  <a:pt x="1181100" y="3390900"/>
                </a:lnTo>
                <a:lnTo>
                  <a:pt x="1171575" y="3390900"/>
                </a:lnTo>
                <a:lnTo>
                  <a:pt x="1171575" y="3400425"/>
                </a:lnTo>
                <a:lnTo>
                  <a:pt x="1181100" y="3400425"/>
                </a:lnTo>
                <a:lnTo>
                  <a:pt x="1181100" y="3419475"/>
                </a:lnTo>
                <a:lnTo>
                  <a:pt x="1162050" y="3419475"/>
                </a:lnTo>
                <a:lnTo>
                  <a:pt x="1162050" y="3390900"/>
                </a:lnTo>
                <a:lnTo>
                  <a:pt x="1152525" y="3390900"/>
                </a:lnTo>
                <a:lnTo>
                  <a:pt x="1152525" y="3381375"/>
                </a:lnTo>
                <a:lnTo>
                  <a:pt x="1143000" y="3381375"/>
                </a:lnTo>
                <a:lnTo>
                  <a:pt x="1143000" y="3362325"/>
                </a:lnTo>
                <a:lnTo>
                  <a:pt x="1162050" y="3362325"/>
                </a:lnTo>
                <a:lnTo>
                  <a:pt x="1162050" y="3352800"/>
                </a:lnTo>
                <a:lnTo>
                  <a:pt x="1171575" y="3352800"/>
                </a:lnTo>
                <a:lnTo>
                  <a:pt x="1171575" y="3333750"/>
                </a:lnTo>
                <a:lnTo>
                  <a:pt x="1181100" y="3333750"/>
                </a:lnTo>
                <a:lnTo>
                  <a:pt x="1181100" y="3324225"/>
                </a:lnTo>
                <a:lnTo>
                  <a:pt x="1171575" y="3324225"/>
                </a:lnTo>
                <a:lnTo>
                  <a:pt x="1171575" y="3314700"/>
                </a:lnTo>
                <a:lnTo>
                  <a:pt x="1162050" y="3314700"/>
                </a:lnTo>
                <a:lnTo>
                  <a:pt x="1162050" y="3324225"/>
                </a:lnTo>
                <a:lnTo>
                  <a:pt x="1152525" y="3324225"/>
                </a:lnTo>
                <a:close/>
                <a:moveTo>
                  <a:pt x="1314450" y="3295650"/>
                </a:moveTo>
                <a:lnTo>
                  <a:pt x="1333500" y="3295650"/>
                </a:lnTo>
                <a:lnTo>
                  <a:pt x="1333500" y="3305175"/>
                </a:lnTo>
                <a:lnTo>
                  <a:pt x="1343025" y="3305175"/>
                </a:lnTo>
                <a:lnTo>
                  <a:pt x="1343025" y="3314700"/>
                </a:lnTo>
                <a:lnTo>
                  <a:pt x="1362075" y="3314700"/>
                </a:lnTo>
                <a:lnTo>
                  <a:pt x="1362075" y="3343275"/>
                </a:lnTo>
                <a:lnTo>
                  <a:pt x="1333500" y="3343275"/>
                </a:lnTo>
                <a:lnTo>
                  <a:pt x="1333500" y="3371850"/>
                </a:lnTo>
                <a:lnTo>
                  <a:pt x="1314450" y="3371850"/>
                </a:lnTo>
                <a:lnTo>
                  <a:pt x="1314450" y="3409950"/>
                </a:lnTo>
                <a:lnTo>
                  <a:pt x="1323975" y="3409950"/>
                </a:lnTo>
                <a:lnTo>
                  <a:pt x="1323975" y="3429000"/>
                </a:lnTo>
                <a:lnTo>
                  <a:pt x="1314450" y="3429000"/>
                </a:lnTo>
                <a:lnTo>
                  <a:pt x="1314450" y="3419475"/>
                </a:lnTo>
                <a:lnTo>
                  <a:pt x="1304925" y="3419475"/>
                </a:lnTo>
                <a:lnTo>
                  <a:pt x="1304925" y="3400425"/>
                </a:lnTo>
                <a:lnTo>
                  <a:pt x="1295400" y="3400425"/>
                </a:lnTo>
                <a:lnTo>
                  <a:pt x="1295400" y="3390900"/>
                </a:lnTo>
                <a:lnTo>
                  <a:pt x="1304925" y="3390900"/>
                </a:lnTo>
                <a:lnTo>
                  <a:pt x="1304925" y="3362325"/>
                </a:lnTo>
                <a:lnTo>
                  <a:pt x="1295400" y="3362325"/>
                </a:lnTo>
                <a:lnTo>
                  <a:pt x="1295400" y="3333750"/>
                </a:lnTo>
                <a:lnTo>
                  <a:pt x="1304925" y="3333750"/>
                </a:lnTo>
                <a:lnTo>
                  <a:pt x="1304925" y="3324225"/>
                </a:lnTo>
                <a:lnTo>
                  <a:pt x="1295400" y="3324225"/>
                </a:lnTo>
                <a:lnTo>
                  <a:pt x="1295400" y="3314700"/>
                </a:lnTo>
                <a:lnTo>
                  <a:pt x="1304925" y="3314700"/>
                </a:lnTo>
                <a:lnTo>
                  <a:pt x="1304925" y="3305175"/>
                </a:lnTo>
                <a:lnTo>
                  <a:pt x="1314450" y="3305175"/>
                </a:lnTo>
                <a:close/>
                <a:moveTo>
                  <a:pt x="504825" y="3305175"/>
                </a:moveTo>
                <a:lnTo>
                  <a:pt x="514350" y="3305175"/>
                </a:lnTo>
                <a:lnTo>
                  <a:pt x="514350" y="3314700"/>
                </a:lnTo>
                <a:lnTo>
                  <a:pt x="504825" y="3314700"/>
                </a:lnTo>
                <a:close/>
                <a:moveTo>
                  <a:pt x="552450" y="3305175"/>
                </a:moveTo>
                <a:lnTo>
                  <a:pt x="561975" y="3305175"/>
                </a:lnTo>
                <a:lnTo>
                  <a:pt x="561975" y="3314700"/>
                </a:lnTo>
                <a:lnTo>
                  <a:pt x="581025" y="3314700"/>
                </a:lnTo>
                <a:lnTo>
                  <a:pt x="581025" y="3324225"/>
                </a:lnTo>
                <a:lnTo>
                  <a:pt x="552450" y="3324225"/>
                </a:lnTo>
                <a:close/>
                <a:moveTo>
                  <a:pt x="895350" y="3305175"/>
                </a:moveTo>
                <a:lnTo>
                  <a:pt x="914400" y="3305175"/>
                </a:lnTo>
                <a:lnTo>
                  <a:pt x="914400" y="3324225"/>
                </a:lnTo>
                <a:lnTo>
                  <a:pt x="895350" y="3324225"/>
                </a:lnTo>
                <a:close/>
                <a:moveTo>
                  <a:pt x="1485900" y="3305175"/>
                </a:moveTo>
                <a:lnTo>
                  <a:pt x="1514475" y="3305175"/>
                </a:lnTo>
                <a:lnTo>
                  <a:pt x="1514475" y="3324225"/>
                </a:lnTo>
                <a:lnTo>
                  <a:pt x="1524000" y="3324225"/>
                </a:lnTo>
                <a:lnTo>
                  <a:pt x="1524000" y="3333750"/>
                </a:lnTo>
                <a:lnTo>
                  <a:pt x="1514475" y="3333750"/>
                </a:lnTo>
                <a:lnTo>
                  <a:pt x="1514475" y="3343275"/>
                </a:lnTo>
                <a:lnTo>
                  <a:pt x="1524000" y="3343275"/>
                </a:lnTo>
                <a:lnTo>
                  <a:pt x="1524000" y="3352800"/>
                </a:lnTo>
                <a:lnTo>
                  <a:pt x="1514475" y="3352800"/>
                </a:lnTo>
                <a:lnTo>
                  <a:pt x="1514475" y="3400425"/>
                </a:lnTo>
                <a:lnTo>
                  <a:pt x="1495425" y="3400425"/>
                </a:lnTo>
                <a:lnTo>
                  <a:pt x="1495425" y="3390900"/>
                </a:lnTo>
                <a:lnTo>
                  <a:pt x="1485900" y="3390900"/>
                </a:lnTo>
                <a:lnTo>
                  <a:pt x="1485900" y="3371850"/>
                </a:lnTo>
                <a:lnTo>
                  <a:pt x="1495425" y="3371850"/>
                </a:lnTo>
                <a:lnTo>
                  <a:pt x="1495425" y="3343275"/>
                </a:lnTo>
                <a:lnTo>
                  <a:pt x="1504950" y="3343275"/>
                </a:lnTo>
                <a:lnTo>
                  <a:pt x="1504950" y="3333750"/>
                </a:lnTo>
                <a:lnTo>
                  <a:pt x="1495425" y="3333750"/>
                </a:lnTo>
                <a:lnTo>
                  <a:pt x="1495425" y="3314700"/>
                </a:lnTo>
                <a:lnTo>
                  <a:pt x="1485900" y="3314700"/>
                </a:lnTo>
                <a:close/>
                <a:moveTo>
                  <a:pt x="704850" y="3314700"/>
                </a:moveTo>
                <a:lnTo>
                  <a:pt x="733425" y="3314700"/>
                </a:lnTo>
                <a:lnTo>
                  <a:pt x="733425" y="3324225"/>
                </a:lnTo>
                <a:lnTo>
                  <a:pt x="723900" y="3324225"/>
                </a:lnTo>
                <a:lnTo>
                  <a:pt x="723900" y="3333750"/>
                </a:lnTo>
                <a:lnTo>
                  <a:pt x="704850" y="3333750"/>
                </a:lnTo>
                <a:close/>
                <a:moveTo>
                  <a:pt x="762000" y="3314700"/>
                </a:moveTo>
                <a:lnTo>
                  <a:pt x="781050" y="3314700"/>
                </a:lnTo>
                <a:lnTo>
                  <a:pt x="781050" y="3333750"/>
                </a:lnTo>
                <a:lnTo>
                  <a:pt x="771525" y="3333750"/>
                </a:lnTo>
                <a:lnTo>
                  <a:pt x="771525" y="3324225"/>
                </a:lnTo>
                <a:lnTo>
                  <a:pt x="762000" y="3324225"/>
                </a:lnTo>
                <a:close/>
                <a:moveTo>
                  <a:pt x="828675" y="3314700"/>
                </a:moveTo>
                <a:lnTo>
                  <a:pt x="857250" y="3314700"/>
                </a:lnTo>
                <a:lnTo>
                  <a:pt x="857250" y="3333750"/>
                </a:lnTo>
                <a:lnTo>
                  <a:pt x="828675" y="3333750"/>
                </a:lnTo>
                <a:close/>
                <a:moveTo>
                  <a:pt x="923925" y="3314700"/>
                </a:moveTo>
                <a:lnTo>
                  <a:pt x="952500" y="3314700"/>
                </a:lnTo>
                <a:lnTo>
                  <a:pt x="952500" y="3324225"/>
                </a:lnTo>
                <a:lnTo>
                  <a:pt x="962025" y="3324225"/>
                </a:lnTo>
                <a:lnTo>
                  <a:pt x="962025" y="3333750"/>
                </a:lnTo>
                <a:lnTo>
                  <a:pt x="942975" y="3333750"/>
                </a:lnTo>
                <a:lnTo>
                  <a:pt x="942975" y="3324225"/>
                </a:lnTo>
                <a:lnTo>
                  <a:pt x="933450" y="3324225"/>
                </a:lnTo>
                <a:lnTo>
                  <a:pt x="933450" y="3333750"/>
                </a:lnTo>
                <a:lnTo>
                  <a:pt x="923925" y="3333750"/>
                </a:lnTo>
                <a:close/>
                <a:moveTo>
                  <a:pt x="1057275" y="3314700"/>
                </a:moveTo>
                <a:lnTo>
                  <a:pt x="1066800" y="3314700"/>
                </a:lnTo>
                <a:lnTo>
                  <a:pt x="1066800" y="3324225"/>
                </a:lnTo>
                <a:lnTo>
                  <a:pt x="1057275" y="3324225"/>
                </a:lnTo>
                <a:close/>
                <a:moveTo>
                  <a:pt x="1571625" y="3314700"/>
                </a:moveTo>
                <a:lnTo>
                  <a:pt x="1581150" y="3314700"/>
                </a:lnTo>
                <a:lnTo>
                  <a:pt x="1581150" y="3333750"/>
                </a:lnTo>
                <a:lnTo>
                  <a:pt x="1562100" y="3333750"/>
                </a:lnTo>
                <a:lnTo>
                  <a:pt x="1562100" y="3324225"/>
                </a:lnTo>
                <a:lnTo>
                  <a:pt x="1571625" y="3324225"/>
                </a:lnTo>
                <a:close/>
                <a:moveTo>
                  <a:pt x="457200" y="3324225"/>
                </a:moveTo>
                <a:lnTo>
                  <a:pt x="466725" y="3324225"/>
                </a:lnTo>
                <a:lnTo>
                  <a:pt x="466725" y="3333750"/>
                </a:lnTo>
                <a:lnTo>
                  <a:pt x="476250" y="3333750"/>
                </a:lnTo>
                <a:lnTo>
                  <a:pt x="476250" y="3343275"/>
                </a:lnTo>
                <a:lnTo>
                  <a:pt x="466725" y="3343275"/>
                </a:lnTo>
                <a:lnTo>
                  <a:pt x="466725" y="3362325"/>
                </a:lnTo>
                <a:lnTo>
                  <a:pt x="457200" y="3362325"/>
                </a:lnTo>
                <a:lnTo>
                  <a:pt x="457200" y="3371850"/>
                </a:lnTo>
                <a:lnTo>
                  <a:pt x="466725" y="3371850"/>
                </a:lnTo>
                <a:lnTo>
                  <a:pt x="466725" y="3409950"/>
                </a:lnTo>
                <a:lnTo>
                  <a:pt x="476250" y="3409950"/>
                </a:lnTo>
                <a:lnTo>
                  <a:pt x="476250" y="3429000"/>
                </a:lnTo>
                <a:lnTo>
                  <a:pt x="485775" y="3429000"/>
                </a:lnTo>
                <a:lnTo>
                  <a:pt x="485775" y="3419475"/>
                </a:lnTo>
                <a:lnTo>
                  <a:pt x="514350" y="3419475"/>
                </a:lnTo>
                <a:lnTo>
                  <a:pt x="514350" y="3409950"/>
                </a:lnTo>
                <a:lnTo>
                  <a:pt x="542925" y="3409950"/>
                </a:lnTo>
                <a:lnTo>
                  <a:pt x="542925" y="3400425"/>
                </a:lnTo>
                <a:lnTo>
                  <a:pt x="552450" y="3400425"/>
                </a:lnTo>
                <a:lnTo>
                  <a:pt x="552450" y="3409950"/>
                </a:lnTo>
                <a:lnTo>
                  <a:pt x="542925" y="3409950"/>
                </a:lnTo>
                <a:lnTo>
                  <a:pt x="542925" y="3419475"/>
                </a:lnTo>
                <a:lnTo>
                  <a:pt x="523875" y="3419475"/>
                </a:lnTo>
                <a:lnTo>
                  <a:pt x="523875" y="3438525"/>
                </a:lnTo>
                <a:lnTo>
                  <a:pt x="504825" y="3438525"/>
                </a:lnTo>
                <a:lnTo>
                  <a:pt x="504825" y="3448050"/>
                </a:lnTo>
                <a:lnTo>
                  <a:pt x="495300" y="3448050"/>
                </a:lnTo>
                <a:lnTo>
                  <a:pt x="495300" y="3457575"/>
                </a:lnTo>
                <a:lnTo>
                  <a:pt x="485775" y="3457575"/>
                </a:lnTo>
                <a:lnTo>
                  <a:pt x="485775" y="3438525"/>
                </a:lnTo>
                <a:lnTo>
                  <a:pt x="466725" y="3438525"/>
                </a:lnTo>
                <a:lnTo>
                  <a:pt x="466725" y="3467100"/>
                </a:lnTo>
                <a:lnTo>
                  <a:pt x="495300" y="3467100"/>
                </a:lnTo>
                <a:lnTo>
                  <a:pt x="495300" y="3486150"/>
                </a:lnTo>
                <a:lnTo>
                  <a:pt x="504825" y="3486150"/>
                </a:lnTo>
                <a:lnTo>
                  <a:pt x="504825" y="3495675"/>
                </a:lnTo>
                <a:lnTo>
                  <a:pt x="514350" y="3495675"/>
                </a:lnTo>
                <a:lnTo>
                  <a:pt x="514350" y="3505200"/>
                </a:lnTo>
                <a:lnTo>
                  <a:pt x="581025" y="3505200"/>
                </a:lnTo>
                <a:lnTo>
                  <a:pt x="581025" y="3495675"/>
                </a:lnTo>
                <a:lnTo>
                  <a:pt x="609600" y="3495675"/>
                </a:lnTo>
                <a:lnTo>
                  <a:pt x="609600" y="3486150"/>
                </a:lnTo>
                <a:lnTo>
                  <a:pt x="628650" y="3486150"/>
                </a:lnTo>
                <a:lnTo>
                  <a:pt x="628650" y="3495675"/>
                </a:lnTo>
                <a:lnTo>
                  <a:pt x="638175" y="3495675"/>
                </a:lnTo>
                <a:lnTo>
                  <a:pt x="638175" y="3505200"/>
                </a:lnTo>
                <a:lnTo>
                  <a:pt x="628650" y="3505200"/>
                </a:lnTo>
                <a:lnTo>
                  <a:pt x="628650" y="3514725"/>
                </a:lnTo>
                <a:lnTo>
                  <a:pt x="619125" y="3514725"/>
                </a:lnTo>
                <a:lnTo>
                  <a:pt x="619125" y="3524250"/>
                </a:lnTo>
                <a:lnTo>
                  <a:pt x="590550" y="3524250"/>
                </a:lnTo>
                <a:lnTo>
                  <a:pt x="590550" y="3543300"/>
                </a:lnTo>
                <a:lnTo>
                  <a:pt x="581025" y="3543300"/>
                </a:lnTo>
                <a:lnTo>
                  <a:pt x="581025" y="3552825"/>
                </a:lnTo>
                <a:lnTo>
                  <a:pt x="571500" y="3552825"/>
                </a:lnTo>
                <a:lnTo>
                  <a:pt x="571500" y="3562350"/>
                </a:lnTo>
                <a:lnTo>
                  <a:pt x="542925" y="3562350"/>
                </a:lnTo>
                <a:lnTo>
                  <a:pt x="542925" y="3552825"/>
                </a:lnTo>
                <a:lnTo>
                  <a:pt x="504825" y="3552825"/>
                </a:lnTo>
                <a:lnTo>
                  <a:pt x="504825" y="3562350"/>
                </a:lnTo>
                <a:lnTo>
                  <a:pt x="485775" y="3562350"/>
                </a:lnTo>
                <a:lnTo>
                  <a:pt x="485775" y="3552825"/>
                </a:lnTo>
                <a:lnTo>
                  <a:pt x="476250" y="3552825"/>
                </a:lnTo>
                <a:lnTo>
                  <a:pt x="476250" y="3543300"/>
                </a:lnTo>
                <a:lnTo>
                  <a:pt x="457200" y="3543300"/>
                </a:lnTo>
                <a:lnTo>
                  <a:pt x="457200" y="3552825"/>
                </a:lnTo>
                <a:lnTo>
                  <a:pt x="447675" y="3552825"/>
                </a:lnTo>
                <a:lnTo>
                  <a:pt x="447675" y="3524250"/>
                </a:lnTo>
                <a:lnTo>
                  <a:pt x="438150" y="3524250"/>
                </a:lnTo>
                <a:lnTo>
                  <a:pt x="438150" y="3505200"/>
                </a:lnTo>
                <a:lnTo>
                  <a:pt x="428625" y="3505200"/>
                </a:lnTo>
                <a:lnTo>
                  <a:pt x="428625" y="3495675"/>
                </a:lnTo>
                <a:lnTo>
                  <a:pt x="438150" y="3495675"/>
                </a:lnTo>
                <a:lnTo>
                  <a:pt x="438150" y="3409950"/>
                </a:lnTo>
                <a:lnTo>
                  <a:pt x="428625" y="3409950"/>
                </a:lnTo>
                <a:lnTo>
                  <a:pt x="428625" y="3400425"/>
                </a:lnTo>
                <a:lnTo>
                  <a:pt x="438150" y="3400425"/>
                </a:lnTo>
                <a:lnTo>
                  <a:pt x="438150" y="3343275"/>
                </a:lnTo>
                <a:lnTo>
                  <a:pt x="447675" y="3343275"/>
                </a:lnTo>
                <a:lnTo>
                  <a:pt x="447675" y="3333750"/>
                </a:lnTo>
                <a:lnTo>
                  <a:pt x="457200" y="3333750"/>
                </a:lnTo>
                <a:close/>
                <a:moveTo>
                  <a:pt x="581025" y="3324225"/>
                </a:moveTo>
                <a:lnTo>
                  <a:pt x="647700" y="3324225"/>
                </a:lnTo>
                <a:lnTo>
                  <a:pt x="647700" y="3333750"/>
                </a:lnTo>
                <a:lnTo>
                  <a:pt x="638175" y="3333750"/>
                </a:lnTo>
                <a:lnTo>
                  <a:pt x="638175" y="3343275"/>
                </a:lnTo>
                <a:lnTo>
                  <a:pt x="619125" y="3343275"/>
                </a:lnTo>
                <a:lnTo>
                  <a:pt x="619125" y="3333750"/>
                </a:lnTo>
                <a:lnTo>
                  <a:pt x="581025" y="3333750"/>
                </a:lnTo>
                <a:close/>
                <a:moveTo>
                  <a:pt x="695325" y="3333750"/>
                </a:moveTo>
                <a:lnTo>
                  <a:pt x="704850" y="3333750"/>
                </a:lnTo>
                <a:lnTo>
                  <a:pt x="704850" y="3343275"/>
                </a:lnTo>
                <a:lnTo>
                  <a:pt x="695325" y="3343275"/>
                </a:lnTo>
                <a:close/>
                <a:moveTo>
                  <a:pt x="933450" y="3333750"/>
                </a:moveTo>
                <a:lnTo>
                  <a:pt x="942975" y="3333750"/>
                </a:lnTo>
                <a:lnTo>
                  <a:pt x="942975" y="3343275"/>
                </a:lnTo>
                <a:lnTo>
                  <a:pt x="933450" y="3343275"/>
                </a:lnTo>
                <a:close/>
                <a:moveTo>
                  <a:pt x="1581150" y="3333750"/>
                </a:moveTo>
                <a:lnTo>
                  <a:pt x="1600200" y="3333750"/>
                </a:lnTo>
                <a:lnTo>
                  <a:pt x="1600200" y="3343275"/>
                </a:lnTo>
                <a:lnTo>
                  <a:pt x="1609725" y="3343275"/>
                </a:lnTo>
                <a:lnTo>
                  <a:pt x="1609725" y="3362325"/>
                </a:lnTo>
                <a:lnTo>
                  <a:pt x="1581150" y="3362325"/>
                </a:lnTo>
                <a:lnTo>
                  <a:pt x="1581150" y="3352800"/>
                </a:lnTo>
                <a:lnTo>
                  <a:pt x="1571625" y="3352800"/>
                </a:lnTo>
                <a:lnTo>
                  <a:pt x="1571625" y="3343275"/>
                </a:lnTo>
                <a:lnTo>
                  <a:pt x="1581150" y="3343275"/>
                </a:lnTo>
                <a:close/>
                <a:moveTo>
                  <a:pt x="523875" y="3343275"/>
                </a:moveTo>
                <a:lnTo>
                  <a:pt x="542925" y="3343275"/>
                </a:lnTo>
                <a:lnTo>
                  <a:pt x="542925" y="3362325"/>
                </a:lnTo>
                <a:lnTo>
                  <a:pt x="533400" y="3362325"/>
                </a:lnTo>
                <a:lnTo>
                  <a:pt x="533400" y="3352800"/>
                </a:lnTo>
                <a:lnTo>
                  <a:pt x="523875" y="3352800"/>
                </a:lnTo>
                <a:close/>
                <a:moveTo>
                  <a:pt x="695325" y="3352800"/>
                </a:moveTo>
                <a:lnTo>
                  <a:pt x="704850" y="3352800"/>
                </a:lnTo>
                <a:lnTo>
                  <a:pt x="704850" y="3362325"/>
                </a:lnTo>
                <a:lnTo>
                  <a:pt x="714375" y="3362325"/>
                </a:lnTo>
                <a:lnTo>
                  <a:pt x="714375" y="3371850"/>
                </a:lnTo>
                <a:lnTo>
                  <a:pt x="723900" y="3371850"/>
                </a:lnTo>
                <a:lnTo>
                  <a:pt x="723900" y="3381375"/>
                </a:lnTo>
                <a:lnTo>
                  <a:pt x="695325" y="3381375"/>
                </a:lnTo>
                <a:close/>
                <a:moveTo>
                  <a:pt x="657225" y="3371850"/>
                </a:moveTo>
                <a:lnTo>
                  <a:pt x="666750" y="3371850"/>
                </a:lnTo>
                <a:lnTo>
                  <a:pt x="666750" y="3400425"/>
                </a:lnTo>
                <a:lnTo>
                  <a:pt x="657225" y="3400425"/>
                </a:lnTo>
                <a:close/>
                <a:moveTo>
                  <a:pt x="1428750" y="3390900"/>
                </a:moveTo>
                <a:lnTo>
                  <a:pt x="1438275" y="3390900"/>
                </a:lnTo>
                <a:lnTo>
                  <a:pt x="1438275" y="3409950"/>
                </a:lnTo>
                <a:lnTo>
                  <a:pt x="1428750" y="3409950"/>
                </a:lnTo>
                <a:close/>
                <a:moveTo>
                  <a:pt x="1057275" y="3400425"/>
                </a:moveTo>
                <a:lnTo>
                  <a:pt x="1076325" y="3400425"/>
                </a:lnTo>
                <a:lnTo>
                  <a:pt x="1076325" y="3409950"/>
                </a:lnTo>
                <a:lnTo>
                  <a:pt x="1085850" y="3409950"/>
                </a:lnTo>
                <a:lnTo>
                  <a:pt x="1085850" y="3429000"/>
                </a:lnTo>
                <a:lnTo>
                  <a:pt x="1076325" y="3429000"/>
                </a:lnTo>
                <a:lnTo>
                  <a:pt x="1076325" y="3419475"/>
                </a:lnTo>
                <a:lnTo>
                  <a:pt x="1057275" y="3419475"/>
                </a:lnTo>
                <a:close/>
                <a:moveTo>
                  <a:pt x="1514475" y="3400425"/>
                </a:moveTo>
                <a:lnTo>
                  <a:pt x="1524000" y="3400425"/>
                </a:lnTo>
                <a:lnTo>
                  <a:pt x="1524000" y="3409950"/>
                </a:lnTo>
                <a:lnTo>
                  <a:pt x="1514475" y="3409950"/>
                </a:lnTo>
                <a:close/>
                <a:moveTo>
                  <a:pt x="1581150" y="3400425"/>
                </a:moveTo>
                <a:lnTo>
                  <a:pt x="1590675" y="3400425"/>
                </a:lnTo>
                <a:lnTo>
                  <a:pt x="1590675" y="3409950"/>
                </a:lnTo>
                <a:lnTo>
                  <a:pt x="1600200" y="3409950"/>
                </a:lnTo>
                <a:lnTo>
                  <a:pt x="1600200" y="3429000"/>
                </a:lnTo>
                <a:lnTo>
                  <a:pt x="1619250" y="3429000"/>
                </a:lnTo>
                <a:lnTo>
                  <a:pt x="1619250" y="3448050"/>
                </a:lnTo>
                <a:lnTo>
                  <a:pt x="1628775" y="3448050"/>
                </a:lnTo>
                <a:lnTo>
                  <a:pt x="1628775" y="3476625"/>
                </a:lnTo>
                <a:lnTo>
                  <a:pt x="1609725" y="3476625"/>
                </a:lnTo>
                <a:lnTo>
                  <a:pt x="1609725" y="3438525"/>
                </a:lnTo>
                <a:lnTo>
                  <a:pt x="1600200" y="3438525"/>
                </a:lnTo>
                <a:lnTo>
                  <a:pt x="1600200" y="3448050"/>
                </a:lnTo>
                <a:lnTo>
                  <a:pt x="1590675" y="3448050"/>
                </a:lnTo>
                <a:lnTo>
                  <a:pt x="1590675" y="3438525"/>
                </a:lnTo>
                <a:lnTo>
                  <a:pt x="1571625" y="3438525"/>
                </a:lnTo>
                <a:lnTo>
                  <a:pt x="1571625" y="3419475"/>
                </a:lnTo>
                <a:lnTo>
                  <a:pt x="1552575" y="3419475"/>
                </a:lnTo>
                <a:lnTo>
                  <a:pt x="1552575" y="3429000"/>
                </a:lnTo>
                <a:lnTo>
                  <a:pt x="1543050" y="3429000"/>
                </a:lnTo>
                <a:lnTo>
                  <a:pt x="1543050" y="3438525"/>
                </a:lnTo>
                <a:lnTo>
                  <a:pt x="1524000" y="3438525"/>
                </a:lnTo>
                <a:lnTo>
                  <a:pt x="1524000" y="3409950"/>
                </a:lnTo>
                <a:lnTo>
                  <a:pt x="1581150" y="3409950"/>
                </a:lnTo>
                <a:close/>
                <a:moveTo>
                  <a:pt x="647700" y="3409950"/>
                </a:moveTo>
                <a:lnTo>
                  <a:pt x="666750" y="3409950"/>
                </a:lnTo>
                <a:lnTo>
                  <a:pt x="666750" y="3419475"/>
                </a:lnTo>
                <a:lnTo>
                  <a:pt x="647700" y="3419475"/>
                </a:lnTo>
                <a:close/>
                <a:moveTo>
                  <a:pt x="1028700" y="3409950"/>
                </a:moveTo>
                <a:lnTo>
                  <a:pt x="1038225" y="3409950"/>
                </a:lnTo>
                <a:lnTo>
                  <a:pt x="1038225" y="3429000"/>
                </a:lnTo>
                <a:lnTo>
                  <a:pt x="1028700" y="3429000"/>
                </a:lnTo>
                <a:close/>
                <a:moveTo>
                  <a:pt x="666750" y="3419475"/>
                </a:moveTo>
                <a:lnTo>
                  <a:pt x="676275" y="3419475"/>
                </a:lnTo>
                <a:lnTo>
                  <a:pt x="676275" y="3429000"/>
                </a:lnTo>
                <a:lnTo>
                  <a:pt x="666750" y="3429000"/>
                </a:lnTo>
                <a:close/>
                <a:moveTo>
                  <a:pt x="704850" y="3419475"/>
                </a:moveTo>
                <a:lnTo>
                  <a:pt x="723900" y="3419475"/>
                </a:lnTo>
                <a:lnTo>
                  <a:pt x="723900" y="3448050"/>
                </a:lnTo>
                <a:lnTo>
                  <a:pt x="704850" y="3448050"/>
                </a:lnTo>
                <a:lnTo>
                  <a:pt x="704850" y="3476625"/>
                </a:lnTo>
                <a:lnTo>
                  <a:pt x="695325" y="3476625"/>
                </a:lnTo>
                <a:lnTo>
                  <a:pt x="695325" y="3495675"/>
                </a:lnTo>
                <a:lnTo>
                  <a:pt x="685800" y="3495675"/>
                </a:lnTo>
                <a:lnTo>
                  <a:pt x="685800" y="3505200"/>
                </a:lnTo>
                <a:lnTo>
                  <a:pt x="666750" y="3505200"/>
                </a:lnTo>
                <a:lnTo>
                  <a:pt x="666750" y="3514725"/>
                </a:lnTo>
                <a:lnTo>
                  <a:pt x="676275" y="3514725"/>
                </a:lnTo>
                <a:lnTo>
                  <a:pt x="676275" y="3524250"/>
                </a:lnTo>
                <a:lnTo>
                  <a:pt x="666750" y="3524250"/>
                </a:lnTo>
                <a:lnTo>
                  <a:pt x="666750" y="3533775"/>
                </a:lnTo>
                <a:lnTo>
                  <a:pt x="657225" y="3533775"/>
                </a:lnTo>
                <a:lnTo>
                  <a:pt x="657225" y="3524250"/>
                </a:lnTo>
                <a:lnTo>
                  <a:pt x="647700" y="3524250"/>
                </a:lnTo>
                <a:lnTo>
                  <a:pt x="647700" y="3495675"/>
                </a:lnTo>
                <a:lnTo>
                  <a:pt x="666750" y="3495675"/>
                </a:lnTo>
                <a:lnTo>
                  <a:pt x="666750" y="3486150"/>
                </a:lnTo>
                <a:lnTo>
                  <a:pt x="676275" y="3486150"/>
                </a:lnTo>
                <a:lnTo>
                  <a:pt x="676275" y="3467100"/>
                </a:lnTo>
                <a:lnTo>
                  <a:pt x="685800" y="3467100"/>
                </a:lnTo>
                <a:lnTo>
                  <a:pt x="685800" y="3457575"/>
                </a:lnTo>
                <a:lnTo>
                  <a:pt x="695325" y="3457575"/>
                </a:lnTo>
                <a:lnTo>
                  <a:pt x="695325" y="3438525"/>
                </a:lnTo>
                <a:lnTo>
                  <a:pt x="676275" y="3438525"/>
                </a:lnTo>
                <a:lnTo>
                  <a:pt x="676275" y="3429000"/>
                </a:lnTo>
                <a:lnTo>
                  <a:pt x="704850" y="3429000"/>
                </a:lnTo>
                <a:close/>
                <a:moveTo>
                  <a:pt x="1123950" y="3419475"/>
                </a:moveTo>
                <a:lnTo>
                  <a:pt x="1162050" y="3419475"/>
                </a:lnTo>
                <a:lnTo>
                  <a:pt x="1162050" y="3438525"/>
                </a:lnTo>
                <a:lnTo>
                  <a:pt x="1143000" y="3438525"/>
                </a:lnTo>
                <a:lnTo>
                  <a:pt x="1143000" y="3448050"/>
                </a:lnTo>
                <a:lnTo>
                  <a:pt x="1133475" y="3448050"/>
                </a:lnTo>
                <a:lnTo>
                  <a:pt x="1133475" y="3486150"/>
                </a:lnTo>
                <a:lnTo>
                  <a:pt x="1143000" y="3486150"/>
                </a:lnTo>
                <a:lnTo>
                  <a:pt x="1143000" y="3495675"/>
                </a:lnTo>
                <a:lnTo>
                  <a:pt x="1162050" y="3495675"/>
                </a:lnTo>
                <a:lnTo>
                  <a:pt x="1162050" y="3524250"/>
                </a:lnTo>
                <a:lnTo>
                  <a:pt x="1152525" y="3524250"/>
                </a:lnTo>
                <a:lnTo>
                  <a:pt x="1152525" y="3552825"/>
                </a:lnTo>
                <a:lnTo>
                  <a:pt x="1114425" y="3552825"/>
                </a:lnTo>
                <a:lnTo>
                  <a:pt x="1114425" y="3543300"/>
                </a:lnTo>
                <a:lnTo>
                  <a:pt x="1123950" y="3543300"/>
                </a:lnTo>
                <a:lnTo>
                  <a:pt x="1123950" y="3514725"/>
                </a:lnTo>
                <a:lnTo>
                  <a:pt x="1104900" y="3514725"/>
                </a:lnTo>
                <a:lnTo>
                  <a:pt x="1104900" y="3505200"/>
                </a:lnTo>
                <a:lnTo>
                  <a:pt x="1095375" y="3505200"/>
                </a:lnTo>
                <a:lnTo>
                  <a:pt x="1095375" y="3495675"/>
                </a:lnTo>
                <a:lnTo>
                  <a:pt x="1104900" y="3495675"/>
                </a:lnTo>
                <a:lnTo>
                  <a:pt x="1104900" y="3486150"/>
                </a:lnTo>
                <a:lnTo>
                  <a:pt x="1114425" y="3486150"/>
                </a:lnTo>
                <a:lnTo>
                  <a:pt x="1114425" y="3438525"/>
                </a:lnTo>
                <a:lnTo>
                  <a:pt x="1123950" y="3438525"/>
                </a:lnTo>
                <a:close/>
                <a:moveTo>
                  <a:pt x="1323975" y="3429000"/>
                </a:moveTo>
                <a:lnTo>
                  <a:pt x="1333500" y="3429000"/>
                </a:lnTo>
                <a:lnTo>
                  <a:pt x="1333500" y="3438525"/>
                </a:lnTo>
                <a:lnTo>
                  <a:pt x="1323975" y="3438525"/>
                </a:lnTo>
                <a:close/>
                <a:moveTo>
                  <a:pt x="1162050" y="3438525"/>
                </a:moveTo>
                <a:lnTo>
                  <a:pt x="1171575" y="3438525"/>
                </a:lnTo>
                <a:lnTo>
                  <a:pt x="1171575" y="3448050"/>
                </a:lnTo>
                <a:lnTo>
                  <a:pt x="1162050" y="3448050"/>
                </a:lnTo>
                <a:close/>
                <a:moveTo>
                  <a:pt x="1333500" y="3438525"/>
                </a:moveTo>
                <a:lnTo>
                  <a:pt x="1362075" y="3438525"/>
                </a:lnTo>
                <a:lnTo>
                  <a:pt x="1362075" y="3476625"/>
                </a:lnTo>
                <a:lnTo>
                  <a:pt x="1381125" y="3476625"/>
                </a:lnTo>
                <a:lnTo>
                  <a:pt x="1381125" y="3486150"/>
                </a:lnTo>
                <a:lnTo>
                  <a:pt x="1390650" y="3486150"/>
                </a:lnTo>
                <a:lnTo>
                  <a:pt x="1390650" y="3495675"/>
                </a:lnTo>
                <a:lnTo>
                  <a:pt x="1419225" y="3495675"/>
                </a:lnTo>
                <a:lnTo>
                  <a:pt x="1419225" y="3505200"/>
                </a:lnTo>
                <a:lnTo>
                  <a:pt x="1428750" y="3505200"/>
                </a:lnTo>
                <a:lnTo>
                  <a:pt x="1428750" y="3514725"/>
                </a:lnTo>
                <a:lnTo>
                  <a:pt x="1438275" y="3514725"/>
                </a:lnTo>
                <a:lnTo>
                  <a:pt x="1438275" y="3524250"/>
                </a:lnTo>
                <a:lnTo>
                  <a:pt x="1447800" y="3524250"/>
                </a:lnTo>
                <a:lnTo>
                  <a:pt x="1447800" y="3552825"/>
                </a:lnTo>
                <a:lnTo>
                  <a:pt x="1476375" y="3552825"/>
                </a:lnTo>
                <a:lnTo>
                  <a:pt x="1476375" y="3562350"/>
                </a:lnTo>
                <a:lnTo>
                  <a:pt x="1485900" y="3562350"/>
                </a:lnTo>
                <a:lnTo>
                  <a:pt x="1485900" y="3571875"/>
                </a:lnTo>
                <a:lnTo>
                  <a:pt x="1504950" y="3571875"/>
                </a:lnTo>
                <a:lnTo>
                  <a:pt x="1504950" y="3581400"/>
                </a:lnTo>
                <a:lnTo>
                  <a:pt x="1514475" y="3581400"/>
                </a:lnTo>
                <a:lnTo>
                  <a:pt x="1514475" y="3590925"/>
                </a:lnTo>
                <a:lnTo>
                  <a:pt x="1533525" y="3590925"/>
                </a:lnTo>
                <a:lnTo>
                  <a:pt x="1533525" y="3581400"/>
                </a:lnTo>
                <a:lnTo>
                  <a:pt x="1543050" y="3581400"/>
                </a:lnTo>
                <a:lnTo>
                  <a:pt x="1543050" y="3590925"/>
                </a:lnTo>
                <a:lnTo>
                  <a:pt x="1552575" y="3590925"/>
                </a:lnTo>
                <a:lnTo>
                  <a:pt x="1552575" y="3600450"/>
                </a:lnTo>
                <a:lnTo>
                  <a:pt x="1543050" y="3600450"/>
                </a:lnTo>
                <a:lnTo>
                  <a:pt x="1543050" y="3609975"/>
                </a:lnTo>
                <a:lnTo>
                  <a:pt x="1562100" y="3609975"/>
                </a:lnTo>
                <a:lnTo>
                  <a:pt x="1562100" y="3619500"/>
                </a:lnTo>
                <a:lnTo>
                  <a:pt x="1543050" y="3619500"/>
                </a:lnTo>
                <a:lnTo>
                  <a:pt x="1543050" y="3629025"/>
                </a:lnTo>
                <a:lnTo>
                  <a:pt x="1590675" y="3629025"/>
                </a:lnTo>
                <a:lnTo>
                  <a:pt x="1590675" y="3638550"/>
                </a:lnTo>
                <a:lnTo>
                  <a:pt x="1562100" y="3638550"/>
                </a:lnTo>
                <a:lnTo>
                  <a:pt x="1562100" y="3657600"/>
                </a:lnTo>
                <a:lnTo>
                  <a:pt x="1533525" y="3657600"/>
                </a:lnTo>
                <a:lnTo>
                  <a:pt x="1533525" y="3638550"/>
                </a:lnTo>
                <a:lnTo>
                  <a:pt x="1524000" y="3638550"/>
                </a:lnTo>
                <a:lnTo>
                  <a:pt x="1524000" y="3629025"/>
                </a:lnTo>
                <a:lnTo>
                  <a:pt x="1504950" y="3629025"/>
                </a:lnTo>
                <a:lnTo>
                  <a:pt x="1504950" y="3648075"/>
                </a:lnTo>
                <a:lnTo>
                  <a:pt x="1485900" y="3648075"/>
                </a:lnTo>
                <a:lnTo>
                  <a:pt x="1485900" y="3629025"/>
                </a:lnTo>
                <a:lnTo>
                  <a:pt x="1476375" y="3629025"/>
                </a:lnTo>
                <a:lnTo>
                  <a:pt x="1476375" y="3638550"/>
                </a:lnTo>
                <a:lnTo>
                  <a:pt x="1428750" y="3638550"/>
                </a:lnTo>
                <a:lnTo>
                  <a:pt x="1428750" y="3629025"/>
                </a:lnTo>
                <a:lnTo>
                  <a:pt x="1438275" y="3629025"/>
                </a:lnTo>
                <a:lnTo>
                  <a:pt x="1438275" y="3619500"/>
                </a:lnTo>
                <a:lnTo>
                  <a:pt x="1428750" y="3619500"/>
                </a:lnTo>
                <a:lnTo>
                  <a:pt x="1428750" y="3609975"/>
                </a:lnTo>
                <a:lnTo>
                  <a:pt x="1438275" y="3609975"/>
                </a:lnTo>
                <a:lnTo>
                  <a:pt x="1438275" y="3600450"/>
                </a:lnTo>
                <a:lnTo>
                  <a:pt x="1428750" y="3600450"/>
                </a:lnTo>
                <a:lnTo>
                  <a:pt x="1428750" y="3571875"/>
                </a:lnTo>
                <a:lnTo>
                  <a:pt x="1438275" y="3571875"/>
                </a:lnTo>
                <a:lnTo>
                  <a:pt x="1438275" y="3552825"/>
                </a:lnTo>
                <a:lnTo>
                  <a:pt x="1419225" y="3552825"/>
                </a:lnTo>
                <a:lnTo>
                  <a:pt x="1419225" y="3562350"/>
                </a:lnTo>
                <a:lnTo>
                  <a:pt x="1409700" y="3562350"/>
                </a:lnTo>
                <a:lnTo>
                  <a:pt x="1409700" y="3552825"/>
                </a:lnTo>
                <a:lnTo>
                  <a:pt x="1400175" y="3552825"/>
                </a:lnTo>
                <a:lnTo>
                  <a:pt x="1400175" y="3562350"/>
                </a:lnTo>
                <a:lnTo>
                  <a:pt x="1371600" y="3562350"/>
                </a:lnTo>
                <a:lnTo>
                  <a:pt x="1371600" y="3552825"/>
                </a:lnTo>
                <a:lnTo>
                  <a:pt x="1390650" y="3552825"/>
                </a:lnTo>
                <a:lnTo>
                  <a:pt x="1390650" y="3543300"/>
                </a:lnTo>
                <a:lnTo>
                  <a:pt x="1409700" y="3543300"/>
                </a:lnTo>
                <a:lnTo>
                  <a:pt x="1409700" y="3524250"/>
                </a:lnTo>
                <a:lnTo>
                  <a:pt x="1400175" y="3524250"/>
                </a:lnTo>
                <a:lnTo>
                  <a:pt x="1400175" y="3533775"/>
                </a:lnTo>
                <a:lnTo>
                  <a:pt x="1390650" y="3533775"/>
                </a:lnTo>
                <a:lnTo>
                  <a:pt x="1390650" y="3524250"/>
                </a:lnTo>
                <a:lnTo>
                  <a:pt x="1352550" y="3524250"/>
                </a:lnTo>
                <a:lnTo>
                  <a:pt x="1352550" y="3514725"/>
                </a:lnTo>
                <a:lnTo>
                  <a:pt x="1343025" y="3514725"/>
                </a:lnTo>
                <a:lnTo>
                  <a:pt x="1343025" y="3524250"/>
                </a:lnTo>
                <a:lnTo>
                  <a:pt x="1352550" y="3524250"/>
                </a:lnTo>
                <a:lnTo>
                  <a:pt x="1352550" y="3533775"/>
                </a:lnTo>
                <a:lnTo>
                  <a:pt x="1343025" y="3533775"/>
                </a:lnTo>
                <a:lnTo>
                  <a:pt x="1343025" y="3552825"/>
                </a:lnTo>
                <a:lnTo>
                  <a:pt x="1323975" y="3552825"/>
                </a:lnTo>
                <a:lnTo>
                  <a:pt x="1323975" y="3571875"/>
                </a:lnTo>
                <a:lnTo>
                  <a:pt x="1314450" y="3571875"/>
                </a:lnTo>
                <a:lnTo>
                  <a:pt x="1314450" y="3562350"/>
                </a:lnTo>
                <a:lnTo>
                  <a:pt x="1304925" y="3562350"/>
                </a:lnTo>
                <a:lnTo>
                  <a:pt x="1304925" y="3552825"/>
                </a:lnTo>
                <a:lnTo>
                  <a:pt x="1314450" y="3552825"/>
                </a:lnTo>
                <a:lnTo>
                  <a:pt x="1314450" y="3543300"/>
                </a:lnTo>
                <a:lnTo>
                  <a:pt x="1333500" y="3543300"/>
                </a:lnTo>
                <a:lnTo>
                  <a:pt x="1333500" y="3514725"/>
                </a:lnTo>
                <a:lnTo>
                  <a:pt x="1323975" y="3514725"/>
                </a:lnTo>
                <a:lnTo>
                  <a:pt x="1323975" y="3505200"/>
                </a:lnTo>
                <a:lnTo>
                  <a:pt x="1333500" y="3505200"/>
                </a:lnTo>
                <a:lnTo>
                  <a:pt x="1333500" y="3476625"/>
                </a:lnTo>
                <a:lnTo>
                  <a:pt x="1343025" y="3476625"/>
                </a:lnTo>
                <a:lnTo>
                  <a:pt x="1343025" y="3457575"/>
                </a:lnTo>
                <a:lnTo>
                  <a:pt x="1333500" y="3457575"/>
                </a:lnTo>
                <a:close/>
                <a:moveTo>
                  <a:pt x="1685925" y="3448050"/>
                </a:moveTo>
                <a:lnTo>
                  <a:pt x="1695450" y="3448050"/>
                </a:lnTo>
                <a:lnTo>
                  <a:pt x="1695450" y="3467100"/>
                </a:lnTo>
                <a:lnTo>
                  <a:pt x="1704975" y="3467100"/>
                </a:lnTo>
                <a:lnTo>
                  <a:pt x="1704975" y="3486150"/>
                </a:lnTo>
                <a:lnTo>
                  <a:pt x="1685925" y="3486150"/>
                </a:lnTo>
                <a:lnTo>
                  <a:pt x="1685925" y="3524250"/>
                </a:lnTo>
                <a:lnTo>
                  <a:pt x="1666875" y="3524250"/>
                </a:lnTo>
                <a:lnTo>
                  <a:pt x="1666875" y="3505200"/>
                </a:lnTo>
                <a:lnTo>
                  <a:pt x="1647825" y="3505200"/>
                </a:lnTo>
                <a:lnTo>
                  <a:pt x="1647825" y="3495675"/>
                </a:lnTo>
                <a:lnTo>
                  <a:pt x="1638300" y="3495675"/>
                </a:lnTo>
                <a:lnTo>
                  <a:pt x="1638300" y="3486150"/>
                </a:lnTo>
                <a:lnTo>
                  <a:pt x="1676400" y="3486150"/>
                </a:lnTo>
                <a:lnTo>
                  <a:pt x="1676400" y="3476625"/>
                </a:lnTo>
                <a:lnTo>
                  <a:pt x="1685925" y="3476625"/>
                </a:lnTo>
                <a:close/>
                <a:moveTo>
                  <a:pt x="1200150" y="3486150"/>
                </a:moveTo>
                <a:lnTo>
                  <a:pt x="1209675" y="3486150"/>
                </a:lnTo>
                <a:lnTo>
                  <a:pt x="1209675" y="3505200"/>
                </a:lnTo>
                <a:lnTo>
                  <a:pt x="1200150" y="3505200"/>
                </a:lnTo>
                <a:close/>
                <a:moveTo>
                  <a:pt x="495300" y="3514725"/>
                </a:moveTo>
                <a:lnTo>
                  <a:pt x="504825" y="3514725"/>
                </a:lnTo>
                <a:lnTo>
                  <a:pt x="504825" y="3505200"/>
                </a:lnTo>
                <a:lnTo>
                  <a:pt x="495300" y="3505200"/>
                </a:lnTo>
                <a:close/>
                <a:moveTo>
                  <a:pt x="1190625" y="3514725"/>
                </a:moveTo>
                <a:lnTo>
                  <a:pt x="1200150" y="3514725"/>
                </a:lnTo>
                <a:lnTo>
                  <a:pt x="1200150" y="3524250"/>
                </a:lnTo>
                <a:lnTo>
                  <a:pt x="1190625" y="3524250"/>
                </a:lnTo>
                <a:close/>
                <a:moveTo>
                  <a:pt x="1285875" y="3514725"/>
                </a:moveTo>
                <a:lnTo>
                  <a:pt x="1295400" y="3514725"/>
                </a:lnTo>
                <a:lnTo>
                  <a:pt x="1295400" y="3524250"/>
                </a:lnTo>
                <a:lnTo>
                  <a:pt x="1285875" y="3524250"/>
                </a:lnTo>
                <a:close/>
                <a:moveTo>
                  <a:pt x="1304925" y="3514725"/>
                </a:moveTo>
                <a:lnTo>
                  <a:pt x="1314450" y="3514725"/>
                </a:lnTo>
                <a:lnTo>
                  <a:pt x="1314450" y="3524250"/>
                </a:lnTo>
                <a:lnTo>
                  <a:pt x="1304925" y="3524250"/>
                </a:lnTo>
                <a:close/>
                <a:moveTo>
                  <a:pt x="1209675" y="3524250"/>
                </a:moveTo>
                <a:lnTo>
                  <a:pt x="1228725" y="3524250"/>
                </a:lnTo>
                <a:lnTo>
                  <a:pt x="1228725" y="3533775"/>
                </a:lnTo>
                <a:lnTo>
                  <a:pt x="1266825" y="3533775"/>
                </a:lnTo>
                <a:lnTo>
                  <a:pt x="1266825" y="3543300"/>
                </a:lnTo>
                <a:lnTo>
                  <a:pt x="1238250" y="3543300"/>
                </a:lnTo>
                <a:lnTo>
                  <a:pt x="1238250" y="3552825"/>
                </a:lnTo>
                <a:lnTo>
                  <a:pt x="1219200" y="3552825"/>
                </a:lnTo>
                <a:lnTo>
                  <a:pt x="1219200" y="3562350"/>
                </a:lnTo>
                <a:lnTo>
                  <a:pt x="1209675" y="3562350"/>
                </a:lnTo>
                <a:lnTo>
                  <a:pt x="1209675" y="3571875"/>
                </a:lnTo>
                <a:lnTo>
                  <a:pt x="1181100" y="3571875"/>
                </a:lnTo>
                <a:lnTo>
                  <a:pt x="1181100" y="3562350"/>
                </a:lnTo>
                <a:lnTo>
                  <a:pt x="1190625" y="3562350"/>
                </a:lnTo>
                <a:lnTo>
                  <a:pt x="1190625" y="3552825"/>
                </a:lnTo>
                <a:lnTo>
                  <a:pt x="1200150" y="3552825"/>
                </a:lnTo>
                <a:lnTo>
                  <a:pt x="1200150" y="3543300"/>
                </a:lnTo>
                <a:lnTo>
                  <a:pt x="1209675" y="3543300"/>
                </a:lnTo>
                <a:close/>
                <a:moveTo>
                  <a:pt x="1133475" y="3533775"/>
                </a:moveTo>
                <a:lnTo>
                  <a:pt x="1143000" y="3533775"/>
                </a:lnTo>
                <a:lnTo>
                  <a:pt x="1143000" y="3524250"/>
                </a:lnTo>
                <a:lnTo>
                  <a:pt x="1133475" y="3524250"/>
                </a:lnTo>
                <a:close/>
                <a:moveTo>
                  <a:pt x="295275" y="3562350"/>
                </a:moveTo>
                <a:lnTo>
                  <a:pt x="304800" y="3562350"/>
                </a:lnTo>
                <a:lnTo>
                  <a:pt x="304800" y="3581400"/>
                </a:lnTo>
                <a:lnTo>
                  <a:pt x="295275" y="3581400"/>
                </a:lnTo>
                <a:close/>
                <a:moveTo>
                  <a:pt x="390525" y="3562350"/>
                </a:moveTo>
                <a:lnTo>
                  <a:pt x="428625" y="3562350"/>
                </a:lnTo>
                <a:lnTo>
                  <a:pt x="428625" y="3571875"/>
                </a:lnTo>
                <a:lnTo>
                  <a:pt x="419100" y="3571875"/>
                </a:lnTo>
                <a:lnTo>
                  <a:pt x="419100" y="3581400"/>
                </a:lnTo>
                <a:lnTo>
                  <a:pt x="428625" y="3581400"/>
                </a:lnTo>
                <a:lnTo>
                  <a:pt x="428625" y="3590925"/>
                </a:lnTo>
                <a:lnTo>
                  <a:pt x="438150" y="3590925"/>
                </a:lnTo>
                <a:lnTo>
                  <a:pt x="438150" y="3581400"/>
                </a:lnTo>
                <a:lnTo>
                  <a:pt x="476250" y="3581400"/>
                </a:lnTo>
                <a:lnTo>
                  <a:pt x="476250" y="3562350"/>
                </a:lnTo>
                <a:lnTo>
                  <a:pt x="485775" y="3562350"/>
                </a:lnTo>
                <a:lnTo>
                  <a:pt x="485775" y="3590925"/>
                </a:lnTo>
                <a:lnTo>
                  <a:pt x="504825" y="3590925"/>
                </a:lnTo>
                <a:lnTo>
                  <a:pt x="504825" y="3600450"/>
                </a:lnTo>
                <a:lnTo>
                  <a:pt x="447675" y="3600450"/>
                </a:lnTo>
                <a:lnTo>
                  <a:pt x="447675" y="3609975"/>
                </a:lnTo>
                <a:lnTo>
                  <a:pt x="428625" y="3609975"/>
                </a:lnTo>
                <a:lnTo>
                  <a:pt x="428625" y="3619500"/>
                </a:lnTo>
                <a:lnTo>
                  <a:pt x="419100" y="3619500"/>
                </a:lnTo>
                <a:lnTo>
                  <a:pt x="419100" y="3629025"/>
                </a:lnTo>
                <a:lnTo>
                  <a:pt x="428625" y="3629025"/>
                </a:lnTo>
                <a:lnTo>
                  <a:pt x="428625" y="3638550"/>
                </a:lnTo>
                <a:lnTo>
                  <a:pt x="409575" y="3638550"/>
                </a:lnTo>
                <a:lnTo>
                  <a:pt x="409575" y="3629025"/>
                </a:lnTo>
                <a:lnTo>
                  <a:pt x="400050" y="3629025"/>
                </a:lnTo>
                <a:lnTo>
                  <a:pt x="400050" y="3638550"/>
                </a:lnTo>
                <a:lnTo>
                  <a:pt x="381000" y="3638550"/>
                </a:lnTo>
                <a:lnTo>
                  <a:pt x="381000" y="3629025"/>
                </a:lnTo>
                <a:lnTo>
                  <a:pt x="352425" y="3629025"/>
                </a:lnTo>
                <a:lnTo>
                  <a:pt x="352425" y="3619500"/>
                </a:lnTo>
                <a:lnTo>
                  <a:pt x="342900" y="3619500"/>
                </a:lnTo>
                <a:lnTo>
                  <a:pt x="342900" y="3600450"/>
                </a:lnTo>
                <a:lnTo>
                  <a:pt x="361950" y="3600450"/>
                </a:lnTo>
                <a:lnTo>
                  <a:pt x="361950" y="3609975"/>
                </a:lnTo>
                <a:lnTo>
                  <a:pt x="381000" y="3609975"/>
                </a:lnTo>
                <a:lnTo>
                  <a:pt x="381000" y="3590925"/>
                </a:lnTo>
                <a:lnTo>
                  <a:pt x="390525" y="3590925"/>
                </a:lnTo>
                <a:close/>
                <a:moveTo>
                  <a:pt x="180975" y="3571875"/>
                </a:moveTo>
                <a:lnTo>
                  <a:pt x="190500" y="3571875"/>
                </a:lnTo>
                <a:lnTo>
                  <a:pt x="190500" y="3581400"/>
                </a:lnTo>
                <a:lnTo>
                  <a:pt x="180975" y="3581400"/>
                </a:lnTo>
                <a:close/>
                <a:moveTo>
                  <a:pt x="714375" y="3571875"/>
                </a:moveTo>
                <a:lnTo>
                  <a:pt x="723900" y="3571875"/>
                </a:lnTo>
                <a:lnTo>
                  <a:pt x="723900" y="3590925"/>
                </a:lnTo>
                <a:lnTo>
                  <a:pt x="704850" y="3590925"/>
                </a:lnTo>
                <a:lnTo>
                  <a:pt x="704850" y="3581400"/>
                </a:lnTo>
                <a:lnTo>
                  <a:pt x="714375" y="3581400"/>
                </a:lnTo>
                <a:close/>
                <a:moveTo>
                  <a:pt x="1000125" y="3571875"/>
                </a:moveTo>
                <a:lnTo>
                  <a:pt x="1019175" y="3571875"/>
                </a:lnTo>
                <a:lnTo>
                  <a:pt x="1019175" y="3600450"/>
                </a:lnTo>
                <a:lnTo>
                  <a:pt x="1009650" y="3600450"/>
                </a:lnTo>
                <a:lnTo>
                  <a:pt x="1009650" y="3581400"/>
                </a:lnTo>
                <a:lnTo>
                  <a:pt x="1000125" y="3581400"/>
                </a:lnTo>
                <a:close/>
                <a:moveTo>
                  <a:pt x="190500" y="3581400"/>
                </a:moveTo>
                <a:lnTo>
                  <a:pt x="200025" y="3581400"/>
                </a:lnTo>
                <a:lnTo>
                  <a:pt x="200025" y="3590925"/>
                </a:lnTo>
                <a:lnTo>
                  <a:pt x="190500" y="3590925"/>
                </a:lnTo>
                <a:close/>
                <a:moveTo>
                  <a:pt x="514350" y="3581400"/>
                </a:moveTo>
                <a:lnTo>
                  <a:pt x="523875" y="3581400"/>
                </a:lnTo>
                <a:lnTo>
                  <a:pt x="523875" y="3590925"/>
                </a:lnTo>
                <a:lnTo>
                  <a:pt x="514350" y="3590925"/>
                </a:lnTo>
                <a:close/>
                <a:moveTo>
                  <a:pt x="180975" y="3590925"/>
                </a:moveTo>
                <a:lnTo>
                  <a:pt x="190500" y="3590925"/>
                </a:lnTo>
                <a:lnTo>
                  <a:pt x="190500" y="3600450"/>
                </a:lnTo>
                <a:lnTo>
                  <a:pt x="180975" y="3600450"/>
                </a:lnTo>
                <a:close/>
                <a:moveTo>
                  <a:pt x="1247775" y="3590925"/>
                </a:moveTo>
                <a:lnTo>
                  <a:pt x="1266825" y="3590925"/>
                </a:lnTo>
                <a:lnTo>
                  <a:pt x="1266825" y="3600450"/>
                </a:lnTo>
                <a:lnTo>
                  <a:pt x="1247775" y="3600450"/>
                </a:lnTo>
                <a:close/>
                <a:moveTo>
                  <a:pt x="1019175" y="3600450"/>
                </a:moveTo>
                <a:lnTo>
                  <a:pt x="1028700" y="3600450"/>
                </a:lnTo>
                <a:lnTo>
                  <a:pt x="1028700" y="3609975"/>
                </a:lnTo>
                <a:lnTo>
                  <a:pt x="1038225" y="3609975"/>
                </a:lnTo>
                <a:lnTo>
                  <a:pt x="1038225" y="3619500"/>
                </a:lnTo>
                <a:lnTo>
                  <a:pt x="1019175" y="3619500"/>
                </a:lnTo>
                <a:close/>
                <a:moveTo>
                  <a:pt x="285750" y="3609975"/>
                </a:moveTo>
                <a:lnTo>
                  <a:pt x="314325" y="3609975"/>
                </a:lnTo>
                <a:lnTo>
                  <a:pt x="314325" y="3619500"/>
                </a:lnTo>
                <a:lnTo>
                  <a:pt x="285750" y="3619500"/>
                </a:lnTo>
                <a:close/>
                <a:moveTo>
                  <a:pt x="866775" y="3609975"/>
                </a:moveTo>
                <a:lnTo>
                  <a:pt x="895350" y="3609975"/>
                </a:lnTo>
                <a:lnTo>
                  <a:pt x="895350" y="3619500"/>
                </a:lnTo>
                <a:lnTo>
                  <a:pt x="866775" y="3619500"/>
                </a:lnTo>
                <a:close/>
                <a:moveTo>
                  <a:pt x="1047750" y="3609975"/>
                </a:moveTo>
                <a:lnTo>
                  <a:pt x="1057275" y="3609975"/>
                </a:lnTo>
                <a:lnTo>
                  <a:pt x="1057275" y="3619500"/>
                </a:lnTo>
                <a:lnTo>
                  <a:pt x="1047750" y="3619500"/>
                </a:lnTo>
                <a:close/>
                <a:moveTo>
                  <a:pt x="1447800" y="3609975"/>
                </a:moveTo>
                <a:lnTo>
                  <a:pt x="1457325" y="3609975"/>
                </a:lnTo>
                <a:lnTo>
                  <a:pt x="1457325" y="3619500"/>
                </a:lnTo>
                <a:lnTo>
                  <a:pt x="1466850" y="3619500"/>
                </a:lnTo>
                <a:lnTo>
                  <a:pt x="1466850" y="3609975"/>
                </a:lnTo>
                <a:lnTo>
                  <a:pt x="1476375" y="3609975"/>
                </a:lnTo>
                <a:lnTo>
                  <a:pt x="1476375" y="3590925"/>
                </a:lnTo>
                <a:lnTo>
                  <a:pt x="1457325" y="3590925"/>
                </a:lnTo>
                <a:lnTo>
                  <a:pt x="1457325" y="3600450"/>
                </a:lnTo>
                <a:lnTo>
                  <a:pt x="1447800" y="3600450"/>
                </a:lnTo>
                <a:close/>
                <a:moveTo>
                  <a:pt x="609600" y="3619500"/>
                </a:moveTo>
                <a:lnTo>
                  <a:pt x="619125" y="3619500"/>
                </a:lnTo>
                <a:lnTo>
                  <a:pt x="619125" y="3629025"/>
                </a:lnTo>
                <a:lnTo>
                  <a:pt x="609600" y="3629025"/>
                </a:lnTo>
                <a:close/>
                <a:moveTo>
                  <a:pt x="714375" y="3629025"/>
                </a:moveTo>
                <a:lnTo>
                  <a:pt x="723900" y="3629025"/>
                </a:lnTo>
                <a:lnTo>
                  <a:pt x="723900" y="3638550"/>
                </a:lnTo>
                <a:lnTo>
                  <a:pt x="714375" y="3638550"/>
                </a:lnTo>
                <a:close/>
                <a:moveTo>
                  <a:pt x="1476375" y="3648075"/>
                </a:moveTo>
                <a:lnTo>
                  <a:pt x="1485900" y="3648075"/>
                </a:lnTo>
                <a:lnTo>
                  <a:pt x="1485900" y="3657600"/>
                </a:lnTo>
                <a:lnTo>
                  <a:pt x="1495425" y="3657600"/>
                </a:lnTo>
                <a:lnTo>
                  <a:pt x="1495425" y="3667125"/>
                </a:lnTo>
                <a:lnTo>
                  <a:pt x="1476375" y="3667125"/>
                </a:lnTo>
                <a:close/>
                <a:moveTo>
                  <a:pt x="762000" y="3657600"/>
                </a:moveTo>
                <a:lnTo>
                  <a:pt x="790575" y="3657600"/>
                </a:lnTo>
                <a:lnTo>
                  <a:pt x="790575" y="3667125"/>
                </a:lnTo>
                <a:lnTo>
                  <a:pt x="762000" y="3667125"/>
                </a:lnTo>
                <a:close/>
                <a:moveTo>
                  <a:pt x="866775" y="3657600"/>
                </a:moveTo>
                <a:lnTo>
                  <a:pt x="895350" y="3657600"/>
                </a:lnTo>
                <a:lnTo>
                  <a:pt x="895350" y="3667125"/>
                </a:lnTo>
                <a:lnTo>
                  <a:pt x="866775" y="3667125"/>
                </a:lnTo>
                <a:close/>
                <a:moveTo>
                  <a:pt x="1000125" y="3657600"/>
                </a:moveTo>
                <a:lnTo>
                  <a:pt x="1009650" y="3657600"/>
                </a:lnTo>
                <a:lnTo>
                  <a:pt x="1009650" y="3667125"/>
                </a:lnTo>
                <a:lnTo>
                  <a:pt x="1000125" y="3667125"/>
                </a:lnTo>
                <a:close/>
                <a:moveTo>
                  <a:pt x="1019175" y="3657600"/>
                </a:moveTo>
                <a:lnTo>
                  <a:pt x="1047750" y="3657600"/>
                </a:lnTo>
                <a:lnTo>
                  <a:pt x="1047750" y="3667125"/>
                </a:lnTo>
                <a:lnTo>
                  <a:pt x="1019175" y="3667125"/>
                </a:lnTo>
                <a:close/>
                <a:moveTo>
                  <a:pt x="1076325" y="3657600"/>
                </a:moveTo>
                <a:lnTo>
                  <a:pt x="1095375" y="3657600"/>
                </a:lnTo>
                <a:lnTo>
                  <a:pt x="1095375" y="3667125"/>
                </a:lnTo>
                <a:lnTo>
                  <a:pt x="1076325" y="3667125"/>
                </a:lnTo>
                <a:close/>
              </a:path>
            </a:pathLst>
          </a:custGeom>
          <a:solidFill xmlns:a="http://schemas.openxmlformats.org/drawingml/2006/main">
            <a:srgbClr val="F4EEE2"/>
          </a:solidFill>
          <a:ln xmlns:a="http://schemas.openxmlformats.org/drawingml/2006/main" w="0">
            <a:noFill/>
          </a:ln>
        </p:spPr>
      </p:sp>
      <p:sp>
        <p:nvSpPr>
          <p:cNvPr id="13" name="dashboard vector #f2eee2">
            <a:extLst xmlns:a="http://schemas.openxmlformats.org/drawingml/2006/main">
              <a:ext uri="{FF2B5EF4-FFF2-40B4-BE49-F238E27FC236}">
                <a16:creationId xmlns:a16="http://schemas.microsoft.com/office/drawing/2014/main" id="{9BB9B927-BA39-47D5-B33C-958CB0F10CB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14400" y="1447800"/>
            <a:ext cx="2171700" cy="4467225"/>
          </a:xfrm>
          <a:custGeom xmlns:a="http://schemas.openxmlformats.org/drawingml/2006/main">
            <a:pathLst>
              <a:path w="1838325" h="3790950">
                <a:moveTo>
                  <a:pt x="0" y="0"/>
                </a:moveTo>
                <a:lnTo>
                  <a:pt x="9525" y="0"/>
                </a:lnTo>
                <a:lnTo>
                  <a:pt x="9525" y="9525"/>
                </a:lnTo>
                <a:lnTo>
                  <a:pt x="0" y="9525"/>
                </a:lnTo>
                <a:close/>
                <a:moveTo>
                  <a:pt x="76200" y="0"/>
                </a:moveTo>
                <a:lnTo>
                  <a:pt x="95250" y="0"/>
                </a:lnTo>
                <a:lnTo>
                  <a:pt x="95250" y="9525"/>
                </a:lnTo>
                <a:lnTo>
                  <a:pt x="76200" y="9525"/>
                </a:lnTo>
                <a:close/>
                <a:moveTo>
                  <a:pt x="133350" y="0"/>
                </a:moveTo>
                <a:lnTo>
                  <a:pt x="152400" y="0"/>
                </a:lnTo>
                <a:lnTo>
                  <a:pt x="152400" y="9525"/>
                </a:lnTo>
                <a:lnTo>
                  <a:pt x="133350" y="9525"/>
                </a:lnTo>
                <a:close/>
                <a:moveTo>
                  <a:pt x="1647825" y="0"/>
                </a:moveTo>
                <a:lnTo>
                  <a:pt x="1657350" y="0"/>
                </a:lnTo>
                <a:lnTo>
                  <a:pt x="1657350" y="9525"/>
                </a:lnTo>
                <a:lnTo>
                  <a:pt x="1647825" y="9525"/>
                </a:lnTo>
                <a:close/>
                <a:moveTo>
                  <a:pt x="1676400" y="0"/>
                </a:moveTo>
                <a:lnTo>
                  <a:pt x="1685925" y="0"/>
                </a:lnTo>
                <a:lnTo>
                  <a:pt x="1685925" y="9525"/>
                </a:lnTo>
                <a:lnTo>
                  <a:pt x="1695450" y="9525"/>
                </a:lnTo>
                <a:lnTo>
                  <a:pt x="1695450" y="19050"/>
                </a:lnTo>
                <a:lnTo>
                  <a:pt x="1724025" y="19050"/>
                </a:lnTo>
                <a:lnTo>
                  <a:pt x="1724025" y="9525"/>
                </a:lnTo>
                <a:lnTo>
                  <a:pt x="1714500" y="9525"/>
                </a:lnTo>
                <a:lnTo>
                  <a:pt x="1714500" y="0"/>
                </a:lnTo>
                <a:lnTo>
                  <a:pt x="1733550" y="0"/>
                </a:lnTo>
                <a:lnTo>
                  <a:pt x="1733550" y="19050"/>
                </a:lnTo>
                <a:lnTo>
                  <a:pt x="1743075" y="19050"/>
                </a:lnTo>
                <a:lnTo>
                  <a:pt x="1743075" y="9525"/>
                </a:lnTo>
                <a:lnTo>
                  <a:pt x="1752600" y="9525"/>
                </a:lnTo>
                <a:lnTo>
                  <a:pt x="1752600" y="0"/>
                </a:lnTo>
                <a:lnTo>
                  <a:pt x="1771650" y="0"/>
                </a:lnTo>
                <a:lnTo>
                  <a:pt x="1771650" y="47625"/>
                </a:lnTo>
                <a:lnTo>
                  <a:pt x="1762125" y="47625"/>
                </a:lnTo>
                <a:lnTo>
                  <a:pt x="1762125" y="57150"/>
                </a:lnTo>
                <a:lnTo>
                  <a:pt x="1771650" y="57150"/>
                </a:lnTo>
                <a:lnTo>
                  <a:pt x="1771650" y="76200"/>
                </a:lnTo>
                <a:lnTo>
                  <a:pt x="1762125" y="76200"/>
                </a:lnTo>
                <a:lnTo>
                  <a:pt x="1762125" y="66675"/>
                </a:lnTo>
                <a:lnTo>
                  <a:pt x="1752600" y="66675"/>
                </a:lnTo>
                <a:lnTo>
                  <a:pt x="1752600" y="57150"/>
                </a:lnTo>
                <a:lnTo>
                  <a:pt x="1724025" y="57150"/>
                </a:lnTo>
                <a:lnTo>
                  <a:pt x="1724025" y="47625"/>
                </a:lnTo>
                <a:lnTo>
                  <a:pt x="1714500" y="47625"/>
                </a:lnTo>
                <a:lnTo>
                  <a:pt x="1714500" y="38100"/>
                </a:lnTo>
                <a:lnTo>
                  <a:pt x="1704975" y="38100"/>
                </a:lnTo>
                <a:lnTo>
                  <a:pt x="1704975" y="28575"/>
                </a:lnTo>
                <a:lnTo>
                  <a:pt x="1657350" y="28575"/>
                </a:lnTo>
                <a:lnTo>
                  <a:pt x="1657350" y="19050"/>
                </a:lnTo>
                <a:lnTo>
                  <a:pt x="1666875" y="19050"/>
                </a:lnTo>
                <a:lnTo>
                  <a:pt x="1666875" y="9525"/>
                </a:lnTo>
                <a:lnTo>
                  <a:pt x="1676400" y="9525"/>
                </a:lnTo>
                <a:close/>
                <a:moveTo>
                  <a:pt x="9525" y="47625"/>
                </a:moveTo>
                <a:lnTo>
                  <a:pt x="19050" y="47625"/>
                </a:lnTo>
                <a:lnTo>
                  <a:pt x="19050" y="57150"/>
                </a:lnTo>
                <a:lnTo>
                  <a:pt x="9525" y="57150"/>
                </a:lnTo>
                <a:close/>
                <a:moveTo>
                  <a:pt x="38100" y="47625"/>
                </a:moveTo>
                <a:lnTo>
                  <a:pt x="47625" y="47625"/>
                </a:lnTo>
                <a:lnTo>
                  <a:pt x="47625" y="57150"/>
                </a:lnTo>
                <a:lnTo>
                  <a:pt x="57150" y="57150"/>
                </a:lnTo>
                <a:lnTo>
                  <a:pt x="57150" y="66675"/>
                </a:lnTo>
                <a:lnTo>
                  <a:pt x="38100" y="66675"/>
                </a:lnTo>
                <a:close/>
                <a:moveTo>
                  <a:pt x="76200" y="47625"/>
                </a:moveTo>
                <a:lnTo>
                  <a:pt x="85725" y="47625"/>
                </a:lnTo>
                <a:lnTo>
                  <a:pt x="85725" y="66675"/>
                </a:lnTo>
                <a:lnTo>
                  <a:pt x="76200" y="66675"/>
                </a:lnTo>
                <a:close/>
                <a:moveTo>
                  <a:pt x="0" y="57150"/>
                </a:moveTo>
                <a:lnTo>
                  <a:pt x="9525" y="57150"/>
                </a:lnTo>
                <a:lnTo>
                  <a:pt x="9525" y="76200"/>
                </a:lnTo>
                <a:lnTo>
                  <a:pt x="19050" y="76200"/>
                </a:lnTo>
                <a:lnTo>
                  <a:pt x="19050" y="95250"/>
                </a:lnTo>
                <a:lnTo>
                  <a:pt x="0" y="95250"/>
                </a:lnTo>
                <a:close/>
                <a:moveTo>
                  <a:pt x="66675" y="66675"/>
                </a:moveTo>
                <a:lnTo>
                  <a:pt x="76200" y="66675"/>
                </a:lnTo>
                <a:lnTo>
                  <a:pt x="76200" y="76200"/>
                </a:lnTo>
                <a:lnTo>
                  <a:pt x="66675" y="76200"/>
                </a:lnTo>
                <a:close/>
                <a:moveTo>
                  <a:pt x="1771650" y="76200"/>
                </a:moveTo>
                <a:lnTo>
                  <a:pt x="1781175" y="76200"/>
                </a:lnTo>
                <a:lnTo>
                  <a:pt x="1781175" y="85725"/>
                </a:lnTo>
                <a:lnTo>
                  <a:pt x="1771650" y="85725"/>
                </a:lnTo>
                <a:close/>
                <a:moveTo>
                  <a:pt x="1819275" y="76200"/>
                </a:moveTo>
                <a:lnTo>
                  <a:pt x="1838325" y="76200"/>
                </a:lnTo>
                <a:lnTo>
                  <a:pt x="1838325" y="104775"/>
                </a:lnTo>
                <a:lnTo>
                  <a:pt x="1819275" y="104775"/>
                </a:lnTo>
                <a:close/>
                <a:moveTo>
                  <a:pt x="1800225" y="114300"/>
                </a:moveTo>
                <a:lnTo>
                  <a:pt x="1809750" y="114300"/>
                </a:lnTo>
                <a:lnTo>
                  <a:pt x="1809750" y="123825"/>
                </a:lnTo>
                <a:lnTo>
                  <a:pt x="1800225" y="123825"/>
                </a:lnTo>
                <a:close/>
                <a:moveTo>
                  <a:pt x="1809750" y="123825"/>
                </a:moveTo>
                <a:lnTo>
                  <a:pt x="1838325" y="123825"/>
                </a:lnTo>
                <a:lnTo>
                  <a:pt x="1838325" y="142875"/>
                </a:lnTo>
                <a:lnTo>
                  <a:pt x="1828800" y="142875"/>
                </a:lnTo>
                <a:lnTo>
                  <a:pt x="1828800" y="133350"/>
                </a:lnTo>
                <a:lnTo>
                  <a:pt x="1809750" y="133350"/>
                </a:lnTo>
                <a:close/>
                <a:moveTo>
                  <a:pt x="1495425" y="133350"/>
                </a:moveTo>
                <a:lnTo>
                  <a:pt x="1514475" y="133350"/>
                </a:lnTo>
                <a:lnTo>
                  <a:pt x="1514475" y="152400"/>
                </a:lnTo>
                <a:lnTo>
                  <a:pt x="1485900" y="152400"/>
                </a:lnTo>
                <a:lnTo>
                  <a:pt x="1485900" y="142875"/>
                </a:lnTo>
                <a:lnTo>
                  <a:pt x="1495425" y="142875"/>
                </a:lnTo>
                <a:close/>
                <a:moveTo>
                  <a:pt x="314325" y="142875"/>
                </a:moveTo>
                <a:lnTo>
                  <a:pt x="342900" y="142875"/>
                </a:lnTo>
                <a:lnTo>
                  <a:pt x="342900" y="152400"/>
                </a:lnTo>
                <a:lnTo>
                  <a:pt x="314325" y="152400"/>
                </a:lnTo>
                <a:close/>
                <a:moveTo>
                  <a:pt x="428625" y="142875"/>
                </a:moveTo>
                <a:lnTo>
                  <a:pt x="438150" y="142875"/>
                </a:lnTo>
                <a:lnTo>
                  <a:pt x="438150" y="152400"/>
                </a:lnTo>
                <a:lnTo>
                  <a:pt x="428625" y="152400"/>
                </a:lnTo>
                <a:close/>
                <a:moveTo>
                  <a:pt x="257175" y="161925"/>
                </a:moveTo>
                <a:lnTo>
                  <a:pt x="266700" y="161925"/>
                </a:lnTo>
                <a:lnTo>
                  <a:pt x="266700" y="171450"/>
                </a:lnTo>
                <a:lnTo>
                  <a:pt x="257175" y="171450"/>
                </a:lnTo>
                <a:close/>
                <a:moveTo>
                  <a:pt x="180975" y="200025"/>
                </a:moveTo>
                <a:lnTo>
                  <a:pt x="200025" y="200025"/>
                </a:lnTo>
                <a:lnTo>
                  <a:pt x="200025" y="209550"/>
                </a:lnTo>
                <a:lnTo>
                  <a:pt x="190500" y="209550"/>
                </a:lnTo>
                <a:lnTo>
                  <a:pt x="190500" y="238125"/>
                </a:lnTo>
                <a:lnTo>
                  <a:pt x="180975" y="238125"/>
                </a:lnTo>
                <a:lnTo>
                  <a:pt x="180975" y="247650"/>
                </a:lnTo>
                <a:lnTo>
                  <a:pt x="171450" y="247650"/>
                </a:lnTo>
                <a:lnTo>
                  <a:pt x="171450" y="219075"/>
                </a:lnTo>
                <a:lnTo>
                  <a:pt x="180975" y="219075"/>
                </a:lnTo>
                <a:close/>
                <a:moveTo>
                  <a:pt x="333375" y="209550"/>
                </a:moveTo>
                <a:lnTo>
                  <a:pt x="342900" y="209550"/>
                </a:lnTo>
                <a:lnTo>
                  <a:pt x="342900" y="219075"/>
                </a:lnTo>
                <a:lnTo>
                  <a:pt x="333375" y="219075"/>
                </a:lnTo>
                <a:close/>
                <a:moveTo>
                  <a:pt x="428625" y="209550"/>
                </a:moveTo>
                <a:lnTo>
                  <a:pt x="447675" y="209550"/>
                </a:lnTo>
                <a:lnTo>
                  <a:pt x="447675" y="219075"/>
                </a:lnTo>
                <a:lnTo>
                  <a:pt x="428625" y="219075"/>
                </a:lnTo>
                <a:close/>
                <a:moveTo>
                  <a:pt x="381000" y="219075"/>
                </a:moveTo>
                <a:lnTo>
                  <a:pt x="409575" y="219075"/>
                </a:lnTo>
                <a:lnTo>
                  <a:pt x="409575" y="238125"/>
                </a:lnTo>
                <a:lnTo>
                  <a:pt x="390525" y="238125"/>
                </a:lnTo>
                <a:lnTo>
                  <a:pt x="390525" y="228600"/>
                </a:lnTo>
                <a:lnTo>
                  <a:pt x="381000" y="228600"/>
                </a:lnTo>
                <a:close/>
                <a:moveTo>
                  <a:pt x="476250" y="219075"/>
                </a:moveTo>
                <a:lnTo>
                  <a:pt x="495300" y="219075"/>
                </a:lnTo>
                <a:lnTo>
                  <a:pt x="495300" y="228600"/>
                </a:lnTo>
                <a:lnTo>
                  <a:pt x="485775" y="228600"/>
                </a:lnTo>
                <a:lnTo>
                  <a:pt x="485775" y="238125"/>
                </a:lnTo>
                <a:lnTo>
                  <a:pt x="476250" y="238125"/>
                </a:lnTo>
                <a:close/>
                <a:moveTo>
                  <a:pt x="1352550" y="228600"/>
                </a:moveTo>
                <a:lnTo>
                  <a:pt x="1362075" y="228600"/>
                </a:lnTo>
                <a:lnTo>
                  <a:pt x="1362075" y="238125"/>
                </a:lnTo>
                <a:lnTo>
                  <a:pt x="1352550" y="238125"/>
                </a:lnTo>
                <a:close/>
                <a:moveTo>
                  <a:pt x="295275" y="238125"/>
                </a:moveTo>
                <a:lnTo>
                  <a:pt x="314325" y="238125"/>
                </a:lnTo>
                <a:lnTo>
                  <a:pt x="314325" y="266700"/>
                </a:lnTo>
                <a:lnTo>
                  <a:pt x="323850" y="266700"/>
                </a:lnTo>
                <a:lnTo>
                  <a:pt x="323850" y="285750"/>
                </a:lnTo>
                <a:lnTo>
                  <a:pt x="361950" y="285750"/>
                </a:lnTo>
                <a:lnTo>
                  <a:pt x="361950" y="304800"/>
                </a:lnTo>
                <a:lnTo>
                  <a:pt x="333375" y="304800"/>
                </a:lnTo>
                <a:lnTo>
                  <a:pt x="333375" y="295275"/>
                </a:lnTo>
                <a:lnTo>
                  <a:pt x="314325" y="295275"/>
                </a:lnTo>
                <a:lnTo>
                  <a:pt x="314325" y="285750"/>
                </a:lnTo>
                <a:lnTo>
                  <a:pt x="304800" y="285750"/>
                </a:lnTo>
                <a:lnTo>
                  <a:pt x="304800" y="257175"/>
                </a:lnTo>
                <a:lnTo>
                  <a:pt x="295275" y="257175"/>
                </a:lnTo>
                <a:close/>
                <a:moveTo>
                  <a:pt x="1333500" y="266700"/>
                </a:moveTo>
                <a:lnTo>
                  <a:pt x="1343025" y="266700"/>
                </a:lnTo>
                <a:lnTo>
                  <a:pt x="1343025" y="276225"/>
                </a:lnTo>
                <a:lnTo>
                  <a:pt x="1333500" y="276225"/>
                </a:lnTo>
                <a:close/>
                <a:moveTo>
                  <a:pt x="381000" y="285750"/>
                </a:moveTo>
                <a:lnTo>
                  <a:pt x="400050" y="285750"/>
                </a:lnTo>
                <a:lnTo>
                  <a:pt x="400050" y="304800"/>
                </a:lnTo>
                <a:lnTo>
                  <a:pt x="381000" y="304800"/>
                </a:lnTo>
                <a:close/>
                <a:moveTo>
                  <a:pt x="428625" y="285750"/>
                </a:moveTo>
                <a:lnTo>
                  <a:pt x="447675" y="285750"/>
                </a:lnTo>
                <a:lnTo>
                  <a:pt x="447675" y="304800"/>
                </a:lnTo>
                <a:lnTo>
                  <a:pt x="428625" y="304800"/>
                </a:lnTo>
                <a:close/>
                <a:moveTo>
                  <a:pt x="666750" y="314325"/>
                </a:moveTo>
                <a:lnTo>
                  <a:pt x="685800" y="314325"/>
                </a:lnTo>
                <a:lnTo>
                  <a:pt x="685800" y="342900"/>
                </a:lnTo>
                <a:lnTo>
                  <a:pt x="666750" y="342900"/>
                </a:lnTo>
                <a:close/>
                <a:moveTo>
                  <a:pt x="485775" y="323850"/>
                </a:moveTo>
                <a:lnTo>
                  <a:pt x="504825" y="323850"/>
                </a:lnTo>
                <a:lnTo>
                  <a:pt x="504825" y="333375"/>
                </a:lnTo>
                <a:lnTo>
                  <a:pt x="495300" y="333375"/>
                </a:lnTo>
                <a:lnTo>
                  <a:pt x="495300" y="390525"/>
                </a:lnTo>
                <a:lnTo>
                  <a:pt x="485775" y="390525"/>
                </a:lnTo>
                <a:lnTo>
                  <a:pt x="485775" y="400050"/>
                </a:lnTo>
                <a:lnTo>
                  <a:pt x="466725" y="400050"/>
                </a:lnTo>
                <a:lnTo>
                  <a:pt x="466725" y="390525"/>
                </a:lnTo>
                <a:lnTo>
                  <a:pt x="457200" y="390525"/>
                </a:lnTo>
                <a:lnTo>
                  <a:pt x="457200" y="381000"/>
                </a:lnTo>
                <a:lnTo>
                  <a:pt x="466725" y="381000"/>
                </a:lnTo>
                <a:lnTo>
                  <a:pt x="466725" y="352425"/>
                </a:lnTo>
                <a:lnTo>
                  <a:pt x="457200" y="352425"/>
                </a:lnTo>
                <a:lnTo>
                  <a:pt x="457200" y="342900"/>
                </a:lnTo>
                <a:lnTo>
                  <a:pt x="466725" y="342900"/>
                </a:lnTo>
                <a:lnTo>
                  <a:pt x="466725" y="333375"/>
                </a:lnTo>
                <a:lnTo>
                  <a:pt x="485775" y="333375"/>
                </a:lnTo>
                <a:close/>
                <a:moveTo>
                  <a:pt x="438150" y="333375"/>
                </a:moveTo>
                <a:lnTo>
                  <a:pt x="447675" y="333375"/>
                </a:lnTo>
                <a:lnTo>
                  <a:pt x="447675" y="342900"/>
                </a:lnTo>
                <a:lnTo>
                  <a:pt x="438150" y="342900"/>
                </a:lnTo>
                <a:close/>
                <a:moveTo>
                  <a:pt x="542925" y="333375"/>
                </a:moveTo>
                <a:lnTo>
                  <a:pt x="552450" y="333375"/>
                </a:lnTo>
                <a:lnTo>
                  <a:pt x="552450" y="342900"/>
                </a:lnTo>
                <a:lnTo>
                  <a:pt x="542925" y="342900"/>
                </a:lnTo>
                <a:close/>
                <a:moveTo>
                  <a:pt x="742950" y="333375"/>
                </a:moveTo>
                <a:lnTo>
                  <a:pt x="752475" y="333375"/>
                </a:lnTo>
                <a:lnTo>
                  <a:pt x="752475" y="352425"/>
                </a:lnTo>
                <a:lnTo>
                  <a:pt x="742950" y="352425"/>
                </a:lnTo>
                <a:close/>
                <a:moveTo>
                  <a:pt x="781050" y="333375"/>
                </a:moveTo>
                <a:lnTo>
                  <a:pt x="790575" y="333375"/>
                </a:lnTo>
                <a:lnTo>
                  <a:pt x="790575" y="342900"/>
                </a:lnTo>
                <a:lnTo>
                  <a:pt x="800100" y="342900"/>
                </a:lnTo>
                <a:lnTo>
                  <a:pt x="800100" y="352425"/>
                </a:lnTo>
                <a:lnTo>
                  <a:pt x="781050" y="352425"/>
                </a:lnTo>
                <a:close/>
                <a:moveTo>
                  <a:pt x="1057275" y="333375"/>
                </a:moveTo>
                <a:lnTo>
                  <a:pt x="1076325" y="333375"/>
                </a:lnTo>
                <a:lnTo>
                  <a:pt x="1076325" y="352425"/>
                </a:lnTo>
                <a:lnTo>
                  <a:pt x="1057275" y="352425"/>
                </a:lnTo>
                <a:close/>
                <a:moveTo>
                  <a:pt x="571500" y="342900"/>
                </a:moveTo>
                <a:lnTo>
                  <a:pt x="600075" y="342900"/>
                </a:lnTo>
                <a:lnTo>
                  <a:pt x="600075" y="352425"/>
                </a:lnTo>
                <a:lnTo>
                  <a:pt x="571500" y="352425"/>
                </a:lnTo>
                <a:close/>
                <a:moveTo>
                  <a:pt x="971550" y="352425"/>
                </a:moveTo>
                <a:lnTo>
                  <a:pt x="981075" y="352425"/>
                </a:lnTo>
                <a:lnTo>
                  <a:pt x="981075" y="361950"/>
                </a:lnTo>
                <a:lnTo>
                  <a:pt x="971550" y="361950"/>
                </a:lnTo>
                <a:close/>
                <a:moveTo>
                  <a:pt x="1171575" y="352425"/>
                </a:moveTo>
                <a:lnTo>
                  <a:pt x="1181100" y="352425"/>
                </a:lnTo>
                <a:lnTo>
                  <a:pt x="1181100" y="361950"/>
                </a:lnTo>
                <a:lnTo>
                  <a:pt x="1190625" y="361950"/>
                </a:lnTo>
                <a:lnTo>
                  <a:pt x="1190625" y="371475"/>
                </a:lnTo>
                <a:lnTo>
                  <a:pt x="1181100" y="371475"/>
                </a:lnTo>
                <a:lnTo>
                  <a:pt x="1181100" y="381000"/>
                </a:lnTo>
                <a:lnTo>
                  <a:pt x="1209675" y="381000"/>
                </a:lnTo>
                <a:lnTo>
                  <a:pt x="1209675" y="390525"/>
                </a:lnTo>
                <a:lnTo>
                  <a:pt x="1219200" y="390525"/>
                </a:lnTo>
                <a:lnTo>
                  <a:pt x="1219200" y="381000"/>
                </a:lnTo>
                <a:lnTo>
                  <a:pt x="1228725" y="381000"/>
                </a:lnTo>
                <a:lnTo>
                  <a:pt x="1228725" y="371475"/>
                </a:lnTo>
                <a:lnTo>
                  <a:pt x="1238250" y="371475"/>
                </a:lnTo>
                <a:lnTo>
                  <a:pt x="1238250" y="381000"/>
                </a:lnTo>
                <a:lnTo>
                  <a:pt x="1228725" y="381000"/>
                </a:lnTo>
                <a:lnTo>
                  <a:pt x="1228725" y="390525"/>
                </a:lnTo>
                <a:lnTo>
                  <a:pt x="1238250" y="390525"/>
                </a:lnTo>
                <a:lnTo>
                  <a:pt x="1238250" y="381000"/>
                </a:lnTo>
                <a:lnTo>
                  <a:pt x="1247775" y="381000"/>
                </a:lnTo>
                <a:lnTo>
                  <a:pt x="1247775" y="361950"/>
                </a:lnTo>
                <a:lnTo>
                  <a:pt x="1304925" y="361950"/>
                </a:lnTo>
                <a:lnTo>
                  <a:pt x="1304925" y="371475"/>
                </a:lnTo>
                <a:lnTo>
                  <a:pt x="1333500" y="371475"/>
                </a:lnTo>
                <a:lnTo>
                  <a:pt x="1333500" y="381000"/>
                </a:lnTo>
                <a:lnTo>
                  <a:pt x="1343025" y="381000"/>
                </a:lnTo>
                <a:lnTo>
                  <a:pt x="1343025" y="390525"/>
                </a:lnTo>
                <a:lnTo>
                  <a:pt x="1371600" y="390525"/>
                </a:lnTo>
                <a:lnTo>
                  <a:pt x="1371600" y="523875"/>
                </a:lnTo>
                <a:lnTo>
                  <a:pt x="1362075" y="523875"/>
                </a:lnTo>
                <a:lnTo>
                  <a:pt x="1362075" y="533400"/>
                </a:lnTo>
                <a:lnTo>
                  <a:pt x="1352550" y="533400"/>
                </a:lnTo>
                <a:lnTo>
                  <a:pt x="1352550" y="542925"/>
                </a:lnTo>
                <a:lnTo>
                  <a:pt x="1343025" y="542925"/>
                </a:lnTo>
                <a:lnTo>
                  <a:pt x="1343025" y="552450"/>
                </a:lnTo>
                <a:lnTo>
                  <a:pt x="1304925" y="552450"/>
                </a:lnTo>
                <a:lnTo>
                  <a:pt x="1304925" y="571500"/>
                </a:lnTo>
                <a:lnTo>
                  <a:pt x="1295400" y="571500"/>
                </a:lnTo>
                <a:lnTo>
                  <a:pt x="1295400" y="581025"/>
                </a:lnTo>
                <a:lnTo>
                  <a:pt x="1200150" y="581025"/>
                </a:lnTo>
                <a:lnTo>
                  <a:pt x="1200150" y="571500"/>
                </a:lnTo>
                <a:lnTo>
                  <a:pt x="1190625" y="571500"/>
                </a:lnTo>
                <a:lnTo>
                  <a:pt x="1190625" y="552450"/>
                </a:lnTo>
                <a:lnTo>
                  <a:pt x="1181100" y="552450"/>
                </a:lnTo>
                <a:lnTo>
                  <a:pt x="1181100" y="571500"/>
                </a:lnTo>
                <a:lnTo>
                  <a:pt x="1171575" y="571500"/>
                </a:lnTo>
                <a:lnTo>
                  <a:pt x="1171575" y="581025"/>
                </a:lnTo>
                <a:lnTo>
                  <a:pt x="1133475" y="581025"/>
                </a:lnTo>
                <a:lnTo>
                  <a:pt x="1133475" y="571500"/>
                </a:lnTo>
                <a:lnTo>
                  <a:pt x="1123950" y="571500"/>
                </a:lnTo>
                <a:lnTo>
                  <a:pt x="1123950" y="542925"/>
                </a:lnTo>
                <a:lnTo>
                  <a:pt x="1152525" y="542925"/>
                </a:lnTo>
                <a:lnTo>
                  <a:pt x="1152525" y="533400"/>
                </a:lnTo>
                <a:lnTo>
                  <a:pt x="1162050" y="533400"/>
                </a:lnTo>
                <a:lnTo>
                  <a:pt x="1162050" y="514350"/>
                </a:lnTo>
                <a:lnTo>
                  <a:pt x="1133475" y="514350"/>
                </a:lnTo>
                <a:lnTo>
                  <a:pt x="1133475" y="504825"/>
                </a:lnTo>
                <a:lnTo>
                  <a:pt x="1123950" y="504825"/>
                </a:lnTo>
                <a:lnTo>
                  <a:pt x="1123950" y="495300"/>
                </a:lnTo>
                <a:lnTo>
                  <a:pt x="1152525" y="495300"/>
                </a:lnTo>
                <a:lnTo>
                  <a:pt x="1152525" y="485775"/>
                </a:lnTo>
                <a:lnTo>
                  <a:pt x="1143000" y="485775"/>
                </a:lnTo>
                <a:lnTo>
                  <a:pt x="1143000" y="476250"/>
                </a:lnTo>
                <a:lnTo>
                  <a:pt x="1152525" y="476250"/>
                </a:lnTo>
                <a:lnTo>
                  <a:pt x="1152525" y="457200"/>
                </a:lnTo>
                <a:lnTo>
                  <a:pt x="1162050" y="457200"/>
                </a:lnTo>
                <a:lnTo>
                  <a:pt x="1162050" y="428625"/>
                </a:lnTo>
                <a:lnTo>
                  <a:pt x="1171575" y="428625"/>
                </a:lnTo>
                <a:lnTo>
                  <a:pt x="1171575" y="409575"/>
                </a:lnTo>
                <a:lnTo>
                  <a:pt x="1181100" y="409575"/>
                </a:lnTo>
                <a:lnTo>
                  <a:pt x="1181100" y="400050"/>
                </a:lnTo>
                <a:lnTo>
                  <a:pt x="1171575" y="400050"/>
                </a:lnTo>
                <a:lnTo>
                  <a:pt x="1171575" y="390525"/>
                </a:lnTo>
                <a:lnTo>
                  <a:pt x="1162050" y="390525"/>
                </a:lnTo>
                <a:lnTo>
                  <a:pt x="1162050" y="381000"/>
                </a:lnTo>
                <a:lnTo>
                  <a:pt x="1171575" y="381000"/>
                </a:lnTo>
                <a:close/>
                <a:moveTo>
                  <a:pt x="571500" y="361950"/>
                </a:moveTo>
                <a:lnTo>
                  <a:pt x="581025" y="361950"/>
                </a:lnTo>
                <a:lnTo>
                  <a:pt x="581025" y="371475"/>
                </a:lnTo>
                <a:lnTo>
                  <a:pt x="571500" y="371475"/>
                </a:lnTo>
                <a:close/>
                <a:moveTo>
                  <a:pt x="590550" y="361950"/>
                </a:moveTo>
                <a:lnTo>
                  <a:pt x="600075" y="361950"/>
                </a:lnTo>
                <a:lnTo>
                  <a:pt x="600075" y="371475"/>
                </a:lnTo>
                <a:lnTo>
                  <a:pt x="590550" y="371475"/>
                </a:lnTo>
                <a:close/>
                <a:moveTo>
                  <a:pt x="514350" y="371475"/>
                </a:moveTo>
                <a:lnTo>
                  <a:pt x="542925" y="371475"/>
                </a:lnTo>
                <a:lnTo>
                  <a:pt x="542925" y="381000"/>
                </a:lnTo>
                <a:lnTo>
                  <a:pt x="552450" y="381000"/>
                </a:lnTo>
                <a:lnTo>
                  <a:pt x="552450" y="390525"/>
                </a:lnTo>
                <a:lnTo>
                  <a:pt x="571500" y="390525"/>
                </a:lnTo>
                <a:lnTo>
                  <a:pt x="571500" y="381000"/>
                </a:lnTo>
                <a:lnTo>
                  <a:pt x="590550" y="381000"/>
                </a:lnTo>
                <a:lnTo>
                  <a:pt x="590550" y="400050"/>
                </a:lnTo>
                <a:lnTo>
                  <a:pt x="533400" y="400050"/>
                </a:lnTo>
                <a:lnTo>
                  <a:pt x="533400" y="390525"/>
                </a:lnTo>
                <a:lnTo>
                  <a:pt x="523875" y="390525"/>
                </a:lnTo>
                <a:lnTo>
                  <a:pt x="523875" y="381000"/>
                </a:lnTo>
                <a:lnTo>
                  <a:pt x="514350" y="381000"/>
                </a:lnTo>
                <a:close/>
                <a:moveTo>
                  <a:pt x="180975" y="381000"/>
                </a:moveTo>
                <a:lnTo>
                  <a:pt x="190500" y="381000"/>
                </a:lnTo>
                <a:lnTo>
                  <a:pt x="190500" y="390525"/>
                </a:lnTo>
                <a:lnTo>
                  <a:pt x="200025" y="390525"/>
                </a:lnTo>
                <a:lnTo>
                  <a:pt x="200025" y="400050"/>
                </a:lnTo>
                <a:lnTo>
                  <a:pt x="180975" y="400050"/>
                </a:lnTo>
                <a:close/>
                <a:moveTo>
                  <a:pt x="161925" y="400050"/>
                </a:moveTo>
                <a:lnTo>
                  <a:pt x="180975" y="400050"/>
                </a:lnTo>
                <a:lnTo>
                  <a:pt x="180975" y="409575"/>
                </a:lnTo>
                <a:lnTo>
                  <a:pt x="161925" y="409575"/>
                </a:lnTo>
                <a:close/>
                <a:moveTo>
                  <a:pt x="590550" y="400050"/>
                </a:moveTo>
                <a:lnTo>
                  <a:pt x="600075" y="400050"/>
                </a:lnTo>
                <a:lnTo>
                  <a:pt x="600075" y="409575"/>
                </a:lnTo>
                <a:lnTo>
                  <a:pt x="590550" y="409575"/>
                </a:lnTo>
                <a:close/>
                <a:moveTo>
                  <a:pt x="914400" y="409575"/>
                </a:moveTo>
                <a:lnTo>
                  <a:pt x="923925" y="409575"/>
                </a:lnTo>
                <a:lnTo>
                  <a:pt x="923925" y="419100"/>
                </a:lnTo>
                <a:lnTo>
                  <a:pt x="914400" y="419100"/>
                </a:lnTo>
                <a:close/>
                <a:moveTo>
                  <a:pt x="1285875" y="409575"/>
                </a:moveTo>
                <a:lnTo>
                  <a:pt x="1295400" y="409575"/>
                </a:lnTo>
                <a:lnTo>
                  <a:pt x="1295400" y="419100"/>
                </a:lnTo>
                <a:lnTo>
                  <a:pt x="1333500" y="419100"/>
                </a:lnTo>
                <a:lnTo>
                  <a:pt x="1333500" y="400050"/>
                </a:lnTo>
                <a:lnTo>
                  <a:pt x="1304925" y="400050"/>
                </a:lnTo>
                <a:lnTo>
                  <a:pt x="1304925" y="390525"/>
                </a:lnTo>
                <a:lnTo>
                  <a:pt x="1285875" y="390525"/>
                </a:lnTo>
                <a:close/>
                <a:moveTo>
                  <a:pt x="933450" y="419100"/>
                </a:moveTo>
                <a:lnTo>
                  <a:pt x="942975" y="419100"/>
                </a:lnTo>
                <a:lnTo>
                  <a:pt x="942975" y="428625"/>
                </a:lnTo>
                <a:lnTo>
                  <a:pt x="933450" y="428625"/>
                </a:lnTo>
                <a:close/>
                <a:moveTo>
                  <a:pt x="161925" y="428625"/>
                </a:moveTo>
                <a:lnTo>
                  <a:pt x="171450" y="428625"/>
                </a:lnTo>
                <a:lnTo>
                  <a:pt x="171450" y="438150"/>
                </a:lnTo>
                <a:lnTo>
                  <a:pt x="161925" y="438150"/>
                </a:lnTo>
                <a:close/>
                <a:moveTo>
                  <a:pt x="952500" y="428625"/>
                </a:moveTo>
                <a:lnTo>
                  <a:pt x="962025" y="428625"/>
                </a:lnTo>
                <a:lnTo>
                  <a:pt x="962025" y="438150"/>
                </a:lnTo>
                <a:lnTo>
                  <a:pt x="952500" y="438150"/>
                </a:lnTo>
                <a:close/>
                <a:moveTo>
                  <a:pt x="1695450" y="428625"/>
                </a:moveTo>
                <a:lnTo>
                  <a:pt x="1714500" y="428625"/>
                </a:lnTo>
                <a:lnTo>
                  <a:pt x="1714500" y="542925"/>
                </a:lnTo>
                <a:lnTo>
                  <a:pt x="1695450" y="542925"/>
                </a:lnTo>
                <a:lnTo>
                  <a:pt x="1695450" y="533400"/>
                </a:lnTo>
                <a:lnTo>
                  <a:pt x="1704975" y="533400"/>
                </a:lnTo>
                <a:lnTo>
                  <a:pt x="1704975" y="504825"/>
                </a:lnTo>
                <a:lnTo>
                  <a:pt x="1695450" y="504825"/>
                </a:lnTo>
                <a:lnTo>
                  <a:pt x="1695450" y="495300"/>
                </a:lnTo>
                <a:lnTo>
                  <a:pt x="1704975" y="495300"/>
                </a:lnTo>
                <a:lnTo>
                  <a:pt x="1704975" y="485775"/>
                </a:lnTo>
                <a:lnTo>
                  <a:pt x="1695450" y="485775"/>
                </a:lnTo>
                <a:lnTo>
                  <a:pt x="1695450" y="466725"/>
                </a:lnTo>
                <a:lnTo>
                  <a:pt x="1685925" y="466725"/>
                </a:lnTo>
                <a:lnTo>
                  <a:pt x="1685925" y="438150"/>
                </a:lnTo>
                <a:lnTo>
                  <a:pt x="1695450" y="438150"/>
                </a:lnTo>
                <a:close/>
                <a:moveTo>
                  <a:pt x="114300" y="457200"/>
                </a:moveTo>
                <a:lnTo>
                  <a:pt x="123825" y="457200"/>
                </a:lnTo>
                <a:lnTo>
                  <a:pt x="123825" y="466725"/>
                </a:lnTo>
                <a:lnTo>
                  <a:pt x="133350" y="466725"/>
                </a:lnTo>
                <a:lnTo>
                  <a:pt x="133350" y="457200"/>
                </a:lnTo>
                <a:lnTo>
                  <a:pt x="142875" y="457200"/>
                </a:lnTo>
                <a:lnTo>
                  <a:pt x="142875" y="476250"/>
                </a:lnTo>
                <a:lnTo>
                  <a:pt x="152400" y="476250"/>
                </a:lnTo>
                <a:lnTo>
                  <a:pt x="152400" y="495300"/>
                </a:lnTo>
                <a:lnTo>
                  <a:pt x="133350" y="495300"/>
                </a:lnTo>
                <a:lnTo>
                  <a:pt x="133350" y="504825"/>
                </a:lnTo>
                <a:lnTo>
                  <a:pt x="123825" y="504825"/>
                </a:lnTo>
                <a:lnTo>
                  <a:pt x="123825" y="495300"/>
                </a:lnTo>
                <a:lnTo>
                  <a:pt x="114300" y="495300"/>
                </a:lnTo>
                <a:close/>
                <a:moveTo>
                  <a:pt x="952500" y="466725"/>
                </a:moveTo>
                <a:lnTo>
                  <a:pt x="962025" y="466725"/>
                </a:lnTo>
                <a:lnTo>
                  <a:pt x="962025" y="476250"/>
                </a:lnTo>
                <a:lnTo>
                  <a:pt x="952500" y="476250"/>
                </a:lnTo>
                <a:close/>
                <a:moveTo>
                  <a:pt x="295275" y="476250"/>
                </a:moveTo>
                <a:lnTo>
                  <a:pt x="304800" y="476250"/>
                </a:lnTo>
                <a:lnTo>
                  <a:pt x="304800" y="485775"/>
                </a:lnTo>
                <a:lnTo>
                  <a:pt x="295275" y="485775"/>
                </a:lnTo>
                <a:close/>
                <a:moveTo>
                  <a:pt x="723900" y="476250"/>
                </a:moveTo>
                <a:lnTo>
                  <a:pt x="762000" y="476250"/>
                </a:lnTo>
                <a:lnTo>
                  <a:pt x="762000" y="485775"/>
                </a:lnTo>
                <a:lnTo>
                  <a:pt x="771525" y="485775"/>
                </a:lnTo>
                <a:lnTo>
                  <a:pt x="771525" y="495300"/>
                </a:lnTo>
                <a:lnTo>
                  <a:pt x="752475" y="495300"/>
                </a:lnTo>
                <a:lnTo>
                  <a:pt x="752475" y="504825"/>
                </a:lnTo>
                <a:lnTo>
                  <a:pt x="742950" y="504825"/>
                </a:lnTo>
                <a:lnTo>
                  <a:pt x="742950" y="495300"/>
                </a:lnTo>
                <a:lnTo>
                  <a:pt x="733425" y="495300"/>
                </a:lnTo>
                <a:lnTo>
                  <a:pt x="733425" y="485775"/>
                </a:lnTo>
                <a:lnTo>
                  <a:pt x="723900" y="485775"/>
                </a:lnTo>
                <a:close/>
                <a:moveTo>
                  <a:pt x="828675" y="476250"/>
                </a:moveTo>
                <a:lnTo>
                  <a:pt x="847725" y="476250"/>
                </a:lnTo>
                <a:lnTo>
                  <a:pt x="847725" y="495300"/>
                </a:lnTo>
                <a:lnTo>
                  <a:pt x="819150" y="495300"/>
                </a:lnTo>
                <a:lnTo>
                  <a:pt x="819150" y="485775"/>
                </a:lnTo>
                <a:lnTo>
                  <a:pt x="828675" y="485775"/>
                </a:lnTo>
                <a:close/>
                <a:moveTo>
                  <a:pt x="285750" y="485775"/>
                </a:moveTo>
                <a:lnTo>
                  <a:pt x="295275" y="485775"/>
                </a:lnTo>
                <a:lnTo>
                  <a:pt x="295275" y="495300"/>
                </a:lnTo>
                <a:lnTo>
                  <a:pt x="285750" y="495300"/>
                </a:lnTo>
                <a:close/>
                <a:moveTo>
                  <a:pt x="295275" y="504825"/>
                </a:moveTo>
                <a:lnTo>
                  <a:pt x="304800" y="504825"/>
                </a:lnTo>
                <a:lnTo>
                  <a:pt x="304800" y="514350"/>
                </a:lnTo>
                <a:lnTo>
                  <a:pt x="295275" y="514350"/>
                </a:lnTo>
                <a:close/>
                <a:moveTo>
                  <a:pt x="219075" y="514350"/>
                </a:moveTo>
                <a:lnTo>
                  <a:pt x="228600" y="514350"/>
                </a:lnTo>
                <a:lnTo>
                  <a:pt x="228600" y="533400"/>
                </a:lnTo>
                <a:lnTo>
                  <a:pt x="219075" y="533400"/>
                </a:lnTo>
                <a:close/>
                <a:moveTo>
                  <a:pt x="885825" y="514350"/>
                </a:moveTo>
                <a:lnTo>
                  <a:pt x="904875" y="514350"/>
                </a:lnTo>
                <a:lnTo>
                  <a:pt x="904875" y="523875"/>
                </a:lnTo>
                <a:lnTo>
                  <a:pt x="895350" y="523875"/>
                </a:lnTo>
                <a:lnTo>
                  <a:pt x="895350" y="533400"/>
                </a:lnTo>
                <a:lnTo>
                  <a:pt x="885825" y="533400"/>
                </a:lnTo>
                <a:close/>
                <a:moveTo>
                  <a:pt x="1314450" y="514350"/>
                </a:moveTo>
                <a:lnTo>
                  <a:pt x="1323975" y="514350"/>
                </a:lnTo>
                <a:lnTo>
                  <a:pt x="1323975" y="504825"/>
                </a:lnTo>
                <a:lnTo>
                  <a:pt x="1314450" y="504825"/>
                </a:lnTo>
                <a:close/>
                <a:moveTo>
                  <a:pt x="171450" y="542925"/>
                </a:moveTo>
                <a:lnTo>
                  <a:pt x="180975" y="542925"/>
                </a:lnTo>
                <a:lnTo>
                  <a:pt x="180975" y="552450"/>
                </a:lnTo>
                <a:lnTo>
                  <a:pt x="171450" y="552450"/>
                </a:lnTo>
                <a:close/>
                <a:moveTo>
                  <a:pt x="1685925" y="542925"/>
                </a:moveTo>
                <a:lnTo>
                  <a:pt x="1695450" y="542925"/>
                </a:lnTo>
                <a:lnTo>
                  <a:pt x="1695450" y="571500"/>
                </a:lnTo>
                <a:lnTo>
                  <a:pt x="1685925" y="571500"/>
                </a:lnTo>
                <a:close/>
                <a:moveTo>
                  <a:pt x="161925" y="552450"/>
                </a:moveTo>
                <a:lnTo>
                  <a:pt x="171450" y="552450"/>
                </a:lnTo>
                <a:lnTo>
                  <a:pt x="171450" y="561975"/>
                </a:lnTo>
                <a:lnTo>
                  <a:pt x="161925" y="561975"/>
                </a:lnTo>
                <a:close/>
                <a:moveTo>
                  <a:pt x="247650" y="552450"/>
                </a:moveTo>
                <a:lnTo>
                  <a:pt x="257175" y="552450"/>
                </a:lnTo>
                <a:lnTo>
                  <a:pt x="257175" y="561975"/>
                </a:lnTo>
                <a:lnTo>
                  <a:pt x="247650" y="561975"/>
                </a:lnTo>
                <a:close/>
                <a:moveTo>
                  <a:pt x="914400" y="552450"/>
                </a:moveTo>
                <a:lnTo>
                  <a:pt x="923925" y="552450"/>
                </a:lnTo>
                <a:lnTo>
                  <a:pt x="923925" y="561975"/>
                </a:lnTo>
                <a:lnTo>
                  <a:pt x="914400" y="561975"/>
                </a:lnTo>
                <a:close/>
                <a:moveTo>
                  <a:pt x="133350" y="561975"/>
                </a:moveTo>
                <a:lnTo>
                  <a:pt x="142875" y="561975"/>
                </a:lnTo>
                <a:lnTo>
                  <a:pt x="142875" y="571500"/>
                </a:lnTo>
                <a:lnTo>
                  <a:pt x="133350" y="571500"/>
                </a:lnTo>
                <a:close/>
                <a:moveTo>
                  <a:pt x="180975" y="561975"/>
                </a:moveTo>
                <a:lnTo>
                  <a:pt x="190500" y="561975"/>
                </a:lnTo>
                <a:lnTo>
                  <a:pt x="190500" y="581025"/>
                </a:lnTo>
                <a:lnTo>
                  <a:pt x="171450" y="581025"/>
                </a:lnTo>
                <a:lnTo>
                  <a:pt x="171450" y="571500"/>
                </a:lnTo>
                <a:lnTo>
                  <a:pt x="180975" y="571500"/>
                </a:lnTo>
                <a:close/>
                <a:moveTo>
                  <a:pt x="219075" y="561975"/>
                </a:moveTo>
                <a:lnTo>
                  <a:pt x="228600" y="561975"/>
                </a:lnTo>
                <a:lnTo>
                  <a:pt x="228600" y="571500"/>
                </a:lnTo>
                <a:lnTo>
                  <a:pt x="219075" y="571500"/>
                </a:lnTo>
                <a:close/>
                <a:moveTo>
                  <a:pt x="1028700" y="561975"/>
                </a:moveTo>
                <a:lnTo>
                  <a:pt x="1038225" y="561975"/>
                </a:lnTo>
                <a:lnTo>
                  <a:pt x="1038225" y="571500"/>
                </a:lnTo>
                <a:lnTo>
                  <a:pt x="1028700" y="571500"/>
                </a:lnTo>
                <a:close/>
                <a:moveTo>
                  <a:pt x="1695450" y="609600"/>
                </a:moveTo>
                <a:lnTo>
                  <a:pt x="1714500" y="609600"/>
                </a:lnTo>
                <a:lnTo>
                  <a:pt x="1714500" y="628650"/>
                </a:lnTo>
                <a:lnTo>
                  <a:pt x="1695450" y="628650"/>
                </a:lnTo>
                <a:close/>
                <a:moveTo>
                  <a:pt x="228600" y="619125"/>
                </a:moveTo>
                <a:lnTo>
                  <a:pt x="247650" y="619125"/>
                </a:lnTo>
                <a:lnTo>
                  <a:pt x="247650" y="638175"/>
                </a:lnTo>
                <a:lnTo>
                  <a:pt x="238125" y="638175"/>
                </a:lnTo>
                <a:lnTo>
                  <a:pt x="238125" y="628650"/>
                </a:lnTo>
                <a:lnTo>
                  <a:pt x="228600" y="628650"/>
                </a:lnTo>
                <a:close/>
                <a:moveTo>
                  <a:pt x="495300" y="619125"/>
                </a:moveTo>
                <a:lnTo>
                  <a:pt x="504825" y="619125"/>
                </a:lnTo>
                <a:lnTo>
                  <a:pt x="504825" y="638175"/>
                </a:lnTo>
                <a:lnTo>
                  <a:pt x="485775" y="638175"/>
                </a:lnTo>
                <a:lnTo>
                  <a:pt x="485775" y="628650"/>
                </a:lnTo>
                <a:lnTo>
                  <a:pt x="495300" y="628650"/>
                </a:lnTo>
                <a:close/>
                <a:moveTo>
                  <a:pt x="1104900" y="619125"/>
                </a:moveTo>
                <a:lnTo>
                  <a:pt x="1114425" y="619125"/>
                </a:lnTo>
                <a:lnTo>
                  <a:pt x="1114425" y="638175"/>
                </a:lnTo>
                <a:lnTo>
                  <a:pt x="1123950" y="638175"/>
                </a:lnTo>
                <a:lnTo>
                  <a:pt x="1123950" y="647700"/>
                </a:lnTo>
                <a:lnTo>
                  <a:pt x="1114425" y="647700"/>
                </a:lnTo>
                <a:lnTo>
                  <a:pt x="1114425" y="657225"/>
                </a:lnTo>
                <a:lnTo>
                  <a:pt x="1104900" y="657225"/>
                </a:lnTo>
                <a:lnTo>
                  <a:pt x="1104900" y="666750"/>
                </a:lnTo>
                <a:lnTo>
                  <a:pt x="1085850" y="666750"/>
                </a:lnTo>
                <a:lnTo>
                  <a:pt x="1085850" y="657225"/>
                </a:lnTo>
                <a:lnTo>
                  <a:pt x="1095375" y="657225"/>
                </a:lnTo>
                <a:lnTo>
                  <a:pt x="1095375" y="628650"/>
                </a:lnTo>
                <a:lnTo>
                  <a:pt x="1104900" y="628650"/>
                </a:lnTo>
                <a:close/>
                <a:moveTo>
                  <a:pt x="1638300" y="619125"/>
                </a:moveTo>
                <a:lnTo>
                  <a:pt x="1647825" y="619125"/>
                </a:lnTo>
                <a:lnTo>
                  <a:pt x="1647825" y="628650"/>
                </a:lnTo>
                <a:lnTo>
                  <a:pt x="1638300" y="628650"/>
                </a:lnTo>
                <a:close/>
                <a:moveTo>
                  <a:pt x="400050" y="628650"/>
                </a:moveTo>
                <a:lnTo>
                  <a:pt x="419100" y="628650"/>
                </a:lnTo>
                <a:lnTo>
                  <a:pt x="419100" y="647700"/>
                </a:lnTo>
                <a:lnTo>
                  <a:pt x="400050" y="647700"/>
                </a:lnTo>
                <a:close/>
                <a:moveTo>
                  <a:pt x="1590675" y="628650"/>
                </a:moveTo>
                <a:lnTo>
                  <a:pt x="1600200" y="628650"/>
                </a:lnTo>
                <a:lnTo>
                  <a:pt x="1600200" y="638175"/>
                </a:lnTo>
                <a:lnTo>
                  <a:pt x="1590675" y="638175"/>
                </a:lnTo>
                <a:close/>
                <a:moveTo>
                  <a:pt x="1447800" y="638175"/>
                </a:moveTo>
                <a:lnTo>
                  <a:pt x="1476375" y="638175"/>
                </a:lnTo>
                <a:lnTo>
                  <a:pt x="1476375" y="647700"/>
                </a:lnTo>
                <a:lnTo>
                  <a:pt x="1447800" y="647700"/>
                </a:lnTo>
                <a:close/>
                <a:moveTo>
                  <a:pt x="1323975" y="647700"/>
                </a:moveTo>
                <a:lnTo>
                  <a:pt x="1352550" y="647700"/>
                </a:lnTo>
                <a:lnTo>
                  <a:pt x="1352550" y="657225"/>
                </a:lnTo>
                <a:lnTo>
                  <a:pt x="1323975" y="657225"/>
                </a:lnTo>
                <a:close/>
                <a:moveTo>
                  <a:pt x="1362075" y="647700"/>
                </a:moveTo>
                <a:lnTo>
                  <a:pt x="1371600" y="647700"/>
                </a:lnTo>
                <a:lnTo>
                  <a:pt x="1371600" y="657225"/>
                </a:lnTo>
                <a:lnTo>
                  <a:pt x="1362075" y="657225"/>
                </a:lnTo>
                <a:close/>
                <a:moveTo>
                  <a:pt x="1076325" y="666750"/>
                </a:moveTo>
                <a:lnTo>
                  <a:pt x="1085850" y="666750"/>
                </a:lnTo>
                <a:lnTo>
                  <a:pt x="1085850" y="676275"/>
                </a:lnTo>
                <a:lnTo>
                  <a:pt x="1076325" y="676275"/>
                </a:lnTo>
                <a:close/>
                <a:moveTo>
                  <a:pt x="295275" y="676275"/>
                </a:moveTo>
                <a:lnTo>
                  <a:pt x="304800" y="676275"/>
                </a:lnTo>
                <a:lnTo>
                  <a:pt x="304800" y="685800"/>
                </a:lnTo>
                <a:lnTo>
                  <a:pt x="295275" y="685800"/>
                </a:lnTo>
                <a:close/>
                <a:moveTo>
                  <a:pt x="1171575" y="676275"/>
                </a:moveTo>
                <a:lnTo>
                  <a:pt x="1190625" y="676275"/>
                </a:lnTo>
                <a:lnTo>
                  <a:pt x="1190625" y="685800"/>
                </a:lnTo>
                <a:lnTo>
                  <a:pt x="1181100" y="685800"/>
                </a:lnTo>
                <a:lnTo>
                  <a:pt x="1181100" y="695325"/>
                </a:lnTo>
                <a:lnTo>
                  <a:pt x="1190625" y="695325"/>
                </a:lnTo>
                <a:lnTo>
                  <a:pt x="1190625" y="704850"/>
                </a:lnTo>
                <a:lnTo>
                  <a:pt x="1171575" y="704850"/>
                </a:lnTo>
                <a:close/>
                <a:moveTo>
                  <a:pt x="1266825" y="676275"/>
                </a:moveTo>
                <a:lnTo>
                  <a:pt x="1276350" y="676275"/>
                </a:lnTo>
                <a:lnTo>
                  <a:pt x="1276350" y="685800"/>
                </a:lnTo>
                <a:lnTo>
                  <a:pt x="1266825" y="685800"/>
                </a:lnTo>
                <a:close/>
                <a:moveTo>
                  <a:pt x="1695450" y="676275"/>
                </a:moveTo>
                <a:lnTo>
                  <a:pt x="1704975" y="676275"/>
                </a:lnTo>
                <a:lnTo>
                  <a:pt x="1704975" y="685800"/>
                </a:lnTo>
                <a:lnTo>
                  <a:pt x="1695450" y="685800"/>
                </a:lnTo>
                <a:close/>
                <a:moveTo>
                  <a:pt x="914400" y="685800"/>
                </a:moveTo>
                <a:lnTo>
                  <a:pt x="923925" y="685800"/>
                </a:lnTo>
                <a:lnTo>
                  <a:pt x="923925" y="695325"/>
                </a:lnTo>
                <a:lnTo>
                  <a:pt x="914400" y="695325"/>
                </a:lnTo>
                <a:close/>
                <a:moveTo>
                  <a:pt x="1000125" y="685800"/>
                </a:moveTo>
                <a:lnTo>
                  <a:pt x="1019175" y="685800"/>
                </a:lnTo>
                <a:lnTo>
                  <a:pt x="1019175" y="695325"/>
                </a:lnTo>
                <a:lnTo>
                  <a:pt x="1000125" y="695325"/>
                </a:lnTo>
                <a:close/>
                <a:moveTo>
                  <a:pt x="1295400" y="685800"/>
                </a:moveTo>
                <a:lnTo>
                  <a:pt x="1314450" y="685800"/>
                </a:lnTo>
                <a:lnTo>
                  <a:pt x="1314450" y="695325"/>
                </a:lnTo>
                <a:lnTo>
                  <a:pt x="1295400" y="695325"/>
                </a:lnTo>
                <a:close/>
                <a:moveTo>
                  <a:pt x="1447800" y="685800"/>
                </a:moveTo>
                <a:lnTo>
                  <a:pt x="1476375" y="685800"/>
                </a:lnTo>
                <a:lnTo>
                  <a:pt x="1476375" y="695325"/>
                </a:lnTo>
                <a:lnTo>
                  <a:pt x="1447800" y="695325"/>
                </a:lnTo>
                <a:close/>
                <a:moveTo>
                  <a:pt x="1552575" y="685800"/>
                </a:moveTo>
                <a:lnTo>
                  <a:pt x="1562100" y="685800"/>
                </a:lnTo>
                <a:lnTo>
                  <a:pt x="1562100" y="695325"/>
                </a:lnTo>
                <a:lnTo>
                  <a:pt x="1552575" y="695325"/>
                </a:lnTo>
                <a:close/>
                <a:moveTo>
                  <a:pt x="1704975" y="685800"/>
                </a:moveTo>
                <a:lnTo>
                  <a:pt x="1714500" y="685800"/>
                </a:lnTo>
                <a:lnTo>
                  <a:pt x="1714500" y="695325"/>
                </a:lnTo>
                <a:lnTo>
                  <a:pt x="1704975" y="695325"/>
                </a:lnTo>
                <a:close/>
                <a:moveTo>
                  <a:pt x="1190625" y="704850"/>
                </a:moveTo>
                <a:lnTo>
                  <a:pt x="1200150" y="704850"/>
                </a:lnTo>
                <a:lnTo>
                  <a:pt x="1200150" y="714375"/>
                </a:lnTo>
                <a:lnTo>
                  <a:pt x="1190625" y="714375"/>
                </a:lnTo>
                <a:close/>
                <a:moveTo>
                  <a:pt x="1285875" y="704850"/>
                </a:moveTo>
                <a:lnTo>
                  <a:pt x="1295400" y="704850"/>
                </a:lnTo>
                <a:lnTo>
                  <a:pt x="1295400" y="714375"/>
                </a:lnTo>
                <a:lnTo>
                  <a:pt x="1285875" y="714375"/>
                </a:lnTo>
                <a:close/>
                <a:moveTo>
                  <a:pt x="1181100" y="723900"/>
                </a:moveTo>
                <a:lnTo>
                  <a:pt x="1190625" y="723900"/>
                </a:lnTo>
                <a:lnTo>
                  <a:pt x="1190625" y="733425"/>
                </a:lnTo>
                <a:lnTo>
                  <a:pt x="1209675" y="733425"/>
                </a:lnTo>
                <a:lnTo>
                  <a:pt x="1209675" y="742950"/>
                </a:lnTo>
                <a:lnTo>
                  <a:pt x="1200150" y="742950"/>
                </a:lnTo>
                <a:lnTo>
                  <a:pt x="1200150" y="752475"/>
                </a:lnTo>
                <a:lnTo>
                  <a:pt x="1190625" y="752475"/>
                </a:lnTo>
                <a:lnTo>
                  <a:pt x="1190625" y="742950"/>
                </a:lnTo>
                <a:lnTo>
                  <a:pt x="1181100" y="742950"/>
                </a:lnTo>
                <a:close/>
                <a:moveTo>
                  <a:pt x="1695450" y="733425"/>
                </a:moveTo>
                <a:lnTo>
                  <a:pt x="1714500" y="733425"/>
                </a:lnTo>
                <a:lnTo>
                  <a:pt x="1714500" y="762000"/>
                </a:lnTo>
                <a:lnTo>
                  <a:pt x="1695450" y="762000"/>
                </a:lnTo>
                <a:close/>
                <a:moveTo>
                  <a:pt x="895350" y="742950"/>
                </a:moveTo>
                <a:lnTo>
                  <a:pt x="904875" y="742950"/>
                </a:lnTo>
                <a:lnTo>
                  <a:pt x="904875" y="752475"/>
                </a:lnTo>
                <a:lnTo>
                  <a:pt x="895350" y="752475"/>
                </a:lnTo>
                <a:close/>
                <a:moveTo>
                  <a:pt x="914400" y="742950"/>
                </a:moveTo>
                <a:lnTo>
                  <a:pt x="923925" y="742950"/>
                </a:lnTo>
                <a:lnTo>
                  <a:pt x="923925" y="752475"/>
                </a:lnTo>
                <a:lnTo>
                  <a:pt x="914400" y="752475"/>
                </a:lnTo>
                <a:close/>
                <a:moveTo>
                  <a:pt x="962025" y="752475"/>
                </a:moveTo>
                <a:lnTo>
                  <a:pt x="971550" y="752475"/>
                </a:lnTo>
                <a:lnTo>
                  <a:pt x="971550" y="771525"/>
                </a:lnTo>
                <a:lnTo>
                  <a:pt x="952500" y="771525"/>
                </a:lnTo>
                <a:lnTo>
                  <a:pt x="952500" y="762000"/>
                </a:lnTo>
                <a:lnTo>
                  <a:pt x="962025" y="762000"/>
                </a:lnTo>
                <a:close/>
                <a:moveTo>
                  <a:pt x="1019175" y="752475"/>
                </a:moveTo>
                <a:lnTo>
                  <a:pt x="1038225" y="752475"/>
                </a:lnTo>
                <a:lnTo>
                  <a:pt x="1038225" y="762000"/>
                </a:lnTo>
                <a:lnTo>
                  <a:pt x="1019175" y="762000"/>
                </a:lnTo>
                <a:close/>
                <a:moveTo>
                  <a:pt x="1047750" y="752475"/>
                </a:moveTo>
                <a:lnTo>
                  <a:pt x="1057275" y="752475"/>
                </a:lnTo>
                <a:lnTo>
                  <a:pt x="1057275" y="762000"/>
                </a:lnTo>
                <a:lnTo>
                  <a:pt x="1047750" y="762000"/>
                </a:lnTo>
                <a:close/>
                <a:moveTo>
                  <a:pt x="1076325" y="752475"/>
                </a:moveTo>
                <a:lnTo>
                  <a:pt x="1085850" y="752475"/>
                </a:lnTo>
                <a:lnTo>
                  <a:pt x="1085850" y="771525"/>
                </a:lnTo>
                <a:lnTo>
                  <a:pt x="1076325" y="771525"/>
                </a:lnTo>
                <a:lnTo>
                  <a:pt x="1076325" y="781050"/>
                </a:lnTo>
                <a:lnTo>
                  <a:pt x="1066800" y="781050"/>
                </a:lnTo>
                <a:lnTo>
                  <a:pt x="1066800" y="771525"/>
                </a:lnTo>
                <a:lnTo>
                  <a:pt x="1057275" y="771525"/>
                </a:lnTo>
                <a:lnTo>
                  <a:pt x="1057275" y="762000"/>
                </a:lnTo>
                <a:lnTo>
                  <a:pt x="1076325" y="762000"/>
                </a:lnTo>
                <a:close/>
                <a:moveTo>
                  <a:pt x="1266825" y="762000"/>
                </a:moveTo>
                <a:lnTo>
                  <a:pt x="1276350" y="762000"/>
                </a:lnTo>
                <a:lnTo>
                  <a:pt x="1276350" y="771525"/>
                </a:lnTo>
                <a:lnTo>
                  <a:pt x="1266825" y="771525"/>
                </a:lnTo>
                <a:close/>
                <a:moveTo>
                  <a:pt x="1343025" y="762000"/>
                </a:moveTo>
                <a:lnTo>
                  <a:pt x="1362075" y="762000"/>
                </a:lnTo>
                <a:lnTo>
                  <a:pt x="1362075" y="771525"/>
                </a:lnTo>
                <a:lnTo>
                  <a:pt x="1343025" y="771525"/>
                </a:lnTo>
                <a:close/>
                <a:moveTo>
                  <a:pt x="1695450" y="790575"/>
                </a:moveTo>
                <a:lnTo>
                  <a:pt x="1704975" y="790575"/>
                </a:lnTo>
                <a:lnTo>
                  <a:pt x="1704975" y="800100"/>
                </a:lnTo>
                <a:lnTo>
                  <a:pt x="1714500" y="800100"/>
                </a:lnTo>
                <a:lnTo>
                  <a:pt x="1714500" y="819150"/>
                </a:lnTo>
                <a:lnTo>
                  <a:pt x="1695450" y="819150"/>
                </a:lnTo>
                <a:close/>
                <a:moveTo>
                  <a:pt x="114300" y="800100"/>
                </a:moveTo>
                <a:lnTo>
                  <a:pt x="123825" y="800100"/>
                </a:lnTo>
                <a:lnTo>
                  <a:pt x="123825" y="809625"/>
                </a:lnTo>
                <a:lnTo>
                  <a:pt x="114300" y="809625"/>
                </a:lnTo>
                <a:close/>
                <a:moveTo>
                  <a:pt x="133350" y="800100"/>
                </a:moveTo>
                <a:lnTo>
                  <a:pt x="142875" y="800100"/>
                </a:lnTo>
                <a:lnTo>
                  <a:pt x="142875" y="809625"/>
                </a:lnTo>
                <a:lnTo>
                  <a:pt x="133350" y="809625"/>
                </a:lnTo>
                <a:close/>
                <a:moveTo>
                  <a:pt x="990600" y="800100"/>
                </a:moveTo>
                <a:lnTo>
                  <a:pt x="1000125" y="800100"/>
                </a:lnTo>
                <a:lnTo>
                  <a:pt x="1000125" y="809625"/>
                </a:lnTo>
                <a:lnTo>
                  <a:pt x="990600" y="809625"/>
                </a:lnTo>
                <a:close/>
                <a:moveTo>
                  <a:pt x="685800" y="809625"/>
                </a:moveTo>
                <a:lnTo>
                  <a:pt x="695325" y="809625"/>
                </a:lnTo>
                <a:lnTo>
                  <a:pt x="695325" y="828675"/>
                </a:lnTo>
                <a:lnTo>
                  <a:pt x="685800" y="828675"/>
                </a:lnTo>
                <a:close/>
                <a:moveTo>
                  <a:pt x="114300" y="828675"/>
                </a:moveTo>
                <a:lnTo>
                  <a:pt x="123825" y="828675"/>
                </a:lnTo>
                <a:lnTo>
                  <a:pt x="123825" y="838200"/>
                </a:lnTo>
                <a:lnTo>
                  <a:pt x="114300" y="838200"/>
                </a:lnTo>
                <a:close/>
                <a:moveTo>
                  <a:pt x="133350" y="838200"/>
                </a:moveTo>
                <a:lnTo>
                  <a:pt x="142875" y="838200"/>
                </a:lnTo>
                <a:lnTo>
                  <a:pt x="142875" y="847725"/>
                </a:lnTo>
                <a:lnTo>
                  <a:pt x="133350" y="847725"/>
                </a:lnTo>
                <a:close/>
                <a:moveTo>
                  <a:pt x="609600" y="866775"/>
                </a:moveTo>
                <a:lnTo>
                  <a:pt x="619125" y="866775"/>
                </a:lnTo>
                <a:lnTo>
                  <a:pt x="619125" y="876300"/>
                </a:lnTo>
                <a:lnTo>
                  <a:pt x="609600" y="876300"/>
                </a:lnTo>
                <a:close/>
                <a:moveTo>
                  <a:pt x="1695450" y="866775"/>
                </a:moveTo>
                <a:lnTo>
                  <a:pt x="1714500" y="866775"/>
                </a:lnTo>
                <a:lnTo>
                  <a:pt x="1714500" y="876300"/>
                </a:lnTo>
                <a:lnTo>
                  <a:pt x="1695450" y="876300"/>
                </a:lnTo>
                <a:close/>
                <a:moveTo>
                  <a:pt x="685800" y="895350"/>
                </a:moveTo>
                <a:lnTo>
                  <a:pt x="695325" y="895350"/>
                </a:lnTo>
                <a:lnTo>
                  <a:pt x="695325" y="904875"/>
                </a:lnTo>
                <a:lnTo>
                  <a:pt x="685800" y="904875"/>
                </a:lnTo>
                <a:close/>
                <a:moveTo>
                  <a:pt x="180975" y="933450"/>
                </a:moveTo>
                <a:lnTo>
                  <a:pt x="190500" y="933450"/>
                </a:lnTo>
                <a:lnTo>
                  <a:pt x="190500" y="942975"/>
                </a:lnTo>
                <a:lnTo>
                  <a:pt x="180975" y="942975"/>
                </a:lnTo>
                <a:close/>
                <a:moveTo>
                  <a:pt x="1704975" y="942975"/>
                </a:moveTo>
                <a:lnTo>
                  <a:pt x="1714500" y="942975"/>
                </a:lnTo>
                <a:lnTo>
                  <a:pt x="1714500" y="971550"/>
                </a:lnTo>
                <a:lnTo>
                  <a:pt x="1704975" y="971550"/>
                </a:lnTo>
                <a:close/>
                <a:moveTo>
                  <a:pt x="1695450" y="971550"/>
                </a:moveTo>
                <a:lnTo>
                  <a:pt x="1704975" y="971550"/>
                </a:lnTo>
                <a:lnTo>
                  <a:pt x="1704975" y="981075"/>
                </a:lnTo>
                <a:lnTo>
                  <a:pt x="1695450" y="981075"/>
                </a:lnTo>
                <a:close/>
                <a:moveTo>
                  <a:pt x="276225" y="1000125"/>
                </a:moveTo>
                <a:lnTo>
                  <a:pt x="323850" y="1000125"/>
                </a:lnTo>
                <a:lnTo>
                  <a:pt x="323850" y="1009650"/>
                </a:lnTo>
                <a:lnTo>
                  <a:pt x="314325" y="1009650"/>
                </a:lnTo>
                <a:lnTo>
                  <a:pt x="314325" y="1028700"/>
                </a:lnTo>
                <a:lnTo>
                  <a:pt x="304800" y="1028700"/>
                </a:lnTo>
                <a:lnTo>
                  <a:pt x="304800" y="1038225"/>
                </a:lnTo>
                <a:lnTo>
                  <a:pt x="314325" y="1038225"/>
                </a:lnTo>
                <a:lnTo>
                  <a:pt x="314325" y="1047750"/>
                </a:lnTo>
                <a:lnTo>
                  <a:pt x="295275" y="1047750"/>
                </a:lnTo>
                <a:lnTo>
                  <a:pt x="295275" y="1038225"/>
                </a:lnTo>
                <a:lnTo>
                  <a:pt x="276225" y="1038225"/>
                </a:lnTo>
                <a:close/>
                <a:moveTo>
                  <a:pt x="333375" y="1009650"/>
                </a:moveTo>
                <a:lnTo>
                  <a:pt x="342900" y="1009650"/>
                </a:lnTo>
                <a:lnTo>
                  <a:pt x="342900" y="1019175"/>
                </a:lnTo>
                <a:lnTo>
                  <a:pt x="333375" y="1019175"/>
                </a:lnTo>
                <a:close/>
                <a:moveTo>
                  <a:pt x="342900" y="1019175"/>
                </a:moveTo>
                <a:lnTo>
                  <a:pt x="361950" y="1019175"/>
                </a:lnTo>
                <a:lnTo>
                  <a:pt x="361950" y="1028700"/>
                </a:lnTo>
                <a:lnTo>
                  <a:pt x="381000" y="1028700"/>
                </a:lnTo>
                <a:lnTo>
                  <a:pt x="381000" y="1038225"/>
                </a:lnTo>
                <a:lnTo>
                  <a:pt x="352425" y="1038225"/>
                </a:lnTo>
                <a:lnTo>
                  <a:pt x="352425" y="1028700"/>
                </a:lnTo>
                <a:lnTo>
                  <a:pt x="342900" y="1028700"/>
                </a:lnTo>
                <a:close/>
                <a:moveTo>
                  <a:pt x="381000" y="1038225"/>
                </a:moveTo>
                <a:lnTo>
                  <a:pt x="419100" y="1038225"/>
                </a:lnTo>
                <a:lnTo>
                  <a:pt x="419100" y="1047750"/>
                </a:lnTo>
                <a:lnTo>
                  <a:pt x="381000" y="1047750"/>
                </a:lnTo>
                <a:close/>
                <a:moveTo>
                  <a:pt x="447675" y="1047750"/>
                </a:moveTo>
                <a:lnTo>
                  <a:pt x="457200" y="1047750"/>
                </a:lnTo>
                <a:lnTo>
                  <a:pt x="457200" y="1057275"/>
                </a:lnTo>
                <a:lnTo>
                  <a:pt x="466725" y="1057275"/>
                </a:lnTo>
                <a:lnTo>
                  <a:pt x="466725" y="1066800"/>
                </a:lnTo>
                <a:lnTo>
                  <a:pt x="447675" y="1066800"/>
                </a:lnTo>
                <a:close/>
                <a:moveTo>
                  <a:pt x="847725" y="1143000"/>
                </a:moveTo>
                <a:lnTo>
                  <a:pt x="857250" y="1143000"/>
                </a:lnTo>
                <a:lnTo>
                  <a:pt x="857250" y="1171575"/>
                </a:lnTo>
                <a:lnTo>
                  <a:pt x="828675" y="1171575"/>
                </a:lnTo>
                <a:lnTo>
                  <a:pt x="828675" y="1152525"/>
                </a:lnTo>
                <a:lnTo>
                  <a:pt x="847725" y="1152525"/>
                </a:lnTo>
                <a:close/>
                <a:moveTo>
                  <a:pt x="1562100" y="1143000"/>
                </a:moveTo>
                <a:lnTo>
                  <a:pt x="1571625" y="1143000"/>
                </a:lnTo>
                <a:lnTo>
                  <a:pt x="1571625" y="1152525"/>
                </a:lnTo>
                <a:lnTo>
                  <a:pt x="1581150" y="1152525"/>
                </a:lnTo>
                <a:lnTo>
                  <a:pt x="1581150" y="1162050"/>
                </a:lnTo>
                <a:lnTo>
                  <a:pt x="1571625" y="1162050"/>
                </a:lnTo>
                <a:lnTo>
                  <a:pt x="1571625" y="1181100"/>
                </a:lnTo>
                <a:lnTo>
                  <a:pt x="1543050" y="1181100"/>
                </a:lnTo>
                <a:lnTo>
                  <a:pt x="1543050" y="1152525"/>
                </a:lnTo>
                <a:lnTo>
                  <a:pt x="1562100" y="1152525"/>
                </a:lnTo>
                <a:close/>
                <a:moveTo>
                  <a:pt x="552450" y="1152525"/>
                </a:moveTo>
                <a:lnTo>
                  <a:pt x="571500" y="1152525"/>
                </a:lnTo>
                <a:lnTo>
                  <a:pt x="571500" y="1162050"/>
                </a:lnTo>
                <a:lnTo>
                  <a:pt x="581025" y="1162050"/>
                </a:lnTo>
                <a:lnTo>
                  <a:pt x="581025" y="1181100"/>
                </a:lnTo>
                <a:lnTo>
                  <a:pt x="561975" y="1181100"/>
                </a:lnTo>
                <a:lnTo>
                  <a:pt x="561975" y="1162050"/>
                </a:lnTo>
                <a:lnTo>
                  <a:pt x="552450" y="1162050"/>
                </a:lnTo>
                <a:close/>
                <a:moveTo>
                  <a:pt x="600075" y="1152525"/>
                </a:moveTo>
                <a:lnTo>
                  <a:pt x="609600" y="1152525"/>
                </a:lnTo>
                <a:lnTo>
                  <a:pt x="609600" y="1162050"/>
                </a:lnTo>
                <a:lnTo>
                  <a:pt x="619125" y="1162050"/>
                </a:lnTo>
                <a:lnTo>
                  <a:pt x="619125" y="1171575"/>
                </a:lnTo>
                <a:lnTo>
                  <a:pt x="600075" y="1171575"/>
                </a:lnTo>
                <a:close/>
                <a:moveTo>
                  <a:pt x="781050" y="1162050"/>
                </a:moveTo>
                <a:lnTo>
                  <a:pt x="800100" y="1162050"/>
                </a:lnTo>
                <a:lnTo>
                  <a:pt x="800100" y="1181100"/>
                </a:lnTo>
                <a:lnTo>
                  <a:pt x="781050" y="1181100"/>
                </a:lnTo>
                <a:close/>
                <a:moveTo>
                  <a:pt x="1514475" y="1162050"/>
                </a:moveTo>
                <a:lnTo>
                  <a:pt x="1524000" y="1162050"/>
                </a:lnTo>
                <a:lnTo>
                  <a:pt x="1524000" y="1171575"/>
                </a:lnTo>
                <a:lnTo>
                  <a:pt x="1514475" y="1171575"/>
                </a:lnTo>
                <a:close/>
                <a:moveTo>
                  <a:pt x="514350" y="1171575"/>
                </a:moveTo>
                <a:lnTo>
                  <a:pt x="523875" y="1171575"/>
                </a:lnTo>
                <a:lnTo>
                  <a:pt x="523875" y="1181100"/>
                </a:lnTo>
                <a:lnTo>
                  <a:pt x="514350" y="1181100"/>
                </a:lnTo>
                <a:close/>
                <a:moveTo>
                  <a:pt x="619125" y="1171575"/>
                </a:moveTo>
                <a:lnTo>
                  <a:pt x="657225" y="1171575"/>
                </a:lnTo>
                <a:lnTo>
                  <a:pt x="657225" y="1181100"/>
                </a:lnTo>
                <a:lnTo>
                  <a:pt x="619125" y="1181100"/>
                </a:lnTo>
                <a:close/>
                <a:moveTo>
                  <a:pt x="1552575" y="1171575"/>
                </a:moveTo>
                <a:lnTo>
                  <a:pt x="1562100" y="1171575"/>
                </a:lnTo>
                <a:lnTo>
                  <a:pt x="1562100" y="1162050"/>
                </a:lnTo>
                <a:lnTo>
                  <a:pt x="1552575" y="1162050"/>
                </a:lnTo>
                <a:close/>
                <a:moveTo>
                  <a:pt x="657225" y="1181100"/>
                </a:moveTo>
                <a:lnTo>
                  <a:pt x="676275" y="1181100"/>
                </a:lnTo>
                <a:lnTo>
                  <a:pt x="676275" y="1190625"/>
                </a:lnTo>
                <a:lnTo>
                  <a:pt x="657225" y="1190625"/>
                </a:lnTo>
                <a:close/>
                <a:moveTo>
                  <a:pt x="685800" y="1181100"/>
                </a:moveTo>
                <a:lnTo>
                  <a:pt x="714375" y="1181100"/>
                </a:lnTo>
                <a:lnTo>
                  <a:pt x="714375" y="1190625"/>
                </a:lnTo>
                <a:lnTo>
                  <a:pt x="685800" y="1190625"/>
                </a:lnTo>
                <a:close/>
                <a:moveTo>
                  <a:pt x="723900" y="1190625"/>
                </a:moveTo>
                <a:lnTo>
                  <a:pt x="733425" y="1190625"/>
                </a:lnTo>
                <a:lnTo>
                  <a:pt x="733425" y="1200150"/>
                </a:lnTo>
                <a:lnTo>
                  <a:pt x="723900" y="1200150"/>
                </a:lnTo>
                <a:close/>
                <a:moveTo>
                  <a:pt x="114300" y="1209675"/>
                </a:moveTo>
                <a:lnTo>
                  <a:pt x="123825" y="1209675"/>
                </a:lnTo>
                <a:lnTo>
                  <a:pt x="123825" y="1238250"/>
                </a:lnTo>
                <a:lnTo>
                  <a:pt x="114300" y="1238250"/>
                </a:lnTo>
                <a:close/>
                <a:moveTo>
                  <a:pt x="133350" y="1228725"/>
                </a:moveTo>
                <a:lnTo>
                  <a:pt x="142875" y="1228725"/>
                </a:lnTo>
                <a:lnTo>
                  <a:pt x="142875" y="1238250"/>
                </a:lnTo>
                <a:lnTo>
                  <a:pt x="133350" y="1238250"/>
                </a:lnTo>
                <a:close/>
                <a:moveTo>
                  <a:pt x="1038225" y="1228725"/>
                </a:moveTo>
                <a:lnTo>
                  <a:pt x="1066800" y="1228725"/>
                </a:lnTo>
                <a:lnTo>
                  <a:pt x="1066800" y="1257300"/>
                </a:lnTo>
                <a:lnTo>
                  <a:pt x="1057275" y="1257300"/>
                </a:lnTo>
                <a:lnTo>
                  <a:pt x="1057275" y="1238250"/>
                </a:lnTo>
                <a:lnTo>
                  <a:pt x="1038225" y="1238250"/>
                </a:lnTo>
                <a:close/>
                <a:moveTo>
                  <a:pt x="1428750" y="1247775"/>
                </a:moveTo>
                <a:lnTo>
                  <a:pt x="1447800" y="1247775"/>
                </a:lnTo>
                <a:lnTo>
                  <a:pt x="1447800" y="1266825"/>
                </a:lnTo>
                <a:lnTo>
                  <a:pt x="1438275" y="1266825"/>
                </a:lnTo>
                <a:lnTo>
                  <a:pt x="1438275" y="1257300"/>
                </a:lnTo>
                <a:lnTo>
                  <a:pt x="1428750" y="1257300"/>
                </a:lnTo>
                <a:close/>
                <a:moveTo>
                  <a:pt x="1419225" y="1257300"/>
                </a:moveTo>
                <a:lnTo>
                  <a:pt x="1428750" y="1257300"/>
                </a:lnTo>
                <a:lnTo>
                  <a:pt x="1428750" y="1266825"/>
                </a:lnTo>
                <a:lnTo>
                  <a:pt x="1419225" y="1266825"/>
                </a:lnTo>
                <a:close/>
                <a:moveTo>
                  <a:pt x="1428750" y="1266825"/>
                </a:moveTo>
                <a:lnTo>
                  <a:pt x="1438275" y="1266825"/>
                </a:lnTo>
                <a:lnTo>
                  <a:pt x="1438275" y="1276350"/>
                </a:lnTo>
                <a:lnTo>
                  <a:pt x="1428750" y="1276350"/>
                </a:lnTo>
                <a:close/>
                <a:moveTo>
                  <a:pt x="1666875" y="1276350"/>
                </a:moveTo>
                <a:lnTo>
                  <a:pt x="1676400" y="1276350"/>
                </a:lnTo>
                <a:lnTo>
                  <a:pt x="1676400" y="1285875"/>
                </a:lnTo>
                <a:lnTo>
                  <a:pt x="1666875" y="1285875"/>
                </a:lnTo>
                <a:close/>
                <a:moveTo>
                  <a:pt x="1676400" y="1285875"/>
                </a:moveTo>
                <a:lnTo>
                  <a:pt x="1685925" y="1285875"/>
                </a:lnTo>
                <a:lnTo>
                  <a:pt x="1685925" y="1295400"/>
                </a:lnTo>
                <a:lnTo>
                  <a:pt x="1676400" y="1295400"/>
                </a:lnTo>
                <a:close/>
                <a:moveTo>
                  <a:pt x="1685925" y="1295400"/>
                </a:moveTo>
                <a:lnTo>
                  <a:pt x="1695450" y="1295400"/>
                </a:lnTo>
                <a:lnTo>
                  <a:pt x="1695450" y="1304925"/>
                </a:lnTo>
                <a:lnTo>
                  <a:pt x="1685925" y="1304925"/>
                </a:lnTo>
                <a:close/>
                <a:moveTo>
                  <a:pt x="1704975" y="1295400"/>
                </a:moveTo>
                <a:lnTo>
                  <a:pt x="1714500" y="1295400"/>
                </a:lnTo>
                <a:lnTo>
                  <a:pt x="1714500" y="1304925"/>
                </a:lnTo>
                <a:lnTo>
                  <a:pt x="1704975" y="1304925"/>
                </a:lnTo>
                <a:close/>
                <a:moveTo>
                  <a:pt x="1695450" y="1304925"/>
                </a:moveTo>
                <a:lnTo>
                  <a:pt x="1704975" y="1304925"/>
                </a:lnTo>
                <a:lnTo>
                  <a:pt x="1704975" y="1314450"/>
                </a:lnTo>
                <a:lnTo>
                  <a:pt x="1695450" y="1314450"/>
                </a:lnTo>
                <a:close/>
                <a:moveTo>
                  <a:pt x="600075" y="1323975"/>
                </a:moveTo>
                <a:lnTo>
                  <a:pt x="609600" y="1323975"/>
                </a:lnTo>
                <a:lnTo>
                  <a:pt x="609600" y="1333500"/>
                </a:lnTo>
                <a:lnTo>
                  <a:pt x="600075" y="1333500"/>
                </a:lnTo>
                <a:close/>
                <a:moveTo>
                  <a:pt x="609600" y="1333500"/>
                </a:moveTo>
                <a:lnTo>
                  <a:pt x="628650" y="1333500"/>
                </a:lnTo>
                <a:lnTo>
                  <a:pt x="628650" y="1343025"/>
                </a:lnTo>
                <a:lnTo>
                  <a:pt x="609600" y="1343025"/>
                </a:lnTo>
                <a:close/>
                <a:moveTo>
                  <a:pt x="990600" y="1333500"/>
                </a:moveTo>
                <a:lnTo>
                  <a:pt x="1000125" y="1333500"/>
                </a:lnTo>
                <a:lnTo>
                  <a:pt x="1000125" y="1343025"/>
                </a:lnTo>
                <a:lnTo>
                  <a:pt x="1009650" y="1343025"/>
                </a:lnTo>
                <a:lnTo>
                  <a:pt x="1009650" y="1333500"/>
                </a:lnTo>
                <a:lnTo>
                  <a:pt x="1076325" y="1333500"/>
                </a:lnTo>
                <a:lnTo>
                  <a:pt x="1076325" y="1343025"/>
                </a:lnTo>
                <a:lnTo>
                  <a:pt x="1095375" y="1343025"/>
                </a:lnTo>
                <a:lnTo>
                  <a:pt x="1095375" y="1352550"/>
                </a:lnTo>
                <a:lnTo>
                  <a:pt x="1104900" y="1352550"/>
                </a:lnTo>
                <a:lnTo>
                  <a:pt x="1104900" y="1371600"/>
                </a:lnTo>
                <a:lnTo>
                  <a:pt x="1095375" y="1371600"/>
                </a:lnTo>
                <a:lnTo>
                  <a:pt x="1095375" y="1390650"/>
                </a:lnTo>
                <a:lnTo>
                  <a:pt x="1085850" y="1390650"/>
                </a:lnTo>
                <a:lnTo>
                  <a:pt x="1085850" y="1409700"/>
                </a:lnTo>
                <a:lnTo>
                  <a:pt x="1095375" y="1409700"/>
                </a:lnTo>
                <a:lnTo>
                  <a:pt x="1095375" y="1400175"/>
                </a:lnTo>
                <a:lnTo>
                  <a:pt x="1104900" y="1400175"/>
                </a:lnTo>
                <a:lnTo>
                  <a:pt x="1104900" y="1419225"/>
                </a:lnTo>
                <a:lnTo>
                  <a:pt x="1114425" y="1419225"/>
                </a:lnTo>
                <a:lnTo>
                  <a:pt x="1114425" y="1428750"/>
                </a:lnTo>
                <a:lnTo>
                  <a:pt x="1104900" y="1428750"/>
                </a:lnTo>
                <a:lnTo>
                  <a:pt x="1104900" y="1438275"/>
                </a:lnTo>
                <a:lnTo>
                  <a:pt x="1038225" y="1438275"/>
                </a:lnTo>
                <a:lnTo>
                  <a:pt x="1038225" y="1428750"/>
                </a:lnTo>
                <a:lnTo>
                  <a:pt x="1009650" y="1428750"/>
                </a:lnTo>
                <a:lnTo>
                  <a:pt x="1009650" y="1438275"/>
                </a:lnTo>
                <a:lnTo>
                  <a:pt x="1000125" y="1438275"/>
                </a:lnTo>
                <a:lnTo>
                  <a:pt x="1000125" y="1428750"/>
                </a:lnTo>
                <a:lnTo>
                  <a:pt x="990600" y="1428750"/>
                </a:lnTo>
                <a:lnTo>
                  <a:pt x="990600" y="1438275"/>
                </a:lnTo>
                <a:lnTo>
                  <a:pt x="838200" y="1438275"/>
                </a:lnTo>
                <a:lnTo>
                  <a:pt x="838200" y="1428750"/>
                </a:lnTo>
                <a:lnTo>
                  <a:pt x="809625" y="1428750"/>
                </a:lnTo>
                <a:lnTo>
                  <a:pt x="809625" y="1438275"/>
                </a:lnTo>
                <a:lnTo>
                  <a:pt x="742950" y="1438275"/>
                </a:lnTo>
                <a:lnTo>
                  <a:pt x="742950" y="1428750"/>
                </a:lnTo>
                <a:lnTo>
                  <a:pt x="733425" y="1428750"/>
                </a:lnTo>
                <a:lnTo>
                  <a:pt x="733425" y="1409700"/>
                </a:lnTo>
                <a:lnTo>
                  <a:pt x="723900" y="1409700"/>
                </a:lnTo>
                <a:lnTo>
                  <a:pt x="723900" y="1400175"/>
                </a:lnTo>
                <a:lnTo>
                  <a:pt x="733425" y="1400175"/>
                </a:lnTo>
                <a:lnTo>
                  <a:pt x="733425" y="1390650"/>
                </a:lnTo>
                <a:lnTo>
                  <a:pt x="742950" y="1390650"/>
                </a:lnTo>
                <a:lnTo>
                  <a:pt x="742950" y="1400175"/>
                </a:lnTo>
                <a:lnTo>
                  <a:pt x="752475" y="1400175"/>
                </a:lnTo>
                <a:lnTo>
                  <a:pt x="752475" y="1419225"/>
                </a:lnTo>
                <a:lnTo>
                  <a:pt x="762000" y="1419225"/>
                </a:lnTo>
                <a:lnTo>
                  <a:pt x="762000" y="1428750"/>
                </a:lnTo>
                <a:lnTo>
                  <a:pt x="771525" y="1428750"/>
                </a:lnTo>
                <a:lnTo>
                  <a:pt x="771525" y="1419225"/>
                </a:lnTo>
                <a:lnTo>
                  <a:pt x="790575" y="1419225"/>
                </a:lnTo>
                <a:lnTo>
                  <a:pt x="790575" y="1409700"/>
                </a:lnTo>
                <a:lnTo>
                  <a:pt x="838200" y="1409700"/>
                </a:lnTo>
                <a:lnTo>
                  <a:pt x="838200" y="1400175"/>
                </a:lnTo>
                <a:lnTo>
                  <a:pt x="847725" y="1400175"/>
                </a:lnTo>
                <a:lnTo>
                  <a:pt x="847725" y="1390650"/>
                </a:lnTo>
                <a:lnTo>
                  <a:pt x="857250" y="1390650"/>
                </a:lnTo>
                <a:lnTo>
                  <a:pt x="857250" y="1381125"/>
                </a:lnTo>
                <a:lnTo>
                  <a:pt x="866775" y="1381125"/>
                </a:lnTo>
                <a:lnTo>
                  <a:pt x="866775" y="1371600"/>
                </a:lnTo>
                <a:lnTo>
                  <a:pt x="876300" y="1371600"/>
                </a:lnTo>
                <a:lnTo>
                  <a:pt x="876300" y="1390650"/>
                </a:lnTo>
                <a:lnTo>
                  <a:pt x="866775" y="1390650"/>
                </a:lnTo>
                <a:lnTo>
                  <a:pt x="866775" y="1400175"/>
                </a:lnTo>
                <a:lnTo>
                  <a:pt x="885825" y="1400175"/>
                </a:lnTo>
                <a:lnTo>
                  <a:pt x="885825" y="1409700"/>
                </a:lnTo>
                <a:lnTo>
                  <a:pt x="904875" y="1409700"/>
                </a:lnTo>
                <a:lnTo>
                  <a:pt x="904875" y="1381125"/>
                </a:lnTo>
                <a:lnTo>
                  <a:pt x="914400" y="1381125"/>
                </a:lnTo>
                <a:lnTo>
                  <a:pt x="914400" y="1371600"/>
                </a:lnTo>
                <a:lnTo>
                  <a:pt x="904875" y="1371600"/>
                </a:lnTo>
                <a:lnTo>
                  <a:pt x="904875" y="1352550"/>
                </a:lnTo>
                <a:lnTo>
                  <a:pt x="933450" y="1352550"/>
                </a:lnTo>
                <a:lnTo>
                  <a:pt x="933450" y="1343025"/>
                </a:lnTo>
                <a:lnTo>
                  <a:pt x="942975" y="1343025"/>
                </a:lnTo>
                <a:lnTo>
                  <a:pt x="942975" y="1371600"/>
                </a:lnTo>
                <a:lnTo>
                  <a:pt x="962025" y="1371600"/>
                </a:lnTo>
                <a:lnTo>
                  <a:pt x="962025" y="1352550"/>
                </a:lnTo>
                <a:lnTo>
                  <a:pt x="971550" y="1352550"/>
                </a:lnTo>
                <a:lnTo>
                  <a:pt x="971550" y="1343025"/>
                </a:lnTo>
                <a:lnTo>
                  <a:pt x="981075" y="1343025"/>
                </a:lnTo>
                <a:lnTo>
                  <a:pt x="981075" y="1352550"/>
                </a:lnTo>
                <a:lnTo>
                  <a:pt x="990600" y="1352550"/>
                </a:lnTo>
                <a:close/>
                <a:moveTo>
                  <a:pt x="180975" y="1343025"/>
                </a:moveTo>
                <a:lnTo>
                  <a:pt x="190500" y="1343025"/>
                </a:lnTo>
                <a:lnTo>
                  <a:pt x="190500" y="1352550"/>
                </a:lnTo>
                <a:lnTo>
                  <a:pt x="180975" y="1352550"/>
                </a:lnTo>
                <a:close/>
                <a:moveTo>
                  <a:pt x="190500" y="1352550"/>
                </a:moveTo>
                <a:lnTo>
                  <a:pt x="209550" y="1352550"/>
                </a:lnTo>
                <a:lnTo>
                  <a:pt x="209550" y="1362075"/>
                </a:lnTo>
                <a:lnTo>
                  <a:pt x="190500" y="1362075"/>
                </a:lnTo>
                <a:close/>
                <a:moveTo>
                  <a:pt x="1495425" y="1371600"/>
                </a:moveTo>
                <a:lnTo>
                  <a:pt x="1533525" y="1371600"/>
                </a:lnTo>
                <a:lnTo>
                  <a:pt x="1533525" y="1390650"/>
                </a:lnTo>
                <a:lnTo>
                  <a:pt x="1495425" y="1390650"/>
                </a:lnTo>
                <a:close/>
                <a:moveTo>
                  <a:pt x="1562100" y="1371600"/>
                </a:moveTo>
                <a:lnTo>
                  <a:pt x="1600200" y="1371600"/>
                </a:lnTo>
                <a:lnTo>
                  <a:pt x="1600200" y="1390650"/>
                </a:lnTo>
                <a:lnTo>
                  <a:pt x="1562100" y="1390650"/>
                </a:lnTo>
                <a:close/>
                <a:moveTo>
                  <a:pt x="1628775" y="1371600"/>
                </a:moveTo>
                <a:lnTo>
                  <a:pt x="1638300" y="1371600"/>
                </a:lnTo>
                <a:lnTo>
                  <a:pt x="1638300" y="1390650"/>
                </a:lnTo>
                <a:lnTo>
                  <a:pt x="1628775" y="1390650"/>
                </a:lnTo>
                <a:close/>
                <a:moveTo>
                  <a:pt x="1047750" y="1381125"/>
                </a:moveTo>
                <a:lnTo>
                  <a:pt x="1085850" y="1381125"/>
                </a:lnTo>
                <a:lnTo>
                  <a:pt x="1085850" y="1371600"/>
                </a:lnTo>
                <a:lnTo>
                  <a:pt x="1076325" y="1371600"/>
                </a:lnTo>
                <a:lnTo>
                  <a:pt x="1076325" y="1362075"/>
                </a:lnTo>
                <a:lnTo>
                  <a:pt x="1057275" y="1362075"/>
                </a:lnTo>
                <a:lnTo>
                  <a:pt x="1057275" y="1371600"/>
                </a:lnTo>
                <a:lnTo>
                  <a:pt x="1047750" y="1371600"/>
                </a:lnTo>
                <a:close/>
                <a:moveTo>
                  <a:pt x="276225" y="1390650"/>
                </a:moveTo>
                <a:lnTo>
                  <a:pt x="285750" y="1390650"/>
                </a:lnTo>
                <a:lnTo>
                  <a:pt x="285750" y="1400175"/>
                </a:lnTo>
                <a:lnTo>
                  <a:pt x="276225" y="1400175"/>
                </a:lnTo>
                <a:close/>
                <a:moveTo>
                  <a:pt x="323850" y="1390650"/>
                </a:moveTo>
                <a:lnTo>
                  <a:pt x="342900" y="1390650"/>
                </a:lnTo>
                <a:lnTo>
                  <a:pt x="342900" y="1409700"/>
                </a:lnTo>
                <a:lnTo>
                  <a:pt x="333375" y="1409700"/>
                </a:lnTo>
                <a:lnTo>
                  <a:pt x="333375" y="1400175"/>
                </a:lnTo>
                <a:lnTo>
                  <a:pt x="323850" y="1400175"/>
                </a:lnTo>
                <a:close/>
                <a:moveTo>
                  <a:pt x="485775" y="1390650"/>
                </a:moveTo>
                <a:lnTo>
                  <a:pt x="514350" y="1390650"/>
                </a:lnTo>
                <a:lnTo>
                  <a:pt x="514350" y="1400175"/>
                </a:lnTo>
                <a:lnTo>
                  <a:pt x="495300" y="1400175"/>
                </a:lnTo>
                <a:lnTo>
                  <a:pt x="495300" y="1409700"/>
                </a:lnTo>
                <a:lnTo>
                  <a:pt x="476250" y="1409700"/>
                </a:lnTo>
                <a:lnTo>
                  <a:pt x="476250" y="1400175"/>
                </a:lnTo>
                <a:lnTo>
                  <a:pt x="485775" y="1400175"/>
                </a:lnTo>
                <a:close/>
                <a:moveTo>
                  <a:pt x="561975" y="1390650"/>
                </a:moveTo>
                <a:lnTo>
                  <a:pt x="571500" y="1390650"/>
                </a:lnTo>
                <a:lnTo>
                  <a:pt x="571500" y="1400175"/>
                </a:lnTo>
                <a:lnTo>
                  <a:pt x="561975" y="1400175"/>
                </a:lnTo>
                <a:close/>
                <a:moveTo>
                  <a:pt x="523875" y="1400175"/>
                </a:moveTo>
                <a:lnTo>
                  <a:pt x="533400" y="1400175"/>
                </a:lnTo>
                <a:lnTo>
                  <a:pt x="533400" y="1409700"/>
                </a:lnTo>
                <a:lnTo>
                  <a:pt x="523875" y="1409700"/>
                </a:lnTo>
                <a:close/>
                <a:moveTo>
                  <a:pt x="666750" y="1409700"/>
                </a:moveTo>
                <a:lnTo>
                  <a:pt x="695325" y="1409700"/>
                </a:lnTo>
                <a:lnTo>
                  <a:pt x="695325" y="1419225"/>
                </a:lnTo>
                <a:lnTo>
                  <a:pt x="666750" y="1419225"/>
                </a:lnTo>
                <a:close/>
                <a:moveTo>
                  <a:pt x="1133475" y="1419225"/>
                </a:moveTo>
                <a:lnTo>
                  <a:pt x="1171575" y="1419225"/>
                </a:lnTo>
                <a:lnTo>
                  <a:pt x="1171575" y="1438275"/>
                </a:lnTo>
                <a:lnTo>
                  <a:pt x="1162050" y="1438275"/>
                </a:lnTo>
                <a:lnTo>
                  <a:pt x="1162050" y="1428750"/>
                </a:lnTo>
                <a:lnTo>
                  <a:pt x="1133475" y="1428750"/>
                </a:lnTo>
                <a:close/>
                <a:moveTo>
                  <a:pt x="657225" y="1428750"/>
                </a:moveTo>
                <a:lnTo>
                  <a:pt x="666750" y="1428750"/>
                </a:lnTo>
                <a:lnTo>
                  <a:pt x="666750" y="1438275"/>
                </a:lnTo>
                <a:lnTo>
                  <a:pt x="657225" y="1438275"/>
                </a:lnTo>
                <a:close/>
                <a:moveTo>
                  <a:pt x="676275" y="1428750"/>
                </a:moveTo>
                <a:lnTo>
                  <a:pt x="704850" y="1428750"/>
                </a:lnTo>
                <a:lnTo>
                  <a:pt x="704850" y="1438275"/>
                </a:lnTo>
                <a:lnTo>
                  <a:pt x="676275" y="1438275"/>
                </a:lnTo>
                <a:close/>
                <a:moveTo>
                  <a:pt x="219075" y="1457325"/>
                </a:moveTo>
                <a:lnTo>
                  <a:pt x="238125" y="1457325"/>
                </a:lnTo>
                <a:lnTo>
                  <a:pt x="238125" y="1466850"/>
                </a:lnTo>
                <a:lnTo>
                  <a:pt x="228600" y="1466850"/>
                </a:lnTo>
                <a:lnTo>
                  <a:pt x="228600" y="1476375"/>
                </a:lnTo>
                <a:lnTo>
                  <a:pt x="219075" y="1476375"/>
                </a:lnTo>
                <a:close/>
                <a:moveTo>
                  <a:pt x="266700" y="1457325"/>
                </a:moveTo>
                <a:lnTo>
                  <a:pt x="276225" y="1457325"/>
                </a:lnTo>
                <a:lnTo>
                  <a:pt x="276225" y="1476375"/>
                </a:lnTo>
                <a:lnTo>
                  <a:pt x="266700" y="1476375"/>
                </a:lnTo>
                <a:lnTo>
                  <a:pt x="266700" y="1485900"/>
                </a:lnTo>
                <a:lnTo>
                  <a:pt x="257175" y="1485900"/>
                </a:lnTo>
                <a:lnTo>
                  <a:pt x="257175" y="1476375"/>
                </a:lnTo>
                <a:lnTo>
                  <a:pt x="247650" y="1476375"/>
                </a:lnTo>
                <a:lnTo>
                  <a:pt x="247650" y="1466850"/>
                </a:lnTo>
                <a:lnTo>
                  <a:pt x="266700" y="1466850"/>
                </a:lnTo>
                <a:close/>
                <a:moveTo>
                  <a:pt x="523875" y="1457325"/>
                </a:moveTo>
                <a:lnTo>
                  <a:pt x="533400" y="1457325"/>
                </a:lnTo>
                <a:lnTo>
                  <a:pt x="533400" y="1476375"/>
                </a:lnTo>
                <a:lnTo>
                  <a:pt x="523875" y="1476375"/>
                </a:lnTo>
                <a:close/>
                <a:moveTo>
                  <a:pt x="876300" y="1457325"/>
                </a:moveTo>
                <a:lnTo>
                  <a:pt x="895350" y="1457325"/>
                </a:lnTo>
                <a:lnTo>
                  <a:pt x="895350" y="1466850"/>
                </a:lnTo>
                <a:lnTo>
                  <a:pt x="933450" y="1466850"/>
                </a:lnTo>
                <a:lnTo>
                  <a:pt x="933450" y="1457325"/>
                </a:lnTo>
                <a:lnTo>
                  <a:pt x="952500" y="1457325"/>
                </a:lnTo>
                <a:lnTo>
                  <a:pt x="952500" y="1466850"/>
                </a:lnTo>
                <a:lnTo>
                  <a:pt x="971550" y="1466850"/>
                </a:lnTo>
                <a:lnTo>
                  <a:pt x="971550" y="1457325"/>
                </a:lnTo>
                <a:lnTo>
                  <a:pt x="1085850" y="1457325"/>
                </a:lnTo>
                <a:lnTo>
                  <a:pt x="1085850" y="1466850"/>
                </a:lnTo>
                <a:lnTo>
                  <a:pt x="1123950" y="1466850"/>
                </a:lnTo>
                <a:lnTo>
                  <a:pt x="1123950" y="1476375"/>
                </a:lnTo>
                <a:lnTo>
                  <a:pt x="1095375" y="1476375"/>
                </a:lnTo>
                <a:lnTo>
                  <a:pt x="1095375" y="1504950"/>
                </a:lnTo>
                <a:lnTo>
                  <a:pt x="1076325" y="1504950"/>
                </a:lnTo>
                <a:lnTo>
                  <a:pt x="1076325" y="1495425"/>
                </a:lnTo>
                <a:lnTo>
                  <a:pt x="1057275" y="1495425"/>
                </a:lnTo>
                <a:lnTo>
                  <a:pt x="1057275" y="1485900"/>
                </a:lnTo>
                <a:lnTo>
                  <a:pt x="1009650" y="1485900"/>
                </a:lnTo>
                <a:lnTo>
                  <a:pt x="1009650" y="1495425"/>
                </a:lnTo>
                <a:lnTo>
                  <a:pt x="1000125" y="1495425"/>
                </a:lnTo>
                <a:lnTo>
                  <a:pt x="1000125" y="1514475"/>
                </a:lnTo>
                <a:lnTo>
                  <a:pt x="990600" y="1514475"/>
                </a:lnTo>
                <a:lnTo>
                  <a:pt x="990600" y="1504950"/>
                </a:lnTo>
                <a:lnTo>
                  <a:pt x="981075" y="1504950"/>
                </a:lnTo>
                <a:lnTo>
                  <a:pt x="981075" y="1485900"/>
                </a:lnTo>
                <a:lnTo>
                  <a:pt x="971550" y="1485900"/>
                </a:lnTo>
                <a:lnTo>
                  <a:pt x="971550" y="1504950"/>
                </a:lnTo>
                <a:lnTo>
                  <a:pt x="952500" y="1504950"/>
                </a:lnTo>
                <a:lnTo>
                  <a:pt x="952500" y="1514475"/>
                </a:lnTo>
                <a:lnTo>
                  <a:pt x="942975" y="1514475"/>
                </a:lnTo>
                <a:lnTo>
                  <a:pt x="942975" y="1504950"/>
                </a:lnTo>
                <a:lnTo>
                  <a:pt x="933450" y="1504950"/>
                </a:lnTo>
                <a:lnTo>
                  <a:pt x="933450" y="1495425"/>
                </a:lnTo>
                <a:lnTo>
                  <a:pt x="923925" y="1495425"/>
                </a:lnTo>
                <a:lnTo>
                  <a:pt x="923925" y="1476375"/>
                </a:lnTo>
                <a:lnTo>
                  <a:pt x="904875" y="1476375"/>
                </a:lnTo>
                <a:lnTo>
                  <a:pt x="904875" y="1485900"/>
                </a:lnTo>
                <a:lnTo>
                  <a:pt x="885825" y="1485900"/>
                </a:lnTo>
                <a:lnTo>
                  <a:pt x="885825" y="1476375"/>
                </a:lnTo>
                <a:lnTo>
                  <a:pt x="866775" y="1476375"/>
                </a:lnTo>
                <a:lnTo>
                  <a:pt x="866775" y="1466850"/>
                </a:lnTo>
                <a:lnTo>
                  <a:pt x="876300" y="1466850"/>
                </a:lnTo>
                <a:close/>
                <a:moveTo>
                  <a:pt x="590550" y="1466850"/>
                </a:moveTo>
                <a:lnTo>
                  <a:pt x="600075" y="1466850"/>
                </a:lnTo>
                <a:lnTo>
                  <a:pt x="600075" y="1476375"/>
                </a:lnTo>
                <a:lnTo>
                  <a:pt x="590550" y="1476375"/>
                </a:lnTo>
                <a:close/>
                <a:moveTo>
                  <a:pt x="762000" y="1466850"/>
                </a:moveTo>
                <a:lnTo>
                  <a:pt x="781050" y="1466850"/>
                </a:lnTo>
                <a:lnTo>
                  <a:pt x="781050" y="1485900"/>
                </a:lnTo>
                <a:lnTo>
                  <a:pt x="790575" y="1485900"/>
                </a:lnTo>
                <a:lnTo>
                  <a:pt x="790575" y="1466850"/>
                </a:lnTo>
                <a:lnTo>
                  <a:pt x="828675" y="1466850"/>
                </a:lnTo>
                <a:lnTo>
                  <a:pt x="828675" y="1476375"/>
                </a:lnTo>
                <a:lnTo>
                  <a:pt x="800100" y="1476375"/>
                </a:lnTo>
                <a:lnTo>
                  <a:pt x="800100" y="1495425"/>
                </a:lnTo>
                <a:lnTo>
                  <a:pt x="790575" y="1495425"/>
                </a:lnTo>
                <a:lnTo>
                  <a:pt x="790575" y="1504950"/>
                </a:lnTo>
                <a:lnTo>
                  <a:pt x="771525" y="1504950"/>
                </a:lnTo>
                <a:lnTo>
                  <a:pt x="771525" y="1514475"/>
                </a:lnTo>
                <a:lnTo>
                  <a:pt x="666750" y="1514475"/>
                </a:lnTo>
                <a:lnTo>
                  <a:pt x="666750" y="1504950"/>
                </a:lnTo>
                <a:lnTo>
                  <a:pt x="657225" y="1504950"/>
                </a:lnTo>
                <a:lnTo>
                  <a:pt x="657225" y="1485900"/>
                </a:lnTo>
                <a:lnTo>
                  <a:pt x="666750" y="1485900"/>
                </a:lnTo>
                <a:lnTo>
                  <a:pt x="666750" y="1495425"/>
                </a:lnTo>
                <a:lnTo>
                  <a:pt x="676275" y="1495425"/>
                </a:lnTo>
                <a:lnTo>
                  <a:pt x="676275" y="1485900"/>
                </a:lnTo>
                <a:lnTo>
                  <a:pt x="695325" y="1485900"/>
                </a:lnTo>
                <a:lnTo>
                  <a:pt x="695325" y="1476375"/>
                </a:lnTo>
                <a:lnTo>
                  <a:pt x="723900" y="1476375"/>
                </a:lnTo>
                <a:lnTo>
                  <a:pt x="723900" y="1485900"/>
                </a:lnTo>
                <a:lnTo>
                  <a:pt x="733425" y="1485900"/>
                </a:lnTo>
                <a:lnTo>
                  <a:pt x="733425" y="1476375"/>
                </a:lnTo>
                <a:lnTo>
                  <a:pt x="762000" y="1476375"/>
                </a:lnTo>
                <a:close/>
                <a:moveTo>
                  <a:pt x="1181100" y="1466850"/>
                </a:moveTo>
                <a:lnTo>
                  <a:pt x="1190625" y="1466850"/>
                </a:lnTo>
                <a:lnTo>
                  <a:pt x="1190625" y="1476375"/>
                </a:lnTo>
                <a:lnTo>
                  <a:pt x="1181100" y="1476375"/>
                </a:lnTo>
                <a:close/>
                <a:moveTo>
                  <a:pt x="1152525" y="1476375"/>
                </a:moveTo>
                <a:lnTo>
                  <a:pt x="1171575" y="1476375"/>
                </a:lnTo>
                <a:lnTo>
                  <a:pt x="1171575" y="1485900"/>
                </a:lnTo>
                <a:lnTo>
                  <a:pt x="1152525" y="1485900"/>
                </a:lnTo>
                <a:close/>
                <a:moveTo>
                  <a:pt x="1123950" y="1485900"/>
                </a:moveTo>
                <a:lnTo>
                  <a:pt x="1133475" y="1485900"/>
                </a:lnTo>
                <a:lnTo>
                  <a:pt x="1133475" y="1495425"/>
                </a:lnTo>
                <a:lnTo>
                  <a:pt x="1143000" y="1495425"/>
                </a:lnTo>
                <a:lnTo>
                  <a:pt x="1143000" y="1485900"/>
                </a:lnTo>
                <a:lnTo>
                  <a:pt x="1152525" y="1485900"/>
                </a:lnTo>
                <a:lnTo>
                  <a:pt x="1152525" y="1495425"/>
                </a:lnTo>
                <a:lnTo>
                  <a:pt x="1171575" y="1495425"/>
                </a:lnTo>
                <a:lnTo>
                  <a:pt x="1171575" y="1504950"/>
                </a:lnTo>
                <a:lnTo>
                  <a:pt x="1162050" y="1504950"/>
                </a:lnTo>
                <a:lnTo>
                  <a:pt x="1162050" y="1514475"/>
                </a:lnTo>
                <a:lnTo>
                  <a:pt x="1123950" y="1514475"/>
                </a:lnTo>
                <a:close/>
                <a:moveTo>
                  <a:pt x="762000" y="1495425"/>
                </a:moveTo>
                <a:lnTo>
                  <a:pt x="771525" y="1495425"/>
                </a:lnTo>
                <a:lnTo>
                  <a:pt x="771525" y="1476375"/>
                </a:lnTo>
                <a:lnTo>
                  <a:pt x="762000" y="1476375"/>
                </a:lnTo>
                <a:close/>
                <a:moveTo>
                  <a:pt x="1181100" y="1495425"/>
                </a:moveTo>
                <a:lnTo>
                  <a:pt x="1190625" y="1495425"/>
                </a:lnTo>
                <a:lnTo>
                  <a:pt x="1190625" y="1504950"/>
                </a:lnTo>
                <a:lnTo>
                  <a:pt x="1181100" y="1504950"/>
                </a:lnTo>
                <a:close/>
                <a:moveTo>
                  <a:pt x="209550" y="1504950"/>
                </a:moveTo>
                <a:lnTo>
                  <a:pt x="219075" y="1504950"/>
                </a:lnTo>
                <a:lnTo>
                  <a:pt x="219075" y="1514475"/>
                </a:lnTo>
                <a:lnTo>
                  <a:pt x="209550" y="1514475"/>
                </a:lnTo>
                <a:close/>
                <a:moveTo>
                  <a:pt x="238125" y="1504950"/>
                </a:moveTo>
                <a:lnTo>
                  <a:pt x="276225" y="1504950"/>
                </a:lnTo>
                <a:lnTo>
                  <a:pt x="276225" y="1514475"/>
                </a:lnTo>
                <a:lnTo>
                  <a:pt x="238125" y="1514475"/>
                </a:lnTo>
                <a:close/>
                <a:moveTo>
                  <a:pt x="295275" y="1504950"/>
                </a:moveTo>
                <a:lnTo>
                  <a:pt x="314325" y="1504950"/>
                </a:lnTo>
                <a:lnTo>
                  <a:pt x="314325" y="1514475"/>
                </a:lnTo>
                <a:lnTo>
                  <a:pt x="295275" y="1514475"/>
                </a:lnTo>
                <a:close/>
                <a:moveTo>
                  <a:pt x="371475" y="1504950"/>
                </a:moveTo>
                <a:lnTo>
                  <a:pt x="400050" y="1504950"/>
                </a:lnTo>
                <a:lnTo>
                  <a:pt x="400050" y="1514475"/>
                </a:lnTo>
                <a:lnTo>
                  <a:pt x="371475" y="1514475"/>
                </a:lnTo>
                <a:close/>
                <a:moveTo>
                  <a:pt x="590550" y="1504950"/>
                </a:moveTo>
                <a:lnTo>
                  <a:pt x="600075" y="1504950"/>
                </a:lnTo>
                <a:lnTo>
                  <a:pt x="600075" y="1514475"/>
                </a:lnTo>
                <a:lnTo>
                  <a:pt x="590550" y="1514475"/>
                </a:lnTo>
                <a:close/>
                <a:moveTo>
                  <a:pt x="790575" y="1504950"/>
                </a:moveTo>
                <a:lnTo>
                  <a:pt x="800100" y="1504950"/>
                </a:lnTo>
                <a:lnTo>
                  <a:pt x="800100" y="1514475"/>
                </a:lnTo>
                <a:lnTo>
                  <a:pt x="790575" y="1514475"/>
                </a:lnTo>
                <a:close/>
                <a:moveTo>
                  <a:pt x="200025" y="1533525"/>
                </a:moveTo>
                <a:lnTo>
                  <a:pt x="219075" y="1533525"/>
                </a:lnTo>
                <a:lnTo>
                  <a:pt x="219075" y="1543050"/>
                </a:lnTo>
                <a:lnTo>
                  <a:pt x="200025" y="1543050"/>
                </a:lnTo>
                <a:close/>
                <a:moveTo>
                  <a:pt x="914400" y="1533525"/>
                </a:moveTo>
                <a:lnTo>
                  <a:pt x="971550" y="1533525"/>
                </a:lnTo>
                <a:lnTo>
                  <a:pt x="971550" y="1543050"/>
                </a:lnTo>
                <a:lnTo>
                  <a:pt x="952500" y="1543050"/>
                </a:lnTo>
                <a:lnTo>
                  <a:pt x="952500" y="1552575"/>
                </a:lnTo>
                <a:lnTo>
                  <a:pt x="981075" y="1552575"/>
                </a:lnTo>
                <a:lnTo>
                  <a:pt x="981075" y="1562100"/>
                </a:lnTo>
                <a:lnTo>
                  <a:pt x="1009650" y="1562100"/>
                </a:lnTo>
                <a:lnTo>
                  <a:pt x="1009650" y="1571625"/>
                </a:lnTo>
                <a:lnTo>
                  <a:pt x="923925" y="1571625"/>
                </a:lnTo>
                <a:lnTo>
                  <a:pt x="923925" y="1562100"/>
                </a:lnTo>
                <a:lnTo>
                  <a:pt x="914400" y="1562100"/>
                </a:lnTo>
                <a:lnTo>
                  <a:pt x="914400" y="1552575"/>
                </a:lnTo>
                <a:lnTo>
                  <a:pt x="904875" y="1552575"/>
                </a:lnTo>
                <a:lnTo>
                  <a:pt x="904875" y="1543050"/>
                </a:lnTo>
                <a:lnTo>
                  <a:pt x="914400" y="1543050"/>
                </a:lnTo>
                <a:close/>
                <a:moveTo>
                  <a:pt x="1076325" y="1533525"/>
                </a:moveTo>
                <a:lnTo>
                  <a:pt x="1095375" y="1533525"/>
                </a:lnTo>
                <a:lnTo>
                  <a:pt x="1095375" y="1543050"/>
                </a:lnTo>
                <a:lnTo>
                  <a:pt x="1104900" y="1543050"/>
                </a:lnTo>
                <a:lnTo>
                  <a:pt x="1104900" y="1552575"/>
                </a:lnTo>
                <a:lnTo>
                  <a:pt x="1095375" y="1552575"/>
                </a:lnTo>
                <a:lnTo>
                  <a:pt x="1095375" y="1562100"/>
                </a:lnTo>
                <a:lnTo>
                  <a:pt x="1085850" y="1562100"/>
                </a:lnTo>
                <a:lnTo>
                  <a:pt x="1085850" y="1571625"/>
                </a:lnTo>
                <a:lnTo>
                  <a:pt x="1076325" y="1571625"/>
                </a:lnTo>
                <a:lnTo>
                  <a:pt x="1076325" y="1562100"/>
                </a:lnTo>
                <a:lnTo>
                  <a:pt x="1038225" y="1562100"/>
                </a:lnTo>
                <a:lnTo>
                  <a:pt x="1038225" y="1552575"/>
                </a:lnTo>
                <a:lnTo>
                  <a:pt x="1076325" y="1552575"/>
                </a:lnTo>
                <a:close/>
                <a:moveTo>
                  <a:pt x="1447800" y="1533525"/>
                </a:moveTo>
                <a:lnTo>
                  <a:pt x="1457325" y="1533525"/>
                </a:lnTo>
                <a:lnTo>
                  <a:pt x="1457325" y="1552575"/>
                </a:lnTo>
                <a:lnTo>
                  <a:pt x="1447800" y="1552575"/>
                </a:lnTo>
                <a:close/>
                <a:moveTo>
                  <a:pt x="1609725" y="1543050"/>
                </a:moveTo>
                <a:lnTo>
                  <a:pt x="1628775" y="1543050"/>
                </a:lnTo>
                <a:lnTo>
                  <a:pt x="1628775" y="1552575"/>
                </a:lnTo>
                <a:lnTo>
                  <a:pt x="1609725" y="1552575"/>
                </a:lnTo>
                <a:close/>
                <a:moveTo>
                  <a:pt x="1676400" y="1543050"/>
                </a:moveTo>
                <a:lnTo>
                  <a:pt x="1685925" y="1543050"/>
                </a:lnTo>
                <a:lnTo>
                  <a:pt x="1685925" y="1562100"/>
                </a:lnTo>
                <a:lnTo>
                  <a:pt x="1676400" y="1562100"/>
                </a:lnTo>
                <a:close/>
                <a:moveTo>
                  <a:pt x="209550" y="1552575"/>
                </a:moveTo>
                <a:lnTo>
                  <a:pt x="219075" y="1552575"/>
                </a:lnTo>
                <a:lnTo>
                  <a:pt x="219075" y="1562100"/>
                </a:lnTo>
                <a:lnTo>
                  <a:pt x="209550" y="1562100"/>
                </a:lnTo>
                <a:close/>
                <a:moveTo>
                  <a:pt x="409575" y="1562100"/>
                </a:moveTo>
                <a:lnTo>
                  <a:pt x="419100" y="1562100"/>
                </a:lnTo>
                <a:lnTo>
                  <a:pt x="419100" y="1571625"/>
                </a:lnTo>
                <a:lnTo>
                  <a:pt x="409575" y="1571625"/>
                </a:lnTo>
                <a:close/>
                <a:moveTo>
                  <a:pt x="923925" y="1600200"/>
                </a:moveTo>
                <a:lnTo>
                  <a:pt x="933450" y="1600200"/>
                </a:lnTo>
                <a:lnTo>
                  <a:pt x="933450" y="1609725"/>
                </a:lnTo>
                <a:lnTo>
                  <a:pt x="923925" y="1609725"/>
                </a:lnTo>
                <a:close/>
                <a:moveTo>
                  <a:pt x="1057275" y="1609725"/>
                </a:moveTo>
                <a:lnTo>
                  <a:pt x="1066800" y="1609725"/>
                </a:lnTo>
                <a:lnTo>
                  <a:pt x="1066800" y="1619250"/>
                </a:lnTo>
                <a:lnTo>
                  <a:pt x="1057275" y="1619250"/>
                </a:lnTo>
                <a:close/>
                <a:moveTo>
                  <a:pt x="542925" y="1619250"/>
                </a:moveTo>
                <a:lnTo>
                  <a:pt x="561975" y="1619250"/>
                </a:lnTo>
                <a:lnTo>
                  <a:pt x="561975" y="1638300"/>
                </a:lnTo>
                <a:lnTo>
                  <a:pt x="552450" y="1638300"/>
                </a:lnTo>
                <a:lnTo>
                  <a:pt x="552450" y="1647825"/>
                </a:lnTo>
                <a:lnTo>
                  <a:pt x="533400" y="1647825"/>
                </a:lnTo>
                <a:lnTo>
                  <a:pt x="533400" y="1628775"/>
                </a:lnTo>
                <a:lnTo>
                  <a:pt x="542925" y="1628775"/>
                </a:lnTo>
                <a:close/>
                <a:moveTo>
                  <a:pt x="1066800" y="1619250"/>
                </a:moveTo>
                <a:lnTo>
                  <a:pt x="1076325" y="1619250"/>
                </a:lnTo>
                <a:lnTo>
                  <a:pt x="1076325" y="1628775"/>
                </a:lnTo>
                <a:lnTo>
                  <a:pt x="1066800" y="1628775"/>
                </a:lnTo>
                <a:close/>
                <a:moveTo>
                  <a:pt x="1171575" y="1619250"/>
                </a:moveTo>
                <a:lnTo>
                  <a:pt x="1181100" y="1619250"/>
                </a:lnTo>
                <a:lnTo>
                  <a:pt x="1181100" y="1628775"/>
                </a:lnTo>
                <a:lnTo>
                  <a:pt x="1171575" y="1628775"/>
                </a:lnTo>
                <a:close/>
                <a:moveTo>
                  <a:pt x="1228725" y="1657350"/>
                </a:moveTo>
                <a:lnTo>
                  <a:pt x="1247775" y="1657350"/>
                </a:lnTo>
                <a:lnTo>
                  <a:pt x="1247775" y="1666875"/>
                </a:lnTo>
                <a:lnTo>
                  <a:pt x="1238250" y="1666875"/>
                </a:lnTo>
                <a:lnTo>
                  <a:pt x="1238250" y="1676400"/>
                </a:lnTo>
                <a:lnTo>
                  <a:pt x="1228725" y="1676400"/>
                </a:lnTo>
                <a:close/>
                <a:moveTo>
                  <a:pt x="1171575" y="1666875"/>
                </a:moveTo>
                <a:lnTo>
                  <a:pt x="1181100" y="1666875"/>
                </a:lnTo>
                <a:lnTo>
                  <a:pt x="1181100" y="1676400"/>
                </a:lnTo>
                <a:lnTo>
                  <a:pt x="1171575" y="1676400"/>
                </a:lnTo>
                <a:close/>
                <a:moveTo>
                  <a:pt x="1209675" y="1666875"/>
                </a:moveTo>
                <a:lnTo>
                  <a:pt x="1219200" y="1666875"/>
                </a:lnTo>
                <a:lnTo>
                  <a:pt x="1219200" y="1676400"/>
                </a:lnTo>
                <a:lnTo>
                  <a:pt x="1228725" y="1676400"/>
                </a:lnTo>
                <a:lnTo>
                  <a:pt x="1228725" y="1685925"/>
                </a:lnTo>
                <a:lnTo>
                  <a:pt x="1200150" y="1685925"/>
                </a:lnTo>
                <a:lnTo>
                  <a:pt x="1200150" y="1695450"/>
                </a:lnTo>
                <a:lnTo>
                  <a:pt x="1181100" y="1695450"/>
                </a:lnTo>
                <a:lnTo>
                  <a:pt x="1181100" y="1676400"/>
                </a:lnTo>
                <a:lnTo>
                  <a:pt x="1209675" y="1676400"/>
                </a:lnTo>
                <a:close/>
                <a:moveTo>
                  <a:pt x="885825" y="1676400"/>
                </a:moveTo>
                <a:lnTo>
                  <a:pt x="904875" y="1676400"/>
                </a:lnTo>
                <a:lnTo>
                  <a:pt x="904875" y="1685925"/>
                </a:lnTo>
                <a:lnTo>
                  <a:pt x="885825" y="1685925"/>
                </a:lnTo>
                <a:close/>
                <a:moveTo>
                  <a:pt x="933450" y="1685925"/>
                </a:moveTo>
                <a:lnTo>
                  <a:pt x="952500" y="1685925"/>
                </a:lnTo>
                <a:lnTo>
                  <a:pt x="952500" y="1695450"/>
                </a:lnTo>
                <a:lnTo>
                  <a:pt x="933450" y="1695450"/>
                </a:lnTo>
                <a:close/>
                <a:moveTo>
                  <a:pt x="733425" y="1714500"/>
                </a:moveTo>
                <a:lnTo>
                  <a:pt x="742950" y="1714500"/>
                </a:lnTo>
                <a:lnTo>
                  <a:pt x="742950" y="1733550"/>
                </a:lnTo>
                <a:lnTo>
                  <a:pt x="733425" y="1733550"/>
                </a:lnTo>
                <a:close/>
                <a:moveTo>
                  <a:pt x="866775" y="1714500"/>
                </a:moveTo>
                <a:lnTo>
                  <a:pt x="885825" y="1714500"/>
                </a:lnTo>
                <a:lnTo>
                  <a:pt x="885825" y="1733550"/>
                </a:lnTo>
                <a:lnTo>
                  <a:pt x="866775" y="1733550"/>
                </a:lnTo>
                <a:close/>
                <a:moveTo>
                  <a:pt x="1162050" y="1714500"/>
                </a:moveTo>
                <a:lnTo>
                  <a:pt x="1190625" y="1714500"/>
                </a:lnTo>
                <a:lnTo>
                  <a:pt x="1190625" y="1733550"/>
                </a:lnTo>
                <a:lnTo>
                  <a:pt x="1162050" y="1733550"/>
                </a:lnTo>
                <a:close/>
                <a:moveTo>
                  <a:pt x="1228725" y="1714500"/>
                </a:moveTo>
                <a:lnTo>
                  <a:pt x="1266825" y="1714500"/>
                </a:lnTo>
                <a:lnTo>
                  <a:pt x="1266825" y="1733550"/>
                </a:lnTo>
                <a:lnTo>
                  <a:pt x="1228725" y="1733550"/>
                </a:lnTo>
                <a:close/>
                <a:moveTo>
                  <a:pt x="1285875" y="1714500"/>
                </a:moveTo>
                <a:lnTo>
                  <a:pt x="1333500" y="1714500"/>
                </a:lnTo>
                <a:lnTo>
                  <a:pt x="1333500" y="1733550"/>
                </a:lnTo>
                <a:lnTo>
                  <a:pt x="1285875" y="1733550"/>
                </a:lnTo>
                <a:close/>
                <a:moveTo>
                  <a:pt x="1362075" y="1714500"/>
                </a:moveTo>
                <a:lnTo>
                  <a:pt x="1371600" y="1714500"/>
                </a:lnTo>
                <a:lnTo>
                  <a:pt x="1371600" y="1733550"/>
                </a:lnTo>
                <a:lnTo>
                  <a:pt x="1362075" y="1733550"/>
                </a:lnTo>
                <a:close/>
                <a:moveTo>
                  <a:pt x="171450" y="1752600"/>
                </a:moveTo>
                <a:lnTo>
                  <a:pt x="190500" y="1752600"/>
                </a:lnTo>
                <a:lnTo>
                  <a:pt x="190500" y="1762125"/>
                </a:lnTo>
                <a:lnTo>
                  <a:pt x="219075" y="1762125"/>
                </a:lnTo>
                <a:lnTo>
                  <a:pt x="219075" y="1771650"/>
                </a:lnTo>
                <a:lnTo>
                  <a:pt x="200025" y="1771650"/>
                </a:lnTo>
                <a:lnTo>
                  <a:pt x="200025" y="1781175"/>
                </a:lnTo>
                <a:lnTo>
                  <a:pt x="180975" y="1781175"/>
                </a:lnTo>
                <a:lnTo>
                  <a:pt x="180975" y="1762125"/>
                </a:lnTo>
                <a:lnTo>
                  <a:pt x="171450" y="1762125"/>
                </a:lnTo>
                <a:close/>
                <a:moveTo>
                  <a:pt x="180975" y="1809750"/>
                </a:moveTo>
                <a:lnTo>
                  <a:pt x="190500" y="1809750"/>
                </a:lnTo>
                <a:lnTo>
                  <a:pt x="190500" y="1819275"/>
                </a:lnTo>
                <a:lnTo>
                  <a:pt x="180975" y="1819275"/>
                </a:lnTo>
                <a:close/>
                <a:moveTo>
                  <a:pt x="571500" y="1819275"/>
                </a:moveTo>
                <a:lnTo>
                  <a:pt x="600075" y="1819275"/>
                </a:lnTo>
                <a:lnTo>
                  <a:pt x="600075" y="1838325"/>
                </a:lnTo>
                <a:lnTo>
                  <a:pt x="571500" y="1838325"/>
                </a:lnTo>
                <a:close/>
                <a:moveTo>
                  <a:pt x="485775" y="1828800"/>
                </a:moveTo>
                <a:lnTo>
                  <a:pt x="504825" y="1828800"/>
                </a:lnTo>
                <a:lnTo>
                  <a:pt x="504825" y="1838325"/>
                </a:lnTo>
                <a:lnTo>
                  <a:pt x="485775" y="1838325"/>
                </a:lnTo>
                <a:close/>
                <a:moveTo>
                  <a:pt x="1685925" y="1876425"/>
                </a:moveTo>
                <a:lnTo>
                  <a:pt x="1704975" y="1876425"/>
                </a:lnTo>
                <a:lnTo>
                  <a:pt x="1704975" y="1885950"/>
                </a:lnTo>
                <a:lnTo>
                  <a:pt x="1695450" y="1885950"/>
                </a:lnTo>
                <a:lnTo>
                  <a:pt x="1695450" y="1905000"/>
                </a:lnTo>
                <a:lnTo>
                  <a:pt x="1685925" y="1905000"/>
                </a:lnTo>
                <a:close/>
                <a:moveTo>
                  <a:pt x="295275" y="1905000"/>
                </a:moveTo>
                <a:lnTo>
                  <a:pt x="304800" y="1905000"/>
                </a:lnTo>
                <a:lnTo>
                  <a:pt x="304800" y="1914525"/>
                </a:lnTo>
                <a:lnTo>
                  <a:pt x="314325" y="1914525"/>
                </a:lnTo>
                <a:lnTo>
                  <a:pt x="314325" y="1924050"/>
                </a:lnTo>
                <a:lnTo>
                  <a:pt x="285750" y="1924050"/>
                </a:lnTo>
                <a:lnTo>
                  <a:pt x="285750" y="1914525"/>
                </a:lnTo>
                <a:lnTo>
                  <a:pt x="295275" y="1914525"/>
                </a:lnTo>
                <a:close/>
                <a:moveTo>
                  <a:pt x="409575" y="1905000"/>
                </a:moveTo>
                <a:lnTo>
                  <a:pt x="419100" y="1905000"/>
                </a:lnTo>
                <a:lnTo>
                  <a:pt x="419100" y="1924050"/>
                </a:lnTo>
                <a:lnTo>
                  <a:pt x="409575" y="1924050"/>
                </a:lnTo>
                <a:close/>
                <a:moveTo>
                  <a:pt x="190500" y="1914525"/>
                </a:moveTo>
                <a:lnTo>
                  <a:pt x="209550" y="1914525"/>
                </a:lnTo>
                <a:lnTo>
                  <a:pt x="209550" y="1924050"/>
                </a:lnTo>
                <a:lnTo>
                  <a:pt x="190500" y="1924050"/>
                </a:lnTo>
                <a:close/>
                <a:moveTo>
                  <a:pt x="219075" y="1914525"/>
                </a:moveTo>
                <a:lnTo>
                  <a:pt x="228600" y="1914525"/>
                </a:lnTo>
                <a:lnTo>
                  <a:pt x="228600" y="1924050"/>
                </a:lnTo>
                <a:lnTo>
                  <a:pt x="219075" y="1924050"/>
                </a:lnTo>
                <a:close/>
                <a:moveTo>
                  <a:pt x="342900" y="1914525"/>
                </a:moveTo>
                <a:lnTo>
                  <a:pt x="352425" y="1914525"/>
                </a:lnTo>
                <a:lnTo>
                  <a:pt x="352425" y="1924050"/>
                </a:lnTo>
                <a:lnTo>
                  <a:pt x="342900" y="1924050"/>
                </a:lnTo>
                <a:close/>
                <a:moveTo>
                  <a:pt x="390525" y="1914525"/>
                </a:moveTo>
                <a:lnTo>
                  <a:pt x="400050" y="1914525"/>
                </a:lnTo>
                <a:lnTo>
                  <a:pt x="400050" y="1924050"/>
                </a:lnTo>
                <a:lnTo>
                  <a:pt x="390525" y="1924050"/>
                </a:lnTo>
                <a:close/>
                <a:moveTo>
                  <a:pt x="476250" y="1914525"/>
                </a:moveTo>
                <a:lnTo>
                  <a:pt x="485775" y="1914525"/>
                </a:lnTo>
                <a:lnTo>
                  <a:pt x="485775" y="1924050"/>
                </a:lnTo>
                <a:lnTo>
                  <a:pt x="476250" y="1924050"/>
                </a:lnTo>
                <a:close/>
                <a:moveTo>
                  <a:pt x="200025" y="1952625"/>
                </a:moveTo>
                <a:lnTo>
                  <a:pt x="219075" y="1952625"/>
                </a:lnTo>
                <a:lnTo>
                  <a:pt x="219075" y="1962150"/>
                </a:lnTo>
                <a:lnTo>
                  <a:pt x="200025" y="1962150"/>
                </a:lnTo>
                <a:close/>
                <a:moveTo>
                  <a:pt x="1704975" y="1981200"/>
                </a:moveTo>
                <a:lnTo>
                  <a:pt x="1714500" y="1981200"/>
                </a:lnTo>
                <a:lnTo>
                  <a:pt x="1714500" y="1990725"/>
                </a:lnTo>
                <a:lnTo>
                  <a:pt x="1704975" y="1990725"/>
                </a:lnTo>
                <a:close/>
                <a:moveTo>
                  <a:pt x="1695450" y="2019300"/>
                </a:moveTo>
                <a:lnTo>
                  <a:pt x="1704975" y="2019300"/>
                </a:lnTo>
                <a:lnTo>
                  <a:pt x="1704975" y="2028825"/>
                </a:lnTo>
                <a:lnTo>
                  <a:pt x="1695450" y="2028825"/>
                </a:lnTo>
                <a:close/>
                <a:moveTo>
                  <a:pt x="1647825" y="2228850"/>
                </a:moveTo>
                <a:lnTo>
                  <a:pt x="1657350" y="2228850"/>
                </a:lnTo>
                <a:lnTo>
                  <a:pt x="1657350" y="2247900"/>
                </a:lnTo>
                <a:lnTo>
                  <a:pt x="1647825" y="2247900"/>
                </a:lnTo>
                <a:close/>
                <a:moveTo>
                  <a:pt x="161925" y="2238375"/>
                </a:moveTo>
                <a:lnTo>
                  <a:pt x="171450" y="2238375"/>
                </a:lnTo>
                <a:lnTo>
                  <a:pt x="171450" y="2247900"/>
                </a:lnTo>
                <a:lnTo>
                  <a:pt x="161925" y="2247900"/>
                </a:lnTo>
                <a:close/>
                <a:moveTo>
                  <a:pt x="904875" y="2257425"/>
                </a:moveTo>
                <a:lnTo>
                  <a:pt x="923925" y="2257425"/>
                </a:lnTo>
                <a:lnTo>
                  <a:pt x="923925" y="2266950"/>
                </a:lnTo>
                <a:lnTo>
                  <a:pt x="904875" y="2266950"/>
                </a:lnTo>
                <a:close/>
                <a:moveTo>
                  <a:pt x="371475" y="2266950"/>
                </a:moveTo>
                <a:lnTo>
                  <a:pt x="381000" y="2266950"/>
                </a:lnTo>
                <a:lnTo>
                  <a:pt x="381000" y="2295525"/>
                </a:lnTo>
                <a:lnTo>
                  <a:pt x="371475" y="2295525"/>
                </a:lnTo>
                <a:close/>
                <a:moveTo>
                  <a:pt x="409575" y="2266950"/>
                </a:moveTo>
                <a:lnTo>
                  <a:pt x="457200" y="2266950"/>
                </a:lnTo>
                <a:lnTo>
                  <a:pt x="457200" y="2276475"/>
                </a:lnTo>
                <a:lnTo>
                  <a:pt x="438150" y="2276475"/>
                </a:lnTo>
                <a:lnTo>
                  <a:pt x="438150" y="2286000"/>
                </a:lnTo>
                <a:lnTo>
                  <a:pt x="457200" y="2286000"/>
                </a:lnTo>
                <a:lnTo>
                  <a:pt x="457200" y="2295525"/>
                </a:lnTo>
                <a:lnTo>
                  <a:pt x="419100" y="2295525"/>
                </a:lnTo>
                <a:lnTo>
                  <a:pt x="419100" y="2276475"/>
                </a:lnTo>
                <a:lnTo>
                  <a:pt x="409575" y="2276475"/>
                </a:lnTo>
                <a:close/>
                <a:moveTo>
                  <a:pt x="1552575" y="2266950"/>
                </a:moveTo>
                <a:lnTo>
                  <a:pt x="1581150" y="2266950"/>
                </a:lnTo>
                <a:lnTo>
                  <a:pt x="1581150" y="2276475"/>
                </a:lnTo>
                <a:lnTo>
                  <a:pt x="1590675" y="2276475"/>
                </a:lnTo>
                <a:lnTo>
                  <a:pt x="1590675" y="2286000"/>
                </a:lnTo>
                <a:lnTo>
                  <a:pt x="1581150" y="2286000"/>
                </a:lnTo>
                <a:lnTo>
                  <a:pt x="1581150" y="2295525"/>
                </a:lnTo>
                <a:lnTo>
                  <a:pt x="1571625" y="2295525"/>
                </a:lnTo>
                <a:lnTo>
                  <a:pt x="1571625" y="2305050"/>
                </a:lnTo>
                <a:lnTo>
                  <a:pt x="1552575" y="2305050"/>
                </a:lnTo>
                <a:lnTo>
                  <a:pt x="1552575" y="2286000"/>
                </a:lnTo>
                <a:lnTo>
                  <a:pt x="1543050" y="2286000"/>
                </a:lnTo>
                <a:lnTo>
                  <a:pt x="1543050" y="2276475"/>
                </a:lnTo>
                <a:lnTo>
                  <a:pt x="1552575" y="2276475"/>
                </a:lnTo>
                <a:close/>
                <a:moveTo>
                  <a:pt x="1704975" y="2266950"/>
                </a:moveTo>
                <a:lnTo>
                  <a:pt x="1714500" y="2266950"/>
                </a:lnTo>
                <a:lnTo>
                  <a:pt x="1714500" y="2276475"/>
                </a:lnTo>
                <a:lnTo>
                  <a:pt x="1704975" y="2276475"/>
                </a:lnTo>
                <a:close/>
                <a:moveTo>
                  <a:pt x="180975" y="2276475"/>
                </a:moveTo>
                <a:lnTo>
                  <a:pt x="200025" y="2276475"/>
                </a:lnTo>
                <a:lnTo>
                  <a:pt x="200025" y="2286000"/>
                </a:lnTo>
                <a:lnTo>
                  <a:pt x="180975" y="2286000"/>
                </a:lnTo>
                <a:close/>
                <a:moveTo>
                  <a:pt x="1304925" y="2276475"/>
                </a:moveTo>
                <a:lnTo>
                  <a:pt x="1323975" y="2276475"/>
                </a:lnTo>
                <a:lnTo>
                  <a:pt x="1323975" y="2286000"/>
                </a:lnTo>
                <a:lnTo>
                  <a:pt x="1304925" y="2286000"/>
                </a:lnTo>
                <a:close/>
                <a:moveTo>
                  <a:pt x="1628775" y="2276475"/>
                </a:moveTo>
                <a:lnTo>
                  <a:pt x="1638300" y="2276475"/>
                </a:lnTo>
                <a:lnTo>
                  <a:pt x="1638300" y="2286000"/>
                </a:lnTo>
                <a:lnTo>
                  <a:pt x="1647825" y="2286000"/>
                </a:lnTo>
                <a:lnTo>
                  <a:pt x="1647825" y="2314575"/>
                </a:lnTo>
                <a:lnTo>
                  <a:pt x="1638300" y="2314575"/>
                </a:lnTo>
                <a:lnTo>
                  <a:pt x="1638300" y="2333625"/>
                </a:lnTo>
                <a:lnTo>
                  <a:pt x="1628775" y="2333625"/>
                </a:lnTo>
                <a:lnTo>
                  <a:pt x="1628775" y="2305050"/>
                </a:lnTo>
                <a:lnTo>
                  <a:pt x="1638300" y="2305050"/>
                </a:lnTo>
                <a:lnTo>
                  <a:pt x="1638300" y="2295525"/>
                </a:lnTo>
                <a:lnTo>
                  <a:pt x="1628775" y="2295525"/>
                </a:lnTo>
                <a:close/>
                <a:moveTo>
                  <a:pt x="1695450" y="2276475"/>
                </a:moveTo>
                <a:lnTo>
                  <a:pt x="1704975" y="2276475"/>
                </a:lnTo>
                <a:lnTo>
                  <a:pt x="1704975" y="2286000"/>
                </a:lnTo>
                <a:lnTo>
                  <a:pt x="1695450" y="2286000"/>
                </a:lnTo>
                <a:close/>
                <a:moveTo>
                  <a:pt x="171450" y="2286000"/>
                </a:moveTo>
                <a:lnTo>
                  <a:pt x="180975" y="2286000"/>
                </a:lnTo>
                <a:lnTo>
                  <a:pt x="180975" y="2295525"/>
                </a:lnTo>
                <a:lnTo>
                  <a:pt x="171450" y="2295525"/>
                </a:lnTo>
                <a:close/>
                <a:moveTo>
                  <a:pt x="1676400" y="2286000"/>
                </a:moveTo>
                <a:lnTo>
                  <a:pt x="1695450" y="2286000"/>
                </a:lnTo>
                <a:lnTo>
                  <a:pt x="1695450" y="2314575"/>
                </a:lnTo>
                <a:lnTo>
                  <a:pt x="1676400" y="2314575"/>
                </a:lnTo>
                <a:close/>
                <a:moveTo>
                  <a:pt x="1704975" y="2286000"/>
                </a:moveTo>
                <a:lnTo>
                  <a:pt x="1714500" y="2286000"/>
                </a:lnTo>
                <a:lnTo>
                  <a:pt x="1714500" y="2295525"/>
                </a:lnTo>
                <a:lnTo>
                  <a:pt x="1704975" y="2295525"/>
                </a:lnTo>
                <a:close/>
                <a:moveTo>
                  <a:pt x="1247775" y="2295525"/>
                </a:moveTo>
                <a:lnTo>
                  <a:pt x="1266825" y="2295525"/>
                </a:lnTo>
                <a:lnTo>
                  <a:pt x="1266825" y="2314575"/>
                </a:lnTo>
                <a:lnTo>
                  <a:pt x="1276350" y="2314575"/>
                </a:lnTo>
                <a:lnTo>
                  <a:pt x="1276350" y="2324100"/>
                </a:lnTo>
                <a:lnTo>
                  <a:pt x="1257300" y="2324100"/>
                </a:lnTo>
                <a:lnTo>
                  <a:pt x="1257300" y="2333625"/>
                </a:lnTo>
                <a:lnTo>
                  <a:pt x="1200150" y="2333625"/>
                </a:lnTo>
                <a:lnTo>
                  <a:pt x="1200150" y="2314575"/>
                </a:lnTo>
                <a:lnTo>
                  <a:pt x="1209675" y="2314575"/>
                </a:lnTo>
                <a:lnTo>
                  <a:pt x="1209675" y="2305050"/>
                </a:lnTo>
                <a:lnTo>
                  <a:pt x="1247775" y="2305050"/>
                </a:lnTo>
                <a:close/>
                <a:moveTo>
                  <a:pt x="495300" y="2305050"/>
                </a:moveTo>
                <a:lnTo>
                  <a:pt x="514350" y="2305050"/>
                </a:lnTo>
                <a:lnTo>
                  <a:pt x="514350" y="2314575"/>
                </a:lnTo>
                <a:lnTo>
                  <a:pt x="523875" y="2314575"/>
                </a:lnTo>
                <a:lnTo>
                  <a:pt x="523875" y="2324100"/>
                </a:lnTo>
                <a:lnTo>
                  <a:pt x="533400" y="2324100"/>
                </a:lnTo>
                <a:lnTo>
                  <a:pt x="533400" y="2343150"/>
                </a:lnTo>
                <a:lnTo>
                  <a:pt x="523875" y="2343150"/>
                </a:lnTo>
                <a:lnTo>
                  <a:pt x="523875" y="2333625"/>
                </a:lnTo>
                <a:lnTo>
                  <a:pt x="504825" y="2333625"/>
                </a:lnTo>
                <a:lnTo>
                  <a:pt x="504825" y="2314575"/>
                </a:lnTo>
                <a:lnTo>
                  <a:pt x="495300" y="2314575"/>
                </a:lnTo>
                <a:close/>
                <a:moveTo>
                  <a:pt x="542925" y="2305050"/>
                </a:moveTo>
                <a:lnTo>
                  <a:pt x="552450" y="2305050"/>
                </a:lnTo>
                <a:lnTo>
                  <a:pt x="552450" y="2314575"/>
                </a:lnTo>
                <a:lnTo>
                  <a:pt x="542925" y="2314575"/>
                </a:lnTo>
                <a:close/>
                <a:moveTo>
                  <a:pt x="1209675" y="2324100"/>
                </a:moveTo>
                <a:lnTo>
                  <a:pt x="1219200" y="2324100"/>
                </a:lnTo>
                <a:lnTo>
                  <a:pt x="1219200" y="2314575"/>
                </a:lnTo>
                <a:lnTo>
                  <a:pt x="1209675" y="2314575"/>
                </a:lnTo>
                <a:close/>
                <a:moveTo>
                  <a:pt x="1123950" y="2333625"/>
                </a:moveTo>
                <a:lnTo>
                  <a:pt x="1133475" y="2333625"/>
                </a:lnTo>
                <a:lnTo>
                  <a:pt x="1133475" y="2352675"/>
                </a:lnTo>
                <a:lnTo>
                  <a:pt x="1123950" y="2352675"/>
                </a:lnTo>
                <a:close/>
                <a:moveTo>
                  <a:pt x="1695450" y="2343150"/>
                </a:moveTo>
                <a:lnTo>
                  <a:pt x="1714500" y="2343150"/>
                </a:lnTo>
                <a:lnTo>
                  <a:pt x="1714500" y="2352675"/>
                </a:lnTo>
                <a:lnTo>
                  <a:pt x="1695450" y="2352675"/>
                </a:lnTo>
                <a:close/>
                <a:moveTo>
                  <a:pt x="1695450" y="2371725"/>
                </a:moveTo>
                <a:lnTo>
                  <a:pt x="1714500" y="2371725"/>
                </a:lnTo>
                <a:lnTo>
                  <a:pt x="1714500" y="2390775"/>
                </a:lnTo>
                <a:lnTo>
                  <a:pt x="1704975" y="2390775"/>
                </a:lnTo>
                <a:lnTo>
                  <a:pt x="1704975" y="2400300"/>
                </a:lnTo>
                <a:lnTo>
                  <a:pt x="1685925" y="2400300"/>
                </a:lnTo>
                <a:lnTo>
                  <a:pt x="1685925" y="2390775"/>
                </a:lnTo>
                <a:lnTo>
                  <a:pt x="1676400" y="2390775"/>
                </a:lnTo>
                <a:lnTo>
                  <a:pt x="1676400" y="2381250"/>
                </a:lnTo>
                <a:lnTo>
                  <a:pt x="1695450" y="2381250"/>
                </a:lnTo>
                <a:close/>
                <a:moveTo>
                  <a:pt x="1104900" y="2381250"/>
                </a:moveTo>
                <a:lnTo>
                  <a:pt x="1114425" y="2381250"/>
                </a:lnTo>
                <a:lnTo>
                  <a:pt x="1114425" y="2400300"/>
                </a:lnTo>
                <a:lnTo>
                  <a:pt x="1104900" y="2400300"/>
                </a:lnTo>
                <a:close/>
                <a:moveTo>
                  <a:pt x="1200150" y="2381250"/>
                </a:moveTo>
                <a:lnTo>
                  <a:pt x="1219200" y="2381250"/>
                </a:lnTo>
                <a:lnTo>
                  <a:pt x="1219200" y="2419350"/>
                </a:lnTo>
                <a:lnTo>
                  <a:pt x="1190625" y="2419350"/>
                </a:lnTo>
                <a:lnTo>
                  <a:pt x="1190625" y="2390775"/>
                </a:lnTo>
                <a:lnTo>
                  <a:pt x="1200150" y="2390775"/>
                </a:lnTo>
                <a:close/>
                <a:moveTo>
                  <a:pt x="1295400" y="2381250"/>
                </a:moveTo>
                <a:lnTo>
                  <a:pt x="1314450" y="2381250"/>
                </a:lnTo>
                <a:lnTo>
                  <a:pt x="1314450" y="2390775"/>
                </a:lnTo>
                <a:lnTo>
                  <a:pt x="1343025" y="2390775"/>
                </a:lnTo>
                <a:lnTo>
                  <a:pt x="1343025" y="2400300"/>
                </a:lnTo>
                <a:lnTo>
                  <a:pt x="1333500" y="2400300"/>
                </a:lnTo>
                <a:lnTo>
                  <a:pt x="1333500" y="2419350"/>
                </a:lnTo>
                <a:lnTo>
                  <a:pt x="1304925" y="2419350"/>
                </a:lnTo>
                <a:lnTo>
                  <a:pt x="1304925" y="2400300"/>
                </a:lnTo>
                <a:lnTo>
                  <a:pt x="1295400" y="2400300"/>
                </a:lnTo>
                <a:close/>
                <a:moveTo>
                  <a:pt x="495300" y="2390775"/>
                </a:moveTo>
                <a:lnTo>
                  <a:pt x="504825" y="2390775"/>
                </a:lnTo>
                <a:lnTo>
                  <a:pt x="504825" y="2409825"/>
                </a:lnTo>
                <a:lnTo>
                  <a:pt x="495300" y="2409825"/>
                </a:lnTo>
                <a:close/>
                <a:moveTo>
                  <a:pt x="352425" y="2400300"/>
                </a:moveTo>
                <a:lnTo>
                  <a:pt x="371475" y="2400300"/>
                </a:lnTo>
                <a:lnTo>
                  <a:pt x="371475" y="2409825"/>
                </a:lnTo>
                <a:lnTo>
                  <a:pt x="352425" y="2409825"/>
                </a:lnTo>
                <a:close/>
                <a:moveTo>
                  <a:pt x="1123950" y="2400300"/>
                </a:moveTo>
                <a:lnTo>
                  <a:pt x="1143000" y="2400300"/>
                </a:lnTo>
                <a:lnTo>
                  <a:pt x="1143000" y="2409825"/>
                </a:lnTo>
                <a:lnTo>
                  <a:pt x="1123950" y="2409825"/>
                </a:lnTo>
                <a:close/>
                <a:moveTo>
                  <a:pt x="1600200" y="2400300"/>
                </a:moveTo>
                <a:lnTo>
                  <a:pt x="1609725" y="2400300"/>
                </a:lnTo>
                <a:lnTo>
                  <a:pt x="1609725" y="2409825"/>
                </a:lnTo>
                <a:lnTo>
                  <a:pt x="1600200" y="2409825"/>
                </a:lnTo>
                <a:close/>
                <a:moveTo>
                  <a:pt x="1628775" y="2400300"/>
                </a:moveTo>
                <a:lnTo>
                  <a:pt x="1638300" y="2400300"/>
                </a:lnTo>
                <a:lnTo>
                  <a:pt x="1638300" y="2419350"/>
                </a:lnTo>
                <a:lnTo>
                  <a:pt x="1628775" y="2419350"/>
                </a:lnTo>
                <a:close/>
                <a:moveTo>
                  <a:pt x="333375" y="2409825"/>
                </a:moveTo>
                <a:lnTo>
                  <a:pt x="352425" y="2409825"/>
                </a:lnTo>
                <a:lnTo>
                  <a:pt x="352425" y="2419350"/>
                </a:lnTo>
                <a:lnTo>
                  <a:pt x="333375" y="2419350"/>
                </a:lnTo>
                <a:close/>
                <a:moveTo>
                  <a:pt x="1247775" y="2409825"/>
                </a:moveTo>
                <a:lnTo>
                  <a:pt x="1276350" y="2409825"/>
                </a:lnTo>
                <a:lnTo>
                  <a:pt x="1276350" y="2419350"/>
                </a:lnTo>
                <a:lnTo>
                  <a:pt x="1247775" y="2419350"/>
                </a:lnTo>
                <a:close/>
                <a:moveTo>
                  <a:pt x="1590675" y="2409825"/>
                </a:moveTo>
                <a:lnTo>
                  <a:pt x="1600200" y="2409825"/>
                </a:lnTo>
                <a:lnTo>
                  <a:pt x="1600200" y="2419350"/>
                </a:lnTo>
                <a:lnTo>
                  <a:pt x="1609725" y="2419350"/>
                </a:lnTo>
                <a:lnTo>
                  <a:pt x="1609725" y="2428875"/>
                </a:lnTo>
                <a:lnTo>
                  <a:pt x="1600200" y="2428875"/>
                </a:lnTo>
                <a:lnTo>
                  <a:pt x="1600200" y="2438400"/>
                </a:lnTo>
                <a:lnTo>
                  <a:pt x="1581150" y="2438400"/>
                </a:lnTo>
                <a:lnTo>
                  <a:pt x="1581150" y="2428875"/>
                </a:lnTo>
                <a:lnTo>
                  <a:pt x="1590675" y="2428875"/>
                </a:lnTo>
                <a:close/>
                <a:moveTo>
                  <a:pt x="1143000" y="2419350"/>
                </a:moveTo>
                <a:lnTo>
                  <a:pt x="1152525" y="2419350"/>
                </a:lnTo>
                <a:lnTo>
                  <a:pt x="1152525" y="2428875"/>
                </a:lnTo>
                <a:lnTo>
                  <a:pt x="1143000" y="2428875"/>
                </a:lnTo>
                <a:close/>
                <a:moveTo>
                  <a:pt x="314325" y="2428875"/>
                </a:moveTo>
                <a:lnTo>
                  <a:pt x="323850" y="2428875"/>
                </a:lnTo>
                <a:lnTo>
                  <a:pt x="323850" y="2438400"/>
                </a:lnTo>
                <a:lnTo>
                  <a:pt x="314325" y="2438400"/>
                </a:lnTo>
                <a:close/>
                <a:moveTo>
                  <a:pt x="1190625" y="2428875"/>
                </a:moveTo>
                <a:lnTo>
                  <a:pt x="1209675" y="2428875"/>
                </a:lnTo>
                <a:lnTo>
                  <a:pt x="1209675" y="2438400"/>
                </a:lnTo>
                <a:lnTo>
                  <a:pt x="1190625" y="2438400"/>
                </a:lnTo>
                <a:close/>
                <a:moveTo>
                  <a:pt x="933450" y="2447925"/>
                </a:moveTo>
                <a:lnTo>
                  <a:pt x="942975" y="2447925"/>
                </a:lnTo>
                <a:lnTo>
                  <a:pt x="942975" y="2457450"/>
                </a:lnTo>
                <a:lnTo>
                  <a:pt x="962025" y="2457450"/>
                </a:lnTo>
                <a:lnTo>
                  <a:pt x="962025" y="2476500"/>
                </a:lnTo>
                <a:lnTo>
                  <a:pt x="942975" y="2476500"/>
                </a:lnTo>
                <a:lnTo>
                  <a:pt x="942975" y="2486025"/>
                </a:lnTo>
                <a:lnTo>
                  <a:pt x="933450" y="2486025"/>
                </a:lnTo>
                <a:lnTo>
                  <a:pt x="933450" y="2476500"/>
                </a:lnTo>
                <a:lnTo>
                  <a:pt x="923925" y="2476500"/>
                </a:lnTo>
                <a:lnTo>
                  <a:pt x="923925" y="2457450"/>
                </a:lnTo>
                <a:lnTo>
                  <a:pt x="933450" y="2457450"/>
                </a:lnTo>
                <a:close/>
                <a:moveTo>
                  <a:pt x="133350" y="2466975"/>
                </a:moveTo>
                <a:lnTo>
                  <a:pt x="142875" y="2466975"/>
                </a:lnTo>
                <a:lnTo>
                  <a:pt x="142875" y="2476500"/>
                </a:lnTo>
                <a:lnTo>
                  <a:pt x="133350" y="2476500"/>
                </a:lnTo>
                <a:close/>
                <a:moveTo>
                  <a:pt x="590550" y="2495550"/>
                </a:moveTo>
                <a:lnTo>
                  <a:pt x="638175" y="2495550"/>
                </a:lnTo>
                <a:lnTo>
                  <a:pt x="638175" y="2505075"/>
                </a:lnTo>
                <a:lnTo>
                  <a:pt x="657225" y="2505075"/>
                </a:lnTo>
                <a:lnTo>
                  <a:pt x="657225" y="2495550"/>
                </a:lnTo>
                <a:lnTo>
                  <a:pt x="666750" y="2495550"/>
                </a:lnTo>
                <a:lnTo>
                  <a:pt x="666750" y="2505075"/>
                </a:lnTo>
                <a:lnTo>
                  <a:pt x="657225" y="2505075"/>
                </a:lnTo>
                <a:lnTo>
                  <a:pt x="657225" y="2514600"/>
                </a:lnTo>
                <a:lnTo>
                  <a:pt x="666750" y="2514600"/>
                </a:lnTo>
                <a:lnTo>
                  <a:pt x="666750" y="2533650"/>
                </a:lnTo>
                <a:lnTo>
                  <a:pt x="657225" y="2533650"/>
                </a:lnTo>
                <a:lnTo>
                  <a:pt x="657225" y="2524125"/>
                </a:lnTo>
                <a:lnTo>
                  <a:pt x="647700" y="2524125"/>
                </a:lnTo>
                <a:lnTo>
                  <a:pt x="647700" y="2533650"/>
                </a:lnTo>
                <a:lnTo>
                  <a:pt x="600075" y="2533650"/>
                </a:lnTo>
                <a:lnTo>
                  <a:pt x="600075" y="2524125"/>
                </a:lnTo>
                <a:lnTo>
                  <a:pt x="590550" y="2524125"/>
                </a:lnTo>
                <a:lnTo>
                  <a:pt x="590550" y="2514600"/>
                </a:lnTo>
                <a:lnTo>
                  <a:pt x="581025" y="2514600"/>
                </a:lnTo>
                <a:lnTo>
                  <a:pt x="581025" y="2505075"/>
                </a:lnTo>
                <a:lnTo>
                  <a:pt x="590550" y="2505075"/>
                </a:lnTo>
                <a:close/>
                <a:moveTo>
                  <a:pt x="790575" y="2495550"/>
                </a:moveTo>
                <a:lnTo>
                  <a:pt x="857250" y="2495550"/>
                </a:lnTo>
                <a:lnTo>
                  <a:pt x="857250" y="2505075"/>
                </a:lnTo>
                <a:lnTo>
                  <a:pt x="847725" y="2505075"/>
                </a:lnTo>
                <a:lnTo>
                  <a:pt x="847725" y="2514600"/>
                </a:lnTo>
                <a:lnTo>
                  <a:pt x="838200" y="2514600"/>
                </a:lnTo>
                <a:lnTo>
                  <a:pt x="838200" y="2505075"/>
                </a:lnTo>
                <a:lnTo>
                  <a:pt x="790575" y="2505075"/>
                </a:lnTo>
                <a:close/>
                <a:moveTo>
                  <a:pt x="1352550" y="2495550"/>
                </a:moveTo>
                <a:lnTo>
                  <a:pt x="1381125" y="2495550"/>
                </a:lnTo>
                <a:lnTo>
                  <a:pt x="1381125" y="2505075"/>
                </a:lnTo>
                <a:lnTo>
                  <a:pt x="1352550" y="2505075"/>
                </a:lnTo>
                <a:close/>
                <a:moveTo>
                  <a:pt x="1400175" y="2495550"/>
                </a:moveTo>
                <a:lnTo>
                  <a:pt x="1428750" y="2495550"/>
                </a:lnTo>
                <a:lnTo>
                  <a:pt x="1428750" y="2505075"/>
                </a:lnTo>
                <a:lnTo>
                  <a:pt x="1438275" y="2505075"/>
                </a:lnTo>
                <a:lnTo>
                  <a:pt x="1438275" y="2495550"/>
                </a:lnTo>
                <a:lnTo>
                  <a:pt x="1447800" y="2495550"/>
                </a:lnTo>
                <a:lnTo>
                  <a:pt x="1447800" y="2505075"/>
                </a:lnTo>
                <a:lnTo>
                  <a:pt x="1457325" y="2505075"/>
                </a:lnTo>
                <a:lnTo>
                  <a:pt x="1457325" y="2514600"/>
                </a:lnTo>
                <a:lnTo>
                  <a:pt x="1447800" y="2514600"/>
                </a:lnTo>
                <a:lnTo>
                  <a:pt x="1447800" y="2524125"/>
                </a:lnTo>
                <a:lnTo>
                  <a:pt x="1438275" y="2524125"/>
                </a:lnTo>
                <a:lnTo>
                  <a:pt x="1438275" y="2514600"/>
                </a:lnTo>
                <a:lnTo>
                  <a:pt x="1428750" y="2514600"/>
                </a:lnTo>
                <a:lnTo>
                  <a:pt x="1428750" y="2533650"/>
                </a:lnTo>
                <a:lnTo>
                  <a:pt x="1409700" y="2533650"/>
                </a:lnTo>
                <a:lnTo>
                  <a:pt x="1409700" y="2543175"/>
                </a:lnTo>
                <a:lnTo>
                  <a:pt x="1400175" y="2543175"/>
                </a:lnTo>
                <a:lnTo>
                  <a:pt x="1400175" y="2533650"/>
                </a:lnTo>
                <a:lnTo>
                  <a:pt x="1390650" y="2533650"/>
                </a:lnTo>
                <a:lnTo>
                  <a:pt x="1390650" y="2514600"/>
                </a:lnTo>
                <a:lnTo>
                  <a:pt x="1400175" y="2514600"/>
                </a:lnTo>
                <a:close/>
                <a:moveTo>
                  <a:pt x="771525" y="2505075"/>
                </a:moveTo>
                <a:lnTo>
                  <a:pt x="781050" y="2505075"/>
                </a:lnTo>
                <a:lnTo>
                  <a:pt x="781050" y="2514600"/>
                </a:lnTo>
                <a:lnTo>
                  <a:pt x="790575" y="2514600"/>
                </a:lnTo>
                <a:lnTo>
                  <a:pt x="790575" y="2524125"/>
                </a:lnTo>
                <a:lnTo>
                  <a:pt x="771525" y="2524125"/>
                </a:lnTo>
                <a:close/>
                <a:moveTo>
                  <a:pt x="904875" y="2514600"/>
                </a:moveTo>
                <a:lnTo>
                  <a:pt x="923925" y="2514600"/>
                </a:lnTo>
                <a:lnTo>
                  <a:pt x="923925" y="2524125"/>
                </a:lnTo>
                <a:lnTo>
                  <a:pt x="904875" y="2524125"/>
                </a:lnTo>
                <a:close/>
                <a:moveTo>
                  <a:pt x="1152525" y="2514600"/>
                </a:moveTo>
                <a:lnTo>
                  <a:pt x="1162050" y="2514600"/>
                </a:lnTo>
                <a:lnTo>
                  <a:pt x="1162050" y="2524125"/>
                </a:lnTo>
                <a:lnTo>
                  <a:pt x="1171575" y="2524125"/>
                </a:lnTo>
                <a:lnTo>
                  <a:pt x="1171575" y="2533650"/>
                </a:lnTo>
                <a:lnTo>
                  <a:pt x="1152525" y="2533650"/>
                </a:lnTo>
                <a:close/>
                <a:moveTo>
                  <a:pt x="190500" y="2524125"/>
                </a:moveTo>
                <a:lnTo>
                  <a:pt x="209550" y="2524125"/>
                </a:lnTo>
                <a:lnTo>
                  <a:pt x="209550" y="2533650"/>
                </a:lnTo>
                <a:lnTo>
                  <a:pt x="219075" y="2533650"/>
                </a:lnTo>
                <a:lnTo>
                  <a:pt x="219075" y="2552700"/>
                </a:lnTo>
                <a:lnTo>
                  <a:pt x="209550" y="2552700"/>
                </a:lnTo>
                <a:lnTo>
                  <a:pt x="209550" y="2562225"/>
                </a:lnTo>
                <a:lnTo>
                  <a:pt x="200025" y="2562225"/>
                </a:lnTo>
                <a:lnTo>
                  <a:pt x="200025" y="2552700"/>
                </a:lnTo>
                <a:lnTo>
                  <a:pt x="190500" y="2552700"/>
                </a:lnTo>
                <a:close/>
                <a:moveTo>
                  <a:pt x="1181100" y="2524125"/>
                </a:moveTo>
                <a:lnTo>
                  <a:pt x="1190625" y="2524125"/>
                </a:lnTo>
                <a:lnTo>
                  <a:pt x="1190625" y="2533650"/>
                </a:lnTo>
                <a:lnTo>
                  <a:pt x="1181100" y="2533650"/>
                </a:lnTo>
                <a:close/>
                <a:moveTo>
                  <a:pt x="1228725" y="2524125"/>
                </a:moveTo>
                <a:lnTo>
                  <a:pt x="1238250" y="2524125"/>
                </a:lnTo>
                <a:lnTo>
                  <a:pt x="1238250" y="2543175"/>
                </a:lnTo>
                <a:lnTo>
                  <a:pt x="1219200" y="2543175"/>
                </a:lnTo>
                <a:lnTo>
                  <a:pt x="1219200" y="2533650"/>
                </a:lnTo>
                <a:lnTo>
                  <a:pt x="1228725" y="2533650"/>
                </a:lnTo>
                <a:close/>
                <a:moveTo>
                  <a:pt x="1343025" y="2524125"/>
                </a:moveTo>
                <a:lnTo>
                  <a:pt x="1352550" y="2524125"/>
                </a:lnTo>
                <a:lnTo>
                  <a:pt x="1352550" y="2543175"/>
                </a:lnTo>
                <a:lnTo>
                  <a:pt x="1371600" y="2543175"/>
                </a:lnTo>
                <a:lnTo>
                  <a:pt x="1371600" y="2552700"/>
                </a:lnTo>
                <a:lnTo>
                  <a:pt x="1295400" y="2552700"/>
                </a:lnTo>
                <a:lnTo>
                  <a:pt x="1295400" y="2543175"/>
                </a:lnTo>
                <a:lnTo>
                  <a:pt x="1333500" y="2543175"/>
                </a:lnTo>
                <a:lnTo>
                  <a:pt x="1333500" y="2533650"/>
                </a:lnTo>
                <a:lnTo>
                  <a:pt x="1343025" y="2533650"/>
                </a:lnTo>
                <a:close/>
                <a:moveTo>
                  <a:pt x="171450" y="2533650"/>
                </a:moveTo>
                <a:lnTo>
                  <a:pt x="180975" y="2533650"/>
                </a:lnTo>
                <a:lnTo>
                  <a:pt x="180975" y="2552700"/>
                </a:lnTo>
                <a:lnTo>
                  <a:pt x="171450" y="2552700"/>
                </a:lnTo>
                <a:close/>
                <a:moveTo>
                  <a:pt x="590550" y="2533650"/>
                </a:moveTo>
                <a:lnTo>
                  <a:pt x="600075" y="2533650"/>
                </a:lnTo>
                <a:lnTo>
                  <a:pt x="600075" y="2543175"/>
                </a:lnTo>
                <a:lnTo>
                  <a:pt x="590550" y="2543175"/>
                </a:lnTo>
                <a:close/>
                <a:moveTo>
                  <a:pt x="666750" y="2533650"/>
                </a:moveTo>
                <a:lnTo>
                  <a:pt x="685800" y="2533650"/>
                </a:lnTo>
                <a:lnTo>
                  <a:pt x="685800" y="2552700"/>
                </a:lnTo>
                <a:lnTo>
                  <a:pt x="676275" y="2552700"/>
                </a:lnTo>
                <a:lnTo>
                  <a:pt x="676275" y="2543175"/>
                </a:lnTo>
                <a:lnTo>
                  <a:pt x="666750" y="2543175"/>
                </a:lnTo>
                <a:close/>
                <a:moveTo>
                  <a:pt x="1133475" y="2533650"/>
                </a:moveTo>
                <a:lnTo>
                  <a:pt x="1143000" y="2533650"/>
                </a:lnTo>
                <a:lnTo>
                  <a:pt x="1143000" y="2543175"/>
                </a:lnTo>
                <a:lnTo>
                  <a:pt x="1133475" y="2543175"/>
                </a:lnTo>
                <a:close/>
                <a:moveTo>
                  <a:pt x="1200150" y="2533650"/>
                </a:moveTo>
                <a:lnTo>
                  <a:pt x="1209675" y="2533650"/>
                </a:lnTo>
                <a:lnTo>
                  <a:pt x="1209675" y="2543175"/>
                </a:lnTo>
                <a:lnTo>
                  <a:pt x="1200150" y="2543175"/>
                </a:lnTo>
                <a:close/>
                <a:moveTo>
                  <a:pt x="1628775" y="2552700"/>
                </a:moveTo>
                <a:lnTo>
                  <a:pt x="1638300" y="2552700"/>
                </a:lnTo>
                <a:lnTo>
                  <a:pt x="1638300" y="2562225"/>
                </a:lnTo>
                <a:lnTo>
                  <a:pt x="1628775" y="2562225"/>
                </a:lnTo>
                <a:close/>
                <a:moveTo>
                  <a:pt x="866775" y="2562225"/>
                </a:moveTo>
                <a:lnTo>
                  <a:pt x="876300" y="2562225"/>
                </a:lnTo>
                <a:lnTo>
                  <a:pt x="876300" y="2581275"/>
                </a:lnTo>
                <a:lnTo>
                  <a:pt x="866775" y="2581275"/>
                </a:lnTo>
                <a:close/>
                <a:moveTo>
                  <a:pt x="1638300" y="2571750"/>
                </a:moveTo>
                <a:lnTo>
                  <a:pt x="1647825" y="2571750"/>
                </a:lnTo>
                <a:lnTo>
                  <a:pt x="1647825" y="2600325"/>
                </a:lnTo>
                <a:lnTo>
                  <a:pt x="1638300" y="2600325"/>
                </a:lnTo>
                <a:close/>
                <a:moveTo>
                  <a:pt x="171450" y="2590800"/>
                </a:moveTo>
                <a:lnTo>
                  <a:pt x="180975" y="2590800"/>
                </a:lnTo>
                <a:lnTo>
                  <a:pt x="180975" y="2619375"/>
                </a:lnTo>
                <a:lnTo>
                  <a:pt x="171450" y="2619375"/>
                </a:lnTo>
                <a:close/>
                <a:moveTo>
                  <a:pt x="1695450" y="2590800"/>
                </a:moveTo>
                <a:lnTo>
                  <a:pt x="1714500" y="2590800"/>
                </a:lnTo>
                <a:lnTo>
                  <a:pt x="1714500" y="2600325"/>
                </a:lnTo>
                <a:lnTo>
                  <a:pt x="1695450" y="2600325"/>
                </a:lnTo>
                <a:close/>
                <a:moveTo>
                  <a:pt x="190500" y="2600325"/>
                </a:moveTo>
                <a:lnTo>
                  <a:pt x="200025" y="2600325"/>
                </a:lnTo>
                <a:lnTo>
                  <a:pt x="200025" y="2609850"/>
                </a:lnTo>
                <a:lnTo>
                  <a:pt x="190500" y="2609850"/>
                </a:lnTo>
                <a:close/>
                <a:moveTo>
                  <a:pt x="657225" y="2600325"/>
                </a:moveTo>
                <a:lnTo>
                  <a:pt x="666750" y="2600325"/>
                </a:lnTo>
                <a:lnTo>
                  <a:pt x="666750" y="2609850"/>
                </a:lnTo>
                <a:lnTo>
                  <a:pt x="657225" y="2609850"/>
                </a:lnTo>
                <a:close/>
                <a:moveTo>
                  <a:pt x="676275" y="2600325"/>
                </a:moveTo>
                <a:lnTo>
                  <a:pt x="685800" y="2600325"/>
                </a:lnTo>
                <a:lnTo>
                  <a:pt x="685800" y="2609850"/>
                </a:lnTo>
                <a:lnTo>
                  <a:pt x="676275" y="2609850"/>
                </a:lnTo>
                <a:close/>
                <a:moveTo>
                  <a:pt x="1590675" y="2600325"/>
                </a:moveTo>
                <a:lnTo>
                  <a:pt x="1600200" y="2600325"/>
                </a:lnTo>
                <a:lnTo>
                  <a:pt x="1600200" y="2609850"/>
                </a:lnTo>
                <a:lnTo>
                  <a:pt x="1590675" y="2609850"/>
                </a:lnTo>
                <a:close/>
                <a:moveTo>
                  <a:pt x="419100" y="2619375"/>
                </a:moveTo>
                <a:lnTo>
                  <a:pt x="428625" y="2619375"/>
                </a:lnTo>
                <a:lnTo>
                  <a:pt x="428625" y="2628900"/>
                </a:lnTo>
                <a:lnTo>
                  <a:pt x="438150" y="2628900"/>
                </a:lnTo>
                <a:lnTo>
                  <a:pt x="438150" y="2638425"/>
                </a:lnTo>
                <a:lnTo>
                  <a:pt x="419100" y="2638425"/>
                </a:lnTo>
                <a:close/>
                <a:moveTo>
                  <a:pt x="1209675" y="2619375"/>
                </a:moveTo>
                <a:lnTo>
                  <a:pt x="1219200" y="2619375"/>
                </a:lnTo>
                <a:lnTo>
                  <a:pt x="1219200" y="2628900"/>
                </a:lnTo>
                <a:lnTo>
                  <a:pt x="1209675" y="2628900"/>
                </a:lnTo>
                <a:close/>
                <a:moveTo>
                  <a:pt x="1228725" y="2619375"/>
                </a:moveTo>
                <a:lnTo>
                  <a:pt x="1257300" y="2619375"/>
                </a:lnTo>
                <a:lnTo>
                  <a:pt x="1257300" y="2628900"/>
                </a:lnTo>
                <a:lnTo>
                  <a:pt x="1228725" y="2628900"/>
                </a:lnTo>
                <a:close/>
                <a:moveTo>
                  <a:pt x="1323975" y="2619375"/>
                </a:moveTo>
                <a:lnTo>
                  <a:pt x="1343025" y="2619375"/>
                </a:lnTo>
                <a:lnTo>
                  <a:pt x="1343025" y="2628900"/>
                </a:lnTo>
                <a:lnTo>
                  <a:pt x="1323975" y="2628900"/>
                </a:lnTo>
                <a:close/>
                <a:moveTo>
                  <a:pt x="1447800" y="2619375"/>
                </a:moveTo>
                <a:lnTo>
                  <a:pt x="1476375" y="2619375"/>
                </a:lnTo>
                <a:lnTo>
                  <a:pt x="1476375" y="2628900"/>
                </a:lnTo>
                <a:lnTo>
                  <a:pt x="1447800" y="2628900"/>
                </a:lnTo>
                <a:close/>
                <a:moveTo>
                  <a:pt x="1695450" y="2619375"/>
                </a:moveTo>
                <a:lnTo>
                  <a:pt x="1704975" y="2619375"/>
                </a:lnTo>
                <a:lnTo>
                  <a:pt x="1704975" y="2638425"/>
                </a:lnTo>
                <a:lnTo>
                  <a:pt x="1695450" y="2638425"/>
                </a:lnTo>
                <a:close/>
                <a:moveTo>
                  <a:pt x="285750" y="2628900"/>
                </a:moveTo>
                <a:lnTo>
                  <a:pt x="304800" y="2628900"/>
                </a:lnTo>
                <a:lnTo>
                  <a:pt x="304800" y="2638425"/>
                </a:lnTo>
                <a:lnTo>
                  <a:pt x="285750" y="2638425"/>
                </a:lnTo>
                <a:close/>
                <a:moveTo>
                  <a:pt x="609600" y="2628900"/>
                </a:moveTo>
                <a:lnTo>
                  <a:pt x="628650" y="2628900"/>
                </a:lnTo>
                <a:lnTo>
                  <a:pt x="628650" y="2638425"/>
                </a:lnTo>
                <a:lnTo>
                  <a:pt x="609600" y="2638425"/>
                </a:lnTo>
                <a:close/>
                <a:moveTo>
                  <a:pt x="666750" y="2628900"/>
                </a:moveTo>
                <a:lnTo>
                  <a:pt x="676275" y="2628900"/>
                </a:lnTo>
                <a:lnTo>
                  <a:pt x="676275" y="2657475"/>
                </a:lnTo>
                <a:lnTo>
                  <a:pt x="647700" y="2657475"/>
                </a:lnTo>
                <a:lnTo>
                  <a:pt x="647700" y="2667000"/>
                </a:lnTo>
                <a:lnTo>
                  <a:pt x="638175" y="2667000"/>
                </a:lnTo>
                <a:lnTo>
                  <a:pt x="638175" y="2647950"/>
                </a:lnTo>
                <a:lnTo>
                  <a:pt x="628650" y="2647950"/>
                </a:lnTo>
                <a:lnTo>
                  <a:pt x="628650" y="2638425"/>
                </a:lnTo>
                <a:lnTo>
                  <a:pt x="657225" y="2638425"/>
                </a:lnTo>
                <a:lnTo>
                  <a:pt x="657225" y="2647950"/>
                </a:lnTo>
                <a:lnTo>
                  <a:pt x="666750" y="2647950"/>
                </a:lnTo>
                <a:close/>
                <a:moveTo>
                  <a:pt x="733425" y="2628900"/>
                </a:moveTo>
                <a:lnTo>
                  <a:pt x="762000" y="2628900"/>
                </a:lnTo>
                <a:lnTo>
                  <a:pt x="762000" y="2657475"/>
                </a:lnTo>
                <a:lnTo>
                  <a:pt x="752475" y="2657475"/>
                </a:lnTo>
                <a:lnTo>
                  <a:pt x="752475" y="2647950"/>
                </a:lnTo>
                <a:lnTo>
                  <a:pt x="733425" y="2647950"/>
                </a:lnTo>
                <a:lnTo>
                  <a:pt x="733425" y="2657475"/>
                </a:lnTo>
                <a:lnTo>
                  <a:pt x="723900" y="2657475"/>
                </a:lnTo>
                <a:lnTo>
                  <a:pt x="723900" y="2638425"/>
                </a:lnTo>
                <a:lnTo>
                  <a:pt x="733425" y="2638425"/>
                </a:lnTo>
                <a:close/>
                <a:moveTo>
                  <a:pt x="790575" y="2628900"/>
                </a:moveTo>
                <a:lnTo>
                  <a:pt x="800100" y="2628900"/>
                </a:lnTo>
                <a:lnTo>
                  <a:pt x="800100" y="2638425"/>
                </a:lnTo>
                <a:lnTo>
                  <a:pt x="790575" y="2638425"/>
                </a:lnTo>
                <a:close/>
                <a:moveTo>
                  <a:pt x="1438275" y="2628900"/>
                </a:moveTo>
                <a:lnTo>
                  <a:pt x="1447800" y="2628900"/>
                </a:lnTo>
                <a:lnTo>
                  <a:pt x="1447800" y="2647950"/>
                </a:lnTo>
                <a:lnTo>
                  <a:pt x="1419225" y="2647950"/>
                </a:lnTo>
                <a:lnTo>
                  <a:pt x="1419225" y="2657475"/>
                </a:lnTo>
                <a:lnTo>
                  <a:pt x="1447800" y="2657475"/>
                </a:lnTo>
                <a:lnTo>
                  <a:pt x="1447800" y="2667000"/>
                </a:lnTo>
                <a:lnTo>
                  <a:pt x="1390650" y="2667000"/>
                </a:lnTo>
                <a:lnTo>
                  <a:pt x="1390650" y="2657475"/>
                </a:lnTo>
                <a:lnTo>
                  <a:pt x="1381125" y="2657475"/>
                </a:lnTo>
                <a:lnTo>
                  <a:pt x="1381125" y="2647950"/>
                </a:lnTo>
                <a:lnTo>
                  <a:pt x="1400175" y="2647950"/>
                </a:lnTo>
                <a:lnTo>
                  <a:pt x="1400175" y="2638425"/>
                </a:lnTo>
                <a:lnTo>
                  <a:pt x="1438275" y="2638425"/>
                </a:lnTo>
                <a:close/>
                <a:moveTo>
                  <a:pt x="1514475" y="2628900"/>
                </a:moveTo>
                <a:lnTo>
                  <a:pt x="1543050" y="2628900"/>
                </a:lnTo>
                <a:lnTo>
                  <a:pt x="1543050" y="2638425"/>
                </a:lnTo>
                <a:lnTo>
                  <a:pt x="1533525" y="2638425"/>
                </a:lnTo>
                <a:lnTo>
                  <a:pt x="1533525" y="2657475"/>
                </a:lnTo>
                <a:lnTo>
                  <a:pt x="1562100" y="2657475"/>
                </a:lnTo>
                <a:lnTo>
                  <a:pt x="1562100" y="2647950"/>
                </a:lnTo>
                <a:lnTo>
                  <a:pt x="1581150" y="2647950"/>
                </a:lnTo>
                <a:lnTo>
                  <a:pt x="1581150" y="2657475"/>
                </a:lnTo>
                <a:lnTo>
                  <a:pt x="1562100" y="2657475"/>
                </a:lnTo>
                <a:lnTo>
                  <a:pt x="1562100" y="2667000"/>
                </a:lnTo>
                <a:lnTo>
                  <a:pt x="1524000" y="2667000"/>
                </a:lnTo>
                <a:lnTo>
                  <a:pt x="1524000" y="2657475"/>
                </a:lnTo>
                <a:lnTo>
                  <a:pt x="1504950" y="2657475"/>
                </a:lnTo>
                <a:lnTo>
                  <a:pt x="1504950" y="2638425"/>
                </a:lnTo>
                <a:lnTo>
                  <a:pt x="1514475" y="2638425"/>
                </a:lnTo>
                <a:close/>
                <a:moveTo>
                  <a:pt x="1609725" y="2628900"/>
                </a:moveTo>
                <a:lnTo>
                  <a:pt x="1619250" y="2628900"/>
                </a:lnTo>
                <a:lnTo>
                  <a:pt x="1619250" y="2638425"/>
                </a:lnTo>
                <a:lnTo>
                  <a:pt x="1609725" y="2638425"/>
                </a:lnTo>
                <a:close/>
                <a:moveTo>
                  <a:pt x="352425" y="2638425"/>
                </a:moveTo>
                <a:lnTo>
                  <a:pt x="400050" y="2638425"/>
                </a:lnTo>
                <a:lnTo>
                  <a:pt x="400050" y="2647950"/>
                </a:lnTo>
                <a:lnTo>
                  <a:pt x="352425" y="2647950"/>
                </a:lnTo>
                <a:close/>
                <a:moveTo>
                  <a:pt x="495300" y="2638425"/>
                </a:moveTo>
                <a:lnTo>
                  <a:pt x="504825" y="2638425"/>
                </a:lnTo>
                <a:lnTo>
                  <a:pt x="504825" y="2647950"/>
                </a:lnTo>
                <a:lnTo>
                  <a:pt x="495300" y="2647950"/>
                </a:lnTo>
                <a:close/>
                <a:moveTo>
                  <a:pt x="695325" y="2638425"/>
                </a:moveTo>
                <a:lnTo>
                  <a:pt x="704850" y="2638425"/>
                </a:lnTo>
                <a:lnTo>
                  <a:pt x="704850" y="2647950"/>
                </a:lnTo>
                <a:lnTo>
                  <a:pt x="695325" y="2647950"/>
                </a:lnTo>
                <a:close/>
                <a:moveTo>
                  <a:pt x="838200" y="2638425"/>
                </a:moveTo>
                <a:lnTo>
                  <a:pt x="857250" y="2638425"/>
                </a:lnTo>
                <a:lnTo>
                  <a:pt x="857250" y="2647950"/>
                </a:lnTo>
                <a:lnTo>
                  <a:pt x="847725" y="2647950"/>
                </a:lnTo>
                <a:lnTo>
                  <a:pt x="847725" y="2657475"/>
                </a:lnTo>
                <a:lnTo>
                  <a:pt x="838200" y="2657475"/>
                </a:lnTo>
                <a:close/>
                <a:moveTo>
                  <a:pt x="904875" y="2638425"/>
                </a:moveTo>
                <a:lnTo>
                  <a:pt x="923925" y="2638425"/>
                </a:lnTo>
                <a:lnTo>
                  <a:pt x="923925" y="2647950"/>
                </a:lnTo>
                <a:lnTo>
                  <a:pt x="904875" y="2647950"/>
                </a:lnTo>
                <a:close/>
                <a:moveTo>
                  <a:pt x="1628775" y="2638425"/>
                </a:moveTo>
                <a:lnTo>
                  <a:pt x="1638300" y="2638425"/>
                </a:lnTo>
                <a:lnTo>
                  <a:pt x="1638300" y="2647950"/>
                </a:lnTo>
                <a:lnTo>
                  <a:pt x="1628775" y="2647950"/>
                </a:lnTo>
                <a:close/>
                <a:moveTo>
                  <a:pt x="704850" y="2647950"/>
                </a:moveTo>
                <a:lnTo>
                  <a:pt x="714375" y="2647950"/>
                </a:lnTo>
                <a:lnTo>
                  <a:pt x="714375" y="2657475"/>
                </a:lnTo>
                <a:lnTo>
                  <a:pt x="704850" y="2657475"/>
                </a:lnTo>
                <a:close/>
                <a:moveTo>
                  <a:pt x="1323975" y="2647950"/>
                </a:moveTo>
                <a:lnTo>
                  <a:pt x="1333500" y="2647950"/>
                </a:lnTo>
                <a:lnTo>
                  <a:pt x="1333500" y="2657475"/>
                </a:lnTo>
                <a:lnTo>
                  <a:pt x="1323975" y="2657475"/>
                </a:lnTo>
                <a:close/>
                <a:moveTo>
                  <a:pt x="1362075" y="2647950"/>
                </a:moveTo>
                <a:lnTo>
                  <a:pt x="1371600" y="2647950"/>
                </a:lnTo>
                <a:lnTo>
                  <a:pt x="1371600" y="2657475"/>
                </a:lnTo>
                <a:lnTo>
                  <a:pt x="1362075" y="2657475"/>
                </a:lnTo>
                <a:close/>
                <a:moveTo>
                  <a:pt x="228600" y="2657475"/>
                </a:moveTo>
                <a:lnTo>
                  <a:pt x="257175" y="2657475"/>
                </a:lnTo>
                <a:lnTo>
                  <a:pt x="257175" y="2667000"/>
                </a:lnTo>
                <a:lnTo>
                  <a:pt x="228600" y="2667000"/>
                </a:lnTo>
                <a:close/>
                <a:moveTo>
                  <a:pt x="333375" y="2657475"/>
                </a:moveTo>
                <a:lnTo>
                  <a:pt x="352425" y="2657475"/>
                </a:lnTo>
                <a:lnTo>
                  <a:pt x="352425" y="2667000"/>
                </a:lnTo>
                <a:lnTo>
                  <a:pt x="333375" y="2667000"/>
                </a:lnTo>
                <a:close/>
                <a:moveTo>
                  <a:pt x="361950" y="2657475"/>
                </a:moveTo>
                <a:lnTo>
                  <a:pt x="381000" y="2657475"/>
                </a:lnTo>
                <a:lnTo>
                  <a:pt x="381000" y="2667000"/>
                </a:lnTo>
                <a:lnTo>
                  <a:pt x="361950" y="2667000"/>
                </a:lnTo>
                <a:close/>
                <a:moveTo>
                  <a:pt x="495300" y="2657475"/>
                </a:moveTo>
                <a:lnTo>
                  <a:pt x="504825" y="2657475"/>
                </a:lnTo>
                <a:lnTo>
                  <a:pt x="504825" y="2667000"/>
                </a:lnTo>
                <a:lnTo>
                  <a:pt x="495300" y="2667000"/>
                </a:lnTo>
                <a:close/>
                <a:moveTo>
                  <a:pt x="533400" y="2657475"/>
                </a:moveTo>
                <a:lnTo>
                  <a:pt x="552450" y="2657475"/>
                </a:lnTo>
                <a:lnTo>
                  <a:pt x="552450" y="2667000"/>
                </a:lnTo>
                <a:lnTo>
                  <a:pt x="533400" y="2667000"/>
                </a:lnTo>
                <a:close/>
                <a:moveTo>
                  <a:pt x="1171575" y="2657475"/>
                </a:moveTo>
                <a:lnTo>
                  <a:pt x="1200150" y="2657475"/>
                </a:lnTo>
                <a:lnTo>
                  <a:pt x="1200150" y="2667000"/>
                </a:lnTo>
                <a:lnTo>
                  <a:pt x="1171575" y="2667000"/>
                </a:lnTo>
                <a:close/>
                <a:moveTo>
                  <a:pt x="1238250" y="2657475"/>
                </a:moveTo>
                <a:lnTo>
                  <a:pt x="1266825" y="2657475"/>
                </a:lnTo>
                <a:lnTo>
                  <a:pt x="1266825" y="2667000"/>
                </a:lnTo>
                <a:lnTo>
                  <a:pt x="1238250" y="2667000"/>
                </a:lnTo>
                <a:close/>
                <a:moveTo>
                  <a:pt x="1285875" y="2657475"/>
                </a:moveTo>
                <a:lnTo>
                  <a:pt x="1304925" y="2657475"/>
                </a:lnTo>
                <a:lnTo>
                  <a:pt x="1304925" y="2667000"/>
                </a:lnTo>
                <a:lnTo>
                  <a:pt x="1285875" y="2667000"/>
                </a:lnTo>
                <a:close/>
                <a:moveTo>
                  <a:pt x="895350" y="2676525"/>
                </a:moveTo>
                <a:lnTo>
                  <a:pt x="923925" y="2676525"/>
                </a:lnTo>
                <a:lnTo>
                  <a:pt x="923925" y="2686050"/>
                </a:lnTo>
                <a:lnTo>
                  <a:pt x="933450" y="2686050"/>
                </a:lnTo>
                <a:lnTo>
                  <a:pt x="933450" y="2695575"/>
                </a:lnTo>
                <a:lnTo>
                  <a:pt x="895350" y="2695575"/>
                </a:lnTo>
                <a:close/>
                <a:moveTo>
                  <a:pt x="1019175" y="2686050"/>
                </a:moveTo>
                <a:lnTo>
                  <a:pt x="1028700" y="2686050"/>
                </a:lnTo>
                <a:lnTo>
                  <a:pt x="1028700" y="2695575"/>
                </a:lnTo>
                <a:lnTo>
                  <a:pt x="1019175" y="2695575"/>
                </a:lnTo>
                <a:close/>
                <a:moveTo>
                  <a:pt x="190500" y="2695575"/>
                </a:moveTo>
                <a:lnTo>
                  <a:pt x="200025" y="2695575"/>
                </a:lnTo>
                <a:lnTo>
                  <a:pt x="200025" y="2705100"/>
                </a:lnTo>
                <a:lnTo>
                  <a:pt x="190500" y="2705100"/>
                </a:lnTo>
                <a:close/>
                <a:moveTo>
                  <a:pt x="266700" y="2695575"/>
                </a:moveTo>
                <a:lnTo>
                  <a:pt x="323850" y="2695575"/>
                </a:lnTo>
                <a:lnTo>
                  <a:pt x="323850" y="2705100"/>
                </a:lnTo>
                <a:lnTo>
                  <a:pt x="266700" y="2705100"/>
                </a:lnTo>
                <a:close/>
                <a:moveTo>
                  <a:pt x="428625" y="2695575"/>
                </a:moveTo>
                <a:lnTo>
                  <a:pt x="438150" y="2695575"/>
                </a:lnTo>
                <a:lnTo>
                  <a:pt x="438150" y="2705100"/>
                </a:lnTo>
                <a:lnTo>
                  <a:pt x="428625" y="2705100"/>
                </a:lnTo>
                <a:close/>
                <a:moveTo>
                  <a:pt x="1028700" y="2695575"/>
                </a:moveTo>
                <a:lnTo>
                  <a:pt x="1038225" y="2695575"/>
                </a:lnTo>
                <a:lnTo>
                  <a:pt x="1038225" y="2705100"/>
                </a:lnTo>
                <a:lnTo>
                  <a:pt x="1028700" y="2705100"/>
                </a:lnTo>
                <a:close/>
                <a:moveTo>
                  <a:pt x="1695450" y="2714625"/>
                </a:moveTo>
                <a:lnTo>
                  <a:pt x="1704975" y="2714625"/>
                </a:lnTo>
                <a:lnTo>
                  <a:pt x="1704975" y="2733675"/>
                </a:lnTo>
                <a:lnTo>
                  <a:pt x="1695450" y="2733675"/>
                </a:lnTo>
                <a:close/>
                <a:moveTo>
                  <a:pt x="1009650" y="2724150"/>
                </a:moveTo>
                <a:lnTo>
                  <a:pt x="1019175" y="2724150"/>
                </a:lnTo>
                <a:lnTo>
                  <a:pt x="1019175" y="2733675"/>
                </a:lnTo>
                <a:lnTo>
                  <a:pt x="1009650" y="2733675"/>
                </a:lnTo>
                <a:close/>
                <a:moveTo>
                  <a:pt x="171450" y="2762250"/>
                </a:moveTo>
                <a:lnTo>
                  <a:pt x="200025" y="2762250"/>
                </a:lnTo>
                <a:lnTo>
                  <a:pt x="200025" y="2771775"/>
                </a:lnTo>
                <a:lnTo>
                  <a:pt x="171450" y="2771775"/>
                </a:lnTo>
                <a:close/>
                <a:moveTo>
                  <a:pt x="314325" y="2762250"/>
                </a:moveTo>
                <a:lnTo>
                  <a:pt x="323850" y="2762250"/>
                </a:lnTo>
                <a:lnTo>
                  <a:pt x="323850" y="2771775"/>
                </a:lnTo>
                <a:lnTo>
                  <a:pt x="314325" y="2771775"/>
                </a:lnTo>
                <a:close/>
                <a:moveTo>
                  <a:pt x="895350" y="2762250"/>
                </a:moveTo>
                <a:lnTo>
                  <a:pt x="904875" y="2762250"/>
                </a:lnTo>
                <a:lnTo>
                  <a:pt x="904875" y="2771775"/>
                </a:lnTo>
                <a:lnTo>
                  <a:pt x="933450" y="2771775"/>
                </a:lnTo>
                <a:lnTo>
                  <a:pt x="933450" y="2781300"/>
                </a:lnTo>
                <a:lnTo>
                  <a:pt x="895350" y="2781300"/>
                </a:lnTo>
                <a:close/>
                <a:moveTo>
                  <a:pt x="781050" y="2771775"/>
                </a:moveTo>
                <a:lnTo>
                  <a:pt x="800100" y="2771775"/>
                </a:lnTo>
                <a:lnTo>
                  <a:pt x="800100" y="2781300"/>
                </a:lnTo>
                <a:lnTo>
                  <a:pt x="790575" y="2781300"/>
                </a:lnTo>
                <a:lnTo>
                  <a:pt x="790575" y="2790825"/>
                </a:lnTo>
                <a:lnTo>
                  <a:pt x="800100" y="2790825"/>
                </a:lnTo>
                <a:lnTo>
                  <a:pt x="800100" y="2819400"/>
                </a:lnTo>
                <a:lnTo>
                  <a:pt x="790575" y="2819400"/>
                </a:lnTo>
                <a:lnTo>
                  <a:pt x="790575" y="2809875"/>
                </a:lnTo>
                <a:lnTo>
                  <a:pt x="781050" y="2809875"/>
                </a:lnTo>
                <a:lnTo>
                  <a:pt x="781050" y="2800350"/>
                </a:lnTo>
                <a:lnTo>
                  <a:pt x="771525" y="2800350"/>
                </a:lnTo>
                <a:lnTo>
                  <a:pt x="771525" y="2790825"/>
                </a:lnTo>
                <a:lnTo>
                  <a:pt x="781050" y="2790825"/>
                </a:lnTo>
                <a:close/>
                <a:moveTo>
                  <a:pt x="1609725" y="2771775"/>
                </a:moveTo>
                <a:lnTo>
                  <a:pt x="1619250" y="2771775"/>
                </a:lnTo>
                <a:lnTo>
                  <a:pt x="1619250" y="2790825"/>
                </a:lnTo>
                <a:lnTo>
                  <a:pt x="1600200" y="2790825"/>
                </a:lnTo>
                <a:lnTo>
                  <a:pt x="1600200" y="2781300"/>
                </a:lnTo>
                <a:lnTo>
                  <a:pt x="1609725" y="2781300"/>
                </a:lnTo>
                <a:close/>
                <a:moveTo>
                  <a:pt x="1628775" y="2771775"/>
                </a:moveTo>
                <a:lnTo>
                  <a:pt x="1638300" y="2771775"/>
                </a:lnTo>
                <a:lnTo>
                  <a:pt x="1638300" y="2781300"/>
                </a:lnTo>
                <a:lnTo>
                  <a:pt x="1628775" y="2781300"/>
                </a:lnTo>
                <a:close/>
                <a:moveTo>
                  <a:pt x="390525" y="2781300"/>
                </a:moveTo>
                <a:lnTo>
                  <a:pt x="400050" y="2781300"/>
                </a:lnTo>
                <a:lnTo>
                  <a:pt x="400050" y="2790825"/>
                </a:lnTo>
                <a:lnTo>
                  <a:pt x="409575" y="2790825"/>
                </a:lnTo>
                <a:lnTo>
                  <a:pt x="409575" y="2800350"/>
                </a:lnTo>
                <a:lnTo>
                  <a:pt x="390525" y="2800350"/>
                </a:lnTo>
                <a:close/>
                <a:moveTo>
                  <a:pt x="428625" y="2781300"/>
                </a:moveTo>
                <a:lnTo>
                  <a:pt x="447675" y="2781300"/>
                </a:lnTo>
                <a:lnTo>
                  <a:pt x="447675" y="2790825"/>
                </a:lnTo>
                <a:lnTo>
                  <a:pt x="428625" y="2790825"/>
                </a:lnTo>
                <a:close/>
                <a:moveTo>
                  <a:pt x="447675" y="2790825"/>
                </a:moveTo>
                <a:lnTo>
                  <a:pt x="457200" y="2790825"/>
                </a:lnTo>
                <a:lnTo>
                  <a:pt x="457200" y="2800350"/>
                </a:lnTo>
                <a:lnTo>
                  <a:pt x="447675" y="2800350"/>
                </a:lnTo>
                <a:close/>
                <a:moveTo>
                  <a:pt x="809625" y="2790825"/>
                </a:moveTo>
                <a:lnTo>
                  <a:pt x="838200" y="2790825"/>
                </a:lnTo>
                <a:lnTo>
                  <a:pt x="838200" y="2800350"/>
                </a:lnTo>
                <a:lnTo>
                  <a:pt x="847725" y="2800350"/>
                </a:lnTo>
                <a:lnTo>
                  <a:pt x="847725" y="2809875"/>
                </a:lnTo>
                <a:lnTo>
                  <a:pt x="857250" y="2809875"/>
                </a:lnTo>
                <a:lnTo>
                  <a:pt x="857250" y="2828925"/>
                </a:lnTo>
                <a:lnTo>
                  <a:pt x="866775" y="2828925"/>
                </a:lnTo>
                <a:lnTo>
                  <a:pt x="866775" y="2847975"/>
                </a:lnTo>
                <a:lnTo>
                  <a:pt x="857250" y="2847975"/>
                </a:lnTo>
                <a:lnTo>
                  <a:pt x="857250" y="2857500"/>
                </a:lnTo>
                <a:lnTo>
                  <a:pt x="847725" y="2857500"/>
                </a:lnTo>
                <a:lnTo>
                  <a:pt x="847725" y="2838450"/>
                </a:lnTo>
                <a:lnTo>
                  <a:pt x="838200" y="2838450"/>
                </a:lnTo>
                <a:lnTo>
                  <a:pt x="838200" y="2809875"/>
                </a:lnTo>
                <a:lnTo>
                  <a:pt x="819150" y="2809875"/>
                </a:lnTo>
                <a:lnTo>
                  <a:pt x="819150" y="2800350"/>
                </a:lnTo>
                <a:lnTo>
                  <a:pt x="809625" y="2800350"/>
                </a:lnTo>
                <a:close/>
                <a:moveTo>
                  <a:pt x="914400" y="2790825"/>
                </a:moveTo>
                <a:lnTo>
                  <a:pt x="933450" y="2790825"/>
                </a:lnTo>
                <a:lnTo>
                  <a:pt x="933450" y="2800350"/>
                </a:lnTo>
                <a:lnTo>
                  <a:pt x="914400" y="2800350"/>
                </a:lnTo>
                <a:close/>
                <a:moveTo>
                  <a:pt x="381000" y="2800350"/>
                </a:moveTo>
                <a:lnTo>
                  <a:pt x="390525" y="2800350"/>
                </a:lnTo>
                <a:lnTo>
                  <a:pt x="390525" y="2809875"/>
                </a:lnTo>
                <a:lnTo>
                  <a:pt x="381000" y="2809875"/>
                </a:lnTo>
                <a:close/>
                <a:moveTo>
                  <a:pt x="590550" y="2800350"/>
                </a:moveTo>
                <a:lnTo>
                  <a:pt x="600075" y="2800350"/>
                </a:lnTo>
                <a:lnTo>
                  <a:pt x="600075" y="2809875"/>
                </a:lnTo>
                <a:lnTo>
                  <a:pt x="590550" y="2809875"/>
                </a:lnTo>
                <a:close/>
                <a:moveTo>
                  <a:pt x="666750" y="2800350"/>
                </a:moveTo>
                <a:lnTo>
                  <a:pt x="685800" y="2800350"/>
                </a:lnTo>
                <a:lnTo>
                  <a:pt x="685800" y="2809875"/>
                </a:lnTo>
                <a:lnTo>
                  <a:pt x="666750" y="2809875"/>
                </a:lnTo>
                <a:close/>
                <a:moveTo>
                  <a:pt x="276225" y="2809875"/>
                </a:moveTo>
                <a:lnTo>
                  <a:pt x="285750" y="2809875"/>
                </a:lnTo>
                <a:lnTo>
                  <a:pt x="285750" y="2819400"/>
                </a:lnTo>
                <a:lnTo>
                  <a:pt x="276225" y="2819400"/>
                </a:lnTo>
                <a:close/>
                <a:moveTo>
                  <a:pt x="390525" y="2809875"/>
                </a:moveTo>
                <a:lnTo>
                  <a:pt x="400050" y="2809875"/>
                </a:lnTo>
                <a:lnTo>
                  <a:pt x="400050" y="2819400"/>
                </a:lnTo>
                <a:lnTo>
                  <a:pt x="390525" y="2819400"/>
                </a:lnTo>
                <a:close/>
                <a:moveTo>
                  <a:pt x="581025" y="2809875"/>
                </a:moveTo>
                <a:lnTo>
                  <a:pt x="590550" y="2809875"/>
                </a:lnTo>
                <a:lnTo>
                  <a:pt x="590550" y="2819400"/>
                </a:lnTo>
                <a:lnTo>
                  <a:pt x="581025" y="2819400"/>
                </a:lnTo>
                <a:close/>
                <a:moveTo>
                  <a:pt x="1009650" y="2838450"/>
                </a:moveTo>
                <a:lnTo>
                  <a:pt x="1019175" y="2838450"/>
                </a:lnTo>
                <a:lnTo>
                  <a:pt x="1019175" y="2847975"/>
                </a:lnTo>
                <a:lnTo>
                  <a:pt x="1009650" y="2847975"/>
                </a:lnTo>
                <a:close/>
                <a:moveTo>
                  <a:pt x="828675" y="2847975"/>
                </a:moveTo>
                <a:lnTo>
                  <a:pt x="838200" y="2847975"/>
                </a:lnTo>
                <a:lnTo>
                  <a:pt x="838200" y="2857500"/>
                </a:lnTo>
                <a:lnTo>
                  <a:pt x="847725" y="2857500"/>
                </a:lnTo>
                <a:lnTo>
                  <a:pt x="847725" y="2867025"/>
                </a:lnTo>
                <a:lnTo>
                  <a:pt x="828675" y="2867025"/>
                </a:lnTo>
                <a:close/>
                <a:moveTo>
                  <a:pt x="1628775" y="2867025"/>
                </a:moveTo>
                <a:lnTo>
                  <a:pt x="1647825" y="2867025"/>
                </a:lnTo>
                <a:lnTo>
                  <a:pt x="1647825" y="2895600"/>
                </a:lnTo>
                <a:lnTo>
                  <a:pt x="1638300" y="2895600"/>
                </a:lnTo>
                <a:lnTo>
                  <a:pt x="1638300" y="2886075"/>
                </a:lnTo>
                <a:lnTo>
                  <a:pt x="1628775" y="2886075"/>
                </a:lnTo>
                <a:close/>
                <a:moveTo>
                  <a:pt x="971550" y="2876550"/>
                </a:moveTo>
                <a:lnTo>
                  <a:pt x="981075" y="2876550"/>
                </a:lnTo>
                <a:lnTo>
                  <a:pt x="981075" y="2886075"/>
                </a:lnTo>
                <a:lnTo>
                  <a:pt x="971550" y="2886075"/>
                </a:lnTo>
                <a:close/>
                <a:moveTo>
                  <a:pt x="1238250" y="2876550"/>
                </a:moveTo>
                <a:lnTo>
                  <a:pt x="1247775" y="2876550"/>
                </a:lnTo>
                <a:lnTo>
                  <a:pt x="1247775" y="2886075"/>
                </a:lnTo>
                <a:lnTo>
                  <a:pt x="1238250" y="2886075"/>
                </a:lnTo>
                <a:close/>
                <a:moveTo>
                  <a:pt x="561975" y="2886075"/>
                </a:moveTo>
                <a:lnTo>
                  <a:pt x="571500" y="2886075"/>
                </a:lnTo>
                <a:lnTo>
                  <a:pt x="571500" y="2895600"/>
                </a:lnTo>
                <a:lnTo>
                  <a:pt x="561975" y="2895600"/>
                </a:lnTo>
                <a:close/>
                <a:moveTo>
                  <a:pt x="619125" y="2886075"/>
                </a:moveTo>
                <a:lnTo>
                  <a:pt x="628650" y="2886075"/>
                </a:lnTo>
                <a:lnTo>
                  <a:pt x="628650" y="2895600"/>
                </a:lnTo>
                <a:lnTo>
                  <a:pt x="619125" y="2895600"/>
                </a:lnTo>
                <a:close/>
                <a:moveTo>
                  <a:pt x="647700" y="2886075"/>
                </a:moveTo>
                <a:lnTo>
                  <a:pt x="676275" y="2886075"/>
                </a:lnTo>
                <a:lnTo>
                  <a:pt x="676275" y="2895600"/>
                </a:lnTo>
                <a:lnTo>
                  <a:pt x="647700" y="2895600"/>
                </a:lnTo>
                <a:close/>
                <a:moveTo>
                  <a:pt x="723900" y="2886075"/>
                </a:moveTo>
                <a:lnTo>
                  <a:pt x="733425" y="2886075"/>
                </a:lnTo>
                <a:lnTo>
                  <a:pt x="733425" y="2895600"/>
                </a:lnTo>
                <a:lnTo>
                  <a:pt x="723900" y="2895600"/>
                </a:lnTo>
                <a:close/>
                <a:moveTo>
                  <a:pt x="809625" y="2886075"/>
                </a:moveTo>
                <a:lnTo>
                  <a:pt x="828675" y="2886075"/>
                </a:lnTo>
                <a:lnTo>
                  <a:pt x="828675" y="2895600"/>
                </a:lnTo>
                <a:lnTo>
                  <a:pt x="819150" y="2895600"/>
                </a:lnTo>
                <a:lnTo>
                  <a:pt x="819150" y="2905125"/>
                </a:lnTo>
                <a:lnTo>
                  <a:pt x="809625" y="2905125"/>
                </a:lnTo>
                <a:close/>
                <a:moveTo>
                  <a:pt x="857250" y="2886075"/>
                </a:moveTo>
                <a:lnTo>
                  <a:pt x="866775" y="2886075"/>
                </a:lnTo>
                <a:lnTo>
                  <a:pt x="866775" y="2895600"/>
                </a:lnTo>
                <a:lnTo>
                  <a:pt x="904875" y="2895600"/>
                </a:lnTo>
                <a:lnTo>
                  <a:pt x="904875" y="2886075"/>
                </a:lnTo>
                <a:lnTo>
                  <a:pt x="933450" y="2886075"/>
                </a:lnTo>
                <a:lnTo>
                  <a:pt x="933450" y="2895600"/>
                </a:lnTo>
                <a:lnTo>
                  <a:pt x="914400" y="2895600"/>
                </a:lnTo>
                <a:lnTo>
                  <a:pt x="914400" y="2905125"/>
                </a:lnTo>
                <a:lnTo>
                  <a:pt x="847725" y="2905125"/>
                </a:lnTo>
                <a:lnTo>
                  <a:pt x="847725" y="2895600"/>
                </a:lnTo>
                <a:lnTo>
                  <a:pt x="857250" y="2895600"/>
                </a:lnTo>
                <a:close/>
                <a:moveTo>
                  <a:pt x="942975" y="2886075"/>
                </a:moveTo>
                <a:lnTo>
                  <a:pt x="952500" y="2886075"/>
                </a:lnTo>
                <a:lnTo>
                  <a:pt x="952500" y="2905125"/>
                </a:lnTo>
                <a:lnTo>
                  <a:pt x="942975" y="2905125"/>
                </a:lnTo>
                <a:close/>
                <a:moveTo>
                  <a:pt x="228600" y="2895600"/>
                </a:moveTo>
                <a:lnTo>
                  <a:pt x="238125" y="2895600"/>
                </a:lnTo>
                <a:lnTo>
                  <a:pt x="238125" y="2914650"/>
                </a:lnTo>
                <a:lnTo>
                  <a:pt x="219075" y="2914650"/>
                </a:lnTo>
                <a:lnTo>
                  <a:pt x="219075" y="2905125"/>
                </a:lnTo>
                <a:lnTo>
                  <a:pt x="228600" y="2905125"/>
                </a:lnTo>
                <a:close/>
                <a:moveTo>
                  <a:pt x="581025" y="2895600"/>
                </a:moveTo>
                <a:lnTo>
                  <a:pt x="600075" y="2895600"/>
                </a:lnTo>
                <a:lnTo>
                  <a:pt x="600075" y="2905125"/>
                </a:lnTo>
                <a:lnTo>
                  <a:pt x="590550" y="2905125"/>
                </a:lnTo>
                <a:lnTo>
                  <a:pt x="590550" y="2914650"/>
                </a:lnTo>
                <a:lnTo>
                  <a:pt x="581025" y="2914650"/>
                </a:lnTo>
                <a:close/>
                <a:moveTo>
                  <a:pt x="1543050" y="2914650"/>
                </a:moveTo>
                <a:lnTo>
                  <a:pt x="1552575" y="2914650"/>
                </a:lnTo>
                <a:lnTo>
                  <a:pt x="1552575" y="2924175"/>
                </a:lnTo>
                <a:lnTo>
                  <a:pt x="1543050" y="2924175"/>
                </a:lnTo>
                <a:close/>
                <a:moveTo>
                  <a:pt x="190500" y="2943225"/>
                </a:moveTo>
                <a:lnTo>
                  <a:pt x="209550" y="2943225"/>
                </a:lnTo>
                <a:lnTo>
                  <a:pt x="209550" y="2962275"/>
                </a:lnTo>
                <a:lnTo>
                  <a:pt x="190500" y="2962275"/>
                </a:lnTo>
                <a:lnTo>
                  <a:pt x="190500" y="2990850"/>
                </a:lnTo>
                <a:lnTo>
                  <a:pt x="180975" y="2990850"/>
                </a:lnTo>
                <a:lnTo>
                  <a:pt x="180975" y="2981325"/>
                </a:lnTo>
                <a:lnTo>
                  <a:pt x="161925" y="2981325"/>
                </a:lnTo>
                <a:lnTo>
                  <a:pt x="161925" y="2952750"/>
                </a:lnTo>
                <a:lnTo>
                  <a:pt x="171450" y="2952750"/>
                </a:lnTo>
                <a:lnTo>
                  <a:pt x="171450" y="2962275"/>
                </a:lnTo>
                <a:lnTo>
                  <a:pt x="180975" y="2962275"/>
                </a:lnTo>
                <a:lnTo>
                  <a:pt x="180975" y="2952750"/>
                </a:lnTo>
                <a:lnTo>
                  <a:pt x="190500" y="2952750"/>
                </a:lnTo>
                <a:close/>
                <a:moveTo>
                  <a:pt x="114300" y="2962275"/>
                </a:moveTo>
                <a:lnTo>
                  <a:pt x="123825" y="2962275"/>
                </a:lnTo>
                <a:lnTo>
                  <a:pt x="123825" y="2981325"/>
                </a:lnTo>
                <a:lnTo>
                  <a:pt x="114300" y="2981325"/>
                </a:lnTo>
                <a:close/>
                <a:moveTo>
                  <a:pt x="133350" y="2971800"/>
                </a:moveTo>
                <a:lnTo>
                  <a:pt x="142875" y="2971800"/>
                </a:lnTo>
                <a:lnTo>
                  <a:pt x="142875" y="2981325"/>
                </a:lnTo>
                <a:lnTo>
                  <a:pt x="133350" y="2981325"/>
                </a:lnTo>
                <a:close/>
                <a:moveTo>
                  <a:pt x="485775" y="2971800"/>
                </a:moveTo>
                <a:lnTo>
                  <a:pt x="495300" y="2971800"/>
                </a:lnTo>
                <a:lnTo>
                  <a:pt x="495300" y="2981325"/>
                </a:lnTo>
                <a:lnTo>
                  <a:pt x="485775" y="2981325"/>
                </a:lnTo>
                <a:close/>
                <a:moveTo>
                  <a:pt x="1504950" y="2981325"/>
                </a:moveTo>
                <a:lnTo>
                  <a:pt x="1514475" y="2981325"/>
                </a:lnTo>
                <a:lnTo>
                  <a:pt x="1514475" y="2990850"/>
                </a:lnTo>
                <a:lnTo>
                  <a:pt x="1504950" y="2990850"/>
                </a:lnTo>
                <a:close/>
                <a:moveTo>
                  <a:pt x="171450" y="2990850"/>
                </a:moveTo>
                <a:lnTo>
                  <a:pt x="180975" y="2990850"/>
                </a:lnTo>
                <a:lnTo>
                  <a:pt x="180975" y="3000375"/>
                </a:lnTo>
                <a:lnTo>
                  <a:pt x="171450" y="3000375"/>
                </a:lnTo>
                <a:close/>
                <a:moveTo>
                  <a:pt x="1066800" y="3019425"/>
                </a:moveTo>
                <a:lnTo>
                  <a:pt x="1095375" y="3019425"/>
                </a:lnTo>
                <a:lnTo>
                  <a:pt x="1095375" y="3028950"/>
                </a:lnTo>
                <a:lnTo>
                  <a:pt x="1076325" y="3028950"/>
                </a:lnTo>
                <a:lnTo>
                  <a:pt x="1076325" y="3038475"/>
                </a:lnTo>
                <a:lnTo>
                  <a:pt x="1057275" y="3038475"/>
                </a:lnTo>
                <a:lnTo>
                  <a:pt x="1057275" y="3028950"/>
                </a:lnTo>
                <a:lnTo>
                  <a:pt x="1066800" y="3028950"/>
                </a:lnTo>
                <a:close/>
                <a:moveTo>
                  <a:pt x="1247775" y="3019425"/>
                </a:moveTo>
                <a:lnTo>
                  <a:pt x="1276350" y="3019425"/>
                </a:lnTo>
                <a:lnTo>
                  <a:pt x="1276350" y="3028950"/>
                </a:lnTo>
                <a:lnTo>
                  <a:pt x="1266825" y="3028950"/>
                </a:lnTo>
                <a:lnTo>
                  <a:pt x="1266825" y="3038475"/>
                </a:lnTo>
                <a:lnTo>
                  <a:pt x="1257300" y="3038475"/>
                </a:lnTo>
                <a:lnTo>
                  <a:pt x="1257300" y="3028950"/>
                </a:lnTo>
                <a:lnTo>
                  <a:pt x="1247775" y="3028950"/>
                </a:lnTo>
                <a:close/>
                <a:moveTo>
                  <a:pt x="1095375" y="3028950"/>
                </a:moveTo>
                <a:lnTo>
                  <a:pt x="1104900" y="3028950"/>
                </a:lnTo>
                <a:lnTo>
                  <a:pt x="1104900" y="3038475"/>
                </a:lnTo>
                <a:lnTo>
                  <a:pt x="1095375" y="3038475"/>
                </a:lnTo>
                <a:close/>
                <a:moveTo>
                  <a:pt x="1352550" y="3028950"/>
                </a:moveTo>
                <a:lnTo>
                  <a:pt x="1362075" y="3028950"/>
                </a:lnTo>
                <a:lnTo>
                  <a:pt x="1362075" y="3038475"/>
                </a:lnTo>
                <a:lnTo>
                  <a:pt x="1352550" y="3038475"/>
                </a:lnTo>
                <a:close/>
                <a:moveTo>
                  <a:pt x="1381125" y="3028950"/>
                </a:moveTo>
                <a:lnTo>
                  <a:pt x="1390650" y="3028950"/>
                </a:lnTo>
                <a:lnTo>
                  <a:pt x="1390650" y="3038475"/>
                </a:lnTo>
                <a:lnTo>
                  <a:pt x="1381125" y="3038475"/>
                </a:lnTo>
                <a:close/>
                <a:moveTo>
                  <a:pt x="161925" y="3057525"/>
                </a:moveTo>
                <a:lnTo>
                  <a:pt x="171450" y="3057525"/>
                </a:lnTo>
                <a:lnTo>
                  <a:pt x="171450" y="3086100"/>
                </a:lnTo>
                <a:lnTo>
                  <a:pt x="161925" y="3086100"/>
                </a:lnTo>
                <a:close/>
                <a:moveTo>
                  <a:pt x="1514475" y="3057525"/>
                </a:moveTo>
                <a:lnTo>
                  <a:pt x="1524000" y="3057525"/>
                </a:lnTo>
                <a:lnTo>
                  <a:pt x="1524000" y="3086100"/>
                </a:lnTo>
                <a:lnTo>
                  <a:pt x="1514475" y="3086100"/>
                </a:lnTo>
                <a:close/>
                <a:moveTo>
                  <a:pt x="123825" y="3086100"/>
                </a:moveTo>
                <a:lnTo>
                  <a:pt x="133350" y="3086100"/>
                </a:lnTo>
                <a:lnTo>
                  <a:pt x="133350" y="3095625"/>
                </a:lnTo>
                <a:lnTo>
                  <a:pt x="123825" y="3095625"/>
                </a:lnTo>
                <a:close/>
                <a:moveTo>
                  <a:pt x="1695450" y="3086100"/>
                </a:moveTo>
                <a:lnTo>
                  <a:pt x="1704975" y="3086100"/>
                </a:lnTo>
                <a:lnTo>
                  <a:pt x="1704975" y="3095625"/>
                </a:lnTo>
                <a:lnTo>
                  <a:pt x="1695450" y="3095625"/>
                </a:lnTo>
                <a:close/>
                <a:moveTo>
                  <a:pt x="123825" y="3124200"/>
                </a:moveTo>
                <a:lnTo>
                  <a:pt x="133350" y="3124200"/>
                </a:lnTo>
                <a:lnTo>
                  <a:pt x="133350" y="3133725"/>
                </a:lnTo>
                <a:lnTo>
                  <a:pt x="123825" y="3133725"/>
                </a:lnTo>
                <a:close/>
                <a:moveTo>
                  <a:pt x="171450" y="3124200"/>
                </a:moveTo>
                <a:lnTo>
                  <a:pt x="180975" y="3124200"/>
                </a:lnTo>
                <a:lnTo>
                  <a:pt x="180975" y="3133725"/>
                </a:lnTo>
                <a:lnTo>
                  <a:pt x="171450" y="3133725"/>
                </a:lnTo>
                <a:close/>
                <a:moveTo>
                  <a:pt x="190500" y="3124200"/>
                </a:moveTo>
                <a:lnTo>
                  <a:pt x="200025" y="3124200"/>
                </a:lnTo>
                <a:lnTo>
                  <a:pt x="200025" y="3133725"/>
                </a:lnTo>
                <a:lnTo>
                  <a:pt x="190500" y="3133725"/>
                </a:lnTo>
                <a:close/>
                <a:moveTo>
                  <a:pt x="1609725" y="3124200"/>
                </a:moveTo>
                <a:lnTo>
                  <a:pt x="1619250" y="3124200"/>
                </a:lnTo>
                <a:lnTo>
                  <a:pt x="1619250" y="3133725"/>
                </a:lnTo>
                <a:lnTo>
                  <a:pt x="1628775" y="3133725"/>
                </a:lnTo>
                <a:lnTo>
                  <a:pt x="1628775" y="3162300"/>
                </a:lnTo>
                <a:lnTo>
                  <a:pt x="1619250" y="3162300"/>
                </a:lnTo>
                <a:lnTo>
                  <a:pt x="1619250" y="3143250"/>
                </a:lnTo>
                <a:lnTo>
                  <a:pt x="1609725" y="3143250"/>
                </a:lnTo>
                <a:close/>
                <a:moveTo>
                  <a:pt x="171450" y="3143250"/>
                </a:moveTo>
                <a:lnTo>
                  <a:pt x="180975" y="3143250"/>
                </a:lnTo>
                <a:lnTo>
                  <a:pt x="180975" y="3152775"/>
                </a:lnTo>
                <a:lnTo>
                  <a:pt x="171450" y="3152775"/>
                </a:lnTo>
                <a:close/>
                <a:moveTo>
                  <a:pt x="847725" y="3143250"/>
                </a:moveTo>
                <a:lnTo>
                  <a:pt x="866775" y="3143250"/>
                </a:lnTo>
                <a:lnTo>
                  <a:pt x="866775" y="3162300"/>
                </a:lnTo>
                <a:lnTo>
                  <a:pt x="847725" y="3162300"/>
                </a:lnTo>
                <a:close/>
                <a:moveTo>
                  <a:pt x="904875" y="3143250"/>
                </a:moveTo>
                <a:lnTo>
                  <a:pt x="933450" y="3143250"/>
                </a:lnTo>
                <a:lnTo>
                  <a:pt x="933450" y="3152775"/>
                </a:lnTo>
                <a:lnTo>
                  <a:pt x="923925" y="3152775"/>
                </a:lnTo>
                <a:lnTo>
                  <a:pt x="923925" y="3162300"/>
                </a:lnTo>
                <a:lnTo>
                  <a:pt x="904875" y="3162300"/>
                </a:lnTo>
                <a:close/>
                <a:moveTo>
                  <a:pt x="981075" y="3143250"/>
                </a:moveTo>
                <a:lnTo>
                  <a:pt x="1000125" y="3143250"/>
                </a:lnTo>
                <a:lnTo>
                  <a:pt x="1000125" y="3152775"/>
                </a:lnTo>
                <a:lnTo>
                  <a:pt x="1009650" y="3152775"/>
                </a:lnTo>
                <a:lnTo>
                  <a:pt x="1009650" y="3162300"/>
                </a:lnTo>
                <a:lnTo>
                  <a:pt x="962025" y="3162300"/>
                </a:lnTo>
                <a:lnTo>
                  <a:pt x="962025" y="3152775"/>
                </a:lnTo>
                <a:lnTo>
                  <a:pt x="981075" y="3152775"/>
                </a:lnTo>
                <a:close/>
                <a:moveTo>
                  <a:pt x="1038225" y="3143250"/>
                </a:moveTo>
                <a:lnTo>
                  <a:pt x="1143000" y="3143250"/>
                </a:lnTo>
                <a:lnTo>
                  <a:pt x="1143000" y="3152775"/>
                </a:lnTo>
                <a:lnTo>
                  <a:pt x="1152525" y="3152775"/>
                </a:lnTo>
                <a:lnTo>
                  <a:pt x="1152525" y="3162300"/>
                </a:lnTo>
                <a:lnTo>
                  <a:pt x="1123950" y="3162300"/>
                </a:lnTo>
                <a:lnTo>
                  <a:pt x="1123950" y="3152775"/>
                </a:lnTo>
                <a:lnTo>
                  <a:pt x="1114425" y="3152775"/>
                </a:lnTo>
                <a:lnTo>
                  <a:pt x="1114425" y="3162300"/>
                </a:lnTo>
                <a:lnTo>
                  <a:pt x="1038225" y="3162300"/>
                </a:lnTo>
                <a:close/>
                <a:moveTo>
                  <a:pt x="1162050" y="3143250"/>
                </a:moveTo>
                <a:lnTo>
                  <a:pt x="1200150" y="3143250"/>
                </a:lnTo>
                <a:lnTo>
                  <a:pt x="1200150" y="3162300"/>
                </a:lnTo>
                <a:lnTo>
                  <a:pt x="1190625" y="3162300"/>
                </a:lnTo>
                <a:lnTo>
                  <a:pt x="1190625" y="3152775"/>
                </a:lnTo>
                <a:lnTo>
                  <a:pt x="1162050" y="3152775"/>
                </a:lnTo>
                <a:close/>
                <a:moveTo>
                  <a:pt x="1228725" y="3143250"/>
                </a:moveTo>
                <a:lnTo>
                  <a:pt x="1276350" y="3143250"/>
                </a:lnTo>
                <a:lnTo>
                  <a:pt x="1276350" y="3152775"/>
                </a:lnTo>
                <a:lnTo>
                  <a:pt x="1285875" y="3152775"/>
                </a:lnTo>
                <a:lnTo>
                  <a:pt x="1285875" y="3162300"/>
                </a:lnTo>
                <a:lnTo>
                  <a:pt x="1228725" y="3162300"/>
                </a:lnTo>
                <a:close/>
                <a:moveTo>
                  <a:pt x="161925" y="3152775"/>
                </a:moveTo>
                <a:lnTo>
                  <a:pt x="171450" y="3152775"/>
                </a:lnTo>
                <a:lnTo>
                  <a:pt x="171450" y="3162300"/>
                </a:lnTo>
                <a:lnTo>
                  <a:pt x="161925" y="3162300"/>
                </a:lnTo>
                <a:close/>
                <a:moveTo>
                  <a:pt x="180975" y="3152775"/>
                </a:moveTo>
                <a:lnTo>
                  <a:pt x="200025" y="3152775"/>
                </a:lnTo>
                <a:lnTo>
                  <a:pt x="200025" y="3162300"/>
                </a:lnTo>
                <a:lnTo>
                  <a:pt x="180975" y="3162300"/>
                </a:lnTo>
                <a:close/>
                <a:moveTo>
                  <a:pt x="219075" y="3152775"/>
                </a:moveTo>
                <a:lnTo>
                  <a:pt x="238125" y="3152775"/>
                </a:lnTo>
                <a:lnTo>
                  <a:pt x="238125" y="3171825"/>
                </a:lnTo>
                <a:lnTo>
                  <a:pt x="228600" y="3171825"/>
                </a:lnTo>
                <a:lnTo>
                  <a:pt x="228600" y="3162300"/>
                </a:lnTo>
                <a:lnTo>
                  <a:pt x="219075" y="3162300"/>
                </a:lnTo>
                <a:close/>
                <a:moveTo>
                  <a:pt x="1362075" y="3152775"/>
                </a:moveTo>
                <a:lnTo>
                  <a:pt x="1371600" y="3152775"/>
                </a:lnTo>
                <a:lnTo>
                  <a:pt x="1371600" y="3162300"/>
                </a:lnTo>
                <a:lnTo>
                  <a:pt x="1362075" y="3162300"/>
                </a:lnTo>
                <a:close/>
                <a:moveTo>
                  <a:pt x="1514475" y="3152775"/>
                </a:moveTo>
                <a:lnTo>
                  <a:pt x="1543050" y="3152775"/>
                </a:lnTo>
                <a:lnTo>
                  <a:pt x="1543050" y="3162300"/>
                </a:lnTo>
                <a:lnTo>
                  <a:pt x="1514475" y="3162300"/>
                </a:lnTo>
                <a:close/>
                <a:moveTo>
                  <a:pt x="400050" y="3162300"/>
                </a:moveTo>
                <a:lnTo>
                  <a:pt x="409575" y="3162300"/>
                </a:lnTo>
                <a:lnTo>
                  <a:pt x="409575" y="3171825"/>
                </a:lnTo>
                <a:lnTo>
                  <a:pt x="400050" y="3171825"/>
                </a:lnTo>
                <a:close/>
                <a:moveTo>
                  <a:pt x="1695450" y="3162300"/>
                </a:moveTo>
                <a:lnTo>
                  <a:pt x="1704975" y="3162300"/>
                </a:lnTo>
                <a:lnTo>
                  <a:pt x="1704975" y="3171825"/>
                </a:lnTo>
                <a:lnTo>
                  <a:pt x="1695450" y="3171825"/>
                </a:lnTo>
                <a:close/>
                <a:moveTo>
                  <a:pt x="123825" y="3171825"/>
                </a:moveTo>
                <a:lnTo>
                  <a:pt x="133350" y="3171825"/>
                </a:lnTo>
                <a:lnTo>
                  <a:pt x="133350" y="3190875"/>
                </a:lnTo>
                <a:lnTo>
                  <a:pt x="123825" y="3190875"/>
                </a:lnTo>
                <a:close/>
                <a:moveTo>
                  <a:pt x="1704975" y="3181350"/>
                </a:moveTo>
                <a:lnTo>
                  <a:pt x="1714500" y="3181350"/>
                </a:lnTo>
                <a:lnTo>
                  <a:pt x="1714500" y="3209925"/>
                </a:lnTo>
                <a:lnTo>
                  <a:pt x="1704975" y="3209925"/>
                </a:lnTo>
                <a:close/>
                <a:moveTo>
                  <a:pt x="133350" y="3190875"/>
                </a:moveTo>
                <a:lnTo>
                  <a:pt x="142875" y="3190875"/>
                </a:lnTo>
                <a:lnTo>
                  <a:pt x="142875" y="3200400"/>
                </a:lnTo>
                <a:lnTo>
                  <a:pt x="133350" y="3200400"/>
                </a:lnTo>
                <a:close/>
                <a:moveTo>
                  <a:pt x="1524000" y="3190875"/>
                </a:moveTo>
                <a:lnTo>
                  <a:pt x="1533525" y="3190875"/>
                </a:lnTo>
                <a:lnTo>
                  <a:pt x="1533525" y="3209925"/>
                </a:lnTo>
                <a:lnTo>
                  <a:pt x="1524000" y="3209925"/>
                </a:lnTo>
                <a:close/>
                <a:moveTo>
                  <a:pt x="180975" y="3200400"/>
                </a:moveTo>
                <a:lnTo>
                  <a:pt x="209550" y="3200400"/>
                </a:lnTo>
                <a:lnTo>
                  <a:pt x="209550" y="3219450"/>
                </a:lnTo>
                <a:lnTo>
                  <a:pt x="228600" y="3219450"/>
                </a:lnTo>
                <a:lnTo>
                  <a:pt x="228600" y="3209925"/>
                </a:lnTo>
                <a:lnTo>
                  <a:pt x="238125" y="3209925"/>
                </a:lnTo>
                <a:lnTo>
                  <a:pt x="238125" y="3219450"/>
                </a:lnTo>
                <a:lnTo>
                  <a:pt x="228600" y="3219450"/>
                </a:lnTo>
                <a:lnTo>
                  <a:pt x="228600" y="3228975"/>
                </a:lnTo>
                <a:lnTo>
                  <a:pt x="209550" y="3228975"/>
                </a:lnTo>
                <a:lnTo>
                  <a:pt x="209550" y="3238500"/>
                </a:lnTo>
                <a:lnTo>
                  <a:pt x="190500" y="3238500"/>
                </a:lnTo>
                <a:lnTo>
                  <a:pt x="190500" y="3248025"/>
                </a:lnTo>
                <a:lnTo>
                  <a:pt x="180975" y="3248025"/>
                </a:lnTo>
                <a:lnTo>
                  <a:pt x="180975" y="3238500"/>
                </a:lnTo>
                <a:lnTo>
                  <a:pt x="171450" y="3238500"/>
                </a:lnTo>
                <a:lnTo>
                  <a:pt x="171450" y="3248025"/>
                </a:lnTo>
                <a:lnTo>
                  <a:pt x="161925" y="3248025"/>
                </a:lnTo>
                <a:lnTo>
                  <a:pt x="161925" y="3228975"/>
                </a:lnTo>
                <a:lnTo>
                  <a:pt x="171450" y="3228975"/>
                </a:lnTo>
                <a:lnTo>
                  <a:pt x="171450" y="3219450"/>
                </a:lnTo>
                <a:lnTo>
                  <a:pt x="180975" y="3219450"/>
                </a:lnTo>
                <a:close/>
                <a:moveTo>
                  <a:pt x="1685925" y="3200400"/>
                </a:moveTo>
                <a:lnTo>
                  <a:pt x="1695450" y="3200400"/>
                </a:lnTo>
                <a:lnTo>
                  <a:pt x="1695450" y="3228975"/>
                </a:lnTo>
                <a:lnTo>
                  <a:pt x="1676400" y="3228975"/>
                </a:lnTo>
                <a:lnTo>
                  <a:pt x="1676400" y="3219450"/>
                </a:lnTo>
                <a:lnTo>
                  <a:pt x="1685925" y="3219450"/>
                </a:lnTo>
                <a:close/>
                <a:moveTo>
                  <a:pt x="114300" y="3209925"/>
                </a:moveTo>
                <a:lnTo>
                  <a:pt x="123825" y="3209925"/>
                </a:lnTo>
                <a:lnTo>
                  <a:pt x="123825" y="3228975"/>
                </a:lnTo>
                <a:lnTo>
                  <a:pt x="114300" y="3228975"/>
                </a:lnTo>
                <a:close/>
                <a:moveTo>
                  <a:pt x="400050" y="3209925"/>
                </a:moveTo>
                <a:lnTo>
                  <a:pt x="419100" y="3209925"/>
                </a:lnTo>
                <a:lnTo>
                  <a:pt x="419100" y="3228975"/>
                </a:lnTo>
                <a:lnTo>
                  <a:pt x="400050" y="3228975"/>
                </a:lnTo>
                <a:close/>
                <a:moveTo>
                  <a:pt x="1209675" y="3238500"/>
                </a:moveTo>
                <a:lnTo>
                  <a:pt x="1219200" y="3238500"/>
                </a:lnTo>
                <a:lnTo>
                  <a:pt x="1219200" y="3248025"/>
                </a:lnTo>
                <a:lnTo>
                  <a:pt x="1209675" y="3248025"/>
                </a:lnTo>
                <a:close/>
                <a:moveTo>
                  <a:pt x="133350" y="3248025"/>
                </a:moveTo>
                <a:lnTo>
                  <a:pt x="142875" y="3248025"/>
                </a:lnTo>
                <a:lnTo>
                  <a:pt x="142875" y="3257550"/>
                </a:lnTo>
                <a:lnTo>
                  <a:pt x="133350" y="3257550"/>
                </a:lnTo>
                <a:close/>
                <a:moveTo>
                  <a:pt x="123825" y="3276600"/>
                </a:moveTo>
                <a:lnTo>
                  <a:pt x="133350" y="3276600"/>
                </a:lnTo>
                <a:lnTo>
                  <a:pt x="133350" y="3286125"/>
                </a:lnTo>
                <a:lnTo>
                  <a:pt x="123825" y="3286125"/>
                </a:lnTo>
                <a:close/>
                <a:moveTo>
                  <a:pt x="523875" y="3295650"/>
                </a:moveTo>
                <a:lnTo>
                  <a:pt x="542925" y="3295650"/>
                </a:lnTo>
                <a:lnTo>
                  <a:pt x="542925" y="3314700"/>
                </a:lnTo>
                <a:lnTo>
                  <a:pt x="523875" y="3314700"/>
                </a:lnTo>
                <a:close/>
                <a:moveTo>
                  <a:pt x="1285875" y="3295650"/>
                </a:moveTo>
                <a:lnTo>
                  <a:pt x="1314450" y="3295650"/>
                </a:lnTo>
                <a:lnTo>
                  <a:pt x="1314450" y="3305175"/>
                </a:lnTo>
                <a:lnTo>
                  <a:pt x="1304925" y="3305175"/>
                </a:lnTo>
                <a:lnTo>
                  <a:pt x="1304925" y="3314700"/>
                </a:lnTo>
                <a:lnTo>
                  <a:pt x="1285875" y="3314700"/>
                </a:lnTo>
                <a:close/>
                <a:moveTo>
                  <a:pt x="1476375" y="3295650"/>
                </a:moveTo>
                <a:lnTo>
                  <a:pt x="1495425" y="3295650"/>
                </a:lnTo>
                <a:lnTo>
                  <a:pt x="1495425" y="3305175"/>
                </a:lnTo>
                <a:lnTo>
                  <a:pt x="1485900" y="3305175"/>
                </a:lnTo>
                <a:lnTo>
                  <a:pt x="1485900" y="3314700"/>
                </a:lnTo>
                <a:lnTo>
                  <a:pt x="1447800" y="3314700"/>
                </a:lnTo>
                <a:lnTo>
                  <a:pt x="1447800" y="3305175"/>
                </a:lnTo>
                <a:lnTo>
                  <a:pt x="1476375" y="3305175"/>
                </a:lnTo>
                <a:close/>
                <a:moveTo>
                  <a:pt x="885825" y="3305175"/>
                </a:moveTo>
                <a:lnTo>
                  <a:pt x="895350" y="3305175"/>
                </a:lnTo>
                <a:lnTo>
                  <a:pt x="895350" y="3324225"/>
                </a:lnTo>
                <a:lnTo>
                  <a:pt x="904875" y="3324225"/>
                </a:lnTo>
                <a:lnTo>
                  <a:pt x="904875" y="3333750"/>
                </a:lnTo>
                <a:lnTo>
                  <a:pt x="876300" y="3333750"/>
                </a:lnTo>
                <a:lnTo>
                  <a:pt x="876300" y="3324225"/>
                </a:lnTo>
                <a:lnTo>
                  <a:pt x="885825" y="3324225"/>
                </a:lnTo>
                <a:close/>
                <a:moveTo>
                  <a:pt x="533400" y="3333750"/>
                </a:moveTo>
                <a:lnTo>
                  <a:pt x="542925" y="3333750"/>
                </a:lnTo>
                <a:lnTo>
                  <a:pt x="542925" y="3343275"/>
                </a:lnTo>
                <a:lnTo>
                  <a:pt x="533400" y="3343275"/>
                </a:lnTo>
                <a:close/>
                <a:moveTo>
                  <a:pt x="1562100" y="3333750"/>
                </a:moveTo>
                <a:lnTo>
                  <a:pt x="1581150" y="3333750"/>
                </a:lnTo>
                <a:lnTo>
                  <a:pt x="1581150" y="3343275"/>
                </a:lnTo>
                <a:lnTo>
                  <a:pt x="1571625" y="3343275"/>
                </a:lnTo>
                <a:lnTo>
                  <a:pt x="1571625" y="3352800"/>
                </a:lnTo>
                <a:lnTo>
                  <a:pt x="1581150" y="3352800"/>
                </a:lnTo>
                <a:lnTo>
                  <a:pt x="1581150" y="3362325"/>
                </a:lnTo>
                <a:lnTo>
                  <a:pt x="1590675" y="3362325"/>
                </a:lnTo>
                <a:lnTo>
                  <a:pt x="1590675" y="3371850"/>
                </a:lnTo>
                <a:lnTo>
                  <a:pt x="1571625" y="3371850"/>
                </a:lnTo>
                <a:lnTo>
                  <a:pt x="1571625" y="3362325"/>
                </a:lnTo>
                <a:lnTo>
                  <a:pt x="1562100" y="3362325"/>
                </a:lnTo>
                <a:close/>
                <a:moveTo>
                  <a:pt x="1524000" y="3343275"/>
                </a:moveTo>
                <a:lnTo>
                  <a:pt x="1533525" y="3343275"/>
                </a:lnTo>
                <a:lnTo>
                  <a:pt x="1533525" y="3362325"/>
                </a:lnTo>
                <a:lnTo>
                  <a:pt x="1524000" y="3362325"/>
                </a:lnTo>
                <a:lnTo>
                  <a:pt x="1524000" y="3371850"/>
                </a:lnTo>
                <a:lnTo>
                  <a:pt x="1514475" y="3371850"/>
                </a:lnTo>
                <a:lnTo>
                  <a:pt x="1514475" y="3352800"/>
                </a:lnTo>
                <a:lnTo>
                  <a:pt x="1524000" y="3352800"/>
                </a:lnTo>
                <a:close/>
                <a:moveTo>
                  <a:pt x="1600200" y="3362325"/>
                </a:moveTo>
                <a:lnTo>
                  <a:pt x="1609725" y="3362325"/>
                </a:lnTo>
                <a:lnTo>
                  <a:pt x="1609725" y="3371850"/>
                </a:lnTo>
                <a:lnTo>
                  <a:pt x="1600200" y="3371850"/>
                </a:lnTo>
                <a:close/>
                <a:moveTo>
                  <a:pt x="647700" y="3371850"/>
                </a:moveTo>
                <a:lnTo>
                  <a:pt x="657225" y="3371850"/>
                </a:lnTo>
                <a:lnTo>
                  <a:pt x="657225" y="3409950"/>
                </a:lnTo>
                <a:lnTo>
                  <a:pt x="647700" y="3409950"/>
                </a:lnTo>
                <a:close/>
                <a:moveTo>
                  <a:pt x="1609725" y="3371850"/>
                </a:moveTo>
                <a:lnTo>
                  <a:pt x="1619250" y="3371850"/>
                </a:lnTo>
                <a:lnTo>
                  <a:pt x="1619250" y="3381375"/>
                </a:lnTo>
                <a:lnTo>
                  <a:pt x="1609725" y="3381375"/>
                </a:lnTo>
                <a:close/>
                <a:moveTo>
                  <a:pt x="428625" y="3390900"/>
                </a:moveTo>
                <a:lnTo>
                  <a:pt x="438150" y="3390900"/>
                </a:lnTo>
                <a:lnTo>
                  <a:pt x="438150" y="3400425"/>
                </a:lnTo>
                <a:lnTo>
                  <a:pt x="428625" y="3400425"/>
                </a:lnTo>
                <a:close/>
                <a:moveTo>
                  <a:pt x="1514475" y="3390900"/>
                </a:moveTo>
                <a:lnTo>
                  <a:pt x="1524000" y="3390900"/>
                </a:lnTo>
                <a:lnTo>
                  <a:pt x="1524000" y="3400425"/>
                </a:lnTo>
                <a:lnTo>
                  <a:pt x="1514475" y="3400425"/>
                </a:lnTo>
                <a:close/>
                <a:moveTo>
                  <a:pt x="1695450" y="3390900"/>
                </a:moveTo>
                <a:lnTo>
                  <a:pt x="1704975" y="3390900"/>
                </a:lnTo>
                <a:lnTo>
                  <a:pt x="1704975" y="3409950"/>
                </a:lnTo>
                <a:lnTo>
                  <a:pt x="1695450" y="3409950"/>
                </a:lnTo>
                <a:close/>
                <a:moveTo>
                  <a:pt x="1571625" y="3400425"/>
                </a:moveTo>
                <a:lnTo>
                  <a:pt x="1581150" y="3400425"/>
                </a:lnTo>
                <a:lnTo>
                  <a:pt x="1581150" y="3409950"/>
                </a:lnTo>
                <a:lnTo>
                  <a:pt x="1571625" y="3409950"/>
                </a:lnTo>
                <a:close/>
                <a:moveTo>
                  <a:pt x="657225" y="3419475"/>
                </a:moveTo>
                <a:lnTo>
                  <a:pt x="666750" y="3419475"/>
                </a:lnTo>
                <a:lnTo>
                  <a:pt x="666750" y="3429000"/>
                </a:lnTo>
                <a:lnTo>
                  <a:pt x="657225" y="3429000"/>
                </a:lnTo>
                <a:close/>
                <a:moveTo>
                  <a:pt x="1619250" y="3429000"/>
                </a:moveTo>
                <a:lnTo>
                  <a:pt x="1638300" y="3429000"/>
                </a:lnTo>
                <a:lnTo>
                  <a:pt x="1638300" y="3438525"/>
                </a:lnTo>
                <a:lnTo>
                  <a:pt x="1619250" y="3438525"/>
                </a:lnTo>
                <a:close/>
                <a:moveTo>
                  <a:pt x="466725" y="3438525"/>
                </a:moveTo>
                <a:lnTo>
                  <a:pt x="485775" y="3438525"/>
                </a:lnTo>
                <a:lnTo>
                  <a:pt x="485775" y="3457575"/>
                </a:lnTo>
                <a:lnTo>
                  <a:pt x="495300" y="3457575"/>
                </a:lnTo>
                <a:lnTo>
                  <a:pt x="495300" y="3467100"/>
                </a:lnTo>
                <a:lnTo>
                  <a:pt x="476250" y="3467100"/>
                </a:lnTo>
                <a:lnTo>
                  <a:pt x="476250" y="3448050"/>
                </a:lnTo>
                <a:lnTo>
                  <a:pt x="466725" y="3448050"/>
                </a:lnTo>
                <a:close/>
                <a:moveTo>
                  <a:pt x="1685925" y="3438525"/>
                </a:moveTo>
                <a:lnTo>
                  <a:pt x="1695450" y="3438525"/>
                </a:lnTo>
                <a:lnTo>
                  <a:pt x="1695450" y="3448050"/>
                </a:lnTo>
                <a:lnTo>
                  <a:pt x="1685925" y="3448050"/>
                </a:lnTo>
                <a:close/>
                <a:moveTo>
                  <a:pt x="1628775" y="3448050"/>
                </a:moveTo>
                <a:lnTo>
                  <a:pt x="1638300" y="3448050"/>
                </a:lnTo>
                <a:lnTo>
                  <a:pt x="1638300" y="3457575"/>
                </a:lnTo>
                <a:lnTo>
                  <a:pt x="1628775" y="3457575"/>
                </a:lnTo>
                <a:close/>
                <a:moveTo>
                  <a:pt x="1647825" y="3476625"/>
                </a:moveTo>
                <a:lnTo>
                  <a:pt x="1657350" y="3476625"/>
                </a:lnTo>
                <a:lnTo>
                  <a:pt x="1657350" y="3486150"/>
                </a:lnTo>
                <a:lnTo>
                  <a:pt x="1647825" y="3486150"/>
                </a:lnTo>
                <a:close/>
                <a:moveTo>
                  <a:pt x="600075" y="3486150"/>
                </a:moveTo>
                <a:lnTo>
                  <a:pt x="609600" y="3486150"/>
                </a:lnTo>
                <a:lnTo>
                  <a:pt x="609600" y="3495675"/>
                </a:lnTo>
                <a:lnTo>
                  <a:pt x="600075" y="3495675"/>
                </a:lnTo>
                <a:close/>
                <a:moveTo>
                  <a:pt x="628650" y="3486150"/>
                </a:moveTo>
                <a:lnTo>
                  <a:pt x="657225" y="3486150"/>
                </a:lnTo>
                <a:lnTo>
                  <a:pt x="657225" y="3495675"/>
                </a:lnTo>
                <a:lnTo>
                  <a:pt x="647700" y="3495675"/>
                </a:lnTo>
                <a:lnTo>
                  <a:pt x="647700" y="3524250"/>
                </a:lnTo>
                <a:lnTo>
                  <a:pt x="638175" y="3524250"/>
                </a:lnTo>
                <a:lnTo>
                  <a:pt x="638175" y="3514725"/>
                </a:lnTo>
                <a:lnTo>
                  <a:pt x="628650" y="3514725"/>
                </a:lnTo>
                <a:lnTo>
                  <a:pt x="628650" y="3505200"/>
                </a:lnTo>
                <a:lnTo>
                  <a:pt x="638175" y="3505200"/>
                </a:lnTo>
                <a:lnTo>
                  <a:pt x="638175" y="3495675"/>
                </a:lnTo>
                <a:lnTo>
                  <a:pt x="628650" y="3495675"/>
                </a:lnTo>
                <a:close/>
                <a:moveTo>
                  <a:pt x="1162050" y="3486150"/>
                </a:moveTo>
                <a:lnTo>
                  <a:pt x="1171575" y="3486150"/>
                </a:lnTo>
                <a:lnTo>
                  <a:pt x="1171575" y="3505200"/>
                </a:lnTo>
                <a:lnTo>
                  <a:pt x="1190625" y="3505200"/>
                </a:lnTo>
                <a:lnTo>
                  <a:pt x="1190625" y="3524250"/>
                </a:lnTo>
                <a:lnTo>
                  <a:pt x="1181100" y="3524250"/>
                </a:lnTo>
                <a:lnTo>
                  <a:pt x="1181100" y="3514725"/>
                </a:lnTo>
                <a:lnTo>
                  <a:pt x="1162050" y="3514725"/>
                </a:lnTo>
                <a:close/>
                <a:moveTo>
                  <a:pt x="1685925" y="3486150"/>
                </a:moveTo>
                <a:lnTo>
                  <a:pt x="1695450" y="3486150"/>
                </a:lnTo>
                <a:lnTo>
                  <a:pt x="1695450" y="3505200"/>
                </a:lnTo>
                <a:lnTo>
                  <a:pt x="1685925" y="3505200"/>
                </a:lnTo>
                <a:close/>
                <a:moveTo>
                  <a:pt x="428625" y="3505200"/>
                </a:moveTo>
                <a:lnTo>
                  <a:pt x="438150" y="3505200"/>
                </a:lnTo>
                <a:lnTo>
                  <a:pt x="438150" y="3514725"/>
                </a:lnTo>
                <a:lnTo>
                  <a:pt x="428625" y="3514725"/>
                </a:lnTo>
                <a:close/>
                <a:moveTo>
                  <a:pt x="723900" y="3505200"/>
                </a:moveTo>
                <a:lnTo>
                  <a:pt x="733425" y="3505200"/>
                </a:lnTo>
                <a:lnTo>
                  <a:pt x="733425" y="3524250"/>
                </a:lnTo>
                <a:lnTo>
                  <a:pt x="723900" y="3524250"/>
                </a:lnTo>
                <a:close/>
                <a:moveTo>
                  <a:pt x="619125" y="3514725"/>
                </a:moveTo>
                <a:lnTo>
                  <a:pt x="628650" y="3514725"/>
                </a:lnTo>
                <a:lnTo>
                  <a:pt x="628650" y="3524250"/>
                </a:lnTo>
                <a:lnTo>
                  <a:pt x="619125" y="3524250"/>
                </a:lnTo>
                <a:close/>
                <a:moveTo>
                  <a:pt x="1314450" y="3514725"/>
                </a:moveTo>
                <a:lnTo>
                  <a:pt x="1333500" y="3514725"/>
                </a:lnTo>
                <a:lnTo>
                  <a:pt x="1333500" y="3543300"/>
                </a:lnTo>
                <a:lnTo>
                  <a:pt x="1314450" y="3543300"/>
                </a:lnTo>
                <a:lnTo>
                  <a:pt x="1314450" y="3552825"/>
                </a:lnTo>
                <a:lnTo>
                  <a:pt x="1304925" y="3552825"/>
                </a:lnTo>
                <a:lnTo>
                  <a:pt x="1304925" y="3533775"/>
                </a:lnTo>
                <a:lnTo>
                  <a:pt x="1295400" y="3533775"/>
                </a:lnTo>
                <a:lnTo>
                  <a:pt x="1295400" y="3524250"/>
                </a:lnTo>
                <a:lnTo>
                  <a:pt x="1314450" y="3524250"/>
                </a:lnTo>
                <a:close/>
                <a:moveTo>
                  <a:pt x="1257300" y="3524250"/>
                </a:moveTo>
                <a:lnTo>
                  <a:pt x="1285875" y="3524250"/>
                </a:lnTo>
                <a:lnTo>
                  <a:pt x="1285875" y="3533775"/>
                </a:lnTo>
                <a:lnTo>
                  <a:pt x="1276350" y="3533775"/>
                </a:lnTo>
                <a:lnTo>
                  <a:pt x="1276350" y="3543300"/>
                </a:lnTo>
                <a:lnTo>
                  <a:pt x="1266825" y="3543300"/>
                </a:lnTo>
                <a:lnTo>
                  <a:pt x="1266825" y="3533775"/>
                </a:lnTo>
                <a:lnTo>
                  <a:pt x="1257300" y="3533775"/>
                </a:lnTo>
                <a:close/>
                <a:moveTo>
                  <a:pt x="438150" y="3533775"/>
                </a:moveTo>
                <a:lnTo>
                  <a:pt x="447675" y="3533775"/>
                </a:lnTo>
                <a:lnTo>
                  <a:pt x="447675" y="3543300"/>
                </a:lnTo>
                <a:lnTo>
                  <a:pt x="438150" y="3543300"/>
                </a:lnTo>
                <a:close/>
                <a:moveTo>
                  <a:pt x="457200" y="3543300"/>
                </a:moveTo>
                <a:lnTo>
                  <a:pt x="476250" y="3543300"/>
                </a:lnTo>
                <a:lnTo>
                  <a:pt x="476250" y="3552825"/>
                </a:lnTo>
                <a:lnTo>
                  <a:pt x="485775" y="3552825"/>
                </a:lnTo>
                <a:lnTo>
                  <a:pt x="485775" y="3562350"/>
                </a:lnTo>
                <a:lnTo>
                  <a:pt x="476250" y="3562350"/>
                </a:lnTo>
                <a:lnTo>
                  <a:pt x="476250" y="3581400"/>
                </a:lnTo>
                <a:lnTo>
                  <a:pt x="457200" y="3581400"/>
                </a:lnTo>
                <a:lnTo>
                  <a:pt x="457200" y="3571875"/>
                </a:lnTo>
                <a:lnTo>
                  <a:pt x="466725" y="3571875"/>
                </a:lnTo>
                <a:lnTo>
                  <a:pt x="466725" y="3562350"/>
                </a:lnTo>
                <a:lnTo>
                  <a:pt x="457200" y="3562350"/>
                </a:lnTo>
                <a:close/>
                <a:moveTo>
                  <a:pt x="400050" y="3552825"/>
                </a:moveTo>
                <a:lnTo>
                  <a:pt x="409575" y="3552825"/>
                </a:lnTo>
                <a:lnTo>
                  <a:pt x="409575" y="3562350"/>
                </a:lnTo>
                <a:lnTo>
                  <a:pt x="400050" y="3562350"/>
                </a:lnTo>
                <a:close/>
                <a:moveTo>
                  <a:pt x="276225" y="3562350"/>
                </a:moveTo>
                <a:lnTo>
                  <a:pt x="285750" y="3562350"/>
                </a:lnTo>
                <a:lnTo>
                  <a:pt x="285750" y="3571875"/>
                </a:lnTo>
                <a:lnTo>
                  <a:pt x="276225" y="3571875"/>
                </a:lnTo>
                <a:close/>
                <a:moveTo>
                  <a:pt x="304800" y="3562350"/>
                </a:moveTo>
                <a:lnTo>
                  <a:pt x="323850" y="3562350"/>
                </a:lnTo>
                <a:lnTo>
                  <a:pt x="323850" y="3571875"/>
                </a:lnTo>
                <a:lnTo>
                  <a:pt x="304800" y="3571875"/>
                </a:lnTo>
                <a:close/>
                <a:moveTo>
                  <a:pt x="1514475" y="3581400"/>
                </a:moveTo>
                <a:lnTo>
                  <a:pt x="1533525" y="3581400"/>
                </a:lnTo>
                <a:lnTo>
                  <a:pt x="1533525" y="3590925"/>
                </a:lnTo>
                <a:lnTo>
                  <a:pt x="1514475" y="3590925"/>
                </a:lnTo>
                <a:close/>
                <a:moveTo>
                  <a:pt x="361950" y="3600450"/>
                </a:moveTo>
                <a:lnTo>
                  <a:pt x="381000" y="3600450"/>
                </a:lnTo>
                <a:lnTo>
                  <a:pt x="381000" y="3609975"/>
                </a:lnTo>
                <a:lnTo>
                  <a:pt x="361950" y="3609975"/>
                </a:lnTo>
                <a:close/>
                <a:moveTo>
                  <a:pt x="314325" y="3609975"/>
                </a:moveTo>
                <a:lnTo>
                  <a:pt x="342900" y="3609975"/>
                </a:lnTo>
                <a:lnTo>
                  <a:pt x="342900" y="3619500"/>
                </a:lnTo>
                <a:lnTo>
                  <a:pt x="333375" y="3619500"/>
                </a:lnTo>
                <a:lnTo>
                  <a:pt x="333375" y="3629025"/>
                </a:lnTo>
                <a:lnTo>
                  <a:pt x="314325" y="3629025"/>
                </a:lnTo>
                <a:lnTo>
                  <a:pt x="314325" y="3638550"/>
                </a:lnTo>
                <a:lnTo>
                  <a:pt x="276225" y="3638550"/>
                </a:lnTo>
                <a:lnTo>
                  <a:pt x="276225" y="3619500"/>
                </a:lnTo>
                <a:lnTo>
                  <a:pt x="314325" y="3619500"/>
                </a:lnTo>
                <a:close/>
                <a:moveTo>
                  <a:pt x="371475" y="3629025"/>
                </a:moveTo>
                <a:lnTo>
                  <a:pt x="381000" y="3629025"/>
                </a:lnTo>
                <a:lnTo>
                  <a:pt x="381000" y="3638550"/>
                </a:lnTo>
                <a:lnTo>
                  <a:pt x="390525" y="3638550"/>
                </a:lnTo>
                <a:lnTo>
                  <a:pt x="390525" y="3648075"/>
                </a:lnTo>
                <a:lnTo>
                  <a:pt x="381000" y="3648075"/>
                </a:lnTo>
                <a:lnTo>
                  <a:pt x="381000" y="3657600"/>
                </a:lnTo>
                <a:lnTo>
                  <a:pt x="371475" y="3657600"/>
                </a:lnTo>
                <a:close/>
                <a:moveTo>
                  <a:pt x="1476375" y="3629025"/>
                </a:moveTo>
                <a:lnTo>
                  <a:pt x="1485900" y="3629025"/>
                </a:lnTo>
                <a:lnTo>
                  <a:pt x="1485900" y="3648075"/>
                </a:lnTo>
                <a:lnTo>
                  <a:pt x="1476375" y="3648075"/>
                </a:lnTo>
                <a:lnTo>
                  <a:pt x="1476375" y="3667125"/>
                </a:lnTo>
                <a:lnTo>
                  <a:pt x="1447800" y="3667125"/>
                </a:lnTo>
                <a:lnTo>
                  <a:pt x="1447800" y="3638550"/>
                </a:lnTo>
                <a:lnTo>
                  <a:pt x="1476375" y="3638550"/>
                </a:lnTo>
                <a:close/>
                <a:moveTo>
                  <a:pt x="838200" y="3657600"/>
                </a:moveTo>
                <a:lnTo>
                  <a:pt x="847725" y="3657600"/>
                </a:lnTo>
                <a:lnTo>
                  <a:pt x="847725" y="3667125"/>
                </a:lnTo>
                <a:lnTo>
                  <a:pt x="838200" y="3667125"/>
                </a:lnTo>
                <a:close/>
                <a:moveTo>
                  <a:pt x="857250" y="3657600"/>
                </a:moveTo>
                <a:lnTo>
                  <a:pt x="866775" y="3657600"/>
                </a:lnTo>
                <a:lnTo>
                  <a:pt x="866775" y="3667125"/>
                </a:lnTo>
                <a:lnTo>
                  <a:pt x="857250" y="3667125"/>
                </a:lnTo>
                <a:close/>
                <a:moveTo>
                  <a:pt x="914400" y="3657600"/>
                </a:moveTo>
                <a:lnTo>
                  <a:pt x="933450" y="3657600"/>
                </a:lnTo>
                <a:lnTo>
                  <a:pt x="933450" y="3667125"/>
                </a:lnTo>
                <a:lnTo>
                  <a:pt x="914400" y="3667125"/>
                </a:lnTo>
                <a:close/>
                <a:moveTo>
                  <a:pt x="1095375" y="3657600"/>
                </a:moveTo>
                <a:lnTo>
                  <a:pt x="1114425" y="3657600"/>
                </a:lnTo>
                <a:lnTo>
                  <a:pt x="1114425" y="3667125"/>
                </a:lnTo>
                <a:lnTo>
                  <a:pt x="1095375" y="3667125"/>
                </a:lnTo>
                <a:close/>
              </a:path>
            </a:pathLst>
          </a:custGeom>
          <a:solidFill xmlns:a="http://schemas.openxmlformats.org/drawingml/2006/main">
            <a:srgbClr val="F2EEE2"/>
          </a:solidFill>
          <a:ln xmlns:a="http://schemas.openxmlformats.org/drawingml/2006/main" w="0">
            <a:noFill/>
          </a:ln>
        </p:spPr>
      </p:sp>
      <p:sp>
        <p:nvSpPr>
          <p:cNvPr id="14" name="dashboard vector #f3eee0">
            <a:extLst xmlns:a="http://schemas.openxmlformats.org/drawingml/2006/main">
              <a:ext uri="{FF2B5EF4-FFF2-40B4-BE49-F238E27FC236}">
                <a16:creationId xmlns:a16="http://schemas.microsoft.com/office/drawing/2014/main" id="{84CB6640-30D5-4E7F-9950-043BAEA67F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14400" y="1447800"/>
            <a:ext cx="2171700" cy="4467225"/>
          </a:xfrm>
          <a:custGeom xmlns:a="http://schemas.openxmlformats.org/drawingml/2006/main">
            <a:pathLst>
              <a:path w="1838325" h="3790950">
                <a:moveTo>
                  <a:pt x="1828800" y="104775"/>
                </a:moveTo>
                <a:lnTo>
                  <a:pt x="1838325" y="104775"/>
                </a:lnTo>
                <a:lnTo>
                  <a:pt x="1838325" y="114300"/>
                </a:lnTo>
                <a:lnTo>
                  <a:pt x="1828800" y="114300"/>
                </a:lnTo>
                <a:close/>
                <a:moveTo>
                  <a:pt x="1504950" y="152400"/>
                </a:moveTo>
                <a:lnTo>
                  <a:pt x="1524000" y="152400"/>
                </a:lnTo>
                <a:lnTo>
                  <a:pt x="1524000" y="161925"/>
                </a:lnTo>
                <a:lnTo>
                  <a:pt x="1504950" y="161925"/>
                </a:lnTo>
                <a:close/>
                <a:moveTo>
                  <a:pt x="1533525" y="152400"/>
                </a:moveTo>
                <a:lnTo>
                  <a:pt x="1562100" y="152400"/>
                </a:lnTo>
                <a:lnTo>
                  <a:pt x="1562100" y="171450"/>
                </a:lnTo>
                <a:lnTo>
                  <a:pt x="1543050" y="171450"/>
                </a:lnTo>
                <a:lnTo>
                  <a:pt x="1543050" y="161925"/>
                </a:lnTo>
                <a:lnTo>
                  <a:pt x="1533525" y="161925"/>
                </a:lnTo>
                <a:close/>
                <a:moveTo>
                  <a:pt x="1514475" y="171450"/>
                </a:moveTo>
                <a:lnTo>
                  <a:pt x="1524000" y="171450"/>
                </a:lnTo>
                <a:lnTo>
                  <a:pt x="1524000" y="180975"/>
                </a:lnTo>
                <a:lnTo>
                  <a:pt x="1514475" y="180975"/>
                </a:lnTo>
                <a:close/>
                <a:moveTo>
                  <a:pt x="1524000" y="180975"/>
                </a:moveTo>
                <a:lnTo>
                  <a:pt x="1533525" y="180975"/>
                </a:lnTo>
                <a:lnTo>
                  <a:pt x="1533525" y="190500"/>
                </a:lnTo>
                <a:lnTo>
                  <a:pt x="1524000" y="190500"/>
                </a:lnTo>
                <a:close/>
                <a:moveTo>
                  <a:pt x="1485900" y="200025"/>
                </a:moveTo>
                <a:lnTo>
                  <a:pt x="1495425" y="200025"/>
                </a:lnTo>
                <a:lnTo>
                  <a:pt x="1495425" y="209550"/>
                </a:lnTo>
                <a:lnTo>
                  <a:pt x="1485900" y="209550"/>
                </a:lnTo>
                <a:close/>
                <a:moveTo>
                  <a:pt x="1609725" y="200025"/>
                </a:moveTo>
                <a:lnTo>
                  <a:pt x="1619250" y="200025"/>
                </a:lnTo>
                <a:lnTo>
                  <a:pt x="1619250" y="209550"/>
                </a:lnTo>
                <a:lnTo>
                  <a:pt x="1609725" y="209550"/>
                </a:lnTo>
                <a:close/>
                <a:moveTo>
                  <a:pt x="1438275" y="209550"/>
                </a:moveTo>
                <a:lnTo>
                  <a:pt x="1447800" y="209550"/>
                </a:lnTo>
                <a:lnTo>
                  <a:pt x="1447800" y="219075"/>
                </a:lnTo>
                <a:lnTo>
                  <a:pt x="1438275" y="219075"/>
                </a:lnTo>
                <a:close/>
                <a:moveTo>
                  <a:pt x="1552575" y="209550"/>
                </a:moveTo>
                <a:lnTo>
                  <a:pt x="1609725" y="209550"/>
                </a:lnTo>
                <a:lnTo>
                  <a:pt x="1609725" y="219075"/>
                </a:lnTo>
                <a:lnTo>
                  <a:pt x="1600200" y="219075"/>
                </a:lnTo>
                <a:lnTo>
                  <a:pt x="1600200" y="238125"/>
                </a:lnTo>
                <a:lnTo>
                  <a:pt x="1590675" y="238125"/>
                </a:lnTo>
                <a:lnTo>
                  <a:pt x="1590675" y="257175"/>
                </a:lnTo>
                <a:lnTo>
                  <a:pt x="1581150" y="257175"/>
                </a:lnTo>
                <a:lnTo>
                  <a:pt x="1581150" y="238125"/>
                </a:lnTo>
                <a:lnTo>
                  <a:pt x="1562100" y="238125"/>
                </a:lnTo>
                <a:lnTo>
                  <a:pt x="1562100" y="228600"/>
                </a:lnTo>
                <a:lnTo>
                  <a:pt x="1552575" y="228600"/>
                </a:lnTo>
                <a:close/>
                <a:moveTo>
                  <a:pt x="1590675" y="257175"/>
                </a:moveTo>
                <a:lnTo>
                  <a:pt x="1600200" y="257175"/>
                </a:lnTo>
                <a:lnTo>
                  <a:pt x="1600200" y="266700"/>
                </a:lnTo>
                <a:lnTo>
                  <a:pt x="1590675" y="266700"/>
                </a:lnTo>
                <a:close/>
                <a:moveTo>
                  <a:pt x="1581150" y="266700"/>
                </a:moveTo>
                <a:lnTo>
                  <a:pt x="1590675" y="266700"/>
                </a:lnTo>
                <a:lnTo>
                  <a:pt x="1590675" y="276225"/>
                </a:lnTo>
                <a:lnTo>
                  <a:pt x="1581150" y="276225"/>
                </a:lnTo>
                <a:close/>
                <a:moveTo>
                  <a:pt x="1600200" y="266700"/>
                </a:moveTo>
                <a:lnTo>
                  <a:pt x="1609725" y="266700"/>
                </a:lnTo>
                <a:lnTo>
                  <a:pt x="1609725" y="285750"/>
                </a:lnTo>
                <a:lnTo>
                  <a:pt x="1590675" y="285750"/>
                </a:lnTo>
                <a:lnTo>
                  <a:pt x="1590675" y="276225"/>
                </a:lnTo>
                <a:lnTo>
                  <a:pt x="1600200" y="276225"/>
                </a:lnTo>
                <a:close/>
                <a:moveTo>
                  <a:pt x="1257300" y="276225"/>
                </a:moveTo>
                <a:lnTo>
                  <a:pt x="1266825" y="276225"/>
                </a:lnTo>
                <a:lnTo>
                  <a:pt x="1266825" y="285750"/>
                </a:lnTo>
                <a:lnTo>
                  <a:pt x="1257300" y="285750"/>
                </a:lnTo>
                <a:close/>
                <a:moveTo>
                  <a:pt x="1362075" y="276225"/>
                </a:moveTo>
                <a:lnTo>
                  <a:pt x="1371600" y="276225"/>
                </a:lnTo>
                <a:lnTo>
                  <a:pt x="1371600" y="285750"/>
                </a:lnTo>
                <a:lnTo>
                  <a:pt x="1362075" y="285750"/>
                </a:lnTo>
                <a:close/>
                <a:moveTo>
                  <a:pt x="1609725" y="285750"/>
                </a:moveTo>
                <a:lnTo>
                  <a:pt x="1628775" y="285750"/>
                </a:lnTo>
                <a:lnTo>
                  <a:pt x="1628775" y="295275"/>
                </a:lnTo>
                <a:lnTo>
                  <a:pt x="1609725" y="295275"/>
                </a:lnTo>
                <a:close/>
                <a:moveTo>
                  <a:pt x="1600200" y="295275"/>
                </a:moveTo>
                <a:lnTo>
                  <a:pt x="1609725" y="295275"/>
                </a:lnTo>
                <a:lnTo>
                  <a:pt x="1609725" y="304800"/>
                </a:lnTo>
                <a:lnTo>
                  <a:pt x="1600200" y="304800"/>
                </a:lnTo>
                <a:close/>
                <a:moveTo>
                  <a:pt x="1457325" y="304800"/>
                </a:moveTo>
                <a:lnTo>
                  <a:pt x="1466850" y="304800"/>
                </a:lnTo>
                <a:lnTo>
                  <a:pt x="1466850" y="323850"/>
                </a:lnTo>
                <a:lnTo>
                  <a:pt x="1457325" y="323850"/>
                </a:lnTo>
                <a:close/>
                <a:moveTo>
                  <a:pt x="647700" y="314325"/>
                </a:moveTo>
                <a:lnTo>
                  <a:pt x="657225" y="314325"/>
                </a:lnTo>
                <a:lnTo>
                  <a:pt x="657225" y="323850"/>
                </a:lnTo>
                <a:lnTo>
                  <a:pt x="647700" y="323850"/>
                </a:lnTo>
                <a:close/>
                <a:moveTo>
                  <a:pt x="1581150" y="314325"/>
                </a:moveTo>
                <a:lnTo>
                  <a:pt x="1590675" y="314325"/>
                </a:lnTo>
                <a:lnTo>
                  <a:pt x="1590675" y="323850"/>
                </a:lnTo>
                <a:lnTo>
                  <a:pt x="1581150" y="323850"/>
                </a:lnTo>
                <a:close/>
                <a:moveTo>
                  <a:pt x="1143000" y="323850"/>
                </a:moveTo>
                <a:lnTo>
                  <a:pt x="1152525" y="323850"/>
                </a:lnTo>
                <a:lnTo>
                  <a:pt x="1152525" y="342900"/>
                </a:lnTo>
                <a:lnTo>
                  <a:pt x="1143000" y="342900"/>
                </a:lnTo>
                <a:close/>
                <a:moveTo>
                  <a:pt x="1095375" y="333375"/>
                </a:moveTo>
                <a:lnTo>
                  <a:pt x="1114425" y="333375"/>
                </a:lnTo>
                <a:lnTo>
                  <a:pt x="1114425" y="342900"/>
                </a:lnTo>
                <a:lnTo>
                  <a:pt x="1095375" y="342900"/>
                </a:lnTo>
                <a:close/>
                <a:moveTo>
                  <a:pt x="1228725" y="342900"/>
                </a:moveTo>
                <a:lnTo>
                  <a:pt x="1238250" y="342900"/>
                </a:lnTo>
                <a:lnTo>
                  <a:pt x="1238250" y="361950"/>
                </a:lnTo>
                <a:lnTo>
                  <a:pt x="1228725" y="361950"/>
                </a:lnTo>
                <a:lnTo>
                  <a:pt x="1228725" y="381000"/>
                </a:lnTo>
                <a:lnTo>
                  <a:pt x="1219200" y="381000"/>
                </a:lnTo>
                <a:lnTo>
                  <a:pt x="1219200" y="352425"/>
                </a:lnTo>
                <a:lnTo>
                  <a:pt x="1228725" y="352425"/>
                </a:lnTo>
                <a:close/>
                <a:moveTo>
                  <a:pt x="152400" y="352425"/>
                </a:moveTo>
                <a:lnTo>
                  <a:pt x="161925" y="352425"/>
                </a:lnTo>
                <a:lnTo>
                  <a:pt x="161925" y="361950"/>
                </a:lnTo>
                <a:lnTo>
                  <a:pt x="152400" y="361950"/>
                </a:lnTo>
                <a:close/>
                <a:moveTo>
                  <a:pt x="161925" y="361950"/>
                </a:moveTo>
                <a:lnTo>
                  <a:pt x="171450" y="361950"/>
                </a:lnTo>
                <a:lnTo>
                  <a:pt x="171450" y="371475"/>
                </a:lnTo>
                <a:lnTo>
                  <a:pt x="161925" y="371475"/>
                </a:lnTo>
                <a:close/>
                <a:moveTo>
                  <a:pt x="1095375" y="361950"/>
                </a:moveTo>
                <a:lnTo>
                  <a:pt x="1104900" y="361950"/>
                </a:lnTo>
                <a:lnTo>
                  <a:pt x="1104900" y="371475"/>
                </a:lnTo>
                <a:lnTo>
                  <a:pt x="1095375" y="371475"/>
                </a:lnTo>
                <a:close/>
                <a:moveTo>
                  <a:pt x="1076325" y="371475"/>
                </a:moveTo>
                <a:lnTo>
                  <a:pt x="1095375" y="371475"/>
                </a:lnTo>
                <a:lnTo>
                  <a:pt x="1095375" y="381000"/>
                </a:lnTo>
                <a:lnTo>
                  <a:pt x="1076325" y="381000"/>
                </a:lnTo>
                <a:close/>
                <a:moveTo>
                  <a:pt x="123825" y="400050"/>
                </a:moveTo>
                <a:lnTo>
                  <a:pt x="142875" y="400050"/>
                </a:lnTo>
                <a:lnTo>
                  <a:pt x="142875" y="409575"/>
                </a:lnTo>
                <a:lnTo>
                  <a:pt x="123825" y="409575"/>
                </a:lnTo>
                <a:close/>
                <a:moveTo>
                  <a:pt x="1123950" y="428625"/>
                </a:moveTo>
                <a:lnTo>
                  <a:pt x="1133475" y="428625"/>
                </a:lnTo>
                <a:lnTo>
                  <a:pt x="1133475" y="438150"/>
                </a:lnTo>
                <a:lnTo>
                  <a:pt x="1143000" y="438150"/>
                </a:lnTo>
                <a:lnTo>
                  <a:pt x="1143000" y="447675"/>
                </a:lnTo>
                <a:lnTo>
                  <a:pt x="1104900" y="447675"/>
                </a:lnTo>
                <a:lnTo>
                  <a:pt x="1104900" y="438150"/>
                </a:lnTo>
                <a:lnTo>
                  <a:pt x="1123950" y="438150"/>
                </a:lnTo>
                <a:close/>
                <a:moveTo>
                  <a:pt x="885825" y="485775"/>
                </a:moveTo>
                <a:lnTo>
                  <a:pt x="895350" y="485775"/>
                </a:lnTo>
                <a:lnTo>
                  <a:pt x="895350" y="495300"/>
                </a:lnTo>
                <a:lnTo>
                  <a:pt x="885825" y="495300"/>
                </a:lnTo>
                <a:close/>
                <a:moveTo>
                  <a:pt x="1076325" y="504825"/>
                </a:moveTo>
                <a:lnTo>
                  <a:pt x="1085850" y="504825"/>
                </a:lnTo>
                <a:lnTo>
                  <a:pt x="1085850" y="514350"/>
                </a:lnTo>
                <a:lnTo>
                  <a:pt x="1095375" y="514350"/>
                </a:lnTo>
                <a:lnTo>
                  <a:pt x="1095375" y="523875"/>
                </a:lnTo>
                <a:lnTo>
                  <a:pt x="1076325" y="523875"/>
                </a:lnTo>
                <a:close/>
                <a:moveTo>
                  <a:pt x="1685925" y="504825"/>
                </a:moveTo>
                <a:lnTo>
                  <a:pt x="1695450" y="504825"/>
                </a:lnTo>
                <a:lnTo>
                  <a:pt x="1695450" y="533400"/>
                </a:lnTo>
                <a:lnTo>
                  <a:pt x="1685925" y="533400"/>
                </a:lnTo>
                <a:close/>
                <a:moveTo>
                  <a:pt x="314325" y="514350"/>
                </a:moveTo>
                <a:lnTo>
                  <a:pt x="333375" y="514350"/>
                </a:lnTo>
                <a:lnTo>
                  <a:pt x="333375" y="523875"/>
                </a:lnTo>
                <a:lnTo>
                  <a:pt x="342900" y="523875"/>
                </a:lnTo>
                <a:lnTo>
                  <a:pt x="342900" y="533400"/>
                </a:lnTo>
                <a:lnTo>
                  <a:pt x="333375" y="533400"/>
                </a:lnTo>
                <a:lnTo>
                  <a:pt x="333375" y="542925"/>
                </a:lnTo>
                <a:lnTo>
                  <a:pt x="323850" y="542925"/>
                </a:lnTo>
                <a:lnTo>
                  <a:pt x="323850" y="533400"/>
                </a:lnTo>
                <a:lnTo>
                  <a:pt x="314325" y="533400"/>
                </a:lnTo>
                <a:close/>
                <a:moveTo>
                  <a:pt x="1123950" y="514350"/>
                </a:moveTo>
                <a:lnTo>
                  <a:pt x="1133475" y="514350"/>
                </a:lnTo>
                <a:lnTo>
                  <a:pt x="1133475" y="542925"/>
                </a:lnTo>
                <a:lnTo>
                  <a:pt x="1114425" y="542925"/>
                </a:lnTo>
                <a:lnTo>
                  <a:pt x="1114425" y="533400"/>
                </a:lnTo>
                <a:lnTo>
                  <a:pt x="1123950" y="533400"/>
                </a:lnTo>
                <a:close/>
                <a:moveTo>
                  <a:pt x="1047750" y="533400"/>
                </a:moveTo>
                <a:lnTo>
                  <a:pt x="1057275" y="533400"/>
                </a:lnTo>
                <a:lnTo>
                  <a:pt x="1057275" y="542925"/>
                </a:lnTo>
                <a:lnTo>
                  <a:pt x="1047750" y="542925"/>
                </a:lnTo>
                <a:close/>
                <a:moveTo>
                  <a:pt x="895350" y="552450"/>
                </a:moveTo>
                <a:lnTo>
                  <a:pt x="904875" y="552450"/>
                </a:lnTo>
                <a:lnTo>
                  <a:pt x="904875" y="561975"/>
                </a:lnTo>
                <a:lnTo>
                  <a:pt x="895350" y="561975"/>
                </a:lnTo>
                <a:close/>
                <a:moveTo>
                  <a:pt x="1676400" y="571500"/>
                </a:moveTo>
                <a:lnTo>
                  <a:pt x="1695450" y="571500"/>
                </a:lnTo>
                <a:lnTo>
                  <a:pt x="1695450" y="590550"/>
                </a:lnTo>
                <a:lnTo>
                  <a:pt x="1685925" y="590550"/>
                </a:lnTo>
                <a:lnTo>
                  <a:pt x="1685925" y="581025"/>
                </a:lnTo>
                <a:lnTo>
                  <a:pt x="1676400" y="581025"/>
                </a:lnTo>
                <a:close/>
                <a:moveTo>
                  <a:pt x="123825" y="581025"/>
                </a:moveTo>
                <a:lnTo>
                  <a:pt x="133350" y="581025"/>
                </a:lnTo>
                <a:lnTo>
                  <a:pt x="133350" y="590550"/>
                </a:lnTo>
                <a:lnTo>
                  <a:pt x="123825" y="590550"/>
                </a:lnTo>
                <a:close/>
                <a:moveTo>
                  <a:pt x="390525" y="581025"/>
                </a:moveTo>
                <a:lnTo>
                  <a:pt x="400050" y="581025"/>
                </a:lnTo>
                <a:lnTo>
                  <a:pt x="400050" y="590550"/>
                </a:lnTo>
                <a:lnTo>
                  <a:pt x="390525" y="590550"/>
                </a:lnTo>
                <a:close/>
                <a:moveTo>
                  <a:pt x="1638300" y="600075"/>
                </a:moveTo>
                <a:lnTo>
                  <a:pt x="1647825" y="600075"/>
                </a:lnTo>
                <a:lnTo>
                  <a:pt x="1647825" y="609600"/>
                </a:lnTo>
                <a:lnTo>
                  <a:pt x="1638300" y="609600"/>
                </a:lnTo>
                <a:close/>
                <a:moveTo>
                  <a:pt x="1657350" y="600075"/>
                </a:moveTo>
                <a:lnTo>
                  <a:pt x="1666875" y="600075"/>
                </a:lnTo>
                <a:lnTo>
                  <a:pt x="1666875" y="609600"/>
                </a:lnTo>
                <a:lnTo>
                  <a:pt x="1685925" y="609600"/>
                </a:lnTo>
                <a:lnTo>
                  <a:pt x="1685925" y="619125"/>
                </a:lnTo>
                <a:lnTo>
                  <a:pt x="1647825" y="619125"/>
                </a:lnTo>
                <a:lnTo>
                  <a:pt x="1647825" y="609600"/>
                </a:lnTo>
                <a:lnTo>
                  <a:pt x="1657350" y="609600"/>
                </a:lnTo>
                <a:close/>
                <a:moveTo>
                  <a:pt x="247650" y="619125"/>
                </a:moveTo>
                <a:lnTo>
                  <a:pt x="257175" y="619125"/>
                </a:lnTo>
                <a:lnTo>
                  <a:pt x="257175" y="628650"/>
                </a:lnTo>
                <a:lnTo>
                  <a:pt x="247650" y="628650"/>
                </a:lnTo>
                <a:close/>
                <a:moveTo>
                  <a:pt x="1076325" y="619125"/>
                </a:moveTo>
                <a:lnTo>
                  <a:pt x="1095375" y="619125"/>
                </a:lnTo>
                <a:lnTo>
                  <a:pt x="1095375" y="628650"/>
                </a:lnTo>
                <a:lnTo>
                  <a:pt x="1076325" y="628650"/>
                </a:lnTo>
                <a:close/>
                <a:moveTo>
                  <a:pt x="1114425" y="619125"/>
                </a:moveTo>
                <a:lnTo>
                  <a:pt x="1123950" y="619125"/>
                </a:lnTo>
                <a:lnTo>
                  <a:pt x="1123950" y="628650"/>
                </a:lnTo>
                <a:lnTo>
                  <a:pt x="1114425" y="628650"/>
                </a:lnTo>
                <a:close/>
                <a:moveTo>
                  <a:pt x="1581150" y="628650"/>
                </a:moveTo>
                <a:lnTo>
                  <a:pt x="1590675" y="628650"/>
                </a:lnTo>
                <a:lnTo>
                  <a:pt x="1590675" y="638175"/>
                </a:lnTo>
                <a:lnTo>
                  <a:pt x="1581150" y="638175"/>
                </a:lnTo>
                <a:close/>
                <a:moveTo>
                  <a:pt x="1400175" y="723900"/>
                </a:moveTo>
                <a:lnTo>
                  <a:pt x="1428750" y="723900"/>
                </a:lnTo>
                <a:lnTo>
                  <a:pt x="1428750" y="733425"/>
                </a:lnTo>
                <a:lnTo>
                  <a:pt x="1400175" y="733425"/>
                </a:lnTo>
                <a:close/>
                <a:moveTo>
                  <a:pt x="1352550" y="742950"/>
                </a:moveTo>
                <a:lnTo>
                  <a:pt x="1371600" y="742950"/>
                </a:lnTo>
                <a:lnTo>
                  <a:pt x="1371600" y="752475"/>
                </a:lnTo>
                <a:lnTo>
                  <a:pt x="1352550" y="752475"/>
                </a:lnTo>
                <a:close/>
                <a:moveTo>
                  <a:pt x="476250" y="781050"/>
                </a:moveTo>
                <a:lnTo>
                  <a:pt x="495300" y="781050"/>
                </a:lnTo>
                <a:lnTo>
                  <a:pt x="495300" y="790575"/>
                </a:lnTo>
                <a:lnTo>
                  <a:pt x="476250" y="790575"/>
                </a:lnTo>
                <a:close/>
                <a:moveTo>
                  <a:pt x="1695450" y="781050"/>
                </a:moveTo>
                <a:lnTo>
                  <a:pt x="1714500" y="781050"/>
                </a:lnTo>
                <a:lnTo>
                  <a:pt x="1714500" y="790575"/>
                </a:lnTo>
                <a:lnTo>
                  <a:pt x="1695450" y="790575"/>
                </a:lnTo>
                <a:close/>
                <a:moveTo>
                  <a:pt x="457200" y="790575"/>
                </a:moveTo>
                <a:lnTo>
                  <a:pt x="466725" y="790575"/>
                </a:lnTo>
                <a:lnTo>
                  <a:pt x="466725" y="800100"/>
                </a:lnTo>
                <a:lnTo>
                  <a:pt x="457200" y="800100"/>
                </a:lnTo>
                <a:close/>
                <a:moveTo>
                  <a:pt x="952500" y="819150"/>
                </a:moveTo>
                <a:lnTo>
                  <a:pt x="971550" y="819150"/>
                </a:lnTo>
                <a:lnTo>
                  <a:pt x="971550" y="838200"/>
                </a:lnTo>
                <a:lnTo>
                  <a:pt x="952500" y="838200"/>
                </a:lnTo>
                <a:close/>
                <a:moveTo>
                  <a:pt x="561975" y="828675"/>
                </a:moveTo>
                <a:lnTo>
                  <a:pt x="590550" y="828675"/>
                </a:lnTo>
                <a:lnTo>
                  <a:pt x="590550" y="838200"/>
                </a:lnTo>
                <a:lnTo>
                  <a:pt x="561975" y="838200"/>
                </a:lnTo>
                <a:close/>
                <a:moveTo>
                  <a:pt x="171450" y="838200"/>
                </a:moveTo>
                <a:lnTo>
                  <a:pt x="180975" y="838200"/>
                </a:lnTo>
                <a:lnTo>
                  <a:pt x="180975" y="847725"/>
                </a:lnTo>
                <a:lnTo>
                  <a:pt x="171450" y="847725"/>
                </a:lnTo>
                <a:close/>
                <a:moveTo>
                  <a:pt x="133350" y="847725"/>
                </a:moveTo>
                <a:lnTo>
                  <a:pt x="142875" y="847725"/>
                </a:lnTo>
                <a:lnTo>
                  <a:pt x="142875" y="866775"/>
                </a:lnTo>
                <a:lnTo>
                  <a:pt x="133350" y="866775"/>
                </a:lnTo>
                <a:close/>
                <a:moveTo>
                  <a:pt x="161925" y="847725"/>
                </a:moveTo>
                <a:lnTo>
                  <a:pt x="171450" y="847725"/>
                </a:lnTo>
                <a:lnTo>
                  <a:pt x="171450" y="876300"/>
                </a:lnTo>
                <a:lnTo>
                  <a:pt x="161925" y="876300"/>
                </a:lnTo>
                <a:close/>
                <a:moveTo>
                  <a:pt x="219075" y="847725"/>
                </a:moveTo>
                <a:lnTo>
                  <a:pt x="228600" y="847725"/>
                </a:lnTo>
                <a:lnTo>
                  <a:pt x="228600" y="857250"/>
                </a:lnTo>
                <a:lnTo>
                  <a:pt x="219075" y="857250"/>
                </a:lnTo>
                <a:close/>
                <a:moveTo>
                  <a:pt x="247650" y="847725"/>
                </a:moveTo>
                <a:lnTo>
                  <a:pt x="257175" y="847725"/>
                </a:lnTo>
                <a:lnTo>
                  <a:pt x="257175" y="857250"/>
                </a:lnTo>
                <a:lnTo>
                  <a:pt x="247650" y="857250"/>
                </a:lnTo>
                <a:close/>
                <a:moveTo>
                  <a:pt x="581025" y="847725"/>
                </a:moveTo>
                <a:lnTo>
                  <a:pt x="590550" y="847725"/>
                </a:lnTo>
                <a:lnTo>
                  <a:pt x="590550" y="857250"/>
                </a:lnTo>
                <a:lnTo>
                  <a:pt x="581025" y="857250"/>
                </a:lnTo>
                <a:close/>
                <a:moveTo>
                  <a:pt x="600075" y="857250"/>
                </a:moveTo>
                <a:lnTo>
                  <a:pt x="609600" y="857250"/>
                </a:lnTo>
                <a:lnTo>
                  <a:pt x="609600" y="866775"/>
                </a:lnTo>
                <a:lnTo>
                  <a:pt x="600075" y="866775"/>
                </a:lnTo>
                <a:close/>
                <a:moveTo>
                  <a:pt x="238125" y="866775"/>
                </a:moveTo>
                <a:lnTo>
                  <a:pt x="266700" y="866775"/>
                </a:lnTo>
                <a:lnTo>
                  <a:pt x="266700" y="876300"/>
                </a:lnTo>
                <a:lnTo>
                  <a:pt x="238125" y="876300"/>
                </a:lnTo>
                <a:close/>
                <a:moveTo>
                  <a:pt x="323850" y="933450"/>
                </a:moveTo>
                <a:lnTo>
                  <a:pt x="333375" y="933450"/>
                </a:lnTo>
                <a:lnTo>
                  <a:pt x="333375" y="942975"/>
                </a:lnTo>
                <a:lnTo>
                  <a:pt x="342900" y="942975"/>
                </a:lnTo>
                <a:lnTo>
                  <a:pt x="342900" y="971550"/>
                </a:lnTo>
                <a:lnTo>
                  <a:pt x="352425" y="971550"/>
                </a:lnTo>
                <a:lnTo>
                  <a:pt x="352425" y="981075"/>
                </a:lnTo>
                <a:lnTo>
                  <a:pt x="333375" y="981075"/>
                </a:lnTo>
                <a:lnTo>
                  <a:pt x="333375" y="971550"/>
                </a:lnTo>
                <a:lnTo>
                  <a:pt x="323850" y="971550"/>
                </a:lnTo>
                <a:lnTo>
                  <a:pt x="323850" y="962025"/>
                </a:lnTo>
                <a:lnTo>
                  <a:pt x="314325" y="962025"/>
                </a:lnTo>
                <a:lnTo>
                  <a:pt x="314325" y="971550"/>
                </a:lnTo>
                <a:lnTo>
                  <a:pt x="323850" y="971550"/>
                </a:lnTo>
                <a:lnTo>
                  <a:pt x="323850" y="981075"/>
                </a:lnTo>
                <a:lnTo>
                  <a:pt x="304800" y="981075"/>
                </a:lnTo>
                <a:lnTo>
                  <a:pt x="304800" y="962025"/>
                </a:lnTo>
                <a:lnTo>
                  <a:pt x="295275" y="962025"/>
                </a:lnTo>
                <a:lnTo>
                  <a:pt x="295275" y="942975"/>
                </a:lnTo>
                <a:lnTo>
                  <a:pt x="323850" y="942975"/>
                </a:lnTo>
                <a:close/>
                <a:moveTo>
                  <a:pt x="609600" y="933450"/>
                </a:moveTo>
                <a:lnTo>
                  <a:pt x="619125" y="933450"/>
                </a:lnTo>
                <a:lnTo>
                  <a:pt x="619125" y="942975"/>
                </a:lnTo>
                <a:lnTo>
                  <a:pt x="609600" y="942975"/>
                </a:lnTo>
                <a:close/>
                <a:moveTo>
                  <a:pt x="428625" y="942975"/>
                </a:moveTo>
                <a:lnTo>
                  <a:pt x="438150" y="942975"/>
                </a:lnTo>
                <a:lnTo>
                  <a:pt x="438150" y="971550"/>
                </a:lnTo>
                <a:lnTo>
                  <a:pt x="447675" y="971550"/>
                </a:lnTo>
                <a:lnTo>
                  <a:pt x="447675" y="981075"/>
                </a:lnTo>
                <a:lnTo>
                  <a:pt x="466725" y="981075"/>
                </a:lnTo>
                <a:lnTo>
                  <a:pt x="466725" y="990600"/>
                </a:lnTo>
                <a:lnTo>
                  <a:pt x="447675" y="990600"/>
                </a:lnTo>
                <a:lnTo>
                  <a:pt x="447675" y="1000125"/>
                </a:lnTo>
                <a:lnTo>
                  <a:pt x="438150" y="1000125"/>
                </a:lnTo>
                <a:lnTo>
                  <a:pt x="438150" y="1009650"/>
                </a:lnTo>
                <a:lnTo>
                  <a:pt x="409575" y="1009650"/>
                </a:lnTo>
                <a:lnTo>
                  <a:pt x="409575" y="1000125"/>
                </a:lnTo>
                <a:lnTo>
                  <a:pt x="390525" y="1000125"/>
                </a:lnTo>
                <a:lnTo>
                  <a:pt x="390525" y="990600"/>
                </a:lnTo>
                <a:lnTo>
                  <a:pt x="409575" y="990600"/>
                </a:lnTo>
                <a:lnTo>
                  <a:pt x="409575" y="1000125"/>
                </a:lnTo>
                <a:lnTo>
                  <a:pt x="419100" y="1000125"/>
                </a:lnTo>
                <a:lnTo>
                  <a:pt x="419100" y="971550"/>
                </a:lnTo>
                <a:lnTo>
                  <a:pt x="428625" y="971550"/>
                </a:lnTo>
                <a:close/>
                <a:moveTo>
                  <a:pt x="514350" y="942975"/>
                </a:moveTo>
                <a:lnTo>
                  <a:pt x="523875" y="942975"/>
                </a:lnTo>
                <a:lnTo>
                  <a:pt x="523875" y="962025"/>
                </a:lnTo>
                <a:lnTo>
                  <a:pt x="514350" y="962025"/>
                </a:lnTo>
                <a:lnTo>
                  <a:pt x="514350" y="971550"/>
                </a:lnTo>
                <a:lnTo>
                  <a:pt x="533400" y="971550"/>
                </a:lnTo>
                <a:lnTo>
                  <a:pt x="533400" y="981075"/>
                </a:lnTo>
                <a:lnTo>
                  <a:pt x="523875" y="981075"/>
                </a:lnTo>
                <a:lnTo>
                  <a:pt x="523875" y="990600"/>
                </a:lnTo>
                <a:lnTo>
                  <a:pt x="514350" y="990600"/>
                </a:lnTo>
                <a:lnTo>
                  <a:pt x="514350" y="1000125"/>
                </a:lnTo>
                <a:lnTo>
                  <a:pt x="485775" y="1000125"/>
                </a:lnTo>
                <a:lnTo>
                  <a:pt x="485775" y="981075"/>
                </a:lnTo>
                <a:lnTo>
                  <a:pt x="495300" y="981075"/>
                </a:lnTo>
                <a:lnTo>
                  <a:pt x="495300" y="962025"/>
                </a:lnTo>
                <a:lnTo>
                  <a:pt x="504825" y="962025"/>
                </a:lnTo>
                <a:lnTo>
                  <a:pt x="504825" y="952500"/>
                </a:lnTo>
                <a:lnTo>
                  <a:pt x="514350" y="952500"/>
                </a:lnTo>
                <a:close/>
                <a:moveTo>
                  <a:pt x="209550" y="952500"/>
                </a:moveTo>
                <a:lnTo>
                  <a:pt x="228600" y="952500"/>
                </a:lnTo>
                <a:lnTo>
                  <a:pt x="228600" y="971550"/>
                </a:lnTo>
                <a:lnTo>
                  <a:pt x="219075" y="971550"/>
                </a:lnTo>
                <a:lnTo>
                  <a:pt x="219075" y="962025"/>
                </a:lnTo>
                <a:lnTo>
                  <a:pt x="209550" y="962025"/>
                </a:lnTo>
                <a:close/>
                <a:moveTo>
                  <a:pt x="276225" y="952500"/>
                </a:moveTo>
                <a:lnTo>
                  <a:pt x="285750" y="952500"/>
                </a:lnTo>
                <a:lnTo>
                  <a:pt x="285750" y="962025"/>
                </a:lnTo>
                <a:lnTo>
                  <a:pt x="276225" y="962025"/>
                </a:lnTo>
                <a:close/>
                <a:moveTo>
                  <a:pt x="390525" y="962025"/>
                </a:moveTo>
                <a:lnTo>
                  <a:pt x="400050" y="962025"/>
                </a:lnTo>
                <a:lnTo>
                  <a:pt x="400050" y="971550"/>
                </a:lnTo>
                <a:lnTo>
                  <a:pt x="390525" y="971550"/>
                </a:lnTo>
                <a:close/>
                <a:moveTo>
                  <a:pt x="295275" y="981075"/>
                </a:moveTo>
                <a:lnTo>
                  <a:pt x="304800" y="981075"/>
                </a:lnTo>
                <a:lnTo>
                  <a:pt x="304800" y="990600"/>
                </a:lnTo>
                <a:lnTo>
                  <a:pt x="295275" y="990600"/>
                </a:lnTo>
                <a:close/>
                <a:moveTo>
                  <a:pt x="495300" y="1009650"/>
                </a:moveTo>
                <a:lnTo>
                  <a:pt x="514350" y="1009650"/>
                </a:lnTo>
                <a:lnTo>
                  <a:pt x="514350" y="1019175"/>
                </a:lnTo>
                <a:lnTo>
                  <a:pt x="495300" y="1019175"/>
                </a:lnTo>
                <a:close/>
                <a:moveTo>
                  <a:pt x="1590675" y="1085850"/>
                </a:moveTo>
                <a:lnTo>
                  <a:pt x="1600200" y="1085850"/>
                </a:lnTo>
                <a:lnTo>
                  <a:pt x="1600200" y="1095375"/>
                </a:lnTo>
                <a:lnTo>
                  <a:pt x="1647825" y="1095375"/>
                </a:lnTo>
                <a:lnTo>
                  <a:pt x="1647825" y="1104900"/>
                </a:lnTo>
                <a:lnTo>
                  <a:pt x="1638300" y="1104900"/>
                </a:lnTo>
                <a:lnTo>
                  <a:pt x="1638300" y="1123950"/>
                </a:lnTo>
                <a:lnTo>
                  <a:pt x="1628775" y="1123950"/>
                </a:lnTo>
                <a:lnTo>
                  <a:pt x="1628775" y="1133475"/>
                </a:lnTo>
                <a:lnTo>
                  <a:pt x="1609725" y="1133475"/>
                </a:lnTo>
                <a:lnTo>
                  <a:pt x="1609725" y="1114425"/>
                </a:lnTo>
                <a:lnTo>
                  <a:pt x="1600200" y="1114425"/>
                </a:lnTo>
                <a:lnTo>
                  <a:pt x="1600200" y="1104900"/>
                </a:lnTo>
                <a:lnTo>
                  <a:pt x="1590675" y="1104900"/>
                </a:lnTo>
                <a:close/>
                <a:moveTo>
                  <a:pt x="1695450" y="1104900"/>
                </a:moveTo>
                <a:lnTo>
                  <a:pt x="1704975" y="1104900"/>
                </a:lnTo>
                <a:lnTo>
                  <a:pt x="1704975" y="1114425"/>
                </a:lnTo>
                <a:lnTo>
                  <a:pt x="1695450" y="1114425"/>
                </a:lnTo>
                <a:close/>
                <a:moveTo>
                  <a:pt x="676275" y="1152525"/>
                </a:moveTo>
                <a:lnTo>
                  <a:pt x="685800" y="1152525"/>
                </a:lnTo>
                <a:lnTo>
                  <a:pt x="685800" y="1162050"/>
                </a:lnTo>
                <a:lnTo>
                  <a:pt x="676275" y="1162050"/>
                </a:lnTo>
                <a:close/>
                <a:moveTo>
                  <a:pt x="133350" y="1247775"/>
                </a:moveTo>
                <a:lnTo>
                  <a:pt x="142875" y="1247775"/>
                </a:lnTo>
                <a:lnTo>
                  <a:pt x="142875" y="1276350"/>
                </a:lnTo>
                <a:lnTo>
                  <a:pt x="133350" y="1276350"/>
                </a:lnTo>
                <a:close/>
                <a:moveTo>
                  <a:pt x="114300" y="1257300"/>
                </a:moveTo>
                <a:lnTo>
                  <a:pt x="123825" y="1257300"/>
                </a:lnTo>
                <a:lnTo>
                  <a:pt x="123825" y="1266825"/>
                </a:lnTo>
                <a:lnTo>
                  <a:pt x="114300" y="1266825"/>
                </a:lnTo>
                <a:close/>
                <a:moveTo>
                  <a:pt x="114300" y="1304925"/>
                </a:moveTo>
                <a:lnTo>
                  <a:pt x="123825" y="1304925"/>
                </a:lnTo>
                <a:lnTo>
                  <a:pt x="123825" y="1323975"/>
                </a:lnTo>
                <a:lnTo>
                  <a:pt x="114300" y="1323975"/>
                </a:lnTo>
                <a:close/>
                <a:moveTo>
                  <a:pt x="133350" y="1304925"/>
                </a:moveTo>
                <a:lnTo>
                  <a:pt x="142875" y="1304925"/>
                </a:lnTo>
                <a:lnTo>
                  <a:pt x="142875" y="1323975"/>
                </a:lnTo>
                <a:lnTo>
                  <a:pt x="133350" y="1323975"/>
                </a:lnTo>
                <a:close/>
                <a:moveTo>
                  <a:pt x="123825" y="1333500"/>
                </a:moveTo>
                <a:lnTo>
                  <a:pt x="133350" y="1333500"/>
                </a:lnTo>
                <a:lnTo>
                  <a:pt x="133350" y="1352550"/>
                </a:lnTo>
                <a:lnTo>
                  <a:pt x="123825" y="1352550"/>
                </a:lnTo>
                <a:close/>
                <a:moveTo>
                  <a:pt x="581025" y="1333500"/>
                </a:moveTo>
                <a:lnTo>
                  <a:pt x="590550" y="1333500"/>
                </a:lnTo>
                <a:lnTo>
                  <a:pt x="590550" y="1343025"/>
                </a:lnTo>
                <a:lnTo>
                  <a:pt x="581025" y="1343025"/>
                </a:lnTo>
                <a:close/>
                <a:moveTo>
                  <a:pt x="171450" y="1352550"/>
                </a:moveTo>
                <a:lnTo>
                  <a:pt x="180975" y="1352550"/>
                </a:lnTo>
                <a:lnTo>
                  <a:pt x="180975" y="1371600"/>
                </a:lnTo>
                <a:lnTo>
                  <a:pt x="171450" y="1371600"/>
                </a:lnTo>
                <a:close/>
                <a:moveTo>
                  <a:pt x="628650" y="1352550"/>
                </a:moveTo>
                <a:lnTo>
                  <a:pt x="657225" y="1352550"/>
                </a:lnTo>
                <a:lnTo>
                  <a:pt x="657225" y="1362075"/>
                </a:lnTo>
                <a:lnTo>
                  <a:pt x="647700" y="1362075"/>
                </a:lnTo>
                <a:lnTo>
                  <a:pt x="647700" y="1371600"/>
                </a:lnTo>
                <a:lnTo>
                  <a:pt x="628650" y="1371600"/>
                </a:lnTo>
                <a:close/>
                <a:moveTo>
                  <a:pt x="666750" y="1362075"/>
                </a:moveTo>
                <a:lnTo>
                  <a:pt x="676275" y="1362075"/>
                </a:lnTo>
                <a:lnTo>
                  <a:pt x="676275" y="1371600"/>
                </a:lnTo>
                <a:lnTo>
                  <a:pt x="666750" y="1371600"/>
                </a:lnTo>
                <a:close/>
                <a:moveTo>
                  <a:pt x="390525" y="1371600"/>
                </a:moveTo>
                <a:lnTo>
                  <a:pt x="400050" y="1371600"/>
                </a:lnTo>
                <a:lnTo>
                  <a:pt x="400050" y="1381125"/>
                </a:lnTo>
                <a:lnTo>
                  <a:pt x="390525" y="1381125"/>
                </a:lnTo>
                <a:close/>
                <a:moveTo>
                  <a:pt x="590550" y="1371600"/>
                </a:moveTo>
                <a:lnTo>
                  <a:pt x="600075" y="1371600"/>
                </a:lnTo>
                <a:lnTo>
                  <a:pt x="600075" y="1390650"/>
                </a:lnTo>
                <a:lnTo>
                  <a:pt x="590550" y="1390650"/>
                </a:lnTo>
                <a:close/>
                <a:moveTo>
                  <a:pt x="171450" y="1381125"/>
                </a:moveTo>
                <a:lnTo>
                  <a:pt x="190500" y="1381125"/>
                </a:lnTo>
                <a:lnTo>
                  <a:pt x="190500" y="1390650"/>
                </a:lnTo>
                <a:lnTo>
                  <a:pt x="171450" y="1390650"/>
                </a:lnTo>
                <a:close/>
                <a:moveTo>
                  <a:pt x="257175" y="1381125"/>
                </a:moveTo>
                <a:lnTo>
                  <a:pt x="266700" y="1381125"/>
                </a:lnTo>
                <a:lnTo>
                  <a:pt x="266700" y="1400175"/>
                </a:lnTo>
                <a:lnTo>
                  <a:pt x="247650" y="1400175"/>
                </a:lnTo>
                <a:lnTo>
                  <a:pt x="247650" y="1390650"/>
                </a:lnTo>
                <a:lnTo>
                  <a:pt x="257175" y="1390650"/>
                </a:lnTo>
                <a:close/>
                <a:moveTo>
                  <a:pt x="628650" y="1381125"/>
                </a:moveTo>
                <a:lnTo>
                  <a:pt x="647700" y="1381125"/>
                </a:lnTo>
                <a:lnTo>
                  <a:pt x="647700" y="1390650"/>
                </a:lnTo>
                <a:lnTo>
                  <a:pt x="628650" y="1390650"/>
                </a:lnTo>
                <a:close/>
                <a:moveTo>
                  <a:pt x="161925" y="1457325"/>
                </a:moveTo>
                <a:lnTo>
                  <a:pt x="190500" y="1457325"/>
                </a:lnTo>
                <a:lnTo>
                  <a:pt x="190500" y="1466850"/>
                </a:lnTo>
                <a:lnTo>
                  <a:pt x="200025" y="1466850"/>
                </a:lnTo>
                <a:lnTo>
                  <a:pt x="200025" y="1457325"/>
                </a:lnTo>
                <a:lnTo>
                  <a:pt x="219075" y="1457325"/>
                </a:lnTo>
                <a:lnTo>
                  <a:pt x="219075" y="1466850"/>
                </a:lnTo>
                <a:lnTo>
                  <a:pt x="209550" y="1466850"/>
                </a:lnTo>
                <a:lnTo>
                  <a:pt x="209550" y="1476375"/>
                </a:lnTo>
                <a:lnTo>
                  <a:pt x="200025" y="1476375"/>
                </a:lnTo>
                <a:lnTo>
                  <a:pt x="200025" y="1485900"/>
                </a:lnTo>
                <a:lnTo>
                  <a:pt x="180975" y="1485900"/>
                </a:lnTo>
                <a:lnTo>
                  <a:pt x="180975" y="1495425"/>
                </a:lnTo>
                <a:lnTo>
                  <a:pt x="171450" y="1495425"/>
                </a:lnTo>
                <a:lnTo>
                  <a:pt x="171450" y="1504950"/>
                </a:lnTo>
                <a:lnTo>
                  <a:pt x="161925" y="1504950"/>
                </a:lnTo>
                <a:close/>
                <a:moveTo>
                  <a:pt x="676275" y="1457325"/>
                </a:moveTo>
                <a:lnTo>
                  <a:pt x="685800" y="1457325"/>
                </a:lnTo>
                <a:lnTo>
                  <a:pt x="685800" y="1466850"/>
                </a:lnTo>
                <a:lnTo>
                  <a:pt x="676275" y="1466850"/>
                </a:lnTo>
                <a:close/>
                <a:moveTo>
                  <a:pt x="600075" y="1466850"/>
                </a:moveTo>
                <a:lnTo>
                  <a:pt x="609600" y="1466850"/>
                </a:lnTo>
                <a:lnTo>
                  <a:pt x="609600" y="1476375"/>
                </a:lnTo>
                <a:lnTo>
                  <a:pt x="600075" y="1476375"/>
                </a:lnTo>
                <a:close/>
                <a:moveTo>
                  <a:pt x="647700" y="1476375"/>
                </a:moveTo>
                <a:lnTo>
                  <a:pt x="657225" y="1476375"/>
                </a:lnTo>
                <a:lnTo>
                  <a:pt x="657225" y="1485900"/>
                </a:lnTo>
                <a:lnTo>
                  <a:pt x="647700" y="1485900"/>
                </a:lnTo>
                <a:close/>
                <a:moveTo>
                  <a:pt x="1009650" y="1485900"/>
                </a:moveTo>
                <a:lnTo>
                  <a:pt x="1057275" y="1485900"/>
                </a:lnTo>
                <a:lnTo>
                  <a:pt x="1057275" y="1514475"/>
                </a:lnTo>
                <a:lnTo>
                  <a:pt x="1000125" y="1514475"/>
                </a:lnTo>
                <a:lnTo>
                  <a:pt x="1000125" y="1504950"/>
                </a:lnTo>
                <a:lnTo>
                  <a:pt x="1009650" y="1504950"/>
                </a:lnTo>
                <a:close/>
                <a:moveTo>
                  <a:pt x="457200" y="1495425"/>
                </a:moveTo>
                <a:lnTo>
                  <a:pt x="485775" y="1495425"/>
                </a:lnTo>
                <a:lnTo>
                  <a:pt x="485775" y="1504950"/>
                </a:lnTo>
                <a:lnTo>
                  <a:pt x="457200" y="1504950"/>
                </a:lnTo>
                <a:close/>
                <a:moveTo>
                  <a:pt x="1162050" y="1504950"/>
                </a:moveTo>
                <a:lnTo>
                  <a:pt x="1171575" y="1504950"/>
                </a:lnTo>
                <a:lnTo>
                  <a:pt x="1171575" y="1514475"/>
                </a:lnTo>
                <a:lnTo>
                  <a:pt x="1162050" y="1514475"/>
                </a:lnTo>
                <a:close/>
                <a:moveTo>
                  <a:pt x="123825" y="1524000"/>
                </a:moveTo>
                <a:lnTo>
                  <a:pt x="133350" y="1524000"/>
                </a:lnTo>
                <a:lnTo>
                  <a:pt x="133350" y="1533525"/>
                </a:lnTo>
                <a:lnTo>
                  <a:pt x="123825" y="1533525"/>
                </a:lnTo>
                <a:close/>
                <a:moveTo>
                  <a:pt x="428625" y="1533525"/>
                </a:moveTo>
                <a:lnTo>
                  <a:pt x="438150" y="1533525"/>
                </a:lnTo>
                <a:lnTo>
                  <a:pt x="438150" y="1552575"/>
                </a:lnTo>
                <a:lnTo>
                  <a:pt x="428625" y="1552575"/>
                </a:lnTo>
                <a:close/>
                <a:moveTo>
                  <a:pt x="114300" y="1543050"/>
                </a:moveTo>
                <a:lnTo>
                  <a:pt x="123825" y="1543050"/>
                </a:lnTo>
                <a:lnTo>
                  <a:pt x="123825" y="1562100"/>
                </a:lnTo>
                <a:lnTo>
                  <a:pt x="114300" y="1562100"/>
                </a:lnTo>
                <a:close/>
                <a:moveTo>
                  <a:pt x="219075" y="1543050"/>
                </a:moveTo>
                <a:lnTo>
                  <a:pt x="247650" y="1543050"/>
                </a:lnTo>
                <a:lnTo>
                  <a:pt x="247650" y="1552575"/>
                </a:lnTo>
                <a:lnTo>
                  <a:pt x="238125" y="1552575"/>
                </a:lnTo>
                <a:lnTo>
                  <a:pt x="238125" y="1562100"/>
                </a:lnTo>
                <a:lnTo>
                  <a:pt x="219075" y="1562100"/>
                </a:lnTo>
                <a:close/>
                <a:moveTo>
                  <a:pt x="276225" y="1543050"/>
                </a:moveTo>
                <a:lnTo>
                  <a:pt x="285750" y="1543050"/>
                </a:lnTo>
                <a:lnTo>
                  <a:pt x="285750" y="1552575"/>
                </a:lnTo>
                <a:lnTo>
                  <a:pt x="276225" y="1552575"/>
                </a:lnTo>
                <a:close/>
                <a:moveTo>
                  <a:pt x="381000" y="1543050"/>
                </a:moveTo>
                <a:lnTo>
                  <a:pt x="419100" y="1543050"/>
                </a:lnTo>
                <a:lnTo>
                  <a:pt x="419100" y="1552575"/>
                </a:lnTo>
                <a:lnTo>
                  <a:pt x="381000" y="1552575"/>
                </a:lnTo>
                <a:close/>
                <a:moveTo>
                  <a:pt x="1238250" y="1543050"/>
                </a:moveTo>
                <a:lnTo>
                  <a:pt x="1247775" y="1543050"/>
                </a:lnTo>
                <a:lnTo>
                  <a:pt x="1247775" y="1552575"/>
                </a:lnTo>
                <a:lnTo>
                  <a:pt x="1238250" y="1552575"/>
                </a:lnTo>
                <a:close/>
                <a:moveTo>
                  <a:pt x="133350" y="1552575"/>
                </a:moveTo>
                <a:lnTo>
                  <a:pt x="142875" y="1552575"/>
                </a:lnTo>
                <a:lnTo>
                  <a:pt x="142875" y="1571625"/>
                </a:lnTo>
                <a:lnTo>
                  <a:pt x="133350" y="1571625"/>
                </a:lnTo>
                <a:close/>
                <a:moveTo>
                  <a:pt x="123825" y="1571625"/>
                </a:moveTo>
                <a:lnTo>
                  <a:pt x="133350" y="1571625"/>
                </a:lnTo>
                <a:lnTo>
                  <a:pt x="133350" y="1590675"/>
                </a:lnTo>
                <a:lnTo>
                  <a:pt x="123825" y="1590675"/>
                </a:lnTo>
                <a:close/>
                <a:moveTo>
                  <a:pt x="247650" y="1590675"/>
                </a:moveTo>
                <a:lnTo>
                  <a:pt x="257175" y="1590675"/>
                </a:lnTo>
                <a:lnTo>
                  <a:pt x="257175" y="1600200"/>
                </a:lnTo>
                <a:lnTo>
                  <a:pt x="266700" y="1600200"/>
                </a:lnTo>
                <a:lnTo>
                  <a:pt x="266700" y="1638300"/>
                </a:lnTo>
                <a:lnTo>
                  <a:pt x="257175" y="1638300"/>
                </a:lnTo>
                <a:lnTo>
                  <a:pt x="257175" y="1628775"/>
                </a:lnTo>
                <a:lnTo>
                  <a:pt x="247650" y="1628775"/>
                </a:lnTo>
                <a:close/>
                <a:moveTo>
                  <a:pt x="952500" y="1590675"/>
                </a:moveTo>
                <a:lnTo>
                  <a:pt x="962025" y="1590675"/>
                </a:lnTo>
                <a:lnTo>
                  <a:pt x="962025" y="1600200"/>
                </a:lnTo>
                <a:lnTo>
                  <a:pt x="971550" y="1600200"/>
                </a:lnTo>
                <a:lnTo>
                  <a:pt x="971550" y="1609725"/>
                </a:lnTo>
                <a:lnTo>
                  <a:pt x="962025" y="1609725"/>
                </a:lnTo>
                <a:lnTo>
                  <a:pt x="962025" y="1619250"/>
                </a:lnTo>
                <a:lnTo>
                  <a:pt x="952500" y="1619250"/>
                </a:lnTo>
                <a:close/>
                <a:moveTo>
                  <a:pt x="1695450" y="1600200"/>
                </a:moveTo>
                <a:lnTo>
                  <a:pt x="1704975" y="1600200"/>
                </a:lnTo>
                <a:lnTo>
                  <a:pt x="1704975" y="1638300"/>
                </a:lnTo>
                <a:lnTo>
                  <a:pt x="1695450" y="1638300"/>
                </a:lnTo>
                <a:close/>
                <a:moveTo>
                  <a:pt x="276225" y="1628775"/>
                </a:moveTo>
                <a:lnTo>
                  <a:pt x="285750" y="1628775"/>
                </a:lnTo>
                <a:lnTo>
                  <a:pt x="285750" y="1638300"/>
                </a:lnTo>
                <a:lnTo>
                  <a:pt x="276225" y="1638300"/>
                </a:lnTo>
                <a:close/>
                <a:moveTo>
                  <a:pt x="923925" y="1628775"/>
                </a:moveTo>
                <a:lnTo>
                  <a:pt x="933450" y="1628775"/>
                </a:lnTo>
                <a:lnTo>
                  <a:pt x="933450" y="1638300"/>
                </a:lnTo>
                <a:lnTo>
                  <a:pt x="923925" y="1638300"/>
                </a:lnTo>
                <a:close/>
                <a:moveTo>
                  <a:pt x="942975" y="1628775"/>
                </a:moveTo>
                <a:lnTo>
                  <a:pt x="952500" y="1628775"/>
                </a:lnTo>
                <a:lnTo>
                  <a:pt x="952500" y="1647825"/>
                </a:lnTo>
                <a:lnTo>
                  <a:pt x="942975" y="1647825"/>
                </a:lnTo>
                <a:close/>
                <a:moveTo>
                  <a:pt x="1247775" y="1628775"/>
                </a:moveTo>
                <a:lnTo>
                  <a:pt x="1257300" y="1628775"/>
                </a:lnTo>
                <a:lnTo>
                  <a:pt x="1257300" y="1638300"/>
                </a:lnTo>
                <a:lnTo>
                  <a:pt x="1247775" y="1638300"/>
                </a:lnTo>
                <a:close/>
                <a:moveTo>
                  <a:pt x="933450" y="1647825"/>
                </a:moveTo>
                <a:lnTo>
                  <a:pt x="942975" y="1647825"/>
                </a:lnTo>
                <a:lnTo>
                  <a:pt x="942975" y="1657350"/>
                </a:lnTo>
                <a:lnTo>
                  <a:pt x="933450" y="1657350"/>
                </a:lnTo>
                <a:close/>
                <a:moveTo>
                  <a:pt x="1038225" y="1647825"/>
                </a:moveTo>
                <a:lnTo>
                  <a:pt x="1047750" y="1647825"/>
                </a:lnTo>
                <a:lnTo>
                  <a:pt x="1047750" y="1657350"/>
                </a:lnTo>
                <a:lnTo>
                  <a:pt x="1038225" y="1657350"/>
                </a:lnTo>
                <a:close/>
                <a:moveTo>
                  <a:pt x="942975" y="1657350"/>
                </a:moveTo>
                <a:lnTo>
                  <a:pt x="971550" y="1657350"/>
                </a:lnTo>
                <a:lnTo>
                  <a:pt x="971550" y="1666875"/>
                </a:lnTo>
                <a:lnTo>
                  <a:pt x="981075" y="1666875"/>
                </a:lnTo>
                <a:lnTo>
                  <a:pt x="981075" y="1676400"/>
                </a:lnTo>
                <a:lnTo>
                  <a:pt x="971550" y="1676400"/>
                </a:lnTo>
                <a:lnTo>
                  <a:pt x="971550" y="1685925"/>
                </a:lnTo>
                <a:lnTo>
                  <a:pt x="962025" y="1685925"/>
                </a:lnTo>
                <a:lnTo>
                  <a:pt x="962025" y="1676400"/>
                </a:lnTo>
                <a:lnTo>
                  <a:pt x="952500" y="1676400"/>
                </a:lnTo>
                <a:lnTo>
                  <a:pt x="952500" y="1685925"/>
                </a:lnTo>
                <a:lnTo>
                  <a:pt x="942975" y="1685925"/>
                </a:lnTo>
                <a:lnTo>
                  <a:pt x="942975" y="1676400"/>
                </a:lnTo>
                <a:lnTo>
                  <a:pt x="933450" y="1676400"/>
                </a:lnTo>
                <a:lnTo>
                  <a:pt x="933450" y="1666875"/>
                </a:lnTo>
                <a:lnTo>
                  <a:pt x="942975" y="1666875"/>
                </a:lnTo>
                <a:close/>
                <a:moveTo>
                  <a:pt x="923925" y="1676400"/>
                </a:moveTo>
                <a:lnTo>
                  <a:pt x="933450" y="1676400"/>
                </a:lnTo>
                <a:lnTo>
                  <a:pt x="933450" y="1685925"/>
                </a:lnTo>
                <a:lnTo>
                  <a:pt x="923925" y="1685925"/>
                </a:lnTo>
                <a:close/>
                <a:moveTo>
                  <a:pt x="1009650" y="1676400"/>
                </a:moveTo>
                <a:lnTo>
                  <a:pt x="1019175" y="1676400"/>
                </a:lnTo>
                <a:lnTo>
                  <a:pt x="1019175" y="1685925"/>
                </a:lnTo>
                <a:lnTo>
                  <a:pt x="1009650" y="1685925"/>
                </a:lnTo>
                <a:close/>
                <a:moveTo>
                  <a:pt x="123825" y="1695450"/>
                </a:moveTo>
                <a:lnTo>
                  <a:pt x="133350" y="1695450"/>
                </a:lnTo>
                <a:lnTo>
                  <a:pt x="133350" y="1704975"/>
                </a:lnTo>
                <a:lnTo>
                  <a:pt x="123825" y="1704975"/>
                </a:lnTo>
                <a:close/>
                <a:moveTo>
                  <a:pt x="171450" y="1714500"/>
                </a:moveTo>
                <a:lnTo>
                  <a:pt x="180975" y="1714500"/>
                </a:lnTo>
                <a:lnTo>
                  <a:pt x="180975" y="1733550"/>
                </a:lnTo>
                <a:lnTo>
                  <a:pt x="171450" y="1733550"/>
                </a:lnTo>
                <a:close/>
                <a:moveTo>
                  <a:pt x="962025" y="1714500"/>
                </a:moveTo>
                <a:lnTo>
                  <a:pt x="981075" y="1714500"/>
                </a:lnTo>
                <a:lnTo>
                  <a:pt x="981075" y="1733550"/>
                </a:lnTo>
                <a:lnTo>
                  <a:pt x="962025" y="1733550"/>
                </a:lnTo>
                <a:close/>
                <a:moveTo>
                  <a:pt x="161925" y="1762125"/>
                </a:moveTo>
                <a:lnTo>
                  <a:pt x="171450" y="1762125"/>
                </a:lnTo>
                <a:lnTo>
                  <a:pt x="171450" y="1781175"/>
                </a:lnTo>
                <a:lnTo>
                  <a:pt x="161925" y="1781175"/>
                </a:lnTo>
                <a:close/>
                <a:moveTo>
                  <a:pt x="123825" y="1809750"/>
                </a:moveTo>
                <a:lnTo>
                  <a:pt x="133350" y="1809750"/>
                </a:lnTo>
                <a:lnTo>
                  <a:pt x="133350" y="1838325"/>
                </a:lnTo>
                <a:lnTo>
                  <a:pt x="123825" y="1838325"/>
                </a:lnTo>
                <a:close/>
                <a:moveTo>
                  <a:pt x="1695450" y="1809750"/>
                </a:moveTo>
                <a:lnTo>
                  <a:pt x="1704975" y="1809750"/>
                </a:lnTo>
                <a:lnTo>
                  <a:pt x="1704975" y="1828800"/>
                </a:lnTo>
                <a:lnTo>
                  <a:pt x="1695450" y="1828800"/>
                </a:lnTo>
                <a:close/>
                <a:moveTo>
                  <a:pt x="180975" y="1914525"/>
                </a:moveTo>
                <a:lnTo>
                  <a:pt x="190500" y="1914525"/>
                </a:lnTo>
                <a:lnTo>
                  <a:pt x="190500" y="1924050"/>
                </a:lnTo>
                <a:lnTo>
                  <a:pt x="180975" y="1924050"/>
                </a:lnTo>
                <a:close/>
                <a:moveTo>
                  <a:pt x="123825" y="1924050"/>
                </a:moveTo>
                <a:lnTo>
                  <a:pt x="133350" y="1924050"/>
                </a:lnTo>
                <a:lnTo>
                  <a:pt x="133350" y="1981200"/>
                </a:lnTo>
                <a:lnTo>
                  <a:pt x="123825" y="1981200"/>
                </a:lnTo>
                <a:close/>
                <a:moveTo>
                  <a:pt x="285750" y="1952625"/>
                </a:moveTo>
                <a:lnTo>
                  <a:pt x="295275" y="1952625"/>
                </a:lnTo>
                <a:lnTo>
                  <a:pt x="295275" y="1962150"/>
                </a:lnTo>
                <a:lnTo>
                  <a:pt x="285750" y="1962150"/>
                </a:lnTo>
                <a:close/>
                <a:moveTo>
                  <a:pt x="133350" y="2028825"/>
                </a:moveTo>
                <a:lnTo>
                  <a:pt x="142875" y="2028825"/>
                </a:lnTo>
                <a:lnTo>
                  <a:pt x="142875" y="2047875"/>
                </a:lnTo>
                <a:lnTo>
                  <a:pt x="133350" y="2047875"/>
                </a:lnTo>
                <a:close/>
                <a:moveTo>
                  <a:pt x="114300" y="2038350"/>
                </a:moveTo>
                <a:lnTo>
                  <a:pt x="123825" y="2038350"/>
                </a:lnTo>
                <a:lnTo>
                  <a:pt x="123825" y="2047875"/>
                </a:lnTo>
                <a:lnTo>
                  <a:pt x="114300" y="2047875"/>
                </a:lnTo>
                <a:close/>
                <a:moveTo>
                  <a:pt x="133350" y="2085975"/>
                </a:moveTo>
                <a:lnTo>
                  <a:pt x="142875" y="2085975"/>
                </a:lnTo>
                <a:lnTo>
                  <a:pt x="142875" y="2095500"/>
                </a:lnTo>
                <a:lnTo>
                  <a:pt x="133350" y="2095500"/>
                </a:lnTo>
                <a:close/>
                <a:moveTo>
                  <a:pt x="114300" y="2114550"/>
                </a:moveTo>
                <a:lnTo>
                  <a:pt x="123825" y="2114550"/>
                </a:lnTo>
                <a:lnTo>
                  <a:pt x="123825" y="2143125"/>
                </a:lnTo>
                <a:lnTo>
                  <a:pt x="114300" y="2143125"/>
                </a:lnTo>
                <a:close/>
                <a:moveTo>
                  <a:pt x="133350" y="2114550"/>
                </a:moveTo>
                <a:lnTo>
                  <a:pt x="142875" y="2114550"/>
                </a:lnTo>
                <a:lnTo>
                  <a:pt x="142875" y="2171700"/>
                </a:lnTo>
                <a:lnTo>
                  <a:pt x="133350" y="2171700"/>
                </a:lnTo>
                <a:close/>
                <a:moveTo>
                  <a:pt x="1666875" y="2219325"/>
                </a:moveTo>
                <a:lnTo>
                  <a:pt x="1676400" y="2219325"/>
                </a:lnTo>
                <a:lnTo>
                  <a:pt x="1676400" y="2228850"/>
                </a:lnTo>
                <a:lnTo>
                  <a:pt x="1685925" y="2228850"/>
                </a:lnTo>
                <a:lnTo>
                  <a:pt x="1685925" y="2238375"/>
                </a:lnTo>
                <a:lnTo>
                  <a:pt x="1676400" y="2238375"/>
                </a:lnTo>
                <a:lnTo>
                  <a:pt x="1676400" y="2257425"/>
                </a:lnTo>
                <a:lnTo>
                  <a:pt x="1666875" y="2257425"/>
                </a:lnTo>
                <a:close/>
                <a:moveTo>
                  <a:pt x="1695450" y="2228850"/>
                </a:moveTo>
                <a:lnTo>
                  <a:pt x="1704975" y="2228850"/>
                </a:lnTo>
                <a:lnTo>
                  <a:pt x="1704975" y="2238375"/>
                </a:lnTo>
                <a:lnTo>
                  <a:pt x="1695450" y="2238375"/>
                </a:lnTo>
                <a:close/>
                <a:moveTo>
                  <a:pt x="1685925" y="2247900"/>
                </a:moveTo>
                <a:lnTo>
                  <a:pt x="1695450" y="2247900"/>
                </a:lnTo>
                <a:lnTo>
                  <a:pt x="1695450" y="2257425"/>
                </a:lnTo>
                <a:lnTo>
                  <a:pt x="1685925" y="2257425"/>
                </a:lnTo>
                <a:close/>
                <a:moveTo>
                  <a:pt x="1676400" y="2257425"/>
                </a:moveTo>
                <a:lnTo>
                  <a:pt x="1685925" y="2257425"/>
                </a:lnTo>
                <a:lnTo>
                  <a:pt x="1685925" y="2266950"/>
                </a:lnTo>
                <a:lnTo>
                  <a:pt x="1676400" y="2266950"/>
                </a:lnTo>
                <a:close/>
                <a:moveTo>
                  <a:pt x="114300" y="2266950"/>
                </a:moveTo>
                <a:lnTo>
                  <a:pt x="123825" y="2266950"/>
                </a:lnTo>
                <a:lnTo>
                  <a:pt x="123825" y="2276475"/>
                </a:lnTo>
                <a:lnTo>
                  <a:pt x="114300" y="2276475"/>
                </a:lnTo>
                <a:close/>
                <a:moveTo>
                  <a:pt x="133350" y="2266950"/>
                </a:moveTo>
                <a:lnTo>
                  <a:pt x="142875" y="2266950"/>
                </a:lnTo>
                <a:lnTo>
                  <a:pt x="142875" y="2286000"/>
                </a:lnTo>
                <a:lnTo>
                  <a:pt x="133350" y="2286000"/>
                </a:lnTo>
                <a:close/>
                <a:moveTo>
                  <a:pt x="971550" y="2266950"/>
                </a:moveTo>
                <a:lnTo>
                  <a:pt x="1000125" y="2266950"/>
                </a:lnTo>
                <a:lnTo>
                  <a:pt x="1000125" y="2276475"/>
                </a:lnTo>
                <a:lnTo>
                  <a:pt x="1009650" y="2276475"/>
                </a:lnTo>
                <a:lnTo>
                  <a:pt x="1009650" y="2305050"/>
                </a:lnTo>
                <a:lnTo>
                  <a:pt x="1000125" y="2305050"/>
                </a:lnTo>
                <a:lnTo>
                  <a:pt x="1000125" y="2314575"/>
                </a:lnTo>
                <a:lnTo>
                  <a:pt x="990600" y="2314575"/>
                </a:lnTo>
                <a:lnTo>
                  <a:pt x="990600" y="2305050"/>
                </a:lnTo>
                <a:lnTo>
                  <a:pt x="971550" y="2305050"/>
                </a:lnTo>
                <a:lnTo>
                  <a:pt x="971550" y="2314575"/>
                </a:lnTo>
                <a:lnTo>
                  <a:pt x="962025" y="2314575"/>
                </a:lnTo>
                <a:lnTo>
                  <a:pt x="962025" y="2305050"/>
                </a:lnTo>
                <a:lnTo>
                  <a:pt x="952500" y="2305050"/>
                </a:lnTo>
                <a:lnTo>
                  <a:pt x="952500" y="2286000"/>
                </a:lnTo>
                <a:lnTo>
                  <a:pt x="962025" y="2286000"/>
                </a:lnTo>
                <a:lnTo>
                  <a:pt x="962025" y="2276475"/>
                </a:lnTo>
                <a:lnTo>
                  <a:pt x="971550" y="2276475"/>
                </a:lnTo>
                <a:close/>
                <a:moveTo>
                  <a:pt x="1019175" y="2276475"/>
                </a:moveTo>
                <a:lnTo>
                  <a:pt x="1047750" y="2276475"/>
                </a:lnTo>
                <a:lnTo>
                  <a:pt x="1047750" y="2286000"/>
                </a:lnTo>
                <a:lnTo>
                  <a:pt x="1028700" y="2286000"/>
                </a:lnTo>
                <a:lnTo>
                  <a:pt x="1028700" y="2305050"/>
                </a:lnTo>
                <a:lnTo>
                  <a:pt x="1019175" y="2305050"/>
                </a:lnTo>
                <a:close/>
                <a:moveTo>
                  <a:pt x="1143000" y="2276475"/>
                </a:moveTo>
                <a:lnTo>
                  <a:pt x="1181100" y="2276475"/>
                </a:lnTo>
                <a:lnTo>
                  <a:pt x="1181100" y="2286000"/>
                </a:lnTo>
                <a:lnTo>
                  <a:pt x="1143000" y="2286000"/>
                </a:lnTo>
                <a:close/>
                <a:moveTo>
                  <a:pt x="190500" y="2295525"/>
                </a:moveTo>
                <a:lnTo>
                  <a:pt x="200025" y="2295525"/>
                </a:lnTo>
                <a:lnTo>
                  <a:pt x="200025" y="2305050"/>
                </a:lnTo>
                <a:lnTo>
                  <a:pt x="190500" y="2305050"/>
                </a:lnTo>
                <a:close/>
                <a:moveTo>
                  <a:pt x="171450" y="2305050"/>
                </a:moveTo>
                <a:lnTo>
                  <a:pt x="190500" y="2305050"/>
                </a:lnTo>
                <a:lnTo>
                  <a:pt x="190500" y="2343150"/>
                </a:lnTo>
                <a:lnTo>
                  <a:pt x="171450" y="2343150"/>
                </a:lnTo>
                <a:close/>
                <a:moveTo>
                  <a:pt x="847725" y="2305050"/>
                </a:moveTo>
                <a:lnTo>
                  <a:pt x="857250" y="2305050"/>
                </a:lnTo>
                <a:lnTo>
                  <a:pt x="857250" y="2314575"/>
                </a:lnTo>
                <a:lnTo>
                  <a:pt x="847725" y="2314575"/>
                </a:lnTo>
                <a:close/>
                <a:moveTo>
                  <a:pt x="1085850" y="2314575"/>
                </a:moveTo>
                <a:lnTo>
                  <a:pt x="1114425" y="2314575"/>
                </a:lnTo>
                <a:lnTo>
                  <a:pt x="1114425" y="2343150"/>
                </a:lnTo>
                <a:lnTo>
                  <a:pt x="1104900" y="2343150"/>
                </a:lnTo>
                <a:lnTo>
                  <a:pt x="1104900" y="2352675"/>
                </a:lnTo>
                <a:lnTo>
                  <a:pt x="1085850" y="2352675"/>
                </a:lnTo>
                <a:close/>
                <a:moveTo>
                  <a:pt x="123825" y="2333625"/>
                </a:moveTo>
                <a:lnTo>
                  <a:pt x="133350" y="2333625"/>
                </a:lnTo>
                <a:lnTo>
                  <a:pt x="133350" y="2371725"/>
                </a:lnTo>
                <a:lnTo>
                  <a:pt x="123825" y="2371725"/>
                </a:lnTo>
                <a:close/>
                <a:moveTo>
                  <a:pt x="1076325" y="2352675"/>
                </a:moveTo>
                <a:lnTo>
                  <a:pt x="1085850" y="2352675"/>
                </a:lnTo>
                <a:lnTo>
                  <a:pt x="1085850" y="2362200"/>
                </a:lnTo>
                <a:lnTo>
                  <a:pt x="1076325" y="2362200"/>
                </a:lnTo>
                <a:close/>
                <a:moveTo>
                  <a:pt x="1695450" y="2362200"/>
                </a:moveTo>
                <a:lnTo>
                  <a:pt x="1704975" y="2362200"/>
                </a:lnTo>
                <a:lnTo>
                  <a:pt x="1704975" y="2371725"/>
                </a:lnTo>
                <a:lnTo>
                  <a:pt x="1695450" y="2371725"/>
                </a:lnTo>
                <a:close/>
                <a:moveTo>
                  <a:pt x="1076325" y="2371725"/>
                </a:moveTo>
                <a:lnTo>
                  <a:pt x="1095375" y="2371725"/>
                </a:lnTo>
                <a:lnTo>
                  <a:pt x="1095375" y="2381250"/>
                </a:lnTo>
                <a:lnTo>
                  <a:pt x="1076325" y="2381250"/>
                </a:lnTo>
                <a:close/>
                <a:moveTo>
                  <a:pt x="1476375" y="2371725"/>
                </a:moveTo>
                <a:lnTo>
                  <a:pt x="1495425" y="2371725"/>
                </a:lnTo>
                <a:lnTo>
                  <a:pt x="1495425" y="2419350"/>
                </a:lnTo>
                <a:lnTo>
                  <a:pt x="1514475" y="2419350"/>
                </a:lnTo>
                <a:lnTo>
                  <a:pt x="1514475" y="2400300"/>
                </a:lnTo>
                <a:lnTo>
                  <a:pt x="1504950" y="2400300"/>
                </a:lnTo>
                <a:lnTo>
                  <a:pt x="1504950" y="2371725"/>
                </a:lnTo>
                <a:lnTo>
                  <a:pt x="1571625" y="2371725"/>
                </a:lnTo>
                <a:lnTo>
                  <a:pt x="1571625" y="2381250"/>
                </a:lnTo>
                <a:lnTo>
                  <a:pt x="1562100" y="2381250"/>
                </a:lnTo>
                <a:lnTo>
                  <a:pt x="1562100" y="2390775"/>
                </a:lnTo>
                <a:lnTo>
                  <a:pt x="1552575" y="2390775"/>
                </a:lnTo>
                <a:lnTo>
                  <a:pt x="1552575" y="2409825"/>
                </a:lnTo>
                <a:lnTo>
                  <a:pt x="1533525" y="2409825"/>
                </a:lnTo>
                <a:lnTo>
                  <a:pt x="1533525" y="2419350"/>
                </a:lnTo>
                <a:lnTo>
                  <a:pt x="1524000" y="2419350"/>
                </a:lnTo>
                <a:lnTo>
                  <a:pt x="1524000" y="2428875"/>
                </a:lnTo>
                <a:lnTo>
                  <a:pt x="1485900" y="2428875"/>
                </a:lnTo>
                <a:lnTo>
                  <a:pt x="1485900" y="2438400"/>
                </a:lnTo>
                <a:lnTo>
                  <a:pt x="1476375" y="2438400"/>
                </a:lnTo>
                <a:lnTo>
                  <a:pt x="1476375" y="2419350"/>
                </a:lnTo>
                <a:lnTo>
                  <a:pt x="1447800" y="2419350"/>
                </a:lnTo>
                <a:lnTo>
                  <a:pt x="1447800" y="2400300"/>
                </a:lnTo>
                <a:lnTo>
                  <a:pt x="1457325" y="2400300"/>
                </a:lnTo>
                <a:lnTo>
                  <a:pt x="1457325" y="2390775"/>
                </a:lnTo>
                <a:lnTo>
                  <a:pt x="1466850" y="2390775"/>
                </a:lnTo>
                <a:lnTo>
                  <a:pt x="1466850" y="2381250"/>
                </a:lnTo>
                <a:lnTo>
                  <a:pt x="1476375" y="2381250"/>
                </a:lnTo>
                <a:close/>
                <a:moveTo>
                  <a:pt x="1676400" y="2371725"/>
                </a:moveTo>
                <a:lnTo>
                  <a:pt x="1695450" y="2371725"/>
                </a:lnTo>
                <a:lnTo>
                  <a:pt x="1695450" y="2381250"/>
                </a:lnTo>
                <a:lnTo>
                  <a:pt x="1676400" y="2381250"/>
                </a:lnTo>
                <a:close/>
                <a:moveTo>
                  <a:pt x="1609725" y="2381250"/>
                </a:moveTo>
                <a:lnTo>
                  <a:pt x="1619250" y="2381250"/>
                </a:lnTo>
                <a:lnTo>
                  <a:pt x="1619250" y="2390775"/>
                </a:lnTo>
                <a:lnTo>
                  <a:pt x="1609725" y="2390775"/>
                </a:lnTo>
                <a:close/>
                <a:moveTo>
                  <a:pt x="123825" y="2390775"/>
                </a:moveTo>
                <a:lnTo>
                  <a:pt x="133350" y="2390775"/>
                </a:lnTo>
                <a:lnTo>
                  <a:pt x="133350" y="2400300"/>
                </a:lnTo>
                <a:lnTo>
                  <a:pt x="123825" y="2400300"/>
                </a:lnTo>
                <a:close/>
                <a:moveTo>
                  <a:pt x="1085850" y="2390775"/>
                </a:moveTo>
                <a:lnTo>
                  <a:pt x="1095375" y="2390775"/>
                </a:lnTo>
                <a:lnTo>
                  <a:pt x="1095375" y="2409825"/>
                </a:lnTo>
                <a:lnTo>
                  <a:pt x="1104900" y="2409825"/>
                </a:lnTo>
                <a:lnTo>
                  <a:pt x="1104900" y="2419350"/>
                </a:lnTo>
                <a:lnTo>
                  <a:pt x="1085850" y="2419350"/>
                </a:lnTo>
                <a:close/>
                <a:moveTo>
                  <a:pt x="1533525" y="2390775"/>
                </a:moveTo>
                <a:lnTo>
                  <a:pt x="1543050" y="2390775"/>
                </a:lnTo>
                <a:lnTo>
                  <a:pt x="1543050" y="2381250"/>
                </a:lnTo>
                <a:lnTo>
                  <a:pt x="1533525" y="2381250"/>
                </a:lnTo>
                <a:close/>
                <a:moveTo>
                  <a:pt x="1676400" y="2390775"/>
                </a:moveTo>
                <a:lnTo>
                  <a:pt x="1685925" y="2390775"/>
                </a:lnTo>
                <a:lnTo>
                  <a:pt x="1685925" y="2400300"/>
                </a:lnTo>
                <a:lnTo>
                  <a:pt x="1676400" y="2400300"/>
                </a:lnTo>
                <a:close/>
                <a:moveTo>
                  <a:pt x="190500" y="2400300"/>
                </a:moveTo>
                <a:lnTo>
                  <a:pt x="200025" y="2400300"/>
                </a:lnTo>
                <a:lnTo>
                  <a:pt x="200025" y="2409825"/>
                </a:lnTo>
                <a:lnTo>
                  <a:pt x="219075" y="2409825"/>
                </a:lnTo>
                <a:lnTo>
                  <a:pt x="219075" y="2419350"/>
                </a:lnTo>
                <a:lnTo>
                  <a:pt x="180975" y="2419350"/>
                </a:lnTo>
                <a:lnTo>
                  <a:pt x="180975" y="2409825"/>
                </a:lnTo>
                <a:lnTo>
                  <a:pt x="190500" y="2409825"/>
                </a:lnTo>
                <a:close/>
                <a:moveTo>
                  <a:pt x="1466850" y="2409825"/>
                </a:moveTo>
                <a:lnTo>
                  <a:pt x="1485900" y="2409825"/>
                </a:lnTo>
                <a:lnTo>
                  <a:pt x="1485900" y="2400300"/>
                </a:lnTo>
                <a:lnTo>
                  <a:pt x="1476375" y="2400300"/>
                </a:lnTo>
                <a:lnTo>
                  <a:pt x="1476375" y="2390775"/>
                </a:lnTo>
                <a:lnTo>
                  <a:pt x="1466850" y="2390775"/>
                </a:lnTo>
                <a:close/>
                <a:moveTo>
                  <a:pt x="342900" y="2419350"/>
                </a:moveTo>
                <a:lnTo>
                  <a:pt x="352425" y="2419350"/>
                </a:lnTo>
                <a:lnTo>
                  <a:pt x="352425" y="2428875"/>
                </a:lnTo>
                <a:lnTo>
                  <a:pt x="342900" y="2428875"/>
                </a:lnTo>
                <a:close/>
                <a:moveTo>
                  <a:pt x="371475" y="2419350"/>
                </a:moveTo>
                <a:lnTo>
                  <a:pt x="381000" y="2419350"/>
                </a:lnTo>
                <a:lnTo>
                  <a:pt x="381000" y="2438400"/>
                </a:lnTo>
                <a:lnTo>
                  <a:pt x="371475" y="2438400"/>
                </a:lnTo>
                <a:close/>
                <a:moveTo>
                  <a:pt x="390525" y="2419350"/>
                </a:moveTo>
                <a:lnTo>
                  <a:pt x="400050" y="2419350"/>
                </a:lnTo>
                <a:lnTo>
                  <a:pt x="400050" y="2428875"/>
                </a:lnTo>
                <a:lnTo>
                  <a:pt x="390525" y="2428875"/>
                </a:lnTo>
                <a:close/>
                <a:moveTo>
                  <a:pt x="476250" y="2419350"/>
                </a:moveTo>
                <a:lnTo>
                  <a:pt x="485775" y="2419350"/>
                </a:lnTo>
                <a:lnTo>
                  <a:pt x="485775" y="2428875"/>
                </a:lnTo>
                <a:lnTo>
                  <a:pt x="476250" y="2428875"/>
                </a:lnTo>
                <a:close/>
                <a:moveTo>
                  <a:pt x="495300" y="2419350"/>
                </a:moveTo>
                <a:lnTo>
                  <a:pt x="504825" y="2419350"/>
                </a:lnTo>
                <a:lnTo>
                  <a:pt x="504825" y="2428875"/>
                </a:lnTo>
                <a:lnTo>
                  <a:pt x="495300" y="2428875"/>
                </a:lnTo>
                <a:close/>
                <a:moveTo>
                  <a:pt x="952500" y="2419350"/>
                </a:moveTo>
                <a:lnTo>
                  <a:pt x="971550" y="2419350"/>
                </a:lnTo>
                <a:lnTo>
                  <a:pt x="971550" y="2428875"/>
                </a:lnTo>
                <a:lnTo>
                  <a:pt x="952500" y="2428875"/>
                </a:lnTo>
                <a:close/>
                <a:moveTo>
                  <a:pt x="1047750" y="2419350"/>
                </a:moveTo>
                <a:lnTo>
                  <a:pt x="1057275" y="2419350"/>
                </a:lnTo>
                <a:lnTo>
                  <a:pt x="1057275" y="2428875"/>
                </a:lnTo>
                <a:lnTo>
                  <a:pt x="1047750" y="2428875"/>
                </a:lnTo>
                <a:close/>
                <a:moveTo>
                  <a:pt x="1076325" y="2419350"/>
                </a:moveTo>
                <a:lnTo>
                  <a:pt x="1085850" y="2419350"/>
                </a:lnTo>
                <a:lnTo>
                  <a:pt x="1085850" y="2428875"/>
                </a:lnTo>
                <a:lnTo>
                  <a:pt x="1104900" y="2428875"/>
                </a:lnTo>
                <a:lnTo>
                  <a:pt x="1104900" y="2438400"/>
                </a:lnTo>
                <a:lnTo>
                  <a:pt x="1076325" y="2438400"/>
                </a:lnTo>
                <a:close/>
                <a:moveTo>
                  <a:pt x="1695450" y="2419350"/>
                </a:moveTo>
                <a:lnTo>
                  <a:pt x="1704975" y="2419350"/>
                </a:lnTo>
                <a:lnTo>
                  <a:pt x="1704975" y="2486025"/>
                </a:lnTo>
                <a:lnTo>
                  <a:pt x="1695450" y="2486025"/>
                </a:lnTo>
                <a:close/>
                <a:moveTo>
                  <a:pt x="123825" y="2428875"/>
                </a:moveTo>
                <a:lnTo>
                  <a:pt x="133350" y="2428875"/>
                </a:lnTo>
                <a:lnTo>
                  <a:pt x="133350" y="2457450"/>
                </a:lnTo>
                <a:lnTo>
                  <a:pt x="114300" y="2457450"/>
                </a:lnTo>
                <a:lnTo>
                  <a:pt x="114300" y="2447925"/>
                </a:lnTo>
                <a:lnTo>
                  <a:pt x="123825" y="2447925"/>
                </a:lnTo>
                <a:close/>
                <a:moveTo>
                  <a:pt x="209550" y="2428875"/>
                </a:moveTo>
                <a:lnTo>
                  <a:pt x="238125" y="2428875"/>
                </a:lnTo>
                <a:lnTo>
                  <a:pt x="238125" y="2438400"/>
                </a:lnTo>
                <a:lnTo>
                  <a:pt x="209550" y="2438400"/>
                </a:lnTo>
                <a:close/>
                <a:moveTo>
                  <a:pt x="409575" y="2428875"/>
                </a:moveTo>
                <a:lnTo>
                  <a:pt x="457200" y="2428875"/>
                </a:lnTo>
                <a:lnTo>
                  <a:pt x="457200" y="2438400"/>
                </a:lnTo>
                <a:lnTo>
                  <a:pt x="409575" y="2438400"/>
                </a:lnTo>
                <a:close/>
                <a:moveTo>
                  <a:pt x="1657350" y="2438400"/>
                </a:moveTo>
                <a:lnTo>
                  <a:pt x="1666875" y="2438400"/>
                </a:lnTo>
                <a:lnTo>
                  <a:pt x="1666875" y="2447925"/>
                </a:lnTo>
                <a:lnTo>
                  <a:pt x="1657350" y="2447925"/>
                </a:lnTo>
                <a:close/>
                <a:moveTo>
                  <a:pt x="1676400" y="2438400"/>
                </a:moveTo>
                <a:lnTo>
                  <a:pt x="1685925" y="2438400"/>
                </a:lnTo>
                <a:lnTo>
                  <a:pt x="1685925" y="2447925"/>
                </a:lnTo>
                <a:lnTo>
                  <a:pt x="1676400" y="2447925"/>
                </a:lnTo>
                <a:close/>
                <a:moveTo>
                  <a:pt x="133350" y="2457450"/>
                </a:moveTo>
                <a:lnTo>
                  <a:pt x="142875" y="2457450"/>
                </a:lnTo>
                <a:lnTo>
                  <a:pt x="142875" y="2466975"/>
                </a:lnTo>
                <a:lnTo>
                  <a:pt x="133350" y="2466975"/>
                </a:lnTo>
                <a:close/>
                <a:moveTo>
                  <a:pt x="1666875" y="2466975"/>
                </a:moveTo>
                <a:lnTo>
                  <a:pt x="1676400" y="2466975"/>
                </a:lnTo>
                <a:lnTo>
                  <a:pt x="1676400" y="2486025"/>
                </a:lnTo>
                <a:lnTo>
                  <a:pt x="1657350" y="2486025"/>
                </a:lnTo>
                <a:lnTo>
                  <a:pt x="1657350" y="2476500"/>
                </a:lnTo>
                <a:lnTo>
                  <a:pt x="1666875" y="2476500"/>
                </a:lnTo>
                <a:close/>
                <a:moveTo>
                  <a:pt x="247650" y="2495550"/>
                </a:moveTo>
                <a:lnTo>
                  <a:pt x="257175" y="2495550"/>
                </a:lnTo>
                <a:lnTo>
                  <a:pt x="257175" y="2505075"/>
                </a:lnTo>
                <a:lnTo>
                  <a:pt x="247650" y="2505075"/>
                </a:lnTo>
                <a:close/>
                <a:moveTo>
                  <a:pt x="1114425" y="2495550"/>
                </a:moveTo>
                <a:lnTo>
                  <a:pt x="1123950" y="2495550"/>
                </a:lnTo>
                <a:lnTo>
                  <a:pt x="1123950" y="2505075"/>
                </a:lnTo>
                <a:lnTo>
                  <a:pt x="1114425" y="2505075"/>
                </a:lnTo>
                <a:close/>
                <a:moveTo>
                  <a:pt x="495300" y="2505075"/>
                </a:moveTo>
                <a:lnTo>
                  <a:pt x="504825" y="2505075"/>
                </a:lnTo>
                <a:lnTo>
                  <a:pt x="504825" y="2514600"/>
                </a:lnTo>
                <a:lnTo>
                  <a:pt x="495300" y="2514600"/>
                </a:lnTo>
                <a:close/>
                <a:moveTo>
                  <a:pt x="952500" y="2505075"/>
                </a:moveTo>
                <a:lnTo>
                  <a:pt x="962025" y="2505075"/>
                </a:lnTo>
                <a:lnTo>
                  <a:pt x="962025" y="2514600"/>
                </a:lnTo>
                <a:lnTo>
                  <a:pt x="952500" y="2514600"/>
                </a:lnTo>
                <a:close/>
                <a:moveTo>
                  <a:pt x="1104900" y="2505075"/>
                </a:moveTo>
                <a:lnTo>
                  <a:pt x="1114425" y="2505075"/>
                </a:lnTo>
                <a:lnTo>
                  <a:pt x="1114425" y="2514600"/>
                </a:lnTo>
                <a:lnTo>
                  <a:pt x="1104900" y="2514600"/>
                </a:lnTo>
                <a:close/>
                <a:moveTo>
                  <a:pt x="1600200" y="2505075"/>
                </a:moveTo>
                <a:lnTo>
                  <a:pt x="1609725" y="2505075"/>
                </a:lnTo>
                <a:lnTo>
                  <a:pt x="1609725" y="2514600"/>
                </a:lnTo>
                <a:lnTo>
                  <a:pt x="1619250" y="2514600"/>
                </a:lnTo>
                <a:lnTo>
                  <a:pt x="1619250" y="2524125"/>
                </a:lnTo>
                <a:lnTo>
                  <a:pt x="1600200" y="2524125"/>
                </a:lnTo>
                <a:close/>
                <a:moveTo>
                  <a:pt x="1571625" y="2514600"/>
                </a:moveTo>
                <a:lnTo>
                  <a:pt x="1581150" y="2514600"/>
                </a:lnTo>
                <a:lnTo>
                  <a:pt x="1581150" y="2524125"/>
                </a:lnTo>
                <a:lnTo>
                  <a:pt x="1571625" y="2524125"/>
                </a:lnTo>
                <a:close/>
                <a:moveTo>
                  <a:pt x="1104900" y="2524125"/>
                </a:moveTo>
                <a:lnTo>
                  <a:pt x="1114425" y="2524125"/>
                </a:lnTo>
                <a:lnTo>
                  <a:pt x="1114425" y="2628900"/>
                </a:lnTo>
                <a:lnTo>
                  <a:pt x="1104900" y="2628900"/>
                </a:lnTo>
                <a:lnTo>
                  <a:pt x="1104900" y="2647950"/>
                </a:lnTo>
                <a:lnTo>
                  <a:pt x="990600" y="2647950"/>
                </a:lnTo>
                <a:lnTo>
                  <a:pt x="990600" y="2638425"/>
                </a:lnTo>
                <a:lnTo>
                  <a:pt x="962025" y="2638425"/>
                </a:lnTo>
                <a:lnTo>
                  <a:pt x="962025" y="2628900"/>
                </a:lnTo>
                <a:lnTo>
                  <a:pt x="1028700" y="2628900"/>
                </a:lnTo>
                <a:lnTo>
                  <a:pt x="1028700" y="2638425"/>
                </a:lnTo>
                <a:lnTo>
                  <a:pt x="1038225" y="2638425"/>
                </a:lnTo>
                <a:lnTo>
                  <a:pt x="1038225" y="2628900"/>
                </a:lnTo>
                <a:lnTo>
                  <a:pt x="1047750" y="2628900"/>
                </a:lnTo>
                <a:lnTo>
                  <a:pt x="1047750" y="2638425"/>
                </a:lnTo>
                <a:lnTo>
                  <a:pt x="1076325" y="2638425"/>
                </a:lnTo>
                <a:lnTo>
                  <a:pt x="1076325" y="2619375"/>
                </a:lnTo>
                <a:lnTo>
                  <a:pt x="1085850" y="2619375"/>
                </a:lnTo>
                <a:lnTo>
                  <a:pt x="1085850" y="2609850"/>
                </a:lnTo>
                <a:lnTo>
                  <a:pt x="1095375" y="2609850"/>
                </a:lnTo>
                <a:lnTo>
                  <a:pt x="1095375" y="2590800"/>
                </a:lnTo>
                <a:lnTo>
                  <a:pt x="1104900" y="2590800"/>
                </a:lnTo>
                <a:lnTo>
                  <a:pt x="1104900" y="2571750"/>
                </a:lnTo>
                <a:lnTo>
                  <a:pt x="1095375" y="2571750"/>
                </a:lnTo>
                <a:lnTo>
                  <a:pt x="1095375" y="2562225"/>
                </a:lnTo>
                <a:lnTo>
                  <a:pt x="1104900" y="2562225"/>
                </a:lnTo>
                <a:close/>
                <a:moveTo>
                  <a:pt x="1628775" y="2524125"/>
                </a:moveTo>
                <a:lnTo>
                  <a:pt x="1638300" y="2524125"/>
                </a:lnTo>
                <a:lnTo>
                  <a:pt x="1638300" y="2543175"/>
                </a:lnTo>
                <a:lnTo>
                  <a:pt x="1619250" y="2543175"/>
                </a:lnTo>
                <a:lnTo>
                  <a:pt x="1619250" y="2533650"/>
                </a:lnTo>
                <a:lnTo>
                  <a:pt x="1628775" y="2533650"/>
                </a:lnTo>
                <a:close/>
                <a:moveTo>
                  <a:pt x="857250" y="2571750"/>
                </a:moveTo>
                <a:lnTo>
                  <a:pt x="866775" y="2571750"/>
                </a:lnTo>
                <a:lnTo>
                  <a:pt x="866775" y="2581275"/>
                </a:lnTo>
                <a:lnTo>
                  <a:pt x="857250" y="2581275"/>
                </a:lnTo>
                <a:close/>
                <a:moveTo>
                  <a:pt x="1552575" y="2571750"/>
                </a:moveTo>
                <a:lnTo>
                  <a:pt x="1571625" y="2571750"/>
                </a:lnTo>
                <a:lnTo>
                  <a:pt x="1571625" y="2581275"/>
                </a:lnTo>
                <a:lnTo>
                  <a:pt x="1562100" y="2581275"/>
                </a:lnTo>
                <a:lnTo>
                  <a:pt x="1562100" y="2590800"/>
                </a:lnTo>
                <a:lnTo>
                  <a:pt x="1552575" y="2590800"/>
                </a:lnTo>
                <a:close/>
                <a:moveTo>
                  <a:pt x="123825" y="2581275"/>
                </a:moveTo>
                <a:lnTo>
                  <a:pt x="133350" y="2581275"/>
                </a:lnTo>
                <a:lnTo>
                  <a:pt x="133350" y="2590800"/>
                </a:lnTo>
                <a:lnTo>
                  <a:pt x="123825" y="2590800"/>
                </a:lnTo>
                <a:close/>
                <a:moveTo>
                  <a:pt x="323850" y="2581275"/>
                </a:moveTo>
                <a:lnTo>
                  <a:pt x="342900" y="2581275"/>
                </a:lnTo>
                <a:lnTo>
                  <a:pt x="342900" y="2590800"/>
                </a:lnTo>
                <a:lnTo>
                  <a:pt x="352425" y="2590800"/>
                </a:lnTo>
                <a:lnTo>
                  <a:pt x="352425" y="2609850"/>
                </a:lnTo>
                <a:lnTo>
                  <a:pt x="323850" y="2609850"/>
                </a:lnTo>
                <a:close/>
                <a:moveTo>
                  <a:pt x="952500" y="2590800"/>
                </a:moveTo>
                <a:lnTo>
                  <a:pt x="962025" y="2590800"/>
                </a:lnTo>
                <a:lnTo>
                  <a:pt x="962025" y="2600325"/>
                </a:lnTo>
                <a:lnTo>
                  <a:pt x="952500" y="2600325"/>
                </a:lnTo>
                <a:close/>
                <a:moveTo>
                  <a:pt x="1562100" y="2590800"/>
                </a:moveTo>
                <a:lnTo>
                  <a:pt x="1581150" y="2590800"/>
                </a:lnTo>
                <a:lnTo>
                  <a:pt x="1581150" y="2600325"/>
                </a:lnTo>
                <a:lnTo>
                  <a:pt x="1562100" y="2600325"/>
                </a:lnTo>
                <a:close/>
                <a:moveTo>
                  <a:pt x="200025" y="2600325"/>
                </a:moveTo>
                <a:lnTo>
                  <a:pt x="209550" y="2600325"/>
                </a:lnTo>
                <a:lnTo>
                  <a:pt x="209550" y="2609850"/>
                </a:lnTo>
                <a:lnTo>
                  <a:pt x="200025" y="2609850"/>
                </a:lnTo>
                <a:close/>
                <a:moveTo>
                  <a:pt x="1628775" y="2609850"/>
                </a:moveTo>
                <a:lnTo>
                  <a:pt x="1638300" y="2609850"/>
                </a:lnTo>
                <a:lnTo>
                  <a:pt x="1638300" y="2619375"/>
                </a:lnTo>
                <a:lnTo>
                  <a:pt x="1628775" y="2619375"/>
                </a:lnTo>
                <a:close/>
                <a:moveTo>
                  <a:pt x="1200150" y="2619375"/>
                </a:moveTo>
                <a:lnTo>
                  <a:pt x="1209675" y="2619375"/>
                </a:lnTo>
                <a:lnTo>
                  <a:pt x="1209675" y="2628900"/>
                </a:lnTo>
                <a:lnTo>
                  <a:pt x="1219200" y="2628900"/>
                </a:lnTo>
                <a:lnTo>
                  <a:pt x="1219200" y="2619375"/>
                </a:lnTo>
                <a:lnTo>
                  <a:pt x="1228725" y="2619375"/>
                </a:lnTo>
                <a:lnTo>
                  <a:pt x="1228725" y="2638425"/>
                </a:lnTo>
                <a:lnTo>
                  <a:pt x="1200150" y="2638425"/>
                </a:lnTo>
                <a:close/>
                <a:moveTo>
                  <a:pt x="1304925" y="2619375"/>
                </a:moveTo>
                <a:lnTo>
                  <a:pt x="1314450" y="2619375"/>
                </a:lnTo>
                <a:lnTo>
                  <a:pt x="1314450" y="2638425"/>
                </a:lnTo>
                <a:lnTo>
                  <a:pt x="1323975" y="2638425"/>
                </a:lnTo>
                <a:lnTo>
                  <a:pt x="1323975" y="2647950"/>
                </a:lnTo>
                <a:lnTo>
                  <a:pt x="1304925" y="2647950"/>
                </a:lnTo>
                <a:lnTo>
                  <a:pt x="1304925" y="2638425"/>
                </a:lnTo>
                <a:lnTo>
                  <a:pt x="1295400" y="2638425"/>
                </a:lnTo>
                <a:lnTo>
                  <a:pt x="1295400" y="2628900"/>
                </a:lnTo>
                <a:lnTo>
                  <a:pt x="1304925" y="2628900"/>
                </a:lnTo>
                <a:close/>
                <a:moveTo>
                  <a:pt x="800100" y="2628900"/>
                </a:moveTo>
                <a:lnTo>
                  <a:pt x="819150" y="2628900"/>
                </a:lnTo>
                <a:lnTo>
                  <a:pt x="819150" y="2638425"/>
                </a:lnTo>
                <a:lnTo>
                  <a:pt x="800100" y="2638425"/>
                </a:lnTo>
                <a:close/>
                <a:moveTo>
                  <a:pt x="942975" y="2628900"/>
                </a:moveTo>
                <a:lnTo>
                  <a:pt x="952500" y="2628900"/>
                </a:lnTo>
                <a:lnTo>
                  <a:pt x="952500" y="2638425"/>
                </a:lnTo>
                <a:lnTo>
                  <a:pt x="942975" y="2638425"/>
                </a:lnTo>
                <a:close/>
                <a:moveTo>
                  <a:pt x="1276350" y="2628900"/>
                </a:moveTo>
                <a:lnTo>
                  <a:pt x="1285875" y="2628900"/>
                </a:lnTo>
                <a:lnTo>
                  <a:pt x="1285875" y="2638425"/>
                </a:lnTo>
                <a:lnTo>
                  <a:pt x="1276350" y="2638425"/>
                </a:lnTo>
                <a:close/>
                <a:moveTo>
                  <a:pt x="1447800" y="2628900"/>
                </a:moveTo>
                <a:lnTo>
                  <a:pt x="1457325" y="2628900"/>
                </a:lnTo>
                <a:lnTo>
                  <a:pt x="1457325" y="2638425"/>
                </a:lnTo>
                <a:lnTo>
                  <a:pt x="1447800" y="2638425"/>
                </a:lnTo>
                <a:close/>
                <a:moveTo>
                  <a:pt x="171450" y="2638425"/>
                </a:moveTo>
                <a:lnTo>
                  <a:pt x="180975" y="2638425"/>
                </a:lnTo>
                <a:lnTo>
                  <a:pt x="180975" y="2647950"/>
                </a:lnTo>
                <a:lnTo>
                  <a:pt x="171450" y="2647950"/>
                </a:lnTo>
                <a:close/>
                <a:moveTo>
                  <a:pt x="314325" y="2638425"/>
                </a:moveTo>
                <a:lnTo>
                  <a:pt x="323850" y="2638425"/>
                </a:lnTo>
                <a:lnTo>
                  <a:pt x="323850" y="2647950"/>
                </a:lnTo>
                <a:lnTo>
                  <a:pt x="314325" y="2647950"/>
                </a:lnTo>
                <a:close/>
                <a:moveTo>
                  <a:pt x="180975" y="2647950"/>
                </a:moveTo>
                <a:lnTo>
                  <a:pt x="190500" y="2647950"/>
                </a:lnTo>
                <a:lnTo>
                  <a:pt x="190500" y="2657475"/>
                </a:lnTo>
                <a:lnTo>
                  <a:pt x="180975" y="2657475"/>
                </a:lnTo>
                <a:close/>
                <a:moveTo>
                  <a:pt x="828675" y="2647950"/>
                </a:moveTo>
                <a:lnTo>
                  <a:pt x="838200" y="2647950"/>
                </a:lnTo>
                <a:lnTo>
                  <a:pt x="838200" y="2657475"/>
                </a:lnTo>
                <a:lnTo>
                  <a:pt x="828675" y="2657475"/>
                </a:lnTo>
                <a:close/>
                <a:moveTo>
                  <a:pt x="304800" y="2657475"/>
                </a:moveTo>
                <a:lnTo>
                  <a:pt x="323850" y="2657475"/>
                </a:lnTo>
                <a:lnTo>
                  <a:pt x="323850" y="2667000"/>
                </a:lnTo>
                <a:lnTo>
                  <a:pt x="304800" y="2667000"/>
                </a:lnTo>
                <a:close/>
                <a:moveTo>
                  <a:pt x="838200" y="2657475"/>
                </a:moveTo>
                <a:lnTo>
                  <a:pt x="857250" y="2657475"/>
                </a:lnTo>
                <a:lnTo>
                  <a:pt x="857250" y="2667000"/>
                </a:lnTo>
                <a:lnTo>
                  <a:pt x="838200" y="2667000"/>
                </a:lnTo>
                <a:close/>
                <a:moveTo>
                  <a:pt x="981075" y="2657475"/>
                </a:moveTo>
                <a:lnTo>
                  <a:pt x="1000125" y="2657475"/>
                </a:lnTo>
                <a:lnTo>
                  <a:pt x="1000125" y="2667000"/>
                </a:lnTo>
                <a:lnTo>
                  <a:pt x="981075" y="2667000"/>
                </a:lnTo>
                <a:close/>
                <a:moveTo>
                  <a:pt x="1038225" y="2657475"/>
                </a:moveTo>
                <a:lnTo>
                  <a:pt x="1057275" y="2657475"/>
                </a:lnTo>
                <a:lnTo>
                  <a:pt x="1057275" y="2667000"/>
                </a:lnTo>
                <a:lnTo>
                  <a:pt x="1038225" y="2667000"/>
                </a:lnTo>
                <a:close/>
                <a:moveTo>
                  <a:pt x="1076325" y="2657475"/>
                </a:moveTo>
                <a:lnTo>
                  <a:pt x="1143000" y="2657475"/>
                </a:lnTo>
                <a:lnTo>
                  <a:pt x="1143000" y="2667000"/>
                </a:lnTo>
                <a:lnTo>
                  <a:pt x="1076325" y="2667000"/>
                </a:lnTo>
                <a:close/>
                <a:moveTo>
                  <a:pt x="161925" y="2705100"/>
                </a:moveTo>
                <a:lnTo>
                  <a:pt x="171450" y="2705100"/>
                </a:lnTo>
                <a:lnTo>
                  <a:pt x="171450" y="2724150"/>
                </a:lnTo>
                <a:lnTo>
                  <a:pt x="161925" y="2724150"/>
                </a:lnTo>
                <a:close/>
                <a:moveTo>
                  <a:pt x="171450" y="2771775"/>
                </a:moveTo>
                <a:lnTo>
                  <a:pt x="180975" y="2771775"/>
                </a:lnTo>
                <a:lnTo>
                  <a:pt x="180975" y="2781300"/>
                </a:lnTo>
                <a:lnTo>
                  <a:pt x="190500" y="2781300"/>
                </a:lnTo>
                <a:lnTo>
                  <a:pt x="190500" y="2800350"/>
                </a:lnTo>
                <a:lnTo>
                  <a:pt x="200025" y="2800350"/>
                </a:lnTo>
                <a:lnTo>
                  <a:pt x="200025" y="2809875"/>
                </a:lnTo>
                <a:lnTo>
                  <a:pt x="190500" y="2809875"/>
                </a:lnTo>
                <a:lnTo>
                  <a:pt x="190500" y="2819400"/>
                </a:lnTo>
                <a:lnTo>
                  <a:pt x="171450" y="2819400"/>
                </a:lnTo>
                <a:lnTo>
                  <a:pt x="171450" y="2809875"/>
                </a:lnTo>
                <a:lnTo>
                  <a:pt x="180975" y="2809875"/>
                </a:lnTo>
                <a:lnTo>
                  <a:pt x="180975" y="2800350"/>
                </a:lnTo>
                <a:lnTo>
                  <a:pt x="171450" y="2800350"/>
                </a:lnTo>
                <a:close/>
                <a:moveTo>
                  <a:pt x="590550" y="2790825"/>
                </a:moveTo>
                <a:lnTo>
                  <a:pt x="600075" y="2790825"/>
                </a:lnTo>
                <a:lnTo>
                  <a:pt x="600075" y="2800350"/>
                </a:lnTo>
                <a:lnTo>
                  <a:pt x="590550" y="2800350"/>
                </a:lnTo>
                <a:close/>
                <a:moveTo>
                  <a:pt x="209550" y="2800350"/>
                </a:moveTo>
                <a:lnTo>
                  <a:pt x="219075" y="2800350"/>
                </a:lnTo>
                <a:lnTo>
                  <a:pt x="219075" y="2819400"/>
                </a:lnTo>
                <a:lnTo>
                  <a:pt x="200025" y="2819400"/>
                </a:lnTo>
                <a:lnTo>
                  <a:pt x="200025" y="2809875"/>
                </a:lnTo>
                <a:lnTo>
                  <a:pt x="209550" y="2809875"/>
                </a:lnTo>
                <a:close/>
                <a:moveTo>
                  <a:pt x="476250" y="2800350"/>
                </a:moveTo>
                <a:lnTo>
                  <a:pt x="495300" y="2800350"/>
                </a:lnTo>
                <a:lnTo>
                  <a:pt x="495300" y="2809875"/>
                </a:lnTo>
                <a:lnTo>
                  <a:pt x="476250" y="2809875"/>
                </a:lnTo>
                <a:close/>
                <a:moveTo>
                  <a:pt x="857250" y="2800350"/>
                </a:moveTo>
                <a:lnTo>
                  <a:pt x="866775" y="2800350"/>
                </a:lnTo>
                <a:lnTo>
                  <a:pt x="866775" y="2809875"/>
                </a:lnTo>
                <a:lnTo>
                  <a:pt x="857250" y="2809875"/>
                </a:lnTo>
                <a:close/>
                <a:moveTo>
                  <a:pt x="866775" y="2809875"/>
                </a:moveTo>
                <a:lnTo>
                  <a:pt x="885825" y="2809875"/>
                </a:lnTo>
                <a:lnTo>
                  <a:pt x="885825" y="2819400"/>
                </a:lnTo>
                <a:lnTo>
                  <a:pt x="866775" y="2819400"/>
                </a:lnTo>
                <a:close/>
                <a:moveTo>
                  <a:pt x="828675" y="2828925"/>
                </a:moveTo>
                <a:lnTo>
                  <a:pt x="838200" y="2828925"/>
                </a:lnTo>
                <a:lnTo>
                  <a:pt x="838200" y="2847975"/>
                </a:lnTo>
                <a:lnTo>
                  <a:pt x="828675" y="2847975"/>
                </a:lnTo>
                <a:close/>
                <a:moveTo>
                  <a:pt x="142875" y="2838450"/>
                </a:moveTo>
                <a:lnTo>
                  <a:pt x="161925" y="2838450"/>
                </a:lnTo>
                <a:lnTo>
                  <a:pt x="161925" y="2857500"/>
                </a:lnTo>
                <a:lnTo>
                  <a:pt x="142875" y="2857500"/>
                </a:lnTo>
                <a:close/>
                <a:moveTo>
                  <a:pt x="952500" y="2838450"/>
                </a:moveTo>
                <a:lnTo>
                  <a:pt x="971550" y="2838450"/>
                </a:lnTo>
                <a:lnTo>
                  <a:pt x="971550" y="2847975"/>
                </a:lnTo>
                <a:lnTo>
                  <a:pt x="952500" y="2847975"/>
                </a:lnTo>
                <a:close/>
                <a:moveTo>
                  <a:pt x="847725" y="2857500"/>
                </a:moveTo>
                <a:lnTo>
                  <a:pt x="857250" y="2857500"/>
                </a:lnTo>
                <a:lnTo>
                  <a:pt x="857250" y="2867025"/>
                </a:lnTo>
                <a:lnTo>
                  <a:pt x="847725" y="2867025"/>
                </a:lnTo>
                <a:close/>
                <a:moveTo>
                  <a:pt x="952500" y="2857500"/>
                </a:moveTo>
                <a:lnTo>
                  <a:pt x="971550" y="2857500"/>
                </a:lnTo>
                <a:lnTo>
                  <a:pt x="971550" y="2867025"/>
                </a:lnTo>
                <a:lnTo>
                  <a:pt x="952500" y="2867025"/>
                </a:lnTo>
                <a:close/>
                <a:moveTo>
                  <a:pt x="1152525" y="2857500"/>
                </a:moveTo>
                <a:lnTo>
                  <a:pt x="1162050" y="2857500"/>
                </a:lnTo>
                <a:lnTo>
                  <a:pt x="1162050" y="2867025"/>
                </a:lnTo>
                <a:lnTo>
                  <a:pt x="1152525" y="2867025"/>
                </a:lnTo>
                <a:close/>
                <a:moveTo>
                  <a:pt x="371475" y="2895600"/>
                </a:moveTo>
                <a:lnTo>
                  <a:pt x="381000" y="2895600"/>
                </a:lnTo>
                <a:lnTo>
                  <a:pt x="381000" y="2905125"/>
                </a:lnTo>
                <a:lnTo>
                  <a:pt x="371475" y="2905125"/>
                </a:lnTo>
                <a:close/>
                <a:moveTo>
                  <a:pt x="352425" y="2905125"/>
                </a:moveTo>
                <a:lnTo>
                  <a:pt x="371475" y="2905125"/>
                </a:lnTo>
                <a:lnTo>
                  <a:pt x="371475" y="2914650"/>
                </a:lnTo>
                <a:lnTo>
                  <a:pt x="352425" y="2914650"/>
                </a:lnTo>
                <a:close/>
                <a:moveTo>
                  <a:pt x="1552575" y="2914650"/>
                </a:moveTo>
                <a:lnTo>
                  <a:pt x="1581150" y="2914650"/>
                </a:lnTo>
                <a:lnTo>
                  <a:pt x="1581150" y="2924175"/>
                </a:lnTo>
                <a:lnTo>
                  <a:pt x="1571625" y="2924175"/>
                </a:lnTo>
                <a:lnTo>
                  <a:pt x="1571625" y="2933700"/>
                </a:lnTo>
                <a:lnTo>
                  <a:pt x="1562100" y="2933700"/>
                </a:lnTo>
                <a:lnTo>
                  <a:pt x="1562100" y="2924175"/>
                </a:lnTo>
                <a:lnTo>
                  <a:pt x="1552575" y="2924175"/>
                </a:lnTo>
                <a:close/>
                <a:moveTo>
                  <a:pt x="1524000" y="2971800"/>
                </a:moveTo>
                <a:lnTo>
                  <a:pt x="1552575" y="2971800"/>
                </a:lnTo>
                <a:lnTo>
                  <a:pt x="1552575" y="2990850"/>
                </a:lnTo>
                <a:lnTo>
                  <a:pt x="1581150" y="2990850"/>
                </a:lnTo>
                <a:lnTo>
                  <a:pt x="1581150" y="2971800"/>
                </a:lnTo>
                <a:lnTo>
                  <a:pt x="1600200" y="2971800"/>
                </a:lnTo>
                <a:lnTo>
                  <a:pt x="1600200" y="2981325"/>
                </a:lnTo>
                <a:lnTo>
                  <a:pt x="1590675" y="2981325"/>
                </a:lnTo>
                <a:lnTo>
                  <a:pt x="1590675" y="2990850"/>
                </a:lnTo>
                <a:lnTo>
                  <a:pt x="1600200" y="2990850"/>
                </a:lnTo>
                <a:lnTo>
                  <a:pt x="1600200" y="3000375"/>
                </a:lnTo>
                <a:lnTo>
                  <a:pt x="1543050" y="3000375"/>
                </a:lnTo>
                <a:lnTo>
                  <a:pt x="1543050" y="2990850"/>
                </a:lnTo>
                <a:lnTo>
                  <a:pt x="1524000" y="2990850"/>
                </a:lnTo>
                <a:close/>
                <a:moveTo>
                  <a:pt x="1581150" y="3028950"/>
                </a:moveTo>
                <a:lnTo>
                  <a:pt x="1600200" y="3028950"/>
                </a:lnTo>
                <a:lnTo>
                  <a:pt x="1600200" y="3038475"/>
                </a:lnTo>
                <a:lnTo>
                  <a:pt x="1581150" y="3038475"/>
                </a:lnTo>
                <a:close/>
                <a:moveTo>
                  <a:pt x="1628775" y="3028950"/>
                </a:moveTo>
                <a:lnTo>
                  <a:pt x="1638300" y="3028950"/>
                </a:lnTo>
                <a:lnTo>
                  <a:pt x="1638300" y="3038475"/>
                </a:lnTo>
                <a:lnTo>
                  <a:pt x="1628775" y="3038475"/>
                </a:lnTo>
                <a:close/>
                <a:moveTo>
                  <a:pt x="161925" y="3038475"/>
                </a:moveTo>
                <a:lnTo>
                  <a:pt x="171450" y="3038475"/>
                </a:lnTo>
                <a:lnTo>
                  <a:pt x="171450" y="3048000"/>
                </a:lnTo>
                <a:lnTo>
                  <a:pt x="161925" y="3048000"/>
                </a:lnTo>
                <a:close/>
                <a:moveTo>
                  <a:pt x="561975" y="3038475"/>
                </a:moveTo>
                <a:lnTo>
                  <a:pt x="581025" y="3038475"/>
                </a:lnTo>
                <a:lnTo>
                  <a:pt x="581025" y="3048000"/>
                </a:lnTo>
                <a:lnTo>
                  <a:pt x="561975" y="3048000"/>
                </a:lnTo>
                <a:close/>
                <a:moveTo>
                  <a:pt x="1543050" y="3038475"/>
                </a:moveTo>
                <a:lnTo>
                  <a:pt x="1552575" y="3038475"/>
                </a:lnTo>
                <a:lnTo>
                  <a:pt x="1552575" y="3048000"/>
                </a:lnTo>
                <a:lnTo>
                  <a:pt x="1543050" y="3048000"/>
                </a:lnTo>
                <a:close/>
                <a:moveTo>
                  <a:pt x="1562100" y="3038475"/>
                </a:moveTo>
                <a:lnTo>
                  <a:pt x="1581150" y="3038475"/>
                </a:lnTo>
                <a:lnTo>
                  <a:pt x="1581150" y="3048000"/>
                </a:lnTo>
                <a:lnTo>
                  <a:pt x="1562100" y="3048000"/>
                </a:lnTo>
                <a:close/>
                <a:moveTo>
                  <a:pt x="1657350" y="3038475"/>
                </a:moveTo>
                <a:lnTo>
                  <a:pt x="1666875" y="3038475"/>
                </a:lnTo>
                <a:lnTo>
                  <a:pt x="1666875" y="3048000"/>
                </a:lnTo>
                <a:lnTo>
                  <a:pt x="1676400" y="3048000"/>
                </a:lnTo>
                <a:lnTo>
                  <a:pt x="1676400" y="3057525"/>
                </a:lnTo>
                <a:lnTo>
                  <a:pt x="1657350" y="3057525"/>
                </a:lnTo>
                <a:close/>
                <a:moveTo>
                  <a:pt x="1552575" y="3048000"/>
                </a:moveTo>
                <a:lnTo>
                  <a:pt x="1562100" y="3048000"/>
                </a:lnTo>
                <a:lnTo>
                  <a:pt x="1562100" y="3057525"/>
                </a:lnTo>
                <a:lnTo>
                  <a:pt x="1552575" y="3057525"/>
                </a:lnTo>
                <a:close/>
                <a:moveTo>
                  <a:pt x="476250" y="3057525"/>
                </a:moveTo>
                <a:lnTo>
                  <a:pt x="485775" y="3057525"/>
                </a:lnTo>
                <a:lnTo>
                  <a:pt x="485775" y="3067050"/>
                </a:lnTo>
                <a:lnTo>
                  <a:pt x="476250" y="3067050"/>
                </a:lnTo>
                <a:close/>
                <a:moveTo>
                  <a:pt x="1695450" y="3057525"/>
                </a:moveTo>
                <a:lnTo>
                  <a:pt x="1714500" y="3057525"/>
                </a:lnTo>
                <a:lnTo>
                  <a:pt x="1714500" y="3076575"/>
                </a:lnTo>
                <a:lnTo>
                  <a:pt x="1704975" y="3076575"/>
                </a:lnTo>
                <a:lnTo>
                  <a:pt x="1704975" y="3067050"/>
                </a:lnTo>
                <a:lnTo>
                  <a:pt x="1695450" y="3067050"/>
                </a:lnTo>
                <a:close/>
                <a:moveTo>
                  <a:pt x="133350" y="3076575"/>
                </a:moveTo>
                <a:lnTo>
                  <a:pt x="142875" y="3076575"/>
                </a:lnTo>
                <a:lnTo>
                  <a:pt x="142875" y="3086100"/>
                </a:lnTo>
                <a:lnTo>
                  <a:pt x="133350" y="3086100"/>
                </a:lnTo>
                <a:close/>
                <a:moveTo>
                  <a:pt x="133350" y="3152775"/>
                </a:moveTo>
                <a:lnTo>
                  <a:pt x="142875" y="3152775"/>
                </a:lnTo>
                <a:lnTo>
                  <a:pt x="142875" y="3162300"/>
                </a:lnTo>
                <a:lnTo>
                  <a:pt x="133350" y="3162300"/>
                </a:lnTo>
                <a:close/>
                <a:moveTo>
                  <a:pt x="895350" y="3162300"/>
                </a:moveTo>
                <a:lnTo>
                  <a:pt x="923925" y="3162300"/>
                </a:lnTo>
                <a:lnTo>
                  <a:pt x="923925" y="3171825"/>
                </a:lnTo>
                <a:lnTo>
                  <a:pt x="895350" y="3171825"/>
                </a:lnTo>
                <a:close/>
                <a:moveTo>
                  <a:pt x="1009650" y="3162300"/>
                </a:moveTo>
                <a:lnTo>
                  <a:pt x="1019175" y="3162300"/>
                </a:lnTo>
                <a:lnTo>
                  <a:pt x="1019175" y="3171825"/>
                </a:lnTo>
                <a:lnTo>
                  <a:pt x="1028700" y="3171825"/>
                </a:lnTo>
                <a:lnTo>
                  <a:pt x="1028700" y="3181350"/>
                </a:lnTo>
                <a:lnTo>
                  <a:pt x="1009650" y="3181350"/>
                </a:lnTo>
                <a:close/>
                <a:moveTo>
                  <a:pt x="1704975" y="3162300"/>
                </a:moveTo>
                <a:lnTo>
                  <a:pt x="1714500" y="3162300"/>
                </a:lnTo>
                <a:lnTo>
                  <a:pt x="1714500" y="3181350"/>
                </a:lnTo>
                <a:lnTo>
                  <a:pt x="1704975" y="3181350"/>
                </a:lnTo>
                <a:close/>
                <a:moveTo>
                  <a:pt x="209550" y="3171825"/>
                </a:moveTo>
                <a:lnTo>
                  <a:pt x="219075" y="3171825"/>
                </a:lnTo>
                <a:lnTo>
                  <a:pt x="219075" y="3190875"/>
                </a:lnTo>
                <a:lnTo>
                  <a:pt x="209550" y="3190875"/>
                </a:lnTo>
                <a:close/>
                <a:moveTo>
                  <a:pt x="933450" y="3171825"/>
                </a:moveTo>
                <a:lnTo>
                  <a:pt x="952500" y="3171825"/>
                </a:lnTo>
                <a:lnTo>
                  <a:pt x="952500" y="3181350"/>
                </a:lnTo>
                <a:lnTo>
                  <a:pt x="933450" y="3181350"/>
                </a:lnTo>
                <a:close/>
                <a:moveTo>
                  <a:pt x="1685925" y="3181350"/>
                </a:moveTo>
                <a:lnTo>
                  <a:pt x="1695450" y="3181350"/>
                </a:lnTo>
                <a:lnTo>
                  <a:pt x="1695450" y="3190875"/>
                </a:lnTo>
                <a:lnTo>
                  <a:pt x="1685925" y="3190875"/>
                </a:lnTo>
                <a:close/>
                <a:moveTo>
                  <a:pt x="161925" y="3190875"/>
                </a:moveTo>
                <a:lnTo>
                  <a:pt x="171450" y="3190875"/>
                </a:lnTo>
                <a:lnTo>
                  <a:pt x="171450" y="3209925"/>
                </a:lnTo>
                <a:lnTo>
                  <a:pt x="180975" y="3209925"/>
                </a:lnTo>
                <a:lnTo>
                  <a:pt x="180975" y="3219450"/>
                </a:lnTo>
                <a:lnTo>
                  <a:pt x="161925" y="3219450"/>
                </a:lnTo>
                <a:close/>
                <a:moveTo>
                  <a:pt x="1533525" y="3190875"/>
                </a:moveTo>
                <a:lnTo>
                  <a:pt x="1543050" y="3190875"/>
                </a:lnTo>
                <a:lnTo>
                  <a:pt x="1543050" y="3209925"/>
                </a:lnTo>
                <a:lnTo>
                  <a:pt x="1533525" y="3209925"/>
                </a:lnTo>
                <a:close/>
                <a:moveTo>
                  <a:pt x="1076325" y="3200400"/>
                </a:moveTo>
                <a:lnTo>
                  <a:pt x="1085850" y="3200400"/>
                </a:lnTo>
                <a:lnTo>
                  <a:pt x="1085850" y="3209925"/>
                </a:lnTo>
                <a:lnTo>
                  <a:pt x="1076325" y="3209925"/>
                </a:lnTo>
                <a:close/>
                <a:moveTo>
                  <a:pt x="942975" y="3209925"/>
                </a:moveTo>
                <a:lnTo>
                  <a:pt x="952500" y="3209925"/>
                </a:lnTo>
                <a:lnTo>
                  <a:pt x="952500" y="3219450"/>
                </a:lnTo>
                <a:lnTo>
                  <a:pt x="942975" y="3219450"/>
                </a:lnTo>
                <a:close/>
                <a:moveTo>
                  <a:pt x="971550" y="3209925"/>
                </a:moveTo>
                <a:lnTo>
                  <a:pt x="981075" y="3209925"/>
                </a:lnTo>
                <a:lnTo>
                  <a:pt x="981075" y="3219450"/>
                </a:lnTo>
                <a:lnTo>
                  <a:pt x="971550" y="3219450"/>
                </a:lnTo>
                <a:close/>
                <a:moveTo>
                  <a:pt x="523875" y="3219450"/>
                </a:moveTo>
                <a:lnTo>
                  <a:pt x="533400" y="3219450"/>
                </a:lnTo>
                <a:lnTo>
                  <a:pt x="533400" y="3228975"/>
                </a:lnTo>
                <a:lnTo>
                  <a:pt x="523875" y="3228975"/>
                </a:lnTo>
                <a:close/>
                <a:moveTo>
                  <a:pt x="895350" y="3219450"/>
                </a:moveTo>
                <a:lnTo>
                  <a:pt x="904875" y="3219450"/>
                </a:lnTo>
                <a:lnTo>
                  <a:pt x="904875" y="3238500"/>
                </a:lnTo>
                <a:lnTo>
                  <a:pt x="895350" y="3238500"/>
                </a:lnTo>
                <a:close/>
                <a:moveTo>
                  <a:pt x="952500" y="3219450"/>
                </a:moveTo>
                <a:lnTo>
                  <a:pt x="962025" y="3219450"/>
                </a:lnTo>
                <a:lnTo>
                  <a:pt x="962025" y="3228975"/>
                </a:lnTo>
                <a:lnTo>
                  <a:pt x="952500" y="3228975"/>
                </a:lnTo>
                <a:close/>
                <a:moveTo>
                  <a:pt x="1562100" y="3219450"/>
                </a:moveTo>
                <a:lnTo>
                  <a:pt x="1581150" y="3219450"/>
                </a:lnTo>
                <a:lnTo>
                  <a:pt x="1581150" y="3248025"/>
                </a:lnTo>
                <a:lnTo>
                  <a:pt x="1562100" y="3248025"/>
                </a:lnTo>
                <a:close/>
                <a:moveTo>
                  <a:pt x="1628775" y="3219450"/>
                </a:moveTo>
                <a:lnTo>
                  <a:pt x="1638300" y="3219450"/>
                </a:lnTo>
                <a:lnTo>
                  <a:pt x="1638300" y="3228975"/>
                </a:lnTo>
                <a:lnTo>
                  <a:pt x="1676400" y="3228975"/>
                </a:lnTo>
                <a:lnTo>
                  <a:pt x="1676400" y="3238500"/>
                </a:lnTo>
                <a:lnTo>
                  <a:pt x="1638300" y="3238500"/>
                </a:lnTo>
                <a:lnTo>
                  <a:pt x="1638300" y="3248025"/>
                </a:lnTo>
                <a:lnTo>
                  <a:pt x="1619250" y="3248025"/>
                </a:lnTo>
                <a:lnTo>
                  <a:pt x="1619250" y="3238500"/>
                </a:lnTo>
                <a:lnTo>
                  <a:pt x="1628775" y="3238500"/>
                </a:lnTo>
                <a:close/>
                <a:moveTo>
                  <a:pt x="990600" y="3295650"/>
                </a:moveTo>
                <a:lnTo>
                  <a:pt x="1019175" y="3295650"/>
                </a:lnTo>
                <a:lnTo>
                  <a:pt x="1019175" y="3324225"/>
                </a:lnTo>
                <a:lnTo>
                  <a:pt x="1000125" y="3324225"/>
                </a:lnTo>
                <a:lnTo>
                  <a:pt x="1000125" y="3305175"/>
                </a:lnTo>
                <a:lnTo>
                  <a:pt x="990600" y="3305175"/>
                </a:lnTo>
                <a:close/>
                <a:moveTo>
                  <a:pt x="1628775" y="3305175"/>
                </a:moveTo>
                <a:lnTo>
                  <a:pt x="1647825" y="3305175"/>
                </a:lnTo>
                <a:lnTo>
                  <a:pt x="1647825" y="3314700"/>
                </a:lnTo>
                <a:lnTo>
                  <a:pt x="1666875" y="3314700"/>
                </a:lnTo>
                <a:lnTo>
                  <a:pt x="1666875" y="3324225"/>
                </a:lnTo>
                <a:lnTo>
                  <a:pt x="1657350" y="3324225"/>
                </a:lnTo>
                <a:lnTo>
                  <a:pt x="1657350" y="3333750"/>
                </a:lnTo>
                <a:lnTo>
                  <a:pt x="1647825" y="3333750"/>
                </a:lnTo>
                <a:lnTo>
                  <a:pt x="1647825" y="3324225"/>
                </a:lnTo>
                <a:lnTo>
                  <a:pt x="1638300" y="3324225"/>
                </a:lnTo>
                <a:lnTo>
                  <a:pt x="1638300" y="3314700"/>
                </a:lnTo>
                <a:lnTo>
                  <a:pt x="1628775" y="3314700"/>
                </a:lnTo>
                <a:close/>
                <a:moveTo>
                  <a:pt x="1190625" y="3324225"/>
                </a:moveTo>
                <a:lnTo>
                  <a:pt x="1209675" y="3324225"/>
                </a:lnTo>
                <a:lnTo>
                  <a:pt x="1209675" y="3333750"/>
                </a:lnTo>
                <a:lnTo>
                  <a:pt x="1190625" y="3333750"/>
                </a:lnTo>
                <a:close/>
                <a:moveTo>
                  <a:pt x="1457325" y="3324225"/>
                </a:moveTo>
                <a:lnTo>
                  <a:pt x="1466850" y="3324225"/>
                </a:lnTo>
                <a:lnTo>
                  <a:pt x="1466850" y="3333750"/>
                </a:lnTo>
                <a:lnTo>
                  <a:pt x="1485900" y="3333750"/>
                </a:lnTo>
                <a:lnTo>
                  <a:pt x="1485900" y="3343275"/>
                </a:lnTo>
                <a:lnTo>
                  <a:pt x="1476375" y="3343275"/>
                </a:lnTo>
                <a:lnTo>
                  <a:pt x="1476375" y="3352800"/>
                </a:lnTo>
                <a:lnTo>
                  <a:pt x="1466850" y="3352800"/>
                </a:lnTo>
                <a:lnTo>
                  <a:pt x="1466850" y="3343275"/>
                </a:lnTo>
                <a:lnTo>
                  <a:pt x="1447800" y="3343275"/>
                </a:lnTo>
                <a:lnTo>
                  <a:pt x="1447800" y="3333750"/>
                </a:lnTo>
                <a:lnTo>
                  <a:pt x="1457325" y="3333750"/>
                </a:lnTo>
                <a:close/>
                <a:moveTo>
                  <a:pt x="1628775" y="3324225"/>
                </a:moveTo>
                <a:lnTo>
                  <a:pt x="1638300" y="3324225"/>
                </a:lnTo>
                <a:lnTo>
                  <a:pt x="1638300" y="3333750"/>
                </a:lnTo>
                <a:lnTo>
                  <a:pt x="1628775" y="3333750"/>
                </a:lnTo>
                <a:close/>
                <a:moveTo>
                  <a:pt x="1676400" y="3324225"/>
                </a:moveTo>
                <a:lnTo>
                  <a:pt x="1685925" y="3324225"/>
                </a:lnTo>
                <a:lnTo>
                  <a:pt x="1685925" y="3333750"/>
                </a:lnTo>
                <a:lnTo>
                  <a:pt x="1676400" y="3333750"/>
                </a:lnTo>
                <a:close/>
                <a:moveTo>
                  <a:pt x="609600" y="3333750"/>
                </a:moveTo>
                <a:lnTo>
                  <a:pt x="619125" y="3333750"/>
                </a:lnTo>
                <a:lnTo>
                  <a:pt x="619125" y="3343275"/>
                </a:lnTo>
                <a:lnTo>
                  <a:pt x="609600" y="3343275"/>
                </a:lnTo>
                <a:close/>
                <a:moveTo>
                  <a:pt x="952500" y="3333750"/>
                </a:moveTo>
                <a:lnTo>
                  <a:pt x="971550" y="3333750"/>
                </a:lnTo>
                <a:lnTo>
                  <a:pt x="971550" y="3343275"/>
                </a:lnTo>
                <a:lnTo>
                  <a:pt x="952500" y="3343275"/>
                </a:lnTo>
                <a:close/>
                <a:moveTo>
                  <a:pt x="1695450" y="3333750"/>
                </a:moveTo>
                <a:lnTo>
                  <a:pt x="1704975" y="3333750"/>
                </a:lnTo>
                <a:lnTo>
                  <a:pt x="1704975" y="3343275"/>
                </a:lnTo>
                <a:lnTo>
                  <a:pt x="1695450" y="3343275"/>
                </a:lnTo>
                <a:close/>
                <a:moveTo>
                  <a:pt x="428625" y="3362325"/>
                </a:moveTo>
                <a:lnTo>
                  <a:pt x="438150" y="3362325"/>
                </a:lnTo>
                <a:lnTo>
                  <a:pt x="438150" y="3371850"/>
                </a:lnTo>
                <a:lnTo>
                  <a:pt x="428625" y="3371850"/>
                </a:lnTo>
                <a:close/>
                <a:moveTo>
                  <a:pt x="533400" y="3362325"/>
                </a:moveTo>
                <a:lnTo>
                  <a:pt x="542925" y="3362325"/>
                </a:lnTo>
                <a:lnTo>
                  <a:pt x="542925" y="3371850"/>
                </a:lnTo>
                <a:lnTo>
                  <a:pt x="533400" y="3371850"/>
                </a:lnTo>
                <a:close/>
                <a:moveTo>
                  <a:pt x="1647825" y="3362325"/>
                </a:moveTo>
                <a:lnTo>
                  <a:pt x="1657350" y="3362325"/>
                </a:lnTo>
                <a:lnTo>
                  <a:pt x="1657350" y="3381375"/>
                </a:lnTo>
                <a:lnTo>
                  <a:pt x="1647825" y="3381375"/>
                </a:lnTo>
                <a:close/>
                <a:moveTo>
                  <a:pt x="476250" y="3371850"/>
                </a:moveTo>
                <a:lnTo>
                  <a:pt x="495300" y="3371850"/>
                </a:lnTo>
                <a:lnTo>
                  <a:pt x="495300" y="3381375"/>
                </a:lnTo>
                <a:lnTo>
                  <a:pt x="504825" y="3381375"/>
                </a:lnTo>
                <a:lnTo>
                  <a:pt x="504825" y="3390900"/>
                </a:lnTo>
                <a:lnTo>
                  <a:pt x="495300" y="3390900"/>
                </a:lnTo>
                <a:lnTo>
                  <a:pt x="495300" y="3400425"/>
                </a:lnTo>
                <a:lnTo>
                  <a:pt x="485775" y="3400425"/>
                </a:lnTo>
                <a:lnTo>
                  <a:pt x="485775" y="3390900"/>
                </a:lnTo>
                <a:lnTo>
                  <a:pt x="466725" y="3390900"/>
                </a:lnTo>
                <a:lnTo>
                  <a:pt x="466725" y="3381375"/>
                </a:lnTo>
                <a:lnTo>
                  <a:pt x="476250" y="3381375"/>
                </a:lnTo>
                <a:close/>
                <a:moveTo>
                  <a:pt x="1676400" y="3381375"/>
                </a:moveTo>
                <a:lnTo>
                  <a:pt x="1685925" y="3381375"/>
                </a:lnTo>
                <a:lnTo>
                  <a:pt x="1685925" y="3400425"/>
                </a:lnTo>
                <a:lnTo>
                  <a:pt x="1676400" y="3400425"/>
                </a:lnTo>
                <a:close/>
                <a:moveTo>
                  <a:pt x="504825" y="3390900"/>
                </a:moveTo>
                <a:lnTo>
                  <a:pt x="514350" y="3390900"/>
                </a:lnTo>
                <a:lnTo>
                  <a:pt x="514350" y="3400425"/>
                </a:lnTo>
                <a:lnTo>
                  <a:pt x="504825" y="3400425"/>
                </a:lnTo>
                <a:close/>
                <a:moveTo>
                  <a:pt x="781050" y="3390900"/>
                </a:moveTo>
                <a:lnTo>
                  <a:pt x="790575" y="3390900"/>
                </a:lnTo>
                <a:lnTo>
                  <a:pt x="790575" y="3400425"/>
                </a:lnTo>
                <a:lnTo>
                  <a:pt x="781050" y="3400425"/>
                </a:lnTo>
                <a:close/>
                <a:moveTo>
                  <a:pt x="514350" y="3400425"/>
                </a:moveTo>
                <a:lnTo>
                  <a:pt x="533400" y="3400425"/>
                </a:lnTo>
                <a:lnTo>
                  <a:pt x="533400" y="3409950"/>
                </a:lnTo>
                <a:lnTo>
                  <a:pt x="514350" y="3409950"/>
                </a:lnTo>
                <a:close/>
                <a:moveTo>
                  <a:pt x="428625" y="3409950"/>
                </a:moveTo>
                <a:lnTo>
                  <a:pt x="438150" y="3409950"/>
                </a:lnTo>
                <a:lnTo>
                  <a:pt x="438150" y="3438525"/>
                </a:lnTo>
                <a:lnTo>
                  <a:pt x="428625" y="3438525"/>
                </a:lnTo>
                <a:close/>
                <a:moveTo>
                  <a:pt x="504825" y="3409950"/>
                </a:moveTo>
                <a:lnTo>
                  <a:pt x="514350" y="3409950"/>
                </a:lnTo>
                <a:lnTo>
                  <a:pt x="514350" y="3419475"/>
                </a:lnTo>
                <a:lnTo>
                  <a:pt x="504825" y="3419475"/>
                </a:lnTo>
                <a:close/>
                <a:moveTo>
                  <a:pt x="1428750" y="3409950"/>
                </a:moveTo>
                <a:lnTo>
                  <a:pt x="1447800" y="3409950"/>
                </a:lnTo>
                <a:lnTo>
                  <a:pt x="1447800" y="3429000"/>
                </a:lnTo>
                <a:lnTo>
                  <a:pt x="1438275" y="3429000"/>
                </a:lnTo>
                <a:lnTo>
                  <a:pt x="1438275" y="3419475"/>
                </a:lnTo>
                <a:lnTo>
                  <a:pt x="1428750" y="3419475"/>
                </a:lnTo>
                <a:close/>
                <a:moveTo>
                  <a:pt x="1552575" y="3419475"/>
                </a:moveTo>
                <a:lnTo>
                  <a:pt x="1571625" y="3419475"/>
                </a:lnTo>
                <a:lnTo>
                  <a:pt x="1571625" y="3429000"/>
                </a:lnTo>
                <a:lnTo>
                  <a:pt x="1552575" y="3429000"/>
                </a:lnTo>
                <a:close/>
                <a:moveTo>
                  <a:pt x="1514475" y="3429000"/>
                </a:moveTo>
                <a:lnTo>
                  <a:pt x="1524000" y="3429000"/>
                </a:lnTo>
                <a:lnTo>
                  <a:pt x="1524000" y="3438525"/>
                </a:lnTo>
                <a:lnTo>
                  <a:pt x="1514475" y="3438525"/>
                </a:lnTo>
                <a:close/>
                <a:moveTo>
                  <a:pt x="1543050" y="3429000"/>
                </a:moveTo>
                <a:lnTo>
                  <a:pt x="1552575" y="3429000"/>
                </a:lnTo>
                <a:lnTo>
                  <a:pt x="1552575" y="3438525"/>
                </a:lnTo>
                <a:lnTo>
                  <a:pt x="1543050" y="3438525"/>
                </a:lnTo>
                <a:close/>
                <a:moveTo>
                  <a:pt x="1038225" y="3457575"/>
                </a:moveTo>
                <a:lnTo>
                  <a:pt x="1047750" y="3457575"/>
                </a:lnTo>
                <a:lnTo>
                  <a:pt x="1047750" y="3467100"/>
                </a:lnTo>
                <a:lnTo>
                  <a:pt x="1038225" y="3467100"/>
                </a:lnTo>
                <a:close/>
                <a:moveTo>
                  <a:pt x="1381125" y="3457575"/>
                </a:moveTo>
                <a:lnTo>
                  <a:pt x="1400175" y="3457575"/>
                </a:lnTo>
                <a:lnTo>
                  <a:pt x="1400175" y="3467100"/>
                </a:lnTo>
                <a:lnTo>
                  <a:pt x="1409700" y="3467100"/>
                </a:lnTo>
                <a:lnTo>
                  <a:pt x="1409700" y="3476625"/>
                </a:lnTo>
                <a:lnTo>
                  <a:pt x="1381125" y="3476625"/>
                </a:lnTo>
                <a:close/>
                <a:moveTo>
                  <a:pt x="752475" y="3476625"/>
                </a:moveTo>
                <a:lnTo>
                  <a:pt x="771525" y="3476625"/>
                </a:lnTo>
                <a:lnTo>
                  <a:pt x="771525" y="3486150"/>
                </a:lnTo>
                <a:lnTo>
                  <a:pt x="762000" y="3486150"/>
                </a:lnTo>
                <a:lnTo>
                  <a:pt x="762000" y="3495675"/>
                </a:lnTo>
                <a:lnTo>
                  <a:pt x="771525" y="3495675"/>
                </a:lnTo>
                <a:lnTo>
                  <a:pt x="771525" y="3505200"/>
                </a:lnTo>
                <a:lnTo>
                  <a:pt x="762000" y="3505200"/>
                </a:lnTo>
                <a:lnTo>
                  <a:pt x="762000" y="3514725"/>
                </a:lnTo>
                <a:lnTo>
                  <a:pt x="752475" y="3514725"/>
                </a:lnTo>
                <a:lnTo>
                  <a:pt x="752475" y="3505200"/>
                </a:lnTo>
                <a:lnTo>
                  <a:pt x="742950" y="3505200"/>
                </a:lnTo>
                <a:lnTo>
                  <a:pt x="742950" y="3486150"/>
                </a:lnTo>
                <a:lnTo>
                  <a:pt x="752475" y="3486150"/>
                </a:lnTo>
                <a:close/>
                <a:moveTo>
                  <a:pt x="1638300" y="3476625"/>
                </a:moveTo>
                <a:lnTo>
                  <a:pt x="1647825" y="3476625"/>
                </a:lnTo>
                <a:lnTo>
                  <a:pt x="1647825" y="3486150"/>
                </a:lnTo>
                <a:lnTo>
                  <a:pt x="1638300" y="3486150"/>
                </a:lnTo>
                <a:close/>
                <a:moveTo>
                  <a:pt x="428625" y="3486150"/>
                </a:moveTo>
                <a:lnTo>
                  <a:pt x="438150" y="3486150"/>
                </a:lnTo>
                <a:lnTo>
                  <a:pt x="438150" y="3495675"/>
                </a:lnTo>
                <a:lnTo>
                  <a:pt x="428625" y="3495675"/>
                </a:lnTo>
                <a:close/>
                <a:moveTo>
                  <a:pt x="1447800" y="3505200"/>
                </a:moveTo>
                <a:lnTo>
                  <a:pt x="1466850" y="3505200"/>
                </a:lnTo>
                <a:lnTo>
                  <a:pt x="1466850" y="3514725"/>
                </a:lnTo>
                <a:lnTo>
                  <a:pt x="1476375" y="3514725"/>
                </a:lnTo>
                <a:lnTo>
                  <a:pt x="1476375" y="3533775"/>
                </a:lnTo>
                <a:lnTo>
                  <a:pt x="1485900" y="3533775"/>
                </a:lnTo>
                <a:lnTo>
                  <a:pt x="1485900" y="3505200"/>
                </a:lnTo>
                <a:lnTo>
                  <a:pt x="1495425" y="3505200"/>
                </a:lnTo>
                <a:lnTo>
                  <a:pt x="1495425" y="3514725"/>
                </a:lnTo>
                <a:lnTo>
                  <a:pt x="1504950" y="3514725"/>
                </a:lnTo>
                <a:lnTo>
                  <a:pt x="1504950" y="3533775"/>
                </a:lnTo>
                <a:lnTo>
                  <a:pt x="1485900" y="3533775"/>
                </a:lnTo>
                <a:lnTo>
                  <a:pt x="1485900" y="3543300"/>
                </a:lnTo>
                <a:lnTo>
                  <a:pt x="1457325" y="3543300"/>
                </a:lnTo>
                <a:lnTo>
                  <a:pt x="1457325" y="3533775"/>
                </a:lnTo>
                <a:lnTo>
                  <a:pt x="1447800" y="3533775"/>
                </a:lnTo>
                <a:close/>
                <a:moveTo>
                  <a:pt x="1647825" y="3505200"/>
                </a:moveTo>
                <a:lnTo>
                  <a:pt x="1666875" y="3505200"/>
                </a:lnTo>
                <a:lnTo>
                  <a:pt x="1666875" y="3524250"/>
                </a:lnTo>
                <a:lnTo>
                  <a:pt x="1657350" y="3524250"/>
                </a:lnTo>
                <a:lnTo>
                  <a:pt x="1657350" y="3514725"/>
                </a:lnTo>
                <a:lnTo>
                  <a:pt x="1647825" y="3514725"/>
                </a:lnTo>
                <a:close/>
                <a:moveTo>
                  <a:pt x="685800" y="3514725"/>
                </a:moveTo>
                <a:lnTo>
                  <a:pt x="704850" y="3514725"/>
                </a:lnTo>
                <a:lnTo>
                  <a:pt x="704850" y="3524250"/>
                </a:lnTo>
                <a:lnTo>
                  <a:pt x="714375" y="3524250"/>
                </a:lnTo>
                <a:lnTo>
                  <a:pt x="714375" y="3543300"/>
                </a:lnTo>
                <a:lnTo>
                  <a:pt x="685800" y="3543300"/>
                </a:lnTo>
                <a:close/>
                <a:moveTo>
                  <a:pt x="790575" y="3514725"/>
                </a:moveTo>
                <a:lnTo>
                  <a:pt x="800100" y="3514725"/>
                </a:lnTo>
                <a:lnTo>
                  <a:pt x="800100" y="3524250"/>
                </a:lnTo>
                <a:lnTo>
                  <a:pt x="790575" y="3524250"/>
                </a:lnTo>
                <a:close/>
                <a:moveTo>
                  <a:pt x="1000125" y="3524250"/>
                </a:moveTo>
                <a:lnTo>
                  <a:pt x="1019175" y="3524250"/>
                </a:lnTo>
                <a:lnTo>
                  <a:pt x="1019175" y="3533775"/>
                </a:lnTo>
                <a:lnTo>
                  <a:pt x="1028700" y="3533775"/>
                </a:lnTo>
                <a:lnTo>
                  <a:pt x="1028700" y="3543300"/>
                </a:lnTo>
                <a:lnTo>
                  <a:pt x="1019175" y="3543300"/>
                </a:lnTo>
                <a:lnTo>
                  <a:pt x="1019175" y="3552825"/>
                </a:lnTo>
                <a:lnTo>
                  <a:pt x="1000125" y="3552825"/>
                </a:lnTo>
                <a:lnTo>
                  <a:pt x="1000125" y="3543300"/>
                </a:lnTo>
                <a:lnTo>
                  <a:pt x="1009650" y="3543300"/>
                </a:lnTo>
                <a:lnTo>
                  <a:pt x="1009650" y="3533775"/>
                </a:lnTo>
                <a:lnTo>
                  <a:pt x="1000125" y="3533775"/>
                </a:lnTo>
                <a:close/>
                <a:moveTo>
                  <a:pt x="1057275" y="3524250"/>
                </a:moveTo>
                <a:lnTo>
                  <a:pt x="1085850" y="3524250"/>
                </a:lnTo>
                <a:lnTo>
                  <a:pt x="1085850" y="3533775"/>
                </a:lnTo>
                <a:lnTo>
                  <a:pt x="1095375" y="3533775"/>
                </a:lnTo>
                <a:lnTo>
                  <a:pt x="1095375" y="3543300"/>
                </a:lnTo>
                <a:lnTo>
                  <a:pt x="1057275" y="3543300"/>
                </a:lnTo>
                <a:close/>
                <a:moveTo>
                  <a:pt x="1552575" y="3524250"/>
                </a:moveTo>
                <a:lnTo>
                  <a:pt x="1562100" y="3524250"/>
                </a:lnTo>
                <a:lnTo>
                  <a:pt x="1562100" y="3533775"/>
                </a:lnTo>
                <a:lnTo>
                  <a:pt x="1552575" y="3533775"/>
                </a:lnTo>
                <a:close/>
                <a:moveTo>
                  <a:pt x="1666875" y="3524250"/>
                </a:moveTo>
                <a:lnTo>
                  <a:pt x="1685925" y="3524250"/>
                </a:lnTo>
                <a:lnTo>
                  <a:pt x="1685925" y="3533775"/>
                </a:lnTo>
                <a:lnTo>
                  <a:pt x="1666875" y="3533775"/>
                </a:lnTo>
                <a:close/>
                <a:moveTo>
                  <a:pt x="438150" y="3543300"/>
                </a:moveTo>
                <a:lnTo>
                  <a:pt x="447675" y="3543300"/>
                </a:lnTo>
                <a:lnTo>
                  <a:pt x="447675" y="3562350"/>
                </a:lnTo>
                <a:lnTo>
                  <a:pt x="409575" y="3562350"/>
                </a:lnTo>
                <a:lnTo>
                  <a:pt x="409575" y="3552825"/>
                </a:lnTo>
                <a:lnTo>
                  <a:pt x="438150" y="3552825"/>
                </a:lnTo>
                <a:close/>
                <a:moveTo>
                  <a:pt x="581025" y="3543300"/>
                </a:moveTo>
                <a:lnTo>
                  <a:pt x="600075" y="3543300"/>
                </a:lnTo>
                <a:lnTo>
                  <a:pt x="600075" y="3552825"/>
                </a:lnTo>
                <a:lnTo>
                  <a:pt x="581025" y="3552825"/>
                </a:lnTo>
                <a:close/>
                <a:moveTo>
                  <a:pt x="1028700" y="3543300"/>
                </a:moveTo>
                <a:lnTo>
                  <a:pt x="1038225" y="3543300"/>
                </a:lnTo>
                <a:lnTo>
                  <a:pt x="1038225" y="3552825"/>
                </a:lnTo>
                <a:lnTo>
                  <a:pt x="1047750" y="3552825"/>
                </a:lnTo>
                <a:lnTo>
                  <a:pt x="1047750" y="3562350"/>
                </a:lnTo>
                <a:lnTo>
                  <a:pt x="1038225" y="3562350"/>
                </a:lnTo>
                <a:lnTo>
                  <a:pt x="1038225" y="3571875"/>
                </a:lnTo>
                <a:lnTo>
                  <a:pt x="1028700" y="3571875"/>
                </a:lnTo>
                <a:close/>
                <a:moveTo>
                  <a:pt x="209550" y="3552825"/>
                </a:moveTo>
                <a:lnTo>
                  <a:pt x="247650" y="3552825"/>
                </a:lnTo>
                <a:lnTo>
                  <a:pt x="247650" y="3571875"/>
                </a:lnTo>
                <a:lnTo>
                  <a:pt x="238125" y="3571875"/>
                </a:lnTo>
                <a:lnTo>
                  <a:pt x="238125" y="3581400"/>
                </a:lnTo>
                <a:lnTo>
                  <a:pt x="228600" y="3581400"/>
                </a:lnTo>
                <a:lnTo>
                  <a:pt x="228600" y="3600450"/>
                </a:lnTo>
                <a:lnTo>
                  <a:pt x="219075" y="3600450"/>
                </a:lnTo>
                <a:lnTo>
                  <a:pt x="219075" y="3609975"/>
                </a:lnTo>
                <a:lnTo>
                  <a:pt x="209550" y="3609975"/>
                </a:lnTo>
                <a:lnTo>
                  <a:pt x="209550" y="3600450"/>
                </a:lnTo>
                <a:lnTo>
                  <a:pt x="200025" y="3600450"/>
                </a:lnTo>
                <a:lnTo>
                  <a:pt x="200025" y="3590925"/>
                </a:lnTo>
                <a:lnTo>
                  <a:pt x="209550" y="3590925"/>
                </a:lnTo>
                <a:lnTo>
                  <a:pt x="209550" y="3581400"/>
                </a:lnTo>
                <a:lnTo>
                  <a:pt x="219075" y="3581400"/>
                </a:lnTo>
                <a:lnTo>
                  <a:pt x="219075" y="3571875"/>
                </a:lnTo>
                <a:lnTo>
                  <a:pt x="209550" y="3571875"/>
                </a:lnTo>
                <a:close/>
                <a:moveTo>
                  <a:pt x="381000" y="3552825"/>
                </a:moveTo>
                <a:lnTo>
                  <a:pt x="400050" y="3552825"/>
                </a:lnTo>
                <a:lnTo>
                  <a:pt x="400050" y="3562350"/>
                </a:lnTo>
                <a:lnTo>
                  <a:pt x="390525" y="3562350"/>
                </a:lnTo>
                <a:lnTo>
                  <a:pt x="390525" y="3571875"/>
                </a:lnTo>
                <a:lnTo>
                  <a:pt x="381000" y="3571875"/>
                </a:lnTo>
                <a:close/>
                <a:moveTo>
                  <a:pt x="1219200" y="3552825"/>
                </a:moveTo>
                <a:lnTo>
                  <a:pt x="1228725" y="3552825"/>
                </a:lnTo>
                <a:lnTo>
                  <a:pt x="1228725" y="3562350"/>
                </a:lnTo>
                <a:lnTo>
                  <a:pt x="1219200" y="3562350"/>
                </a:lnTo>
                <a:close/>
                <a:moveTo>
                  <a:pt x="1276350" y="3552825"/>
                </a:moveTo>
                <a:lnTo>
                  <a:pt x="1285875" y="3552825"/>
                </a:lnTo>
                <a:lnTo>
                  <a:pt x="1285875" y="3571875"/>
                </a:lnTo>
                <a:lnTo>
                  <a:pt x="1276350" y="3571875"/>
                </a:lnTo>
                <a:close/>
                <a:moveTo>
                  <a:pt x="1295400" y="3552825"/>
                </a:moveTo>
                <a:lnTo>
                  <a:pt x="1304925" y="3552825"/>
                </a:lnTo>
                <a:lnTo>
                  <a:pt x="1304925" y="3562350"/>
                </a:lnTo>
                <a:lnTo>
                  <a:pt x="1314450" y="3562350"/>
                </a:lnTo>
                <a:lnTo>
                  <a:pt x="1314450" y="3571875"/>
                </a:lnTo>
                <a:lnTo>
                  <a:pt x="1304925" y="3571875"/>
                </a:lnTo>
                <a:lnTo>
                  <a:pt x="1304925" y="3581400"/>
                </a:lnTo>
                <a:lnTo>
                  <a:pt x="1314450" y="3581400"/>
                </a:lnTo>
                <a:lnTo>
                  <a:pt x="1314450" y="3590925"/>
                </a:lnTo>
                <a:lnTo>
                  <a:pt x="1323975" y="3590925"/>
                </a:lnTo>
                <a:lnTo>
                  <a:pt x="1323975" y="3629025"/>
                </a:lnTo>
                <a:lnTo>
                  <a:pt x="1314450" y="3629025"/>
                </a:lnTo>
                <a:lnTo>
                  <a:pt x="1314450" y="3619500"/>
                </a:lnTo>
                <a:lnTo>
                  <a:pt x="1304925" y="3619500"/>
                </a:lnTo>
                <a:lnTo>
                  <a:pt x="1304925" y="3600450"/>
                </a:lnTo>
                <a:lnTo>
                  <a:pt x="1295400" y="3600450"/>
                </a:lnTo>
                <a:lnTo>
                  <a:pt x="1295400" y="3590925"/>
                </a:lnTo>
                <a:lnTo>
                  <a:pt x="1285875" y="3590925"/>
                </a:lnTo>
                <a:lnTo>
                  <a:pt x="1285875" y="3571875"/>
                </a:lnTo>
                <a:lnTo>
                  <a:pt x="1295400" y="3571875"/>
                </a:lnTo>
                <a:close/>
                <a:moveTo>
                  <a:pt x="1400175" y="3552825"/>
                </a:moveTo>
                <a:lnTo>
                  <a:pt x="1409700" y="3552825"/>
                </a:lnTo>
                <a:lnTo>
                  <a:pt x="1409700" y="3562350"/>
                </a:lnTo>
                <a:lnTo>
                  <a:pt x="1400175" y="3562350"/>
                </a:lnTo>
                <a:close/>
                <a:moveTo>
                  <a:pt x="1476375" y="3552825"/>
                </a:moveTo>
                <a:lnTo>
                  <a:pt x="1485900" y="3552825"/>
                </a:lnTo>
                <a:lnTo>
                  <a:pt x="1485900" y="3562350"/>
                </a:lnTo>
                <a:lnTo>
                  <a:pt x="1476375" y="3562350"/>
                </a:lnTo>
                <a:close/>
                <a:moveTo>
                  <a:pt x="1495425" y="3552825"/>
                </a:moveTo>
                <a:lnTo>
                  <a:pt x="1514475" y="3552825"/>
                </a:lnTo>
                <a:lnTo>
                  <a:pt x="1514475" y="3562350"/>
                </a:lnTo>
                <a:lnTo>
                  <a:pt x="1504950" y="3562350"/>
                </a:lnTo>
                <a:lnTo>
                  <a:pt x="1504950" y="3571875"/>
                </a:lnTo>
                <a:lnTo>
                  <a:pt x="1495425" y="3571875"/>
                </a:lnTo>
                <a:close/>
                <a:moveTo>
                  <a:pt x="1524000" y="3552825"/>
                </a:moveTo>
                <a:lnTo>
                  <a:pt x="1533525" y="3552825"/>
                </a:lnTo>
                <a:lnTo>
                  <a:pt x="1533525" y="3562350"/>
                </a:lnTo>
                <a:lnTo>
                  <a:pt x="1524000" y="3562350"/>
                </a:lnTo>
                <a:close/>
                <a:moveTo>
                  <a:pt x="266700" y="3562350"/>
                </a:moveTo>
                <a:lnTo>
                  <a:pt x="276225" y="3562350"/>
                </a:lnTo>
                <a:lnTo>
                  <a:pt x="276225" y="3571875"/>
                </a:lnTo>
                <a:lnTo>
                  <a:pt x="266700" y="3571875"/>
                </a:lnTo>
                <a:close/>
                <a:moveTo>
                  <a:pt x="285750" y="3562350"/>
                </a:moveTo>
                <a:lnTo>
                  <a:pt x="295275" y="3562350"/>
                </a:lnTo>
                <a:lnTo>
                  <a:pt x="295275" y="3581400"/>
                </a:lnTo>
                <a:lnTo>
                  <a:pt x="314325" y="3581400"/>
                </a:lnTo>
                <a:lnTo>
                  <a:pt x="314325" y="3590925"/>
                </a:lnTo>
                <a:lnTo>
                  <a:pt x="304800" y="3590925"/>
                </a:lnTo>
                <a:lnTo>
                  <a:pt x="304800" y="3600450"/>
                </a:lnTo>
                <a:lnTo>
                  <a:pt x="285750" y="3600450"/>
                </a:lnTo>
                <a:lnTo>
                  <a:pt x="285750" y="3619500"/>
                </a:lnTo>
                <a:lnTo>
                  <a:pt x="276225" y="3619500"/>
                </a:lnTo>
                <a:lnTo>
                  <a:pt x="276225" y="3629025"/>
                </a:lnTo>
                <a:lnTo>
                  <a:pt x="266700" y="3629025"/>
                </a:lnTo>
                <a:lnTo>
                  <a:pt x="266700" y="3619500"/>
                </a:lnTo>
                <a:lnTo>
                  <a:pt x="257175" y="3619500"/>
                </a:lnTo>
                <a:lnTo>
                  <a:pt x="257175" y="3600450"/>
                </a:lnTo>
                <a:lnTo>
                  <a:pt x="247650" y="3600450"/>
                </a:lnTo>
                <a:lnTo>
                  <a:pt x="247650" y="3590925"/>
                </a:lnTo>
                <a:lnTo>
                  <a:pt x="266700" y="3590925"/>
                </a:lnTo>
                <a:lnTo>
                  <a:pt x="266700" y="3581400"/>
                </a:lnTo>
                <a:lnTo>
                  <a:pt x="276225" y="3581400"/>
                </a:lnTo>
                <a:lnTo>
                  <a:pt x="276225" y="3571875"/>
                </a:lnTo>
                <a:lnTo>
                  <a:pt x="285750" y="3571875"/>
                </a:lnTo>
                <a:close/>
                <a:moveTo>
                  <a:pt x="742950" y="3562350"/>
                </a:moveTo>
                <a:lnTo>
                  <a:pt x="752475" y="3562350"/>
                </a:lnTo>
                <a:lnTo>
                  <a:pt x="752475" y="3571875"/>
                </a:lnTo>
                <a:lnTo>
                  <a:pt x="742950" y="3571875"/>
                </a:lnTo>
                <a:close/>
                <a:moveTo>
                  <a:pt x="962025" y="3562350"/>
                </a:moveTo>
                <a:lnTo>
                  <a:pt x="981075" y="3562350"/>
                </a:lnTo>
                <a:lnTo>
                  <a:pt x="981075" y="3590925"/>
                </a:lnTo>
                <a:lnTo>
                  <a:pt x="971550" y="3590925"/>
                </a:lnTo>
                <a:lnTo>
                  <a:pt x="971550" y="3581400"/>
                </a:lnTo>
                <a:lnTo>
                  <a:pt x="962025" y="3581400"/>
                </a:lnTo>
                <a:close/>
                <a:moveTo>
                  <a:pt x="1009650" y="3562350"/>
                </a:moveTo>
                <a:lnTo>
                  <a:pt x="1019175" y="3562350"/>
                </a:lnTo>
                <a:lnTo>
                  <a:pt x="1019175" y="3571875"/>
                </a:lnTo>
                <a:lnTo>
                  <a:pt x="1009650" y="3571875"/>
                </a:lnTo>
                <a:close/>
                <a:moveTo>
                  <a:pt x="1133475" y="3562350"/>
                </a:moveTo>
                <a:lnTo>
                  <a:pt x="1143000" y="3562350"/>
                </a:lnTo>
                <a:lnTo>
                  <a:pt x="1143000" y="3581400"/>
                </a:lnTo>
                <a:lnTo>
                  <a:pt x="1123950" y="3581400"/>
                </a:lnTo>
                <a:lnTo>
                  <a:pt x="1123950" y="3571875"/>
                </a:lnTo>
                <a:lnTo>
                  <a:pt x="1133475" y="3571875"/>
                </a:lnTo>
                <a:close/>
                <a:moveTo>
                  <a:pt x="1371600" y="3562350"/>
                </a:moveTo>
                <a:lnTo>
                  <a:pt x="1400175" y="3562350"/>
                </a:lnTo>
                <a:lnTo>
                  <a:pt x="1400175" y="3571875"/>
                </a:lnTo>
                <a:lnTo>
                  <a:pt x="1390650" y="3571875"/>
                </a:lnTo>
                <a:lnTo>
                  <a:pt x="1390650" y="3581400"/>
                </a:lnTo>
                <a:lnTo>
                  <a:pt x="1371600" y="3581400"/>
                </a:lnTo>
                <a:close/>
                <a:moveTo>
                  <a:pt x="1514475" y="3562350"/>
                </a:moveTo>
                <a:lnTo>
                  <a:pt x="1524000" y="3562350"/>
                </a:lnTo>
                <a:lnTo>
                  <a:pt x="1524000" y="3571875"/>
                </a:lnTo>
                <a:lnTo>
                  <a:pt x="1514475" y="3571875"/>
                </a:lnTo>
                <a:close/>
                <a:moveTo>
                  <a:pt x="342900" y="3571875"/>
                </a:moveTo>
                <a:lnTo>
                  <a:pt x="371475" y="3571875"/>
                </a:lnTo>
                <a:lnTo>
                  <a:pt x="371475" y="3581400"/>
                </a:lnTo>
                <a:lnTo>
                  <a:pt x="342900" y="3581400"/>
                </a:lnTo>
                <a:close/>
                <a:moveTo>
                  <a:pt x="809625" y="3571875"/>
                </a:moveTo>
                <a:lnTo>
                  <a:pt x="828675" y="3571875"/>
                </a:lnTo>
                <a:lnTo>
                  <a:pt x="828675" y="3581400"/>
                </a:lnTo>
                <a:lnTo>
                  <a:pt x="819150" y="3581400"/>
                </a:lnTo>
                <a:lnTo>
                  <a:pt x="819150" y="3590925"/>
                </a:lnTo>
                <a:lnTo>
                  <a:pt x="828675" y="3590925"/>
                </a:lnTo>
                <a:lnTo>
                  <a:pt x="828675" y="3581400"/>
                </a:lnTo>
                <a:lnTo>
                  <a:pt x="838200" y="3581400"/>
                </a:lnTo>
                <a:lnTo>
                  <a:pt x="838200" y="3590925"/>
                </a:lnTo>
                <a:lnTo>
                  <a:pt x="828675" y="3590925"/>
                </a:lnTo>
                <a:lnTo>
                  <a:pt x="828675" y="3600450"/>
                </a:lnTo>
                <a:lnTo>
                  <a:pt x="800100" y="3600450"/>
                </a:lnTo>
                <a:lnTo>
                  <a:pt x="800100" y="3590925"/>
                </a:lnTo>
                <a:lnTo>
                  <a:pt x="790575" y="3590925"/>
                </a:lnTo>
                <a:lnTo>
                  <a:pt x="790575" y="3581400"/>
                </a:lnTo>
                <a:lnTo>
                  <a:pt x="809625" y="3581400"/>
                </a:lnTo>
                <a:close/>
                <a:moveTo>
                  <a:pt x="1095375" y="3571875"/>
                </a:moveTo>
                <a:lnTo>
                  <a:pt x="1104900" y="3571875"/>
                </a:lnTo>
                <a:lnTo>
                  <a:pt x="1104900" y="3609975"/>
                </a:lnTo>
                <a:lnTo>
                  <a:pt x="1143000" y="3609975"/>
                </a:lnTo>
                <a:lnTo>
                  <a:pt x="1143000" y="3619500"/>
                </a:lnTo>
                <a:lnTo>
                  <a:pt x="1133475" y="3619500"/>
                </a:lnTo>
                <a:lnTo>
                  <a:pt x="1133475" y="3629025"/>
                </a:lnTo>
                <a:lnTo>
                  <a:pt x="1114425" y="3629025"/>
                </a:lnTo>
                <a:lnTo>
                  <a:pt x="1114425" y="3638550"/>
                </a:lnTo>
                <a:lnTo>
                  <a:pt x="1057275" y="3638550"/>
                </a:lnTo>
                <a:lnTo>
                  <a:pt x="1057275" y="3609975"/>
                </a:lnTo>
                <a:lnTo>
                  <a:pt x="1047750" y="3609975"/>
                </a:lnTo>
                <a:lnTo>
                  <a:pt x="1047750" y="3619500"/>
                </a:lnTo>
                <a:lnTo>
                  <a:pt x="1038225" y="3619500"/>
                </a:lnTo>
                <a:lnTo>
                  <a:pt x="1038225" y="3609975"/>
                </a:lnTo>
                <a:lnTo>
                  <a:pt x="1028700" y="3609975"/>
                </a:lnTo>
                <a:lnTo>
                  <a:pt x="1028700" y="3600450"/>
                </a:lnTo>
                <a:lnTo>
                  <a:pt x="1085850" y="3600450"/>
                </a:lnTo>
                <a:lnTo>
                  <a:pt x="1085850" y="3590925"/>
                </a:lnTo>
                <a:lnTo>
                  <a:pt x="1095375" y="3590925"/>
                </a:lnTo>
                <a:close/>
                <a:moveTo>
                  <a:pt x="1190625" y="3571875"/>
                </a:moveTo>
                <a:lnTo>
                  <a:pt x="1200150" y="3571875"/>
                </a:lnTo>
                <a:lnTo>
                  <a:pt x="1200150" y="3581400"/>
                </a:lnTo>
                <a:lnTo>
                  <a:pt x="1190625" y="3581400"/>
                </a:lnTo>
                <a:close/>
                <a:moveTo>
                  <a:pt x="1504950" y="3571875"/>
                </a:moveTo>
                <a:lnTo>
                  <a:pt x="1514475" y="3571875"/>
                </a:lnTo>
                <a:lnTo>
                  <a:pt x="1514475" y="3581400"/>
                </a:lnTo>
                <a:lnTo>
                  <a:pt x="1504950" y="3581400"/>
                </a:lnTo>
                <a:close/>
                <a:moveTo>
                  <a:pt x="323850" y="3581400"/>
                </a:moveTo>
                <a:lnTo>
                  <a:pt x="333375" y="3581400"/>
                </a:lnTo>
                <a:lnTo>
                  <a:pt x="333375" y="3590925"/>
                </a:lnTo>
                <a:lnTo>
                  <a:pt x="342900" y="3590925"/>
                </a:lnTo>
                <a:lnTo>
                  <a:pt x="342900" y="3600450"/>
                </a:lnTo>
                <a:lnTo>
                  <a:pt x="323850" y="3600450"/>
                </a:lnTo>
                <a:close/>
                <a:moveTo>
                  <a:pt x="1162050" y="3581400"/>
                </a:moveTo>
                <a:lnTo>
                  <a:pt x="1171575" y="3581400"/>
                </a:lnTo>
                <a:lnTo>
                  <a:pt x="1171575" y="3590925"/>
                </a:lnTo>
                <a:lnTo>
                  <a:pt x="1162050" y="3590925"/>
                </a:lnTo>
                <a:close/>
                <a:moveTo>
                  <a:pt x="1200150" y="3581400"/>
                </a:moveTo>
                <a:lnTo>
                  <a:pt x="1209675" y="3581400"/>
                </a:lnTo>
                <a:lnTo>
                  <a:pt x="1209675" y="3590925"/>
                </a:lnTo>
                <a:lnTo>
                  <a:pt x="1200150" y="3590925"/>
                </a:lnTo>
                <a:close/>
                <a:moveTo>
                  <a:pt x="1562100" y="3581400"/>
                </a:moveTo>
                <a:lnTo>
                  <a:pt x="1571625" y="3581400"/>
                </a:lnTo>
                <a:lnTo>
                  <a:pt x="1571625" y="3609975"/>
                </a:lnTo>
                <a:lnTo>
                  <a:pt x="1562100" y="3609975"/>
                </a:lnTo>
                <a:close/>
                <a:moveTo>
                  <a:pt x="695325" y="3590925"/>
                </a:moveTo>
                <a:lnTo>
                  <a:pt x="714375" y="3590925"/>
                </a:lnTo>
                <a:lnTo>
                  <a:pt x="714375" y="3600450"/>
                </a:lnTo>
                <a:lnTo>
                  <a:pt x="723900" y="3600450"/>
                </a:lnTo>
                <a:lnTo>
                  <a:pt x="723900" y="3609975"/>
                </a:lnTo>
                <a:lnTo>
                  <a:pt x="714375" y="3609975"/>
                </a:lnTo>
                <a:lnTo>
                  <a:pt x="714375" y="3619500"/>
                </a:lnTo>
                <a:lnTo>
                  <a:pt x="695325" y="3619500"/>
                </a:lnTo>
                <a:close/>
                <a:moveTo>
                  <a:pt x="914400" y="3590925"/>
                </a:moveTo>
                <a:lnTo>
                  <a:pt x="942975" y="3590925"/>
                </a:lnTo>
                <a:lnTo>
                  <a:pt x="942975" y="3600450"/>
                </a:lnTo>
                <a:lnTo>
                  <a:pt x="933450" y="3600450"/>
                </a:lnTo>
                <a:lnTo>
                  <a:pt x="933450" y="3609975"/>
                </a:lnTo>
                <a:lnTo>
                  <a:pt x="942975" y="3609975"/>
                </a:lnTo>
                <a:lnTo>
                  <a:pt x="942975" y="3600450"/>
                </a:lnTo>
                <a:lnTo>
                  <a:pt x="952500" y="3600450"/>
                </a:lnTo>
                <a:lnTo>
                  <a:pt x="952500" y="3609975"/>
                </a:lnTo>
                <a:lnTo>
                  <a:pt x="942975" y="3609975"/>
                </a:lnTo>
                <a:lnTo>
                  <a:pt x="942975" y="3629025"/>
                </a:lnTo>
                <a:lnTo>
                  <a:pt x="914400" y="3629025"/>
                </a:lnTo>
                <a:lnTo>
                  <a:pt x="914400" y="3609975"/>
                </a:lnTo>
                <a:lnTo>
                  <a:pt x="904875" y="3609975"/>
                </a:lnTo>
                <a:lnTo>
                  <a:pt x="904875" y="3600450"/>
                </a:lnTo>
                <a:lnTo>
                  <a:pt x="914400" y="3600450"/>
                </a:lnTo>
                <a:close/>
                <a:moveTo>
                  <a:pt x="1171575" y="3590925"/>
                </a:moveTo>
                <a:lnTo>
                  <a:pt x="1181100" y="3590925"/>
                </a:lnTo>
                <a:lnTo>
                  <a:pt x="1181100" y="3609975"/>
                </a:lnTo>
                <a:lnTo>
                  <a:pt x="1171575" y="3609975"/>
                </a:lnTo>
                <a:close/>
                <a:moveTo>
                  <a:pt x="447675" y="3600450"/>
                </a:moveTo>
                <a:lnTo>
                  <a:pt x="457200" y="3600450"/>
                </a:lnTo>
                <a:lnTo>
                  <a:pt x="457200" y="3609975"/>
                </a:lnTo>
                <a:lnTo>
                  <a:pt x="447675" y="3609975"/>
                </a:lnTo>
                <a:close/>
                <a:moveTo>
                  <a:pt x="476250" y="3600450"/>
                </a:moveTo>
                <a:lnTo>
                  <a:pt x="504825" y="3600450"/>
                </a:lnTo>
                <a:lnTo>
                  <a:pt x="504825" y="3609975"/>
                </a:lnTo>
                <a:lnTo>
                  <a:pt x="476250" y="3609975"/>
                </a:lnTo>
                <a:close/>
                <a:moveTo>
                  <a:pt x="1228725" y="3600450"/>
                </a:moveTo>
                <a:lnTo>
                  <a:pt x="1238250" y="3600450"/>
                </a:lnTo>
                <a:lnTo>
                  <a:pt x="1238250" y="3609975"/>
                </a:lnTo>
                <a:lnTo>
                  <a:pt x="1247775" y="3609975"/>
                </a:lnTo>
                <a:lnTo>
                  <a:pt x="1247775" y="3619500"/>
                </a:lnTo>
                <a:lnTo>
                  <a:pt x="1200150" y="3619500"/>
                </a:lnTo>
                <a:lnTo>
                  <a:pt x="1200150" y="3609975"/>
                </a:lnTo>
                <a:lnTo>
                  <a:pt x="1228725" y="3609975"/>
                </a:lnTo>
                <a:close/>
                <a:moveTo>
                  <a:pt x="428625" y="3609975"/>
                </a:moveTo>
                <a:lnTo>
                  <a:pt x="447675" y="3609975"/>
                </a:lnTo>
                <a:lnTo>
                  <a:pt x="447675" y="3619500"/>
                </a:lnTo>
                <a:lnTo>
                  <a:pt x="428625" y="3619500"/>
                </a:lnTo>
                <a:close/>
                <a:moveTo>
                  <a:pt x="1181100" y="3609975"/>
                </a:moveTo>
                <a:lnTo>
                  <a:pt x="1190625" y="3609975"/>
                </a:lnTo>
                <a:lnTo>
                  <a:pt x="1190625" y="3619500"/>
                </a:lnTo>
                <a:lnTo>
                  <a:pt x="1181100" y="3619500"/>
                </a:lnTo>
                <a:close/>
                <a:moveTo>
                  <a:pt x="419100" y="3619500"/>
                </a:moveTo>
                <a:lnTo>
                  <a:pt x="428625" y="3619500"/>
                </a:lnTo>
                <a:lnTo>
                  <a:pt x="428625" y="3629025"/>
                </a:lnTo>
                <a:lnTo>
                  <a:pt x="419100" y="3629025"/>
                </a:lnTo>
                <a:close/>
                <a:moveTo>
                  <a:pt x="533400" y="3619500"/>
                </a:moveTo>
                <a:lnTo>
                  <a:pt x="542925" y="3619500"/>
                </a:lnTo>
                <a:lnTo>
                  <a:pt x="542925" y="3629025"/>
                </a:lnTo>
                <a:lnTo>
                  <a:pt x="533400" y="3629025"/>
                </a:lnTo>
                <a:close/>
                <a:moveTo>
                  <a:pt x="800100" y="3619500"/>
                </a:moveTo>
                <a:lnTo>
                  <a:pt x="809625" y="3619500"/>
                </a:lnTo>
                <a:lnTo>
                  <a:pt x="809625" y="3638550"/>
                </a:lnTo>
                <a:lnTo>
                  <a:pt x="800100" y="3638550"/>
                </a:lnTo>
                <a:close/>
                <a:moveTo>
                  <a:pt x="428625" y="3629025"/>
                </a:moveTo>
                <a:lnTo>
                  <a:pt x="438150" y="3629025"/>
                </a:lnTo>
                <a:lnTo>
                  <a:pt x="438150" y="3638550"/>
                </a:lnTo>
                <a:lnTo>
                  <a:pt x="428625" y="3638550"/>
                </a:lnTo>
                <a:close/>
                <a:moveTo>
                  <a:pt x="1371600" y="3629025"/>
                </a:moveTo>
                <a:lnTo>
                  <a:pt x="1381125" y="3629025"/>
                </a:lnTo>
                <a:lnTo>
                  <a:pt x="1381125" y="3638550"/>
                </a:lnTo>
                <a:lnTo>
                  <a:pt x="1371600" y="3638550"/>
                </a:lnTo>
                <a:close/>
                <a:moveTo>
                  <a:pt x="1123950" y="3638550"/>
                </a:moveTo>
                <a:lnTo>
                  <a:pt x="1152525" y="3638550"/>
                </a:lnTo>
                <a:lnTo>
                  <a:pt x="1152525" y="3648075"/>
                </a:lnTo>
                <a:lnTo>
                  <a:pt x="1123950" y="3648075"/>
                </a:lnTo>
                <a:close/>
                <a:moveTo>
                  <a:pt x="1038225" y="3648075"/>
                </a:moveTo>
                <a:lnTo>
                  <a:pt x="1047750" y="3648075"/>
                </a:lnTo>
                <a:lnTo>
                  <a:pt x="1047750" y="3657600"/>
                </a:lnTo>
                <a:lnTo>
                  <a:pt x="1038225" y="3657600"/>
                </a:lnTo>
                <a:close/>
                <a:moveTo>
                  <a:pt x="790575" y="3657600"/>
                </a:moveTo>
                <a:lnTo>
                  <a:pt x="800100" y="3657600"/>
                </a:lnTo>
                <a:lnTo>
                  <a:pt x="800100" y="3667125"/>
                </a:lnTo>
                <a:lnTo>
                  <a:pt x="790575" y="3667125"/>
                </a:lnTo>
                <a:close/>
                <a:moveTo>
                  <a:pt x="895350" y="3657600"/>
                </a:moveTo>
                <a:lnTo>
                  <a:pt x="914400" y="3657600"/>
                </a:lnTo>
                <a:lnTo>
                  <a:pt x="914400" y="3667125"/>
                </a:lnTo>
                <a:lnTo>
                  <a:pt x="895350" y="3667125"/>
                </a:lnTo>
                <a:close/>
                <a:moveTo>
                  <a:pt x="1047750" y="3657600"/>
                </a:moveTo>
                <a:lnTo>
                  <a:pt x="1057275" y="3657600"/>
                </a:lnTo>
                <a:lnTo>
                  <a:pt x="1057275" y="3667125"/>
                </a:lnTo>
                <a:lnTo>
                  <a:pt x="1047750" y="3667125"/>
                </a:lnTo>
                <a:close/>
                <a:moveTo>
                  <a:pt x="1133475" y="3657600"/>
                </a:moveTo>
                <a:lnTo>
                  <a:pt x="1152525" y="3657600"/>
                </a:lnTo>
                <a:lnTo>
                  <a:pt x="1152525" y="3667125"/>
                </a:lnTo>
                <a:lnTo>
                  <a:pt x="1133475" y="3667125"/>
                </a:lnTo>
                <a:close/>
              </a:path>
            </a:pathLst>
          </a:custGeom>
          <a:solidFill xmlns:a="http://schemas.openxmlformats.org/drawingml/2006/main">
            <a:srgbClr val="F3EEE0"/>
          </a:solidFill>
          <a:ln xmlns:a="http://schemas.openxmlformats.org/drawingml/2006/main" w="0">
            <a:noFill/>
          </a:ln>
        </p:spPr>
      </p:sp>
      <p:sp>
        <p:nvSpPr>
          <p:cNvPr id="15" name="dashboard vector #f0eee1">
            <a:extLst xmlns:a="http://schemas.openxmlformats.org/drawingml/2006/main">
              <a:ext uri="{FF2B5EF4-FFF2-40B4-BE49-F238E27FC236}">
                <a16:creationId xmlns:a16="http://schemas.microsoft.com/office/drawing/2014/main" id="{2863BA51-2DBF-483F-B563-EE997A3CF7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14400" y="1447800"/>
            <a:ext cx="2171700" cy="4467225"/>
          </a:xfrm>
          <a:custGeom xmlns:a="http://schemas.openxmlformats.org/drawingml/2006/main">
            <a:pathLst>
              <a:path w="1838325" h="3790950">
                <a:moveTo>
                  <a:pt x="171450" y="0"/>
                </a:moveTo>
                <a:lnTo>
                  <a:pt x="209550" y="0"/>
                </a:lnTo>
                <a:lnTo>
                  <a:pt x="209550" y="9525"/>
                </a:lnTo>
                <a:lnTo>
                  <a:pt x="200025" y="9525"/>
                </a:lnTo>
                <a:lnTo>
                  <a:pt x="200025" y="19050"/>
                </a:lnTo>
                <a:lnTo>
                  <a:pt x="180975" y="19050"/>
                </a:lnTo>
                <a:lnTo>
                  <a:pt x="180975" y="9525"/>
                </a:lnTo>
                <a:lnTo>
                  <a:pt x="171450" y="9525"/>
                </a:lnTo>
                <a:close/>
                <a:moveTo>
                  <a:pt x="152400" y="28575"/>
                </a:moveTo>
                <a:lnTo>
                  <a:pt x="161925" y="28575"/>
                </a:lnTo>
                <a:lnTo>
                  <a:pt x="161925" y="38100"/>
                </a:lnTo>
                <a:lnTo>
                  <a:pt x="152400" y="38100"/>
                </a:lnTo>
                <a:close/>
                <a:moveTo>
                  <a:pt x="142875" y="38100"/>
                </a:moveTo>
                <a:lnTo>
                  <a:pt x="152400" y="38100"/>
                </a:lnTo>
                <a:lnTo>
                  <a:pt x="152400" y="47625"/>
                </a:lnTo>
                <a:lnTo>
                  <a:pt x="142875" y="47625"/>
                </a:lnTo>
                <a:close/>
                <a:moveTo>
                  <a:pt x="1762125" y="85725"/>
                </a:moveTo>
                <a:lnTo>
                  <a:pt x="1771650" y="85725"/>
                </a:lnTo>
                <a:lnTo>
                  <a:pt x="1771650" y="114300"/>
                </a:lnTo>
                <a:lnTo>
                  <a:pt x="1762125" y="114300"/>
                </a:lnTo>
                <a:close/>
                <a:moveTo>
                  <a:pt x="1771650" y="114300"/>
                </a:moveTo>
                <a:lnTo>
                  <a:pt x="1790700" y="114300"/>
                </a:lnTo>
                <a:lnTo>
                  <a:pt x="1790700" y="123825"/>
                </a:lnTo>
                <a:lnTo>
                  <a:pt x="1771650" y="123825"/>
                </a:lnTo>
                <a:close/>
                <a:moveTo>
                  <a:pt x="333375" y="133350"/>
                </a:moveTo>
                <a:lnTo>
                  <a:pt x="342900" y="133350"/>
                </a:lnTo>
                <a:lnTo>
                  <a:pt x="342900" y="142875"/>
                </a:lnTo>
                <a:lnTo>
                  <a:pt x="333375" y="142875"/>
                </a:lnTo>
                <a:close/>
                <a:moveTo>
                  <a:pt x="361950" y="142875"/>
                </a:moveTo>
                <a:lnTo>
                  <a:pt x="390525" y="142875"/>
                </a:lnTo>
                <a:lnTo>
                  <a:pt x="390525" y="152400"/>
                </a:lnTo>
                <a:lnTo>
                  <a:pt x="361950" y="152400"/>
                </a:lnTo>
                <a:close/>
                <a:moveTo>
                  <a:pt x="1457325" y="142875"/>
                </a:moveTo>
                <a:lnTo>
                  <a:pt x="1466850" y="142875"/>
                </a:lnTo>
                <a:lnTo>
                  <a:pt x="1466850" y="152400"/>
                </a:lnTo>
                <a:lnTo>
                  <a:pt x="1457325" y="152400"/>
                </a:lnTo>
                <a:close/>
                <a:moveTo>
                  <a:pt x="381000" y="161925"/>
                </a:moveTo>
                <a:lnTo>
                  <a:pt x="390525" y="161925"/>
                </a:lnTo>
                <a:lnTo>
                  <a:pt x="390525" y="171450"/>
                </a:lnTo>
                <a:lnTo>
                  <a:pt x="381000" y="171450"/>
                </a:lnTo>
                <a:close/>
                <a:moveTo>
                  <a:pt x="1266825" y="161925"/>
                </a:moveTo>
                <a:lnTo>
                  <a:pt x="1276350" y="161925"/>
                </a:lnTo>
                <a:lnTo>
                  <a:pt x="1276350" y="180975"/>
                </a:lnTo>
                <a:lnTo>
                  <a:pt x="1266825" y="180975"/>
                </a:lnTo>
                <a:close/>
                <a:moveTo>
                  <a:pt x="1419225" y="161925"/>
                </a:moveTo>
                <a:lnTo>
                  <a:pt x="1428750" y="161925"/>
                </a:lnTo>
                <a:lnTo>
                  <a:pt x="1428750" y="171450"/>
                </a:lnTo>
                <a:lnTo>
                  <a:pt x="1419225" y="171450"/>
                </a:lnTo>
                <a:close/>
                <a:moveTo>
                  <a:pt x="1476375" y="161925"/>
                </a:moveTo>
                <a:lnTo>
                  <a:pt x="1495425" y="161925"/>
                </a:lnTo>
                <a:lnTo>
                  <a:pt x="1495425" y="200025"/>
                </a:lnTo>
                <a:lnTo>
                  <a:pt x="1485900" y="200025"/>
                </a:lnTo>
                <a:lnTo>
                  <a:pt x="1485900" y="209550"/>
                </a:lnTo>
                <a:lnTo>
                  <a:pt x="1447800" y="209550"/>
                </a:lnTo>
                <a:lnTo>
                  <a:pt x="1447800" y="190500"/>
                </a:lnTo>
                <a:lnTo>
                  <a:pt x="1457325" y="190500"/>
                </a:lnTo>
                <a:lnTo>
                  <a:pt x="1457325" y="180975"/>
                </a:lnTo>
                <a:lnTo>
                  <a:pt x="1476375" y="180975"/>
                </a:lnTo>
                <a:close/>
                <a:moveTo>
                  <a:pt x="685800" y="171450"/>
                </a:moveTo>
                <a:lnTo>
                  <a:pt x="695325" y="171450"/>
                </a:lnTo>
                <a:lnTo>
                  <a:pt x="695325" y="180975"/>
                </a:lnTo>
                <a:lnTo>
                  <a:pt x="685800" y="180975"/>
                </a:lnTo>
                <a:close/>
                <a:moveTo>
                  <a:pt x="1590675" y="171450"/>
                </a:moveTo>
                <a:lnTo>
                  <a:pt x="1600200" y="171450"/>
                </a:lnTo>
                <a:lnTo>
                  <a:pt x="1600200" y="180975"/>
                </a:lnTo>
                <a:lnTo>
                  <a:pt x="1590675" y="180975"/>
                </a:lnTo>
                <a:close/>
                <a:moveTo>
                  <a:pt x="314325" y="190500"/>
                </a:moveTo>
                <a:lnTo>
                  <a:pt x="323850" y="190500"/>
                </a:lnTo>
                <a:lnTo>
                  <a:pt x="323850" y="200025"/>
                </a:lnTo>
                <a:lnTo>
                  <a:pt x="314325" y="200025"/>
                </a:lnTo>
                <a:close/>
                <a:moveTo>
                  <a:pt x="400050" y="190500"/>
                </a:moveTo>
                <a:lnTo>
                  <a:pt x="419100" y="190500"/>
                </a:lnTo>
                <a:lnTo>
                  <a:pt x="419100" y="200025"/>
                </a:lnTo>
                <a:lnTo>
                  <a:pt x="400050" y="200025"/>
                </a:lnTo>
                <a:close/>
                <a:moveTo>
                  <a:pt x="200025" y="200025"/>
                </a:moveTo>
                <a:lnTo>
                  <a:pt x="209550" y="200025"/>
                </a:lnTo>
                <a:lnTo>
                  <a:pt x="209550" y="219075"/>
                </a:lnTo>
                <a:lnTo>
                  <a:pt x="200025" y="219075"/>
                </a:lnTo>
                <a:close/>
                <a:moveTo>
                  <a:pt x="1371600" y="209550"/>
                </a:moveTo>
                <a:lnTo>
                  <a:pt x="1390650" y="209550"/>
                </a:lnTo>
                <a:lnTo>
                  <a:pt x="1390650" y="228600"/>
                </a:lnTo>
                <a:lnTo>
                  <a:pt x="1371600" y="228600"/>
                </a:lnTo>
                <a:close/>
                <a:moveTo>
                  <a:pt x="1514475" y="209550"/>
                </a:moveTo>
                <a:lnTo>
                  <a:pt x="1552575" y="209550"/>
                </a:lnTo>
                <a:lnTo>
                  <a:pt x="1552575" y="228600"/>
                </a:lnTo>
                <a:lnTo>
                  <a:pt x="1533525" y="228600"/>
                </a:lnTo>
                <a:lnTo>
                  <a:pt x="1533525" y="219075"/>
                </a:lnTo>
                <a:lnTo>
                  <a:pt x="1514475" y="219075"/>
                </a:lnTo>
                <a:close/>
                <a:moveTo>
                  <a:pt x="1333500" y="228600"/>
                </a:moveTo>
                <a:lnTo>
                  <a:pt x="1352550" y="228600"/>
                </a:lnTo>
                <a:lnTo>
                  <a:pt x="1352550" y="238125"/>
                </a:lnTo>
                <a:lnTo>
                  <a:pt x="1333500" y="238125"/>
                </a:lnTo>
                <a:close/>
                <a:moveTo>
                  <a:pt x="1362075" y="228600"/>
                </a:moveTo>
                <a:lnTo>
                  <a:pt x="1371600" y="228600"/>
                </a:lnTo>
                <a:lnTo>
                  <a:pt x="1371600" y="238125"/>
                </a:lnTo>
                <a:lnTo>
                  <a:pt x="1362075" y="238125"/>
                </a:lnTo>
                <a:close/>
                <a:moveTo>
                  <a:pt x="1581150" y="257175"/>
                </a:moveTo>
                <a:lnTo>
                  <a:pt x="1590675" y="257175"/>
                </a:lnTo>
                <a:lnTo>
                  <a:pt x="1590675" y="266700"/>
                </a:lnTo>
                <a:lnTo>
                  <a:pt x="1581150" y="266700"/>
                </a:lnTo>
                <a:close/>
                <a:moveTo>
                  <a:pt x="657225" y="285750"/>
                </a:moveTo>
                <a:lnTo>
                  <a:pt x="666750" y="285750"/>
                </a:lnTo>
                <a:lnTo>
                  <a:pt x="666750" y="295275"/>
                </a:lnTo>
                <a:lnTo>
                  <a:pt x="657225" y="295275"/>
                </a:lnTo>
                <a:close/>
                <a:moveTo>
                  <a:pt x="342900" y="304800"/>
                </a:moveTo>
                <a:lnTo>
                  <a:pt x="381000" y="304800"/>
                </a:lnTo>
                <a:lnTo>
                  <a:pt x="381000" y="314325"/>
                </a:lnTo>
                <a:lnTo>
                  <a:pt x="371475" y="314325"/>
                </a:lnTo>
                <a:lnTo>
                  <a:pt x="371475" y="333375"/>
                </a:lnTo>
                <a:lnTo>
                  <a:pt x="381000" y="333375"/>
                </a:lnTo>
                <a:lnTo>
                  <a:pt x="381000" y="352425"/>
                </a:lnTo>
                <a:lnTo>
                  <a:pt x="361950" y="352425"/>
                </a:lnTo>
                <a:lnTo>
                  <a:pt x="361950" y="342900"/>
                </a:lnTo>
                <a:lnTo>
                  <a:pt x="352425" y="342900"/>
                </a:lnTo>
                <a:lnTo>
                  <a:pt x="352425" y="333375"/>
                </a:lnTo>
                <a:lnTo>
                  <a:pt x="342900" y="333375"/>
                </a:lnTo>
                <a:lnTo>
                  <a:pt x="342900" y="323850"/>
                </a:lnTo>
                <a:lnTo>
                  <a:pt x="314325" y="323850"/>
                </a:lnTo>
                <a:lnTo>
                  <a:pt x="314325" y="314325"/>
                </a:lnTo>
                <a:lnTo>
                  <a:pt x="342900" y="314325"/>
                </a:lnTo>
                <a:close/>
                <a:moveTo>
                  <a:pt x="390525" y="304800"/>
                </a:moveTo>
                <a:lnTo>
                  <a:pt x="400050" y="304800"/>
                </a:lnTo>
                <a:lnTo>
                  <a:pt x="400050" y="314325"/>
                </a:lnTo>
                <a:lnTo>
                  <a:pt x="390525" y="314325"/>
                </a:lnTo>
                <a:close/>
                <a:moveTo>
                  <a:pt x="647700" y="333375"/>
                </a:moveTo>
                <a:lnTo>
                  <a:pt x="657225" y="333375"/>
                </a:lnTo>
                <a:lnTo>
                  <a:pt x="657225" y="342900"/>
                </a:lnTo>
                <a:lnTo>
                  <a:pt x="647700" y="342900"/>
                </a:lnTo>
                <a:close/>
                <a:moveTo>
                  <a:pt x="609600" y="342900"/>
                </a:moveTo>
                <a:lnTo>
                  <a:pt x="619125" y="342900"/>
                </a:lnTo>
                <a:lnTo>
                  <a:pt x="619125" y="361950"/>
                </a:lnTo>
                <a:lnTo>
                  <a:pt x="609600" y="361950"/>
                </a:lnTo>
                <a:close/>
                <a:moveTo>
                  <a:pt x="990600" y="352425"/>
                </a:moveTo>
                <a:lnTo>
                  <a:pt x="1000125" y="352425"/>
                </a:lnTo>
                <a:lnTo>
                  <a:pt x="1000125" y="361950"/>
                </a:lnTo>
                <a:lnTo>
                  <a:pt x="990600" y="361950"/>
                </a:lnTo>
                <a:close/>
                <a:moveTo>
                  <a:pt x="600075" y="361950"/>
                </a:moveTo>
                <a:lnTo>
                  <a:pt x="609600" y="361950"/>
                </a:lnTo>
                <a:lnTo>
                  <a:pt x="609600" y="371475"/>
                </a:lnTo>
                <a:lnTo>
                  <a:pt x="600075" y="371475"/>
                </a:lnTo>
                <a:close/>
                <a:moveTo>
                  <a:pt x="981075" y="361950"/>
                </a:moveTo>
                <a:lnTo>
                  <a:pt x="990600" y="361950"/>
                </a:lnTo>
                <a:lnTo>
                  <a:pt x="990600" y="371475"/>
                </a:lnTo>
                <a:lnTo>
                  <a:pt x="981075" y="371475"/>
                </a:lnTo>
                <a:close/>
                <a:moveTo>
                  <a:pt x="590550" y="371475"/>
                </a:moveTo>
                <a:lnTo>
                  <a:pt x="600075" y="371475"/>
                </a:lnTo>
                <a:lnTo>
                  <a:pt x="600075" y="381000"/>
                </a:lnTo>
                <a:lnTo>
                  <a:pt x="590550" y="381000"/>
                </a:lnTo>
                <a:close/>
                <a:moveTo>
                  <a:pt x="180975" y="400050"/>
                </a:moveTo>
                <a:lnTo>
                  <a:pt x="190500" y="400050"/>
                </a:lnTo>
                <a:lnTo>
                  <a:pt x="190500" y="409575"/>
                </a:lnTo>
                <a:lnTo>
                  <a:pt x="180975" y="409575"/>
                </a:lnTo>
                <a:close/>
                <a:moveTo>
                  <a:pt x="523875" y="400050"/>
                </a:moveTo>
                <a:lnTo>
                  <a:pt x="542925" y="400050"/>
                </a:lnTo>
                <a:lnTo>
                  <a:pt x="542925" y="419100"/>
                </a:lnTo>
                <a:lnTo>
                  <a:pt x="533400" y="419100"/>
                </a:lnTo>
                <a:lnTo>
                  <a:pt x="533400" y="428625"/>
                </a:lnTo>
                <a:lnTo>
                  <a:pt x="504825" y="428625"/>
                </a:lnTo>
                <a:lnTo>
                  <a:pt x="504825" y="419100"/>
                </a:lnTo>
                <a:lnTo>
                  <a:pt x="523875" y="419100"/>
                </a:lnTo>
                <a:close/>
                <a:moveTo>
                  <a:pt x="638175" y="400050"/>
                </a:moveTo>
                <a:lnTo>
                  <a:pt x="647700" y="400050"/>
                </a:lnTo>
                <a:lnTo>
                  <a:pt x="647700" y="409575"/>
                </a:lnTo>
                <a:lnTo>
                  <a:pt x="638175" y="409575"/>
                </a:lnTo>
                <a:close/>
                <a:moveTo>
                  <a:pt x="723900" y="400050"/>
                </a:moveTo>
                <a:lnTo>
                  <a:pt x="752475" y="400050"/>
                </a:lnTo>
                <a:lnTo>
                  <a:pt x="752475" y="409575"/>
                </a:lnTo>
                <a:lnTo>
                  <a:pt x="723900" y="409575"/>
                </a:lnTo>
                <a:close/>
                <a:moveTo>
                  <a:pt x="171450" y="409575"/>
                </a:moveTo>
                <a:lnTo>
                  <a:pt x="180975" y="409575"/>
                </a:lnTo>
                <a:lnTo>
                  <a:pt x="180975" y="419100"/>
                </a:lnTo>
                <a:lnTo>
                  <a:pt x="171450" y="419100"/>
                </a:lnTo>
                <a:close/>
                <a:moveTo>
                  <a:pt x="438150" y="409575"/>
                </a:moveTo>
                <a:lnTo>
                  <a:pt x="466725" y="409575"/>
                </a:lnTo>
                <a:lnTo>
                  <a:pt x="466725" y="428625"/>
                </a:lnTo>
                <a:lnTo>
                  <a:pt x="447675" y="428625"/>
                </a:lnTo>
                <a:lnTo>
                  <a:pt x="447675" y="419100"/>
                </a:lnTo>
                <a:lnTo>
                  <a:pt x="438150" y="419100"/>
                </a:lnTo>
                <a:close/>
                <a:moveTo>
                  <a:pt x="552450" y="409575"/>
                </a:moveTo>
                <a:lnTo>
                  <a:pt x="561975" y="409575"/>
                </a:lnTo>
                <a:lnTo>
                  <a:pt x="561975" y="419100"/>
                </a:lnTo>
                <a:lnTo>
                  <a:pt x="552450" y="419100"/>
                </a:lnTo>
                <a:close/>
                <a:moveTo>
                  <a:pt x="771525" y="409575"/>
                </a:moveTo>
                <a:lnTo>
                  <a:pt x="781050" y="409575"/>
                </a:lnTo>
                <a:lnTo>
                  <a:pt x="781050" y="419100"/>
                </a:lnTo>
                <a:lnTo>
                  <a:pt x="771525" y="419100"/>
                </a:lnTo>
                <a:close/>
                <a:moveTo>
                  <a:pt x="790575" y="409575"/>
                </a:moveTo>
                <a:lnTo>
                  <a:pt x="809625" y="409575"/>
                </a:lnTo>
                <a:lnTo>
                  <a:pt x="809625" y="419100"/>
                </a:lnTo>
                <a:lnTo>
                  <a:pt x="790575" y="419100"/>
                </a:lnTo>
                <a:close/>
                <a:moveTo>
                  <a:pt x="571500" y="419100"/>
                </a:moveTo>
                <a:lnTo>
                  <a:pt x="581025" y="419100"/>
                </a:lnTo>
                <a:lnTo>
                  <a:pt x="581025" y="428625"/>
                </a:lnTo>
                <a:lnTo>
                  <a:pt x="571500" y="428625"/>
                </a:lnTo>
                <a:close/>
                <a:moveTo>
                  <a:pt x="781050" y="419100"/>
                </a:moveTo>
                <a:lnTo>
                  <a:pt x="790575" y="419100"/>
                </a:lnTo>
                <a:lnTo>
                  <a:pt x="790575" y="428625"/>
                </a:lnTo>
                <a:lnTo>
                  <a:pt x="781050" y="428625"/>
                </a:lnTo>
                <a:close/>
                <a:moveTo>
                  <a:pt x="914400" y="419100"/>
                </a:moveTo>
                <a:lnTo>
                  <a:pt x="923925" y="419100"/>
                </a:lnTo>
                <a:lnTo>
                  <a:pt x="923925" y="428625"/>
                </a:lnTo>
                <a:lnTo>
                  <a:pt x="914400" y="428625"/>
                </a:lnTo>
                <a:close/>
                <a:moveTo>
                  <a:pt x="695325" y="428625"/>
                </a:moveTo>
                <a:lnTo>
                  <a:pt x="704850" y="428625"/>
                </a:lnTo>
                <a:lnTo>
                  <a:pt x="704850" y="438150"/>
                </a:lnTo>
                <a:lnTo>
                  <a:pt x="695325" y="438150"/>
                </a:lnTo>
                <a:close/>
                <a:moveTo>
                  <a:pt x="609600" y="438150"/>
                </a:moveTo>
                <a:lnTo>
                  <a:pt x="619125" y="438150"/>
                </a:lnTo>
                <a:lnTo>
                  <a:pt x="619125" y="447675"/>
                </a:lnTo>
                <a:lnTo>
                  <a:pt x="609600" y="447675"/>
                </a:lnTo>
                <a:close/>
                <a:moveTo>
                  <a:pt x="276225" y="466725"/>
                </a:moveTo>
                <a:lnTo>
                  <a:pt x="285750" y="466725"/>
                </a:lnTo>
                <a:lnTo>
                  <a:pt x="285750" y="485775"/>
                </a:lnTo>
                <a:lnTo>
                  <a:pt x="276225" y="485775"/>
                </a:lnTo>
                <a:close/>
                <a:moveTo>
                  <a:pt x="600075" y="466725"/>
                </a:moveTo>
                <a:lnTo>
                  <a:pt x="628650" y="466725"/>
                </a:lnTo>
                <a:lnTo>
                  <a:pt x="628650" y="485775"/>
                </a:lnTo>
                <a:lnTo>
                  <a:pt x="619125" y="485775"/>
                </a:lnTo>
                <a:lnTo>
                  <a:pt x="619125" y="476250"/>
                </a:lnTo>
                <a:lnTo>
                  <a:pt x="600075" y="476250"/>
                </a:lnTo>
                <a:close/>
                <a:moveTo>
                  <a:pt x="647700" y="476250"/>
                </a:moveTo>
                <a:lnTo>
                  <a:pt x="676275" y="476250"/>
                </a:lnTo>
                <a:lnTo>
                  <a:pt x="676275" y="495300"/>
                </a:lnTo>
                <a:lnTo>
                  <a:pt x="647700" y="495300"/>
                </a:lnTo>
                <a:close/>
                <a:moveTo>
                  <a:pt x="847725" y="476250"/>
                </a:moveTo>
                <a:lnTo>
                  <a:pt x="876300" y="476250"/>
                </a:lnTo>
                <a:lnTo>
                  <a:pt x="876300" y="495300"/>
                </a:lnTo>
                <a:lnTo>
                  <a:pt x="847725" y="495300"/>
                </a:lnTo>
                <a:close/>
                <a:moveTo>
                  <a:pt x="685800" y="495300"/>
                </a:moveTo>
                <a:lnTo>
                  <a:pt x="695325" y="495300"/>
                </a:lnTo>
                <a:lnTo>
                  <a:pt x="695325" y="533400"/>
                </a:lnTo>
                <a:lnTo>
                  <a:pt x="685800" y="533400"/>
                </a:lnTo>
                <a:lnTo>
                  <a:pt x="685800" y="523875"/>
                </a:lnTo>
                <a:lnTo>
                  <a:pt x="676275" y="523875"/>
                </a:lnTo>
                <a:lnTo>
                  <a:pt x="676275" y="514350"/>
                </a:lnTo>
                <a:lnTo>
                  <a:pt x="685800" y="514350"/>
                </a:lnTo>
                <a:close/>
                <a:moveTo>
                  <a:pt x="704850" y="495300"/>
                </a:moveTo>
                <a:lnTo>
                  <a:pt x="714375" y="495300"/>
                </a:lnTo>
                <a:lnTo>
                  <a:pt x="714375" y="504825"/>
                </a:lnTo>
                <a:lnTo>
                  <a:pt x="704850" y="504825"/>
                </a:lnTo>
                <a:close/>
                <a:moveTo>
                  <a:pt x="180975" y="514350"/>
                </a:moveTo>
                <a:lnTo>
                  <a:pt x="219075" y="514350"/>
                </a:lnTo>
                <a:lnTo>
                  <a:pt x="219075" y="523875"/>
                </a:lnTo>
                <a:lnTo>
                  <a:pt x="209550" y="523875"/>
                </a:lnTo>
                <a:lnTo>
                  <a:pt x="209550" y="552450"/>
                </a:lnTo>
                <a:lnTo>
                  <a:pt x="200025" y="552450"/>
                </a:lnTo>
                <a:lnTo>
                  <a:pt x="200025" y="542925"/>
                </a:lnTo>
                <a:lnTo>
                  <a:pt x="190500" y="542925"/>
                </a:lnTo>
                <a:lnTo>
                  <a:pt x="190500" y="552450"/>
                </a:lnTo>
                <a:lnTo>
                  <a:pt x="180975" y="552450"/>
                </a:lnTo>
                <a:close/>
                <a:moveTo>
                  <a:pt x="1133475" y="523875"/>
                </a:moveTo>
                <a:lnTo>
                  <a:pt x="1143000" y="523875"/>
                </a:lnTo>
                <a:lnTo>
                  <a:pt x="1143000" y="533400"/>
                </a:lnTo>
                <a:lnTo>
                  <a:pt x="1133475" y="533400"/>
                </a:lnTo>
                <a:close/>
                <a:moveTo>
                  <a:pt x="133350" y="542925"/>
                </a:moveTo>
                <a:lnTo>
                  <a:pt x="142875" y="542925"/>
                </a:lnTo>
                <a:lnTo>
                  <a:pt x="142875" y="552450"/>
                </a:lnTo>
                <a:lnTo>
                  <a:pt x="133350" y="552450"/>
                </a:lnTo>
                <a:close/>
                <a:moveTo>
                  <a:pt x="161925" y="542925"/>
                </a:moveTo>
                <a:lnTo>
                  <a:pt x="171450" y="542925"/>
                </a:lnTo>
                <a:lnTo>
                  <a:pt x="171450" y="552450"/>
                </a:lnTo>
                <a:lnTo>
                  <a:pt x="161925" y="552450"/>
                </a:lnTo>
                <a:close/>
                <a:moveTo>
                  <a:pt x="828675" y="552450"/>
                </a:moveTo>
                <a:lnTo>
                  <a:pt x="847725" y="552450"/>
                </a:lnTo>
                <a:lnTo>
                  <a:pt x="847725" y="561975"/>
                </a:lnTo>
                <a:lnTo>
                  <a:pt x="857250" y="561975"/>
                </a:lnTo>
                <a:lnTo>
                  <a:pt x="857250" y="609600"/>
                </a:lnTo>
                <a:lnTo>
                  <a:pt x="866775" y="609600"/>
                </a:lnTo>
                <a:lnTo>
                  <a:pt x="866775" y="619125"/>
                </a:lnTo>
                <a:lnTo>
                  <a:pt x="847725" y="619125"/>
                </a:lnTo>
                <a:lnTo>
                  <a:pt x="847725" y="628650"/>
                </a:lnTo>
                <a:lnTo>
                  <a:pt x="838200" y="628650"/>
                </a:lnTo>
                <a:lnTo>
                  <a:pt x="838200" y="619125"/>
                </a:lnTo>
                <a:lnTo>
                  <a:pt x="828675" y="619125"/>
                </a:lnTo>
                <a:lnTo>
                  <a:pt x="828675" y="600075"/>
                </a:lnTo>
                <a:lnTo>
                  <a:pt x="819150" y="600075"/>
                </a:lnTo>
                <a:lnTo>
                  <a:pt x="819150" y="571500"/>
                </a:lnTo>
                <a:lnTo>
                  <a:pt x="828675" y="571500"/>
                </a:lnTo>
                <a:close/>
                <a:moveTo>
                  <a:pt x="885825" y="561975"/>
                </a:moveTo>
                <a:lnTo>
                  <a:pt x="904875" y="561975"/>
                </a:lnTo>
                <a:lnTo>
                  <a:pt x="904875" y="571500"/>
                </a:lnTo>
                <a:lnTo>
                  <a:pt x="923925" y="571500"/>
                </a:lnTo>
                <a:lnTo>
                  <a:pt x="923925" y="581025"/>
                </a:lnTo>
                <a:lnTo>
                  <a:pt x="933450" y="581025"/>
                </a:lnTo>
                <a:lnTo>
                  <a:pt x="933450" y="590550"/>
                </a:lnTo>
                <a:lnTo>
                  <a:pt x="923925" y="590550"/>
                </a:lnTo>
                <a:lnTo>
                  <a:pt x="923925" y="609600"/>
                </a:lnTo>
                <a:lnTo>
                  <a:pt x="914400" y="609600"/>
                </a:lnTo>
                <a:lnTo>
                  <a:pt x="914400" y="628650"/>
                </a:lnTo>
                <a:lnTo>
                  <a:pt x="895350" y="628650"/>
                </a:lnTo>
                <a:lnTo>
                  <a:pt x="895350" y="638175"/>
                </a:lnTo>
                <a:lnTo>
                  <a:pt x="885825" y="638175"/>
                </a:lnTo>
                <a:lnTo>
                  <a:pt x="885825" y="647700"/>
                </a:lnTo>
                <a:lnTo>
                  <a:pt x="866775" y="647700"/>
                </a:lnTo>
                <a:lnTo>
                  <a:pt x="866775" y="628650"/>
                </a:lnTo>
                <a:lnTo>
                  <a:pt x="876300" y="628650"/>
                </a:lnTo>
                <a:lnTo>
                  <a:pt x="876300" y="609600"/>
                </a:lnTo>
                <a:lnTo>
                  <a:pt x="885825" y="609600"/>
                </a:lnTo>
                <a:lnTo>
                  <a:pt x="885825" y="600075"/>
                </a:lnTo>
                <a:lnTo>
                  <a:pt x="904875" y="600075"/>
                </a:lnTo>
                <a:lnTo>
                  <a:pt x="904875" y="590550"/>
                </a:lnTo>
                <a:lnTo>
                  <a:pt x="895350" y="590550"/>
                </a:lnTo>
                <a:lnTo>
                  <a:pt x="895350" y="571500"/>
                </a:lnTo>
                <a:lnTo>
                  <a:pt x="885825" y="571500"/>
                </a:lnTo>
                <a:close/>
                <a:moveTo>
                  <a:pt x="114300" y="571500"/>
                </a:moveTo>
                <a:lnTo>
                  <a:pt x="123825" y="571500"/>
                </a:lnTo>
                <a:lnTo>
                  <a:pt x="123825" y="581025"/>
                </a:lnTo>
                <a:lnTo>
                  <a:pt x="114300" y="581025"/>
                </a:lnTo>
                <a:close/>
                <a:moveTo>
                  <a:pt x="676275" y="571500"/>
                </a:moveTo>
                <a:lnTo>
                  <a:pt x="704850" y="571500"/>
                </a:lnTo>
                <a:lnTo>
                  <a:pt x="704850" y="590550"/>
                </a:lnTo>
                <a:lnTo>
                  <a:pt x="676275" y="590550"/>
                </a:lnTo>
                <a:close/>
                <a:moveTo>
                  <a:pt x="561975" y="581025"/>
                </a:moveTo>
                <a:lnTo>
                  <a:pt x="590550" y="581025"/>
                </a:lnTo>
                <a:lnTo>
                  <a:pt x="590550" y="609600"/>
                </a:lnTo>
                <a:lnTo>
                  <a:pt x="581025" y="609600"/>
                </a:lnTo>
                <a:lnTo>
                  <a:pt x="581025" y="590550"/>
                </a:lnTo>
                <a:lnTo>
                  <a:pt x="561975" y="590550"/>
                </a:lnTo>
                <a:close/>
                <a:moveTo>
                  <a:pt x="390525" y="590550"/>
                </a:moveTo>
                <a:lnTo>
                  <a:pt x="400050" y="590550"/>
                </a:lnTo>
                <a:lnTo>
                  <a:pt x="400050" y="600075"/>
                </a:lnTo>
                <a:lnTo>
                  <a:pt x="390525" y="600075"/>
                </a:lnTo>
                <a:close/>
                <a:moveTo>
                  <a:pt x="771525" y="590550"/>
                </a:moveTo>
                <a:lnTo>
                  <a:pt x="790575" y="590550"/>
                </a:lnTo>
                <a:lnTo>
                  <a:pt x="790575" y="609600"/>
                </a:lnTo>
                <a:lnTo>
                  <a:pt x="800100" y="609600"/>
                </a:lnTo>
                <a:lnTo>
                  <a:pt x="800100" y="619125"/>
                </a:lnTo>
                <a:lnTo>
                  <a:pt x="809625" y="619125"/>
                </a:lnTo>
                <a:lnTo>
                  <a:pt x="809625" y="638175"/>
                </a:lnTo>
                <a:lnTo>
                  <a:pt x="800100" y="638175"/>
                </a:lnTo>
                <a:lnTo>
                  <a:pt x="800100" y="628650"/>
                </a:lnTo>
                <a:lnTo>
                  <a:pt x="790575" y="628650"/>
                </a:lnTo>
                <a:lnTo>
                  <a:pt x="790575" y="619125"/>
                </a:lnTo>
                <a:lnTo>
                  <a:pt x="781050" y="619125"/>
                </a:lnTo>
                <a:lnTo>
                  <a:pt x="781050" y="609600"/>
                </a:lnTo>
                <a:lnTo>
                  <a:pt x="771525" y="609600"/>
                </a:lnTo>
                <a:close/>
                <a:moveTo>
                  <a:pt x="657225" y="609600"/>
                </a:moveTo>
                <a:lnTo>
                  <a:pt x="666750" y="609600"/>
                </a:lnTo>
                <a:lnTo>
                  <a:pt x="666750" y="619125"/>
                </a:lnTo>
                <a:lnTo>
                  <a:pt x="676275" y="619125"/>
                </a:lnTo>
                <a:lnTo>
                  <a:pt x="676275" y="628650"/>
                </a:lnTo>
                <a:lnTo>
                  <a:pt x="666750" y="628650"/>
                </a:lnTo>
                <a:lnTo>
                  <a:pt x="666750" y="638175"/>
                </a:lnTo>
                <a:lnTo>
                  <a:pt x="647700" y="638175"/>
                </a:lnTo>
                <a:lnTo>
                  <a:pt x="647700" y="619125"/>
                </a:lnTo>
                <a:lnTo>
                  <a:pt x="657225" y="619125"/>
                </a:lnTo>
                <a:close/>
                <a:moveTo>
                  <a:pt x="257175" y="619125"/>
                </a:moveTo>
                <a:lnTo>
                  <a:pt x="276225" y="619125"/>
                </a:lnTo>
                <a:lnTo>
                  <a:pt x="276225" y="628650"/>
                </a:lnTo>
                <a:lnTo>
                  <a:pt x="257175" y="628650"/>
                </a:lnTo>
                <a:close/>
                <a:moveTo>
                  <a:pt x="371475" y="619125"/>
                </a:moveTo>
                <a:lnTo>
                  <a:pt x="390525" y="619125"/>
                </a:lnTo>
                <a:lnTo>
                  <a:pt x="390525" y="628650"/>
                </a:lnTo>
                <a:lnTo>
                  <a:pt x="400050" y="628650"/>
                </a:lnTo>
                <a:lnTo>
                  <a:pt x="400050" y="638175"/>
                </a:lnTo>
                <a:lnTo>
                  <a:pt x="361950" y="638175"/>
                </a:lnTo>
                <a:lnTo>
                  <a:pt x="361950" y="628650"/>
                </a:lnTo>
                <a:lnTo>
                  <a:pt x="371475" y="628650"/>
                </a:lnTo>
                <a:close/>
                <a:moveTo>
                  <a:pt x="1009650" y="619125"/>
                </a:moveTo>
                <a:lnTo>
                  <a:pt x="1019175" y="619125"/>
                </a:lnTo>
                <a:lnTo>
                  <a:pt x="1019175" y="628650"/>
                </a:lnTo>
                <a:lnTo>
                  <a:pt x="1009650" y="628650"/>
                </a:lnTo>
                <a:close/>
                <a:moveTo>
                  <a:pt x="257175" y="638175"/>
                </a:moveTo>
                <a:lnTo>
                  <a:pt x="285750" y="638175"/>
                </a:lnTo>
                <a:lnTo>
                  <a:pt x="285750" y="647700"/>
                </a:lnTo>
                <a:lnTo>
                  <a:pt x="257175" y="647700"/>
                </a:lnTo>
                <a:close/>
                <a:moveTo>
                  <a:pt x="361950" y="647700"/>
                </a:moveTo>
                <a:lnTo>
                  <a:pt x="371475" y="647700"/>
                </a:lnTo>
                <a:lnTo>
                  <a:pt x="371475" y="657225"/>
                </a:lnTo>
                <a:lnTo>
                  <a:pt x="361950" y="657225"/>
                </a:lnTo>
                <a:close/>
                <a:moveTo>
                  <a:pt x="352425" y="657225"/>
                </a:moveTo>
                <a:lnTo>
                  <a:pt x="361950" y="657225"/>
                </a:lnTo>
                <a:lnTo>
                  <a:pt x="361950" y="676275"/>
                </a:lnTo>
                <a:lnTo>
                  <a:pt x="352425" y="676275"/>
                </a:lnTo>
                <a:lnTo>
                  <a:pt x="352425" y="685800"/>
                </a:lnTo>
                <a:lnTo>
                  <a:pt x="342900" y="685800"/>
                </a:lnTo>
                <a:lnTo>
                  <a:pt x="342900" y="666750"/>
                </a:lnTo>
                <a:lnTo>
                  <a:pt x="352425" y="666750"/>
                </a:lnTo>
                <a:close/>
                <a:moveTo>
                  <a:pt x="1457325" y="657225"/>
                </a:moveTo>
                <a:lnTo>
                  <a:pt x="1466850" y="657225"/>
                </a:lnTo>
                <a:lnTo>
                  <a:pt x="1466850" y="685800"/>
                </a:lnTo>
                <a:lnTo>
                  <a:pt x="1457325" y="685800"/>
                </a:lnTo>
                <a:lnTo>
                  <a:pt x="1457325" y="676275"/>
                </a:lnTo>
                <a:lnTo>
                  <a:pt x="1447800" y="676275"/>
                </a:lnTo>
                <a:lnTo>
                  <a:pt x="1447800" y="666750"/>
                </a:lnTo>
                <a:lnTo>
                  <a:pt x="1457325" y="666750"/>
                </a:lnTo>
                <a:close/>
                <a:moveTo>
                  <a:pt x="885825" y="666750"/>
                </a:moveTo>
                <a:lnTo>
                  <a:pt x="904875" y="666750"/>
                </a:lnTo>
                <a:lnTo>
                  <a:pt x="904875" y="685800"/>
                </a:lnTo>
                <a:lnTo>
                  <a:pt x="885825" y="685800"/>
                </a:lnTo>
                <a:close/>
                <a:moveTo>
                  <a:pt x="1685925" y="666750"/>
                </a:moveTo>
                <a:lnTo>
                  <a:pt x="1695450" y="666750"/>
                </a:lnTo>
                <a:lnTo>
                  <a:pt x="1695450" y="676275"/>
                </a:lnTo>
                <a:lnTo>
                  <a:pt x="1685925" y="676275"/>
                </a:lnTo>
                <a:close/>
                <a:moveTo>
                  <a:pt x="495300" y="676275"/>
                </a:moveTo>
                <a:lnTo>
                  <a:pt x="533400" y="676275"/>
                </a:lnTo>
                <a:lnTo>
                  <a:pt x="533400" y="685800"/>
                </a:lnTo>
                <a:lnTo>
                  <a:pt x="523875" y="685800"/>
                </a:lnTo>
                <a:lnTo>
                  <a:pt x="523875" y="695325"/>
                </a:lnTo>
                <a:lnTo>
                  <a:pt x="504825" y="695325"/>
                </a:lnTo>
                <a:lnTo>
                  <a:pt x="504825" y="685800"/>
                </a:lnTo>
                <a:lnTo>
                  <a:pt x="495300" y="685800"/>
                </a:lnTo>
                <a:close/>
                <a:moveTo>
                  <a:pt x="962025" y="676275"/>
                </a:moveTo>
                <a:lnTo>
                  <a:pt x="971550" y="676275"/>
                </a:lnTo>
                <a:lnTo>
                  <a:pt x="971550" y="685800"/>
                </a:lnTo>
                <a:lnTo>
                  <a:pt x="962025" y="685800"/>
                </a:lnTo>
                <a:close/>
                <a:moveTo>
                  <a:pt x="1676400" y="676275"/>
                </a:moveTo>
                <a:lnTo>
                  <a:pt x="1685925" y="676275"/>
                </a:lnTo>
                <a:lnTo>
                  <a:pt x="1685925" y="695325"/>
                </a:lnTo>
                <a:lnTo>
                  <a:pt x="1676400" y="695325"/>
                </a:lnTo>
                <a:close/>
                <a:moveTo>
                  <a:pt x="552450" y="685800"/>
                </a:moveTo>
                <a:lnTo>
                  <a:pt x="581025" y="685800"/>
                </a:lnTo>
                <a:lnTo>
                  <a:pt x="581025" y="695325"/>
                </a:lnTo>
                <a:lnTo>
                  <a:pt x="552450" y="695325"/>
                </a:lnTo>
                <a:close/>
                <a:moveTo>
                  <a:pt x="657225" y="685800"/>
                </a:moveTo>
                <a:lnTo>
                  <a:pt x="676275" y="685800"/>
                </a:lnTo>
                <a:lnTo>
                  <a:pt x="676275" y="695325"/>
                </a:lnTo>
                <a:lnTo>
                  <a:pt x="666750" y="695325"/>
                </a:lnTo>
                <a:lnTo>
                  <a:pt x="666750" y="714375"/>
                </a:lnTo>
                <a:lnTo>
                  <a:pt x="657225" y="714375"/>
                </a:lnTo>
                <a:lnTo>
                  <a:pt x="657225" y="723900"/>
                </a:lnTo>
                <a:lnTo>
                  <a:pt x="666750" y="723900"/>
                </a:lnTo>
                <a:lnTo>
                  <a:pt x="666750" y="733425"/>
                </a:lnTo>
                <a:lnTo>
                  <a:pt x="638175" y="733425"/>
                </a:lnTo>
                <a:lnTo>
                  <a:pt x="638175" y="723900"/>
                </a:lnTo>
                <a:lnTo>
                  <a:pt x="619125" y="723900"/>
                </a:lnTo>
                <a:lnTo>
                  <a:pt x="619125" y="714375"/>
                </a:lnTo>
                <a:lnTo>
                  <a:pt x="638175" y="714375"/>
                </a:lnTo>
                <a:lnTo>
                  <a:pt x="638175" y="704850"/>
                </a:lnTo>
                <a:lnTo>
                  <a:pt x="657225" y="704850"/>
                </a:lnTo>
                <a:close/>
                <a:moveTo>
                  <a:pt x="704850" y="685800"/>
                </a:moveTo>
                <a:lnTo>
                  <a:pt x="714375" y="685800"/>
                </a:lnTo>
                <a:lnTo>
                  <a:pt x="714375" y="695325"/>
                </a:lnTo>
                <a:lnTo>
                  <a:pt x="704850" y="695325"/>
                </a:lnTo>
                <a:close/>
                <a:moveTo>
                  <a:pt x="400050" y="695325"/>
                </a:moveTo>
                <a:lnTo>
                  <a:pt x="419100" y="695325"/>
                </a:lnTo>
                <a:lnTo>
                  <a:pt x="419100" y="704850"/>
                </a:lnTo>
                <a:lnTo>
                  <a:pt x="400050" y="704850"/>
                </a:lnTo>
                <a:close/>
                <a:moveTo>
                  <a:pt x="781050" y="695325"/>
                </a:moveTo>
                <a:lnTo>
                  <a:pt x="790575" y="695325"/>
                </a:lnTo>
                <a:lnTo>
                  <a:pt x="790575" y="704850"/>
                </a:lnTo>
                <a:lnTo>
                  <a:pt x="781050" y="704850"/>
                </a:lnTo>
                <a:close/>
                <a:moveTo>
                  <a:pt x="1009650" y="695325"/>
                </a:moveTo>
                <a:lnTo>
                  <a:pt x="1019175" y="695325"/>
                </a:lnTo>
                <a:lnTo>
                  <a:pt x="1019175" y="704850"/>
                </a:lnTo>
                <a:lnTo>
                  <a:pt x="1009650" y="704850"/>
                </a:lnTo>
                <a:close/>
                <a:moveTo>
                  <a:pt x="942975" y="704850"/>
                </a:moveTo>
                <a:lnTo>
                  <a:pt x="952500" y="704850"/>
                </a:lnTo>
                <a:lnTo>
                  <a:pt x="952500" y="714375"/>
                </a:lnTo>
                <a:lnTo>
                  <a:pt x="942975" y="714375"/>
                </a:lnTo>
                <a:close/>
                <a:moveTo>
                  <a:pt x="200025" y="714375"/>
                </a:moveTo>
                <a:lnTo>
                  <a:pt x="238125" y="714375"/>
                </a:lnTo>
                <a:lnTo>
                  <a:pt x="238125" y="723900"/>
                </a:lnTo>
                <a:lnTo>
                  <a:pt x="219075" y="723900"/>
                </a:lnTo>
                <a:lnTo>
                  <a:pt x="219075" y="733425"/>
                </a:lnTo>
                <a:lnTo>
                  <a:pt x="200025" y="733425"/>
                </a:lnTo>
                <a:close/>
                <a:moveTo>
                  <a:pt x="1238250" y="714375"/>
                </a:moveTo>
                <a:lnTo>
                  <a:pt x="1257300" y="714375"/>
                </a:lnTo>
                <a:lnTo>
                  <a:pt x="1257300" y="733425"/>
                </a:lnTo>
                <a:lnTo>
                  <a:pt x="1238250" y="733425"/>
                </a:lnTo>
                <a:close/>
                <a:moveTo>
                  <a:pt x="581025" y="733425"/>
                </a:moveTo>
                <a:lnTo>
                  <a:pt x="590550" y="733425"/>
                </a:lnTo>
                <a:lnTo>
                  <a:pt x="590550" y="752475"/>
                </a:lnTo>
                <a:lnTo>
                  <a:pt x="571500" y="752475"/>
                </a:lnTo>
                <a:lnTo>
                  <a:pt x="571500" y="762000"/>
                </a:lnTo>
                <a:lnTo>
                  <a:pt x="542925" y="762000"/>
                </a:lnTo>
                <a:lnTo>
                  <a:pt x="542925" y="771525"/>
                </a:lnTo>
                <a:lnTo>
                  <a:pt x="514350" y="771525"/>
                </a:lnTo>
                <a:lnTo>
                  <a:pt x="514350" y="762000"/>
                </a:lnTo>
                <a:lnTo>
                  <a:pt x="533400" y="762000"/>
                </a:lnTo>
                <a:lnTo>
                  <a:pt x="533400" y="752475"/>
                </a:lnTo>
                <a:lnTo>
                  <a:pt x="552450" y="752475"/>
                </a:lnTo>
                <a:lnTo>
                  <a:pt x="552450" y="742950"/>
                </a:lnTo>
                <a:lnTo>
                  <a:pt x="581025" y="742950"/>
                </a:lnTo>
                <a:close/>
                <a:moveTo>
                  <a:pt x="914400" y="733425"/>
                </a:moveTo>
                <a:lnTo>
                  <a:pt x="923925" y="733425"/>
                </a:lnTo>
                <a:lnTo>
                  <a:pt x="923925" y="742950"/>
                </a:lnTo>
                <a:lnTo>
                  <a:pt x="914400" y="742950"/>
                </a:lnTo>
                <a:close/>
                <a:moveTo>
                  <a:pt x="1152525" y="733425"/>
                </a:moveTo>
                <a:lnTo>
                  <a:pt x="1162050" y="733425"/>
                </a:lnTo>
                <a:lnTo>
                  <a:pt x="1162050" y="742950"/>
                </a:lnTo>
                <a:lnTo>
                  <a:pt x="1152525" y="742950"/>
                </a:lnTo>
                <a:close/>
                <a:moveTo>
                  <a:pt x="171450" y="742950"/>
                </a:moveTo>
                <a:lnTo>
                  <a:pt x="180975" y="742950"/>
                </a:lnTo>
                <a:lnTo>
                  <a:pt x="180975" y="752475"/>
                </a:lnTo>
                <a:lnTo>
                  <a:pt x="171450" y="752475"/>
                </a:lnTo>
                <a:close/>
                <a:moveTo>
                  <a:pt x="428625" y="742950"/>
                </a:moveTo>
                <a:lnTo>
                  <a:pt x="447675" y="742950"/>
                </a:lnTo>
                <a:lnTo>
                  <a:pt x="447675" y="752475"/>
                </a:lnTo>
                <a:lnTo>
                  <a:pt x="428625" y="752475"/>
                </a:lnTo>
                <a:close/>
                <a:moveTo>
                  <a:pt x="819150" y="742950"/>
                </a:moveTo>
                <a:lnTo>
                  <a:pt x="828675" y="742950"/>
                </a:lnTo>
                <a:lnTo>
                  <a:pt x="828675" y="752475"/>
                </a:lnTo>
                <a:lnTo>
                  <a:pt x="819150" y="752475"/>
                </a:lnTo>
                <a:close/>
                <a:moveTo>
                  <a:pt x="1114425" y="742950"/>
                </a:moveTo>
                <a:lnTo>
                  <a:pt x="1133475" y="742950"/>
                </a:lnTo>
                <a:lnTo>
                  <a:pt x="1133475" y="752475"/>
                </a:lnTo>
                <a:lnTo>
                  <a:pt x="1114425" y="752475"/>
                </a:lnTo>
                <a:close/>
                <a:moveTo>
                  <a:pt x="1162050" y="742950"/>
                </a:moveTo>
                <a:lnTo>
                  <a:pt x="1171575" y="742950"/>
                </a:lnTo>
                <a:lnTo>
                  <a:pt x="1171575" y="752475"/>
                </a:lnTo>
                <a:lnTo>
                  <a:pt x="1162050" y="752475"/>
                </a:lnTo>
                <a:close/>
                <a:moveTo>
                  <a:pt x="333375" y="752475"/>
                </a:moveTo>
                <a:lnTo>
                  <a:pt x="390525" y="752475"/>
                </a:lnTo>
                <a:lnTo>
                  <a:pt x="390525" y="762000"/>
                </a:lnTo>
                <a:lnTo>
                  <a:pt x="381000" y="762000"/>
                </a:lnTo>
                <a:lnTo>
                  <a:pt x="381000" y="771525"/>
                </a:lnTo>
                <a:lnTo>
                  <a:pt x="352425" y="771525"/>
                </a:lnTo>
                <a:lnTo>
                  <a:pt x="352425" y="762000"/>
                </a:lnTo>
                <a:lnTo>
                  <a:pt x="333375" y="762000"/>
                </a:lnTo>
                <a:close/>
                <a:moveTo>
                  <a:pt x="457200" y="752475"/>
                </a:moveTo>
                <a:lnTo>
                  <a:pt x="476250" y="752475"/>
                </a:lnTo>
                <a:lnTo>
                  <a:pt x="476250" y="781050"/>
                </a:lnTo>
                <a:lnTo>
                  <a:pt x="466725" y="781050"/>
                </a:lnTo>
                <a:lnTo>
                  <a:pt x="466725" y="771525"/>
                </a:lnTo>
                <a:lnTo>
                  <a:pt x="457200" y="771525"/>
                </a:lnTo>
                <a:close/>
                <a:moveTo>
                  <a:pt x="514350" y="781050"/>
                </a:moveTo>
                <a:lnTo>
                  <a:pt x="533400" y="781050"/>
                </a:lnTo>
                <a:lnTo>
                  <a:pt x="533400" y="790575"/>
                </a:lnTo>
                <a:lnTo>
                  <a:pt x="514350" y="790575"/>
                </a:lnTo>
                <a:close/>
                <a:moveTo>
                  <a:pt x="133350" y="790575"/>
                </a:moveTo>
                <a:lnTo>
                  <a:pt x="142875" y="790575"/>
                </a:lnTo>
                <a:lnTo>
                  <a:pt x="142875" y="800100"/>
                </a:lnTo>
                <a:lnTo>
                  <a:pt x="133350" y="800100"/>
                </a:lnTo>
                <a:close/>
                <a:moveTo>
                  <a:pt x="1685925" y="838200"/>
                </a:moveTo>
                <a:lnTo>
                  <a:pt x="1695450" y="838200"/>
                </a:lnTo>
                <a:lnTo>
                  <a:pt x="1695450" y="847725"/>
                </a:lnTo>
                <a:lnTo>
                  <a:pt x="1685925" y="847725"/>
                </a:lnTo>
                <a:close/>
                <a:moveTo>
                  <a:pt x="1676400" y="857250"/>
                </a:moveTo>
                <a:lnTo>
                  <a:pt x="1695450" y="857250"/>
                </a:lnTo>
                <a:lnTo>
                  <a:pt x="1695450" y="866775"/>
                </a:lnTo>
                <a:lnTo>
                  <a:pt x="1676400" y="866775"/>
                </a:lnTo>
                <a:close/>
                <a:moveTo>
                  <a:pt x="514350" y="866775"/>
                </a:moveTo>
                <a:lnTo>
                  <a:pt x="533400" y="866775"/>
                </a:lnTo>
                <a:lnTo>
                  <a:pt x="533400" y="885825"/>
                </a:lnTo>
                <a:lnTo>
                  <a:pt x="514350" y="885825"/>
                </a:lnTo>
                <a:close/>
                <a:moveTo>
                  <a:pt x="400050" y="904875"/>
                </a:moveTo>
                <a:lnTo>
                  <a:pt x="419100" y="904875"/>
                </a:lnTo>
                <a:lnTo>
                  <a:pt x="419100" y="923925"/>
                </a:lnTo>
                <a:lnTo>
                  <a:pt x="400050" y="923925"/>
                </a:lnTo>
                <a:close/>
                <a:moveTo>
                  <a:pt x="190500" y="923925"/>
                </a:moveTo>
                <a:lnTo>
                  <a:pt x="228600" y="923925"/>
                </a:lnTo>
                <a:lnTo>
                  <a:pt x="228600" y="933450"/>
                </a:lnTo>
                <a:lnTo>
                  <a:pt x="209550" y="933450"/>
                </a:lnTo>
                <a:lnTo>
                  <a:pt x="209550" y="942975"/>
                </a:lnTo>
                <a:lnTo>
                  <a:pt x="228600" y="942975"/>
                </a:lnTo>
                <a:lnTo>
                  <a:pt x="228600" y="952500"/>
                </a:lnTo>
                <a:lnTo>
                  <a:pt x="200025" y="952500"/>
                </a:lnTo>
                <a:lnTo>
                  <a:pt x="200025" y="942975"/>
                </a:lnTo>
                <a:lnTo>
                  <a:pt x="190500" y="942975"/>
                </a:lnTo>
                <a:close/>
                <a:moveTo>
                  <a:pt x="304800" y="923925"/>
                </a:moveTo>
                <a:lnTo>
                  <a:pt x="314325" y="923925"/>
                </a:lnTo>
                <a:lnTo>
                  <a:pt x="314325" y="933450"/>
                </a:lnTo>
                <a:lnTo>
                  <a:pt x="304800" y="933450"/>
                </a:lnTo>
                <a:close/>
                <a:moveTo>
                  <a:pt x="1200150" y="971550"/>
                </a:moveTo>
                <a:lnTo>
                  <a:pt x="1209675" y="971550"/>
                </a:lnTo>
                <a:lnTo>
                  <a:pt x="1209675" y="981075"/>
                </a:lnTo>
                <a:lnTo>
                  <a:pt x="1200150" y="981075"/>
                </a:lnTo>
                <a:close/>
                <a:moveTo>
                  <a:pt x="1266825" y="971550"/>
                </a:moveTo>
                <a:lnTo>
                  <a:pt x="1276350" y="971550"/>
                </a:lnTo>
                <a:lnTo>
                  <a:pt x="1276350" y="981075"/>
                </a:lnTo>
                <a:lnTo>
                  <a:pt x="1266825" y="981075"/>
                </a:lnTo>
                <a:close/>
                <a:moveTo>
                  <a:pt x="1447800" y="971550"/>
                </a:moveTo>
                <a:lnTo>
                  <a:pt x="1466850" y="971550"/>
                </a:lnTo>
                <a:lnTo>
                  <a:pt x="1466850" y="981075"/>
                </a:lnTo>
                <a:lnTo>
                  <a:pt x="1457325" y="981075"/>
                </a:lnTo>
                <a:lnTo>
                  <a:pt x="1457325" y="990600"/>
                </a:lnTo>
                <a:lnTo>
                  <a:pt x="1447800" y="990600"/>
                </a:lnTo>
                <a:close/>
                <a:moveTo>
                  <a:pt x="1562100" y="971550"/>
                </a:moveTo>
                <a:lnTo>
                  <a:pt x="1571625" y="971550"/>
                </a:lnTo>
                <a:lnTo>
                  <a:pt x="1571625" y="981075"/>
                </a:lnTo>
                <a:lnTo>
                  <a:pt x="1562100" y="981075"/>
                </a:lnTo>
                <a:close/>
                <a:moveTo>
                  <a:pt x="1571625" y="981075"/>
                </a:moveTo>
                <a:lnTo>
                  <a:pt x="1581150" y="981075"/>
                </a:lnTo>
                <a:lnTo>
                  <a:pt x="1581150" y="990600"/>
                </a:lnTo>
                <a:lnTo>
                  <a:pt x="1571625" y="990600"/>
                </a:lnTo>
                <a:close/>
                <a:moveTo>
                  <a:pt x="276225" y="990600"/>
                </a:moveTo>
                <a:lnTo>
                  <a:pt x="285750" y="990600"/>
                </a:lnTo>
                <a:lnTo>
                  <a:pt x="285750" y="1000125"/>
                </a:lnTo>
                <a:lnTo>
                  <a:pt x="276225" y="1000125"/>
                </a:lnTo>
                <a:close/>
                <a:moveTo>
                  <a:pt x="847725" y="990600"/>
                </a:moveTo>
                <a:lnTo>
                  <a:pt x="857250" y="990600"/>
                </a:lnTo>
                <a:lnTo>
                  <a:pt x="857250" y="1019175"/>
                </a:lnTo>
                <a:lnTo>
                  <a:pt x="866775" y="1019175"/>
                </a:lnTo>
                <a:lnTo>
                  <a:pt x="866775" y="1038225"/>
                </a:lnTo>
                <a:lnTo>
                  <a:pt x="847725" y="1038225"/>
                </a:lnTo>
                <a:lnTo>
                  <a:pt x="847725" y="1028700"/>
                </a:lnTo>
                <a:lnTo>
                  <a:pt x="838200" y="1028700"/>
                </a:lnTo>
                <a:lnTo>
                  <a:pt x="838200" y="1000125"/>
                </a:lnTo>
                <a:lnTo>
                  <a:pt x="847725" y="1000125"/>
                </a:lnTo>
                <a:close/>
                <a:moveTo>
                  <a:pt x="266700" y="1000125"/>
                </a:moveTo>
                <a:lnTo>
                  <a:pt x="276225" y="1000125"/>
                </a:lnTo>
                <a:lnTo>
                  <a:pt x="276225" y="1009650"/>
                </a:lnTo>
                <a:lnTo>
                  <a:pt x="266700" y="1009650"/>
                </a:lnTo>
                <a:close/>
                <a:moveTo>
                  <a:pt x="914400" y="1000125"/>
                </a:moveTo>
                <a:lnTo>
                  <a:pt x="923925" y="1000125"/>
                </a:lnTo>
                <a:lnTo>
                  <a:pt x="923925" y="1009650"/>
                </a:lnTo>
                <a:lnTo>
                  <a:pt x="933450" y="1009650"/>
                </a:lnTo>
                <a:lnTo>
                  <a:pt x="933450" y="1038225"/>
                </a:lnTo>
                <a:lnTo>
                  <a:pt x="923925" y="1038225"/>
                </a:lnTo>
                <a:lnTo>
                  <a:pt x="923925" y="1047750"/>
                </a:lnTo>
                <a:lnTo>
                  <a:pt x="914400" y="1047750"/>
                </a:lnTo>
                <a:lnTo>
                  <a:pt x="914400" y="1038225"/>
                </a:lnTo>
                <a:lnTo>
                  <a:pt x="904875" y="1038225"/>
                </a:lnTo>
                <a:lnTo>
                  <a:pt x="904875" y="1028700"/>
                </a:lnTo>
                <a:lnTo>
                  <a:pt x="914400" y="1028700"/>
                </a:lnTo>
                <a:close/>
                <a:moveTo>
                  <a:pt x="1685925" y="1000125"/>
                </a:moveTo>
                <a:lnTo>
                  <a:pt x="1695450" y="1000125"/>
                </a:lnTo>
                <a:lnTo>
                  <a:pt x="1695450" y="1047750"/>
                </a:lnTo>
                <a:lnTo>
                  <a:pt x="1685925" y="1047750"/>
                </a:lnTo>
                <a:lnTo>
                  <a:pt x="1685925" y="1038225"/>
                </a:lnTo>
                <a:lnTo>
                  <a:pt x="1676400" y="1038225"/>
                </a:lnTo>
                <a:lnTo>
                  <a:pt x="1676400" y="1009650"/>
                </a:lnTo>
                <a:lnTo>
                  <a:pt x="1685925" y="1009650"/>
                </a:lnTo>
                <a:close/>
                <a:moveTo>
                  <a:pt x="1590675" y="1028700"/>
                </a:moveTo>
                <a:lnTo>
                  <a:pt x="1600200" y="1028700"/>
                </a:lnTo>
                <a:lnTo>
                  <a:pt x="1600200" y="1038225"/>
                </a:lnTo>
                <a:lnTo>
                  <a:pt x="1590675" y="1038225"/>
                </a:lnTo>
                <a:close/>
                <a:moveTo>
                  <a:pt x="342900" y="1047750"/>
                </a:moveTo>
                <a:lnTo>
                  <a:pt x="409575" y="1047750"/>
                </a:lnTo>
                <a:lnTo>
                  <a:pt x="409575" y="1057275"/>
                </a:lnTo>
                <a:lnTo>
                  <a:pt x="400050" y="1057275"/>
                </a:lnTo>
                <a:lnTo>
                  <a:pt x="400050" y="1066800"/>
                </a:lnTo>
                <a:lnTo>
                  <a:pt x="390525" y="1066800"/>
                </a:lnTo>
                <a:lnTo>
                  <a:pt x="390525" y="1085850"/>
                </a:lnTo>
                <a:lnTo>
                  <a:pt x="381000" y="1085850"/>
                </a:lnTo>
                <a:lnTo>
                  <a:pt x="381000" y="1095375"/>
                </a:lnTo>
                <a:lnTo>
                  <a:pt x="371475" y="1095375"/>
                </a:lnTo>
                <a:lnTo>
                  <a:pt x="371475" y="1085850"/>
                </a:lnTo>
                <a:lnTo>
                  <a:pt x="352425" y="1085850"/>
                </a:lnTo>
                <a:lnTo>
                  <a:pt x="352425" y="1076325"/>
                </a:lnTo>
                <a:lnTo>
                  <a:pt x="342900" y="1076325"/>
                </a:lnTo>
                <a:close/>
                <a:moveTo>
                  <a:pt x="704850" y="1047750"/>
                </a:moveTo>
                <a:lnTo>
                  <a:pt x="723900" y="1047750"/>
                </a:lnTo>
                <a:lnTo>
                  <a:pt x="723900" y="1057275"/>
                </a:lnTo>
                <a:lnTo>
                  <a:pt x="704850" y="1057275"/>
                </a:lnTo>
                <a:close/>
                <a:moveTo>
                  <a:pt x="790575" y="1047750"/>
                </a:moveTo>
                <a:lnTo>
                  <a:pt x="800100" y="1047750"/>
                </a:lnTo>
                <a:lnTo>
                  <a:pt x="800100" y="1057275"/>
                </a:lnTo>
                <a:lnTo>
                  <a:pt x="790575" y="1057275"/>
                </a:lnTo>
                <a:close/>
                <a:moveTo>
                  <a:pt x="1285875" y="1047750"/>
                </a:moveTo>
                <a:lnTo>
                  <a:pt x="1295400" y="1047750"/>
                </a:lnTo>
                <a:lnTo>
                  <a:pt x="1295400" y="1057275"/>
                </a:lnTo>
                <a:lnTo>
                  <a:pt x="1285875" y="1057275"/>
                </a:lnTo>
                <a:close/>
                <a:moveTo>
                  <a:pt x="1371600" y="1047750"/>
                </a:moveTo>
                <a:lnTo>
                  <a:pt x="1390650" y="1047750"/>
                </a:lnTo>
                <a:lnTo>
                  <a:pt x="1390650" y="1057275"/>
                </a:lnTo>
                <a:lnTo>
                  <a:pt x="1371600" y="1057275"/>
                </a:lnTo>
                <a:close/>
                <a:moveTo>
                  <a:pt x="1695450" y="1047750"/>
                </a:moveTo>
                <a:lnTo>
                  <a:pt x="1714500" y="1047750"/>
                </a:lnTo>
                <a:lnTo>
                  <a:pt x="1714500" y="1114425"/>
                </a:lnTo>
                <a:lnTo>
                  <a:pt x="1704975" y="1114425"/>
                </a:lnTo>
                <a:lnTo>
                  <a:pt x="1704975" y="1095375"/>
                </a:lnTo>
                <a:lnTo>
                  <a:pt x="1695450" y="1095375"/>
                </a:lnTo>
                <a:close/>
                <a:moveTo>
                  <a:pt x="276225" y="1057275"/>
                </a:moveTo>
                <a:lnTo>
                  <a:pt x="304800" y="1057275"/>
                </a:lnTo>
                <a:lnTo>
                  <a:pt x="304800" y="1066800"/>
                </a:lnTo>
                <a:lnTo>
                  <a:pt x="276225" y="1066800"/>
                </a:lnTo>
                <a:close/>
                <a:moveTo>
                  <a:pt x="257175" y="1066800"/>
                </a:moveTo>
                <a:lnTo>
                  <a:pt x="266700" y="1066800"/>
                </a:lnTo>
                <a:lnTo>
                  <a:pt x="266700" y="1085850"/>
                </a:lnTo>
                <a:lnTo>
                  <a:pt x="257175" y="1085850"/>
                </a:lnTo>
                <a:close/>
                <a:moveTo>
                  <a:pt x="495300" y="1066800"/>
                </a:moveTo>
                <a:lnTo>
                  <a:pt x="504825" y="1066800"/>
                </a:lnTo>
                <a:lnTo>
                  <a:pt x="504825" y="1076325"/>
                </a:lnTo>
                <a:lnTo>
                  <a:pt x="495300" y="1076325"/>
                </a:lnTo>
                <a:close/>
                <a:moveTo>
                  <a:pt x="514350" y="1066800"/>
                </a:moveTo>
                <a:lnTo>
                  <a:pt x="533400" y="1066800"/>
                </a:lnTo>
                <a:lnTo>
                  <a:pt x="533400" y="1076325"/>
                </a:lnTo>
                <a:lnTo>
                  <a:pt x="542925" y="1076325"/>
                </a:lnTo>
                <a:lnTo>
                  <a:pt x="542925" y="1085850"/>
                </a:lnTo>
                <a:lnTo>
                  <a:pt x="514350" y="1085850"/>
                </a:lnTo>
                <a:close/>
                <a:moveTo>
                  <a:pt x="733425" y="1066800"/>
                </a:moveTo>
                <a:lnTo>
                  <a:pt x="752475" y="1066800"/>
                </a:lnTo>
                <a:lnTo>
                  <a:pt x="752475" y="1076325"/>
                </a:lnTo>
                <a:lnTo>
                  <a:pt x="771525" y="1076325"/>
                </a:lnTo>
                <a:lnTo>
                  <a:pt x="771525" y="1085850"/>
                </a:lnTo>
                <a:lnTo>
                  <a:pt x="723900" y="1085850"/>
                </a:lnTo>
                <a:lnTo>
                  <a:pt x="723900" y="1076325"/>
                </a:lnTo>
                <a:lnTo>
                  <a:pt x="733425" y="1076325"/>
                </a:lnTo>
                <a:close/>
                <a:moveTo>
                  <a:pt x="847725" y="1066800"/>
                </a:moveTo>
                <a:lnTo>
                  <a:pt x="857250" y="1066800"/>
                </a:lnTo>
                <a:lnTo>
                  <a:pt x="857250" y="1076325"/>
                </a:lnTo>
                <a:lnTo>
                  <a:pt x="847725" y="1076325"/>
                </a:lnTo>
                <a:close/>
                <a:moveTo>
                  <a:pt x="304800" y="1076325"/>
                </a:moveTo>
                <a:lnTo>
                  <a:pt x="314325" y="1076325"/>
                </a:lnTo>
                <a:lnTo>
                  <a:pt x="314325" y="1085850"/>
                </a:lnTo>
                <a:lnTo>
                  <a:pt x="304800" y="1085850"/>
                </a:lnTo>
                <a:close/>
                <a:moveTo>
                  <a:pt x="352425" y="1076325"/>
                </a:moveTo>
                <a:lnTo>
                  <a:pt x="381000" y="1076325"/>
                </a:lnTo>
                <a:lnTo>
                  <a:pt x="381000" y="1066800"/>
                </a:lnTo>
                <a:lnTo>
                  <a:pt x="352425" y="1066800"/>
                </a:lnTo>
                <a:close/>
                <a:moveTo>
                  <a:pt x="485775" y="1076325"/>
                </a:moveTo>
                <a:lnTo>
                  <a:pt x="495300" y="1076325"/>
                </a:lnTo>
                <a:lnTo>
                  <a:pt x="495300" y="1085850"/>
                </a:lnTo>
                <a:lnTo>
                  <a:pt x="485775" y="1085850"/>
                </a:lnTo>
                <a:close/>
                <a:moveTo>
                  <a:pt x="676275" y="1076325"/>
                </a:moveTo>
                <a:lnTo>
                  <a:pt x="685800" y="1076325"/>
                </a:lnTo>
                <a:lnTo>
                  <a:pt x="685800" y="1085850"/>
                </a:lnTo>
                <a:lnTo>
                  <a:pt x="676275" y="1085850"/>
                </a:lnTo>
                <a:close/>
                <a:moveTo>
                  <a:pt x="1143000" y="1076325"/>
                </a:moveTo>
                <a:lnTo>
                  <a:pt x="1162050" y="1076325"/>
                </a:lnTo>
                <a:lnTo>
                  <a:pt x="1162050" y="1085850"/>
                </a:lnTo>
                <a:lnTo>
                  <a:pt x="1152525" y="1085850"/>
                </a:lnTo>
                <a:lnTo>
                  <a:pt x="1152525" y="1095375"/>
                </a:lnTo>
                <a:lnTo>
                  <a:pt x="1143000" y="1095375"/>
                </a:lnTo>
                <a:close/>
                <a:moveTo>
                  <a:pt x="390525" y="1085850"/>
                </a:moveTo>
                <a:lnTo>
                  <a:pt x="400050" y="1085850"/>
                </a:lnTo>
                <a:lnTo>
                  <a:pt x="400050" y="1095375"/>
                </a:lnTo>
                <a:lnTo>
                  <a:pt x="390525" y="1095375"/>
                </a:lnTo>
                <a:close/>
                <a:moveTo>
                  <a:pt x="476250" y="1085850"/>
                </a:moveTo>
                <a:lnTo>
                  <a:pt x="485775" y="1085850"/>
                </a:lnTo>
                <a:lnTo>
                  <a:pt x="485775" y="1095375"/>
                </a:lnTo>
                <a:lnTo>
                  <a:pt x="476250" y="1095375"/>
                </a:lnTo>
                <a:close/>
                <a:moveTo>
                  <a:pt x="1457325" y="1085850"/>
                </a:moveTo>
                <a:lnTo>
                  <a:pt x="1466850" y="1085850"/>
                </a:lnTo>
                <a:lnTo>
                  <a:pt x="1466850" y="1104900"/>
                </a:lnTo>
                <a:lnTo>
                  <a:pt x="1476375" y="1104900"/>
                </a:lnTo>
                <a:lnTo>
                  <a:pt x="1476375" y="1123950"/>
                </a:lnTo>
                <a:lnTo>
                  <a:pt x="1466850" y="1123950"/>
                </a:lnTo>
                <a:lnTo>
                  <a:pt x="1466850" y="1152525"/>
                </a:lnTo>
                <a:lnTo>
                  <a:pt x="1457325" y="1152525"/>
                </a:lnTo>
                <a:lnTo>
                  <a:pt x="1457325" y="1133475"/>
                </a:lnTo>
                <a:lnTo>
                  <a:pt x="1447800" y="1133475"/>
                </a:lnTo>
                <a:lnTo>
                  <a:pt x="1447800" y="1095375"/>
                </a:lnTo>
                <a:lnTo>
                  <a:pt x="1457325" y="1095375"/>
                </a:lnTo>
                <a:close/>
                <a:moveTo>
                  <a:pt x="1562100" y="1085850"/>
                </a:moveTo>
                <a:lnTo>
                  <a:pt x="1590675" y="1085850"/>
                </a:lnTo>
                <a:lnTo>
                  <a:pt x="1590675" y="1114425"/>
                </a:lnTo>
                <a:lnTo>
                  <a:pt x="1581150" y="1114425"/>
                </a:lnTo>
                <a:lnTo>
                  <a:pt x="1581150" y="1123950"/>
                </a:lnTo>
                <a:lnTo>
                  <a:pt x="1571625" y="1123950"/>
                </a:lnTo>
                <a:lnTo>
                  <a:pt x="1571625" y="1133475"/>
                </a:lnTo>
                <a:lnTo>
                  <a:pt x="1562100" y="1133475"/>
                </a:lnTo>
                <a:close/>
                <a:moveTo>
                  <a:pt x="457200" y="1095375"/>
                </a:moveTo>
                <a:lnTo>
                  <a:pt x="476250" y="1095375"/>
                </a:lnTo>
                <a:lnTo>
                  <a:pt x="476250" y="1104900"/>
                </a:lnTo>
                <a:lnTo>
                  <a:pt x="457200" y="1104900"/>
                </a:lnTo>
                <a:close/>
                <a:moveTo>
                  <a:pt x="771525" y="1095375"/>
                </a:moveTo>
                <a:lnTo>
                  <a:pt x="781050" y="1095375"/>
                </a:lnTo>
                <a:lnTo>
                  <a:pt x="781050" y="1104900"/>
                </a:lnTo>
                <a:lnTo>
                  <a:pt x="819150" y="1104900"/>
                </a:lnTo>
                <a:lnTo>
                  <a:pt x="819150" y="1114425"/>
                </a:lnTo>
                <a:lnTo>
                  <a:pt x="800100" y="1114425"/>
                </a:lnTo>
                <a:lnTo>
                  <a:pt x="800100" y="1123950"/>
                </a:lnTo>
                <a:lnTo>
                  <a:pt x="771525" y="1123950"/>
                </a:lnTo>
                <a:close/>
                <a:moveTo>
                  <a:pt x="609600" y="1104900"/>
                </a:moveTo>
                <a:lnTo>
                  <a:pt x="619125" y="1104900"/>
                </a:lnTo>
                <a:lnTo>
                  <a:pt x="619125" y="1114425"/>
                </a:lnTo>
                <a:lnTo>
                  <a:pt x="609600" y="1114425"/>
                </a:lnTo>
                <a:close/>
                <a:moveTo>
                  <a:pt x="628650" y="1104900"/>
                </a:moveTo>
                <a:lnTo>
                  <a:pt x="638175" y="1104900"/>
                </a:lnTo>
                <a:lnTo>
                  <a:pt x="638175" y="1114425"/>
                </a:lnTo>
                <a:lnTo>
                  <a:pt x="628650" y="1114425"/>
                </a:lnTo>
                <a:close/>
                <a:moveTo>
                  <a:pt x="1571625" y="1104900"/>
                </a:moveTo>
                <a:lnTo>
                  <a:pt x="1581150" y="1104900"/>
                </a:lnTo>
                <a:lnTo>
                  <a:pt x="1581150" y="1095375"/>
                </a:lnTo>
                <a:lnTo>
                  <a:pt x="1571625" y="1095375"/>
                </a:lnTo>
                <a:close/>
                <a:moveTo>
                  <a:pt x="1219200" y="1114425"/>
                </a:moveTo>
                <a:lnTo>
                  <a:pt x="1228725" y="1114425"/>
                </a:lnTo>
                <a:lnTo>
                  <a:pt x="1228725" y="1123950"/>
                </a:lnTo>
                <a:lnTo>
                  <a:pt x="1219200" y="1123950"/>
                </a:lnTo>
                <a:close/>
                <a:moveTo>
                  <a:pt x="1476375" y="1123950"/>
                </a:moveTo>
                <a:lnTo>
                  <a:pt x="1485900" y="1123950"/>
                </a:lnTo>
                <a:lnTo>
                  <a:pt x="1485900" y="1133475"/>
                </a:lnTo>
                <a:lnTo>
                  <a:pt x="1476375" y="1133475"/>
                </a:lnTo>
                <a:close/>
                <a:moveTo>
                  <a:pt x="342900" y="1133475"/>
                </a:moveTo>
                <a:lnTo>
                  <a:pt x="371475" y="1133475"/>
                </a:lnTo>
                <a:lnTo>
                  <a:pt x="371475" y="1143000"/>
                </a:lnTo>
                <a:lnTo>
                  <a:pt x="342900" y="1143000"/>
                </a:lnTo>
                <a:close/>
                <a:moveTo>
                  <a:pt x="371475" y="1143000"/>
                </a:moveTo>
                <a:lnTo>
                  <a:pt x="381000" y="1143000"/>
                </a:lnTo>
                <a:lnTo>
                  <a:pt x="381000" y="1152525"/>
                </a:lnTo>
                <a:lnTo>
                  <a:pt x="371475" y="1152525"/>
                </a:lnTo>
                <a:close/>
                <a:moveTo>
                  <a:pt x="523875" y="1143000"/>
                </a:moveTo>
                <a:lnTo>
                  <a:pt x="600075" y="1143000"/>
                </a:lnTo>
                <a:lnTo>
                  <a:pt x="600075" y="1152525"/>
                </a:lnTo>
                <a:lnTo>
                  <a:pt x="533400" y="1152525"/>
                </a:lnTo>
                <a:lnTo>
                  <a:pt x="533400" y="1171575"/>
                </a:lnTo>
                <a:lnTo>
                  <a:pt x="514350" y="1171575"/>
                </a:lnTo>
                <a:lnTo>
                  <a:pt x="514350" y="1162050"/>
                </a:lnTo>
                <a:lnTo>
                  <a:pt x="523875" y="1162050"/>
                </a:lnTo>
                <a:close/>
                <a:moveTo>
                  <a:pt x="666750" y="1143000"/>
                </a:moveTo>
                <a:lnTo>
                  <a:pt x="762000" y="1143000"/>
                </a:lnTo>
                <a:lnTo>
                  <a:pt x="762000" y="1152525"/>
                </a:lnTo>
                <a:lnTo>
                  <a:pt x="771525" y="1152525"/>
                </a:lnTo>
                <a:lnTo>
                  <a:pt x="771525" y="1143000"/>
                </a:lnTo>
                <a:lnTo>
                  <a:pt x="781050" y="1143000"/>
                </a:lnTo>
                <a:lnTo>
                  <a:pt x="781050" y="1152525"/>
                </a:lnTo>
                <a:lnTo>
                  <a:pt x="790575" y="1152525"/>
                </a:lnTo>
                <a:lnTo>
                  <a:pt x="790575" y="1162050"/>
                </a:lnTo>
                <a:lnTo>
                  <a:pt x="771525" y="1162050"/>
                </a:lnTo>
                <a:lnTo>
                  <a:pt x="771525" y="1171575"/>
                </a:lnTo>
                <a:lnTo>
                  <a:pt x="781050" y="1171575"/>
                </a:lnTo>
                <a:lnTo>
                  <a:pt x="781050" y="1181100"/>
                </a:lnTo>
                <a:lnTo>
                  <a:pt x="752475" y="1181100"/>
                </a:lnTo>
                <a:lnTo>
                  <a:pt x="752475" y="1152525"/>
                </a:lnTo>
                <a:lnTo>
                  <a:pt x="742950" y="1152525"/>
                </a:lnTo>
                <a:lnTo>
                  <a:pt x="742950" y="1162050"/>
                </a:lnTo>
                <a:lnTo>
                  <a:pt x="685800" y="1162050"/>
                </a:lnTo>
                <a:lnTo>
                  <a:pt x="685800" y="1152525"/>
                </a:lnTo>
                <a:lnTo>
                  <a:pt x="666750" y="1152525"/>
                </a:lnTo>
                <a:close/>
                <a:moveTo>
                  <a:pt x="1543050" y="1143000"/>
                </a:moveTo>
                <a:lnTo>
                  <a:pt x="1552575" y="1143000"/>
                </a:lnTo>
                <a:lnTo>
                  <a:pt x="1552575" y="1152525"/>
                </a:lnTo>
                <a:lnTo>
                  <a:pt x="1543050" y="1152525"/>
                </a:lnTo>
                <a:close/>
                <a:moveTo>
                  <a:pt x="428625" y="1152525"/>
                </a:moveTo>
                <a:lnTo>
                  <a:pt x="438150" y="1152525"/>
                </a:lnTo>
                <a:lnTo>
                  <a:pt x="438150" y="1162050"/>
                </a:lnTo>
                <a:lnTo>
                  <a:pt x="428625" y="1162050"/>
                </a:lnTo>
                <a:close/>
                <a:moveTo>
                  <a:pt x="1647825" y="1152525"/>
                </a:moveTo>
                <a:lnTo>
                  <a:pt x="1657350" y="1152525"/>
                </a:lnTo>
                <a:lnTo>
                  <a:pt x="1657350" y="1171575"/>
                </a:lnTo>
                <a:lnTo>
                  <a:pt x="1647825" y="1171575"/>
                </a:lnTo>
                <a:close/>
                <a:moveTo>
                  <a:pt x="447675" y="1162050"/>
                </a:moveTo>
                <a:lnTo>
                  <a:pt x="457200" y="1162050"/>
                </a:lnTo>
                <a:lnTo>
                  <a:pt x="457200" y="1171575"/>
                </a:lnTo>
                <a:lnTo>
                  <a:pt x="447675" y="1171575"/>
                </a:lnTo>
                <a:close/>
                <a:moveTo>
                  <a:pt x="457200" y="1171575"/>
                </a:moveTo>
                <a:lnTo>
                  <a:pt x="466725" y="1171575"/>
                </a:lnTo>
                <a:lnTo>
                  <a:pt x="466725" y="1190625"/>
                </a:lnTo>
                <a:lnTo>
                  <a:pt x="495300" y="1190625"/>
                </a:lnTo>
                <a:lnTo>
                  <a:pt x="495300" y="1200150"/>
                </a:lnTo>
                <a:lnTo>
                  <a:pt x="457200" y="1200150"/>
                </a:lnTo>
                <a:close/>
                <a:moveTo>
                  <a:pt x="1638300" y="1171575"/>
                </a:moveTo>
                <a:lnTo>
                  <a:pt x="1647825" y="1171575"/>
                </a:lnTo>
                <a:lnTo>
                  <a:pt x="1647825" y="1190625"/>
                </a:lnTo>
                <a:lnTo>
                  <a:pt x="1638300" y="1190625"/>
                </a:lnTo>
                <a:close/>
                <a:moveTo>
                  <a:pt x="866775" y="1181100"/>
                </a:moveTo>
                <a:lnTo>
                  <a:pt x="876300" y="1181100"/>
                </a:lnTo>
                <a:lnTo>
                  <a:pt x="876300" y="1190625"/>
                </a:lnTo>
                <a:lnTo>
                  <a:pt x="866775" y="1190625"/>
                </a:lnTo>
                <a:close/>
                <a:moveTo>
                  <a:pt x="742950" y="1190625"/>
                </a:moveTo>
                <a:lnTo>
                  <a:pt x="752475" y="1190625"/>
                </a:lnTo>
                <a:lnTo>
                  <a:pt x="752475" y="1200150"/>
                </a:lnTo>
                <a:lnTo>
                  <a:pt x="742950" y="1200150"/>
                </a:lnTo>
                <a:close/>
                <a:moveTo>
                  <a:pt x="819150" y="1190625"/>
                </a:moveTo>
                <a:lnTo>
                  <a:pt x="847725" y="1190625"/>
                </a:lnTo>
                <a:lnTo>
                  <a:pt x="847725" y="1200150"/>
                </a:lnTo>
                <a:lnTo>
                  <a:pt x="828675" y="1200150"/>
                </a:lnTo>
                <a:lnTo>
                  <a:pt x="828675" y="1209675"/>
                </a:lnTo>
                <a:lnTo>
                  <a:pt x="819150" y="1209675"/>
                </a:lnTo>
                <a:close/>
                <a:moveTo>
                  <a:pt x="1647825" y="1190625"/>
                </a:moveTo>
                <a:lnTo>
                  <a:pt x="1657350" y="1190625"/>
                </a:lnTo>
                <a:lnTo>
                  <a:pt x="1657350" y="1200150"/>
                </a:lnTo>
                <a:lnTo>
                  <a:pt x="1647825" y="1200150"/>
                </a:lnTo>
                <a:close/>
                <a:moveTo>
                  <a:pt x="723900" y="1200150"/>
                </a:moveTo>
                <a:lnTo>
                  <a:pt x="733425" y="1200150"/>
                </a:lnTo>
                <a:lnTo>
                  <a:pt x="733425" y="1209675"/>
                </a:lnTo>
                <a:lnTo>
                  <a:pt x="723900" y="1209675"/>
                </a:lnTo>
                <a:close/>
                <a:moveTo>
                  <a:pt x="876300" y="1200150"/>
                </a:moveTo>
                <a:lnTo>
                  <a:pt x="885825" y="1200150"/>
                </a:lnTo>
                <a:lnTo>
                  <a:pt x="885825" y="1209675"/>
                </a:lnTo>
                <a:lnTo>
                  <a:pt x="876300" y="1209675"/>
                </a:lnTo>
                <a:close/>
                <a:moveTo>
                  <a:pt x="1485900" y="1200150"/>
                </a:moveTo>
                <a:lnTo>
                  <a:pt x="1495425" y="1200150"/>
                </a:lnTo>
                <a:lnTo>
                  <a:pt x="1495425" y="1219200"/>
                </a:lnTo>
                <a:lnTo>
                  <a:pt x="1485900" y="1219200"/>
                </a:lnTo>
                <a:lnTo>
                  <a:pt x="1485900" y="1238250"/>
                </a:lnTo>
                <a:lnTo>
                  <a:pt x="1466850" y="1238250"/>
                </a:lnTo>
                <a:lnTo>
                  <a:pt x="1466850" y="1228725"/>
                </a:lnTo>
                <a:lnTo>
                  <a:pt x="1476375" y="1228725"/>
                </a:lnTo>
                <a:lnTo>
                  <a:pt x="1476375" y="1209675"/>
                </a:lnTo>
                <a:lnTo>
                  <a:pt x="1485900" y="1209675"/>
                </a:lnTo>
                <a:close/>
                <a:moveTo>
                  <a:pt x="409575" y="1228725"/>
                </a:moveTo>
                <a:lnTo>
                  <a:pt x="419100" y="1228725"/>
                </a:lnTo>
                <a:lnTo>
                  <a:pt x="419100" y="1238250"/>
                </a:lnTo>
                <a:lnTo>
                  <a:pt x="428625" y="1238250"/>
                </a:lnTo>
                <a:lnTo>
                  <a:pt x="428625" y="1257300"/>
                </a:lnTo>
                <a:lnTo>
                  <a:pt x="409575" y="1257300"/>
                </a:lnTo>
                <a:close/>
                <a:moveTo>
                  <a:pt x="533400" y="1238250"/>
                </a:moveTo>
                <a:lnTo>
                  <a:pt x="542925" y="1238250"/>
                </a:lnTo>
                <a:lnTo>
                  <a:pt x="542925" y="1247775"/>
                </a:lnTo>
                <a:lnTo>
                  <a:pt x="533400" y="1247775"/>
                </a:lnTo>
                <a:close/>
                <a:moveTo>
                  <a:pt x="1457325" y="1238250"/>
                </a:moveTo>
                <a:lnTo>
                  <a:pt x="1466850" y="1238250"/>
                </a:lnTo>
                <a:lnTo>
                  <a:pt x="1466850" y="1247775"/>
                </a:lnTo>
                <a:lnTo>
                  <a:pt x="1457325" y="1247775"/>
                </a:lnTo>
                <a:close/>
                <a:moveTo>
                  <a:pt x="962025" y="1247775"/>
                </a:moveTo>
                <a:lnTo>
                  <a:pt x="981075" y="1247775"/>
                </a:lnTo>
                <a:lnTo>
                  <a:pt x="981075" y="1285875"/>
                </a:lnTo>
                <a:lnTo>
                  <a:pt x="962025" y="1285875"/>
                </a:lnTo>
                <a:close/>
                <a:moveTo>
                  <a:pt x="1066800" y="1247775"/>
                </a:moveTo>
                <a:lnTo>
                  <a:pt x="1076325" y="1247775"/>
                </a:lnTo>
                <a:lnTo>
                  <a:pt x="1076325" y="1257300"/>
                </a:lnTo>
                <a:lnTo>
                  <a:pt x="1095375" y="1257300"/>
                </a:lnTo>
                <a:lnTo>
                  <a:pt x="1095375" y="1276350"/>
                </a:lnTo>
                <a:lnTo>
                  <a:pt x="1076325" y="1276350"/>
                </a:lnTo>
                <a:lnTo>
                  <a:pt x="1076325" y="1266825"/>
                </a:lnTo>
                <a:lnTo>
                  <a:pt x="1066800" y="1266825"/>
                </a:lnTo>
                <a:close/>
                <a:moveTo>
                  <a:pt x="1543050" y="1247775"/>
                </a:moveTo>
                <a:lnTo>
                  <a:pt x="1562100" y="1247775"/>
                </a:lnTo>
                <a:lnTo>
                  <a:pt x="1562100" y="1257300"/>
                </a:lnTo>
                <a:lnTo>
                  <a:pt x="1543050" y="1257300"/>
                </a:lnTo>
                <a:close/>
                <a:moveTo>
                  <a:pt x="704850" y="1257300"/>
                </a:moveTo>
                <a:lnTo>
                  <a:pt x="714375" y="1257300"/>
                </a:lnTo>
                <a:lnTo>
                  <a:pt x="714375" y="1276350"/>
                </a:lnTo>
                <a:lnTo>
                  <a:pt x="723900" y="1276350"/>
                </a:lnTo>
                <a:lnTo>
                  <a:pt x="723900" y="1257300"/>
                </a:lnTo>
                <a:lnTo>
                  <a:pt x="733425" y="1257300"/>
                </a:lnTo>
                <a:lnTo>
                  <a:pt x="733425" y="1295400"/>
                </a:lnTo>
                <a:lnTo>
                  <a:pt x="714375" y="1295400"/>
                </a:lnTo>
                <a:lnTo>
                  <a:pt x="714375" y="1304925"/>
                </a:lnTo>
                <a:lnTo>
                  <a:pt x="704850" y="1304925"/>
                </a:lnTo>
                <a:lnTo>
                  <a:pt x="704850" y="1295400"/>
                </a:lnTo>
                <a:lnTo>
                  <a:pt x="695325" y="1295400"/>
                </a:lnTo>
                <a:lnTo>
                  <a:pt x="695325" y="1276350"/>
                </a:lnTo>
                <a:lnTo>
                  <a:pt x="704850" y="1276350"/>
                </a:lnTo>
                <a:close/>
                <a:moveTo>
                  <a:pt x="171450" y="1266825"/>
                </a:moveTo>
                <a:lnTo>
                  <a:pt x="180975" y="1266825"/>
                </a:lnTo>
                <a:lnTo>
                  <a:pt x="180975" y="1276350"/>
                </a:lnTo>
                <a:lnTo>
                  <a:pt x="171450" y="1276350"/>
                </a:lnTo>
                <a:close/>
                <a:moveTo>
                  <a:pt x="1047750" y="1266825"/>
                </a:moveTo>
                <a:lnTo>
                  <a:pt x="1057275" y="1266825"/>
                </a:lnTo>
                <a:lnTo>
                  <a:pt x="1057275" y="1276350"/>
                </a:lnTo>
                <a:lnTo>
                  <a:pt x="1047750" y="1276350"/>
                </a:lnTo>
                <a:close/>
                <a:moveTo>
                  <a:pt x="1028700" y="1276350"/>
                </a:moveTo>
                <a:lnTo>
                  <a:pt x="1038225" y="1276350"/>
                </a:lnTo>
                <a:lnTo>
                  <a:pt x="1038225" y="1285875"/>
                </a:lnTo>
                <a:lnTo>
                  <a:pt x="1028700" y="1285875"/>
                </a:lnTo>
                <a:close/>
                <a:moveTo>
                  <a:pt x="1438275" y="1276350"/>
                </a:moveTo>
                <a:lnTo>
                  <a:pt x="1457325" y="1276350"/>
                </a:lnTo>
                <a:lnTo>
                  <a:pt x="1457325" y="1285875"/>
                </a:lnTo>
                <a:lnTo>
                  <a:pt x="1438275" y="1285875"/>
                </a:lnTo>
                <a:close/>
                <a:moveTo>
                  <a:pt x="657225" y="1285875"/>
                </a:moveTo>
                <a:lnTo>
                  <a:pt x="666750" y="1285875"/>
                </a:lnTo>
                <a:lnTo>
                  <a:pt x="666750" y="1295400"/>
                </a:lnTo>
                <a:lnTo>
                  <a:pt x="657225" y="1295400"/>
                </a:lnTo>
                <a:close/>
                <a:moveTo>
                  <a:pt x="1028700" y="1295400"/>
                </a:moveTo>
                <a:lnTo>
                  <a:pt x="1047750" y="1295400"/>
                </a:lnTo>
                <a:lnTo>
                  <a:pt x="1047750" y="1304925"/>
                </a:lnTo>
                <a:lnTo>
                  <a:pt x="1038225" y="1304925"/>
                </a:lnTo>
                <a:lnTo>
                  <a:pt x="1038225" y="1314450"/>
                </a:lnTo>
                <a:lnTo>
                  <a:pt x="1028700" y="1314450"/>
                </a:lnTo>
                <a:close/>
                <a:moveTo>
                  <a:pt x="1657350" y="1295400"/>
                </a:moveTo>
                <a:lnTo>
                  <a:pt x="1666875" y="1295400"/>
                </a:lnTo>
                <a:lnTo>
                  <a:pt x="1666875" y="1304925"/>
                </a:lnTo>
                <a:lnTo>
                  <a:pt x="1695450" y="1304925"/>
                </a:lnTo>
                <a:lnTo>
                  <a:pt x="1695450" y="1323975"/>
                </a:lnTo>
                <a:lnTo>
                  <a:pt x="1666875" y="1323975"/>
                </a:lnTo>
                <a:lnTo>
                  <a:pt x="1666875" y="1333500"/>
                </a:lnTo>
                <a:lnTo>
                  <a:pt x="1676400" y="1333500"/>
                </a:lnTo>
                <a:lnTo>
                  <a:pt x="1676400" y="1343025"/>
                </a:lnTo>
                <a:lnTo>
                  <a:pt x="1657350" y="1343025"/>
                </a:lnTo>
                <a:lnTo>
                  <a:pt x="1657350" y="1323975"/>
                </a:lnTo>
                <a:lnTo>
                  <a:pt x="1647825" y="1323975"/>
                </a:lnTo>
                <a:lnTo>
                  <a:pt x="1647825" y="1314450"/>
                </a:lnTo>
                <a:lnTo>
                  <a:pt x="1657350" y="1314450"/>
                </a:lnTo>
                <a:close/>
                <a:moveTo>
                  <a:pt x="781050" y="1304925"/>
                </a:moveTo>
                <a:lnTo>
                  <a:pt x="800100" y="1304925"/>
                </a:lnTo>
                <a:lnTo>
                  <a:pt x="800100" y="1314450"/>
                </a:lnTo>
                <a:lnTo>
                  <a:pt x="790575" y="1314450"/>
                </a:lnTo>
                <a:lnTo>
                  <a:pt x="790575" y="1323975"/>
                </a:lnTo>
                <a:lnTo>
                  <a:pt x="781050" y="1323975"/>
                </a:lnTo>
                <a:close/>
                <a:moveTo>
                  <a:pt x="266700" y="1314450"/>
                </a:moveTo>
                <a:lnTo>
                  <a:pt x="276225" y="1314450"/>
                </a:lnTo>
                <a:lnTo>
                  <a:pt x="276225" y="1333500"/>
                </a:lnTo>
                <a:lnTo>
                  <a:pt x="257175" y="1333500"/>
                </a:lnTo>
                <a:lnTo>
                  <a:pt x="257175" y="1323975"/>
                </a:lnTo>
                <a:lnTo>
                  <a:pt x="266700" y="1323975"/>
                </a:lnTo>
                <a:close/>
                <a:moveTo>
                  <a:pt x="542925" y="1314450"/>
                </a:moveTo>
                <a:lnTo>
                  <a:pt x="552450" y="1314450"/>
                </a:lnTo>
                <a:lnTo>
                  <a:pt x="552450" y="1323975"/>
                </a:lnTo>
                <a:lnTo>
                  <a:pt x="542925" y="1323975"/>
                </a:lnTo>
                <a:close/>
                <a:moveTo>
                  <a:pt x="561975" y="1314450"/>
                </a:moveTo>
                <a:lnTo>
                  <a:pt x="590550" y="1314450"/>
                </a:lnTo>
                <a:lnTo>
                  <a:pt x="590550" y="1323975"/>
                </a:lnTo>
                <a:lnTo>
                  <a:pt x="561975" y="1323975"/>
                </a:lnTo>
                <a:close/>
                <a:moveTo>
                  <a:pt x="714375" y="1314450"/>
                </a:moveTo>
                <a:lnTo>
                  <a:pt x="723900" y="1314450"/>
                </a:lnTo>
                <a:lnTo>
                  <a:pt x="723900" y="1323975"/>
                </a:lnTo>
                <a:lnTo>
                  <a:pt x="714375" y="1323975"/>
                </a:lnTo>
                <a:close/>
                <a:moveTo>
                  <a:pt x="800100" y="1314450"/>
                </a:moveTo>
                <a:lnTo>
                  <a:pt x="809625" y="1314450"/>
                </a:lnTo>
                <a:lnTo>
                  <a:pt x="809625" y="1323975"/>
                </a:lnTo>
                <a:lnTo>
                  <a:pt x="819150" y="1323975"/>
                </a:lnTo>
                <a:lnTo>
                  <a:pt x="819150" y="1333500"/>
                </a:lnTo>
                <a:lnTo>
                  <a:pt x="838200" y="1333500"/>
                </a:lnTo>
                <a:lnTo>
                  <a:pt x="838200" y="1352550"/>
                </a:lnTo>
                <a:lnTo>
                  <a:pt x="828675" y="1352550"/>
                </a:lnTo>
                <a:lnTo>
                  <a:pt x="828675" y="1343025"/>
                </a:lnTo>
                <a:lnTo>
                  <a:pt x="819150" y="1343025"/>
                </a:lnTo>
                <a:lnTo>
                  <a:pt x="819150" y="1352550"/>
                </a:lnTo>
                <a:lnTo>
                  <a:pt x="809625" y="1352550"/>
                </a:lnTo>
                <a:lnTo>
                  <a:pt x="809625" y="1333500"/>
                </a:lnTo>
                <a:lnTo>
                  <a:pt x="790575" y="1333500"/>
                </a:lnTo>
                <a:lnTo>
                  <a:pt x="790575" y="1323975"/>
                </a:lnTo>
                <a:lnTo>
                  <a:pt x="800100" y="1323975"/>
                </a:lnTo>
                <a:close/>
                <a:moveTo>
                  <a:pt x="1076325" y="1314450"/>
                </a:moveTo>
                <a:lnTo>
                  <a:pt x="1095375" y="1314450"/>
                </a:lnTo>
                <a:lnTo>
                  <a:pt x="1095375" y="1333500"/>
                </a:lnTo>
                <a:lnTo>
                  <a:pt x="1085850" y="1333500"/>
                </a:lnTo>
                <a:lnTo>
                  <a:pt x="1085850" y="1323975"/>
                </a:lnTo>
                <a:lnTo>
                  <a:pt x="1076325" y="1323975"/>
                </a:lnTo>
                <a:close/>
                <a:moveTo>
                  <a:pt x="409575" y="1323975"/>
                </a:moveTo>
                <a:lnTo>
                  <a:pt x="447675" y="1323975"/>
                </a:lnTo>
                <a:lnTo>
                  <a:pt x="447675" y="1333500"/>
                </a:lnTo>
                <a:lnTo>
                  <a:pt x="438150" y="1333500"/>
                </a:lnTo>
                <a:lnTo>
                  <a:pt x="438150" y="1343025"/>
                </a:lnTo>
                <a:lnTo>
                  <a:pt x="419100" y="1343025"/>
                </a:lnTo>
                <a:lnTo>
                  <a:pt x="419100" y="1352550"/>
                </a:lnTo>
                <a:lnTo>
                  <a:pt x="381000" y="1352550"/>
                </a:lnTo>
                <a:lnTo>
                  <a:pt x="381000" y="1343025"/>
                </a:lnTo>
                <a:lnTo>
                  <a:pt x="409575" y="1343025"/>
                </a:lnTo>
                <a:close/>
                <a:moveTo>
                  <a:pt x="638175" y="1323975"/>
                </a:moveTo>
                <a:lnTo>
                  <a:pt x="666750" y="1323975"/>
                </a:lnTo>
                <a:lnTo>
                  <a:pt x="666750" y="1333500"/>
                </a:lnTo>
                <a:lnTo>
                  <a:pt x="657225" y="1333500"/>
                </a:lnTo>
                <a:lnTo>
                  <a:pt x="657225" y="1343025"/>
                </a:lnTo>
                <a:lnTo>
                  <a:pt x="647700" y="1343025"/>
                </a:lnTo>
                <a:lnTo>
                  <a:pt x="647700" y="1333500"/>
                </a:lnTo>
                <a:lnTo>
                  <a:pt x="638175" y="1333500"/>
                </a:lnTo>
                <a:close/>
                <a:moveTo>
                  <a:pt x="1695450" y="1323975"/>
                </a:moveTo>
                <a:lnTo>
                  <a:pt x="1704975" y="1323975"/>
                </a:lnTo>
                <a:lnTo>
                  <a:pt x="1704975" y="1333500"/>
                </a:lnTo>
                <a:lnTo>
                  <a:pt x="1695450" y="1333500"/>
                </a:lnTo>
                <a:close/>
                <a:moveTo>
                  <a:pt x="200025" y="1333500"/>
                </a:moveTo>
                <a:lnTo>
                  <a:pt x="209550" y="1333500"/>
                </a:lnTo>
                <a:lnTo>
                  <a:pt x="209550" y="1343025"/>
                </a:lnTo>
                <a:lnTo>
                  <a:pt x="200025" y="1343025"/>
                </a:lnTo>
                <a:close/>
                <a:moveTo>
                  <a:pt x="247650" y="1333500"/>
                </a:moveTo>
                <a:lnTo>
                  <a:pt x="257175" y="1333500"/>
                </a:lnTo>
                <a:lnTo>
                  <a:pt x="257175" y="1343025"/>
                </a:lnTo>
                <a:lnTo>
                  <a:pt x="247650" y="1343025"/>
                </a:lnTo>
                <a:close/>
                <a:moveTo>
                  <a:pt x="342900" y="1333500"/>
                </a:moveTo>
                <a:lnTo>
                  <a:pt x="361950" y="1333500"/>
                </a:lnTo>
                <a:lnTo>
                  <a:pt x="361950" y="1343025"/>
                </a:lnTo>
                <a:lnTo>
                  <a:pt x="371475" y="1343025"/>
                </a:lnTo>
                <a:lnTo>
                  <a:pt x="371475" y="1362075"/>
                </a:lnTo>
                <a:lnTo>
                  <a:pt x="352425" y="1362075"/>
                </a:lnTo>
                <a:lnTo>
                  <a:pt x="352425" y="1352550"/>
                </a:lnTo>
                <a:lnTo>
                  <a:pt x="342900" y="1352550"/>
                </a:lnTo>
                <a:close/>
                <a:moveTo>
                  <a:pt x="447675" y="1333500"/>
                </a:moveTo>
                <a:lnTo>
                  <a:pt x="485775" y="1333500"/>
                </a:lnTo>
                <a:lnTo>
                  <a:pt x="485775" y="1352550"/>
                </a:lnTo>
                <a:lnTo>
                  <a:pt x="447675" y="1352550"/>
                </a:lnTo>
                <a:close/>
                <a:moveTo>
                  <a:pt x="495300" y="1333500"/>
                </a:moveTo>
                <a:lnTo>
                  <a:pt x="514350" y="1333500"/>
                </a:lnTo>
                <a:lnTo>
                  <a:pt x="514350" y="1343025"/>
                </a:lnTo>
                <a:lnTo>
                  <a:pt x="504825" y="1343025"/>
                </a:lnTo>
                <a:lnTo>
                  <a:pt x="504825" y="1352550"/>
                </a:lnTo>
                <a:lnTo>
                  <a:pt x="495300" y="1352550"/>
                </a:lnTo>
                <a:close/>
                <a:moveTo>
                  <a:pt x="666750" y="1333500"/>
                </a:moveTo>
                <a:lnTo>
                  <a:pt x="704850" y="1333500"/>
                </a:lnTo>
                <a:lnTo>
                  <a:pt x="704850" y="1352550"/>
                </a:lnTo>
                <a:lnTo>
                  <a:pt x="695325" y="1352550"/>
                </a:lnTo>
                <a:lnTo>
                  <a:pt x="695325" y="1343025"/>
                </a:lnTo>
                <a:lnTo>
                  <a:pt x="666750" y="1343025"/>
                </a:lnTo>
                <a:close/>
                <a:moveTo>
                  <a:pt x="733425" y="1333500"/>
                </a:moveTo>
                <a:lnTo>
                  <a:pt x="762000" y="1333500"/>
                </a:lnTo>
                <a:lnTo>
                  <a:pt x="762000" y="1343025"/>
                </a:lnTo>
                <a:lnTo>
                  <a:pt x="733425" y="1343025"/>
                </a:lnTo>
                <a:close/>
                <a:moveTo>
                  <a:pt x="866775" y="1333500"/>
                </a:moveTo>
                <a:lnTo>
                  <a:pt x="876300" y="1333500"/>
                </a:lnTo>
                <a:lnTo>
                  <a:pt x="876300" y="1343025"/>
                </a:lnTo>
                <a:lnTo>
                  <a:pt x="866775" y="1343025"/>
                </a:lnTo>
                <a:close/>
                <a:moveTo>
                  <a:pt x="1104900" y="1333500"/>
                </a:moveTo>
                <a:lnTo>
                  <a:pt x="1123950" y="1333500"/>
                </a:lnTo>
                <a:lnTo>
                  <a:pt x="1123950" y="1352550"/>
                </a:lnTo>
                <a:lnTo>
                  <a:pt x="1114425" y="1352550"/>
                </a:lnTo>
                <a:lnTo>
                  <a:pt x="1114425" y="1343025"/>
                </a:lnTo>
                <a:lnTo>
                  <a:pt x="1104900" y="1343025"/>
                </a:lnTo>
                <a:close/>
                <a:moveTo>
                  <a:pt x="1476375" y="1333500"/>
                </a:moveTo>
                <a:lnTo>
                  <a:pt x="1485900" y="1333500"/>
                </a:lnTo>
                <a:lnTo>
                  <a:pt x="1485900" y="1352550"/>
                </a:lnTo>
                <a:lnTo>
                  <a:pt x="1476375" y="1352550"/>
                </a:lnTo>
                <a:close/>
                <a:moveTo>
                  <a:pt x="209550" y="1343025"/>
                </a:moveTo>
                <a:lnTo>
                  <a:pt x="247650" y="1343025"/>
                </a:lnTo>
                <a:lnTo>
                  <a:pt x="247650" y="1352550"/>
                </a:lnTo>
                <a:lnTo>
                  <a:pt x="238125" y="1352550"/>
                </a:lnTo>
                <a:lnTo>
                  <a:pt x="238125" y="1362075"/>
                </a:lnTo>
                <a:lnTo>
                  <a:pt x="209550" y="1362075"/>
                </a:lnTo>
                <a:close/>
                <a:moveTo>
                  <a:pt x="419100" y="1352550"/>
                </a:moveTo>
                <a:lnTo>
                  <a:pt x="428625" y="1352550"/>
                </a:lnTo>
                <a:lnTo>
                  <a:pt x="428625" y="1362075"/>
                </a:lnTo>
                <a:lnTo>
                  <a:pt x="419100" y="1362075"/>
                </a:lnTo>
                <a:close/>
                <a:moveTo>
                  <a:pt x="438150" y="1352550"/>
                </a:moveTo>
                <a:lnTo>
                  <a:pt x="447675" y="1352550"/>
                </a:lnTo>
                <a:lnTo>
                  <a:pt x="447675" y="1362075"/>
                </a:lnTo>
                <a:lnTo>
                  <a:pt x="438150" y="1362075"/>
                </a:lnTo>
                <a:close/>
                <a:moveTo>
                  <a:pt x="752475" y="1352550"/>
                </a:moveTo>
                <a:lnTo>
                  <a:pt x="762000" y="1352550"/>
                </a:lnTo>
                <a:lnTo>
                  <a:pt x="762000" y="1362075"/>
                </a:lnTo>
                <a:lnTo>
                  <a:pt x="752475" y="1362075"/>
                </a:lnTo>
                <a:close/>
                <a:moveTo>
                  <a:pt x="1095375" y="1371600"/>
                </a:moveTo>
                <a:lnTo>
                  <a:pt x="1114425" y="1371600"/>
                </a:lnTo>
                <a:lnTo>
                  <a:pt x="1114425" y="1390650"/>
                </a:lnTo>
                <a:lnTo>
                  <a:pt x="1104900" y="1390650"/>
                </a:lnTo>
                <a:lnTo>
                  <a:pt x="1104900" y="1400175"/>
                </a:lnTo>
                <a:lnTo>
                  <a:pt x="1095375" y="1400175"/>
                </a:lnTo>
                <a:close/>
                <a:moveTo>
                  <a:pt x="1543050" y="1371600"/>
                </a:moveTo>
                <a:lnTo>
                  <a:pt x="1562100" y="1371600"/>
                </a:lnTo>
                <a:lnTo>
                  <a:pt x="1562100" y="1381125"/>
                </a:lnTo>
                <a:lnTo>
                  <a:pt x="1543050" y="1381125"/>
                </a:lnTo>
                <a:close/>
                <a:moveTo>
                  <a:pt x="314325" y="1381125"/>
                </a:moveTo>
                <a:lnTo>
                  <a:pt x="323850" y="1381125"/>
                </a:lnTo>
                <a:lnTo>
                  <a:pt x="323850" y="1390650"/>
                </a:lnTo>
                <a:lnTo>
                  <a:pt x="314325" y="1390650"/>
                </a:lnTo>
                <a:close/>
                <a:moveTo>
                  <a:pt x="304800" y="1390650"/>
                </a:moveTo>
                <a:lnTo>
                  <a:pt x="314325" y="1390650"/>
                </a:lnTo>
                <a:lnTo>
                  <a:pt x="314325" y="1400175"/>
                </a:lnTo>
                <a:lnTo>
                  <a:pt x="333375" y="1400175"/>
                </a:lnTo>
                <a:lnTo>
                  <a:pt x="333375" y="1409700"/>
                </a:lnTo>
                <a:lnTo>
                  <a:pt x="295275" y="1409700"/>
                </a:lnTo>
                <a:lnTo>
                  <a:pt x="295275" y="1400175"/>
                </a:lnTo>
                <a:lnTo>
                  <a:pt x="304800" y="1400175"/>
                </a:lnTo>
                <a:close/>
                <a:moveTo>
                  <a:pt x="1562100" y="1390650"/>
                </a:moveTo>
                <a:lnTo>
                  <a:pt x="1571625" y="1390650"/>
                </a:lnTo>
                <a:lnTo>
                  <a:pt x="1571625" y="1400175"/>
                </a:lnTo>
                <a:lnTo>
                  <a:pt x="1562100" y="1400175"/>
                </a:lnTo>
                <a:close/>
                <a:moveTo>
                  <a:pt x="247650" y="1400175"/>
                </a:moveTo>
                <a:lnTo>
                  <a:pt x="257175" y="1400175"/>
                </a:lnTo>
                <a:lnTo>
                  <a:pt x="257175" y="1409700"/>
                </a:lnTo>
                <a:lnTo>
                  <a:pt x="247650" y="1409700"/>
                </a:lnTo>
                <a:close/>
                <a:moveTo>
                  <a:pt x="266700" y="1400175"/>
                </a:moveTo>
                <a:lnTo>
                  <a:pt x="285750" y="1400175"/>
                </a:lnTo>
                <a:lnTo>
                  <a:pt x="285750" y="1409700"/>
                </a:lnTo>
                <a:lnTo>
                  <a:pt x="266700" y="1409700"/>
                </a:lnTo>
                <a:close/>
                <a:moveTo>
                  <a:pt x="504825" y="1400175"/>
                </a:moveTo>
                <a:lnTo>
                  <a:pt x="523875" y="1400175"/>
                </a:lnTo>
                <a:lnTo>
                  <a:pt x="523875" y="1409700"/>
                </a:lnTo>
                <a:lnTo>
                  <a:pt x="504825" y="1409700"/>
                </a:lnTo>
                <a:close/>
                <a:moveTo>
                  <a:pt x="552450" y="1400175"/>
                </a:moveTo>
                <a:lnTo>
                  <a:pt x="590550" y="1400175"/>
                </a:lnTo>
                <a:lnTo>
                  <a:pt x="590550" y="1409700"/>
                </a:lnTo>
                <a:lnTo>
                  <a:pt x="552450" y="1409700"/>
                </a:lnTo>
                <a:close/>
                <a:moveTo>
                  <a:pt x="1495425" y="1409700"/>
                </a:moveTo>
                <a:lnTo>
                  <a:pt x="1504950" y="1409700"/>
                </a:lnTo>
                <a:lnTo>
                  <a:pt x="1504950" y="1419225"/>
                </a:lnTo>
                <a:lnTo>
                  <a:pt x="1495425" y="1419225"/>
                </a:lnTo>
                <a:close/>
                <a:moveTo>
                  <a:pt x="714375" y="1419225"/>
                </a:moveTo>
                <a:lnTo>
                  <a:pt x="733425" y="1419225"/>
                </a:lnTo>
                <a:lnTo>
                  <a:pt x="733425" y="1428750"/>
                </a:lnTo>
                <a:lnTo>
                  <a:pt x="714375" y="1428750"/>
                </a:lnTo>
                <a:close/>
                <a:moveTo>
                  <a:pt x="1409700" y="1419225"/>
                </a:moveTo>
                <a:lnTo>
                  <a:pt x="1428750" y="1419225"/>
                </a:lnTo>
                <a:lnTo>
                  <a:pt x="1428750" y="1438275"/>
                </a:lnTo>
                <a:lnTo>
                  <a:pt x="1409700" y="1438275"/>
                </a:lnTo>
                <a:close/>
                <a:moveTo>
                  <a:pt x="828675" y="1428750"/>
                </a:moveTo>
                <a:lnTo>
                  <a:pt x="838200" y="1428750"/>
                </a:lnTo>
                <a:lnTo>
                  <a:pt x="838200" y="1438275"/>
                </a:lnTo>
                <a:lnTo>
                  <a:pt x="828675" y="1438275"/>
                </a:lnTo>
                <a:close/>
                <a:moveTo>
                  <a:pt x="990600" y="1428750"/>
                </a:moveTo>
                <a:lnTo>
                  <a:pt x="1000125" y="1428750"/>
                </a:lnTo>
                <a:lnTo>
                  <a:pt x="1000125" y="1438275"/>
                </a:lnTo>
                <a:lnTo>
                  <a:pt x="1009650" y="1438275"/>
                </a:lnTo>
                <a:lnTo>
                  <a:pt x="1009650" y="1428750"/>
                </a:lnTo>
                <a:lnTo>
                  <a:pt x="1038225" y="1428750"/>
                </a:lnTo>
                <a:lnTo>
                  <a:pt x="1038225" y="1438275"/>
                </a:lnTo>
                <a:lnTo>
                  <a:pt x="1028700" y="1438275"/>
                </a:lnTo>
                <a:lnTo>
                  <a:pt x="1028700" y="1457325"/>
                </a:lnTo>
                <a:lnTo>
                  <a:pt x="962025" y="1457325"/>
                </a:lnTo>
                <a:lnTo>
                  <a:pt x="962025" y="1447800"/>
                </a:lnTo>
                <a:lnTo>
                  <a:pt x="942975" y="1447800"/>
                </a:lnTo>
                <a:lnTo>
                  <a:pt x="942975" y="1457325"/>
                </a:lnTo>
                <a:lnTo>
                  <a:pt x="876300" y="1457325"/>
                </a:lnTo>
                <a:lnTo>
                  <a:pt x="876300" y="1466850"/>
                </a:lnTo>
                <a:lnTo>
                  <a:pt x="866775" y="1466850"/>
                </a:lnTo>
                <a:lnTo>
                  <a:pt x="866775" y="1457325"/>
                </a:lnTo>
                <a:lnTo>
                  <a:pt x="828675" y="1457325"/>
                </a:lnTo>
                <a:lnTo>
                  <a:pt x="828675" y="1447800"/>
                </a:lnTo>
                <a:lnTo>
                  <a:pt x="838200" y="1447800"/>
                </a:lnTo>
                <a:lnTo>
                  <a:pt x="838200" y="1438275"/>
                </a:lnTo>
                <a:lnTo>
                  <a:pt x="990600" y="1438275"/>
                </a:lnTo>
                <a:close/>
                <a:moveTo>
                  <a:pt x="790575" y="1438275"/>
                </a:moveTo>
                <a:lnTo>
                  <a:pt x="809625" y="1438275"/>
                </a:lnTo>
                <a:lnTo>
                  <a:pt x="809625" y="1457325"/>
                </a:lnTo>
                <a:lnTo>
                  <a:pt x="800100" y="1457325"/>
                </a:lnTo>
                <a:lnTo>
                  <a:pt x="800100" y="1466850"/>
                </a:lnTo>
                <a:lnTo>
                  <a:pt x="790575" y="1466850"/>
                </a:lnTo>
                <a:close/>
                <a:moveTo>
                  <a:pt x="209550" y="1447800"/>
                </a:moveTo>
                <a:lnTo>
                  <a:pt x="276225" y="1447800"/>
                </a:lnTo>
                <a:lnTo>
                  <a:pt x="276225" y="1457325"/>
                </a:lnTo>
                <a:lnTo>
                  <a:pt x="209550" y="1457325"/>
                </a:lnTo>
                <a:close/>
                <a:moveTo>
                  <a:pt x="333375" y="1447800"/>
                </a:moveTo>
                <a:lnTo>
                  <a:pt x="361950" y="1447800"/>
                </a:lnTo>
                <a:lnTo>
                  <a:pt x="361950" y="1457325"/>
                </a:lnTo>
                <a:lnTo>
                  <a:pt x="333375" y="1457325"/>
                </a:lnTo>
                <a:close/>
                <a:moveTo>
                  <a:pt x="590550" y="1447800"/>
                </a:moveTo>
                <a:lnTo>
                  <a:pt x="609600" y="1447800"/>
                </a:lnTo>
                <a:lnTo>
                  <a:pt x="609600" y="1457325"/>
                </a:lnTo>
                <a:lnTo>
                  <a:pt x="638175" y="1457325"/>
                </a:lnTo>
                <a:lnTo>
                  <a:pt x="638175" y="1466850"/>
                </a:lnTo>
                <a:lnTo>
                  <a:pt x="590550" y="1466850"/>
                </a:lnTo>
                <a:close/>
                <a:moveTo>
                  <a:pt x="1695450" y="1447800"/>
                </a:moveTo>
                <a:lnTo>
                  <a:pt x="1704975" y="1447800"/>
                </a:lnTo>
                <a:lnTo>
                  <a:pt x="1704975" y="1466850"/>
                </a:lnTo>
                <a:lnTo>
                  <a:pt x="1695450" y="1466850"/>
                </a:lnTo>
                <a:lnTo>
                  <a:pt x="1695450" y="1485900"/>
                </a:lnTo>
                <a:lnTo>
                  <a:pt x="1704975" y="1485900"/>
                </a:lnTo>
                <a:lnTo>
                  <a:pt x="1704975" y="1466850"/>
                </a:lnTo>
                <a:lnTo>
                  <a:pt x="1714500" y="1466850"/>
                </a:lnTo>
                <a:lnTo>
                  <a:pt x="1714500" y="1543050"/>
                </a:lnTo>
                <a:lnTo>
                  <a:pt x="1704975" y="1543050"/>
                </a:lnTo>
                <a:lnTo>
                  <a:pt x="1704975" y="1533525"/>
                </a:lnTo>
                <a:lnTo>
                  <a:pt x="1695450" y="1533525"/>
                </a:lnTo>
                <a:lnTo>
                  <a:pt x="1695450" y="1543050"/>
                </a:lnTo>
                <a:lnTo>
                  <a:pt x="1685925" y="1543050"/>
                </a:lnTo>
                <a:lnTo>
                  <a:pt x="1685925" y="1504950"/>
                </a:lnTo>
                <a:lnTo>
                  <a:pt x="1647825" y="1504950"/>
                </a:lnTo>
                <a:lnTo>
                  <a:pt x="1647825" y="1514475"/>
                </a:lnTo>
                <a:lnTo>
                  <a:pt x="1638300" y="1514475"/>
                </a:lnTo>
                <a:lnTo>
                  <a:pt x="1638300" y="1504950"/>
                </a:lnTo>
                <a:lnTo>
                  <a:pt x="1619250" y="1504950"/>
                </a:lnTo>
                <a:lnTo>
                  <a:pt x="1619250" y="1485900"/>
                </a:lnTo>
                <a:lnTo>
                  <a:pt x="1600200" y="1485900"/>
                </a:lnTo>
                <a:lnTo>
                  <a:pt x="1600200" y="1466850"/>
                </a:lnTo>
                <a:lnTo>
                  <a:pt x="1609725" y="1466850"/>
                </a:lnTo>
                <a:lnTo>
                  <a:pt x="1609725" y="1457325"/>
                </a:lnTo>
                <a:lnTo>
                  <a:pt x="1647825" y="1457325"/>
                </a:lnTo>
                <a:lnTo>
                  <a:pt x="1647825" y="1466850"/>
                </a:lnTo>
                <a:lnTo>
                  <a:pt x="1657350" y="1466850"/>
                </a:lnTo>
                <a:lnTo>
                  <a:pt x="1657350" y="1485900"/>
                </a:lnTo>
                <a:lnTo>
                  <a:pt x="1666875" y="1485900"/>
                </a:lnTo>
                <a:lnTo>
                  <a:pt x="1666875" y="1476375"/>
                </a:lnTo>
                <a:lnTo>
                  <a:pt x="1676400" y="1476375"/>
                </a:lnTo>
                <a:lnTo>
                  <a:pt x="1676400" y="1466850"/>
                </a:lnTo>
                <a:lnTo>
                  <a:pt x="1685925" y="1466850"/>
                </a:lnTo>
                <a:lnTo>
                  <a:pt x="1685925" y="1457325"/>
                </a:lnTo>
                <a:lnTo>
                  <a:pt x="1695450" y="1457325"/>
                </a:lnTo>
                <a:close/>
                <a:moveTo>
                  <a:pt x="847725" y="1466850"/>
                </a:moveTo>
                <a:lnTo>
                  <a:pt x="866775" y="1466850"/>
                </a:lnTo>
                <a:lnTo>
                  <a:pt x="866775" y="1476375"/>
                </a:lnTo>
                <a:lnTo>
                  <a:pt x="876300" y="1476375"/>
                </a:lnTo>
                <a:lnTo>
                  <a:pt x="876300" y="1495425"/>
                </a:lnTo>
                <a:lnTo>
                  <a:pt x="866775" y="1495425"/>
                </a:lnTo>
                <a:lnTo>
                  <a:pt x="866775" y="1485900"/>
                </a:lnTo>
                <a:lnTo>
                  <a:pt x="857250" y="1485900"/>
                </a:lnTo>
                <a:lnTo>
                  <a:pt x="857250" y="1495425"/>
                </a:lnTo>
                <a:lnTo>
                  <a:pt x="847725" y="1495425"/>
                </a:lnTo>
                <a:lnTo>
                  <a:pt x="847725" y="1485900"/>
                </a:lnTo>
                <a:lnTo>
                  <a:pt x="838200" y="1485900"/>
                </a:lnTo>
                <a:lnTo>
                  <a:pt x="838200" y="1476375"/>
                </a:lnTo>
                <a:lnTo>
                  <a:pt x="847725" y="1476375"/>
                </a:lnTo>
                <a:close/>
                <a:moveTo>
                  <a:pt x="914400" y="1476375"/>
                </a:moveTo>
                <a:lnTo>
                  <a:pt x="923925" y="1476375"/>
                </a:lnTo>
                <a:lnTo>
                  <a:pt x="923925" y="1485900"/>
                </a:lnTo>
                <a:lnTo>
                  <a:pt x="914400" y="1485900"/>
                </a:lnTo>
                <a:close/>
                <a:moveTo>
                  <a:pt x="1171575" y="1485900"/>
                </a:moveTo>
                <a:lnTo>
                  <a:pt x="1181100" y="1485900"/>
                </a:lnTo>
                <a:lnTo>
                  <a:pt x="1181100" y="1514475"/>
                </a:lnTo>
                <a:lnTo>
                  <a:pt x="1171575" y="1514475"/>
                </a:lnTo>
                <a:close/>
                <a:moveTo>
                  <a:pt x="1057275" y="1495425"/>
                </a:moveTo>
                <a:lnTo>
                  <a:pt x="1066800" y="1495425"/>
                </a:lnTo>
                <a:lnTo>
                  <a:pt x="1066800" y="1514475"/>
                </a:lnTo>
                <a:lnTo>
                  <a:pt x="1057275" y="1514475"/>
                </a:lnTo>
                <a:close/>
                <a:moveTo>
                  <a:pt x="1219200" y="1495425"/>
                </a:moveTo>
                <a:lnTo>
                  <a:pt x="1247775" y="1495425"/>
                </a:lnTo>
                <a:lnTo>
                  <a:pt x="1247775" y="1514475"/>
                </a:lnTo>
                <a:lnTo>
                  <a:pt x="1219200" y="1514475"/>
                </a:lnTo>
                <a:close/>
                <a:moveTo>
                  <a:pt x="190500" y="1504950"/>
                </a:moveTo>
                <a:lnTo>
                  <a:pt x="209550" y="1504950"/>
                </a:lnTo>
                <a:lnTo>
                  <a:pt x="209550" y="1514475"/>
                </a:lnTo>
                <a:lnTo>
                  <a:pt x="190500" y="1514475"/>
                </a:lnTo>
                <a:close/>
                <a:moveTo>
                  <a:pt x="771525" y="1504950"/>
                </a:moveTo>
                <a:lnTo>
                  <a:pt x="790575" y="1504950"/>
                </a:lnTo>
                <a:lnTo>
                  <a:pt x="790575" y="1514475"/>
                </a:lnTo>
                <a:lnTo>
                  <a:pt x="771525" y="1514475"/>
                </a:lnTo>
                <a:close/>
                <a:moveTo>
                  <a:pt x="866775" y="1504950"/>
                </a:moveTo>
                <a:lnTo>
                  <a:pt x="876300" y="1504950"/>
                </a:lnTo>
                <a:lnTo>
                  <a:pt x="876300" y="1514475"/>
                </a:lnTo>
                <a:lnTo>
                  <a:pt x="866775" y="1514475"/>
                </a:lnTo>
                <a:close/>
                <a:moveTo>
                  <a:pt x="962025" y="1504950"/>
                </a:moveTo>
                <a:lnTo>
                  <a:pt x="981075" y="1504950"/>
                </a:lnTo>
                <a:lnTo>
                  <a:pt x="981075" y="1514475"/>
                </a:lnTo>
                <a:lnTo>
                  <a:pt x="962025" y="1514475"/>
                </a:lnTo>
                <a:close/>
                <a:moveTo>
                  <a:pt x="219075" y="1533525"/>
                </a:moveTo>
                <a:lnTo>
                  <a:pt x="238125" y="1533525"/>
                </a:lnTo>
                <a:lnTo>
                  <a:pt x="238125" y="1543050"/>
                </a:lnTo>
                <a:lnTo>
                  <a:pt x="219075" y="1543050"/>
                </a:lnTo>
                <a:close/>
                <a:moveTo>
                  <a:pt x="561975" y="1543050"/>
                </a:moveTo>
                <a:lnTo>
                  <a:pt x="581025" y="1543050"/>
                </a:lnTo>
                <a:lnTo>
                  <a:pt x="581025" y="1571625"/>
                </a:lnTo>
                <a:lnTo>
                  <a:pt x="561975" y="1571625"/>
                </a:lnTo>
                <a:close/>
                <a:moveTo>
                  <a:pt x="1181100" y="1543050"/>
                </a:moveTo>
                <a:lnTo>
                  <a:pt x="1238250" y="1543050"/>
                </a:lnTo>
                <a:lnTo>
                  <a:pt x="1238250" y="1552575"/>
                </a:lnTo>
                <a:lnTo>
                  <a:pt x="1228725" y="1552575"/>
                </a:lnTo>
                <a:lnTo>
                  <a:pt x="1228725" y="1571625"/>
                </a:lnTo>
                <a:lnTo>
                  <a:pt x="1181100" y="1571625"/>
                </a:lnTo>
                <a:lnTo>
                  <a:pt x="1181100" y="1562100"/>
                </a:lnTo>
                <a:lnTo>
                  <a:pt x="1190625" y="1562100"/>
                </a:lnTo>
                <a:lnTo>
                  <a:pt x="1190625" y="1552575"/>
                </a:lnTo>
                <a:lnTo>
                  <a:pt x="1181100" y="1552575"/>
                </a:lnTo>
                <a:close/>
                <a:moveTo>
                  <a:pt x="1257300" y="1543050"/>
                </a:moveTo>
                <a:lnTo>
                  <a:pt x="1276350" y="1543050"/>
                </a:lnTo>
                <a:lnTo>
                  <a:pt x="1276350" y="1552575"/>
                </a:lnTo>
                <a:lnTo>
                  <a:pt x="1257300" y="1552575"/>
                </a:lnTo>
                <a:close/>
                <a:moveTo>
                  <a:pt x="200025" y="1562100"/>
                </a:moveTo>
                <a:lnTo>
                  <a:pt x="209550" y="1562100"/>
                </a:lnTo>
                <a:lnTo>
                  <a:pt x="209550" y="1581150"/>
                </a:lnTo>
                <a:lnTo>
                  <a:pt x="190500" y="1581150"/>
                </a:lnTo>
                <a:lnTo>
                  <a:pt x="190500" y="1571625"/>
                </a:lnTo>
                <a:lnTo>
                  <a:pt x="200025" y="1571625"/>
                </a:lnTo>
                <a:close/>
                <a:moveTo>
                  <a:pt x="1200150" y="1562100"/>
                </a:moveTo>
                <a:lnTo>
                  <a:pt x="1209675" y="1562100"/>
                </a:lnTo>
                <a:lnTo>
                  <a:pt x="1209675" y="1552575"/>
                </a:lnTo>
                <a:lnTo>
                  <a:pt x="1200150" y="1552575"/>
                </a:lnTo>
                <a:close/>
                <a:moveTo>
                  <a:pt x="1704975" y="1562100"/>
                </a:moveTo>
                <a:lnTo>
                  <a:pt x="1714500" y="1562100"/>
                </a:lnTo>
                <a:lnTo>
                  <a:pt x="1714500" y="1638300"/>
                </a:lnTo>
                <a:lnTo>
                  <a:pt x="1704975" y="1638300"/>
                </a:lnTo>
                <a:lnTo>
                  <a:pt x="1704975" y="1590675"/>
                </a:lnTo>
                <a:lnTo>
                  <a:pt x="1695450" y="1590675"/>
                </a:lnTo>
                <a:lnTo>
                  <a:pt x="1695450" y="1571625"/>
                </a:lnTo>
                <a:lnTo>
                  <a:pt x="1704975" y="1571625"/>
                </a:lnTo>
                <a:close/>
                <a:moveTo>
                  <a:pt x="238125" y="1609725"/>
                </a:moveTo>
                <a:lnTo>
                  <a:pt x="247650" y="1609725"/>
                </a:lnTo>
                <a:lnTo>
                  <a:pt x="247650" y="1619250"/>
                </a:lnTo>
                <a:lnTo>
                  <a:pt x="238125" y="1619250"/>
                </a:lnTo>
                <a:close/>
                <a:moveTo>
                  <a:pt x="276225" y="1619250"/>
                </a:moveTo>
                <a:lnTo>
                  <a:pt x="285750" y="1619250"/>
                </a:lnTo>
                <a:lnTo>
                  <a:pt x="285750" y="1628775"/>
                </a:lnTo>
                <a:lnTo>
                  <a:pt x="276225" y="1628775"/>
                </a:lnTo>
                <a:close/>
                <a:moveTo>
                  <a:pt x="1076325" y="1619250"/>
                </a:moveTo>
                <a:lnTo>
                  <a:pt x="1133475" y="1619250"/>
                </a:lnTo>
                <a:lnTo>
                  <a:pt x="1133475" y="1638300"/>
                </a:lnTo>
                <a:lnTo>
                  <a:pt x="1123950" y="1638300"/>
                </a:lnTo>
                <a:lnTo>
                  <a:pt x="1123950" y="1628775"/>
                </a:lnTo>
                <a:lnTo>
                  <a:pt x="1095375" y="1628775"/>
                </a:lnTo>
                <a:lnTo>
                  <a:pt x="1095375" y="1638300"/>
                </a:lnTo>
                <a:lnTo>
                  <a:pt x="1085850" y="1638300"/>
                </a:lnTo>
                <a:lnTo>
                  <a:pt x="1085850" y="1628775"/>
                </a:lnTo>
                <a:lnTo>
                  <a:pt x="1076325" y="1628775"/>
                </a:lnTo>
                <a:close/>
                <a:moveTo>
                  <a:pt x="247650" y="1628775"/>
                </a:moveTo>
                <a:lnTo>
                  <a:pt x="257175" y="1628775"/>
                </a:lnTo>
                <a:lnTo>
                  <a:pt x="257175" y="1638300"/>
                </a:lnTo>
                <a:lnTo>
                  <a:pt x="247650" y="1638300"/>
                </a:lnTo>
                <a:close/>
                <a:moveTo>
                  <a:pt x="314325" y="1628775"/>
                </a:moveTo>
                <a:lnTo>
                  <a:pt x="323850" y="1628775"/>
                </a:lnTo>
                <a:lnTo>
                  <a:pt x="323850" y="1647825"/>
                </a:lnTo>
                <a:lnTo>
                  <a:pt x="304800" y="1647825"/>
                </a:lnTo>
                <a:lnTo>
                  <a:pt x="304800" y="1638300"/>
                </a:lnTo>
                <a:lnTo>
                  <a:pt x="314325" y="1638300"/>
                </a:lnTo>
                <a:close/>
                <a:moveTo>
                  <a:pt x="466725" y="1628775"/>
                </a:moveTo>
                <a:lnTo>
                  <a:pt x="485775" y="1628775"/>
                </a:lnTo>
                <a:lnTo>
                  <a:pt x="485775" y="1638300"/>
                </a:lnTo>
                <a:lnTo>
                  <a:pt x="466725" y="1638300"/>
                </a:lnTo>
                <a:close/>
                <a:moveTo>
                  <a:pt x="819150" y="1628775"/>
                </a:moveTo>
                <a:lnTo>
                  <a:pt x="828675" y="1628775"/>
                </a:lnTo>
                <a:lnTo>
                  <a:pt x="828675" y="1638300"/>
                </a:lnTo>
                <a:lnTo>
                  <a:pt x="819150" y="1638300"/>
                </a:lnTo>
                <a:close/>
                <a:moveTo>
                  <a:pt x="266700" y="1638300"/>
                </a:moveTo>
                <a:lnTo>
                  <a:pt x="276225" y="1638300"/>
                </a:lnTo>
                <a:lnTo>
                  <a:pt x="276225" y="1647825"/>
                </a:lnTo>
                <a:lnTo>
                  <a:pt x="266700" y="1647825"/>
                </a:lnTo>
                <a:close/>
                <a:moveTo>
                  <a:pt x="419100" y="1638300"/>
                </a:moveTo>
                <a:lnTo>
                  <a:pt x="447675" y="1638300"/>
                </a:lnTo>
                <a:lnTo>
                  <a:pt x="447675" y="1647825"/>
                </a:lnTo>
                <a:lnTo>
                  <a:pt x="419100" y="1647825"/>
                </a:lnTo>
                <a:close/>
                <a:moveTo>
                  <a:pt x="552450" y="1638300"/>
                </a:moveTo>
                <a:lnTo>
                  <a:pt x="561975" y="1638300"/>
                </a:lnTo>
                <a:lnTo>
                  <a:pt x="561975" y="1657350"/>
                </a:lnTo>
                <a:lnTo>
                  <a:pt x="542925" y="1657350"/>
                </a:lnTo>
                <a:lnTo>
                  <a:pt x="542925" y="1647825"/>
                </a:lnTo>
                <a:lnTo>
                  <a:pt x="552450" y="1647825"/>
                </a:lnTo>
                <a:close/>
                <a:moveTo>
                  <a:pt x="1047750" y="1657350"/>
                </a:moveTo>
                <a:lnTo>
                  <a:pt x="1066800" y="1657350"/>
                </a:lnTo>
                <a:lnTo>
                  <a:pt x="1066800" y="1666875"/>
                </a:lnTo>
                <a:lnTo>
                  <a:pt x="1047750" y="1666875"/>
                </a:lnTo>
                <a:close/>
                <a:moveTo>
                  <a:pt x="1152525" y="1657350"/>
                </a:moveTo>
                <a:lnTo>
                  <a:pt x="1162050" y="1657350"/>
                </a:lnTo>
                <a:lnTo>
                  <a:pt x="1162050" y="1676400"/>
                </a:lnTo>
                <a:lnTo>
                  <a:pt x="1171575" y="1676400"/>
                </a:lnTo>
                <a:lnTo>
                  <a:pt x="1171575" y="1685925"/>
                </a:lnTo>
                <a:lnTo>
                  <a:pt x="1152525" y="1685925"/>
                </a:lnTo>
                <a:close/>
                <a:moveTo>
                  <a:pt x="1104900" y="1676400"/>
                </a:moveTo>
                <a:lnTo>
                  <a:pt x="1114425" y="1676400"/>
                </a:lnTo>
                <a:lnTo>
                  <a:pt x="1114425" y="1685925"/>
                </a:lnTo>
                <a:lnTo>
                  <a:pt x="1123950" y="1685925"/>
                </a:lnTo>
                <a:lnTo>
                  <a:pt x="1123950" y="1695450"/>
                </a:lnTo>
                <a:lnTo>
                  <a:pt x="1114425" y="1695450"/>
                </a:lnTo>
                <a:lnTo>
                  <a:pt x="1114425" y="1704975"/>
                </a:lnTo>
                <a:lnTo>
                  <a:pt x="1104900" y="1704975"/>
                </a:lnTo>
                <a:lnTo>
                  <a:pt x="1104900" y="1695450"/>
                </a:lnTo>
                <a:lnTo>
                  <a:pt x="1095375" y="1695450"/>
                </a:lnTo>
                <a:lnTo>
                  <a:pt x="1095375" y="1685925"/>
                </a:lnTo>
                <a:lnTo>
                  <a:pt x="1104900" y="1685925"/>
                </a:lnTo>
                <a:close/>
                <a:moveTo>
                  <a:pt x="1238250" y="1676400"/>
                </a:moveTo>
                <a:lnTo>
                  <a:pt x="1247775" y="1676400"/>
                </a:lnTo>
                <a:lnTo>
                  <a:pt x="1247775" y="1685925"/>
                </a:lnTo>
                <a:lnTo>
                  <a:pt x="1238250" y="1685925"/>
                </a:lnTo>
                <a:close/>
                <a:moveTo>
                  <a:pt x="333375" y="1685925"/>
                </a:moveTo>
                <a:lnTo>
                  <a:pt x="361950" y="1685925"/>
                </a:lnTo>
                <a:lnTo>
                  <a:pt x="361950" y="1704975"/>
                </a:lnTo>
                <a:lnTo>
                  <a:pt x="333375" y="1704975"/>
                </a:lnTo>
                <a:close/>
                <a:moveTo>
                  <a:pt x="381000" y="1685925"/>
                </a:moveTo>
                <a:lnTo>
                  <a:pt x="390525" y="1685925"/>
                </a:lnTo>
                <a:lnTo>
                  <a:pt x="390525" y="1704975"/>
                </a:lnTo>
                <a:lnTo>
                  <a:pt x="371475" y="1704975"/>
                </a:lnTo>
                <a:lnTo>
                  <a:pt x="371475" y="1695450"/>
                </a:lnTo>
                <a:lnTo>
                  <a:pt x="381000" y="1695450"/>
                </a:lnTo>
                <a:close/>
                <a:moveTo>
                  <a:pt x="447675" y="1685925"/>
                </a:moveTo>
                <a:lnTo>
                  <a:pt x="457200" y="1685925"/>
                </a:lnTo>
                <a:lnTo>
                  <a:pt x="457200" y="1704975"/>
                </a:lnTo>
                <a:lnTo>
                  <a:pt x="428625" y="1704975"/>
                </a:lnTo>
                <a:lnTo>
                  <a:pt x="428625" y="1695450"/>
                </a:lnTo>
                <a:lnTo>
                  <a:pt x="447675" y="1695450"/>
                </a:lnTo>
                <a:close/>
                <a:moveTo>
                  <a:pt x="466725" y="1685925"/>
                </a:moveTo>
                <a:lnTo>
                  <a:pt x="495300" y="1685925"/>
                </a:lnTo>
                <a:lnTo>
                  <a:pt x="495300" y="1704975"/>
                </a:lnTo>
                <a:lnTo>
                  <a:pt x="466725" y="1704975"/>
                </a:lnTo>
                <a:close/>
                <a:moveTo>
                  <a:pt x="504825" y="1685925"/>
                </a:moveTo>
                <a:lnTo>
                  <a:pt x="533400" y="1685925"/>
                </a:lnTo>
                <a:lnTo>
                  <a:pt x="533400" y="1704975"/>
                </a:lnTo>
                <a:lnTo>
                  <a:pt x="504825" y="1704975"/>
                </a:lnTo>
                <a:close/>
                <a:moveTo>
                  <a:pt x="1143000" y="1685925"/>
                </a:moveTo>
                <a:lnTo>
                  <a:pt x="1152525" y="1685925"/>
                </a:lnTo>
                <a:lnTo>
                  <a:pt x="1152525" y="1695450"/>
                </a:lnTo>
                <a:lnTo>
                  <a:pt x="1143000" y="1695450"/>
                </a:lnTo>
                <a:close/>
                <a:moveTo>
                  <a:pt x="1247775" y="1685925"/>
                </a:moveTo>
                <a:lnTo>
                  <a:pt x="1257300" y="1685925"/>
                </a:lnTo>
                <a:lnTo>
                  <a:pt x="1257300" y="1695450"/>
                </a:lnTo>
                <a:lnTo>
                  <a:pt x="1247775" y="1695450"/>
                </a:lnTo>
                <a:close/>
                <a:moveTo>
                  <a:pt x="1562100" y="1685925"/>
                </a:moveTo>
                <a:lnTo>
                  <a:pt x="1571625" y="1685925"/>
                </a:lnTo>
                <a:lnTo>
                  <a:pt x="1571625" y="1704975"/>
                </a:lnTo>
                <a:lnTo>
                  <a:pt x="1562100" y="1704975"/>
                </a:lnTo>
                <a:close/>
                <a:moveTo>
                  <a:pt x="876300" y="1695450"/>
                </a:moveTo>
                <a:lnTo>
                  <a:pt x="895350" y="1695450"/>
                </a:lnTo>
                <a:lnTo>
                  <a:pt x="895350" y="1704975"/>
                </a:lnTo>
                <a:lnTo>
                  <a:pt x="885825" y="1704975"/>
                </a:lnTo>
                <a:lnTo>
                  <a:pt x="885825" y="1714500"/>
                </a:lnTo>
                <a:lnTo>
                  <a:pt x="866775" y="1714500"/>
                </a:lnTo>
                <a:lnTo>
                  <a:pt x="866775" y="1704975"/>
                </a:lnTo>
                <a:lnTo>
                  <a:pt x="876300" y="1704975"/>
                </a:lnTo>
                <a:close/>
                <a:moveTo>
                  <a:pt x="933450" y="1695450"/>
                </a:moveTo>
                <a:lnTo>
                  <a:pt x="942975" y="1695450"/>
                </a:lnTo>
                <a:lnTo>
                  <a:pt x="942975" y="1704975"/>
                </a:lnTo>
                <a:lnTo>
                  <a:pt x="933450" y="1704975"/>
                </a:lnTo>
                <a:close/>
                <a:moveTo>
                  <a:pt x="1171575" y="1695450"/>
                </a:moveTo>
                <a:lnTo>
                  <a:pt x="1181100" y="1695450"/>
                </a:lnTo>
                <a:lnTo>
                  <a:pt x="1181100" y="1714500"/>
                </a:lnTo>
                <a:lnTo>
                  <a:pt x="1171575" y="1714500"/>
                </a:lnTo>
                <a:close/>
                <a:moveTo>
                  <a:pt x="1371600" y="1695450"/>
                </a:moveTo>
                <a:lnTo>
                  <a:pt x="1381125" y="1695450"/>
                </a:lnTo>
                <a:lnTo>
                  <a:pt x="1381125" y="1704975"/>
                </a:lnTo>
                <a:lnTo>
                  <a:pt x="1371600" y="1704975"/>
                </a:lnTo>
                <a:close/>
                <a:moveTo>
                  <a:pt x="638175" y="1704975"/>
                </a:moveTo>
                <a:lnTo>
                  <a:pt x="657225" y="1704975"/>
                </a:lnTo>
                <a:lnTo>
                  <a:pt x="657225" y="1714500"/>
                </a:lnTo>
                <a:lnTo>
                  <a:pt x="638175" y="1714500"/>
                </a:lnTo>
                <a:close/>
                <a:moveTo>
                  <a:pt x="1057275" y="1704975"/>
                </a:moveTo>
                <a:lnTo>
                  <a:pt x="1066800" y="1704975"/>
                </a:lnTo>
                <a:lnTo>
                  <a:pt x="1066800" y="1714500"/>
                </a:lnTo>
                <a:lnTo>
                  <a:pt x="1076325" y="1714500"/>
                </a:lnTo>
                <a:lnTo>
                  <a:pt x="1076325" y="1733550"/>
                </a:lnTo>
                <a:lnTo>
                  <a:pt x="1019175" y="1733550"/>
                </a:lnTo>
                <a:lnTo>
                  <a:pt x="1019175" y="1714500"/>
                </a:lnTo>
                <a:lnTo>
                  <a:pt x="1057275" y="1714500"/>
                </a:lnTo>
                <a:close/>
                <a:moveTo>
                  <a:pt x="1200150" y="1704975"/>
                </a:moveTo>
                <a:lnTo>
                  <a:pt x="1219200" y="1704975"/>
                </a:lnTo>
                <a:lnTo>
                  <a:pt x="1219200" y="1714500"/>
                </a:lnTo>
                <a:lnTo>
                  <a:pt x="1200150" y="1714500"/>
                </a:lnTo>
                <a:close/>
                <a:moveTo>
                  <a:pt x="1238250" y="1704975"/>
                </a:moveTo>
                <a:lnTo>
                  <a:pt x="1276350" y="1704975"/>
                </a:lnTo>
                <a:lnTo>
                  <a:pt x="1276350" y="1714500"/>
                </a:lnTo>
                <a:lnTo>
                  <a:pt x="1238250" y="1714500"/>
                </a:lnTo>
                <a:close/>
                <a:moveTo>
                  <a:pt x="1285875" y="1704975"/>
                </a:moveTo>
                <a:lnTo>
                  <a:pt x="1295400" y="1704975"/>
                </a:lnTo>
                <a:lnTo>
                  <a:pt x="1295400" y="1714500"/>
                </a:lnTo>
                <a:lnTo>
                  <a:pt x="1285875" y="1714500"/>
                </a:lnTo>
                <a:close/>
                <a:moveTo>
                  <a:pt x="1314450" y="1704975"/>
                </a:moveTo>
                <a:lnTo>
                  <a:pt x="1323975" y="1704975"/>
                </a:lnTo>
                <a:lnTo>
                  <a:pt x="1323975" y="1714500"/>
                </a:lnTo>
                <a:lnTo>
                  <a:pt x="1314450" y="1714500"/>
                </a:lnTo>
                <a:close/>
                <a:moveTo>
                  <a:pt x="1362075" y="1704975"/>
                </a:moveTo>
                <a:lnTo>
                  <a:pt x="1371600" y="1704975"/>
                </a:lnTo>
                <a:lnTo>
                  <a:pt x="1371600" y="1714500"/>
                </a:lnTo>
                <a:lnTo>
                  <a:pt x="1362075" y="1714500"/>
                </a:lnTo>
                <a:close/>
                <a:moveTo>
                  <a:pt x="552450" y="1714500"/>
                </a:moveTo>
                <a:lnTo>
                  <a:pt x="581025" y="1714500"/>
                </a:lnTo>
                <a:lnTo>
                  <a:pt x="581025" y="1733550"/>
                </a:lnTo>
                <a:lnTo>
                  <a:pt x="552450" y="1733550"/>
                </a:lnTo>
                <a:close/>
                <a:moveTo>
                  <a:pt x="942975" y="1714500"/>
                </a:moveTo>
                <a:lnTo>
                  <a:pt x="962025" y="1714500"/>
                </a:lnTo>
                <a:lnTo>
                  <a:pt x="962025" y="1733550"/>
                </a:lnTo>
                <a:lnTo>
                  <a:pt x="942975" y="1733550"/>
                </a:lnTo>
                <a:close/>
                <a:moveTo>
                  <a:pt x="1095375" y="1714500"/>
                </a:moveTo>
                <a:lnTo>
                  <a:pt x="1114425" y="1714500"/>
                </a:lnTo>
                <a:lnTo>
                  <a:pt x="1114425" y="1733550"/>
                </a:lnTo>
                <a:lnTo>
                  <a:pt x="1095375" y="1733550"/>
                </a:lnTo>
                <a:close/>
                <a:moveTo>
                  <a:pt x="657225" y="1762125"/>
                </a:moveTo>
                <a:lnTo>
                  <a:pt x="676275" y="1762125"/>
                </a:lnTo>
                <a:lnTo>
                  <a:pt x="676275" y="1771650"/>
                </a:lnTo>
                <a:lnTo>
                  <a:pt x="657225" y="1771650"/>
                </a:lnTo>
                <a:close/>
                <a:moveTo>
                  <a:pt x="228600" y="1771650"/>
                </a:moveTo>
                <a:lnTo>
                  <a:pt x="238125" y="1771650"/>
                </a:lnTo>
                <a:lnTo>
                  <a:pt x="238125" y="1781175"/>
                </a:lnTo>
                <a:lnTo>
                  <a:pt x="228600" y="1781175"/>
                </a:lnTo>
                <a:close/>
                <a:moveTo>
                  <a:pt x="609600" y="1790700"/>
                </a:moveTo>
                <a:lnTo>
                  <a:pt x="628650" y="1790700"/>
                </a:lnTo>
                <a:lnTo>
                  <a:pt x="628650" y="1800225"/>
                </a:lnTo>
                <a:lnTo>
                  <a:pt x="609600" y="1800225"/>
                </a:lnTo>
                <a:close/>
                <a:moveTo>
                  <a:pt x="209550" y="1828800"/>
                </a:moveTo>
                <a:lnTo>
                  <a:pt x="228600" y="1828800"/>
                </a:lnTo>
                <a:lnTo>
                  <a:pt x="228600" y="1838325"/>
                </a:lnTo>
                <a:lnTo>
                  <a:pt x="219075" y="1838325"/>
                </a:lnTo>
                <a:lnTo>
                  <a:pt x="219075" y="1847850"/>
                </a:lnTo>
                <a:lnTo>
                  <a:pt x="209550" y="1847850"/>
                </a:lnTo>
                <a:close/>
                <a:moveTo>
                  <a:pt x="247650" y="1838325"/>
                </a:moveTo>
                <a:lnTo>
                  <a:pt x="257175" y="1838325"/>
                </a:lnTo>
                <a:lnTo>
                  <a:pt x="257175" y="1847850"/>
                </a:lnTo>
                <a:lnTo>
                  <a:pt x="276225" y="1847850"/>
                </a:lnTo>
                <a:lnTo>
                  <a:pt x="276225" y="1857375"/>
                </a:lnTo>
                <a:lnTo>
                  <a:pt x="266700" y="1857375"/>
                </a:lnTo>
                <a:lnTo>
                  <a:pt x="266700" y="1866900"/>
                </a:lnTo>
                <a:lnTo>
                  <a:pt x="228600" y="1866900"/>
                </a:lnTo>
                <a:lnTo>
                  <a:pt x="228600" y="1857375"/>
                </a:lnTo>
                <a:lnTo>
                  <a:pt x="219075" y="1857375"/>
                </a:lnTo>
                <a:lnTo>
                  <a:pt x="219075" y="1847850"/>
                </a:lnTo>
                <a:lnTo>
                  <a:pt x="228600" y="1847850"/>
                </a:lnTo>
                <a:lnTo>
                  <a:pt x="228600" y="1857375"/>
                </a:lnTo>
                <a:lnTo>
                  <a:pt x="238125" y="1857375"/>
                </a:lnTo>
                <a:lnTo>
                  <a:pt x="238125" y="1847850"/>
                </a:lnTo>
                <a:lnTo>
                  <a:pt x="247650" y="1847850"/>
                </a:lnTo>
                <a:close/>
                <a:moveTo>
                  <a:pt x="504825" y="1838325"/>
                </a:moveTo>
                <a:lnTo>
                  <a:pt x="514350" y="1838325"/>
                </a:lnTo>
                <a:lnTo>
                  <a:pt x="514350" y="1847850"/>
                </a:lnTo>
                <a:lnTo>
                  <a:pt x="504825" y="1847850"/>
                </a:lnTo>
                <a:close/>
                <a:moveTo>
                  <a:pt x="542925" y="1838325"/>
                </a:moveTo>
                <a:lnTo>
                  <a:pt x="552450" y="1838325"/>
                </a:lnTo>
                <a:lnTo>
                  <a:pt x="552450" y="1847850"/>
                </a:lnTo>
                <a:lnTo>
                  <a:pt x="542925" y="1847850"/>
                </a:lnTo>
                <a:close/>
                <a:moveTo>
                  <a:pt x="571500" y="1838325"/>
                </a:moveTo>
                <a:lnTo>
                  <a:pt x="581025" y="1838325"/>
                </a:lnTo>
                <a:lnTo>
                  <a:pt x="581025" y="1847850"/>
                </a:lnTo>
                <a:lnTo>
                  <a:pt x="571500" y="1847850"/>
                </a:lnTo>
                <a:close/>
                <a:moveTo>
                  <a:pt x="1695450" y="1838325"/>
                </a:moveTo>
                <a:lnTo>
                  <a:pt x="1704975" y="1838325"/>
                </a:lnTo>
                <a:lnTo>
                  <a:pt x="1704975" y="1857375"/>
                </a:lnTo>
                <a:lnTo>
                  <a:pt x="1714500" y="1857375"/>
                </a:lnTo>
                <a:lnTo>
                  <a:pt x="1714500" y="1876425"/>
                </a:lnTo>
                <a:lnTo>
                  <a:pt x="1704975" y="1876425"/>
                </a:lnTo>
                <a:lnTo>
                  <a:pt x="1704975" y="1866900"/>
                </a:lnTo>
                <a:lnTo>
                  <a:pt x="1695450" y="1866900"/>
                </a:lnTo>
                <a:close/>
                <a:moveTo>
                  <a:pt x="304800" y="1847850"/>
                </a:moveTo>
                <a:lnTo>
                  <a:pt x="400050" y="1847850"/>
                </a:lnTo>
                <a:lnTo>
                  <a:pt x="400050" y="1857375"/>
                </a:lnTo>
                <a:lnTo>
                  <a:pt x="371475" y="1857375"/>
                </a:lnTo>
                <a:lnTo>
                  <a:pt x="371475" y="1866900"/>
                </a:lnTo>
                <a:lnTo>
                  <a:pt x="314325" y="1866900"/>
                </a:lnTo>
                <a:lnTo>
                  <a:pt x="314325" y="1857375"/>
                </a:lnTo>
                <a:lnTo>
                  <a:pt x="304800" y="1857375"/>
                </a:lnTo>
                <a:close/>
                <a:moveTo>
                  <a:pt x="419100" y="1847850"/>
                </a:moveTo>
                <a:lnTo>
                  <a:pt x="428625" y="1847850"/>
                </a:lnTo>
                <a:lnTo>
                  <a:pt x="428625" y="1857375"/>
                </a:lnTo>
                <a:lnTo>
                  <a:pt x="419100" y="1857375"/>
                </a:lnTo>
                <a:close/>
                <a:moveTo>
                  <a:pt x="447675" y="1847850"/>
                </a:moveTo>
                <a:lnTo>
                  <a:pt x="485775" y="1847850"/>
                </a:lnTo>
                <a:lnTo>
                  <a:pt x="485775" y="1857375"/>
                </a:lnTo>
                <a:lnTo>
                  <a:pt x="476250" y="1857375"/>
                </a:lnTo>
                <a:lnTo>
                  <a:pt x="476250" y="1866900"/>
                </a:lnTo>
                <a:lnTo>
                  <a:pt x="447675" y="1866900"/>
                </a:lnTo>
                <a:close/>
                <a:moveTo>
                  <a:pt x="552450" y="1847850"/>
                </a:moveTo>
                <a:lnTo>
                  <a:pt x="571500" y="1847850"/>
                </a:lnTo>
                <a:lnTo>
                  <a:pt x="571500" y="1857375"/>
                </a:lnTo>
                <a:lnTo>
                  <a:pt x="552450" y="1857375"/>
                </a:lnTo>
                <a:close/>
                <a:moveTo>
                  <a:pt x="600075" y="1847850"/>
                </a:moveTo>
                <a:lnTo>
                  <a:pt x="609600" y="1847850"/>
                </a:lnTo>
                <a:lnTo>
                  <a:pt x="609600" y="1857375"/>
                </a:lnTo>
                <a:lnTo>
                  <a:pt x="600075" y="1857375"/>
                </a:lnTo>
                <a:close/>
                <a:moveTo>
                  <a:pt x="161925" y="1857375"/>
                </a:moveTo>
                <a:lnTo>
                  <a:pt x="180975" y="1857375"/>
                </a:lnTo>
                <a:lnTo>
                  <a:pt x="180975" y="1866900"/>
                </a:lnTo>
                <a:lnTo>
                  <a:pt x="161925" y="1866900"/>
                </a:lnTo>
                <a:close/>
                <a:moveTo>
                  <a:pt x="409575" y="1857375"/>
                </a:moveTo>
                <a:lnTo>
                  <a:pt x="419100" y="1857375"/>
                </a:lnTo>
                <a:lnTo>
                  <a:pt x="419100" y="1866900"/>
                </a:lnTo>
                <a:lnTo>
                  <a:pt x="409575" y="1866900"/>
                </a:lnTo>
                <a:close/>
                <a:moveTo>
                  <a:pt x="647700" y="1857375"/>
                </a:moveTo>
                <a:lnTo>
                  <a:pt x="666750" y="1857375"/>
                </a:lnTo>
                <a:lnTo>
                  <a:pt x="666750" y="1866900"/>
                </a:lnTo>
                <a:lnTo>
                  <a:pt x="676275" y="1866900"/>
                </a:lnTo>
                <a:lnTo>
                  <a:pt x="676275" y="1895475"/>
                </a:lnTo>
                <a:lnTo>
                  <a:pt x="666750" y="1895475"/>
                </a:lnTo>
                <a:lnTo>
                  <a:pt x="666750" y="1905000"/>
                </a:lnTo>
                <a:lnTo>
                  <a:pt x="657225" y="1905000"/>
                </a:lnTo>
                <a:lnTo>
                  <a:pt x="657225" y="1914525"/>
                </a:lnTo>
                <a:lnTo>
                  <a:pt x="647700" y="1914525"/>
                </a:lnTo>
                <a:lnTo>
                  <a:pt x="647700" y="1905000"/>
                </a:lnTo>
                <a:lnTo>
                  <a:pt x="638175" y="1905000"/>
                </a:lnTo>
                <a:lnTo>
                  <a:pt x="638175" y="1895475"/>
                </a:lnTo>
                <a:lnTo>
                  <a:pt x="647700" y="1895475"/>
                </a:lnTo>
                <a:lnTo>
                  <a:pt x="647700" y="1885950"/>
                </a:lnTo>
                <a:lnTo>
                  <a:pt x="657225" y="1885950"/>
                </a:lnTo>
                <a:lnTo>
                  <a:pt x="657225" y="1866900"/>
                </a:lnTo>
                <a:lnTo>
                  <a:pt x="647700" y="1866900"/>
                </a:lnTo>
                <a:close/>
                <a:moveTo>
                  <a:pt x="438150" y="1866900"/>
                </a:moveTo>
                <a:lnTo>
                  <a:pt x="447675" y="1866900"/>
                </a:lnTo>
                <a:lnTo>
                  <a:pt x="447675" y="1876425"/>
                </a:lnTo>
                <a:lnTo>
                  <a:pt x="438150" y="1876425"/>
                </a:lnTo>
                <a:close/>
                <a:moveTo>
                  <a:pt x="1628775" y="1866900"/>
                </a:moveTo>
                <a:lnTo>
                  <a:pt x="1638300" y="1866900"/>
                </a:lnTo>
                <a:lnTo>
                  <a:pt x="1638300" y="1876425"/>
                </a:lnTo>
                <a:lnTo>
                  <a:pt x="1628775" y="1876425"/>
                </a:lnTo>
                <a:close/>
                <a:moveTo>
                  <a:pt x="1685925" y="1866900"/>
                </a:moveTo>
                <a:lnTo>
                  <a:pt x="1695450" y="1866900"/>
                </a:lnTo>
                <a:lnTo>
                  <a:pt x="1695450" y="1876425"/>
                </a:lnTo>
                <a:lnTo>
                  <a:pt x="1685925" y="1876425"/>
                </a:lnTo>
                <a:close/>
                <a:moveTo>
                  <a:pt x="419100" y="1876425"/>
                </a:moveTo>
                <a:lnTo>
                  <a:pt x="438150" y="1876425"/>
                </a:lnTo>
                <a:lnTo>
                  <a:pt x="438150" y="1885950"/>
                </a:lnTo>
                <a:lnTo>
                  <a:pt x="428625" y="1885950"/>
                </a:lnTo>
                <a:lnTo>
                  <a:pt x="428625" y="1895475"/>
                </a:lnTo>
                <a:lnTo>
                  <a:pt x="419100" y="1895475"/>
                </a:lnTo>
                <a:close/>
                <a:moveTo>
                  <a:pt x="1619250" y="1876425"/>
                </a:moveTo>
                <a:lnTo>
                  <a:pt x="1628775" y="1876425"/>
                </a:lnTo>
                <a:lnTo>
                  <a:pt x="1628775" y="1895475"/>
                </a:lnTo>
                <a:lnTo>
                  <a:pt x="1609725" y="1895475"/>
                </a:lnTo>
                <a:lnTo>
                  <a:pt x="1609725" y="1885950"/>
                </a:lnTo>
                <a:lnTo>
                  <a:pt x="1619250" y="1885950"/>
                </a:lnTo>
                <a:close/>
                <a:moveTo>
                  <a:pt x="409575" y="1895475"/>
                </a:moveTo>
                <a:lnTo>
                  <a:pt x="419100" y="1895475"/>
                </a:lnTo>
                <a:lnTo>
                  <a:pt x="419100" y="1905000"/>
                </a:lnTo>
                <a:lnTo>
                  <a:pt x="409575" y="1905000"/>
                </a:lnTo>
                <a:close/>
                <a:moveTo>
                  <a:pt x="447675" y="1895475"/>
                </a:moveTo>
                <a:lnTo>
                  <a:pt x="466725" y="1895475"/>
                </a:lnTo>
                <a:lnTo>
                  <a:pt x="466725" y="1905000"/>
                </a:lnTo>
                <a:lnTo>
                  <a:pt x="476250" y="1905000"/>
                </a:lnTo>
                <a:lnTo>
                  <a:pt x="476250" y="1914525"/>
                </a:lnTo>
                <a:lnTo>
                  <a:pt x="447675" y="1914525"/>
                </a:lnTo>
                <a:close/>
                <a:moveTo>
                  <a:pt x="828675" y="1895475"/>
                </a:moveTo>
                <a:lnTo>
                  <a:pt x="838200" y="1895475"/>
                </a:lnTo>
                <a:lnTo>
                  <a:pt x="838200" y="1905000"/>
                </a:lnTo>
                <a:lnTo>
                  <a:pt x="857250" y="1905000"/>
                </a:lnTo>
                <a:lnTo>
                  <a:pt x="857250" y="1924050"/>
                </a:lnTo>
                <a:lnTo>
                  <a:pt x="847725" y="1924050"/>
                </a:lnTo>
                <a:lnTo>
                  <a:pt x="847725" y="1933575"/>
                </a:lnTo>
                <a:lnTo>
                  <a:pt x="838200" y="1933575"/>
                </a:lnTo>
                <a:lnTo>
                  <a:pt x="838200" y="1943100"/>
                </a:lnTo>
                <a:lnTo>
                  <a:pt x="847725" y="1943100"/>
                </a:lnTo>
                <a:lnTo>
                  <a:pt x="847725" y="1952625"/>
                </a:lnTo>
                <a:lnTo>
                  <a:pt x="838200" y="1952625"/>
                </a:lnTo>
                <a:lnTo>
                  <a:pt x="838200" y="1962150"/>
                </a:lnTo>
                <a:lnTo>
                  <a:pt x="828675" y="1962150"/>
                </a:lnTo>
                <a:lnTo>
                  <a:pt x="828675" y="1952625"/>
                </a:lnTo>
                <a:lnTo>
                  <a:pt x="819150" y="1952625"/>
                </a:lnTo>
                <a:lnTo>
                  <a:pt x="819150" y="1914525"/>
                </a:lnTo>
                <a:lnTo>
                  <a:pt x="828675" y="1914525"/>
                </a:lnTo>
                <a:close/>
                <a:moveTo>
                  <a:pt x="1590675" y="1895475"/>
                </a:moveTo>
                <a:lnTo>
                  <a:pt x="1600200" y="1895475"/>
                </a:lnTo>
                <a:lnTo>
                  <a:pt x="1600200" y="1914525"/>
                </a:lnTo>
                <a:lnTo>
                  <a:pt x="1590675" y="1914525"/>
                </a:lnTo>
                <a:lnTo>
                  <a:pt x="1590675" y="1924050"/>
                </a:lnTo>
                <a:lnTo>
                  <a:pt x="1581150" y="1924050"/>
                </a:lnTo>
                <a:lnTo>
                  <a:pt x="1581150" y="1905000"/>
                </a:lnTo>
                <a:lnTo>
                  <a:pt x="1590675" y="1905000"/>
                </a:lnTo>
                <a:close/>
                <a:moveTo>
                  <a:pt x="1676400" y="1895475"/>
                </a:moveTo>
                <a:lnTo>
                  <a:pt x="1685925" y="1895475"/>
                </a:lnTo>
                <a:lnTo>
                  <a:pt x="1685925" y="1905000"/>
                </a:lnTo>
                <a:lnTo>
                  <a:pt x="1695450" y="1905000"/>
                </a:lnTo>
                <a:lnTo>
                  <a:pt x="1695450" y="1914525"/>
                </a:lnTo>
                <a:lnTo>
                  <a:pt x="1714500" y="1914525"/>
                </a:lnTo>
                <a:lnTo>
                  <a:pt x="1714500" y="1943100"/>
                </a:lnTo>
                <a:lnTo>
                  <a:pt x="1685925" y="1943100"/>
                </a:lnTo>
                <a:lnTo>
                  <a:pt x="1685925" y="1962150"/>
                </a:lnTo>
                <a:lnTo>
                  <a:pt x="1676400" y="1962150"/>
                </a:lnTo>
                <a:lnTo>
                  <a:pt x="1676400" y="1952625"/>
                </a:lnTo>
                <a:lnTo>
                  <a:pt x="1666875" y="1952625"/>
                </a:lnTo>
                <a:lnTo>
                  <a:pt x="1666875" y="1933575"/>
                </a:lnTo>
                <a:lnTo>
                  <a:pt x="1676400" y="1933575"/>
                </a:lnTo>
                <a:close/>
                <a:moveTo>
                  <a:pt x="200025" y="1905000"/>
                </a:moveTo>
                <a:lnTo>
                  <a:pt x="209550" y="1905000"/>
                </a:lnTo>
                <a:lnTo>
                  <a:pt x="209550" y="1914525"/>
                </a:lnTo>
                <a:lnTo>
                  <a:pt x="200025" y="1914525"/>
                </a:lnTo>
                <a:close/>
                <a:moveTo>
                  <a:pt x="285750" y="1905000"/>
                </a:moveTo>
                <a:lnTo>
                  <a:pt x="295275" y="1905000"/>
                </a:lnTo>
                <a:lnTo>
                  <a:pt x="295275" y="1914525"/>
                </a:lnTo>
                <a:lnTo>
                  <a:pt x="285750" y="1914525"/>
                </a:lnTo>
                <a:close/>
                <a:moveTo>
                  <a:pt x="342900" y="1905000"/>
                </a:moveTo>
                <a:lnTo>
                  <a:pt x="352425" y="1905000"/>
                </a:lnTo>
                <a:lnTo>
                  <a:pt x="352425" y="1914525"/>
                </a:lnTo>
                <a:lnTo>
                  <a:pt x="342900" y="1914525"/>
                </a:lnTo>
                <a:close/>
                <a:moveTo>
                  <a:pt x="390525" y="1905000"/>
                </a:moveTo>
                <a:lnTo>
                  <a:pt x="409575" y="1905000"/>
                </a:lnTo>
                <a:lnTo>
                  <a:pt x="409575" y="1914525"/>
                </a:lnTo>
                <a:lnTo>
                  <a:pt x="390525" y="1914525"/>
                </a:lnTo>
                <a:close/>
                <a:moveTo>
                  <a:pt x="542925" y="1905000"/>
                </a:moveTo>
                <a:lnTo>
                  <a:pt x="561975" y="1905000"/>
                </a:lnTo>
                <a:lnTo>
                  <a:pt x="561975" y="1914525"/>
                </a:lnTo>
                <a:lnTo>
                  <a:pt x="552450" y="1914525"/>
                </a:lnTo>
                <a:lnTo>
                  <a:pt x="552450" y="1924050"/>
                </a:lnTo>
                <a:lnTo>
                  <a:pt x="542925" y="1924050"/>
                </a:lnTo>
                <a:close/>
                <a:moveTo>
                  <a:pt x="571500" y="1905000"/>
                </a:moveTo>
                <a:lnTo>
                  <a:pt x="581025" y="1905000"/>
                </a:lnTo>
                <a:lnTo>
                  <a:pt x="581025" y="1914525"/>
                </a:lnTo>
                <a:lnTo>
                  <a:pt x="571500" y="1914525"/>
                </a:lnTo>
                <a:close/>
                <a:moveTo>
                  <a:pt x="609600" y="1905000"/>
                </a:moveTo>
                <a:lnTo>
                  <a:pt x="638175" y="1905000"/>
                </a:lnTo>
                <a:lnTo>
                  <a:pt x="638175" y="1924050"/>
                </a:lnTo>
                <a:lnTo>
                  <a:pt x="628650" y="1924050"/>
                </a:lnTo>
                <a:lnTo>
                  <a:pt x="628650" y="1914525"/>
                </a:lnTo>
                <a:lnTo>
                  <a:pt x="609600" y="1914525"/>
                </a:lnTo>
                <a:close/>
                <a:moveTo>
                  <a:pt x="676275" y="1914525"/>
                </a:moveTo>
                <a:lnTo>
                  <a:pt x="695325" y="1914525"/>
                </a:lnTo>
                <a:lnTo>
                  <a:pt x="695325" y="1924050"/>
                </a:lnTo>
                <a:lnTo>
                  <a:pt x="676275" y="1924050"/>
                </a:lnTo>
                <a:close/>
                <a:moveTo>
                  <a:pt x="904875" y="1943100"/>
                </a:moveTo>
                <a:lnTo>
                  <a:pt x="914400" y="1943100"/>
                </a:lnTo>
                <a:lnTo>
                  <a:pt x="914400" y="1952625"/>
                </a:lnTo>
                <a:lnTo>
                  <a:pt x="904875" y="1952625"/>
                </a:lnTo>
                <a:close/>
                <a:moveTo>
                  <a:pt x="1609725" y="1943100"/>
                </a:moveTo>
                <a:lnTo>
                  <a:pt x="1628775" y="1943100"/>
                </a:lnTo>
                <a:lnTo>
                  <a:pt x="1628775" y="1952625"/>
                </a:lnTo>
                <a:lnTo>
                  <a:pt x="1647825" y="1952625"/>
                </a:lnTo>
                <a:lnTo>
                  <a:pt x="1647825" y="1971675"/>
                </a:lnTo>
                <a:lnTo>
                  <a:pt x="1638300" y="1971675"/>
                </a:lnTo>
                <a:lnTo>
                  <a:pt x="1638300" y="1981200"/>
                </a:lnTo>
                <a:lnTo>
                  <a:pt x="1619250" y="1981200"/>
                </a:lnTo>
                <a:lnTo>
                  <a:pt x="1619250" y="1962150"/>
                </a:lnTo>
                <a:lnTo>
                  <a:pt x="1609725" y="1962150"/>
                </a:lnTo>
                <a:close/>
                <a:moveTo>
                  <a:pt x="190500" y="1962150"/>
                </a:moveTo>
                <a:lnTo>
                  <a:pt x="200025" y="1962150"/>
                </a:lnTo>
                <a:lnTo>
                  <a:pt x="200025" y="1981200"/>
                </a:lnTo>
                <a:lnTo>
                  <a:pt x="180975" y="1981200"/>
                </a:lnTo>
                <a:lnTo>
                  <a:pt x="180975" y="1971675"/>
                </a:lnTo>
                <a:lnTo>
                  <a:pt x="190500" y="1971675"/>
                </a:lnTo>
                <a:close/>
                <a:moveTo>
                  <a:pt x="1695450" y="1971675"/>
                </a:moveTo>
                <a:lnTo>
                  <a:pt x="1704975" y="1971675"/>
                </a:lnTo>
                <a:lnTo>
                  <a:pt x="1704975" y="1981200"/>
                </a:lnTo>
                <a:lnTo>
                  <a:pt x="1695450" y="1981200"/>
                </a:lnTo>
                <a:close/>
                <a:moveTo>
                  <a:pt x="1676400" y="1981200"/>
                </a:moveTo>
                <a:lnTo>
                  <a:pt x="1685925" y="1981200"/>
                </a:lnTo>
                <a:lnTo>
                  <a:pt x="1685925" y="1990725"/>
                </a:lnTo>
                <a:lnTo>
                  <a:pt x="1676400" y="1990725"/>
                </a:lnTo>
                <a:close/>
                <a:moveTo>
                  <a:pt x="1647825" y="2009775"/>
                </a:moveTo>
                <a:lnTo>
                  <a:pt x="1666875" y="2009775"/>
                </a:lnTo>
                <a:lnTo>
                  <a:pt x="1666875" y="2019300"/>
                </a:lnTo>
                <a:lnTo>
                  <a:pt x="1676400" y="2019300"/>
                </a:lnTo>
                <a:lnTo>
                  <a:pt x="1676400" y="2028825"/>
                </a:lnTo>
                <a:lnTo>
                  <a:pt x="1666875" y="2028825"/>
                </a:lnTo>
                <a:lnTo>
                  <a:pt x="1666875" y="2066925"/>
                </a:lnTo>
                <a:lnTo>
                  <a:pt x="1647825" y="2066925"/>
                </a:lnTo>
                <a:lnTo>
                  <a:pt x="1647825" y="2047875"/>
                </a:lnTo>
                <a:lnTo>
                  <a:pt x="1657350" y="2047875"/>
                </a:lnTo>
                <a:lnTo>
                  <a:pt x="1657350" y="2019300"/>
                </a:lnTo>
                <a:lnTo>
                  <a:pt x="1647825" y="2019300"/>
                </a:lnTo>
                <a:close/>
                <a:moveTo>
                  <a:pt x="209550" y="2066925"/>
                </a:moveTo>
                <a:lnTo>
                  <a:pt x="219075" y="2066925"/>
                </a:lnTo>
                <a:lnTo>
                  <a:pt x="219075" y="2076450"/>
                </a:lnTo>
                <a:lnTo>
                  <a:pt x="209550" y="2076450"/>
                </a:lnTo>
                <a:close/>
                <a:moveTo>
                  <a:pt x="609600" y="2066925"/>
                </a:moveTo>
                <a:lnTo>
                  <a:pt x="638175" y="2066925"/>
                </a:lnTo>
                <a:lnTo>
                  <a:pt x="638175" y="2076450"/>
                </a:lnTo>
                <a:lnTo>
                  <a:pt x="609600" y="2076450"/>
                </a:lnTo>
                <a:close/>
                <a:moveTo>
                  <a:pt x="476250" y="2076450"/>
                </a:moveTo>
                <a:lnTo>
                  <a:pt x="504825" y="2076450"/>
                </a:lnTo>
                <a:lnTo>
                  <a:pt x="504825" y="2085975"/>
                </a:lnTo>
                <a:lnTo>
                  <a:pt x="476250" y="2085975"/>
                </a:lnTo>
                <a:close/>
                <a:moveTo>
                  <a:pt x="533400" y="2076450"/>
                </a:moveTo>
                <a:lnTo>
                  <a:pt x="542925" y="2076450"/>
                </a:lnTo>
                <a:lnTo>
                  <a:pt x="542925" y="2085975"/>
                </a:lnTo>
                <a:lnTo>
                  <a:pt x="533400" y="2085975"/>
                </a:lnTo>
                <a:close/>
                <a:moveTo>
                  <a:pt x="209550" y="2124075"/>
                </a:moveTo>
                <a:lnTo>
                  <a:pt x="219075" y="2124075"/>
                </a:lnTo>
                <a:lnTo>
                  <a:pt x="219075" y="2133600"/>
                </a:lnTo>
                <a:lnTo>
                  <a:pt x="209550" y="2133600"/>
                </a:lnTo>
                <a:close/>
                <a:moveTo>
                  <a:pt x="409575" y="2124075"/>
                </a:moveTo>
                <a:lnTo>
                  <a:pt x="438150" y="2124075"/>
                </a:lnTo>
                <a:lnTo>
                  <a:pt x="438150" y="2133600"/>
                </a:lnTo>
                <a:lnTo>
                  <a:pt x="409575" y="2133600"/>
                </a:lnTo>
                <a:close/>
                <a:moveTo>
                  <a:pt x="714375" y="2124075"/>
                </a:moveTo>
                <a:lnTo>
                  <a:pt x="742950" y="2124075"/>
                </a:lnTo>
                <a:lnTo>
                  <a:pt x="742950" y="2133600"/>
                </a:lnTo>
                <a:lnTo>
                  <a:pt x="714375" y="2133600"/>
                </a:lnTo>
                <a:close/>
                <a:moveTo>
                  <a:pt x="266700" y="2162175"/>
                </a:moveTo>
                <a:lnTo>
                  <a:pt x="285750" y="2162175"/>
                </a:lnTo>
                <a:lnTo>
                  <a:pt x="285750" y="2171700"/>
                </a:lnTo>
                <a:lnTo>
                  <a:pt x="266700" y="2171700"/>
                </a:lnTo>
                <a:close/>
                <a:moveTo>
                  <a:pt x="190500" y="2209800"/>
                </a:moveTo>
                <a:lnTo>
                  <a:pt x="200025" y="2209800"/>
                </a:lnTo>
                <a:lnTo>
                  <a:pt x="200025" y="2219325"/>
                </a:lnTo>
                <a:lnTo>
                  <a:pt x="257175" y="2219325"/>
                </a:lnTo>
                <a:lnTo>
                  <a:pt x="257175" y="2247900"/>
                </a:lnTo>
                <a:lnTo>
                  <a:pt x="209550" y="2247900"/>
                </a:lnTo>
                <a:lnTo>
                  <a:pt x="209550" y="2228850"/>
                </a:lnTo>
                <a:lnTo>
                  <a:pt x="161925" y="2228850"/>
                </a:lnTo>
                <a:lnTo>
                  <a:pt x="161925" y="2219325"/>
                </a:lnTo>
                <a:lnTo>
                  <a:pt x="190500" y="2219325"/>
                </a:lnTo>
                <a:close/>
                <a:moveTo>
                  <a:pt x="485775" y="2219325"/>
                </a:moveTo>
                <a:lnTo>
                  <a:pt x="504825" y="2219325"/>
                </a:lnTo>
                <a:lnTo>
                  <a:pt x="504825" y="2247900"/>
                </a:lnTo>
                <a:lnTo>
                  <a:pt x="485775" y="2247900"/>
                </a:lnTo>
                <a:close/>
                <a:moveTo>
                  <a:pt x="904875" y="2219325"/>
                </a:moveTo>
                <a:lnTo>
                  <a:pt x="952500" y="2219325"/>
                </a:lnTo>
                <a:lnTo>
                  <a:pt x="952500" y="2247900"/>
                </a:lnTo>
                <a:lnTo>
                  <a:pt x="933450" y="2247900"/>
                </a:lnTo>
                <a:lnTo>
                  <a:pt x="933450" y="2238375"/>
                </a:lnTo>
                <a:lnTo>
                  <a:pt x="923925" y="2238375"/>
                </a:lnTo>
                <a:lnTo>
                  <a:pt x="923925" y="2247900"/>
                </a:lnTo>
                <a:lnTo>
                  <a:pt x="914400" y="2247900"/>
                </a:lnTo>
                <a:lnTo>
                  <a:pt x="914400" y="2228850"/>
                </a:lnTo>
                <a:lnTo>
                  <a:pt x="904875" y="2228850"/>
                </a:lnTo>
                <a:close/>
                <a:moveTo>
                  <a:pt x="1619250" y="2228850"/>
                </a:moveTo>
                <a:lnTo>
                  <a:pt x="1628775" y="2228850"/>
                </a:lnTo>
                <a:lnTo>
                  <a:pt x="1628775" y="2247900"/>
                </a:lnTo>
                <a:lnTo>
                  <a:pt x="1619250" y="2247900"/>
                </a:lnTo>
                <a:close/>
                <a:moveTo>
                  <a:pt x="1657350" y="2247900"/>
                </a:moveTo>
                <a:lnTo>
                  <a:pt x="1666875" y="2247900"/>
                </a:lnTo>
                <a:lnTo>
                  <a:pt x="1666875" y="2266950"/>
                </a:lnTo>
                <a:lnTo>
                  <a:pt x="1657350" y="2266950"/>
                </a:lnTo>
                <a:close/>
                <a:moveTo>
                  <a:pt x="238125" y="2266950"/>
                </a:moveTo>
                <a:lnTo>
                  <a:pt x="295275" y="2266950"/>
                </a:lnTo>
                <a:lnTo>
                  <a:pt x="295275" y="2286000"/>
                </a:lnTo>
                <a:lnTo>
                  <a:pt x="238125" y="2286000"/>
                </a:lnTo>
                <a:close/>
                <a:moveTo>
                  <a:pt x="952500" y="2266950"/>
                </a:moveTo>
                <a:lnTo>
                  <a:pt x="971550" y="2266950"/>
                </a:lnTo>
                <a:lnTo>
                  <a:pt x="971550" y="2276475"/>
                </a:lnTo>
                <a:lnTo>
                  <a:pt x="952500" y="2276475"/>
                </a:lnTo>
                <a:close/>
                <a:moveTo>
                  <a:pt x="1143000" y="2266950"/>
                </a:moveTo>
                <a:lnTo>
                  <a:pt x="1152525" y="2266950"/>
                </a:lnTo>
                <a:lnTo>
                  <a:pt x="1152525" y="2276475"/>
                </a:lnTo>
                <a:lnTo>
                  <a:pt x="1143000" y="2276475"/>
                </a:lnTo>
                <a:close/>
                <a:moveTo>
                  <a:pt x="1304925" y="2266950"/>
                </a:moveTo>
                <a:lnTo>
                  <a:pt x="1314450" y="2266950"/>
                </a:lnTo>
                <a:lnTo>
                  <a:pt x="1314450" y="2276475"/>
                </a:lnTo>
                <a:lnTo>
                  <a:pt x="1304925" y="2276475"/>
                </a:lnTo>
                <a:close/>
                <a:moveTo>
                  <a:pt x="1323975" y="2266950"/>
                </a:moveTo>
                <a:lnTo>
                  <a:pt x="1333500" y="2266950"/>
                </a:lnTo>
                <a:lnTo>
                  <a:pt x="1333500" y="2276475"/>
                </a:lnTo>
                <a:lnTo>
                  <a:pt x="1323975" y="2276475"/>
                </a:lnTo>
                <a:close/>
                <a:moveTo>
                  <a:pt x="1581150" y="2266950"/>
                </a:moveTo>
                <a:lnTo>
                  <a:pt x="1600200" y="2266950"/>
                </a:lnTo>
                <a:lnTo>
                  <a:pt x="1600200" y="2276475"/>
                </a:lnTo>
                <a:lnTo>
                  <a:pt x="1581150" y="2276475"/>
                </a:lnTo>
                <a:close/>
                <a:moveTo>
                  <a:pt x="1619250" y="2266950"/>
                </a:moveTo>
                <a:lnTo>
                  <a:pt x="1628775" y="2266950"/>
                </a:lnTo>
                <a:lnTo>
                  <a:pt x="1628775" y="2276475"/>
                </a:lnTo>
                <a:lnTo>
                  <a:pt x="1619250" y="2276475"/>
                </a:lnTo>
                <a:close/>
                <a:moveTo>
                  <a:pt x="1666875" y="2266950"/>
                </a:moveTo>
                <a:lnTo>
                  <a:pt x="1685925" y="2266950"/>
                </a:lnTo>
                <a:lnTo>
                  <a:pt x="1685925" y="2276475"/>
                </a:lnTo>
                <a:lnTo>
                  <a:pt x="1666875" y="2276475"/>
                </a:lnTo>
                <a:close/>
                <a:moveTo>
                  <a:pt x="838200" y="2276475"/>
                </a:moveTo>
                <a:lnTo>
                  <a:pt x="857250" y="2276475"/>
                </a:lnTo>
                <a:lnTo>
                  <a:pt x="857250" y="2286000"/>
                </a:lnTo>
                <a:lnTo>
                  <a:pt x="838200" y="2286000"/>
                </a:lnTo>
                <a:close/>
                <a:moveTo>
                  <a:pt x="942975" y="2276475"/>
                </a:moveTo>
                <a:lnTo>
                  <a:pt x="952500" y="2276475"/>
                </a:lnTo>
                <a:lnTo>
                  <a:pt x="952500" y="2286000"/>
                </a:lnTo>
                <a:lnTo>
                  <a:pt x="942975" y="2286000"/>
                </a:lnTo>
                <a:close/>
                <a:moveTo>
                  <a:pt x="1104900" y="2276475"/>
                </a:moveTo>
                <a:lnTo>
                  <a:pt x="1123950" y="2276475"/>
                </a:lnTo>
                <a:lnTo>
                  <a:pt x="1123950" y="2286000"/>
                </a:lnTo>
                <a:lnTo>
                  <a:pt x="1133475" y="2286000"/>
                </a:lnTo>
                <a:lnTo>
                  <a:pt x="1133475" y="2305050"/>
                </a:lnTo>
                <a:lnTo>
                  <a:pt x="1162050" y="2305050"/>
                </a:lnTo>
                <a:lnTo>
                  <a:pt x="1162050" y="2314575"/>
                </a:lnTo>
                <a:lnTo>
                  <a:pt x="1152525" y="2314575"/>
                </a:lnTo>
                <a:lnTo>
                  <a:pt x="1152525" y="2324100"/>
                </a:lnTo>
                <a:lnTo>
                  <a:pt x="1143000" y="2324100"/>
                </a:lnTo>
                <a:lnTo>
                  <a:pt x="1143000" y="2314575"/>
                </a:lnTo>
                <a:lnTo>
                  <a:pt x="1133475" y="2314575"/>
                </a:lnTo>
                <a:lnTo>
                  <a:pt x="1133475" y="2324100"/>
                </a:lnTo>
                <a:lnTo>
                  <a:pt x="1114425" y="2324100"/>
                </a:lnTo>
                <a:lnTo>
                  <a:pt x="1114425" y="2305050"/>
                </a:lnTo>
                <a:lnTo>
                  <a:pt x="1104900" y="2305050"/>
                </a:lnTo>
                <a:lnTo>
                  <a:pt x="1104900" y="2295525"/>
                </a:lnTo>
                <a:lnTo>
                  <a:pt x="1095375" y="2295525"/>
                </a:lnTo>
                <a:lnTo>
                  <a:pt x="1095375" y="2286000"/>
                </a:lnTo>
                <a:lnTo>
                  <a:pt x="1104900" y="2286000"/>
                </a:lnTo>
                <a:close/>
                <a:moveTo>
                  <a:pt x="1181100" y="2276475"/>
                </a:moveTo>
                <a:lnTo>
                  <a:pt x="1200150" y="2276475"/>
                </a:lnTo>
                <a:lnTo>
                  <a:pt x="1200150" y="2286000"/>
                </a:lnTo>
                <a:lnTo>
                  <a:pt x="1190625" y="2286000"/>
                </a:lnTo>
                <a:lnTo>
                  <a:pt x="1190625" y="2295525"/>
                </a:lnTo>
                <a:lnTo>
                  <a:pt x="1200150" y="2295525"/>
                </a:lnTo>
                <a:lnTo>
                  <a:pt x="1200150" y="2305050"/>
                </a:lnTo>
                <a:lnTo>
                  <a:pt x="1209675" y="2305050"/>
                </a:lnTo>
                <a:lnTo>
                  <a:pt x="1209675" y="2314575"/>
                </a:lnTo>
                <a:lnTo>
                  <a:pt x="1181100" y="2314575"/>
                </a:lnTo>
                <a:lnTo>
                  <a:pt x="1181100" y="2305050"/>
                </a:lnTo>
                <a:lnTo>
                  <a:pt x="1171575" y="2305050"/>
                </a:lnTo>
                <a:lnTo>
                  <a:pt x="1171575" y="2295525"/>
                </a:lnTo>
                <a:lnTo>
                  <a:pt x="1162050" y="2295525"/>
                </a:lnTo>
                <a:lnTo>
                  <a:pt x="1162050" y="2286000"/>
                </a:lnTo>
                <a:lnTo>
                  <a:pt x="1181100" y="2286000"/>
                </a:lnTo>
                <a:close/>
                <a:moveTo>
                  <a:pt x="1238250" y="2276475"/>
                </a:moveTo>
                <a:lnTo>
                  <a:pt x="1295400" y="2276475"/>
                </a:lnTo>
                <a:lnTo>
                  <a:pt x="1295400" y="2286000"/>
                </a:lnTo>
                <a:lnTo>
                  <a:pt x="1314450" y="2286000"/>
                </a:lnTo>
                <a:lnTo>
                  <a:pt x="1314450" y="2295525"/>
                </a:lnTo>
                <a:lnTo>
                  <a:pt x="1304925" y="2295525"/>
                </a:lnTo>
                <a:lnTo>
                  <a:pt x="1304925" y="2314575"/>
                </a:lnTo>
                <a:lnTo>
                  <a:pt x="1276350" y="2314575"/>
                </a:lnTo>
                <a:lnTo>
                  <a:pt x="1276350" y="2305050"/>
                </a:lnTo>
                <a:lnTo>
                  <a:pt x="1285875" y="2305050"/>
                </a:lnTo>
                <a:lnTo>
                  <a:pt x="1285875" y="2286000"/>
                </a:lnTo>
                <a:lnTo>
                  <a:pt x="1238250" y="2286000"/>
                </a:lnTo>
                <a:close/>
                <a:moveTo>
                  <a:pt x="314325" y="2286000"/>
                </a:moveTo>
                <a:lnTo>
                  <a:pt x="323850" y="2286000"/>
                </a:lnTo>
                <a:lnTo>
                  <a:pt x="323850" y="2295525"/>
                </a:lnTo>
                <a:lnTo>
                  <a:pt x="314325" y="2295525"/>
                </a:lnTo>
                <a:close/>
                <a:moveTo>
                  <a:pt x="876300" y="2286000"/>
                </a:moveTo>
                <a:lnTo>
                  <a:pt x="895350" y="2286000"/>
                </a:lnTo>
                <a:lnTo>
                  <a:pt x="895350" y="2343150"/>
                </a:lnTo>
                <a:lnTo>
                  <a:pt x="885825" y="2343150"/>
                </a:lnTo>
                <a:lnTo>
                  <a:pt x="885825" y="2352675"/>
                </a:lnTo>
                <a:lnTo>
                  <a:pt x="876300" y="2352675"/>
                </a:lnTo>
                <a:lnTo>
                  <a:pt x="876300" y="2343150"/>
                </a:lnTo>
                <a:lnTo>
                  <a:pt x="838200" y="2343150"/>
                </a:lnTo>
                <a:lnTo>
                  <a:pt x="838200" y="2333625"/>
                </a:lnTo>
                <a:lnTo>
                  <a:pt x="876300" y="2333625"/>
                </a:lnTo>
                <a:close/>
                <a:moveTo>
                  <a:pt x="904875" y="2286000"/>
                </a:moveTo>
                <a:lnTo>
                  <a:pt x="923925" y="2286000"/>
                </a:lnTo>
                <a:lnTo>
                  <a:pt x="923925" y="2295525"/>
                </a:lnTo>
                <a:lnTo>
                  <a:pt x="904875" y="2295525"/>
                </a:lnTo>
                <a:close/>
                <a:moveTo>
                  <a:pt x="323850" y="2295525"/>
                </a:moveTo>
                <a:lnTo>
                  <a:pt x="333375" y="2295525"/>
                </a:lnTo>
                <a:lnTo>
                  <a:pt x="333375" y="2305050"/>
                </a:lnTo>
                <a:lnTo>
                  <a:pt x="323850" y="2305050"/>
                </a:lnTo>
                <a:close/>
                <a:moveTo>
                  <a:pt x="838200" y="2295525"/>
                </a:moveTo>
                <a:lnTo>
                  <a:pt x="857250" y="2295525"/>
                </a:lnTo>
                <a:lnTo>
                  <a:pt x="857250" y="2305050"/>
                </a:lnTo>
                <a:lnTo>
                  <a:pt x="847725" y="2305050"/>
                </a:lnTo>
                <a:lnTo>
                  <a:pt x="847725" y="2314575"/>
                </a:lnTo>
                <a:lnTo>
                  <a:pt x="838200" y="2314575"/>
                </a:lnTo>
                <a:close/>
                <a:moveTo>
                  <a:pt x="1600200" y="2305050"/>
                </a:moveTo>
                <a:lnTo>
                  <a:pt x="1609725" y="2305050"/>
                </a:lnTo>
                <a:lnTo>
                  <a:pt x="1609725" y="2314575"/>
                </a:lnTo>
                <a:lnTo>
                  <a:pt x="1600200" y="2314575"/>
                </a:lnTo>
                <a:close/>
                <a:moveTo>
                  <a:pt x="333375" y="2314575"/>
                </a:moveTo>
                <a:lnTo>
                  <a:pt x="342900" y="2314575"/>
                </a:lnTo>
                <a:lnTo>
                  <a:pt x="342900" y="2333625"/>
                </a:lnTo>
                <a:lnTo>
                  <a:pt x="333375" y="2333625"/>
                </a:lnTo>
                <a:close/>
                <a:moveTo>
                  <a:pt x="466725" y="2324100"/>
                </a:moveTo>
                <a:lnTo>
                  <a:pt x="476250" y="2324100"/>
                </a:lnTo>
                <a:lnTo>
                  <a:pt x="476250" y="2333625"/>
                </a:lnTo>
                <a:lnTo>
                  <a:pt x="466725" y="2333625"/>
                </a:lnTo>
                <a:close/>
                <a:moveTo>
                  <a:pt x="552450" y="2324100"/>
                </a:moveTo>
                <a:lnTo>
                  <a:pt x="571500" y="2324100"/>
                </a:lnTo>
                <a:lnTo>
                  <a:pt x="571500" y="2333625"/>
                </a:lnTo>
                <a:lnTo>
                  <a:pt x="552450" y="2333625"/>
                </a:lnTo>
                <a:close/>
                <a:moveTo>
                  <a:pt x="1266825" y="2324100"/>
                </a:moveTo>
                <a:lnTo>
                  <a:pt x="1285875" y="2324100"/>
                </a:lnTo>
                <a:lnTo>
                  <a:pt x="1285875" y="2333625"/>
                </a:lnTo>
                <a:lnTo>
                  <a:pt x="1266825" y="2333625"/>
                </a:lnTo>
                <a:close/>
                <a:moveTo>
                  <a:pt x="1333500" y="2324100"/>
                </a:moveTo>
                <a:lnTo>
                  <a:pt x="1343025" y="2324100"/>
                </a:lnTo>
                <a:lnTo>
                  <a:pt x="1343025" y="2333625"/>
                </a:lnTo>
                <a:lnTo>
                  <a:pt x="1333500" y="2333625"/>
                </a:lnTo>
                <a:close/>
                <a:moveTo>
                  <a:pt x="1666875" y="2324100"/>
                </a:moveTo>
                <a:lnTo>
                  <a:pt x="1676400" y="2324100"/>
                </a:lnTo>
                <a:lnTo>
                  <a:pt x="1676400" y="2343150"/>
                </a:lnTo>
                <a:lnTo>
                  <a:pt x="1666875" y="2343150"/>
                </a:lnTo>
                <a:close/>
                <a:moveTo>
                  <a:pt x="771525" y="2333625"/>
                </a:moveTo>
                <a:lnTo>
                  <a:pt x="790575" y="2333625"/>
                </a:lnTo>
                <a:lnTo>
                  <a:pt x="790575" y="2343150"/>
                </a:lnTo>
                <a:lnTo>
                  <a:pt x="771525" y="2343150"/>
                </a:lnTo>
                <a:close/>
                <a:moveTo>
                  <a:pt x="1362075" y="2333625"/>
                </a:moveTo>
                <a:lnTo>
                  <a:pt x="1371600" y="2333625"/>
                </a:lnTo>
                <a:lnTo>
                  <a:pt x="1371600" y="2343150"/>
                </a:lnTo>
                <a:lnTo>
                  <a:pt x="1362075" y="2343150"/>
                </a:lnTo>
                <a:close/>
                <a:moveTo>
                  <a:pt x="1371600" y="2343150"/>
                </a:moveTo>
                <a:lnTo>
                  <a:pt x="1381125" y="2343150"/>
                </a:lnTo>
                <a:lnTo>
                  <a:pt x="1381125" y="2352675"/>
                </a:lnTo>
                <a:lnTo>
                  <a:pt x="1371600" y="2352675"/>
                </a:lnTo>
                <a:close/>
                <a:moveTo>
                  <a:pt x="1676400" y="2343150"/>
                </a:moveTo>
                <a:lnTo>
                  <a:pt x="1685925" y="2343150"/>
                </a:lnTo>
                <a:lnTo>
                  <a:pt x="1685925" y="2352675"/>
                </a:lnTo>
                <a:lnTo>
                  <a:pt x="1695450" y="2352675"/>
                </a:lnTo>
                <a:lnTo>
                  <a:pt x="1695450" y="2371725"/>
                </a:lnTo>
                <a:lnTo>
                  <a:pt x="1676400" y="2371725"/>
                </a:lnTo>
                <a:close/>
                <a:moveTo>
                  <a:pt x="1352550" y="2352675"/>
                </a:moveTo>
                <a:lnTo>
                  <a:pt x="1371600" y="2352675"/>
                </a:lnTo>
                <a:lnTo>
                  <a:pt x="1371600" y="2371725"/>
                </a:lnTo>
                <a:lnTo>
                  <a:pt x="1352550" y="2371725"/>
                </a:lnTo>
                <a:close/>
                <a:moveTo>
                  <a:pt x="1704975" y="2352675"/>
                </a:moveTo>
                <a:lnTo>
                  <a:pt x="1714500" y="2352675"/>
                </a:lnTo>
                <a:lnTo>
                  <a:pt x="1714500" y="2371725"/>
                </a:lnTo>
                <a:lnTo>
                  <a:pt x="1704975" y="2371725"/>
                </a:lnTo>
                <a:close/>
                <a:moveTo>
                  <a:pt x="485775" y="2371725"/>
                </a:moveTo>
                <a:lnTo>
                  <a:pt x="495300" y="2371725"/>
                </a:lnTo>
                <a:lnTo>
                  <a:pt x="495300" y="2381250"/>
                </a:lnTo>
                <a:lnTo>
                  <a:pt x="485775" y="2381250"/>
                </a:lnTo>
                <a:close/>
                <a:moveTo>
                  <a:pt x="781050" y="2371725"/>
                </a:moveTo>
                <a:lnTo>
                  <a:pt x="790575" y="2371725"/>
                </a:lnTo>
                <a:lnTo>
                  <a:pt x="790575" y="2381250"/>
                </a:lnTo>
                <a:lnTo>
                  <a:pt x="781050" y="2381250"/>
                </a:lnTo>
                <a:close/>
                <a:moveTo>
                  <a:pt x="800100" y="2371725"/>
                </a:moveTo>
                <a:lnTo>
                  <a:pt x="809625" y="2371725"/>
                </a:lnTo>
                <a:lnTo>
                  <a:pt x="809625" y="2381250"/>
                </a:lnTo>
                <a:lnTo>
                  <a:pt x="800100" y="2381250"/>
                </a:lnTo>
                <a:close/>
                <a:moveTo>
                  <a:pt x="819150" y="2371725"/>
                </a:moveTo>
                <a:lnTo>
                  <a:pt x="828675" y="2371725"/>
                </a:lnTo>
                <a:lnTo>
                  <a:pt x="828675" y="2390775"/>
                </a:lnTo>
                <a:lnTo>
                  <a:pt x="809625" y="2390775"/>
                </a:lnTo>
                <a:lnTo>
                  <a:pt x="809625" y="2381250"/>
                </a:lnTo>
                <a:lnTo>
                  <a:pt x="819150" y="2381250"/>
                </a:lnTo>
                <a:close/>
                <a:moveTo>
                  <a:pt x="838200" y="2381250"/>
                </a:moveTo>
                <a:lnTo>
                  <a:pt x="857250" y="2381250"/>
                </a:lnTo>
                <a:lnTo>
                  <a:pt x="857250" y="2400300"/>
                </a:lnTo>
                <a:lnTo>
                  <a:pt x="876300" y="2400300"/>
                </a:lnTo>
                <a:lnTo>
                  <a:pt x="876300" y="2409825"/>
                </a:lnTo>
                <a:lnTo>
                  <a:pt x="857250" y="2409825"/>
                </a:lnTo>
                <a:lnTo>
                  <a:pt x="857250" y="2428875"/>
                </a:lnTo>
                <a:lnTo>
                  <a:pt x="819150" y="2428875"/>
                </a:lnTo>
                <a:lnTo>
                  <a:pt x="819150" y="2438400"/>
                </a:lnTo>
                <a:lnTo>
                  <a:pt x="800100" y="2438400"/>
                </a:lnTo>
                <a:lnTo>
                  <a:pt x="800100" y="2419350"/>
                </a:lnTo>
                <a:lnTo>
                  <a:pt x="838200" y="2419350"/>
                </a:lnTo>
                <a:lnTo>
                  <a:pt x="838200" y="2409825"/>
                </a:lnTo>
                <a:lnTo>
                  <a:pt x="828675" y="2409825"/>
                </a:lnTo>
                <a:lnTo>
                  <a:pt x="828675" y="2400300"/>
                </a:lnTo>
                <a:lnTo>
                  <a:pt x="838200" y="2400300"/>
                </a:lnTo>
                <a:close/>
                <a:moveTo>
                  <a:pt x="1323975" y="2381250"/>
                </a:moveTo>
                <a:lnTo>
                  <a:pt x="1333500" y="2381250"/>
                </a:lnTo>
                <a:lnTo>
                  <a:pt x="1333500" y="2390775"/>
                </a:lnTo>
                <a:lnTo>
                  <a:pt x="1323975" y="2390775"/>
                </a:lnTo>
                <a:close/>
                <a:moveTo>
                  <a:pt x="1352550" y="2381250"/>
                </a:moveTo>
                <a:lnTo>
                  <a:pt x="1362075" y="2381250"/>
                </a:lnTo>
                <a:lnTo>
                  <a:pt x="1362075" y="2390775"/>
                </a:lnTo>
                <a:lnTo>
                  <a:pt x="1352550" y="2390775"/>
                </a:lnTo>
                <a:close/>
                <a:moveTo>
                  <a:pt x="323850" y="2390775"/>
                </a:moveTo>
                <a:lnTo>
                  <a:pt x="333375" y="2390775"/>
                </a:lnTo>
                <a:lnTo>
                  <a:pt x="333375" y="2400300"/>
                </a:lnTo>
                <a:lnTo>
                  <a:pt x="323850" y="2400300"/>
                </a:lnTo>
                <a:close/>
                <a:moveTo>
                  <a:pt x="942975" y="2390775"/>
                </a:moveTo>
                <a:lnTo>
                  <a:pt x="952500" y="2390775"/>
                </a:lnTo>
                <a:lnTo>
                  <a:pt x="952500" y="2409825"/>
                </a:lnTo>
                <a:lnTo>
                  <a:pt x="942975" y="2409825"/>
                </a:lnTo>
                <a:close/>
                <a:moveTo>
                  <a:pt x="314325" y="2400300"/>
                </a:moveTo>
                <a:lnTo>
                  <a:pt x="323850" y="2400300"/>
                </a:lnTo>
                <a:lnTo>
                  <a:pt x="323850" y="2409825"/>
                </a:lnTo>
                <a:lnTo>
                  <a:pt x="314325" y="2409825"/>
                </a:lnTo>
                <a:close/>
                <a:moveTo>
                  <a:pt x="1619250" y="2400300"/>
                </a:moveTo>
                <a:lnTo>
                  <a:pt x="1628775" y="2400300"/>
                </a:lnTo>
                <a:lnTo>
                  <a:pt x="1628775" y="2419350"/>
                </a:lnTo>
                <a:lnTo>
                  <a:pt x="1619250" y="2419350"/>
                </a:lnTo>
                <a:close/>
                <a:moveTo>
                  <a:pt x="238125" y="2409825"/>
                </a:moveTo>
                <a:lnTo>
                  <a:pt x="257175" y="2409825"/>
                </a:lnTo>
                <a:lnTo>
                  <a:pt x="257175" y="2419350"/>
                </a:lnTo>
                <a:lnTo>
                  <a:pt x="238125" y="2419350"/>
                </a:lnTo>
                <a:close/>
                <a:moveTo>
                  <a:pt x="876300" y="2409825"/>
                </a:moveTo>
                <a:lnTo>
                  <a:pt x="885825" y="2409825"/>
                </a:lnTo>
                <a:lnTo>
                  <a:pt x="885825" y="2419350"/>
                </a:lnTo>
                <a:lnTo>
                  <a:pt x="876300" y="2419350"/>
                </a:lnTo>
                <a:close/>
                <a:moveTo>
                  <a:pt x="685800" y="2419350"/>
                </a:moveTo>
                <a:lnTo>
                  <a:pt x="723900" y="2419350"/>
                </a:lnTo>
                <a:lnTo>
                  <a:pt x="723900" y="2438400"/>
                </a:lnTo>
                <a:lnTo>
                  <a:pt x="714375" y="2438400"/>
                </a:lnTo>
                <a:lnTo>
                  <a:pt x="714375" y="2428875"/>
                </a:lnTo>
                <a:lnTo>
                  <a:pt x="685800" y="2428875"/>
                </a:lnTo>
                <a:close/>
                <a:moveTo>
                  <a:pt x="733425" y="2419350"/>
                </a:moveTo>
                <a:lnTo>
                  <a:pt x="771525" y="2419350"/>
                </a:lnTo>
                <a:lnTo>
                  <a:pt x="771525" y="2428875"/>
                </a:lnTo>
                <a:lnTo>
                  <a:pt x="733425" y="2428875"/>
                </a:lnTo>
                <a:close/>
                <a:moveTo>
                  <a:pt x="1162050" y="2428875"/>
                </a:moveTo>
                <a:lnTo>
                  <a:pt x="1181100" y="2428875"/>
                </a:lnTo>
                <a:lnTo>
                  <a:pt x="1181100" y="2438400"/>
                </a:lnTo>
                <a:lnTo>
                  <a:pt x="1162050" y="2438400"/>
                </a:lnTo>
                <a:close/>
                <a:moveTo>
                  <a:pt x="1247775" y="2428875"/>
                </a:moveTo>
                <a:lnTo>
                  <a:pt x="1266825" y="2428875"/>
                </a:lnTo>
                <a:lnTo>
                  <a:pt x="1266825" y="2438400"/>
                </a:lnTo>
                <a:lnTo>
                  <a:pt x="1247775" y="2438400"/>
                </a:lnTo>
                <a:close/>
                <a:moveTo>
                  <a:pt x="1609725" y="2428875"/>
                </a:moveTo>
                <a:lnTo>
                  <a:pt x="1628775" y="2428875"/>
                </a:lnTo>
                <a:lnTo>
                  <a:pt x="1628775" y="2438400"/>
                </a:lnTo>
                <a:lnTo>
                  <a:pt x="1609725" y="2438400"/>
                </a:lnTo>
                <a:close/>
                <a:moveTo>
                  <a:pt x="1704975" y="2428875"/>
                </a:moveTo>
                <a:lnTo>
                  <a:pt x="1714500" y="2428875"/>
                </a:lnTo>
                <a:lnTo>
                  <a:pt x="1714500" y="2466975"/>
                </a:lnTo>
                <a:lnTo>
                  <a:pt x="1704975" y="2466975"/>
                </a:lnTo>
                <a:close/>
                <a:moveTo>
                  <a:pt x="1657350" y="2447925"/>
                </a:moveTo>
                <a:lnTo>
                  <a:pt x="1666875" y="2447925"/>
                </a:lnTo>
                <a:lnTo>
                  <a:pt x="1666875" y="2476500"/>
                </a:lnTo>
                <a:lnTo>
                  <a:pt x="1657350" y="2476500"/>
                </a:lnTo>
                <a:close/>
                <a:moveTo>
                  <a:pt x="990600" y="2457450"/>
                </a:moveTo>
                <a:lnTo>
                  <a:pt x="1019175" y="2457450"/>
                </a:lnTo>
                <a:lnTo>
                  <a:pt x="1019175" y="2476500"/>
                </a:lnTo>
                <a:lnTo>
                  <a:pt x="990600" y="2476500"/>
                </a:lnTo>
                <a:close/>
                <a:moveTo>
                  <a:pt x="1647825" y="2476500"/>
                </a:moveTo>
                <a:lnTo>
                  <a:pt x="1657350" y="2476500"/>
                </a:lnTo>
                <a:lnTo>
                  <a:pt x="1657350" y="2486025"/>
                </a:lnTo>
                <a:lnTo>
                  <a:pt x="1647825" y="2486025"/>
                </a:lnTo>
                <a:close/>
                <a:moveTo>
                  <a:pt x="923925" y="2486025"/>
                </a:moveTo>
                <a:lnTo>
                  <a:pt x="933450" y="2486025"/>
                </a:lnTo>
                <a:lnTo>
                  <a:pt x="933450" y="2495550"/>
                </a:lnTo>
                <a:lnTo>
                  <a:pt x="923925" y="2495550"/>
                </a:lnTo>
                <a:close/>
                <a:moveTo>
                  <a:pt x="1695450" y="2495550"/>
                </a:moveTo>
                <a:lnTo>
                  <a:pt x="1714500" y="2495550"/>
                </a:lnTo>
                <a:lnTo>
                  <a:pt x="1714500" y="2524125"/>
                </a:lnTo>
                <a:lnTo>
                  <a:pt x="1695450" y="2524125"/>
                </a:lnTo>
                <a:close/>
                <a:moveTo>
                  <a:pt x="485775" y="2505075"/>
                </a:moveTo>
                <a:lnTo>
                  <a:pt x="495300" y="2505075"/>
                </a:lnTo>
                <a:lnTo>
                  <a:pt x="495300" y="2514600"/>
                </a:lnTo>
                <a:lnTo>
                  <a:pt x="485775" y="2514600"/>
                </a:lnTo>
                <a:close/>
                <a:moveTo>
                  <a:pt x="1247775" y="2514600"/>
                </a:moveTo>
                <a:lnTo>
                  <a:pt x="1257300" y="2514600"/>
                </a:lnTo>
                <a:lnTo>
                  <a:pt x="1257300" y="2524125"/>
                </a:lnTo>
                <a:lnTo>
                  <a:pt x="1247775" y="2524125"/>
                </a:lnTo>
                <a:close/>
                <a:moveTo>
                  <a:pt x="523875" y="2524125"/>
                </a:moveTo>
                <a:lnTo>
                  <a:pt x="542925" y="2524125"/>
                </a:lnTo>
                <a:lnTo>
                  <a:pt x="542925" y="2543175"/>
                </a:lnTo>
                <a:lnTo>
                  <a:pt x="533400" y="2543175"/>
                </a:lnTo>
                <a:lnTo>
                  <a:pt x="533400" y="2533650"/>
                </a:lnTo>
                <a:lnTo>
                  <a:pt x="523875" y="2533650"/>
                </a:lnTo>
                <a:close/>
                <a:moveTo>
                  <a:pt x="571500" y="2524125"/>
                </a:moveTo>
                <a:lnTo>
                  <a:pt x="600075" y="2524125"/>
                </a:lnTo>
                <a:lnTo>
                  <a:pt x="600075" y="2533650"/>
                </a:lnTo>
                <a:lnTo>
                  <a:pt x="571500" y="2533650"/>
                </a:lnTo>
                <a:close/>
                <a:moveTo>
                  <a:pt x="1257300" y="2524125"/>
                </a:moveTo>
                <a:lnTo>
                  <a:pt x="1276350" y="2524125"/>
                </a:lnTo>
                <a:lnTo>
                  <a:pt x="1276350" y="2533650"/>
                </a:lnTo>
                <a:lnTo>
                  <a:pt x="1266825" y="2533650"/>
                </a:lnTo>
                <a:lnTo>
                  <a:pt x="1266825" y="2543175"/>
                </a:lnTo>
                <a:lnTo>
                  <a:pt x="1257300" y="2543175"/>
                </a:lnTo>
                <a:close/>
                <a:moveTo>
                  <a:pt x="1295400" y="2533650"/>
                </a:moveTo>
                <a:lnTo>
                  <a:pt x="1304925" y="2533650"/>
                </a:lnTo>
                <a:lnTo>
                  <a:pt x="1304925" y="2543175"/>
                </a:lnTo>
                <a:lnTo>
                  <a:pt x="1295400" y="2543175"/>
                </a:lnTo>
                <a:close/>
                <a:moveTo>
                  <a:pt x="1428750" y="2533650"/>
                </a:moveTo>
                <a:lnTo>
                  <a:pt x="1447800" y="2533650"/>
                </a:lnTo>
                <a:lnTo>
                  <a:pt x="1447800" y="2543175"/>
                </a:lnTo>
                <a:lnTo>
                  <a:pt x="1457325" y="2543175"/>
                </a:lnTo>
                <a:lnTo>
                  <a:pt x="1457325" y="2552700"/>
                </a:lnTo>
                <a:lnTo>
                  <a:pt x="1447800" y="2552700"/>
                </a:lnTo>
                <a:lnTo>
                  <a:pt x="1447800" y="2562225"/>
                </a:lnTo>
                <a:lnTo>
                  <a:pt x="1419225" y="2562225"/>
                </a:lnTo>
                <a:lnTo>
                  <a:pt x="1419225" y="2552700"/>
                </a:lnTo>
                <a:lnTo>
                  <a:pt x="1428750" y="2552700"/>
                </a:lnTo>
                <a:close/>
                <a:moveTo>
                  <a:pt x="523875" y="2543175"/>
                </a:moveTo>
                <a:lnTo>
                  <a:pt x="533400" y="2543175"/>
                </a:lnTo>
                <a:lnTo>
                  <a:pt x="533400" y="2552700"/>
                </a:lnTo>
                <a:lnTo>
                  <a:pt x="523875" y="2552700"/>
                </a:lnTo>
                <a:close/>
                <a:moveTo>
                  <a:pt x="209550" y="2552700"/>
                </a:moveTo>
                <a:lnTo>
                  <a:pt x="219075" y="2552700"/>
                </a:lnTo>
                <a:lnTo>
                  <a:pt x="219075" y="2562225"/>
                </a:lnTo>
                <a:lnTo>
                  <a:pt x="209550" y="2562225"/>
                </a:lnTo>
                <a:close/>
                <a:moveTo>
                  <a:pt x="514350" y="2552700"/>
                </a:moveTo>
                <a:lnTo>
                  <a:pt x="523875" y="2552700"/>
                </a:lnTo>
                <a:lnTo>
                  <a:pt x="523875" y="2562225"/>
                </a:lnTo>
                <a:lnTo>
                  <a:pt x="514350" y="2562225"/>
                </a:lnTo>
                <a:close/>
                <a:moveTo>
                  <a:pt x="533400" y="2552700"/>
                </a:moveTo>
                <a:lnTo>
                  <a:pt x="542925" y="2552700"/>
                </a:lnTo>
                <a:lnTo>
                  <a:pt x="542925" y="2562225"/>
                </a:lnTo>
                <a:lnTo>
                  <a:pt x="533400" y="2562225"/>
                </a:lnTo>
                <a:close/>
                <a:moveTo>
                  <a:pt x="352425" y="2590800"/>
                </a:moveTo>
                <a:lnTo>
                  <a:pt x="361950" y="2590800"/>
                </a:lnTo>
                <a:lnTo>
                  <a:pt x="361950" y="2600325"/>
                </a:lnTo>
                <a:lnTo>
                  <a:pt x="352425" y="2600325"/>
                </a:lnTo>
                <a:close/>
                <a:moveTo>
                  <a:pt x="438150" y="2609850"/>
                </a:moveTo>
                <a:lnTo>
                  <a:pt x="476250" y="2609850"/>
                </a:lnTo>
                <a:lnTo>
                  <a:pt x="476250" y="2619375"/>
                </a:lnTo>
                <a:lnTo>
                  <a:pt x="438150" y="2619375"/>
                </a:lnTo>
                <a:close/>
                <a:moveTo>
                  <a:pt x="523875" y="2609850"/>
                </a:moveTo>
                <a:lnTo>
                  <a:pt x="552450" y="2609850"/>
                </a:lnTo>
                <a:lnTo>
                  <a:pt x="552450" y="2619375"/>
                </a:lnTo>
                <a:lnTo>
                  <a:pt x="523875" y="2619375"/>
                </a:lnTo>
                <a:close/>
                <a:moveTo>
                  <a:pt x="1314450" y="2609850"/>
                </a:moveTo>
                <a:lnTo>
                  <a:pt x="1333500" y="2609850"/>
                </a:lnTo>
                <a:lnTo>
                  <a:pt x="1333500" y="2619375"/>
                </a:lnTo>
                <a:lnTo>
                  <a:pt x="1314450" y="2619375"/>
                </a:lnTo>
                <a:close/>
                <a:moveTo>
                  <a:pt x="247650" y="2628900"/>
                </a:moveTo>
                <a:lnTo>
                  <a:pt x="257175" y="2628900"/>
                </a:lnTo>
                <a:lnTo>
                  <a:pt x="257175" y="2638425"/>
                </a:lnTo>
                <a:lnTo>
                  <a:pt x="247650" y="2638425"/>
                </a:lnTo>
                <a:close/>
                <a:moveTo>
                  <a:pt x="1628775" y="2628900"/>
                </a:moveTo>
                <a:lnTo>
                  <a:pt x="1638300" y="2628900"/>
                </a:lnTo>
                <a:lnTo>
                  <a:pt x="1638300" y="2638425"/>
                </a:lnTo>
                <a:lnTo>
                  <a:pt x="1628775" y="2638425"/>
                </a:lnTo>
                <a:close/>
                <a:moveTo>
                  <a:pt x="609600" y="2657475"/>
                </a:moveTo>
                <a:lnTo>
                  <a:pt x="628650" y="2657475"/>
                </a:lnTo>
                <a:lnTo>
                  <a:pt x="628650" y="2667000"/>
                </a:lnTo>
                <a:lnTo>
                  <a:pt x="609600" y="2667000"/>
                </a:lnTo>
                <a:close/>
                <a:moveTo>
                  <a:pt x="1695450" y="2667000"/>
                </a:moveTo>
                <a:lnTo>
                  <a:pt x="1714500" y="2667000"/>
                </a:lnTo>
                <a:lnTo>
                  <a:pt x="1714500" y="2686050"/>
                </a:lnTo>
                <a:lnTo>
                  <a:pt x="1695450" y="2686050"/>
                </a:lnTo>
                <a:close/>
                <a:moveTo>
                  <a:pt x="352425" y="2686050"/>
                </a:moveTo>
                <a:lnTo>
                  <a:pt x="371475" y="2686050"/>
                </a:lnTo>
                <a:lnTo>
                  <a:pt x="371475" y="2695575"/>
                </a:lnTo>
                <a:lnTo>
                  <a:pt x="390525" y="2695575"/>
                </a:lnTo>
                <a:lnTo>
                  <a:pt x="390525" y="2686050"/>
                </a:lnTo>
                <a:lnTo>
                  <a:pt x="409575" y="2686050"/>
                </a:lnTo>
                <a:lnTo>
                  <a:pt x="409575" y="2705100"/>
                </a:lnTo>
                <a:lnTo>
                  <a:pt x="400050" y="2705100"/>
                </a:lnTo>
                <a:lnTo>
                  <a:pt x="400050" y="2724150"/>
                </a:lnTo>
                <a:lnTo>
                  <a:pt x="390525" y="2724150"/>
                </a:lnTo>
                <a:lnTo>
                  <a:pt x="390525" y="2733675"/>
                </a:lnTo>
                <a:lnTo>
                  <a:pt x="352425" y="2733675"/>
                </a:lnTo>
                <a:lnTo>
                  <a:pt x="352425" y="2724150"/>
                </a:lnTo>
                <a:lnTo>
                  <a:pt x="342900" y="2724150"/>
                </a:lnTo>
                <a:lnTo>
                  <a:pt x="342900" y="2714625"/>
                </a:lnTo>
                <a:lnTo>
                  <a:pt x="352425" y="2714625"/>
                </a:lnTo>
                <a:close/>
                <a:moveTo>
                  <a:pt x="1485900" y="2686050"/>
                </a:moveTo>
                <a:lnTo>
                  <a:pt x="1504950" y="2686050"/>
                </a:lnTo>
                <a:lnTo>
                  <a:pt x="1504950" y="2705100"/>
                </a:lnTo>
                <a:lnTo>
                  <a:pt x="1485900" y="2705100"/>
                </a:lnTo>
                <a:close/>
                <a:moveTo>
                  <a:pt x="1038225" y="2695575"/>
                </a:moveTo>
                <a:lnTo>
                  <a:pt x="1057275" y="2695575"/>
                </a:lnTo>
                <a:lnTo>
                  <a:pt x="1057275" y="2705100"/>
                </a:lnTo>
                <a:lnTo>
                  <a:pt x="1038225" y="2705100"/>
                </a:lnTo>
                <a:close/>
                <a:moveTo>
                  <a:pt x="257175" y="2705100"/>
                </a:moveTo>
                <a:lnTo>
                  <a:pt x="266700" y="2705100"/>
                </a:lnTo>
                <a:lnTo>
                  <a:pt x="266700" y="2714625"/>
                </a:lnTo>
                <a:lnTo>
                  <a:pt x="276225" y="2714625"/>
                </a:lnTo>
                <a:lnTo>
                  <a:pt x="276225" y="2705100"/>
                </a:lnTo>
                <a:lnTo>
                  <a:pt x="285750" y="2705100"/>
                </a:lnTo>
                <a:lnTo>
                  <a:pt x="285750" y="2724150"/>
                </a:lnTo>
                <a:lnTo>
                  <a:pt x="276225" y="2724150"/>
                </a:lnTo>
                <a:lnTo>
                  <a:pt x="276225" y="2743200"/>
                </a:lnTo>
                <a:lnTo>
                  <a:pt x="266700" y="2743200"/>
                </a:lnTo>
                <a:lnTo>
                  <a:pt x="266700" y="2733675"/>
                </a:lnTo>
                <a:lnTo>
                  <a:pt x="247650" y="2733675"/>
                </a:lnTo>
                <a:lnTo>
                  <a:pt x="247650" y="2724150"/>
                </a:lnTo>
                <a:lnTo>
                  <a:pt x="228600" y="2724150"/>
                </a:lnTo>
                <a:lnTo>
                  <a:pt x="228600" y="2714625"/>
                </a:lnTo>
                <a:lnTo>
                  <a:pt x="257175" y="2714625"/>
                </a:lnTo>
                <a:close/>
                <a:moveTo>
                  <a:pt x="1571625" y="2714625"/>
                </a:moveTo>
                <a:lnTo>
                  <a:pt x="1590675" y="2714625"/>
                </a:lnTo>
                <a:lnTo>
                  <a:pt x="1590675" y="2733675"/>
                </a:lnTo>
                <a:lnTo>
                  <a:pt x="1571625" y="2733675"/>
                </a:lnTo>
                <a:close/>
                <a:moveTo>
                  <a:pt x="323850" y="2733675"/>
                </a:moveTo>
                <a:lnTo>
                  <a:pt x="333375" y="2733675"/>
                </a:lnTo>
                <a:lnTo>
                  <a:pt x="333375" y="2743200"/>
                </a:lnTo>
                <a:lnTo>
                  <a:pt x="342900" y="2743200"/>
                </a:lnTo>
                <a:lnTo>
                  <a:pt x="342900" y="2781300"/>
                </a:lnTo>
                <a:lnTo>
                  <a:pt x="333375" y="2781300"/>
                </a:lnTo>
                <a:lnTo>
                  <a:pt x="333375" y="2771775"/>
                </a:lnTo>
                <a:lnTo>
                  <a:pt x="323850" y="2771775"/>
                </a:lnTo>
                <a:close/>
                <a:moveTo>
                  <a:pt x="381000" y="2762250"/>
                </a:moveTo>
                <a:lnTo>
                  <a:pt x="390525" y="2762250"/>
                </a:lnTo>
                <a:lnTo>
                  <a:pt x="390525" y="2771775"/>
                </a:lnTo>
                <a:lnTo>
                  <a:pt x="381000" y="2771775"/>
                </a:lnTo>
                <a:close/>
                <a:moveTo>
                  <a:pt x="447675" y="2762250"/>
                </a:moveTo>
                <a:lnTo>
                  <a:pt x="457200" y="2762250"/>
                </a:lnTo>
                <a:lnTo>
                  <a:pt x="457200" y="2771775"/>
                </a:lnTo>
                <a:lnTo>
                  <a:pt x="447675" y="2771775"/>
                </a:lnTo>
                <a:close/>
                <a:moveTo>
                  <a:pt x="790575" y="2762250"/>
                </a:moveTo>
                <a:lnTo>
                  <a:pt x="828675" y="2762250"/>
                </a:lnTo>
                <a:lnTo>
                  <a:pt x="828675" y="2771775"/>
                </a:lnTo>
                <a:lnTo>
                  <a:pt x="790575" y="2771775"/>
                </a:lnTo>
                <a:close/>
                <a:moveTo>
                  <a:pt x="885825" y="2762250"/>
                </a:moveTo>
                <a:lnTo>
                  <a:pt x="895350" y="2762250"/>
                </a:lnTo>
                <a:lnTo>
                  <a:pt x="895350" y="2781300"/>
                </a:lnTo>
                <a:lnTo>
                  <a:pt x="885825" y="2781300"/>
                </a:lnTo>
                <a:close/>
                <a:moveTo>
                  <a:pt x="981075" y="2762250"/>
                </a:moveTo>
                <a:lnTo>
                  <a:pt x="1000125" y="2762250"/>
                </a:lnTo>
                <a:lnTo>
                  <a:pt x="1000125" y="2781300"/>
                </a:lnTo>
                <a:lnTo>
                  <a:pt x="981075" y="2781300"/>
                </a:lnTo>
                <a:lnTo>
                  <a:pt x="981075" y="2790825"/>
                </a:lnTo>
                <a:lnTo>
                  <a:pt x="971550" y="2790825"/>
                </a:lnTo>
                <a:lnTo>
                  <a:pt x="971550" y="2800350"/>
                </a:lnTo>
                <a:lnTo>
                  <a:pt x="952500" y="2800350"/>
                </a:lnTo>
                <a:lnTo>
                  <a:pt x="952500" y="2781300"/>
                </a:lnTo>
                <a:lnTo>
                  <a:pt x="971550" y="2781300"/>
                </a:lnTo>
                <a:lnTo>
                  <a:pt x="971550" y="2771775"/>
                </a:lnTo>
                <a:lnTo>
                  <a:pt x="981075" y="2771775"/>
                </a:lnTo>
                <a:close/>
                <a:moveTo>
                  <a:pt x="1695450" y="2762250"/>
                </a:moveTo>
                <a:lnTo>
                  <a:pt x="1714500" y="2762250"/>
                </a:lnTo>
                <a:lnTo>
                  <a:pt x="1714500" y="2790825"/>
                </a:lnTo>
                <a:lnTo>
                  <a:pt x="1704975" y="2790825"/>
                </a:lnTo>
                <a:lnTo>
                  <a:pt x="1704975" y="2781300"/>
                </a:lnTo>
                <a:lnTo>
                  <a:pt x="1695450" y="2781300"/>
                </a:lnTo>
                <a:lnTo>
                  <a:pt x="1695450" y="2790825"/>
                </a:lnTo>
                <a:lnTo>
                  <a:pt x="1676400" y="2790825"/>
                </a:lnTo>
                <a:lnTo>
                  <a:pt x="1676400" y="2781300"/>
                </a:lnTo>
                <a:lnTo>
                  <a:pt x="1666875" y="2781300"/>
                </a:lnTo>
                <a:lnTo>
                  <a:pt x="1666875" y="2771775"/>
                </a:lnTo>
                <a:lnTo>
                  <a:pt x="1676400" y="2771775"/>
                </a:lnTo>
                <a:lnTo>
                  <a:pt x="1676400" y="2781300"/>
                </a:lnTo>
                <a:lnTo>
                  <a:pt x="1685925" y="2781300"/>
                </a:lnTo>
                <a:lnTo>
                  <a:pt x="1685925" y="2771775"/>
                </a:lnTo>
                <a:lnTo>
                  <a:pt x="1695450" y="2771775"/>
                </a:lnTo>
                <a:close/>
                <a:moveTo>
                  <a:pt x="828675" y="2771775"/>
                </a:moveTo>
                <a:lnTo>
                  <a:pt x="838200" y="2771775"/>
                </a:lnTo>
                <a:lnTo>
                  <a:pt x="838200" y="2781300"/>
                </a:lnTo>
                <a:lnTo>
                  <a:pt x="828675" y="2781300"/>
                </a:lnTo>
                <a:close/>
                <a:moveTo>
                  <a:pt x="1057275" y="2771775"/>
                </a:moveTo>
                <a:lnTo>
                  <a:pt x="1076325" y="2771775"/>
                </a:lnTo>
                <a:lnTo>
                  <a:pt x="1076325" y="2790825"/>
                </a:lnTo>
                <a:lnTo>
                  <a:pt x="1066800" y="2790825"/>
                </a:lnTo>
                <a:lnTo>
                  <a:pt x="1066800" y="2800350"/>
                </a:lnTo>
                <a:lnTo>
                  <a:pt x="1057275" y="2800350"/>
                </a:lnTo>
                <a:lnTo>
                  <a:pt x="1057275" y="2790825"/>
                </a:lnTo>
                <a:lnTo>
                  <a:pt x="1047750" y="2790825"/>
                </a:lnTo>
                <a:lnTo>
                  <a:pt x="1047750" y="2781300"/>
                </a:lnTo>
                <a:lnTo>
                  <a:pt x="1057275" y="2781300"/>
                </a:lnTo>
                <a:close/>
                <a:moveTo>
                  <a:pt x="590550" y="2781300"/>
                </a:moveTo>
                <a:lnTo>
                  <a:pt x="609600" y="2781300"/>
                </a:lnTo>
                <a:lnTo>
                  <a:pt x="609600" y="2790825"/>
                </a:lnTo>
                <a:lnTo>
                  <a:pt x="590550" y="2790825"/>
                </a:lnTo>
                <a:close/>
                <a:moveTo>
                  <a:pt x="809625" y="2781300"/>
                </a:moveTo>
                <a:lnTo>
                  <a:pt x="819150" y="2781300"/>
                </a:lnTo>
                <a:lnTo>
                  <a:pt x="819150" y="2790825"/>
                </a:lnTo>
                <a:lnTo>
                  <a:pt x="809625" y="2790825"/>
                </a:lnTo>
                <a:close/>
                <a:moveTo>
                  <a:pt x="933450" y="2781300"/>
                </a:moveTo>
                <a:lnTo>
                  <a:pt x="942975" y="2781300"/>
                </a:lnTo>
                <a:lnTo>
                  <a:pt x="942975" y="2800350"/>
                </a:lnTo>
                <a:lnTo>
                  <a:pt x="933450" y="2800350"/>
                </a:lnTo>
                <a:close/>
                <a:moveTo>
                  <a:pt x="1238250" y="2781300"/>
                </a:moveTo>
                <a:lnTo>
                  <a:pt x="1257300" y="2781300"/>
                </a:lnTo>
                <a:lnTo>
                  <a:pt x="1257300" y="2790825"/>
                </a:lnTo>
                <a:lnTo>
                  <a:pt x="1247775" y="2790825"/>
                </a:lnTo>
                <a:lnTo>
                  <a:pt x="1247775" y="2800350"/>
                </a:lnTo>
                <a:lnTo>
                  <a:pt x="1238250" y="2800350"/>
                </a:lnTo>
                <a:close/>
                <a:moveTo>
                  <a:pt x="1619250" y="2781300"/>
                </a:moveTo>
                <a:lnTo>
                  <a:pt x="1628775" y="2781300"/>
                </a:lnTo>
                <a:lnTo>
                  <a:pt x="1628775" y="2790825"/>
                </a:lnTo>
                <a:lnTo>
                  <a:pt x="1619250" y="2790825"/>
                </a:lnTo>
                <a:close/>
                <a:moveTo>
                  <a:pt x="1638300" y="2781300"/>
                </a:moveTo>
                <a:lnTo>
                  <a:pt x="1647825" y="2781300"/>
                </a:lnTo>
                <a:lnTo>
                  <a:pt x="1647825" y="2790825"/>
                </a:lnTo>
                <a:lnTo>
                  <a:pt x="1638300" y="2790825"/>
                </a:lnTo>
                <a:close/>
                <a:moveTo>
                  <a:pt x="581025" y="2790825"/>
                </a:moveTo>
                <a:lnTo>
                  <a:pt x="590550" y="2790825"/>
                </a:lnTo>
                <a:lnTo>
                  <a:pt x="590550" y="2800350"/>
                </a:lnTo>
                <a:lnTo>
                  <a:pt x="581025" y="2800350"/>
                </a:lnTo>
                <a:close/>
                <a:moveTo>
                  <a:pt x="742950" y="2790825"/>
                </a:moveTo>
                <a:lnTo>
                  <a:pt x="752475" y="2790825"/>
                </a:lnTo>
                <a:lnTo>
                  <a:pt x="752475" y="2800350"/>
                </a:lnTo>
                <a:lnTo>
                  <a:pt x="742950" y="2800350"/>
                </a:lnTo>
                <a:close/>
                <a:moveTo>
                  <a:pt x="1352550" y="2790825"/>
                </a:moveTo>
                <a:lnTo>
                  <a:pt x="1371600" y="2790825"/>
                </a:lnTo>
                <a:lnTo>
                  <a:pt x="1371600" y="2800350"/>
                </a:lnTo>
                <a:lnTo>
                  <a:pt x="1362075" y="2800350"/>
                </a:lnTo>
                <a:lnTo>
                  <a:pt x="1362075" y="2828925"/>
                </a:lnTo>
                <a:lnTo>
                  <a:pt x="1371600" y="2828925"/>
                </a:lnTo>
                <a:lnTo>
                  <a:pt x="1371600" y="2838450"/>
                </a:lnTo>
                <a:lnTo>
                  <a:pt x="1352550" y="2838450"/>
                </a:lnTo>
                <a:lnTo>
                  <a:pt x="1352550" y="2828925"/>
                </a:lnTo>
                <a:lnTo>
                  <a:pt x="1343025" y="2828925"/>
                </a:lnTo>
                <a:lnTo>
                  <a:pt x="1343025" y="2800350"/>
                </a:lnTo>
                <a:lnTo>
                  <a:pt x="1352550" y="2800350"/>
                </a:lnTo>
                <a:close/>
                <a:moveTo>
                  <a:pt x="1400175" y="2790825"/>
                </a:moveTo>
                <a:lnTo>
                  <a:pt x="1428750" y="2790825"/>
                </a:lnTo>
                <a:lnTo>
                  <a:pt x="1428750" y="2819400"/>
                </a:lnTo>
                <a:lnTo>
                  <a:pt x="1409700" y="2819400"/>
                </a:lnTo>
                <a:lnTo>
                  <a:pt x="1409700" y="2800350"/>
                </a:lnTo>
                <a:lnTo>
                  <a:pt x="1400175" y="2800350"/>
                </a:lnTo>
                <a:close/>
                <a:moveTo>
                  <a:pt x="1285875" y="2800350"/>
                </a:moveTo>
                <a:lnTo>
                  <a:pt x="1304925" y="2800350"/>
                </a:lnTo>
                <a:lnTo>
                  <a:pt x="1304925" y="2809875"/>
                </a:lnTo>
                <a:lnTo>
                  <a:pt x="1314450" y="2809875"/>
                </a:lnTo>
                <a:lnTo>
                  <a:pt x="1314450" y="2828925"/>
                </a:lnTo>
                <a:lnTo>
                  <a:pt x="1295400" y="2828925"/>
                </a:lnTo>
                <a:lnTo>
                  <a:pt x="1295400" y="2809875"/>
                </a:lnTo>
                <a:lnTo>
                  <a:pt x="1285875" y="2809875"/>
                </a:lnTo>
                <a:close/>
                <a:moveTo>
                  <a:pt x="266700" y="2819400"/>
                </a:moveTo>
                <a:lnTo>
                  <a:pt x="295275" y="2819400"/>
                </a:lnTo>
                <a:lnTo>
                  <a:pt x="295275" y="2828925"/>
                </a:lnTo>
                <a:lnTo>
                  <a:pt x="266700" y="2828925"/>
                </a:lnTo>
                <a:close/>
                <a:moveTo>
                  <a:pt x="962025" y="2819400"/>
                </a:moveTo>
                <a:lnTo>
                  <a:pt x="971550" y="2819400"/>
                </a:lnTo>
                <a:lnTo>
                  <a:pt x="971550" y="2828925"/>
                </a:lnTo>
                <a:lnTo>
                  <a:pt x="962025" y="2828925"/>
                </a:lnTo>
                <a:close/>
                <a:moveTo>
                  <a:pt x="1009650" y="2819400"/>
                </a:moveTo>
                <a:lnTo>
                  <a:pt x="1019175" y="2819400"/>
                </a:lnTo>
                <a:lnTo>
                  <a:pt x="1019175" y="2828925"/>
                </a:lnTo>
                <a:lnTo>
                  <a:pt x="1009650" y="2828925"/>
                </a:lnTo>
                <a:close/>
                <a:moveTo>
                  <a:pt x="1543050" y="2838450"/>
                </a:moveTo>
                <a:lnTo>
                  <a:pt x="1562100" y="2838450"/>
                </a:lnTo>
                <a:lnTo>
                  <a:pt x="1562100" y="2847975"/>
                </a:lnTo>
                <a:lnTo>
                  <a:pt x="1543050" y="2847975"/>
                </a:lnTo>
                <a:close/>
                <a:moveTo>
                  <a:pt x="1476375" y="2847975"/>
                </a:moveTo>
                <a:lnTo>
                  <a:pt x="1485900" y="2847975"/>
                </a:lnTo>
                <a:lnTo>
                  <a:pt x="1485900" y="2857500"/>
                </a:lnTo>
                <a:lnTo>
                  <a:pt x="1495425" y="2857500"/>
                </a:lnTo>
                <a:lnTo>
                  <a:pt x="1495425" y="2847975"/>
                </a:lnTo>
                <a:lnTo>
                  <a:pt x="1504950" y="2847975"/>
                </a:lnTo>
                <a:lnTo>
                  <a:pt x="1504950" y="2857500"/>
                </a:lnTo>
                <a:lnTo>
                  <a:pt x="1495425" y="2857500"/>
                </a:lnTo>
                <a:lnTo>
                  <a:pt x="1495425" y="2867025"/>
                </a:lnTo>
                <a:lnTo>
                  <a:pt x="1476375" y="2867025"/>
                </a:lnTo>
                <a:close/>
                <a:moveTo>
                  <a:pt x="895350" y="2857500"/>
                </a:moveTo>
                <a:lnTo>
                  <a:pt x="904875" y="2857500"/>
                </a:lnTo>
                <a:lnTo>
                  <a:pt x="904875" y="2867025"/>
                </a:lnTo>
                <a:lnTo>
                  <a:pt x="895350" y="2867025"/>
                </a:lnTo>
                <a:close/>
                <a:moveTo>
                  <a:pt x="1543050" y="2857500"/>
                </a:moveTo>
                <a:lnTo>
                  <a:pt x="1562100" y="2857500"/>
                </a:lnTo>
                <a:lnTo>
                  <a:pt x="1562100" y="2867025"/>
                </a:lnTo>
                <a:lnTo>
                  <a:pt x="1543050" y="2867025"/>
                </a:lnTo>
                <a:close/>
                <a:moveTo>
                  <a:pt x="752475" y="2867025"/>
                </a:moveTo>
                <a:lnTo>
                  <a:pt x="762000" y="2867025"/>
                </a:lnTo>
                <a:lnTo>
                  <a:pt x="762000" y="2876550"/>
                </a:lnTo>
                <a:lnTo>
                  <a:pt x="790575" y="2876550"/>
                </a:lnTo>
                <a:lnTo>
                  <a:pt x="790575" y="2886075"/>
                </a:lnTo>
                <a:lnTo>
                  <a:pt x="752475" y="2886075"/>
                </a:lnTo>
                <a:lnTo>
                  <a:pt x="752475" y="2905125"/>
                </a:lnTo>
                <a:lnTo>
                  <a:pt x="733425" y="2905125"/>
                </a:lnTo>
                <a:lnTo>
                  <a:pt x="733425" y="2886075"/>
                </a:lnTo>
                <a:lnTo>
                  <a:pt x="723900" y="2886075"/>
                </a:lnTo>
                <a:lnTo>
                  <a:pt x="723900" y="2895600"/>
                </a:lnTo>
                <a:lnTo>
                  <a:pt x="714375" y="2895600"/>
                </a:lnTo>
                <a:lnTo>
                  <a:pt x="714375" y="2886075"/>
                </a:lnTo>
                <a:lnTo>
                  <a:pt x="685800" y="2886075"/>
                </a:lnTo>
                <a:lnTo>
                  <a:pt x="685800" y="2895600"/>
                </a:lnTo>
                <a:lnTo>
                  <a:pt x="676275" y="2895600"/>
                </a:lnTo>
                <a:lnTo>
                  <a:pt x="676275" y="2876550"/>
                </a:lnTo>
                <a:lnTo>
                  <a:pt x="752475" y="2876550"/>
                </a:lnTo>
                <a:close/>
                <a:moveTo>
                  <a:pt x="828675" y="2867025"/>
                </a:moveTo>
                <a:lnTo>
                  <a:pt x="847725" y="2867025"/>
                </a:lnTo>
                <a:lnTo>
                  <a:pt x="847725" y="2876550"/>
                </a:lnTo>
                <a:lnTo>
                  <a:pt x="857250" y="2876550"/>
                </a:lnTo>
                <a:lnTo>
                  <a:pt x="857250" y="2886075"/>
                </a:lnTo>
                <a:lnTo>
                  <a:pt x="838200" y="2886075"/>
                </a:lnTo>
                <a:lnTo>
                  <a:pt x="838200" y="2876550"/>
                </a:lnTo>
                <a:lnTo>
                  <a:pt x="828675" y="2876550"/>
                </a:lnTo>
                <a:close/>
                <a:moveTo>
                  <a:pt x="571500" y="2876550"/>
                </a:moveTo>
                <a:lnTo>
                  <a:pt x="581025" y="2876550"/>
                </a:lnTo>
                <a:lnTo>
                  <a:pt x="581025" y="2886075"/>
                </a:lnTo>
                <a:lnTo>
                  <a:pt x="571500" y="2886075"/>
                </a:lnTo>
                <a:close/>
                <a:moveTo>
                  <a:pt x="800100" y="2876550"/>
                </a:moveTo>
                <a:lnTo>
                  <a:pt x="809625" y="2876550"/>
                </a:lnTo>
                <a:lnTo>
                  <a:pt x="809625" y="2886075"/>
                </a:lnTo>
                <a:lnTo>
                  <a:pt x="800100" y="2886075"/>
                </a:lnTo>
                <a:close/>
                <a:moveTo>
                  <a:pt x="1676400" y="2886075"/>
                </a:moveTo>
                <a:lnTo>
                  <a:pt x="1685925" y="2886075"/>
                </a:lnTo>
                <a:lnTo>
                  <a:pt x="1685925" y="2895600"/>
                </a:lnTo>
                <a:lnTo>
                  <a:pt x="1676400" y="2895600"/>
                </a:lnTo>
                <a:close/>
                <a:moveTo>
                  <a:pt x="762000" y="2895600"/>
                </a:moveTo>
                <a:lnTo>
                  <a:pt x="781050" y="2895600"/>
                </a:lnTo>
                <a:lnTo>
                  <a:pt x="781050" y="2905125"/>
                </a:lnTo>
                <a:lnTo>
                  <a:pt x="762000" y="2905125"/>
                </a:lnTo>
                <a:close/>
                <a:moveTo>
                  <a:pt x="1685925" y="2895600"/>
                </a:moveTo>
                <a:lnTo>
                  <a:pt x="1695450" y="2895600"/>
                </a:lnTo>
                <a:lnTo>
                  <a:pt x="1695450" y="2905125"/>
                </a:lnTo>
                <a:lnTo>
                  <a:pt x="1685925" y="2905125"/>
                </a:lnTo>
                <a:close/>
                <a:moveTo>
                  <a:pt x="1704975" y="2895600"/>
                </a:moveTo>
                <a:lnTo>
                  <a:pt x="1714500" y="2895600"/>
                </a:lnTo>
                <a:lnTo>
                  <a:pt x="1714500" y="2914650"/>
                </a:lnTo>
                <a:lnTo>
                  <a:pt x="1695450" y="2914650"/>
                </a:lnTo>
                <a:lnTo>
                  <a:pt x="1695450" y="2905125"/>
                </a:lnTo>
                <a:lnTo>
                  <a:pt x="1704975" y="2905125"/>
                </a:lnTo>
                <a:close/>
                <a:moveTo>
                  <a:pt x="781050" y="2905125"/>
                </a:moveTo>
                <a:lnTo>
                  <a:pt x="790575" y="2905125"/>
                </a:lnTo>
                <a:lnTo>
                  <a:pt x="790575" y="2914650"/>
                </a:lnTo>
                <a:lnTo>
                  <a:pt x="781050" y="2914650"/>
                </a:lnTo>
                <a:close/>
                <a:moveTo>
                  <a:pt x="1447800" y="2905125"/>
                </a:moveTo>
                <a:lnTo>
                  <a:pt x="1457325" y="2905125"/>
                </a:lnTo>
                <a:lnTo>
                  <a:pt x="1457325" y="2924175"/>
                </a:lnTo>
                <a:lnTo>
                  <a:pt x="1447800" y="2924175"/>
                </a:lnTo>
                <a:close/>
                <a:moveTo>
                  <a:pt x="219075" y="2914650"/>
                </a:moveTo>
                <a:lnTo>
                  <a:pt x="228600" y="2914650"/>
                </a:lnTo>
                <a:lnTo>
                  <a:pt x="228600" y="2924175"/>
                </a:lnTo>
                <a:lnTo>
                  <a:pt x="219075" y="2924175"/>
                </a:lnTo>
                <a:close/>
                <a:moveTo>
                  <a:pt x="419100" y="2914650"/>
                </a:moveTo>
                <a:lnTo>
                  <a:pt x="428625" y="2914650"/>
                </a:lnTo>
                <a:lnTo>
                  <a:pt x="428625" y="2924175"/>
                </a:lnTo>
                <a:lnTo>
                  <a:pt x="419100" y="2924175"/>
                </a:lnTo>
                <a:close/>
                <a:moveTo>
                  <a:pt x="1485900" y="2914650"/>
                </a:moveTo>
                <a:lnTo>
                  <a:pt x="1495425" y="2914650"/>
                </a:lnTo>
                <a:lnTo>
                  <a:pt x="1495425" y="2933700"/>
                </a:lnTo>
                <a:lnTo>
                  <a:pt x="1466850" y="2933700"/>
                </a:lnTo>
                <a:lnTo>
                  <a:pt x="1466850" y="2924175"/>
                </a:lnTo>
                <a:lnTo>
                  <a:pt x="1485900" y="2924175"/>
                </a:lnTo>
                <a:close/>
                <a:moveTo>
                  <a:pt x="523875" y="2933700"/>
                </a:moveTo>
                <a:lnTo>
                  <a:pt x="533400" y="2933700"/>
                </a:lnTo>
                <a:lnTo>
                  <a:pt x="533400" y="2971800"/>
                </a:lnTo>
                <a:lnTo>
                  <a:pt x="504825" y="2971800"/>
                </a:lnTo>
                <a:lnTo>
                  <a:pt x="504825" y="2952750"/>
                </a:lnTo>
                <a:lnTo>
                  <a:pt x="514350" y="2952750"/>
                </a:lnTo>
                <a:lnTo>
                  <a:pt x="514350" y="2962275"/>
                </a:lnTo>
                <a:lnTo>
                  <a:pt x="523875" y="2962275"/>
                </a:lnTo>
                <a:close/>
                <a:moveTo>
                  <a:pt x="1400175" y="2933700"/>
                </a:moveTo>
                <a:lnTo>
                  <a:pt x="1409700" y="2933700"/>
                </a:lnTo>
                <a:lnTo>
                  <a:pt x="1409700" y="2943225"/>
                </a:lnTo>
                <a:lnTo>
                  <a:pt x="1400175" y="2943225"/>
                </a:lnTo>
                <a:close/>
                <a:moveTo>
                  <a:pt x="1428750" y="2952750"/>
                </a:moveTo>
                <a:lnTo>
                  <a:pt x="1447800" y="2952750"/>
                </a:lnTo>
                <a:lnTo>
                  <a:pt x="1447800" y="2990850"/>
                </a:lnTo>
                <a:lnTo>
                  <a:pt x="1438275" y="2990850"/>
                </a:lnTo>
                <a:lnTo>
                  <a:pt x="1438275" y="2981325"/>
                </a:lnTo>
                <a:lnTo>
                  <a:pt x="1428750" y="2981325"/>
                </a:lnTo>
                <a:close/>
                <a:moveTo>
                  <a:pt x="1457325" y="2981325"/>
                </a:moveTo>
                <a:lnTo>
                  <a:pt x="1466850" y="2981325"/>
                </a:lnTo>
                <a:lnTo>
                  <a:pt x="1466850" y="2990850"/>
                </a:lnTo>
                <a:lnTo>
                  <a:pt x="1476375" y="2990850"/>
                </a:lnTo>
                <a:lnTo>
                  <a:pt x="1476375" y="2981325"/>
                </a:lnTo>
                <a:lnTo>
                  <a:pt x="1485900" y="2981325"/>
                </a:lnTo>
                <a:lnTo>
                  <a:pt x="1485900" y="2990850"/>
                </a:lnTo>
                <a:lnTo>
                  <a:pt x="1476375" y="2990850"/>
                </a:lnTo>
                <a:lnTo>
                  <a:pt x="1476375" y="3000375"/>
                </a:lnTo>
                <a:lnTo>
                  <a:pt x="1466850" y="3000375"/>
                </a:lnTo>
                <a:lnTo>
                  <a:pt x="1466850" y="3009900"/>
                </a:lnTo>
                <a:lnTo>
                  <a:pt x="1457325" y="3009900"/>
                </a:lnTo>
                <a:lnTo>
                  <a:pt x="1457325" y="3143250"/>
                </a:lnTo>
                <a:lnTo>
                  <a:pt x="1447800" y="3143250"/>
                </a:lnTo>
                <a:lnTo>
                  <a:pt x="1447800" y="3133725"/>
                </a:lnTo>
                <a:lnTo>
                  <a:pt x="1438275" y="3133725"/>
                </a:lnTo>
                <a:lnTo>
                  <a:pt x="1438275" y="3114675"/>
                </a:lnTo>
                <a:lnTo>
                  <a:pt x="1447800" y="3114675"/>
                </a:lnTo>
                <a:lnTo>
                  <a:pt x="1447800" y="3095625"/>
                </a:lnTo>
                <a:lnTo>
                  <a:pt x="1438275" y="3095625"/>
                </a:lnTo>
                <a:lnTo>
                  <a:pt x="1438275" y="3076575"/>
                </a:lnTo>
                <a:lnTo>
                  <a:pt x="1447800" y="3076575"/>
                </a:lnTo>
                <a:lnTo>
                  <a:pt x="1447800" y="3038475"/>
                </a:lnTo>
                <a:lnTo>
                  <a:pt x="1438275" y="3038475"/>
                </a:lnTo>
                <a:lnTo>
                  <a:pt x="1438275" y="3028950"/>
                </a:lnTo>
                <a:lnTo>
                  <a:pt x="1447800" y="3028950"/>
                </a:lnTo>
                <a:lnTo>
                  <a:pt x="1447800" y="3000375"/>
                </a:lnTo>
                <a:lnTo>
                  <a:pt x="1457325" y="3000375"/>
                </a:lnTo>
                <a:close/>
                <a:moveTo>
                  <a:pt x="476250" y="3009900"/>
                </a:moveTo>
                <a:lnTo>
                  <a:pt x="485775" y="3009900"/>
                </a:lnTo>
                <a:lnTo>
                  <a:pt x="485775" y="3019425"/>
                </a:lnTo>
                <a:lnTo>
                  <a:pt x="476250" y="3019425"/>
                </a:lnTo>
                <a:close/>
                <a:moveTo>
                  <a:pt x="466725" y="3019425"/>
                </a:moveTo>
                <a:lnTo>
                  <a:pt x="476250" y="3019425"/>
                </a:lnTo>
                <a:lnTo>
                  <a:pt x="476250" y="3028950"/>
                </a:lnTo>
                <a:lnTo>
                  <a:pt x="466725" y="3028950"/>
                </a:lnTo>
                <a:close/>
                <a:moveTo>
                  <a:pt x="704850" y="3019425"/>
                </a:moveTo>
                <a:lnTo>
                  <a:pt x="714375" y="3019425"/>
                </a:lnTo>
                <a:lnTo>
                  <a:pt x="714375" y="3038475"/>
                </a:lnTo>
                <a:lnTo>
                  <a:pt x="704850" y="3038475"/>
                </a:lnTo>
                <a:close/>
                <a:moveTo>
                  <a:pt x="438150" y="3028950"/>
                </a:moveTo>
                <a:lnTo>
                  <a:pt x="457200" y="3028950"/>
                </a:lnTo>
                <a:lnTo>
                  <a:pt x="457200" y="3038475"/>
                </a:lnTo>
                <a:lnTo>
                  <a:pt x="438150" y="3038475"/>
                </a:lnTo>
                <a:close/>
                <a:moveTo>
                  <a:pt x="1409700" y="3028950"/>
                </a:moveTo>
                <a:lnTo>
                  <a:pt x="1428750" y="3028950"/>
                </a:lnTo>
                <a:lnTo>
                  <a:pt x="1428750" y="3038475"/>
                </a:lnTo>
                <a:lnTo>
                  <a:pt x="1409700" y="3038475"/>
                </a:lnTo>
                <a:close/>
                <a:moveTo>
                  <a:pt x="114300" y="3086100"/>
                </a:moveTo>
                <a:lnTo>
                  <a:pt x="123825" y="3086100"/>
                </a:lnTo>
                <a:lnTo>
                  <a:pt x="123825" y="3105150"/>
                </a:lnTo>
                <a:lnTo>
                  <a:pt x="114300" y="3105150"/>
                </a:lnTo>
                <a:close/>
                <a:moveTo>
                  <a:pt x="133350" y="3105150"/>
                </a:moveTo>
                <a:lnTo>
                  <a:pt x="142875" y="3105150"/>
                </a:lnTo>
                <a:lnTo>
                  <a:pt x="142875" y="3124200"/>
                </a:lnTo>
                <a:lnTo>
                  <a:pt x="133350" y="3124200"/>
                </a:lnTo>
                <a:close/>
                <a:moveTo>
                  <a:pt x="295275" y="3114675"/>
                </a:moveTo>
                <a:lnTo>
                  <a:pt x="304800" y="3114675"/>
                </a:lnTo>
                <a:lnTo>
                  <a:pt x="304800" y="3133725"/>
                </a:lnTo>
                <a:lnTo>
                  <a:pt x="295275" y="3133725"/>
                </a:lnTo>
                <a:close/>
                <a:moveTo>
                  <a:pt x="1533525" y="3114675"/>
                </a:moveTo>
                <a:lnTo>
                  <a:pt x="1543050" y="3114675"/>
                </a:lnTo>
                <a:lnTo>
                  <a:pt x="1543050" y="3124200"/>
                </a:lnTo>
                <a:lnTo>
                  <a:pt x="1533525" y="3124200"/>
                </a:lnTo>
                <a:close/>
                <a:moveTo>
                  <a:pt x="114300" y="3124200"/>
                </a:moveTo>
                <a:lnTo>
                  <a:pt x="123825" y="3124200"/>
                </a:lnTo>
                <a:lnTo>
                  <a:pt x="123825" y="3143250"/>
                </a:lnTo>
                <a:lnTo>
                  <a:pt x="114300" y="3143250"/>
                </a:lnTo>
                <a:close/>
                <a:moveTo>
                  <a:pt x="1514475" y="3124200"/>
                </a:moveTo>
                <a:lnTo>
                  <a:pt x="1524000" y="3124200"/>
                </a:lnTo>
                <a:lnTo>
                  <a:pt x="1524000" y="3143250"/>
                </a:lnTo>
                <a:lnTo>
                  <a:pt x="1514475" y="3143250"/>
                </a:lnTo>
                <a:close/>
                <a:moveTo>
                  <a:pt x="1238250" y="3133725"/>
                </a:moveTo>
                <a:lnTo>
                  <a:pt x="1247775" y="3133725"/>
                </a:lnTo>
                <a:lnTo>
                  <a:pt x="1247775" y="3143250"/>
                </a:lnTo>
                <a:lnTo>
                  <a:pt x="1238250" y="3143250"/>
                </a:lnTo>
                <a:close/>
                <a:moveTo>
                  <a:pt x="1704975" y="3133725"/>
                </a:moveTo>
                <a:lnTo>
                  <a:pt x="1714500" y="3133725"/>
                </a:lnTo>
                <a:lnTo>
                  <a:pt x="1714500" y="3162300"/>
                </a:lnTo>
                <a:lnTo>
                  <a:pt x="1704975" y="3162300"/>
                </a:lnTo>
                <a:lnTo>
                  <a:pt x="1704975" y="3152775"/>
                </a:lnTo>
                <a:lnTo>
                  <a:pt x="1695450" y="3152775"/>
                </a:lnTo>
                <a:lnTo>
                  <a:pt x="1695450" y="3143250"/>
                </a:lnTo>
                <a:lnTo>
                  <a:pt x="1704975" y="3143250"/>
                </a:lnTo>
                <a:close/>
                <a:moveTo>
                  <a:pt x="323850" y="3152775"/>
                </a:moveTo>
                <a:lnTo>
                  <a:pt x="333375" y="3152775"/>
                </a:lnTo>
                <a:lnTo>
                  <a:pt x="333375" y="3162300"/>
                </a:lnTo>
                <a:lnTo>
                  <a:pt x="323850" y="3162300"/>
                </a:lnTo>
                <a:close/>
                <a:moveTo>
                  <a:pt x="1447800" y="3152775"/>
                </a:moveTo>
                <a:lnTo>
                  <a:pt x="1457325" y="3152775"/>
                </a:lnTo>
                <a:lnTo>
                  <a:pt x="1457325" y="3267075"/>
                </a:lnTo>
                <a:lnTo>
                  <a:pt x="1438275" y="3267075"/>
                </a:lnTo>
                <a:lnTo>
                  <a:pt x="1438275" y="3219450"/>
                </a:lnTo>
                <a:lnTo>
                  <a:pt x="1447800" y="3219450"/>
                </a:lnTo>
                <a:lnTo>
                  <a:pt x="1447800" y="3190875"/>
                </a:lnTo>
                <a:lnTo>
                  <a:pt x="1438275" y="3190875"/>
                </a:lnTo>
                <a:lnTo>
                  <a:pt x="1438275" y="3181350"/>
                </a:lnTo>
                <a:lnTo>
                  <a:pt x="1447800" y="3181350"/>
                </a:lnTo>
                <a:close/>
                <a:moveTo>
                  <a:pt x="114300" y="3162300"/>
                </a:moveTo>
                <a:lnTo>
                  <a:pt x="123825" y="3162300"/>
                </a:lnTo>
                <a:lnTo>
                  <a:pt x="123825" y="3181350"/>
                </a:lnTo>
                <a:lnTo>
                  <a:pt x="114300" y="3181350"/>
                </a:lnTo>
                <a:close/>
                <a:moveTo>
                  <a:pt x="333375" y="3162300"/>
                </a:moveTo>
                <a:lnTo>
                  <a:pt x="342900" y="3162300"/>
                </a:lnTo>
                <a:lnTo>
                  <a:pt x="342900" y="3171825"/>
                </a:lnTo>
                <a:lnTo>
                  <a:pt x="333375" y="3171825"/>
                </a:lnTo>
                <a:close/>
                <a:moveTo>
                  <a:pt x="133350" y="3181350"/>
                </a:moveTo>
                <a:lnTo>
                  <a:pt x="142875" y="3181350"/>
                </a:lnTo>
                <a:lnTo>
                  <a:pt x="142875" y="3190875"/>
                </a:lnTo>
                <a:lnTo>
                  <a:pt x="133350" y="3190875"/>
                </a:lnTo>
                <a:close/>
                <a:moveTo>
                  <a:pt x="428625" y="3181350"/>
                </a:moveTo>
                <a:lnTo>
                  <a:pt x="438150" y="3181350"/>
                </a:lnTo>
                <a:lnTo>
                  <a:pt x="438150" y="3200400"/>
                </a:lnTo>
                <a:lnTo>
                  <a:pt x="419100" y="3200400"/>
                </a:lnTo>
                <a:lnTo>
                  <a:pt x="419100" y="3190875"/>
                </a:lnTo>
                <a:lnTo>
                  <a:pt x="428625" y="3190875"/>
                </a:lnTo>
                <a:close/>
                <a:moveTo>
                  <a:pt x="400050" y="3190875"/>
                </a:moveTo>
                <a:lnTo>
                  <a:pt x="409575" y="3190875"/>
                </a:lnTo>
                <a:lnTo>
                  <a:pt x="409575" y="3200400"/>
                </a:lnTo>
                <a:lnTo>
                  <a:pt x="400050" y="3200400"/>
                </a:lnTo>
                <a:close/>
                <a:moveTo>
                  <a:pt x="1514475" y="3190875"/>
                </a:moveTo>
                <a:lnTo>
                  <a:pt x="1524000" y="3190875"/>
                </a:lnTo>
                <a:lnTo>
                  <a:pt x="1524000" y="3200400"/>
                </a:lnTo>
                <a:lnTo>
                  <a:pt x="1514475" y="3200400"/>
                </a:lnTo>
                <a:close/>
                <a:moveTo>
                  <a:pt x="409575" y="3200400"/>
                </a:moveTo>
                <a:lnTo>
                  <a:pt x="419100" y="3200400"/>
                </a:lnTo>
                <a:lnTo>
                  <a:pt x="419100" y="3209925"/>
                </a:lnTo>
                <a:lnTo>
                  <a:pt x="409575" y="3209925"/>
                </a:lnTo>
                <a:close/>
                <a:moveTo>
                  <a:pt x="390525" y="3219450"/>
                </a:moveTo>
                <a:lnTo>
                  <a:pt x="400050" y="3219450"/>
                </a:lnTo>
                <a:lnTo>
                  <a:pt x="400050" y="3228975"/>
                </a:lnTo>
                <a:lnTo>
                  <a:pt x="390525" y="3228975"/>
                </a:lnTo>
                <a:close/>
                <a:moveTo>
                  <a:pt x="904875" y="3219450"/>
                </a:moveTo>
                <a:lnTo>
                  <a:pt x="914400" y="3219450"/>
                </a:lnTo>
                <a:lnTo>
                  <a:pt x="914400" y="3228975"/>
                </a:lnTo>
                <a:lnTo>
                  <a:pt x="923925" y="3228975"/>
                </a:lnTo>
                <a:lnTo>
                  <a:pt x="923925" y="3257550"/>
                </a:lnTo>
                <a:lnTo>
                  <a:pt x="914400" y="3257550"/>
                </a:lnTo>
                <a:lnTo>
                  <a:pt x="914400" y="3248025"/>
                </a:lnTo>
                <a:lnTo>
                  <a:pt x="904875" y="3248025"/>
                </a:lnTo>
                <a:close/>
                <a:moveTo>
                  <a:pt x="981075" y="3219450"/>
                </a:moveTo>
                <a:lnTo>
                  <a:pt x="990600" y="3219450"/>
                </a:lnTo>
                <a:lnTo>
                  <a:pt x="990600" y="3238500"/>
                </a:lnTo>
                <a:lnTo>
                  <a:pt x="1000125" y="3238500"/>
                </a:lnTo>
                <a:lnTo>
                  <a:pt x="1000125" y="3248025"/>
                </a:lnTo>
                <a:lnTo>
                  <a:pt x="1009650" y="3248025"/>
                </a:lnTo>
                <a:lnTo>
                  <a:pt x="1009650" y="3267075"/>
                </a:lnTo>
                <a:lnTo>
                  <a:pt x="981075" y="3267075"/>
                </a:lnTo>
                <a:lnTo>
                  <a:pt x="981075" y="3248025"/>
                </a:lnTo>
                <a:lnTo>
                  <a:pt x="971550" y="3248025"/>
                </a:lnTo>
                <a:lnTo>
                  <a:pt x="971550" y="3228975"/>
                </a:lnTo>
                <a:lnTo>
                  <a:pt x="981075" y="3228975"/>
                </a:lnTo>
                <a:close/>
                <a:moveTo>
                  <a:pt x="1685925" y="3228975"/>
                </a:moveTo>
                <a:lnTo>
                  <a:pt x="1695450" y="3228975"/>
                </a:lnTo>
                <a:lnTo>
                  <a:pt x="1695450" y="3257550"/>
                </a:lnTo>
                <a:lnTo>
                  <a:pt x="1685925" y="3257550"/>
                </a:lnTo>
                <a:lnTo>
                  <a:pt x="1685925" y="3248025"/>
                </a:lnTo>
                <a:lnTo>
                  <a:pt x="1676400" y="3248025"/>
                </a:lnTo>
                <a:lnTo>
                  <a:pt x="1676400" y="3238500"/>
                </a:lnTo>
                <a:lnTo>
                  <a:pt x="1685925" y="3238500"/>
                </a:lnTo>
                <a:close/>
                <a:moveTo>
                  <a:pt x="323850" y="3238500"/>
                </a:moveTo>
                <a:lnTo>
                  <a:pt x="333375" y="3238500"/>
                </a:lnTo>
                <a:lnTo>
                  <a:pt x="333375" y="3248025"/>
                </a:lnTo>
                <a:lnTo>
                  <a:pt x="323850" y="3248025"/>
                </a:lnTo>
                <a:close/>
                <a:moveTo>
                  <a:pt x="1400175" y="3248025"/>
                </a:moveTo>
                <a:lnTo>
                  <a:pt x="1409700" y="3248025"/>
                </a:lnTo>
                <a:lnTo>
                  <a:pt x="1409700" y="3257550"/>
                </a:lnTo>
                <a:lnTo>
                  <a:pt x="1400175" y="3257550"/>
                </a:lnTo>
                <a:close/>
                <a:moveTo>
                  <a:pt x="1409700" y="3257550"/>
                </a:moveTo>
                <a:lnTo>
                  <a:pt x="1419225" y="3257550"/>
                </a:lnTo>
                <a:lnTo>
                  <a:pt x="1419225" y="3267075"/>
                </a:lnTo>
                <a:lnTo>
                  <a:pt x="1409700" y="3267075"/>
                </a:lnTo>
                <a:close/>
                <a:moveTo>
                  <a:pt x="1695450" y="3257550"/>
                </a:moveTo>
                <a:lnTo>
                  <a:pt x="1704975" y="3257550"/>
                </a:lnTo>
                <a:lnTo>
                  <a:pt x="1704975" y="3267075"/>
                </a:lnTo>
                <a:lnTo>
                  <a:pt x="1695450" y="3267075"/>
                </a:lnTo>
                <a:close/>
                <a:moveTo>
                  <a:pt x="1447800" y="3286125"/>
                </a:moveTo>
                <a:lnTo>
                  <a:pt x="1466850" y="3286125"/>
                </a:lnTo>
                <a:lnTo>
                  <a:pt x="1466850" y="3295650"/>
                </a:lnTo>
                <a:lnTo>
                  <a:pt x="1447800" y="3295650"/>
                </a:lnTo>
                <a:close/>
                <a:moveTo>
                  <a:pt x="1466850" y="3295650"/>
                </a:moveTo>
                <a:lnTo>
                  <a:pt x="1476375" y="3295650"/>
                </a:lnTo>
                <a:lnTo>
                  <a:pt x="1476375" y="3305175"/>
                </a:lnTo>
                <a:lnTo>
                  <a:pt x="1466850" y="3305175"/>
                </a:lnTo>
                <a:close/>
                <a:moveTo>
                  <a:pt x="428625" y="3305175"/>
                </a:moveTo>
                <a:lnTo>
                  <a:pt x="438150" y="3305175"/>
                </a:lnTo>
                <a:lnTo>
                  <a:pt x="438150" y="3314700"/>
                </a:lnTo>
                <a:lnTo>
                  <a:pt x="428625" y="3314700"/>
                </a:lnTo>
                <a:close/>
                <a:moveTo>
                  <a:pt x="1704975" y="3324225"/>
                </a:moveTo>
                <a:lnTo>
                  <a:pt x="1714500" y="3324225"/>
                </a:lnTo>
                <a:lnTo>
                  <a:pt x="1714500" y="3333750"/>
                </a:lnTo>
                <a:lnTo>
                  <a:pt x="1704975" y="3333750"/>
                </a:lnTo>
                <a:close/>
                <a:moveTo>
                  <a:pt x="847725" y="3333750"/>
                </a:moveTo>
                <a:lnTo>
                  <a:pt x="876300" y="3333750"/>
                </a:lnTo>
                <a:lnTo>
                  <a:pt x="876300" y="3352800"/>
                </a:lnTo>
                <a:lnTo>
                  <a:pt x="847725" y="3352800"/>
                </a:lnTo>
                <a:close/>
                <a:moveTo>
                  <a:pt x="1552575" y="3352800"/>
                </a:moveTo>
                <a:lnTo>
                  <a:pt x="1562100" y="3352800"/>
                </a:lnTo>
                <a:lnTo>
                  <a:pt x="1562100" y="3362325"/>
                </a:lnTo>
                <a:lnTo>
                  <a:pt x="1552575" y="3362325"/>
                </a:lnTo>
                <a:close/>
                <a:moveTo>
                  <a:pt x="1533525" y="3362325"/>
                </a:moveTo>
                <a:lnTo>
                  <a:pt x="1552575" y="3362325"/>
                </a:lnTo>
                <a:lnTo>
                  <a:pt x="1552575" y="3371850"/>
                </a:lnTo>
                <a:lnTo>
                  <a:pt x="1533525" y="3371850"/>
                </a:lnTo>
                <a:close/>
                <a:moveTo>
                  <a:pt x="419100" y="3381375"/>
                </a:moveTo>
                <a:lnTo>
                  <a:pt x="438150" y="3381375"/>
                </a:lnTo>
                <a:lnTo>
                  <a:pt x="438150" y="3390900"/>
                </a:lnTo>
                <a:lnTo>
                  <a:pt x="428625" y="3390900"/>
                </a:lnTo>
                <a:lnTo>
                  <a:pt x="428625" y="3514725"/>
                </a:lnTo>
                <a:lnTo>
                  <a:pt x="438150" y="3514725"/>
                </a:lnTo>
                <a:lnTo>
                  <a:pt x="438150" y="3524250"/>
                </a:lnTo>
                <a:lnTo>
                  <a:pt x="419100" y="3524250"/>
                </a:lnTo>
                <a:close/>
                <a:moveTo>
                  <a:pt x="514350" y="3381375"/>
                </a:moveTo>
                <a:lnTo>
                  <a:pt x="523875" y="3381375"/>
                </a:lnTo>
                <a:lnTo>
                  <a:pt x="523875" y="3390900"/>
                </a:lnTo>
                <a:lnTo>
                  <a:pt x="514350" y="3390900"/>
                </a:lnTo>
                <a:close/>
                <a:moveTo>
                  <a:pt x="1571625" y="3381375"/>
                </a:moveTo>
                <a:lnTo>
                  <a:pt x="1581150" y="3381375"/>
                </a:lnTo>
                <a:lnTo>
                  <a:pt x="1581150" y="3390900"/>
                </a:lnTo>
                <a:lnTo>
                  <a:pt x="1571625" y="3390900"/>
                </a:lnTo>
                <a:close/>
                <a:moveTo>
                  <a:pt x="1524000" y="3438525"/>
                </a:moveTo>
                <a:lnTo>
                  <a:pt x="1552575" y="3438525"/>
                </a:lnTo>
                <a:lnTo>
                  <a:pt x="1552575" y="3448050"/>
                </a:lnTo>
                <a:lnTo>
                  <a:pt x="1524000" y="3448050"/>
                </a:lnTo>
                <a:close/>
                <a:moveTo>
                  <a:pt x="152400" y="3543300"/>
                </a:moveTo>
                <a:lnTo>
                  <a:pt x="171450" y="3543300"/>
                </a:lnTo>
                <a:lnTo>
                  <a:pt x="171450" y="3552825"/>
                </a:lnTo>
                <a:lnTo>
                  <a:pt x="152400" y="3552825"/>
                </a:lnTo>
                <a:close/>
                <a:moveTo>
                  <a:pt x="419100" y="3543300"/>
                </a:moveTo>
                <a:lnTo>
                  <a:pt x="428625" y="3543300"/>
                </a:lnTo>
                <a:lnTo>
                  <a:pt x="428625" y="3552825"/>
                </a:lnTo>
                <a:lnTo>
                  <a:pt x="419100" y="3552825"/>
                </a:lnTo>
                <a:close/>
                <a:moveTo>
                  <a:pt x="333375" y="3552825"/>
                </a:moveTo>
                <a:lnTo>
                  <a:pt x="342900" y="3552825"/>
                </a:lnTo>
                <a:lnTo>
                  <a:pt x="342900" y="3571875"/>
                </a:lnTo>
                <a:lnTo>
                  <a:pt x="323850" y="3571875"/>
                </a:lnTo>
                <a:lnTo>
                  <a:pt x="323850" y="3562350"/>
                </a:lnTo>
                <a:lnTo>
                  <a:pt x="333375" y="3562350"/>
                </a:lnTo>
                <a:close/>
                <a:moveTo>
                  <a:pt x="266700" y="3629025"/>
                </a:moveTo>
                <a:lnTo>
                  <a:pt x="276225" y="3629025"/>
                </a:lnTo>
                <a:lnTo>
                  <a:pt x="276225" y="3657600"/>
                </a:lnTo>
                <a:lnTo>
                  <a:pt x="266700" y="3657600"/>
                </a:lnTo>
                <a:close/>
                <a:moveTo>
                  <a:pt x="1285875" y="3657600"/>
                </a:moveTo>
                <a:lnTo>
                  <a:pt x="1304925" y="3657600"/>
                </a:lnTo>
                <a:lnTo>
                  <a:pt x="1304925" y="3667125"/>
                </a:lnTo>
                <a:lnTo>
                  <a:pt x="1285875" y="3667125"/>
                </a:lnTo>
                <a:close/>
                <a:moveTo>
                  <a:pt x="381000" y="3667125"/>
                </a:moveTo>
                <a:lnTo>
                  <a:pt x="400050" y="3667125"/>
                </a:lnTo>
                <a:lnTo>
                  <a:pt x="400050" y="3676650"/>
                </a:lnTo>
                <a:lnTo>
                  <a:pt x="381000" y="3676650"/>
                </a:lnTo>
                <a:close/>
              </a:path>
            </a:pathLst>
          </a:custGeom>
          <a:solidFill xmlns:a="http://schemas.openxmlformats.org/drawingml/2006/main">
            <a:srgbClr val="F0EEE1"/>
          </a:solidFill>
          <a:ln xmlns:a="http://schemas.openxmlformats.org/drawingml/2006/main" w="0">
            <a:noFill/>
          </a:ln>
        </p:spPr>
      </p:sp>
      <p:sp>
        <p:nvSpPr>
          <p:cNvPr id="16" name="dashboard vector #f4ede2">
            <a:extLst xmlns:a="http://schemas.openxmlformats.org/drawingml/2006/main">
              <a:ext uri="{FF2B5EF4-FFF2-40B4-BE49-F238E27FC236}">
                <a16:creationId xmlns:a16="http://schemas.microsoft.com/office/drawing/2014/main" id="{79AFCE87-9504-49BD-8622-E722D4708AD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14400" y="1447800"/>
            <a:ext cx="2171700" cy="4467225"/>
          </a:xfrm>
          <a:custGeom xmlns:a="http://schemas.openxmlformats.org/drawingml/2006/main">
            <a:pathLst>
              <a:path w="1838325" h="3790950">
                <a:moveTo>
                  <a:pt x="1219200" y="285750"/>
                </a:moveTo>
                <a:lnTo>
                  <a:pt x="1238250" y="285750"/>
                </a:lnTo>
                <a:lnTo>
                  <a:pt x="1238250" y="295275"/>
                </a:lnTo>
                <a:lnTo>
                  <a:pt x="1219200" y="295275"/>
                </a:lnTo>
                <a:close/>
                <a:moveTo>
                  <a:pt x="1571625" y="295275"/>
                </a:moveTo>
                <a:lnTo>
                  <a:pt x="1581150" y="295275"/>
                </a:lnTo>
                <a:lnTo>
                  <a:pt x="1581150" y="304800"/>
                </a:lnTo>
                <a:lnTo>
                  <a:pt x="1600200" y="304800"/>
                </a:lnTo>
                <a:lnTo>
                  <a:pt x="1600200" y="323850"/>
                </a:lnTo>
                <a:lnTo>
                  <a:pt x="1590675" y="323850"/>
                </a:lnTo>
                <a:lnTo>
                  <a:pt x="1590675" y="314325"/>
                </a:lnTo>
                <a:lnTo>
                  <a:pt x="1571625" y="314325"/>
                </a:lnTo>
                <a:close/>
                <a:moveTo>
                  <a:pt x="1428750" y="304800"/>
                </a:moveTo>
                <a:lnTo>
                  <a:pt x="1457325" y="304800"/>
                </a:lnTo>
                <a:lnTo>
                  <a:pt x="1457325" y="314325"/>
                </a:lnTo>
                <a:lnTo>
                  <a:pt x="1447800" y="314325"/>
                </a:lnTo>
                <a:lnTo>
                  <a:pt x="1447800" y="333375"/>
                </a:lnTo>
                <a:lnTo>
                  <a:pt x="1409700" y="333375"/>
                </a:lnTo>
                <a:lnTo>
                  <a:pt x="1409700" y="323850"/>
                </a:lnTo>
                <a:lnTo>
                  <a:pt x="1419225" y="323850"/>
                </a:lnTo>
                <a:lnTo>
                  <a:pt x="1419225" y="314325"/>
                </a:lnTo>
                <a:lnTo>
                  <a:pt x="1428750" y="314325"/>
                </a:lnTo>
                <a:close/>
                <a:moveTo>
                  <a:pt x="1028700" y="333375"/>
                </a:moveTo>
                <a:lnTo>
                  <a:pt x="1047750" y="333375"/>
                </a:lnTo>
                <a:lnTo>
                  <a:pt x="1047750" y="361950"/>
                </a:lnTo>
                <a:lnTo>
                  <a:pt x="1028700" y="361950"/>
                </a:lnTo>
                <a:close/>
                <a:moveTo>
                  <a:pt x="1085850" y="333375"/>
                </a:moveTo>
                <a:lnTo>
                  <a:pt x="1095375" y="333375"/>
                </a:lnTo>
                <a:lnTo>
                  <a:pt x="1095375" y="342900"/>
                </a:lnTo>
                <a:lnTo>
                  <a:pt x="1114425" y="342900"/>
                </a:lnTo>
                <a:lnTo>
                  <a:pt x="1114425" y="352425"/>
                </a:lnTo>
                <a:lnTo>
                  <a:pt x="1076325" y="352425"/>
                </a:lnTo>
                <a:lnTo>
                  <a:pt x="1076325" y="342900"/>
                </a:lnTo>
                <a:lnTo>
                  <a:pt x="1085850" y="342900"/>
                </a:lnTo>
                <a:close/>
                <a:moveTo>
                  <a:pt x="1609725" y="333375"/>
                </a:moveTo>
                <a:lnTo>
                  <a:pt x="1619250" y="333375"/>
                </a:lnTo>
                <a:lnTo>
                  <a:pt x="1619250" y="342900"/>
                </a:lnTo>
                <a:lnTo>
                  <a:pt x="1609725" y="342900"/>
                </a:lnTo>
                <a:close/>
                <a:moveTo>
                  <a:pt x="1628775" y="333375"/>
                </a:moveTo>
                <a:lnTo>
                  <a:pt x="1638300" y="333375"/>
                </a:lnTo>
                <a:lnTo>
                  <a:pt x="1638300" y="352425"/>
                </a:lnTo>
                <a:lnTo>
                  <a:pt x="1628775" y="352425"/>
                </a:lnTo>
                <a:close/>
                <a:moveTo>
                  <a:pt x="1647825" y="342900"/>
                </a:moveTo>
                <a:lnTo>
                  <a:pt x="1657350" y="342900"/>
                </a:lnTo>
                <a:lnTo>
                  <a:pt x="1657350" y="352425"/>
                </a:lnTo>
                <a:lnTo>
                  <a:pt x="1666875" y="352425"/>
                </a:lnTo>
                <a:lnTo>
                  <a:pt x="1666875" y="361950"/>
                </a:lnTo>
                <a:lnTo>
                  <a:pt x="1657350" y="361950"/>
                </a:lnTo>
                <a:lnTo>
                  <a:pt x="1657350" y="371475"/>
                </a:lnTo>
                <a:lnTo>
                  <a:pt x="1647825" y="371475"/>
                </a:lnTo>
                <a:lnTo>
                  <a:pt x="1647825" y="381000"/>
                </a:lnTo>
                <a:lnTo>
                  <a:pt x="1638300" y="381000"/>
                </a:lnTo>
                <a:lnTo>
                  <a:pt x="1638300" y="361950"/>
                </a:lnTo>
                <a:lnTo>
                  <a:pt x="1647825" y="361950"/>
                </a:lnTo>
                <a:close/>
                <a:moveTo>
                  <a:pt x="1600200" y="352425"/>
                </a:moveTo>
                <a:lnTo>
                  <a:pt x="1628775" y="352425"/>
                </a:lnTo>
                <a:lnTo>
                  <a:pt x="1628775" y="361950"/>
                </a:lnTo>
                <a:lnTo>
                  <a:pt x="1600200" y="361950"/>
                </a:lnTo>
                <a:close/>
                <a:moveTo>
                  <a:pt x="1609725" y="371475"/>
                </a:moveTo>
                <a:lnTo>
                  <a:pt x="1628775" y="371475"/>
                </a:lnTo>
                <a:lnTo>
                  <a:pt x="1628775" y="381000"/>
                </a:lnTo>
                <a:lnTo>
                  <a:pt x="1609725" y="381000"/>
                </a:lnTo>
                <a:close/>
                <a:moveTo>
                  <a:pt x="133350" y="381000"/>
                </a:moveTo>
                <a:lnTo>
                  <a:pt x="142875" y="381000"/>
                </a:lnTo>
                <a:lnTo>
                  <a:pt x="142875" y="390525"/>
                </a:lnTo>
                <a:lnTo>
                  <a:pt x="133350" y="390525"/>
                </a:lnTo>
                <a:close/>
                <a:moveTo>
                  <a:pt x="1076325" y="381000"/>
                </a:moveTo>
                <a:lnTo>
                  <a:pt x="1085850" y="381000"/>
                </a:lnTo>
                <a:lnTo>
                  <a:pt x="1085850" y="390525"/>
                </a:lnTo>
                <a:lnTo>
                  <a:pt x="1076325" y="390525"/>
                </a:lnTo>
                <a:close/>
                <a:moveTo>
                  <a:pt x="142875" y="390525"/>
                </a:moveTo>
                <a:lnTo>
                  <a:pt x="161925" y="390525"/>
                </a:lnTo>
                <a:lnTo>
                  <a:pt x="161925" y="400050"/>
                </a:lnTo>
                <a:lnTo>
                  <a:pt x="142875" y="400050"/>
                </a:lnTo>
                <a:close/>
                <a:moveTo>
                  <a:pt x="933450" y="390525"/>
                </a:moveTo>
                <a:lnTo>
                  <a:pt x="952500" y="390525"/>
                </a:lnTo>
                <a:lnTo>
                  <a:pt x="952500" y="409575"/>
                </a:lnTo>
                <a:lnTo>
                  <a:pt x="933450" y="409575"/>
                </a:lnTo>
                <a:close/>
                <a:moveTo>
                  <a:pt x="1095375" y="390525"/>
                </a:moveTo>
                <a:lnTo>
                  <a:pt x="1104900" y="390525"/>
                </a:lnTo>
                <a:lnTo>
                  <a:pt x="1104900" y="400050"/>
                </a:lnTo>
                <a:lnTo>
                  <a:pt x="1114425" y="400050"/>
                </a:lnTo>
                <a:lnTo>
                  <a:pt x="1114425" y="409575"/>
                </a:lnTo>
                <a:lnTo>
                  <a:pt x="1095375" y="409575"/>
                </a:lnTo>
                <a:close/>
                <a:moveTo>
                  <a:pt x="1647825" y="390525"/>
                </a:moveTo>
                <a:lnTo>
                  <a:pt x="1666875" y="390525"/>
                </a:lnTo>
                <a:lnTo>
                  <a:pt x="1666875" y="438150"/>
                </a:lnTo>
                <a:lnTo>
                  <a:pt x="1657350" y="438150"/>
                </a:lnTo>
                <a:lnTo>
                  <a:pt x="1657350" y="428625"/>
                </a:lnTo>
                <a:lnTo>
                  <a:pt x="1638300" y="428625"/>
                </a:lnTo>
                <a:lnTo>
                  <a:pt x="1638300" y="419100"/>
                </a:lnTo>
                <a:lnTo>
                  <a:pt x="1619250" y="419100"/>
                </a:lnTo>
                <a:lnTo>
                  <a:pt x="1619250" y="428625"/>
                </a:lnTo>
                <a:lnTo>
                  <a:pt x="1600200" y="428625"/>
                </a:lnTo>
                <a:lnTo>
                  <a:pt x="1600200" y="409575"/>
                </a:lnTo>
                <a:lnTo>
                  <a:pt x="1609725" y="409575"/>
                </a:lnTo>
                <a:lnTo>
                  <a:pt x="1609725" y="400050"/>
                </a:lnTo>
                <a:lnTo>
                  <a:pt x="1619250" y="400050"/>
                </a:lnTo>
                <a:lnTo>
                  <a:pt x="1619250" y="409575"/>
                </a:lnTo>
                <a:lnTo>
                  <a:pt x="1638300" y="409575"/>
                </a:lnTo>
                <a:lnTo>
                  <a:pt x="1638300" y="400050"/>
                </a:lnTo>
                <a:lnTo>
                  <a:pt x="1647825" y="400050"/>
                </a:lnTo>
                <a:close/>
                <a:moveTo>
                  <a:pt x="962025" y="419100"/>
                </a:moveTo>
                <a:lnTo>
                  <a:pt x="971550" y="419100"/>
                </a:lnTo>
                <a:lnTo>
                  <a:pt x="971550" y="447675"/>
                </a:lnTo>
                <a:lnTo>
                  <a:pt x="962025" y="447675"/>
                </a:lnTo>
                <a:close/>
                <a:moveTo>
                  <a:pt x="971550" y="447675"/>
                </a:moveTo>
                <a:lnTo>
                  <a:pt x="981075" y="447675"/>
                </a:lnTo>
                <a:lnTo>
                  <a:pt x="981075" y="457200"/>
                </a:lnTo>
                <a:lnTo>
                  <a:pt x="971550" y="457200"/>
                </a:lnTo>
                <a:close/>
                <a:moveTo>
                  <a:pt x="1009650" y="447675"/>
                </a:moveTo>
                <a:lnTo>
                  <a:pt x="1028700" y="447675"/>
                </a:lnTo>
                <a:lnTo>
                  <a:pt x="1028700" y="457200"/>
                </a:lnTo>
                <a:lnTo>
                  <a:pt x="1009650" y="457200"/>
                </a:lnTo>
                <a:close/>
                <a:moveTo>
                  <a:pt x="1085850" y="476250"/>
                </a:moveTo>
                <a:lnTo>
                  <a:pt x="1095375" y="476250"/>
                </a:lnTo>
                <a:lnTo>
                  <a:pt x="1095375" y="485775"/>
                </a:lnTo>
                <a:lnTo>
                  <a:pt x="1085850" y="485775"/>
                </a:lnTo>
                <a:close/>
                <a:moveTo>
                  <a:pt x="314325" y="485775"/>
                </a:moveTo>
                <a:lnTo>
                  <a:pt x="323850" y="485775"/>
                </a:lnTo>
                <a:lnTo>
                  <a:pt x="323850" y="495300"/>
                </a:lnTo>
                <a:lnTo>
                  <a:pt x="314325" y="495300"/>
                </a:lnTo>
                <a:close/>
                <a:moveTo>
                  <a:pt x="933450" y="485775"/>
                </a:moveTo>
                <a:lnTo>
                  <a:pt x="952500" y="485775"/>
                </a:lnTo>
                <a:lnTo>
                  <a:pt x="952500" y="495300"/>
                </a:lnTo>
                <a:lnTo>
                  <a:pt x="933450" y="495300"/>
                </a:lnTo>
                <a:close/>
                <a:moveTo>
                  <a:pt x="1057275" y="495300"/>
                </a:moveTo>
                <a:lnTo>
                  <a:pt x="1066800" y="495300"/>
                </a:lnTo>
                <a:lnTo>
                  <a:pt x="1066800" y="504825"/>
                </a:lnTo>
                <a:lnTo>
                  <a:pt x="1057275" y="504825"/>
                </a:lnTo>
                <a:close/>
                <a:moveTo>
                  <a:pt x="1085850" y="561975"/>
                </a:moveTo>
                <a:lnTo>
                  <a:pt x="1095375" y="561975"/>
                </a:lnTo>
                <a:lnTo>
                  <a:pt x="1095375" y="581025"/>
                </a:lnTo>
                <a:lnTo>
                  <a:pt x="1085850" y="581025"/>
                </a:lnTo>
                <a:close/>
                <a:moveTo>
                  <a:pt x="1400175" y="561975"/>
                </a:moveTo>
                <a:lnTo>
                  <a:pt x="1419225" y="561975"/>
                </a:lnTo>
                <a:lnTo>
                  <a:pt x="1419225" y="581025"/>
                </a:lnTo>
                <a:lnTo>
                  <a:pt x="1390650" y="581025"/>
                </a:lnTo>
                <a:lnTo>
                  <a:pt x="1390650" y="590550"/>
                </a:lnTo>
                <a:lnTo>
                  <a:pt x="1381125" y="590550"/>
                </a:lnTo>
                <a:lnTo>
                  <a:pt x="1381125" y="571500"/>
                </a:lnTo>
                <a:lnTo>
                  <a:pt x="1400175" y="571500"/>
                </a:lnTo>
                <a:close/>
                <a:moveTo>
                  <a:pt x="1533525" y="590550"/>
                </a:moveTo>
                <a:lnTo>
                  <a:pt x="1543050" y="590550"/>
                </a:lnTo>
                <a:lnTo>
                  <a:pt x="1543050" y="600075"/>
                </a:lnTo>
                <a:lnTo>
                  <a:pt x="1533525" y="600075"/>
                </a:lnTo>
                <a:close/>
                <a:moveTo>
                  <a:pt x="1543050" y="600075"/>
                </a:moveTo>
                <a:lnTo>
                  <a:pt x="1571625" y="600075"/>
                </a:lnTo>
                <a:lnTo>
                  <a:pt x="1571625" y="609600"/>
                </a:lnTo>
                <a:lnTo>
                  <a:pt x="1581150" y="609600"/>
                </a:lnTo>
                <a:lnTo>
                  <a:pt x="1581150" y="619125"/>
                </a:lnTo>
                <a:lnTo>
                  <a:pt x="1571625" y="619125"/>
                </a:lnTo>
                <a:lnTo>
                  <a:pt x="1571625" y="638175"/>
                </a:lnTo>
                <a:lnTo>
                  <a:pt x="1552575" y="638175"/>
                </a:lnTo>
                <a:lnTo>
                  <a:pt x="1552575" y="609600"/>
                </a:lnTo>
                <a:lnTo>
                  <a:pt x="1543050" y="609600"/>
                </a:lnTo>
                <a:close/>
                <a:moveTo>
                  <a:pt x="1162050" y="609600"/>
                </a:moveTo>
                <a:lnTo>
                  <a:pt x="1200150" y="609600"/>
                </a:lnTo>
                <a:lnTo>
                  <a:pt x="1200150" y="628650"/>
                </a:lnTo>
                <a:lnTo>
                  <a:pt x="1190625" y="628650"/>
                </a:lnTo>
                <a:lnTo>
                  <a:pt x="1190625" y="619125"/>
                </a:lnTo>
                <a:lnTo>
                  <a:pt x="1181100" y="619125"/>
                </a:lnTo>
                <a:lnTo>
                  <a:pt x="1181100" y="628650"/>
                </a:lnTo>
                <a:lnTo>
                  <a:pt x="1171575" y="628650"/>
                </a:lnTo>
                <a:lnTo>
                  <a:pt x="1171575" y="619125"/>
                </a:lnTo>
                <a:lnTo>
                  <a:pt x="1162050" y="619125"/>
                </a:lnTo>
                <a:close/>
                <a:moveTo>
                  <a:pt x="1485900" y="609600"/>
                </a:moveTo>
                <a:lnTo>
                  <a:pt x="1495425" y="609600"/>
                </a:lnTo>
                <a:lnTo>
                  <a:pt x="1495425" y="619125"/>
                </a:lnTo>
                <a:lnTo>
                  <a:pt x="1485900" y="619125"/>
                </a:lnTo>
                <a:close/>
                <a:moveTo>
                  <a:pt x="1476375" y="619125"/>
                </a:moveTo>
                <a:lnTo>
                  <a:pt x="1485900" y="619125"/>
                </a:lnTo>
                <a:lnTo>
                  <a:pt x="1485900" y="628650"/>
                </a:lnTo>
                <a:lnTo>
                  <a:pt x="1476375" y="628650"/>
                </a:lnTo>
                <a:close/>
                <a:moveTo>
                  <a:pt x="1504950" y="628650"/>
                </a:moveTo>
                <a:lnTo>
                  <a:pt x="1514475" y="628650"/>
                </a:lnTo>
                <a:lnTo>
                  <a:pt x="1514475" y="638175"/>
                </a:lnTo>
                <a:lnTo>
                  <a:pt x="1504950" y="638175"/>
                </a:lnTo>
                <a:close/>
                <a:moveTo>
                  <a:pt x="1200150" y="676275"/>
                </a:moveTo>
                <a:lnTo>
                  <a:pt x="1209675" y="676275"/>
                </a:lnTo>
                <a:lnTo>
                  <a:pt x="1209675" y="685800"/>
                </a:lnTo>
                <a:lnTo>
                  <a:pt x="1200150" y="685800"/>
                </a:lnTo>
                <a:close/>
                <a:moveTo>
                  <a:pt x="1314450" y="723900"/>
                </a:moveTo>
                <a:lnTo>
                  <a:pt x="1323975" y="723900"/>
                </a:lnTo>
                <a:lnTo>
                  <a:pt x="1323975" y="742950"/>
                </a:lnTo>
                <a:lnTo>
                  <a:pt x="1304925" y="742950"/>
                </a:lnTo>
                <a:lnTo>
                  <a:pt x="1304925" y="733425"/>
                </a:lnTo>
                <a:lnTo>
                  <a:pt x="1314450" y="733425"/>
                </a:lnTo>
                <a:close/>
                <a:moveTo>
                  <a:pt x="1181100" y="762000"/>
                </a:moveTo>
                <a:lnTo>
                  <a:pt x="1190625" y="762000"/>
                </a:lnTo>
                <a:lnTo>
                  <a:pt x="1190625" y="771525"/>
                </a:lnTo>
                <a:lnTo>
                  <a:pt x="1181100" y="771525"/>
                </a:lnTo>
                <a:close/>
                <a:moveTo>
                  <a:pt x="1171575" y="771525"/>
                </a:moveTo>
                <a:lnTo>
                  <a:pt x="1181100" y="771525"/>
                </a:lnTo>
                <a:lnTo>
                  <a:pt x="1181100" y="781050"/>
                </a:lnTo>
                <a:lnTo>
                  <a:pt x="1171575" y="781050"/>
                </a:lnTo>
                <a:close/>
                <a:moveTo>
                  <a:pt x="1562100" y="771525"/>
                </a:moveTo>
                <a:lnTo>
                  <a:pt x="1571625" y="771525"/>
                </a:lnTo>
                <a:lnTo>
                  <a:pt x="1571625" y="781050"/>
                </a:lnTo>
                <a:lnTo>
                  <a:pt x="1562100" y="781050"/>
                </a:lnTo>
                <a:close/>
                <a:moveTo>
                  <a:pt x="971550" y="809625"/>
                </a:moveTo>
                <a:lnTo>
                  <a:pt x="981075" y="809625"/>
                </a:lnTo>
                <a:lnTo>
                  <a:pt x="981075" y="819150"/>
                </a:lnTo>
                <a:lnTo>
                  <a:pt x="971550" y="819150"/>
                </a:lnTo>
                <a:close/>
                <a:moveTo>
                  <a:pt x="1000125" y="819150"/>
                </a:moveTo>
                <a:lnTo>
                  <a:pt x="1028700" y="819150"/>
                </a:lnTo>
                <a:lnTo>
                  <a:pt x="1028700" y="828675"/>
                </a:lnTo>
                <a:lnTo>
                  <a:pt x="1000125" y="828675"/>
                </a:lnTo>
                <a:close/>
                <a:moveTo>
                  <a:pt x="590550" y="828675"/>
                </a:moveTo>
                <a:lnTo>
                  <a:pt x="657225" y="828675"/>
                </a:lnTo>
                <a:lnTo>
                  <a:pt x="657225" y="838200"/>
                </a:lnTo>
                <a:lnTo>
                  <a:pt x="647700" y="838200"/>
                </a:lnTo>
                <a:lnTo>
                  <a:pt x="647700" y="847725"/>
                </a:lnTo>
                <a:lnTo>
                  <a:pt x="590550" y="847725"/>
                </a:lnTo>
                <a:close/>
                <a:moveTo>
                  <a:pt x="180975" y="838200"/>
                </a:moveTo>
                <a:lnTo>
                  <a:pt x="209550" y="838200"/>
                </a:lnTo>
                <a:lnTo>
                  <a:pt x="209550" y="847725"/>
                </a:lnTo>
                <a:lnTo>
                  <a:pt x="219075" y="847725"/>
                </a:lnTo>
                <a:lnTo>
                  <a:pt x="219075" y="857250"/>
                </a:lnTo>
                <a:lnTo>
                  <a:pt x="180975" y="857250"/>
                </a:lnTo>
                <a:close/>
                <a:moveTo>
                  <a:pt x="1057275" y="838200"/>
                </a:moveTo>
                <a:lnTo>
                  <a:pt x="1066800" y="838200"/>
                </a:lnTo>
                <a:lnTo>
                  <a:pt x="1066800" y="866775"/>
                </a:lnTo>
                <a:lnTo>
                  <a:pt x="1057275" y="866775"/>
                </a:lnTo>
                <a:lnTo>
                  <a:pt x="1057275" y="876300"/>
                </a:lnTo>
                <a:lnTo>
                  <a:pt x="1047750" y="876300"/>
                </a:lnTo>
                <a:lnTo>
                  <a:pt x="1047750" y="866775"/>
                </a:lnTo>
                <a:lnTo>
                  <a:pt x="1038225" y="866775"/>
                </a:lnTo>
                <a:lnTo>
                  <a:pt x="1038225" y="857250"/>
                </a:lnTo>
                <a:lnTo>
                  <a:pt x="1047750" y="857250"/>
                </a:lnTo>
                <a:lnTo>
                  <a:pt x="1047750" y="847725"/>
                </a:lnTo>
                <a:lnTo>
                  <a:pt x="1057275" y="847725"/>
                </a:lnTo>
                <a:close/>
                <a:moveTo>
                  <a:pt x="1638300" y="857250"/>
                </a:moveTo>
                <a:lnTo>
                  <a:pt x="1666875" y="857250"/>
                </a:lnTo>
                <a:lnTo>
                  <a:pt x="1666875" y="866775"/>
                </a:lnTo>
                <a:lnTo>
                  <a:pt x="1676400" y="866775"/>
                </a:lnTo>
                <a:lnTo>
                  <a:pt x="1676400" y="876300"/>
                </a:lnTo>
                <a:lnTo>
                  <a:pt x="1657350" y="876300"/>
                </a:lnTo>
                <a:lnTo>
                  <a:pt x="1657350" y="885825"/>
                </a:lnTo>
                <a:lnTo>
                  <a:pt x="1647825" y="885825"/>
                </a:lnTo>
                <a:lnTo>
                  <a:pt x="1647825" y="876300"/>
                </a:lnTo>
                <a:lnTo>
                  <a:pt x="1638300" y="876300"/>
                </a:lnTo>
                <a:close/>
                <a:moveTo>
                  <a:pt x="361950" y="933450"/>
                </a:moveTo>
                <a:lnTo>
                  <a:pt x="371475" y="933450"/>
                </a:lnTo>
                <a:lnTo>
                  <a:pt x="371475" y="942975"/>
                </a:lnTo>
                <a:lnTo>
                  <a:pt x="361950" y="942975"/>
                </a:lnTo>
                <a:close/>
                <a:moveTo>
                  <a:pt x="600075" y="942975"/>
                </a:moveTo>
                <a:lnTo>
                  <a:pt x="609600" y="942975"/>
                </a:lnTo>
                <a:lnTo>
                  <a:pt x="609600" y="952500"/>
                </a:lnTo>
                <a:lnTo>
                  <a:pt x="619125" y="952500"/>
                </a:lnTo>
                <a:lnTo>
                  <a:pt x="619125" y="981075"/>
                </a:lnTo>
                <a:lnTo>
                  <a:pt x="609600" y="981075"/>
                </a:lnTo>
                <a:lnTo>
                  <a:pt x="609600" y="971550"/>
                </a:lnTo>
                <a:lnTo>
                  <a:pt x="600075" y="971550"/>
                </a:lnTo>
                <a:lnTo>
                  <a:pt x="600075" y="981075"/>
                </a:lnTo>
                <a:lnTo>
                  <a:pt x="590550" y="981075"/>
                </a:lnTo>
                <a:lnTo>
                  <a:pt x="590550" y="952500"/>
                </a:lnTo>
                <a:lnTo>
                  <a:pt x="600075" y="952500"/>
                </a:lnTo>
                <a:close/>
                <a:moveTo>
                  <a:pt x="371475" y="952500"/>
                </a:moveTo>
                <a:lnTo>
                  <a:pt x="381000" y="952500"/>
                </a:lnTo>
                <a:lnTo>
                  <a:pt x="381000" y="962025"/>
                </a:lnTo>
                <a:lnTo>
                  <a:pt x="371475" y="962025"/>
                </a:lnTo>
                <a:close/>
                <a:moveTo>
                  <a:pt x="390525" y="952500"/>
                </a:moveTo>
                <a:lnTo>
                  <a:pt x="400050" y="952500"/>
                </a:lnTo>
                <a:lnTo>
                  <a:pt x="400050" y="962025"/>
                </a:lnTo>
                <a:lnTo>
                  <a:pt x="390525" y="962025"/>
                </a:lnTo>
                <a:close/>
                <a:moveTo>
                  <a:pt x="552450" y="952500"/>
                </a:moveTo>
                <a:lnTo>
                  <a:pt x="561975" y="952500"/>
                </a:lnTo>
                <a:lnTo>
                  <a:pt x="561975" y="971550"/>
                </a:lnTo>
                <a:lnTo>
                  <a:pt x="552450" y="971550"/>
                </a:lnTo>
                <a:close/>
                <a:moveTo>
                  <a:pt x="571500" y="952500"/>
                </a:moveTo>
                <a:lnTo>
                  <a:pt x="581025" y="952500"/>
                </a:lnTo>
                <a:lnTo>
                  <a:pt x="581025" y="981075"/>
                </a:lnTo>
                <a:lnTo>
                  <a:pt x="571500" y="981075"/>
                </a:lnTo>
                <a:close/>
                <a:moveTo>
                  <a:pt x="371475" y="990600"/>
                </a:moveTo>
                <a:lnTo>
                  <a:pt x="381000" y="990600"/>
                </a:lnTo>
                <a:lnTo>
                  <a:pt x="381000" y="1000125"/>
                </a:lnTo>
                <a:lnTo>
                  <a:pt x="371475" y="1000125"/>
                </a:lnTo>
                <a:close/>
                <a:moveTo>
                  <a:pt x="628650" y="990600"/>
                </a:moveTo>
                <a:lnTo>
                  <a:pt x="647700" y="990600"/>
                </a:lnTo>
                <a:lnTo>
                  <a:pt x="647700" y="1000125"/>
                </a:lnTo>
                <a:lnTo>
                  <a:pt x="628650" y="1000125"/>
                </a:lnTo>
                <a:close/>
                <a:moveTo>
                  <a:pt x="390525" y="1000125"/>
                </a:moveTo>
                <a:lnTo>
                  <a:pt x="400050" y="1000125"/>
                </a:lnTo>
                <a:lnTo>
                  <a:pt x="400050" y="1009650"/>
                </a:lnTo>
                <a:lnTo>
                  <a:pt x="390525" y="1009650"/>
                </a:lnTo>
                <a:close/>
                <a:moveTo>
                  <a:pt x="438150" y="1009650"/>
                </a:moveTo>
                <a:lnTo>
                  <a:pt x="466725" y="1009650"/>
                </a:lnTo>
                <a:lnTo>
                  <a:pt x="466725" y="1019175"/>
                </a:lnTo>
                <a:lnTo>
                  <a:pt x="476250" y="1019175"/>
                </a:lnTo>
                <a:lnTo>
                  <a:pt x="476250" y="1028700"/>
                </a:lnTo>
                <a:lnTo>
                  <a:pt x="466725" y="1028700"/>
                </a:lnTo>
                <a:lnTo>
                  <a:pt x="466725" y="1038225"/>
                </a:lnTo>
                <a:lnTo>
                  <a:pt x="457200" y="1038225"/>
                </a:lnTo>
                <a:lnTo>
                  <a:pt x="457200" y="1047750"/>
                </a:lnTo>
                <a:lnTo>
                  <a:pt x="447675" y="1047750"/>
                </a:lnTo>
                <a:lnTo>
                  <a:pt x="447675" y="1028700"/>
                </a:lnTo>
                <a:lnTo>
                  <a:pt x="438150" y="1028700"/>
                </a:lnTo>
                <a:close/>
                <a:moveTo>
                  <a:pt x="523875" y="1362075"/>
                </a:moveTo>
                <a:lnTo>
                  <a:pt x="542925" y="1362075"/>
                </a:lnTo>
                <a:lnTo>
                  <a:pt x="542925" y="1371600"/>
                </a:lnTo>
                <a:lnTo>
                  <a:pt x="552450" y="1371600"/>
                </a:lnTo>
                <a:lnTo>
                  <a:pt x="552450" y="1381125"/>
                </a:lnTo>
                <a:lnTo>
                  <a:pt x="514350" y="1381125"/>
                </a:lnTo>
                <a:lnTo>
                  <a:pt x="514350" y="1371600"/>
                </a:lnTo>
                <a:lnTo>
                  <a:pt x="523875" y="1371600"/>
                </a:lnTo>
                <a:close/>
                <a:moveTo>
                  <a:pt x="609600" y="1362075"/>
                </a:moveTo>
                <a:lnTo>
                  <a:pt x="619125" y="1362075"/>
                </a:lnTo>
                <a:lnTo>
                  <a:pt x="619125" y="1381125"/>
                </a:lnTo>
                <a:lnTo>
                  <a:pt x="609600" y="1381125"/>
                </a:lnTo>
                <a:close/>
                <a:moveTo>
                  <a:pt x="704850" y="1362075"/>
                </a:moveTo>
                <a:lnTo>
                  <a:pt x="714375" y="1362075"/>
                </a:lnTo>
                <a:lnTo>
                  <a:pt x="714375" y="1381125"/>
                </a:lnTo>
                <a:lnTo>
                  <a:pt x="695325" y="1381125"/>
                </a:lnTo>
                <a:lnTo>
                  <a:pt x="695325" y="1371600"/>
                </a:lnTo>
                <a:lnTo>
                  <a:pt x="704850" y="1371600"/>
                </a:lnTo>
                <a:close/>
                <a:moveTo>
                  <a:pt x="723900" y="1362075"/>
                </a:moveTo>
                <a:lnTo>
                  <a:pt x="733425" y="1362075"/>
                </a:lnTo>
                <a:lnTo>
                  <a:pt x="733425" y="1371600"/>
                </a:lnTo>
                <a:lnTo>
                  <a:pt x="723900" y="1371600"/>
                </a:lnTo>
                <a:close/>
                <a:moveTo>
                  <a:pt x="1038225" y="1600200"/>
                </a:moveTo>
                <a:lnTo>
                  <a:pt x="1047750" y="1600200"/>
                </a:lnTo>
                <a:lnTo>
                  <a:pt x="1047750" y="1609725"/>
                </a:lnTo>
                <a:lnTo>
                  <a:pt x="1038225" y="1609725"/>
                </a:lnTo>
                <a:close/>
                <a:moveTo>
                  <a:pt x="1238250" y="1600200"/>
                </a:moveTo>
                <a:lnTo>
                  <a:pt x="1257300" y="1600200"/>
                </a:lnTo>
                <a:lnTo>
                  <a:pt x="1257300" y="1609725"/>
                </a:lnTo>
                <a:lnTo>
                  <a:pt x="1238250" y="1609725"/>
                </a:lnTo>
                <a:close/>
                <a:moveTo>
                  <a:pt x="942975" y="1609725"/>
                </a:moveTo>
                <a:lnTo>
                  <a:pt x="952500" y="1609725"/>
                </a:lnTo>
                <a:lnTo>
                  <a:pt x="952500" y="1628775"/>
                </a:lnTo>
                <a:lnTo>
                  <a:pt x="942975" y="1628775"/>
                </a:lnTo>
                <a:close/>
                <a:moveTo>
                  <a:pt x="923925" y="1619250"/>
                </a:moveTo>
                <a:lnTo>
                  <a:pt x="933450" y="1619250"/>
                </a:lnTo>
                <a:lnTo>
                  <a:pt x="933450" y="1628775"/>
                </a:lnTo>
                <a:lnTo>
                  <a:pt x="923925" y="1628775"/>
                </a:lnTo>
                <a:close/>
                <a:moveTo>
                  <a:pt x="933450" y="1628775"/>
                </a:moveTo>
                <a:lnTo>
                  <a:pt x="942975" y="1628775"/>
                </a:lnTo>
                <a:lnTo>
                  <a:pt x="942975" y="1647825"/>
                </a:lnTo>
                <a:lnTo>
                  <a:pt x="933450" y="1647825"/>
                </a:lnTo>
                <a:close/>
                <a:moveTo>
                  <a:pt x="1038225" y="1638300"/>
                </a:moveTo>
                <a:lnTo>
                  <a:pt x="1047750" y="1638300"/>
                </a:lnTo>
                <a:lnTo>
                  <a:pt x="1047750" y="1647825"/>
                </a:lnTo>
                <a:lnTo>
                  <a:pt x="1038225" y="1647825"/>
                </a:lnTo>
                <a:close/>
                <a:moveTo>
                  <a:pt x="981075" y="1676400"/>
                </a:moveTo>
                <a:lnTo>
                  <a:pt x="1009650" y="1676400"/>
                </a:lnTo>
                <a:lnTo>
                  <a:pt x="1009650" y="1695450"/>
                </a:lnTo>
                <a:lnTo>
                  <a:pt x="990600" y="1695450"/>
                </a:lnTo>
                <a:lnTo>
                  <a:pt x="990600" y="1685925"/>
                </a:lnTo>
                <a:lnTo>
                  <a:pt x="981075" y="1685925"/>
                </a:lnTo>
                <a:close/>
                <a:moveTo>
                  <a:pt x="123825" y="1733550"/>
                </a:moveTo>
                <a:lnTo>
                  <a:pt x="133350" y="1733550"/>
                </a:lnTo>
                <a:lnTo>
                  <a:pt x="133350" y="1771650"/>
                </a:lnTo>
                <a:lnTo>
                  <a:pt x="114300" y="1771650"/>
                </a:lnTo>
                <a:lnTo>
                  <a:pt x="114300" y="1752600"/>
                </a:lnTo>
                <a:lnTo>
                  <a:pt x="123825" y="1752600"/>
                </a:lnTo>
                <a:close/>
                <a:moveTo>
                  <a:pt x="247650" y="1933575"/>
                </a:moveTo>
                <a:lnTo>
                  <a:pt x="257175" y="1933575"/>
                </a:lnTo>
                <a:lnTo>
                  <a:pt x="257175" y="1943100"/>
                </a:lnTo>
                <a:lnTo>
                  <a:pt x="247650" y="1943100"/>
                </a:lnTo>
                <a:close/>
                <a:moveTo>
                  <a:pt x="123825" y="1981200"/>
                </a:moveTo>
                <a:lnTo>
                  <a:pt x="133350" y="1981200"/>
                </a:lnTo>
                <a:lnTo>
                  <a:pt x="133350" y="2000250"/>
                </a:lnTo>
                <a:lnTo>
                  <a:pt x="123825" y="2000250"/>
                </a:lnTo>
                <a:close/>
                <a:moveTo>
                  <a:pt x="114300" y="2019300"/>
                </a:moveTo>
                <a:lnTo>
                  <a:pt x="123825" y="2019300"/>
                </a:lnTo>
                <a:lnTo>
                  <a:pt x="123825" y="2038350"/>
                </a:lnTo>
                <a:lnTo>
                  <a:pt x="114300" y="2038350"/>
                </a:lnTo>
                <a:close/>
                <a:moveTo>
                  <a:pt x="133350" y="2019300"/>
                </a:moveTo>
                <a:lnTo>
                  <a:pt x="142875" y="2019300"/>
                </a:lnTo>
                <a:lnTo>
                  <a:pt x="142875" y="2028825"/>
                </a:lnTo>
                <a:lnTo>
                  <a:pt x="133350" y="2028825"/>
                </a:lnTo>
                <a:close/>
                <a:moveTo>
                  <a:pt x="123825" y="2038350"/>
                </a:moveTo>
                <a:lnTo>
                  <a:pt x="133350" y="2038350"/>
                </a:lnTo>
                <a:lnTo>
                  <a:pt x="133350" y="2057400"/>
                </a:lnTo>
                <a:lnTo>
                  <a:pt x="123825" y="2057400"/>
                </a:lnTo>
                <a:lnTo>
                  <a:pt x="123825" y="2066925"/>
                </a:lnTo>
                <a:lnTo>
                  <a:pt x="114300" y="2066925"/>
                </a:lnTo>
                <a:lnTo>
                  <a:pt x="114300" y="2047875"/>
                </a:lnTo>
                <a:lnTo>
                  <a:pt x="123825" y="2047875"/>
                </a:lnTo>
                <a:close/>
                <a:moveTo>
                  <a:pt x="114300" y="2085975"/>
                </a:moveTo>
                <a:lnTo>
                  <a:pt x="123825" y="2085975"/>
                </a:lnTo>
                <a:lnTo>
                  <a:pt x="123825" y="2095500"/>
                </a:lnTo>
                <a:lnTo>
                  <a:pt x="114300" y="2095500"/>
                </a:lnTo>
                <a:close/>
                <a:moveTo>
                  <a:pt x="114300" y="2143125"/>
                </a:moveTo>
                <a:lnTo>
                  <a:pt x="123825" y="2143125"/>
                </a:lnTo>
                <a:lnTo>
                  <a:pt x="123825" y="2171700"/>
                </a:lnTo>
                <a:lnTo>
                  <a:pt x="114300" y="2171700"/>
                </a:lnTo>
                <a:close/>
                <a:moveTo>
                  <a:pt x="114300" y="2181225"/>
                </a:moveTo>
                <a:lnTo>
                  <a:pt x="123825" y="2181225"/>
                </a:lnTo>
                <a:lnTo>
                  <a:pt x="123825" y="2209800"/>
                </a:lnTo>
                <a:lnTo>
                  <a:pt x="133350" y="2209800"/>
                </a:lnTo>
                <a:lnTo>
                  <a:pt x="133350" y="2181225"/>
                </a:lnTo>
                <a:lnTo>
                  <a:pt x="142875" y="2181225"/>
                </a:lnTo>
                <a:lnTo>
                  <a:pt x="142875" y="2228850"/>
                </a:lnTo>
                <a:lnTo>
                  <a:pt x="133350" y="2228850"/>
                </a:lnTo>
                <a:lnTo>
                  <a:pt x="133350" y="2266950"/>
                </a:lnTo>
                <a:lnTo>
                  <a:pt x="123825" y="2266950"/>
                </a:lnTo>
                <a:lnTo>
                  <a:pt x="123825" y="2238375"/>
                </a:lnTo>
                <a:lnTo>
                  <a:pt x="114300" y="2238375"/>
                </a:lnTo>
                <a:close/>
                <a:moveTo>
                  <a:pt x="1695450" y="2238375"/>
                </a:moveTo>
                <a:lnTo>
                  <a:pt x="1704975" y="2238375"/>
                </a:lnTo>
                <a:lnTo>
                  <a:pt x="1704975" y="2247900"/>
                </a:lnTo>
                <a:lnTo>
                  <a:pt x="1695450" y="2247900"/>
                </a:lnTo>
                <a:close/>
                <a:moveTo>
                  <a:pt x="114300" y="2276475"/>
                </a:moveTo>
                <a:lnTo>
                  <a:pt x="123825" y="2276475"/>
                </a:lnTo>
                <a:lnTo>
                  <a:pt x="123825" y="2295525"/>
                </a:lnTo>
                <a:lnTo>
                  <a:pt x="114300" y="2295525"/>
                </a:lnTo>
                <a:close/>
                <a:moveTo>
                  <a:pt x="123825" y="2295525"/>
                </a:moveTo>
                <a:lnTo>
                  <a:pt x="133350" y="2295525"/>
                </a:lnTo>
                <a:lnTo>
                  <a:pt x="133350" y="2314575"/>
                </a:lnTo>
                <a:lnTo>
                  <a:pt x="123825" y="2314575"/>
                </a:lnTo>
                <a:close/>
                <a:moveTo>
                  <a:pt x="114300" y="2314575"/>
                </a:moveTo>
                <a:lnTo>
                  <a:pt x="123825" y="2314575"/>
                </a:lnTo>
                <a:lnTo>
                  <a:pt x="123825" y="2324100"/>
                </a:lnTo>
                <a:lnTo>
                  <a:pt x="114300" y="2324100"/>
                </a:lnTo>
                <a:close/>
                <a:moveTo>
                  <a:pt x="1076325" y="2362200"/>
                </a:moveTo>
                <a:lnTo>
                  <a:pt x="1085850" y="2362200"/>
                </a:lnTo>
                <a:lnTo>
                  <a:pt x="1085850" y="2371725"/>
                </a:lnTo>
                <a:lnTo>
                  <a:pt x="1076325" y="2371725"/>
                </a:lnTo>
                <a:close/>
                <a:moveTo>
                  <a:pt x="123825" y="2371725"/>
                </a:moveTo>
                <a:lnTo>
                  <a:pt x="133350" y="2371725"/>
                </a:lnTo>
                <a:lnTo>
                  <a:pt x="133350" y="2390775"/>
                </a:lnTo>
                <a:lnTo>
                  <a:pt x="123825" y="2390775"/>
                </a:lnTo>
                <a:close/>
                <a:moveTo>
                  <a:pt x="457200" y="2390775"/>
                </a:moveTo>
                <a:lnTo>
                  <a:pt x="466725" y="2390775"/>
                </a:lnTo>
                <a:lnTo>
                  <a:pt x="466725" y="2400300"/>
                </a:lnTo>
                <a:lnTo>
                  <a:pt x="457200" y="2400300"/>
                </a:lnTo>
                <a:close/>
                <a:moveTo>
                  <a:pt x="1533525" y="2409825"/>
                </a:moveTo>
                <a:lnTo>
                  <a:pt x="1552575" y="2409825"/>
                </a:lnTo>
                <a:lnTo>
                  <a:pt x="1552575" y="2428875"/>
                </a:lnTo>
                <a:lnTo>
                  <a:pt x="1543050" y="2428875"/>
                </a:lnTo>
                <a:lnTo>
                  <a:pt x="1543050" y="2419350"/>
                </a:lnTo>
                <a:lnTo>
                  <a:pt x="1533525" y="2419350"/>
                </a:lnTo>
                <a:close/>
                <a:moveTo>
                  <a:pt x="114300" y="2505075"/>
                </a:moveTo>
                <a:lnTo>
                  <a:pt x="123825" y="2505075"/>
                </a:lnTo>
                <a:lnTo>
                  <a:pt x="123825" y="2524125"/>
                </a:lnTo>
                <a:lnTo>
                  <a:pt x="114300" y="2524125"/>
                </a:lnTo>
                <a:close/>
                <a:moveTo>
                  <a:pt x="133350" y="2505075"/>
                </a:moveTo>
                <a:lnTo>
                  <a:pt x="142875" y="2505075"/>
                </a:lnTo>
                <a:lnTo>
                  <a:pt x="142875" y="2524125"/>
                </a:lnTo>
                <a:lnTo>
                  <a:pt x="133350" y="2524125"/>
                </a:lnTo>
                <a:close/>
                <a:moveTo>
                  <a:pt x="247650" y="2514600"/>
                </a:moveTo>
                <a:lnTo>
                  <a:pt x="257175" y="2514600"/>
                </a:lnTo>
                <a:lnTo>
                  <a:pt x="257175" y="2524125"/>
                </a:lnTo>
                <a:lnTo>
                  <a:pt x="247650" y="2524125"/>
                </a:lnTo>
                <a:close/>
                <a:moveTo>
                  <a:pt x="1114425" y="2514600"/>
                </a:moveTo>
                <a:lnTo>
                  <a:pt x="1123950" y="2514600"/>
                </a:lnTo>
                <a:lnTo>
                  <a:pt x="1123950" y="2533650"/>
                </a:lnTo>
                <a:lnTo>
                  <a:pt x="1114425" y="2533650"/>
                </a:lnTo>
                <a:close/>
                <a:moveTo>
                  <a:pt x="847725" y="2533650"/>
                </a:moveTo>
                <a:lnTo>
                  <a:pt x="866775" y="2533650"/>
                </a:lnTo>
                <a:lnTo>
                  <a:pt x="866775" y="2552700"/>
                </a:lnTo>
                <a:lnTo>
                  <a:pt x="828675" y="2552700"/>
                </a:lnTo>
                <a:lnTo>
                  <a:pt x="828675" y="2562225"/>
                </a:lnTo>
                <a:lnTo>
                  <a:pt x="819150" y="2562225"/>
                </a:lnTo>
                <a:lnTo>
                  <a:pt x="819150" y="2543175"/>
                </a:lnTo>
                <a:lnTo>
                  <a:pt x="847725" y="2543175"/>
                </a:lnTo>
                <a:close/>
                <a:moveTo>
                  <a:pt x="1609725" y="2543175"/>
                </a:moveTo>
                <a:lnTo>
                  <a:pt x="1619250" y="2543175"/>
                </a:lnTo>
                <a:lnTo>
                  <a:pt x="1619250" y="2552700"/>
                </a:lnTo>
                <a:lnTo>
                  <a:pt x="1609725" y="2552700"/>
                </a:lnTo>
                <a:close/>
                <a:moveTo>
                  <a:pt x="828675" y="2562225"/>
                </a:moveTo>
                <a:lnTo>
                  <a:pt x="857250" y="2562225"/>
                </a:lnTo>
                <a:lnTo>
                  <a:pt x="857250" y="2571750"/>
                </a:lnTo>
                <a:lnTo>
                  <a:pt x="838200" y="2571750"/>
                </a:lnTo>
                <a:lnTo>
                  <a:pt x="838200" y="2590800"/>
                </a:lnTo>
                <a:lnTo>
                  <a:pt x="819150" y="2590800"/>
                </a:lnTo>
                <a:lnTo>
                  <a:pt x="819150" y="2571750"/>
                </a:lnTo>
                <a:lnTo>
                  <a:pt x="828675" y="2571750"/>
                </a:lnTo>
                <a:close/>
                <a:moveTo>
                  <a:pt x="809625" y="2590800"/>
                </a:moveTo>
                <a:lnTo>
                  <a:pt x="819150" y="2590800"/>
                </a:lnTo>
                <a:lnTo>
                  <a:pt x="819150" y="2600325"/>
                </a:lnTo>
                <a:lnTo>
                  <a:pt x="809625" y="2600325"/>
                </a:lnTo>
                <a:close/>
                <a:moveTo>
                  <a:pt x="819150" y="2628900"/>
                </a:moveTo>
                <a:lnTo>
                  <a:pt x="828675" y="2628900"/>
                </a:lnTo>
                <a:lnTo>
                  <a:pt x="828675" y="2647950"/>
                </a:lnTo>
                <a:lnTo>
                  <a:pt x="819150" y="2647950"/>
                </a:lnTo>
                <a:close/>
                <a:moveTo>
                  <a:pt x="1704975" y="2638425"/>
                </a:moveTo>
                <a:lnTo>
                  <a:pt x="1714500" y="2638425"/>
                </a:lnTo>
                <a:lnTo>
                  <a:pt x="1714500" y="2657475"/>
                </a:lnTo>
                <a:lnTo>
                  <a:pt x="1695450" y="2657475"/>
                </a:lnTo>
                <a:lnTo>
                  <a:pt x="1695450" y="2647950"/>
                </a:lnTo>
                <a:lnTo>
                  <a:pt x="1704975" y="2647950"/>
                </a:lnTo>
                <a:close/>
                <a:moveTo>
                  <a:pt x="800100" y="2647950"/>
                </a:moveTo>
                <a:lnTo>
                  <a:pt x="819150" y="2647950"/>
                </a:lnTo>
                <a:lnTo>
                  <a:pt x="819150" y="2657475"/>
                </a:lnTo>
                <a:lnTo>
                  <a:pt x="800100" y="2657475"/>
                </a:lnTo>
                <a:close/>
                <a:moveTo>
                  <a:pt x="171450" y="2705100"/>
                </a:moveTo>
                <a:lnTo>
                  <a:pt x="180975" y="2705100"/>
                </a:lnTo>
                <a:lnTo>
                  <a:pt x="180975" y="2714625"/>
                </a:lnTo>
                <a:lnTo>
                  <a:pt x="171450" y="2714625"/>
                </a:lnTo>
                <a:close/>
                <a:moveTo>
                  <a:pt x="180975" y="2724150"/>
                </a:moveTo>
                <a:lnTo>
                  <a:pt x="190500" y="2724150"/>
                </a:lnTo>
                <a:lnTo>
                  <a:pt x="190500" y="2733675"/>
                </a:lnTo>
                <a:lnTo>
                  <a:pt x="180975" y="2733675"/>
                </a:lnTo>
                <a:close/>
                <a:moveTo>
                  <a:pt x="314325" y="2800350"/>
                </a:moveTo>
                <a:lnTo>
                  <a:pt x="323850" y="2800350"/>
                </a:lnTo>
                <a:lnTo>
                  <a:pt x="323850" y="2809875"/>
                </a:lnTo>
                <a:lnTo>
                  <a:pt x="314325" y="2809875"/>
                </a:lnTo>
                <a:close/>
                <a:moveTo>
                  <a:pt x="323850" y="2809875"/>
                </a:moveTo>
                <a:lnTo>
                  <a:pt x="333375" y="2809875"/>
                </a:lnTo>
                <a:lnTo>
                  <a:pt x="333375" y="2819400"/>
                </a:lnTo>
                <a:lnTo>
                  <a:pt x="323850" y="2819400"/>
                </a:lnTo>
                <a:close/>
                <a:moveTo>
                  <a:pt x="142875" y="2905125"/>
                </a:moveTo>
                <a:lnTo>
                  <a:pt x="161925" y="2905125"/>
                </a:lnTo>
                <a:lnTo>
                  <a:pt x="161925" y="2952750"/>
                </a:lnTo>
                <a:lnTo>
                  <a:pt x="142875" y="2952750"/>
                </a:lnTo>
                <a:close/>
                <a:moveTo>
                  <a:pt x="1628775" y="2914650"/>
                </a:moveTo>
                <a:lnTo>
                  <a:pt x="1638300" y="2914650"/>
                </a:lnTo>
                <a:lnTo>
                  <a:pt x="1638300" y="2924175"/>
                </a:lnTo>
                <a:lnTo>
                  <a:pt x="1628775" y="2924175"/>
                </a:lnTo>
                <a:close/>
                <a:moveTo>
                  <a:pt x="1266825" y="2924175"/>
                </a:moveTo>
                <a:lnTo>
                  <a:pt x="1276350" y="2924175"/>
                </a:lnTo>
                <a:lnTo>
                  <a:pt x="1276350" y="2933700"/>
                </a:lnTo>
                <a:lnTo>
                  <a:pt x="1266825" y="2933700"/>
                </a:lnTo>
                <a:close/>
                <a:moveTo>
                  <a:pt x="1533525" y="2943225"/>
                </a:moveTo>
                <a:lnTo>
                  <a:pt x="1552575" y="2943225"/>
                </a:lnTo>
                <a:lnTo>
                  <a:pt x="1552575" y="2962275"/>
                </a:lnTo>
                <a:lnTo>
                  <a:pt x="1543050" y="2962275"/>
                </a:lnTo>
                <a:lnTo>
                  <a:pt x="1543050" y="2971800"/>
                </a:lnTo>
                <a:lnTo>
                  <a:pt x="1524000" y="2971800"/>
                </a:lnTo>
                <a:lnTo>
                  <a:pt x="1524000" y="2962275"/>
                </a:lnTo>
                <a:lnTo>
                  <a:pt x="1533525" y="2962275"/>
                </a:lnTo>
                <a:close/>
                <a:moveTo>
                  <a:pt x="1638300" y="2952750"/>
                </a:moveTo>
                <a:lnTo>
                  <a:pt x="1647825" y="2952750"/>
                </a:lnTo>
                <a:lnTo>
                  <a:pt x="1647825" y="2962275"/>
                </a:lnTo>
                <a:lnTo>
                  <a:pt x="1638300" y="2962275"/>
                </a:lnTo>
                <a:close/>
                <a:moveTo>
                  <a:pt x="1657350" y="2952750"/>
                </a:moveTo>
                <a:lnTo>
                  <a:pt x="1666875" y="2952750"/>
                </a:lnTo>
                <a:lnTo>
                  <a:pt x="1666875" y="2962275"/>
                </a:lnTo>
                <a:lnTo>
                  <a:pt x="1657350" y="2962275"/>
                </a:lnTo>
                <a:close/>
                <a:moveTo>
                  <a:pt x="247650" y="2962275"/>
                </a:moveTo>
                <a:lnTo>
                  <a:pt x="276225" y="2962275"/>
                </a:lnTo>
                <a:lnTo>
                  <a:pt x="276225" y="2981325"/>
                </a:lnTo>
                <a:lnTo>
                  <a:pt x="238125" y="2981325"/>
                </a:lnTo>
                <a:lnTo>
                  <a:pt x="238125" y="2971800"/>
                </a:lnTo>
                <a:lnTo>
                  <a:pt x="247650" y="2971800"/>
                </a:lnTo>
                <a:close/>
                <a:moveTo>
                  <a:pt x="1571625" y="2962275"/>
                </a:moveTo>
                <a:lnTo>
                  <a:pt x="1581150" y="2962275"/>
                </a:lnTo>
                <a:lnTo>
                  <a:pt x="1581150" y="2981325"/>
                </a:lnTo>
                <a:lnTo>
                  <a:pt x="1571625" y="2981325"/>
                </a:lnTo>
                <a:close/>
                <a:moveTo>
                  <a:pt x="1609725" y="2962275"/>
                </a:moveTo>
                <a:lnTo>
                  <a:pt x="1628775" y="2962275"/>
                </a:lnTo>
                <a:lnTo>
                  <a:pt x="1628775" y="2971800"/>
                </a:lnTo>
                <a:lnTo>
                  <a:pt x="1638300" y="2971800"/>
                </a:lnTo>
                <a:lnTo>
                  <a:pt x="1638300" y="2990850"/>
                </a:lnTo>
                <a:lnTo>
                  <a:pt x="1628775" y="2990850"/>
                </a:lnTo>
                <a:lnTo>
                  <a:pt x="1628775" y="3000375"/>
                </a:lnTo>
                <a:lnTo>
                  <a:pt x="1609725" y="3000375"/>
                </a:lnTo>
                <a:lnTo>
                  <a:pt x="1609725" y="2990850"/>
                </a:lnTo>
                <a:lnTo>
                  <a:pt x="1590675" y="2990850"/>
                </a:lnTo>
                <a:lnTo>
                  <a:pt x="1590675" y="2981325"/>
                </a:lnTo>
                <a:lnTo>
                  <a:pt x="1600200" y="2981325"/>
                </a:lnTo>
                <a:lnTo>
                  <a:pt x="1600200" y="2971800"/>
                </a:lnTo>
                <a:lnTo>
                  <a:pt x="1609725" y="2971800"/>
                </a:lnTo>
                <a:close/>
                <a:moveTo>
                  <a:pt x="161925" y="3028950"/>
                </a:moveTo>
                <a:lnTo>
                  <a:pt x="171450" y="3028950"/>
                </a:lnTo>
                <a:lnTo>
                  <a:pt x="171450" y="3038475"/>
                </a:lnTo>
                <a:lnTo>
                  <a:pt x="161925" y="3038475"/>
                </a:lnTo>
                <a:close/>
                <a:moveTo>
                  <a:pt x="190500" y="3038475"/>
                </a:moveTo>
                <a:lnTo>
                  <a:pt x="200025" y="3038475"/>
                </a:lnTo>
                <a:lnTo>
                  <a:pt x="200025" y="3048000"/>
                </a:lnTo>
                <a:lnTo>
                  <a:pt x="209550" y="3048000"/>
                </a:lnTo>
                <a:lnTo>
                  <a:pt x="209550" y="3057525"/>
                </a:lnTo>
                <a:lnTo>
                  <a:pt x="200025" y="3057525"/>
                </a:lnTo>
                <a:lnTo>
                  <a:pt x="200025" y="3067050"/>
                </a:lnTo>
                <a:lnTo>
                  <a:pt x="190500" y="3067050"/>
                </a:lnTo>
                <a:close/>
                <a:moveTo>
                  <a:pt x="276225" y="3038475"/>
                </a:moveTo>
                <a:lnTo>
                  <a:pt x="285750" y="3038475"/>
                </a:lnTo>
                <a:lnTo>
                  <a:pt x="285750" y="3048000"/>
                </a:lnTo>
                <a:lnTo>
                  <a:pt x="276225" y="3048000"/>
                </a:lnTo>
                <a:close/>
                <a:moveTo>
                  <a:pt x="485775" y="3038475"/>
                </a:moveTo>
                <a:lnTo>
                  <a:pt x="495300" y="3038475"/>
                </a:lnTo>
                <a:lnTo>
                  <a:pt x="495300" y="3048000"/>
                </a:lnTo>
                <a:lnTo>
                  <a:pt x="485775" y="3048000"/>
                </a:lnTo>
                <a:close/>
                <a:moveTo>
                  <a:pt x="333375" y="3048000"/>
                </a:moveTo>
                <a:lnTo>
                  <a:pt x="342900" y="3048000"/>
                </a:lnTo>
                <a:lnTo>
                  <a:pt x="342900" y="3057525"/>
                </a:lnTo>
                <a:lnTo>
                  <a:pt x="333375" y="3057525"/>
                </a:lnTo>
                <a:close/>
                <a:moveTo>
                  <a:pt x="504825" y="3048000"/>
                </a:moveTo>
                <a:lnTo>
                  <a:pt x="514350" y="3048000"/>
                </a:lnTo>
                <a:lnTo>
                  <a:pt x="514350" y="3057525"/>
                </a:lnTo>
                <a:lnTo>
                  <a:pt x="504825" y="3057525"/>
                </a:lnTo>
                <a:close/>
                <a:moveTo>
                  <a:pt x="266700" y="3057525"/>
                </a:moveTo>
                <a:lnTo>
                  <a:pt x="276225" y="3057525"/>
                </a:lnTo>
                <a:lnTo>
                  <a:pt x="276225" y="3067050"/>
                </a:lnTo>
                <a:lnTo>
                  <a:pt x="266700" y="3067050"/>
                </a:lnTo>
                <a:close/>
                <a:moveTo>
                  <a:pt x="838200" y="3057525"/>
                </a:moveTo>
                <a:lnTo>
                  <a:pt x="857250" y="3057525"/>
                </a:lnTo>
                <a:lnTo>
                  <a:pt x="857250" y="3067050"/>
                </a:lnTo>
                <a:lnTo>
                  <a:pt x="838200" y="3067050"/>
                </a:lnTo>
                <a:close/>
                <a:moveTo>
                  <a:pt x="1543050" y="3057525"/>
                </a:moveTo>
                <a:lnTo>
                  <a:pt x="1552575" y="3057525"/>
                </a:lnTo>
                <a:lnTo>
                  <a:pt x="1552575" y="3067050"/>
                </a:lnTo>
                <a:lnTo>
                  <a:pt x="1543050" y="3067050"/>
                </a:lnTo>
                <a:close/>
                <a:moveTo>
                  <a:pt x="1581150" y="3057525"/>
                </a:moveTo>
                <a:lnTo>
                  <a:pt x="1590675" y="3057525"/>
                </a:lnTo>
                <a:lnTo>
                  <a:pt x="1590675" y="3076575"/>
                </a:lnTo>
                <a:lnTo>
                  <a:pt x="1581150" y="3076575"/>
                </a:lnTo>
                <a:close/>
                <a:moveTo>
                  <a:pt x="819150" y="3067050"/>
                </a:moveTo>
                <a:lnTo>
                  <a:pt x="828675" y="3067050"/>
                </a:lnTo>
                <a:lnTo>
                  <a:pt x="828675" y="3076575"/>
                </a:lnTo>
                <a:lnTo>
                  <a:pt x="819150" y="3076575"/>
                </a:lnTo>
                <a:close/>
                <a:moveTo>
                  <a:pt x="942975" y="3067050"/>
                </a:moveTo>
                <a:lnTo>
                  <a:pt x="952500" y="3067050"/>
                </a:lnTo>
                <a:lnTo>
                  <a:pt x="952500" y="3076575"/>
                </a:lnTo>
                <a:lnTo>
                  <a:pt x="942975" y="3076575"/>
                </a:lnTo>
                <a:close/>
                <a:moveTo>
                  <a:pt x="1657350" y="3067050"/>
                </a:moveTo>
                <a:lnTo>
                  <a:pt x="1676400" y="3067050"/>
                </a:lnTo>
                <a:lnTo>
                  <a:pt x="1676400" y="3086100"/>
                </a:lnTo>
                <a:lnTo>
                  <a:pt x="1666875" y="3086100"/>
                </a:lnTo>
                <a:lnTo>
                  <a:pt x="1666875" y="3095625"/>
                </a:lnTo>
                <a:lnTo>
                  <a:pt x="1657350" y="3095625"/>
                </a:lnTo>
                <a:close/>
                <a:moveTo>
                  <a:pt x="285750" y="3076575"/>
                </a:moveTo>
                <a:lnTo>
                  <a:pt x="295275" y="3076575"/>
                </a:lnTo>
                <a:lnTo>
                  <a:pt x="295275" y="3086100"/>
                </a:lnTo>
                <a:lnTo>
                  <a:pt x="285750" y="3086100"/>
                </a:lnTo>
                <a:close/>
                <a:moveTo>
                  <a:pt x="1543050" y="3076575"/>
                </a:moveTo>
                <a:lnTo>
                  <a:pt x="1552575" y="3076575"/>
                </a:lnTo>
                <a:lnTo>
                  <a:pt x="1552575" y="3095625"/>
                </a:lnTo>
                <a:lnTo>
                  <a:pt x="1543050" y="3095625"/>
                </a:lnTo>
                <a:close/>
                <a:moveTo>
                  <a:pt x="1590675" y="3076575"/>
                </a:moveTo>
                <a:lnTo>
                  <a:pt x="1600200" y="3076575"/>
                </a:lnTo>
                <a:lnTo>
                  <a:pt x="1600200" y="3086100"/>
                </a:lnTo>
                <a:lnTo>
                  <a:pt x="1590675" y="3086100"/>
                </a:lnTo>
                <a:close/>
                <a:moveTo>
                  <a:pt x="295275" y="3086100"/>
                </a:moveTo>
                <a:lnTo>
                  <a:pt x="323850" y="3086100"/>
                </a:lnTo>
                <a:lnTo>
                  <a:pt x="323850" y="3095625"/>
                </a:lnTo>
                <a:lnTo>
                  <a:pt x="295275" y="3095625"/>
                </a:lnTo>
                <a:close/>
                <a:moveTo>
                  <a:pt x="1562100" y="3086100"/>
                </a:moveTo>
                <a:lnTo>
                  <a:pt x="1571625" y="3086100"/>
                </a:lnTo>
                <a:lnTo>
                  <a:pt x="1571625" y="3095625"/>
                </a:lnTo>
                <a:lnTo>
                  <a:pt x="1562100" y="3095625"/>
                </a:lnTo>
                <a:close/>
                <a:moveTo>
                  <a:pt x="1619250" y="3095625"/>
                </a:moveTo>
                <a:lnTo>
                  <a:pt x="1638300" y="3095625"/>
                </a:lnTo>
                <a:lnTo>
                  <a:pt x="1638300" y="3105150"/>
                </a:lnTo>
                <a:lnTo>
                  <a:pt x="1619250" y="3105150"/>
                </a:lnTo>
                <a:close/>
                <a:moveTo>
                  <a:pt x="1171575" y="3162300"/>
                </a:moveTo>
                <a:lnTo>
                  <a:pt x="1181100" y="3162300"/>
                </a:lnTo>
                <a:lnTo>
                  <a:pt x="1181100" y="3171825"/>
                </a:lnTo>
                <a:lnTo>
                  <a:pt x="1171575" y="3171825"/>
                </a:lnTo>
                <a:close/>
                <a:moveTo>
                  <a:pt x="1381125" y="3162300"/>
                </a:moveTo>
                <a:lnTo>
                  <a:pt x="1390650" y="3162300"/>
                </a:lnTo>
                <a:lnTo>
                  <a:pt x="1390650" y="3190875"/>
                </a:lnTo>
                <a:lnTo>
                  <a:pt x="1381125" y="3190875"/>
                </a:lnTo>
                <a:close/>
                <a:moveTo>
                  <a:pt x="1590675" y="3209925"/>
                </a:moveTo>
                <a:lnTo>
                  <a:pt x="1609725" y="3209925"/>
                </a:lnTo>
                <a:lnTo>
                  <a:pt x="1609725" y="3219450"/>
                </a:lnTo>
                <a:lnTo>
                  <a:pt x="1600200" y="3219450"/>
                </a:lnTo>
                <a:lnTo>
                  <a:pt x="1600200" y="3228975"/>
                </a:lnTo>
                <a:lnTo>
                  <a:pt x="1590675" y="3228975"/>
                </a:lnTo>
                <a:close/>
                <a:moveTo>
                  <a:pt x="1162050" y="3314700"/>
                </a:moveTo>
                <a:lnTo>
                  <a:pt x="1171575" y="3314700"/>
                </a:lnTo>
                <a:lnTo>
                  <a:pt x="1171575" y="3324225"/>
                </a:lnTo>
                <a:lnTo>
                  <a:pt x="1181100" y="3324225"/>
                </a:lnTo>
                <a:lnTo>
                  <a:pt x="1181100" y="3333750"/>
                </a:lnTo>
                <a:lnTo>
                  <a:pt x="1152525" y="3333750"/>
                </a:lnTo>
                <a:lnTo>
                  <a:pt x="1152525" y="3324225"/>
                </a:lnTo>
                <a:lnTo>
                  <a:pt x="1162050" y="3324225"/>
                </a:lnTo>
                <a:close/>
                <a:moveTo>
                  <a:pt x="762000" y="3324225"/>
                </a:moveTo>
                <a:lnTo>
                  <a:pt x="771525" y="3324225"/>
                </a:lnTo>
                <a:lnTo>
                  <a:pt x="771525" y="3333750"/>
                </a:lnTo>
                <a:lnTo>
                  <a:pt x="762000" y="3333750"/>
                </a:lnTo>
                <a:close/>
                <a:moveTo>
                  <a:pt x="781050" y="3324225"/>
                </a:moveTo>
                <a:lnTo>
                  <a:pt x="790575" y="3324225"/>
                </a:lnTo>
                <a:lnTo>
                  <a:pt x="790575" y="3333750"/>
                </a:lnTo>
                <a:lnTo>
                  <a:pt x="781050" y="3333750"/>
                </a:lnTo>
                <a:close/>
                <a:moveTo>
                  <a:pt x="1485900" y="3324225"/>
                </a:moveTo>
                <a:lnTo>
                  <a:pt x="1495425" y="3324225"/>
                </a:lnTo>
                <a:lnTo>
                  <a:pt x="1495425" y="3333750"/>
                </a:lnTo>
                <a:lnTo>
                  <a:pt x="1485900" y="3333750"/>
                </a:lnTo>
                <a:close/>
                <a:moveTo>
                  <a:pt x="1524000" y="3324225"/>
                </a:moveTo>
                <a:lnTo>
                  <a:pt x="1533525" y="3324225"/>
                </a:lnTo>
                <a:lnTo>
                  <a:pt x="1533525" y="3333750"/>
                </a:lnTo>
                <a:lnTo>
                  <a:pt x="1524000" y="3333750"/>
                </a:lnTo>
                <a:close/>
                <a:moveTo>
                  <a:pt x="1543050" y="3324225"/>
                </a:moveTo>
                <a:lnTo>
                  <a:pt x="1552575" y="3324225"/>
                </a:lnTo>
                <a:lnTo>
                  <a:pt x="1552575" y="3333750"/>
                </a:lnTo>
                <a:lnTo>
                  <a:pt x="1543050" y="3333750"/>
                </a:lnTo>
                <a:close/>
                <a:moveTo>
                  <a:pt x="1657350" y="3324225"/>
                </a:moveTo>
                <a:lnTo>
                  <a:pt x="1666875" y="3324225"/>
                </a:lnTo>
                <a:lnTo>
                  <a:pt x="1666875" y="3352800"/>
                </a:lnTo>
                <a:lnTo>
                  <a:pt x="1647825" y="3352800"/>
                </a:lnTo>
                <a:lnTo>
                  <a:pt x="1647825" y="3343275"/>
                </a:lnTo>
                <a:lnTo>
                  <a:pt x="1657350" y="3343275"/>
                </a:lnTo>
                <a:close/>
                <a:moveTo>
                  <a:pt x="1495425" y="3333750"/>
                </a:moveTo>
                <a:lnTo>
                  <a:pt x="1504950" y="3333750"/>
                </a:lnTo>
                <a:lnTo>
                  <a:pt x="1504950" y="3343275"/>
                </a:lnTo>
                <a:lnTo>
                  <a:pt x="1495425" y="3343275"/>
                </a:lnTo>
                <a:close/>
                <a:moveTo>
                  <a:pt x="1609725" y="3333750"/>
                </a:moveTo>
                <a:lnTo>
                  <a:pt x="1619250" y="3333750"/>
                </a:lnTo>
                <a:lnTo>
                  <a:pt x="1619250" y="3343275"/>
                </a:lnTo>
                <a:lnTo>
                  <a:pt x="1609725" y="3343275"/>
                </a:lnTo>
                <a:close/>
                <a:moveTo>
                  <a:pt x="1619250" y="3371850"/>
                </a:moveTo>
                <a:lnTo>
                  <a:pt x="1628775" y="3371850"/>
                </a:lnTo>
                <a:lnTo>
                  <a:pt x="1628775" y="3390900"/>
                </a:lnTo>
                <a:lnTo>
                  <a:pt x="1609725" y="3390900"/>
                </a:lnTo>
                <a:lnTo>
                  <a:pt x="1609725" y="3381375"/>
                </a:lnTo>
                <a:lnTo>
                  <a:pt x="1619250" y="3381375"/>
                </a:lnTo>
                <a:close/>
                <a:moveTo>
                  <a:pt x="1485900" y="3390900"/>
                </a:moveTo>
                <a:lnTo>
                  <a:pt x="1495425" y="3390900"/>
                </a:lnTo>
                <a:lnTo>
                  <a:pt x="1495425" y="3400425"/>
                </a:lnTo>
                <a:lnTo>
                  <a:pt x="1485900" y="3400425"/>
                </a:lnTo>
                <a:close/>
                <a:moveTo>
                  <a:pt x="714375" y="3409950"/>
                </a:moveTo>
                <a:lnTo>
                  <a:pt x="723900" y="3409950"/>
                </a:lnTo>
                <a:lnTo>
                  <a:pt x="723900" y="3419475"/>
                </a:lnTo>
                <a:lnTo>
                  <a:pt x="714375" y="3419475"/>
                </a:lnTo>
                <a:close/>
                <a:moveTo>
                  <a:pt x="723900" y="3419475"/>
                </a:moveTo>
                <a:lnTo>
                  <a:pt x="733425" y="3419475"/>
                </a:lnTo>
                <a:lnTo>
                  <a:pt x="733425" y="3448050"/>
                </a:lnTo>
                <a:lnTo>
                  <a:pt x="723900" y="3448050"/>
                </a:lnTo>
                <a:close/>
                <a:moveTo>
                  <a:pt x="1114425" y="3419475"/>
                </a:moveTo>
                <a:lnTo>
                  <a:pt x="1123950" y="3419475"/>
                </a:lnTo>
                <a:lnTo>
                  <a:pt x="1123950" y="3438525"/>
                </a:lnTo>
                <a:lnTo>
                  <a:pt x="1114425" y="3438525"/>
                </a:lnTo>
                <a:close/>
                <a:moveTo>
                  <a:pt x="1104900" y="3438525"/>
                </a:moveTo>
                <a:lnTo>
                  <a:pt x="1114425" y="3438525"/>
                </a:lnTo>
                <a:lnTo>
                  <a:pt x="1114425" y="3457575"/>
                </a:lnTo>
                <a:lnTo>
                  <a:pt x="1104900" y="3457575"/>
                </a:lnTo>
                <a:close/>
                <a:moveTo>
                  <a:pt x="704850" y="3448050"/>
                </a:moveTo>
                <a:lnTo>
                  <a:pt x="723900" y="3448050"/>
                </a:lnTo>
                <a:lnTo>
                  <a:pt x="723900" y="3457575"/>
                </a:lnTo>
                <a:lnTo>
                  <a:pt x="714375" y="3457575"/>
                </a:lnTo>
                <a:lnTo>
                  <a:pt x="714375" y="3467100"/>
                </a:lnTo>
                <a:lnTo>
                  <a:pt x="704850" y="3467100"/>
                </a:lnTo>
                <a:close/>
                <a:moveTo>
                  <a:pt x="1676400" y="3467100"/>
                </a:moveTo>
                <a:lnTo>
                  <a:pt x="1685925" y="3467100"/>
                </a:lnTo>
                <a:lnTo>
                  <a:pt x="1685925" y="3476625"/>
                </a:lnTo>
                <a:lnTo>
                  <a:pt x="1676400" y="3476625"/>
                </a:lnTo>
                <a:close/>
                <a:moveTo>
                  <a:pt x="695325" y="3476625"/>
                </a:moveTo>
                <a:lnTo>
                  <a:pt x="704850" y="3476625"/>
                </a:lnTo>
                <a:lnTo>
                  <a:pt x="704850" y="3495675"/>
                </a:lnTo>
                <a:lnTo>
                  <a:pt x="695325" y="3495675"/>
                </a:lnTo>
                <a:close/>
                <a:moveTo>
                  <a:pt x="1619250" y="3476625"/>
                </a:moveTo>
                <a:lnTo>
                  <a:pt x="1638300" y="3476625"/>
                </a:lnTo>
                <a:lnTo>
                  <a:pt x="1638300" y="3495675"/>
                </a:lnTo>
                <a:lnTo>
                  <a:pt x="1628775" y="3495675"/>
                </a:lnTo>
                <a:lnTo>
                  <a:pt x="1628775" y="3486150"/>
                </a:lnTo>
                <a:lnTo>
                  <a:pt x="1619250" y="3486150"/>
                </a:lnTo>
                <a:close/>
                <a:moveTo>
                  <a:pt x="1390650" y="3486150"/>
                </a:moveTo>
                <a:lnTo>
                  <a:pt x="1400175" y="3486150"/>
                </a:lnTo>
                <a:lnTo>
                  <a:pt x="1400175" y="3495675"/>
                </a:lnTo>
                <a:lnTo>
                  <a:pt x="1390650" y="3495675"/>
                </a:lnTo>
                <a:close/>
                <a:moveTo>
                  <a:pt x="1638300" y="3495675"/>
                </a:moveTo>
                <a:lnTo>
                  <a:pt x="1647825" y="3495675"/>
                </a:lnTo>
                <a:lnTo>
                  <a:pt x="1647825" y="3505200"/>
                </a:lnTo>
                <a:lnTo>
                  <a:pt x="1638300" y="3505200"/>
                </a:lnTo>
                <a:close/>
                <a:moveTo>
                  <a:pt x="666750" y="3505200"/>
                </a:moveTo>
                <a:lnTo>
                  <a:pt x="676275" y="3505200"/>
                </a:lnTo>
                <a:lnTo>
                  <a:pt x="676275" y="3514725"/>
                </a:lnTo>
                <a:lnTo>
                  <a:pt x="666750" y="3514725"/>
                </a:lnTo>
                <a:close/>
                <a:moveTo>
                  <a:pt x="1343025" y="3514725"/>
                </a:moveTo>
                <a:lnTo>
                  <a:pt x="1352550" y="3514725"/>
                </a:lnTo>
                <a:lnTo>
                  <a:pt x="1352550" y="3524250"/>
                </a:lnTo>
                <a:lnTo>
                  <a:pt x="1343025" y="3524250"/>
                </a:lnTo>
                <a:close/>
                <a:moveTo>
                  <a:pt x="590550" y="3524250"/>
                </a:moveTo>
                <a:lnTo>
                  <a:pt x="600075" y="3524250"/>
                </a:lnTo>
                <a:lnTo>
                  <a:pt x="600075" y="3533775"/>
                </a:lnTo>
                <a:lnTo>
                  <a:pt x="590550" y="3533775"/>
                </a:lnTo>
                <a:close/>
                <a:moveTo>
                  <a:pt x="1352550" y="3524250"/>
                </a:moveTo>
                <a:lnTo>
                  <a:pt x="1390650" y="3524250"/>
                </a:lnTo>
                <a:lnTo>
                  <a:pt x="1390650" y="3533775"/>
                </a:lnTo>
                <a:lnTo>
                  <a:pt x="1400175" y="3533775"/>
                </a:lnTo>
                <a:lnTo>
                  <a:pt x="1400175" y="3524250"/>
                </a:lnTo>
                <a:lnTo>
                  <a:pt x="1409700" y="3524250"/>
                </a:lnTo>
                <a:lnTo>
                  <a:pt x="1409700" y="3543300"/>
                </a:lnTo>
                <a:lnTo>
                  <a:pt x="1390650" y="3543300"/>
                </a:lnTo>
                <a:lnTo>
                  <a:pt x="1390650" y="3552825"/>
                </a:lnTo>
                <a:lnTo>
                  <a:pt x="1371600" y="3552825"/>
                </a:lnTo>
                <a:lnTo>
                  <a:pt x="1371600" y="3562350"/>
                </a:lnTo>
                <a:lnTo>
                  <a:pt x="1352550" y="3562350"/>
                </a:lnTo>
                <a:lnTo>
                  <a:pt x="1352550" y="3552825"/>
                </a:lnTo>
                <a:lnTo>
                  <a:pt x="1343025" y="3552825"/>
                </a:lnTo>
                <a:lnTo>
                  <a:pt x="1343025" y="3533775"/>
                </a:lnTo>
                <a:lnTo>
                  <a:pt x="1352550" y="3533775"/>
                </a:lnTo>
                <a:close/>
                <a:moveTo>
                  <a:pt x="1181100" y="3543300"/>
                </a:moveTo>
                <a:lnTo>
                  <a:pt x="1200150" y="3543300"/>
                </a:lnTo>
                <a:lnTo>
                  <a:pt x="1200150" y="3552825"/>
                </a:lnTo>
                <a:lnTo>
                  <a:pt x="1190625" y="3552825"/>
                </a:lnTo>
                <a:lnTo>
                  <a:pt x="1190625" y="3562350"/>
                </a:lnTo>
                <a:lnTo>
                  <a:pt x="1171575" y="3562350"/>
                </a:lnTo>
                <a:lnTo>
                  <a:pt x="1171575" y="3552825"/>
                </a:lnTo>
                <a:lnTo>
                  <a:pt x="1181100" y="3552825"/>
                </a:lnTo>
                <a:close/>
                <a:moveTo>
                  <a:pt x="1238250" y="3543300"/>
                </a:moveTo>
                <a:lnTo>
                  <a:pt x="1266825" y="3543300"/>
                </a:lnTo>
                <a:lnTo>
                  <a:pt x="1266825" y="3562350"/>
                </a:lnTo>
                <a:lnTo>
                  <a:pt x="1228725" y="3562350"/>
                </a:lnTo>
                <a:lnTo>
                  <a:pt x="1228725" y="3552825"/>
                </a:lnTo>
                <a:lnTo>
                  <a:pt x="1238250" y="3552825"/>
                </a:lnTo>
                <a:close/>
                <a:moveTo>
                  <a:pt x="504825" y="3552825"/>
                </a:moveTo>
                <a:lnTo>
                  <a:pt x="542925" y="3552825"/>
                </a:lnTo>
                <a:lnTo>
                  <a:pt x="542925" y="3562350"/>
                </a:lnTo>
                <a:lnTo>
                  <a:pt x="533400" y="3562350"/>
                </a:lnTo>
                <a:lnTo>
                  <a:pt x="533400" y="3571875"/>
                </a:lnTo>
                <a:lnTo>
                  <a:pt x="523875" y="3571875"/>
                </a:lnTo>
                <a:lnTo>
                  <a:pt x="523875" y="3562350"/>
                </a:lnTo>
                <a:lnTo>
                  <a:pt x="504825" y="3562350"/>
                </a:lnTo>
                <a:close/>
                <a:moveTo>
                  <a:pt x="571500" y="3552825"/>
                </a:moveTo>
                <a:lnTo>
                  <a:pt x="581025" y="3552825"/>
                </a:lnTo>
                <a:lnTo>
                  <a:pt x="581025" y="3562350"/>
                </a:lnTo>
                <a:lnTo>
                  <a:pt x="571500" y="3562350"/>
                </a:lnTo>
                <a:close/>
                <a:moveTo>
                  <a:pt x="800100" y="3552825"/>
                </a:moveTo>
                <a:lnTo>
                  <a:pt x="809625" y="3552825"/>
                </a:lnTo>
                <a:lnTo>
                  <a:pt x="809625" y="3562350"/>
                </a:lnTo>
                <a:lnTo>
                  <a:pt x="800100" y="3562350"/>
                </a:lnTo>
                <a:close/>
                <a:moveTo>
                  <a:pt x="1047750" y="3552825"/>
                </a:moveTo>
                <a:lnTo>
                  <a:pt x="1057275" y="3552825"/>
                </a:lnTo>
                <a:lnTo>
                  <a:pt x="1057275" y="3562350"/>
                </a:lnTo>
                <a:lnTo>
                  <a:pt x="1047750" y="3562350"/>
                </a:lnTo>
                <a:close/>
                <a:moveTo>
                  <a:pt x="1419225" y="3552825"/>
                </a:moveTo>
                <a:lnTo>
                  <a:pt x="1438275" y="3552825"/>
                </a:lnTo>
                <a:lnTo>
                  <a:pt x="1438275" y="3571875"/>
                </a:lnTo>
                <a:lnTo>
                  <a:pt x="1428750" y="3571875"/>
                </a:lnTo>
                <a:lnTo>
                  <a:pt x="1428750" y="3581400"/>
                </a:lnTo>
                <a:lnTo>
                  <a:pt x="1419225" y="3581400"/>
                </a:lnTo>
                <a:close/>
                <a:moveTo>
                  <a:pt x="428625" y="3562350"/>
                </a:moveTo>
                <a:lnTo>
                  <a:pt x="447675" y="3562350"/>
                </a:lnTo>
                <a:lnTo>
                  <a:pt x="447675" y="3581400"/>
                </a:lnTo>
                <a:lnTo>
                  <a:pt x="438150" y="3581400"/>
                </a:lnTo>
                <a:lnTo>
                  <a:pt x="438150" y="3590925"/>
                </a:lnTo>
                <a:lnTo>
                  <a:pt x="428625" y="3590925"/>
                </a:lnTo>
                <a:lnTo>
                  <a:pt x="428625" y="3581400"/>
                </a:lnTo>
                <a:lnTo>
                  <a:pt x="419100" y="3581400"/>
                </a:lnTo>
                <a:lnTo>
                  <a:pt x="419100" y="3571875"/>
                </a:lnTo>
                <a:lnTo>
                  <a:pt x="428625" y="3571875"/>
                </a:lnTo>
                <a:close/>
                <a:moveTo>
                  <a:pt x="561975" y="3562350"/>
                </a:moveTo>
                <a:lnTo>
                  <a:pt x="571500" y="3562350"/>
                </a:lnTo>
                <a:lnTo>
                  <a:pt x="571500" y="3571875"/>
                </a:lnTo>
                <a:lnTo>
                  <a:pt x="561975" y="3571875"/>
                </a:lnTo>
                <a:close/>
                <a:moveTo>
                  <a:pt x="847725" y="3562350"/>
                </a:moveTo>
                <a:lnTo>
                  <a:pt x="857250" y="3562350"/>
                </a:lnTo>
                <a:lnTo>
                  <a:pt x="857250" y="3571875"/>
                </a:lnTo>
                <a:lnTo>
                  <a:pt x="876300" y="3571875"/>
                </a:lnTo>
                <a:lnTo>
                  <a:pt x="876300" y="3590925"/>
                </a:lnTo>
                <a:lnTo>
                  <a:pt x="885825" y="3590925"/>
                </a:lnTo>
                <a:lnTo>
                  <a:pt x="885825" y="3600450"/>
                </a:lnTo>
                <a:lnTo>
                  <a:pt x="866775" y="3600450"/>
                </a:lnTo>
                <a:lnTo>
                  <a:pt x="866775" y="3590925"/>
                </a:lnTo>
                <a:lnTo>
                  <a:pt x="857250" y="3590925"/>
                </a:lnTo>
                <a:lnTo>
                  <a:pt x="857250" y="3581400"/>
                </a:lnTo>
                <a:lnTo>
                  <a:pt x="847725" y="3581400"/>
                </a:lnTo>
                <a:close/>
                <a:moveTo>
                  <a:pt x="1390650" y="3581400"/>
                </a:moveTo>
                <a:lnTo>
                  <a:pt x="1400175" y="3581400"/>
                </a:lnTo>
                <a:lnTo>
                  <a:pt x="1400175" y="3590925"/>
                </a:lnTo>
                <a:lnTo>
                  <a:pt x="1409700" y="3590925"/>
                </a:lnTo>
                <a:lnTo>
                  <a:pt x="1409700" y="3609975"/>
                </a:lnTo>
                <a:lnTo>
                  <a:pt x="1381125" y="3609975"/>
                </a:lnTo>
                <a:lnTo>
                  <a:pt x="1381125" y="3590925"/>
                </a:lnTo>
                <a:lnTo>
                  <a:pt x="1390650" y="3590925"/>
                </a:lnTo>
                <a:close/>
                <a:moveTo>
                  <a:pt x="1543050" y="3581400"/>
                </a:moveTo>
                <a:lnTo>
                  <a:pt x="1552575" y="3581400"/>
                </a:lnTo>
                <a:lnTo>
                  <a:pt x="1552575" y="3590925"/>
                </a:lnTo>
                <a:lnTo>
                  <a:pt x="1543050" y="3590925"/>
                </a:lnTo>
                <a:close/>
                <a:moveTo>
                  <a:pt x="714375" y="3590925"/>
                </a:moveTo>
                <a:lnTo>
                  <a:pt x="733425" y="3590925"/>
                </a:lnTo>
                <a:lnTo>
                  <a:pt x="733425" y="3600450"/>
                </a:lnTo>
                <a:lnTo>
                  <a:pt x="714375" y="3600450"/>
                </a:lnTo>
                <a:close/>
                <a:moveTo>
                  <a:pt x="1466850" y="3590925"/>
                </a:moveTo>
                <a:lnTo>
                  <a:pt x="1476375" y="3590925"/>
                </a:lnTo>
                <a:lnTo>
                  <a:pt x="1476375" y="3609975"/>
                </a:lnTo>
                <a:lnTo>
                  <a:pt x="1466850" y="3609975"/>
                </a:lnTo>
                <a:close/>
                <a:moveTo>
                  <a:pt x="285750" y="3600450"/>
                </a:moveTo>
                <a:lnTo>
                  <a:pt x="295275" y="3600450"/>
                </a:lnTo>
                <a:lnTo>
                  <a:pt x="295275" y="3609975"/>
                </a:lnTo>
                <a:lnTo>
                  <a:pt x="285750" y="3609975"/>
                </a:lnTo>
                <a:close/>
                <a:moveTo>
                  <a:pt x="781050" y="3600450"/>
                </a:moveTo>
                <a:lnTo>
                  <a:pt x="809625" y="3600450"/>
                </a:lnTo>
                <a:lnTo>
                  <a:pt x="809625" y="3609975"/>
                </a:lnTo>
                <a:lnTo>
                  <a:pt x="781050" y="3609975"/>
                </a:lnTo>
                <a:close/>
                <a:moveTo>
                  <a:pt x="1104900" y="3600450"/>
                </a:moveTo>
                <a:lnTo>
                  <a:pt x="1114425" y="3600450"/>
                </a:lnTo>
                <a:lnTo>
                  <a:pt x="1114425" y="3609975"/>
                </a:lnTo>
                <a:lnTo>
                  <a:pt x="1104900" y="3609975"/>
                </a:lnTo>
                <a:close/>
                <a:moveTo>
                  <a:pt x="1543050" y="3600450"/>
                </a:moveTo>
                <a:lnTo>
                  <a:pt x="1552575" y="3600450"/>
                </a:lnTo>
                <a:lnTo>
                  <a:pt x="1552575" y="3609975"/>
                </a:lnTo>
                <a:lnTo>
                  <a:pt x="1543050" y="3609975"/>
                </a:lnTo>
                <a:close/>
                <a:moveTo>
                  <a:pt x="838200" y="3609975"/>
                </a:moveTo>
                <a:lnTo>
                  <a:pt x="857250" y="3609975"/>
                </a:lnTo>
                <a:lnTo>
                  <a:pt x="857250" y="3629025"/>
                </a:lnTo>
                <a:lnTo>
                  <a:pt x="847725" y="3629025"/>
                </a:lnTo>
                <a:lnTo>
                  <a:pt x="847725" y="3638550"/>
                </a:lnTo>
                <a:lnTo>
                  <a:pt x="819150" y="3638550"/>
                </a:lnTo>
                <a:lnTo>
                  <a:pt x="819150" y="3629025"/>
                </a:lnTo>
                <a:lnTo>
                  <a:pt x="828675" y="3629025"/>
                </a:lnTo>
                <a:lnTo>
                  <a:pt x="828675" y="3619500"/>
                </a:lnTo>
                <a:lnTo>
                  <a:pt x="838200" y="3619500"/>
                </a:lnTo>
                <a:close/>
                <a:moveTo>
                  <a:pt x="1028700" y="3619500"/>
                </a:moveTo>
                <a:lnTo>
                  <a:pt x="1038225" y="3619500"/>
                </a:lnTo>
                <a:lnTo>
                  <a:pt x="1038225" y="3629025"/>
                </a:lnTo>
                <a:lnTo>
                  <a:pt x="1028700" y="3629025"/>
                </a:lnTo>
                <a:close/>
                <a:moveTo>
                  <a:pt x="1047750" y="3619500"/>
                </a:moveTo>
                <a:lnTo>
                  <a:pt x="1057275" y="3619500"/>
                </a:lnTo>
                <a:lnTo>
                  <a:pt x="1057275" y="3629025"/>
                </a:lnTo>
                <a:lnTo>
                  <a:pt x="1047750" y="3629025"/>
                </a:lnTo>
                <a:close/>
                <a:moveTo>
                  <a:pt x="1543050" y="3619500"/>
                </a:moveTo>
                <a:lnTo>
                  <a:pt x="1571625" y="3619500"/>
                </a:lnTo>
                <a:lnTo>
                  <a:pt x="1571625" y="3629025"/>
                </a:lnTo>
                <a:lnTo>
                  <a:pt x="1543050" y="3629025"/>
                </a:lnTo>
                <a:close/>
                <a:moveTo>
                  <a:pt x="400050" y="3629025"/>
                </a:moveTo>
                <a:lnTo>
                  <a:pt x="409575" y="3629025"/>
                </a:lnTo>
                <a:lnTo>
                  <a:pt x="409575" y="3638550"/>
                </a:lnTo>
                <a:lnTo>
                  <a:pt x="400050" y="3638550"/>
                </a:lnTo>
                <a:close/>
                <a:moveTo>
                  <a:pt x="476250" y="3629025"/>
                </a:moveTo>
                <a:lnTo>
                  <a:pt x="495300" y="3629025"/>
                </a:lnTo>
                <a:lnTo>
                  <a:pt x="495300" y="3648075"/>
                </a:lnTo>
                <a:lnTo>
                  <a:pt x="476250" y="3648075"/>
                </a:lnTo>
                <a:close/>
                <a:moveTo>
                  <a:pt x="533400" y="3629025"/>
                </a:moveTo>
                <a:lnTo>
                  <a:pt x="542925" y="3629025"/>
                </a:lnTo>
                <a:lnTo>
                  <a:pt x="542925" y="3638550"/>
                </a:lnTo>
                <a:lnTo>
                  <a:pt x="533400" y="3638550"/>
                </a:lnTo>
                <a:close/>
              </a:path>
            </a:pathLst>
          </a:custGeom>
          <a:solidFill xmlns:a="http://schemas.openxmlformats.org/drawingml/2006/main">
            <a:srgbClr val="F4EDE2"/>
          </a:solidFill>
          <a:ln xmlns:a="http://schemas.openxmlformats.org/drawingml/2006/main" w="0">
            <a:noFill/>
          </a:ln>
        </p:spPr>
      </p:sp>
      <p:sp>
        <p:nvSpPr>
          <p:cNvPr id="17" name="dashboard vector #f3ede2">
            <a:extLst xmlns:a="http://schemas.openxmlformats.org/drawingml/2006/main">
              <a:ext uri="{FF2B5EF4-FFF2-40B4-BE49-F238E27FC236}">
                <a16:creationId xmlns:a16="http://schemas.microsoft.com/office/drawing/2014/main" id="{FCE5C5EE-8779-48EE-B773-AC778AC22A2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14400" y="1447800"/>
            <a:ext cx="2171700" cy="4467225"/>
          </a:xfrm>
          <a:custGeom xmlns:a="http://schemas.openxmlformats.org/drawingml/2006/main">
            <a:pathLst>
              <a:path w="1838325" h="3790950">
                <a:moveTo>
                  <a:pt x="57150" y="28575"/>
                </a:moveTo>
                <a:lnTo>
                  <a:pt x="95250" y="28575"/>
                </a:lnTo>
                <a:lnTo>
                  <a:pt x="95250" y="38100"/>
                </a:lnTo>
                <a:lnTo>
                  <a:pt x="76200" y="38100"/>
                </a:lnTo>
                <a:lnTo>
                  <a:pt x="76200" y="47625"/>
                </a:lnTo>
                <a:lnTo>
                  <a:pt x="57150" y="47625"/>
                </a:lnTo>
                <a:close/>
                <a:moveTo>
                  <a:pt x="19050" y="57150"/>
                </a:moveTo>
                <a:lnTo>
                  <a:pt x="38100" y="57150"/>
                </a:lnTo>
                <a:lnTo>
                  <a:pt x="38100" y="66675"/>
                </a:lnTo>
                <a:lnTo>
                  <a:pt x="19050" y="66675"/>
                </a:lnTo>
                <a:close/>
                <a:moveTo>
                  <a:pt x="1428750" y="142875"/>
                </a:moveTo>
                <a:lnTo>
                  <a:pt x="1438275" y="142875"/>
                </a:lnTo>
                <a:lnTo>
                  <a:pt x="1438275" y="152400"/>
                </a:lnTo>
                <a:lnTo>
                  <a:pt x="1428750" y="152400"/>
                </a:lnTo>
                <a:close/>
                <a:moveTo>
                  <a:pt x="1257300" y="257175"/>
                </a:moveTo>
                <a:lnTo>
                  <a:pt x="1266825" y="257175"/>
                </a:lnTo>
                <a:lnTo>
                  <a:pt x="1266825" y="266700"/>
                </a:lnTo>
                <a:lnTo>
                  <a:pt x="1257300" y="266700"/>
                </a:lnTo>
                <a:close/>
                <a:moveTo>
                  <a:pt x="1228725" y="266700"/>
                </a:moveTo>
                <a:lnTo>
                  <a:pt x="1247775" y="266700"/>
                </a:lnTo>
                <a:lnTo>
                  <a:pt x="1247775" y="285750"/>
                </a:lnTo>
                <a:lnTo>
                  <a:pt x="1219200" y="285750"/>
                </a:lnTo>
                <a:lnTo>
                  <a:pt x="1219200" y="276225"/>
                </a:lnTo>
                <a:lnTo>
                  <a:pt x="1228725" y="276225"/>
                </a:lnTo>
                <a:close/>
                <a:moveTo>
                  <a:pt x="1209675" y="285750"/>
                </a:moveTo>
                <a:lnTo>
                  <a:pt x="1219200" y="285750"/>
                </a:lnTo>
                <a:lnTo>
                  <a:pt x="1219200" y="295275"/>
                </a:lnTo>
                <a:lnTo>
                  <a:pt x="1209675" y="295275"/>
                </a:lnTo>
                <a:close/>
                <a:moveTo>
                  <a:pt x="1323975" y="285750"/>
                </a:moveTo>
                <a:lnTo>
                  <a:pt x="1333500" y="285750"/>
                </a:lnTo>
                <a:lnTo>
                  <a:pt x="1333500" y="295275"/>
                </a:lnTo>
                <a:lnTo>
                  <a:pt x="1323975" y="295275"/>
                </a:lnTo>
                <a:close/>
                <a:moveTo>
                  <a:pt x="1190625" y="295275"/>
                </a:moveTo>
                <a:lnTo>
                  <a:pt x="1200150" y="295275"/>
                </a:lnTo>
                <a:lnTo>
                  <a:pt x="1200150" y="304800"/>
                </a:lnTo>
                <a:lnTo>
                  <a:pt x="1190625" y="304800"/>
                </a:lnTo>
                <a:close/>
                <a:moveTo>
                  <a:pt x="1419225" y="295275"/>
                </a:moveTo>
                <a:lnTo>
                  <a:pt x="1438275" y="295275"/>
                </a:lnTo>
                <a:lnTo>
                  <a:pt x="1438275" y="304800"/>
                </a:lnTo>
                <a:lnTo>
                  <a:pt x="1428750" y="304800"/>
                </a:lnTo>
                <a:lnTo>
                  <a:pt x="1428750" y="314325"/>
                </a:lnTo>
                <a:lnTo>
                  <a:pt x="1419225" y="314325"/>
                </a:lnTo>
                <a:close/>
                <a:moveTo>
                  <a:pt x="1562100" y="304800"/>
                </a:moveTo>
                <a:lnTo>
                  <a:pt x="1571625" y="304800"/>
                </a:lnTo>
                <a:lnTo>
                  <a:pt x="1571625" y="314325"/>
                </a:lnTo>
                <a:lnTo>
                  <a:pt x="1562100" y="314325"/>
                </a:lnTo>
                <a:close/>
                <a:moveTo>
                  <a:pt x="1409700" y="314325"/>
                </a:moveTo>
                <a:lnTo>
                  <a:pt x="1419225" y="314325"/>
                </a:lnTo>
                <a:lnTo>
                  <a:pt x="1419225" y="323850"/>
                </a:lnTo>
                <a:lnTo>
                  <a:pt x="1409700" y="323850"/>
                </a:lnTo>
                <a:close/>
                <a:moveTo>
                  <a:pt x="1076325" y="333375"/>
                </a:moveTo>
                <a:lnTo>
                  <a:pt x="1085850" y="333375"/>
                </a:lnTo>
                <a:lnTo>
                  <a:pt x="1085850" y="342900"/>
                </a:lnTo>
                <a:lnTo>
                  <a:pt x="1076325" y="342900"/>
                </a:lnTo>
                <a:close/>
                <a:moveTo>
                  <a:pt x="209550" y="381000"/>
                </a:moveTo>
                <a:lnTo>
                  <a:pt x="219075" y="381000"/>
                </a:lnTo>
                <a:lnTo>
                  <a:pt x="219075" y="390525"/>
                </a:lnTo>
                <a:lnTo>
                  <a:pt x="209550" y="390525"/>
                </a:lnTo>
                <a:close/>
                <a:moveTo>
                  <a:pt x="914400" y="390525"/>
                </a:moveTo>
                <a:lnTo>
                  <a:pt x="923925" y="390525"/>
                </a:lnTo>
                <a:lnTo>
                  <a:pt x="923925" y="400050"/>
                </a:lnTo>
                <a:lnTo>
                  <a:pt x="933450" y="400050"/>
                </a:lnTo>
                <a:lnTo>
                  <a:pt x="933450" y="409575"/>
                </a:lnTo>
                <a:lnTo>
                  <a:pt x="914400" y="409575"/>
                </a:lnTo>
                <a:close/>
                <a:moveTo>
                  <a:pt x="152400" y="400050"/>
                </a:moveTo>
                <a:lnTo>
                  <a:pt x="161925" y="400050"/>
                </a:lnTo>
                <a:lnTo>
                  <a:pt x="161925" y="409575"/>
                </a:lnTo>
                <a:lnTo>
                  <a:pt x="152400" y="409575"/>
                </a:lnTo>
                <a:close/>
                <a:moveTo>
                  <a:pt x="962025" y="400050"/>
                </a:moveTo>
                <a:lnTo>
                  <a:pt x="971550" y="400050"/>
                </a:lnTo>
                <a:lnTo>
                  <a:pt x="971550" y="409575"/>
                </a:lnTo>
                <a:lnTo>
                  <a:pt x="962025" y="409575"/>
                </a:lnTo>
                <a:close/>
                <a:moveTo>
                  <a:pt x="1666875" y="419100"/>
                </a:moveTo>
                <a:lnTo>
                  <a:pt x="1676400" y="419100"/>
                </a:lnTo>
                <a:lnTo>
                  <a:pt x="1676400" y="438150"/>
                </a:lnTo>
                <a:lnTo>
                  <a:pt x="1666875" y="438150"/>
                </a:lnTo>
                <a:close/>
                <a:moveTo>
                  <a:pt x="114300" y="428625"/>
                </a:moveTo>
                <a:lnTo>
                  <a:pt x="123825" y="428625"/>
                </a:lnTo>
                <a:lnTo>
                  <a:pt x="123825" y="447675"/>
                </a:lnTo>
                <a:lnTo>
                  <a:pt x="114300" y="447675"/>
                </a:lnTo>
                <a:close/>
                <a:moveTo>
                  <a:pt x="962025" y="457200"/>
                </a:moveTo>
                <a:lnTo>
                  <a:pt x="981075" y="457200"/>
                </a:lnTo>
                <a:lnTo>
                  <a:pt x="981075" y="466725"/>
                </a:lnTo>
                <a:lnTo>
                  <a:pt x="962025" y="466725"/>
                </a:lnTo>
                <a:close/>
                <a:moveTo>
                  <a:pt x="304800" y="476250"/>
                </a:moveTo>
                <a:lnTo>
                  <a:pt x="323850" y="476250"/>
                </a:lnTo>
                <a:lnTo>
                  <a:pt x="323850" y="485775"/>
                </a:lnTo>
                <a:lnTo>
                  <a:pt x="314325" y="485775"/>
                </a:lnTo>
                <a:lnTo>
                  <a:pt x="314325" y="504825"/>
                </a:lnTo>
                <a:lnTo>
                  <a:pt x="304800" y="504825"/>
                </a:lnTo>
                <a:lnTo>
                  <a:pt x="304800" y="495300"/>
                </a:lnTo>
                <a:lnTo>
                  <a:pt x="295275" y="495300"/>
                </a:lnTo>
                <a:lnTo>
                  <a:pt x="295275" y="485775"/>
                </a:lnTo>
                <a:lnTo>
                  <a:pt x="304800" y="485775"/>
                </a:lnTo>
                <a:close/>
                <a:moveTo>
                  <a:pt x="1076325" y="476250"/>
                </a:moveTo>
                <a:lnTo>
                  <a:pt x="1085850" y="476250"/>
                </a:lnTo>
                <a:lnTo>
                  <a:pt x="1085850" y="485775"/>
                </a:lnTo>
                <a:lnTo>
                  <a:pt x="1076325" y="485775"/>
                </a:lnTo>
                <a:close/>
                <a:moveTo>
                  <a:pt x="1076325" y="495300"/>
                </a:moveTo>
                <a:lnTo>
                  <a:pt x="1085850" y="495300"/>
                </a:lnTo>
                <a:lnTo>
                  <a:pt x="1085850" y="504825"/>
                </a:lnTo>
                <a:lnTo>
                  <a:pt x="1076325" y="504825"/>
                </a:lnTo>
                <a:close/>
                <a:moveTo>
                  <a:pt x="142875" y="504825"/>
                </a:moveTo>
                <a:lnTo>
                  <a:pt x="171450" y="504825"/>
                </a:lnTo>
                <a:lnTo>
                  <a:pt x="171450" y="514350"/>
                </a:lnTo>
                <a:lnTo>
                  <a:pt x="142875" y="514350"/>
                </a:lnTo>
                <a:close/>
                <a:moveTo>
                  <a:pt x="1057275" y="514350"/>
                </a:moveTo>
                <a:lnTo>
                  <a:pt x="1076325" y="514350"/>
                </a:lnTo>
                <a:lnTo>
                  <a:pt x="1076325" y="523875"/>
                </a:lnTo>
                <a:lnTo>
                  <a:pt x="1057275" y="523875"/>
                </a:lnTo>
                <a:close/>
                <a:moveTo>
                  <a:pt x="247650" y="542925"/>
                </a:moveTo>
                <a:lnTo>
                  <a:pt x="257175" y="542925"/>
                </a:lnTo>
                <a:lnTo>
                  <a:pt x="257175" y="552450"/>
                </a:lnTo>
                <a:lnTo>
                  <a:pt x="247650" y="552450"/>
                </a:lnTo>
                <a:close/>
                <a:moveTo>
                  <a:pt x="304800" y="542925"/>
                </a:moveTo>
                <a:lnTo>
                  <a:pt x="314325" y="542925"/>
                </a:lnTo>
                <a:lnTo>
                  <a:pt x="314325" y="552450"/>
                </a:lnTo>
                <a:lnTo>
                  <a:pt x="304800" y="552450"/>
                </a:lnTo>
                <a:close/>
                <a:moveTo>
                  <a:pt x="295275" y="561975"/>
                </a:moveTo>
                <a:lnTo>
                  <a:pt x="304800" y="561975"/>
                </a:lnTo>
                <a:lnTo>
                  <a:pt x="304800" y="571500"/>
                </a:lnTo>
                <a:lnTo>
                  <a:pt x="295275" y="571500"/>
                </a:lnTo>
                <a:close/>
                <a:moveTo>
                  <a:pt x="1076325" y="561975"/>
                </a:moveTo>
                <a:lnTo>
                  <a:pt x="1085850" y="561975"/>
                </a:lnTo>
                <a:lnTo>
                  <a:pt x="1085850" y="571500"/>
                </a:lnTo>
                <a:lnTo>
                  <a:pt x="1076325" y="571500"/>
                </a:lnTo>
                <a:close/>
                <a:moveTo>
                  <a:pt x="1066800" y="590550"/>
                </a:moveTo>
                <a:lnTo>
                  <a:pt x="1076325" y="590550"/>
                </a:lnTo>
                <a:lnTo>
                  <a:pt x="1076325" y="600075"/>
                </a:lnTo>
                <a:lnTo>
                  <a:pt x="1066800" y="600075"/>
                </a:lnTo>
                <a:close/>
                <a:moveTo>
                  <a:pt x="1685925" y="590550"/>
                </a:moveTo>
                <a:lnTo>
                  <a:pt x="1695450" y="590550"/>
                </a:lnTo>
                <a:lnTo>
                  <a:pt x="1695450" y="600075"/>
                </a:lnTo>
                <a:lnTo>
                  <a:pt x="1685925" y="600075"/>
                </a:lnTo>
                <a:close/>
                <a:moveTo>
                  <a:pt x="1457325" y="609600"/>
                </a:moveTo>
                <a:lnTo>
                  <a:pt x="1485900" y="609600"/>
                </a:lnTo>
                <a:lnTo>
                  <a:pt x="1485900" y="619125"/>
                </a:lnTo>
                <a:lnTo>
                  <a:pt x="1457325" y="619125"/>
                </a:lnTo>
                <a:close/>
                <a:moveTo>
                  <a:pt x="1152525" y="628650"/>
                </a:moveTo>
                <a:lnTo>
                  <a:pt x="1162050" y="628650"/>
                </a:lnTo>
                <a:lnTo>
                  <a:pt x="1162050" y="638175"/>
                </a:lnTo>
                <a:lnTo>
                  <a:pt x="1152525" y="638175"/>
                </a:lnTo>
                <a:close/>
                <a:moveTo>
                  <a:pt x="1514475" y="628650"/>
                </a:moveTo>
                <a:lnTo>
                  <a:pt x="1524000" y="628650"/>
                </a:lnTo>
                <a:lnTo>
                  <a:pt x="1524000" y="638175"/>
                </a:lnTo>
                <a:lnTo>
                  <a:pt x="1514475" y="638175"/>
                </a:lnTo>
                <a:close/>
                <a:moveTo>
                  <a:pt x="1571625" y="628650"/>
                </a:moveTo>
                <a:lnTo>
                  <a:pt x="1581150" y="628650"/>
                </a:lnTo>
                <a:lnTo>
                  <a:pt x="1581150" y="638175"/>
                </a:lnTo>
                <a:lnTo>
                  <a:pt x="1571625" y="638175"/>
                </a:lnTo>
                <a:close/>
                <a:moveTo>
                  <a:pt x="1057275" y="638175"/>
                </a:moveTo>
                <a:lnTo>
                  <a:pt x="1085850" y="638175"/>
                </a:lnTo>
                <a:lnTo>
                  <a:pt x="1085850" y="647700"/>
                </a:lnTo>
                <a:lnTo>
                  <a:pt x="1057275" y="647700"/>
                </a:lnTo>
                <a:close/>
                <a:moveTo>
                  <a:pt x="1562100" y="638175"/>
                </a:moveTo>
                <a:lnTo>
                  <a:pt x="1571625" y="638175"/>
                </a:lnTo>
                <a:lnTo>
                  <a:pt x="1571625" y="647700"/>
                </a:lnTo>
                <a:lnTo>
                  <a:pt x="1562100" y="647700"/>
                </a:lnTo>
                <a:close/>
                <a:moveTo>
                  <a:pt x="1143000" y="647700"/>
                </a:moveTo>
                <a:lnTo>
                  <a:pt x="1171575" y="647700"/>
                </a:lnTo>
                <a:lnTo>
                  <a:pt x="1171575" y="657225"/>
                </a:lnTo>
                <a:lnTo>
                  <a:pt x="1143000" y="657225"/>
                </a:lnTo>
                <a:close/>
                <a:moveTo>
                  <a:pt x="1295400" y="723900"/>
                </a:moveTo>
                <a:lnTo>
                  <a:pt x="1314450" y="723900"/>
                </a:lnTo>
                <a:lnTo>
                  <a:pt x="1314450" y="733425"/>
                </a:lnTo>
                <a:lnTo>
                  <a:pt x="1295400" y="733425"/>
                </a:lnTo>
                <a:close/>
                <a:moveTo>
                  <a:pt x="1323975" y="723900"/>
                </a:moveTo>
                <a:lnTo>
                  <a:pt x="1362075" y="723900"/>
                </a:lnTo>
                <a:lnTo>
                  <a:pt x="1362075" y="733425"/>
                </a:lnTo>
                <a:lnTo>
                  <a:pt x="1352550" y="733425"/>
                </a:lnTo>
                <a:lnTo>
                  <a:pt x="1352550" y="742950"/>
                </a:lnTo>
                <a:lnTo>
                  <a:pt x="1343025" y="742950"/>
                </a:lnTo>
                <a:lnTo>
                  <a:pt x="1343025" y="752475"/>
                </a:lnTo>
                <a:lnTo>
                  <a:pt x="1323975" y="752475"/>
                </a:lnTo>
                <a:lnTo>
                  <a:pt x="1323975" y="781050"/>
                </a:lnTo>
                <a:lnTo>
                  <a:pt x="1304925" y="781050"/>
                </a:lnTo>
                <a:lnTo>
                  <a:pt x="1304925" y="742950"/>
                </a:lnTo>
                <a:lnTo>
                  <a:pt x="1323975" y="742950"/>
                </a:lnTo>
                <a:close/>
                <a:moveTo>
                  <a:pt x="1390650" y="723900"/>
                </a:moveTo>
                <a:lnTo>
                  <a:pt x="1400175" y="723900"/>
                </a:lnTo>
                <a:lnTo>
                  <a:pt x="1400175" y="733425"/>
                </a:lnTo>
                <a:lnTo>
                  <a:pt x="1390650" y="733425"/>
                </a:lnTo>
                <a:close/>
                <a:moveTo>
                  <a:pt x="1276350" y="733425"/>
                </a:moveTo>
                <a:lnTo>
                  <a:pt x="1295400" y="733425"/>
                </a:lnTo>
                <a:lnTo>
                  <a:pt x="1295400" y="742950"/>
                </a:lnTo>
                <a:lnTo>
                  <a:pt x="1276350" y="742950"/>
                </a:lnTo>
                <a:close/>
                <a:moveTo>
                  <a:pt x="876300" y="752475"/>
                </a:moveTo>
                <a:lnTo>
                  <a:pt x="895350" y="752475"/>
                </a:lnTo>
                <a:lnTo>
                  <a:pt x="895350" y="762000"/>
                </a:lnTo>
                <a:lnTo>
                  <a:pt x="904875" y="762000"/>
                </a:lnTo>
                <a:lnTo>
                  <a:pt x="904875" y="752475"/>
                </a:lnTo>
                <a:lnTo>
                  <a:pt x="923925" y="752475"/>
                </a:lnTo>
                <a:lnTo>
                  <a:pt x="923925" y="781050"/>
                </a:lnTo>
                <a:lnTo>
                  <a:pt x="895350" y="781050"/>
                </a:lnTo>
                <a:lnTo>
                  <a:pt x="895350" y="771525"/>
                </a:lnTo>
                <a:lnTo>
                  <a:pt x="885825" y="771525"/>
                </a:lnTo>
                <a:lnTo>
                  <a:pt x="885825" y="762000"/>
                </a:lnTo>
                <a:lnTo>
                  <a:pt x="876300" y="762000"/>
                </a:lnTo>
                <a:close/>
                <a:moveTo>
                  <a:pt x="1009650" y="762000"/>
                </a:moveTo>
                <a:lnTo>
                  <a:pt x="1047750" y="762000"/>
                </a:lnTo>
                <a:lnTo>
                  <a:pt x="1047750" y="771525"/>
                </a:lnTo>
                <a:lnTo>
                  <a:pt x="1038225" y="771525"/>
                </a:lnTo>
                <a:lnTo>
                  <a:pt x="1038225" y="781050"/>
                </a:lnTo>
                <a:lnTo>
                  <a:pt x="1019175" y="781050"/>
                </a:lnTo>
                <a:lnTo>
                  <a:pt x="1019175" y="771525"/>
                </a:lnTo>
                <a:lnTo>
                  <a:pt x="1009650" y="771525"/>
                </a:lnTo>
                <a:close/>
                <a:moveTo>
                  <a:pt x="1371600" y="762000"/>
                </a:moveTo>
                <a:lnTo>
                  <a:pt x="1390650" y="762000"/>
                </a:lnTo>
                <a:lnTo>
                  <a:pt x="1390650" y="771525"/>
                </a:lnTo>
                <a:lnTo>
                  <a:pt x="1400175" y="771525"/>
                </a:lnTo>
                <a:lnTo>
                  <a:pt x="1400175" y="781050"/>
                </a:lnTo>
                <a:lnTo>
                  <a:pt x="1371600" y="781050"/>
                </a:lnTo>
                <a:close/>
                <a:moveTo>
                  <a:pt x="1162050" y="771525"/>
                </a:moveTo>
                <a:lnTo>
                  <a:pt x="1171575" y="771525"/>
                </a:lnTo>
                <a:lnTo>
                  <a:pt x="1171575" y="781050"/>
                </a:lnTo>
                <a:lnTo>
                  <a:pt x="1162050" y="781050"/>
                </a:lnTo>
                <a:close/>
                <a:moveTo>
                  <a:pt x="1181100" y="771525"/>
                </a:moveTo>
                <a:lnTo>
                  <a:pt x="1190625" y="771525"/>
                </a:lnTo>
                <a:lnTo>
                  <a:pt x="1190625" y="781050"/>
                </a:lnTo>
                <a:lnTo>
                  <a:pt x="1181100" y="781050"/>
                </a:lnTo>
                <a:close/>
                <a:moveTo>
                  <a:pt x="1333500" y="771525"/>
                </a:moveTo>
                <a:lnTo>
                  <a:pt x="1352550" y="771525"/>
                </a:lnTo>
                <a:lnTo>
                  <a:pt x="1352550" y="781050"/>
                </a:lnTo>
                <a:lnTo>
                  <a:pt x="1333500" y="781050"/>
                </a:lnTo>
                <a:close/>
                <a:moveTo>
                  <a:pt x="1438275" y="771525"/>
                </a:moveTo>
                <a:lnTo>
                  <a:pt x="1447800" y="771525"/>
                </a:lnTo>
                <a:lnTo>
                  <a:pt x="1447800" y="781050"/>
                </a:lnTo>
                <a:lnTo>
                  <a:pt x="1438275" y="781050"/>
                </a:lnTo>
                <a:close/>
                <a:moveTo>
                  <a:pt x="1543050" y="771525"/>
                </a:moveTo>
                <a:lnTo>
                  <a:pt x="1562100" y="771525"/>
                </a:lnTo>
                <a:lnTo>
                  <a:pt x="1562100" y="781050"/>
                </a:lnTo>
                <a:lnTo>
                  <a:pt x="1552575" y="781050"/>
                </a:lnTo>
                <a:lnTo>
                  <a:pt x="1552575" y="790575"/>
                </a:lnTo>
                <a:lnTo>
                  <a:pt x="1543050" y="790575"/>
                </a:lnTo>
                <a:close/>
                <a:moveTo>
                  <a:pt x="981075" y="809625"/>
                </a:moveTo>
                <a:lnTo>
                  <a:pt x="990600" y="809625"/>
                </a:lnTo>
                <a:lnTo>
                  <a:pt x="990600" y="819150"/>
                </a:lnTo>
                <a:lnTo>
                  <a:pt x="981075" y="819150"/>
                </a:lnTo>
                <a:close/>
                <a:moveTo>
                  <a:pt x="1019175" y="809625"/>
                </a:moveTo>
                <a:lnTo>
                  <a:pt x="1047750" y="809625"/>
                </a:lnTo>
                <a:lnTo>
                  <a:pt x="1047750" y="819150"/>
                </a:lnTo>
                <a:lnTo>
                  <a:pt x="1019175" y="819150"/>
                </a:lnTo>
                <a:close/>
                <a:moveTo>
                  <a:pt x="1066800" y="809625"/>
                </a:moveTo>
                <a:lnTo>
                  <a:pt x="1085850" y="809625"/>
                </a:lnTo>
                <a:lnTo>
                  <a:pt x="1085850" y="819150"/>
                </a:lnTo>
                <a:lnTo>
                  <a:pt x="1076325" y="819150"/>
                </a:lnTo>
                <a:lnTo>
                  <a:pt x="1076325" y="828675"/>
                </a:lnTo>
                <a:lnTo>
                  <a:pt x="1066800" y="828675"/>
                </a:lnTo>
                <a:close/>
                <a:moveTo>
                  <a:pt x="1638300" y="828675"/>
                </a:moveTo>
                <a:lnTo>
                  <a:pt x="1647825" y="828675"/>
                </a:lnTo>
                <a:lnTo>
                  <a:pt x="1647825" y="838200"/>
                </a:lnTo>
                <a:lnTo>
                  <a:pt x="1638300" y="838200"/>
                </a:lnTo>
                <a:close/>
                <a:moveTo>
                  <a:pt x="866775" y="847725"/>
                </a:moveTo>
                <a:lnTo>
                  <a:pt x="895350" y="847725"/>
                </a:lnTo>
                <a:lnTo>
                  <a:pt x="895350" y="857250"/>
                </a:lnTo>
                <a:lnTo>
                  <a:pt x="876300" y="857250"/>
                </a:lnTo>
                <a:lnTo>
                  <a:pt x="876300" y="876300"/>
                </a:lnTo>
                <a:lnTo>
                  <a:pt x="866775" y="876300"/>
                </a:lnTo>
                <a:lnTo>
                  <a:pt x="866775" y="866775"/>
                </a:lnTo>
                <a:lnTo>
                  <a:pt x="857250" y="866775"/>
                </a:lnTo>
                <a:lnTo>
                  <a:pt x="857250" y="857250"/>
                </a:lnTo>
                <a:lnTo>
                  <a:pt x="866775" y="857250"/>
                </a:lnTo>
                <a:close/>
                <a:moveTo>
                  <a:pt x="1076325" y="847725"/>
                </a:moveTo>
                <a:lnTo>
                  <a:pt x="1085850" y="847725"/>
                </a:lnTo>
                <a:lnTo>
                  <a:pt x="1085850" y="857250"/>
                </a:lnTo>
                <a:lnTo>
                  <a:pt x="1095375" y="857250"/>
                </a:lnTo>
                <a:lnTo>
                  <a:pt x="1095375" y="876300"/>
                </a:lnTo>
                <a:lnTo>
                  <a:pt x="1066800" y="876300"/>
                </a:lnTo>
                <a:lnTo>
                  <a:pt x="1066800" y="904875"/>
                </a:lnTo>
                <a:lnTo>
                  <a:pt x="1057275" y="904875"/>
                </a:lnTo>
                <a:lnTo>
                  <a:pt x="1057275" y="914400"/>
                </a:lnTo>
                <a:lnTo>
                  <a:pt x="1047750" y="914400"/>
                </a:lnTo>
                <a:lnTo>
                  <a:pt x="1047750" y="904875"/>
                </a:lnTo>
                <a:lnTo>
                  <a:pt x="1038225" y="904875"/>
                </a:lnTo>
                <a:lnTo>
                  <a:pt x="1038225" y="895350"/>
                </a:lnTo>
                <a:lnTo>
                  <a:pt x="1047750" y="895350"/>
                </a:lnTo>
                <a:lnTo>
                  <a:pt x="1047750" y="885825"/>
                </a:lnTo>
                <a:lnTo>
                  <a:pt x="1038225" y="885825"/>
                </a:lnTo>
                <a:lnTo>
                  <a:pt x="1038225" y="866775"/>
                </a:lnTo>
                <a:lnTo>
                  <a:pt x="1047750" y="866775"/>
                </a:lnTo>
                <a:lnTo>
                  <a:pt x="1047750" y="876300"/>
                </a:lnTo>
                <a:lnTo>
                  <a:pt x="1057275" y="876300"/>
                </a:lnTo>
                <a:lnTo>
                  <a:pt x="1057275" y="866775"/>
                </a:lnTo>
                <a:lnTo>
                  <a:pt x="1066800" y="866775"/>
                </a:lnTo>
                <a:lnTo>
                  <a:pt x="1066800" y="857250"/>
                </a:lnTo>
                <a:lnTo>
                  <a:pt x="1076325" y="857250"/>
                </a:lnTo>
                <a:close/>
                <a:moveTo>
                  <a:pt x="1628775" y="857250"/>
                </a:moveTo>
                <a:lnTo>
                  <a:pt x="1638300" y="857250"/>
                </a:lnTo>
                <a:lnTo>
                  <a:pt x="1638300" y="876300"/>
                </a:lnTo>
                <a:lnTo>
                  <a:pt x="1628775" y="876300"/>
                </a:lnTo>
                <a:close/>
                <a:moveTo>
                  <a:pt x="180975" y="866775"/>
                </a:moveTo>
                <a:lnTo>
                  <a:pt x="190500" y="866775"/>
                </a:lnTo>
                <a:lnTo>
                  <a:pt x="190500" y="885825"/>
                </a:lnTo>
                <a:lnTo>
                  <a:pt x="171450" y="885825"/>
                </a:lnTo>
                <a:lnTo>
                  <a:pt x="171450" y="876300"/>
                </a:lnTo>
                <a:lnTo>
                  <a:pt x="180975" y="876300"/>
                </a:lnTo>
                <a:close/>
                <a:moveTo>
                  <a:pt x="685800" y="914400"/>
                </a:moveTo>
                <a:lnTo>
                  <a:pt x="695325" y="914400"/>
                </a:lnTo>
                <a:lnTo>
                  <a:pt x="695325" y="923925"/>
                </a:lnTo>
                <a:lnTo>
                  <a:pt x="685800" y="923925"/>
                </a:lnTo>
                <a:close/>
                <a:moveTo>
                  <a:pt x="657225" y="981075"/>
                </a:moveTo>
                <a:lnTo>
                  <a:pt x="666750" y="981075"/>
                </a:lnTo>
                <a:lnTo>
                  <a:pt x="666750" y="1000125"/>
                </a:lnTo>
                <a:lnTo>
                  <a:pt x="657225" y="1000125"/>
                </a:lnTo>
                <a:lnTo>
                  <a:pt x="657225" y="1009650"/>
                </a:lnTo>
                <a:lnTo>
                  <a:pt x="647700" y="1009650"/>
                </a:lnTo>
                <a:lnTo>
                  <a:pt x="647700" y="990600"/>
                </a:lnTo>
                <a:lnTo>
                  <a:pt x="657225" y="990600"/>
                </a:lnTo>
                <a:close/>
                <a:moveTo>
                  <a:pt x="466725" y="1028700"/>
                </a:moveTo>
                <a:lnTo>
                  <a:pt x="476250" y="1028700"/>
                </a:lnTo>
                <a:lnTo>
                  <a:pt x="476250" y="1038225"/>
                </a:lnTo>
                <a:lnTo>
                  <a:pt x="466725" y="1038225"/>
                </a:lnTo>
                <a:close/>
                <a:moveTo>
                  <a:pt x="1647825" y="1114425"/>
                </a:moveTo>
                <a:lnTo>
                  <a:pt x="1666875" y="1114425"/>
                </a:lnTo>
                <a:lnTo>
                  <a:pt x="1666875" y="1123950"/>
                </a:lnTo>
                <a:lnTo>
                  <a:pt x="1647825" y="1123950"/>
                </a:lnTo>
                <a:close/>
                <a:moveTo>
                  <a:pt x="123825" y="1152525"/>
                </a:moveTo>
                <a:lnTo>
                  <a:pt x="133350" y="1152525"/>
                </a:lnTo>
                <a:lnTo>
                  <a:pt x="133350" y="1162050"/>
                </a:lnTo>
                <a:lnTo>
                  <a:pt x="123825" y="1162050"/>
                </a:lnTo>
                <a:close/>
                <a:moveTo>
                  <a:pt x="542925" y="1333500"/>
                </a:moveTo>
                <a:lnTo>
                  <a:pt x="561975" y="1333500"/>
                </a:lnTo>
                <a:lnTo>
                  <a:pt x="561975" y="1343025"/>
                </a:lnTo>
                <a:lnTo>
                  <a:pt x="542925" y="1343025"/>
                </a:lnTo>
                <a:close/>
                <a:moveTo>
                  <a:pt x="723900" y="1352550"/>
                </a:moveTo>
                <a:lnTo>
                  <a:pt x="742950" y="1352550"/>
                </a:lnTo>
                <a:lnTo>
                  <a:pt x="742950" y="1381125"/>
                </a:lnTo>
                <a:lnTo>
                  <a:pt x="733425" y="1381125"/>
                </a:lnTo>
                <a:lnTo>
                  <a:pt x="733425" y="1390650"/>
                </a:lnTo>
                <a:lnTo>
                  <a:pt x="723900" y="1390650"/>
                </a:lnTo>
                <a:lnTo>
                  <a:pt x="723900" y="1371600"/>
                </a:lnTo>
                <a:lnTo>
                  <a:pt x="733425" y="1371600"/>
                </a:lnTo>
                <a:lnTo>
                  <a:pt x="733425" y="1362075"/>
                </a:lnTo>
                <a:lnTo>
                  <a:pt x="723900" y="1362075"/>
                </a:lnTo>
                <a:close/>
                <a:moveTo>
                  <a:pt x="685800" y="1362075"/>
                </a:moveTo>
                <a:lnTo>
                  <a:pt x="704850" y="1362075"/>
                </a:lnTo>
                <a:lnTo>
                  <a:pt x="704850" y="1371600"/>
                </a:lnTo>
                <a:lnTo>
                  <a:pt x="695325" y="1371600"/>
                </a:lnTo>
                <a:lnTo>
                  <a:pt x="695325" y="1381125"/>
                </a:lnTo>
                <a:lnTo>
                  <a:pt x="704850" y="1381125"/>
                </a:lnTo>
                <a:lnTo>
                  <a:pt x="704850" y="1390650"/>
                </a:lnTo>
                <a:lnTo>
                  <a:pt x="676275" y="1390650"/>
                </a:lnTo>
                <a:lnTo>
                  <a:pt x="676275" y="1381125"/>
                </a:lnTo>
                <a:lnTo>
                  <a:pt x="666750" y="1381125"/>
                </a:lnTo>
                <a:lnTo>
                  <a:pt x="666750" y="1371600"/>
                </a:lnTo>
                <a:lnTo>
                  <a:pt x="676275" y="1371600"/>
                </a:lnTo>
                <a:lnTo>
                  <a:pt x="676275" y="1381125"/>
                </a:lnTo>
                <a:lnTo>
                  <a:pt x="685800" y="1381125"/>
                </a:lnTo>
                <a:close/>
                <a:moveTo>
                  <a:pt x="504825" y="1371600"/>
                </a:moveTo>
                <a:lnTo>
                  <a:pt x="514350" y="1371600"/>
                </a:lnTo>
                <a:lnTo>
                  <a:pt x="514350" y="1390650"/>
                </a:lnTo>
                <a:lnTo>
                  <a:pt x="504825" y="1390650"/>
                </a:lnTo>
                <a:close/>
                <a:moveTo>
                  <a:pt x="438150" y="1495425"/>
                </a:moveTo>
                <a:lnTo>
                  <a:pt x="447675" y="1495425"/>
                </a:lnTo>
                <a:lnTo>
                  <a:pt x="447675" y="1504950"/>
                </a:lnTo>
                <a:lnTo>
                  <a:pt x="438150" y="1504950"/>
                </a:lnTo>
                <a:close/>
                <a:moveTo>
                  <a:pt x="1190625" y="1504950"/>
                </a:moveTo>
                <a:lnTo>
                  <a:pt x="1200150" y="1504950"/>
                </a:lnTo>
                <a:lnTo>
                  <a:pt x="1200150" y="1514475"/>
                </a:lnTo>
                <a:lnTo>
                  <a:pt x="1190625" y="1514475"/>
                </a:lnTo>
                <a:close/>
                <a:moveTo>
                  <a:pt x="171450" y="1571625"/>
                </a:moveTo>
                <a:lnTo>
                  <a:pt x="180975" y="1571625"/>
                </a:lnTo>
                <a:lnTo>
                  <a:pt x="180975" y="1590675"/>
                </a:lnTo>
                <a:lnTo>
                  <a:pt x="171450" y="1590675"/>
                </a:lnTo>
                <a:close/>
                <a:moveTo>
                  <a:pt x="923925" y="1609725"/>
                </a:moveTo>
                <a:lnTo>
                  <a:pt x="933450" y="1609725"/>
                </a:lnTo>
                <a:lnTo>
                  <a:pt x="933450" y="1619250"/>
                </a:lnTo>
                <a:lnTo>
                  <a:pt x="923925" y="1619250"/>
                </a:lnTo>
                <a:close/>
                <a:moveTo>
                  <a:pt x="885825" y="1647825"/>
                </a:moveTo>
                <a:lnTo>
                  <a:pt x="904875" y="1647825"/>
                </a:lnTo>
                <a:lnTo>
                  <a:pt x="904875" y="1676400"/>
                </a:lnTo>
                <a:lnTo>
                  <a:pt x="885825" y="1676400"/>
                </a:lnTo>
                <a:close/>
                <a:moveTo>
                  <a:pt x="114300" y="1704975"/>
                </a:moveTo>
                <a:lnTo>
                  <a:pt x="123825" y="1704975"/>
                </a:lnTo>
                <a:lnTo>
                  <a:pt x="123825" y="1752600"/>
                </a:lnTo>
                <a:lnTo>
                  <a:pt x="114300" y="1752600"/>
                </a:lnTo>
                <a:close/>
                <a:moveTo>
                  <a:pt x="114300" y="1771650"/>
                </a:moveTo>
                <a:lnTo>
                  <a:pt x="123825" y="1771650"/>
                </a:lnTo>
                <a:lnTo>
                  <a:pt x="123825" y="1781175"/>
                </a:lnTo>
                <a:lnTo>
                  <a:pt x="114300" y="1781175"/>
                </a:lnTo>
                <a:close/>
                <a:moveTo>
                  <a:pt x="171450" y="1790700"/>
                </a:moveTo>
                <a:lnTo>
                  <a:pt x="180975" y="1790700"/>
                </a:lnTo>
                <a:lnTo>
                  <a:pt x="180975" y="1800225"/>
                </a:lnTo>
                <a:lnTo>
                  <a:pt x="171450" y="1800225"/>
                </a:lnTo>
                <a:close/>
                <a:moveTo>
                  <a:pt x="314325" y="1914525"/>
                </a:moveTo>
                <a:lnTo>
                  <a:pt x="342900" y="1914525"/>
                </a:lnTo>
                <a:lnTo>
                  <a:pt x="342900" y="1924050"/>
                </a:lnTo>
                <a:lnTo>
                  <a:pt x="333375" y="1924050"/>
                </a:lnTo>
                <a:lnTo>
                  <a:pt x="333375" y="1933575"/>
                </a:lnTo>
                <a:lnTo>
                  <a:pt x="342900" y="1933575"/>
                </a:lnTo>
                <a:lnTo>
                  <a:pt x="342900" y="1943100"/>
                </a:lnTo>
                <a:lnTo>
                  <a:pt x="323850" y="1943100"/>
                </a:lnTo>
                <a:lnTo>
                  <a:pt x="323850" y="1924050"/>
                </a:lnTo>
                <a:lnTo>
                  <a:pt x="314325" y="1924050"/>
                </a:lnTo>
                <a:close/>
                <a:moveTo>
                  <a:pt x="1333500" y="2419350"/>
                </a:moveTo>
                <a:lnTo>
                  <a:pt x="1343025" y="2419350"/>
                </a:lnTo>
                <a:lnTo>
                  <a:pt x="1343025" y="2428875"/>
                </a:lnTo>
                <a:lnTo>
                  <a:pt x="1333500" y="2428875"/>
                </a:lnTo>
                <a:close/>
                <a:moveTo>
                  <a:pt x="1447800" y="2419350"/>
                </a:moveTo>
                <a:lnTo>
                  <a:pt x="1457325" y="2419350"/>
                </a:lnTo>
                <a:lnTo>
                  <a:pt x="1457325" y="2438400"/>
                </a:lnTo>
                <a:lnTo>
                  <a:pt x="1447800" y="2438400"/>
                </a:lnTo>
                <a:close/>
                <a:moveTo>
                  <a:pt x="1466850" y="2419350"/>
                </a:moveTo>
                <a:lnTo>
                  <a:pt x="1476375" y="2419350"/>
                </a:lnTo>
                <a:lnTo>
                  <a:pt x="1476375" y="2438400"/>
                </a:lnTo>
                <a:lnTo>
                  <a:pt x="1466850" y="2438400"/>
                </a:lnTo>
                <a:close/>
                <a:moveTo>
                  <a:pt x="866775" y="2495550"/>
                </a:moveTo>
                <a:lnTo>
                  <a:pt x="876300" y="2495550"/>
                </a:lnTo>
                <a:lnTo>
                  <a:pt x="876300" y="2505075"/>
                </a:lnTo>
                <a:lnTo>
                  <a:pt x="866775" y="2505075"/>
                </a:lnTo>
                <a:close/>
                <a:moveTo>
                  <a:pt x="866775" y="2524125"/>
                </a:moveTo>
                <a:lnTo>
                  <a:pt x="876300" y="2524125"/>
                </a:lnTo>
                <a:lnTo>
                  <a:pt x="876300" y="2533650"/>
                </a:lnTo>
                <a:lnTo>
                  <a:pt x="866775" y="2533650"/>
                </a:lnTo>
                <a:close/>
                <a:moveTo>
                  <a:pt x="133350" y="2543175"/>
                </a:moveTo>
                <a:lnTo>
                  <a:pt x="142875" y="2543175"/>
                </a:lnTo>
                <a:lnTo>
                  <a:pt x="142875" y="2552700"/>
                </a:lnTo>
                <a:lnTo>
                  <a:pt x="133350" y="2552700"/>
                </a:lnTo>
                <a:close/>
                <a:moveTo>
                  <a:pt x="828675" y="2552700"/>
                </a:moveTo>
                <a:lnTo>
                  <a:pt x="838200" y="2552700"/>
                </a:lnTo>
                <a:lnTo>
                  <a:pt x="838200" y="2562225"/>
                </a:lnTo>
                <a:lnTo>
                  <a:pt x="828675" y="2562225"/>
                </a:lnTo>
                <a:close/>
                <a:moveTo>
                  <a:pt x="847725" y="2552700"/>
                </a:moveTo>
                <a:lnTo>
                  <a:pt x="866775" y="2552700"/>
                </a:lnTo>
                <a:lnTo>
                  <a:pt x="866775" y="2562225"/>
                </a:lnTo>
                <a:lnTo>
                  <a:pt x="847725" y="2562225"/>
                </a:lnTo>
                <a:close/>
                <a:moveTo>
                  <a:pt x="790575" y="2600325"/>
                </a:moveTo>
                <a:lnTo>
                  <a:pt x="809625" y="2600325"/>
                </a:lnTo>
                <a:lnTo>
                  <a:pt x="809625" y="2609850"/>
                </a:lnTo>
                <a:lnTo>
                  <a:pt x="790575" y="2609850"/>
                </a:lnTo>
                <a:close/>
                <a:moveTo>
                  <a:pt x="1581150" y="2600325"/>
                </a:moveTo>
                <a:lnTo>
                  <a:pt x="1590675" y="2600325"/>
                </a:lnTo>
                <a:lnTo>
                  <a:pt x="1590675" y="2609850"/>
                </a:lnTo>
                <a:lnTo>
                  <a:pt x="1581150" y="2609850"/>
                </a:lnTo>
                <a:close/>
                <a:moveTo>
                  <a:pt x="1600200" y="2600325"/>
                </a:moveTo>
                <a:lnTo>
                  <a:pt x="1609725" y="2600325"/>
                </a:lnTo>
                <a:lnTo>
                  <a:pt x="1609725" y="2609850"/>
                </a:lnTo>
                <a:lnTo>
                  <a:pt x="1600200" y="2609850"/>
                </a:lnTo>
                <a:close/>
                <a:moveTo>
                  <a:pt x="400050" y="2628900"/>
                </a:moveTo>
                <a:lnTo>
                  <a:pt x="419100" y="2628900"/>
                </a:lnTo>
                <a:lnTo>
                  <a:pt x="419100" y="2638425"/>
                </a:lnTo>
                <a:lnTo>
                  <a:pt x="400050" y="2638425"/>
                </a:lnTo>
                <a:close/>
                <a:moveTo>
                  <a:pt x="333375" y="2638425"/>
                </a:moveTo>
                <a:lnTo>
                  <a:pt x="342900" y="2638425"/>
                </a:lnTo>
                <a:lnTo>
                  <a:pt x="342900" y="2647950"/>
                </a:lnTo>
                <a:lnTo>
                  <a:pt x="333375" y="2647950"/>
                </a:lnTo>
                <a:close/>
                <a:moveTo>
                  <a:pt x="1247775" y="2638425"/>
                </a:moveTo>
                <a:lnTo>
                  <a:pt x="1257300" y="2638425"/>
                </a:lnTo>
                <a:lnTo>
                  <a:pt x="1257300" y="2647950"/>
                </a:lnTo>
                <a:lnTo>
                  <a:pt x="1247775" y="2647950"/>
                </a:lnTo>
                <a:close/>
                <a:moveTo>
                  <a:pt x="1371600" y="2647950"/>
                </a:moveTo>
                <a:lnTo>
                  <a:pt x="1381125" y="2647950"/>
                </a:lnTo>
                <a:lnTo>
                  <a:pt x="1381125" y="2657475"/>
                </a:lnTo>
                <a:lnTo>
                  <a:pt x="1371600" y="2657475"/>
                </a:lnTo>
                <a:close/>
                <a:moveTo>
                  <a:pt x="1476375" y="2657475"/>
                </a:moveTo>
                <a:lnTo>
                  <a:pt x="1485900" y="2657475"/>
                </a:lnTo>
                <a:lnTo>
                  <a:pt x="1485900" y="2667000"/>
                </a:lnTo>
                <a:lnTo>
                  <a:pt x="1476375" y="2667000"/>
                </a:lnTo>
                <a:close/>
                <a:moveTo>
                  <a:pt x="1543050" y="2771775"/>
                </a:moveTo>
                <a:lnTo>
                  <a:pt x="1552575" y="2771775"/>
                </a:lnTo>
                <a:lnTo>
                  <a:pt x="1552575" y="2781300"/>
                </a:lnTo>
                <a:lnTo>
                  <a:pt x="1543050" y="2781300"/>
                </a:lnTo>
                <a:close/>
                <a:moveTo>
                  <a:pt x="1476375" y="2781300"/>
                </a:moveTo>
                <a:lnTo>
                  <a:pt x="1485900" y="2781300"/>
                </a:lnTo>
                <a:lnTo>
                  <a:pt x="1485900" y="2790825"/>
                </a:lnTo>
                <a:lnTo>
                  <a:pt x="1476375" y="2790825"/>
                </a:lnTo>
                <a:close/>
                <a:moveTo>
                  <a:pt x="342900" y="2790825"/>
                </a:moveTo>
                <a:lnTo>
                  <a:pt x="352425" y="2790825"/>
                </a:lnTo>
                <a:lnTo>
                  <a:pt x="352425" y="2800350"/>
                </a:lnTo>
                <a:lnTo>
                  <a:pt x="342900" y="2800350"/>
                </a:lnTo>
                <a:close/>
                <a:moveTo>
                  <a:pt x="600075" y="2809875"/>
                </a:moveTo>
                <a:lnTo>
                  <a:pt x="609600" y="2809875"/>
                </a:lnTo>
                <a:lnTo>
                  <a:pt x="609600" y="2819400"/>
                </a:lnTo>
                <a:lnTo>
                  <a:pt x="600075" y="2819400"/>
                </a:lnTo>
                <a:close/>
                <a:moveTo>
                  <a:pt x="885825" y="2809875"/>
                </a:moveTo>
                <a:lnTo>
                  <a:pt x="904875" y="2809875"/>
                </a:lnTo>
                <a:lnTo>
                  <a:pt x="904875" y="2819400"/>
                </a:lnTo>
                <a:lnTo>
                  <a:pt x="914400" y="2819400"/>
                </a:lnTo>
                <a:lnTo>
                  <a:pt x="914400" y="2828925"/>
                </a:lnTo>
                <a:lnTo>
                  <a:pt x="904875" y="2828925"/>
                </a:lnTo>
                <a:lnTo>
                  <a:pt x="904875" y="2838450"/>
                </a:lnTo>
                <a:lnTo>
                  <a:pt x="895350" y="2838450"/>
                </a:lnTo>
                <a:lnTo>
                  <a:pt x="895350" y="2828925"/>
                </a:lnTo>
                <a:lnTo>
                  <a:pt x="885825" y="2828925"/>
                </a:lnTo>
                <a:close/>
                <a:moveTo>
                  <a:pt x="866775" y="2819400"/>
                </a:moveTo>
                <a:lnTo>
                  <a:pt x="876300" y="2819400"/>
                </a:lnTo>
                <a:lnTo>
                  <a:pt x="876300" y="2828925"/>
                </a:lnTo>
                <a:lnTo>
                  <a:pt x="866775" y="2828925"/>
                </a:lnTo>
                <a:close/>
                <a:moveTo>
                  <a:pt x="876300" y="2828925"/>
                </a:moveTo>
                <a:lnTo>
                  <a:pt x="885825" y="2828925"/>
                </a:lnTo>
                <a:lnTo>
                  <a:pt x="885825" y="2838450"/>
                </a:lnTo>
                <a:lnTo>
                  <a:pt x="876300" y="2838450"/>
                </a:lnTo>
                <a:close/>
                <a:moveTo>
                  <a:pt x="857250" y="2847975"/>
                </a:moveTo>
                <a:lnTo>
                  <a:pt x="866775" y="2847975"/>
                </a:lnTo>
                <a:lnTo>
                  <a:pt x="866775" y="2857500"/>
                </a:lnTo>
                <a:lnTo>
                  <a:pt x="857250" y="2857500"/>
                </a:lnTo>
                <a:close/>
                <a:moveTo>
                  <a:pt x="1247775" y="2895600"/>
                </a:moveTo>
                <a:lnTo>
                  <a:pt x="1276350" y="2895600"/>
                </a:lnTo>
                <a:lnTo>
                  <a:pt x="1276350" y="2905125"/>
                </a:lnTo>
                <a:lnTo>
                  <a:pt x="1247775" y="2905125"/>
                </a:lnTo>
                <a:close/>
                <a:moveTo>
                  <a:pt x="638175" y="2905125"/>
                </a:moveTo>
                <a:lnTo>
                  <a:pt x="647700" y="2905125"/>
                </a:lnTo>
                <a:lnTo>
                  <a:pt x="647700" y="2914650"/>
                </a:lnTo>
                <a:lnTo>
                  <a:pt x="638175" y="2914650"/>
                </a:lnTo>
                <a:close/>
                <a:moveTo>
                  <a:pt x="1114425" y="2933700"/>
                </a:moveTo>
                <a:lnTo>
                  <a:pt x="1123950" y="2933700"/>
                </a:lnTo>
                <a:lnTo>
                  <a:pt x="1123950" y="2943225"/>
                </a:lnTo>
                <a:lnTo>
                  <a:pt x="1152525" y="2943225"/>
                </a:lnTo>
                <a:lnTo>
                  <a:pt x="1152525" y="2952750"/>
                </a:lnTo>
                <a:lnTo>
                  <a:pt x="1162050" y="2952750"/>
                </a:lnTo>
                <a:lnTo>
                  <a:pt x="1162050" y="2981325"/>
                </a:lnTo>
                <a:lnTo>
                  <a:pt x="1152525" y="2981325"/>
                </a:lnTo>
                <a:lnTo>
                  <a:pt x="1152525" y="2971800"/>
                </a:lnTo>
                <a:lnTo>
                  <a:pt x="1114425" y="2971800"/>
                </a:lnTo>
                <a:close/>
                <a:moveTo>
                  <a:pt x="847725" y="2943225"/>
                </a:moveTo>
                <a:lnTo>
                  <a:pt x="857250" y="2943225"/>
                </a:lnTo>
                <a:lnTo>
                  <a:pt x="857250" y="2952750"/>
                </a:lnTo>
                <a:lnTo>
                  <a:pt x="847725" y="2952750"/>
                </a:lnTo>
                <a:close/>
                <a:moveTo>
                  <a:pt x="885825" y="2943225"/>
                </a:moveTo>
                <a:lnTo>
                  <a:pt x="914400" y="2943225"/>
                </a:lnTo>
                <a:lnTo>
                  <a:pt x="914400" y="2962275"/>
                </a:lnTo>
                <a:lnTo>
                  <a:pt x="904875" y="2962275"/>
                </a:lnTo>
                <a:lnTo>
                  <a:pt x="904875" y="2952750"/>
                </a:lnTo>
                <a:lnTo>
                  <a:pt x="885825" y="2952750"/>
                </a:lnTo>
                <a:close/>
                <a:moveTo>
                  <a:pt x="1057275" y="2943225"/>
                </a:moveTo>
                <a:lnTo>
                  <a:pt x="1076325" y="2943225"/>
                </a:lnTo>
                <a:lnTo>
                  <a:pt x="1076325" y="2952750"/>
                </a:lnTo>
                <a:lnTo>
                  <a:pt x="1085850" y="2952750"/>
                </a:lnTo>
                <a:lnTo>
                  <a:pt x="1085850" y="2962275"/>
                </a:lnTo>
                <a:lnTo>
                  <a:pt x="1095375" y="2962275"/>
                </a:lnTo>
                <a:lnTo>
                  <a:pt x="1095375" y="2981325"/>
                </a:lnTo>
                <a:lnTo>
                  <a:pt x="1076325" y="2981325"/>
                </a:lnTo>
                <a:lnTo>
                  <a:pt x="1076325" y="2971800"/>
                </a:lnTo>
                <a:lnTo>
                  <a:pt x="1066800" y="2971800"/>
                </a:lnTo>
                <a:lnTo>
                  <a:pt x="1066800" y="2981325"/>
                </a:lnTo>
                <a:lnTo>
                  <a:pt x="1047750" y="2981325"/>
                </a:lnTo>
                <a:lnTo>
                  <a:pt x="1047750" y="2962275"/>
                </a:lnTo>
                <a:lnTo>
                  <a:pt x="1057275" y="2962275"/>
                </a:lnTo>
                <a:close/>
                <a:moveTo>
                  <a:pt x="238125" y="2962275"/>
                </a:moveTo>
                <a:lnTo>
                  <a:pt x="247650" y="2962275"/>
                </a:lnTo>
                <a:lnTo>
                  <a:pt x="247650" y="2971800"/>
                </a:lnTo>
                <a:lnTo>
                  <a:pt x="238125" y="2971800"/>
                </a:lnTo>
                <a:close/>
                <a:moveTo>
                  <a:pt x="1123950" y="2962275"/>
                </a:moveTo>
                <a:lnTo>
                  <a:pt x="1133475" y="2962275"/>
                </a:lnTo>
                <a:lnTo>
                  <a:pt x="1133475" y="2952750"/>
                </a:lnTo>
                <a:lnTo>
                  <a:pt x="1123950" y="2952750"/>
                </a:lnTo>
                <a:close/>
                <a:moveTo>
                  <a:pt x="1504950" y="2971800"/>
                </a:moveTo>
                <a:lnTo>
                  <a:pt x="1514475" y="2971800"/>
                </a:lnTo>
                <a:lnTo>
                  <a:pt x="1514475" y="2981325"/>
                </a:lnTo>
                <a:lnTo>
                  <a:pt x="1504950" y="2981325"/>
                </a:lnTo>
                <a:close/>
                <a:moveTo>
                  <a:pt x="1638300" y="2981325"/>
                </a:moveTo>
                <a:lnTo>
                  <a:pt x="1647825" y="2981325"/>
                </a:lnTo>
                <a:lnTo>
                  <a:pt x="1647825" y="2990850"/>
                </a:lnTo>
                <a:lnTo>
                  <a:pt x="1638300" y="2990850"/>
                </a:lnTo>
                <a:close/>
                <a:moveTo>
                  <a:pt x="123825" y="2990850"/>
                </a:moveTo>
                <a:lnTo>
                  <a:pt x="133350" y="2990850"/>
                </a:lnTo>
                <a:lnTo>
                  <a:pt x="133350" y="3009900"/>
                </a:lnTo>
                <a:lnTo>
                  <a:pt x="123825" y="3009900"/>
                </a:lnTo>
                <a:close/>
                <a:moveTo>
                  <a:pt x="1628775" y="2990850"/>
                </a:moveTo>
                <a:lnTo>
                  <a:pt x="1638300" y="2990850"/>
                </a:lnTo>
                <a:lnTo>
                  <a:pt x="1638300" y="3000375"/>
                </a:lnTo>
                <a:lnTo>
                  <a:pt x="1628775" y="3000375"/>
                </a:lnTo>
                <a:close/>
                <a:moveTo>
                  <a:pt x="495300" y="3019425"/>
                </a:moveTo>
                <a:lnTo>
                  <a:pt x="533400" y="3019425"/>
                </a:lnTo>
                <a:lnTo>
                  <a:pt x="533400" y="3048000"/>
                </a:lnTo>
                <a:lnTo>
                  <a:pt x="495300" y="3048000"/>
                </a:lnTo>
                <a:lnTo>
                  <a:pt x="495300" y="3038475"/>
                </a:lnTo>
                <a:lnTo>
                  <a:pt x="485775" y="3038475"/>
                </a:lnTo>
                <a:lnTo>
                  <a:pt x="485775" y="3028950"/>
                </a:lnTo>
                <a:lnTo>
                  <a:pt x="495300" y="3028950"/>
                </a:lnTo>
                <a:close/>
                <a:moveTo>
                  <a:pt x="990600" y="3028950"/>
                </a:moveTo>
                <a:lnTo>
                  <a:pt x="1000125" y="3028950"/>
                </a:lnTo>
                <a:lnTo>
                  <a:pt x="1000125" y="3038475"/>
                </a:lnTo>
                <a:lnTo>
                  <a:pt x="990600" y="3038475"/>
                </a:lnTo>
                <a:close/>
                <a:moveTo>
                  <a:pt x="1285875" y="3028950"/>
                </a:moveTo>
                <a:lnTo>
                  <a:pt x="1295400" y="3028950"/>
                </a:lnTo>
                <a:lnTo>
                  <a:pt x="1295400" y="3038475"/>
                </a:lnTo>
                <a:lnTo>
                  <a:pt x="1285875" y="3038475"/>
                </a:lnTo>
                <a:close/>
                <a:moveTo>
                  <a:pt x="904875" y="3038475"/>
                </a:moveTo>
                <a:lnTo>
                  <a:pt x="923925" y="3038475"/>
                </a:lnTo>
                <a:lnTo>
                  <a:pt x="923925" y="3048000"/>
                </a:lnTo>
                <a:lnTo>
                  <a:pt x="942975" y="3048000"/>
                </a:lnTo>
                <a:lnTo>
                  <a:pt x="942975" y="3067050"/>
                </a:lnTo>
                <a:lnTo>
                  <a:pt x="914400" y="3067050"/>
                </a:lnTo>
                <a:lnTo>
                  <a:pt x="914400" y="3048000"/>
                </a:lnTo>
                <a:lnTo>
                  <a:pt x="904875" y="3048000"/>
                </a:lnTo>
                <a:close/>
                <a:moveTo>
                  <a:pt x="1362075" y="3038475"/>
                </a:moveTo>
                <a:lnTo>
                  <a:pt x="1381125" y="3038475"/>
                </a:lnTo>
                <a:lnTo>
                  <a:pt x="1381125" y="3048000"/>
                </a:lnTo>
                <a:lnTo>
                  <a:pt x="1362075" y="3048000"/>
                </a:lnTo>
                <a:close/>
                <a:moveTo>
                  <a:pt x="123825" y="3048000"/>
                </a:moveTo>
                <a:lnTo>
                  <a:pt x="133350" y="3048000"/>
                </a:lnTo>
                <a:lnTo>
                  <a:pt x="133350" y="3076575"/>
                </a:lnTo>
                <a:lnTo>
                  <a:pt x="123825" y="3076575"/>
                </a:lnTo>
                <a:close/>
                <a:moveTo>
                  <a:pt x="285750" y="3057525"/>
                </a:moveTo>
                <a:lnTo>
                  <a:pt x="295275" y="3057525"/>
                </a:lnTo>
                <a:lnTo>
                  <a:pt x="295275" y="3067050"/>
                </a:lnTo>
                <a:lnTo>
                  <a:pt x="304800" y="3067050"/>
                </a:lnTo>
                <a:lnTo>
                  <a:pt x="304800" y="3057525"/>
                </a:lnTo>
                <a:lnTo>
                  <a:pt x="314325" y="3057525"/>
                </a:lnTo>
                <a:lnTo>
                  <a:pt x="314325" y="3067050"/>
                </a:lnTo>
                <a:lnTo>
                  <a:pt x="304800" y="3067050"/>
                </a:lnTo>
                <a:lnTo>
                  <a:pt x="304800" y="3076575"/>
                </a:lnTo>
                <a:lnTo>
                  <a:pt x="285750" y="3076575"/>
                </a:lnTo>
                <a:close/>
                <a:moveTo>
                  <a:pt x="1000125" y="3057525"/>
                </a:moveTo>
                <a:lnTo>
                  <a:pt x="1009650" y="3057525"/>
                </a:lnTo>
                <a:lnTo>
                  <a:pt x="1009650" y="3067050"/>
                </a:lnTo>
                <a:lnTo>
                  <a:pt x="1019175" y="3067050"/>
                </a:lnTo>
                <a:lnTo>
                  <a:pt x="1019175" y="3076575"/>
                </a:lnTo>
                <a:lnTo>
                  <a:pt x="1000125" y="3076575"/>
                </a:lnTo>
                <a:close/>
                <a:moveTo>
                  <a:pt x="866775" y="3067050"/>
                </a:moveTo>
                <a:lnTo>
                  <a:pt x="895350" y="3067050"/>
                </a:lnTo>
                <a:lnTo>
                  <a:pt x="895350" y="3086100"/>
                </a:lnTo>
                <a:lnTo>
                  <a:pt x="857250" y="3086100"/>
                </a:lnTo>
                <a:lnTo>
                  <a:pt x="857250" y="3076575"/>
                </a:lnTo>
                <a:lnTo>
                  <a:pt x="866775" y="3076575"/>
                </a:lnTo>
                <a:close/>
                <a:moveTo>
                  <a:pt x="1600200" y="3067050"/>
                </a:moveTo>
                <a:lnTo>
                  <a:pt x="1609725" y="3067050"/>
                </a:lnTo>
                <a:lnTo>
                  <a:pt x="1609725" y="3076575"/>
                </a:lnTo>
                <a:lnTo>
                  <a:pt x="1600200" y="3076575"/>
                </a:lnTo>
                <a:close/>
                <a:moveTo>
                  <a:pt x="304800" y="3076575"/>
                </a:moveTo>
                <a:lnTo>
                  <a:pt x="323850" y="3076575"/>
                </a:lnTo>
                <a:lnTo>
                  <a:pt x="323850" y="3086100"/>
                </a:lnTo>
                <a:lnTo>
                  <a:pt x="304800" y="3086100"/>
                </a:lnTo>
                <a:close/>
                <a:moveTo>
                  <a:pt x="685800" y="3076575"/>
                </a:moveTo>
                <a:lnTo>
                  <a:pt x="704850" y="3076575"/>
                </a:lnTo>
                <a:lnTo>
                  <a:pt x="704850" y="3086100"/>
                </a:lnTo>
                <a:lnTo>
                  <a:pt x="695325" y="3086100"/>
                </a:lnTo>
                <a:lnTo>
                  <a:pt x="695325" y="3095625"/>
                </a:lnTo>
                <a:lnTo>
                  <a:pt x="657225" y="3095625"/>
                </a:lnTo>
                <a:lnTo>
                  <a:pt x="657225" y="3086100"/>
                </a:lnTo>
                <a:lnTo>
                  <a:pt x="685800" y="3086100"/>
                </a:lnTo>
                <a:close/>
                <a:moveTo>
                  <a:pt x="714375" y="3076575"/>
                </a:moveTo>
                <a:lnTo>
                  <a:pt x="723900" y="3076575"/>
                </a:lnTo>
                <a:lnTo>
                  <a:pt x="723900" y="3086100"/>
                </a:lnTo>
                <a:lnTo>
                  <a:pt x="714375" y="3086100"/>
                </a:lnTo>
                <a:close/>
                <a:moveTo>
                  <a:pt x="809625" y="3076575"/>
                </a:moveTo>
                <a:lnTo>
                  <a:pt x="819150" y="3076575"/>
                </a:lnTo>
                <a:lnTo>
                  <a:pt x="819150" y="3086100"/>
                </a:lnTo>
                <a:lnTo>
                  <a:pt x="809625" y="3086100"/>
                </a:lnTo>
                <a:close/>
                <a:moveTo>
                  <a:pt x="1552575" y="3076575"/>
                </a:moveTo>
                <a:lnTo>
                  <a:pt x="1562100" y="3076575"/>
                </a:lnTo>
                <a:lnTo>
                  <a:pt x="1562100" y="3095625"/>
                </a:lnTo>
                <a:lnTo>
                  <a:pt x="1552575" y="3095625"/>
                </a:lnTo>
                <a:close/>
                <a:moveTo>
                  <a:pt x="1533525" y="3086100"/>
                </a:moveTo>
                <a:lnTo>
                  <a:pt x="1543050" y="3086100"/>
                </a:lnTo>
                <a:lnTo>
                  <a:pt x="1543050" y="3095625"/>
                </a:lnTo>
                <a:lnTo>
                  <a:pt x="1533525" y="3095625"/>
                </a:lnTo>
                <a:close/>
                <a:moveTo>
                  <a:pt x="1638300" y="3086100"/>
                </a:moveTo>
                <a:lnTo>
                  <a:pt x="1647825" y="3086100"/>
                </a:lnTo>
                <a:lnTo>
                  <a:pt x="1647825" y="3105150"/>
                </a:lnTo>
                <a:lnTo>
                  <a:pt x="1638300" y="3105150"/>
                </a:lnTo>
                <a:close/>
                <a:moveTo>
                  <a:pt x="1543050" y="3095625"/>
                </a:moveTo>
                <a:lnTo>
                  <a:pt x="1552575" y="3095625"/>
                </a:lnTo>
                <a:lnTo>
                  <a:pt x="1552575" y="3105150"/>
                </a:lnTo>
                <a:lnTo>
                  <a:pt x="1543050" y="3105150"/>
                </a:lnTo>
                <a:close/>
                <a:moveTo>
                  <a:pt x="1562100" y="3095625"/>
                </a:moveTo>
                <a:lnTo>
                  <a:pt x="1571625" y="3095625"/>
                </a:lnTo>
                <a:lnTo>
                  <a:pt x="1571625" y="3105150"/>
                </a:lnTo>
                <a:lnTo>
                  <a:pt x="1562100" y="3105150"/>
                </a:lnTo>
                <a:close/>
                <a:moveTo>
                  <a:pt x="238125" y="3105150"/>
                </a:moveTo>
                <a:lnTo>
                  <a:pt x="257175" y="3105150"/>
                </a:lnTo>
                <a:lnTo>
                  <a:pt x="257175" y="3114675"/>
                </a:lnTo>
                <a:lnTo>
                  <a:pt x="238125" y="3114675"/>
                </a:lnTo>
                <a:close/>
                <a:moveTo>
                  <a:pt x="371475" y="3105150"/>
                </a:moveTo>
                <a:lnTo>
                  <a:pt x="381000" y="3105150"/>
                </a:lnTo>
                <a:lnTo>
                  <a:pt x="381000" y="3114675"/>
                </a:lnTo>
                <a:lnTo>
                  <a:pt x="371475" y="3114675"/>
                </a:lnTo>
                <a:close/>
                <a:moveTo>
                  <a:pt x="1114425" y="3105150"/>
                </a:moveTo>
                <a:lnTo>
                  <a:pt x="1133475" y="3105150"/>
                </a:lnTo>
                <a:lnTo>
                  <a:pt x="1133475" y="3124200"/>
                </a:lnTo>
                <a:lnTo>
                  <a:pt x="1114425" y="3124200"/>
                </a:lnTo>
                <a:close/>
                <a:moveTo>
                  <a:pt x="1209675" y="3105150"/>
                </a:moveTo>
                <a:lnTo>
                  <a:pt x="1228725" y="3105150"/>
                </a:lnTo>
                <a:lnTo>
                  <a:pt x="1228725" y="3114675"/>
                </a:lnTo>
                <a:lnTo>
                  <a:pt x="1209675" y="3114675"/>
                </a:lnTo>
                <a:close/>
                <a:moveTo>
                  <a:pt x="1619250" y="3105150"/>
                </a:moveTo>
                <a:lnTo>
                  <a:pt x="1638300" y="3105150"/>
                </a:lnTo>
                <a:lnTo>
                  <a:pt x="1638300" y="3114675"/>
                </a:lnTo>
                <a:lnTo>
                  <a:pt x="1619250" y="3114675"/>
                </a:lnTo>
                <a:close/>
                <a:moveTo>
                  <a:pt x="1695450" y="3105150"/>
                </a:moveTo>
                <a:lnTo>
                  <a:pt x="1704975" y="3105150"/>
                </a:lnTo>
                <a:lnTo>
                  <a:pt x="1704975" y="3114675"/>
                </a:lnTo>
                <a:lnTo>
                  <a:pt x="1695450" y="3114675"/>
                </a:lnTo>
                <a:close/>
                <a:moveTo>
                  <a:pt x="733425" y="3114675"/>
                </a:moveTo>
                <a:lnTo>
                  <a:pt x="742950" y="3114675"/>
                </a:lnTo>
                <a:lnTo>
                  <a:pt x="742950" y="3124200"/>
                </a:lnTo>
                <a:lnTo>
                  <a:pt x="733425" y="3124200"/>
                </a:lnTo>
                <a:close/>
                <a:moveTo>
                  <a:pt x="1581150" y="3114675"/>
                </a:moveTo>
                <a:lnTo>
                  <a:pt x="1609725" y="3114675"/>
                </a:lnTo>
                <a:lnTo>
                  <a:pt x="1609725" y="3124200"/>
                </a:lnTo>
                <a:lnTo>
                  <a:pt x="1581150" y="3124200"/>
                </a:lnTo>
                <a:close/>
                <a:moveTo>
                  <a:pt x="1638300" y="3114675"/>
                </a:moveTo>
                <a:lnTo>
                  <a:pt x="1647825" y="3114675"/>
                </a:lnTo>
                <a:lnTo>
                  <a:pt x="1647825" y="3124200"/>
                </a:lnTo>
                <a:lnTo>
                  <a:pt x="1638300" y="3124200"/>
                </a:lnTo>
                <a:close/>
                <a:moveTo>
                  <a:pt x="1571625" y="3124200"/>
                </a:moveTo>
                <a:lnTo>
                  <a:pt x="1581150" y="3124200"/>
                </a:lnTo>
                <a:lnTo>
                  <a:pt x="1581150" y="3133725"/>
                </a:lnTo>
                <a:lnTo>
                  <a:pt x="1571625" y="3133725"/>
                </a:lnTo>
                <a:close/>
                <a:moveTo>
                  <a:pt x="1628775" y="3124200"/>
                </a:moveTo>
                <a:lnTo>
                  <a:pt x="1638300" y="3124200"/>
                </a:lnTo>
                <a:lnTo>
                  <a:pt x="1638300" y="3133725"/>
                </a:lnTo>
                <a:lnTo>
                  <a:pt x="1628775" y="3133725"/>
                </a:lnTo>
                <a:close/>
                <a:moveTo>
                  <a:pt x="1381125" y="3152775"/>
                </a:moveTo>
                <a:lnTo>
                  <a:pt x="1390650" y="3152775"/>
                </a:lnTo>
                <a:lnTo>
                  <a:pt x="1390650" y="3162300"/>
                </a:lnTo>
                <a:lnTo>
                  <a:pt x="1381125" y="3162300"/>
                </a:lnTo>
                <a:close/>
                <a:moveTo>
                  <a:pt x="1571625" y="3152775"/>
                </a:moveTo>
                <a:lnTo>
                  <a:pt x="1581150" y="3152775"/>
                </a:lnTo>
                <a:lnTo>
                  <a:pt x="1581150" y="3171825"/>
                </a:lnTo>
                <a:lnTo>
                  <a:pt x="1562100" y="3171825"/>
                </a:lnTo>
                <a:lnTo>
                  <a:pt x="1562100" y="3162300"/>
                </a:lnTo>
                <a:lnTo>
                  <a:pt x="1571625" y="3162300"/>
                </a:lnTo>
                <a:close/>
                <a:moveTo>
                  <a:pt x="1657350" y="3152775"/>
                </a:moveTo>
                <a:lnTo>
                  <a:pt x="1666875" y="3152775"/>
                </a:lnTo>
                <a:lnTo>
                  <a:pt x="1666875" y="3162300"/>
                </a:lnTo>
                <a:lnTo>
                  <a:pt x="1657350" y="3162300"/>
                </a:lnTo>
                <a:close/>
                <a:moveTo>
                  <a:pt x="1200150" y="3162300"/>
                </a:moveTo>
                <a:lnTo>
                  <a:pt x="1228725" y="3162300"/>
                </a:lnTo>
                <a:lnTo>
                  <a:pt x="1228725" y="3171825"/>
                </a:lnTo>
                <a:lnTo>
                  <a:pt x="1200150" y="3171825"/>
                </a:lnTo>
                <a:close/>
                <a:moveTo>
                  <a:pt x="1371600" y="3162300"/>
                </a:moveTo>
                <a:lnTo>
                  <a:pt x="1381125" y="3162300"/>
                </a:lnTo>
                <a:lnTo>
                  <a:pt x="1381125" y="3171825"/>
                </a:lnTo>
                <a:lnTo>
                  <a:pt x="1371600" y="3171825"/>
                </a:lnTo>
                <a:close/>
                <a:moveTo>
                  <a:pt x="1524000" y="3171825"/>
                </a:moveTo>
                <a:lnTo>
                  <a:pt x="1533525" y="3171825"/>
                </a:lnTo>
                <a:lnTo>
                  <a:pt x="1533525" y="3181350"/>
                </a:lnTo>
                <a:lnTo>
                  <a:pt x="1524000" y="3181350"/>
                </a:lnTo>
                <a:close/>
                <a:moveTo>
                  <a:pt x="561975" y="3181350"/>
                </a:moveTo>
                <a:lnTo>
                  <a:pt x="581025" y="3181350"/>
                </a:lnTo>
                <a:lnTo>
                  <a:pt x="581025" y="3190875"/>
                </a:lnTo>
                <a:lnTo>
                  <a:pt x="561975" y="3190875"/>
                </a:lnTo>
                <a:close/>
                <a:moveTo>
                  <a:pt x="1000125" y="3181350"/>
                </a:moveTo>
                <a:lnTo>
                  <a:pt x="1009650" y="3181350"/>
                </a:lnTo>
                <a:lnTo>
                  <a:pt x="1009650" y="3190875"/>
                </a:lnTo>
                <a:lnTo>
                  <a:pt x="1019175" y="3190875"/>
                </a:lnTo>
                <a:lnTo>
                  <a:pt x="1019175" y="3200400"/>
                </a:lnTo>
                <a:lnTo>
                  <a:pt x="1009650" y="3200400"/>
                </a:lnTo>
                <a:lnTo>
                  <a:pt x="1009650" y="3209925"/>
                </a:lnTo>
                <a:lnTo>
                  <a:pt x="1000125" y="3209925"/>
                </a:lnTo>
                <a:lnTo>
                  <a:pt x="1000125" y="3200400"/>
                </a:lnTo>
                <a:lnTo>
                  <a:pt x="990600" y="3200400"/>
                </a:lnTo>
                <a:lnTo>
                  <a:pt x="990600" y="3190875"/>
                </a:lnTo>
                <a:lnTo>
                  <a:pt x="1000125" y="3190875"/>
                </a:lnTo>
                <a:close/>
                <a:moveTo>
                  <a:pt x="609600" y="3190875"/>
                </a:moveTo>
                <a:lnTo>
                  <a:pt x="619125" y="3190875"/>
                </a:lnTo>
                <a:lnTo>
                  <a:pt x="619125" y="3200400"/>
                </a:lnTo>
                <a:lnTo>
                  <a:pt x="609600" y="3200400"/>
                </a:lnTo>
                <a:close/>
                <a:moveTo>
                  <a:pt x="1019175" y="3200400"/>
                </a:moveTo>
                <a:lnTo>
                  <a:pt x="1028700" y="3200400"/>
                </a:lnTo>
                <a:lnTo>
                  <a:pt x="1028700" y="3209925"/>
                </a:lnTo>
                <a:lnTo>
                  <a:pt x="1019175" y="3209925"/>
                </a:lnTo>
                <a:close/>
                <a:moveTo>
                  <a:pt x="1285875" y="3200400"/>
                </a:moveTo>
                <a:lnTo>
                  <a:pt x="1295400" y="3200400"/>
                </a:lnTo>
                <a:lnTo>
                  <a:pt x="1295400" y="3209925"/>
                </a:lnTo>
                <a:lnTo>
                  <a:pt x="1285875" y="3209925"/>
                </a:lnTo>
                <a:close/>
                <a:moveTo>
                  <a:pt x="1276350" y="3209925"/>
                </a:moveTo>
                <a:lnTo>
                  <a:pt x="1285875" y="3209925"/>
                </a:lnTo>
                <a:lnTo>
                  <a:pt x="1285875" y="3219450"/>
                </a:lnTo>
                <a:lnTo>
                  <a:pt x="1276350" y="3219450"/>
                </a:lnTo>
                <a:close/>
                <a:moveTo>
                  <a:pt x="1114425" y="3219450"/>
                </a:moveTo>
                <a:lnTo>
                  <a:pt x="1143000" y="3219450"/>
                </a:lnTo>
                <a:lnTo>
                  <a:pt x="1143000" y="3228975"/>
                </a:lnTo>
                <a:lnTo>
                  <a:pt x="1152525" y="3228975"/>
                </a:lnTo>
                <a:lnTo>
                  <a:pt x="1152525" y="3248025"/>
                </a:lnTo>
                <a:lnTo>
                  <a:pt x="1143000" y="3248025"/>
                </a:lnTo>
                <a:lnTo>
                  <a:pt x="1143000" y="3238500"/>
                </a:lnTo>
                <a:lnTo>
                  <a:pt x="1123950" y="3238500"/>
                </a:lnTo>
                <a:lnTo>
                  <a:pt x="1123950" y="3228975"/>
                </a:lnTo>
                <a:lnTo>
                  <a:pt x="1114425" y="3228975"/>
                </a:lnTo>
                <a:close/>
                <a:moveTo>
                  <a:pt x="1085850" y="3228975"/>
                </a:moveTo>
                <a:lnTo>
                  <a:pt x="1095375" y="3228975"/>
                </a:lnTo>
                <a:lnTo>
                  <a:pt x="1095375" y="3238500"/>
                </a:lnTo>
                <a:lnTo>
                  <a:pt x="1085850" y="3238500"/>
                </a:lnTo>
                <a:close/>
                <a:moveTo>
                  <a:pt x="171450" y="3248025"/>
                </a:moveTo>
                <a:lnTo>
                  <a:pt x="180975" y="3248025"/>
                </a:lnTo>
                <a:lnTo>
                  <a:pt x="180975" y="3267075"/>
                </a:lnTo>
                <a:lnTo>
                  <a:pt x="171450" y="3267075"/>
                </a:lnTo>
                <a:close/>
                <a:moveTo>
                  <a:pt x="923925" y="3295650"/>
                </a:moveTo>
                <a:lnTo>
                  <a:pt x="933450" y="3295650"/>
                </a:lnTo>
                <a:lnTo>
                  <a:pt x="933450" y="3305175"/>
                </a:lnTo>
                <a:lnTo>
                  <a:pt x="942975" y="3305175"/>
                </a:lnTo>
                <a:lnTo>
                  <a:pt x="942975" y="3314700"/>
                </a:lnTo>
                <a:lnTo>
                  <a:pt x="923925" y="3314700"/>
                </a:lnTo>
                <a:lnTo>
                  <a:pt x="923925" y="3324225"/>
                </a:lnTo>
                <a:lnTo>
                  <a:pt x="914400" y="3324225"/>
                </a:lnTo>
                <a:lnTo>
                  <a:pt x="914400" y="3305175"/>
                </a:lnTo>
                <a:lnTo>
                  <a:pt x="923925" y="3305175"/>
                </a:lnTo>
                <a:close/>
                <a:moveTo>
                  <a:pt x="1047750" y="3295650"/>
                </a:moveTo>
                <a:lnTo>
                  <a:pt x="1085850" y="3295650"/>
                </a:lnTo>
                <a:lnTo>
                  <a:pt x="1085850" y="3314700"/>
                </a:lnTo>
                <a:lnTo>
                  <a:pt x="1047750" y="3314700"/>
                </a:lnTo>
                <a:close/>
                <a:moveTo>
                  <a:pt x="495300" y="3305175"/>
                </a:moveTo>
                <a:lnTo>
                  <a:pt x="504825" y="3305175"/>
                </a:lnTo>
                <a:lnTo>
                  <a:pt x="504825" y="3314700"/>
                </a:lnTo>
                <a:lnTo>
                  <a:pt x="495300" y="3314700"/>
                </a:lnTo>
                <a:close/>
                <a:moveTo>
                  <a:pt x="638175" y="3305175"/>
                </a:moveTo>
                <a:lnTo>
                  <a:pt x="647700" y="3305175"/>
                </a:lnTo>
                <a:lnTo>
                  <a:pt x="647700" y="3324225"/>
                </a:lnTo>
                <a:lnTo>
                  <a:pt x="628650" y="3324225"/>
                </a:lnTo>
                <a:lnTo>
                  <a:pt x="628650" y="3314700"/>
                </a:lnTo>
                <a:lnTo>
                  <a:pt x="638175" y="3314700"/>
                </a:lnTo>
                <a:close/>
                <a:moveTo>
                  <a:pt x="1343025" y="3305175"/>
                </a:moveTo>
                <a:lnTo>
                  <a:pt x="1362075" y="3305175"/>
                </a:lnTo>
                <a:lnTo>
                  <a:pt x="1362075" y="3314700"/>
                </a:lnTo>
                <a:lnTo>
                  <a:pt x="1343025" y="3314700"/>
                </a:lnTo>
                <a:close/>
                <a:moveTo>
                  <a:pt x="504825" y="3314700"/>
                </a:moveTo>
                <a:lnTo>
                  <a:pt x="514350" y="3314700"/>
                </a:lnTo>
                <a:lnTo>
                  <a:pt x="514350" y="3324225"/>
                </a:lnTo>
                <a:lnTo>
                  <a:pt x="523875" y="3324225"/>
                </a:lnTo>
                <a:lnTo>
                  <a:pt x="523875" y="3333750"/>
                </a:lnTo>
                <a:lnTo>
                  <a:pt x="533400" y="3333750"/>
                </a:lnTo>
                <a:lnTo>
                  <a:pt x="533400" y="3343275"/>
                </a:lnTo>
                <a:lnTo>
                  <a:pt x="504825" y="3343275"/>
                </a:lnTo>
                <a:close/>
                <a:moveTo>
                  <a:pt x="1524000" y="3314700"/>
                </a:moveTo>
                <a:lnTo>
                  <a:pt x="1533525" y="3314700"/>
                </a:lnTo>
                <a:lnTo>
                  <a:pt x="1533525" y="3324225"/>
                </a:lnTo>
                <a:lnTo>
                  <a:pt x="1524000" y="3324225"/>
                </a:lnTo>
                <a:close/>
                <a:moveTo>
                  <a:pt x="447675" y="3324225"/>
                </a:moveTo>
                <a:lnTo>
                  <a:pt x="457200" y="3324225"/>
                </a:lnTo>
                <a:lnTo>
                  <a:pt x="457200" y="3333750"/>
                </a:lnTo>
                <a:lnTo>
                  <a:pt x="447675" y="3333750"/>
                </a:lnTo>
                <a:close/>
                <a:moveTo>
                  <a:pt x="1533525" y="3324225"/>
                </a:moveTo>
                <a:lnTo>
                  <a:pt x="1543050" y="3324225"/>
                </a:lnTo>
                <a:lnTo>
                  <a:pt x="1543050" y="3333750"/>
                </a:lnTo>
                <a:lnTo>
                  <a:pt x="1533525" y="3333750"/>
                </a:lnTo>
                <a:close/>
                <a:moveTo>
                  <a:pt x="1552575" y="3324225"/>
                </a:moveTo>
                <a:lnTo>
                  <a:pt x="1562100" y="3324225"/>
                </a:lnTo>
                <a:lnTo>
                  <a:pt x="1562100" y="3343275"/>
                </a:lnTo>
                <a:lnTo>
                  <a:pt x="1543050" y="3343275"/>
                </a:lnTo>
                <a:lnTo>
                  <a:pt x="1543050" y="3333750"/>
                </a:lnTo>
                <a:lnTo>
                  <a:pt x="1552575" y="3333750"/>
                </a:lnTo>
                <a:close/>
                <a:moveTo>
                  <a:pt x="438150" y="3333750"/>
                </a:moveTo>
                <a:lnTo>
                  <a:pt x="447675" y="3333750"/>
                </a:lnTo>
                <a:lnTo>
                  <a:pt x="447675" y="3343275"/>
                </a:lnTo>
                <a:lnTo>
                  <a:pt x="438150" y="3343275"/>
                </a:lnTo>
                <a:close/>
                <a:moveTo>
                  <a:pt x="1152525" y="3352800"/>
                </a:moveTo>
                <a:lnTo>
                  <a:pt x="1162050" y="3352800"/>
                </a:lnTo>
                <a:lnTo>
                  <a:pt x="1162050" y="3362325"/>
                </a:lnTo>
                <a:lnTo>
                  <a:pt x="1152525" y="3362325"/>
                </a:lnTo>
                <a:close/>
                <a:moveTo>
                  <a:pt x="1609725" y="3352800"/>
                </a:moveTo>
                <a:lnTo>
                  <a:pt x="1619250" y="3352800"/>
                </a:lnTo>
                <a:lnTo>
                  <a:pt x="1619250" y="3371850"/>
                </a:lnTo>
                <a:lnTo>
                  <a:pt x="1609725" y="3371850"/>
                </a:lnTo>
                <a:close/>
                <a:moveTo>
                  <a:pt x="714375" y="3381375"/>
                </a:moveTo>
                <a:lnTo>
                  <a:pt x="742950" y="3381375"/>
                </a:lnTo>
                <a:lnTo>
                  <a:pt x="742950" y="3438525"/>
                </a:lnTo>
                <a:lnTo>
                  <a:pt x="733425" y="3438525"/>
                </a:lnTo>
                <a:lnTo>
                  <a:pt x="733425" y="3419475"/>
                </a:lnTo>
                <a:lnTo>
                  <a:pt x="723900" y="3419475"/>
                </a:lnTo>
                <a:lnTo>
                  <a:pt x="723900" y="3409950"/>
                </a:lnTo>
                <a:lnTo>
                  <a:pt x="714375" y="3409950"/>
                </a:lnTo>
                <a:close/>
                <a:moveTo>
                  <a:pt x="1466850" y="3381375"/>
                </a:moveTo>
                <a:lnTo>
                  <a:pt x="1485900" y="3381375"/>
                </a:lnTo>
                <a:lnTo>
                  <a:pt x="1485900" y="3400425"/>
                </a:lnTo>
                <a:lnTo>
                  <a:pt x="1514475" y="3400425"/>
                </a:lnTo>
                <a:lnTo>
                  <a:pt x="1514475" y="3409950"/>
                </a:lnTo>
                <a:lnTo>
                  <a:pt x="1466850" y="3409950"/>
                </a:lnTo>
                <a:close/>
                <a:moveTo>
                  <a:pt x="1657350" y="3381375"/>
                </a:moveTo>
                <a:lnTo>
                  <a:pt x="1666875" y="3381375"/>
                </a:lnTo>
                <a:lnTo>
                  <a:pt x="1666875" y="3390900"/>
                </a:lnTo>
                <a:lnTo>
                  <a:pt x="1657350" y="3390900"/>
                </a:lnTo>
                <a:close/>
                <a:moveTo>
                  <a:pt x="1600200" y="3390900"/>
                </a:moveTo>
                <a:lnTo>
                  <a:pt x="1628775" y="3390900"/>
                </a:lnTo>
                <a:lnTo>
                  <a:pt x="1628775" y="3400425"/>
                </a:lnTo>
                <a:lnTo>
                  <a:pt x="1619250" y="3400425"/>
                </a:lnTo>
                <a:lnTo>
                  <a:pt x="1619250" y="3409950"/>
                </a:lnTo>
                <a:lnTo>
                  <a:pt x="1628775" y="3409950"/>
                </a:lnTo>
                <a:lnTo>
                  <a:pt x="1628775" y="3419475"/>
                </a:lnTo>
                <a:lnTo>
                  <a:pt x="1600200" y="3419475"/>
                </a:lnTo>
                <a:lnTo>
                  <a:pt x="1600200" y="3409950"/>
                </a:lnTo>
                <a:lnTo>
                  <a:pt x="1609725" y="3409950"/>
                </a:lnTo>
                <a:lnTo>
                  <a:pt x="1609725" y="3400425"/>
                </a:lnTo>
                <a:lnTo>
                  <a:pt x="1600200" y="3400425"/>
                </a:lnTo>
                <a:close/>
                <a:moveTo>
                  <a:pt x="1666875" y="3390900"/>
                </a:moveTo>
                <a:lnTo>
                  <a:pt x="1676400" y="3390900"/>
                </a:lnTo>
                <a:lnTo>
                  <a:pt x="1676400" y="3400425"/>
                </a:lnTo>
                <a:lnTo>
                  <a:pt x="1666875" y="3400425"/>
                </a:lnTo>
                <a:close/>
                <a:moveTo>
                  <a:pt x="1152525" y="3409950"/>
                </a:moveTo>
                <a:lnTo>
                  <a:pt x="1162050" y="3409950"/>
                </a:lnTo>
                <a:lnTo>
                  <a:pt x="1162050" y="3419475"/>
                </a:lnTo>
                <a:lnTo>
                  <a:pt x="1152525" y="3419475"/>
                </a:lnTo>
                <a:close/>
                <a:moveTo>
                  <a:pt x="1323975" y="3419475"/>
                </a:moveTo>
                <a:lnTo>
                  <a:pt x="1333500" y="3419475"/>
                </a:lnTo>
                <a:lnTo>
                  <a:pt x="1333500" y="3429000"/>
                </a:lnTo>
                <a:lnTo>
                  <a:pt x="1323975" y="3429000"/>
                </a:lnTo>
                <a:close/>
                <a:moveTo>
                  <a:pt x="1333500" y="3429000"/>
                </a:moveTo>
                <a:lnTo>
                  <a:pt x="1352550" y="3429000"/>
                </a:lnTo>
                <a:lnTo>
                  <a:pt x="1352550" y="3438525"/>
                </a:lnTo>
                <a:lnTo>
                  <a:pt x="1333500" y="3438525"/>
                </a:lnTo>
                <a:close/>
                <a:moveTo>
                  <a:pt x="1600200" y="3438525"/>
                </a:moveTo>
                <a:lnTo>
                  <a:pt x="1609725" y="3438525"/>
                </a:lnTo>
                <a:lnTo>
                  <a:pt x="1609725" y="3448050"/>
                </a:lnTo>
                <a:lnTo>
                  <a:pt x="1600200" y="3448050"/>
                </a:lnTo>
                <a:close/>
                <a:moveTo>
                  <a:pt x="1676400" y="3457575"/>
                </a:moveTo>
                <a:lnTo>
                  <a:pt x="1685925" y="3457575"/>
                </a:lnTo>
                <a:lnTo>
                  <a:pt x="1685925" y="3467100"/>
                </a:lnTo>
                <a:lnTo>
                  <a:pt x="1676400" y="3467100"/>
                </a:lnTo>
                <a:close/>
                <a:moveTo>
                  <a:pt x="1695450" y="3457575"/>
                </a:moveTo>
                <a:lnTo>
                  <a:pt x="1704975" y="3457575"/>
                </a:lnTo>
                <a:lnTo>
                  <a:pt x="1704975" y="3467100"/>
                </a:lnTo>
                <a:lnTo>
                  <a:pt x="1695450" y="3467100"/>
                </a:lnTo>
                <a:close/>
                <a:moveTo>
                  <a:pt x="1019175" y="3486150"/>
                </a:moveTo>
                <a:lnTo>
                  <a:pt x="1028700" y="3486150"/>
                </a:lnTo>
                <a:lnTo>
                  <a:pt x="1028700" y="3495675"/>
                </a:lnTo>
                <a:lnTo>
                  <a:pt x="1019175" y="3495675"/>
                </a:lnTo>
                <a:close/>
                <a:moveTo>
                  <a:pt x="714375" y="3505200"/>
                </a:moveTo>
                <a:lnTo>
                  <a:pt x="723900" y="3505200"/>
                </a:lnTo>
                <a:lnTo>
                  <a:pt x="723900" y="3514725"/>
                </a:lnTo>
                <a:lnTo>
                  <a:pt x="714375" y="3514725"/>
                </a:lnTo>
                <a:close/>
                <a:moveTo>
                  <a:pt x="600075" y="3524250"/>
                </a:moveTo>
                <a:lnTo>
                  <a:pt x="619125" y="3524250"/>
                </a:lnTo>
                <a:lnTo>
                  <a:pt x="619125" y="3533775"/>
                </a:lnTo>
                <a:lnTo>
                  <a:pt x="600075" y="3533775"/>
                </a:lnTo>
                <a:close/>
                <a:moveTo>
                  <a:pt x="1190625" y="3524250"/>
                </a:moveTo>
                <a:lnTo>
                  <a:pt x="1209675" y="3524250"/>
                </a:lnTo>
                <a:lnTo>
                  <a:pt x="1209675" y="3543300"/>
                </a:lnTo>
                <a:lnTo>
                  <a:pt x="1181100" y="3543300"/>
                </a:lnTo>
                <a:lnTo>
                  <a:pt x="1181100" y="3552825"/>
                </a:lnTo>
                <a:lnTo>
                  <a:pt x="1171575" y="3552825"/>
                </a:lnTo>
                <a:lnTo>
                  <a:pt x="1171575" y="3533775"/>
                </a:lnTo>
                <a:lnTo>
                  <a:pt x="1190625" y="3533775"/>
                </a:lnTo>
                <a:close/>
                <a:moveTo>
                  <a:pt x="638175" y="3533775"/>
                </a:moveTo>
                <a:lnTo>
                  <a:pt x="657225" y="3533775"/>
                </a:lnTo>
                <a:lnTo>
                  <a:pt x="657225" y="3543300"/>
                </a:lnTo>
                <a:lnTo>
                  <a:pt x="647700" y="3543300"/>
                </a:lnTo>
                <a:lnTo>
                  <a:pt x="647700" y="3552825"/>
                </a:lnTo>
                <a:lnTo>
                  <a:pt x="638175" y="3552825"/>
                </a:lnTo>
                <a:close/>
                <a:moveTo>
                  <a:pt x="1447800" y="3533775"/>
                </a:moveTo>
                <a:lnTo>
                  <a:pt x="1457325" y="3533775"/>
                </a:lnTo>
                <a:lnTo>
                  <a:pt x="1457325" y="3552825"/>
                </a:lnTo>
                <a:lnTo>
                  <a:pt x="1447800" y="3552825"/>
                </a:lnTo>
                <a:close/>
                <a:moveTo>
                  <a:pt x="1104900" y="3543300"/>
                </a:moveTo>
                <a:lnTo>
                  <a:pt x="1114425" y="3543300"/>
                </a:lnTo>
                <a:lnTo>
                  <a:pt x="1114425" y="3552825"/>
                </a:lnTo>
                <a:lnTo>
                  <a:pt x="1104900" y="3552825"/>
                </a:lnTo>
                <a:close/>
                <a:moveTo>
                  <a:pt x="1266825" y="3543300"/>
                </a:moveTo>
                <a:lnTo>
                  <a:pt x="1285875" y="3543300"/>
                </a:lnTo>
                <a:lnTo>
                  <a:pt x="1285875" y="3552825"/>
                </a:lnTo>
                <a:lnTo>
                  <a:pt x="1266825" y="3552825"/>
                </a:lnTo>
                <a:close/>
                <a:moveTo>
                  <a:pt x="781050" y="3552825"/>
                </a:moveTo>
                <a:lnTo>
                  <a:pt x="790575" y="3552825"/>
                </a:lnTo>
                <a:lnTo>
                  <a:pt x="790575" y="3571875"/>
                </a:lnTo>
                <a:lnTo>
                  <a:pt x="781050" y="3571875"/>
                </a:lnTo>
                <a:close/>
                <a:moveTo>
                  <a:pt x="1323975" y="3552825"/>
                </a:moveTo>
                <a:lnTo>
                  <a:pt x="1352550" y="3552825"/>
                </a:lnTo>
                <a:lnTo>
                  <a:pt x="1352550" y="3562350"/>
                </a:lnTo>
                <a:lnTo>
                  <a:pt x="1343025" y="3562350"/>
                </a:lnTo>
                <a:lnTo>
                  <a:pt x="1343025" y="3571875"/>
                </a:lnTo>
                <a:lnTo>
                  <a:pt x="1333500" y="3571875"/>
                </a:lnTo>
                <a:lnTo>
                  <a:pt x="1333500" y="3590925"/>
                </a:lnTo>
                <a:lnTo>
                  <a:pt x="1323975" y="3590925"/>
                </a:lnTo>
                <a:lnTo>
                  <a:pt x="1323975" y="3581400"/>
                </a:lnTo>
                <a:lnTo>
                  <a:pt x="1314450" y="3581400"/>
                </a:lnTo>
                <a:lnTo>
                  <a:pt x="1314450" y="3571875"/>
                </a:lnTo>
                <a:lnTo>
                  <a:pt x="1323975" y="3571875"/>
                </a:lnTo>
                <a:close/>
                <a:moveTo>
                  <a:pt x="485775" y="3562350"/>
                </a:moveTo>
                <a:lnTo>
                  <a:pt x="495300" y="3562350"/>
                </a:lnTo>
                <a:lnTo>
                  <a:pt x="495300" y="3571875"/>
                </a:lnTo>
                <a:lnTo>
                  <a:pt x="485775" y="3571875"/>
                </a:lnTo>
                <a:close/>
                <a:moveTo>
                  <a:pt x="514350" y="3562350"/>
                </a:moveTo>
                <a:lnTo>
                  <a:pt x="523875" y="3562350"/>
                </a:lnTo>
                <a:lnTo>
                  <a:pt x="523875" y="3571875"/>
                </a:lnTo>
                <a:lnTo>
                  <a:pt x="533400" y="3571875"/>
                </a:lnTo>
                <a:lnTo>
                  <a:pt x="533400" y="3581400"/>
                </a:lnTo>
                <a:lnTo>
                  <a:pt x="514350" y="3581400"/>
                </a:lnTo>
                <a:close/>
                <a:moveTo>
                  <a:pt x="571500" y="3562350"/>
                </a:moveTo>
                <a:lnTo>
                  <a:pt x="581025" y="3562350"/>
                </a:lnTo>
                <a:lnTo>
                  <a:pt x="581025" y="3571875"/>
                </a:lnTo>
                <a:lnTo>
                  <a:pt x="571500" y="3571875"/>
                </a:lnTo>
                <a:close/>
                <a:moveTo>
                  <a:pt x="1095375" y="3562350"/>
                </a:moveTo>
                <a:lnTo>
                  <a:pt x="1114425" y="3562350"/>
                </a:lnTo>
                <a:lnTo>
                  <a:pt x="1114425" y="3571875"/>
                </a:lnTo>
                <a:lnTo>
                  <a:pt x="1095375" y="3571875"/>
                </a:lnTo>
                <a:close/>
                <a:moveTo>
                  <a:pt x="447675" y="3571875"/>
                </a:moveTo>
                <a:lnTo>
                  <a:pt x="457200" y="3571875"/>
                </a:lnTo>
                <a:lnTo>
                  <a:pt x="457200" y="3581400"/>
                </a:lnTo>
                <a:lnTo>
                  <a:pt x="447675" y="3581400"/>
                </a:lnTo>
                <a:close/>
                <a:moveTo>
                  <a:pt x="1419225" y="3581400"/>
                </a:moveTo>
                <a:lnTo>
                  <a:pt x="1428750" y="3581400"/>
                </a:lnTo>
                <a:lnTo>
                  <a:pt x="1428750" y="3590925"/>
                </a:lnTo>
                <a:lnTo>
                  <a:pt x="1419225" y="3590925"/>
                </a:lnTo>
                <a:close/>
                <a:moveTo>
                  <a:pt x="1266825" y="3590925"/>
                </a:moveTo>
                <a:lnTo>
                  <a:pt x="1276350" y="3590925"/>
                </a:lnTo>
                <a:lnTo>
                  <a:pt x="1276350" y="3600450"/>
                </a:lnTo>
                <a:lnTo>
                  <a:pt x="1295400" y="3600450"/>
                </a:lnTo>
                <a:lnTo>
                  <a:pt x="1295400" y="3609975"/>
                </a:lnTo>
                <a:lnTo>
                  <a:pt x="1285875" y="3609975"/>
                </a:lnTo>
                <a:lnTo>
                  <a:pt x="1285875" y="3619500"/>
                </a:lnTo>
                <a:lnTo>
                  <a:pt x="1276350" y="3619500"/>
                </a:lnTo>
                <a:lnTo>
                  <a:pt x="1276350" y="3609975"/>
                </a:lnTo>
                <a:lnTo>
                  <a:pt x="1266825" y="3609975"/>
                </a:lnTo>
                <a:close/>
                <a:moveTo>
                  <a:pt x="1457325" y="3590925"/>
                </a:moveTo>
                <a:lnTo>
                  <a:pt x="1466850" y="3590925"/>
                </a:lnTo>
                <a:lnTo>
                  <a:pt x="1466850" y="3619500"/>
                </a:lnTo>
                <a:lnTo>
                  <a:pt x="1457325" y="3619500"/>
                </a:lnTo>
                <a:close/>
                <a:moveTo>
                  <a:pt x="1571625" y="3619500"/>
                </a:moveTo>
                <a:lnTo>
                  <a:pt x="1590675" y="3619500"/>
                </a:lnTo>
                <a:lnTo>
                  <a:pt x="1590675" y="3629025"/>
                </a:lnTo>
                <a:lnTo>
                  <a:pt x="1571625" y="3629025"/>
                </a:lnTo>
                <a:close/>
                <a:moveTo>
                  <a:pt x="523875" y="3638550"/>
                </a:moveTo>
                <a:lnTo>
                  <a:pt x="552450" y="3638550"/>
                </a:lnTo>
                <a:lnTo>
                  <a:pt x="552450" y="3648075"/>
                </a:lnTo>
                <a:lnTo>
                  <a:pt x="523875" y="3648075"/>
                </a:lnTo>
                <a:close/>
                <a:moveTo>
                  <a:pt x="714375" y="3638550"/>
                </a:moveTo>
                <a:lnTo>
                  <a:pt x="723900" y="3638550"/>
                </a:lnTo>
                <a:lnTo>
                  <a:pt x="723900" y="3648075"/>
                </a:lnTo>
                <a:lnTo>
                  <a:pt x="714375" y="3648075"/>
                </a:lnTo>
                <a:close/>
                <a:moveTo>
                  <a:pt x="1571625" y="3638550"/>
                </a:moveTo>
                <a:lnTo>
                  <a:pt x="1581150" y="3638550"/>
                </a:lnTo>
                <a:lnTo>
                  <a:pt x="1581150" y="3648075"/>
                </a:lnTo>
                <a:lnTo>
                  <a:pt x="1571625" y="3648075"/>
                </a:lnTo>
                <a:close/>
                <a:moveTo>
                  <a:pt x="1343025" y="3657600"/>
                </a:moveTo>
                <a:lnTo>
                  <a:pt x="1352550" y="3657600"/>
                </a:lnTo>
                <a:lnTo>
                  <a:pt x="1352550" y="3667125"/>
                </a:lnTo>
                <a:lnTo>
                  <a:pt x="1343025" y="3667125"/>
                </a:lnTo>
                <a:close/>
              </a:path>
            </a:pathLst>
          </a:custGeom>
          <a:solidFill xmlns:a="http://schemas.openxmlformats.org/drawingml/2006/main">
            <a:srgbClr val="F3EDE2"/>
          </a:solidFill>
          <a:ln xmlns:a="http://schemas.openxmlformats.org/drawingml/2006/main" w="0">
            <a:noFill/>
          </a:ln>
        </p:spPr>
      </p:sp>
      <p:sp>
        <p:nvSpPr>
          <p:cNvPr id="18" name="dashboard vector #f3ede1">
            <a:extLst xmlns:a="http://schemas.openxmlformats.org/drawingml/2006/main">
              <a:ext uri="{FF2B5EF4-FFF2-40B4-BE49-F238E27FC236}">
                <a16:creationId xmlns:a16="http://schemas.microsoft.com/office/drawing/2014/main" id="{546564C1-B322-4032-96C2-F5F4D99396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14400" y="1447800"/>
            <a:ext cx="2171700" cy="4467225"/>
          </a:xfrm>
          <a:custGeom xmlns:a="http://schemas.openxmlformats.org/drawingml/2006/main">
            <a:pathLst>
              <a:path w="1838325" h="3790950">
                <a:moveTo>
                  <a:pt x="76200" y="38100"/>
                </a:moveTo>
                <a:lnTo>
                  <a:pt x="85725" y="38100"/>
                </a:lnTo>
                <a:lnTo>
                  <a:pt x="85725" y="47625"/>
                </a:lnTo>
                <a:lnTo>
                  <a:pt x="76200" y="47625"/>
                </a:lnTo>
                <a:close/>
                <a:moveTo>
                  <a:pt x="38100" y="76200"/>
                </a:moveTo>
                <a:lnTo>
                  <a:pt x="57150" y="76200"/>
                </a:lnTo>
                <a:lnTo>
                  <a:pt x="57150" y="85725"/>
                </a:lnTo>
                <a:lnTo>
                  <a:pt x="38100" y="85725"/>
                </a:lnTo>
                <a:close/>
                <a:moveTo>
                  <a:pt x="1619250" y="200025"/>
                </a:moveTo>
                <a:lnTo>
                  <a:pt x="1628775" y="200025"/>
                </a:lnTo>
                <a:lnTo>
                  <a:pt x="1628775" y="228600"/>
                </a:lnTo>
                <a:lnTo>
                  <a:pt x="1619250" y="228600"/>
                </a:lnTo>
                <a:lnTo>
                  <a:pt x="1619250" y="238125"/>
                </a:lnTo>
                <a:lnTo>
                  <a:pt x="1609725" y="238125"/>
                </a:lnTo>
                <a:lnTo>
                  <a:pt x="1609725" y="228600"/>
                </a:lnTo>
                <a:lnTo>
                  <a:pt x="1600200" y="228600"/>
                </a:lnTo>
                <a:lnTo>
                  <a:pt x="1600200" y="219075"/>
                </a:lnTo>
                <a:lnTo>
                  <a:pt x="1609725" y="219075"/>
                </a:lnTo>
                <a:lnTo>
                  <a:pt x="1609725" y="209550"/>
                </a:lnTo>
                <a:lnTo>
                  <a:pt x="1619250" y="209550"/>
                </a:lnTo>
                <a:close/>
                <a:moveTo>
                  <a:pt x="561975" y="209550"/>
                </a:moveTo>
                <a:lnTo>
                  <a:pt x="581025" y="209550"/>
                </a:lnTo>
                <a:lnTo>
                  <a:pt x="581025" y="238125"/>
                </a:lnTo>
                <a:lnTo>
                  <a:pt x="609600" y="238125"/>
                </a:lnTo>
                <a:lnTo>
                  <a:pt x="609600" y="219075"/>
                </a:lnTo>
                <a:lnTo>
                  <a:pt x="619125" y="219075"/>
                </a:lnTo>
                <a:lnTo>
                  <a:pt x="619125" y="228600"/>
                </a:lnTo>
                <a:lnTo>
                  <a:pt x="628650" y="228600"/>
                </a:lnTo>
                <a:lnTo>
                  <a:pt x="628650" y="238125"/>
                </a:lnTo>
                <a:lnTo>
                  <a:pt x="638175" y="238125"/>
                </a:lnTo>
                <a:lnTo>
                  <a:pt x="638175" y="228600"/>
                </a:lnTo>
                <a:lnTo>
                  <a:pt x="647700" y="228600"/>
                </a:lnTo>
                <a:lnTo>
                  <a:pt x="647700" y="247650"/>
                </a:lnTo>
                <a:lnTo>
                  <a:pt x="657225" y="247650"/>
                </a:lnTo>
                <a:lnTo>
                  <a:pt x="657225" y="285750"/>
                </a:lnTo>
                <a:lnTo>
                  <a:pt x="647700" y="285750"/>
                </a:lnTo>
                <a:lnTo>
                  <a:pt x="647700" y="323850"/>
                </a:lnTo>
                <a:lnTo>
                  <a:pt x="638175" y="323850"/>
                </a:lnTo>
                <a:lnTo>
                  <a:pt x="638175" y="314325"/>
                </a:lnTo>
                <a:lnTo>
                  <a:pt x="600075" y="314325"/>
                </a:lnTo>
                <a:lnTo>
                  <a:pt x="600075" y="323850"/>
                </a:lnTo>
                <a:lnTo>
                  <a:pt x="542925" y="323850"/>
                </a:lnTo>
                <a:lnTo>
                  <a:pt x="542925" y="314325"/>
                </a:lnTo>
                <a:lnTo>
                  <a:pt x="523875" y="314325"/>
                </a:lnTo>
                <a:lnTo>
                  <a:pt x="523875" y="304800"/>
                </a:lnTo>
                <a:lnTo>
                  <a:pt x="514350" y="304800"/>
                </a:lnTo>
                <a:lnTo>
                  <a:pt x="514350" y="314325"/>
                </a:lnTo>
                <a:lnTo>
                  <a:pt x="504825" y="314325"/>
                </a:lnTo>
                <a:lnTo>
                  <a:pt x="504825" y="323850"/>
                </a:lnTo>
                <a:lnTo>
                  <a:pt x="476250" y="323850"/>
                </a:lnTo>
                <a:lnTo>
                  <a:pt x="476250" y="314325"/>
                </a:lnTo>
                <a:lnTo>
                  <a:pt x="466725" y="314325"/>
                </a:lnTo>
                <a:lnTo>
                  <a:pt x="466725" y="304800"/>
                </a:lnTo>
                <a:lnTo>
                  <a:pt x="485775" y="304800"/>
                </a:lnTo>
                <a:lnTo>
                  <a:pt x="485775" y="285750"/>
                </a:lnTo>
                <a:lnTo>
                  <a:pt x="514350" y="285750"/>
                </a:lnTo>
                <a:lnTo>
                  <a:pt x="514350" y="276225"/>
                </a:lnTo>
                <a:lnTo>
                  <a:pt x="533400" y="276225"/>
                </a:lnTo>
                <a:lnTo>
                  <a:pt x="533400" y="257175"/>
                </a:lnTo>
                <a:lnTo>
                  <a:pt x="542925" y="257175"/>
                </a:lnTo>
                <a:lnTo>
                  <a:pt x="542925" y="238125"/>
                </a:lnTo>
                <a:lnTo>
                  <a:pt x="552450" y="238125"/>
                </a:lnTo>
                <a:lnTo>
                  <a:pt x="552450" y="219075"/>
                </a:lnTo>
                <a:lnTo>
                  <a:pt x="561975" y="219075"/>
                </a:lnTo>
                <a:close/>
                <a:moveTo>
                  <a:pt x="1200150" y="228600"/>
                </a:moveTo>
                <a:lnTo>
                  <a:pt x="1247775" y="228600"/>
                </a:lnTo>
                <a:lnTo>
                  <a:pt x="1247775" y="238125"/>
                </a:lnTo>
                <a:lnTo>
                  <a:pt x="1257300" y="238125"/>
                </a:lnTo>
                <a:lnTo>
                  <a:pt x="1257300" y="247650"/>
                </a:lnTo>
                <a:lnTo>
                  <a:pt x="1266825" y="247650"/>
                </a:lnTo>
                <a:lnTo>
                  <a:pt x="1266825" y="257175"/>
                </a:lnTo>
                <a:lnTo>
                  <a:pt x="1247775" y="257175"/>
                </a:lnTo>
                <a:lnTo>
                  <a:pt x="1247775" y="266700"/>
                </a:lnTo>
                <a:lnTo>
                  <a:pt x="1238250" y="266700"/>
                </a:lnTo>
                <a:lnTo>
                  <a:pt x="1238250" y="257175"/>
                </a:lnTo>
                <a:lnTo>
                  <a:pt x="1228725" y="257175"/>
                </a:lnTo>
                <a:lnTo>
                  <a:pt x="1228725" y="276225"/>
                </a:lnTo>
                <a:lnTo>
                  <a:pt x="1200150" y="276225"/>
                </a:lnTo>
                <a:lnTo>
                  <a:pt x="1200150" y="295275"/>
                </a:lnTo>
                <a:lnTo>
                  <a:pt x="1190625" y="295275"/>
                </a:lnTo>
                <a:lnTo>
                  <a:pt x="1190625" y="266700"/>
                </a:lnTo>
                <a:lnTo>
                  <a:pt x="1181100" y="266700"/>
                </a:lnTo>
                <a:lnTo>
                  <a:pt x="1181100" y="238125"/>
                </a:lnTo>
                <a:lnTo>
                  <a:pt x="1200150" y="238125"/>
                </a:lnTo>
                <a:close/>
                <a:moveTo>
                  <a:pt x="1619250" y="238125"/>
                </a:moveTo>
                <a:lnTo>
                  <a:pt x="1628775" y="238125"/>
                </a:lnTo>
                <a:lnTo>
                  <a:pt x="1628775" y="247650"/>
                </a:lnTo>
                <a:lnTo>
                  <a:pt x="1638300" y="247650"/>
                </a:lnTo>
                <a:lnTo>
                  <a:pt x="1638300" y="257175"/>
                </a:lnTo>
                <a:lnTo>
                  <a:pt x="1647825" y="257175"/>
                </a:lnTo>
                <a:lnTo>
                  <a:pt x="1647825" y="266700"/>
                </a:lnTo>
                <a:lnTo>
                  <a:pt x="1628775" y="266700"/>
                </a:lnTo>
                <a:lnTo>
                  <a:pt x="1628775" y="285750"/>
                </a:lnTo>
                <a:lnTo>
                  <a:pt x="1609725" y="285750"/>
                </a:lnTo>
                <a:lnTo>
                  <a:pt x="1609725" y="266700"/>
                </a:lnTo>
                <a:lnTo>
                  <a:pt x="1600200" y="266700"/>
                </a:lnTo>
                <a:lnTo>
                  <a:pt x="1600200" y="257175"/>
                </a:lnTo>
                <a:lnTo>
                  <a:pt x="1609725" y="257175"/>
                </a:lnTo>
                <a:lnTo>
                  <a:pt x="1609725" y="247650"/>
                </a:lnTo>
                <a:lnTo>
                  <a:pt x="1619250" y="247650"/>
                </a:lnTo>
                <a:close/>
                <a:moveTo>
                  <a:pt x="1590675" y="266700"/>
                </a:moveTo>
                <a:lnTo>
                  <a:pt x="1600200" y="266700"/>
                </a:lnTo>
                <a:lnTo>
                  <a:pt x="1600200" y="276225"/>
                </a:lnTo>
                <a:lnTo>
                  <a:pt x="1590675" y="276225"/>
                </a:lnTo>
                <a:close/>
                <a:moveTo>
                  <a:pt x="1333500" y="276225"/>
                </a:moveTo>
                <a:lnTo>
                  <a:pt x="1343025" y="276225"/>
                </a:lnTo>
                <a:lnTo>
                  <a:pt x="1343025" y="285750"/>
                </a:lnTo>
                <a:lnTo>
                  <a:pt x="1333500" y="285750"/>
                </a:lnTo>
                <a:close/>
                <a:moveTo>
                  <a:pt x="1371600" y="276225"/>
                </a:moveTo>
                <a:lnTo>
                  <a:pt x="1381125" y="276225"/>
                </a:lnTo>
                <a:lnTo>
                  <a:pt x="1381125" y="285750"/>
                </a:lnTo>
                <a:lnTo>
                  <a:pt x="1371600" y="285750"/>
                </a:lnTo>
                <a:close/>
                <a:moveTo>
                  <a:pt x="1447800" y="276225"/>
                </a:moveTo>
                <a:lnTo>
                  <a:pt x="1466850" y="276225"/>
                </a:lnTo>
                <a:lnTo>
                  <a:pt x="1466850" y="285750"/>
                </a:lnTo>
                <a:lnTo>
                  <a:pt x="1476375" y="285750"/>
                </a:lnTo>
                <a:lnTo>
                  <a:pt x="1476375" y="295275"/>
                </a:lnTo>
                <a:lnTo>
                  <a:pt x="1485900" y="295275"/>
                </a:lnTo>
                <a:lnTo>
                  <a:pt x="1485900" y="314325"/>
                </a:lnTo>
                <a:lnTo>
                  <a:pt x="1504950" y="314325"/>
                </a:lnTo>
                <a:lnTo>
                  <a:pt x="1504950" y="304800"/>
                </a:lnTo>
                <a:lnTo>
                  <a:pt x="1495425" y="304800"/>
                </a:lnTo>
                <a:lnTo>
                  <a:pt x="1495425" y="295275"/>
                </a:lnTo>
                <a:lnTo>
                  <a:pt x="1562100" y="295275"/>
                </a:lnTo>
                <a:lnTo>
                  <a:pt x="1562100" y="314325"/>
                </a:lnTo>
                <a:lnTo>
                  <a:pt x="1581150" y="314325"/>
                </a:lnTo>
                <a:lnTo>
                  <a:pt x="1581150" y="323850"/>
                </a:lnTo>
                <a:lnTo>
                  <a:pt x="1600200" y="323850"/>
                </a:lnTo>
                <a:lnTo>
                  <a:pt x="1600200" y="304800"/>
                </a:lnTo>
                <a:lnTo>
                  <a:pt x="1581150" y="304800"/>
                </a:lnTo>
                <a:lnTo>
                  <a:pt x="1581150" y="285750"/>
                </a:lnTo>
                <a:lnTo>
                  <a:pt x="1609725" y="285750"/>
                </a:lnTo>
                <a:lnTo>
                  <a:pt x="1609725" y="295275"/>
                </a:lnTo>
                <a:lnTo>
                  <a:pt x="1600200" y="295275"/>
                </a:lnTo>
                <a:lnTo>
                  <a:pt x="1600200" y="304800"/>
                </a:lnTo>
                <a:lnTo>
                  <a:pt x="1619250" y="304800"/>
                </a:lnTo>
                <a:lnTo>
                  <a:pt x="1619250" y="295275"/>
                </a:lnTo>
                <a:lnTo>
                  <a:pt x="1628775" y="295275"/>
                </a:lnTo>
                <a:lnTo>
                  <a:pt x="1628775" y="304800"/>
                </a:lnTo>
                <a:lnTo>
                  <a:pt x="1647825" y="304800"/>
                </a:lnTo>
                <a:lnTo>
                  <a:pt x="1647825" y="314325"/>
                </a:lnTo>
                <a:lnTo>
                  <a:pt x="1666875" y="314325"/>
                </a:lnTo>
                <a:lnTo>
                  <a:pt x="1666875" y="304800"/>
                </a:lnTo>
                <a:lnTo>
                  <a:pt x="1685925" y="304800"/>
                </a:lnTo>
                <a:lnTo>
                  <a:pt x="1685925" y="323850"/>
                </a:lnTo>
                <a:lnTo>
                  <a:pt x="1676400" y="323850"/>
                </a:lnTo>
                <a:lnTo>
                  <a:pt x="1676400" y="419100"/>
                </a:lnTo>
                <a:lnTo>
                  <a:pt x="1666875" y="419100"/>
                </a:lnTo>
                <a:lnTo>
                  <a:pt x="1666875" y="390525"/>
                </a:lnTo>
                <a:lnTo>
                  <a:pt x="1647825" y="390525"/>
                </a:lnTo>
                <a:lnTo>
                  <a:pt x="1647825" y="400050"/>
                </a:lnTo>
                <a:lnTo>
                  <a:pt x="1638300" y="400050"/>
                </a:lnTo>
                <a:lnTo>
                  <a:pt x="1638300" y="409575"/>
                </a:lnTo>
                <a:lnTo>
                  <a:pt x="1619250" y="409575"/>
                </a:lnTo>
                <a:lnTo>
                  <a:pt x="1619250" y="400050"/>
                </a:lnTo>
                <a:lnTo>
                  <a:pt x="1609725" y="400050"/>
                </a:lnTo>
                <a:lnTo>
                  <a:pt x="1609725" y="409575"/>
                </a:lnTo>
                <a:lnTo>
                  <a:pt x="1600200" y="409575"/>
                </a:lnTo>
                <a:lnTo>
                  <a:pt x="1600200" y="428625"/>
                </a:lnTo>
                <a:lnTo>
                  <a:pt x="1619250" y="428625"/>
                </a:lnTo>
                <a:lnTo>
                  <a:pt x="1619250" y="419100"/>
                </a:lnTo>
                <a:lnTo>
                  <a:pt x="1638300" y="419100"/>
                </a:lnTo>
                <a:lnTo>
                  <a:pt x="1638300" y="428625"/>
                </a:lnTo>
                <a:lnTo>
                  <a:pt x="1657350" y="428625"/>
                </a:lnTo>
                <a:lnTo>
                  <a:pt x="1657350" y="438150"/>
                </a:lnTo>
                <a:lnTo>
                  <a:pt x="1676400" y="438150"/>
                </a:lnTo>
                <a:lnTo>
                  <a:pt x="1676400" y="457200"/>
                </a:lnTo>
                <a:lnTo>
                  <a:pt x="1685925" y="457200"/>
                </a:lnTo>
                <a:lnTo>
                  <a:pt x="1685925" y="552450"/>
                </a:lnTo>
                <a:lnTo>
                  <a:pt x="1666875" y="552450"/>
                </a:lnTo>
                <a:lnTo>
                  <a:pt x="1666875" y="561975"/>
                </a:lnTo>
                <a:lnTo>
                  <a:pt x="1657350" y="561975"/>
                </a:lnTo>
                <a:lnTo>
                  <a:pt x="1657350" y="552450"/>
                </a:lnTo>
                <a:lnTo>
                  <a:pt x="1638300" y="552450"/>
                </a:lnTo>
                <a:lnTo>
                  <a:pt x="1638300" y="542925"/>
                </a:lnTo>
                <a:lnTo>
                  <a:pt x="1628775" y="542925"/>
                </a:lnTo>
                <a:lnTo>
                  <a:pt x="1628775" y="552450"/>
                </a:lnTo>
                <a:lnTo>
                  <a:pt x="1609725" y="552450"/>
                </a:lnTo>
                <a:lnTo>
                  <a:pt x="1609725" y="542925"/>
                </a:lnTo>
                <a:lnTo>
                  <a:pt x="1590675" y="542925"/>
                </a:lnTo>
                <a:lnTo>
                  <a:pt x="1590675" y="552450"/>
                </a:lnTo>
                <a:lnTo>
                  <a:pt x="1609725" y="552450"/>
                </a:lnTo>
                <a:lnTo>
                  <a:pt x="1609725" y="571500"/>
                </a:lnTo>
                <a:lnTo>
                  <a:pt x="1657350" y="571500"/>
                </a:lnTo>
                <a:lnTo>
                  <a:pt x="1657350" y="581025"/>
                </a:lnTo>
                <a:lnTo>
                  <a:pt x="1685925" y="581025"/>
                </a:lnTo>
                <a:lnTo>
                  <a:pt x="1685925" y="600075"/>
                </a:lnTo>
                <a:lnTo>
                  <a:pt x="1695450" y="600075"/>
                </a:lnTo>
                <a:lnTo>
                  <a:pt x="1695450" y="609600"/>
                </a:lnTo>
                <a:lnTo>
                  <a:pt x="1666875" y="609600"/>
                </a:lnTo>
                <a:lnTo>
                  <a:pt x="1666875" y="600075"/>
                </a:lnTo>
                <a:lnTo>
                  <a:pt x="1657350" y="600075"/>
                </a:lnTo>
                <a:lnTo>
                  <a:pt x="1657350" y="609600"/>
                </a:lnTo>
                <a:lnTo>
                  <a:pt x="1647825" y="609600"/>
                </a:lnTo>
                <a:lnTo>
                  <a:pt x="1647825" y="600075"/>
                </a:lnTo>
                <a:lnTo>
                  <a:pt x="1638300" y="600075"/>
                </a:lnTo>
                <a:lnTo>
                  <a:pt x="1638300" y="609600"/>
                </a:lnTo>
                <a:lnTo>
                  <a:pt x="1628775" y="609600"/>
                </a:lnTo>
                <a:lnTo>
                  <a:pt x="1628775" y="600075"/>
                </a:lnTo>
                <a:lnTo>
                  <a:pt x="1609725" y="600075"/>
                </a:lnTo>
                <a:lnTo>
                  <a:pt x="1609725" y="590550"/>
                </a:lnTo>
                <a:lnTo>
                  <a:pt x="1600200" y="590550"/>
                </a:lnTo>
                <a:lnTo>
                  <a:pt x="1600200" y="581025"/>
                </a:lnTo>
                <a:lnTo>
                  <a:pt x="1590675" y="581025"/>
                </a:lnTo>
                <a:lnTo>
                  <a:pt x="1590675" y="600075"/>
                </a:lnTo>
                <a:lnTo>
                  <a:pt x="1581150" y="600075"/>
                </a:lnTo>
                <a:lnTo>
                  <a:pt x="1581150" y="609600"/>
                </a:lnTo>
                <a:lnTo>
                  <a:pt x="1571625" y="609600"/>
                </a:lnTo>
                <a:lnTo>
                  <a:pt x="1571625" y="600075"/>
                </a:lnTo>
                <a:lnTo>
                  <a:pt x="1543050" y="600075"/>
                </a:lnTo>
                <a:lnTo>
                  <a:pt x="1543050" y="590550"/>
                </a:lnTo>
                <a:lnTo>
                  <a:pt x="1524000" y="590550"/>
                </a:lnTo>
                <a:lnTo>
                  <a:pt x="1524000" y="581025"/>
                </a:lnTo>
                <a:lnTo>
                  <a:pt x="1533525" y="581025"/>
                </a:lnTo>
                <a:lnTo>
                  <a:pt x="1533525" y="523875"/>
                </a:lnTo>
                <a:lnTo>
                  <a:pt x="1543050" y="523875"/>
                </a:lnTo>
                <a:lnTo>
                  <a:pt x="1543050" y="533400"/>
                </a:lnTo>
                <a:lnTo>
                  <a:pt x="1552575" y="533400"/>
                </a:lnTo>
                <a:lnTo>
                  <a:pt x="1552575" y="504825"/>
                </a:lnTo>
                <a:lnTo>
                  <a:pt x="1543050" y="504825"/>
                </a:lnTo>
                <a:lnTo>
                  <a:pt x="1543050" y="514350"/>
                </a:lnTo>
                <a:lnTo>
                  <a:pt x="1485900" y="514350"/>
                </a:lnTo>
                <a:lnTo>
                  <a:pt x="1485900" y="504825"/>
                </a:lnTo>
                <a:lnTo>
                  <a:pt x="1466850" y="504825"/>
                </a:lnTo>
                <a:lnTo>
                  <a:pt x="1466850" y="514350"/>
                </a:lnTo>
                <a:lnTo>
                  <a:pt x="1438275" y="514350"/>
                </a:lnTo>
                <a:lnTo>
                  <a:pt x="1438275" y="495300"/>
                </a:lnTo>
                <a:lnTo>
                  <a:pt x="1447800" y="495300"/>
                </a:lnTo>
                <a:lnTo>
                  <a:pt x="1447800" y="466725"/>
                </a:lnTo>
                <a:lnTo>
                  <a:pt x="1438275" y="466725"/>
                </a:lnTo>
                <a:lnTo>
                  <a:pt x="1438275" y="447675"/>
                </a:lnTo>
                <a:lnTo>
                  <a:pt x="1447800" y="447675"/>
                </a:lnTo>
                <a:lnTo>
                  <a:pt x="1447800" y="438150"/>
                </a:lnTo>
                <a:lnTo>
                  <a:pt x="1504950" y="438150"/>
                </a:lnTo>
                <a:lnTo>
                  <a:pt x="1504950" y="428625"/>
                </a:lnTo>
                <a:lnTo>
                  <a:pt x="1514475" y="428625"/>
                </a:lnTo>
                <a:lnTo>
                  <a:pt x="1514475" y="419100"/>
                </a:lnTo>
                <a:lnTo>
                  <a:pt x="1524000" y="419100"/>
                </a:lnTo>
                <a:lnTo>
                  <a:pt x="1524000" y="409575"/>
                </a:lnTo>
                <a:lnTo>
                  <a:pt x="1533525" y="409575"/>
                </a:lnTo>
                <a:lnTo>
                  <a:pt x="1533525" y="381000"/>
                </a:lnTo>
                <a:lnTo>
                  <a:pt x="1524000" y="381000"/>
                </a:lnTo>
                <a:lnTo>
                  <a:pt x="1524000" y="400050"/>
                </a:lnTo>
                <a:lnTo>
                  <a:pt x="1514475" y="400050"/>
                </a:lnTo>
                <a:lnTo>
                  <a:pt x="1514475" y="390525"/>
                </a:lnTo>
                <a:lnTo>
                  <a:pt x="1504950" y="390525"/>
                </a:lnTo>
                <a:lnTo>
                  <a:pt x="1504950" y="409575"/>
                </a:lnTo>
                <a:lnTo>
                  <a:pt x="1495425" y="409575"/>
                </a:lnTo>
                <a:lnTo>
                  <a:pt x="1495425" y="400050"/>
                </a:lnTo>
                <a:lnTo>
                  <a:pt x="1485900" y="400050"/>
                </a:lnTo>
                <a:lnTo>
                  <a:pt x="1485900" y="419100"/>
                </a:lnTo>
                <a:lnTo>
                  <a:pt x="1476375" y="419100"/>
                </a:lnTo>
                <a:lnTo>
                  <a:pt x="1476375" y="400050"/>
                </a:lnTo>
                <a:lnTo>
                  <a:pt x="1438275" y="400050"/>
                </a:lnTo>
                <a:lnTo>
                  <a:pt x="1438275" y="409575"/>
                </a:lnTo>
                <a:lnTo>
                  <a:pt x="1428750" y="409575"/>
                </a:lnTo>
                <a:lnTo>
                  <a:pt x="1428750" y="381000"/>
                </a:lnTo>
                <a:lnTo>
                  <a:pt x="1447800" y="381000"/>
                </a:lnTo>
                <a:lnTo>
                  <a:pt x="1447800" y="390525"/>
                </a:lnTo>
                <a:lnTo>
                  <a:pt x="1476375" y="390525"/>
                </a:lnTo>
                <a:lnTo>
                  <a:pt x="1476375" y="371475"/>
                </a:lnTo>
                <a:lnTo>
                  <a:pt x="1466850" y="371475"/>
                </a:lnTo>
                <a:lnTo>
                  <a:pt x="1466850" y="361950"/>
                </a:lnTo>
                <a:lnTo>
                  <a:pt x="1457325" y="361950"/>
                </a:lnTo>
                <a:lnTo>
                  <a:pt x="1457325" y="352425"/>
                </a:lnTo>
                <a:lnTo>
                  <a:pt x="1438275" y="352425"/>
                </a:lnTo>
                <a:lnTo>
                  <a:pt x="1438275" y="333375"/>
                </a:lnTo>
                <a:lnTo>
                  <a:pt x="1447800" y="333375"/>
                </a:lnTo>
                <a:lnTo>
                  <a:pt x="1447800" y="314325"/>
                </a:lnTo>
                <a:lnTo>
                  <a:pt x="1457325" y="314325"/>
                </a:lnTo>
                <a:lnTo>
                  <a:pt x="1457325" y="323850"/>
                </a:lnTo>
                <a:lnTo>
                  <a:pt x="1466850" y="323850"/>
                </a:lnTo>
                <a:lnTo>
                  <a:pt x="1466850" y="304800"/>
                </a:lnTo>
                <a:lnTo>
                  <a:pt x="1438275" y="304800"/>
                </a:lnTo>
                <a:lnTo>
                  <a:pt x="1438275" y="295275"/>
                </a:lnTo>
                <a:lnTo>
                  <a:pt x="1419225" y="295275"/>
                </a:lnTo>
                <a:lnTo>
                  <a:pt x="1419225" y="314325"/>
                </a:lnTo>
                <a:lnTo>
                  <a:pt x="1409700" y="314325"/>
                </a:lnTo>
                <a:lnTo>
                  <a:pt x="1409700" y="323850"/>
                </a:lnTo>
                <a:lnTo>
                  <a:pt x="1390650" y="323850"/>
                </a:lnTo>
                <a:lnTo>
                  <a:pt x="1390650" y="285750"/>
                </a:lnTo>
                <a:lnTo>
                  <a:pt x="1438275" y="285750"/>
                </a:lnTo>
                <a:lnTo>
                  <a:pt x="1438275" y="295275"/>
                </a:lnTo>
                <a:lnTo>
                  <a:pt x="1447800" y="295275"/>
                </a:lnTo>
                <a:close/>
                <a:moveTo>
                  <a:pt x="142875" y="295275"/>
                </a:moveTo>
                <a:lnTo>
                  <a:pt x="152400" y="295275"/>
                </a:lnTo>
                <a:lnTo>
                  <a:pt x="152400" y="304800"/>
                </a:lnTo>
                <a:lnTo>
                  <a:pt x="161925" y="304800"/>
                </a:lnTo>
                <a:lnTo>
                  <a:pt x="161925" y="314325"/>
                </a:lnTo>
                <a:lnTo>
                  <a:pt x="142875" y="314325"/>
                </a:lnTo>
                <a:close/>
                <a:moveTo>
                  <a:pt x="133350" y="314325"/>
                </a:moveTo>
                <a:lnTo>
                  <a:pt x="142875" y="314325"/>
                </a:lnTo>
                <a:lnTo>
                  <a:pt x="142875" y="323850"/>
                </a:lnTo>
                <a:lnTo>
                  <a:pt x="133350" y="323850"/>
                </a:lnTo>
                <a:close/>
                <a:moveTo>
                  <a:pt x="1152525" y="314325"/>
                </a:moveTo>
                <a:lnTo>
                  <a:pt x="1162050" y="314325"/>
                </a:lnTo>
                <a:lnTo>
                  <a:pt x="1162050" y="323850"/>
                </a:lnTo>
                <a:lnTo>
                  <a:pt x="1152525" y="323850"/>
                </a:lnTo>
                <a:close/>
                <a:moveTo>
                  <a:pt x="1114425" y="333375"/>
                </a:moveTo>
                <a:lnTo>
                  <a:pt x="1143000" y="333375"/>
                </a:lnTo>
                <a:lnTo>
                  <a:pt x="1143000" y="342900"/>
                </a:lnTo>
                <a:lnTo>
                  <a:pt x="1152525" y="342900"/>
                </a:lnTo>
                <a:lnTo>
                  <a:pt x="1152525" y="333375"/>
                </a:lnTo>
                <a:lnTo>
                  <a:pt x="1162050" y="333375"/>
                </a:lnTo>
                <a:lnTo>
                  <a:pt x="1162050" y="381000"/>
                </a:lnTo>
                <a:lnTo>
                  <a:pt x="1152525" y="381000"/>
                </a:lnTo>
                <a:lnTo>
                  <a:pt x="1152525" y="390525"/>
                </a:lnTo>
                <a:lnTo>
                  <a:pt x="1143000" y="390525"/>
                </a:lnTo>
                <a:lnTo>
                  <a:pt x="1143000" y="419100"/>
                </a:lnTo>
                <a:lnTo>
                  <a:pt x="1152525" y="419100"/>
                </a:lnTo>
                <a:lnTo>
                  <a:pt x="1152525" y="428625"/>
                </a:lnTo>
                <a:lnTo>
                  <a:pt x="1143000" y="428625"/>
                </a:lnTo>
                <a:lnTo>
                  <a:pt x="1143000" y="438150"/>
                </a:lnTo>
                <a:lnTo>
                  <a:pt x="1133475" y="438150"/>
                </a:lnTo>
                <a:lnTo>
                  <a:pt x="1133475" y="409575"/>
                </a:lnTo>
                <a:lnTo>
                  <a:pt x="1123950" y="409575"/>
                </a:lnTo>
                <a:lnTo>
                  <a:pt x="1123950" y="419100"/>
                </a:lnTo>
                <a:lnTo>
                  <a:pt x="1114425" y="419100"/>
                </a:lnTo>
                <a:lnTo>
                  <a:pt x="1114425" y="428625"/>
                </a:lnTo>
                <a:lnTo>
                  <a:pt x="1123950" y="428625"/>
                </a:lnTo>
                <a:lnTo>
                  <a:pt x="1123950" y="438150"/>
                </a:lnTo>
                <a:lnTo>
                  <a:pt x="1104900" y="438150"/>
                </a:lnTo>
                <a:lnTo>
                  <a:pt x="1104900" y="457200"/>
                </a:lnTo>
                <a:lnTo>
                  <a:pt x="1095375" y="457200"/>
                </a:lnTo>
                <a:lnTo>
                  <a:pt x="1095375" y="466725"/>
                </a:lnTo>
                <a:lnTo>
                  <a:pt x="1085850" y="466725"/>
                </a:lnTo>
                <a:lnTo>
                  <a:pt x="1085850" y="476250"/>
                </a:lnTo>
                <a:lnTo>
                  <a:pt x="1076325" y="476250"/>
                </a:lnTo>
                <a:lnTo>
                  <a:pt x="1076325" y="466725"/>
                </a:lnTo>
                <a:lnTo>
                  <a:pt x="1066800" y="466725"/>
                </a:lnTo>
                <a:lnTo>
                  <a:pt x="1066800" y="485775"/>
                </a:lnTo>
                <a:lnTo>
                  <a:pt x="1076325" y="485775"/>
                </a:lnTo>
                <a:lnTo>
                  <a:pt x="1076325" y="514350"/>
                </a:lnTo>
                <a:lnTo>
                  <a:pt x="1047750" y="514350"/>
                </a:lnTo>
                <a:lnTo>
                  <a:pt x="1047750" y="504825"/>
                </a:lnTo>
                <a:lnTo>
                  <a:pt x="1028700" y="504825"/>
                </a:lnTo>
                <a:lnTo>
                  <a:pt x="1028700" y="514350"/>
                </a:lnTo>
                <a:lnTo>
                  <a:pt x="1047750" y="514350"/>
                </a:lnTo>
                <a:lnTo>
                  <a:pt x="1047750" y="523875"/>
                </a:lnTo>
                <a:lnTo>
                  <a:pt x="1066800" y="523875"/>
                </a:lnTo>
                <a:lnTo>
                  <a:pt x="1066800" y="533400"/>
                </a:lnTo>
                <a:lnTo>
                  <a:pt x="1047750" y="533400"/>
                </a:lnTo>
                <a:lnTo>
                  <a:pt x="1047750" y="542925"/>
                </a:lnTo>
                <a:lnTo>
                  <a:pt x="1028700" y="542925"/>
                </a:lnTo>
                <a:lnTo>
                  <a:pt x="1028700" y="533400"/>
                </a:lnTo>
                <a:lnTo>
                  <a:pt x="1019175" y="533400"/>
                </a:lnTo>
                <a:lnTo>
                  <a:pt x="1019175" y="523875"/>
                </a:lnTo>
                <a:lnTo>
                  <a:pt x="1000125" y="523875"/>
                </a:lnTo>
                <a:lnTo>
                  <a:pt x="1000125" y="514350"/>
                </a:lnTo>
                <a:lnTo>
                  <a:pt x="990600" y="514350"/>
                </a:lnTo>
                <a:lnTo>
                  <a:pt x="990600" y="504825"/>
                </a:lnTo>
                <a:lnTo>
                  <a:pt x="1000125" y="504825"/>
                </a:lnTo>
                <a:lnTo>
                  <a:pt x="1000125" y="495300"/>
                </a:lnTo>
                <a:lnTo>
                  <a:pt x="971550" y="495300"/>
                </a:lnTo>
                <a:lnTo>
                  <a:pt x="971550" y="514350"/>
                </a:lnTo>
                <a:lnTo>
                  <a:pt x="990600" y="514350"/>
                </a:lnTo>
                <a:lnTo>
                  <a:pt x="990600" y="533400"/>
                </a:lnTo>
                <a:lnTo>
                  <a:pt x="1000125" y="533400"/>
                </a:lnTo>
                <a:lnTo>
                  <a:pt x="1000125" y="552450"/>
                </a:lnTo>
                <a:lnTo>
                  <a:pt x="1009650" y="552450"/>
                </a:lnTo>
                <a:lnTo>
                  <a:pt x="1009650" y="561975"/>
                </a:lnTo>
                <a:lnTo>
                  <a:pt x="1019175" y="561975"/>
                </a:lnTo>
                <a:lnTo>
                  <a:pt x="1019175" y="571500"/>
                </a:lnTo>
                <a:lnTo>
                  <a:pt x="990600" y="571500"/>
                </a:lnTo>
                <a:lnTo>
                  <a:pt x="990600" y="542925"/>
                </a:lnTo>
                <a:lnTo>
                  <a:pt x="981075" y="542925"/>
                </a:lnTo>
                <a:lnTo>
                  <a:pt x="981075" y="523875"/>
                </a:lnTo>
                <a:lnTo>
                  <a:pt x="962025" y="523875"/>
                </a:lnTo>
                <a:lnTo>
                  <a:pt x="962025" y="552450"/>
                </a:lnTo>
                <a:lnTo>
                  <a:pt x="923925" y="552450"/>
                </a:lnTo>
                <a:lnTo>
                  <a:pt x="923925" y="542925"/>
                </a:lnTo>
                <a:lnTo>
                  <a:pt x="914400" y="542925"/>
                </a:lnTo>
                <a:lnTo>
                  <a:pt x="914400" y="552450"/>
                </a:lnTo>
                <a:lnTo>
                  <a:pt x="885825" y="552450"/>
                </a:lnTo>
                <a:lnTo>
                  <a:pt x="885825" y="533400"/>
                </a:lnTo>
                <a:lnTo>
                  <a:pt x="904875" y="533400"/>
                </a:lnTo>
                <a:lnTo>
                  <a:pt x="904875" y="514350"/>
                </a:lnTo>
                <a:lnTo>
                  <a:pt x="895350" y="514350"/>
                </a:lnTo>
                <a:lnTo>
                  <a:pt x="895350" y="504825"/>
                </a:lnTo>
                <a:lnTo>
                  <a:pt x="885825" y="504825"/>
                </a:lnTo>
                <a:lnTo>
                  <a:pt x="885825" y="495300"/>
                </a:lnTo>
                <a:lnTo>
                  <a:pt x="914400" y="495300"/>
                </a:lnTo>
                <a:lnTo>
                  <a:pt x="914400" y="504825"/>
                </a:lnTo>
                <a:lnTo>
                  <a:pt x="923925" y="504825"/>
                </a:lnTo>
                <a:lnTo>
                  <a:pt x="923925" y="495300"/>
                </a:lnTo>
                <a:lnTo>
                  <a:pt x="952500" y="495300"/>
                </a:lnTo>
                <a:lnTo>
                  <a:pt x="952500" y="485775"/>
                </a:lnTo>
                <a:lnTo>
                  <a:pt x="962025" y="485775"/>
                </a:lnTo>
                <a:lnTo>
                  <a:pt x="962025" y="466725"/>
                </a:lnTo>
                <a:lnTo>
                  <a:pt x="981075" y="466725"/>
                </a:lnTo>
                <a:lnTo>
                  <a:pt x="981075" y="447675"/>
                </a:lnTo>
                <a:lnTo>
                  <a:pt x="971550" y="447675"/>
                </a:lnTo>
                <a:lnTo>
                  <a:pt x="971550" y="400050"/>
                </a:lnTo>
                <a:lnTo>
                  <a:pt x="981075" y="400050"/>
                </a:lnTo>
                <a:lnTo>
                  <a:pt x="981075" y="390525"/>
                </a:lnTo>
                <a:lnTo>
                  <a:pt x="1000125" y="390525"/>
                </a:lnTo>
                <a:lnTo>
                  <a:pt x="1000125" y="419100"/>
                </a:lnTo>
                <a:lnTo>
                  <a:pt x="1019175" y="419100"/>
                </a:lnTo>
                <a:lnTo>
                  <a:pt x="1019175" y="400050"/>
                </a:lnTo>
                <a:lnTo>
                  <a:pt x="1047750" y="400050"/>
                </a:lnTo>
                <a:lnTo>
                  <a:pt x="1047750" y="390525"/>
                </a:lnTo>
                <a:lnTo>
                  <a:pt x="1057275" y="390525"/>
                </a:lnTo>
                <a:lnTo>
                  <a:pt x="1057275" y="381000"/>
                </a:lnTo>
                <a:lnTo>
                  <a:pt x="1066800" y="381000"/>
                </a:lnTo>
                <a:lnTo>
                  <a:pt x="1066800" y="371475"/>
                </a:lnTo>
                <a:lnTo>
                  <a:pt x="1076325" y="371475"/>
                </a:lnTo>
                <a:lnTo>
                  <a:pt x="1076325" y="352425"/>
                </a:lnTo>
                <a:lnTo>
                  <a:pt x="1095375" y="352425"/>
                </a:lnTo>
                <a:lnTo>
                  <a:pt x="1095375" y="371475"/>
                </a:lnTo>
                <a:lnTo>
                  <a:pt x="1076325" y="371475"/>
                </a:lnTo>
                <a:lnTo>
                  <a:pt x="1076325" y="390525"/>
                </a:lnTo>
                <a:lnTo>
                  <a:pt x="1085850" y="390525"/>
                </a:lnTo>
                <a:lnTo>
                  <a:pt x="1085850" y="381000"/>
                </a:lnTo>
                <a:lnTo>
                  <a:pt x="1095375" y="381000"/>
                </a:lnTo>
                <a:lnTo>
                  <a:pt x="1095375" y="371475"/>
                </a:lnTo>
                <a:lnTo>
                  <a:pt x="1104900" y="371475"/>
                </a:lnTo>
                <a:lnTo>
                  <a:pt x="1104900" y="361950"/>
                </a:lnTo>
                <a:lnTo>
                  <a:pt x="1114425" y="361950"/>
                </a:lnTo>
                <a:close/>
                <a:moveTo>
                  <a:pt x="1219200" y="342900"/>
                </a:moveTo>
                <a:lnTo>
                  <a:pt x="1228725" y="342900"/>
                </a:lnTo>
                <a:lnTo>
                  <a:pt x="1228725" y="352425"/>
                </a:lnTo>
                <a:lnTo>
                  <a:pt x="1219200" y="352425"/>
                </a:lnTo>
                <a:close/>
                <a:moveTo>
                  <a:pt x="1609725" y="342900"/>
                </a:moveTo>
                <a:lnTo>
                  <a:pt x="1619250" y="342900"/>
                </a:lnTo>
                <a:lnTo>
                  <a:pt x="1619250" y="333375"/>
                </a:lnTo>
                <a:lnTo>
                  <a:pt x="1609725" y="333375"/>
                </a:lnTo>
                <a:close/>
                <a:moveTo>
                  <a:pt x="923925" y="352425"/>
                </a:moveTo>
                <a:lnTo>
                  <a:pt x="962025" y="352425"/>
                </a:lnTo>
                <a:lnTo>
                  <a:pt x="962025" y="361950"/>
                </a:lnTo>
                <a:lnTo>
                  <a:pt x="952500" y="361950"/>
                </a:lnTo>
                <a:lnTo>
                  <a:pt x="952500" y="371475"/>
                </a:lnTo>
                <a:lnTo>
                  <a:pt x="942975" y="371475"/>
                </a:lnTo>
                <a:lnTo>
                  <a:pt x="942975" y="361950"/>
                </a:lnTo>
                <a:lnTo>
                  <a:pt x="923925" y="361950"/>
                </a:lnTo>
                <a:close/>
                <a:moveTo>
                  <a:pt x="1009650" y="352425"/>
                </a:moveTo>
                <a:lnTo>
                  <a:pt x="1028700" y="352425"/>
                </a:lnTo>
                <a:lnTo>
                  <a:pt x="1028700" y="361950"/>
                </a:lnTo>
                <a:lnTo>
                  <a:pt x="1009650" y="361950"/>
                </a:lnTo>
                <a:close/>
                <a:moveTo>
                  <a:pt x="1028700" y="361950"/>
                </a:moveTo>
                <a:lnTo>
                  <a:pt x="1038225" y="361950"/>
                </a:lnTo>
                <a:lnTo>
                  <a:pt x="1038225" y="371475"/>
                </a:lnTo>
                <a:lnTo>
                  <a:pt x="1028700" y="371475"/>
                </a:lnTo>
                <a:close/>
                <a:moveTo>
                  <a:pt x="1600200" y="361950"/>
                </a:moveTo>
                <a:lnTo>
                  <a:pt x="1628775" y="361950"/>
                </a:lnTo>
                <a:lnTo>
                  <a:pt x="1628775" y="371475"/>
                </a:lnTo>
                <a:lnTo>
                  <a:pt x="1609725" y="371475"/>
                </a:lnTo>
                <a:lnTo>
                  <a:pt x="1609725" y="381000"/>
                </a:lnTo>
                <a:lnTo>
                  <a:pt x="1647825" y="381000"/>
                </a:lnTo>
                <a:lnTo>
                  <a:pt x="1647825" y="371475"/>
                </a:lnTo>
                <a:lnTo>
                  <a:pt x="1657350" y="371475"/>
                </a:lnTo>
                <a:lnTo>
                  <a:pt x="1657350" y="361950"/>
                </a:lnTo>
                <a:lnTo>
                  <a:pt x="1666875" y="361950"/>
                </a:lnTo>
                <a:lnTo>
                  <a:pt x="1666875" y="352425"/>
                </a:lnTo>
                <a:lnTo>
                  <a:pt x="1657350" y="352425"/>
                </a:lnTo>
                <a:lnTo>
                  <a:pt x="1657350" y="342900"/>
                </a:lnTo>
                <a:lnTo>
                  <a:pt x="1647825" y="342900"/>
                </a:lnTo>
                <a:lnTo>
                  <a:pt x="1647825" y="352425"/>
                </a:lnTo>
                <a:lnTo>
                  <a:pt x="1638300" y="352425"/>
                </a:lnTo>
                <a:lnTo>
                  <a:pt x="1638300" y="333375"/>
                </a:lnTo>
                <a:lnTo>
                  <a:pt x="1628775" y="333375"/>
                </a:lnTo>
                <a:lnTo>
                  <a:pt x="1628775" y="352425"/>
                </a:lnTo>
                <a:lnTo>
                  <a:pt x="1600200" y="352425"/>
                </a:lnTo>
                <a:close/>
                <a:moveTo>
                  <a:pt x="657225" y="371475"/>
                </a:moveTo>
                <a:lnTo>
                  <a:pt x="666750" y="371475"/>
                </a:lnTo>
                <a:lnTo>
                  <a:pt x="666750" y="390525"/>
                </a:lnTo>
                <a:lnTo>
                  <a:pt x="657225" y="390525"/>
                </a:lnTo>
                <a:close/>
                <a:moveTo>
                  <a:pt x="219075" y="381000"/>
                </a:moveTo>
                <a:lnTo>
                  <a:pt x="228600" y="381000"/>
                </a:lnTo>
                <a:lnTo>
                  <a:pt x="228600" y="390525"/>
                </a:lnTo>
                <a:lnTo>
                  <a:pt x="219075" y="390525"/>
                </a:lnTo>
                <a:close/>
                <a:moveTo>
                  <a:pt x="123825" y="390525"/>
                </a:moveTo>
                <a:lnTo>
                  <a:pt x="142875" y="390525"/>
                </a:lnTo>
                <a:lnTo>
                  <a:pt x="142875" y="400050"/>
                </a:lnTo>
                <a:lnTo>
                  <a:pt x="123825" y="400050"/>
                </a:lnTo>
                <a:close/>
                <a:moveTo>
                  <a:pt x="923925" y="390525"/>
                </a:moveTo>
                <a:lnTo>
                  <a:pt x="933450" y="390525"/>
                </a:lnTo>
                <a:lnTo>
                  <a:pt x="933450" y="400050"/>
                </a:lnTo>
                <a:lnTo>
                  <a:pt x="923925" y="400050"/>
                </a:lnTo>
                <a:close/>
                <a:moveTo>
                  <a:pt x="142875" y="400050"/>
                </a:moveTo>
                <a:lnTo>
                  <a:pt x="152400" y="400050"/>
                </a:lnTo>
                <a:lnTo>
                  <a:pt x="152400" y="409575"/>
                </a:lnTo>
                <a:lnTo>
                  <a:pt x="142875" y="409575"/>
                </a:lnTo>
                <a:close/>
                <a:moveTo>
                  <a:pt x="1095375" y="409575"/>
                </a:moveTo>
                <a:lnTo>
                  <a:pt x="1114425" y="409575"/>
                </a:lnTo>
                <a:lnTo>
                  <a:pt x="1114425" y="400050"/>
                </a:lnTo>
                <a:lnTo>
                  <a:pt x="1104900" y="400050"/>
                </a:lnTo>
                <a:lnTo>
                  <a:pt x="1104900" y="390525"/>
                </a:lnTo>
                <a:lnTo>
                  <a:pt x="1095375" y="390525"/>
                </a:lnTo>
                <a:close/>
                <a:moveTo>
                  <a:pt x="962025" y="447675"/>
                </a:moveTo>
                <a:lnTo>
                  <a:pt x="971550" y="447675"/>
                </a:lnTo>
                <a:lnTo>
                  <a:pt x="971550" y="457200"/>
                </a:lnTo>
                <a:lnTo>
                  <a:pt x="962025" y="457200"/>
                </a:lnTo>
                <a:close/>
                <a:moveTo>
                  <a:pt x="1114425" y="447675"/>
                </a:moveTo>
                <a:lnTo>
                  <a:pt x="1123950" y="447675"/>
                </a:lnTo>
                <a:lnTo>
                  <a:pt x="1123950" y="457200"/>
                </a:lnTo>
                <a:lnTo>
                  <a:pt x="1114425" y="457200"/>
                </a:lnTo>
                <a:close/>
                <a:moveTo>
                  <a:pt x="1009650" y="457200"/>
                </a:moveTo>
                <a:lnTo>
                  <a:pt x="1028700" y="457200"/>
                </a:lnTo>
                <a:lnTo>
                  <a:pt x="1028700" y="447675"/>
                </a:lnTo>
                <a:lnTo>
                  <a:pt x="1009650" y="447675"/>
                </a:lnTo>
                <a:close/>
                <a:moveTo>
                  <a:pt x="933450" y="476250"/>
                </a:moveTo>
                <a:lnTo>
                  <a:pt x="942975" y="476250"/>
                </a:lnTo>
                <a:lnTo>
                  <a:pt x="942975" y="485775"/>
                </a:lnTo>
                <a:lnTo>
                  <a:pt x="933450" y="485775"/>
                </a:lnTo>
                <a:close/>
                <a:moveTo>
                  <a:pt x="1476375" y="476250"/>
                </a:moveTo>
                <a:lnTo>
                  <a:pt x="1495425" y="476250"/>
                </a:lnTo>
                <a:lnTo>
                  <a:pt x="1495425" y="466725"/>
                </a:lnTo>
                <a:lnTo>
                  <a:pt x="1476375" y="466725"/>
                </a:lnTo>
                <a:close/>
                <a:moveTo>
                  <a:pt x="1514475" y="485775"/>
                </a:moveTo>
                <a:lnTo>
                  <a:pt x="1543050" y="485775"/>
                </a:lnTo>
                <a:lnTo>
                  <a:pt x="1543050" y="466725"/>
                </a:lnTo>
                <a:lnTo>
                  <a:pt x="1524000" y="466725"/>
                </a:lnTo>
                <a:lnTo>
                  <a:pt x="1524000" y="476250"/>
                </a:lnTo>
                <a:lnTo>
                  <a:pt x="1514475" y="476250"/>
                </a:lnTo>
                <a:close/>
                <a:moveTo>
                  <a:pt x="1600200" y="485775"/>
                </a:moveTo>
                <a:lnTo>
                  <a:pt x="1609725" y="485775"/>
                </a:lnTo>
                <a:lnTo>
                  <a:pt x="1609725" y="476250"/>
                </a:lnTo>
                <a:lnTo>
                  <a:pt x="1600200" y="476250"/>
                </a:lnTo>
                <a:close/>
                <a:moveTo>
                  <a:pt x="1057275" y="504825"/>
                </a:moveTo>
                <a:lnTo>
                  <a:pt x="1066800" y="504825"/>
                </a:lnTo>
                <a:lnTo>
                  <a:pt x="1066800" y="495300"/>
                </a:lnTo>
                <a:lnTo>
                  <a:pt x="1057275" y="495300"/>
                </a:lnTo>
                <a:close/>
                <a:moveTo>
                  <a:pt x="142875" y="514350"/>
                </a:moveTo>
                <a:lnTo>
                  <a:pt x="152400" y="514350"/>
                </a:lnTo>
                <a:lnTo>
                  <a:pt x="152400" y="523875"/>
                </a:lnTo>
                <a:lnTo>
                  <a:pt x="142875" y="523875"/>
                </a:lnTo>
                <a:close/>
                <a:moveTo>
                  <a:pt x="1609725" y="514350"/>
                </a:moveTo>
                <a:lnTo>
                  <a:pt x="1619250" y="514350"/>
                </a:lnTo>
                <a:lnTo>
                  <a:pt x="1619250" y="504825"/>
                </a:lnTo>
                <a:lnTo>
                  <a:pt x="1609725" y="504825"/>
                </a:lnTo>
                <a:close/>
                <a:moveTo>
                  <a:pt x="228600" y="523875"/>
                </a:moveTo>
                <a:lnTo>
                  <a:pt x="276225" y="523875"/>
                </a:lnTo>
                <a:lnTo>
                  <a:pt x="276225" y="552450"/>
                </a:lnTo>
                <a:lnTo>
                  <a:pt x="266700" y="552450"/>
                </a:lnTo>
                <a:lnTo>
                  <a:pt x="266700" y="533400"/>
                </a:lnTo>
                <a:lnTo>
                  <a:pt x="257175" y="533400"/>
                </a:lnTo>
                <a:lnTo>
                  <a:pt x="257175" y="542925"/>
                </a:lnTo>
                <a:lnTo>
                  <a:pt x="247650" y="542925"/>
                </a:lnTo>
                <a:lnTo>
                  <a:pt x="247650" y="552450"/>
                </a:lnTo>
                <a:lnTo>
                  <a:pt x="238125" y="552450"/>
                </a:lnTo>
                <a:lnTo>
                  <a:pt x="238125" y="533400"/>
                </a:lnTo>
                <a:lnTo>
                  <a:pt x="228600" y="533400"/>
                </a:lnTo>
                <a:close/>
                <a:moveTo>
                  <a:pt x="1476375" y="523875"/>
                </a:moveTo>
                <a:lnTo>
                  <a:pt x="1495425" y="523875"/>
                </a:lnTo>
                <a:lnTo>
                  <a:pt x="1495425" y="542925"/>
                </a:lnTo>
                <a:lnTo>
                  <a:pt x="1466850" y="542925"/>
                </a:lnTo>
                <a:lnTo>
                  <a:pt x="1466850" y="533400"/>
                </a:lnTo>
                <a:lnTo>
                  <a:pt x="1476375" y="533400"/>
                </a:lnTo>
                <a:close/>
                <a:moveTo>
                  <a:pt x="314325" y="533400"/>
                </a:moveTo>
                <a:lnTo>
                  <a:pt x="323850" y="533400"/>
                </a:lnTo>
                <a:lnTo>
                  <a:pt x="323850" y="542925"/>
                </a:lnTo>
                <a:lnTo>
                  <a:pt x="333375" y="542925"/>
                </a:lnTo>
                <a:lnTo>
                  <a:pt x="333375" y="571500"/>
                </a:lnTo>
                <a:lnTo>
                  <a:pt x="323850" y="571500"/>
                </a:lnTo>
                <a:lnTo>
                  <a:pt x="323850" y="581025"/>
                </a:lnTo>
                <a:lnTo>
                  <a:pt x="314325" y="581025"/>
                </a:lnTo>
                <a:lnTo>
                  <a:pt x="314325" y="571500"/>
                </a:lnTo>
                <a:lnTo>
                  <a:pt x="304800" y="571500"/>
                </a:lnTo>
                <a:lnTo>
                  <a:pt x="304800" y="552450"/>
                </a:lnTo>
                <a:lnTo>
                  <a:pt x="295275" y="552450"/>
                </a:lnTo>
                <a:lnTo>
                  <a:pt x="295275" y="542925"/>
                </a:lnTo>
                <a:lnTo>
                  <a:pt x="304800" y="542925"/>
                </a:lnTo>
                <a:lnTo>
                  <a:pt x="304800" y="552450"/>
                </a:lnTo>
                <a:lnTo>
                  <a:pt x="314325" y="552450"/>
                </a:lnTo>
                <a:close/>
                <a:moveTo>
                  <a:pt x="1057275" y="561975"/>
                </a:moveTo>
                <a:lnTo>
                  <a:pt x="1066800" y="561975"/>
                </a:lnTo>
                <a:lnTo>
                  <a:pt x="1066800" y="571500"/>
                </a:lnTo>
                <a:lnTo>
                  <a:pt x="1085850" y="571500"/>
                </a:lnTo>
                <a:lnTo>
                  <a:pt x="1085850" y="590550"/>
                </a:lnTo>
                <a:lnTo>
                  <a:pt x="1066800" y="590550"/>
                </a:lnTo>
                <a:lnTo>
                  <a:pt x="1066800" y="600075"/>
                </a:lnTo>
                <a:lnTo>
                  <a:pt x="1057275" y="600075"/>
                </a:lnTo>
                <a:lnTo>
                  <a:pt x="1057275" y="590550"/>
                </a:lnTo>
                <a:lnTo>
                  <a:pt x="1047750" y="590550"/>
                </a:lnTo>
                <a:lnTo>
                  <a:pt x="1047750" y="571500"/>
                </a:lnTo>
                <a:lnTo>
                  <a:pt x="1057275" y="571500"/>
                </a:lnTo>
                <a:close/>
                <a:moveTo>
                  <a:pt x="1447800" y="561975"/>
                </a:moveTo>
                <a:lnTo>
                  <a:pt x="1457325" y="561975"/>
                </a:lnTo>
                <a:lnTo>
                  <a:pt x="1457325" y="581025"/>
                </a:lnTo>
                <a:lnTo>
                  <a:pt x="1447800" y="581025"/>
                </a:lnTo>
                <a:close/>
                <a:moveTo>
                  <a:pt x="247650" y="571500"/>
                </a:moveTo>
                <a:lnTo>
                  <a:pt x="266700" y="571500"/>
                </a:lnTo>
                <a:lnTo>
                  <a:pt x="266700" y="590550"/>
                </a:lnTo>
                <a:lnTo>
                  <a:pt x="247650" y="590550"/>
                </a:lnTo>
                <a:close/>
                <a:moveTo>
                  <a:pt x="1495425" y="571500"/>
                </a:moveTo>
                <a:lnTo>
                  <a:pt x="1504950" y="571500"/>
                </a:lnTo>
                <a:lnTo>
                  <a:pt x="1504950" y="609600"/>
                </a:lnTo>
                <a:lnTo>
                  <a:pt x="1457325" y="609600"/>
                </a:lnTo>
                <a:lnTo>
                  <a:pt x="1457325" y="600075"/>
                </a:lnTo>
                <a:lnTo>
                  <a:pt x="1485900" y="600075"/>
                </a:lnTo>
                <a:lnTo>
                  <a:pt x="1485900" y="581025"/>
                </a:lnTo>
                <a:lnTo>
                  <a:pt x="1495425" y="581025"/>
                </a:lnTo>
                <a:close/>
                <a:moveTo>
                  <a:pt x="1362075" y="590550"/>
                </a:moveTo>
                <a:lnTo>
                  <a:pt x="1390650" y="590550"/>
                </a:lnTo>
                <a:lnTo>
                  <a:pt x="1390650" y="600075"/>
                </a:lnTo>
                <a:lnTo>
                  <a:pt x="1400175" y="600075"/>
                </a:lnTo>
                <a:lnTo>
                  <a:pt x="1400175" y="619125"/>
                </a:lnTo>
                <a:lnTo>
                  <a:pt x="1362075" y="619125"/>
                </a:lnTo>
                <a:close/>
                <a:moveTo>
                  <a:pt x="1409700" y="600075"/>
                </a:moveTo>
                <a:lnTo>
                  <a:pt x="1419225" y="600075"/>
                </a:lnTo>
                <a:lnTo>
                  <a:pt x="1419225" y="619125"/>
                </a:lnTo>
                <a:lnTo>
                  <a:pt x="1409700" y="619125"/>
                </a:lnTo>
                <a:close/>
                <a:moveTo>
                  <a:pt x="1285875" y="609600"/>
                </a:moveTo>
                <a:lnTo>
                  <a:pt x="1295400" y="609600"/>
                </a:lnTo>
                <a:lnTo>
                  <a:pt x="1295400" y="619125"/>
                </a:lnTo>
                <a:lnTo>
                  <a:pt x="1285875" y="619125"/>
                </a:lnTo>
                <a:close/>
                <a:moveTo>
                  <a:pt x="1066800" y="619125"/>
                </a:moveTo>
                <a:lnTo>
                  <a:pt x="1076325" y="619125"/>
                </a:lnTo>
                <a:lnTo>
                  <a:pt x="1076325" y="628650"/>
                </a:lnTo>
                <a:lnTo>
                  <a:pt x="1085850" y="628650"/>
                </a:lnTo>
                <a:lnTo>
                  <a:pt x="1085850" y="638175"/>
                </a:lnTo>
                <a:lnTo>
                  <a:pt x="1057275" y="638175"/>
                </a:lnTo>
                <a:lnTo>
                  <a:pt x="1057275" y="647700"/>
                </a:lnTo>
                <a:lnTo>
                  <a:pt x="1047750" y="647700"/>
                </a:lnTo>
                <a:lnTo>
                  <a:pt x="1047750" y="628650"/>
                </a:lnTo>
                <a:lnTo>
                  <a:pt x="1066800" y="628650"/>
                </a:lnTo>
                <a:close/>
                <a:moveTo>
                  <a:pt x="1571625" y="619125"/>
                </a:moveTo>
                <a:lnTo>
                  <a:pt x="1581150" y="619125"/>
                </a:lnTo>
                <a:lnTo>
                  <a:pt x="1581150" y="628650"/>
                </a:lnTo>
                <a:lnTo>
                  <a:pt x="1571625" y="628650"/>
                </a:lnTo>
                <a:close/>
                <a:moveTo>
                  <a:pt x="1171575" y="647700"/>
                </a:moveTo>
                <a:lnTo>
                  <a:pt x="1200150" y="647700"/>
                </a:lnTo>
                <a:lnTo>
                  <a:pt x="1200150" y="657225"/>
                </a:lnTo>
                <a:lnTo>
                  <a:pt x="1171575" y="657225"/>
                </a:lnTo>
                <a:close/>
                <a:moveTo>
                  <a:pt x="1190625" y="676275"/>
                </a:moveTo>
                <a:lnTo>
                  <a:pt x="1200150" y="676275"/>
                </a:lnTo>
                <a:lnTo>
                  <a:pt x="1200150" y="685800"/>
                </a:lnTo>
                <a:lnTo>
                  <a:pt x="1190625" y="685800"/>
                </a:lnTo>
                <a:close/>
                <a:moveTo>
                  <a:pt x="1209675" y="685800"/>
                </a:moveTo>
                <a:lnTo>
                  <a:pt x="1219200" y="685800"/>
                </a:lnTo>
                <a:lnTo>
                  <a:pt x="1219200" y="695325"/>
                </a:lnTo>
                <a:lnTo>
                  <a:pt x="1209675" y="695325"/>
                </a:lnTo>
                <a:close/>
                <a:moveTo>
                  <a:pt x="1200150" y="695325"/>
                </a:moveTo>
                <a:lnTo>
                  <a:pt x="1209675" y="695325"/>
                </a:lnTo>
                <a:lnTo>
                  <a:pt x="1209675" y="704850"/>
                </a:lnTo>
                <a:lnTo>
                  <a:pt x="1200150" y="704850"/>
                </a:lnTo>
                <a:close/>
                <a:moveTo>
                  <a:pt x="1285875" y="695325"/>
                </a:moveTo>
                <a:lnTo>
                  <a:pt x="1295400" y="695325"/>
                </a:lnTo>
                <a:lnTo>
                  <a:pt x="1295400" y="704850"/>
                </a:lnTo>
                <a:lnTo>
                  <a:pt x="1285875" y="704850"/>
                </a:lnTo>
                <a:close/>
                <a:moveTo>
                  <a:pt x="1304925" y="695325"/>
                </a:moveTo>
                <a:lnTo>
                  <a:pt x="1323975" y="695325"/>
                </a:lnTo>
                <a:lnTo>
                  <a:pt x="1323975" y="704850"/>
                </a:lnTo>
                <a:lnTo>
                  <a:pt x="1343025" y="704850"/>
                </a:lnTo>
                <a:lnTo>
                  <a:pt x="1343025" y="695325"/>
                </a:lnTo>
                <a:lnTo>
                  <a:pt x="1428750" y="695325"/>
                </a:lnTo>
                <a:lnTo>
                  <a:pt x="1428750" y="723900"/>
                </a:lnTo>
                <a:lnTo>
                  <a:pt x="1390650" y="723900"/>
                </a:lnTo>
                <a:lnTo>
                  <a:pt x="1390650" y="733425"/>
                </a:lnTo>
                <a:lnTo>
                  <a:pt x="1428750" y="733425"/>
                </a:lnTo>
                <a:lnTo>
                  <a:pt x="1428750" y="723900"/>
                </a:lnTo>
                <a:lnTo>
                  <a:pt x="1457325" y="723900"/>
                </a:lnTo>
                <a:lnTo>
                  <a:pt x="1457325" y="695325"/>
                </a:lnTo>
                <a:lnTo>
                  <a:pt x="1552575" y="695325"/>
                </a:lnTo>
                <a:lnTo>
                  <a:pt x="1552575" y="714375"/>
                </a:lnTo>
                <a:lnTo>
                  <a:pt x="1476375" y="714375"/>
                </a:lnTo>
                <a:lnTo>
                  <a:pt x="1476375" y="723900"/>
                </a:lnTo>
                <a:lnTo>
                  <a:pt x="1466850" y="723900"/>
                </a:lnTo>
                <a:lnTo>
                  <a:pt x="1466850" y="742950"/>
                </a:lnTo>
                <a:lnTo>
                  <a:pt x="1457325" y="742950"/>
                </a:lnTo>
                <a:lnTo>
                  <a:pt x="1457325" y="752475"/>
                </a:lnTo>
                <a:lnTo>
                  <a:pt x="1419225" y="752475"/>
                </a:lnTo>
                <a:lnTo>
                  <a:pt x="1419225" y="781050"/>
                </a:lnTo>
                <a:lnTo>
                  <a:pt x="1400175" y="781050"/>
                </a:lnTo>
                <a:lnTo>
                  <a:pt x="1400175" y="742950"/>
                </a:lnTo>
                <a:lnTo>
                  <a:pt x="1390650" y="742950"/>
                </a:lnTo>
                <a:lnTo>
                  <a:pt x="1390650" y="752475"/>
                </a:lnTo>
                <a:lnTo>
                  <a:pt x="1371600" y="752475"/>
                </a:lnTo>
                <a:lnTo>
                  <a:pt x="1371600" y="742950"/>
                </a:lnTo>
                <a:lnTo>
                  <a:pt x="1352550" y="742950"/>
                </a:lnTo>
                <a:lnTo>
                  <a:pt x="1352550" y="733425"/>
                </a:lnTo>
                <a:lnTo>
                  <a:pt x="1362075" y="733425"/>
                </a:lnTo>
                <a:lnTo>
                  <a:pt x="1362075" y="723900"/>
                </a:lnTo>
                <a:lnTo>
                  <a:pt x="1371600" y="723900"/>
                </a:lnTo>
                <a:lnTo>
                  <a:pt x="1371600" y="714375"/>
                </a:lnTo>
                <a:lnTo>
                  <a:pt x="1352550" y="714375"/>
                </a:lnTo>
                <a:lnTo>
                  <a:pt x="1352550" y="723900"/>
                </a:lnTo>
                <a:lnTo>
                  <a:pt x="1295400" y="723900"/>
                </a:lnTo>
                <a:lnTo>
                  <a:pt x="1295400" y="704850"/>
                </a:lnTo>
                <a:lnTo>
                  <a:pt x="1304925" y="704850"/>
                </a:lnTo>
                <a:close/>
                <a:moveTo>
                  <a:pt x="1562100" y="695325"/>
                </a:moveTo>
                <a:lnTo>
                  <a:pt x="1657350" y="695325"/>
                </a:lnTo>
                <a:lnTo>
                  <a:pt x="1657350" y="723900"/>
                </a:lnTo>
                <a:lnTo>
                  <a:pt x="1666875" y="723900"/>
                </a:lnTo>
                <a:lnTo>
                  <a:pt x="1666875" y="733425"/>
                </a:lnTo>
                <a:lnTo>
                  <a:pt x="1676400" y="733425"/>
                </a:lnTo>
                <a:lnTo>
                  <a:pt x="1676400" y="742950"/>
                </a:lnTo>
                <a:lnTo>
                  <a:pt x="1685925" y="742950"/>
                </a:lnTo>
                <a:lnTo>
                  <a:pt x="1685925" y="752475"/>
                </a:lnTo>
                <a:lnTo>
                  <a:pt x="1676400" y="752475"/>
                </a:lnTo>
                <a:lnTo>
                  <a:pt x="1676400" y="762000"/>
                </a:lnTo>
                <a:lnTo>
                  <a:pt x="1647825" y="762000"/>
                </a:lnTo>
                <a:lnTo>
                  <a:pt x="1647825" y="771525"/>
                </a:lnTo>
                <a:lnTo>
                  <a:pt x="1638300" y="771525"/>
                </a:lnTo>
                <a:lnTo>
                  <a:pt x="1638300" y="762000"/>
                </a:lnTo>
                <a:lnTo>
                  <a:pt x="1628775" y="762000"/>
                </a:lnTo>
                <a:lnTo>
                  <a:pt x="1628775" y="752475"/>
                </a:lnTo>
                <a:lnTo>
                  <a:pt x="1619250" y="752475"/>
                </a:lnTo>
                <a:lnTo>
                  <a:pt x="1619250" y="742950"/>
                </a:lnTo>
                <a:lnTo>
                  <a:pt x="1590675" y="742950"/>
                </a:lnTo>
                <a:lnTo>
                  <a:pt x="1590675" y="733425"/>
                </a:lnTo>
                <a:lnTo>
                  <a:pt x="1581150" y="733425"/>
                </a:lnTo>
                <a:lnTo>
                  <a:pt x="1581150" y="723900"/>
                </a:lnTo>
                <a:lnTo>
                  <a:pt x="1571625" y="723900"/>
                </a:lnTo>
                <a:lnTo>
                  <a:pt x="1571625" y="714375"/>
                </a:lnTo>
                <a:lnTo>
                  <a:pt x="1562100" y="714375"/>
                </a:lnTo>
                <a:close/>
                <a:moveTo>
                  <a:pt x="1295400" y="733425"/>
                </a:moveTo>
                <a:lnTo>
                  <a:pt x="1304925" y="733425"/>
                </a:lnTo>
                <a:lnTo>
                  <a:pt x="1304925" y="752475"/>
                </a:lnTo>
                <a:lnTo>
                  <a:pt x="1285875" y="752475"/>
                </a:lnTo>
                <a:lnTo>
                  <a:pt x="1285875" y="742950"/>
                </a:lnTo>
                <a:lnTo>
                  <a:pt x="1295400" y="742950"/>
                </a:lnTo>
                <a:close/>
                <a:moveTo>
                  <a:pt x="1343025" y="742950"/>
                </a:moveTo>
                <a:lnTo>
                  <a:pt x="1352550" y="742950"/>
                </a:lnTo>
                <a:lnTo>
                  <a:pt x="1352550" y="752475"/>
                </a:lnTo>
                <a:lnTo>
                  <a:pt x="1343025" y="752475"/>
                </a:lnTo>
                <a:close/>
                <a:moveTo>
                  <a:pt x="1466850" y="742950"/>
                </a:moveTo>
                <a:lnTo>
                  <a:pt x="1476375" y="742950"/>
                </a:lnTo>
                <a:lnTo>
                  <a:pt x="1476375" y="752475"/>
                </a:lnTo>
                <a:lnTo>
                  <a:pt x="1485900" y="752475"/>
                </a:lnTo>
                <a:lnTo>
                  <a:pt x="1485900" y="771525"/>
                </a:lnTo>
                <a:lnTo>
                  <a:pt x="1466850" y="771525"/>
                </a:lnTo>
                <a:close/>
                <a:moveTo>
                  <a:pt x="1438275" y="762000"/>
                </a:moveTo>
                <a:lnTo>
                  <a:pt x="1447800" y="762000"/>
                </a:lnTo>
                <a:lnTo>
                  <a:pt x="1447800" y="771525"/>
                </a:lnTo>
                <a:lnTo>
                  <a:pt x="1438275" y="771525"/>
                </a:lnTo>
                <a:close/>
                <a:moveTo>
                  <a:pt x="1562100" y="762000"/>
                </a:moveTo>
                <a:lnTo>
                  <a:pt x="1571625" y="762000"/>
                </a:lnTo>
                <a:lnTo>
                  <a:pt x="1571625" y="771525"/>
                </a:lnTo>
                <a:lnTo>
                  <a:pt x="1562100" y="771525"/>
                </a:lnTo>
                <a:close/>
                <a:moveTo>
                  <a:pt x="1009650" y="771525"/>
                </a:moveTo>
                <a:lnTo>
                  <a:pt x="1019175" y="771525"/>
                </a:lnTo>
                <a:lnTo>
                  <a:pt x="1019175" y="781050"/>
                </a:lnTo>
                <a:lnTo>
                  <a:pt x="1028700" y="781050"/>
                </a:lnTo>
                <a:lnTo>
                  <a:pt x="1028700" y="790575"/>
                </a:lnTo>
                <a:lnTo>
                  <a:pt x="1009650" y="790575"/>
                </a:lnTo>
                <a:close/>
                <a:moveTo>
                  <a:pt x="1533525" y="771525"/>
                </a:moveTo>
                <a:lnTo>
                  <a:pt x="1543050" y="771525"/>
                </a:lnTo>
                <a:lnTo>
                  <a:pt x="1543050" y="781050"/>
                </a:lnTo>
                <a:lnTo>
                  <a:pt x="1533525" y="781050"/>
                </a:lnTo>
                <a:close/>
                <a:moveTo>
                  <a:pt x="1571625" y="771525"/>
                </a:moveTo>
                <a:lnTo>
                  <a:pt x="1581150" y="771525"/>
                </a:lnTo>
                <a:lnTo>
                  <a:pt x="1581150" y="781050"/>
                </a:lnTo>
                <a:lnTo>
                  <a:pt x="1571625" y="781050"/>
                </a:lnTo>
                <a:close/>
                <a:moveTo>
                  <a:pt x="466725" y="781050"/>
                </a:moveTo>
                <a:lnTo>
                  <a:pt x="476250" y="781050"/>
                </a:lnTo>
                <a:lnTo>
                  <a:pt x="476250" y="790575"/>
                </a:lnTo>
                <a:lnTo>
                  <a:pt x="495300" y="790575"/>
                </a:lnTo>
                <a:lnTo>
                  <a:pt x="495300" y="781050"/>
                </a:lnTo>
                <a:lnTo>
                  <a:pt x="504825" y="781050"/>
                </a:lnTo>
                <a:lnTo>
                  <a:pt x="504825" y="800100"/>
                </a:lnTo>
                <a:lnTo>
                  <a:pt x="466725" y="800100"/>
                </a:lnTo>
                <a:close/>
                <a:moveTo>
                  <a:pt x="647700" y="781050"/>
                </a:moveTo>
                <a:lnTo>
                  <a:pt x="657225" y="781050"/>
                </a:lnTo>
                <a:lnTo>
                  <a:pt x="657225" y="790575"/>
                </a:lnTo>
                <a:lnTo>
                  <a:pt x="647700" y="790575"/>
                </a:lnTo>
                <a:close/>
                <a:moveTo>
                  <a:pt x="1552575" y="781050"/>
                </a:moveTo>
                <a:lnTo>
                  <a:pt x="1571625" y="781050"/>
                </a:lnTo>
                <a:lnTo>
                  <a:pt x="1571625" y="790575"/>
                </a:lnTo>
                <a:lnTo>
                  <a:pt x="1552575" y="790575"/>
                </a:lnTo>
                <a:close/>
                <a:moveTo>
                  <a:pt x="171450" y="790575"/>
                </a:moveTo>
                <a:lnTo>
                  <a:pt x="190500" y="790575"/>
                </a:lnTo>
                <a:lnTo>
                  <a:pt x="190500" y="800100"/>
                </a:lnTo>
                <a:lnTo>
                  <a:pt x="171450" y="800100"/>
                </a:lnTo>
                <a:close/>
                <a:moveTo>
                  <a:pt x="419100" y="790575"/>
                </a:moveTo>
                <a:lnTo>
                  <a:pt x="457200" y="790575"/>
                </a:lnTo>
                <a:lnTo>
                  <a:pt x="457200" y="800100"/>
                </a:lnTo>
                <a:lnTo>
                  <a:pt x="419100" y="800100"/>
                </a:lnTo>
                <a:close/>
                <a:moveTo>
                  <a:pt x="676275" y="809625"/>
                </a:moveTo>
                <a:lnTo>
                  <a:pt x="685800" y="809625"/>
                </a:lnTo>
                <a:lnTo>
                  <a:pt x="685800" y="819150"/>
                </a:lnTo>
                <a:lnTo>
                  <a:pt x="676275" y="819150"/>
                </a:lnTo>
                <a:close/>
                <a:moveTo>
                  <a:pt x="952500" y="809625"/>
                </a:moveTo>
                <a:lnTo>
                  <a:pt x="971550" y="809625"/>
                </a:lnTo>
                <a:lnTo>
                  <a:pt x="971550" y="819150"/>
                </a:lnTo>
                <a:lnTo>
                  <a:pt x="952500" y="819150"/>
                </a:lnTo>
                <a:close/>
                <a:moveTo>
                  <a:pt x="1085850" y="809625"/>
                </a:moveTo>
                <a:lnTo>
                  <a:pt x="1095375" y="809625"/>
                </a:lnTo>
                <a:lnTo>
                  <a:pt x="1095375" y="819150"/>
                </a:lnTo>
                <a:lnTo>
                  <a:pt x="1104900" y="819150"/>
                </a:lnTo>
                <a:lnTo>
                  <a:pt x="1104900" y="828675"/>
                </a:lnTo>
                <a:lnTo>
                  <a:pt x="1095375" y="828675"/>
                </a:lnTo>
                <a:lnTo>
                  <a:pt x="1095375" y="838200"/>
                </a:lnTo>
                <a:lnTo>
                  <a:pt x="1123950" y="838200"/>
                </a:lnTo>
                <a:lnTo>
                  <a:pt x="1123950" y="857250"/>
                </a:lnTo>
                <a:lnTo>
                  <a:pt x="1114425" y="857250"/>
                </a:lnTo>
                <a:lnTo>
                  <a:pt x="1114425" y="866775"/>
                </a:lnTo>
                <a:lnTo>
                  <a:pt x="1095375" y="866775"/>
                </a:lnTo>
                <a:lnTo>
                  <a:pt x="1095375" y="857250"/>
                </a:lnTo>
                <a:lnTo>
                  <a:pt x="1085850" y="857250"/>
                </a:lnTo>
                <a:lnTo>
                  <a:pt x="1085850" y="847725"/>
                </a:lnTo>
                <a:lnTo>
                  <a:pt x="1076325" y="847725"/>
                </a:lnTo>
                <a:lnTo>
                  <a:pt x="1076325" y="857250"/>
                </a:lnTo>
                <a:lnTo>
                  <a:pt x="1066800" y="857250"/>
                </a:lnTo>
                <a:lnTo>
                  <a:pt x="1066800" y="828675"/>
                </a:lnTo>
                <a:lnTo>
                  <a:pt x="1076325" y="828675"/>
                </a:lnTo>
                <a:lnTo>
                  <a:pt x="1076325" y="819150"/>
                </a:lnTo>
                <a:lnTo>
                  <a:pt x="1085850" y="819150"/>
                </a:lnTo>
                <a:close/>
                <a:moveTo>
                  <a:pt x="885825" y="819150"/>
                </a:moveTo>
                <a:lnTo>
                  <a:pt x="914400" y="819150"/>
                </a:lnTo>
                <a:lnTo>
                  <a:pt x="914400" y="828675"/>
                </a:lnTo>
                <a:lnTo>
                  <a:pt x="933450" y="828675"/>
                </a:lnTo>
                <a:lnTo>
                  <a:pt x="933450" y="819150"/>
                </a:lnTo>
                <a:lnTo>
                  <a:pt x="952500" y="819150"/>
                </a:lnTo>
                <a:lnTo>
                  <a:pt x="952500" y="838200"/>
                </a:lnTo>
                <a:lnTo>
                  <a:pt x="971550" y="838200"/>
                </a:lnTo>
                <a:lnTo>
                  <a:pt x="971550" y="828675"/>
                </a:lnTo>
                <a:lnTo>
                  <a:pt x="1057275" y="828675"/>
                </a:lnTo>
                <a:lnTo>
                  <a:pt x="1057275" y="847725"/>
                </a:lnTo>
                <a:lnTo>
                  <a:pt x="1047750" y="847725"/>
                </a:lnTo>
                <a:lnTo>
                  <a:pt x="1047750" y="857250"/>
                </a:lnTo>
                <a:lnTo>
                  <a:pt x="1038225" y="857250"/>
                </a:lnTo>
                <a:lnTo>
                  <a:pt x="1038225" y="866775"/>
                </a:lnTo>
                <a:lnTo>
                  <a:pt x="1028700" y="866775"/>
                </a:lnTo>
                <a:lnTo>
                  <a:pt x="1028700" y="876300"/>
                </a:lnTo>
                <a:lnTo>
                  <a:pt x="1038225" y="876300"/>
                </a:lnTo>
                <a:lnTo>
                  <a:pt x="1038225" y="885825"/>
                </a:lnTo>
                <a:lnTo>
                  <a:pt x="1019175" y="885825"/>
                </a:lnTo>
                <a:lnTo>
                  <a:pt x="1019175" y="895350"/>
                </a:lnTo>
                <a:lnTo>
                  <a:pt x="1009650" y="895350"/>
                </a:lnTo>
                <a:lnTo>
                  <a:pt x="1009650" y="885825"/>
                </a:lnTo>
                <a:lnTo>
                  <a:pt x="981075" y="885825"/>
                </a:lnTo>
                <a:lnTo>
                  <a:pt x="981075" y="876300"/>
                </a:lnTo>
                <a:lnTo>
                  <a:pt x="971550" y="876300"/>
                </a:lnTo>
                <a:lnTo>
                  <a:pt x="971550" y="885825"/>
                </a:lnTo>
                <a:lnTo>
                  <a:pt x="952500" y="885825"/>
                </a:lnTo>
                <a:lnTo>
                  <a:pt x="952500" y="895350"/>
                </a:lnTo>
                <a:lnTo>
                  <a:pt x="971550" y="895350"/>
                </a:lnTo>
                <a:lnTo>
                  <a:pt x="971550" y="914400"/>
                </a:lnTo>
                <a:lnTo>
                  <a:pt x="952500" y="914400"/>
                </a:lnTo>
                <a:lnTo>
                  <a:pt x="952500" y="923925"/>
                </a:lnTo>
                <a:lnTo>
                  <a:pt x="942975" y="923925"/>
                </a:lnTo>
                <a:lnTo>
                  <a:pt x="942975" y="914400"/>
                </a:lnTo>
                <a:lnTo>
                  <a:pt x="923925" y="914400"/>
                </a:lnTo>
                <a:lnTo>
                  <a:pt x="923925" y="904875"/>
                </a:lnTo>
                <a:lnTo>
                  <a:pt x="914400" y="904875"/>
                </a:lnTo>
                <a:lnTo>
                  <a:pt x="914400" y="895350"/>
                </a:lnTo>
                <a:lnTo>
                  <a:pt x="923925" y="895350"/>
                </a:lnTo>
                <a:lnTo>
                  <a:pt x="923925" y="885825"/>
                </a:lnTo>
                <a:lnTo>
                  <a:pt x="914400" y="885825"/>
                </a:lnTo>
                <a:lnTo>
                  <a:pt x="914400" y="857250"/>
                </a:lnTo>
                <a:lnTo>
                  <a:pt x="895350" y="857250"/>
                </a:lnTo>
                <a:lnTo>
                  <a:pt x="895350" y="847725"/>
                </a:lnTo>
                <a:lnTo>
                  <a:pt x="876300" y="847725"/>
                </a:lnTo>
                <a:lnTo>
                  <a:pt x="876300" y="838200"/>
                </a:lnTo>
                <a:lnTo>
                  <a:pt x="885825" y="838200"/>
                </a:lnTo>
                <a:close/>
                <a:moveTo>
                  <a:pt x="428625" y="828675"/>
                </a:moveTo>
                <a:lnTo>
                  <a:pt x="447675" y="828675"/>
                </a:lnTo>
                <a:lnTo>
                  <a:pt x="447675" y="847725"/>
                </a:lnTo>
                <a:lnTo>
                  <a:pt x="419100" y="847725"/>
                </a:lnTo>
                <a:lnTo>
                  <a:pt x="419100" y="838200"/>
                </a:lnTo>
                <a:lnTo>
                  <a:pt x="428625" y="838200"/>
                </a:lnTo>
                <a:close/>
                <a:moveTo>
                  <a:pt x="657225" y="828675"/>
                </a:moveTo>
                <a:lnTo>
                  <a:pt x="666750" y="828675"/>
                </a:lnTo>
                <a:lnTo>
                  <a:pt x="666750" y="838200"/>
                </a:lnTo>
                <a:lnTo>
                  <a:pt x="657225" y="838200"/>
                </a:lnTo>
                <a:close/>
                <a:moveTo>
                  <a:pt x="1647825" y="828675"/>
                </a:moveTo>
                <a:lnTo>
                  <a:pt x="1666875" y="828675"/>
                </a:lnTo>
                <a:lnTo>
                  <a:pt x="1666875" y="838200"/>
                </a:lnTo>
                <a:lnTo>
                  <a:pt x="1676400" y="838200"/>
                </a:lnTo>
                <a:lnTo>
                  <a:pt x="1676400" y="866775"/>
                </a:lnTo>
                <a:lnTo>
                  <a:pt x="1666875" y="866775"/>
                </a:lnTo>
                <a:lnTo>
                  <a:pt x="1666875" y="857250"/>
                </a:lnTo>
                <a:lnTo>
                  <a:pt x="1628775" y="857250"/>
                </a:lnTo>
                <a:lnTo>
                  <a:pt x="1628775" y="838200"/>
                </a:lnTo>
                <a:lnTo>
                  <a:pt x="1647825" y="838200"/>
                </a:lnTo>
                <a:close/>
                <a:moveTo>
                  <a:pt x="209550" y="838200"/>
                </a:moveTo>
                <a:lnTo>
                  <a:pt x="219075" y="838200"/>
                </a:lnTo>
                <a:lnTo>
                  <a:pt x="219075" y="847725"/>
                </a:lnTo>
                <a:lnTo>
                  <a:pt x="209550" y="847725"/>
                </a:lnTo>
                <a:close/>
                <a:moveTo>
                  <a:pt x="266700" y="838200"/>
                </a:moveTo>
                <a:lnTo>
                  <a:pt x="285750" y="838200"/>
                </a:lnTo>
                <a:lnTo>
                  <a:pt x="285750" y="847725"/>
                </a:lnTo>
                <a:lnTo>
                  <a:pt x="276225" y="847725"/>
                </a:lnTo>
                <a:lnTo>
                  <a:pt x="276225" y="857250"/>
                </a:lnTo>
                <a:lnTo>
                  <a:pt x="257175" y="857250"/>
                </a:lnTo>
                <a:lnTo>
                  <a:pt x="257175" y="847725"/>
                </a:lnTo>
                <a:lnTo>
                  <a:pt x="266700" y="847725"/>
                </a:lnTo>
                <a:close/>
                <a:moveTo>
                  <a:pt x="571500" y="838200"/>
                </a:moveTo>
                <a:lnTo>
                  <a:pt x="590550" y="838200"/>
                </a:lnTo>
                <a:lnTo>
                  <a:pt x="590550" y="847725"/>
                </a:lnTo>
                <a:lnTo>
                  <a:pt x="581025" y="847725"/>
                </a:lnTo>
                <a:lnTo>
                  <a:pt x="581025" y="876300"/>
                </a:lnTo>
                <a:lnTo>
                  <a:pt x="571500" y="876300"/>
                </a:lnTo>
                <a:lnTo>
                  <a:pt x="571500" y="857250"/>
                </a:lnTo>
                <a:lnTo>
                  <a:pt x="561975" y="857250"/>
                </a:lnTo>
                <a:lnTo>
                  <a:pt x="561975" y="847725"/>
                </a:lnTo>
                <a:lnTo>
                  <a:pt x="571500" y="847725"/>
                </a:lnTo>
                <a:close/>
                <a:moveTo>
                  <a:pt x="590550" y="847725"/>
                </a:moveTo>
                <a:lnTo>
                  <a:pt x="647700" y="847725"/>
                </a:lnTo>
                <a:lnTo>
                  <a:pt x="647700" y="857250"/>
                </a:lnTo>
                <a:lnTo>
                  <a:pt x="628650" y="857250"/>
                </a:lnTo>
                <a:lnTo>
                  <a:pt x="628650" y="866775"/>
                </a:lnTo>
                <a:lnTo>
                  <a:pt x="609600" y="866775"/>
                </a:lnTo>
                <a:lnTo>
                  <a:pt x="609600" y="857250"/>
                </a:lnTo>
                <a:lnTo>
                  <a:pt x="590550" y="857250"/>
                </a:lnTo>
                <a:close/>
                <a:moveTo>
                  <a:pt x="171450" y="857250"/>
                </a:moveTo>
                <a:lnTo>
                  <a:pt x="209550" y="857250"/>
                </a:lnTo>
                <a:lnTo>
                  <a:pt x="209550" y="866775"/>
                </a:lnTo>
                <a:lnTo>
                  <a:pt x="219075" y="866775"/>
                </a:lnTo>
                <a:lnTo>
                  <a:pt x="219075" y="876300"/>
                </a:lnTo>
                <a:lnTo>
                  <a:pt x="190500" y="876300"/>
                </a:lnTo>
                <a:lnTo>
                  <a:pt x="190500" y="866775"/>
                </a:lnTo>
                <a:lnTo>
                  <a:pt x="171450" y="866775"/>
                </a:lnTo>
                <a:close/>
                <a:moveTo>
                  <a:pt x="628650" y="866775"/>
                </a:moveTo>
                <a:lnTo>
                  <a:pt x="647700" y="866775"/>
                </a:lnTo>
                <a:lnTo>
                  <a:pt x="647700" y="876300"/>
                </a:lnTo>
                <a:lnTo>
                  <a:pt x="628650" y="876300"/>
                </a:lnTo>
                <a:close/>
                <a:moveTo>
                  <a:pt x="923925" y="866775"/>
                </a:moveTo>
                <a:lnTo>
                  <a:pt x="933450" y="866775"/>
                </a:lnTo>
                <a:lnTo>
                  <a:pt x="933450" y="876300"/>
                </a:lnTo>
                <a:lnTo>
                  <a:pt x="952500" y="876300"/>
                </a:lnTo>
                <a:lnTo>
                  <a:pt x="952500" y="857250"/>
                </a:lnTo>
                <a:lnTo>
                  <a:pt x="923925" y="857250"/>
                </a:lnTo>
                <a:close/>
                <a:moveTo>
                  <a:pt x="1628775" y="876300"/>
                </a:moveTo>
                <a:lnTo>
                  <a:pt x="1647825" y="876300"/>
                </a:lnTo>
                <a:lnTo>
                  <a:pt x="1647825" y="914400"/>
                </a:lnTo>
                <a:lnTo>
                  <a:pt x="1638300" y="914400"/>
                </a:lnTo>
                <a:lnTo>
                  <a:pt x="1638300" y="904875"/>
                </a:lnTo>
                <a:lnTo>
                  <a:pt x="1628775" y="904875"/>
                </a:lnTo>
                <a:close/>
                <a:moveTo>
                  <a:pt x="1657350" y="876300"/>
                </a:moveTo>
                <a:lnTo>
                  <a:pt x="1676400" y="876300"/>
                </a:lnTo>
                <a:lnTo>
                  <a:pt x="1676400" y="885825"/>
                </a:lnTo>
                <a:lnTo>
                  <a:pt x="1657350" y="885825"/>
                </a:lnTo>
                <a:close/>
                <a:moveTo>
                  <a:pt x="1019175" y="895350"/>
                </a:moveTo>
                <a:lnTo>
                  <a:pt x="1038225" y="895350"/>
                </a:lnTo>
                <a:lnTo>
                  <a:pt x="1038225" y="914400"/>
                </a:lnTo>
                <a:lnTo>
                  <a:pt x="1019175" y="914400"/>
                </a:lnTo>
                <a:close/>
                <a:moveTo>
                  <a:pt x="371475" y="923925"/>
                </a:moveTo>
                <a:lnTo>
                  <a:pt x="400050" y="923925"/>
                </a:lnTo>
                <a:lnTo>
                  <a:pt x="400050" y="933450"/>
                </a:lnTo>
                <a:lnTo>
                  <a:pt x="409575" y="933450"/>
                </a:lnTo>
                <a:lnTo>
                  <a:pt x="409575" y="942975"/>
                </a:lnTo>
                <a:lnTo>
                  <a:pt x="428625" y="942975"/>
                </a:lnTo>
                <a:lnTo>
                  <a:pt x="428625" y="971550"/>
                </a:lnTo>
                <a:lnTo>
                  <a:pt x="400050" y="971550"/>
                </a:lnTo>
                <a:lnTo>
                  <a:pt x="400050" y="952500"/>
                </a:lnTo>
                <a:lnTo>
                  <a:pt x="390525" y="952500"/>
                </a:lnTo>
                <a:lnTo>
                  <a:pt x="390525" y="962025"/>
                </a:lnTo>
                <a:lnTo>
                  <a:pt x="381000" y="962025"/>
                </a:lnTo>
                <a:lnTo>
                  <a:pt x="381000" y="952500"/>
                </a:lnTo>
                <a:lnTo>
                  <a:pt x="371475" y="952500"/>
                </a:lnTo>
                <a:lnTo>
                  <a:pt x="371475" y="962025"/>
                </a:lnTo>
                <a:lnTo>
                  <a:pt x="361950" y="962025"/>
                </a:lnTo>
                <a:lnTo>
                  <a:pt x="361950" y="1000125"/>
                </a:lnTo>
                <a:lnTo>
                  <a:pt x="342900" y="1000125"/>
                </a:lnTo>
                <a:lnTo>
                  <a:pt x="342900" y="981075"/>
                </a:lnTo>
                <a:lnTo>
                  <a:pt x="352425" y="981075"/>
                </a:lnTo>
                <a:lnTo>
                  <a:pt x="352425" y="971550"/>
                </a:lnTo>
                <a:lnTo>
                  <a:pt x="342900" y="971550"/>
                </a:lnTo>
                <a:lnTo>
                  <a:pt x="342900" y="942975"/>
                </a:lnTo>
                <a:lnTo>
                  <a:pt x="352425" y="942975"/>
                </a:lnTo>
                <a:lnTo>
                  <a:pt x="352425" y="933450"/>
                </a:lnTo>
                <a:lnTo>
                  <a:pt x="361950" y="933450"/>
                </a:lnTo>
                <a:lnTo>
                  <a:pt x="361950" y="942975"/>
                </a:lnTo>
                <a:lnTo>
                  <a:pt x="371475" y="942975"/>
                </a:lnTo>
                <a:close/>
                <a:moveTo>
                  <a:pt x="266700" y="933450"/>
                </a:moveTo>
                <a:lnTo>
                  <a:pt x="304800" y="933450"/>
                </a:lnTo>
                <a:lnTo>
                  <a:pt x="304800" y="942975"/>
                </a:lnTo>
                <a:lnTo>
                  <a:pt x="295275" y="942975"/>
                </a:lnTo>
                <a:lnTo>
                  <a:pt x="295275" y="952500"/>
                </a:lnTo>
                <a:lnTo>
                  <a:pt x="276225" y="952500"/>
                </a:lnTo>
                <a:lnTo>
                  <a:pt x="276225" y="942975"/>
                </a:lnTo>
                <a:lnTo>
                  <a:pt x="266700" y="942975"/>
                </a:lnTo>
                <a:close/>
                <a:moveTo>
                  <a:pt x="438150" y="933450"/>
                </a:moveTo>
                <a:lnTo>
                  <a:pt x="466725" y="933450"/>
                </a:lnTo>
                <a:lnTo>
                  <a:pt x="466725" y="952500"/>
                </a:lnTo>
                <a:lnTo>
                  <a:pt x="485775" y="952500"/>
                </a:lnTo>
                <a:lnTo>
                  <a:pt x="485775" y="942975"/>
                </a:lnTo>
                <a:lnTo>
                  <a:pt x="495300" y="942975"/>
                </a:lnTo>
                <a:lnTo>
                  <a:pt x="495300" y="933450"/>
                </a:lnTo>
                <a:lnTo>
                  <a:pt x="523875" y="933450"/>
                </a:lnTo>
                <a:lnTo>
                  <a:pt x="523875" y="942975"/>
                </a:lnTo>
                <a:lnTo>
                  <a:pt x="514350" y="942975"/>
                </a:lnTo>
                <a:lnTo>
                  <a:pt x="514350" y="952500"/>
                </a:lnTo>
                <a:lnTo>
                  <a:pt x="504825" y="952500"/>
                </a:lnTo>
                <a:lnTo>
                  <a:pt x="504825" y="962025"/>
                </a:lnTo>
                <a:lnTo>
                  <a:pt x="495300" y="962025"/>
                </a:lnTo>
                <a:lnTo>
                  <a:pt x="495300" y="981075"/>
                </a:lnTo>
                <a:lnTo>
                  <a:pt x="485775" y="981075"/>
                </a:lnTo>
                <a:lnTo>
                  <a:pt x="485775" y="1000125"/>
                </a:lnTo>
                <a:lnTo>
                  <a:pt x="495300" y="1000125"/>
                </a:lnTo>
                <a:lnTo>
                  <a:pt x="495300" y="1019175"/>
                </a:lnTo>
                <a:lnTo>
                  <a:pt x="485775" y="1019175"/>
                </a:lnTo>
                <a:lnTo>
                  <a:pt x="485775" y="1028700"/>
                </a:lnTo>
                <a:lnTo>
                  <a:pt x="476250" y="1028700"/>
                </a:lnTo>
                <a:lnTo>
                  <a:pt x="476250" y="1019175"/>
                </a:lnTo>
                <a:lnTo>
                  <a:pt x="466725" y="1019175"/>
                </a:lnTo>
                <a:lnTo>
                  <a:pt x="466725" y="1009650"/>
                </a:lnTo>
                <a:lnTo>
                  <a:pt x="438150" y="1009650"/>
                </a:lnTo>
                <a:lnTo>
                  <a:pt x="438150" y="1000125"/>
                </a:lnTo>
                <a:lnTo>
                  <a:pt x="447675" y="1000125"/>
                </a:lnTo>
                <a:lnTo>
                  <a:pt x="447675" y="990600"/>
                </a:lnTo>
                <a:lnTo>
                  <a:pt x="466725" y="990600"/>
                </a:lnTo>
                <a:lnTo>
                  <a:pt x="466725" y="981075"/>
                </a:lnTo>
                <a:lnTo>
                  <a:pt x="447675" y="981075"/>
                </a:lnTo>
                <a:lnTo>
                  <a:pt x="447675" y="971550"/>
                </a:lnTo>
                <a:lnTo>
                  <a:pt x="438150" y="971550"/>
                </a:lnTo>
                <a:close/>
                <a:moveTo>
                  <a:pt x="552450" y="933450"/>
                </a:moveTo>
                <a:lnTo>
                  <a:pt x="590550" y="933450"/>
                </a:lnTo>
                <a:lnTo>
                  <a:pt x="590550" y="942975"/>
                </a:lnTo>
                <a:lnTo>
                  <a:pt x="600075" y="942975"/>
                </a:lnTo>
                <a:lnTo>
                  <a:pt x="600075" y="952500"/>
                </a:lnTo>
                <a:lnTo>
                  <a:pt x="590550" y="952500"/>
                </a:lnTo>
                <a:lnTo>
                  <a:pt x="590550" y="981075"/>
                </a:lnTo>
                <a:lnTo>
                  <a:pt x="600075" y="981075"/>
                </a:lnTo>
                <a:lnTo>
                  <a:pt x="600075" y="971550"/>
                </a:lnTo>
                <a:lnTo>
                  <a:pt x="609600" y="971550"/>
                </a:lnTo>
                <a:lnTo>
                  <a:pt x="609600" y="981075"/>
                </a:lnTo>
                <a:lnTo>
                  <a:pt x="619125" y="981075"/>
                </a:lnTo>
                <a:lnTo>
                  <a:pt x="619125" y="952500"/>
                </a:lnTo>
                <a:lnTo>
                  <a:pt x="609600" y="952500"/>
                </a:lnTo>
                <a:lnTo>
                  <a:pt x="609600" y="942975"/>
                </a:lnTo>
                <a:lnTo>
                  <a:pt x="619125" y="942975"/>
                </a:lnTo>
                <a:lnTo>
                  <a:pt x="619125" y="933450"/>
                </a:lnTo>
                <a:lnTo>
                  <a:pt x="647700" y="933450"/>
                </a:lnTo>
                <a:lnTo>
                  <a:pt x="647700" y="942975"/>
                </a:lnTo>
                <a:lnTo>
                  <a:pt x="657225" y="942975"/>
                </a:lnTo>
                <a:lnTo>
                  <a:pt x="657225" y="952500"/>
                </a:lnTo>
                <a:lnTo>
                  <a:pt x="666750" y="952500"/>
                </a:lnTo>
                <a:lnTo>
                  <a:pt x="666750" y="962025"/>
                </a:lnTo>
                <a:lnTo>
                  <a:pt x="676275" y="962025"/>
                </a:lnTo>
                <a:lnTo>
                  <a:pt x="676275" y="952500"/>
                </a:lnTo>
                <a:lnTo>
                  <a:pt x="695325" y="952500"/>
                </a:lnTo>
                <a:lnTo>
                  <a:pt x="695325" y="971550"/>
                </a:lnTo>
                <a:lnTo>
                  <a:pt x="666750" y="971550"/>
                </a:lnTo>
                <a:lnTo>
                  <a:pt x="666750" y="981075"/>
                </a:lnTo>
                <a:lnTo>
                  <a:pt x="657225" y="981075"/>
                </a:lnTo>
                <a:lnTo>
                  <a:pt x="657225" y="990600"/>
                </a:lnTo>
                <a:lnTo>
                  <a:pt x="628650" y="990600"/>
                </a:lnTo>
                <a:lnTo>
                  <a:pt x="628650" y="1000125"/>
                </a:lnTo>
                <a:lnTo>
                  <a:pt x="638175" y="1000125"/>
                </a:lnTo>
                <a:lnTo>
                  <a:pt x="638175" y="1009650"/>
                </a:lnTo>
                <a:lnTo>
                  <a:pt x="647700" y="1009650"/>
                </a:lnTo>
                <a:lnTo>
                  <a:pt x="647700" y="1019175"/>
                </a:lnTo>
                <a:lnTo>
                  <a:pt x="628650" y="1019175"/>
                </a:lnTo>
                <a:lnTo>
                  <a:pt x="628650" y="1009650"/>
                </a:lnTo>
                <a:lnTo>
                  <a:pt x="619125" y="1009650"/>
                </a:lnTo>
                <a:lnTo>
                  <a:pt x="619125" y="1000125"/>
                </a:lnTo>
                <a:lnTo>
                  <a:pt x="590550" y="1000125"/>
                </a:lnTo>
                <a:lnTo>
                  <a:pt x="590550" y="1009650"/>
                </a:lnTo>
                <a:lnTo>
                  <a:pt x="552450" y="1009650"/>
                </a:lnTo>
                <a:lnTo>
                  <a:pt x="552450" y="990600"/>
                </a:lnTo>
                <a:lnTo>
                  <a:pt x="542925" y="990600"/>
                </a:lnTo>
                <a:lnTo>
                  <a:pt x="542925" y="1009650"/>
                </a:lnTo>
                <a:lnTo>
                  <a:pt x="533400" y="1009650"/>
                </a:lnTo>
                <a:lnTo>
                  <a:pt x="533400" y="1019175"/>
                </a:lnTo>
                <a:lnTo>
                  <a:pt x="514350" y="1019175"/>
                </a:lnTo>
                <a:lnTo>
                  <a:pt x="514350" y="990600"/>
                </a:lnTo>
                <a:lnTo>
                  <a:pt x="523875" y="990600"/>
                </a:lnTo>
                <a:lnTo>
                  <a:pt x="523875" y="981075"/>
                </a:lnTo>
                <a:lnTo>
                  <a:pt x="533400" y="981075"/>
                </a:lnTo>
                <a:lnTo>
                  <a:pt x="533400" y="962025"/>
                </a:lnTo>
                <a:lnTo>
                  <a:pt x="523875" y="962025"/>
                </a:lnTo>
                <a:lnTo>
                  <a:pt x="523875" y="942975"/>
                </a:lnTo>
                <a:lnTo>
                  <a:pt x="533400" y="942975"/>
                </a:lnTo>
                <a:lnTo>
                  <a:pt x="533400" y="952500"/>
                </a:lnTo>
                <a:lnTo>
                  <a:pt x="552450" y="952500"/>
                </a:lnTo>
                <a:close/>
                <a:moveTo>
                  <a:pt x="266700" y="952500"/>
                </a:moveTo>
                <a:lnTo>
                  <a:pt x="276225" y="952500"/>
                </a:lnTo>
                <a:lnTo>
                  <a:pt x="276225" y="962025"/>
                </a:lnTo>
                <a:lnTo>
                  <a:pt x="266700" y="962025"/>
                </a:lnTo>
                <a:close/>
                <a:moveTo>
                  <a:pt x="1685925" y="952500"/>
                </a:moveTo>
                <a:lnTo>
                  <a:pt x="1695450" y="952500"/>
                </a:lnTo>
                <a:lnTo>
                  <a:pt x="1695450" y="962025"/>
                </a:lnTo>
                <a:lnTo>
                  <a:pt x="1685925" y="962025"/>
                </a:lnTo>
                <a:close/>
                <a:moveTo>
                  <a:pt x="314325" y="962025"/>
                </a:moveTo>
                <a:lnTo>
                  <a:pt x="323850" y="962025"/>
                </a:lnTo>
                <a:lnTo>
                  <a:pt x="323850" y="971550"/>
                </a:lnTo>
                <a:lnTo>
                  <a:pt x="314325" y="971550"/>
                </a:lnTo>
                <a:close/>
                <a:moveTo>
                  <a:pt x="323850" y="971550"/>
                </a:moveTo>
                <a:lnTo>
                  <a:pt x="333375" y="971550"/>
                </a:lnTo>
                <a:lnTo>
                  <a:pt x="333375" y="981075"/>
                </a:lnTo>
                <a:lnTo>
                  <a:pt x="323850" y="981075"/>
                </a:lnTo>
                <a:close/>
                <a:moveTo>
                  <a:pt x="552450" y="971550"/>
                </a:moveTo>
                <a:lnTo>
                  <a:pt x="561975" y="971550"/>
                </a:lnTo>
                <a:lnTo>
                  <a:pt x="561975" y="952500"/>
                </a:lnTo>
                <a:lnTo>
                  <a:pt x="552450" y="952500"/>
                </a:lnTo>
                <a:close/>
                <a:moveTo>
                  <a:pt x="304800" y="981075"/>
                </a:moveTo>
                <a:lnTo>
                  <a:pt x="323850" y="981075"/>
                </a:lnTo>
                <a:lnTo>
                  <a:pt x="323850" y="990600"/>
                </a:lnTo>
                <a:lnTo>
                  <a:pt x="304800" y="990600"/>
                </a:lnTo>
                <a:close/>
                <a:moveTo>
                  <a:pt x="571500" y="981075"/>
                </a:moveTo>
                <a:lnTo>
                  <a:pt x="581025" y="981075"/>
                </a:lnTo>
                <a:lnTo>
                  <a:pt x="581025" y="952500"/>
                </a:lnTo>
                <a:lnTo>
                  <a:pt x="571500" y="952500"/>
                </a:lnTo>
                <a:close/>
                <a:moveTo>
                  <a:pt x="381000" y="990600"/>
                </a:moveTo>
                <a:lnTo>
                  <a:pt x="390525" y="990600"/>
                </a:lnTo>
                <a:lnTo>
                  <a:pt x="390525" y="1000125"/>
                </a:lnTo>
                <a:lnTo>
                  <a:pt x="381000" y="1000125"/>
                </a:lnTo>
                <a:close/>
                <a:moveTo>
                  <a:pt x="400050" y="1000125"/>
                </a:moveTo>
                <a:lnTo>
                  <a:pt x="409575" y="1000125"/>
                </a:lnTo>
                <a:lnTo>
                  <a:pt x="409575" y="1009650"/>
                </a:lnTo>
                <a:lnTo>
                  <a:pt x="400050" y="1009650"/>
                </a:lnTo>
                <a:close/>
                <a:moveTo>
                  <a:pt x="771525" y="1000125"/>
                </a:moveTo>
                <a:lnTo>
                  <a:pt x="781050" y="1000125"/>
                </a:lnTo>
                <a:lnTo>
                  <a:pt x="781050" y="1019175"/>
                </a:lnTo>
                <a:lnTo>
                  <a:pt x="762000" y="1019175"/>
                </a:lnTo>
                <a:lnTo>
                  <a:pt x="762000" y="1009650"/>
                </a:lnTo>
                <a:lnTo>
                  <a:pt x="771525" y="1009650"/>
                </a:lnTo>
                <a:close/>
                <a:moveTo>
                  <a:pt x="419100" y="1009650"/>
                </a:moveTo>
                <a:lnTo>
                  <a:pt x="438150" y="1009650"/>
                </a:lnTo>
                <a:lnTo>
                  <a:pt x="438150" y="1019175"/>
                </a:lnTo>
                <a:lnTo>
                  <a:pt x="419100" y="1019175"/>
                </a:lnTo>
                <a:close/>
                <a:moveTo>
                  <a:pt x="1095375" y="1009650"/>
                </a:moveTo>
                <a:lnTo>
                  <a:pt x="1104900" y="1009650"/>
                </a:lnTo>
                <a:lnTo>
                  <a:pt x="1104900" y="1019175"/>
                </a:lnTo>
                <a:lnTo>
                  <a:pt x="1095375" y="1019175"/>
                </a:lnTo>
                <a:close/>
                <a:moveTo>
                  <a:pt x="1628775" y="1085850"/>
                </a:moveTo>
                <a:lnTo>
                  <a:pt x="1647825" y="1085850"/>
                </a:lnTo>
                <a:lnTo>
                  <a:pt x="1647825" y="1095375"/>
                </a:lnTo>
                <a:lnTo>
                  <a:pt x="1628775" y="1095375"/>
                </a:lnTo>
                <a:close/>
                <a:moveTo>
                  <a:pt x="1638300" y="1104900"/>
                </a:moveTo>
                <a:lnTo>
                  <a:pt x="1657350" y="1104900"/>
                </a:lnTo>
                <a:lnTo>
                  <a:pt x="1657350" y="1114425"/>
                </a:lnTo>
                <a:lnTo>
                  <a:pt x="1647825" y="1114425"/>
                </a:lnTo>
                <a:lnTo>
                  <a:pt x="1647825" y="1123950"/>
                </a:lnTo>
                <a:lnTo>
                  <a:pt x="1666875" y="1123950"/>
                </a:lnTo>
                <a:lnTo>
                  <a:pt x="1666875" y="1114425"/>
                </a:lnTo>
                <a:lnTo>
                  <a:pt x="1676400" y="1114425"/>
                </a:lnTo>
                <a:lnTo>
                  <a:pt x="1676400" y="1104900"/>
                </a:lnTo>
                <a:lnTo>
                  <a:pt x="1685925" y="1104900"/>
                </a:lnTo>
                <a:lnTo>
                  <a:pt x="1685925" y="1114425"/>
                </a:lnTo>
                <a:lnTo>
                  <a:pt x="1695450" y="1114425"/>
                </a:lnTo>
                <a:lnTo>
                  <a:pt x="1695450" y="1123950"/>
                </a:lnTo>
                <a:lnTo>
                  <a:pt x="1685925" y="1123950"/>
                </a:lnTo>
                <a:lnTo>
                  <a:pt x="1685925" y="1133475"/>
                </a:lnTo>
                <a:lnTo>
                  <a:pt x="1628775" y="1133475"/>
                </a:lnTo>
                <a:lnTo>
                  <a:pt x="1628775" y="1123950"/>
                </a:lnTo>
                <a:lnTo>
                  <a:pt x="1638300" y="1123950"/>
                </a:lnTo>
                <a:close/>
                <a:moveTo>
                  <a:pt x="1600200" y="1114425"/>
                </a:moveTo>
                <a:lnTo>
                  <a:pt x="1609725" y="1114425"/>
                </a:lnTo>
                <a:lnTo>
                  <a:pt x="1609725" y="1123950"/>
                </a:lnTo>
                <a:lnTo>
                  <a:pt x="1600200" y="1123950"/>
                </a:lnTo>
                <a:close/>
                <a:moveTo>
                  <a:pt x="1695450" y="1123950"/>
                </a:moveTo>
                <a:lnTo>
                  <a:pt x="1704975" y="1123950"/>
                </a:lnTo>
                <a:lnTo>
                  <a:pt x="1704975" y="1133475"/>
                </a:lnTo>
                <a:lnTo>
                  <a:pt x="1695450" y="1133475"/>
                </a:lnTo>
                <a:close/>
                <a:moveTo>
                  <a:pt x="1047750" y="1209675"/>
                </a:moveTo>
                <a:lnTo>
                  <a:pt x="1066800" y="1209675"/>
                </a:lnTo>
                <a:lnTo>
                  <a:pt x="1066800" y="1228725"/>
                </a:lnTo>
                <a:lnTo>
                  <a:pt x="1047750" y="1228725"/>
                </a:lnTo>
                <a:close/>
                <a:moveTo>
                  <a:pt x="561975" y="1333500"/>
                </a:moveTo>
                <a:lnTo>
                  <a:pt x="581025" y="1333500"/>
                </a:lnTo>
                <a:lnTo>
                  <a:pt x="581025" y="1343025"/>
                </a:lnTo>
                <a:lnTo>
                  <a:pt x="590550" y="1343025"/>
                </a:lnTo>
                <a:lnTo>
                  <a:pt x="590550" y="1352550"/>
                </a:lnTo>
                <a:lnTo>
                  <a:pt x="600075" y="1352550"/>
                </a:lnTo>
                <a:lnTo>
                  <a:pt x="600075" y="1362075"/>
                </a:lnTo>
                <a:lnTo>
                  <a:pt x="609600" y="1362075"/>
                </a:lnTo>
                <a:lnTo>
                  <a:pt x="609600" y="1381125"/>
                </a:lnTo>
                <a:lnTo>
                  <a:pt x="600075" y="1381125"/>
                </a:lnTo>
                <a:lnTo>
                  <a:pt x="600075" y="1371600"/>
                </a:lnTo>
                <a:lnTo>
                  <a:pt x="590550" y="1371600"/>
                </a:lnTo>
                <a:lnTo>
                  <a:pt x="590550" y="1362075"/>
                </a:lnTo>
                <a:lnTo>
                  <a:pt x="581025" y="1362075"/>
                </a:lnTo>
                <a:lnTo>
                  <a:pt x="581025" y="1371600"/>
                </a:lnTo>
                <a:lnTo>
                  <a:pt x="571500" y="1371600"/>
                </a:lnTo>
                <a:lnTo>
                  <a:pt x="571500" y="1381125"/>
                </a:lnTo>
                <a:lnTo>
                  <a:pt x="561975" y="1381125"/>
                </a:lnTo>
                <a:lnTo>
                  <a:pt x="561975" y="1390650"/>
                </a:lnTo>
                <a:lnTo>
                  <a:pt x="552450" y="1390650"/>
                </a:lnTo>
                <a:lnTo>
                  <a:pt x="552450" y="1371600"/>
                </a:lnTo>
                <a:lnTo>
                  <a:pt x="542925" y="1371600"/>
                </a:lnTo>
                <a:lnTo>
                  <a:pt x="542925" y="1362075"/>
                </a:lnTo>
                <a:lnTo>
                  <a:pt x="523875" y="1362075"/>
                </a:lnTo>
                <a:lnTo>
                  <a:pt x="523875" y="1352550"/>
                </a:lnTo>
                <a:lnTo>
                  <a:pt x="542925" y="1352550"/>
                </a:lnTo>
                <a:lnTo>
                  <a:pt x="542925" y="1343025"/>
                </a:lnTo>
                <a:lnTo>
                  <a:pt x="561975" y="1343025"/>
                </a:lnTo>
                <a:close/>
                <a:moveTo>
                  <a:pt x="714375" y="1343025"/>
                </a:moveTo>
                <a:lnTo>
                  <a:pt x="733425" y="1343025"/>
                </a:lnTo>
                <a:lnTo>
                  <a:pt x="733425" y="1352550"/>
                </a:lnTo>
                <a:lnTo>
                  <a:pt x="723900" y="1352550"/>
                </a:lnTo>
                <a:lnTo>
                  <a:pt x="723900" y="1390650"/>
                </a:lnTo>
                <a:lnTo>
                  <a:pt x="704850" y="1390650"/>
                </a:lnTo>
                <a:lnTo>
                  <a:pt x="704850" y="1381125"/>
                </a:lnTo>
                <a:lnTo>
                  <a:pt x="714375" y="1381125"/>
                </a:lnTo>
                <a:lnTo>
                  <a:pt x="714375" y="1362075"/>
                </a:lnTo>
                <a:lnTo>
                  <a:pt x="704850" y="1362075"/>
                </a:lnTo>
                <a:lnTo>
                  <a:pt x="704850" y="1352550"/>
                </a:lnTo>
                <a:lnTo>
                  <a:pt x="714375" y="1352550"/>
                </a:lnTo>
                <a:close/>
                <a:moveTo>
                  <a:pt x="180975" y="1362075"/>
                </a:moveTo>
                <a:lnTo>
                  <a:pt x="219075" y="1362075"/>
                </a:lnTo>
                <a:lnTo>
                  <a:pt x="219075" y="1371600"/>
                </a:lnTo>
                <a:lnTo>
                  <a:pt x="276225" y="1371600"/>
                </a:lnTo>
                <a:lnTo>
                  <a:pt x="276225" y="1390650"/>
                </a:lnTo>
                <a:lnTo>
                  <a:pt x="266700" y="1390650"/>
                </a:lnTo>
                <a:lnTo>
                  <a:pt x="266700" y="1381125"/>
                </a:lnTo>
                <a:lnTo>
                  <a:pt x="257175" y="1381125"/>
                </a:lnTo>
                <a:lnTo>
                  <a:pt x="257175" y="1390650"/>
                </a:lnTo>
                <a:lnTo>
                  <a:pt x="247650" y="1390650"/>
                </a:lnTo>
                <a:lnTo>
                  <a:pt x="247650" y="1409700"/>
                </a:lnTo>
                <a:lnTo>
                  <a:pt x="209550" y="1409700"/>
                </a:lnTo>
                <a:lnTo>
                  <a:pt x="209550" y="1400175"/>
                </a:lnTo>
                <a:lnTo>
                  <a:pt x="228600" y="1400175"/>
                </a:lnTo>
                <a:lnTo>
                  <a:pt x="228600" y="1390650"/>
                </a:lnTo>
                <a:lnTo>
                  <a:pt x="200025" y="1390650"/>
                </a:lnTo>
                <a:lnTo>
                  <a:pt x="200025" y="1381125"/>
                </a:lnTo>
                <a:lnTo>
                  <a:pt x="209550" y="1381125"/>
                </a:lnTo>
                <a:lnTo>
                  <a:pt x="209550" y="1371600"/>
                </a:lnTo>
                <a:lnTo>
                  <a:pt x="180975" y="1371600"/>
                </a:lnTo>
                <a:close/>
                <a:moveTo>
                  <a:pt x="504825" y="1362075"/>
                </a:moveTo>
                <a:lnTo>
                  <a:pt x="523875" y="1362075"/>
                </a:lnTo>
                <a:lnTo>
                  <a:pt x="523875" y="1371600"/>
                </a:lnTo>
                <a:lnTo>
                  <a:pt x="504825" y="1371600"/>
                </a:lnTo>
                <a:close/>
                <a:moveTo>
                  <a:pt x="619125" y="1362075"/>
                </a:moveTo>
                <a:lnTo>
                  <a:pt x="628650" y="1362075"/>
                </a:lnTo>
                <a:lnTo>
                  <a:pt x="628650" y="1371600"/>
                </a:lnTo>
                <a:lnTo>
                  <a:pt x="647700" y="1371600"/>
                </a:lnTo>
                <a:lnTo>
                  <a:pt x="647700" y="1362075"/>
                </a:lnTo>
                <a:lnTo>
                  <a:pt x="657225" y="1362075"/>
                </a:lnTo>
                <a:lnTo>
                  <a:pt x="657225" y="1381125"/>
                </a:lnTo>
                <a:lnTo>
                  <a:pt x="676275" y="1381125"/>
                </a:lnTo>
                <a:lnTo>
                  <a:pt x="676275" y="1390650"/>
                </a:lnTo>
                <a:lnTo>
                  <a:pt x="647700" y="1390650"/>
                </a:lnTo>
                <a:lnTo>
                  <a:pt x="647700" y="1381125"/>
                </a:lnTo>
                <a:lnTo>
                  <a:pt x="628650" y="1381125"/>
                </a:lnTo>
                <a:lnTo>
                  <a:pt x="628650" y="1390650"/>
                </a:lnTo>
                <a:lnTo>
                  <a:pt x="619125" y="1390650"/>
                </a:lnTo>
                <a:close/>
                <a:moveTo>
                  <a:pt x="352425" y="1371600"/>
                </a:moveTo>
                <a:lnTo>
                  <a:pt x="390525" y="1371600"/>
                </a:lnTo>
                <a:lnTo>
                  <a:pt x="390525" y="1381125"/>
                </a:lnTo>
                <a:lnTo>
                  <a:pt x="400050" y="1381125"/>
                </a:lnTo>
                <a:lnTo>
                  <a:pt x="400050" y="1371600"/>
                </a:lnTo>
                <a:lnTo>
                  <a:pt x="419100" y="1371600"/>
                </a:lnTo>
                <a:lnTo>
                  <a:pt x="419100" y="1381125"/>
                </a:lnTo>
                <a:lnTo>
                  <a:pt x="409575" y="1381125"/>
                </a:lnTo>
                <a:lnTo>
                  <a:pt x="409575" y="1390650"/>
                </a:lnTo>
                <a:lnTo>
                  <a:pt x="390525" y="1390650"/>
                </a:lnTo>
                <a:lnTo>
                  <a:pt x="390525" y="1400175"/>
                </a:lnTo>
                <a:lnTo>
                  <a:pt x="361950" y="1400175"/>
                </a:lnTo>
                <a:lnTo>
                  <a:pt x="361950" y="1390650"/>
                </a:lnTo>
                <a:lnTo>
                  <a:pt x="342900" y="1390650"/>
                </a:lnTo>
                <a:lnTo>
                  <a:pt x="342900" y="1381125"/>
                </a:lnTo>
                <a:lnTo>
                  <a:pt x="352425" y="1381125"/>
                </a:lnTo>
                <a:close/>
                <a:moveTo>
                  <a:pt x="1428750" y="1371600"/>
                </a:moveTo>
                <a:lnTo>
                  <a:pt x="1447800" y="1371600"/>
                </a:lnTo>
                <a:lnTo>
                  <a:pt x="1447800" y="1381125"/>
                </a:lnTo>
                <a:lnTo>
                  <a:pt x="1438275" y="1381125"/>
                </a:lnTo>
                <a:lnTo>
                  <a:pt x="1438275" y="1390650"/>
                </a:lnTo>
                <a:lnTo>
                  <a:pt x="1428750" y="1390650"/>
                </a:lnTo>
                <a:close/>
                <a:moveTo>
                  <a:pt x="1647825" y="1371600"/>
                </a:moveTo>
                <a:lnTo>
                  <a:pt x="1657350" y="1371600"/>
                </a:lnTo>
                <a:lnTo>
                  <a:pt x="1657350" y="1381125"/>
                </a:lnTo>
                <a:lnTo>
                  <a:pt x="1647825" y="1381125"/>
                </a:lnTo>
                <a:close/>
                <a:moveTo>
                  <a:pt x="466725" y="1381125"/>
                </a:moveTo>
                <a:lnTo>
                  <a:pt x="476250" y="1381125"/>
                </a:lnTo>
                <a:lnTo>
                  <a:pt x="476250" y="1390650"/>
                </a:lnTo>
                <a:lnTo>
                  <a:pt x="466725" y="1390650"/>
                </a:lnTo>
                <a:close/>
                <a:moveTo>
                  <a:pt x="666750" y="1457325"/>
                </a:moveTo>
                <a:lnTo>
                  <a:pt x="676275" y="1457325"/>
                </a:lnTo>
                <a:lnTo>
                  <a:pt x="676275" y="1476375"/>
                </a:lnTo>
                <a:lnTo>
                  <a:pt x="685800" y="1476375"/>
                </a:lnTo>
                <a:lnTo>
                  <a:pt x="685800" y="1485900"/>
                </a:lnTo>
                <a:lnTo>
                  <a:pt x="657225" y="1485900"/>
                </a:lnTo>
                <a:lnTo>
                  <a:pt x="657225" y="1466850"/>
                </a:lnTo>
                <a:lnTo>
                  <a:pt x="666750" y="1466850"/>
                </a:lnTo>
                <a:close/>
                <a:moveTo>
                  <a:pt x="533400" y="1476375"/>
                </a:moveTo>
                <a:lnTo>
                  <a:pt x="552450" y="1476375"/>
                </a:lnTo>
                <a:lnTo>
                  <a:pt x="552450" y="1495425"/>
                </a:lnTo>
                <a:lnTo>
                  <a:pt x="542925" y="1495425"/>
                </a:lnTo>
                <a:lnTo>
                  <a:pt x="542925" y="1504950"/>
                </a:lnTo>
                <a:lnTo>
                  <a:pt x="533400" y="1504950"/>
                </a:lnTo>
                <a:close/>
                <a:moveTo>
                  <a:pt x="495300" y="1485900"/>
                </a:moveTo>
                <a:lnTo>
                  <a:pt x="504825" y="1485900"/>
                </a:lnTo>
                <a:lnTo>
                  <a:pt x="504825" y="1495425"/>
                </a:lnTo>
                <a:lnTo>
                  <a:pt x="495300" y="1495425"/>
                </a:lnTo>
                <a:close/>
                <a:moveTo>
                  <a:pt x="485775" y="1495425"/>
                </a:moveTo>
                <a:lnTo>
                  <a:pt x="495300" y="1495425"/>
                </a:lnTo>
                <a:lnTo>
                  <a:pt x="495300" y="1504950"/>
                </a:lnTo>
                <a:lnTo>
                  <a:pt x="485775" y="1504950"/>
                </a:lnTo>
                <a:close/>
                <a:moveTo>
                  <a:pt x="447675" y="1504950"/>
                </a:moveTo>
                <a:lnTo>
                  <a:pt x="457200" y="1504950"/>
                </a:lnTo>
                <a:lnTo>
                  <a:pt x="457200" y="1514475"/>
                </a:lnTo>
                <a:lnTo>
                  <a:pt x="447675" y="1514475"/>
                </a:lnTo>
                <a:close/>
                <a:moveTo>
                  <a:pt x="542925" y="1504950"/>
                </a:moveTo>
                <a:lnTo>
                  <a:pt x="552450" y="1504950"/>
                </a:lnTo>
                <a:lnTo>
                  <a:pt x="552450" y="1514475"/>
                </a:lnTo>
                <a:lnTo>
                  <a:pt x="542925" y="1514475"/>
                </a:lnTo>
                <a:close/>
                <a:moveTo>
                  <a:pt x="619125" y="1504950"/>
                </a:moveTo>
                <a:lnTo>
                  <a:pt x="628650" y="1504950"/>
                </a:lnTo>
                <a:lnTo>
                  <a:pt x="628650" y="1514475"/>
                </a:lnTo>
                <a:lnTo>
                  <a:pt x="619125" y="1514475"/>
                </a:lnTo>
                <a:close/>
                <a:moveTo>
                  <a:pt x="266700" y="1533525"/>
                </a:moveTo>
                <a:lnTo>
                  <a:pt x="276225" y="1533525"/>
                </a:lnTo>
                <a:lnTo>
                  <a:pt x="276225" y="1552575"/>
                </a:lnTo>
                <a:lnTo>
                  <a:pt x="266700" y="1552575"/>
                </a:lnTo>
                <a:close/>
                <a:moveTo>
                  <a:pt x="133350" y="1543050"/>
                </a:moveTo>
                <a:lnTo>
                  <a:pt x="142875" y="1543050"/>
                </a:lnTo>
                <a:lnTo>
                  <a:pt x="142875" y="1552575"/>
                </a:lnTo>
                <a:lnTo>
                  <a:pt x="133350" y="1552575"/>
                </a:lnTo>
                <a:close/>
                <a:moveTo>
                  <a:pt x="247650" y="1543050"/>
                </a:moveTo>
                <a:lnTo>
                  <a:pt x="257175" y="1543050"/>
                </a:lnTo>
                <a:lnTo>
                  <a:pt x="257175" y="1552575"/>
                </a:lnTo>
                <a:lnTo>
                  <a:pt x="247650" y="1552575"/>
                </a:lnTo>
                <a:close/>
                <a:moveTo>
                  <a:pt x="371475" y="1543050"/>
                </a:moveTo>
                <a:lnTo>
                  <a:pt x="381000" y="1543050"/>
                </a:lnTo>
                <a:lnTo>
                  <a:pt x="381000" y="1552575"/>
                </a:lnTo>
                <a:lnTo>
                  <a:pt x="371475" y="1552575"/>
                </a:lnTo>
                <a:close/>
                <a:moveTo>
                  <a:pt x="381000" y="1552575"/>
                </a:moveTo>
                <a:lnTo>
                  <a:pt x="409575" y="1552575"/>
                </a:lnTo>
                <a:lnTo>
                  <a:pt x="409575" y="1562100"/>
                </a:lnTo>
                <a:lnTo>
                  <a:pt x="390525" y="1562100"/>
                </a:lnTo>
                <a:lnTo>
                  <a:pt x="390525" y="1581150"/>
                </a:lnTo>
                <a:lnTo>
                  <a:pt x="381000" y="1581150"/>
                </a:lnTo>
                <a:lnTo>
                  <a:pt x="381000" y="1571625"/>
                </a:lnTo>
                <a:lnTo>
                  <a:pt x="371475" y="1571625"/>
                </a:lnTo>
                <a:lnTo>
                  <a:pt x="371475" y="1562100"/>
                </a:lnTo>
                <a:lnTo>
                  <a:pt x="381000" y="1562100"/>
                </a:lnTo>
                <a:close/>
                <a:moveTo>
                  <a:pt x="161925" y="1590675"/>
                </a:moveTo>
                <a:lnTo>
                  <a:pt x="171450" y="1590675"/>
                </a:lnTo>
                <a:lnTo>
                  <a:pt x="171450" y="1600200"/>
                </a:lnTo>
                <a:lnTo>
                  <a:pt x="161925" y="1600200"/>
                </a:lnTo>
                <a:close/>
                <a:moveTo>
                  <a:pt x="1019175" y="1590675"/>
                </a:moveTo>
                <a:lnTo>
                  <a:pt x="1047750" y="1590675"/>
                </a:lnTo>
                <a:lnTo>
                  <a:pt x="1047750" y="1600200"/>
                </a:lnTo>
                <a:lnTo>
                  <a:pt x="1038225" y="1600200"/>
                </a:lnTo>
                <a:lnTo>
                  <a:pt x="1038225" y="1619250"/>
                </a:lnTo>
                <a:lnTo>
                  <a:pt x="1028700" y="1619250"/>
                </a:lnTo>
                <a:lnTo>
                  <a:pt x="1028700" y="1600200"/>
                </a:lnTo>
                <a:lnTo>
                  <a:pt x="1019175" y="1600200"/>
                </a:lnTo>
                <a:close/>
                <a:moveTo>
                  <a:pt x="1047750" y="1600200"/>
                </a:moveTo>
                <a:lnTo>
                  <a:pt x="1057275" y="1600200"/>
                </a:lnTo>
                <a:lnTo>
                  <a:pt x="1057275" y="1609725"/>
                </a:lnTo>
                <a:lnTo>
                  <a:pt x="1047750" y="1609725"/>
                </a:lnTo>
                <a:close/>
                <a:moveTo>
                  <a:pt x="1676400" y="1609725"/>
                </a:moveTo>
                <a:lnTo>
                  <a:pt x="1695450" y="1609725"/>
                </a:lnTo>
                <a:lnTo>
                  <a:pt x="1695450" y="1638300"/>
                </a:lnTo>
                <a:lnTo>
                  <a:pt x="1666875" y="1638300"/>
                </a:lnTo>
                <a:lnTo>
                  <a:pt x="1666875" y="1628775"/>
                </a:lnTo>
                <a:lnTo>
                  <a:pt x="1676400" y="1628775"/>
                </a:lnTo>
                <a:close/>
                <a:moveTo>
                  <a:pt x="885825" y="1628775"/>
                </a:moveTo>
                <a:lnTo>
                  <a:pt x="904875" y="1628775"/>
                </a:lnTo>
                <a:lnTo>
                  <a:pt x="904875" y="1647825"/>
                </a:lnTo>
                <a:lnTo>
                  <a:pt x="885825" y="1647825"/>
                </a:lnTo>
                <a:close/>
                <a:moveTo>
                  <a:pt x="1695450" y="1638300"/>
                </a:moveTo>
                <a:lnTo>
                  <a:pt x="1704975" y="1638300"/>
                </a:lnTo>
                <a:lnTo>
                  <a:pt x="1704975" y="1657350"/>
                </a:lnTo>
                <a:lnTo>
                  <a:pt x="1695450" y="1657350"/>
                </a:lnTo>
                <a:close/>
                <a:moveTo>
                  <a:pt x="1247775" y="1647825"/>
                </a:moveTo>
                <a:lnTo>
                  <a:pt x="1257300" y="1647825"/>
                </a:lnTo>
                <a:lnTo>
                  <a:pt x="1257300" y="1657350"/>
                </a:lnTo>
                <a:lnTo>
                  <a:pt x="1247775" y="1657350"/>
                </a:lnTo>
                <a:close/>
                <a:moveTo>
                  <a:pt x="971550" y="1676400"/>
                </a:moveTo>
                <a:lnTo>
                  <a:pt x="981075" y="1676400"/>
                </a:lnTo>
                <a:lnTo>
                  <a:pt x="981075" y="1685925"/>
                </a:lnTo>
                <a:lnTo>
                  <a:pt x="971550" y="1685925"/>
                </a:lnTo>
                <a:close/>
                <a:moveTo>
                  <a:pt x="981075" y="1685925"/>
                </a:moveTo>
                <a:lnTo>
                  <a:pt x="990600" y="1685925"/>
                </a:lnTo>
                <a:lnTo>
                  <a:pt x="990600" y="1695450"/>
                </a:lnTo>
                <a:lnTo>
                  <a:pt x="981075" y="1695450"/>
                </a:lnTo>
                <a:close/>
                <a:moveTo>
                  <a:pt x="1009650" y="1685925"/>
                </a:moveTo>
                <a:lnTo>
                  <a:pt x="1019175" y="1685925"/>
                </a:lnTo>
                <a:lnTo>
                  <a:pt x="1019175" y="1695450"/>
                </a:lnTo>
                <a:lnTo>
                  <a:pt x="1009650" y="1695450"/>
                </a:lnTo>
                <a:close/>
                <a:moveTo>
                  <a:pt x="133350" y="1714500"/>
                </a:moveTo>
                <a:lnTo>
                  <a:pt x="142875" y="1714500"/>
                </a:lnTo>
                <a:lnTo>
                  <a:pt x="142875" y="1781175"/>
                </a:lnTo>
                <a:lnTo>
                  <a:pt x="133350" y="1781175"/>
                </a:lnTo>
                <a:close/>
                <a:moveTo>
                  <a:pt x="1609725" y="1714500"/>
                </a:moveTo>
                <a:lnTo>
                  <a:pt x="1666875" y="1714500"/>
                </a:lnTo>
                <a:lnTo>
                  <a:pt x="1666875" y="1724025"/>
                </a:lnTo>
                <a:lnTo>
                  <a:pt x="1676400" y="1724025"/>
                </a:lnTo>
                <a:lnTo>
                  <a:pt x="1676400" y="1733550"/>
                </a:lnTo>
                <a:lnTo>
                  <a:pt x="1666875" y="1733550"/>
                </a:lnTo>
                <a:lnTo>
                  <a:pt x="1666875" y="1743075"/>
                </a:lnTo>
                <a:lnTo>
                  <a:pt x="1657350" y="1743075"/>
                </a:lnTo>
                <a:lnTo>
                  <a:pt x="1657350" y="1733550"/>
                </a:lnTo>
                <a:lnTo>
                  <a:pt x="1609725" y="1733550"/>
                </a:lnTo>
                <a:close/>
                <a:moveTo>
                  <a:pt x="161925" y="1781175"/>
                </a:moveTo>
                <a:lnTo>
                  <a:pt x="171450" y="1781175"/>
                </a:lnTo>
                <a:lnTo>
                  <a:pt x="171450" y="1790700"/>
                </a:lnTo>
                <a:lnTo>
                  <a:pt x="161925" y="1790700"/>
                </a:lnTo>
                <a:close/>
                <a:moveTo>
                  <a:pt x="1695450" y="1790700"/>
                </a:moveTo>
                <a:lnTo>
                  <a:pt x="1714500" y="1790700"/>
                </a:lnTo>
                <a:lnTo>
                  <a:pt x="1714500" y="1828800"/>
                </a:lnTo>
                <a:lnTo>
                  <a:pt x="1704975" y="1828800"/>
                </a:lnTo>
                <a:lnTo>
                  <a:pt x="1704975" y="1809750"/>
                </a:lnTo>
                <a:lnTo>
                  <a:pt x="1695450" y="1809750"/>
                </a:lnTo>
                <a:close/>
                <a:moveTo>
                  <a:pt x="238125" y="1914525"/>
                </a:moveTo>
                <a:lnTo>
                  <a:pt x="266700" y="1914525"/>
                </a:lnTo>
                <a:lnTo>
                  <a:pt x="266700" y="1924050"/>
                </a:lnTo>
                <a:lnTo>
                  <a:pt x="323850" y="1924050"/>
                </a:lnTo>
                <a:lnTo>
                  <a:pt x="323850" y="1943100"/>
                </a:lnTo>
                <a:lnTo>
                  <a:pt x="276225" y="1943100"/>
                </a:lnTo>
                <a:lnTo>
                  <a:pt x="276225" y="1952625"/>
                </a:lnTo>
                <a:lnTo>
                  <a:pt x="285750" y="1952625"/>
                </a:lnTo>
                <a:lnTo>
                  <a:pt x="285750" y="1962150"/>
                </a:lnTo>
                <a:lnTo>
                  <a:pt x="257175" y="1962150"/>
                </a:lnTo>
                <a:lnTo>
                  <a:pt x="257175" y="1952625"/>
                </a:lnTo>
                <a:lnTo>
                  <a:pt x="266700" y="1952625"/>
                </a:lnTo>
                <a:lnTo>
                  <a:pt x="266700" y="1943100"/>
                </a:lnTo>
                <a:lnTo>
                  <a:pt x="257175" y="1943100"/>
                </a:lnTo>
                <a:lnTo>
                  <a:pt x="257175" y="1933575"/>
                </a:lnTo>
                <a:lnTo>
                  <a:pt x="247650" y="1933575"/>
                </a:lnTo>
                <a:lnTo>
                  <a:pt x="247650" y="1924050"/>
                </a:lnTo>
                <a:lnTo>
                  <a:pt x="238125" y="1924050"/>
                </a:lnTo>
                <a:close/>
                <a:moveTo>
                  <a:pt x="438150" y="1914525"/>
                </a:moveTo>
                <a:lnTo>
                  <a:pt x="447675" y="1914525"/>
                </a:lnTo>
                <a:lnTo>
                  <a:pt x="447675" y="1933575"/>
                </a:lnTo>
                <a:lnTo>
                  <a:pt x="457200" y="1933575"/>
                </a:lnTo>
                <a:lnTo>
                  <a:pt x="457200" y="1943100"/>
                </a:lnTo>
                <a:lnTo>
                  <a:pt x="447675" y="1943100"/>
                </a:lnTo>
                <a:lnTo>
                  <a:pt x="447675" y="1952625"/>
                </a:lnTo>
                <a:lnTo>
                  <a:pt x="390525" y="1952625"/>
                </a:lnTo>
                <a:lnTo>
                  <a:pt x="390525" y="1962150"/>
                </a:lnTo>
                <a:lnTo>
                  <a:pt x="371475" y="1962150"/>
                </a:lnTo>
                <a:lnTo>
                  <a:pt x="371475" y="1952625"/>
                </a:lnTo>
                <a:lnTo>
                  <a:pt x="342900" y="1952625"/>
                </a:lnTo>
                <a:lnTo>
                  <a:pt x="342900" y="1933575"/>
                </a:lnTo>
                <a:lnTo>
                  <a:pt x="361950" y="1933575"/>
                </a:lnTo>
                <a:lnTo>
                  <a:pt x="361950" y="1943100"/>
                </a:lnTo>
                <a:lnTo>
                  <a:pt x="371475" y="1943100"/>
                </a:lnTo>
                <a:lnTo>
                  <a:pt x="371475" y="1952625"/>
                </a:lnTo>
                <a:lnTo>
                  <a:pt x="381000" y="1952625"/>
                </a:lnTo>
                <a:lnTo>
                  <a:pt x="381000" y="1943100"/>
                </a:lnTo>
                <a:lnTo>
                  <a:pt x="390525" y="1943100"/>
                </a:lnTo>
                <a:lnTo>
                  <a:pt x="390525" y="1933575"/>
                </a:lnTo>
                <a:lnTo>
                  <a:pt x="409575" y="1933575"/>
                </a:lnTo>
                <a:lnTo>
                  <a:pt x="409575" y="1924050"/>
                </a:lnTo>
                <a:lnTo>
                  <a:pt x="438150" y="1924050"/>
                </a:lnTo>
                <a:close/>
                <a:moveTo>
                  <a:pt x="114300" y="1981200"/>
                </a:moveTo>
                <a:lnTo>
                  <a:pt x="123825" y="1981200"/>
                </a:lnTo>
                <a:lnTo>
                  <a:pt x="123825" y="2019300"/>
                </a:lnTo>
                <a:lnTo>
                  <a:pt x="114300" y="2019300"/>
                </a:lnTo>
                <a:close/>
                <a:moveTo>
                  <a:pt x="133350" y="1981200"/>
                </a:moveTo>
                <a:lnTo>
                  <a:pt x="142875" y="1981200"/>
                </a:lnTo>
                <a:lnTo>
                  <a:pt x="142875" y="2019300"/>
                </a:lnTo>
                <a:lnTo>
                  <a:pt x="133350" y="2019300"/>
                </a:lnTo>
                <a:close/>
                <a:moveTo>
                  <a:pt x="1695450" y="2038350"/>
                </a:moveTo>
                <a:lnTo>
                  <a:pt x="1714500" y="2038350"/>
                </a:lnTo>
                <a:lnTo>
                  <a:pt x="1714500" y="2057400"/>
                </a:lnTo>
                <a:lnTo>
                  <a:pt x="1695450" y="2057400"/>
                </a:lnTo>
                <a:close/>
                <a:moveTo>
                  <a:pt x="133350" y="2047875"/>
                </a:moveTo>
                <a:lnTo>
                  <a:pt x="142875" y="2047875"/>
                </a:lnTo>
                <a:lnTo>
                  <a:pt x="142875" y="2066925"/>
                </a:lnTo>
                <a:lnTo>
                  <a:pt x="133350" y="2066925"/>
                </a:lnTo>
                <a:close/>
                <a:moveTo>
                  <a:pt x="114300" y="2095500"/>
                </a:moveTo>
                <a:lnTo>
                  <a:pt x="123825" y="2095500"/>
                </a:lnTo>
                <a:lnTo>
                  <a:pt x="123825" y="2114550"/>
                </a:lnTo>
                <a:lnTo>
                  <a:pt x="114300" y="2114550"/>
                </a:lnTo>
                <a:close/>
                <a:moveTo>
                  <a:pt x="133350" y="2095500"/>
                </a:moveTo>
                <a:lnTo>
                  <a:pt x="142875" y="2095500"/>
                </a:lnTo>
                <a:lnTo>
                  <a:pt x="142875" y="2114550"/>
                </a:lnTo>
                <a:lnTo>
                  <a:pt x="133350" y="2114550"/>
                </a:lnTo>
                <a:close/>
                <a:moveTo>
                  <a:pt x="1695450" y="2105025"/>
                </a:moveTo>
                <a:lnTo>
                  <a:pt x="1704975" y="2105025"/>
                </a:lnTo>
                <a:lnTo>
                  <a:pt x="1704975" y="2133600"/>
                </a:lnTo>
                <a:lnTo>
                  <a:pt x="1685925" y="2133600"/>
                </a:lnTo>
                <a:lnTo>
                  <a:pt x="1685925" y="2124075"/>
                </a:lnTo>
                <a:lnTo>
                  <a:pt x="1695450" y="2124075"/>
                </a:lnTo>
                <a:close/>
                <a:moveTo>
                  <a:pt x="114300" y="2171700"/>
                </a:moveTo>
                <a:lnTo>
                  <a:pt x="123825" y="2171700"/>
                </a:lnTo>
                <a:lnTo>
                  <a:pt x="123825" y="2181225"/>
                </a:lnTo>
                <a:lnTo>
                  <a:pt x="114300" y="2181225"/>
                </a:lnTo>
                <a:close/>
                <a:moveTo>
                  <a:pt x="133350" y="2171700"/>
                </a:moveTo>
                <a:lnTo>
                  <a:pt x="142875" y="2171700"/>
                </a:lnTo>
                <a:lnTo>
                  <a:pt x="142875" y="2181225"/>
                </a:lnTo>
                <a:lnTo>
                  <a:pt x="133350" y="2181225"/>
                </a:lnTo>
                <a:close/>
                <a:moveTo>
                  <a:pt x="1657350" y="2219325"/>
                </a:moveTo>
                <a:lnTo>
                  <a:pt x="1666875" y="2219325"/>
                </a:lnTo>
                <a:lnTo>
                  <a:pt x="1666875" y="2238375"/>
                </a:lnTo>
                <a:lnTo>
                  <a:pt x="1657350" y="2238375"/>
                </a:lnTo>
                <a:close/>
                <a:moveTo>
                  <a:pt x="133350" y="2228850"/>
                </a:moveTo>
                <a:lnTo>
                  <a:pt x="142875" y="2228850"/>
                </a:lnTo>
                <a:lnTo>
                  <a:pt x="142875" y="2266950"/>
                </a:lnTo>
                <a:lnTo>
                  <a:pt x="133350" y="2266950"/>
                </a:lnTo>
                <a:close/>
                <a:moveTo>
                  <a:pt x="114300" y="2238375"/>
                </a:moveTo>
                <a:lnTo>
                  <a:pt x="123825" y="2238375"/>
                </a:lnTo>
                <a:lnTo>
                  <a:pt x="123825" y="2266950"/>
                </a:lnTo>
                <a:lnTo>
                  <a:pt x="114300" y="2266950"/>
                </a:lnTo>
                <a:close/>
                <a:moveTo>
                  <a:pt x="1676400" y="2238375"/>
                </a:moveTo>
                <a:lnTo>
                  <a:pt x="1695450" y="2238375"/>
                </a:lnTo>
                <a:lnTo>
                  <a:pt x="1695450" y="2247900"/>
                </a:lnTo>
                <a:lnTo>
                  <a:pt x="1676400" y="2247900"/>
                </a:lnTo>
                <a:close/>
                <a:moveTo>
                  <a:pt x="133350" y="2286000"/>
                </a:moveTo>
                <a:lnTo>
                  <a:pt x="142875" y="2286000"/>
                </a:lnTo>
                <a:lnTo>
                  <a:pt x="142875" y="2324100"/>
                </a:lnTo>
                <a:lnTo>
                  <a:pt x="133350" y="2324100"/>
                </a:lnTo>
                <a:close/>
                <a:moveTo>
                  <a:pt x="114300" y="2295525"/>
                </a:moveTo>
                <a:lnTo>
                  <a:pt x="123825" y="2295525"/>
                </a:lnTo>
                <a:lnTo>
                  <a:pt x="123825" y="2314575"/>
                </a:lnTo>
                <a:lnTo>
                  <a:pt x="114300" y="2314575"/>
                </a:lnTo>
                <a:close/>
                <a:moveTo>
                  <a:pt x="114300" y="2324100"/>
                </a:moveTo>
                <a:lnTo>
                  <a:pt x="123825" y="2324100"/>
                </a:lnTo>
                <a:lnTo>
                  <a:pt x="123825" y="2333625"/>
                </a:lnTo>
                <a:lnTo>
                  <a:pt x="114300" y="2333625"/>
                </a:lnTo>
                <a:close/>
                <a:moveTo>
                  <a:pt x="114300" y="2371725"/>
                </a:moveTo>
                <a:lnTo>
                  <a:pt x="123825" y="2371725"/>
                </a:lnTo>
                <a:lnTo>
                  <a:pt x="123825" y="2390775"/>
                </a:lnTo>
                <a:lnTo>
                  <a:pt x="114300" y="2390775"/>
                </a:lnTo>
                <a:close/>
                <a:moveTo>
                  <a:pt x="1571625" y="2371725"/>
                </a:moveTo>
                <a:lnTo>
                  <a:pt x="1609725" y="2371725"/>
                </a:lnTo>
                <a:lnTo>
                  <a:pt x="1609725" y="2381250"/>
                </a:lnTo>
                <a:lnTo>
                  <a:pt x="1571625" y="2381250"/>
                </a:lnTo>
                <a:close/>
                <a:moveTo>
                  <a:pt x="1095375" y="2381250"/>
                </a:moveTo>
                <a:lnTo>
                  <a:pt x="1104900" y="2381250"/>
                </a:lnTo>
                <a:lnTo>
                  <a:pt x="1104900" y="2390775"/>
                </a:lnTo>
                <a:lnTo>
                  <a:pt x="1095375" y="2390775"/>
                </a:lnTo>
                <a:close/>
                <a:moveTo>
                  <a:pt x="180975" y="2390775"/>
                </a:moveTo>
                <a:lnTo>
                  <a:pt x="190500" y="2390775"/>
                </a:lnTo>
                <a:lnTo>
                  <a:pt x="190500" y="2409825"/>
                </a:lnTo>
                <a:lnTo>
                  <a:pt x="180975" y="2409825"/>
                </a:lnTo>
                <a:close/>
                <a:moveTo>
                  <a:pt x="771525" y="2390775"/>
                </a:moveTo>
                <a:lnTo>
                  <a:pt x="790575" y="2390775"/>
                </a:lnTo>
                <a:lnTo>
                  <a:pt x="790575" y="2400300"/>
                </a:lnTo>
                <a:lnTo>
                  <a:pt x="781050" y="2400300"/>
                </a:lnTo>
                <a:lnTo>
                  <a:pt x="781050" y="2409825"/>
                </a:lnTo>
                <a:lnTo>
                  <a:pt x="771525" y="2409825"/>
                </a:lnTo>
                <a:close/>
                <a:moveTo>
                  <a:pt x="1447800" y="2390775"/>
                </a:moveTo>
                <a:lnTo>
                  <a:pt x="1457325" y="2390775"/>
                </a:lnTo>
                <a:lnTo>
                  <a:pt x="1457325" y="2400300"/>
                </a:lnTo>
                <a:lnTo>
                  <a:pt x="1447800" y="2400300"/>
                </a:lnTo>
                <a:close/>
                <a:moveTo>
                  <a:pt x="1495425" y="2390775"/>
                </a:moveTo>
                <a:lnTo>
                  <a:pt x="1504950" y="2390775"/>
                </a:lnTo>
                <a:lnTo>
                  <a:pt x="1504950" y="2400300"/>
                </a:lnTo>
                <a:lnTo>
                  <a:pt x="1514475" y="2400300"/>
                </a:lnTo>
                <a:lnTo>
                  <a:pt x="1514475" y="2419350"/>
                </a:lnTo>
                <a:lnTo>
                  <a:pt x="1495425" y="2419350"/>
                </a:lnTo>
                <a:close/>
                <a:moveTo>
                  <a:pt x="1571625" y="2390775"/>
                </a:moveTo>
                <a:lnTo>
                  <a:pt x="1581150" y="2390775"/>
                </a:lnTo>
                <a:lnTo>
                  <a:pt x="1581150" y="2419350"/>
                </a:lnTo>
                <a:lnTo>
                  <a:pt x="1562100" y="2419350"/>
                </a:lnTo>
                <a:lnTo>
                  <a:pt x="1562100" y="2428875"/>
                </a:lnTo>
                <a:lnTo>
                  <a:pt x="1571625" y="2428875"/>
                </a:lnTo>
                <a:lnTo>
                  <a:pt x="1571625" y="2438400"/>
                </a:lnTo>
                <a:lnTo>
                  <a:pt x="1524000" y="2438400"/>
                </a:lnTo>
                <a:lnTo>
                  <a:pt x="1524000" y="2428875"/>
                </a:lnTo>
                <a:lnTo>
                  <a:pt x="1552575" y="2428875"/>
                </a:lnTo>
                <a:lnTo>
                  <a:pt x="1552575" y="2409825"/>
                </a:lnTo>
                <a:lnTo>
                  <a:pt x="1571625" y="2409825"/>
                </a:lnTo>
                <a:close/>
                <a:moveTo>
                  <a:pt x="171450" y="2409825"/>
                </a:moveTo>
                <a:lnTo>
                  <a:pt x="180975" y="2409825"/>
                </a:lnTo>
                <a:lnTo>
                  <a:pt x="180975" y="2419350"/>
                </a:lnTo>
                <a:lnTo>
                  <a:pt x="171450" y="2419350"/>
                </a:lnTo>
                <a:close/>
                <a:moveTo>
                  <a:pt x="352425" y="2419350"/>
                </a:moveTo>
                <a:lnTo>
                  <a:pt x="371475" y="2419350"/>
                </a:lnTo>
                <a:lnTo>
                  <a:pt x="371475" y="2428875"/>
                </a:lnTo>
                <a:lnTo>
                  <a:pt x="352425" y="2428875"/>
                </a:lnTo>
                <a:close/>
                <a:moveTo>
                  <a:pt x="1057275" y="2419350"/>
                </a:moveTo>
                <a:lnTo>
                  <a:pt x="1076325" y="2419350"/>
                </a:lnTo>
                <a:lnTo>
                  <a:pt x="1076325" y="2438400"/>
                </a:lnTo>
                <a:lnTo>
                  <a:pt x="1047750" y="2438400"/>
                </a:lnTo>
                <a:lnTo>
                  <a:pt x="1047750" y="2428875"/>
                </a:lnTo>
                <a:lnTo>
                  <a:pt x="1057275" y="2428875"/>
                </a:lnTo>
                <a:close/>
                <a:moveTo>
                  <a:pt x="1085850" y="2419350"/>
                </a:moveTo>
                <a:lnTo>
                  <a:pt x="1114425" y="2419350"/>
                </a:lnTo>
                <a:lnTo>
                  <a:pt x="1114425" y="2438400"/>
                </a:lnTo>
                <a:lnTo>
                  <a:pt x="1104900" y="2438400"/>
                </a:lnTo>
                <a:lnTo>
                  <a:pt x="1104900" y="2428875"/>
                </a:lnTo>
                <a:lnTo>
                  <a:pt x="1085850" y="2428875"/>
                </a:lnTo>
                <a:close/>
                <a:moveTo>
                  <a:pt x="381000" y="2428875"/>
                </a:moveTo>
                <a:lnTo>
                  <a:pt x="390525" y="2428875"/>
                </a:lnTo>
                <a:lnTo>
                  <a:pt x="390525" y="2438400"/>
                </a:lnTo>
                <a:lnTo>
                  <a:pt x="381000" y="2438400"/>
                </a:lnTo>
                <a:close/>
                <a:moveTo>
                  <a:pt x="114300" y="2438400"/>
                </a:moveTo>
                <a:lnTo>
                  <a:pt x="123825" y="2438400"/>
                </a:lnTo>
                <a:lnTo>
                  <a:pt x="123825" y="2447925"/>
                </a:lnTo>
                <a:lnTo>
                  <a:pt x="114300" y="2447925"/>
                </a:lnTo>
                <a:close/>
                <a:moveTo>
                  <a:pt x="133350" y="2447925"/>
                </a:moveTo>
                <a:lnTo>
                  <a:pt x="142875" y="2447925"/>
                </a:lnTo>
                <a:lnTo>
                  <a:pt x="142875" y="2457450"/>
                </a:lnTo>
                <a:lnTo>
                  <a:pt x="133350" y="2457450"/>
                </a:lnTo>
                <a:close/>
                <a:moveTo>
                  <a:pt x="495300" y="2514600"/>
                </a:moveTo>
                <a:lnTo>
                  <a:pt x="514350" y="2514600"/>
                </a:lnTo>
                <a:lnTo>
                  <a:pt x="514350" y="2524125"/>
                </a:lnTo>
                <a:lnTo>
                  <a:pt x="495300" y="2524125"/>
                </a:lnTo>
                <a:close/>
                <a:moveTo>
                  <a:pt x="1343025" y="2514600"/>
                </a:moveTo>
                <a:lnTo>
                  <a:pt x="1352550" y="2514600"/>
                </a:lnTo>
                <a:lnTo>
                  <a:pt x="1352550" y="2524125"/>
                </a:lnTo>
                <a:lnTo>
                  <a:pt x="1343025" y="2524125"/>
                </a:lnTo>
                <a:close/>
                <a:moveTo>
                  <a:pt x="361950" y="2524125"/>
                </a:moveTo>
                <a:lnTo>
                  <a:pt x="371475" y="2524125"/>
                </a:lnTo>
                <a:lnTo>
                  <a:pt x="371475" y="2533650"/>
                </a:lnTo>
                <a:lnTo>
                  <a:pt x="381000" y="2533650"/>
                </a:lnTo>
                <a:lnTo>
                  <a:pt x="381000" y="2543175"/>
                </a:lnTo>
                <a:lnTo>
                  <a:pt x="352425" y="2543175"/>
                </a:lnTo>
                <a:lnTo>
                  <a:pt x="352425" y="2533650"/>
                </a:lnTo>
                <a:lnTo>
                  <a:pt x="361950" y="2533650"/>
                </a:lnTo>
                <a:close/>
                <a:moveTo>
                  <a:pt x="1571625" y="2524125"/>
                </a:moveTo>
                <a:lnTo>
                  <a:pt x="1609725" y="2524125"/>
                </a:lnTo>
                <a:lnTo>
                  <a:pt x="1609725" y="2562225"/>
                </a:lnTo>
                <a:lnTo>
                  <a:pt x="1590675" y="2562225"/>
                </a:lnTo>
                <a:lnTo>
                  <a:pt x="1590675" y="2571750"/>
                </a:lnTo>
                <a:lnTo>
                  <a:pt x="1581150" y="2571750"/>
                </a:lnTo>
                <a:lnTo>
                  <a:pt x="1581150" y="2581275"/>
                </a:lnTo>
                <a:lnTo>
                  <a:pt x="1571625" y="2581275"/>
                </a:lnTo>
                <a:lnTo>
                  <a:pt x="1571625" y="2562225"/>
                </a:lnTo>
                <a:lnTo>
                  <a:pt x="1581150" y="2562225"/>
                </a:lnTo>
                <a:lnTo>
                  <a:pt x="1581150" y="2543175"/>
                </a:lnTo>
                <a:lnTo>
                  <a:pt x="1571625" y="2543175"/>
                </a:lnTo>
                <a:close/>
                <a:moveTo>
                  <a:pt x="1619250" y="2524125"/>
                </a:moveTo>
                <a:lnTo>
                  <a:pt x="1628775" y="2524125"/>
                </a:lnTo>
                <a:lnTo>
                  <a:pt x="1628775" y="2533650"/>
                </a:lnTo>
                <a:lnTo>
                  <a:pt x="1619250" y="2533650"/>
                </a:lnTo>
                <a:close/>
                <a:moveTo>
                  <a:pt x="866775" y="2533650"/>
                </a:moveTo>
                <a:lnTo>
                  <a:pt x="876300" y="2533650"/>
                </a:lnTo>
                <a:lnTo>
                  <a:pt x="876300" y="2552700"/>
                </a:lnTo>
                <a:lnTo>
                  <a:pt x="866775" y="2552700"/>
                </a:lnTo>
                <a:close/>
                <a:moveTo>
                  <a:pt x="1619250" y="2543175"/>
                </a:moveTo>
                <a:lnTo>
                  <a:pt x="1628775" y="2543175"/>
                </a:lnTo>
                <a:lnTo>
                  <a:pt x="1628775" y="2552700"/>
                </a:lnTo>
                <a:lnTo>
                  <a:pt x="1619250" y="2552700"/>
                </a:lnTo>
                <a:close/>
                <a:moveTo>
                  <a:pt x="133350" y="2552700"/>
                </a:moveTo>
                <a:lnTo>
                  <a:pt x="142875" y="2552700"/>
                </a:lnTo>
                <a:lnTo>
                  <a:pt x="142875" y="2581275"/>
                </a:lnTo>
                <a:lnTo>
                  <a:pt x="133350" y="2581275"/>
                </a:lnTo>
                <a:close/>
                <a:moveTo>
                  <a:pt x="838200" y="2552700"/>
                </a:moveTo>
                <a:lnTo>
                  <a:pt x="847725" y="2552700"/>
                </a:lnTo>
                <a:lnTo>
                  <a:pt x="847725" y="2562225"/>
                </a:lnTo>
                <a:lnTo>
                  <a:pt x="838200" y="2562225"/>
                </a:lnTo>
                <a:close/>
                <a:moveTo>
                  <a:pt x="1543050" y="2571750"/>
                </a:moveTo>
                <a:lnTo>
                  <a:pt x="1552575" y="2571750"/>
                </a:lnTo>
                <a:lnTo>
                  <a:pt x="1552575" y="2590800"/>
                </a:lnTo>
                <a:lnTo>
                  <a:pt x="1562100" y="2590800"/>
                </a:lnTo>
                <a:lnTo>
                  <a:pt x="1562100" y="2581275"/>
                </a:lnTo>
                <a:lnTo>
                  <a:pt x="1571625" y="2581275"/>
                </a:lnTo>
                <a:lnTo>
                  <a:pt x="1571625" y="2590800"/>
                </a:lnTo>
                <a:lnTo>
                  <a:pt x="1562100" y="2590800"/>
                </a:lnTo>
                <a:lnTo>
                  <a:pt x="1562100" y="2600325"/>
                </a:lnTo>
                <a:lnTo>
                  <a:pt x="1581150" y="2600325"/>
                </a:lnTo>
                <a:lnTo>
                  <a:pt x="1581150" y="2609850"/>
                </a:lnTo>
                <a:lnTo>
                  <a:pt x="1543050" y="2609850"/>
                </a:lnTo>
                <a:lnTo>
                  <a:pt x="1543050" y="2600325"/>
                </a:lnTo>
                <a:lnTo>
                  <a:pt x="1533525" y="2600325"/>
                </a:lnTo>
                <a:lnTo>
                  <a:pt x="1533525" y="2581275"/>
                </a:lnTo>
                <a:lnTo>
                  <a:pt x="1543050" y="2581275"/>
                </a:lnTo>
                <a:close/>
                <a:moveTo>
                  <a:pt x="847725" y="2581275"/>
                </a:moveTo>
                <a:lnTo>
                  <a:pt x="866775" y="2581275"/>
                </a:lnTo>
                <a:lnTo>
                  <a:pt x="866775" y="2590800"/>
                </a:lnTo>
                <a:lnTo>
                  <a:pt x="857250" y="2590800"/>
                </a:lnTo>
                <a:lnTo>
                  <a:pt x="857250" y="2600325"/>
                </a:lnTo>
                <a:lnTo>
                  <a:pt x="838200" y="2600325"/>
                </a:lnTo>
                <a:lnTo>
                  <a:pt x="838200" y="2609850"/>
                </a:lnTo>
                <a:lnTo>
                  <a:pt x="828675" y="2609850"/>
                </a:lnTo>
                <a:lnTo>
                  <a:pt x="828675" y="2619375"/>
                </a:lnTo>
                <a:lnTo>
                  <a:pt x="819150" y="2619375"/>
                </a:lnTo>
                <a:lnTo>
                  <a:pt x="819150" y="2609850"/>
                </a:lnTo>
                <a:lnTo>
                  <a:pt x="809625" y="2609850"/>
                </a:lnTo>
                <a:lnTo>
                  <a:pt x="809625" y="2600325"/>
                </a:lnTo>
                <a:lnTo>
                  <a:pt x="819150" y="2600325"/>
                </a:lnTo>
                <a:lnTo>
                  <a:pt x="819150" y="2590800"/>
                </a:lnTo>
                <a:lnTo>
                  <a:pt x="847725" y="2590800"/>
                </a:lnTo>
                <a:close/>
                <a:moveTo>
                  <a:pt x="123825" y="2590800"/>
                </a:moveTo>
                <a:lnTo>
                  <a:pt x="142875" y="2590800"/>
                </a:lnTo>
                <a:lnTo>
                  <a:pt x="142875" y="2609850"/>
                </a:lnTo>
                <a:lnTo>
                  <a:pt x="133350" y="2609850"/>
                </a:lnTo>
                <a:lnTo>
                  <a:pt x="133350" y="2628900"/>
                </a:lnTo>
                <a:lnTo>
                  <a:pt x="123825" y="2628900"/>
                </a:lnTo>
                <a:lnTo>
                  <a:pt x="123825" y="2619375"/>
                </a:lnTo>
                <a:lnTo>
                  <a:pt x="114300" y="2619375"/>
                </a:lnTo>
                <a:lnTo>
                  <a:pt x="114300" y="2600325"/>
                </a:lnTo>
                <a:lnTo>
                  <a:pt x="123825" y="2600325"/>
                </a:lnTo>
                <a:close/>
                <a:moveTo>
                  <a:pt x="1609725" y="2600325"/>
                </a:moveTo>
                <a:lnTo>
                  <a:pt x="1628775" y="2600325"/>
                </a:lnTo>
                <a:lnTo>
                  <a:pt x="1628775" y="2619375"/>
                </a:lnTo>
                <a:lnTo>
                  <a:pt x="1619250" y="2619375"/>
                </a:lnTo>
                <a:lnTo>
                  <a:pt x="1619250" y="2609850"/>
                </a:lnTo>
                <a:lnTo>
                  <a:pt x="1609725" y="2609850"/>
                </a:lnTo>
                <a:close/>
                <a:moveTo>
                  <a:pt x="190500" y="2609850"/>
                </a:moveTo>
                <a:lnTo>
                  <a:pt x="209550" y="2609850"/>
                </a:lnTo>
                <a:lnTo>
                  <a:pt x="209550" y="2628900"/>
                </a:lnTo>
                <a:lnTo>
                  <a:pt x="190500" y="2628900"/>
                </a:lnTo>
                <a:close/>
                <a:moveTo>
                  <a:pt x="304800" y="2619375"/>
                </a:moveTo>
                <a:lnTo>
                  <a:pt x="314325" y="2619375"/>
                </a:lnTo>
                <a:lnTo>
                  <a:pt x="314325" y="2628900"/>
                </a:lnTo>
                <a:lnTo>
                  <a:pt x="304800" y="2628900"/>
                </a:lnTo>
                <a:close/>
                <a:moveTo>
                  <a:pt x="1343025" y="2619375"/>
                </a:moveTo>
                <a:lnTo>
                  <a:pt x="1352550" y="2619375"/>
                </a:lnTo>
                <a:lnTo>
                  <a:pt x="1352550" y="2628900"/>
                </a:lnTo>
                <a:lnTo>
                  <a:pt x="1343025" y="2628900"/>
                </a:lnTo>
                <a:close/>
                <a:moveTo>
                  <a:pt x="1562100" y="2619375"/>
                </a:moveTo>
                <a:lnTo>
                  <a:pt x="1581150" y="2619375"/>
                </a:lnTo>
                <a:lnTo>
                  <a:pt x="1581150" y="2628900"/>
                </a:lnTo>
                <a:lnTo>
                  <a:pt x="1562100" y="2628900"/>
                </a:lnTo>
                <a:close/>
                <a:moveTo>
                  <a:pt x="314325" y="2628900"/>
                </a:moveTo>
                <a:lnTo>
                  <a:pt x="333375" y="2628900"/>
                </a:lnTo>
                <a:lnTo>
                  <a:pt x="333375" y="2638425"/>
                </a:lnTo>
                <a:lnTo>
                  <a:pt x="314325" y="2638425"/>
                </a:lnTo>
                <a:close/>
                <a:moveTo>
                  <a:pt x="1228725" y="2628900"/>
                </a:moveTo>
                <a:lnTo>
                  <a:pt x="1238250" y="2628900"/>
                </a:lnTo>
                <a:lnTo>
                  <a:pt x="1238250" y="2638425"/>
                </a:lnTo>
                <a:lnTo>
                  <a:pt x="1228725" y="2638425"/>
                </a:lnTo>
                <a:close/>
                <a:moveTo>
                  <a:pt x="1257300" y="2628900"/>
                </a:moveTo>
                <a:lnTo>
                  <a:pt x="1276350" y="2628900"/>
                </a:lnTo>
                <a:lnTo>
                  <a:pt x="1276350" y="2638425"/>
                </a:lnTo>
                <a:lnTo>
                  <a:pt x="1257300" y="2638425"/>
                </a:lnTo>
                <a:close/>
                <a:moveTo>
                  <a:pt x="1285875" y="2628900"/>
                </a:moveTo>
                <a:lnTo>
                  <a:pt x="1295400" y="2628900"/>
                </a:lnTo>
                <a:lnTo>
                  <a:pt x="1295400" y="2638425"/>
                </a:lnTo>
                <a:lnTo>
                  <a:pt x="1285875" y="2638425"/>
                </a:lnTo>
                <a:close/>
                <a:moveTo>
                  <a:pt x="1371600" y="2638425"/>
                </a:moveTo>
                <a:lnTo>
                  <a:pt x="1381125" y="2638425"/>
                </a:lnTo>
                <a:lnTo>
                  <a:pt x="1381125" y="2647950"/>
                </a:lnTo>
                <a:lnTo>
                  <a:pt x="1371600" y="2647950"/>
                </a:lnTo>
                <a:close/>
                <a:moveTo>
                  <a:pt x="819150" y="2647950"/>
                </a:moveTo>
                <a:lnTo>
                  <a:pt x="828675" y="2647950"/>
                </a:lnTo>
                <a:lnTo>
                  <a:pt x="828675" y="2667000"/>
                </a:lnTo>
                <a:lnTo>
                  <a:pt x="800100" y="2667000"/>
                </a:lnTo>
                <a:lnTo>
                  <a:pt x="800100" y="2657475"/>
                </a:lnTo>
                <a:lnTo>
                  <a:pt x="819150" y="2657475"/>
                </a:lnTo>
                <a:close/>
                <a:moveTo>
                  <a:pt x="1600200" y="2657475"/>
                </a:moveTo>
                <a:lnTo>
                  <a:pt x="1628775" y="2657475"/>
                </a:lnTo>
                <a:lnTo>
                  <a:pt x="1628775" y="2667000"/>
                </a:lnTo>
                <a:lnTo>
                  <a:pt x="1600200" y="2667000"/>
                </a:lnTo>
                <a:close/>
                <a:moveTo>
                  <a:pt x="981075" y="2686050"/>
                </a:moveTo>
                <a:lnTo>
                  <a:pt x="990600" y="2686050"/>
                </a:lnTo>
                <a:lnTo>
                  <a:pt x="990600" y="2705100"/>
                </a:lnTo>
                <a:lnTo>
                  <a:pt x="971550" y="2705100"/>
                </a:lnTo>
                <a:lnTo>
                  <a:pt x="971550" y="2695575"/>
                </a:lnTo>
                <a:lnTo>
                  <a:pt x="981075" y="2695575"/>
                </a:lnTo>
                <a:close/>
                <a:moveTo>
                  <a:pt x="200025" y="2695575"/>
                </a:moveTo>
                <a:lnTo>
                  <a:pt x="219075" y="2695575"/>
                </a:lnTo>
                <a:lnTo>
                  <a:pt x="219075" y="2705100"/>
                </a:lnTo>
                <a:lnTo>
                  <a:pt x="200025" y="2705100"/>
                </a:lnTo>
                <a:close/>
                <a:moveTo>
                  <a:pt x="914400" y="2695575"/>
                </a:moveTo>
                <a:lnTo>
                  <a:pt x="923925" y="2695575"/>
                </a:lnTo>
                <a:lnTo>
                  <a:pt x="923925" y="2705100"/>
                </a:lnTo>
                <a:lnTo>
                  <a:pt x="914400" y="2705100"/>
                </a:lnTo>
                <a:close/>
                <a:moveTo>
                  <a:pt x="990600" y="2705100"/>
                </a:moveTo>
                <a:lnTo>
                  <a:pt x="1009650" y="2705100"/>
                </a:lnTo>
                <a:lnTo>
                  <a:pt x="1009650" y="2714625"/>
                </a:lnTo>
                <a:lnTo>
                  <a:pt x="990600" y="2714625"/>
                </a:lnTo>
                <a:close/>
                <a:moveTo>
                  <a:pt x="933450" y="2714625"/>
                </a:moveTo>
                <a:lnTo>
                  <a:pt x="942975" y="2714625"/>
                </a:lnTo>
                <a:lnTo>
                  <a:pt x="942975" y="2724150"/>
                </a:lnTo>
                <a:lnTo>
                  <a:pt x="952500" y="2724150"/>
                </a:lnTo>
                <a:lnTo>
                  <a:pt x="952500" y="2733675"/>
                </a:lnTo>
                <a:lnTo>
                  <a:pt x="933450" y="2733675"/>
                </a:lnTo>
                <a:close/>
                <a:moveTo>
                  <a:pt x="161925" y="2724150"/>
                </a:moveTo>
                <a:lnTo>
                  <a:pt x="171450" y="2724150"/>
                </a:lnTo>
                <a:lnTo>
                  <a:pt x="171450" y="2733675"/>
                </a:lnTo>
                <a:lnTo>
                  <a:pt x="161925" y="2733675"/>
                </a:lnTo>
                <a:close/>
                <a:moveTo>
                  <a:pt x="190500" y="2724150"/>
                </a:moveTo>
                <a:lnTo>
                  <a:pt x="200025" y="2724150"/>
                </a:lnTo>
                <a:lnTo>
                  <a:pt x="200025" y="2733675"/>
                </a:lnTo>
                <a:lnTo>
                  <a:pt x="190500" y="2733675"/>
                </a:lnTo>
                <a:close/>
                <a:moveTo>
                  <a:pt x="171450" y="2733675"/>
                </a:moveTo>
                <a:lnTo>
                  <a:pt x="190500" y="2733675"/>
                </a:lnTo>
                <a:lnTo>
                  <a:pt x="190500" y="2743200"/>
                </a:lnTo>
                <a:lnTo>
                  <a:pt x="171450" y="2743200"/>
                </a:lnTo>
                <a:close/>
                <a:moveTo>
                  <a:pt x="1543050" y="2762250"/>
                </a:moveTo>
                <a:lnTo>
                  <a:pt x="1609725" y="2762250"/>
                </a:lnTo>
                <a:lnTo>
                  <a:pt x="1609725" y="2781300"/>
                </a:lnTo>
                <a:lnTo>
                  <a:pt x="1590675" y="2781300"/>
                </a:lnTo>
                <a:lnTo>
                  <a:pt x="1590675" y="2790825"/>
                </a:lnTo>
                <a:lnTo>
                  <a:pt x="1571625" y="2790825"/>
                </a:lnTo>
                <a:lnTo>
                  <a:pt x="1571625" y="2781300"/>
                </a:lnTo>
                <a:lnTo>
                  <a:pt x="1552575" y="2781300"/>
                </a:lnTo>
                <a:lnTo>
                  <a:pt x="1552575" y="2771775"/>
                </a:lnTo>
                <a:lnTo>
                  <a:pt x="1543050" y="2771775"/>
                </a:lnTo>
                <a:close/>
                <a:moveTo>
                  <a:pt x="304800" y="2771775"/>
                </a:moveTo>
                <a:lnTo>
                  <a:pt x="323850" y="2771775"/>
                </a:lnTo>
                <a:lnTo>
                  <a:pt x="323850" y="2781300"/>
                </a:lnTo>
                <a:lnTo>
                  <a:pt x="333375" y="2781300"/>
                </a:lnTo>
                <a:lnTo>
                  <a:pt x="333375" y="2790825"/>
                </a:lnTo>
                <a:lnTo>
                  <a:pt x="342900" y="2790825"/>
                </a:lnTo>
                <a:lnTo>
                  <a:pt x="342900" y="2819400"/>
                </a:lnTo>
                <a:lnTo>
                  <a:pt x="333375" y="2819400"/>
                </a:lnTo>
                <a:lnTo>
                  <a:pt x="333375" y="2809875"/>
                </a:lnTo>
                <a:lnTo>
                  <a:pt x="323850" y="2809875"/>
                </a:lnTo>
                <a:lnTo>
                  <a:pt x="323850" y="2800350"/>
                </a:lnTo>
                <a:lnTo>
                  <a:pt x="314325" y="2800350"/>
                </a:lnTo>
                <a:lnTo>
                  <a:pt x="314325" y="2809875"/>
                </a:lnTo>
                <a:lnTo>
                  <a:pt x="304800" y="2809875"/>
                </a:lnTo>
                <a:close/>
                <a:moveTo>
                  <a:pt x="1419225" y="2771775"/>
                </a:moveTo>
                <a:lnTo>
                  <a:pt x="1438275" y="2771775"/>
                </a:lnTo>
                <a:lnTo>
                  <a:pt x="1438275" y="2781300"/>
                </a:lnTo>
                <a:lnTo>
                  <a:pt x="1419225" y="2781300"/>
                </a:lnTo>
                <a:close/>
                <a:moveTo>
                  <a:pt x="228600" y="2781300"/>
                </a:moveTo>
                <a:lnTo>
                  <a:pt x="247650" y="2781300"/>
                </a:lnTo>
                <a:lnTo>
                  <a:pt x="247650" y="2800350"/>
                </a:lnTo>
                <a:lnTo>
                  <a:pt x="228600" y="2800350"/>
                </a:lnTo>
                <a:lnTo>
                  <a:pt x="228600" y="2809875"/>
                </a:lnTo>
                <a:lnTo>
                  <a:pt x="219075" y="2809875"/>
                </a:lnTo>
                <a:lnTo>
                  <a:pt x="219075" y="2790825"/>
                </a:lnTo>
                <a:lnTo>
                  <a:pt x="228600" y="2790825"/>
                </a:lnTo>
                <a:close/>
                <a:moveTo>
                  <a:pt x="200025" y="2790825"/>
                </a:moveTo>
                <a:lnTo>
                  <a:pt x="209550" y="2790825"/>
                </a:lnTo>
                <a:lnTo>
                  <a:pt x="209550" y="2809875"/>
                </a:lnTo>
                <a:lnTo>
                  <a:pt x="200025" y="2809875"/>
                </a:lnTo>
                <a:close/>
                <a:moveTo>
                  <a:pt x="285750" y="2800350"/>
                </a:moveTo>
                <a:lnTo>
                  <a:pt x="295275" y="2800350"/>
                </a:lnTo>
                <a:lnTo>
                  <a:pt x="295275" y="2809875"/>
                </a:lnTo>
                <a:lnTo>
                  <a:pt x="285750" y="2809875"/>
                </a:lnTo>
                <a:close/>
                <a:moveTo>
                  <a:pt x="866775" y="2800350"/>
                </a:moveTo>
                <a:lnTo>
                  <a:pt x="895350" y="2800350"/>
                </a:lnTo>
                <a:lnTo>
                  <a:pt x="895350" y="2809875"/>
                </a:lnTo>
                <a:lnTo>
                  <a:pt x="866775" y="2809875"/>
                </a:lnTo>
                <a:close/>
                <a:moveTo>
                  <a:pt x="171450" y="2819400"/>
                </a:moveTo>
                <a:lnTo>
                  <a:pt x="180975" y="2819400"/>
                </a:lnTo>
                <a:lnTo>
                  <a:pt x="180975" y="2828925"/>
                </a:lnTo>
                <a:lnTo>
                  <a:pt x="171450" y="2828925"/>
                </a:lnTo>
                <a:close/>
                <a:moveTo>
                  <a:pt x="876300" y="2819400"/>
                </a:moveTo>
                <a:lnTo>
                  <a:pt x="885825" y="2819400"/>
                </a:lnTo>
                <a:lnTo>
                  <a:pt x="885825" y="2828925"/>
                </a:lnTo>
                <a:lnTo>
                  <a:pt x="876300" y="2828925"/>
                </a:lnTo>
                <a:close/>
                <a:moveTo>
                  <a:pt x="866775" y="2847975"/>
                </a:moveTo>
                <a:lnTo>
                  <a:pt x="876300" y="2847975"/>
                </a:lnTo>
                <a:lnTo>
                  <a:pt x="876300" y="2867025"/>
                </a:lnTo>
                <a:lnTo>
                  <a:pt x="857250" y="2867025"/>
                </a:lnTo>
                <a:lnTo>
                  <a:pt x="857250" y="2857500"/>
                </a:lnTo>
                <a:lnTo>
                  <a:pt x="866775" y="2857500"/>
                </a:lnTo>
                <a:close/>
                <a:moveTo>
                  <a:pt x="990600" y="2847975"/>
                </a:moveTo>
                <a:lnTo>
                  <a:pt x="1000125" y="2847975"/>
                </a:lnTo>
                <a:lnTo>
                  <a:pt x="1000125" y="2857500"/>
                </a:lnTo>
                <a:lnTo>
                  <a:pt x="1009650" y="2857500"/>
                </a:lnTo>
                <a:lnTo>
                  <a:pt x="1009650" y="2876550"/>
                </a:lnTo>
                <a:lnTo>
                  <a:pt x="981075" y="2876550"/>
                </a:lnTo>
                <a:lnTo>
                  <a:pt x="981075" y="2867025"/>
                </a:lnTo>
                <a:lnTo>
                  <a:pt x="971550" y="2867025"/>
                </a:lnTo>
                <a:lnTo>
                  <a:pt x="971550" y="2857500"/>
                </a:lnTo>
                <a:lnTo>
                  <a:pt x="990600" y="2857500"/>
                </a:lnTo>
                <a:close/>
                <a:moveTo>
                  <a:pt x="1143000" y="2857500"/>
                </a:moveTo>
                <a:lnTo>
                  <a:pt x="1152525" y="2857500"/>
                </a:lnTo>
                <a:lnTo>
                  <a:pt x="1152525" y="2867025"/>
                </a:lnTo>
                <a:lnTo>
                  <a:pt x="1143000" y="2867025"/>
                </a:lnTo>
                <a:close/>
                <a:moveTo>
                  <a:pt x="1247775" y="2857500"/>
                </a:moveTo>
                <a:lnTo>
                  <a:pt x="1276350" y="2857500"/>
                </a:lnTo>
                <a:lnTo>
                  <a:pt x="1276350" y="2876550"/>
                </a:lnTo>
                <a:lnTo>
                  <a:pt x="1247775" y="2876550"/>
                </a:lnTo>
                <a:close/>
                <a:moveTo>
                  <a:pt x="228600" y="2876550"/>
                </a:moveTo>
                <a:lnTo>
                  <a:pt x="238125" y="2876550"/>
                </a:lnTo>
                <a:lnTo>
                  <a:pt x="238125" y="2886075"/>
                </a:lnTo>
                <a:lnTo>
                  <a:pt x="228600" y="2886075"/>
                </a:lnTo>
                <a:close/>
                <a:moveTo>
                  <a:pt x="962025" y="2876550"/>
                </a:moveTo>
                <a:lnTo>
                  <a:pt x="971550" y="2876550"/>
                </a:lnTo>
                <a:lnTo>
                  <a:pt x="971550" y="2886075"/>
                </a:lnTo>
                <a:lnTo>
                  <a:pt x="962025" y="2886075"/>
                </a:lnTo>
                <a:close/>
                <a:moveTo>
                  <a:pt x="266700" y="2886075"/>
                </a:moveTo>
                <a:lnTo>
                  <a:pt x="276225" y="2886075"/>
                </a:lnTo>
                <a:lnTo>
                  <a:pt x="276225" y="2895600"/>
                </a:lnTo>
                <a:lnTo>
                  <a:pt x="266700" y="2895600"/>
                </a:lnTo>
                <a:close/>
                <a:moveTo>
                  <a:pt x="371475" y="2886075"/>
                </a:moveTo>
                <a:lnTo>
                  <a:pt x="390525" y="2886075"/>
                </a:lnTo>
                <a:lnTo>
                  <a:pt x="390525" y="2895600"/>
                </a:lnTo>
                <a:lnTo>
                  <a:pt x="409575" y="2895600"/>
                </a:lnTo>
                <a:lnTo>
                  <a:pt x="409575" y="2905125"/>
                </a:lnTo>
                <a:lnTo>
                  <a:pt x="400050" y="2905125"/>
                </a:lnTo>
                <a:lnTo>
                  <a:pt x="400050" y="2914650"/>
                </a:lnTo>
                <a:lnTo>
                  <a:pt x="371475" y="2914650"/>
                </a:lnTo>
                <a:lnTo>
                  <a:pt x="371475" y="2905125"/>
                </a:lnTo>
                <a:lnTo>
                  <a:pt x="381000" y="2905125"/>
                </a:lnTo>
                <a:lnTo>
                  <a:pt x="381000" y="2895600"/>
                </a:lnTo>
                <a:lnTo>
                  <a:pt x="371475" y="2895600"/>
                </a:lnTo>
                <a:close/>
                <a:moveTo>
                  <a:pt x="600075" y="2886075"/>
                </a:moveTo>
                <a:lnTo>
                  <a:pt x="609600" y="2886075"/>
                </a:lnTo>
                <a:lnTo>
                  <a:pt x="609600" y="2895600"/>
                </a:lnTo>
                <a:lnTo>
                  <a:pt x="600075" y="2895600"/>
                </a:lnTo>
                <a:close/>
                <a:moveTo>
                  <a:pt x="628650" y="2905125"/>
                </a:moveTo>
                <a:lnTo>
                  <a:pt x="638175" y="2905125"/>
                </a:lnTo>
                <a:lnTo>
                  <a:pt x="638175" y="2914650"/>
                </a:lnTo>
                <a:lnTo>
                  <a:pt x="628650" y="2914650"/>
                </a:lnTo>
                <a:close/>
                <a:moveTo>
                  <a:pt x="914400" y="2905125"/>
                </a:moveTo>
                <a:lnTo>
                  <a:pt x="933450" y="2905125"/>
                </a:lnTo>
                <a:lnTo>
                  <a:pt x="933450" y="2914650"/>
                </a:lnTo>
                <a:lnTo>
                  <a:pt x="923925" y="2914650"/>
                </a:lnTo>
                <a:lnTo>
                  <a:pt x="923925" y="2933700"/>
                </a:lnTo>
                <a:lnTo>
                  <a:pt x="981075" y="2933700"/>
                </a:lnTo>
                <a:lnTo>
                  <a:pt x="981075" y="2914650"/>
                </a:lnTo>
                <a:lnTo>
                  <a:pt x="1000125" y="2914650"/>
                </a:lnTo>
                <a:lnTo>
                  <a:pt x="1000125" y="2971800"/>
                </a:lnTo>
                <a:lnTo>
                  <a:pt x="981075" y="2971800"/>
                </a:lnTo>
                <a:lnTo>
                  <a:pt x="981075" y="2962275"/>
                </a:lnTo>
                <a:lnTo>
                  <a:pt x="971550" y="2962275"/>
                </a:lnTo>
                <a:lnTo>
                  <a:pt x="971550" y="2952750"/>
                </a:lnTo>
                <a:lnTo>
                  <a:pt x="952500" y="2952750"/>
                </a:lnTo>
                <a:lnTo>
                  <a:pt x="952500" y="2943225"/>
                </a:lnTo>
                <a:lnTo>
                  <a:pt x="933450" y="2943225"/>
                </a:lnTo>
                <a:lnTo>
                  <a:pt x="933450" y="2952750"/>
                </a:lnTo>
                <a:lnTo>
                  <a:pt x="914400" y="2952750"/>
                </a:lnTo>
                <a:lnTo>
                  <a:pt x="914400" y="2943225"/>
                </a:lnTo>
                <a:lnTo>
                  <a:pt x="885825" y="2943225"/>
                </a:lnTo>
                <a:lnTo>
                  <a:pt x="885825" y="2952750"/>
                </a:lnTo>
                <a:lnTo>
                  <a:pt x="904875" y="2952750"/>
                </a:lnTo>
                <a:lnTo>
                  <a:pt x="904875" y="2981325"/>
                </a:lnTo>
                <a:lnTo>
                  <a:pt x="885825" y="2981325"/>
                </a:lnTo>
                <a:lnTo>
                  <a:pt x="885825" y="2962275"/>
                </a:lnTo>
                <a:lnTo>
                  <a:pt x="866775" y="2962275"/>
                </a:lnTo>
                <a:lnTo>
                  <a:pt x="866775" y="2952750"/>
                </a:lnTo>
                <a:lnTo>
                  <a:pt x="857250" y="2952750"/>
                </a:lnTo>
                <a:lnTo>
                  <a:pt x="857250" y="2943225"/>
                </a:lnTo>
                <a:lnTo>
                  <a:pt x="838200" y="2943225"/>
                </a:lnTo>
                <a:lnTo>
                  <a:pt x="838200" y="2933700"/>
                </a:lnTo>
                <a:lnTo>
                  <a:pt x="847725" y="2933700"/>
                </a:lnTo>
                <a:lnTo>
                  <a:pt x="847725" y="2924175"/>
                </a:lnTo>
                <a:lnTo>
                  <a:pt x="885825" y="2924175"/>
                </a:lnTo>
                <a:lnTo>
                  <a:pt x="885825" y="2914650"/>
                </a:lnTo>
                <a:lnTo>
                  <a:pt x="904875" y="2914650"/>
                </a:lnTo>
                <a:lnTo>
                  <a:pt x="904875" y="2933700"/>
                </a:lnTo>
                <a:lnTo>
                  <a:pt x="914400" y="2933700"/>
                </a:lnTo>
                <a:close/>
                <a:moveTo>
                  <a:pt x="1219200" y="2905125"/>
                </a:moveTo>
                <a:lnTo>
                  <a:pt x="1228725" y="2905125"/>
                </a:lnTo>
                <a:lnTo>
                  <a:pt x="1228725" y="2933700"/>
                </a:lnTo>
                <a:lnTo>
                  <a:pt x="1219200" y="2933700"/>
                </a:lnTo>
                <a:close/>
                <a:moveTo>
                  <a:pt x="1238250" y="2905125"/>
                </a:moveTo>
                <a:lnTo>
                  <a:pt x="1304925" y="2905125"/>
                </a:lnTo>
                <a:lnTo>
                  <a:pt x="1304925" y="2914650"/>
                </a:lnTo>
                <a:lnTo>
                  <a:pt x="1323975" y="2914650"/>
                </a:lnTo>
                <a:lnTo>
                  <a:pt x="1323975" y="2924175"/>
                </a:lnTo>
                <a:lnTo>
                  <a:pt x="1333500" y="2924175"/>
                </a:lnTo>
                <a:lnTo>
                  <a:pt x="1333500" y="2933700"/>
                </a:lnTo>
                <a:lnTo>
                  <a:pt x="1343025" y="2933700"/>
                </a:lnTo>
                <a:lnTo>
                  <a:pt x="1343025" y="2962275"/>
                </a:lnTo>
                <a:lnTo>
                  <a:pt x="1314450" y="2962275"/>
                </a:lnTo>
                <a:lnTo>
                  <a:pt x="1314450" y="2952750"/>
                </a:lnTo>
                <a:lnTo>
                  <a:pt x="1295400" y="2952750"/>
                </a:lnTo>
                <a:lnTo>
                  <a:pt x="1295400" y="2943225"/>
                </a:lnTo>
                <a:lnTo>
                  <a:pt x="1276350" y="2943225"/>
                </a:lnTo>
                <a:lnTo>
                  <a:pt x="1276350" y="2971800"/>
                </a:lnTo>
                <a:lnTo>
                  <a:pt x="1285875" y="2971800"/>
                </a:lnTo>
                <a:lnTo>
                  <a:pt x="1285875" y="2981325"/>
                </a:lnTo>
                <a:lnTo>
                  <a:pt x="1247775" y="2981325"/>
                </a:lnTo>
                <a:lnTo>
                  <a:pt x="1247775" y="2971800"/>
                </a:lnTo>
                <a:lnTo>
                  <a:pt x="1238250" y="2971800"/>
                </a:lnTo>
                <a:close/>
                <a:moveTo>
                  <a:pt x="1638300" y="2905125"/>
                </a:moveTo>
                <a:lnTo>
                  <a:pt x="1657350" y="2905125"/>
                </a:lnTo>
                <a:lnTo>
                  <a:pt x="1657350" y="2924175"/>
                </a:lnTo>
                <a:lnTo>
                  <a:pt x="1685925" y="2924175"/>
                </a:lnTo>
                <a:lnTo>
                  <a:pt x="1685925" y="2933700"/>
                </a:lnTo>
                <a:lnTo>
                  <a:pt x="1704975" y="2933700"/>
                </a:lnTo>
                <a:lnTo>
                  <a:pt x="1704975" y="2943225"/>
                </a:lnTo>
                <a:lnTo>
                  <a:pt x="1685925" y="2943225"/>
                </a:lnTo>
                <a:lnTo>
                  <a:pt x="1685925" y="2962275"/>
                </a:lnTo>
                <a:lnTo>
                  <a:pt x="1666875" y="2962275"/>
                </a:lnTo>
                <a:lnTo>
                  <a:pt x="1666875" y="2952750"/>
                </a:lnTo>
                <a:lnTo>
                  <a:pt x="1657350" y="2952750"/>
                </a:lnTo>
                <a:lnTo>
                  <a:pt x="1657350" y="2962275"/>
                </a:lnTo>
                <a:lnTo>
                  <a:pt x="1666875" y="2962275"/>
                </a:lnTo>
                <a:lnTo>
                  <a:pt x="1666875" y="2971800"/>
                </a:lnTo>
                <a:lnTo>
                  <a:pt x="1657350" y="2971800"/>
                </a:lnTo>
                <a:lnTo>
                  <a:pt x="1657350" y="2981325"/>
                </a:lnTo>
                <a:lnTo>
                  <a:pt x="1638300" y="2981325"/>
                </a:lnTo>
                <a:lnTo>
                  <a:pt x="1638300" y="2971800"/>
                </a:lnTo>
                <a:lnTo>
                  <a:pt x="1628775" y="2971800"/>
                </a:lnTo>
                <a:lnTo>
                  <a:pt x="1628775" y="2962275"/>
                </a:lnTo>
                <a:lnTo>
                  <a:pt x="1647825" y="2962275"/>
                </a:lnTo>
                <a:lnTo>
                  <a:pt x="1647825" y="2924175"/>
                </a:lnTo>
                <a:lnTo>
                  <a:pt x="1638300" y="2924175"/>
                </a:lnTo>
                <a:close/>
                <a:moveTo>
                  <a:pt x="723900" y="2924175"/>
                </a:moveTo>
                <a:lnTo>
                  <a:pt x="733425" y="2924175"/>
                </a:lnTo>
                <a:lnTo>
                  <a:pt x="733425" y="2933700"/>
                </a:lnTo>
                <a:lnTo>
                  <a:pt x="723900" y="2933700"/>
                </a:lnTo>
                <a:close/>
                <a:moveTo>
                  <a:pt x="1143000" y="2924175"/>
                </a:moveTo>
                <a:lnTo>
                  <a:pt x="1162050" y="2924175"/>
                </a:lnTo>
                <a:lnTo>
                  <a:pt x="1162050" y="2952750"/>
                </a:lnTo>
                <a:lnTo>
                  <a:pt x="1152525" y="2952750"/>
                </a:lnTo>
                <a:lnTo>
                  <a:pt x="1152525" y="2943225"/>
                </a:lnTo>
                <a:lnTo>
                  <a:pt x="1123950" y="2943225"/>
                </a:lnTo>
                <a:lnTo>
                  <a:pt x="1123950" y="2933700"/>
                </a:lnTo>
                <a:lnTo>
                  <a:pt x="1143000" y="2933700"/>
                </a:lnTo>
                <a:close/>
                <a:moveTo>
                  <a:pt x="1504950" y="2924175"/>
                </a:moveTo>
                <a:lnTo>
                  <a:pt x="1562100" y="2924175"/>
                </a:lnTo>
                <a:lnTo>
                  <a:pt x="1562100" y="2933700"/>
                </a:lnTo>
                <a:lnTo>
                  <a:pt x="1504950" y="2933700"/>
                </a:lnTo>
                <a:close/>
                <a:moveTo>
                  <a:pt x="1076325" y="2933700"/>
                </a:moveTo>
                <a:lnTo>
                  <a:pt x="1085850" y="2933700"/>
                </a:lnTo>
                <a:lnTo>
                  <a:pt x="1085850" y="2943225"/>
                </a:lnTo>
                <a:lnTo>
                  <a:pt x="1095375" y="2943225"/>
                </a:lnTo>
                <a:lnTo>
                  <a:pt x="1095375" y="2962275"/>
                </a:lnTo>
                <a:lnTo>
                  <a:pt x="1085850" y="2962275"/>
                </a:lnTo>
                <a:lnTo>
                  <a:pt x="1085850" y="2952750"/>
                </a:lnTo>
                <a:lnTo>
                  <a:pt x="1076325" y="2952750"/>
                </a:lnTo>
                <a:close/>
                <a:moveTo>
                  <a:pt x="1200150" y="2933700"/>
                </a:moveTo>
                <a:lnTo>
                  <a:pt x="1209675" y="2933700"/>
                </a:lnTo>
                <a:lnTo>
                  <a:pt x="1209675" y="2943225"/>
                </a:lnTo>
                <a:lnTo>
                  <a:pt x="1200150" y="2943225"/>
                </a:lnTo>
                <a:close/>
                <a:moveTo>
                  <a:pt x="1266825" y="2933700"/>
                </a:moveTo>
                <a:lnTo>
                  <a:pt x="1276350" y="2933700"/>
                </a:lnTo>
                <a:lnTo>
                  <a:pt x="1276350" y="2924175"/>
                </a:lnTo>
                <a:lnTo>
                  <a:pt x="1266825" y="2924175"/>
                </a:lnTo>
                <a:close/>
                <a:moveTo>
                  <a:pt x="1495425" y="2933700"/>
                </a:moveTo>
                <a:lnTo>
                  <a:pt x="1504950" y="2933700"/>
                </a:lnTo>
                <a:lnTo>
                  <a:pt x="1504950" y="2962275"/>
                </a:lnTo>
                <a:lnTo>
                  <a:pt x="1495425" y="2962275"/>
                </a:lnTo>
                <a:close/>
                <a:moveTo>
                  <a:pt x="1190625" y="2943225"/>
                </a:moveTo>
                <a:lnTo>
                  <a:pt x="1200150" y="2943225"/>
                </a:lnTo>
                <a:lnTo>
                  <a:pt x="1200150" y="2962275"/>
                </a:lnTo>
                <a:lnTo>
                  <a:pt x="1190625" y="2962275"/>
                </a:lnTo>
                <a:close/>
                <a:moveTo>
                  <a:pt x="142875" y="2952750"/>
                </a:moveTo>
                <a:lnTo>
                  <a:pt x="161925" y="2952750"/>
                </a:lnTo>
                <a:lnTo>
                  <a:pt x="161925" y="2962275"/>
                </a:lnTo>
                <a:lnTo>
                  <a:pt x="142875" y="2962275"/>
                </a:lnTo>
                <a:close/>
                <a:moveTo>
                  <a:pt x="219075" y="2952750"/>
                </a:moveTo>
                <a:lnTo>
                  <a:pt x="228600" y="2952750"/>
                </a:lnTo>
                <a:lnTo>
                  <a:pt x="228600" y="2962275"/>
                </a:lnTo>
                <a:lnTo>
                  <a:pt x="238125" y="2962275"/>
                </a:lnTo>
                <a:lnTo>
                  <a:pt x="238125" y="2981325"/>
                </a:lnTo>
                <a:lnTo>
                  <a:pt x="228600" y="2981325"/>
                </a:lnTo>
                <a:lnTo>
                  <a:pt x="228600" y="2990850"/>
                </a:lnTo>
                <a:lnTo>
                  <a:pt x="209550" y="2990850"/>
                </a:lnTo>
                <a:lnTo>
                  <a:pt x="209550" y="2962275"/>
                </a:lnTo>
                <a:lnTo>
                  <a:pt x="219075" y="2962275"/>
                </a:lnTo>
                <a:close/>
                <a:moveTo>
                  <a:pt x="1047750" y="2952750"/>
                </a:moveTo>
                <a:lnTo>
                  <a:pt x="1057275" y="2952750"/>
                </a:lnTo>
                <a:lnTo>
                  <a:pt x="1057275" y="2962275"/>
                </a:lnTo>
                <a:lnTo>
                  <a:pt x="1047750" y="2962275"/>
                </a:lnTo>
                <a:close/>
                <a:moveTo>
                  <a:pt x="1123950" y="2952750"/>
                </a:moveTo>
                <a:lnTo>
                  <a:pt x="1133475" y="2952750"/>
                </a:lnTo>
                <a:lnTo>
                  <a:pt x="1133475" y="2962275"/>
                </a:lnTo>
                <a:lnTo>
                  <a:pt x="1123950" y="2962275"/>
                </a:lnTo>
                <a:close/>
                <a:moveTo>
                  <a:pt x="276225" y="2962275"/>
                </a:moveTo>
                <a:lnTo>
                  <a:pt x="295275" y="2962275"/>
                </a:lnTo>
                <a:lnTo>
                  <a:pt x="295275" y="2990850"/>
                </a:lnTo>
                <a:lnTo>
                  <a:pt x="238125" y="2990850"/>
                </a:lnTo>
                <a:lnTo>
                  <a:pt x="238125" y="2981325"/>
                </a:lnTo>
                <a:lnTo>
                  <a:pt x="276225" y="2981325"/>
                </a:lnTo>
                <a:close/>
                <a:moveTo>
                  <a:pt x="1581150" y="2962275"/>
                </a:moveTo>
                <a:lnTo>
                  <a:pt x="1609725" y="2962275"/>
                </a:lnTo>
                <a:lnTo>
                  <a:pt x="1609725" y="2971800"/>
                </a:lnTo>
                <a:lnTo>
                  <a:pt x="1581150" y="2971800"/>
                </a:lnTo>
                <a:close/>
                <a:moveTo>
                  <a:pt x="333375" y="2971800"/>
                </a:moveTo>
                <a:lnTo>
                  <a:pt x="342900" y="2971800"/>
                </a:lnTo>
                <a:lnTo>
                  <a:pt x="342900" y="2981325"/>
                </a:lnTo>
                <a:lnTo>
                  <a:pt x="333375" y="2981325"/>
                </a:lnTo>
                <a:close/>
                <a:moveTo>
                  <a:pt x="1143000" y="2971800"/>
                </a:moveTo>
                <a:lnTo>
                  <a:pt x="1152525" y="2971800"/>
                </a:lnTo>
                <a:lnTo>
                  <a:pt x="1152525" y="2981325"/>
                </a:lnTo>
                <a:lnTo>
                  <a:pt x="1162050" y="2981325"/>
                </a:lnTo>
                <a:lnTo>
                  <a:pt x="1162050" y="2990850"/>
                </a:lnTo>
                <a:lnTo>
                  <a:pt x="1143000" y="2990850"/>
                </a:lnTo>
                <a:close/>
                <a:moveTo>
                  <a:pt x="1514475" y="2971800"/>
                </a:moveTo>
                <a:lnTo>
                  <a:pt x="1524000" y="2971800"/>
                </a:lnTo>
                <a:lnTo>
                  <a:pt x="1524000" y="2990850"/>
                </a:lnTo>
                <a:lnTo>
                  <a:pt x="1514475" y="2990850"/>
                </a:lnTo>
                <a:close/>
                <a:moveTo>
                  <a:pt x="1600200" y="2990850"/>
                </a:moveTo>
                <a:lnTo>
                  <a:pt x="1609725" y="2990850"/>
                </a:lnTo>
                <a:lnTo>
                  <a:pt x="1609725" y="3000375"/>
                </a:lnTo>
                <a:lnTo>
                  <a:pt x="1600200" y="3000375"/>
                </a:lnTo>
                <a:close/>
                <a:moveTo>
                  <a:pt x="123825" y="3009900"/>
                </a:moveTo>
                <a:lnTo>
                  <a:pt x="133350" y="3009900"/>
                </a:lnTo>
                <a:lnTo>
                  <a:pt x="133350" y="3019425"/>
                </a:lnTo>
                <a:lnTo>
                  <a:pt x="123825" y="3019425"/>
                </a:lnTo>
                <a:close/>
                <a:moveTo>
                  <a:pt x="180975" y="3019425"/>
                </a:moveTo>
                <a:lnTo>
                  <a:pt x="190500" y="3019425"/>
                </a:lnTo>
                <a:lnTo>
                  <a:pt x="190500" y="3028950"/>
                </a:lnTo>
                <a:lnTo>
                  <a:pt x="180975" y="3028950"/>
                </a:lnTo>
                <a:close/>
                <a:moveTo>
                  <a:pt x="485775" y="3019425"/>
                </a:moveTo>
                <a:lnTo>
                  <a:pt x="495300" y="3019425"/>
                </a:lnTo>
                <a:lnTo>
                  <a:pt x="495300" y="3028950"/>
                </a:lnTo>
                <a:lnTo>
                  <a:pt x="485775" y="3028950"/>
                </a:lnTo>
                <a:close/>
                <a:moveTo>
                  <a:pt x="847725" y="3019425"/>
                </a:moveTo>
                <a:lnTo>
                  <a:pt x="866775" y="3019425"/>
                </a:lnTo>
                <a:lnTo>
                  <a:pt x="866775" y="3028950"/>
                </a:lnTo>
                <a:lnTo>
                  <a:pt x="876300" y="3028950"/>
                </a:lnTo>
                <a:lnTo>
                  <a:pt x="876300" y="3038475"/>
                </a:lnTo>
                <a:lnTo>
                  <a:pt x="885825" y="3038475"/>
                </a:lnTo>
                <a:lnTo>
                  <a:pt x="885825" y="3048000"/>
                </a:lnTo>
                <a:lnTo>
                  <a:pt x="895350" y="3048000"/>
                </a:lnTo>
                <a:lnTo>
                  <a:pt x="895350" y="3038475"/>
                </a:lnTo>
                <a:lnTo>
                  <a:pt x="904875" y="3038475"/>
                </a:lnTo>
                <a:lnTo>
                  <a:pt x="904875" y="3048000"/>
                </a:lnTo>
                <a:lnTo>
                  <a:pt x="914400" y="3048000"/>
                </a:lnTo>
                <a:lnTo>
                  <a:pt x="914400" y="3057525"/>
                </a:lnTo>
                <a:lnTo>
                  <a:pt x="895350" y="3057525"/>
                </a:lnTo>
                <a:lnTo>
                  <a:pt x="895350" y="3067050"/>
                </a:lnTo>
                <a:lnTo>
                  <a:pt x="866775" y="3067050"/>
                </a:lnTo>
                <a:lnTo>
                  <a:pt x="866775" y="3076575"/>
                </a:lnTo>
                <a:lnTo>
                  <a:pt x="847725" y="3076575"/>
                </a:lnTo>
                <a:lnTo>
                  <a:pt x="847725" y="3095625"/>
                </a:lnTo>
                <a:lnTo>
                  <a:pt x="828675" y="3095625"/>
                </a:lnTo>
                <a:lnTo>
                  <a:pt x="828675" y="3086100"/>
                </a:lnTo>
                <a:lnTo>
                  <a:pt x="838200" y="3086100"/>
                </a:lnTo>
                <a:lnTo>
                  <a:pt x="838200" y="3076575"/>
                </a:lnTo>
                <a:lnTo>
                  <a:pt x="828675" y="3076575"/>
                </a:lnTo>
                <a:lnTo>
                  <a:pt x="828675" y="3067050"/>
                </a:lnTo>
                <a:lnTo>
                  <a:pt x="819150" y="3067050"/>
                </a:lnTo>
                <a:lnTo>
                  <a:pt x="819150" y="3076575"/>
                </a:lnTo>
                <a:lnTo>
                  <a:pt x="800100" y="3076575"/>
                </a:lnTo>
                <a:lnTo>
                  <a:pt x="800100" y="3067050"/>
                </a:lnTo>
                <a:lnTo>
                  <a:pt x="790575" y="3067050"/>
                </a:lnTo>
                <a:lnTo>
                  <a:pt x="790575" y="3057525"/>
                </a:lnTo>
                <a:lnTo>
                  <a:pt x="781050" y="3057525"/>
                </a:lnTo>
                <a:lnTo>
                  <a:pt x="781050" y="3067050"/>
                </a:lnTo>
                <a:lnTo>
                  <a:pt x="771525" y="3067050"/>
                </a:lnTo>
                <a:lnTo>
                  <a:pt x="771525" y="3057525"/>
                </a:lnTo>
                <a:lnTo>
                  <a:pt x="762000" y="3057525"/>
                </a:lnTo>
                <a:lnTo>
                  <a:pt x="762000" y="3038475"/>
                </a:lnTo>
                <a:lnTo>
                  <a:pt x="800100" y="3038475"/>
                </a:lnTo>
                <a:lnTo>
                  <a:pt x="800100" y="3048000"/>
                </a:lnTo>
                <a:lnTo>
                  <a:pt x="819150" y="3048000"/>
                </a:lnTo>
                <a:lnTo>
                  <a:pt x="819150" y="3038475"/>
                </a:lnTo>
                <a:lnTo>
                  <a:pt x="828675" y="3038475"/>
                </a:lnTo>
                <a:lnTo>
                  <a:pt x="828675" y="3028950"/>
                </a:lnTo>
                <a:lnTo>
                  <a:pt x="847725" y="3028950"/>
                </a:lnTo>
                <a:close/>
                <a:moveTo>
                  <a:pt x="1123950" y="3019425"/>
                </a:moveTo>
                <a:lnTo>
                  <a:pt x="1152525" y="3019425"/>
                </a:lnTo>
                <a:lnTo>
                  <a:pt x="1152525" y="3028950"/>
                </a:lnTo>
                <a:lnTo>
                  <a:pt x="1123950" y="3028950"/>
                </a:lnTo>
                <a:close/>
                <a:moveTo>
                  <a:pt x="1285875" y="3019425"/>
                </a:moveTo>
                <a:lnTo>
                  <a:pt x="1314450" y="3019425"/>
                </a:lnTo>
                <a:lnTo>
                  <a:pt x="1314450" y="3048000"/>
                </a:lnTo>
                <a:lnTo>
                  <a:pt x="1304925" y="3048000"/>
                </a:lnTo>
                <a:lnTo>
                  <a:pt x="1304925" y="3067050"/>
                </a:lnTo>
                <a:lnTo>
                  <a:pt x="1323975" y="3067050"/>
                </a:lnTo>
                <a:lnTo>
                  <a:pt x="1323975" y="3038475"/>
                </a:lnTo>
                <a:lnTo>
                  <a:pt x="1352550" y="3038475"/>
                </a:lnTo>
                <a:lnTo>
                  <a:pt x="1352550" y="3057525"/>
                </a:lnTo>
                <a:lnTo>
                  <a:pt x="1343025" y="3057525"/>
                </a:lnTo>
                <a:lnTo>
                  <a:pt x="1343025" y="3067050"/>
                </a:lnTo>
                <a:lnTo>
                  <a:pt x="1333500" y="3067050"/>
                </a:lnTo>
                <a:lnTo>
                  <a:pt x="1333500" y="3095625"/>
                </a:lnTo>
                <a:lnTo>
                  <a:pt x="1352550" y="3095625"/>
                </a:lnTo>
                <a:lnTo>
                  <a:pt x="1352550" y="3067050"/>
                </a:lnTo>
                <a:lnTo>
                  <a:pt x="1362075" y="3067050"/>
                </a:lnTo>
                <a:lnTo>
                  <a:pt x="1362075" y="3057525"/>
                </a:lnTo>
                <a:lnTo>
                  <a:pt x="1381125" y="3057525"/>
                </a:lnTo>
                <a:lnTo>
                  <a:pt x="1381125" y="3038475"/>
                </a:lnTo>
                <a:lnTo>
                  <a:pt x="1390650" y="3038475"/>
                </a:lnTo>
                <a:lnTo>
                  <a:pt x="1390650" y="3048000"/>
                </a:lnTo>
                <a:lnTo>
                  <a:pt x="1400175" y="3048000"/>
                </a:lnTo>
                <a:lnTo>
                  <a:pt x="1400175" y="3067050"/>
                </a:lnTo>
                <a:lnTo>
                  <a:pt x="1409700" y="3067050"/>
                </a:lnTo>
                <a:lnTo>
                  <a:pt x="1409700" y="3076575"/>
                </a:lnTo>
                <a:lnTo>
                  <a:pt x="1428750" y="3076575"/>
                </a:lnTo>
                <a:lnTo>
                  <a:pt x="1428750" y="3105150"/>
                </a:lnTo>
                <a:lnTo>
                  <a:pt x="1419225" y="3105150"/>
                </a:lnTo>
                <a:lnTo>
                  <a:pt x="1419225" y="3114675"/>
                </a:lnTo>
                <a:lnTo>
                  <a:pt x="1400175" y="3114675"/>
                </a:lnTo>
                <a:lnTo>
                  <a:pt x="1400175" y="3105150"/>
                </a:lnTo>
                <a:lnTo>
                  <a:pt x="1390650" y="3105150"/>
                </a:lnTo>
                <a:lnTo>
                  <a:pt x="1390650" y="3114675"/>
                </a:lnTo>
                <a:lnTo>
                  <a:pt x="1323975" y="3114675"/>
                </a:lnTo>
                <a:lnTo>
                  <a:pt x="1323975" y="3124200"/>
                </a:lnTo>
                <a:lnTo>
                  <a:pt x="1304925" y="3124200"/>
                </a:lnTo>
                <a:lnTo>
                  <a:pt x="1304925" y="3095625"/>
                </a:lnTo>
                <a:lnTo>
                  <a:pt x="1285875" y="3095625"/>
                </a:lnTo>
                <a:lnTo>
                  <a:pt x="1285875" y="3105150"/>
                </a:lnTo>
                <a:lnTo>
                  <a:pt x="1266825" y="3105150"/>
                </a:lnTo>
                <a:lnTo>
                  <a:pt x="1266825" y="3114675"/>
                </a:lnTo>
                <a:lnTo>
                  <a:pt x="1238250" y="3114675"/>
                </a:lnTo>
                <a:lnTo>
                  <a:pt x="1238250" y="3105150"/>
                </a:lnTo>
                <a:lnTo>
                  <a:pt x="1209675" y="3105150"/>
                </a:lnTo>
                <a:lnTo>
                  <a:pt x="1209675" y="3114675"/>
                </a:lnTo>
                <a:lnTo>
                  <a:pt x="1171575" y="3114675"/>
                </a:lnTo>
                <a:lnTo>
                  <a:pt x="1171575" y="3105150"/>
                </a:lnTo>
                <a:lnTo>
                  <a:pt x="1114425" y="3105150"/>
                </a:lnTo>
                <a:lnTo>
                  <a:pt x="1114425" y="3095625"/>
                </a:lnTo>
                <a:lnTo>
                  <a:pt x="1095375" y="3095625"/>
                </a:lnTo>
                <a:lnTo>
                  <a:pt x="1095375" y="3105150"/>
                </a:lnTo>
                <a:lnTo>
                  <a:pt x="1076325" y="3105150"/>
                </a:lnTo>
                <a:lnTo>
                  <a:pt x="1076325" y="3114675"/>
                </a:lnTo>
                <a:lnTo>
                  <a:pt x="1066800" y="3114675"/>
                </a:lnTo>
                <a:lnTo>
                  <a:pt x="1066800" y="3124200"/>
                </a:lnTo>
                <a:lnTo>
                  <a:pt x="1047750" y="3124200"/>
                </a:lnTo>
                <a:lnTo>
                  <a:pt x="1047750" y="3114675"/>
                </a:lnTo>
                <a:lnTo>
                  <a:pt x="1028700" y="3114675"/>
                </a:lnTo>
                <a:lnTo>
                  <a:pt x="1028700" y="3105150"/>
                </a:lnTo>
                <a:lnTo>
                  <a:pt x="1019175" y="3105150"/>
                </a:lnTo>
                <a:lnTo>
                  <a:pt x="1019175" y="3095625"/>
                </a:lnTo>
                <a:lnTo>
                  <a:pt x="904875" y="3095625"/>
                </a:lnTo>
                <a:lnTo>
                  <a:pt x="904875" y="3124200"/>
                </a:lnTo>
                <a:lnTo>
                  <a:pt x="885825" y="3124200"/>
                </a:lnTo>
                <a:lnTo>
                  <a:pt x="885825" y="3095625"/>
                </a:lnTo>
                <a:lnTo>
                  <a:pt x="876300" y="3095625"/>
                </a:lnTo>
                <a:lnTo>
                  <a:pt x="876300" y="3086100"/>
                </a:lnTo>
                <a:lnTo>
                  <a:pt x="895350" y="3086100"/>
                </a:lnTo>
                <a:lnTo>
                  <a:pt x="895350" y="3076575"/>
                </a:lnTo>
                <a:lnTo>
                  <a:pt x="952500" y="3076575"/>
                </a:lnTo>
                <a:lnTo>
                  <a:pt x="952500" y="3067050"/>
                </a:lnTo>
                <a:lnTo>
                  <a:pt x="942975" y="3067050"/>
                </a:lnTo>
                <a:lnTo>
                  <a:pt x="942975" y="3048000"/>
                </a:lnTo>
                <a:lnTo>
                  <a:pt x="952500" y="3048000"/>
                </a:lnTo>
                <a:lnTo>
                  <a:pt x="952500" y="3038475"/>
                </a:lnTo>
                <a:lnTo>
                  <a:pt x="962025" y="3038475"/>
                </a:lnTo>
                <a:lnTo>
                  <a:pt x="962025" y="3028950"/>
                </a:lnTo>
                <a:lnTo>
                  <a:pt x="990600" y="3028950"/>
                </a:lnTo>
                <a:lnTo>
                  <a:pt x="990600" y="3038475"/>
                </a:lnTo>
                <a:lnTo>
                  <a:pt x="1000125" y="3038475"/>
                </a:lnTo>
                <a:lnTo>
                  <a:pt x="1000125" y="3076575"/>
                </a:lnTo>
                <a:lnTo>
                  <a:pt x="1019175" y="3076575"/>
                </a:lnTo>
                <a:lnTo>
                  <a:pt x="1019175" y="3067050"/>
                </a:lnTo>
                <a:lnTo>
                  <a:pt x="1009650" y="3067050"/>
                </a:lnTo>
                <a:lnTo>
                  <a:pt x="1009650" y="3057525"/>
                </a:lnTo>
                <a:lnTo>
                  <a:pt x="1019175" y="3057525"/>
                </a:lnTo>
                <a:lnTo>
                  <a:pt x="1019175" y="3038475"/>
                </a:lnTo>
                <a:lnTo>
                  <a:pt x="1028700" y="3038475"/>
                </a:lnTo>
                <a:lnTo>
                  <a:pt x="1028700" y="3028950"/>
                </a:lnTo>
                <a:lnTo>
                  <a:pt x="1038225" y="3028950"/>
                </a:lnTo>
                <a:lnTo>
                  <a:pt x="1038225" y="3038475"/>
                </a:lnTo>
                <a:lnTo>
                  <a:pt x="1152525" y="3038475"/>
                </a:lnTo>
                <a:lnTo>
                  <a:pt x="1152525" y="3028950"/>
                </a:lnTo>
                <a:lnTo>
                  <a:pt x="1238250" y="3028950"/>
                </a:lnTo>
                <a:lnTo>
                  <a:pt x="1238250" y="3038475"/>
                </a:lnTo>
                <a:lnTo>
                  <a:pt x="1295400" y="3038475"/>
                </a:lnTo>
                <a:lnTo>
                  <a:pt x="1295400" y="3028950"/>
                </a:lnTo>
                <a:lnTo>
                  <a:pt x="1285875" y="3028950"/>
                </a:lnTo>
                <a:close/>
                <a:moveTo>
                  <a:pt x="190500" y="3028950"/>
                </a:moveTo>
                <a:lnTo>
                  <a:pt x="209550" y="3028950"/>
                </a:lnTo>
                <a:lnTo>
                  <a:pt x="209550" y="3038475"/>
                </a:lnTo>
                <a:lnTo>
                  <a:pt x="228600" y="3038475"/>
                </a:lnTo>
                <a:lnTo>
                  <a:pt x="228600" y="3028950"/>
                </a:lnTo>
                <a:lnTo>
                  <a:pt x="257175" y="3028950"/>
                </a:lnTo>
                <a:lnTo>
                  <a:pt x="257175" y="3038475"/>
                </a:lnTo>
                <a:lnTo>
                  <a:pt x="276225" y="3038475"/>
                </a:lnTo>
                <a:lnTo>
                  <a:pt x="276225" y="3048000"/>
                </a:lnTo>
                <a:lnTo>
                  <a:pt x="285750" y="3048000"/>
                </a:lnTo>
                <a:lnTo>
                  <a:pt x="285750" y="3028950"/>
                </a:lnTo>
                <a:lnTo>
                  <a:pt x="295275" y="3028950"/>
                </a:lnTo>
                <a:lnTo>
                  <a:pt x="295275" y="3038475"/>
                </a:lnTo>
                <a:lnTo>
                  <a:pt x="352425" y="3038475"/>
                </a:lnTo>
                <a:lnTo>
                  <a:pt x="352425" y="3048000"/>
                </a:lnTo>
                <a:lnTo>
                  <a:pt x="361950" y="3048000"/>
                </a:lnTo>
                <a:lnTo>
                  <a:pt x="361950" y="3076575"/>
                </a:lnTo>
                <a:lnTo>
                  <a:pt x="352425" y="3076575"/>
                </a:lnTo>
                <a:lnTo>
                  <a:pt x="352425" y="3086100"/>
                </a:lnTo>
                <a:lnTo>
                  <a:pt x="342900" y="3086100"/>
                </a:lnTo>
                <a:lnTo>
                  <a:pt x="342900" y="3095625"/>
                </a:lnTo>
                <a:lnTo>
                  <a:pt x="323850" y="3095625"/>
                </a:lnTo>
                <a:lnTo>
                  <a:pt x="323850" y="3076575"/>
                </a:lnTo>
                <a:lnTo>
                  <a:pt x="342900" y="3076575"/>
                </a:lnTo>
                <a:lnTo>
                  <a:pt x="342900" y="3048000"/>
                </a:lnTo>
                <a:lnTo>
                  <a:pt x="333375" y="3048000"/>
                </a:lnTo>
                <a:lnTo>
                  <a:pt x="333375" y="3067050"/>
                </a:lnTo>
                <a:lnTo>
                  <a:pt x="314325" y="3067050"/>
                </a:lnTo>
                <a:lnTo>
                  <a:pt x="314325" y="3057525"/>
                </a:lnTo>
                <a:lnTo>
                  <a:pt x="304800" y="3057525"/>
                </a:lnTo>
                <a:lnTo>
                  <a:pt x="304800" y="3067050"/>
                </a:lnTo>
                <a:lnTo>
                  <a:pt x="295275" y="3067050"/>
                </a:lnTo>
                <a:lnTo>
                  <a:pt x="295275" y="3057525"/>
                </a:lnTo>
                <a:lnTo>
                  <a:pt x="285750" y="3057525"/>
                </a:lnTo>
                <a:lnTo>
                  <a:pt x="285750" y="3086100"/>
                </a:lnTo>
                <a:lnTo>
                  <a:pt x="295275" y="3086100"/>
                </a:lnTo>
                <a:lnTo>
                  <a:pt x="295275" y="3095625"/>
                </a:lnTo>
                <a:lnTo>
                  <a:pt x="314325" y="3095625"/>
                </a:lnTo>
                <a:lnTo>
                  <a:pt x="314325" y="3105150"/>
                </a:lnTo>
                <a:lnTo>
                  <a:pt x="285750" y="3105150"/>
                </a:lnTo>
                <a:lnTo>
                  <a:pt x="285750" y="3114675"/>
                </a:lnTo>
                <a:lnTo>
                  <a:pt x="266700" y="3114675"/>
                </a:lnTo>
                <a:lnTo>
                  <a:pt x="266700" y="3124200"/>
                </a:lnTo>
                <a:lnTo>
                  <a:pt x="219075" y="3124200"/>
                </a:lnTo>
                <a:lnTo>
                  <a:pt x="219075" y="3114675"/>
                </a:lnTo>
                <a:lnTo>
                  <a:pt x="209550" y="3114675"/>
                </a:lnTo>
                <a:lnTo>
                  <a:pt x="209550" y="3086100"/>
                </a:lnTo>
                <a:lnTo>
                  <a:pt x="200025" y="3086100"/>
                </a:lnTo>
                <a:lnTo>
                  <a:pt x="200025" y="3057525"/>
                </a:lnTo>
                <a:lnTo>
                  <a:pt x="209550" y="3057525"/>
                </a:lnTo>
                <a:lnTo>
                  <a:pt x="209550" y="3048000"/>
                </a:lnTo>
                <a:lnTo>
                  <a:pt x="200025" y="3048000"/>
                </a:lnTo>
                <a:lnTo>
                  <a:pt x="200025" y="3038475"/>
                </a:lnTo>
                <a:lnTo>
                  <a:pt x="190500" y="3038475"/>
                </a:lnTo>
                <a:close/>
                <a:moveTo>
                  <a:pt x="1524000" y="3028950"/>
                </a:moveTo>
                <a:lnTo>
                  <a:pt x="1533525" y="3028950"/>
                </a:lnTo>
                <a:lnTo>
                  <a:pt x="1533525" y="3038475"/>
                </a:lnTo>
                <a:lnTo>
                  <a:pt x="1524000" y="3038475"/>
                </a:lnTo>
                <a:close/>
                <a:moveTo>
                  <a:pt x="1571625" y="3028950"/>
                </a:moveTo>
                <a:lnTo>
                  <a:pt x="1581150" y="3028950"/>
                </a:lnTo>
                <a:lnTo>
                  <a:pt x="1581150" y="3038475"/>
                </a:lnTo>
                <a:lnTo>
                  <a:pt x="1571625" y="3038475"/>
                </a:lnTo>
                <a:close/>
                <a:moveTo>
                  <a:pt x="1600200" y="3028950"/>
                </a:moveTo>
                <a:lnTo>
                  <a:pt x="1628775" y="3028950"/>
                </a:lnTo>
                <a:lnTo>
                  <a:pt x="1628775" y="3038475"/>
                </a:lnTo>
                <a:lnTo>
                  <a:pt x="1647825" y="3038475"/>
                </a:lnTo>
                <a:lnTo>
                  <a:pt x="1647825" y="3028950"/>
                </a:lnTo>
                <a:lnTo>
                  <a:pt x="1657350" y="3028950"/>
                </a:lnTo>
                <a:lnTo>
                  <a:pt x="1657350" y="3057525"/>
                </a:lnTo>
                <a:lnTo>
                  <a:pt x="1676400" y="3057525"/>
                </a:lnTo>
                <a:lnTo>
                  <a:pt x="1676400" y="3067050"/>
                </a:lnTo>
                <a:lnTo>
                  <a:pt x="1657350" y="3067050"/>
                </a:lnTo>
                <a:lnTo>
                  <a:pt x="1657350" y="3095625"/>
                </a:lnTo>
                <a:lnTo>
                  <a:pt x="1666875" y="3095625"/>
                </a:lnTo>
                <a:lnTo>
                  <a:pt x="1666875" y="3086100"/>
                </a:lnTo>
                <a:lnTo>
                  <a:pt x="1676400" y="3086100"/>
                </a:lnTo>
                <a:lnTo>
                  <a:pt x="1676400" y="3095625"/>
                </a:lnTo>
                <a:lnTo>
                  <a:pt x="1666875" y="3095625"/>
                </a:lnTo>
                <a:lnTo>
                  <a:pt x="1666875" y="3105150"/>
                </a:lnTo>
                <a:lnTo>
                  <a:pt x="1657350" y="3105150"/>
                </a:lnTo>
                <a:lnTo>
                  <a:pt x="1657350" y="3114675"/>
                </a:lnTo>
                <a:lnTo>
                  <a:pt x="1638300" y="3114675"/>
                </a:lnTo>
                <a:lnTo>
                  <a:pt x="1638300" y="3105150"/>
                </a:lnTo>
                <a:lnTo>
                  <a:pt x="1647825" y="3105150"/>
                </a:lnTo>
                <a:lnTo>
                  <a:pt x="1647825" y="3076575"/>
                </a:lnTo>
                <a:lnTo>
                  <a:pt x="1638300" y="3076575"/>
                </a:lnTo>
                <a:lnTo>
                  <a:pt x="1638300" y="3067050"/>
                </a:lnTo>
                <a:lnTo>
                  <a:pt x="1600200" y="3067050"/>
                </a:lnTo>
                <a:lnTo>
                  <a:pt x="1600200" y="3076575"/>
                </a:lnTo>
                <a:lnTo>
                  <a:pt x="1590675" y="3076575"/>
                </a:lnTo>
                <a:lnTo>
                  <a:pt x="1590675" y="3057525"/>
                </a:lnTo>
                <a:lnTo>
                  <a:pt x="1581150" y="3057525"/>
                </a:lnTo>
                <a:lnTo>
                  <a:pt x="1581150" y="3095625"/>
                </a:lnTo>
                <a:lnTo>
                  <a:pt x="1571625" y="3095625"/>
                </a:lnTo>
                <a:lnTo>
                  <a:pt x="1571625" y="3086100"/>
                </a:lnTo>
                <a:lnTo>
                  <a:pt x="1562100" y="3086100"/>
                </a:lnTo>
                <a:lnTo>
                  <a:pt x="1562100" y="3076575"/>
                </a:lnTo>
                <a:lnTo>
                  <a:pt x="1552575" y="3076575"/>
                </a:lnTo>
                <a:lnTo>
                  <a:pt x="1552575" y="3057525"/>
                </a:lnTo>
                <a:lnTo>
                  <a:pt x="1533525" y="3057525"/>
                </a:lnTo>
                <a:lnTo>
                  <a:pt x="1533525" y="3038475"/>
                </a:lnTo>
                <a:lnTo>
                  <a:pt x="1543050" y="3038475"/>
                </a:lnTo>
                <a:lnTo>
                  <a:pt x="1543050" y="3048000"/>
                </a:lnTo>
                <a:lnTo>
                  <a:pt x="1552575" y="3048000"/>
                </a:lnTo>
                <a:lnTo>
                  <a:pt x="1552575" y="3057525"/>
                </a:lnTo>
                <a:lnTo>
                  <a:pt x="1562100" y="3057525"/>
                </a:lnTo>
                <a:lnTo>
                  <a:pt x="1562100" y="3048000"/>
                </a:lnTo>
                <a:lnTo>
                  <a:pt x="1600200" y="3048000"/>
                </a:lnTo>
                <a:close/>
                <a:moveTo>
                  <a:pt x="466725" y="3038475"/>
                </a:moveTo>
                <a:lnTo>
                  <a:pt x="485775" y="3038475"/>
                </a:lnTo>
                <a:lnTo>
                  <a:pt x="485775" y="3048000"/>
                </a:lnTo>
                <a:lnTo>
                  <a:pt x="476250" y="3048000"/>
                </a:lnTo>
                <a:lnTo>
                  <a:pt x="476250" y="3067050"/>
                </a:lnTo>
                <a:lnTo>
                  <a:pt x="485775" y="3067050"/>
                </a:lnTo>
                <a:lnTo>
                  <a:pt x="485775" y="3076575"/>
                </a:lnTo>
                <a:lnTo>
                  <a:pt x="466725" y="3076575"/>
                </a:lnTo>
                <a:close/>
                <a:moveTo>
                  <a:pt x="533400" y="3038475"/>
                </a:moveTo>
                <a:lnTo>
                  <a:pt x="561975" y="3038475"/>
                </a:lnTo>
                <a:lnTo>
                  <a:pt x="561975" y="3048000"/>
                </a:lnTo>
                <a:lnTo>
                  <a:pt x="581025" y="3048000"/>
                </a:lnTo>
                <a:lnTo>
                  <a:pt x="581025" y="3038475"/>
                </a:lnTo>
                <a:lnTo>
                  <a:pt x="600075" y="3038475"/>
                </a:lnTo>
                <a:lnTo>
                  <a:pt x="600075" y="3048000"/>
                </a:lnTo>
                <a:lnTo>
                  <a:pt x="609600" y="3048000"/>
                </a:lnTo>
                <a:lnTo>
                  <a:pt x="609600" y="3057525"/>
                </a:lnTo>
                <a:lnTo>
                  <a:pt x="619125" y="3057525"/>
                </a:lnTo>
                <a:lnTo>
                  <a:pt x="619125" y="3048000"/>
                </a:lnTo>
                <a:lnTo>
                  <a:pt x="638175" y="3048000"/>
                </a:lnTo>
                <a:lnTo>
                  <a:pt x="638175" y="3057525"/>
                </a:lnTo>
                <a:lnTo>
                  <a:pt x="647700" y="3057525"/>
                </a:lnTo>
                <a:lnTo>
                  <a:pt x="647700" y="3067050"/>
                </a:lnTo>
                <a:lnTo>
                  <a:pt x="666750" y="3067050"/>
                </a:lnTo>
                <a:lnTo>
                  <a:pt x="666750" y="3086100"/>
                </a:lnTo>
                <a:lnTo>
                  <a:pt x="647700" y="3086100"/>
                </a:lnTo>
                <a:lnTo>
                  <a:pt x="647700" y="3095625"/>
                </a:lnTo>
                <a:lnTo>
                  <a:pt x="600075" y="3095625"/>
                </a:lnTo>
                <a:lnTo>
                  <a:pt x="600075" y="3086100"/>
                </a:lnTo>
                <a:lnTo>
                  <a:pt x="581025" y="3086100"/>
                </a:lnTo>
                <a:lnTo>
                  <a:pt x="581025" y="3095625"/>
                </a:lnTo>
                <a:lnTo>
                  <a:pt x="561975" y="3095625"/>
                </a:lnTo>
                <a:lnTo>
                  <a:pt x="561975" y="3086100"/>
                </a:lnTo>
                <a:lnTo>
                  <a:pt x="552450" y="3086100"/>
                </a:lnTo>
                <a:lnTo>
                  <a:pt x="552450" y="3095625"/>
                </a:lnTo>
                <a:lnTo>
                  <a:pt x="514350" y="3095625"/>
                </a:lnTo>
                <a:lnTo>
                  <a:pt x="514350" y="3086100"/>
                </a:lnTo>
                <a:lnTo>
                  <a:pt x="504825" y="3086100"/>
                </a:lnTo>
                <a:lnTo>
                  <a:pt x="504825" y="3076575"/>
                </a:lnTo>
                <a:lnTo>
                  <a:pt x="495300" y="3076575"/>
                </a:lnTo>
                <a:lnTo>
                  <a:pt x="495300" y="3067050"/>
                </a:lnTo>
                <a:lnTo>
                  <a:pt x="504825" y="3067050"/>
                </a:lnTo>
                <a:lnTo>
                  <a:pt x="504825" y="3076575"/>
                </a:lnTo>
                <a:lnTo>
                  <a:pt x="533400" y="3076575"/>
                </a:lnTo>
                <a:close/>
                <a:moveTo>
                  <a:pt x="923925" y="3038475"/>
                </a:moveTo>
                <a:lnTo>
                  <a:pt x="933450" y="3038475"/>
                </a:lnTo>
                <a:lnTo>
                  <a:pt x="933450" y="3048000"/>
                </a:lnTo>
                <a:lnTo>
                  <a:pt x="923925" y="3048000"/>
                </a:lnTo>
                <a:close/>
                <a:moveTo>
                  <a:pt x="161925" y="3048000"/>
                </a:moveTo>
                <a:lnTo>
                  <a:pt x="171450" y="3048000"/>
                </a:lnTo>
                <a:lnTo>
                  <a:pt x="171450" y="3057525"/>
                </a:lnTo>
                <a:lnTo>
                  <a:pt x="161925" y="3057525"/>
                </a:lnTo>
                <a:close/>
                <a:moveTo>
                  <a:pt x="723900" y="3048000"/>
                </a:moveTo>
                <a:lnTo>
                  <a:pt x="742950" y="3048000"/>
                </a:lnTo>
                <a:lnTo>
                  <a:pt x="742950" y="3067050"/>
                </a:lnTo>
                <a:lnTo>
                  <a:pt x="762000" y="3067050"/>
                </a:lnTo>
                <a:lnTo>
                  <a:pt x="762000" y="3095625"/>
                </a:lnTo>
                <a:lnTo>
                  <a:pt x="723900" y="3095625"/>
                </a:lnTo>
                <a:lnTo>
                  <a:pt x="723900" y="3076575"/>
                </a:lnTo>
                <a:lnTo>
                  <a:pt x="714375" y="3076575"/>
                </a:lnTo>
                <a:lnTo>
                  <a:pt x="714375" y="3095625"/>
                </a:lnTo>
                <a:lnTo>
                  <a:pt x="695325" y="3095625"/>
                </a:lnTo>
                <a:lnTo>
                  <a:pt x="695325" y="3086100"/>
                </a:lnTo>
                <a:lnTo>
                  <a:pt x="704850" y="3086100"/>
                </a:lnTo>
                <a:lnTo>
                  <a:pt x="704850" y="3076575"/>
                </a:lnTo>
                <a:lnTo>
                  <a:pt x="695325" y="3076575"/>
                </a:lnTo>
                <a:lnTo>
                  <a:pt x="695325" y="3067050"/>
                </a:lnTo>
                <a:lnTo>
                  <a:pt x="723900" y="3067050"/>
                </a:lnTo>
                <a:close/>
                <a:moveTo>
                  <a:pt x="133350" y="3057525"/>
                </a:moveTo>
                <a:lnTo>
                  <a:pt x="142875" y="3057525"/>
                </a:lnTo>
                <a:lnTo>
                  <a:pt x="142875" y="3076575"/>
                </a:lnTo>
                <a:lnTo>
                  <a:pt x="133350" y="3076575"/>
                </a:lnTo>
                <a:close/>
                <a:moveTo>
                  <a:pt x="266700" y="3067050"/>
                </a:moveTo>
                <a:lnTo>
                  <a:pt x="276225" y="3067050"/>
                </a:lnTo>
                <a:lnTo>
                  <a:pt x="276225" y="3057525"/>
                </a:lnTo>
                <a:lnTo>
                  <a:pt x="266700" y="3057525"/>
                </a:lnTo>
                <a:close/>
                <a:moveTo>
                  <a:pt x="838200" y="3067050"/>
                </a:moveTo>
                <a:lnTo>
                  <a:pt x="857250" y="3067050"/>
                </a:lnTo>
                <a:lnTo>
                  <a:pt x="857250" y="3057525"/>
                </a:lnTo>
                <a:lnTo>
                  <a:pt x="838200" y="3057525"/>
                </a:lnTo>
                <a:close/>
                <a:moveTo>
                  <a:pt x="971550" y="3076575"/>
                </a:moveTo>
                <a:lnTo>
                  <a:pt x="981075" y="3076575"/>
                </a:lnTo>
                <a:lnTo>
                  <a:pt x="981075" y="3057525"/>
                </a:lnTo>
                <a:lnTo>
                  <a:pt x="971550" y="3057525"/>
                </a:lnTo>
                <a:close/>
                <a:moveTo>
                  <a:pt x="1228725" y="3076575"/>
                </a:moveTo>
                <a:lnTo>
                  <a:pt x="1247775" y="3076575"/>
                </a:lnTo>
                <a:lnTo>
                  <a:pt x="1247775" y="3057525"/>
                </a:lnTo>
                <a:lnTo>
                  <a:pt x="1228725" y="3057525"/>
                </a:lnTo>
                <a:close/>
                <a:moveTo>
                  <a:pt x="161925" y="3086100"/>
                </a:moveTo>
                <a:lnTo>
                  <a:pt x="171450" y="3086100"/>
                </a:lnTo>
                <a:lnTo>
                  <a:pt x="171450" y="3114675"/>
                </a:lnTo>
                <a:lnTo>
                  <a:pt x="161925" y="3114675"/>
                </a:lnTo>
                <a:close/>
                <a:moveTo>
                  <a:pt x="952500" y="3086100"/>
                </a:moveTo>
                <a:lnTo>
                  <a:pt x="962025" y="3086100"/>
                </a:lnTo>
                <a:lnTo>
                  <a:pt x="962025" y="3076575"/>
                </a:lnTo>
                <a:lnTo>
                  <a:pt x="952500" y="3076575"/>
                </a:lnTo>
                <a:close/>
                <a:moveTo>
                  <a:pt x="352425" y="3095625"/>
                </a:moveTo>
                <a:lnTo>
                  <a:pt x="361950" y="3095625"/>
                </a:lnTo>
                <a:lnTo>
                  <a:pt x="361950" y="3105150"/>
                </a:lnTo>
                <a:lnTo>
                  <a:pt x="371475" y="3105150"/>
                </a:lnTo>
                <a:lnTo>
                  <a:pt x="371475" y="3114675"/>
                </a:lnTo>
                <a:lnTo>
                  <a:pt x="381000" y="3114675"/>
                </a:lnTo>
                <a:lnTo>
                  <a:pt x="381000" y="3124200"/>
                </a:lnTo>
                <a:lnTo>
                  <a:pt x="361950" y="3124200"/>
                </a:lnTo>
                <a:lnTo>
                  <a:pt x="361950" y="3143250"/>
                </a:lnTo>
                <a:lnTo>
                  <a:pt x="352425" y="3143250"/>
                </a:lnTo>
                <a:lnTo>
                  <a:pt x="352425" y="3124200"/>
                </a:lnTo>
                <a:lnTo>
                  <a:pt x="342900" y="3124200"/>
                </a:lnTo>
                <a:lnTo>
                  <a:pt x="342900" y="3105150"/>
                </a:lnTo>
                <a:lnTo>
                  <a:pt x="352425" y="3105150"/>
                </a:lnTo>
                <a:close/>
                <a:moveTo>
                  <a:pt x="1533525" y="3095625"/>
                </a:moveTo>
                <a:lnTo>
                  <a:pt x="1543050" y="3095625"/>
                </a:lnTo>
                <a:lnTo>
                  <a:pt x="1543050" y="3105150"/>
                </a:lnTo>
                <a:lnTo>
                  <a:pt x="1533525" y="3105150"/>
                </a:lnTo>
                <a:close/>
                <a:moveTo>
                  <a:pt x="1552575" y="3095625"/>
                </a:moveTo>
                <a:lnTo>
                  <a:pt x="1562100" y="3095625"/>
                </a:lnTo>
                <a:lnTo>
                  <a:pt x="1562100" y="3114675"/>
                </a:lnTo>
                <a:lnTo>
                  <a:pt x="1552575" y="3114675"/>
                </a:lnTo>
                <a:close/>
                <a:moveTo>
                  <a:pt x="1600200" y="3105150"/>
                </a:moveTo>
                <a:lnTo>
                  <a:pt x="1619250" y="3105150"/>
                </a:lnTo>
                <a:lnTo>
                  <a:pt x="1619250" y="3114675"/>
                </a:lnTo>
                <a:lnTo>
                  <a:pt x="1600200" y="3114675"/>
                </a:lnTo>
                <a:close/>
                <a:moveTo>
                  <a:pt x="238125" y="3114675"/>
                </a:moveTo>
                <a:lnTo>
                  <a:pt x="257175" y="3114675"/>
                </a:lnTo>
                <a:lnTo>
                  <a:pt x="257175" y="3105150"/>
                </a:lnTo>
                <a:lnTo>
                  <a:pt x="238125" y="3105150"/>
                </a:lnTo>
                <a:close/>
                <a:moveTo>
                  <a:pt x="466725" y="3114675"/>
                </a:moveTo>
                <a:lnTo>
                  <a:pt x="485775" y="3114675"/>
                </a:lnTo>
                <a:lnTo>
                  <a:pt x="485775" y="3124200"/>
                </a:lnTo>
                <a:lnTo>
                  <a:pt x="466725" y="3124200"/>
                </a:lnTo>
                <a:close/>
                <a:moveTo>
                  <a:pt x="495300" y="3114675"/>
                </a:moveTo>
                <a:lnTo>
                  <a:pt x="514350" y="3114675"/>
                </a:lnTo>
                <a:lnTo>
                  <a:pt x="514350" y="3124200"/>
                </a:lnTo>
                <a:lnTo>
                  <a:pt x="495300" y="3124200"/>
                </a:lnTo>
                <a:close/>
                <a:moveTo>
                  <a:pt x="561975" y="3114675"/>
                </a:moveTo>
                <a:lnTo>
                  <a:pt x="581025" y="3114675"/>
                </a:lnTo>
                <a:lnTo>
                  <a:pt x="581025" y="3124200"/>
                </a:lnTo>
                <a:lnTo>
                  <a:pt x="561975" y="3124200"/>
                </a:lnTo>
                <a:close/>
                <a:moveTo>
                  <a:pt x="723900" y="3114675"/>
                </a:moveTo>
                <a:lnTo>
                  <a:pt x="733425" y="3114675"/>
                </a:lnTo>
                <a:lnTo>
                  <a:pt x="733425" y="3124200"/>
                </a:lnTo>
                <a:lnTo>
                  <a:pt x="723900" y="3124200"/>
                </a:lnTo>
                <a:close/>
                <a:moveTo>
                  <a:pt x="1704975" y="3114675"/>
                </a:moveTo>
                <a:lnTo>
                  <a:pt x="1714500" y="3114675"/>
                </a:lnTo>
                <a:lnTo>
                  <a:pt x="1714500" y="3133725"/>
                </a:lnTo>
                <a:lnTo>
                  <a:pt x="1704975" y="3133725"/>
                </a:lnTo>
                <a:close/>
                <a:moveTo>
                  <a:pt x="209550" y="3124200"/>
                </a:moveTo>
                <a:lnTo>
                  <a:pt x="219075" y="3124200"/>
                </a:lnTo>
                <a:lnTo>
                  <a:pt x="219075" y="3133725"/>
                </a:lnTo>
                <a:lnTo>
                  <a:pt x="209550" y="3133725"/>
                </a:lnTo>
                <a:close/>
                <a:moveTo>
                  <a:pt x="828675" y="3152775"/>
                </a:moveTo>
                <a:lnTo>
                  <a:pt x="838200" y="3152775"/>
                </a:lnTo>
                <a:lnTo>
                  <a:pt x="838200" y="3162300"/>
                </a:lnTo>
                <a:lnTo>
                  <a:pt x="885825" y="3162300"/>
                </a:lnTo>
                <a:lnTo>
                  <a:pt x="885825" y="3171825"/>
                </a:lnTo>
                <a:lnTo>
                  <a:pt x="923925" y="3171825"/>
                </a:lnTo>
                <a:lnTo>
                  <a:pt x="923925" y="3162300"/>
                </a:lnTo>
                <a:lnTo>
                  <a:pt x="962025" y="3162300"/>
                </a:lnTo>
                <a:lnTo>
                  <a:pt x="962025" y="3171825"/>
                </a:lnTo>
                <a:lnTo>
                  <a:pt x="981075" y="3171825"/>
                </a:lnTo>
                <a:lnTo>
                  <a:pt x="981075" y="3181350"/>
                </a:lnTo>
                <a:lnTo>
                  <a:pt x="990600" y="3181350"/>
                </a:lnTo>
                <a:lnTo>
                  <a:pt x="990600" y="3171825"/>
                </a:lnTo>
                <a:lnTo>
                  <a:pt x="1000125" y="3171825"/>
                </a:lnTo>
                <a:lnTo>
                  <a:pt x="1000125" y="3190875"/>
                </a:lnTo>
                <a:lnTo>
                  <a:pt x="990600" y="3190875"/>
                </a:lnTo>
                <a:lnTo>
                  <a:pt x="990600" y="3209925"/>
                </a:lnTo>
                <a:lnTo>
                  <a:pt x="923925" y="3209925"/>
                </a:lnTo>
                <a:lnTo>
                  <a:pt x="923925" y="3200400"/>
                </a:lnTo>
                <a:lnTo>
                  <a:pt x="904875" y="3200400"/>
                </a:lnTo>
                <a:lnTo>
                  <a:pt x="904875" y="3209925"/>
                </a:lnTo>
                <a:lnTo>
                  <a:pt x="895350" y="3209925"/>
                </a:lnTo>
                <a:lnTo>
                  <a:pt x="895350" y="3238500"/>
                </a:lnTo>
                <a:lnTo>
                  <a:pt x="876300" y="3238500"/>
                </a:lnTo>
                <a:lnTo>
                  <a:pt x="876300" y="3219450"/>
                </a:lnTo>
                <a:lnTo>
                  <a:pt x="885825" y="3219450"/>
                </a:lnTo>
                <a:lnTo>
                  <a:pt x="885825" y="3200400"/>
                </a:lnTo>
                <a:lnTo>
                  <a:pt x="876300" y="3200400"/>
                </a:lnTo>
                <a:lnTo>
                  <a:pt x="876300" y="3209925"/>
                </a:lnTo>
                <a:lnTo>
                  <a:pt x="819150" y="3209925"/>
                </a:lnTo>
                <a:lnTo>
                  <a:pt x="819150" y="3200400"/>
                </a:lnTo>
                <a:lnTo>
                  <a:pt x="800100" y="3200400"/>
                </a:lnTo>
                <a:lnTo>
                  <a:pt x="800100" y="3190875"/>
                </a:lnTo>
                <a:lnTo>
                  <a:pt x="790575" y="3190875"/>
                </a:lnTo>
                <a:lnTo>
                  <a:pt x="790575" y="3181350"/>
                </a:lnTo>
                <a:lnTo>
                  <a:pt x="800100" y="3181350"/>
                </a:lnTo>
                <a:lnTo>
                  <a:pt x="800100" y="3171825"/>
                </a:lnTo>
                <a:lnTo>
                  <a:pt x="809625" y="3171825"/>
                </a:lnTo>
                <a:lnTo>
                  <a:pt x="809625" y="3162300"/>
                </a:lnTo>
                <a:lnTo>
                  <a:pt x="828675" y="3162300"/>
                </a:lnTo>
                <a:close/>
                <a:moveTo>
                  <a:pt x="1543050" y="3152775"/>
                </a:moveTo>
                <a:lnTo>
                  <a:pt x="1571625" y="3152775"/>
                </a:lnTo>
                <a:lnTo>
                  <a:pt x="1571625" y="3162300"/>
                </a:lnTo>
                <a:lnTo>
                  <a:pt x="1562100" y="3162300"/>
                </a:lnTo>
                <a:lnTo>
                  <a:pt x="1562100" y="3171825"/>
                </a:lnTo>
                <a:lnTo>
                  <a:pt x="1581150" y="3171825"/>
                </a:lnTo>
                <a:lnTo>
                  <a:pt x="1581150" y="3162300"/>
                </a:lnTo>
                <a:lnTo>
                  <a:pt x="1609725" y="3162300"/>
                </a:lnTo>
                <a:lnTo>
                  <a:pt x="1609725" y="3171825"/>
                </a:lnTo>
                <a:lnTo>
                  <a:pt x="1628775" y="3171825"/>
                </a:lnTo>
                <a:lnTo>
                  <a:pt x="1628775" y="3162300"/>
                </a:lnTo>
                <a:lnTo>
                  <a:pt x="1638300" y="3162300"/>
                </a:lnTo>
                <a:lnTo>
                  <a:pt x="1638300" y="3152775"/>
                </a:lnTo>
                <a:lnTo>
                  <a:pt x="1657350" y="3152775"/>
                </a:lnTo>
                <a:lnTo>
                  <a:pt x="1657350" y="3162300"/>
                </a:lnTo>
                <a:lnTo>
                  <a:pt x="1676400" y="3162300"/>
                </a:lnTo>
                <a:lnTo>
                  <a:pt x="1676400" y="3171825"/>
                </a:lnTo>
                <a:lnTo>
                  <a:pt x="1685925" y="3171825"/>
                </a:lnTo>
                <a:lnTo>
                  <a:pt x="1685925" y="3209925"/>
                </a:lnTo>
                <a:lnTo>
                  <a:pt x="1676400" y="3209925"/>
                </a:lnTo>
                <a:lnTo>
                  <a:pt x="1676400" y="3200400"/>
                </a:lnTo>
                <a:lnTo>
                  <a:pt x="1600200" y="3200400"/>
                </a:lnTo>
                <a:lnTo>
                  <a:pt x="1600200" y="3209925"/>
                </a:lnTo>
                <a:lnTo>
                  <a:pt x="1581150" y="3209925"/>
                </a:lnTo>
                <a:lnTo>
                  <a:pt x="1581150" y="3219450"/>
                </a:lnTo>
                <a:lnTo>
                  <a:pt x="1562100" y="3219450"/>
                </a:lnTo>
                <a:lnTo>
                  <a:pt x="1562100" y="3248025"/>
                </a:lnTo>
                <a:lnTo>
                  <a:pt x="1543050" y="3248025"/>
                </a:lnTo>
                <a:lnTo>
                  <a:pt x="1543050" y="3238500"/>
                </a:lnTo>
                <a:lnTo>
                  <a:pt x="1533525" y="3238500"/>
                </a:lnTo>
                <a:lnTo>
                  <a:pt x="1533525" y="3209925"/>
                </a:lnTo>
                <a:lnTo>
                  <a:pt x="1543050" y="3209925"/>
                </a:lnTo>
                <a:lnTo>
                  <a:pt x="1543050" y="3190875"/>
                </a:lnTo>
                <a:lnTo>
                  <a:pt x="1533525" y="3190875"/>
                </a:lnTo>
                <a:lnTo>
                  <a:pt x="1533525" y="3162300"/>
                </a:lnTo>
                <a:lnTo>
                  <a:pt x="1543050" y="3162300"/>
                </a:lnTo>
                <a:close/>
                <a:moveTo>
                  <a:pt x="266700" y="3162300"/>
                </a:moveTo>
                <a:lnTo>
                  <a:pt x="276225" y="3162300"/>
                </a:lnTo>
                <a:lnTo>
                  <a:pt x="276225" y="3171825"/>
                </a:lnTo>
                <a:lnTo>
                  <a:pt x="285750" y="3171825"/>
                </a:lnTo>
                <a:lnTo>
                  <a:pt x="285750" y="3190875"/>
                </a:lnTo>
                <a:lnTo>
                  <a:pt x="266700" y="3190875"/>
                </a:lnTo>
                <a:lnTo>
                  <a:pt x="266700" y="3200400"/>
                </a:lnTo>
                <a:lnTo>
                  <a:pt x="257175" y="3200400"/>
                </a:lnTo>
                <a:lnTo>
                  <a:pt x="257175" y="3209925"/>
                </a:lnTo>
                <a:lnTo>
                  <a:pt x="228600" y="3209925"/>
                </a:lnTo>
                <a:lnTo>
                  <a:pt x="228600" y="3200400"/>
                </a:lnTo>
                <a:lnTo>
                  <a:pt x="219075" y="3200400"/>
                </a:lnTo>
                <a:lnTo>
                  <a:pt x="219075" y="3171825"/>
                </a:lnTo>
                <a:lnTo>
                  <a:pt x="238125" y="3171825"/>
                </a:lnTo>
                <a:lnTo>
                  <a:pt x="238125" y="3181350"/>
                </a:lnTo>
                <a:lnTo>
                  <a:pt x="257175" y="3181350"/>
                </a:lnTo>
                <a:lnTo>
                  <a:pt x="257175" y="3171825"/>
                </a:lnTo>
                <a:lnTo>
                  <a:pt x="266700" y="3171825"/>
                </a:lnTo>
                <a:close/>
                <a:moveTo>
                  <a:pt x="466725" y="3162300"/>
                </a:moveTo>
                <a:lnTo>
                  <a:pt x="542925" y="3162300"/>
                </a:lnTo>
                <a:lnTo>
                  <a:pt x="542925" y="3171825"/>
                </a:lnTo>
                <a:lnTo>
                  <a:pt x="523875" y="3171825"/>
                </a:lnTo>
                <a:lnTo>
                  <a:pt x="523875" y="3209925"/>
                </a:lnTo>
                <a:lnTo>
                  <a:pt x="533400" y="3209925"/>
                </a:lnTo>
                <a:lnTo>
                  <a:pt x="533400" y="3219450"/>
                </a:lnTo>
                <a:lnTo>
                  <a:pt x="523875" y="3219450"/>
                </a:lnTo>
                <a:lnTo>
                  <a:pt x="523875" y="3228975"/>
                </a:lnTo>
                <a:lnTo>
                  <a:pt x="514350" y="3228975"/>
                </a:lnTo>
                <a:lnTo>
                  <a:pt x="514350" y="3209925"/>
                </a:lnTo>
                <a:lnTo>
                  <a:pt x="504825" y="3209925"/>
                </a:lnTo>
                <a:lnTo>
                  <a:pt x="504825" y="3200400"/>
                </a:lnTo>
                <a:lnTo>
                  <a:pt x="495300" y="3200400"/>
                </a:lnTo>
                <a:lnTo>
                  <a:pt x="495300" y="3190875"/>
                </a:lnTo>
                <a:lnTo>
                  <a:pt x="476250" y="3190875"/>
                </a:lnTo>
                <a:lnTo>
                  <a:pt x="476250" y="3171825"/>
                </a:lnTo>
                <a:lnTo>
                  <a:pt x="466725" y="3171825"/>
                </a:lnTo>
                <a:close/>
                <a:moveTo>
                  <a:pt x="590550" y="3162300"/>
                </a:moveTo>
                <a:lnTo>
                  <a:pt x="600075" y="3162300"/>
                </a:lnTo>
                <a:lnTo>
                  <a:pt x="600075" y="3171825"/>
                </a:lnTo>
                <a:lnTo>
                  <a:pt x="609600" y="3171825"/>
                </a:lnTo>
                <a:lnTo>
                  <a:pt x="609600" y="3181350"/>
                </a:lnTo>
                <a:lnTo>
                  <a:pt x="628650" y="3181350"/>
                </a:lnTo>
                <a:lnTo>
                  <a:pt x="628650" y="3162300"/>
                </a:lnTo>
                <a:lnTo>
                  <a:pt x="666750" y="3162300"/>
                </a:lnTo>
                <a:lnTo>
                  <a:pt x="666750" y="3171825"/>
                </a:lnTo>
                <a:lnTo>
                  <a:pt x="647700" y="3171825"/>
                </a:lnTo>
                <a:lnTo>
                  <a:pt x="647700" y="3190875"/>
                </a:lnTo>
                <a:lnTo>
                  <a:pt x="609600" y="3190875"/>
                </a:lnTo>
                <a:lnTo>
                  <a:pt x="609600" y="3200400"/>
                </a:lnTo>
                <a:lnTo>
                  <a:pt x="600075" y="3200400"/>
                </a:lnTo>
                <a:lnTo>
                  <a:pt x="600075" y="3190875"/>
                </a:lnTo>
                <a:lnTo>
                  <a:pt x="581025" y="3190875"/>
                </a:lnTo>
                <a:lnTo>
                  <a:pt x="581025" y="3181350"/>
                </a:lnTo>
                <a:lnTo>
                  <a:pt x="571500" y="3181350"/>
                </a:lnTo>
                <a:lnTo>
                  <a:pt x="571500" y="3171825"/>
                </a:lnTo>
                <a:lnTo>
                  <a:pt x="590550" y="3171825"/>
                </a:lnTo>
                <a:close/>
                <a:moveTo>
                  <a:pt x="723900" y="3162300"/>
                </a:moveTo>
                <a:lnTo>
                  <a:pt x="742950" y="3162300"/>
                </a:lnTo>
                <a:lnTo>
                  <a:pt x="742950" y="3190875"/>
                </a:lnTo>
                <a:lnTo>
                  <a:pt x="723900" y="3190875"/>
                </a:lnTo>
                <a:close/>
                <a:moveTo>
                  <a:pt x="1181100" y="3162300"/>
                </a:moveTo>
                <a:lnTo>
                  <a:pt x="1190625" y="3162300"/>
                </a:lnTo>
                <a:lnTo>
                  <a:pt x="1190625" y="3171825"/>
                </a:lnTo>
                <a:lnTo>
                  <a:pt x="1238250" y="3171825"/>
                </a:lnTo>
                <a:lnTo>
                  <a:pt x="1238250" y="3162300"/>
                </a:lnTo>
                <a:lnTo>
                  <a:pt x="1266825" y="3162300"/>
                </a:lnTo>
                <a:lnTo>
                  <a:pt x="1266825" y="3171825"/>
                </a:lnTo>
                <a:lnTo>
                  <a:pt x="1295400" y="3171825"/>
                </a:lnTo>
                <a:lnTo>
                  <a:pt x="1295400" y="3181350"/>
                </a:lnTo>
                <a:lnTo>
                  <a:pt x="1285875" y="3181350"/>
                </a:lnTo>
                <a:lnTo>
                  <a:pt x="1285875" y="3190875"/>
                </a:lnTo>
                <a:lnTo>
                  <a:pt x="1276350" y="3190875"/>
                </a:lnTo>
                <a:lnTo>
                  <a:pt x="1276350" y="3228975"/>
                </a:lnTo>
                <a:lnTo>
                  <a:pt x="1266825" y="3228975"/>
                </a:lnTo>
                <a:lnTo>
                  <a:pt x="1266825" y="3219450"/>
                </a:lnTo>
                <a:lnTo>
                  <a:pt x="1257300" y="3219450"/>
                </a:lnTo>
                <a:lnTo>
                  <a:pt x="1257300" y="3209925"/>
                </a:lnTo>
                <a:lnTo>
                  <a:pt x="1238250" y="3209925"/>
                </a:lnTo>
                <a:lnTo>
                  <a:pt x="1238250" y="3200400"/>
                </a:lnTo>
                <a:lnTo>
                  <a:pt x="1228725" y="3200400"/>
                </a:lnTo>
                <a:lnTo>
                  <a:pt x="1228725" y="3209925"/>
                </a:lnTo>
                <a:lnTo>
                  <a:pt x="1219200" y="3209925"/>
                </a:lnTo>
                <a:lnTo>
                  <a:pt x="1219200" y="3219450"/>
                </a:lnTo>
                <a:lnTo>
                  <a:pt x="1209675" y="3219450"/>
                </a:lnTo>
                <a:lnTo>
                  <a:pt x="1209675" y="3228975"/>
                </a:lnTo>
                <a:lnTo>
                  <a:pt x="1200150" y="3228975"/>
                </a:lnTo>
                <a:lnTo>
                  <a:pt x="1200150" y="3219450"/>
                </a:lnTo>
                <a:lnTo>
                  <a:pt x="1190625" y="3219450"/>
                </a:lnTo>
                <a:lnTo>
                  <a:pt x="1190625" y="3200400"/>
                </a:lnTo>
                <a:lnTo>
                  <a:pt x="1181100" y="3200400"/>
                </a:lnTo>
                <a:lnTo>
                  <a:pt x="1181100" y="3219450"/>
                </a:lnTo>
                <a:lnTo>
                  <a:pt x="1171575" y="3219450"/>
                </a:lnTo>
                <a:lnTo>
                  <a:pt x="1171575" y="3228975"/>
                </a:lnTo>
                <a:lnTo>
                  <a:pt x="1162050" y="3228975"/>
                </a:lnTo>
                <a:lnTo>
                  <a:pt x="1162050" y="3238500"/>
                </a:lnTo>
                <a:lnTo>
                  <a:pt x="1152525" y="3238500"/>
                </a:lnTo>
                <a:lnTo>
                  <a:pt x="1152525" y="3228975"/>
                </a:lnTo>
                <a:lnTo>
                  <a:pt x="1143000" y="3228975"/>
                </a:lnTo>
                <a:lnTo>
                  <a:pt x="1143000" y="3209925"/>
                </a:lnTo>
                <a:lnTo>
                  <a:pt x="1114425" y="3209925"/>
                </a:lnTo>
                <a:lnTo>
                  <a:pt x="1114425" y="3228975"/>
                </a:lnTo>
                <a:lnTo>
                  <a:pt x="1123950" y="3228975"/>
                </a:lnTo>
                <a:lnTo>
                  <a:pt x="1123950" y="3238500"/>
                </a:lnTo>
                <a:lnTo>
                  <a:pt x="1143000" y="3238500"/>
                </a:lnTo>
                <a:lnTo>
                  <a:pt x="1143000" y="3248025"/>
                </a:lnTo>
                <a:lnTo>
                  <a:pt x="1114425" y="3248025"/>
                </a:lnTo>
                <a:lnTo>
                  <a:pt x="1114425" y="3238500"/>
                </a:lnTo>
                <a:lnTo>
                  <a:pt x="1095375" y="3238500"/>
                </a:lnTo>
                <a:lnTo>
                  <a:pt x="1095375" y="3228975"/>
                </a:lnTo>
                <a:lnTo>
                  <a:pt x="1104900" y="3228975"/>
                </a:lnTo>
                <a:lnTo>
                  <a:pt x="1104900" y="3209925"/>
                </a:lnTo>
                <a:lnTo>
                  <a:pt x="1085850" y="3209925"/>
                </a:lnTo>
                <a:lnTo>
                  <a:pt x="1085850" y="3200400"/>
                </a:lnTo>
                <a:lnTo>
                  <a:pt x="1076325" y="3200400"/>
                </a:lnTo>
                <a:lnTo>
                  <a:pt x="1076325" y="3219450"/>
                </a:lnTo>
                <a:lnTo>
                  <a:pt x="1066800" y="3219450"/>
                </a:lnTo>
                <a:lnTo>
                  <a:pt x="1066800" y="3228975"/>
                </a:lnTo>
                <a:lnTo>
                  <a:pt x="1038225" y="3228975"/>
                </a:lnTo>
                <a:lnTo>
                  <a:pt x="1038225" y="3238500"/>
                </a:lnTo>
                <a:lnTo>
                  <a:pt x="1009650" y="3238500"/>
                </a:lnTo>
                <a:lnTo>
                  <a:pt x="1009650" y="3228975"/>
                </a:lnTo>
                <a:lnTo>
                  <a:pt x="1019175" y="3228975"/>
                </a:lnTo>
                <a:lnTo>
                  <a:pt x="1019175" y="3209925"/>
                </a:lnTo>
                <a:lnTo>
                  <a:pt x="1028700" y="3209925"/>
                </a:lnTo>
                <a:lnTo>
                  <a:pt x="1028700" y="3200400"/>
                </a:lnTo>
                <a:lnTo>
                  <a:pt x="1019175" y="3200400"/>
                </a:lnTo>
                <a:lnTo>
                  <a:pt x="1019175" y="3190875"/>
                </a:lnTo>
                <a:lnTo>
                  <a:pt x="1038225" y="3190875"/>
                </a:lnTo>
                <a:lnTo>
                  <a:pt x="1038225" y="3181350"/>
                </a:lnTo>
                <a:lnTo>
                  <a:pt x="1028700" y="3181350"/>
                </a:lnTo>
                <a:lnTo>
                  <a:pt x="1028700" y="3171825"/>
                </a:lnTo>
                <a:lnTo>
                  <a:pt x="1057275" y="3171825"/>
                </a:lnTo>
                <a:lnTo>
                  <a:pt x="1057275" y="3181350"/>
                </a:lnTo>
                <a:lnTo>
                  <a:pt x="1076325" y="3181350"/>
                </a:lnTo>
                <a:lnTo>
                  <a:pt x="1076325" y="3190875"/>
                </a:lnTo>
                <a:lnTo>
                  <a:pt x="1085850" y="3190875"/>
                </a:lnTo>
                <a:lnTo>
                  <a:pt x="1085850" y="3171825"/>
                </a:lnTo>
                <a:lnTo>
                  <a:pt x="1095375" y="3171825"/>
                </a:lnTo>
                <a:lnTo>
                  <a:pt x="1095375" y="3181350"/>
                </a:lnTo>
                <a:lnTo>
                  <a:pt x="1104900" y="3181350"/>
                </a:lnTo>
                <a:lnTo>
                  <a:pt x="1104900" y="3171825"/>
                </a:lnTo>
                <a:lnTo>
                  <a:pt x="1114425" y="3171825"/>
                </a:lnTo>
                <a:lnTo>
                  <a:pt x="1114425" y="3181350"/>
                </a:lnTo>
                <a:lnTo>
                  <a:pt x="1162050" y="3181350"/>
                </a:lnTo>
                <a:lnTo>
                  <a:pt x="1162050" y="3171825"/>
                </a:lnTo>
                <a:lnTo>
                  <a:pt x="1181100" y="3171825"/>
                </a:lnTo>
                <a:close/>
                <a:moveTo>
                  <a:pt x="1362075" y="3162300"/>
                </a:moveTo>
                <a:lnTo>
                  <a:pt x="1371600" y="3162300"/>
                </a:lnTo>
                <a:lnTo>
                  <a:pt x="1371600" y="3171825"/>
                </a:lnTo>
                <a:lnTo>
                  <a:pt x="1381125" y="3171825"/>
                </a:lnTo>
                <a:lnTo>
                  <a:pt x="1381125" y="3190875"/>
                </a:lnTo>
                <a:lnTo>
                  <a:pt x="1390650" y="3190875"/>
                </a:lnTo>
                <a:lnTo>
                  <a:pt x="1390650" y="3162300"/>
                </a:lnTo>
                <a:lnTo>
                  <a:pt x="1400175" y="3162300"/>
                </a:lnTo>
                <a:lnTo>
                  <a:pt x="1400175" y="3171825"/>
                </a:lnTo>
                <a:lnTo>
                  <a:pt x="1409700" y="3171825"/>
                </a:lnTo>
                <a:lnTo>
                  <a:pt x="1409700" y="3190875"/>
                </a:lnTo>
                <a:lnTo>
                  <a:pt x="1400175" y="3190875"/>
                </a:lnTo>
                <a:lnTo>
                  <a:pt x="1400175" y="3228975"/>
                </a:lnTo>
                <a:lnTo>
                  <a:pt x="1362075" y="3228975"/>
                </a:lnTo>
                <a:lnTo>
                  <a:pt x="1362075" y="3238500"/>
                </a:lnTo>
                <a:lnTo>
                  <a:pt x="1352550" y="3238500"/>
                </a:lnTo>
                <a:lnTo>
                  <a:pt x="1352550" y="3228975"/>
                </a:lnTo>
                <a:lnTo>
                  <a:pt x="1333500" y="3228975"/>
                </a:lnTo>
                <a:lnTo>
                  <a:pt x="1333500" y="3219450"/>
                </a:lnTo>
                <a:lnTo>
                  <a:pt x="1323975" y="3219450"/>
                </a:lnTo>
                <a:lnTo>
                  <a:pt x="1323975" y="3209925"/>
                </a:lnTo>
                <a:lnTo>
                  <a:pt x="1314450" y="3209925"/>
                </a:lnTo>
                <a:lnTo>
                  <a:pt x="1314450" y="3200400"/>
                </a:lnTo>
                <a:lnTo>
                  <a:pt x="1323975" y="3200400"/>
                </a:lnTo>
                <a:lnTo>
                  <a:pt x="1323975" y="3181350"/>
                </a:lnTo>
                <a:lnTo>
                  <a:pt x="1314450" y="3181350"/>
                </a:lnTo>
                <a:lnTo>
                  <a:pt x="1314450" y="3171825"/>
                </a:lnTo>
                <a:lnTo>
                  <a:pt x="1352550" y="3171825"/>
                </a:lnTo>
                <a:lnTo>
                  <a:pt x="1352550" y="3190875"/>
                </a:lnTo>
                <a:lnTo>
                  <a:pt x="1362075" y="3190875"/>
                </a:lnTo>
                <a:close/>
                <a:moveTo>
                  <a:pt x="295275" y="3181350"/>
                </a:moveTo>
                <a:lnTo>
                  <a:pt x="304800" y="3181350"/>
                </a:lnTo>
                <a:lnTo>
                  <a:pt x="304800" y="3190875"/>
                </a:lnTo>
                <a:lnTo>
                  <a:pt x="295275" y="3190875"/>
                </a:lnTo>
                <a:close/>
                <a:moveTo>
                  <a:pt x="704850" y="3181350"/>
                </a:moveTo>
                <a:lnTo>
                  <a:pt x="714375" y="3181350"/>
                </a:lnTo>
                <a:lnTo>
                  <a:pt x="714375" y="3190875"/>
                </a:lnTo>
                <a:lnTo>
                  <a:pt x="704850" y="3190875"/>
                </a:lnTo>
                <a:close/>
                <a:moveTo>
                  <a:pt x="933450" y="3181350"/>
                </a:moveTo>
                <a:lnTo>
                  <a:pt x="952500" y="3181350"/>
                </a:lnTo>
                <a:lnTo>
                  <a:pt x="952500" y="3171825"/>
                </a:lnTo>
                <a:lnTo>
                  <a:pt x="933450" y="3171825"/>
                </a:lnTo>
                <a:close/>
                <a:moveTo>
                  <a:pt x="561975" y="3190875"/>
                </a:moveTo>
                <a:lnTo>
                  <a:pt x="571500" y="3190875"/>
                </a:lnTo>
                <a:lnTo>
                  <a:pt x="571500" y="3200400"/>
                </a:lnTo>
                <a:lnTo>
                  <a:pt x="561975" y="3200400"/>
                </a:lnTo>
                <a:close/>
                <a:moveTo>
                  <a:pt x="1314450" y="3219450"/>
                </a:moveTo>
                <a:lnTo>
                  <a:pt x="1323975" y="3219450"/>
                </a:lnTo>
                <a:lnTo>
                  <a:pt x="1323975" y="3248025"/>
                </a:lnTo>
                <a:lnTo>
                  <a:pt x="1304925" y="3248025"/>
                </a:lnTo>
                <a:lnTo>
                  <a:pt x="1304925" y="3228975"/>
                </a:lnTo>
                <a:lnTo>
                  <a:pt x="1314450" y="3228975"/>
                </a:lnTo>
                <a:close/>
                <a:moveTo>
                  <a:pt x="1600200" y="3219450"/>
                </a:moveTo>
                <a:lnTo>
                  <a:pt x="1619250" y="3219450"/>
                </a:lnTo>
                <a:lnTo>
                  <a:pt x="1619250" y="3238500"/>
                </a:lnTo>
                <a:lnTo>
                  <a:pt x="1600200" y="3238500"/>
                </a:lnTo>
                <a:lnTo>
                  <a:pt x="1600200" y="3248025"/>
                </a:lnTo>
                <a:lnTo>
                  <a:pt x="1581150" y="3248025"/>
                </a:lnTo>
                <a:lnTo>
                  <a:pt x="1581150" y="3238500"/>
                </a:lnTo>
                <a:lnTo>
                  <a:pt x="1590675" y="3238500"/>
                </a:lnTo>
                <a:lnTo>
                  <a:pt x="1590675" y="3228975"/>
                </a:lnTo>
                <a:lnTo>
                  <a:pt x="1600200" y="3228975"/>
                </a:lnTo>
                <a:close/>
                <a:moveTo>
                  <a:pt x="514350" y="3238500"/>
                </a:moveTo>
                <a:lnTo>
                  <a:pt x="533400" y="3238500"/>
                </a:lnTo>
                <a:lnTo>
                  <a:pt x="533400" y="3248025"/>
                </a:lnTo>
                <a:lnTo>
                  <a:pt x="514350" y="3248025"/>
                </a:lnTo>
                <a:close/>
                <a:moveTo>
                  <a:pt x="1657350" y="3238500"/>
                </a:moveTo>
                <a:lnTo>
                  <a:pt x="1666875" y="3238500"/>
                </a:lnTo>
                <a:lnTo>
                  <a:pt x="1666875" y="3248025"/>
                </a:lnTo>
                <a:lnTo>
                  <a:pt x="1657350" y="3248025"/>
                </a:lnTo>
                <a:close/>
                <a:moveTo>
                  <a:pt x="733425" y="3248025"/>
                </a:moveTo>
                <a:lnTo>
                  <a:pt x="742950" y="3248025"/>
                </a:lnTo>
                <a:lnTo>
                  <a:pt x="742950" y="3257550"/>
                </a:lnTo>
                <a:lnTo>
                  <a:pt x="733425" y="3257550"/>
                </a:lnTo>
                <a:close/>
                <a:moveTo>
                  <a:pt x="942975" y="3248025"/>
                </a:moveTo>
                <a:lnTo>
                  <a:pt x="952500" y="3248025"/>
                </a:lnTo>
                <a:lnTo>
                  <a:pt x="952500" y="3267075"/>
                </a:lnTo>
                <a:lnTo>
                  <a:pt x="942975" y="3267075"/>
                </a:lnTo>
                <a:close/>
                <a:moveTo>
                  <a:pt x="457200" y="3295650"/>
                </a:moveTo>
                <a:lnTo>
                  <a:pt x="485775" y="3295650"/>
                </a:lnTo>
                <a:lnTo>
                  <a:pt x="485775" y="3314700"/>
                </a:lnTo>
                <a:lnTo>
                  <a:pt x="504825" y="3314700"/>
                </a:lnTo>
                <a:lnTo>
                  <a:pt x="504825" y="3343275"/>
                </a:lnTo>
                <a:lnTo>
                  <a:pt x="523875" y="3343275"/>
                </a:lnTo>
                <a:lnTo>
                  <a:pt x="523875" y="3352800"/>
                </a:lnTo>
                <a:lnTo>
                  <a:pt x="533400" y="3352800"/>
                </a:lnTo>
                <a:lnTo>
                  <a:pt x="533400" y="3362325"/>
                </a:lnTo>
                <a:lnTo>
                  <a:pt x="504825" y="3362325"/>
                </a:lnTo>
                <a:lnTo>
                  <a:pt x="504825" y="3381375"/>
                </a:lnTo>
                <a:lnTo>
                  <a:pt x="495300" y="3381375"/>
                </a:lnTo>
                <a:lnTo>
                  <a:pt x="495300" y="3371850"/>
                </a:lnTo>
                <a:lnTo>
                  <a:pt x="476250" y="3371850"/>
                </a:lnTo>
                <a:lnTo>
                  <a:pt x="476250" y="3381375"/>
                </a:lnTo>
                <a:lnTo>
                  <a:pt x="466725" y="3381375"/>
                </a:lnTo>
                <a:lnTo>
                  <a:pt x="466725" y="3371850"/>
                </a:lnTo>
                <a:lnTo>
                  <a:pt x="457200" y="3371850"/>
                </a:lnTo>
                <a:lnTo>
                  <a:pt x="457200" y="3362325"/>
                </a:lnTo>
                <a:lnTo>
                  <a:pt x="466725" y="3362325"/>
                </a:lnTo>
                <a:lnTo>
                  <a:pt x="466725" y="3343275"/>
                </a:lnTo>
                <a:lnTo>
                  <a:pt x="476250" y="3343275"/>
                </a:lnTo>
                <a:lnTo>
                  <a:pt x="476250" y="3333750"/>
                </a:lnTo>
                <a:lnTo>
                  <a:pt x="466725" y="3333750"/>
                </a:lnTo>
                <a:lnTo>
                  <a:pt x="466725" y="3324225"/>
                </a:lnTo>
                <a:lnTo>
                  <a:pt x="457200" y="3324225"/>
                </a:lnTo>
                <a:close/>
                <a:moveTo>
                  <a:pt x="495300" y="3295650"/>
                </a:moveTo>
                <a:lnTo>
                  <a:pt x="504825" y="3295650"/>
                </a:lnTo>
                <a:lnTo>
                  <a:pt x="504825" y="3305175"/>
                </a:lnTo>
                <a:lnTo>
                  <a:pt x="495300" y="3305175"/>
                </a:lnTo>
                <a:close/>
                <a:moveTo>
                  <a:pt x="542925" y="3295650"/>
                </a:moveTo>
                <a:lnTo>
                  <a:pt x="619125" y="3295650"/>
                </a:lnTo>
                <a:lnTo>
                  <a:pt x="619125" y="3305175"/>
                </a:lnTo>
                <a:lnTo>
                  <a:pt x="638175" y="3305175"/>
                </a:lnTo>
                <a:lnTo>
                  <a:pt x="638175" y="3314700"/>
                </a:lnTo>
                <a:lnTo>
                  <a:pt x="628650" y="3314700"/>
                </a:lnTo>
                <a:lnTo>
                  <a:pt x="628650" y="3324225"/>
                </a:lnTo>
                <a:lnTo>
                  <a:pt x="581025" y="3324225"/>
                </a:lnTo>
                <a:lnTo>
                  <a:pt x="581025" y="3314700"/>
                </a:lnTo>
                <a:lnTo>
                  <a:pt x="561975" y="3314700"/>
                </a:lnTo>
                <a:lnTo>
                  <a:pt x="561975" y="3305175"/>
                </a:lnTo>
                <a:lnTo>
                  <a:pt x="552450" y="3305175"/>
                </a:lnTo>
                <a:lnTo>
                  <a:pt x="552450" y="3324225"/>
                </a:lnTo>
                <a:lnTo>
                  <a:pt x="542925" y="3324225"/>
                </a:lnTo>
                <a:close/>
                <a:moveTo>
                  <a:pt x="647700" y="3295650"/>
                </a:moveTo>
                <a:lnTo>
                  <a:pt x="762000" y="3295650"/>
                </a:lnTo>
                <a:lnTo>
                  <a:pt x="762000" y="3305175"/>
                </a:lnTo>
                <a:lnTo>
                  <a:pt x="771525" y="3305175"/>
                </a:lnTo>
                <a:lnTo>
                  <a:pt x="771525" y="3314700"/>
                </a:lnTo>
                <a:lnTo>
                  <a:pt x="762000" y="3314700"/>
                </a:lnTo>
                <a:lnTo>
                  <a:pt x="762000" y="3333750"/>
                </a:lnTo>
                <a:lnTo>
                  <a:pt x="790575" y="3333750"/>
                </a:lnTo>
                <a:lnTo>
                  <a:pt x="790575" y="3362325"/>
                </a:lnTo>
                <a:lnTo>
                  <a:pt x="800100" y="3362325"/>
                </a:lnTo>
                <a:lnTo>
                  <a:pt x="800100" y="3371850"/>
                </a:lnTo>
                <a:lnTo>
                  <a:pt x="809625" y="3371850"/>
                </a:lnTo>
                <a:lnTo>
                  <a:pt x="809625" y="3390900"/>
                </a:lnTo>
                <a:lnTo>
                  <a:pt x="790575" y="3390900"/>
                </a:lnTo>
                <a:lnTo>
                  <a:pt x="790575" y="3381375"/>
                </a:lnTo>
                <a:lnTo>
                  <a:pt x="781050" y="3381375"/>
                </a:lnTo>
                <a:lnTo>
                  <a:pt x="781050" y="3400425"/>
                </a:lnTo>
                <a:lnTo>
                  <a:pt x="800100" y="3400425"/>
                </a:lnTo>
                <a:lnTo>
                  <a:pt x="800100" y="3419475"/>
                </a:lnTo>
                <a:lnTo>
                  <a:pt x="809625" y="3419475"/>
                </a:lnTo>
                <a:lnTo>
                  <a:pt x="809625" y="3429000"/>
                </a:lnTo>
                <a:lnTo>
                  <a:pt x="771525" y="3429000"/>
                </a:lnTo>
                <a:lnTo>
                  <a:pt x="771525" y="3438525"/>
                </a:lnTo>
                <a:lnTo>
                  <a:pt x="762000" y="3438525"/>
                </a:lnTo>
                <a:lnTo>
                  <a:pt x="762000" y="3457575"/>
                </a:lnTo>
                <a:lnTo>
                  <a:pt x="771525" y="3457575"/>
                </a:lnTo>
                <a:lnTo>
                  <a:pt x="771525" y="3476625"/>
                </a:lnTo>
                <a:lnTo>
                  <a:pt x="752475" y="3476625"/>
                </a:lnTo>
                <a:lnTo>
                  <a:pt x="752475" y="3486150"/>
                </a:lnTo>
                <a:lnTo>
                  <a:pt x="742950" y="3486150"/>
                </a:lnTo>
                <a:lnTo>
                  <a:pt x="742950" y="3505200"/>
                </a:lnTo>
                <a:lnTo>
                  <a:pt x="714375" y="3505200"/>
                </a:lnTo>
                <a:lnTo>
                  <a:pt x="714375" y="3514725"/>
                </a:lnTo>
                <a:lnTo>
                  <a:pt x="723900" y="3514725"/>
                </a:lnTo>
                <a:lnTo>
                  <a:pt x="723900" y="3524250"/>
                </a:lnTo>
                <a:lnTo>
                  <a:pt x="733425" y="3524250"/>
                </a:lnTo>
                <a:lnTo>
                  <a:pt x="733425" y="3533775"/>
                </a:lnTo>
                <a:lnTo>
                  <a:pt x="742950" y="3533775"/>
                </a:lnTo>
                <a:lnTo>
                  <a:pt x="742950" y="3552825"/>
                </a:lnTo>
                <a:lnTo>
                  <a:pt x="752475" y="3552825"/>
                </a:lnTo>
                <a:lnTo>
                  <a:pt x="752475" y="3533775"/>
                </a:lnTo>
                <a:lnTo>
                  <a:pt x="762000" y="3533775"/>
                </a:lnTo>
                <a:lnTo>
                  <a:pt x="762000" y="3505200"/>
                </a:lnTo>
                <a:lnTo>
                  <a:pt x="771525" y="3505200"/>
                </a:lnTo>
                <a:lnTo>
                  <a:pt x="771525" y="3495675"/>
                </a:lnTo>
                <a:lnTo>
                  <a:pt x="781050" y="3495675"/>
                </a:lnTo>
                <a:lnTo>
                  <a:pt x="781050" y="3505200"/>
                </a:lnTo>
                <a:lnTo>
                  <a:pt x="790575" y="3505200"/>
                </a:lnTo>
                <a:lnTo>
                  <a:pt x="790575" y="3495675"/>
                </a:lnTo>
                <a:lnTo>
                  <a:pt x="800100" y="3495675"/>
                </a:lnTo>
                <a:lnTo>
                  <a:pt x="800100" y="3514725"/>
                </a:lnTo>
                <a:lnTo>
                  <a:pt x="790575" y="3514725"/>
                </a:lnTo>
                <a:lnTo>
                  <a:pt x="790575" y="3524250"/>
                </a:lnTo>
                <a:lnTo>
                  <a:pt x="800100" y="3524250"/>
                </a:lnTo>
                <a:lnTo>
                  <a:pt x="800100" y="3514725"/>
                </a:lnTo>
                <a:lnTo>
                  <a:pt x="828675" y="3514725"/>
                </a:lnTo>
                <a:lnTo>
                  <a:pt x="828675" y="3505200"/>
                </a:lnTo>
                <a:lnTo>
                  <a:pt x="838200" y="3505200"/>
                </a:lnTo>
                <a:lnTo>
                  <a:pt x="838200" y="3533775"/>
                </a:lnTo>
                <a:lnTo>
                  <a:pt x="828675" y="3533775"/>
                </a:lnTo>
                <a:lnTo>
                  <a:pt x="828675" y="3552825"/>
                </a:lnTo>
                <a:lnTo>
                  <a:pt x="857250" y="3552825"/>
                </a:lnTo>
                <a:lnTo>
                  <a:pt x="857250" y="3562350"/>
                </a:lnTo>
                <a:lnTo>
                  <a:pt x="847725" y="3562350"/>
                </a:lnTo>
                <a:lnTo>
                  <a:pt x="847725" y="3581400"/>
                </a:lnTo>
                <a:lnTo>
                  <a:pt x="857250" y="3581400"/>
                </a:lnTo>
                <a:lnTo>
                  <a:pt x="857250" y="3590925"/>
                </a:lnTo>
                <a:lnTo>
                  <a:pt x="866775" y="3590925"/>
                </a:lnTo>
                <a:lnTo>
                  <a:pt x="866775" y="3600450"/>
                </a:lnTo>
                <a:lnTo>
                  <a:pt x="885825" y="3600450"/>
                </a:lnTo>
                <a:lnTo>
                  <a:pt x="885825" y="3590925"/>
                </a:lnTo>
                <a:lnTo>
                  <a:pt x="876300" y="3590925"/>
                </a:lnTo>
                <a:lnTo>
                  <a:pt x="876300" y="3571875"/>
                </a:lnTo>
                <a:lnTo>
                  <a:pt x="857250" y="3571875"/>
                </a:lnTo>
                <a:lnTo>
                  <a:pt x="857250" y="3562350"/>
                </a:lnTo>
                <a:lnTo>
                  <a:pt x="866775" y="3562350"/>
                </a:lnTo>
                <a:lnTo>
                  <a:pt x="866775" y="3552825"/>
                </a:lnTo>
                <a:lnTo>
                  <a:pt x="876300" y="3552825"/>
                </a:lnTo>
                <a:lnTo>
                  <a:pt x="876300" y="3562350"/>
                </a:lnTo>
                <a:lnTo>
                  <a:pt x="942975" y="3562350"/>
                </a:lnTo>
                <a:lnTo>
                  <a:pt x="942975" y="3533775"/>
                </a:lnTo>
                <a:lnTo>
                  <a:pt x="952500" y="3533775"/>
                </a:lnTo>
                <a:lnTo>
                  <a:pt x="952500" y="3543300"/>
                </a:lnTo>
                <a:lnTo>
                  <a:pt x="962025" y="3543300"/>
                </a:lnTo>
                <a:lnTo>
                  <a:pt x="962025" y="3533775"/>
                </a:lnTo>
                <a:lnTo>
                  <a:pt x="971550" y="3533775"/>
                </a:lnTo>
                <a:lnTo>
                  <a:pt x="971550" y="3543300"/>
                </a:lnTo>
                <a:lnTo>
                  <a:pt x="981075" y="3543300"/>
                </a:lnTo>
                <a:lnTo>
                  <a:pt x="981075" y="3533775"/>
                </a:lnTo>
                <a:lnTo>
                  <a:pt x="1009650" y="3533775"/>
                </a:lnTo>
                <a:lnTo>
                  <a:pt x="1009650" y="3543300"/>
                </a:lnTo>
                <a:lnTo>
                  <a:pt x="1000125" y="3543300"/>
                </a:lnTo>
                <a:lnTo>
                  <a:pt x="1000125" y="3552825"/>
                </a:lnTo>
                <a:lnTo>
                  <a:pt x="1009650" y="3552825"/>
                </a:lnTo>
                <a:lnTo>
                  <a:pt x="1009650" y="3571875"/>
                </a:lnTo>
                <a:lnTo>
                  <a:pt x="1000125" y="3571875"/>
                </a:lnTo>
                <a:lnTo>
                  <a:pt x="1000125" y="3581400"/>
                </a:lnTo>
                <a:lnTo>
                  <a:pt x="1009650" y="3581400"/>
                </a:lnTo>
                <a:lnTo>
                  <a:pt x="1009650" y="3600450"/>
                </a:lnTo>
                <a:lnTo>
                  <a:pt x="1019175" y="3600450"/>
                </a:lnTo>
                <a:lnTo>
                  <a:pt x="1019175" y="3590925"/>
                </a:lnTo>
                <a:lnTo>
                  <a:pt x="1028700" y="3590925"/>
                </a:lnTo>
                <a:lnTo>
                  <a:pt x="1028700" y="3600450"/>
                </a:lnTo>
                <a:lnTo>
                  <a:pt x="1019175" y="3600450"/>
                </a:lnTo>
                <a:lnTo>
                  <a:pt x="1019175" y="3619500"/>
                </a:lnTo>
                <a:lnTo>
                  <a:pt x="1028700" y="3619500"/>
                </a:lnTo>
                <a:lnTo>
                  <a:pt x="1028700" y="3629025"/>
                </a:lnTo>
                <a:lnTo>
                  <a:pt x="1038225" y="3629025"/>
                </a:lnTo>
                <a:lnTo>
                  <a:pt x="1038225" y="3619500"/>
                </a:lnTo>
                <a:lnTo>
                  <a:pt x="1047750" y="3619500"/>
                </a:lnTo>
                <a:lnTo>
                  <a:pt x="1047750" y="3629025"/>
                </a:lnTo>
                <a:lnTo>
                  <a:pt x="1057275" y="3629025"/>
                </a:lnTo>
                <a:lnTo>
                  <a:pt x="1057275" y="3638550"/>
                </a:lnTo>
                <a:lnTo>
                  <a:pt x="1104900" y="3638550"/>
                </a:lnTo>
                <a:lnTo>
                  <a:pt x="1104900" y="3648075"/>
                </a:lnTo>
                <a:lnTo>
                  <a:pt x="1057275" y="3648075"/>
                </a:lnTo>
                <a:lnTo>
                  <a:pt x="1057275" y="3657600"/>
                </a:lnTo>
                <a:lnTo>
                  <a:pt x="1047750" y="3657600"/>
                </a:lnTo>
                <a:lnTo>
                  <a:pt x="1047750" y="3648075"/>
                </a:lnTo>
                <a:lnTo>
                  <a:pt x="1009650" y="3648075"/>
                </a:lnTo>
                <a:lnTo>
                  <a:pt x="1009650" y="3657600"/>
                </a:lnTo>
                <a:lnTo>
                  <a:pt x="1000125" y="3657600"/>
                </a:lnTo>
                <a:lnTo>
                  <a:pt x="1000125" y="3648075"/>
                </a:lnTo>
                <a:lnTo>
                  <a:pt x="981075" y="3648075"/>
                </a:lnTo>
                <a:lnTo>
                  <a:pt x="981075" y="3638550"/>
                </a:lnTo>
                <a:lnTo>
                  <a:pt x="971550" y="3638550"/>
                </a:lnTo>
                <a:lnTo>
                  <a:pt x="971550" y="3619500"/>
                </a:lnTo>
                <a:lnTo>
                  <a:pt x="942975" y="3619500"/>
                </a:lnTo>
                <a:lnTo>
                  <a:pt x="942975" y="3609975"/>
                </a:lnTo>
                <a:lnTo>
                  <a:pt x="952500" y="3609975"/>
                </a:lnTo>
                <a:lnTo>
                  <a:pt x="952500" y="3600450"/>
                </a:lnTo>
                <a:lnTo>
                  <a:pt x="942975" y="3600450"/>
                </a:lnTo>
                <a:lnTo>
                  <a:pt x="942975" y="3590925"/>
                </a:lnTo>
                <a:lnTo>
                  <a:pt x="914400" y="3590925"/>
                </a:lnTo>
                <a:lnTo>
                  <a:pt x="914400" y="3600450"/>
                </a:lnTo>
                <a:lnTo>
                  <a:pt x="904875" y="3600450"/>
                </a:lnTo>
                <a:lnTo>
                  <a:pt x="904875" y="3609975"/>
                </a:lnTo>
                <a:lnTo>
                  <a:pt x="914400" y="3609975"/>
                </a:lnTo>
                <a:lnTo>
                  <a:pt x="914400" y="3629025"/>
                </a:lnTo>
                <a:lnTo>
                  <a:pt x="933450" y="3629025"/>
                </a:lnTo>
                <a:lnTo>
                  <a:pt x="933450" y="3638550"/>
                </a:lnTo>
                <a:lnTo>
                  <a:pt x="923925" y="3638550"/>
                </a:lnTo>
                <a:lnTo>
                  <a:pt x="923925" y="3648075"/>
                </a:lnTo>
                <a:lnTo>
                  <a:pt x="904875" y="3648075"/>
                </a:lnTo>
                <a:lnTo>
                  <a:pt x="904875" y="3657600"/>
                </a:lnTo>
                <a:lnTo>
                  <a:pt x="866775" y="3657600"/>
                </a:lnTo>
                <a:lnTo>
                  <a:pt x="866775" y="3648075"/>
                </a:lnTo>
                <a:lnTo>
                  <a:pt x="800100" y="3648075"/>
                </a:lnTo>
                <a:lnTo>
                  <a:pt x="800100" y="3657600"/>
                </a:lnTo>
                <a:lnTo>
                  <a:pt x="762000" y="3657600"/>
                </a:lnTo>
                <a:lnTo>
                  <a:pt x="762000" y="3648075"/>
                </a:lnTo>
                <a:lnTo>
                  <a:pt x="752475" y="3648075"/>
                </a:lnTo>
                <a:lnTo>
                  <a:pt x="752475" y="3667125"/>
                </a:lnTo>
                <a:lnTo>
                  <a:pt x="676275" y="3667125"/>
                </a:lnTo>
                <a:lnTo>
                  <a:pt x="676275" y="3648075"/>
                </a:lnTo>
                <a:lnTo>
                  <a:pt x="552450" y="3648075"/>
                </a:lnTo>
                <a:lnTo>
                  <a:pt x="552450" y="3638550"/>
                </a:lnTo>
                <a:lnTo>
                  <a:pt x="542925" y="3638550"/>
                </a:lnTo>
                <a:lnTo>
                  <a:pt x="542925" y="3619500"/>
                </a:lnTo>
                <a:lnTo>
                  <a:pt x="533400" y="3619500"/>
                </a:lnTo>
                <a:lnTo>
                  <a:pt x="533400" y="3638550"/>
                </a:lnTo>
                <a:lnTo>
                  <a:pt x="504825" y="3638550"/>
                </a:lnTo>
                <a:lnTo>
                  <a:pt x="504825" y="3648075"/>
                </a:lnTo>
                <a:lnTo>
                  <a:pt x="495300" y="3648075"/>
                </a:lnTo>
                <a:lnTo>
                  <a:pt x="495300" y="3629025"/>
                </a:lnTo>
                <a:lnTo>
                  <a:pt x="476250" y="3629025"/>
                </a:lnTo>
                <a:lnTo>
                  <a:pt x="476250" y="3648075"/>
                </a:lnTo>
                <a:lnTo>
                  <a:pt x="447675" y="3648075"/>
                </a:lnTo>
                <a:lnTo>
                  <a:pt x="447675" y="3638550"/>
                </a:lnTo>
                <a:lnTo>
                  <a:pt x="457200" y="3638550"/>
                </a:lnTo>
                <a:lnTo>
                  <a:pt x="457200" y="3629025"/>
                </a:lnTo>
                <a:lnTo>
                  <a:pt x="466725" y="3629025"/>
                </a:lnTo>
                <a:lnTo>
                  <a:pt x="466725" y="3600450"/>
                </a:lnTo>
                <a:lnTo>
                  <a:pt x="476250" y="3600450"/>
                </a:lnTo>
                <a:lnTo>
                  <a:pt x="476250" y="3609975"/>
                </a:lnTo>
                <a:lnTo>
                  <a:pt x="504825" y="3609975"/>
                </a:lnTo>
                <a:lnTo>
                  <a:pt x="504825" y="3590925"/>
                </a:lnTo>
                <a:lnTo>
                  <a:pt x="523875" y="3590925"/>
                </a:lnTo>
                <a:lnTo>
                  <a:pt x="523875" y="3581400"/>
                </a:lnTo>
                <a:lnTo>
                  <a:pt x="533400" y="3581400"/>
                </a:lnTo>
                <a:lnTo>
                  <a:pt x="533400" y="3562350"/>
                </a:lnTo>
                <a:lnTo>
                  <a:pt x="561975" y="3562350"/>
                </a:lnTo>
                <a:lnTo>
                  <a:pt x="561975" y="3571875"/>
                </a:lnTo>
                <a:lnTo>
                  <a:pt x="581025" y="3571875"/>
                </a:lnTo>
                <a:lnTo>
                  <a:pt x="581025" y="3552825"/>
                </a:lnTo>
                <a:lnTo>
                  <a:pt x="600075" y="3552825"/>
                </a:lnTo>
                <a:lnTo>
                  <a:pt x="600075" y="3562350"/>
                </a:lnTo>
                <a:lnTo>
                  <a:pt x="609600" y="3562350"/>
                </a:lnTo>
                <a:lnTo>
                  <a:pt x="609600" y="3571875"/>
                </a:lnTo>
                <a:lnTo>
                  <a:pt x="685800" y="3571875"/>
                </a:lnTo>
                <a:lnTo>
                  <a:pt x="685800" y="3562350"/>
                </a:lnTo>
                <a:lnTo>
                  <a:pt x="723900" y="3562350"/>
                </a:lnTo>
                <a:lnTo>
                  <a:pt x="723900" y="3552825"/>
                </a:lnTo>
                <a:lnTo>
                  <a:pt x="647700" y="3552825"/>
                </a:lnTo>
                <a:lnTo>
                  <a:pt x="647700" y="3543300"/>
                </a:lnTo>
                <a:lnTo>
                  <a:pt x="657225" y="3543300"/>
                </a:lnTo>
                <a:lnTo>
                  <a:pt x="657225" y="3533775"/>
                </a:lnTo>
                <a:lnTo>
                  <a:pt x="647700" y="3533775"/>
                </a:lnTo>
                <a:lnTo>
                  <a:pt x="647700" y="3524250"/>
                </a:lnTo>
                <a:lnTo>
                  <a:pt x="657225" y="3524250"/>
                </a:lnTo>
                <a:lnTo>
                  <a:pt x="657225" y="3533775"/>
                </a:lnTo>
                <a:lnTo>
                  <a:pt x="666750" y="3533775"/>
                </a:lnTo>
                <a:lnTo>
                  <a:pt x="666750" y="3524250"/>
                </a:lnTo>
                <a:lnTo>
                  <a:pt x="676275" y="3524250"/>
                </a:lnTo>
                <a:lnTo>
                  <a:pt x="676275" y="3505200"/>
                </a:lnTo>
                <a:lnTo>
                  <a:pt x="685800" y="3505200"/>
                </a:lnTo>
                <a:lnTo>
                  <a:pt x="685800" y="3495675"/>
                </a:lnTo>
                <a:lnTo>
                  <a:pt x="704850" y="3495675"/>
                </a:lnTo>
                <a:lnTo>
                  <a:pt x="704850" y="3467100"/>
                </a:lnTo>
                <a:lnTo>
                  <a:pt x="714375" y="3467100"/>
                </a:lnTo>
                <a:lnTo>
                  <a:pt x="714375" y="3457575"/>
                </a:lnTo>
                <a:lnTo>
                  <a:pt x="723900" y="3457575"/>
                </a:lnTo>
                <a:lnTo>
                  <a:pt x="723900" y="3448050"/>
                </a:lnTo>
                <a:lnTo>
                  <a:pt x="733425" y="3448050"/>
                </a:lnTo>
                <a:lnTo>
                  <a:pt x="733425" y="3438525"/>
                </a:lnTo>
                <a:lnTo>
                  <a:pt x="742950" y="3438525"/>
                </a:lnTo>
                <a:lnTo>
                  <a:pt x="742950" y="3381375"/>
                </a:lnTo>
                <a:lnTo>
                  <a:pt x="723900" y="3381375"/>
                </a:lnTo>
                <a:lnTo>
                  <a:pt x="723900" y="3371850"/>
                </a:lnTo>
                <a:lnTo>
                  <a:pt x="714375" y="3371850"/>
                </a:lnTo>
                <a:lnTo>
                  <a:pt x="714375" y="3362325"/>
                </a:lnTo>
                <a:lnTo>
                  <a:pt x="704850" y="3362325"/>
                </a:lnTo>
                <a:lnTo>
                  <a:pt x="704850" y="3352800"/>
                </a:lnTo>
                <a:lnTo>
                  <a:pt x="695325" y="3352800"/>
                </a:lnTo>
                <a:lnTo>
                  <a:pt x="695325" y="3381375"/>
                </a:lnTo>
                <a:lnTo>
                  <a:pt x="714375" y="3381375"/>
                </a:lnTo>
                <a:lnTo>
                  <a:pt x="714375" y="3419475"/>
                </a:lnTo>
                <a:lnTo>
                  <a:pt x="704850" y="3419475"/>
                </a:lnTo>
                <a:lnTo>
                  <a:pt x="704850" y="3429000"/>
                </a:lnTo>
                <a:lnTo>
                  <a:pt x="676275" y="3429000"/>
                </a:lnTo>
                <a:lnTo>
                  <a:pt x="676275" y="3419475"/>
                </a:lnTo>
                <a:lnTo>
                  <a:pt x="666750" y="3419475"/>
                </a:lnTo>
                <a:lnTo>
                  <a:pt x="666750" y="3409950"/>
                </a:lnTo>
                <a:lnTo>
                  <a:pt x="657225" y="3409950"/>
                </a:lnTo>
                <a:lnTo>
                  <a:pt x="657225" y="3400425"/>
                </a:lnTo>
                <a:lnTo>
                  <a:pt x="666750" y="3400425"/>
                </a:lnTo>
                <a:lnTo>
                  <a:pt x="666750" y="3371850"/>
                </a:lnTo>
                <a:lnTo>
                  <a:pt x="657225" y="3371850"/>
                </a:lnTo>
                <a:lnTo>
                  <a:pt x="657225" y="3362325"/>
                </a:lnTo>
                <a:lnTo>
                  <a:pt x="666750" y="3362325"/>
                </a:lnTo>
                <a:lnTo>
                  <a:pt x="666750" y="3333750"/>
                </a:lnTo>
                <a:lnTo>
                  <a:pt x="657225" y="3333750"/>
                </a:lnTo>
                <a:lnTo>
                  <a:pt x="657225" y="3324225"/>
                </a:lnTo>
                <a:lnTo>
                  <a:pt x="647700" y="3324225"/>
                </a:lnTo>
                <a:close/>
                <a:moveTo>
                  <a:pt x="895350" y="3295650"/>
                </a:moveTo>
                <a:lnTo>
                  <a:pt x="923925" y="3295650"/>
                </a:lnTo>
                <a:lnTo>
                  <a:pt x="923925" y="3305175"/>
                </a:lnTo>
                <a:lnTo>
                  <a:pt x="895350" y="3305175"/>
                </a:lnTo>
                <a:close/>
                <a:moveTo>
                  <a:pt x="933450" y="3295650"/>
                </a:moveTo>
                <a:lnTo>
                  <a:pt x="990600" y="3295650"/>
                </a:lnTo>
                <a:lnTo>
                  <a:pt x="990600" y="3305175"/>
                </a:lnTo>
                <a:lnTo>
                  <a:pt x="1000125" y="3305175"/>
                </a:lnTo>
                <a:lnTo>
                  <a:pt x="1000125" y="3324225"/>
                </a:lnTo>
                <a:lnTo>
                  <a:pt x="1019175" y="3324225"/>
                </a:lnTo>
                <a:lnTo>
                  <a:pt x="1019175" y="3295650"/>
                </a:lnTo>
                <a:lnTo>
                  <a:pt x="1047750" y="3295650"/>
                </a:lnTo>
                <a:lnTo>
                  <a:pt x="1047750" y="3314700"/>
                </a:lnTo>
                <a:lnTo>
                  <a:pt x="1057275" y="3314700"/>
                </a:lnTo>
                <a:lnTo>
                  <a:pt x="1057275" y="3324225"/>
                </a:lnTo>
                <a:lnTo>
                  <a:pt x="1066800" y="3324225"/>
                </a:lnTo>
                <a:lnTo>
                  <a:pt x="1066800" y="3314700"/>
                </a:lnTo>
                <a:lnTo>
                  <a:pt x="1085850" y="3314700"/>
                </a:lnTo>
                <a:lnTo>
                  <a:pt x="1085850" y="3295650"/>
                </a:lnTo>
                <a:lnTo>
                  <a:pt x="1152525" y="3295650"/>
                </a:lnTo>
                <a:lnTo>
                  <a:pt x="1152525" y="3333750"/>
                </a:lnTo>
                <a:lnTo>
                  <a:pt x="1171575" y="3333750"/>
                </a:lnTo>
                <a:lnTo>
                  <a:pt x="1171575" y="3352800"/>
                </a:lnTo>
                <a:lnTo>
                  <a:pt x="1152525" y="3352800"/>
                </a:lnTo>
                <a:lnTo>
                  <a:pt x="1152525" y="3362325"/>
                </a:lnTo>
                <a:lnTo>
                  <a:pt x="1143000" y="3362325"/>
                </a:lnTo>
                <a:lnTo>
                  <a:pt x="1143000" y="3381375"/>
                </a:lnTo>
                <a:lnTo>
                  <a:pt x="1152525" y="3381375"/>
                </a:lnTo>
                <a:lnTo>
                  <a:pt x="1152525" y="3390900"/>
                </a:lnTo>
                <a:lnTo>
                  <a:pt x="1162050" y="3390900"/>
                </a:lnTo>
                <a:lnTo>
                  <a:pt x="1162050" y="3409950"/>
                </a:lnTo>
                <a:lnTo>
                  <a:pt x="1152525" y="3409950"/>
                </a:lnTo>
                <a:lnTo>
                  <a:pt x="1152525" y="3419475"/>
                </a:lnTo>
                <a:lnTo>
                  <a:pt x="1114425" y="3419475"/>
                </a:lnTo>
                <a:lnTo>
                  <a:pt x="1114425" y="3438525"/>
                </a:lnTo>
                <a:lnTo>
                  <a:pt x="1104900" y="3438525"/>
                </a:lnTo>
                <a:lnTo>
                  <a:pt x="1104900" y="3457575"/>
                </a:lnTo>
                <a:lnTo>
                  <a:pt x="1114425" y="3457575"/>
                </a:lnTo>
                <a:lnTo>
                  <a:pt x="1114425" y="3486150"/>
                </a:lnTo>
                <a:lnTo>
                  <a:pt x="1104900" y="3486150"/>
                </a:lnTo>
                <a:lnTo>
                  <a:pt x="1104900" y="3495675"/>
                </a:lnTo>
                <a:lnTo>
                  <a:pt x="1095375" y="3495675"/>
                </a:lnTo>
                <a:lnTo>
                  <a:pt x="1095375" y="3505200"/>
                </a:lnTo>
                <a:lnTo>
                  <a:pt x="1104900" y="3505200"/>
                </a:lnTo>
                <a:lnTo>
                  <a:pt x="1104900" y="3514725"/>
                </a:lnTo>
                <a:lnTo>
                  <a:pt x="1123950" y="3514725"/>
                </a:lnTo>
                <a:lnTo>
                  <a:pt x="1123950" y="3543300"/>
                </a:lnTo>
                <a:lnTo>
                  <a:pt x="1104900" y="3543300"/>
                </a:lnTo>
                <a:lnTo>
                  <a:pt x="1104900" y="3552825"/>
                </a:lnTo>
                <a:lnTo>
                  <a:pt x="1095375" y="3552825"/>
                </a:lnTo>
                <a:lnTo>
                  <a:pt x="1095375" y="3571875"/>
                </a:lnTo>
                <a:lnTo>
                  <a:pt x="1057275" y="3571875"/>
                </a:lnTo>
                <a:lnTo>
                  <a:pt x="1057275" y="3552825"/>
                </a:lnTo>
                <a:lnTo>
                  <a:pt x="1038225" y="3552825"/>
                </a:lnTo>
                <a:lnTo>
                  <a:pt x="1038225" y="3543300"/>
                </a:lnTo>
                <a:lnTo>
                  <a:pt x="1028700" y="3543300"/>
                </a:lnTo>
                <a:lnTo>
                  <a:pt x="1028700" y="3533775"/>
                </a:lnTo>
                <a:lnTo>
                  <a:pt x="1019175" y="3533775"/>
                </a:lnTo>
                <a:lnTo>
                  <a:pt x="1019175" y="3524250"/>
                </a:lnTo>
                <a:lnTo>
                  <a:pt x="1000125" y="3524250"/>
                </a:lnTo>
                <a:lnTo>
                  <a:pt x="1000125" y="3514725"/>
                </a:lnTo>
                <a:lnTo>
                  <a:pt x="1009650" y="3514725"/>
                </a:lnTo>
                <a:lnTo>
                  <a:pt x="1009650" y="3505200"/>
                </a:lnTo>
                <a:lnTo>
                  <a:pt x="1000125" y="3505200"/>
                </a:lnTo>
                <a:lnTo>
                  <a:pt x="1000125" y="3495675"/>
                </a:lnTo>
                <a:lnTo>
                  <a:pt x="1009650" y="3495675"/>
                </a:lnTo>
                <a:lnTo>
                  <a:pt x="1009650" y="3486150"/>
                </a:lnTo>
                <a:lnTo>
                  <a:pt x="1019175" y="3486150"/>
                </a:lnTo>
                <a:lnTo>
                  <a:pt x="1019175" y="3495675"/>
                </a:lnTo>
                <a:lnTo>
                  <a:pt x="1028700" y="3495675"/>
                </a:lnTo>
                <a:lnTo>
                  <a:pt x="1028700" y="3476625"/>
                </a:lnTo>
                <a:lnTo>
                  <a:pt x="1038225" y="3476625"/>
                </a:lnTo>
                <a:lnTo>
                  <a:pt x="1038225" y="3467100"/>
                </a:lnTo>
                <a:lnTo>
                  <a:pt x="1047750" y="3467100"/>
                </a:lnTo>
                <a:lnTo>
                  <a:pt x="1047750" y="3429000"/>
                </a:lnTo>
                <a:lnTo>
                  <a:pt x="1038225" y="3429000"/>
                </a:lnTo>
                <a:lnTo>
                  <a:pt x="1038225" y="3409950"/>
                </a:lnTo>
                <a:lnTo>
                  <a:pt x="1028700" y="3409950"/>
                </a:lnTo>
                <a:lnTo>
                  <a:pt x="1028700" y="3381375"/>
                </a:lnTo>
                <a:lnTo>
                  <a:pt x="1019175" y="3381375"/>
                </a:lnTo>
                <a:lnTo>
                  <a:pt x="1019175" y="3343275"/>
                </a:lnTo>
                <a:lnTo>
                  <a:pt x="1009650" y="3343275"/>
                </a:lnTo>
                <a:lnTo>
                  <a:pt x="1009650" y="3371850"/>
                </a:lnTo>
                <a:lnTo>
                  <a:pt x="1000125" y="3371850"/>
                </a:lnTo>
                <a:lnTo>
                  <a:pt x="1000125" y="3381375"/>
                </a:lnTo>
                <a:lnTo>
                  <a:pt x="971550" y="3381375"/>
                </a:lnTo>
                <a:lnTo>
                  <a:pt x="971550" y="3362325"/>
                </a:lnTo>
                <a:lnTo>
                  <a:pt x="962025" y="3362325"/>
                </a:lnTo>
                <a:lnTo>
                  <a:pt x="962025" y="3343275"/>
                </a:lnTo>
                <a:lnTo>
                  <a:pt x="971550" y="3343275"/>
                </a:lnTo>
                <a:lnTo>
                  <a:pt x="971550" y="3333750"/>
                </a:lnTo>
                <a:lnTo>
                  <a:pt x="962025" y="3333750"/>
                </a:lnTo>
                <a:lnTo>
                  <a:pt x="962025" y="3324225"/>
                </a:lnTo>
                <a:lnTo>
                  <a:pt x="952500" y="3324225"/>
                </a:lnTo>
                <a:lnTo>
                  <a:pt x="952500" y="3314700"/>
                </a:lnTo>
                <a:lnTo>
                  <a:pt x="942975" y="3314700"/>
                </a:lnTo>
                <a:lnTo>
                  <a:pt x="942975" y="3305175"/>
                </a:lnTo>
                <a:lnTo>
                  <a:pt x="933450" y="3305175"/>
                </a:lnTo>
                <a:close/>
                <a:moveTo>
                  <a:pt x="1247775" y="3295650"/>
                </a:moveTo>
                <a:lnTo>
                  <a:pt x="1257300" y="3295650"/>
                </a:lnTo>
                <a:lnTo>
                  <a:pt x="1257300" y="3305175"/>
                </a:lnTo>
                <a:lnTo>
                  <a:pt x="1247775" y="3305175"/>
                </a:lnTo>
                <a:close/>
                <a:moveTo>
                  <a:pt x="1333500" y="3295650"/>
                </a:moveTo>
                <a:lnTo>
                  <a:pt x="1419225" y="3295650"/>
                </a:lnTo>
                <a:lnTo>
                  <a:pt x="1419225" y="3305175"/>
                </a:lnTo>
                <a:lnTo>
                  <a:pt x="1438275" y="3305175"/>
                </a:lnTo>
                <a:lnTo>
                  <a:pt x="1438275" y="3314700"/>
                </a:lnTo>
                <a:lnTo>
                  <a:pt x="1447800" y="3314700"/>
                </a:lnTo>
                <a:lnTo>
                  <a:pt x="1447800" y="3343275"/>
                </a:lnTo>
                <a:lnTo>
                  <a:pt x="1466850" y="3343275"/>
                </a:lnTo>
                <a:lnTo>
                  <a:pt x="1466850" y="3352800"/>
                </a:lnTo>
                <a:lnTo>
                  <a:pt x="1476375" y="3352800"/>
                </a:lnTo>
                <a:lnTo>
                  <a:pt x="1476375" y="3343275"/>
                </a:lnTo>
                <a:lnTo>
                  <a:pt x="1485900" y="3343275"/>
                </a:lnTo>
                <a:lnTo>
                  <a:pt x="1485900" y="3333750"/>
                </a:lnTo>
                <a:lnTo>
                  <a:pt x="1476375" y="3333750"/>
                </a:lnTo>
                <a:lnTo>
                  <a:pt x="1476375" y="3324225"/>
                </a:lnTo>
                <a:lnTo>
                  <a:pt x="1485900" y="3324225"/>
                </a:lnTo>
                <a:lnTo>
                  <a:pt x="1485900" y="3333750"/>
                </a:lnTo>
                <a:lnTo>
                  <a:pt x="1495425" y="3333750"/>
                </a:lnTo>
                <a:lnTo>
                  <a:pt x="1495425" y="3371850"/>
                </a:lnTo>
                <a:lnTo>
                  <a:pt x="1485900" y="3371850"/>
                </a:lnTo>
                <a:lnTo>
                  <a:pt x="1485900" y="3381375"/>
                </a:lnTo>
                <a:lnTo>
                  <a:pt x="1466850" y="3381375"/>
                </a:lnTo>
                <a:lnTo>
                  <a:pt x="1466850" y="3409950"/>
                </a:lnTo>
                <a:lnTo>
                  <a:pt x="1524000" y="3409950"/>
                </a:lnTo>
                <a:lnTo>
                  <a:pt x="1524000" y="3429000"/>
                </a:lnTo>
                <a:lnTo>
                  <a:pt x="1514475" y="3429000"/>
                </a:lnTo>
                <a:lnTo>
                  <a:pt x="1514475" y="3438525"/>
                </a:lnTo>
                <a:lnTo>
                  <a:pt x="1504950" y="3438525"/>
                </a:lnTo>
                <a:lnTo>
                  <a:pt x="1504950" y="3429000"/>
                </a:lnTo>
                <a:lnTo>
                  <a:pt x="1485900" y="3429000"/>
                </a:lnTo>
                <a:lnTo>
                  <a:pt x="1485900" y="3438525"/>
                </a:lnTo>
                <a:lnTo>
                  <a:pt x="1476375" y="3438525"/>
                </a:lnTo>
                <a:lnTo>
                  <a:pt x="1476375" y="3448050"/>
                </a:lnTo>
                <a:lnTo>
                  <a:pt x="1466850" y="3448050"/>
                </a:lnTo>
                <a:lnTo>
                  <a:pt x="1466850" y="3457575"/>
                </a:lnTo>
                <a:lnTo>
                  <a:pt x="1457325" y="3457575"/>
                </a:lnTo>
                <a:lnTo>
                  <a:pt x="1457325" y="3448050"/>
                </a:lnTo>
                <a:lnTo>
                  <a:pt x="1447800" y="3448050"/>
                </a:lnTo>
                <a:lnTo>
                  <a:pt x="1447800" y="3457575"/>
                </a:lnTo>
                <a:lnTo>
                  <a:pt x="1438275" y="3457575"/>
                </a:lnTo>
                <a:lnTo>
                  <a:pt x="1438275" y="3467100"/>
                </a:lnTo>
                <a:lnTo>
                  <a:pt x="1428750" y="3467100"/>
                </a:lnTo>
                <a:lnTo>
                  <a:pt x="1428750" y="3476625"/>
                </a:lnTo>
                <a:lnTo>
                  <a:pt x="1409700" y="3476625"/>
                </a:lnTo>
                <a:lnTo>
                  <a:pt x="1409700" y="3467100"/>
                </a:lnTo>
                <a:lnTo>
                  <a:pt x="1400175" y="3467100"/>
                </a:lnTo>
                <a:lnTo>
                  <a:pt x="1400175" y="3457575"/>
                </a:lnTo>
                <a:lnTo>
                  <a:pt x="1381125" y="3457575"/>
                </a:lnTo>
                <a:lnTo>
                  <a:pt x="1381125" y="3476625"/>
                </a:lnTo>
                <a:lnTo>
                  <a:pt x="1362075" y="3476625"/>
                </a:lnTo>
                <a:lnTo>
                  <a:pt x="1362075" y="3438525"/>
                </a:lnTo>
                <a:lnTo>
                  <a:pt x="1352550" y="3438525"/>
                </a:lnTo>
                <a:lnTo>
                  <a:pt x="1352550" y="3429000"/>
                </a:lnTo>
                <a:lnTo>
                  <a:pt x="1333500" y="3429000"/>
                </a:lnTo>
                <a:lnTo>
                  <a:pt x="1333500" y="3419475"/>
                </a:lnTo>
                <a:lnTo>
                  <a:pt x="1323975" y="3419475"/>
                </a:lnTo>
                <a:lnTo>
                  <a:pt x="1323975" y="3409950"/>
                </a:lnTo>
                <a:lnTo>
                  <a:pt x="1314450" y="3409950"/>
                </a:lnTo>
                <a:lnTo>
                  <a:pt x="1314450" y="3371850"/>
                </a:lnTo>
                <a:lnTo>
                  <a:pt x="1333500" y="3371850"/>
                </a:lnTo>
                <a:lnTo>
                  <a:pt x="1333500" y="3343275"/>
                </a:lnTo>
                <a:lnTo>
                  <a:pt x="1362075" y="3343275"/>
                </a:lnTo>
                <a:lnTo>
                  <a:pt x="1362075" y="3305175"/>
                </a:lnTo>
                <a:lnTo>
                  <a:pt x="1333500" y="3305175"/>
                </a:lnTo>
                <a:close/>
                <a:moveTo>
                  <a:pt x="1524000" y="3295650"/>
                </a:moveTo>
                <a:lnTo>
                  <a:pt x="1590675" y="3295650"/>
                </a:lnTo>
                <a:lnTo>
                  <a:pt x="1590675" y="3314700"/>
                </a:lnTo>
                <a:lnTo>
                  <a:pt x="1571625" y="3314700"/>
                </a:lnTo>
                <a:lnTo>
                  <a:pt x="1571625" y="3324225"/>
                </a:lnTo>
                <a:lnTo>
                  <a:pt x="1533525" y="3324225"/>
                </a:lnTo>
                <a:lnTo>
                  <a:pt x="1533525" y="3314700"/>
                </a:lnTo>
                <a:lnTo>
                  <a:pt x="1524000" y="3314700"/>
                </a:lnTo>
                <a:lnTo>
                  <a:pt x="1524000" y="3324225"/>
                </a:lnTo>
                <a:lnTo>
                  <a:pt x="1514475" y="3324225"/>
                </a:lnTo>
                <a:lnTo>
                  <a:pt x="1514475" y="3305175"/>
                </a:lnTo>
                <a:lnTo>
                  <a:pt x="1524000" y="3305175"/>
                </a:lnTo>
                <a:close/>
                <a:moveTo>
                  <a:pt x="781050" y="3314700"/>
                </a:moveTo>
                <a:lnTo>
                  <a:pt x="790575" y="3314700"/>
                </a:lnTo>
                <a:lnTo>
                  <a:pt x="790575" y="3324225"/>
                </a:lnTo>
                <a:lnTo>
                  <a:pt x="781050" y="3324225"/>
                </a:lnTo>
                <a:close/>
                <a:moveTo>
                  <a:pt x="723900" y="3324225"/>
                </a:moveTo>
                <a:lnTo>
                  <a:pt x="733425" y="3324225"/>
                </a:lnTo>
                <a:lnTo>
                  <a:pt x="733425" y="3314700"/>
                </a:lnTo>
                <a:lnTo>
                  <a:pt x="704850" y="3314700"/>
                </a:lnTo>
                <a:lnTo>
                  <a:pt x="704850" y="3333750"/>
                </a:lnTo>
                <a:lnTo>
                  <a:pt x="695325" y="3333750"/>
                </a:lnTo>
                <a:lnTo>
                  <a:pt x="695325" y="3343275"/>
                </a:lnTo>
                <a:lnTo>
                  <a:pt x="704850" y="3343275"/>
                </a:lnTo>
                <a:lnTo>
                  <a:pt x="704850" y="3333750"/>
                </a:lnTo>
                <a:lnTo>
                  <a:pt x="723900" y="3333750"/>
                </a:lnTo>
                <a:close/>
                <a:moveTo>
                  <a:pt x="1609725" y="3324225"/>
                </a:moveTo>
                <a:lnTo>
                  <a:pt x="1628775" y="3324225"/>
                </a:lnTo>
                <a:lnTo>
                  <a:pt x="1628775" y="3333750"/>
                </a:lnTo>
                <a:lnTo>
                  <a:pt x="1657350" y="3333750"/>
                </a:lnTo>
                <a:lnTo>
                  <a:pt x="1657350" y="3343275"/>
                </a:lnTo>
                <a:lnTo>
                  <a:pt x="1647825" y="3343275"/>
                </a:lnTo>
                <a:lnTo>
                  <a:pt x="1647825" y="3352800"/>
                </a:lnTo>
                <a:lnTo>
                  <a:pt x="1666875" y="3352800"/>
                </a:lnTo>
                <a:lnTo>
                  <a:pt x="1666875" y="3324225"/>
                </a:lnTo>
                <a:lnTo>
                  <a:pt x="1676400" y="3324225"/>
                </a:lnTo>
                <a:lnTo>
                  <a:pt x="1676400" y="3333750"/>
                </a:lnTo>
                <a:lnTo>
                  <a:pt x="1685925" y="3333750"/>
                </a:lnTo>
                <a:lnTo>
                  <a:pt x="1685925" y="3343275"/>
                </a:lnTo>
                <a:lnTo>
                  <a:pt x="1704975" y="3343275"/>
                </a:lnTo>
                <a:lnTo>
                  <a:pt x="1704975" y="3362325"/>
                </a:lnTo>
                <a:lnTo>
                  <a:pt x="1685925" y="3362325"/>
                </a:lnTo>
                <a:lnTo>
                  <a:pt x="1685925" y="3381375"/>
                </a:lnTo>
                <a:lnTo>
                  <a:pt x="1676400" y="3381375"/>
                </a:lnTo>
                <a:lnTo>
                  <a:pt x="1676400" y="3390900"/>
                </a:lnTo>
                <a:lnTo>
                  <a:pt x="1666875" y="3390900"/>
                </a:lnTo>
                <a:lnTo>
                  <a:pt x="1666875" y="3381375"/>
                </a:lnTo>
                <a:lnTo>
                  <a:pt x="1657350" y="3381375"/>
                </a:lnTo>
                <a:lnTo>
                  <a:pt x="1657350" y="3362325"/>
                </a:lnTo>
                <a:lnTo>
                  <a:pt x="1647825" y="3362325"/>
                </a:lnTo>
                <a:lnTo>
                  <a:pt x="1647825" y="3381375"/>
                </a:lnTo>
                <a:lnTo>
                  <a:pt x="1657350" y="3381375"/>
                </a:lnTo>
                <a:lnTo>
                  <a:pt x="1657350" y="3390900"/>
                </a:lnTo>
                <a:lnTo>
                  <a:pt x="1647825" y="3390900"/>
                </a:lnTo>
                <a:lnTo>
                  <a:pt x="1647825" y="3400425"/>
                </a:lnTo>
                <a:lnTo>
                  <a:pt x="1638300" y="3400425"/>
                </a:lnTo>
                <a:lnTo>
                  <a:pt x="1638300" y="3409950"/>
                </a:lnTo>
                <a:lnTo>
                  <a:pt x="1619250" y="3409950"/>
                </a:lnTo>
                <a:lnTo>
                  <a:pt x="1619250" y="3400425"/>
                </a:lnTo>
                <a:lnTo>
                  <a:pt x="1628775" y="3400425"/>
                </a:lnTo>
                <a:lnTo>
                  <a:pt x="1628775" y="3371850"/>
                </a:lnTo>
                <a:lnTo>
                  <a:pt x="1619250" y="3371850"/>
                </a:lnTo>
                <a:lnTo>
                  <a:pt x="1619250" y="3352800"/>
                </a:lnTo>
                <a:lnTo>
                  <a:pt x="1609725" y="3352800"/>
                </a:lnTo>
                <a:lnTo>
                  <a:pt x="1609725" y="3343275"/>
                </a:lnTo>
                <a:lnTo>
                  <a:pt x="1600200" y="3343275"/>
                </a:lnTo>
                <a:lnTo>
                  <a:pt x="1600200" y="3333750"/>
                </a:lnTo>
                <a:lnTo>
                  <a:pt x="1609725" y="3333750"/>
                </a:lnTo>
                <a:close/>
                <a:moveTo>
                  <a:pt x="590550" y="3333750"/>
                </a:moveTo>
                <a:lnTo>
                  <a:pt x="609600" y="3333750"/>
                </a:lnTo>
                <a:lnTo>
                  <a:pt x="609600" y="3343275"/>
                </a:lnTo>
                <a:lnTo>
                  <a:pt x="590550" y="3343275"/>
                </a:lnTo>
                <a:close/>
                <a:moveTo>
                  <a:pt x="1514475" y="3333750"/>
                </a:moveTo>
                <a:lnTo>
                  <a:pt x="1543050" y="3333750"/>
                </a:lnTo>
                <a:lnTo>
                  <a:pt x="1543050" y="3343275"/>
                </a:lnTo>
                <a:lnTo>
                  <a:pt x="1514475" y="3343275"/>
                </a:lnTo>
                <a:close/>
                <a:moveTo>
                  <a:pt x="1609725" y="3343275"/>
                </a:moveTo>
                <a:lnTo>
                  <a:pt x="1619250" y="3343275"/>
                </a:lnTo>
                <a:lnTo>
                  <a:pt x="1619250" y="3333750"/>
                </a:lnTo>
                <a:lnTo>
                  <a:pt x="1609725" y="3333750"/>
                </a:lnTo>
                <a:close/>
                <a:moveTo>
                  <a:pt x="847725" y="3362325"/>
                </a:moveTo>
                <a:lnTo>
                  <a:pt x="857250" y="3362325"/>
                </a:lnTo>
                <a:lnTo>
                  <a:pt x="857250" y="3371850"/>
                </a:lnTo>
                <a:lnTo>
                  <a:pt x="847725" y="3371850"/>
                </a:lnTo>
                <a:close/>
                <a:moveTo>
                  <a:pt x="1295400" y="3362325"/>
                </a:moveTo>
                <a:lnTo>
                  <a:pt x="1304925" y="3362325"/>
                </a:lnTo>
                <a:lnTo>
                  <a:pt x="1304925" y="3390900"/>
                </a:lnTo>
                <a:lnTo>
                  <a:pt x="1295400" y="3390900"/>
                </a:lnTo>
                <a:close/>
                <a:moveTo>
                  <a:pt x="466725" y="3390900"/>
                </a:moveTo>
                <a:lnTo>
                  <a:pt x="485775" y="3390900"/>
                </a:lnTo>
                <a:lnTo>
                  <a:pt x="485775" y="3400425"/>
                </a:lnTo>
                <a:lnTo>
                  <a:pt x="495300" y="3400425"/>
                </a:lnTo>
                <a:lnTo>
                  <a:pt x="495300" y="3390900"/>
                </a:lnTo>
                <a:lnTo>
                  <a:pt x="504825" y="3390900"/>
                </a:lnTo>
                <a:lnTo>
                  <a:pt x="504825" y="3400425"/>
                </a:lnTo>
                <a:lnTo>
                  <a:pt x="514350" y="3400425"/>
                </a:lnTo>
                <a:lnTo>
                  <a:pt x="514350" y="3409950"/>
                </a:lnTo>
                <a:lnTo>
                  <a:pt x="504825" y="3409950"/>
                </a:lnTo>
                <a:lnTo>
                  <a:pt x="504825" y="3419475"/>
                </a:lnTo>
                <a:lnTo>
                  <a:pt x="485775" y="3419475"/>
                </a:lnTo>
                <a:lnTo>
                  <a:pt x="485775" y="3429000"/>
                </a:lnTo>
                <a:lnTo>
                  <a:pt x="476250" y="3429000"/>
                </a:lnTo>
                <a:lnTo>
                  <a:pt x="476250" y="3409950"/>
                </a:lnTo>
                <a:lnTo>
                  <a:pt x="466725" y="3409950"/>
                </a:lnTo>
                <a:close/>
                <a:moveTo>
                  <a:pt x="1295400" y="3400425"/>
                </a:moveTo>
                <a:lnTo>
                  <a:pt x="1304925" y="3400425"/>
                </a:lnTo>
                <a:lnTo>
                  <a:pt x="1304925" y="3409950"/>
                </a:lnTo>
                <a:lnTo>
                  <a:pt x="1295400" y="3409950"/>
                </a:lnTo>
                <a:close/>
                <a:moveTo>
                  <a:pt x="1590675" y="3400425"/>
                </a:moveTo>
                <a:lnTo>
                  <a:pt x="1609725" y="3400425"/>
                </a:lnTo>
                <a:lnTo>
                  <a:pt x="1609725" y="3409950"/>
                </a:lnTo>
                <a:lnTo>
                  <a:pt x="1590675" y="3409950"/>
                </a:lnTo>
                <a:close/>
                <a:moveTo>
                  <a:pt x="847725" y="3409950"/>
                </a:moveTo>
                <a:lnTo>
                  <a:pt x="866775" y="3409950"/>
                </a:lnTo>
                <a:lnTo>
                  <a:pt x="866775" y="3429000"/>
                </a:lnTo>
                <a:lnTo>
                  <a:pt x="857250" y="3429000"/>
                </a:lnTo>
                <a:lnTo>
                  <a:pt x="857250" y="3419475"/>
                </a:lnTo>
                <a:lnTo>
                  <a:pt x="847725" y="3419475"/>
                </a:lnTo>
                <a:close/>
                <a:moveTo>
                  <a:pt x="990600" y="3409950"/>
                </a:moveTo>
                <a:lnTo>
                  <a:pt x="1000125" y="3409950"/>
                </a:lnTo>
                <a:lnTo>
                  <a:pt x="1000125" y="3429000"/>
                </a:lnTo>
                <a:lnTo>
                  <a:pt x="990600" y="3429000"/>
                </a:lnTo>
                <a:close/>
                <a:moveTo>
                  <a:pt x="1019175" y="3419475"/>
                </a:moveTo>
                <a:lnTo>
                  <a:pt x="1028700" y="3419475"/>
                </a:lnTo>
                <a:lnTo>
                  <a:pt x="1028700" y="3429000"/>
                </a:lnTo>
                <a:lnTo>
                  <a:pt x="1038225" y="3429000"/>
                </a:lnTo>
                <a:lnTo>
                  <a:pt x="1038225" y="3438525"/>
                </a:lnTo>
                <a:lnTo>
                  <a:pt x="1009650" y="3438525"/>
                </a:lnTo>
                <a:lnTo>
                  <a:pt x="1009650" y="3429000"/>
                </a:lnTo>
                <a:lnTo>
                  <a:pt x="1019175" y="3429000"/>
                </a:lnTo>
                <a:close/>
                <a:moveTo>
                  <a:pt x="1057275" y="3419475"/>
                </a:moveTo>
                <a:lnTo>
                  <a:pt x="1076325" y="3419475"/>
                </a:lnTo>
                <a:lnTo>
                  <a:pt x="1076325" y="3429000"/>
                </a:lnTo>
                <a:lnTo>
                  <a:pt x="1085850" y="3429000"/>
                </a:lnTo>
                <a:lnTo>
                  <a:pt x="1085850" y="3409950"/>
                </a:lnTo>
                <a:lnTo>
                  <a:pt x="1076325" y="3409950"/>
                </a:lnTo>
                <a:lnTo>
                  <a:pt x="1076325" y="3400425"/>
                </a:lnTo>
                <a:lnTo>
                  <a:pt x="1057275" y="3400425"/>
                </a:lnTo>
                <a:close/>
                <a:moveTo>
                  <a:pt x="1428750" y="3419475"/>
                </a:moveTo>
                <a:lnTo>
                  <a:pt x="1438275" y="3419475"/>
                </a:lnTo>
                <a:lnTo>
                  <a:pt x="1438275" y="3429000"/>
                </a:lnTo>
                <a:lnTo>
                  <a:pt x="1447800" y="3429000"/>
                </a:lnTo>
                <a:lnTo>
                  <a:pt x="1447800" y="3409950"/>
                </a:lnTo>
                <a:lnTo>
                  <a:pt x="1438275" y="3409950"/>
                </a:lnTo>
                <a:lnTo>
                  <a:pt x="1438275" y="3390900"/>
                </a:lnTo>
                <a:lnTo>
                  <a:pt x="1428750" y="3390900"/>
                </a:lnTo>
                <a:close/>
                <a:moveTo>
                  <a:pt x="1600200" y="3419475"/>
                </a:moveTo>
                <a:lnTo>
                  <a:pt x="1619250" y="3419475"/>
                </a:lnTo>
                <a:lnTo>
                  <a:pt x="1619250" y="3429000"/>
                </a:lnTo>
                <a:lnTo>
                  <a:pt x="1600200" y="3429000"/>
                </a:lnTo>
                <a:close/>
                <a:moveTo>
                  <a:pt x="1581150" y="3438525"/>
                </a:moveTo>
                <a:lnTo>
                  <a:pt x="1590675" y="3438525"/>
                </a:lnTo>
                <a:lnTo>
                  <a:pt x="1590675" y="3448050"/>
                </a:lnTo>
                <a:lnTo>
                  <a:pt x="1581150" y="3448050"/>
                </a:lnTo>
                <a:close/>
                <a:moveTo>
                  <a:pt x="466725" y="3448050"/>
                </a:moveTo>
                <a:lnTo>
                  <a:pt x="476250" y="3448050"/>
                </a:lnTo>
                <a:lnTo>
                  <a:pt x="476250" y="3467100"/>
                </a:lnTo>
                <a:lnTo>
                  <a:pt x="466725" y="3467100"/>
                </a:lnTo>
                <a:close/>
                <a:moveTo>
                  <a:pt x="1628775" y="3457575"/>
                </a:moveTo>
                <a:lnTo>
                  <a:pt x="1638300" y="3457575"/>
                </a:lnTo>
                <a:lnTo>
                  <a:pt x="1638300" y="3476625"/>
                </a:lnTo>
                <a:lnTo>
                  <a:pt x="1628775" y="3476625"/>
                </a:lnTo>
                <a:close/>
                <a:moveTo>
                  <a:pt x="1381125" y="3476625"/>
                </a:moveTo>
                <a:lnTo>
                  <a:pt x="1400175" y="3476625"/>
                </a:lnTo>
                <a:lnTo>
                  <a:pt x="1400175" y="3486150"/>
                </a:lnTo>
                <a:lnTo>
                  <a:pt x="1381125" y="3486150"/>
                </a:lnTo>
                <a:close/>
                <a:moveTo>
                  <a:pt x="1600200" y="3476625"/>
                </a:moveTo>
                <a:lnTo>
                  <a:pt x="1619250" y="3476625"/>
                </a:lnTo>
                <a:lnTo>
                  <a:pt x="1619250" y="3486150"/>
                </a:lnTo>
                <a:lnTo>
                  <a:pt x="1628775" y="3486150"/>
                </a:lnTo>
                <a:lnTo>
                  <a:pt x="1628775" y="3495675"/>
                </a:lnTo>
                <a:lnTo>
                  <a:pt x="1638300" y="3495675"/>
                </a:lnTo>
                <a:lnTo>
                  <a:pt x="1638300" y="3505200"/>
                </a:lnTo>
                <a:lnTo>
                  <a:pt x="1647825" y="3505200"/>
                </a:lnTo>
                <a:lnTo>
                  <a:pt x="1647825" y="3514725"/>
                </a:lnTo>
                <a:lnTo>
                  <a:pt x="1657350" y="3514725"/>
                </a:lnTo>
                <a:lnTo>
                  <a:pt x="1657350" y="3524250"/>
                </a:lnTo>
                <a:lnTo>
                  <a:pt x="1647825" y="3524250"/>
                </a:lnTo>
                <a:lnTo>
                  <a:pt x="1647825" y="3533775"/>
                </a:lnTo>
                <a:lnTo>
                  <a:pt x="1628775" y="3533775"/>
                </a:lnTo>
                <a:lnTo>
                  <a:pt x="1628775" y="3514725"/>
                </a:lnTo>
                <a:lnTo>
                  <a:pt x="1619250" y="3514725"/>
                </a:lnTo>
                <a:lnTo>
                  <a:pt x="1619250" y="3505200"/>
                </a:lnTo>
                <a:lnTo>
                  <a:pt x="1609725" y="3505200"/>
                </a:lnTo>
                <a:lnTo>
                  <a:pt x="1609725" y="3495675"/>
                </a:lnTo>
                <a:lnTo>
                  <a:pt x="1600200" y="3495675"/>
                </a:lnTo>
                <a:close/>
                <a:moveTo>
                  <a:pt x="1076325" y="3486150"/>
                </a:moveTo>
                <a:lnTo>
                  <a:pt x="1095375" y="3486150"/>
                </a:lnTo>
                <a:lnTo>
                  <a:pt x="1095375" y="3476625"/>
                </a:lnTo>
                <a:lnTo>
                  <a:pt x="1076325" y="3476625"/>
                </a:lnTo>
                <a:close/>
                <a:moveTo>
                  <a:pt x="1419225" y="3495675"/>
                </a:moveTo>
                <a:lnTo>
                  <a:pt x="1438275" y="3495675"/>
                </a:lnTo>
                <a:lnTo>
                  <a:pt x="1438275" y="3505200"/>
                </a:lnTo>
                <a:lnTo>
                  <a:pt x="1447800" y="3505200"/>
                </a:lnTo>
                <a:lnTo>
                  <a:pt x="1447800" y="3524250"/>
                </a:lnTo>
                <a:lnTo>
                  <a:pt x="1438275" y="3524250"/>
                </a:lnTo>
                <a:lnTo>
                  <a:pt x="1438275" y="3514725"/>
                </a:lnTo>
                <a:lnTo>
                  <a:pt x="1428750" y="3514725"/>
                </a:lnTo>
                <a:lnTo>
                  <a:pt x="1428750" y="3505200"/>
                </a:lnTo>
                <a:lnTo>
                  <a:pt x="1419225" y="3505200"/>
                </a:lnTo>
                <a:close/>
                <a:moveTo>
                  <a:pt x="1466850" y="3495675"/>
                </a:moveTo>
                <a:lnTo>
                  <a:pt x="1485900" y="3495675"/>
                </a:lnTo>
                <a:lnTo>
                  <a:pt x="1485900" y="3514725"/>
                </a:lnTo>
                <a:lnTo>
                  <a:pt x="1466850" y="3514725"/>
                </a:lnTo>
                <a:close/>
                <a:moveTo>
                  <a:pt x="1495425" y="3505200"/>
                </a:moveTo>
                <a:lnTo>
                  <a:pt x="1504950" y="3505200"/>
                </a:lnTo>
                <a:lnTo>
                  <a:pt x="1504950" y="3514725"/>
                </a:lnTo>
                <a:lnTo>
                  <a:pt x="1495425" y="3514725"/>
                </a:lnTo>
                <a:close/>
                <a:moveTo>
                  <a:pt x="1162050" y="3514725"/>
                </a:moveTo>
                <a:lnTo>
                  <a:pt x="1171575" y="3514725"/>
                </a:lnTo>
                <a:lnTo>
                  <a:pt x="1171575" y="3524250"/>
                </a:lnTo>
                <a:lnTo>
                  <a:pt x="1181100" y="3524250"/>
                </a:lnTo>
                <a:lnTo>
                  <a:pt x="1181100" y="3533775"/>
                </a:lnTo>
                <a:lnTo>
                  <a:pt x="1171575" y="3533775"/>
                </a:lnTo>
                <a:lnTo>
                  <a:pt x="1171575" y="3562350"/>
                </a:lnTo>
                <a:lnTo>
                  <a:pt x="1181100" y="3562350"/>
                </a:lnTo>
                <a:lnTo>
                  <a:pt x="1181100" y="3571875"/>
                </a:lnTo>
                <a:lnTo>
                  <a:pt x="1171575" y="3571875"/>
                </a:lnTo>
                <a:lnTo>
                  <a:pt x="1171575" y="3581400"/>
                </a:lnTo>
                <a:lnTo>
                  <a:pt x="1162050" y="3581400"/>
                </a:lnTo>
                <a:lnTo>
                  <a:pt x="1162050" y="3590925"/>
                </a:lnTo>
                <a:lnTo>
                  <a:pt x="1152525" y="3590925"/>
                </a:lnTo>
                <a:lnTo>
                  <a:pt x="1152525" y="3609975"/>
                </a:lnTo>
                <a:lnTo>
                  <a:pt x="1114425" y="3609975"/>
                </a:lnTo>
                <a:lnTo>
                  <a:pt x="1114425" y="3600450"/>
                </a:lnTo>
                <a:lnTo>
                  <a:pt x="1104900" y="3600450"/>
                </a:lnTo>
                <a:lnTo>
                  <a:pt x="1104900" y="3571875"/>
                </a:lnTo>
                <a:lnTo>
                  <a:pt x="1114425" y="3571875"/>
                </a:lnTo>
                <a:lnTo>
                  <a:pt x="1114425" y="3552825"/>
                </a:lnTo>
                <a:lnTo>
                  <a:pt x="1152525" y="3552825"/>
                </a:lnTo>
                <a:lnTo>
                  <a:pt x="1152525" y="3524250"/>
                </a:lnTo>
                <a:lnTo>
                  <a:pt x="1162050" y="3524250"/>
                </a:lnTo>
                <a:close/>
                <a:moveTo>
                  <a:pt x="1524000" y="3514725"/>
                </a:moveTo>
                <a:lnTo>
                  <a:pt x="1552575" y="3514725"/>
                </a:lnTo>
                <a:lnTo>
                  <a:pt x="1552575" y="3533775"/>
                </a:lnTo>
                <a:lnTo>
                  <a:pt x="1571625" y="3533775"/>
                </a:lnTo>
                <a:lnTo>
                  <a:pt x="1571625" y="3543300"/>
                </a:lnTo>
                <a:lnTo>
                  <a:pt x="1543050" y="3543300"/>
                </a:lnTo>
                <a:lnTo>
                  <a:pt x="1543050" y="3552825"/>
                </a:lnTo>
                <a:lnTo>
                  <a:pt x="1514475" y="3552825"/>
                </a:lnTo>
                <a:lnTo>
                  <a:pt x="1514475" y="3533775"/>
                </a:lnTo>
                <a:lnTo>
                  <a:pt x="1504950" y="3533775"/>
                </a:lnTo>
                <a:lnTo>
                  <a:pt x="1504950" y="3524250"/>
                </a:lnTo>
                <a:lnTo>
                  <a:pt x="1524000" y="3524250"/>
                </a:lnTo>
                <a:close/>
                <a:moveTo>
                  <a:pt x="1133475" y="3524250"/>
                </a:moveTo>
                <a:lnTo>
                  <a:pt x="1143000" y="3524250"/>
                </a:lnTo>
                <a:lnTo>
                  <a:pt x="1143000" y="3533775"/>
                </a:lnTo>
                <a:lnTo>
                  <a:pt x="1133475" y="3533775"/>
                </a:lnTo>
                <a:close/>
                <a:moveTo>
                  <a:pt x="590550" y="3533775"/>
                </a:moveTo>
                <a:lnTo>
                  <a:pt x="600075" y="3533775"/>
                </a:lnTo>
                <a:lnTo>
                  <a:pt x="600075" y="3543300"/>
                </a:lnTo>
                <a:lnTo>
                  <a:pt x="590550" y="3543300"/>
                </a:lnTo>
                <a:close/>
                <a:moveTo>
                  <a:pt x="685800" y="3543300"/>
                </a:moveTo>
                <a:lnTo>
                  <a:pt x="714375" y="3543300"/>
                </a:lnTo>
                <a:lnTo>
                  <a:pt x="714375" y="3524250"/>
                </a:lnTo>
                <a:lnTo>
                  <a:pt x="704850" y="3524250"/>
                </a:lnTo>
                <a:lnTo>
                  <a:pt x="704850" y="3514725"/>
                </a:lnTo>
                <a:lnTo>
                  <a:pt x="685800" y="3514725"/>
                </a:lnTo>
                <a:close/>
                <a:moveTo>
                  <a:pt x="1057275" y="3543300"/>
                </a:moveTo>
                <a:lnTo>
                  <a:pt x="1095375" y="3543300"/>
                </a:lnTo>
                <a:lnTo>
                  <a:pt x="1095375" y="3533775"/>
                </a:lnTo>
                <a:lnTo>
                  <a:pt x="1085850" y="3533775"/>
                </a:lnTo>
                <a:lnTo>
                  <a:pt x="1085850" y="3524250"/>
                </a:lnTo>
                <a:lnTo>
                  <a:pt x="1057275" y="3524250"/>
                </a:lnTo>
                <a:close/>
                <a:moveTo>
                  <a:pt x="1457325" y="3543300"/>
                </a:moveTo>
                <a:lnTo>
                  <a:pt x="1485900" y="3543300"/>
                </a:lnTo>
                <a:lnTo>
                  <a:pt x="1485900" y="3552825"/>
                </a:lnTo>
                <a:lnTo>
                  <a:pt x="1457325" y="3552825"/>
                </a:lnTo>
                <a:close/>
                <a:moveTo>
                  <a:pt x="1266825" y="3552825"/>
                </a:moveTo>
                <a:lnTo>
                  <a:pt x="1276350" y="3552825"/>
                </a:lnTo>
                <a:lnTo>
                  <a:pt x="1276350" y="3571875"/>
                </a:lnTo>
                <a:lnTo>
                  <a:pt x="1285875" y="3571875"/>
                </a:lnTo>
                <a:lnTo>
                  <a:pt x="1285875" y="3590925"/>
                </a:lnTo>
                <a:lnTo>
                  <a:pt x="1295400" y="3590925"/>
                </a:lnTo>
                <a:lnTo>
                  <a:pt x="1295400" y="3600450"/>
                </a:lnTo>
                <a:lnTo>
                  <a:pt x="1276350" y="3600450"/>
                </a:lnTo>
                <a:lnTo>
                  <a:pt x="1276350" y="3590925"/>
                </a:lnTo>
                <a:lnTo>
                  <a:pt x="1257300" y="3590925"/>
                </a:lnTo>
                <a:lnTo>
                  <a:pt x="1257300" y="3581400"/>
                </a:lnTo>
                <a:lnTo>
                  <a:pt x="1228725" y="3581400"/>
                </a:lnTo>
                <a:lnTo>
                  <a:pt x="1228725" y="3590925"/>
                </a:lnTo>
                <a:lnTo>
                  <a:pt x="1209675" y="3590925"/>
                </a:lnTo>
                <a:lnTo>
                  <a:pt x="1209675" y="3581400"/>
                </a:lnTo>
                <a:lnTo>
                  <a:pt x="1200150" y="3581400"/>
                </a:lnTo>
                <a:lnTo>
                  <a:pt x="1200150" y="3571875"/>
                </a:lnTo>
                <a:lnTo>
                  <a:pt x="1209675" y="3571875"/>
                </a:lnTo>
                <a:lnTo>
                  <a:pt x="1209675" y="3562350"/>
                </a:lnTo>
                <a:lnTo>
                  <a:pt x="1266825" y="3562350"/>
                </a:lnTo>
                <a:close/>
                <a:moveTo>
                  <a:pt x="1485900" y="3552825"/>
                </a:moveTo>
                <a:lnTo>
                  <a:pt x="1495425" y="3552825"/>
                </a:lnTo>
                <a:lnTo>
                  <a:pt x="1495425" y="3571875"/>
                </a:lnTo>
                <a:lnTo>
                  <a:pt x="1485900" y="3571875"/>
                </a:lnTo>
                <a:close/>
                <a:moveTo>
                  <a:pt x="361950" y="3562350"/>
                </a:moveTo>
                <a:lnTo>
                  <a:pt x="381000" y="3562350"/>
                </a:lnTo>
                <a:lnTo>
                  <a:pt x="381000" y="3571875"/>
                </a:lnTo>
                <a:lnTo>
                  <a:pt x="390525" y="3571875"/>
                </a:lnTo>
                <a:lnTo>
                  <a:pt x="390525" y="3590925"/>
                </a:lnTo>
                <a:lnTo>
                  <a:pt x="361950" y="3590925"/>
                </a:lnTo>
                <a:lnTo>
                  <a:pt x="361950" y="3600450"/>
                </a:lnTo>
                <a:lnTo>
                  <a:pt x="342900" y="3600450"/>
                </a:lnTo>
                <a:lnTo>
                  <a:pt x="342900" y="3590925"/>
                </a:lnTo>
                <a:lnTo>
                  <a:pt x="333375" y="3590925"/>
                </a:lnTo>
                <a:lnTo>
                  <a:pt x="333375" y="3571875"/>
                </a:lnTo>
                <a:lnTo>
                  <a:pt x="342900" y="3571875"/>
                </a:lnTo>
                <a:lnTo>
                  <a:pt x="342900" y="3581400"/>
                </a:lnTo>
                <a:lnTo>
                  <a:pt x="371475" y="3581400"/>
                </a:lnTo>
                <a:lnTo>
                  <a:pt x="371475" y="3571875"/>
                </a:lnTo>
                <a:lnTo>
                  <a:pt x="361950" y="3571875"/>
                </a:lnTo>
                <a:close/>
                <a:moveTo>
                  <a:pt x="800100" y="3562350"/>
                </a:moveTo>
                <a:lnTo>
                  <a:pt x="809625" y="3562350"/>
                </a:lnTo>
                <a:lnTo>
                  <a:pt x="809625" y="3552825"/>
                </a:lnTo>
                <a:lnTo>
                  <a:pt x="800100" y="3552825"/>
                </a:lnTo>
                <a:close/>
                <a:moveTo>
                  <a:pt x="1343025" y="3562350"/>
                </a:moveTo>
                <a:lnTo>
                  <a:pt x="1371600" y="3562350"/>
                </a:lnTo>
                <a:lnTo>
                  <a:pt x="1371600" y="3581400"/>
                </a:lnTo>
                <a:lnTo>
                  <a:pt x="1390650" y="3581400"/>
                </a:lnTo>
                <a:lnTo>
                  <a:pt x="1390650" y="3571875"/>
                </a:lnTo>
                <a:lnTo>
                  <a:pt x="1400175" y="3571875"/>
                </a:lnTo>
                <a:lnTo>
                  <a:pt x="1400175" y="3562350"/>
                </a:lnTo>
                <a:lnTo>
                  <a:pt x="1419225" y="3562350"/>
                </a:lnTo>
                <a:lnTo>
                  <a:pt x="1419225" y="3590925"/>
                </a:lnTo>
                <a:lnTo>
                  <a:pt x="1428750" y="3590925"/>
                </a:lnTo>
                <a:lnTo>
                  <a:pt x="1428750" y="3600450"/>
                </a:lnTo>
                <a:lnTo>
                  <a:pt x="1438275" y="3600450"/>
                </a:lnTo>
                <a:lnTo>
                  <a:pt x="1438275" y="3609975"/>
                </a:lnTo>
                <a:lnTo>
                  <a:pt x="1428750" y="3609975"/>
                </a:lnTo>
                <a:lnTo>
                  <a:pt x="1428750" y="3619500"/>
                </a:lnTo>
                <a:lnTo>
                  <a:pt x="1438275" y="3619500"/>
                </a:lnTo>
                <a:lnTo>
                  <a:pt x="1438275" y="3629025"/>
                </a:lnTo>
                <a:lnTo>
                  <a:pt x="1428750" y="3629025"/>
                </a:lnTo>
                <a:lnTo>
                  <a:pt x="1428750" y="3648075"/>
                </a:lnTo>
                <a:lnTo>
                  <a:pt x="1419225" y="3648075"/>
                </a:lnTo>
                <a:lnTo>
                  <a:pt x="1419225" y="3638550"/>
                </a:lnTo>
                <a:lnTo>
                  <a:pt x="1409700" y="3638550"/>
                </a:lnTo>
                <a:lnTo>
                  <a:pt x="1409700" y="3619500"/>
                </a:lnTo>
                <a:lnTo>
                  <a:pt x="1381125" y="3619500"/>
                </a:lnTo>
                <a:lnTo>
                  <a:pt x="1381125" y="3629025"/>
                </a:lnTo>
                <a:lnTo>
                  <a:pt x="1371600" y="3629025"/>
                </a:lnTo>
                <a:lnTo>
                  <a:pt x="1371600" y="3638550"/>
                </a:lnTo>
                <a:lnTo>
                  <a:pt x="1362075" y="3638550"/>
                </a:lnTo>
                <a:lnTo>
                  <a:pt x="1362075" y="3648075"/>
                </a:lnTo>
                <a:lnTo>
                  <a:pt x="1343025" y="3648075"/>
                </a:lnTo>
                <a:lnTo>
                  <a:pt x="1343025" y="3638550"/>
                </a:lnTo>
                <a:lnTo>
                  <a:pt x="1352550" y="3638550"/>
                </a:lnTo>
                <a:lnTo>
                  <a:pt x="1352550" y="3619500"/>
                </a:lnTo>
                <a:lnTo>
                  <a:pt x="1362075" y="3619500"/>
                </a:lnTo>
                <a:lnTo>
                  <a:pt x="1362075" y="3600450"/>
                </a:lnTo>
                <a:lnTo>
                  <a:pt x="1352550" y="3600450"/>
                </a:lnTo>
                <a:lnTo>
                  <a:pt x="1352550" y="3590925"/>
                </a:lnTo>
                <a:lnTo>
                  <a:pt x="1333500" y="3590925"/>
                </a:lnTo>
                <a:lnTo>
                  <a:pt x="1333500" y="3571875"/>
                </a:lnTo>
                <a:lnTo>
                  <a:pt x="1343025" y="3571875"/>
                </a:lnTo>
                <a:close/>
                <a:moveTo>
                  <a:pt x="1504950" y="3562350"/>
                </a:moveTo>
                <a:lnTo>
                  <a:pt x="1514475" y="3562350"/>
                </a:lnTo>
                <a:lnTo>
                  <a:pt x="1514475" y="3571875"/>
                </a:lnTo>
                <a:lnTo>
                  <a:pt x="1504950" y="3571875"/>
                </a:lnTo>
                <a:close/>
                <a:moveTo>
                  <a:pt x="1524000" y="3562350"/>
                </a:moveTo>
                <a:lnTo>
                  <a:pt x="1581150" y="3562350"/>
                </a:lnTo>
                <a:lnTo>
                  <a:pt x="1581150" y="3581400"/>
                </a:lnTo>
                <a:lnTo>
                  <a:pt x="1562100" y="3581400"/>
                </a:lnTo>
                <a:lnTo>
                  <a:pt x="1562100" y="3609975"/>
                </a:lnTo>
                <a:lnTo>
                  <a:pt x="1552575" y="3609975"/>
                </a:lnTo>
                <a:lnTo>
                  <a:pt x="1552575" y="3581400"/>
                </a:lnTo>
                <a:lnTo>
                  <a:pt x="1533525" y="3581400"/>
                </a:lnTo>
                <a:lnTo>
                  <a:pt x="1533525" y="3571875"/>
                </a:lnTo>
                <a:lnTo>
                  <a:pt x="1524000" y="3571875"/>
                </a:lnTo>
                <a:close/>
                <a:moveTo>
                  <a:pt x="485775" y="3571875"/>
                </a:moveTo>
                <a:lnTo>
                  <a:pt x="495300" y="3571875"/>
                </a:lnTo>
                <a:lnTo>
                  <a:pt x="495300" y="3590925"/>
                </a:lnTo>
                <a:lnTo>
                  <a:pt x="485775" y="3590925"/>
                </a:lnTo>
                <a:close/>
                <a:moveTo>
                  <a:pt x="742950" y="3571875"/>
                </a:moveTo>
                <a:lnTo>
                  <a:pt x="752475" y="3571875"/>
                </a:lnTo>
                <a:lnTo>
                  <a:pt x="752475" y="3562350"/>
                </a:lnTo>
                <a:lnTo>
                  <a:pt x="742950" y="3562350"/>
                </a:lnTo>
                <a:close/>
                <a:moveTo>
                  <a:pt x="781050" y="3571875"/>
                </a:moveTo>
                <a:lnTo>
                  <a:pt x="790575" y="3571875"/>
                </a:lnTo>
                <a:lnTo>
                  <a:pt x="790575" y="3552825"/>
                </a:lnTo>
                <a:lnTo>
                  <a:pt x="781050" y="3552825"/>
                </a:lnTo>
                <a:close/>
                <a:moveTo>
                  <a:pt x="1304925" y="3571875"/>
                </a:moveTo>
                <a:lnTo>
                  <a:pt x="1314450" y="3571875"/>
                </a:lnTo>
                <a:lnTo>
                  <a:pt x="1314450" y="3581400"/>
                </a:lnTo>
                <a:lnTo>
                  <a:pt x="1304925" y="3581400"/>
                </a:lnTo>
                <a:close/>
                <a:moveTo>
                  <a:pt x="314325" y="3581400"/>
                </a:moveTo>
                <a:lnTo>
                  <a:pt x="323850" y="3581400"/>
                </a:lnTo>
                <a:lnTo>
                  <a:pt x="323850" y="3609975"/>
                </a:lnTo>
                <a:lnTo>
                  <a:pt x="295275" y="3609975"/>
                </a:lnTo>
                <a:lnTo>
                  <a:pt x="295275" y="3600450"/>
                </a:lnTo>
                <a:lnTo>
                  <a:pt x="304800" y="3600450"/>
                </a:lnTo>
                <a:lnTo>
                  <a:pt x="304800" y="3590925"/>
                </a:lnTo>
                <a:lnTo>
                  <a:pt x="314325" y="3590925"/>
                </a:lnTo>
                <a:close/>
                <a:moveTo>
                  <a:pt x="962025" y="3581400"/>
                </a:moveTo>
                <a:lnTo>
                  <a:pt x="971550" y="3581400"/>
                </a:lnTo>
                <a:lnTo>
                  <a:pt x="971550" y="3590925"/>
                </a:lnTo>
                <a:lnTo>
                  <a:pt x="981075" y="3590925"/>
                </a:lnTo>
                <a:lnTo>
                  <a:pt x="981075" y="3562350"/>
                </a:lnTo>
                <a:lnTo>
                  <a:pt x="962025" y="3562350"/>
                </a:lnTo>
                <a:close/>
                <a:moveTo>
                  <a:pt x="1123950" y="3581400"/>
                </a:moveTo>
                <a:lnTo>
                  <a:pt x="1143000" y="3581400"/>
                </a:lnTo>
                <a:lnTo>
                  <a:pt x="1143000" y="3562350"/>
                </a:lnTo>
                <a:lnTo>
                  <a:pt x="1133475" y="3562350"/>
                </a:lnTo>
                <a:lnTo>
                  <a:pt x="1133475" y="3571875"/>
                </a:lnTo>
                <a:lnTo>
                  <a:pt x="1123950" y="3571875"/>
                </a:lnTo>
                <a:close/>
                <a:moveTo>
                  <a:pt x="1314450" y="3581400"/>
                </a:moveTo>
                <a:lnTo>
                  <a:pt x="1323975" y="3581400"/>
                </a:lnTo>
                <a:lnTo>
                  <a:pt x="1323975" y="3590925"/>
                </a:lnTo>
                <a:lnTo>
                  <a:pt x="1314450" y="3590925"/>
                </a:lnTo>
                <a:close/>
                <a:moveTo>
                  <a:pt x="790575" y="3590925"/>
                </a:moveTo>
                <a:lnTo>
                  <a:pt x="800100" y="3590925"/>
                </a:lnTo>
                <a:lnTo>
                  <a:pt x="800100" y="3600450"/>
                </a:lnTo>
                <a:lnTo>
                  <a:pt x="781050" y="3600450"/>
                </a:lnTo>
                <a:lnTo>
                  <a:pt x="781050" y="3609975"/>
                </a:lnTo>
                <a:lnTo>
                  <a:pt x="809625" y="3609975"/>
                </a:lnTo>
                <a:lnTo>
                  <a:pt x="809625" y="3600450"/>
                </a:lnTo>
                <a:lnTo>
                  <a:pt x="828675" y="3600450"/>
                </a:lnTo>
                <a:lnTo>
                  <a:pt x="828675" y="3590925"/>
                </a:lnTo>
                <a:lnTo>
                  <a:pt x="838200" y="3590925"/>
                </a:lnTo>
                <a:lnTo>
                  <a:pt x="838200" y="3581400"/>
                </a:lnTo>
                <a:lnTo>
                  <a:pt x="828675" y="3581400"/>
                </a:lnTo>
                <a:lnTo>
                  <a:pt x="828675" y="3571875"/>
                </a:lnTo>
                <a:lnTo>
                  <a:pt x="809625" y="3571875"/>
                </a:lnTo>
                <a:lnTo>
                  <a:pt x="809625" y="3581400"/>
                </a:lnTo>
                <a:lnTo>
                  <a:pt x="790575" y="3581400"/>
                </a:lnTo>
                <a:close/>
                <a:moveTo>
                  <a:pt x="1238250" y="3590925"/>
                </a:moveTo>
                <a:lnTo>
                  <a:pt x="1247775" y="3590925"/>
                </a:lnTo>
                <a:lnTo>
                  <a:pt x="1247775" y="3600450"/>
                </a:lnTo>
                <a:lnTo>
                  <a:pt x="1257300" y="3600450"/>
                </a:lnTo>
                <a:lnTo>
                  <a:pt x="1257300" y="3609975"/>
                </a:lnTo>
                <a:lnTo>
                  <a:pt x="1276350" y="3609975"/>
                </a:lnTo>
                <a:lnTo>
                  <a:pt x="1276350" y="3619500"/>
                </a:lnTo>
                <a:lnTo>
                  <a:pt x="1285875" y="3619500"/>
                </a:lnTo>
                <a:lnTo>
                  <a:pt x="1285875" y="3609975"/>
                </a:lnTo>
                <a:lnTo>
                  <a:pt x="1295400" y="3609975"/>
                </a:lnTo>
                <a:lnTo>
                  <a:pt x="1295400" y="3600450"/>
                </a:lnTo>
                <a:lnTo>
                  <a:pt x="1304925" y="3600450"/>
                </a:lnTo>
                <a:lnTo>
                  <a:pt x="1304925" y="3619500"/>
                </a:lnTo>
                <a:lnTo>
                  <a:pt x="1314450" y="3619500"/>
                </a:lnTo>
                <a:lnTo>
                  <a:pt x="1314450" y="3638550"/>
                </a:lnTo>
                <a:lnTo>
                  <a:pt x="1295400" y="3638550"/>
                </a:lnTo>
                <a:lnTo>
                  <a:pt x="1295400" y="3629025"/>
                </a:lnTo>
                <a:lnTo>
                  <a:pt x="1276350" y="3629025"/>
                </a:lnTo>
                <a:lnTo>
                  <a:pt x="1276350" y="3638550"/>
                </a:lnTo>
                <a:lnTo>
                  <a:pt x="1257300" y="3638550"/>
                </a:lnTo>
                <a:lnTo>
                  <a:pt x="1257300" y="3629025"/>
                </a:lnTo>
                <a:lnTo>
                  <a:pt x="1228725" y="3629025"/>
                </a:lnTo>
                <a:lnTo>
                  <a:pt x="1228725" y="3638550"/>
                </a:lnTo>
                <a:lnTo>
                  <a:pt x="1219200" y="3638550"/>
                </a:lnTo>
                <a:lnTo>
                  <a:pt x="1219200" y="3629025"/>
                </a:lnTo>
                <a:lnTo>
                  <a:pt x="1209675" y="3629025"/>
                </a:lnTo>
                <a:lnTo>
                  <a:pt x="1209675" y="3619500"/>
                </a:lnTo>
                <a:lnTo>
                  <a:pt x="1247775" y="3619500"/>
                </a:lnTo>
                <a:lnTo>
                  <a:pt x="1247775" y="3609975"/>
                </a:lnTo>
                <a:lnTo>
                  <a:pt x="1238250" y="3609975"/>
                </a:lnTo>
                <a:close/>
                <a:moveTo>
                  <a:pt x="723900" y="3600450"/>
                </a:moveTo>
                <a:lnTo>
                  <a:pt x="733425" y="3600450"/>
                </a:lnTo>
                <a:lnTo>
                  <a:pt x="733425" y="3590925"/>
                </a:lnTo>
                <a:lnTo>
                  <a:pt x="723900" y="3590925"/>
                </a:lnTo>
                <a:lnTo>
                  <a:pt x="723900" y="3571875"/>
                </a:lnTo>
                <a:lnTo>
                  <a:pt x="714375" y="3571875"/>
                </a:lnTo>
                <a:lnTo>
                  <a:pt x="714375" y="3581400"/>
                </a:lnTo>
                <a:lnTo>
                  <a:pt x="704850" y="3581400"/>
                </a:lnTo>
                <a:lnTo>
                  <a:pt x="704850" y="3590925"/>
                </a:lnTo>
                <a:lnTo>
                  <a:pt x="695325" y="3590925"/>
                </a:lnTo>
                <a:lnTo>
                  <a:pt x="695325" y="3619500"/>
                </a:lnTo>
                <a:lnTo>
                  <a:pt x="714375" y="3619500"/>
                </a:lnTo>
                <a:lnTo>
                  <a:pt x="714375" y="3609975"/>
                </a:lnTo>
                <a:lnTo>
                  <a:pt x="723900" y="3609975"/>
                </a:lnTo>
                <a:close/>
                <a:moveTo>
                  <a:pt x="1447800" y="3600450"/>
                </a:moveTo>
                <a:lnTo>
                  <a:pt x="1457325" y="3600450"/>
                </a:lnTo>
                <a:lnTo>
                  <a:pt x="1457325" y="3609975"/>
                </a:lnTo>
                <a:lnTo>
                  <a:pt x="1447800" y="3609975"/>
                </a:lnTo>
                <a:close/>
                <a:moveTo>
                  <a:pt x="1152525" y="3609975"/>
                </a:moveTo>
                <a:lnTo>
                  <a:pt x="1181100" y="3609975"/>
                </a:lnTo>
                <a:lnTo>
                  <a:pt x="1181100" y="3619500"/>
                </a:lnTo>
                <a:lnTo>
                  <a:pt x="1171575" y="3619500"/>
                </a:lnTo>
                <a:lnTo>
                  <a:pt x="1171575" y="3629025"/>
                </a:lnTo>
                <a:lnTo>
                  <a:pt x="1152525" y="3629025"/>
                </a:lnTo>
                <a:close/>
                <a:moveTo>
                  <a:pt x="1381125" y="3609975"/>
                </a:moveTo>
                <a:lnTo>
                  <a:pt x="1409700" y="3609975"/>
                </a:lnTo>
                <a:lnTo>
                  <a:pt x="1409700" y="3590925"/>
                </a:lnTo>
                <a:lnTo>
                  <a:pt x="1400175" y="3590925"/>
                </a:lnTo>
                <a:lnTo>
                  <a:pt x="1400175" y="3581400"/>
                </a:lnTo>
                <a:lnTo>
                  <a:pt x="1390650" y="3581400"/>
                </a:lnTo>
                <a:lnTo>
                  <a:pt x="1390650" y="3590925"/>
                </a:lnTo>
                <a:lnTo>
                  <a:pt x="1381125" y="3590925"/>
                </a:lnTo>
                <a:close/>
                <a:moveTo>
                  <a:pt x="1562100" y="3609975"/>
                </a:moveTo>
                <a:lnTo>
                  <a:pt x="1571625" y="3609975"/>
                </a:lnTo>
                <a:lnTo>
                  <a:pt x="1571625" y="3619500"/>
                </a:lnTo>
                <a:lnTo>
                  <a:pt x="1562100" y="3619500"/>
                </a:lnTo>
                <a:close/>
                <a:moveTo>
                  <a:pt x="428625" y="3619500"/>
                </a:moveTo>
                <a:lnTo>
                  <a:pt x="438150" y="3619500"/>
                </a:lnTo>
                <a:lnTo>
                  <a:pt x="438150" y="3629025"/>
                </a:lnTo>
                <a:lnTo>
                  <a:pt x="428625" y="3629025"/>
                </a:lnTo>
                <a:close/>
                <a:moveTo>
                  <a:pt x="866775" y="3619500"/>
                </a:moveTo>
                <a:lnTo>
                  <a:pt x="895350" y="3619500"/>
                </a:lnTo>
                <a:lnTo>
                  <a:pt x="895350" y="3609975"/>
                </a:lnTo>
                <a:lnTo>
                  <a:pt x="866775" y="3609975"/>
                </a:lnTo>
                <a:close/>
                <a:moveTo>
                  <a:pt x="1600200" y="3619500"/>
                </a:moveTo>
                <a:lnTo>
                  <a:pt x="1609725" y="3619500"/>
                </a:lnTo>
                <a:lnTo>
                  <a:pt x="1609725" y="3629025"/>
                </a:lnTo>
                <a:lnTo>
                  <a:pt x="1600200" y="3629025"/>
                </a:lnTo>
                <a:close/>
                <a:moveTo>
                  <a:pt x="609600" y="3629025"/>
                </a:moveTo>
                <a:lnTo>
                  <a:pt x="619125" y="3629025"/>
                </a:lnTo>
                <a:lnTo>
                  <a:pt x="619125" y="3619500"/>
                </a:lnTo>
                <a:lnTo>
                  <a:pt x="609600" y="3619500"/>
                </a:lnTo>
                <a:close/>
                <a:moveTo>
                  <a:pt x="847725" y="3629025"/>
                </a:moveTo>
                <a:lnTo>
                  <a:pt x="857250" y="3629025"/>
                </a:lnTo>
                <a:lnTo>
                  <a:pt x="857250" y="3609975"/>
                </a:lnTo>
                <a:lnTo>
                  <a:pt x="838200" y="3609975"/>
                </a:lnTo>
                <a:lnTo>
                  <a:pt x="838200" y="3619500"/>
                </a:lnTo>
                <a:lnTo>
                  <a:pt x="828675" y="3619500"/>
                </a:lnTo>
                <a:lnTo>
                  <a:pt x="828675" y="3629025"/>
                </a:lnTo>
                <a:lnTo>
                  <a:pt x="819150" y="3629025"/>
                </a:lnTo>
                <a:lnTo>
                  <a:pt x="819150" y="3638550"/>
                </a:lnTo>
                <a:lnTo>
                  <a:pt x="847725" y="3638550"/>
                </a:lnTo>
                <a:close/>
                <a:moveTo>
                  <a:pt x="590550" y="3638550"/>
                </a:moveTo>
                <a:lnTo>
                  <a:pt x="600075" y="3638550"/>
                </a:lnTo>
                <a:lnTo>
                  <a:pt x="600075" y="3619500"/>
                </a:lnTo>
                <a:lnTo>
                  <a:pt x="590550" y="3619500"/>
                </a:lnTo>
                <a:close/>
                <a:moveTo>
                  <a:pt x="800100" y="3638550"/>
                </a:moveTo>
                <a:lnTo>
                  <a:pt x="809625" y="3638550"/>
                </a:lnTo>
                <a:lnTo>
                  <a:pt x="809625" y="3619500"/>
                </a:lnTo>
                <a:lnTo>
                  <a:pt x="800100" y="3619500"/>
                </a:lnTo>
                <a:close/>
                <a:moveTo>
                  <a:pt x="1114425" y="3638550"/>
                </a:moveTo>
                <a:lnTo>
                  <a:pt x="1123950" y="3638550"/>
                </a:lnTo>
                <a:lnTo>
                  <a:pt x="1123950" y="3648075"/>
                </a:lnTo>
                <a:lnTo>
                  <a:pt x="1114425" y="3648075"/>
                </a:lnTo>
                <a:close/>
                <a:moveTo>
                  <a:pt x="714375" y="3648075"/>
                </a:moveTo>
                <a:lnTo>
                  <a:pt x="723900" y="3648075"/>
                </a:lnTo>
                <a:lnTo>
                  <a:pt x="723900" y="3629025"/>
                </a:lnTo>
                <a:lnTo>
                  <a:pt x="714375" y="3629025"/>
                </a:lnTo>
                <a:close/>
                <a:moveTo>
                  <a:pt x="1333500" y="3657600"/>
                </a:moveTo>
                <a:lnTo>
                  <a:pt x="1343025" y="3657600"/>
                </a:lnTo>
                <a:lnTo>
                  <a:pt x="1343025" y="3667125"/>
                </a:lnTo>
                <a:lnTo>
                  <a:pt x="1333500" y="3667125"/>
                </a:lnTo>
                <a:close/>
              </a:path>
            </a:pathLst>
          </a:custGeom>
          <a:solidFill xmlns:a="http://schemas.openxmlformats.org/drawingml/2006/main">
            <a:srgbClr val="F3EDE1"/>
          </a:solidFill>
          <a:ln xmlns:a="http://schemas.openxmlformats.org/drawingml/2006/main" w="0">
            <a:noFill/>
          </a:ln>
        </p:spPr>
      </p:sp>
      <p:sp>
        <p:nvSpPr>
          <p:cNvPr id="19" name="dashboard vector #f2ede1">
            <a:extLst xmlns:a="http://schemas.openxmlformats.org/drawingml/2006/main">
              <a:ext uri="{FF2B5EF4-FFF2-40B4-BE49-F238E27FC236}">
                <a16:creationId xmlns:a16="http://schemas.microsoft.com/office/drawing/2014/main" id="{A028A83D-D3CD-4ECC-94D2-783A7EF224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14400" y="1447800"/>
            <a:ext cx="2171700" cy="4467225"/>
          </a:xfrm>
          <a:custGeom xmlns:a="http://schemas.openxmlformats.org/drawingml/2006/main">
            <a:pathLst>
              <a:path w="1838325" h="3790950">
                <a:moveTo>
                  <a:pt x="123825" y="0"/>
                </a:moveTo>
                <a:lnTo>
                  <a:pt x="133350" y="0"/>
                </a:lnTo>
                <a:lnTo>
                  <a:pt x="133350" y="19050"/>
                </a:lnTo>
                <a:lnTo>
                  <a:pt x="123825" y="19050"/>
                </a:lnTo>
                <a:close/>
                <a:moveTo>
                  <a:pt x="1628775" y="0"/>
                </a:moveTo>
                <a:lnTo>
                  <a:pt x="1638300" y="0"/>
                </a:lnTo>
                <a:lnTo>
                  <a:pt x="1638300" y="19050"/>
                </a:lnTo>
                <a:lnTo>
                  <a:pt x="1628775" y="19050"/>
                </a:lnTo>
                <a:close/>
                <a:moveTo>
                  <a:pt x="1647825" y="9525"/>
                </a:moveTo>
                <a:lnTo>
                  <a:pt x="1657350" y="9525"/>
                </a:lnTo>
                <a:lnTo>
                  <a:pt x="1657350" y="28575"/>
                </a:lnTo>
                <a:lnTo>
                  <a:pt x="1638300" y="28575"/>
                </a:lnTo>
                <a:lnTo>
                  <a:pt x="1638300" y="19050"/>
                </a:lnTo>
                <a:lnTo>
                  <a:pt x="1647825" y="19050"/>
                </a:lnTo>
                <a:close/>
                <a:moveTo>
                  <a:pt x="95250" y="19050"/>
                </a:moveTo>
                <a:lnTo>
                  <a:pt x="104775" y="19050"/>
                </a:lnTo>
                <a:lnTo>
                  <a:pt x="104775" y="38100"/>
                </a:lnTo>
                <a:lnTo>
                  <a:pt x="95250" y="38100"/>
                </a:lnTo>
                <a:close/>
                <a:moveTo>
                  <a:pt x="85725" y="38100"/>
                </a:moveTo>
                <a:lnTo>
                  <a:pt x="95250" y="38100"/>
                </a:lnTo>
                <a:lnTo>
                  <a:pt x="95250" y="47625"/>
                </a:lnTo>
                <a:lnTo>
                  <a:pt x="85725" y="47625"/>
                </a:lnTo>
                <a:close/>
                <a:moveTo>
                  <a:pt x="1657350" y="38100"/>
                </a:moveTo>
                <a:lnTo>
                  <a:pt x="1666875" y="38100"/>
                </a:lnTo>
                <a:lnTo>
                  <a:pt x="1666875" y="47625"/>
                </a:lnTo>
                <a:lnTo>
                  <a:pt x="1657350" y="47625"/>
                </a:lnTo>
                <a:close/>
                <a:moveTo>
                  <a:pt x="19050" y="47625"/>
                </a:moveTo>
                <a:lnTo>
                  <a:pt x="28575" y="47625"/>
                </a:lnTo>
                <a:lnTo>
                  <a:pt x="28575" y="57150"/>
                </a:lnTo>
                <a:lnTo>
                  <a:pt x="19050" y="57150"/>
                </a:lnTo>
                <a:close/>
                <a:moveTo>
                  <a:pt x="9525" y="57150"/>
                </a:moveTo>
                <a:lnTo>
                  <a:pt x="19050" y="57150"/>
                </a:lnTo>
                <a:lnTo>
                  <a:pt x="19050" y="66675"/>
                </a:lnTo>
                <a:lnTo>
                  <a:pt x="66675" y="66675"/>
                </a:lnTo>
                <a:lnTo>
                  <a:pt x="66675" y="76200"/>
                </a:lnTo>
                <a:lnTo>
                  <a:pt x="38100" y="76200"/>
                </a:lnTo>
                <a:lnTo>
                  <a:pt x="38100" y="85725"/>
                </a:lnTo>
                <a:lnTo>
                  <a:pt x="47625" y="85725"/>
                </a:lnTo>
                <a:lnTo>
                  <a:pt x="47625" y="95250"/>
                </a:lnTo>
                <a:lnTo>
                  <a:pt x="19050" y="95250"/>
                </a:lnTo>
                <a:lnTo>
                  <a:pt x="19050" y="76200"/>
                </a:lnTo>
                <a:lnTo>
                  <a:pt x="9525" y="76200"/>
                </a:lnTo>
                <a:close/>
                <a:moveTo>
                  <a:pt x="76200" y="66675"/>
                </a:moveTo>
                <a:lnTo>
                  <a:pt x="85725" y="66675"/>
                </a:lnTo>
                <a:lnTo>
                  <a:pt x="85725" y="76200"/>
                </a:lnTo>
                <a:lnTo>
                  <a:pt x="76200" y="76200"/>
                </a:lnTo>
                <a:close/>
                <a:moveTo>
                  <a:pt x="0" y="114300"/>
                </a:moveTo>
                <a:lnTo>
                  <a:pt x="9525" y="114300"/>
                </a:lnTo>
                <a:lnTo>
                  <a:pt x="9525" y="133350"/>
                </a:lnTo>
                <a:lnTo>
                  <a:pt x="0" y="133350"/>
                </a:lnTo>
                <a:close/>
                <a:moveTo>
                  <a:pt x="1828800" y="114300"/>
                </a:moveTo>
                <a:lnTo>
                  <a:pt x="1838325" y="114300"/>
                </a:lnTo>
                <a:lnTo>
                  <a:pt x="1838325" y="123825"/>
                </a:lnTo>
                <a:lnTo>
                  <a:pt x="1828800" y="123825"/>
                </a:lnTo>
                <a:close/>
                <a:moveTo>
                  <a:pt x="1800225" y="123825"/>
                </a:moveTo>
                <a:lnTo>
                  <a:pt x="1809750" y="123825"/>
                </a:lnTo>
                <a:lnTo>
                  <a:pt x="1809750" y="133350"/>
                </a:lnTo>
                <a:lnTo>
                  <a:pt x="1800225" y="133350"/>
                </a:lnTo>
                <a:close/>
                <a:moveTo>
                  <a:pt x="1190625" y="142875"/>
                </a:moveTo>
                <a:lnTo>
                  <a:pt x="1209675" y="142875"/>
                </a:lnTo>
                <a:lnTo>
                  <a:pt x="1209675" y="152400"/>
                </a:lnTo>
                <a:lnTo>
                  <a:pt x="1190625" y="152400"/>
                </a:lnTo>
                <a:close/>
                <a:moveTo>
                  <a:pt x="1228725" y="142875"/>
                </a:moveTo>
                <a:lnTo>
                  <a:pt x="1257300" y="142875"/>
                </a:lnTo>
                <a:lnTo>
                  <a:pt x="1257300" y="152400"/>
                </a:lnTo>
                <a:lnTo>
                  <a:pt x="1228725" y="152400"/>
                </a:lnTo>
                <a:close/>
                <a:moveTo>
                  <a:pt x="1447800" y="142875"/>
                </a:moveTo>
                <a:lnTo>
                  <a:pt x="1457325" y="142875"/>
                </a:lnTo>
                <a:lnTo>
                  <a:pt x="1457325" y="152400"/>
                </a:lnTo>
                <a:lnTo>
                  <a:pt x="1447800" y="152400"/>
                </a:lnTo>
                <a:close/>
                <a:moveTo>
                  <a:pt x="1323975" y="161925"/>
                </a:moveTo>
                <a:lnTo>
                  <a:pt x="1343025" y="161925"/>
                </a:lnTo>
                <a:lnTo>
                  <a:pt x="1343025" y="190500"/>
                </a:lnTo>
                <a:lnTo>
                  <a:pt x="1323975" y="190500"/>
                </a:lnTo>
                <a:close/>
                <a:moveTo>
                  <a:pt x="1562100" y="161925"/>
                </a:moveTo>
                <a:lnTo>
                  <a:pt x="1581150" y="161925"/>
                </a:lnTo>
                <a:lnTo>
                  <a:pt x="1581150" y="171450"/>
                </a:lnTo>
                <a:lnTo>
                  <a:pt x="1562100" y="171450"/>
                </a:lnTo>
                <a:close/>
                <a:moveTo>
                  <a:pt x="1581150" y="171450"/>
                </a:moveTo>
                <a:lnTo>
                  <a:pt x="1590675" y="171450"/>
                </a:lnTo>
                <a:lnTo>
                  <a:pt x="1590675" y="180975"/>
                </a:lnTo>
                <a:lnTo>
                  <a:pt x="1581150" y="180975"/>
                </a:lnTo>
                <a:close/>
                <a:moveTo>
                  <a:pt x="276225" y="190500"/>
                </a:moveTo>
                <a:lnTo>
                  <a:pt x="304800" y="190500"/>
                </a:lnTo>
                <a:lnTo>
                  <a:pt x="304800" y="209550"/>
                </a:lnTo>
                <a:lnTo>
                  <a:pt x="276225" y="209550"/>
                </a:lnTo>
                <a:close/>
                <a:moveTo>
                  <a:pt x="333375" y="190500"/>
                </a:moveTo>
                <a:lnTo>
                  <a:pt x="352425" y="190500"/>
                </a:lnTo>
                <a:lnTo>
                  <a:pt x="352425" y="200025"/>
                </a:lnTo>
                <a:lnTo>
                  <a:pt x="361950" y="200025"/>
                </a:lnTo>
                <a:lnTo>
                  <a:pt x="361950" y="209550"/>
                </a:lnTo>
                <a:lnTo>
                  <a:pt x="371475" y="209550"/>
                </a:lnTo>
                <a:lnTo>
                  <a:pt x="371475" y="219075"/>
                </a:lnTo>
                <a:lnTo>
                  <a:pt x="342900" y="219075"/>
                </a:lnTo>
                <a:lnTo>
                  <a:pt x="342900" y="209550"/>
                </a:lnTo>
                <a:lnTo>
                  <a:pt x="333375" y="209550"/>
                </a:lnTo>
                <a:close/>
                <a:moveTo>
                  <a:pt x="600075" y="190500"/>
                </a:moveTo>
                <a:lnTo>
                  <a:pt x="609600" y="190500"/>
                </a:lnTo>
                <a:lnTo>
                  <a:pt x="609600" y="200025"/>
                </a:lnTo>
                <a:lnTo>
                  <a:pt x="619125" y="200025"/>
                </a:lnTo>
                <a:lnTo>
                  <a:pt x="619125" y="219075"/>
                </a:lnTo>
                <a:lnTo>
                  <a:pt x="609600" y="219075"/>
                </a:lnTo>
                <a:lnTo>
                  <a:pt x="609600" y="238125"/>
                </a:lnTo>
                <a:lnTo>
                  <a:pt x="581025" y="238125"/>
                </a:lnTo>
                <a:lnTo>
                  <a:pt x="581025" y="209550"/>
                </a:lnTo>
                <a:lnTo>
                  <a:pt x="561975" y="209550"/>
                </a:lnTo>
                <a:lnTo>
                  <a:pt x="561975" y="200025"/>
                </a:lnTo>
                <a:lnTo>
                  <a:pt x="600075" y="200025"/>
                </a:lnTo>
                <a:close/>
                <a:moveTo>
                  <a:pt x="1400175" y="200025"/>
                </a:moveTo>
                <a:lnTo>
                  <a:pt x="1419225" y="200025"/>
                </a:lnTo>
                <a:lnTo>
                  <a:pt x="1419225" y="209550"/>
                </a:lnTo>
                <a:lnTo>
                  <a:pt x="1428750" y="209550"/>
                </a:lnTo>
                <a:lnTo>
                  <a:pt x="1428750" y="219075"/>
                </a:lnTo>
                <a:lnTo>
                  <a:pt x="1400175" y="219075"/>
                </a:lnTo>
                <a:close/>
                <a:moveTo>
                  <a:pt x="1628775" y="209550"/>
                </a:moveTo>
                <a:lnTo>
                  <a:pt x="1638300" y="209550"/>
                </a:lnTo>
                <a:lnTo>
                  <a:pt x="1638300" y="238125"/>
                </a:lnTo>
                <a:lnTo>
                  <a:pt x="1647825" y="238125"/>
                </a:lnTo>
                <a:lnTo>
                  <a:pt x="1647825" y="247650"/>
                </a:lnTo>
                <a:lnTo>
                  <a:pt x="1657350" y="247650"/>
                </a:lnTo>
                <a:lnTo>
                  <a:pt x="1657350" y="257175"/>
                </a:lnTo>
                <a:lnTo>
                  <a:pt x="1638300" y="257175"/>
                </a:lnTo>
                <a:lnTo>
                  <a:pt x="1638300" y="247650"/>
                </a:lnTo>
                <a:lnTo>
                  <a:pt x="1628775" y="247650"/>
                </a:lnTo>
                <a:lnTo>
                  <a:pt x="1628775" y="238125"/>
                </a:lnTo>
                <a:lnTo>
                  <a:pt x="1619250" y="238125"/>
                </a:lnTo>
                <a:lnTo>
                  <a:pt x="1619250" y="228600"/>
                </a:lnTo>
                <a:lnTo>
                  <a:pt x="1628775" y="228600"/>
                </a:lnTo>
                <a:close/>
                <a:moveTo>
                  <a:pt x="495300" y="219075"/>
                </a:moveTo>
                <a:lnTo>
                  <a:pt x="552450" y="219075"/>
                </a:lnTo>
                <a:lnTo>
                  <a:pt x="552450" y="228600"/>
                </a:lnTo>
                <a:lnTo>
                  <a:pt x="495300" y="228600"/>
                </a:lnTo>
                <a:close/>
                <a:moveTo>
                  <a:pt x="619125" y="219075"/>
                </a:moveTo>
                <a:lnTo>
                  <a:pt x="628650" y="219075"/>
                </a:lnTo>
                <a:lnTo>
                  <a:pt x="628650" y="228600"/>
                </a:lnTo>
                <a:lnTo>
                  <a:pt x="619125" y="228600"/>
                </a:lnTo>
                <a:close/>
                <a:moveTo>
                  <a:pt x="638175" y="219075"/>
                </a:moveTo>
                <a:lnTo>
                  <a:pt x="647700" y="219075"/>
                </a:lnTo>
                <a:lnTo>
                  <a:pt x="647700" y="228600"/>
                </a:lnTo>
                <a:lnTo>
                  <a:pt x="638175" y="228600"/>
                </a:lnTo>
                <a:close/>
                <a:moveTo>
                  <a:pt x="628650" y="228600"/>
                </a:moveTo>
                <a:lnTo>
                  <a:pt x="638175" y="228600"/>
                </a:lnTo>
                <a:lnTo>
                  <a:pt x="638175" y="238125"/>
                </a:lnTo>
                <a:lnTo>
                  <a:pt x="628650" y="238125"/>
                </a:lnTo>
                <a:close/>
                <a:moveTo>
                  <a:pt x="647700" y="228600"/>
                </a:moveTo>
                <a:lnTo>
                  <a:pt x="657225" y="228600"/>
                </a:lnTo>
                <a:lnTo>
                  <a:pt x="657225" y="247650"/>
                </a:lnTo>
                <a:lnTo>
                  <a:pt x="647700" y="247650"/>
                </a:lnTo>
                <a:close/>
                <a:moveTo>
                  <a:pt x="1247775" y="228600"/>
                </a:moveTo>
                <a:lnTo>
                  <a:pt x="1257300" y="228600"/>
                </a:lnTo>
                <a:lnTo>
                  <a:pt x="1257300" y="238125"/>
                </a:lnTo>
                <a:lnTo>
                  <a:pt x="1247775" y="238125"/>
                </a:lnTo>
                <a:close/>
                <a:moveTo>
                  <a:pt x="1600200" y="228600"/>
                </a:moveTo>
                <a:lnTo>
                  <a:pt x="1609725" y="228600"/>
                </a:lnTo>
                <a:lnTo>
                  <a:pt x="1609725" y="238125"/>
                </a:lnTo>
                <a:lnTo>
                  <a:pt x="1600200" y="238125"/>
                </a:lnTo>
                <a:close/>
                <a:moveTo>
                  <a:pt x="180975" y="238125"/>
                </a:moveTo>
                <a:lnTo>
                  <a:pt x="190500" y="238125"/>
                </a:lnTo>
                <a:lnTo>
                  <a:pt x="190500" y="247650"/>
                </a:lnTo>
                <a:lnTo>
                  <a:pt x="180975" y="247650"/>
                </a:lnTo>
                <a:close/>
                <a:moveTo>
                  <a:pt x="1257300" y="238125"/>
                </a:moveTo>
                <a:lnTo>
                  <a:pt x="1285875" y="238125"/>
                </a:lnTo>
                <a:lnTo>
                  <a:pt x="1285875" y="257175"/>
                </a:lnTo>
                <a:lnTo>
                  <a:pt x="1276350" y="257175"/>
                </a:lnTo>
                <a:lnTo>
                  <a:pt x="1276350" y="266700"/>
                </a:lnTo>
                <a:lnTo>
                  <a:pt x="1266825" y="266700"/>
                </a:lnTo>
                <a:lnTo>
                  <a:pt x="1266825" y="247650"/>
                </a:lnTo>
                <a:lnTo>
                  <a:pt x="1257300" y="247650"/>
                </a:lnTo>
                <a:close/>
                <a:moveTo>
                  <a:pt x="1590675" y="247650"/>
                </a:moveTo>
                <a:lnTo>
                  <a:pt x="1600200" y="247650"/>
                </a:lnTo>
                <a:lnTo>
                  <a:pt x="1600200" y="257175"/>
                </a:lnTo>
                <a:lnTo>
                  <a:pt x="1590675" y="257175"/>
                </a:lnTo>
                <a:close/>
                <a:moveTo>
                  <a:pt x="1228725" y="257175"/>
                </a:moveTo>
                <a:lnTo>
                  <a:pt x="1238250" y="257175"/>
                </a:lnTo>
                <a:lnTo>
                  <a:pt x="1238250" y="266700"/>
                </a:lnTo>
                <a:lnTo>
                  <a:pt x="1228725" y="266700"/>
                </a:lnTo>
                <a:close/>
                <a:moveTo>
                  <a:pt x="1381125" y="266700"/>
                </a:moveTo>
                <a:lnTo>
                  <a:pt x="1390650" y="266700"/>
                </a:lnTo>
                <a:lnTo>
                  <a:pt x="1390650" y="276225"/>
                </a:lnTo>
                <a:lnTo>
                  <a:pt x="1381125" y="276225"/>
                </a:lnTo>
                <a:close/>
                <a:moveTo>
                  <a:pt x="476250" y="276225"/>
                </a:moveTo>
                <a:lnTo>
                  <a:pt x="485775" y="276225"/>
                </a:lnTo>
                <a:lnTo>
                  <a:pt x="485775" y="285750"/>
                </a:lnTo>
                <a:lnTo>
                  <a:pt x="476250" y="285750"/>
                </a:lnTo>
                <a:close/>
                <a:moveTo>
                  <a:pt x="1171575" y="276225"/>
                </a:moveTo>
                <a:lnTo>
                  <a:pt x="1181100" y="276225"/>
                </a:lnTo>
                <a:lnTo>
                  <a:pt x="1181100" y="285750"/>
                </a:lnTo>
                <a:lnTo>
                  <a:pt x="1190625" y="285750"/>
                </a:lnTo>
                <a:lnTo>
                  <a:pt x="1190625" y="304800"/>
                </a:lnTo>
                <a:lnTo>
                  <a:pt x="1171575" y="304800"/>
                </a:lnTo>
                <a:close/>
                <a:moveTo>
                  <a:pt x="142875" y="285750"/>
                </a:moveTo>
                <a:lnTo>
                  <a:pt x="152400" y="285750"/>
                </a:lnTo>
                <a:lnTo>
                  <a:pt x="152400" y="295275"/>
                </a:lnTo>
                <a:lnTo>
                  <a:pt x="142875" y="295275"/>
                </a:lnTo>
                <a:close/>
                <a:moveTo>
                  <a:pt x="1438275" y="285750"/>
                </a:moveTo>
                <a:lnTo>
                  <a:pt x="1447800" y="285750"/>
                </a:lnTo>
                <a:lnTo>
                  <a:pt x="1447800" y="295275"/>
                </a:lnTo>
                <a:lnTo>
                  <a:pt x="1438275" y="295275"/>
                </a:lnTo>
                <a:close/>
                <a:moveTo>
                  <a:pt x="152400" y="295275"/>
                </a:moveTo>
                <a:lnTo>
                  <a:pt x="161925" y="295275"/>
                </a:lnTo>
                <a:lnTo>
                  <a:pt x="161925" y="304800"/>
                </a:lnTo>
                <a:lnTo>
                  <a:pt x="152400" y="304800"/>
                </a:lnTo>
                <a:close/>
                <a:moveTo>
                  <a:pt x="419100" y="295275"/>
                </a:moveTo>
                <a:lnTo>
                  <a:pt x="428625" y="295275"/>
                </a:lnTo>
                <a:lnTo>
                  <a:pt x="428625" y="304800"/>
                </a:lnTo>
                <a:lnTo>
                  <a:pt x="419100" y="304800"/>
                </a:lnTo>
                <a:close/>
                <a:moveTo>
                  <a:pt x="1485900" y="295275"/>
                </a:moveTo>
                <a:lnTo>
                  <a:pt x="1495425" y="295275"/>
                </a:lnTo>
                <a:lnTo>
                  <a:pt x="1495425" y="304800"/>
                </a:lnTo>
                <a:lnTo>
                  <a:pt x="1485900" y="304800"/>
                </a:lnTo>
                <a:close/>
                <a:moveTo>
                  <a:pt x="133350" y="304800"/>
                </a:moveTo>
                <a:lnTo>
                  <a:pt x="142875" y="304800"/>
                </a:lnTo>
                <a:lnTo>
                  <a:pt x="142875" y="314325"/>
                </a:lnTo>
                <a:lnTo>
                  <a:pt x="133350" y="314325"/>
                </a:lnTo>
                <a:close/>
                <a:moveTo>
                  <a:pt x="400050" y="304800"/>
                </a:moveTo>
                <a:lnTo>
                  <a:pt x="419100" y="304800"/>
                </a:lnTo>
                <a:lnTo>
                  <a:pt x="419100" y="314325"/>
                </a:lnTo>
                <a:lnTo>
                  <a:pt x="400050" y="314325"/>
                </a:lnTo>
                <a:close/>
                <a:moveTo>
                  <a:pt x="514350" y="304800"/>
                </a:moveTo>
                <a:lnTo>
                  <a:pt x="523875" y="304800"/>
                </a:lnTo>
                <a:lnTo>
                  <a:pt x="523875" y="314325"/>
                </a:lnTo>
                <a:lnTo>
                  <a:pt x="514350" y="314325"/>
                </a:lnTo>
                <a:close/>
                <a:moveTo>
                  <a:pt x="152400" y="314325"/>
                </a:moveTo>
                <a:lnTo>
                  <a:pt x="161925" y="314325"/>
                </a:lnTo>
                <a:lnTo>
                  <a:pt x="161925" y="323850"/>
                </a:lnTo>
                <a:lnTo>
                  <a:pt x="152400" y="323850"/>
                </a:lnTo>
                <a:close/>
                <a:moveTo>
                  <a:pt x="276225" y="314325"/>
                </a:moveTo>
                <a:lnTo>
                  <a:pt x="295275" y="314325"/>
                </a:lnTo>
                <a:lnTo>
                  <a:pt x="295275" y="323850"/>
                </a:lnTo>
                <a:lnTo>
                  <a:pt x="276225" y="323850"/>
                </a:lnTo>
                <a:close/>
                <a:moveTo>
                  <a:pt x="504825" y="314325"/>
                </a:moveTo>
                <a:lnTo>
                  <a:pt x="514350" y="314325"/>
                </a:lnTo>
                <a:lnTo>
                  <a:pt x="514350" y="323850"/>
                </a:lnTo>
                <a:lnTo>
                  <a:pt x="504825" y="323850"/>
                </a:lnTo>
                <a:close/>
                <a:moveTo>
                  <a:pt x="600075" y="314325"/>
                </a:moveTo>
                <a:lnTo>
                  <a:pt x="628650" y="314325"/>
                </a:lnTo>
                <a:lnTo>
                  <a:pt x="628650" y="323850"/>
                </a:lnTo>
                <a:lnTo>
                  <a:pt x="609600" y="323850"/>
                </a:lnTo>
                <a:lnTo>
                  <a:pt x="609600" y="333375"/>
                </a:lnTo>
                <a:lnTo>
                  <a:pt x="542925" y="333375"/>
                </a:lnTo>
                <a:lnTo>
                  <a:pt x="542925" y="323850"/>
                </a:lnTo>
                <a:lnTo>
                  <a:pt x="600075" y="323850"/>
                </a:lnTo>
                <a:close/>
                <a:moveTo>
                  <a:pt x="476250" y="323850"/>
                </a:moveTo>
                <a:lnTo>
                  <a:pt x="485775" y="323850"/>
                </a:lnTo>
                <a:lnTo>
                  <a:pt x="485775" y="333375"/>
                </a:lnTo>
                <a:lnTo>
                  <a:pt x="476250" y="333375"/>
                </a:lnTo>
                <a:close/>
                <a:moveTo>
                  <a:pt x="647700" y="323850"/>
                </a:moveTo>
                <a:lnTo>
                  <a:pt x="666750" y="323850"/>
                </a:lnTo>
                <a:lnTo>
                  <a:pt x="666750" y="342900"/>
                </a:lnTo>
                <a:lnTo>
                  <a:pt x="685800" y="342900"/>
                </a:lnTo>
                <a:lnTo>
                  <a:pt x="685800" y="333375"/>
                </a:lnTo>
                <a:lnTo>
                  <a:pt x="695325" y="333375"/>
                </a:lnTo>
                <a:lnTo>
                  <a:pt x="695325" y="342900"/>
                </a:lnTo>
                <a:lnTo>
                  <a:pt x="704850" y="342900"/>
                </a:lnTo>
                <a:lnTo>
                  <a:pt x="704850" y="352425"/>
                </a:lnTo>
                <a:lnTo>
                  <a:pt x="657225" y="352425"/>
                </a:lnTo>
                <a:lnTo>
                  <a:pt x="657225" y="333375"/>
                </a:lnTo>
                <a:lnTo>
                  <a:pt x="647700" y="333375"/>
                </a:lnTo>
                <a:close/>
                <a:moveTo>
                  <a:pt x="809625" y="342900"/>
                </a:moveTo>
                <a:lnTo>
                  <a:pt x="828675" y="342900"/>
                </a:lnTo>
                <a:lnTo>
                  <a:pt x="828675" y="352425"/>
                </a:lnTo>
                <a:lnTo>
                  <a:pt x="809625" y="352425"/>
                </a:lnTo>
                <a:close/>
                <a:moveTo>
                  <a:pt x="914400" y="352425"/>
                </a:moveTo>
                <a:lnTo>
                  <a:pt x="923925" y="352425"/>
                </a:lnTo>
                <a:lnTo>
                  <a:pt x="923925" y="361950"/>
                </a:lnTo>
                <a:lnTo>
                  <a:pt x="914400" y="361950"/>
                </a:lnTo>
                <a:close/>
                <a:moveTo>
                  <a:pt x="1047750" y="352425"/>
                </a:moveTo>
                <a:lnTo>
                  <a:pt x="1057275" y="352425"/>
                </a:lnTo>
                <a:lnTo>
                  <a:pt x="1057275" y="361950"/>
                </a:lnTo>
                <a:lnTo>
                  <a:pt x="1047750" y="361950"/>
                </a:lnTo>
                <a:close/>
                <a:moveTo>
                  <a:pt x="1066800" y="352425"/>
                </a:moveTo>
                <a:lnTo>
                  <a:pt x="1076325" y="352425"/>
                </a:lnTo>
                <a:lnTo>
                  <a:pt x="1076325" y="371475"/>
                </a:lnTo>
                <a:lnTo>
                  <a:pt x="1066800" y="371475"/>
                </a:lnTo>
                <a:close/>
                <a:moveTo>
                  <a:pt x="1162050" y="352425"/>
                </a:moveTo>
                <a:lnTo>
                  <a:pt x="1171575" y="352425"/>
                </a:lnTo>
                <a:lnTo>
                  <a:pt x="1171575" y="381000"/>
                </a:lnTo>
                <a:lnTo>
                  <a:pt x="1162050" y="381000"/>
                </a:lnTo>
                <a:close/>
                <a:moveTo>
                  <a:pt x="790575" y="361950"/>
                </a:moveTo>
                <a:lnTo>
                  <a:pt x="809625" y="361950"/>
                </a:lnTo>
                <a:lnTo>
                  <a:pt x="809625" y="371475"/>
                </a:lnTo>
                <a:lnTo>
                  <a:pt x="790575" y="371475"/>
                </a:lnTo>
                <a:close/>
                <a:moveTo>
                  <a:pt x="923925" y="361950"/>
                </a:moveTo>
                <a:lnTo>
                  <a:pt x="942975" y="361950"/>
                </a:lnTo>
                <a:lnTo>
                  <a:pt x="942975" y="371475"/>
                </a:lnTo>
                <a:lnTo>
                  <a:pt x="952500" y="371475"/>
                </a:lnTo>
                <a:lnTo>
                  <a:pt x="952500" y="361950"/>
                </a:lnTo>
                <a:lnTo>
                  <a:pt x="971550" y="361950"/>
                </a:lnTo>
                <a:lnTo>
                  <a:pt x="971550" y="371475"/>
                </a:lnTo>
                <a:lnTo>
                  <a:pt x="962025" y="371475"/>
                </a:lnTo>
                <a:lnTo>
                  <a:pt x="962025" y="390525"/>
                </a:lnTo>
                <a:lnTo>
                  <a:pt x="923925" y="390525"/>
                </a:lnTo>
                <a:lnTo>
                  <a:pt x="923925" y="381000"/>
                </a:lnTo>
                <a:lnTo>
                  <a:pt x="933450" y="381000"/>
                </a:lnTo>
                <a:lnTo>
                  <a:pt x="933450" y="371475"/>
                </a:lnTo>
                <a:lnTo>
                  <a:pt x="923925" y="371475"/>
                </a:lnTo>
                <a:close/>
                <a:moveTo>
                  <a:pt x="1019175" y="361950"/>
                </a:moveTo>
                <a:lnTo>
                  <a:pt x="1028700" y="361950"/>
                </a:lnTo>
                <a:lnTo>
                  <a:pt x="1028700" y="371475"/>
                </a:lnTo>
                <a:lnTo>
                  <a:pt x="1019175" y="371475"/>
                </a:lnTo>
                <a:close/>
                <a:moveTo>
                  <a:pt x="1038225" y="361950"/>
                </a:moveTo>
                <a:lnTo>
                  <a:pt x="1047750" y="361950"/>
                </a:lnTo>
                <a:lnTo>
                  <a:pt x="1047750" y="371475"/>
                </a:lnTo>
                <a:lnTo>
                  <a:pt x="1038225" y="371475"/>
                </a:lnTo>
                <a:close/>
                <a:moveTo>
                  <a:pt x="1228725" y="361950"/>
                </a:moveTo>
                <a:lnTo>
                  <a:pt x="1247775" y="361950"/>
                </a:lnTo>
                <a:lnTo>
                  <a:pt x="1247775" y="371475"/>
                </a:lnTo>
                <a:lnTo>
                  <a:pt x="1228725" y="371475"/>
                </a:lnTo>
                <a:close/>
                <a:moveTo>
                  <a:pt x="180975" y="371475"/>
                </a:moveTo>
                <a:lnTo>
                  <a:pt x="190500" y="371475"/>
                </a:lnTo>
                <a:lnTo>
                  <a:pt x="190500" y="381000"/>
                </a:lnTo>
                <a:lnTo>
                  <a:pt x="180975" y="381000"/>
                </a:lnTo>
                <a:close/>
                <a:moveTo>
                  <a:pt x="647700" y="371475"/>
                </a:moveTo>
                <a:lnTo>
                  <a:pt x="657225" y="371475"/>
                </a:lnTo>
                <a:lnTo>
                  <a:pt x="657225" y="390525"/>
                </a:lnTo>
                <a:lnTo>
                  <a:pt x="647700" y="390525"/>
                </a:lnTo>
                <a:close/>
                <a:moveTo>
                  <a:pt x="981075" y="371475"/>
                </a:moveTo>
                <a:lnTo>
                  <a:pt x="1000125" y="371475"/>
                </a:lnTo>
                <a:lnTo>
                  <a:pt x="1000125" y="390525"/>
                </a:lnTo>
                <a:lnTo>
                  <a:pt x="981075" y="390525"/>
                </a:lnTo>
                <a:close/>
                <a:moveTo>
                  <a:pt x="1190625" y="371475"/>
                </a:moveTo>
                <a:lnTo>
                  <a:pt x="1200150" y="371475"/>
                </a:lnTo>
                <a:lnTo>
                  <a:pt x="1200150" y="381000"/>
                </a:lnTo>
                <a:lnTo>
                  <a:pt x="1190625" y="381000"/>
                </a:lnTo>
                <a:close/>
                <a:moveTo>
                  <a:pt x="190500" y="381000"/>
                </a:moveTo>
                <a:lnTo>
                  <a:pt x="209550" y="381000"/>
                </a:lnTo>
                <a:lnTo>
                  <a:pt x="209550" y="390525"/>
                </a:lnTo>
                <a:lnTo>
                  <a:pt x="190500" y="390525"/>
                </a:lnTo>
                <a:close/>
                <a:moveTo>
                  <a:pt x="514350" y="381000"/>
                </a:moveTo>
                <a:lnTo>
                  <a:pt x="523875" y="381000"/>
                </a:lnTo>
                <a:lnTo>
                  <a:pt x="523875" y="390525"/>
                </a:lnTo>
                <a:lnTo>
                  <a:pt x="514350" y="390525"/>
                </a:lnTo>
                <a:close/>
                <a:moveTo>
                  <a:pt x="1047750" y="381000"/>
                </a:moveTo>
                <a:lnTo>
                  <a:pt x="1057275" y="381000"/>
                </a:lnTo>
                <a:lnTo>
                  <a:pt x="1057275" y="390525"/>
                </a:lnTo>
                <a:lnTo>
                  <a:pt x="1047750" y="390525"/>
                </a:lnTo>
                <a:close/>
                <a:moveTo>
                  <a:pt x="1228725" y="381000"/>
                </a:moveTo>
                <a:lnTo>
                  <a:pt x="1238250" y="381000"/>
                </a:lnTo>
                <a:lnTo>
                  <a:pt x="1238250" y="390525"/>
                </a:lnTo>
                <a:lnTo>
                  <a:pt x="1228725" y="390525"/>
                </a:lnTo>
                <a:close/>
                <a:moveTo>
                  <a:pt x="400050" y="390525"/>
                </a:moveTo>
                <a:lnTo>
                  <a:pt x="419100" y="390525"/>
                </a:lnTo>
                <a:lnTo>
                  <a:pt x="419100" y="400050"/>
                </a:lnTo>
                <a:lnTo>
                  <a:pt x="400050" y="400050"/>
                </a:lnTo>
                <a:close/>
                <a:moveTo>
                  <a:pt x="657225" y="390525"/>
                </a:moveTo>
                <a:lnTo>
                  <a:pt x="666750" y="390525"/>
                </a:lnTo>
                <a:lnTo>
                  <a:pt x="666750" y="400050"/>
                </a:lnTo>
                <a:lnTo>
                  <a:pt x="657225" y="400050"/>
                </a:lnTo>
                <a:close/>
                <a:moveTo>
                  <a:pt x="962025" y="390525"/>
                </a:moveTo>
                <a:lnTo>
                  <a:pt x="981075" y="390525"/>
                </a:lnTo>
                <a:lnTo>
                  <a:pt x="981075" y="400050"/>
                </a:lnTo>
                <a:lnTo>
                  <a:pt x="962025" y="400050"/>
                </a:lnTo>
                <a:close/>
                <a:moveTo>
                  <a:pt x="1000125" y="390525"/>
                </a:moveTo>
                <a:lnTo>
                  <a:pt x="1047750" y="390525"/>
                </a:lnTo>
                <a:lnTo>
                  <a:pt x="1047750" y="400050"/>
                </a:lnTo>
                <a:lnTo>
                  <a:pt x="1019175" y="400050"/>
                </a:lnTo>
                <a:lnTo>
                  <a:pt x="1019175" y="419100"/>
                </a:lnTo>
                <a:lnTo>
                  <a:pt x="1000125" y="419100"/>
                </a:lnTo>
                <a:close/>
                <a:moveTo>
                  <a:pt x="123825" y="409575"/>
                </a:moveTo>
                <a:lnTo>
                  <a:pt x="152400" y="409575"/>
                </a:lnTo>
                <a:lnTo>
                  <a:pt x="152400" y="419100"/>
                </a:lnTo>
                <a:lnTo>
                  <a:pt x="123825" y="419100"/>
                </a:lnTo>
                <a:close/>
                <a:moveTo>
                  <a:pt x="161925" y="409575"/>
                </a:moveTo>
                <a:lnTo>
                  <a:pt x="171450" y="409575"/>
                </a:lnTo>
                <a:lnTo>
                  <a:pt x="171450" y="419100"/>
                </a:lnTo>
                <a:lnTo>
                  <a:pt x="161925" y="419100"/>
                </a:lnTo>
                <a:close/>
                <a:moveTo>
                  <a:pt x="419100" y="409575"/>
                </a:moveTo>
                <a:lnTo>
                  <a:pt x="428625" y="409575"/>
                </a:lnTo>
                <a:lnTo>
                  <a:pt x="428625" y="419100"/>
                </a:lnTo>
                <a:lnTo>
                  <a:pt x="419100" y="419100"/>
                </a:lnTo>
                <a:close/>
                <a:moveTo>
                  <a:pt x="1123950" y="409575"/>
                </a:moveTo>
                <a:lnTo>
                  <a:pt x="1133475" y="409575"/>
                </a:lnTo>
                <a:lnTo>
                  <a:pt x="1133475" y="428625"/>
                </a:lnTo>
                <a:lnTo>
                  <a:pt x="1114425" y="428625"/>
                </a:lnTo>
                <a:lnTo>
                  <a:pt x="1114425" y="419100"/>
                </a:lnTo>
                <a:lnTo>
                  <a:pt x="1123950" y="419100"/>
                </a:lnTo>
                <a:close/>
                <a:moveTo>
                  <a:pt x="1676400" y="428625"/>
                </a:moveTo>
                <a:lnTo>
                  <a:pt x="1695450" y="428625"/>
                </a:lnTo>
                <a:lnTo>
                  <a:pt x="1695450" y="438150"/>
                </a:lnTo>
                <a:lnTo>
                  <a:pt x="1685925" y="438150"/>
                </a:lnTo>
                <a:lnTo>
                  <a:pt x="1685925" y="457200"/>
                </a:lnTo>
                <a:lnTo>
                  <a:pt x="1676400" y="457200"/>
                </a:lnTo>
                <a:close/>
                <a:moveTo>
                  <a:pt x="1066800" y="466725"/>
                </a:moveTo>
                <a:lnTo>
                  <a:pt x="1076325" y="466725"/>
                </a:lnTo>
                <a:lnTo>
                  <a:pt x="1076325" y="485775"/>
                </a:lnTo>
                <a:lnTo>
                  <a:pt x="1066800" y="485775"/>
                </a:lnTo>
                <a:close/>
                <a:moveTo>
                  <a:pt x="1685925" y="466725"/>
                </a:moveTo>
                <a:lnTo>
                  <a:pt x="1695450" y="466725"/>
                </a:lnTo>
                <a:lnTo>
                  <a:pt x="1695450" y="485775"/>
                </a:lnTo>
                <a:lnTo>
                  <a:pt x="1685925" y="485775"/>
                </a:lnTo>
                <a:close/>
                <a:moveTo>
                  <a:pt x="885825" y="476250"/>
                </a:moveTo>
                <a:lnTo>
                  <a:pt x="895350" y="476250"/>
                </a:lnTo>
                <a:lnTo>
                  <a:pt x="895350" y="485775"/>
                </a:lnTo>
                <a:lnTo>
                  <a:pt x="885825" y="485775"/>
                </a:lnTo>
                <a:close/>
                <a:moveTo>
                  <a:pt x="904875" y="476250"/>
                </a:moveTo>
                <a:lnTo>
                  <a:pt x="933450" y="476250"/>
                </a:lnTo>
                <a:lnTo>
                  <a:pt x="933450" y="485775"/>
                </a:lnTo>
                <a:lnTo>
                  <a:pt x="904875" y="485775"/>
                </a:lnTo>
                <a:close/>
                <a:moveTo>
                  <a:pt x="714375" y="485775"/>
                </a:moveTo>
                <a:lnTo>
                  <a:pt x="723900" y="485775"/>
                </a:lnTo>
                <a:lnTo>
                  <a:pt x="723900" y="495300"/>
                </a:lnTo>
                <a:lnTo>
                  <a:pt x="714375" y="495300"/>
                </a:lnTo>
                <a:close/>
                <a:moveTo>
                  <a:pt x="114300" y="495300"/>
                </a:moveTo>
                <a:lnTo>
                  <a:pt x="123825" y="495300"/>
                </a:lnTo>
                <a:lnTo>
                  <a:pt x="123825" y="504825"/>
                </a:lnTo>
                <a:lnTo>
                  <a:pt x="133350" y="504825"/>
                </a:lnTo>
                <a:lnTo>
                  <a:pt x="133350" y="495300"/>
                </a:lnTo>
                <a:lnTo>
                  <a:pt x="142875" y="495300"/>
                </a:lnTo>
                <a:lnTo>
                  <a:pt x="142875" y="514350"/>
                </a:lnTo>
                <a:lnTo>
                  <a:pt x="133350" y="514350"/>
                </a:lnTo>
                <a:lnTo>
                  <a:pt x="133350" y="533400"/>
                </a:lnTo>
                <a:lnTo>
                  <a:pt x="123825" y="533400"/>
                </a:lnTo>
                <a:lnTo>
                  <a:pt x="123825" y="514350"/>
                </a:lnTo>
                <a:lnTo>
                  <a:pt x="114300" y="514350"/>
                </a:lnTo>
                <a:close/>
                <a:moveTo>
                  <a:pt x="285750" y="495300"/>
                </a:moveTo>
                <a:lnTo>
                  <a:pt x="295275" y="495300"/>
                </a:lnTo>
                <a:lnTo>
                  <a:pt x="295275" y="514350"/>
                </a:lnTo>
                <a:lnTo>
                  <a:pt x="285750" y="514350"/>
                </a:lnTo>
                <a:close/>
                <a:moveTo>
                  <a:pt x="819150" y="495300"/>
                </a:moveTo>
                <a:lnTo>
                  <a:pt x="838200" y="495300"/>
                </a:lnTo>
                <a:lnTo>
                  <a:pt x="838200" y="504825"/>
                </a:lnTo>
                <a:lnTo>
                  <a:pt x="819150" y="504825"/>
                </a:lnTo>
                <a:close/>
                <a:moveTo>
                  <a:pt x="914400" y="495300"/>
                </a:moveTo>
                <a:lnTo>
                  <a:pt x="923925" y="495300"/>
                </a:lnTo>
                <a:lnTo>
                  <a:pt x="923925" y="504825"/>
                </a:lnTo>
                <a:lnTo>
                  <a:pt x="914400" y="504825"/>
                </a:lnTo>
                <a:close/>
                <a:moveTo>
                  <a:pt x="981075" y="495300"/>
                </a:moveTo>
                <a:lnTo>
                  <a:pt x="1000125" y="495300"/>
                </a:lnTo>
                <a:lnTo>
                  <a:pt x="1000125" y="504825"/>
                </a:lnTo>
                <a:lnTo>
                  <a:pt x="981075" y="504825"/>
                </a:lnTo>
                <a:close/>
                <a:moveTo>
                  <a:pt x="1685925" y="495300"/>
                </a:moveTo>
                <a:lnTo>
                  <a:pt x="1695450" y="495300"/>
                </a:lnTo>
                <a:lnTo>
                  <a:pt x="1695450" y="504825"/>
                </a:lnTo>
                <a:lnTo>
                  <a:pt x="1685925" y="504825"/>
                </a:lnTo>
                <a:close/>
                <a:moveTo>
                  <a:pt x="304800" y="504825"/>
                </a:moveTo>
                <a:lnTo>
                  <a:pt x="314325" y="504825"/>
                </a:lnTo>
                <a:lnTo>
                  <a:pt x="314325" y="542925"/>
                </a:lnTo>
                <a:lnTo>
                  <a:pt x="295275" y="542925"/>
                </a:lnTo>
                <a:lnTo>
                  <a:pt x="295275" y="552450"/>
                </a:lnTo>
                <a:lnTo>
                  <a:pt x="304800" y="552450"/>
                </a:lnTo>
                <a:lnTo>
                  <a:pt x="304800" y="561975"/>
                </a:lnTo>
                <a:lnTo>
                  <a:pt x="295275" y="561975"/>
                </a:lnTo>
                <a:lnTo>
                  <a:pt x="295275" y="571500"/>
                </a:lnTo>
                <a:lnTo>
                  <a:pt x="314325" y="571500"/>
                </a:lnTo>
                <a:lnTo>
                  <a:pt x="314325" y="581025"/>
                </a:lnTo>
                <a:lnTo>
                  <a:pt x="304800" y="581025"/>
                </a:lnTo>
                <a:lnTo>
                  <a:pt x="304800" y="590550"/>
                </a:lnTo>
                <a:lnTo>
                  <a:pt x="266700" y="590550"/>
                </a:lnTo>
                <a:lnTo>
                  <a:pt x="266700" y="571500"/>
                </a:lnTo>
                <a:lnTo>
                  <a:pt x="247650" y="571500"/>
                </a:lnTo>
                <a:lnTo>
                  <a:pt x="247650" y="590550"/>
                </a:lnTo>
                <a:lnTo>
                  <a:pt x="257175" y="590550"/>
                </a:lnTo>
                <a:lnTo>
                  <a:pt x="257175" y="600075"/>
                </a:lnTo>
                <a:lnTo>
                  <a:pt x="247650" y="600075"/>
                </a:lnTo>
                <a:lnTo>
                  <a:pt x="247650" y="609600"/>
                </a:lnTo>
                <a:lnTo>
                  <a:pt x="238125" y="609600"/>
                </a:lnTo>
                <a:lnTo>
                  <a:pt x="238125" y="619125"/>
                </a:lnTo>
                <a:lnTo>
                  <a:pt x="228600" y="619125"/>
                </a:lnTo>
                <a:lnTo>
                  <a:pt x="228600" y="590550"/>
                </a:lnTo>
                <a:lnTo>
                  <a:pt x="209550" y="590550"/>
                </a:lnTo>
                <a:lnTo>
                  <a:pt x="209550" y="571500"/>
                </a:lnTo>
                <a:lnTo>
                  <a:pt x="228600" y="571500"/>
                </a:lnTo>
                <a:lnTo>
                  <a:pt x="228600" y="561975"/>
                </a:lnTo>
                <a:lnTo>
                  <a:pt x="219075" y="561975"/>
                </a:lnTo>
                <a:lnTo>
                  <a:pt x="219075" y="533400"/>
                </a:lnTo>
                <a:lnTo>
                  <a:pt x="209550" y="533400"/>
                </a:lnTo>
                <a:lnTo>
                  <a:pt x="209550" y="523875"/>
                </a:lnTo>
                <a:lnTo>
                  <a:pt x="219075" y="523875"/>
                </a:lnTo>
                <a:lnTo>
                  <a:pt x="219075" y="533400"/>
                </a:lnTo>
                <a:lnTo>
                  <a:pt x="238125" y="533400"/>
                </a:lnTo>
                <a:lnTo>
                  <a:pt x="238125" y="552450"/>
                </a:lnTo>
                <a:lnTo>
                  <a:pt x="247650" y="552450"/>
                </a:lnTo>
                <a:lnTo>
                  <a:pt x="247650" y="561975"/>
                </a:lnTo>
                <a:lnTo>
                  <a:pt x="257175" y="561975"/>
                </a:lnTo>
                <a:lnTo>
                  <a:pt x="257175" y="533400"/>
                </a:lnTo>
                <a:lnTo>
                  <a:pt x="266700" y="533400"/>
                </a:lnTo>
                <a:lnTo>
                  <a:pt x="266700" y="552450"/>
                </a:lnTo>
                <a:lnTo>
                  <a:pt x="276225" y="552450"/>
                </a:lnTo>
                <a:lnTo>
                  <a:pt x="276225" y="523875"/>
                </a:lnTo>
                <a:lnTo>
                  <a:pt x="285750" y="523875"/>
                </a:lnTo>
                <a:lnTo>
                  <a:pt x="285750" y="533400"/>
                </a:lnTo>
                <a:lnTo>
                  <a:pt x="304800" y="533400"/>
                </a:lnTo>
                <a:close/>
                <a:moveTo>
                  <a:pt x="885825" y="504825"/>
                </a:moveTo>
                <a:lnTo>
                  <a:pt x="895350" y="504825"/>
                </a:lnTo>
                <a:lnTo>
                  <a:pt x="895350" y="514350"/>
                </a:lnTo>
                <a:lnTo>
                  <a:pt x="885825" y="514350"/>
                </a:lnTo>
                <a:close/>
                <a:moveTo>
                  <a:pt x="171450" y="514350"/>
                </a:moveTo>
                <a:lnTo>
                  <a:pt x="180975" y="514350"/>
                </a:lnTo>
                <a:lnTo>
                  <a:pt x="180975" y="542925"/>
                </a:lnTo>
                <a:lnTo>
                  <a:pt x="171450" y="542925"/>
                </a:lnTo>
                <a:close/>
                <a:moveTo>
                  <a:pt x="600075" y="514350"/>
                </a:moveTo>
                <a:lnTo>
                  <a:pt x="609600" y="514350"/>
                </a:lnTo>
                <a:lnTo>
                  <a:pt x="609600" y="533400"/>
                </a:lnTo>
                <a:lnTo>
                  <a:pt x="600075" y="533400"/>
                </a:lnTo>
                <a:lnTo>
                  <a:pt x="600075" y="542925"/>
                </a:lnTo>
                <a:lnTo>
                  <a:pt x="590550" y="542925"/>
                </a:lnTo>
                <a:lnTo>
                  <a:pt x="590550" y="552450"/>
                </a:lnTo>
                <a:lnTo>
                  <a:pt x="571500" y="552450"/>
                </a:lnTo>
                <a:lnTo>
                  <a:pt x="571500" y="533400"/>
                </a:lnTo>
                <a:lnTo>
                  <a:pt x="590550" y="533400"/>
                </a:lnTo>
                <a:lnTo>
                  <a:pt x="590550" y="523875"/>
                </a:lnTo>
                <a:lnTo>
                  <a:pt x="600075" y="523875"/>
                </a:lnTo>
                <a:close/>
                <a:moveTo>
                  <a:pt x="876300" y="514350"/>
                </a:moveTo>
                <a:lnTo>
                  <a:pt x="885825" y="514350"/>
                </a:lnTo>
                <a:lnTo>
                  <a:pt x="885825" y="552450"/>
                </a:lnTo>
                <a:lnTo>
                  <a:pt x="876300" y="552450"/>
                </a:lnTo>
                <a:lnTo>
                  <a:pt x="876300" y="542925"/>
                </a:lnTo>
                <a:lnTo>
                  <a:pt x="866775" y="542925"/>
                </a:lnTo>
                <a:lnTo>
                  <a:pt x="866775" y="533400"/>
                </a:lnTo>
                <a:lnTo>
                  <a:pt x="876300" y="533400"/>
                </a:lnTo>
                <a:close/>
                <a:moveTo>
                  <a:pt x="962025" y="523875"/>
                </a:moveTo>
                <a:lnTo>
                  <a:pt x="981075" y="523875"/>
                </a:lnTo>
                <a:lnTo>
                  <a:pt x="981075" y="542925"/>
                </a:lnTo>
                <a:lnTo>
                  <a:pt x="990600" y="542925"/>
                </a:lnTo>
                <a:lnTo>
                  <a:pt x="990600" y="571500"/>
                </a:lnTo>
                <a:lnTo>
                  <a:pt x="952500" y="571500"/>
                </a:lnTo>
                <a:lnTo>
                  <a:pt x="952500" y="561975"/>
                </a:lnTo>
                <a:lnTo>
                  <a:pt x="933450" y="561975"/>
                </a:lnTo>
                <a:lnTo>
                  <a:pt x="933450" y="571500"/>
                </a:lnTo>
                <a:lnTo>
                  <a:pt x="904875" y="571500"/>
                </a:lnTo>
                <a:lnTo>
                  <a:pt x="904875" y="552450"/>
                </a:lnTo>
                <a:lnTo>
                  <a:pt x="914400" y="552450"/>
                </a:lnTo>
                <a:lnTo>
                  <a:pt x="914400" y="561975"/>
                </a:lnTo>
                <a:lnTo>
                  <a:pt x="923925" y="561975"/>
                </a:lnTo>
                <a:lnTo>
                  <a:pt x="923925" y="552450"/>
                </a:lnTo>
                <a:lnTo>
                  <a:pt x="962025" y="552450"/>
                </a:lnTo>
                <a:close/>
                <a:moveTo>
                  <a:pt x="1133475" y="533400"/>
                </a:moveTo>
                <a:lnTo>
                  <a:pt x="1143000" y="533400"/>
                </a:lnTo>
                <a:lnTo>
                  <a:pt x="1143000" y="542925"/>
                </a:lnTo>
                <a:lnTo>
                  <a:pt x="1133475" y="542925"/>
                </a:lnTo>
                <a:close/>
                <a:moveTo>
                  <a:pt x="1685925" y="533400"/>
                </a:moveTo>
                <a:lnTo>
                  <a:pt x="1695450" y="533400"/>
                </a:lnTo>
                <a:lnTo>
                  <a:pt x="1695450" y="542925"/>
                </a:lnTo>
                <a:lnTo>
                  <a:pt x="1685925" y="542925"/>
                </a:lnTo>
                <a:close/>
                <a:moveTo>
                  <a:pt x="333375" y="542925"/>
                </a:moveTo>
                <a:lnTo>
                  <a:pt x="342900" y="542925"/>
                </a:lnTo>
                <a:lnTo>
                  <a:pt x="342900" y="552450"/>
                </a:lnTo>
                <a:lnTo>
                  <a:pt x="333375" y="552450"/>
                </a:lnTo>
                <a:close/>
                <a:moveTo>
                  <a:pt x="457200" y="552450"/>
                </a:moveTo>
                <a:lnTo>
                  <a:pt x="485775" y="552450"/>
                </a:lnTo>
                <a:lnTo>
                  <a:pt x="485775" y="561975"/>
                </a:lnTo>
                <a:lnTo>
                  <a:pt x="476250" y="561975"/>
                </a:lnTo>
                <a:lnTo>
                  <a:pt x="476250" y="581025"/>
                </a:lnTo>
                <a:lnTo>
                  <a:pt x="466725" y="581025"/>
                </a:lnTo>
                <a:lnTo>
                  <a:pt x="466725" y="571500"/>
                </a:lnTo>
                <a:lnTo>
                  <a:pt x="457200" y="571500"/>
                </a:lnTo>
                <a:close/>
                <a:moveTo>
                  <a:pt x="885825" y="552450"/>
                </a:moveTo>
                <a:lnTo>
                  <a:pt x="895350" y="552450"/>
                </a:lnTo>
                <a:lnTo>
                  <a:pt x="895350" y="561975"/>
                </a:lnTo>
                <a:lnTo>
                  <a:pt x="885825" y="561975"/>
                </a:lnTo>
                <a:close/>
                <a:moveTo>
                  <a:pt x="161925" y="571500"/>
                </a:moveTo>
                <a:lnTo>
                  <a:pt x="171450" y="571500"/>
                </a:lnTo>
                <a:lnTo>
                  <a:pt x="171450" y="581025"/>
                </a:lnTo>
                <a:lnTo>
                  <a:pt x="190500" y="581025"/>
                </a:lnTo>
                <a:lnTo>
                  <a:pt x="190500" y="590550"/>
                </a:lnTo>
                <a:lnTo>
                  <a:pt x="180975" y="590550"/>
                </a:lnTo>
                <a:lnTo>
                  <a:pt x="180975" y="600075"/>
                </a:lnTo>
                <a:lnTo>
                  <a:pt x="171450" y="600075"/>
                </a:lnTo>
                <a:lnTo>
                  <a:pt x="171450" y="590550"/>
                </a:lnTo>
                <a:lnTo>
                  <a:pt x="161925" y="590550"/>
                </a:lnTo>
                <a:close/>
                <a:moveTo>
                  <a:pt x="990600" y="571500"/>
                </a:moveTo>
                <a:lnTo>
                  <a:pt x="1047750" y="571500"/>
                </a:lnTo>
                <a:lnTo>
                  <a:pt x="1047750" y="590550"/>
                </a:lnTo>
                <a:lnTo>
                  <a:pt x="1038225" y="590550"/>
                </a:lnTo>
                <a:lnTo>
                  <a:pt x="1038225" y="581025"/>
                </a:lnTo>
                <a:lnTo>
                  <a:pt x="990600" y="581025"/>
                </a:lnTo>
                <a:close/>
                <a:moveTo>
                  <a:pt x="400050" y="581025"/>
                </a:moveTo>
                <a:lnTo>
                  <a:pt x="409575" y="581025"/>
                </a:lnTo>
                <a:lnTo>
                  <a:pt x="409575" y="590550"/>
                </a:lnTo>
                <a:lnTo>
                  <a:pt x="400050" y="590550"/>
                </a:lnTo>
                <a:close/>
                <a:moveTo>
                  <a:pt x="704850" y="590550"/>
                </a:moveTo>
                <a:lnTo>
                  <a:pt x="723900" y="590550"/>
                </a:lnTo>
                <a:lnTo>
                  <a:pt x="723900" y="600075"/>
                </a:lnTo>
                <a:lnTo>
                  <a:pt x="714375" y="600075"/>
                </a:lnTo>
                <a:lnTo>
                  <a:pt x="714375" y="609600"/>
                </a:lnTo>
                <a:lnTo>
                  <a:pt x="695325" y="609600"/>
                </a:lnTo>
                <a:lnTo>
                  <a:pt x="695325" y="600075"/>
                </a:lnTo>
                <a:lnTo>
                  <a:pt x="704850" y="600075"/>
                </a:lnTo>
                <a:close/>
                <a:moveTo>
                  <a:pt x="1047750" y="590550"/>
                </a:moveTo>
                <a:lnTo>
                  <a:pt x="1057275" y="590550"/>
                </a:lnTo>
                <a:lnTo>
                  <a:pt x="1057275" y="600075"/>
                </a:lnTo>
                <a:lnTo>
                  <a:pt x="1047750" y="600075"/>
                </a:lnTo>
                <a:close/>
                <a:moveTo>
                  <a:pt x="1057275" y="600075"/>
                </a:moveTo>
                <a:lnTo>
                  <a:pt x="1066800" y="600075"/>
                </a:lnTo>
                <a:lnTo>
                  <a:pt x="1066800" y="609600"/>
                </a:lnTo>
                <a:lnTo>
                  <a:pt x="1057275" y="609600"/>
                </a:lnTo>
                <a:close/>
                <a:moveTo>
                  <a:pt x="438150" y="609600"/>
                </a:moveTo>
                <a:lnTo>
                  <a:pt x="457200" y="609600"/>
                </a:lnTo>
                <a:lnTo>
                  <a:pt x="457200" y="619125"/>
                </a:lnTo>
                <a:lnTo>
                  <a:pt x="447675" y="619125"/>
                </a:lnTo>
                <a:lnTo>
                  <a:pt x="447675" y="628650"/>
                </a:lnTo>
                <a:lnTo>
                  <a:pt x="438150" y="628650"/>
                </a:lnTo>
                <a:close/>
                <a:moveTo>
                  <a:pt x="495300" y="609600"/>
                </a:moveTo>
                <a:lnTo>
                  <a:pt x="523875" y="609600"/>
                </a:lnTo>
                <a:lnTo>
                  <a:pt x="523875" y="619125"/>
                </a:lnTo>
                <a:lnTo>
                  <a:pt x="533400" y="619125"/>
                </a:lnTo>
                <a:lnTo>
                  <a:pt x="533400" y="609600"/>
                </a:lnTo>
                <a:lnTo>
                  <a:pt x="542925" y="609600"/>
                </a:lnTo>
                <a:lnTo>
                  <a:pt x="542925" y="619125"/>
                </a:lnTo>
                <a:lnTo>
                  <a:pt x="552450" y="619125"/>
                </a:lnTo>
                <a:lnTo>
                  <a:pt x="552450" y="638175"/>
                </a:lnTo>
                <a:lnTo>
                  <a:pt x="533400" y="638175"/>
                </a:lnTo>
                <a:lnTo>
                  <a:pt x="533400" y="628650"/>
                </a:lnTo>
                <a:lnTo>
                  <a:pt x="514350" y="628650"/>
                </a:lnTo>
                <a:lnTo>
                  <a:pt x="514350" y="638175"/>
                </a:lnTo>
                <a:lnTo>
                  <a:pt x="504825" y="638175"/>
                </a:lnTo>
                <a:lnTo>
                  <a:pt x="504825" y="619125"/>
                </a:lnTo>
                <a:lnTo>
                  <a:pt x="495300" y="619125"/>
                </a:lnTo>
                <a:close/>
                <a:moveTo>
                  <a:pt x="1066800" y="609600"/>
                </a:moveTo>
                <a:lnTo>
                  <a:pt x="1076325" y="609600"/>
                </a:lnTo>
                <a:lnTo>
                  <a:pt x="1076325" y="619125"/>
                </a:lnTo>
                <a:lnTo>
                  <a:pt x="1066800" y="619125"/>
                </a:lnTo>
                <a:close/>
                <a:moveTo>
                  <a:pt x="1685925" y="609600"/>
                </a:moveTo>
                <a:lnTo>
                  <a:pt x="1695450" y="609600"/>
                </a:lnTo>
                <a:lnTo>
                  <a:pt x="1695450" y="638175"/>
                </a:lnTo>
                <a:lnTo>
                  <a:pt x="1685925" y="638175"/>
                </a:lnTo>
                <a:lnTo>
                  <a:pt x="1685925" y="628650"/>
                </a:lnTo>
                <a:lnTo>
                  <a:pt x="1647825" y="628650"/>
                </a:lnTo>
                <a:lnTo>
                  <a:pt x="1647825" y="619125"/>
                </a:lnTo>
                <a:lnTo>
                  <a:pt x="1685925" y="619125"/>
                </a:lnTo>
                <a:close/>
                <a:moveTo>
                  <a:pt x="219075" y="619125"/>
                </a:moveTo>
                <a:lnTo>
                  <a:pt x="228600" y="619125"/>
                </a:lnTo>
                <a:lnTo>
                  <a:pt x="228600" y="628650"/>
                </a:lnTo>
                <a:lnTo>
                  <a:pt x="219075" y="628650"/>
                </a:lnTo>
                <a:close/>
                <a:moveTo>
                  <a:pt x="400050" y="619125"/>
                </a:moveTo>
                <a:lnTo>
                  <a:pt x="419100" y="619125"/>
                </a:lnTo>
                <a:lnTo>
                  <a:pt x="419100" y="628650"/>
                </a:lnTo>
                <a:lnTo>
                  <a:pt x="400050" y="628650"/>
                </a:lnTo>
                <a:close/>
                <a:moveTo>
                  <a:pt x="485775" y="619125"/>
                </a:moveTo>
                <a:lnTo>
                  <a:pt x="495300" y="619125"/>
                </a:lnTo>
                <a:lnTo>
                  <a:pt x="495300" y="628650"/>
                </a:lnTo>
                <a:lnTo>
                  <a:pt x="485775" y="628650"/>
                </a:lnTo>
                <a:close/>
                <a:moveTo>
                  <a:pt x="419100" y="628650"/>
                </a:moveTo>
                <a:lnTo>
                  <a:pt x="428625" y="628650"/>
                </a:lnTo>
                <a:lnTo>
                  <a:pt x="428625" y="638175"/>
                </a:lnTo>
                <a:lnTo>
                  <a:pt x="419100" y="638175"/>
                </a:lnTo>
                <a:close/>
                <a:moveTo>
                  <a:pt x="1600200" y="628650"/>
                </a:moveTo>
                <a:lnTo>
                  <a:pt x="1609725" y="628650"/>
                </a:lnTo>
                <a:lnTo>
                  <a:pt x="1609725" y="647700"/>
                </a:lnTo>
                <a:lnTo>
                  <a:pt x="1571625" y="647700"/>
                </a:lnTo>
                <a:lnTo>
                  <a:pt x="1571625" y="638175"/>
                </a:lnTo>
                <a:lnTo>
                  <a:pt x="1600200" y="638175"/>
                </a:lnTo>
                <a:close/>
                <a:moveTo>
                  <a:pt x="1628775" y="628650"/>
                </a:moveTo>
                <a:lnTo>
                  <a:pt x="1638300" y="628650"/>
                </a:lnTo>
                <a:lnTo>
                  <a:pt x="1638300" y="638175"/>
                </a:lnTo>
                <a:lnTo>
                  <a:pt x="1628775" y="638175"/>
                </a:lnTo>
                <a:close/>
                <a:moveTo>
                  <a:pt x="495300" y="638175"/>
                </a:moveTo>
                <a:lnTo>
                  <a:pt x="504825" y="638175"/>
                </a:lnTo>
                <a:lnTo>
                  <a:pt x="504825" y="647700"/>
                </a:lnTo>
                <a:lnTo>
                  <a:pt x="495300" y="647700"/>
                </a:lnTo>
                <a:close/>
                <a:moveTo>
                  <a:pt x="752475" y="638175"/>
                </a:moveTo>
                <a:lnTo>
                  <a:pt x="762000" y="638175"/>
                </a:lnTo>
                <a:lnTo>
                  <a:pt x="762000" y="647700"/>
                </a:lnTo>
                <a:lnTo>
                  <a:pt x="752475" y="647700"/>
                </a:lnTo>
                <a:close/>
                <a:moveTo>
                  <a:pt x="962025" y="638175"/>
                </a:moveTo>
                <a:lnTo>
                  <a:pt x="981075" y="638175"/>
                </a:lnTo>
                <a:lnTo>
                  <a:pt x="981075" y="647700"/>
                </a:lnTo>
                <a:lnTo>
                  <a:pt x="962025" y="647700"/>
                </a:lnTo>
                <a:close/>
                <a:moveTo>
                  <a:pt x="1085850" y="638175"/>
                </a:moveTo>
                <a:lnTo>
                  <a:pt x="1095375" y="638175"/>
                </a:lnTo>
                <a:lnTo>
                  <a:pt x="1095375" y="657225"/>
                </a:lnTo>
                <a:lnTo>
                  <a:pt x="1085850" y="657225"/>
                </a:lnTo>
                <a:close/>
                <a:moveTo>
                  <a:pt x="1485900" y="638175"/>
                </a:moveTo>
                <a:lnTo>
                  <a:pt x="1514475" y="638175"/>
                </a:lnTo>
                <a:lnTo>
                  <a:pt x="1514475" y="647700"/>
                </a:lnTo>
                <a:lnTo>
                  <a:pt x="1485900" y="647700"/>
                </a:lnTo>
                <a:close/>
                <a:moveTo>
                  <a:pt x="1533525" y="638175"/>
                </a:moveTo>
                <a:lnTo>
                  <a:pt x="1543050" y="638175"/>
                </a:lnTo>
                <a:lnTo>
                  <a:pt x="1543050" y="647700"/>
                </a:lnTo>
                <a:lnTo>
                  <a:pt x="1533525" y="647700"/>
                </a:lnTo>
                <a:close/>
                <a:moveTo>
                  <a:pt x="1295400" y="647700"/>
                </a:moveTo>
                <a:lnTo>
                  <a:pt x="1323975" y="647700"/>
                </a:lnTo>
                <a:lnTo>
                  <a:pt x="1323975" y="657225"/>
                </a:lnTo>
                <a:lnTo>
                  <a:pt x="1295400" y="657225"/>
                </a:lnTo>
                <a:close/>
                <a:moveTo>
                  <a:pt x="1352550" y="647700"/>
                </a:moveTo>
                <a:lnTo>
                  <a:pt x="1362075" y="647700"/>
                </a:lnTo>
                <a:lnTo>
                  <a:pt x="1362075" y="657225"/>
                </a:lnTo>
                <a:lnTo>
                  <a:pt x="1352550" y="657225"/>
                </a:lnTo>
                <a:close/>
                <a:moveTo>
                  <a:pt x="1371600" y="647700"/>
                </a:moveTo>
                <a:lnTo>
                  <a:pt x="1428750" y="647700"/>
                </a:lnTo>
                <a:lnTo>
                  <a:pt x="1428750" y="657225"/>
                </a:lnTo>
                <a:lnTo>
                  <a:pt x="1371600" y="657225"/>
                </a:lnTo>
                <a:close/>
                <a:moveTo>
                  <a:pt x="1552575" y="647700"/>
                </a:moveTo>
                <a:lnTo>
                  <a:pt x="1571625" y="647700"/>
                </a:lnTo>
                <a:lnTo>
                  <a:pt x="1571625" y="657225"/>
                </a:lnTo>
                <a:lnTo>
                  <a:pt x="1552575" y="657225"/>
                </a:lnTo>
                <a:close/>
                <a:moveTo>
                  <a:pt x="304800" y="666750"/>
                </a:moveTo>
                <a:lnTo>
                  <a:pt x="314325" y="666750"/>
                </a:lnTo>
                <a:lnTo>
                  <a:pt x="314325" y="685800"/>
                </a:lnTo>
                <a:lnTo>
                  <a:pt x="304800" y="685800"/>
                </a:lnTo>
                <a:close/>
                <a:moveTo>
                  <a:pt x="933450" y="676275"/>
                </a:moveTo>
                <a:lnTo>
                  <a:pt x="942975" y="676275"/>
                </a:lnTo>
                <a:lnTo>
                  <a:pt x="942975" y="685800"/>
                </a:lnTo>
                <a:lnTo>
                  <a:pt x="933450" y="685800"/>
                </a:lnTo>
                <a:close/>
                <a:moveTo>
                  <a:pt x="952500" y="676275"/>
                </a:moveTo>
                <a:lnTo>
                  <a:pt x="962025" y="676275"/>
                </a:lnTo>
                <a:lnTo>
                  <a:pt x="962025" y="685800"/>
                </a:lnTo>
                <a:lnTo>
                  <a:pt x="952500" y="685800"/>
                </a:lnTo>
                <a:close/>
                <a:moveTo>
                  <a:pt x="1009650" y="676275"/>
                </a:moveTo>
                <a:lnTo>
                  <a:pt x="1019175" y="676275"/>
                </a:lnTo>
                <a:lnTo>
                  <a:pt x="1019175" y="685800"/>
                </a:lnTo>
                <a:lnTo>
                  <a:pt x="1009650" y="685800"/>
                </a:lnTo>
                <a:close/>
                <a:moveTo>
                  <a:pt x="1209675" y="676275"/>
                </a:moveTo>
                <a:lnTo>
                  <a:pt x="1247775" y="676275"/>
                </a:lnTo>
                <a:lnTo>
                  <a:pt x="1247775" y="685800"/>
                </a:lnTo>
                <a:lnTo>
                  <a:pt x="1238250" y="685800"/>
                </a:lnTo>
                <a:lnTo>
                  <a:pt x="1238250" y="704850"/>
                </a:lnTo>
                <a:lnTo>
                  <a:pt x="1219200" y="704850"/>
                </a:lnTo>
                <a:lnTo>
                  <a:pt x="1219200" y="723900"/>
                </a:lnTo>
                <a:lnTo>
                  <a:pt x="1228725" y="723900"/>
                </a:lnTo>
                <a:lnTo>
                  <a:pt x="1228725" y="733425"/>
                </a:lnTo>
                <a:lnTo>
                  <a:pt x="1219200" y="733425"/>
                </a:lnTo>
                <a:lnTo>
                  <a:pt x="1219200" y="742950"/>
                </a:lnTo>
                <a:lnTo>
                  <a:pt x="1209675" y="742950"/>
                </a:lnTo>
                <a:lnTo>
                  <a:pt x="1209675" y="733425"/>
                </a:lnTo>
                <a:lnTo>
                  <a:pt x="1200150" y="733425"/>
                </a:lnTo>
                <a:lnTo>
                  <a:pt x="1200150" y="723900"/>
                </a:lnTo>
                <a:lnTo>
                  <a:pt x="1190625" y="723900"/>
                </a:lnTo>
                <a:lnTo>
                  <a:pt x="1190625" y="714375"/>
                </a:lnTo>
                <a:lnTo>
                  <a:pt x="1200150" y="714375"/>
                </a:lnTo>
                <a:lnTo>
                  <a:pt x="1200150" y="704850"/>
                </a:lnTo>
                <a:lnTo>
                  <a:pt x="1209675" y="704850"/>
                </a:lnTo>
                <a:lnTo>
                  <a:pt x="1209675" y="695325"/>
                </a:lnTo>
                <a:lnTo>
                  <a:pt x="1219200" y="695325"/>
                </a:lnTo>
                <a:lnTo>
                  <a:pt x="1219200" y="685800"/>
                </a:lnTo>
                <a:lnTo>
                  <a:pt x="1209675" y="685800"/>
                </a:lnTo>
                <a:close/>
                <a:moveTo>
                  <a:pt x="1257300" y="676275"/>
                </a:moveTo>
                <a:lnTo>
                  <a:pt x="1266825" y="676275"/>
                </a:lnTo>
                <a:lnTo>
                  <a:pt x="1266825" y="685800"/>
                </a:lnTo>
                <a:lnTo>
                  <a:pt x="1257300" y="685800"/>
                </a:lnTo>
                <a:close/>
                <a:moveTo>
                  <a:pt x="1276350" y="676275"/>
                </a:moveTo>
                <a:lnTo>
                  <a:pt x="1295400" y="676275"/>
                </a:lnTo>
                <a:lnTo>
                  <a:pt x="1295400" y="685800"/>
                </a:lnTo>
                <a:lnTo>
                  <a:pt x="1276350" y="685800"/>
                </a:lnTo>
                <a:close/>
                <a:moveTo>
                  <a:pt x="638175" y="685800"/>
                </a:moveTo>
                <a:lnTo>
                  <a:pt x="647700" y="685800"/>
                </a:lnTo>
                <a:lnTo>
                  <a:pt x="647700" y="695325"/>
                </a:lnTo>
                <a:lnTo>
                  <a:pt x="638175" y="695325"/>
                </a:lnTo>
                <a:close/>
                <a:moveTo>
                  <a:pt x="1314450" y="685800"/>
                </a:moveTo>
                <a:lnTo>
                  <a:pt x="1352550" y="685800"/>
                </a:lnTo>
                <a:lnTo>
                  <a:pt x="1352550" y="695325"/>
                </a:lnTo>
                <a:lnTo>
                  <a:pt x="1343025" y="695325"/>
                </a:lnTo>
                <a:lnTo>
                  <a:pt x="1343025" y="704850"/>
                </a:lnTo>
                <a:lnTo>
                  <a:pt x="1323975" y="704850"/>
                </a:lnTo>
                <a:lnTo>
                  <a:pt x="1323975" y="695325"/>
                </a:lnTo>
                <a:lnTo>
                  <a:pt x="1314450" y="695325"/>
                </a:lnTo>
                <a:close/>
                <a:moveTo>
                  <a:pt x="1428750" y="685800"/>
                </a:moveTo>
                <a:lnTo>
                  <a:pt x="1447800" y="685800"/>
                </a:lnTo>
                <a:lnTo>
                  <a:pt x="1447800" y="695325"/>
                </a:lnTo>
                <a:lnTo>
                  <a:pt x="1457325" y="695325"/>
                </a:lnTo>
                <a:lnTo>
                  <a:pt x="1457325" y="723900"/>
                </a:lnTo>
                <a:lnTo>
                  <a:pt x="1428750" y="723900"/>
                </a:lnTo>
                <a:close/>
                <a:moveTo>
                  <a:pt x="1476375" y="685800"/>
                </a:moveTo>
                <a:lnTo>
                  <a:pt x="1485900" y="685800"/>
                </a:lnTo>
                <a:lnTo>
                  <a:pt x="1485900" y="695325"/>
                </a:lnTo>
                <a:lnTo>
                  <a:pt x="1476375" y="695325"/>
                </a:lnTo>
                <a:close/>
                <a:moveTo>
                  <a:pt x="1295400" y="695325"/>
                </a:moveTo>
                <a:lnTo>
                  <a:pt x="1304925" y="695325"/>
                </a:lnTo>
                <a:lnTo>
                  <a:pt x="1304925" y="704850"/>
                </a:lnTo>
                <a:lnTo>
                  <a:pt x="1295400" y="704850"/>
                </a:lnTo>
                <a:close/>
                <a:moveTo>
                  <a:pt x="1238250" y="704850"/>
                </a:moveTo>
                <a:lnTo>
                  <a:pt x="1276350" y="704850"/>
                </a:lnTo>
                <a:lnTo>
                  <a:pt x="1276350" y="714375"/>
                </a:lnTo>
                <a:lnTo>
                  <a:pt x="1295400" y="714375"/>
                </a:lnTo>
                <a:lnTo>
                  <a:pt x="1295400" y="723900"/>
                </a:lnTo>
                <a:lnTo>
                  <a:pt x="1285875" y="723900"/>
                </a:lnTo>
                <a:lnTo>
                  <a:pt x="1285875" y="733425"/>
                </a:lnTo>
                <a:lnTo>
                  <a:pt x="1276350" y="733425"/>
                </a:lnTo>
                <a:lnTo>
                  <a:pt x="1276350" y="723900"/>
                </a:lnTo>
                <a:lnTo>
                  <a:pt x="1266825" y="723900"/>
                </a:lnTo>
                <a:lnTo>
                  <a:pt x="1266825" y="714375"/>
                </a:lnTo>
                <a:lnTo>
                  <a:pt x="1238250" y="714375"/>
                </a:lnTo>
                <a:close/>
                <a:moveTo>
                  <a:pt x="1657350" y="704850"/>
                </a:moveTo>
                <a:lnTo>
                  <a:pt x="1666875" y="704850"/>
                </a:lnTo>
                <a:lnTo>
                  <a:pt x="1666875" y="723900"/>
                </a:lnTo>
                <a:lnTo>
                  <a:pt x="1657350" y="723900"/>
                </a:lnTo>
                <a:close/>
                <a:moveTo>
                  <a:pt x="1352550" y="714375"/>
                </a:moveTo>
                <a:lnTo>
                  <a:pt x="1371600" y="714375"/>
                </a:lnTo>
                <a:lnTo>
                  <a:pt x="1371600" y="723900"/>
                </a:lnTo>
                <a:lnTo>
                  <a:pt x="1352550" y="723900"/>
                </a:lnTo>
                <a:close/>
                <a:moveTo>
                  <a:pt x="1476375" y="714375"/>
                </a:moveTo>
                <a:lnTo>
                  <a:pt x="1571625" y="714375"/>
                </a:lnTo>
                <a:lnTo>
                  <a:pt x="1571625" y="723900"/>
                </a:lnTo>
                <a:lnTo>
                  <a:pt x="1543050" y="723900"/>
                </a:lnTo>
                <a:lnTo>
                  <a:pt x="1543050" y="742950"/>
                </a:lnTo>
                <a:lnTo>
                  <a:pt x="1524000" y="742950"/>
                </a:lnTo>
                <a:lnTo>
                  <a:pt x="1524000" y="752475"/>
                </a:lnTo>
                <a:lnTo>
                  <a:pt x="1514475" y="752475"/>
                </a:lnTo>
                <a:lnTo>
                  <a:pt x="1514475" y="771525"/>
                </a:lnTo>
                <a:lnTo>
                  <a:pt x="1495425" y="771525"/>
                </a:lnTo>
                <a:lnTo>
                  <a:pt x="1495425" y="781050"/>
                </a:lnTo>
                <a:lnTo>
                  <a:pt x="1476375" y="781050"/>
                </a:lnTo>
                <a:lnTo>
                  <a:pt x="1476375" y="790575"/>
                </a:lnTo>
                <a:lnTo>
                  <a:pt x="1400175" y="790575"/>
                </a:lnTo>
                <a:lnTo>
                  <a:pt x="1400175" y="781050"/>
                </a:lnTo>
                <a:lnTo>
                  <a:pt x="1419225" y="781050"/>
                </a:lnTo>
                <a:lnTo>
                  <a:pt x="1419225" y="752475"/>
                </a:lnTo>
                <a:lnTo>
                  <a:pt x="1457325" y="752475"/>
                </a:lnTo>
                <a:lnTo>
                  <a:pt x="1457325" y="742950"/>
                </a:lnTo>
                <a:lnTo>
                  <a:pt x="1466850" y="742950"/>
                </a:lnTo>
                <a:lnTo>
                  <a:pt x="1466850" y="723900"/>
                </a:lnTo>
                <a:lnTo>
                  <a:pt x="1476375" y="723900"/>
                </a:lnTo>
                <a:close/>
                <a:moveTo>
                  <a:pt x="1571625" y="723900"/>
                </a:moveTo>
                <a:lnTo>
                  <a:pt x="1581150" y="723900"/>
                </a:lnTo>
                <a:lnTo>
                  <a:pt x="1581150" y="733425"/>
                </a:lnTo>
                <a:lnTo>
                  <a:pt x="1571625" y="733425"/>
                </a:lnTo>
                <a:close/>
                <a:moveTo>
                  <a:pt x="1666875" y="723900"/>
                </a:moveTo>
                <a:lnTo>
                  <a:pt x="1676400" y="723900"/>
                </a:lnTo>
                <a:lnTo>
                  <a:pt x="1676400" y="733425"/>
                </a:lnTo>
                <a:lnTo>
                  <a:pt x="1666875" y="733425"/>
                </a:lnTo>
                <a:close/>
                <a:moveTo>
                  <a:pt x="1581150" y="733425"/>
                </a:moveTo>
                <a:lnTo>
                  <a:pt x="1590675" y="733425"/>
                </a:lnTo>
                <a:lnTo>
                  <a:pt x="1590675" y="742950"/>
                </a:lnTo>
                <a:lnTo>
                  <a:pt x="1581150" y="742950"/>
                </a:lnTo>
                <a:close/>
                <a:moveTo>
                  <a:pt x="1676400" y="733425"/>
                </a:moveTo>
                <a:lnTo>
                  <a:pt x="1695450" y="733425"/>
                </a:lnTo>
                <a:lnTo>
                  <a:pt x="1695450" y="781050"/>
                </a:lnTo>
                <a:lnTo>
                  <a:pt x="1685925" y="781050"/>
                </a:lnTo>
                <a:lnTo>
                  <a:pt x="1685925" y="762000"/>
                </a:lnTo>
                <a:lnTo>
                  <a:pt x="1676400" y="762000"/>
                </a:lnTo>
                <a:lnTo>
                  <a:pt x="1676400" y="752475"/>
                </a:lnTo>
                <a:lnTo>
                  <a:pt x="1685925" y="752475"/>
                </a:lnTo>
                <a:lnTo>
                  <a:pt x="1685925" y="742950"/>
                </a:lnTo>
                <a:lnTo>
                  <a:pt x="1676400" y="742950"/>
                </a:lnTo>
                <a:close/>
                <a:moveTo>
                  <a:pt x="762000" y="742950"/>
                </a:moveTo>
                <a:lnTo>
                  <a:pt x="781050" y="742950"/>
                </a:lnTo>
                <a:lnTo>
                  <a:pt x="781050" y="752475"/>
                </a:lnTo>
                <a:lnTo>
                  <a:pt x="771525" y="752475"/>
                </a:lnTo>
                <a:lnTo>
                  <a:pt x="771525" y="771525"/>
                </a:lnTo>
                <a:lnTo>
                  <a:pt x="762000" y="771525"/>
                </a:lnTo>
                <a:close/>
                <a:moveTo>
                  <a:pt x="885825" y="742950"/>
                </a:moveTo>
                <a:lnTo>
                  <a:pt x="895350" y="742950"/>
                </a:lnTo>
                <a:lnTo>
                  <a:pt x="895350" y="752475"/>
                </a:lnTo>
                <a:lnTo>
                  <a:pt x="885825" y="752475"/>
                </a:lnTo>
                <a:close/>
                <a:moveTo>
                  <a:pt x="904875" y="742950"/>
                </a:moveTo>
                <a:lnTo>
                  <a:pt x="914400" y="742950"/>
                </a:lnTo>
                <a:lnTo>
                  <a:pt x="914400" y="752475"/>
                </a:lnTo>
                <a:lnTo>
                  <a:pt x="904875" y="752475"/>
                </a:lnTo>
                <a:close/>
                <a:moveTo>
                  <a:pt x="923925" y="742950"/>
                </a:moveTo>
                <a:lnTo>
                  <a:pt x="933450" y="742950"/>
                </a:lnTo>
                <a:lnTo>
                  <a:pt x="933450" y="762000"/>
                </a:lnTo>
                <a:lnTo>
                  <a:pt x="942975" y="762000"/>
                </a:lnTo>
                <a:lnTo>
                  <a:pt x="942975" y="771525"/>
                </a:lnTo>
                <a:lnTo>
                  <a:pt x="933450" y="771525"/>
                </a:lnTo>
                <a:lnTo>
                  <a:pt x="933450" y="781050"/>
                </a:lnTo>
                <a:lnTo>
                  <a:pt x="923925" y="781050"/>
                </a:lnTo>
                <a:close/>
                <a:moveTo>
                  <a:pt x="1276350" y="742950"/>
                </a:moveTo>
                <a:lnTo>
                  <a:pt x="1285875" y="742950"/>
                </a:lnTo>
                <a:lnTo>
                  <a:pt x="1285875" y="752475"/>
                </a:lnTo>
                <a:lnTo>
                  <a:pt x="1304925" y="752475"/>
                </a:lnTo>
                <a:lnTo>
                  <a:pt x="1304925" y="781050"/>
                </a:lnTo>
                <a:lnTo>
                  <a:pt x="1238250" y="781050"/>
                </a:lnTo>
                <a:lnTo>
                  <a:pt x="1238250" y="790575"/>
                </a:lnTo>
                <a:lnTo>
                  <a:pt x="1209675" y="790575"/>
                </a:lnTo>
                <a:lnTo>
                  <a:pt x="1209675" y="771525"/>
                </a:lnTo>
                <a:lnTo>
                  <a:pt x="1238250" y="771525"/>
                </a:lnTo>
                <a:lnTo>
                  <a:pt x="1238250" y="762000"/>
                </a:lnTo>
                <a:lnTo>
                  <a:pt x="1266825" y="762000"/>
                </a:lnTo>
                <a:lnTo>
                  <a:pt x="1266825" y="771525"/>
                </a:lnTo>
                <a:lnTo>
                  <a:pt x="1276350" y="771525"/>
                </a:lnTo>
                <a:close/>
                <a:moveTo>
                  <a:pt x="1390650" y="742950"/>
                </a:moveTo>
                <a:lnTo>
                  <a:pt x="1400175" y="742950"/>
                </a:lnTo>
                <a:lnTo>
                  <a:pt x="1400175" y="771525"/>
                </a:lnTo>
                <a:lnTo>
                  <a:pt x="1390650" y="771525"/>
                </a:lnTo>
                <a:lnTo>
                  <a:pt x="1390650" y="762000"/>
                </a:lnTo>
                <a:lnTo>
                  <a:pt x="1371600" y="762000"/>
                </a:lnTo>
                <a:lnTo>
                  <a:pt x="1371600" y="781050"/>
                </a:lnTo>
                <a:lnTo>
                  <a:pt x="1352550" y="781050"/>
                </a:lnTo>
                <a:lnTo>
                  <a:pt x="1352550" y="771525"/>
                </a:lnTo>
                <a:lnTo>
                  <a:pt x="1362075" y="771525"/>
                </a:lnTo>
                <a:lnTo>
                  <a:pt x="1362075" y="762000"/>
                </a:lnTo>
                <a:lnTo>
                  <a:pt x="1343025" y="762000"/>
                </a:lnTo>
                <a:lnTo>
                  <a:pt x="1343025" y="771525"/>
                </a:lnTo>
                <a:lnTo>
                  <a:pt x="1333500" y="771525"/>
                </a:lnTo>
                <a:lnTo>
                  <a:pt x="1333500" y="781050"/>
                </a:lnTo>
                <a:lnTo>
                  <a:pt x="1352550" y="781050"/>
                </a:lnTo>
                <a:lnTo>
                  <a:pt x="1352550" y="790575"/>
                </a:lnTo>
                <a:lnTo>
                  <a:pt x="1304925" y="790575"/>
                </a:lnTo>
                <a:lnTo>
                  <a:pt x="1304925" y="781050"/>
                </a:lnTo>
                <a:lnTo>
                  <a:pt x="1323975" y="781050"/>
                </a:lnTo>
                <a:lnTo>
                  <a:pt x="1323975" y="762000"/>
                </a:lnTo>
                <a:lnTo>
                  <a:pt x="1333500" y="762000"/>
                </a:lnTo>
                <a:lnTo>
                  <a:pt x="1333500" y="752475"/>
                </a:lnTo>
                <a:lnTo>
                  <a:pt x="1390650" y="752475"/>
                </a:lnTo>
                <a:close/>
                <a:moveTo>
                  <a:pt x="1495425" y="742950"/>
                </a:moveTo>
                <a:lnTo>
                  <a:pt x="1504950" y="742950"/>
                </a:lnTo>
                <a:lnTo>
                  <a:pt x="1504950" y="723900"/>
                </a:lnTo>
                <a:lnTo>
                  <a:pt x="1476375" y="723900"/>
                </a:lnTo>
                <a:lnTo>
                  <a:pt x="1476375" y="742950"/>
                </a:lnTo>
                <a:lnTo>
                  <a:pt x="1466850" y="742950"/>
                </a:lnTo>
                <a:lnTo>
                  <a:pt x="1466850" y="771525"/>
                </a:lnTo>
                <a:lnTo>
                  <a:pt x="1485900" y="771525"/>
                </a:lnTo>
                <a:lnTo>
                  <a:pt x="1485900" y="752475"/>
                </a:lnTo>
                <a:lnTo>
                  <a:pt x="1495425" y="752475"/>
                </a:lnTo>
                <a:close/>
                <a:moveTo>
                  <a:pt x="971550" y="752475"/>
                </a:moveTo>
                <a:lnTo>
                  <a:pt x="981075" y="752475"/>
                </a:lnTo>
                <a:lnTo>
                  <a:pt x="981075" y="762000"/>
                </a:lnTo>
                <a:lnTo>
                  <a:pt x="990600" y="762000"/>
                </a:lnTo>
                <a:lnTo>
                  <a:pt x="990600" y="771525"/>
                </a:lnTo>
                <a:lnTo>
                  <a:pt x="981075" y="771525"/>
                </a:lnTo>
                <a:lnTo>
                  <a:pt x="981075" y="781050"/>
                </a:lnTo>
                <a:lnTo>
                  <a:pt x="962025" y="781050"/>
                </a:lnTo>
                <a:lnTo>
                  <a:pt x="962025" y="771525"/>
                </a:lnTo>
                <a:lnTo>
                  <a:pt x="971550" y="771525"/>
                </a:lnTo>
                <a:close/>
                <a:moveTo>
                  <a:pt x="1009650" y="752475"/>
                </a:moveTo>
                <a:lnTo>
                  <a:pt x="1019175" y="752475"/>
                </a:lnTo>
                <a:lnTo>
                  <a:pt x="1019175" y="762000"/>
                </a:lnTo>
                <a:lnTo>
                  <a:pt x="1009650" y="762000"/>
                </a:lnTo>
                <a:close/>
                <a:moveTo>
                  <a:pt x="1038225" y="752475"/>
                </a:moveTo>
                <a:lnTo>
                  <a:pt x="1047750" y="752475"/>
                </a:lnTo>
                <a:lnTo>
                  <a:pt x="1047750" y="762000"/>
                </a:lnTo>
                <a:lnTo>
                  <a:pt x="1038225" y="762000"/>
                </a:lnTo>
                <a:close/>
                <a:moveTo>
                  <a:pt x="1085850" y="752475"/>
                </a:moveTo>
                <a:lnTo>
                  <a:pt x="1123950" y="752475"/>
                </a:lnTo>
                <a:lnTo>
                  <a:pt x="1123950" y="762000"/>
                </a:lnTo>
                <a:lnTo>
                  <a:pt x="1133475" y="762000"/>
                </a:lnTo>
                <a:lnTo>
                  <a:pt x="1133475" y="771525"/>
                </a:lnTo>
                <a:lnTo>
                  <a:pt x="1114425" y="771525"/>
                </a:lnTo>
                <a:lnTo>
                  <a:pt x="1114425" y="781050"/>
                </a:lnTo>
                <a:lnTo>
                  <a:pt x="1076325" y="781050"/>
                </a:lnTo>
                <a:lnTo>
                  <a:pt x="1076325" y="771525"/>
                </a:lnTo>
                <a:lnTo>
                  <a:pt x="1095375" y="771525"/>
                </a:lnTo>
                <a:lnTo>
                  <a:pt x="1095375" y="762000"/>
                </a:lnTo>
                <a:lnTo>
                  <a:pt x="1085850" y="762000"/>
                </a:lnTo>
                <a:close/>
                <a:moveTo>
                  <a:pt x="1000125" y="762000"/>
                </a:moveTo>
                <a:lnTo>
                  <a:pt x="1009650" y="762000"/>
                </a:lnTo>
                <a:lnTo>
                  <a:pt x="1009650" y="771525"/>
                </a:lnTo>
                <a:lnTo>
                  <a:pt x="1000125" y="771525"/>
                </a:lnTo>
                <a:close/>
                <a:moveTo>
                  <a:pt x="1047750" y="762000"/>
                </a:moveTo>
                <a:lnTo>
                  <a:pt x="1057275" y="762000"/>
                </a:lnTo>
                <a:lnTo>
                  <a:pt x="1057275" y="771525"/>
                </a:lnTo>
                <a:lnTo>
                  <a:pt x="1066800" y="771525"/>
                </a:lnTo>
                <a:lnTo>
                  <a:pt x="1066800" y="781050"/>
                </a:lnTo>
                <a:lnTo>
                  <a:pt x="1038225" y="781050"/>
                </a:lnTo>
                <a:lnTo>
                  <a:pt x="1038225" y="771525"/>
                </a:lnTo>
                <a:lnTo>
                  <a:pt x="1047750" y="771525"/>
                </a:lnTo>
                <a:close/>
                <a:moveTo>
                  <a:pt x="1533525" y="762000"/>
                </a:moveTo>
                <a:lnTo>
                  <a:pt x="1562100" y="762000"/>
                </a:lnTo>
                <a:lnTo>
                  <a:pt x="1562100" y="771525"/>
                </a:lnTo>
                <a:lnTo>
                  <a:pt x="1533525" y="771525"/>
                </a:lnTo>
                <a:close/>
                <a:moveTo>
                  <a:pt x="1600200" y="762000"/>
                </a:moveTo>
                <a:lnTo>
                  <a:pt x="1609725" y="762000"/>
                </a:lnTo>
                <a:lnTo>
                  <a:pt x="1609725" y="781050"/>
                </a:lnTo>
                <a:lnTo>
                  <a:pt x="1590675" y="781050"/>
                </a:lnTo>
                <a:lnTo>
                  <a:pt x="1590675" y="771525"/>
                </a:lnTo>
                <a:lnTo>
                  <a:pt x="1600200" y="771525"/>
                </a:lnTo>
                <a:close/>
                <a:moveTo>
                  <a:pt x="1628775" y="762000"/>
                </a:moveTo>
                <a:lnTo>
                  <a:pt x="1638300" y="762000"/>
                </a:lnTo>
                <a:lnTo>
                  <a:pt x="1638300" y="771525"/>
                </a:lnTo>
                <a:lnTo>
                  <a:pt x="1647825" y="771525"/>
                </a:lnTo>
                <a:lnTo>
                  <a:pt x="1647825" y="762000"/>
                </a:lnTo>
                <a:lnTo>
                  <a:pt x="1657350" y="762000"/>
                </a:lnTo>
                <a:lnTo>
                  <a:pt x="1657350" y="771525"/>
                </a:lnTo>
                <a:lnTo>
                  <a:pt x="1647825" y="771525"/>
                </a:lnTo>
                <a:lnTo>
                  <a:pt x="1647825" y="781050"/>
                </a:lnTo>
                <a:lnTo>
                  <a:pt x="1619250" y="781050"/>
                </a:lnTo>
                <a:lnTo>
                  <a:pt x="1619250" y="771525"/>
                </a:lnTo>
                <a:lnTo>
                  <a:pt x="1628775" y="771525"/>
                </a:lnTo>
                <a:close/>
                <a:moveTo>
                  <a:pt x="123825" y="771525"/>
                </a:moveTo>
                <a:lnTo>
                  <a:pt x="133350" y="771525"/>
                </a:lnTo>
                <a:lnTo>
                  <a:pt x="133350" y="781050"/>
                </a:lnTo>
                <a:lnTo>
                  <a:pt x="123825" y="781050"/>
                </a:lnTo>
                <a:close/>
                <a:moveTo>
                  <a:pt x="476250" y="771525"/>
                </a:moveTo>
                <a:lnTo>
                  <a:pt x="495300" y="771525"/>
                </a:lnTo>
                <a:lnTo>
                  <a:pt x="495300" y="781050"/>
                </a:lnTo>
                <a:lnTo>
                  <a:pt x="476250" y="781050"/>
                </a:lnTo>
                <a:close/>
                <a:moveTo>
                  <a:pt x="1133475" y="771525"/>
                </a:moveTo>
                <a:lnTo>
                  <a:pt x="1162050" y="771525"/>
                </a:lnTo>
                <a:lnTo>
                  <a:pt x="1162050" y="781050"/>
                </a:lnTo>
                <a:lnTo>
                  <a:pt x="1133475" y="781050"/>
                </a:lnTo>
                <a:close/>
                <a:moveTo>
                  <a:pt x="1190625" y="771525"/>
                </a:moveTo>
                <a:lnTo>
                  <a:pt x="1200150" y="771525"/>
                </a:lnTo>
                <a:lnTo>
                  <a:pt x="1200150" y="781050"/>
                </a:lnTo>
                <a:lnTo>
                  <a:pt x="1190625" y="781050"/>
                </a:lnTo>
                <a:close/>
                <a:moveTo>
                  <a:pt x="504825" y="781050"/>
                </a:moveTo>
                <a:lnTo>
                  <a:pt x="514350" y="781050"/>
                </a:lnTo>
                <a:lnTo>
                  <a:pt x="514350" y="800100"/>
                </a:lnTo>
                <a:lnTo>
                  <a:pt x="504825" y="800100"/>
                </a:lnTo>
                <a:close/>
                <a:moveTo>
                  <a:pt x="533400" y="781050"/>
                </a:moveTo>
                <a:lnTo>
                  <a:pt x="581025" y="781050"/>
                </a:lnTo>
                <a:lnTo>
                  <a:pt x="581025" y="790575"/>
                </a:lnTo>
                <a:lnTo>
                  <a:pt x="552450" y="790575"/>
                </a:lnTo>
                <a:lnTo>
                  <a:pt x="552450" y="800100"/>
                </a:lnTo>
                <a:lnTo>
                  <a:pt x="533400" y="800100"/>
                </a:lnTo>
                <a:close/>
                <a:moveTo>
                  <a:pt x="1162050" y="781050"/>
                </a:moveTo>
                <a:lnTo>
                  <a:pt x="1190625" y="781050"/>
                </a:lnTo>
                <a:lnTo>
                  <a:pt x="1190625" y="790575"/>
                </a:lnTo>
                <a:lnTo>
                  <a:pt x="1162050" y="790575"/>
                </a:lnTo>
                <a:close/>
                <a:moveTo>
                  <a:pt x="1438275" y="781050"/>
                </a:moveTo>
                <a:lnTo>
                  <a:pt x="1447800" y="781050"/>
                </a:lnTo>
                <a:lnTo>
                  <a:pt x="1447800" y="762000"/>
                </a:lnTo>
                <a:lnTo>
                  <a:pt x="1438275" y="762000"/>
                </a:lnTo>
                <a:close/>
                <a:moveTo>
                  <a:pt x="1704975" y="790575"/>
                </a:moveTo>
                <a:lnTo>
                  <a:pt x="1714500" y="790575"/>
                </a:lnTo>
                <a:lnTo>
                  <a:pt x="1714500" y="800100"/>
                </a:lnTo>
                <a:lnTo>
                  <a:pt x="1704975" y="800100"/>
                </a:lnTo>
                <a:close/>
                <a:moveTo>
                  <a:pt x="800100" y="809625"/>
                </a:moveTo>
                <a:lnTo>
                  <a:pt x="819150" y="809625"/>
                </a:lnTo>
                <a:lnTo>
                  <a:pt x="819150" y="819150"/>
                </a:lnTo>
                <a:lnTo>
                  <a:pt x="800100" y="819150"/>
                </a:lnTo>
                <a:close/>
                <a:moveTo>
                  <a:pt x="895350" y="809625"/>
                </a:moveTo>
                <a:lnTo>
                  <a:pt x="904875" y="809625"/>
                </a:lnTo>
                <a:lnTo>
                  <a:pt x="904875" y="819150"/>
                </a:lnTo>
                <a:lnTo>
                  <a:pt x="895350" y="819150"/>
                </a:lnTo>
                <a:close/>
                <a:moveTo>
                  <a:pt x="923925" y="809625"/>
                </a:moveTo>
                <a:lnTo>
                  <a:pt x="952500" y="809625"/>
                </a:lnTo>
                <a:lnTo>
                  <a:pt x="952500" y="819150"/>
                </a:lnTo>
                <a:lnTo>
                  <a:pt x="933450" y="819150"/>
                </a:lnTo>
                <a:lnTo>
                  <a:pt x="933450" y="828675"/>
                </a:lnTo>
                <a:lnTo>
                  <a:pt x="914400" y="828675"/>
                </a:lnTo>
                <a:lnTo>
                  <a:pt x="914400" y="819150"/>
                </a:lnTo>
                <a:lnTo>
                  <a:pt x="923925" y="819150"/>
                </a:lnTo>
                <a:close/>
                <a:moveTo>
                  <a:pt x="1057275" y="809625"/>
                </a:moveTo>
                <a:lnTo>
                  <a:pt x="1066800" y="809625"/>
                </a:lnTo>
                <a:lnTo>
                  <a:pt x="1066800" y="838200"/>
                </a:lnTo>
                <a:lnTo>
                  <a:pt x="1057275" y="838200"/>
                </a:lnTo>
                <a:close/>
                <a:moveTo>
                  <a:pt x="1095375" y="809625"/>
                </a:moveTo>
                <a:lnTo>
                  <a:pt x="1123950" y="809625"/>
                </a:lnTo>
                <a:lnTo>
                  <a:pt x="1123950" y="819150"/>
                </a:lnTo>
                <a:lnTo>
                  <a:pt x="1133475" y="819150"/>
                </a:lnTo>
                <a:lnTo>
                  <a:pt x="1133475" y="847725"/>
                </a:lnTo>
                <a:lnTo>
                  <a:pt x="1123950" y="847725"/>
                </a:lnTo>
                <a:lnTo>
                  <a:pt x="1123950" y="838200"/>
                </a:lnTo>
                <a:lnTo>
                  <a:pt x="1095375" y="838200"/>
                </a:lnTo>
                <a:lnTo>
                  <a:pt x="1095375" y="828675"/>
                </a:lnTo>
                <a:lnTo>
                  <a:pt x="1104900" y="828675"/>
                </a:lnTo>
                <a:lnTo>
                  <a:pt x="1104900" y="819150"/>
                </a:lnTo>
                <a:lnTo>
                  <a:pt x="1095375" y="819150"/>
                </a:lnTo>
                <a:close/>
                <a:moveTo>
                  <a:pt x="790575" y="819150"/>
                </a:moveTo>
                <a:lnTo>
                  <a:pt x="800100" y="819150"/>
                </a:lnTo>
                <a:lnTo>
                  <a:pt x="800100" y="828675"/>
                </a:lnTo>
                <a:lnTo>
                  <a:pt x="790575" y="828675"/>
                </a:lnTo>
                <a:close/>
                <a:moveTo>
                  <a:pt x="857250" y="819150"/>
                </a:moveTo>
                <a:lnTo>
                  <a:pt x="866775" y="819150"/>
                </a:lnTo>
                <a:lnTo>
                  <a:pt x="866775" y="828675"/>
                </a:lnTo>
                <a:lnTo>
                  <a:pt x="857250" y="828675"/>
                </a:lnTo>
                <a:close/>
                <a:moveTo>
                  <a:pt x="876300" y="819150"/>
                </a:moveTo>
                <a:lnTo>
                  <a:pt x="885825" y="819150"/>
                </a:lnTo>
                <a:lnTo>
                  <a:pt x="885825" y="828675"/>
                </a:lnTo>
                <a:lnTo>
                  <a:pt x="876300" y="828675"/>
                </a:lnTo>
                <a:close/>
                <a:moveTo>
                  <a:pt x="133350" y="828675"/>
                </a:moveTo>
                <a:lnTo>
                  <a:pt x="142875" y="828675"/>
                </a:lnTo>
                <a:lnTo>
                  <a:pt x="142875" y="838200"/>
                </a:lnTo>
                <a:lnTo>
                  <a:pt x="133350" y="838200"/>
                </a:lnTo>
                <a:close/>
                <a:moveTo>
                  <a:pt x="666750" y="828675"/>
                </a:moveTo>
                <a:lnTo>
                  <a:pt x="685800" y="828675"/>
                </a:lnTo>
                <a:lnTo>
                  <a:pt x="685800" y="838200"/>
                </a:lnTo>
                <a:lnTo>
                  <a:pt x="666750" y="838200"/>
                </a:lnTo>
                <a:close/>
                <a:moveTo>
                  <a:pt x="1590675" y="828675"/>
                </a:moveTo>
                <a:lnTo>
                  <a:pt x="1619250" y="828675"/>
                </a:lnTo>
                <a:lnTo>
                  <a:pt x="1619250" y="838200"/>
                </a:lnTo>
                <a:lnTo>
                  <a:pt x="1628775" y="838200"/>
                </a:lnTo>
                <a:lnTo>
                  <a:pt x="1628775" y="847725"/>
                </a:lnTo>
                <a:lnTo>
                  <a:pt x="1609725" y="847725"/>
                </a:lnTo>
                <a:lnTo>
                  <a:pt x="1609725" y="876300"/>
                </a:lnTo>
                <a:lnTo>
                  <a:pt x="1628775" y="876300"/>
                </a:lnTo>
                <a:lnTo>
                  <a:pt x="1628775" y="904875"/>
                </a:lnTo>
                <a:lnTo>
                  <a:pt x="1638300" y="904875"/>
                </a:lnTo>
                <a:lnTo>
                  <a:pt x="1638300" y="914400"/>
                </a:lnTo>
                <a:lnTo>
                  <a:pt x="1590675" y="914400"/>
                </a:lnTo>
                <a:lnTo>
                  <a:pt x="1590675" y="895350"/>
                </a:lnTo>
                <a:lnTo>
                  <a:pt x="1600200" y="895350"/>
                </a:lnTo>
                <a:lnTo>
                  <a:pt x="1600200" y="876300"/>
                </a:lnTo>
                <a:lnTo>
                  <a:pt x="1590675" y="876300"/>
                </a:lnTo>
                <a:close/>
                <a:moveTo>
                  <a:pt x="1666875" y="828675"/>
                </a:moveTo>
                <a:lnTo>
                  <a:pt x="1676400" y="828675"/>
                </a:lnTo>
                <a:lnTo>
                  <a:pt x="1676400" y="838200"/>
                </a:lnTo>
                <a:lnTo>
                  <a:pt x="1666875" y="838200"/>
                </a:lnTo>
                <a:close/>
                <a:moveTo>
                  <a:pt x="542925" y="838200"/>
                </a:moveTo>
                <a:lnTo>
                  <a:pt x="552450" y="838200"/>
                </a:lnTo>
                <a:lnTo>
                  <a:pt x="552450" y="847725"/>
                </a:lnTo>
                <a:lnTo>
                  <a:pt x="542925" y="847725"/>
                </a:lnTo>
                <a:close/>
                <a:moveTo>
                  <a:pt x="647700" y="838200"/>
                </a:moveTo>
                <a:lnTo>
                  <a:pt x="657225" y="838200"/>
                </a:lnTo>
                <a:lnTo>
                  <a:pt x="657225" y="847725"/>
                </a:lnTo>
                <a:lnTo>
                  <a:pt x="647700" y="847725"/>
                </a:lnTo>
                <a:close/>
                <a:moveTo>
                  <a:pt x="771525" y="838200"/>
                </a:moveTo>
                <a:lnTo>
                  <a:pt x="781050" y="838200"/>
                </a:lnTo>
                <a:lnTo>
                  <a:pt x="781050" y="847725"/>
                </a:lnTo>
                <a:lnTo>
                  <a:pt x="771525" y="847725"/>
                </a:lnTo>
                <a:close/>
                <a:moveTo>
                  <a:pt x="857250" y="838200"/>
                </a:moveTo>
                <a:lnTo>
                  <a:pt x="866775" y="838200"/>
                </a:lnTo>
                <a:lnTo>
                  <a:pt x="866775" y="857250"/>
                </a:lnTo>
                <a:lnTo>
                  <a:pt x="857250" y="857250"/>
                </a:lnTo>
                <a:lnTo>
                  <a:pt x="857250" y="866775"/>
                </a:lnTo>
                <a:lnTo>
                  <a:pt x="838200" y="866775"/>
                </a:lnTo>
                <a:lnTo>
                  <a:pt x="838200" y="847725"/>
                </a:lnTo>
                <a:lnTo>
                  <a:pt x="857250" y="847725"/>
                </a:lnTo>
                <a:close/>
                <a:moveTo>
                  <a:pt x="1209675" y="838200"/>
                </a:moveTo>
                <a:lnTo>
                  <a:pt x="1219200" y="838200"/>
                </a:lnTo>
                <a:lnTo>
                  <a:pt x="1219200" y="857250"/>
                </a:lnTo>
                <a:lnTo>
                  <a:pt x="1209675" y="857250"/>
                </a:lnTo>
                <a:close/>
                <a:moveTo>
                  <a:pt x="552450" y="847725"/>
                </a:moveTo>
                <a:lnTo>
                  <a:pt x="561975" y="847725"/>
                </a:lnTo>
                <a:lnTo>
                  <a:pt x="561975" y="857250"/>
                </a:lnTo>
                <a:lnTo>
                  <a:pt x="552450" y="857250"/>
                </a:lnTo>
                <a:close/>
                <a:moveTo>
                  <a:pt x="581025" y="857250"/>
                </a:moveTo>
                <a:lnTo>
                  <a:pt x="600075" y="857250"/>
                </a:lnTo>
                <a:lnTo>
                  <a:pt x="600075" y="866775"/>
                </a:lnTo>
                <a:lnTo>
                  <a:pt x="590550" y="866775"/>
                </a:lnTo>
                <a:lnTo>
                  <a:pt x="590550" y="876300"/>
                </a:lnTo>
                <a:lnTo>
                  <a:pt x="581025" y="876300"/>
                </a:lnTo>
                <a:close/>
                <a:moveTo>
                  <a:pt x="628650" y="857250"/>
                </a:moveTo>
                <a:lnTo>
                  <a:pt x="657225" y="857250"/>
                </a:lnTo>
                <a:lnTo>
                  <a:pt x="657225" y="866775"/>
                </a:lnTo>
                <a:lnTo>
                  <a:pt x="666750" y="866775"/>
                </a:lnTo>
                <a:lnTo>
                  <a:pt x="666750" y="876300"/>
                </a:lnTo>
                <a:lnTo>
                  <a:pt x="657225" y="876300"/>
                </a:lnTo>
                <a:lnTo>
                  <a:pt x="657225" y="885825"/>
                </a:lnTo>
                <a:lnTo>
                  <a:pt x="619125" y="885825"/>
                </a:lnTo>
                <a:lnTo>
                  <a:pt x="619125" y="876300"/>
                </a:lnTo>
                <a:lnTo>
                  <a:pt x="647700" y="876300"/>
                </a:lnTo>
                <a:lnTo>
                  <a:pt x="647700" y="866775"/>
                </a:lnTo>
                <a:lnTo>
                  <a:pt x="628650" y="866775"/>
                </a:lnTo>
                <a:close/>
                <a:moveTo>
                  <a:pt x="1114425" y="857250"/>
                </a:moveTo>
                <a:lnTo>
                  <a:pt x="1123950" y="857250"/>
                </a:lnTo>
                <a:lnTo>
                  <a:pt x="1123950" y="876300"/>
                </a:lnTo>
                <a:lnTo>
                  <a:pt x="1133475" y="876300"/>
                </a:lnTo>
                <a:lnTo>
                  <a:pt x="1133475" y="885825"/>
                </a:lnTo>
                <a:lnTo>
                  <a:pt x="1143000" y="885825"/>
                </a:lnTo>
                <a:lnTo>
                  <a:pt x="1143000" y="895350"/>
                </a:lnTo>
                <a:lnTo>
                  <a:pt x="1152525" y="895350"/>
                </a:lnTo>
                <a:lnTo>
                  <a:pt x="1152525" y="885825"/>
                </a:lnTo>
                <a:lnTo>
                  <a:pt x="1162050" y="885825"/>
                </a:lnTo>
                <a:lnTo>
                  <a:pt x="1162050" y="914400"/>
                </a:lnTo>
                <a:lnTo>
                  <a:pt x="1114425" y="914400"/>
                </a:lnTo>
                <a:lnTo>
                  <a:pt x="1114425" y="885825"/>
                </a:lnTo>
                <a:lnTo>
                  <a:pt x="1095375" y="885825"/>
                </a:lnTo>
                <a:lnTo>
                  <a:pt x="1095375" y="904875"/>
                </a:lnTo>
                <a:lnTo>
                  <a:pt x="1085850" y="904875"/>
                </a:lnTo>
                <a:lnTo>
                  <a:pt x="1085850" y="914400"/>
                </a:lnTo>
                <a:lnTo>
                  <a:pt x="1066800" y="914400"/>
                </a:lnTo>
                <a:lnTo>
                  <a:pt x="1066800" y="876300"/>
                </a:lnTo>
                <a:lnTo>
                  <a:pt x="1095375" y="876300"/>
                </a:lnTo>
                <a:lnTo>
                  <a:pt x="1095375" y="866775"/>
                </a:lnTo>
                <a:lnTo>
                  <a:pt x="1114425" y="866775"/>
                </a:lnTo>
                <a:close/>
                <a:moveTo>
                  <a:pt x="1552575" y="857250"/>
                </a:moveTo>
                <a:lnTo>
                  <a:pt x="1562100" y="857250"/>
                </a:lnTo>
                <a:lnTo>
                  <a:pt x="1562100" y="876300"/>
                </a:lnTo>
                <a:lnTo>
                  <a:pt x="1552575" y="876300"/>
                </a:lnTo>
                <a:close/>
                <a:moveTo>
                  <a:pt x="504825" y="866775"/>
                </a:moveTo>
                <a:lnTo>
                  <a:pt x="514350" y="866775"/>
                </a:lnTo>
                <a:lnTo>
                  <a:pt x="514350" y="876300"/>
                </a:lnTo>
                <a:lnTo>
                  <a:pt x="504825" y="876300"/>
                </a:lnTo>
                <a:close/>
                <a:moveTo>
                  <a:pt x="600075" y="866775"/>
                </a:moveTo>
                <a:lnTo>
                  <a:pt x="609600" y="866775"/>
                </a:lnTo>
                <a:lnTo>
                  <a:pt x="609600" y="876300"/>
                </a:lnTo>
                <a:lnTo>
                  <a:pt x="600075" y="876300"/>
                </a:lnTo>
                <a:close/>
                <a:moveTo>
                  <a:pt x="676275" y="866775"/>
                </a:moveTo>
                <a:lnTo>
                  <a:pt x="685800" y="866775"/>
                </a:lnTo>
                <a:lnTo>
                  <a:pt x="685800" y="876300"/>
                </a:lnTo>
                <a:lnTo>
                  <a:pt x="695325" y="876300"/>
                </a:lnTo>
                <a:lnTo>
                  <a:pt x="695325" y="885825"/>
                </a:lnTo>
                <a:lnTo>
                  <a:pt x="666750" y="885825"/>
                </a:lnTo>
                <a:lnTo>
                  <a:pt x="666750" y="876300"/>
                </a:lnTo>
                <a:lnTo>
                  <a:pt x="676275" y="876300"/>
                </a:lnTo>
                <a:close/>
                <a:moveTo>
                  <a:pt x="857250" y="866775"/>
                </a:moveTo>
                <a:lnTo>
                  <a:pt x="866775" y="866775"/>
                </a:lnTo>
                <a:lnTo>
                  <a:pt x="866775" y="876300"/>
                </a:lnTo>
                <a:lnTo>
                  <a:pt x="857250" y="876300"/>
                </a:lnTo>
                <a:close/>
                <a:moveTo>
                  <a:pt x="190500" y="876300"/>
                </a:moveTo>
                <a:lnTo>
                  <a:pt x="209550" y="876300"/>
                </a:lnTo>
                <a:lnTo>
                  <a:pt x="209550" y="885825"/>
                </a:lnTo>
                <a:lnTo>
                  <a:pt x="190500" y="885825"/>
                </a:lnTo>
                <a:close/>
                <a:moveTo>
                  <a:pt x="904875" y="876300"/>
                </a:moveTo>
                <a:lnTo>
                  <a:pt x="914400" y="876300"/>
                </a:lnTo>
                <a:lnTo>
                  <a:pt x="914400" y="885825"/>
                </a:lnTo>
                <a:lnTo>
                  <a:pt x="904875" y="885825"/>
                </a:lnTo>
                <a:close/>
                <a:moveTo>
                  <a:pt x="971550" y="876300"/>
                </a:moveTo>
                <a:lnTo>
                  <a:pt x="981075" y="876300"/>
                </a:lnTo>
                <a:lnTo>
                  <a:pt x="981075" y="885825"/>
                </a:lnTo>
                <a:lnTo>
                  <a:pt x="971550" y="885825"/>
                </a:lnTo>
                <a:close/>
                <a:moveTo>
                  <a:pt x="914400" y="885825"/>
                </a:moveTo>
                <a:lnTo>
                  <a:pt x="923925" y="885825"/>
                </a:lnTo>
                <a:lnTo>
                  <a:pt x="923925" y="895350"/>
                </a:lnTo>
                <a:lnTo>
                  <a:pt x="914400" y="895350"/>
                </a:lnTo>
                <a:close/>
                <a:moveTo>
                  <a:pt x="952500" y="885825"/>
                </a:moveTo>
                <a:lnTo>
                  <a:pt x="971550" y="885825"/>
                </a:lnTo>
                <a:lnTo>
                  <a:pt x="971550" y="895350"/>
                </a:lnTo>
                <a:lnTo>
                  <a:pt x="952500" y="895350"/>
                </a:lnTo>
                <a:close/>
                <a:moveTo>
                  <a:pt x="990600" y="885825"/>
                </a:moveTo>
                <a:lnTo>
                  <a:pt x="1009650" y="885825"/>
                </a:lnTo>
                <a:lnTo>
                  <a:pt x="1009650" y="895350"/>
                </a:lnTo>
                <a:lnTo>
                  <a:pt x="1019175" y="895350"/>
                </a:lnTo>
                <a:lnTo>
                  <a:pt x="1019175" y="885825"/>
                </a:lnTo>
                <a:lnTo>
                  <a:pt x="1047750" y="885825"/>
                </a:lnTo>
                <a:lnTo>
                  <a:pt x="1047750" y="895350"/>
                </a:lnTo>
                <a:lnTo>
                  <a:pt x="1019175" y="895350"/>
                </a:lnTo>
                <a:lnTo>
                  <a:pt x="1019175" y="914400"/>
                </a:lnTo>
                <a:lnTo>
                  <a:pt x="1009650" y="914400"/>
                </a:lnTo>
                <a:lnTo>
                  <a:pt x="1009650" y="904875"/>
                </a:lnTo>
                <a:lnTo>
                  <a:pt x="1000125" y="904875"/>
                </a:lnTo>
                <a:lnTo>
                  <a:pt x="1000125" y="895350"/>
                </a:lnTo>
                <a:lnTo>
                  <a:pt x="990600" y="895350"/>
                </a:lnTo>
                <a:close/>
                <a:moveTo>
                  <a:pt x="1647825" y="885825"/>
                </a:moveTo>
                <a:lnTo>
                  <a:pt x="1657350" y="885825"/>
                </a:lnTo>
                <a:lnTo>
                  <a:pt x="1657350" y="914400"/>
                </a:lnTo>
                <a:lnTo>
                  <a:pt x="1647825" y="914400"/>
                </a:lnTo>
                <a:close/>
                <a:moveTo>
                  <a:pt x="752475" y="895350"/>
                </a:moveTo>
                <a:lnTo>
                  <a:pt x="781050" y="895350"/>
                </a:lnTo>
                <a:lnTo>
                  <a:pt x="781050" y="904875"/>
                </a:lnTo>
                <a:lnTo>
                  <a:pt x="771525" y="904875"/>
                </a:lnTo>
                <a:lnTo>
                  <a:pt x="771525" y="914400"/>
                </a:lnTo>
                <a:lnTo>
                  <a:pt x="762000" y="914400"/>
                </a:lnTo>
                <a:lnTo>
                  <a:pt x="762000" y="904875"/>
                </a:lnTo>
                <a:lnTo>
                  <a:pt x="752475" y="904875"/>
                </a:lnTo>
                <a:close/>
                <a:moveTo>
                  <a:pt x="971550" y="895350"/>
                </a:moveTo>
                <a:lnTo>
                  <a:pt x="981075" y="895350"/>
                </a:lnTo>
                <a:lnTo>
                  <a:pt x="981075" y="914400"/>
                </a:lnTo>
                <a:lnTo>
                  <a:pt x="971550" y="914400"/>
                </a:lnTo>
                <a:close/>
                <a:moveTo>
                  <a:pt x="695325" y="904875"/>
                </a:moveTo>
                <a:lnTo>
                  <a:pt x="704850" y="904875"/>
                </a:lnTo>
                <a:lnTo>
                  <a:pt x="704850" y="923925"/>
                </a:lnTo>
                <a:lnTo>
                  <a:pt x="695325" y="923925"/>
                </a:lnTo>
                <a:close/>
                <a:moveTo>
                  <a:pt x="885825" y="904875"/>
                </a:moveTo>
                <a:lnTo>
                  <a:pt x="895350" y="904875"/>
                </a:lnTo>
                <a:lnTo>
                  <a:pt x="895350" y="923925"/>
                </a:lnTo>
                <a:lnTo>
                  <a:pt x="885825" y="923925"/>
                </a:lnTo>
                <a:close/>
                <a:moveTo>
                  <a:pt x="1038225" y="904875"/>
                </a:moveTo>
                <a:lnTo>
                  <a:pt x="1047750" y="904875"/>
                </a:lnTo>
                <a:lnTo>
                  <a:pt x="1047750" y="914400"/>
                </a:lnTo>
                <a:lnTo>
                  <a:pt x="1038225" y="914400"/>
                </a:lnTo>
                <a:close/>
                <a:moveTo>
                  <a:pt x="1438275" y="904875"/>
                </a:moveTo>
                <a:lnTo>
                  <a:pt x="1447800" y="904875"/>
                </a:lnTo>
                <a:lnTo>
                  <a:pt x="1447800" y="923925"/>
                </a:lnTo>
                <a:lnTo>
                  <a:pt x="1438275" y="923925"/>
                </a:lnTo>
                <a:close/>
                <a:moveTo>
                  <a:pt x="952500" y="914400"/>
                </a:moveTo>
                <a:lnTo>
                  <a:pt x="971550" y="914400"/>
                </a:lnTo>
                <a:lnTo>
                  <a:pt x="971550" y="923925"/>
                </a:lnTo>
                <a:lnTo>
                  <a:pt x="952500" y="923925"/>
                </a:lnTo>
                <a:close/>
                <a:moveTo>
                  <a:pt x="1019175" y="914400"/>
                </a:moveTo>
                <a:lnTo>
                  <a:pt x="1028700" y="914400"/>
                </a:lnTo>
                <a:lnTo>
                  <a:pt x="1028700" y="923925"/>
                </a:lnTo>
                <a:lnTo>
                  <a:pt x="1019175" y="923925"/>
                </a:lnTo>
                <a:close/>
                <a:moveTo>
                  <a:pt x="180975" y="923925"/>
                </a:moveTo>
                <a:lnTo>
                  <a:pt x="190500" y="923925"/>
                </a:lnTo>
                <a:lnTo>
                  <a:pt x="190500" y="933450"/>
                </a:lnTo>
                <a:lnTo>
                  <a:pt x="180975" y="933450"/>
                </a:lnTo>
                <a:close/>
                <a:moveTo>
                  <a:pt x="247650" y="923925"/>
                </a:moveTo>
                <a:lnTo>
                  <a:pt x="285750" y="923925"/>
                </a:lnTo>
                <a:lnTo>
                  <a:pt x="285750" y="933450"/>
                </a:lnTo>
                <a:lnTo>
                  <a:pt x="266700" y="933450"/>
                </a:lnTo>
                <a:lnTo>
                  <a:pt x="266700" y="942975"/>
                </a:lnTo>
                <a:lnTo>
                  <a:pt x="276225" y="942975"/>
                </a:lnTo>
                <a:lnTo>
                  <a:pt x="276225" y="952500"/>
                </a:lnTo>
                <a:lnTo>
                  <a:pt x="266700" y="952500"/>
                </a:lnTo>
                <a:lnTo>
                  <a:pt x="266700" y="962025"/>
                </a:lnTo>
                <a:lnTo>
                  <a:pt x="257175" y="962025"/>
                </a:lnTo>
                <a:lnTo>
                  <a:pt x="257175" y="942975"/>
                </a:lnTo>
                <a:lnTo>
                  <a:pt x="209550" y="942975"/>
                </a:lnTo>
                <a:lnTo>
                  <a:pt x="209550" y="933450"/>
                </a:lnTo>
                <a:lnTo>
                  <a:pt x="247650" y="933450"/>
                </a:lnTo>
                <a:close/>
                <a:moveTo>
                  <a:pt x="400050" y="923925"/>
                </a:moveTo>
                <a:lnTo>
                  <a:pt x="409575" y="923925"/>
                </a:lnTo>
                <a:lnTo>
                  <a:pt x="409575" y="933450"/>
                </a:lnTo>
                <a:lnTo>
                  <a:pt x="400050" y="933450"/>
                </a:lnTo>
                <a:close/>
                <a:moveTo>
                  <a:pt x="476250" y="923925"/>
                </a:moveTo>
                <a:lnTo>
                  <a:pt x="514350" y="923925"/>
                </a:lnTo>
                <a:lnTo>
                  <a:pt x="514350" y="933450"/>
                </a:lnTo>
                <a:lnTo>
                  <a:pt x="495300" y="933450"/>
                </a:lnTo>
                <a:lnTo>
                  <a:pt x="495300" y="942975"/>
                </a:lnTo>
                <a:lnTo>
                  <a:pt x="485775" y="942975"/>
                </a:lnTo>
                <a:lnTo>
                  <a:pt x="485775" y="952500"/>
                </a:lnTo>
                <a:lnTo>
                  <a:pt x="466725" y="952500"/>
                </a:lnTo>
                <a:lnTo>
                  <a:pt x="466725" y="933450"/>
                </a:lnTo>
                <a:lnTo>
                  <a:pt x="476250" y="933450"/>
                </a:lnTo>
                <a:close/>
                <a:moveTo>
                  <a:pt x="533400" y="923925"/>
                </a:moveTo>
                <a:lnTo>
                  <a:pt x="542925" y="923925"/>
                </a:lnTo>
                <a:lnTo>
                  <a:pt x="542925" y="933450"/>
                </a:lnTo>
                <a:lnTo>
                  <a:pt x="552450" y="933450"/>
                </a:lnTo>
                <a:lnTo>
                  <a:pt x="552450" y="952500"/>
                </a:lnTo>
                <a:lnTo>
                  <a:pt x="533400" y="952500"/>
                </a:lnTo>
                <a:lnTo>
                  <a:pt x="533400" y="942975"/>
                </a:lnTo>
                <a:lnTo>
                  <a:pt x="523875" y="942975"/>
                </a:lnTo>
                <a:lnTo>
                  <a:pt x="523875" y="933450"/>
                </a:lnTo>
                <a:lnTo>
                  <a:pt x="533400" y="933450"/>
                </a:lnTo>
                <a:close/>
                <a:moveTo>
                  <a:pt x="561975" y="923925"/>
                </a:moveTo>
                <a:lnTo>
                  <a:pt x="590550" y="923925"/>
                </a:lnTo>
                <a:lnTo>
                  <a:pt x="590550" y="933450"/>
                </a:lnTo>
                <a:lnTo>
                  <a:pt x="561975" y="933450"/>
                </a:lnTo>
                <a:close/>
                <a:moveTo>
                  <a:pt x="304800" y="933450"/>
                </a:moveTo>
                <a:lnTo>
                  <a:pt x="314325" y="933450"/>
                </a:lnTo>
                <a:lnTo>
                  <a:pt x="314325" y="942975"/>
                </a:lnTo>
                <a:lnTo>
                  <a:pt x="304800" y="942975"/>
                </a:lnTo>
                <a:close/>
                <a:moveTo>
                  <a:pt x="342900" y="933450"/>
                </a:moveTo>
                <a:lnTo>
                  <a:pt x="352425" y="933450"/>
                </a:lnTo>
                <a:lnTo>
                  <a:pt x="352425" y="942975"/>
                </a:lnTo>
                <a:lnTo>
                  <a:pt x="342900" y="942975"/>
                </a:lnTo>
                <a:close/>
                <a:moveTo>
                  <a:pt x="409575" y="933450"/>
                </a:moveTo>
                <a:lnTo>
                  <a:pt x="438150" y="933450"/>
                </a:lnTo>
                <a:lnTo>
                  <a:pt x="438150" y="942975"/>
                </a:lnTo>
                <a:lnTo>
                  <a:pt x="409575" y="942975"/>
                </a:lnTo>
                <a:close/>
                <a:moveTo>
                  <a:pt x="723900" y="933450"/>
                </a:moveTo>
                <a:lnTo>
                  <a:pt x="733425" y="933450"/>
                </a:lnTo>
                <a:lnTo>
                  <a:pt x="733425" y="952500"/>
                </a:lnTo>
                <a:lnTo>
                  <a:pt x="723900" y="952500"/>
                </a:lnTo>
                <a:close/>
                <a:moveTo>
                  <a:pt x="161925" y="942975"/>
                </a:moveTo>
                <a:lnTo>
                  <a:pt x="180975" y="942975"/>
                </a:lnTo>
                <a:lnTo>
                  <a:pt x="180975" y="962025"/>
                </a:lnTo>
                <a:lnTo>
                  <a:pt x="171450" y="962025"/>
                </a:lnTo>
                <a:lnTo>
                  <a:pt x="171450" y="952500"/>
                </a:lnTo>
                <a:lnTo>
                  <a:pt x="161925" y="952500"/>
                </a:lnTo>
                <a:close/>
                <a:moveTo>
                  <a:pt x="676275" y="942975"/>
                </a:moveTo>
                <a:lnTo>
                  <a:pt x="714375" y="942975"/>
                </a:lnTo>
                <a:lnTo>
                  <a:pt x="714375" y="952500"/>
                </a:lnTo>
                <a:lnTo>
                  <a:pt x="704850" y="952500"/>
                </a:lnTo>
                <a:lnTo>
                  <a:pt x="704850" y="990600"/>
                </a:lnTo>
                <a:lnTo>
                  <a:pt x="695325" y="990600"/>
                </a:lnTo>
                <a:lnTo>
                  <a:pt x="695325" y="981075"/>
                </a:lnTo>
                <a:lnTo>
                  <a:pt x="676275" y="981075"/>
                </a:lnTo>
                <a:lnTo>
                  <a:pt x="676275" y="990600"/>
                </a:lnTo>
                <a:lnTo>
                  <a:pt x="666750" y="990600"/>
                </a:lnTo>
                <a:lnTo>
                  <a:pt x="666750" y="971550"/>
                </a:lnTo>
                <a:lnTo>
                  <a:pt x="695325" y="971550"/>
                </a:lnTo>
                <a:lnTo>
                  <a:pt x="695325" y="952500"/>
                </a:lnTo>
                <a:lnTo>
                  <a:pt x="676275" y="952500"/>
                </a:lnTo>
                <a:close/>
                <a:moveTo>
                  <a:pt x="114300" y="952500"/>
                </a:moveTo>
                <a:lnTo>
                  <a:pt x="123825" y="952500"/>
                </a:lnTo>
                <a:lnTo>
                  <a:pt x="123825" y="962025"/>
                </a:lnTo>
                <a:lnTo>
                  <a:pt x="114300" y="962025"/>
                </a:lnTo>
                <a:close/>
                <a:moveTo>
                  <a:pt x="228600" y="952500"/>
                </a:moveTo>
                <a:lnTo>
                  <a:pt x="238125" y="952500"/>
                </a:lnTo>
                <a:lnTo>
                  <a:pt x="238125" y="971550"/>
                </a:lnTo>
                <a:lnTo>
                  <a:pt x="228600" y="971550"/>
                </a:lnTo>
                <a:close/>
                <a:moveTo>
                  <a:pt x="666750" y="952500"/>
                </a:moveTo>
                <a:lnTo>
                  <a:pt x="676275" y="952500"/>
                </a:lnTo>
                <a:lnTo>
                  <a:pt x="676275" y="962025"/>
                </a:lnTo>
                <a:lnTo>
                  <a:pt x="666750" y="962025"/>
                </a:lnTo>
                <a:close/>
                <a:moveTo>
                  <a:pt x="209550" y="962025"/>
                </a:moveTo>
                <a:lnTo>
                  <a:pt x="219075" y="962025"/>
                </a:lnTo>
                <a:lnTo>
                  <a:pt x="219075" y="971550"/>
                </a:lnTo>
                <a:lnTo>
                  <a:pt x="209550" y="971550"/>
                </a:lnTo>
                <a:close/>
                <a:moveTo>
                  <a:pt x="1685925" y="962025"/>
                </a:moveTo>
                <a:lnTo>
                  <a:pt x="1695450" y="962025"/>
                </a:lnTo>
                <a:lnTo>
                  <a:pt x="1695450" y="971550"/>
                </a:lnTo>
                <a:lnTo>
                  <a:pt x="1685925" y="971550"/>
                </a:lnTo>
                <a:close/>
                <a:moveTo>
                  <a:pt x="790575" y="971550"/>
                </a:moveTo>
                <a:lnTo>
                  <a:pt x="809625" y="971550"/>
                </a:lnTo>
                <a:lnTo>
                  <a:pt x="809625" y="981075"/>
                </a:lnTo>
                <a:lnTo>
                  <a:pt x="790575" y="981075"/>
                </a:lnTo>
                <a:close/>
                <a:moveTo>
                  <a:pt x="323850" y="981075"/>
                </a:moveTo>
                <a:lnTo>
                  <a:pt x="342900" y="981075"/>
                </a:lnTo>
                <a:lnTo>
                  <a:pt x="342900" y="1009650"/>
                </a:lnTo>
                <a:lnTo>
                  <a:pt x="323850" y="1009650"/>
                </a:lnTo>
                <a:close/>
                <a:moveTo>
                  <a:pt x="285750" y="990600"/>
                </a:moveTo>
                <a:lnTo>
                  <a:pt x="295275" y="990600"/>
                </a:lnTo>
                <a:lnTo>
                  <a:pt x="295275" y="1000125"/>
                </a:lnTo>
                <a:lnTo>
                  <a:pt x="285750" y="1000125"/>
                </a:lnTo>
                <a:close/>
                <a:moveTo>
                  <a:pt x="542925" y="990600"/>
                </a:moveTo>
                <a:lnTo>
                  <a:pt x="552450" y="990600"/>
                </a:lnTo>
                <a:lnTo>
                  <a:pt x="552450" y="1000125"/>
                </a:lnTo>
                <a:lnTo>
                  <a:pt x="542925" y="1000125"/>
                </a:lnTo>
                <a:close/>
                <a:moveTo>
                  <a:pt x="1104900" y="990600"/>
                </a:moveTo>
                <a:lnTo>
                  <a:pt x="1114425" y="990600"/>
                </a:lnTo>
                <a:lnTo>
                  <a:pt x="1114425" y="1009650"/>
                </a:lnTo>
                <a:lnTo>
                  <a:pt x="1095375" y="1009650"/>
                </a:lnTo>
                <a:lnTo>
                  <a:pt x="1095375" y="1000125"/>
                </a:lnTo>
                <a:lnTo>
                  <a:pt x="1104900" y="1000125"/>
                </a:lnTo>
                <a:close/>
                <a:moveTo>
                  <a:pt x="590550" y="1000125"/>
                </a:moveTo>
                <a:lnTo>
                  <a:pt x="619125" y="1000125"/>
                </a:lnTo>
                <a:lnTo>
                  <a:pt x="619125" y="1009650"/>
                </a:lnTo>
                <a:lnTo>
                  <a:pt x="628650" y="1009650"/>
                </a:lnTo>
                <a:lnTo>
                  <a:pt x="628650" y="1019175"/>
                </a:lnTo>
                <a:lnTo>
                  <a:pt x="647700" y="1019175"/>
                </a:lnTo>
                <a:lnTo>
                  <a:pt x="647700" y="1028700"/>
                </a:lnTo>
                <a:lnTo>
                  <a:pt x="609600" y="1028700"/>
                </a:lnTo>
                <a:lnTo>
                  <a:pt x="609600" y="1019175"/>
                </a:lnTo>
                <a:lnTo>
                  <a:pt x="600075" y="1019175"/>
                </a:lnTo>
                <a:lnTo>
                  <a:pt x="600075" y="1009650"/>
                </a:lnTo>
                <a:lnTo>
                  <a:pt x="590550" y="1009650"/>
                </a:lnTo>
                <a:close/>
                <a:moveTo>
                  <a:pt x="762000" y="1000125"/>
                </a:moveTo>
                <a:lnTo>
                  <a:pt x="771525" y="1000125"/>
                </a:lnTo>
                <a:lnTo>
                  <a:pt x="771525" y="1009650"/>
                </a:lnTo>
                <a:lnTo>
                  <a:pt x="762000" y="1009650"/>
                </a:lnTo>
                <a:close/>
                <a:moveTo>
                  <a:pt x="552450" y="1009650"/>
                </a:moveTo>
                <a:lnTo>
                  <a:pt x="571500" y="1009650"/>
                </a:lnTo>
                <a:lnTo>
                  <a:pt x="571500" y="1019175"/>
                </a:lnTo>
                <a:lnTo>
                  <a:pt x="552450" y="1019175"/>
                </a:lnTo>
                <a:close/>
                <a:moveTo>
                  <a:pt x="752475" y="1009650"/>
                </a:moveTo>
                <a:lnTo>
                  <a:pt x="762000" y="1009650"/>
                </a:lnTo>
                <a:lnTo>
                  <a:pt x="762000" y="1028700"/>
                </a:lnTo>
                <a:lnTo>
                  <a:pt x="752475" y="1028700"/>
                </a:lnTo>
                <a:close/>
                <a:moveTo>
                  <a:pt x="771525" y="1019175"/>
                </a:moveTo>
                <a:lnTo>
                  <a:pt x="781050" y="1019175"/>
                </a:lnTo>
                <a:lnTo>
                  <a:pt x="781050" y="1028700"/>
                </a:lnTo>
                <a:lnTo>
                  <a:pt x="771525" y="1028700"/>
                </a:lnTo>
                <a:close/>
                <a:moveTo>
                  <a:pt x="1085850" y="1019175"/>
                </a:moveTo>
                <a:lnTo>
                  <a:pt x="1095375" y="1019175"/>
                </a:lnTo>
                <a:lnTo>
                  <a:pt x="1095375" y="1047750"/>
                </a:lnTo>
                <a:lnTo>
                  <a:pt x="1085850" y="1047750"/>
                </a:lnTo>
                <a:lnTo>
                  <a:pt x="1085850" y="1038225"/>
                </a:lnTo>
                <a:lnTo>
                  <a:pt x="1076325" y="1038225"/>
                </a:lnTo>
                <a:lnTo>
                  <a:pt x="1076325" y="1028700"/>
                </a:lnTo>
                <a:lnTo>
                  <a:pt x="1085850" y="1028700"/>
                </a:lnTo>
                <a:close/>
                <a:moveTo>
                  <a:pt x="457200" y="1038225"/>
                </a:moveTo>
                <a:lnTo>
                  <a:pt x="466725" y="1038225"/>
                </a:lnTo>
                <a:lnTo>
                  <a:pt x="466725" y="1057275"/>
                </a:lnTo>
                <a:lnTo>
                  <a:pt x="457200" y="1057275"/>
                </a:lnTo>
                <a:close/>
                <a:moveTo>
                  <a:pt x="1600200" y="1076325"/>
                </a:moveTo>
                <a:lnTo>
                  <a:pt x="1609725" y="1076325"/>
                </a:lnTo>
                <a:lnTo>
                  <a:pt x="1609725" y="1095375"/>
                </a:lnTo>
                <a:lnTo>
                  <a:pt x="1600200" y="1095375"/>
                </a:lnTo>
                <a:close/>
                <a:moveTo>
                  <a:pt x="1628775" y="1076325"/>
                </a:moveTo>
                <a:lnTo>
                  <a:pt x="1647825" y="1076325"/>
                </a:lnTo>
                <a:lnTo>
                  <a:pt x="1647825" y="1085850"/>
                </a:lnTo>
                <a:lnTo>
                  <a:pt x="1628775" y="1085850"/>
                </a:lnTo>
                <a:close/>
                <a:moveTo>
                  <a:pt x="923925" y="1085850"/>
                </a:moveTo>
                <a:lnTo>
                  <a:pt x="942975" y="1085850"/>
                </a:lnTo>
                <a:lnTo>
                  <a:pt x="942975" y="1104900"/>
                </a:lnTo>
                <a:lnTo>
                  <a:pt x="933450" y="1104900"/>
                </a:lnTo>
                <a:lnTo>
                  <a:pt x="933450" y="1114425"/>
                </a:lnTo>
                <a:lnTo>
                  <a:pt x="923925" y="1114425"/>
                </a:lnTo>
                <a:lnTo>
                  <a:pt x="923925" y="1104900"/>
                </a:lnTo>
                <a:lnTo>
                  <a:pt x="914400" y="1104900"/>
                </a:lnTo>
                <a:lnTo>
                  <a:pt x="914400" y="1095375"/>
                </a:lnTo>
                <a:lnTo>
                  <a:pt x="923925" y="1095375"/>
                </a:lnTo>
                <a:close/>
                <a:moveTo>
                  <a:pt x="866775" y="1095375"/>
                </a:moveTo>
                <a:lnTo>
                  <a:pt x="876300" y="1095375"/>
                </a:lnTo>
                <a:lnTo>
                  <a:pt x="876300" y="1104900"/>
                </a:lnTo>
                <a:lnTo>
                  <a:pt x="885825" y="1104900"/>
                </a:lnTo>
                <a:lnTo>
                  <a:pt x="885825" y="1114425"/>
                </a:lnTo>
                <a:lnTo>
                  <a:pt x="866775" y="1114425"/>
                </a:lnTo>
                <a:close/>
                <a:moveTo>
                  <a:pt x="1000125" y="1095375"/>
                </a:moveTo>
                <a:lnTo>
                  <a:pt x="1019175" y="1095375"/>
                </a:lnTo>
                <a:lnTo>
                  <a:pt x="1019175" y="1104900"/>
                </a:lnTo>
                <a:lnTo>
                  <a:pt x="1000125" y="1104900"/>
                </a:lnTo>
                <a:close/>
                <a:moveTo>
                  <a:pt x="1647825" y="1095375"/>
                </a:moveTo>
                <a:lnTo>
                  <a:pt x="1657350" y="1095375"/>
                </a:lnTo>
                <a:lnTo>
                  <a:pt x="1657350" y="1104900"/>
                </a:lnTo>
                <a:lnTo>
                  <a:pt x="1647825" y="1104900"/>
                </a:lnTo>
                <a:close/>
                <a:moveTo>
                  <a:pt x="1695450" y="1095375"/>
                </a:moveTo>
                <a:lnTo>
                  <a:pt x="1704975" y="1095375"/>
                </a:lnTo>
                <a:lnTo>
                  <a:pt x="1704975" y="1104900"/>
                </a:lnTo>
                <a:lnTo>
                  <a:pt x="1695450" y="1104900"/>
                </a:lnTo>
                <a:close/>
                <a:moveTo>
                  <a:pt x="1590675" y="1104900"/>
                </a:moveTo>
                <a:lnTo>
                  <a:pt x="1600200" y="1104900"/>
                </a:lnTo>
                <a:lnTo>
                  <a:pt x="1600200" y="1123950"/>
                </a:lnTo>
                <a:lnTo>
                  <a:pt x="1590675" y="1123950"/>
                </a:lnTo>
                <a:close/>
                <a:moveTo>
                  <a:pt x="1657350" y="1104900"/>
                </a:moveTo>
                <a:lnTo>
                  <a:pt x="1676400" y="1104900"/>
                </a:lnTo>
                <a:lnTo>
                  <a:pt x="1676400" y="1114425"/>
                </a:lnTo>
                <a:lnTo>
                  <a:pt x="1657350" y="1114425"/>
                </a:lnTo>
                <a:close/>
                <a:moveTo>
                  <a:pt x="1685925" y="1104900"/>
                </a:moveTo>
                <a:lnTo>
                  <a:pt x="1695450" y="1104900"/>
                </a:lnTo>
                <a:lnTo>
                  <a:pt x="1695450" y="1114425"/>
                </a:lnTo>
                <a:lnTo>
                  <a:pt x="1685925" y="1114425"/>
                </a:lnTo>
                <a:close/>
                <a:moveTo>
                  <a:pt x="885825" y="1114425"/>
                </a:moveTo>
                <a:lnTo>
                  <a:pt x="895350" y="1114425"/>
                </a:lnTo>
                <a:lnTo>
                  <a:pt x="895350" y="1123950"/>
                </a:lnTo>
                <a:lnTo>
                  <a:pt x="885825" y="1123950"/>
                </a:lnTo>
                <a:close/>
                <a:moveTo>
                  <a:pt x="1600200" y="1123950"/>
                </a:moveTo>
                <a:lnTo>
                  <a:pt x="1609725" y="1123950"/>
                </a:lnTo>
                <a:lnTo>
                  <a:pt x="1609725" y="1133475"/>
                </a:lnTo>
                <a:lnTo>
                  <a:pt x="1600200" y="1133475"/>
                </a:lnTo>
                <a:close/>
                <a:moveTo>
                  <a:pt x="1685925" y="1123950"/>
                </a:moveTo>
                <a:lnTo>
                  <a:pt x="1695450" y="1123950"/>
                </a:lnTo>
                <a:lnTo>
                  <a:pt x="1695450" y="1133475"/>
                </a:lnTo>
                <a:lnTo>
                  <a:pt x="1685925" y="1133475"/>
                </a:lnTo>
                <a:close/>
                <a:moveTo>
                  <a:pt x="1695450" y="1133475"/>
                </a:moveTo>
                <a:lnTo>
                  <a:pt x="1704975" y="1133475"/>
                </a:lnTo>
                <a:lnTo>
                  <a:pt x="1704975" y="1143000"/>
                </a:lnTo>
                <a:lnTo>
                  <a:pt x="1695450" y="1143000"/>
                </a:lnTo>
                <a:close/>
                <a:moveTo>
                  <a:pt x="838200" y="1143000"/>
                </a:moveTo>
                <a:lnTo>
                  <a:pt x="847725" y="1143000"/>
                </a:lnTo>
                <a:lnTo>
                  <a:pt x="847725" y="1152525"/>
                </a:lnTo>
                <a:lnTo>
                  <a:pt x="838200" y="1152525"/>
                </a:lnTo>
                <a:close/>
                <a:moveTo>
                  <a:pt x="657225" y="1152525"/>
                </a:moveTo>
                <a:lnTo>
                  <a:pt x="676275" y="1152525"/>
                </a:lnTo>
                <a:lnTo>
                  <a:pt x="676275" y="1171575"/>
                </a:lnTo>
                <a:lnTo>
                  <a:pt x="704850" y="1171575"/>
                </a:lnTo>
                <a:lnTo>
                  <a:pt x="704850" y="1181100"/>
                </a:lnTo>
                <a:lnTo>
                  <a:pt x="685800" y="1181100"/>
                </a:lnTo>
                <a:lnTo>
                  <a:pt x="685800" y="1190625"/>
                </a:lnTo>
                <a:lnTo>
                  <a:pt x="676275" y="1190625"/>
                </a:lnTo>
                <a:lnTo>
                  <a:pt x="676275" y="1181100"/>
                </a:lnTo>
                <a:lnTo>
                  <a:pt x="657225" y="1181100"/>
                </a:lnTo>
                <a:lnTo>
                  <a:pt x="657225" y="1171575"/>
                </a:lnTo>
                <a:lnTo>
                  <a:pt x="647700" y="1171575"/>
                </a:lnTo>
                <a:lnTo>
                  <a:pt x="647700" y="1162050"/>
                </a:lnTo>
                <a:lnTo>
                  <a:pt x="657225" y="1162050"/>
                </a:lnTo>
                <a:close/>
                <a:moveTo>
                  <a:pt x="1333500" y="1152525"/>
                </a:moveTo>
                <a:lnTo>
                  <a:pt x="1343025" y="1152525"/>
                </a:lnTo>
                <a:lnTo>
                  <a:pt x="1343025" y="1162050"/>
                </a:lnTo>
                <a:lnTo>
                  <a:pt x="1333500" y="1162050"/>
                </a:lnTo>
                <a:close/>
                <a:moveTo>
                  <a:pt x="1524000" y="1152525"/>
                </a:moveTo>
                <a:lnTo>
                  <a:pt x="1543050" y="1152525"/>
                </a:lnTo>
                <a:lnTo>
                  <a:pt x="1543050" y="1162050"/>
                </a:lnTo>
                <a:lnTo>
                  <a:pt x="1524000" y="1162050"/>
                </a:lnTo>
                <a:close/>
                <a:moveTo>
                  <a:pt x="114300" y="1162050"/>
                </a:moveTo>
                <a:lnTo>
                  <a:pt x="123825" y="1162050"/>
                </a:lnTo>
                <a:lnTo>
                  <a:pt x="123825" y="1171575"/>
                </a:lnTo>
                <a:lnTo>
                  <a:pt x="114300" y="1171575"/>
                </a:lnTo>
                <a:close/>
                <a:moveTo>
                  <a:pt x="171450" y="1162050"/>
                </a:moveTo>
                <a:lnTo>
                  <a:pt x="180975" y="1162050"/>
                </a:lnTo>
                <a:lnTo>
                  <a:pt x="180975" y="1171575"/>
                </a:lnTo>
                <a:lnTo>
                  <a:pt x="171450" y="1171575"/>
                </a:lnTo>
                <a:close/>
                <a:moveTo>
                  <a:pt x="619125" y="1162050"/>
                </a:moveTo>
                <a:lnTo>
                  <a:pt x="638175" y="1162050"/>
                </a:lnTo>
                <a:lnTo>
                  <a:pt x="638175" y="1171575"/>
                </a:lnTo>
                <a:lnTo>
                  <a:pt x="619125" y="1171575"/>
                </a:lnTo>
                <a:close/>
                <a:moveTo>
                  <a:pt x="161925" y="1171575"/>
                </a:moveTo>
                <a:lnTo>
                  <a:pt x="171450" y="1171575"/>
                </a:lnTo>
                <a:lnTo>
                  <a:pt x="171450" y="1181100"/>
                </a:lnTo>
                <a:lnTo>
                  <a:pt x="161925" y="1181100"/>
                </a:lnTo>
                <a:close/>
                <a:moveTo>
                  <a:pt x="180975" y="1171575"/>
                </a:moveTo>
                <a:lnTo>
                  <a:pt x="190500" y="1171575"/>
                </a:lnTo>
                <a:lnTo>
                  <a:pt x="190500" y="1181100"/>
                </a:lnTo>
                <a:lnTo>
                  <a:pt x="180975" y="1181100"/>
                </a:lnTo>
                <a:close/>
                <a:moveTo>
                  <a:pt x="1047750" y="1200150"/>
                </a:moveTo>
                <a:lnTo>
                  <a:pt x="1066800" y="1200150"/>
                </a:lnTo>
                <a:lnTo>
                  <a:pt x="1066800" y="1209675"/>
                </a:lnTo>
                <a:lnTo>
                  <a:pt x="1047750" y="1209675"/>
                </a:lnTo>
                <a:close/>
                <a:moveTo>
                  <a:pt x="1028700" y="1209675"/>
                </a:moveTo>
                <a:lnTo>
                  <a:pt x="1047750" y="1209675"/>
                </a:lnTo>
                <a:lnTo>
                  <a:pt x="1047750" y="1228725"/>
                </a:lnTo>
                <a:lnTo>
                  <a:pt x="1038225" y="1228725"/>
                </a:lnTo>
                <a:lnTo>
                  <a:pt x="1038225" y="1238250"/>
                </a:lnTo>
                <a:lnTo>
                  <a:pt x="1028700" y="1238250"/>
                </a:lnTo>
                <a:lnTo>
                  <a:pt x="1028700" y="1228725"/>
                </a:lnTo>
                <a:lnTo>
                  <a:pt x="1019175" y="1228725"/>
                </a:lnTo>
                <a:lnTo>
                  <a:pt x="1019175" y="1219200"/>
                </a:lnTo>
                <a:lnTo>
                  <a:pt x="1028700" y="1219200"/>
                </a:lnTo>
                <a:close/>
                <a:moveTo>
                  <a:pt x="1066800" y="1209675"/>
                </a:moveTo>
                <a:lnTo>
                  <a:pt x="1076325" y="1209675"/>
                </a:lnTo>
                <a:lnTo>
                  <a:pt x="1076325" y="1219200"/>
                </a:lnTo>
                <a:lnTo>
                  <a:pt x="1066800" y="1219200"/>
                </a:lnTo>
                <a:close/>
                <a:moveTo>
                  <a:pt x="114300" y="1238250"/>
                </a:moveTo>
                <a:lnTo>
                  <a:pt x="123825" y="1238250"/>
                </a:lnTo>
                <a:lnTo>
                  <a:pt x="123825" y="1257300"/>
                </a:lnTo>
                <a:lnTo>
                  <a:pt x="114300" y="1257300"/>
                </a:lnTo>
                <a:close/>
                <a:moveTo>
                  <a:pt x="133350" y="1238250"/>
                </a:moveTo>
                <a:lnTo>
                  <a:pt x="142875" y="1238250"/>
                </a:lnTo>
                <a:lnTo>
                  <a:pt x="142875" y="1247775"/>
                </a:lnTo>
                <a:lnTo>
                  <a:pt x="133350" y="1247775"/>
                </a:lnTo>
                <a:close/>
                <a:moveTo>
                  <a:pt x="1143000" y="1285875"/>
                </a:moveTo>
                <a:lnTo>
                  <a:pt x="1162050" y="1285875"/>
                </a:lnTo>
                <a:lnTo>
                  <a:pt x="1162050" y="1295400"/>
                </a:lnTo>
                <a:lnTo>
                  <a:pt x="1143000" y="1295400"/>
                </a:lnTo>
                <a:close/>
                <a:moveTo>
                  <a:pt x="161925" y="1343025"/>
                </a:moveTo>
                <a:lnTo>
                  <a:pt x="171450" y="1343025"/>
                </a:lnTo>
                <a:lnTo>
                  <a:pt x="171450" y="1352550"/>
                </a:lnTo>
                <a:lnTo>
                  <a:pt x="161925" y="1352550"/>
                </a:lnTo>
                <a:close/>
                <a:moveTo>
                  <a:pt x="276225" y="1343025"/>
                </a:moveTo>
                <a:lnTo>
                  <a:pt x="295275" y="1343025"/>
                </a:lnTo>
                <a:lnTo>
                  <a:pt x="295275" y="1362075"/>
                </a:lnTo>
                <a:lnTo>
                  <a:pt x="285750" y="1362075"/>
                </a:lnTo>
                <a:lnTo>
                  <a:pt x="285750" y="1381125"/>
                </a:lnTo>
                <a:lnTo>
                  <a:pt x="276225" y="1381125"/>
                </a:lnTo>
                <a:close/>
                <a:moveTo>
                  <a:pt x="504825" y="1343025"/>
                </a:moveTo>
                <a:lnTo>
                  <a:pt x="514350" y="1343025"/>
                </a:lnTo>
                <a:lnTo>
                  <a:pt x="514350" y="1352550"/>
                </a:lnTo>
                <a:lnTo>
                  <a:pt x="523875" y="1352550"/>
                </a:lnTo>
                <a:lnTo>
                  <a:pt x="523875" y="1362075"/>
                </a:lnTo>
                <a:lnTo>
                  <a:pt x="504825" y="1362075"/>
                </a:lnTo>
                <a:close/>
                <a:moveTo>
                  <a:pt x="533400" y="1343025"/>
                </a:moveTo>
                <a:lnTo>
                  <a:pt x="542925" y="1343025"/>
                </a:lnTo>
                <a:lnTo>
                  <a:pt x="542925" y="1352550"/>
                </a:lnTo>
                <a:lnTo>
                  <a:pt x="533400" y="1352550"/>
                </a:lnTo>
                <a:close/>
                <a:moveTo>
                  <a:pt x="781050" y="1343025"/>
                </a:moveTo>
                <a:lnTo>
                  <a:pt x="800100" y="1343025"/>
                </a:lnTo>
                <a:lnTo>
                  <a:pt x="800100" y="1352550"/>
                </a:lnTo>
                <a:lnTo>
                  <a:pt x="809625" y="1352550"/>
                </a:lnTo>
                <a:lnTo>
                  <a:pt x="809625" y="1362075"/>
                </a:lnTo>
                <a:lnTo>
                  <a:pt x="781050" y="1362075"/>
                </a:lnTo>
                <a:close/>
                <a:moveTo>
                  <a:pt x="1438275" y="1343025"/>
                </a:moveTo>
                <a:lnTo>
                  <a:pt x="1476375" y="1343025"/>
                </a:lnTo>
                <a:lnTo>
                  <a:pt x="1476375" y="1362075"/>
                </a:lnTo>
                <a:lnTo>
                  <a:pt x="1457325" y="1362075"/>
                </a:lnTo>
                <a:lnTo>
                  <a:pt x="1457325" y="1381125"/>
                </a:lnTo>
                <a:lnTo>
                  <a:pt x="1447800" y="1381125"/>
                </a:lnTo>
                <a:lnTo>
                  <a:pt x="1447800" y="1371600"/>
                </a:lnTo>
                <a:lnTo>
                  <a:pt x="1428750" y="1371600"/>
                </a:lnTo>
                <a:lnTo>
                  <a:pt x="1428750" y="1362075"/>
                </a:lnTo>
                <a:lnTo>
                  <a:pt x="1438275" y="1362075"/>
                </a:lnTo>
                <a:close/>
                <a:moveTo>
                  <a:pt x="180975" y="1352550"/>
                </a:moveTo>
                <a:lnTo>
                  <a:pt x="190500" y="1352550"/>
                </a:lnTo>
                <a:lnTo>
                  <a:pt x="190500" y="1362075"/>
                </a:lnTo>
                <a:lnTo>
                  <a:pt x="180975" y="1362075"/>
                </a:lnTo>
                <a:close/>
                <a:moveTo>
                  <a:pt x="409575" y="1352550"/>
                </a:moveTo>
                <a:lnTo>
                  <a:pt x="419100" y="1352550"/>
                </a:lnTo>
                <a:lnTo>
                  <a:pt x="419100" y="1362075"/>
                </a:lnTo>
                <a:lnTo>
                  <a:pt x="428625" y="1362075"/>
                </a:lnTo>
                <a:lnTo>
                  <a:pt x="428625" y="1371600"/>
                </a:lnTo>
                <a:lnTo>
                  <a:pt x="400050" y="1371600"/>
                </a:lnTo>
                <a:lnTo>
                  <a:pt x="400050" y="1362075"/>
                </a:lnTo>
                <a:lnTo>
                  <a:pt x="409575" y="1362075"/>
                </a:lnTo>
                <a:close/>
                <a:moveTo>
                  <a:pt x="695325" y="1352550"/>
                </a:moveTo>
                <a:lnTo>
                  <a:pt x="704850" y="1352550"/>
                </a:lnTo>
                <a:lnTo>
                  <a:pt x="704850" y="1362075"/>
                </a:lnTo>
                <a:lnTo>
                  <a:pt x="695325" y="1362075"/>
                </a:lnTo>
                <a:close/>
                <a:moveTo>
                  <a:pt x="828675" y="1352550"/>
                </a:moveTo>
                <a:lnTo>
                  <a:pt x="838200" y="1352550"/>
                </a:lnTo>
                <a:lnTo>
                  <a:pt x="838200" y="1362075"/>
                </a:lnTo>
                <a:lnTo>
                  <a:pt x="828675" y="1362075"/>
                </a:lnTo>
                <a:close/>
                <a:moveTo>
                  <a:pt x="219075" y="1362075"/>
                </a:moveTo>
                <a:lnTo>
                  <a:pt x="257175" y="1362075"/>
                </a:lnTo>
                <a:lnTo>
                  <a:pt x="257175" y="1371600"/>
                </a:lnTo>
                <a:lnTo>
                  <a:pt x="219075" y="1371600"/>
                </a:lnTo>
                <a:close/>
                <a:moveTo>
                  <a:pt x="485775" y="1362075"/>
                </a:moveTo>
                <a:lnTo>
                  <a:pt x="504825" y="1362075"/>
                </a:lnTo>
                <a:lnTo>
                  <a:pt x="504825" y="1390650"/>
                </a:lnTo>
                <a:lnTo>
                  <a:pt x="476250" y="1390650"/>
                </a:lnTo>
                <a:lnTo>
                  <a:pt x="476250" y="1371600"/>
                </a:lnTo>
                <a:lnTo>
                  <a:pt x="485775" y="1371600"/>
                </a:lnTo>
                <a:close/>
                <a:moveTo>
                  <a:pt x="581025" y="1362075"/>
                </a:moveTo>
                <a:lnTo>
                  <a:pt x="590550" y="1362075"/>
                </a:lnTo>
                <a:lnTo>
                  <a:pt x="590550" y="1390650"/>
                </a:lnTo>
                <a:lnTo>
                  <a:pt x="600075" y="1390650"/>
                </a:lnTo>
                <a:lnTo>
                  <a:pt x="600075" y="1400175"/>
                </a:lnTo>
                <a:lnTo>
                  <a:pt x="571500" y="1400175"/>
                </a:lnTo>
                <a:lnTo>
                  <a:pt x="571500" y="1390650"/>
                </a:lnTo>
                <a:lnTo>
                  <a:pt x="561975" y="1390650"/>
                </a:lnTo>
                <a:lnTo>
                  <a:pt x="561975" y="1381125"/>
                </a:lnTo>
                <a:lnTo>
                  <a:pt x="571500" y="1381125"/>
                </a:lnTo>
                <a:lnTo>
                  <a:pt x="571500" y="1371600"/>
                </a:lnTo>
                <a:lnTo>
                  <a:pt x="581025" y="1371600"/>
                </a:lnTo>
                <a:close/>
                <a:moveTo>
                  <a:pt x="742950" y="1362075"/>
                </a:moveTo>
                <a:lnTo>
                  <a:pt x="752475" y="1362075"/>
                </a:lnTo>
                <a:lnTo>
                  <a:pt x="752475" y="1381125"/>
                </a:lnTo>
                <a:lnTo>
                  <a:pt x="762000" y="1381125"/>
                </a:lnTo>
                <a:lnTo>
                  <a:pt x="762000" y="1371600"/>
                </a:lnTo>
                <a:lnTo>
                  <a:pt x="771525" y="1371600"/>
                </a:lnTo>
                <a:lnTo>
                  <a:pt x="771525" y="1390650"/>
                </a:lnTo>
                <a:lnTo>
                  <a:pt x="752475" y="1390650"/>
                </a:lnTo>
                <a:lnTo>
                  <a:pt x="752475" y="1400175"/>
                </a:lnTo>
                <a:lnTo>
                  <a:pt x="742950" y="1400175"/>
                </a:lnTo>
                <a:lnTo>
                  <a:pt x="742950" y="1390650"/>
                </a:lnTo>
                <a:lnTo>
                  <a:pt x="733425" y="1390650"/>
                </a:lnTo>
                <a:lnTo>
                  <a:pt x="733425" y="1381125"/>
                </a:lnTo>
                <a:lnTo>
                  <a:pt x="742950" y="1381125"/>
                </a:lnTo>
                <a:close/>
                <a:moveTo>
                  <a:pt x="942975" y="1362075"/>
                </a:moveTo>
                <a:lnTo>
                  <a:pt x="952500" y="1362075"/>
                </a:lnTo>
                <a:lnTo>
                  <a:pt x="952500" y="1371600"/>
                </a:lnTo>
                <a:lnTo>
                  <a:pt x="942975" y="1371600"/>
                </a:lnTo>
                <a:close/>
                <a:moveTo>
                  <a:pt x="342900" y="1371600"/>
                </a:moveTo>
                <a:lnTo>
                  <a:pt x="352425" y="1371600"/>
                </a:lnTo>
                <a:lnTo>
                  <a:pt x="352425" y="1381125"/>
                </a:lnTo>
                <a:lnTo>
                  <a:pt x="342900" y="1381125"/>
                </a:lnTo>
                <a:close/>
                <a:moveTo>
                  <a:pt x="857250" y="1371600"/>
                </a:moveTo>
                <a:lnTo>
                  <a:pt x="866775" y="1371600"/>
                </a:lnTo>
                <a:lnTo>
                  <a:pt x="866775" y="1381125"/>
                </a:lnTo>
                <a:lnTo>
                  <a:pt x="857250" y="1381125"/>
                </a:lnTo>
                <a:close/>
                <a:moveTo>
                  <a:pt x="1419225" y="1371600"/>
                </a:moveTo>
                <a:lnTo>
                  <a:pt x="1428750" y="1371600"/>
                </a:lnTo>
                <a:lnTo>
                  <a:pt x="1428750" y="1381125"/>
                </a:lnTo>
                <a:lnTo>
                  <a:pt x="1419225" y="1381125"/>
                </a:lnTo>
                <a:close/>
                <a:moveTo>
                  <a:pt x="333375" y="1381125"/>
                </a:moveTo>
                <a:lnTo>
                  <a:pt x="342900" y="1381125"/>
                </a:lnTo>
                <a:lnTo>
                  <a:pt x="342900" y="1390650"/>
                </a:lnTo>
                <a:lnTo>
                  <a:pt x="333375" y="1390650"/>
                </a:lnTo>
                <a:close/>
                <a:moveTo>
                  <a:pt x="409575" y="1381125"/>
                </a:moveTo>
                <a:lnTo>
                  <a:pt x="419100" y="1381125"/>
                </a:lnTo>
                <a:lnTo>
                  <a:pt x="419100" y="1390650"/>
                </a:lnTo>
                <a:lnTo>
                  <a:pt x="409575" y="1390650"/>
                </a:lnTo>
                <a:close/>
                <a:moveTo>
                  <a:pt x="457200" y="1381125"/>
                </a:moveTo>
                <a:lnTo>
                  <a:pt x="466725" y="1381125"/>
                </a:lnTo>
                <a:lnTo>
                  <a:pt x="466725" y="1400175"/>
                </a:lnTo>
                <a:lnTo>
                  <a:pt x="457200" y="1400175"/>
                </a:lnTo>
                <a:close/>
                <a:moveTo>
                  <a:pt x="847725" y="1381125"/>
                </a:moveTo>
                <a:lnTo>
                  <a:pt x="857250" y="1381125"/>
                </a:lnTo>
                <a:lnTo>
                  <a:pt x="857250" y="1390650"/>
                </a:lnTo>
                <a:lnTo>
                  <a:pt x="847725" y="1390650"/>
                </a:lnTo>
                <a:close/>
                <a:moveTo>
                  <a:pt x="1438275" y="1381125"/>
                </a:moveTo>
                <a:lnTo>
                  <a:pt x="1447800" y="1381125"/>
                </a:lnTo>
                <a:lnTo>
                  <a:pt x="1447800" y="1390650"/>
                </a:lnTo>
                <a:lnTo>
                  <a:pt x="1438275" y="1390650"/>
                </a:lnTo>
                <a:close/>
                <a:moveTo>
                  <a:pt x="1647825" y="1381125"/>
                </a:moveTo>
                <a:lnTo>
                  <a:pt x="1657350" y="1381125"/>
                </a:lnTo>
                <a:lnTo>
                  <a:pt x="1657350" y="1390650"/>
                </a:lnTo>
                <a:lnTo>
                  <a:pt x="1647825" y="1390650"/>
                </a:lnTo>
                <a:close/>
                <a:moveTo>
                  <a:pt x="1695450" y="1381125"/>
                </a:moveTo>
                <a:lnTo>
                  <a:pt x="1704975" y="1381125"/>
                </a:lnTo>
                <a:lnTo>
                  <a:pt x="1704975" y="1409700"/>
                </a:lnTo>
                <a:lnTo>
                  <a:pt x="1695450" y="1409700"/>
                </a:lnTo>
                <a:close/>
                <a:moveTo>
                  <a:pt x="266700" y="1390650"/>
                </a:moveTo>
                <a:lnTo>
                  <a:pt x="276225" y="1390650"/>
                </a:lnTo>
                <a:lnTo>
                  <a:pt x="276225" y="1400175"/>
                </a:lnTo>
                <a:lnTo>
                  <a:pt x="266700" y="1400175"/>
                </a:lnTo>
                <a:close/>
                <a:moveTo>
                  <a:pt x="657225" y="1390650"/>
                </a:moveTo>
                <a:lnTo>
                  <a:pt x="666750" y="1390650"/>
                </a:lnTo>
                <a:lnTo>
                  <a:pt x="666750" y="1400175"/>
                </a:lnTo>
                <a:lnTo>
                  <a:pt x="657225" y="1400175"/>
                </a:lnTo>
                <a:close/>
                <a:moveTo>
                  <a:pt x="685800" y="1390650"/>
                </a:moveTo>
                <a:lnTo>
                  <a:pt x="733425" y="1390650"/>
                </a:lnTo>
                <a:lnTo>
                  <a:pt x="733425" y="1400175"/>
                </a:lnTo>
                <a:lnTo>
                  <a:pt x="723900" y="1400175"/>
                </a:lnTo>
                <a:lnTo>
                  <a:pt x="723900" y="1409700"/>
                </a:lnTo>
                <a:lnTo>
                  <a:pt x="714375" y="1409700"/>
                </a:lnTo>
                <a:lnTo>
                  <a:pt x="714375" y="1419225"/>
                </a:lnTo>
                <a:lnTo>
                  <a:pt x="695325" y="1419225"/>
                </a:lnTo>
                <a:lnTo>
                  <a:pt x="695325" y="1409700"/>
                </a:lnTo>
                <a:lnTo>
                  <a:pt x="685800" y="1409700"/>
                </a:lnTo>
                <a:close/>
                <a:moveTo>
                  <a:pt x="866775" y="1390650"/>
                </a:moveTo>
                <a:lnTo>
                  <a:pt x="876300" y="1390650"/>
                </a:lnTo>
                <a:lnTo>
                  <a:pt x="876300" y="1400175"/>
                </a:lnTo>
                <a:lnTo>
                  <a:pt x="866775" y="1400175"/>
                </a:lnTo>
                <a:close/>
                <a:moveTo>
                  <a:pt x="342900" y="1400175"/>
                </a:moveTo>
                <a:lnTo>
                  <a:pt x="361950" y="1400175"/>
                </a:lnTo>
                <a:lnTo>
                  <a:pt x="361950" y="1409700"/>
                </a:lnTo>
                <a:lnTo>
                  <a:pt x="342900" y="1409700"/>
                </a:lnTo>
                <a:close/>
                <a:moveTo>
                  <a:pt x="381000" y="1400175"/>
                </a:moveTo>
                <a:lnTo>
                  <a:pt x="409575" y="1400175"/>
                </a:lnTo>
                <a:lnTo>
                  <a:pt x="409575" y="1409700"/>
                </a:lnTo>
                <a:lnTo>
                  <a:pt x="381000" y="1409700"/>
                </a:lnTo>
                <a:close/>
                <a:moveTo>
                  <a:pt x="647700" y="1400175"/>
                </a:moveTo>
                <a:lnTo>
                  <a:pt x="657225" y="1400175"/>
                </a:lnTo>
                <a:lnTo>
                  <a:pt x="657225" y="1409700"/>
                </a:lnTo>
                <a:lnTo>
                  <a:pt x="666750" y="1409700"/>
                </a:lnTo>
                <a:lnTo>
                  <a:pt x="666750" y="1419225"/>
                </a:lnTo>
                <a:lnTo>
                  <a:pt x="647700" y="1419225"/>
                </a:lnTo>
                <a:close/>
                <a:moveTo>
                  <a:pt x="1562100" y="1409700"/>
                </a:moveTo>
                <a:lnTo>
                  <a:pt x="1581150" y="1409700"/>
                </a:lnTo>
                <a:lnTo>
                  <a:pt x="1581150" y="1428750"/>
                </a:lnTo>
                <a:lnTo>
                  <a:pt x="1571625" y="1428750"/>
                </a:lnTo>
                <a:lnTo>
                  <a:pt x="1571625" y="1419225"/>
                </a:lnTo>
                <a:lnTo>
                  <a:pt x="1562100" y="1419225"/>
                </a:lnTo>
                <a:close/>
                <a:moveTo>
                  <a:pt x="762000" y="1419225"/>
                </a:moveTo>
                <a:lnTo>
                  <a:pt x="771525" y="1419225"/>
                </a:lnTo>
                <a:lnTo>
                  <a:pt x="771525" y="1428750"/>
                </a:lnTo>
                <a:lnTo>
                  <a:pt x="762000" y="1428750"/>
                </a:lnTo>
                <a:close/>
                <a:moveTo>
                  <a:pt x="1171575" y="1419225"/>
                </a:moveTo>
                <a:lnTo>
                  <a:pt x="1190625" y="1419225"/>
                </a:lnTo>
                <a:lnTo>
                  <a:pt x="1190625" y="1438275"/>
                </a:lnTo>
                <a:lnTo>
                  <a:pt x="1171575" y="1438275"/>
                </a:lnTo>
                <a:close/>
                <a:moveTo>
                  <a:pt x="1228725" y="1419225"/>
                </a:moveTo>
                <a:lnTo>
                  <a:pt x="1257300" y="1419225"/>
                </a:lnTo>
                <a:lnTo>
                  <a:pt x="1257300" y="1438275"/>
                </a:lnTo>
                <a:lnTo>
                  <a:pt x="1238250" y="1438275"/>
                </a:lnTo>
                <a:lnTo>
                  <a:pt x="1238250" y="1428750"/>
                </a:lnTo>
                <a:lnTo>
                  <a:pt x="1228725" y="1428750"/>
                </a:lnTo>
                <a:close/>
                <a:moveTo>
                  <a:pt x="1314450" y="1419225"/>
                </a:moveTo>
                <a:lnTo>
                  <a:pt x="1381125" y="1419225"/>
                </a:lnTo>
                <a:lnTo>
                  <a:pt x="1381125" y="1428750"/>
                </a:lnTo>
                <a:lnTo>
                  <a:pt x="1371600" y="1428750"/>
                </a:lnTo>
                <a:lnTo>
                  <a:pt x="1371600" y="1438275"/>
                </a:lnTo>
                <a:lnTo>
                  <a:pt x="1314450" y="1438275"/>
                </a:lnTo>
                <a:close/>
                <a:moveTo>
                  <a:pt x="1466850" y="1419225"/>
                </a:moveTo>
                <a:lnTo>
                  <a:pt x="1476375" y="1419225"/>
                </a:lnTo>
                <a:lnTo>
                  <a:pt x="1476375" y="1438275"/>
                </a:lnTo>
                <a:lnTo>
                  <a:pt x="1466850" y="1438275"/>
                </a:lnTo>
                <a:close/>
                <a:moveTo>
                  <a:pt x="1152525" y="1428750"/>
                </a:moveTo>
                <a:lnTo>
                  <a:pt x="1162050" y="1428750"/>
                </a:lnTo>
                <a:lnTo>
                  <a:pt x="1162050" y="1438275"/>
                </a:lnTo>
                <a:lnTo>
                  <a:pt x="1152525" y="1438275"/>
                </a:lnTo>
                <a:close/>
                <a:moveTo>
                  <a:pt x="238125" y="1457325"/>
                </a:moveTo>
                <a:lnTo>
                  <a:pt x="266700" y="1457325"/>
                </a:lnTo>
                <a:lnTo>
                  <a:pt x="266700" y="1466850"/>
                </a:lnTo>
                <a:lnTo>
                  <a:pt x="238125" y="1466850"/>
                </a:lnTo>
                <a:close/>
                <a:moveTo>
                  <a:pt x="762000" y="1457325"/>
                </a:moveTo>
                <a:lnTo>
                  <a:pt x="781050" y="1457325"/>
                </a:lnTo>
                <a:lnTo>
                  <a:pt x="781050" y="1466850"/>
                </a:lnTo>
                <a:lnTo>
                  <a:pt x="762000" y="1466850"/>
                </a:lnTo>
                <a:close/>
                <a:moveTo>
                  <a:pt x="800100" y="1457325"/>
                </a:moveTo>
                <a:lnTo>
                  <a:pt x="819150" y="1457325"/>
                </a:lnTo>
                <a:lnTo>
                  <a:pt x="819150" y="1466850"/>
                </a:lnTo>
                <a:lnTo>
                  <a:pt x="800100" y="1466850"/>
                </a:lnTo>
                <a:close/>
                <a:moveTo>
                  <a:pt x="895350" y="1457325"/>
                </a:moveTo>
                <a:lnTo>
                  <a:pt x="904875" y="1457325"/>
                </a:lnTo>
                <a:lnTo>
                  <a:pt x="904875" y="1466850"/>
                </a:lnTo>
                <a:lnTo>
                  <a:pt x="895350" y="1466850"/>
                </a:lnTo>
                <a:close/>
                <a:moveTo>
                  <a:pt x="952500" y="1457325"/>
                </a:moveTo>
                <a:lnTo>
                  <a:pt x="971550" y="1457325"/>
                </a:lnTo>
                <a:lnTo>
                  <a:pt x="971550" y="1466850"/>
                </a:lnTo>
                <a:lnTo>
                  <a:pt x="952500" y="1466850"/>
                </a:lnTo>
                <a:close/>
                <a:moveTo>
                  <a:pt x="1114425" y="1457325"/>
                </a:moveTo>
                <a:lnTo>
                  <a:pt x="1143000" y="1457325"/>
                </a:lnTo>
                <a:lnTo>
                  <a:pt x="1143000" y="1476375"/>
                </a:lnTo>
                <a:lnTo>
                  <a:pt x="1133475" y="1476375"/>
                </a:lnTo>
                <a:lnTo>
                  <a:pt x="1133475" y="1485900"/>
                </a:lnTo>
                <a:lnTo>
                  <a:pt x="1123950" y="1485900"/>
                </a:lnTo>
                <a:lnTo>
                  <a:pt x="1123950" y="1466850"/>
                </a:lnTo>
                <a:lnTo>
                  <a:pt x="1114425" y="1466850"/>
                </a:lnTo>
                <a:close/>
                <a:moveTo>
                  <a:pt x="1181100" y="1457325"/>
                </a:moveTo>
                <a:lnTo>
                  <a:pt x="1323975" y="1457325"/>
                </a:lnTo>
                <a:lnTo>
                  <a:pt x="1323975" y="1476375"/>
                </a:lnTo>
                <a:lnTo>
                  <a:pt x="1219200" y="1476375"/>
                </a:lnTo>
                <a:lnTo>
                  <a:pt x="1219200" y="1485900"/>
                </a:lnTo>
                <a:lnTo>
                  <a:pt x="1209675" y="1485900"/>
                </a:lnTo>
                <a:lnTo>
                  <a:pt x="1209675" y="1495425"/>
                </a:lnTo>
                <a:lnTo>
                  <a:pt x="1190625" y="1495425"/>
                </a:lnTo>
                <a:lnTo>
                  <a:pt x="1190625" y="1485900"/>
                </a:lnTo>
                <a:lnTo>
                  <a:pt x="1171575" y="1485900"/>
                </a:lnTo>
                <a:lnTo>
                  <a:pt x="1171575" y="1476375"/>
                </a:lnTo>
                <a:lnTo>
                  <a:pt x="1190625" y="1476375"/>
                </a:lnTo>
                <a:lnTo>
                  <a:pt x="1190625" y="1466850"/>
                </a:lnTo>
                <a:lnTo>
                  <a:pt x="1181100" y="1466850"/>
                </a:lnTo>
                <a:close/>
                <a:moveTo>
                  <a:pt x="1333500" y="1457325"/>
                </a:moveTo>
                <a:lnTo>
                  <a:pt x="1343025" y="1457325"/>
                </a:lnTo>
                <a:lnTo>
                  <a:pt x="1343025" y="1476375"/>
                </a:lnTo>
                <a:lnTo>
                  <a:pt x="1333500" y="1476375"/>
                </a:lnTo>
                <a:close/>
                <a:moveTo>
                  <a:pt x="209550" y="1466850"/>
                </a:moveTo>
                <a:lnTo>
                  <a:pt x="219075" y="1466850"/>
                </a:lnTo>
                <a:lnTo>
                  <a:pt x="219075" y="1476375"/>
                </a:lnTo>
                <a:lnTo>
                  <a:pt x="209550" y="1476375"/>
                </a:lnTo>
                <a:close/>
                <a:moveTo>
                  <a:pt x="533400" y="1466850"/>
                </a:moveTo>
                <a:lnTo>
                  <a:pt x="590550" y="1466850"/>
                </a:lnTo>
                <a:lnTo>
                  <a:pt x="590550" y="1476375"/>
                </a:lnTo>
                <a:lnTo>
                  <a:pt x="533400" y="1476375"/>
                </a:lnTo>
                <a:close/>
                <a:moveTo>
                  <a:pt x="638175" y="1466850"/>
                </a:moveTo>
                <a:lnTo>
                  <a:pt x="657225" y="1466850"/>
                </a:lnTo>
                <a:lnTo>
                  <a:pt x="657225" y="1476375"/>
                </a:lnTo>
                <a:lnTo>
                  <a:pt x="638175" y="1476375"/>
                </a:lnTo>
                <a:close/>
                <a:moveTo>
                  <a:pt x="781050" y="1466850"/>
                </a:moveTo>
                <a:lnTo>
                  <a:pt x="790575" y="1466850"/>
                </a:lnTo>
                <a:lnTo>
                  <a:pt x="790575" y="1485900"/>
                </a:lnTo>
                <a:lnTo>
                  <a:pt x="781050" y="1485900"/>
                </a:lnTo>
                <a:close/>
                <a:moveTo>
                  <a:pt x="514350" y="1476375"/>
                </a:moveTo>
                <a:lnTo>
                  <a:pt x="533400" y="1476375"/>
                </a:lnTo>
                <a:lnTo>
                  <a:pt x="533400" y="1485900"/>
                </a:lnTo>
                <a:lnTo>
                  <a:pt x="514350" y="1485900"/>
                </a:lnTo>
                <a:close/>
                <a:moveTo>
                  <a:pt x="762000" y="1476375"/>
                </a:moveTo>
                <a:lnTo>
                  <a:pt x="771525" y="1476375"/>
                </a:lnTo>
                <a:lnTo>
                  <a:pt x="771525" y="1495425"/>
                </a:lnTo>
                <a:lnTo>
                  <a:pt x="762000" y="1495425"/>
                </a:lnTo>
                <a:close/>
                <a:moveTo>
                  <a:pt x="1143000" y="1476375"/>
                </a:moveTo>
                <a:lnTo>
                  <a:pt x="1152525" y="1476375"/>
                </a:lnTo>
                <a:lnTo>
                  <a:pt x="1152525" y="1485900"/>
                </a:lnTo>
                <a:lnTo>
                  <a:pt x="1143000" y="1485900"/>
                </a:lnTo>
                <a:close/>
                <a:moveTo>
                  <a:pt x="504825" y="1485900"/>
                </a:moveTo>
                <a:lnTo>
                  <a:pt x="514350" y="1485900"/>
                </a:lnTo>
                <a:lnTo>
                  <a:pt x="514350" y="1504950"/>
                </a:lnTo>
                <a:lnTo>
                  <a:pt x="495300" y="1504950"/>
                </a:lnTo>
                <a:lnTo>
                  <a:pt x="495300" y="1495425"/>
                </a:lnTo>
                <a:lnTo>
                  <a:pt x="504825" y="1495425"/>
                </a:lnTo>
                <a:close/>
                <a:moveTo>
                  <a:pt x="666750" y="1485900"/>
                </a:moveTo>
                <a:lnTo>
                  <a:pt x="676275" y="1485900"/>
                </a:lnTo>
                <a:lnTo>
                  <a:pt x="676275" y="1495425"/>
                </a:lnTo>
                <a:lnTo>
                  <a:pt x="666750" y="1495425"/>
                </a:lnTo>
                <a:close/>
                <a:moveTo>
                  <a:pt x="1152525" y="1485900"/>
                </a:moveTo>
                <a:lnTo>
                  <a:pt x="1171575" y="1485900"/>
                </a:lnTo>
                <a:lnTo>
                  <a:pt x="1171575" y="1495425"/>
                </a:lnTo>
                <a:lnTo>
                  <a:pt x="1152525" y="1495425"/>
                </a:lnTo>
                <a:close/>
                <a:moveTo>
                  <a:pt x="419100" y="1495425"/>
                </a:moveTo>
                <a:lnTo>
                  <a:pt x="438150" y="1495425"/>
                </a:lnTo>
                <a:lnTo>
                  <a:pt x="438150" y="1504950"/>
                </a:lnTo>
                <a:lnTo>
                  <a:pt x="447675" y="1504950"/>
                </a:lnTo>
                <a:lnTo>
                  <a:pt x="447675" y="1514475"/>
                </a:lnTo>
                <a:lnTo>
                  <a:pt x="400050" y="1514475"/>
                </a:lnTo>
                <a:lnTo>
                  <a:pt x="400050" y="1504950"/>
                </a:lnTo>
                <a:lnTo>
                  <a:pt x="419100" y="1504950"/>
                </a:lnTo>
                <a:close/>
                <a:moveTo>
                  <a:pt x="1209675" y="1495425"/>
                </a:moveTo>
                <a:lnTo>
                  <a:pt x="1219200" y="1495425"/>
                </a:lnTo>
                <a:lnTo>
                  <a:pt x="1219200" y="1504950"/>
                </a:lnTo>
                <a:lnTo>
                  <a:pt x="1209675" y="1504950"/>
                </a:lnTo>
                <a:close/>
                <a:moveTo>
                  <a:pt x="180975" y="1504950"/>
                </a:moveTo>
                <a:lnTo>
                  <a:pt x="190500" y="1504950"/>
                </a:lnTo>
                <a:lnTo>
                  <a:pt x="190500" y="1514475"/>
                </a:lnTo>
                <a:lnTo>
                  <a:pt x="180975" y="1514475"/>
                </a:lnTo>
                <a:close/>
                <a:moveTo>
                  <a:pt x="276225" y="1504950"/>
                </a:moveTo>
                <a:lnTo>
                  <a:pt x="285750" y="1504950"/>
                </a:lnTo>
                <a:lnTo>
                  <a:pt x="285750" y="1514475"/>
                </a:lnTo>
                <a:lnTo>
                  <a:pt x="276225" y="1514475"/>
                </a:lnTo>
                <a:close/>
                <a:moveTo>
                  <a:pt x="314325" y="1504950"/>
                </a:moveTo>
                <a:lnTo>
                  <a:pt x="342900" y="1504950"/>
                </a:lnTo>
                <a:lnTo>
                  <a:pt x="342900" y="1514475"/>
                </a:lnTo>
                <a:lnTo>
                  <a:pt x="314325" y="1514475"/>
                </a:lnTo>
                <a:close/>
                <a:moveTo>
                  <a:pt x="457200" y="1504950"/>
                </a:moveTo>
                <a:lnTo>
                  <a:pt x="495300" y="1504950"/>
                </a:lnTo>
                <a:lnTo>
                  <a:pt x="495300" y="1514475"/>
                </a:lnTo>
                <a:lnTo>
                  <a:pt x="457200" y="1514475"/>
                </a:lnTo>
                <a:close/>
                <a:moveTo>
                  <a:pt x="571500" y="1504950"/>
                </a:moveTo>
                <a:lnTo>
                  <a:pt x="590550" y="1504950"/>
                </a:lnTo>
                <a:lnTo>
                  <a:pt x="590550" y="1514475"/>
                </a:lnTo>
                <a:lnTo>
                  <a:pt x="571500" y="1514475"/>
                </a:lnTo>
                <a:close/>
                <a:moveTo>
                  <a:pt x="952500" y="1504950"/>
                </a:moveTo>
                <a:lnTo>
                  <a:pt x="962025" y="1504950"/>
                </a:lnTo>
                <a:lnTo>
                  <a:pt x="962025" y="1514475"/>
                </a:lnTo>
                <a:lnTo>
                  <a:pt x="952500" y="1514475"/>
                </a:lnTo>
                <a:close/>
                <a:moveTo>
                  <a:pt x="1200150" y="1504950"/>
                </a:moveTo>
                <a:lnTo>
                  <a:pt x="1209675" y="1504950"/>
                </a:lnTo>
                <a:lnTo>
                  <a:pt x="1209675" y="1514475"/>
                </a:lnTo>
                <a:lnTo>
                  <a:pt x="1200150" y="1514475"/>
                </a:lnTo>
                <a:close/>
                <a:moveTo>
                  <a:pt x="114300" y="1533525"/>
                </a:moveTo>
                <a:lnTo>
                  <a:pt x="123825" y="1533525"/>
                </a:lnTo>
                <a:lnTo>
                  <a:pt x="123825" y="1543050"/>
                </a:lnTo>
                <a:lnTo>
                  <a:pt x="114300" y="1543050"/>
                </a:lnTo>
                <a:close/>
                <a:moveTo>
                  <a:pt x="257175" y="1533525"/>
                </a:moveTo>
                <a:lnTo>
                  <a:pt x="266700" y="1533525"/>
                </a:lnTo>
                <a:lnTo>
                  <a:pt x="266700" y="1552575"/>
                </a:lnTo>
                <a:lnTo>
                  <a:pt x="276225" y="1552575"/>
                </a:lnTo>
                <a:lnTo>
                  <a:pt x="276225" y="1562100"/>
                </a:lnTo>
                <a:lnTo>
                  <a:pt x="257175" y="1562100"/>
                </a:lnTo>
                <a:close/>
                <a:moveTo>
                  <a:pt x="619125" y="1533525"/>
                </a:moveTo>
                <a:lnTo>
                  <a:pt x="628650" y="1533525"/>
                </a:lnTo>
                <a:lnTo>
                  <a:pt x="628650" y="1543050"/>
                </a:lnTo>
                <a:lnTo>
                  <a:pt x="638175" y="1543050"/>
                </a:lnTo>
                <a:lnTo>
                  <a:pt x="638175" y="1552575"/>
                </a:lnTo>
                <a:lnTo>
                  <a:pt x="619125" y="1552575"/>
                </a:lnTo>
                <a:close/>
                <a:moveTo>
                  <a:pt x="1285875" y="1533525"/>
                </a:moveTo>
                <a:lnTo>
                  <a:pt x="1295400" y="1533525"/>
                </a:lnTo>
                <a:lnTo>
                  <a:pt x="1295400" y="1552575"/>
                </a:lnTo>
                <a:lnTo>
                  <a:pt x="1285875" y="1552575"/>
                </a:lnTo>
                <a:close/>
                <a:moveTo>
                  <a:pt x="1581150" y="1533525"/>
                </a:moveTo>
                <a:lnTo>
                  <a:pt x="1628775" y="1533525"/>
                </a:lnTo>
                <a:lnTo>
                  <a:pt x="1628775" y="1543050"/>
                </a:lnTo>
                <a:lnTo>
                  <a:pt x="1609725" y="1543050"/>
                </a:lnTo>
                <a:lnTo>
                  <a:pt x="1609725" y="1552575"/>
                </a:lnTo>
                <a:lnTo>
                  <a:pt x="1581150" y="1552575"/>
                </a:lnTo>
                <a:close/>
                <a:moveTo>
                  <a:pt x="1628775" y="1543050"/>
                </a:moveTo>
                <a:lnTo>
                  <a:pt x="1638300" y="1543050"/>
                </a:lnTo>
                <a:lnTo>
                  <a:pt x="1638300" y="1552575"/>
                </a:lnTo>
                <a:lnTo>
                  <a:pt x="1628775" y="1552575"/>
                </a:lnTo>
                <a:close/>
                <a:moveTo>
                  <a:pt x="361950" y="1562100"/>
                </a:moveTo>
                <a:lnTo>
                  <a:pt x="371475" y="1562100"/>
                </a:lnTo>
                <a:lnTo>
                  <a:pt x="371475" y="1571625"/>
                </a:lnTo>
                <a:lnTo>
                  <a:pt x="361950" y="1571625"/>
                </a:lnTo>
                <a:close/>
                <a:moveTo>
                  <a:pt x="1009650" y="1562100"/>
                </a:moveTo>
                <a:lnTo>
                  <a:pt x="1047750" y="1562100"/>
                </a:lnTo>
                <a:lnTo>
                  <a:pt x="1047750" y="1571625"/>
                </a:lnTo>
                <a:lnTo>
                  <a:pt x="1009650" y="1571625"/>
                </a:lnTo>
                <a:close/>
                <a:moveTo>
                  <a:pt x="161925" y="1571625"/>
                </a:moveTo>
                <a:lnTo>
                  <a:pt x="171450" y="1571625"/>
                </a:lnTo>
                <a:lnTo>
                  <a:pt x="171450" y="1590675"/>
                </a:lnTo>
                <a:lnTo>
                  <a:pt x="161925" y="1590675"/>
                </a:lnTo>
                <a:close/>
                <a:moveTo>
                  <a:pt x="371475" y="1571625"/>
                </a:moveTo>
                <a:lnTo>
                  <a:pt x="381000" y="1571625"/>
                </a:lnTo>
                <a:lnTo>
                  <a:pt x="381000" y="1581150"/>
                </a:lnTo>
                <a:lnTo>
                  <a:pt x="371475" y="1581150"/>
                </a:lnTo>
                <a:close/>
                <a:moveTo>
                  <a:pt x="390525" y="1571625"/>
                </a:moveTo>
                <a:lnTo>
                  <a:pt x="409575" y="1571625"/>
                </a:lnTo>
                <a:lnTo>
                  <a:pt x="409575" y="1581150"/>
                </a:lnTo>
                <a:lnTo>
                  <a:pt x="390525" y="1581150"/>
                </a:lnTo>
                <a:close/>
                <a:moveTo>
                  <a:pt x="1619250" y="1581150"/>
                </a:moveTo>
                <a:lnTo>
                  <a:pt x="1638300" y="1581150"/>
                </a:lnTo>
                <a:lnTo>
                  <a:pt x="1638300" y="1600200"/>
                </a:lnTo>
                <a:lnTo>
                  <a:pt x="1609725" y="1600200"/>
                </a:lnTo>
                <a:lnTo>
                  <a:pt x="1609725" y="1590675"/>
                </a:lnTo>
                <a:lnTo>
                  <a:pt x="1619250" y="1590675"/>
                </a:lnTo>
                <a:close/>
                <a:moveTo>
                  <a:pt x="542925" y="1590675"/>
                </a:moveTo>
                <a:lnTo>
                  <a:pt x="552450" y="1590675"/>
                </a:lnTo>
                <a:lnTo>
                  <a:pt x="552450" y="1600200"/>
                </a:lnTo>
                <a:lnTo>
                  <a:pt x="561975" y="1600200"/>
                </a:lnTo>
                <a:lnTo>
                  <a:pt x="561975" y="1619250"/>
                </a:lnTo>
                <a:lnTo>
                  <a:pt x="542925" y="1619250"/>
                </a:lnTo>
                <a:close/>
                <a:moveTo>
                  <a:pt x="933450" y="1590675"/>
                </a:moveTo>
                <a:lnTo>
                  <a:pt x="942975" y="1590675"/>
                </a:lnTo>
                <a:lnTo>
                  <a:pt x="942975" y="1600200"/>
                </a:lnTo>
                <a:lnTo>
                  <a:pt x="933450" y="1600200"/>
                </a:lnTo>
                <a:close/>
                <a:moveTo>
                  <a:pt x="1695450" y="1590675"/>
                </a:moveTo>
                <a:lnTo>
                  <a:pt x="1704975" y="1590675"/>
                </a:lnTo>
                <a:lnTo>
                  <a:pt x="1704975" y="1600200"/>
                </a:lnTo>
                <a:lnTo>
                  <a:pt x="1695450" y="1600200"/>
                </a:lnTo>
                <a:close/>
                <a:moveTo>
                  <a:pt x="1657350" y="1600200"/>
                </a:moveTo>
                <a:lnTo>
                  <a:pt x="1695450" y="1600200"/>
                </a:lnTo>
                <a:lnTo>
                  <a:pt x="1695450" y="1609725"/>
                </a:lnTo>
                <a:lnTo>
                  <a:pt x="1676400" y="1609725"/>
                </a:lnTo>
                <a:lnTo>
                  <a:pt x="1676400" y="1628775"/>
                </a:lnTo>
                <a:lnTo>
                  <a:pt x="1666875" y="1628775"/>
                </a:lnTo>
                <a:lnTo>
                  <a:pt x="1666875" y="1638300"/>
                </a:lnTo>
                <a:lnTo>
                  <a:pt x="1695450" y="1638300"/>
                </a:lnTo>
                <a:lnTo>
                  <a:pt x="1695450" y="1647825"/>
                </a:lnTo>
                <a:lnTo>
                  <a:pt x="1676400" y="1647825"/>
                </a:lnTo>
                <a:lnTo>
                  <a:pt x="1676400" y="1657350"/>
                </a:lnTo>
                <a:lnTo>
                  <a:pt x="1666875" y="1657350"/>
                </a:lnTo>
                <a:lnTo>
                  <a:pt x="1666875" y="1666875"/>
                </a:lnTo>
                <a:lnTo>
                  <a:pt x="1647825" y="1666875"/>
                </a:lnTo>
                <a:lnTo>
                  <a:pt x="1647825" y="1647825"/>
                </a:lnTo>
                <a:lnTo>
                  <a:pt x="1638300" y="1647825"/>
                </a:lnTo>
                <a:lnTo>
                  <a:pt x="1638300" y="1619250"/>
                </a:lnTo>
                <a:lnTo>
                  <a:pt x="1657350" y="1619250"/>
                </a:lnTo>
                <a:close/>
                <a:moveTo>
                  <a:pt x="885825" y="1609725"/>
                </a:moveTo>
                <a:lnTo>
                  <a:pt x="904875" y="1609725"/>
                </a:lnTo>
                <a:lnTo>
                  <a:pt x="904875" y="1628775"/>
                </a:lnTo>
                <a:lnTo>
                  <a:pt x="885825" y="1628775"/>
                </a:lnTo>
                <a:close/>
                <a:moveTo>
                  <a:pt x="533400" y="1619250"/>
                </a:moveTo>
                <a:lnTo>
                  <a:pt x="542925" y="1619250"/>
                </a:lnTo>
                <a:lnTo>
                  <a:pt x="542925" y="1628775"/>
                </a:lnTo>
                <a:lnTo>
                  <a:pt x="533400" y="1628775"/>
                </a:lnTo>
                <a:close/>
                <a:moveTo>
                  <a:pt x="1257300" y="1638300"/>
                </a:moveTo>
                <a:lnTo>
                  <a:pt x="1266825" y="1638300"/>
                </a:lnTo>
                <a:lnTo>
                  <a:pt x="1266825" y="1647825"/>
                </a:lnTo>
                <a:lnTo>
                  <a:pt x="1257300" y="1647825"/>
                </a:lnTo>
                <a:close/>
                <a:moveTo>
                  <a:pt x="1704975" y="1647825"/>
                </a:moveTo>
                <a:lnTo>
                  <a:pt x="1714500" y="1647825"/>
                </a:lnTo>
                <a:lnTo>
                  <a:pt x="1714500" y="1666875"/>
                </a:lnTo>
                <a:lnTo>
                  <a:pt x="1695450" y="1666875"/>
                </a:lnTo>
                <a:lnTo>
                  <a:pt x="1695450" y="1657350"/>
                </a:lnTo>
                <a:lnTo>
                  <a:pt x="1704975" y="1657350"/>
                </a:lnTo>
                <a:close/>
                <a:moveTo>
                  <a:pt x="1247775" y="1657350"/>
                </a:moveTo>
                <a:lnTo>
                  <a:pt x="1257300" y="1657350"/>
                </a:lnTo>
                <a:lnTo>
                  <a:pt x="1257300" y="1666875"/>
                </a:lnTo>
                <a:lnTo>
                  <a:pt x="1247775" y="1666875"/>
                </a:lnTo>
                <a:close/>
                <a:moveTo>
                  <a:pt x="685800" y="1666875"/>
                </a:moveTo>
                <a:lnTo>
                  <a:pt x="733425" y="1666875"/>
                </a:lnTo>
                <a:lnTo>
                  <a:pt x="733425" y="1685925"/>
                </a:lnTo>
                <a:lnTo>
                  <a:pt x="685800" y="1685925"/>
                </a:lnTo>
                <a:close/>
                <a:moveTo>
                  <a:pt x="828675" y="1666875"/>
                </a:moveTo>
                <a:lnTo>
                  <a:pt x="838200" y="1666875"/>
                </a:lnTo>
                <a:lnTo>
                  <a:pt x="838200" y="1685925"/>
                </a:lnTo>
                <a:lnTo>
                  <a:pt x="828675" y="1685925"/>
                </a:lnTo>
                <a:close/>
                <a:moveTo>
                  <a:pt x="1238250" y="1666875"/>
                </a:moveTo>
                <a:lnTo>
                  <a:pt x="1247775" y="1666875"/>
                </a:lnTo>
                <a:lnTo>
                  <a:pt x="1247775" y="1676400"/>
                </a:lnTo>
                <a:lnTo>
                  <a:pt x="1238250" y="1676400"/>
                </a:lnTo>
                <a:close/>
                <a:moveTo>
                  <a:pt x="876300" y="1676400"/>
                </a:moveTo>
                <a:lnTo>
                  <a:pt x="885825" y="1676400"/>
                </a:lnTo>
                <a:lnTo>
                  <a:pt x="885825" y="1685925"/>
                </a:lnTo>
                <a:lnTo>
                  <a:pt x="876300" y="1685925"/>
                </a:lnTo>
                <a:close/>
                <a:moveTo>
                  <a:pt x="952500" y="1676400"/>
                </a:moveTo>
                <a:lnTo>
                  <a:pt x="962025" y="1676400"/>
                </a:lnTo>
                <a:lnTo>
                  <a:pt x="962025" y="1685925"/>
                </a:lnTo>
                <a:lnTo>
                  <a:pt x="981075" y="1685925"/>
                </a:lnTo>
                <a:lnTo>
                  <a:pt x="981075" y="1695450"/>
                </a:lnTo>
                <a:lnTo>
                  <a:pt x="952500" y="1695450"/>
                </a:lnTo>
                <a:close/>
                <a:moveTo>
                  <a:pt x="923925" y="1685925"/>
                </a:moveTo>
                <a:lnTo>
                  <a:pt x="933450" y="1685925"/>
                </a:lnTo>
                <a:lnTo>
                  <a:pt x="933450" y="1695450"/>
                </a:lnTo>
                <a:lnTo>
                  <a:pt x="923925" y="1695450"/>
                </a:lnTo>
                <a:close/>
                <a:moveTo>
                  <a:pt x="1647825" y="1685925"/>
                </a:moveTo>
                <a:lnTo>
                  <a:pt x="1657350" y="1685925"/>
                </a:lnTo>
                <a:lnTo>
                  <a:pt x="1657350" y="1695450"/>
                </a:lnTo>
                <a:lnTo>
                  <a:pt x="1647825" y="1695450"/>
                </a:lnTo>
                <a:close/>
                <a:moveTo>
                  <a:pt x="1638300" y="1704975"/>
                </a:moveTo>
                <a:lnTo>
                  <a:pt x="1666875" y="1704975"/>
                </a:lnTo>
                <a:lnTo>
                  <a:pt x="1666875" y="1714500"/>
                </a:lnTo>
                <a:lnTo>
                  <a:pt x="1638300" y="1714500"/>
                </a:lnTo>
                <a:close/>
                <a:moveTo>
                  <a:pt x="657225" y="1714500"/>
                </a:moveTo>
                <a:lnTo>
                  <a:pt x="676275" y="1714500"/>
                </a:lnTo>
                <a:lnTo>
                  <a:pt x="676275" y="1733550"/>
                </a:lnTo>
                <a:lnTo>
                  <a:pt x="657225" y="1733550"/>
                </a:lnTo>
                <a:close/>
                <a:moveTo>
                  <a:pt x="1123950" y="1714500"/>
                </a:moveTo>
                <a:lnTo>
                  <a:pt x="1143000" y="1714500"/>
                </a:lnTo>
                <a:lnTo>
                  <a:pt x="1143000" y="1733550"/>
                </a:lnTo>
                <a:lnTo>
                  <a:pt x="1123950" y="1733550"/>
                </a:lnTo>
                <a:close/>
                <a:moveTo>
                  <a:pt x="1571625" y="1714500"/>
                </a:moveTo>
                <a:lnTo>
                  <a:pt x="1590675" y="1714500"/>
                </a:lnTo>
                <a:lnTo>
                  <a:pt x="1590675" y="1733550"/>
                </a:lnTo>
                <a:lnTo>
                  <a:pt x="1571625" y="1733550"/>
                </a:lnTo>
                <a:close/>
                <a:moveTo>
                  <a:pt x="1657350" y="1743075"/>
                </a:moveTo>
                <a:lnTo>
                  <a:pt x="1676400" y="1743075"/>
                </a:lnTo>
                <a:lnTo>
                  <a:pt x="1676400" y="1752600"/>
                </a:lnTo>
                <a:lnTo>
                  <a:pt x="1657350" y="1752600"/>
                </a:lnTo>
                <a:close/>
                <a:moveTo>
                  <a:pt x="219075" y="1762125"/>
                </a:moveTo>
                <a:lnTo>
                  <a:pt x="257175" y="1762125"/>
                </a:lnTo>
                <a:lnTo>
                  <a:pt x="257175" y="1771650"/>
                </a:lnTo>
                <a:lnTo>
                  <a:pt x="219075" y="1771650"/>
                </a:lnTo>
                <a:close/>
                <a:moveTo>
                  <a:pt x="723900" y="1762125"/>
                </a:moveTo>
                <a:lnTo>
                  <a:pt x="752475" y="1762125"/>
                </a:lnTo>
                <a:lnTo>
                  <a:pt x="752475" y="1771650"/>
                </a:lnTo>
                <a:lnTo>
                  <a:pt x="723900" y="1771650"/>
                </a:lnTo>
                <a:close/>
                <a:moveTo>
                  <a:pt x="1695450" y="1771650"/>
                </a:moveTo>
                <a:lnTo>
                  <a:pt x="1714500" y="1771650"/>
                </a:lnTo>
                <a:lnTo>
                  <a:pt x="1714500" y="1790700"/>
                </a:lnTo>
                <a:lnTo>
                  <a:pt x="1695450" y="1790700"/>
                </a:lnTo>
                <a:close/>
                <a:moveTo>
                  <a:pt x="114300" y="1781175"/>
                </a:moveTo>
                <a:lnTo>
                  <a:pt x="123825" y="1781175"/>
                </a:lnTo>
                <a:lnTo>
                  <a:pt x="123825" y="1800225"/>
                </a:lnTo>
                <a:lnTo>
                  <a:pt x="114300" y="1800225"/>
                </a:lnTo>
                <a:close/>
                <a:moveTo>
                  <a:pt x="133350" y="1781175"/>
                </a:moveTo>
                <a:lnTo>
                  <a:pt x="142875" y="1781175"/>
                </a:lnTo>
                <a:lnTo>
                  <a:pt x="142875" y="1800225"/>
                </a:lnTo>
                <a:lnTo>
                  <a:pt x="133350" y="1800225"/>
                </a:lnTo>
                <a:close/>
                <a:moveTo>
                  <a:pt x="180975" y="1781175"/>
                </a:moveTo>
                <a:lnTo>
                  <a:pt x="200025" y="1781175"/>
                </a:lnTo>
                <a:lnTo>
                  <a:pt x="200025" y="1790700"/>
                </a:lnTo>
                <a:lnTo>
                  <a:pt x="190500" y="1790700"/>
                </a:lnTo>
                <a:lnTo>
                  <a:pt x="190500" y="1809750"/>
                </a:lnTo>
                <a:lnTo>
                  <a:pt x="180975" y="1809750"/>
                </a:lnTo>
                <a:close/>
                <a:moveTo>
                  <a:pt x="161925" y="1790700"/>
                </a:moveTo>
                <a:lnTo>
                  <a:pt x="171450" y="1790700"/>
                </a:lnTo>
                <a:lnTo>
                  <a:pt x="171450" y="1809750"/>
                </a:lnTo>
                <a:lnTo>
                  <a:pt x="161925" y="1809750"/>
                </a:lnTo>
                <a:close/>
                <a:moveTo>
                  <a:pt x="581025" y="1809750"/>
                </a:moveTo>
                <a:lnTo>
                  <a:pt x="590550" y="1809750"/>
                </a:lnTo>
                <a:lnTo>
                  <a:pt x="590550" y="1819275"/>
                </a:lnTo>
                <a:lnTo>
                  <a:pt x="581025" y="1819275"/>
                </a:lnTo>
                <a:close/>
                <a:moveTo>
                  <a:pt x="676275" y="1809750"/>
                </a:moveTo>
                <a:lnTo>
                  <a:pt x="685800" y="1809750"/>
                </a:lnTo>
                <a:lnTo>
                  <a:pt x="685800" y="1828800"/>
                </a:lnTo>
                <a:lnTo>
                  <a:pt x="676275" y="1828800"/>
                </a:lnTo>
                <a:close/>
                <a:moveTo>
                  <a:pt x="1685925" y="1809750"/>
                </a:moveTo>
                <a:lnTo>
                  <a:pt x="1695450" y="1809750"/>
                </a:lnTo>
                <a:lnTo>
                  <a:pt x="1695450" y="1819275"/>
                </a:lnTo>
                <a:lnTo>
                  <a:pt x="1685925" y="1819275"/>
                </a:lnTo>
                <a:close/>
                <a:moveTo>
                  <a:pt x="1695450" y="1828800"/>
                </a:moveTo>
                <a:lnTo>
                  <a:pt x="1704975" y="1828800"/>
                </a:lnTo>
                <a:lnTo>
                  <a:pt x="1704975" y="1838325"/>
                </a:lnTo>
                <a:lnTo>
                  <a:pt x="1695450" y="1838325"/>
                </a:lnTo>
                <a:close/>
                <a:moveTo>
                  <a:pt x="1676400" y="1885950"/>
                </a:moveTo>
                <a:lnTo>
                  <a:pt x="1685925" y="1885950"/>
                </a:lnTo>
                <a:lnTo>
                  <a:pt x="1685925" y="1895475"/>
                </a:lnTo>
                <a:lnTo>
                  <a:pt x="1676400" y="1895475"/>
                </a:lnTo>
                <a:close/>
                <a:moveTo>
                  <a:pt x="171450" y="1905000"/>
                </a:moveTo>
                <a:lnTo>
                  <a:pt x="200025" y="1905000"/>
                </a:lnTo>
                <a:lnTo>
                  <a:pt x="200025" y="1914525"/>
                </a:lnTo>
                <a:lnTo>
                  <a:pt x="171450" y="1914525"/>
                </a:lnTo>
                <a:close/>
                <a:moveTo>
                  <a:pt x="438150" y="1905000"/>
                </a:moveTo>
                <a:lnTo>
                  <a:pt x="447675" y="1905000"/>
                </a:lnTo>
                <a:lnTo>
                  <a:pt x="447675" y="1914525"/>
                </a:lnTo>
                <a:lnTo>
                  <a:pt x="438150" y="1914525"/>
                </a:lnTo>
                <a:close/>
                <a:moveTo>
                  <a:pt x="266700" y="1914525"/>
                </a:moveTo>
                <a:lnTo>
                  <a:pt x="285750" y="1914525"/>
                </a:lnTo>
                <a:lnTo>
                  <a:pt x="285750" y="1924050"/>
                </a:lnTo>
                <a:lnTo>
                  <a:pt x="266700" y="1924050"/>
                </a:lnTo>
                <a:close/>
                <a:moveTo>
                  <a:pt x="447675" y="1914525"/>
                </a:moveTo>
                <a:lnTo>
                  <a:pt x="476250" y="1914525"/>
                </a:lnTo>
                <a:lnTo>
                  <a:pt x="476250" y="1924050"/>
                </a:lnTo>
                <a:lnTo>
                  <a:pt x="514350" y="1924050"/>
                </a:lnTo>
                <a:lnTo>
                  <a:pt x="514350" y="1952625"/>
                </a:lnTo>
                <a:lnTo>
                  <a:pt x="504825" y="1952625"/>
                </a:lnTo>
                <a:lnTo>
                  <a:pt x="504825" y="1962150"/>
                </a:lnTo>
                <a:lnTo>
                  <a:pt x="485775" y="1962150"/>
                </a:lnTo>
                <a:lnTo>
                  <a:pt x="485775" y="1952625"/>
                </a:lnTo>
                <a:lnTo>
                  <a:pt x="457200" y="1952625"/>
                </a:lnTo>
                <a:lnTo>
                  <a:pt x="457200" y="1962150"/>
                </a:lnTo>
                <a:lnTo>
                  <a:pt x="419100" y="1962150"/>
                </a:lnTo>
                <a:lnTo>
                  <a:pt x="419100" y="1952625"/>
                </a:lnTo>
                <a:lnTo>
                  <a:pt x="447675" y="1952625"/>
                </a:lnTo>
                <a:lnTo>
                  <a:pt x="447675" y="1943100"/>
                </a:lnTo>
                <a:lnTo>
                  <a:pt x="457200" y="1943100"/>
                </a:lnTo>
                <a:lnTo>
                  <a:pt x="457200" y="1933575"/>
                </a:lnTo>
                <a:lnTo>
                  <a:pt x="447675" y="1933575"/>
                </a:lnTo>
                <a:close/>
                <a:moveTo>
                  <a:pt x="342900" y="1924050"/>
                </a:moveTo>
                <a:lnTo>
                  <a:pt x="361950" y="1924050"/>
                </a:lnTo>
                <a:lnTo>
                  <a:pt x="361950" y="1933575"/>
                </a:lnTo>
                <a:lnTo>
                  <a:pt x="342900" y="1933575"/>
                </a:lnTo>
                <a:close/>
                <a:moveTo>
                  <a:pt x="400050" y="1924050"/>
                </a:moveTo>
                <a:lnTo>
                  <a:pt x="409575" y="1924050"/>
                </a:lnTo>
                <a:lnTo>
                  <a:pt x="409575" y="1933575"/>
                </a:lnTo>
                <a:lnTo>
                  <a:pt x="400050" y="1933575"/>
                </a:lnTo>
                <a:close/>
                <a:moveTo>
                  <a:pt x="638175" y="1924050"/>
                </a:moveTo>
                <a:lnTo>
                  <a:pt x="666750" y="1924050"/>
                </a:lnTo>
                <a:lnTo>
                  <a:pt x="666750" y="1943100"/>
                </a:lnTo>
                <a:lnTo>
                  <a:pt x="647700" y="1943100"/>
                </a:lnTo>
                <a:lnTo>
                  <a:pt x="647700" y="1933575"/>
                </a:lnTo>
                <a:lnTo>
                  <a:pt x="638175" y="1933575"/>
                </a:lnTo>
                <a:close/>
                <a:moveTo>
                  <a:pt x="685800" y="1924050"/>
                </a:moveTo>
                <a:lnTo>
                  <a:pt x="704850" y="1924050"/>
                </a:lnTo>
                <a:lnTo>
                  <a:pt x="704850" y="1943100"/>
                </a:lnTo>
                <a:lnTo>
                  <a:pt x="685800" y="1943100"/>
                </a:lnTo>
                <a:close/>
                <a:moveTo>
                  <a:pt x="1228725" y="1924050"/>
                </a:moveTo>
                <a:lnTo>
                  <a:pt x="1238250" y="1924050"/>
                </a:lnTo>
                <a:lnTo>
                  <a:pt x="1238250" y="1933575"/>
                </a:lnTo>
                <a:lnTo>
                  <a:pt x="1247775" y="1933575"/>
                </a:lnTo>
                <a:lnTo>
                  <a:pt x="1247775" y="1943100"/>
                </a:lnTo>
                <a:lnTo>
                  <a:pt x="1219200" y="1943100"/>
                </a:lnTo>
                <a:lnTo>
                  <a:pt x="1219200" y="1933575"/>
                </a:lnTo>
                <a:lnTo>
                  <a:pt x="1228725" y="1933575"/>
                </a:lnTo>
                <a:close/>
                <a:moveTo>
                  <a:pt x="323850" y="1943100"/>
                </a:moveTo>
                <a:lnTo>
                  <a:pt x="342900" y="1943100"/>
                </a:lnTo>
                <a:lnTo>
                  <a:pt x="342900" y="1952625"/>
                </a:lnTo>
                <a:lnTo>
                  <a:pt x="323850" y="1952625"/>
                </a:lnTo>
                <a:close/>
                <a:moveTo>
                  <a:pt x="295275" y="1952625"/>
                </a:moveTo>
                <a:lnTo>
                  <a:pt x="323850" y="1952625"/>
                </a:lnTo>
                <a:lnTo>
                  <a:pt x="323850" y="1962150"/>
                </a:lnTo>
                <a:lnTo>
                  <a:pt x="295275" y="1962150"/>
                </a:lnTo>
                <a:close/>
                <a:moveTo>
                  <a:pt x="342900" y="1952625"/>
                </a:moveTo>
                <a:lnTo>
                  <a:pt x="371475" y="1952625"/>
                </a:lnTo>
                <a:lnTo>
                  <a:pt x="371475" y="1962150"/>
                </a:lnTo>
                <a:lnTo>
                  <a:pt x="342900" y="1962150"/>
                </a:lnTo>
                <a:close/>
                <a:moveTo>
                  <a:pt x="390525" y="1952625"/>
                </a:moveTo>
                <a:lnTo>
                  <a:pt x="400050" y="1952625"/>
                </a:lnTo>
                <a:lnTo>
                  <a:pt x="400050" y="1962150"/>
                </a:lnTo>
                <a:lnTo>
                  <a:pt x="390525" y="1962150"/>
                </a:lnTo>
                <a:close/>
                <a:moveTo>
                  <a:pt x="1676400" y="2076450"/>
                </a:moveTo>
                <a:lnTo>
                  <a:pt x="1685925" y="2076450"/>
                </a:lnTo>
                <a:lnTo>
                  <a:pt x="1685925" y="2085975"/>
                </a:lnTo>
                <a:lnTo>
                  <a:pt x="1676400" y="2085975"/>
                </a:lnTo>
                <a:close/>
                <a:moveTo>
                  <a:pt x="1685925" y="2114550"/>
                </a:moveTo>
                <a:lnTo>
                  <a:pt x="1695450" y="2114550"/>
                </a:lnTo>
                <a:lnTo>
                  <a:pt x="1695450" y="2124075"/>
                </a:lnTo>
                <a:lnTo>
                  <a:pt x="1685925" y="2124075"/>
                </a:lnTo>
                <a:close/>
                <a:moveTo>
                  <a:pt x="1676400" y="2124075"/>
                </a:moveTo>
                <a:lnTo>
                  <a:pt x="1685925" y="2124075"/>
                </a:lnTo>
                <a:lnTo>
                  <a:pt x="1685925" y="2133600"/>
                </a:lnTo>
                <a:lnTo>
                  <a:pt x="1704975" y="2133600"/>
                </a:lnTo>
                <a:lnTo>
                  <a:pt x="1704975" y="2190750"/>
                </a:lnTo>
                <a:lnTo>
                  <a:pt x="1695450" y="2190750"/>
                </a:lnTo>
                <a:lnTo>
                  <a:pt x="1695450" y="2181225"/>
                </a:lnTo>
                <a:lnTo>
                  <a:pt x="1685925" y="2181225"/>
                </a:lnTo>
                <a:lnTo>
                  <a:pt x="1685925" y="2171700"/>
                </a:lnTo>
                <a:lnTo>
                  <a:pt x="1676400" y="2171700"/>
                </a:lnTo>
                <a:close/>
                <a:moveTo>
                  <a:pt x="1695450" y="2219325"/>
                </a:moveTo>
                <a:lnTo>
                  <a:pt x="1704975" y="2219325"/>
                </a:lnTo>
                <a:lnTo>
                  <a:pt x="1704975" y="2228850"/>
                </a:lnTo>
                <a:lnTo>
                  <a:pt x="1695450" y="2228850"/>
                </a:lnTo>
                <a:close/>
                <a:moveTo>
                  <a:pt x="1685925" y="2228850"/>
                </a:moveTo>
                <a:lnTo>
                  <a:pt x="1695450" y="2228850"/>
                </a:lnTo>
                <a:lnTo>
                  <a:pt x="1695450" y="2238375"/>
                </a:lnTo>
                <a:lnTo>
                  <a:pt x="1685925" y="2238375"/>
                </a:lnTo>
                <a:close/>
                <a:moveTo>
                  <a:pt x="1657350" y="2238375"/>
                </a:moveTo>
                <a:lnTo>
                  <a:pt x="1666875" y="2238375"/>
                </a:lnTo>
                <a:lnTo>
                  <a:pt x="1666875" y="2247900"/>
                </a:lnTo>
                <a:lnTo>
                  <a:pt x="1657350" y="2247900"/>
                </a:lnTo>
                <a:close/>
                <a:moveTo>
                  <a:pt x="1666875" y="2257425"/>
                </a:moveTo>
                <a:lnTo>
                  <a:pt x="1676400" y="2257425"/>
                </a:lnTo>
                <a:lnTo>
                  <a:pt x="1676400" y="2266950"/>
                </a:lnTo>
                <a:lnTo>
                  <a:pt x="1666875" y="2266950"/>
                </a:lnTo>
                <a:close/>
                <a:moveTo>
                  <a:pt x="1704975" y="2257425"/>
                </a:moveTo>
                <a:lnTo>
                  <a:pt x="1714500" y="2257425"/>
                </a:lnTo>
                <a:lnTo>
                  <a:pt x="1714500" y="2266950"/>
                </a:lnTo>
                <a:lnTo>
                  <a:pt x="1704975" y="2266950"/>
                </a:lnTo>
                <a:close/>
                <a:moveTo>
                  <a:pt x="200025" y="2276475"/>
                </a:moveTo>
                <a:lnTo>
                  <a:pt x="209550" y="2276475"/>
                </a:lnTo>
                <a:lnTo>
                  <a:pt x="209550" y="2286000"/>
                </a:lnTo>
                <a:lnTo>
                  <a:pt x="200025" y="2286000"/>
                </a:lnTo>
                <a:close/>
                <a:moveTo>
                  <a:pt x="552450" y="2276475"/>
                </a:moveTo>
                <a:lnTo>
                  <a:pt x="590550" y="2276475"/>
                </a:lnTo>
                <a:lnTo>
                  <a:pt x="590550" y="2286000"/>
                </a:lnTo>
                <a:lnTo>
                  <a:pt x="552450" y="2286000"/>
                </a:lnTo>
                <a:close/>
                <a:moveTo>
                  <a:pt x="1295400" y="2276475"/>
                </a:moveTo>
                <a:lnTo>
                  <a:pt x="1304925" y="2276475"/>
                </a:lnTo>
                <a:lnTo>
                  <a:pt x="1304925" y="2286000"/>
                </a:lnTo>
                <a:lnTo>
                  <a:pt x="1295400" y="2286000"/>
                </a:lnTo>
                <a:close/>
                <a:moveTo>
                  <a:pt x="1400175" y="2276475"/>
                </a:moveTo>
                <a:lnTo>
                  <a:pt x="1419225" y="2276475"/>
                </a:lnTo>
                <a:lnTo>
                  <a:pt x="1419225" y="2286000"/>
                </a:lnTo>
                <a:lnTo>
                  <a:pt x="1400175" y="2286000"/>
                </a:lnTo>
                <a:close/>
                <a:moveTo>
                  <a:pt x="190500" y="2286000"/>
                </a:moveTo>
                <a:lnTo>
                  <a:pt x="200025" y="2286000"/>
                </a:lnTo>
                <a:lnTo>
                  <a:pt x="200025" y="2295525"/>
                </a:lnTo>
                <a:lnTo>
                  <a:pt x="190500" y="2295525"/>
                </a:lnTo>
                <a:close/>
                <a:moveTo>
                  <a:pt x="542925" y="2295525"/>
                </a:moveTo>
                <a:lnTo>
                  <a:pt x="552450" y="2295525"/>
                </a:lnTo>
                <a:lnTo>
                  <a:pt x="552450" y="2305050"/>
                </a:lnTo>
                <a:lnTo>
                  <a:pt x="542925" y="2305050"/>
                </a:lnTo>
                <a:close/>
                <a:moveTo>
                  <a:pt x="1666875" y="2295525"/>
                </a:moveTo>
                <a:lnTo>
                  <a:pt x="1676400" y="2295525"/>
                </a:lnTo>
                <a:lnTo>
                  <a:pt x="1676400" y="2305050"/>
                </a:lnTo>
                <a:lnTo>
                  <a:pt x="1666875" y="2305050"/>
                </a:lnTo>
                <a:close/>
                <a:moveTo>
                  <a:pt x="533400" y="2305050"/>
                </a:moveTo>
                <a:lnTo>
                  <a:pt x="542925" y="2305050"/>
                </a:lnTo>
                <a:lnTo>
                  <a:pt x="542925" y="2314575"/>
                </a:lnTo>
                <a:lnTo>
                  <a:pt x="533400" y="2314575"/>
                </a:lnTo>
                <a:close/>
                <a:moveTo>
                  <a:pt x="857250" y="2305050"/>
                </a:moveTo>
                <a:lnTo>
                  <a:pt x="866775" y="2305050"/>
                </a:lnTo>
                <a:lnTo>
                  <a:pt x="866775" y="2314575"/>
                </a:lnTo>
                <a:lnTo>
                  <a:pt x="857250" y="2314575"/>
                </a:lnTo>
                <a:close/>
                <a:moveTo>
                  <a:pt x="1571625" y="2314575"/>
                </a:moveTo>
                <a:lnTo>
                  <a:pt x="1590675" y="2314575"/>
                </a:lnTo>
                <a:lnTo>
                  <a:pt x="1590675" y="2324100"/>
                </a:lnTo>
                <a:lnTo>
                  <a:pt x="1571625" y="2324100"/>
                </a:lnTo>
                <a:close/>
                <a:moveTo>
                  <a:pt x="1114425" y="2324100"/>
                </a:moveTo>
                <a:lnTo>
                  <a:pt x="1123950" y="2324100"/>
                </a:lnTo>
                <a:lnTo>
                  <a:pt x="1123950" y="2333625"/>
                </a:lnTo>
                <a:lnTo>
                  <a:pt x="1114425" y="2333625"/>
                </a:lnTo>
                <a:close/>
                <a:moveTo>
                  <a:pt x="1685925" y="2343150"/>
                </a:moveTo>
                <a:lnTo>
                  <a:pt x="1695450" y="2343150"/>
                </a:lnTo>
                <a:lnTo>
                  <a:pt x="1695450" y="2352675"/>
                </a:lnTo>
                <a:lnTo>
                  <a:pt x="1685925" y="2352675"/>
                </a:lnTo>
                <a:close/>
                <a:moveTo>
                  <a:pt x="1695450" y="2352675"/>
                </a:moveTo>
                <a:lnTo>
                  <a:pt x="1704975" y="2352675"/>
                </a:lnTo>
                <a:lnTo>
                  <a:pt x="1704975" y="2362200"/>
                </a:lnTo>
                <a:lnTo>
                  <a:pt x="1695450" y="2362200"/>
                </a:lnTo>
                <a:close/>
                <a:moveTo>
                  <a:pt x="542925" y="2371725"/>
                </a:moveTo>
                <a:lnTo>
                  <a:pt x="561975" y="2371725"/>
                </a:lnTo>
                <a:lnTo>
                  <a:pt x="561975" y="2390775"/>
                </a:lnTo>
                <a:lnTo>
                  <a:pt x="542925" y="2390775"/>
                </a:lnTo>
                <a:close/>
                <a:moveTo>
                  <a:pt x="1438275" y="2371725"/>
                </a:moveTo>
                <a:lnTo>
                  <a:pt x="1447800" y="2371725"/>
                </a:lnTo>
                <a:lnTo>
                  <a:pt x="1447800" y="2381250"/>
                </a:lnTo>
                <a:lnTo>
                  <a:pt x="1466850" y="2381250"/>
                </a:lnTo>
                <a:lnTo>
                  <a:pt x="1466850" y="2390775"/>
                </a:lnTo>
                <a:lnTo>
                  <a:pt x="1428750" y="2390775"/>
                </a:lnTo>
                <a:lnTo>
                  <a:pt x="1428750" y="2381250"/>
                </a:lnTo>
                <a:lnTo>
                  <a:pt x="1438275" y="2381250"/>
                </a:lnTo>
                <a:close/>
                <a:moveTo>
                  <a:pt x="1609725" y="2371725"/>
                </a:moveTo>
                <a:lnTo>
                  <a:pt x="1619250" y="2371725"/>
                </a:lnTo>
                <a:lnTo>
                  <a:pt x="1619250" y="2381250"/>
                </a:lnTo>
                <a:lnTo>
                  <a:pt x="1609725" y="2381250"/>
                </a:lnTo>
                <a:close/>
                <a:moveTo>
                  <a:pt x="171450" y="2381250"/>
                </a:moveTo>
                <a:lnTo>
                  <a:pt x="190500" y="2381250"/>
                </a:lnTo>
                <a:lnTo>
                  <a:pt x="190500" y="2390775"/>
                </a:lnTo>
                <a:lnTo>
                  <a:pt x="171450" y="2390775"/>
                </a:lnTo>
                <a:close/>
                <a:moveTo>
                  <a:pt x="781050" y="2381250"/>
                </a:moveTo>
                <a:lnTo>
                  <a:pt x="809625" y="2381250"/>
                </a:lnTo>
                <a:lnTo>
                  <a:pt x="809625" y="2390775"/>
                </a:lnTo>
                <a:lnTo>
                  <a:pt x="800100" y="2390775"/>
                </a:lnTo>
                <a:lnTo>
                  <a:pt x="800100" y="2400300"/>
                </a:lnTo>
                <a:lnTo>
                  <a:pt x="790575" y="2400300"/>
                </a:lnTo>
                <a:lnTo>
                  <a:pt x="790575" y="2390775"/>
                </a:lnTo>
                <a:lnTo>
                  <a:pt x="781050" y="2390775"/>
                </a:lnTo>
                <a:close/>
                <a:moveTo>
                  <a:pt x="1495425" y="2381250"/>
                </a:moveTo>
                <a:lnTo>
                  <a:pt x="1504950" y="2381250"/>
                </a:lnTo>
                <a:lnTo>
                  <a:pt x="1504950" y="2390775"/>
                </a:lnTo>
                <a:lnTo>
                  <a:pt x="1495425" y="2390775"/>
                </a:lnTo>
                <a:close/>
                <a:moveTo>
                  <a:pt x="1628775" y="2381250"/>
                </a:moveTo>
                <a:lnTo>
                  <a:pt x="1638300" y="2381250"/>
                </a:lnTo>
                <a:lnTo>
                  <a:pt x="1638300" y="2390775"/>
                </a:lnTo>
                <a:lnTo>
                  <a:pt x="1647825" y="2390775"/>
                </a:lnTo>
                <a:lnTo>
                  <a:pt x="1647825" y="2409825"/>
                </a:lnTo>
                <a:lnTo>
                  <a:pt x="1638300" y="2409825"/>
                </a:lnTo>
                <a:lnTo>
                  <a:pt x="1638300" y="2400300"/>
                </a:lnTo>
                <a:lnTo>
                  <a:pt x="1619250" y="2400300"/>
                </a:lnTo>
                <a:lnTo>
                  <a:pt x="1619250" y="2428875"/>
                </a:lnTo>
                <a:lnTo>
                  <a:pt x="1609725" y="2428875"/>
                </a:lnTo>
                <a:lnTo>
                  <a:pt x="1609725" y="2419350"/>
                </a:lnTo>
                <a:lnTo>
                  <a:pt x="1600200" y="2419350"/>
                </a:lnTo>
                <a:lnTo>
                  <a:pt x="1600200" y="2409825"/>
                </a:lnTo>
                <a:lnTo>
                  <a:pt x="1609725" y="2409825"/>
                </a:lnTo>
                <a:lnTo>
                  <a:pt x="1609725" y="2390775"/>
                </a:lnTo>
                <a:lnTo>
                  <a:pt x="1628775" y="2390775"/>
                </a:lnTo>
                <a:close/>
                <a:moveTo>
                  <a:pt x="762000" y="2390775"/>
                </a:moveTo>
                <a:lnTo>
                  <a:pt x="771525" y="2390775"/>
                </a:lnTo>
                <a:lnTo>
                  <a:pt x="771525" y="2409825"/>
                </a:lnTo>
                <a:lnTo>
                  <a:pt x="762000" y="2409825"/>
                </a:lnTo>
                <a:close/>
                <a:moveTo>
                  <a:pt x="1704975" y="2390775"/>
                </a:moveTo>
                <a:lnTo>
                  <a:pt x="1714500" y="2390775"/>
                </a:lnTo>
                <a:lnTo>
                  <a:pt x="1714500" y="2400300"/>
                </a:lnTo>
                <a:lnTo>
                  <a:pt x="1704975" y="2400300"/>
                </a:lnTo>
                <a:close/>
                <a:moveTo>
                  <a:pt x="781050" y="2400300"/>
                </a:moveTo>
                <a:lnTo>
                  <a:pt x="790575" y="2400300"/>
                </a:lnTo>
                <a:lnTo>
                  <a:pt x="790575" y="2409825"/>
                </a:lnTo>
                <a:lnTo>
                  <a:pt x="781050" y="2409825"/>
                </a:lnTo>
                <a:close/>
                <a:moveTo>
                  <a:pt x="1095375" y="2400300"/>
                </a:moveTo>
                <a:lnTo>
                  <a:pt x="1104900" y="2400300"/>
                </a:lnTo>
                <a:lnTo>
                  <a:pt x="1104900" y="2409825"/>
                </a:lnTo>
                <a:lnTo>
                  <a:pt x="1095375" y="2409825"/>
                </a:lnTo>
                <a:close/>
                <a:moveTo>
                  <a:pt x="1114425" y="2400300"/>
                </a:moveTo>
                <a:lnTo>
                  <a:pt x="1123950" y="2400300"/>
                </a:lnTo>
                <a:lnTo>
                  <a:pt x="1123950" y="2409825"/>
                </a:lnTo>
                <a:lnTo>
                  <a:pt x="1114425" y="2409825"/>
                </a:lnTo>
                <a:close/>
                <a:moveTo>
                  <a:pt x="1695450" y="2400300"/>
                </a:moveTo>
                <a:lnTo>
                  <a:pt x="1704975" y="2400300"/>
                </a:lnTo>
                <a:lnTo>
                  <a:pt x="1704975" y="2409825"/>
                </a:lnTo>
                <a:lnTo>
                  <a:pt x="1695450" y="2409825"/>
                </a:lnTo>
                <a:close/>
                <a:moveTo>
                  <a:pt x="219075" y="2409825"/>
                </a:moveTo>
                <a:lnTo>
                  <a:pt x="238125" y="2409825"/>
                </a:lnTo>
                <a:lnTo>
                  <a:pt x="238125" y="2419350"/>
                </a:lnTo>
                <a:lnTo>
                  <a:pt x="219075" y="2419350"/>
                </a:lnTo>
                <a:close/>
                <a:moveTo>
                  <a:pt x="352425" y="2409825"/>
                </a:moveTo>
                <a:lnTo>
                  <a:pt x="371475" y="2409825"/>
                </a:lnTo>
                <a:lnTo>
                  <a:pt x="371475" y="2419350"/>
                </a:lnTo>
                <a:lnTo>
                  <a:pt x="352425" y="2419350"/>
                </a:lnTo>
                <a:close/>
                <a:moveTo>
                  <a:pt x="485775" y="2409825"/>
                </a:moveTo>
                <a:lnTo>
                  <a:pt x="514350" y="2409825"/>
                </a:lnTo>
                <a:lnTo>
                  <a:pt x="514350" y="2419350"/>
                </a:lnTo>
                <a:lnTo>
                  <a:pt x="523875" y="2419350"/>
                </a:lnTo>
                <a:lnTo>
                  <a:pt x="523875" y="2428875"/>
                </a:lnTo>
                <a:lnTo>
                  <a:pt x="514350" y="2428875"/>
                </a:lnTo>
                <a:lnTo>
                  <a:pt x="514350" y="2438400"/>
                </a:lnTo>
                <a:lnTo>
                  <a:pt x="504825" y="2438400"/>
                </a:lnTo>
                <a:lnTo>
                  <a:pt x="504825" y="2419350"/>
                </a:lnTo>
                <a:lnTo>
                  <a:pt x="495300" y="2419350"/>
                </a:lnTo>
                <a:lnTo>
                  <a:pt x="495300" y="2428875"/>
                </a:lnTo>
                <a:lnTo>
                  <a:pt x="485775" y="2428875"/>
                </a:lnTo>
                <a:close/>
                <a:moveTo>
                  <a:pt x="1104900" y="2409825"/>
                </a:moveTo>
                <a:lnTo>
                  <a:pt x="1114425" y="2409825"/>
                </a:lnTo>
                <a:lnTo>
                  <a:pt x="1114425" y="2419350"/>
                </a:lnTo>
                <a:lnTo>
                  <a:pt x="1104900" y="2419350"/>
                </a:lnTo>
                <a:close/>
                <a:moveTo>
                  <a:pt x="1123950" y="2409825"/>
                </a:moveTo>
                <a:lnTo>
                  <a:pt x="1133475" y="2409825"/>
                </a:lnTo>
                <a:lnTo>
                  <a:pt x="1133475" y="2438400"/>
                </a:lnTo>
                <a:lnTo>
                  <a:pt x="1114425" y="2438400"/>
                </a:lnTo>
                <a:lnTo>
                  <a:pt x="1114425" y="2419350"/>
                </a:lnTo>
                <a:lnTo>
                  <a:pt x="1123950" y="2419350"/>
                </a:lnTo>
                <a:close/>
                <a:moveTo>
                  <a:pt x="1333500" y="2409825"/>
                </a:moveTo>
                <a:lnTo>
                  <a:pt x="1352550" y="2409825"/>
                </a:lnTo>
                <a:lnTo>
                  <a:pt x="1352550" y="2419350"/>
                </a:lnTo>
                <a:lnTo>
                  <a:pt x="1362075" y="2419350"/>
                </a:lnTo>
                <a:lnTo>
                  <a:pt x="1362075" y="2438400"/>
                </a:lnTo>
                <a:lnTo>
                  <a:pt x="1323975" y="2438400"/>
                </a:lnTo>
                <a:lnTo>
                  <a:pt x="1323975" y="2428875"/>
                </a:lnTo>
                <a:lnTo>
                  <a:pt x="1343025" y="2428875"/>
                </a:lnTo>
                <a:lnTo>
                  <a:pt x="1343025" y="2419350"/>
                </a:lnTo>
                <a:lnTo>
                  <a:pt x="1333500" y="2419350"/>
                </a:lnTo>
                <a:close/>
                <a:moveTo>
                  <a:pt x="1438275" y="2419350"/>
                </a:moveTo>
                <a:lnTo>
                  <a:pt x="1447800" y="2419350"/>
                </a:lnTo>
                <a:lnTo>
                  <a:pt x="1447800" y="2428875"/>
                </a:lnTo>
                <a:lnTo>
                  <a:pt x="1438275" y="2428875"/>
                </a:lnTo>
                <a:close/>
                <a:moveTo>
                  <a:pt x="323850" y="2428875"/>
                </a:moveTo>
                <a:lnTo>
                  <a:pt x="352425" y="2428875"/>
                </a:lnTo>
                <a:lnTo>
                  <a:pt x="352425" y="2438400"/>
                </a:lnTo>
                <a:lnTo>
                  <a:pt x="323850" y="2438400"/>
                </a:lnTo>
                <a:close/>
                <a:moveTo>
                  <a:pt x="457200" y="2428875"/>
                </a:moveTo>
                <a:lnTo>
                  <a:pt x="485775" y="2428875"/>
                </a:lnTo>
                <a:lnTo>
                  <a:pt x="485775" y="2438400"/>
                </a:lnTo>
                <a:lnTo>
                  <a:pt x="457200" y="2438400"/>
                </a:lnTo>
                <a:close/>
                <a:moveTo>
                  <a:pt x="1266825" y="2428875"/>
                </a:moveTo>
                <a:lnTo>
                  <a:pt x="1276350" y="2428875"/>
                </a:lnTo>
                <a:lnTo>
                  <a:pt x="1276350" y="2438400"/>
                </a:lnTo>
                <a:lnTo>
                  <a:pt x="1266825" y="2438400"/>
                </a:lnTo>
                <a:close/>
                <a:moveTo>
                  <a:pt x="1600200" y="2428875"/>
                </a:moveTo>
                <a:lnTo>
                  <a:pt x="1609725" y="2428875"/>
                </a:lnTo>
                <a:lnTo>
                  <a:pt x="1609725" y="2438400"/>
                </a:lnTo>
                <a:lnTo>
                  <a:pt x="1600200" y="2438400"/>
                </a:lnTo>
                <a:close/>
                <a:moveTo>
                  <a:pt x="495300" y="2495550"/>
                </a:moveTo>
                <a:lnTo>
                  <a:pt x="514350" y="2495550"/>
                </a:lnTo>
                <a:lnTo>
                  <a:pt x="514350" y="2505075"/>
                </a:lnTo>
                <a:lnTo>
                  <a:pt x="523875" y="2505075"/>
                </a:lnTo>
                <a:lnTo>
                  <a:pt x="523875" y="2514600"/>
                </a:lnTo>
                <a:lnTo>
                  <a:pt x="504825" y="2514600"/>
                </a:lnTo>
                <a:lnTo>
                  <a:pt x="504825" y="2505075"/>
                </a:lnTo>
                <a:lnTo>
                  <a:pt x="495300" y="2505075"/>
                </a:lnTo>
                <a:close/>
                <a:moveTo>
                  <a:pt x="762000" y="2495550"/>
                </a:moveTo>
                <a:lnTo>
                  <a:pt x="771525" y="2495550"/>
                </a:lnTo>
                <a:lnTo>
                  <a:pt x="771525" y="2505075"/>
                </a:lnTo>
                <a:lnTo>
                  <a:pt x="762000" y="2505075"/>
                </a:lnTo>
                <a:close/>
                <a:moveTo>
                  <a:pt x="904875" y="2495550"/>
                </a:moveTo>
                <a:lnTo>
                  <a:pt x="923925" y="2495550"/>
                </a:lnTo>
                <a:lnTo>
                  <a:pt x="923925" y="2514600"/>
                </a:lnTo>
                <a:lnTo>
                  <a:pt x="904875" y="2514600"/>
                </a:lnTo>
                <a:close/>
                <a:moveTo>
                  <a:pt x="1133475" y="2495550"/>
                </a:moveTo>
                <a:lnTo>
                  <a:pt x="1152525" y="2495550"/>
                </a:lnTo>
                <a:lnTo>
                  <a:pt x="1152525" y="2505075"/>
                </a:lnTo>
                <a:lnTo>
                  <a:pt x="1133475" y="2505075"/>
                </a:lnTo>
                <a:close/>
                <a:moveTo>
                  <a:pt x="1323975" y="2495550"/>
                </a:moveTo>
                <a:lnTo>
                  <a:pt x="1352550" y="2495550"/>
                </a:lnTo>
                <a:lnTo>
                  <a:pt x="1352550" y="2505075"/>
                </a:lnTo>
                <a:lnTo>
                  <a:pt x="1333500" y="2505075"/>
                </a:lnTo>
                <a:lnTo>
                  <a:pt x="1333500" y="2514600"/>
                </a:lnTo>
                <a:lnTo>
                  <a:pt x="1343025" y="2514600"/>
                </a:lnTo>
                <a:lnTo>
                  <a:pt x="1343025" y="2533650"/>
                </a:lnTo>
                <a:lnTo>
                  <a:pt x="1333500" y="2533650"/>
                </a:lnTo>
                <a:lnTo>
                  <a:pt x="1333500" y="2524125"/>
                </a:lnTo>
                <a:lnTo>
                  <a:pt x="1323975" y="2524125"/>
                </a:lnTo>
                <a:lnTo>
                  <a:pt x="1323975" y="2514600"/>
                </a:lnTo>
                <a:lnTo>
                  <a:pt x="1314450" y="2514600"/>
                </a:lnTo>
                <a:lnTo>
                  <a:pt x="1314450" y="2505075"/>
                </a:lnTo>
                <a:lnTo>
                  <a:pt x="1323975" y="2505075"/>
                </a:lnTo>
                <a:close/>
                <a:moveTo>
                  <a:pt x="876300" y="2505075"/>
                </a:moveTo>
                <a:lnTo>
                  <a:pt x="885825" y="2505075"/>
                </a:lnTo>
                <a:lnTo>
                  <a:pt x="885825" y="2533650"/>
                </a:lnTo>
                <a:lnTo>
                  <a:pt x="876300" y="2533650"/>
                </a:lnTo>
                <a:close/>
                <a:moveTo>
                  <a:pt x="1152525" y="2505075"/>
                </a:moveTo>
                <a:lnTo>
                  <a:pt x="1162050" y="2505075"/>
                </a:lnTo>
                <a:lnTo>
                  <a:pt x="1162050" y="2514600"/>
                </a:lnTo>
                <a:lnTo>
                  <a:pt x="1152525" y="2514600"/>
                </a:lnTo>
                <a:close/>
                <a:moveTo>
                  <a:pt x="1552575" y="2505075"/>
                </a:moveTo>
                <a:lnTo>
                  <a:pt x="1562100" y="2505075"/>
                </a:lnTo>
                <a:lnTo>
                  <a:pt x="1562100" y="2514600"/>
                </a:lnTo>
                <a:lnTo>
                  <a:pt x="1552575" y="2514600"/>
                </a:lnTo>
                <a:close/>
                <a:moveTo>
                  <a:pt x="1609725" y="2505075"/>
                </a:moveTo>
                <a:lnTo>
                  <a:pt x="1619250" y="2505075"/>
                </a:lnTo>
                <a:lnTo>
                  <a:pt x="1619250" y="2514600"/>
                </a:lnTo>
                <a:lnTo>
                  <a:pt x="1609725" y="2514600"/>
                </a:lnTo>
                <a:close/>
                <a:moveTo>
                  <a:pt x="1162050" y="2514600"/>
                </a:moveTo>
                <a:lnTo>
                  <a:pt x="1171575" y="2514600"/>
                </a:lnTo>
                <a:lnTo>
                  <a:pt x="1171575" y="2524125"/>
                </a:lnTo>
                <a:lnTo>
                  <a:pt x="1162050" y="2524125"/>
                </a:lnTo>
                <a:close/>
                <a:moveTo>
                  <a:pt x="1428750" y="2514600"/>
                </a:moveTo>
                <a:lnTo>
                  <a:pt x="1438275" y="2514600"/>
                </a:lnTo>
                <a:lnTo>
                  <a:pt x="1438275" y="2524125"/>
                </a:lnTo>
                <a:lnTo>
                  <a:pt x="1447800" y="2524125"/>
                </a:lnTo>
                <a:lnTo>
                  <a:pt x="1447800" y="2514600"/>
                </a:lnTo>
                <a:lnTo>
                  <a:pt x="1457325" y="2514600"/>
                </a:lnTo>
                <a:lnTo>
                  <a:pt x="1457325" y="2524125"/>
                </a:lnTo>
                <a:lnTo>
                  <a:pt x="1447800" y="2524125"/>
                </a:lnTo>
                <a:lnTo>
                  <a:pt x="1447800" y="2533650"/>
                </a:lnTo>
                <a:lnTo>
                  <a:pt x="1428750" y="2533650"/>
                </a:lnTo>
                <a:close/>
                <a:moveTo>
                  <a:pt x="1619250" y="2514600"/>
                </a:moveTo>
                <a:lnTo>
                  <a:pt x="1638300" y="2514600"/>
                </a:lnTo>
                <a:lnTo>
                  <a:pt x="1638300" y="2524125"/>
                </a:lnTo>
                <a:lnTo>
                  <a:pt x="1619250" y="2524125"/>
                </a:lnTo>
                <a:close/>
                <a:moveTo>
                  <a:pt x="904875" y="2524125"/>
                </a:moveTo>
                <a:lnTo>
                  <a:pt x="923925" y="2524125"/>
                </a:lnTo>
                <a:lnTo>
                  <a:pt x="923925" y="2533650"/>
                </a:lnTo>
                <a:lnTo>
                  <a:pt x="904875" y="2533650"/>
                </a:lnTo>
                <a:close/>
                <a:moveTo>
                  <a:pt x="1219200" y="2524125"/>
                </a:moveTo>
                <a:lnTo>
                  <a:pt x="1228725" y="2524125"/>
                </a:lnTo>
                <a:lnTo>
                  <a:pt x="1228725" y="2533650"/>
                </a:lnTo>
                <a:lnTo>
                  <a:pt x="1219200" y="2533650"/>
                </a:lnTo>
                <a:close/>
                <a:moveTo>
                  <a:pt x="1562100" y="2524125"/>
                </a:moveTo>
                <a:lnTo>
                  <a:pt x="1571625" y="2524125"/>
                </a:lnTo>
                <a:lnTo>
                  <a:pt x="1571625" y="2543175"/>
                </a:lnTo>
                <a:lnTo>
                  <a:pt x="1581150" y="2543175"/>
                </a:lnTo>
                <a:lnTo>
                  <a:pt x="1581150" y="2562225"/>
                </a:lnTo>
                <a:lnTo>
                  <a:pt x="1571625" y="2562225"/>
                </a:lnTo>
                <a:lnTo>
                  <a:pt x="1571625" y="2552700"/>
                </a:lnTo>
                <a:lnTo>
                  <a:pt x="1562100" y="2552700"/>
                </a:lnTo>
                <a:close/>
                <a:moveTo>
                  <a:pt x="1666875" y="2524125"/>
                </a:moveTo>
                <a:lnTo>
                  <a:pt x="1685925" y="2524125"/>
                </a:lnTo>
                <a:lnTo>
                  <a:pt x="1685925" y="2533650"/>
                </a:lnTo>
                <a:lnTo>
                  <a:pt x="1695450" y="2533650"/>
                </a:lnTo>
                <a:lnTo>
                  <a:pt x="1695450" y="2524125"/>
                </a:lnTo>
                <a:lnTo>
                  <a:pt x="1704975" y="2524125"/>
                </a:lnTo>
                <a:lnTo>
                  <a:pt x="1704975" y="2533650"/>
                </a:lnTo>
                <a:lnTo>
                  <a:pt x="1714500" y="2533650"/>
                </a:lnTo>
                <a:lnTo>
                  <a:pt x="1714500" y="2581275"/>
                </a:lnTo>
                <a:lnTo>
                  <a:pt x="1695450" y="2581275"/>
                </a:lnTo>
                <a:lnTo>
                  <a:pt x="1695450" y="2543175"/>
                </a:lnTo>
                <a:lnTo>
                  <a:pt x="1676400" y="2543175"/>
                </a:lnTo>
                <a:lnTo>
                  <a:pt x="1676400" y="2533650"/>
                </a:lnTo>
                <a:lnTo>
                  <a:pt x="1666875" y="2533650"/>
                </a:lnTo>
                <a:close/>
                <a:moveTo>
                  <a:pt x="381000" y="2533650"/>
                </a:moveTo>
                <a:lnTo>
                  <a:pt x="390525" y="2533650"/>
                </a:lnTo>
                <a:lnTo>
                  <a:pt x="390525" y="2543175"/>
                </a:lnTo>
                <a:lnTo>
                  <a:pt x="381000" y="2543175"/>
                </a:lnTo>
                <a:close/>
                <a:moveTo>
                  <a:pt x="1304925" y="2533650"/>
                </a:moveTo>
                <a:lnTo>
                  <a:pt x="1333500" y="2533650"/>
                </a:lnTo>
                <a:lnTo>
                  <a:pt x="1333500" y="2543175"/>
                </a:lnTo>
                <a:lnTo>
                  <a:pt x="1304925" y="2543175"/>
                </a:lnTo>
                <a:close/>
                <a:moveTo>
                  <a:pt x="1638300" y="2533650"/>
                </a:moveTo>
                <a:lnTo>
                  <a:pt x="1647825" y="2533650"/>
                </a:lnTo>
                <a:lnTo>
                  <a:pt x="1647825" y="2562225"/>
                </a:lnTo>
                <a:lnTo>
                  <a:pt x="1638300" y="2562225"/>
                </a:lnTo>
                <a:lnTo>
                  <a:pt x="1638300" y="2552700"/>
                </a:lnTo>
                <a:lnTo>
                  <a:pt x="1628775" y="2552700"/>
                </a:lnTo>
                <a:lnTo>
                  <a:pt x="1628775" y="2543175"/>
                </a:lnTo>
                <a:lnTo>
                  <a:pt x="1638300" y="2543175"/>
                </a:lnTo>
                <a:close/>
                <a:moveTo>
                  <a:pt x="114300" y="2543175"/>
                </a:moveTo>
                <a:lnTo>
                  <a:pt x="123825" y="2543175"/>
                </a:lnTo>
                <a:lnTo>
                  <a:pt x="123825" y="2562225"/>
                </a:lnTo>
                <a:lnTo>
                  <a:pt x="114300" y="2562225"/>
                </a:lnTo>
                <a:close/>
                <a:moveTo>
                  <a:pt x="866775" y="2552700"/>
                </a:moveTo>
                <a:lnTo>
                  <a:pt x="885825" y="2552700"/>
                </a:lnTo>
                <a:lnTo>
                  <a:pt x="885825" y="2571750"/>
                </a:lnTo>
                <a:lnTo>
                  <a:pt x="876300" y="2571750"/>
                </a:lnTo>
                <a:lnTo>
                  <a:pt x="876300" y="2562225"/>
                </a:lnTo>
                <a:lnTo>
                  <a:pt x="866775" y="2562225"/>
                </a:lnTo>
                <a:close/>
                <a:moveTo>
                  <a:pt x="1619250" y="2552700"/>
                </a:moveTo>
                <a:lnTo>
                  <a:pt x="1628775" y="2552700"/>
                </a:lnTo>
                <a:lnTo>
                  <a:pt x="1628775" y="2562225"/>
                </a:lnTo>
                <a:lnTo>
                  <a:pt x="1619250" y="2562225"/>
                </a:lnTo>
                <a:close/>
                <a:moveTo>
                  <a:pt x="1562100" y="2562225"/>
                </a:moveTo>
                <a:lnTo>
                  <a:pt x="1571625" y="2562225"/>
                </a:lnTo>
                <a:lnTo>
                  <a:pt x="1571625" y="2571750"/>
                </a:lnTo>
                <a:lnTo>
                  <a:pt x="1562100" y="2571750"/>
                </a:lnTo>
                <a:close/>
                <a:moveTo>
                  <a:pt x="866775" y="2581275"/>
                </a:moveTo>
                <a:lnTo>
                  <a:pt x="876300" y="2581275"/>
                </a:lnTo>
                <a:lnTo>
                  <a:pt x="876300" y="2609850"/>
                </a:lnTo>
                <a:lnTo>
                  <a:pt x="857250" y="2609850"/>
                </a:lnTo>
                <a:lnTo>
                  <a:pt x="857250" y="2590800"/>
                </a:lnTo>
                <a:lnTo>
                  <a:pt x="866775" y="2590800"/>
                </a:lnTo>
                <a:close/>
                <a:moveTo>
                  <a:pt x="1524000" y="2590800"/>
                </a:moveTo>
                <a:lnTo>
                  <a:pt x="1533525" y="2590800"/>
                </a:lnTo>
                <a:lnTo>
                  <a:pt x="1533525" y="2600325"/>
                </a:lnTo>
                <a:lnTo>
                  <a:pt x="1543050" y="2600325"/>
                </a:lnTo>
                <a:lnTo>
                  <a:pt x="1543050" y="2609850"/>
                </a:lnTo>
                <a:lnTo>
                  <a:pt x="1524000" y="2609850"/>
                </a:lnTo>
                <a:close/>
                <a:moveTo>
                  <a:pt x="352425" y="2600325"/>
                </a:moveTo>
                <a:lnTo>
                  <a:pt x="361950" y="2600325"/>
                </a:lnTo>
                <a:lnTo>
                  <a:pt x="361950" y="2609850"/>
                </a:lnTo>
                <a:lnTo>
                  <a:pt x="352425" y="2609850"/>
                </a:lnTo>
                <a:close/>
                <a:moveTo>
                  <a:pt x="771525" y="2600325"/>
                </a:moveTo>
                <a:lnTo>
                  <a:pt x="790575" y="2600325"/>
                </a:lnTo>
                <a:lnTo>
                  <a:pt x="790575" y="2609850"/>
                </a:lnTo>
                <a:lnTo>
                  <a:pt x="771525" y="2609850"/>
                </a:lnTo>
                <a:close/>
                <a:moveTo>
                  <a:pt x="1476375" y="2600325"/>
                </a:moveTo>
                <a:lnTo>
                  <a:pt x="1495425" y="2600325"/>
                </a:lnTo>
                <a:lnTo>
                  <a:pt x="1495425" y="2609850"/>
                </a:lnTo>
                <a:lnTo>
                  <a:pt x="1476375" y="2609850"/>
                </a:lnTo>
                <a:close/>
                <a:moveTo>
                  <a:pt x="209550" y="2609850"/>
                </a:moveTo>
                <a:lnTo>
                  <a:pt x="219075" y="2609850"/>
                </a:lnTo>
                <a:lnTo>
                  <a:pt x="219075" y="2619375"/>
                </a:lnTo>
                <a:lnTo>
                  <a:pt x="209550" y="2619375"/>
                </a:lnTo>
                <a:close/>
                <a:moveTo>
                  <a:pt x="323850" y="2609850"/>
                </a:moveTo>
                <a:lnTo>
                  <a:pt x="342900" y="2609850"/>
                </a:lnTo>
                <a:lnTo>
                  <a:pt x="342900" y="2619375"/>
                </a:lnTo>
                <a:lnTo>
                  <a:pt x="333375" y="2619375"/>
                </a:lnTo>
                <a:lnTo>
                  <a:pt x="333375" y="2628900"/>
                </a:lnTo>
                <a:lnTo>
                  <a:pt x="314325" y="2628900"/>
                </a:lnTo>
                <a:lnTo>
                  <a:pt x="314325" y="2619375"/>
                </a:lnTo>
                <a:lnTo>
                  <a:pt x="323850" y="2619375"/>
                </a:lnTo>
                <a:close/>
                <a:moveTo>
                  <a:pt x="666750" y="2609850"/>
                </a:moveTo>
                <a:lnTo>
                  <a:pt x="676275" y="2609850"/>
                </a:lnTo>
                <a:lnTo>
                  <a:pt x="676275" y="2628900"/>
                </a:lnTo>
                <a:lnTo>
                  <a:pt x="666750" y="2628900"/>
                </a:lnTo>
                <a:close/>
                <a:moveTo>
                  <a:pt x="752475" y="2609850"/>
                </a:moveTo>
                <a:lnTo>
                  <a:pt x="771525" y="2609850"/>
                </a:lnTo>
                <a:lnTo>
                  <a:pt x="771525" y="2619375"/>
                </a:lnTo>
                <a:lnTo>
                  <a:pt x="762000" y="2619375"/>
                </a:lnTo>
                <a:lnTo>
                  <a:pt x="762000" y="2628900"/>
                </a:lnTo>
                <a:lnTo>
                  <a:pt x="752475" y="2628900"/>
                </a:lnTo>
                <a:close/>
                <a:moveTo>
                  <a:pt x="1133475" y="2609850"/>
                </a:moveTo>
                <a:lnTo>
                  <a:pt x="1143000" y="2609850"/>
                </a:lnTo>
                <a:lnTo>
                  <a:pt x="1143000" y="2619375"/>
                </a:lnTo>
                <a:lnTo>
                  <a:pt x="1133475" y="2619375"/>
                </a:lnTo>
                <a:close/>
                <a:moveTo>
                  <a:pt x="1266825" y="2609850"/>
                </a:moveTo>
                <a:lnTo>
                  <a:pt x="1285875" y="2609850"/>
                </a:lnTo>
                <a:lnTo>
                  <a:pt x="1285875" y="2619375"/>
                </a:lnTo>
                <a:lnTo>
                  <a:pt x="1266825" y="2619375"/>
                </a:lnTo>
                <a:close/>
                <a:moveTo>
                  <a:pt x="1333500" y="2609850"/>
                </a:moveTo>
                <a:lnTo>
                  <a:pt x="1352550" y="2609850"/>
                </a:lnTo>
                <a:lnTo>
                  <a:pt x="1352550" y="2619375"/>
                </a:lnTo>
                <a:lnTo>
                  <a:pt x="1333500" y="2619375"/>
                </a:lnTo>
                <a:close/>
                <a:moveTo>
                  <a:pt x="1562100" y="2609850"/>
                </a:moveTo>
                <a:lnTo>
                  <a:pt x="1581150" y="2609850"/>
                </a:lnTo>
                <a:lnTo>
                  <a:pt x="1581150" y="2619375"/>
                </a:lnTo>
                <a:lnTo>
                  <a:pt x="1562100" y="2619375"/>
                </a:lnTo>
                <a:close/>
                <a:moveTo>
                  <a:pt x="1609725" y="2609850"/>
                </a:moveTo>
                <a:lnTo>
                  <a:pt x="1619250" y="2609850"/>
                </a:lnTo>
                <a:lnTo>
                  <a:pt x="1619250" y="2619375"/>
                </a:lnTo>
                <a:lnTo>
                  <a:pt x="1609725" y="2619375"/>
                </a:lnTo>
                <a:close/>
                <a:moveTo>
                  <a:pt x="409575" y="2619375"/>
                </a:moveTo>
                <a:lnTo>
                  <a:pt x="419100" y="2619375"/>
                </a:lnTo>
                <a:lnTo>
                  <a:pt x="419100" y="2628900"/>
                </a:lnTo>
                <a:lnTo>
                  <a:pt x="409575" y="2628900"/>
                </a:lnTo>
                <a:close/>
                <a:moveTo>
                  <a:pt x="1314450" y="2619375"/>
                </a:moveTo>
                <a:lnTo>
                  <a:pt x="1323975" y="2619375"/>
                </a:lnTo>
                <a:lnTo>
                  <a:pt x="1323975" y="2628900"/>
                </a:lnTo>
                <a:lnTo>
                  <a:pt x="1352550" y="2628900"/>
                </a:lnTo>
                <a:lnTo>
                  <a:pt x="1352550" y="2619375"/>
                </a:lnTo>
                <a:lnTo>
                  <a:pt x="1362075" y="2619375"/>
                </a:lnTo>
                <a:lnTo>
                  <a:pt x="1362075" y="2638425"/>
                </a:lnTo>
                <a:lnTo>
                  <a:pt x="1371600" y="2638425"/>
                </a:lnTo>
                <a:lnTo>
                  <a:pt x="1371600" y="2647950"/>
                </a:lnTo>
                <a:lnTo>
                  <a:pt x="1323975" y="2647950"/>
                </a:lnTo>
                <a:lnTo>
                  <a:pt x="1323975" y="2638425"/>
                </a:lnTo>
                <a:lnTo>
                  <a:pt x="1314450" y="2638425"/>
                </a:lnTo>
                <a:close/>
                <a:moveTo>
                  <a:pt x="1476375" y="2619375"/>
                </a:moveTo>
                <a:lnTo>
                  <a:pt x="1504950" y="2619375"/>
                </a:lnTo>
                <a:lnTo>
                  <a:pt x="1504950" y="2628900"/>
                </a:lnTo>
                <a:lnTo>
                  <a:pt x="1514475" y="2628900"/>
                </a:lnTo>
                <a:lnTo>
                  <a:pt x="1514475" y="2638425"/>
                </a:lnTo>
                <a:lnTo>
                  <a:pt x="1485900" y="2638425"/>
                </a:lnTo>
                <a:lnTo>
                  <a:pt x="1485900" y="2628900"/>
                </a:lnTo>
                <a:lnTo>
                  <a:pt x="1476375" y="2628900"/>
                </a:lnTo>
                <a:close/>
                <a:moveTo>
                  <a:pt x="1533525" y="2619375"/>
                </a:moveTo>
                <a:lnTo>
                  <a:pt x="1562100" y="2619375"/>
                </a:lnTo>
                <a:lnTo>
                  <a:pt x="1562100" y="2628900"/>
                </a:lnTo>
                <a:lnTo>
                  <a:pt x="1533525" y="2628900"/>
                </a:lnTo>
                <a:close/>
                <a:moveTo>
                  <a:pt x="1619250" y="2619375"/>
                </a:moveTo>
                <a:lnTo>
                  <a:pt x="1638300" y="2619375"/>
                </a:lnTo>
                <a:lnTo>
                  <a:pt x="1638300" y="2628900"/>
                </a:lnTo>
                <a:lnTo>
                  <a:pt x="1619250" y="2628900"/>
                </a:lnTo>
                <a:close/>
                <a:moveTo>
                  <a:pt x="657225" y="2628900"/>
                </a:moveTo>
                <a:lnTo>
                  <a:pt x="666750" y="2628900"/>
                </a:lnTo>
                <a:lnTo>
                  <a:pt x="666750" y="2647950"/>
                </a:lnTo>
                <a:lnTo>
                  <a:pt x="657225" y="2647950"/>
                </a:lnTo>
                <a:close/>
                <a:moveTo>
                  <a:pt x="695325" y="2628900"/>
                </a:moveTo>
                <a:lnTo>
                  <a:pt x="704850" y="2628900"/>
                </a:lnTo>
                <a:lnTo>
                  <a:pt x="704850" y="2638425"/>
                </a:lnTo>
                <a:lnTo>
                  <a:pt x="695325" y="2638425"/>
                </a:lnTo>
                <a:close/>
                <a:moveTo>
                  <a:pt x="723900" y="2628900"/>
                </a:moveTo>
                <a:lnTo>
                  <a:pt x="733425" y="2628900"/>
                </a:lnTo>
                <a:lnTo>
                  <a:pt x="733425" y="2638425"/>
                </a:lnTo>
                <a:lnTo>
                  <a:pt x="723900" y="2638425"/>
                </a:lnTo>
                <a:close/>
                <a:moveTo>
                  <a:pt x="828675" y="2628900"/>
                </a:moveTo>
                <a:lnTo>
                  <a:pt x="866775" y="2628900"/>
                </a:lnTo>
                <a:lnTo>
                  <a:pt x="866775" y="2647950"/>
                </a:lnTo>
                <a:lnTo>
                  <a:pt x="857250" y="2647950"/>
                </a:lnTo>
                <a:lnTo>
                  <a:pt x="857250" y="2638425"/>
                </a:lnTo>
                <a:lnTo>
                  <a:pt x="828675" y="2638425"/>
                </a:lnTo>
                <a:close/>
                <a:moveTo>
                  <a:pt x="1238250" y="2628900"/>
                </a:moveTo>
                <a:lnTo>
                  <a:pt x="1257300" y="2628900"/>
                </a:lnTo>
                <a:lnTo>
                  <a:pt x="1257300" y="2638425"/>
                </a:lnTo>
                <a:lnTo>
                  <a:pt x="1238250" y="2638425"/>
                </a:lnTo>
                <a:close/>
                <a:moveTo>
                  <a:pt x="1428750" y="2628900"/>
                </a:moveTo>
                <a:lnTo>
                  <a:pt x="1438275" y="2628900"/>
                </a:lnTo>
                <a:lnTo>
                  <a:pt x="1438275" y="2638425"/>
                </a:lnTo>
                <a:lnTo>
                  <a:pt x="1428750" y="2638425"/>
                </a:lnTo>
                <a:close/>
                <a:moveTo>
                  <a:pt x="342900" y="2638425"/>
                </a:moveTo>
                <a:lnTo>
                  <a:pt x="352425" y="2638425"/>
                </a:lnTo>
                <a:lnTo>
                  <a:pt x="352425" y="2647950"/>
                </a:lnTo>
                <a:lnTo>
                  <a:pt x="342900" y="2647950"/>
                </a:lnTo>
                <a:close/>
                <a:moveTo>
                  <a:pt x="704850" y="2638425"/>
                </a:moveTo>
                <a:lnTo>
                  <a:pt x="723900" y="2638425"/>
                </a:lnTo>
                <a:lnTo>
                  <a:pt x="723900" y="2657475"/>
                </a:lnTo>
                <a:lnTo>
                  <a:pt x="714375" y="2657475"/>
                </a:lnTo>
                <a:lnTo>
                  <a:pt x="714375" y="2647950"/>
                </a:lnTo>
                <a:lnTo>
                  <a:pt x="704850" y="2647950"/>
                </a:lnTo>
                <a:close/>
                <a:moveTo>
                  <a:pt x="781050" y="2638425"/>
                </a:moveTo>
                <a:lnTo>
                  <a:pt x="790575" y="2638425"/>
                </a:lnTo>
                <a:lnTo>
                  <a:pt x="790575" y="2657475"/>
                </a:lnTo>
                <a:lnTo>
                  <a:pt x="781050" y="2657475"/>
                </a:lnTo>
                <a:close/>
                <a:moveTo>
                  <a:pt x="1381125" y="2638425"/>
                </a:moveTo>
                <a:lnTo>
                  <a:pt x="1400175" y="2638425"/>
                </a:lnTo>
                <a:lnTo>
                  <a:pt x="1400175" y="2647950"/>
                </a:lnTo>
                <a:lnTo>
                  <a:pt x="1381125" y="2647950"/>
                </a:lnTo>
                <a:close/>
                <a:moveTo>
                  <a:pt x="1619250" y="2638425"/>
                </a:moveTo>
                <a:lnTo>
                  <a:pt x="1628775" y="2638425"/>
                </a:lnTo>
                <a:lnTo>
                  <a:pt x="1628775" y="2647950"/>
                </a:lnTo>
                <a:lnTo>
                  <a:pt x="1619250" y="2647950"/>
                </a:lnTo>
                <a:close/>
                <a:moveTo>
                  <a:pt x="1638300" y="2638425"/>
                </a:moveTo>
                <a:lnTo>
                  <a:pt x="1647825" y="2638425"/>
                </a:lnTo>
                <a:lnTo>
                  <a:pt x="1647825" y="2647950"/>
                </a:lnTo>
                <a:lnTo>
                  <a:pt x="1638300" y="2647950"/>
                </a:lnTo>
                <a:close/>
                <a:moveTo>
                  <a:pt x="1676400" y="2638425"/>
                </a:moveTo>
                <a:lnTo>
                  <a:pt x="1695450" y="2638425"/>
                </a:lnTo>
                <a:lnTo>
                  <a:pt x="1695450" y="2647950"/>
                </a:lnTo>
                <a:lnTo>
                  <a:pt x="1676400" y="2647950"/>
                </a:lnTo>
                <a:close/>
                <a:moveTo>
                  <a:pt x="876300" y="2647950"/>
                </a:moveTo>
                <a:lnTo>
                  <a:pt x="885825" y="2647950"/>
                </a:lnTo>
                <a:lnTo>
                  <a:pt x="885825" y="2657475"/>
                </a:lnTo>
                <a:lnTo>
                  <a:pt x="876300" y="2657475"/>
                </a:lnTo>
                <a:close/>
                <a:moveTo>
                  <a:pt x="200025" y="2657475"/>
                </a:moveTo>
                <a:lnTo>
                  <a:pt x="228600" y="2657475"/>
                </a:lnTo>
                <a:lnTo>
                  <a:pt x="228600" y="2667000"/>
                </a:lnTo>
                <a:lnTo>
                  <a:pt x="200025" y="2667000"/>
                </a:lnTo>
                <a:close/>
                <a:moveTo>
                  <a:pt x="295275" y="2657475"/>
                </a:moveTo>
                <a:lnTo>
                  <a:pt x="304800" y="2657475"/>
                </a:lnTo>
                <a:lnTo>
                  <a:pt x="304800" y="2667000"/>
                </a:lnTo>
                <a:lnTo>
                  <a:pt x="295275" y="2667000"/>
                </a:lnTo>
                <a:close/>
                <a:moveTo>
                  <a:pt x="323850" y="2657475"/>
                </a:moveTo>
                <a:lnTo>
                  <a:pt x="333375" y="2657475"/>
                </a:lnTo>
                <a:lnTo>
                  <a:pt x="333375" y="2667000"/>
                </a:lnTo>
                <a:lnTo>
                  <a:pt x="323850" y="2667000"/>
                </a:lnTo>
                <a:close/>
                <a:moveTo>
                  <a:pt x="352425" y="2657475"/>
                </a:moveTo>
                <a:lnTo>
                  <a:pt x="361950" y="2657475"/>
                </a:lnTo>
                <a:lnTo>
                  <a:pt x="361950" y="2667000"/>
                </a:lnTo>
                <a:lnTo>
                  <a:pt x="352425" y="2667000"/>
                </a:lnTo>
                <a:close/>
                <a:moveTo>
                  <a:pt x="628650" y="2657475"/>
                </a:moveTo>
                <a:lnTo>
                  <a:pt x="638175" y="2657475"/>
                </a:lnTo>
                <a:lnTo>
                  <a:pt x="638175" y="2667000"/>
                </a:lnTo>
                <a:lnTo>
                  <a:pt x="628650" y="2667000"/>
                </a:lnTo>
                <a:close/>
                <a:moveTo>
                  <a:pt x="723900" y="2657475"/>
                </a:moveTo>
                <a:lnTo>
                  <a:pt x="742950" y="2657475"/>
                </a:lnTo>
                <a:lnTo>
                  <a:pt x="742950" y="2667000"/>
                </a:lnTo>
                <a:lnTo>
                  <a:pt x="723900" y="2667000"/>
                </a:lnTo>
                <a:close/>
                <a:moveTo>
                  <a:pt x="790575" y="2657475"/>
                </a:moveTo>
                <a:lnTo>
                  <a:pt x="800100" y="2657475"/>
                </a:lnTo>
                <a:lnTo>
                  <a:pt x="800100" y="2667000"/>
                </a:lnTo>
                <a:lnTo>
                  <a:pt x="790575" y="2667000"/>
                </a:lnTo>
                <a:close/>
                <a:moveTo>
                  <a:pt x="857250" y="2657475"/>
                </a:moveTo>
                <a:lnTo>
                  <a:pt x="876300" y="2657475"/>
                </a:lnTo>
                <a:lnTo>
                  <a:pt x="876300" y="2667000"/>
                </a:lnTo>
                <a:lnTo>
                  <a:pt x="857250" y="2667000"/>
                </a:lnTo>
                <a:close/>
                <a:moveTo>
                  <a:pt x="1304925" y="2657475"/>
                </a:moveTo>
                <a:lnTo>
                  <a:pt x="1390650" y="2657475"/>
                </a:lnTo>
                <a:lnTo>
                  <a:pt x="1390650" y="2667000"/>
                </a:lnTo>
                <a:lnTo>
                  <a:pt x="1304925" y="2667000"/>
                </a:lnTo>
                <a:close/>
                <a:moveTo>
                  <a:pt x="1447800" y="2657475"/>
                </a:moveTo>
                <a:lnTo>
                  <a:pt x="1466850" y="2657475"/>
                </a:lnTo>
                <a:lnTo>
                  <a:pt x="1466850" y="2667000"/>
                </a:lnTo>
                <a:lnTo>
                  <a:pt x="1447800" y="2667000"/>
                </a:lnTo>
                <a:close/>
                <a:moveTo>
                  <a:pt x="1485900" y="2657475"/>
                </a:moveTo>
                <a:lnTo>
                  <a:pt x="1524000" y="2657475"/>
                </a:lnTo>
                <a:lnTo>
                  <a:pt x="1524000" y="2667000"/>
                </a:lnTo>
                <a:lnTo>
                  <a:pt x="1485900" y="2667000"/>
                </a:lnTo>
                <a:close/>
                <a:moveTo>
                  <a:pt x="1590675" y="2657475"/>
                </a:moveTo>
                <a:lnTo>
                  <a:pt x="1600200" y="2657475"/>
                </a:lnTo>
                <a:lnTo>
                  <a:pt x="1600200" y="2667000"/>
                </a:lnTo>
                <a:lnTo>
                  <a:pt x="1590675" y="2667000"/>
                </a:lnTo>
                <a:close/>
                <a:moveTo>
                  <a:pt x="1628775" y="2657475"/>
                </a:moveTo>
                <a:lnTo>
                  <a:pt x="1638300" y="2657475"/>
                </a:lnTo>
                <a:lnTo>
                  <a:pt x="1638300" y="2667000"/>
                </a:lnTo>
                <a:lnTo>
                  <a:pt x="1628775" y="2667000"/>
                </a:lnTo>
                <a:close/>
                <a:moveTo>
                  <a:pt x="1695450" y="2657475"/>
                </a:moveTo>
                <a:lnTo>
                  <a:pt x="1714500" y="2657475"/>
                </a:lnTo>
                <a:lnTo>
                  <a:pt x="1714500" y="2667000"/>
                </a:lnTo>
                <a:lnTo>
                  <a:pt x="1695450" y="2667000"/>
                </a:lnTo>
                <a:close/>
                <a:moveTo>
                  <a:pt x="180975" y="2686050"/>
                </a:moveTo>
                <a:lnTo>
                  <a:pt x="257175" y="2686050"/>
                </a:lnTo>
                <a:lnTo>
                  <a:pt x="257175" y="2695575"/>
                </a:lnTo>
                <a:lnTo>
                  <a:pt x="190500" y="2695575"/>
                </a:lnTo>
                <a:lnTo>
                  <a:pt x="190500" y="2705100"/>
                </a:lnTo>
                <a:lnTo>
                  <a:pt x="257175" y="2705100"/>
                </a:lnTo>
                <a:lnTo>
                  <a:pt x="257175" y="2714625"/>
                </a:lnTo>
                <a:lnTo>
                  <a:pt x="200025" y="2714625"/>
                </a:lnTo>
                <a:lnTo>
                  <a:pt x="200025" y="2724150"/>
                </a:lnTo>
                <a:lnTo>
                  <a:pt x="190500" y="2724150"/>
                </a:lnTo>
                <a:lnTo>
                  <a:pt x="190500" y="2714625"/>
                </a:lnTo>
                <a:lnTo>
                  <a:pt x="180975" y="2714625"/>
                </a:lnTo>
                <a:close/>
                <a:moveTo>
                  <a:pt x="895350" y="2695575"/>
                </a:moveTo>
                <a:lnTo>
                  <a:pt x="914400" y="2695575"/>
                </a:lnTo>
                <a:lnTo>
                  <a:pt x="914400" y="2705100"/>
                </a:lnTo>
                <a:lnTo>
                  <a:pt x="895350" y="2705100"/>
                </a:lnTo>
                <a:close/>
                <a:moveTo>
                  <a:pt x="923925" y="2695575"/>
                </a:moveTo>
                <a:lnTo>
                  <a:pt x="933450" y="2695575"/>
                </a:lnTo>
                <a:lnTo>
                  <a:pt x="933450" y="2705100"/>
                </a:lnTo>
                <a:lnTo>
                  <a:pt x="942975" y="2705100"/>
                </a:lnTo>
                <a:lnTo>
                  <a:pt x="942975" y="2714625"/>
                </a:lnTo>
                <a:lnTo>
                  <a:pt x="933450" y="2714625"/>
                </a:lnTo>
                <a:lnTo>
                  <a:pt x="933450" y="2733675"/>
                </a:lnTo>
                <a:lnTo>
                  <a:pt x="923925" y="2733675"/>
                </a:lnTo>
                <a:lnTo>
                  <a:pt x="923925" y="2714625"/>
                </a:lnTo>
                <a:lnTo>
                  <a:pt x="914400" y="2714625"/>
                </a:lnTo>
                <a:lnTo>
                  <a:pt x="914400" y="2705100"/>
                </a:lnTo>
                <a:lnTo>
                  <a:pt x="923925" y="2705100"/>
                </a:lnTo>
                <a:close/>
                <a:moveTo>
                  <a:pt x="1628775" y="2695575"/>
                </a:moveTo>
                <a:lnTo>
                  <a:pt x="1638300" y="2695575"/>
                </a:lnTo>
                <a:lnTo>
                  <a:pt x="1638300" y="2705100"/>
                </a:lnTo>
                <a:lnTo>
                  <a:pt x="1628775" y="2705100"/>
                </a:lnTo>
                <a:close/>
                <a:moveTo>
                  <a:pt x="1009650" y="2705100"/>
                </a:moveTo>
                <a:lnTo>
                  <a:pt x="1028700" y="2705100"/>
                </a:lnTo>
                <a:lnTo>
                  <a:pt x="1028700" y="2714625"/>
                </a:lnTo>
                <a:lnTo>
                  <a:pt x="1019175" y="2714625"/>
                </a:lnTo>
                <a:lnTo>
                  <a:pt x="1019175" y="2724150"/>
                </a:lnTo>
                <a:lnTo>
                  <a:pt x="1009650" y="2724150"/>
                </a:lnTo>
                <a:close/>
                <a:moveTo>
                  <a:pt x="1638300" y="2705100"/>
                </a:moveTo>
                <a:lnTo>
                  <a:pt x="1676400" y="2705100"/>
                </a:lnTo>
                <a:lnTo>
                  <a:pt x="1676400" y="2724150"/>
                </a:lnTo>
                <a:lnTo>
                  <a:pt x="1685925" y="2724150"/>
                </a:lnTo>
                <a:lnTo>
                  <a:pt x="1685925" y="2733675"/>
                </a:lnTo>
                <a:lnTo>
                  <a:pt x="1647825" y="2733675"/>
                </a:lnTo>
                <a:lnTo>
                  <a:pt x="1647825" y="2724150"/>
                </a:lnTo>
                <a:lnTo>
                  <a:pt x="1638300" y="2724150"/>
                </a:lnTo>
                <a:close/>
                <a:moveTo>
                  <a:pt x="942975" y="2714625"/>
                </a:moveTo>
                <a:lnTo>
                  <a:pt x="952500" y="2714625"/>
                </a:lnTo>
                <a:lnTo>
                  <a:pt x="952500" y="2724150"/>
                </a:lnTo>
                <a:lnTo>
                  <a:pt x="942975" y="2724150"/>
                </a:lnTo>
                <a:close/>
                <a:moveTo>
                  <a:pt x="1019175" y="2724150"/>
                </a:moveTo>
                <a:lnTo>
                  <a:pt x="1028700" y="2724150"/>
                </a:lnTo>
                <a:lnTo>
                  <a:pt x="1028700" y="2733675"/>
                </a:lnTo>
                <a:lnTo>
                  <a:pt x="1019175" y="2733675"/>
                </a:lnTo>
                <a:close/>
                <a:moveTo>
                  <a:pt x="190500" y="2733675"/>
                </a:moveTo>
                <a:lnTo>
                  <a:pt x="200025" y="2733675"/>
                </a:lnTo>
                <a:lnTo>
                  <a:pt x="200025" y="2743200"/>
                </a:lnTo>
                <a:lnTo>
                  <a:pt x="190500" y="2743200"/>
                </a:lnTo>
                <a:close/>
                <a:moveTo>
                  <a:pt x="304800" y="2762250"/>
                </a:moveTo>
                <a:lnTo>
                  <a:pt x="314325" y="2762250"/>
                </a:lnTo>
                <a:lnTo>
                  <a:pt x="314325" y="2771775"/>
                </a:lnTo>
                <a:lnTo>
                  <a:pt x="304800" y="2771775"/>
                </a:lnTo>
                <a:close/>
                <a:moveTo>
                  <a:pt x="904875" y="2762250"/>
                </a:moveTo>
                <a:lnTo>
                  <a:pt x="933450" y="2762250"/>
                </a:lnTo>
                <a:lnTo>
                  <a:pt x="933450" y="2771775"/>
                </a:lnTo>
                <a:lnTo>
                  <a:pt x="904875" y="2771775"/>
                </a:lnTo>
                <a:close/>
                <a:moveTo>
                  <a:pt x="1152525" y="2762250"/>
                </a:moveTo>
                <a:lnTo>
                  <a:pt x="1181100" y="2762250"/>
                </a:lnTo>
                <a:lnTo>
                  <a:pt x="1181100" y="2771775"/>
                </a:lnTo>
                <a:lnTo>
                  <a:pt x="1152525" y="2771775"/>
                </a:lnTo>
                <a:close/>
                <a:moveTo>
                  <a:pt x="1609725" y="2762250"/>
                </a:moveTo>
                <a:lnTo>
                  <a:pt x="1628775" y="2762250"/>
                </a:lnTo>
                <a:lnTo>
                  <a:pt x="1628775" y="2781300"/>
                </a:lnTo>
                <a:lnTo>
                  <a:pt x="1619250" y="2781300"/>
                </a:lnTo>
                <a:lnTo>
                  <a:pt x="1619250" y="2771775"/>
                </a:lnTo>
                <a:lnTo>
                  <a:pt x="1609725" y="2771775"/>
                </a:lnTo>
                <a:close/>
                <a:moveTo>
                  <a:pt x="371475" y="2771775"/>
                </a:moveTo>
                <a:lnTo>
                  <a:pt x="381000" y="2771775"/>
                </a:lnTo>
                <a:lnTo>
                  <a:pt x="381000" y="2781300"/>
                </a:lnTo>
                <a:lnTo>
                  <a:pt x="371475" y="2781300"/>
                </a:lnTo>
                <a:close/>
                <a:moveTo>
                  <a:pt x="390525" y="2771775"/>
                </a:moveTo>
                <a:lnTo>
                  <a:pt x="400050" y="2771775"/>
                </a:lnTo>
                <a:lnTo>
                  <a:pt x="400050" y="2781300"/>
                </a:lnTo>
                <a:lnTo>
                  <a:pt x="390525" y="2781300"/>
                </a:lnTo>
                <a:close/>
                <a:moveTo>
                  <a:pt x="933450" y="2771775"/>
                </a:moveTo>
                <a:lnTo>
                  <a:pt x="942975" y="2771775"/>
                </a:lnTo>
                <a:lnTo>
                  <a:pt x="942975" y="2781300"/>
                </a:lnTo>
                <a:lnTo>
                  <a:pt x="933450" y="2781300"/>
                </a:lnTo>
                <a:close/>
                <a:moveTo>
                  <a:pt x="952500" y="2771775"/>
                </a:moveTo>
                <a:lnTo>
                  <a:pt x="971550" y="2771775"/>
                </a:lnTo>
                <a:lnTo>
                  <a:pt x="971550" y="2781300"/>
                </a:lnTo>
                <a:lnTo>
                  <a:pt x="952500" y="2781300"/>
                </a:lnTo>
                <a:close/>
                <a:moveTo>
                  <a:pt x="1533525" y="2771775"/>
                </a:moveTo>
                <a:lnTo>
                  <a:pt x="1543050" y="2771775"/>
                </a:lnTo>
                <a:lnTo>
                  <a:pt x="1543050" y="2790825"/>
                </a:lnTo>
                <a:lnTo>
                  <a:pt x="1533525" y="2790825"/>
                </a:lnTo>
                <a:close/>
                <a:moveTo>
                  <a:pt x="247650" y="2781300"/>
                </a:moveTo>
                <a:lnTo>
                  <a:pt x="257175" y="2781300"/>
                </a:lnTo>
                <a:lnTo>
                  <a:pt x="257175" y="2809875"/>
                </a:lnTo>
                <a:lnTo>
                  <a:pt x="228600" y="2809875"/>
                </a:lnTo>
                <a:lnTo>
                  <a:pt x="228600" y="2800350"/>
                </a:lnTo>
                <a:lnTo>
                  <a:pt x="247650" y="2800350"/>
                </a:lnTo>
                <a:close/>
                <a:moveTo>
                  <a:pt x="295275" y="2781300"/>
                </a:moveTo>
                <a:lnTo>
                  <a:pt x="304800" y="2781300"/>
                </a:lnTo>
                <a:lnTo>
                  <a:pt x="304800" y="2800350"/>
                </a:lnTo>
                <a:lnTo>
                  <a:pt x="285750" y="2800350"/>
                </a:lnTo>
                <a:lnTo>
                  <a:pt x="285750" y="2790825"/>
                </a:lnTo>
                <a:lnTo>
                  <a:pt x="295275" y="2790825"/>
                </a:lnTo>
                <a:close/>
                <a:moveTo>
                  <a:pt x="333375" y="2781300"/>
                </a:moveTo>
                <a:lnTo>
                  <a:pt x="352425" y="2781300"/>
                </a:lnTo>
                <a:lnTo>
                  <a:pt x="352425" y="2790825"/>
                </a:lnTo>
                <a:lnTo>
                  <a:pt x="333375" y="2790825"/>
                </a:lnTo>
                <a:close/>
                <a:moveTo>
                  <a:pt x="400050" y="2781300"/>
                </a:moveTo>
                <a:lnTo>
                  <a:pt x="419100" y="2781300"/>
                </a:lnTo>
                <a:lnTo>
                  <a:pt x="419100" y="2790825"/>
                </a:lnTo>
                <a:lnTo>
                  <a:pt x="400050" y="2790825"/>
                </a:lnTo>
                <a:close/>
                <a:moveTo>
                  <a:pt x="476250" y="2781300"/>
                </a:moveTo>
                <a:lnTo>
                  <a:pt x="495300" y="2781300"/>
                </a:lnTo>
                <a:lnTo>
                  <a:pt x="495300" y="2790825"/>
                </a:lnTo>
                <a:lnTo>
                  <a:pt x="485775" y="2790825"/>
                </a:lnTo>
                <a:lnTo>
                  <a:pt x="485775" y="2800350"/>
                </a:lnTo>
                <a:lnTo>
                  <a:pt x="457200" y="2800350"/>
                </a:lnTo>
                <a:lnTo>
                  <a:pt x="457200" y="2790825"/>
                </a:lnTo>
                <a:lnTo>
                  <a:pt x="476250" y="2790825"/>
                </a:lnTo>
                <a:close/>
                <a:moveTo>
                  <a:pt x="904875" y="2781300"/>
                </a:moveTo>
                <a:lnTo>
                  <a:pt x="933450" y="2781300"/>
                </a:lnTo>
                <a:lnTo>
                  <a:pt x="933450" y="2790825"/>
                </a:lnTo>
                <a:lnTo>
                  <a:pt x="904875" y="2790825"/>
                </a:lnTo>
                <a:close/>
                <a:moveTo>
                  <a:pt x="1076325" y="2781300"/>
                </a:moveTo>
                <a:lnTo>
                  <a:pt x="1085850" y="2781300"/>
                </a:lnTo>
                <a:lnTo>
                  <a:pt x="1085850" y="2800350"/>
                </a:lnTo>
                <a:lnTo>
                  <a:pt x="1076325" y="2800350"/>
                </a:lnTo>
                <a:close/>
                <a:moveTo>
                  <a:pt x="1419225" y="2781300"/>
                </a:moveTo>
                <a:lnTo>
                  <a:pt x="1438275" y="2781300"/>
                </a:lnTo>
                <a:lnTo>
                  <a:pt x="1438275" y="2790825"/>
                </a:lnTo>
                <a:lnTo>
                  <a:pt x="1419225" y="2790825"/>
                </a:lnTo>
                <a:close/>
                <a:moveTo>
                  <a:pt x="600075" y="2790825"/>
                </a:moveTo>
                <a:lnTo>
                  <a:pt x="609600" y="2790825"/>
                </a:lnTo>
                <a:lnTo>
                  <a:pt x="609600" y="2800350"/>
                </a:lnTo>
                <a:lnTo>
                  <a:pt x="600075" y="2800350"/>
                </a:lnTo>
                <a:close/>
                <a:moveTo>
                  <a:pt x="752475" y="2790825"/>
                </a:moveTo>
                <a:lnTo>
                  <a:pt x="771525" y="2790825"/>
                </a:lnTo>
                <a:lnTo>
                  <a:pt x="771525" y="2800350"/>
                </a:lnTo>
                <a:lnTo>
                  <a:pt x="752475" y="2800350"/>
                </a:lnTo>
                <a:close/>
                <a:moveTo>
                  <a:pt x="800100" y="2790825"/>
                </a:moveTo>
                <a:lnTo>
                  <a:pt x="809625" y="2790825"/>
                </a:lnTo>
                <a:lnTo>
                  <a:pt x="809625" y="2819400"/>
                </a:lnTo>
                <a:lnTo>
                  <a:pt x="800100" y="2819400"/>
                </a:lnTo>
                <a:close/>
                <a:moveTo>
                  <a:pt x="847725" y="2790825"/>
                </a:moveTo>
                <a:lnTo>
                  <a:pt x="876300" y="2790825"/>
                </a:lnTo>
                <a:lnTo>
                  <a:pt x="876300" y="2800350"/>
                </a:lnTo>
                <a:lnTo>
                  <a:pt x="857250" y="2800350"/>
                </a:lnTo>
                <a:lnTo>
                  <a:pt x="857250" y="2809875"/>
                </a:lnTo>
                <a:lnTo>
                  <a:pt x="847725" y="2809875"/>
                </a:lnTo>
                <a:close/>
                <a:moveTo>
                  <a:pt x="1200150" y="2790825"/>
                </a:moveTo>
                <a:lnTo>
                  <a:pt x="1219200" y="2790825"/>
                </a:lnTo>
                <a:lnTo>
                  <a:pt x="1219200" y="2800350"/>
                </a:lnTo>
                <a:lnTo>
                  <a:pt x="1228725" y="2800350"/>
                </a:lnTo>
                <a:lnTo>
                  <a:pt x="1228725" y="2809875"/>
                </a:lnTo>
                <a:lnTo>
                  <a:pt x="1219200" y="2809875"/>
                </a:lnTo>
                <a:lnTo>
                  <a:pt x="1219200" y="2819400"/>
                </a:lnTo>
                <a:lnTo>
                  <a:pt x="1200150" y="2819400"/>
                </a:lnTo>
                <a:close/>
                <a:moveTo>
                  <a:pt x="1552575" y="2790825"/>
                </a:moveTo>
                <a:lnTo>
                  <a:pt x="1571625" y="2790825"/>
                </a:lnTo>
                <a:lnTo>
                  <a:pt x="1571625" y="2800350"/>
                </a:lnTo>
                <a:lnTo>
                  <a:pt x="1552575" y="2800350"/>
                </a:lnTo>
                <a:close/>
                <a:moveTo>
                  <a:pt x="266700" y="2800350"/>
                </a:moveTo>
                <a:lnTo>
                  <a:pt x="285750" y="2800350"/>
                </a:lnTo>
                <a:lnTo>
                  <a:pt x="285750" y="2809875"/>
                </a:lnTo>
                <a:lnTo>
                  <a:pt x="266700" y="2809875"/>
                </a:lnTo>
                <a:close/>
                <a:moveTo>
                  <a:pt x="342900" y="2800350"/>
                </a:moveTo>
                <a:lnTo>
                  <a:pt x="352425" y="2800350"/>
                </a:lnTo>
                <a:lnTo>
                  <a:pt x="352425" y="2809875"/>
                </a:lnTo>
                <a:lnTo>
                  <a:pt x="342900" y="2809875"/>
                </a:lnTo>
                <a:close/>
                <a:moveTo>
                  <a:pt x="581025" y="2800350"/>
                </a:moveTo>
                <a:lnTo>
                  <a:pt x="590550" y="2800350"/>
                </a:lnTo>
                <a:lnTo>
                  <a:pt x="590550" y="2809875"/>
                </a:lnTo>
                <a:lnTo>
                  <a:pt x="581025" y="2809875"/>
                </a:lnTo>
                <a:close/>
                <a:moveTo>
                  <a:pt x="895350" y="2800350"/>
                </a:moveTo>
                <a:lnTo>
                  <a:pt x="933450" y="2800350"/>
                </a:lnTo>
                <a:lnTo>
                  <a:pt x="933450" y="2838450"/>
                </a:lnTo>
                <a:lnTo>
                  <a:pt x="942975" y="2838450"/>
                </a:lnTo>
                <a:lnTo>
                  <a:pt x="942975" y="2847975"/>
                </a:lnTo>
                <a:lnTo>
                  <a:pt x="923925" y="2847975"/>
                </a:lnTo>
                <a:lnTo>
                  <a:pt x="923925" y="2838450"/>
                </a:lnTo>
                <a:lnTo>
                  <a:pt x="914400" y="2838450"/>
                </a:lnTo>
                <a:lnTo>
                  <a:pt x="914400" y="2819400"/>
                </a:lnTo>
                <a:lnTo>
                  <a:pt x="904875" y="2819400"/>
                </a:lnTo>
                <a:lnTo>
                  <a:pt x="904875" y="2809875"/>
                </a:lnTo>
                <a:lnTo>
                  <a:pt x="895350" y="2809875"/>
                </a:lnTo>
                <a:close/>
                <a:moveTo>
                  <a:pt x="819150" y="2809875"/>
                </a:moveTo>
                <a:lnTo>
                  <a:pt x="828675" y="2809875"/>
                </a:lnTo>
                <a:lnTo>
                  <a:pt x="828675" y="2819400"/>
                </a:lnTo>
                <a:lnTo>
                  <a:pt x="819150" y="2819400"/>
                </a:lnTo>
                <a:close/>
                <a:moveTo>
                  <a:pt x="1114425" y="2809875"/>
                </a:moveTo>
                <a:lnTo>
                  <a:pt x="1123950" y="2809875"/>
                </a:lnTo>
                <a:lnTo>
                  <a:pt x="1123950" y="2819400"/>
                </a:lnTo>
                <a:lnTo>
                  <a:pt x="1133475" y="2819400"/>
                </a:lnTo>
                <a:lnTo>
                  <a:pt x="1133475" y="2828925"/>
                </a:lnTo>
                <a:lnTo>
                  <a:pt x="1114425" y="2828925"/>
                </a:lnTo>
                <a:close/>
                <a:moveTo>
                  <a:pt x="1057275" y="2819400"/>
                </a:moveTo>
                <a:lnTo>
                  <a:pt x="1066800" y="2819400"/>
                </a:lnTo>
                <a:lnTo>
                  <a:pt x="1066800" y="2828925"/>
                </a:lnTo>
                <a:lnTo>
                  <a:pt x="1057275" y="2828925"/>
                </a:lnTo>
                <a:close/>
                <a:moveTo>
                  <a:pt x="866775" y="2828925"/>
                </a:moveTo>
                <a:lnTo>
                  <a:pt x="876300" y="2828925"/>
                </a:lnTo>
                <a:lnTo>
                  <a:pt x="876300" y="2838450"/>
                </a:lnTo>
                <a:lnTo>
                  <a:pt x="895350" y="2838450"/>
                </a:lnTo>
                <a:lnTo>
                  <a:pt x="895350" y="2857500"/>
                </a:lnTo>
                <a:lnTo>
                  <a:pt x="885825" y="2857500"/>
                </a:lnTo>
                <a:lnTo>
                  <a:pt x="885825" y="2867025"/>
                </a:lnTo>
                <a:lnTo>
                  <a:pt x="876300" y="2867025"/>
                </a:lnTo>
                <a:lnTo>
                  <a:pt x="876300" y="2847975"/>
                </a:lnTo>
                <a:lnTo>
                  <a:pt x="866775" y="2847975"/>
                </a:lnTo>
                <a:close/>
                <a:moveTo>
                  <a:pt x="971550" y="2828925"/>
                </a:moveTo>
                <a:lnTo>
                  <a:pt x="1000125" y="2828925"/>
                </a:lnTo>
                <a:lnTo>
                  <a:pt x="1000125" y="2838450"/>
                </a:lnTo>
                <a:lnTo>
                  <a:pt x="1009650" y="2838450"/>
                </a:lnTo>
                <a:lnTo>
                  <a:pt x="1009650" y="2828925"/>
                </a:lnTo>
                <a:lnTo>
                  <a:pt x="1028700" y="2828925"/>
                </a:lnTo>
                <a:lnTo>
                  <a:pt x="1028700" y="2867025"/>
                </a:lnTo>
                <a:lnTo>
                  <a:pt x="1019175" y="2867025"/>
                </a:lnTo>
                <a:lnTo>
                  <a:pt x="1019175" y="2876550"/>
                </a:lnTo>
                <a:lnTo>
                  <a:pt x="1009650" y="2876550"/>
                </a:lnTo>
                <a:lnTo>
                  <a:pt x="1009650" y="2857500"/>
                </a:lnTo>
                <a:lnTo>
                  <a:pt x="1000125" y="2857500"/>
                </a:lnTo>
                <a:lnTo>
                  <a:pt x="1000125" y="2847975"/>
                </a:lnTo>
                <a:lnTo>
                  <a:pt x="990600" y="2847975"/>
                </a:lnTo>
                <a:lnTo>
                  <a:pt x="990600" y="2857500"/>
                </a:lnTo>
                <a:lnTo>
                  <a:pt x="981075" y="2857500"/>
                </a:lnTo>
                <a:lnTo>
                  <a:pt x="981075" y="2838450"/>
                </a:lnTo>
                <a:lnTo>
                  <a:pt x="971550" y="2838450"/>
                </a:lnTo>
                <a:close/>
                <a:moveTo>
                  <a:pt x="942975" y="2847975"/>
                </a:moveTo>
                <a:lnTo>
                  <a:pt x="952500" y="2847975"/>
                </a:lnTo>
                <a:lnTo>
                  <a:pt x="952500" y="2867025"/>
                </a:lnTo>
                <a:lnTo>
                  <a:pt x="942975" y="2867025"/>
                </a:lnTo>
                <a:close/>
                <a:moveTo>
                  <a:pt x="1009650" y="2847975"/>
                </a:moveTo>
                <a:lnTo>
                  <a:pt x="1019175" y="2847975"/>
                </a:lnTo>
                <a:lnTo>
                  <a:pt x="1019175" y="2838450"/>
                </a:lnTo>
                <a:lnTo>
                  <a:pt x="1009650" y="2838450"/>
                </a:lnTo>
                <a:close/>
                <a:moveTo>
                  <a:pt x="1209675" y="2847975"/>
                </a:moveTo>
                <a:lnTo>
                  <a:pt x="1228725" y="2847975"/>
                </a:lnTo>
                <a:lnTo>
                  <a:pt x="1228725" y="2857500"/>
                </a:lnTo>
                <a:lnTo>
                  <a:pt x="1247775" y="2857500"/>
                </a:lnTo>
                <a:lnTo>
                  <a:pt x="1247775" y="2876550"/>
                </a:lnTo>
                <a:lnTo>
                  <a:pt x="1238250" y="2876550"/>
                </a:lnTo>
                <a:lnTo>
                  <a:pt x="1238250" y="2867025"/>
                </a:lnTo>
                <a:lnTo>
                  <a:pt x="1219200" y="2867025"/>
                </a:lnTo>
                <a:lnTo>
                  <a:pt x="1219200" y="2857500"/>
                </a:lnTo>
                <a:lnTo>
                  <a:pt x="1209675" y="2857500"/>
                </a:lnTo>
                <a:close/>
                <a:moveTo>
                  <a:pt x="1047750" y="2857500"/>
                </a:moveTo>
                <a:lnTo>
                  <a:pt x="1066800" y="2857500"/>
                </a:lnTo>
                <a:lnTo>
                  <a:pt x="1066800" y="2867025"/>
                </a:lnTo>
                <a:lnTo>
                  <a:pt x="1047750" y="2867025"/>
                </a:lnTo>
                <a:close/>
                <a:moveTo>
                  <a:pt x="1085850" y="2857500"/>
                </a:moveTo>
                <a:lnTo>
                  <a:pt x="1095375" y="2857500"/>
                </a:lnTo>
                <a:lnTo>
                  <a:pt x="1095375" y="2867025"/>
                </a:lnTo>
                <a:lnTo>
                  <a:pt x="1085850" y="2867025"/>
                </a:lnTo>
                <a:close/>
                <a:moveTo>
                  <a:pt x="1276350" y="2857500"/>
                </a:moveTo>
                <a:lnTo>
                  <a:pt x="1285875" y="2857500"/>
                </a:lnTo>
                <a:lnTo>
                  <a:pt x="1285875" y="2895600"/>
                </a:lnTo>
                <a:lnTo>
                  <a:pt x="1295400" y="2895600"/>
                </a:lnTo>
                <a:lnTo>
                  <a:pt x="1295400" y="2905125"/>
                </a:lnTo>
                <a:lnTo>
                  <a:pt x="1276350" y="2905125"/>
                </a:lnTo>
                <a:lnTo>
                  <a:pt x="1276350" y="2895600"/>
                </a:lnTo>
                <a:lnTo>
                  <a:pt x="1257300" y="2895600"/>
                </a:lnTo>
                <a:lnTo>
                  <a:pt x="1257300" y="2876550"/>
                </a:lnTo>
                <a:lnTo>
                  <a:pt x="1276350" y="2876550"/>
                </a:lnTo>
                <a:close/>
                <a:moveTo>
                  <a:pt x="857250" y="2867025"/>
                </a:moveTo>
                <a:lnTo>
                  <a:pt x="876300" y="2867025"/>
                </a:lnTo>
                <a:lnTo>
                  <a:pt x="876300" y="2895600"/>
                </a:lnTo>
                <a:lnTo>
                  <a:pt x="866775" y="2895600"/>
                </a:lnTo>
                <a:lnTo>
                  <a:pt x="866775" y="2876550"/>
                </a:lnTo>
                <a:lnTo>
                  <a:pt x="857250" y="2876550"/>
                </a:lnTo>
                <a:close/>
                <a:moveTo>
                  <a:pt x="1152525" y="2867025"/>
                </a:moveTo>
                <a:lnTo>
                  <a:pt x="1162050" y="2867025"/>
                </a:lnTo>
                <a:lnTo>
                  <a:pt x="1162050" y="2886075"/>
                </a:lnTo>
                <a:lnTo>
                  <a:pt x="1143000" y="2886075"/>
                </a:lnTo>
                <a:lnTo>
                  <a:pt x="1143000" y="2876550"/>
                </a:lnTo>
                <a:lnTo>
                  <a:pt x="1152525" y="2876550"/>
                </a:lnTo>
                <a:close/>
                <a:moveTo>
                  <a:pt x="647700" y="2876550"/>
                </a:moveTo>
                <a:lnTo>
                  <a:pt x="666750" y="2876550"/>
                </a:lnTo>
                <a:lnTo>
                  <a:pt x="666750" y="2886075"/>
                </a:lnTo>
                <a:lnTo>
                  <a:pt x="647700" y="2886075"/>
                </a:lnTo>
                <a:close/>
                <a:moveTo>
                  <a:pt x="952500" y="2876550"/>
                </a:moveTo>
                <a:lnTo>
                  <a:pt x="962025" y="2876550"/>
                </a:lnTo>
                <a:lnTo>
                  <a:pt x="962025" y="2895600"/>
                </a:lnTo>
                <a:lnTo>
                  <a:pt x="981075" y="2895600"/>
                </a:lnTo>
                <a:lnTo>
                  <a:pt x="981075" y="2876550"/>
                </a:lnTo>
                <a:lnTo>
                  <a:pt x="1009650" y="2876550"/>
                </a:lnTo>
                <a:lnTo>
                  <a:pt x="1009650" y="2886075"/>
                </a:lnTo>
                <a:lnTo>
                  <a:pt x="1000125" y="2886075"/>
                </a:lnTo>
                <a:lnTo>
                  <a:pt x="1000125" y="2914650"/>
                </a:lnTo>
                <a:lnTo>
                  <a:pt x="981075" y="2914650"/>
                </a:lnTo>
                <a:lnTo>
                  <a:pt x="981075" y="2933700"/>
                </a:lnTo>
                <a:lnTo>
                  <a:pt x="952500" y="2933700"/>
                </a:lnTo>
                <a:close/>
                <a:moveTo>
                  <a:pt x="1047750" y="2876550"/>
                </a:moveTo>
                <a:lnTo>
                  <a:pt x="1076325" y="2876550"/>
                </a:lnTo>
                <a:lnTo>
                  <a:pt x="1076325" y="2886075"/>
                </a:lnTo>
                <a:lnTo>
                  <a:pt x="1047750" y="2886075"/>
                </a:lnTo>
                <a:close/>
                <a:moveTo>
                  <a:pt x="238125" y="2886075"/>
                </a:moveTo>
                <a:lnTo>
                  <a:pt x="247650" y="2886075"/>
                </a:lnTo>
                <a:lnTo>
                  <a:pt x="247650" y="2905125"/>
                </a:lnTo>
                <a:lnTo>
                  <a:pt x="238125" y="2905125"/>
                </a:lnTo>
                <a:close/>
                <a:moveTo>
                  <a:pt x="609600" y="2886075"/>
                </a:moveTo>
                <a:lnTo>
                  <a:pt x="619125" y="2886075"/>
                </a:lnTo>
                <a:lnTo>
                  <a:pt x="619125" y="2895600"/>
                </a:lnTo>
                <a:lnTo>
                  <a:pt x="676275" y="2895600"/>
                </a:lnTo>
                <a:lnTo>
                  <a:pt x="676275" y="2905125"/>
                </a:lnTo>
                <a:lnTo>
                  <a:pt x="657225" y="2905125"/>
                </a:lnTo>
                <a:lnTo>
                  <a:pt x="657225" y="2914650"/>
                </a:lnTo>
                <a:lnTo>
                  <a:pt x="647700" y="2914650"/>
                </a:lnTo>
                <a:lnTo>
                  <a:pt x="647700" y="2905125"/>
                </a:lnTo>
                <a:lnTo>
                  <a:pt x="628650" y="2905125"/>
                </a:lnTo>
                <a:lnTo>
                  <a:pt x="628650" y="2914650"/>
                </a:lnTo>
                <a:lnTo>
                  <a:pt x="647700" y="2914650"/>
                </a:lnTo>
                <a:lnTo>
                  <a:pt x="647700" y="2933700"/>
                </a:lnTo>
                <a:lnTo>
                  <a:pt x="619125" y="2933700"/>
                </a:lnTo>
                <a:lnTo>
                  <a:pt x="619125" y="2914650"/>
                </a:lnTo>
                <a:lnTo>
                  <a:pt x="609600" y="2914650"/>
                </a:lnTo>
                <a:lnTo>
                  <a:pt x="609600" y="2943225"/>
                </a:lnTo>
                <a:lnTo>
                  <a:pt x="600075" y="2943225"/>
                </a:lnTo>
                <a:lnTo>
                  <a:pt x="600075" y="2924175"/>
                </a:lnTo>
                <a:lnTo>
                  <a:pt x="590550" y="2924175"/>
                </a:lnTo>
                <a:lnTo>
                  <a:pt x="590550" y="2905125"/>
                </a:lnTo>
                <a:lnTo>
                  <a:pt x="600075" y="2905125"/>
                </a:lnTo>
                <a:lnTo>
                  <a:pt x="600075" y="2895600"/>
                </a:lnTo>
                <a:lnTo>
                  <a:pt x="609600" y="2895600"/>
                </a:lnTo>
                <a:close/>
                <a:moveTo>
                  <a:pt x="933450" y="2886075"/>
                </a:moveTo>
                <a:lnTo>
                  <a:pt x="942975" y="2886075"/>
                </a:lnTo>
                <a:lnTo>
                  <a:pt x="942975" y="2905125"/>
                </a:lnTo>
                <a:lnTo>
                  <a:pt x="933450" y="2905125"/>
                </a:lnTo>
                <a:close/>
                <a:moveTo>
                  <a:pt x="1647825" y="2886075"/>
                </a:moveTo>
                <a:lnTo>
                  <a:pt x="1676400" y="2886075"/>
                </a:lnTo>
                <a:lnTo>
                  <a:pt x="1676400" y="2895600"/>
                </a:lnTo>
                <a:lnTo>
                  <a:pt x="1647825" y="2895600"/>
                </a:lnTo>
                <a:close/>
                <a:moveTo>
                  <a:pt x="723900" y="2895600"/>
                </a:moveTo>
                <a:lnTo>
                  <a:pt x="733425" y="2895600"/>
                </a:lnTo>
                <a:lnTo>
                  <a:pt x="733425" y="2924175"/>
                </a:lnTo>
                <a:lnTo>
                  <a:pt x="723900" y="2924175"/>
                </a:lnTo>
                <a:lnTo>
                  <a:pt x="723900" y="2933700"/>
                </a:lnTo>
                <a:lnTo>
                  <a:pt x="714375" y="2933700"/>
                </a:lnTo>
                <a:lnTo>
                  <a:pt x="714375" y="2905125"/>
                </a:lnTo>
                <a:lnTo>
                  <a:pt x="723900" y="2905125"/>
                </a:lnTo>
                <a:close/>
                <a:moveTo>
                  <a:pt x="819150" y="2895600"/>
                </a:moveTo>
                <a:lnTo>
                  <a:pt x="838200" y="2895600"/>
                </a:lnTo>
                <a:lnTo>
                  <a:pt x="838200" y="2914650"/>
                </a:lnTo>
                <a:lnTo>
                  <a:pt x="819150" y="2914650"/>
                </a:lnTo>
                <a:close/>
                <a:moveTo>
                  <a:pt x="1047750" y="2895600"/>
                </a:moveTo>
                <a:lnTo>
                  <a:pt x="1066800" y="2895600"/>
                </a:lnTo>
                <a:lnTo>
                  <a:pt x="1066800" y="2905125"/>
                </a:lnTo>
                <a:lnTo>
                  <a:pt x="1057275" y="2905125"/>
                </a:lnTo>
                <a:lnTo>
                  <a:pt x="1057275" y="2914650"/>
                </a:lnTo>
                <a:lnTo>
                  <a:pt x="1066800" y="2914650"/>
                </a:lnTo>
                <a:lnTo>
                  <a:pt x="1066800" y="2924175"/>
                </a:lnTo>
                <a:lnTo>
                  <a:pt x="1019175" y="2924175"/>
                </a:lnTo>
                <a:lnTo>
                  <a:pt x="1019175" y="2914650"/>
                </a:lnTo>
                <a:lnTo>
                  <a:pt x="1047750" y="2914650"/>
                </a:lnTo>
                <a:close/>
                <a:moveTo>
                  <a:pt x="1123950" y="2895600"/>
                </a:moveTo>
                <a:lnTo>
                  <a:pt x="1133475" y="2895600"/>
                </a:lnTo>
                <a:lnTo>
                  <a:pt x="1133475" y="2905125"/>
                </a:lnTo>
                <a:lnTo>
                  <a:pt x="1123950" y="2905125"/>
                </a:lnTo>
                <a:close/>
                <a:moveTo>
                  <a:pt x="1209675" y="2895600"/>
                </a:moveTo>
                <a:lnTo>
                  <a:pt x="1247775" y="2895600"/>
                </a:lnTo>
                <a:lnTo>
                  <a:pt x="1247775" y="2905125"/>
                </a:lnTo>
                <a:lnTo>
                  <a:pt x="1238250" y="2905125"/>
                </a:lnTo>
                <a:lnTo>
                  <a:pt x="1238250" y="2971800"/>
                </a:lnTo>
                <a:lnTo>
                  <a:pt x="1247775" y="2971800"/>
                </a:lnTo>
                <a:lnTo>
                  <a:pt x="1247775" y="2981325"/>
                </a:lnTo>
                <a:lnTo>
                  <a:pt x="1238250" y="2981325"/>
                </a:lnTo>
                <a:lnTo>
                  <a:pt x="1238250" y="2990850"/>
                </a:lnTo>
                <a:lnTo>
                  <a:pt x="1228725" y="2990850"/>
                </a:lnTo>
                <a:lnTo>
                  <a:pt x="1228725" y="3000375"/>
                </a:lnTo>
                <a:lnTo>
                  <a:pt x="1209675" y="3000375"/>
                </a:lnTo>
                <a:lnTo>
                  <a:pt x="1209675" y="2981325"/>
                </a:lnTo>
                <a:lnTo>
                  <a:pt x="1228725" y="2981325"/>
                </a:lnTo>
                <a:lnTo>
                  <a:pt x="1228725" y="2952750"/>
                </a:lnTo>
                <a:lnTo>
                  <a:pt x="1219200" y="2952750"/>
                </a:lnTo>
                <a:lnTo>
                  <a:pt x="1219200" y="2971800"/>
                </a:lnTo>
                <a:lnTo>
                  <a:pt x="1209675" y="2971800"/>
                </a:lnTo>
                <a:lnTo>
                  <a:pt x="1209675" y="2962275"/>
                </a:lnTo>
                <a:lnTo>
                  <a:pt x="1200150" y="2962275"/>
                </a:lnTo>
                <a:lnTo>
                  <a:pt x="1200150" y="2943225"/>
                </a:lnTo>
                <a:lnTo>
                  <a:pt x="1190625" y="2943225"/>
                </a:lnTo>
                <a:lnTo>
                  <a:pt x="1190625" y="2962275"/>
                </a:lnTo>
                <a:lnTo>
                  <a:pt x="1200150" y="2962275"/>
                </a:lnTo>
                <a:lnTo>
                  <a:pt x="1200150" y="2971800"/>
                </a:lnTo>
                <a:lnTo>
                  <a:pt x="1190625" y="2971800"/>
                </a:lnTo>
                <a:lnTo>
                  <a:pt x="1190625" y="2981325"/>
                </a:lnTo>
                <a:lnTo>
                  <a:pt x="1162050" y="2981325"/>
                </a:lnTo>
                <a:lnTo>
                  <a:pt x="1162050" y="2924175"/>
                </a:lnTo>
                <a:lnTo>
                  <a:pt x="1143000" y="2924175"/>
                </a:lnTo>
                <a:lnTo>
                  <a:pt x="1143000" y="2914650"/>
                </a:lnTo>
                <a:lnTo>
                  <a:pt x="1162050" y="2914650"/>
                </a:lnTo>
                <a:lnTo>
                  <a:pt x="1162050" y="2924175"/>
                </a:lnTo>
                <a:lnTo>
                  <a:pt x="1171575" y="2924175"/>
                </a:lnTo>
                <a:lnTo>
                  <a:pt x="1171575" y="2933700"/>
                </a:lnTo>
                <a:lnTo>
                  <a:pt x="1181100" y="2933700"/>
                </a:lnTo>
                <a:lnTo>
                  <a:pt x="1181100" y="2924175"/>
                </a:lnTo>
                <a:lnTo>
                  <a:pt x="1190625" y="2924175"/>
                </a:lnTo>
                <a:lnTo>
                  <a:pt x="1190625" y="2933700"/>
                </a:lnTo>
                <a:lnTo>
                  <a:pt x="1200150" y="2933700"/>
                </a:lnTo>
                <a:lnTo>
                  <a:pt x="1200150" y="2943225"/>
                </a:lnTo>
                <a:lnTo>
                  <a:pt x="1209675" y="2943225"/>
                </a:lnTo>
                <a:close/>
                <a:moveTo>
                  <a:pt x="1676400" y="2895600"/>
                </a:moveTo>
                <a:lnTo>
                  <a:pt x="1685925" y="2895600"/>
                </a:lnTo>
                <a:lnTo>
                  <a:pt x="1685925" y="2914650"/>
                </a:lnTo>
                <a:lnTo>
                  <a:pt x="1676400" y="2914650"/>
                </a:lnTo>
                <a:close/>
                <a:moveTo>
                  <a:pt x="400050" y="2905125"/>
                </a:moveTo>
                <a:lnTo>
                  <a:pt x="419100" y="2905125"/>
                </a:lnTo>
                <a:lnTo>
                  <a:pt x="419100" y="2914650"/>
                </a:lnTo>
                <a:lnTo>
                  <a:pt x="400050" y="2914650"/>
                </a:lnTo>
                <a:close/>
                <a:moveTo>
                  <a:pt x="542925" y="2905125"/>
                </a:moveTo>
                <a:lnTo>
                  <a:pt x="552450" y="2905125"/>
                </a:lnTo>
                <a:lnTo>
                  <a:pt x="552450" y="2914650"/>
                </a:lnTo>
                <a:lnTo>
                  <a:pt x="542925" y="2914650"/>
                </a:lnTo>
                <a:close/>
                <a:moveTo>
                  <a:pt x="857250" y="2905125"/>
                </a:moveTo>
                <a:lnTo>
                  <a:pt x="914400" y="2905125"/>
                </a:lnTo>
                <a:lnTo>
                  <a:pt x="914400" y="2933700"/>
                </a:lnTo>
                <a:lnTo>
                  <a:pt x="904875" y="2933700"/>
                </a:lnTo>
                <a:lnTo>
                  <a:pt x="904875" y="2914650"/>
                </a:lnTo>
                <a:lnTo>
                  <a:pt x="885825" y="2914650"/>
                </a:lnTo>
                <a:lnTo>
                  <a:pt x="885825" y="2924175"/>
                </a:lnTo>
                <a:lnTo>
                  <a:pt x="857250" y="2924175"/>
                </a:lnTo>
                <a:close/>
                <a:moveTo>
                  <a:pt x="1304925" y="2905125"/>
                </a:moveTo>
                <a:lnTo>
                  <a:pt x="1314450" y="2905125"/>
                </a:lnTo>
                <a:lnTo>
                  <a:pt x="1314450" y="2914650"/>
                </a:lnTo>
                <a:lnTo>
                  <a:pt x="1304925" y="2914650"/>
                </a:lnTo>
                <a:close/>
                <a:moveTo>
                  <a:pt x="1438275" y="2905125"/>
                </a:moveTo>
                <a:lnTo>
                  <a:pt x="1447800" y="2905125"/>
                </a:lnTo>
                <a:lnTo>
                  <a:pt x="1447800" y="2914650"/>
                </a:lnTo>
                <a:lnTo>
                  <a:pt x="1438275" y="2914650"/>
                </a:lnTo>
                <a:close/>
                <a:moveTo>
                  <a:pt x="923925" y="2914650"/>
                </a:moveTo>
                <a:lnTo>
                  <a:pt x="933450" y="2914650"/>
                </a:lnTo>
                <a:lnTo>
                  <a:pt x="933450" y="2933700"/>
                </a:lnTo>
                <a:lnTo>
                  <a:pt x="923925" y="2933700"/>
                </a:lnTo>
                <a:close/>
                <a:moveTo>
                  <a:pt x="1076325" y="2914650"/>
                </a:moveTo>
                <a:lnTo>
                  <a:pt x="1095375" y="2914650"/>
                </a:lnTo>
                <a:lnTo>
                  <a:pt x="1095375" y="2943225"/>
                </a:lnTo>
                <a:lnTo>
                  <a:pt x="1085850" y="2943225"/>
                </a:lnTo>
                <a:lnTo>
                  <a:pt x="1085850" y="2933700"/>
                </a:lnTo>
                <a:lnTo>
                  <a:pt x="1076325" y="2933700"/>
                </a:lnTo>
                <a:close/>
                <a:moveTo>
                  <a:pt x="1323975" y="2914650"/>
                </a:moveTo>
                <a:lnTo>
                  <a:pt x="1333500" y="2914650"/>
                </a:lnTo>
                <a:lnTo>
                  <a:pt x="1333500" y="2924175"/>
                </a:lnTo>
                <a:lnTo>
                  <a:pt x="1323975" y="2924175"/>
                </a:lnTo>
                <a:close/>
                <a:moveTo>
                  <a:pt x="1428750" y="2914650"/>
                </a:moveTo>
                <a:lnTo>
                  <a:pt x="1438275" y="2914650"/>
                </a:lnTo>
                <a:lnTo>
                  <a:pt x="1438275" y="2924175"/>
                </a:lnTo>
                <a:lnTo>
                  <a:pt x="1428750" y="2924175"/>
                </a:lnTo>
                <a:close/>
                <a:moveTo>
                  <a:pt x="1695450" y="2914650"/>
                </a:moveTo>
                <a:lnTo>
                  <a:pt x="1704975" y="2914650"/>
                </a:lnTo>
                <a:lnTo>
                  <a:pt x="1704975" y="2933700"/>
                </a:lnTo>
                <a:lnTo>
                  <a:pt x="1685925" y="2933700"/>
                </a:lnTo>
                <a:lnTo>
                  <a:pt x="1685925" y="2924175"/>
                </a:lnTo>
                <a:lnTo>
                  <a:pt x="1695450" y="2924175"/>
                </a:lnTo>
                <a:close/>
                <a:moveTo>
                  <a:pt x="733425" y="2924175"/>
                </a:moveTo>
                <a:lnTo>
                  <a:pt x="742950" y="2924175"/>
                </a:lnTo>
                <a:lnTo>
                  <a:pt x="742950" y="2943225"/>
                </a:lnTo>
                <a:lnTo>
                  <a:pt x="733425" y="2943225"/>
                </a:lnTo>
                <a:close/>
                <a:moveTo>
                  <a:pt x="1114425" y="2924175"/>
                </a:moveTo>
                <a:lnTo>
                  <a:pt x="1143000" y="2924175"/>
                </a:lnTo>
                <a:lnTo>
                  <a:pt x="1143000" y="2933700"/>
                </a:lnTo>
                <a:lnTo>
                  <a:pt x="1114425" y="2933700"/>
                </a:lnTo>
                <a:close/>
                <a:moveTo>
                  <a:pt x="1066800" y="2933700"/>
                </a:moveTo>
                <a:lnTo>
                  <a:pt x="1076325" y="2933700"/>
                </a:lnTo>
                <a:lnTo>
                  <a:pt x="1076325" y="2943225"/>
                </a:lnTo>
                <a:lnTo>
                  <a:pt x="1066800" y="2943225"/>
                </a:lnTo>
                <a:close/>
                <a:moveTo>
                  <a:pt x="1219200" y="2933700"/>
                </a:moveTo>
                <a:lnTo>
                  <a:pt x="1228725" y="2933700"/>
                </a:lnTo>
                <a:lnTo>
                  <a:pt x="1228725" y="2905125"/>
                </a:lnTo>
                <a:lnTo>
                  <a:pt x="1219200" y="2905125"/>
                </a:lnTo>
                <a:close/>
                <a:moveTo>
                  <a:pt x="1485900" y="2933700"/>
                </a:moveTo>
                <a:lnTo>
                  <a:pt x="1495425" y="2933700"/>
                </a:lnTo>
                <a:lnTo>
                  <a:pt x="1495425" y="2962275"/>
                </a:lnTo>
                <a:lnTo>
                  <a:pt x="1485900" y="2962275"/>
                </a:lnTo>
                <a:lnTo>
                  <a:pt x="1485900" y="2952750"/>
                </a:lnTo>
                <a:lnTo>
                  <a:pt x="1476375" y="2952750"/>
                </a:lnTo>
                <a:lnTo>
                  <a:pt x="1476375" y="2962275"/>
                </a:lnTo>
                <a:lnTo>
                  <a:pt x="1466850" y="2962275"/>
                </a:lnTo>
                <a:lnTo>
                  <a:pt x="1466850" y="2943225"/>
                </a:lnTo>
                <a:lnTo>
                  <a:pt x="1485900" y="2943225"/>
                </a:lnTo>
                <a:close/>
                <a:moveTo>
                  <a:pt x="742950" y="2943225"/>
                </a:moveTo>
                <a:lnTo>
                  <a:pt x="762000" y="2943225"/>
                </a:lnTo>
                <a:lnTo>
                  <a:pt x="762000" y="2952750"/>
                </a:lnTo>
                <a:lnTo>
                  <a:pt x="771525" y="2952750"/>
                </a:lnTo>
                <a:lnTo>
                  <a:pt x="771525" y="3000375"/>
                </a:lnTo>
                <a:lnTo>
                  <a:pt x="752475" y="3000375"/>
                </a:lnTo>
                <a:lnTo>
                  <a:pt x="752475" y="2981325"/>
                </a:lnTo>
                <a:lnTo>
                  <a:pt x="742950" y="2981325"/>
                </a:lnTo>
                <a:close/>
                <a:moveTo>
                  <a:pt x="828675" y="2943225"/>
                </a:moveTo>
                <a:lnTo>
                  <a:pt x="847725" y="2943225"/>
                </a:lnTo>
                <a:lnTo>
                  <a:pt x="847725" y="2952750"/>
                </a:lnTo>
                <a:lnTo>
                  <a:pt x="828675" y="2952750"/>
                </a:lnTo>
                <a:close/>
                <a:moveTo>
                  <a:pt x="933450" y="2943225"/>
                </a:moveTo>
                <a:lnTo>
                  <a:pt x="952500" y="2943225"/>
                </a:lnTo>
                <a:lnTo>
                  <a:pt x="952500" y="2952750"/>
                </a:lnTo>
                <a:lnTo>
                  <a:pt x="971550" y="2952750"/>
                </a:lnTo>
                <a:lnTo>
                  <a:pt x="971550" y="2962275"/>
                </a:lnTo>
                <a:lnTo>
                  <a:pt x="981075" y="2962275"/>
                </a:lnTo>
                <a:lnTo>
                  <a:pt x="981075" y="2971800"/>
                </a:lnTo>
                <a:lnTo>
                  <a:pt x="1000125" y="2971800"/>
                </a:lnTo>
                <a:lnTo>
                  <a:pt x="1000125" y="2981325"/>
                </a:lnTo>
                <a:lnTo>
                  <a:pt x="971550" y="2981325"/>
                </a:lnTo>
                <a:lnTo>
                  <a:pt x="971550" y="2971800"/>
                </a:lnTo>
                <a:lnTo>
                  <a:pt x="952500" y="2971800"/>
                </a:lnTo>
                <a:lnTo>
                  <a:pt x="952500" y="2962275"/>
                </a:lnTo>
                <a:lnTo>
                  <a:pt x="933450" y="2962275"/>
                </a:lnTo>
                <a:lnTo>
                  <a:pt x="933450" y="2971800"/>
                </a:lnTo>
                <a:lnTo>
                  <a:pt x="904875" y="2971800"/>
                </a:lnTo>
                <a:lnTo>
                  <a:pt x="904875" y="2962275"/>
                </a:lnTo>
                <a:lnTo>
                  <a:pt x="914400" y="2962275"/>
                </a:lnTo>
                <a:lnTo>
                  <a:pt x="914400" y="2952750"/>
                </a:lnTo>
                <a:lnTo>
                  <a:pt x="933450" y="2952750"/>
                </a:lnTo>
                <a:close/>
                <a:moveTo>
                  <a:pt x="1276350" y="2943225"/>
                </a:moveTo>
                <a:lnTo>
                  <a:pt x="1295400" y="2943225"/>
                </a:lnTo>
                <a:lnTo>
                  <a:pt x="1295400" y="2952750"/>
                </a:lnTo>
                <a:lnTo>
                  <a:pt x="1314450" y="2952750"/>
                </a:lnTo>
                <a:lnTo>
                  <a:pt x="1314450" y="2962275"/>
                </a:lnTo>
                <a:lnTo>
                  <a:pt x="1343025" y="2962275"/>
                </a:lnTo>
                <a:lnTo>
                  <a:pt x="1343025" y="2943225"/>
                </a:lnTo>
                <a:lnTo>
                  <a:pt x="1352550" y="2943225"/>
                </a:lnTo>
                <a:lnTo>
                  <a:pt x="1352550" y="3000375"/>
                </a:lnTo>
                <a:lnTo>
                  <a:pt x="1323975" y="3000375"/>
                </a:lnTo>
                <a:lnTo>
                  <a:pt x="1323975" y="2990850"/>
                </a:lnTo>
                <a:lnTo>
                  <a:pt x="1304925" y="2990850"/>
                </a:lnTo>
                <a:lnTo>
                  <a:pt x="1304925" y="2981325"/>
                </a:lnTo>
                <a:lnTo>
                  <a:pt x="1285875" y="2981325"/>
                </a:lnTo>
                <a:lnTo>
                  <a:pt x="1285875" y="2971800"/>
                </a:lnTo>
                <a:lnTo>
                  <a:pt x="1276350" y="2971800"/>
                </a:lnTo>
                <a:close/>
                <a:moveTo>
                  <a:pt x="1685925" y="2943225"/>
                </a:moveTo>
                <a:lnTo>
                  <a:pt x="1704975" y="2943225"/>
                </a:lnTo>
                <a:lnTo>
                  <a:pt x="1704975" y="2952750"/>
                </a:lnTo>
                <a:lnTo>
                  <a:pt x="1685925" y="2952750"/>
                </a:lnTo>
                <a:close/>
                <a:moveTo>
                  <a:pt x="209550" y="2952750"/>
                </a:moveTo>
                <a:lnTo>
                  <a:pt x="219075" y="2952750"/>
                </a:lnTo>
                <a:lnTo>
                  <a:pt x="219075" y="2962275"/>
                </a:lnTo>
                <a:lnTo>
                  <a:pt x="209550" y="2962275"/>
                </a:lnTo>
                <a:close/>
                <a:moveTo>
                  <a:pt x="400050" y="2952750"/>
                </a:moveTo>
                <a:lnTo>
                  <a:pt x="409575" y="2952750"/>
                </a:lnTo>
                <a:lnTo>
                  <a:pt x="409575" y="2962275"/>
                </a:lnTo>
                <a:lnTo>
                  <a:pt x="428625" y="2962275"/>
                </a:lnTo>
                <a:lnTo>
                  <a:pt x="428625" y="2971800"/>
                </a:lnTo>
                <a:lnTo>
                  <a:pt x="400050" y="2971800"/>
                </a:lnTo>
                <a:close/>
                <a:moveTo>
                  <a:pt x="857250" y="2952750"/>
                </a:moveTo>
                <a:lnTo>
                  <a:pt x="866775" y="2952750"/>
                </a:lnTo>
                <a:lnTo>
                  <a:pt x="866775" y="2962275"/>
                </a:lnTo>
                <a:lnTo>
                  <a:pt x="885825" y="2962275"/>
                </a:lnTo>
                <a:lnTo>
                  <a:pt x="885825" y="2971800"/>
                </a:lnTo>
                <a:lnTo>
                  <a:pt x="866775" y="2971800"/>
                </a:lnTo>
                <a:lnTo>
                  <a:pt x="866775" y="2990850"/>
                </a:lnTo>
                <a:lnTo>
                  <a:pt x="857250" y="2990850"/>
                </a:lnTo>
                <a:lnTo>
                  <a:pt x="857250" y="2981325"/>
                </a:lnTo>
                <a:lnTo>
                  <a:pt x="847725" y="2981325"/>
                </a:lnTo>
                <a:lnTo>
                  <a:pt x="847725" y="2971800"/>
                </a:lnTo>
                <a:lnTo>
                  <a:pt x="857250" y="2971800"/>
                </a:lnTo>
                <a:close/>
                <a:moveTo>
                  <a:pt x="1390650" y="2952750"/>
                </a:moveTo>
                <a:lnTo>
                  <a:pt x="1419225" y="2952750"/>
                </a:lnTo>
                <a:lnTo>
                  <a:pt x="1419225" y="2971800"/>
                </a:lnTo>
                <a:lnTo>
                  <a:pt x="1390650" y="2971800"/>
                </a:lnTo>
                <a:close/>
                <a:moveTo>
                  <a:pt x="333375" y="2962275"/>
                </a:moveTo>
                <a:lnTo>
                  <a:pt x="342900" y="2962275"/>
                </a:lnTo>
                <a:lnTo>
                  <a:pt x="342900" y="2971800"/>
                </a:lnTo>
                <a:lnTo>
                  <a:pt x="333375" y="2971800"/>
                </a:lnTo>
                <a:close/>
                <a:moveTo>
                  <a:pt x="371475" y="2962275"/>
                </a:moveTo>
                <a:lnTo>
                  <a:pt x="390525" y="2962275"/>
                </a:lnTo>
                <a:lnTo>
                  <a:pt x="390525" y="2971800"/>
                </a:lnTo>
                <a:lnTo>
                  <a:pt x="371475" y="2971800"/>
                </a:lnTo>
                <a:close/>
                <a:moveTo>
                  <a:pt x="1666875" y="2962275"/>
                </a:moveTo>
                <a:lnTo>
                  <a:pt x="1676400" y="2962275"/>
                </a:lnTo>
                <a:lnTo>
                  <a:pt x="1676400" y="2971800"/>
                </a:lnTo>
                <a:lnTo>
                  <a:pt x="1666875" y="2971800"/>
                </a:lnTo>
                <a:close/>
                <a:moveTo>
                  <a:pt x="295275" y="2971800"/>
                </a:moveTo>
                <a:lnTo>
                  <a:pt x="304800" y="2971800"/>
                </a:lnTo>
                <a:lnTo>
                  <a:pt x="304800" y="2981325"/>
                </a:lnTo>
                <a:lnTo>
                  <a:pt x="295275" y="2981325"/>
                </a:lnTo>
                <a:close/>
                <a:moveTo>
                  <a:pt x="323850" y="2971800"/>
                </a:moveTo>
                <a:lnTo>
                  <a:pt x="333375" y="2971800"/>
                </a:lnTo>
                <a:lnTo>
                  <a:pt x="333375" y="2981325"/>
                </a:lnTo>
                <a:lnTo>
                  <a:pt x="323850" y="2981325"/>
                </a:lnTo>
                <a:close/>
                <a:moveTo>
                  <a:pt x="495300" y="2971800"/>
                </a:moveTo>
                <a:lnTo>
                  <a:pt x="504825" y="2971800"/>
                </a:lnTo>
                <a:lnTo>
                  <a:pt x="504825" y="2981325"/>
                </a:lnTo>
                <a:lnTo>
                  <a:pt x="495300" y="2981325"/>
                </a:lnTo>
                <a:close/>
                <a:moveTo>
                  <a:pt x="638175" y="2971800"/>
                </a:moveTo>
                <a:lnTo>
                  <a:pt x="657225" y="2971800"/>
                </a:lnTo>
                <a:lnTo>
                  <a:pt x="657225" y="2990850"/>
                </a:lnTo>
                <a:lnTo>
                  <a:pt x="628650" y="2990850"/>
                </a:lnTo>
                <a:lnTo>
                  <a:pt x="628650" y="2981325"/>
                </a:lnTo>
                <a:lnTo>
                  <a:pt x="638175" y="2981325"/>
                </a:lnTo>
                <a:close/>
                <a:moveTo>
                  <a:pt x="1038225" y="2971800"/>
                </a:moveTo>
                <a:lnTo>
                  <a:pt x="1047750" y="2971800"/>
                </a:lnTo>
                <a:lnTo>
                  <a:pt x="1047750" y="2981325"/>
                </a:lnTo>
                <a:lnTo>
                  <a:pt x="1038225" y="2981325"/>
                </a:lnTo>
                <a:close/>
                <a:moveTo>
                  <a:pt x="1114425" y="2971800"/>
                </a:moveTo>
                <a:lnTo>
                  <a:pt x="1143000" y="2971800"/>
                </a:lnTo>
                <a:lnTo>
                  <a:pt x="1143000" y="2990850"/>
                </a:lnTo>
                <a:lnTo>
                  <a:pt x="1133475" y="2990850"/>
                </a:lnTo>
                <a:lnTo>
                  <a:pt x="1133475" y="2981325"/>
                </a:lnTo>
                <a:lnTo>
                  <a:pt x="1114425" y="2981325"/>
                </a:lnTo>
                <a:close/>
                <a:moveTo>
                  <a:pt x="1657350" y="2971800"/>
                </a:moveTo>
                <a:lnTo>
                  <a:pt x="1666875" y="2971800"/>
                </a:lnTo>
                <a:lnTo>
                  <a:pt x="1666875" y="2990850"/>
                </a:lnTo>
                <a:lnTo>
                  <a:pt x="1647825" y="2990850"/>
                </a:lnTo>
                <a:lnTo>
                  <a:pt x="1647825" y="2981325"/>
                </a:lnTo>
                <a:lnTo>
                  <a:pt x="1657350" y="2981325"/>
                </a:lnTo>
                <a:close/>
                <a:moveTo>
                  <a:pt x="228600" y="2981325"/>
                </a:moveTo>
                <a:lnTo>
                  <a:pt x="238125" y="2981325"/>
                </a:lnTo>
                <a:lnTo>
                  <a:pt x="238125" y="2990850"/>
                </a:lnTo>
                <a:lnTo>
                  <a:pt x="228600" y="2990850"/>
                </a:lnTo>
                <a:close/>
                <a:moveTo>
                  <a:pt x="600075" y="2981325"/>
                </a:moveTo>
                <a:lnTo>
                  <a:pt x="619125" y="2981325"/>
                </a:lnTo>
                <a:lnTo>
                  <a:pt x="619125" y="2990850"/>
                </a:lnTo>
                <a:lnTo>
                  <a:pt x="600075" y="2990850"/>
                </a:lnTo>
                <a:close/>
                <a:moveTo>
                  <a:pt x="695325" y="2981325"/>
                </a:moveTo>
                <a:lnTo>
                  <a:pt x="714375" y="2981325"/>
                </a:lnTo>
                <a:lnTo>
                  <a:pt x="714375" y="2990850"/>
                </a:lnTo>
                <a:lnTo>
                  <a:pt x="695325" y="2990850"/>
                </a:lnTo>
                <a:close/>
                <a:moveTo>
                  <a:pt x="819150" y="2981325"/>
                </a:moveTo>
                <a:lnTo>
                  <a:pt x="828675" y="2981325"/>
                </a:lnTo>
                <a:lnTo>
                  <a:pt x="828675" y="2990850"/>
                </a:lnTo>
                <a:lnTo>
                  <a:pt x="819150" y="2990850"/>
                </a:lnTo>
                <a:close/>
                <a:moveTo>
                  <a:pt x="838200" y="2981325"/>
                </a:moveTo>
                <a:lnTo>
                  <a:pt x="847725" y="2981325"/>
                </a:lnTo>
                <a:lnTo>
                  <a:pt x="847725" y="2990850"/>
                </a:lnTo>
                <a:lnTo>
                  <a:pt x="838200" y="2990850"/>
                </a:lnTo>
                <a:close/>
                <a:moveTo>
                  <a:pt x="885825" y="2981325"/>
                </a:moveTo>
                <a:lnTo>
                  <a:pt x="904875" y="2981325"/>
                </a:lnTo>
                <a:lnTo>
                  <a:pt x="904875" y="2990850"/>
                </a:lnTo>
                <a:lnTo>
                  <a:pt x="885825" y="2990850"/>
                </a:lnTo>
                <a:close/>
                <a:moveTo>
                  <a:pt x="1019175" y="2981325"/>
                </a:moveTo>
                <a:lnTo>
                  <a:pt x="1028700" y="2981325"/>
                </a:lnTo>
                <a:lnTo>
                  <a:pt x="1028700" y="2990850"/>
                </a:lnTo>
                <a:lnTo>
                  <a:pt x="1019175" y="2990850"/>
                </a:lnTo>
                <a:close/>
                <a:moveTo>
                  <a:pt x="1066800" y="2981325"/>
                </a:moveTo>
                <a:lnTo>
                  <a:pt x="1095375" y="2981325"/>
                </a:lnTo>
                <a:lnTo>
                  <a:pt x="1095375" y="2990850"/>
                </a:lnTo>
                <a:lnTo>
                  <a:pt x="1066800" y="2990850"/>
                </a:lnTo>
                <a:close/>
                <a:moveTo>
                  <a:pt x="1247775" y="2981325"/>
                </a:moveTo>
                <a:lnTo>
                  <a:pt x="1257300" y="2981325"/>
                </a:lnTo>
                <a:lnTo>
                  <a:pt x="1257300" y="2990850"/>
                </a:lnTo>
                <a:lnTo>
                  <a:pt x="1247775" y="2990850"/>
                </a:lnTo>
                <a:close/>
                <a:moveTo>
                  <a:pt x="123825" y="3019425"/>
                </a:moveTo>
                <a:lnTo>
                  <a:pt x="133350" y="3019425"/>
                </a:lnTo>
                <a:lnTo>
                  <a:pt x="133350" y="3048000"/>
                </a:lnTo>
                <a:lnTo>
                  <a:pt x="123825" y="3048000"/>
                </a:lnTo>
                <a:lnTo>
                  <a:pt x="123825" y="3067050"/>
                </a:lnTo>
                <a:lnTo>
                  <a:pt x="114300" y="3067050"/>
                </a:lnTo>
                <a:lnTo>
                  <a:pt x="114300" y="3038475"/>
                </a:lnTo>
                <a:lnTo>
                  <a:pt x="123825" y="3038475"/>
                </a:lnTo>
                <a:close/>
                <a:moveTo>
                  <a:pt x="333375" y="3019425"/>
                </a:moveTo>
                <a:lnTo>
                  <a:pt x="352425" y="3019425"/>
                </a:lnTo>
                <a:lnTo>
                  <a:pt x="352425" y="3028950"/>
                </a:lnTo>
                <a:lnTo>
                  <a:pt x="333375" y="3028950"/>
                </a:lnTo>
                <a:close/>
                <a:moveTo>
                  <a:pt x="476250" y="3019425"/>
                </a:moveTo>
                <a:lnTo>
                  <a:pt x="485775" y="3019425"/>
                </a:lnTo>
                <a:lnTo>
                  <a:pt x="485775" y="3028950"/>
                </a:lnTo>
                <a:lnTo>
                  <a:pt x="476250" y="3028950"/>
                </a:lnTo>
                <a:close/>
                <a:moveTo>
                  <a:pt x="533400" y="3019425"/>
                </a:moveTo>
                <a:lnTo>
                  <a:pt x="542925" y="3019425"/>
                </a:lnTo>
                <a:lnTo>
                  <a:pt x="542925" y="3028950"/>
                </a:lnTo>
                <a:lnTo>
                  <a:pt x="533400" y="3028950"/>
                </a:lnTo>
                <a:close/>
                <a:moveTo>
                  <a:pt x="695325" y="3019425"/>
                </a:moveTo>
                <a:lnTo>
                  <a:pt x="704850" y="3019425"/>
                </a:lnTo>
                <a:lnTo>
                  <a:pt x="704850" y="3038475"/>
                </a:lnTo>
                <a:lnTo>
                  <a:pt x="685800" y="3038475"/>
                </a:lnTo>
                <a:lnTo>
                  <a:pt x="685800" y="3028950"/>
                </a:lnTo>
                <a:lnTo>
                  <a:pt x="695325" y="3028950"/>
                </a:lnTo>
                <a:close/>
                <a:moveTo>
                  <a:pt x="752475" y="3019425"/>
                </a:moveTo>
                <a:lnTo>
                  <a:pt x="781050" y="3019425"/>
                </a:lnTo>
                <a:lnTo>
                  <a:pt x="781050" y="3028950"/>
                </a:lnTo>
                <a:lnTo>
                  <a:pt x="762000" y="3028950"/>
                </a:lnTo>
                <a:lnTo>
                  <a:pt x="762000" y="3057525"/>
                </a:lnTo>
                <a:lnTo>
                  <a:pt x="771525" y="3057525"/>
                </a:lnTo>
                <a:lnTo>
                  <a:pt x="771525" y="3124200"/>
                </a:lnTo>
                <a:lnTo>
                  <a:pt x="762000" y="3124200"/>
                </a:lnTo>
                <a:lnTo>
                  <a:pt x="762000" y="3133725"/>
                </a:lnTo>
                <a:lnTo>
                  <a:pt x="733425" y="3133725"/>
                </a:lnTo>
                <a:lnTo>
                  <a:pt x="733425" y="3124200"/>
                </a:lnTo>
                <a:lnTo>
                  <a:pt x="742950" y="3124200"/>
                </a:lnTo>
                <a:lnTo>
                  <a:pt x="742950" y="3114675"/>
                </a:lnTo>
                <a:lnTo>
                  <a:pt x="723900" y="3114675"/>
                </a:lnTo>
                <a:lnTo>
                  <a:pt x="723900" y="3124200"/>
                </a:lnTo>
                <a:lnTo>
                  <a:pt x="695325" y="3124200"/>
                </a:lnTo>
                <a:lnTo>
                  <a:pt x="695325" y="3114675"/>
                </a:lnTo>
                <a:lnTo>
                  <a:pt x="704850" y="3114675"/>
                </a:lnTo>
                <a:lnTo>
                  <a:pt x="704850" y="3105150"/>
                </a:lnTo>
                <a:lnTo>
                  <a:pt x="723900" y="3105150"/>
                </a:lnTo>
                <a:lnTo>
                  <a:pt x="723900" y="3095625"/>
                </a:lnTo>
                <a:lnTo>
                  <a:pt x="714375" y="3095625"/>
                </a:lnTo>
                <a:lnTo>
                  <a:pt x="714375" y="3086100"/>
                </a:lnTo>
                <a:lnTo>
                  <a:pt x="723900" y="3086100"/>
                </a:lnTo>
                <a:lnTo>
                  <a:pt x="723900" y="3095625"/>
                </a:lnTo>
                <a:lnTo>
                  <a:pt x="762000" y="3095625"/>
                </a:lnTo>
                <a:lnTo>
                  <a:pt x="762000" y="3067050"/>
                </a:lnTo>
                <a:lnTo>
                  <a:pt x="742950" y="3067050"/>
                </a:lnTo>
                <a:lnTo>
                  <a:pt x="742950" y="3028950"/>
                </a:lnTo>
                <a:lnTo>
                  <a:pt x="752475" y="3028950"/>
                </a:lnTo>
                <a:close/>
                <a:moveTo>
                  <a:pt x="838200" y="3019425"/>
                </a:moveTo>
                <a:lnTo>
                  <a:pt x="847725" y="3019425"/>
                </a:lnTo>
                <a:lnTo>
                  <a:pt x="847725" y="3028950"/>
                </a:lnTo>
                <a:lnTo>
                  <a:pt x="838200" y="3028950"/>
                </a:lnTo>
                <a:close/>
                <a:moveTo>
                  <a:pt x="952500" y="3019425"/>
                </a:moveTo>
                <a:lnTo>
                  <a:pt x="962025" y="3019425"/>
                </a:lnTo>
                <a:lnTo>
                  <a:pt x="962025" y="3038475"/>
                </a:lnTo>
                <a:lnTo>
                  <a:pt x="952500" y="3038475"/>
                </a:lnTo>
                <a:close/>
                <a:moveTo>
                  <a:pt x="990600" y="3019425"/>
                </a:moveTo>
                <a:lnTo>
                  <a:pt x="1000125" y="3019425"/>
                </a:lnTo>
                <a:lnTo>
                  <a:pt x="1000125" y="3028950"/>
                </a:lnTo>
                <a:lnTo>
                  <a:pt x="990600" y="3028950"/>
                </a:lnTo>
                <a:close/>
                <a:moveTo>
                  <a:pt x="1019175" y="3019425"/>
                </a:moveTo>
                <a:lnTo>
                  <a:pt x="1066800" y="3019425"/>
                </a:lnTo>
                <a:lnTo>
                  <a:pt x="1066800" y="3028950"/>
                </a:lnTo>
                <a:lnTo>
                  <a:pt x="1057275" y="3028950"/>
                </a:lnTo>
                <a:lnTo>
                  <a:pt x="1057275" y="3038475"/>
                </a:lnTo>
                <a:lnTo>
                  <a:pt x="1038225" y="3038475"/>
                </a:lnTo>
                <a:lnTo>
                  <a:pt x="1038225" y="3028950"/>
                </a:lnTo>
                <a:lnTo>
                  <a:pt x="1028700" y="3028950"/>
                </a:lnTo>
                <a:lnTo>
                  <a:pt x="1028700" y="3038475"/>
                </a:lnTo>
                <a:lnTo>
                  <a:pt x="1000125" y="3038475"/>
                </a:lnTo>
                <a:lnTo>
                  <a:pt x="1000125" y="3028950"/>
                </a:lnTo>
                <a:lnTo>
                  <a:pt x="1019175" y="3028950"/>
                </a:lnTo>
                <a:close/>
                <a:moveTo>
                  <a:pt x="1095375" y="3019425"/>
                </a:moveTo>
                <a:lnTo>
                  <a:pt x="1123950" y="3019425"/>
                </a:lnTo>
                <a:lnTo>
                  <a:pt x="1123950" y="3028950"/>
                </a:lnTo>
                <a:lnTo>
                  <a:pt x="1095375" y="3028950"/>
                </a:lnTo>
                <a:close/>
                <a:moveTo>
                  <a:pt x="1152525" y="3019425"/>
                </a:moveTo>
                <a:lnTo>
                  <a:pt x="1162050" y="3019425"/>
                </a:lnTo>
                <a:lnTo>
                  <a:pt x="1162050" y="3028950"/>
                </a:lnTo>
                <a:lnTo>
                  <a:pt x="1152525" y="3028950"/>
                </a:lnTo>
                <a:close/>
                <a:moveTo>
                  <a:pt x="1181100" y="3019425"/>
                </a:moveTo>
                <a:lnTo>
                  <a:pt x="1247775" y="3019425"/>
                </a:lnTo>
                <a:lnTo>
                  <a:pt x="1247775" y="3028950"/>
                </a:lnTo>
                <a:lnTo>
                  <a:pt x="1257300" y="3028950"/>
                </a:lnTo>
                <a:lnTo>
                  <a:pt x="1257300" y="3038475"/>
                </a:lnTo>
                <a:lnTo>
                  <a:pt x="1238250" y="3038475"/>
                </a:lnTo>
                <a:lnTo>
                  <a:pt x="1238250" y="3028950"/>
                </a:lnTo>
                <a:lnTo>
                  <a:pt x="1181100" y="3028950"/>
                </a:lnTo>
                <a:close/>
                <a:moveTo>
                  <a:pt x="1276350" y="3019425"/>
                </a:moveTo>
                <a:lnTo>
                  <a:pt x="1285875" y="3019425"/>
                </a:lnTo>
                <a:lnTo>
                  <a:pt x="1285875" y="3028950"/>
                </a:lnTo>
                <a:lnTo>
                  <a:pt x="1276350" y="3028950"/>
                </a:lnTo>
                <a:close/>
                <a:moveTo>
                  <a:pt x="1314450" y="3019425"/>
                </a:moveTo>
                <a:lnTo>
                  <a:pt x="1323975" y="3019425"/>
                </a:lnTo>
                <a:lnTo>
                  <a:pt x="1323975" y="3028950"/>
                </a:lnTo>
                <a:lnTo>
                  <a:pt x="1352550" y="3028950"/>
                </a:lnTo>
                <a:lnTo>
                  <a:pt x="1352550" y="3038475"/>
                </a:lnTo>
                <a:lnTo>
                  <a:pt x="1314450" y="3038475"/>
                </a:lnTo>
                <a:close/>
                <a:moveTo>
                  <a:pt x="1381125" y="3019425"/>
                </a:moveTo>
                <a:lnTo>
                  <a:pt x="1390650" y="3019425"/>
                </a:lnTo>
                <a:lnTo>
                  <a:pt x="1390650" y="3028950"/>
                </a:lnTo>
                <a:lnTo>
                  <a:pt x="1381125" y="3028950"/>
                </a:lnTo>
                <a:close/>
                <a:moveTo>
                  <a:pt x="1600200" y="3019425"/>
                </a:moveTo>
                <a:lnTo>
                  <a:pt x="1647825" y="3019425"/>
                </a:lnTo>
                <a:lnTo>
                  <a:pt x="1647825" y="3028950"/>
                </a:lnTo>
                <a:lnTo>
                  <a:pt x="1600200" y="3028950"/>
                </a:lnTo>
                <a:close/>
                <a:moveTo>
                  <a:pt x="276225" y="3028950"/>
                </a:moveTo>
                <a:lnTo>
                  <a:pt x="285750" y="3028950"/>
                </a:lnTo>
                <a:lnTo>
                  <a:pt x="285750" y="3038475"/>
                </a:lnTo>
                <a:lnTo>
                  <a:pt x="276225" y="3038475"/>
                </a:lnTo>
                <a:close/>
                <a:moveTo>
                  <a:pt x="295275" y="3028950"/>
                </a:moveTo>
                <a:lnTo>
                  <a:pt x="304800" y="3028950"/>
                </a:lnTo>
                <a:lnTo>
                  <a:pt x="304800" y="3038475"/>
                </a:lnTo>
                <a:lnTo>
                  <a:pt x="295275" y="3038475"/>
                </a:lnTo>
                <a:close/>
                <a:moveTo>
                  <a:pt x="314325" y="3028950"/>
                </a:moveTo>
                <a:lnTo>
                  <a:pt x="333375" y="3028950"/>
                </a:lnTo>
                <a:lnTo>
                  <a:pt x="333375" y="3038475"/>
                </a:lnTo>
                <a:lnTo>
                  <a:pt x="314325" y="3038475"/>
                </a:lnTo>
                <a:close/>
                <a:moveTo>
                  <a:pt x="352425" y="3028950"/>
                </a:moveTo>
                <a:lnTo>
                  <a:pt x="361950" y="3028950"/>
                </a:lnTo>
                <a:lnTo>
                  <a:pt x="361950" y="3038475"/>
                </a:lnTo>
                <a:lnTo>
                  <a:pt x="352425" y="3038475"/>
                </a:lnTo>
                <a:close/>
                <a:moveTo>
                  <a:pt x="371475" y="3028950"/>
                </a:moveTo>
                <a:lnTo>
                  <a:pt x="381000" y="3028950"/>
                </a:lnTo>
                <a:lnTo>
                  <a:pt x="381000" y="3038475"/>
                </a:lnTo>
                <a:lnTo>
                  <a:pt x="371475" y="3038475"/>
                </a:lnTo>
                <a:close/>
                <a:moveTo>
                  <a:pt x="428625" y="3028950"/>
                </a:moveTo>
                <a:lnTo>
                  <a:pt x="438150" y="3028950"/>
                </a:lnTo>
                <a:lnTo>
                  <a:pt x="438150" y="3057525"/>
                </a:lnTo>
                <a:lnTo>
                  <a:pt x="466725" y="3057525"/>
                </a:lnTo>
                <a:lnTo>
                  <a:pt x="466725" y="3086100"/>
                </a:lnTo>
                <a:lnTo>
                  <a:pt x="457200" y="3086100"/>
                </a:lnTo>
                <a:lnTo>
                  <a:pt x="457200" y="3105150"/>
                </a:lnTo>
                <a:lnTo>
                  <a:pt x="466725" y="3105150"/>
                </a:lnTo>
                <a:lnTo>
                  <a:pt x="466725" y="3124200"/>
                </a:lnTo>
                <a:lnTo>
                  <a:pt x="400050" y="3124200"/>
                </a:lnTo>
                <a:lnTo>
                  <a:pt x="400050" y="3114675"/>
                </a:lnTo>
                <a:lnTo>
                  <a:pt x="428625" y="3114675"/>
                </a:lnTo>
                <a:lnTo>
                  <a:pt x="428625" y="3057525"/>
                </a:lnTo>
                <a:lnTo>
                  <a:pt x="419100" y="3057525"/>
                </a:lnTo>
                <a:lnTo>
                  <a:pt x="419100" y="3048000"/>
                </a:lnTo>
                <a:lnTo>
                  <a:pt x="428625" y="3048000"/>
                </a:lnTo>
                <a:close/>
                <a:moveTo>
                  <a:pt x="466725" y="3028950"/>
                </a:moveTo>
                <a:lnTo>
                  <a:pt x="476250" y="3028950"/>
                </a:lnTo>
                <a:lnTo>
                  <a:pt x="476250" y="3038475"/>
                </a:lnTo>
                <a:lnTo>
                  <a:pt x="466725" y="3038475"/>
                </a:lnTo>
                <a:close/>
                <a:moveTo>
                  <a:pt x="542925" y="3028950"/>
                </a:moveTo>
                <a:lnTo>
                  <a:pt x="561975" y="3028950"/>
                </a:lnTo>
                <a:lnTo>
                  <a:pt x="561975" y="3038475"/>
                </a:lnTo>
                <a:lnTo>
                  <a:pt x="542925" y="3038475"/>
                </a:lnTo>
                <a:close/>
                <a:moveTo>
                  <a:pt x="571500" y="3028950"/>
                </a:moveTo>
                <a:lnTo>
                  <a:pt x="581025" y="3028950"/>
                </a:lnTo>
                <a:lnTo>
                  <a:pt x="581025" y="3038475"/>
                </a:lnTo>
                <a:lnTo>
                  <a:pt x="571500" y="3038475"/>
                </a:lnTo>
                <a:close/>
                <a:moveTo>
                  <a:pt x="590550" y="3028950"/>
                </a:moveTo>
                <a:lnTo>
                  <a:pt x="600075" y="3028950"/>
                </a:lnTo>
                <a:lnTo>
                  <a:pt x="600075" y="3038475"/>
                </a:lnTo>
                <a:lnTo>
                  <a:pt x="590550" y="3038475"/>
                </a:lnTo>
                <a:close/>
                <a:moveTo>
                  <a:pt x="628650" y="3028950"/>
                </a:moveTo>
                <a:lnTo>
                  <a:pt x="647700" y="3028950"/>
                </a:lnTo>
                <a:lnTo>
                  <a:pt x="647700" y="3057525"/>
                </a:lnTo>
                <a:lnTo>
                  <a:pt x="638175" y="3057525"/>
                </a:lnTo>
                <a:lnTo>
                  <a:pt x="638175" y="3048000"/>
                </a:lnTo>
                <a:lnTo>
                  <a:pt x="628650" y="3048000"/>
                </a:lnTo>
                <a:close/>
                <a:moveTo>
                  <a:pt x="781050" y="3028950"/>
                </a:moveTo>
                <a:lnTo>
                  <a:pt x="828675" y="3028950"/>
                </a:lnTo>
                <a:lnTo>
                  <a:pt x="828675" y="3038475"/>
                </a:lnTo>
                <a:lnTo>
                  <a:pt x="819150" y="3038475"/>
                </a:lnTo>
                <a:lnTo>
                  <a:pt x="819150" y="3048000"/>
                </a:lnTo>
                <a:lnTo>
                  <a:pt x="809625" y="3048000"/>
                </a:lnTo>
                <a:lnTo>
                  <a:pt x="809625" y="3038475"/>
                </a:lnTo>
                <a:lnTo>
                  <a:pt x="781050" y="3038475"/>
                </a:lnTo>
                <a:close/>
                <a:moveTo>
                  <a:pt x="876300" y="3028950"/>
                </a:moveTo>
                <a:lnTo>
                  <a:pt x="914400" y="3028950"/>
                </a:lnTo>
                <a:lnTo>
                  <a:pt x="914400" y="3038475"/>
                </a:lnTo>
                <a:lnTo>
                  <a:pt x="895350" y="3038475"/>
                </a:lnTo>
                <a:lnTo>
                  <a:pt x="895350" y="3048000"/>
                </a:lnTo>
                <a:lnTo>
                  <a:pt x="885825" y="3048000"/>
                </a:lnTo>
                <a:lnTo>
                  <a:pt x="885825" y="3038475"/>
                </a:lnTo>
                <a:lnTo>
                  <a:pt x="876300" y="3038475"/>
                </a:lnTo>
                <a:close/>
                <a:moveTo>
                  <a:pt x="1390650" y="3028950"/>
                </a:moveTo>
                <a:lnTo>
                  <a:pt x="1400175" y="3028950"/>
                </a:lnTo>
                <a:lnTo>
                  <a:pt x="1400175" y="3048000"/>
                </a:lnTo>
                <a:lnTo>
                  <a:pt x="1390650" y="3048000"/>
                </a:lnTo>
                <a:close/>
                <a:moveTo>
                  <a:pt x="1562100" y="3028950"/>
                </a:moveTo>
                <a:lnTo>
                  <a:pt x="1571625" y="3028950"/>
                </a:lnTo>
                <a:lnTo>
                  <a:pt x="1571625" y="3038475"/>
                </a:lnTo>
                <a:lnTo>
                  <a:pt x="1562100" y="3038475"/>
                </a:lnTo>
                <a:close/>
                <a:moveTo>
                  <a:pt x="1657350" y="3028950"/>
                </a:moveTo>
                <a:lnTo>
                  <a:pt x="1666875" y="3028950"/>
                </a:lnTo>
                <a:lnTo>
                  <a:pt x="1666875" y="3038475"/>
                </a:lnTo>
                <a:lnTo>
                  <a:pt x="1657350" y="3038475"/>
                </a:lnTo>
                <a:close/>
                <a:moveTo>
                  <a:pt x="600075" y="3038475"/>
                </a:moveTo>
                <a:lnTo>
                  <a:pt x="609600" y="3038475"/>
                </a:lnTo>
                <a:lnTo>
                  <a:pt x="609600" y="3048000"/>
                </a:lnTo>
                <a:lnTo>
                  <a:pt x="600075" y="3048000"/>
                </a:lnTo>
                <a:close/>
                <a:moveTo>
                  <a:pt x="704850" y="3038475"/>
                </a:moveTo>
                <a:lnTo>
                  <a:pt x="714375" y="3038475"/>
                </a:lnTo>
                <a:lnTo>
                  <a:pt x="714375" y="3048000"/>
                </a:lnTo>
                <a:lnTo>
                  <a:pt x="704850" y="3048000"/>
                </a:lnTo>
                <a:close/>
                <a:moveTo>
                  <a:pt x="1514475" y="3038475"/>
                </a:moveTo>
                <a:lnTo>
                  <a:pt x="1524000" y="3038475"/>
                </a:lnTo>
                <a:lnTo>
                  <a:pt x="1524000" y="3057525"/>
                </a:lnTo>
                <a:lnTo>
                  <a:pt x="1514475" y="3057525"/>
                </a:lnTo>
                <a:close/>
                <a:moveTo>
                  <a:pt x="609600" y="3048000"/>
                </a:moveTo>
                <a:lnTo>
                  <a:pt x="619125" y="3048000"/>
                </a:lnTo>
                <a:lnTo>
                  <a:pt x="619125" y="3057525"/>
                </a:lnTo>
                <a:lnTo>
                  <a:pt x="609600" y="3057525"/>
                </a:lnTo>
                <a:close/>
                <a:moveTo>
                  <a:pt x="1695450" y="3048000"/>
                </a:moveTo>
                <a:lnTo>
                  <a:pt x="1704975" y="3048000"/>
                </a:lnTo>
                <a:lnTo>
                  <a:pt x="1704975" y="3057525"/>
                </a:lnTo>
                <a:lnTo>
                  <a:pt x="1695450" y="3057525"/>
                </a:lnTo>
                <a:close/>
                <a:moveTo>
                  <a:pt x="361950" y="3057525"/>
                </a:moveTo>
                <a:lnTo>
                  <a:pt x="371475" y="3057525"/>
                </a:lnTo>
                <a:lnTo>
                  <a:pt x="371475" y="3076575"/>
                </a:lnTo>
                <a:lnTo>
                  <a:pt x="361950" y="3076575"/>
                </a:lnTo>
                <a:close/>
                <a:moveTo>
                  <a:pt x="647700" y="3057525"/>
                </a:moveTo>
                <a:lnTo>
                  <a:pt x="676275" y="3057525"/>
                </a:lnTo>
                <a:lnTo>
                  <a:pt x="676275" y="3067050"/>
                </a:lnTo>
                <a:lnTo>
                  <a:pt x="695325" y="3067050"/>
                </a:lnTo>
                <a:lnTo>
                  <a:pt x="695325" y="3057525"/>
                </a:lnTo>
                <a:lnTo>
                  <a:pt x="723900" y="3057525"/>
                </a:lnTo>
                <a:lnTo>
                  <a:pt x="723900" y="3067050"/>
                </a:lnTo>
                <a:lnTo>
                  <a:pt x="695325" y="3067050"/>
                </a:lnTo>
                <a:lnTo>
                  <a:pt x="695325" y="3076575"/>
                </a:lnTo>
                <a:lnTo>
                  <a:pt x="676275" y="3076575"/>
                </a:lnTo>
                <a:lnTo>
                  <a:pt x="676275" y="3086100"/>
                </a:lnTo>
                <a:lnTo>
                  <a:pt x="666750" y="3086100"/>
                </a:lnTo>
                <a:lnTo>
                  <a:pt x="666750" y="3067050"/>
                </a:lnTo>
                <a:lnTo>
                  <a:pt x="647700" y="3067050"/>
                </a:lnTo>
                <a:close/>
                <a:moveTo>
                  <a:pt x="895350" y="3057525"/>
                </a:moveTo>
                <a:lnTo>
                  <a:pt x="914400" y="3057525"/>
                </a:lnTo>
                <a:lnTo>
                  <a:pt x="914400" y="3076575"/>
                </a:lnTo>
                <a:lnTo>
                  <a:pt x="895350" y="3076575"/>
                </a:lnTo>
                <a:close/>
                <a:moveTo>
                  <a:pt x="971550" y="3057525"/>
                </a:moveTo>
                <a:lnTo>
                  <a:pt x="981075" y="3057525"/>
                </a:lnTo>
                <a:lnTo>
                  <a:pt x="981075" y="3076575"/>
                </a:lnTo>
                <a:lnTo>
                  <a:pt x="971550" y="3076575"/>
                </a:lnTo>
                <a:close/>
                <a:moveTo>
                  <a:pt x="1304925" y="3057525"/>
                </a:moveTo>
                <a:lnTo>
                  <a:pt x="1323975" y="3057525"/>
                </a:lnTo>
                <a:lnTo>
                  <a:pt x="1323975" y="3067050"/>
                </a:lnTo>
                <a:lnTo>
                  <a:pt x="1304925" y="3067050"/>
                </a:lnTo>
                <a:close/>
                <a:moveTo>
                  <a:pt x="1400175" y="3057525"/>
                </a:moveTo>
                <a:lnTo>
                  <a:pt x="1409700" y="3057525"/>
                </a:lnTo>
                <a:lnTo>
                  <a:pt x="1409700" y="3067050"/>
                </a:lnTo>
                <a:lnTo>
                  <a:pt x="1400175" y="3067050"/>
                </a:lnTo>
                <a:close/>
                <a:moveTo>
                  <a:pt x="1676400" y="3057525"/>
                </a:moveTo>
                <a:lnTo>
                  <a:pt x="1685925" y="3057525"/>
                </a:lnTo>
                <a:lnTo>
                  <a:pt x="1685925" y="3067050"/>
                </a:lnTo>
                <a:lnTo>
                  <a:pt x="1695450" y="3067050"/>
                </a:lnTo>
                <a:lnTo>
                  <a:pt x="1695450" y="3086100"/>
                </a:lnTo>
                <a:lnTo>
                  <a:pt x="1685925" y="3086100"/>
                </a:lnTo>
                <a:lnTo>
                  <a:pt x="1685925" y="3095625"/>
                </a:lnTo>
                <a:lnTo>
                  <a:pt x="1676400" y="3095625"/>
                </a:lnTo>
                <a:close/>
                <a:moveTo>
                  <a:pt x="352425" y="3076575"/>
                </a:moveTo>
                <a:lnTo>
                  <a:pt x="361950" y="3076575"/>
                </a:lnTo>
                <a:lnTo>
                  <a:pt x="361950" y="3095625"/>
                </a:lnTo>
                <a:lnTo>
                  <a:pt x="352425" y="3095625"/>
                </a:lnTo>
                <a:lnTo>
                  <a:pt x="352425" y="3105150"/>
                </a:lnTo>
                <a:lnTo>
                  <a:pt x="342900" y="3105150"/>
                </a:lnTo>
                <a:lnTo>
                  <a:pt x="342900" y="3124200"/>
                </a:lnTo>
                <a:lnTo>
                  <a:pt x="333375" y="3124200"/>
                </a:lnTo>
                <a:lnTo>
                  <a:pt x="333375" y="3095625"/>
                </a:lnTo>
                <a:lnTo>
                  <a:pt x="342900" y="3095625"/>
                </a:lnTo>
                <a:lnTo>
                  <a:pt x="342900" y="3086100"/>
                </a:lnTo>
                <a:lnTo>
                  <a:pt x="352425" y="3086100"/>
                </a:lnTo>
                <a:close/>
                <a:moveTo>
                  <a:pt x="476250" y="3076575"/>
                </a:moveTo>
                <a:lnTo>
                  <a:pt x="504825" y="3076575"/>
                </a:lnTo>
                <a:lnTo>
                  <a:pt x="504825" y="3086100"/>
                </a:lnTo>
                <a:lnTo>
                  <a:pt x="514350" y="3086100"/>
                </a:lnTo>
                <a:lnTo>
                  <a:pt x="514350" y="3114675"/>
                </a:lnTo>
                <a:lnTo>
                  <a:pt x="485775" y="3114675"/>
                </a:lnTo>
                <a:lnTo>
                  <a:pt x="485775" y="3105150"/>
                </a:lnTo>
                <a:lnTo>
                  <a:pt x="495300" y="3105150"/>
                </a:lnTo>
                <a:lnTo>
                  <a:pt x="495300" y="3086100"/>
                </a:lnTo>
                <a:lnTo>
                  <a:pt x="476250" y="3086100"/>
                </a:lnTo>
                <a:close/>
                <a:moveTo>
                  <a:pt x="847725" y="3076575"/>
                </a:moveTo>
                <a:lnTo>
                  <a:pt x="857250" y="3076575"/>
                </a:lnTo>
                <a:lnTo>
                  <a:pt x="857250" y="3086100"/>
                </a:lnTo>
                <a:lnTo>
                  <a:pt x="847725" y="3086100"/>
                </a:lnTo>
                <a:close/>
                <a:moveTo>
                  <a:pt x="552450" y="3086100"/>
                </a:moveTo>
                <a:lnTo>
                  <a:pt x="561975" y="3086100"/>
                </a:lnTo>
                <a:lnTo>
                  <a:pt x="561975" y="3095625"/>
                </a:lnTo>
                <a:lnTo>
                  <a:pt x="581025" y="3095625"/>
                </a:lnTo>
                <a:lnTo>
                  <a:pt x="581025" y="3086100"/>
                </a:lnTo>
                <a:lnTo>
                  <a:pt x="600075" y="3086100"/>
                </a:lnTo>
                <a:lnTo>
                  <a:pt x="600075" y="3095625"/>
                </a:lnTo>
                <a:lnTo>
                  <a:pt x="647700" y="3095625"/>
                </a:lnTo>
                <a:lnTo>
                  <a:pt x="647700" y="3086100"/>
                </a:lnTo>
                <a:lnTo>
                  <a:pt x="657225" y="3086100"/>
                </a:lnTo>
                <a:lnTo>
                  <a:pt x="657225" y="3105150"/>
                </a:lnTo>
                <a:lnTo>
                  <a:pt x="666750" y="3105150"/>
                </a:lnTo>
                <a:lnTo>
                  <a:pt x="666750" y="3114675"/>
                </a:lnTo>
                <a:lnTo>
                  <a:pt x="676275" y="3114675"/>
                </a:lnTo>
                <a:lnTo>
                  <a:pt x="676275" y="3124200"/>
                </a:lnTo>
                <a:lnTo>
                  <a:pt x="609600" y="3124200"/>
                </a:lnTo>
                <a:lnTo>
                  <a:pt x="609600" y="3133725"/>
                </a:lnTo>
                <a:lnTo>
                  <a:pt x="600075" y="3133725"/>
                </a:lnTo>
                <a:lnTo>
                  <a:pt x="600075" y="3124200"/>
                </a:lnTo>
                <a:lnTo>
                  <a:pt x="581025" y="3124200"/>
                </a:lnTo>
                <a:lnTo>
                  <a:pt x="581025" y="3114675"/>
                </a:lnTo>
                <a:lnTo>
                  <a:pt x="561975" y="3114675"/>
                </a:lnTo>
                <a:lnTo>
                  <a:pt x="561975" y="3124200"/>
                </a:lnTo>
                <a:lnTo>
                  <a:pt x="533400" y="3124200"/>
                </a:lnTo>
                <a:lnTo>
                  <a:pt x="533400" y="3095625"/>
                </a:lnTo>
                <a:lnTo>
                  <a:pt x="552450" y="3095625"/>
                </a:lnTo>
                <a:close/>
                <a:moveTo>
                  <a:pt x="809625" y="3086100"/>
                </a:moveTo>
                <a:lnTo>
                  <a:pt x="819150" y="3086100"/>
                </a:lnTo>
                <a:lnTo>
                  <a:pt x="819150" y="3095625"/>
                </a:lnTo>
                <a:lnTo>
                  <a:pt x="809625" y="3095625"/>
                </a:lnTo>
                <a:close/>
                <a:moveTo>
                  <a:pt x="1704975" y="3086100"/>
                </a:moveTo>
                <a:lnTo>
                  <a:pt x="1714500" y="3086100"/>
                </a:lnTo>
                <a:lnTo>
                  <a:pt x="1714500" y="3114675"/>
                </a:lnTo>
                <a:lnTo>
                  <a:pt x="1704975" y="3114675"/>
                </a:lnTo>
                <a:lnTo>
                  <a:pt x="1704975" y="3105150"/>
                </a:lnTo>
                <a:lnTo>
                  <a:pt x="1695450" y="3105150"/>
                </a:lnTo>
                <a:lnTo>
                  <a:pt x="1695450" y="3124200"/>
                </a:lnTo>
                <a:lnTo>
                  <a:pt x="1685925" y="3124200"/>
                </a:lnTo>
                <a:lnTo>
                  <a:pt x="1685925" y="3095625"/>
                </a:lnTo>
                <a:lnTo>
                  <a:pt x="1704975" y="3095625"/>
                </a:lnTo>
                <a:close/>
                <a:moveTo>
                  <a:pt x="361950" y="3095625"/>
                </a:moveTo>
                <a:lnTo>
                  <a:pt x="381000" y="3095625"/>
                </a:lnTo>
                <a:lnTo>
                  <a:pt x="381000" y="3105150"/>
                </a:lnTo>
                <a:lnTo>
                  <a:pt x="361950" y="3105150"/>
                </a:lnTo>
                <a:close/>
                <a:moveTo>
                  <a:pt x="819150" y="3095625"/>
                </a:moveTo>
                <a:lnTo>
                  <a:pt x="838200" y="3095625"/>
                </a:lnTo>
                <a:lnTo>
                  <a:pt x="838200" y="3124200"/>
                </a:lnTo>
                <a:lnTo>
                  <a:pt x="800100" y="3124200"/>
                </a:lnTo>
                <a:lnTo>
                  <a:pt x="800100" y="3133725"/>
                </a:lnTo>
                <a:lnTo>
                  <a:pt x="790575" y="3133725"/>
                </a:lnTo>
                <a:lnTo>
                  <a:pt x="790575" y="3114675"/>
                </a:lnTo>
                <a:lnTo>
                  <a:pt x="809625" y="3114675"/>
                </a:lnTo>
                <a:lnTo>
                  <a:pt x="809625" y="3105150"/>
                </a:lnTo>
                <a:lnTo>
                  <a:pt x="819150" y="3105150"/>
                </a:lnTo>
                <a:close/>
                <a:moveTo>
                  <a:pt x="904875" y="3095625"/>
                </a:moveTo>
                <a:lnTo>
                  <a:pt x="933450" y="3095625"/>
                </a:lnTo>
                <a:lnTo>
                  <a:pt x="933450" y="3105150"/>
                </a:lnTo>
                <a:lnTo>
                  <a:pt x="904875" y="3105150"/>
                </a:lnTo>
                <a:close/>
                <a:moveTo>
                  <a:pt x="952500" y="3095625"/>
                </a:moveTo>
                <a:lnTo>
                  <a:pt x="971550" y="3095625"/>
                </a:lnTo>
                <a:lnTo>
                  <a:pt x="971550" y="3105150"/>
                </a:lnTo>
                <a:lnTo>
                  <a:pt x="952500" y="3105150"/>
                </a:lnTo>
                <a:close/>
                <a:moveTo>
                  <a:pt x="990600" y="3095625"/>
                </a:moveTo>
                <a:lnTo>
                  <a:pt x="1019175" y="3095625"/>
                </a:lnTo>
                <a:lnTo>
                  <a:pt x="1019175" y="3124200"/>
                </a:lnTo>
                <a:lnTo>
                  <a:pt x="1009650" y="3124200"/>
                </a:lnTo>
                <a:lnTo>
                  <a:pt x="1009650" y="3105150"/>
                </a:lnTo>
                <a:lnTo>
                  <a:pt x="990600" y="3105150"/>
                </a:lnTo>
                <a:close/>
                <a:moveTo>
                  <a:pt x="1285875" y="3095625"/>
                </a:moveTo>
                <a:lnTo>
                  <a:pt x="1304925" y="3095625"/>
                </a:lnTo>
                <a:lnTo>
                  <a:pt x="1304925" y="3105150"/>
                </a:lnTo>
                <a:lnTo>
                  <a:pt x="1285875" y="3105150"/>
                </a:lnTo>
                <a:close/>
                <a:moveTo>
                  <a:pt x="285750" y="3105150"/>
                </a:moveTo>
                <a:lnTo>
                  <a:pt x="314325" y="3105150"/>
                </a:lnTo>
                <a:lnTo>
                  <a:pt x="314325" y="3114675"/>
                </a:lnTo>
                <a:lnTo>
                  <a:pt x="285750" y="3114675"/>
                </a:lnTo>
                <a:close/>
                <a:moveTo>
                  <a:pt x="1076325" y="3105150"/>
                </a:moveTo>
                <a:lnTo>
                  <a:pt x="1085850" y="3105150"/>
                </a:lnTo>
                <a:lnTo>
                  <a:pt x="1085850" y="3124200"/>
                </a:lnTo>
                <a:lnTo>
                  <a:pt x="1066800" y="3124200"/>
                </a:lnTo>
                <a:lnTo>
                  <a:pt x="1066800" y="3114675"/>
                </a:lnTo>
                <a:lnTo>
                  <a:pt x="1076325" y="3114675"/>
                </a:lnTo>
                <a:close/>
                <a:moveTo>
                  <a:pt x="1095375" y="3105150"/>
                </a:moveTo>
                <a:lnTo>
                  <a:pt x="1114425" y="3105150"/>
                </a:lnTo>
                <a:lnTo>
                  <a:pt x="1114425" y="3124200"/>
                </a:lnTo>
                <a:lnTo>
                  <a:pt x="1095375" y="3124200"/>
                </a:lnTo>
                <a:close/>
                <a:moveTo>
                  <a:pt x="1133475" y="3105150"/>
                </a:moveTo>
                <a:lnTo>
                  <a:pt x="1171575" y="3105150"/>
                </a:lnTo>
                <a:lnTo>
                  <a:pt x="1171575" y="3114675"/>
                </a:lnTo>
                <a:lnTo>
                  <a:pt x="1228725" y="3114675"/>
                </a:lnTo>
                <a:lnTo>
                  <a:pt x="1228725" y="3105150"/>
                </a:lnTo>
                <a:lnTo>
                  <a:pt x="1238250" y="3105150"/>
                </a:lnTo>
                <a:lnTo>
                  <a:pt x="1238250" y="3114675"/>
                </a:lnTo>
                <a:lnTo>
                  <a:pt x="1257300" y="3114675"/>
                </a:lnTo>
                <a:lnTo>
                  <a:pt x="1257300" y="3124200"/>
                </a:lnTo>
                <a:lnTo>
                  <a:pt x="1190625" y="3124200"/>
                </a:lnTo>
                <a:lnTo>
                  <a:pt x="1190625" y="3133725"/>
                </a:lnTo>
                <a:lnTo>
                  <a:pt x="1219200" y="3133725"/>
                </a:lnTo>
                <a:lnTo>
                  <a:pt x="1219200" y="3143250"/>
                </a:lnTo>
                <a:lnTo>
                  <a:pt x="1228725" y="3143250"/>
                </a:lnTo>
                <a:lnTo>
                  <a:pt x="1228725" y="3162300"/>
                </a:lnTo>
                <a:lnTo>
                  <a:pt x="1200150" y="3162300"/>
                </a:lnTo>
                <a:lnTo>
                  <a:pt x="1200150" y="3143250"/>
                </a:lnTo>
                <a:lnTo>
                  <a:pt x="1171575" y="3143250"/>
                </a:lnTo>
                <a:lnTo>
                  <a:pt x="1171575" y="3133725"/>
                </a:lnTo>
                <a:lnTo>
                  <a:pt x="1181100" y="3133725"/>
                </a:lnTo>
                <a:lnTo>
                  <a:pt x="1181100" y="3124200"/>
                </a:lnTo>
                <a:lnTo>
                  <a:pt x="1162050" y="3124200"/>
                </a:lnTo>
                <a:lnTo>
                  <a:pt x="1162050" y="3114675"/>
                </a:lnTo>
                <a:lnTo>
                  <a:pt x="1152525" y="3114675"/>
                </a:lnTo>
                <a:lnTo>
                  <a:pt x="1152525" y="3133725"/>
                </a:lnTo>
                <a:lnTo>
                  <a:pt x="1133475" y="3133725"/>
                </a:lnTo>
                <a:lnTo>
                  <a:pt x="1133475" y="3143250"/>
                </a:lnTo>
                <a:lnTo>
                  <a:pt x="1114425" y="3143250"/>
                </a:lnTo>
                <a:lnTo>
                  <a:pt x="1114425" y="3124200"/>
                </a:lnTo>
                <a:lnTo>
                  <a:pt x="1133475" y="3124200"/>
                </a:lnTo>
                <a:close/>
                <a:moveTo>
                  <a:pt x="1266825" y="3105150"/>
                </a:moveTo>
                <a:lnTo>
                  <a:pt x="1285875" y="3105150"/>
                </a:lnTo>
                <a:lnTo>
                  <a:pt x="1285875" y="3124200"/>
                </a:lnTo>
                <a:lnTo>
                  <a:pt x="1276350" y="3124200"/>
                </a:lnTo>
                <a:lnTo>
                  <a:pt x="1276350" y="3114675"/>
                </a:lnTo>
                <a:lnTo>
                  <a:pt x="1266825" y="3114675"/>
                </a:lnTo>
                <a:close/>
                <a:moveTo>
                  <a:pt x="1390650" y="3105150"/>
                </a:moveTo>
                <a:lnTo>
                  <a:pt x="1400175" y="3105150"/>
                </a:lnTo>
                <a:lnTo>
                  <a:pt x="1400175" y="3114675"/>
                </a:lnTo>
                <a:lnTo>
                  <a:pt x="1419225" y="3114675"/>
                </a:lnTo>
                <a:lnTo>
                  <a:pt x="1419225" y="3105150"/>
                </a:lnTo>
                <a:lnTo>
                  <a:pt x="1428750" y="3105150"/>
                </a:lnTo>
                <a:lnTo>
                  <a:pt x="1428750" y="3124200"/>
                </a:lnTo>
                <a:lnTo>
                  <a:pt x="1419225" y="3124200"/>
                </a:lnTo>
                <a:lnTo>
                  <a:pt x="1419225" y="3133725"/>
                </a:lnTo>
                <a:lnTo>
                  <a:pt x="1409700" y="3133725"/>
                </a:lnTo>
                <a:lnTo>
                  <a:pt x="1409700" y="3124200"/>
                </a:lnTo>
                <a:lnTo>
                  <a:pt x="1371600" y="3124200"/>
                </a:lnTo>
                <a:lnTo>
                  <a:pt x="1371600" y="3114675"/>
                </a:lnTo>
                <a:lnTo>
                  <a:pt x="1390650" y="3114675"/>
                </a:lnTo>
                <a:close/>
                <a:moveTo>
                  <a:pt x="266700" y="3114675"/>
                </a:moveTo>
                <a:lnTo>
                  <a:pt x="285750" y="3114675"/>
                </a:lnTo>
                <a:lnTo>
                  <a:pt x="285750" y="3124200"/>
                </a:lnTo>
                <a:lnTo>
                  <a:pt x="266700" y="3124200"/>
                </a:lnTo>
                <a:close/>
                <a:moveTo>
                  <a:pt x="857250" y="3114675"/>
                </a:moveTo>
                <a:lnTo>
                  <a:pt x="866775" y="3114675"/>
                </a:lnTo>
                <a:lnTo>
                  <a:pt x="866775" y="3124200"/>
                </a:lnTo>
                <a:lnTo>
                  <a:pt x="857250" y="3124200"/>
                </a:lnTo>
                <a:close/>
                <a:moveTo>
                  <a:pt x="1323975" y="3114675"/>
                </a:moveTo>
                <a:lnTo>
                  <a:pt x="1352550" y="3114675"/>
                </a:lnTo>
                <a:lnTo>
                  <a:pt x="1352550" y="3124200"/>
                </a:lnTo>
                <a:lnTo>
                  <a:pt x="1323975" y="3124200"/>
                </a:lnTo>
                <a:close/>
                <a:moveTo>
                  <a:pt x="180975" y="3124200"/>
                </a:moveTo>
                <a:lnTo>
                  <a:pt x="190500" y="3124200"/>
                </a:lnTo>
                <a:lnTo>
                  <a:pt x="190500" y="3133725"/>
                </a:lnTo>
                <a:lnTo>
                  <a:pt x="180975" y="3133725"/>
                </a:lnTo>
                <a:close/>
                <a:moveTo>
                  <a:pt x="219075" y="3124200"/>
                </a:moveTo>
                <a:lnTo>
                  <a:pt x="228600" y="3124200"/>
                </a:lnTo>
                <a:lnTo>
                  <a:pt x="228600" y="3133725"/>
                </a:lnTo>
                <a:lnTo>
                  <a:pt x="219075" y="3133725"/>
                </a:lnTo>
                <a:close/>
                <a:moveTo>
                  <a:pt x="342900" y="3124200"/>
                </a:moveTo>
                <a:lnTo>
                  <a:pt x="352425" y="3124200"/>
                </a:lnTo>
                <a:lnTo>
                  <a:pt x="352425" y="3133725"/>
                </a:lnTo>
                <a:lnTo>
                  <a:pt x="342900" y="3133725"/>
                </a:lnTo>
                <a:close/>
                <a:moveTo>
                  <a:pt x="361950" y="3124200"/>
                </a:moveTo>
                <a:lnTo>
                  <a:pt x="371475" y="3124200"/>
                </a:lnTo>
                <a:lnTo>
                  <a:pt x="371475" y="3133725"/>
                </a:lnTo>
                <a:lnTo>
                  <a:pt x="361950" y="3133725"/>
                </a:lnTo>
                <a:close/>
                <a:moveTo>
                  <a:pt x="1581150" y="3124200"/>
                </a:moveTo>
                <a:lnTo>
                  <a:pt x="1609725" y="3124200"/>
                </a:lnTo>
                <a:lnTo>
                  <a:pt x="1609725" y="3133725"/>
                </a:lnTo>
                <a:lnTo>
                  <a:pt x="1581150" y="3133725"/>
                </a:lnTo>
                <a:close/>
                <a:moveTo>
                  <a:pt x="1619250" y="3124200"/>
                </a:moveTo>
                <a:lnTo>
                  <a:pt x="1628775" y="3124200"/>
                </a:lnTo>
                <a:lnTo>
                  <a:pt x="1628775" y="3133725"/>
                </a:lnTo>
                <a:lnTo>
                  <a:pt x="1619250" y="3133725"/>
                </a:lnTo>
                <a:close/>
                <a:moveTo>
                  <a:pt x="857250" y="3133725"/>
                </a:moveTo>
                <a:lnTo>
                  <a:pt x="876300" y="3133725"/>
                </a:lnTo>
                <a:lnTo>
                  <a:pt x="876300" y="3143250"/>
                </a:lnTo>
                <a:lnTo>
                  <a:pt x="904875" y="3143250"/>
                </a:lnTo>
                <a:lnTo>
                  <a:pt x="904875" y="3162300"/>
                </a:lnTo>
                <a:lnTo>
                  <a:pt x="866775" y="3162300"/>
                </a:lnTo>
                <a:lnTo>
                  <a:pt x="866775" y="3143250"/>
                </a:lnTo>
                <a:lnTo>
                  <a:pt x="857250" y="3143250"/>
                </a:lnTo>
                <a:close/>
                <a:moveTo>
                  <a:pt x="1019175" y="3133725"/>
                </a:moveTo>
                <a:lnTo>
                  <a:pt x="1095375" y="3133725"/>
                </a:lnTo>
                <a:lnTo>
                  <a:pt x="1095375" y="3143250"/>
                </a:lnTo>
                <a:lnTo>
                  <a:pt x="1038225" y="3143250"/>
                </a:lnTo>
                <a:lnTo>
                  <a:pt x="1038225" y="3162300"/>
                </a:lnTo>
                <a:lnTo>
                  <a:pt x="1009650" y="3162300"/>
                </a:lnTo>
                <a:lnTo>
                  <a:pt x="1009650" y="3143250"/>
                </a:lnTo>
                <a:lnTo>
                  <a:pt x="1019175" y="3143250"/>
                </a:lnTo>
                <a:close/>
                <a:moveTo>
                  <a:pt x="1247775" y="3133725"/>
                </a:moveTo>
                <a:lnTo>
                  <a:pt x="1285875" y="3133725"/>
                </a:lnTo>
                <a:lnTo>
                  <a:pt x="1285875" y="3152775"/>
                </a:lnTo>
                <a:lnTo>
                  <a:pt x="1276350" y="3152775"/>
                </a:lnTo>
                <a:lnTo>
                  <a:pt x="1276350" y="3143250"/>
                </a:lnTo>
                <a:lnTo>
                  <a:pt x="1247775" y="3143250"/>
                </a:lnTo>
                <a:close/>
                <a:moveTo>
                  <a:pt x="1323975" y="3133725"/>
                </a:moveTo>
                <a:lnTo>
                  <a:pt x="1333500" y="3133725"/>
                </a:lnTo>
                <a:lnTo>
                  <a:pt x="1333500" y="3152775"/>
                </a:lnTo>
                <a:lnTo>
                  <a:pt x="1343025" y="3152775"/>
                </a:lnTo>
                <a:lnTo>
                  <a:pt x="1343025" y="3143250"/>
                </a:lnTo>
                <a:lnTo>
                  <a:pt x="1352550" y="3143250"/>
                </a:lnTo>
                <a:lnTo>
                  <a:pt x="1352550" y="3152775"/>
                </a:lnTo>
                <a:lnTo>
                  <a:pt x="1362075" y="3152775"/>
                </a:lnTo>
                <a:lnTo>
                  <a:pt x="1362075" y="3143250"/>
                </a:lnTo>
                <a:lnTo>
                  <a:pt x="1371600" y="3143250"/>
                </a:lnTo>
                <a:lnTo>
                  <a:pt x="1371600" y="3152775"/>
                </a:lnTo>
                <a:lnTo>
                  <a:pt x="1362075" y="3152775"/>
                </a:lnTo>
                <a:lnTo>
                  <a:pt x="1362075" y="3190875"/>
                </a:lnTo>
                <a:lnTo>
                  <a:pt x="1352550" y="3190875"/>
                </a:lnTo>
                <a:lnTo>
                  <a:pt x="1352550" y="3171825"/>
                </a:lnTo>
                <a:lnTo>
                  <a:pt x="1314450" y="3171825"/>
                </a:lnTo>
                <a:lnTo>
                  <a:pt x="1314450" y="3181350"/>
                </a:lnTo>
                <a:lnTo>
                  <a:pt x="1295400" y="3181350"/>
                </a:lnTo>
                <a:lnTo>
                  <a:pt x="1295400" y="3171825"/>
                </a:lnTo>
                <a:lnTo>
                  <a:pt x="1276350" y="3171825"/>
                </a:lnTo>
                <a:lnTo>
                  <a:pt x="1276350" y="3162300"/>
                </a:lnTo>
                <a:lnTo>
                  <a:pt x="1285875" y="3162300"/>
                </a:lnTo>
                <a:lnTo>
                  <a:pt x="1285875" y="3152775"/>
                </a:lnTo>
                <a:lnTo>
                  <a:pt x="1323975" y="3152775"/>
                </a:lnTo>
                <a:close/>
                <a:moveTo>
                  <a:pt x="1628775" y="3133725"/>
                </a:moveTo>
                <a:lnTo>
                  <a:pt x="1638300" y="3133725"/>
                </a:lnTo>
                <a:lnTo>
                  <a:pt x="1638300" y="3143250"/>
                </a:lnTo>
                <a:lnTo>
                  <a:pt x="1647825" y="3143250"/>
                </a:lnTo>
                <a:lnTo>
                  <a:pt x="1647825" y="3152775"/>
                </a:lnTo>
                <a:lnTo>
                  <a:pt x="1638300" y="3152775"/>
                </a:lnTo>
                <a:lnTo>
                  <a:pt x="1638300" y="3162300"/>
                </a:lnTo>
                <a:lnTo>
                  <a:pt x="1628775" y="3162300"/>
                </a:lnTo>
                <a:close/>
                <a:moveTo>
                  <a:pt x="962025" y="3143250"/>
                </a:moveTo>
                <a:lnTo>
                  <a:pt x="981075" y="3143250"/>
                </a:lnTo>
                <a:lnTo>
                  <a:pt x="981075" y="3152775"/>
                </a:lnTo>
                <a:lnTo>
                  <a:pt x="962025" y="3152775"/>
                </a:lnTo>
                <a:close/>
                <a:moveTo>
                  <a:pt x="1609725" y="3143250"/>
                </a:moveTo>
                <a:lnTo>
                  <a:pt x="1619250" y="3143250"/>
                </a:lnTo>
                <a:lnTo>
                  <a:pt x="1619250" y="3162300"/>
                </a:lnTo>
                <a:lnTo>
                  <a:pt x="1628775" y="3162300"/>
                </a:lnTo>
                <a:lnTo>
                  <a:pt x="1628775" y="3171825"/>
                </a:lnTo>
                <a:lnTo>
                  <a:pt x="1609725" y="3171825"/>
                </a:lnTo>
                <a:lnTo>
                  <a:pt x="1609725" y="3162300"/>
                </a:lnTo>
                <a:lnTo>
                  <a:pt x="1581150" y="3162300"/>
                </a:lnTo>
                <a:lnTo>
                  <a:pt x="1581150" y="3152775"/>
                </a:lnTo>
                <a:lnTo>
                  <a:pt x="1609725" y="3152775"/>
                </a:lnTo>
                <a:close/>
                <a:moveTo>
                  <a:pt x="238125" y="3152775"/>
                </a:moveTo>
                <a:lnTo>
                  <a:pt x="247650" y="3152775"/>
                </a:lnTo>
                <a:lnTo>
                  <a:pt x="247650" y="3162300"/>
                </a:lnTo>
                <a:lnTo>
                  <a:pt x="257175" y="3162300"/>
                </a:lnTo>
                <a:lnTo>
                  <a:pt x="257175" y="3152775"/>
                </a:lnTo>
                <a:lnTo>
                  <a:pt x="285750" y="3152775"/>
                </a:lnTo>
                <a:lnTo>
                  <a:pt x="285750" y="3162300"/>
                </a:lnTo>
                <a:lnTo>
                  <a:pt x="295275" y="3162300"/>
                </a:lnTo>
                <a:lnTo>
                  <a:pt x="295275" y="3171825"/>
                </a:lnTo>
                <a:lnTo>
                  <a:pt x="323850" y="3171825"/>
                </a:lnTo>
                <a:lnTo>
                  <a:pt x="323850" y="3181350"/>
                </a:lnTo>
                <a:lnTo>
                  <a:pt x="314325" y="3181350"/>
                </a:lnTo>
                <a:lnTo>
                  <a:pt x="314325" y="3190875"/>
                </a:lnTo>
                <a:lnTo>
                  <a:pt x="304800" y="3190875"/>
                </a:lnTo>
                <a:lnTo>
                  <a:pt x="304800" y="3181350"/>
                </a:lnTo>
                <a:lnTo>
                  <a:pt x="295275" y="3181350"/>
                </a:lnTo>
                <a:lnTo>
                  <a:pt x="295275" y="3190875"/>
                </a:lnTo>
                <a:lnTo>
                  <a:pt x="304800" y="3190875"/>
                </a:lnTo>
                <a:lnTo>
                  <a:pt x="304800" y="3200400"/>
                </a:lnTo>
                <a:lnTo>
                  <a:pt x="266700" y="3200400"/>
                </a:lnTo>
                <a:lnTo>
                  <a:pt x="266700" y="3190875"/>
                </a:lnTo>
                <a:lnTo>
                  <a:pt x="285750" y="3190875"/>
                </a:lnTo>
                <a:lnTo>
                  <a:pt x="285750" y="3171825"/>
                </a:lnTo>
                <a:lnTo>
                  <a:pt x="276225" y="3171825"/>
                </a:lnTo>
                <a:lnTo>
                  <a:pt x="276225" y="3162300"/>
                </a:lnTo>
                <a:lnTo>
                  <a:pt x="266700" y="3162300"/>
                </a:lnTo>
                <a:lnTo>
                  <a:pt x="266700" y="3171825"/>
                </a:lnTo>
                <a:lnTo>
                  <a:pt x="257175" y="3171825"/>
                </a:lnTo>
                <a:lnTo>
                  <a:pt x="257175" y="3181350"/>
                </a:lnTo>
                <a:lnTo>
                  <a:pt x="238125" y="3181350"/>
                </a:lnTo>
                <a:close/>
                <a:moveTo>
                  <a:pt x="504825" y="3152775"/>
                </a:moveTo>
                <a:lnTo>
                  <a:pt x="514350" y="3152775"/>
                </a:lnTo>
                <a:lnTo>
                  <a:pt x="514350" y="3162300"/>
                </a:lnTo>
                <a:lnTo>
                  <a:pt x="504825" y="3162300"/>
                </a:lnTo>
                <a:close/>
                <a:moveTo>
                  <a:pt x="533400" y="3152775"/>
                </a:moveTo>
                <a:lnTo>
                  <a:pt x="542925" y="3152775"/>
                </a:lnTo>
                <a:lnTo>
                  <a:pt x="542925" y="3162300"/>
                </a:lnTo>
                <a:lnTo>
                  <a:pt x="533400" y="3162300"/>
                </a:lnTo>
                <a:close/>
                <a:moveTo>
                  <a:pt x="600075" y="3152775"/>
                </a:moveTo>
                <a:lnTo>
                  <a:pt x="609600" y="3152775"/>
                </a:lnTo>
                <a:lnTo>
                  <a:pt x="609600" y="3162300"/>
                </a:lnTo>
                <a:lnTo>
                  <a:pt x="628650" y="3162300"/>
                </a:lnTo>
                <a:lnTo>
                  <a:pt x="628650" y="3181350"/>
                </a:lnTo>
                <a:lnTo>
                  <a:pt x="609600" y="3181350"/>
                </a:lnTo>
                <a:lnTo>
                  <a:pt x="609600" y="3171825"/>
                </a:lnTo>
                <a:lnTo>
                  <a:pt x="600075" y="3171825"/>
                </a:lnTo>
                <a:close/>
                <a:moveTo>
                  <a:pt x="638175" y="3152775"/>
                </a:moveTo>
                <a:lnTo>
                  <a:pt x="666750" y="3152775"/>
                </a:lnTo>
                <a:lnTo>
                  <a:pt x="666750" y="3162300"/>
                </a:lnTo>
                <a:lnTo>
                  <a:pt x="638175" y="3162300"/>
                </a:lnTo>
                <a:close/>
                <a:moveTo>
                  <a:pt x="809625" y="3152775"/>
                </a:moveTo>
                <a:lnTo>
                  <a:pt x="828675" y="3152775"/>
                </a:lnTo>
                <a:lnTo>
                  <a:pt x="828675" y="3162300"/>
                </a:lnTo>
                <a:lnTo>
                  <a:pt x="809625" y="3162300"/>
                </a:lnTo>
                <a:close/>
                <a:moveTo>
                  <a:pt x="838200" y="3152775"/>
                </a:moveTo>
                <a:lnTo>
                  <a:pt x="847725" y="3152775"/>
                </a:lnTo>
                <a:lnTo>
                  <a:pt x="847725" y="3162300"/>
                </a:lnTo>
                <a:lnTo>
                  <a:pt x="838200" y="3162300"/>
                </a:lnTo>
                <a:close/>
                <a:moveTo>
                  <a:pt x="933450" y="3152775"/>
                </a:moveTo>
                <a:lnTo>
                  <a:pt x="962025" y="3152775"/>
                </a:lnTo>
                <a:lnTo>
                  <a:pt x="962025" y="3162300"/>
                </a:lnTo>
                <a:lnTo>
                  <a:pt x="933450" y="3162300"/>
                </a:lnTo>
                <a:close/>
                <a:moveTo>
                  <a:pt x="1666875" y="3152775"/>
                </a:moveTo>
                <a:lnTo>
                  <a:pt x="1676400" y="3152775"/>
                </a:lnTo>
                <a:lnTo>
                  <a:pt x="1676400" y="3162300"/>
                </a:lnTo>
                <a:lnTo>
                  <a:pt x="1666875" y="3162300"/>
                </a:lnTo>
                <a:close/>
                <a:moveTo>
                  <a:pt x="1695450" y="3152775"/>
                </a:moveTo>
                <a:lnTo>
                  <a:pt x="1704975" y="3152775"/>
                </a:lnTo>
                <a:lnTo>
                  <a:pt x="1704975" y="3162300"/>
                </a:lnTo>
                <a:lnTo>
                  <a:pt x="1695450" y="3162300"/>
                </a:lnTo>
                <a:close/>
                <a:moveTo>
                  <a:pt x="428625" y="3162300"/>
                </a:moveTo>
                <a:lnTo>
                  <a:pt x="466725" y="3162300"/>
                </a:lnTo>
                <a:lnTo>
                  <a:pt x="466725" y="3171825"/>
                </a:lnTo>
                <a:lnTo>
                  <a:pt x="476250" y="3171825"/>
                </a:lnTo>
                <a:lnTo>
                  <a:pt x="476250" y="3190875"/>
                </a:lnTo>
                <a:lnTo>
                  <a:pt x="466725" y="3190875"/>
                </a:lnTo>
                <a:lnTo>
                  <a:pt x="466725" y="3181350"/>
                </a:lnTo>
                <a:lnTo>
                  <a:pt x="457200" y="3181350"/>
                </a:lnTo>
                <a:lnTo>
                  <a:pt x="457200" y="3190875"/>
                </a:lnTo>
                <a:lnTo>
                  <a:pt x="438150" y="3190875"/>
                </a:lnTo>
                <a:lnTo>
                  <a:pt x="438150" y="3171825"/>
                </a:lnTo>
                <a:lnTo>
                  <a:pt x="428625" y="3171825"/>
                </a:lnTo>
                <a:close/>
                <a:moveTo>
                  <a:pt x="542925" y="3162300"/>
                </a:moveTo>
                <a:lnTo>
                  <a:pt x="561975" y="3162300"/>
                </a:lnTo>
                <a:lnTo>
                  <a:pt x="561975" y="3171825"/>
                </a:lnTo>
                <a:lnTo>
                  <a:pt x="571500" y="3171825"/>
                </a:lnTo>
                <a:lnTo>
                  <a:pt x="571500" y="3181350"/>
                </a:lnTo>
                <a:lnTo>
                  <a:pt x="561975" y="3181350"/>
                </a:lnTo>
                <a:lnTo>
                  <a:pt x="561975" y="3200400"/>
                </a:lnTo>
                <a:lnTo>
                  <a:pt x="523875" y="3200400"/>
                </a:lnTo>
                <a:lnTo>
                  <a:pt x="523875" y="3171825"/>
                </a:lnTo>
                <a:lnTo>
                  <a:pt x="542925" y="3171825"/>
                </a:lnTo>
                <a:close/>
                <a:moveTo>
                  <a:pt x="666750" y="3162300"/>
                </a:moveTo>
                <a:lnTo>
                  <a:pt x="676275" y="3162300"/>
                </a:lnTo>
                <a:lnTo>
                  <a:pt x="676275" y="3190875"/>
                </a:lnTo>
                <a:lnTo>
                  <a:pt x="647700" y="3190875"/>
                </a:lnTo>
                <a:lnTo>
                  <a:pt x="647700" y="3171825"/>
                </a:lnTo>
                <a:lnTo>
                  <a:pt x="666750" y="3171825"/>
                </a:lnTo>
                <a:close/>
                <a:moveTo>
                  <a:pt x="704850" y="3162300"/>
                </a:moveTo>
                <a:lnTo>
                  <a:pt x="723900" y="3162300"/>
                </a:lnTo>
                <a:lnTo>
                  <a:pt x="723900" y="3190875"/>
                </a:lnTo>
                <a:lnTo>
                  <a:pt x="714375" y="3190875"/>
                </a:lnTo>
                <a:lnTo>
                  <a:pt x="714375" y="3181350"/>
                </a:lnTo>
                <a:lnTo>
                  <a:pt x="704850" y="3181350"/>
                </a:lnTo>
                <a:lnTo>
                  <a:pt x="704850" y="3200400"/>
                </a:lnTo>
                <a:lnTo>
                  <a:pt x="695325" y="3200400"/>
                </a:lnTo>
                <a:lnTo>
                  <a:pt x="695325" y="3190875"/>
                </a:lnTo>
                <a:lnTo>
                  <a:pt x="685800" y="3190875"/>
                </a:lnTo>
                <a:lnTo>
                  <a:pt x="685800" y="3181350"/>
                </a:lnTo>
                <a:lnTo>
                  <a:pt x="695325" y="3181350"/>
                </a:lnTo>
                <a:lnTo>
                  <a:pt x="695325" y="3171825"/>
                </a:lnTo>
                <a:lnTo>
                  <a:pt x="704850" y="3171825"/>
                </a:lnTo>
                <a:close/>
                <a:moveTo>
                  <a:pt x="790575" y="3162300"/>
                </a:moveTo>
                <a:lnTo>
                  <a:pt x="809625" y="3162300"/>
                </a:lnTo>
                <a:lnTo>
                  <a:pt x="809625" y="3171825"/>
                </a:lnTo>
                <a:lnTo>
                  <a:pt x="800100" y="3171825"/>
                </a:lnTo>
                <a:lnTo>
                  <a:pt x="800100" y="3181350"/>
                </a:lnTo>
                <a:lnTo>
                  <a:pt x="790575" y="3181350"/>
                </a:lnTo>
                <a:close/>
                <a:moveTo>
                  <a:pt x="1228725" y="3162300"/>
                </a:moveTo>
                <a:lnTo>
                  <a:pt x="1238250" y="3162300"/>
                </a:lnTo>
                <a:lnTo>
                  <a:pt x="1238250" y="3171825"/>
                </a:lnTo>
                <a:lnTo>
                  <a:pt x="1228725" y="3171825"/>
                </a:lnTo>
                <a:close/>
                <a:moveTo>
                  <a:pt x="1400175" y="3162300"/>
                </a:moveTo>
                <a:lnTo>
                  <a:pt x="1409700" y="3162300"/>
                </a:lnTo>
                <a:lnTo>
                  <a:pt x="1409700" y="3171825"/>
                </a:lnTo>
                <a:lnTo>
                  <a:pt x="1400175" y="3171825"/>
                </a:lnTo>
                <a:close/>
                <a:moveTo>
                  <a:pt x="1514475" y="3162300"/>
                </a:moveTo>
                <a:lnTo>
                  <a:pt x="1524000" y="3162300"/>
                </a:lnTo>
                <a:lnTo>
                  <a:pt x="1524000" y="3171825"/>
                </a:lnTo>
                <a:lnTo>
                  <a:pt x="1514475" y="3171825"/>
                </a:lnTo>
                <a:close/>
                <a:moveTo>
                  <a:pt x="1676400" y="3162300"/>
                </a:moveTo>
                <a:lnTo>
                  <a:pt x="1695450" y="3162300"/>
                </a:lnTo>
                <a:lnTo>
                  <a:pt x="1695450" y="3181350"/>
                </a:lnTo>
                <a:lnTo>
                  <a:pt x="1685925" y="3181350"/>
                </a:lnTo>
                <a:lnTo>
                  <a:pt x="1685925" y="3171825"/>
                </a:lnTo>
                <a:lnTo>
                  <a:pt x="1676400" y="3171825"/>
                </a:lnTo>
                <a:close/>
                <a:moveTo>
                  <a:pt x="1409700" y="3171825"/>
                </a:moveTo>
                <a:lnTo>
                  <a:pt x="1419225" y="3171825"/>
                </a:lnTo>
                <a:lnTo>
                  <a:pt x="1419225" y="3200400"/>
                </a:lnTo>
                <a:lnTo>
                  <a:pt x="1409700" y="3200400"/>
                </a:lnTo>
                <a:lnTo>
                  <a:pt x="1409700" y="3228975"/>
                </a:lnTo>
                <a:lnTo>
                  <a:pt x="1400175" y="3228975"/>
                </a:lnTo>
                <a:lnTo>
                  <a:pt x="1400175" y="3190875"/>
                </a:lnTo>
                <a:lnTo>
                  <a:pt x="1409700" y="3190875"/>
                </a:lnTo>
                <a:close/>
                <a:moveTo>
                  <a:pt x="200025" y="3181350"/>
                </a:moveTo>
                <a:lnTo>
                  <a:pt x="209550" y="3181350"/>
                </a:lnTo>
                <a:lnTo>
                  <a:pt x="209550" y="3190875"/>
                </a:lnTo>
                <a:lnTo>
                  <a:pt x="219075" y="3190875"/>
                </a:lnTo>
                <a:lnTo>
                  <a:pt x="219075" y="3200400"/>
                </a:lnTo>
                <a:lnTo>
                  <a:pt x="200025" y="3200400"/>
                </a:lnTo>
                <a:close/>
                <a:moveTo>
                  <a:pt x="742950" y="3181350"/>
                </a:moveTo>
                <a:lnTo>
                  <a:pt x="771525" y="3181350"/>
                </a:lnTo>
                <a:lnTo>
                  <a:pt x="771525" y="3190875"/>
                </a:lnTo>
                <a:lnTo>
                  <a:pt x="742950" y="3190875"/>
                </a:lnTo>
                <a:close/>
                <a:moveTo>
                  <a:pt x="485775" y="3190875"/>
                </a:moveTo>
                <a:lnTo>
                  <a:pt x="495300" y="3190875"/>
                </a:lnTo>
                <a:lnTo>
                  <a:pt x="495300" y="3200400"/>
                </a:lnTo>
                <a:lnTo>
                  <a:pt x="485775" y="3200400"/>
                </a:lnTo>
                <a:close/>
                <a:moveTo>
                  <a:pt x="571500" y="3190875"/>
                </a:moveTo>
                <a:lnTo>
                  <a:pt x="600075" y="3190875"/>
                </a:lnTo>
                <a:lnTo>
                  <a:pt x="600075" y="3200400"/>
                </a:lnTo>
                <a:lnTo>
                  <a:pt x="571500" y="3200400"/>
                </a:lnTo>
                <a:close/>
                <a:moveTo>
                  <a:pt x="619125" y="3190875"/>
                </a:moveTo>
                <a:lnTo>
                  <a:pt x="647700" y="3190875"/>
                </a:lnTo>
                <a:lnTo>
                  <a:pt x="647700" y="3200400"/>
                </a:lnTo>
                <a:lnTo>
                  <a:pt x="619125" y="3200400"/>
                </a:lnTo>
                <a:close/>
                <a:moveTo>
                  <a:pt x="257175" y="3200400"/>
                </a:moveTo>
                <a:lnTo>
                  <a:pt x="266700" y="3200400"/>
                </a:lnTo>
                <a:lnTo>
                  <a:pt x="266700" y="3209925"/>
                </a:lnTo>
                <a:lnTo>
                  <a:pt x="257175" y="3209925"/>
                </a:lnTo>
                <a:close/>
                <a:moveTo>
                  <a:pt x="495300" y="3200400"/>
                </a:moveTo>
                <a:lnTo>
                  <a:pt x="504825" y="3200400"/>
                </a:lnTo>
                <a:lnTo>
                  <a:pt x="504825" y="3209925"/>
                </a:lnTo>
                <a:lnTo>
                  <a:pt x="495300" y="3209925"/>
                </a:lnTo>
                <a:close/>
                <a:moveTo>
                  <a:pt x="809625" y="3200400"/>
                </a:moveTo>
                <a:lnTo>
                  <a:pt x="819150" y="3200400"/>
                </a:lnTo>
                <a:lnTo>
                  <a:pt x="819150" y="3209925"/>
                </a:lnTo>
                <a:lnTo>
                  <a:pt x="809625" y="3209925"/>
                </a:lnTo>
                <a:close/>
                <a:moveTo>
                  <a:pt x="876300" y="3200400"/>
                </a:moveTo>
                <a:lnTo>
                  <a:pt x="885825" y="3200400"/>
                </a:lnTo>
                <a:lnTo>
                  <a:pt x="885825" y="3219450"/>
                </a:lnTo>
                <a:lnTo>
                  <a:pt x="876300" y="3219450"/>
                </a:lnTo>
                <a:lnTo>
                  <a:pt x="876300" y="3228975"/>
                </a:lnTo>
                <a:lnTo>
                  <a:pt x="866775" y="3228975"/>
                </a:lnTo>
                <a:lnTo>
                  <a:pt x="866775" y="3219450"/>
                </a:lnTo>
                <a:lnTo>
                  <a:pt x="819150" y="3219450"/>
                </a:lnTo>
                <a:lnTo>
                  <a:pt x="819150" y="3209925"/>
                </a:lnTo>
                <a:lnTo>
                  <a:pt x="876300" y="3209925"/>
                </a:lnTo>
                <a:close/>
                <a:moveTo>
                  <a:pt x="904875" y="3200400"/>
                </a:moveTo>
                <a:lnTo>
                  <a:pt x="914400" y="3200400"/>
                </a:lnTo>
                <a:lnTo>
                  <a:pt x="914400" y="3209925"/>
                </a:lnTo>
                <a:lnTo>
                  <a:pt x="904875" y="3209925"/>
                </a:lnTo>
                <a:close/>
                <a:moveTo>
                  <a:pt x="1228725" y="3200400"/>
                </a:moveTo>
                <a:lnTo>
                  <a:pt x="1238250" y="3200400"/>
                </a:lnTo>
                <a:lnTo>
                  <a:pt x="1238250" y="3219450"/>
                </a:lnTo>
                <a:lnTo>
                  <a:pt x="1228725" y="3219450"/>
                </a:lnTo>
                <a:lnTo>
                  <a:pt x="1228725" y="3248025"/>
                </a:lnTo>
                <a:lnTo>
                  <a:pt x="1219200" y="3248025"/>
                </a:lnTo>
                <a:lnTo>
                  <a:pt x="1219200" y="3238500"/>
                </a:lnTo>
                <a:lnTo>
                  <a:pt x="1209675" y="3238500"/>
                </a:lnTo>
                <a:lnTo>
                  <a:pt x="1209675" y="3248025"/>
                </a:lnTo>
                <a:lnTo>
                  <a:pt x="1219200" y="3248025"/>
                </a:lnTo>
                <a:lnTo>
                  <a:pt x="1219200" y="3257550"/>
                </a:lnTo>
                <a:lnTo>
                  <a:pt x="1190625" y="3257550"/>
                </a:lnTo>
                <a:lnTo>
                  <a:pt x="1190625" y="3238500"/>
                </a:lnTo>
                <a:lnTo>
                  <a:pt x="1200150" y="3238500"/>
                </a:lnTo>
                <a:lnTo>
                  <a:pt x="1200150" y="3228975"/>
                </a:lnTo>
                <a:lnTo>
                  <a:pt x="1209675" y="3228975"/>
                </a:lnTo>
                <a:lnTo>
                  <a:pt x="1209675" y="3219450"/>
                </a:lnTo>
                <a:lnTo>
                  <a:pt x="1219200" y="3219450"/>
                </a:lnTo>
                <a:lnTo>
                  <a:pt x="1219200" y="3209925"/>
                </a:lnTo>
                <a:lnTo>
                  <a:pt x="1228725" y="3209925"/>
                </a:lnTo>
                <a:close/>
                <a:moveTo>
                  <a:pt x="1295400" y="3200400"/>
                </a:moveTo>
                <a:lnTo>
                  <a:pt x="1304925" y="3200400"/>
                </a:lnTo>
                <a:lnTo>
                  <a:pt x="1304925" y="3209925"/>
                </a:lnTo>
                <a:lnTo>
                  <a:pt x="1295400" y="3209925"/>
                </a:lnTo>
                <a:close/>
                <a:moveTo>
                  <a:pt x="238125" y="3209925"/>
                </a:moveTo>
                <a:lnTo>
                  <a:pt x="247650" y="3209925"/>
                </a:lnTo>
                <a:lnTo>
                  <a:pt x="247650" y="3219450"/>
                </a:lnTo>
                <a:lnTo>
                  <a:pt x="238125" y="3219450"/>
                </a:lnTo>
                <a:close/>
                <a:moveTo>
                  <a:pt x="504825" y="3209925"/>
                </a:moveTo>
                <a:lnTo>
                  <a:pt x="514350" y="3209925"/>
                </a:lnTo>
                <a:lnTo>
                  <a:pt x="514350" y="3219450"/>
                </a:lnTo>
                <a:lnTo>
                  <a:pt x="504825" y="3219450"/>
                </a:lnTo>
                <a:close/>
                <a:moveTo>
                  <a:pt x="895350" y="3209925"/>
                </a:moveTo>
                <a:lnTo>
                  <a:pt x="904875" y="3209925"/>
                </a:lnTo>
                <a:lnTo>
                  <a:pt x="904875" y="3219450"/>
                </a:lnTo>
                <a:lnTo>
                  <a:pt x="895350" y="3219450"/>
                </a:lnTo>
                <a:close/>
                <a:moveTo>
                  <a:pt x="981075" y="3209925"/>
                </a:moveTo>
                <a:lnTo>
                  <a:pt x="990600" y="3209925"/>
                </a:lnTo>
                <a:lnTo>
                  <a:pt x="990600" y="3219450"/>
                </a:lnTo>
                <a:lnTo>
                  <a:pt x="981075" y="3219450"/>
                </a:lnTo>
                <a:close/>
                <a:moveTo>
                  <a:pt x="1247775" y="3209925"/>
                </a:moveTo>
                <a:lnTo>
                  <a:pt x="1257300" y="3209925"/>
                </a:lnTo>
                <a:lnTo>
                  <a:pt x="1257300" y="3219450"/>
                </a:lnTo>
                <a:lnTo>
                  <a:pt x="1247775" y="3219450"/>
                </a:lnTo>
                <a:close/>
                <a:moveTo>
                  <a:pt x="1285875" y="3209925"/>
                </a:moveTo>
                <a:lnTo>
                  <a:pt x="1295400" y="3209925"/>
                </a:lnTo>
                <a:lnTo>
                  <a:pt x="1295400" y="3219450"/>
                </a:lnTo>
                <a:lnTo>
                  <a:pt x="1304925" y="3219450"/>
                </a:lnTo>
                <a:lnTo>
                  <a:pt x="1304925" y="3238500"/>
                </a:lnTo>
                <a:lnTo>
                  <a:pt x="1285875" y="3238500"/>
                </a:lnTo>
                <a:lnTo>
                  <a:pt x="1285875" y="3248025"/>
                </a:lnTo>
                <a:lnTo>
                  <a:pt x="1266825" y="3248025"/>
                </a:lnTo>
                <a:lnTo>
                  <a:pt x="1266825" y="3228975"/>
                </a:lnTo>
                <a:lnTo>
                  <a:pt x="1276350" y="3228975"/>
                </a:lnTo>
                <a:lnTo>
                  <a:pt x="1276350" y="3219450"/>
                </a:lnTo>
                <a:lnTo>
                  <a:pt x="1285875" y="3219450"/>
                </a:lnTo>
                <a:close/>
                <a:moveTo>
                  <a:pt x="161925" y="3219450"/>
                </a:moveTo>
                <a:lnTo>
                  <a:pt x="171450" y="3219450"/>
                </a:lnTo>
                <a:lnTo>
                  <a:pt x="171450" y="3228975"/>
                </a:lnTo>
                <a:lnTo>
                  <a:pt x="161925" y="3228975"/>
                </a:lnTo>
                <a:close/>
                <a:moveTo>
                  <a:pt x="942975" y="3219450"/>
                </a:moveTo>
                <a:lnTo>
                  <a:pt x="952500" y="3219450"/>
                </a:lnTo>
                <a:lnTo>
                  <a:pt x="952500" y="3228975"/>
                </a:lnTo>
                <a:lnTo>
                  <a:pt x="942975" y="3228975"/>
                </a:lnTo>
                <a:close/>
                <a:moveTo>
                  <a:pt x="962025" y="3219450"/>
                </a:moveTo>
                <a:lnTo>
                  <a:pt x="981075" y="3219450"/>
                </a:lnTo>
                <a:lnTo>
                  <a:pt x="981075" y="3228975"/>
                </a:lnTo>
                <a:lnTo>
                  <a:pt x="962025" y="3228975"/>
                </a:lnTo>
                <a:close/>
                <a:moveTo>
                  <a:pt x="990600" y="3219450"/>
                </a:moveTo>
                <a:lnTo>
                  <a:pt x="1000125" y="3219450"/>
                </a:lnTo>
                <a:lnTo>
                  <a:pt x="1000125" y="3228975"/>
                </a:lnTo>
                <a:lnTo>
                  <a:pt x="1009650" y="3228975"/>
                </a:lnTo>
                <a:lnTo>
                  <a:pt x="1009650" y="3238500"/>
                </a:lnTo>
                <a:lnTo>
                  <a:pt x="990600" y="3238500"/>
                </a:lnTo>
                <a:close/>
                <a:moveTo>
                  <a:pt x="1066800" y="3219450"/>
                </a:moveTo>
                <a:lnTo>
                  <a:pt x="1076325" y="3219450"/>
                </a:lnTo>
                <a:lnTo>
                  <a:pt x="1076325" y="3228975"/>
                </a:lnTo>
                <a:lnTo>
                  <a:pt x="1085850" y="3228975"/>
                </a:lnTo>
                <a:lnTo>
                  <a:pt x="1085850" y="3238500"/>
                </a:lnTo>
                <a:lnTo>
                  <a:pt x="1114425" y="3238500"/>
                </a:lnTo>
                <a:lnTo>
                  <a:pt x="1114425" y="3248025"/>
                </a:lnTo>
                <a:lnTo>
                  <a:pt x="1076325" y="3248025"/>
                </a:lnTo>
                <a:lnTo>
                  <a:pt x="1076325" y="3238500"/>
                </a:lnTo>
                <a:lnTo>
                  <a:pt x="1066800" y="3238500"/>
                </a:lnTo>
                <a:close/>
                <a:moveTo>
                  <a:pt x="1323975" y="3219450"/>
                </a:moveTo>
                <a:lnTo>
                  <a:pt x="1333500" y="3219450"/>
                </a:lnTo>
                <a:lnTo>
                  <a:pt x="1333500" y="3228975"/>
                </a:lnTo>
                <a:lnTo>
                  <a:pt x="1352550" y="3228975"/>
                </a:lnTo>
                <a:lnTo>
                  <a:pt x="1352550" y="3238500"/>
                </a:lnTo>
                <a:lnTo>
                  <a:pt x="1362075" y="3238500"/>
                </a:lnTo>
                <a:lnTo>
                  <a:pt x="1362075" y="3228975"/>
                </a:lnTo>
                <a:lnTo>
                  <a:pt x="1400175" y="3228975"/>
                </a:lnTo>
                <a:lnTo>
                  <a:pt x="1400175" y="3238500"/>
                </a:lnTo>
                <a:lnTo>
                  <a:pt x="1390650" y="3238500"/>
                </a:lnTo>
                <a:lnTo>
                  <a:pt x="1390650" y="3248025"/>
                </a:lnTo>
                <a:lnTo>
                  <a:pt x="1352550" y="3248025"/>
                </a:lnTo>
                <a:lnTo>
                  <a:pt x="1352550" y="3257550"/>
                </a:lnTo>
                <a:lnTo>
                  <a:pt x="1304925" y="3257550"/>
                </a:lnTo>
                <a:lnTo>
                  <a:pt x="1304925" y="3248025"/>
                </a:lnTo>
                <a:lnTo>
                  <a:pt x="1323975" y="3248025"/>
                </a:lnTo>
                <a:close/>
                <a:moveTo>
                  <a:pt x="209550" y="3228975"/>
                </a:moveTo>
                <a:lnTo>
                  <a:pt x="219075" y="3228975"/>
                </a:lnTo>
                <a:lnTo>
                  <a:pt x="219075" y="3248025"/>
                </a:lnTo>
                <a:lnTo>
                  <a:pt x="209550" y="3248025"/>
                </a:lnTo>
                <a:lnTo>
                  <a:pt x="209550" y="3257550"/>
                </a:lnTo>
                <a:lnTo>
                  <a:pt x="200025" y="3257550"/>
                </a:lnTo>
                <a:lnTo>
                  <a:pt x="200025" y="3248025"/>
                </a:lnTo>
                <a:lnTo>
                  <a:pt x="190500" y="3248025"/>
                </a:lnTo>
                <a:lnTo>
                  <a:pt x="190500" y="3238500"/>
                </a:lnTo>
                <a:lnTo>
                  <a:pt x="209550" y="3238500"/>
                </a:lnTo>
                <a:close/>
                <a:moveTo>
                  <a:pt x="638175" y="3228975"/>
                </a:moveTo>
                <a:lnTo>
                  <a:pt x="657225" y="3228975"/>
                </a:lnTo>
                <a:lnTo>
                  <a:pt x="657225" y="3257550"/>
                </a:lnTo>
                <a:lnTo>
                  <a:pt x="628650" y="3257550"/>
                </a:lnTo>
                <a:lnTo>
                  <a:pt x="628650" y="3238500"/>
                </a:lnTo>
                <a:lnTo>
                  <a:pt x="638175" y="3238500"/>
                </a:lnTo>
                <a:close/>
                <a:moveTo>
                  <a:pt x="1038225" y="3228975"/>
                </a:moveTo>
                <a:lnTo>
                  <a:pt x="1057275" y="3228975"/>
                </a:lnTo>
                <a:lnTo>
                  <a:pt x="1057275" y="3238500"/>
                </a:lnTo>
                <a:lnTo>
                  <a:pt x="1047750" y="3238500"/>
                </a:lnTo>
                <a:lnTo>
                  <a:pt x="1047750" y="3248025"/>
                </a:lnTo>
                <a:lnTo>
                  <a:pt x="1028700" y="3248025"/>
                </a:lnTo>
                <a:lnTo>
                  <a:pt x="1028700" y="3257550"/>
                </a:lnTo>
                <a:lnTo>
                  <a:pt x="1019175" y="3257550"/>
                </a:lnTo>
                <a:lnTo>
                  <a:pt x="1019175" y="3248025"/>
                </a:lnTo>
                <a:lnTo>
                  <a:pt x="1009650" y="3248025"/>
                </a:lnTo>
                <a:lnTo>
                  <a:pt x="1009650" y="3238500"/>
                </a:lnTo>
                <a:lnTo>
                  <a:pt x="1038225" y="3238500"/>
                </a:lnTo>
                <a:close/>
                <a:moveTo>
                  <a:pt x="1524000" y="3228975"/>
                </a:moveTo>
                <a:lnTo>
                  <a:pt x="1533525" y="3228975"/>
                </a:lnTo>
                <a:lnTo>
                  <a:pt x="1533525" y="3238500"/>
                </a:lnTo>
                <a:lnTo>
                  <a:pt x="1524000" y="3238500"/>
                </a:lnTo>
                <a:close/>
                <a:moveTo>
                  <a:pt x="1676400" y="3228975"/>
                </a:moveTo>
                <a:lnTo>
                  <a:pt x="1685925" y="3228975"/>
                </a:lnTo>
                <a:lnTo>
                  <a:pt x="1685925" y="3238500"/>
                </a:lnTo>
                <a:lnTo>
                  <a:pt x="1676400" y="3238500"/>
                </a:lnTo>
                <a:close/>
                <a:moveTo>
                  <a:pt x="533400" y="3238500"/>
                </a:moveTo>
                <a:lnTo>
                  <a:pt x="542925" y="3238500"/>
                </a:lnTo>
                <a:lnTo>
                  <a:pt x="542925" y="3248025"/>
                </a:lnTo>
                <a:lnTo>
                  <a:pt x="533400" y="3248025"/>
                </a:lnTo>
                <a:close/>
                <a:moveTo>
                  <a:pt x="695325" y="3238500"/>
                </a:moveTo>
                <a:lnTo>
                  <a:pt x="714375" y="3238500"/>
                </a:lnTo>
                <a:lnTo>
                  <a:pt x="714375" y="3248025"/>
                </a:lnTo>
                <a:lnTo>
                  <a:pt x="704850" y="3248025"/>
                </a:lnTo>
                <a:lnTo>
                  <a:pt x="704850" y="3257550"/>
                </a:lnTo>
                <a:lnTo>
                  <a:pt x="695325" y="3257550"/>
                </a:lnTo>
                <a:close/>
                <a:moveTo>
                  <a:pt x="828675" y="3238500"/>
                </a:moveTo>
                <a:lnTo>
                  <a:pt x="838200" y="3238500"/>
                </a:lnTo>
                <a:lnTo>
                  <a:pt x="838200" y="3248025"/>
                </a:lnTo>
                <a:lnTo>
                  <a:pt x="828675" y="3248025"/>
                </a:lnTo>
                <a:close/>
                <a:moveTo>
                  <a:pt x="885825" y="3238500"/>
                </a:moveTo>
                <a:lnTo>
                  <a:pt x="895350" y="3238500"/>
                </a:lnTo>
                <a:lnTo>
                  <a:pt x="895350" y="3248025"/>
                </a:lnTo>
                <a:lnTo>
                  <a:pt x="885825" y="3248025"/>
                </a:lnTo>
                <a:close/>
                <a:moveTo>
                  <a:pt x="942975" y="3238500"/>
                </a:moveTo>
                <a:lnTo>
                  <a:pt x="952500" y="3238500"/>
                </a:lnTo>
                <a:lnTo>
                  <a:pt x="952500" y="3248025"/>
                </a:lnTo>
                <a:lnTo>
                  <a:pt x="942975" y="3248025"/>
                </a:lnTo>
                <a:close/>
                <a:moveTo>
                  <a:pt x="1152525" y="3238500"/>
                </a:moveTo>
                <a:lnTo>
                  <a:pt x="1162050" y="3238500"/>
                </a:lnTo>
                <a:lnTo>
                  <a:pt x="1162050" y="3248025"/>
                </a:lnTo>
                <a:lnTo>
                  <a:pt x="1152525" y="3248025"/>
                </a:lnTo>
                <a:close/>
                <a:moveTo>
                  <a:pt x="1533525" y="3238500"/>
                </a:moveTo>
                <a:lnTo>
                  <a:pt x="1543050" y="3238500"/>
                </a:lnTo>
                <a:lnTo>
                  <a:pt x="1543050" y="3248025"/>
                </a:lnTo>
                <a:lnTo>
                  <a:pt x="1533525" y="3248025"/>
                </a:lnTo>
                <a:close/>
                <a:moveTo>
                  <a:pt x="1666875" y="3238500"/>
                </a:moveTo>
                <a:lnTo>
                  <a:pt x="1676400" y="3238500"/>
                </a:lnTo>
                <a:lnTo>
                  <a:pt x="1676400" y="3248025"/>
                </a:lnTo>
                <a:lnTo>
                  <a:pt x="1666875" y="3248025"/>
                </a:lnTo>
                <a:close/>
                <a:moveTo>
                  <a:pt x="180975" y="3248025"/>
                </a:moveTo>
                <a:lnTo>
                  <a:pt x="190500" y="3248025"/>
                </a:lnTo>
                <a:lnTo>
                  <a:pt x="190500" y="3257550"/>
                </a:lnTo>
                <a:lnTo>
                  <a:pt x="180975" y="3257550"/>
                </a:lnTo>
                <a:close/>
                <a:moveTo>
                  <a:pt x="742950" y="3248025"/>
                </a:moveTo>
                <a:lnTo>
                  <a:pt x="762000" y="3248025"/>
                </a:lnTo>
                <a:lnTo>
                  <a:pt x="762000" y="3257550"/>
                </a:lnTo>
                <a:lnTo>
                  <a:pt x="742950" y="3257550"/>
                </a:lnTo>
                <a:close/>
                <a:moveTo>
                  <a:pt x="923925" y="3248025"/>
                </a:moveTo>
                <a:lnTo>
                  <a:pt x="942975" y="3248025"/>
                </a:lnTo>
                <a:lnTo>
                  <a:pt x="942975" y="3267075"/>
                </a:lnTo>
                <a:lnTo>
                  <a:pt x="933450" y="3267075"/>
                </a:lnTo>
                <a:lnTo>
                  <a:pt x="933450" y="3257550"/>
                </a:lnTo>
                <a:lnTo>
                  <a:pt x="923925" y="3257550"/>
                </a:lnTo>
                <a:close/>
                <a:moveTo>
                  <a:pt x="952500" y="3248025"/>
                </a:moveTo>
                <a:lnTo>
                  <a:pt x="962025" y="3248025"/>
                </a:lnTo>
                <a:lnTo>
                  <a:pt x="962025" y="3267075"/>
                </a:lnTo>
                <a:lnTo>
                  <a:pt x="952500" y="3267075"/>
                </a:lnTo>
                <a:close/>
                <a:moveTo>
                  <a:pt x="1133475" y="3248025"/>
                </a:moveTo>
                <a:lnTo>
                  <a:pt x="1143000" y="3248025"/>
                </a:lnTo>
                <a:lnTo>
                  <a:pt x="1143000" y="3257550"/>
                </a:lnTo>
                <a:lnTo>
                  <a:pt x="1133475" y="3257550"/>
                </a:lnTo>
                <a:close/>
                <a:moveTo>
                  <a:pt x="1600200" y="3248025"/>
                </a:moveTo>
                <a:lnTo>
                  <a:pt x="1619250" y="3248025"/>
                </a:lnTo>
                <a:lnTo>
                  <a:pt x="1619250" y="3257550"/>
                </a:lnTo>
                <a:lnTo>
                  <a:pt x="1600200" y="3257550"/>
                </a:lnTo>
                <a:close/>
                <a:moveTo>
                  <a:pt x="133350" y="3257550"/>
                </a:moveTo>
                <a:lnTo>
                  <a:pt x="142875" y="3257550"/>
                </a:lnTo>
                <a:lnTo>
                  <a:pt x="142875" y="3267075"/>
                </a:lnTo>
                <a:lnTo>
                  <a:pt x="133350" y="3267075"/>
                </a:lnTo>
                <a:close/>
                <a:moveTo>
                  <a:pt x="504825" y="3295650"/>
                </a:moveTo>
                <a:lnTo>
                  <a:pt x="523875" y="3295650"/>
                </a:lnTo>
                <a:lnTo>
                  <a:pt x="523875" y="3314700"/>
                </a:lnTo>
                <a:lnTo>
                  <a:pt x="542925" y="3314700"/>
                </a:lnTo>
                <a:lnTo>
                  <a:pt x="542925" y="3324225"/>
                </a:lnTo>
                <a:lnTo>
                  <a:pt x="533400" y="3324225"/>
                </a:lnTo>
                <a:lnTo>
                  <a:pt x="533400" y="3333750"/>
                </a:lnTo>
                <a:lnTo>
                  <a:pt x="523875" y="3333750"/>
                </a:lnTo>
                <a:lnTo>
                  <a:pt x="523875" y="3324225"/>
                </a:lnTo>
                <a:lnTo>
                  <a:pt x="514350" y="3324225"/>
                </a:lnTo>
                <a:lnTo>
                  <a:pt x="514350" y="3305175"/>
                </a:lnTo>
                <a:lnTo>
                  <a:pt x="504825" y="3305175"/>
                </a:lnTo>
                <a:close/>
                <a:moveTo>
                  <a:pt x="762000" y="3295650"/>
                </a:moveTo>
                <a:lnTo>
                  <a:pt x="771525" y="3295650"/>
                </a:lnTo>
                <a:lnTo>
                  <a:pt x="771525" y="3305175"/>
                </a:lnTo>
                <a:lnTo>
                  <a:pt x="762000" y="3305175"/>
                </a:lnTo>
                <a:close/>
                <a:moveTo>
                  <a:pt x="1419225" y="3295650"/>
                </a:moveTo>
                <a:lnTo>
                  <a:pt x="1447800" y="3295650"/>
                </a:lnTo>
                <a:lnTo>
                  <a:pt x="1447800" y="3314700"/>
                </a:lnTo>
                <a:lnTo>
                  <a:pt x="1438275" y="3314700"/>
                </a:lnTo>
                <a:lnTo>
                  <a:pt x="1438275" y="3305175"/>
                </a:lnTo>
                <a:lnTo>
                  <a:pt x="1419225" y="3305175"/>
                </a:lnTo>
                <a:close/>
                <a:moveTo>
                  <a:pt x="771525" y="3305175"/>
                </a:moveTo>
                <a:lnTo>
                  <a:pt x="800100" y="3305175"/>
                </a:lnTo>
                <a:lnTo>
                  <a:pt x="800100" y="3333750"/>
                </a:lnTo>
                <a:lnTo>
                  <a:pt x="809625" y="3333750"/>
                </a:lnTo>
                <a:lnTo>
                  <a:pt x="809625" y="3371850"/>
                </a:lnTo>
                <a:lnTo>
                  <a:pt x="800100" y="3371850"/>
                </a:lnTo>
                <a:lnTo>
                  <a:pt x="800100" y="3362325"/>
                </a:lnTo>
                <a:lnTo>
                  <a:pt x="790575" y="3362325"/>
                </a:lnTo>
                <a:lnTo>
                  <a:pt x="790575" y="3314700"/>
                </a:lnTo>
                <a:lnTo>
                  <a:pt x="771525" y="3314700"/>
                </a:lnTo>
                <a:close/>
                <a:moveTo>
                  <a:pt x="838200" y="3305175"/>
                </a:moveTo>
                <a:lnTo>
                  <a:pt x="857250" y="3305175"/>
                </a:lnTo>
                <a:lnTo>
                  <a:pt x="857250" y="3314700"/>
                </a:lnTo>
                <a:lnTo>
                  <a:pt x="838200" y="3314700"/>
                </a:lnTo>
                <a:close/>
                <a:moveTo>
                  <a:pt x="857250" y="3314700"/>
                </a:moveTo>
                <a:lnTo>
                  <a:pt x="866775" y="3314700"/>
                </a:lnTo>
                <a:lnTo>
                  <a:pt x="866775" y="3333750"/>
                </a:lnTo>
                <a:lnTo>
                  <a:pt x="857250" y="3333750"/>
                </a:lnTo>
                <a:close/>
                <a:moveTo>
                  <a:pt x="876300" y="3314700"/>
                </a:moveTo>
                <a:lnTo>
                  <a:pt x="885825" y="3314700"/>
                </a:lnTo>
                <a:lnTo>
                  <a:pt x="885825" y="3324225"/>
                </a:lnTo>
                <a:lnTo>
                  <a:pt x="876300" y="3324225"/>
                </a:lnTo>
                <a:close/>
                <a:moveTo>
                  <a:pt x="1447800" y="3314700"/>
                </a:moveTo>
                <a:lnTo>
                  <a:pt x="1495425" y="3314700"/>
                </a:lnTo>
                <a:lnTo>
                  <a:pt x="1495425" y="3324225"/>
                </a:lnTo>
                <a:lnTo>
                  <a:pt x="1457325" y="3324225"/>
                </a:lnTo>
                <a:lnTo>
                  <a:pt x="1457325" y="3333750"/>
                </a:lnTo>
                <a:lnTo>
                  <a:pt x="1447800" y="3333750"/>
                </a:lnTo>
                <a:close/>
                <a:moveTo>
                  <a:pt x="1581150" y="3314700"/>
                </a:moveTo>
                <a:lnTo>
                  <a:pt x="1638300" y="3314700"/>
                </a:lnTo>
                <a:lnTo>
                  <a:pt x="1638300" y="3324225"/>
                </a:lnTo>
                <a:lnTo>
                  <a:pt x="1609725" y="3324225"/>
                </a:lnTo>
                <a:lnTo>
                  <a:pt x="1609725" y="3333750"/>
                </a:lnTo>
                <a:lnTo>
                  <a:pt x="1581150" y="3333750"/>
                </a:lnTo>
                <a:close/>
                <a:moveTo>
                  <a:pt x="647700" y="3324225"/>
                </a:moveTo>
                <a:lnTo>
                  <a:pt x="657225" y="3324225"/>
                </a:lnTo>
                <a:lnTo>
                  <a:pt x="657225" y="3333750"/>
                </a:lnTo>
                <a:lnTo>
                  <a:pt x="666750" y="3333750"/>
                </a:lnTo>
                <a:lnTo>
                  <a:pt x="666750" y="3362325"/>
                </a:lnTo>
                <a:lnTo>
                  <a:pt x="657225" y="3362325"/>
                </a:lnTo>
                <a:lnTo>
                  <a:pt x="657225" y="3343275"/>
                </a:lnTo>
                <a:lnTo>
                  <a:pt x="638175" y="3343275"/>
                </a:lnTo>
                <a:lnTo>
                  <a:pt x="638175" y="3333750"/>
                </a:lnTo>
                <a:lnTo>
                  <a:pt x="647700" y="3333750"/>
                </a:lnTo>
                <a:close/>
                <a:moveTo>
                  <a:pt x="1295400" y="3324225"/>
                </a:moveTo>
                <a:lnTo>
                  <a:pt x="1304925" y="3324225"/>
                </a:lnTo>
                <a:lnTo>
                  <a:pt x="1304925" y="3333750"/>
                </a:lnTo>
                <a:lnTo>
                  <a:pt x="1295400" y="3333750"/>
                </a:lnTo>
                <a:close/>
                <a:moveTo>
                  <a:pt x="1638300" y="3324225"/>
                </a:moveTo>
                <a:lnTo>
                  <a:pt x="1647825" y="3324225"/>
                </a:lnTo>
                <a:lnTo>
                  <a:pt x="1647825" y="3333750"/>
                </a:lnTo>
                <a:lnTo>
                  <a:pt x="1638300" y="3333750"/>
                </a:lnTo>
                <a:close/>
                <a:moveTo>
                  <a:pt x="581025" y="3333750"/>
                </a:moveTo>
                <a:lnTo>
                  <a:pt x="590550" y="3333750"/>
                </a:lnTo>
                <a:lnTo>
                  <a:pt x="590550" y="3343275"/>
                </a:lnTo>
                <a:lnTo>
                  <a:pt x="581025" y="3343275"/>
                </a:lnTo>
                <a:close/>
                <a:moveTo>
                  <a:pt x="1200150" y="3333750"/>
                </a:moveTo>
                <a:lnTo>
                  <a:pt x="1209675" y="3333750"/>
                </a:lnTo>
                <a:lnTo>
                  <a:pt x="1209675" y="3343275"/>
                </a:lnTo>
                <a:lnTo>
                  <a:pt x="1200150" y="3343275"/>
                </a:lnTo>
                <a:close/>
                <a:moveTo>
                  <a:pt x="1009650" y="3343275"/>
                </a:moveTo>
                <a:lnTo>
                  <a:pt x="1019175" y="3343275"/>
                </a:lnTo>
                <a:lnTo>
                  <a:pt x="1019175" y="3381375"/>
                </a:lnTo>
                <a:lnTo>
                  <a:pt x="1000125" y="3381375"/>
                </a:lnTo>
                <a:lnTo>
                  <a:pt x="1000125" y="3371850"/>
                </a:lnTo>
                <a:lnTo>
                  <a:pt x="1009650" y="3371850"/>
                </a:lnTo>
                <a:close/>
                <a:moveTo>
                  <a:pt x="1533525" y="3343275"/>
                </a:moveTo>
                <a:lnTo>
                  <a:pt x="1562100" y="3343275"/>
                </a:lnTo>
                <a:lnTo>
                  <a:pt x="1562100" y="3352800"/>
                </a:lnTo>
                <a:lnTo>
                  <a:pt x="1533525" y="3352800"/>
                </a:lnTo>
                <a:close/>
                <a:moveTo>
                  <a:pt x="847725" y="3352800"/>
                </a:moveTo>
                <a:lnTo>
                  <a:pt x="857250" y="3352800"/>
                </a:lnTo>
                <a:lnTo>
                  <a:pt x="857250" y="3362325"/>
                </a:lnTo>
                <a:lnTo>
                  <a:pt x="847725" y="3362325"/>
                </a:lnTo>
                <a:close/>
                <a:moveTo>
                  <a:pt x="504825" y="3362325"/>
                </a:moveTo>
                <a:lnTo>
                  <a:pt x="514350" y="3362325"/>
                </a:lnTo>
                <a:lnTo>
                  <a:pt x="514350" y="3381375"/>
                </a:lnTo>
                <a:lnTo>
                  <a:pt x="504825" y="3381375"/>
                </a:lnTo>
                <a:close/>
                <a:moveTo>
                  <a:pt x="523875" y="3362325"/>
                </a:moveTo>
                <a:lnTo>
                  <a:pt x="533400" y="3362325"/>
                </a:lnTo>
                <a:lnTo>
                  <a:pt x="533400" y="3371850"/>
                </a:lnTo>
                <a:lnTo>
                  <a:pt x="523875" y="3371850"/>
                </a:lnTo>
                <a:close/>
                <a:moveTo>
                  <a:pt x="647700" y="3362325"/>
                </a:moveTo>
                <a:lnTo>
                  <a:pt x="657225" y="3362325"/>
                </a:lnTo>
                <a:lnTo>
                  <a:pt x="657225" y="3371850"/>
                </a:lnTo>
                <a:lnTo>
                  <a:pt x="647700" y="3371850"/>
                </a:lnTo>
                <a:close/>
                <a:moveTo>
                  <a:pt x="1685925" y="3362325"/>
                </a:moveTo>
                <a:lnTo>
                  <a:pt x="1704975" y="3362325"/>
                </a:lnTo>
                <a:lnTo>
                  <a:pt x="1704975" y="3390900"/>
                </a:lnTo>
                <a:lnTo>
                  <a:pt x="1695450" y="3390900"/>
                </a:lnTo>
                <a:lnTo>
                  <a:pt x="1695450" y="3381375"/>
                </a:lnTo>
                <a:lnTo>
                  <a:pt x="1685925" y="3381375"/>
                </a:lnTo>
                <a:close/>
                <a:moveTo>
                  <a:pt x="428625" y="3371850"/>
                </a:moveTo>
                <a:lnTo>
                  <a:pt x="438150" y="3371850"/>
                </a:lnTo>
                <a:lnTo>
                  <a:pt x="438150" y="3381375"/>
                </a:lnTo>
                <a:lnTo>
                  <a:pt x="428625" y="3381375"/>
                </a:lnTo>
                <a:close/>
                <a:moveTo>
                  <a:pt x="809625" y="3371850"/>
                </a:moveTo>
                <a:lnTo>
                  <a:pt x="819150" y="3371850"/>
                </a:lnTo>
                <a:lnTo>
                  <a:pt x="819150" y="3400425"/>
                </a:lnTo>
                <a:lnTo>
                  <a:pt x="809625" y="3400425"/>
                </a:lnTo>
                <a:lnTo>
                  <a:pt x="809625" y="3419475"/>
                </a:lnTo>
                <a:lnTo>
                  <a:pt x="800100" y="3419475"/>
                </a:lnTo>
                <a:lnTo>
                  <a:pt x="800100" y="3400425"/>
                </a:lnTo>
                <a:lnTo>
                  <a:pt x="790575" y="3400425"/>
                </a:lnTo>
                <a:lnTo>
                  <a:pt x="790575" y="3390900"/>
                </a:lnTo>
                <a:lnTo>
                  <a:pt x="781050" y="3390900"/>
                </a:lnTo>
                <a:lnTo>
                  <a:pt x="781050" y="3381375"/>
                </a:lnTo>
                <a:lnTo>
                  <a:pt x="790575" y="3381375"/>
                </a:lnTo>
                <a:lnTo>
                  <a:pt x="790575" y="3390900"/>
                </a:lnTo>
                <a:lnTo>
                  <a:pt x="809625" y="3390900"/>
                </a:lnTo>
                <a:close/>
                <a:moveTo>
                  <a:pt x="847725" y="3371850"/>
                </a:moveTo>
                <a:lnTo>
                  <a:pt x="866775" y="3371850"/>
                </a:lnTo>
                <a:lnTo>
                  <a:pt x="866775" y="3390900"/>
                </a:lnTo>
                <a:lnTo>
                  <a:pt x="847725" y="3390900"/>
                </a:lnTo>
                <a:close/>
                <a:moveTo>
                  <a:pt x="971550" y="3381375"/>
                </a:moveTo>
                <a:lnTo>
                  <a:pt x="1000125" y="3381375"/>
                </a:lnTo>
                <a:lnTo>
                  <a:pt x="1000125" y="3400425"/>
                </a:lnTo>
                <a:lnTo>
                  <a:pt x="1009650" y="3400425"/>
                </a:lnTo>
                <a:lnTo>
                  <a:pt x="1009650" y="3409950"/>
                </a:lnTo>
                <a:lnTo>
                  <a:pt x="1019175" y="3409950"/>
                </a:lnTo>
                <a:lnTo>
                  <a:pt x="1019175" y="3381375"/>
                </a:lnTo>
                <a:lnTo>
                  <a:pt x="1028700" y="3381375"/>
                </a:lnTo>
                <a:lnTo>
                  <a:pt x="1028700" y="3419475"/>
                </a:lnTo>
                <a:lnTo>
                  <a:pt x="1019175" y="3419475"/>
                </a:lnTo>
                <a:lnTo>
                  <a:pt x="1019175" y="3429000"/>
                </a:lnTo>
                <a:lnTo>
                  <a:pt x="1000125" y="3429000"/>
                </a:lnTo>
                <a:lnTo>
                  <a:pt x="1000125" y="3409950"/>
                </a:lnTo>
                <a:lnTo>
                  <a:pt x="990600" y="3409950"/>
                </a:lnTo>
                <a:lnTo>
                  <a:pt x="990600" y="3429000"/>
                </a:lnTo>
                <a:lnTo>
                  <a:pt x="981075" y="3429000"/>
                </a:lnTo>
                <a:lnTo>
                  <a:pt x="981075" y="3390900"/>
                </a:lnTo>
                <a:lnTo>
                  <a:pt x="971550" y="3390900"/>
                </a:lnTo>
                <a:close/>
                <a:moveTo>
                  <a:pt x="1647825" y="3390900"/>
                </a:moveTo>
                <a:lnTo>
                  <a:pt x="1657350" y="3390900"/>
                </a:lnTo>
                <a:lnTo>
                  <a:pt x="1657350" y="3400425"/>
                </a:lnTo>
                <a:lnTo>
                  <a:pt x="1647825" y="3400425"/>
                </a:lnTo>
                <a:close/>
                <a:moveTo>
                  <a:pt x="847725" y="3400425"/>
                </a:moveTo>
                <a:lnTo>
                  <a:pt x="866775" y="3400425"/>
                </a:lnTo>
                <a:lnTo>
                  <a:pt x="866775" y="3409950"/>
                </a:lnTo>
                <a:lnTo>
                  <a:pt x="847725" y="3409950"/>
                </a:lnTo>
                <a:close/>
                <a:moveTo>
                  <a:pt x="1676400" y="3400425"/>
                </a:moveTo>
                <a:lnTo>
                  <a:pt x="1695450" y="3400425"/>
                </a:lnTo>
                <a:lnTo>
                  <a:pt x="1695450" y="3409950"/>
                </a:lnTo>
                <a:lnTo>
                  <a:pt x="1676400" y="3409950"/>
                </a:lnTo>
                <a:close/>
                <a:moveTo>
                  <a:pt x="838200" y="3409950"/>
                </a:moveTo>
                <a:lnTo>
                  <a:pt x="847725" y="3409950"/>
                </a:lnTo>
                <a:lnTo>
                  <a:pt x="847725" y="3419475"/>
                </a:lnTo>
                <a:lnTo>
                  <a:pt x="857250" y="3419475"/>
                </a:lnTo>
                <a:lnTo>
                  <a:pt x="857250" y="3429000"/>
                </a:lnTo>
                <a:lnTo>
                  <a:pt x="866775" y="3429000"/>
                </a:lnTo>
                <a:lnTo>
                  <a:pt x="866775" y="3409950"/>
                </a:lnTo>
                <a:lnTo>
                  <a:pt x="876300" y="3409950"/>
                </a:lnTo>
                <a:lnTo>
                  <a:pt x="876300" y="3419475"/>
                </a:lnTo>
                <a:lnTo>
                  <a:pt x="885825" y="3419475"/>
                </a:lnTo>
                <a:lnTo>
                  <a:pt x="885825" y="3438525"/>
                </a:lnTo>
                <a:lnTo>
                  <a:pt x="838200" y="3438525"/>
                </a:lnTo>
                <a:lnTo>
                  <a:pt x="838200" y="3429000"/>
                </a:lnTo>
                <a:lnTo>
                  <a:pt x="828675" y="3429000"/>
                </a:lnTo>
                <a:lnTo>
                  <a:pt x="828675" y="3419475"/>
                </a:lnTo>
                <a:lnTo>
                  <a:pt x="838200" y="3419475"/>
                </a:lnTo>
                <a:close/>
                <a:moveTo>
                  <a:pt x="1628775" y="3409950"/>
                </a:moveTo>
                <a:lnTo>
                  <a:pt x="1638300" y="3409950"/>
                </a:lnTo>
                <a:lnTo>
                  <a:pt x="1638300" y="3419475"/>
                </a:lnTo>
                <a:lnTo>
                  <a:pt x="1628775" y="3419475"/>
                </a:lnTo>
                <a:close/>
                <a:moveTo>
                  <a:pt x="809625" y="3419475"/>
                </a:moveTo>
                <a:lnTo>
                  <a:pt x="819150" y="3419475"/>
                </a:lnTo>
                <a:lnTo>
                  <a:pt x="819150" y="3429000"/>
                </a:lnTo>
                <a:lnTo>
                  <a:pt x="809625" y="3429000"/>
                </a:lnTo>
                <a:close/>
                <a:moveTo>
                  <a:pt x="952500" y="3419475"/>
                </a:moveTo>
                <a:lnTo>
                  <a:pt x="962025" y="3419475"/>
                </a:lnTo>
                <a:lnTo>
                  <a:pt x="962025" y="3429000"/>
                </a:lnTo>
                <a:lnTo>
                  <a:pt x="952500" y="3429000"/>
                </a:lnTo>
                <a:close/>
                <a:moveTo>
                  <a:pt x="1619250" y="3419475"/>
                </a:moveTo>
                <a:lnTo>
                  <a:pt x="1628775" y="3419475"/>
                </a:lnTo>
                <a:lnTo>
                  <a:pt x="1628775" y="3429000"/>
                </a:lnTo>
                <a:lnTo>
                  <a:pt x="1619250" y="3429000"/>
                </a:lnTo>
                <a:close/>
                <a:moveTo>
                  <a:pt x="800100" y="3429000"/>
                </a:moveTo>
                <a:lnTo>
                  <a:pt x="809625" y="3429000"/>
                </a:lnTo>
                <a:lnTo>
                  <a:pt x="809625" y="3438525"/>
                </a:lnTo>
                <a:lnTo>
                  <a:pt x="800100" y="3438525"/>
                </a:lnTo>
                <a:close/>
                <a:moveTo>
                  <a:pt x="819150" y="3429000"/>
                </a:moveTo>
                <a:lnTo>
                  <a:pt x="828675" y="3429000"/>
                </a:lnTo>
                <a:lnTo>
                  <a:pt x="828675" y="3438525"/>
                </a:lnTo>
                <a:lnTo>
                  <a:pt x="819150" y="3438525"/>
                </a:lnTo>
                <a:close/>
                <a:moveTo>
                  <a:pt x="933450" y="3429000"/>
                </a:moveTo>
                <a:lnTo>
                  <a:pt x="942975" y="3429000"/>
                </a:lnTo>
                <a:lnTo>
                  <a:pt x="942975" y="3438525"/>
                </a:lnTo>
                <a:lnTo>
                  <a:pt x="933450" y="3438525"/>
                </a:lnTo>
                <a:close/>
                <a:moveTo>
                  <a:pt x="1495425" y="3429000"/>
                </a:moveTo>
                <a:lnTo>
                  <a:pt x="1504950" y="3429000"/>
                </a:lnTo>
                <a:lnTo>
                  <a:pt x="1504950" y="3438525"/>
                </a:lnTo>
                <a:lnTo>
                  <a:pt x="1495425" y="3438525"/>
                </a:lnTo>
                <a:close/>
                <a:moveTo>
                  <a:pt x="1552575" y="3429000"/>
                </a:moveTo>
                <a:lnTo>
                  <a:pt x="1571625" y="3429000"/>
                </a:lnTo>
                <a:lnTo>
                  <a:pt x="1571625" y="3438525"/>
                </a:lnTo>
                <a:lnTo>
                  <a:pt x="1552575" y="3438525"/>
                </a:lnTo>
                <a:close/>
                <a:moveTo>
                  <a:pt x="1657350" y="3429000"/>
                </a:moveTo>
                <a:lnTo>
                  <a:pt x="1676400" y="3429000"/>
                </a:lnTo>
                <a:lnTo>
                  <a:pt x="1676400" y="3438525"/>
                </a:lnTo>
                <a:lnTo>
                  <a:pt x="1685925" y="3438525"/>
                </a:lnTo>
                <a:lnTo>
                  <a:pt x="1685925" y="3457575"/>
                </a:lnTo>
                <a:lnTo>
                  <a:pt x="1676400" y="3457575"/>
                </a:lnTo>
                <a:lnTo>
                  <a:pt x="1676400" y="3467100"/>
                </a:lnTo>
                <a:lnTo>
                  <a:pt x="1666875" y="3467100"/>
                </a:lnTo>
                <a:lnTo>
                  <a:pt x="1666875" y="3448050"/>
                </a:lnTo>
                <a:lnTo>
                  <a:pt x="1657350" y="3448050"/>
                </a:lnTo>
                <a:close/>
                <a:moveTo>
                  <a:pt x="428625" y="3438525"/>
                </a:moveTo>
                <a:lnTo>
                  <a:pt x="438150" y="3438525"/>
                </a:lnTo>
                <a:lnTo>
                  <a:pt x="438150" y="3486150"/>
                </a:lnTo>
                <a:lnTo>
                  <a:pt x="428625" y="3486150"/>
                </a:lnTo>
                <a:close/>
                <a:moveTo>
                  <a:pt x="1619250" y="3438525"/>
                </a:moveTo>
                <a:lnTo>
                  <a:pt x="1628775" y="3438525"/>
                </a:lnTo>
                <a:lnTo>
                  <a:pt x="1628775" y="3448050"/>
                </a:lnTo>
                <a:lnTo>
                  <a:pt x="1619250" y="3448050"/>
                </a:lnTo>
                <a:close/>
                <a:moveTo>
                  <a:pt x="762000" y="3448050"/>
                </a:moveTo>
                <a:lnTo>
                  <a:pt x="771525" y="3448050"/>
                </a:lnTo>
                <a:lnTo>
                  <a:pt x="771525" y="3457575"/>
                </a:lnTo>
                <a:lnTo>
                  <a:pt x="762000" y="3457575"/>
                </a:lnTo>
                <a:close/>
                <a:moveTo>
                  <a:pt x="1447800" y="3448050"/>
                </a:moveTo>
                <a:lnTo>
                  <a:pt x="1457325" y="3448050"/>
                </a:lnTo>
                <a:lnTo>
                  <a:pt x="1457325" y="3457575"/>
                </a:lnTo>
                <a:lnTo>
                  <a:pt x="1447800" y="3457575"/>
                </a:lnTo>
                <a:close/>
                <a:moveTo>
                  <a:pt x="1600200" y="3448050"/>
                </a:moveTo>
                <a:lnTo>
                  <a:pt x="1609725" y="3448050"/>
                </a:lnTo>
                <a:lnTo>
                  <a:pt x="1609725" y="3457575"/>
                </a:lnTo>
                <a:lnTo>
                  <a:pt x="1600200" y="3457575"/>
                </a:lnTo>
                <a:close/>
                <a:moveTo>
                  <a:pt x="771525" y="3457575"/>
                </a:moveTo>
                <a:lnTo>
                  <a:pt x="790575" y="3457575"/>
                </a:lnTo>
                <a:lnTo>
                  <a:pt x="790575" y="3467100"/>
                </a:lnTo>
                <a:lnTo>
                  <a:pt x="781050" y="3467100"/>
                </a:lnTo>
                <a:lnTo>
                  <a:pt x="781050" y="3476625"/>
                </a:lnTo>
                <a:lnTo>
                  <a:pt x="771525" y="3476625"/>
                </a:lnTo>
                <a:close/>
                <a:moveTo>
                  <a:pt x="1438275" y="3457575"/>
                </a:moveTo>
                <a:lnTo>
                  <a:pt x="1447800" y="3457575"/>
                </a:lnTo>
                <a:lnTo>
                  <a:pt x="1447800" y="3467100"/>
                </a:lnTo>
                <a:lnTo>
                  <a:pt x="1438275" y="3467100"/>
                </a:lnTo>
                <a:close/>
                <a:moveTo>
                  <a:pt x="1428750" y="3467100"/>
                </a:moveTo>
                <a:lnTo>
                  <a:pt x="1438275" y="3467100"/>
                </a:lnTo>
                <a:lnTo>
                  <a:pt x="1438275" y="3495675"/>
                </a:lnTo>
                <a:lnTo>
                  <a:pt x="1400175" y="3495675"/>
                </a:lnTo>
                <a:lnTo>
                  <a:pt x="1400175" y="3476625"/>
                </a:lnTo>
                <a:lnTo>
                  <a:pt x="1428750" y="3476625"/>
                </a:lnTo>
                <a:close/>
                <a:moveTo>
                  <a:pt x="1466850" y="3467100"/>
                </a:moveTo>
                <a:lnTo>
                  <a:pt x="1476375" y="3467100"/>
                </a:lnTo>
                <a:lnTo>
                  <a:pt x="1476375" y="3476625"/>
                </a:lnTo>
                <a:lnTo>
                  <a:pt x="1466850" y="3476625"/>
                </a:lnTo>
                <a:close/>
                <a:moveTo>
                  <a:pt x="1076325" y="3476625"/>
                </a:moveTo>
                <a:lnTo>
                  <a:pt x="1095375" y="3476625"/>
                </a:lnTo>
                <a:lnTo>
                  <a:pt x="1095375" y="3486150"/>
                </a:lnTo>
                <a:lnTo>
                  <a:pt x="1076325" y="3486150"/>
                </a:lnTo>
                <a:close/>
                <a:moveTo>
                  <a:pt x="1476375" y="3476625"/>
                </a:moveTo>
                <a:lnTo>
                  <a:pt x="1485900" y="3476625"/>
                </a:lnTo>
                <a:lnTo>
                  <a:pt x="1485900" y="3486150"/>
                </a:lnTo>
                <a:lnTo>
                  <a:pt x="1495425" y="3486150"/>
                </a:lnTo>
                <a:lnTo>
                  <a:pt x="1495425" y="3495675"/>
                </a:lnTo>
                <a:lnTo>
                  <a:pt x="1466850" y="3495675"/>
                </a:lnTo>
                <a:lnTo>
                  <a:pt x="1466850" y="3486150"/>
                </a:lnTo>
                <a:lnTo>
                  <a:pt x="1476375" y="3486150"/>
                </a:lnTo>
                <a:close/>
                <a:moveTo>
                  <a:pt x="1657350" y="3476625"/>
                </a:moveTo>
                <a:lnTo>
                  <a:pt x="1676400" y="3476625"/>
                </a:lnTo>
                <a:lnTo>
                  <a:pt x="1676400" y="3486150"/>
                </a:lnTo>
                <a:lnTo>
                  <a:pt x="1657350" y="3486150"/>
                </a:lnTo>
                <a:close/>
                <a:moveTo>
                  <a:pt x="1000125" y="3486150"/>
                </a:moveTo>
                <a:lnTo>
                  <a:pt x="1009650" y="3486150"/>
                </a:lnTo>
                <a:lnTo>
                  <a:pt x="1009650" y="3495675"/>
                </a:lnTo>
                <a:lnTo>
                  <a:pt x="1000125" y="3495675"/>
                </a:lnTo>
                <a:close/>
                <a:moveTo>
                  <a:pt x="1524000" y="3495675"/>
                </a:moveTo>
                <a:lnTo>
                  <a:pt x="1533525" y="3495675"/>
                </a:lnTo>
                <a:lnTo>
                  <a:pt x="1533525" y="3505200"/>
                </a:lnTo>
                <a:lnTo>
                  <a:pt x="1524000" y="3505200"/>
                </a:lnTo>
                <a:close/>
                <a:moveTo>
                  <a:pt x="733425" y="3505200"/>
                </a:moveTo>
                <a:lnTo>
                  <a:pt x="752475" y="3505200"/>
                </a:lnTo>
                <a:lnTo>
                  <a:pt x="752475" y="3514725"/>
                </a:lnTo>
                <a:lnTo>
                  <a:pt x="762000" y="3514725"/>
                </a:lnTo>
                <a:lnTo>
                  <a:pt x="762000" y="3533775"/>
                </a:lnTo>
                <a:lnTo>
                  <a:pt x="752475" y="3533775"/>
                </a:lnTo>
                <a:lnTo>
                  <a:pt x="752475" y="3543300"/>
                </a:lnTo>
                <a:lnTo>
                  <a:pt x="742950" y="3543300"/>
                </a:lnTo>
                <a:lnTo>
                  <a:pt x="742950" y="3533775"/>
                </a:lnTo>
                <a:lnTo>
                  <a:pt x="733425" y="3533775"/>
                </a:lnTo>
                <a:close/>
                <a:moveTo>
                  <a:pt x="628650" y="3514725"/>
                </a:moveTo>
                <a:lnTo>
                  <a:pt x="638175" y="3514725"/>
                </a:lnTo>
                <a:lnTo>
                  <a:pt x="638175" y="3524250"/>
                </a:lnTo>
                <a:lnTo>
                  <a:pt x="647700" y="3524250"/>
                </a:lnTo>
                <a:lnTo>
                  <a:pt x="647700" y="3533775"/>
                </a:lnTo>
                <a:lnTo>
                  <a:pt x="638175" y="3533775"/>
                </a:lnTo>
                <a:lnTo>
                  <a:pt x="638175" y="3552825"/>
                </a:lnTo>
                <a:lnTo>
                  <a:pt x="723900" y="3552825"/>
                </a:lnTo>
                <a:lnTo>
                  <a:pt x="723900" y="3562350"/>
                </a:lnTo>
                <a:lnTo>
                  <a:pt x="685800" y="3562350"/>
                </a:lnTo>
                <a:lnTo>
                  <a:pt x="685800" y="3571875"/>
                </a:lnTo>
                <a:lnTo>
                  <a:pt x="609600" y="3571875"/>
                </a:lnTo>
                <a:lnTo>
                  <a:pt x="609600" y="3562350"/>
                </a:lnTo>
                <a:lnTo>
                  <a:pt x="600075" y="3562350"/>
                </a:lnTo>
                <a:lnTo>
                  <a:pt x="600075" y="3552825"/>
                </a:lnTo>
                <a:lnTo>
                  <a:pt x="609600" y="3552825"/>
                </a:lnTo>
                <a:lnTo>
                  <a:pt x="609600" y="3562350"/>
                </a:lnTo>
                <a:lnTo>
                  <a:pt x="619125" y="3562350"/>
                </a:lnTo>
                <a:lnTo>
                  <a:pt x="619125" y="3552825"/>
                </a:lnTo>
                <a:lnTo>
                  <a:pt x="628650" y="3552825"/>
                </a:lnTo>
                <a:lnTo>
                  <a:pt x="628650" y="3533775"/>
                </a:lnTo>
                <a:lnTo>
                  <a:pt x="619125" y="3533775"/>
                </a:lnTo>
                <a:lnTo>
                  <a:pt x="619125" y="3524250"/>
                </a:lnTo>
                <a:lnTo>
                  <a:pt x="628650" y="3524250"/>
                </a:lnTo>
                <a:close/>
                <a:moveTo>
                  <a:pt x="1171575" y="3514725"/>
                </a:moveTo>
                <a:lnTo>
                  <a:pt x="1181100" y="3514725"/>
                </a:lnTo>
                <a:lnTo>
                  <a:pt x="1181100" y="3524250"/>
                </a:lnTo>
                <a:lnTo>
                  <a:pt x="1171575" y="3524250"/>
                </a:lnTo>
                <a:close/>
                <a:moveTo>
                  <a:pt x="438150" y="3524250"/>
                </a:moveTo>
                <a:lnTo>
                  <a:pt x="447675" y="3524250"/>
                </a:lnTo>
                <a:lnTo>
                  <a:pt x="447675" y="3533775"/>
                </a:lnTo>
                <a:lnTo>
                  <a:pt x="438150" y="3533775"/>
                </a:lnTo>
                <a:close/>
                <a:moveTo>
                  <a:pt x="838200" y="3524250"/>
                </a:moveTo>
                <a:lnTo>
                  <a:pt x="847725" y="3524250"/>
                </a:lnTo>
                <a:lnTo>
                  <a:pt x="847725" y="3533775"/>
                </a:lnTo>
                <a:lnTo>
                  <a:pt x="838200" y="3533775"/>
                </a:lnTo>
                <a:close/>
                <a:moveTo>
                  <a:pt x="923925" y="3524250"/>
                </a:moveTo>
                <a:lnTo>
                  <a:pt x="933450" y="3524250"/>
                </a:lnTo>
                <a:lnTo>
                  <a:pt x="933450" y="3533775"/>
                </a:lnTo>
                <a:lnTo>
                  <a:pt x="942975" y="3533775"/>
                </a:lnTo>
                <a:lnTo>
                  <a:pt x="942975" y="3524250"/>
                </a:lnTo>
                <a:lnTo>
                  <a:pt x="1000125" y="3524250"/>
                </a:lnTo>
                <a:lnTo>
                  <a:pt x="1000125" y="3533775"/>
                </a:lnTo>
                <a:lnTo>
                  <a:pt x="981075" y="3533775"/>
                </a:lnTo>
                <a:lnTo>
                  <a:pt x="981075" y="3543300"/>
                </a:lnTo>
                <a:lnTo>
                  <a:pt x="971550" y="3543300"/>
                </a:lnTo>
                <a:lnTo>
                  <a:pt x="971550" y="3533775"/>
                </a:lnTo>
                <a:lnTo>
                  <a:pt x="962025" y="3533775"/>
                </a:lnTo>
                <a:lnTo>
                  <a:pt x="962025" y="3543300"/>
                </a:lnTo>
                <a:lnTo>
                  <a:pt x="952500" y="3543300"/>
                </a:lnTo>
                <a:lnTo>
                  <a:pt x="952500" y="3533775"/>
                </a:lnTo>
                <a:lnTo>
                  <a:pt x="942975" y="3533775"/>
                </a:lnTo>
                <a:lnTo>
                  <a:pt x="942975" y="3562350"/>
                </a:lnTo>
                <a:lnTo>
                  <a:pt x="914400" y="3562350"/>
                </a:lnTo>
                <a:lnTo>
                  <a:pt x="914400" y="3543300"/>
                </a:lnTo>
                <a:lnTo>
                  <a:pt x="923925" y="3543300"/>
                </a:lnTo>
                <a:close/>
                <a:moveTo>
                  <a:pt x="1285875" y="3524250"/>
                </a:moveTo>
                <a:lnTo>
                  <a:pt x="1295400" y="3524250"/>
                </a:lnTo>
                <a:lnTo>
                  <a:pt x="1295400" y="3533775"/>
                </a:lnTo>
                <a:lnTo>
                  <a:pt x="1304925" y="3533775"/>
                </a:lnTo>
                <a:lnTo>
                  <a:pt x="1304925" y="3552825"/>
                </a:lnTo>
                <a:lnTo>
                  <a:pt x="1295400" y="3552825"/>
                </a:lnTo>
                <a:lnTo>
                  <a:pt x="1295400" y="3543300"/>
                </a:lnTo>
                <a:lnTo>
                  <a:pt x="1276350" y="3543300"/>
                </a:lnTo>
                <a:lnTo>
                  <a:pt x="1276350" y="3533775"/>
                </a:lnTo>
                <a:lnTo>
                  <a:pt x="1285875" y="3533775"/>
                </a:lnTo>
                <a:close/>
                <a:moveTo>
                  <a:pt x="600075" y="3533775"/>
                </a:moveTo>
                <a:lnTo>
                  <a:pt x="609600" y="3533775"/>
                </a:lnTo>
                <a:lnTo>
                  <a:pt x="609600" y="3543300"/>
                </a:lnTo>
                <a:lnTo>
                  <a:pt x="600075" y="3543300"/>
                </a:lnTo>
                <a:close/>
                <a:moveTo>
                  <a:pt x="428625" y="3543300"/>
                </a:moveTo>
                <a:lnTo>
                  <a:pt x="438150" y="3543300"/>
                </a:lnTo>
                <a:lnTo>
                  <a:pt x="438150" y="3552825"/>
                </a:lnTo>
                <a:lnTo>
                  <a:pt x="428625" y="3552825"/>
                </a:lnTo>
                <a:close/>
                <a:moveTo>
                  <a:pt x="1485900" y="3543300"/>
                </a:moveTo>
                <a:lnTo>
                  <a:pt x="1495425" y="3543300"/>
                </a:lnTo>
                <a:lnTo>
                  <a:pt x="1495425" y="3552825"/>
                </a:lnTo>
                <a:lnTo>
                  <a:pt x="1485900" y="3552825"/>
                </a:lnTo>
                <a:close/>
                <a:moveTo>
                  <a:pt x="285750" y="3552825"/>
                </a:moveTo>
                <a:lnTo>
                  <a:pt x="295275" y="3552825"/>
                </a:lnTo>
                <a:lnTo>
                  <a:pt x="295275" y="3562350"/>
                </a:lnTo>
                <a:lnTo>
                  <a:pt x="285750" y="3562350"/>
                </a:lnTo>
                <a:close/>
                <a:moveTo>
                  <a:pt x="371475" y="3552825"/>
                </a:moveTo>
                <a:lnTo>
                  <a:pt x="381000" y="3552825"/>
                </a:lnTo>
                <a:lnTo>
                  <a:pt x="381000" y="3562350"/>
                </a:lnTo>
                <a:lnTo>
                  <a:pt x="371475" y="3562350"/>
                </a:lnTo>
                <a:close/>
                <a:moveTo>
                  <a:pt x="447675" y="3552825"/>
                </a:moveTo>
                <a:lnTo>
                  <a:pt x="457200" y="3552825"/>
                </a:lnTo>
                <a:lnTo>
                  <a:pt x="457200" y="3562350"/>
                </a:lnTo>
                <a:lnTo>
                  <a:pt x="466725" y="3562350"/>
                </a:lnTo>
                <a:lnTo>
                  <a:pt x="466725" y="3571875"/>
                </a:lnTo>
                <a:lnTo>
                  <a:pt x="447675" y="3571875"/>
                </a:lnTo>
                <a:close/>
                <a:moveTo>
                  <a:pt x="857250" y="3552825"/>
                </a:moveTo>
                <a:lnTo>
                  <a:pt x="866775" y="3552825"/>
                </a:lnTo>
                <a:lnTo>
                  <a:pt x="866775" y="3562350"/>
                </a:lnTo>
                <a:lnTo>
                  <a:pt x="857250" y="3562350"/>
                </a:lnTo>
                <a:close/>
                <a:moveTo>
                  <a:pt x="1095375" y="3552825"/>
                </a:moveTo>
                <a:lnTo>
                  <a:pt x="1114425" y="3552825"/>
                </a:lnTo>
                <a:lnTo>
                  <a:pt x="1114425" y="3562350"/>
                </a:lnTo>
                <a:lnTo>
                  <a:pt x="1095375" y="3562350"/>
                </a:lnTo>
                <a:close/>
                <a:moveTo>
                  <a:pt x="352425" y="3562350"/>
                </a:moveTo>
                <a:lnTo>
                  <a:pt x="361950" y="3562350"/>
                </a:lnTo>
                <a:lnTo>
                  <a:pt x="361950" y="3571875"/>
                </a:lnTo>
                <a:lnTo>
                  <a:pt x="352425" y="3571875"/>
                </a:lnTo>
                <a:close/>
                <a:moveTo>
                  <a:pt x="495300" y="3562350"/>
                </a:moveTo>
                <a:lnTo>
                  <a:pt x="514350" y="3562350"/>
                </a:lnTo>
                <a:lnTo>
                  <a:pt x="514350" y="3590925"/>
                </a:lnTo>
                <a:lnTo>
                  <a:pt x="495300" y="3590925"/>
                </a:lnTo>
                <a:close/>
                <a:moveTo>
                  <a:pt x="1514475" y="3571875"/>
                </a:moveTo>
                <a:lnTo>
                  <a:pt x="1533525" y="3571875"/>
                </a:lnTo>
                <a:lnTo>
                  <a:pt x="1533525" y="3581400"/>
                </a:lnTo>
                <a:lnTo>
                  <a:pt x="1514475" y="3581400"/>
                </a:lnTo>
                <a:close/>
                <a:moveTo>
                  <a:pt x="1228725" y="3581400"/>
                </a:moveTo>
                <a:lnTo>
                  <a:pt x="1257300" y="3581400"/>
                </a:lnTo>
                <a:lnTo>
                  <a:pt x="1257300" y="3590925"/>
                </a:lnTo>
                <a:lnTo>
                  <a:pt x="1238250" y="3590925"/>
                </a:lnTo>
                <a:lnTo>
                  <a:pt x="1238250" y="3600450"/>
                </a:lnTo>
                <a:lnTo>
                  <a:pt x="1219200" y="3600450"/>
                </a:lnTo>
                <a:lnTo>
                  <a:pt x="1219200" y="3590925"/>
                </a:lnTo>
                <a:lnTo>
                  <a:pt x="1228725" y="3590925"/>
                </a:lnTo>
                <a:close/>
                <a:moveTo>
                  <a:pt x="361950" y="3590925"/>
                </a:moveTo>
                <a:lnTo>
                  <a:pt x="381000" y="3590925"/>
                </a:lnTo>
                <a:lnTo>
                  <a:pt x="381000" y="3600450"/>
                </a:lnTo>
                <a:lnTo>
                  <a:pt x="361950" y="3600450"/>
                </a:lnTo>
                <a:close/>
                <a:moveTo>
                  <a:pt x="1152525" y="3590925"/>
                </a:moveTo>
                <a:lnTo>
                  <a:pt x="1171575" y="3590925"/>
                </a:lnTo>
                <a:lnTo>
                  <a:pt x="1171575" y="3609975"/>
                </a:lnTo>
                <a:lnTo>
                  <a:pt x="1152525" y="3609975"/>
                </a:lnTo>
                <a:close/>
                <a:moveTo>
                  <a:pt x="1323975" y="3590925"/>
                </a:moveTo>
                <a:lnTo>
                  <a:pt x="1333500" y="3590925"/>
                </a:lnTo>
                <a:lnTo>
                  <a:pt x="1333500" y="3600450"/>
                </a:lnTo>
                <a:lnTo>
                  <a:pt x="1323975" y="3600450"/>
                </a:lnTo>
                <a:close/>
                <a:moveTo>
                  <a:pt x="1343025" y="3590925"/>
                </a:moveTo>
                <a:lnTo>
                  <a:pt x="1352550" y="3590925"/>
                </a:lnTo>
                <a:lnTo>
                  <a:pt x="1352550" y="3600450"/>
                </a:lnTo>
                <a:lnTo>
                  <a:pt x="1343025" y="3600450"/>
                </a:lnTo>
                <a:close/>
                <a:moveTo>
                  <a:pt x="323850" y="3600450"/>
                </a:moveTo>
                <a:lnTo>
                  <a:pt x="342900" y="3600450"/>
                </a:lnTo>
                <a:lnTo>
                  <a:pt x="342900" y="3609975"/>
                </a:lnTo>
                <a:lnTo>
                  <a:pt x="323850" y="3609975"/>
                </a:lnTo>
                <a:close/>
                <a:moveTo>
                  <a:pt x="457200" y="3600450"/>
                </a:moveTo>
                <a:lnTo>
                  <a:pt x="466725" y="3600450"/>
                </a:lnTo>
                <a:lnTo>
                  <a:pt x="466725" y="3629025"/>
                </a:lnTo>
                <a:lnTo>
                  <a:pt x="457200" y="3629025"/>
                </a:lnTo>
                <a:close/>
                <a:moveTo>
                  <a:pt x="1257300" y="3600450"/>
                </a:moveTo>
                <a:lnTo>
                  <a:pt x="1266825" y="3600450"/>
                </a:lnTo>
                <a:lnTo>
                  <a:pt x="1266825" y="3609975"/>
                </a:lnTo>
                <a:lnTo>
                  <a:pt x="1257300" y="3609975"/>
                </a:lnTo>
                <a:close/>
                <a:moveTo>
                  <a:pt x="1352550" y="3600450"/>
                </a:moveTo>
                <a:lnTo>
                  <a:pt x="1362075" y="3600450"/>
                </a:lnTo>
                <a:lnTo>
                  <a:pt x="1362075" y="3619500"/>
                </a:lnTo>
                <a:lnTo>
                  <a:pt x="1352550" y="3619500"/>
                </a:lnTo>
                <a:close/>
                <a:moveTo>
                  <a:pt x="1571625" y="3609975"/>
                </a:moveTo>
                <a:lnTo>
                  <a:pt x="1581150" y="3609975"/>
                </a:lnTo>
                <a:lnTo>
                  <a:pt x="1581150" y="3619500"/>
                </a:lnTo>
                <a:lnTo>
                  <a:pt x="1571625" y="3619500"/>
                </a:lnTo>
                <a:close/>
                <a:moveTo>
                  <a:pt x="438150" y="3619500"/>
                </a:moveTo>
                <a:lnTo>
                  <a:pt x="447675" y="3619500"/>
                </a:lnTo>
                <a:lnTo>
                  <a:pt x="447675" y="3648075"/>
                </a:lnTo>
                <a:lnTo>
                  <a:pt x="419100" y="3648075"/>
                </a:lnTo>
                <a:lnTo>
                  <a:pt x="419100" y="3638550"/>
                </a:lnTo>
                <a:lnTo>
                  <a:pt x="438150" y="3638550"/>
                </a:lnTo>
                <a:close/>
                <a:moveTo>
                  <a:pt x="942975" y="3619500"/>
                </a:moveTo>
                <a:lnTo>
                  <a:pt x="952500" y="3619500"/>
                </a:lnTo>
                <a:lnTo>
                  <a:pt x="952500" y="3629025"/>
                </a:lnTo>
                <a:lnTo>
                  <a:pt x="942975" y="3629025"/>
                </a:lnTo>
                <a:close/>
                <a:moveTo>
                  <a:pt x="1200150" y="3619500"/>
                </a:moveTo>
                <a:lnTo>
                  <a:pt x="1209675" y="3619500"/>
                </a:lnTo>
                <a:lnTo>
                  <a:pt x="1209675" y="3629025"/>
                </a:lnTo>
                <a:lnTo>
                  <a:pt x="1200150" y="3629025"/>
                </a:lnTo>
                <a:close/>
                <a:moveTo>
                  <a:pt x="1343025" y="3619500"/>
                </a:moveTo>
                <a:lnTo>
                  <a:pt x="1352550" y="3619500"/>
                </a:lnTo>
                <a:lnTo>
                  <a:pt x="1352550" y="3638550"/>
                </a:lnTo>
                <a:lnTo>
                  <a:pt x="1343025" y="3638550"/>
                </a:lnTo>
                <a:lnTo>
                  <a:pt x="1343025" y="3648075"/>
                </a:lnTo>
                <a:lnTo>
                  <a:pt x="1333500" y="3648075"/>
                </a:lnTo>
                <a:lnTo>
                  <a:pt x="1333500" y="3629025"/>
                </a:lnTo>
                <a:lnTo>
                  <a:pt x="1343025" y="3629025"/>
                </a:lnTo>
                <a:close/>
                <a:moveTo>
                  <a:pt x="1381125" y="3619500"/>
                </a:moveTo>
                <a:lnTo>
                  <a:pt x="1390650" y="3619500"/>
                </a:lnTo>
                <a:lnTo>
                  <a:pt x="1390650" y="3638550"/>
                </a:lnTo>
                <a:lnTo>
                  <a:pt x="1400175" y="3638550"/>
                </a:lnTo>
                <a:lnTo>
                  <a:pt x="1400175" y="3619500"/>
                </a:lnTo>
                <a:lnTo>
                  <a:pt x="1409700" y="3619500"/>
                </a:lnTo>
                <a:lnTo>
                  <a:pt x="1409700" y="3638550"/>
                </a:lnTo>
                <a:lnTo>
                  <a:pt x="1419225" y="3638550"/>
                </a:lnTo>
                <a:lnTo>
                  <a:pt x="1419225" y="3648075"/>
                </a:lnTo>
                <a:lnTo>
                  <a:pt x="1428750" y="3648075"/>
                </a:lnTo>
                <a:lnTo>
                  <a:pt x="1428750" y="3638550"/>
                </a:lnTo>
                <a:lnTo>
                  <a:pt x="1447800" y="3638550"/>
                </a:lnTo>
                <a:lnTo>
                  <a:pt x="1447800" y="3667125"/>
                </a:lnTo>
                <a:lnTo>
                  <a:pt x="1400175" y="3667125"/>
                </a:lnTo>
                <a:lnTo>
                  <a:pt x="1400175" y="3657600"/>
                </a:lnTo>
                <a:lnTo>
                  <a:pt x="1409700" y="3657600"/>
                </a:lnTo>
                <a:lnTo>
                  <a:pt x="1409700" y="3648075"/>
                </a:lnTo>
                <a:lnTo>
                  <a:pt x="1362075" y="3648075"/>
                </a:lnTo>
                <a:lnTo>
                  <a:pt x="1362075" y="3638550"/>
                </a:lnTo>
                <a:lnTo>
                  <a:pt x="1381125" y="3638550"/>
                </a:lnTo>
                <a:close/>
                <a:moveTo>
                  <a:pt x="1590675" y="3619500"/>
                </a:moveTo>
                <a:lnTo>
                  <a:pt x="1600200" y="3619500"/>
                </a:lnTo>
                <a:lnTo>
                  <a:pt x="1600200" y="3629025"/>
                </a:lnTo>
                <a:lnTo>
                  <a:pt x="1590675" y="3629025"/>
                </a:lnTo>
                <a:close/>
                <a:moveTo>
                  <a:pt x="933450" y="3629025"/>
                </a:moveTo>
                <a:lnTo>
                  <a:pt x="942975" y="3629025"/>
                </a:lnTo>
                <a:lnTo>
                  <a:pt x="942975" y="3638550"/>
                </a:lnTo>
                <a:lnTo>
                  <a:pt x="933450" y="3638550"/>
                </a:lnTo>
                <a:close/>
                <a:moveTo>
                  <a:pt x="1209675" y="3629025"/>
                </a:moveTo>
                <a:lnTo>
                  <a:pt x="1219200" y="3629025"/>
                </a:lnTo>
                <a:lnTo>
                  <a:pt x="1219200" y="3638550"/>
                </a:lnTo>
                <a:lnTo>
                  <a:pt x="1209675" y="3638550"/>
                </a:lnTo>
                <a:close/>
                <a:moveTo>
                  <a:pt x="1228725" y="3629025"/>
                </a:moveTo>
                <a:lnTo>
                  <a:pt x="1257300" y="3629025"/>
                </a:lnTo>
                <a:lnTo>
                  <a:pt x="1257300" y="3638550"/>
                </a:lnTo>
                <a:lnTo>
                  <a:pt x="1228725" y="3638550"/>
                </a:lnTo>
                <a:close/>
                <a:moveTo>
                  <a:pt x="1276350" y="3629025"/>
                </a:moveTo>
                <a:lnTo>
                  <a:pt x="1295400" y="3629025"/>
                </a:lnTo>
                <a:lnTo>
                  <a:pt x="1295400" y="3638550"/>
                </a:lnTo>
                <a:lnTo>
                  <a:pt x="1276350" y="3638550"/>
                </a:lnTo>
                <a:close/>
                <a:moveTo>
                  <a:pt x="504825" y="3638550"/>
                </a:moveTo>
                <a:lnTo>
                  <a:pt x="523875" y="3638550"/>
                </a:lnTo>
                <a:lnTo>
                  <a:pt x="523875" y="3648075"/>
                </a:lnTo>
                <a:lnTo>
                  <a:pt x="504825" y="3648075"/>
                </a:lnTo>
                <a:close/>
                <a:moveTo>
                  <a:pt x="923925" y="3638550"/>
                </a:moveTo>
                <a:lnTo>
                  <a:pt x="933450" y="3638550"/>
                </a:lnTo>
                <a:lnTo>
                  <a:pt x="933450" y="3648075"/>
                </a:lnTo>
                <a:lnTo>
                  <a:pt x="923925" y="3648075"/>
                </a:lnTo>
                <a:close/>
                <a:moveTo>
                  <a:pt x="962025" y="3638550"/>
                </a:moveTo>
                <a:lnTo>
                  <a:pt x="981075" y="3638550"/>
                </a:lnTo>
                <a:lnTo>
                  <a:pt x="981075" y="3648075"/>
                </a:lnTo>
                <a:lnTo>
                  <a:pt x="962025" y="3648075"/>
                </a:lnTo>
                <a:close/>
                <a:moveTo>
                  <a:pt x="1104900" y="3638550"/>
                </a:moveTo>
                <a:lnTo>
                  <a:pt x="1114425" y="3638550"/>
                </a:lnTo>
                <a:lnTo>
                  <a:pt x="1114425" y="3648075"/>
                </a:lnTo>
                <a:lnTo>
                  <a:pt x="1104900" y="3648075"/>
                </a:lnTo>
                <a:close/>
                <a:moveTo>
                  <a:pt x="447675" y="3648075"/>
                </a:moveTo>
                <a:lnTo>
                  <a:pt x="466725" y="3648075"/>
                </a:lnTo>
                <a:lnTo>
                  <a:pt x="466725" y="3657600"/>
                </a:lnTo>
                <a:lnTo>
                  <a:pt x="485775" y="3657600"/>
                </a:lnTo>
                <a:lnTo>
                  <a:pt x="485775" y="3648075"/>
                </a:lnTo>
                <a:lnTo>
                  <a:pt x="504825" y="3648075"/>
                </a:lnTo>
                <a:lnTo>
                  <a:pt x="504825" y="3657600"/>
                </a:lnTo>
                <a:lnTo>
                  <a:pt x="514350" y="3657600"/>
                </a:lnTo>
                <a:lnTo>
                  <a:pt x="514350" y="3667125"/>
                </a:lnTo>
                <a:lnTo>
                  <a:pt x="447675" y="3667125"/>
                </a:lnTo>
                <a:close/>
                <a:moveTo>
                  <a:pt x="581025" y="3648075"/>
                </a:moveTo>
                <a:lnTo>
                  <a:pt x="676275" y="3648075"/>
                </a:lnTo>
                <a:lnTo>
                  <a:pt x="676275" y="3667125"/>
                </a:lnTo>
                <a:lnTo>
                  <a:pt x="552450" y="3667125"/>
                </a:lnTo>
                <a:lnTo>
                  <a:pt x="552450" y="3657600"/>
                </a:lnTo>
                <a:lnTo>
                  <a:pt x="581025" y="3657600"/>
                </a:lnTo>
                <a:close/>
                <a:moveTo>
                  <a:pt x="752475" y="3648075"/>
                </a:moveTo>
                <a:lnTo>
                  <a:pt x="762000" y="3648075"/>
                </a:lnTo>
                <a:lnTo>
                  <a:pt x="762000" y="3667125"/>
                </a:lnTo>
                <a:lnTo>
                  <a:pt x="752475" y="3667125"/>
                </a:lnTo>
                <a:close/>
                <a:moveTo>
                  <a:pt x="800100" y="3648075"/>
                </a:moveTo>
                <a:lnTo>
                  <a:pt x="847725" y="3648075"/>
                </a:lnTo>
                <a:lnTo>
                  <a:pt x="847725" y="3657600"/>
                </a:lnTo>
                <a:lnTo>
                  <a:pt x="838200" y="3657600"/>
                </a:lnTo>
                <a:lnTo>
                  <a:pt x="838200" y="3667125"/>
                </a:lnTo>
                <a:lnTo>
                  <a:pt x="800100" y="3667125"/>
                </a:lnTo>
                <a:close/>
                <a:moveTo>
                  <a:pt x="857250" y="3648075"/>
                </a:moveTo>
                <a:lnTo>
                  <a:pt x="866775" y="3648075"/>
                </a:lnTo>
                <a:lnTo>
                  <a:pt x="866775" y="3657600"/>
                </a:lnTo>
                <a:lnTo>
                  <a:pt x="857250" y="3657600"/>
                </a:lnTo>
                <a:close/>
                <a:moveTo>
                  <a:pt x="904875" y="3648075"/>
                </a:moveTo>
                <a:lnTo>
                  <a:pt x="923925" y="3648075"/>
                </a:lnTo>
                <a:lnTo>
                  <a:pt x="923925" y="3657600"/>
                </a:lnTo>
                <a:lnTo>
                  <a:pt x="904875" y="3657600"/>
                </a:lnTo>
                <a:close/>
                <a:moveTo>
                  <a:pt x="981075" y="3648075"/>
                </a:moveTo>
                <a:lnTo>
                  <a:pt x="1000125" y="3648075"/>
                </a:lnTo>
                <a:lnTo>
                  <a:pt x="1000125" y="3667125"/>
                </a:lnTo>
                <a:lnTo>
                  <a:pt x="971550" y="3667125"/>
                </a:lnTo>
                <a:lnTo>
                  <a:pt x="971550" y="3657600"/>
                </a:lnTo>
                <a:lnTo>
                  <a:pt x="981075" y="3657600"/>
                </a:lnTo>
                <a:close/>
                <a:moveTo>
                  <a:pt x="1009650" y="3648075"/>
                </a:moveTo>
                <a:lnTo>
                  <a:pt x="1038225" y="3648075"/>
                </a:lnTo>
                <a:lnTo>
                  <a:pt x="1038225" y="3657600"/>
                </a:lnTo>
                <a:lnTo>
                  <a:pt x="1019175" y="3657600"/>
                </a:lnTo>
                <a:lnTo>
                  <a:pt x="1019175" y="3667125"/>
                </a:lnTo>
                <a:lnTo>
                  <a:pt x="1009650" y="3667125"/>
                </a:lnTo>
                <a:close/>
                <a:moveTo>
                  <a:pt x="1057275" y="3648075"/>
                </a:moveTo>
                <a:lnTo>
                  <a:pt x="1095375" y="3648075"/>
                </a:lnTo>
                <a:lnTo>
                  <a:pt x="1095375" y="3657600"/>
                </a:lnTo>
                <a:lnTo>
                  <a:pt x="1076325" y="3657600"/>
                </a:lnTo>
                <a:lnTo>
                  <a:pt x="1076325" y="3667125"/>
                </a:lnTo>
                <a:lnTo>
                  <a:pt x="1057275" y="3667125"/>
                </a:lnTo>
                <a:close/>
                <a:moveTo>
                  <a:pt x="1343025" y="3648075"/>
                </a:moveTo>
                <a:lnTo>
                  <a:pt x="1352550" y="3648075"/>
                </a:lnTo>
                <a:lnTo>
                  <a:pt x="1352550" y="3657600"/>
                </a:lnTo>
                <a:lnTo>
                  <a:pt x="1343025" y="3657600"/>
                </a:lnTo>
                <a:close/>
                <a:moveTo>
                  <a:pt x="952500" y="3657600"/>
                </a:moveTo>
                <a:lnTo>
                  <a:pt x="962025" y="3657600"/>
                </a:lnTo>
                <a:lnTo>
                  <a:pt x="962025" y="3667125"/>
                </a:lnTo>
                <a:lnTo>
                  <a:pt x="952500" y="3667125"/>
                </a:lnTo>
                <a:close/>
                <a:moveTo>
                  <a:pt x="1152525" y="3657600"/>
                </a:moveTo>
                <a:lnTo>
                  <a:pt x="1171575" y="3657600"/>
                </a:lnTo>
                <a:lnTo>
                  <a:pt x="1171575" y="3667125"/>
                </a:lnTo>
                <a:lnTo>
                  <a:pt x="1152525" y="3667125"/>
                </a:lnTo>
                <a:close/>
              </a:path>
            </a:pathLst>
          </a:custGeom>
          <a:solidFill xmlns:a="http://schemas.openxmlformats.org/drawingml/2006/main">
            <a:srgbClr val="F2EDE1"/>
          </a:solidFill>
          <a:ln xmlns:a="http://schemas.openxmlformats.org/drawingml/2006/main" w="0">
            <a:noFill/>
          </a:ln>
        </p:spPr>
      </p:sp>
      <p:sp>
        <p:nvSpPr>
          <p:cNvPr id="20" name="dashboard vector #f1ede2">
            <a:extLst xmlns:a="http://schemas.openxmlformats.org/drawingml/2006/main">
              <a:ext uri="{FF2B5EF4-FFF2-40B4-BE49-F238E27FC236}">
                <a16:creationId xmlns:a16="http://schemas.microsoft.com/office/drawing/2014/main" id="{9C542550-7DD6-4AAD-B82C-1D2626627FC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14400" y="1447800"/>
            <a:ext cx="2171700" cy="4467225"/>
          </a:xfrm>
          <a:custGeom xmlns:a="http://schemas.openxmlformats.org/drawingml/2006/main">
            <a:pathLst>
              <a:path w="1838325" h="3790950">
                <a:moveTo>
                  <a:pt x="95250" y="0"/>
                </a:moveTo>
                <a:lnTo>
                  <a:pt x="114300" y="0"/>
                </a:lnTo>
                <a:lnTo>
                  <a:pt x="114300" y="9525"/>
                </a:lnTo>
                <a:lnTo>
                  <a:pt x="123825" y="9525"/>
                </a:lnTo>
                <a:lnTo>
                  <a:pt x="123825" y="19050"/>
                </a:lnTo>
                <a:lnTo>
                  <a:pt x="133350" y="19050"/>
                </a:lnTo>
                <a:lnTo>
                  <a:pt x="133350" y="28575"/>
                </a:lnTo>
                <a:lnTo>
                  <a:pt x="123825" y="28575"/>
                </a:lnTo>
                <a:lnTo>
                  <a:pt x="123825" y="47625"/>
                </a:lnTo>
                <a:lnTo>
                  <a:pt x="95250" y="47625"/>
                </a:lnTo>
                <a:lnTo>
                  <a:pt x="95250" y="38100"/>
                </a:lnTo>
                <a:lnTo>
                  <a:pt x="104775" y="38100"/>
                </a:lnTo>
                <a:lnTo>
                  <a:pt x="104775" y="19050"/>
                </a:lnTo>
                <a:lnTo>
                  <a:pt x="95250" y="19050"/>
                </a:lnTo>
                <a:close/>
                <a:moveTo>
                  <a:pt x="152400" y="0"/>
                </a:moveTo>
                <a:lnTo>
                  <a:pt x="171450" y="0"/>
                </a:lnTo>
                <a:lnTo>
                  <a:pt x="171450" y="9525"/>
                </a:lnTo>
                <a:lnTo>
                  <a:pt x="152400" y="9525"/>
                </a:lnTo>
                <a:close/>
                <a:moveTo>
                  <a:pt x="1638300" y="0"/>
                </a:moveTo>
                <a:lnTo>
                  <a:pt x="1647825" y="0"/>
                </a:lnTo>
                <a:lnTo>
                  <a:pt x="1647825" y="19050"/>
                </a:lnTo>
                <a:lnTo>
                  <a:pt x="1638300" y="19050"/>
                </a:lnTo>
                <a:close/>
                <a:moveTo>
                  <a:pt x="1657350" y="0"/>
                </a:moveTo>
                <a:lnTo>
                  <a:pt x="1676400" y="0"/>
                </a:lnTo>
                <a:lnTo>
                  <a:pt x="1676400" y="9525"/>
                </a:lnTo>
                <a:lnTo>
                  <a:pt x="1666875" y="9525"/>
                </a:lnTo>
                <a:lnTo>
                  <a:pt x="1666875" y="19050"/>
                </a:lnTo>
                <a:lnTo>
                  <a:pt x="1657350" y="19050"/>
                </a:lnTo>
                <a:close/>
                <a:moveTo>
                  <a:pt x="1619250" y="9525"/>
                </a:moveTo>
                <a:lnTo>
                  <a:pt x="1628775" y="9525"/>
                </a:lnTo>
                <a:lnTo>
                  <a:pt x="1628775" y="19050"/>
                </a:lnTo>
                <a:lnTo>
                  <a:pt x="1619250" y="19050"/>
                </a:lnTo>
                <a:close/>
                <a:moveTo>
                  <a:pt x="133350" y="28575"/>
                </a:moveTo>
                <a:lnTo>
                  <a:pt x="152400" y="28575"/>
                </a:lnTo>
                <a:lnTo>
                  <a:pt x="152400" y="38100"/>
                </a:lnTo>
                <a:lnTo>
                  <a:pt x="133350" y="38100"/>
                </a:lnTo>
                <a:close/>
                <a:moveTo>
                  <a:pt x="1647825" y="28575"/>
                </a:moveTo>
                <a:lnTo>
                  <a:pt x="1685925" y="28575"/>
                </a:lnTo>
                <a:lnTo>
                  <a:pt x="1685925" y="47625"/>
                </a:lnTo>
                <a:lnTo>
                  <a:pt x="1676400" y="47625"/>
                </a:lnTo>
                <a:lnTo>
                  <a:pt x="1676400" y="57150"/>
                </a:lnTo>
                <a:lnTo>
                  <a:pt x="1666875" y="57150"/>
                </a:lnTo>
                <a:lnTo>
                  <a:pt x="1666875" y="38100"/>
                </a:lnTo>
                <a:lnTo>
                  <a:pt x="1657350" y="38100"/>
                </a:lnTo>
                <a:lnTo>
                  <a:pt x="1657350" y="47625"/>
                </a:lnTo>
                <a:lnTo>
                  <a:pt x="1647825" y="47625"/>
                </a:lnTo>
                <a:close/>
                <a:moveTo>
                  <a:pt x="1695450" y="28575"/>
                </a:moveTo>
                <a:lnTo>
                  <a:pt x="1704975" y="28575"/>
                </a:lnTo>
                <a:lnTo>
                  <a:pt x="1704975" y="38100"/>
                </a:lnTo>
                <a:lnTo>
                  <a:pt x="1695450" y="38100"/>
                </a:lnTo>
                <a:close/>
                <a:moveTo>
                  <a:pt x="1714500" y="57150"/>
                </a:moveTo>
                <a:lnTo>
                  <a:pt x="1752600" y="57150"/>
                </a:lnTo>
                <a:lnTo>
                  <a:pt x="1752600" y="66675"/>
                </a:lnTo>
                <a:lnTo>
                  <a:pt x="1714500" y="66675"/>
                </a:lnTo>
                <a:close/>
                <a:moveTo>
                  <a:pt x="1752600" y="66675"/>
                </a:moveTo>
                <a:lnTo>
                  <a:pt x="1762125" y="66675"/>
                </a:lnTo>
                <a:lnTo>
                  <a:pt x="1762125" y="76200"/>
                </a:lnTo>
                <a:lnTo>
                  <a:pt x="1752600" y="76200"/>
                </a:lnTo>
                <a:close/>
                <a:moveTo>
                  <a:pt x="1762125" y="76200"/>
                </a:moveTo>
                <a:lnTo>
                  <a:pt x="1771650" y="76200"/>
                </a:lnTo>
                <a:lnTo>
                  <a:pt x="1771650" y="85725"/>
                </a:lnTo>
                <a:lnTo>
                  <a:pt x="1762125" y="85725"/>
                </a:lnTo>
                <a:close/>
                <a:moveTo>
                  <a:pt x="0" y="95250"/>
                </a:moveTo>
                <a:lnTo>
                  <a:pt x="19050" y="95250"/>
                </a:lnTo>
                <a:lnTo>
                  <a:pt x="19050" y="114300"/>
                </a:lnTo>
                <a:lnTo>
                  <a:pt x="0" y="114300"/>
                </a:lnTo>
                <a:close/>
                <a:moveTo>
                  <a:pt x="1771650" y="104775"/>
                </a:moveTo>
                <a:lnTo>
                  <a:pt x="1781175" y="104775"/>
                </a:lnTo>
                <a:lnTo>
                  <a:pt x="1781175" y="114300"/>
                </a:lnTo>
                <a:lnTo>
                  <a:pt x="1771650" y="114300"/>
                </a:lnTo>
                <a:close/>
                <a:moveTo>
                  <a:pt x="1790700" y="114300"/>
                </a:moveTo>
                <a:lnTo>
                  <a:pt x="1800225" y="114300"/>
                </a:lnTo>
                <a:lnTo>
                  <a:pt x="1800225" y="123825"/>
                </a:lnTo>
                <a:lnTo>
                  <a:pt x="1790700" y="123825"/>
                </a:lnTo>
                <a:close/>
                <a:moveTo>
                  <a:pt x="314325" y="133350"/>
                </a:moveTo>
                <a:lnTo>
                  <a:pt x="333375" y="133350"/>
                </a:lnTo>
                <a:lnTo>
                  <a:pt x="333375" y="142875"/>
                </a:lnTo>
                <a:lnTo>
                  <a:pt x="314325" y="142875"/>
                </a:lnTo>
                <a:close/>
                <a:moveTo>
                  <a:pt x="1485900" y="133350"/>
                </a:moveTo>
                <a:lnTo>
                  <a:pt x="1495425" y="133350"/>
                </a:lnTo>
                <a:lnTo>
                  <a:pt x="1495425" y="142875"/>
                </a:lnTo>
                <a:lnTo>
                  <a:pt x="1485900" y="142875"/>
                </a:lnTo>
                <a:close/>
                <a:moveTo>
                  <a:pt x="342900" y="142875"/>
                </a:moveTo>
                <a:lnTo>
                  <a:pt x="352425" y="142875"/>
                </a:lnTo>
                <a:lnTo>
                  <a:pt x="352425" y="152400"/>
                </a:lnTo>
                <a:lnTo>
                  <a:pt x="342900" y="152400"/>
                </a:lnTo>
                <a:close/>
                <a:moveTo>
                  <a:pt x="657225" y="142875"/>
                </a:moveTo>
                <a:lnTo>
                  <a:pt x="685800" y="142875"/>
                </a:lnTo>
                <a:lnTo>
                  <a:pt x="685800" y="152400"/>
                </a:lnTo>
                <a:lnTo>
                  <a:pt x="657225" y="152400"/>
                </a:lnTo>
                <a:close/>
                <a:moveTo>
                  <a:pt x="1162050" y="142875"/>
                </a:moveTo>
                <a:lnTo>
                  <a:pt x="1181100" y="142875"/>
                </a:lnTo>
                <a:lnTo>
                  <a:pt x="1181100" y="152400"/>
                </a:lnTo>
                <a:lnTo>
                  <a:pt x="1162050" y="152400"/>
                </a:lnTo>
                <a:close/>
                <a:moveTo>
                  <a:pt x="1266825" y="142875"/>
                </a:moveTo>
                <a:lnTo>
                  <a:pt x="1276350" y="142875"/>
                </a:lnTo>
                <a:lnTo>
                  <a:pt x="1276350" y="152400"/>
                </a:lnTo>
                <a:lnTo>
                  <a:pt x="1266825" y="152400"/>
                </a:lnTo>
                <a:close/>
                <a:moveTo>
                  <a:pt x="1476375" y="142875"/>
                </a:moveTo>
                <a:lnTo>
                  <a:pt x="1485900" y="142875"/>
                </a:lnTo>
                <a:lnTo>
                  <a:pt x="1485900" y="152400"/>
                </a:lnTo>
                <a:lnTo>
                  <a:pt x="1476375" y="152400"/>
                </a:lnTo>
                <a:close/>
                <a:moveTo>
                  <a:pt x="1828800" y="142875"/>
                </a:moveTo>
                <a:lnTo>
                  <a:pt x="1838325" y="142875"/>
                </a:lnTo>
                <a:lnTo>
                  <a:pt x="1838325" y="152400"/>
                </a:lnTo>
                <a:lnTo>
                  <a:pt x="1828800" y="152400"/>
                </a:lnTo>
                <a:close/>
                <a:moveTo>
                  <a:pt x="323850" y="152400"/>
                </a:moveTo>
                <a:lnTo>
                  <a:pt x="342900" y="152400"/>
                </a:lnTo>
                <a:lnTo>
                  <a:pt x="342900" y="161925"/>
                </a:lnTo>
                <a:lnTo>
                  <a:pt x="352425" y="161925"/>
                </a:lnTo>
                <a:lnTo>
                  <a:pt x="352425" y="171450"/>
                </a:lnTo>
                <a:lnTo>
                  <a:pt x="342900" y="171450"/>
                </a:lnTo>
                <a:lnTo>
                  <a:pt x="342900" y="180975"/>
                </a:lnTo>
                <a:lnTo>
                  <a:pt x="333375" y="180975"/>
                </a:lnTo>
                <a:lnTo>
                  <a:pt x="333375" y="171450"/>
                </a:lnTo>
                <a:lnTo>
                  <a:pt x="323850" y="171450"/>
                </a:lnTo>
                <a:close/>
                <a:moveTo>
                  <a:pt x="657225" y="161925"/>
                </a:moveTo>
                <a:lnTo>
                  <a:pt x="685800" y="161925"/>
                </a:lnTo>
                <a:lnTo>
                  <a:pt x="685800" y="180975"/>
                </a:lnTo>
                <a:lnTo>
                  <a:pt x="676275" y="180975"/>
                </a:lnTo>
                <a:lnTo>
                  <a:pt x="676275" y="190500"/>
                </a:lnTo>
                <a:lnTo>
                  <a:pt x="666750" y="190500"/>
                </a:lnTo>
                <a:lnTo>
                  <a:pt x="666750" y="180975"/>
                </a:lnTo>
                <a:lnTo>
                  <a:pt x="657225" y="180975"/>
                </a:lnTo>
                <a:close/>
                <a:moveTo>
                  <a:pt x="695325" y="161925"/>
                </a:moveTo>
                <a:lnTo>
                  <a:pt x="704850" y="161925"/>
                </a:lnTo>
                <a:lnTo>
                  <a:pt x="704850" y="171450"/>
                </a:lnTo>
                <a:lnTo>
                  <a:pt x="695325" y="171450"/>
                </a:lnTo>
                <a:close/>
                <a:moveTo>
                  <a:pt x="371475" y="180975"/>
                </a:moveTo>
                <a:lnTo>
                  <a:pt x="381000" y="180975"/>
                </a:lnTo>
                <a:lnTo>
                  <a:pt x="381000" y="190500"/>
                </a:lnTo>
                <a:lnTo>
                  <a:pt x="371475" y="190500"/>
                </a:lnTo>
                <a:close/>
                <a:moveTo>
                  <a:pt x="1266825" y="190500"/>
                </a:moveTo>
                <a:lnTo>
                  <a:pt x="1295400" y="190500"/>
                </a:lnTo>
                <a:lnTo>
                  <a:pt x="1295400" y="200025"/>
                </a:lnTo>
                <a:lnTo>
                  <a:pt x="1266825" y="200025"/>
                </a:lnTo>
                <a:close/>
                <a:moveTo>
                  <a:pt x="323850" y="200025"/>
                </a:moveTo>
                <a:lnTo>
                  <a:pt x="333375" y="200025"/>
                </a:lnTo>
                <a:lnTo>
                  <a:pt x="333375" y="219075"/>
                </a:lnTo>
                <a:lnTo>
                  <a:pt x="371475" y="219075"/>
                </a:lnTo>
                <a:lnTo>
                  <a:pt x="371475" y="209550"/>
                </a:lnTo>
                <a:lnTo>
                  <a:pt x="361950" y="209550"/>
                </a:lnTo>
                <a:lnTo>
                  <a:pt x="361950" y="200025"/>
                </a:lnTo>
                <a:lnTo>
                  <a:pt x="400050" y="200025"/>
                </a:lnTo>
                <a:lnTo>
                  <a:pt x="400050" y="209550"/>
                </a:lnTo>
                <a:lnTo>
                  <a:pt x="419100" y="209550"/>
                </a:lnTo>
                <a:lnTo>
                  <a:pt x="419100" y="219075"/>
                </a:lnTo>
                <a:lnTo>
                  <a:pt x="447675" y="219075"/>
                </a:lnTo>
                <a:lnTo>
                  <a:pt x="447675" y="209550"/>
                </a:lnTo>
                <a:lnTo>
                  <a:pt x="438150" y="209550"/>
                </a:lnTo>
                <a:lnTo>
                  <a:pt x="438150" y="200025"/>
                </a:lnTo>
                <a:lnTo>
                  <a:pt x="447675" y="200025"/>
                </a:lnTo>
                <a:lnTo>
                  <a:pt x="447675" y="209550"/>
                </a:lnTo>
                <a:lnTo>
                  <a:pt x="476250" y="209550"/>
                </a:lnTo>
                <a:lnTo>
                  <a:pt x="476250" y="228600"/>
                </a:lnTo>
                <a:lnTo>
                  <a:pt x="409575" y="228600"/>
                </a:lnTo>
                <a:lnTo>
                  <a:pt x="409575" y="219075"/>
                </a:lnTo>
                <a:lnTo>
                  <a:pt x="381000" y="219075"/>
                </a:lnTo>
                <a:lnTo>
                  <a:pt x="381000" y="228600"/>
                </a:lnTo>
                <a:lnTo>
                  <a:pt x="323850" y="228600"/>
                </a:lnTo>
                <a:lnTo>
                  <a:pt x="323850" y="238125"/>
                </a:lnTo>
                <a:lnTo>
                  <a:pt x="295275" y="238125"/>
                </a:lnTo>
                <a:lnTo>
                  <a:pt x="295275" y="219075"/>
                </a:lnTo>
                <a:lnTo>
                  <a:pt x="304800" y="219075"/>
                </a:lnTo>
                <a:lnTo>
                  <a:pt x="304800" y="209550"/>
                </a:lnTo>
                <a:lnTo>
                  <a:pt x="323850" y="209550"/>
                </a:lnTo>
                <a:close/>
                <a:moveTo>
                  <a:pt x="1638300" y="200025"/>
                </a:moveTo>
                <a:lnTo>
                  <a:pt x="1647825" y="200025"/>
                </a:lnTo>
                <a:lnTo>
                  <a:pt x="1647825" y="219075"/>
                </a:lnTo>
                <a:lnTo>
                  <a:pt x="1638300" y="219075"/>
                </a:lnTo>
                <a:close/>
                <a:moveTo>
                  <a:pt x="171450" y="209550"/>
                </a:moveTo>
                <a:lnTo>
                  <a:pt x="180975" y="209550"/>
                </a:lnTo>
                <a:lnTo>
                  <a:pt x="180975" y="219075"/>
                </a:lnTo>
                <a:lnTo>
                  <a:pt x="171450" y="219075"/>
                </a:lnTo>
                <a:close/>
                <a:moveTo>
                  <a:pt x="190500" y="209550"/>
                </a:moveTo>
                <a:lnTo>
                  <a:pt x="200025" y="209550"/>
                </a:lnTo>
                <a:lnTo>
                  <a:pt x="200025" y="238125"/>
                </a:lnTo>
                <a:lnTo>
                  <a:pt x="190500" y="238125"/>
                </a:lnTo>
                <a:close/>
                <a:moveTo>
                  <a:pt x="247650" y="209550"/>
                </a:moveTo>
                <a:lnTo>
                  <a:pt x="257175" y="209550"/>
                </a:lnTo>
                <a:lnTo>
                  <a:pt x="257175" y="228600"/>
                </a:lnTo>
                <a:lnTo>
                  <a:pt x="247650" y="228600"/>
                </a:lnTo>
                <a:close/>
                <a:moveTo>
                  <a:pt x="161925" y="219075"/>
                </a:moveTo>
                <a:lnTo>
                  <a:pt x="171450" y="219075"/>
                </a:lnTo>
                <a:lnTo>
                  <a:pt x="171450" y="228600"/>
                </a:lnTo>
                <a:lnTo>
                  <a:pt x="161925" y="228600"/>
                </a:lnTo>
                <a:close/>
                <a:moveTo>
                  <a:pt x="152400" y="238125"/>
                </a:moveTo>
                <a:lnTo>
                  <a:pt x="161925" y="238125"/>
                </a:lnTo>
                <a:lnTo>
                  <a:pt x="161925" y="247650"/>
                </a:lnTo>
                <a:lnTo>
                  <a:pt x="180975" y="247650"/>
                </a:lnTo>
                <a:lnTo>
                  <a:pt x="180975" y="257175"/>
                </a:lnTo>
                <a:lnTo>
                  <a:pt x="152400" y="257175"/>
                </a:lnTo>
                <a:close/>
                <a:moveTo>
                  <a:pt x="1314450" y="238125"/>
                </a:moveTo>
                <a:lnTo>
                  <a:pt x="1343025" y="238125"/>
                </a:lnTo>
                <a:lnTo>
                  <a:pt x="1343025" y="247650"/>
                </a:lnTo>
                <a:lnTo>
                  <a:pt x="1333500" y="247650"/>
                </a:lnTo>
                <a:lnTo>
                  <a:pt x="1333500" y="266700"/>
                </a:lnTo>
                <a:lnTo>
                  <a:pt x="1314450" y="266700"/>
                </a:lnTo>
                <a:lnTo>
                  <a:pt x="1314450" y="257175"/>
                </a:lnTo>
                <a:lnTo>
                  <a:pt x="1304925" y="257175"/>
                </a:lnTo>
                <a:lnTo>
                  <a:pt x="1304925" y="247650"/>
                </a:lnTo>
                <a:lnTo>
                  <a:pt x="1314450" y="247650"/>
                </a:lnTo>
                <a:close/>
                <a:moveTo>
                  <a:pt x="1657350" y="247650"/>
                </a:moveTo>
                <a:lnTo>
                  <a:pt x="1676400" y="247650"/>
                </a:lnTo>
                <a:lnTo>
                  <a:pt x="1676400" y="257175"/>
                </a:lnTo>
                <a:lnTo>
                  <a:pt x="1657350" y="257175"/>
                </a:lnTo>
                <a:close/>
                <a:moveTo>
                  <a:pt x="247650" y="257175"/>
                </a:moveTo>
                <a:lnTo>
                  <a:pt x="257175" y="257175"/>
                </a:lnTo>
                <a:lnTo>
                  <a:pt x="257175" y="266700"/>
                </a:lnTo>
                <a:lnTo>
                  <a:pt x="266700" y="266700"/>
                </a:lnTo>
                <a:lnTo>
                  <a:pt x="266700" y="276225"/>
                </a:lnTo>
                <a:lnTo>
                  <a:pt x="238125" y="276225"/>
                </a:lnTo>
                <a:lnTo>
                  <a:pt x="238125" y="266700"/>
                </a:lnTo>
                <a:lnTo>
                  <a:pt x="247650" y="266700"/>
                </a:lnTo>
                <a:close/>
                <a:moveTo>
                  <a:pt x="314325" y="257175"/>
                </a:moveTo>
                <a:lnTo>
                  <a:pt x="323850" y="257175"/>
                </a:lnTo>
                <a:lnTo>
                  <a:pt x="323850" y="266700"/>
                </a:lnTo>
                <a:lnTo>
                  <a:pt x="314325" y="266700"/>
                </a:lnTo>
                <a:close/>
                <a:moveTo>
                  <a:pt x="1257300" y="266700"/>
                </a:moveTo>
                <a:lnTo>
                  <a:pt x="1266825" y="266700"/>
                </a:lnTo>
                <a:lnTo>
                  <a:pt x="1266825" y="276225"/>
                </a:lnTo>
                <a:lnTo>
                  <a:pt x="1257300" y="276225"/>
                </a:lnTo>
                <a:close/>
                <a:moveTo>
                  <a:pt x="295275" y="276225"/>
                </a:moveTo>
                <a:lnTo>
                  <a:pt x="304800" y="276225"/>
                </a:lnTo>
                <a:lnTo>
                  <a:pt x="304800" y="285750"/>
                </a:lnTo>
                <a:lnTo>
                  <a:pt x="314325" y="285750"/>
                </a:lnTo>
                <a:lnTo>
                  <a:pt x="314325" y="295275"/>
                </a:lnTo>
                <a:lnTo>
                  <a:pt x="333375" y="295275"/>
                </a:lnTo>
                <a:lnTo>
                  <a:pt x="333375" y="304800"/>
                </a:lnTo>
                <a:lnTo>
                  <a:pt x="342900" y="304800"/>
                </a:lnTo>
                <a:lnTo>
                  <a:pt x="342900" y="314325"/>
                </a:lnTo>
                <a:lnTo>
                  <a:pt x="314325" y="314325"/>
                </a:lnTo>
                <a:lnTo>
                  <a:pt x="314325" y="304800"/>
                </a:lnTo>
                <a:lnTo>
                  <a:pt x="295275" y="304800"/>
                </a:lnTo>
                <a:close/>
                <a:moveTo>
                  <a:pt x="447675" y="276225"/>
                </a:moveTo>
                <a:lnTo>
                  <a:pt x="476250" y="276225"/>
                </a:lnTo>
                <a:lnTo>
                  <a:pt x="476250" y="285750"/>
                </a:lnTo>
                <a:lnTo>
                  <a:pt x="466725" y="285750"/>
                </a:lnTo>
                <a:lnTo>
                  <a:pt x="466725" y="304800"/>
                </a:lnTo>
                <a:lnTo>
                  <a:pt x="447675" y="304800"/>
                </a:lnTo>
                <a:close/>
                <a:moveTo>
                  <a:pt x="161925" y="295275"/>
                </a:moveTo>
                <a:lnTo>
                  <a:pt x="171450" y="295275"/>
                </a:lnTo>
                <a:lnTo>
                  <a:pt x="171450" y="304800"/>
                </a:lnTo>
                <a:lnTo>
                  <a:pt x="161925" y="304800"/>
                </a:lnTo>
                <a:close/>
                <a:moveTo>
                  <a:pt x="209550" y="314325"/>
                </a:moveTo>
                <a:lnTo>
                  <a:pt x="219075" y="314325"/>
                </a:lnTo>
                <a:lnTo>
                  <a:pt x="219075" y="323850"/>
                </a:lnTo>
                <a:lnTo>
                  <a:pt x="209550" y="323850"/>
                </a:lnTo>
                <a:close/>
                <a:moveTo>
                  <a:pt x="400050" y="314325"/>
                </a:moveTo>
                <a:lnTo>
                  <a:pt x="409575" y="314325"/>
                </a:lnTo>
                <a:lnTo>
                  <a:pt x="409575" y="323850"/>
                </a:lnTo>
                <a:lnTo>
                  <a:pt x="466725" y="323850"/>
                </a:lnTo>
                <a:lnTo>
                  <a:pt x="466725" y="342900"/>
                </a:lnTo>
                <a:lnTo>
                  <a:pt x="457200" y="342900"/>
                </a:lnTo>
                <a:lnTo>
                  <a:pt x="457200" y="352425"/>
                </a:lnTo>
                <a:lnTo>
                  <a:pt x="419100" y="352425"/>
                </a:lnTo>
                <a:lnTo>
                  <a:pt x="419100" y="361950"/>
                </a:lnTo>
                <a:lnTo>
                  <a:pt x="381000" y="361950"/>
                </a:lnTo>
                <a:lnTo>
                  <a:pt x="381000" y="333375"/>
                </a:lnTo>
                <a:lnTo>
                  <a:pt x="390525" y="333375"/>
                </a:lnTo>
                <a:lnTo>
                  <a:pt x="390525" y="323850"/>
                </a:lnTo>
                <a:lnTo>
                  <a:pt x="400050" y="323850"/>
                </a:lnTo>
                <a:close/>
                <a:moveTo>
                  <a:pt x="1685925" y="314325"/>
                </a:moveTo>
                <a:lnTo>
                  <a:pt x="1704975" y="314325"/>
                </a:lnTo>
                <a:lnTo>
                  <a:pt x="1704975" y="333375"/>
                </a:lnTo>
                <a:lnTo>
                  <a:pt x="1685925" y="333375"/>
                </a:lnTo>
                <a:close/>
                <a:moveTo>
                  <a:pt x="504825" y="323850"/>
                </a:moveTo>
                <a:lnTo>
                  <a:pt x="514350" y="323850"/>
                </a:lnTo>
                <a:lnTo>
                  <a:pt x="514350" y="333375"/>
                </a:lnTo>
                <a:lnTo>
                  <a:pt x="542925" y="333375"/>
                </a:lnTo>
                <a:lnTo>
                  <a:pt x="542925" y="361950"/>
                </a:lnTo>
                <a:lnTo>
                  <a:pt x="571500" y="361950"/>
                </a:lnTo>
                <a:lnTo>
                  <a:pt x="571500" y="352425"/>
                </a:lnTo>
                <a:lnTo>
                  <a:pt x="600075" y="352425"/>
                </a:lnTo>
                <a:lnTo>
                  <a:pt x="600075" y="342900"/>
                </a:lnTo>
                <a:lnTo>
                  <a:pt x="552450" y="342900"/>
                </a:lnTo>
                <a:lnTo>
                  <a:pt x="552450" y="333375"/>
                </a:lnTo>
                <a:lnTo>
                  <a:pt x="609600" y="333375"/>
                </a:lnTo>
                <a:lnTo>
                  <a:pt x="609600" y="361950"/>
                </a:lnTo>
                <a:lnTo>
                  <a:pt x="590550" y="361950"/>
                </a:lnTo>
                <a:lnTo>
                  <a:pt x="590550" y="381000"/>
                </a:lnTo>
                <a:lnTo>
                  <a:pt x="571500" y="381000"/>
                </a:lnTo>
                <a:lnTo>
                  <a:pt x="571500" y="390525"/>
                </a:lnTo>
                <a:lnTo>
                  <a:pt x="552450" y="390525"/>
                </a:lnTo>
                <a:lnTo>
                  <a:pt x="552450" y="381000"/>
                </a:lnTo>
                <a:lnTo>
                  <a:pt x="542925" y="381000"/>
                </a:lnTo>
                <a:lnTo>
                  <a:pt x="542925" y="371475"/>
                </a:lnTo>
                <a:lnTo>
                  <a:pt x="514350" y="371475"/>
                </a:lnTo>
                <a:lnTo>
                  <a:pt x="514350" y="381000"/>
                </a:lnTo>
                <a:lnTo>
                  <a:pt x="495300" y="381000"/>
                </a:lnTo>
                <a:lnTo>
                  <a:pt x="495300" y="333375"/>
                </a:lnTo>
                <a:lnTo>
                  <a:pt x="504825" y="333375"/>
                </a:lnTo>
                <a:close/>
                <a:moveTo>
                  <a:pt x="685800" y="323850"/>
                </a:moveTo>
                <a:lnTo>
                  <a:pt x="695325" y="323850"/>
                </a:lnTo>
                <a:lnTo>
                  <a:pt x="695325" y="333375"/>
                </a:lnTo>
                <a:lnTo>
                  <a:pt x="685800" y="333375"/>
                </a:lnTo>
                <a:close/>
                <a:moveTo>
                  <a:pt x="733425" y="333375"/>
                </a:moveTo>
                <a:lnTo>
                  <a:pt x="742950" y="333375"/>
                </a:lnTo>
                <a:lnTo>
                  <a:pt x="742950" y="352425"/>
                </a:lnTo>
                <a:lnTo>
                  <a:pt x="733425" y="352425"/>
                </a:lnTo>
                <a:close/>
                <a:moveTo>
                  <a:pt x="790575" y="333375"/>
                </a:moveTo>
                <a:lnTo>
                  <a:pt x="819150" y="333375"/>
                </a:lnTo>
                <a:lnTo>
                  <a:pt x="819150" y="342900"/>
                </a:lnTo>
                <a:lnTo>
                  <a:pt x="809625" y="342900"/>
                </a:lnTo>
                <a:lnTo>
                  <a:pt x="809625" y="352425"/>
                </a:lnTo>
                <a:lnTo>
                  <a:pt x="800100" y="352425"/>
                </a:lnTo>
                <a:lnTo>
                  <a:pt x="800100" y="342900"/>
                </a:lnTo>
                <a:lnTo>
                  <a:pt x="790575" y="342900"/>
                </a:lnTo>
                <a:close/>
                <a:moveTo>
                  <a:pt x="866775" y="333375"/>
                </a:moveTo>
                <a:lnTo>
                  <a:pt x="885825" y="333375"/>
                </a:lnTo>
                <a:lnTo>
                  <a:pt x="885825" y="342900"/>
                </a:lnTo>
                <a:lnTo>
                  <a:pt x="904875" y="342900"/>
                </a:lnTo>
                <a:lnTo>
                  <a:pt x="904875" y="352425"/>
                </a:lnTo>
                <a:lnTo>
                  <a:pt x="866775" y="352425"/>
                </a:lnTo>
                <a:close/>
                <a:moveTo>
                  <a:pt x="114300" y="342900"/>
                </a:moveTo>
                <a:lnTo>
                  <a:pt x="133350" y="342900"/>
                </a:lnTo>
                <a:lnTo>
                  <a:pt x="133350" y="371475"/>
                </a:lnTo>
                <a:lnTo>
                  <a:pt x="114300" y="371475"/>
                </a:lnTo>
                <a:close/>
                <a:moveTo>
                  <a:pt x="438150" y="342900"/>
                </a:moveTo>
                <a:lnTo>
                  <a:pt x="447675" y="342900"/>
                </a:lnTo>
                <a:lnTo>
                  <a:pt x="447675" y="333375"/>
                </a:lnTo>
                <a:lnTo>
                  <a:pt x="438150" y="333375"/>
                </a:lnTo>
                <a:close/>
                <a:moveTo>
                  <a:pt x="457200" y="352425"/>
                </a:moveTo>
                <a:lnTo>
                  <a:pt x="466725" y="352425"/>
                </a:lnTo>
                <a:lnTo>
                  <a:pt x="466725" y="381000"/>
                </a:lnTo>
                <a:lnTo>
                  <a:pt x="438150" y="381000"/>
                </a:lnTo>
                <a:lnTo>
                  <a:pt x="438150" y="371475"/>
                </a:lnTo>
                <a:lnTo>
                  <a:pt x="419100" y="371475"/>
                </a:lnTo>
                <a:lnTo>
                  <a:pt x="419100" y="361950"/>
                </a:lnTo>
                <a:lnTo>
                  <a:pt x="438150" y="361950"/>
                </a:lnTo>
                <a:lnTo>
                  <a:pt x="438150" y="371475"/>
                </a:lnTo>
                <a:lnTo>
                  <a:pt x="457200" y="371475"/>
                </a:lnTo>
                <a:close/>
                <a:moveTo>
                  <a:pt x="981075" y="352425"/>
                </a:moveTo>
                <a:lnTo>
                  <a:pt x="990600" y="352425"/>
                </a:lnTo>
                <a:lnTo>
                  <a:pt x="990600" y="361950"/>
                </a:lnTo>
                <a:lnTo>
                  <a:pt x="981075" y="361950"/>
                </a:lnTo>
                <a:close/>
                <a:moveTo>
                  <a:pt x="971550" y="361950"/>
                </a:moveTo>
                <a:lnTo>
                  <a:pt x="981075" y="361950"/>
                </a:lnTo>
                <a:lnTo>
                  <a:pt x="981075" y="390525"/>
                </a:lnTo>
                <a:lnTo>
                  <a:pt x="962025" y="390525"/>
                </a:lnTo>
                <a:lnTo>
                  <a:pt x="962025" y="381000"/>
                </a:lnTo>
                <a:lnTo>
                  <a:pt x="971550" y="381000"/>
                </a:lnTo>
                <a:close/>
                <a:moveTo>
                  <a:pt x="190500" y="371475"/>
                </a:moveTo>
                <a:lnTo>
                  <a:pt x="200025" y="371475"/>
                </a:lnTo>
                <a:lnTo>
                  <a:pt x="200025" y="381000"/>
                </a:lnTo>
                <a:lnTo>
                  <a:pt x="190500" y="381000"/>
                </a:lnTo>
                <a:close/>
                <a:moveTo>
                  <a:pt x="571500" y="371475"/>
                </a:moveTo>
                <a:lnTo>
                  <a:pt x="581025" y="371475"/>
                </a:lnTo>
                <a:lnTo>
                  <a:pt x="581025" y="361950"/>
                </a:lnTo>
                <a:lnTo>
                  <a:pt x="571500" y="361950"/>
                </a:lnTo>
                <a:close/>
                <a:moveTo>
                  <a:pt x="1000125" y="371475"/>
                </a:moveTo>
                <a:lnTo>
                  <a:pt x="1028700" y="371475"/>
                </a:lnTo>
                <a:lnTo>
                  <a:pt x="1028700" y="390525"/>
                </a:lnTo>
                <a:lnTo>
                  <a:pt x="1000125" y="390525"/>
                </a:lnTo>
                <a:close/>
                <a:moveTo>
                  <a:pt x="1181100" y="371475"/>
                </a:moveTo>
                <a:lnTo>
                  <a:pt x="1190625" y="371475"/>
                </a:lnTo>
                <a:lnTo>
                  <a:pt x="1190625" y="381000"/>
                </a:lnTo>
                <a:lnTo>
                  <a:pt x="1181100" y="381000"/>
                </a:lnTo>
                <a:close/>
                <a:moveTo>
                  <a:pt x="590550" y="381000"/>
                </a:moveTo>
                <a:lnTo>
                  <a:pt x="600075" y="381000"/>
                </a:lnTo>
                <a:lnTo>
                  <a:pt x="600075" y="400050"/>
                </a:lnTo>
                <a:lnTo>
                  <a:pt x="590550" y="400050"/>
                </a:lnTo>
                <a:close/>
                <a:moveTo>
                  <a:pt x="1695450" y="381000"/>
                </a:moveTo>
                <a:lnTo>
                  <a:pt x="1704975" y="381000"/>
                </a:lnTo>
                <a:lnTo>
                  <a:pt x="1704975" y="390525"/>
                </a:lnTo>
                <a:lnTo>
                  <a:pt x="1714500" y="390525"/>
                </a:lnTo>
                <a:lnTo>
                  <a:pt x="1714500" y="400050"/>
                </a:lnTo>
                <a:lnTo>
                  <a:pt x="1695450" y="400050"/>
                </a:lnTo>
                <a:close/>
                <a:moveTo>
                  <a:pt x="200025" y="390525"/>
                </a:moveTo>
                <a:lnTo>
                  <a:pt x="219075" y="390525"/>
                </a:lnTo>
                <a:lnTo>
                  <a:pt x="219075" y="400050"/>
                </a:lnTo>
                <a:lnTo>
                  <a:pt x="200025" y="400050"/>
                </a:lnTo>
                <a:close/>
                <a:moveTo>
                  <a:pt x="485775" y="390525"/>
                </a:moveTo>
                <a:lnTo>
                  <a:pt x="495300" y="390525"/>
                </a:lnTo>
                <a:lnTo>
                  <a:pt x="495300" y="400050"/>
                </a:lnTo>
                <a:lnTo>
                  <a:pt x="504825" y="400050"/>
                </a:lnTo>
                <a:lnTo>
                  <a:pt x="504825" y="409575"/>
                </a:lnTo>
                <a:lnTo>
                  <a:pt x="523875" y="409575"/>
                </a:lnTo>
                <a:lnTo>
                  <a:pt x="523875" y="419100"/>
                </a:lnTo>
                <a:lnTo>
                  <a:pt x="504825" y="419100"/>
                </a:lnTo>
                <a:lnTo>
                  <a:pt x="504825" y="428625"/>
                </a:lnTo>
                <a:lnTo>
                  <a:pt x="485775" y="428625"/>
                </a:lnTo>
                <a:lnTo>
                  <a:pt x="485775" y="419100"/>
                </a:lnTo>
                <a:lnTo>
                  <a:pt x="476250" y="419100"/>
                </a:lnTo>
                <a:lnTo>
                  <a:pt x="476250" y="400050"/>
                </a:lnTo>
                <a:lnTo>
                  <a:pt x="485775" y="400050"/>
                </a:lnTo>
                <a:close/>
                <a:moveTo>
                  <a:pt x="647700" y="390525"/>
                </a:moveTo>
                <a:lnTo>
                  <a:pt x="657225" y="390525"/>
                </a:lnTo>
                <a:lnTo>
                  <a:pt x="657225" y="400050"/>
                </a:lnTo>
                <a:lnTo>
                  <a:pt x="647700" y="400050"/>
                </a:lnTo>
                <a:close/>
                <a:moveTo>
                  <a:pt x="1285875" y="390525"/>
                </a:moveTo>
                <a:lnTo>
                  <a:pt x="1295400" y="390525"/>
                </a:lnTo>
                <a:lnTo>
                  <a:pt x="1295400" y="400050"/>
                </a:lnTo>
                <a:lnTo>
                  <a:pt x="1285875" y="400050"/>
                </a:lnTo>
                <a:close/>
                <a:moveTo>
                  <a:pt x="542925" y="400050"/>
                </a:moveTo>
                <a:lnTo>
                  <a:pt x="561975" y="400050"/>
                </a:lnTo>
                <a:lnTo>
                  <a:pt x="561975" y="409575"/>
                </a:lnTo>
                <a:lnTo>
                  <a:pt x="542925" y="409575"/>
                </a:lnTo>
                <a:close/>
                <a:moveTo>
                  <a:pt x="600075" y="400050"/>
                </a:moveTo>
                <a:lnTo>
                  <a:pt x="609600" y="400050"/>
                </a:lnTo>
                <a:lnTo>
                  <a:pt x="609600" y="409575"/>
                </a:lnTo>
                <a:lnTo>
                  <a:pt x="600075" y="409575"/>
                </a:lnTo>
                <a:close/>
                <a:moveTo>
                  <a:pt x="1685925" y="400050"/>
                </a:moveTo>
                <a:lnTo>
                  <a:pt x="1695450" y="400050"/>
                </a:lnTo>
                <a:lnTo>
                  <a:pt x="1695450" y="428625"/>
                </a:lnTo>
                <a:lnTo>
                  <a:pt x="1676400" y="428625"/>
                </a:lnTo>
                <a:lnTo>
                  <a:pt x="1676400" y="419100"/>
                </a:lnTo>
                <a:lnTo>
                  <a:pt x="1685925" y="419100"/>
                </a:lnTo>
                <a:close/>
                <a:moveTo>
                  <a:pt x="609600" y="409575"/>
                </a:moveTo>
                <a:lnTo>
                  <a:pt x="628650" y="409575"/>
                </a:lnTo>
                <a:lnTo>
                  <a:pt x="628650" y="419100"/>
                </a:lnTo>
                <a:lnTo>
                  <a:pt x="609600" y="419100"/>
                </a:lnTo>
                <a:close/>
                <a:moveTo>
                  <a:pt x="781050" y="409575"/>
                </a:moveTo>
                <a:lnTo>
                  <a:pt x="790575" y="409575"/>
                </a:lnTo>
                <a:lnTo>
                  <a:pt x="790575" y="419100"/>
                </a:lnTo>
                <a:lnTo>
                  <a:pt x="781050" y="419100"/>
                </a:lnTo>
                <a:close/>
                <a:moveTo>
                  <a:pt x="762000" y="419100"/>
                </a:moveTo>
                <a:lnTo>
                  <a:pt x="781050" y="419100"/>
                </a:lnTo>
                <a:lnTo>
                  <a:pt x="781050" y="428625"/>
                </a:lnTo>
                <a:lnTo>
                  <a:pt x="762000" y="428625"/>
                </a:lnTo>
                <a:close/>
                <a:moveTo>
                  <a:pt x="285750" y="457200"/>
                </a:moveTo>
                <a:lnTo>
                  <a:pt x="304800" y="457200"/>
                </a:lnTo>
                <a:lnTo>
                  <a:pt x="304800" y="466725"/>
                </a:lnTo>
                <a:lnTo>
                  <a:pt x="323850" y="466725"/>
                </a:lnTo>
                <a:lnTo>
                  <a:pt x="323850" y="476250"/>
                </a:lnTo>
                <a:lnTo>
                  <a:pt x="295275" y="476250"/>
                </a:lnTo>
                <a:lnTo>
                  <a:pt x="295275" y="485775"/>
                </a:lnTo>
                <a:lnTo>
                  <a:pt x="285750" y="485775"/>
                </a:lnTo>
                <a:close/>
                <a:moveTo>
                  <a:pt x="628650" y="476250"/>
                </a:moveTo>
                <a:lnTo>
                  <a:pt x="647700" y="476250"/>
                </a:lnTo>
                <a:lnTo>
                  <a:pt x="647700" y="495300"/>
                </a:lnTo>
                <a:lnTo>
                  <a:pt x="628650" y="495300"/>
                </a:lnTo>
                <a:close/>
                <a:moveTo>
                  <a:pt x="676275" y="476250"/>
                </a:moveTo>
                <a:lnTo>
                  <a:pt x="685800" y="476250"/>
                </a:lnTo>
                <a:lnTo>
                  <a:pt x="685800" y="495300"/>
                </a:lnTo>
                <a:lnTo>
                  <a:pt x="676275" y="495300"/>
                </a:lnTo>
                <a:close/>
                <a:moveTo>
                  <a:pt x="800100" y="476250"/>
                </a:moveTo>
                <a:lnTo>
                  <a:pt x="828675" y="476250"/>
                </a:lnTo>
                <a:lnTo>
                  <a:pt x="828675" y="485775"/>
                </a:lnTo>
                <a:lnTo>
                  <a:pt x="819150" y="485775"/>
                </a:lnTo>
                <a:lnTo>
                  <a:pt x="819150" y="495300"/>
                </a:lnTo>
                <a:lnTo>
                  <a:pt x="800100" y="495300"/>
                </a:lnTo>
                <a:close/>
                <a:moveTo>
                  <a:pt x="695325" y="485775"/>
                </a:moveTo>
                <a:lnTo>
                  <a:pt x="704850" y="485775"/>
                </a:lnTo>
                <a:lnTo>
                  <a:pt x="704850" y="495300"/>
                </a:lnTo>
                <a:lnTo>
                  <a:pt x="695325" y="495300"/>
                </a:lnTo>
                <a:close/>
                <a:moveTo>
                  <a:pt x="752475" y="495300"/>
                </a:moveTo>
                <a:lnTo>
                  <a:pt x="771525" y="495300"/>
                </a:lnTo>
                <a:lnTo>
                  <a:pt x="771525" y="504825"/>
                </a:lnTo>
                <a:lnTo>
                  <a:pt x="752475" y="504825"/>
                </a:lnTo>
                <a:close/>
                <a:moveTo>
                  <a:pt x="733425" y="504825"/>
                </a:moveTo>
                <a:lnTo>
                  <a:pt x="752475" y="504825"/>
                </a:lnTo>
                <a:lnTo>
                  <a:pt x="752475" y="523875"/>
                </a:lnTo>
                <a:lnTo>
                  <a:pt x="742950" y="523875"/>
                </a:lnTo>
                <a:lnTo>
                  <a:pt x="742950" y="533400"/>
                </a:lnTo>
                <a:lnTo>
                  <a:pt x="704850" y="533400"/>
                </a:lnTo>
                <a:lnTo>
                  <a:pt x="704850" y="523875"/>
                </a:lnTo>
                <a:lnTo>
                  <a:pt x="714375" y="523875"/>
                </a:lnTo>
                <a:lnTo>
                  <a:pt x="714375" y="514350"/>
                </a:lnTo>
                <a:lnTo>
                  <a:pt x="733425" y="514350"/>
                </a:lnTo>
                <a:close/>
                <a:moveTo>
                  <a:pt x="114300" y="514350"/>
                </a:moveTo>
                <a:lnTo>
                  <a:pt x="123825" y="514350"/>
                </a:lnTo>
                <a:lnTo>
                  <a:pt x="123825" y="523875"/>
                </a:lnTo>
                <a:lnTo>
                  <a:pt x="114300" y="523875"/>
                </a:lnTo>
                <a:close/>
                <a:moveTo>
                  <a:pt x="1133475" y="514350"/>
                </a:moveTo>
                <a:lnTo>
                  <a:pt x="1143000" y="514350"/>
                </a:lnTo>
                <a:lnTo>
                  <a:pt x="1143000" y="523875"/>
                </a:lnTo>
                <a:lnTo>
                  <a:pt x="1133475" y="523875"/>
                </a:lnTo>
                <a:close/>
                <a:moveTo>
                  <a:pt x="1152525" y="514350"/>
                </a:moveTo>
                <a:lnTo>
                  <a:pt x="1162050" y="514350"/>
                </a:lnTo>
                <a:lnTo>
                  <a:pt x="1162050" y="533400"/>
                </a:lnTo>
                <a:lnTo>
                  <a:pt x="1152525" y="533400"/>
                </a:lnTo>
                <a:close/>
                <a:moveTo>
                  <a:pt x="819150" y="523875"/>
                </a:moveTo>
                <a:lnTo>
                  <a:pt x="828675" y="523875"/>
                </a:lnTo>
                <a:lnTo>
                  <a:pt x="828675" y="552450"/>
                </a:lnTo>
                <a:lnTo>
                  <a:pt x="819150" y="552450"/>
                </a:lnTo>
                <a:lnTo>
                  <a:pt x="819150" y="542925"/>
                </a:lnTo>
                <a:lnTo>
                  <a:pt x="809625" y="542925"/>
                </a:lnTo>
                <a:lnTo>
                  <a:pt x="809625" y="533400"/>
                </a:lnTo>
                <a:lnTo>
                  <a:pt x="819150" y="533400"/>
                </a:lnTo>
                <a:close/>
                <a:moveTo>
                  <a:pt x="1143000" y="533400"/>
                </a:moveTo>
                <a:lnTo>
                  <a:pt x="1152525" y="533400"/>
                </a:lnTo>
                <a:lnTo>
                  <a:pt x="1152525" y="542925"/>
                </a:lnTo>
                <a:lnTo>
                  <a:pt x="1143000" y="542925"/>
                </a:lnTo>
                <a:close/>
                <a:moveTo>
                  <a:pt x="190500" y="542925"/>
                </a:moveTo>
                <a:lnTo>
                  <a:pt x="200025" y="542925"/>
                </a:lnTo>
                <a:lnTo>
                  <a:pt x="200025" y="552450"/>
                </a:lnTo>
                <a:lnTo>
                  <a:pt x="219075" y="552450"/>
                </a:lnTo>
                <a:lnTo>
                  <a:pt x="219075" y="571500"/>
                </a:lnTo>
                <a:lnTo>
                  <a:pt x="190500" y="571500"/>
                </a:lnTo>
                <a:close/>
                <a:moveTo>
                  <a:pt x="447675" y="552450"/>
                </a:moveTo>
                <a:lnTo>
                  <a:pt x="457200" y="552450"/>
                </a:lnTo>
                <a:lnTo>
                  <a:pt x="457200" y="571500"/>
                </a:lnTo>
                <a:lnTo>
                  <a:pt x="466725" y="571500"/>
                </a:lnTo>
                <a:lnTo>
                  <a:pt x="466725" y="581025"/>
                </a:lnTo>
                <a:lnTo>
                  <a:pt x="476250" y="581025"/>
                </a:lnTo>
                <a:lnTo>
                  <a:pt x="476250" y="561975"/>
                </a:lnTo>
                <a:lnTo>
                  <a:pt x="514350" y="561975"/>
                </a:lnTo>
                <a:lnTo>
                  <a:pt x="514350" y="590550"/>
                </a:lnTo>
                <a:lnTo>
                  <a:pt x="476250" y="590550"/>
                </a:lnTo>
                <a:lnTo>
                  <a:pt x="476250" y="600075"/>
                </a:lnTo>
                <a:lnTo>
                  <a:pt x="447675" y="600075"/>
                </a:lnTo>
                <a:lnTo>
                  <a:pt x="447675" y="609600"/>
                </a:lnTo>
                <a:lnTo>
                  <a:pt x="438150" y="609600"/>
                </a:lnTo>
                <a:lnTo>
                  <a:pt x="438150" y="590550"/>
                </a:lnTo>
                <a:lnTo>
                  <a:pt x="428625" y="590550"/>
                </a:lnTo>
                <a:lnTo>
                  <a:pt x="428625" y="581025"/>
                </a:lnTo>
                <a:lnTo>
                  <a:pt x="438150" y="581025"/>
                </a:lnTo>
                <a:lnTo>
                  <a:pt x="438150" y="561975"/>
                </a:lnTo>
                <a:lnTo>
                  <a:pt x="447675" y="561975"/>
                </a:lnTo>
                <a:close/>
                <a:moveTo>
                  <a:pt x="762000" y="561975"/>
                </a:moveTo>
                <a:lnTo>
                  <a:pt x="781050" y="561975"/>
                </a:lnTo>
                <a:lnTo>
                  <a:pt x="781050" y="571500"/>
                </a:lnTo>
                <a:lnTo>
                  <a:pt x="762000" y="571500"/>
                </a:lnTo>
                <a:close/>
                <a:moveTo>
                  <a:pt x="752475" y="581025"/>
                </a:moveTo>
                <a:lnTo>
                  <a:pt x="762000" y="581025"/>
                </a:lnTo>
                <a:lnTo>
                  <a:pt x="762000" y="590550"/>
                </a:lnTo>
                <a:lnTo>
                  <a:pt x="752475" y="590550"/>
                </a:lnTo>
                <a:close/>
                <a:moveTo>
                  <a:pt x="561975" y="619125"/>
                </a:moveTo>
                <a:lnTo>
                  <a:pt x="581025" y="619125"/>
                </a:lnTo>
                <a:lnTo>
                  <a:pt x="581025" y="638175"/>
                </a:lnTo>
                <a:lnTo>
                  <a:pt x="561975" y="638175"/>
                </a:lnTo>
                <a:close/>
                <a:moveTo>
                  <a:pt x="219075" y="628650"/>
                </a:moveTo>
                <a:lnTo>
                  <a:pt x="238125" y="628650"/>
                </a:lnTo>
                <a:lnTo>
                  <a:pt x="238125" y="638175"/>
                </a:lnTo>
                <a:lnTo>
                  <a:pt x="219075" y="638175"/>
                </a:lnTo>
                <a:close/>
                <a:moveTo>
                  <a:pt x="476250" y="628650"/>
                </a:moveTo>
                <a:lnTo>
                  <a:pt x="485775" y="628650"/>
                </a:lnTo>
                <a:lnTo>
                  <a:pt x="485775" y="638175"/>
                </a:lnTo>
                <a:lnTo>
                  <a:pt x="495300" y="638175"/>
                </a:lnTo>
                <a:lnTo>
                  <a:pt x="495300" y="647700"/>
                </a:lnTo>
                <a:lnTo>
                  <a:pt x="476250" y="647700"/>
                </a:lnTo>
                <a:close/>
                <a:moveTo>
                  <a:pt x="390525" y="638175"/>
                </a:moveTo>
                <a:lnTo>
                  <a:pt x="400050" y="638175"/>
                </a:lnTo>
                <a:lnTo>
                  <a:pt x="400050" y="657225"/>
                </a:lnTo>
                <a:lnTo>
                  <a:pt x="390525" y="657225"/>
                </a:lnTo>
                <a:close/>
                <a:moveTo>
                  <a:pt x="419100" y="638175"/>
                </a:moveTo>
                <a:lnTo>
                  <a:pt x="438150" y="638175"/>
                </a:lnTo>
                <a:lnTo>
                  <a:pt x="438150" y="657225"/>
                </a:lnTo>
                <a:lnTo>
                  <a:pt x="419100" y="657225"/>
                </a:lnTo>
                <a:close/>
                <a:moveTo>
                  <a:pt x="504825" y="638175"/>
                </a:moveTo>
                <a:lnTo>
                  <a:pt x="514350" y="638175"/>
                </a:lnTo>
                <a:lnTo>
                  <a:pt x="514350" y="647700"/>
                </a:lnTo>
                <a:lnTo>
                  <a:pt x="504825" y="647700"/>
                </a:lnTo>
                <a:close/>
                <a:moveTo>
                  <a:pt x="1514475" y="638175"/>
                </a:moveTo>
                <a:lnTo>
                  <a:pt x="1533525" y="638175"/>
                </a:lnTo>
                <a:lnTo>
                  <a:pt x="1533525" y="647700"/>
                </a:lnTo>
                <a:lnTo>
                  <a:pt x="1514475" y="647700"/>
                </a:lnTo>
                <a:close/>
                <a:moveTo>
                  <a:pt x="352425" y="647700"/>
                </a:moveTo>
                <a:lnTo>
                  <a:pt x="361950" y="647700"/>
                </a:lnTo>
                <a:lnTo>
                  <a:pt x="361950" y="657225"/>
                </a:lnTo>
                <a:lnTo>
                  <a:pt x="352425" y="657225"/>
                </a:lnTo>
                <a:close/>
                <a:moveTo>
                  <a:pt x="1143000" y="657225"/>
                </a:moveTo>
                <a:lnTo>
                  <a:pt x="1152525" y="657225"/>
                </a:lnTo>
                <a:lnTo>
                  <a:pt x="1152525" y="676275"/>
                </a:lnTo>
                <a:lnTo>
                  <a:pt x="1162050" y="676275"/>
                </a:lnTo>
                <a:lnTo>
                  <a:pt x="1162050" y="695325"/>
                </a:lnTo>
                <a:lnTo>
                  <a:pt x="1152525" y="695325"/>
                </a:lnTo>
                <a:lnTo>
                  <a:pt x="1152525" y="685800"/>
                </a:lnTo>
                <a:lnTo>
                  <a:pt x="1143000" y="685800"/>
                </a:lnTo>
                <a:close/>
                <a:moveTo>
                  <a:pt x="1352550" y="657225"/>
                </a:moveTo>
                <a:lnTo>
                  <a:pt x="1371600" y="657225"/>
                </a:lnTo>
                <a:lnTo>
                  <a:pt x="1371600" y="685800"/>
                </a:lnTo>
                <a:lnTo>
                  <a:pt x="1352550" y="685800"/>
                </a:lnTo>
                <a:close/>
                <a:moveTo>
                  <a:pt x="1400175" y="657225"/>
                </a:moveTo>
                <a:lnTo>
                  <a:pt x="1409700" y="657225"/>
                </a:lnTo>
                <a:lnTo>
                  <a:pt x="1409700" y="666750"/>
                </a:lnTo>
                <a:lnTo>
                  <a:pt x="1419225" y="666750"/>
                </a:lnTo>
                <a:lnTo>
                  <a:pt x="1419225" y="676275"/>
                </a:lnTo>
                <a:lnTo>
                  <a:pt x="1457325" y="676275"/>
                </a:lnTo>
                <a:lnTo>
                  <a:pt x="1457325" y="685800"/>
                </a:lnTo>
                <a:lnTo>
                  <a:pt x="1428750" y="685800"/>
                </a:lnTo>
                <a:lnTo>
                  <a:pt x="1428750" y="695325"/>
                </a:lnTo>
                <a:lnTo>
                  <a:pt x="1419225" y="695325"/>
                </a:lnTo>
                <a:lnTo>
                  <a:pt x="1419225" y="685800"/>
                </a:lnTo>
                <a:lnTo>
                  <a:pt x="1400175" y="685800"/>
                </a:lnTo>
                <a:close/>
                <a:moveTo>
                  <a:pt x="1695450" y="657225"/>
                </a:moveTo>
                <a:lnTo>
                  <a:pt x="1714500" y="657225"/>
                </a:lnTo>
                <a:lnTo>
                  <a:pt x="1714500" y="685800"/>
                </a:lnTo>
                <a:lnTo>
                  <a:pt x="1704975" y="685800"/>
                </a:lnTo>
                <a:lnTo>
                  <a:pt x="1704975" y="676275"/>
                </a:lnTo>
                <a:lnTo>
                  <a:pt x="1695450" y="676275"/>
                </a:lnTo>
                <a:close/>
                <a:moveTo>
                  <a:pt x="295275" y="666750"/>
                </a:moveTo>
                <a:lnTo>
                  <a:pt x="304800" y="666750"/>
                </a:lnTo>
                <a:lnTo>
                  <a:pt x="304800" y="676275"/>
                </a:lnTo>
                <a:lnTo>
                  <a:pt x="295275" y="676275"/>
                </a:lnTo>
                <a:close/>
                <a:moveTo>
                  <a:pt x="1571625" y="666750"/>
                </a:moveTo>
                <a:lnTo>
                  <a:pt x="1581150" y="666750"/>
                </a:lnTo>
                <a:lnTo>
                  <a:pt x="1581150" y="676275"/>
                </a:lnTo>
                <a:lnTo>
                  <a:pt x="1590675" y="676275"/>
                </a:lnTo>
                <a:lnTo>
                  <a:pt x="1590675" y="685800"/>
                </a:lnTo>
                <a:lnTo>
                  <a:pt x="1581150" y="685800"/>
                </a:lnTo>
                <a:lnTo>
                  <a:pt x="1581150" y="695325"/>
                </a:lnTo>
                <a:lnTo>
                  <a:pt x="1562100" y="695325"/>
                </a:lnTo>
                <a:lnTo>
                  <a:pt x="1562100" y="676275"/>
                </a:lnTo>
                <a:lnTo>
                  <a:pt x="1571625" y="676275"/>
                </a:lnTo>
                <a:close/>
                <a:moveTo>
                  <a:pt x="314325" y="676275"/>
                </a:moveTo>
                <a:lnTo>
                  <a:pt x="323850" y="676275"/>
                </a:lnTo>
                <a:lnTo>
                  <a:pt x="323850" y="695325"/>
                </a:lnTo>
                <a:lnTo>
                  <a:pt x="333375" y="695325"/>
                </a:lnTo>
                <a:lnTo>
                  <a:pt x="333375" y="704850"/>
                </a:lnTo>
                <a:lnTo>
                  <a:pt x="314325" y="704850"/>
                </a:lnTo>
                <a:lnTo>
                  <a:pt x="314325" y="695325"/>
                </a:lnTo>
                <a:lnTo>
                  <a:pt x="304800" y="695325"/>
                </a:lnTo>
                <a:lnTo>
                  <a:pt x="304800" y="685800"/>
                </a:lnTo>
                <a:lnTo>
                  <a:pt x="314325" y="685800"/>
                </a:lnTo>
                <a:close/>
                <a:moveTo>
                  <a:pt x="466725" y="676275"/>
                </a:moveTo>
                <a:lnTo>
                  <a:pt x="485775" y="676275"/>
                </a:lnTo>
                <a:lnTo>
                  <a:pt x="485775" y="685800"/>
                </a:lnTo>
                <a:lnTo>
                  <a:pt x="504825" y="685800"/>
                </a:lnTo>
                <a:lnTo>
                  <a:pt x="504825" y="695325"/>
                </a:lnTo>
                <a:lnTo>
                  <a:pt x="457200" y="695325"/>
                </a:lnTo>
                <a:lnTo>
                  <a:pt x="457200" y="685800"/>
                </a:lnTo>
                <a:lnTo>
                  <a:pt x="466725" y="685800"/>
                </a:lnTo>
                <a:close/>
                <a:moveTo>
                  <a:pt x="590550" y="676275"/>
                </a:moveTo>
                <a:lnTo>
                  <a:pt x="609600" y="676275"/>
                </a:lnTo>
                <a:lnTo>
                  <a:pt x="609600" y="685800"/>
                </a:lnTo>
                <a:lnTo>
                  <a:pt x="600075" y="685800"/>
                </a:lnTo>
                <a:lnTo>
                  <a:pt x="600075" y="695325"/>
                </a:lnTo>
                <a:lnTo>
                  <a:pt x="590550" y="695325"/>
                </a:lnTo>
                <a:close/>
                <a:moveTo>
                  <a:pt x="628650" y="676275"/>
                </a:moveTo>
                <a:lnTo>
                  <a:pt x="647700" y="676275"/>
                </a:lnTo>
                <a:lnTo>
                  <a:pt x="647700" y="685800"/>
                </a:lnTo>
                <a:lnTo>
                  <a:pt x="638175" y="685800"/>
                </a:lnTo>
                <a:lnTo>
                  <a:pt x="638175" y="704850"/>
                </a:lnTo>
                <a:lnTo>
                  <a:pt x="619125" y="704850"/>
                </a:lnTo>
                <a:lnTo>
                  <a:pt x="619125" y="695325"/>
                </a:lnTo>
                <a:lnTo>
                  <a:pt x="628650" y="695325"/>
                </a:lnTo>
                <a:close/>
                <a:moveTo>
                  <a:pt x="914400" y="676275"/>
                </a:moveTo>
                <a:lnTo>
                  <a:pt x="923925" y="676275"/>
                </a:lnTo>
                <a:lnTo>
                  <a:pt x="923925" y="685800"/>
                </a:lnTo>
                <a:lnTo>
                  <a:pt x="914400" y="685800"/>
                </a:lnTo>
                <a:close/>
                <a:moveTo>
                  <a:pt x="1466850" y="676275"/>
                </a:moveTo>
                <a:lnTo>
                  <a:pt x="1476375" y="676275"/>
                </a:lnTo>
                <a:lnTo>
                  <a:pt x="1476375" y="685800"/>
                </a:lnTo>
                <a:lnTo>
                  <a:pt x="1466850" y="685800"/>
                </a:lnTo>
                <a:close/>
                <a:moveTo>
                  <a:pt x="1495425" y="676275"/>
                </a:moveTo>
                <a:lnTo>
                  <a:pt x="1524000" y="676275"/>
                </a:lnTo>
                <a:lnTo>
                  <a:pt x="1524000" y="685800"/>
                </a:lnTo>
                <a:lnTo>
                  <a:pt x="1514475" y="685800"/>
                </a:lnTo>
                <a:lnTo>
                  <a:pt x="1514475" y="695325"/>
                </a:lnTo>
                <a:lnTo>
                  <a:pt x="1504950" y="695325"/>
                </a:lnTo>
                <a:lnTo>
                  <a:pt x="1504950" y="685800"/>
                </a:lnTo>
                <a:lnTo>
                  <a:pt x="1495425" y="685800"/>
                </a:lnTo>
                <a:close/>
                <a:moveTo>
                  <a:pt x="1685925" y="676275"/>
                </a:moveTo>
                <a:lnTo>
                  <a:pt x="1695450" y="676275"/>
                </a:lnTo>
                <a:lnTo>
                  <a:pt x="1695450" y="704850"/>
                </a:lnTo>
                <a:lnTo>
                  <a:pt x="1685925" y="704850"/>
                </a:lnTo>
                <a:close/>
                <a:moveTo>
                  <a:pt x="962025" y="685800"/>
                </a:moveTo>
                <a:lnTo>
                  <a:pt x="971550" y="685800"/>
                </a:lnTo>
                <a:lnTo>
                  <a:pt x="971550" y="695325"/>
                </a:lnTo>
                <a:lnTo>
                  <a:pt x="962025" y="695325"/>
                </a:lnTo>
                <a:close/>
                <a:moveTo>
                  <a:pt x="276225" y="704850"/>
                </a:moveTo>
                <a:lnTo>
                  <a:pt x="285750" y="704850"/>
                </a:lnTo>
                <a:lnTo>
                  <a:pt x="285750" y="723900"/>
                </a:lnTo>
                <a:lnTo>
                  <a:pt x="276225" y="723900"/>
                </a:lnTo>
                <a:close/>
                <a:moveTo>
                  <a:pt x="1257300" y="714375"/>
                </a:moveTo>
                <a:lnTo>
                  <a:pt x="1266825" y="714375"/>
                </a:lnTo>
                <a:lnTo>
                  <a:pt x="1266825" y="723900"/>
                </a:lnTo>
                <a:lnTo>
                  <a:pt x="1276350" y="723900"/>
                </a:lnTo>
                <a:lnTo>
                  <a:pt x="1276350" y="762000"/>
                </a:lnTo>
                <a:lnTo>
                  <a:pt x="1238250" y="762000"/>
                </a:lnTo>
                <a:lnTo>
                  <a:pt x="1238250" y="771525"/>
                </a:lnTo>
                <a:lnTo>
                  <a:pt x="1209675" y="771525"/>
                </a:lnTo>
                <a:lnTo>
                  <a:pt x="1209675" y="762000"/>
                </a:lnTo>
                <a:lnTo>
                  <a:pt x="1228725" y="762000"/>
                </a:lnTo>
                <a:lnTo>
                  <a:pt x="1228725" y="742950"/>
                </a:lnTo>
                <a:lnTo>
                  <a:pt x="1247775" y="742950"/>
                </a:lnTo>
                <a:lnTo>
                  <a:pt x="1247775" y="733425"/>
                </a:lnTo>
                <a:lnTo>
                  <a:pt x="1257300" y="733425"/>
                </a:lnTo>
                <a:close/>
                <a:moveTo>
                  <a:pt x="295275" y="742950"/>
                </a:moveTo>
                <a:lnTo>
                  <a:pt x="323850" y="742950"/>
                </a:lnTo>
                <a:lnTo>
                  <a:pt x="323850" y="752475"/>
                </a:lnTo>
                <a:lnTo>
                  <a:pt x="295275" y="752475"/>
                </a:lnTo>
                <a:close/>
                <a:moveTo>
                  <a:pt x="847725" y="742950"/>
                </a:moveTo>
                <a:lnTo>
                  <a:pt x="876300" y="742950"/>
                </a:lnTo>
                <a:lnTo>
                  <a:pt x="876300" y="771525"/>
                </a:lnTo>
                <a:lnTo>
                  <a:pt x="847725" y="771525"/>
                </a:lnTo>
                <a:lnTo>
                  <a:pt x="847725" y="781050"/>
                </a:lnTo>
                <a:lnTo>
                  <a:pt x="838200" y="781050"/>
                </a:lnTo>
                <a:lnTo>
                  <a:pt x="838200" y="771525"/>
                </a:lnTo>
                <a:lnTo>
                  <a:pt x="828675" y="771525"/>
                </a:lnTo>
                <a:lnTo>
                  <a:pt x="828675" y="781050"/>
                </a:lnTo>
                <a:lnTo>
                  <a:pt x="819150" y="781050"/>
                </a:lnTo>
                <a:lnTo>
                  <a:pt x="819150" y="771525"/>
                </a:lnTo>
                <a:lnTo>
                  <a:pt x="809625" y="771525"/>
                </a:lnTo>
                <a:lnTo>
                  <a:pt x="809625" y="762000"/>
                </a:lnTo>
                <a:lnTo>
                  <a:pt x="800100" y="762000"/>
                </a:lnTo>
                <a:lnTo>
                  <a:pt x="800100" y="752475"/>
                </a:lnTo>
                <a:lnTo>
                  <a:pt x="819150" y="752475"/>
                </a:lnTo>
                <a:lnTo>
                  <a:pt x="819150" y="762000"/>
                </a:lnTo>
                <a:lnTo>
                  <a:pt x="847725" y="762000"/>
                </a:lnTo>
                <a:close/>
                <a:moveTo>
                  <a:pt x="933450" y="742950"/>
                </a:moveTo>
                <a:lnTo>
                  <a:pt x="942975" y="742950"/>
                </a:lnTo>
                <a:lnTo>
                  <a:pt x="942975" y="752475"/>
                </a:lnTo>
                <a:lnTo>
                  <a:pt x="962025" y="752475"/>
                </a:lnTo>
                <a:lnTo>
                  <a:pt x="962025" y="762000"/>
                </a:lnTo>
                <a:lnTo>
                  <a:pt x="952500" y="762000"/>
                </a:lnTo>
                <a:lnTo>
                  <a:pt x="952500" y="771525"/>
                </a:lnTo>
                <a:lnTo>
                  <a:pt x="962025" y="771525"/>
                </a:lnTo>
                <a:lnTo>
                  <a:pt x="962025" y="781050"/>
                </a:lnTo>
                <a:lnTo>
                  <a:pt x="942975" y="781050"/>
                </a:lnTo>
                <a:lnTo>
                  <a:pt x="942975" y="790575"/>
                </a:lnTo>
                <a:lnTo>
                  <a:pt x="962025" y="790575"/>
                </a:lnTo>
                <a:lnTo>
                  <a:pt x="962025" y="800100"/>
                </a:lnTo>
                <a:lnTo>
                  <a:pt x="952500" y="800100"/>
                </a:lnTo>
                <a:lnTo>
                  <a:pt x="952500" y="809625"/>
                </a:lnTo>
                <a:lnTo>
                  <a:pt x="933450" y="809625"/>
                </a:lnTo>
                <a:lnTo>
                  <a:pt x="933450" y="771525"/>
                </a:lnTo>
                <a:lnTo>
                  <a:pt x="942975" y="771525"/>
                </a:lnTo>
                <a:lnTo>
                  <a:pt x="942975" y="762000"/>
                </a:lnTo>
                <a:lnTo>
                  <a:pt x="933450" y="762000"/>
                </a:lnTo>
                <a:close/>
                <a:moveTo>
                  <a:pt x="1200150" y="742950"/>
                </a:moveTo>
                <a:lnTo>
                  <a:pt x="1219200" y="742950"/>
                </a:lnTo>
                <a:lnTo>
                  <a:pt x="1219200" y="752475"/>
                </a:lnTo>
                <a:lnTo>
                  <a:pt x="1200150" y="752475"/>
                </a:lnTo>
                <a:close/>
                <a:moveTo>
                  <a:pt x="981075" y="752475"/>
                </a:moveTo>
                <a:lnTo>
                  <a:pt x="1009650" y="752475"/>
                </a:lnTo>
                <a:lnTo>
                  <a:pt x="1009650" y="762000"/>
                </a:lnTo>
                <a:lnTo>
                  <a:pt x="981075" y="762000"/>
                </a:lnTo>
                <a:close/>
                <a:moveTo>
                  <a:pt x="333375" y="762000"/>
                </a:moveTo>
                <a:lnTo>
                  <a:pt x="352425" y="762000"/>
                </a:lnTo>
                <a:lnTo>
                  <a:pt x="352425" y="771525"/>
                </a:lnTo>
                <a:lnTo>
                  <a:pt x="333375" y="771525"/>
                </a:lnTo>
                <a:close/>
                <a:moveTo>
                  <a:pt x="400050" y="762000"/>
                </a:moveTo>
                <a:lnTo>
                  <a:pt x="409575" y="762000"/>
                </a:lnTo>
                <a:lnTo>
                  <a:pt x="409575" y="771525"/>
                </a:lnTo>
                <a:lnTo>
                  <a:pt x="400050" y="771525"/>
                </a:lnTo>
                <a:close/>
                <a:moveTo>
                  <a:pt x="476250" y="762000"/>
                </a:moveTo>
                <a:lnTo>
                  <a:pt x="495300" y="762000"/>
                </a:lnTo>
                <a:lnTo>
                  <a:pt x="495300" y="771525"/>
                </a:lnTo>
                <a:lnTo>
                  <a:pt x="476250" y="771525"/>
                </a:lnTo>
                <a:close/>
                <a:moveTo>
                  <a:pt x="676275" y="762000"/>
                </a:moveTo>
                <a:lnTo>
                  <a:pt x="695325" y="762000"/>
                </a:lnTo>
                <a:lnTo>
                  <a:pt x="695325" y="771525"/>
                </a:lnTo>
                <a:lnTo>
                  <a:pt x="704850" y="771525"/>
                </a:lnTo>
                <a:lnTo>
                  <a:pt x="704850" y="762000"/>
                </a:lnTo>
                <a:lnTo>
                  <a:pt x="742950" y="762000"/>
                </a:lnTo>
                <a:lnTo>
                  <a:pt x="742950" y="771525"/>
                </a:lnTo>
                <a:lnTo>
                  <a:pt x="752475" y="771525"/>
                </a:lnTo>
                <a:lnTo>
                  <a:pt x="752475" y="781050"/>
                </a:lnTo>
                <a:lnTo>
                  <a:pt x="742950" y="781050"/>
                </a:lnTo>
                <a:lnTo>
                  <a:pt x="742950" y="790575"/>
                </a:lnTo>
                <a:lnTo>
                  <a:pt x="695325" y="790575"/>
                </a:lnTo>
                <a:lnTo>
                  <a:pt x="695325" y="781050"/>
                </a:lnTo>
                <a:lnTo>
                  <a:pt x="676275" y="781050"/>
                </a:lnTo>
                <a:close/>
                <a:moveTo>
                  <a:pt x="1200150" y="771525"/>
                </a:moveTo>
                <a:lnTo>
                  <a:pt x="1209675" y="771525"/>
                </a:lnTo>
                <a:lnTo>
                  <a:pt x="1209675" y="790575"/>
                </a:lnTo>
                <a:lnTo>
                  <a:pt x="1200150" y="790575"/>
                </a:lnTo>
                <a:close/>
                <a:moveTo>
                  <a:pt x="1152525" y="781050"/>
                </a:moveTo>
                <a:lnTo>
                  <a:pt x="1162050" y="781050"/>
                </a:lnTo>
                <a:lnTo>
                  <a:pt x="1162050" y="790575"/>
                </a:lnTo>
                <a:lnTo>
                  <a:pt x="1152525" y="790575"/>
                </a:lnTo>
                <a:close/>
                <a:moveTo>
                  <a:pt x="1485900" y="781050"/>
                </a:moveTo>
                <a:lnTo>
                  <a:pt x="1495425" y="781050"/>
                </a:lnTo>
                <a:lnTo>
                  <a:pt x="1495425" y="790575"/>
                </a:lnTo>
                <a:lnTo>
                  <a:pt x="1485900" y="790575"/>
                </a:lnTo>
                <a:close/>
                <a:moveTo>
                  <a:pt x="114300" y="790575"/>
                </a:moveTo>
                <a:lnTo>
                  <a:pt x="123825" y="790575"/>
                </a:lnTo>
                <a:lnTo>
                  <a:pt x="123825" y="800100"/>
                </a:lnTo>
                <a:lnTo>
                  <a:pt x="114300" y="800100"/>
                </a:lnTo>
                <a:close/>
                <a:moveTo>
                  <a:pt x="971550" y="790575"/>
                </a:moveTo>
                <a:lnTo>
                  <a:pt x="981075" y="790575"/>
                </a:lnTo>
                <a:lnTo>
                  <a:pt x="981075" y="800100"/>
                </a:lnTo>
                <a:lnTo>
                  <a:pt x="990600" y="800100"/>
                </a:lnTo>
                <a:lnTo>
                  <a:pt x="990600" y="809625"/>
                </a:lnTo>
                <a:lnTo>
                  <a:pt x="971550" y="809625"/>
                </a:lnTo>
                <a:close/>
                <a:moveTo>
                  <a:pt x="1209675" y="790575"/>
                </a:moveTo>
                <a:lnTo>
                  <a:pt x="1257300" y="790575"/>
                </a:lnTo>
                <a:lnTo>
                  <a:pt x="1257300" y="809625"/>
                </a:lnTo>
                <a:lnTo>
                  <a:pt x="1285875" y="809625"/>
                </a:lnTo>
                <a:lnTo>
                  <a:pt x="1285875" y="819150"/>
                </a:lnTo>
                <a:lnTo>
                  <a:pt x="1295400" y="819150"/>
                </a:lnTo>
                <a:lnTo>
                  <a:pt x="1295400" y="809625"/>
                </a:lnTo>
                <a:lnTo>
                  <a:pt x="1304925" y="809625"/>
                </a:lnTo>
                <a:lnTo>
                  <a:pt x="1304925" y="790575"/>
                </a:lnTo>
                <a:lnTo>
                  <a:pt x="1323975" y="790575"/>
                </a:lnTo>
                <a:lnTo>
                  <a:pt x="1323975" y="809625"/>
                </a:lnTo>
                <a:lnTo>
                  <a:pt x="1352550" y="809625"/>
                </a:lnTo>
                <a:lnTo>
                  <a:pt x="1352550" y="819150"/>
                </a:lnTo>
                <a:lnTo>
                  <a:pt x="1343025" y="819150"/>
                </a:lnTo>
                <a:lnTo>
                  <a:pt x="1343025" y="828675"/>
                </a:lnTo>
                <a:lnTo>
                  <a:pt x="1304925" y="828675"/>
                </a:lnTo>
                <a:lnTo>
                  <a:pt x="1304925" y="819150"/>
                </a:lnTo>
                <a:lnTo>
                  <a:pt x="1295400" y="819150"/>
                </a:lnTo>
                <a:lnTo>
                  <a:pt x="1295400" y="828675"/>
                </a:lnTo>
                <a:lnTo>
                  <a:pt x="1247775" y="828675"/>
                </a:lnTo>
                <a:lnTo>
                  <a:pt x="1247775" y="819150"/>
                </a:lnTo>
                <a:lnTo>
                  <a:pt x="1181100" y="819150"/>
                </a:lnTo>
                <a:lnTo>
                  <a:pt x="1181100" y="809625"/>
                </a:lnTo>
                <a:lnTo>
                  <a:pt x="1238250" y="809625"/>
                </a:lnTo>
                <a:lnTo>
                  <a:pt x="1238250" y="800100"/>
                </a:lnTo>
                <a:lnTo>
                  <a:pt x="1209675" y="800100"/>
                </a:lnTo>
                <a:close/>
                <a:moveTo>
                  <a:pt x="1371600" y="790575"/>
                </a:moveTo>
                <a:lnTo>
                  <a:pt x="1419225" y="790575"/>
                </a:lnTo>
                <a:lnTo>
                  <a:pt x="1419225" y="809625"/>
                </a:lnTo>
                <a:lnTo>
                  <a:pt x="1495425" y="809625"/>
                </a:lnTo>
                <a:lnTo>
                  <a:pt x="1495425" y="819150"/>
                </a:lnTo>
                <a:lnTo>
                  <a:pt x="1409700" y="819150"/>
                </a:lnTo>
                <a:lnTo>
                  <a:pt x="1409700" y="828675"/>
                </a:lnTo>
                <a:lnTo>
                  <a:pt x="1371600" y="828675"/>
                </a:lnTo>
                <a:lnTo>
                  <a:pt x="1371600" y="819150"/>
                </a:lnTo>
                <a:lnTo>
                  <a:pt x="1362075" y="819150"/>
                </a:lnTo>
                <a:lnTo>
                  <a:pt x="1362075" y="809625"/>
                </a:lnTo>
                <a:lnTo>
                  <a:pt x="1371600" y="809625"/>
                </a:lnTo>
                <a:close/>
                <a:moveTo>
                  <a:pt x="1000125" y="800100"/>
                </a:moveTo>
                <a:lnTo>
                  <a:pt x="1028700" y="800100"/>
                </a:lnTo>
                <a:lnTo>
                  <a:pt x="1028700" y="809625"/>
                </a:lnTo>
                <a:lnTo>
                  <a:pt x="1000125" y="809625"/>
                </a:lnTo>
                <a:close/>
                <a:moveTo>
                  <a:pt x="1047750" y="800100"/>
                </a:moveTo>
                <a:lnTo>
                  <a:pt x="1076325" y="800100"/>
                </a:lnTo>
                <a:lnTo>
                  <a:pt x="1076325" y="809625"/>
                </a:lnTo>
                <a:lnTo>
                  <a:pt x="1047750" y="809625"/>
                </a:lnTo>
                <a:close/>
                <a:moveTo>
                  <a:pt x="1638300" y="800100"/>
                </a:moveTo>
                <a:lnTo>
                  <a:pt x="1647825" y="800100"/>
                </a:lnTo>
                <a:lnTo>
                  <a:pt x="1647825" y="809625"/>
                </a:lnTo>
                <a:lnTo>
                  <a:pt x="1657350" y="809625"/>
                </a:lnTo>
                <a:lnTo>
                  <a:pt x="1657350" y="819150"/>
                </a:lnTo>
                <a:lnTo>
                  <a:pt x="1647825" y="819150"/>
                </a:lnTo>
                <a:lnTo>
                  <a:pt x="1647825" y="828675"/>
                </a:lnTo>
                <a:lnTo>
                  <a:pt x="1628775" y="828675"/>
                </a:lnTo>
                <a:lnTo>
                  <a:pt x="1628775" y="809625"/>
                </a:lnTo>
                <a:lnTo>
                  <a:pt x="1638300" y="809625"/>
                </a:lnTo>
                <a:close/>
                <a:moveTo>
                  <a:pt x="1504950" y="809625"/>
                </a:moveTo>
                <a:lnTo>
                  <a:pt x="1514475" y="809625"/>
                </a:lnTo>
                <a:lnTo>
                  <a:pt x="1514475" y="819150"/>
                </a:lnTo>
                <a:lnTo>
                  <a:pt x="1504950" y="819150"/>
                </a:lnTo>
                <a:close/>
                <a:moveTo>
                  <a:pt x="1524000" y="809625"/>
                </a:moveTo>
                <a:lnTo>
                  <a:pt x="1533525" y="809625"/>
                </a:lnTo>
                <a:lnTo>
                  <a:pt x="1533525" y="819150"/>
                </a:lnTo>
                <a:lnTo>
                  <a:pt x="1524000" y="819150"/>
                </a:lnTo>
                <a:close/>
                <a:moveTo>
                  <a:pt x="1562100" y="809625"/>
                </a:moveTo>
                <a:lnTo>
                  <a:pt x="1581150" y="809625"/>
                </a:lnTo>
                <a:lnTo>
                  <a:pt x="1581150" y="828675"/>
                </a:lnTo>
                <a:lnTo>
                  <a:pt x="1571625" y="828675"/>
                </a:lnTo>
                <a:lnTo>
                  <a:pt x="1571625" y="819150"/>
                </a:lnTo>
                <a:lnTo>
                  <a:pt x="1562100" y="819150"/>
                </a:lnTo>
                <a:close/>
                <a:moveTo>
                  <a:pt x="1590675" y="809625"/>
                </a:moveTo>
                <a:lnTo>
                  <a:pt x="1609725" y="809625"/>
                </a:lnTo>
                <a:lnTo>
                  <a:pt x="1609725" y="819150"/>
                </a:lnTo>
                <a:lnTo>
                  <a:pt x="1590675" y="819150"/>
                </a:lnTo>
                <a:close/>
                <a:moveTo>
                  <a:pt x="695325" y="819150"/>
                </a:moveTo>
                <a:lnTo>
                  <a:pt x="704850" y="819150"/>
                </a:lnTo>
                <a:lnTo>
                  <a:pt x="704850" y="828675"/>
                </a:lnTo>
                <a:lnTo>
                  <a:pt x="695325" y="828675"/>
                </a:lnTo>
                <a:close/>
                <a:moveTo>
                  <a:pt x="847725" y="819150"/>
                </a:moveTo>
                <a:lnTo>
                  <a:pt x="857250" y="819150"/>
                </a:lnTo>
                <a:lnTo>
                  <a:pt x="857250" y="838200"/>
                </a:lnTo>
                <a:lnTo>
                  <a:pt x="847725" y="838200"/>
                </a:lnTo>
                <a:close/>
                <a:moveTo>
                  <a:pt x="1695450" y="819150"/>
                </a:moveTo>
                <a:lnTo>
                  <a:pt x="1714500" y="819150"/>
                </a:lnTo>
                <a:lnTo>
                  <a:pt x="1714500" y="838200"/>
                </a:lnTo>
                <a:lnTo>
                  <a:pt x="1695450" y="838200"/>
                </a:lnTo>
                <a:close/>
                <a:moveTo>
                  <a:pt x="685800" y="828675"/>
                </a:moveTo>
                <a:lnTo>
                  <a:pt x="695325" y="828675"/>
                </a:lnTo>
                <a:lnTo>
                  <a:pt x="695325" y="838200"/>
                </a:lnTo>
                <a:lnTo>
                  <a:pt x="685800" y="838200"/>
                </a:lnTo>
                <a:close/>
                <a:moveTo>
                  <a:pt x="1581150" y="828675"/>
                </a:moveTo>
                <a:lnTo>
                  <a:pt x="1590675" y="828675"/>
                </a:lnTo>
                <a:lnTo>
                  <a:pt x="1590675" y="847725"/>
                </a:lnTo>
                <a:lnTo>
                  <a:pt x="1581150" y="847725"/>
                </a:lnTo>
                <a:close/>
                <a:moveTo>
                  <a:pt x="1409700" y="857250"/>
                </a:moveTo>
                <a:lnTo>
                  <a:pt x="1466850" y="857250"/>
                </a:lnTo>
                <a:lnTo>
                  <a:pt x="1466850" y="866775"/>
                </a:lnTo>
                <a:lnTo>
                  <a:pt x="1476375" y="866775"/>
                </a:lnTo>
                <a:lnTo>
                  <a:pt x="1476375" y="876300"/>
                </a:lnTo>
                <a:lnTo>
                  <a:pt x="1485900" y="876300"/>
                </a:lnTo>
                <a:lnTo>
                  <a:pt x="1485900" y="895350"/>
                </a:lnTo>
                <a:lnTo>
                  <a:pt x="1504950" y="895350"/>
                </a:lnTo>
                <a:lnTo>
                  <a:pt x="1504950" y="904875"/>
                </a:lnTo>
                <a:lnTo>
                  <a:pt x="1466850" y="904875"/>
                </a:lnTo>
                <a:lnTo>
                  <a:pt x="1466850" y="876300"/>
                </a:lnTo>
                <a:lnTo>
                  <a:pt x="1447800" y="876300"/>
                </a:lnTo>
                <a:lnTo>
                  <a:pt x="1447800" y="904875"/>
                </a:lnTo>
                <a:lnTo>
                  <a:pt x="1438275" y="904875"/>
                </a:lnTo>
                <a:lnTo>
                  <a:pt x="1438275" y="923925"/>
                </a:lnTo>
                <a:lnTo>
                  <a:pt x="1428750" y="923925"/>
                </a:lnTo>
                <a:lnTo>
                  <a:pt x="1428750" y="914400"/>
                </a:lnTo>
                <a:lnTo>
                  <a:pt x="1409700" y="914400"/>
                </a:lnTo>
                <a:lnTo>
                  <a:pt x="1409700" y="904875"/>
                </a:lnTo>
                <a:lnTo>
                  <a:pt x="1390650" y="904875"/>
                </a:lnTo>
                <a:lnTo>
                  <a:pt x="1390650" y="914400"/>
                </a:lnTo>
                <a:lnTo>
                  <a:pt x="1362075" y="914400"/>
                </a:lnTo>
                <a:lnTo>
                  <a:pt x="1362075" y="876300"/>
                </a:lnTo>
                <a:lnTo>
                  <a:pt x="1352550" y="876300"/>
                </a:lnTo>
                <a:lnTo>
                  <a:pt x="1352550" y="866775"/>
                </a:lnTo>
                <a:lnTo>
                  <a:pt x="1381125" y="866775"/>
                </a:lnTo>
                <a:lnTo>
                  <a:pt x="1381125" y="876300"/>
                </a:lnTo>
                <a:lnTo>
                  <a:pt x="1409700" y="876300"/>
                </a:lnTo>
                <a:close/>
                <a:moveTo>
                  <a:pt x="1524000" y="857250"/>
                </a:moveTo>
                <a:lnTo>
                  <a:pt x="1552575" y="857250"/>
                </a:lnTo>
                <a:lnTo>
                  <a:pt x="1552575" y="876300"/>
                </a:lnTo>
                <a:lnTo>
                  <a:pt x="1562100" y="876300"/>
                </a:lnTo>
                <a:lnTo>
                  <a:pt x="1562100" y="885825"/>
                </a:lnTo>
                <a:lnTo>
                  <a:pt x="1533525" y="885825"/>
                </a:lnTo>
                <a:lnTo>
                  <a:pt x="1533525" y="876300"/>
                </a:lnTo>
                <a:lnTo>
                  <a:pt x="1524000" y="876300"/>
                </a:lnTo>
                <a:close/>
                <a:moveTo>
                  <a:pt x="1609725" y="857250"/>
                </a:moveTo>
                <a:lnTo>
                  <a:pt x="1628775" y="857250"/>
                </a:lnTo>
                <a:lnTo>
                  <a:pt x="1628775" y="876300"/>
                </a:lnTo>
                <a:lnTo>
                  <a:pt x="1609725" y="876300"/>
                </a:lnTo>
                <a:close/>
                <a:moveTo>
                  <a:pt x="666750" y="866775"/>
                </a:moveTo>
                <a:lnTo>
                  <a:pt x="676275" y="866775"/>
                </a:lnTo>
                <a:lnTo>
                  <a:pt x="676275" y="876300"/>
                </a:lnTo>
                <a:lnTo>
                  <a:pt x="666750" y="876300"/>
                </a:lnTo>
                <a:close/>
                <a:moveTo>
                  <a:pt x="1143000" y="866775"/>
                </a:moveTo>
                <a:lnTo>
                  <a:pt x="1162050" y="866775"/>
                </a:lnTo>
                <a:lnTo>
                  <a:pt x="1162050" y="885825"/>
                </a:lnTo>
                <a:lnTo>
                  <a:pt x="1152525" y="885825"/>
                </a:lnTo>
                <a:lnTo>
                  <a:pt x="1152525" y="876300"/>
                </a:lnTo>
                <a:lnTo>
                  <a:pt x="1143000" y="876300"/>
                </a:lnTo>
                <a:close/>
                <a:moveTo>
                  <a:pt x="657225" y="876300"/>
                </a:moveTo>
                <a:lnTo>
                  <a:pt x="666750" y="876300"/>
                </a:lnTo>
                <a:lnTo>
                  <a:pt x="666750" y="885825"/>
                </a:lnTo>
                <a:lnTo>
                  <a:pt x="657225" y="885825"/>
                </a:lnTo>
                <a:close/>
                <a:moveTo>
                  <a:pt x="1209675" y="876300"/>
                </a:moveTo>
                <a:lnTo>
                  <a:pt x="1247775" y="876300"/>
                </a:lnTo>
                <a:lnTo>
                  <a:pt x="1247775" y="885825"/>
                </a:lnTo>
                <a:lnTo>
                  <a:pt x="1257300" y="885825"/>
                </a:lnTo>
                <a:lnTo>
                  <a:pt x="1257300" y="904875"/>
                </a:lnTo>
                <a:lnTo>
                  <a:pt x="1247775" y="904875"/>
                </a:lnTo>
                <a:lnTo>
                  <a:pt x="1247775" y="895350"/>
                </a:lnTo>
                <a:lnTo>
                  <a:pt x="1238250" y="895350"/>
                </a:lnTo>
                <a:lnTo>
                  <a:pt x="1238250" y="904875"/>
                </a:lnTo>
                <a:lnTo>
                  <a:pt x="1219200" y="904875"/>
                </a:lnTo>
                <a:lnTo>
                  <a:pt x="1219200" y="914400"/>
                </a:lnTo>
                <a:lnTo>
                  <a:pt x="1209675" y="914400"/>
                </a:lnTo>
                <a:lnTo>
                  <a:pt x="1209675" y="904875"/>
                </a:lnTo>
                <a:lnTo>
                  <a:pt x="1181100" y="904875"/>
                </a:lnTo>
                <a:lnTo>
                  <a:pt x="1181100" y="895350"/>
                </a:lnTo>
                <a:lnTo>
                  <a:pt x="1209675" y="895350"/>
                </a:lnTo>
                <a:close/>
                <a:moveTo>
                  <a:pt x="1285875" y="876300"/>
                </a:moveTo>
                <a:lnTo>
                  <a:pt x="1304925" y="876300"/>
                </a:lnTo>
                <a:lnTo>
                  <a:pt x="1304925" y="885825"/>
                </a:lnTo>
                <a:lnTo>
                  <a:pt x="1314450" y="885825"/>
                </a:lnTo>
                <a:lnTo>
                  <a:pt x="1314450" y="895350"/>
                </a:lnTo>
                <a:lnTo>
                  <a:pt x="1333500" y="895350"/>
                </a:lnTo>
                <a:lnTo>
                  <a:pt x="1333500" y="914400"/>
                </a:lnTo>
                <a:lnTo>
                  <a:pt x="1323975" y="914400"/>
                </a:lnTo>
                <a:lnTo>
                  <a:pt x="1323975" y="904875"/>
                </a:lnTo>
                <a:lnTo>
                  <a:pt x="1276350" y="904875"/>
                </a:lnTo>
                <a:lnTo>
                  <a:pt x="1276350" y="895350"/>
                </a:lnTo>
                <a:lnTo>
                  <a:pt x="1285875" y="895350"/>
                </a:lnTo>
                <a:close/>
                <a:moveTo>
                  <a:pt x="1695450" y="876300"/>
                </a:moveTo>
                <a:lnTo>
                  <a:pt x="1714500" y="876300"/>
                </a:lnTo>
                <a:lnTo>
                  <a:pt x="1714500" y="942975"/>
                </a:lnTo>
                <a:lnTo>
                  <a:pt x="1695450" y="942975"/>
                </a:lnTo>
                <a:lnTo>
                  <a:pt x="1695450" y="914400"/>
                </a:lnTo>
                <a:lnTo>
                  <a:pt x="1685925" y="914400"/>
                </a:lnTo>
                <a:lnTo>
                  <a:pt x="1685925" y="885825"/>
                </a:lnTo>
                <a:lnTo>
                  <a:pt x="1695450" y="885825"/>
                </a:lnTo>
                <a:close/>
                <a:moveTo>
                  <a:pt x="685800" y="885825"/>
                </a:moveTo>
                <a:lnTo>
                  <a:pt x="695325" y="885825"/>
                </a:lnTo>
                <a:lnTo>
                  <a:pt x="695325" y="895350"/>
                </a:lnTo>
                <a:lnTo>
                  <a:pt x="685800" y="895350"/>
                </a:lnTo>
                <a:close/>
                <a:moveTo>
                  <a:pt x="676275" y="895350"/>
                </a:moveTo>
                <a:lnTo>
                  <a:pt x="685800" y="895350"/>
                </a:lnTo>
                <a:lnTo>
                  <a:pt x="685800" y="914400"/>
                </a:lnTo>
                <a:lnTo>
                  <a:pt x="676275" y="914400"/>
                </a:lnTo>
                <a:close/>
                <a:moveTo>
                  <a:pt x="1514475" y="895350"/>
                </a:moveTo>
                <a:lnTo>
                  <a:pt x="1524000" y="895350"/>
                </a:lnTo>
                <a:lnTo>
                  <a:pt x="1524000" y="904875"/>
                </a:lnTo>
                <a:lnTo>
                  <a:pt x="1514475" y="904875"/>
                </a:lnTo>
                <a:close/>
                <a:moveTo>
                  <a:pt x="1533525" y="895350"/>
                </a:moveTo>
                <a:lnTo>
                  <a:pt x="1562100" y="895350"/>
                </a:lnTo>
                <a:lnTo>
                  <a:pt x="1562100" y="904875"/>
                </a:lnTo>
                <a:lnTo>
                  <a:pt x="1571625" y="904875"/>
                </a:lnTo>
                <a:lnTo>
                  <a:pt x="1571625" y="914400"/>
                </a:lnTo>
                <a:lnTo>
                  <a:pt x="1533525" y="914400"/>
                </a:lnTo>
                <a:close/>
                <a:moveTo>
                  <a:pt x="1666875" y="895350"/>
                </a:moveTo>
                <a:lnTo>
                  <a:pt x="1676400" y="895350"/>
                </a:lnTo>
                <a:lnTo>
                  <a:pt x="1676400" y="914400"/>
                </a:lnTo>
                <a:lnTo>
                  <a:pt x="1666875" y="914400"/>
                </a:lnTo>
                <a:close/>
                <a:moveTo>
                  <a:pt x="1343025" y="904875"/>
                </a:moveTo>
                <a:lnTo>
                  <a:pt x="1352550" y="904875"/>
                </a:lnTo>
                <a:lnTo>
                  <a:pt x="1352550" y="914400"/>
                </a:lnTo>
                <a:lnTo>
                  <a:pt x="1343025" y="914400"/>
                </a:lnTo>
                <a:close/>
                <a:moveTo>
                  <a:pt x="1323975" y="923925"/>
                </a:moveTo>
                <a:lnTo>
                  <a:pt x="1333500" y="923925"/>
                </a:lnTo>
                <a:lnTo>
                  <a:pt x="1333500" y="933450"/>
                </a:lnTo>
                <a:lnTo>
                  <a:pt x="1352550" y="933450"/>
                </a:lnTo>
                <a:lnTo>
                  <a:pt x="1352550" y="952500"/>
                </a:lnTo>
                <a:lnTo>
                  <a:pt x="1343025" y="952500"/>
                </a:lnTo>
                <a:lnTo>
                  <a:pt x="1343025" y="962025"/>
                </a:lnTo>
                <a:lnTo>
                  <a:pt x="1333500" y="962025"/>
                </a:lnTo>
                <a:lnTo>
                  <a:pt x="1333500" y="971550"/>
                </a:lnTo>
                <a:lnTo>
                  <a:pt x="1323975" y="971550"/>
                </a:lnTo>
                <a:lnTo>
                  <a:pt x="1323975" y="962025"/>
                </a:lnTo>
                <a:lnTo>
                  <a:pt x="1314450" y="962025"/>
                </a:lnTo>
                <a:lnTo>
                  <a:pt x="1314450" y="933450"/>
                </a:lnTo>
                <a:lnTo>
                  <a:pt x="1323975" y="933450"/>
                </a:lnTo>
                <a:close/>
                <a:moveTo>
                  <a:pt x="1381125" y="933450"/>
                </a:moveTo>
                <a:lnTo>
                  <a:pt x="1409700" y="933450"/>
                </a:lnTo>
                <a:lnTo>
                  <a:pt x="1409700" y="952500"/>
                </a:lnTo>
                <a:lnTo>
                  <a:pt x="1371600" y="952500"/>
                </a:lnTo>
                <a:lnTo>
                  <a:pt x="1371600" y="942975"/>
                </a:lnTo>
                <a:lnTo>
                  <a:pt x="1381125" y="942975"/>
                </a:lnTo>
                <a:close/>
                <a:moveTo>
                  <a:pt x="1114425" y="942975"/>
                </a:moveTo>
                <a:lnTo>
                  <a:pt x="1133475" y="942975"/>
                </a:lnTo>
                <a:lnTo>
                  <a:pt x="1133475" y="962025"/>
                </a:lnTo>
                <a:lnTo>
                  <a:pt x="1114425" y="962025"/>
                </a:lnTo>
                <a:close/>
                <a:moveTo>
                  <a:pt x="1581150" y="962025"/>
                </a:moveTo>
                <a:lnTo>
                  <a:pt x="1590675" y="962025"/>
                </a:lnTo>
                <a:lnTo>
                  <a:pt x="1590675" y="981075"/>
                </a:lnTo>
                <a:lnTo>
                  <a:pt x="1571625" y="981075"/>
                </a:lnTo>
                <a:lnTo>
                  <a:pt x="1571625" y="971550"/>
                </a:lnTo>
                <a:lnTo>
                  <a:pt x="1581150" y="971550"/>
                </a:lnTo>
                <a:close/>
                <a:moveTo>
                  <a:pt x="1314450" y="971550"/>
                </a:moveTo>
                <a:lnTo>
                  <a:pt x="1323975" y="971550"/>
                </a:lnTo>
                <a:lnTo>
                  <a:pt x="1323975" y="981075"/>
                </a:lnTo>
                <a:lnTo>
                  <a:pt x="1314450" y="981075"/>
                </a:lnTo>
                <a:close/>
                <a:moveTo>
                  <a:pt x="1419225" y="971550"/>
                </a:moveTo>
                <a:lnTo>
                  <a:pt x="1447800" y="971550"/>
                </a:lnTo>
                <a:lnTo>
                  <a:pt x="1447800" y="990600"/>
                </a:lnTo>
                <a:lnTo>
                  <a:pt x="1438275" y="990600"/>
                </a:lnTo>
                <a:lnTo>
                  <a:pt x="1438275" y="1009650"/>
                </a:lnTo>
                <a:lnTo>
                  <a:pt x="1428750" y="1009650"/>
                </a:lnTo>
                <a:lnTo>
                  <a:pt x="1428750" y="1000125"/>
                </a:lnTo>
                <a:lnTo>
                  <a:pt x="1419225" y="1000125"/>
                </a:lnTo>
                <a:lnTo>
                  <a:pt x="1419225" y="990600"/>
                </a:lnTo>
                <a:lnTo>
                  <a:pt x="1409700" y="990600"/>
                </a:lnTo>
                <a:lnTo>
                  <a:pt x="1409700" y="981075"/>
                </a:lnTo>
                <a:lnTo>
                  <a:pt x="1419225" y="981075"/>
                </a:lnTo>
                <a:close/>
                <a:moveTo>
                  <a:pt x="1476375" y="971550"/>
                </a:moveTo>
                <a:lnTo>
                  <a:pt x="1495425" y="971550"/>
                </a:lnTo>
                <a:lnTo>
                  <a:pt x="1495425" y="981075"/>
                </a:lnTo>
                <a:lnTo>
                  <a:pt x="1476375" y="981075"/>
                </a:lnTo>
                <a:close/>
                <a:moveTo>
                  <a:pt x="1704975" y="971550"/>
                </a:moveTo>
                <a:lnTo>
                  <a:pt x="1714500" y="971550"/>
                </a:lnTo>
                <a:lnTo>
                  <a:pt x="1714500" y="990600"/>
                </a:lnTo>
                <a:lnTo>
                  <a:pt x="1695450" y="990600"/>
                </a:lnTo>
                <a:lnTo>
                  <a:pt x="1695450" y="981075"/>
                </a:lnTo>
                <a:lnTo>
                  <a:pt x="1704975" y="981075"/>
                </a:lnTo>
                <a:close/>
                <a:moveTo>
                  <a:pt x="666750" y="990600"/>
                </a:moveTo>
                <a:lnTo>
                  <a:pt x="676275" y="990600"/>
                </a:lnTo>
                <a:lnTo>
                  <a:pt x="676275" y="1009650"/>
                </a:lnTo>
                <a:lnTo>
                  <a:pt x="685800" y="1009650"/>
                </a:lnTo>
                <a:lnTo>
                  <a:pt x="685800" y="1028700"/>
                </a:lnTo>
                <a:lnTo>
                  <a:pt x="676275" y="1028700"/>
                </a:lnTo>
                <a:lnTo>
                  <a:pt x="676275" y="1019175"/>
                </a:lnTo>
                <a:lnTo>
                  <a:pt x="647700" y="1019175"/>
                </a:lnTo>
                <a:lnTo>
                  <a:pt x="647700" y="1009650"/>
                </a:lnTo>
                <a:lnTo>
                  <a:pt x="657225" y="1009650"/>
                </a:lnTo>
                <a:lnTo>
                  <a:pt x="657225" y="1000125"/>
                </a:lnTo>
                <a:lnTo>
                  <a:pt x="666750" y="1000125"/>
                </a:lnTo>
                <a:close/>
                <a:moveTo>
                  <a:pt x="1685925" y="990600"/>
                </a:moveTo>
                <a:lnTo>
                  <a:pt x="1695450" y="990600"/>
                </a:lnTo>
                <a:lnTo>
                  <a:pt x="1695450" y="1000125"/>
                </a:lnTo>
                <a:lnTo>
                  <a:pt x="1685925" y="1000125"/>
                </a:lnTo>
                <a:close/>
                <a:moveTo>
                  <a:pt x="266700" y="1009650"/>
                </a:moveTo>
                <a:lnTo>
                  <a:pt x="276225" y="1009650"/>
                </a:lnTo>
                <a:lnTo>
                  <a:pt x="276225" y="1038225"/>
                </a:lnTo>
                <a:lnTo>
                  <a:pt x="247650" y="1038225"/>
                </a:lnTo>
                <a:lnTo>
                  <a:pt x="247650" y="1028700"/>
                </a:lnTo>
                <a:lnTo>
                  <a:pt x="266700" y="1028700"/>
                </a:lnTo>
                <a:close/>
                <a:moveTo>
                  <a:pt x="314325" y="1009650"/>
                </a:moveTo>
                <a:lnTo>
                  <a:pt x="333375" y="1009650"/>
                </a:lnTo>
                <a:lnTo>
                  <a:pt x="333375" y="1019175"/>
                </a:lnTo>
                <a:lnTo>
                  <a:pt x="314325" y="1019175"/>
                </a:lnTo>
                <a:close/>
                <a:moveTo>
                  <a:pt x="733425" y="1009650"/>
                </a:moveTo>
                <a:lnTo>
                  <a:pt x="742950" y="1009650"/>
                </a:lnTo>
                <a:lnTo>
                  <a:pt x="742950" y="1019175"/>
                </a:lnTo>
                <a:lnTo>
                  <a:pt x="733425" y="1019175"/>
                </a:lnTo>
                <a:close/>
                <a:moveTo>
                  <a:pt x="695325" y="1019175"/>
                </a:moveTo>
                <a:lnTo>
                  <a:pt x="704850" y="1019175"/>
                </a:lnTo>
                <a:lnTo>
                  <a:pt x="704850" y="1028700"/>
                </a:lnTo>
                <a:lnTo>
                  <a:pt x="723900" y="1028700"/>
                </a:lnTo>
                <a:lnTo>
                  <a:pt x="723900" y="1038225"/>
                </a:lnTo>
                <a:lnTo>
                  <a:pt x="695325" y="1038225"/>
                </a:lnTo>
                <a:close/>
                <a:moveTo>
                  <a:pt x="285750" y="1038225"/>
                </a:moveTo>
                <a:lnTo>
                  <a:pt x="295275" y="1038225"/>
                </a:lnTo>
                <a:lnTo>
                  <a:pt x="295275" y="1047750"/>
                </a:lnTo>
                <a:lnTo>
                  <a:pt x="285750" y="1047750"/>
                </a:lnTo>
                <a:close/>
                <a:moveTo>
                  <a:pt x="352425" y="1038225"/>
                </a:moveTo>
                <a:lnTo>
                  <a:pt x="381000" y="1038225"/>
                </a:lnTo>
                <a:lnTo>
                  <a:pt x="381000" y="1047750"/>
                </a:lnTo>
                <a:lnTo>
                  <a:pt x="352425" y="1047750"/>
                </a:lnTo>
                <a:close/>
                <a:moveTo>
                  <a:pt x="438150" y="1047750"/>
                </a:moveTo>
                <a:lnTo>
                  <a:pt x="447675" y="1047750"/>
                </a:lnTo>
                <a:lnTo>
                  <a:pt x="447675" y="1066800"/>
                </a:lnTo>
                <a:lnTo>
                  <a:pt x="438150" y="1066800"/>
                </a:lnTo>
                <a:close/>
                <a:moveTo>
                  <a:pt x="466725" y="1047750"/>
                </a:moveTo>
                <a:lnTo>
                  <a:pt x="476250" y="1047750"/>
                </a:lnTo>
                <a:lnTo>
                  <a:pt x="476250" y="1057275"/>
                </a:lnTo>
                <a:lnTo>
                  <a:pt x="495300" y="1057275"/>
                </a:lnTo>
                <a:lnTo>
                  <a:pt x="495300" y="1066800"/>
                </a:lnTo>
                <a:lnTo>
                  <a:pt x="466725" y="1066800"/>
                </a:lnTo>
                <a:close/>
                <a:moveTo>
                  <a:pt x="314325" y="1066800"/>
                </a:moveTo>
                <a:lnTo>
                  <a:pt x="323850" y="1066800"/>
                </a:lnTo>
                <a:lnTo>
                  <a:pt x="323850" y="1076325"/>
                </a:lnTo>
                <a:lnTo>
                  <a:pt x="314325" y="1076325"/>
                </a:lnTo>
                <a:close/>
                <a:moveTo>
                  <a:pt x="352425" y="1066800"/>
                </a:moveTo>
                <a:lnTo>
                  <a:pt x="361950" y="1066800"/>
                </a:lnTo>
                <a:lnTo>
                  <a:pt x="361950" y="1076325"/>
                </a:lnTo>
                <a:lnTo>
                  <a:pt x="352425" y="1076325"/>
                </a:lnTo>
                <a:close/>
                <a:moveTo>
                  <a:pt x="828675" y="1095375"/>
                </a:moveTo>
                <a:lnTo>
                  <a:pt x="838200" y="1095375"/>
                </a:lnTo>
                <a:lnTo>
                  <a:pt x="838200" y="1114425"/>
                </a:lnTo>
                <a:lnTo>
                  <a:pt x="819150" y="1114425"/>
                </a:lnTo>
                <a:lnTo>
                  <a:pt x="819150" y="1104900"/>
                </a:lnTo>
                <a:lnTo>
                  <a:pt x="828675" y="1104900"/>
                </a:lnTo>
                <a:close/>
                <a:moveTo>
                  <a:pt x="962025" y="1114425"/>
                </a:moveTo>
                <a:lnTo>
                  <a:pt x="981075" y="1114425"/>
                </a:lnTo>
                <a:lnTo>
                  <a:pt x="981075" y="1123950"/>
                </a:lnTo>
                <a:lnTo>
                  <a:pt x="990600" y="1123950"/>
                </a:lnTo>
                <a:lnTo>
                  <a:pt x="990600" y="1152525"/>
                </a:lnTo>
                <a:lnTo>
                  <a:pt x="981075" y="1152525"/>
                </a:lnTo>
                <a:lnTo>
                  <a:pt x="981075" y="1133475"/>
                </a:lnTo>
                <a:lnTo>
                  <a:pt x="962025" y="1133475"/>
                </a:lnTo>
                <a:lnTo>
                  <a:pt x="962025" y="1143000"/>
                </a:lnTo>
                <a:lnTo>
                  <a:pt x="952500" y="1143000"/>
                </a:lnTo>
                <a:lnTo>
                  <a:pt x="952500" y="1152525"/>
                </a:lnTo>
                <a:lnTo>
                  <a:pt x="942975" y="1152525"/>
                </a:lnTo>
                <a:lnTo>
                  <a:pt x="942975" y="1162050"/>
                </a:lnTo>
                <a:lnTo>
                  <a:pt x="933450" y="1162050"/>
                </a:lnTo>
                <a:lnTo>
                  <a:pt x="933450" y="1171575"/>
                </a:lnTo>
                <a:lnTo>
                  <a:pt x="904875" y="1171575"/>
                </a:lnTo>
                <a:lnTo>
                  <a:pt x="904875" y="1181100"/>
                </a:lnTo>
                <a:lnTo>
                  <a:pt x="885825" y="1181100"/>
                </a:lnTo>
                <a:lnTo>
                  <a:pt x="885825" y="1171575"/>
                </a:lnTo>
                <a:lnTo>
                  <a:pt x="866775" y="1171575"/>
                </a:lnTo>
                <a:lnTo>
                  <a:pt x="866775" y="1181100"/>
                </a:lnTo>
                <a:lnTo>
                  <a:pt x="828675" y="1181100"/>
                </a:lnTo>
                <a:lnTo>
                  <a:pt x="828675" y="1171575"/>
                </a:lnTo>
                <a:lnTo>
                  <a:pt x="857250" y="1171575"/>
                </a:lnTo>
                <a:lnTo>
                  <a:pt x="857250" y="1133475"/>
                </a:lnTo>
                <a:lnTo>
                  <a:pt x="904875" y="1133475"/>
                </a:lnTo>
                <a:lnTo>
                  <a:pt x="904875" y="1123950"/>
                </a:lnTo>
                <a:lnTo>
                  <a:pt x="914400" y="1123950"/>
                </a:lnTo>
                <a:lnTo>
                  <a:pt x="914400" y="1133475"/>
                </a:lnTo>
                <a:lnTo>
                  <a:pt x="952500" y="1133475"/>
                </a:lnTo>
                <a:lnTo>
                  <a:pt x="952500" y="1123950"/>
                </a:lnTo>
                <a:lnTo>
                  <a:pt x="962025" y="1123950"/>
                </a:lnTo>
                <a:close/>
                <a:moveTo>
                  <a:pt x="1704975" y="1114425"/>
                </a:moveTo>
                <a:lnTo>
                  <a:pt x="1714500" y="1114425"/>
                </a:lnTo>
                <a:lnTo>
                  <a:pt x="1714500" y="1123950"/>
                </a:lnTo>
                <a:lnTo>
                  <a:pt x="1704975" y="1123950"/>
                </a:lnTo>
                <a:close/>
                <a:moveTo>
                  <a:pt x="1466850" y="1123950"/>
                </a:moveTo>
                <a:lnTo>
                  <a:pt x="1476375" y="1123950"/>
                </a:lnTo>
                <a:lnTo>
                  <a:pt x="1476375" y="1143000"/>
                </a:lnTo>
                <a:lnTo>
                  <a:pt x="1466850" y="1143000"/>
                </a:lnTo>
                <a:close/>
                <a:moveTo>
                  <a:pt x="1562100" y="1133475"/>
                </a:moveTo>
                <a:lnTo>
                  <a:pt x="1571625" y="1133475"/>
                </a:lnTo>
                <a:lnTo>
                  <a:pt x="1571625" y="1143000"/>
                </a:lnTo>
                <a:lnTo>
                  <a:pt x="1562100" y="1143000"/>
                </a:lnTo>
                <a:close/>
                <a:moveTo>
                  <a:pt x="381000" y="1143000"/>
                </a:moveTo>
                <a:lnTo>
                  <a:pt x="409575" y="1143000"/>
                </a:lnTo>
                <a:lnTo>
                  <a:pt x="409575" y="1162050"/>
                </a:lnTo>
                <a:lnTo>
                  <a:pt x="390525" y="1162050"/>
                </a:lnTo>
                <a:lnTo>
                  <a:pt x="390525" y="1152525"/>
                </a:lnTo>
                <a:lnTo>
                  <a:pt x="381000" y="1152525"/>
                </a:lnTo>
                <a:close/>
                <a:moveTo>
                  <a:pt x="1114425" y="1143000"/>
                </a:moveTo>
                <a:lnTo>
                  <a:pt x="1133475" y="1143000"/>
                </a:lnTo>
                <a:lnTo>
                  <a:pt x="1133475" y="1152525"/>
                </a:lnTo>
                <a:lnTo>
                  <a:pt x="1114425" y="1152525"/>
                </a:lnTo>
                <a:close/>
                <a:moveTo>
                  <a:pt x="1552575" y="1143000"/>
                </a:moveTo>
                <a:lnTo>
                  <a:pt x="1562100" y="1143000"/>
                </a:lnTo>
                <a:lnTo>
                  <a:pt x="1562100" y="1152525"/>
                </a:lnTo>
                <a:lnTo>
                  <a:pt x="1552575" y="1152525"/>
                </a:lnTo>
                <a:close/>
                <a:moveTo>
                  <a:pt x="1571625" y="1143000"/>
                </a:moveTo>
                <a:lnTo>
                  <a:pt x="1590675" y="1143000"/>
                </a:lnTo>
                <a:lnTo>
                  <a:pt x="1590675" y="1152525"/>
                </a:lnTo>
                <a:lnTo>
                  <a:pt x="1609725" y="1152525"/>
                </a:lnTo>
                <a:lnTo>
                  <a:pt x="1609725" y="1162050"/>
                </a:lnTo>
                <a:lnTo>
                  <a:pt x="1581150" y="1162050"/>
                </a:lnTo>
                <a:lnTo>
                  <a:pt x="1581150" y="1152525"/>
                </a:lnTo>
                <a:lnTo>
                  <a:pt x="1571625" y="1152525"/>
                </a:lnTo>
                <a:close/>
                <a:moveTo>
                  <a:pt x="609600" y="1152525"/>
                </a:moveTo>
                <a:lnTo>
                  <a:pt x="619125" y="1152525"/>
                </a:lnTo>
                <a:lnTo>
                  <a:pt x="619125" y="1162050"/>
                </a:lnTo>
                <a:lnTo>
                  <a:pt x="609600" y="1162050"/>
                </a:lnTo>
                <a:close/>
                <a:moveTo>
                  <a:pt x="819150" y="1152525"/>
                </a:moveTo>
                <a:lnTo>
                  <a:pt x="828675" y="1152525"/>
                </a:lnTo>
                <a:lnTo>
                  <a:pt x="828675" y="1162050"/>
                </a:lnTo>
                <a:lnTo>
                  <a:pt x="819150" y="1162050"/>
                </a:lnTo>
                <a:close/>
                <a:moveTo>
                  <a:pt x="876300" y="1152525"/>
                </a:moveTo>
                <a:lnTo>
                  <a:pt x="885825" y="1152525"/>
                </a:lnTo>
                <a:lnTo>
                  <a:pt x="885825" y="1143000"/>
                </a:lnTo>
                <a:lnTo>
                  <a:pt x="876300" y="1143000"/>
                </a:lnTo>
                <a:close/>
                <a:moveTo>
                  <a:pt x="1019175" y="1152525"/>
                </a:moveTo>
                <a:lnTo>
                  <a:pt x="1028700" y="1152525"/>
                </a:lnTo>
                <a:lnTo>
                  <a:pt x="1028700" y="1162050"/>
                </a:lnTo>
                <a:lnTo>
                  <a:pt x="1019175" y="1162050"/>
                </a:lnTo>
                <a:close/>
                <a:moveTo>
                  <a:pt x="1066800" y="1152525"/>
                </a:moveTo>
                <a:lnTo>
                  <a:pt x="1076325" y="1152525"/>
                </a:lnTo>
                <a:lnTo>
                  <a:pt x="1076325" y="1162050"/>
                </a:lnTo>
                <a:lnTo>
                  <a:pt x="1066800" y="1162050"/>
                </a:lnTo>
                <a:close/>
                <a:moveTo>
                  <a:pt x="1190625" y="1152525"/>
                </a:moveTo>
                <a:lnTo>
                  <a:pt x="1200150" y="1152525"/>
                </a:lnTo>
                <a:lnTo>
                  <a:pt x="1200150" y="1181100"/>
                </a:lnTo>
                <a:lnTo>
                  <a:pt x="1190625" y="1181100"/>
                </a:lnTo>
                <a:lnTo>
                  <a:pt x="1190625" y="1171575"/>
                </a:lnTo>
                <a:lnTo>
                  <a:pt x="1181100" y="1171575"/>
                </a:lnTo>
                <a:lnTo>
                  <a:pt x="1181100" y="1162050"/>
                </a:lnTo>
                <a:lnTo>
                  <a:pt x="1190625" y="1162050"/>
                </a:lnTo>
                <a:close/>
                <a:moveTo>
                  <a:pt x="1485900" y="1152525"/>
                </a:moveTo>
                <a:lnTo>
                  <a:pt x="1514475" y="1152525"/>
                </a:lnTo>
                <a:lnTo>
                  <a:pt x="1514475" y="1171575"/>
                </a:lnTo>
                <a:lnTo>
                  <a:pt x="1524000" y="1171575"/>
                </a:lnTo>
                <a:lnTo>
                  <a:pt x="1524000" y="1181100"/>
                </a:lnTo>
                <a:lnTo>
                  <a:pt x="1514475" y="1181100"/>
                </a:lnTo>
                <a:lnTo>
                  <a:pt x="1514475" y="1190625"/>
                </a:lnTo>
                <a:lnTo>
                  <a:pt x="1495425" y="1190625"/>
                </a:lnTo>
                <a:lnTo>
                  <a:pt x="1495425" y="1181100"/>
                </a:lnTo>
                <a:lnTo>
                  <a:pt x="1485900" y="1181100"/>
                </a:lnTo>
                <a:lnTo>
                  <a:pt x="1485900" y="1171575"/>
                </a:lnTo>
                <a:lnTo>
                  <a:pt x="1466850" y="1171575"/>
                </a:lnTo>
                <a:lnTo>
                  <a:pt x="1466850" y="1162050"/>
                </a:lnTo>
                <a:lnTo>
                  <a:pt x="1485900" y="1162050"/>
                </a:lnTo>
                <a:close/>
                <a:moveTo>
                  <a:pt x="1619250" y="1152525"/>
                </a:moveTo>
                <a:lnTo>
                  <a:pt x="1647825" y="1152525"/>
                </a:lnTo>
                <a:lnTo>
                  <a:pt x="1647825" y="1162050"/>
                </a:lnTo>
                <a:lnTo>
                  <a:pt x="1619250" y="1162050"/>
                </a:lnTo>
                <a:close/>
                <a:moveTo>
                  <a:pt x="533400" y="1162050"/>
                </a:moveTo>
                <a:lnTo>
                  <a:pt x="561975" y="1162050"/>
                </a:lnTo>
                <a:lnTo>
                  <a:pt x="561975" y="1171575"/>
                </a:lnTo>
                <a:lnTo>
                  <a:pt x="533400" y="1171575"/>
                </a:lnTo>
                <a:close/>
                <a:moveTo>
                  <a:pt x="771525" y="1162050"/>
                </a:moveTo>
                <a:lnTo>
                  <a:pt x="781050" y="1162050"/>
                </a:lnTo>
                <a:lnTo>
                  <a:pt x="781050" y="1171575"/>
                </a:lnTo>
                <a:lnTo>
                  <a:pt x="771525" y="1171575"/>
                </a:lnTo>
                <a:close/>
                <a:moveTo>
                  <a:pt x="190500" y="1171575"/>
                </a:moveTo>
                <a:lnTo>
                  <a:pt x="200025" y="1171575"/>
                </a:lnTo>
                <a:lnTo>
                  <a:pt x="200025" y="1181100"/>
                </a:lnTo>
                <a:lnTo>
                  <a:pt x="190500" y="1181100"/>
                </a:lnTo>
                <a:close/>
                <a:moveTo>
                  <a:pt x="466725" y="1171575"/>
                </a:moveTo>
                <a:lnTo>
                  <a:pt x="476250" y="1171575"/>
                </a:lnTo>
                <a:lnTo>
                  <a:pt x="476250" y="1181100"/>
                </a:lnTo>
                <a:lnTo>
                  <a:pt x="466725" y="1181100"/>
                </a:lnTo>
                <a:close/>
                <a:moveTo>
                  <a:pt x="723900" y="1171575"/>
                </a:moveTo>
                <a:lnTo>
                  <a:pt x="733425" y="1171575"/>
                </a:lnTo>
                <a:lnTo>
                  <a:pt x="733425" y="1181100"/>
                </a:lnTo>
                <a:lnTo>
                  <a:pt x="752475" y="1181100"/>
                </a:lnTo>
                <a:lnTo>
                  <a:pt x="752475" y="1190625"/>
                </a:lnTo>
                <a:lnTo>
                  <a:pt x="714375" y="1190625"/>
                </a:lnTo>
                <a:lnTo>
                  <a:pt x="714375" y="1181100"/>
                </a:lnTo>
                <a:lnTo>
                  <a:pt x="723900" y="1181100"/>
                </a:lnTo>
                <a:close/>
                <a:moveTo>
                  <a:pt x="1628775" y="1171575"/>
                </a:moveTo>
                <a:lnTo>
                  <a:pt x="1638300" y="1171575"/>
                </a:lnTo>
                <a:lnTo>
                  <a:pt x="1638300" y="1181100"/>
                </a:lnTo>
                <a:lnTo>
                  <a:pt x="1628775" y="1181100"/>
                </a:lnTo>
                <a:close/>
                <a:moveTo>
                  <a:pt x="200025" y="1181100"/>
                </a:moveTo>
                <a:lnTo>
                  <a:pt x="209550" y="1181100"/>
                </a:lnTo>
                <a:lnTo>
                  <a:pt x="209550" y="1190625"/>
                </a:lnTo>
                <a:lnTo>
                  <a:pt x="200025" y="1190625"/>
                </a:lnTo>
                <a:close/>
                <a:moveTo>
                  <a:pt x="1619250" y="1190625"/>
                </a:moveTo>
                <a:lnTo>
                  <a:pt x="1647825" y="1190625"/>
                </a:lnTo>
                <a:lnTo>
                  <a:pt x="1647825" y="1200150"/>
                </a:lnTo>
                <a:lnTo>
                  <a:pt x="1619250" y="1200150"/>
                </a:lnTo>
                <a:close/>
                <a:moveTo>
                  <a:pt x="1647825" y="1200150"/>
                </a:moveTo>
                <a:lnTo>
                  <a:pt x="1657350" y="1200150"/>
                </a:lnTo>
                <a:lnTo>
                  <a:pt x="1657350" y="1219200"/>
                </a:lnTo>
                <a:lnTo>
                  <a:pt x="1638300" y="1219200"/>
                </a:lnTo>
                <a:lnTo>
                  <a:pt x="1638300" y="1209675"/>
                </a:lnTo>
                <a:lnTo>
                  <a:pt x="1647825" y="1209675"/>
                </a:lnTo>
                <a:close/>
                <a:moveTo>
                  <a:pt x="1152525" y="1209675"/>
                </a:moveTo>
                <a:lnTo>
                  <a:pt x="1162050" y="1209675"/>
                </a:lnTo>
                <a:lnTo>
                  <a:pt x="1162050" y="1228725"/>
                </a:lnTo>
                <a:lnTo>
                  <a:pt x="1171575" y="1228725"/>
                </a:lnTo>
                <a:lnTo>
                  <a:pt x="1171575" y="1238250"/>
                </a:lnTo>
                <a:lnTo>
                  <a:pt x="1181100" y="1238250"/>
                </a:lnTo>
                <a:lnTo>
                  <a:pt x="1181100" y="1247775"/>
                </a:lnTo>
                <a:lnTo>
                  <a:pt x="1171575" y="1247775"/>
                </a:lnTo>
                <a:lnTo>
                  <a:pt x="1171575" y="1257300"/>
                </a:lnTo>
                <a:lnTo>
                  <a:pt x="1162050" y="1257300"/>
                </a:lnTo>
                <a:lnTo>
                  <a:pt x="1162050" y="1247775"/>
                </a:lnTo>
                <a:lnTo>
                  <a:pt x="1152525" y="1247775"/>
                </a:lnTo>
                <a:lnTo>
                  <a:pt x="1152525" y="1238250"/>
                </a:lnTo>
                <a:lnTo>
                  <a:pt x="1133475" y="1238250"/>
                </a:lnTo>
                <a:lnTo>
                  <a:pt x="1133475" y="1228725"/>
                </a:lnTo>
                <a:lnTo>
                  <a:pt x="1152525" y="1228725"/>
                </a:lnTo>
                <a:close/>
                <a:moveTo>
                  <a:pt x="1495425" y="1209675"/>
                </a:moveTo>
                <a:lnTo>
                  <a:pt x="1504950" y="1209675"/>
                </a:lnTo>
                <a:lnTo>
                  <a:pt x="1504950" y="1219200"/>
                </a:lnTo>
                <a:lnTo>
                  <a:pt x="1495425" y="1219200"/>
                </a:lnTo>
                <a:close/>
                <a:moveTo>
                  <a:pt x="1095375" y="1228725"/>
                </a:moveTo>
                <a:lnTo>
                  <a:pt x="1123950" y="1228725"/>
                </a:lnTo>
                <a:lnTo>
                  <a:pt x="1123950" y="1247775"/>
                </a:lnTo>
                <a:lnTo>
                  <a:pt x="1104900" y="1247775"/>
                </a:lnTo>
                <a:lnTo>
                  <a:pt x="1104900" y="1257300"/>
                </a:lnTo>
                <a:lnTo>
                  <a:pt x="1076325" y="1257300"/>
                </a:lnTo>
                <a:lnTo>
                  <a:pt x="1076325" y="1247775"/>
                </a:lnTo>
                <a:lnTo>
                  <a:pt x="1066800" y="1247775"/>
                </a:lnTo>
                <a:lnTo>
                  <a:pt x="1066800" y="1238250"/>
                </a:lnTo>
                <a:lnTo>
                  <a:pt x="1095375" y="1238250"/>
                </a:lnTo>
                <a:close/>
                <a:moveTo>
                  <a:pt x="1543050" y="1228725"/>
                </a:moveTo>
                <a:lnTo>
                  <a:pt x="1552575" y="1228725"/>
                </a:lnTo>
                <a:lnTo>
                  <a:pt x="1552575" y="1238250"/>
                </a:lnTo>
                <a:lnTo>
                  <a:pt x="1543050" y="1238250"/>
                </a:lnTo>
                <a:close/>
                <a:moveTo>
                  <a:pt x="1609725" y="1228725"/>
                </a:moveTo>
                <a:lnTo>
                  <a:pt x="1619250" y="1228725"/>
                </a:lnTo>
                <a:lnTo>
                  <a:pt x="1619250" y="1238250"/>
                </a:lnTo>
                <a:lnTo>
                  <a:pt x="1609725" y="1238250"/>
                </a:lnTo>
                <a:close/>
                <a:moveTo>
                  <a:pt x="1695450" y="1228725"/>
                </a:moveTo>
                <a:lnTo>
                  <a:pt x="1704975" y="1228725"/>
                </a:lnTo>
                <a:lnTo>
                  <a:pt x="1704975" y="1238250"/>
                </a:lnTo>
                <a:lnTo>
                  <a:pt x="1695450" y="1238250"/>
                </a:lnTo>
                <a:close/>
                <a:moveTo>
                  <a:pt x="1428750" y="1238250"/>
                </a:moveTo>
                <a:lnTo>
                  <a:pt x="1457325" y="1238250"/>
                </a:lnTo>
                <a:lnTo>
                  <a:pt x="1457325" y="1257300"/>
                </a:lnTo>
                <a:lnTo>
                  <a:pt x="1447800" y="1257300"/>
                </a:lnTo>
                <a:lnTo>
                  <a:pt x="1447800" y="1247775"/>
                </a:lnTo>
                <a:lnTo>
                  <a:pt x="1428750" y="1247775"/>
                </a:lnTo>
                <a:close/>
                <a:moveTo>
                  <a:pt x="1590675" y="1238250"/>
                </a:moveTo>
                <a:lnTo>
                  <a:pt x="1600200" y="1238250"/>
                </a:lnTo>
                <a:lnTo>
                  <a:pt x="1600200" y="1247775"/>
                </a:lnTo>
                <a:lnTo>
                  <a:pt x="1590675" y="1247775"/>
                </a:lnTo>
                <a:close/>
                <a:moveTo>
                  <a:pt x="1619250" y="1238250"/>
                </a:moveTo>
                <a:lnTo>
                  <a:pt x="1628775" y="1238250"/>
                </a:lnTo>
                <a:lnTo>
                  <a:pt x="1628775" y="1257300"/>
                </a:lnTo>
                <a:lnTo>
                  <a:pt x="1609725" y="1257300"/>
                </a:lnTo>
                <a:lnTo>
                  <a:pt x="1609725" y="1247775"/>
                </a:lnTo>
                <a:lnTo>
                  <a:pt x="1619250" y="1247775"/>
                </a:lnTo>
                <a:close/>
                <a:moveTo>
                  <a:pt x="1666875" y="1238250"/>
                </a:moveTo>
                <a:lnTo>
                  <a:pt x="1695450" y="1238250"/>
                </a:lnTo>
                <a:lnTo>
                  <a:pt x="1695450" y="1247775"/>
                </a:lnTo>
                <a:lnTo>
                  <a:pt x="1666875" y="1247775"/>
                </a:lnTo>
                <a:close/>
                <a:moveTo>
                  <a:pt x="1419225" y="1247775"/>
                </a:moveTo>
                <a:lnTo>
                  <a:pt x="1428750" y="1247775"/>
                </a:lnTo>
                <a:lnTo>
                  <a:pt x="1428750" y="1257300"/>
                </a:lnTo>
                <a:lnTo>
                  <a:pt x="1419225" y="1257300"/>
                </a:lnTo>
                <a:close/>
                <a:moveTo>
                  <a:pt x="1057275" y="1257300"/>
                </a:moveTo>
                <a:lnTo>
                  <a:pt x="1066800" y="1257300"/>
                </a:lnTo>
                <a:lnTo>
                  <a:pt x="1066800" y="1266825"/>
                </a:lnTo>
                <a:lnTo>
                  <a:pt x="1057275" y="1266825"/>
                </a:lnTo>
                <a:close/>
                <a:moveTo>
                  <a:pt x="1419225" y="1266825"/>
                </a:moveTo>
                <a:lnTo>
                  <a:pt x="1428750" y="1266825"/>
                </a:lnTo>
                <a:lnTo>
                  <a:pt x="1428750" y="1276350"/>
                </a:lnTo>
                <a:lnTo>
                  <a:pt x="1438275" y="1276350"/>
                </a:lnTo>
                <a:lnTo>
                  <a:pt x="1438275" y="1266825"/>
                </a:lnTo>
                <a:lnTo>
                  <a:pt x="1447800" y="1266825"/>
                </a:lnTo>
                <a:lnTo>
                  <a:pt x="1447800" y="1276350"/>
                </a:lnTo>
                <a:lnTo>
                  <a:pt x="1438275" y="1276350"/>
                </a:lnTo>
                <a:lnTo>
                  <a:pt x="1438275" y="1285875"/>
                </a:lnTo>
                <a:lnTo>
                  <a:pt x="1419225" y="1285875"/>
                </a:lnTo>
                <a:close/>
                <a:moveTo>
                  <a:pt x="1038225" y="1276350"/>
                </a:moveTo>
                <a:lnTo>
                  <a:pt x="1047750" y="1276350"/>
                </a:lnTo>
                <a:lnTo>
                  <a:pt x="1047750" y="1285875"/>
                </a:lnTo>
                <a:lnTo>
                  <a:pt x="1038225" y="1285875"/>
                </a:lnTo>
                <a:close/>
                <a:moveTo>
                  <a:pt x="1457325" y="1276350"/>
                </a:moveTo>
                <a:lnTo>
                  <a:pt x="1485900" y="1276350"/>
                </a:lnTo>
                <a:lnTo>
                  <a:pt x="1485900" y="1295400"/>
                </a:lnTo>
                <a:lnTo>
                  <a:pt x="1495425" y="1295400"/>
                </a:lnTo>
                <a:lnTo>
                  <a:pt x="1495425" y="1304925"/>
                </a:lnTo>
                <a:lnTo>
                  <a:pt x="1476375" y="1304925"/>
                </a:lnTo>
                <a:lnTo>
                  <a:pt x="1476375" y="1285875"/>
                </a:lnTo>
                <a:lnTo>
                  <a:pt x="1457325" y="1285875"/>
                </a:lnTo>
                <a:close/>
                <a:moveTo>
                  <a:pt x="1657350" y="1276350"/>
                </a:moveTo>
                <a:lnTo>
                  <a:pt x="1666875" y="1276350"/>
                </a:lnTo>
                <a:lnTo>
                  <a:pt x="1666875" y="1285875"/>
                </a:lnTo>
                <a:lnTo>
                  <a:pt x="1676400" y="1285875"/>
                </a:lnTo>
                <a:lnTo>
                  <a:pt x="1676400" y="1295400"/>
                </a:lnTo>
                <a:lnTo>
                  <a:pt x="1657350" y="1295400"/>
                </a:lnTo>
                <a:close/>
                <a:moveTo>
                  <a:pt x="1076325" y="1295400"/>
                </a:moveTo>
                <a:lnTo>
                  <a:pt x="1085850" y="1295400"/>
                </a:lnTo>
                <a:lnTo>
                  <a:pt x="1085850" y="1304925"/>
                </a:lnTo>
                <a:lnTo>
                  <a:pt x="1076325" y="1304925"/>
                </a:lnTo>
                <a:close/>
                <a:moveTo>
                  <a:pt x="1676400" y="1295400"/>
                </a:moveTo>
                <a:lnTo>
                  <a:pt x="1685925" y="1295400"/>
                </a:lnTo>
                <a:lnTo>
                  <a:pt x="1685925" y="1304925"/>
                </a:lnTo>
                <a:lnTo>
                  <a:pt x="1676400" y="1304925"/>
                </a:lnTo>
                <a:close/>
                <a:moveTo>
                  <a:pt x="1704975" y="1304925"/>
                </a:moveTo>
                <a:lnTo>
                  <a:pt x="1714500" y="1304925"/>
                </a:lnTo>
                <a:lnTo>
                  <a:pt x="1714500" y="1314450"/>
                </a:lnTo>
                <a:lnTo>
                  <a:pt x="1704975" y="1314450"/>
                </a:lnTo>
                <a:close/>
                <a:moveTo>
                  <a:pt x="1695450" y="1314450"/>
                </a:moveTo>
                <a:lnTo>
                  <a:pt x="1704975" y="1314450"/>
                </a:lnTo>
                <a:lnTo>
                  <a:pt x="1704975" y="1323975"/>
                </a:lnTo>
                <a:lnTo>
                  <a:pt x="1695450" y="1323975"/>
                </a:lnTo>
                <a:close/>
                <a:moveTo>
                  <a:pt x="542925" y="1323975"/>
                </a:moveTo>
                <a:lnTo>
                  <a:pt x="561975" y="1323975"/>
                </a:lnTo>
                <a:lnTo>
                  <a:pt x="561975" y="1333500"/>
                </a:lnTo>
                <a:lnTo>
                  <a:pt x="542925" y="1333500"/>
                </a:lnTo>
                <a:close/>
                <a:moveTo>
                  <a:pt x="1009650" y="1323975"/>
                </a:moveTo>
                <a:lnTo>
                  <a:pt x="1028700" y="1323975"/>
                </a:lnTo>
                <a:lnTo>
                  <a:pt x="1028700" y="1333500"/>
                </a:lnTo>
                <a:lnTo>
                  <a:pt x="1009650" y="1333500"/>
                </a:lnTo>
                <a:close/>
                <a:moveTo>
                  <a:pt x="533400" y="1333500"/>
                </a:moveTo>
                <a:lnTo>
                  <a:pt x="542925" y="1333500"/>
                </a:lnTo>
                <a:lnTo>
                  <a:pt x="542925" y="1343025"/>
                </a:lnTo>
                <a:lnTo>
                  <a:pt x="533400" y="1343025"/>
                </a:lnTo>
                <a:close/>
                <a:moveTo>
                  <a:pt x="628650" y="1333500"/>
                </a:moveTo>
                <a:lnTo>
                  <a:pt x="647700" y="1333500"/>
                </a:lnTo>
                <a:lnTo>
                  <a:pt x="647700" y="1343025"/>
                </a:lnTo>
                <a:lnTo>
                  <a:pt x="628650" y="1343025"/>
                </a:lnTo>
                <a:close/>
                <a:moveTo>
                  <a:pt x="657225" y="1333500"/>
                </a:moveTo>
                <a:lnTo>
                  <a:pt x="666750" y="1333500"/>
                </a:lnTo>
                <a:lnTo>
                  <a:pt x="666750" y="1343025"/>
                </a:lnTo>
                <a:lnTo>
                  <a:pt x="657225" y="1343025"/>
                </a:lnTo>
                <a:close/>
                <a:moveTo>
                  <a:pt x="790575" y="1333500"/>
                </a:moveTo>
                <a:lnTo>
                  <a:pt x="809625" y="1333500"/>
                </a:lnTo>
                <a:lnTo>
                  <a:pt x="809625" y="1343025"/>
                </a:lnTo>
                <a:lnTo>
                  <a:pt x="790575" y="1343025"/>
                </a:lnTo>
                <a:close/>
                <a:moveTo>
                  <a:pt x="1076325" y="1333500"/>
                </a:moveTo>
                <a:lnTo>
                  <a:pt x="1104900" y="1333500"/>
                </a:lnTo>
                <a:lnTo>
                  <a:pt x="1104900" y="1343025"/>
                </a:lnTo>
                <a:lnTo>
                  <a:pt x="1076325" y="1343025"/>
                </a:lnTo>
                <a:close/>
                <a:moveTo>
                  <a:pt x="200025" y="1343025"/>
                </a:moveTo>
                <a:lnTo>
                  <a:pt x="209550" y="1343025"/>
                </a:lnTo>
                <a:lnTo>
                  <a:pt x="209550" y="1352550"/>
                </a:lnTo>
                <a:lnTo>
                  <a:pt x="200025" y="1352550"/>
                </a:lnTo>
                <a:close/>
                <a:moveTo>
                  <a:pt x="419100" y="1343025"/>
                </a:moveTo>
                <a:lnTo>
                  <a:pt x="428625" y="1343025"/>
                </a:lnTo>
                <a:lnTo>
                  <a:pt x="428625" y="1352550"/>
                </a:lnTo>
                <a:lnTo>
                  <a:pt x="419100" y="1352550"/>
                </a:lnTo>
                <a:close/>
                <a:moveTo>
                  <a:pt x="485775" y="1343025"/>
                </a:moveTo>
                <a:lnTo>
                  <a:pt x="495300" y="1343025"/>
                </a:lnTo>
                <a:lnTo>
                  <a:pt x="495300" y="1352550"/>
                </a:lnTo>
                <a:lnTo>
                  <a:pt x="485775" y="1352550"/>
                </a:lnTo>
                <a:close/>
                <a:moveTo>
                  <a:pt x="666750" y="1343025"/>
                </a:moveTo>
                <a:lnTo>
                  <a:pt x="676275" y="1343025"/>
                </a:lnTo>
                <a:lnTo>
                  <a:pt x="676275" y="1352550"/>
                </a:lnTo>
                <a:lnTo>
                  <a:pt x="666750" y="1352550"/>
                </a:lnTo>
                <a:close/>
                <a:moveTo>
                  <a:pt x="733425" y="1343025"/>
                </a:moveTo>
                <a:lnTo>
                  <a:pt x="742950" y="1343025"/>
                </a:lnTo>
                <a:lnTo>
                  <a:pt x="742950" y="1352550"/>
                </a:lnTo>
                <a:lnTo>
                  <a:pt x="733425" y="1352550"/>
                </a:lnTo>
                <a:close/>
                <a:moveTo>
                  <a:pt x="819150" y="1343025"/>
                </a:moveTo>
                <a:lnTo>
                  <a:pt x="828675" y="1343025"/>
                </a:lnTo>
                <a:lnTo>
                  <a:pt x="828675" y="1352550"/>
                </a:lnTo>
                <a:lnTo>
                  <a:pt x="819150" y="1352550"/>
                </a:lnTo>
                <a:close/>
                <a:moveTo>
                  <a:pt x="838200" y="1343025"/>
                </a:moveTo>
                <a:lnTo>
                  <a:pt x="904875" y="1343025"/>
                </a:lnTo>
                <a:lnTo>
                  <a:pt x="904875" y="1371600"/>
                </a:lnTo>
                <a:lnTo>
                  <a:pt x="914400" y="1371600"/>
                </a:lnTo>
                <a:lnTo>
                  <a:pt x="914400" y="1381125"/>
                </a:lnTo>
                <a:lnTo>
                  <a:pt x="885825" y="1381125"/>
                </a:lnTo>
                <a:lnTo>
                  <a:pt x="885825" y="1400175"/>
                </a:lnTo>
                <a:lnTo>
                  <a:pt x="876300" y="1400175"/>
                </a:lnTo>
                <a:lnTo>
                  <a:pt x="876300" y="1371600"/>
                </a:lnTo>
                <a:lnTo>
                  <a:pt x="857250" y="1371600"/>
                </a:lnTo>
                <a:lnTo>
                  <a:pt x="857250" y="1362075"/>
                </a:lnTo>
                <a:lnTo>
                  <a:pt x="847725" y="1362075"/>
                </a:lnTo>
                <a:lnTo>
                  <a:pt x="847725" y="1352550"/>
                </a:lnTo>
                <a:lnTo>
                  <a:pt x="838200" y="1352550"/>
                </a:lnTo>
                <a:close/>
                <a:moveTo>
                  <a:pt x="942975" y="1343025"/>
                </a:moveTo>
                <a:lnTo>
                  <a:pt x="971550" y="1343025"/>
                </a:lnTo>
                <a:lnTo>
                  <a:pt x="971550" y="1352550"/>
                </a:lnTo>
                <a:lnTo>
                  <a:pt x="962025" y="1352550"/>
                </a:lnTo>
                <a:lnTo>
                  <a:pt x="962025" y="1371600"/>
                </a:lnTo>
                <a:lnTo>
                  <a:pt x="952500" y="1371600"/>
                </a:lnTo>
                <a:lnTo>
                  <a:pt x="952500" y="1362075"/>
                </a:lnTo>
                <a:lnTo>
                  <a:pt x="942975" y="1362075"/>
                </a:lnTo>
                <a:close/>
                <a:moveTo>
                  <a:pt x="1104900" y="1343025"/>
                </a:moveTo>
                <a:lnTo>
                  <a:pt x="1114425" y="1343025"/>
                </a:lnTo>
                <a:lnTo>
                  <a:pt x="1114425" y="1371600"/>
                </a:lnTo>
                <a:lnTo>
                  <a:pt x="1104900" y="1371600"/>
                </a:lnTo>
                <a:close/>
                <a:moveTo>
                  <a:pt x="1333500" y="1343025"/>
                </a:moveTo>
                <a:lnTo>
                  <a:pt x="1362075" y="1343025"/>
                </a:lnTo>
                <a:lnTo>
                  <a:pt x="1362075" y="1362075"/>
                </a:lnTo>
                <a:lnTo>
                  <a:pt x="1333500" y="1362075"/>
                </a:lnTo>
                <a:close/>
                <a:moveTo>
                  <a:pt x="428625" y="1352550"/>
                </a:moveTo>
                <a:lnTo>
                  <a:pt x="438150" y="1352550"/>
                </a:lnTo>
                <a:lnTo>
                  <a:pt x="438150" y="1362075"/>
                </a:lnTo>
                <a:lnTo>
                  <a:pt x="428625" y="1362075"/>
                </a:lnTo>
                <a:close/>
                <a:moveTo>
                  <a:pt x="676275" y="1352550"/>
                </a:moveTo>
                <a:lnTo>
                  <a:pt x="695325" y="1352550"/>
                </a:lnTo>
                <a:lnTo>
                  <a:pt x="695325" y="1362075"/>
                </a:lnTo>
                <a:lnTo>
                  <a:pt x="676275" y="1362075"/>
                </a:lnTo>
                <a:close/>
                <a:moveTo>
                  <a:pt x="742950" y="1352550"/>
                </a:moveTo>
                <a:lnTo>
                  <a:pt x="752475" y="1352550"/>
                </a:lnTo>
                <a:lnTo>
                  <a:pt x="752475" y="1362075"/>
                </a:lnTo>
                <a:lnTo>
                  <a:pt x="742950" y="1362075"/>
                </a:lnTo>
                <a:close/>
                <a:moveTo>
                  <a:pt x="1666875" y="1352550"/>
                </a:moveTo>
                <a:lnTo>
                  <a:pt x="1676400" y="1352550"/>
                </a:lnTo>
                <a:lnTo>
                  <a:pt x="1676400" y="1362075"/>
                </a:lnTo>
                <a:lnTo>
                  <a:pt x="1666875" y="1362075"/>
                </a:lnTo>
                <a:close/>
                <a:moveTo>
                  <a:pt x="1695450" y="1362075"/>
                </a:moveTo>
                <a:lnTo>
                  <a:pt x="1704975" y="1362075"/>
                </a:lnTo>
                <a:lnTo>
                  <a:pt x="1704975" y="1371600"/>
                </a:lnTo>
                <a:lnTo>
                  <a:pt x="1695450" y="1371600"/>
                </a:lnTo>
                <a:close/>
                <a:moveTo>
                  <a:pt x="1533525" y="1371600"/>
                </a:moveTo>
                <a:lnTo>
                  <a:pt x="1543050" y="1371600"/>
                </a:lnTo>
                <a:lnTo>
                  <a:pt x="1543050" y="1381125"/>
                </a:lnTo>
                <a:lnTo>
                  <a:pt x="1562100" y="1381125"/>
                </a:lnTo>
                <a:lnTo>
                  <a:pt x="1562100" y="1390650"/>
                </a:lnTo>
                <a:lnTo>
                  <a:pt x="1533525" y="1390650"/>
                </a:lnTo>
                <a:close/>
                <a:moveTo>
                  <a:pt x="1600200" y="1371600"/>
                </a:moveTo>
                <a:lnTo>
                  <a:pt x="1628775" y="1371600"/>
                </a:lnTo>
                <a:lnTo>
                  <a:pt x="1628775" y="1390650"/>
                </a:lnTo>
                <a:lnTo>
                  <a:pt x="1600200" y="1390650"/>
                </a:lnTo>
                <a:close/>
                <a:moveTo>
                  <a:pt x="285750" y="1390650"/>
                </a:moveTo>
                <a:lnTo>
                  <a:pt x="304800" y="1390650"/>
                </a:lnTo>
                <a:lnTo>
                  <a:pt x="304800" y="1400175"/>
                </a:lnTo>
                <a:lnTo>
                  <a:pt x="285750" y="1400175"/>
                </a:lnTo>
                <a:close/>
                <a:moveTo>
                  <a:pt x="314325" y="1390650"/>
                </a:moveTo>
                <a:lnTo>
                  <a:pt x="323850" y="1390650"/>
                </a:lnTo>
                <a:lnTo>
                  <a:pt x="323850" y="1400175"/>
                </a:lnTo>
                <a:lnTo>
                  <a:pt x="314325" y="1400175"/>
                </a:lnTo>
                <a:close/>
                <a:moveTo>
                  <a:pt x="419100" y="1390650"/>
                </a:moveTo>
                <a:lnTo>
                  <a:pt x="457200" y="1390650"/>
                </a:lnTo>
                <a:lnTo>
                  <a:pt x="457200" y="1409700"/>
                </a:lnTo>
                <a:lnTo>
                  <a:pt x="428625" y="1409700"/>
                </a:lnTo>
                <a:lnTo>
                  <a:pt x="428625" y="1400175"/>
                </a:lnTo>
                <a:lnTo>
                  <a:pt x="419100" y="1400175"/>
                </a:lnTo>
                <a:close/>
                <a:moveTo>
                  <a:pt x="676275" y="1390650"/>
                </a:moveTo>
                <a:lnTo>
                  <a:pt x="685800" y="1390650"/>
                </a:lnTo>
                <a:lnTo>
                  <a:pt x="685800" y="1400175"/>
                </a:lnTo>
                <a:lnTo>
                  <a:pt x="676275" y="1400175"/>
                </a:lnTo>
                <a:close/>
                <a:moveTo>
                  <a:pt x="752475" y="1390650"/>
                </a:moveTo>
                <a:lnTo>
                  <a:pt x="790575" y="1390650"/>
                </a:lnTo>
                <a:lnTo>
                  <a:pt x="790575" y="1400175"/>
                </a:lnTo>
                <a:lnTo>
                  <a:pt x="819150" y="1400175"/>
                </a:lnTo>
                <a:lnTo>
                  <a:pt x="819150" y="1390650"/>
                </a:lnTo>
                <a:lnTo>
                  <a:pt x="828675" y="1390650"/>
                </a:lnTo>
                <a:lnTo>
                  <a:pt x="828675" y="1400175"/>
                </a:lnTo>
                <a:lnTo>
                  <a:pt x="838200" y="1400175"/>
                </a:lnTo>
                <a:lnTo>
                  <a:pt x="838200" y="1390650"/>
                </a:lnTo>
                <a:lnTo>
                  <a:pt x="847725" y="1390650"/>
                </a:lnTo>
                <a:lnTo>
                  <a:pt x="847725" y="1400175"/>
                </a:lnTo>
                <a:lnTo>
                  <a:pt x="838200" y="1400175"/>
                </a:lnTo>
                <a:lnTo>
                  <a:pt x="838200" y="1409700"/>
                </a:lnTo>
                <a:lnTo>
                  <a:pt x="790575" y="1409700"/>
                </a:lnTo>
                <a:lnTo>
                  <a:pt x="790575" y="1419225"/>
                </a:lnTo>
                <a:lnTo>
                  <a:pt x="771525" y="1419225"/>
                </a:lnTo>
                <a:lnTo>
                  <a:pt x="771525" y="1409700"/>
                </a:lnTo>
                <a:lnTo>
                  <a:pt x="762000" y="1409700"/>
                </a:lnTo>
                <a:lnTo>
                  <a:pt x="762000" y="1419225"/>
                </a:lnTo>
                <a:lnTo>
                  <a:pt x="752475" y="1419225"/>
                </a:lnTo>
                <a:close/>
                <a:moveTo>
                  <a:pt x="1114425" y="1390650"/>
                </a:moveTo>
                <a:lnTo>
                  <a:pt x="1123950" y="1390650"/>
                </a:lnTo>
                <a:lnTo>
                  <a:pt x="1123950" y="1400175"/>
                </a:lnTo>
                <a:lnTo>
                  <a:pt x="1133475" y="1400175"/>
                </a:lnTo>
                <a:lnTo>
                  <a:pt x="1133475" y="1409700"/>
                </a:lnTo>
                <a:lnTo>
                  <a:pt x="1114425" y="1409700"/>
                </a:lnTo>
                <a:lnTo>
                  <a:pt x="1114425" y="1419225"/>
                </a:lnTo>
                <a:lnTo>
                  <a:pt x="1104900" y="1419225"/>
                </a:lnTo>
                <a:lnTo>
                  <a:pt x="1104900" y="1400175"/>
                </a:lnTo>
                <a:lnTo>
                  <a:pt x="1114425" y="1400175"/>
                </a:lnTo>
                <a:close/>
                <a:moveTo>
                  <a:pt x="1457325" y="1390650"/>
                </a:moveTo>
                <a:lnTo>
                  <a:pt x="1476375" y="1390650"/>
                </a:lnTo>
                <a:lnTo>
                  <a:pt x="1476375" y="1409700"/>
                </a:lnTo>
                <a:lnTo>
                  <a:pt x="1466850" y="1409700"/>
                </a:lnTo>
                <a:lnTo>
                  <a:pt x="1466850" y="1419225"/>
                </a:lnTo>
                <a:lnTo>
                  <a:pt x="1457325" y="1419225"/>
                </a:lnTo>
                <a:lnTo>
                  <a:pt x="1457325" y="1409700"/>
                </a:lnTo>
                <a:lnTo>
                  <a:pt x="1447800" y="1409700"/>
                </a:lnTo>
                <a:lnTo>
                  <a:pt x="1447800" y="1400175"/>
                </a:lnTo>
                <a:lnTo>
                  <a:pt x="1457325" y="1400175"/>
                </a:lnTo>
                <a:close/>
                <a:moveTo>
                  <a:pt x="495300" y="1400175"/>
                </a:moveTo>
                <a:lnTo>
                  <a:pt x="504825" y="1400175"/>
                </a:lnTo>
                <a:lnTo>
                  <a:pt x="504825" y="1409700"/>
                </a:lnTo>
                <a:lnTo>
                  <a:pt x="495300" y="1409700"/>
                </a:lnTo>
                <a:close/>
                <a:moveTo>
                  <a:pt x="885825" y="1400175"/>
                </a:moveTo>
                <a:lnTo>
                  <a:pt x="904875" y="1400175"/>
                </a:lnTo>
                <a:lnTo>
                  <a:pt x="904875" y="1409700"/>
                </a:lnTo>
                <a:lnTo>
                  <a:pt x="885825" y="1409700"/>
                </a:lnTo>
                <a:close/>
                <a:moveTo>
                  <a:pt x="1085850" y="1400175"/>
                </a:moveTo>
                <a:lnTo>
                  <a:pt x="1095375" y="1400175"/>
                </a:lnTo>
                <a:lnTo>
                  <a:pt x="1095375" y="1409700"/>
                </a:lnTo>
                <a:lnTo>
                  <a:pt x="1085850" y="1409700"/>
                </a:lnTo>
                <a:close/>
                <a:moveTo>
                  <a:pt x="1333500" y="1400175"/>
                </a:moveTo>
                <a:lnTo>
                  <a:pt x="1343025" y="1400175"/>
                </a:lnTo>
                <a:lnTo>
                  <a:pt x="1343025" y="1409700"/>
                </a:lnTo>
                <a:lnTo>
                  <a:pt x="1362075" y="1409700"/>
                </a:lnTo>
                <a:lnTo>
                  <a:pt x="1362075" y="1419225"/>
                </a:lnTo>
                <a:lnTo>
                  <a:pt x="1333500" y="1419225"/>
                </a:lnTo>
                <a:close/>
                <a:moveTo>
                  <a:pt x="1504950" y="1409700"/>
                </a:moveTo>
                <a:lnTo>
                  <a:pt x="1524000" y="1409700"/>
                </a:lnTo>
                <a:lnTo>
                  <a:pt x="1524000" y="1419225"/>
                </a:lnTo>
                <a:lnTo>
                  <a:pt x="1533525" y="1419225"/>
                </a:lnTo>
                <a:lnTo>
                  <a:pt x="1533525" y="1428750"/>
                </a:lnTo>
                <a:lnTo>
                  <a:pt x="1504950" y="1428750"/>
                </a:lnTo>
                <a:close/>
                <a:moveTo>
                  <a:pt x="1114425" y="1419225"/>
                </a:moveTo>
                <a:lnTo>
                  <a:pt x="1133475" y="1419225"/>
                </a:lnTo>
                <a:lnTo>
                  <a:pt x="1133475" y="1428750"/>
                </a:lnTo>
                <a:lnTo>
                  <a:pt x="1123950" y="1428750"/>
                </a:lnTo>
                <a:lnTo>
                  <a:pt x="1123950" y="1438275"/>
                </a:lnTo>
                <a:lnTo>
                  <a:pt x="1104900" y="1438275"/>
                </a:lnTo>
                <a:lnTo>
                  <a:pt x="1104900" y="1428750"/>
                </a:lnTo>
                <a:lnTo>
                  <a:pt x="1114425" y="1428750"/>
                </a:lnTo>
                <a:close/>
                <a:moveTo>
                  <a:pt x="809625" y="1428750"/>
                </a:moveTo>
                <a:lnTo>
                  <a:pt x="819150" y="1428750"/>
                </a:lnTo>
                <a:lnTo>
                  <a:pt x="819150" y="1438275"/>
                </a:lnTo>
                <a:lnTo>
                  <a:pt x="809625" y="1438275"/>
                </a:lnTo>
                <a:close/>
                <a:moveTo>
                  <a:pt x="666750" y="1438275"/>
                </a:moveTo>
                <a:lnTo>
                  <a:pt x="685800" y="1438275"/>
                </a:lnTo>
                <a:lnTo>
                  <a:pt x="685800" y="1447800"/>
                </a:lnTo>
                <a:lnTo>
                  <a:pt x="676275" y="1447800"/>
                </a:lnTo>
                <a:lnTo>
                  <a:pt x="676275" y="1457325"/>
                </a:lnTo>
                <a:lnTo>
                  <a:pt x="666750" y="1457325"/>
                </a:lnTo>
                <a:close/>
                <a:moveTo>
                  <a:pt x="276225" y="1447800"/>
                </a:moveTo>
                <a:lnTo>
                  <a:pt x="285750" y="1447800"/>
                </a:lnTo>
                <a:lnTo>
                  <a:pt x="285750" y="1457325"/>
                </a:lnTo>
                <a:lnTo>
                  <a:pt x="276225" y="1457325"/>
                </a:lnTo>
                <a:close/>
                <a:moveTo>
                  <a:pt x="819150" y="1457325"/>
                </a:moveTo>
                <a:lnTo>
                  <a:pt x="828675" y="1457325"/>
                </a:lnTo>
                <a:lnTo>
                  <a:pt x="828675" y="1466850"/>
                </a:lnTo>
                <a:lnTo>
                  <a:pt x="819150" y="1466850"/>
                </a:lnTo>
                <a:close/>
                <a:moveTo>
                  <a:pt x="828675" y="1466850"/>
                </a:moveTo>
                <a:lnTo>
                  <a:pt x="847725" y="1466850"/>
                </a:lnTo>
                <a:lnTo>
                  <a:pt x="847725" y="1476375"/>
                </a:lnTo>
                <a:lnTo>
                  <a:pt x="838200" y="1476375"/>
                </a:lnTo>
                <a:lnTo>
                  <a:pt x="838200" y="1485900"/>
                </a:lnTo>
                <a:lnTo>
                  <a:pt x="847725" y="1485900"/>
                </a:lnTo>
                <a:lnTo>
                  <a:pt x="847725" y="1495425"/>
                </a:lnTo>
                <a:lnTo>
                  <a:pt x="838200" y="1495425"/>
                </a:lnTo>
                <a:lnTo>
                  <a:pt x="838200" y="1514475"/>
                </a:lnTo>
                <a:lnTo>
                  <a:pt x="819150" y="1514475"/>
                </a:lnTo>
                <a:lnTo>
                  <a:pt x="819150" y="1504950"/>
                </a:lnTo>
                <a:lnTo>
                  <a:pt x="828675" y="1504950"/>
                </a:lnTo>
                <a:lnTo>
                  <a:pt x="828675" y="1495425"/>
                </a:lnTo>
                <a:lnTo>
                  <a:pt x="809625" y="1495425"/>
                </a:lnTo>
                <a:lnTo>
                  <a:pt x="809625" y="1476375"/>
                </a:lnTo>
                <a:lnTo>
                  <a:pt x="828675" y="1476375"/>
                </a:lnTo>
                <a:close/>
                <a:moveTo>
                  <a:pt x="1695450" y="1466850"/>
                </a:moveTo>
                <a:lnTo>
                  <a:pt x="1704975" y="1466850"/>
                </a:lnTo>
                <a:lnTo>
                  <a:pt x="1704975" y="1485900"/>
                </a:lnTo>
                <a:lnTo>
                  <a:pt x="1695450" y="1485900"/>
                </a:lnTo>
                <a:close/>
                <a:moveTo>
                  <a:pt x="876300" y="1476375"/>
                </a:moveTo>
                <a:lnTo>
                  <a:pt x="885825" y="1476375"/>
                </a:lnTo>
                <a:lnTo>
                  <a:pt x="885825" y="1485900"/>
                </a:lnTo>
                <a:lnTo>
                  <a:pt x="904875" y="1485900"/>
                </a:lnTo>
                <a:lnTo>
                  <a:pt x="904875" y="1476375"/>
                </a:lnTo>
                <a:lnTo>
                  <a:pt x="914400" y="1476375"/>
                </a:lnTo>
                <a:lnTo>
                  <a:pt x="914400" y="1485900"/>
                </a:lnTo>
                <a:lnTo>
                  <a:pt x="923925" y="1485900"/>
                </a:lnTo>
                <a:lnTo>
                  <a:pt x="923925" y="1495425"/>
                </a:lnTo>
                <a:lnTo>
                  <a:pt x="904875" y="1495425"/>
                </a:lnTo>
                <a:lnTo>
                  <a:pt x="904875" y="1504950"/>
                </a:lnTo>
                <a:lnTo>
                  <a:pt x="942975" y="1504950"/>
                </a:lnTo>
                <a:lnTo>
                  <a:pt x="942975" y="1514475"/>
                </a:lnTo>
                <a:lnTo>
                  <a:pt x="876300" y="1514475"/>
                </a:lnTo>
                <a:lnTo>
                  <a:pt x="876300" y="1504950"/>
                </a:lnTo>
                <a:lnTo>
                  <a:pt x="866775" y="1504950"/>
                </a:lnTo>
                <a:lnTo>
                  <a:pt x="866775" y="1514475"/>
                </a:lnTo>
                <a:lnTo>
                  <a:pt x="847725" y="1514475"/>
                </a:lnTo>
                <a:lnTo>
                  <a:pt x="847725" y="1504950"/>
                </a:lnTo>
                <a:lnTo>
                  <a:pt x="857250" y="1504950"/>
                </a:lnTo>
                <a:lnTo>
                  <a:pt x="857250" y="1485900"/>
                </a:lnTo>
                <a:lnTo>
                  <a:pt x="866775" y="1485900"/>
                </a:lnTo>
                <a:lnTo>
                  <a:pt x="866775" y="1495425"/>
                </a:lnTo>
                <a:lnTo>
                  <a:pt x="876300" y="1495425"/>
                </a:lnTo>
                <a:close/>
                <a:moveTo>
                  <a:pt x="971550" y="1485900"/>
                </a:moveTo>
                <a:lnTo>
                  <a:pt x="981075" y="1485900"/>
                </a:lnTo>
                <a:lnTo>
                  <a:pt x="981075" y="1495425"/>
                </a:lnTo>
                <a:lnTo>
                  <a:pt x="971550" y="1495425"/>
                </a:lnTo>
                <a:close/>
                <a:moveTo>
                  <a:pt x="1095375" y="1495425"/>
                </a:moveTo>
                <a:lnTo>
                  <a:pt x="1123950" y="1495425"/>
                </a:lnTo>
                <a:lnTo>
                  <a:pt x="1123950" y="1504950"/>
                </a:lnTo>
                <a:lnTo>
                  <a:pt x="1095375" y="1504950"/>
                </a:lnTo>
                <a:close/>
                <a:moveTo>
                  <a:pt x="647700" y="1504950"/>
                </a:moveTo>
                <a:lnTo>
                  <a:pt x="666750" y="1504950"/>
                </a:lnTo>
                <a:lnTo>
                  <a:pt x="666750" y="1514475"/>
                </a:lnTo>
                <a:lnTo>
                  <a:pt x="647700" y="1514475"/>
                </a:lnTo>
                <a:close/>
                <a:moveTo>
                  <a:pt x="981075" y="1504950"/>
                </a:moveTo>
                <a:lnTo>
                  <a:pt x="990600" y="1504950"/>
                </a:lnTo>
                <a:lnTo>
                  <a:pt x="990600" y="1514475"/>
                </a:lnTo>
                <a:lnTo>
                  <a:pt x="981075" y="1514475"/>
                </a:lnTo>
                <a:close/>
                <a:moveTo>
                  <a:pt x="1066800" y="1504950"/>
                </a:moveTo>
                <a:lnTo>
                  <a:pt x="1095375" y="1504950"/>
                </a:lnTo>
                <a:lnTo>
                  <a:pt x="1095375" y="1514475"/>
                </a:lnTo>
                <a:lnTo>
                  <a:pt x="1066800" y="1514475"/>
                </a:lnTo>
                <a:close/>
                <a:moveTo>
                  <a:pt x="1181100" y="1504950"/>
                </a:moveTo>
                <a:lnTo>
                  <a:pt x="1190625" y="1504950"/>
                </a:lnTo>
                <a:lnTo>
                  <a:pt x="1190625" y="1514475"/>
                </a:lnTo>
                <a:lnTo>
                  <a:pt x="1181100" y="1514475"/>
                </a:lnTo>
                <a:close/>
                <a:moveTo>
                  <a:pt x="1114425" y="1533525"/>
                </a:moveTo>
                <a:lnTo>
                  <a:pt x="1171575" y="1533525"/>
                </a:lnTo>
                <a:lnTo>
                  <a:pt x="1171575" y="1552575"/>
                </a:lnTo>
                <a:lnTo>
                  <a:pt x="1152525" y="1552575"/>
                </a:lnTo>
                <a:lnTo>
                  <a:pt x="1152525" y="1571625"/>
                </a:lnTo>
                <a:lnTo>
                  <a:pt x="1143000" y="1571625"/>
                </a:lnTo>
                <a:lnTo>
                  <a:pt x="1143000" y="1552575"/>
                </a:lnTo>
                <a:lnTo>
                  <a:pt x="1114425" y="1552575"/>
                </a:lnTo>
                <a:close/>
                <a:moveTo>
                  <a:pt x="1685925" y="1543050"/>
                </a:moveTo>
                <a:lnTo>
                  <a:pt x="1695450" y="1543050"/>
                </a:lnTo>
                <a:lnTo>
                  <a:pt x="1695450" y="1562100"/>
                </a:lnTo>
                <a:lnTo>
                  <a:pt x="1685925" y="1562100"/>
                </a:lnTo>
                <a:close/>
                <a:moveTo>
                  <a:pt x="1047750" y="1562100"/>
                </a:moveTo>
                <a:lnTo>
                  <a:pt x="1076325" y="1562100"/>
                </a:lnTo>
                <a:lnTo>
                  <a:pt x="1076325" y="1571625"/>
                </a:lnTo>
                <a:lnTo>
                  <a:pt x="1047750" y="1571625"/>
                </a:lnTo>
                <a:close/>
                <a:moveTo>
                  <a:pt x="1257300" y="1600200"/>
                </a:moveTo>
                <a:lnTo>
                  <a:pt x="1266825" y="1600200"/>
                </a:lnTo>
                <a:lnTo>
                  <a:pt x="1266825" y="1628775"/>
                </a:lnTo>
                <a:lnTo>
                  <a:pt x="1257300" y="1628775"/>
                </a:lnTo>
                <a:close/>
                <a:moveTo>
                  <a:pt x="457200" y="1609725"/>
                </a:moveTo>
                <a:lnTo>
                  <a:pt x="466725" y="1609725"/>
                </a:lnTo>
                <a:lnTo>
                  <a:pt x="466725" y="1619250"/>
                </a:lnTo>
                <a:lnTo>
                  <a:pt x="457200" y="1619250"/>
                </a:lnTo>
                <a:close/>
                <a:moveTo>
                  <a:pt x="466725" y="1619250"/>
                </a:moveTo>
                <a:lnTo>
                  <a:pt x="476250" y="1619250"/>
                </a:lnTo>
                <a:lnTo>
                  <a:pt x="476250" y="1628775"/>
                </a:lnTo>
                <a:lnTo>
                  <a:pt x="466725" y="1628775"/>
                </a:lnTo>
                <a:close/>
                <a:moveTo>
                  <a:pt x="1152525" y="1619250"/>
                </a:moveTo>
                <a:lnTo>
                  <a:pt x="1171575" y="1619250"/>
                </a:lnTo>
                <a:lnTo>
                  <a:pt x="1171575" y="1628775"/>
                </a:lnTo>
                <a:lnTo>
                  <a:pt x="1152525" y="1628775"/>
                </a:lnTo>
                <a:close/>
                <a:moveTo>
                  <a:pt x="1152525" y="1638300"/>
                </a:moveTo>
                <a:lnTo>
                  <a:pt x="1162050" y="1638300"/>
                </a:lnTo>
                <a:lnTo>
                  <a:pt x="1162050" y="1657350"/>
                </a:lnTo>
                <a:lnTo>
                  <a:pt x="1152525" y="1657350"/>
                </a:lnTo>
                <a:close/>
                <a:moveTo>
                  <a:pt x="876300" y="1647825"/>
                </a:moveTo>
                <a:lnTo>
                  <a:pt x="885825" y="1647825"/>
                </a:lnTo>
                <a:lnTo>
                  <a:pt x="885825" y="1676400"/>
                </a:lnTo>
                <a:lnTo>
                  <a:pt x="876300" y="1676400"/>
                </a:lnTo>
                <a:close/>
                <a:moveTo>
                  <a:pt x="1057275" y="1647825"/>
                </a:moveTo>
                <a:lnTo>
                  <a:pt x="1066800" y="1647825"/>
                </a:lnTo>
                <a:lnTo>
                  <a:pt x="1066800" y="1657350"/>
                </a:lnTo>
                <a:lnTo>
                  <a:pt x="1057275" y="1657350"/>
                </a:lnTo>
                <a:close/>
                <a:moveTo>
                  <a:pt x="542925" y="1666875"/>
                </a:moveTo>
                <a:lnTo>
                  <a:pt x="561975" y="1666875"/>
                </a:lnTo>
                <a:lnTo>
                  <a:pt x="561975" y="1676400"/>
                </a:lnTo>
                <a:lnTo>
                  <a:pt x="542925" y="1676400"/>
                </a:lnTo>
                <a:close/>
                <a:moveTo>
                  <a:pt x="781050" y="1676400"/>
                </a:moveTo>
                <a:lnTo>
                  <a:pt x="809625" y="1676400"/>
                </a:lnTo>
                <a:lnTo>
                  <a:pt x="809625" y="1685925"/>
                </a:lnTo>
                <a:lnTo>
                  <a:pt x="800100" y="1685925"/>
                </a:lnTo>
                <a:lnTo>
                  <a:pt x="800100" y="1695450"/>
                </a:lnTo>
                <a:lnTo>
                  <a:pt x="781050" y="1695450"/>
                </a:lnTo>
                <a:close/>
                <a:moveTo>
                  <a:pt x="1171575" y="1676400"/>
                </a:moveTo>
                <a:lnTo>
                  <a:pt x="1181100" y="1676400"/>
                </a:lnTo>
                <a:lnTo>
                  <a:pt x="1181100" y="1695450"/>
                </a:lnTo>
                <a:lnTo>
                  <a:pt x="1162050" y="1695450"/>
                </a:lnTo>
                <a:lnTo>
                  <a:pt x="1162050" y="1685925"/>
                </a:lnTo>
                <a:lnTo>
                  <a:pt x="1171575" y="1685925"/>
                </a:lnTo>
                <a:close/>
                <a:moveTo>
                  <a:pt x="1228725" y="1676400"/>
                </a:moveTo>
                <a:lnTo>
                  <a:pt x="1238250" y="1676400"/>
                </a:lnTo>
                <a:lnTo>
                  <a:pt x="1238250" y="1685925"/>
                </a:lnTo>
                <a:lnTo>
                  <a:pt x="1247775" y="1685925"/>
                </a:lnTo>
                <a:lnTo>
                  <a:pt x="1247775" y="1695450"/>
                </a:lnTo>
                <a:lnTo>
                  <a:pt x="1238250" y="1695450"/>
                </a:lnTo>
                <a:lnTo>
                  <a:pt x="1238250" y="1714500"/>
                </a:lnTo>
                <a:lnTo>
                  <a:pt x="1219200" y="1714500"/>
                </a:lnTo>
                <a:lnTo>
                  <a:pt x="1219200" y="1695450"/>
                </a:lnTo>
                <a:lnTo>
                  <a:pt x="1200150" y="1695450"/>
                </a:lnTo>
                <a:lnTo>
                  <a:pt x="1200150" y="1685925"/>
                </a:lnTo>
                <a:lnTo>
                  <a:pt x="1228725" y="1685925"/>
                </a:lnTo>
                <a:close/>
                <a:moveTo>
                  <a:pt x="628650" y="1685925"/>
                </a:moveTo>
                <a:lnTo>
                  <a:pt x="638175" y="1685925"/>
                </a:lnTo>
                <a:lnTo>
                  <a:pt x="638175" y="1695450"/>
                </a:lnTo>
                <a:lnTo>
                  <a:pt x="628650" y="1695450"/>
                </a:lnTo>
                <a:close/>
                <a:moveTo>
                  <a:pt x="857250" y="1685925"/>
                </a:moveTo>
                <a:lnTo>
                  <a:pt x="904875" y="1685925"/>
                </a:lnTo>
                <a:lnTo>
                  <a:pt x="904875" y="1695450"/>
                </a:lnTo>
                <a:lnTo>
                  <a:pt x="857250" y="1695450"/>
                </a:lnTo>
                <a:close/>
                <a:moveTo>
                  <a:pt x="1371600" y="1685925"/>
                </a:moveTo>
                <a:lnTo>
                  <a:pt x="1381125" y="1685925"/>
                </a:lnTo>
                <a:lnTo>
                  <a:pt x="1381125" y="1695450"/>
                </a:lnTo>
                <a:lnTo>
                  <a:pt x="1371600" y="1695450"/>
                </a:lnTo>
                <a:close/>
                <a:moveTo>
                  <a:pt x="390525" y="1695450"/>
                </a:moveTo>
                <a:lnTo>
                  <a:pt x="400050" y="1695450"/>
                </a:lnTo>
                <a:lnTo>
                  <a:pt x="400050" y="1704975"/>
                </a:lnTo>
                <a:lnTo>
                  <a:pt x="390525" y="1704975"/>
                </a:lnTo>
                <a:close/>
                <a:moveTo>
                  <a:pt x="1181100" y="1695450"/>
                </a:moveTo>
                <a:lnTo>
                  <a:pt x="1190625" y="1695450"/>
                </a:lnTo>
                <a:lnTo>
                  <a:pt x="1190625" y="1704975"/>
                </a:lnTo>
                <a:lnTo>
                  <a:pt x="1200150" y="1704975"/>
                </a:lnTo>
                <a:lnTo>
                  <a:pt x="1200150" y="1733550"/>
                </a:lnTo>
                <a:lnTo>
                  <a:pt x="1190625" y="1733550"/>
                </a:lnTo>
                <a:lnTo>
                  <a:pt x="1190625" y="1714500"/>
                </a:lnTo>
                <a:lnTo>
                  <a:pt x="1181100" y="1714500"/>
                </a:lnTo>
                <a:close/>
                <a:moveTo>
                  <a:pt x="504825" y="1704975"/>
                </a:moveTo>
                <a:lnTo>
                  <a:pt x="514350" y="1704975"/>
                </a:lnTo>
                <a:lnTo>
                  <a:pt x="514350" y="1714500"/>
                </a:lnTo>
                <a:lnTo>
                  <a:pt x="523875" y="1714500"/>
                </a:lnTo>
                <a:lnTo>
                  <a:pt x="523875" y="1733550"/>
                </a:lnTo>
                <a:lnTo>
                  <a:pt x="495300" y="1733550"/>
                </a:lnTo>
                <a:lnTo>
                  <a:pt x="495300" y="1714500"/>
                </a:lnTo>
                <a:lnTo>
                  <a:pt x="504825" y="1714500"/>
                </a:lnTo>
                <a:close/>
                <a:moveTo>
                  <a:pt x="1276350" y="1704975"/>
                </a:moveTo>
                <a:lnTo>
                  <a:pt x="1285875" y="1704975"/>
                </a:lnTo>
                <a:lnTo>
                  <a:pt x="1285875" y="1714500"/>
                </a:lnTo>
                <a:lnTo>
                  <a:pt x="1276350" y="1714500"/>
                </a:lnTo>
                <a:close/>
                <a:moveTo>
                  <a:pt x="1295400" y="1704975"/>
                </a:moveTo>
                <a:lnTo>
                  <a:pt x="1304925" y="1704975"/>
                </a:lnTo>
                <a:lnTo>
                  <a:pt x="1304925" y="1714500"/>
                </a:lnTo>
                <a:lnTo>
                  <a:pt x="1295400" y="1714500"/>
                </a:lnTo>
                <a:close/>
                <a:moveTo>
                  <a:pt x="628650" y="1714500"/>
                </a:moveTo>
                <a:lnTo>
                  <a:pt x="638175" y="1714500"/>
                </a:lnTo>
                <a:lnTo>
                  <a:pt x="638175" y="1733550"/>
                </a:lnTo>
                <a:lnTo>
                  <a:pt x="628650" y="1733550"/>
                </a:lnTo>
                <a:close/>
                <a:moveTo>
                  <a:pt x="923925" y="1714500"/>
                </a:moveTo>
                <a:lnTo>
                  <a:pt x="942975" y="1714500"/>
                </a:lnTo>
                <a:lnTo>
                  <a:pt x="942975" y="1733550"/>
                </a:lnTo>
                <a:lnTo>
                  <a:pt x="923925" y="1733550"/>
                </a:lnTo>
                <a:close/>
                <a:moveTo>
                  <a:pt x="1114425" y="1714500"/>
                </a:moveTo>
                <a:lnTo>
                  <a:pt x="1123950" y="1714500"/>
                </a:lnTo>
                <a:lnTo>
                  <a:pt x="1123950" y="1733550"/>
                </a:lnTo>
                <a:lnTo>
                  <a:pt x="1114425" y="1733550"/>
                </a:lnTo>
                <a:close/>
                <a:moveTo>
                  <a:pt x="1152525" y="1714500"/>
                </a:moveTo>
                <a:lnTo>
                  <a:pt x="1162050" y="1714500"/>
                </a:lnTo>
                <a:lnTo>
                  <a:pt x="1162050" y="1733550"/>
                </a:lnTo>
                <a:lnTo>
                  <a:pt x="1152525" y="1733550"/>
                </a:lnTo>
                <a:close/>
                <a:moveTo>
                  <a:pt x="1695450" y="1724025"/>
                </a:moveTo>
                <a:lnTo>
                  <a:pt x="1704975" y="1724025"/>
                </a:lnTo>
                <a:lnTo>
                  <a:pt x="1704975" y="1743075"/>
                </a:lnTo>
                <a:lnTo>
                  <a:pt x="1695450" y="1743075"/>
                </a:lnTo>
                <a:close/>
                <a:moveTo>
                  <a:pt x="190500" y="1752600"/>
                </a:moveTo>
                <a:lnTo>
                  <a:pt x="219075" y="1752600"/>
                </a:lnTo>
                <a:lnTo>
                  <a:pt x="219075" y="1762125"/>
                </a:lnTo>
                <a:lnTo>
                  <a:pt x="190500" y="1762125"/>
                </a:lnTo>
                <a:close/>
                <a:moveTo>
                  <a:pt x="800100" y="1752600"/>
                </a:moveTo>
                <a:lnTo>
                  <a:pt x="819150" y="1752600"/>
                </a:lnTo>
                <a:lnTo>
                  <a:pt x="819150" y="1762125"/>
                </a:lnTo>
                <a:lnTo>
                  <a:pt x="828675" y="1762125"/>
                </a:lnTo>
                <a:lnTo>
                  <a:pt x="828675" y="1771650"/>
                </a:lnTo>
                <a:lnTo>
                  <a:pt x="800100" y="1771650"/>
                </a:lnTo>
                <a:close/>
                <a:moveTo>
                  <a:pt x="857250" y="1752600"/>
                </a:moveTo>
                <a:lnTo>
                  <a:pt x="885825" y="1752600"/>
                </a:lnTo>
                <a:lnTo>
                  <a:pt x="885825" y="1771650"/>
                </a:lnTo>
                <a:lnTo>
                  <a:pt x="857250" y="1771650"/>
                </a:lnTo>
                <a:close/>
                <a:moveTo>
                  <a:pt x="895350" y="1752600"/>
                </a:moveTo>
                <a:lnTo>
                  <a:pt x="904875" y="1752600"/>
                </a:lnTo>
                <a:lnTo>
                  <a:pt x="904875" y="1771650"/>
                </a:lnTo>
                <a:lnTo>
                  <a:pt x="895350" y="1771650"/>
                </a:lnTo>
                <a:close/>
                <a:moveTo>
                  <a:pt x="914400" y="1752600"/>
                </a:moveTo>
                <a:lnTo>
                  <a:pt x="971550" y="1752600"/>
                </a:lnTo>
                <a:lnTo>
                  <a:pt x="971550" y="1771650"/>
                </a:lnTo>
                <a:lnTo>
                  <a:pt x="914400" y="1771650"/>
                </a:lnTo>
                <a:close/>
                <a:moveTo>
                  <a:pt x="1285875" y="1752600"/>
                </a:moveTo>
                <a:lnTo>
                  <a:pt x="1304925" y="1752600"/>
                </a:lnTo>
                <a:lnTo>
                  <a:pt x="1304925" y="1762125"/>
                </a:lnTo>
                <a:lnTo>
                  <a:pt x="1314450" y="1762125"/>
                </a:lnTo>
                <a:lnTo>
                  <a:pt x="1314450" y="1771650"/>
                </a:lnTo>
                <a:lnTo>
                  <a:pt x="1276350" y="1771650"/>
                </a:lnTo>
                <a:lnTo>
                  <a:pt x="1276350" y="1762125"/>
                </a:lnTo>
                <a:lnTo>
                  <a:pt x="1285875" y="1762125"/>
                </a:lnTo>
                <a:close/>
                <a:moveTo>
                  <a:pt x="1390650" y="1752600"/>
                </a:moveTo>
                <a:lnTo>
                  <a:pt x="1438275" y="1752600"/>
                </a:lnTo>
                <a:lnTo>
                  <a:pt x="1438275" y="1771650"/>
                </a:lnTo>
                <a:lnTo>
                  <a:pt x="1390650" y="1771650"/>
                </a:lnTo>
                <a:close/>
                <a:moveTo>
                  <a:pt x="1562100" y="1752600"/>
                </a:moveTo>
                <a:lnTo>
                  <a:pt x="1590675" y="1752600"/>
                </a:lnTo>
                <a:lnTo>
                  <a:pt x="1590675" y="1771650"/>
                </a:lnTo>
                <a:lnTo>
                  <a:pt x="1562100" y="1771650"/>
                </a:lnTo>
                <a:close/>
                <a:moveTo>
                  <a:pt x="1619250" y="1752600"/>
                </a:moveTo>
                <a:lnTo>
                  <a:pt x="1676400" y="1752600"/>
                </a:lnTo>
                <a:lnTo>
                  <a:pt x="1676400" y="1771650"/>
                </a:lnTo>
                <a:lnTo>
                  <a:pt x="1666875" y="1771650"/>
                </a:lnTo>
                <a:lnTo>
                  <a:pt x="1666875" y="1762125"/>
                </a:lnTo>
                <a:lnTo>
                  <a:pt x="1657350" y="1762125"/>
                </a:lnTo>
                <a:lnTo>
                  <a:pt x="1657350" y="1771650"/>
                </a:lnTo>
                <a:lnTo>
                  <a:pt x="1619250" y="1771650"/>
                </a:lnTo>
                <a:close/>
                <a:moveTo>
                  <a:pt x="495300" y="1762125"/>
                </a:moveTo>
                <a:lnTo>
                  <a:pt x="514350" y="1762125"/>
                </a:lnTo>
                <a:lnTo>
                  <a:pt x="514350" y="1771650"/>
                </a:lnTo>
                <a:lnTo>
                  <a:pt x="495300" y="1771650"/>
                </a:lnTo>
                <a:close/>
                <a:moveTo>
                  <a:pt x="714375" y="1762125"/>
                </a:moveTo>
                <a:lnTo>
                  <a:pt x="723900" y="1762125"/>
                </a:lnTo>
                <a:lnTo>
                  <a:pt x="723900" y="1771650"/>
                </a:lnTo>
                <a:lnTo>
                  <a:pt x="714375" y="1771650"/>
                </a:lnTo>
                <a:close/>
                <a:moveTo>
                  <a:pt x="657225" y="1771650"/>
                </a:moveTo>
                <a:lnTo>
                  <a:pt x="666750" y="1771650"/>
                </a:lnTo>
                <a:lnTo>
                  <a:pt x="666750" y="1781175"/>
                </a:lnTo>
                <a:lnTo>
                  <a:pt x="685800" y="1781175"/>
                </a:lnTo>
                <a:lnTo>
                  <a:pt x="685800" y="1800225"/>
                </a:lnTo>
                <a:lnTo>
                  <a:pt x="638175" y="1800225"/>
                </a:lnTo>
                <a:lnTo>
                  <a:pt x="638175" y="1809750"/>
                </a:lnTo>
                <a:lnTo>
                  <a:pt x="619125" y="1809750"/>
                </a:lnTo>
                <a:lnTo>
                  <a:pt x="619125" y="1828800"/>
                </a:lnTo>
                <a:lnTo>
                  <a:pt x="600075" y="1828800"/>
                </a:lnTo>
                <a:lnTo>
                  <a:pt x="600075" y="1819275"/>
                </a:lnTo>
                <a:lnTo>
                  <a:pt x="590550" y="1819275"/>
                </a:lnTo>
                <a:lnTo>
                  <a:pt x="590550" y="1809750"/>
                </a:lnTo>
                <a:lnTo>
                  <a:pt x="581025" y="1809750"/>
                </a:lnTo>
                <a:lnTo>
                  <a:pt x="581025" y="1819275"/>
                </a:lnTo>
                <a:lnTo>
                  <a:pt x="571500" y="1819275"/>
                </a:lnTo>
                <a:lnTo>
                  <a:pt x="571500" y="1838325"/>
                </a:lnTo>
                <a:lnTo>
                  <a:pt x="504825" y="1838325"/>
                </a:lnTo>
                <a:lnTo>
                  <a:pt x="504825" y="1819275"/>
                </a:lnTo>
                <a:lnTo>
                  <a:pt x="514350" y="1819275"/>
                </a:lnTo>
                <a:lnTo>
                  <a:pt x="514350" y="1828800"/>
                </a:lnTo>
                <a:lnTo>
                  <a:pt x="523875" y="1828800"/>
                </a:lnTo>
                <a:lnTo>
                  <a:pt x="523875" y="1809750"/>
                </a:lnTo>
                <a:lnTo>
                  <a:pt x="542925" y="1809750"/>
                </a:lnTo>
                <a:lnTo>
                  <a:pt x="542925" y="1790700"/>
                </a:lnTo>
                <a:lnTo>
                  <a:pt x="561975" y="1790700"/>
                </a:lnTo>
                <a:lnTo>
                  <a:pt x="561975" y="1800225"/>
                </a:lnTo>
                <a:lnTo>
                  <a:pt x="590550" y="1800225"/>
                </a:lnTo>
                <a:lnTo>
                  <a:pt x="590550" y="1790700"/>
                </a:lnTo>
                <a:lnTo>
                  <a:pt x="600075" y="1790700"/>
                </a:lnTo>
                <a:lnTo>
                  <a:pt x="600075" y="1800225"/>
                </a:lnTo>
                <a:lnTo>
                  <a:pt x="628650" y="1800225"/>
                </a:lnTo>
                <a:lnTo>
                  <a:pt x="628650" y="1790700"/>
                </a:lnTo>
                <a:lnTo>
                  <a:pt x="657225" y="1790700"/>
                </a:lnTo>
                <a:close/>
                <a:moveTo>
                  <a:pt x="238125" y="1781175"/>
                </a:moveTo>
                <a:lnTo>
                  <a:pt x="257175" y="1781175"/>
                </a:lnTo>
                <a:lnTo>
                  <a:pt x="257175" y="1800225"/>
                </a:lnTo>
                <a:lnTo>
                  <a:pt x="238125" y="1800225"/>
                </a:lnTo>
                <a:close/>
                <a:moveTo>
                  <a:pt x="895350" y="1790700"/>
                </a:moveTo>
                <a:lnTo>
                  <a:pt x="933450" y="1790700"/>
                </a:lnTo>
                <a:lnTo>
                  <a:pt x="933450" y="1809750"/>
                </a:lnTo>
                <a:lnTo>
                  <a:pt x="895350" y="1809750"/>
                </a:lnTo>
                <a:close/>
                <a:moveTo>
                  <a:pt x="1571625" y="1790700"/>
                </a:moveTo>
                <a:lnTo>
                  <a:pt x="1581150" y="1790700"/>
                </a:lnTo>
                <a:lnTo>
                  <a:pt x="1581150" y="1800225"/>
                </a:lnTo>
                <a:lnTo>
                  <a:pt x="1571625" y="1800225"/>
                </a:lnTo>
                <a:close/>
                <a:moveTo>
                  <a:pt x="190500" y="1800225"/>
                </a:moveTo>
                <a:lnTo>
                  <a:pt x="200025" y="1800225"/>
                </a:lnTo>
                <a:lnTo>
                  <a:pt x="200025" y="1819275"/>
                </a:lnTo>
                <a:lnTo>
                  <a:pt x="190500" y="1819275"/>
                </a:lnTo>
                <a:close/>
                <a:moveTo>
                  <a:pt x="466725" y="1800225"/>
                </a:moveTo>
                <a:lnTo>
                  <a:pt x="485775" y="1800225"/>
                </a:lnTo>
                <a:lnTo>
                  <a:pt x="485775" y="1819275"/>
                </a:lnTo>
                <a:lnTo>
                  <a:pt x="495300" y="1819275"/>
                </a:lnTo>
                <a:lnTo>
                  <a:pt x="495300" y="1828800"/>
                </a:lnTo>
                <a:lnTo>
                  <a:pt x="476250" y="1828800"/>
                </a:lnTo>
                <a:lnTo>
                  <a:pt x="476250" y="1819275"/>
                </a:lnTo>
                <a:lnTo>
                  <a:pt x="466725" y="1819275"/>
                </a:lnTo>
                <a:close/>
                <a:moveTo>
                  <a:pt x="1333500" y="1800225"/>
                </a:moveTo>
                <a:lnTo>
                  <a:pt x="1343025" y="1800225"/>
                </a:lnTo>
                <a:lnTo>
                  <a:pt x="1343025" y="1809750"/>
                </a:lnTo>
                <a:lnTo>
                  <a:pt x="1352550" y="1809750"/>
                </a:lnTo>
                <a:lnTo>
                  <a:pt x="1352550" y="1819275"/>
                </a:lnTo>
                <a:lnTo>
                  <a:pt x="1333500" y="1819275"/>
                </a:lnTo>
                <a:close/>
                <a:moveTo>
                  <a:pt x="200025" y="1819275"/>
                </a:moveTo>
                <a:lnTo>
                  <a:pt x="209550" y="1819275"/>
                </a:lnTo>
                <a:lnTo>
                  <a:pt x="209550" y="1838325"/>
                </a:lnTo>
                <a:lnTo>
                  <a:pt x="200025" y="1838325"/>
                </a:lnTo>
                <a:close/>
                <a:moveTo>
                  <a:pt x="219075" y="1838325"/>
                </a:moveTo>
                <a:lnTo>
                  <a:pt x="247650" y="1838325"/>
                </a:lnTo>
                <a:lnTo>
                  <a:pt x="247650" y="1847850"/>
                </a:lnTo>
                <a:lnTo>
                  <a:pt x="238125" y="1847850"/>
                </a:lnTo>
                <a:lnTo>
                  <a:pt x="238125" y="1857375"/>
                </a:lnTo>
                <a:lnTo>
                  <a:pt x="228600" y="1857375"/>
                </a:lnTo>
                <a:lnTo>
                  <a:pt x="228600" y="1847850"/>
                </a:lnTo>
                <a:lnTo>
                  <a:pt x="219075" y="1847850"/>
                </a:lnTo>
                <a:close/>
                <a:moveTo>
                  <a:pt x="1571625" y="1847850"/>
                </a:moveTo>
                <a:lnTo>
                  <a:pt x="1581150" y="1847850"/>
                </a:lnTo>
                <a:lnTo>
                  <a:pt x="1581150" y="1857375"/>
                </a:lnTo>
                <a:lnTo>
                  <a:pt x="1590675" y="1857375"/>
                </a:lnTo>
                <a:lnTo>
                  <a:pt x="1590675" y="1876425"/>
                </a:lnTo>
                <a:lnTo>
                  <a:pt x="1571625" y="1876425"/>
                </a:lnTo>
                <a:lnTo>
                  <a:pt x="1571625" y="1866900"/>
                </a:lnTo>
                <a:lnTo>
                  <a:pt x="1552575" y="1866900"/>
                </a:lnTo>
                <a:lnTo>
                  <a:pt x="1552575" y="1857375"/>
                </a:lnTo>
                <a:lnTo>
                  <a:pt x="1571625" y="1857375"/>
                </a:lnTo>
                <a:close/>
                <a:moveTo>
                  <a:pt x="1362075" y="1857375"/>
                </a:moveTo>
                <a:lnTo>
                  <a:pt x="1371600" y="1857375"/>
                </a:lnTo>
                <a:lnTo>
                  <a:pt x="1371600" y="1866900"/>
                </a:lnTo>
                <a:lnTo>
                  <a:pt x="1381125" y="1866900"/>
                </a:lnTo>
                <a:lnTo>
                  <a:pt x="1381125" y="1895475"/>
                </a:lnTo>
                <a:lnTo>
                  <a:pt x="1352550" y="1895475"/>
                </a:lnTo>
                <a:lnTo>
                  <a:pt x="1352550" y="1905000"/>
                </a:lnTo>
                <a:lnTo>
                  <a:pt x="1343025" y="1905000"/>
                </a:lnTo>
                <a:lnTo>
                  <a:pt x="1343025" y="1895475"/>
                </a:lnTo>
                <a:lnTo>
                  <a:pt x="1333500" y="1895475"/>
                </a:lnTo>
                <a:lnTo>
                  <a:pt x="1333500" y="1885950"/>
                </a:lnTo>
                <a:lnTo>
                  <a:pt x="1343025" y="1885950"/>
                </a:lnTo>
                <a:lnTo>
                  <a:pt x="1343025" y="1876425"/>
                </a:lnTo>
                <a:lnTo>
                  <a:pt x="1352550" y="1876425"/>
                </a:lnTo>
                <a:lnTo>
                  <a:pt x="1352550" y="1866900"/>
                </a:lnTo>
                <a:lnTo>
                  <a:pt x="1362075" y="1866900"/>
                </a:lnTo>
                <a:close/>
                <a:moveTo>
                  <a:pt x="1695450" y="1866900"/>
                </a:moveTo>
                <a:lnTo>
                  <a:pt x="1704975" y="1866900"/>
                </a:lnTo>
                <a:lnTo>
                  <a:pt x="1704975" y="1876425"/>
                </a:lnTo>
                <a:lnTo>
                  <a:pt x="1695450" y="1876425"/>
                </a:lnTo>
                <a:close/>
                <a:moveTo>
                  <a:pt x="1704975" y="1876425"/>
                </a:moveTo>
                <a:lnTo>
                  <a:pt x="1714500" y="1876425"/>
                </a:lnTo>
                <a:lnTo>
                  <a:pt x="1714500" y="1885950"/>
                </a:lnTo>
                <a:lnTo>
                  <a:pt x="1704975" y="1885950"/>
                </a:lnTo>
                <a:close/>
                <a:moveTo>
                  <a:pt x="304800" y="1905000"/>
                </a:moveTo>
                <a:lnTo>
                  <a:pt x="314325" y="1905000"/>
                </a:lnTo>
                <a:lnTo>
                  <a:pt x="314325" y="1914525"/>
                </a:lnTo>
                <a:lnTo>
                  <a:pt x="304800" y="1914525"/>
                </a:lnTo>
                <a:close/>
                <a:moveTo>
                  <a:pt x="514350" y="1905000"/>
                </a:moveTo>
                <a:lnTo>
                  <a:pt x="523875" y="1905000"/>
                </a:lnTo>
                <a:lnTo>
                  <a:pt x="523875" y="1914525"/>
                </a:lnTo>
                <a:lnTo>
                  <a:pt x="533400" y="1914525"/>
                </a:lnTo>
                <a:lnTo>
                  <a:pt x="533400" y="1905000"/>
                </a:lnTo>
                <a:lnTo>
                  <a:pt x="542925" y="1905000"/>
                </a:lnTo>
                <a:lnTo>
                  <a:pt x="542925" y="1924050"/>
                </a:lnTo>
                <a:lnTo>
                  <a:pt x="514350" y="1924050"/>
                </a:lnTo>
                <a:close/>
                <a:moveTo>
                  <a:pt x="1666875" y="1905000"/>
                </a:moveTo>
                <a:lnTo>
                  <a:pt x="1676400" y="1905000"/>
                </a:lnTo>
                <a:lnTo>
                  <a:pt x="1676400" y="1924050"/>
                </a:lnTo>
                <a:lnTo>
                  <a:pt x="1657350" y="1924050"/>
                </a:lnTo>
                <a:lnTo>
                  <a:pt x="1657350" y="1914525"/>
                </a:lnTo>
                <a:lnTo>
                  <a:pt x="1666875" y="1914525"/>
                </a:lnTo>
                <a:close/>
                <a:moveTo>
                  <a:pt x="400050" y="1914525"/>
                </a:moveTo>
                <a:lnTo>
                  <a:pt x="409575" y="1914525"/>
                </a:lnTo>
                <a:lnTo>
                  <a:pt x="409575" y="1924050"/>
                </a:lnTo>
                <a:lnTo>
                  <a:pt x="400050" y="1924050"/>
                </a:lnTo>
                <a:close/>
                <a:moveTo>
                  <a:pt x="552450" y="1914525"/>
                </a:moveTo>
                <a:lnTo>
                  <a:pt x="561975" y="1914525"/>
                </a:lnTo>
                <a:lnTo>
                  <a:pt x="561975" y="1924050"/>
                </a:lnTo>
                <a:lnTo>
                  <a:pt x="552450" y="1924050"/>
                </a:lnTo>
                <a:close/>
                <a:moveTo>
                  <a:pt x="638175" y="1914525"/>
                </a:moveTo>
                <a:lnTo>
                  <a:pt x="647700" y="1914525"/>
                </a:lnTo>
                <a:lnTo>
                  <a:pt x="647700" y="1924050"/>
                </a:lnTo>
                <a:lnTo>
                  <a:pt x="638175" y="1924050"/>
                </a:lnTo>
                <a:close/>
                <a:moveTo>
                  <a:pt x="581025" y="1924050"/>
                </a:moveTo>
                <a:lnTo>
                  <a:pt x="590550" y="1924050"/>
                </a:lnTo>
                <a:lnTo>
                  <a:pt x="590550" y="1943100"/>
                </a:lnTo>
                <a:lnTo>
                  <a:pt x="581025" y="1943100"/>
                </a:lnTo>
                <a:close/>
                <a:moveTo>
                  <a:pt x="600075" y="1924050"/>
                </a:moveTo>
                <a:lnTo>
                  <a:pt x="609600" y="1924050"/>
                </a:lnTo>
                <a:lnTo>
                  <a:pt x="609600" y="1933575"/>
                </a:lnTo>
                <a:lnTo>
                  <a:pt x="600075" y="1933575"/>
                </a:lnTo>
                <a:close/>
                <a:moveTo>
                  <a:pt x="1685925" y="1952625"/>
                </a:moveTo>
                <a:lnTo>
                  <a:pt x="1695450" y="1952625"/>
                </a:lnTo>
                <a:lnTo>
                  <a:pt x="1695450" y="1962150"/>
                </a:lnTo>
                <a:lnTo>
                  <a:pt x="1685925" y="1962150"/>
                </a:lnTo>
                <a:close/>
                <a:moveTo>
                  <a:pt x="1685925" y="1981200"/>
                </a:moveTo>
                <a:lnTo>
                  <a:pt x="1695450" y="1981200"/>
                </a:lnTo>
                <a:lnTo>
                  <a:pt x="1695450" y="1990725"/>
                </a:lnTo>
                <a:lnTo>
                  <a:pt x="1685925" y="1990725"/>
                </a:lnTo>
                <a:close/>
                <a:moveTo>
                  <a:pt x="1666875" y="2009775"/>
                </a:moveTo>
                <a:lnTo>
                  <a:pt x="1676400" y="2009775"/>
                </a:lnTo>
                <a:lnTo>
                  <a:pt x="1676400" y="2019300"/>
                </a:lnTo>
                <a:lnTo>
                  <a:pt x="1666875" y="2019300"/>
                </a:lnTo>
                <a:close/>
                <a:moveTo>
                  <a:pt x="1676400" y="2019300"/>
                </a:moveTo>
                <a:lnTo>
                  <a:pt x="1695450" y="2019300"/>
                </a:lnTo>
                <a:lnTo>
                  <a:pt x="1695450" y="2028825"/>
                </a:lnTo>
                <a:lnTo>
                  <a:pt x="1676400" y="2028825"/>
                </a:lnTo>
                <a:close/>
                <a:moveTo>
                  <a:pt x="1704975" y="2019300"/>
                </a:moveTo>
                <a:lnTo>
                  <a:pt x="1714500" y="2019300"/>
                </a:lnTo>
                <a:lnTo>
                  <a:pt x="1714500" y="2038350"/>
                </a:lnTo>
                <a:lnTo>
                  <a:pt x="1695450" y="2038350"/>
                </a:lnTo>
                <a:lnTo>
                  <a:pt x="1695450" y="2028825"/>
                </a:lnTo>
                <a:lnTo>
                  <a:pt x="1704975" y="2028825"/>
                </a:lnTo>
                <a:close/>
                <a:moveTo>
                  <a:pt x="876300" y="2238375"/>
                </a:moveTo>
                <a:lnTo>
                  <a:pt x="914400" y="2238375"/>
                </a:lnTo>
                <a:lnTo>
                  <a:pt x="914400" y="2247900"/>
                </a:lnTo>
                <a:lnTo>
                  <a:pt x="923925" y="2247900"/>
                </a:lnTo>
                <a:lnTo>
                  <a:pt x="923925" y="2238375"/>
                </a:lnTo>
                <a:lnTo>
                  <a:pt x="933450" y="2238375"/>
                </a:lnTo>
                <a:lnTo>
                  <a:pt x="933450" y="2247900"/>
                </a:lnTo>
                <a:lnTo>
                  <a:pt x="942975" y="2247900"/>
                </a:lnTo>
                <a:lnTo>
                  <a:pt x="942975" y="2257425"/>
                </a:lnTo>
                <a:lnTo>
                  <a:pt x="933450" y="2257425"/>
                </a:lnTo>
                <a:lnTo>
                  <a:pt x="933450" y="2266950"/>
                </a:lnTo>
                <a:lnTo>
                  <a:pt x="923925" y="2266950"/>
                </a:lnTo>
                <a:lnTo>
                  <a:pt x="923925" y="2257425"/>
                </a:lnTo>
                <a:lnTo>
                  <a:pt x="904875" y="2257425"/>
                </a:lnTo>
                <a:lnTo>
                  <a:pt x="904875" y="2266950"/>
                </a:lnTo>
                <a:lnTo>
                  <a:pt x="895350" y="2266950"/>
                </a:lnTo>
                <a:lnTo>
                  <a:pt x="895350" y="2257425"/>
                </a:lnTo>
                <a:lnTo>
                  <a:pt x="885825" y="2257425"/>
                </a:lnTo>
                <a:lnTo>
                  <a:pt x="885825" y="2247900"/>
                </a:lnTo>
                <a:lnTo>
                  <a:pt x="876300" y="2247900"/>
                </a:lnTo>
                <a:close/>
                <a:moveTo>
                  <a:pt x="1638300" y="2238375"/>
                </a:moveTo>
                <a:lnTo>
                  <a:pt x="1647825" y="2238375"/>
                </a:lnTo>
                <a:lnTo>
                  <a:pt x="1647825" y="2247900"/>
                </a:lnTo>
                <a:lnTo>
                  <a:pt x="1638300" y="2247900"/>
                </a:lnTo>
                <a:close/>
                <a:moveTo>
                  <a:pt x="1647825" y="2247900"/>
                </a:moveTo>
                <a:lnTo>
                  <a:pt x="1657350" y="2247900"/>
                </a:lnTo>
                <a:lnTo>
                  <a:pt x="1657350" y="2257425"/>
                </a:lnTo>
                <a:lnTo>
                  <a:pt x="1647825" y="2257425"/>
                </a:lnTo>
                <a:close/>
                <a:moveTo>
                  <a:pt x="381000" y="2266950"/>
                </a:moveTo>
                <a:lnTo>
                  <a:pt x="390525" y="2266950"/>
                </a:lnTo>
                <a:lnTo>
                  <a:pt x="390525" y="2276475"/>
                </a:lnTo>
                <a:lnTo>
                  <a:pt x="381000" y="2276475"/>
                </a:lnTo>
                <a:close/>
                <a:moveTo>
                  <a:pt x="466725" y="2266950"/>
                </a:moveTo>
                <a:lnTo>
                  <a:pt x="561975" y="2266950"/>
                </a:lnTo>
                <a:lnTo>
                  <a:pt x="561975" y="2276475"/>
                </a:lnTo>
                <a:lnTo>
                  <a:pt x="552450" y="2276475"/>
                </a:lnTo>
                <a:lnTo>
                  <a:pt x="552450" y="2286000"/>
                </a:lnTo>
                <a:lnTo>
                  <a:pt x="561975" y="2286000"/>
                </a:lnTo>
                <a:lnTo>
                  <a:pt x="561975" y="2295525"/>
                </a:lnTo>
                <a:lnTo>
                  <a:pt x="581025" y="2295525"/>
                </a:lnTo>
                <a:lnTo>
                  <a:pt x="581025" y="2286000"/>
                </a:lnTo>
                <a:lnTo>
                  <a:pt x="590550" y="2286000"/>
                </a:lnTo>
                <a:lnTo>
                  <a:pt x="590550" y="2276475"/>
                </a:lnTo>
                <a:lnTo>
                  <a:pt x="581025" y="2276475"/>
                </a:lnTo>
                <a:lnTo>
                  <a:pt x="581025" y="2266950"/>
                </a:lnTo>
                <a:lnTo>
                  <a:pt x="609600" y="2266950"/>
                </a:lnTo>
                <a:lnTo>
                  <a:pt x="609600" y="2276475"/>
                </a:lnTo>
                <a:lnTo>
                  <a:pt x="628650" y="2276475"/>
                </a:lnTo>
                <a:lnTo>
                  <a:pt x="628650" y="2305050"/>
                </a:lnTo>
                <a:lnTo>
                  <a:pt x="619125" y="2305050"/>
                </a:lnTo>
                <a:lnTo>
                  <a:pt x="619125" y="2314575"/>
                </a:lnTo>
                <a:lnTo>
                  <a:pt x="581025" y="2314575"/>
                </a:lnTo>
                <a:lnTo>
                  <a:pt x="581025" y="2305050"/>
                </a:lnTo>
                <a:lnTo>
                  <a:pt x="571500" y="2305050"/>
                </a:lnTo>
                <a:lnTo>
                  <a:pt x="571500" y="2314575"/>
                </a:lnTo>
                <a:lnTo>
                  <a:pt x="561975" y="2314575"/>
                </a:lnTo>
                <a:lnTo>
                  <a:pt x="561975" y="2324100"/>
                </a:lnTo>
                <a:lnTo>
                  <a:pt x="552450" y="2324100"/>
                </a:lnTo>
                <a:lnTo>
                  <a:pt x="552450" y="2333625"/>
                </a:lnTo>
                <a:lnTo>
                  <a:pt x="561975" y="2333625"/>
                </a:lnTo>
                <a:lnTo>
                  <a:pt x="561975" y="2343150"/>
                </a:lnTo>
                <a:lnTo>
                  <a:pt x="571500" y="2343150"/>
                </a:lnTo>
                <a:lnTo>
                  <a:pt x="571500" y="2333625"/>
                </a:lnTo>
                <a:lnTo>
                  <a:pt x="590550" y="2333625"/>
                </a:lnTo>
                <a:lnTo>
                  <a:pt x="590550" y="2352675"/>
                </a:lnTo>
                <a:lnTo>
                  <a:pt x="533400" y="2352675"/>
                </a:lnTo>
                <a:lnTo>
                  <a:pt x="533400" y="2371725"/>
                </a:lnTo>
                <a:lnTo>
                  <a:pt x="523875" y="2371725"/>
                </a:lnTo>
                <a:lnTo>
                  <a:pt x="523875" y="2409825"/>
                </a:lnTo>
                <a:lnTo>
                  <a:pt x="504825" y="2409825"/>
                </a:lnTo>
                <a:lnTo>
                  <a:pt x="504825" y="2390775"/>
                </a:lnTo>
                <a:lnTo>
                  <a:pt x="495300" y="2390775"/>
                </a:lnTo>
                <a:lnTo>
                  <a:pt x="495300" y="2381250"/>
                </a:lnTo>
                <a:lnTo>
                  <a:pt x="504825" y="2381250"/>
                </a:lnTo>
                <a:lnTo>
                  <a:pt x="504825" y="2371725"/>
                </a:lnTo>
                <a:lnTo>
                  <a:pt x="514350" y="2371725"/>
                </a:lnTo>
                <a:lnTo>
                  <a:pt x="514350" y="2362200"/>
                </a:lnTo>
                <a:lnTo>
                  <a:pt x="523875" y="2362200"/>
                </a:lnTo>
                <a:lnTo>
                  <a:pt x="523875" y="2343150"/>
                </a:lnTo>
                <a:lnTo>
                  <a:pt x="533400" y="2343150"/>
                </a:lnTo>
                <a:lnTo>
                  <a:pt x="533400" y="2324100"/>
                </a:lnTo>
                <a:lnTo>
                  <a:pt x="523875" y="2324100"/>
                </a:lnTo>
                <a:lnTo>
                  <a:pt x="523875" y="2314575"/>
                </a:lnTo>
                <a:lnTo>
                  <a:pt x="514350" y="2314575"/>
                </a:lnTo>
                <a:lnTo>
                  <a:pt x="514350" y="2305050"/>
                </a:lnTo>
                <a:lnTo>
                  <a:pt x="495300" y="2305050"/>
                </a:lnTo>
                <a:lnTo>
                  <a:pt x="495300" y="2295525"/>
                </a:lnTo>
                <a:lnTo>
                  <a:pt x="485775" y="2295525"/>
                </a:lnTo>
                <a:lnTo>
                  <a:pt x="485775" y="2276475"/>
                </a:lnTo>
                <a:lnTo>
                  <a:pt x="466725" y="2276475"/>
                </a:lnTo>
                <a:close/>
                <a:moveTo>
                  <a:pt x="1314450" y="2266950"/>
                </a:moveTo>
                <a:lnTo>
                  <a:pt x="1323975" y="2266950"/>
                </a:lnTo>
                <a:lnTo>
                  <a:pt x="1323975" y="2276475"/>
                </a:lnTo>
                <a:lnTo>
                  <a:pt x="1314450" y="2276475"/>
                </a:lnTo>
                <a:close/>
                <a:moveTo>
                  <a:pt x="1352550" y="2266950"/>
                </a:moveTo>
                <a:lnTo>
                  <a:pt x="1390650" y="2266950"/>
                </a:lnTo>
                <a:lnTo>
                  <a:pt x="1390650" y="2286000"/>
                </a:lnTo>
                <a:lnTo>
                  <a:pt x="1371600" y="2286000"/>
                </a:lnTo>
                <a:lnTo>
                  <a:pt x="1371600" y="2295525"/>
                </a:lnTo>
                <a:lnTo>
                  <a:pt x="1352550" y="2295525"/>
                </a:lnTo>
                <a:lnTo>
                  <a:pt x="1352550" y="2286000"/>
                </a:lnTo>
                <a:lnTo>
                  <a:pt x="1343025" y="2286000"/>
                </a:lnTo>
                <a:lnTo>
                  <a:pt x="1343025" y="2305050"/>
                </a:lnTo>
                <a:lnTo>
                  <a:pt x="1304925" y="2305050"/>
                </a:lnTo>
                <a:lnTo>
                  <a:pt x="1304925" y="2295525"/>
                </a:lnTo>
                <a:lnTo>
                  <a:pt x="1314450" y="2295525"/>
                </a:lnTo>
                <a:lnTo>
                  <a:pt x="1314450" y="2286000"/>
                </a:lnTo>
                <a:lnTo>
                  <a:pt x="1323975" y="2286000"/>
                </a:lnTo>
                <a:lnTo>
                  <a:pt x="1323975" y="2276475"/>
                </a:lnTo>
                <a:lnTo>
                  <a:pt x="1352550" y="2276475"/>
                </a:lnTo>
                <a:close/>
                <a:moveTo>
                  <a:pt x="1400175" y="2266950"/>
                </a:moveTo>
                <a:lnTo>
                  <a:pt x="1409700" y="2266950"/>
                </a:lnTo>
                <a:lnTo>
                  <a:pt x="1409700" y="2276475"/>
                </a:lnTo>
                <a:lnTo>
                  <a:pt x="1400175" y="2276475"/>
                </a:lnTo>
                <a:close/>
                <a:moveTo>
                  <a:pt x="1438275" y="2266950"/>
                </a:moveTo>
                <a:lnTo>
                  <a:pt x="1476375" y="2266950"/>
                </a:lnTo>
                <a:lnTo>
                  <a:pt x="1476375" y="2286000"/>
                </a:lnTo>
                <a:lnTo>
                  <a:pt x="1438275" y="2286000"/>
                </a:lnTo>
                <a:close/>
                <a:moveTo>
                  <a:pt x="1543050" y="2266950"/>
                </a:moveTo>
                <a:lnTo>
                  <a:pt x="1552575" y="2266950"/>
                </a:lnTo>
                <a:lnTo>
                  <a:pt x="1552575" y="2276475"/>
                </a:lnTo>
                <a:lnTo>
                  <a:pt x="1543050" y="2276475"/>
                </a:lnTo>
                <a:close/>
                <a:moveTo>
                  <a:pt x="171450" y="2276475"/>
                </a:moveTo>
                <a:lnTo>
                  <a:pt x="180975" y="2276475"/>
                </a:lnTo>
                <a:lnTo>
                  <a:pt x="180975" y="2286000"/>
                </a:lnTo>
                <a:lnTo>
                  <a:pt x="171450" y="2286000"/>
                </a:lnTo>
                <a:close/>
                <a:moveTo>
                  <a:pt x="1524000" y="2276475"/>
                </a:moveTo>
                <a:lnTo>
                  <a:pt x="1543050" y="2276475"/>
                </a:lnTo>
                <a:lnTo>
                  <a:pt x="1543050" y="2286000"/>
                </a:lnTo>
                <a:lnTo>
                  <a:pt x="1524000" y="2286000"/>
                </a:lnTo>
                <a:close/>
                <a:moveTo>
                  <a:pt x="1666875" y="2276475"/>
                </a:moveTo>
                <a:lnTo>
                  <a:pt x="1695450" y="2276475"/>
                </a:lnTo>
                <a:lnTo>
                  <a:pt x="1695450" y="2286000"/>
                </a:lnTo>
                <a:lnTo>
                  <a:pt x="1676400" y="2286000"/>
                </a:lnTo>
                <a:lnTo>
                  <a:pt x="1676400" y="2295525"/>
                </a:lnTo>
                <a:lnTo>
                  <a:pt x="1666875" y="2295525"/>
                </a:lnTo>
                <a:close/>
                <a:moveTo>
                  <a:pt x="1704975" y="2276475"/>
                </a:moveTo>
                <a:lnTo>
                  <a:pt x="1714500" y="2276475"/>
                </a:lnTo>
                <a:lnTo>
                  <a:pt x="1714500" y="2286000"/>
                </a:lnTo>
                <a:lnTo>
                  <a:pt x="1704975" y="2286000"/>
                </a:lnTo>
                <a:close/>
                <a:moveTo>
                  <a:pt x="381000" y="2286000"/>
                </a:moveTo>
                <a:lnTo>
                  <a:pt x="390525" y="2286000"/>
                </a:lnTo>
                <a:lnTo>
                  <a:pt x="390525" y="2295525"/>
                </a:lnTo>
                <a:lnTo>
                  <a:pt x="381000" y="2295525"/>
                </a:lnTo>
                <a:close/>
                <a:moveTo>
                  <a:pt x="1543050" y="2286000"/>
                </a:moveTo>
                <a:lnTo>
                  <a:pt x="1552575" y="2286000"/>
                </a:lnTo>
                <a:lnTo>
                  <a:pt x="1552575" y="2305050"/>
                </a:lnTo>
                <a:lnTo>
                  <a:pt x="1543050" y="2305050"/>
                </a:lnTo>
                <a:close/>
                <a:moveTo>
                  <a:pt x="1581150" y="2286000"/>
                </a:moveTo>
                <a:lnTo>
                  <a:pt x="1600200" y="2286000"/>
                </a:lnTo>
                <a:lnTo>
                  <a:pt x="1600200" y="2295525"/>
                </a:lnTo>
                <a:lnTo>
                  <a:pt x="1609725" y="2295525"/>
                </a:lnTo>
                <a:lnTo>
                  <a:pt x="1609725" y="2305050"/>
                </a:lnTo>
                <a:lnTo>
                  <a:pt x="1590675" y="2305050"/>
                </a:lnTo>
                <a:lnTo>
                  <a:pt x="1590675" y="2295525"/>
                </a:lnTo>
                <a:lnTo>
                  <a:pt x="1581150" y="2295525"/>
                </a:lnTo>
                <a:close/>
                <a:moveTo>
                  <a:pt x="1571625" y="2295525"/>
                </a:moveTo>
                <a:lnTo>
                  <a:pt x="1581150" y="2295525"/>
                </a:lnTo>
                <a:lnTo>
                  <a:pt x="1581150" y="2305050"/>
                </a:lnTo>
                <a:lnTo>
                  <a:pt x="1571625" y="2305050"/>
                </a:lnTo>
                <a:close/>
                <a:moveTo>
                  <a:pt x="1171575" y="2305050"/>
                </a:moveTo>
                <a:lnTo>
                  <a:pt x="1181100" y="2305050"/>
                </a:lnTo>
                <a:lnTo>
                  <a:pt x="1181100" y="2314575"/>
                </a:lnTo>
                <a:lnTo>
                  <a:pt x="1190625" y="2314575"/>
                </a:lnTo>
                <a:lnTo>
                  <a:pt x="1190625" y="2324100"/>
                </a:lnTo>
                <a:lnTo>
                  <a:pt x="1200150" y="2324100"/>
                </a:lnTo>
                <a:lnTo>
                  <a:pt x="1200150" y="2333625"/>
                </a:lnTo>
                <a:lnTo>
                  <a:pt x="1171575" y="2333625"/>
                </a:lnTo>
                <a:lnTo>
                  <a:pt x="1171575" y="2324100"/>
                </a:lnTo>
                <a:lnTo>
                  <a:pt x="1162050" y="2324100"/>
                </a:lnTo>
                <a:lnTo>
                  <a:pt x="1162050" y="2314575"/>
                </a:lnTo>
                <a:lnTo>
                  <a:pt x="1171575" y="2314575"/>
                </a:lnTo>
                <a:close/>
                <a:moveTo>
                  <a:pt x="1266825" y="2305050"/>
                </a:moveTo>
                <a:lnTo>
                  <a:pt x="1276350" y="2305050"/>
                </a:lnTo>
                <a:lnTo>
                  <a:pt x="1276350" y="2314575"/>
                </a:lnTo>
                <a:lnTo>
                  <a:pt x="1266825" y="2314575"/>
                </a:lnTo>
                <a:close/>
                <a:moveTo>
                  <a:pt x="1552575" y="2305050"/>
                </a:moveTo>
                <a:lnTo>
                  <a:pt x="1562100" y="2305050"/>
                </a:lnTo>
                <a:lnTo>
                  <a:pt x="1562100" y="2314575"/>
                </a:lnTo>
                <a:lnTo>
                  <a:pt x="1552575" y="2314575"/>
                </a:lnTo>
                <a:close/>
                <a:moveTo>
                  <a:pt x="1609725" y="2305050"/>
                </a:moveTo>
                <a:lnTo>
                  <a:pt x="1628775" y="2305050"/>
                </a:lnTo>
                <a:lnTo>
                  <a:pt x="1628775" y="2324100"/>
                </a:lnTo>
                <a:lnTo>
                  <a:pt x="1619250" y="2324100"/>
                </a:lnTo>
                <a:lnTo>
                  <a:pt x="1619250" y="2314575"/>
                </a:lnTo>
                <a:lnTo>
                  <a:pt x="1609725" y="2314575"/>
                </a:lnTo>
                <a:close/>
                <a:moveTo>
                  <a:pt x="533400" y="2314575"/>
                </a:moveTo>
                <a:lnTo>
                  <a:pt x="552450" y="2314575"/>
                </a:lnTo>
                <a:lnTo>
                  <a:pt x="552450" y="2295525"/>
                </a:lnTo>
                <a:lnTo>
                  <a:pt x="542925" y="2295525"/>
                </a:lnTo>
                <a:lnTo>
                  <a:pt x="542925" y="2305050"/>
                </a:lnTo>
                <a:lnTo>
                  <a:pt x="533400" y="2305050"/>
                </a:lnTo>
                <a:close/>
                <a:moveTo>
                  <a:pt x="1133475" y="2314575"/>
                </a:moveTo>
                <a:lnTo>
                  <a:pt x="1143000" y="2314575"/>
                </a:lnTo>
                <a:lnTo>
                  <a:pt x="1143000" y="2333625"/>
                </a:lnTo>
                <a:lnTo>
                  <a:pt x="1123950" y="2333625"/>
                </a:lnTo>
                <a:lnTo>
                  <a:pt x="1123950" y="2324100"/>
                </a:lnTo>
                <a:lnTo>
                  <a:pt x="1133475" y="2324100"/>
                </a:lnTo>
                <a:close/>
                <a:moveTo>
                  <a:pt x="1276350" y="2314575"/>
                </a:moveTo>
                <a:lnTo>
                  <a:pt x="1343025" y="2314575"/>
                </a:lnTo>
                <a:lnTo>
                  <a:pt x="1343025" y="2324100"/>
                </a:lnTo>
                <a:lnTo>
                  <a:pt x="1276350" y="2324100"/>
                </a:lnTo>
                <a:close/>
                <a:moveTo>
                  <a:pt x="1638300" y="2314575"/>
                </a:moveTo>
                <a:lnTo>
                  <a:pt x="1647825" y="2314575"/>
                </a:lnTo>
                <a:lnTo>
                  <a:pt x="1647825" y="2333625"/>
                </a:lnTo>
                <a:lnTo>
                  <a:pt x="1638300" y="2333625"/>
                </a:lnTo>
                <a:close/>
                <a:moveTo>
                  <a:pt x="1676400" y="2314575"/>
                </a:moveTo>
                <a:lnTo>
                  <a:pt x="1685925" y="2314575"/>
                </a:lnTo>
                <a:lnTo>
                  <a:pt x="1685925" y="2324100"/>
                </a:lnTo>
                <a:lnTo>
                  <a:pt x="1676400" y="2324100"/>
                </a:lnTo>
                <a:close/>
                <a:moveTo>
                  <a:pt x="1257300" y="2324100"/>
                </a:moveTo>
                <a:lnTo>
                  <a:pt x="1266825" y="2324100"/>
                </a:lnTo>
                <a:lnTo>
                  <a:pt x="1266825" y="2333625"/>
                </a:lnTo>
                <a:lnTo>
                  <a:pt x="1257300" y="2333625"/>
                </a:lnTo>
                <a:close/>
                <a:moveTo>
                  <a:pt x="1343025" y="2324100"/>
                </a:moveTo>
                <a:lnTo>
                  <a:pt x="1362075" y="2324100"/>
                </a:lnTo>
                <a:lnTo>
                  <a:pt x="1362075" y="2343150"/>
                </a:lnTo>
                <a:lnTo>
                  <a:pt x="1371600" y="2343150"/>
                </a:lnTo>
                <a:lnTo>
                  <a:pt x="1371600" y="2333625"/>
                </a:lnTo>
                <a:lnTo>
                  <a:pt x="1381125" y="2333625"/>
                </a:lnTo>
                <a:lnTo>
                  <a:pt x="1381125" y="2343150"/>
                </a:lnTo>
                <a:lnTo>
                  <a:pt x="1371600" y="2343150"/>
                </a:lnTo>
                <a:lnTo>
                  <a:pt x="1371600" y="2352675"/>
                </a:lnTo>
                <a:lnTo>
                  <a:pt x="1352550" y="2352675"/>
                </a:lnTo>
                <a:lnTo>
                  <a:pt x="1352550" y="2343150"/>
                </a:lnTo>
                <a:lnTo>
                  <a:pt x="1343025" y="2343150"/>
                </a:lnTo>
                <a:close/>
                <a:moveTo>
                  <a:pt x="1676400" y="2333625"/>
                </a:moveTo>
                <a:lnTo>
                  <a:pt x="1685925" y="2333625"/>
                </a:lnTo>
                <a:lnTo>
                  <a:pt x="1685925" y="2343150"/>
                </a:lnTo>
                <a:lnTo>
                  <a:pt x="1676400" y="2343150"/>
                </a:lnTo>
                <a:close/>
                <a:moveTo>
                  <a:pt x="561975" y="2371725"/>
                </a:moveTo>
                <a:lnTo>
                  <a:pt x="581025" y="2371725"/>
                </a:lnTo>
                <a:lnTo>
                  <a:pt x="581025" y="2390775"/>
                </a:lnTo>
                <a:lnTo>
                  <a:pt x="561975" y="2390775"/>
                </a:lnTo>
                <a:close/>
                <a:moveTo>
                  <a:pt x="1190625" y="2381250"/>
                </a:moveTo>
                <a:lnTo>
                  <a:pt x="1200150" y="2381250"/>
                </a:lnTo>
                <a:lnTo>
                  <a:pt x="1200150" y="2390775"/>
                </a:lnTo>
                <a:lnTo>
                  <a:pt x="1190625" y="2390775"/>
                </a:lnTo>
                <a:close/>
                <a:moveTo>
                  <a:pt x="1314450" y="2381250"/>
                </a:moveTo>
                <a:lnTo>
                  <a:pt x="1323975" y="2381250"/>
                </a:lnTo>
                <a:lnTo>
                  <a:pt x="1323975" y="2390775"/>
                </a:lnTo>
                <a:lnTo>
                  <a:pt x="1314450" y="2390775"/>
                </a:lnTo>
                <a:close/>
                <a:moveTo>
                  <a:pt x="857250" y="2409825"/>
                </a:moveTo>
                <a:lnTo>
                  <a:pt x="876300" y="2409825"/>
                </a:lnTo>
                <a:lnTo>
                  <a:pt x="876300" y="2419350"/>
                </a:lnTo>
                <a:lnTo>
                  <a:pt x="885825" y="2419350"/>
                </a:lnTo>
                <a:lnTo>
                  <a:pt x="885825" y="2428875"/>
                </a:lnTo>
                <a:lnTo>
                  <a:pt x="857250" y="2428875"/>
                </a:lnTo>
                <a:close/>
                <a:moveTo>
                  <a:pt x="904875" y="2409825"/>
                </a:moveTo>
                <a:lnTo>
                  <a:pt x="923925" y="2409825"/>
                </a:lnTo>
                <a:lnTo>
                  <a:pt x="923925" y="2419350"/>
                </a:lnTo>
                <a:lnTo>
                  <a:pt x="904875" y="2419350"/>
                </a:lnTo>
                <a:close/>
                <a:moveTo>
                  <a:pt x="1133475" y="2409825"/>
                </a:moveTo>
                <a:lnTo>
                  <a:pt x="1171575" y="2409825"/>
                </a:lnTo>
                <a:lnTo>
                  <a:pt x="1171575" y="2428875"/>
                </a:lnTo>
                <a:lnTo>
                  <a:pt x="1152525" y="2428875"/>
                </a:lnTo>
                <a:lnTo>
                  <a:pt x="1152525" y="2419350"/>
                </a:lnTo>
                <a:lnTo>
                  <a:pt x="1143000" y="2419350"/>
                </a:lnTo>
                <a:lnTo>
                  <a:pt x="1143000" y="2428875"/>
                </a:lnTo>
                <a:lnTo>
                  <a:pt x="1152525" y="2428875"/>
                </a:lnTo>
                <a:lnTo>
                  <a:pt x="1152525" y="2438400"/>
                </a:lnTo>
                <a:lnTo>
                  <a:pt x="1133475" y="2438400"/>
                </a:lnTo>
                <a:close/>
                <a:moveTo>
                  <a:pt x="1638300" y="2409825"/>
                </a:moveTo>
                <a:lnTo>
                  <a:pt x="1647825" y="2409825"/>
                </a:lnTo>
                <a:lnTo>
                  <a:pt x="1647825" y="2428875"/>
                </a:lnTo>
                <a:lnTo>
                  <a:pt x="1619250" y="2428875"/>
                </a:lnTo>
                <a:lnTo>
                  <a:pt x="1619250" y="2419350"/>
                </a:lnTo>
                <a:lnTo>
                  <a:pt x="1638300" y="2419350"/>
                </a:lnTo>
                <a:close/>
                <a:moveTo>
                  <a:pt x="609600" y="2419350"/>
                </a:moveTo>
                <a:lnTo>
                  <a:pt x="628650" y="2419350"/>
                </a:lnTo>
                <a:lnTo>
                  <a:pt x="628650" y="2428875"/>
                </a:lnTo>
                <a:lnTo>
                  <a:pt x="609600" y="2428875"/>
                </a:lnTo>
                <a:close/>
                <a:moveTo>
                  <a:pt x="657225" y="2419350"/>
                </a:moveTo>
                <a:lnTo>
                  <a:pt x="685800" y="2419350"/>
                </a:lnTo>
                <a:lnTo>
                  <a:pt x="685800" y="2428875"/>
                </a:lnTo>
                <a:lnTo>
                  <a:pt x="657225" y="2428875"/>
                </a:lnTo>
                <a:close/>
                <a:moveTo>
                  <a:pt x="914400" y="2428875"/>
                </a:moveTo>
                <a:lnTo>
                  <a:pt x="923925" y="2428875"/>
                </a:lnTo>
                <a:lnTo>
                  <a:pt x="923925" y="2438400"/>
                </a:lnTo>
                <a:lnTo>
                  <a:pt x="914400" y="2438400"/>
                </a:lnTo>
                <a:close/>
                <a:moveTo>
                  <a:pt x="1209675" y="2428875"/>
                </a:moveTo>
                <a:lnTo>
                  <a:pt x="1219200" y="2428875"/>
                </a:lnTo>
                <a:lnTo>
                  <a:pt x="1219200" y="2438400"/>
                </a:lnTo>
                <a:lnTo>
                  <a:pt x="1209675" y="2438400"/>
                </a:lnTo>
                <a:close/>
                <a:moveTo>
                  <a:pt x="1228725" y="2428875"/>
                </a:moveTo>
                <a:lnTo>
                  <a:pt x="1247775" y="2428875"/>
                </a:lnTo>
                <a:lnTo>
                  <a:pt x="1247775" y="2438400"/>
                </a:lnTo>
                <a:lnTo>
                  <a:pt x="1228725" y="2438400"/>
                </a:lnTo>
                <a:close/>
                <a:moveTo>
                  <a:pt x="1647825" y="2447925"/>
                </a:moveTo>
                <a:lnTo>
                  <a:pt x="1657350" y="2447925"/>
                </a:lnTo>
                <a:lnTo>
                  <a:pt x="1657350" y="2457450"/>
                </a:lnTo>
                <a:lnTo>
                  <a:pt x="1647825" y="2457450"/>
                </a:lnTo>
                <a:close/>
                <a:moveTo>
                  <a:pt x="962025" y="2457450"/>
                </a:moveTo>
                <a:lnTo>
                  <a:pt x="971550" y="2457450"/>
                </a:lnTo>
                <a:lnTo>
                  <a:pt x="971550" y="2476500"/>
                </a:lnTo>
                <a:lnTo>
                  <a:pt x="962025" y="2476500"/>
                </a:lnTo>
                <a:close/>
                <a:moveTo>
                  <a:pt x="1628775" y="2457450"/>
                </a:moveTo>
                <a:lnTo>
                  <a:pt x="1638300" y="2457450"/>
                </a:lnTo>
                <a:lnTo>
                  <a:pt x="1638300" y="2476500"/>
                </a:lnTo>
                <a:lnTo>
                  <a:pt x="1628775" y="2476500"/>
                </a:lnTo>
                <a:close/>
                <a:moveTo>
                  <a:pt x="895350" y="2466975"/>
                </a:moveTo>
                <a:lnTo>
                  <a:pt x="923925" y="2466975"/>
                </a:lnTo>
                <a:lnTo>
                  <a:pt x="923925" y="2476500"/>
                </a:lnTo>
                <a:lnTo>
                  <a:pt x="933450" y="2476500"/>
                </a:lnTo>
                <a:lnTo>
                  <a:pt x="933450" y="2486025"/>
                </a:lnTo>
                <a:lnTo>
                  <a:pt x="923925" y="2486025"/>
                </a:lnTo>
                <a:lnTo>
                  <a:pt x="923925" y="2495550"/>
                </a:lnTo>
                <a:lnTo>
                  <a:pt x="895350" y="2495550"/>
                </a:lnTo>
                <a:close/>
                <a:moveTo>
                  <a:pt x="638175" y="2495550"/>
                </a:moveTo>
                <a:lnTo>
                  <a:pt x="657225" y="2495550"/>
                </a:lnTo>
                <a:lnTo>
                  <a:pt x="657225" y="2505075"/>
                </a:lnTo>
                <a:lnTo>
                  <a:pt x="638175" y="2505075"/>
                </a:lnTo>
                <a:close/>
                <a:moveTo>
                  <a:pt x="1428750" y="2495550"/>
                </a:moveTo>
                <a:lnTo>
                  <a:pt x="1438275" y="2495550"/>
                </a:lnTo>
                <a:lnTo>
                  <a:pt x="1438275" y="2505075"/>
                </a:lnTo>
                <a:lnTo>
                  <a:pt x="1428750" y="2505075"/>
                </a:lnTo>
                <a:close/>
                <a:moveTo>
                  <a:pt x="1447800" y="2495550"/>
                </a:moveTo>
                <a:lnTo>
                  <a:pt x="1466850" y="2495550"/>
                </a:lnTo>
                <a:lnTo>
                  <a:pt x="1466850" y="2505075"/>
                </a:lnTo>
                <a:lnTo>
                  <a:pt x="1447800" y="2505075"/>
                </a:lnTo>
                <a:close/>
                <a:moveTo>
                  <a:pt x="1504950" y="2495550"/>
                </a:moveTo>
                <a:lnTo>
                  <a:pt x="1514475" y="2495550"/>
                </a:lnTo>
                <a:lnTo>
                  <a:pt x="1514475" y="2505075"/>
                </a:lnTo>
                <a:lnTo>
                  <a:pt x="1524000" y="2505075"/>
                </a:lnTo>
                <a:lnTo>
                  <a:pt x="1524000" y="2514600"/>
                </a:lnTo>
                <a:lnTo>
                  <a:pt x="1514475" y="2514600"/>
                </a:lnTo>
                <a:lnTo>
                  <a:pt x="1514475" y="2524125"/>
                </a:lnTo>
                <a:lnTo>
                  <a:pt x="1495425" y="2524125"/>
                </a:lnTo>
                <a:lnTo>
                  <a:pt x="1495425" y="2514600"/>
                </a:lnTo>
                <a:lnTo>
                  <a:pt x="1504950" y="2514600"/>
                </a:lnTo>
                <a:close/>
                <a:moveTo>
                  <a:pt x="1543050" y="2495550"/>
                </a:moveTo>
                <a:lnTo>
                  <a:pt x="1562100" y="2495550"/>
                </a:lnTo>
                <a:lnTo>
                  <a:pt x="1562100" y="2505075"/>
                </a:lnTo>
                <a:lnTo>
                  <a:pt x="1552575" y="2505075"/>
                </a:lnTo>
                <a:lnTo>
                  <a:pt x="1552575" y="2514600"/>
                </a:lnTo>
                <a:lnTo>
                  <a:pt x="1533525" y="2514600"/>
                </a:lnTo>
                <a:lnTo>
                  <a:pt x="1533525" y="2505075"/>
                </a:lnTo>
                <a:lnTo>
                  <a:pt x="1543050" y="2505075"/>
                </a:lnTo>
                <a:close/>
                <a:moveTo>
                  <a:pt x="1162050" y="2505075"/>
                </a:moveTo>
                <a:lnTo>
                  <a:pt x="1171575" y="2505075"/>
                </a:lnTo>
                <a:lnTo>
                  <a:pt x="1171575" y="2514600"/>
                </a:lnTo>
                <a:lnTo>
                  <a:pt x="1162050" y="2514600"/>
                </a:lnTo>
                <a:close/>
                <a:moveTo>
                  <a:pt x="1171575" y="2514600"/>
                </a:moveTo>
                <a:lnTo>
                  <a:pt x="1190625" y="2514600"/>
                </a:lnTo>
                <a:lnTo>
                  <a:pt x="1190625" y="2524125"/>
                </a:lnTo>
                <a:lnTo>
                  <a:pt x="1181100" y="2524125"/>
                </a:lnTo>
                <a:lnTo>
                  <a:pt x="1181100" y="2533650"/>
                </a:lnTo>
                <a:lnTo>
                  <a:pt x="1171575" y="2533650"/>
                </a:lnTo>
                <a:close/>
                <a:moveTo>
                  <a:pt x="1209675" y="2514600"/>
                </a:moveTo>
                <a:lnTo>
                  <a:pt x="1219200" y="2514600"/>
                </a:lnTo>
                <a:lnTo>
                  <a:pt x="1219200" y="2533650"/>
                </a:lnTo>
                <a:lnTo>
                  <a:pt x="1190625" y="2533650"/>
                </a:lnTo>
                <a:lnTo>
                  <a:pt x="1190625" y="2524125"/>
                </a:lnTo>
                <a:lnTo>
                  <a:pt x="1209675" y="2524125"/>
                </a:lnTo>
                <a:close/>
                <a:moveTo>
                  <a:pt x="1228725" y="2514600"/>
                </a:moveTo>
                <a:lnTo>
                  <a:pt x="1238250" y="2514600"/>
                </a:lnTo>
                <a:lnTo>
                  <a:pt x="1238250" y="2524125"/>
                </a:lnTo>
                <a:lnTo>
                  <a:pt x="1228725" y="2524125"/>
                </a:lnTo>
                <a:close/>
                <a:moveTo>
                  <a:pt x="1457325" y="2514600"/>
                </a:moveTo>
                <a:lnTo>
                  <a:pt x="1466850" y="2514600"/>
                </a:lnTo>
                <a:lnTo>
                  <a:pt x="1466850" y="2524125"/>
                </a:lnTo>
                <a:lnTo>
                  <a:pt x="1457325" y="2524125"/>
                </a:lnTo>
                <a:close/>
                <a:moveTo>
                  <a:pt x="561975" y="2524125"/>
                </a:moveTo>
                <a:lnTo>
                  <a:pt x="571500" y="2524125"/>
                </a:lnTo>
                <a:lnTo>
                  <a:pt x="571500" y="2533650"/>
                </a:lnTo>
                <a:lnTo>
                  <a:pt x="561975" y="2533650"/>
                </a:lnTo>
                <a:close/>
                <a:moveTo>
                  <a:pt x="1238250" y="2524125"/>
                </a:moveTo>
                <a:lnTo>
                  <a:pt x="1257300" y="2524125"/>
                </a:lnTo>
                <a:lnTo>
                  <a:pt x="1257300" y="2543175"/>
                </a:lnTo>
                <a:lnTo>
                  <a:pt x="1238250" y="2543175"/>
                </a:lnTo>
                <a:close/>
                <a:moveTo>
                  <a:pt x="228600" y="2533650"/>
                </a:moveTo>
                <a:lnTo>
                  <a:pt x="238125" y="2533650"/>
                </a:lnTo>
                <a:lnTo>
                  <a:pt x="238125" y="2543175"/>
                </a:lnTo>
                <a:lnTo>
                  <a:pt x="228600" y="2543175"/>
                </a:lnTo>
                <a:close/>
                <a:moveTo>
                  <a:pt x="542925" y="2533650"/>
                </a:moveTo>
                <a:lnTo>
                  <a:pt x="552450" y="2533650"/>
                </a:lnTo>
                <a:lnTo>
                  <a:pt x="552450" y="2543175"/>
                </a:lnTo>
                <a:lnTo>
                  <a:pt x="542925" y="2543175"/>
                </a:lnTo>
                <a:close/>
                <a:moveTo>
                  <a:pt x="904875" y="2533650"/>
                </a:moveTo>
                <a:lnTo>
                  <a:pt x="923925" y="2533650"/>
                </a:lnTo>
                <a:lnTo>
                  <a:pt x="923925" y="2543175"/>
                </a:lnTo>
                <a:lnTo>
                  <a:pt x="904875" y="2543175"/>
                </a:lnTo>
                <a:close/>
                <a:moveTo>
                  <a:pt x="1266825" y="2533650"/>
                </a:moveTo>
                <a:lnTo>
                  <a:pt x="1295400" y="2533650"/>
                </a:lnTo>
                <a:lnTo>
                  <a:pt x="1295400" y="2543175"/>
                </a:lnTo>
                <a:lnTo>
                  <a:pt x="1266825" y="2543175"/>
                </a:lnTo>
                <a:close/>
                <a:moveTo>
                  <a:pt x="1409700" y="2533650"/>
                </a:moveTo>
                <a:lnTo>
                  <a:pt x="1428750" y="2533650"/>
                </a:lnTo>
                <a:lnTo>
                  <a:pt x="1428750" y="2552700"/>
                </a:lnTo>
                <a:lnTo>
                  <a:pt x="1419225" y="2552700"/>
                </a:lnTo>
                <a:lnTo>
                  <a:pt x="1419225" y="2562225"/>
                </a:lnTo>
                <a:lnTo>
                  <a:pt x="1409700" y="2562225"/>
                </a:lnTo>
                <a:lnTo>
                  <a:pt x="1409700" y="2552700"/>
                </a:lnTo>
                <a:lnTo>
                  <a:pt x="1400175" y="2552700"/>
                </a:lnTo>
                <a:lnTo>
                  <a:pt x="1400175" y="2543175"/>
                </a:lnTo>
                <a:lnTo>
                  <a:pt x="1409700" y="2543175"/>
                </a:lnTo>
                <a:close/>
                <a:moveTo>
                  <a:pt x="1676400" y="2543175"/>
                </a:moveTo>
                <a:lnTo>
                  <a:pt x="1685925" y="2543175"/>
                </a:lnTo>
                <a:lnTo>
                  <a:pt x="1685925" y="2552700"/>
                </a:lnTo>
                <a:lnTo>
                  <a:pt x="1676400" y="2552700"/>
                </a:lnTo>
                <a:close/>
                <a:moveTo>
                  <a:pt x="1504950" y="2600325"/>
                </a:moveTo>
                <a:lnTo>
                  <a:pt x="1514475" y="2600325"/>
                </a:lnTo>
                <a:lnTo>
                  <a:pt x="1514475" y="2609850"/>
                </a:lnTo>
                <a:lnTo>
                  <a:pt x="1504950" y="2609850"/>
                </a:lnTo>
                <a:close/>
                <a:moveTo>
                  <a:pt x="1695450" y="2600325"/>
                </a:moveTo>
                <a:lnTo>
                  <a:pt x="1714500" y="2600325"/>
                </a:lnTo>
                <a:lnTo>
                  <a:pt x="1714500" y="2609850"/>
                </a:lnTo>
                <a:lnTo>
                  <a:pt x="1704975" y="2609850"/>
                </a:lnTo>
                <a:lnTo>
                  <a:pt x="1704975" y="2619375"/>
                </a:lnTo>
                <a:lnTo>
                  <a:pt x="1695450" y="2619375"/>
                </a:lnTo>
                <a:close/>
                <a:moveTo>
                  <a:pt x="1238250" y="2609850"/>
                </a:moveTo>
                <a:lnTo>
                  <a:pt x="1257300" y="2609850"/>
                </a:lnTo>
                <a:lnTo>
                  <a:pt x="1257300" y="2619375"/>
                </a:lnTo>
                <a:lnTo>
                  <a:pt x="1238250" y="2619375"/>
                </a:lnTo>
                <a:close/>
                <a:moveTo>
                  <a:pt x="400050" y="2619375"/>
                </a:moveTo>
                <a:lnTo>
                  <a:pt x="409575" y="2619375"/>
                </a:lnTo>
                <a:lnTo>
                  <a:pt x="409575" y="2628900"/>
                </a:lnTo>
                <a:lnTo>
                  <a:pt x="400050" y="2628900"/>
                </a:lnTo>
                <a:close/>
                <a:moveTo>
                  <a:pt x="428625" y="2619375"/>
                </a:moveTo>
                <a:lnTo>
                  <a:pt x="485775" y="2619375"/>
                </a:lnTo>
                <a:lnTo>
                  <a:pt x="485775" y="2638425"/>
                </a:lnTo>
                <a:lnTo>
                  <a:pt x="495300" y="2638425"/>
                </a:lnTo>
                <a:lnTo>
                  <a:pt x="495300" y="2647950"/>
                </a:lnTo>
                <a:lnTo>
                  <a:pt x="447675" y="2647950"/>
                </a:lnTo>
                <a:lnTo>
                  <a:pt x="447675" y="2638425"/>
                </a:lnTo>
                <a:lnTo>
                  <a:pt x="438150" y="2638425"/>
                </a:lnTo>
                <a:lnTo>
                  <a:pt x="438150" y="2628900"/>
                </a:lnTo>
                <a:lnTo>
                  <a:pt x="428625" y="2628900"/>
                </a:lnTo>
                <a:close/>
                <a:moveTo>
                  <a:pt x="619125" y="2619375"/>
                </a:moveTo>
                <a:lnTo>
                  <a:pt x="647700" y="2619375"/>
                </a:lnTo>
                <a:lnTo>
                  <a:pt x="647700" y="2628900"/>
                </a:lnTo>
                <a:lnTo>
                  <a:pt x="657225" y="2628900"/>
                </a:lnTo>
                <a:lnTo>
                  <a:pt x="657225" y="2638425"/>
                </a:lnTo>
                <a:lnTo>
                  <a:pt x="628650" y="2638425"/>
                </a:lnTo>
                <a:lnTo>
                  <a:pt x="628650" y="2628900"/>
                </a:lnTo>
                <a:lnTo>
                  <a:pt x="619125" y="2628900"/>
                </a:lnTo>
                <a:close/>
                <a:moveTo>
                  <a:pt x="1428750" y="2619375"/>
                </a:moveTo>
                <a:lnTo>
                  <a:pt x="1447800" y="2619375"/>
                </a:lnTo>
                <a:lnTo>
                  <a:pt x="1447800" y="2628900"/>
                </a:lnTo>
                <a:lnTo>
                  <a:pt x="1428750" y="2628900"/>
                </a:lnTo>
                <a:close/>
                <a:moveTo>
                  <a:pt x="1504950" y="2619375"/>
                </a:moveTo>
                <a:lnTo>
                  <a:pt x="1514475" y="2619375"/>
                </a:lnTo>
                <a:lnTo>
                  <a:pt x="1514475" y="2628900"/>
                </a:lnTo>
                <a:lnTo>
                  <a:pt x="1504950" y="2628900"/>
                </a:lnTo>
                <a:close/>
                <a:moveTo>
                  <a:pt x="1581150" y="2619375"/>
                </a:moveTo>
                <a:lnTo>
                  <a:pt x="1600200" y="2619375"/>
                </a:lnTo>
                <a:lnTo>
                  <a:pt x="1600200" y="2628900"/>
                </a:lnTo>
                <a:lnTo>
                  <a:pt x="1581150" y="2628900"/>
                </a:lnTo>
                <a:close/>
                <a:moveTo>
                  <a:pt x="390525" y="2628900"/>
                </a:moveTo>
                <a:lnTo>
                  <a:pt x="400050" y="2628900"/>
                </a:lnTo>
                <a:lnTo>
                  <a:pt x="400050" y="2638425"/>
                </a:lnTo>
                <a:lnTo>
                  <a:pt x="390525" y="2638425"/>
                </a:lnTo>
                <a:close/>
                <a:moveTo>
                  <a:pt x="504825" y="2628900"/>
                </a:moveTo>
                <a:lnTo>
                  <a:pt x="533400" y="2628900"/>
                </a:lnTo>
                <a:lnTo>
                  <a:pt x="533400" y="2638425"/>
                </a:lnTo>
                <a:lnTo>
                  <a:pt x="504825" y="2638425"/>
                </a:lnTo>
                <a:close/>
                <a:moveTo>
                  <a:pt x="762000" y="2628900"/>
                </a:moveTo>
                <a:lnTo>
                  <a:pt x="790575" y="2628900"/>
                </a:lnTo>
                <a:lnTo>
                  <a:pt x="790575" y="2638425"/>
                </a:lnTo>
                <a:lnTo>
                  <a:pt x="781050" y="2638425"/>
                </a:lnTo>
                <a:lnTo>
                  <a:pt x="781050" y="2647950"/>
                </a:lnTo>
                <a:lnTo>
                  <a:pt x="762000" y="2647950"/>
                </a:lnTo>
                <a:close/>
                <a:moveTo>
                  <a:pt x="904875" y="2628900"/>
                </a:moveTo>
                <a:lnTo>
                  <a:pt x="923925" y="2628900"/>
                </a:lnTo>
                <a:lnTo>
                  <a:pt x="923925" y="2638425"/>
                </a:lnTo>
                <a:lnTo>
                  <a:pt x="904875" y="2638425"/>
                </a:lnTo>
                <a:close/>
                <a:moveTo>
                  <a:pt x="476250" y="2657475"/>
                </a:moveTo>
                <a:lnTo>
                  <a:pt x="495300" y="2657475"/>
                </a:lnTo>
                <a:lnTo>
                  <a:pt x="495300" y="2667000"/>
                </a:lnTo>
                <a:lnTo>
                  <a:pt x="476250" y="2667000"/>
                </a:lnTo>
                <a:close/>
                <a:moveTo>
                  <a:pt x="504825" y="2657475"/>
                </a:moveTo>
                <a:lnTo>
                  <a:pt x="533400" y="2657475"/>
                </a:lnTo>
                <a:lnTo>
                  <a:pt x="533400" y="2667000"/>
                </a:lnTo>
                <a:lnTo>
                  <a:pt x="504825" y="2667000"/>
                </a:lnTo>
                <a:close/>
                <a:moveTo>
                  <a:pt x="1562100" y="2657475"/>
                </a:moveTo>
                <a:lnTo>
                  <a:pt x="1590675" y="2657475"/>
                </a:lnTo>
                <a:lnTo>
                  <a:pt x="1590675" y="2667000"/>
                </a:lnTo>
                <a:lnTo>
                  <a:pt x="1562100" y="2667000"/>
                </a:lnTo>
                <a:close/>
                <a:moveTo>
                  <a:pt x="895350" y="2667000"/>
                </a:moveTo>
                <a:lnTo>
                  <a:pt x="914400" y="2667000"/>
                </a:lnTo>
                <a:lnTo>
                  <a:pt x="914400" y="2676525"/>
                </a:lnTo>
                <a:lnTo>
                  <a:pt x="895350" y="2676525"/>
                </a:lnTo>
                <a:close/>
                <a:moveTo>
                  <a:pt x="933450" y="2676525"/>
                </a:moveTo>
                <a:lnTo>
                  <a:pt x="942975" y="2676525"/>
                </a:lnTo>
                <a:lnTo>
                  <a:pt x="942975" y="2686050"/>
                </a:lnTo>
                <a:lnTo>
                  <a:pt x="952500" y="2686050"/>
                </a:lnTo>
                <a:lnTo>
                  <a:pt x="952500" y="2695575"/>
                </a:lnTo>
                <a:lnTo>
                  <a:pt x="933450" y="2695575"/>
                </a:lnTo>
                <a:close/>
                <a:moveTo>
                  <a:pt x="419100" y="2686050"/>
                </a:moveTo>
                <a:lnTo>
                  <a:pt x="447675" y="2686050"/>
                </a:lnTo>
                <a:lnTo>
                  <a:pt x="447675" y="2695575"/>
                </a:lnTo>
                <a:lnTo>
                  <a:pt x="466725" y="2695575"/>
                </a:lnTo>
                <a:lnTo>
                  <a:pt x="466725" y="2705100"/>
                </a:lnTo>
                <a:lnTo>
                  <a:pt x="457200" y="2705100"/>
                </a:lnTo>
                <a:lnTo>
                  <a:pt x="457200" y="2724150"/>
                </a:lnTo>
                <a:lnTo>
                  <a:pt x="428625" y="2724150"/>
                </a:lnTo>
                <a:lnTo>
                  <a:pt x="428625" y="2705100"/>
                </a:lnTo>
                <a:lnTo>
                  <a:pt x="409575" y="2705100"/>
                </a:lnTo>
                <a:lnTo>
                  <a:pt x="409575" y="2695575"/>
                </a:lnTo>
                <a:lnTo>
                  <a:pt x="419100" y="2695575"/>
                </a:lnTo>
                <a:close/>
                <a:moveTo>
                  <a:pt x="523875" y="2686050"/>
                </a:moveTo>
                <a:lnTo>
                  <a:pt x="533400" y="2686050"/>
                </a:lnTo>
                <a:lnTo>
                  <a:pt x="533400" y="2695575"/>
                </a:lnTo>
                <a:lnTo>
                  <a:pt x="542925" y="2695575"/>
                </a:lnTo>
                <a:lnTo>
                  <a:pt x="542925" y="2705100"/>
                </a:lnTo>
                <a:lnTo>
                  <a:pt x="514350" y="2705100"/>
                </a:lnTo>
                <a:lnTo>
                  <a:pt x="514350" y="2695575"/>
                </a:lnTo>
                <a:lnTo>
                  <a:pt x="523875" y="2695575"/>
                </a:lnTo>
                <a:close/>
                <a:moveTo>
                  <a:pt x="781050" y="2686050"/>
                </a:moveTo>
                <a:lnTo>
                  <a:pt x="809625" y="2686050"/>
                </a:lnTo>
                <a:lnTo>
                  <a:pt x="809625" y="2695575"/>
                </a:lnTo>
                <a:lnTo>
                  <a:pt x="838200" y="2695575"/>
                </a:lnTo>
                <a:lnTo>
                  <a:pt x="838200" y="2705100"/>
                </a:lnTo>
                <a:lnTo>
                  <a:pt x="828675" y="2705100"/>
                </a:lnTo>
                <a:lnTo>
                  <a:pt x="828675" y="2714625"/>
                </a:lnTo>
                <a:lnTo>
                  <a:pt x="838200" y="2714625"/>
                </a:lnTo>
                <a:lnTo>
                  <a:pt x="838200" y="2724150"/>
                </a:lnTo>
                <a:lnTo>
                  <a:pt x="819150" y="2724150"/>
                </a:lnTo>
                <a:lnTo>
                  <a:pt x="819150" y="2705100"/>
                </a:lnTo>
                <a:lnTo>
                  <a:pt x="771525" y="2705100"/>
                </a:lnTo>
                <a:lnTo>
                  <a:pt x="771525" y="2695575"/>
                </a:lnTo>
                <a:lnTo>
                  <a:pt x="781050" y="2695575"/>
                </a:lnTo>
                <a:close/>
                <a:moveTo>
                  <a:pt x="1028700" y="2686050"/>
                </a:moveTo>
                <a:lnTo>
                  <a:pt x="1038225" y="2686050"/>
                </a:lnTo>
                <a:lnTo>
                  <a:pt x="1038225" y="2695575"/>
                </a:lnTo>
                <a:lnTo>
                  <a:pt x="1028700" y="2695575"/>
                </a:lnTo>
                <a:close/>
                <a:moveTo>
                  <a:pt x="323850" y="2695575"/>
                </a:moveTo>
                <a:lnTo>
                  <a:pt x="352425" y="2695575"/>
                </a:lnTo>
                <a:lnTo>
                  <a:pt x="352425" y="2705100"/>
                </a:lnTo>
                <a:lnTo>
                  <a:pt x="342900" y="2705100"/>
                </a:lnTo>
                <a:lnTo>
                  <a:pt x="342900" y="2724150"/>
                </a:lnTo>
                <a:lnTo>
                  <a:pt x="352425" y="2724150"/>
                </a:lnTo>
                <a:lnTo>
                  <a:pt x="352425" y="2733675"/>
                </a:lnTo>
                <a:lnTo>
                  <a:pt x="342900" y="2733675"/>
                </a:lnTo>
                <a:lnTo>
                  <a:pt x="342900" y="2743200"/>
                </a:lnTo>
                <a:lnTo>
                  <a:pt x="333375" y="2743200"/>
                </a:lnTo>
                <a:lnTo>
                  <a:pt x="333375" y="2714625"/>
                </a:lnTo>
                <a:lnTo>
                  <a:pt x="314325" y="2714625"/>
                </a:lnTo>
                <a:lnTo>
                  <a:pt x="314325" y="2733675"/>
                </a:lnTo>
                <a:lnTo>
                  <a:pt x="304800" y="2733675"/>
                </a:lnTo>
                <a:lnTo>
                  <a:pt x="304800" y="2724150"/>
                </a:lnTo>
                <a:lnTo>
                  <a:pt x="295275" y="2724150"/>
                </a:lnTo>
                <a:lnTo>
                  <a:pt x="295275" y="2714625"/>
                </a:lnTo>
                <a:lnTo>
                  <a:pt x="304800" y="2714625"/>
                </a:lnTo>
                <a:lnTo>
                  <a:pt x="304800" y="2705100"/>
                </a:lnTo>
                <a:lnTo>
                  <a:pt x="323850" y="2705100"/>
                </a:lnTo>
                <a:close/>
                <a:moveTo>
                  <a:pt x="561975" y="2695575"/>
                </a:moveTo>
                <a:lnTo>
                  <a:pt x="600075" y="2695575"/>
                </a:lnTo>
                <a:lnTo>
                  <a:pt x="600075" y="2705100"/>
                </a:lnTo>
                <a:lnTo>
                  <a:pt x="561975" y="2705100"/>
                </a:lnTo>
                <a:close/>
                <a:moveTo>
                  <a:pt x="1447800" y="2695575"/>
                </a:moveTo>
                <a:lnTo>
                  <a:pt x="1466850" y="2695575"/>
                </a:lnTo>
                <a:lnTo>
                  <a:pt x="1466850" y="2714625"/>
                </a:lnTo>
                <a:lnTo>
                  <a:pt x="1476375" y="2714625"/>
                </a:lnTo>
                <a:lnTo>
                  <a:pt x="1476375" y="2724150"/>
                </a:lnTo>
                <a:lnTo>
                  <a:pt x="1485900" y="2724150"/>
                </a:lnTo>
                <a:lnTo>
                  <a:pt x="1485900" y="2733675"/>
                </a:lnTo>
                <a:lnTo>
                  <a:pt x="1457325" y="2733675"/>
                </a:lnTo>
                <a:lnTo>
                  <a:pt x="1457325" y="2724150"/>
                </a:lnTo>
                <a:lnTo>
                  <a:pt x="1447800" y="2724150"/>
                </a:lnTo>
                <a:lnTo>
                  <a:pt x="1447800" y="2714625"/>
                </a:lnTo>
                <a:lnTo>
                  <a:pt x="1457325" y="2714625"/>
                </a:lnTo>
                <a:lnTo>
                  <a:pt x="1457325" y="2705100"/>
                </a:lnTo>
                <a:lnTo>
                  <a:pt x="1447800" y="2705100"/>
                </a:lnTo>
                <a:close/>
                <a:moveTo>
                  <a:pt x="1581150" y="2695575"/>
                </a:moveTo>
                <a:lnTo>
                  <a:pt x="1609725" y="2695575"/>
                </a:lnTo>
                <a:lnTo>
                  <a:pt x="1609725" y="2705100"/>
                </a:lnTo>
                <a:lnTo>
                  <a:pt x="1581150" y="2705100"/>
                </a:lnTo>
                <a:close/>
                <a:moveTo>
                  <a:pt x="266700" y="2705100"/>
                </a:moveTo>
                <a:lnTo>
                  <a:pt x="276225" y="2705100"/>
                </a:lnTo>
                <a:lnTo>
                  <a:pt x="276225" y="2714625"/>
                </a:lnTo>
                <a:lnTo>
                  <a:pt x="266700" y="2714625"/>
                </a:lnTo>
                <a:close/>
                <a:moveTo>
                  <a:pt x="428625" y="2705100"/>
                </a:moveTo>
                <a:lnTo>
                  <a:pt x="438150" y="2705100"/>
                </a:lnTo>
                <a:lnTo>
                  <a:pt x="438150" y="2695575"/>
                </a:lnTo>
                <a:lnTo>
                  <a:pt x="428625" y="2695575"/>
                </a:lnTo>
                <a:close/>
                <a:moveTo>
                  <a:pt x="609600" y="2714625"/>
                </a:moveTo>
                <a:lnTo>
                  <a:pt x="619125" y="2714625"/>
                </a:lnTo>
                <a:lnTo>
                  <a:pt x="619125" y="2724150"/>
                </a:lnTo>
                <a:lnTo>
                  <a:pt x="609600" y="2724150"/>
                </a:lnTo>
                <a:close/>
                <a:moveTo>
                  <a:pt x="1419225" y="2714625"/>
                </a:moveTo>
                <a:lnTo>
                  <a:pt x="1428750" y="2714625"/>
                </a:lnTo>
                <a:lnTo>
                  <a:pt x="1428750" y="2724150"/>
                </a:lnTo>
                <a:lnTo>
                  <a:pt x="1419225" y="2724150"/>
                </a:lnTo>
                <a:close/>
                <a:moveTo>
                  <a:pt x="657225" y="2724150"/>
                </a:moveTo>
                <a:lnTo>
                  <a:pt x="666750" y="2724150"/>
                </a:lnTo>
                <a:lnTo>
                  <a:pt x="666750" y="2733675"/>
                </a:lnTo>
                <a:lnTo>
                  <a:pt x="657225" y="2733675"/>
                </a:lnTo>
                <a:close/>
                <a:moveTo>
                  <a:pt x="866775" y="2724150"/>
                </a:moveTo>
                <a:lnTo>
                  <a:pt x="876300" y="2724150"/>
                </a:lnTo>
                <a:lnTo>
                  <a:pt x="876300" y="2733675"/>
                </a:lnTo>
                <a:lnTo>
                  <a:pt x="866775" y="2733675"/>
                </a:lnTo>
                <a:close/>
                <a:moveTo>
                  <a:pt x="1000125" y="2724150"/>
                </a:moveTo>
                <a:lnTo>
                  <a:pt x="1009650" y="2724150"/>
                </a:lnTo>
                <a:lnTo>
                  <a:pt x="1009650" y="2733675"/>
                </a:lnTo>
                <a:lnTo>
                  <a:pt x="1000125" y="2733675"/>
                </a:lnTo>
                <a:close/>
                <a:moveTo>
                  <a:pt x="314325" y="2752725"/>
                </a:moveTo>
                <a:lnTo>
                  <a:pt x="323850" y="2752725"/>
                </a:lnTo>
                <a:lnTo>
                  <a:pt x="323850" y="2762250"/>
                </a:lnTo>
                <a:lnTo>
                  <a:pt x="314325" y="2762250"/>
                </a:lnTo>
                <a:close/>
                <a:moveTo>
                  <a:pt x="438150" y="2762250"/>
                </a:moveTo>
                <a:lnTo>
                  <a:pt x="447675" y="2762250"/>
                </a:lnTo>
                <a:lnTo>
                  <a:pt x="447675" y="2771775"/>
                </a:lnTo>
                <a:lnTo>
                  <a:pt x="457200" y="2771775"/>
                </a:lnTo>
                <a:lnTo>
                  <a:pt x="457200" y="2790825"/>
                </a:lnTo>
                <a:lnTo>
                  <a:pt x="447675" y="2790825"/>
                </a:lnTo>
                <a:lnTo>
                  <a:pt x="447675" y="2781300"/>
                </a:lnTo>
                <a:lnTo>
                  <a:pt x="428625" y="2781300"/>
                </a:lnTo>
                <a:lnTo>
                  <a:pt x="428625" y="2790825"/>
                </a:lnTo>
                <a:lnTo>
                  <a:pt x="419100" y="2790825"/>
                </a:lnTo>
                <a:lnTo>
                  <a:pt x="419100" y="2771775"/>
                </a:lnTo>
                <a:lnTo>
                  <a:pt x="438150" y="2771775"/>
                </a:lnTo>
                <a:close/>
                <a:moveTo>
                  <a:pt x="1019175" y="2762250"/>
                </a:moveTo>
                <a:lnTo>
                  <a:pt x="1028700" y="2762250"/>
                </a:lnTo>
                <a:lnTo>
                  <a:pt x="1028700" y="2771775"/>
                </a:lnTo>
                <a:lnTo>
                  <a:pt x="1019175" y="2771775"/>
                </a:lnTo>
                <a:close/>
                <a:moveTo>
                  <a:pt x="1057275" y="2762250"/>
                </a:moveTo>
                <a:lnTo>
                  <a:pt x="1076325" y="2762250"/>
                </a:lnTo>
                <a:lnTo>
                  <a:pt x="1076325" y="2771775"/>
                </a:lnTo>
                <a:lnTo>
                  <a:pt x="1057275" y="2771775"/>
                </a:lnTo>
                <a:close/>
                <a:moveTo>
                  <a:pt x="352425" y="2771775"/>
                </a:moveTo>
                <a:lnTo>
                  <a:pt x="361950" y="2771775"/>
                </a:lnTo>
                <a:lnTo>
                  <a:pt x="361950" y="2790825"/>
                </a:lnTo>
                <a:lnTo>
                  <a:pt x="371475" y="2790825"/>
                </a:lnTo>
                <a:lnTo>
                  <a:pt x="371475" y="2781300"/>
                </a:lnTo>
                <a:lnTo>
                  <a:pt x="381000" y="2781300"/>
                </a:lnTo>
                <a:lnTo>
                  <a:pt x="381000" y="2790825"/>
                </a:lnTo>
                <a:lnTo>
                  <a:pt x="390525" y="2790825"/>
                </a:lnTo>
                <a:lnTo>
                  <a:pt x="390525" y="2800350"/>
                </a:lnTo>
                <a:lnTo>
                  <a:pt x="381000" y="2800350"/>
                </a:lnTo>
                <a:lnTo>
                  <a:pt x="381000" y="2809875"/>
                </a:lnTo>
                <a:lnTo>
                  <a:pt x="390525" y="2809875"/>
                </a:lnTo>
                <a:lnTo>
                  <a:pt x="390525" y="2819400"/>
                </a:lnTo>
                <a:lnTo>
                  <a:pt x="361950" y="2819400"/>
                </a:lnTo>
                <a:lnTo>
                  <a:pt x="361950" y="2809875"/>
                </a:lnTo>
                <a:lnTo>
                  <a:pt x="352425" y="2809875"/>
                </a:lnTo>
                <a:close/>
                <a:moveTo>
                  <a:pt x="800100" y="2771775"/>
                </a:moveTo>
                <a:lnTo>
                  <a:pt x="828675" y="2771775"/>
                </a:lnTo>
                <a:lnTo>
                  <a:pt x="828675" y="2781300"/>
                </a:lnTo>
                <a:lnTo>
                  <a:pt x="838200" y="2781300"/>
                </a:lnTo>
                <a:lnTo>
                  <a:pt x="838200" y="2790825"/>
                </a:lnTo>
                <a:lnTo>
                  <a:pt x="819150" y="2790825"/>
                </a:lnTo>
                <a:lnTo>
                  <a:pt x="819150" y="2781300"/>
                </a:lnTo>
                <a:lnTo>
                  <a:pt x="800100" y="2781300"/>
                </a:lnTo>
                <a:close/>
                <a:moveTo>
                  <a:pt x="704850" y="2781300"/>
                </a:moveTo>
                <a:lnTo>
                  <a:pt x="723900" y="2781300"/>
                </a:lnTo>
                <a:lnTo>
                  <a:pt x="723900" y="2790825"/>
                </a:lnTo>
                <a:lnTo>
                  <a:pt x="733425" y="2790825"/>
                </a:lnTo>
                <a:lnTo>
                  <a:pt x="733425" y="2800350"/>
                </a:lnTo>
                <a:lnTo>
                  <a:pt x="723900" y="2800350"/>
                </a:lnTo>
                <a:lnTo>
                  <a:pt x="723900" y="2809875"/>
                </a:lnTo>
                <a:lnTo>
                  <a:pt x="714375" y="2809875"/>
                </a:lnTo>
                <a:lnTo>
                  <a:pt x="714375" y="2800350"/>
                </a:lnTo>
                <a:lnTo>
                  <a:pt x="704850" y="2800350"/>
                </a:lnTo>
                <a:close/>
                <a:moveTo>
                  <a:pt x="790575" y="2781300"/>
                </a:moveTo>
                <a:lnTo>
                  <a:pt x="800100" y="2781300"/>
                </a:lnTo>
                <a:lnTo>
                  <a:pt x="800100" y="2790825"/>
                </a:lnTo>
                <a:lnTo>
                  <a:pt x="790575" y="2790825"/>
                </a:lnTo>
                <a:close/>
                <a:moveTo>
                  <a:pt x="1457325" y="2781300"/>
                </a:moveTo>
                <a:lnTo>
                  <a:pt x="1476375" y="2781300"/>
                </a:lnTo>
                <a:lnTo>
                  <a:pt x="1476375" y="2790825"/>
                </a:lnTo>
                <a:lnTo>
                  <a:pt x="1457325" y="2790825"/>
                </a:lnTo>
                <a:close/>
                <a:moveTo>
                  <a:pt x="1628775" y="2781300"/>
                </a:moveTo>
                <a:lnTo>
                  <a:pt x="1638300" y="2781300"/>
                </a:lnTo>
                <a:lnTo>
                  <a:pt x="1638300" y="2790825"/>
                </a:lnTo>
                <a:lnTo>
                  <a:pt x="1647825" y="2790825"/>
                </a:lnTo>
                <a:lnTo>
                  <a:pt x="1647825" y="2781300"/>
                </a:lnTo>
                <a:lnTo>
                  <a:pt x="1676400" y="2781300"/>
                </a:lnTo>
                <a:lnTo>
                  <a:pt x="1676400" y="2790825"/>
                </a:lnTo>
                <a:lnTo>
                  <a:pt x="1657350" y="2790825"/>
                </a:lnTo>
                <a:lnTo>
                  <a:pt x="1657350" y="2800350"/>
                </a:lnTo>
                <a:lnTo>
                  <a:pt x="1609725" y="2800350"/>
                </a:lnTo>
                <a:lnTo>
                  <a:pt x="1609725" y="2809875"/>
                </a:lnTo>
                <a:lnTo>
                  <a:pt x="1600200" y="2809875"/>
                </a:lnTo>
                <a:lnTo>
                  <a:pt x="1600200" y="2790825"/>
                </a:lnTo>
                <a:lnTo>
                  <a:pt x="1628775" y="2790825"/>
                </a:lnTo>
                <a:close/>
                <a:moveTo>
                  <a:pt x="904875" y="2790825"/>
                </a:moveTo>
                <a:lnTo>
                  <a:pt x="914400" y="2790825"/>
                </a:lnTo>
                <a:lnTo>
                  <a:pt x="914400" y="2800350"/>
                </a:lnTo>
                <a:lnTo>
                  <a:pt x="904875" y="2800350"/>
                </a:lnTo>
                <a:close/>
                <a:moveTo>
                  <a:pt x="638175" y="2800350"/>
                </a:moveTo>
                <a:lnTo>
                  <a:pt x="666750" y="2800350"/>
                </a:lnTo>
                <a:lnTo>
                  <a:pt x="666750" y="2819400"/>
                </a:lnTo>
                <a:lnTo>
                  <a:pt x="628650" y="2819400"/>
                </a:lnTo>
                <a:lnTo>
                  <a:pt x="628650" y="2809875"/>
                </a:lnTo>
                <a:lnTo>
                  <a:pt x="638175" y="2809875"/>
                </a:lnTo>
                <a:close/>
                <a:moveTo>
                  <a:pt x="685800" y="2800350"/>
                </a:moveTo>
                <a:lnTo>
                  <a:pt x="704850" y="2800350"/>
                </a:lnTo>
                <a:lnTo>
                  <a:pt x="704850" y="2809875"/>
                </a:lnTo>
                <a:lnTo>
                  <a:pt x="685800" y="2809875"/>
                </a:lnTo>
                <a:close/>
                <a:moveTo>
                  <a:pt x="1266825" y="2800350"/>
                </a:moveTo>
                <a:lnTo>
                  <a:pt x="1276350" y="2800350"/>
                </a:lnTo>
                <a:lnTo>
                  <a:pt x="1276350" y="2809875"/>
                </a:lnTo>
                <a:lnTo>
                  <a:pt x="1285875" y="2809875"/>
                </a:lnTo>
                <a:lnTo>
                  <a:pt x="1285875" y="2828925"/>
                </a:lnTo>
                <a:lnTo>
                  <a:pt x="1276350" y="2828925"/>
                </a:lnTo>
                <a:lnTo>
                  <a:pt x="1276350" y="2838450"/>
                </a:lnTo>
                <a:lnTo>
                  <a:pt x="1266825" y="2838450"/>
                </a:lnTo>
                <a:lnTo>
                  <a:pt x="1266825" y="2828925"/>
                </a:lnTo>
                <a:lnTo>
                  <a:pt x="1257300" y="2828925"/>
                </a:lnTo>
                <a:lnTo>
                  <a:pt x="1257300" y="2809875"/>
                </a:lnTo>
                <a:lnTo>
                  <a:pt x="1266825" y="2809875"/>
                </a:lnTo>
                <a:close/>
                <a:moveTo>
                  <a:pt x="609600" y="2809875"/>
                </a:moveTo>
                <a:lnTo>
                  <a:pt x="619125" y="2809875"/>
                </a:lnTo>
                <a:lnTo>
                  <a:pt x="619125" y="2819400"/>
                </a:lnTo>
                <a:lnTo>
                  <a:pt x="609600" y="2819400"/>
                </a:lnTo>
                <a:close/>
                <a:moveTo>
                  <a:pt x="666750" y="2819400"/>
                </a:moveTo>
                <a:lnTo>
                  <a:pt x="676275" y="2819400"/>
                </a:lnTo>
                <a:lnTo>
                  <a:pt x="676275" y="2828925"/>
                </a:lnTo>
                <a:lnTo>
                  <a:pt x="666750" y="2828925"/>
                </a:lnTo>
                <a:close/>
                <a:moveTo>
                  <a:pt x="904875" y="2828925"/>
                </a:moveTo>
                <a:lnTo>
                  <a:pt x="914400" y="2828925"/>
                </a:lnTo>
                <a:lnTo>
                  <a:pt x="914400" y="2838450"/>
                </a:lnTo>
                <a:lnTo>
                  <a:pt x="923925" y="2838450"/>
                </a:lnTo>
                <a:lnTo>
                  <a:pt x="923925" y="2847975"/>
                </a:lnTo>
                <a:lnTo>
                  <a:pt x="933450" y="2847975"/>
                </a:lnTo>
                <a:lnTo>
                  <a:pt x="933450" y="2867025"/>
                </a:lnTo>
                <a:lnTo>
                  <a:pt x="904875" y="2867025"/>
                </a:lnTo>
                <a:lnTo>
                  <a:pt x="904875" y="2857500"/>
                </a:lnTo>
                <a:lnTo>
                  <a:pt x="914400" y="2857500"/>
                </a:lnTo>
                <a:lnTo>
                  <a:pt x="914400" y="2847975"/>
                </a:lnTo>
                <a:lnTo>
                  <a:pt x="904875" y="2847975"/>
                </a:lnTo>
                <a:close/>
                <a:moveTo>
                  <a:pt x="1600200" y="2828925"/>
                </a:moveTo>
                <a:lnTo>
                  <a:pt x="1609725" y="2828925"/>
                </a:lnTo>
                <a:lnTo>
                  <a:pt x="1609725" y="2838450"/>
                </a:lnTo>
                <a:lnTo>
                  <a:pt x="1600200" y="2838450"/>
                </a:lnTo>
                <a:close/>
                <a:moveTo>
                  <a:pt x="552450" y="2876550"/>
                </a:moveTo>
                <a:lnTo>
                  <a:pt x="561975" y="2876550"/>
                </a:lnTo>
                <a:lnTo>
                  <a:pt x="561975" y="2895600"/>
                </a:lnTo>
                <a:lnTo>
                  <a:pt x="552450" y="2895600"/>
                </a:lnTo>
                <a:close/>
                <a:moveTo>
                  <a:pt x="609600" y="2876550"/>
                </a:moveTo>
                <a:lnTo>
                  <a:pt x="647700" y="2876550"/>
                </a:lnTo>
                <a:lnTo>
                  <a:pt x="647700" y="2886075"/>
                </a:lnTo>
                <a:lnTo>
                  <a:pt x="609600" y="2886075"/>
                </a:lnTo>
                <a:close/>
                <a:moveTo>
                  <a:pt x="809625" y="2876550"/>
                </a:moveTo>
                <a:lnTo>
                  <a:pt x="838200" y="2876550"/>
                </a:lnTo>
                <a:lnTo>
                  <a:pt x="838200" y="2886075"/>
                </a:lnTo>
                <a:lnTo>
                  <a:pt x="857250" y="2886075"/>
                </a:lnTo>
                <a:lnTo>
                  <a:pt x="857250" y="2895600"/>
                </a:lnTo>
                <a:lnTo>
                  <a:pt x="847725" y="2895600"/>
                </a:lnTo>
                <a:lnTo>
                  <a:pt x="847725" y="2905125"/>
                </a:lnTo>
                <a:lnTo>
                  <a:pt x="838200" y="2905125"/>
                </a:lnTo>
                <a:lnTo>
                  <a:pt x="838200" y="2895600"/>
                </a:lnTo>
                <a:lnTo>
                  <a:pt x="828675" y="2895600"/>
                </a:lnTo>
                <a:lnTo>
                  <a:pt x="828675" y="2886075"/>
                </a:lnTo>
                <a:lnTo>
                  <a:pt x="809625" y="2886075"/>
                </a:lnTo>
                <a:close/>
                <a:moveTo>
                  <a:pt x="885825" y="2876550"/>
                </a:moveTo>
                <a:lnTo>
                  <a:pt x="914400" y="2876550"/>
                </a:lnTo>
                <a:lnTo>
                  <a:pt x="914400" y="2886075"/>
                </a:lnTo>
                <a:lnTo>
                  <a:pt x="904875" y="2886075"/>
                </a:lnTo>
                <a:lnTo>
                  <a:pt x="904875" y="2895600"/>
                </a:lnTo>
                <a:lnTo>
                  <a:pt x="895350" y="2895600"/>
                </a:lnTo>
                <a:lnTo>
                  <a:pt x="895350" y="2886075"/>
                </a:lnTo>
                <a:lnTo>
                  <a:pt x="885825" y="2886075"/>
                </a:lnTo>
                <a:close/>
                <a:moveTo>
                  <a:pt x="1209675" y="2876550"/>
                </a:moveTo>
                <a:lnTo>
                  <a:pt x="1238250" y="2876550"/>
                </a:lnTo>
                <a:lnTo>
                  <a:pt x="1238250" y="2886075"/>
                </a:lnTo>
                <a:lnTo>
                  <a:pt x="1209675" y="2886075"/>
                </a:lnTo>
                <a:close/>
                <a:moveTo>
                  <a:pt x="1647825" y="2876550"/>
                </a:moveTo>
                <a:lnTo>
                  <a:pt x="1666875" y="2876550"/>
                </a:lnTo>
                <a:lnTo>
                  <a:pt x="1666875" y="2886075"/>
                </a:lnTo>
                <a:lnTo>
                  <a:pt x="1647825" y="2886075"/>
                </a:lnTo>
                <a:close/>
                <a:moveTo>
                  <a:pt x="571500" y="2886075"/>
                </a:moveTo>
                <a:lnTo>
                  <a:pt x="600075" y="2886075"/>
                </a:lnTo>
                <a:lnTo>
                  <a:pt x="600075" y="2895600"/>
                </a:lnTo>
                <a:lnTo>
                  <a:pt x="581025" y="2895600"/>
                </a:lnTo>
                <a:lnTo>
                  <a:pt x="581025" y="2914650"/>
                </a:lnTo>
                <a:lnTo>
                  <a:pt x="561975" y="2914650"/>
                </a:lnTo>
                <a:lnTo>
                  <a:pt x="561975" y="2895600"/>
                </a:lnTo>
                <a:lnTo>
                  <a:pt x="571500" y="2895600"/>
                </a:lnTo>
                <a:close/>
                <a:moveTo>
                  <a:pt x="685800" y="2886075"/>
                </a:moveTo>
                <a:lnTo>
                  <a:pt x="714375" y="2886075"/>
                </a:lnTo>
                <a:lnTo>
                  <a:pt x="714375" y="2895600"/>
                </a:lnTo>
                <a:lnTo>
                  <a:pt x="685800" y="2895600"/>
                </a:lnTo>
                <a:close/>
                <a:moveTo>
                  <a:pt x="752475" y="2886075"/>
                </a:moveTo>
                <a:lnTo>
                  <a:pt x="781050" y="2886075"/>
                </a:lnTo>
                <a:lnTo>
                  <a:pt x="781050" y="2895600"/>
                </a:lnTo>
                <a:lnTo>
                  <a:pt x="752475" y="2895600"/>
                </a:lnTo>
                <a:close/>
                <a:moveTo>
                  <a:pt x="1000125" y="2886075"/>
                </a:moveTo>
                <a:lnTo>
                  <a:pt x="1019175" y="2886075"/>
                </a:lnTo>
                <a:lnTo>
                  <a:pt x="1019175" y="2905125"/>
                </a:lnTo>
                <a:lnTo>
                  <a:pt x="1009650" y="2905125"/>
                </a:lnTo>
                <a:lnTo>
                  <a:pt x="1009650" y="2914650"/>
                </a:lnTo>
                <a:lnTo>
                  <a:pt x="1000125" y="2914650"/>
                </a:lnTo>
                <a:close/>
                <a:moveTo>
                  <a:pt x="1038225" y="2886075"/>
                </a:moveTo>
                <a:lnTo>
                  <a:pt x="1066800" y="2886075"/>
                </a:lnTo>
                <a:lnTo>
                  <a:pt x="1066800" y="2895600"/>
                </a:lnTo>
                <a:lnTo>
                  <a:pt x="1047750" y="2895600"/>
                </a:lnTo>
                <a:lnTo>
                  <a:pt x="1047750" y="2914650"/>
                </a:lnTo>
                <a:lnTo>
                  <a:pt x="1038225" y="2914650"/>
                </a:lnTo>
                <a:close/>
                <a:moveTo>
                  <a:pt x="1123950" y="2886075"/>
                </a:moveTo>
                <a:lnTo>
                  <a:pt x="1143000" y="2886075"/>
                </a:lnTo>
                <a:lnTo>
                  <a:pt x="1143000" y="2905125"/>
                </a:lnTo>
                <a:lnTo>
                  <a:pt x="1133475" y="2905125"/>
                </a:lnTo>
                <a:lnTo>
                  <a:pt x="1133475" y="2895600"/>
                </a:lnTo>
                <a:lnTo>
                  <a:pt x="1123950" y="2895600"/>
                </a:lnTo>
                <a:close/>
                <a:moveTo>
                  <a:pt x="1247775" y="2886075"/>
                </a:moveTo>
                <a:lnTo>
                  <a:pt x="1257300" y="2886075"/>
                </a:lnTo>
                <a:lnTo>
                  <a:pt x="1257300" y="2895600"/>
                </a:lnTo>
                <a:lnTo>
                  <a:pt x="1247775" y="2895600"/>
                </a:lnTo>
                <a:close/>
                <a:moveTo>
                  <a:pt x="781050" y="2895600"/>
                </a:moveTo>
                <a:lnTo>
                  <a:pt x="809625" y="2895600"/>
                </a:lnTo>
                <a:lnTo>
                  <a:pt x="809625" y="2914650"/>
                </a:lnTo>
                <a:lnTo>
                  <a:pt x="790575" y="2914650"/>
                </a:lnTo>
                <a:lnTo>
                  <a:pt x="790575" y="2905125"/>
                </a:lnTo>
                <a:lnTo>
                  <a:pt x="781050" y="2905125"/>
                </a:lnTo>
                <a:close/>
                <a:moveTo>
                  <a:pt x="1066800" y="2895600"/>
                </a:moveTo>
                <a:lnTo>
                  <a:pt x="1076325" y="2895600"/>
                </a:lnTo>
                <a:lnTo>
                  <a:pt x="1076325" y="2905125"/>
                </a:lnTo>
                <a:lnTo>
                  <a:pt x="1066800" y="2905125"/>
                </a:lnTo>
                <a:close/>
                <a:moveTo>
                  <a:pt x="485775" y="2905125"/>
                </a:moveTo>
                <a:lnTo>
                  <a:pt x="504825" y="2905125"/>
                </a:lnTo>
                <a:lnTo>
                  <a:pt x="504825" y="2914650"/>
                </a:lnTo>
                <a:lnTo>
                  <a:pt x="485775" y="2914650"/>
                </a:lnTo>
                <a:close/>
                <a:moveTo>
                  <a:pt x="657225" y="2905125"/>
                </a:moveTo>
                <a:lnTo>
                  <a:pt x="666750" y="2905125"/>
                </a:lnTo>
                <a:lnTo>
                  <a:pt x="666750" y="2914650"/>
                </a:lnTo>
                <a:lnTo>
                  <a:pt x="657225" y="2914650"/>
                </a:lnTo>
                <a:close/>
                <a:moveTo>
                  <a:pt x="1057275" y="2905125"/>
                </a:moveTo>
                <a:lnTo>
                  <a:pt x="1066800" y="2905125"/>
                </a:lnTo>
                <a:lnTo>
                  <a:pt x="1066800" y="2914650"/>
                </a:lnTo>
                <a:lnTo>
                  <a:pt x="1057275" y="2914650"/>
                </a:lnTo>
                <a:close/>
                <a:moveTo>
                  <a:pt x="1495425" y="2914650"/>
                </a:moveTo>
                <a:lnTo>
                  <a:pt x="1504950" y="2914650"/>
                </a:lnTo>
                <a:lnTo>
                  <a:pt x="1504950" y="2924175"/>
                </a:lnTo>
                <a:lnTo>
                  <a:pt x="1495425" y="2924175"/>
                </a:lnTo>
                <a:close/>
                <a:moveTo>
                  <a:pt x="209550" y="2924175"/>
                </a:moveTo>
                <a:lnTo>
                  <a:pt x="219075" y="2924175"/>
                </a:lnTo>
                <a:lnTo>
                  <a:pt x="219075" y="2952750"/>
                </a:lnTo>
                <a:lnTo>
                  <a:pt x="209550" y="2952750"/>
                </a:lnTo>
                <a:close/>
                <a:moveTo>
                  <a:pt x="1028700" y="2924175"/>
                </a:moveTo>
                <a:lnTo>
                  <a:pt x="1066800" y="2924175"/>
                </a:lnTo>
                <a:lnTo>
                  <a:pt x="1066800" y="2943225"/>
                </a:lnTo>
                <a:lnTo>
                  <a:pt x="1028700" y="2943225"/>
                </a:lnTo>
                <a:close/>
                <a:moveTo>
                  <a:pt x="1104900" y="2943225"/>
                </a:moveTo>
                <a:lnTo>
                  <a:pt x="1114425" y="2943225"/>
                </a:lnTo>
                <a:lnTo>
                  <a:pt x="1114425" y="2990850"/>
                </a:lnTo>
                <a:lnTo>
                  <a:pt x="1104900" y="2990850"/>
                </a:lnTo>
                <a:lnTo>
                  <a:pt x="1104900" y="2981325"/>
                </a:lnTo>
                <a:lnTo>
                  <a:pt x="1095375" y="2981325"/>
                </a:lnTo>
                <a:lnTo>
                  <a:pt x="1095375" y="2952750"/>
                </a:lnTo>
                <a:lnTo>
                  <a:pt x="1104900" y="2952750"/>
                </a:lnTo>
                <a:close/>
                <a:moveTo>
                  <a:pt x="1704975" y="2943225"/>
                </a:moveTo>
                <a:lnTo>
                  <a:pt x="1714500" y="2943225"/>
                </a:lnTo>
                <a:lnTo>
                  <a:pt x="1714500" y="2962275"/>
                </a:lnTo>
                <a:lnTo>
                  <a:pt x="1695450" y="2962275"/>
                </a:lnTo>
                <a:lnTo>
                  <a:pt x="1695450" y="2952750"/>
                </a:lnTo>
                <a:lnTo>
                  <a:pt x="1704975" y="2952750"/>
                </a:lnTo>
                <a:close/>
                <a:moveTo>
                  <a:pt x="838200" y="2952750"/>
                </a:moveTo>
                <a:lnTo>
                  <a:pt x="857250" y="2952750"/>
                </a:lnTo>
                <a:lnTo>
                  <a:pt x="857250" y="2962275"/>
                </a:lnTo>
                <a:lnTo>
                  <a:pt x="838200" y="2962275"/>
                </a:lnTo>
                <a:close/>
                <a:moveTo>
                  <a:pt x="190500" y="2962275"/>
                </a:moveTo>
                <a:lnTo>
                  <a:pt x="200025" y="2962275"/>
                </a:lnTo>
                <a:lnTo>
                  <a:pt x="200025" y="2971800"/>
                </a:lnTo>
                <a:lnTo>
                  <a:pt x="190500" y="2971800"/>
                </a:lnTo>
                <a:close/>
                <a:moveTo>
                  <a:pt x="933450" y="2962275"/>
                </a:moveTo>
                <a:lnTo>
                  <a:pt x="952500" y="2962275"/>
                </a:lnTo>
                <a:lnTo>
                  <a:pt x="952500" y="2971800"/>
                </a:lnTo>
                <a:lnTo>
                  <a:pt x="962025" y="2971800"/>
                </a:lnTo>
                <a:lnTo>
                  <a:pt x="962025" y="2981325"/>
                </a:lnTo>
                <a:lnTo>
                  <a:pt x="914400" y="2981325"/>
                </a:lnTo>
                <a:lnTo>
                  <a:pt x="914400" y="2971800"/>
                </a:lnTo>
                <a:lnTo>
                  <a:pt x="933450" y="2971800"/>
                </a:lnTo>
                <a:close/>
                <a:moveTo>
                  <a:pt x="1009650" y="2962275"/>
                </a:moveTo>
                <a:lnTo>
                  <a:pt x="1028700" y="2962275"/>
                </a:lnTo>
                <a:lnTo>
                  <a:pt x="1028700" y="2971800"/>
                </a:lnTo>
                <a:lnTo>
                  <a:pt x="1038225" y="2971800"/>
                </a:lnTo>
                <a:lnTo>
                  <a:pt x="1038225" y="2981325"/>
                </a:lnTo>
                <a:lnTo>
                  <a:pt x="1019175" y="2981325"/>
                </a:lnTo>
                <a:lnTo>
                  <a:pt x="1019175" y="2990850"/>
                </a:lnTo>
                <a:lnTo>
                  <a:pt x="1009650" y="2990850"/>
                </a:lnTo>
                <a:close/>
                <a:moveTo>
                  <a:pt x="457200" y="2971800"/>
                </a:moveTo>
                <a:lnTo>
                  <a:pt x="485775" y="2971800"/>
                </a:lnTo>
                <a:lnTo>
                  <a:pt x="485775" y="2981325"/>
                </a:lnTo>
                <a:lnTo>
                  <a:pt x="495300" y="2981325"/>
                </a:lnTo>
                <a:lnTo>
                  <a:pt x="495300" y="2990850"/>
                </a:lnTo>
                <a:lnTo>
                  <a:pt x="504825" y="2990850"/>
                </a:lnTo>
                <a:lnTo>
                  <a:pt x="504825" y="3000375"/>
                </a:lnTo>
                <a:lnTo>
                  <a:pt x="466725" y="3000375"/>
                </a:lnTo>
                <a:lnTo>
                  <a:pt x="466725" y="2981325"/>
                </a:lnTo>
                <a:lnTo>
                  <a:pt x="457200" y="2981325"/>
                </a:lnTo>
                <a:close/>
                <a:moveTo>
                  <a:pt x="1390650" y="2971800"/>
                </a:moveTo>
                <a:lnTo>
                  <a:pt x="1409700" y="2971800"/>
                </a:lnTo>
                <a:lnTo>
                  <a:pt x="1409700" y="2981325"/>
                </a:lnTo>
                <a:lnTo>
                  <a:pt x="1419225" y="2981325"/>
                </a:lnTo>
                <a:lnTo>
                  <a:pt x="1419225" y="3000375"/>
                </a:lnTo>
                <a:lnTo>
                  <a:pt x="1371600" y="3000375"/>
                </a:lnTo>
                <a:lnTo>
                  <a:pt x="1371600" y="2981325"/>
                </a:lnTo>
                <a:lnTo>
                  <a:pt x="1381125" y="2981325"/>
                </a:lnTo>
                <a:lnTo>
                  <a:pt x="1381125" y="2990850"/>
                </a:lnTo>
                <a:lnTo>
                  <a:pt x="1390650" y="2990850"/>
                </a:lnTo>
                <a:close/>
                <a:moveTo>
                  <a:pt x="1485900" y="2971800"/>
                </a:moveTo>
                <a:lnTo>
                  <a:pt x="1495425" y="2971800"/>
                </a:lnTo>
                <a:lnTo>
                  <a:pt x="1495425" y="2981325"/>
                </a:lnTo>
                <a:lnTo>
                  <a:pt x="1504950" y="2981325"/>
                </a:lnTo>
                <a:lnTo>
                  <a:pt x="1504950" y="2990850"/>
                </a:lnTo>
                <a:lnTo>
                  <a:pt x="1514475" y="2990850"/>
                </a:lnTo>
                <a:lnTo>
                  <a:pt x="1514475" y="3000375"/>
                </a:lnTo>
                <a:lnTo>
                  <a:pt x="1495425" y="3000375"/>
                </a:lnTo>
                <a:lnTo>
                  <a:pt x="1495425" y="2990850"/>
                </a:lnTo>
                <a:lnTo>
                  <a:pt x="1485900" y="2990850"/>
                </a:lnTo>
                <a:close/>
                <a:moveTo>
                  <a:pt x="1057275" y="2981325"/>
                </a:moveTo>
                <a:lnTo>
                  <a:pt x="1066800" y="2981325"/>
                </a:lnTo>
                <a:lnTo>
                  <a:pt x="1066800" y="2990850"/>
                </a:lnTo>
                <a:lnTo>
                  <a:pt x="1057275" y="2990850"/>
                </a:lnTo>
                <a:close/>
                <a:moveTo>
                  <a:pt x="352425" y="3019425"/>
                </a:moveTo>
                <a:lnTo>
                  <a:pt x="361950" y="3019425"/>
                </a:lnTo>
                <a:lnTo>
                  <a:pt x="361950" y="3028950"/>
                </a:lnTo>
                <a:lnTo>
                  <a:pt x="352425" y="3028950"/>
                </a:lnTo>
                <a:close/>
                <a:moveTo>
                  <a:pt x="400050" y="3019425"/>
                </a:moveTo>
                <a:lnTo>
                  <a:pt x="419100" y="3019425"/>
                </a:lnTo>
                <a:lnTo>
                  <a:pt x="419100" y="3028950"/>
                </a:lnTo>
                <a:lnTo>
                  <a:pt x="400050" y="3028950"/>
                </a:lnTo>
                <a:close/>
                <a:moveTo>
                  <a:pt x="1362075" y="3019425"/>
                </a:moveTo>
                <a:lnTo>
                  <a:pt x="1381125" y="3019425"/>
                </a:lnTo>
                <a:lnTo>
                  <a:pt x="1381125" y="3028950"/>
                </a:lnTo>
                <a:lnTo>
                  <a:pt x="1362075" y="3028950"/>
                </a:lnTo>
                <a:close/>
                <a:moveTo>
                  <a:pt x="1695450" y="3019425"/>
                </a:moveTo>
                <a:lnTo>
                  <a:pt x="1704975" y="3019425"/>
                </a:lnTo>
                <a:lnTo>
                  <a:pt x="1704975" y="3048000"/>
                </a:lnTo>
                <a:lnTo>
                  <a:pt x="1695450" y="3048000"/>
                </a:lnTo>
                <a:close/>
                <a:moveTo>
                  <a:pt x="361950" y="3028950"/>
                </a:moveTo>
                <a:lnTo>
                  <a:pt x="371475" y="3028950"/>
                </a:lnTo>
                <a:lnTo>
                  <a:pt x="371475" y="3038475"/>
                </a:lnTo>
                <a:lnTo>
                  <a:pt x="361950" y="3038475"/>
                </a:lnTo>
                <a:close/>
                <a:moveTo>
                  <a:pt x="914400" y="3028950"/>
                </a:moveTo>
                <a:lnTo>
                  <a:pt x="933450" y="3028950"/>
                </a:lnTo>
                <a:lnTo>
                  <a:pt x="933450" y="3038475"/>
                </a:lnTo>
                <a:lnTo>
                  <a:pt x="914400" y="3038475"/>
                </a:lnTo>
                <a:close/>
                <a:moveTo>
                  <a:pt x="1428750" y="3028950"/>
                </a:moveTo>
                <a:lnTo>
                  <a:pt x="1438275" y="3028950"/>
                </a:lnTo>
                <a:lnTo>
                  <a:pt x="1438275" y="3038475"/>
                </a:lnTo>
                <a:lnTo>
                  <a:pt x="1428750" y="3038475"/>
                </a:lnTo>
                <a:close/>
                <a:moveTo>
                  <a:pt x="1000125" y="3048000"/>
                </a:moveTo>
                <a:lnTo>
                  <a:pt x="1009650" y="3048000"/>
                </a:lnTo>
                <a:lnTo>
                  <a:pt x="1009650" y="3057525"/>
                </a:lnTo>
                <a:lnTo>
                  <a:pt x="1000125" y="3057525"/>
                </a:lnTo>
                <a:close/>
                <a:moveTo>
                  <a:pt x="400050" y="3057525"/>
                </a:moveTo>
                <a:lnTo>
                  <a:pt x="428625" y="3057525"/>
                </a:lnTo>
                <a:lnTo>
                  <a:pt x="428625" y="3086100"/>
                </a:lnTo>
                <a:lnTo>
                  <a:pt x="409575" y="3086100"/>
                </a:lnTo>
                <a:lnTo>
                  <a:pt x="409575" y="3076575"/>
                </a:lnTo>
                <a:lnTo>
                  <a:pt x="400050" y="3076575"/>
                </a:lnTo>
                <a:close/>
                <a:moveTo>
                  <a:pt x="114300" y="3067050"/>
                </a:moveTo>
                <a:lnTo>
                  <a:pt x="123825" y="3067050"/>
                </a:lnTo>
                <a:lnTo>
                  <a:pt x="123825" y="3086100"/>
                </a:lnTo>
                <a:lnTo>
                  <a:pt x="114300" y="3086100"/>
                </a:lnTo>
                <a:close/>
                <a:moveTo>
                  <a:pt x="771525" y="3076575"/>
                </a:moveTo>
                <a:lnTo>
                  <a:pt x="790575" y="3076575"/>
                </a:lnTo>
                <a:lnTo>
                  <a:pt x="790575" y="3086100"/>
                </a:lnTo>
                <a:lnTo>
                  <a:pt x="800100" y="3086100"/>
                </a:lnTo>
                <a:lnTo>
                  <a:pt x="800100" y="3105150"/>
                </a:lnTo>
                <a:lnTo>
                  <a:pt x="781050" y="3105150"/>
                </a:lnTo>
                <a:lnTo>
                  <a:pt x="781050" y="3095625"/>
                </a:lnTo>
                <a:lnTo>
                  <a:pt x="771525" y="3095625"/>
                </a:lnTo>
                <a:close/>
                <a:moveTo>
                  <a:pt x="371475" y="3086100"/>
                </a:moveTo>
                <a:lnTo>
                  <a:pt x="381000" y="3086100"/>
                </a:lnTo>
                <a:lnTo>
                  <a:pt x="381000" y="3095625"/>
                </a:lnTo>
                <a:lnTo>
                  <a:pt x="371475" y="3095625"/>
                </a:lnTo>
                <a:close/>
                <a:moveTo>
                  <a:pt x="476250" y="3086100"/>
                </a:moveTo>
                <a:lnTo>
                  <a:pt x="495300" y="3086100"/>
                </a:lnTo>
                <a:lnTo>
                  <a:pt x="495300" y="3105150"/>
                </a:lnTo>
                <a:lnTo>
                  <a:pt x="485775" y="3105150"/>
                </a:lnTo>
                <a:lnTo>
                  <a:pt x="485775" y="3114675"/>
                </a:lnTo>
                <a:lnTo>
                  <a:pt x="466725" y="3114675"/>
                </a:lnTo>
                <a:lnTo>
                  <a:pt x="466725" y="3105150"/>
                </a:lnTo>
                <a:lnTo>
                  <a:pt x="476250" y="3105150"/>
                </a:lnTo>
                <a:close/>
                <a:moveTo>
                  <a:pt x="123825" y="3095625"/>
                </a:moveTo>
                <a:lnTo>
                  <a:pt x="133350" y="3095625"/>
                </a:lnTo>
                <a:lnTo>
                  <a:pt x="133350" y="3105150"/>
                </a:lnTo>
                <a:lnTo>
                  <a:pt x="123825" y="3105150"/>
                </a:lnTo>
                <a:close/>
                <a:moveTo>
                  <a:pt x="381000" y="3095625"/>
                </a:moveTo>
                <a:lnTo>
                  <a:pt x="390525" y="3095625"/>
                </a:lnTo>
                <a:lnTo>
                  <a:pt x="390525" y="3114675"/>
                </a:lnTo>
                <a:lnTo>
                  <a:pt x="381000" y="3114675"/>
                </a:lnTo>
                <a:close/>
                <a:moveTo>
                  <a:pt x="114300" y="3105150"/>
                </a:moveTo>
                <a:lnTo>
                  <a:pt x="123825" y="3105150"/>
                </a:lnTo>
                <a:lnTo>
                  <a:pt x="123825" y="3124200"/>
                </a:lnTo>
                <a:lnTo>
                  <a:pt x="114300" y="3124200"/>
                </a:lnTo>
                <a:close/>
                <a:moveTo>
                  <a:pt x="981075" y="3114675"/>
                </a:moveTo>
                <a:lnTo>
                  <a:pt x="1000125" y="3114675"/>
                </a:lnTo>
                <a:lnTo>
                  <a:pt x="1000125" y="3124200"/>
                </a:lnTo>
                <a:lnTo>
                  <a:pt x="981075" y="3124200"/>
                </a:lnTo>
                <a:close/>
                <a:moveTo>
                  <a:pt x="1647825" y="3114675"/>
                </a:moveTo>
                <a:lnTo>
                  <a:pt x="1685925" y="3114675"/>
                </a:lnTo>
                <a:lnTo>
                  <a:pt x="1685925" y="3133725"/>
                </a:lnTo>
                <a:lnTo>
                  <a:pt x="1676400" y="3133725"/>
                </a:lnTo>
                <a:lnTo>
                  <a:pt x="1676400" y="3124200"/>
                </a:lnTo>
                <a:lnTo>
                  <a:pt x="1647825" y="3124200"/>
                </a:lnTo>
                <a:close/>
                <a:moveTo>
                  <a:pt x="1524000" y="3124200"/>
                </a:moveTo>
                <a:lnTo>
                  <a:pt x="1533525" y="3124200"/>
                </a:lnTo>
                <a:lnTo>
                  <a:pt x="1533525" y="3133725"/>
                </a:lnTo>
                <a:lnTo>
                  <a:pt x="1609725" y="3133725"/>
                </a:lnTo>
                <a:lnTo>
                  <a:pt x="1609725" y="3152775"/>
                </a:lnTo>
                <a:lnTo>
                  <a:pt x="1571625" y="3152775"/>
                </a:lnTo>
                <a:lnTo>
                  <a:pt x="1571625" y="3143250"/>
                </a:lnTo>
                <a:lnTo>
                  <a:pt x="1543050" y="3143250"/>
                </a:lnTo>
                <a:lnTo>
                  <a:pt x="1543050" y="3152775"/>
                </a:lnTo>
                <a:lnTo>
                  <a:pt x="1514475" y="3152775"/>
                </a:lnTo>
                <a:lnTo>
                  <a:pt x="1514475" y="3143250"/>
                </a:lnTo>
                <a:lnTo>
                  <a:pt x="1524000" y="3143250"/>
                </a:lnTo>
                <a:close/>
                <a:moveTo>
                  <a:pt x="123825" y="3133725"/>
                </a:moveTo>
                <a:lnTo>
                  <a:pt x="133350" y="3133725"/>
                </a:lnTo>
                <a:lnTo>
                  <a:pt x="133350" y="3143250"/>
                </a:lnTo>
                <a:lnTo>
                  <a:pt x="123825" y="3143250"/>
                </a:lnTo>
                <a:close/>
                <a:moveTo>
                  <a:pt x="171450" y="3133725"/>
                </a:moveTo>
                <a:lnTo>
                  <a:pt x="209550" y="3133725"/>
                </a:lnTo>
                <a:lnTo>
                  <a:pt x="209550" y="3143250"/>
                </a:lnTo>
                <a:lnTo>
                  <a:pt x="247650" y="3143250"/>
                </a:lnTo>
                <a:lnTo>
                  <a:pt x="247650" y="3152775"/>
                </a:lnTo>
                <a:lnTo>
                  <a:pt x="180975" y="3152775"/>
                </a:lnTo>
                <a:lnTo>
                  <a:pt x="180975" y="3143250"/>
                </a:lnTo>
                <a:lnTo>
                  <a:pt x="171450" y="3143250"/>
                </a:lnTo>
                <a:close/>
                <a:moveTo>
                  <a:pt x="723900" y="3133725"/>
                </a:moveTo>
                <a:lnTo>
                  <a:pt x="742950" y="3133725"/>
                </a:lnTo>
                <a:lnTo>
                  <a:pt x="742950" y="3143250"/>
                </a:lnTo>
                <a:lnTo>
                  <a:pt x="733425" y="3143250"/>
                </a:lnTo>
                <a:lnTo>
                  <a:pt x="733425" y="3162300"/>
                </a:lnTo>
                <a:lnTo>
                  <a:pt x="704850" y="3162300"/>
                </a:lnTo>
                <a:lnTo>
                  <a:pt x="704850" y="3143250"/>
                </a:lnTo>
                <a:lnTo>
                  <a:pt x="723900" y="3143250"/>
                </a:lnTo>
                <a:close/>
                <a:moveTo>
                  <a:pt x="1419225" y="3133725"/>
                </a:moveTo>
                <a:lnTo>
                  <a:pt x="1438275" y="3133725"/>
                </a:lnTo>
                <a:lnTo>
                  <a:pt x="1438275" y="3143250"/>
                </a:lnTo>
                <a:lnTo>
                  <a:pt x="1419225" y="3143250"/>
                </a:lnTo>
                <a:close/>
                <a:moveTo>
                  <a:pt x="1695450" y="3133725"/>
                </a:moveTo>
                <a:lnTo>
                  <a:pt x="1704975" y="3133725"/>
                </a:lnTo>
                <a:lnTo>
                  <a:pt x="1704975" y="3143250"/>
                </a:lnTo>
                <a:lnTo>
                  <a:pt x="1695450" y="3143250"/>
                </a:lnTo>
                <a:close/>
                <a:moveTo>
                  <a:pt x="114300" y="3143250"/>
                </a:moveTo>
                <a:lnTo>
                  <a:pt x="123825" y="3143250"/>
                </a:lnTo>
                <a:lnTo>
                  <a:pt x="123825" y="3162300"/>
                </a:lnTo>
                <a:lnTo>
                  <a:pt x="114300" y="3162300"/>
                </a:lnTo>
                <a:close/>
                <a:moveTo>
                  <a:pt x="838200" y="3143250"/>
                </a:moveTo>
                <a:lnTo>
                  <a:pt x="847725" y="3143250"/>
                </a:lnTo>
                <a:lnTo>
                  <a:pt x="847725" y="3152775"/>
                </a:lnTo>
                <a:lnTo>
                  <a:pt x="838200" y="3152775"/>
                </a:lnTo>
                <a:close/>
                <a:moveTo>
                  <a:pt x="1000125" y="3143250"/>
                </a:moveTo>
                <a:lnTo>
                  <a:pt x="1009650" y="3143250"/>
                </a:lnTo>
                <a:lnTo>
                  <a:pt x="1009650" y="3152775"/>
                </a:lnTo>
                <a:lnTo>
                  <a:pt x="1000125" y="3152775"/>
                </a:lnTo>
                <a:close/>
                <a:moveTo>
                  <a:pt x="1143000" y="3143250"/>
                </a:moveTo>
                <a:lnTo>
                  <a:pt x="1162050" y="3143250"/>
                </a:lnTo>
                <a:lnTo>
                  <a:pt x="1162050" y="3152775"/>
                </a:lnTo>
                <a:lnTo>
                  <a:pt x="1143000" y="3152775"/>
                </a:lnTo>
                <a:close/>
                <a:moveTo>
                  <a:pt x="1657350" y="3143250"/>
                </a:moveTo>
                <a:lnTo>
                  <a:pt x="1666875" y="3143250"/>
                </a:lnTo>
                <a:lnTo>
                  <a:pt x="1666875" y="3152775"/>
                </a:lnTo>
                <a:lnTo>
                  <a:pt x="1657350" y="3152775"/>
                </a:lnTo>
                <a:close/>
                <a:moveTo>
                  <a:pt x="390525" y="3152775"/>
                </a:moveTo>
                <a:lnTo>
                  <a:pt x="419100" y="3152775"/>
                </a:lnTo>
                <a:lnTo>
                  <a:pt x="419100" y="3162300"/>
                </a:lnTo>
                <a:lnTo>
                  <a:pt x="390525" y="3162300"/>
                </a:lnTo>
                <a:close/>
                <a:moveTo>
                  <a:pt x="114300" y="3181350"/>
                </a:moveTo>
                <a:lnTo>
                  <a:pt x="123825" y="3181350"/>
                </a:lnTo>
                <a:lnTo>
                  <a:pt x="123825" y="3209925"/>
                </a:lnTo>
                <a:lnTo>
                  <a:pt x="114300" y="3209925"/>
                </a:lnTo>
                <a:close/>
                <a:moveTo>
                  <a:pt x="666750" y="3190875"/>
                </a:moveTo>
                <a:lnTo>
                  <a:pt x="685800" y="3190875"/>
                </a:lnTo>
                <a:lnTo>
                  <a:pt x="685800" y="3209925"/>
                </a:lnTo>
                <a:lnTo>
                  <a:pt x="666750" y="3209925"/>
                </a:lnTo>
                <a:close/>
                <a:moveTo>
                  <a:pt x="1419225" y="3190875"/>
                </a:moveTo>
                <a:lnTo>
                  <a:pt x="1447800" y="3190875"/>
                </a:lnTo>
                <a:lnTo>
                  <a:pt x="1447800" y="3219450"/>
                </a:lnTo>
                <a:lnTo>
                  <a:pt x="1438275" y="3219450"/>
                </a:lnTo>
                <a:lnTo>
                  <a:pt x="1438275" y="3200400"/>
                </a:lnTo>
                <a:lnTo>
                  <a:pt x="1419225" y="3200400"/>
                </a:lnTo>
                <a:close/>
                <a:moveTo>
                  <a:pt x="390525" y="3200400"/>
                </a:moveTo>
                <a:lnTo>
                  <a:pt x="409575" y="3200400"/>
                </a:lnTo>
                <a:lnTo>
                  <a:pt x="409575" y="3209925"/>
                </a:lnTo>
                <a:lnTo>
                  <a:pt x="400050" y="3209925"/>
                </a:lnTo>
                <a:lnTo>
                  <a:pt x="400050" y="3219450"/>
                </a:lnTo>
                <a:lnTo>
                  <a:pt x="390525" y="3219450"/>
                </a:lnTo>
                <a:close/>
                <a:moveTo>
                  <a:pt x="590550" y="3200400"/>
                </a:moveTo>
                <a:lnTo>
                  <a:pt x="600075" y="3200400"/>
                </a:lnTo>
                <a:lnTo>
                  <a:pt x="600075" y="3209925"/>
                </a:lnTo>
                <a:lnTo>
                  <a:pt x="590550" y="3209925"/>
                </a:lnTo>
                <a:close/>
                <a:moveTo>
                  <a:pt x="609600" y="3200400"/>
                </a:moveTo>
                <a:lnTo>
                  <a:pt x="619125" y="3200400"/>
                </a:lnTo>
                <a:lnTo>
                  <a:pt x="619125" y="3209925"/>
                </a:lnTo>
                <a:lnTo>
                  <a:pt x="609600" y="3209925"/>
                </a:lnTo>
                <a:close/>
                <a:moveTo>
                  <a:pt x="714375" y="3200400"/>
                </a:moveTo>
                <a:lnTo>
                  <a:pt x="733425" y="3200400"/>
                </a:lnTo>
                <a:lnTo>
                  <a:pt x="733425" y="3219450"/>
                </a:lnTo>
                <a:lnTo>
                  <a:pt x="723900" y="3219450"/>
                </a:lnTo>
                <a:lnTo>
                  <a:pt x="723900" y="3209925"/>
                </a:lnTo>
                <a:lnTo>
                  <a:pt x="714375" y="3209925"/>
                </a:lnTo>
                <a:close/>
                <a:moveTo>
                  <a:pt x="1304925" y="3200400"/>
                </a:moveTo>
                <a:lnTo>
                  <a:pt x="1314450" y="3200400"/>
                </a:lnTo>
                <a:lnTo>
                  <a:pt x="1314450" y="3209925"/>
                </a:lnTo>
                <a:lnTo>
                  <a:pt x="1304925" y="3209925"/>
                </a:lnTo>
                <a:close/>
                <a:moveTo>
                  <a:pt x="1295400" y="3209925"/>
                </a:moveTo>
                <a:lnTo>
                  <a:pt x="1304925" y="3209925"/>
                </a:lnTo>
                <a:lnTo>
                  <a:pt x="1304925" y="3219450"/>
                </a:lnTo>
                <a:lnTo>
                  <a:pt x="1295400" y="3219450"/>
                </a:lnTo>
                <a:close/>
                <a:moveTo>
                  <a:pt x="476250" y="3219450"/>
                </a:moveTo>
                <a:lnTo>
                  <a:pt x="485775" y="3219450"/>
                </a:lnTo>
                <a:lnTo>
                  <a:pt x="485775" y="3238500"/>
                </a:lnTo>
                <a:lnTo>
                  <a:pt x="476250" y="3238500"/>
                </a:lnTo>
                <a:lnTo>
                  <a:pt x="476250" y="3248025"/>
                </a:lnTo>
                <a:lnTo>
                  <a:pt x="466725" y="3248025"/>
                </a:lnTo>
                <a:lnTo>
                  <a:pt x="466725" y="3228975"/>
                </a:lnTo>
                <a:lnTo>
                  <a:pt x="476250" y="3228975"/>
                </a:lnTo>
                <a:close/>
                <a:moveTo>
                  <a:pt x="114300" y="3228975"/>
                </a:moveTo>
                <a:lnTo>
                  <a:pt x="123825" y="3228975"/>
                </a:lnTo>
                <a:lnTo>
                  <a:pt x="123825" y="3276600"/>
                </a:lnTo>
                <a:lnTo>
                  <a:pt x="114300" y="3276600"/>
                </a:lnTo>
                <a:close/>
                <a:moveTo>
                  <a:pt x="400050" y="3228975"/>
                </a:moveTo>
                <a:lnTo>
                  <a:pt x="419100" y="3228975"/>
                </a:lnTo>
                <a:lnTo>
                  <a:pt x="419100" y="3238500"/>
                </a:lnTo>
                <a:lnTo>
                  <a:pt x="428625" y="3238500"/>
                </a:lnTo>
                <a:lnTo>
                  <a:pt x="428625" y="3248025"/>
                </a:lnTo>
                <a:lnTo>
                  <a:pt x="419100" y="3248025"/>
                </a:lnTo>
                <a:lnTo>
                  <a:pt x="419100" y="3257550"/>
                </a:lnTo>
                <a:lnTo>
                  <a:pt x="409575" y="3257550"/>
                </a:lnTo>
                <a:lnTo>
                  <a:pt x="409575" y="3248025"/>
                </a:lnTo>
                <a:lnTo>
                  <a:pt x="400050" y="3248025"/>
                </a:lnTo>
                <a:close/>
                <a:moveTo>
                  <a:pt x="619125" y="3228975"/>
                </a:moveTo>
                <a:lnTo>
                  <a:pt x="638175" y="3228975"/>
                </a:lnTo>
                <a:lnTo>
                  <a:pt x="638175" y="3238500"/>
                </a:lnTo>
                <a:lnTo>
                  <a:pt x="628650" y="3238500"/>
                </a:lnTo>
                <a:lnTo>
                  <a:pt x="628650" y="3248025"/>
                </a:lnTo>
                <a:lnTo>
                  <a:pt x="619125" y="3248025"/>
                </a:lnTo>
                <a:close/>
                <a:moveTo>
                  <a:pt x="1190625" y="3228975"/>
                </a:moveTo>
                <a:lnTo>
                  <a:pt x="1200150" y="3228975"/>
                </a:lnTo>
                <a:lnTo>
                  <a:pt x="1200150" y="3238500"/>
                </a:lnTo>
                <a:lnTo>
                  <a:pt x="1190625" y="3238500"/>
                </a:lnTo>
                <a:close/>
                <a:moveTo>
                  <a:pt x="1238250" y="3228975"/>
                </a:moveTo>
                <a:lnTo>
                  <a:pt x="1257300" y="3228975"/>
                </a:lnTo>
                <a:lnTo>
                  <a:pt x="1257300" y="3257550"/>
                </a:lnTo>
                <a:lnTo>
                  <a:pt x="1238250" y="3257550"/>
                </a:lnTo>
                <a:close/>
                <a:moveTo>
                  <a:pt x="1047750" y="3238500"/>
                </a:moveTo>
                <a:lnTo>
                  <a:pt x="1076325" y="3238500"/>
                </a:lnTo>
                <a:lnTo>
                  <a:pt x="1076325" y="3248025"/>
                </a:lnTo>
                <a:lnTo>
                  <a:pt x="1066800" y="3248025"/>
                </a:lnTo>
                <a:lnTo>
                  <a:pt x="1066800" y="3257550"/>
                </a:lnTo>
                <a:lnTo>
                  <a:pt x="1047750" y="3257550"/>
                </a:lnTo>
                <a:close/>
                <a:moveTo>
                  <a:pt x="1390650" y="3238500"/>
                </a:moveTo>
                <a:lnTo>
                  <a:pt x="1400175" y="3238500"/>
                </a:lnTo>
                <a:lnTo>
                  <a:pt x="1400175" y="3248025"/>
                </a:lnTo>
                <a:lnTo>
                  <a:pt x="1390650" y="3248025"/>
                </a:lnTo>
                <a:close/>
                <a:moveTo>
                  <a:pt x="1419225" y="3238500"/>
                </a:moveTo>
                <a:lnTo>
                  <a:pt x="1438275" y="3238500"/>
                </a:lnTo>
                <a:lnTo>
                  <a:pt x="1438275" y="3267075"/>
                </a:lnTo>
                <a:lnTo>
                  <a:pt x="1419225" y="3267075"/>
                </a:lnTo>
                <a:lnTo>
                  <a:pt x="1419225" y="3257550"/>
                </a:lnTo>
                <a:lnTo>
                  <a:pt x="1409700" y="3257550"/>
                </a:lnTo>
                <a:lnTo>
                  <a:pt x="1409700" y="3248025"/>
                </a:lnTo>
                <a:lnTo>
                  <a:pt x="1419225" y="3248025"/>
                </a:lnTo>
                <a:close/>
                <a:moveTo>
                  <a:pt x="962025" y="3248025"/>
                </a:moveTo>
                <a:lnTo>
                  <a:pt x="981075" y="3248025"/>
                </a:lnTo>
                <a:lnTo>
                  <a:pt x="981075" y="3257550"/>
                </a:lnTo>
                <a:lnTo>
                  <a:pt x="971550" y="3257550"/>
                </a:lnTo>
                <a:lnTo>
                  <a:pt x="971550" y="3267075"/>
                </a:lnTo>
                <a:lnTo>
                  <a:pt x="962025" y="3267075"/>
                </a:lnTo>
                <a:close/>
                <a:moveTo>
                  <a:pt x="1009650" y="3248025"/>
                </a:moveTo>
                <a:lnTo>
                  <a:pt x="1019175" y="3248025"/>
                </a:lnTo>
                <a:lnTo>
                  <a:pt x="1019175" y="3257550"/>
                </a:lnTo>
                <a:lnTo>
                  <a:pt x="1009650" y="3257550"/>
                </a:lnTo>
                <a:close/>
                <a:moveTo>
                  <a:pt x="1219200" y="3248025"/>
                </a:moveTo>
                <a:lnTo>
                  <a:pt x="1228725" y="3248025"/>
                </a:lnTo>
                <a:lnTo>
                  <a:pt x="1228725" y="3257550"/>
                </a:lnTo>
                <a:lnTo>
                  <a:pt x="1219200" y="3257550"/>
                </a:lnTo>
                <a:close/>
                <a:moveTo>
                  <a:pt x="876300" y="3295650"/>
                </a:moveTo>
                <a:lnTo>
                  <a:pt x="895350" y="3295650"/>
                </a:lnTo>
                <a:lnTo>
                  <a:pt x="895350" y="3305175"/>
                </a:lnTo>
                <a:lnTo>
                  <a:pt x="885825" y="3305175"/>
                </a:lnTo>
                <a:lnTo>
                  <a:pt x="885825" y="3314700"/>
                </a:lnTo>
                <a:lnTo>
                  <a:pt x="876300" y="3314700"/>
                </a:lnTo>
                <a:lnTo>
                  <a:pt x="876300" y="3333750"/>
                </a:lnTo>
                <a:lnTo>
                  <a:pt x="866775" y="3333750"/>
                </a:lnTo>
                <a:lnTo>
                  <a:pt x="866775" y="3305175"/>
                </a:lnTo>
                <a:lnTo>
                  <a:pt x="876300" y="3305175"/>
                </a:lnTo>
                <a:close/>
                <a:moveTo>
                  <a:pt x="1447800" y="3295650"/>
                </a:moveTo>
                <a:lnTo>
                  <a:pt x="1457325" y="3295650"/>
                </a:lnTo>
                <a:lnTo>
                  <a:pt x="1457325" y="3305175"/>
                </a:lnTo>
                <a:lnTo>
                  <a:pt x="1447800" y="3305175"/>
                </a:lnTo>
                <a:close/>
                <a:moveTo>
                  <a:pt x="438150" y="3324225"/>
                </a:moveTo>
                <a:lnTo>
                  <a:pt x="447675" y="3324225"/>
                </a:lnTo>
                <a:lnTo>
                  <a:pt x="447675" y="3333750"/>
                </a:lnTo>
                <a:lnTo>
                  <a:pt x="438150" y="3333750"/>
                </a:lnTo>
                <a:close/>
                <a:moveTo>
                  <a:pt x="533400" y="3324225"/>
                </a:moveTo>
                <a:lnTo>
                  <a:pt x="542925" y="3324225"/>
                </a:lnTo>
                <a:lnTo>
                  <a:pt x="542925" y="3333750"/>
                </a:lnTo>
                <a:lnTo>
                  <a:pt x="533400" y="3333750"/>
                </a:lnTo>
                <a:close/>
                <a:moveTo>
                  <a:pt x="819150" y="3324225"/>
                </a:moveTo>
                <a:lnTo>
                  <a:pt x="828675" y="3324225"/>
                </a:lnTo>
                <a:lnTo>
                  <a:pt x="828675" y="3333750"/>
                </a:lnTo>
                <a:lnTo>
                  <a:pt x="847725" y="3333750"/>
                </a:lnTo>
                <a:lnTo>
                  <a:pt x="847725" y="3352800"/>
                </a:lnTo>
                <a:lnTo>
                  <a:pt x="838200" y="3352800"/>
                </a:lnTo>
                <a:lnTo>
                  <a:pt x="838200" y="3362325"/>
                </a:lnTo>
                <a:lnTo>
                  <a:pt x="828675" y="3362325"/>
                </a:lnTo>
                <a:lnTo>
                  <a:pt x="828675" y="3352800"/>
                </a:lnTo>
                <a:lnTo>
                  <a:pt x="819150" y="3352800"/>
                </a:lnTo>
                <a:close/>
                <a:moveTo>
                  <a:pt x="1219200" y="3324225"/>
                </a:moveTo>
                <a:lnTo>
                  <a:pt x="1228725" y="3324225"/>
                </a:lnTo>
                <a:lnTo>
                  <a:pt x="1228725" y="3333750"/>
                </a:lnTo>
                <a:lnTo>
                  <a:pt x="1219200" y="3333750"/>
                </a:lnTo>
                <a:close/>
                <a:moveTo>
                  <a:pt x="876300" y="3333750"/>
                </a:moveTo>
                <a:lnTo>
                  <a:pt x="895350" y="3333750"/>
                </a:lnTo>
                <a:lnTo>
                  <a:pt x="895350" y="3343275"/>
                </a:lnTo>
                <a:lnTo>
                  <a:pt x="876300" y="3343275"/>
                </a:lnTo>
                <a:close/>
                <a:moveTo>
                  <a:pt x="1533525" y="3352800"/>
                </a:moveTo>
                <a:lnTo>
                  <a:pt x="1552575" y="3352800"/>
                </a:lnTo>
                <a:lnTo>
                  <a:pt x="1552575" y="3362325"/>
                </a:lnTo>
                <a:lnTo>
                  <a:pt x="1533525" y="3362325"/>
                </a:lnTo>
                <a:close/>
                <a:moveTo>
                  <a:pt x="638175" y="3362325"/>
                </a:moveTo>
                <a:lnTo>
                  <a:pt x="647700" y="3362325"/>
                </a:lnTo>
                <a:lnTo>
                  <a:pt x="647700" y="3371850"/>
                </a:lnTo>
                <a:lnTo>
                  <a:pt x="638175" y="3371850"/>
                </a:lnTo>
                <a:close/>
                <a:moveTo>
                  <a:pt x="1514475" y="3381375"/>
                </a:moveTo>
                <a:lnTo>
                  <a:pt x="1524000" y="3381375"/>
                </a:lnTo>
                <a:lnTo>
                  <a:pt x="1524000" y="3390900"/>
                </a:lnTo>
                <a:lnTo>
                  <a:pt x="1514475" y="3390900"/>
                </a:lnTo>
                <a:close/>
                <a:moveTo>
                  <a:pt x="819150" y="3390900"/>
                </a:moveTo>
                <a:lnTo>
                  <a:pt x="828675" y="3390900"/>
                </a:lnTo>
                <a:lnTo>
                  <a:pt x="828675" y="3409950"/>
                </a:lnTo>
                <a:lnTo>
                  <a:pt x="809625" y="3409950"/>
                </a:lnTo>
                <a:lnTo>
                  <a:pt x="809625" y="3400425"/>
                </a:lnTo>
                <a:lnTo>
                  <a:pt x="819150" y="3400425"/>
                </a:lnTo>
                <a:close/>
                <a:moveTo>
                  <a:pt x="838200" y="3390900"/>
                </a:moveTo>
                <a:lnTo>
                  <a:pt x="866775" y="3390900"/>
                </a:lnTo>
                <a:lnTo>
                  <a:pt x="866775" y="3400425"/>
                </a:lnTo>
                <a:lnTo>
                  <a:pt x="838200" y="3400425"/>
                </a:lnTo>
                <a:close/>
                <a:moveTo>
                  <a:pt x="962025" y="3390900"/>
                </a:moveTo>
                <a:lnTo>
                  <a:pt x="981075" y="3390900"/>
                </a:lnTo>
                <a:lnTo>
                  <a:pt x="981075" y="3409950"/>
                </a:lnTo>
                <a:lnTo>
                  <a:pt x="962025" y="3409950"/>
                </a:lnTo>
                <a:close/>
                <a:moveTo>
                  <a:pt x="1581150" y="3390900"/>
                </a:moveTo>
                <a:lnTo>
                  <a:pt x="1590675" y="3390900"/>
                </a:lnTo>
                <a:lnTo>
                  <a:pt x="1590675" y="3400425"/>
                </a:lnTo>
                <a:lnTo>
                  <a:pt x="1581150" y="3400425"/>
                </a:lnTo>
                <a:close/>
                <a:moveTo>
                  <a:pt x="1704975" y="3390900"/>
                </a:moveTo>
                <a:lnTo>
                  <a:pt x="1714500" y="3390900"/>
                </a:lnTo>
                <a:lnTo>
                  <a:pt x="1714500" y="3400425"/>
                </a:lnTo>
                <a:lnTo>
                  <a:pt x="1704975" y="3400425"/>
                </a:lnTo>
                <a:close/>
                <a:moveTo>
                  <a:pt x="1685925" y="3409950"/>
                </a:moveTo>
                <a:lnTo>
                  <a:pt x="1704975" y="3409950"/>
                </a:lnTo>
                <a:lnTo>
                  <a:pt x="1704975" y="3457575"/>
                </a:lnTo>
                <a:lnTo>
                  <a:pt x="1695450" y="3457575"/>
                </a:lnTo>
                <a:lnTo>
                  <a:pt x="1695450" y="3438525"/>
                </a:lnTo>
                <a:lnTo>
                  <a:pt x="1676400" y="3438525"/>
                </a:lnTo>
                <a:lnTo>
                  <a:pt x="1676400" y="3419475"/>
                </a:lnTo>
                <a:lnTo>
                  <a:pt x="1685925" y="3419475"/>
                </a:lnTo>
                <a:close/>
                <a:moveTo>
                  <a:pt x="914400" y="3429000"/>
                </a:moveTo>
                <a:lnTo>
                  <a:pt x="933450" y="3429000"/>
                </a:lnTo>
                <a:lnTo>
                  <a:pt x="933450" y="3438525"/>
                </a:lnTo>
                <a:lnTo>
                  <a:pt x="923925" y="3438525"/>
                </a:lnTo>
                <a:lnTo>
                  <a:pt x="923925" y="3448050"/>
                </a:lnTo>
                <a:lnTo>
                  <a:pt x="904875" y="3448050"/>
                </a:lnTo>
                <a:lnTo>
                  <a:pt x="904875" y="3438525"/>
                </a:lnTo>
                <a:lnTo>
                  <a:pt x="914400" y="3438525"/>
                </a:lnTo>
                <a:close/>
                <a:moveTo>
                  <a:pt x="1638300" y="3429000"/>
                </a:moveTo>
                <a:lnTo>
                  <a:pt x="1657350" y="3429000"/>
                </a:lnTo>
                <a:lnTo>
                  <a:pt x="1657350" y="3448050"/>
                </a:lnTo>
                <a:lnTo>
                  <a:pt x="1666875" y="3448050"/>
                </a:lnTo>
                <a:lnTo>
                  <a:pt x="1666875" y="3457575"/>
                </a:lnTo>
                <a:lnTo>
                  <a:pt x="1647825" y="3457575"/>
                </a:lnTo>
                <a:lnTo>
                  <a:pt x="1647825" y="3448050"/>
                </a:lnTo>
                <a:lnTo>
                  <a:pt x="1628775" y="3448050"/>
                </a:lnTo>
                <a:lnTo>
                  <a:pt x="1628775" y="3438525"/>
                </a:lnTo>
                <a:lnTo>
                  <a:pt x="1638300" y="3438525"/>
                </a:lnTo>
                <a:close/>
                <a:moveTo>
                  <a:pt x="1666875" y="3467100"/>
                </a:moveTo>
                <a:lnTo>
                  <a:pt x="1676400" y="3467100"/>
                </a:lnTo>
                <a:lnTo>
                  <a:pt x="1676400" y="3476625"/>
                </a:lnTo>
                <a:lnTo>
                  <a:pt x="1666875" y="3476625"/>
                </a:lnTo>
                <a:close/>
                <a:moveTo>
                  <a:pt x="1143000" y="3486150"/>
                </a:moveTo>
                <a:lnTo>
                  <a:pt x="1162050" y="3486150"/>
                </a:lnTo>
                <a:lnTo>
                  <a:pt x="1162050" y="3495675"/>
                </a:lnTo>
                <a:lnTo>
                  <a:pt x="1143000" y="3495675"/>
                </a:lnTo>
                <a:close/>
                <a:moveTo>
                  <a:pt x="295275" y="3552825"/>
                </a:moveTo>
                <a:lnTo>
                  <a:pt x="304800" y="3552825"/>
                </a:lnTo>
                <a:lnTo>
                  <a:pt x="304800" y="3562350"/>
                </a:lnTo>
                <a:lnTo>
                  <a:pt x="295275" y="3562350"/>
                </a:lnTo>
                <a:close/>
                <a:moveTo>
                  <a:pt x="390525" y="3638550"/>
                </a:moveTo>
                <a:lnTo>
                  <a:pt x="419100" y="3638550"/>
                </a:lnTo>
                <a:lnTo>
                  <a:pt x="419100" y="3667125"/>
                </a:lnTo>
                <a:lnTo>
                  <a:pt x="390525" y="3667125"/>
                </a:lnTo>
                <a:lnTo>
                  <a:pt x="390525" y="3657600"/>
                </a:lnTo>
                <a:lnTo>
                  <a:pt x="381000" y="3657600"/>
                </a:lnTo>
                <a:lnTo>
                  <a:pt x="381000" y="3648075"/>
                </a:lnTo>
                <a:lnTo>
                  <a:pt x="390525" y="3648075"/>
                </a:lnTo>
                <a:close/>
                <a:moveTo>
                  <a:pt x="847725" y="3657600"/>
                </a:moveTo>
                <a:lnTo>
                  <a:pt x="857250" y="3657600"/>
                </a:lnTo>
                <a:lnTo>
                  <a:pt x="857250" y="3667125"/>
                </a:lnTo>
                <a:lnTo>
                  <a:pt x="847725" y="3667125"/>
                </a:lnTo>
                <a:close/>
                <a:moveTo>
                  <a:pt x="933450" y="3657600"/>
                </a:moveTo>
                <a:lnTo>
                  <a:pt x="952500" y="3657600"/>
                </a:lnTo>
                <a:lnTo>
                  <a:pt x="952500" y="3667125"/>
                </a:lnTo>
                <a:lnTo>
                  <a:pt x="933450" y="3667125"/>
                </a:lnTo>
                <a:close/>
                <a:moveTo>
                  <a:pt x="1495425" y="3657600"/>
                </a:moveTo>
                <a:lnTo>
                  <a:pt x="1504950" y="3657600"/>
                </a:lnTo>
                <a:lnTo>
                  <a:pt x="1504950" y="3667125"/>
                </a:lnTo>
                <a:lnTo>
                  <a:pt x="1495425" y="3667125"/>
                </a:lnTo>
                <a:close/>
              </a:path>
            </a:pathLst>
          </a:custGeom>
          <a:solidFill xmlns:a="http://schemas.openxmlformats.org/drawingml/2006/main">
            <a:srgbClr val="F1EDE2"/>
          </a:solidFill>
          <a:ln xmlns:a="http://schemas.openxmlformats.org/drawingml/2006/main" w="0">
            <a:noFill/>
          </a:ln>
        </p:spPr>
      </p:sp>
      <p:sp>
        <p:nvSpPr>
          <p:cNvPr id="21" name="dashboard vector #f1ede1">
            <a:extLst xmlns:a="http://schemas.openxmlformats.org/drawingml/2006/main">
              <a:ext uri="{FF2B5EF4-FFF2-40B4-BE49-F238E27FC236}">
                <a16:creationId xmlns:a16="http://schemas.microsoft.com/office/drawing/2014/main" id="{70C2548B-8251-490E-8022-246BE13A633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14400" y="1447800"/>
            <a:ext cx="2171700" cy="4467225"/>
          </a:xfrm>
          <a:custGeom xmlns:a="http://schemas.openxmlformats.org/drawingml/2006/main">
            <a:pathLst>
              <a:path w="1838325" h="3790950">
                <a:moveTo>
                  <a:pt x="1619250" y="0"/>
                </a:moveTo>
                <a:lnTo>
                  <a:pt x="1628775" y="0"/>
                </a:lnTo>
                <a:lnTo>
                  <a:pt x="1628775" y="9525"/>
                </a:lnTo>
                <a:lnTo>
                  <a:pt x="1619250" y="9525"/>
                </a:lnTo>
                <a:close/>
                <a:moveTo>
                  <a:pt x="133350" y="9525"/>
                </a:moveTo>
                <a:lnTo>
                  <a:pt x="161925" y="9525"/>
                </a:lnTo>
                <a:lnTo>
                  <a:pt x="161925" y="19050"/>
                </a:lnTo>
                <a:lnTo>
                  <a:pt x="171450" y="19050"/>
                </a:lnTo>
                <a:lnTo>
                  <a:pt x="171450" y="28575"/>
                </a:lnTo>
                <a:lnTo>
                  <a:pt x="133350" y="28575"/>
                </a:lnTo>
                <a:close/>
                <a:moveTo>
                  <a:pt x="1685925" y="28575"/>
                </a:moveTo>
                <a:lnTo>
                  <a:pt x="1695450" y="28575"/>
                </a:lnTo>
                <a:lnTo>
                  <a:pt x="1695450" y="38100"/>
                </a:lnTo>
                <a:lnTo>
                  <a:pt x="1685925" y="38100"/>
                </a:lnTo>
                <a:close/>
                <a:moveTo>
                  <a:pt x="123825" y="38100"/>
                </a:moveTo>
                <a:lnTo>
                  <a:pt x="133350" y="38100"/>
                </a:lnTo>
                <a:lnTo>
                  <a:pt x="133350" y="47625"/>
                </a:lnTo>
                <a:lnTo>
                  <a:pt x="123825" y="47625"/>
                </a:lnTo>
                <a:close/>
                <a:moveTo>
                  <a:pt x="85725" y="47625"/>
                </a:moveTo>
                <a:lnTo>
                  <a:pt x="123825" y="47625"/>
                </a:lnTo>
                <a:lnTo>
                  <a:pt x="123825" y="66675"/>
                </a:lnTo>
                <a:lnTo>
                  <a:pt x="85725" y="66675"/>
                </a:lnTo>
                <a:close/>
                <a:moveTo>
                  <a:pt x="1704975" y="57150"/>
                </a:moveTo>
                <a:lnTo>
                  <a:pt x="1714500" y="57150"/>
                </a:lnTo>
                <a:lnTo>
                  <a:pt x="1714500" y="66675"/>
                </a:lnTo>
                <a:lnTo>
                  <a:pt x="1704975" y="66675"/>
                </a:lnTo>
                <a:close/>
                <a:moveTo>
                  <a:pt x="1743075" y="66675"/>
                </a:moveTo>
                <a:lnTo>
                  <a:pt x="1752600" y="66675"/>
                </a:lnTo>
                <a:lnTo>
                  <a:pt x="1752600" y="76200"/>
                </a:lnTo>
                <a:lnTo>
                  <a:pt x="1743075" y="76200"/>
                </a:lnTo>
                <a:close/>
                <a:moveTo>
                  <a:pt x="76200" y="76200"/>
                </a:moveTo>
                <a:lnTo>
                  <a:pt x="85725" y="76200"/>
                </a:lnTo>
                <a:lnTo>
                  <a:pt x="85725" y="85725"/>
                </a:lnTo>
                <a:lnTo>
                  <a:pt x="76200" y="85725"/>
                </a:lnTo>
                <a:close/>
                <a:moveTo>
                  <a:pt x="1752600" y="76200"/>
                </a:moveTo>
                <a:lnTo>
                  <a:pt x="1762125" y="76200"/>
                </a:lnTo>
                <a:lnTo>
                  <a:pt x="1762125" y="104775"/>
                </a:lnTo>
                <a:lnTo>
                  <a:pt x="1752600" y="104775"/>
                </a:lnTo>
                <a:close/>
                <a:moveTo>
                  <a:pt x="19050" y="95250"/>
                </a:moveTo>
                <a:lnTo>
                  <a:pt x="57150" y="95250"/>
                </a:lnTo>
                <a:lnTo>
                  <a:pt x="57150" y="104775"/>
                </a:lnTo>
                <a:lnTo>
                  <a:pt x="28575" y="104775"/>
                </a:lnTo>
                <a:lnTo>
                  <a:pt x="28575" y="123825"/>
                </a:lnTo>
                <a:lnTo>
                  <a:pt x="19050" y="123825"/>
                </a:lnTo>
                <a:lnTo>
                  <a:pt x="19050" y="133350"/>
                </a:lnTo>
                <a:lnTo>
                  <a:pt x="9525" y="133350"/>
                </a:lnTo>
                <a:lnTo>
                  <a:pt x="9525" y="114300"/>
                </a:lnTo>
                <a:lnTo>
                  <a:pt x="19050" y="114300"/>
                </a:lnTo>
                <a:close/>
                <a:moveTo>
                  <a:pt x="1790700" y="123825"/>
                </a:moveTo>
                <a:lnTo>
                  <a:pt x="1800225" y="123825"/>
                </a:lnTo>
                <a:lnTo>
                  <a:pt x="1800225" y="133350"/>
                </a:lnTo>
                <a:lnTo>
                  <a:pt x="1790700" y="133350"/>
                </a:lnTo>
                <a:close/>
                <a:moveTo>
                  <a:pt x="0" y="133350"/>
                </a:moveTo>
                <a:lnTo>
                  <a:pt x="9525" y="133350"/>
                </a:lnTo>
                <a:lnTo>
                  <a:pt x="9525" y="142875"/>
                </a:lnTo>
                <a:lnTo>
                  <a:pt x="0" y="142875"/>
                </a:lnTo>
                <a:close/>
                <a:moveTo>
                  <a:pt x="1400175" y="133350"/>
                </a:moveTo>
                <a:lnTo>
                  <a:pt x="1428750" y="133350"/>
                </a:lnTo>
                <a:lnTo>
                  <a:pt x="1428750" y="152400"/>
                </a:lnTo>
                <a:lnTo>
                  <a:pt x="1438275" y="152400"/>
                </a:lnTo>
                <a:lnTo>
                  <a:pt x="1438275" y="161925"/>
                </a:lnTo>
                <a:lnTo>
                  <a:pt x="1447800" y="161925"/>
                </a:lnTo>
                <a:lnTo>
                  <a:pt x="1447800" y="152400"/>
                </a:lnTo>
                <a:lnTo>
                  <a:pt x="1466850" y="152400"/>
                </a:lnTo>
                <a:lnTo>
                  <a:pt x="1466850" y="142875"/>
                </a:lnTo>
                <a:lnTo>
                  <a:pt x="1476375" y="142875"/>
                </a:lnTo>
                <a:lnTo>
                  <a:pt x="1476375" y="152400"/>
                </a:lnTo>
                <a:lnTo>
                  <a:pt x="1495425" y="152400"/>
                </a:lnTo>
                <a:lnTo>
                  <a:pt x="1495425" y="161925"/>
                </a:lnTo>
                <a:lnTo>
                  <a:pt x="1476375" y="161925"/>
                </a:lnTo>
                <a:lnTo>
                  <a:pt x="1476375" y="180975"/>
                </a:lnTo>
                <a:lnTo>
                  <a:pt x="1457325" y="180975"/>
                </a:lnTo>
                <a:lnTo>
                  <a:pt x="1457325" y="190500"/>
                </a:lnTo>
                <a:lnTo>
                  <a:pt x="1447800" y="190500"/>
                </a:lnTo>
                <a:lnTo>
                  <a:pt x="1447800" y="209550"/>
                </a:lnTo>
                <a:lnTo>
                  <a:pt x="1438275" y="209550"/>
                </a:lnTo>
                <a:lnTo>
                  <a:pt x="1438275" y="228600"/>
                </a:lnTo>
                <a:lnTo>
                  <a:pt x="1419225" y="228600"/>
                </a:lnTo>
                <a:lnTo>
                  <a:pt x="1419225" y="219075"/>
                </a:lnTo>
                <a:lnTo>
                  <a:pt x="1428750" y="219075"/>
                </a:lnTo>
                <a:lnTo>
                  <a:pt x="1428750" y="209550"/>
                </a:lnTo>
                <a:lnTo>
                  <a:pt x="1419225" y="209550"/>
                </a:lnTo>
                <a:lnTo>
                  <a:pt x="1419225" y="200025"/>
                </a:lnTo>
                <a:lnTo>
                  <a:pt x="1400175" y="200025"/>
                </a:lnTo>
                <a:lnTo>
                  <a:pt x="1400175" y="219075"/>
                </a:lnTo>
                <a:lnTo>
                  <a:pt x="1390650" y="219075"/>
                </a:lnTo>
                <a:lnTo>
                  <a:pt x="1390650" y="209550"/>
                </a:lnTo>
                <a:lnTo>
                  <a:pt x="1371600" y="209550"/>
                </a:lnTo>
                <a:lnTo>
                  <a:pt x="1371600" y="228600"/>
                </a:lnTo>
                <a:lnTo>
                  <a:pt x="1333500" y="228600"/>
                </a:lnTo>
                <a:lnTo>
                  <a:pt x="1333500" y="238125"/>
                </a:lnTo>
                <a:lnTo>
                  <a:pt x="1314450" y="238125"/>
                </a:lnTo>
                <a:lnTo>
                  <a:pt x="1314450" y="247650"/>
                </a:lnTo>
                <a:lnTo>
                  <a:pt x="1304925" y="247650"/>
                </a:lnTo>
                <a:lnTo>
                  <a:pt x="1304925" y="257175"/>
                </a:lnTo>
                <a:lnTo>
                  <a:pt x="1285875" y="257175"/>
                </a:lnTo>
                <a:lnTo>
                  <a:pt x="1285875" y="238125"/>
                </a:lnTo>
                <a:lnTo>
                  <a:pt x="1257300" y="238125"/>
                </a:lnTo>
                <a:lnTo>
                  <a:pt x="1257300" y="228600"/>
                </a:lnTo>
                <a:lnTo>
                  <a:pt x="1219200" y="228600"/>
                </a:lnTo>
                <a:lnTo>
                  <a:pt x="1219200" y="219075"/>
                </a:lnTo>
                <a:lnTo>
                  <a:pt x="1190625" y="219075"/>
                </a:lnTo>
                <a:lnTo>
                  <a:pt x="1190625" y="209550"/>
                </a:lnTo>
                <a:lnTo>
                  <a:pt x="1181100" y="209550"/>
                </a:lnTo>
                <a:lnTo>
                  <a:pt x="1181100" y="180975"/>
                </a:lnTo>
                <a:lnTo>
                  <a:pt x="1143000" y="180975"/>
                </a:lnTo>
                <a:lnTo>
                  <a:pt x="1143000" y="161925"/>
                </a:lnTo>
                <a:lnTo>
                  <a:pt x="1152525" y="161925"/>
                </a:lnTo>
                <a:lnTo>
                  <a:pt x="1152525" y="152400"/>
                </a:lnTo>
                <a:lnTo>
                  <a:pt x="1123950" y="152400"/>
                </a:lnTo>
                <a:lnTo>
                  <a:pt x="1123950" y="142875"/>
                </a:lnTo>
                <a:lnTo>
                  <a:pt x="1162050" y="142875"/>
                </a:lnTo>
                <a:lnTo>
                  <a:pt x="1162050" y="152400"/>
                </a:lnTo>
                <a:lnTo>
                  <a:pt x="1181100" y="152400"/>
                </a:lnTo>
                <a:lnTo>
                  <a:pt x="1181100" y="142875"/>
                </a:lnTo>
                <a:lnTo>
                  <a:pt x="1190625" y="142875"/>
                </a:lnTo>
                <a:lnTo>
                  <a:pt x="1190625" y="152400"/>
                </a:lnTo>
                <a:lnTo>
                  <a:pt x="1209675" y="152400"/>
                </a:lnTo>
                <a:lnTo>
                  <a:pt x="1209675" y="142875"/>
                </a:lnTo>
                <a:lnTo>
                  <a:pt x="1228725" y="142875"/>
                </a:lnTo>
                <a:lnTo>
                  <a:pt x="1228725" y="152400"/>
                </a:lnTo>
                <a:lnTo>
                  <a:pt x="1219200" y="152400"/>
                </a:lnTo>
                <a:lnTo>
                  <a:pt x="1219200" y="161925"/>
                </a:lnTo>
                <a:lnTo>
                  <a:pt x="1257300" y="161925"/>
                </a:lnTo>
                <a:lnTo>
                  <a:pt x="1257300" y="180975"/>
                </a:lnTo>
                <a:lnTo>
                  <a:pt x="1276350" y="180975"/>
                </a:lnTo>
                <a:lnTo>
                  <a:pt x="1276350" y="171450"/>
                </a:lnTo>
                <a:lnTo>
                  <a:pt x="1285875" y="171450"/>
                </a:lnTo>
                <a:lnTo>
                  <a:pt x="1285875" y="161925"/>
                </a:lnTo>
                <a:lnTo>
                  <a:pt x="1323975" y="161925"/>
                </a:lnTo>
                <a:lnTo>
                  <a:pt x="1323975" y="142875"/>
                </a:lnTo>
                <a:lnTo>
                  <a:pt x="1400175" y="142875"/>
                </a:lnTo>
                <a:close/>
                <a:moveTo>
                  <a:pt x="1809750" y="133350"/>
                </a:moveTo>
                <a:lnTo>
                  <a:pt x="1828800" y="133350"/>
                </a:lnTo>
                <a:lnTo>
                  <a:pt x="1828800" y="152400"/>
                </a:lnTo>
                <a:lnTo>
                  <a:pt x="1838325" y="152400"/>
                </a:lnTo>
                <a:lnTo>
                  <a:pt x="1838325" y="180975"/>
                </a:lnTo>
                <a:lnTo>
                  <a:pt x="1828800" y="180975"/>
                </a:lnTo>
                <a:lnTo>
                  <a:pt x="1828800" y="161925"/>
                </a:lnTo>
                <a:lnTo>
                  <a:pt x="1819275" y="161925"/>
                </a:lnTo>
                <a:lnTo>
                  <a:pt x="1819275" y="142875"/>
                </a:lnTo>
                <a:lnTo>
                  <a:pt x="1809750" y="142875"/>
                </a:lnTo>
                <a:close/>
                <a:moveTo>
                  <a:pt x="304800" y="142875"/>
                </a:moveTo>
                <a:lnTo>
                  <a:pt x="314325" y="142875"/>
                </a:lnTo>
                <a:lnTo>
                  <a:pt x="314325" y="152400"/>
                </a:lnTo>
                <a:lnTo>
                  <a:pt x="323850" y="152400"/>
                </a:lnTo>
                <a:lnTo>
                  <a:pt x="323850" y="171450"/>
                </a:lnTo>
                <a:lnTo>
                  <a:pt x="333375" y="171450"/>
                </a:lnTo>
                <a:lnTo>
                  <a:pt x="333375" y="180975"/>
                </a:lnTo>
                <a:lnTo>
                  <a:pt x="342900" y="180975"/>
                </a:lnTo>
                <a:lnTo>
                  <a:pt x="342900" y="171450"/>
                </a:lnTo>
                <a:lnTo>
                  <a:pt x="352425" y="171450"/>
                </a:lnTo>
                <a:lnTo>
                  <a:pt x="352425" y="161925"/>
                </a:lnTo>
                <a:lnTo>
                  <a:pt x="342900" y="161925"/>
                </a:lnTo>
                <a:lnTo>
                  <a:pt x="342900" y="152400"/>
                </a:lnTo>
                <a:lnTo>
                  <a:pt x="352425" y="152400"/>
                </a:lnTo>
                <a:lnTo>
                  <a:pt x="352425" y="142875"/>
                </a:lnTo>
                <a:lnTo>
                  <a:pt x="361950" y="142875"/>
                </a:lnTo>
                <a:lnTo>
                  <a:pt x="361950" y="152400"/>
                </a:lnTo>
                <a:lnTo>
                  <a:pt x="371475" y="152400"/>
                </a:lnTo>
                <a:lnTo>
                  <a:pt x="371475" y="161925"/>
                </a:lnTo>
                <a:lnTo>
                  <a:pt x="381000" y="161925"/>
                </a:lnTo>
                <a:lnTo>
                  <a:pt x="381000" y="171450"/>
                </a:lnTo>
                <a:lnTo>
                  <a:pt x="390525" y="171450"/>
                </a:lnTo>
                <a:lnTo>
                  <a:pt x="390525" y="161925"/>
                </a:lnTo>
                <a:lnTo>
                  <a:pt x="419100" y="161925"/>
                </a:lnTo>
                <a:lnTo>
                  <a:pt x="419100" y="152400"/>
                </a:lnTo>
                <a:lnTo>
                  <a:pt x="390525" y="152400"/>
                </a:lnTo>
                <a:lnTo>
                  <a:pt x="390525" y="142875"/>
                </a:lnTo>
                <a:lnTo>
                  <a:pt x="428625" y="142875"/>
                </a:lnTo>
                <a:lnTo>
                  <a:pt x="428625" y="152400"/>
                </a:lnTo>
                <a:lnTo>
                  <a:pt x="438150" y="152400"/>
                </a:lnTo>
                <a:lnTo>
                  <a:pt x="438150" y="142875"/>
                </a:lnTo>
                <a:lnTo>
                  <a:pt x="447675" y="142875"/>
                </a:lnTo>
                <a:lnTo>
                  <a:pt x="447675" y="161925"/>
                </a:lnTo>
                <a:lnTo>
                  <a:pt x="466725" y="161925"/>
                </a:lnTo>
                <a:lnTo>
                  <a:pt x="466725" y="142875"/>
                </a:lnTo>
                <a:lnTo>
                  <a:pt x="542925" y="142875"/>
                </a:lnTo>
                <a:lnTo>
                  <a:pt x="542925" y="161925"/>
                </a:lnTo>
                <a:lnTo>
                  <a:pt x="552450" y="161925"/>
                </a:lnTo>
                <a:lnTo>
                  <a:pt x="552450" y="142875"/>
                </a:lnTo>
                <a:lnTo>
                  <a:pt x="657225" y="142875"/>
                </a:lnTo>
                <a:lnTo>
                  <a:pt x="657225" y="180975"/>
                </a:lnTo>
                <a:lnTo>
                  <a:pt x="666750" y="180975"/>
                </a:lnTo>
                <a:lnTo>
                  <a:pt x="666750" y="200025"/>
                </a:lnTo>
                <a:lnTo>
                  <a:pt x="647700" y="200025"/>
                </a:lnTo>
                <a:lnTo>
                  <a:pt x="647700" y="219075"/>
                </a:lnTo>
                <a:lnTo>
                  <a:pt x="638175" y="219075"/>
                </a:lnTo>
                <a:lnTo>
                  <a:pt x="638175" y="228600"/>
                </a:lnTo>
                <a:lnTo>
                  <a:pt x="628650" y="228600"/>
                </a:lnTo>
                <a:lnTo>
                  <a:pt x="628650" y="219075"/>
                </a:lnTo>
                <a:lnTo>
                  <a:pt x="619125" y="219075"/>
                </a:lnTo>
                <a:lnTo>
                  <a:pt x="619125" y="200025"/>
                </a:lnTo>
                <a:lnTo>
                  <a:pt x="609600" y="200025"/>
                </a:lnTo>
                <a:lnTo>
                  <a:pt x="609600" y="190500"/>
                </a:lnTo>
                <a:lnTo>
                  <a:pt x="600075" y="190500"/>
                </a:lnTo>
                <a:lnTo>
                  <a:pt x="600075" y="200025"/>
                </a:lnTo>
                <a:lnTo>
                  <a:pt x="561975" y="200025"/>
                </a:lnTo>
                <a:lnTo>
                  <a:pt x="561975" y="219075"/>
                </a:lnTo>
                <a:lnTo>
                  <a:pt x="476250" y="219075"/>
                </a:lnTo>
                <a:lnTo>
                  <a:pt x="476250" y="209550"/>
                </a:lnTo>
                <a:lnTo>
                  <a:pt x="447675" y="209550"/>
                </a:lnTo>
                <a:lnTo>
                  <a:pt x="447675" y="200025"/>
                </a:lnTo>
                <a:lnTo>
                  <a:pt x="438150" y="200025"/>
                </a:lnTo>
                <a:lnTo>
                  <a:pt x="438150" y="209550"/>
                </a:lnTo>
                <a:lnTo>
                  <a:pt x="428625" y="209550"/>
                </a:lnTo>
                <a:lnTo>
                  <a:pt x="428625" y="219075"/>
                </a:lnTo>
                <a:lnTo>
                  <a:pt x="419100" y="219075"/>
                </a:lnTo>
                <a:lnTo>
                  <a:pt x="419100" y="209550"/>
                </a:lnTo>
                <a:lnTo>
                  <a:pt x="400050" y="209550"/>
                </a:lnTo>
                <a:lnTo>
                  <a:pt x="400050" y="200025"/>
                </a:lnTo>
                <a:lnTo>
                  <a:pt x="352425" y="200025"/>
                </a:lnTo>
                <a:lnTo>
                  <a:pt x="352425" y="190500"/>
                </a:lnTo>
                <a:lnTo>
                  <a:pt x="333375" y="190500"/>
                </a:lnTo>
                <a:lnTo>
                  <a:pt x="333375" y="200025"/>
                </a:lnTo>
                <a:lnTo>
                  <a:pt x="323850" y="200025"/>
                </a:lnTo>
                <a:lnTo>
                  <a:pt x="323850" y="190500"/>
                </a:lnTo>
                <a:lnTo>
                  <a:pt x="314325" y="190500"/>
                </a:lnTo>
                <a:lnTo>
                  <a:pt x="314325" y="200025"/>
                </a:lnTo>
                <a:lnTo>
                  <a:pt x="323850" y="200025"/>
                </a:lnTo>
                <a:lnTo>
                  <a:pt x="323850" y="209550"/>
                </a:lnTo>
                <a:lnTo>
                  <a:pt x="304800" y="209550"/>
                </a:lnTo>
                <a:lnTo>
                  <a:pt x="304800" y="190500"/>
                </a:lnTo>
                <a:lnTo>
                  <a:pt x="276225" y="190500"/>
                </a:lnTo>
                <a:lnTo>
                  <a:pt x="276225" y="209550"/>
                </a:lnTo>
                <a:lnTo>
                  <a:pt x="304800" y="209550"/>
                </a:lnTo>
                <a:lnTo>
                  <a:pt x="304800" y="219075"/>
                </a:lnTo>
                <a:lnTo>
                  <a:pt x="295275" y="219075"/>
                </a:lnTo>
                <a:lnTo>
                  <a:pt x="295275" y="257175"/>
                </a:lnTo>
                <a:lnTo>
                  <a:pt x="304800" y="257175"/>
                </a:lnTo>
                <a:lnTo>
                  <a:pt x="304800" y="276225"/>
                </a:lnTo>
                <a:lnTo>
                  <a:pt x="295275" y="276225"/>
                </a:lnTo>
                <a:lnTo>
                  <a:pt x="295275" y="304800"/>
                </a:lnTo>
                <a:lnTo>
                  <a:pt x="314325" y="304800"/>
                </a:lnTo>
                <a:lnTo>
                  <a:pt x="314325" y="323850"/>
                </a:lnTo>
                <a:lnTo>
                  <a:pt x="333375" y="323850"/>
                </a:lnTo>
                <a:lnTo>
                  <a:pt x="333375" y="342900"/>
                </a:lnTo>
                <a:lnTo>
                  <a:pt x="304800" y="342900"/>
                </a:lnTo>
                <a:lnTo>
                  <a:pt x="304800" y="352425"/>
                </a:lnTo>
                <a:lnTo>
                  <a:pt x="295275" y="352425"/>
                </a:lnTo>
                <a:lnTo>
                  <a:pt x="295275" y="333375"/>
                </a:lnTo>
                <a:lnTo>
                  <a:pt x="285750" y="333375"/>
                </a:lnTo>
                <a:lnTo>
                  <a:pt x="285750" y="323850"/>
                </a:lnTo>
                <a:lnTo>
                  <a:pt x="295275" y="323850"/>
                </a:lnTo>
                <a:lnTo>
                  <a:pt x="295275" y="314325"/>
                </a:lnTo>
                <a:lnTo>
                  <a:pt x="257175" y="314325"/>
                </a:lnTo>
                <a:lnTo>
                  <a:pt x="257175" y="323850"/>
                </a:lnTo>
                <a:lnTo>
                  <a:pt x="238125" y="323850"/>
                </a:lnTo>
                <a:lnTo>
                  <a:pt x="238125" y="333375"/>
                </a:lnTo>
                <a:lnTo>
                  <a:pt x="228600" y="333375"/>
                </a:lnTo>
                <a:lnTo>
                  <a:pt x="228600" y="323850"/>
                </a:lnTo>
                <a:lnTo>
                  <a:pt x="219075" y="323850"/>
                </a:lnTo>
                <a:lnTo>
                  <a:pt x="219075" y="314325"/>
                </a:lnTo>
                <a:lnTo>
                  <a:pt x="171450" y="314325"/>
                </a:lnTo>
                <a:lnTo>
                  <a:pt x="171450" y="323850"/>
                </a:lnTo>
                <a:lnTo>
                  <a:pt x="161925" y="323850"/>
                </a:lnTo>
                <a:lnTo>
                  <a:pt x="161925" y="304800"/>
                </a:lnTo>
                <a:lnTo>
                  <a:pt x="171450" y="304800"/>
                </a:lnTo>
                <a:lnTo>
                  <a:pt x="171450" y="295275"/>
                </a:lnTo>
                <a:lnTo>
                  <a:pt x="161925" y="295275"/>
                </a:lnTo>
                <a:lnTo>
                  <a:pt x="161925" y="285750"/>
                </a:lnTo>
                <a:lnTo>
                  <a:pt x="152400" y="285750"/>
                </a:lnTo>
                <a:lnTo>
                  <a:pt x="152400" y="276225"/>
                </a:lnTo>
                <a:lnTo>
                  <a:pt x="161925" y="276225"/>
                </a:lnTo>
                <a:lnTo>
                  <a:pt x="161925" y="266700"/>
                </a:lnTo>
                <a:lnTo>
                  <a:pt x="152400" y="266700"/>
                </a:lnTo>
                <a:lnTo>
                  <a:pt x="152400" y="257175"/>
                </a:lnTo>
                <a:lnTo>
                  <a:pt x="180975" y="257175"/>
                </a:lnTo>
                <a:lnTo>
                  <a:pt x="180975" y="247650"/>
                </a:lnTo>
                <a:lnTo>
                  <a:pt x="190500" y="247650"/>
                </a:lnTo>
                <a:lnTo>
                  <a:pt x="190500" y="238125"/>
                </a:lnTo>
                <a:lnTo>
                  <a:pt x="200025" y="238125"/>
                </a:lnTo>
                <a:lnTo>
                  <a:pt x="200025" y="219075"/>
                </a:lnTo>
                <a:lnTo>
                  <a:pt x="209550" y="219075"/>
                </a:lnTo>
                <a:lnTo>
                  <a:pt x="209550" y="190500"/>
                </a:lnTo>
                <a:lnTo>
                  <a:pt x="219075" y="190500"/>
                </a:lnTo>
                <a:lnTo>
                  <a:pt x="219075" y="180975"/>
                </a:lnTo>
                <a:lnTo>
                  <a:pt x="238125" y="180975"/>
                </a:lnTo>
                <a:lnTo>
                  <a:pt x="238125" y="161925"/>
                </a:lnTo>
                <a:lnTo>
                  <a:pt x="247650" y="161925"/>
                </a:lnTo>
                <a:lnTo>
                  <a:pt x="247650" y="152400"/>
                </a:lnTo>
                <a:lnTo>
                  <a:pt x="304800" y="152400"/>
                </a:lnTo>
                <a:close/>
                <a:moveTo>
                  <a:pt x="685800" y="142875"/>
                </a:moveTo>
                <a:lnTo>
                  <a:pt x="704850" y="142875"/>
                </a:lnTo>
                <a:lnTo>
                  <a:pt x="704850" y="152400"/>
                </a:lnTo>
                <a:lnTo>
                  <a:pt x="685800" y="152400"/>
                </a:lnTo>
                <a:close/>
                <a:moveTo>
                  <a:pt x="1257300" y="142875"/>
                </a:moveTo>
                <a:lnTo>
                  <a:pt x="1266825" y="142875"/>
                </a:lnTo>
                <a:lnTo>
                  <a:pt x="1266825" y="152400"/>
                </a:lnTo>
                <a:lnTo>
                  <a:pt x="1257300" y="152400"/>
                </a:lnTo>
                <a:close/>
                <a:moveTo>
                  <a:pt x="1276350" y="142875"/>
                </a:moveTo>
                <a:lnTo>
                  <a:pt x="1295400" y="142875"/>
                </a:lnTo>
                <a:lnTo>
                  <a:pt x="1295400" y="152400"/>
                </a:lnTo>
                <a:lnTo>
                  <a:pt x="1276350" y="152400"/>
                </a:lnTo>
                <a:close/>
                <a:moveTo>
                  <a:pt x="666750" y="152400"/>
                </a:moveTo>
                <a:lnTo>
                  <a:pt x="685800" y="152400"/>
                </a:lnTo>
                <a:lnTo>
                  <a:pt x="685800" y="161925"/>
                </a:lnTo>
                <a:lnTo>
                  <a:pt x="666750" y="161925"/>
                </a:lnTo>
                <a:close/>
                <a:moveTo>
                  <a:pt x="1562100" y="152400"/>
                </a:moveTo>
                <a:lnTo>
                  <a:pt x="1581150" y="152400"/>
                </a:lnTo>
                <a:lnTo>
                  <a:pt x="1581150" y="161925"/>
                </a:lnTo>
                <a:lnTo>
                  <a:pt x="1562100" y="161925"/>
                </a:lnTo>
                <a:close/>
                <a:moveTo>
                  <a:pt x="504825" y="161925"/>
                </a:moveTo>
                <a:lnTo>
                  <a:pt x="533400" y="161925"/>
                </a:lnTo>
                <a:lnTo>
                  <a:pt x="533400" y="152400"/>
                </a:lnTo>
                <a:lnTo>
                  <a:pt x="504825" y="152400"/>
                </a:lnTo>
                <a:close/>
                <a:moveTo>
                  <a:pt x="685800" y="161925"/>
                </a:moveTo>
                <a:lnTo>
                  <a:pt x="695325" y="161925"/>
                </a:lnTo>
                <a:lnTo>
                  <a:pt x="695325" y="171450"/>
                </a:lnTo>
                <a:lnTo>
                  <a:pt x="685800" y="171450"/>
                </a:lnTo>
                <a:close/>
                <a:moveTo>
                  <a:pt x="704850" y="161925"/>
                </a:moveTo>
                <a:lnTo>
                  <a:pt x="714375" y="161925"/>
                </a:lnTo>
                <a:lnTo>
                  <a:pt x="714375" y="171450"/>
                </a:lnTo>
                <a:lnTo>
                  <a:pt x="704850" y="171450"/>
                </a:lnTo>
                <a:close/>
                <a:moveTo>
                  <a:pt x="1114425" y="161925"/>
                </a:moveTo>
                <a:lnTo>
                  <a:pt x="1133475" y="161925"/>
                </a:lnTo>
                <a:lnTo>
                  <a:pt x="1133475" y="171450"/>
                </a:lnTo>
                <a:lnTo>
                  <a:pt x="1114425" y="171450"/>
                </a:lnTo>
                <a:close/>
                <a:moveTo>
                  <a:pt x="1581150" y="161925"/>
                </a:moveTo>
                <a:lnTo>
                  <a:pt x="1590675" y="161925"/>
                </a:lnTo>
                <a:lnTo>
                  <a:pt x="1590675" y="171450"/>
                </a:lnTo>
                <a:lnTo>
                  <a:pt x="1581150" y="171450"/>
                </a:lnTo>
                <a:close/>
                <a:moveTo>
                  <a:pt x="257175" y="171450"/>
                </a:moveTo>
                <a:lnTo>
                  <a:pt x="266700" y="171450"/>
                </a:lnTo>
                <a:lnTo>
                  <a:pt x="266700" y="161925"/>
                </a:lnTo>
                <a:lnTo>
                  <a:pt x="257175" y="161925"/>
                </a:lnTo>
                <a:close/>
                <a:moveTo>
                  <a:pt x="1419225" y="171450"/>
                </a:moveTo>
                <a:lnTo>
                  <a:pt x="1428750" y="171450"/>
                </a:lnTo>
                <a:lnTo>
                  <a:pt x="1428750" y="161925"/>
                </a:lnTo>
                <a:lnTo>
                  <a:pt x="1419225" y="161925"/>
                </a:lnTo>
                <a:close/>
                <a:moveTo>
                  <a:pt x="1600200" y="171450"/>
                </a:moveTo>
                <a:lnTo>
                  <a:pt x="1609725" y="171450"/>
                </a:lnTo>
                <a:lnTo>
                  <a:pt x="1609725" y="190500"/>
                </a:lnTo>
                <a:lnTo>
                  <a:pt x="1590675" y="190500"/>
                </a:lnTo>
                <a:lnTo>
                  <a:pt x="1590675" y="180975"/>
                </a:lnTo>
                <a:lnTo>
                  <a:pt x="1600200" y="180975"/>
                </a:lnTo>
                <a:close/>
                <a:moveTo>
                  <a:pt x="371475" y="190500"/>
                </a:moveTo>
                <a:lnTo>
                  <a:pt x="381000" y="190500"/>
                </a:lnTo>
                <a:lnTo>
                  <a:pt x="381000" y="180975"/>
                </a:lnTo>
                <a:lnTo>
                  <a:pt x="371475" y="180975"/>
                </a:lnTo>
                <a:close/>
                <a:moveTo>
                  <a:pt x="1323975" y="190500"/>
                </a:moveTo>
                <a:lnTo>
                  <a:pt x="1343025" y="190500"/>
                </a:lnTo>
                <a:lnTo>
                  <a:pt x="1343025" y="161925"/>
                </a:lnTo>
                <a:lnTo>
                  <a:pt x="1323975" y="161925"/>
                </a:lnTo>
                <a:close/>
                <a:moveTo>
                  <a:pt x="400050" y="200025"/>
                </a:moveTo>
                <a:lnTo>
                  <a:pt x="419100" y="200025"/>
                </a:lnTo>
                <a:lnTo>
                  <a:pt x="419100" y="190500"/>
                </a:lnTo>
                <a:lnTo>
                  <a:pt x="400050" y="190500"/>
                </a:lnTo>
                <a:close/>
                <a:moveTo>
                  <a:pt x="1266825" y="200025"/>
                </a:moveTo>
                <a:lnTo>
                  <a:pt x="1295400" y="200025"/>
                </a:lnTo>
                <a:lnTo>
                  <a:pt x="1295400" y="190500"/>
                </a:lnTo>
                <a:lnTo>
                  <a:pt x="1266825" y="190500"/>
                </a:lnTo>
                <a:close/>
                <a:moveTo>
                  <a:pt x="495300" y="209550"/>
                </a:moveTo>
                <a:lnTo>
                  <a:pt x="514350" y="209550"/>
                </a:lnTo>
                <a:lnTo>
                  <a:pt x="514350" y="200025"/>
                </a:lnTo>
                <a:lnTo>
                  <a:pt x="495300" y="200025"/>
                </a:lnTo>
                <a:close/>
                <a:moveTo>
                  <a:pt x="1504950" y="209550"/>
                </a:moveTo>
                <a:lnTo>
                  <a:pt x="1514475" y="209550"/>
                </a:lnTo>
                <a:lnTo>
                  <a:pt x="1514475" y="219075"/>
                </a:lnTo>
                <a:lnTo>
                  <a:pt x="1504950" y="219075"/>
                </a:lnTo>
                <a:close/>
                <a:moveTo>
                  <a:pt x="647700" y="219075"/>
                </a:moveTo>
                <a:lnTo>
                  <a:pt x="657225" y="219075"/>
                </a:lnTo>
                <a:lnTo>
                  <a:pt x="657225" y="228600"/>
                </a:lnTo>
                <a:lnTo>
                  <a:pt x="647700" y="228600"/>
                </a:lnTo>
                <a:close/>
                <a:moveTo>
                  <a:pt x="1638300" y="219075"/>
                </a:moveTo>
                <a:lnTo>
                  <a:pt x="1647825" y="219075"/>
                </a:lnTo>
                <a:lnTo>
                  <a:pt x="1647825" y="228600"/>
                </a:lnTo>
                <a:lnTo>
                  <a:pt x="1666875" y="228600"/>
                </a:lnTo>
                <a:lnTo>
                  <a:pt x="1666875" y="247650"/>
                </a:lnTo>
                <a:lnTo>
                  <a:pt x="1647825" y="247650"/>
                </a:lnTo>
                <a:lnTo>
                  <a:pt x="1647825" y="238125"/>
                </a:lnTo>
                <a:lnTo>
                  <a:pt x="1638300" y="238125"/>
                </a:lnTo>
                <a:close/>
                <a:moveTo>
                  <a:pt x="247650" y="228600"/>
                </a:moveTo>
                <a:lnTo>
                  <a:pt x="257175" y="228600"/>
                </a:lnTo>
                <a:lnTo>
                  <a:pt x="257175" y="209550"/>
                </a:lnTo>
                <a:lnTo>
                  <a:pt x="247650" y="209550"/>
                </a:lnTo>
                <a:close/>
                <a:moveTo>
                  <a:pt x="1600200" y="238125"/>
                </a:moveTo>
                <a:lnTo>
                  <a:pt x="1619250" y="238125"/>
                </a:lnTo>
                <a:lnTo>
                  <a:pt x="1619250" y="247650"/>
                </a:lnTo>
                <a:lnTo>
                  <a:pt x="1609725" y="247650"/>
                </a:lnTo>
                <a:lnTo>
                  <a:pt x="1609725" y="257175"/>
                </a:lnTo>
                <a:lnTo>
                  <a:pt x="1600200" y="257175"/>
                </a:lnTo>
                <a:close/>
                <a:moveTo>
                  <a:pt x="1276350" y="257175"/>
                </a:moveTo>
                <a:lnTo>
                  <a:pt x="1285875" y="257175"/>
                </a:lnTo>
                <a:lnTo>
                  <a:pt x="1285875" y="266700"/>
                </a:lnTo>
                <a:lnTo>
                  <a:pt x="1276350" y="266700"/>
                </a:lnTo>
                <a:close/>
                <a:moveTo>
                  <a:pt x="1171575" y="266700"/>
                </a:moveTo>
                <a:lnTo>
                  <a:pt x="1181100" y="266700"/>
                </a:lnTo>
                <a:lnTo>
                  <a:pt x="1181100" y="276225"/>
                </a:lnTo>
                <a:lnTo>
                  <a:pt x="1171575" y="276225"/>
                </a:lnTo>
                <a:close/>
                <a:moveTo>
                  <a:pt x="1428750" y="266700"/>
                </a:moveTo>
                <a:lnTo>
                  <a:pt x="1438275" y="266700"/>
                </a:lnTo>
                <a:lnTo>
                  <a:pt x="1438275" y="276225"/>
                </a:lnTo>
                <a:lnTo>
                  <a:pt x="1428750" y="276225"/>
                </a:lnTo>
                <a:close/>
                <a:moveTo>
                  <a:pt x="238125" y="276225"/>
                </a:moveTo>
                <a:lnTo>
                  <a:pt x="266700" y="276225"/>
                </a:lnTo>
                <a:lnTo>
                  <a:pt x="266700" y="266700"/>
                </a:lnTo>
                <a:lnTo>
                  <a:pt x="257175" y="266700"/>
                </a:lnTo>
                <a:lnTo>
                  <a:pt x="257175" y="257175"/>
                </a:lnTo>
                <a:lnTo>
                  <a:pt x="247650" y="257175"/>
                </a:lnTo>
                <a:lnTo>
                  <a:pt x="247650" y="266700"/>
                </a:lnTo>
                <a:lnTo>
                  <a:pt x="238125" y="266700"/>
                </a:lnTo>
                <a:close/>
                <a:moveTo>
                  <a:pt x="276225" y="285750"/>
                </a:moveTo>
                <a:lnTo>
                  <a:pt x="285750" y="285750"/>
                </a:lnTo>
                <a:lnTo>
                  <a:pt x="285750" y="266700"/>
                </a:lnTo>
                <a:lnTo>
                  <a:pt x="276225" y="266700"/>
                </a:lnTo>
                <a:close/>
                <a:moveTo>
                  <a:pt x="400050" y="285750"/>
                </a:moveTo>
                <a:lnTo>
                  <a:pt x="428625" y="285750"/>
                </a:lnTo>
                <a:lnTo>
                  <a:pt x="428625" y="295275"/>
                </a:lnTo>
                <a:lnTo>
                  <a:pt x="400050" y="295275"/>
                </a:lnTo>
                <a:close/>
                <a:moveTo>
                  <a:pt x="1476375" y="285750"/>
                </a:moveTo>
                <a:lnTo>
                  <a:pt x="1504950" y="285750"/>
                </a:lnTo>
                <a:lnTo>
                  <a:pt x="1504950" y="295275"/>
                </a:lnTo>
                <a:lnTo>
                  <a:pt x="1476375" y="295275"/>
                </a:lnTo>
                <a:close/>
                <a:moveTo>
                  <a:pt x="1685925" y="285750"/>
                </a:moveTo>
                <a:lnTo>
                  <a:pt x="1695450" y="285750"/>
                </a:lnTo>
                <a:lnTo>
                  <a:pt x="1695450" y="314325"/>
                </a:lnTo>
                <a:lnTo>
                  <a:pt x="1685925" y="314325"/>
                </a:lnTo>
                <a:close/>
                <a:moveTo>
                  <a:pt x="1152525" y="295275"/>
                </a:moveTo>
                <a:lnTo>
                  <a:pt x="1162050" y="295275"/>
                </a:lnTo>
                <a:lnTo>
                  <a:pt x="1162050" y="304800"/>
                </a:lnTo>
                <a:lnTo>
                  <a:pt x="1152525" y="304800"/>
                </a:lnTo>
                <a:close/>
                <a:moveTo>
                  <a:pt x="228600" y="304800"/>
                </a:moveTo>
                <a:lnTo>
                  <a:pt x="238125" y="304800"/>
                </a:lnTo>
                <a:lnTo>
                  <a:pt x="238125" y="295275"/>
                </a:lnTo>
                <a:lnTo>
                  <a:pt x="219075" y="295275"/>
                </a:lnTo>
                <a:lnTo>
                  <a:pt x="219075" y="314325"/>
                </a:lnTo>
                <a:lnTo>
                  <a:pt x="228600" y="314325"/>
                </a:lnTo>
                <a:close/>
                <a:moveTo>
                  <a:pt x="381000" y="304800"/>
                </a:moveTo>
                <a:lnTo>
                  <a:pt x="390525" y="304800"/>
                </a:lnTo>
                <a:lnTo>
                  <a:pt x="390525" y="314325"/>
                </a:lnTo>
                <a:lnTo>
                  <a:pt x="400050" y="314325"/>
                </a:lnTo>
                <a:lnTo>
                  <a:pt x="400050" y="323850"/>
                </a:lnTo>
                <a:lnTo>
                  <a:pt x="390525" y="323850"/>
                </a:lnTo>
                <a:lnTo>
                  <a:pt x="390525" y="333375"/>
                </a:lnTo>
                <a:lnTo>
                  <a:pt x="371475" y="333375"/>
                </a:lnTo>
                <a:lnTo>
                  <a:pt x="371475" y="314325"/>
                </a:lnTo>
                <a:lnTo>
                  <a:pt x="381000" y="314325"/>
                </a:lnTo>
                <a:close/>
                <a:moveTo>
                  <a:pt x="419100" y="304800"/>
                </a:moveTo>
                <a:lnTo>
                  <a:pt x="466725" y="304800"/>
                </a:lnTo>
                <a:lnTo>
                  <a:pt x="466725" y="314325"/>
                </a:lnTo>
                <a:lnTo>
                  <a:pt x="476250" y="314325"/>
                </a:lnTo>
                <a:lnTo>
                  <a:pt x="476250" y="333375"/>
                </a:lnTo>
                <a:lnTo>
                  <a:pt x="466725" y="333375"/>
                </a:lnTo>
                <a:lnTo>
                  <a:pt x="466725" y="323850"/>
                </a:lnTo>
                <a:lnTo>
                  <a:pt x="409575" y="323850"/>
                </a:lnTo>
                <a:lnTo>
                  <a:pt x="409575" y="314325"/>
                </a:lnTo>
                <a:lnTo>
                  <a:pt x="419100" y="314325"/>
                </a:lnTo>
                <a:close/>
                <a:moveTo>
                  <a:pt x="514350" y="314325"/>
                </a:moveTo>
                <a:lnTo>
                  <a:pt x="542925" y="314325"/>
                </a:lnTo>
                <a:lnTo>
                  <a:pt x="542925" y="333375"/>
                </a:lnTo>
                <a:lnTo>
                  <a:pt x="514350" y="333375"/>
                </a:lnTo>
                <a:close/>
                <a:moveTo>
                  <a:pt x="628650" y="314325"/>
                </a:moveTo>
                <a:lnTo>
                  <a:pt x="638175" y="314325"/>
                </a:lnTo>
                <a:lnTo>
                  <a:pt x="638175" y="323850"/>
                </a:lnTo>
                <a:lnTo>
                  <a:pt x="647700" y="323850"/>
                </a:lnTo>
                <a:lnTo>
                  <a:pt x="647700" y="342900"/>
                </a:lnTo>
                <a:lnTo>
                  <a:pt x="657225" y="342900"/>
                </a:lnTo>
                <a:lnTo>
                  <a:pt x="657225" y="352425"/>
                </a:lnTo>
                <a:lnTo>
                  <a:pt x="704850" y="352425"/>
                </a:lnTo>
                <a:lnTo>
                  <a:pt x="704850" y="342900"/>
                </a:lnTo>
                <a:lnTo>
                  <a:pt x="733425" y="342900"/>
                </a:lnTo>
                <a:lnTo>
                  <a:pt x="733425" y="352425"/>
                </a:lnTo>
                <a:lnTo>
                  <a:pt x="819150" y="352425"/>
                </a:lnTo>
                <a:lnTo>
                  <a:pt x="819150" y="361950"/>
                </a:lnTo>
                <a:lnTo>
                  <a:pt x="790575" y="361950"/>
                </a:lnTo>
                <a:lnTo>
                  <a:pt x="790575" y="390525"/>
                </a:lnTo>
                <a:lnTo>
                  <a:pt x="809625" y="390525"/>
                </a:lnTo>
                <a:lnTo>
                  <a:pt x="809625" y="409575"/>
                </a:lnTo>
                <a:lnTo>
                  <a:pt x="781050" y="409575"/>
                </a:lnTo>
                <a:lnTo>
                  <a:pt x="781050" y="400050"/>
                </a:lnTo>
                <a:lnTo>
                  <a:pt x="771525" y="400050"/>
                </a:lnTo>
                <a:lnTo>
                  <a:pt x="771525" y="381000"/>
                </a:lnTo>
                <a:lnTo>
                  <a:pt x="714375" y="381000"/>
                </a:lnTo>
                <a:lnTo>
                  <a:pt x="714375" y="409575"/>
                </a:lnTo>
                <a:lnTo>
                  <a:pt x="723900" y="409575"/>
                </a:lnTo>
                <a:lnTo>
                  <a:pt x="723900" y="428625"/>
                </a:lnTo>
                <a:lnTo>
                  <a:pt x="695325" y="428625"/>
                </a:lnTo>
                <a:lnTo>
                  <a:pt x="695325" y="419100"/>
                </a:lnTo>
                <a:lnTo>
                  <a:pt x="685800" y="419100"/>
                </a:lnTo>
                <a:lnTo>
                  <a:pt x="685800" y="428625"/>
                </a:lnTo>
                <a:lnTo>
                  <a:pt x="676275" y="428625"/>
                </a:lnTo>
                <a:lnTo>
                  <a:pt x="676275" y="409575"/>
                </a:lnTo>
                <a:lnTo>
                  <a:pt x="657225" y="409575"/>
                </a:lnTo>
                <a:lnTo>
                  <a:pt x="657225" y="400050"/>
                </a:lnTo>
                <a:lnTo>
                  <a:pt x="666750" y="400050"/>
                </a:lnTo>
                <a:lnTo>
                  <a:pt x="666750" y="361950"/>
                </a:lnTo>
                <a:lnTo>
                  <a:pt x="657225" y="361950"/>
                </a:lnTo>
                <a:lnTo>
                  <a:pt x="657225" y="371475"/>
                </a:lnTo>
                <a:lnTo>
                  <a:pt x="647700" y="371475"/>
                </a:lnTo>
                <a:lnTo>
                  <a:pt x="647700" y="361950"/>
                </a:lnTo>
                <a:lnTo>
                  <a:pt x="638175" y="361950"/>
                </a:lnTo>
                <a:lnTo>
                  <a:pt x="638175" y="371475"/>
                </a:lnTo>
                <a:lnTo>
                  <a:pt x="647700" y="371475"/>
                </a:lnTo>
                <a:lnTo>
                  <a:pt x="647700" y="400050"/>
                </a:lnTo>
                <a:lnTo>
                  <a:pt x="638175" y="400050"/>
                </a:lnTo>
                <a:lnTo>
                  <a:pt x="638175" y="419100"/>
                </a:lnTo>
                <a:lnTo>
                  <a:pt x="628650" y="419100"/>
                </a:lnTo>
                <a:lnTo>
                  <a:pt x="628650" y="409575"/>
                </a:lnTo>
                <a:lnTo>
                  <a:pt x="609600" y="409575"/>
                </a:lnTo>
                <a:lnTo>
                  <a:pt x="609600" y="400050"/>
                </a:lnTo>
                <a:lnTo>
                  <a:pt x="600075" y="400050"/>
                </a:lnTo>
                <a:lnTo>
                  <a:pt x="600075" y="371475"/>
                </a:lnTo>
                <a:lnTo>
                  <a:pt x="609600" y="371475"/>
                </a:lnTo>
                <a:lnTo>
                  <a:pt x="609600" y="361950"/>
                </a:lnTo>
                <a:lnTo>
                  <a:pt x="619125" y="361950"/>
                </a:lnTo>
                <a:lnTo>
                  <a:pt x="619125" y="342900"/>
                </a:lnTo>
                <a:lnTo>
                  <a:pt x="609600" y="342900"/>
                </a:lnTo>
                <a:lnTo>
                  <a:pt x="609600" y="323850"/>
                </a:lnTo>
                <a:lnTo>
                  <a:pt x="628650" y="323850"/>
                </a:lnTo>
                <a:close/>
                <a:moveTo>
                  <a:pt x="1676400" y="323850"/>
                </a:moveTo>
                <a:lnTo>
                  <a:pt x="1685925" y="323850"/>
                </a:lnTo>
                <a:lnTo>
                  <a:pt x="1685925" y="333375"/>
                </a:lnTo>
                <a:lnTo>
                  <a:pt x="1695450" y="333375"/>
                </a:lnTo>
                <a:lnTo>
                  <a:pt x="1695450" y="371475"/>
                </a:lnTo>
                <a:lnTo>
                  <a:pt x="1676400" y="371475"/>
                </a:lnTo>
                <a:close/>
                <a:moveTo>
                  <a:pt x="342900" y="333375"/>
                </a:moveTo>
                <a:lnTo>
                  <a:pt x="352425" y="333375"/>
                </a:lnTo>
                <a:lnTo>
                  <a:pt x="352425" y="342900"/>
                </a:lnTo>
                <a:lnTo>
                  <a:pt x="361950" y="342900"/>
                </a:lnTo>
                <a:lnTo>
                  <a:pt x="361950" y="352425"/>
                </a:lnTo>
                <a:lnTo>
                  <a:pt x="381000" y="352425"/>
                </a:lnTo>
                <a:lnTo>
                  <a:pt x="381000" y="361950"/>
                </a:lnTo>
                <a:lnTo>
                  <a:pt x="371475" y="361950"/>
                </a:lnTo>
                <a:lnTo>
                  <a:pt x="371475" y="371475"/>
                </a:lnTo>
                <a:lnTo>
                  <a:pt x="352425" y="371475"/>
                </a:lnTo>
                <a:lnTo>
                  <a:pt x="352425" y="361950"/>
                </a:lnTo>
                <a:lnTo>
                  <a:pt x="342900" y="361950"/>
                </a:lnTo>
                <a:close/>
                <a:moveTo>
                  <a:pt x="819150" y="333375"/>
                </a:moveTo>
                <a:lnTo>
                  <a:pt x="828675" y="333375"/>
                </a:lnTo>
                <a:lnTo>
                  <a:pt x="828675" y="342900"/>
                </a:lnTo>
                <a:lnTo>
                  <a:pt x="819150" y="342900"/>
                </a:lnTo>
                <a:close/>
                <a:moveTo>
                  <a:pt x="857250" y="333375"/>
                </a:moveTo>
                <a:lnTo>
                  <a:pt x="866775" y="333375"/>
                </a:lnTo>
                <a:lnTo>
                  <a:pt x="866775" y="352425"/>
                </a:lnTo>
                <a:lnTo>
                  <a:pt x="857250" y="352425"/>
                </a:lnTo>
                <a:close/>
                <a:moveTo>
                  <a:pt x="133350" y="342900"/>
                </a:moveTo>
                <a:lnTo>
                  <a:pt x="142875" y="342900"/>
                </a:lnTo>
                <a:lnTo>
                  <a:pt x="142875" y="352425"/>
                </a:lnTo>
                <a:lnTo>
                  <a:pt x="133350" y="352425"/>
                </a:lnTo>
                <a:close/>
                <a:moveTo>
                  <a:pt x="171450" y="342900"/>
                </a:moveTo>
                <a:lnTo>
                  <a:pt x="200025" y="342900"/>
                </a:lnTo>
                <a:lnTo>
                  <a:pt x="200025" y="352425"/>
                </a:lnTo>
                <a:lnTo>
                  <a:pt x="209550" y="352425"/>
                </a:lnTo>
                <a:lnTo>
                  <a:pt x="209550" y="361950"/>
                </a:lnTo>
                <a:lnTo>
                  <a:pt x="238125" y="361950"/>
                </a:lnTo>
                <a:lnTo>
                  <a:pt x="238125" y="371475"/>
                </a:lnTo>
                <a:lnTo>
                  <a:pt x="219075" y="371475"/>
                </a:lnTo>
                <a:lnTo>
                  <a:pt x="219075" y="381000"/>
                </a:lnTo>
                <a:lnTo>
                  <a:pt x="200025" y="381000"/>
                </a:lnTo>
                <a:lnTo>
                  <a:pt x="200025" y="371475"/>
                </a:lnTo>
                <a:lnTo>
                  <a:pt x="171450" y="371475"/>
                </a:lnTo>
                <a:lnTo>
                  <a:pt x="171450" y="361950"/>
                </a:lnTo>
                <a:lnTo>
                  <a:pt x="180975" y="361950"/>
                </a:lnTo>
                <a:lnTo>
                  <a:pt x="180975" y="352425"/>
                </a:lnTo>
                <a:lnTo>
                  <a:pt x="171450" y="352425"/>
                </a:lnTo>
                <a:close/>
                <a:moveTo>
                  <a:pt x="904875" y="352425"/>
                </a:moveTo>
                <a:lnTo>
                  <a:pt x="914400" y="352425"/>
                </a:lnTo>
                <a:lnTo>
                  <a:pt x="914400" y="361950"/>
                </a:lnTo>
                <a:lnTo>
                  <a:pt x="923925" y="361950"/>
                </a:lnTo>
                <a:lnTo>
                  <a:pt x="923925" y="371475"/>
                </a:lnTo>
                <a:lnTo>
                  <a:pt x="933450" y="371475"/>
                </a:lnTo>
                <a:lnTo>
                  <a:pt x="933450" y="381000"/>
                </a:lnTo>
                <a:lnTo>
                  <a:pt x="914400" y="381000"/>
                </a:lnTo>
                <a:lnTo>
                  <a:pt x="914400" y="371475"/>
                </a:lnTo>
                <a:lnTo>
                  <a:pt x="904875" y="371475"/>
                </a:lnTo>
                <a:close/>
                <a:moveTo>
                  <a:pt x="1000125" y="352425"/>
                </a:moveTo>
                <a:lnTo>
                  <a:pt x="1009650" y="352425"/>
                </a:lnTo>
                <a:lnTo>
                  <a:pt x="1009650" y="361950"/>
                </a:lnTo>
                <a:lnTo>
                  <a:pt x="1019175" y="361950"/>
                </a:lnTo>
                <a:lnTo>
                  <a:pt x="1019175" y="371475"/>
                </a:lnTo>
                <a:lnTo>
                  <a:pt x="990600" y="371475"/>
                </a:lnTo>
                <a:lnTo>
                  <a:pt x="990600" y="361950"/>
                </a:lnTo>
                <a:lnTo>
                  <a:pt x="1000125" y="361950"/>
                </a:lnTo>
                <a:close/>
                <a:moveTo>
                  <a:pt x="1057275" y="352425"/>
                </a:moveTo>
                <a:lnTo>
                  <a:pt x="1066800" y="352425"/>
                </a:lnTo>
                <a:lnTo>
                  <a:pt x="1066800" y="381000"/>
                </a:lnTo>
                <a:lnTo>
                  <a:pt x="1047750" y="381000"/>
                </a:lnTo>
                <a:lnTo>
                  <a:pt x="1047750" y="390525"/>
                </a:lnTo>
                <a:lnTo>
                  <a:pt x="1028700" y="390525"/>
                </a:lnTo>
                <a:lnTo>
                  <a:pt x="1028700" y="371475"/>
                </a:lnTo>
                <a:lnTo>
                  <a:pt x="1047750" y="371475"/>
                </a:lnTo>
                <a:lnTo>
                  <a:pt x="1047750" y="361950"/>
                </a:lnTo>
                <a:lnTo>
                  <a:pt x="1057275" y="361950"/>
                </a:lnTo>
                <a:close/>
                <a:moveTo>
                  <a:pt x="409575" y="361950"/>
                </a:moveTo>
                <a:lnTo>
                  <a:pt x="419100" y="361950"/>
                </a:lnTo>
                <a:lnTo>
                  <a:pt x="419100" y="371475"/>
                </a:lnTo>
                <a:lnTo>
                  <a:pt x="438150" y="371475"/>
                </a:lnTo>
                <a:lnTo>
                  <a:pt x="438150" y="381000"/>
                </a:lnTo>
                <a:lnTo>
                  <a:pt x="457200" y="381000"/>
                </a:lnTo>
                <a:lnTo>
                  <a:pt x="457200" y="390525"/>
                </a:lnTo>
                <a:lnTo>
                  <a:pt x="466725" y="390525"/>
                </a:lnTo>
                <a:lnTo>
                  <a:pt x="466725" y="400050"/>
                </a:lnTo>
                <a:lnTo>
                  <a:pt x="438150" y="400050"/>
                </a:lnTo>
                <a:lnTo>
                  <a:pt x="438150" y="428625"/>
                </a:lnTo>
                <a:lnTo>
                  <a:pt x="409575" y="428625"/>
                </a:lnTo>
                <a:lnTo>
                  <a:pt x="409575" y="419100"/>
                </a:lnTo>
                <a:lnTo>
                  <a:pt x="400050" y="419100"/>
                </a:lnTo>
                <a:lnTo>
                  <a:pt x="400050" y="400050"/>
                </a:lnTo>
                <a:lnTo>
                  <a:pt x="390525" y="400050"/>
                </a:lnTo>
                <a:lnTo>
                  <a:pt x="390525" y="390525"/>
                </a:lnTo>
                <a:lnTo>
                  <a:pt x="400050" y="390525"/>
                </a:lnTo>
                <a:lnTo>
                  <a:pt x="400050" y="381000"/>
                </a:lnTo>
                <a:lnTo>
                  <a:pt x="409575" y="381000"/>
                </a:lnTo>
                <a:close/>
                <a:moveTo>
                  <a:pt x="962025" y="371475"/>
                </a:moveTo>
                <a:lnTo>
                  <a:pt x="971550" y="371475"/>
                </a:lnTo>
                <a:lnTo>
                  <a:pt x="971550" y="381000"/>
                </a:lnTo>
                <a:lnTo>
                  <a:pt x="962025" y="381000"/>
                </a:lnTo>
                <a:close/>
                <a:moveTo>
                  <a:pt x="495300" y="381000"/>
                </a:moveTo>
                <a:lnTo>
                  <a:pt x="514350" y="381000"/>
                </a:lnTo>
                <a:lnTo>
                  <a:pt x="514350" y="390525"/>
                </a:lnTo>
                <a:lnTo>
                  <a:pt x="533400" y="390525"/>
                </a:lnTo>
                <a:lnTo>
                  <a:pt x="533400" y="400050"/>
                </a:lnTo>
                <a:lnTo>
                  <a:pt x="523875" y="400050"/>
                </a:lnTo>
                <a:lnTo>
                  <a:pt x="523875" y="409575"/>
                </a:lnTo>
                <a:lnTo>
                  <a:pt x="504825" y="409575"/>
                </a:lnTo>
                <a:lnTo>
                  <a:pt x="504825" y="400050"/>
                </a:lnTo>
                <a:lnTo>
                  <a:pt x="495300" y="400050"/>
                </a:lnTo>
                <a:close/>
                <a:moveTo>
                  <a:pt x="828675" y="381000"/>
                </a:moveTo>
                <a:lnTo>
                  <a:pt x="847725" y="381000"/>
                </a:lnTo>
                <a:lnTo>
                  <a:pt x="847725" y="390525"/>
                </a:lnTo>
                <a:lnTo>
                  <a:pt x="828675" y="390525"/>
                </a:lnTo>
                <a:close/>
                <a:moveTo>
                  <a:pt x="866775" y="390525"/>
                </a:moveTo>
                <a:lnTo>
                  <a:pt x="895350" y="390525"/>
                </a:lnTo>
                <a:lnTo>
                  <a:pt x="895350" y="400050"/>
                </a:lnTo>
                <a:lnTo>
                  <a:pt x="866775" y="400050"/>
                </a:lnTo>
                <a:close/>
                <a:moveTo>
                  <a:pt x="400050" y="400050"/>
                </a:moveTo>
                <a:lnTo>
                  <a:pt x="419100" y="400050"/>
                </a:lnTo>
                <a:lnTo>
                  <a:pt x="419100" y="390525"/>
                </a:lnTo>
                <a:lnTo>
                  <a:pt x="400050" y="390525"/>
                </a:lnTo>
                <a:close/>
                <a:moveTo>
                  <a:pt x="466725" y="400050"/>
                </a:moveTo>
                <a:lnTo>
                  <a:pt x="476250" y="400050"/>
                </a:lnTo>
                <a:lnTo>
                  <a:pt x="476250" y="419100"/>
                </a:lnTo>
                <a:lnTo>
                  <a:pt x="466725" y="419100"/>
                </a:lnTo>
                <a:close/>
                <a:moveTo>
                  <a:pt x="752475" y="400050"/>
                </a:moveTo>
                <a:lnTo>
                  <a:pt x="762000" y="400050"/>
                </a:lnTo>
                <a:lnTo>
                  <a:pt x="762000" y="409575"/>
                </a:lnTo>
                <a:lnTo>
                  <a:pt x="752475" y="409575"/>
                </a:lnTo>
                <a:close/>
                <a:moveTo>
                  <a:pt x="1676400" y="400050"/>
                </a:moveTo>
                <a:lnTo>
                  <a:pt x="1685925" y="400050"/>
                </a:lnTo>
                <a:lnTo>
                  <a:pt x="1685925" y="419100"/>
                </a:lnTo>
                <a:lnTo>
                  <a:pt x="1676400" y="419100"/>
                </a:lnTo>
                <a:close/>
                <a:moveTo>
                  <a:pt x="419100" y="419100"/>
                </a:moveTo>
                <a:lnTo>
                  <a:pt x="428625" y="419100"/>
                </a:lnTo>
                <a:lnTo>
                  <a:pt x="428625" y="409575"/>
                </a:lnTo>
                <a:lnTo>
                  <a:pt x="419100" y="409575"/>
                </a:lnTo>
                <a:close/>
                <a:moveTo>
                  <a:pt x="304800" y="457200"/>
                </a:moveTo>
                <a:lnTo>
                  <a:pt x="314325" y="457200"/>
                </a:lnTo>
                <a:lnTo>
                  <a:pt x="314325" y="466725"/>
                </a:lnTo>
                <a:lnTo>
                  <a:pt x="304800" y="466725"/>
                </a:lnTo>
                <a:close/>
                <a:moveTo>
                  <a:pt x="600075" y="476250"/>
                </a:moveTo>
                <a:lnTo>
                  <a:pt x="619125" y="476250"/>
                </a:lnTo>
                <a:lnTo>
                  <a:pt x="619125" y="485775"/>
                </a:lnTo>
                <a:lnTo>
                  <a:pt x="628650" y="485775"/>
                </a:lnTo>
                <a:lnTo>
                  <a:pt x="628650" y="495300"/>
                </a:lnTo>
                <a:lnTo>
                  <a:pt x="638175" y="495300"/>
                </a:lnTo>
                <a:lnTo>
                  <a:pt x="638175" y="514350"/>
                </a:lnTo>
                <a:lnTo>
                  <a:pt x="657225" y="514350"/>
                </a:lnTo>
                <a:lnTo>
                  <a:pt x="657225" y="504825"/>
                </a:lnTo>
                <a:lnTo>
                  <a:pt x="666750" y="504825"/>
                </a:lnTo>
                <a:lnTo>
                  <a:pt x="666750" y="495300"/>
                </a:lnTo>
                <a:lnTo>
                  <a:pt x="685800" y="495300"/>
                </a:lnTo>
                <a:lnTo>
                  <a:pt x="685800" y="514350"/>
                </a:lnTo>
                <a:lnTo>
                  <a:pt x="666750" y="514350"/>
                </a:lnTo>
                <a:lnTo>
                  <a:pt x="666750" y="523875"/>
                </a:lnTo>
                <a:lnTo>
                  <a:pt x="685800" y="523875"/>
                </a:lnTo>
                <a:lnTo>
                  <a:pt x="685800" y="533400"/>
                </a:lnTo>
                <a:lnTo>
                  <a:pt x="695325" y="533400"/>
                </a:lnTo>
                <a:lnTo>
                  <a:pt x="695325" y="495300"/>
                </a:lnTo>
                <a:lnTo>
                  <a:pt x="704850" y="495300"/>
                </a:lnTo>
                <a:lnTo>
                  <a:pt x="704850" y="504825"/>
                </a:lnTo>
                <a:lnTo>
                  <a:pt x="714375" y="504825"/>
                </a:lnTo>
                <a:lnTo>
                  <a:pt x="714375" y="495300"/>
                </a:lnTo>
                <a:lnTo>
                  <a:pt x="742950" y="495300"/>
                </a:lnTo>
                <a:lnTo>
                  <a:pt x="742950" y="504825"/>
                </a:lnTo>
                <a:lnTo>
                  <a:pt x="733425" y="504825"/>
                </a:lnTo>
                <a:lnTo>
                  <a:pt x="733425" y="514350"/>
                </a:lnTo>
                <a:lnTo>
                  <a:pt x="714375" y="514350"/>
                </a:lnTo>
                <a:lnTo>
                  <a:pt x="714375" y="523875"/>
                </a:lnTo>
                <a:lnTo>
                  <a:pt x="704850" y="523875"/>
                </a:lnTo>
                <a:lnTo>
                  <a:pt x="704850" y="533400"/>
                </a:lnTo>
                <a:lnTo>
                  <a:pt x="742950" y="533400"/>
                </a:lnTo>
                <a:lnTo>
                  <a:pt x="742950" y="523875"/>
                </a:lnTo>
                <a:lnTo>
                  <a:pt x="752475" y="523875"/>
                </a:lnTo>
                <a:lnTo>
                  <a:pt x="752475" y="504825"/>
                </a:lnTo>
                <a:lnTo>
                  <a:pt x="771525" y="504825"/>
                </a:lnTo>
                <a:lnTo>
                  <a:pt x="771525" y="495300"/>
                </a:lnTo>
                <a:lnTo>
                  <a:pt x="819150" y="495300"/>
                </a:lnTo>
                <a:lnTo>
                  <a:pt x="819150" y="504825"/>
                </a:lnTo>
                <a:lnTo>
                  <a:pt x="838200" y="504825"/>
                </a:lnTo>
                <a:lnTo>
                  <a:pt x="838200" y="495300"/>
                </a:lnTo>
                <a:lnTo>
                  <a:pt x="885825" y="495300"/>
                </a:lnTo>
                <a:lnTo>
                  <a:pt x="885825" y="514350"/>
                </a:lnTo>
                <a:lnTo>
                  <a:pt x="876300" y="514350"/>
                </a:lnTo>
                <a:lnTo>
                  <a:pt x="876300" y="533400"/>
                </a:lnTo>
                <a:lnTo>
                  <a:pt x="866775" y="533400"/>
                </a:lnTo>
                <a:lnTo>
                  <a:pt x="866775" y="542925"/>
                </a:lnTo>
                <a:lnTo>
                  <a:pt x="876300" y="542925"/>
                </a:lnTo>
                <a:lnTo>
                  <a:pt x="876300" y="552450"/>
                </a:lnTo>
                <a:lnTo>
                  <a:pt x="885825" y="552450"/>
                </a:lnTo>
                <a:lnTo>
                  <a:pt x="885825" y="571500"/>
                </a:lnTo>
                <a:lnTo>
                  <a:pt x="895350" y="571500"/>
                </a:lnTo>
                <a:lnTo>
                  <a:pt x="895350" y="590550"/>
                </a:lnTo>
                <a:lnTo>
                  <a:pt x="904875" y="590550"/>
                </a:lnTo>
                <a:lnTo>
                  <a:pt x="904875" y="600075"/>
                </a:lnTo>
                <a:lnTo>
                  <a:pt x="885825" y="600075"/>
                </a:lnTo>
                <a:lnTo>
                  <a:pt x="885825" y="609600"/>
                </a:lnTo>
                <a:lnTo>
                  <a:pt x="876300" y="609600"/>
                </a:lnTo>
                <a:lnTo>
                  <a:pt x="876300" y="628650"/>
                </a:lnTo>
                <a:lnTo>
                  <a:pt x="866775" y="628650"/>
                </a:lnTo>
                <a:lnTo>
                  <a:pt x="866775" y="647700"/>
                </a:lnTo>
                <a:lnTo>
                  <a:pt x="847725" y="647700"/>
                </a:lnTo>
                <a:lnTo>
                  <a:pt x="847725" y="638175"/>
                </a:lnTo>
                <a:lnTo>
                  <a:pt x="838200" y="638175"/>
                </a:lnTo>
                <a:lnTo>
                  <a:pt x="838200" y="647700"/>
                </a:lnTo>
                <a:lnTo>
                  <a:pt x="809625" y="647700"/>
                </a:lnTo>
                <a:lnTo>
                  <a:pt x="809625" y="657225"/>
                </a:lnTo>
                <a:lnTo>
                  <a:pt x="800100" y="657225"/>
                </a:lnTo>
                <a:lnTo>
                  <a:pt x="800100" y="647700"/>
                </a:lnTo>
                <a:lnTo>
                  <a:pt x="762000" y="647700"/>
                </a:lnTo>
                <a:lnTo>
                  <a:pt x="762000" y="638175"/>
                </a:lnTo>
                <a:lnTo>
                  <a:pt x="752475" y="638175"/>
                </a:lnTo>
                <a:lnTo>
                  <a:pt x="752475" y="647700"/>
                </a:lnTo>
                <a:lnTo>
                  <a:pt x="733425" y="647700"/>
                </a:lnTo>
                <a:lnTo>
                  <a:pt x="733425" y="638175"/>
                </a:lnTo>
                <a:lnTo>
                  <a:pt x="695325" y="638175"/>
                </a:lnTo>
                <a:lnTo>
                  <a:pt x="695325" y="647700"/>
                </a:lnTo>
                <a:lnTo>
                  <a:pt x="676275" y="647700"/>
                </a:lnTo>
                <a:lnTo>
                  <a:pt x="676275" y="657225"/>
                </a:lnTo>
                <a:lnTo>
                  <a:pt x="666750" y="657225"/>
                </a:lnTo>
                <a:lnTo>
                  <a:pt x="666750" y="647700"/>
                </a:lnTo>
                <a:lnTo>
                  <a:pt x="657225" y="647700"/>
                </a:lnTo>
                <a:lnTo>
                  <a:pt x="657225" y="638175"/>
                </a:lnTo>
                <a:lnTo>
                  <a:pt x="666750" y="638175"/>
                </a:lnTo>
                <a:lnTo>
                  <a:pt x="666750" y="628650"/>
                </a:lnTo>
                <a:lnTo>
                  <a:pt x="676275" y="628650"/>
                </a:lnTo>
                <a:lnTo>
                  <a:pt x="676275" y="619125"/>
                </a:lnTo>
                <a:lnTo>
                  <a:pt x="666750" y="619125"/>
                </a:lnTo>
                <a:lnTo>
                  <a:pt x="666750" y="609600"/>
                </a:lnTo>
                <a:lnTo>
                  <a:pt x="657225" y="609600"/>
                </a:lnTo>
                <a:lnTo>
                  <a:pt x="657225" y="619125"/>
                </a:lnTo>
                <a:lnTo>
                  <a:pt x="638175" y="619125"/>
                </a:lnTo>
                <a:lnTo>
                  <a:pt x="638175" y="628650"/>
                </a:lnTo>
                <a:lnTo>
                  <a:pt x="647700" y="628650"/>
                </a:lnTo>
                <a:lnTo>
                  <a:pt x="647700" y="638175"/>
                </a:lnTo>
                <a:lnTo>
                  <a:pt x="638175" y="638175"/>
                </a:lnTo>
                <a:lnTo>
                  <a:pt x="638175" y="647700"/>
                </a:lnTo>
                <a:lnTo>
                  <a:pt x="628650" y="647700"/>
                </a:lnTo>
                <a:lnTo>
                  <a:pt x="628650" y="657225"/>
                </a:lnTo>
                <a:lnTo>
                  <a:pt x="600075" y="657225"/>
                </a:lnTo>
                <a:lnTo>
                  <a:pt x="600075" y="647700"/>
                </a:lnTo>
                <a:lnTo>
                  <a:pt x="533400" y="647700"/>
                </a:lnTo>
                <a:lnTo>
                  <a:pt x="533400" y="657225"/>
                </a:lnTo>
                <a:lnTo>
                  <a:pt x="523875" y="657225"/>
                </a:lnTo>
                <a:lnTo>
                  <a:pt x="523875" y="647700"/>
                </a:lnTo>
                <a:lnTo>
                  <a:pt x="514350" y="647700"/>
                </a:lnTo>
                <a:lnTo>
                  <a:pt x="514350" y="628650"/>
                </a:lnTo>
                <a:lnTo>
                  <a:pt x="533400" y="628650"/>
                </a:lnTo>
                <a:lnTo>
                  <a:pt x="533400" y="638175"/>
                </a:lnTo>
                <a:lnTo>
                  <a:pt x="552450" y="638175"/>
                </a:lnTo>
                <a:lnTo>
                  <a:pt x="552450" y="619125"/>
                </a:lnTo>
                <a:lnTo>
                  <a:pt x="542925" y="619125"/>
                </a:lnTo>
                <a:lnTo>
                  <a:pt x="542925" y="609600"/>
                </a:lnTo>
                <a:lnTo>
                  <a:pt x="533400" y="609600"/>
                </a:lnTo>
                <a:lnTo>
                  <a:pt x="533400" y="619125"/>
                </a:lnTo>
                <a:lnTo>
                  <a:pt x="523875" y="619125"/>
                </a:lnTo>
                <a:lnTo>
                  <a:pt x="523875" y="609600"/>
                </a:lnTo>
                <a:lnTo>
                  <a:pt x="495300" y="609600"/>
                </a:lnTo>
                <a:lnTo>
                  <a:pt x="495300" y="619125"/>
                </a:lnTo>
                <a:lnTo>
                  <a:pt x="485775" y="619125"/>
                </a:lnTo>
                <a:lnTo>
                  <a:pt x="485775" y="628650"/>
                </a:lnTo>
                <a:lnTo>
                  <a:pt x="476250" y="628650"/>
                </a:lnTo>
                <a:lnTo>
                  <a:pt x="476250" y="647700"/>
                </a:lnTo>
                <a:lnTo>
                  <a:pt x="495300" y="647700"/>
                </a:lnTo>
                <a:lnTo>
                  <a:pt x="495300" y="657225"/>
                </a:lnTo>
                <a:lnTo>
                  <a:pt x="447675" y="657225"/>
                </a:lnTo>
                <a:lnTo>
                  <a:pt x="447675" y="666750"/>
                </a:lnTo>
                <a:lnTo>
                  <a:pt x="438150" y="666750"/>
                </a:lnTo>
                <a:lnTo>
                  <a:pt x="438150" y="638175"/>
                </a:lnTo>
                <a:lnTo>
                  <a:pt x="428625" y="638175"/>
                </a:lnTo>
                <a:lnTo>
                  <a:pt x="428625" y="628650"/>
                </a:lnTo>
                <a:lnTo>
                  <a:pt x="419100" y="628650"/>
                </a:lnTo>
                <a:lnTo>
                  <a:pt x="419100" y="619125"/>
                </a:lnTo>
                <a:lnTo>
                  <a:pt x="400050" y="619125"/>
                </a:lnTo>
                <a:lnTo>
                  <a:pt x="400050" y="628650"/>
                </a:lnTo>
                <a:lnTo>
                  <a:pt x="390525" y="628650"/>
                </a:lnTo>
                <a:lnTo>
                  <a:pt x="390525" y="619125"/>
                </a:lnTo>
                <a:lnTo>
                  <a:pt x="371475" y="619125"/>
                </a:lnTo>
                <a:lnTo>
                  <a:pt x="371475" y="628650"/>
                </a:lnTo>
                <a:lnTo>
                  <a:pt x="361950" y="628650"/>
                </a:lnTo>
                <a:lnTo>
                  <a:pt x="361950" y="638175"/>
                </a:lnTo>
                <a:lnTo>
                  <a:pt x="390525" y="638175"/>
                </a:lnTo>
                <a:lnTo>
                  <a:pt x="390525" y="647700"/>
                </a:lnTo>
                <a:lnTo>
                  <a:pt x="352425" y="647700"/>
                </a:lnTo>
                <a:lnTo>
                  <a:pt x="352425" y="657225"/>
                </a:lnTo>
                <a:lnTo>
                  <a:pt x="333375" y="657225"/>
                </a:lnTo>
                <a:lnTo>
                  <a:pt x="333375" y="647700"/>
                </a:lnTo>
                <a:lnTo>
                  <a:pt x="295275" y="647700"/>
                </a:lnTo>
                <a:lnTo>
                  <a:pt x="295275" y="628650"/>
                </a:lnTo>
                <a:lnTo>
                  <a:pt x="276225" y="628650"/>
                </a:lnTo>
                <a:lnTo>
                  <a:pt x="276225" y="619125"/>
                </a:lnTo>
                <a:lnTo>
                  <a:pt x="257175" y="619125"/>
                </a:lnTo>
                <a:lnTo>
                  <a:pt x="257175" y="590550"/>
                </a:lnTo>
                <a:lnTo>
                  <a:pt x="304800" y="590550"/>
                </a:lnTo>
                <a:lnTo>
                  <a:pt x="304800" y="581025"/>
                </a:lnTo>
                <a:lnTo>
                  <a:pt x="333375" y="581025"/>
                </a:lnTo>
                <a:lnTo>
                  <a:pt x="333375" y="590550"/>
                </a:lnTo>
                <a:lnTo>
                  <a:pt x="323850" y="590550"/>
                </a:lnTo>
                <a:lnTo>
                  <a:pt x="323850" y="619125"/>
                </a:lnTo>
                <a:lnTo>
                  <a:pt x="342900" y="619125"/>
                </a:lnTo>
                <a:lnTo>
                  <a:pt x="342900" y="609600"/>
                </a:lnTo>
                <a:lnTo>
                  <a:pt x="333375" y="609600"/>
                </a:lnTo>
                <a:lnTo>
                  <a:pt x="333375" y="590550"/>
                </a:lnTo>
                <a:lnTo>
                  <a:pt x="352425" y="590550"/>
                </a:lnTo>
                <a:lnTo>
                  <a:pt x="352425" y="581025"/>
                </a:lnTo>
                <a:lnTo>
                  <a:pt x="390525" y="581025"/>
                </a:lnTo>
                <a:lnTo>
                  <a:pt x="390525" y="552450"/>
                </a:lnTo>
                <a:lnTo>
                  <a:pt x="428625" y="552450"/>
                </a:lnTo>
                <a:lnTo>
                  <a:pt x="428625" y="542925"/>
                </a:lnTo>
                <a:lnTo>
                  <a:pt x="447675" y="542925"/>
                </a:lnTo>
                <a:lnTo>
                  <a:pt x="447675" y="561975"/>
                </a:lnTo>
                <a:lnTo>
                  <a:pt x="438150" y="561975"/>
                </a:lnTo>
                <a:lnTo>
                  <a:pt x="438150" y="581025"/>
                </a:lnTo>
                <a:lnTo>
                  <a:pt x="428625" y="581025"/>
                </a:lnTo>
                <a:lnTo>
                  <a:pt x="428625" y="590550"/>
                </a:lnTo>
                <a:lnTo>
                  <a:pt x="438150" y="590550"/>
                </a:lnTo>
                <a:lnTo>
                  <a:pt x="438150" y="628650"/>
                </a:lnTo>
                <a:lnTo>
                  <a:pt x="447675" y="628650"/>
                </a:lnTo>
                <a:lnTo>
                  <a:pt x="447675" y="619125"/>
                </a:lnTo>
                <a:lnTo>
                  <a:pt x="457200" y="619125"/>
                </a:lnTo>
                <a:lnTo>
                  <a:pt x="457200" y="609600"/>
                </a:lnTo>
                <a:lnTo>
                  <a:pt x="447675" y="609600"/>
                </a:lnTo>
                <a:lnTo>
                  <a:pt x="447675" y="600075"/>
                </a:lnTo>
                <a:lnTo>
                  <a:pt x="476250" y="600075"/>
                </a:lnTo>
                <a:lnTo>
                  <a:pt x="476250" y="590550"/>
                </a:lnTo>
                <a:lnTo>
                  <a:pt x="514350" y="590550"/>
                </a:lnTo>
                <a:lnTo>
                  <a:pt x="514350" y="561975"/>
                </a:lnTo>
                <a:lnTo>
                  <a:pt x="485775" y="561975"/>
                </a:lnTo>
                <a:lnTo>
                  <a:pt x="485775" y="552450"/>
                </a:lnTo>
                <a:lnTo>
                  <a:pt x="476250" y="552450"/>
                </a:lnTo>
                <a:lnTo>
                  <a:pt x="476250" y="542925"/>
                </a:lnTo>
                <a:lnTo>
                  <a:pt x="495300" y="542925"/>
                </a:lnTo>
                <a:lnTo>
                  <a:pt x="495300" y="552450"/>
                </a:lnTo>
                <a:lnTo>
                  <a:pt x="523875" y="552450"/>
                </a:lnTo>
                <a:lnTo>
                  <a:pt x="523875" y="523875"/>
                </a:lnTo>
                <a:lnTo>
                  <a:pt x="552450" y="523875"/>
                </a:lnTo>
                <a:lnTo>
                  <a:pt x="552450" y="533400"/>
                </a:lnTo>
                <a:lnTo>
                  <a:pt x="571500" y="533400"/>
                </a:lnTo>
                <a:lnTo>
                  <a:pt x="571500" y="523875"/>
                </a:lnTo>
                <a:lnTo>
                  <a:pt x="581025" y="523875"/>
                </a:lnTo>
                <a:lnTo>
                  <a:pt x="581025" y="514350"/>
                </a:lnTo>
                <a:lnTo>
                  <a:pt x="600075" y="514350"/>
                </a:lnTo>
                <a:close/>
                <a:moveTo>
                  <a:pt x="276225" y="504825"/>
                </a:moveTo>
                <a:lnTo>
                  <a:pt x="285750" y="504825"/>
                </a:lnTo>
                <a:lnTo>
                  <a:pt x="285750" y="514350"/>
                </a:lnTo>
                <a:lnTo>
                  <a:pt x="304800" y="514350"/>
                </a:lnTo>
                <a:lnTo>
                  <a:pt x="304800" y="533400"/>
                </a:lnTo>
                <a:lnTo>
                  <a:pt x="285750" y="533400"/>
                </a:lnTo>
                <a:lnTo>
                  <a:pt x="285750" y="523875"/>
                </a:lnTo>
                <a:lnTo>
                  <a:pt x="228600" y="523875"/>
                </a:lnTo>
                <a:lnTo>
                  <a:pt x="228600" y="514350"/>
                </a:lnTo>
                <a:lnTo>
                  <a:pt x="276225" y="514350"/>
                </a:lnTo>
                <a:close/>
                <a:moveTo>
                  <a:pt x="1314450" y="504825"/>
                </a:moveTo>
                <a:lnTo>
                  <a:pt x="1323975" y="504825"/>
                </a:lnTo>
                <a:lnTo>
                  <a:pt x="1323975" y="514350"/>
                </a:lnTo>
                <a:lnTo>
                  <a:pt x="1314450" y="514350"/>
                </a:lnTo>
                <a:close/>
                <a:moveTo>
                  <a:pt x="114300" y="523875"/>
                </a:moveTo>
                <a:lnTo>
                  <a:pt x="123825" y="523875"/>
                </a:lnTo>
                <a:lnTo>
                  <a:pt x="123825" y="542925"/>
                </a:lnTo>
                <a:lnTo>
                  <a:pt x="114300" y="542925"/>
                </a:lnTo>
                <a:close/>
                <a:moveTo>
                  <a:pt x="133350" y="523875"/>
                </a:moveTo>
                <a:lnTo>
                  <a:pt x="142875" y="523875"/>
                </a:lnTo>
                <a:lnTo>
                  <a:pt x="142875" y="542925"/>
                </a:lnTo>
                <a:lnTo>
                  <a:pt x="133350" y="542925"/>
                </a:lnTo>
                <a:close/>
                <a:moveTo>
                  <a:pt x="161925" y="523875"/>
                </a:moveTo>
                <a:lnTo>
                  <a:pt x="171450" y="523875"/>
                </a:lnTo>
                <a:lnTo>
                  <a:pt x="171450" y="542925"/>
                </a:lnTo>
                <a:lnTo>
                  <a:pt x="161925" y="542925"/>
                </a:lnTo>
                <a:close/>
                <a:moveTo>
                  <a:pt x="209550" y="533400"/>
                </a:moveTo>
                <a:lnTo>
                  <a:pt x="219075" y="533400"/>
                </a:lnTo>
                <a:lnTo>
                  <a:pt x="219075" y="552450"/>
                </a:lnTo>
                <a:lnTo>
                  <a:pt x="209550" y="552450"/>
                </a:lnTo>
                <a:close/>
                <a:moveTo>
                  <a:pt x="600075" y="533400"/>
                </a:moveTo>
                <a:lnTo>
                  <a:pt x="609600" y="533400"/>
                </a:lnTo>
                <a:lnTo>
                  <a:pt x="609600" y="514350"/>
                </a:lnTo>
                <a:lnTo>
                  <a:pt x="600075" y="514350"/>
                </a:lnTo>
                <a:lnTo>
                  <a:pt x="600075" y="523875"/>
                </a:lnTo>
                <a:lnTo>
                  <a:pt x="590550" y="523875"/>
                </a:lnTo>
                <a:lnTo>
                  <a:pt x="590550" y="533400"/>
                </a:lnTo>
                <a:lnTo>
                  <a:pt x="571500" y="533400"/>
                </a:lnTo>
                <a:lnTo>
                  <a:pt x="571500" y="552450"/>
                </a:lnTo>
                <a:lnTo>
                  <a:pt x="590550" y="552450"/>
                </a:lnTo>
                <a:lnTo>
                  <a:pt x="590550" y="542925"/>
                </a:lnTo>
                <a:lnTo>
                  <a:pt x="600075" y="542925"/>
                </a:lnTo>
                <a:close/>
                <a:moveTo>
                  <a:pt x="809625" y="542925"/>
                </a:moveTo>
                <a:lnTo>
                  <a:pt x="819150" y="542925"/>
                </a:lnTo>
                <a:lnTo>
                  <a:pt x="819150" y="552450"/>
                </a:lnTo>
                <a:lnTo>
                  <a:pt x="828675" y="552450"/>
                </a:lnTo>
                <a:lnTo>
                  <a:pt x="828675" y="523875"/>
                </a:lnTo>
                <a:lnTo>
                  <a:pt x="819150" y="523875"/>
                </a:lnTo>
                <a:lnTo>
                  <a:pt x="819150" y="533400"/>
                </a:lnTo>
                <a:lnTo>
                  <a:pt x="809625" y="533400"/>
                </a:lnTo>
                <a:close/>
                <a:moveTo>
                  <a:pt x="333375" y="552450"/>
                </a:moveTo>
                <a:lnTo>
                  <a:pt x="342900" y="552450"/>
                </a:lnTo>
                <a:lnTo>
                  <a:pt x="342900" y="561975"/>
                </a:lnTo>
                <a:lnTo>
                  <a:pt x="333375" y="561975"/>
                </a:lnTo>
                <a:close/>
                <a:moveTo>
                  <a:pt x="609600" y="561975"/>
                </a:moveTo>
                <a:lnTo>
                  <a:pt x="619125" y="561975"/>
                </a:lnTo>
                <a:lnTo>
                  <a:pt x="619125" y="552450"/>
                </a:lnTo>
                <a:lnTo>
                  <a:pt x="609600" y="552450"/>
                </a:lnTo>
                <a:close/>
                <a:moveTo>
                  <a:pt x="933450" y="561975"/>
                </a:moveTo>
                <a:lnTo>
                  <a:pt x="952500" y="561975"/>
                </a:lnTo>
                <a:lnTo>
                  <a:pt x="952500" y="571500"/>
                </a:lnTo>
                <a:lnTo>
                  <a:pt x="990600" y="571500"/>
                </a:lnTo>
                <a:lnTo>
                  <a:pt x="990600" y="581025"/>
                </a:lnTo>
                <a:lnTo>
                  <a:pt x="1038225" y="581025"/>
                </a:lnTo>
                <a:lnTo>
                  <a:pt x="1038225" y="590550"/>
                </a:lnTo>
                <a:lnTo>
                  <a:pt x="1047750" y="590550"/>
                </a:lnTo>
                <a:lnTo>
                  <a:pt x="1047750" y="600075"/>
                </a:lnTo>
                <a:lnTo>
                  <a:pt x="1057275" y="600075"/>
                </a:lnTo>
                <a:lnTo>
                  <a:pt x="1057275" y="609600"/>
                </a:lnTo>
                <a:lnTo>
                  <a:pt x="1066800" y="609600"/>
                </a:lnTo>
                <a:lnTo>
                  <a:pt x="1066800" y="628650"/>
                </a:lnTo>
                <a:lnTo>
                  <a:pt x="1047750" y="628650"/>
                </a:lnTo>
                <a:lnTo>
                  <a:pt x="1047750" y="647700"/>
                </a:lnTo>
                <a:lnTo>
                  <a:pt x="1038225" y="647700"/>
                </a:lnTo>
                <a:lnTo>
                  <a:pt x="1038225" y="638175"/>
                </a:lnTo>
                <a:lnTo>
                  <a:pt x="1019175" y="638175"/>
                </a:lnTo>
                <a:lnTo>
                  <a:pt x="1019175" y="647700"/>
                </a:lnTo>
                <a:lnTo>
                  <a:pt x="1009650" y="647700"/>
                </a:lnTo>
                <a:lnTo>
                  <a:pt x="1009650" y="657225"/>
                </a:lnTo>
                <a:lnTo>
                  <a:pt x="942975" y="657225"/>
                </a:lnTo>
                <a:lnTo>
                  <a:pt x="942975" y="647700"/>
                </a:lnTo>
                <a:lnTo>
                  <a:pt x="933450" y="647700"/>
                </a:lnTo>
                <a:lnTo>
                  <a:pt x="933450" y="657225"/>
                </a:lnTo>
                <a:lnTo>
                  <a:pt x="885825" y="657225"/>
                </a:lnTo>
                <a:lnTo>
                  <a:pt x="885825" y="638175"/>
                </a:lnTo>
                <a:lnTo>
                  <a:pt x="895350" y="638175"/>
                </a:lnTo>
                <a:lnTo>
                  <a:pt x="895350" y="628650"/>
                </a:lnTo>
                <a:lnTo>
                  <a:pt x="914400" y="628650"/>
                </a:lnTo>
                <a:lnTo>
                  <a:pt x="914400" y="609600"/>
                </a:lnTo>
                <a:lnTo>
                  <a:pt x="923925" y="609600"/>
                </a:lnTo>
                <a:lnTo>
                  <a:pt x="923925" y="590550"/>
                </a:lnTo>
                <a:lnTo>
                  <a:pt x="933450" y="590550"/>
                </a:lnTo>
                <a:lnTo>
                  <a:pt x="933450" y="581025"/>
                </a:lnTo>
                <a:lnTo>
                  <a:pt x="923925" y="581025"/>
                </a:lnTo>
                <a:lnTo>
                  <a:pt x="923925" y="571500"/>
                </a:lnTo>
                <a:lnTo>
                  <a:pt x="933450" y="571500"/>
                </a:lnTo>
                <a:close/>
                <a:moveTo>
                  <a:pt x="190500" y="571500"/>
                </a:moveTo>
                <a:lnTo>
                  <a:pt x="209550" y="571500"/>
                </a:lnTo>
                <a:lnTo>
                  <a:pt x="209550" y="590550"/>
                </a:lnTo>
                <a:lnTo>
                  <a:pt x="228600" y="590550"/>
                </a:lnTo>
                <a:lnTo>
                  <a:pt x="228600" y="619125"/>
                </a:lnTo>
                <a:lnTo>
                  <a:pt x="219075" y="619125"/>
                </a:lnTo>
                <a:lnTo>
                  <a:pt x="219075" y="638175"/>
                </a:lnTo>
                <a:lnTo>
                  <a:pt x="190500" y="638175"/>
                </a:lnTo>
                <a:lnTo>
                  <a:pt x="190500" y="628650"/>
                </a:lnTo>
                <a:lnTo>
                  <a:pt x="180975" y="628650"/>
                </a:lnTo>
                <a:lnTo>
                  <a:pt x="180975" y="590550"/>
                </a:lnTo>
                <a:lnTo>
                  <a:pt x="190500" y="590550"/>
                </a:lnTo>
                <a:close/>
                <a:moveTo>
                  <a:pt x="581025" y="571500"/>
                </a:moveTo>
                <a:lnTo>
                  <a:pt x="590550" y="571500"/>
                </a:lnTo>
                <a:lnTo>
                  <a:pt x="590550" y="561975"/>
                </a:lnTo>
                <a:lnTo>
                  <a:pt x="542925" y="561975"/>
                </a:lnTo>
                <a:lnTo>
                  <a:pt x="542925" y="590550"/>
                </a:lnTo>
                <a:lnTo>
                  <a:pt x="581025" y="590550"/>
                </a:lnTo>
                <a:lnTo>
                  <a:pt x="581025" y="609600"/>
                </a:lnTo>
                <a:lnTo>
                  <a:pt x="590550" y="609600"/>
                </a:lnTo>
                <a:lnTo>
                  <a:pt x="590550" y="581025"/>
                </a:lnTo>
                <a:lnTo>
                  <a:pt x="581025" y="581025"/>
                </a:lnTo>
                <a:close/>
                <a:moveTo>
                  <a:pt x="762000" y="571500"/>
                </a:moveTo>
                <a:lnTo>
                  <a:pt x="781050" y="571500"/>
                </a:lnTo>
                <a:lnTo>
                  <a:pt x="781050" y="561975"/>
                </a:lnTo>
                <a:lnTo>
                  <a:pt x="762000" y="561975"/>
                </a:lnTo>
                <a:close/>
                <a:moveTo>
                  <a:pt x="400050" y="590550"/>
                </a:moveTo>
                <a:lnTo>
                  <a:pt x="409575" y="590550"/>
                </a:lnTo>
                <a:lnTo>
                  <a:pt x="409575" y="571500"/>
                </a:lnTo>
                <a:lnTo>
                  <a:pt x="400050" y="571500"/>
                </a:lnTo>
                <a:lnTo>
                  <a:pt x="400050" y="581025"/>
                </a:lnTo>
                <a:lnTo>
                  <a:pt x="390525" y="581025"/>
                </a:lnTo>
                <a:lnTo>
                  <a:pt x="390525" y="600075"/>
                </a:lnTo>
                <a:lnTo>
                  <a:pt x="400050" y="600075"/>
                </a:lnTo>
                <a:close/>
                <a:moveTo>
                  <a:pt x="676275" y="590550"/>
                </a:moveTo>
                <a:lnTo>
                  <a:pt x="704850" y="590550"/>
                </a:lnTo>
                <a:lnTo>
                  <a:pt x="704850" y="571500"/>
                </a:lnTo>
                <a:lnTo>
                  <a:pt x="676275" y="571500"/>
                </a:lnTo>
                <a:close/>
                <a:moveTo>
                  <a:pt x="752475" y="590550"/>
                </a:moveTo>
                <a:lnTo>
                  <a:pt x="762000" y="590550"/>
                </a:lnTo>
                <a:lnTo>
                  <a:pt x="762000" y="581025"/>
                </a:lnTo>
                <a:lnTo>
                  <a:pt x="752475" y="581025"/>
                </a:lnTo>
                <a:close/>
                <a:moveTo>
                  <a:pt x="857250" y="590550"/>
                </a:moveTo>
                <a:lnTo>
                  <a:pt x="866775" y="590550"/>
                </a:lnTo>
                <a:lnTo>
                  <a:pt x="866775" y="571500"/>
                </a:lnTo>
                <a:lnTo>
                  <a:pt x="857250" y="571500"/>
                </a:lnTo>
                <a:lnTo>
                  <a:pt x="857250" y="561975"/>
                </a:lnTo>
                <a:lnTo>
                  <a:pt x="847725" y="561975"/>
                </a:lnTo>
                <a:lnTo>
                  <a:pt x="847725" y="552450"/>
                </a:lnTo>
                <a:lnTo>
                  <a:pt x="828675" y="552450"/>
                </a:lnTo>
                <a:lnTo>
                  <a:pt x="828675" y="571500"/>
                </a:lnTo>
                <a:lnTo>
                  <a:pt x="819150" y="571500"/>
                </a:lnTo>
                <a:lnTo>
                  <a:pt x="819150" y="600075"/>
                </a:lnTo>
                <a:lnTo>
                  <a:pt x="828675" y="600075"/>
                </a:lnTo>
                <a:lnTo>
                  <a:pt x="828675" y="619125"/>
                </a:lnTo>
                <a:lnTo>
                  <a:pt x="838200" y="619125"/>
                </a:lnTo>
                <a:lnTo>
                  <a:pt x="838200" y="628650"/>
                </a:lnTo>
                <a:lnTo>
                  <a:pt x="847725" y="628650"/>
                </a:lnTo>
                <a:lnTo>
                  <a:pt x="847725" y="619125"/>
                </a:lnTo>
                <a:lnTo>
                  <a:pt x="866775" y="619125"/>
                </a:lnTo>
                <a:lnTo>
                  <a:pt x="866775" y="609600"/>
                </a:lnTo>
                <a:lnTo>
                  <a:pt x="857250" y="609600"/>
                </a:lnTo>
                <a:close/>
                <a:moveTo>
                  <a:pt x="714375" y="600075"/>
                </a:moveTo>
                <a:lnTo>
                  <a:pt x="723900" y="600075"/>
                </a:lnTo>
                <a:lnTo>
                  <a:pt x="723900" y="590550"/>
                </a:lnTo>
                <a:lnTo>
                  <a:pt x="704850" y="590550"/>
                </a:lnTo>
                <a:lnTo>
                  <a:pt x="704850" y="600075"/>
                </a:lnTo>
                <a:lnTo>
                  <a:pt x="695325" y="600075"/>
                </a:lnTo>
                <a:lnTo>
                  <a:pt x="695325" y="609600"/>
                </a:lnTo>
                <a:lnTo>
                  <a:pt x="714375" y="609600"/>
                </a:lnTo>
                <a:close/>
                <a:moveTo>
                  <a:pt x="771525" y="609600"/>
                </a:moveTo>
                <a:lnTo>
                  <a:pt x="781050" y="609600"/>
                </a:lnTo>
                <a:lnTo>
                  <a:pt x="781050" y="619125"/>
                </a:lnTo>
                <a:lnTo>
                  <a:pt x="790575" y="619125"/>
                </a:lnTo>
                <a:lnTo>
                  <a:pt x="790575" y="628650"/>
                </a:lnTo>
                <a:lnTo>
                  <a:pt x="800100" y="628650"/>
                </a:lnTo>
                <a:lnTo>
                  <a:pt x="800100" y="638175"/>
                </a:lnTo>
                <a:lnTo>
                  <a:pt x="809625" y="638175"/>
                </a:lnTo>
                <a:lnTo>
                  <a:pt x="809625" y="619125"/>
                </a:lnTo>
                <a:lnTo>
                  <a:pt x="800100" y="619125"/>
                </a:lnTo>
                <a:lnTo>
                  <a:pt x="800100" y="609600"/>
                </a:lnTo>
                <a:lnTo>
                  <a:pt x="790575" y="609600"/>
                </a:lnTo>
                <a:lnTo>
                  <a:pt x="790575" y="590550"/>
                </a:lnTo>
                <a:lnTo>
                  <a:pt x="771525" y="590550"/>
                </a:lnTo>
                <a:close/>
                <a:moveTo>
                  <a:pt x="247650" y="628650"/>
                </a:moveTo>
                <a:lnTo>
                  <a:pt x="266700" y="628650"/>
                </a:lnTo>
                <a:lnTo>
                  <a:pt x="266700" y="638175"/>
                </a:lnTo>
                <a:lnTo>
                  <a:pt x="247650" y="638175"/>
                </a:lnTo>
                <a:close/>
                <a:moveTo>
                  <a:pt x="1009650" y="628650"/>
                </a:moveTo>
                <a:lnTo>
                  <a:pt x="1019175" y="628650"/>
                </a:lnTo>
                <a:lnTo>
                  <a:pt x="1019175" y="619125"/>
                </a:lnTo>
                <a:lnTo>
                  <a:pt x="1009650" y="619125"/>
                </a:lnTo>
                <a:close/>
                <a:moveTo>
                  <a:pt x="1609725" y="628650"/>
                </a:moveTo>
                <a:lnTo>
                  <a:pt x="1628775" y="628650"/>
                </a:lnTo>
                <a:lnTo>
                  <a:pt x="1628775" y="638175"/>
                </a:lnTo>
                <a:lnTo>
                  <a:pt x="1638300" y="638175"/>
                </a:lnTo>
                <a:lnTo>
                  <a:pt x="1638300" y="628650"/>
                </a:lnTo>
                <a:lnTo>
                  <a:pt x="1685925" y="628650"/>
                </a:lnTo>
                <a:lnTo>
                  <a:pt x="1685925" y="638175"/>
                </a:lnTo>
                <a:lnTo>
                  <a:pt x="1695450" y="638175"/>
                </a:lnTo>
                <a:lnTo>
                  <a:pt x="1695450" y="666750"/>
                </a:lnTo>
                <a:lnTo>
                  <a:pt x="1685925" y="666750"/>
                </a:lnTo>
                <a:lnTo>
                  <a:pt x="1685925" y="657225"/>
                </a:lnTo>
                <a:lnTo>
                  <a:pt x="1647825" y="657225"/>
                </a:lnTo>
                <a:lnTo>
                  <a:pt x="1647825" y="647700"/>
                </a:lnTo>
                <a:lnTo>
                  <a:pt x="1609725" y="647700"/>
                </a:lnTo>
                <a:close/>
                <a:moveTo>
                  <a:pt x="561975" y="638175"/>
                </a:moveTo>
                <a:lnTo>
                  <a:pt x="590550" y="638175"/>
                </a:lnTo>
                <a:lnTo>
                  <a:pt x="590550" y="628650"/>
                </a:lnTo>
                <a:lnTo>
                  <a:pt x="581025" y="628650"/>
                </a:lnTo>
                <a:lnTo>
                  <a:pt x="581025" y="619125"/>
                </a:lnTo>
                <a:lnTo>
                  <a:pt x="561975" y="619125"/>
                </a:lnTo>
                <a:close/>
                <a:moveTo>
                  <a:pt x="962025" y="647700"/>
                </a:moveTo>
                <a:lnTo>
                  <a:pt x="981075" y="647700"/>
                </a:lnTo>
                <a:lnTo>
                  <a:pt x="981075" y="638175"/>
                </a:lnTo>
                <a:lnTo>
                  <a:pt x="962025" y="638175"/>
                </a:lnTo>
                <a:close/>
                <a:moveTo>
                  <a:pt x="1428750" y="647700"/>
                </a:moveTo>
                <a:lnTo>
                  <a:pt x="1495425" y="647700"/>
                </a:lnTo>
                <a:lnTo>
                  <a:pt x="1495425" y="657225"/>
                </a:lnTo>
                <a:lnTo>
                  <a:pt x="1485900" y="657225"/>
                </a:lnTo>
                <a:lnTo>
                  <a:pt x="1485900" y="676275"/>
                </a:lnTo>
                <a:lnTo>
                  <a:pt x="1495425" y="676275"/>
                </a:lnTo>
                <a:lnTo>
                  <a:pt x="1495425" y="685800"/>
                </a:lnTo>
                <a:lnTo>
                  <a:pt x="1504950" y="685800"/>
                </a:lnTo>
                <a:lnTo>
                  <a:pt x="1504950" y="695325"/>
                </a:lnTo>
                <a:lnTo>
                  <a:pt x="1485900" y="695325"/>
                </a:lnTo>
                <a:lnTo>
                  <a:pt x="1485900" y="685800"/>
                </a:lnTo>
                <a:lnTo>
                  <a:pt x="1476375" y="685800"/>
                </a:lnTo>
                <a:lnTo>
                  <a:pt x="1476375" y="676275"/>
                </a:lnTo>
                <a:lnTo>
                  <a:pt x="1466850" y="676275"/>
                </a:lnTo>
                <a:lnTo>
                  <a:pt x="1466850" y="657225"/>
                </a:lnTo>
                <a:lnTo>
                  <a:pt x="1428750" y="657225"/>
                </a:lnTo>
                <a:close/>
                <a:moveTo>
                  <a:pt x="1514475" y="647700"/>
                </a:moveTo>
                <a:lnTo>
                  <a:pt x="1533525" y="647700"/>
                </a:lnTo>
                <a:lnTo>
                  <a:pt x="1533525" y="657225"/>
                </a:lnTo>
                <a:lnTo>
                  <a:pt x="1514475" y="657225"/>
                </a:lnTo>
                <a:close/>
                <a:moveTo>
                  <a:pt x="1571625" y="647700"/>
                </a:moveTo>
                <a:lnTo>
                  <a:pt x="1609725" y="647700"/>
                </a:lnTo>
                <a:lnTo>
                  <a:pt x="1609725" y="666750"/>
                </a:lnTo>
                <a:lnTo>
                  <a:pt x="1628775" y="666750"/>
                </a:lnTo>
                <a:lnTo>
                  <a:pt x="1628775" y="676275"/>
                </a:lnTo>
                <a:lnTo>
                  <a:pt x="1647825" y="676275"/>
                </a:lnTo>
                <a:lnTo>
                  <a:pt x="1647825" y="666750"/>
                </a:lnTo>
                <a:lnTo>
                  <a:pt x="1666875" y="666750"/>
                </a:lnTo>
                <a:lnTo>
                  <a:pt x="1666875" y="676275"/>
                </a:lnTo>
                <a:lnTo>
                  <a:pt x="1676400" y="676275"/>
                </a:lnTo>
                <a:lnTo>
                  <a:pt x="1676400" y="695325"/>
                </a:lnTo>
                <a:lnTo>
                  <a:pt x="1685925" y="695325"/>
                </a:lnTo>
                <a:lnTo>
                  <a:pt x="1685925" y="704850"/>
                </a:lnTo>
                <a:lnTo>
                  <a:pt x="1695450" y="704850"/>
                </a:lnTo>
                <a:lnTo>
                  <a:pt x="1695450" y="733425"/>
                </a:lnTo>
                <a:lnTo>
                  <a:pt x="1676400" y="733425"/>
                </a:lnTo>
                <a:lnTo>
                  <a:pt x="1676400" y="723900"/>
                </a:lnTo>
                <a:lnTo>
                  <a:pt x="1666875" y="723900"/>
                </a:lnTo>
                <a:lnTo>
                  <a:pt x="1666875" y="704850"/>
                </a:lnTo>
                <a:lnTo>
                  <a:pt x="1657350" y="704850"/>
                </a:lnTo>
                <a:lnTo>
                  <a:pt x="1657350" y="695325"/>
                </a:lnTo>
                <a:lnTo>
                  <a:pt x="1581150" y="695325"/>
                </a:lnTo>
                <a:lnTo>
                  <a:pt x="1581150" y="685800"/>
                </a:lnTo>
                <a:lnTo>
                  <a:pt x="1590675" y="685800"/>
                </a:lnTo>
                <a:lnTo>
                  <a:pt x="1590675" y="676275"/>
                </a:lnTo>
                <a:lnTo>
                  <a:pt x="1600200" y="676275"/>
                </a:lnTo>
                <a:lnTo>
                  <a:pt x="1600200" y="657225"/>
                </a:lnTo>
                <a:lnTo>
                  <a:pt x="1581150" y="657225"/>
                </a:lnTo>
                <a:lnTo>
                  <a:pt x="1581150" y="666750"/>
                </a:lnTo>
                <a:lnTo>
                  <a:pt x="1571625" y="666750"/>
                </a:lnTo>
                <a:lnTo>
                  <a:pt x="1571625" y="676275"/>
                </a:lnTo>
                <a:lnTo>
                  <a:pt x="1562100" y="676275"/>
                </a:lnTo>
                <a:lnTo>
                  <a:pt x="1562100" y="657225"/>
                </a:lnTo>
                <a:lnTo>
                  <a:pt x="1571625" y="657225"/>
                </a:lnTo>
                <a:close/>
                <a:moveTo>
                  <a:pt x="1409700" y="657225"/>
                </a:moveTo>
                <a:lnTo>
                  <a:pt x="1419225" y="657225"/>
                </a:lnTo>
                <a:lnTo>
                  <a:pt x="1419225" y="666750"/>
                </a:lnTo>
                <a:lnTo>
                  <a:pt x="1409700" y="666750"/>
                </a:lnTo>
                <a:close/>
                <a:moveTo>
                  <a:pt x="457200" y="676275"/>
                </a:moveTo>
                <a:lnTo>
                  <a:pt x="466725" y="676275"/>
                </a:lnTo>
                <a:lnTo>
                  <a:pt x="466725" y="685800"/>
                </a:lnTo>
                <a:lnTo>
                  <a:pt x="457200" y="685800"/>
                </a:lnTo>
                <a:close/>
                <a:moveTo>
                  <a:pt x="485775" y="676275"/>
                </a:moveTo>
                <a:lnTo>
                  <a:pt x="495300" y="676275"/>
                </a:lnTo>
                <a:lnTo>
                  <a:pt x="495300" y="685800"/>
                </a:lnTo>
                <a:lnTo>
                  <a:pt x="485775" y="685800"/>
                </a:lnTo>
                <a:close/>
                <a:moveTo>
                  <a:pt x="923925" y="676275"/>
                </a:moveTo>
                <a:lnTo>
                  <a:pt x="933450" y="676275"/>
                </a:lnTo>
                <a:lnTo>
                  <a:pt x="933450" y="685800"/>
                </a:lnTo>
                <a:lnTo>
                  <a:pt x="923925" y="685800"/>
                </a:lnTo>
                <a:close/>
                <a:moveTo>
                  <a:pt x="942975" y="676275"/>
                </a:moveTo>
                <a:lnTo>
                  <a:pt x="952500" y="676275"/>
                </a:lnTo>
                <a:lnTo>
                  <a:pt x="952500" y="685800"/>
                </a:lnTo>
                <a:lnTo>
                  <a:pt x="942975" y="685800"/>
                </a:lnTo>
                <a:close/>
                <a:moveTo>
                  <a:pt x="1295400" y="676275"/>
                </a:moveTo>
                <a:lnTo>
                  <a:pt x="1352550" y="676275"/>
                </a:lnTo>
                <a:lnTo>
                  <a:pt x="1352550" y="685800"/>
                </a:lnTo>
                <a:lnTo>
                  <a:pt x="1295400" y="685800"/>
                </a:lnTo>
                <a:close/>
                <a:moveTo>
                  <a:pt x="1371600" y="676275"/>
                </a:moveTo>
                <a:lnTo>
                  <a:pt x="1400175" y="676275"/>
                </a:lnTo>
                <a:lnTo>
                  <a:pt x="1400175" y="685800"/>
                </a:lnTo>
                <a:lnTo>
                  <a:pt x="1419225" y="685800"/>
                </a:lnTo>
                <a:lnTo>
                  <a:pt x="1419225" y="695325"/>
                </a:lnTo>
                <a:lnTo>
                  <a:pt x="1352550" y="695325"/>
                </a:lnTo>
                <a:lnTo>
                  <a:pt x="1352550" y="685800"/>
                </a:lnTo>
                <a:lnTo>
                  <a:pt x="1371600" y="685800"/>
                </a:lnTo>
                <a:close/>
                <a:moveTo>
                  <a:pt x="1524000" y="676275"/>
                </a:moveTo>
                <a:lnTo>
                  <a:pt x="1562100" y="676275"/>
                </a:lnTo>
                <a:lnTo>
                  <a:pt x="1562100" y="685800"/>
                </a:lnTo>
                <a:lnTo>
                  <a:pt x="1552575" y="685800"/>
                </a:lnTo>
                <a:lnTo>
                  <a:pt x="1552575" y="695325"/>
                </a:lnTo>
                <a:lnTo>
                  <a:pt x="1514475" y="695325"/>
                </a:lnTo>
                <a:lnTo>
                  <a:pt x="1514475" y="685800"/>
                </a:lnTo>
                <a:lnTo>
                  <a:pt x="1524000" y="685800"/>
                </a:lnTo>
                <a:close/>
                <a:moveTo>
                  <a:pt x="647700" y="685800"/>
                </a:moveTo>
                <a:lnTo>
                  <a:pt x="657225" y="685800"/>
                </a:lnTo>
                <a:lnTo>
                  <a:pt x="657225" y="695325"/>
                </a:lnTo>
                <a:lnTo>
                  <a:pt x="647700" y="695325"/>
                </a:lnTo>
                <a:close/>
                <a:moveTo>
                  <a:pt x="638175" y="695325"/>
                </a:moveTo>
                <a:lnTo>
                  <a:pt x="647700" y="695325"/>
                </a:lnTo>
                <a:lnTo>
                  <a:pt x="647700" y="704850"/>
                </a:lnTo>
                <a:lnTo>
                  <a:pt x="638175" y="704850"/>
                </a:lnTo>
                <a:close/>
                <a:moveTo>
                  <a:pt x="1181100" y="704850"/>
                </a:moveTo>
                <a:lnTo>
                  <a:pt x="1190625" y="704850"/>
                </a:lnTo>
                <a:lnTo>
                  <a:pt x="1190625" y="723900"/>
                </a:lnTo>
                <a:lnTo>
                  <a:pt x="1181100" y="723900"/>
                </a:lnTo>
                <a:close/>
                <a:moveTo>
                  <a:pt x="1219200" y="704850"/>
                </a:moveTo>
                <a:lnTo>
                  <a:pt x="1238250" y="704850"/>
                </a:lnTo>
                <a:lnTo>
                  <a:pt x="1238250" y="733425"/>
                </a:lnTo>
                <a:lnTo>
                  <a:pt x="1247775" y="733425"/>
                </a:lnTo>
                <a:lnTo>
                  <a:pt x="1247775" y="742950"/>
                </a:lnTo>
                <a:lnTo>
                  <a:pt x="1228725" y="742950"/>
                </a:lnTo>
                <a:lnTo>
                  <a:pt x="1228725" y="762000"/>
                </a:lnTo>
                <a:lnTo>
                  <a:pt x="1209675" y="762000"/>
                </a:lnTo>
                <a:lnTo>
                  <a:pt x="1209675" y="771525"/>
                </a:lnTo>
                <a:lnTo>
                  <a:pt x="1190625" y="771525"/>
                </a:lnTo>
                <a:lnTo>
                  <a:pt x="1190625" y="762000"/>
                </a:lnTo>
                <a:lnTo>
                  <a:pt x="1181100" y="762000"/>
                </a:lnTo>
                <a:lnTo>
                  <a:pt x="1181100" y="752475"/>
                </a:lnTo>
                <a:lnTo>
                  <a:pt x="1171575" y="752475"/>
                </a:lnTo>
                <a:lnTo>
                  <a:pt x="1171575" y="742950"/>
                </a:lnTo>
                <a:lnTo>
                  <a:pt x="1190625" y="742950"/>
                </a:lnTo>
                <a:lnTo>
                  <a:pt x="1190625" y="752475"/>
                </a:lnTo>
                <a:lnTo>
                  <a:pt x="1219200" y="752475"/>
                </a:lnTo>
                <a:lnTo>
                  <a:pt x="1219200" y="733425"/>
                </a:lnTo>
                <a:lnTo>
                  <a:pt x="1228725" y="733425"/>
                </a:lnTo>
                <a:lnTo>
                  <a:pt x="1228725" y="723900"/>
                </a:lnTo>
                <a:lnTo>
                  <a:pt x="1219200" y="723900"/>
                </a:lnTo>
                <a:close/>
                <a:moveTo>
                  <a:pt x="1476375" y="723900"/>
                </a:moveTo>
                <a:lnTo>
                  <a:pt x="1504950" y="723900"/>
                </a:lnTo>
                <a:lnTo>
                  <a:pt x="1504950" y="742950"/>
                </a:lnTo>
                <a:lnTo>
                  <a:pt x="1495425" y="742950"/>
                </a:lnTo>
                <a:lnTo>
                  <a:pt x="1495425" y="752475"/>
                </a:lnTo>
                <a:lnTo>
                  <a:pt x="1476375" y="752475"/>
                </a:lnTo>
                <a:close/>
                <a:moveTo>
                  <a:pt x="1543050" y="723900"/>
                </a:moveTo>
                <a:lnTo>
                  <a:pt x="1571625" y="723900"/>
                </a:lnTo>
                <a:lnTo>
                  <a:pt x="1571625" y="733425"/>
                </a:lnTo>
                <a:lnTo>
                  <a:pt x="1581150" y="733425"/>
                </a:lnTo>
                <a:lnTo>
                  <a:pt x="1581150" y="742950"/>
                </a:lnTo>
                <a:lnTo>
                  <a:pt x="1619250" y="742950"/>
                </a:lnTo>
                <a:lnTo>
                  <a:pt x="1619250" y="752475"/>
                </a:lnTo>
                <a:lnTo>
                  <a:pt x="1628775" y="752475"/>
                </a:lnTo>
                <a:lnTo>
                  <a:pt x="1628775" y="771525"/>
                </a:lnTo>
                <a:lnTo>
                  <a:pt x="1609725" y="771525"/>
                </a:lnTo>
                <a:lnTo>
                  <a:pt x="1609725" y="762000"/>
                </a:lnTo>
                <a:lnTo>
                  <a:pt x="1600200" y="762000"/>
                </a:lnTo>
                <a:lnTo>
                  <a:pt x="1600200" y="771525"/>
                </a:lnTo>
                <a:lnTo>
                  <a:pt x="1590675" y="771525"/>
                </a:lnTo>
                <a:lnTo>
                  <a:pt x="1590675" y="781050"/>
                </a:lnTo>
                <a:lnTo>
                  <a:pt x="1581150" y="781050"/>
                </a:lnTo>
                <a:lnTo>
                  <a:pt x="1581150" y="771525"/>
                </a:lnTo>
                <a:lnTo>
                  <a:pt x="1571625" y="771525"/>
                </a:lnTo>
                <a:lnTo>
                  <a:pt x="1571625" y="762000"/>
                </a:lnTo>
                <a:lnTo>
                  <a:pt x="1533525" y="762000"/>
                </a:lnTo>
                <a:lnTo>
                  <a:pt x="1533525" y="781050"/>
                </a:lnTo>
                <a:lnTo>
                  <a:pt x="1514475" y="781050"/>
                </a:lnTo>
                <a:lnTo>
                  <a:pt x="1514475" y="752475"/>
                </a:lnTo>
                <a:lnTo>
                  <a:pt x="1524000" y="752475"/>
                </a:lnTo>
                <a:lnTo>
                  <a:pt x="1524000" y="742950"/>
                </a:lnTo>
                <a:lnTo>
                  <a:pt x="1543050" y="742950"/>
                </a:lnTo>
                <a:close/>
                <a:moveTo>
                  <a:pt x="752475" y="742950"/>
                </a:moveTo>
                <a:lnTo>
                  <a:pt x="762000" y="742950"/>
                </a:lnTo>
                <a:lnTo>
                  <a:pt x="762000" y="771525"/>
                </a:lnTo>
                <a:lnTo>
                  <a:pt x="781050" y="771525"/>
                </a:lnTo>
                <a:lnTo>
                  <a:pt x="781050" y="762000"/>
                </a:lnTo>
                <a:lnTo>
                  <a:pt x="790575" y="762000"/>
                </a:lnTo>
                <a:lnTo>
                  <a:pt x="790575" y="752475"/>
                </a:lnTo>
                <a:lnTo>
                  <a:pt x="800100" y="752475"/>
                </a:lnTo>
                <a:lnTo>
                  <a:pt x="800100" y="762000"/>
                </a:lnTo>
                <a:lnTo>
                  <a:pt x="809625" y="762000"/>
                </a:lnTo>
                <a:lnTo>
                  <a:pt x="809625" y="771525"/>
                </a:lnTo>
                <a:lnTo>
                  <a:pt x="819150" y="771525"/>
                </a:lnTo>
                <a:lnTo>
                  <a:pt x="819150" y="790575"/>
                </a:lnTo>
                <a:lnTo>
                  <a:pt x="847725" y="790575"/>
                </a:lnTo>
                <a:lnTo>
                  <a:pt x="847725" y="838200"/>
                </a:lnTo>
                <a:lnTo>
                  <a:pt x="857250" y="838200"/>
                </a:lnTo>
                <a:lnTo>
                  <a:pt x="857250" y="828675"/>
                </a:lnTo>
                <a:lnTo>
                  <a:pt x="866775" y="828675"/>
                </a:lnTo>
                <a:lnTo>
                  <a:pt x="866775" y="838200"/>
                </a:lnTo>
                <a:lnTo>
                  <a:pt x="857250" y="838200"/>
                </a:lnTo>
                <a:lnTo>
                  <a:pt x="857250" y="847725"/>
                </a:lnTo>
                <a:lnTo>
                  <a:pt x="819150" y="847725"/>
                </a:lnTo>
                <a:lnTo>
                  <a:pt x="819150" y="866775"/>
                </a:lnTo>
                <a:lnTo>
                  <a:pt x="809625" y="866775"/>
                </a:lnTo>
                <a:lnTo>
                  <a:pt x="809625" y="885825"/>
                </a:lnTo>
                <a:lnTo>
                  <a:pt x="828675" y="885825"/>
                </a:lnTo>
                <a:lnTo>
                  <a:pt x="828675" y="895350"/>
                </a:lnTo>
                <a:lnTo>
                  <a:pt x="838200" y="895350"/>
                </a:lnTo>
                <a:lnTo>
                  <a:pt x="838200" y="914400"/>
                </a:lnTo>
                <a:lnTo>
                  <a:pt x="800100" y="914400"/>
                </a:lnTo>
                <a:lnTo>
                  <a:pt x="800100" y="942975"/>
                </a:lnTo>
                <a:lnTo>
                  <a:pt x="819150" y="942975"/>
                </a:lnTo>
                <a:lnTo>
                  <a:pt x="819150" y="933450"/>
                </a:lnTo>
                <a:lnTo>
                  <a:pt x="828675" y="933450"/>
                </a:lnTo>
                <a:lnTo>
                  <a:pt x="828675" y="942975"/>
                </a:lnTo>
                <a:lnTo>
                  <a:pt x="847725" y="942975"/>
                </a:lnTo>
                <a:lnTo>
                  <a:pt x="847725" y="952500"/>
                </a:lnTo>
                <a:lnTo>
                  <a:pt x="857250" y="952500"/>
                </a:lnTo>
                <a:lnTo>
                  <a:pt x="857250" y="942975"/>
                </a:lnTo>
                <a:lnTo>
                  <a:pt x="933450" y="942975"/>
                </a:lnTo>
                <a:lnTo>
                  <a:pt x="933450" y="952500"/>
                </a:lnTo>
                <a:lnTo>
                  <a:pt x="942975" y="952500"/>
                </a:lnTo>
                <a:lnTo>
                  <a:pt x="942975" y="942975"/>
                </a:lnTo>
                <a:lnTo>
                  <a:pt x="952500" y="942975"/>
                </a:lnTo>
                <a:lnTo>
                  <a:pt x="952500" y="923925"/>
                </a:lnTo>
                <a:lnTo>
                  <a:pt x="962025" y="923925"/>
                </a:lnTo>
                <a:lnTo>
                  <a:pt x="962025" y="942975"/>
                </a:lnTo>
                <a:lnTo>
                  <a:pt x="990600" y="942975"/>
                </a:lnTo>
                <a:lnTo>
                  <a:pt x="990600" y="933450"/>
                </a:lnTo>
                <a:lnTo>
                  <a:pt x="1009650" y="933450"/>
                </a:lnTo>
                <a:lnTo>
                  <a:pt x="1009650" y="914400"/>
                </a:lnTo>
                <a:lnTo>
                  <a:pt x="981075" y="914400"/>
                </a:lnTo>
                <a:lnTo>
                  <a:pt x="981075" y="895350"/>
                </a:lnTo>
                <a:lnTo>
                  <a:pt x="971550" y="895350"/>
                </a:lnTo>
                <a:lnTo>
                  <a:pt x="971550" y="885825"/>
                </a:lnTo>
                <a:lnTo>
                  <a:pt x="990600" y="885825"/>
                </a:lnTo>
                <a:lnTo>
                  <a:pt x="990600" y="895350"/>
                </a:lnTo>
                <a:lnTo>
                  <a:pt x="1000125" y="895350"/>
                </a:lnTo>
                <a:lnTo>
                  <a:pt x="1000125" y="904875"/>
                </a:lnTo>
                <a:lnTo>
                  <a:pt x="1009650" y="904875"/>
                </a:lnTo>
                <a:lnTo>
                  <a:pt x="1009650" y="914400"/>
                </a:lnTo>
                <a:lnTo>
                  <a:pt x="1019175" y="914400"/>
                </a:lnTo>
                <a:lnTo>
                  <a:pt x="1019175" y="923925"/>
                </a:lnTo>
                <a:lnTo>
                  <a:pt x="1028700" y="923925"/>
                </a:lnTo>
                <a:lnTo>
                  <a:pt x="1028700" y="933450"/>
                </a:lnTo>
                <a:lnTo>
                  <a:pt x="1057275" y="933450"/>
                </a:lnTo>
                <a:lnTo>
                  <a:pt x="1057275" y="942975"/>
                </a:lnTo>
                <a:lnTo>
                  <a:pt x="1076325" y="942975"/>
                </a:lnTo>
                <a:lnTo>
                  <a:pt x="1076325" y="933450"/>
                </a:lnTo>
                <a:lnTo>
                  <a:pt x="1095375" y="933450"/>
                </a:lnTo>
                <a:lnTo>
                  <a:pt x="1095375" y="942975"/>
                </a:lnTo>
                <a:lnTo>
                  <a:pt x="1114425" y="942975"/>
                </a:lnTo>
                <a:lnTo>
                  <a:pt x="1114425" y="933450"/>
                </a:lnTo>
                <a:lnTo>
                  <a:pt x="1190625" y="933450"/>
                </a:lnTo>
                <a:lnTo>
                  <a:pt x="1190625" y="942975"/>
                </a:lnTo>
                <a:lnTo>
                  <a:pt x="1200150" y="942975"/>
                </a:lnTo>
                <a:lnTo>
                  <a:pt x="1200150" y="933450"/>
                </a:lnTo>
                <a:lnTo>
                  <a:pt x="1314450" y="933450"/>
                </a:lnTo>
                <a:lnTo>
                  <a:pt x="1314450" y="962025"/>
                </a:lnTo>
                <a:lnTo>
                  <a:pt x="1323975" y="962025"/>
                </a:lnTo>
                <a:lnTo>
                  <a:pt x="1323975" y="971550"/>
                </a:lnTo>
                <a:lnTo>
                  <a:pt x="1314450" y="971550"/>
                </a:lnTo>
                <a:lnTo>
                  <a:pt x="1314450" y="981075"/>
                </a:lnTo>
                <a:lnTo>
                  <a:pt x="1323975" y="981075"/>
                </a:lnTo>
                <a:lnTo>
                  <a:pt x="1323975" y="971550"/>
                </a:lnTo>
                <a:lnTo>
                  <a:pt x="1333500" y="971550"/>
                </a:lnTo>
                <a:lnTo>
                  <a:pt x="1333500" y="962025"/>
                </a:lnTo>
                <a:lnTo>
                  <a:pt x="1343025" y="962025"/>
                </a:lnTo>
                <a:lnTo>
                  <a:pt x="1343025" y="952500"/>
                </a:lnTo>
                <a:lnTo>
                  <a:pt x="1352550" y="952500"/>
                </a:lnTo>
                <a:lnTo>
                  <a:pt x="1352550" y="933450"/>
                </a:lnTo>
                <a:lnTo>
                  <a:pt x="1333500" y="933450"/>
                </a:lnTo>
                <a:lnTo>
                  <a:pt x="1333500" y="923925"/>
                </a:lnTo>
                <a:lnTo>
                  <a:pt x="1343025" y="923925"/>
                </a:lnTo>
                <a:lnTo>
                  <a:pt x="1343025" y="914400"/>
                </a:lnTo>
                <a:lnTo>
                  <a:pt x="1333500" y="914400"/>
                </a:lnTo>
                <a:lnTo>
                  <a:pt x="1333500" y="904875"/>
                </a:lnTo>
                <a:lnTo>
                  <a:pt x="1343025" y="904875"/>
                </a:lnTo>
                <a:lnTo>
                  <a:pt x="1343025" y="885825"/>
                </a:lnTo>
                <a:lnTo>
                  <a:pt x="1333500" y="885825"/>
                </a:lnTo>
                <a:lnTo>
                  <a:pt x="1333500" y="895350"/>
                </a:lnTo>
                <a:lnTo>
                  <a:pt x="1314450" y="895350"/>
                </a:lnTo>
                <a:lnTo>
                  <a:pt x="1314450" y="885825"/>
                </a:lnTo>
                <a:lnTo>
                  <a:pt x="1304925" y="885825"/>
                </a:lnTo>
                <a:lnTo>
                  <a:pt x="1304925" y="876300"/>
                </a:lnTo>
                <a:lnTo>
                  <a:pt x="1285875" y="876300"/>
                </a:lnTo>
                <a:lnTo>
                  <a:pt x="1285875" y="895350"/>
                </a:lnTo>
                <a:lnTo>
                  <a:pt x="1276350" y="895350"/>
                </a:lnTo>
                <a:lnTo>
                  <a:pt x="1276350" y="904875"/>
                </a:lnTo>
                <a:lnTo>
                  <a:pt x="1285875" y="904875"/>
                </a:lnTo>
                <a:lnTo>
                  <a:pt x="1285875" y="914400"/>
                </a:lnTo>
                <a:lnTo>
                  <a:pt x="1257300" y="914400"/>
                </a:lnTo>
                <a:lnTo>
                  <a:pt x="1257300" y="885825"/>
                </a:lnTo>
                <a:lnTo>
                  <a:pt x="1247775" y="885825"/>
                </a:lnTo>
                <a:lnTo>
                  <a:pt x="1247775" y="876300"/>
                </a:lnTo>
                <a:lnTo>
                  <a:pt x="1209675" y="876300"/>
                </a:lnTo>
                <a:lnTo>
                  <a:pt x="1209675" y="895350"/>
                </a:lnTo>
                <a:lnTo>
                  <a:pt x="1181100" y="895350"/>
                </a:lnTo>
                <a:lnTo>
                  <a:pt x="1181100" y="904875"/>
                </a:lnTo>
                <a:lnTo>
                  <a:pt x="1209675" y="904875"/>
                </a:lnTo>
                <a:lnTo>
                  <a:pt x="1209675" y="914400"/>
                </a:lnTo>
                <a:lnTo>
                  <a:pt x="1162050" y="914400"/>
                </a:lnTo>
                <a:lnTo>
                  <a:pt x="1162050" y="866775"/>
                </a:lnTo>
                <a:lnTo>
                  <a:pt x="1143000" y="866775"/>
                </a:lnTo>
                <a:lnTo>
                  <a:pt x="1143000" y="876300"/>
                </a:lnTo>
                <a:lnTo>
                  <a:pt x="1152525" y="876300"/>
                </a:lnTo>
                <a:lnTo>
                  <a:pt x="1152525" y="895350"/>
                </a:lnTo>
                <a:lnTo>
                  <a:pt x="1143000" y="895350"/>
                </a:lnTo>
                <a:lnTo>
                  <a:pt x="1143000" y="885825"/>
                </a:lnTo>
                <a:lnTo>
                  <a:pt x="1133475" y="885825"/>
                </a:lnTo>
                <a:lnTo>
                  <a:pt x="1133475" y="876300"/>
                </a:lnTo>
                <a:lnTo>
                  <a:pt x="1123950" y="876300"/>
                </a:lnTo>
                <a:lnTo>
                  <a:pt x="1123950" y="847725"/>
                </a:lnTo>
                <a:lnTo>
                  <a:pt x="1133475" y="847725"/>
                </a:lnTo>
                <a:lnTo>
                  <a:pt x="1133475" y="819150"/>
                </a:lnTo>
                <a:lnTo>
                  <a:pt x="1123950" y="819150"/>
                </a:lnTo>
                <a:lnTo>
                  <a:pt x="1123950" y="809625"/>
                </a:lnTo>
                <a:lnTo>
                  <a:pt x="1133475" y="809625"/>
                </a:lnTo>
                <a:lnTo>
                  <a:pt x="1133475" y="819150"/>
                </a:lnTo>
                <a:lnTo>
                  <a:pt x="1143000" y="819150"/>
                </a:lnTo>
                <a:lnTo>
                  <a:pt x="1143000" y="838200"/>
                </a:lnTo>
                <a:lnTo>
                  <a:pt x="1162050" y="838200"/>
                </a:lnTo>
                <a:lnTo>
                  <a:pt x="1162050" y="809625"/>
                </a:lnTo>
                <a:lnTo>
                  <a:pt x="1181100" y="809625"/>
                </a:lnTo>
                <a:lnTo>
                  <a:pt x="1181100" y="819150"/>
                </a:lnTo>
                <a:lnTo>
                  <a:pt x="1247775" y="819150"/>
                </a:lnTo>
                <a:lnTo>
                  <a:pt x="1247775" y="828675"/>
                </a:lnTo>
                <a:lnTo>
                  <a:pt x="1295400" y="828675"/>
                </a:lnTo>
                <a:lnTo>
                  <a:pt x="1295400" y="819150"/>
                </a:lnTo>
                <a:lnTo>
                  <a:pt x="1285875" y="819150"/>
                </a:lnTo>
                <a:lnTo>
                  <a:pt x="1285875" y="800100"/>
                </a:lnTo>
                <a:lnTo>
                  <a:pt x="1276350" y="800100"/>
                </a:lnTo>
                <a:lnTo>
                  <a:pt x="1276350" y="790575"/>
                </a:lnTo>
                <a:lnTo>
                  <a:pt x="1257300" y="790575"/>
                </a:lnTo>
                <a:lnTo>
                  <a:pt x="1257300" y="781050"/>
                </a:lnTo>
                <a:lnTo>
                  <a:pt x="1304925" y="781050"/>
                </a:lnTo>
                <a:lnTo>
                  <a:pt x="1304925" y="809625"/>
                </a:lnTo>
                <a:lnTo>
                  <a:pt x="1295400" y="809625"/>
                </a:lnTo>
                <a:lnTo>
                  <a:pt x="1295400" y="819150"/>
                </a:lnTo>
                <a:lnTo>
                  <a:pt x="1304925" y="819150"/>
                </a:lnTo>
                <a:lnTo>
                  <a:pt x="1304925" y="828675"/>
                </a:lnTo>
                <a:lnTo>
                  <a:pt x="1343025" y="828675"/>
                </a:lnTo>
                <a:lnTo>
                  <a:pt x="1343025" y="819150"/>
                </a:lnTo>
                <a:lnTo>
                  <a:pt x="1352550" y="819150"/>
                </a:lnTo>
                <a:lnTo>
                  <a:pt x="1352550" y="809625"/>
                </a:lnTo>
                <a:lnTo>
                  <a:pt x="1362075" y="809625"/>
                </a:lnTo>
                <a:lnTo>
                  <a:pt x="1362075" y="819150"/>
                </a:lnTo>
                <a:lnTo>
                  <a:pt x="1371600" y="819150"/>
                </a:lnTo>
                <a:lnTo>
                  <a:pt x="1371600" y="828675"/>
                </a:lnTo>
                <a:lnTo>
                  <a:pt x="1409700" y="828675"/>
                </a:lnTo>
                <a:lnTo>
                  <a:pt x="1409700" y="819150"/>
                </a:lnTo>
                <a:lnTo>
                  <a:pt x="1495425" y="819150"/>
                </a:lnTo>
                <a:lnTo>
                  <a:pt x="1495425" y="828675"/>
                </a:lnTo>
                <a:lnTo>
                  <a:pt x="1485900" y="828675"/>
                </a:lnTo>
                <a:lnTo>
                  <a:pt x="1485900" y="838200"/>
                </a:lnTo>
                <a:lnTo>
                  <a:pt x="1476375" y="838200"/>
                </a:lnTo>
                <a:lnTo>
                  <a:pt x="1476375" y="847725"/>
                </a:lnTo>
                <a:lnTo>
                  <a:pt x="1495425" y="847725"/>
                </a:lnTo>
                <a:lnTo>
                  <a:pt x="1495425" y="838200"/>
                </a:lnTo>
                <a:lnTo>
                  <a:pt x="1504950" y="838200"/>
                </a:lnTo>
                <a:lnTo>
                  <a:pt x="1504950" y="819150"/>
                </a:lnTo>
                <a:lnTo>
                  <a:pt x="1514475" y="819150"/>
                </a:lnTo>
                <a:lnTo>
                  <a:pt x="1514475" y="838200"/>
                </a:lnTo>
                <a:lnTo>
                  <a:pt x="1543050" y="838200"/>
                </a:lnTo>
                <a:lnTo>
                  <a:pt x="1543050" y="809625"/>
                </a:lnTo>
                <a:lnTo>
                  <a:pt x="1562100" y="809625"/>
                </a:lnTo>
                <a:lnTo>
                  <a:pt x="1562100" y="819150"/>
                </a:lnTo>
                <a:lnTo>
                  <a:pt x="1571625" y="819150"/>
                </a:lnTo>
                <a:lnTo>
                  <a:pt x="1571625" y="828675"/>
                </a:lnTo>
                <a:lnTo>
                  <a:pt x="1581150" y="828675"/>
                </a:lnTo>
                <a:lnTo>
                  <a:pt x="1581150" y="809625"/>
                </a:lnTo>
                <a:lnTo>
                  <a:pt x="1590675" y="809625"/>
                </a:lnTo>
                <a:lnTo>
                  <a:pt x="1590675" y="819150"/>
                </a:lnTo>
                <a:lnTo>
                  <a:pt x="1609725" y="819150"/>
                </a:lnTo>
                <a:lnTo>
                  <a:pt x="1609725" y="809625"/>
                </a:lnTo>
                <a:lnTo>
                  <a:pt x="1600200" y="809625"/>
                </a:lnTo>
                <a:lnTo>
                  <a:pt x="1600200" y="790575"/>
                </a:lnTo>
                <a:lnTo>
                  <a:pt x="1609725" y="790575"/>
                </a:lnTo>
                <a:lnTo>
                  <a:pt x="1609725" y="800100"/>
                </a:lnTo>
                <a:lnTo>
                  <a:pt x="1638300" y="800100"/>
                </a:lnTo>
                <a:lnTo>
                  <a:pt x="1638300" y="781050"/>
                </a:lnTo>
                <a:lnTo>
                  <a:pt x="1647825" y="781050"/>
                </a:lnTo>
                <a:lnTo>
                  <a:pt x="1647825" y="771525"/>
                </a:lnTo>
                <a:lnTo>
                  <a:pt x="1657350" y="771525"/>
                </a:lnTo>
                <a:lnTo>
                  <a:pt x="1657350" y="762000"/>
                </a:lnTo>
                <a:lnTo>
                  <a:pt x="1685925" y="762000"/>
                </a:lnTo>
                <a:lnTo>
                  <a:pt x="1685925" y="771525"/>
                </a:lnTo>
                <a:lnTo>
                  <a:pt x="1676400" y="771525"/>
                </a:lnTo>
                <a:lnTo>
                  <a:pt x="1676400" y="781050"/>
                </a:lnTo>
                <a:lnTo>
                  <a:pt x="1647825" y="781050"/>
                </a:lnTo>
                <a:lnTo>
                  <a:pt x="1647825" y="800100"/>
                </a:lnTo>
                <a:lnTo>
                  <a:pt x="1638300" y="800100"/>
                </a:lnTo>
                <a:lnTo>
                  <a:pt x="1638300" y="809625"/>
                </a:lnTo>
                <a:lnTo>
                  <a:pt x="1628775" y="809625"/>
                </a:lnTo>
                <a:lnTo>
                  <a:pt x="1628775" y="828675"/>
                </a:lnTo>
                <a:lnTo>
                  <a:pt x="1638300" y="828675"/>
                </a:lnTo>
                <a:lnTo>
                  <a:pt x="1638300" y="838200"/>
                </a:lnTo>
                <a:lnTo>
                  <a:pt x="1619250" y="838200"/>
                </a:lnTo>
                <a:lnTo>
                  <a:pt x="1619250" y="828675"/>
                </a:lnTo>
                <a:lnTo>
                  <a:pt x="1581150" y="828675"/>
                </a:lnTo>
                <a:lnTo>
                  <a:pt x="1581150" y="838200"/>
                </a:lnTo>
                <a:lnTo>
                  <a:pt x="1571625" y="838200"/>
                </a:lnTo>
                <a:lnTo>
                  <a:pt x="1571625" y="847725"/>
                </a:lnTo>
                <a:lnTo>
                  <a:pt x="1590675" y="847725"/>
                </a:lnTo>
                <a:lnTo>
                  <a:pt x="1590675" y="876300"/>
                </a:lnTo>
                <a:lnTo>
                  <a:pt x="1562100" y="876300"/>
                </a:lnTo>
                <a:lnTo>
                  <a:pt x="1562100" y="857250"/>
                </a:lnTo>
                <a:lnTo>
                  <a:pt x="1524000" y="857250"/>
                </a:lnTo>
                <a:lnTo>
                  <a:pt x="1524000" y="866775"/>
                </a:lnTo>
                <a:lnTo>
                  <a:pt x="1514475" y="866775"/>
                </a:lnTo>
                <a:lnTo>
                  <a:pt x="1514475" y="885825"/>
                </a:lnTo>
                <a:lnTo>
                  <a:pt x="1495425" y="885825"/>
                </a:lnTo>
                <a:lnTo>
                  <a:pt x="1495425" y="895350"/>
                </a:lnTo>
                <a:lnTo>
                  <a:pt x="1485900" y="895350"/>
                </a:lnTo>
                <a:lnTo>
                  <a:pt x="1485900" y="876300"/>
                </a:lnTo>
                <a:lnTo>
                  <a:pt x="1476375" y="876300"/>
                </a:lnTo>
                <a:lnTo>
                  <a:pt x="1476375" y="866775"/>
                </a:lnTo>
                <a:lnTo>
                  <a:pt x="1466850" y="866775"/>
                </a:lnTo>
                <a:lnTo>
                  <a:pt x="1466850" y="857250"/>
                </a:lnTo>
                <a:lnTo>
                  <a:pt x="1409700" y="857250"/>
                </a:lnTo>
                <a:lnTo>
                  <a:pt x="1409700" y="876300"/>
                </a:lnTo>
                <a:lnTo>
                  <a:pt x="1381125" y="876300"/>
                </a:lnTo>
                <a:lnTo>
                  <a:pt x="1381125" y="866775"/>
                </a:lnTo>
                <a:lnTo>
                  <a:pt x="1352550" y="866775"/>
                </a:lnTo>
                <a:lnTo>
                  <a:pt x="1352550" y="876300"/>
                </a:lnTo>
                <a:lnTo>
                  <a:pt x="1362075" y="876300"/>
                </a:lnTo>
                <a:lnTo>
                  <a:pt x="1362075" y="914400"/>
                </a:lnTo>
                <a:lnTo>
                  <a:pt x="1381125" y="914400"/>
                </a:lnTo>
                <a:lnTo>
                  <a:pt x="1381125" y="923925"/>
                </a:lnTo>
                <a:lnTo>
                  <a:pt x="1352550" y="923925"/>
                </a:lnTo>
                <a:lnTo>
                  <a:pt x="1352550" y="933450"/>
                </a:lnTo>
                <a:lnTo>
                  <a:pt x="1381125" y="933450"/>
                </a:lnTo>
                <a:lnTo>
                  <a:pt x="1381125" y="942975"/>
                </a:lnTo>
                <a:lnTo>
                  <a:pt x="1371600" y="942975"/>
                </a:lnTo>
                <a:lnTo>
                  <a:pt x="1371600" y="952500"/>
                </a:lnTo>
                <a:lnTo>
                  <a:pt x="1409700" y="952500"/>
                </a:lnTo>
                <a:lnTo>
                  <a:pt x="1409700" y="933450"/>
                </a:lnTo>
                <a:lnTo>
                  <a:pt x="1419225" y="933450"/>
                </a:lnTo>
                <a:lnTo>
                  <a:pt x="1419225" y="942975"/>
                </a:lnTo>
                <a:lnTo>
                  <a:pt x="1428750" y="942975"/>
                </a:lnTo>
                <a:lnTo>
                  <a:pt x="1428750" y="952500"/>
                </a:lnTo>
                <a:lnTo>
                  <a:pt x="1457325" y="952500"/>
                </a:lnTo>
                <a:lnTo>
                  <a:pt x="1457325" y="942975"/>
                </a:lnTo>
                <a:lnTo>
                  <a:pt x="1466850" y="942975"/>
                </a:lnTo>
                <a:lnTo>
                  <a:pt x="1466850" y="933450"/>
                </a:lnTo>
                <a:lnTo>
                  <a:pt x="1476375" y="933450"/>
                </a:lnTo>
                <a:lnTo>
                  <a:pt x="1476375" y="942975"/>
                </a:lnTo>
                <a:lnTo>
                  <a:pt x="1495425" y="942975"/>
                </a:lnTo>
                <a:lnTo>
                  <a:pt x="1495425" y="962025"/>
                </a:lnTo>
                <a:lnTo>
                  <a:pt x="1504950" y="962025"/>
                </a:lnTo>
                <a:lnTo>
                  <a:pt x="1504950" y="933450"/>
                </a:lnTo>
                <a:lnTo>
                  <a:pt x="1514475" y="933450"/>
                </a:lnTo>
                <a:lnTo>
                  <a:pt x="1514475" y="942975"/>
                </a:lnTo>
                <a:lnTo>
                  <a:pt x="1533525" y="942975"/>
                </a:lnTo>
                <a:lnTo>
                  <a:pt x="1533525" y="971550"/>
                </a:lnTo>
                <a:lnTo>
                  <a:pt x="1543050" y="971550"/>
                </a:lnTo>
                <a:lnTo>
                  <a:pt x="1543050" y="962025"/>
                </a:lnTo>
                <a:lnTo>
                  <a:pt x="1562100" y="962025"/>
                </a:lnTo>
                <a:lnTo>
                  <a:pt x="1562100" y="952500"/>
                </a:lnTo>
                <a:lnTo>
                  <a:pt x="1571625" y="952500"/>
                </a:lnTo>
                <a:lnTo>
                  <a:pt x="1571625" y="942975"/>
                </a:lnTo>
                <a:lnTo>
                  <a:pt x="1590675" y="942975"/>
                </a:lnTo>
                <a:lnTo>
                  <a:pt x="1590675" y="933450"/>
                </a:lnTo>
                <a:lnTo>
                  <a:pt x="1657350" y="933450"/>
                </a:lnTo>
                <a:lnTo>
                  <a:pt x="1657350" y="942975"/>
                </a:lnTo>
                <a:lnTo>
                  <a:pt x="1666875" y="942975"/>
                </a:lnTo>
                <a:lnTo>
                  <a:pt x="1666875" y="933450"/>
                </a:lnTo>
                <a:lnTo>
                  <a:pt x="1676400" y="933450"/>
                </a:lnTo>
                <a:lnTo>
                  <a:pt x="1676400" y="942975"/>
                </a:lnTo>
                <a:lnTo>
                  <a:pt x="1685925" y="942975"/>
                </a:lnTo>
                <a:lnTo>
                  <a:pt x="1685925" y="933450"/>
                </a:lnTo>
                <a:lnTo>
                  <a:pt x="1695450" y="933450"/>
                </a:lnTo>
                <a:lnTo>
                  <a:pt x="1695450" y="952500"/>
                </a:lnTo>
                <a:lnTo>
                  <a:pt x="1685925" y="952500"/>
                </a:lnTo>
                <a:lnTo>
                  <a:pt x="1685925" y="971550"/>
                </a:lnTo>
                <a:lnTo>
                  <a:pt x="1695450" y="971550"/>
                </a:lnTo>
                <a:lnTo>
                  <a:pt x="1695450" y="990600"/>
                </a:lnTo>
                <a:lnTo>
                  <a:pt x="1685925" y="990600"/>
                </a:lnTo>
                <a:lnTo>
                  <a:pt x="1685925" y="1009650"/>
                </a:lnTo>
                <a:lnTo>
                  <a:pt x="1676400" y="1009650"/>
                </a:lnTo>
                <a:lnTo>
                  <a:pt x="1676400" y="1019175"/>
                </a:lnTo>
                <a:lnTo>
                  <a:pt x="1666875" y="1019175"/>
                </a:lnTo>
                <a:lnTo>
                  <a:pt x="1666875" y="1028700"/>
                </a:lnTo>
                <a:lnTo>
                  <a:pt x="1647825" y="1028700"/>
                </a:lnTo>
                <a:lnTo>
                  <a:pt x="1647825" y="1038225"/>
                </a:lnTo>
                <a:lnTo>
                  <a:pt x="1628775" y="1038225"/>
                </a:lnTo>
                <a:lnTo>
                  <a:pt x="1628775" y="1019175"/>
                </a:lnTo>
                <a:lnTo>
                  <a:pt x="1609725" y="1019175"/>
                </a:lnTo>
                <a:lnTo>
                  <a:pt x="1609725" y="1047750"/>
                </a:lnTo>
                <a:lnTo>
                  <a:pt x="1552575" y="1047750"/>
                </a:lnTo>
                <a:lnTo>
                  <a:pt x="1552575" y="1038225"/>
                </a:lnTo>
                <a:lnTo>
                  <a:pt x="1533525" y="1038225"/>
                </a:lnTo>
                <a:lnTo>
                  <a:pt x="1533525" y="1047750"/>
                </a:lnTo>
                <a:lnTo>
                  <a:pt x="1447800" y="1047750"/>
                </a:lnTo>
                <a:lnTo>
                  <a:pt x="1447800" y="1038225"/>
                </a:lnTo>
                <a:lnTo>
                  <a:pt x="1438275" y="1038225"/>
                </a:lnTo>
                <a:lnTo>
                  <a:pt x="1438275" y="1047750"/>
                </a:lnTo>
                <a:lnTo>
                  <a:pt x="1333500" y="1047750"/>
                </a:lnTo>
                <a:lnTo>
                  <a:pt x="1333500" y="1028700"/>
                </a:lnTo>
                <a:lnTo>
                  <a:pt x="1323975" y="1028700"/>
                </a:lnTo>
                <a:lnTo>
                  <a:pt x="1323975" y="1038225"/>
                </a:lnTo>
                <a:lnTo>
                  <a:pt x="1304925" y="1038225"/>
                </a:lnTo>
                <a:lnTo>
                  <a:pt x="1304925" y="1047750"/>
                </a:lnTo>
                <a:lnTo>
                  <a:pt x="1143000" y="1047750"/>
                </a:lnTo>
                <a:lnTo>
                  <a:pt x="1143000" y="1038225"/>
                </a:lnTo>
                <a:lnTo>
                  <a:pt x="1114425" y="1038225"/>
                </a:lnTo>
                <a:lnTo>
                  <a:pt x="1114425" y="1047750"/>
                </a:lnTo>
                <a:lnTo>
                  <a:pt x="1095375" y="1047750"/>
                </a:lnTo>
                <a:lnTo>
                  <a:pt x="1095375" y="1019175"/>
                </a:lnTo>
                <a:lnTo>
                  <a:pt x="1085850" y="1019175"/>
                </a:lnTo>
                <a:lnTo>
                  <a:pt x="1085850" y="1028700"/>
                </a:lnTo>
                <a:lnTo>
                  <a:pt x="1076325" y="1028700"/>
                </a:lnTo>
                <a:lnTo>
                  <a:pt x="1076325" y="1038225"/>
                </a:lnTo>
                <a:lnTo>
                  <a:pt x="1085850" y="1038225"/>
                </a:lnTo>
                <a:lnTo>
                  <a:pt x="1085850" y="1047750"/>
                </a:lnTo>
                <a:lnTo>
                  <a:pt x="923925" y="1047750"/>
                </a:lnTo>
                <a:lnTo>
                  <a:pt x="923925" y="1038225"/>
                </a:lnTo>
                <a:lnTo>
                  <a:pt x="933450" y="1038225"/>
                </a:lnTo>
                <a:lnTo>
                  <a:pt x="933450" y="1009650"/>
                </a:lnTo>
                <a:lnTo>
                  <a:pt x="923925" y="1009650"/>
                </a:lnTo>
                <a:lnTo>
                  <a:pt x="923925" y="1000125"/>
                </a:lnTo>
                <a:lnTo>
                  <a:pt x="914400" y="1000125"/>
                </a:lnTo>
                <a:lnTo>
                  <a:pt x="914400" y="1028700"/>
                </a:lnTo>
                <a:lnTo>
                  <a:pt x="895350" y="1028700"/>
                </a:lnTo>
                <a:lnTo>
                  <a:pt x="895350" y="1038225"/>
                </a:lnTo>
                <a:lnTo>
                  <a:pt x="885825" y="1038225"/>
                </a:lnTo>
                <a:lnTo>
                  <a:pt x="885825" y="1028700"/>
                </a:lnTo>
                <a:lnTo>
                  <a:pt x="866775" y="1028700"/>
                </a:lnTo>
                <a:lnTo>
                  <a:pt x="866775" y="1009650"/>
                </a:lnTo>
                <a:lnTo>
                  <a:pt x="857250" y="1009650"/>
                </a:lnTo>
                <a:lnTo>
                  <a:pt x="857250" y="990600"/>
                </a:lnTo>
                <a:lnTo>
                  <a:pt x="847725" y="990600"/>
                </a:lnTo>
                <a:lnTo>
                  <a:pt x="847725" y="1000125"/>
                </a:lnTo>
                <a:lnTo>
                  <a:pt x="838200" y="1000125"/>
                </a:lnTo>
                <a:lnTo>
                  <a:pt x="838200" y="1028700"/>
                </a:lnTo>
                <a:lnTo>
                  <a:pt x="847725" y="1028700"/>
                </a:lnTo>
                <a:lnTo>
                  <a:pt x="847725" y="1038225"/>
                </a:lnTo>
                <a:lnTo>
                  <a:pt x="762000" y="1038225"/>
                </a:lnTo>
                <a:lnTo>
                  <a:pt x="762000" y="1047750"/>
                </a:lnTo>
                <a:lnTo>
                  <a:pt x="752475" y="1047750"/>
                </a:lnTo>
                <a:lnTo>
                  <a:pt x="752475" y="1038225"/>
                </a:lnTo>
                <a:lnTo>
                  <a:pt x="742950" y="1038225"/>
                </a:lnTo>
                <a:lnTo>
                  <a:pt x="742950" y="1047750"/>
                </a:lnTo>
                <a:lnTo>
                  <a:pt x="714375" y="1047750"/>
                </a:lnTo>
                <a:lnTo>
                  <a:pt x="714375" y="1038225"/>
                </a:lnTo>
                <a:lnTo>
                  <a:pt x="723900" y="1038225"/>
                </a:lnTo>
                <a:lnTo>
                  <a:pt x="723900" y="1028700"/>
                </a:lnTo>
                <a:lnTo>
                  <a:pt x="704850" y="1028700"/>
                </a:lnTo>
                <a:lnTo>
                  <a:pt x="704850" y="1019175"/>
                </a:lnTo>
                <a:lnTo>
                  <a:pt x="695325" y="1019175"/>
                </a:lnTo>
                <a:lnTo>
                  <a:pt x="695325" y="1028700"/>
                </a:lnTo>
                <a:lnTo>
                  <a:pt x="685800" y="1028700"/>
                </a:lnTo>
                <a:lnTo>
                  <a:pt x="685800" y="1009650"/>
                </a:lnTo>
                <a:lnTo>
                  <a:pt x="676275" y="1009650"/>
                </a:lnTo>
                <a:lnTo>
                  <a:pt x="676275" y="981075"/>
                </a:lnTo>
                <a:lnTo>
                  <a:pt x="695325" y="981075"/>
                </a:lnTo>
                <a:lnTo>
                  <a:pt x="695325" y="990600"/>
                </a:lnTo>
                <a:lnTo>
                  <a:pt x="704850" y="990600"/>
                </a:lnTo>
                <a:lnTo>
                  <a:pt x="704850" y="952500"/>
                </a:lnTo>
                <a:lnTo>
                  <a:pt x="714375" y="952500"/>
                </a:lnTo>
                <a:lnTo>
                  <a:pt x="714375" y="942975"/>
                </a:lnTo>
                <a:lnTo>
                  <a:pt x="723900" y="942975"/>
                </a:lnTo>
                <a:lnTo>
                  <a:pt x="723900" y="952500"/>
                </a:lnTo>
                <a:lnTo>
                  <a:pt x="733425" y="952500"/>
                </a:lnTo>
                <a:lnTo>
                  <a:pt x="733425" y="933450"/>
                </a:lnTo>
                <a:lnTo>
                  <a:pt x="752475" y="933450"/>
                </a:lnTo>
                <a:lnTo>
                  <a:pt x="752475" y="942975"/>
                </a:lnTo>
                <a:lnTo>
                  <a:pt x="781050" y="942975"/>
                </a:lnTo>
                <a:lnTo>
                  <a:pt x="781050" y="933450"/>
                </a:lnTo>
                <a:lnTo>
                  <a:pt x="790575" y="933450"/>
                </a:lnTo>
                <a:lnTo>
                  <a:pt x="790575" y="914400"/>
                </a:lnTo>
                <a:lnTo>
                  <a:pt x="771525" y="914400"/>
                </a:lnTo>
                <a:lnTo>
                  <a:pt x="771525" y="904875"/>
                </a:lnTo>
                <a:lnTo>
                  <a:pt x="781050" y="904875"/>
                </a:lnTo>
                <a:lnTo>
                  <a:pt x="781050" y="895350"/>
                </a:lnTo>
                <a:lnTo>
                  <a:pt x="800100" y="895350"/>
                </a:lnTo>
                <a:lnTo>
                  <a:pt x="800100" y="876300"/>
                </a:lnTo>
                <a:lnTo>
                  <a:pt x="714375" y="876300"/>
                </a:lnTo>
                <a:lnTo>
                  <a:pt x="714375" y="885825"/>
                </a:lnTo>
                <a:lnTo>
                  <a:pt x="704850" y="885825"/>
                </a:lnTo>
                <a:lnTo>
                  <a:pt x="704850" y="876300"/>
                </a:lnTo>
                <a:lnTo>
                  <a:pt x="685800" y="876300"/>
                </a:lnTo>
                <a:lnTo>
                  <a:pt x="685800" y="866775"/>
                </a:lnTo>
                <a:lnTo>
                  <a:pt x="657225" y="866775"/>
                </a:lnTo>
                <a:lnTo>
                  <a:pt x="657225" y="857250"/>
                </a:lnTo>
                <a:lnTo>
                  <a:pt x="647700" y="857250"/>
                </a:lnTo>
                <a:lnTo>
                  <a:pt x="647700" y="847725"/>
                </a:lnTo>
                <a:lnTo>
                  <a:pt x="657225" y="847725"/>
                </a:lnTo>
                <a:lnTo>
                  <a:pt x="657225" y="838200"/>
                </a:lnTo>
                <a:lnTo>
                  <a:pt x="695325" y="838200"/>
                </a:lnTo>
                <a:lnTo>
                  <a:pt x="695325" y="828675"/>
                </a:lnTo>
                <a:lnTo>
                  <a:pt x="704850" y="828675"/>
                </a:lnTo>
                <a:lnTo>
                  <a:pt x="704850" y="819150"/>
                </a:lnTo>
                <a:lnTo>
                  <a:pt x="695325" y="819150"/>
                </a:lnTo>
                <a:lnTo>
                  <a:pt x="695325" y="809625"/>
                </a:lnTo>
                <a:lnTo>
                  <a:pt x="781050" y="809625"/>
                </a:lnTo>
                <a:lnTo>
                  <a:pt x="781050" y="819150"/>
                </a:lnTo>
                <a:lnTo>
                  <a:pt x="790575" y="819150"/>
                </a:lnTo>
                <a:lnTo>
                  <a:pt x="790575" y="828675"/>
                </a:lnTo>
                <a:lnTo>
                  <a:pt x="781050" y="828675"/>
                </a:lnTo>
                <a:lnTo>
                  <a:pt x="781050" y="838200"/>
                </a:lnTo>
                <a:lnTo>
                  <a:pt x="771525" y="838200"/>
                </a:lnTo>
                <a:lnTo>
                  <a:pt x="771525" y="847725"/>
                </a:lnTo>
                <a:lnTo>
                  <a:pt x="790575" y="847725"/>
                </a:lnTo>
                <a:lnTo>
                  <a:pt x="790575" y="828675"/>
                </a:lnTo>
                <a:lnTo>
                  <a:pt x="800100" y="828675"/>
                </a:lnTo>
                <a:lnTo>
                  <a:pt x="800100" y="819150"/>
                </a:lnTo>
                <a:lnTo>
                  <a:pt x="819150" y="819150"/>
                </a:lnTo>
                <a:lnTo>
                  <a:pt x="819150" y="809625"/>
                </a:lnTo>
                <a:lnTo>
                  <a:pt x="809625" y="809625"/>
                </a:lnTo>
                <a:lnTo>
                  <a:pt x="809625" y="790575"/>
                </a:lnTo>
                <a:lnTo>
                  <a:pt x="742950" y="790575"/>
                </a:lnTo>
                <a:lnTo>
                  <a:pt x="742950" y="781050"/>
                </a:lnTo>
                <a:lnTo>
                  <a:pt x="752475" y="781050"/>
                </a:lnTo>
                <a:lnTo>
                  <a:pt x="752475" y="771525"/>
                </a:lnTo>
                <a:lnTo>
                  <a:pt x="742950" y="771525"/>
                </a:lnTo>
                <a:lnTo>
                  <a:pt x="742950" y="762000"/>
                </a:lnTo>
                <a:lnTo>
                  <a:pt x="714375" y="762000"/>
                </a:lnTo>
                <a:lnTo>
                  <a:pt x="714375" y="752475"/>
                </a:lnTo>
                <a:lnTo>
                  <a:pt x="752475" y="752475"/>
                </a:lnTo>
                <a:close/>
                <a:moveTo>
                  <a:pt x="514350" y="752475"/>
                </a:moveTo>
                <a:lnTo>
                  <a:pt x="523875" y="752475"/>
                </a:lnTo>
                <a:lnTo>
                  <a:pt x="523875" y="762000"/>
                </a:lnTo>
                <a:lnTo>
                  <a:pt x="514350" y="762000"/>
                </a:lnTo>
                <a:close/>
                <a:moveTo>
                  <a:pt x="666750" y="752475"/>
                </a:moveTo>
                <a:lnTo>
                  <a:pt x="685800" y="752475"/>
                </a:lnTo>
                <a:lnTo>
                  <a:pt x="685800" y="762000"/>
                </a:lnTo>
                <a:lnTo>
                  <a:pt x="676275" y="762000"/>
                </a:lnTo>
                <a:lnTo>
                  <a:pt x="676275" y="771525"/>
                </a:lnTo>
                <a:lnTo>
                  <a:pt x="666750" y="771525"/>
                </a:lnTo>
                <a:close/>
                <a:moveTo>
                  <a:pt x="495300" y="762000"/>
                </a:moveTo>
                <a:lnTo>
                  <a:pt x="514350" y="762000"/>
                </a:lnTo>
                <a:lnTo>
                  <a:pt x="514350" y="771525"/>
                </a:lnTo>
                <a:lnTo>
                  <a:pt x="523875" y="771525"/>
                </a:lnTo>
                <a:lnTo>
                  <a:pt x="523875" y="781050"/>
                </a:lnTo>
                <a:lnTo>
                  <a:pt x="495300" y="781050"/>
                </a:lnTo>
                <a:close/>
                <a:moveTo>
                  <a:pt x="561975" y="762000"/>
                </a:moveTo>
                <a:lnTo>
                  <a:pt x="581025" y="762000"/>
                </a:lnTo>
                <a:lnTo>
                  <a:pt x="581025" y="781050"/>
                </a:lnTo>
                <a:lnTo>
                  <a:pt x="552450" y="781050"/>
                </a:lnTo>
                <a:lnTo>
                  <a:pt x="552450" y="771525"/>
                </a:lnTo>
                <a:lnTo>
                  <a:pt x="561975" y="771525"/>
                </a:lnTo>
                <a:close/>
                <a:moveTo>
                  <a:pt x="695325" y="762000"/>
                </a:moveTo>
                <a:lnTo>
                  <a:pt x="704850" y="762000"/>
                </a:lnTo>
                <a:lnTo>
                  <a:pt x="704850" y="771525"/>
                </a:lnTo>
                <a:lnTo>
                  <a:pt x="695325" y="771525"/>
                </a:lnTo>
                <a:close/>
                <a:moveTo>
                  <a:pt x="400050" y="771525"/>
                </a:moveTo>
                <a:lnTo>
                  <a:pt x="409575" y="771525"/>
                </a:lnTo>
                <a:lnTo>
                  <a:pt x="409575" y="781050"/>
                </a:lnTo>
                <a:lnTo>
                  <a:pt x="400050" y="781050"/>
                </a:lnTo>
                <a:close/>
                <a:moveTo>
                  <a:pt x="847725" y="771525"/>
                </a:moveTo>
                <a:lnTo>
                  <a:pt x="857250" y="771525"/>
                </a:lnTo>
                <a:lnTo>
                  <a:pt x="857250" y="781050"/>
                </a:lnTo>
                <a:lnTo>
                  <a:pt x="847725" y="781050"/>
                </a:lnTo>
                <a:close/>
                <a:moveTo>
                  <a:pt x="1114425" y="771525"/>
                </a:moveTo>
                <a:lnTo>
                  <a:pt x="1133475" y="771525"/>
                </a:lnTo>
                <a:lnTo>
                  <a:pt x="1133475" y="781050"/>
                </a:lnTo>
                <a:lnTo>
                  <a:pt x="1114425" y="781050"/>
                </a:lnTo>
                <a:close/>
                <a:moveTo>
                  <a:pt x="457200" y="781050"/>
                </a:moveTo>
                <a:lnTo>
                  <a:pt x="466725" y="781050"/>
                </a:lnTo>
                <a:lnTo>
                  <a:pt x="466725" y="790575"/>
                </a:lnTo>
                <a:lnTo>
                  <a:pt x="457200" y="790575"/>
                </a:lnTo>
                <a:close/>
                <a:moveTo>
                  <a:pt x="581025" y="781050"/>
                </a:moveTo>
                <a:lnTo>
                  <a:pt x="638175" y="781050"/>
                </a:lnTo>
                <a:lnTo>
                  <a:pt x="638175" y="790575"/>
                </a:lnTo>
                <a:lnTo>
                  <a:pt x="581025" y="790575"/>
                </a:lnTo>
                <a:close/>
                <a:moveTo>
                  <a:pt x="1076325" y="781050"/>
                </a:moveTo>
                <a:lnTo>
                  <a:pt x="1085850" y="781050"/>
                </a:lnTo>
                <a:lnTo>
                  <a:pt x="1085850" y="790575"/>
                </a:lnTo>
                <a:lnTo>
                  <a:pt x="1076325" y="790575"/>
                </a:lnTo>
                <a:close/>
                <a:moveTo>
                  <a:pt x="1133475" y="781050"/>
                </a:moveTo>
                <a:lnTo>
                  <a:pt x="1152525" y="781050"/>
                </a:lnTo>
                <a:lnTo>
                  <a:pt x="1152525" y="790575"/>
                </a:lnTo>
                <a:lnTo>
                  <a:pt x="1133475" y="790575"/>
                </a:lnTo>
                <a:close/>
                <a:moveTo>
                  <a:pt x="1190625" y="781050"/>
                </a:moveTo>
                <a:lnTo>
                  <a:pt x="1200150" y="781050"/>
                </a:lnTo>
                <a:lnTo>
                  <a:pt x="1200150" y="790575"/>
                </a:lnTo>
                <a:lnTo>
                  <a:pt x="1190625" y="790575"/>
                </a:lnTo>
                <a:close/>
                <a:moveTo>
                  <a:pt x="1352550" y="781050"/>
                </a:moveTo>
                <a:lnTo>
                  <a:pt x="1371600" y="781050"/>
                </a:lnTo>
                <a:lnTo>
                  <a:pt x="1371600" y="790575"/>
                </a:lnTo>
                <a:lnTo>
                  <a:pt x="1352550" y="790575"/>
                </a:lnTo>
                <a:close/>
                <a:moveTo>
                  <a:pt x="1476375" y="781050"/>
                </a:moveTo>
                <a:lnTo>
                  <a:pt x="1485900" y="781050"/>
                </a:lnTo>
                <a:lnTo>
                  <a:pt x="1485900" y="790575"/>
                </a:lnTo>
                <a:lnTo>
                  <a:pt x="1476375" y="790575"/>
                </a:lnTo>
                <a:close/>
                <a:moveTo>
                  <a:pt x="514350" y="790575"/>
                </a:moveTo>
                <a:lnTo>
                  <a:pt x="533400" y="790575"/>
                </a:lnTo>
                <a:lnTo>
                  <a:pt x="533400" y="800100"/>
                </a:lnTo>
                <a:lnTo>
                  <a:pt x="514350" y="800100"/>
                </a:lnTo>
                <a:close/>
                <a:moveTo>
                  <a:pt x="990600" y="790575"/>
                </a:moveTo>
                <a:lnTo>
                  <a:pt x="1019175" y="790575"/>
                </a:lnTo>
                <a:lnTo>
                  <a:pt x="1019175" y="800100"/>
                </a:lnTo>
                <a:lnTo>
                  <a:pt x="990600" y="800100"/>
                </a:lnTo>
                <a:close/>
                <a:moveTo>
                  <a:pt x="1419225" y="790575"/>
                </a:moveTo>
                <a:lnTo>
                  <a:pt x="1438275" y="790575"/>
                </a:lnTo>
                <a:lnTo>
                  <a:pt x="1438275" y="809625"/>
                </a:lnTo>
                <a:lnTo>
                  <a:pt x="1419225" y="809625"/>
                </a:lnTo>
                <a:close/>
                <a:moveTo>
                  <a:pt x="895350" y="800100"/>
                </a:moveTo>
                <a:lnTo>
                  <a:pt x="904875" y="800100"/>
                </a:lnTo>
                <a:lnTo>
                  <a:pt x="904875" y="809625"/>
                </a:lnTo>
                <a:lnTo>
                  <a:pt x="895350" y="809625"/>
                </a:lnTo>
                <a:close/>
                <a:moveTo>
                  <a:pt x="952500" y="800100"/>
                </a:moveTo>
                <a:lnTo>
                  <a:pt x="971550" y="800100"/>
                </a:lnTo>
                <a:lnTo>
                  <a:pt x="971550" y="809625"/>
                </a:lnTo>
                <a:lnTo>
                  <a:pt x="952500" y="809625"/>
                </a:lnTo>
                <a:close/>
                <a:moveTo>
                  <a:pt x="1028700" y="800100"/>
                </a:moveTo>
                <a:lnTo>
                  <a:pt x="1047750" y="800100"/>
                </a:lnTo>
                <a:lnTo>
                  <a:pt x="1047750" y="809625"/>
                </a:lnTo>
                <a:lnTo>
                  <a:pt x="1028700" y="809625"/>
                </a:lnTo>
                <a:close/>
                <a:moveTo>
                  <a:pt x="1076325" y="800100"/>
                </a:moveTo>
                <a:lnTo>
                  <a:pt x="1114425" y="800100"/>
                </a:lnTo>
                <a:lnTo>
                  <a:pt x="1114425" y="809625"/>
                </a:lnTo>
                <a:lnTo>
                  <a:pt x="1076325" y="809625"/>
                </a:lnTo>
                <a:close/>
                <a:moveTo>
                  <a:pt x="876300" y="809625"/>
                </a:moveTo>
                <a:lnTo>
                  <a:pt x="895350" y="809625"/>
                </a:lnTo>
                <a:lnTo>
                  <a:pt x="895350" y="819150"/>
                </a:lnTo>
                <a:lnTo>
                  <a:pt x="876300" y="819150"/>
                </a:lnTo>
                <a:close/>
                <a:moveTo>
                  <a:pt x="904875" y="809625"/>
                </a:moveTo>
                <a:lnTo>
                  <a:pt x="923925" y="809625"/>
                </a:lnTo>
                <a:lnTo>
                  <a:pt x="923925" y="819150"/>
                </a:lnTo>
                <a:lnTo>
                  <a:pt x="904875" y="819150"/>
                </a:lnTo>
                <a:close/>
                <a:moveTo>
                  <a:pt x="1657350" y="809625"/>
                </a:moveTo>
                <a:lnTo>
                  <a:pt x="1695450" y="809625"/>
                </a:lnTo>
                <a:lnTo>
                  <a:pt x="1695450" y="838200"/>
                </a:lnTo>
                <a:lnTo>
                  <a:pt x="1685925" y="838200"/>
                </a:lnTo>
                <a:lnTo>
                  <a:pt x="1685925" y="847725"/>
                </a:lnTo>
                <a:lnTo>
                  <a:pt x="1676400" y="847725"/>
                </a:lnTo>
                <a:lnTo>
                  <a:pt x="1676400" y="828675"/>
                </a:lnTo>
                <a:lnTo>
                  <a:pt x="1647825" y="828675"/>
                </a:lnTo>
                <a:lnTo>
                  <a:pt x="1647825" y="819150"/>
                </a:lnTo>
                <a:lnTo>
                  <a:pt x="1657350" y="819150"/>
                </a:lnTo>
                <a:close/>
                <a:moveTo>
                  <a:pt x="1524000" y="819150"/>
                </a:moveTo>
                <a:lnTo>
                  <a:pt x="1533525" y="819150"/>
                </a:lnTo>
                <a:lnTo>
                  <a:pt x="1533525" y="828675"/>
                </a:lnTo>
                <a:lnTo>
                  <a:pt x="1524000" y="828675"/>
                </a:lnTo>
                <a:close/>
                <a:moveTo>
                  <a:pt x="466725" y="838200"/>
                </a:moveTo>
                <a:lnTo>
                  <a:pt x="485775" y="838200"/>
                </a:lnTo>
                <a:lnTo>
                  <a:pt x="485775" y="857250"/>
                </a:lnTo>
                <a:lnTo>
                  <a:pt x="504825" y="857250"/>
                </a:lnTo>
                <a:lnTo>
                  <a:pt x="504825" y="885825"/>
                </a:lnTo>
                <a:lnTo>
                  <a:pt x="466725" y="885825"/>
                </a:lnTo>
                <a:lnTo>
                  <a:pt x="466725" y="876300"/>
                </a:lnTo>
                <a:lnTo>
                  <a:pt x="428625" y="876300"/>
                </a:lnTo>
                <a:lnTo>
                  <a:pt x="428625" y="866775"/>
                </a:lnTo>
                <a:lnTo>
                  <a:pt x="457200" y="866775"/>
                </a:lnTo>
                <a:lnTo>
                  <a:pt x="457200" y="857250"/>
                </a:lnTo>
                <a:lnTo>
                  <a:pt x="466725" y="857250"/>
                </a:lnTo>
                <a:close/>
                <a:moveTo>
                  <a:pt x="542925" y="847725"/>
                </a:moveTo>
                <a:lnTo>
                  <a:pt x="552450" y="847725"/>
                </a:lnTo>
                <a:lnTo>
                  <a:pt x="552450" y="857250"/>
                </a:lnTo>
                <a:lnTo>
                  <a:pt x="561975" y="857250"/>
                </a:lnTo>
                <a:lnTo>
                  <a:pt x="561975" y="866775"/>
                </a:lnTo>
                <a:lnTo>
                  <a:pt x="571500" y="866775"/>
                </a:lnTo>
                <a:lnTo>
                  <a:pt x="571500" y="876300"/>
                </a:lnTo>
                <a:lnTo>
                  <a:pt x="533400" y="876300"/>
                </a:lnTo>
                <a:lnTo>
                  <a:pt x="533400" y="866775"/>
                </a:lnTo>
                <a:lnTo>
                  <a:pt x="542925" y="866775"/>
                </a:lnTo>
                <a:close/>
                <a:moveTo>
                  <a:pt x="714375" y="847725"/>
                </a:moveTo>
                <a:lnTo>
                  <a:pt x="723900" y="847725"/>
                </a:lnTo>
                <a:lnTo>
                  <a:pt x="723900" y="828675"/>
                </a:lnTo>
                <a:lnTo>
                  <a:pt x="714375" y="828675"/>
                </a:lnTo>
                <a:close/>
                <a:moveTo>
                  <a:pt x="1609725" y="847725"/>
                </a:moveTo>
                <a:lnTo>
                  <a:pt x="1628775" y="847725"/>
                </a:lnTo>
                <a:lnTo>
                  <a:pt x="1628775" y="857250"/>
                </a:lnTo>
                <a:lnTo>
                  <a:pt x="1609725" y="857250"/>
                </a:lnTo>
                <a:close/>
                <a:moveTo>
                  <a:pt x="800100" y="857250"/>
                </a:moveTo>
                <a:lnTo>
                  <a:pt x="809625" y="857250"/>
                </a:lnTo>
                <a:lnTo>
                  <a:pt x="809625" y="838200"/>
                </a:lnTo>
                <a:lnTo>
                  <a:pt x="800100" y="838200"/>
                </a:lnTo>
                <a:close/>
                <a:moveTo>
                  <a:pt x="1209675" y="857250"/>
                </a:moveTo>
                <a:lnTo>
                  <a:pt x="1219200" y="857250"/>
                </a:lnTo>
                <a:lnTo>
                  <a:pt x="1219200" y="838200"/>
                </a:lnTo>
                <a:lnTo>
                  <a:pt x="1209675" y="838200"/>
                </a:lnTo>
                <a:close/>
                <a:moveTo>
                  <a:pt x="590550" y="866775"/>
                </a:moveTo>
                <a:lnTo>
                  <a:pt x="600075" y="866775"/>
                </a:lnTo>
                <a:lnTo>
                  <a:pt x="600075" y="876300"/>
                </a:lnTo>
                <a:lnTo>
                  <a:pt x="590550" y="876300"/>
                </a:lnTo>
                <a:close/>
                <a:moveTo>
                  <a:pt x="838200" y="866775"/>
                </a:moveTo>
                <a:lnTo>
                  <a:pt x="857250" y="866775"/>
                </a:lnTo>
                <a:lnTo>
                  <a:pt x="857250" y="876300"/>
                </a:lnTo>
                <a:lnTo>
                  <a:pt x="866775" y="876300"/>
                </a:lnTo>
                <a:lnTo>
                  <a:pt x="866775" y="885825"/>
                </a:lnTo>
                <a:lnTo>
                  <a:pt x="838200" y="885825"/>
                </a:lnTo>
                <a:close/>
                <a:moveTo>
                  <a:pt x="1676400" y="866775"/>
                </a:moveTo>
                <a:lnTo>
                  <a:pt x="1695450" y="866775"/>
                </a:lnTo>
                <a:lnTo>
                  <a:pt x="1695450" y="885825"/>
                </a:lnTo>
                <a:lnTo>
                  <a:pt x="1685925" y="885825"/>
                </a:lnTo>
                <a:lnTo>
                  <a:pt x="1685925" y="876300"/>
                </a:lnTo>
                <a:lnTo>
                  <a:pt x="1676400" y="876300"/>
                </a:lnTo>
                <a:close/>
                <a:moveTo>
                  <a:pt x="876300" y="876300"/>
                </a:moveTo>
                <a:lnTo>
                  <a:pt x="904875" y="876300"/>
                </a:lnTo>
                <a:lnTo>
                  <a:pt x="904875" y="885825"/>
                </a:lnTo>
                <a:lnTo>
                  <a:pt x="914400" y="885825"/>
                </a:lnTo>
                <a:lnTo>
                  <a:pt x="914400" y="904875"/>
                </a:lnTo>
                <a:lnTo>
                  <a:pt x="923925" y="904875"/>
                </a:lnTo>
                <a:lnTo>
                  <a:pt x="923925" y="914400"/>
                </a:lnTo>
                <a:lnTo>
                  <a:pt x="942975" y="914400"/>
                </a:lnTo>
                <a:lnTo>
                  <a:pt x="942975" y="923925"/>
                </a:lnTo>
                <a:lnTo>
                  <a:pt x="895350" y="923925"/>
                </a:lnTo>
                <a:lnTo>
                  <a:pt x="895350" y="904875"/>
                </a:lnTo>
                <a:lnTo>
                  <a:pt x="885825" y="904875"/>
                </a:lnTo>
                <a:lnTo>
                  <a:pt x="885825" y="914400"/>
                </a:lnTo>
                <a:lnTo>
                  <a:pt x="857250" y="914400"/>
                </a:lnTo>
                <a:lnTo>
                  <a:pt x="857250" y="904875"/>
                </a:lnTo>
                <a:lnTo>
                  <a:pt x="847725" y="904875"/>
                </a:lnTo>
                <a:lnTo>
                  <a:pt x="847725" y="895350"/>
                </a:lnTo>
                <a:lnTo>
                  <a:pt x="876300" y="895350"/>
                </a:lnTo>
                <a:close/>
                <a:moveTo>
                  <a:pt x="1447800" y="876300"/>
                </a:moveTo>
                <a:lnTo>
                  <a:pt x="1466850" y="876300"/>
                </a:lnTo>
                <a:lnTo>
                  <a:pt x="1466850" y="904875"/>
                </a:lnTo>
                <a:lnTo>
                  <a:pt x="1485900" y="904875"/>
                </a:lnTo>
                <a:lnTo>
                  <a:pt x="1485900" y="914400"/>
                </a:lnTo>
                <a:lnTo>
                  <a:pt x="1447800" y="914400"/>
                </a:lnTo>
                <a:close/>
                <a:moveTo>
                  <a:pt x="1590675" y="876300"/>
                </a:moveTo>
                <a:lnTo>
                  <a:pt x="1600200" y="876300"/>
                </a:lnTo>
                <a:lnTo>
                  <a:pt x="1600200" y="895350"/>
                </a:lnTo>
                <a:lnTo>
                  <a:pt x="1590675" y="895350"/>
                </a:lnTo>
                <a:close/>
                <a:moveTo>
                  <a:pt x="1095375" y="885825"/>
                </a:moveTo>
                <a:lnTo>
                  <a:pt x="1114425" y="885825"/>
                </a:lnTo>
                <a:lnTo>
                  <a:pt x="1114425" y="914400"/>
                </a:lnTo>
                <a:lnTo>
                  <a:pt x="1085850" y="914400"/>
                </a:lnTo>
                <a:lnTo>
                  <a:pt x="1085850" y="904875"/>
                </a:lnTo>
                <a:lnTo>
                  <a:pt x="1095375" y="904875"/>
                </a:lnTo>
                <a:close/>
                <a:moveTo>
                  <a:pt x="1533525" y="885825"/>
                </a:moveTo>
                <a:lnTo>
                  <a:pt x="1562100" y="885825"/>
                </a:lnTo>
                <a:lnTo>
                  <a:pt x="1562100" y="895350"/>
                </a:lnTo>
                <a:lnTo>
                  <a:pt x="1533525" y="895350"/>
                </a:lnTo>
                <a:close/>
                <a:moveTo>
                  <a:pt x="695325" y="895350"/>
                </a:moveTo>
                <a:lnTo>
                  <a:pt x="752475" y="895350"/>
                </a:lnTo>
                <a:lnTo>
                  <a:pt x="752475" y="904875"/>
                </a:lnTo>
                <a:lnTo>
                  <a:pt x="762000" y="904875"/>
                </a:lnTo>
                <a:lnTo>
                  <a:pt x="762000" y="914400"/>
                </a:lnTo>
                <a:lnTo>
                  <a:pt x="704850" y="914400"/>
                </a:lnTo>
                <a:lnTo>
                  <a:pt x="704850" y="904875"/>
                </a:lnTo>
                <a:lnTo>
                  <a:pt x="695325" y="904875"/>
                </a:lnTo>
                <a:close/>
                <a:moveTo>
                  <a:pt x="1238250" y="895350"/>
                </a:moveTo>
                <a:lnTo>
                  <a:pt x="1247775" y="895350"/>
                </a:lnTo>
                <a:lnTo>
                  <a:pt x="1247775" y="904875"/>
                </a:lnTo>
                <a:lnTo>
                  <a:pt x="1238250" y="904875"/>
                </a:lnTo>
                <a:close/>
                <a:moveTo>
                  <a:pt x="1524000" y="895350"/>
                </a:moveTo>
                <a:lnTo>
                  <a:pt x="1533525" y="895350"/>
                </a:lnTo>
                <a:lnTo>
                  <a:pt x="1533525" y="914400"/>
                </a:lnTo>
                <a:lnTo>
                  <a:pt x="1514475" y="914400"/>
                </a:lnTo>
                <a:lnTo>
                  <a:pt x="1514475" y="904875"/>
                </a:lnTo>
                <a:lnTo>
                  <a:pt x="1524000" y="904875"/>
                </a:lnTo>
                <a:close/>
                <a:moveTo>
                  <a:pt x="1562100" y="895350"/>
                </a:moveTo>
                <a:lnTo>
                  <a:pt x="1571625" y="895350"/>
                </a:lnTo>
                <a:lnTo>
                  <a:pt x="1571625" y="904875"/>
                </a:lnTo>
                <a:lnTo>
                  <a:pt x="1562100" y="904875"/>
                </a:lnTo>
                <a:close/>
                <a:moveTo>
                  <a:pt x="1581150" y="895350"/>
                </a:moveTo>
                <a:lnTo>
                  <a:pt x="1590675" y="895350"/>
                </a:lnTo>
                <a:lnTo>
                  <a:pt x="1590675" y="914400"/>
                </a:lnTo>
                <a:lnTo>
                  <a:pt x="1571625" y="914400"/>
                </a:lnTo>
                <a:lnTo>
                  <a:pt x="1571625" y="904875"/>
                </a:lnTo>
                <a:lnTo>
                  <a:pt x="1581150" y="904875"/>
                </a:lnTo>
                <a:close/>
                <a:moveTo>
                  <a:pt x="1657350" y="895350"/>
                </a:moveTo>
                <a:lnTo>
                  <a:pt x="1666875" y="895350"/>
                </a:lnTo>
                <a:lnTo>
                  <a:pt x="1666875" y="914400"/>
                </a:lnTo>
                <a:lnTo>
                  <a:pt x="1657350" y="914400"/>
                </a:lnTo>
                <a:close/>
                <a:moveTo>
                  <a:pt x="1676400" y="895350"/>
                </a:moveTo>
                <a:lnTo>
                  <a:pt x="1685925" y="895350"/>
                </a:lnTo>
                <a:lnTo>
                  <a:pt x="1685925" y="914400"/>
                </a:lnTo>
                <a:lnTo>
                  <a:pt x="1676400" y="914400"/>
                </a:lnTo>
                <a:close/>
                <a:moveTo>
                  <a:pt x="1219200" y="904875"/>
                </a:moveTo>
                <a:lnTo>
                  <a:pt x="1238250" y="904875"/>
                </a:lnTo>
                <a:lnTo>
                  <a:pt x="1238250" y="914400"/>
                </a:lnTo>
                <a:lnTo>
                  <a:pt x="1219200" y="914400"/>
                </a:lnTo>
                <a:close/>
                <a:moveTo>
                  <a:pt x="1390650" y="904875"/>
                </a:moveTo>
                <a:lnTo>
                  <a:pt x="1409700" y="904875"/>
                </a:lnTo>
                <a:lnTo>
                  <a:pt x="1409700" y="914400"/>
                </a:lnTo>
                <a:lnTo>
                  <a:pt x="1390650" y="914400"/>
                </a:lnTo>
                <a:close/>
                <a:moveTo>
                  <a:pt x="971550" y="914400"/>
                </a:moveTo>
                <a:lnTo>
                  <a:pt x="981075" y="914400"/>
                </a:lnTo>
                <a:lnTo>
                  <a:pt x="981075" y="923925"/>
                </a:lnTo>
                <a:lnTo>
                  <a:pt x="971550" y="923925"/>
                </a:lnTo>
                <a:close/>
                <a:moveTo>
                  <a:pt x="1343025" y="914400"/>
                </a:moveTo>
                <a:lnTo>
                  <a:pt x="1352550" y="914400"/>
                </a:lnTo>
                <a:lnTo>
                  <a:pt x="1352550" y="904875"/>
                </a:lnTo>
                <a:lnTo>
                  <a:pt x="1343025" y="904875"/>
                </a:lnTo>
                <a:close/>
                <a:moveTo>
                  <a:pt x="228600" y="923925"/>
                </a:moveTo>
                <a:lnTo>
                  <a:pt x="247650" y="923925"/>
                </a:lnTo>
                <a:lnTo>
                  <a:pt x="247650" y="933450"/>
                </a:lnTo>
                <a:lnTo>
                  <a:pt x="228600" y="933450"/>
                </a:lnTo>
                <a:close/>
                <a:moveTo>
                  <a:pt x="285750" y="923925"/>
                </a:moveTo>
                <a:lnTo>
                  <a:pt x="304800" y="923925"/>
                </a:lnTo>
                <a:lnTo>
                  <a:pt x="304800" y="933450"/>
                </a:lnTo>
                <a:lnTo>
                  <a:pt x="285750" y="933450"/>
                </a:lnTo>
                <a:close/>
                <a:moveTo>
                  <a:pt x="409575" y="923925"/>
                </a:moveTo>
                <a:lnTo>
                  <a:pt x="419100" y="923925"/>
                </a:lnTo>
                <a:lnTo>
                  <a:pt x="419100" y="933450"/>
                </a:lnTo>
                <a:lnTo>
                  <a:pt x="409575" y="933450"/>
                </a:lnTo>
                <a:close/>
                <a:moveTo>
                  <a:pt x="466725" y="923925"/>
                </a:moveTo>
                <a:lnTo>
                  <a:pt x="476250" y="923925"/>
                </a:lnTo>
                <a:lnTo>
                  <a:pt x="476250" y="933450"/>
                </a:lnTo>
                <a:lnTo>
                  <a:pt x="466725" y="933450"/>
                </a:lnTo>
                <a:close/>
                <a:moveTo>
                  <a:pt x="180975" y="942975"/>
                </a:moveTo>
                <a:lnTo>
                  <a:pt x="200025" y="942975"/>
                </a:lnTo>
                <a:lnTo>
                  <a:pt x="200025" y="952500"/>
                </a:lnTo>
                <a:lnTo>
                  <a:pt x="209550" y="952500"/>
                </a:lnTo>
                <a:lnTo>
                  <a:pt x="209550" y="971550"/>
                </a:lnTo>
                <a:lnTo>
                  <a:pt x="180975" y="971550"/>
                </a:lnTo>
                <a:close/>
                <a:moveTo>
                  <a:pt x="1114425" y="962025"/>
                </a:moveTo>
                <a:lnTo>
                  <a:pt x="1133475" y="962025"/>
                </a:lnTo>
                <a:lnTo>
                  <a:pt x="1133475" y="942975"/>
                </a:lnTo>
                <a:lnTo>
                  <a:pt x="1114425" y="942975"/>
                </a:lnTo>
                <a:close/>
                <a:moveTo>
                  <a:pt x="219075" y="971550"/>
                </a:moveTo>
                <a:lnTo>
                  <a:pt x="238125" y="971550"/>
                </a:lnTo>
                <a:lnTo>
                  <a:pt x="238125" y="990600"/>
                </a:lnTo>
                <a:lnTo>
                  <a:pt x="228600" y="990600"/>
                </a:lnTo>
                <a:lnTo>
                  <a:pt x="228600" y="981075"/>
                </a:lnTo>
                <a:lnTo>
                  <a:pt x="219075" y="981075"/>
                </a:lnTo>
                <a:close/>
                <a:moveTo>
                  <a:pt x="742950" y="971550"/>
                </a:moveTo>
                <a:lnTo>
                  <a:pt x="752475" y="971550"/>
                </a:lnTo>
                <a:lnTo>
                  <a:pt x="752475" y="962025"/>
                </a:lnTo>
                <a:lnTo>
                  <a:pt x="742950" y="962025"/>
                </a:lnTo>
                <a:close/>
                <a:moveTo>
                  <a:pt x="285750" y="981075"/>
                </a:moveTo>
                <a:lnTo>
                  <a:pt x="295275" y="981075"/>
                </a:lnTo>
                <a:lnTo>
                  <a:pt x="295275" y="990600"/>
                </a:lnTo>
                <a:lnTo>
                  <a:pt x="285750" y="990600"/>
                </a:lnTo>
                <a:close/>
                <a:moveTo>
                  <a:pt x="790575" y="981075"/>
                </a:moveTo>
                <a:lnTo>
                  <a:pt x="809625" y="981075"/>
                </a:lnTo>
                <a:lnTo>
                  <a:pt x="809625" y="971550"/>
                </a:lnTo>
                <a:lnTo>
                  <a:pt x="790575" y="971550"/>
                </a:lnTo>
                <a:close/>
                <a:moveTo>
                  <a:pt x="1200150" y="981075"/>
                </a:moveTo>
                <a:lnTo>
                  <a:pt x="1209675" y="981075"/>
                </a:lnTo>
                <a:lnTo>
                  <a:pt x="1209675" y="971550"/>
                </a:lnTo>
                <a:lnTo>
                  <a:pt x="1200150" y="971550"/>
                </a:lnTo>
                <a:close/>
                <a:moveTo>
                  <a:pt x="1266825" y="981075"/>
                </a:moveTo>
                <a:lnTo>
                  <a:pt x="1276350" y="981075"/>
                </a:lnTo>
                <a:lnTo>
                  <a:pt x="1276350" y="971550"/>
                </a:lnTo>
                <a:lnTo>
                  <a:pt x="1266825" y="971550"/>
                </a:lnTo>
                <a:close/>
                <a:moveTo>
                  <a:pt x="1476375" y="981075"/>
                </a:moveTo>
                <a:lnTo>
                  <a:pt x="1495425" y="981075"/>
                </a:lnTo>
                <a:lnTo>
                  <a:pt x="1495425" y="971550"/>
                </a:lnTo>
                <a:lnTo>
                  <a:pt x="1476375" y="971550"/>
                </a:lnTo>
                <a:close/>
                <a:moveTo>
                  <a:pt x="1562100" y="981075"/>
                </a:moveTo>
                <a:lnTo>
                  <a:pt x="1571625" y="981075"/>
                </a:lnTo>
                <a:lnTo>
                  <a:pt x="1571625" y="990600"/>
                </a:lnTo>
                <a:lnTo>
                  <a:pt x="1581150" y="990600"/>
                </a:lnTo>
                <a:lnTo>
                  <a:pt x="1581150" y="981075"/>
                </a:lnTo>
                <a:lnTo>
                  <a:pt x="1590675" y="981075"/>
                </a:lnTo>
                <a:lnTo>
                  <a:pt x="1590675" y="962025"/>
                </a:lnTo>
                <a:lnTo>
                  <a:pt x="1581150" y="962025"/>
                </a:lnTo>
                <a:lnTo>
                  <a:pt x="1581150" y="971550"/>
                </a:lnTo>
                <a:lnTo>
                  <a:pt x="1562100" y="971550"/>
                </a:lnTo>
                <a:close/>
                <a:moveTo>
                  <a:pt x="238125" y="990600"/>
                </a:moveTo>
                <a:lnTo>
                  <a:pt x="247650" y="990600"/>
                </a:lnTo>
                <a:lnTo>
                  <a:pt x="247650" y="1000125"/>
                </a:lnTo>
                <a:lnTo>
                  <a:pt x="266700" y="1000125"/>
                </a:lnTo>
                <a:lnTo>
                  <a:pt x="266700" y="1028700"/>
                </a:lnTo>
                <a:lnTo>
                  <a:pt x="247650" y="1028700"/>
                </a:lnTo>
                <a:lnTo>
                  <a:pt x="247650" y="1038225"/>
                </a:lnTo>
                <a:lnTo>
                  <a:pt x="285750" y="1038225"/>
                </a:lnTo>
                <a:lnTo>
                  <a:pt x="285750" y="1047750"/>
                </a:lnTo>
                <a:lnTo>
                  <a:pt x="219075" y="1047750"/>
                </a:lnTo>
                <a:lnTo>
                  <a:pt x="219075" y="1028700"/>
                </a:lnTo>
                <a:lnTo>
                  <a:pt x="228600" y="1028700"/>
                </a:lnTo>
                <a:lnTo>
                  <a:pt x="228600" y="1019175"/>
                </a:lnTo>
                <a:lnTo>
                  <a:pt x="238125" y="1019175"/>
                </a:lnTo>
                <a:close/>
                <a:moveTo>
                  <a:pt x="971550" y="990600"/>
                </a:moveTo>
                <a:lnTo>
                  <a:pt x="981075" y="990600"/>
                </a:lnTo>
                <a:lnTo>
                  <a:pt x="981075" y="971550"/>
                </a:lnTo>
                <a:lnTo>
                  <a:pt x="971550" y="971550"/>
                </a:lnTo>
                <a:close/>
                <a:moveTo>
                  <a:pt x="1409700" y="990600"/>
                </a:moveTo>
                <a:lnTo>
                  <a:pt x="1419225" y="990600"/>
                </a:lnTo>
                <a:lnTo>
                  <a:pt x="1419225" y="1000125"/>
                </a:lnTo>
                <a:lnTo>
                  <a:pt x="1428750" y="1000125"/>
                </a:lnTo>
                <a:lnTo>
                  <a:pt x="1428750" y="1019175"/>
                </a:lnTo>
                <a:lnTo>
                  <a:pt x="1438275" y="1019175"/>
                </a:lnTo>
                <a:lnTo>
                  <a:pt x="1438275" y="1028700"/>
                </a:lnTo>
                <a:lnTo>
                  <a:pt x="1447800" y="1028700"/>
                </a:lnTo>
                <a:lnTo>
                  <a:pt x="1447800" y="1019175"/>
                </a:lnTo>
                <a:lnTo>
                  <a:pt x="1457325" y="1019175"/>
                </a:lnTo>
                <a:lnTo>
                  <a:pt x="1457325" y="1000125"/>
                </a:lnTo>
                <a:lnTo>
                  <a:pt x="1438275" y="1000125"/>
                </a:lnTo>
                <a:lnTo>
                  <a:pt x="1438275" y="990600"/>
                </a:lnTo>
                <a:lnTo>
                  <a:pt x="1466850" y="990600"/>
                </a:lnTo>
                <a:lnTo>
                  <a:pt x="1466850" y="971550"/>
                </a:lnTo>
                <a:lnTo>
                  <a:pt x="1419225" y="971550"/>
                </a:lnTo>
                <a:lnTo>
                  <a:pt x="1419225" y="981075"/>
                </a:lnTo>
                <a:lnTo>
                  <a:pt x="1409700" y="981075"/>
                </a:lnTo>
                <a:close/>
                <a:moveTo>
                  <a:pt x="1514475" y="990600"/>
                </a:moveTo>
                <a:lnTo>
                  <a:pt x="1533525" y="990600"/>
                </a:lnTo>
                <a:lnTo>
                  <a:pt x="1533525" y="981075"/>
                </a:lnTo>
                <a:lnTo>
                  <a:pt x="1504950" y="981075"/>
                </a:lnTo>
                <a:lnTo>
                  <a:pt x="1504950" y="990600"/>
                </a:lnTo>
                <a:lnTo>
                  <a:pt x="1485900" y="990600"/>
                </a:lnTo>
                <a:lnTo>
                  <a:pt x="1485900" y="1019175"/>
                </a:lnTo>
                <a:lnTo>
                  <a:pt x="1495425" y="1019175"/>
                </a:lnTo>
                <a:lnTo>
                  <a:pt x="1495425" y="1009650"/>
                </a:lnTo>
                <a:lnTo>
                  <a:pt x="1504950" y="1009650"/>
                </a:lnTo>
                <a:lnTo>
                  <a:pt x="1504950" y="1000125"/>
                </a:lnTo>
                <a:lnTo>
                  <a:pt x="1514475" y="1000125"/>
                </a:lnTo>
                <a:close/>
                <a:moveTo>
                  <a:pt x="1323975" y="1000125"/>
                </a:moveTo>
                <a:lnTo>
                  <a:pt x="1333500" y="1000125"/>
                </a:lnTo>
                <a:lnTo>
                  <a:pt x="1333500" y="990600"/>
                </a:lnTo>
                <a:lnTo>
                  <a:pt x="1323975" y="990600"/>
                </a:lnTo>
                <a:close/>
                <a:moveTo>
                  <a:pt x="571500" y="1009650"/>
                </a:moveTo>
                <a:lnTo>
                  <a:pt x="600075" y="1009650"/>
                </a:lnTo>
                <a:lnTo>
                  <a:pt x="600075" y="1019175"/>
                </a:lnTo>
                <a:lnTo>
                  <a:pt x="571500" y="1019175"/>
                </a:lnTo>
                <a:close/>
                <a:moveTo>
                  <a:pt x="1104900" y="1009650"/>
                </a:moveTo>
                <a:lnTo>
                  <a:pt x="1114425" y="1009650"/>
                </a:lnTo>
                <a:lnTo>
                  <a:pt x="1114425" y="990600"/>
                </a:lnTo>
                <a:lnTo>
                  <a:pt x="1104900" y="990600"/>
                </a:lnTo>
                <a:lnTo>
                  <a:pt x="1104900" y="1000125"/>
                </a:lnTo>
                <a:lnTo>
                  <a:pt x="1095375" y="1000125"/>
                </a:lnTo>
                <a:lnTo>
                  <a:pt x="1095375" y="1019175"/>
                </a:lnTo>
                <a:lnTo>
                  <a:pt x="1104900" y="1019175"/>
                </a:lnTo>
                <a:close/>
                <a:moveTo>
                  <a:pt x="485775" y="1019175"/>
                </a:moveTo>
                <a:lnTo>
                  <a:pt x="514350" y="1019175"/>
                </a:lnTo>
                <a:lnTo>
                  <a:pt x="514350" y="1028700"/>
                </a:lnTo>
                <a:lnTo>
                  <a:pt x="495300" y="1028700"/>
                </a:lnTo>
                <a:lnTo>
                  <a:pt x="495300" y="1038225"/>
                </a:lnTo>
                <a:lnTo>
                  <a:pt x="476250" y="1038225"/>
                </a:lnTo>
                <a:lnTo>
                  <a:pt x="476250" y="1028700"/>
                </a:lnTo>
                <a:lnTo>
                  <a:pt x="485775" y="1028700"/>
                </a:lnTo>
                <a:close/>
                <a:moveTo>
                  <a:pt x="552450" y="1019175"/>
                </a:moveTo>
                <a:lnTo>
                  <a:pt x="571500" y="1019175"/>
                </a:lnTo>
                <a:lnTo>
                  <a:pt x="571500" y="1028700"/>
                </a:lnTo>
                <a:lnTo>
                  <a:pt x="561975" y="1028700"/>
                </a:lnTo>
                <a:lnTo>
                  <a:pt x="561975" y="1038225"/>
                </a:lnTo>
                <a:lnTo>
                  <a:pt x="542925" y="1038225"/>
                </a:lnTo>
                <a:lnTo>
                  <a:pt x="542925" y="1028700"/>
                </a:lnTo>
                <a:lnTo>
                  <a:pt x="552450" y="1028700"/>
                </a:lnTo>
                <a:close/>
                <a:moveTo>
                  <a:pt x="600075" y="1019175"/>
                </a:moveTo>
                <a:lnTo>
                  <a:pt x="609600" y="1019175"/>
                </a:lnTo>
                <a:lnTo>
                  <a:pt x="609600" y="1028700"/>
                </a:lnTo>
                <a:lnTo>
                  <a:pt x="600075" y="1028700"/>
                </a:lnTo>
                <a:close/>
                <a:moveTo>
                  <a:pt x="647700" y="1019175"/>
                </a:moveTo>
                <a:lnTo>
                  <a:pt x="676275" y="1019175"/>
                </a:lnTo>
                <a:lnTo>
                  <a:pt x="676275" y="1028700"/>
                </a:lnTo>
                <a:lnTo>
                  <a:pt x="685800" y="1028700"/>
                </a:lnTo>
                <a:lnTo>
                  <a:pt x="685800" y="1038225"/>
                </a:lnTo>
                <a:lnTo>
                  <a:pt x="666750" y="1038225"/>
                </a:lnTo>
                <a:lnTo>
                  <a:pt x="666750" y="1028700"/>
                </a:lnTo>
                <a:lnTo>
                  <a:pt x="647700" y="1028700"/>
                </a:lnTo>
                <a:close/>
                <a:moveTo>
                  <a:pt x="733425" y="1019175"/>
                </a:moveTo>
                <a:lnTo>
                  <a:pt x="742950" y="1019175"/>
                </a:lnTo>
                <a:lnTo>
                  <a:pt x="742950" y="1009650"/>
                </a:lnTo>
                <a:lnTo>
                  <a:pt x="733425" y="1009650"/>
                </a:lnTo>
                <a:close/>
                <a:moveTo>
                  <a:pt x="752475" y="1028700"/>
                </a:moveTo>
                <a:lnTo>
                  <a:pt x="781050" y="1028700"/>
                </a:lnTo>
                <a:lnTo>
                  <a:pt x="781050" y="1000125"/>
                </a:lnTo>
                <a:lnTo>
                  <a:pt x="762000" y="1000125"/>
                </a:lnTo>
                <a:lnTo>
                  <a:pt x="762000" y="1009650"/>
                </a:lnTo>
                <a:lnTo>
                  <a:pt x="752475" y="1009650"/>
                </a:lnTo>
                <a:close/>
                <a:moveTo>
                  <a:pt x="466725" y="1038225"/>
                </a:moveTo>
                <a:lnTo>
                  <a:pt x="476250" y="1038225"/>
                </a:lnTo>
                <a:lnTo>
                  <a:pt x="476250" y="1047750"/>
                </a:lnTo>
                <a:lnTo>
                  <a:pt x="466725" y="1047750"/>
                </a:lnTo>
                <a:close/>
                <a:moveTo>
                  <a:pt x="1590675" y="1038225"/>
                </a:moveTo>
                <a:lnTo>
                  <a:pt x="1600200" y="1038225"/>
                </a:lnTo>
                <a:lnTo>
                  <a:pt x="1600200" y="1028700"/>
                </a:lnTo>
                <a:lnTo>
                  <a:pt x="1590675" y="1028700"/>
                </a:lnTo>
                <a:close/>
                <a:moveTo>
                  <a:pt x="476250" y="1047750"/>
                </a:moveTo>
                <a:lnTo>
                  <a:pt x="495300" y="1047750"/>
                </a:lnTo>
                <a:lnTo>
                  <a:pt x="495300" y="1057275"/>
                </a:lnTo>
                <a:lnTo>
                  <a:pt x="476250" y="1057275"/>
                </a:lnTo>
                <a:close/>
                <a:moveTo>
                  <a:pt x="495300" y="1057275"/>
                </a:moveTo>
                <a:lnTo>
                  <a:pt x="504825" y="1057275"/>
                </a:lnTo>
                <a:lnTo>
                  <a:pt x="504825" y="1066800"/>
                </a:lnTo>
                <a:lnTo>
                  <a:pt x="495300" y="1066800"/>
                </a:lnTo>
                <a:close/>
                <a:moveTo>
                  <a:pt x="1619250" y="1057275"/>
                </a:moveTo>
                <a:lnTo>
                  <a:pt x="1628775" y="1057275"/>
                </a:lnTo>
                <a:lnTo>
                  <a:pt x="1628775" y="1066800"/>
                </a:lnTo>
                <a:lnTo>
                  <a:pt x="1638300" y="1066800"/>
                </a:lnTo>
                <a:lnTo>
                  <a:pt x="1638300" y="1076325"/>
                </a:lnTo>
                <a:lnTo>
                  <a:pt x="1628775" y="1076325"/>
                </a:lnTo>
                <a:lnTo>
                  <a:pt x="1628775" y="1095375"/>
                </a:lnTo>
                <a:lnTo>
                  <a:pt x="1609725" y="1095375"/>
                </a:lnTo>
                <a:lnTo>
                  <a:pt x="1609725" y="1076325"/>
                </a:lnTo>
                <a:lnTo>
                  <a:pt x="1590675" y="1076325"/>
                </a:lnTo>
                <a:lnTo>
                  <a:pt x="1590675" y="1085850"/>
                </a:lnTo>
                <a:lnTo>
                  <a:pt x="1562100" y="1085850"/>
                </a:lnTo>
                <a:lnTo>
                  <a:pt x="1562100" y="1143000"/>
                </a:lnTo>
                <a:lnTo>
                  <a:pt x="1543050" y="1143000"/>
                </a:lnTo>
                <a:lnTo>
                  <a:pt x="1543050" y="1152525"/>
                </a:lnTo>
                <a:lnTo>
                  <a:pt x="1524000" y="1152525"/>
                </a:lnTo>
                <a:lnTo>
                  <a:pt x="1524000" y="1162050"/>
                </a:lnTo>
                <a:lnTo>
                  <a:pt x="1514475" y="1162050"/>
                </a:lnTo>
                <a:lnTo>
                  <a:pt x="1514475" y="1152525"/>
                </a:lnTo>
                <a:lnTo>
                  <a:pt x="1485900" y="1152525"/>
                </a:lnTo>
                <a:lnTo>
                  <a:pt x="1485900" y="1162050"/>
                </a:lnTo>
                <a:lnTo>
                  <a:pt x="1466850" y="1162050"/>
                </a:lnTo>
                <a:lnTo>
                  <a:pt x="1466850" y="1171575"/>
                </a:lnTo>
                <a:lnTo>
                  <a:pt x="1485900" y="1171575"/>
                </a:lnTo>
                <a:lnTo>
                  <a:pt x="1485900" y="1181100"/>
                </a:lnTo>
                <a:lnTo>
                  <a:pt x="1438275" y="1181100"/>
                </a:lnTo>
                <a:lnTo>
                  <a:pt x="1438275" y="1171575"/>
                </a:lnTo>
                <a:lnTo>
                  <a:pt x="1419225" y="1171575"/>
                </a:lnTo>
                <a:lnTo>
                  <a:pt x="1419225" y="1181100"/>
                </a:lnTo>
                <a:lnTo>
                  <a:pt x="1352550" y="1181100"/>
                </a:lnTo>
                <a:lnTo>
                  <a:pt x="1352550" y="1171575"/>
                </a:lnTo>
                <a:lnTo>
                  <a:pt x="1285875" y="1171575"/>
                </a:lnTo>
                <a:lnTo>
                  <a:pt x="1285875" y="1181100"/>
                </a:lnTo>
                <a:lnTo>
                  <a:pt x="1238250" y="1181100"/>
                </a:lnTo>
                <a:lnTo>
                  <a:pt x="1238250" y="1171575"/>
                </a:lnTo>
                <a:lnTo>
                  <a:pt x="1200150" y="1171575"/>
                </a:lnTo>
                <a:lnTo>
                  <a:pt x="1200150" y="1152525"/>
                </a:lnTo>
                <a:lnTo>
                  <a:pt x="1190625" y="1152525"/>
                </a:lnTo>
                <a:lnTo>
                  <a:pt x="1190625" y="1162050"/>
                </a:lnTo>
                <a:lnTo>
                  <a:pt x="1181100" y="1162050"/>
                </a:lnTo>
                <a:lnTo>
                  <a:pt x="1181100" y="1171575"/>
                </a:lnTo>
                <a:lnTo>
                  <a:pt x="1190625" y="1171575"/>
                </a:lnTo>
                <a:lnTo>
                  <a:pt x="1190625" y="1181100"/>
                </a:lnTo>
                <a:lnTo>
                  <a:pt x="1123950" y="1181100"/>
                </a:lnTo>
                <a:lnTo>
                  <a:pt x="1123950" y="1162050"/>
                </a:lnTo>
                <a:lnTo>
                  <a:pt x="1085850" y="1162050"/>
                </a:lnTo>
                <a:lnTo>
                  <a:pt x="1085850" y="1171575"/>
                </a:lnTo>
                <a:lnTo>
                  <a:pt x="1066800" y="1171575"/>
                </a:lnTo>
                <a:lnTo>
                  <a:pt x="1066800" y="1190625"/>
                </a:lnTo>
                <a:lnTo>
                  <a:pt x="1057275" y="1190625"/>
                </a:lnTo>
                <a:lnTo>
                  <a:pt x="1057275" y="1181100"/>
                </a:lnTo>
                <a:lnTo>
                  <a:pt x="1038225" y="1181100"/>
                </a:lnTo>
                <a:lnTo>
                  <a:pt x="1038225" y="1171575"/>
                </a:lnTo>
                <a:lnTo>
                  <a:pt x="990600" y="1171575"/>
                </a:lnTo>
                <a:lnTo>
                  <a:pt x="990600" y="1162050"/>
                </a:lnTo>
                <a:lnTo>
                  <a:pt x="962025" y="1162050"/>
                </a:lnTo>
                <a:lnTo>
                  <a:pt x="962025" y="1171575"/>
                </a:lnTo>
                <a:lnTo>
                  <a:pt x="942975" y="1171575"/>
                </a:lnTo>
                <a:lnTo>
                  <a:pt x="942975" y="1181100"/>
                </a:lnTo>
                <a:lnTo>
                  <a:pt x="933450" y="1181100"/>
                </a:lnTo>
                <a:lnTo>
                  <a:pt x="933450" y="1162050"/>
                </a:lnTo>
                <a:lnTo>
                  <a:pt x="942975" y="1162050"/>
                </a:lnTo>
                <a:lnTo>
                  <a:pt x="942975" y="1152525"/>
                </a:lnTo>
                <a:lnTo>
                  <a:pt x="952500" y="1152525"/>
                </a:lnTo>
                <a:lnTo>
                  <a:pt x="952500" y="1143000"/>
                </a:lnTo>
                <a:lnTo>
                  <a:pt x="962025" y="1143000"/>
                </a:lnTo>
                <a:lnTo>
                  <a:pt x="962025" y="1133475"/>
                </a:lnTo>
                <a:lnTo>
                  <a:pt x="971550" y="1133475"/>
                </a:lnTo>
                <a:lnTo>
                  <a:pt x="971550" y="1143000"/>
                </a:lnTo>
                <a:lnTo>
                  <a:pt x="981075" y="1143000"/>
                </a:lnTo>
                <a:lnTo>
                  <a:pt x="981075" y="1152525"/>
                </a:lnTo>
                <a:lnTo>
                  <a:pt x="990600" y="1152525"/>
                </a:lnTo>
                <a:lnTo>
                  <a:pt x="990600" y="1123950"/>
                </a:lnTo>
                <a:lnTo>
                  <a:pt x="981075" y="1123950"/>
                </a:lnTo>
                <a:lnTo>
                  <a:pt x="981075" y="1114425"/>
                </a:lnTo>
                <a:lnTo>
                  <a:pt x="962025" y="1114425"/>
                </a:lnTo>
                <a:lnTo>
                  <a:pt x="962025" y="1123950"/>
                </a:lnTo>
                <a:lnTo>
                  <a:pt x="952500" y="1123950"/>
                </a:lnTo>
                <a:lnTo>
                  <a:pt x="952500" y="1133475"/>
                </a:lnTo>
                <a:lnTo>
                  <a:pt x="914400" y="1133475"/>
                </a:lnTo>
                <a:lnTo>
                  <a:pt x="914400" y="1123950"/>
                </a:lnTo>
                <a:lnTo>
                  <a:pt x="895350" y="1123950"/>
                </a:lnTo>
                <a:lnTo>
                  <a:pt x="895350" y="1114425"/>
                </a:lnTo>
                <a:lnTo>
                  <a:pt x="885825" y="1114425"/>
                </a:lnTo>
                <a:lnTo>
                  <a:pt x="885825" y="1104900"/>
                </a:lnTo>
                <a:lnTo>
                  <a:pt x="876300" y="1104900"/>
                </a:lnTo>
                <a:lnTo>
                  <a:pt x="876300" y="1095375"/>
                </a:lnTo>
                <a:lnTo>
                  <a:pt x="866775" y="1095375"/>
                </a:lnTo>
                <a:lnTo>
                  <a:pt x="866775" y="1114425"/>
                </a:lnTo>
                <a:lnTo>
                  <a:pt x="885825" y="1114425"/>
                </a:lnTo>
                <a:lnTo>
                  <a:pt x="885825" y="1133475"/>
                </a:lnTo>
                <a:lnTo>
                  <a:pt x="857250" y="1133475"/>
                </a:lnTo>
                <a:lnTo>
                  <a:pt x="857250" y="1143000"/>
                </a:lnTo>
                <a:lnTo>
                  <a:pt x="838200" y="1143000"/>
                </a:lnTo>
                <a:lnTo>
                  <a:pt x="838200" y="1152525"/>
                </a:lnTo>
                <a:lnTo>
                  <a:pt x="819150" y="1152525"/>
                </a:lnTo>
                <a:lnTo>
                  <a:pt x="819150" y="1162050"/>
                </a:lnTo>
                <a:lnTo>
                  <a:pt x="800100" y="1162050"/>
                </a:lnTo>
                <a:lnTo>
                  <a:pt x="800100" y="1152525"/>
                </a:lnTo>
                <a:lnTo>
                  <a:pt x="809625" y="1152525"/>
                </a:lnTo>
                <a:lnTo>
                  <a:pt x="809625" y="1143000"/>
                </a:lnTo>
                <a:lnTo>
                  <a:pt x="828675" y="1143000"/>
                </a:lnTo>
                <a:lnTo>
                  <a:pt x="828675" y="1133475"/>
                </a:lnTo>
                <a:lnTo>
                  <a:pt x="819150" y="1133475"/>
                </a:lnTo>
                <a:lnTo>
                  <a:pt x="819150" y="1123950"/>
                </a:lnTo>
                <a:lnTo>
                  <a:pt x="809625" y="1123950"/>
                </a:lnTo>
                <a:lnTo>
                  <a:pt x="809625" y="1114425"/>
                </a:lnTo>
                <a:lnTo>
                  <a:pt x="838200" y="1114425"/>
                </a:lnTo>
                <a:lnTo>
                  <a:pt x="838200" y="1104900"/>
                </a:lnTo>
                <a:lnTo>
                  <a:pt x="857250" y="1104900"/>
                </a:lnTo>
                <a:lnTo>
                  <a:pt x="857250" y="1076325"/>
                </a:lnTo>
                <a:lnTo>
                  <a:pt x="866775" y="1076325"/>
                </a:lnTo>
                <a:lnTo>
                  <a:pt x="866775" y="1066800"/>
                </a:lnTo>
                <a:lnTo>
                  <a:pt x="952500" y="1066800"/>
                </a:lnTo>
                <a:lnTo>
                  <a:pt x="952500" y="1076325"/>
                </a:lnTo>
                <a:lnTo>
                  <a:pt x="971550" y="1076325"/>
                </a:lnTo>
                <a:lnTo>
                  <a:pt x="971550" y="1085850"/>
                </a:lnTo>
                <a:lnTo>
                  <a:pt x="962025" y="1085850"/>
                </a:lnTo>
                <a:lnTo>
                  <a:pt x="962025" y="1095375"/>
                </a:lnTo>
                <a:lnTo>
                  <a:pt x="971550" y="1095375"/>
                </a:lnTo>
                <a:lnTo>
                  <a:pt x="971550" y="1104900"/>
                </a:lnTo>
                <a:lnTo>
                  <a:pt x="981075" y="1104900"/>
                </a:lnTo>
                <a:lnTo>
                  <a:pt x="981075" y="1095375"/>
                </a:lnTo>
                <a:lnTo>
                  <a:pt x="990600" y="1095375"/>
                </a:lnTo>
                <a:lnTo>
                  <a:pt x="990600" y="1085850"/>
                </a:lnTo>
                <a:lnTo>
                  <a:pt x="981075" y="1085850"/>
                </a:lnTo>
                <a:lnTo>
                  <a:pt x="981075" y="1076325"/>
                </a:lnTo>
                <a:lnTo>
                  <a:pt x="990600" y="1076325"/>
                </a:lnTo>
                <a:lnTo>
                  <a:pt x="990600" y="1066800"/>
                </a:lnTo>
                <a:lnTo>
                  <a:pt x="1076325" y="1066800"/>
                </a:lnTo>
                <a:lnTo>
                  <a:pt x="1076325" y="1076325"/>
                </a:lnTo>
                <a:lnTo>
                  <a:pt x="1095375" y="1076325"/>
                </a:lnTo>
                <a:lnTo>
                  <a:pt x="1095375" y="1066800"/>
                </a:lnTo>
                <a:lnTo>
                  <a:pt x="1123950" y="1066800"/>
                </a:lnTo>
                <a:lnTo>
                  <a:pt x="1123950" y="1076325"/>
                </a:lnTo>
                <a:lnTo>
                  <a:pt x="1143000" y="1076325"/>
                </a:lnTo>
                <a:lnTo>
                  <a:pt x="1143000" y="1095375"/>
                </a:lnTo>
                <a:lnTo>
                  <a:pt x="1152525" y="1095375"/>
                </a:lnTo>
                <a:lnTo>
                  <a:pt x="1152525" y="1104900"/>
                </a:lnTo>
                <a:lnTo>
                  <a:pt x="1162050" y="1104900"/>
                </a:lnTo>
                <a:lnTo>
                  <a:pt x="1162050" y="1114425"/>
                </a:lnTo>
                <a:lnTo>
                  <a:pt x="1209675" y="1114425"/>
                </a:lnTo>
                <a:lnTo>
                  <a:pt x="1209675" y="1104900"/>
                </a:lnTo>
                <a:lnTo>
                  <a:pt x="1200150" y="1104900"/>
                </a:lnTo>
                <a:lnTo>
                  <a:pt x="1200150" y="1085850"/>
                </a:lnTo>
                <a:lnTo>
                  <a:pt x="1190625" y="1085850"/>
                </a:lnTo>
                <a:lnTo>
                  <a:pt x="1190625" y="1095375"/>
                </a:lnTo>
                <a:lnTo>
                  <a:pt x="1171575" y="1095375"/>
                </a:lnTo>
                <a:lnTo>
                  <a:pt x="1171575" y="1085850"/>
                </a:lnTo>
                <a:lnTo>
                  <a:pt x="1162050" y="1085850"/>
                </a:lnTo>
                <a:lnTo>
                  <a:pt x="1162050" y="1076325"/>
                </a:lnTo>
                <a:lnTo>
                  <a:pt x="1171575" y="1076325"/>
                </a:lnTo>
                <a:lnTo>
                  <a:pt x="1171575" y="1066800"/>
                </a:lnTo>
                <a:lnTo>
                  <a:pt x="1181100" y="1066800"/>
                </a:lnTo>
                <a:lnTo>
                  <a:pt x="1181100" y="1076325"/>
                </a:lnTo>
                <a:lnTo>
                  <a:pt x="1219200" y="1076325"/>
                </a:lnTo>
                <a:lnTo>
                  <a:pt x="1219200" y="1066800"/>
                </a:lnTo>
                <a:lnTo>
                  <a:pt x="1228725" y="1066800"/>
                </a:lnTo>
                <a:lnTo>
                  <a:pt x="1228725" y="1076325"/>
                </a:lnTo>
                <a:lnTo>
                  <a:pt x="1257300" y="1076325"/>
                </a:lnTo>
                <a:lnTo>
                  <a:pt x="1257300" y="1066800"/>
                </a:lnTo>
                <a:lnTo>
                  <a:pt x="1514475" y="1066800"/>
                </a:lnTo>
                <a:lnTo>
                  <a:pt x="1514475" y="1085850"/>
                </a:lnTo>
                <a:lnTo>
                  <a:pt x="1533525" y="1085850"/>
                </a:lnTo>
                <a:lnTo>
                  <a:pt x="1533525" y="1076325"/>
                </a:lnTo>
                <a:lnTo>
                  <a:pt x="1571625" y="1076325"/>
                </a:lnTo>
                <a:lnTo>
                  <a:pt x="1571625" y="1066800"/>
                </a:lnTo>
                <a:lnTo>
                  <a:pt x="1619250" y="1066800"/>
                </a:lnTo>
                <a:close/>
                <a:moveTo>
                  <a:pt x="504825" y="1066800"/>
                </a:moveTo>
                <a:lnTo>
                  <a:pt x="514350" y="1066800"/>
                </a:lnTo>
                <a:lnTo>
                  <a:pt x="514350" y="1076325"/>
                </a:lnTo>
                <a:lnTo>
                  <a:pt x="504825" y="1076325"/>
                </a:lnTo>
                <a:close/>
                <a:moveTo>
                  <a:pt x="819150" y="1085850"/>
                </a:moveTo>
                <a:lnTo>
                  <a:pt x="828675" y="1085850"/>
                </a:lnTo>
                <a:lnTo>
                  <a:pt x="828675" y="1104900"/>
                </a:lnTo>
                <a:lnTo>
                  <a:pt x="819150" y="1104900"/>
                </a:lnTo>
                <a:close/>
                <a:moveTo>
                  <a:pt x="1647825" y="1085850"/>
                </a:moveTo>
                <a:lnTo>
                  <a:pt x="1695450" y="1085850"/>
                </a:lnTo>
                <a:lnTo>
                  <a:pt x="1695450" y="1104900"/>
                </a:lnTo>
                <a:lnTo>
                  <a:pt x="1657350" y="1104900"/>
                </a:lnTo>
                <a:lnTo>
                  <a:pt x="1657350" y="1095375"/>
                </a:lnTo>
                <a:lnTo>
                  <a:pt x="1647825" y="1095375"/>
                </a:lnTo>
                <a:close/>
                <a:moveTo>
                  <a:pt x="914400" y="1104900"/>
                </a:moveTo>
                <a:lnTo>
                  <a:pt x="923925" y="1104900"/>
                </a:lnTo>
                <a:lnTo>
                  <a:pt x="923925" y="1114425"/>
                </a:lnTo>
                <a:lnTo>
                  <a:pt x="933450" y="1114425"/>
                </a:lnTo>
                <a:lnTo>
                  <a:pt x="933450" y="1104900"/>
                </a:lnTo>
                <a:lnTo>
                  <a:pt x="942975" y="1104900"/>
                </a:lnTo>
                <a:lnTo>
                  <a:pt x="942975" y="1085850"/>
                </a:lnTo>
                <a:lnTo>
                  <a:pt x="923925" y="1085850"/>
                </a:lnTo>
                <a:lnTo>
                  <a:pt x="923925" y="1095375"/>
                </a:lnTo>
                <a:lnTo>
                  <a:pt x="914400" y="1095375"/>
                </a:lnTo>
                <a:close/>
                <a:moveTo>
                  <a:pt x="1000125" y="1104900"/>
                </a:moveTo>
                <a:lnTo>
                  <a:pt x="1019175" y="1104900"/>
                </a:lnTo>
                <a:lnTo>
                  <a:pt x="1019175" y="1095375"/>
                </a:lnTo>
                <a:lnTo>
                  <a:pt x="1000125" y="1095375"/>
                </a:lnTo>
                <a:close/>
                <a:moveTo>
                  <a:pt x="1238250" y="1114425"/>
                </a:moveTo>
                <a:lnTo>
                  <a:pt x="1247775" y="1114425"/>
                </a:lnTo>
                <a:lnTo>
                  <a:pt x="1247775" y="1123950"/>
                </a:lnTo>
                <a:lnTo>
                  <a:pt x="1257300" y="1123950"/>
                </a:lnTo>
                <a:lnTo>
                  <a:pt x="1257300" y="1133475"/>
                </a:lnTo>
                <a:lnTo>
                  <a:pt x="1266825" y="1133475"/>
                </a:lnTo>
                <a:lnTo>
                  <a:pt x="1266825" y="1123950"/>
                </a:lnTo>
                <a:lnTo>
                  <a:pt x="1285875" y="1123950"/>
                </a:lnTo>
                <a:lnTo>
                  <a:pt x="1285875" y="1095375"/>
                </a:lnTo>
                <a:lnTo>
                  <a:pt x="1238250" y="1095375"/>
                </a:lnTo>
                <a:close/>
                <a:moveTo>
                  <a:pt x="1581150" y="1114425"/>
                </a:moveTo>
                <a:lnTo>
                  <a:pt x="1590675" y="1114425"/>
                </a:lnTo>
                <a:lnTo>
                  <a:pt x="1590675" y="1123950"/>
                </a:lnTo>
                <a:lnTo>
                  <a:pt x="1600200" y="1123950"/>
                </a:lnTo>
                <a:lnTo>
                  <a:pt x="1600200" y="1133475"/>
                </a:lnTo>
                <a:lnTo>
                  <a:pt x="1685925" y="1133475"/>
                </a:lnTo>
                <a:lnTo>
                  <a:pt x="1685925" y="1143000"/>
                </a:lnTo>
                <a:lnTo>
                  <a:pt x="1676400" y="1143000"/>
                </a:lnTo>
                <a:lnTo>
                  <a:pt x="1676400" y="1171575"/>
                </a:lnTo>
                <a:lnTo>
                  <a:pt x="1666875" y="1171575"/>
                </a:lnTo>
                <a:lnTo>
                  <a:pt x="1666875" y="1162050"/>
                </a:lnTo>
                <a:lnTo>
                  <a:pt x="1657350" y="1162050"/>
                </a:lnTo>
                <a:lnTo>
                  <a:pt x="1657350" y="1152525"/>
                </a:lnTo>
                <a:lnTo>
                  <a:pt x="1619250" y="1152525"/>
                </a:lnTo>
                <a:lnTo>
                  <a:pt x="1619250" y="1162050"/>
                </a:lnTo>
                <a:lnTo>
                  <a:pt x="1609725" y="1162050"/>
                </a:lnTo>
                <a:lnTo>
                  <a:pt x="1609725" y="1152525"/>
                </a:lnTo>
                <a:lnTo>
                  <a:pt x="1590675" y="1152525"/>
                </a:lnTo>
                <a:lnTo>
                  <a:pt x="1590675" y="1143000"/>
                </a:lnTo>
                <a:lnTo>
                  <a:pt x="1571625" y="1143000"/>
                </a:lnTo>
                <a:lnTo>
                  <a:pt x="1571625" y="1123950"/>
                </a:lnTo>
                <a:lnTo>
                  <a:pt x="1581150" y="1123950"/>
                </a:lnTo>
                <a:close/>
                <a:moveTo>
                  <a:pt x="1143000" y="1123950"/>
                </a:moveTo>
                <a:lnTo>
                  <a:pt x="1152525" y="1123950"/>
                </a:lnTo>
                <a:lnTo>
                  <a:pt x="1152525" y="1114425"/>
                </a:lnTo>
                <a:lnTo>
                  <a:pt x="1143000" y="1114425"/>
                </a:lnTo>
                <a:close/>
                <a:moveTo>
                  <a:pt x="1219200" y="1123950"/>
                </a:moveTo>
                <a:lnTo>
                  <a:pt x="1228725" y="1123950"/>
                </a:lnTo>
                <a:lnTo>
                  <a:pt x="1228725" y="1114425"/>
                </a:lnTo>
                <a:lnTo>
                  <a:pt x="1219200" y="1114425"/>
                </a:lnTo>
                <a:close/>
                <a:moveTo>
                  <a:pt x="1704975" y="1123950"/>
                </a:moveTo>
                <a:lnTo>
                  <a:pt x="1714500" y="1123950"/>
                </a:lnTo>
                <a:lnTo>
                  <a:pt x="1714500" y="1133475"/>
                </a:lnTo>
                <a:lnTo>
                  <a:pt x="1704975" y="1133475"/>
                </a:lnTo>
                <a:close/>
                <a:moveTo>
                  <a:pt x="828675" y="1133475"/>
                </a:moveTo>
                <a:lnTo>
                  <a:pt x="838200" y="1133475"/>
                </a:lnTo>
                <a:lnTo>
                  <a:pt x="838200" y="1123950"/>
                </a:lnTo>
                <a:lnTo>
                  <a:pt x="828675" y="1123950"/>
                </a:lnTo>
                <a:close/>
                <a:moveTo>
                  <a:pt x="1047750" y="1133475"/>
                </a:moveTo>
                <a:lnTo>
                  <a:pt x="1066800" y="1133475"/>
                </a:lnTo>
                <a:lnTo>
                  <a:pt x="1066800" y="1123950"/>
                </a:lnTo>
                <a:lnTo>
                  <a:pt x="1047750" y="1123950"/>
                </a:lnTo>
                <a:close/>
                <a:moveTo>
                  <a:pt x="1447800" y="1133475"/>
                </a:moveTo>
                <a:lnTo>
                  <a:pt x="1457325" y="1133475"/>
                </a:lnTo>
                <a:lnTo>
                  <a:pt x="1457325" y="1152525"/>
                </a:lnTo>
                <a:lnTo>
                  <a:pt x="1466850" y="1152525"/>
                </a:lnTo>
                <a:lnTo>
                  <a:pt x="1466850" y="1143000"/>
                </a:lnTo>
                <a:lnTo>
                  <a:pt x="1476375" y="1143000"/>
                </a:lnTo>
                <a:lnTo>
                  <a:pt x="1476375" y="1133475"/>
                </a:lnTo>
                <a:lnTo>
                  <a:pt x="1485900" y="1133475"/>
                </a:lnTo>
                <a:lnTo>
                  <a:pt x="1485900" y="1123950"/>
                </a:lnTo>
                <a:lnTo>
                  <a:pt x="1476375" y="1123950"/>
                </a:lnTo>
                <a:lnTo>
                  <a:pt x="1476375" y="1104900"/>
                </a:lnTo>
                <a:lnTo>
                  <a:pt x="1466850" y="1104900"/>
                </a:lnTo>
                <a:lnTo>
                  <a:pt x="1466850" y="1085850"/>
                </a:lnTo>
                <a:lnTo>
                  <a:pt x="1457325" y="1085850"/>
                </a:lnTo>
                <a:lnTo>
                  <a:pt x="1457325" y="1095375"/>
                </a:lnTo>
                <a:lnTo>
                  <a:pt x="1447800" y="1095375"/>
                </a:lnTo>
                <a:close/>
                <a:moveTo>
                  <a:pt x="342900" y="1143000"/>
                </a:moveTo>
                <a:lnTo>
                  <a:pt x="352425" y="1143000"/>
                </a:lnTo>
                <a:lnTo>
                  <a:pt x="352425" y="1152525"/>
                </a:lnTo>
                <a:lnTo>
                  <a:pt x="342900" y="1152525"/>
                </a:lnTo>
                <a:close/>
                <a:moveTo>
                  <a:pt x="647700" y="1152525"/>
                </a:moveTo>
                <a:lnTo>
                  <a:pt x="657225" y="1152525"/>
                </a:lnTo>
                <a:lnTo>
                  <a:pt x="657225" y="1162050"/>
                </a:lnTo>
                <a:lnTo>
                  <a:pt x="647700" y="1162050"/>
                </a:lnTo>
                <a:close/>
                <a:moveTo>
                  <a:pt x="1038225" y="1152525"/>
                </a:moveTo>
                <a:lnTo>
                  <a:pt x="1057275" y="1152525"/>
                </a:lnTo>
                <a:lnTo>
                  <a:pt x="1057275" y="1143000"/>
                </a:lnTo>
                <a:lnTo>
                  <a:pt x="1038225" y="1143000"/>
                </a:lnTo>
                <a:close/>
                <a:moveTo>
                  <a:pt x="1114425" y="1152525"/>
                </a:moveTo>
                <a:lnTo>
                  <a:pt x="1133475" y="1152525"/>
                </a:lnTo>
                <a:lnTo>
                  <a:pt x="1133475" y="1143000"/>
                </a:lnTo>
                <a:lnTo>
                  <a:pt x="1114425" y="1143000"/>
                </a:lnTo>
                <a:close/>
                <a:moveTo>
                  <a:pt x="638175" y="1162050"/>
                </a:moveTo>
                <a:lnTo>
                  <a:pt x="647700" y="1162050"/>
                </a:lnTo>
                <a:lnTo>
                  <a:pt x="647700" y="1171575"/>
                </a:lnTo>
                <a:lnTo>
                  <a:pt x="638175" y="1171575"/>
                </a:lnTo>
                <a:close/>
                <a:moveTo>
                  <a:pt x="723900" y="1162050"/>
                </a:moveTo>
                <a:lnTo>
                  <a:pt x="733425" y="1162050"/>
                </a:lnTo>
                <a:lnTo>
                  <a:pt x="733425" y="1171575"/>
                </a:lnTo>
                <a:lnTo>
                  <a:pt x="723900" y="1171575"/>
                </a:lnTo>
                <a:close/>
                <a:moveTo>
                  <a:pt x="1019175" y="1162050"/>
                </a:moveTo>
                <a:lnTo>
                  <a:pt x="1028700" y="1162050"/>
                </a:lnTo>
                <a:lnTo>
                  <a:pt x="1028700" y="1152525"/>
                </a:lnTo>
                <a:lnTo>
                  <a:pt x="1019175" y="1152525"/>
                </a:lnTo>
                <a:close/>
                <a:moveTo>
                  <a:pt x="1066800" y="1162050"/>
                </a:moveTo>
                <a:lnTo>
                  <a:pt x="1076325" y="1162050"/>
                </a:lnTo>
                <a:lnTo>
                  <a:pt x="1076325" y="1152525"/>
                </a:lnTo>
                <a:lnTo>
                  <a:pt x="1066800" y="1152525"/>
                </a:lnTo>
                <a:close/>
                <a:moveTo>
                  <a:pt x="1323975" y="1162050"/>
                </a:moveTo>
                <a:lnTo>
                  <a:pt x="1343025" y="1162050"/>
                </a:lnTo>
                <a:lnTo>
                  <a:pt x="1343025" y="1152525"/>
                </a:lnTo>
                <a:lnTo>
                  <a:pt x="1323975" y="1152525"/>
                </a:lnTo>
                <a:close/>
                <a:moveTo>
                  <a:pt x="200025" y="1171575"/>
                </a:moveTo>
                <a:lnTo>
                  <a:pt x="209550" y="1171575"/>
                </a:lnTo>
                <a:lnTo>
                  <a:pt x="209550" y="1181100"/>
                </a:lnTo>
                <a:lnTo>
                  <a:pt x="200025" y="1181100"/>
                </a:lnTo>
                <a:close/>
                <a:moveTo>
                  <a:pt x="704850" y="1171575"/>
                </a:moveTo>
                <a:lnTo>
                  <a:pt x="723900" y="1171575"/>
                </a:lnTo>
                <a:lnTo>
                  <a:pt x="723900" y="1181100"/>
                </a:lnTo>
                <a:lnTo>
                  <a:pt x="704850" y="1181100"/>
                </a:lnTo>
                <a:close/>
                <a:moveTo>
                  <a:pt x="1038225" y="1200150"/>
                </a:moveTo>
                <a:lnTo>
                  <a:pt x="1047750" y="1200150"/>
                </a:lnTo>
                <a:lnTo>
                  <a:pt x="1047750" y="1209675"/>
                </a:lnTo>
                <a:lnTo>
                  <a:pt x="1038225" y="1209675"/>
                </a:lnTo>
                <a:close/>
                <a:moveTo>
                  <a:pt x="1066800" y="1200150"/>
                </a:moveTo>
                <a:lnTo>
                  <a:pt x="1085850" y="1200150"/>
                </a:lnTo>
                <a:lnTo>
                  <a:pt x="1085850" y="1209675"/>
                </a:lnTo>
                <a:lnTo>
                  <a:pt x="1066800" y="1209675"/>
                </a:lnTo>
                <a:close/>
                <a:moveTo>
                  <a:pt x="1162050" y="1200150"/>
                </a:moveTo>
                <a:lnTo>
                  <a:pt x="1200150" y="1200150"/>
                </a:lnTo>
                <a:lnTo>
                  <a:pt x="1200150" y="1209675"/>
                </a:lnTo>
                <a:lnTo>
                  <a:pt x="1209675" y="1209675"/>
                </a:lnTo>
                <a:lnTo>
                  <a:pt x="1209675" y="1200150"/>
                </a:lnTo>
                <a:lnTo>
                  <a:pt x="1266825" y="1200150"/>
                </a:lnTo>
                <a:lnTo>
                  <a:pt x="1266825" y="1209675"/>
                </a:lnTo>
                <a:lnTo>
                  <a:pt x="1314450" y="1209675"/>
                </a:lnTo>
                <a:lnTo>
                  <a:pt x="1314450" y="1200150"/>
                </a:lnTo>
                <a:lnTo>
                  <a:pt x="1352550" y="1200150"/>
                </a:lnTo>
                <a:lnTo>
                  <a:pt x="1352550" y="1209675"/>
                </a:lnTo>
                <a:lnTo>
                  <a:pt x="1381125" y="1209675"/>
                </a:lnTo>
                <a:lnTo>
                  <a:pt x="1381125" y="1247775"/>
                </a:lnTo>
                <a:lnTo>
                  <a:pt x="1390650" y="1247775"/>
                </a:lnTo>
                <a:lnTo>
                  <a:pt x="1390650" y="1257300"/>
                </a:lnTo>
                <a:lnTo>
                  <a:pt x="1400175" y="1257300"/>
                </a:lnTo>
                <a:lnTo>
                  <a:pt x="1400175" y="1247775"/>
                </a:lnTo>
                <a:lnTo>
                  <a:pt x="1419225" y="1247775"/>
                </a:lnTo>
                <a:lnTo>
                  <a:pt x="1419225" y="1238250"/>
                </a:lnTo>
                <a:lnTo>
                  <a:pt x="1428750" y="1238250"/>
                </a:lnTo>
                <a:lnTo>
                  <a:pt x="1428750" y="1228725"/>
                </a:lnTo>
                <a:lnTo>
                  <a:pt x="1447800" y="1228725"/>
                </a:lnTo>
                <a:lnTo>
                  <a:pt x="1447800" y="1219200"/>
                </a:lnTo>
                <a:lnTo>
                  <a:pt x="1457325" y="1219200"/>
                </a:lnTo>
                <a:lnTo>
                  <a:pt x="1457325" y="1228725"/>
                </a:lnTo>
                <a:lnTo>
                  <a:pt x="1466850" y="1228725"/>
                </a:lnTo>
                <a:lnTo>
                  <a:pt x="1466850" y="1238250"/>
                </a:lnTo>
                <a:lnTo>
                  <a:pt x="1428750" y="1238250"/>
                </a:lnTo>
                <a:lnTo>
                  <a:pt x="1428750" y="1247775"/>
                </a:lnTo>
                <a:lnTo>
                  <a:pt x="1419225" y="1247775"/>
                </a:lnTo>
                <a:lnTo>
                  <a:pt x="1419225" y="1285875"/>
                </a:lnTo>
                <a:lnTo>
                  <a:pt x="1476375" y="1285875"/>
                </a:lnTo>
                <a:lnTo>
                  <a:pt x="1476375" y="1304925"/>
                </a:lnTo>
                <a:lnTo>
                  <a:pt x="1133475" y="1304925"/>
                </a:lnTo>
                <a:lnTo>
                  <a:pt x="1133475" y="1314450"/>
                </a:lnTo>
                <a:lnTo>
                  <a:pt x="1114425" y="1314450"/>
                </a:lnTo>
                <a:lnTo>
                  <a:pt x="1114425" y="1323975"/>
                </a:lnTo>
                <a:lnTo>
                  <a:pt x="1104900" y="1323975"/>
                </a:lnTo>
                <a:lnTo>
                  <a:pt x="1104900" y="1333500"/>
                </a:lnTo>
                <a:lnTo>
                  <a:pt x="1095375" y="1333500"/>
                </a:lnTo>
                <a:lnTo>
                  <a:pt x="1095375" y="1314450"/>
                </a:lnTo>
                <a:lnTo>
                  <a:pt x="1047750" y="1314450"/>
                </a:lnTo>
                <a:lnTo>
                  <a:pt x="1047750" y="1295400"/>
                </a:lnTo>
                <a:lnTo>
                  <a:pt x="1038225" y="1295400"/>
                </a:lnTo>
                <a:lnTo>
                  <a:pt x="1038225" y="1285875"/>
                </a:lnTo>
                <a:lnTo>
                  <a:pt x="1047750" y="1285875"/>
                </a:lnTo>
                <a:lnTo>
                  <a:pt x="1047750" y="1276350"/>
                </a:lnTo>
                <a:lnTo>
                  <a:pt x="1057275" y="1276350"/>
                </a:lnTo>
                <a:lnTo>
                  <a:pt x="1057275" y="1266825"/>
                </a:lnTo>
                <a:lnTo>
                  <a:pt x="1066800" y="1266825"/>
                </a:lnTo>
                <a:lnTo>
                  <a:pt x="1066800" y="1276350"/>
                </a:lnTo>
                <a:lnTo>
                  <a:pt x="1057275" y="1276350"/>
                </a:lnTo>
                <a:lnTo>
                  <a:pt x="1057275" y="1285875"/>
                </a:lnTo>
                <a:lnTo>
                  <a:pt x="1047750" y="1285875"/>
                </a:lnTo>
                <a:lnTo>
                  <a:pt x="1047750" y="1295400"/>
                </a:lnTo>
                <a:lnTo>
                  <a:pt x="1057275" y="1295400"/>
                </a:lnTo>
                <a:lnTo>
                  <a:pt x="1057275" y="1285875"/>
                </a:lnTo>
                <a:lnTo>
                  <a:pt x="1066800" y="1285875"/>
                </a:lnTo>
                <a:lnTo>
                  <a:pt x="1066800" y="1295400"/>
                </a:lnTo>
                <a:lnTo>
                  <a:pt x="1076325" y="1295400"/>
                </a:lnTo>
                <a:lnTo>
                  <a:pt x="1076325" y="1285875"/>
                </a:lnTo>
                <a:lnTo>
                  <a:pt x="1095375" y="1285875"/>
                </a:lnTo>
                <a:lnTo>
                  <a:pt x="1095375" y="1257300"/>
                </a:lnTo>
                <a:lnTo>
                  <a:pt x="1104900" y="1257300"/>
                </a:lnTo>
                <a:lnTo>
                  <a:pt x="1104900" y="1247775"/>
                </a:lnTo>
                <a:lnTo>
                  <a:pt x="1123950" y="1247775"/>
                </a:lnTo>
                <a:lnTo>
                  <a:pt x="1123950" y="1228725"/>
                </a:lnTo>
                <a:lnTo>
                  <a:pt x="1133475" y="1228725"/>
                </a:lnTo>
                <a:lnTo>
                  <a:pt x="1133475" y="1238250"/>
                </a:lnTo>
                <a:lnTo>
                  <a:pt x="1152525" y="1238250"/>
                </a:lnTo>
                <a:lnTo>
                  <a:pt x="1152525" y="1247775"/>
                </a:lnTo>
                <a:lnTo>
                  <a:pt x="1162050" y="1247775"/>
                </a:lnTo>
                <a:lnTo>
                  <a:pt x="1162050" y="1257300"/>
                </a:lnTo>
                <a:lnTo>
                  <a:pt x="1171575" y="1257300"/>
                </a:lnTo>
                <a:lnTo>
                  <a:pt x="1171575" y="1247775"/>
                </a:lnTo>
                <a:lnTo>
                  <a:pt x="1181100" y="1247775"/>
                </a:lnTo>
                <a:lnTo>
                  <a:pt x="1181100" y="1238250"/>
                </a:lnTo>
                <a:lnTo>
                  <a:pt x="1171575" y="1238250"/>
                </a:lnTo>
                <a:lnTo>
                  <a:pt x="1171575" y="1228725"/>
                </a:lnTo>
                <a:lnTo>
                  <a:pt x="1162050" y="1228725"/>
                </a:lnTo>
                <a:close/>
                <a:moveTo>
                  <a:pt x="1114425" y="1209675"/>
                </a:moveTo>
                <a:lnTo>
                  <a:pt x="1123950" y="1209675"/>
                </a:lnTo>
                <a:lnTo>
                  <a:pt x="1123950" y="1219200"/>
                </a:lnTo>
                <a:lnTo>
                  <a:pt x="1114425" y="1219200"/>
                </a:lnTo>
                <a:close/>
                <a:moveTo>
                  <a:pt x="1066800" y="1219200"/>
                </a:moveTo>
                <a:lnTo>
                  <a:pt x="1076325" y="1219200"/>
                </a:lnTo>
                <a:lnTo>
                  <a:pt x="1076325" y="1228725"/>
                </a:lnTo>
                <a:lnTo>
                  <a:pt x="1085850" y="1228725"/>
                </a:lnTo>
                <a:lnTo>
                  <a:pt x="1085850" y="1238250"/>
                </a:lnTo>
                <a:lnTo>
                  <a:pt x="1066800" y="1238250"/>
                </a:lnTo>
                <a:close/>
                <a:moveTo>
                  <a:pt x="1095375" y="1219200"/>
                </a:moveTo>
                <a:lnTo>
                  <a:pt x="1104900" y="1219200"/>
                </a:lnTo>
                <a:lnTo>
                  <a:pt x="1104900" y="1228725"/>
                </a:lnTo>
                <a:lnTo>
                  <a:pt x="1095375" y="1228725"/>
                </a:lnTo>
                <a:close/>
                <a:moveTo>
                  <a:pt x="1476375" y="1247775"/>
                </a:moveTo>
                <a:lnTo>
                  <a:pt x="1485900" y="1247775"/>
                </a:lnTo>
                <a:lnTo>
                  <a:pt x="1485900" y="1257300"/>
                </a:lnTo>
                <a:lnTo>
                  <a:pt x="1476375" y="1257300"/>
                </a:lnTo>
                <a:close/>
                <a:moveTo>
                  <a:pt x="1143000" y="1295400"/>
                </a:moveTo>
                <a:lnTo>
                  <a:pt x="1162050" y="1295400"/>
                </a:lnTo>
                <a:lnTo>
                  <a:pt x="1162050" y="1285875"/>
                </a:lnTo>
                <a:lnTo>
                  <a:pt x="1143000" y="1285875"/>
                </a:lnTo>
                <a:close/>
                <a:moveTo>
                  <a:pt x="1666875" y="1295400"/>
                </a:moveTo>
                <a:lnTo>
                  <a:pt x="1676400" y="1295400"/>
                </a:lnTo>
                <a:lnTo>
                  <a:pt x="1676400" y="1304925"/>
                </a:lnTo>
                <a:lnTo>
                  <a:pt x="1666875" y="1304925"/>
                </a:lnTo>
                <a:close/>
                <a:moveTo>
                  <a:pt x="1076325" y="1304925"/>
                </a:moveTo>
                <a:lnTo>
                  <a:pt x="1085850" y="1304925"/>
                </a:lnTo>
                <a:lnTo>
                  <a:pt x="1085850" y="1295400"/>
                </a:lnTo>
                <a:lnTo>
                  <a:pt x="1076325" y="1295400"/>
                </a:lnTo>
                <a:close/>
                <a:moveTo>
                  <a:pt x="1476375" y="1304925"/>
                </a:moveTo>
                <a:lnTo>
                  <a:pt x="1495425" y="1304925"/>
                </a:lnTo>
                <a:lnTo>
                  <a:pt x="1495425" y="1343025"/>
                </a:lnTo>
                <a:lnTo>
                  <a:pt x="1485900" y="1343025"/>
                </a:lnTo>
                <a:lnTo>
                  <a:pt x="1485900" y="1333500"/>
                </a:lnTo>
                <a:lnTo>
                  <a:pt x="1476375" y="1333500"/>
                </a:lnTo>
                <a:close/>
                <a:moveTo>
                  <a:pt x="1647825" y="1304925"/>
                </a:moveTo>
                <a:lnTo>
                  <a:pt x="1657350" y="1304925"/>
                </a:lnTo>
                <a:lnTo>
                  <a:pt x="1657350" y="1314450"/>
                </a:lnTo>
                <a:lnTo>
                  <a:pt x="1647825" y="1314450"/>
                </a:lnTo>
                <a:close/>
                <a:moveTo>
                  <a:pt x="276225" y="1314450"/>
                </a:moveTo>
                <a:lnTo>
                  <a:pt x="295275" y="1314450"/>
                </a:lnTo>
                <a:lnTo>
                  <a:pt x="295275" y="1323975"/>
                </a:lnTo>
                <a:lnTo>
                  <a:pt x="323850" y="1323975"/>
                </a:lnTo>
                <a:lnTo>
                  <a:pt x="323850" y="1333500"/>
                </a:lnTo>
                <a:lnTo>
                  <a:pt x="342900" y="1333500"/>
                </a:lnTo>
                <a:lnTo>
                  <a:pt x="342900" y="1352550"/>
                </a:lnTo>
                <a:lnTo>
                  <a:pt x="352425" y="1352550"/>
                </a:lnTo>
                <a:lnTo>
                  <a:pt x="352425" y="1362075"/>
                </a:lnTo>
                <a:lnTo>
                  <a:pt x="371475" y="1362075"/>
                </a:lnTo>
                <a:lnTo>
                  <a:pt x="371475" y="1352550"/>
                </a:lnTo>
                <a:lnTo>
                  <a:pt x="409575" y="1352550"/>
                </a:lnTo>
                <a:lnTo>
                  <a:pt x="409575" y="1362075"/>
                </a:lnTo>
                <a:lnTo>
                  <a:pt x="390525" y="1362075"/>
                </a:lnTo>
                <a:lnTo>
                  <a:pt x="390525" y="1371600"/>
                </a:lnTo>
                <a:lnTo>
                  <a:pt x="342900" y="1371600"/>
                </a:lnTo>
                <a:lnTo>
                  <a:pt x="342900" y="1381125"/>
                </a:lnTo>
                <a:lnTo>
                  <a:pt x="333375" y="1381125"/>
                </a:lnTo>
                <a:lnTo>
                  <a:pt x="333375" y="1390650"/>
                </a:lnTo>
                <a:lnTo>
                  <a:pt x="323850" y="1390650"/>
                </a:lnTo>
                <a:lnTo>
                  <a:pt x="323850" y="1381125"/>
                </a:lnTo>
                <a:lnTo>
                  <a:pt x="314325" y="1381125"/>
                </a:lnTo>
                <a:lnTo>
                  <a:pt x="314325" y="1390650"/>
                </a:lnTo>
                <a:lnTo>
                  <a:pt x="276225" y="1390650"/>
                </a:lnTo>
                <a:lnTo>
                  <a:pt x="276225" y="1381125"/>
                </a:lnTo>
                <a:lnTo>
                  <a:pt x="285750" y="1381125"/>
                </a:lnTo>
                <a:lnTo>
                  <a:pt x="285750" y="1362075"/>
                </a:lnTo>
                <a:lnTo>
                  <a:pt x="295275" y="1362075"/>
                </a:lnTo>
                <a:lnTo>
                  <a:pt x="295275" y="1343025"/>
                </a:lnTo>
                <a:lnTo>
                  <a:pt x="276225" y="1343025"/>
                </a:lnTo>
                <a:lnTo>
                  <a:pt x="276225" y="1371600"/>
                </a:lnTo>
                <a:lnTo>
                  <a:pt x="257175" y="1371600"/>
                </a:lnTo>
                <a:lnTo>
                  <a:pt x="257175" y="1362075"/>
                </a:lnTo>
                <a:lnTo>
                  <a:pt x="238125" y="1362075"/>
                </a:lnTo>
                <a:lnTo>
                  <a:pt x="238125" y="1352550"/>
                </a:lnTo>
                <a:lnTo>
                  <a:pt x="247650" y="1352550"/>
                </a:lnTo>
                <a:lnTo>
                  <a:pt x="247650" y="1343025"/>
                </a:lnTo>
                <a:lnTo>
                  <a:pt x="257175" y="1343025"/>
                </a:lnTo>
                <a:lnTo>
                  <a:pt x="257175" y="1333500"/>
                </a:lnTo>
                <a:lnTo>
                  <a:pt x="276225" y="1333500"/>
                </a:lnTo>
                <a:close/>
                <a:moveTo>
                  <a:pt x="1704975" y="1314450"/>
                </a:moveTo>
                <a:lnTo>
                  <a:pt x="1714500" y="1314450"/>
                </a:lnTo>
                <a:lnTo>
                  <a:pt x="1714500" y="1323975"/>
                </a:lnTo>
                <a:lnTo>
                  <a:pt x="1704975" y="1323975"/>
                </a:lnTo>
                <a:close/>
                <a:moveTo>
                  <a:pt x="1028700" y="1323975"/>
                </a:moveTo>
                <a:lnTo>
                  <a:pt x="1047750" y="1323975"/>
                </a:lnTo>
                <a:lnTo>
                  <a:pt x="1047750" y="1333500"/>
                </a:lnTo>
                <a:lnTo>
                  <a:pt x="1028700" y="1333500"/>
                </a:lnTo>
                <a:close/>
                <a:moveTo>
                  <a:pt x="1143000" y="1323975"/>
                </a:moveTo>
                <a:lnTo>
                  <a:pt x="1152525" y="1323975"/>
                </a:lnTo>
                <a:lnTo>
                  <a:pt x="1152525" y="1333500"/>
                </a:lnTo>
                <a:lnTo>
                  <a:pt x="1476375" y="1333500"/>
                </a:lnTo>
                <a:lnTo>
                  <a:pt x="1476375" y="1343025"/>
                </a:lnTo>
                <a:lnTo>
                  <a:pt x="1438275" y="1343025"/>
                </a:lnTo>
                <a:lnTo>
                  <a:pt x="1438275" y="1362075"/>
                </a:lnTo>
                <a:lnTo>
                  <a:pt x="1428750" y="1362075"/>
                </a:lnTo>
                <a:lnTo>
                  <a:pt x="1428750" y="1371600"/>
                </a:lnTo>
                <a:lnTo>
                  <a:pt x="1419225" y="1371600"/>
                </a:lnTo>
                <a:lnTo>
                  <a:pt x="1419225" y="1381125"/>
                </a:lnTo>
                <a:lnTo>
                  <a:pt x="1428750" y="1381125"/>
                </a:lnTo>
                <a:lnTo>
                  <a:pt x="1428750" y="1390650"/>
                </a:lnTo>
                <a:lnTo>
                  <a:pt x="1447800" y="1390650"/>
                </a:lnTo>
                <a:lnTo>
                  <a:pt x="1447800" y="1381125"/>
                </a:lnTo>
                <a:lnTo>
                  <a:pt x="1457325" y="1381125"/>
                </a:lnTo>
                <a:lnTo>
                  <a:pt x="1457325" y="1362075"/>
                </a:lnTo>
                <a:lnTo>
                  <a:pt x="1476375" y="1362075"/>
                </a:lnTo>
                <a:lnTo>
                  <a:pt x="1476375" y="1352550"/>
                </a:lnTo>
                <a:lnTo>
                  <a:pt x="1485900" y="1352550"/>
                </a:lnTo>
                <a:lnTo>
                  <a:pt x="1485900" y="1371600"/>
                </a:lnTo>
                <a:lnTo>
                  <a:pt x="1495425" y="1371600"/>
                </a:lnTo>
                <a:lnTo>
                  <a:pt x="1495425" y="1390650"/>
                </a:lnTo>
                <a:lnTo>
                  <a:pt x="1543050" y="1390650"/>
                </a:lnTo>
                <a:lnTo>
                  <a:pt x="1543050" y="1409700"/>
                </a:lnTo>
                <a:lnTo>
                  <a:pt x="1552575" y="1409700"/>
                </a:lnTo>
                <a:lnTo>
                  <a:pt x="1552575" y="1400175"/>
                </a:lnTo>
                <a:lnTo>
                  <a:pt x="1571625" y="1400175"/>
                </a:lnTo>
                <a:lnTo>
                  <a:pt x="1571625" y="1390650"/>
                </a:lnTo>
                <a:lnTo>
                  <a:pt x="1657350" y="1390650"/>
                </a:lnTo>
                <a:lnTo>
                  <a:pt x="1657350" y="1371600"/>
                </a:lnTo>
                <a:lnTo>
                  <a:pt x="1647825" y="1371600"/>
                </a:lnTo>
                <a:lnTo>
                  <a:pt x="1647825" y="1362075"/>
                </a:lnTo>
                <a:lnTo>
                  <a:pt x="1657350" y="1362075"/>
                </a:lnTo>
                <a:lnTo>
                  <a:pt x="1657350" y="1343025"/>
                </a:lnTo>
                <a:lnTo>
                  <a:pt x="1647825" y="1343025"/>
                </a:lnTo>
                <a:lnTo>
                  <a:pt x="1647825" y="1323975"/>
                </a:lnTo>
                <a:lnTo>
                  <a:pt x="1657350" y="1323975"/>
                </a:lnTo>
                <a:lnTo>
                  <a:pt x="1657350" y="1343025"/>
                </a:lnTo>
                <a:lnTo>
                  <a:pt x="1685925" y="1343025"/>
                </a:lnTo>
                <a:lnTo>
                  <a:pt x="1685925" y="1371600"/>
                </a:lnTo>
                <a:lnTo>
                  <a:pt x="1704975" y="1371600"/>
                </a:lnTo>
                <a:lnTo>
                  <a:pt x="1704975" y="1381125"/>
                </a:lnTo>
                <a:lnTo>
                  <a:pt x="1695450" y="1381125"/>
                </a:lnTo>
                <a:lnTo>
                  <a:pt x="1695450" y="1409700"/>
                </a:lnTo>
                <a:lnTo>
                  <a:pt x="1704975" y="1409700"/>
                </a:lnTo>
                <a:lnTo>
                  <a:pt x="1704975" y="1428750"/>
                </a:lnTo>
                <a:lnTo>
                  <a:pt x="1695450" y="1428750"/>
                </a:lnTo>
                <a:lnTo>
                  <a:pt x="1695450" y="1419225"/>
                </a:lnTo>
                <a:lnTo>
                  <a:pt x="1685925" y="1419225"/>
                </a:lnTo>
                <a:lnTo>
                  <a:pt x="1685925" y="1428750"/>
                </a:lnTo>
                <a:lnTo>
                  <a:pt x="1676400" y="1428750"/>
                </a:lnTo>
                <a:lnTo>
                  <a:pt x="1676400" y="1438275"/>
                </a:lnTo>
                <a:lnTo>
                  <a:pt x="1666875" y="1438275"/>
                </a:lnTo>
                <a:lnTo>
                  <a:pt x="1666875" y="1428750"/>
                </a:lnTo>
                <a:lnTo>
                  <a:pt x="1600200" y="1428750"/>
                </a:lnTo>
                <a:lnTo>
                  <a:pt x="1600200" y="1438275"/>
                </a:lnTo>
                <a:lnTo>
                  <a:pt x="1476375" y="1438275"/>
                </a:lnTo>
                <a:lnTo>
                  <a:pt x="1476375" y="1419225"/>
                </a:lnTo>
                <a:lnTo>
                  <a:pt x="1466850" y="1419225"/>
                </a:lnTo>
                <a:lnTo>
                  <a:pt x="1466850" y="1409700"/>
                </a:lnTo>
                <a:lnTo>
                  <a:pt x="1476375" y="1409700"/>
                </a:lnTo>
                <a:lnTo>
                  <a:pt x="1476375" y="1390650"/>
                </a:lnTo>
                <a:lnTo>
                  <a:pt x="1457325" y="1390650"/>
                </a:lnTo>
                <a:lnTo>
                  <a:pt x="1457325" y="1400175"/>
                </a:lnTo>
                <a:lnTo>
                  <a:pt x="1447800" y="1400175"/>
                </a:lnTo>
                <a:lnTo>
                  <a:pt x="1447800" y="1409700"/>
                </a:lnTo>
                <a:lnTo>
                  <a:pt x="1457325" y="1409700"/>
                </a:lnTo>
                <a:lnTo>
                  <a:pt x="1457325" y="1419225"/>
                </a:lnTo>
                <a:lnTo>
                  <a:pt x="1466850" y="1419225"/>
                </a:lnTo>
                <a:lnTo>
                  <a:pt x="1466850" y="1438275"/>
                </a:lnTo>
                <a:lnTo>
                  <a:pt x="1438275" y="1438275"/>
                </a:lnTo>
                <a:lnTo>
                  <a:pt x="1438275" y="1428750"/>
                </a:lnTo>
                <a:lnTo>
                  <a:pt x="1428750" y="1428750"/>
                </a:lnTo>
                <a:lnTo>
                  <a:pt x="1428750" y="1419225"/>
                </a:lnTo>
                <a:lnTo>
                  <a:pt x="1409700" y="1419225"/>
                </a:lnTo>
                <a:lnTo>
                  <a:pt x="1409700" y="1438275"/>
                </a:lnTo>
                <a:lnTo>
                  <a:pt x="1371600" y="1438275"/>
                </a:lnTo>
                <a:lnTo>
                  <a:pt x="1371600" y="1428750"/>
                </a:lnTo>
                <a:lnTo>
                  <a:pt x="1381125" y="1428750"/>
                </a:lnTo>
                <a:lnTo>
                  <a:pt x="1381125" y="1419225"/>
                </a:lnTo>
                <a:lnTo>
                  <a:pt x="1362075" y="1419225"/>
                </a:lnTo>
                <a:lnTo>
                  <a:pt x="1362075" y="1409700"/>
                </a:lnTo>
                <a:lnTo>
                  <a:pt x="1343025" y="1409700"/>
                </a:lnTo>
                <a:lnTo>
                  <a:pt x="1343025" y="1400175"/>
                </a:lnTo>
                <a:lnTo>
                  <a:pt x="1333500" y="1400175"/>
                </a:lnTo>
                <a:lnTo>
                  <a:pt x="1333500" y="1419225"/>
                </a:lnTo>
                <a:lnTo>
                  <a:pt x="1314450" y="1419225"/>
                </a:lnTo>
                <a:lnTo>
                  <a:pt x="1314450" y="1438275"/>
                </a:lnTo>
                <a:lnTo>
                  <a:pt x="1257300" y="1438275"/>
                </a:lnTo>
                <a:lnTo>
                  <a:pt x="1257300" y="1419225"/>
                </a:lnTo>
                <a:lnTo>
                  <a:pt x="1228725" y="1419225"/>
                </a:lnTo>
                <a:lnTo>
                  <a:pt x="1228725" y="1428750"/>
                </a:lnTo>
                <a:lnTo>
                  <a:pt x="1238250" y="1428750"/>
                </a:lnTo>
                <a:lnTo>
                  <a:pt x="1238250" y="1438275"/>
                </a:lnTo>
                <a:lnTo>
                  <a:pt x="1190625" y="1438275"/>
                </a:lnTo>
                <a:lnTo>
                  <a:pt x="1190625" y="1419225"/>
                </a:lnTo>
                <a:lnTo>
                  <a:pt x="1114425" y="1419225"/>
                </a:lnTo>
                <a:lnTo>
                  <a:pt x="1114425" y="1409700"/>
                </a:lnTo>
                <a:lnTo>
                  <a:pt x="1133475" y="1409700"/>
                </a:lnTo>
                <a:lnTo>
                  <a:pt x="1133475" y="1400175"/>
                </a:lnTo>
                <a:lnTo>
                  <a:pt x="1123950" y="1400175"/>
                </a:lnTo>
                <a:lnTo>
                  <a:pt x="1123950" y="1390650"/>
                </a:lnTo>
                <a:lnTo>
                  <a:pt x="1114425" y="1390650"/>
                </a:lnTo>
                <a:lnTo>
                  <a:pt x="1114425" y="1352550"/>
                </a:lnTo>
                <a:lnTo>
                  <a:pt x="1123950" y="1352550"/>
                </a:lnTo>
                <a:lnTo>
                  <a:pt x="1123950" y="1333500"/>
                </a:lnTo>
                <a:lnTo>
                  <a:pt x="1143000" y="1333500"/>
                </a:lnTo>
                <a:close/>
                <a:moveTo>
                  <a:pt x="723900" y="1333500"/>
                </a:moveTo>
                <a:lnTo>
                  <a:pt x="733425" y="1333500"/>
                </a:lnTo>
                <a:lnTo>
                  <a:pt x="733425" y="1343025"/>
                </a:lnTo>
                <a:lnTo>
                  <a:pt x="723900" y="1343025"/>
                </a:lnTo>
                <a:close/>
                <a:moveTo>
                  <a:pt x="771525" y="1333500"/>
                </a:moveTo>
                <a:lnTo>
                  <a:pt x="790575" y="1333500"/>
                </a:lnTo>
                <a:lnTo>
                  <a:pt x="790575" y="1343025"/>
                </a:lnTo>
                <a:lnTo>
                  <a:pt x="781050" y="1343025"/>
                </a:lnTo>
                <a:lnTo>
                  <a:pt x="781050" y="1362075"/>
                </a:lnTo>
                <a:lnTo>
                  <a:pt x="809625" y="1362075"/>
                </a:lnTo>
                <a:lnTo>
                  <a:pt x="809625" y="1352550"/>
                </a:lnTo>
                <a:lnTo>
                  <a:pt x="800100" y="1352550"/>
                </a:lnTo>
                <a:lnTo>
                  <a:pt x="800100" y="1343025"/>
                </a:lnTo>
                <a:lnTo>
                  <a:pt x="809625" y="1343025"/>
                </a:lnTo>
                <a:lnTo>
                  <a:pt x="809625" y="1352550"/>
                </a:lnTo>
                <a:lnTo>
                  <a:pt x="828675" y="1352550"/>
                </a:lnTo>
                <a:lnTo>
                  <a:pt x="828675" y="1362075"/>
                </a:lnTo>
                <a:lnTo>
                  <a:pt x="838200" y="1362075"/>
                </a:lnTo>
                <a:lnTo>
                  <a:pt x="838200" y="1352550"/>
                </a:lnTo>
                <a:lnTo>
                  <a:pt x="847725" y="1352550"/>
                </a:lnTo>
                <a:lnTo>
                  <a:pt x="847725" y="1362075"/>
                </a:lnTo>
                <a:lnTo>
                  <a:pt x="857250" y="1362075"/>
                </a:lnTo>
                <a:lnTo>
                  <a:pt x="857250" y="1381125"/>
                </a:lnTo>
                <a:lnTo>
                  <a:pt x="847725" y="1381125"/>
                </a:lnTo>
                <a:lnTo>
                  <a:pt x="847725" y="1390650"/>
                </a:lnTo>
                <a:lnTo>
                  <a:pt x="838200" y="1390650"/>
                </a:lnTo>
                <a:lnTo>
                  <a:pt x="838200" y="1400175"/>
                </a:lnTo>
                <a:lnTo>
                  <a:pt x="828675" y="1400175"/>
                </a:lnTo>
                <a:lnTo>
                  <a:pt x="828675" y="1390650"/>
                </a:lnTo>
                <a:lnTo>
                  <a:pt x="819150" y="1390650"/>
                </a:lnTo>
                <a:lnTo>
                  <a:pt x="819150" y="1400175"/>
                </a:lnTo>
                <a:lnTo>
                  <a:pt x="790575" y="1400175"/>
                </a:lnTo>
                <a:lnTo>
                  <a:pt x="790575" y="1390650"/>
                </a:lnTo>
                <a:lnTo>
                  <a:pt x="771525" y="1390650"/>
                </a:lnTo>
                <a:lnTo>
                  <a:pt x="771525" y="1371600"/>
                </a:lnTo>
                <a:lnTo>
                  <a:pt x="762000" y="1371600"/>
                </a:lnTo>
                <a:lnTo>
                  <a:pt x="762000" y="1381125"/>
                </a:lnTo>
                <a:lnTo>
                  <a:pt x="752475" y="1381125"/>
                </a:lnTo>
                <a:lnTo>
                  <a:pt x="752475" y="1362075"/>
                </a:lnTo>
                <a:lnTo>
                  <a:pt x="762000" y="1362075"/>
                </a:lnTo>
                <a:lnTo>
                  <a:pt x="762000" y="1352550"/>
                </a:lnTo>
                <a:lnTo>
                  <a:pt x="771525" y="1352550"/>
                </a:lnTo>
                <a:close/>
                <a:moveTo>
                  <a:pt x="514350" y="1343025"/>
                </a:moveTo>
                <a:lnTo>
                  <a:pt x="533400" y="1343025"/>
                </a:lnTo>
                <a:lnTo>
                  <a:pt x="533400" y="1352550"/>
                </a:lnTo>
                <a:lnTo>
                  <a:pt x="514350" y="1352550"/>
                </a:lnTo>
                <a:close/>
                <a:moveTo>
                  <a:pt x="704850" y="1343025"/>
                </a:moveTo>
                <a:lnTo>
                  <a:pt x="714375" y="1343025"/>
                </a:lnTo>
                <a:lnTo>
                  <a:pt x="714375" y="1352550"/>
                </a:lnTo>
                <a:lnTo>
                  <a:pt x="704850" y="1352550"/>
                </a:lnTo>
                <a:close/>
                <a:moveTo>
                  <a:pt x="447675" y="1352550"/>
                </a:moveTo>
                <a:lnTo>
                  <a:pt x="457200" y="1352550"/>
                </a:lnTo>
                <a:lnTo>
                  <a:pt x="457200" y="1362075"/>
                </a:lnTo>
                <a:lnTo>
                  <a:pt x="476250" y="1362075"/>
                </a:lnTo>
                <a:lnTo>
                  <a:pt x="476250" y="1352550"/>
                </a:lnTo>
                <a:lnTo>
                  <a:pt x="504825" y="1352550"/>
                </a:lnTo>
                <a:lnTo>
                  <a:pt x="504825" y="1362075"/>
                </a:lnTo>
                <a:lnTo>
                  <a:pt x="485775" y="1362075"/>
                </a:lnTo>
                <a:lnTo>
                  <a:pt x="485775" y="1371600"/>
                </a:lnTo>
                <a:lnTo>
                  <a:pt x="476250" y="1371600"/>
                </a:lnTo>
                <a:lnTo>
                  <a:pt x="476250" y="1381125"/>
                </a:lnTo>
                <a:lnTo>
                  <a:pt x="457200" y="1381125"/>
                </a:lnTo>
                <a:lnTo>
                  <a:pt x="457200" y="1390650"/>
                </a:lnTo>
                <a:lnTo>
                  <a:pt x="419100" y="1390650"/>
                </a:lnTo>
                <a:lnTo>
                  <a:pt x="419100" y="1371600"/>
                </a:lnTo>
                <a:lnTo>
                  <a:pt x="428625" y="1371600"/>
                </a:lnTo>
                <a:lnTo>
                  <a:pt x="428625" y="1362075"/>
                </a:lnTo>
                <a:lnTo>
                  <a:pt x="447675" y="1362075"/>
                </a:lnTo>
                <a:close/>
                <a:moveTo>
                  <a:pt x="1057275" y="1362075"/>
                </a:moveTo>
                <a:lnTo>
                  <a:pt x="1076325" y="1362075"/>
                </a:lnTo>
                <a:lnTo>
                  <a:pt x="1076325" y="1371600"/>
                </a:lnTo>
                <a:lnTo>
                  <a:pt x="1085850" y="1371600"/>
                </a:lnTo>
                <a:lnTo>
                  <a:pt x="1085850" y="1381125"/>
                </a:lnTo>
                <a:lnTo>
                  <a:pt x="1047750" y="1381125"/>
                </a:lnTo>
                <a:lnTo>
                  <a:pt x="1047750" y="1371600"/>
                </a:lnTo>
                <a:lnTo>
                  <a:pt x="1057275" y="1371600"/>
                </a:lnTo>
                <a:close/>
                <a:moveTo>
                  <a:pt x="1333500" y="1362075"/>
                </a:moveTo>
                <a:lnTo>
                  <a:pt x="1362075" y="1362075"/>
                </a:lnTo>
                <a:lnTo>
                  <a:pt x="1362075" y="1343025"/>
                </a:lnTo>
                <a:lnTo>
                  <a:pt x="1333500" y="1343025"/>
                </a:lnTo>
                <a:close/>
                <a:moveTo>
                  <a:pt x="1666875" y="1362075"/>
                </a:moveTo>
                <a:lnTo>
                  <a:pt x="1676400" y="1362075"/>
                </a:lnTo>
                <a:lnTo>
                  <a:pt x="1676400" y="1352550"/>
                </a:lnTo>
                <a:lnTo>
                  <a:pt x="1666875" y="1352550"/>
                </a:lnTo>
                <a:close/>
                <a:moveTo>
                  <a:pt x="666750" y="1390650"/>
                </a:moveTo>
                <a:lnTo>
                  <a:pt x="676275" y="1390650"/>
                </a:lnTo>
                <a:lnTo>
                  <a:pt x="676275" y="1400175"/>
                </a:lnTo>
                <a:lnTo>
                  <a:pt x="685800" y="1400175"/>
                </a:lnTo>
                <a:lnTo>
                  <a:pt x="685800" y="1409700"/>
                </a:lnTo>
                <a:lnTo>
                  <a:pt x="657225" y="1409700"/>
                </a:lnTo>
                <a:lnTo>
                  <a:pt x="657225" y="1400175"/>
                </a:lnTo>
                <a:lnTo>
                  <a:pt x="666750" y="1400175"/>
                </a:lnTo>
                <a:close/>
                <a:moveTo>
                  <a:pt x="1085850" y="1390650"/>
                </a:moveTo>
                <a:lnTo>
                  <a:pt x="1095375" y="1390650"/>
                </a:lnTo>
                <a:lnTo>
                  <a:pt x="1095375" y="1400175"/>
                </a:lnTo>
                <a:lnTo>
                  <a:pt x="1085850" y="1400175"/>
                </a:lnTo>
                <a:close/>
                <a:moveTo>
                  <a:pt x="1104900" y="1390650"/>
                </a:moveTo>
                <a:lnTo>
                  <a:pt x="1114425" y="1390650"/>
                </a:lnTo>
                <a:lnTo>
                  <a:pt x="1114425" y="1400175"/>
                </a:lnTo>
                <a:lnTo>
                  <a:pt x="1104900" y="1400175"/>
                </a:lnTo>
                <a:close/>
                <a:moveTo>
                  <a:pt x="361950" y="1400175"/>
                </a:moveTo>
                <a:lnTo>
                  <a:pt x="381000" y="1400175"/>
                </a:lnTo>
                <a:lnTo>
                  <a:pt x="381000" y="1409700"/>
                </a:lnTo>
                <a:lnTo>
                  <a:pt x="390525" y="1409700"/>
                </a:lnTo>
                <a:lnTo>
                  <a:pt x="390525" y="1419225"/>
                </a:lnTo>
                <a:lnTo>
                  <a:pt x="361950" y="1419225"/>
                </a:lnTo>
                <a:close/>
                <a:moveTo>
                  <a:pt x="409575" y="1400175"/>
                </a:moveTo>
                <a:lnTo>
                  <a:pt x="428625" y="1400175"/>
                </a:lnTo>
                <a:lnTo>
                  <a:pt x="428625" y="1409700"/>
                </a:lnTo>
                <a:lnTo>
                  <a:pt x="409575" y="1409700"/>
                </a:lnTo>
                <a:close/>
                <a:moveTo>
                  <a:pt x="714375" y="1409700"/>
                </a:moveTo>
                <a:lnTo>
                  <a:pt x="733425" y="1409700"/>
                </a:lnTo>
                <a:lnTo>
                  <a:pt x="733425" y="1419225"/>
                </a:lnTo>
                <a:lnTo>
                  <a:pt x="714375" y="1419225"/>
                </a:lnTo>
                <a:close/>
                <a:moveTo>
                  <a:pt x="762000" y="1409700"/>
                </a:moveTo>
                <a:lnTo>
                  <a:pt x="771525" y="1409700"/>
                </a:lnTo>
                <a:lnTo>
                  <a:pt x="771525" y="1419225"/>
                </a:lnTo>
                <a:lnTo>
                  <a:pt x="762000" y="1419225"/>
                </a:lnTo>
                <a:close/>
                <a:moveTo>
                  <a:pt x="1495425" y="1419225"/>
                </a:moveTo>
                <a:lnTo>
                  <a:pt x="1504950" y="1419225"/>
                </a:lnTo>
                <a:lnTo>
                  <a:pt x="1504950" y="1428750"/>
                </a:lnTo>
                <a:lnTo>
                  <a:pt x="1533525" y="1428750"/>
                </a:lnTo>
                <a:lnTo>
                  <a:pt x="1533525" y="1419225"/>
                </a:lnTo>
                <a:lnTo>
                  <a:pt x="1524000" y="1419225"/>
                </a:lnTo>
                <a:lnTo>
                  <a:pt x="1524000" y="1409700"/>
                </a:lnTo>
                <a:lnTo>
                  <a:pt x="1495425" y="1409700"/>
                </a:lnTo>
                <a:close/>
                <a:moveTo>
                  <a:pt x="1562100" y="1419225"/>
                </a:moveTo>
                <a:lnTo>
                  <a:pt x="1571625" y="1419225"/>
                </a:lnTo>
                <a:lnTo>
                  <a:pt x="1571625" y="1428750"/>
                </a:lnTo>
                <a:lnTo>
                  <a:pt x="1581150" y="1428750"/>
                </a:lnTo>
                <a:lnTo>
                  <a:pt x="1581150" y="1409700"/>
                </a:lnTo>
                <a:lnTo>
                  <a:pt x="1562100" y="1409700"/>
                </a:lnTo>
                <a:close/>
                <a:moveTo>
                  <a:pt x="704850" y="1428750"/>
                </a:moveTo>
                <a:lnTo>
                  <a:pt x="742950" y="1428750"/>
                </a:lnTo>
                <a:lnTo>
                  <a:pt x="742950" y="1438275"/>
                </a:lnTo>
                <a:lnTo>
                  <a:pt x="704850" y="1438275"/>
                </a:lnTo>
                <a:close/>
                <a:moveTo>
                  <a:pt x="819150" y="1428750"/>
                </a:moveTo>
                <a:lnTo>
                  <a:pt x="828675" y="1428750"/>
                </a:lnTo>
                <a:lnTo>
                  <a:pt x="828675" y="1438275"/>
                </a:lnTo>
                <a:lnTo>
                  <a:pt x="819150" y="1438275"/>
                </a:lnTo>
                <a:close/>
                <a:moveTo>
                  <a:pt x="1123950" y="1428750"/>
                </a:moveTo>
                <a:lnTo>
                  <a:pt x="1152525" y="1428750"/>
                </a:lnTo>
                <a:lnTo>
                  <a:pt x="1152525" y="1438275"/>
                </a:lnTo>
                <a:lnTo>
                  <a:pt x="1123950" y="1438275"/>
                </a:lnTo>
                <a:close/>
                <a:moveTo>
                  <a:pt x="523875" y="1447800"/>
                </a:moveTo>
                <a:lnTo>
                  <a:pt x="542925" y="1447800"/>
                </a:lnTo>
                <a:lnTo>
                  <a:pt x="542925" y="1457325"/>
                </a:lnTo>
                <a:lnTo>
                  <a:pt x="561975" y="1457325"/>
                </a:lnTo>
                <a:lnTo>
                  <a:pt x="561975" y="1466850"/>
                </a:lnTo>
                <a:lnTo>
                  <a:pt x="533400" y="1466850"/>
                </a:lnTo>
                <a:lnTo>
                  <a:pt x="533400" y="1457325"/>
                </a:lnTo>
                <a:lnTo>
                  <a:pt x="523875" y="1457325"/>
                </a:lnTo>
                <a:close/>
                <a:moveTo>
                  <a:pt x="657225" y="1447800"/>
                </a:moveTo>
                <a:lnTo>
                  <a:pt x="666750" y="1447800"/>
                </a:lnTo>
                <a:lnTo>
                  <a:pt x="666750" y="1466850"/>
                </a:lnTo>
                <a:lnTo>
                  <a:pt x="638175" y="1466850"/>
                </a:lnTo>
                <a:lnTo>
                  <a:pt x="638175" y="1457325"/>
                </a:lnTo>
                <a:lnTo>
                  <a:pt x="657225" y="1457325"/>
                </a:lnTo>
                <a:close/>
                <a:moveTo>
                  <a:pt x="676275" y="1447800"/>
                </a:moveTo>
                <a:lnTo>
                  <a:pt x="685800" y="1447800"/>
                </a:lnTo>
                <a:lnTo>
                  <a:pt x="685800" y="1457325"/>
                </a:lnTo>
                <a:lnTo>
                  <a:pt x="676275" y="1457325"/>
                </a:lnTo>
                <a:close/>
                <a:moveTo>
                  <a:pt x="581025" y="1457325"/>
                </a:moveTo>
                <a:lnTo>
                  <a:pt x="590550" y="1457325"/>
                </a:lnTo>
                <a:lnTo>
                  <a:pt x="590550" y="1466850"/>
                </a:lnTo>
                <a:lnTo>
                  <a:pt x="581025" y="1466850"/>
                </a:lnTo>
                <a:close/>
                <a:moveTo>
                  <a:pt x="781050" y="1457325"/>
                </a:moveTo>
                <a:lnTo>
                  <a:pt x="790575" y="1457325"/>
                </a:lnTo>
                <a:lnTo>
                  <a:pt x="790575" y="1466850"/>
                </a:lnTo>
                <a:lnTo>
                  <a:pt x="781050" y="1466850"/>
                </a:lnTo>
                <a:close/>
                <a:moveTo>
                  <a:pt x="828675" y="1457325"/>
                </a:moveTo>
                <a:lnTo>
                  <a:pt x="847725" y="1457325"/>
                </a:lnTo>
                <a:lnTo>
                  <a:pt x="847725" y="1466850"/>
                </a:lnTo>
                <a:lnTo>
                  <a:pt x="828675" y="1466850"/>
                </a:lnTo>
                <a:close/>
                <a:moveTo>
                  <a:pt x="904875" y="1457325"/>
                </a:moveTo>
                <a:lnTo>
                  <a:pt x="933450" y="1457325"/>
                </a:lnTo>
                <a:lnTo>
                  <a:pt x="933450" y="1466850"/>
                </a:lnTo>
                <a:lnTo>
                  <a:pt x="904875" y="1466850"/>
                </a:lnTo>
                <a:close/>
                <a:moveTo>
                  <a:pt x="1085850" y="1457325"/>
                </a:moveTo>
                <a:lnTo>
                  <a:pt x="1114425" y="1457325"/>
                </a:lnTo>
                <a:lnTo>
                  <a:pt x="1114425" y="1466850"/>
                </a:lnTo>
                <a:lnTo>
                  <a:pt x="1085850" y="1466850"/>
                </a:lnTo>
                <a:close/>
                <a:moveTo>
                  <a:pt x="1438275" y="1457325"/>
                </a:moveTo>
                <a:lnTo>
                  <a:pt x="1533525" y="1457325"/>
                </a:lnTo>
                <a:lnTo>
                  <a:pt x="1533525" y="1466850"/>
                </a:lnTo>
                <a:lnTo>
                  <a:pt x="1552575" y="1466850"/>
                </a:lnTo>
                <a:lnTo>
                  <a:pt x="1552575" y="1457325"/>
                </a:lnTo>
                <a:lnTo>
                  <a:pt x="1609725" y="1457325"/>
                </a:lnTo>
                <a:lnTo>
                  <a:pt x="1609725" y="1466850"/>
                </a:lnTo>
                <a:lnTo>
                  <a:pt x="1600200" y="1466850"/>
                </a:lnTo>
                <a:lnTo>
                  <a:pt x="1600200" y="1485900"/>
                </a:lnTo>
                <a:lnTo>
                  <a:pt x="1619250" y="1485900"/>
                </a:lnTo>
                <a:lnTo>
                  <a:pt x="1619250" y="1504950"/>
                </a:lnTo>
                <a:lnTo>
                  <a:pt x="1609725" y="1504950"/>
                </a:lnTo>
                <a:lnTo>
                  <a:pt x="1609725" y="1514475"/>
                </a:lnTo>
                <a:lnTo>
                  <a:pt x="1247775" y="1514475"/>
                </a:lnTo>
                <a:lnTo>
                  <a:pt x="1247775" y="1495425"/>
                </a:lnTo>
                <a:lnTo>
                  <a:pt x="1209675" y="1495425"/>
                </a:lnTo>
                <a:lnTo>
                  <a:pt x="1209675" y="1485900"/>
                </a:lnTo>
                <a:lnTo>
                  <a:pt x="1219200" y="1485900"/>
                </a:lnTo>
                <a:lnTo>
                  <a:pt x="1219200" y="1476375"/>
                </a:lnTo>
                <a:lnTo>
                  <a:pt x="1323975" y="1476375"/>
                </a:lnTo>
                <a:lnTo>
                  <a:pt x="1323975" y="1466850"/>
                </a:lnTo>
                <a:lnTo>
                  <a:pt x="1333500" y="1466850"/>
                </a:lnTo>
                <a:lnTo>
                  <a:pt x="1333500" y="1476375"/>
                </a:lnTo>
                <a:lnTo>
                  <a:pt x="1343025" y="1476375"/>
                </a:lnTo>
                <a:lnTo>
                  <a:pt x="1343025" y="1466850"/>
                </a:lnTo>
                <a:lnTo>
                  <a:pt x="1438275" y="1466850"/>
                </a:lnTo>
                <a:close/>
                <a:moveTo>
                  <a:pt x="1657350" y="1457325"/>
                </a:moveTo>
                <a:lnTo>
                  <a:pt x="1685925" y="1457325"/>
                </a:lnTo>
                <a:lnTo>
                  <a:pt x="1685925" y="1466850"/>
                </a:lnTo>
                <a:lnTo>
                  <a:pt x="1676400" y="1466850"/>
                </a:lnTo>
                <a:lnTo>
                  <a:pt x="1676400" y="1476375"/>
                </a:lnTo>
                <a:lnTo>
                  <a:pt x="1666875" y="1476375"/>
                </a:lnTo>
                <a:lnTo>
                  <a:pt x="1666875" y="1485900"/>
                </a:lnTo>
                <a:lnTo>
                  <a:pt x="1657350" y="1485900"/>
                </a:lnTo>
                <a:close/>
                <a:moveTo>
                  <a:pt x="1095375" y="1476375"/>
                </a:moveTo>
                <a:lnTo>
                  <a:pt x="1123950" y="1476375"/>
                </a:lnTo>
                <a:lnTo>
                  <a:pt x="1123950" y="1495425"/>
                </a:lnTo>
                <a:lnTo>
                  <a:pt x="1095375" y="1495425"/>
                </a:lnTo>
                <a:close/>
                <a:moveTo>
                  <a:pt x="1133475" y="1476375"/>
                </a:moveTo>
                <a:lnTo>
                  <a:pt x="1143000" y="1476375"/>
                </a:lnTo>
                <a:lnTo>
                  <a:pt x="1143000" y="1495425"/>
                </a:lnTo>
                <a:lnTo>
                  <a:pt x="1133475" y="1495425"/>
                </a:lnTo>
                <a:close/>
                <a:moveTo>
                  <a:pt x="514350" y="1485900"/>
                </a:moveTo>
                <a:lnTo>
                  <a:pt x="533400" y="1485900"/>
                </a:lnTo>
                <a:lnTo>
                  <a:pt x="533400" y="1504950"/>
                </a:lnTo>
                <a:lnTo>
                  <a:pt x="542925" y="1504950"/>
                </a:lnTo>
                <a:lnTo>
                  <a:pt x="542925" y="1514475"/>
                </a:lnTo>
                <a:lnTo>
                  <a:pt x="495300" y="1514475"/>
                </a:lnTo>
                <a:lnTo>
                  <a:pt x="495300" y="1504950"/>
                </a:lnTo>
                <a:lnTo>
                  <a:pt x="514350" y="1504950"/>
                </a:lnTo>
                <a:close/>
                <a:moveTo>
                  <a:pt x="1181100" y="1485900"/>
                </a:moveTo>
                <a:lnTo>
                  <a:pt x="1190625" y="1485900"/>
                </a:lnTo>
                <a:lnTo>
                  <a:pt x="1190625" y="1495425"/>
                </a:lnTo>
                <a:lnTo>
                  <a:pt x="1181100" y="1495425"/>
                </a:lnTo>
                <a:close/>
                <a:moveTo>
                  <a:pt x="1095375" y="1504950"/>
                </a:moveTo>
                <a:lnTo>
                  <a:pt x="1123950" y="1504950"/>
                </a:lnTo>
                <a:lnTo>
                  <a:pt x="1123950" y="1514475"/>
                </a:lnTo>
                <a:lnTo>
                  <a:pt x="1095375" y="1514475"/>
                </a:lnTo>
                <a:close/>
                <a:moveTo>
                  <a:pt x="1209675" y="1504950"/>
                </a:moveTo>
                <a:lnTo>
                  <a:pt x="1219200" y="1504950"/>
                </a:lnTo>
                <a:lnTo>
                  <a:pt x="1219200" y="1514475"/>
                </a:lnTo>
                <a:lnTo>
                  <a:pt x="1209675" y="1514475"/>
                </a:lnTo>
                <a:close/>
                <a:moveTo>
                  <a:pt x="1666875" y="1504950"/>
                </a:moveTo>
                <a:lnTo>
                  <a:pt x="1685925" y="1504950"/>
                </a:lnTo>
                <a:lnTo>
                  <a:pt x="1685925" y="1543050"/>
                </a:lnTo>
                <a:lnTo>
                  <a:pt x="1676400" y="1543050"/>
                </a:lnTo>
                <a:lnTo>
                  <a:pt x="1676400" y="1562100"/>
                </a:lnTo>
                <a:lnTo>
                  <a:pt x="1695450" y="1562100"/>
                </a:lnTo>
                <a:lnTo>
                  <a:pt x="1695450" y="1571625"/>
                </a:lnTo>
                <a:lnTo>
                  <a:pt x="1638300" y="1571625"/>
                </a:lnTo>
                <a:lnTo>
                  <a:pt x="1638300" y="1581150"/>
                </a:lnTo>
                <a:lnTo>
                  <a:pt x="1619250" y="1581150"/>
                </a:lnTo>
                <a:lnTo>
                  <a:pt x="1619250" y="1571625"/>
                </a:lnTo>
                <a:lnTo>
                  <a:pt x="1628775" y="1571625"/>
                </a:lnTo>
                <a:lnTo>
                  <a:pt x="1628775" y="1562100"/>
                </a:lnTo>
                <a:lnTo>
                  <a:pt x="1609725" y="1562100"/>
                </a:lnTo>
                <a:lnTo>
                  <a:pt x="1609725" y="1571625"/>
                </a:lnTo>
                <a:lnTo>
                  <a:pt x="1533525" y="1571625"/>
                </a:lnTo>
                <a:lnTo>
                  <a:pt x="1533525" y="1562100"/>
                </a:lnTo>
                <a:lnTo>
                  <a:pt x="1504950" y="1562100"/>
                </a:lnTo>
                <a:lnTo>
                  <a:pt x="1504950" y="1571625"/>
                </a:lnTo>
                <a:lnTo>
                  <a:pt x="1314450" y="1571625"/>
                </a:lnTo>
                <a:lnTo>
                  <a:pt x="1314450" y="1562100"/>
                </a:lnTo>
                <a:lnTo>
                  <a:pt x="1228725" y="1562100"/>
                </a:lnTo>
                <a:lnTo>
                  <a:pt x="1228725" y="1552575"/>
                </a:lnTo>
                <a:lnTo>
                  <a:pt x="1295400" y="1552575"/>
                </a:lnTo>
                <a:lnTo>
                  <a:pt x="1295400" y="1533525"/>
                </a:lnTo>
                <a:lnTo>
                  <a:pt x="1447800" y="1533525"/>
                </a:lnTo>
                <a:lnTo>
                  <a:pt x="1447800" y="1552575"/>
                </a:lnTo>
                <a:lnTo>
                  <a:pt x="1457325" y="1552575"/>
                </a:lnTo>
                <a:lnTo>
                  <a:pt x="1457325" y="1533525"/>
                </a:lnTo>
                <a:lnTo>
                  <a:pt x="1581150" y="1533525"/>
                </a:lnTo>
                <a:lnTo>
                  <a:pt x="1581150" y="1552575"/>
                </a:lnTo>
                <a:lnTo>
                  <a:pt x="1638300" y="1552575"/>
                </a:lnTo>
                <a:lnTo>
                  <a:pt x="1638300" y="1543050"/>
                </a:lnTo>
                <a:lnTo>
                  <a:pt x="1628775" y="1543050"/>
                </a:lnTo>
                <a:lnTo>
                  <a:pt x="1628775" y="1533525"/>
                </a:lnTo>
                <a:lnTo>
                  <a:pt x="1666875" y="1533525"/>
                </a:lnTo>
                <a:close/>
                <a:moveTo>
                  <a:pt x="238125" y="1533525"/>
                </a:moveTo>
                <a:lnTo>
                  <a:pt x="257175" y="1533525"/>
                </a:lnTo>
                <a:lnTo>
                  <a:pt x="257175" y="1543050"/>
                </a:lnTo>
                <a:lnTo>
                  <a:pt x="238125" y="1543050"/>
                </a:lnTo>
                <a:close/>
                <a:moveTo>
                  <a:pt x="504825" y="1533525"/>
                </a:moveTo>
                <a:lnTo>
                  <a:pt x="619125" y="1533525"/>
                </a:lnTo>
                <a:lnTo>
                  <a:pt x="619125" y="1552575"/>
                </a:lnTo>
                <a:lnTo>
                  <a:pt x="638175" y="1552575"/>
                </a:lnTo>
                <a:lnTo>
                  <a:pt x="638175" y="1533525"/>
                </a:lnTo>
                <a:lnTo>
                  <a:pt x="914400" y="1533525"/>
                </a:lnTo>
                <a:lnTo>
                  <a:pt x="914400" y="1543050"/>
                </a:lnTo>
                <a:lnTo>
                  <a:pt x="904875" y="1543050"/>
                </a:lnTo>
                <a:lnTo>
                  <a:pt x="904875" y="1552575"/>
                </a:lnTo>
                <a:lnTo>
                  <a:pt x="914400" y="1552575"/>
                </a:lnTo>
                <a:lnTo>
                  <a:pt x="914400" y="1562100"/>
                </a:lnTo>
                <a:lnTo>
                  <a:pt x="923925" y="1562100"/>
                </a:lnTo>
                <a:lnTo>
                  <a:pt x="923925" y="1571625"/>
                </a:lnTo>
                <a:lnTo>
                  <a:pt x="904875" y="1571625"/>
                </a:lnTo>
                <a:lnTo>
                  <a:pt x="904875" y="1562100"/>
                </a:lnTo>
                <a:lnTo>
                  <a:pt x="866775" y="1562100"/>
                </a:lnTo>
                <a:lnTo>
                  <a:pt x="866775" y="1571625"/>
                </a:lnTo>
                <a:lnTo>
                  <a:pt x="857250" y="1571625"/>
                </a:lnTo>
                <a:lnTo>
                  <a:pt x="857250" y="1562100"/>
                </a:lnTo>
                <a:lnTo>
                  <a:pt x="828675" y="1562100"/>
                </a:lnTo>
                <a:lnTo>
                  <a:pt x="828675" y="1571625"/>
                </a:lnTo>
                <a:lnTo>
                  <a:pt x="781050" y="1571625"/>
                </a:lnTo>
                <a:lnTo>
                  <a:pt x="781050" y="1562100"/>
                </a:lnTo>
                <a:lnTo>
                  <a:pt x="733425" y="1562100"/>
                </a:lnTo>
                <a:lnTo>
                  <a:pt x="733425" y="1571625"/>
                </a:lnTo>
                <a:lnTo>
                  <a:pt x="590550" y="1571625"/>
                </a:lnTo>
                <a:lnTo>
                  <a:pt x="590550" y="1562100"/>
                </a:lnTo>
                <a:lnTo>
                  <a:pt x="581025" y="1562100"/>
                </a:lnTo>
                <a:lnTo>
                  <a:pt x="581025" y="1543050"/>
                </a:lnTo>
                <a:lnTo>
                  <a:pt x="561975" y="1543050"/>
                </a:lnTo>
                <a:lnTo>
                  <a:pt x="561975" y="1562100"/>
                </a:lnTo>
                <a:lnTo>
                  <a:pt x="552450" y="1562100"/>
                </a:lnTo>
                <a:lnTo>
                  <a:pt x="552450" y="1571625"/>
                </a:lnTo>
                <a:lnTo>
                  <a:pt x="533400" y="1571625"/>
                </a:lnTo>
                <a:lnTo>
                  <a:pt x="533400" y="1562100"/>
                </a:lnTo>
                <a:lnTo>
                  <a:pt x="495300" y="1562100"/>
                </a:lnTo>
                <a:lnTo>
                  <a:pt x="495300" y="1581150"/>
                </a:lnTo>
                <a:lnTo>
                  <a:pt x="485775" y="1581150"/>
                </a:lnTo>
                <a:lnTo>
                  <a:pt x="485775" y="1571625"/>
                </a:lnTo>
                <a:lnTo>
                  <a:pt x="476250" y="1571625"/>
                </a:lnTo>
                <a:lnTo>
                  <a:pt x="476250" y="1543050"/>
                </a:lnTo>
                <a:lnTo>
                  <a:pt x="504825" y="1543050"/>
                </a:lnTo>
                <a:close/>
                <a:moveTo>
                  <a:pt x="1095375" y="1533525"/>
                </a:moveTo>
                <a:lnTo>
                  <a:pt x="1114425" y="1533525"/>
                </a:lnTo>
                <a:lnTo>
                  <a:pt x="1114425" y="1552575"/>
                </a:lnTo>
                <a:lnTo>
                  <a:pt x="1143000" y="1552575"/>
                </a:lnTo>
                <a:lnTo>
                  <a:pt x="1143000" y="1571625"/>
                </a:lnTo>
                <a:lnTo>
                  <a:pt x="1152525" y="1571625"/>
                </a:lnTo>
                <a:lnTo>
                  <a:pt x="1152525" y="1552575"/>
                </a:lnTo>
                <a:lnTo>
                  <a:pt x="1171575" y="1552575"/>
                </a:lnTo>
                <a:lnTo>
                  <a:pt x="1171575" y="1543050"/>
                </a:lnTo>
                <a:lnTo>
                  <a:pt x="1181100" y="1543050"/>
                </a:lnTo>
                <a:lnTo>
                  <a:pt x="1181100" y="1533525"/>
                </a:lnTo>
                <a:lnTo>
                  <a:pt x="1190625" y="1533525"/>
                </a:lnTo>
                <a:lnTo>
                  <a:pt x="1190625" y="1543050"/>
                </a:lnTo>
                <a:lnTo>
                  <a:pt x="1181100" y="1543050"/>
                </a:lnTo>
                <a:lnTo>
                  <a:pt x="1181100" y="1552575"/>
                </a:lnTo>
                <a:lnTo>
                  <a:pt x="1171575" y="1552575"/>
                </a:lnTo>
                <a:lnTo>
                  <a:pt x="1171575" y="1562100"/>
                </a:lnTo>
                <a:lnTo>
                  <a:pt x="1181100" y="1562100"/>
                </a:lnTo>
                <a:lnTo>
                  <a:pt x="1181100" y="1571625"/>
                </a:lnTo>
                <a:lnTo>
                  <a:pt x="1171575" y="1571625"/>
                </a:lnTo>
                <a:lnTo>
                  <a:pt x="1171575" y="1581150"/>
                </a:lnTo>
                <a:lnTo>
                  <a:pt x="1133475" y="1581150"/>
                </a:lnTo>
                <a:lnTo>
                  <a:pt x="1133475" y="1571625"/>
                </a:lnTo>
                <a:lnTo>
                  <a:pt x="1085850" y="1571625"/>
                </a:lnTo>
                <a:lnTo>
                  <a:pt x="1085850" y="1562100"/>
                </a:lnTo>
                <a:lnTo>
                  <a:pt x="1095375" y="1562100"/>
                </a:lnTo>
                <a:lnTo>
                  <a:pt x="1095375" y="1552575"/>
                </a:lnTo>
                <a:lnTo>
                  <a:pt x="1104900" y="1552575"/>
                </a:lnTo>
                <a:lnTo>
                  <a:pt x="1104900" y="1543050"/>
                </a:lnTo>
                <a:lnTo>
                  <a:pt x="1095375" y="1543050"/>
                </a:lnTo>
                <a:close/>
                <a:moveTo>
                  <a:pt x="1209675" y="1533525"/>
                </a:moveTo>
                <a:lnTo>
                  <a:pt x="1238250" y="1533525"/>
                </a:lnTo>
                <a:lnTo>
                  <a:pt x="1238250" y="1543050"/>
                </a:lnTo>
                <a:lnTo>
                  <a:pt x="1209675" y="1543050"/>
                </a:lnTo>
                <a:close/>
                <a:moveTo>
                  <a:pt x="419100" y="1552575"/>
                </a:moveTo>
                <a:lnTo>
                  <a:pt x="428625" y="1552575"/>
                </a:lnTo>
                <a:lnTo>
                  <a:pt x="428625" y="1571625"/>
                </a:lnTo>
                <a:lnTo>
                  <a:pt x="419100" y="1571625"/>
                </a:lnTo>
                <a:close/>
                <a:moveTo>
                  <a:pt x="209550" y="1562100"/>
                </a:moveTo>
                <a:lnTo>
                  <a:pt x="219075" y="1562100"/>
                </a:lnTo>
                <a:lnTo>
                  <a:pt x="219075" y="1571625"/>
                </a:lnTo>
                <a:lnTo>
                  <a:pt x="209550" y="1571625"/>
                </a:lnTo>
                <a:close/>
                <a:moveTo>
                  <a:pt x="266700" y="1562100"/>
                </a:moveTo>
                <a:lnTo>
                  <a:pt x="276225" y="1562100"/>
                </a:lnTo>
                <a:lnTo>
                  <a:pt x="276225" y="1571625"/>
                </a:lnTo>
                <a:lnTo>
                  <a:pt x="266700" y="1571625"/>
                </a:lnTo>
                <a:close/>
                <a:moveTo>
                  <a:pt x="342900" y="1562100"/>
                </a:moveTo>
                <a:lnTo>
                  <a:pt x="361950" y="1562100"/>
                </a:lnTo>
                <a:lnTo>
                  <a:pt x="361950" y="1571625"/>
                </a:lnTo>
                <a:lnTo>
                  <a:pt x="371475" y="1571625"/>
                </a:lnTo>
                <a:lnTo>
                  <a:pt x="371475" y="1581150"/>
                </a:lnTo>
                <a:lnTo>
                  <a:pt x="342900" y="1581150"/>
                </a:lnTo>
                <a:close/>
                <a:moveTo>
                  <a:pt x="180975" y="1571625"/>
                </a:moveTo>
                <a:lnTo>
                  <a:pt x="190500" y="1571625"/>
                </a:lnTo>
                <a:lnTo>
                  <a:pt x="190500" y="1581150"/>
                </a:lnTo>
                <a:lnTo>
                  <a:pt x="180975" y="1581150"/>
                </a:lnTo>
                <a:close/>
                <a:moveTo>
                  <a:pt x="933450" y="1571625"/>
                </a:moveTo>
                <a:lnTo>
                  <a:pt x="942975" y="1571625"/>
                </a:lnTo>
                <a:lnTo>
                  <a:pt x="942975" y="1590675"/>
                </a:lnTo>
                <a:lnTo>
                  <a:pt x="933450" y="1590675"/>
                </a:lnTo>
                <a:close/>
                <a:moveTo>
                  <a:pt x="1038225" y="1571625"/>
                </a:moveTo>
                <a:lnTo>
                  <a:pt x="1066800" y="1571625"/>
                </a:lnTo>
                <a:lnTo>
                  <a:pt x="1066800" y="1581150"/>
                </a:lnTo>
                <a:lnTo>
                  <a:pt x="1038225" y="1581150"/>
                </a:lnTo>
                <a:close/>
                <a:moveTo>
                  <a:pt x="885825" y="1581150"/>
                </a:moveTo>
                <a:lnTo>
                  <a:pt x="895350" y="1581150"/>
                </a:lnTo>
                <a:lnTo>
                  <a:pt x="895350" y="1590675"/>
                </a:lnTo>
                <a:lnTo>
                  <a:pt x="904875" y="1590675"/>
                </a:lnTo>
                <a:lnTo>
                  <a:pt x="904875" y="1609725"/>
                </a:lnTo>
                <a:lnTo>
                  <a:pt x="885825" y="1609725"/>
                </a:lnTo>
                <a:lnTo>
                  <a:pt x="885825" y="1647825"/>
                </a:lnTo>
                <a:lnTo>
                  <a:pt x="876300" y="1647825"/>
                </a:lnTo>
                <a:lnTo>
                  <a:pt x="876300" y="1685925"/>
                </a:lnTo>
                <a:lnTo>
                  <a:pt x="857250" y="1685925"/>
                </a:lnTo>
                <a:lnTo>
                  <a:pt x="857250" y="1695450"/>
                </a:lnTo>
                <a:lnTo>
                  <a:pt x="876300" y="1695450"/>
                </a:lnTo>
                <a:lnTo>
                  <a:pt x="876300" y="1704975"/>
                </a:lnTo>
                <a:lnTo>
                  <a:pt x="866775" y="1704975"/>
                </a:lnTo>
                <a:lnTo>
                  <a:pt x="866775" y="1733550"/>
                </a:lnTo>
                <a:lnTo>
                  <a:pt x="838200" y="1733550"/>
                </a:lnTo>
                <a:lnTo>
                  <a:pt x="838200" y="1704975"/>
                </a:lnTo>
                <a:lnTo>
                  <a:pt x="828675" y="1704975"/>
                </a:lnTo>
                <a:lnTo>
                  <a:pt x="828675" y="1695450"/>
                </a:lnTo>
                <a:lnTo>
                  <a:pt x="819150" y="1695450"/>
                </a:lnTo>
                <a:lnTo>
                  <a:pt x="819150" y="1666875"/>
                </a:lnTo>
                <a:lnTo>
                  <a:pt x="790575" y="1666875"/>
                </a:lnTo>
                <a:lnTo>
                  <a:pt x="790575" y="1676400"/>
                </a:lnTo>
                <a:lnTo>
                  <a:pt x="781050" y="1676400"/>
                </a:lnTo>
                <a:lnTo>
                  <a:pt x="781050" y="1695450"/>
                </a:lnTo>
                <a:lnTo>
                  <a:pt x="752475" y="1695450"/>
                </a:lnTo>
                <a:lnTo>
                  <a:pt x="752475" y="1685925"/>
                </a:lnTo>
                <a:lnTo>
                  <a:pt x="742950" y="1685925"/>
                </a:lnTo>
                <a:lnTo>
                  <a:pt x="742950" y="1695450"/>
                </a:lnTo>
                <a:lnTo>
                  <a:pt x="638175" y="1695450"/>
                </a:lnTo>
                <a:lnTo>
                  <a:pt x="638175" y="1685925"/>
                </a:lnTo>
                <a:lnTo>
                  <a:pt x="628650" y="1685925"/>
                </a:lnTo>
                <a:lnTo>
                  <a:pt x="628650" y="1704975"/>
                </a:lnTo>
                <a:lnTo>
                  <a:pt x="609600" y="1704975"/>
                </a:lnTo>
                <a:lnTo>
                  <a:pt x="609600" y="1695450"/>
                </a:lnTo>
                <a:lnTo>
                  <a:pt x="600075" y="1695450"/>
                </a:lnTo>
                <a:lnTo>
                  <a:pt x="600075" y="1704975"/>
                </a:lnTo>
                <a:lnTo>
                  <a:pt x="581025" y="1704975"/>
                </a:lnTo>
                <a:lnTo>
                  <a:pt x="581025" y="1695450"/>
                </a:lnTo>
                <a:lnTo>
                  <a:pt x="571500" y="1695450"/>
                </a:lnTo>
                <a:lnTo>
                  <a:pt x="571500" y="1685925"/>
                </a:lnTo>
                <a:lnTo>
                  <a:pt x="590550" y="1685925"/>
                </a:lnTo>
                <a:lnTo>
                  <a:pt x="590550" y="1676400"/>
                </a:lnTo>
                <a:lnTo>
                  <a:pt x="600075" y="1676400"/>
                </a:lnTo>
                <a:lnTo>
                  <a:pt x="600075" y="1666875"/>
                </a:lnTo>
                <a:lnTo>
                  <a:pt x="590550" y="1666875"/>
                </a:lnTo>
                <a:lnTo>
                  <a:pt x="590550" y="1657350"/>
                </a:lnTo>
                <a:lnTo>
                  <a:pt x="571500" y="1657350"/>
                </a:lnTo>
                <a:lnTo>
                  <a:pt x="571500" y="1647825"/>
                </a:lnTo>
                <a:lnTo>
                  <a:pt x="561975" y="1647825"/>
                </a:lnTo>
                <a:lnTo>
                  <a:pt x="561975" y="1600200"/>
                </a:lnTo>
                <a:lnTo>
                  <a:pt x="552450" y="1600200"/>
                </a:lnTo>
                <a:lnTo>
                  <a:pt x="552450" y="1590675"/>
                </a:lnTo>
                <a:lnTo>
                  <a:pt x="885825" y="1590675"/>
                </a:lnTo>
                <a:close/>
                <a:moveTo>
                  <a:pt x="466725" y="1590675"/>
                </a:moveTo>
                <a:lnTo>
                  <a:pt x="495300" y="1590675"/>
                </a:lnTo>
                <a:lnTo>
                  <a:pt x="495300" y="1600200"/>
                </a:lnTo>
                <a:lnTo>
                  <a:pt x="504825" y="1600200"/>
                </a:lnTo>
                <a:lnTo>
                  <a:pt x="504825" y="1590675"/>
                </a:lnTo>
                <a:lnTo>
                  <a:pt x="542925" y="1590675"/>
                </a:lnTo>
                <a:lnTo>
                  <a:pt x="542925" y="1619250"/>
                </a:lnTo>
                <a:lnTo>
                  <a:pt x="533400" y="1619250"/>
                </a:lnTo>
                <a:lnTo>
                  <a:pt x="533400" y="1628775"/>
                </a:lnTo>
                <a:lnTo>
                  <a:pt x="476250" y="1628775"/>
                </a:lnTo>
                <a:lnTo>
                  <a:pt x="476250" y="1619250"/>
                </a:lnTo>
                <a:lnTo>
                  <a:pt x="466725" y="1619250"/>
                </a:lnTo>
                <a:close/>
                <a:moveTo>
                  <a:pt x="923925" y="1590675"/>
                </a:moveTo>
                <a:lnTo>
                  <a:pt x="933450" y="1590675"/>
                </a:lnTo>
                <a:lnTo>
                  <a:pt x="933450" y="1600200"/>
                </a:lnTo>
                <a:lnTo>
                  <a:pt x="923925" y="1600200"/>
                </a:lnTo>
                <a:close/>
                <a:moveTo>
                  <a:pt x="1247775" y="1590675"/>
                </a:moveTo>
                <a:lnTo>
                  <a:pt x="1257300" y="1590675"/>
                </a:lnTo>
                <a:lnTo>
                  <a:pt x="1257300" y="1600200"/>
                </a:lnTo>
                <a:lnTo>
                  <a:pt x="1247775" y="1600200"/>
                </a:lnTo>
                <a:close/>
                <a:moveTo>
                  <a:pt x="1266825" y="1590675"/>
                </a:moveTo>
                <a:lnTo>
                  <a:pt x="1285875" y="1590675"/>
                </a:lnTo>
                <a:lnTo>
                  <a:pt x="1285875" y="1600200"/>
                </a:lnTo>
                <a:lnTo>
                  <a:pt x="1304925" y="1600200"/>
                </a:lnTo>
                <a:lnTo>
                  <a:pt x="1304925" y="1590675"/>
                </a:lnTo>
                <a:lnTo>
                  <a:pt x="1609725" y="1590675"/>
                </a:lnTo>
                <a:lnTo>
                  <a:pt x="1609725" y="1600200"/>
                </a:lnTo>
                <a:lnTo>
                  <a:pt x="1638300" y="1600200"/>
                </a:lnTo>
                <a:lnTo>
                  <a:pt x="1638300" y="1590675"/>
                </a:lnTo>
                <a:lnTo>
                  <a:pt x="1695450" y="1590675"/>
                </a:lnTo>
                <a:lnTo>
                  <a:pt x="1695450" y="1600200"/>
                </a:lnTo>
                <a:lnTo>
                  <a:pt x="1657350" y="1600200"/>
                </a:lnTo>
                <a:lnTo>
                  <a:pt x="1657350" y="1619250"/>
                </a:lnTo>
                <a:lnTo>
                  <a:pt x="1638300" y="1619250"/>
                </a:lnTo>
                <a:lnTo>
                  <a:pt x="1638300" y="1647825"/>
                </a:lnTo>
                <a:lnTo>
                  <a:pt x="1647825" y="1647825"/>
                </a:lnTo>
                <a:lnTo>
                  <a:pt x="1647825" y="1666875"/>
                </a:lnTo>
                <a:lnTo>
                  <a:pt x="1628775" y="1666875"/>
                </a:lnTo>
                <a:lnTo>
                  <a:pt x="1628775" y="1676400"/>
                </a:lnTo>
                <a:lnTo>
                  <a:pt x="1657350" y="1676400"/>
                </a:lnTo>
                <a:lnTo>
                  <a:pt x="1657350" y="1666875"/>
                </a:lnTo>
                <a:lnTo>
                  <a:pt x="1666875" y="1666875"/>
                </a:lnTo>
                <a:lnTo>
                  <a:pt x="1666875" y="1676400"/>
                </a:lnTo>
                <a:lnTo>
                  <a:pt x="1676400" y="1676400"/>
                </a:lnTo>
                <a:lnTo>
                  <a:pt x="1676400" y="1685925"/>
                </a:lnTo>
                <a:lnTo>
                  <a:pt x="1685925" y="1685925"/>
                </a:lnTo>
                <a:lnTo>
                  <a:pt x="1685925" y="1676400"/>
                </a:lnTo>
                <a:lnTo>
                  <a:pt x="1695450" y="1676400"/>
                </a:lnTo>
                <a:lnTo>
                  <a:pt x="1695450" y="1666875"/>
                </a:lnTo>
                <a:lnTo>
                  <a:pt x="1714500" y="1666875"/>
                </a:lnTo>
                <a:lnTo>
                  <a:pt x="1714500" y="1695450"/>
                </a:lnTo>
                <a:lnTo>
                  <a:pt x="1704975" y="1695450"/>
                </a:lnTo>
                <a:lnTo>
                  <a:pt x="1704975" y="1704975"/>
                </a:lnTo>
                <a:lnTo>
                  <a:pt x="1685925" y="1704975"/>
                </a:lnTo>
                <a:lnTo>
                  <a:pt x="1685925" y="1695450"/>
                </a:lnTo>
                <a:lnTo>
                  <a:pt x="1657350" y="1695450"/>
                </a:lnTo>
                <a:lnTo>
                  <a:pt x="1657350" y="1685925"/>
                </a:lnTo>
                <a:lnTo>
                  <a:pt x="1647825" y="1685925"/>
                </a:lnTo>
                <a:lnTo>
                  <a:pt x="1647825" y="1695450"/>
                </a:lnTo>
                <a:lnTo>
                  <a:pt x="1657350" y="1695450"/>
                </a:lnTo>
                <a:lnTo>
                  <a:pt x="1657350" y="1704975"/>
                </a:lnTo>
                <a:lnTo>
                  <a:pt x="1638300" y="1704975"/>
                </a:lnTo>
                <a:lnTo>
                  <a:pt x="1638300" y="1714500"/>
                </a:lnTo>
                <a:lnTo>
                  <a:pt x="1619250" y="1714500"/>
                </a:lnTo>
                <a:lnTo>
                  <a:pt x="1619250" y="1704975"/>
                </a:lnTo>
                <a:lnTo>
                  <a:pt x="1590675" y="1704975"/>
                </a:lnTo>
                <a:lnTo>
                  <a:pt x="1590675" y="1685925"/>
                </a:lnTo>
                <a:lnTo>
                  <a:pt x="1581150" y="1685925"/>
                </a:lnTo>
                <a:lnTo>
                  <a:pt x="1581150" y="1676400"/>
                </a:lnTo>
                <a:lnTo>
                  <a:pt x="1600200" y="1676400"/>
                </a:lnTo>
                <a:lnTo>
                  <a:pt x="1600200" y="1657350"/>
                </a:lnTo>
                <a:lnTo>
                  <a:pt x="1590675" y="1657350"/>
                </a:lnTo>
                <a:lnTo>
                  <a:pt x="1590675" y="1666875"/>
                </a:lnTo>
                <a:lnTo>
                  <a:pt x="1552575" y="1666875"/>
                </a:lnTo>
                <a:lnTo>
                  <a:pt x="1552575" y="1695450"/>
                </a:lnTo>
                <a:lnTo>
                  <a:pt x="1543050" y="1695450"/>
                </a:lnTo>
                <a:lnTo>
                  <a:pt x="1543050" y="1685925"/>
                </a:lnTo>
                <a:lnTo>
                  <a:pt x="1533525" y="1685925"/>
                </a:lnTo>
                <a:lnTo>
                  <a:pt x="1533525" y="1695450"/>
                </a:lnTo>
                <a:lnTo>
                  <a:pt x="1524000" y="1695450"/>
                </a:lnTo>
                <a:lnTo>
                  <a:pt x="1524000" y="1685925"/>
                </a:lnTo>
                <a:lnTo>
                  <a:pt x="1514475" y="1685925"/>
                </a:lnTo>
                <a:lnTo>
                  <a:pt x="1514475" y="1695450"/>
                </a:lnTo>
                <a:lnTo>
                  <a:pt x="1504950" y="1695450"/>
                </a:lnTo>
                <a:lnTo>
                  <a:pt x="1504950" y="1685925"/>
                </a:lnTo>
                <a:lnTo>
                  <a:pt x="1495425" y="1685925"/>
                </a:lnTo>
                <a:lnTo>
                  <a:pt x="1495425" y="1695450"/>
                </a:lnTo>
                <a:lnTo>
                  <a:pt x="1447800" y="1695450"/>
                </a:lnTo>
                <a:lnTo>
                  <a:pt x="1447800" y="1685925"/>
                </a:lnTo>
                <a:lnTo>
                  <a:pt x="1438275" y="1685925"/>
                </a:lnTo>
                <a:lnTo>
                  <a:pt x="1438275" y="1695450"/>
                </a:lnTo>
                <a:lnTo>
                  <a:pt x="1419225" y="1695450"/>
                </a:lnTo>
                <a:lnTo>
                  <a:pt x="1419225" y="1714500"/>
                </a:lnTo>
                <a:lnTo>
                  <a:pt x="1447800" y="1714500"/>
                </a:lnTo>
                <a:lnTo>
                  <a:pt x="1447800" y="1733550"/>
                </a:lnTo>
                <a:lnTo>
                  <a:pt x="1371600" y="1733550"/>
                </a:lnTo>
                <a:lnTo>
                  <a:pt x="1371600" y="1714500"/>
                </a:lnTo>
                <a:lnTo>
                  <a:pt x="1400175" y="1714500"/>
                </a:lnTo>
                <a:lnTo>
                  <a:pt x="1400175" y="1695450"/>
                </a:lnTo>
                <a:lnTo>
                  <a:pt x="1381125" y="1695450"/>
                </a:lnTo>
                <a:lnTo>
                  <a:pt x="1381125" y="1685925"/>
                </a:lnTo>
                <a:lnTo>
                  <a:pt x="1352550" y="1685925"/>
                </a:lnTo>
                <a:lnTo>
                  <a:pt x="1352550" y="1695450"/>
                </a:lnTo>
                <a:lnTo>
                  <a:pt x="1295400" y="1695450"/>
                </a:lnTo>
                <a:lnTo>
                  <a:pt x="1295400" y="1704975"/>
                </a:lnTo>
                <a:lnTo>
                  <a:pt x="1285875" y="1704975"/>
                </a:lnTo>
                <a:lnTo>
                  <a:pt x="1285875" y="1695450"/>
                </a:lnTo>
                <a:lnTo>
                  <a:pt x="1257300" y="1695450"/>
                </a:lnTo>
                <a:lnTo>
                  <a:pt x="1257300" y="1685925"/>
                </a:lnTo>
                <a:lnTo>
                  <a:pt x="1247775" y="1685925"/>
                </a:lnTo>
                <a:lnTo>
                  <a:pt x="1247775" y="1666875"/>
                </a:lnTo>
                <a:lnTo>
                  <a:pt x="1257300" y="1666875"/>
                </a:lnTo>
                <a:lnTo>
                  <a:pt x="1257300" y="1647825"/>
                </a:lnTo>
                <a:lnTo>
                  <a:pt x="1266825" y="1647825"/>
                </a:lnTo>
                <a:lnTo>
                  <a:pt x="1266825" y="1638300"/>
                </a:lnTo>
                <a:lnTo>
                  <a:pt x="1257300" y="1638300"/>
                </a:lnTo>
                <a:lnTo>
                  <a:pt x="1257300" y="1628775"/>
                </a:lnTo>
                <a:lnTo>
                  <a:pt x="1266825" y="1628775"/>
                </a:lnTo>
                <a:close/>
                <a:moveTo>
                  <a:pt x="485775" y="1619250"/>
                </a:moveTo>
                <a:lnTo>
                  <a:pt x="504825" y="1619250"/>
                </a:lnTo>
                <a:lnTo>
                  <a:pt x="504825" y="1609725"/>
                </a:lnTo>
                <a:lnTo>
                  <a:pt x="485775" y="1609725"/>
                </a:lnTo>
                <a:close/>
                <a:moveTo>
                  <a:pt x="819150" y="1638300"/>
                </a:moveTo>
                <a:lnTo>
                  <a:pt x="828675" y="1638300"/>
                </a:lnTo>
                <a:lnTo>
                  <a:pt x="828675" y="1628775"/>
                </a:lnTo>
                <a:lnTo>
                  <a:pt x="819150" y="1628775"/>
                </a:lnTo>
                <a:close/>
                <a:moveTo>
                  <a:pt x="1704975" y="1638300"/>
                </a:moveTo>
                <a:lnTo>
                  <a:pt x="1714500" y="1638300"/>
                </a:lnTo>
                <a:lnTo>
                  <a:pt x="1714500" y="1647825"/>
                </a:lnTo>
                <a:lnTo>
                  <a:pt x="1704975" y="1647825"/>
                </a:lnTo>
                <a:close/>
                <a:moveTo>
                  <a:pt x="1676400" y="1647825"/>
                </a:moveTo>
                <a:lnTo>
                  <a:pt x="1695450" y="1647825"/>
                </a:lnTo>
                <a:lnTo>
                  <a:pt x="1695450" y="1657350"/>
                </a:lnTo>
                <a:lnTo>
                  <a:pt x="1676400" y="1657350"/>
                </a:lnTo>
                <a:close/>
                <a:moveTo>
                  <a:pt x="561975" y="1657350"/>
                </a:moveTo>
                <a:lnTo>
                  <a:pt x="571500" y="1657350"/>
                </a:lnTo>
                <a:lnTo>
                  <a:pt x="571500" y="1676400"/>
                </a:lnTo>
                <a:lnTo>
                  <a:pt x="561975" y="1676400"/>
                </a:lnTo>
                <a:close/>
                <a:moveTo>
                  <a:pt x="1038225" y="1666875"/>
                </a:moveTo>
                <a:lnTo>
                  <a:pt x="1047750" y="1666875"/>
                </a:lnTo>
                <a:lnTo>
                  <a:pt x="1047750" y="1695450"/>
                </a:lnTo>
                <a:lnTo>
                  <a:pt x="1028700" y="1695450"/>
                </a:lnTo>
                <a:lnTo>
                  <a:pt x="1028700" y="1685925"/>
                </a:lnTo>
                <a:lnTo>
                  <a:pt x="1038225" y="1685925"/>
                </a:lnTo>
                <a:close/>
                <a:moveTo>
                  <a:pt x="542925" y="1676400"/>
                </a:moveTo>
                <a:lnTo>
                  <a:pt x="561975" y="1676400"/>
                </a:lnTo>
                <a:lnTo>
                  <a:pt x="561975" y="1685925"/>
                </a:lnTo>
                <a:lnTo>
                  <a:pt x="542925" y="1685925"/>
                </a:lnTo>
                <a:close/>
                <a:moveTo>
                  <a:pt x="838200" y="1676400"/>
                </a:moveTo>
                <a:lnTo>
                  <a:pt x="866775" y="1676400"/>
                </a:lnTo>
                <a:lnTo>
                  <a:pt x="866775" y="1647825"/>
                </a:lnTo>
                <a:lnTo>
                  <a:pt x="838200" y="1647825"/>
                </a:lnTo>
                <a:lnTo>
                  <a:pt x="838200" y="1666875"/>
                </a:lnTo>
                <a:lnTo>
                  <a:pt x="828675" y="1666875"/>
                </a:lnTo>
                <a:lnTo>
                  <a:pt x="828675" y="1685925"/>
                </a:lnTo>
                <a:lnTo>
                  <a:pt x="838200" y="1685925"/>
                </a:lnTo>
                <a:close/>
                <a:moveTo>
                  <a:pt x="685800" y="1685925"/>
                </a:moveTo>
                <a:lnTo>
                  <a:pt x="733425" y="1685925"/>
                </a:lnTo>
                <a:lnTo>
                  <a:pt x="733425" y="1666875"/>
                </a:lnTo>
                <a:lnTo>
                  <a:pt x="685800" y="1666875"/>
                </a:lnTo>
                <a:close/>
                <a:moveTo>
                  <a:pt x="962025" y="1695450"/>
                </a:moveTo>
                <a:lnTo>
                  <a:pt x="981075" y="1695450"/>
                </a:lnTo>
                <a:lnTo>
                  <a:pt x="981075" y="1714500"/>
                </a:lnTo>
                <a:lnTo>
                  <a:pt x="962025" y="1714500"/>
                </a:lnTo>
                <a:close/>
                <a:moveTo>
                  <a:pt x="1190625" y="1695450"/>
                </a:moveTo>
                <a:lnTo>
                  <a:pt x="1219200" y="1695450"/>
                </a:lnTo>
                <a:lnTo>
                  <a:pt x="1219200" y="1704975"/>
                </a:lnTo>
                <a:lnTo>
                  <a:pt x="1190625" y="1704975"/>
                </a:lnTo>
                <a:close/>
                <a:moveTo>
                  <a:pt x="428625" y="1704975"/>
                </a:moveTo>
                <a:lnTo>
                  <a:pt x="447675" y="1704975"/>
                </a:lnTo>
                <a:lnTo>
                  <a:pt x="447675" y="1724025"/>
                </a:lnTo>
                <a:lnTo>
                  <a:pt x="428625" y="1724025"/>
                </a:lnTo>
                <a:close/>
                <a:moveTo>
                  <a:pt x="561975" y="1704975"/>
                </a:moveTo>
                <a:lnTo>
                  <a:pt x="581025" y="1704975"/>
                </a:lnTo>
                <a:lnTo>
                  <a:pt x="581025" y="1714500"/>
                </a:lnTo>
                <a:lnTo>
                  <a:pt x="561975" y="1714500"/>
                </a:lnTo>
                <a:close/>
                <a:moveTo>
                  <a:pt x="933450" y="1704975"/>
                </a:moveTo>
                <a:lnTo>
                  <a:pt x="942975" y="1704975"/>
                </a:lnTo>
                <a:lnTo>
                  <a:pt x="942975" y="1714500"/>
                </a:lnTo>
                <a:lnTo>
                  <a:pt x="933450" y="1714500"/>
                </a:lnTo>
                <a:close/>
                <a:moveTo>
                  <a:pt x="1123950" y="1704975"/>
                </a:moveTo>
                <a:lnTo>
                  <a:pt x="1133475" y="1704975"/>
                </a:lnTo>
                <a:lnTo>
                  <a:pt x="1133475" y="1714500"/>
                </a:lnTo>
                <a:lnTo>
                  <a:pt x="1123950" y="1714500"/>
                </a:lnTo>
                <a:close/>
                <a:moveTo>
                  <a:pt x="1162050" y="1704975"/>
                </a:moveTo>
                <a:lnTo>
                  <a:pt x="1171575" y="1704975"/>
                </a:lnTo>
                <a:lnTo>
                  <a:pt x="1171575" y="1714500"/>
                </a:lnTo>
                <a:lnTo>
                  <a:pt x="1162050" y="1714500"/>
                </a:lnTo>
                <a:close/>
                <a:moveTo>
                  <a:pt x="190500" y="1714500"/>
                </a:moveTo>
                <a:lnTo>
                  <a:pt x="200025" y="1714500"/>
                </a:lnTo>
                <a:lnTo>
                  <a:pt x="200025" y="1733550"/>
                </a:lnTo>
                <a:lnTo>
                  <a:pt x="190500" y="1733550"/>
                </a:lnTo>
                <a:close/>
                <a:moveTo>
                  <a:pt x="523875" y="1714500"/>
                </a:moveTo>
                <a:lnTo>
                  <a:pt x="533400" y="1714500"/>
                </a:lnTo>
                <a:lnTo>
                  <a:pt x="533400" y="1733550"/>
                </a:lnTo>
                <a:lnTo>
                  <a:pt x="523875" y="1733550"/>
                </a:lnTo>
                <a:close/>
                <a:moveTo>
                  <a:pt x="542925" y="1714500"/>
                </a:moveTo>
                <a:lnTo>
                  <a:pt x="552450" y="1714500"/>
                </a:lnTo>
                <a:lnTo>
                  <a:pt x="552450" y="1733550"/>
                </a:lnTo>
                <a:lnTo>
                  <a:pt x="542925" y="1733550"/>
                </a:lnTo>
                <a:close/>
                <a:moveTo>
                  <a:pt x="619125" y="1714500"/>
                </a:moveTo>
                <a:lnTo>
                  <a:pt x="628650" y="1714500"/>
                </a:lnTo>
                <a:lnTo>
                  <a:pt x="628650" y="1733550"/>
                </a:lnTo>
                <a:lnTo>
                  <a:pt x="619125" y="1733550"/>
                </a:lnTo>
                <a:close/>
                <a:moveTo>
                  <a:pt x="676275" y="1714500"/>
                </a:moveTo>
                <a:lnTo>
                  <a:pt x="733425" y="1714500"/>
                </a:lnTo>
                <a:lnTo>
                  <a:pt x="733425" y="1733550"/>
                </a:lnTo>
                <a:lnTo>
                  <a:pt x="676275" y="1733550"/>
                </a:lnTo>
                <a:close/>
                <a:moveTo>
                  <a:pt x="742950" y="1714500"/>
                </a:moveTo>
                <a:lnTo>
                  <a:pt x="819150" y="1714500"/>
                </a:lnTo>
                <a:lnTo>
                  <a:pt x="819150" y="1733550"/>
                </a:lnTo>
                <a:lnTo>
                  <a:pt x="742950" y="1733550"/>
                </a:lnTo>
                <a:close/>
                <a:moveTo>
                  <a:pt x="885825" y="1714500"/>
                </a:moveTo>
                <a:lnTo>
                  <a:pt x="895350" y="1714500"/>
                </a:lnTo>
                <a:lnTo>
                  <a:pt x="895350" y="1733550"/>
                </a:lnTo>
                <a:lnTo>
                  <a:pt x="885825" y="1733550"/>
                </a:lnTo>
                <a:close/>
                <a:moveTo>
                  <a:pt x="981075" y="1714500"/>
                </a:moveTo>
                <a:lnTo>
                  <a:pt x="990600" y="1714500"/>
                </a:lnTo>
                <a:lnTo>
                  <a:pt x="990600" y="1733550"/>
                </a:lnTo>
                <a:lnTo>
                  <a:pt x="981075" y="1733550"/>
                </a:lnTo>
                <a:close/>
                <a:moveTo>
                  <a:pt x="1143000" y="1714500"/>
                </a:moveTo>
                <a:lnTo>
                  <a:pt x="1152525" y="1714500"/>
                </a:lnTo>
                <a:lnTo>
                  <a:pt x="1152525" y="1733550"/>
                </a:lnTo>
                <a:lnTo>
                  <a:pt x="1143000" y="1733550"/>
                </a:lnTo>
                <a:close/>
                <a:moveTo>
                  <a:pt x="1333500" y="1714500"/>
                </a:moveTo>
                <a:lnTo>
                  <a:pt x="1352550" y="1714500"/>
                </a:lnTo>
                <a:lnTo>
                  <a:pt x="1352550" y="1733550"/>
                </a:lnTo>
                <a:lnTo>
                  <a:pt x="1333500" y="1733550"/>
                </a:lnTo>
                <a:close/>
                <a:moveTo>
                  <a:pt x="1457325" y="1714500"/>
                </a:moveTo>
                <a:lnTo>
                  <a:pt x="1514475" y="1714500"/>
                </a:lnTo>
                <a:lnTo>
                  <a:pt x="1514475" y="1733550"/>
                </a:lnTo>
                <a:lnTo>
                  <a:pt x="1457325" y="1733550"/>
                </a:lnTo>
                <a:close/>
                <a:moveTo>
                  <a:pt x="1524000" y="1714500"/>
                </a:moveTo>
                <a:lnTo>
                  <a:pt x="1533525" y="1714500"/>
                </a:lnTo>
                <a:lnTo>
                  <a:pt x="1533525" y="1733550"/>
                </a:lnTo>
                <a:lnTo>
                  <a:pt x="1524000" y="1733550"/>
                </a:lnTo>
                <a:close/>
                <a:moveTo>
                  <a:pt x="1543050" y="1714500"/>
                </a:moveTo>
                <a:lnTo>
                  <a:pt x="1571625" y="1714500"/>
                </a:lnTo>
                <a:lnTo>
                  <a:pt x="1571625" y="1733550"/>
                </a:lnTo>
                <a:lnTo>
                  <a:pt x="1543050" y="1733550"/>
                </a:lnTo>
                <a:close/>
                <a:moveTo>
                  <a:pt x="1666875" y="1733550"/>
                </a:moveTo>
                <a:lnTo>
                  <a:pt x="1685925" y="1733550"/>
                </a:lnTo>
                <a:lnTo>
                  <a:pt x="1685925" y="1743075"/>
                </a:lnTo>
                <a:lnTo>
                  <a:pt x="1704975" y="1743075"/>
                </a:lnTo>
                <a:lnTo>
                  <a:pt x="1704975" y="1733550"/>
                </a:lnTo>
                <a:lnTo>
                  <a:pt x="1714500" y="1733550"/>
                </a:lnTo>
                <a:lnTo>
                  <a:pt x="1714500" y="1771650"/>
                </a:lnTo>
                <a:lnTo>
                  <a:pt x="1685925" y="1771650"/>
                </a:lnTo>
                <a:lnTo>
                  <a:pt x="1685925" y="1762125"/>
                </a:lnTo>
                <a:lnTo>
                  <a:pt x="1676400" y="1762125"/>
                </a:lnTo>
                <a:lnTo>
                  <a:pt x="1676400" y="1743075"/>
                </a:lnTo>
                <a:lnTo>
                  <a:pt x="1666875" y="1743075"/>
                </a:lnTo>
                <a:close/>
                <a:moveTo>
                  <a:pt x="219075" y="1752600"/>
                </a:moveTo>
                <a:lnTo>
                  <a:pt x="266700" y="1752600"/>
                </a:lnTo>
                <a:lnTo>
                  <a:pt x="266700" y="1762125"/>
                </a:lnTo>
                <a:lnTo>
                  <a:pt x="304800" y="1762125"/>
                </a:lnTo>
                <a:lnTo>
                  <a:pt x="304800" y="1771650"/>
                </a:lnTo>
                <a:lnTo>
                  <a:pt x="333375" y="1771650"/>
                </a:lnTo>
                <a:lnTo>
                  <a:pt x="333375" y="1762125"/>
                </a:lnTo>
                <a:lnTo>
                  <a:pt x="342900" y="1762125"/>
                </a:lnTo>
                <a:lnTo>
                  <a:pt x="342900" y="1752600"/>
                </a:lnTo>
                <a:lnTo>
                  <a:pt x="457200" y="1752600"/>
                </a:lnTo>
                <a:lnTo>
                  <a:pt x="457200" y="1762125"/>
                </a:lnTo>
                <a:lnTo>
                  <a:pt x="476250" y="1762125"/>
                </a:lnTo>
                <a:lnTo>
                  <a:pt x="476250" y="1752600"/>
                </a:lnTo>
                <a:lnTo>
                  <a:pt x="504825" y="1752600"/>
                </a:lnTo>
                <a:lnTo>
                  <a:pt x="504825" y="1762125"/>
                </a:lnTo>
                <a:lnTo>
                  <a:pt x="495300" y="1762125"/>
                </a:lnTo>
                <a:lnTo>
                  <a:pt x="495300" y="1771650"/>
                </a:lnTo>
                <a:lnTo>
                  <a:pt x="514350" y="1771650"/>
                </a:lnTo>
                <a:lnTo>
                  <a:pt x="514350" y="1762125"/>
                </a:lnTo>
                <a:lnTo>
                  <a:pt x="523875" y="1762125"/>
                </a:lnTo>
                <a:lnTo>
                  <a:pt x="523875" y="1828800"/>
                </a:lnTo>
                <a:lnTo>
                  <a:pt x="514350" y="1828800"/>
                </a:lnTo>
                <a:lnTo>
                  <a:pt x="514350" y="1819275"/>
                </a:lnTo>
                <a:lnTo>
                  <a:pt x="504825" y="1819275"/>
                </a:lnTo>
                <a:lnTo>
                  <a:pt x="504825" y="1828800"/>
                </a:lnTo>
                <a:lnTo>
                  <a:pt x="495300" y="1828800"/>
                </a:lnTo>
                <a:lnTo>
                  <a:pt x="495300" y="1819275"/>
                </a:lnTo>
                <a:lnTo>
                  <a:pt x="485775" y="1819275"/>
                </a:lnTo>
                <a:lnTo>
                  <a:pt x="485775" y="1800225"/>
                </a:lnTo>
                <a:lnTo>
                  <a:pt x="466725" y="1800225"/>
                </a:lnTo>
                <a:lnTo>
                  <a:pt x="466725" y="1819275"/>
                </a:lnTo>
                <a:lnTo>
                  <a:pt x="447675" y="1819275"/>
                </a:lnTo>
                <a:lnTo>
                  <a:pt x="447675" y="1828800"/>
                </a:lnTo>
                <a:lnTo>
                  <a:pt x="371475" y="1828800"/>
                </a:lnTo>
                <a:lnTo>
                  <a:pt x="371475" y="1819275"/>
                </a:lnTo>
                <a:lnTo>
                  <a:pt x="361950" y="1819275"/>
                </a:lnTo>
                <a:lnTo>
                  <a:pt x="361950" y="1828800"/>
                </a:lnTo>
                <a:lnTo>
                  <a:pt x="342900" y="1828800"/>
                </a:lnTo>
                <a:lnTo>
                  <a:pt x="342900" y="1838325"/>
                </a:lnTo>
                <a:lnTo>
                  <a:pt x="276225" y="1838325"/>
                </a:lnTo>
                <a:lnTo>
                  <a:pt x="276225" y="1847850"/>
                </a:lnTo>
                <a:lnTo>
                  <a:pt x="257175" y="1847850"/>
                </a:lnTo>
                <a:lnTo>
                  <a:pt x="257175" y="1838325"/>
                </a:lnTo>
                <a:lnTo>
                  <a:pt x="228600" y="1838325"/>
                </a:lnTo>
                <a:lnTo>
                  <a:pt x="228600" y="1828800"/>
                </a:lnTo>
                <a:lnTo>
                  <a:pt x="209550" y="1828800"/>
                </a:lnTo>
                <a:lnTo>
                  <a:pt x="209550" y="1819275"/>
                </a:lnTo>
                <a:lnTo>
                  <a:pt x="200025" y="1819275"/>
                </a:lnTo>
                <a:lnTo>
                  <a:pt x="200025" y="1800225"/>
                </a:lnTo>
                <a:lnTo>
                  <a:pt x="190500" y="1800225"/>
                </a:lnTo>
                <a:lnTo>
                  <a:pt x="190500" y="1790700"/>
                </a:lnTo>
                <a:lnTo>
                  <a:pt x="200025" y="1790700"/>
                </a:lnTo>
                <a:lnTo>
                  <a:pt x="200025" y="1771650"/>
                </a:lnTo>
                <a:lnTo>
                  <a:pt x="228600" y="1771650"/>
                </a:lnTo>
                <a:lnTo>
                  <a:pt x="228600" y="1781175"/>
                </a:lnTo>
                <a:lnTo>
                  <a:pt x="238125" y="1781175"/>
                </a:lnTo>
                <a:lnTo>
                  <a:pt x="238125" y="1771650"/>
                </a:lnTo>
                <a:lnTo>
                  <a:pt x="257175" y="1771650"/>
                </a:lnTo>
                <a:lnTo>
                  <a:pt x="257175" y="1762125"/>
                </a:lnTo>
                <a:lnTo>
                  <a:pt x="219075" y="1762125"/>
                </a:lnTo>
                <a:close/>
                <a:moveTo>
                  <a:pt x="542925" y="1752600"/>
                </a:moveTo>
                <a:lnTo>
                  <a:pt x="561975" y="1752600"/>
                </a:lnTo>
                <a:lnTo>
                  <a:pt x="561975" y="1762125"/>
                </a:lnTo>
                <a:lnTo>
                  <a:pt x="590550" y="1762125"/>
                </a:lnTo>
                <a:lnTo>
                  <a:pt x="590550" y="1752600"/>
                </a:lnTo>
                <a:lnTo>
                  <a:pt x="647700" y="1752600"/>
                </a:lnTo>
                <a:lnTo>
                  <a:pt x="647700" y="1762125"/>
                </a:lnTo>
                <a:lnTo>
                  <a:pt x="657225" y="1762125"/>
                </a:lnTo>
                <a:lnTo>
                  <a:pt x="657225" y="1790700"/>
                </a:lnTo>
                <a:lnTo>
                  <a:pt x="628650" y="1790700"/>
                </a:lnTo>
                <a:lnTo>
                  <a:pt x="628650" y="1781175"/>
                </a:lnTo>
                <a:lnTo>
                  <a:pt x="609600" y="1781175"/>
                </a:lnTo>
                <a:lnTo>
                  <a:pt x="609600" y="1800225"/>
                </a:lnTo>
                <a:lnTo>
                  <a:pt x="600075" y="1800225"/>
                </a:lnTo>
                <a:lnTo>
                  <a:pt x="600075" y="1790700"/>
                </a:lnTo>
                <a:lnTo>
                  <a:pt x="590550" y="1790700"/>
                </a:lnTo>
                <a:lnTo>
                  <a:pt x="590550" y="1800225"/>
                </a:lnTo>
                <a:lnTo>
                  <a:pt x="561975" y="1800225"/>
                </a:lnTo>
                <a:lnTo>
                  <a:pt x="561975" y="1790700"/>
                </a:lnTo>
                <a:lnTo>
                  <a:pt x="542925" y="1790700"/>
                </a:lnTo>
                <a:lnTo>
                  <a:pt x="542925" y="1781175"/>
                </a:lnTo>
                <a:lnTo>
                  <a:pt x="533400" y="1781175"/>
                </a:lnTo>
                <a:lnTo>
                  <a:pt x="533400" y="1762125"/>
                </a:lnTo>
                <a:lnTo>
                  <a:pt x="542925" y="1762125"/>
                </a:lnTo>
                <a:close/>
                <a:moveTo>
                  <a:pt x="819150" y="1752600"/>
                </a:moveTo>
                <a:lnTo>
                  <a:pt x="857250" y="1752600"/>
                </a:lnTo>
                <a:lnTo>
                  <a:pt x="857250" y="1771650"/>
                </a:lnTo>
                <a:lnTo>
                  <a:pt x="838200" y="1771650"/>
                </a:lnTo>
                <a:lnTo>
                  <a:pt x="838200" y="1790700"/>
                </a:lnTo>
                <a:lnTo>
                  <a:pt x="857250" y="1790700"/>
                </a:lnTo>
                <a:lnTo>
                  <a:pt x="857250" y="1771650"/>
                </a:lnTo>
                <a:lnTo>
                  <a:pt x="885825" y="1771650"/>
                </a:lnTo>
                <a:lnTo>
                  <a:pt x="885825" y="1790700"/>
                </a:lnTo>
                <a:lnTo>
                  <a:pt x="895350" y="1790700"/>
                </a:lnTo>
                <a:lnTo>
                  <a:pt x="895350" y="1809750"/>
                </a:lnTo>
                <a:lnTo>
                  <a:pt x="933450" y="1809750"/>
                </a:lnTo>
                <a:lnTo>
                  <a:pt x="933450" y="1790700"/>
                </a:lnTo>
                <a:lnTo>
                  <a:pt x="904875" y="1790700"/>
                </a:lnTo>
                <a:lnTo>
                  <a:pt x="904875" y="1781175"/>
                </a:lnTo>
                <a:lnTo>
                  <a:pt x="914400" y="1781175"/>
                </a:lnTo>
                <a:lnTo>
                  <a:pt x="914400" y="1771650"/>
                </a:lnTo>
                <a:lnTo>
                  <a:pt x="962025" y="1771650"/>
                </a:lnTo>
                <a:lnTo>
                  <a:pt x="962025" y="1781175"/>
                </a:lnTo>
                <a:lnTo>
                  <a:pt x="1000125" y="1781175"/>
                </a:lnTo>
                <a:lnTo>
                  <a:pt x="1000125" y="1771650"/>
                </a:lnTo>
                <a:lnTo>
                  <a:pt x="990600" y="1771650"/>
                </a:lnTo>
                <a:lnTo>
                  <a:pt x="990600" y="1762125"/>
                </a:lnTo>
                <a:lnTo>
                  <a:pt x="1000125" y="1762125"/>
                </a:lnTo>
                <a:lnTo>
                  <a:pt x="1000125" y="1752600"/>
                </a:lnTo>
                <a:lnTo>
                  <a:pt x="1285875" y="1752600"/>
                </a:lnTo>
                <a:lnTo>
                  <a:pt x="1285875" y="1762125"/>
                </a:lnTo>
                <a:lnTo>
                  <a:pt x="1276350" y="1762125"/>
                </a:lnTo>
                <a:lnTo>
                  <a:pt x="1276350" y="1771650"/>
                </a:lnTo>
                <a:lnTo>
                  <a:pt x="1314450" y="1771650"/>
                </a:lnTo>
                <a:lnTo>
                  <a:pt x="1314450" y="1762125"/>
                </a:lnTo>
                <a:lnTo>
                  <a:pt x="1304925" y="1762125"/>
                </a:lnTo>
                <a:lnTo>
                  <a:pt x="1304925" y="1752600"/>
                </a:lnTo>
                <a:lnTo>
                  <a:pt x="1390650" y="1752600"/>
                </a:lnTo>
                <a:lnTo>
                  <a:pt x="1390650" y="1771650"/>
                </a:lnTo>
                <a:lnTo>
                  <a:pt x="1438275" y="1771650"/>
                </a:lnTo>
                <a:lnTo>
                  <a:pt x="1438275" y="1752600"/>
                </a:lnTo>
                <a:lnTo>
                  <a:pt x="1447800" y="1752600"/>
                </a:lnTo>
                <a:lnTo>
                  <a:pt x="1447800" y="1781175"/>
                </a:lnTo>
                <a:lnTo>
                  <a:pt x="1438275" y="1781175"/>
                </a:lnTo>
                <a:lnTo>
                  <a:pt x="1438275" y="1790700"/>
                </a:lnTo>
                <a:lnTo>
                  <a:pt x="1457325" y="1790700"/>
                </a:lnTo>
                <a:lnTo>
                  <a:pt x="1457325" y="1762125"/>
                </a:lnTo>
                <a:lnTo>
                  <a:pt x="1495425" y="1762125"/>
                </a:lnTo>
                <a:lnTo>
                  <a:pt x="1495425" y="1771650"/>
                </a:lnTo>
                <a:lnTo>
                  <a:pt x="1476375" y="1771650"/>
                </a:lnTo>
                <a:lnTo>
                  <a:pt x="1476375" y="1781175"/>
                </a:lnTo>
                <a:lnTo>
                  <a:pt x="1485900" y="1781175"/>
                </a:lnTo>
                <a:lnTo>
                  <a:pt x="1485900" y="1790700"/>
                </a:lnTo>
                <a:lnTo>
                  <a:pt x="1495425" y="1790700"/>
                </a:lnTo>
                <a:lnTo>
                  <a:pt x="1495425" y="1800225"/>
                </a:lnTo>
                <a:lnTo>
                  <a:pt x="1504950" y="1800225"/>
                </a:lnTo>
                <a:lnTo>
                  <a:pt x="1504950" y="1790700"/>
                </a:lnTo>
                <a:lnTo>
                  <a:pt x="1524000" y="1790700"/>
                </a:lnTo>
                <a:lnTo>
                  <a:pt x="1524000" y="1771650"/>
                </a:lnTo>
                <a:lnTo>
                  <a:pt x="1514475" y="1771650"/>
                </a:lnTo>
                <a:lnTo>
                  <a:pt x="1514475" y="1752600"/>
                </a:lnTo>
                <a:lnTo>
                  <a:pt x="1562100" y="1752600"/>
                </a:lnTo>
                <a:lnTo>
                  <a:pt x="1562100" y="1771650"/>
                </a:lnTo>
                <a:lnTo>
                  <a:pt x="1543050" y="1771650"/>
                </a:lnTo>
                <a:lnTo>
                  <a:pt x="1543050" y="1781175"/>
                </a:lnTo>
                <a:lnTo>
                  <a:pt x="1552575" y="1781175"/>
                </a:lnTo>
                <a:lnTo>
                  <a:pt x="1552575" y="1790700"/>
                </a:lnTo>
                <a:lnTo>
                  <a:pt x="1571625" y="1790700"/>
                </a:lnTo>
                <a:lnTo>
                  <a:pt x="1571625" y="1800225"/>
                </a:lnTo>
                <a:lnTo>
                  <a:pt x="1600200" y="1800225"/>
                </a:lnTo>
                <a:lnTo>
                  <a:pt x="1600200" y="1790700"/>
                </a:lnTo>
                <a:lnTo>
                  <a:pt x="1609725" y="1790700"/>
                </a:lnTo>
                <a:lnTo>
                  <a:pt x="1609725" y="1800225"/>
                </a:lnTo>
                <a:lnTo>
                  <a:pt x="1638300" y="1800225"/>
                </a:lnTo>
                <a:lnTo>
                  <a:pt x="1638300" y="1781175"/>
                </a:lnTo>
                <a:lnTo>
                  <a:pt x="1619250" y="1781175"/>
                </a:lnTo>
                <a:lnTo>
                  <a:pt x="1619250" y="1771650"/>
                </a:lnTo>
                <a:lnTo>
                  <a:pt x="1600200" y="1771650"/>
                </a:lnTo>
                <a:lnTo>
                  <a:pt x="1600200" y="1762125"/>
                </a:lnTo>
                <a:lnTo>
                  <a:pt x="1619250" y="1762125"/>
                </a:lnTo>
                <a:lnTo>
                  <a:pt x="1619250" y="1771650"/>
                </a:lnTo>
                <a:lnTo>
                  <a:pt x="1657350" y="1771650"/>
                </a:lnTo>
                <a:lnTo>
                  <a:pt x="1657350" y="1762125"/>
                </a:lnTo>
                <a:lnTo>
                  <a:pt x="1666875" y="1762125"/>
                </a:lnTo>
                <a:lnTo>
                  <a:pt x="1666875" y="1771650"/>
                </a:lnTo>
                <a:lnTo>
                  <a:pt x="1676400" y="1771650"/>
                </a:lnTo>
                <a:lnTo>
                  <a:pt x="1676400" y="1781175"/>
                </a:lnTo>
                <a:lnTo>
                  <a:pt x="1666875" y="1781175"/>
                </a:lnTo>
                <a:lnTo>
                  <a:pt x="1666875" y="1790700"/>
                </a:lnTo>
                <a:lnTo>
                  <a:pt x="1695450" y="1790700"/>
                </a:lnTo>
                <a:lnTo>
                  <a:pt x="1695450" y="1809750"/>
                </a:lnTo>
                <a:lnTo>
                  <a:pt x="1685925" y="1809750"/>
                </a:lnTo>
                <a:lnTo>
                  <a:pt x="1685925" y="1819275"/>
                </a:lnTo>
                <a:lnTo>
                  <a:pt x="1695450" y="1819275"/>
                </a:lnTo>
                <a:lnTo>
                  <a:pt x="1695450" y="1828800"/>
                </a:lnTo>
                <a:lnTo>
                  <a:pt x="1343025" y="1828800"/>
                </a:lnTo>
                <a:lnTo>
                  <a:pt x="1343025" y="1819275"/>
                </a:lnTo>
                <a:lnTo>
                  <a:pt x="1352550" y="1819275"/>
                </a:lnTo>
                <a:lnTo>
                  <a:pt x="1352550" y="1809750"/>
                </a:lnTo>
                <a:lnTo>
                  <a:pt x="1343025" y="1809750"/>
                </a:lnTo>
                <a:lnTo>
                  <a:pt x="1343025" y="1800225"/>
                </a:lnTo>
                <a:lnTo>
                  <a:pt x="1333500" y="1800225"/>
                </a:lnTo>
                <a:lnTo>
                  <a:pt x="1333500" y="1819275"/>
                </a:lnTo>
                <a:lnTo>
                  <a:pt x="1323975" y="1819275"/>
                </a:lnTo>
                <a:lnTo>
                  <a:pt x="1323975" y="1809750"/>
                </a:lnTo>
                <a:lnTo>
                  <a:pt x="1314450" y="1809750"/>
                </a:lnTo>
                <a:lnTo>
                  <a:pt x="1314450" y="1819275"/>
                </a:lnTo>
                <a:lnTo>
                  <a:pt x="1285875" y="1819275"/>
                </a:lnTo>
                <a:lnTo>
                  <a:pt x="1285875" y="1828800"/>
                </a:lnTo>
                <a:lnTo>
                  <a:pt x="885825" y="1828800"/>
                </a:lnTo>
                <a:lnTo>
                  <a:pt x="885825" y="1819275"/>
                </a:lnTo>
                <a:lnTo>
                  <a:pt x="876300" y="1819275"/>
                </a:lnTo>
                <a:lnTo>
                  <a:pt x="876300" y="1828800"/>
                </a:lnTo>
                <a:lnTo>
                  <a:pt x="790575" y="1828800"/>
                </a:lnTo>
                <a:lnTo>
                  <a:pt x="790575" y="1819275"/>
                </a:lnTo>
                <a:lnTo>
                  <a:pt x="762000" y="1819275"/>
                </a:lnTo>
                <a:lnTo>
                  <a:pt x="762000" y="1828800"/>
                </a:lnTo>
                <a:lnTo>
                  <a:pt x="685800" y="1828800"/>
                </a:lnTo>
                <a:lnTo>
                  <a:pt x="685800" y="1809750"/>
                </a:lnTo>
                <a:lnTo>
                  <a:pt x="676275" y="1809750"/>
                </a:lnTo>
                <a:lnTo>
                  <a:pt x="676275" y="1819275"/>
                </a:lnTo>
                <a:lnTo>
                  <a:pt x="647700" y="1819275"/>
                </a:lnTo>
                <a:lnTo>
                  <a:pt x="647700" y="1828800"/>
                </a:lnTo>
                <a:lnTo>
                  <a:pt x="619125" y="1828800"/>
                </a:lnTo>
                <a:lnTo>
                  <a:pt x="619125" y="1809750"/>
                </a:lnTo>
                <a:lnTo>
                  <a:pt x="638175" y="1809750"/>
                </a:lnTo>
                <a:lnTo>
                  <a:pt x="638175" y="1800225"/>
                </a:lnTo>
                <a:lnTo>
                  <a:pt x="685800" y="1800225"/>
                </a:lnTo>
                <a:lnTo>
                  <a:pt x="685800" y="1781175"/>
                </a:lnTo>
                <a:lnTo>
                  <a:pt x="695325" y="1781175"/>
                </a:lnTo>
                <a:lnTo>
                  <a:pt x="695325" y="1790700"/>
                </a:lnTo>
                <a:lnTo>
                  <a:pt x="704850" y="1790700"/>
                </a:lnTo>
                <a:lnTo>
                  <a:pt x="704850" y="1800225"/>
                </a:lnTo>
                <a:lnTo>
                  <a:pt x="723900" y="1800225"/>
                </a:lnTo>
                <a:lnTo>
                  <a:pt x="723900" y="1771650"/>
                </a:lnTo>
                <a:lnTo>
                  <a:pt x="752475" y="1771650"/>
                </a:lnTo>
                <a:lnTo>
                  <a:pt x="752475" y="1762125"/>
                </a:lnTo>
                <a:lnTo>
                  <a:pt x="762000" y="1762125"/>
                </a:lnTo>
                <a:lnTo>
                  <a:pt x="762000" y="1781175"/>
                </a:lnTo>
                <a:lnTo>
                  <a:pt x="771525" y="1781175"/>
                </a:lnTo>
                <a:lnTo>
                  <a:pt x="771525" y="1790700"/>
                </a:lnTo>
                <a:lnTo>
                  <a:pt x="790575" y="1790700"/>
                </a:lnTo>
                <a:lnTo>
                  <a:pt x="790575" y="1781175"/>
                </a:lnTo>
                <a:lnTo>
                  <a:pt x="809625" y="1781175"/>
                </a:lnTo>
                <a:lnTo>
                  <a:pt x="809625" y="1771650"/>
                </a:lnTo>
                <a:lnTo>
                  <a:pt x="828675" y="1771650"/>
                </a:lnTo>
                <a:lnTo>
                  <a:pt x="828675" y="1762125"/>
                </a:lnTo>
                <a:lnTo>
                  <a:pt x="819150" y="1762125"/>
                </a:lnTo>
                <a:close/>
                <a:moveTo>
                  <a:pt x="419100" y="1781175"/>
                </a:moveTo>
                <a:lnTo>
                  <a:pt x="428625" y="1781175"/>
                </a:lnTo>
                <a:lnTo>
                  <a:pt x="428625" y="1771650"/>
                </a:lnTo>
                <a:lnTo>
                  <a:pt x="400050" y="1771650"/>
                </a:lnTo>
                <a:lnTo>
                  <a:pt x="400050" y="1790700"/>
                </a:lnTo>
                <a:lnTo>
                  <a:pt x="419100" y="1790700"/>
                </a:lnTo>
                <a:close/>
                <a:moveTo>
                  <a:pt x="628650" y="1781175"/>
                </a:moveTo>
                <a:lnTo>
                  <a:pt x="638175" y="1781175"/>
                </a:lnTo>
                <a:lnTo>
                  <a:pt x="638175" y="1771650"/>
                </a:lnTo>
                <a:lnTo>
                  <a:pt x="628650" y="1771650"/>
                </a:lnTo>
                <a:close/>
                <a:moveTo>
                  <a:pt x="533400" y="1790700"/>
                </a:moveTo>
                <a:lnTo>
                  <a:pt x="542925" y="1790700"/>
                </a:lnTo>
                <a:lnTo>
                  <a:pt x="542925" y="1800225"/>
                </a:lnTo>
                <a:lnTo>
                  <a:pt x="533400" y="1800225"/>
                </a:lnTo>
                <a:close/>
                <a:moveTo>
                  <a:pt x="1390650" y="1790700"/>
                </a:moveTo>
                <a:lnTo>
                  <a:pt x="1409700" y="1790700"/>
                </a:lnTo>
                <a:lnTo>
                  <a:pt x="1409700" y="1781175"/>
                </a:lnTo>
                <a:lnTo>
                  <a:pt x="1390650" y="1781175"/>
                </a:lnTo>
                <a:close/>
                <a:moveTo>
                  <a:pt x="1647825" y="1790700"/>
                </a:moveTo>
                <a:lnTo>
                  <a:pt x="1657350" y="1790700"/>
                </a:lnTo>
                <a:lnTo>
                  <a:pt x="1657350" y="1781175"/>
                </a:lnTo>
                <a:lnTo>
                  <a:pt x="1647825" y="1781175"/>
                </a:lnTo>
                <a:close/>
                <a:moveTo>
                  <a:pt x="238125" y="1800225"/>
                </a:moveTo>
                <a:lnTo>
                  <a:pt x="257175" y="1800225"/>
                </a:lnTo>
                <a:lnTo>
                  <a:pt x="257175" y="1781175"/>
                </a:lnTo>
                <a:lnTo>
                  <a:pt x="238125" y="1781175"/>
                </a:lnTo>
                <a:close/>
                <a:moveTo>
                  <a:pt x="771525" y="1809750"/>
                </a:moveTo>
                <a:lnTo>
                  <a:pt x="781050" y="1809750"/>
                </a:lnTo>
                <a:lnTo>
                  <a:pt x="781050" y="1800225"/>
                </a:lnTo>
                <a:lnTo>
                  <a:pt x="771525" y="1800225"/>
                </a:lnTo>
                <a:close/>
                <a:moveTo>
                  <a:pt x="466725" y="1819275"/>
                </a:moveTo>
                <a:lnTo>
                  <a:pt x="476250" y="1819275"/>
                </a:lnTo>
                <a:lnTo>
                  <a:pt x="476250" y="1828800"/>
                </a:lnTo>
                <a:lnTo>
                  <a:pt x="485775" y="1828800"/>
                </a:lnTo>
                <a:lnTo>
                  <a:pt x="485775" y="1838325"/>
                </a:lnTo>
                <a:lnTo>
                  <a:pt x="495300" y="1838325"/>
                </a:lnTo>
                <a:lnTo>
                  <a:pt x="495300" y="1847850"/>
                </a:lnTo>
                <a:lnTo>
                  <a:pt x="476250" y="1847850"/>
                </a:lnTo>
                <a:lnTo>
                  <a:pt x="476250" y="1838325"/>
                </a:lnTo>
                <a:lnTo>
                  <a:pt x="466725" y="1838325"/>
                </a:lnTo>
                <a:close/>
                <a:moveTo>
                  <a:pt x="1704975" y="1828800"/>
                </a:moveTo>
                <a:lnTo>
                  <a:pt x="1714500" y="1828800"/>
                </a:lnTo>
                <a:lnTo>
                  <a:pt x="1714500" y="1857375"/>
                </a:lnTo>
                <a:lnTo>
                  <a:pt x="1704975" y="1857375"/>
                </a:lnTo>
                <a:close/>
                <a:moveTo>
                  <a:pt x="714375" y="1847850"/>
                </a:moveTo>
                <a:lnTo>
                  <a:pt x="742950" y="1847850"/>
                </a:lnTo>
                <a:lnTo>
                  <a:pt x="742950" y="1857375"/>
                </a:lnTo>
                <a:lnTo>
                  <a:pt x="752475" y="1857375"/>
                </a:lnTo>
                <a:lnTo>
                  <a:pt x="752475" y="1876425"/>
                </a:lnTo>
                <a:lnTo>
                  <a:pt x="762000" y="1876425"/>
                </a:lnTo>
                <a:lnTo>
                  <a:pt x="762000" y="1857375"/>
                </a:lnTo>
                <a:lnTo>
                  <a:pt x="809625" y="1857375"/>
                </a:lnTo>
                <a:lnTo>
                  <a:pt x="809625" y="1847850"/>
                </a:lnTo>
                <a:lnTo>
                  <a:pt x="1019175" y="1847850"/>
                </a:lnTo>
                <a:lnTo>
                  <a:pt x="1019175" y="1857375"/>
                </a:lnTo>
                <a:lnTo>
                  <a:pt x="1047750" y="1857375"/>
                </a:lnTo>
                <a:lnTo>
                  <a:pt x="1047750" y="1847850"/>
                </a:lnTo>
                <a:lnTo>
                  <a:pt x="1085850" y="1847850"/>
                </a:lnTo>
                <a:lnTo>
                  <a:pt x="1085850" y="1857375"/>
                </a:lnTo>
                <a:lnTo>
                  <a:pt x="1114425" y="1857375"/>
                </a:lnTo>
                <a:lnTo>
                  <a:pt x="1114425" y="1847850"/>
                </a:lnTo>
                <a:lnTo>
                  <a:pt x="1295400" y="1847850"/>
                </a:lnTo>
                <a:lnTo>
                  <a:pt x="1295400" y="1857375"/>
                </a:lnTo>
                <a:lnTo>
                  <a:pt x="1314450" y="1857375"/>
                </a:lnTo>
                <a:lnTo>
                  <a:pt x="1314450" y="1847850"/>
                </a:lnTo>
                <a:lnTo>
                  <a:pt x="1428750" y="1847850"/>
                </a:lnTo>
                <a:lnTo>
                  <a:pt x="1428750" y="1857375"/>
                </a:lnTo>
                <a:lnTo>
                  <a:pt x="1466850" y="1857375"/>
                </a:lnTo>
                <a:lnTo>
                  <a:pt x="1466850" y="1847850"/>
                </a:lnTo>
                <a:lnTo>
                  <a:pt x="1571625" y="1847850"/>
                </a:lnTo>
                <a:lnTo>
                  <a:pt x="1571625" y="1857375"/>
                </a:lnTo>
                <a:lnTo>
                  <a:pt x="1552575" y="1857375"/>
                </a:lnTo>
                <a:lnTo>
                  <a:pt x="1552575" y="1866900"/>
                </a:lnTo>
                <a:lnTo>
                  <a:pt x="1571625" y="1866900"/>
                </a:lnTo>
                <a:lnTo>
                  <a:pt x="1571625" y="1876425"/>
                </a:lnTo>
                <a:lnTo>
                  <a:pt x="1590675" y="1876425"/>
                </a:lnTo>
                <a:lnTo>
                  <a:pt x="1590675" y="1857375"/>
                </a:lnTo>
                <a:lnTo>
                  <a:pt x="1581150" y="1857375"/>
                </a:lnTo>
                <a:lnTo>
                  <a:pt x="1581150" y="1847850"/>
                </a:lnTo>
                <a:lnTo>
                  <a:pt x="1590675" y="1847850"/>
                </a:lnTo>
                <a:lnTo>
                  <a:pt x="1590675" y="1857375"/>
                </a:lnTo>
                <a:lnTo>
                  <a:pt x="1609725" y="1857375"/>
                </a:lnTo>
                <a:lnTo>
                  <a:pt x="1609725" y="1847850"/>
                </a:lnTo>
                <a:lnTo>
                  <a:pt x="1657350" y="1847850"/>
                </a:lnTo>
                <a:lnTo>
                  <a:pt x="1657350" y="1857375"/>
                </a:lnTo>
                <a:lnTo>
                  <a:pt x="1685925" y="1857375"/>
                </a:lnTo>
                <a:lnTo>
                  <a:pt x="1685925" y="1847850"/>
                </a:lnTo>
                <a:lnTo>
                  <a:pt x="1695450" y="1847850"/>
                </a:lnTo>
                <a:lnTo>
                  <a:pt x="1695450" y="1866900"/>
                </a:lnTo>
                <a:lnTo>
                  <a:pt x="1685925" y="1866900"/>
                </a:lnTo>
                <a:lnTo>
                  <a:pt x="1685925" y="1885950"/>
                </a:lnTo>
                <a:lnTo>
                  <a:pt x="1676400" y="1885950"/>
                </a:lnTo>
                <a:lnTo>
                  <a:pt x="1676400" y="1905000"/>
                </a:lnTo>
                <a:lnTo>
                  <a:pt x="1666875" y="1905000"/>
                </a:lnTo>
                <a:lnTo>
                  <a:pt x="1666875" y="1914525"/>
                </a:lnTo>
                <a:lnTo>
                  <a:pt x="1657350" y="1914525"/>
                </a:lnTo>
                <a:lnTo>
                  <a:pt x="1657350" y="1924050"/>
                </a:lnTo>
                <a:lnTo>
                  <a:pt x="1676400" y="1924050"/>
                </a:lnTo>
                <a:lnTo>
                  <a:pt x="1676400" y="1933575"/>
                </a:lnTo>
                <a:lnTo>
                  <a:pt x="1666875" y="1933575"/>
                </a:lnTo>
                <a:lnTo>
                  <a:pt x="1666875" y="1952625"/>
                </a:lnTo>
                <a:lnTo>
                  <a:pt x="1676400" y="1952625"/>
                </a:lnTo>
                <a:lnTo>
                  <a:pt x="1676400" y="1962150"/>
                </a:lnTo>
                <a:lnTo>
                  <a:pt x="1657350" y="1962150"/>
                </a:lnTo>
                <a:lnTo>
                  <a:pt x="1657350" y="1971675"/>
                </a:lnTo>
                <a:lnTo>
                  <a:pt x="1647825" y="1971675"/>
                </a:lnTo>
                <a:lnTo>
                  <a:pt x="1647825" y="1952625"/>
                </a:lnTo>
                <a:lnTo>
                  <a:pt x="1628775" y="1952625"/>
                </a:lnTo>
                <a:lnTo>
                  <a:pt x="1628775" y="1943100"/>
                </a:lnTo>
                <a:lnTo>
                  <a:pt x="1609725" y="1943100"/>
                </a:lnTo>
                <a:lnTo>
                  <a:pt x="1609725" y="1952625"/>
                </a:lnTo>
                <a:lnTo>
                  <a:pt x="1590675" y="1952625"/>
                </a:lnTo>
                <a:lnTo>
                  <a:pt x="1590675" y="1962150"/>
                </a:lnTo>
                <a:lnTo>
                  <a:pt x="1581150" y="1962150"/>
                </a:lnTo>
                <a:lnTo>
                  <a:pt x="1581150" y="1952625"/>
                </a:lnTo>
                <a:lnTo>
                  <a:pt x="1552575" y="1952625"/>
                </a:lnTo>
                <a:lnTo>
                  <a:pt x="1552575" y="1962150"/>
                </a:lnTo>
                <a:lnTo>
                  <a:pt x="1285875" y="1962150"/>
                </a:lnTo>
                <a:lnTo>
                  <a:pt x="1285875" y="1952625"/>
                </a:lnTo>
                <a:lnTo>
                  <a:pt x="1266825" y="1952625"/>
                </a:lnTo>
                <a:lnTo>
                  <a:pt x="1266825" y="1962150"/>
                </a:lnTo>
                <a:lnTo>
                  <a:pt x="1200150" y="1962150"/>
                </a:lnTo>
                <a:lnTo>
                  <a:pt x="1200150" y="1952625"/>
                </a:lnTo>
                <a:lnTo>
                  <a:pt x="1181100" y="1952625"/>
                </a:lnTo>
                <a:lnTo>
                  <a:pt x="1181100" y="1962150"/>
                </a:lnTo>
                <a:lnTo>
                  <a:pt x="1123950" y="1962150"/>
                </a:lnTo>
                <a:lnTo>
                  <a:pt x="1123950" y="1952625"/>
                </a:lnTo>
                <a:lnTo>
                  <a:pt x="1085850" y="1952625"/>
                </a:lnTo>
                <a:lnTo>
                  <a:pt x="1085850" y="1962150"/>
                </a:lnTo>
                <a:lnTo>
                  <a:pt x="1000125" y="1962150"/>
                </a:lnTo>
                <a:lnTo>
                  <a:pt x="1000125" y="1952625"/>
                </a:lnTo>
                <a:lnTo>
                  <a:pt x="981075" y="1952625"/>
                </a:lnTo>
                <a:lnTo>
                  <a:pt x="981075" y="1962150"/>
                </a:lnTo>
                <a:lnTo>
                  <a:pt x="952500" y="1962150"/>
                </a:lnTo>
                <a:lnTo>
                  <a:pt x="952500" y="1952625"/>
                </a:lnTo>
                <a:lnTo>
                  <a:pt x="923925" y="1952625"/>
                </a:lnTo>
                <a:lnTo>
                  <a:pt x="923925" y="1962150"/>
                </a:lnTo>
                <a:lnTo>
                  <a:pt x="885825" y="1962150"/>
                </a:lnTo>
                <a:lnTo>
                  <a:pt x="885825" y="1952625"/>
                </a:lnTo>
                <a:lnTo>
                  <a:pt x="847725" y="1952625"/>
                </a:lnTo>
                <a:lnTo>
                  <a:pt x="847725" y="1943100"/>
                </a:lnTo>
                <a:lnTo>
                  <a:pt x="838200" y="1943100"/>
                </a:lnTo>
                <a:lnTo>
                  <a:pt x="838200" y="1933575"/>
                </a:lnTo>
                <a:lnTo>
                  <a:pt x="847725" y="1933575"/>
                </a:lnTo>
                <a:lnTo>
                  <a:pt x="847725" y="1924050"/>
                </a:lnTo>
                <a:lnTo>
                  <a:pt x="857250" y="1924050"/>
                </a:lnTo>
                <a:lnTo>
                  <a:pt x="857250" y="1905000"/>
                </a:lnTo>
                <a:lnTo>
                  <a:pt x="838200" y="1905000"/>
                </a:lnTo>
                <a:lnTo>
                  <a:pt x="838200" y="1895475"/>
                </a:lnTo>
                <a:lnTo>
                  <a:pt x="828675" y="1895475"/>
                </a:lnTo>
                <a:lnTo>
                  <a:pt x="828675" y="1914525"/>
                </a:lnTo>
                <a:lnTo>
                  <a:pt x="819150" y="1914525"/>
                </a:lnTo>
                <a:lnTo>
                  <a:pt x="819150" y="1952625"/>
                </a:lnTo>
                <a:lnTo>
                  <a:pt x="771525" y="1952625"/>
                </a:lnTo>
                <a:lnTo>
                  <a:pt x="771525" y="1962150"/>
                </a:lnTo>
                <a:lnTo>
                  <a:pt x="609600" y="1962150"/>
                </a:lnTo>
                <a:lnTo>
                  <a:pt x="609600" y="1952625"/>
                </a:lnTo>
                <a:lnTo>
                  <a:pt x="542925" y="1952625"/>
                </a:lnTo>
                <a:lnTo>
                  <a:pt x="542925" y="1962150"/>
                </a:lnTo>
                <a:lnTo>
                  <a:pt x="504825" y="1962150"/>
                </a:lnTo>
                <a:lnTo>
                  <a:pt x="504825" y="1952625"/>
                </a:lnTo>
                <a:lnTo>
                  <a:pt x="514350" y="1952625"/>
                </a:lnTo>
                <a:lnTo>
                  <a:pt x="514350" y="1924050"/>
                </a:lnTo>
                <a:lnTo>
                  <a:pt x="504825" y="1924050"/>
                </a:lnTo>
                <a:lnTo>
                  <a:pt x="504825" y="1914525"/>
                </a:lnTo>
                <a:lnTo>
                  <a:pt x="514350" y="1914525"/>
                </a:lnTo>
                <a:lnTo>
                  <a:pt x="514350" y="1924050"/>
                </a:lnTo>
                <a:lnTo>
                  <a:pt x="533400" y="1924050"/>
                </a:lnTo>
                <a:lnTo>
                  <a:pt x="533400" y="1943100"/>
                </a:lnTo>
                <a:lnTo>
                  <a:pt x="552450" y="1943100"/>
                </a:lnTo>
                <a:lnTo>
                  <a:pt x="552450" y="1924050"/>
                </a:lnTo>
                <a:lnTo>
                  <a:pt x="581025" y="1924050"/>
                </a:lnTo>
                <a:lnTo>
                  <a:pt x="581025" y="1943100"/>
                </a:lnTo>
                <a:lnTo>
                  <a:pt x="590550" y="1943100"/>
                </a:lnTo>
                <a:lnTo>
                  <a:pt x="590550" y="1924050"/>
                </a:lnTo>
                <a:lnTo>
                  <a:pt x="600075" y="1924050"/>
                </a:lnTo>
                <a:lnTo>
                  <a:pt x="600075" y="1933575"/>
                </a:lnTo>
                <a:lnTo>
                  <a:pt x="609600" y="1933575"/>
                </a:lnTo>
                <a:lnTo>
                  <a:pt x="609600" y="1924050"/>
                </a:lnTo>
                <a:lnTo>
                  <a:pt x="638175" y="1924050"/>
                </a:lnTo>
                <a:lnTo>
                  <a:pt x="638175" y="1933575"/>
                </a:lnTo>
                <a:lnTo>
                  <a:pt x="647700" y="1933575"/>
                </a:lnTo>
                <a:lnTo>
                  <a:pt x="647700" y="1943100"/>
                </a:lnTo>
                <a:lnTo>
                  <a:pt x="666750" y="1943100"/>
                </a:lnTo>
                <a:lnTo>
                  <a:pt x="666750" y="1924050"/>
                </a:lnTo>
                <a:lnTo>
                  <a:pt x="647700" y="1924050"/>
                </a:lnTo>
                <a:lnTo>
                  <a:pt x="647700" y="1914525"/>
                </a:lnTo>
                <a:lnTo>
                  <a:pt x="657225" y="1914525"/>
                </a:lnTo>
                <a:lnTo>
                  <a:pt x="657225" y="1905000"/>
                </a:lnTo>
                <a:lnTo>
                  <a:pt x="676275" y="1905000"/>
                </a:lnTo>
                <a:lnTo>
                  <a:pt x="676275" y="1857375"/>
                </a:lnTo>
                <a:lnTo>
                  <a:pt x="685800" y="1857375"/>
                </a:lnTo>
                <a:lnTo>
                  <a:pt x="685800" y="1866900"/>
                </a:lnTo>
                <a:lnTo>
                  <a:pt x="695325" y="1866900"/>
                </a:lnTo>
                <a:lnTo>
                  <a:pt x="695325" y="1857375"/>
                </a:lnTo>
                <a:lnTo>
                  <a:pt x="714375" y="1857375"/>
                </a:lnTo>
                <a:close/>
                <a:moveTo>
                  <a:pt x="1638300" y="1885950"/>
                </a:moveTo>
                <a:lnTo>
                  <a:pt x="1647825" y="1885950"/>
                </a:lnTo>
                <a:lnTo>
                  <a:pt x="1647825" y="1876425"/>
                </a:lnTo>
                <a:lnTo>
                  <a:pt x="1638300" y="1876425"/>
                </a:lnTo>
                <a:lnTo>
                  <a:pt x="1638300" y="1866900"/>
                </a:lnTo>
                <a:lnTo>
                  <a:pt x="1628775" y="1866900"/>
                </a:lnTo>
                <a:lnTo>
                  <a:pt x="1628775" y="1876425"/>
                </a:lnTo>
                <a:lnTo>
                  <a:pt x="1619250" y="1876425"/>
                </a:lnTo>
                <a:lnTo>
                  <a:pt x="1619250" y="1885950"/>
                </a:lnTo>
                <a:lnTo>
                  <a:pt x="1609725" y="1885950"/>
                </a:lnTo>
                <a:lnTo>
                  <a:pt x="1609725" y="1895475"/>
                </a:lnTo>
                <a:lnTo>
                  <a:pt x="1638300" y="1895475"/>
                </a:lnTo>
                <a:close/>
                <a:moveTo>
                  <a:pt x="1333500" y="1895475"/>
                </a:moveTo>
                <a:lnTo>
                  <a:pt x="1343025" y="1895475"/>
                </a:lnTo>
                <a:lnTo>
                  <a:pt x="1343025" y="1905000"/>
                </a:lnTo>
                <a:lnTo>
                  <a:pt x="1352550" y="1905000"/>
                </a:lnTo>
                <a:lnTo>
                  <a:pt x="1352550" y="1895475"/>
                </a:lnTo>
                <a:lnTo>
                  <a:pt x="1381125" y="1895475"/>
                </a:lnTo>
                <a:lnTo>
                  <a:pt x="1381125" y="1866900"/>
                </a:lnTo>
                <a:lnTo>
                  <a:pt x="1371600" y="1866900"/>
                </a:lnTo>
                <a:lnTo>
                  <a:pt x="1371600" y="1857375"/>
                </a:lnTo>
                <a:lnTo>
                  <a:pt x="1362075" y="1857375"/>
                </a:lnTo>
                <a:lnTo>
                  <a:pt x="1362075" y="1866900"/>
                </a:lnTo>
                <a:lnTo>
                  <a:pt x="1352550" y="1866900"/>
                </a:lnTo>
                <a:lnTo>
                  <a:pt x="1352550" y="1876425"/>
                </a:lnTo>
                <a:lnTo>
                  <a:pt x="1343025" y="1876425"/>
                </a:lnTo>
                <a:lnTo>
                  <a:pt x="1343025" y="1885950"/>
                </a:lnTo>
                <a:lnTo>
                  <a:pt x="1333500" y="1885950"/>
                </a:lnTo>
                <a:close/>
                <a:moveTo>
                  <a:pt x="247650" y="1905000"/>
                </a:moveTo>
                <a:lnTo>
                  <a:pt x="285750" y="1905000"/>
                </a:lnTo>
                <a:lnTo>
                  <a:pt x="285750" y="1914525"/>
                </a:lnTo>
                <a:lnTo>
                  <a:pt x="247650" y="1914525"/>
                </a:lnTo>
                <a:close/>
                <a:moveTo>
                  <a:pt x="314325" y="1905000"/>
                </a:moveTo>
                <a:lnTo>
                  <a:pt x="342900" y="1905000"/>
                </a:lnTo>
                <a:lnTo>
                  <a:pt x="342900" y="1914525"/>
                </a:lnTo>
                <a:lnTo>
                  <a:pt x="314325" y="1914525"/>
                </a:lnTo>
                <a:close/>
                <a:moveTo>
                  <a:pt x="485775" y="1914525"/>
                </a:moveTo>
                <a:lnTo>
                  <a:pt x="495300" y="1914525"/>
                </a:lnTo>
                <a:lnTo>
                  <a:pt x="495300" y="1924050"/>
                </a:lnTo>
                <a:lnTo>
                  <a:pt x="485775" y="1924050"/>
                </a:lnTo>
                <a:close/>
                <a:moveTo>
                  <a:pt x="1590675" y="1914525"/>
                </a:moveTo>
                <a:lnTo>
                  <a:pt x="1600200" y="1914525"/>
                </a:lnTo>
                <a:lnTo>
                  <a:pt x="1600200" y="1895475"/>
                </a:lnTo>
                <a:lnTo>
                  <a:pt x="1590675" y="1895475"/>
                </a:lnTo>
                <a:lnTo>
                  <a:pt x="1590675" y="1905000"/>
                </a:lnTo>
                <a:lnTo>
                  <a:pt x="1581150" y="1905000"/>
                </a:lnTo>
                <a:lnTo>
                  <a:pt x="1581150" y="1924050"/>
                </a:lnTo>
                <a:lnTo>
                  <a:pt x="1590675" y="1924050"/>
                </a:lnTo>
                <a:close/>
                <a:moveTo>
                  <a:pt x="676275" y="1924050"/>
                </a:moveTo>
                <a:lnTo>
                  <a:pt x="685800" y="1924050"/>
                </a:lnTo>
                <a:lnTo>
                  <a:pt x="685800" y="1943100"/>
                </a:lnTo>
                <a:lnTo>
                  <a:pt x="704850" y="1943100"/>
                </a:lnTo>
                <a:lnTo>
                  <a:pt x="704850" y="1924050"/>
                </a:lnTo>
                <a:lnTo>
                  <a:pt x="695325" y="1924050"/>
                </a:lnTo>
                <a:lnTo>
                  <a:pt x="695325" y="1905000"/>
                </a:lnTo>
                <a:lnTo>
                  <a:pt x="676275" y="1905000"/>
                </a:lnTo>
                <a:close/>
                <a:moveTo>
                  <a:pt x="1219200" y="1943100"/>
                </a:moveTo>
                <a:lnTo>
                  <a:pt x="1247775" y="1943100"/>
                </a:lnTo>
                <a:lnTo>
                  <a:pt x="1247775" y="1933575"/>
                </a:lnTo>
                <a:lnTo>
                  <a:pt x="1238250" y="1933575"/>
                </a:lnTo>
                <a:lnTo>
                  <a:pt x="1238250" y="1924050"/>
                </a:lnTo>
                <a:lnTo>
                  <a:pt x="1228725" y="1924050"/>
                </a:lnTo>
                <a:lnTo>
                  <a:pt x="1228725" y="1933575"/>
                </a:lnTo>
                <a:lnTo>
                  <a:pt x="1219200" y="1933575"/>
                </a:lnTo>
                <a:close/>
                <a:moveTo>
                  <a:pt x="323850" y="1952625"/>
                </a:moveTo>
                <a:lnTo>
                  <a:pt x="342900" y="1952625"/>
                </a:lnTo>
                <a:lnTo>
                  <a:pt x="342900" y="1962150"/>
                </a:lnTo>
                <a:lnTo>
                  <a:pt x="323850" y="1962150"/>
                </a:lnTo>
                <a:close/>
                <a:moveTo>
                  <a:pt x="457200" y="1952625"/>
                </a:moveTo>
                <a:lnTo>
                  <a:pt x="485775" y="1952625"/>
                </a:lnTo>
                <a:lnTo>
                  <a:pt x="485775" y="1962150"/>
                </a:lnTo>
                <a:lnTo>
                  <a:pt x="457200" y="1962150"/>
                </a:lnTo>
                <a:close/>
                <a:moveTo>
                  <a:pt x="904875" y="1952625"/>
                </a:moveTo>
                <a:lnTo>
                  <a:pt x="914400" y="1952625"/>
                </a:lnTo>
                <a:lnTo>
                  <a:pt x="914400" y="1943100"/>
                </a:lnTo>
                <a:lnTo>
                  <a:pt x="904875" y="1943100"/>
                </a:lnTo>
                <a:close/>
                <a:moveTo>
                  <a:pt x="1676400" y="2028825"/>
                </a:moveTo>
                <a:lnTo>
                  <a:pt x="1695450" y="2028825"/>
                </a:lnTo>
                <a:lnTo>
                  <a:pt x="1695450" y="2057400"/>
                </a:lnTo>
                <a:lnTo>
                  <a:pt x="1685925" y="2057400"/>
                </a:lnTo>
                <a:lnTo>
                  <a:pt x="1685925" y="2076450"/>
                </a:lnTo>
                <a:lnTo>
                  <a:pt x="1676400" y="2076450"/>
                </a:lnTo>
                <a:lnTo>
                  <a:pt x="1676400" y="2047875"/>
                </a:lnTo>
                <a:lnTo>
                  <a:pt x="1666875" y="2047875"/>
                </a:lnTo>
                <a:lnTo>
                  <a:pt x="1666875" y="2038350"/>
                </a:lnTo>
                <a:lnTo>
                  <a:pt x="1676400" y="2038350"/>
                </a:lnTo>
                <a:close/>
                <a:moveTo>
                  <a:pt x="1676400" y="2114550"/>
                </a:moveTo>
                <a:lnTo>
                  <a:pt x="1685925" y="2114550"/>
                </a:lnTo>
                <a:lnTo>
                  <a:pt x="1685925" y="2124075"/>
                </a:lnTo>
                <a:lnTo>
                  <a:pt x="1676400" y="2124075"/>
                </a:lnTo>
                <a:close/>
                <a:moveTo>
                  <a:pt x="1657350" y="2209800"/>
                </a:moveTo>
                <a:lnTo>
                  <a:pt x="1685925" y="2209800"/>
                </a:lnTo>
                <a:lnTo>
                  <a:pt x="1685925" y="2219325"/>
                </a:lnTo>
                <a:lnTo>
                  <a:pt x="1695450" y="2219325"/>
                </a:lnTo>
                <a:lnTo>
                  <a:pt x="1695450" y="2209800"/>
                </a:lnTo>
                <a:lnTo>
                  <a:pt x="1704975" y="2209800"/>
                </a:lnTo>
                <a:lnTo>
                  <a:pt x="1704975" y="2219325"/>
                </a:lnTo>
                <a:lnTo>
                  <a:pt x="1695450" y="2219325"/>
                </a:lnTo>
                <a:lnTo>
                  <a:pt x="1695450" y="2228850"/>
                </a:lnTo>
                <a:lnTo>
                  <a:pt x="1676400" y="2228850"/>
                </a:lnTo>
                <a:lnTo>
                  <a:pt x="1676400" y="2219325"/>
                </a:lnTo>
                <a:lnTo>
                  <a:pt x="1657350" y="2219325"/>
                </a:lnTo>
                <a:close/>
                <a:moveTo>
                  <a:pt x="1647825" y="2219325"/>
                </a:moveTo>
                <a:lnTo>
                  <a:pt x="1657350" y="2219325"/>
                </a:lnTo>
                <a:lnTo>
                  <a:pt x="1657350" y="2228850"/>
                </a:lnTo>
                <a:lnTo>
                  <a:pt x="1647825" y="2228850"/>
                </a:lnTo>
                <a:close/>
                <a:moveTo>
                  <a:pt x="1704975" y="2219325"/>
                </a:moveTo>
                <a:lnTo>
                  <a:pt x="1714500" y="2219325"/>
                </a:lnTo>
                <a:lnTo>
                  <a:pt x="1714500" y="2238375"/>
                </a:lnTo>
                <a:lnTo>
                  <a:pt x="1704975" y="2238375"/>
                </a:lnTo>
                <a:close/>
                <a:moveTo>
                  <a:pt x="1638300" y="2228850"/>
                </a:moveTo>
                <a:lnTo>
                  <a:pt x="1647825" y="2228850"/>
                </a:lnTo>
                <a:lnTo>
                  <a:pt x="1647825" y="2238375"/>
                </a:lnTo>
                <a:lnTo>
                  <a:pt x="1638300" y="2238375"/>
                </a:lnTo>
                <a:close/>
                <a:moveTo>
                  <a:pt x="190500" y="2266950"/>
                </a:moveTo>
                <a:lnTo>
                  <a:pt x="209550" y="2266950"/>
                </a:lnTo>
                <a:lnTo>
                  <a:pt x="209550" y="2276475"/>
                </a:lnTo>
                <a:lnTo>
                  <a:pt x="190500" y="2276475"/>
                </a:lnTo>
                <a:close/>
                <a:moveTo>
                  <a:pt x="304800" y="2266950"/>
                </a:moveTo>
                <a:lnTo>
                  <a:pt x="333375" y="2266950"/>
                </a:lnTo>
                <a:lnTo>
                  <a:pt x="333375" y="2276475"/>
                </a:lnTo>
                <a:lnTo>
                  <a:pt x="304800" y="2276475"/>
                </a:lnTo>
                <a:close/>
                <a:moveTo>
                  <a:pt x="666750" y="2266950"/>
                </a:moveTo>
                <a:lnTo>
                  <a:pt x="723900" y="2266950"/>
                </a:lnTo>
                <a:lnTo>
                  <a:pt x="723900" y="2276475"/>
                </a:lnTo>
                <a:lnTo>
                  <a:pt x="781050" y="2276475"/>
                </a:lnTo>
                <a:lnTo>
                  <a:pt x="781050" y="2266950"/>
                </a:lnTo>
                <a:lnTo>
                  <a:pt x="838200" y="2266950"/>
                </a:lnTo>
                <a:lnTo>
                  <a:pt x="838200" y="2286000"/>
                </a:lnTo>
                <a:lnTo>
                  <a:pt x="857250" y="2286000"/>
                </a:lnTo>
                <a:lnTo>
                  <a:pt x="857250" y="2276475"/>
                </a:lnTo>
                <a:lnTo>
                  <a:pt x="876300" y="2276475"/>
                </a:lnTo>
                <a:lnTo>
                  <a:pt x="876300" y="2333625"/>
                </a:lnTo>
                <a:lnTo>
                  <a:pt x="857250" y="2333625"/>
                </a:lnTo>
                <a:lnTo>
                  <a:pt x="857250" y="2314575"/>
                </a:lnTo>
                <a:lnTo>
                  <a:pt x="866775" y="2314575"/>
                </a:lnTo>
                <a:lnTo>
                  <a:pt x="866775" y="2305050"/>
                </a:lnTo>
                <a:lnTo>
                  <a:pt x="857250" y="2305050"/>
                </a:lnTo>
                <a:lnTo>
                  <a:pt x="857250" y="2295525"/>
                </a:lnTo>
                <a:lnTo>
                  <a:pt x="838200" y="2295525"/>
                </a:lnTo>
                <a:lnTo>
                  <a:pt x="838200" y="2343150"/>
                </a:lnTo>
                <a:lnTo>
                  <a:pt x="800100" y="2343150"/>
                </a:lnTo>
                <a:lnTo>
                  <a:pt x="800100" y="2333625"/>
                </a:lnTo>
                <a:lnTo>
                  <a:pt x="809625" y="2333625"/>
                </a:lnTo>
                <a:lnTo>
                  <a:pt x="809625" y="2324100"/>
                </a:lnTo>
                <a:lnTo>
                  <a:pt x="781050" y="2324100"/>
                </a:lnTo>
                <a:lnTo>
                  <a:pt x="781050" y="2333625"/>
                </a:lnTo>
                <a:lnTo>
                  <a:pt x="771525" y="2333625"/>
                </a:lnTo>
                <a:lnTo>
                  <a:pt x="771525" y="2343150"/>
                </a:lnTo>
                <a:lnTo>
                  <a:pt x="752475" y="2343150"/>
                </a:lnTo>
                <a:lnTo>
                  <a:pt x="752475" y="2352675"/>
                </a:lnTo>
                <a:lnTo>
                  <a:pt x="742950" y="2352675"/>
                </a:lnTo>
                <a:lnTo>
                  <a:pt x="742950" y="2343150"/>
                </a:lnTo>
                <a:lnTo>
                  <a:pt x="704850" y="2343150"/>
                </a:lnTo>
                <a:lnTo>
                  <a:pt x="704850" y="2352675"/>
                </a:lnTo>
                <a:lnTo>
                  <a:pt x="695325" y="2352675"/>
                </a:lnTo>
                <a:lnTo>
                  <a:pt x="695325" y="2324100"/>
                </a:lnTo>
                <a:lnTo>
                  <a:pt x="666750" y="2324100"/>
                </a:lnTo>
                <a:lnTo>
                  <a:pt x="666750" y="2333625"/>
                </a:lnTo>
                <a:lnTo>
                  <a:pt x="657225" y="2333625"/>
                </a:lnTo>
                <a:lnTo>
                  <a:pt x="657225" y="2343150"/>
                </a:lnTo>
                <a:lnTo>
                  <a:pt x="647700" y="2343150"/>
                </a:lnTo>
                <a:lnTo>
                  <a:pt x="647700" y="2352675"/>
                </a:lnTo>
                <a:lnTo>
                  <a:pt x="628650" y="2352675"/>
                </a:lnTo>
                <a:lnTo>
                  <a:pt x="628650" y="2324100"/>
                </a:lnTo>
                <a:lnTo>
                  <a:pt x="609600" y="2324100"/>
                </a:lnTo>
                <a:lnTo>
                  <a:pt x="609600" y="2343150"/>
                </a:lnTo>
                <a:lnTo>
                  <a:pt x="600075" y="2343150"/>
                </a:lnTo>
                <a:lnTo>
                  <a:pt x="600075" y="2352675"/>
                </a:lnTo>
                <a:lnTo>
                  <a:pt x="590550" y="2352675"/>
                </a:lnTo>
                <a:lnTo>
                  <a:pt x="590550" y="2333625"/>
                </a:lnTo>
                <a:lnTo>
                  <a:pt x="581025" y="2333625"/>
                </a:lnTo>
                <a:lnTo>
                  <a:pt x="581025" y="2324100"/>
                </a:lnTo>
                <a:lnTo>
                  <a:pt x="571500" y="2324100"/>
                </a:lnTo>
                <a:lnTo>
                  <a:pt x="571500" y="2305050"/>
                </a:lnTo>
                <a:lnTo>
                  <a:pt x="581025" y="2305050"/>
                </a:lnTo>
                <a:lnTo>
                  <a:pt x="581025" y="2314575"/>
                </a:lnTo>
                <a:lnTo>
                  <a:pt x="619125" y="2314575"/>
                </a:lnTo>
                <a:lnTo>
                  <a:pt x="619125" y="2305050"/>
                </a:lnTo>
                <a:lnTo>
                  <a:pt x="628650" y="2305050"/>
                </a:lnTo>
                <a:lnTo>
                  <a:pt x="628650" y="2276475"/>
                </a:lnTo>
                <a:lnTo>
                  <a:pt x="666750" y="2276475"/>
                </a:lnTo>
                <a:close/>
                <a:moveTo>
                  <a:pt x="1247775" y="2266950"/>
                </a:moveTo>
                <a:lnTo>
                  <a:pt x="1285875" y="2266950"/>
                </a:lnTo>
                <a:lnTo>
                  <a:pt x="1285875" y="2276475"/>
                </a:lnTo>
                <a:lnTo>
                  <a:pt x="1247775" y="2276475"/>
                </a:lnTo>
                <a:close/>
                <a:moveTo>
                  <a:pt x="1343025" y="2266950"/>
                </a:moveTo>
                <a:lnTo>
                  <a:pt x="1352550" y="2266950"/>
                </a:lnTo>
                <a:lnTo>
                  <a:pt x="1352550" y="2276475"/>
                </a:lnTo>
                <a:lnTo>
                  <a:pt x="1343025" y="2276475"/>
                </a:lnTo>
                <a:close/>
                <a:moveTo>
                  <a:pt x="1390650" y="2266950"/>
                </a:moveTo>
                <a:lnTo>
                  <a:pt x="1400175" y="2266950"/>
                </a:lnTo>
                <a:lnTo>
                  <a:pt x="1400175" y="2286000"/>
                </a:lnTo>
                <a:lnTo>
                  <a:pt x="1419225" y="2286000"/>
                </a:lnTo>
                <a:lnTo>
                  <a:pt x="1419225" y="2276475"/>
                </a:lnTo>
                <a:lnTo>
                  <a:pt x="1409700" y="2276475"/>
                </a:lnTo>
                <a:lnTo>
                  <a:pt x="1409700" y="2266950"/>
                </a:lnTo>
                <a:lnTo>
                  <a:pt x="1438275" y="2266950"/>
                </a:lnTo>
                <a:lnTo>
                  <a:pt x="1438275" y="2286000"/>
                </a:lnTo>
                <a:lnTo>
                  <a:pt x="1447800" y="2286000"/>
                </a:lnTo>
                <a:lnTo>
                  <a:pt x="1447800" y="2295525"/>
                </a:lnTo>
                <a:lnTo>
                  <a:pt x="1438275" y="2295525"/>
                </a:lnTo>
                <a:lnTo>
                  <a:pt x="1438275" y="2324100"/>
                </a:lnTo>
                <a:lnTo>
                  <a:pt x="1428750" y="2324100"/>
                </a:lnTo>
                <a:lnTo>
                  <a:pt x="1428750" y="2333625"/>
                </a:lnTo>
                <a:lnTo>
                  <a:pt x="1400175" y="2333625"/>
                </a:lnTo>
                <a:lnTo>
                  <a:pt x="1400175" y="2343150"/>
                </a:lnTo>
                <a:lnTo>
                  <a:pt x="1381125" y="2343150"/>
                </a:lnTo>
                <a:lnTo>
                  <a:pt x="1381125" y="2333625"/>
                </a:lnTo>
                <a:lnTo>
                  <a:pt x="1362075" y="2333625"/>
                </a:lnTo>
                <a:lnTo>
                  <a:pt x="1362075" y="2324100"/>
                </a:lnTo>
                <a:lnTo>
                  <a:pt x="1343025" y="2324100"/>
                </a:lnTo>
                <a:lnTo>
                  <a:pt x="1343025" y="2314575"/>
                </a:lnTo>
                <a:lnTo>
                  <a:pt x="1304925" y="2314575"/>
                </a:lnTo>
                <a:lnTo>
                  <a:pt x="1304925" y="2305050"/>
                </a:lnTo>
                <a:lnTo>
                  <a:pt x="1343025" y="2305050"/>
                </a:lnTo>
                <a:lnTo>
                  <a:pt x="1343025" y="2286000"/>
                </a:lnTo>
                <a:lnTo>
                  <a:pt x="1352550" y="2286000"/>
                </a:lnTo>
                <a:lnTo>
                  <a:pt x="1352550" y="2295525"/>
                </a:lnTo>
                <a:lnTo>
                  <a:pt x="1371600" y="2295525"/>
                </a:lnTo>
                <a:lnTo>
                  <a:pt x="1371600" y="2286000"/>
                </a:lnTo>
                <a:lnTo>
                  <a:pt x="1390650" y="2286000"/>
                </a:lnTo>
                <a:close/>
                <a:moveTo>
                  <a:pt x="1476375" y="2266950"/>
                </a:moveTo>
                <a:lnTo>
                  <a:pt x="1485900" y="2266950"/>
                </a:lnTo>
                <a:lnTo>
                  <a:pt x="1485900" y="2286000"/>
                </a:lnTo>
                <a:lnTo>
                  <a:pt x="1476375" y="2286000"/>
                </a:lnTo>
                <a:close/>
                <a:moveTo>
                  <a:pt x="1495425" y="2266950"/>
                </a:moveTo>
                <a:lnTo>
                  <a:pt x="1504950" y="2266950"/>
                </a:lnTo>
                <a:lnTo>
                  <a:pt x="1504950" y="2276475"/>
                </a:lnTo>
                <a:lnTo>
                  <a:pt x="1514475" y="2276475"/>
                </a:lnTo>
                <a:lnTo>
                  <a:pt x="1514475" y="2266950"/>
                </a:lnTo>
                <a:lnTo>
                  <a:pt x="1543050" y="2266950"/>
                </a:lnTo>
                <a:lnTo>
                  <a:pt x="1543050" y="2276475"/>
                </a:lnTo>
                <a:lnTo>
                  <a:pt x="1524000" y="2276475"/>
                </a:lnTo>
                <a:lnTo>
                  <a:pt x="1524000" y="2286000"/>
                </a:lnTo>
                <a:lnTo>
                  <a:pt x="1543050" y="2286000"/>
                </a:lnTo>
                <a:lnTo>
                  <a:pt x="1543050" y="2305050"/>
                </a:lnTo>
                <a:lnTo>
                  <a:pt x="1552575" y="2305050"/>
                </a:lnTo>
                <a:lnTo>
                  <a:pt x="1552575" y="2314575"/>
                </a:lnTo>
                <a:lnTo>
                  <a:pt x="1562100" y="2314575"/>
                </a:lnTo>
                <a:lnTo>
                  <a:pt x="1562100" y="2305050"/>
                </a:lnTo>
                <a:lnTo>
                  <a:pt x="1581150" y="2305050"/>
                </a:lnTo>
                <a:lnTo>
                  <a:pt x="1581150" y="2295525"/>
                </a:lnTo>
                <a:lnTo>
                  <a:pt x="1590675" y="2295525"/>
                </a:lnTo>
                <a:lnTo>
                  <a:pt x="1590675" y="2305050"/>
                </a:lnTo>
                <a:lnTo>
                  <a:pt x="1600200" y="2305050"/>
                </a:lnTo>
                <a:lnTo>
                  <a:pt x="1600200" y="2314575"/>
                </a:lnTo>
                <a:lnTo>
                  <a:pt x="1619250" y="2314575"/>
                </a:lnTo>
                <a:lnTo>
                  <a:pt x="1619250" y="2324100"/>
                </a:lnTo>
                <a:lnTo>
                  <a:pt x="1600200" y="2324100"/>
                </a:lnTo>
                <a:lnTo>
                  <a:pt x="1600200" y="2333625"/>
                </a:lnTo>
                <a:lnTo>
                  <a:pt x="1590675" y="2333625"/>
                </a:lnTo>
                <a:lnTo>
                  <a:pt x="1590675" y="2314575"/>
                </a:lnTo>
                <a:lnTo>
                  <a:pt x="1571625" y="2314575"/>
                </a:lnTo>
                <a:lnTo>
                  <a:pt x="1571625" y="2333625"/>
                </a:lnTo>
                <a:lnTo>
                  <a:pt x="1552575" y="2333625"/>
                </a:lnTo>
                <a:lnTo>
                  <a:pt x="1552575" y="2324100"/>
                </a:lnTo>
                <a:lnTo>
                  <a:pt x="1533525" y="2324100"/>
                </a:lnTo>
                <a:lnTo>
                  <a:pt x="1533525" y="2314575"/>
                </a:lnTo>
                <a:lnTo>
                  <a:pt x="1514475" y="2314575"/>
                </a:lnTo>
                <a:lnTo>
                  <a:pt x="1514475" y="2305050"/>
                </a:lnTo>
                <a:lnTo>
                  <a:pt x="1504950" y="2305050"/>
                </a:lnTo>
                <a:lnTo>
                  <a:pt x="1504950" y="2295525"/>
                </a:lnTo>
                <a:lnTo>
                  <a:pt x="1514475" y="2295525"/>
                </a:lnTo>
                <a:lnTo>
                  <a:pt x="1514475" y="2286000"/>
                </a:lnTo>
                <a:lnTo>
                  <a:pt x="1495425" y="2286000"/>
                </a:lnTo>
                <a:close/>
                <a:moveTo>
                  <a:pt x="1685925" y="2266950"/>
                </a:moveTo>
                <a:lnTo>
                  <a:pt x="1695450" y="2266950"/>
                </a:lnTo>
                <a:lnTo>
                  <a:pt x="1695450" y="2276475"/>
                </a:lnTo>
                <a:lnTo>
                  <a:pt x="1685925" y="2276475"/>
                </a:lnTo>
                <a:close/>
                <a:moveTo>
                  <a:pt x="1200150" y="2276475"/>
                </a:moveTo>
                <a:lnTo>
                  <a:pt x="1238250" y="2276475"/>
                </a:lnTo>
                <a:lnTo>
                  <a:pt x="1238250" y="2286000"/>
                </a:lnTo>
                <a:lnTo>
                  <a:pt x="1285875" y="2286000"/>
                </a:lnTo>
                <a:lnTo>
                  <a:pt x="1285875" y="2295525"/>
                </a:lnTo>
                <a:lnTo>
                  <a:pt x="1276350" y="2295525"/>
                </a:lnTo>
                <a:lnTo>
                  <a:pt x="1276350" y="2305050"/>
                </a:lnTo>
                <a:lnTo>
                  <a:pt x="1266825" y="2305050"/>
                </a:lnTo>
                <a:lnTo>
                  <a:pt x="1266825" y="2295525"/>
                </a:lnTo>
                <a:lnTo>
                  <a:pt x="1247775" y="2295525"/>
                </a:lnTo>
                <a:lnTo>
                  <a:pt x="1247775" y="2305050"/>
                </a:lnTo>
                <a:lnTo>
                  <a:pt x="1200150" y="2305050"/>
                </a:lnTo>
                <a:lnTo>
                  <a:pt x="1200150" y="2295525"/>
                </a:lnTo>
                <a:lnTo>
                  <a:pt x="1190625" y="2295525"/>
                </a:lnTo>
                <a:lnTo>
                  <a:pt x="1190625" y="2286000"/>
                </a:lnTo>
                <a:lnTo>
                  <a:pt x="1200150" y="2286000"/>
                </a:lnTo>
                <a:close/>
                <a:moveTo>
                  <a:pt x="1457325" y="2286000"/>
                </a:moveTo>
                <a:lnTo>
                  <a:pt x="1466850" y="2286000"/>
                </a:lnTo>
                <a:lnTo>
                  <a:pt x="1466850" y="2295525"/>
                </a:lnTo>
                <a:lnTo>
                  <a:pt x="1457325" y="2295525"/>
                </a:lnTo>
                <a:close/>
                <a:moveTo>
                  <a:pt x="647700" y="2295525"/>
                </a:moveTo>
                <a:lnTo>
                  <a:pt x="666750" y="2295525"/>
                </a:lnTo>
                <a:lnTo>
                  <a:pt x="666750" y="2305050"/>
                </a:lnTo>
                <a:lnTo>
                  <a:pt x="695325" y="2305050"/>
                </a:lnTo>
                <a:lnTo>
                  <a:pt x="695325" y="2286000"/>
                </a:lnTo>
                <a:lnTo>
                  <a:pt x="647700" y="2286000"/>
                </a:lnTo>
                <a:close/>
                <a:moveTo>
                  <a:pt x="762000" y="2295525"/>
                </a:moveTo>
                <a:lnTo>
                  <a:pt x="781050" y="2295525"/>
                </a:lnTo>
                <a:lnTo>
                  <a:pt x="781050" y="2286000"/>
                </a:lnTo>
                <a:lnTo>
                  <a:pt x="762000" y="2286000"/>
                </a:lnTo>
                <a:close/>
                <a:moveTo>
                  <a:pt x="1152525" y="2295525"/>
                </a:moveTo>
                <a:lnTo>
                  <a:pt x="1171575" y="2295525"/>
                </a:lnTo>
                <a:lnTo>
                  <a:pt x="1171575" y="2314575"/>
                </a:lnTo>
                <a:lnTo>
                  <a:pt x="1162050" y="2314575"/>
                </a:lnTo>
                <a:lnTo>
                  <a:pt x="1162050" y="2305050"/>
                </a:lnTo>
                <a:lnTo>
                  <a:pt x="1152525" y="2305050"/>
                </a:lnTo>
                <a:close/>
                <a:moveTo>
                  <a:pt x="1666875" y="2305050"/>
                </a:moveTo>
                <a:lnTo>
                  <a:pt x="1676400" y="2305050"/>
                </a:lnTo>
                <a:lnTo>
                  <a:pt x="1676400" y="2324100"/>
                </a:lnTo>
                <a:lnTo>
                  <a:pt x="1666875" y="2324100"/>
                </a:lnTo>
                <a:close/>
                <a:moveTo>
                  <a:pt x="1152525" y="2314575"/>
                </a:moveTo>
                <a:lnTo>
                  <a:pt x="1162050" y="2314575"/>
                </a:lnTo>
                <a:lnTo>
                  <a:pt x="1162050" y="2324100"/>
                </a:lnTo>
                <a:lnTo>
                  <a:pt x="1152525" y="2324100"/>
                </a:lnTo>
                <a:close/>
                <a:moveTo>
                  <a:pt x="1285875" y="2324100"/>
                </a:moveTo>
                <a:lnTo>
                  <a:pt x="1304925" y="2324100"/>
                </a:lnTo>
                <a:lnTo>
                  <a:pt x="1304925" y="2333625"/>
                </a:lnTo>
                <a:lnTo>
                  <a:pt x="1285875" y="2333625"/>
                </a:lnTo>
                <a:close/>
                <a:moveTo>
                  <a:pt x="723900" y="2333625"/>
                </a:moveTo>
                <a:lnTo>
                  <a:pt x="733425" y="2333625"/>
                </a:lnTo>
                <a:lnTo>
                  <a:pt x="733425" y="2324100"/>
                </a:lnTo>
                <a:lnTo>
                  <a:pt x="723900" y="2324100"/>
                </a:lnTo>
                <a:close/>
                <a:moveTo>
                  <a:pt x="1485900" y="2333625"/>
                </a:moveTo>
                <a:lnTo>
                  <a:pt x="1495425" y="2333625"/>
                </a:lnTo>
                <a:lnTo>
                  <a:pt x="1495425" y="2343150"/>
                </a:lnTo>
                <a:lnTo>
                  <a:pt x="1485900" y="2343150"/>
                </a:lnTo>
                <a:close/>
                <a:moveTo>
                  <a:pt x="1628775" y="2333625"/>
                </a:moveTo>
                <a:lnTo>
                  <a:pt x="1647825" y="2333625"/>
                </a:lnTo>
                <a:lnTo>
                  <a:pt x="1647825" y="2343150"/>
                </a:lnTo>
                <a:lnTo>
                  <a:pt x="1638300" y="2343150"/>
                </a:lnTo>
                <a:lnTo>
                  <a:pt x="1638300" y="2352675"/>
                </a:lnTo>
                <a:lnTo>
                  <a:pt x="1628775" y="2352675"/>
                </a:lnTo>
                <a:close/>
                <a:moveTo>
                  <a:pt x="533400" y="2352675"/>
                </a:moveTo>
                <a:lnTo>
                  <a:pt x="542925" y="2352675"/>
                </a:lnTo>
                <a:lnTo>
                  <a:pt x="542925" y="2390775"/>
                </a:lnTo>
                <a:lnTo>
                  <a:pt x="581025" y="2390775"/>
                </a:lnTo>
                <a:lnTo>
                  <a:pt x="581025" y="2371725"/>
                </a:lnTo>
                <a:lnTo>
                  <a:pt x="638175" y="2371725"/>
                </a:lnTo>
                <a:lnTo>
                  <a:pt x="638175" y="2381250"/>
                </a:lnTo>
                <a:lnTo>
                  <a:pt x="647700" y="2381250"/>
                </a:lnTo>
                <a:lnTo>
                  <a:pt x="647700" y="2371725"/>
                </a:lnTo>
                <a:lnTo>
                  <a:pt x="657225" y="2371725"/>
                </a:lnTo>
                <a:lnTo>
                  <a:pt x="657225" y="2400300"/>
                </a:lnTo>
                <a:lnTo>
                  <a:pt x="666750" y="2400300"/>
                </a:lnTo>
                <a:lnTo>
                  <a:pt x="666750" y="2371725"/>
                </a:lnTo>
                <a:lnTo>
                  <a:pt x="742950" y="2371725"/>
                </a:lnTo>
                <a:lnTo>
                  <a:pt x="742950" y="2381250"/>
                </a:lnTo>
                <a:lnTo>
                  <a:pt x="771525" y="2381250"/>
                </a:lnTo>
                <a:lnTo>
                  <a:pt x="771525" y="2371725"/>
                </a:lnTo>
                <a:lnTo>
                  <a:pt x="781050" y="2371725"/>
                </a:lnTo>
                <a:lnTo>
                  <a:pt x="781050" y="2390775"/>
                </a:lnTo>
                <a:lnTo>
                  <a:pt x="762000" y="2390775"/>
                </a:lnTo>
                <a:lnTo>
                  <a:pt x="762000" y="2409825"/>
                </a:lnTo>
                <a:lnTo>
                  <a:pt x="790575" y="2409825"/>
                </a:lnTo>
                <a:lnTo>
                  <a:pt x="790575" y="2400300"/>
                </a:lnTo>
                <a:lnTo>
                  <a:pt x="800100" y="2400300"/>
                </a:lnTo>
                <a:lnTo>
                  <a:pt x="800100" y="2390775"/>
                </a:lnTo>
                <a:lnTo>
                  <a:pt x="828675" y="2390775"/>
                </a:lnTo>
                <a:lnTo>
                  <a:pt x="828675" y="2381250"/>
                </a:lnTo>
                <a:lnTo>
                  <a:pt x="838200" y="2381250"/>
                </a:lnTo>
                <a:lnTo>
                  <a:pt x="838200" y="2371725"/>
                </a:lnTo>
                <a:lnTo>
                  <a:pt x="866775" y="2371725"/>
                </a:lnTo>
                <a:lnTo>
                  <a:pt x="866775" y="2400300"/>
                </a:lnTo>
                <a:lnTo>
                  <a:pt x="857250" y="2400300"/>
                </a:lnTo>
                <a:lnTo>
                  <a:pt x="857250" y="2381250"/>
                </a:lnTo>
                <a:lnTo>
                  <a:pt x="838200" y="2381250"/>
                </a:lnTo>
                <a:lnTo>
                  <a:pt x="838200" y="2400300"/>
                </a:lnTo>
                <a:lnTo>
                  <a:pt x="819150" y="2400300"/>
                </a:lnTo>
                <a:lnTo>
                  <a:pt x="819150" y="2419350"/>
                </a:lnTo>
                <a:lnTo>
                  <a:pt x="800100" y="2419350"/>
                </a:lnTo>
                <a:lnTo>
                  <a:pt x="800100" y="2438400"/>
                </a:lnTo>
                <a:lnTo>
                  <a:pt x="790575" y="2438400"/>
                </a:lnTo>
                <a:lnTo>
                  <a:pt x="790575" y="2428875"/>
                </a:lnTo>
                <a:lnTo>
                  <a:pt x="781050" y="2428875"/>
                </a:lnTo>
                <a:lnTo>
                  <a:pt x="781050" y="2438400"/>
                </a:lnTo>
                <a:lnTo>
                  <a:pt x="771525" y="2438400"/>
                </a:lnTo>
                <a:lnTo>
                  <a:pt x="771525" y="2419350"/>
                </a:lnTo>
                <a:lnTo>
                  <a:pt x="733425" y="2419350"/>
                </a:lnTo>
                <a:lnTo>
                  <a:pt x="733425" y="2438400"/>
                </a:lnTo>
                <a:lnTo>
                  <a:pt x="723900" y="2438400"/>
                </a:lnTo>
                <a:lnTo>
                  <a:pt x="723900" y="2419350"/>
                </a:lnTo>
                <a:lnTo>
                  <a:pt x="704850" y="2419350"/>
                </a:lnTo>
                <a:lnTo>
                  <a:pt x="704850" y="2400300"/>
                </a:lnTo>
                <a:lnTo>
                  <a:pt x="676275" y="2400300"/>
                </a:lnTo>
                <a:lnTo>
                  <a:pt x="676275" y="2419350"/>
                </a:lnTo>
                <a:lnTo>
                  <a:pt x="657225" y="2419350"/>
                </a:lnTo>
                <a:lnTo>
                  <a:pt x="657225" y="2428875"/>
                </a:lnTo>
                <a:lnTo>
                  <a:pt x="647700" y="2428875"/>
                </a:lnTo>
                <a:lnTo>
                  <a:pt x="647700" y="2438400"/>
                </a:lnTo>
                <a:lnTo>
                  <a:pt x="542925" y="2438400"/>
                </a:lnTo>
                <a:lnTo>
                  <a:pt x="542925" y="2428875"/>
                </a:lnTo>
                <a:lnTo>
                  <a:pt x="533400" y="2428875"/>
                </a:lnTo>
                <a:lnTo>
                  <a:pt x="533400" y="2438400"/>
                </a:lnTo>
                <a:lnTo>
                  <a:pt x="514350" y="2438400"/>
                </a:lnTo>
                <a:lnTo>
                  <a:pt x="514350" y="2428875"/>
                </a:lnTo>
                <a:lnTo>
                  <a:pt x="523875" y="2428875"/>
                </a:lnTo>
                <a:lnTo>
                  <a:pt x="523875" y="2419350"/>
                </a:lnTo>
                <a:lnTo>
                  <a:pt x="514350" y="2419350"/>
                </a:lnTo>
                <a:lnTo>
                  <a:pt x="514350" y="2409825"/>
                </a:lnTo>
                <a:lnTo>
                  <a:pt x="523875" y="2409825"/>
                </a:lnTo>
                <a:lnTo>
                  <a:pt x="523875" y="2371725"/>
                </a:lnTo>
                <a:lnTo>
                  <a:pt x="533400" y="2371725"/>
                </a:lnTo>
                <a:close/>
                <a:moveTo>
                  <a:pt x="790575" y="2371725"/>
                </a:moveTo>
                <a:lnTo>
                  <a:pt x="800100" y="2371725"/>
                </a:lnTo>
                <a:lnTo>
                  <a:pt x="800100" y="2381250"/>
                </a:lnTo>
                <a:lnTo>
                  <a:pt x="790575" y="2381250"/>
                </a:lnTo>
                <a:close/>
                <a:moveTo>
                  <a:pt x="809625" y="2371725"/>
                </a:moveTo>
                <a:lnTo>
                  <a:pt x="819150" y="2371725"/>
                </a:lnTo>
                <a:lnTo>
                  <a:pt x="819150" y="2381250"/>
                </a:lnTo>
                <a:lnTo>
                  <a:pt x="809625" y="2381250"/>
                </a:lnTo>
                <a:close/>
                <a:moveTo>
                  <a:pt x="1343025" y="2371725"/>
                </a:moveTo>
                <a:lnTo>
                  <a:pt x="1390650" y="2371725"/>
                </a:lnTo>
                <a:lnTo>
                  <a:pt x="1390650" y="2381250"/>
                </a:lnTo>
                <a:lnTo>
                  <a:pt x="1400175" y="2381250"/>
                </a:lnTo>
                <a:lnTo>
                  <a:pt x="1400175" y="2390775"/>
                </a:lnTo>
                <a:lnTo>
                  <a:pt x="1381125" y="2390775"/>
                </a:lnTo>
                <a:lnTo>
                  <a:pt x="1381125" y="2400300"/>
                </a:lnTo>
                <a:lnTo>
                  <a:pt x="1362075" y="2400300"/>
                </a:lnTo>
                <a:lnTo>
                  <a:pt x="1362075" y="2409825"/>
                </a:lnTo>
                <a:lnTo>
                  <a:pt x="1371600" y="2409825"/>
                </a:lnTo>
                <a:lnTo>
                  <a:pt x="1371600" y="2419350"/>
                </a:lnTo>
                <a:lnTo>
                  <a:pt x="1400175" y="2419350"/>
                </a:lnTo>
                <a:lnTo>
                  <a:pt x="1400175" y="2409825"/>
                </a:lnTo>
                <a:lnTo>
                  <a:pt x="1447800" y="2409825"/>
                </a:lnTo>
                <a:lnTo>
                  <a:pt x="1447800" y="2419350"/>
                </a:lnTo>
                <a:lnTo>
                  <a:pt x="1438275" y="2419350"/>
                </a:lnTo>
                <a:lnTo>
                  <a:pt x="1438275" y="2428875"/>
                </a:lnTo>
                <a:lnTo>
                  <a:pt x="1428750" y="2428875"/>
                </a:lnTo>
                <a:lnTo>
                  <a:pt x="1428750" y="2438400"/>
                </a:lnTo>
                <a:lnTo>
                  <a:pt x="1362075" y="2438400"/>
                </a:lnTo>
                <a:lnTo>
                  <a:pt x="1362075" y="2419350"/>
                </a:lnTo>
                <a:lnTo>
                  <a:pt x="1352550" y="2419350"/>
                </a:lnTo>
                <a:lnTo>
                  <a:pt x="1352550" y="2409825"/>
                </a:lnTo>
                <a:lnTo>
                  <a:pt x="1333500" y="2409825"/>
                </a:lnTo>
                <a:lnTo>
                  <a:pt x="1333500" y="2400300"/>
                </a:lnTo>
                <a:lnTo>
                  <a:pt x="1343025" y="2400300"/>
                </a:lnTo>
                <a:lnTo>
                  <a:pt x="1343025" y="2390775"/>
                </a:lnTo>
                <a:lnTo>
                  <a:pt x="1333500" y="2390775"/>
                </a:lnTo>
                <a:lnTo>
                  <a:pt x="1333500" y="2381250"/>
                </a:lnTo>
                <a:lnTo>
                  <a:pt x="1343025" y="2381250"/>
                </a:lnTo>
                <a:close/>
                <a:moveTo>
                  <a:pt x="1428750" y="2371725"/>
                </a:moveTo>
                <a:lnTo>
                  <a:pt x="1438275" y="2371725"/>
                </a:lnTo>
                <a:lnTo>
                  <a:pt x="1438275" y="2381250"/>
                </a:lnTo>
                <a:lnTo>
                  <a:pt x="1428750" y="2381250"/>
                </a:lnTo>
                <a:close/>
                <a:moveTo>
                  <a:pt x="1447800" y="2371725"/>
                </a:moveTo>
                <a:lnTo>
                  <a:pt x="1476375" y="2371725"/>
                </a:lnTo>
                <a:lnTo>
                  <a:pt x="1476375" y="2381250"/>
                </a:lnTo>
                <a:lnTo>
                  <a:pt x="1447800" y="2381250"/>
                </a:lnTo>
                <a:close/>
                <a:moveTo>
                  <a:pt x="1619250" y="2371725"/>
                </a:moveTo>
                <a:lnTo>
                  <a:pt x="1638300" y="2371725"/>
                </a:lnTo>
                <a:lnTo>
                  <a:pt x="1638300" y="2381250"/>
                </a:lnTo>
                <a:lnTo>
                  <a:pt x="1628775" y="2381250"/>
                </a:lnTo>
                <a:lnTo>
                  <a:pt x="1628775" y="2390775"/>
                </a:lnTo>
                <a:lnTo>
                  <a:pt x="1619250" y="2390775"/>
                </a:lnTo>
                <a:close/>
                <a:moveTo>
                  <a:pt x="1666875" y="2371725"/>
                </a:moveTo>
                <a:lnTo>
                  <a:pt x="1676400" y="2371725"/>
                </a:lnTo>
                <a:lnTo>
                  <a:pt x="1676400" y="2390775"/>
                </a:lnTo>
                <a:lnTo>
                  <a:pt x="1666875" y="2390775"/>
                </a:lnTo>
                <a:close/>
                <a:moveTo>
                  <a:pt x="1638300" y="2381250"/>
                </a:moveTo>
                <a:lnTo>
                  <a:pt x="1647825" y="2381250"/>
                </a:lnTo>
                <a:lnTo>
                  <a:pt x="1647825" y="2390775"/>
                </a:lnTo>
                <a:lnTo>
                  <a:pt x="1638300" y="2390775"/>
                </a:lnTo>
                <a:close/>
                <a:moveTo>
                  <a:pt x="904875" y="2390775"/>
                </a:moveTo>
                <a:lnTo>
                  <a:pt x="923925" y="2390775"/>
                </a:lnTo>
                <a:lnTo>
                  <a:pt x="923925" y="2409825"/>
                </a:lnTo>
                <a:lnTo>
                  <a:pt x="904875" y="2409825"/>
                </a:lnTo>
                <a:close/>
                <a:moveTo>
                  <a:pt x="1352550" y="2390775"/>
                </a:moveTo>
                <a:lnTo>
                  <a:pt x="1362075" y="2390775"/>
                </a:lnTo>
                <a:lnTo>
                  <a:pt x="1362075" y="2381250"/>
                </a:lnTo>
                <a:lnTo>
                  <a:pt x="1352550" y="2381250"/>
                </a:lnTo>
                <a:close/>
                <a:moveTo>
                  <a:pt x="209550" y="2400300"/>
                </a:moveTo>
                <a:lnTo>
                  <a:pt x="219075" y="2400300"/>
                </a:lnTo>
                <a:lnTo>
                  <a:pt x="219075" y="2409825"/>
                </a:lnTo>
                <a:lnTo>
                  <a:pt x="209550" y="2409825"/>
                </a:lnTo>
                <a:close/>
                <a:moveTo>
                  <a:pt x="1104900" y="2400300"/>
                </a:moveTo>
                <a:lnTo>
                  <a:pt x="1114425" y="2400300"/>
                </a:lnTo>
                <a:lnTo>
                  <a:pt x="1114425" y="2409825"/>
                </a:lnTo>
                <a:lnTo>
                  <a:pt x="1104900" y="2409825"/>
                </a:lnTo>
                <a:close/>
                <a:moveTo>
                  <a:pt x="1704975" y="2400300"/>
                </a:moveTo>
                <a:lnTo>
                  <a:pt x="1714500" y="2400300"/>
                </a:lnTo>
                <a:lnTo>
                  <a:pt x="1714500" y="2409825"/>
                </a:lnTo>
                <a:lnTo>
                  <a:pt x="1704975" y="2409825"/>
                </a:lnTo>
                <a:close/>
                <a:moveTo>
                  <a:pt x="1114425" y="2409825"/>
                </a:moveTo>
                <a:lnTo>
                  <a:pt x="1123950" y="2409825"/>
                </a:lnTo>
                <a:lnTo>
                  <a:pt x="1123950" y="2419350"/>
                </a:lnTo>
                <a:lnTo>
                  <a:pt x="1114425" y="2419350"/>
                </a:lnTo>
                <a:close/>
                <a:moveTo>
                  <a:pt x="609600" y="2428875"/>
                </a:moveTo>
                <a:lnTo>
                  <a:pt x="628650" y="2428875"/>
                </a:lnTo>
                <a:lnTo>
                  <a:pt x="628650" y="2419350"/>
                </a:lnTo>
                <a:lnTo>
                  <a:pt x="609600" y="2419350"/>
                </a:lnTo>
                <a:close/>
                <a:moveTo>
                  <a:pt x="657225" y="2428875"/>
                </a:moveTo>
                <a:lnTo>
                  <a:pt x="666750" y="2428875"/>
                </a:lnTo>
                <a:lnTo>
                  <a:pt x="666750" y="2438400"/>
                </a:lnTo>
                <a:lnTo>
                  <a:pt x="657225" y="2438400"/>
                </a:lnTo>
                <a:close/>
                <a:moveTo>
                  <a:pt x="704850" y="2428875"/>
                </a:moveTo>
                <a:lnTo>
                  <a:pt x="714375" y="2428875"/>
                </a:lnTo>
                <a:lnTo>
                  <a:pt x="714375" y="2438400"/>
                </a:lnTo>
                <a:lnTo>
                  <a:pt x="704850" y="2438400"/>
                </a:lnTo>
                <a:close/>
                <a:moveTo>
                  <a:pt x="1152525" y="2428875"/>
                </a:moveTo>
                <a:lnTo>
                  <a:pt x="1162050" y="2428875"/>
                </a:lnTo>
                <a:lnTo>
                  <a:pt x="1162050" y="2438400"/>
                </a:lnTo>
                <a:lnTo>
                  <a:pt x="1152525" y="2438400"/>
                </a:lnTo>
                <a:close/>
                <a:moveTo>
                  <a:pt x="1304925" y="2428875"/>
                </a:moveTo>
                <a:lnTo>
                  <a:pt x="1323975" y="2428875"/>
                </a:lnTo>
                <a:lnTo>
                  <a:pt x="1323975" y="2438400"/>
                </a:lnTo>
                <a:lnTo>
                  <a:pt x="1304925" y="2438400"/>
                </a:lnTo>
                <a:close/>
                <a:moveTo>
                  <a:pt x="1438275" y="2428875"/>
                </a:moveTo>
                <a:lnTo>
                  <a:pt x="1447800" y="2428875"/>
                </a:lnTo>
                <a:lnTo>
                  <a:pt x="1447800" y="2438400"/>
                </a:lnTo>
                <a:lnTo>
                  <a:pt x="1438275" y="2438400"/>
                </a:lnTo>
                <a:close/>
                <a:moveTo>
                  <a:pt x="895350" y="2438400"/>
                </a:moveTo>
                <a:lnTo>
                  <a:pt x="933450" y="2438400"/>
                </a:lnTo>
                <a:lnTo>
                  <a:pt x="933450" y="2457450"/>
                </a:lnTo>
                <a:lnTo>
                  <a:pt x="923925" y="2457450"/>
                </a:lnTo>
                <a:lnTo>
                  <a:pt x="923925" y="2466975"/>
                </a:lnTo>
                <a:lnTo>
                  <a:pt x="895350" y="2466975"/>
                </a:lnTo>
                <a:lnTo>
                  <a:pt x="895350" y="2486025"/>
                </a:lnTo>
                <a:lnTo>
                  <a:pt x="885825" y="2486025"/>
                </a:lnTo>
                <a:lnTo>
                  <a:pt x="885825" y="2476500"/>
                </a:lnTo>
                <a:lnTo>
                  <a:pt x="866775" y="2476500"/>
                </a:lnTo>
                <a:lnTo>
                  <a:pt x="866775" y="2457450"/>
                </a:lnTo>
                <a:lnTo>
                  <a:pt x="895350" y="2457450"/>
                </a:lnTo>
                <a:close/>
                <a:moveTo>
                  <a:pt x="1685925" y="2476500"/>
                </a:moveTo>
                <a:lnTo>
                  <a:pt x="1695450" y="2476500"/>
                </a:lnTo>
                <a:lnTo>
                  <a:pt x="1695450" y="2486025"/>
                </a:lnTo>
                <a:lnTo>
                  <a:pt x="1714500" y="2486025"/>
                </a:lnTo>
                <a:lnTo>
                  <a:pt x="1714500" y="2495550"/>
                </a:lnTo>
                <a:lnTo>
                  <a:pt x="1695450" y="2495550"/>
                </a:lnTo>
                <a:lnTo>
                  <a:pt x="1695450" y="2533650"/>
                </a:lnTo>
                <a:lnTo>
                  <a:pt x="1685925" y="2533650"/>
                </a:lnTo>
                <a:lnTo>
                  <a:pt x="1685925" y="2524125"/>
                </a:lnTo>
                <a:lnTo>
                  <a:pt x="1666875" y="2524125"/>
                </a:lnTo>
                <a:lnTo>
                  <a:pt x="1666875" y="2495550"/>
                </a:lnTo>
                <a:lnTo>
                  <a:pt x="1685925" y="2495550"/>
                </a:lnTo>
                <a:close/>
                <a:moveTo>
                  <a:pt x="485775" y="2495550"/>
                </a:moveTo>
                <a:lnTo>
                  <a:pt x="495300" y="2495550"/>
                </a:lnTo>
                <a:lnTo>
                  <a:pt x="495300" y="2505075"/>
                </a:lnTo>
                <a:lnTo>
                  <a:pt x="485775" y="2505075"/>
                </a:lnTo>
                <a:close/>
                <a:moveTo>
                  <a:pt x="514350" y="2495550"/>
                </a:moveTo>
                <a:lnTo>
                  <a:pt x="590550" y="2495550"/>
                </a:lnTo>
                <a:lnTo>
                  <a:pt x="590550" y="2505075"/>
                </a:lnTo>
                <a:lnTo>
                  <a:pt x="581025" y="2505075"/>
                </a:lnTo>
                <a:lnTo>
                  <a:pt x="581025" y="2514600"/>
                </a:lnTo>
                <a:lnTo>
                  <a:pt x="590550" y="2514600"/>
                </a:lnTo>
                <a:lnTo>
                  <a:pt x="590550" y="2524125"/>
                </a:lnTo>
                <a:lnTo>
                  <a:pt x="561975" y="2524125"/>
                </a:lnTo>
                <a:lnTo>
                  <a:pt x="561975" y="2533650"/>
                </a:lnTo>
                <a:lnTo>
                  <a:pt x="542925" y="2533650"/>
                </a:lnTo>
                <a:lnTo>
                  <a:pt x="542925" y="2524125"/>
                </a:lnTo>
                <a:lnTo>
                  <a:pt x="514350" y="2524125"/>
                </a:lnTo>
                <a:lnTo>
                  <a:pt x="514350" y="2514600"/>
                </a:lnTo>
                <a:lnTo>
                  <a:pt x="523875" y="2514600"/>
                </a:lnTo>
                <a:lnTo>
                  <a:pt x="523875" y="2505075"/>
                </a:lnTo>
                <a:lnTo>
                  <a:pt x="514350" y="2505075"/>
                </a:lnTo>
                <a:close/>
                <a:moveTo>
                  <a:pt x="771525" y="2495550"/>
                </a:moveTo>
                <a:lnTo>
                  <a:pt x="790575" y="2495550"/>
                </a:lnTo>
                <a:lnTo>
                  <a:pt x="790575" y="2505075"/>
                </a:lnTo>
                <a:lnTo>
                  <a:pt x="771525" y="2505075"/>
                </a:lnTo>
                <a:close/>
                <a:moveTo>
                  <a:pt x="1257300" y="2495550"/>
                </a:moveTo>
                <a:lnTo>
                  <a:pt x="1276350" y="2495550"/>
                </a:lnTo>
                <a:lnTo>
                  <a:pt x="1276350" y="2505075"/>
                </a:lnTo>
                <a:lnTo>
                  <a:pt x="1295400" y="2505075"/>
                </a:lnTo>
                <a:lnTo>
                  <a:pt x="1295400" y="2514600"/>
                </a:lnTo>
                <a:lnTo>
                  <a:pt x="1276350" y="2514600"/>
                </a:lnTo>
                <a:lnTo>
                  <a:pt x="1276350" y="2524125"/>
                </a:lnTo>
                <a:lnTo>
                  <a:pt x="1257300" y="2524125"/>
                </a:lnTo>
                <a:lnTo>
                  <a:pt x="1257300" y="2514600"/>
                </a:lnTo>
                <a:lnTo>
                  <a:pt x="1247775" y="2514600"/>
                </a:lnTo>
                <a:lnTo>
                  <a:pt x="1247775" y="2524125"/>
                </a:lnTo>
                <a:lnTo>
                  <a:pt x="1238250" y="2524125"/>
                </a:lnTo>
                <a:lnTo>
                  <a:pt x="1238250" y="2514600"/>
                </a:lnTo>
                <a:lnTo>
                  <a:pt x="1228725" y="2514600"/>
                </a:lnTo>
                <a:lnTo>
                  <a:pt x="1228725" y="2524125"/>
                </a:lnTo>
                <a:lnTo>
                  <a:pt x="1219200" y="2524125"/>
                </a:lnTo>
                <a:lnTo>
                  <a:pt x="1219200" y="2514600"/>
                </a:lnTo>
                <a:lnTo>
                  <a:pt x="1200150" y="2514600"/>
                </a:lnTo>
                <a:lnTo>
                  <a:pt x="1200150" y="2505075"/>
                </a:lnTo>
                <a:lnTo>
                  <a:pt x="1257300" y="2505075"/>
                </a:lnTo>
                <a:close/>
                <a:moveTo>
                  <a:pt x="1514475" y="2495550"/>
                </a:moveTo>
                <a:lnTo>
                  <a:pt x="1543050" y="2495550"/>
                </a:lnTo>
                <a:lnTo>
                  <a:pt x="1543050" y="2505075"/>
                </a:lnTo>
                <a:lnTo>
                  <a:pt x="1533525" y="2505075"/>
                </a:lnTo>
                <a:lnTo>
                  <a:pt x="1533525" y="2514600"/>
                </a:lnTo>
                <a:lnTo>
                  <a:pt x="1562100" y="2514600"/>
                </a:lnTo>
                <a:lnTo>
                  <a:pt x="1562100" y="2533650"/>
                </a:lnTo>
                <a:lnTo>
                  <a:pt x="1552575" y="2533650"/>
                </a:lnTo>
                <a:lnTo>
                  <a:pt x="1552575" y="2524125"/>
                </a:lnTo>
                <a:lnTo>
                  <a:pt x="1524000" y="2524125"/>
                </a:lnTo>
                <a:lnTo>
                  <a:pt x="1524000" y="2533650"/>
                </a:lnTo>
                <a:lnTo>
                  <a:pt x="1476375" y="2533650"/>
                </a:lnTo>
                <a:lnTo>
                  <a:pt x="1476375" y="2543175"/>
                </a:lnTo>
                <a:lnTo>
                  <a:pt x="1447800" y="2543175"/>
                </a:lnTo>
                <a:lnTo>
                  <a:pt x="1447800" y="2524125"/>
                </a:lnTo>
                <a:lnTo>
                  <a:pt x="1466850" y="2524125"/>
                </a:lnTo>
                <a:lnTo>
                  <a:pt x="1466850" y="2514600"/>
                </a:lnTo>
                <a:lnTo>
                  <a:pt x="1476375" y="2514600"/>
                </a:lnTo>
                <a:lnTo>
                  <a:pt x="1476375" y="2524125"/>
                </a:lnTo>
                <a:lnTo>
                  <a:pt x="1514475" y="2524125"/>
                </a:lnTo>
                <a:lnTo>
                  <a:pt x="1514475" y="2514600"/>
                </a:lnTo>
                <a:lnTo>
                  <a:pt x="1524000" y="2514600"/>
                </a:lnTo>
                <a:lnTo>
                  <a:pt x="1524000" y="2505075"/>
                </a:lnTo>
                <a:lnTo>
                  <a:pt x="1514475" y="2505075"/>
                </a:lnTo>
                <a:close/>
                <a:moveTo>
                  <a:pt x="1562100" y="2495550"/>
                </a:moveTo>
                <a:lnTo>
                  <a:pt x="1571625" y="2495550"/>
                </a:lnTo>
                <a:lnTo>
                  <a:pt x="1571625" y="2505075"/>
                </a:lnTo>
                <a:lnTo>
                  <a:pt x="1562100" y="2505075"/>
                </a:lnTo>
                <a:close/>
                <a:moveTo>
                  <a:pt x="1609725" y="2495550"/>
                </a:moveTo>
                <a:lnTo>
                  <a:pt x="1638300" y="2495550"/>
                </a:lnTo>
                <a:lnTo>
                  <a:pt x="1638300" y="2505075"/>
                </a:lnTo>
                <a:lnTo>
                  <a:pt x="1647825" y="2505075"/>
                </a:lnTo>
                <a:lnTo>
                  <a:pt x="1647825" y="2533650"/>
                </a:lnTo>
                <a:lnTo>
                  <a:pt x="1638300" y="2533650"/>
                </a:lnTo>
                <a:lnTo>
                  <a:pt x="1638300" y="2514600"/>
                </a:lnTo>
                <a:lnTo>
                  <a:pt x="1619250" y="2514600"/>
                </a:lnTo>
                <a:lnTo>
                  <a:pt x="1619250" y="2505075"/>
                </a:lnTo>
                <a:lnTo>
                  <a:pt x="1609725" y="2505075"/>
                </a:lnTo>
                <a:close/>
                <a:moveTo>
                  <a:pt x="1171575" y="2505075"/>
                </a:moveTo>
                <a:lnTo>
                  <a:pt x="1190625" y="2505075"/>
                </a:lnTo>
                <a:lnTo>
                  <a:pt x="1190625" y="2514600"/>
                </a:lnTo>
                <a:lnTo>
                  <a:pt x="1171575" y="2514600"/>
                </a:lnTo>
                <a:close/>
                <a:moveTo>
                  <a:pt x="1304925" y="2505075"/>
                </a:moveTo>
                <a:lnTo>
                  <a:pt x="1314450" y="2505075"/>
                </a:lnTo>
                <a:lnTo>
                  <a:pt x="1314450" y="2514600"/>
                </a:lnTo>
                <a:lnTo>
                  <a:pt x="1323975" y="2514600"/>
                </a:lnTo>
                <a:lnTo>
                  <a:pt x="1323975" y="2524125"/>
                </a:lnTo>
                <a:lnTo>
                  <a:pt x="1333500" y="2524125"/>
                </a:lnTo>
                <a:lnTo>
                  <a:pt x="1333500" y="2533650"/>
                </a:lnTo>
                <a:lnTo>
                  <a:pt x="1276350" y="2533650"/>
                </a:lnTo>
                <a:lnTo>
                  <a:pt x="1276350" y="2524125"/>
                </a:lnTo>
                <a:lnTo>
                  <a:pt x="1304925" y="2524125"/>
                </a:lnTo>
                <a:close/>
                <a:moveTo>
                  <a:pt x="1704975" y="2524125"/>
                </a:moveTo>
                <a:lnTo>
                  <a:pt x="1714500" y="2524125"/>
                </a:lnTo>
                <a:lnTo>
                  <a:pt x="1714500" y="2533650"/>
                </a:lnTo>
                <a:lnTo>
                  <a:pt x="1704975" y="2533650"/>
                </a:lnTo>
                <a:close/>
                <a:moveTo>
                  <a:pt x="876300" y="2533650"/>
                </a:moveTo>
                <a:lnTo>
                  <a:pt x="885825" y="2533650"/>
                </a:lnTo>
                <a:lnTo>
                  <a:pt x="885825" y="2543175"/>
                </a:lnTo>
                <a:lnTo>
                  <a:pt x="876300" y="2543175"/>
                </a:lnTo>
                <a:close/>
                <a:moveTo>
                  <a:pt x="904875" y="2543175"/>
                </a:moveTo>
                <a:lnTo>
                  <a:pt x="923925" y="2543175"/>
                </a:lnTo>
                <a:lnTo>
                  <a:pt x="923925" y="2581275"/>
                </a:lnTo>
                <a:lnTo>
                  <a:pt x="904875" y="2581275"/>
                </a:lnTo>
                <a:close/>
                <a:moveTo>
                  <a:pt x="1685925" y="2543175"/>
                </a:moveTo>
                <a:lnTo>
                  <a:pt x="1695450" y="2543175"/>
                </a:lnTo>
                <a:lnTo>
                  <a:pt x="1695450" y="2562225"/>
                </a:lnTo>
                <a:lnTo>
                  <a:pt x="1685925" y="2562225"/>
                </a:lnTo>
                <a:close/>
                <a:moveTo>
                  <a:pt x="1638300" y="2562225"/>
                </a:moveTo>
                <a:lnTo>
                  <a:pt x="1647825" y="2562225"/>
                </a:lnTo>
                <a:lnTo>
                  <a:pt x="1647825" y="2571750"/>
                </a:lnTo>
                <a:lnTo>
                  <a:pt x="1638300" y="2571750"/>
                </a:lnTo>
                <a:close/>
                <a:moveTo>
                  <a:pt x="876300" y="2571750"/>
                </a:moveTo>
                <a:lnTo>
                  <a:pt x="885825" y="2571750"/>
                </a:lnTo>
                <a:lnTo>
                  <a:pt x="885825" y="2600325"/>
                </a:lnTo>
                <a:lnTo>
                  <a:pt x="876300" y="2600325"/>
                </a:lnTo>
                <a:close/>
                <a:moveTo>
                  <a:pt x="1676400" y="2571750"/>
                </a:moveTo>
                <a:lnTo>
                  <a:pt x="1695450" y="2571750"/>
                </a:lnTo>
                <a:lnTo>
                  <a:pt x="1695450" y="2581275"/>
                </a:lnTo>
                <a:lnTo>
                  <a:pt x="1714500" y="2581275"/>
                </a:lnTo>
                <a:lnTo>
                  <a:pt x="1714500" y="2590800"/>
                </a:lnTo>
                <a:lnTo>
                  <a:pt x="1695450" y="2590800"/>
                </a:lnTo>
                <a:lnTo>
                  <a:pt x="1695450" y="2638425"/>
                </a:lnTo>
                <a:lnTo>
                  <a:pt x="1676400" y="2638425"/>
                </a:lnTo>
                <a:lnTo>
                  <a:pt x="1676400" y="2628900"/>
                </a:lnTo>
                <a:lnTo>
                  <a:pt x="1685925" y="2628900"/>
                </a:lnTo>
                <a:lnTo>
                  <a:pt x="1685925" y="2609850"/>
                </a:lnTo>
                <a:lnTo>
                  <a:pt x="1676400" y="2609850"/>
                </a:lnTo>
                <a:close/>
                <a:moveTo>
                  <a:pt x="1485900" y="2590800"/>
                </a:moveTo>
                <a:lnTo>
                  <a:pt x="1495425" y="2590800"/>
                </a:lnTo>
                <a:lnTo>
                  <a:pt x="1495425" y="2600325"/>
                </a:lnTo>
                <a:lnTo>
                  <a:pt x="1485900" y="2600325"/>
                </a:lnTo>
                <a:close/>
                <a:moveTo>
                  <a:pt x="1504950" y="2590800"/>
                </a:moveTo>
                <a:lnTo>
                  <a:pt x="1524000" y="2590800"/>
                </a:lnTo>
                <a:lnTo>
                  <a:pt x="1524000" y="2609850"/>
                </a:lnTo>
                <a:lnTo>
                  <a:pt x="1533525" y="2609850"/>
                </a:lnTo>
                <a:lnTo>
                  <a:pt x="1533525" y="2628900"/>
                </a:lnTo>
                <a:lnTo>
                  <a:pt x="1514475" y="2628900"/>
                </a:lnTo>
                <a:lnTo>
                  <a:pt x="1514475" y="2619375"/>
                </a:lnTo>
                <a:lnTo>
                  <a:pt x="1485900" y="2619375"/>
                </a:lnTo>
                <a:lnTo>
                  <a:pt x="1485900" y="2609850"/>
                </a:lnTo>
                <a:lnTo>
                  <a:pt x="1495425" y="2609850"/>
                </a:lnTo>
                <a:lnTo>
                  <a:pt x="1495425" y="2600325"/>
                </a:lnTo>
                <a:lnTo>
                  <a:pt x="1504950" y="2600325"/>
                </a:lnTo>
                <a:close/>
                <a:moveTo>
                  <a:pt x="361950" y="2600325"/>
                </a:moveTo>
                <a:lnTo>
                  <a:pt x="371475" y="2600325"/>
                </a:lnTo>
                <a:lnTo>
                  <a:pt x="371475" y="2609850"/>
                </a:lnTo>
                <a:lnTo>
                  <a:pt x="361950" y="2609850"/>
                </a:lnTo>
                <a:close/>
                <a:moveTo>
                  <a:pt x="390525" y="2600325"/>
                </a:moveTo>
                <a:lnTo>
                  <a:pt x="419100" y="2600325"/>
                </a:lnTo>
                <a:lnTo>
                  <a:pt x="419100" y="2609850"/>
                </a:lnTo>
                <a:lnTo>
                  <a:pt x="390525" y="2609850"/>
                </a:lnTo>
                <a:close/>
                <a:moveTo>
                  <a:pt x="314325" y="2609850"/>
                </a:moveTo>
                <a:lnTo>
                  <a:pt x="323850" y="2609850"/>
                </a:lnTo>
                <a:lnTo>
                  <a:pt x="323850" y="2619375"/>
                </a:lnTo>
                <a:lnTo>
                  <a:pt x="314325" y="2619375"/>
                </a:lnTo>
                <a:close/>
                <a:moveTo>
                  <a:pt x="676275" y="2609850"/>
                </a:moveTo>
                <a:lnTo>
                  <a:pt x="752475" y="2609850"/>
                </a:lnTo>
                <a:lnTo>
                  <a:pt x="752475" y="2628900"/>
                </a:lnTo>
                <a:lnTo>
                  <a:pt x="723900" y="2628900"/>
                </a:lnTo>
                <a:lnTo>
                  <a:pt x="723900" y="2638425"/>
                </a:lnTo>
                <a:lnTo>
                  <a:pt x="704850" y="2638425"/>
                </a:lnTo>
                <a:lnTo>
                  <a:pt x="704850" y="2628900"/>
                </a:lnTo>
                <a:lnTo>
                  <a:pt x="676275" y="2628900"/>
                </a:lnTo>
                <a:close/>
                <a:moveTo>
                  <a:pt x="771525" y="2609850"/>
                </a:moveTo>
                <a:lnTo>
                  <a:pt x="781050" y="2609850"/>
                </a:lnTo>
                <a:lnTo>
                  <a:pt x="781050" y="2628900"/>
                </a:lnTo>
                <a:lnTo>
                  <a:pt x="762000" y="2628900"/>
                </a:lnTo>
                <a:lnTo>
                  <a:pt x="762000" y="2619375"/>
                </a:lnTo>
                <a:lnTo>
                  <a:pt x="771525" y="2619375"/>
                </a:lnTo>
                <a:close/>
                <a:moveTo>
                  <a:pt x="1257300" y="2609850"/>
                </a:moveTo>
                <a:lnTo>
                  <a:pt x="1266825" y="2609850"/>
                </a:lnTo>
                <a:lnTo>
                  <a:pt x="1266825" y="2619375"/>
                </a:lnTo>
                <a:lnTo>
                  <a:pt x="1257300" y="2619375"/>
                </a:lnTo>
                <a:close/>
                <a:moveTo>
                  <a:pt x="1285875" y="2609850"/>
                </a:moveTo>
                <a:lnTo>
                  <a:pt x="1304925" y="2609850"/>
                </a:lnTo>
                <a:lnTo>
                  <a:pt x="1304925" y="2619375"/>
                </a:lnTo>
                <a:lnTo>
                  <a:pt x="1285875" y="2619375"/>
                </a:lnTo>
                <a:close/>
                <a:moveTo>
                  <a:pt x="1352550" y="2609850"/>
                </a:moveTo>
                <a:lnTo>
                  <a:pt x="1371600" y="2609850"/>
                </a:lnTo>
                <a:lnTo>
                  <a:pt x="1371600" y="2619375"/>
                </a:lnTo>
                <a:lnTo>
                  <a:pt x="1409700" y="2619375"/>
                </a:lnTo>
                <a:lnTo>
                  <a:pt x="1409700" y="2628900"/>
                </a:lnTo>
                <a:lnTo>
                  <a:pt x="1428750" y="2628900"/>
                </a:lnTo>
                <a:lnTo>
                  <a:pt x="1428750" y="2638425"/>
                </a:lnTo>
                <a:lnTo>
                  <a:pt x="1362075" y="2638425"/>
                </a:lnTo>
                <a:lnTo>
                  <a:pt x="1362075" y="2619375"/>
                </a:lnTo>
                <a:lnTo>
                  <a:pt x="1352550" y="2619375"/>
                </a:lnTo>
                <a:close/>
                <a:moveTo>
                  <a:pt x="1504950" y="2609850"/>
                </a:moveTo>
                <a:lnTo>
                  <a:pt x="1514475" y="2609850"/>
                </a:lnTo>
                <a:lnTo>
                  <a:pt x="1514475" y="2600325"/>
                </a:lnTo>
                <a:lnTo>
                  <a:pt x="1504950" y="2600325"/>
                </a:lnTo>
                <a:close/>
                <a:moveTo>
                  <a:pt x="1543050" y="2609850"/>
                </a:moveTo>
                <a:lnTo>
                  <a:pt x="1562100" y="2609850"/>
                </a:lnTo>
                <a:lnTo>
                  <a:pt x="1562100" y="2619375"/>
                </a:lnTo>
                <a:lnTo>
                  <a:pt x="1543050" y="2619375"/>
                </a:lnTo>
                <a:close/>
                <a:moveTo>
                  <a:pt x="1581150" y="2609850"/>
                </a:moveTo>
                <a:lnTo>
                  <a:pt x="1600200" y="2609850"/>
                </a:lnTo>
                <a:lnTo>
                  <a:pt x="1600200" y="2619375"/>
                </a:lnTo>
                <a:lnTo>
                  <a:pt x="1581150" y="2619375"/>
                </a:lnTo>
                <a:close/>
                <a:moveTo>
                  <a:pt x="1704975" y="2609850"/>
                </a:moveTo>
                <a:lnTo>
                  <a:pt x="1714500" y="2609850"/>
                </a:lnTo>
                <a:lnTo>
                  <a:pt x="1714500" y="2628900"/>
                </a:lnTo>
                <a:lnTo>
                  <a:pt x="1704975" y="2628900"/>
                </a:lnTo>
                <a:close/>
                <a:moveTo>
                  <a:pt x="333375" y="2619375"/>
                </a:moveTo>
                <a:lnTo>
                  <a:pt x="342900" y="2619375"/>
                </a:lnTo>
                <a:lnTo>
                  <a:pt x="342900" y="2638425"/>
                </a:lnTo>
                <a:lnTo>
                  <a:pt x="333375" y="2638425"/>
                </a:lnTo>
                <a:close/>
                <a:moveTo>
                  <a:pt x="352425" y="2619375"/>
                </a:moveTo>
                <a:lnTo>
                  <a:pt x="400050" y="2619375"/>
                </a:lnTo>
                <a:lnTo>
                  <a:pt x="400050" y="2628900"/>
                </a:lnTo>
                <a:lnTo>
                  <a:pt x="390525" y="2628900"/>
                </a:lnTo>
                <a:lnTo>
                  <a:pt x="390525" y="2638425"/>
                </a:lnTo>
                <a:lnTo>
                  <a:pt x="352425" y="2638425"/>
                </a:lnTo>
                <a:close/>
                <a:moveTo>
                  <a:pt x="1600200" y="2619375"/>
                </a:moveTo>
                <a:lnTo>
                  <a:pt x="1619250" y="2619375"/>
                </a:lnTo>
                <a:lnTo>
                  <a:pt x="1619250" y="2628900"/>
                </a:lnTo>
                <a:lnTo>
                  <a:pt x="1600200" y="2628900"/>
                </a:lnTo>
                <a:close/>
                <a:moveTo>
                  <a:pt x="866775" y="2628900"/>
                </a:moveTo>
                <a:lnTo>
                  <a:pt x="885825" y="2628900"/>
                </a:lnTo>
                <a:lnTo>
                  <a:pt x="885825" y="2647950"/>
                </a:lnTo>
                <a:lnTo>
                  <a:pt x="876300" y="2647950"/>
                </a:lnTo>
                <a:lnTo>
                  <a:pt x="876300" y="2638425"/>
                </a:lnTo>
                <a:lnTo>
                  <a:pt x="866775" y="2638425"/>
                </a:lnTo>
                <a:close/>
                <a:moveTo>
                  <a:pt x="1619250" y="2628900"/>
                </a:moveTo>
                <a:lnTo>
                  <a:pt x="1628775" y="2628900"/>
                </a:lnTo>
                <a:lnTo>
                  <a:pt x="1628775" y="2638425"/>
                </a:lnTo>
                <a:lnTo>
                  <a:pt x="1619250" y="2638425"/>
                </a:lnTo>
                <a:close/>
                <a:moveTo>
                  <a:pt x="1666875" y="2638425"/>
                </a:moveTo>
                <a:lnTo>
                  <a:pt x="1676400" y="2638425"/>
                </a:lnTo>
                <a:lnTo>
                  <a:pt x="1676400" y="2647950"/>
                </a:lnTo>
                <a:lnTo>
                  <a:pt x="1695450" y="2647950"/>
                </a:lnTo>
                <a:lnTo>
                  <a:pt x="1695450" y="2667000"/>
                </a:lnTo>
                <a:lnTo>
                  <a:pt x="1666875" y="2667000"/>
                </a:lnTo>
                <a:close/>
                <a:moveTo>
                  <a:pt x="762000" y="2647950"/>
                </a:moveTo>
                <a:lnTo>
                  <a:pt x="781050" y="2647950"/>
                </a:lnTo>
                <a:lnTo>
                  <a:pt x="781050" y="2657475"/>
                </a:lnTo>
                <a:lnTo>
                  <a:pt x="790575" y="2657475"/>
                </a:lnTo>
                <a:lnTo>
                  <a:pt x="790575" y="2667000"/>
                </a:lnTo>
                <a:lnTo>
                  <a:pt x="742950" y="2667000"/>
                </a:lnTo>
                <a:lnTo>
                  <a:pt x="742950" y="2657475"/>
                </a:lnTo>
                <a:lnTo>
                  <a:pt x="762000" y="2657475"/>
                </a:lnTo>
                <a:close/>
                <a:moveTo>
                  <a:pt x="1638300" y="2647950"/>
                </a:moveTo>
                <a:lnTo>
                  <a:pt x="1647825" y="2647950"/>
                </a:lnTo>
                <a:lnTo>
                  <a:pt x="1647825" y="2657475"/>
                </a:lnTo>
                <a:lnTo>
                  <a:pt x="1638300" y="2657475"/>
                </a:lnTo>
                <a:close/>
                <a:moveTo>
                  <a:pt x="190500" y="2657475"/>
                </a:moveTo>
                <a:lnTo>
                  <a:pt x="200025" y="2657475"/>
                </a:lnTo>
                <a:lnTo>
                  <a:pt x="200025" y="2667000"/>
                </a:lnTo>
                <a:lnTo>
                  <a:pt x="190500" y="2667000"/>
                </a:lnTo>
                <a:close/>
                <a:moveTo>
                  <a:pt x="647700" y="2657475"/>
                </a:moveTo>
                <a:lnTo>
                  <a:pt x="723900" y="2657475"/>
                </a:lnTo>
                <a:lnTo>
                  <a:pt x="723900" y="2667000"/>
                </a:lnTo>
                <a:lnTo>
                  <a:pt x="647700" y="2667000"/>
                </a:lnTo>
                <a:close/>
                <a:moveTo>
                  <a:pt x="885825" y="2676525"/>
                </a:moveTo>
                <a:lnTo>
                  <a:pt x="895350" y="2676525"/>
                </a:lnTo>
                <a:lnTo>
                  <a:pt x="895350" y="2705100"/>
                </a:lnTo>
                <a:lnTo>
                  <a:pt x="914400" y="2705100"/>
                </a:lnTo>
                <a:lnTo>
                  <a:pt x="914400" y="2714625"/>
                </a:lnTo>
                <a:lnTo>
                  <a:pt x="923925" y="2714625"/>
                </a:lnTo>
                <a:lnTo>
                  <a:pt x="923925" y="2733675"/>
                </a:lnTo>
                <a:lnTo>
                  <a:pt x="952500" y="2733675"/>
                </a:lnTo>
                <a:lnTo>
                  <a:pt x="952500" y="2714625"/>
                </a:lnTo>
                <a:lnTo>
                  <a:pt x="942975" y="2714625"/>
                </a:lnTo>
                <a:lnTo>
                  <a:pt x="942975" y="2705100"/>
                </a:lnTo>
                <a:lnTo>
                  <a:pt x="933450" y="2705100"/>
                </a:lnTo>
                <a:lnTo>
                  <a:pt x="933450" y="2695575"/>
                </a:lnTo>
                <a:lnTo>
                  <a:pt x="962025" y="2695575"/>
                </a:lnTo>
                <a:lnTo>
                  <a:pt x="962025" y="2686050"/>
                </a:lnTo>
                <a:lnTo>
                  <a:pt x="981075" y="2686050"/>
                </a:lnTo>
                <a:lnTo>
                  <a:pt x="981075" y="2695575"/>
                </a:lnTo>
                <a:lnTo>
                  <a:pt x="971550" y="2695575"/>
                </a:lnTo>
                <a:lnTo>
                  <a:pt x="971550" y="2705100"/>
                </a:lnTo>
                <a:lnTo>
                  <a:pt x="990600" y="2705100"/>
                </a:lnTo>
                <a:lnTo>
                  <a:pt x="990600" y="2714625"/>
                </a:lnTo>
                <a:lnTo>
                  <a:pt x="1009650" y="2714625"/>
                </a:lnTo>
                <a:lnTo>
                  <a:pt x="1009650" y="2724150"/>
                </a:lnTo>
                <a:lnTo>
                  <a:pt x="1000125" y="2724150"/>
                </a:lnTo>
                <a:lnTo>
                  <a:pt x="1000125" y="2733675"/>
                </a:lnTo>
                <a:lnTo>
                  <a:pt x="1028700" y="2733675"/>
                </a:lnTo>
                <a:lnTo>
                  <a:pt x="1028700" y="2724150"/>
                </a:lnTo>
                <a:lnTo>
                  <a:pt x="1019175" y="2724150"/>
                </a:lnTo>
                <a:lnTo>
                  <a:pt x="1019175" y="2714625"/>
                </a:lnTo>
                <a:lnTo>
                  <a:pt x="1028700" y="2714625"/>
                </a:lnTo>
                <a:lnTo>
                  <a:pt x="1028700" y="2705100"/>
                </a:lnTo>
                <a:lnTo>
                  <a:pt x="1038225" y="2705100"/>
                </a:lnTo>
                <a:lnTo>
                  <a:pt x="1038225" y="2714625"/>
                </a:lnTo>
                <a:lnTo>
                  <a:pt x="1047750" y="2714625"/>
                </a:lnTo>
                <a:lnTo>
                  <a:pt x="1047750" y="2705100"/>
                </a:lnTo>
                <a:lnTo>
                  <a:pt x="1057275" y="2705100"/>
                </a:lnTo>
                <a:lnTo>
                  <a:pt x="1057275" y="2695575"/>
                </a:lnTo>
                <a:lnTo>
                  <a:pt x="1038225" y="2695575"/>
                </a:lnTo>
                <a:lnTo>
                  <a:pt x="1038225" y="2686050"/>
                </a:lnTo>
                <a:lnTo>
                  <a:pt x="1285875" y="2686050"/>
                </a:lnTo>
                <a:lnTo>
                  <a:pt x="1285875" y="2695575"/>
                </a:lnTo>
                <a:lnTo>
                  <a:pt x="1352550" y="2695575"/>
                </a:lnTo>
                <a:lnTo>
                  <a:pt x="1352550" y="2686050"/>
                </a:lnTo>
                <a:lnTo>
                  <a:pt x="1371600" y="2686050"/>
                </a:lnTo>
                <a:lnTo>
                  <a:pt x="1371600" y="2695575"/>
                </a:lnTo>
                <a:lnTo>
                  <a:pt x="1400175" y="2695575"/>
                </a:lnTo>
                <a:lnTo>
                  <a:pt x="1400175" y="2686050"/>
                </a:lnTo>
                <a:lnTo>
                  <a:pt x="1428750" y="2686050"/>
                </a:lnTo>
                <a:lnTo>
                  <a:pt x="1428750" y="2695575"/>
                </a:lnTo>
                <a:lnTo>
                  <a:pt x="1447800" y="2695575"/>
                </a:lnTo>
                <a:lnTo>
                  <a:pt x="1447800" y="2705100"/>
                </a:lnTo>
                <a:lnTo>
                  <a:pt x="1457325" y="2705100"/>
                </a:lnTo>
                <a:lnTo>
                  <a:pt x="1457325" y="2714625"/>
                </a:lnTo>
                <a:lnTo>
                  <a:pt x="1447800" y="2714625"/>
                </a:lnTo>
                <a:lnTo>
                  <a:pt x="1447800" y="2724150"/>
                </a:lnTo>
                <a:lnTo>
                  <a:pt x="1457325" y="2724150"/>
                </a:lnTo>
                <a:lnTo>
                  <a:pt x="1457325" y="2733675"/>
                </a:lnTo>
                <a:lnTo>
                  <a:pt x="1485900" y="2733675"/>
                </a:lnTo>
                <a:lnTo>
                  <a:pt x="1485900" y="2724150"/>
                </a:lnTo>
                <a:lnTo>
                  <a:pt x="1476375" y="2724150"/>
                </a:lnTo>
                <a:lnTo>
                  <a:pt x="1476375" y="2714625"/>
                </a:lnTo>
                <a:lnTo>
                  <a:pt x="1466850" y="2714625"/>
                </a:lnTo>
                <a:lnTo>
                  <a:pt x="1466850" y="2695575"/>
                </a:lnTo>
                <a:lnTo>
                  <a:pt x="1476375" y="2695575"/>
                </a:lnTo>
                <a:lnTo>
                  <a:pt x="1476375" y="2686050"/>
                </a:lnTo>
                <a:lnTo>
                  <a:pt x="1485900" y="2686050"/>
                </a:lnTo>
                <a:lnTo>
                  <a:pt x="1485900" y="2705100"/>
                </a:lnTo>
                <a:lnTo>
                  <a:pt x="1504950" y="2705100"/>
                </a:lnTo>
                <a:lnTo>
                  <a:pt x="1504950" y="2695575"/>
                </a:lnTo>
                <a:lnTo>
                  <a:pt x="1524000" y="2695575"/>
                </a:lnTo>
                <a:lnTo>
                  <a:pt x="1524000" y="2686050"/>
                </a:lnTo>
                <a:lnTo>
                  <a:pt x="1562100" y="2686050"/>
                </a:lnTo>
                <a:lnTo>
                  <a:pt x="1562100" y="2695575"/>
                </a:lnTo>
                <a:lnTo>
                  <a:pt x="1571625" y="2695575"/>
                </a:lnTo>
                <a:lnTo>
                  <a:pt x="1571625" y="2686050"/>
                </a:lnTo>
                <a:lnTo>
                  <a:pt x="1581150" y="2686050"/>
                </a:lnTo>
                <a:lnTo>
                  <a:pt x="1581150" y="2705100"/>
                </a:lnTo>
                <a:lnTo>
                  <a:pt x="1562100" y="2705100"/>
                </a:lnTo>
                <a:lnTo>
                  <a:pt x="1562100" y="2743200"/>
                </a:lnTo>
                <a:lnTo>
                  <a:pt x="1504950" y="2743200"/>
                </a:lnTo>
                <a:lnTo>
                  <a:pt x="1504950" y="2733675"/>
                </a:lnTo>
                <a:lnTo>
                  <a:pt x="1495425" y="2733675"/>
                </a:lnTo>
                <a:lnTo>
                  <a:pt x="1495425" y="2743200"/>
                </a:lnTo>
                <a:lnTo>
                  <a:pt x="1419225" y="2743200"/>
                </a:lnTo>
                <a:lnTo>
                  <a:pt x="1419225" y="2733675"/>
                </a:lnTo>
                <a:lnTo>
                  <a:pt x="1409700" y="2733675"/>
                </a:lnTo>
                <a:lnTo>
                  <a:pt x="1409700" y="2724150"/>
                </a:lnTo>
                <a:lnTo>
                  <a:pt x="1400175" y="2724150"/>
                </a:lnTo>
                <a:lnTo>
                  <a:pt x="1400175" y="2733675"/>
                </a:lnTo>
                <a:lnTo>
                  <a:pt x="1381125" y="2733675"/>
                </a:lnTo>
                <a:lnTo>
                  <a:pt x="1381125" y="2743200"/>
                </a:lnTo>
                <a:lnTo>
                  <a:pt x="1371600" y="2743200"/>
                </a:lnTo>
                <a:lnTo>
                  <a:pt x="1371600" y="2733675"/>
                </a:lnTo>
                <a:lnTo>
                  <a:pt x="1362075" y="2733675"/>
                </a:lnTo>
                <a:lnTo>
                  <a:pt x="1362075" y="2743200"/>
                </a:lnTo>
                <a:lnTo>
                  <a:pt x="1352550" y="2743200"/>
                </a:lnTo>
                <a:lnTo>
                  <a:pt x="1352550" y="2733675"/>
                </a:lnTo>
                <a:lnTo>
                  <a:pt x="1343025" y="2733675"/>
                </a:lnTo>
                <a:lnTo>
                  <a:pt x="1343025" y="2743200"/>
                </a:lnTo>
                <a:lnTo>
                  <a:pt x="1333500" y="2743200"/>
                </a:lnTo>
                <a:lnTo>
                  <a:pt x="1333500" y="2733675"/>
                </a:lnTo>
                <a:lnTo>
                  <a:pt x="1304925" y="2733675"/>
                </a:lnTo>
                <a:lnTo>
                  <a:pt x="1304925" y="2743200"/>
                </a:lnTo>
                <a:lnTo>
                  <a:pt x="1219200" y="2743200"/>
                </a:lnTo>
                <a:lnTo>
                  <a:pt x="1219200" y="2733675"/>
                </a:lnTo>
                <a:lnTo>
                  <a:pt x="1209675" y="2733675"/>
                </a:lnTo>
                <a:lnTo>
                  <a:pt x="1209675" y="2743200"/>
                </a:lnTo>
                <a:lnTo>
                  <a:pt x="990600" y="2743200"/>
                </a:lnTo>
                <a:lnTo>
                  <a:pt x="990600" y="2752725"/>
                </a:lnTo>
                <a:lnTo>
                  <a:pt x="981075" y="2752725"/>
                </a:lnTo>
                <a:lnTo>
                  <a:pt x="981075" y="2743200"/>
                </a:lnTo>
                <a:lnTo>
                  <a:pt x="809625" y="2743200"/>
                </a:lnTo>
                <a:lnTo>
                  <a:pt x="809625" y="2733675"/>
                </a:lnTo>
                <a:lnTo>
                  <a:pt x="790575" y="2733675"/>
                </a:lnTo>
                <a:lnTo>
                  <a:pt x="790575" y="2705100"/>
                </a:lnTo>
                <a:lnTo>
                  <a:pt x="819150" y="2705100"/>
                </a:lnTo>
                <a:lnTo>
                  <a:pt x="819150" y="2724150"/>
                </a:lnTo>
                <a:lnTo>
                  <a:pt x="838200" y="2724150"/>
                </a:lnTo>
                <a:lnTo>
                  <a:pt x="838200" y="2714625"/>
                </a:lnTo>
                <a:lnTo>
                  <a:pt x="828675" y="2714625"/>
                </a:lnTo>
                <a:lnTo>
                  <a:pt x="828675" y="2705100"/>
                </a:lnTo>
                <a:lnTo>
                  <a:pt x="838200" y="2705100"/>
                </a:lnTo>
                <a:lnTo>
                  <a:pt x="838200" y="2695575"/>
                </a:lnTo>
                <a:lnTo>
                  <a:pt x="819150" y="2695575"/>
                </a:lnTo>
                <a:lnTo>
                  <a:pt x="819150" y="2686050"/>
                </a:lnTo>
                <a:lnTo>
                  <a:pt x="885825" y="2686050"/>
                </a:lnTo>
                <a:close/>
                <a:moveTo>
                  <a:pt x="257175" y="2686050"/>
                </a:moveTo>
                <a:lnTo>
                  <a:pt x="352425" y="2686050"/>
                </a:lnTo>
                <a:lnTo>
                  <a:pt x="352425" y="2695575"/>
                </a:lnTo>
                <a:lnTo>
                  <a:pt x="257175" y="2695575"/>
                </a:lnTo>
                <a:close/>
                <a:moveTo>
                  <a:pt x="371475" y="2686050"/>
                </a:moveTo>
                <a:lnTo>
                  <a:pt x="390525" y="2686050"/>
                </a:lnTo>
                <a:lnTo>
                  <a:pt x="390525" y="2695575"/>
                </a:lnTo>
                <a:lnTo>
                  <a:pt x="371475" y="2695575"/>
                </a:lnTo>
                <a:close/>
                <a:moveTo>
                  <a:pt x="409575" y="2686050"/>
                </a:moveTo>
                <a:lnTo>
                  <a:pt x="419100" y="2686050"/>
                </a:lnTo>
                <a:lnTo>
                  <a:pt x="419100" y="2695575"/>
                </a:lnTo>
                <a:lnTo>
                  <a:pt x="409575" y="2695575"/>
                </a:lnTo>
                <a:close/>
                <a:moveTo>
                  <a:pt x="447675" y="2686050"/>
                </a:moveTo>
                <a:lnTo>
                  <a:pt x="523875" y="2686050"/>
                </a:lnTo>
                <a:lnTo>
                  <a:pt x="523875" y="2695575"/>
                </a:lnTo>
                <a:lnTo>
                  <a:pt x="514350" y="2695575"/>
                </a:lnTo>
                <a:lnTo>
                  <a:pt x="514350" y="2705100"/>
                </a:lnTo>
                <a:lnTo>
                  <a:pt x="542925" y="2705100"/>
                </a:lnTo>
                <a:lnTo>
                  <a:pt x="542925" y="2695575"/>
                </a:lnTo>
                <a:lnTo>
                  <a:pt x="533400" y="2695575"/>
                </a:lnTo>
                <a:lnTo>
                  <a:pt x="533400" y="2686050"/>
                </a:lnTo>
                <a:lnTo>
                  <a:pt x="552450" y="2686050"/>
                </a:lnTo>
                <a:lnTo>
                  <a:pt x="552450" y="2695575"/>
                </a:lnTo>
                <a:lnTo>
                  <a:pt x="561975" y="2695575"/>
                </a:lnTo>
                <a:lnTo>
                  <a:pt x="561975" y="2705100"/>
                </a:lnTo>
                <a:lnTo>
                  <a:pt x="581025" y="2705100"/>
                </a:lnTo>
                <a:lnTo>
                  <a:pt x="581025" y="2714625"/>
                </a:lnTo>
                <a:lnTo>
                  <a:pt x="609600" y="2714625"/>
                </a:lnTo>
                <a:lnTo>
                  <a:pt x="609600" y="2705100"/>
                </a:lnTo>
                <a:lnTo>
                  <a:pt x="600075" y="2705100"/>
                </a:lnTo>
                <a:lnTo>
                  <a:pt x="600075" y="2695575"/>
                </a:lnTo>
                <a:lnTo>
                  <a:pt x="619125" y="2695575"/>
                </a:lnTo>
                <a:lnTo>
                  <a:pt x="619125" y="2686050"/>
                </a:lnTo>
                <a:lnTo>
                  <a:pt x="647700" y="2686050"/>
                </a:lnTo>
                <a:lnTo>
                  <a:pt x="647700" y="2695575"/>
                </a:lnTo>
                <a:lnTo>
                  <a:pt x="676275" y="2695575"/>
                </a:lnTo>
                <a:lnTo>
                  <a:pt x="676275" y="2686050"/>
                </a:lnTo>
                <a:lnTo>
                  <a:pt x="714375" y="2686050"/>
                </a:lnTo>
                <a:lnTo>
                  <a:pt x="714375" y="2695575"/>
                </a:lnTo>
                <a:lnTo>
                  <a:pt x="723900" y="2695575"/>
                </a:lnTo>
                <a:lnTo>
                  <a:pt x="723900" y="2686050"/>
                </a:lnTo>
                <a:lnTo>
                  <a:pt x="762000" y="2686050"/>
                </a:lnTo>
                <a:lnTo>
                  <a:pt x="762000" y="2695575"/>
                </a:lnTo>
                <a:lnTo>
                  <a:pt x="771525" y="2695575"/>
                </a:lnTo>
                <a:lnTo>
                  <a:pt x="771525" y="2705100"/>
                </a:lnTo>
                <a:lnTo>
                  <a:pt x="781050" y="2705100"/>
                </a:lnTo>
                <a:lnTo>
                  <a:pt x="781050" y="2724150"/>
                </a:lnTo>
                <a:lnTo>
                  <a:pt x="771525" y="2724150"/>
                </a:lnTo>
                <a:lnTo>
                  <a:pt x="771525" y="2733675"/>
                </a:lnTo>
                <a:lnTo>
                  <a:pt x="666750" y="2733675"/>
                </a:lnTo>
                <a:lnTo>
                  <a:pt x="666750" y="2724150"/>
                </a:lnTo>
                <a:lnTo>
                  <a:pt x="657225" y="2724150"/>
                </a:lnTo>
                <a:lnTo>
                  <a:pt x="657225" y="2714625"/>
                </a:lnTo>
                <a:lnTo>
                  <a:pt x="647700" y="2714625"/>
                </a:lnTo>
                <a:lnTo>
                  <a:pt x="647700" y="2724150"/>
                </a:lnTo>
                <a:lnTo>
                  <a:pt x="657225" y="2724150"/>
                </a:lnTo>
                <a:lnTo>
                  <a:pt x="657225" y="2733675"/>
                </a:lnTo>
                <a:lnTo>
                  <a:pt x="638175" y="2733675"/>
                </a:lnTo>
                <a:lnTo>
                  <a:pt x="638175" y="2743200"/>
                </a:lnTo>
                <a:lnTo>
                  <a:pt x="514350" y="2743200"/>
                </a:lnTo>
                <a:lnTo>
                  <a:pt x="514350" y="2733675"/>
                </a:lnTo>
                <a:lnTo>
                  <a:pt x="485775" y="2733675"/>
                </a:lnTo>
                <a:lnTo>
                  <a:pt x="485775" y="2743200"/>
                </a:lnTo>
                <a:lnTo>
                  <a:pt x="466725" y="2743200"/>
                </a:lnTo>
                <a:lnTo>
                  <a:pt x="466725" y="2724150"/>
                </a:lnTo>
                <a:lnTo>
                  <a:pt x="457200" y="2724150"/>
                </a:lnTo>
                <a:lnTo>
                  <a:pt x="457200" y="2705100"/>
                </a:lnTo>
                <a:lnTo>
                  <a:pt x="466725" y="2705100"/>
                </a:lnTo>
                <a:lnTo>
                  <a:pt x="466725" y="2695575"/>
                </a:lnTo>
                <a:lnTo>
                  <a:pt x="447675" y="2695575"/>
                </a:lnTo>
                <a:close/>
                <a:moveTo>
                  <a:pt x="1600200" y="2686050"/>
                </a:moveTo>
                <a:lnTo>
                  <a:pt x="1628775" y="2686050"/>
                </a:lnTo>
                <a:lnTo>
                  <a:pt x="1628775" y="2705100"/>
                </a:lnTo>
                <a:lnTo>
                  <a:pt x="1638300" y="2705100"/>
                </a:lnTo>
                <a:lnTo>
                  <a:pt x="1638300" y="2724150"/>
                </a:lnTo>
                <a:lnTo>
                  <a:pt x="1647825" y="2724150"/>
                </a:lnTo>
                <a:lnTo>
                  <a:pt x="1647825" y="2733675"/>
                </a:lnTo>
                <a:lnTo>
                  <a:pt x="1685925" y="2733675"/>
                </a:lnTo>
                <a:lnTo>
                  <a:pt x="1685925" y="2724150"/>
                </a:lnTo>
                <a:lnTo>
                  <a:pt x="1676400" y="2724150"/>
                </a:lnTo>
                <a:lnTo>
                  <a:pt x="1676400" y="2705100"/>
                </a:lnTo>
                <a:lnTo>
                  <a:pt x="1666875" y="2705100"/>
                </a:lnTo>
                <a:lnTo>
                  <a:pt x="1666875" y="2695575"/>
                </a:lnTo>
                <a:lnTo>
                  <a:pt x="1657350" y="2695575"/>
                </a:lnTo>
                <a:lnTo>
                  <a:pt x="1657350" y="2686050"/>
                </a:lnTo>
                <a:lnTo>
                  <a:pt x="1676400" y="2686050"/>
                </a:lnTo>
                <a:lnTo>
                  <a:pt x="1676400" y="2705100"/>
                </a:lnTo>
                <a:lnTo>
                  <a:pt x="1695450" y="2705100"/>
                </a:lnTo>
                <a:lnTo>
                  <a:pt x="1695450" y="2686050"/>
                </a:lnTo>
                <a:lnTo>
                  <a:pt x="1714500" y="2686050"/>
                </a:lnTo>
                <a:lnTo>
                  <a:pt x="1714500" y="2695575"/>
                </a:lnTo>
                <a:lnTo>
                  <a:pt x="1704975" y="2695575"/>
                </a:lnTo>
                <a:lnTo>
                  <a:pt x="1704975" y="2714625"/>
                </a:lnTo>
                <a:lnTo>
                  <a:pt x="1695450" y="2714625"/>
                </a:lnTo>
                <a:lnTo>
                  <a:pt x="1695450" y="2733675"/>
                </a:lnTo>
                <a:lnTo>
                  <a:pt x="1685925" y="2733675"/>
                </a:lnTo>
                <a:lnTo>
                  <a:pt x="1685925" y="2743200"/>
                </a:lnTo>
                <a:lnTo>
                  <a:pt x="1600200" y="2743200"/>
                </a:lnTo>
                <a:lnTo>
                  <a:pt x="1600200" y="2733675"/>
                </a:lnTo>
                <a:lnTo>
                  <a:pt x="1590675" y="2733675"/>
                </a:lnTo>
                <a:lnTo>
                  <a:pt x="1590675" y="2724150"/>
                </a:lnTo>
                <a:lnTo>
                  <a:pt x="1600200" y="2724150"/>
                </a:lnTo>
                <a:lnTo>
                  <a:pt x="1600200" y="2705100"/>
                </a:lnTo>
                <a:lnTo>
                  <a:pt x="1609725" y="2705100"/>
                </a:lnTo>
                <a:lnTo>
                  <a:pt x="1609725" y="2695575"/>
                </a:lnTo>
                <a:lnTo>
                  <a:pt x="1600200" y="2695575"/>
                </a:lnTo>
                <a:close/>
                <a:moveTo>
                  <a:pt x="285750" y="2705100"/>
                </a:moveTo>
                <a:lnTo>
                  <a:pt x="304800" y="2705100"/>
                </a:lnTo>
                <a:lnTo>
                  <a:pt x="304800" y="2714625"/>
                </a:lnTo>
                <a:lnTo>
                  <a:pt x="295275" y="2714625"/>
                </a:lnTo>
                <a:lnTo>
                  <a:pt x="295275" y="2724150"/>
                </a:lnTo>
                <a:lnTo>
                  <a:pt x="304800" y="2724150"/>
                </a:lnTo>
                <a:lnTo>
                  <a:pt x="304800" y="2733675"/>
                </a:lnTo>
                <a:lnTo>
                  <a:pt x="323850" y="2733675"/>
                </a:lnTo>
                <a:lnTo>
                  <a:pt x="323850" y="2743200"/>
                </a:lnTo>
                <a:lnTo>
                  <a:pt x="314325" y="2743200"/>
                </a:lnTo>
                <a:lnTo>
                  <a:pt x="314325" y="2762250"/>
                </a:lnTo>
                <a:lnTo>
                  <a:pt x="304800" y="2762250"/>
                </a:lnTo>
                <a:lnTo>
                  <a:pt x="304800" y="2743200"/>
                </a:lnTo>
                <a:lnTo>
                  <a:pt x="285750" y="2743200"/>
                </a:lnTo>
                <a:lnTo>
                  <a:pt x="285750" y="2733675"/>
                </a:lnTo>
                <a:lnTo>
                  <a:pt x="276225" y="2733675"/>
                </a:lnTo>
                <a:lnTo>
                  <a:pt x="276225" y="2724150"/>
                </a:lnTo>
                <a:lnTo>
                  <a:pt x="285750" y="2724150"/>
                </a:lnTo>
                <a:close/>
                <a:moveTo>
                  <a:pt x="400050" y="2705100"/>
                </a:moveTo>
                <a:lnTo>
                  <a:pt x="428625" y="2705100"/>
                </a:lnTo>
                <a:lnTo>
                  <a:pt x="428625" y="2724150"/>
                </a:lnTo>
                <a:lnTo>
                  <a:pt x="457200" y="2724150"/>
                </a:lnTo>
                <a:lnTo>
                  <a:pt x="457200" y="2733675"/>
                </a:lnTo>
                <a:lnTo>
                  <a:pt x="447675" y="2733675"/>
                </a:lnTo>
                <a:lnTo>
                  <a:pt x="447675" y="2743200"/>
                </a:lnTo>
                <a:lnTo>
                  <a:pt x="390525" y="2743200"/>
                </a:lnTo>
                <a:lnTo>
                  <a:pt x="390525" y="2724150"/>
                </a:lnTo>
                <a:lnTo>
                  <a:pt x="400050" y="2724150"/>
                </a:lnTo>
                <a:close/>
                <a:moveTo>
                  <a:pt x="200025" y="2714625"/>
                </a:moveTo>
                <a:lnTo>
                  <a:pt x="228600" y="2714625"/>
                </a:lnTo>
                <a:lnTo>
                  <a:pt x="228600" y="2724150"/>
                </a:lnTo>
                <a:lnTo>
                  <a:pt x="247650" y="2724150"/>
                </a:lnTo>
                <a:lnTo>
                  <a:pt x="247650" y="2733675"/>
                </a:lnTo>
                <a:lnTo>
                  <a:pt x="228600" y="2733675"/>
                </a:lnTo>
                <a:lnTo>
                  <a:pt x="228600" y="2743200"/>
                </a:lnTo>
                <a:lnTo>
                  <a:pt x="200025" y="2743200"/>
                </a:lnTo>
                <a:close/>
                <a:moveTo>
                  <a:pt x="1381125" y="2714625"/>
                </a:moveTo>
                <a:lnTo>
                  <a:pt x="1390650" y="2714625"/>
                </a:lnTo>
                <a:lnTo>
                  <a:pt x="1390650" y="2705100"/>
                </a:lnTo>
                <a:lnTo>
                  <a:pt x="1381125" y="2705100"/>
                </a:lnTo>
                <a:close/>
                <a:moveTo>
                  <a:pt x="609600" y="2724150"/>
                </a:moveTo>
                <a:lnTo>
                  <a:pt x="619125" y="2724150"/>
                </a:lnTo>
                <a:lnTo>
                  <a:pt x="619125" y="2714625"/>
                </a:lnTo>
                <a:lnTo>
                  <a:pt x="609600" y="2714625"/>
                </a:lnTo>
                <a:close/>
                <a:moveTo>
                  <a:pt x="666750" y="2724150"/>
                </a:moveTo>
                <a:lnTo>
                  <a:pt x="676275" y="2724150"/>
                </a:lnTo>
                <a:lnTo>
                  <a:pt x="676275" y="2705100"/>
                </a:lnTo>
                <a:lnTo>
                  <a:pt x="666750" y="2705100"/>
                </a:lnTo>
                <a:close/>
                <a:moveTo>
                  <a:pt x="1419225" y="2724150"/>
                </a:moveTo>
                <a:lnTo>
                  <a:pt x="1428750" y="2724150"/>
                </a:lnTo>
                <a:lnTo>
                  <a:pt x="1428750" y="2714625"/>
                </a:lnTo>
                <a:lnTo>
                  <a:pt x="1419225" y="2714625"/>
                </a:lnTo>
                <a:close/>
                <a:moveTo>
                  <a:pt x="342900" y="2733675"/>
                </a:moveTo>
                <a:lnTo>
                  <a:pt x="352425" y="2733675"/>
                </a:lnTo>
                <a:lnTo>
                  <a:pt x="352425" y="2743200"/>
                </a:lnTo>
                <a:lnTo>
                  <a:pt x="342900" y="2743200"/>
                </a:lnTo>
                <a:close/>
                <a:moveTo>
                  <a:pt x="866775" y="2733675"/>
                </a:moveTo>
                <a:lnTo>
                  <a:pt x="876300" y="2733675"/>
                </a:lnTo>
                <a:lnTo>
                  <a:pt x="876300" y="2724150"/>
                </a:lnTo>
                <a:lnTo>
                  <a:pt x="866775" y="2724150"/>
                </a:lnTo>
                <a:close/>
                <a:moveTo>
                  <a:pt x="1695450" y="2733675"/>
                </a:moveTo>
                <a:lnTo>
                  <a:pt x="1704975" y="2733675"/>
                </a:lnTo>
                <a:lnTo>
                  <a:pt x="1704975" y="2743200"/>
                </a:lnTo>
                <a:lnTo>
                  <a:pt x="1695450" y="2743200"/>
                </a:lnTo>
                <a:close/>
                <a:moveTo>
                  <a:pt x="171450" y="2752725"/>
                </a:moveTo>
                <a:lnTo>
                  <a:pt x="180975" y="2752725"/>
                </a:lnTo>
                <a:lnTo>
                  <a:pt x="180975" y="2762250"/>
                </a:lnTo>
                <a:lnTo>
                  <a:pt x="171450" y="2762250"/>
                </a:lnTo>
                <a:close/>
                <a:moveTo>
                  <a:pt x="247650" y="2762250"/>
                </a:moveTo>
                <a:lnTo>
                  <a:pt x="304800" y="2762250"/>
                </a:lnTo>
                <a:lnTo>
                  <a:pt x="304800" y="2781300"/>
                </a:lnTo>
                <a:lnTo>
                  <a:pt x="295275" y="2781300"/>
                </a:lnTo>
                <a:lnTo>
                  <a:pt x="295275" y="2790825"/>
                </a:lnTo>
                <a:lnTo>
                  <a:pt x="285750" y="2790825"/>
                </a:lnTo>
                <a:lnTo>
                  <a:pt x="285750" y="2800350"/>
                </a:lnTo>
                <a:lnTo>
                  <a:pt x="266700" y="2800350"/>
                </a:lnTo>
                <a:lnTo>
                  <a:pt x="266700" y="2809875"/>
                </a:lnTo>
                <a:lnTo>
                  <a:pt x="257175" y="2809875"/>
                </a:lnTo>
                <a:lnTo>
                  <a:pt x="257175" y="2771775"/>
                </a:lnTo>
                <a:lnTo>
                  <a:pt x="247650" y="2771775"/>
                </a:lnTo>
                <a:close/>
                <a:moveTo>
                  <a:pt x="352425" y="2762250"/>
                </a:moveTo>
                <a:lnTo>
                  <a:pt x="381000" y="2762250"/>
                </a:lnTo>
                <a:lnTo>
                  <a:pt x="381000" y="2771775"/>
                </a:lnTo>
                <a:lnTo>
                  <a:pt x="371475" y="2771775"/>
                </a:lnTo>
                <a:lnTo>
                  <a:pt x="371475" y="2790825"/>
                </a:lnTo>
                <a:lnTo>
                  <a:pt x="361950" y="2790825"/>
                </a:lnTo>
                <a:lnTo>
                  <a:pt x="361950" y="2771775"/>
                </a:lnTo>
                <a:lnTo>
                  <a:pt x="352425" y="2771775"/>
                </a:lnTo>
                <a:close/>
                <a:moveTo>
                  <a:pt x="390525" y="2762250"/>
                </a:moveTo>
                <a:lnTo>
                  <a:pt x="438150" y="2762250"/>
                </a:lnTo>
                <a:lnTo>
                  <a:pt x="438150" y="2771775"/>
                </a:lnTo>
                <a:lnTo>
                  <a:pt x="419100" y="2771775"/>
                </a:lnTo>
                <a:lnTo>
                  <a:pt x="419100" y="2781300"/>
                </a:lnTo>
                <a:lnTo>
                  <a:pt x="400050" y="2781300"/>
                </a:lnTo>
                <a:lnTo>
                  <a:pt x="400050" y="2771775"/>
                </a:lnTo>
                <a:lnTo>
                  <a:pt x="390525" y="2771775"/>
                </a:lnTo>
                <a:close/>
                <a:moveTo>
                  <a:pt x="476250" y="2762250"/>
                </a:moveTo>
                <a:lnTo>
                  <a:pt x="495300" y="2762250"/>
                </a:lnTo>
                <a:lnTo>
                  <a:pt x="495300" y="2771775"/>
                </a:lnTo>
                <a:lnTo>
                  <a:pt x="552450" y="2771775"/>
                </a:lnTo>
                <a:lnTo>
                  <a:pt x="552450" y="2762250"/>
                </a:lnTo>
                <a:lnTo>
                  <a:pt x="561975" y="2762250"/>
                </a:lnTo>
                <a:lnTo>
                  <a:pt x="561975" y="2771775"/>
                </a:lnTo>
                <a:lnTo>
                  <a:pt x="609600" y="2771775"/>
                </a:lnTo>
                <a:lnTo>
                  <a:pt x="609600" y="2781300"/>
                </a:lnTo>
                <a:lnTo>
                  <a:pt x="590550" y="2781300"/>
                </a:lnTo>
                <a:lnTo>
                  <a:pt x="590550" y="2790825"/>
                </a:lnTo>
                <a:lnTo>
                  <a:pt x="581025" y="2790825"/>
                </a:lnTo>
                <a:lnTo>
                  <a:pt x="581025" y="2819400"/>
                </a:lnTo>
                <a:lnTo>
                  <a:pt x="571500" y="2819400"/>
                </a:lnTo>
                <a:lnTo>
                  <a:pt x="571500" y="2809875"/>
                </a:lnTo>
                <a:lnTo>
                  <a:pt x="561975" y="2809875"/>
                </a:lnTo>
                <a:lnTo>
                  <a:pt x="561975" y="2800350"/>
                </a:lnTo>
                <a:lnTo>
                  <a:pt x="542925" y="2800350"/>
                </a:lnTo>
                <a:lnTo>
                  <a:pt x="542925" y="2790825"/>
                </a:lnTo>
                <a:lnTo>
                  <a:pt x="514350" y="2790825"/>
                </a:lnTo>
                <a:lnTo>
                  <a:pt x="514350" y="2800350"/>
                </a:lnTo>
                <a:lnTo>
                  <a:pt x="495300" y="2800350"/>
                </a:lnTo>
                <a:lnTo>
                  <a:pt x="495300" y="2781300"/>
                </a:lnTo>
                <a:lnTo>
                  <a:pt x="476250" y="2781300"/>
                </a:lnTo>
                <a:lnTo>
                  <a:pt x="476250" y="2790825"/>
                </a:lnTo>
                <a:lnTo>
                  <a:pt x="457200" y="2790825"/>
                </a:lnTo>
                <a:lnTo>
                  <a:pt x="457200" y="2771775"/>
                </a:lnTo>
                <a:lnTo>
                  <a:pt x="476250" y="2771775"/>
                </a:lnTo>
                <a:close/>
                <a:moveTo>
                  <a:pt x="628650" y="2762250"/>
                </a:moveTo>
                <a:lnTo>
                  <a:pt x="704850" y="2762250"/>
                </a:lnTo>
                <a:lnTo>
                  <a:pt x="704850" y="2771775"/>
                </a:lnTo>
                <a:lnTo>
                  <a:pt x="723900" y="2771775"/>
                </a:lnTo>
                <a:lnTo>
                  <a:pt x="723900" y="2762250"/>
                </a:lnTo>
                <a:lnTo>
                  <a:pt x="790575" y="2762250"/>
                </a:lnTo>
                <a:lnTo>
                  <a:pt x="790575" y="2771775"/>
                </a:lnTo>
                <a:lnTo>
                  <a:pt x="781050" y="2771775"/>
                </a:lnTo>
                <a:lnTo>
                  <a:pt x="781050" y="2790825"/>
                </a:lnTo>
                <a:lnTo>
                  <a:pt x="762000" y="2790825"/>
                </a:lnTo>
                <a:lnTo>
                  <a:pt x="762000" y="2781300"/>
                </a:lnTo>
                <a:lnTo>
                  <a:pt x="752475" y="2781300"/>
                </a:lnTo>
                <a:lnTo>
                  <a:pt x="752475" y="2790825"/>
                </a:lnTo>
                <a:lnTo>
                  <a:pt x="742950" y="2790825"/>
                </a:lnTo>
                <a:lnTo>
                  <a:pt x="742950" y="2800350"/>
                </a:lnTo>
                <a:lnTo>
                  <a:pt x="733425" y="2800350"/>
                </a:lnTo>
                <a:lnTo>
                  <a:pt x="733425" y="2790825"/>
                </a:lnTo>
                <a:lnTo>
                  <a:pt x="723900" y="2790825"/>
                </a:lnTo>
                <a:lnTo>
                  <a:pt x="723900" y="2781300"/>
                </a:lnTo>
                <a:lnTo>
                  <a:pt x="704850" y="2781300"/>
                </a:lnTo>
                <a:lnTo>
                  <a:pt x="704850" y="2800350"/>
                </a:lnTo>
                <a:lnTo>
                  <a:pt x="638175" y="2800350"/>
                </a:lnTo>
                <a:lnTo>
                  <a:pt x="638175" y="2809875"/>
                </a:lnTo>
                <a:lnTo>
                  <a:pt x="628650" y="2809875"/>
                </a:lnTo>
                <a:lnTo>
                  <a:pt x="628650" y="2819400"/>
                </a:lnTo>
                <a:lnTo>
                  <a:pt x="619125" y="2819400"/>
                </a:lnTo>
                <a:lnTo>
                  <a:pt x="619125" y="2809875"/>
                </a:lnTo>
                <a:lnTo>
                  <a:pt x="609600" y="2809875"/>
                </a:lnTo>
                <a:lnTo>
                  <a:pt x="609600" y="2781300"/>
                </a:lnTo>
                <a:lnTo>
                  <a:pt x="619125" y="2781300"/>
                </a:lnTo>
                <a:lnTo>
                  <a:pt x="619125" y="2771775"/>
                </a:lnTo>
                <a:lnTo>
                  <a:pt x="628650" y="2771775"/>
                </a:lnTo>
                <a:close/>
                <a:moveTo>
                  <a:pt x="828675" y="2762250"/>
                </a:moveTo>
                <a:lnTo>
                  <a:pt x="866775" y="2762250"/>
                </a:lnTo>
                <a:lnTo>
                  <a:pt x="866775" y="2771775"/>
                </a:lnTo>
                <a:lnTo>
                  <a:pt x="885825" y="2771775"/>
                </a:lnTo>
                <a:lnTo>
                  <a:pt x="885825" y="2781300"/>
                </a:lnTo>
                <a:lnTo>
                  <a:pt x="904875" y="2781300"/>
                </a:lnTo>
                <a:lnTo>
                  <a:pt x="904875" y="2800350"/>
                </a:lnTo>
                <a:lnTo>
                  <a:pt x="876300" y="2800350"/>
                </a:lnTo>
                <a:lnTo>
                  <a:pt x="876300" y="2790825"/>
                </a:lnTo>
                <a:lnTo>
                  <a:pt x="847725" y="2790825"/>
                </a:lnTo>
                <a:lnTo>
                  <a:pt x="847725" y="2800350"/>
                </a:lnTo>
                <a:lnTo>
                  <a:pt x="838200" y="2800350"/>
                </a:lnTo>
                <a:lnTo>
                  <a:pt x="838200" y="2771775"/>
                </a:lnTo>
                <a:lnTo>
                  <a:pt x="828675" y="2771775"/>
                </a:lnTo>
                <a:close/>
                <a:moveTo>
                  <a:pt x="933450" y="2762250"/>
                </a:moveTo>
                <a:lnTo>
                  <a:pt x="981075" y="2762250"/>
                </a:lnTo>
                <a:lnTo>
                  <a:pt x="981075" y="2771775"/>
                </a:lnTo>
                <a:lnTo>
                  <a:pt x="952500" y="2771775"/>
                </a:lnTo>
                <a:lnTo>
                  <a:pt x="952500" y="2800350"/>
                </a:lnTo>
                <a:lnTo>
                  <a:pt x="971550" y="2800350"/>
                </a:lnTo>
                <a:lnTo>
                  <a:pt x="971550" y="2790825"/>
                </a:lnTo>
                <a:lnTo>
                  <a:pt x="990600" y="2790825"/>
                </a:lnTo>
                <a:lnTo>
                  <a:pt x="990600" y="2781300"/>
                </a:lnTo>
                <a:lnTo>
                  <a:pt x="1000125" y="2781300"/>
                </a:lnTo>
                <a:lnTo>
                  <a:pt x="1000125" y="2762250"/>
                </a:lnTo>
                <a:lnTo>
                  <a:pt x="1019175" y="2762250"/>
                </a:lnTo>
                <a:lnTo>
                  <a:pt x="1019175" y="2771775"/>
                </a:lnTo>
                <a:lnTo>
                  <a:pt x="1028700" y="2771775"/>
                </a:lnTo>
                <a:lnTo>
                  <a:pt x="1028700" y="2762250"/>
                </a:lnTo>
                <a:lnTo>
                  <a:pt x="1057275" y="2762250"/>
                </a:lnTo>
                <a:lnTo>
                  <a:pt x="1057275" y="2781300"/>
                </a:lnTo>
                <a:lnTo>
                  <a:pt x="1047750" y="2781300"/>
                </a:lnTo>
                <a:lnTo>
                  <a:pt x="1047750" y="2790825"/>
                </a:lnTo>
                <a:lnTo>
                  <a:pt x="1057275" y="2790825"/>
                </a:lnTo>
                <a:lnTo>
                  <a:pt x="1057275" y="2800350"/>
                </a:lnTo>
                <a:lnTo>
                  <a:pt x="1066800" y="2800350"/>
                </a:lnTo>
                <a:lnTo>
                  <a:pt x="1066800" y="2790825"/>
                </a:lnTo>
                <a:lnTo>
                  <a:pt x="1076325" y="2790825"/>
                </a:lnTo>
                <a:lnTo>
                  <a:pt x="1076325" y="2800350"/>
                </a:lnTo>
                <a:lnTo>
                  <a:pt x="1085850" y="2800350"/>
                </a:lnTo>
                <a:lnTo>
                  <a:pt x="1085850" y="2781300"/>
                </a:lnTo>
                <a:lnTo>
                  <a:pt x="1076325" y="2781300"/>
                </a:lnTo>
                <a:lnTo>
                  <a:pt x="1076325" y="2762250"/>
                </a:lnTo>
                <a:lnTo>
                  <a:pt x="1152525" y="2762250"/>
                </a:lnTo>
                <a:lnTo>
                  <a:pt x="1152525" y="2771775"/>
                </a:lnTo>
                <a:lnTo>
                  <a:pt x="1181100" y="2771775"/>
                </a:lnTo>
                <a:lnTo>
                  <a:pt x="1181100" y="2762250"/>
                </a:lnTo>
                <a:lnTo>
                  <a:pt x="1390650" y="2762250"/>
                </a:lnTo>
                <a:lnTo>
                  <a:pt x="1390650" y="2771775"/>
                </a:lnTo>
                <a:lnTo>
                  <a:pt x="1419225" y="2771775"/>
                </a:lnTo>
                <a:lnTo>
                  <a:pt x="1419225" y="2762250"/>
                </a:lnTo>
                <a:lnTo>
                  <a:pt x="1466850" y="2762250"/>
                </a:lnTo>
                <a:lnTo>
                  <a:pt x="1466850" y="2781300"/>
                </a:lnTo>
                <a:lnTo>
                  <a:pt x="1457325" y="2781300"/>
                </a:lnTo>
                <a:lnTo>
                  <a:pt x="1457325" y="2790825"/>
                </a:lnTo>
                <a:lnTo>
                  <a:pt x="1438275" y="2790825"/>
                </a:lnTo>
                <a:lnTo>
                  <a:pt x="1438275" y="2771775"/>
                </a:lnTo>
                <a:lnTo>
                  <a:pt x="1419225" y="2771775"/>
                </a:lnTo>
                <a:lnTo>
                  <a:pt x="1419225" y="2790825"/>
                </a:lnTo>
                <a:lnTo>
                  <a:pt x="1352550" y="2790825"/>
                </a:lnTo>
                <a:lnTo>
                  <a:pt x="1352550" y="2800350"/>
                </a:lnTo>
                <a:lnTo>
                  <a:pt x="1343025" y="2800350"/>
                </a:lnTo>
                <a:lnTo>
                  <a:pt x="1343025" y="2828925"/>
                </a:lnTo>
                <a:lnTo>
                  <a:pt x="1352550" y="2828925"/>
                </a:lnTo>
                <a:lnTo>
                  <a:pt x="1352550" y="2847975"/>
                </a:lnTo>
                <a:lnTo>
                  <a:pt x="1362075" y="2847975"/>
                </a:lnTo>
                <a:lnTo>
                  <a:pt x="1362075" y="2867025"/>
                </a:lnTo>
                <a:lnTo>
                  <a:pt x="1352550" y="2867025"/>
                </a:lnTo>
                <a:lnTo>
                  <a:pt x="1352550" y="2895600"/>
                </a:lnTo>
                <a:lnTo>
                  <a:pt x="1362075" y="2895600"/>
                </a:lnTo>
                <a:lnTo>
                  <a:pt x="1362075" y="2905125"/>
                </a:lnTo>
                <a:lnTo>
                  <a:pt x="1371600" y="2905125"/>
                </a:lnTo>
                <a:lnTo>
                  <a:pt x="1371600" y="2914650"/>
                </a:lnTo>
                <a:lnTo>
                  <a:pt x="1381125" y="2914650"/>
                </a:lnTo>
                <a:lnTo>
                  <a:pt x="1381125" y="2924175"/>
                </a:lnTo>
                <a:lnTo>
                  <a:pt x="1400175" y="2924175"/>
                </a:lnTo>
                <a:lnTo>
                  <a:pt x="1400175" y="2943225"/>
                </a:lnTo>
                <a:lnTo>
                  <a:pt x="1409700" y="2943225"/>
                </a:lnTo>
                <a:lnTo>
                  <a:pt x="1409700" y="2933700"/>
                </a:lnTo>
                <a:lnTo>
                  <a:pt x="1419225" y="2933700"/>
                </a:lnTo>
                <a:lnTo>
                  <a:pt x="1419225" y="2924175"/>
                </a:lnTo>
                <a:lnTo>
                  <a:pt x="1438275" y="2924175"/>
                </a:lnTo>
                <a:lnTo>
                  <a:pt x="1438275" y="2914650"/>
                </a:lnTo>
                <a:lnTo>
                  <a:pt x="1447800" y="2914650"/>
                </a:lnTo>
                <a:lnTo>
                  <a:pt x="1447800" y="2924175"/>
                </a:lnTo>
                <a:lnTo>
                  <a:pt x="1457325" y="2924175"/>
                </a:lnTo>
                <a:lnTo>
                  <a:pt x="1457325" y="2914650"/>
                </a:lnTo>
                <a:lnTo>
                  <a:pt x="1485900" y="2914650"/>
                </a:lnTo>
                <a:lnTo>
                  <a:pt x="1485900" y="2924175"/>
                </a:lnTo>
                <a:lnTo>
                  <a:pt x="1466850" y="2924175"/>
                </a:lnTo>
                <a:lnTo>
                  <a:pt x="1466850" y="2933700"/>
                </a:lnTo>
                <a:lnTo>
                  <a:pt x="1485900" y="2933700"/>
                </a:lnTo>
                <a:lnTo>
                  <a:pt x="1485900" y="2943225"/>
                </a:lnTo>
                <a:lnTo>
                  <a:pt x="1466850" y="2943225"/>
                </a:lnTo>
                <a:lnTo>
                  <a:pt x="1466850" y="2962275"/>
                </a:lnTo>
                <a:lnTo>
                  <a:pt x="1476375" y="2962275"/>
                </a:lnTo>
                <a:lnTo>
                  <a:pt x="1476375" y="2952750"/>
                </a:lnTo>
                <a:lnTo>
                  <a:pt x="1485900" y="2952750"/>
                </a:lnTo>
                <a:lnTo>
                  <a:pt x="1485900" y="2962275"/>
                </a:lnTo>
                <a:lnTo>
                  <a:pt x="1495425" y="2962275"/>
                </a:lnTo>
                <a:lnTo>
                  <a:pt x="1495425" y="2971800"/>
                </a:lnTo>
                <a:lnTo>
                  <a:pt x="1476375" y="2971800"/>
                </a:lnTo>
                <a:lnTo>
                  <a:pt x="1476375" y="2981325"/>
                </a:lnTo>
                <a:lnTo>
                  <a:pt x="1457325" y="2981325"/>
                </a:lnTo>
                <a:lnTo>
                  <a:pt x="1457325" y="3000375"/>
                </a:lnTo>
                <a:lnTo>
                  <a:pt x="1447800" y="3000375"/>
                </a:lnTo>
                <a:lnTo>
                  <a:pt x="1447800" y="3009900"/>
                </a:lnTo>
                <a:lnTo>
                  <a:pt x="1438275" y="3009900"/>
                </a:lnTo>
                <a:lnTo>
                  <a:pt x="1438275" y="3000375"/>
                </a:lnTo>
                <a:lnTo>
                  <a:pt x="1419225" y="3000375"/>
                </a:lnTo>
                <a:lnTo>
                  <a:pt x="1419225" y="2981325"/>
                </a:lnTo>
                <a:lnTo>
                  <a:pt x="1409700" y="2981325"/>
                </a:lnTo>
                <a:lnTo>
                  <a:pt x="1409700" y="2971800"/>
                </a:lnTo>
                <a:lnTo>
                  <a:pt x="1419225" y="2971800"/>
                </a:lnTo>
                <a:lnTo>
                  <a:pt x="1419225" y="2952750"/>
                </a:lnTo>
                <a:lnTo>
                  <a:pt x="1390650" y="2952750"/>
                </a:lnTo>
                <a:lnTo>
                  <a:pt x="1390650" y="2971800"/>
                </a:lnTo>
                <a:lnTo>
                  <a:pt x="1381125" y="2971800"/>
                </a:lnTo>
                <a:lnTo>
                  <a:pt x="1381125" y="2981325"/>
                </a:lnTo>
                <a:lnTo>
                  <a:pt x="1371600" y="2981325"/>
                </a:lnTo>
                <a:lnTo>
                  <a:pt x="1371600" y="3000375"/>
                </a:lnTo>
                <a:lnTo>
                  <a:pt x="1352550" y="3000375"/>
                </a:lnTo>
                <a:lnTo>
                  <a:pt x="1352550" y="2943225"/>
                </a:lnTo>
                <a:lnTo>
                  <a:pt x="1343025" y="2943225"/>
                </a:lnTo>
                <a:lnTo>
                  <a:pt x="1343025" y="2933700"/>
                </a:lnTo>
                <a:lnTo>
                  <a:pt x="1333500" y="2933700"/>
                </a:lnTo>
                <a:lnTo>
                  <a:pt x="1333500" y="2914650"/>
                </a:lnTo>
                <a:lnTo>
                  <a:pt x="1314450" y="2914650"/>
                </a:lnTo>
                <a:lnTo>
                  <a:pt x="1314450" y="2905125"/>
                </a:lnTo>
                <a:lnTo>
                  <a:pt x="1295400" y="2905125"/>
                </a:lnTo>
                <a:lnTo>
                  <a:pt x="1295400" y="2895600"/>
                </a:lnTo>
                <a:lnTo>
                  <a:pt x="1285875" y="2895600"/>
                </a:lnTo>
                <a:lnTo>
                  <a:pt x="1285875" y="2857500"/>
                </a:lnTo>
                <a:lnTo>
                  <a:pt x="1228725" y="2857500"/>
                </a:lnTo>
                <a:lnTo>
                  <a:pt x="1228725" y="2847975"/>
                </a:lnTo>
                <a:lnTo>
                  <a:pt x="1209675" y="2847975"/>
                </a:lnTo>
                <a:lnTo>
                  <a:pt x="1209675" y="2867025"/>
                </a:lnTo>
                <a:lnTo>
                  <a:pt x="1190625" y="2867025"/>
                </a:lnTo>
                <a:lnTo>
                  <a:pt x="1190625" y="2876550"/>
                </a:lnTo>
                <a:lnTo>
                  <a:pt x="1209675" y="2876550"/>
                </a:lnTo>
                <a:lnTo>
                  <a:pt x="1209675" y="2886075"/>
                </a:lnTo>
                <a:lnTo>
                  <a:pt x="1247775" y="2886075"/>
                </a:lnTo>
                <a:lnTo>
                  <a:pt x="1247775" y="2876550"/>
                </a:lnTo>
                <a:lnTo>
                  <a:pt x="1257300" y="2876550"/>
                </a:lnTo>
                <a:lnTo>
                  <a:pt x="1257300" y="2886075"/>
                </a:lnTo>
                <a:lnTo>
                  <a:pt x="1247775" y="2886075"/>
                </a:lnTo>
                <a:lnTo>
                  <a:pt x="1247775" y="2895600"/>
                </a:lnTo>
                <a:lnTo>
                  <a:pt x="1209675" y="2895600"/>
                </a:lnTo>
                <a:lnTo>
                  <a:pt x="1209675" y="2933700"/>
                </a:lnTo>
                <a:lnTo>
                  <a:pt x="1190625" y="2933700"/>
                </a:lnTo>
                <a:lnTo>
                  <a:pt x="1190625" y="2924175"/>
                </a:lnTo>
                <a:lnTo>
                  <a:pt x="1181100" y="2924175"/>
                </a:lnTo>
                <a:lnTo>
                  <a:pt x="1181100" y="2933700"/>
                </a:lnTo>
                <a:lnTo>
                  <a:pt x="1171575" y="2933700"/>
                </a:lnTo>
                <a:lnTo>
                  <a:pt x="1171575" y="2924175"/>
                </a:lnTo>
                <a:lnTo>
                  <a:pt x="1162050" y="2924175"/>
                </a:lnTo>
                <a:lnTo>
                  <a:pt x="1162050" y="2914650"/>
                </a:lnTo>
                <a:lnTo>
                  <a:pt x="1143000" y="2914650"/>
                </a:lnTo>
                <a:lnTo>
                  <a:pt x="1143000" y="2924175"/>
                </a:lnTo>
                <a:lnTo>
                  <a:pt x="1114425" y="2924175"/>
                </a:lnTo>
                <a:lnTo>
                  <a:pt x="1114425" y="2943225"/>
                </a:lnTo>
                <a:lnTo>
                  <a:pt x="1104900" y="2943225"/>
                </a:lnTo>
                <a:lnTo>
                  <a:pt x="1104900" y="2952750"/>
                </a:lnTo>
                <a:lnTo>
                  <a:pt x="1095375" y="2952750"/>
                </a:lnTo>
                <a:lnTo>
                  <a:pt x="1095375" y="2914650"/>
                </a:lnTo>
                <a:lnTo>
                  <a:pt x="1076325" y="2914650"/>
                </a:lnTo>
                <a:lnTo>
                  <a:pt x="1076325" y="2933700"/>
                </a:lnTo>
                <a:lnTo>
                  <a:pt x="1066800" y="2933700"/>
                </a:lnTo>
                <a:lnTo>
                  <a:pt x="1066800" y="2905125"/>
                </a:lnTo>
                <a:lnTo>
                  <a:pt x="1076325" y="2905125"/>
                </a:lnTo>
                <a:lnTo>
                  <a:pt x="1076325" y="2895600"/>
                </a:lnTo>
                <a:lnTo>
                  <a:pt x="1066800" y="2895600"/>
                </a:lnTo>
                <a:lnTo>
                  <a:pt x="1066800" y="2886075"/>
                </a:lnTo>
                <a:lnTo>
                  <a:pt x="1076325" y="2886075"/>
                </a:lnTo>
                <a:lnTo>
                  <a:pt x="1076325" y="2876550"/>
                </a:lnTo>
                <a:lnTo>
                  <a:pt x="1047750" y="2876550"/>
                </a:lnTo>
                <a:lnTo>
                  <a:pt x="1047750" y="2886075"/>
                </a:lnTo>
                <a:lnTo>
                  <a:pt x="1038225" y="2886075"/>
                </a:lnTo>
                <a:lnTo>
                  <a:pt x="1038225" y="2914650"/>
                </a:lnTo>
                <a:lnTo>
                  <a:pt x="1019175" y="2914650"/>
                </a:lnTo>
                <a:lnTo>
                  <a:pt x="1019175" y="2924175"/>
                </a:lnTo>
                <a:lnTo>
                  <a:pt x="1028700" y="2924175"/>
                </a:lnTo>
                <a:lnTo>
                  <a:pt x="1028700" y="2943225"/>
                </a:lnTo>
                <a:lnTo>
                  <a:pt x="1057275" y="2943225"/>
                </a:lnTo>
                <a:lnTo>
                  <a:pt x="1057275" y="2952750"/>
                </a:lnTo>
                <a:lnTo>
                  <a:pt x="1047750" y="2952750"/>
                </a:lnTo>
                <a:lnTo>
                  <a:pt x="1047750" y="2971800"/>
                </a:lnTo>
                <a:lnTo>
                  <a:pt x="1028700" y="2971800"/>
                </a:lnTo>
                <a:lnTo>
                  <a:pt x="1028700" y="2962275"/>
                </a:lnTo>
                <a:lnTo>
                  <a:pt x="1009650" y="2962275"/>
                </a:lnTo>
                <a:lnTo>
                  <a:pt x="1009650" y="2981325"/>
                </a:lnTo>
                <a:lnTo>
                  <a:pt x="1000125" y="2981325"/>
                </a:lnTo>
                <a:lnTo>
                  <a:pt x="1000125" y="2914650"/>
                </a:lnTo>
                <a:lnTo>
                  <a:pt x="1009650" y="2914650"/>
                </a:lnTo>
                <a:lnTo>
                  <a:pt x="1009650" y="2905125"/>
                </a:lnTo>
                <a:lnTo>
                  <a:pt x="1019175" y="2905125"/>
                </a:lnTo>
                <a:lnTo>
                  <a:pt x="1019175" y="2886075"/>
                </a:lnTo>
                <a:lnTo>
                  <a:pt x="1009650" y="2886075"/>
                </a:lnTo>
                <a:lnTo>
                  <a:pt x="1009650" y="2876550"/>
                </a:lnTo>
                <a:lnTo>
                  <a:pt x="1019175" y="2876550"/>
                </a:lnTo>
                <a:lnTo>
                  <a:pt x="1019175" y="2867025"/>
                </a:lnTo>
                <a:lnTo>
                  <a:pt x="1028700" y="2867025"/>
                </a:lnTo>
                <a:lnTo>
                  <a:pt x="1028700" y="2828925"/>
                </a:lnTo>
                <a:lnTo>
                  <a:pt x="1019175" y="2828925"/>
                </a:lnTo>
                <a:lnTo>
                  <a:pt x="1019175" y="2809875"/>
                </a:lnTo>
                <a:lnTo>
                  <a:pt x="1009650" y="2809875"/>
                </a:lnTo>
                <a:lnTo>
                  <a:pt x="1009650" y="2838450"/>
                </a:lnTo>
                <a:lnTo>
                  <a:pt x="1000125" y="2838450"/>
                </a:lnTo>
                <a:lnTo>
                  <a:pt x="1000125" y="2828925"/>
                </a:lnTo>
                <a:lnTo>
                  <a:pt x="971550" y="2828925"/>
                </a:lnTo>
                <a:lnTo>
                  <a:pt x="971550" y="2819400"/>
                </a:lnTo>
                <a:lnTo>
                  <a:pt x="962025" y="2819400"/>
                </a:lnTo>
                <a:lnTo>
                  <a:pt x="962025" y="2838450"/>
                </a:lnTo>
                <a:lnTo>
                  <a:pt x="952500" y="2838450"/>
                </a:lnTo>
                <a:lnTo>
                  <a:pt x="952500" y="2847975"/>
                </a:lnTo>
                <a:lnTo>
                  <a:pt x="942975" y="2847975"/>
                </a:lnTo>
                <a:lnTo>
                  <a:pt x="942975" y="2838450"/>
                </a:lnTo>
                <a:lnTo>
                  <a:pt x="933450" y="2838450"/>
                </a:lnTo>
                <a:lnTo>
                  <a:pt x="933450" y="2800350"/>
                </a:lnTo>
                <a:lnTo>
                  <a:pt x="942975" y="2800350"/>
                </a:lnTo>
                <a:lnTo>
                  <a:pt x="942975" y="2771775"/>
                </a:lnTo>
                <a:lnTo>
                  <a:pt x="933450" y="2771775"/>
                </a:lnTo>
                <a:close/>
                <a:moveTo>
                  <a:pt x="1628775" y="2762250"/>
                </a:moveTo>
                <a:lnTo>
                  <a:pt x="1647825" y="2762250"/>
                </a:lnTo>
                <a:lnTo>
                  <a:pt x="1647825" y="2771775"/>
                </a:lnTo>
                <a:lnTo>
                  <a:pt x="1657350" y="2771775"/>
                </a:lnTo>
                <a:lnTo>
                  <a:pt x="1657350" y="2781300"/>
                </a:lnTo>
                <a:lnTo>
                  <a:pt x="1638300" y="2781300"/>
                </a:lnTo>
                <a:lnTo>
                  <a:pt x="1638300" y="2771775"/>
                </a:lnTo>
                <a:lnTo>
                  <a:pt x="1628775" y="2771775"/>
                </a:lnTo>
                <a:close/>
                <a:moveTo>
                  <a:pt x="323850" y="2771775"/>
                </a:moveTo>
                <a:lnTo>
                  <a:pt x="333375" y="2771775"/>
                </a:lnTo>
                <a:lnTo>
                  <a:pt x="333375" y="2781300"/>
                </a:lnTo>
                <a:lnTo>
                  <a:pt x="323850" y="2781300"/>
                </a:lnTo>
                <a:close/>
                <a:moveTo>
                  <a:pt x="342900" y="2771775"/>
                </a:moveTo>
                <a:lnTo>
                  <a:pt x="352425" y="2771775"/>
                </a:lnTo>
                <a:lnTo>
                  <a:pt x="352425" y="2781300"/>
                </a:lnTo>
                <a:lnTo>
                  <a:pt x="342900" y="2781300"/>
                </a:lnTo>
                <a:close/>
                <a:moveTo>
                  <a:pt x="381000" y="2771775"/>
                </a:moveTo>
                <a:lnTo>
                  <a:pt x="390525" y="2771775"/>
                </a:lnTo>
                <a:lnTo>
                  <a:pt x="390525" y="2790825"/>
                </a:lnTo>
                <a:lnTo>
                  <a:pt x="381000" y="2790825"/>
                </a:lnTo>
                <a:close/>
                <a:moveTo>
                  <a:pt x="1495425" y="2771775"/>
                </a:moveTo>
                <a:lnTo>
                  <a:pt x="1504950" y="2771775"/>
                </a:lnTo>
                <a:lnTo>
                  <a:pt x="1504950" y="2790825"/>
                </a:lnTo>
                <a:lnTo>
                  <a:pt x="1495425" y="2790825"/>
                </a:lnTo>
                <a:close/>
                <a:moveTo>
                  <a:pt x="800100" y="2781300"/>
                </a:moveTo>
                <a:lnTo>
                  <a:pt x="809625" y="2781300"/>
                </a:lnTo>
                <a:lnTo>
                  <a:pt x="809625" y="2790825"/>
                </a:lnTo>
                <a:lnTo>
                  <a:pt x="800100" y="2790825"/>
                </a:lnTo>
                <a:close/>
                <a:moveTo>
                  <a:pt x="1514475" y="2781300"/>
                </a:moveTo>
                <a:lnTo>
                  <a:pt x="1533525" y="2781300"/>
                </a:lnTo>
                <a:lnTo>
                  <a:pt x="1533525" y="2790825"/>
                </a:lnTo>
                <a:lnTo>
                  <a:pt x="1514475" y="2790825"/>
                </a:lnTo>
                <a:close/>
                <a:moveTo>
                  <a:pt x="1247775" y="2790825"/>
                </a:moveTo>
                <a:lnTo>
                  <a:pt x="1257300" y="2790825"/>
                </a:lnTo>
                <a:lnTo>
                  <a:pt x="1257300" y="2781300"/>
                </a:lnTo>
                <a:lnTo>
                  <a:pt x="1238250" y="2781300"/>
                </a:lnTo>
                <a:lnTo>
                  <a:pt x="1238250" y="2800350"/>
                </a:lnTo>
                <a:lnTo>
                  <a:pt x="1247775" y="2800350"/>
                </a:lnTo>
                <a:close/>
                <a:moveTo>
                  <a:pt x="1533525" y="2790825"/>
                </a:moveTo>
                <a:lnTo>
                  <a:pt x="1552575" y="2790825"/>
                </a:lnTo>
                <a:lnTo>
                  <a:pt x="1552575" y="2800350"/>
                </a:lnTo>
                <a:lnTo>
                  <a:pt x="1533525" y="2800350"/>
                </a:lnTo>
                <a:close/>
                <a:moveTo>
                  <a:pt x="1571625" y="2790825"/>
                </a:moveTo>
                <a:lnTo>
                  <a:pt x="1600200" y="2790825"/>
                </a:lnTo>
                <a:lnTo>
                  <a:pt x="1600200" y="2800350"/>
                </a:lnTo>
                <a:lnTo>
                  <a:pt x="1571625" y="2800350"/>
                </a:lnTo>
                <a:close/>
                <a:moveTo>
                  <a:pt x="809625" y="2800350"/>
                </a:moveTo>
                <a:lnTo>
                  <a:pt x="819150" y="2800350"/>
                </a:lnTo>
                <a:lnTo>
                  <a:pt x="819150" y="2809875"/>
                </a:lnTo>
                <a:lnTo>
                  <a:pt x="809625" y="2809875"/>
                </a:lnTo>
                <a:close/>
                <a:moveTo>
                  <a:pt x="219075" y="2809875"/>
                </a:moveTo>
                <a:lnTo>
                  <a:pt x="228600" y="2809875"/>
                </a:lnTo>
                <a:lnTo>
                  <a:pt x="228600" y="2819400"/>
                </a:lnTo>
                <a:lnTo>
                  <a:pt x="219075" y="2819400"/>
                </a:lnTo>
                <a:close/>
                <a:moveTo>
                  <a:pt x="828675" y="2809875"/>
                </a:moveTo>
                <a:lnTo>
                  <a:pt x="838200" y="2809875"/>
                </a:lnTo>
                <a:lnTo>
                  <a:pt x="838200" y="2828925"/>
                </a:lnTo>
                <a:lnTo>
                  <a:pt x="828675" y="2828925"/>
                </a:lnTo>
                <a:close/>
                <a:moveTo>
                  <a:pt x="1219200" y="2809875"/>
                </a:moveTo>
                <a:lnTo>
                  <a:pt x="1228725" y="2809875"/>
                </a:lnTo>
                <a:lnTo>
                  <a:pt x="1228725" y="2800350"/>
                </a:lnTo>
                <a:lnTo>
                  <a:pt x="1219200" y="2800350"/>
                </a:lnTo>
                <a:lnTo>
                  <a:pt x="1219200" y="2790825"/>
                </a:lnTo>
                <a:lnTo>
                  <a:pt x="1200150" y="2790825"/>
                </a:lnTo>
                <a:lnTo>
                  <a:pt x="1200150" y="2819400"/>
                </a:lnTo>
                <a:lnTo>
                  <a:pt x="1219200" y="2819400"/>
                </a:lnTo>
                <a:close/>
                <a:moveTo>
                  <a:pt x="1285875" y="2809875"/>
                </a:moveTo>
                <a:lnTo>
                  <a:pt x="1276350" y="2809875"/>
                </a:lnTo>
                <a:lnTo>
                  <a:pt x="1276350" y="2800350"/>
                </a:lnTo>
                <a:lnTo>
                  <a:pt x="1266825" y="2800350"/>
                </a:lnTo>
                <a:lnTo>
                  <a:pt x="1266825" y="2809875"/>
                </a:lnTo>
                <a:lnTo>
                  <a:pt x="1257300" y="2809875"/>
                </a:lnTo>
                <a:lnTo>
                  <a:pt x="1257300" y="2828925"/>
                </a:lnTo>
                <a:lnTo>
                  <a:pt x="1266825" y="2828925"/>
                </a:lnTo>
                <a:lnTo>
                  <a:pt x="1266825" y="2838450"/>
                </a:lnTo>
                <a:lnTo>
                  <a:pt x="1276350" y="2838450"/>
                </a:lnTo>
                <a:lnTo>
                  <a:pt x="1276350" y="2828925"/>
                </a:lnTo>
                <a:lnTo>
                  <a:pt x="1285875" y="2828925"/>
                </a:lnTo>
                <a:close/>
                <a:moveTo>
                  <a:pt x="1285875" y="2809875"/>
                </a:moveTo>
                <a:lnTo>
                  <a:pt x="1295400" y="2809875"/>
                </a:lnTo>
                <a:lnTo>
                  <a:pt x="1295400" y="2828925"/>
                </a:lnTo>
                <a:lnTo>
                  <a:pt x="1314450" y="2828925"/>
                </a:lnTo>
                <a:lnTo>
                  <a:pt x="1314450" y="2809875"/>
                </a:lnTo>
                <a:lnTo>
                  <a:pt x="1304925" y="2809875"/>
                </a:lnTo>
                <a:lnTo>
                  <a:pt x="1304925" y="2800350"/>
                </a:lnTo>
                <a:lnTo>
                  <a:pt x="1285875" y="2800350"/>
                </a:lnTo>
                <a:close/>
                <a:moveTo>
                  <a:pt x="1057275" y="2828925"/>
                </a:moveTo>
                <a:lnTo>
                  <a:pt x="1066800" y="2828925"/>
                </a:lnTo>
                <a:lnTo>
                  <a:pt x="1066800" y="2819400"/>
                </a:lnTo>
                <a:lnTo>
                  <a:pt x="1057275" y="2819400"/>
                </a:lnTo>
                <a:close/>
                <a:moveTo>
                  <a:pt x="1114425" y="2828925"/>
                </a:moveTo>
                <a:lnTo>
                  <a:pt x="1133475" y="2828925"/>
                </a:lnTo>
                <a:lnTo>
                  <a:pt x="1133475" y="2819400"/>
                </a:lnTo>
                <a:lnTo>
                  <a:pt x="1123950" y="2819400"/>
                </a:lnTo>
                <a:lnTo>
                  <a:pt x="1123950" y="2809875"/>
                </a:lnTo>
                <a:lnTo>
                  <a:pt x="1114425" y="2809875"/>
                </a:lnTo>
                <a:close/>
                <a:moveTo>
                  <a:pt x="895350" y="2838450"/>
                </a:moveTo>
                <a:lnTo>
                  <a:pt x="904875" y="2838450"/>
                </a:lnTo>
                <a:lnTo>
                  <a:pt x="904875" y="2847975"/>
                </a:lnTo>
                <a:lnTo>
                  <a:pt x="914400" y="2847975"/>
                </a:lnTo>
                <a:lnTo>
                  <a:pt x="914400" y="2857500"/>
                </a:lnTo>
                <a:lnTo>
                  <a:pt x="895350" y="2857500"/>
                </a:lnTo>
                <a:close/>
                <a:moveTo>
                  <a:pt x="1533525" y="2838450"/>
                </a:moveTo>
                <a:lnTo>
                  <a:pt x="1543050" y="2838450"/>
                </a:lnTo>
                <a:lnTo>
                  <a:pt x="1543050" y="2847975"/>
                </a:lnTo>
                <a:lnTo>
                  <a:pt x="1533525" y="2847975"/>
                </a:lnTo>
                <a:close/>
                <a:moveTo>
                  <a:pt x="933450" y="2847975"/>
                </a:moveTo>
                <a:lnTo>
                  <a:pt x="942975" y="2847975"/>
                </a:lnTo>
                <a:lnTo>
                  <a:pt x="942975" y="2867025"/>
                </a:lnTo>
                <a:lnTo>
                  <a:pt x="962025" y="2867025"/>
                </a:lnTo>
                <a:lnTo>
                  <a:pt x="962025" y="2876550"/>
                </a:lnTo>
                <a:lnTo>
                  <a:pt x="952500" y="2876550"/>
                </a:lnTo>
                <a:lnTo>
                  <a:pt x="952500" y="2886075"/>
                </a:lnTo>
                <a:lnTo>
                  <a:pt x="914400" y="2886075"/>
                </a:lnTo>
                <a:lnTo>
                  <a:pt x="914400" y="2876550"/>
                </a:lnTo>
                <a:lnTo>
                  <a:pt x="885825" y="2876550"/>
                </a:lnTo>
                <a:lnTo>
                  <a:pt x="885825" y="2886075"/>
                </a:lnTo>
                <a:lnTo>
                  <a:pt x="895350" y="2886075"/>
                </a:lnTo>
                <a:lnTo>
                  <a:pt x="895350" y="2895600"/>
                </a:lnTo>
                <a:lnTo>
                  <a:pt x="876300" y="2895600"/>
                </a:lnTo>
                <a:lnTo>
                  <a:pt x="876300" y="2867025"/>
                </a:lnTo>
                <a:lnTo>
                  <a:pt x="885825" y="2867025"/>
                </a:lnTo>
                <a:lnTo>
                  <a:pt x="885825" y="2857500"/>
                </a:lnTo>
                <a:lnTo>
                  <a:pt x="895350" y="2857500"/>
                </a:lnTo>
                <a:lnTo>
                  <a:pt x="895350" y="2867025"/>
                </a:lnTo>
                <a:lnTo>
                  <a:pt x="933450" y="2867025"/>
                </a:lnTo>
                <a:close/>
                <a:moveTo>
                  <a:pt x="1533525" y="2857500"/>
                </a:moveTo>
                <a:lnTo>
                  <a:pt x="1543050" y="2857500"/>
                </a:lnTo>
                <a:lnTo>
                  <a:pt x="1543050" y="2867025"/>
                </a:lnTo>
                <a:lnTo>
                  <a:pt x="1533525" y="2867025"/>
                </a:lnTo>
                <a:close/>
                <a:moveTo>
                  <a:pt x="847725" y="2867025"/>
                </a:moveTo>
                <a:lnTo>
                  <a:pt x="857250" y="2867025"/>
                </a:lnTo>
                <a:lnTo>
                  <a:pt x="857250" y="2876550"/>
                </a:lnTo>
                <a:lnTo>
                  <a:pt x="847725" y="2876550"/>
                </a:lnTo>
                <a:close/>
                <a:moveTo>
                  <a:pt x="1047750" y="2867025"/>
                </a:moveTo>
                <a:lnTo>
                  <a:pt x="1066800" y="2867025"/>
                </a:lnTo>
                <a:lnTo>
                  <a:pt x="1066800" y="2857500"/>
                </a:lnTo>
                <a:lnTo>
                  <a:pt x="1047750" y="2857500"/>
                </a:lnTo>
                <a:close/>
                <a:moveTo>
                  <a:pt x="1085850" y="2867025"/>
                </a:moveTo>
                <a:lnTo>
                  <a:pt x="1095375" y="2867025"/>
                </a:lnTo>
                <a:lnTo>
                  <a:pt x="1095375" y="2857500"/>
                </a:lnTo>
                <a:lnTo>
                  <a:pt x="1085850" y="2857500"/>
                </a:lnTo>
                <a:close/>
                <a:moveTo>
                  <a:pt x="1143000" y="2867025"/>
                </a:moveTo>
                <a:lnTo>
                  <a:pt x="1152525" y="2867025"/>
                </a:lnTo>
                <a:lnTo>
                  <a:pt x="1152525" y="2876550"/>
                </a:lnTo>
                <a:lnTo>
                  <a:pt x="1143000" y="2876550"/>
                </a:lnTo>
                <a:lnTo>
                  <a:pt x="1143000" y="2886075"/>
                </a:lnTo>
                <a:lnTo>
                  <a:pt x="1123950" y="2886075"/>
                </a:lnTo>
                <a:lnTo>
                  <a:pt x="1123950" y="2876550"/>
                </a:lnTo>
                <a:lnTo>
                  <a:pt x="1133475" y="2876550"/>
                </a:lnTo>
                <a:lnTo>
                  <a:pt x="1133475" y="2867025"/>
                </a:lnTo>
                <a:lnTo>
                  <a:pt x="1123950" y="2867025"/>
                </a:lnTo>
                <a:lnTo>
                  <a:pt x="1123950" y="2857500"/>
                </a:lnTo>
                <a:lnTo>
                  <a:pt x="1114425" y="2857500"/>
                </a:lnTo>
                <a:lnTo>
                  <a:pt x="1114425" y="2867025"/>
                </a:lnTo>
                <a:lnTo>
                  <a:pt x="1095375" y="2867025"/>
                </a:lnTo>
                <a:lnTo>
                  <a:pt x="1095375" y="2876550"/>
                </a:lnTo>
                <a:lnTo>
                  <a:pt x="1104900" y="2876550"/>
                </a:lnTo>
                <a:lnTo>
                  <a:pt x="1104900" y="2886075"/>
                </a:lnTo>
                <a:lnTo>
                  <a:pt x="1123950" y="2886075"/>
                </a:lnTo>
                <a:lnTo>
                  <a:pt x="1123950" y="2905125"/>
                </a:lnTo>
                <a:lnTo>
                  <a:pt x="1143000" y="2905125"/>
                </a:lnTo>
                <a:lnTo>
                  <a:pt x="1143000" y="2886075"/>
                </a:lnTo>
                <a:lnTo>
                  <a:pt x="1162050" y="2886075"/>
                </a:lnTo>
                <a:lnTo>
                  <a:pt x="1162050" y="2857500"/>
                </a:lnTo>
                <a:lnTo>
                  <a:pt x="1143000" y="2857500"/>
                </a:lnTo>
                <a:close/>
                <a:moveTo>
                  <a:pt x="1228725" y="2867025"/>
                </a:moveTo>
                <a:lnTo>
                  <a:pt x="1238250" y="2867025"/>
                </a:lnTo>
                <a:lnTo>
                  <a:pt x="1238250" y="2876550"/>
                </a:lnTo>
                <a:lnTo>
                  <a:pt x="1228725" y="2876550"/>
                </a:lnTo>
                <a:close/>
                <a:moveTo>
                  <a:pt x="857250" y="2876550"/>
                </a:moveTo>
                <a:lnTo>
                  <a:pt x="866775" y="2876550"/>
                </a:lnTo>
                <a:lnTo>
                  <a:pt x="866775" y="2886075"/>
                </a:lnTo>
                <a:lnTo>
                  <a:pt x="857250" y="2886075"/>
                </a:lnTo>
                <a:close/>
                <a:moveTo>
                  <a:pt x="466725" y="2886075"/>
                </a:moveTo>
                <a:lnTo>
                  <a:pt x="495300" y="2886075"/>
                </a:lnTo>
                <a:lnTo>
                  <a:pt x="495300" y="2895600"/>
                </a:lnTo>
                <a:lnTo>
                  <a:pt x="504825" y="2895600"/>
                </a:lnTo>
                <a:lnTo>
                  <a:pt x="504825" y="2886075"/>
                </a:lnTo>
                <a:lnTo>
                  <a:pt x="552450" y="2886075"/>
                </a:lnTo>
                <a:lnTo>
                  <a:pt x="552450" y="2895600"/>
                </a:lnTo>
                <a:lnTo>
                  <a:pt x="561975" y="2895600"/>
                </a:lnTo>
                <a:lnTo>
                  <a:pt x="561975" y="2914650"/>
                </a:lnTo>
                <a:lnTo>
                  <a:pt x="552450" y="2914650"/>
                </a:lnTo>
                <a:lnTo>
                  <a:pt x="552450" y="2905125"/>
                </a:lnTo>
                <a:lnTo>
                  <a:pt x="542925" y="2905125"/>
                </a:lnTo>
                <a:lnTo>
                  <a:pt x="542925" y="2895600"/>
                </a:lnTo>
                <a:lnTo>
                  <a:pt x="523875" y="2895600"/>
                </a:lnTo>
                <a:lnTo>
                  <a:pt x="523875" y="2924175"/>
                </a:lnTo>
                <a:lnTo>
                  <a:pt x="504825" y="2924175"/>
                </a:lnTo>
                <a:lnTo>
                  <a:pt x="504825" y="2905125"/>
                </a:lnTo>
                <a:lnTo>
                  <a:pt x="485775" y="2905125"/>
                </a:lnTo>
                <a:lnTo>
                  <a:pt x="485775" y="2914650"/>
                </a:lnTo>
                <a:lnTo>
                  <a:pt x="466725" y="2914650"/>
                </a:lnTo>
                <a:lnTo>
                  <a:pt x="466725" y="2905125"/>
                </a:lnTo>
                <a:lnTo>
                  <a:pt x="457200" y="2905125"/>
                </a:lnTo>
                <a:lnTo>
                  <a:pt x="457200" y="2895600"/>
                </a:lnTo>
                <a:lnTo>
                  <a:pt x="466725" y="2895600"/>
                </a:lnTo>
                <a:close/>
                <a:moveTo>
                  <a:pt x="1314450" y="2886075"/>
                </a:moveTo>
                <a:lnTo>
                  <a:pt x="1333500" y="2886075"/>
                </a:lnTo>
                <a:lnTo>
                  <a:pt x="1333500" y="2867025"/>
                </a:lnTo>
                <a:lnTo>
                  <a:pt x="1323975" y="2867025"/>
                </a:lnTo>
                <a:lnTo>
                  <a:pt x="1323975" y="2857500"/>
                </a:lnTo>
                <a:lnTo>
                  <a:pt x="1304925" y="2857500"/>
                </a:lnTo>
                <a:lnTo>
                  <a:pt x="1304925" y="2867025"/>
                </a:lnTo>
                <a:lnTo>
                  <a:pt x="1295400" y="2867025"/>
                </a:lnTo>
                <a:lnTo>
                  <a:pt x="1295400" y="2895600"/>
                </a:lnTo>
                <a:lnTo>
                  <a:pt x="1314450" y="2895600"/>
                </a:lnTo>
                <a:close/>
                <a:moveTo>
                  <a:pt x="438150" y="2895600"/>
                </a:moveTo>
                <a:lnTo>
                  <a:pt x="447675" y="2895600"/>
                </a:lnTo>
                <a:lnTo>
                  <a:pt x="447675" y="2914650"/>
                </a:lnTo>
                <a:lnTo>
                  <a:pt x="428625" y="2914650"/>
                </a:lnTo>
                <a:lnTo>
                  <a:pt x="428625" y="2905125"/>
                </a:lnTo>
                <a:lnTo>
                  <a:pt x="438150" y="2905125"/>
                </a:lnTo>
                <a:close/>
                <a:moveTo>
                  <a:pt x="676275" y="2895600"/>
                </a:moveTo>
                <a:lnTo>
                  <a:pt x="723900" y="2895600"/>
                </a:lnTo>
                <a:lnTo>
                  <a:pt x="723900" y="2905125"/>
                </a:lnTo>
                <a:lnTo>
                  <a:pt x="714375" y="2905125"/>
                </a:lnTo>
                <a:lnTo>
                  <a:pt x="714375" y="2933700"/>
                </a:lnTo>
                <a:lnTo>
                  <a:pt x="733425" y="2933700"/>
                </a:lnTo>
                <a:lnTo>
                  <a:pt x="733425" y="2943225"/>
                </a:lnTo>
                <a:lnTo>
                  <a:pt x="742950" y="2943225"/>
                </a:lnTo>
                <a:lnTo>
                  <a:pt x="742950" y="2924175"/>
                </a:lnTo>
                <a:lnTo>
                  <a:pt x="733425" y="2924175"/>
                </a:lnTo>
                <a:lnTo>
                  <a:pt x="733425" y="2905125"/>
                </a:lnTo>
                <a:lnTo>
                  <a:pt x="752475" y="2905125"/>
                </a:lnTo>
                <a:lnTo>
                  <a:pt x="752475" y="2895600"/>
                </a:lnTo>
                <a:lnTo>
                  <a:pt x="762000" y="2895600"/>
                </a:lnTo>
                <a:lnTo>
                  <a:pt x="762000" y="2905125"/>
                </a:lnTo>
                <a:lnTo>
                  <a:pt x="781050" y="2905125"/>
                </a:lnTo>
                <a:lnTo>
                  <a:pt x="781050" y="2914650"/>
                </a:lnTo>
                <a:lnTo>
                  <a:pt x="809625" y="2914650"/>
                </a:lnTo>
                <a:lnTo>
                  <a:pt x="809625" y="2905125"/>
                </a:lnTo>
                <a:lnTo>
                  <a:pt x="819150" y="2905125"/>
                </a:lnTo>
                <a:lnTo>
                  <a:pt x="819150" y="2914650"/>
                </a:lnTo>
                <a:lnTo>
                  <a:pt x="838200" y="2914650"/>
                </a:lnTo>
                <a:lnTo>
                  <a:pt x="838200" y="2905125"/>
                </a:lnTo>
                <a:lnTo>
                  <a:pt x="857250" y="2905125"/>
                </a:lnTo>
                <a:lnTo>
                  <a:pt x="857250" y="2924175"/>
                </a:lnTo>
                <a:lnTo>
                  <a:pt x="847725" y="2924175"/>
                </a:lnTo>
                <a:lnTo>
                  <a:pt x="847725" y="2933700"/>
                </a:lnTo>
                <a:lnTo>
                  <a:pt x="838200" y="2933700"/>
                </a:lnTo>
                <a:lnTo>
                  <a:pt x="838200" y="2943225"/>
                </a:lnTo>
                <a:lnTo>
                  <a:pt x="828675" y="2943225"/>
                </a:lnTo>
                <a:lnTo>
                  <a:pt x="828675" y="2952750"/>
                </a:lnTo>
                <a:lnTo>
                  <a:pt x="838200" y="2952750"/>
                </a:lnTo>
                <a:lnTo>
                  <a:pt x="838200" y="2962275"/>
                </a:lnTo>
                <a:lnTo>
                  <a:pt x="857250" y="2962275"/>
                </a:lnTo>
                <a:lnTo>
                  <a:pt x="857250" y="2971800"/>
                </a:lnTo>
                <a:lnTo>
                  <a:pt x="847725" y="2971800"/>
                </a:lnTo>
                <a:lnTo>
                  <a:pt x="847725" y="2981325"/>
                </a:lnTo>
                <a:lnTo>
                  <a:pt x="838200" y="2981325"/>
                </a:lnTo>
                <a:lnTo>
                  <a:pt x="838200" y="2990850"/>
                </a:lnTo>
                <a:lnTo>
                  <a:pt x="847725" y="2990850"/>
                </a:lnTo>
                <a:lnTo>
                  <a:pt x="847725" y="2981325"/>
                </a:lnTo>
                <a:lnTo>
                  <a:pt x="857250" y="2981325"/>
                </a:lnTo>
                <a:lnTo>
                  <a:pt x="857250" y="2990850"/>
                </a:lnTo>
                <a:lnTo>
                  <a:pt x="847725" y="2990850"/>
                </a:lnTo>
                <a:lnTo>
                  <a:pt x="847725" y="3000375"/>
                </a:lnTo>
                <a:lnTo>
                  <a:pt x="819150" y="3000375"/>
                </a:lnTo>
                <a:lnTo>
                  <a:pt x="819150" y="2990850"/>
                </a:lnTo>
                <a:lnTo>
                  <a:pt x="809625" y="2990850"/>
                </a:lnTo>
                <a:lnTo>
                  <a:pt x="809625" y="2981325"/>
                </a:lnTo>
                <a:lnTo>
                  <a:pt x="800100" y="2981325"/>
                </a:lnTo>
                <a:lnTo>
                  <a:pt x="800100" y="2990850"/>
                </a:lnTo>
                <a:lnTo>
                  <a:pt x="790575" y="2990850"/>
                </a:lnTo>
                <a:lnTo>
                  <a:pt x="790575" y="3000375"/>
                </a:lnTo>
                <a:lnTo>
                  <a:pt x="771525" y="3000375"/>
                </a:lnTo>
                <a:lnTo>
                  <a:pt x="771525" y="2952750"/>
                </a:lnTo>
                <a:lnTo>
                  <a:pt x="762000" y="2952750"/>
                </a:lnTo>
                <a:lnTo>
                  <a:pt x="762000" y="2943225"/>
                </a:lnTo>
                <a:lnTo>
                  <a:pt x="742950" y="2943225"/>
                </a:lnTo>
                <a:lnTo>
                  <a:pt x="742950" y="2981325"/>
                </a:lnTo>
                <a:lnTo>
                  <a:pt x="752475" y="2981325"/>
                </a:lnTo>
                <a:lnTo>
                  <a:pt x="752475" y="3000375"/>
                </a:lnTo>
                <a:lnTo>
                  <a:pt x="542925" y="3000375"/>
                </a:lnTo>
                <a:lnTo>
                  <a:pt x="542925" y="2990850"/>
                </a:lnTo>
                <a:lnTo>
                  <a:pt x="514350" y="2990850"/>
                </a:lnTo>
                <a:lnTo>
                  <a:pt x="514350" y="3000375"/>
                </a:lnTo>
                <a:lnTo>
                  <a:pt x="504825" y="3000375"/>
                </a:lnTo>
                <a:lnTo>
                  <a:pt x="504825" y="2990850"/>
                </a:lnTo>
                <a:lnTo>
                  <a:pt x="495300" y="2990850"/>
                </a:lnTo>
                <a:lnTo>
                  <a:pt x="495300" y="2981325"/>
                </a:lnTo>
                <a:lnTo>
                  <a:pt x="504825" y="2981325"/>
                </a:lnTo>
                <a:lnTo>
                  <a:pt x="504825" y="2971800"/>
                </a:lnTo>
                <a:lnTo>
                  <a:pt x="457200" y="2971800"/>
                </a:lnTo>
                <a:lnTo>
                  <a:pt x="457200" y="2981325"/>
                </a:lnTo>
                <a:lnTo>
                  <a:pt x="466725" y="2981325"/>
                </a:lnTo>
                <a:lnTo>
                  <a:pt x="466725" y="2990850"/>
                </a:lnTo>
                <a:lnTo>
                  <a:pt x="447675" y="2990850"/>
                </a:lnTo>
                <a:lnTo>
                  <a:pt x="447675" y="3000375"/>
                </a:lnTo>
                <a:lnTo>
                  <a:pt x="438150" y="3000375"/>
                </a:lnTo>
                <a:lnTo>
                  <a:pt x="438150" y="2990850"/>
                </a:lnTo>
                <a:lnTo>
                  <a:pt x="390525" y="2990850"/>
                </a:lnTo>
                <a:lnTo>
                  <a:pt x="390525" y="2981325"/>
                </a:lnTo>
                <a:lnTo>
                  <a:pt x="381000" y="2981325"/>
                </a:lnTo>
                <a:lnTo>
                  <a:pt x="381000" y="2990850"/>
                </a:lnTo>
                <a:lnTo>
                  <a:pt x="371475" y="2990850"/>
                </a:lnTo>
                <a:lnTo>
                  <a:pt x="371475" y="2981325"/>
                </a:lnTo>
                <a:lnTo>
                  <a:pt x="352425" y="2981325"/>
                </a:lnTo>
                <a:lnTo>
                  <a:pt x="352425" y="2962275"/>
                </a:lnTo>
                <a:lnTo>
                  <a:pt x="371475" y="2962275"/>
                </a:lnTo>
                <a:lnTo>
                  <a:pt x="371475" y="2971800"/>
                </a:lnTo>
                <a:lnTo>
                  <a:pt x="428625" y="2971800"/>
                </a:lnTo>
                <a:lnTo>
                  <a:pt x="428625" y="2962275"/>
                </a:lnTo>
                <a:lnTo>
                  <a:pt x="504825" y="2962275"/>
                </a:lnTo>
                <a:lnTo>
                  <a:pt x="504825" y="2971800"/>
                </a:lnTo>
                <a:lnTo>
                  <a:pt x="533400" y="2971800"/>
                </a:lnTo>
                <a:lnTo>
                  <a:pt x="533400" y="2943225"/>
                </a:lnTo>
                <a:lnTo>
                  <a:pt x="542925" y="2943225"/>
                </a:lnTo>
                <a:lnTo>
                  <a:pt x="542925" y="2952750"/>
                </a:lnTo>
                <a:lnTo>
                  <a:pt x="561975" y="2952750"/>
                </a:lnTo>
                <a:lnTo>
                  <a:pt x="561975" y="2943225"/>
                </a:lnTo>
                <a:lnTo>
                  <a:pt x="581025" y="2943225"/>
                </a:lnTo>
                <a:lnTo>
                  <a:pt x="581025" y="2933700"/>
                </a:lnTo>
                <a:lnTo>
                  <a:pt x="571500" y="2933700"/>
                </a:lnTo>
                <a:lnTo>
                  <a:pt x="571500" y="2924175"/>
                </a:lnTo>
                <a:lnTo>
                  <a:pt x="561975" y="2924175"/>
                </a:lnTo>
                <a:lnTo>
                  <a:pt x="561975" y="2914650"/>
                </a:lnTo>
                <a:lnTo>
                  <a:pt x="590550" y="2914650"/>
                </a:lnTo>
                <a:lnTo>
                  <a:pt x="590550" y="2924175"/>
                </a:lnTo>
                <a:lnTo>
                  <a:pt x="600075" y="2924175"/>
                </a:lnTo>
                <a:lnTo>
                  <a:pt x="600075" y="2943225"/>
                </a:lnTo>
                <a:lnTo>
                  <a:pt x="609600" y="2943225"/>
                </a:lnTo>
                <a:lnTo>
                  <a:pt x="609600" y="2914650"/>
                </a:lnTo>
                <a:lnTo>
                  <a:pt x="619125" y="2914650"/>
                </a:lnTo>
                <a:lnTo>
                  <a:pt x="619125" y="2933700"/>
                </a:lnTo>
                <a:lnTo>
                  <a:pt x="647700" y="2933700"/>
                </a:lnTo>
                <a:lnTo>
                  <a:pt x="647700" y="2914650"/>
                </a:lnTo>
                <a:lnTo>
                  <a:pt x="666750" y="2914650"/>
                </a:lnTo>
                <a:lnTo>
                  <a:pt x="666750" y="2905125"/>
                </a:lnTo>
                <a:lnTo>
                  <a:pt x="676275" y="2905125"/>
                </a:lnTo>
                <a:close/>
                <a:moveTo>
                  <a:pt x="933450" y="2905125"/>
                </a:moveTo>
                <a:lnTo>
                  <a:pt x="952500" y="2905125"/>
                </a:lnTo>
                <a:lnTo>
                  <a:pt x="952500" y="2933700"/>
                </a:lnTo>
                <a:lnTo>
                  <a:pt x="933450" y="2933700"/>
                </a:lnTo>
                <a:close/>
                <a:moveTo>
                  <a:pt x="1495425" y="2905125"/>
                </a:moveTo>
                <a:lnTo>
                  <a:pt x="1504950" y="2905125"/>
                </a:lnTo>
                <a:lnTo>
                  <a:pt x="1504950" y="2914650"/>
                </a:lnTo>
                <a:lnTo>
                  <a:pt x="1495425" y="2914650"/>
                </a:lnTo>
                <a:close/>
                <a:moveTo>
                  <a:pt x="1552575" y="2905125"/>
                </a:moveTo>
                <a:lnTo>
                  <a:pt x="1562100" y="2905125"/>
                </a:lnTo>
                <a:lnTo>
                  <a:pt x="1562100" y="2914650"/>
                </a:lnTo>
                <a:lnTo>
                  <a:pt x="1552575" y="2914650"/>
                </a:lnTo>
                <a:close/>
                <a:moveTo>
                  <a:pt x="1571625" y="2905125"/>
                </a:moveTo>
                <a:lnTo>
                  <a:pt x="1600200" y="2905125"/>
                </a:lnTo>
                <a:lnTo>
                  <a:pt x="1600200" y="2914650"/>
                </a:lnTo>
                <a:lnTo>
                  <a:pt x="1571625" y="2914650"/>
                </a:lnTo>
                <a:close/>
                <a:moveTo>
                  <a:pt x="1685925" y="2905125"/>
                </a:moveTo>
                <a:lnTo>
                  <a:pt x="1695450" y="2905125"/>
                </a:lnTo>
                <a:lnTo>
                  <a:pt x="1695450" y="2924175"/>
                </a:lnTo>
                <a:lnTo>
                  <a:pt x="1685925" y="2924175"/>
                </a:lnTo>
                <a:close/>
                <a:moveTo>
                  <a:pt x="371475" y="2914650"/>
                </a:moveTo>
                <a:lnTo>
                  <a:pt x="381000" y="2914650"/>
                </a:lnTo>
                <a:lnTo>
                  <a:pt x="381000" y="2924175"/>
                </a:lnTo>
                <a:lnTo>
                  <a:pt x="371475" y="2924175"/>
                </a:lnTo>
                <a:close/>
                <a:moveTo>
                  <a:pt x="533400" y="2914650"/>
                </a:moveTo>
                <a:lnTo>
                  <a:pt x="542925" y="2914650"/>
                </a:lnTo>
                <a:lnTo>
                  <a:pt x="542925" y="2924175"/>
                </a:lnTo>
                <a:lnTo>
                  <a:pt x="533400" y="2924175"/>
                </a:lnTo>
                <a:close/>
                <a:moveTo>
                  <a:pt x="523875" y="2924175"/>
                </a:moveTo>
                <a:lnTo>
                  <a:pt x="533400" y="2924175"/>
                </a:lnTo>
                <a:lnTo>
                  <a:pt x="533400" y="2933700"/>
                </a:lnTo>
                <a:lnTo>
                  <a:pt x="523875" y="2933700"/>
                </a:lnTo>
                <a:close/>
                <a:moveTo>
                  <a:pt x="1495425" y="2924175"/>
                </a:moveTo>
                <a:lnTo>
                  <a:pt x="1504950" y="2924175"/>
                </a:lnTo>
                <a:lnTo>
                  <a:pt x="1504950" y="2933700"/>
                </a:lnTo>
                <a:lnTo>
                  <a:pt x="1495425" y="2933700"/>
                </a:lnTo>
                <a:close/>
                <a:moveTo>
                  <a:pt x="1219200" y="2952750"/>
                </a:moveTo>
                <a:lnTo>
                  <a:pt x="1228725" y="2952750"/>
                </a:lnTo>
                <a:lnTo>
                  <a:pt x="1228725" y="2981325"/>
                </a:lnTo>
                <a:lnTo>
                  <a:pt x="1209675" y="2981325"/>
                </a:lnTo>
                <a:lnTo>
                  <a:pt x="1209675" y="3000375"/>
                </a:lnTo>
                <a:lnTo>
                  <a:pt x="1181100" y="3000375"/>
                </a:lnTo>
                <a:lnTo>
                  <a:pt x="1181100" y="2990850"/>
                </a:lnTo>
                <a:lnTo>
                  <a:pt x="1162050" y="2990850"/>
                </a:lnTo>
                <a:lnTo>
                  <a:pt x="1162050" y="2981325"/>
                </a:lnTo>
                <a:lnTo>
                  <a:pt x="1190625" y="2981325"/>
                </a:lnTo>
                <a:lnTo>
                  <a:pt x="1190625" y="2971800"/>
                </a:lnTo>
                <a:lnTo>
                  <a:pt x="1200150" y="2971800"/>
                </a:lnTo>
                <a:lnTo>
                  <a:pt x="1200150" y="2962275"/>
                </a:lnTo>
                <a:lnTo>
                  <a:pt x="1209675" y="2962275"/>
                </a:lnTo>
                <a:lnTo>
                  <a:pt x="1209675" y="2971800"/>
                </a:lnTo>
                <a:lnTo>
                  <a:pt x="1219200" y="2971800"/>
                </a:lnTo>
                <a:close/>
                <a:moveTo>
                  <a:pt x="1685925" y="2952750"/>
                </a:moveTo>
                <a:lnTo>
                  <a:pt x="1695450" y="2952750"/>
                </a:lnTo>
                <a:lnTo>
                  <a:pt x="1695450" y="2962275"/>
                </a:lnTo>
                <a:lnTo>
                  <a:pt x="1714500" y="2962275"/>
                </a:lnTo>
                <a:lnTo>
                  <a:pt x="1714500" y="2971800"/>
                </a:lnTo>
                <a:lnTo>
                  <a:pt x="1704975" y="2971800"/>
                </a:lnTo>
                <a:lnTo>
                  <a:pt x="1704975" y="2981325"/>
                </a:lnTo>
                <a:lnTo>
                  <a:pt x="1695450" y="2981325"/>
                </a:lnTo>
                <a:lnTo>
                  <a:pt x="1695450" y="2971800"/>
                </a:lnTo>
                <a:lnTo>
                  <a:pt x="1685925" y="2971800"/>
                </a:lnTo>
                <a:lnTo>
                  <a:pt x="1685925" y="2990850"/>
                </a:lnTo>
                <a:lnTo>
                  <a:pt x="1666875" y="2990850"/>
                </a:lnTo>
                <a:lnTo>
                  <a:pt x="1666875" y="2971800"/>
                </a:lnTo>
                <a:lnTo>
                  <a:pt x="1676400" y="2971800"/>
                </a:lnTo>
                <a:lnTo>
                  <a:pt x="1676400" y="2962275"/>
                </a:lnTo>
                <a:lnTo>
                  <a:pt x="1685925" y="2962275"/>
                </a:lnTo>
                <a:close/>
                <a:moveTo>
                  <a:pt x="200025" y="2962275"/>
                </a:moveTo>
                <a:lnTo>
                  <a:pt x="209550" y="2962275"/>
                </a:lnTo>
                <a:lnTo>
                  <a:pt x="209550" y="2990850"/>
                </a:lnTo>
                <a:lnTo>
                  <a:pt x="190500" y="2990850"/>
                </a:lnTo>
                <a:lnTo>
                  <a:pt x="190500" y="2971800"/>
                </a:lnTo>
                <a:lnTo>
                  <a:pt x="200025" y="2971800"/>
                </a:lnTo>
                <a:close/>
                <a:moveTo>
                  <a:pt x="295275" y="2962275"/>
                </a:moveTo>
                <a:lnTo>
                  <a:pt x="304800" y="2962275"/>
                </a:lnTo>
                <a:lnTo>
                  <a:pt x="304800" y="2971800"/>
                </a:lnTo>
                <a:lnTo>
                  <a:pt x="295275" y="2971800"/>
                </a:lnTo>
                <a:close/>
                <a:moveTo>
                  <a:pt x="571500" y="2962275"/>
                </a:moveTo>
                <a:lnTo>
                  <a:pt x="590550" y="2962275"/>
                </a:lnTo>
                <a:lnTo>
                  <a:pt x="590550" y="2952750"/>
                </a:lnTo>
                <a:lnTo>
                  <a:pt x="571500" y="2952750"/>
                </a:lnTo>
                <a:close/>
                <a:moveTo>
                  <a:pt x="304800" y="2971800"/>
                </a:moveTo>
                <a:lnTo>
                  <a:pt x="323850" y="2971800"/>
                </a:lnTo>
                <a:lnTo>
                  <a:pt x="323850" y="2981325"/>
                </a:lnTo>
                <a:lnTo>
                  <a:pt x="304800" y="2981325"/>
                </a:lnTo>
                <a:close/>
                <a:moveTo>
                  <a:pt x="866775" y="2971800"/>
                </a:moveTo>
                <a:lnTo>
                  <a:pt x="885825" y="2971800"/>
                </a:lnTo>
                <a:lnTo>
                  <a:pt x="885825" y="2990850"/>
                </a:lnTo>
                <a:lnTo>
                  <a:pt x="876300" y="2990850"/>
                </a:lnTo>
                <a:lnTo>
                  <a:pt x="876300" y="2981325"/>
                </a:lnTo>
                <a:lnTo>
                  <a:pt x="866775" y="2981325"/>
                </a:lnTo>
                <a:close/>
                <a:moveTo>
                  <a:pt x="904875" y="2971800"/>
                </a:moveTo>
                <a:lnTo>
                  <a:pt x="914400" y="2971800"/>
                </a:lnTo>
                <a:lnTo>
                  <a:pt x="914400" y="2990850"/>
                </a:lnTo>
                <a:lnTo>
                  <a:pt x="904875" y="2990850"/>
                </a:lnTo>
                <a:close/>
                <a:moveTo>
                  <a:pt x="962025" y="2981325"/>
                </a:moveTo>
                <a:lnTo>
                  <a:pt x="990600" y="2981325"/>
                </a:lnTo>
                <a:lnTo>
                  <a:pt x="990600" y="2990850"/>
                </a:lnTo>
                <a:lnTo>
                  <a:pt x="962025" y="2990850"/>
                </a:lnTo>
                <a:close/>
                <a:moveTo>
                  <a:pt x="1038225" y="2981325"/>
                </a:moveTo>
                <a:lnTo>
                  <a:pt x="1057275" y="2981325"/>
                </a:lnTo>
                <a:lnTo>
                  <a:pt x="1057275" y="2990850"/>
                </a:lnTo>
                <a:lnTo>
                  <a:pt x="1038225" y="2990850"/>
                </a:lnTo>
                <a:close/>
                <a:moveTo>
                  <a:pt x="1095375" y="2981325"/>
                </a:moveTo>
                <a:lnTo>
                  <a:pt x="1104900" y="2981325"/>
                </a:lnTo>
                <a:lnTo>
                  <a:pt x="1104900" y="2990850"/>
                </a:lnTo>
                <a:lnTo>
                  <a:pt x="1095375" y="2990850"/>
                </a:lnTo>
                <a:close/>
                <a:moveTo>
                  <a:pt x="1114425" y="2981325"/>
                </a:moveTo>
                <a:lnTo>
                  <a:pt x="1133475" y="2981325"/>
                </a:lnTo>
                <a:lnTo>
                  <a:pt x="1133475" y="2990850"/>
                </a:lnTo>
                <a:lnTo>
                  <a:pt x="1162050" y="2990850"/>
                </a:lnTo>
                <a:lnTo>
                  <a:pt x="1162050" y="3000375"/>
                </a:lnTo>
                <a:lnTo>
                  <a:pt x="1123950" y="3000375"/>
                </a:lnTo>
                <a:lnTo>
                  <a:pt x="1123950" y="2990850"/>
                </a:lnTo>
                <a:lnTo>
                  <a:pt x="1114425" y="2990850"/>
                </a:lnTo>
                <a:close/>
                <a:moveTo>
                  <a:pt x="1238250" y="2981325"/>
                </a:moveTo>
                <a:lnTo>
                  <a:pt x="1247775" y="2981325"/>
                </a:lnTo>
                <a:lnTo>
                  <a:pt x="1247775" y="2990850"/>
                </a:lnTo>
                <a:lnTo>
                  <a:pt x="1257300" y="2990850"/>
                </a:lnTo>
                <a:lnTo>
                  <a:pt x="1257300" y="2981325"/>
                </a:lnTo>
                <a:lnTo>
                  <a:pt x="1304925" y="2981325"/>
                </a:lnTo>
                <a:lnTo>
                  <a:pt x="1304925" y="2990850"/>
                </a:lnTo>
                <a:lnTo>
                  <a:pt x="1323975" y="2990850"/>
                </a:lnTo>
                <a:lnTo>
                  <a:pt x="1323975" y="3000375"/>
                </a:lnTo>
                <a:lnTo>
                  <a:pt x="1266825" y="3000375"/>
                </a:lnTo>
                <a:lnTo>
                  <a:pt x="1266825" y="3019425"/>
                </a:lnTo>
                <a:lnTo>
                  <a:pt x="1247775" y="3019425"/>
                </a:lnTo>
                <a:lnTo>
                  <a:pt x="1247775" y="3000375"/>
                </a:lnTo>
                <a:lnTo>
                  <a:pt x="1228725" y="3000375"/>
                </a:lnTo>
                <a:lnTo>
                  <a:pt x="1228725" y="2990850"/>
                </a:lnTo>
                <a:lnTo>
                  <a:pt x="1238250" y="2990850"/>
                </a:lnTo>
                <a:close/>
                <a:moveTo>
                  <a:pt x="1419225" y="2981325"/>
                </a:moveTo>
                <a:lnTo>
                  <a:pt x="1428750" y="2981325"/>
                </a:lnTo>
                <a:lnTo>
                  <a:pt x="1428750" y="2990850"/>
                </a:lnTo>
                <a:lnTo>
                  <a:pt x="1447800" y="2990850"/>
                </a:lnTo>
                <a:lnTo>
                  <a:pt x="1447800" y="2952750"/>
                </a:lnTo>
                <a:lnTo>
                  <a:pt x="1428750" y="2952750"/>
                </a:lnTo>
                <a:lnTo>
                  <a:pt x="1428750" y="2971800"/>
                </a:lnTo>
                <a:lnTo>
                  <a:pt x="1419225" y="2971800"/>
                </a:lnTo>
                <a:close/>
                <a:moveTo>
                  <a:pt x="180975" y="2990850"/>
                </a:moveTo>
                <a:lnTo>
                  <a:pt x="190500" y="2990850"/>
                </a:lnTo>
                <a:lnTo>
                  <a:pt x="190500" y="3000375"/>
                </a:lnTo>
                <a:lnTo>
                  <a:pt x="180975" y="3000375"/>
                </a:lnTo>
                <a:close/>
                <a:moveTo>
                  <a:pt x="600075" y="2990850"/>
                </a:moveTo>
                <a:lnTo>
                  <a:pt x="619125" y="2990850"/>
                </a:lnTo>
                <a:lnTo>
                  <a:pt x="619125" y="2981325"/>
                </a:lnTo>
                <a:lnTo>
                  <a:pt x="600075" y="2981325"/>
                </a:lnTo>
                <a:close/>
                <a:moveTo>
                  <a:pt x="628650" y="2990850"/>
                </a:moveTo>
                <a:lnTo>
                  <a:pt x="657225" y="2990850"/>
                </a:lnTo>
                <a:lnTo>
                  <a:pt x="657225" y="2971800"/>
                </a:lnTo>
                <a:lnTo>
                  <a:pt x="638175" y="2971800"/>
                </a:lnTo>
                <a:lnTo>
                  <a:pt x="638175" y="2981325"/>
                </a:lnTo>
                <a:lnTo>
                  <a:pt x="628650" y="2981325"/>
                </a:lnTo>
                <a:close/>
                <a:moveTo>
                  <a:pt x="695325" y="2990850"/>
                </a:moveTo>
                <a:lnTo>
                  <a:pt x="714375" y="2990850"/>
                </a:lnTo>
                <a:lnTo>
                  <a:pt x="714375" y="2981325"/>
                </a:lnTo>
                <a:lnTo>
                  <a:pt x="695325" y="2981325"/>
                </a:lnTo>
                <a:close/>
                <a:moveTo>
                  <a:pt x="819150" y="2990850"/>
                </a:moveTo>
                <a:lnTo>
                  <a:pt x="828675" y="2990850"/>
                </a:lnTo>
                <a:lnTo>
                  <a:pt x="828675" y="2981325"/>
                </a:lnTo>
                <a:lnTo>
                  <a:pt x="819150" y="2981325"/>
                </a:lnTo>
                <a:close/>
                <a:moveTo>
                  <a:pt x="895350" y="2990850"/>
                </a:moveTo>
                <a:lnTo>
                  <a:pt x="904875" y="2990850"/>
                </a:lnTo>
                <a:lnTo>
                  <a:pt x="904875" y="3000375"/>
                </a:lnTo>
                <a:lnTo>
                  <a:pt x="895350" y="3000375"/>
                </a:lnTo>
                <a:close/>
                <a:moveTo>
                  <a:pt x="1066800" y="2990850"/>
                </a:moveTo>
                <a:lnTo>
                  <a:pt x="1095375" y="2990850"/>
                </a:lnTo>
                <a:lnTo>
                  <a:pt x="1095375" y="3000375"/>
                </a:lnTo>
                <a:lnTo>
                  <a:pt x="1066800" y="3000375"/>
                </a:lnTo>
                <a:close/>
                <a:moveTo>
                  <a:pt x="1514475" y="2990850"/>
                </a:moveTo>
                <a:lnTo>
                  <a:pt x="1533525" y="2990850"/>
                </a:lnTo>
                <a:lnTo>
                  <a:pt x="1533525" y="3000375"/>
                </a:lnTo>
                <a:lnTo>
                  <a:pt x="1514475" y="3000375"/>
                </a:lnTo>
                <a:close/>
                <a:moveTo>
                  <a:pt x="1209675" y="3000375"/>
                </a:moveTo>
                <a:lnTo>
                  <a:pt x="1228725" y="3000375"/>
                </a:lnTo>
                <a:lnTo>
                  <a:pt x="1228725" y="3019425"/>
                </a:lnTo>
                <a:lnTo>
                  <a:pt x="1209675" y="3019425"/>
                </a:lnTo>
                <a:close/>
                <a:moveTo>
                  <a:pt x="1409700" y="3000375"/>
                </a:moveTo>
                <a:lnTo>
                  <a:pt x="1419225" y="3000375"/>
                </a:lnTo>
                <a:lnTo>
                  <a:pt x="1419225" y="3019425"/>
                </a:lnTo>
                <a:lnTo>
                  <a:pt x="1438275" y="3019425"/>
                </a:lnTo>
                <a:lnTo>
                  <a:pt x="1438275" y="3028950"/>
                </a:lnTo>
                <a:lnTo>
                  <a:pt x="1409700" y="3028950"/>
                </a:lnTo>
                <a:lnTo>
                  <a:pt x="1409700" y="3038475"/>
                </a:lnTo>
                <a:lnTo>
                  <a:pt x="1438275" y="3038475"/>
                </a:lnTo>
                <a:lnTo>
                  <a:pt x="1438275" y="3067050"/>
                </a:lnTo>
                <a:lnTo>
                  <a:pt x="1447800" y="3067050"/>
                </a:lnTo>
                <a:lnTo>
                  <a:pt x="1447800" y="3076575"/>
                </a:lnTo>
                <a:lnTo>
                  <a:pt x="1438275" y="3076575"/>
                </a:lnTo>
                <a:lnTo>
                  <a:pt x="1438275" y="3124200"/>
                </a:lnTo>
                <a:lnTo>
                  <a:pt x="1428750" y="3124200"/>
                </a:lnTo>
                <a:lnTo>
                  <a:pt x="1428750" y="3076575"/>
                </a:lnTo>
                <a:lnTo>
                  <a:pt x="1409700" y="3076575"/>
                </a:lnTo>
                <a:lnTo>
                  <a:pt x="1409700" y="3057525"/>
                </a:lnTo>
                <a:lnTo>
                  <a:pt x="1400175" y="3057525"/>
                </a:lnTo>
                <a:lnTo>
                  <a:pt x="1400175" y="3028950"/>
                </a:lnTo>
                <a:lnTo>
                  <a:pt x="1390650" y="3028950"/>
                </a:lnTo>
                <a:lnTo>
                  <a:pt x="1390650" y="3019425"/>
                </a:lnTo>
                <a:lnTo>
                  <a:pt x="1409700" y="3019425"/>
                </a:lnTo>
                <a:close/>
                <a:moveTo>
                  <a:pt x="257175" y="3019425"/>
                </a:moveTo>
                <a:lnTo>
                  <a:pt x="276225" y="3019425"/>
                </a:lnTo>
                <a:lnTo>
                  <a:pt x="276225" y="3038475"/>
                </a:lnTo>
                <a:lnTo>
                  <a:pt x="257175" y="3038475"/>
                </a:lnTo>
                <a:close/>
                <a:moveTo>
                  <a:pt x="285750" y="3019425"/>
                </a:moveTo>
                <a:lnTo>
                  <a:pt x="333375" y="3019425"/>
                </a:lnTo>
                <a:lnTo>
                  <a:pt x="333375" y="3028950"/>
                </a:lnTo>
                <a:lnTo>
                  <a:pt x="314325" y="3028950"/>
                </a:lnTo>
                <a:lnTo>
                  <a:pt x="314325" y="3038475"/>
                </a:lnTo>
                <a:lnTo>
                  <a:pt x="304800" y="3038475"/>
                </a:lnTo>
                <a:lnTo>
                  <a:pt x="304800" y="3028950"/>
                </a:lnTo>
                <a:lnTo>
                  <a:pt x="285750" y="3028950"/>
                </a:lnTo>
                <a:close/>
                <a:moveTo>
                  <a:pt x="390525" y="3019425"/>
                </a:moveTo>
                <a:lnTo>
                  <a:pt x="400050" y="3019425"/>
                </a:lnTo>
                <a:lnTo>
                  <a:pt x="400050" y="3028950"/>
                </a:lnTo>
                <a:lnTo>
                  <a:pt x="419100" y="3028950"/>
                </a:lnTo>
                <a:lnTo>
                  <a:pt x="419100" y="3019425"/>
                </a:lnTo>
                <a:lnTo>
                  <a:pt x="466725" y="3019425"/>
                </a:lnTo>
                <a:lnTo>
                  <a:pt x="466725" y="3057525"/>
                </a:lnTo>
                <a:lnTo>
                  <a:pt x="447675" y="3057525"/>
                </a:lnTo>
                <a:lnTo>
                  <a:pt x="447675" y="3048000"/>
                </a:lnTo>
                <a:lnTo>
                  <a:pt x="438150" y="3048000"/>
                </a:lnTo>
                <a:lnTo>
                  <a:pt x="438150" y="3038475"/>
                </a:lnTo>
                <a:lnTo>
                  <a:pt x="457200" y="3038475"/>
                </a:lnTo>
                <a:lnTo>
                  <a:pt x="457200" y="3028950"/>
                </a:lnTo>
                <a:lnTo>
                  <a:pt x="428625" y="3028950"/>
                </a:lnTo>
                <a:lnTo>
                  <a:pt x="428625" y="3048000"/>
                </a:lnTo>
                <a:lnTo>
                  <a:pt x="419100" y="3048000"/>
                </a:lnTo>
                <a:lnTo>
                  <a:pt x="419100" y="3057525"/>
                </a:lnTo>
                <a:lnTo>
                  <a:pt x="400050" y="3057525"/>
                </a:lnTo>
                <a:lnTo>
                  <a:pt x="400050" y="3076575"/>
                </a:lnTo>
                <a:lnTo>
                  <a:pt x="409575" y="3076575"/>
                </a:lnTo>
                <a:lnTo>
                  <a:pt x="409575" y="3086100"/>
                </a:lnTo>
                <a:lnTo>
                  <a:pt x="428625" y="3086100"/>
                </a:lnTo>
                <a:lnTo>
                  <a:pt x="428625" y="3114675"/>
                </a:lnTo>
                <a:lnTo>
                  <a:pt x="400050" y="3114675"/>
                </a:lnTo>
                <a:lnTo>
                  <a:pt x="400050" y="3124200"/>
                </a:lnTo>
                <a:lnTo>
                  <a:pt x="514350" y="3124200"/>
                </a:lnTo>
                <a:lnTo>
                  <a:pt x="514350" y="3095625"/>
                </a:lnTo>
                <a:lnTo>
                  <a:pt x="533400" y="3095625"/>
                </a:lnTo>
                <a:lnTo>
                  <a:pt x="533400" y="3124200"/>
                </a:lnTo>
                <a:lnTo>
                  <a:pt x="600075" y="3124200"/>
                </a:lnTo>
                <a:lnTo>
                  <a:pt x="600075" y="3133725"/>
                </a:lnTo>
                <a:lnTo>
                  <a:pt x="552450" y="3133725"/>
                </a:lnTo>
                <a:lnTo>
                  <a:pt x="552450" y="3143250"/>
                </a:lnTo>
                <a:lnTo>
                  <a:pt x="542925" y="3143250"/>
                </a:lnTo>
                <a:lnTo>
                  <a:pt x="542925" y="3152775"/>
                </a:lnTo>
                <a:lnTo>
                  <a:pt x="533400" y="3152775"/>
                </a:lnTo>
                <a:lnTo>
                  <a:pt x="533400" y="3162300"/>
                </a:lnTo>
                <a:lnTo>
                  <a:pt x="514350" y="3162300"/>
                </a:lnTo>
                <a:lnTo>
                  <a:pt x="514350" y="3152775"/>
                </a:lnTo>
                <a:lnTo>
                  <a:pt x="504825" y="3152775"/>
                </a:lnTo>
                <a:lnTo>
                  <a:pt x="504825" y="3162300"/>
                </a:lnTo>
                <a:lnTo>
                  <a:pt x="428625" y="3162300"/>
                </a:lnTo>
                <a:lnTo>
                  <a:pt x="428625" y="3171825"/>
                </a:lnTo>
                <a:lnTo>
                  <a:pt x="438150" y="3171825"/>
                </a:lnTo>
                <a:lnTo>
                  <a:pt x="438150" y="3181350"/>
                </a:lnTo>
                <a:lnTo>
                  <a:pt x="428625" y="3181350"/>
                </a:lnTo>
                <a:lnTo>
                  <a:pt x="428625" y="3190875"/>
                </a:lnTo>
                <a:lnTo>
                  <a:pt x="419100" y="3190875"/>
                </a:lnTo>
                <a:lnTo>
                  <a:pt x="419100" y="3200400"/>
                </a:lnTo>
                <a:lnTo>
                  <a:pt x="409575" y="3200400"/>
                </a:lnTo>
                <a:lnTo>
                  <a:pt x="409575" y="3190875"/>
                </a:lnTo>
                <a:lnTo>
                  <a:pt x="400050" y="3190875"/>
                </a:lnTo>
                <a:lnTo>
                  <a:pt x="400050" y="3200400"/>
                </a:lnTo>
                <a:lnTo>
                  <a:pt x="390525" y="3200400"/>
                </a:lnTo>
                <a:lnTo>
                  <a:pt x="390525" y="3228975"/>
                </a:lnTo>
                <a:lnTo>
                  <a:pt x="400050" y="3228975"/>
                </a:lnTo>
                <a:lnTo>
                  <a:pt x="400050" y="3248025"/>
                </a:lnTo>
                <a:lnTo>
                  <a:pt x="390525" y="3248025"/>
                </a:lnTo>
                <a:lnTo>
                  <a:pt x="390525" y="3238500"/>
                </a:lnTo>
                <a:lnTo>
                  <a:pt x="381000" y="3238500"/>
                </a:lnTo>
                <a:lnTo>
                  <a:pt x="381000" y="3248025"/>
                </a:lnTo>
                <a:lnTo>
                  <a:pt x="371475" y="3248025"/>
                </a:lnTo>
                <a:lnTo>
                  <a:pt x="371475" y="3257550"/>
                </a:lnTo>
                <a:lnTo>
                  <a:pt x="276225" y="3257550"/>
                </a:lnTo>
                <a:lnTo>
                  <a:pt x="276225" y="3248025"/>
                </a:lnTo>
                <a:lnTo>
                  <a:pt x="238125" y="3248025"/>
                </a:lnTo>
                <a:lnTo>
                  <a:pt x="238125" y="3257550"/>
                </a:lnTo>
                <a:lnTo>
                  <a:pt x="228600" y="3257550"/>
                </a:lnTo>
                <a:lnTo>
                  <a:pt x="228600" y="3248025"/>
                </a:lnTo>
                <a:lnTo>
                  <a:pt x="219075" y="3248025"/>
                </a:lnTo>
                <a:lnTo>
                  <a:pt x="219075" y="3228975"/>
                </a:lnTo>
                <a:lnTo>
                  <a:pt x="228600" y="3228975"/>
                </a:lnTo>
                <a:lnTo>
                  <a:pt x="228600" y="3219450"/>
                </a:lnTo>
                <a:lnTo>
                  <a:pt x="247650" y="3219450"/>
                </a:lnTo>
                <a:lnTo>
                  <a:pt x="247650" y="3209925"/>
                </a:lnTo>
                <a:lnTo>
                  <a:pt x="266700" y="3209925"/>
                </a:lnTo>
                <a:lnTo>
                  <a:pt x="266700" y="3200400"/>
                </a:lnTo>
                <a:lnTo>
                  <a:pt x="304800" y="3200400"/>
                </a:lnTo>
                <a:lnTo>
                  <a:pt x="304800" y="3190875"/>
                </a:lnTo>
                <a:lnTo>
                  <a:pt x="314325" y="3190875"/>
                </a:lnTo>
                <a:lnTo>
                  <a:pt x="314325" y="3181350"/>
                </a:lnTo>
                <a:lnTo>
                  <a:pt x="323850" y="3181350"/>
                </a:lnTo>
                <a:lnTo>
                  <a:pt x="323850" y="3171825"/>
                </a:lnTo>
                <a:lnTo>
                  <a:pt x="295275" y="3171825"/>
                </a:lnTo>
                <a:lnTo>
                  <a:pt x="295275" y="3162300"/>
                </a:lnTo>
                <a:lnTo>
                  <a:pt x="285750" y="3162300"/>
                </a:lnTo>
                <a:lnTo>
                  <a:pt x="285750" y="3152775"/>
                </a:lnTo>
                <a:lnTo>
                  <a:pt x="257175" y="3152775"/>
                </a:lnTo>
                <a:lnTo>
                  <a:pt x="257175" y="3162300"/>
                </a:lnTo>
                <a:lnTo>
                  <a:pt x="247650" y="3162300"/>
                </a:lnTo>
                <a:lnTo>
                  <a:pt x="247650" y="3143250"/>
                </a:lnTo>
                <a:lnTo>
                  <a:pt x="209550" y="3143250"/>
                </a:lnTo>
                <a:lnTo>
                  <a:pt x="209550" y="3133725"/>
                </a:lnTo>
                <a:lnTo>
                  <a:pt x="228600" y="3133725"/>
                </a:lnTo>
                <a:lnTo>
                  <a:pt x="228600" y="3124200"/>
                </a:lnTo>
                <a:lnTo>
                  <a:pt x="285750" y="3124200"/>
                </a:lnTo>
                <a:lnTo>
                  <a:pt x="285750" y="3114675"/>
                </a:lnTo>
                <a:lnTo>
                  <a:pt x="295275" y="3114675"/>
                </a:lnTo>
                <a:lnTo>
                  <a:pt x="295275" y="3133725"/>
                </a:lnTo>
                <a:lnTo>
                  <a:pt x="304800" y="3133725"/>
                </a:lnTo>
                <a:lnTo>
                  <a:pt x="304800" y="3114675"/>
                </a:lnTo>
                <a:lnTo>
                  <a:pt x="314325" y="3114675"/>
                </a:lnTo>
                <a:lnTo>
                  <a:pt x="314325" y="3095625"/>
                </a:lnTo>
                <a:lnTo>
                  <a:pt x="333375" y="3095625"/>
                </a:lnTo>
                <a:lnTo>
                  <a:pt x="333375" y="3124200"/>
                </a:lnTo>
                <a:lnTo>
                  <a:pt x="342900" y="3124200"/>
                </a:lnTo>
                <a:lnTo>
                  <a:pt x="342900" y="3133725"/>
                </a:lnTo>
                <a:lnTo>
                  <a:pt x="323850" y="3133725"/>
                </a:lnTo>
                <a:lnTo>
                  <a:pt x="323850" y="3162300"/>
                </a:lnTo>
                <a:lnTo>
                  <a:pt x="333375" y="3162300"/>
                </a:lnTo>
                <a:lnTo>
                  <a:pt x="333375" y="3152775"/>
                </a:lnTo>
                <a:lnTo>
                  <a:pt x="352425" y="3152775"/>
                </a:lnTo>
                <a:lnTo>
                  <a:pt x="352425" y="3143250"/>
                </a:lnTo>
                <a:lnTo>
                  <a:pt x="342900" y="3143250"/>
                </a:lnTo>
                <a:lnTo>
                  <a:pt x="342900" y="3133725"/>
                </a:lnTo>
                <a:lnTo>
                  <a:pt x="352425" y="3133725"/>
                </a:lnTo>
                <a:lnTo>
                  <a:pt x="352425" y="3143250"/>
                </a:lnTo>
                <a:lnTo>
                  <a:pt x="361950" y="3143250"/>
                </a:lnTo>
                <a:lnTo>
                  <a:pt x="361950" y="3133725"/>
                </a:lnTo>
                <a:lnTo>
                  <a:pt x="371475" y="3133725"/>
                </a:lnTo>
                <a:lnTo>
                  <a:pt x="371475" y="3124200"/>
                </a:lnTo>
                <a:lnTo>
                  <a:pt x="381000" y="3124200"/>
                </a:lnTo>
                <a:lnTo>
                  <a:pt x="381000" y="3114675"/>
                </a:lnTo>
                <a:lnTo>
                  <a:pt x="390525" y="3114675"/>
                </a:lnTo>
                <a:lnTo>
                  <a:pt x="390525" y="3095625"/>
                </a:lnTo>
                <a:lnTo>
                  <a:pt x="381000" y="3095625"/>
                </a:lnTo>
                <a:lnTo>
                  <a:pt x="381000" y="3086100"/>
                </a:lnTo>
                <a:lnTo>
                  <a:pt x="371475" y="3086100"/>
                </a:lnTo>
                <a:lnTo>
                  <a:pt x="371475" y="3095625"/>
                </a:lnTo>
                <a:lnTo>
                  <a:pt x="361950" y="3095625"/>
                </a:lnTo>
                <a:lnTo>
                  <a:pt x="361950" y="3076575"/>
                </a:lnTo>
                <a:lnTo>
                  <a:pt x="371475" y="3076575"/>
                </a:lnTo>
                <a:lnTo>
                  <a:pt x="371475" y="3057525"/>
                </a:lnTo>
                <a:lnTo>
                  <a:pt x="361950" y="3057525"/>
                </a:lnTo>
                <a:lnTo>
                  <a:pt x="361950" y="3048000"/>
                </a:lnTo>
                <a:lnTo>
                  <a:pt x="352425" y="3048000"/>
                </a:lnTo>
                <a:lnTo>
                  <a:pt x="352425" y="3038475"/>
                </a:lnTo>
                <a:lnTo>
                  <a:pt x="381000" y="3038475"/>
                </a:lnTo>
                <a:lnTo>
                  <a:pt x="381000" y="3057525"/>
                </a:lnTo>
                <a:lnTo>
                  <a:pt x="390525" y="3057525"/>
                </a:lnTo>
                <a:close/>
                <a:moveTo>
                  <a:pt x="542925" y="3019425"/>
                </a:moveTo>
                <a:lnTo>
                  <a:pt x="561975" y="3019425"/>
                </a:lnTo>
                <a:lnTo>
                  <a:pt x="561975" y="3028950"/>
                </a:lnTo>
                <a:lnTo>
                  <a:pt x="542925" y="3028950"/>
                </a:lnTo>
                <a:close/>
                <a:moveTo>
                  <a:pt x="590550" y="3019425"/>
                </a:moveTo>
                <a:lnTo>
                  <a:pt x="695325" y="3019425"/>
                </a:lnTo>
                <a:lnTo>
                  <a:pt x="695325" y="3028950"/>
                </a:lnTo>
                <a:lnTo>
                  <a:pt x="685800" y="3028950"/>
                </a:lnTo>
                <a:lnTo>
                  <a:pt x="685800" y="3038475"/>
                </a:lnTo>
                <a:lnTo>
                  <a:pt x="695325" y="3038475"/>
                </a:lnTo>
                <a:lnTo>
                  <a:pt x="695325" y="3057525"/>
                </a:lnTo>
                <a:lnTo>
                  <a:pt x="676275" y="3057525"/>
                </a:lnTo>
                <a:lnTo>
                  <a:pt x="676275" y="3038475"/>
                </a:lnTo>
                <a:lnTo>
                  <a:pt x="647700" y="3038475"/>
                </a:lnTo>
                <a:lnTo>
                  <a:pt x="647700" y="3028950"/>
                </a:lnTo>
                <a:lnTo>
                  <a:pt x="628650" y="3028950"/>
                </a:lnTo>
                <a:lnTo>
                  <a:pt x="628650" y="3048000"/>
                </a:lnTo>
                <a:lnTo>
                  <a:pt x="609600" y="3048000"/>
                </a:lnTo>
                <a:lnTo>
                  <a:pt x="609600" y="3038475"/>
                </a:lnTo>
                <a:lnTo>
                  <a:pt x="600075" y="3038475"/>
                </a:lnTo>
                <a:lnTo>
                  <a:pt x="600075" y="3028950"/>
                </a:lnTo>
                <a:lnTo>
                  <a:pt x="590550" y="3028950"/>
                </a:lnTo>
                <a:close/>
                <a:moveTo>
                  <a:pt x="714375" y="3019425"/>
                </a:moveTo>
                <a:lnTo>
                  <a:pt x="752475" y="3019425"/>
                </a:lnTo>
                <a:lnTo>
                  <a:pt x="752475" y="3028950"/>
                </a:lnTo>
                <a:lnTo>
                  <a:pt x="742950" y="3028950"/>
                </a:lnTo>
                <a:lnTo>
                  <a:pt x="742950" y="3048000"/>
                </a:lnTo>
                <a:lnTo>
                  <a:pt x="714375" y="3048000"/>
                </a:lnTo>
                <a:close/>
                <a:moveTo>
                  <a:pt x="781050" y="3019425"/>
                </a:moveTo>
                <a:lnTo>
                  <a:pt x="838200" y="3019425"/>
                </a:lnTo>
                <a:lnTo>
                  <a:pt x="838200" y="3028950"/>
                </a:lnTo>
                <a:lnTo>
                  <a:pt x="781050" y="3028950"/>
                </a:lnTo>
                <a:close/>
                <a:moveTo>
                  <a:pt x="885825" y="3019425"/>
                </a:moveTo>
                <a:lnTo>
                  <a:pt x="923925" y="3019425"/>
                </a:lnTo>
                <a:lnTo>
                  <a:pt x="923925" y="3028950"/>
                </a:lnTo>
                <a:lnTo>
                  <a:pt x="885825" y="3028950"/>
                </a:lnTo>
                <a:close/>
                <a:moveTo>
                  <a:pt x="942975" y="3019425"/>
                </a:moveTo>
                <a:lnTo>
                  <a:pt x="952500" y="3019425"/>
                </a:lnTo>
                <a:lnTo>
                  <a:pt x="952500" y="3048000"/>
                </a:lnTo>
                <a:lnTo>
                  <a:pt x="942975" y="3048000"/>
                </a:lnTo>
                <a:lnTo>
                  <a:pt x="942975" y="3038475"/>
                </a:lnTo>
                <a:lnTo>
                  <a:pt x="933450" y="3038475"/>
                </a:lnTo>
                <a:lnTo>
                  <a:pt x="933450" y="3028950"/>
                </a:lnTo>
                <a:lnTo>
                  <a:pt x="942975" y="3028950"/>
                </a:lnTo>
                <a:close/>
                <a:moveTo>
                  <a:pt x="962025" y="3019425"/>
                </a:moveTo>
                <a:lnTo>
                  <a:pt x="990600" y="3019425"/>
                </a:lnTo>
                <a:lnTo>
                  <a:pt x="990600" y="3028950"/>
                </a:lnTo>
                <a:lnTo>
                  <a:pt x="962025" y="3028950"/>
                </a:lnTo>
                <a:close/>
                <a:moveTo>
                  <a:pt x="1162050" y="3019425"/>
                </a:moveTo>
                <a:lnTo>
                  <a:pt x="1181100" y="3019425"/>
                </a:lnTo>
                <a:lnTo>
                  <a:pt x="1181100" y="3028950"/>
                </a:lnTo>
                <a:lnTo>
                  <a:pt x="1162050" y="3028950"/>
                </a:lnTo>
                <a:close/>
                <a:moveTo>
                  <a:pt x="1323975" y="3019425"/>
                </a:moveTo>
                <a:lnTo>
                  <a:pt x="1362075" y="3019425"/>
                </a:lnTo>
                <a:lnTo>
                  <a:pt x="1362075" y="3028950"/>
                </a:lnTo>
                <a:lnTo>
                  <a:pt x="1323975" y="3028950"/>
                </a:lnTo>
                <a:close/>
                <a:moveTo>
                  <a:pt x="1647825" y="3019425"/>
                </a:moveTo>
                <a:lnTo>
                  <a:pt x="1676400" y="3019425"/>
                </a:lnTo>
                <a:lnTo>
                  <a:pt x="1676400" y="3028950"/>
                </a:lnTo>
                <a:lnTo>
                  <a:pt x="1695450" y="3028950"/>
                </a:lnTo>
                <a:lnTo>
                  <a:pt x="1695450" y="3067050"/>
                </a:lnTo>
                <a:lnTo>
                  <a:pt x="1685925" y="3067050"/>
                </a:lnTo>
                <a:lnTo>
                  <a:pt x="1685925" y="3057525"/>
                </a:lnTo>
                <a:lnTo>
                  <a:pt x="1676400" y="3057525"/>
                </a:lnTo>
                <a:lnTo>
                  <a:pt x="1676400" y="3048000"/>
                </a:lnTo>
                <a:lnTo>
                  <a:pt x="1666875" y="3048000"/>
                </a:lnTo>
                <a:lnTo>
                  <a:pt x="1666875" y="3028950"/>
                </a:lnTo>
                <a:lnTo>
                  <a:pt x="1647825" y="3028950"/>
                </a:lnTo>
                <a:close/>
                <a:moveTo>
                  <a:pt x="1704975" y="3019425"/>
                </a:moveTo>
                <a:lnTo>
                  <a:pt x="1714500" y="3019425"/>
                </a:lnTo>
                <a:lnTo>
                  <a:pt x="1714500" y="3057525"/>
                </a:lnTo>
                <a:lnTo>
                  <a:pt x="1704975" y="3057525"/>
                </a:lnTo>
                <a:close/>
                <a:moveTo>
                  <a:pt x="561975" y="3028950"/>
                </a:moveTo>
                <a:lnTo>
                  <a:pt x="571500" y="3028950"/>
                </a:lnTo>
                <a:lnTo>
                  <a:pt x="571500" y="3038475"/>
                </a:lnTo>
                <a:lnTo>
                  <a:pt x="561975" y="3038475"/>
                </a:lnTo>
                <a:close/>
                <a:moveTo>
                  <a:pt x="581025" y="3028950"/>
                </a:moveTo>
                <a:lnTo>
                  <a:pt x="590550" y="3028950"/>
                </a:lnTo>
                <a:lnTo>
                  <a:pt x="590550" y="3038475"/>
                </a:lnTo>
                <a:lnTo>
                  <a:pt x="581025" y="3038475"/>
                </a:lnTo>
                <a:close/>
                <a:moveTo>
                  <a:pt x="1514475" y="3028950"/>
                </a:moveTo>
                <a:lnTo>
                  <a:pt x="1524000" y="3028950"/>
                </a:lnTo>
                <a:lnTo>
                  <a:pt x="1524000" y="3038475"/>
                </a:lnTo>
                <a:lnTo>
                  <a:pt x="1514475" y="3038475"/>
                </a:lnTo>
                <a:close/>
                <a:moveTo>
                  <a:pt x="1000125" y="3038475"/>
                </a:moveTo>
                <a:lnTo>
                  <a:pt x="1019175" y="3038475"/>
                </a:lnTo>
                <a:lnTo>
                  <a:pt x="1019175" y="3057525"/>
                </a:lnTo>
                <a:lnTo>
                  <a:pt x="1009650" y="3057525"/>
                </a:lnTo>
                <a:lnTo>
                  <a:pt x="1009650" y="3048000"/>
                </a:lnTo>
                <a:lnTo>
                  <a:pt x="1000125" y="3048000"/>
                </a:lnTo>
                <a:close/>
                <a:moveTo>
                  <a:pt x="1314450" y="3038475"/>
                </a:moveTo>
                <a:lnTo>
                  <a:pt x="1323975" y="3038475"/>
                </a:lnTo>
                <a:lnTo>
                  <a:pt x="1323975" y="3057525"/>
                </a:lnTo>
                <a:lnTo>
                  <a:pt x="1304925" y="3057525"/>
                </a:lnTo>
                <a:lnTo>
                  <a:pt x="1304925" y="3048000"/>
                </a:lnTo>
                <a:lnTo>
                  <a:pt x="1314450" y="3048000"/>
                </a:lnTo>
                <a:close/>
                <a:moveTo>
                  <a:pt x="781050" y="3057525"/>
                </a:moveTo>
                <a:lnTo>
                  <a:pt x="790575" y="3057525"/>
                </a:lnTo>
                <a:lnTo>
                  <a:pt x="790575" y="3067050"/>
                </a:lnTo>
                <a:lnTo>
                  <a:pt x="800100" y="3067050"/>
                </a:lnTo>
                <a:lnTo>
                  <a:pt x="800100" y="3076575"/>
                </a:lnTo>
                <a:lnTo>
                  <a:pt x="809625" y="3076575"/>
                </a:lnTo>
                <a:lnTo>
                  <a:pt x="809625" y="3095625"/>
                </a:lnTo>
                <a:lnTo>
                  <a:pt x="819150" y="3095625"/>
                </a:lnTo>
                <a:lnTo>
                  <a:pt x="819150" y="3105150"/>
                </a:lnTo>
                <a:lnTo>
                  <a:pt x="809625" y="3105150"/>
                </a:lnTo>
                <a:lnTo>
                  <a:pt x="809625" y="3114675"/>
                </a:lnTo>
                <a:lnTo>
                  <a:pt x="790575" y="3114675"/>
                </a:lnTo>
                <a:lnTo>
                  <a:pt x="790575" y="3133725"/>
                </a:lnTo>
                <a:lnTo>
                  <a:pt x="771525" y="3133725"/>
                </a:lnTo>
                <a:lnTo>
                  <a:pt x="771525" y="3152775"/>
                </a:lnTo>
                <a:lnTo>
                  <a:pt x="790575" y="3152775"/>
                </a:lnTo>
                <a:lnTo>
                  <a:pt x="790575" y="3133725"/>
                </a:lnTo>
                <a:lnTo>
                  <a:pt x="800100" y="3133725"/>
                </a:lnTo>
                <a:lnTo>
                  <a:pt x="800100" y="3124200"/>
                </a:lnTo>
                <a:lnTo>
                  <a:pt x="838200" y="3124200"/>
                </a:lnTo>
                <a:lnTo>
                  <a:pt x="838200" y="3095625"/>
                </a:lnTo>
                <a:lnTo>
                  <a:pt x="847725" y="3095625"/>
                </a:lnTo>
                <a:lnTo>
                  <a:pt x="847725" y="3086100"/>
                </a:lnTo>
                <a:lnTo>
                  <a:pt x="876300" y="3086100"/>
                </a:lnTo>
                <a:lnTo>
                  <a:pt x="876300" y="3095625"/>
                </a:lnTo>
                <a:lnTo>
                  <a:pt x="885825" y="3095625"/>
                </a:lnTo>
                <a:lnTo>
                  <a:pt x="885825" y="3124200"/>
                </a:lnTo>
                <a:lnTo>
                  <a:pt x="904875" y="3124200"/>
                </a:lnTo>
                <a:lnTo>
                  <a:pt x="904875" y="3105150"/>
                </a:lnTo>
                <a:lnTo>
                  <a:pt x="914400" y="3105150"/>
                </a:lnTo>
                <a:lnTo>
                  <a:pt x="914400" y="3114675"/>
                </a:lnTo>
                <a:lnTo>
                  <a:pt x="952500" y="3114675"/>
                </a:lnTo>
                <a:lnTo>
                  <a:pt x="952500" y="3133725"/>
                </a:lnTo>
                <a:lnTo>
                  <a:pt x="971550" y="3133725"/>
                </a:lnTo>
                <a:lnTo>
                  <a:pt x="971550" y="3095625"/>
                </a:lnTo>
                <a:lnTo>
                  <a:pt x="990600" y="3095625"/>
                </a:lnTo>
                <a:lnTo>
                  <a:pt x="990600" y="3105150"/>
                </a:lnTo>
                <a:lnTo>
                  <a:pt x="1009650" y="3105150"/>
                </a:lnTo>
                <a:lnTo>
                  <a:pt x="1009650" y="3124200"/>
                </a:lnTo>
                <a:lnTo>
                  <a:pt x="1019175" y="3124200"/>
                </a:lnTo>
                <a:lnTo>
                  <a:pt x="1019175" y="3143250"/>
                </a:lnTo>
                <a:lnTo>
                  <a:pt x="962025" y="3143250"/>
                </a:lnTo>
                <a:lnTo>
                  <a:pt x="962025" y="3152775"/>
                </a:lnTo>
                <a:lnTo>
                  <a:pt x="933450" y="3152775"/>
                </a:lnTo>
                <a:lnTo>
                  <a:pt x="933450" y="3143250"/>
                </a:lnTo>
                <a:lnTo>
                  <a:pt x="876300" y="3143250"/>
                </a:lnTo>
                <a:lnTo>
                  <a:pt x="876300" y="3133725"/>
                </a:lnTo>
                <a:lnTo>
                  <a:pt x="857250" y="3133725"/>
                </a:lnTo>
                <a:lnTo>
                  <a:pt x="857250" y="3143250"/>
                </a:lnTo>
                <a:lnTo>
                  <a:pt x="838200" y="3143250"/>
                </a:lnTo>
                <a:lnTo>
                  <a:pt x="838200" y="3152775"/>
                </a:lnTo>
                <a:lnTo>
                  <a:pt x="809625" y="3152775"/>
                </a:lnTo>
                <a:lnTo>
                  <a:pt x="809625" y="3162300"/>
                </a:lnTo>
                <a:lnTo>
                  <a:pt x="790575" y="3162300"/>
                </a:lnTo>
                <a:lnTo>
                  <a:pt x="790575" y="3190875"/>
                </a:lnTo>
                <a:lnTo>
                  <a:pt x="800100" y="3190875"/>
                </a:lnTo>
                <a:lnTo>
                  <a:pt x="800100" y="3200400"/>
                </a:lnTo>
                <a:lnTo>
                  <a:pt x="809625" y="3200400"/>
                </a:lnTo>
                <a:lnTo>
                  <a:pt x="809625" y="3209925"/>
                </a:lnTo>
                <a:lnTo>
                  <a:pt x="819150" y="3209925"/>
                </a:lnTo>
                <a:lnTo>
                  <a:pt x="819150" y="3219450"/>
                </a:lnTo>
                <a:lnTo>
                  <a:pt x="866775" y="3219450"/>
                </a:lnTo>
                <a:lnTo>
                  <a:pt x="866775" y="3228975"/>
                </a:lnTo>
                <a:lnTo>
                  <a:pt x="876300" y="3228975"/>
                </a:lnTo>
                <a:lnTo>
                  <a:pt x="876300" y="3238500"/>
                </a:lnTo>
                <a:lnTo>
                  <a:pt x="885825" y="3238500"/>
                </a:lnTo>
                <a:lnTo>
                  <a:pt x="885825" y="3248025"/>
                </a:lnTo>
                <a:lnTo>
                  <a:pt x="895350" y="3248025"/>
                </a:lnTo>
                <a:lnTo>
                  <a:pt x="895350" y="3238500"/>
                </a:lnTo>
                <a:lnTo>
                  <a:pt x="904875" y="3238500"/>
                </a:lnTo>
                <a:lnTo>
                  <a:pt x="904875" y="3257550"/>
                </a:lnTo>
                <a:lnTo>
                  <a:pt x="866775" y="3257550"/>
                </a:lnTo>
                <a:lnTo>
                  <a:pt x="866775" y="3248025"/>
                </a:lnTo>
                <a:lnTo>
                  <a:pt x="838200" y="3248025"/>
                </a:lnTo>
                <a:lnTo>
                  <a:pt x="838200" y="3238500"/>
                </a:lnTo>
                <a:lnTo>
                  <a:pt x="828675" y="3238500"/>
                </a:lnTo>
                <a:lnTo>
                  <a:pt x="828675" y="3248025"/>
                </a:lnTo>
                <a:lnTo>
                  <a:pt x="838200" y="3248025"/>
                </a:lnTo>
                <a:lnTo>
                  <a:pt x="838200" y="3257550"/>
                </a:lnTo>
                <a:lnTo>
                  <a:pt x="762000" y="3257550"/>
                </a:lnTo>
                <a:lnTo>
                  <a:pt x="762000" y="3248025"/>
                </a:lnTo>
                <a:lnTo>
                  <a:pt x="733425" y="3248025"/>
                </a:lnTo>
                <a:lnTo>
                  <a:pt x="733425" y="3267075"/>
                </a:lnTo>
                <a:lnTo>
                  <a:pt x="723900" y="3267075"/>
                </a:lnTo>
                <a:lnTo>
                  <a:pt x="723900" y="3257550"/>
                </a:lnTo>
                <a:lnTo>
                  <a:pt x="704850" y="3257550"/>
                </a:lnTo>
                <a:lnTo>
                  <a:pt x="704850" y="3248025"/>
                </a:lnTo>
                <a:lnTo>
                  <a:pt x="714375" y="3248025"/>
                </a:lnTo>
                <a:lnTo>
                  <a:pt x="714375" y="3238500"/>
                </a:lnTo>
                <a:lnTo>
                  <a:pt x="695325" y="3238500"/>
                </a:lnTo>
                <a:lnTo>
                  <a:pt x="695325" y="3257550"/>
                </a:lnTo>
                <a:lnTo>
                  <a:pt x="657225" y="3257550"/>
                </a:lnTo>
                <a:lnTo>
                  <a:pt x="657225" y="3228975"/>
                </a:lnTo>
                <a:lnTo>
                  <a:pt x="628650" y="3228975"/>
                </a:lnTo>
                <a:lnTo>
                  <a:pt x="628650" y="3209925"/>
                </a:lnTo>
                <a:lnTo>
                  <a:pt x="619125" y="3209925"/>
                </a:lnTo>
                <a:lnTo>
                  <a:pt x="619125" y="3200400"/>
                </a:lnTo>
                <a:lnTo>
                  <a:pt x="647700" y="3200400"/>
                </a:lnTo>
                <a:lnTo>
                  <a:pt x="647700" y="3190875"/>
                </a:lnTo>
                <a:lnTo>
                  <a:pt x="666750" y="3190875"/>
                </a:lnTo>
                <a:lnTo>
                  <a:pt x="666750" y="3209925"/>
                </a:lnTo>
                <a:lnTo>
                  <a:pt x="685800" y="3209925"/>
                </a:lnTo>
                <a:lnTo>
                  <a:pt x="685800" y="3190875"/>
                </a:lnTo>
                <a:lnTo>
                  <a:pt x="676275" y="3190875"/>
                </a:lnTo>
                <a:lnTo>
                  <a:pt x="676275" y="3162300"/>
                </a:lnTo>
                <a:lnTo>
                  <a:pt x="666750" y="3162300"/>
                </a:lnTo>
                <a:lnTo>
                  <a:pt x="666750" y="3152775"/>
                </a:lnTo>
                <a:lnTo>
                  <a:pt x="638175" y="3152775"/>
                </a:lnTo>
                <a:lnTo>
                  <a:pt x="638175" y="3143250"/>
                </a:lnTo>
                <a:lnTo>
                  <a:pt x="609600" y="3143250"/>
                </a:lnTo>
                <a:lnTo>
                  <a:pt x="609600" y="3124200"/>
                </a:lnTo>
                <a:lnTo>
                  <a:pt x="676275" y="3124200"/>
                </a:lnTo>
                <a:lnTo>
                  <a:pt x="676275" y="3114675"/>
                </a:lnTo>
                <a:lnTo>
                  <a:pt x="695325" y="3114675"/>
                </a:lnTo>
                <a:lnTo>
                  <a:pt x="695325" y="3124200"/>
                </a:lnTo>
                <a:lnTo>
                  <a:pt x="733425" y="3124200"/>
                </a:lnTo>
                <a:lnTo>
                  <a:pt x="733425" y="3133725"/>
                </a:lnTo>
                <a:lnTo>
                  <a:pt x="723900" y="3133725"/>
                </a:lnTo>
                <a:lnTo>
                  <a:pt x="723900" y="3143250"/>
                </a:lnTo>
                <a:lnTo>
                  <a:pt x="704850" y="3143250"/>
                </a:lnTo>
                <a:lnTo>
                  <a:pt x="704850" y="3171825"/>
                </a:lnTo>
                <a:lnTo>
                  <a:pt x="695325" y="3171825"/>
                </a:lnTo>
                <a:lnTo>
                  <a:pt x="695325" y="3181350"/>
                </a:lnTo>
                <a:lnTo>
                  <a:pt x="685800" y="3181350"/>
                </a:lnTo>
                <a:lnTo>
                  <a:pt x="685800" y="3190875"/>
                </a:lnTo>
                <a:lnTo>
                  <a:pt x="695325" y="3190875"/>
                </a:lnTo>
                <a:lnTo>
                  <a:pt x="695325" y="3200400"/>
                </a:lnTo>
                <a:lnTo>
                  <a:pt x="704850" y="3200400"/>
                </a:lnTo>
                <a:lnTo>
                  <a:pt x="704850" y="3190875"/>
                </a:lnTo>
                <a:lnTo>
                  <a:pt x="771525" y="3190875"/>
                </a:lnTo>
                <a:lnTo>
                  <a:pt x="771525" y="3171825"/>
                </a:lnTo>
                <a:lnTo>
                  <a:pt x="762000" y="3171825"/>
                </a:lnTo>
                <a:lnTo>
                  <a:pt x="762000" y="3181350"/>
                </a:lnTo>
                <a:lnTo>
                  <a:pt x="742950" y="3181350"/>
                </a:lnTo>
                <a:lnTo>
                  <a:pt x="742950" y="3162300"/>
                </a:lnTo>
                <a:lnTo>
                  <a:pt x="733425" y="3162300"/>
                </a:lnTo>
                <a:lnTo>
                  <a:pt x="733425" y="3143250"/>
                </a:lnTo>
                <a:lnTo>
                  <a:pt x="742950" y="3143250"/>
                </a:lnTo>
                <a:lnTo>
                  <a:pt x="742950" y="3133725"/>
                </a:lnTo>
                <a:lnTo>
                  <a:pt x="762000" y="3133725"/>
                </a:lnTo>
                <a:lnTo>
                  <a:pt x="762000" y="3124200"/>
                </a:lnTo>
                <a:lnTo>
                  <a:pt x="771525" y="3124200"/>
                </a:lnTo>
                <a:lnTo>
                  <a:pt x="771525" y="3095625"/>
                </a:lnTo>
                <a:lnTo>
                  <a:pt x="781050" y="3095625"/>
                </a:lnTo>
                <a:lnTo>
                  <a:pt x="781050" y="3105150"/>
                </a:lnTo>
                <a:lnTo>
                  <a:pt x="800100" y="3105150"/>
                </a:lnTo>
                <a:lnTo>
                  <a:pt x="800100" y="3086100"/>
                </a:lnTo>
                <a:lnTo>
                  <a:pt x="790575" y="3086100"/>
                </a:lnTo>
                <a:lnTo>
                  <a:pt x="790575" y="3076575"/>
                </a:lnTo>
                <a:lnTo>
                  <a:pt x="771525" y="3076575"/>
                </a:lnTo>
                <a:lnTo>
                  <a:pt x="771525" y="3067050"/>
                </a:lnTo>
                <a:lnTo>
                  <a:pt x="781050" y="3067050"/>
                </a:lnTo>
                <a:close/>
                <a:moveTo>
                  <a:pt x="466725" y="3076575"/>
                </a:moveTo>
                <a:lnTo>
                  <a:pt x="476250" y="3076575"/>
                </a:lnTo>
                <a:lnTo>
                  <a:pt x="476250" y="3105150"/>
                </a:lnTo>
                <a:lnTo>
                  <a:pt x="457200" y="3105150"/>
                </a:lnTo>
                <a:lnTo>
                  <a:pt x="457200" y="3086100"/>
                </a:lnTo>
                <a:lnTo>
                  <a:pt x="466725" y="3086100"/>
                </a:lnTo>
                <a:close/>
                <a:moveTo>
                  <a:pt x="1514475" y="3086100"/>
                </a:moveTo>
                <a:lnTo>
                  <a:pt x="1524000" y="3086100"/>
                </a:lnTo>
                <a:lnTo>
                  <a:pt x="1524000" y="3105150"/>
                </a:lnTo>
                <a:lnTo>
                  <a:pt x="1514475" y="3105150"/>
                </a:lnTo>
                <a:close/>
                <a:moveTo>
                  <a:pt x="1685925" y="3086100"/>
                </a:moveTo>
                <a:lnTo>
                  <a:pt x="1695450" y="3086100"/>
                </a:lnTo>
                <a:lnTo>
                  <a:pt x="1695450" y="3095625"/>
                </a:lnTo>
                <a:lnTo>
                  <a:pt x="1685925" y="3095625"/>
                </a:lnTo>
                <a:close/>
                <a:moveTo>
                  <a:pt x="133350" y="3095625"/>
                </a:moveTo>
                <a:lnTo>
                  <a:pt x="142875" y="3095625"/>
                </a:lnTo>
                <a:lnTo>
                  <a:pt x="142875" y="3105150"/>
                </a:lnTo>
                <a:lnTo>
                  <a:pt x="133350" y="3105150"/>
                </a:lnTo>
                <a:close/>
                <a:moveTo>
                  <a:pt x="714375" y="3095625"/>
                </a:moveTo>
                <a:lnTo>
                  <a:pt x="723900" y="3095625"/>
                </a:lnTo>
                <a:lnTo>
                  <a:pt x="723900" y="3105150"/>
                </a:lnTo>
                <a:lnTo>
                  <a:pt x="714375" y="3105150"/>
                </a:lnTo>
                <a:close/>
                <a:moveTo>
                  <a:pt x="1095375" y="3095625"/>
                </a:moveTo>
                <a:lnTo>
                  <a:pt x="1114425" y="3095625"/>
                </a:lnTo>
                <a:lnTo>
                  <a:pt x="1114425" y="3105150"/>
                </a:lnTo>
                <a:lnTo>
                  <a:pt x="1095375" y="3105150"/>
                </a:lnTo>
                <a:close/>
                <a:moveTo>
                  <a:pt x="1666875" y="3095625"/>
                </a:moveTo>
                <a:lnTo>
                  <a:pt x="1685925" y="3095625"/>
                </a:lnTo>
                <a:lnTo>
                  <a:pt x="1685925" y="3114675"/>
                </a:lnTo>
                <a:lnTo>
                  <a:pt x="1657350" y="3114675"/>
                </a:lnTo>
                <a:lnTo>
                  <a:pt x="1657350" y="3105150"/>
                </a:lnTo>
                <a:lnTo>
                  <a:pt x="1666875" y="3105150"/>
                </a:lnTo>
                <a:close/>
                <a:moveTo>
                  <a:pt x="1285875" y="3105150"/>
                </a:moveTo>
                <a:lnTo>
                  <a:pt x="1304925" y="3105150"/>
                </a:lnTo>
                <a:lnTo>
                  <a:pt x="1304925" y="3124200"/>
                </a:lnTo>
                <a:lnTo>
                  <a:pt x="1352550" y="3124200"/>
                </a:lnTo>
                <a:lnTo>
                  <a:pt x="1352550" y="3114675"/>
                </a:lnTo>
                <a:lnTo>
                  <a:pt x="1371600" y="3114675"/>
                </a:lnTo>
                <a:lnTo>
                  <a:pt x="1371600" y="3124200"/>
                </a:lnTo>
                <a:lnTo>
                  <a:pt x="1409700" y="3124200"/>
                </a:lnTo>
                <a:lnTo>
                  <a:pt x="1409700" y="3133725"/>
                </a:lnTo>
                <a:lnTo>
                  <a:pt x="1400175" y="3133725"/>
                </a:lnTo>
                <a:lnTo>
                  <a:pt x="1400175" y="3152775"/>
                </a:lnTo>
                <a:lnTo>
                  <a:pt x="1428750" y="3152775"/>
                </a:lnTo>
                <a:lnTo>
                  <a:pt x="1428750" y="3143250"/>
                </a:lnTo>
                <a:lnTo>
                  <a:pt x="1438275" y="3143250"/>
                </a:lnTo>
                <a:lnTo>
                  <a:pt x="1438275" y="3152775"/>
                </a:lnTo>
                <a:lnTo>
                  <a:pt x="1447800" y="3152775"/>
                </a:lnTo>
                <a:lnTo>
                  <a:pt x="1447800" y="3162300"/>
                </a:lnTo>
                <a:lnTo>
                  <a:pt x="1438275" y="3162300"/>
                </a:lnTo>
                <a:lnTo>
                  <a:pt x="1438275" y="3171825"/>
                </a:lnTo>
                <a:lnTo>
                  <a:pt x="1447800" y="3171825"/>
                </a:lnTo>
                <a:lnTo>
                  <a:pt x="1447800" y="3181350"/>
                </a:lnTo>
                <a:lnTo>
                  <a:pt x="1438275" y="3181350"/>
                </a:lnTo>
                <a:lnTo>
                  <a:pt x="1438275" y="3190875"/>
                </a:lnTo>
                <a:lnTo>
                  <a:pt x="1419225" y="3190875"/>
                </a:lnTo>
                <a:lnTo>
                  <a:pt x="1419225" y="3171825"/>
                </a:lnTo>
                <a:lnTo>
                  <a:pt x="1409700" y="3171825"/>
                </a:lnTo>
                <a:lnTo>
                  <a:pt x="1409700" y="3162300"/>
                </a:lnTo>
                <a:lnTo>
                  <a:pt x="1390650" y="3162300"/>
                </a:lnTo>
                <a:lnTo>
                  <a:pt x="1390650" y="3152775"/>
                </a:lnTo>
                <a:lnTo>
                  <a:pt x="1371600" y="3152775"/>
                </a:lnTo>
                <a:lnTo>
                  <a:pt x="1371600" y="3143250"/>
                </a:lnTo>
                <a:lnTo>
                  <a:pt x="1362075" y="3143250"/>
                </a:lnTo>
                <a:lnTo>
                  <a:pt x="1362075" y="3152775"/>
                </a:lnTo>
                <a:lnTo>
                  <a:pt x="1352550" y="3152775"/>
                </a:lnTo>
                <a:lnTo>
                  <a:pt x="1352550" y="3143250"/>
                </a:lnTo>
                <a:lnTo>
                  <a:pt x="1343025" y="3143250"/>
                </a:lnTo>
                <a:lnTo>
                  <a:pt x="1343025" y="3152775"/>
                </a:lnTo>
                <a:lnTo>
                  <a:pt x="1333500" y="3152775"/>
                </a:lnTo>
                <a:lnTo>
                  <a:pt x="1333500" y="3133725"/>
                </a:lnTo>
                <a:lnTo>
                  <a:pt x="1323975" y="3133725"/>
                </a:lnTo>
                <a:lnTo>
                  <a:pt x="1323975" y="3152775"/>
                </a:lnTo>
                <a:lnTo>
                  <a:pt x="1285875" y="3152775"/>
                </a:lnTo>
                <a:lnTo>
                  <a:pt x="1285875" y="3133725"/>
                </a:lnTo>
                <a:lnTo>
                  <a:pt x="1238250" y="3133725"/>
                </a:lnTo>
                <a:lnTo>
                  <a:pt x="1238250" y="3143250"/>
                </a:lnTo>
                <a:lnTo>
                  <a:pt x="1219200" y="3143250"/>
                </a:lnTo>
                <a:lnTo>
                  <a:pt x="1219200" y="3133725"/>
                </a:lnTo>
                <a:lnTo>
                  <a:pt x="1228725" y="3133725"/>
                </a:lnTo>
                <a:lnTo>
                  <a:pt x="1228725" y="3124200"/>
                </a:lnTo>
                <a:lnTo>
                  <a:pt x="1257300" y="3124200"/>
                </a:lnTo>
                <a:lnTo>
                  <a:pt x="1257300" y="3114675"/>
                </a:lnTo>
                <a:lnTo>
                  <a:pt x="1276350" y="3114675"/>
                </a:lnTo>
                <a:lnTo>
                  <a:pt x="1276350" y="3124200"/>
                </a:lnTo>
                <a:lnTo>
                  <a:pt x="1285875" y="3124200"/>
                </a:lnTo>
                <a:close/>
                <a:moveTo>
                  <a:pt x="1533525" y="3105150"/>
                </a:moveTo>
                <a:lnTo>
                  <a:pt x="1552575" y="3105150"/>
                </a:lnTo>
                <a:lnTo>
                  <a:pt x="1552575" y="3133725"/>
                </a:lnTo>
                <a:lnTo>
                  <a:pt x="1533525" y="3133725"/>
                </a:lnTo>
                <a:lnTo>
                  <a:pt x="1533525" y="3124200"/>
                </a:lnTo>
                <a:lnTo>
                  <a:pt x="1543050" y="3124200"/>
                </a:lnTo>
                <a:lnTo>
                  <a:pt x="1543050" y="3114675"/>
                </a:lnTo>
                <a:lnTo>
                  <a:pt x="1533525" y="3114675"/>
                </a:lnTo>
                <a:close/>
                <a:moveTo>
                  <a:pt x="847725" y="3114675"/>
                </a:moveTo>
                <a:lnTo>
                  <a:pt x="857250" y="3114675"/>
                </a:lnTo>
                <a:lnTo>
                  <a:pt x="857250" y="3124200"/>
                </a:lnTo>
                <a:lnTo>
                  <a:pt x="866775" y="3124200"/>
                </a:lnTo>
                <a:lnTo>
                  <a:pt x="866775" y="3095625"/>
                </a:lnTo>
                <a:lnTo>
                  <a:pt x="847725" y="3095625"/>
                </a:lnTo>
                <a:close/>
                <a:moveTo>
                  <a:pt x="1028700" y="3114675"/>
                </a:moveTo>
                <a:lnTo>
                  <a:pt x="1047750" y="3114675"/>
                </a:lnTo>
                <a:lnTo>
                  <a:pt x="1047750" y="3124200"/>
                </a:lnTo>
                <a:lnTo>
                  <a:pt x="1028700" y="3124200"/>
                </a:lnTo>
                <a:close/>
                <a:moveTo>
                  <a:pt x="1152525" y="3114675"/>
                </a:moveTo>
                <a:lnTo>
                  <a:pt x="1162050" y="3114675"/>
                </a:lnTo>
                <a:lnTo>
                  <a:pt x="1162050" y="3124200"/>
                </a:lnTo>
                <a:lnTo>
                  <a:pt x="1181100" y="3124200"/>
                </a:lnTo>
                <a:lnTo>
                  <a:pt x="1181100" y="3133725"/>
                </a:lnTo>
                <a:lnTo>
                  <a:pt x="1171575" y="3133725"/>
                </a:lnTo>
                <a:lnTo>
                  <a:pt x="1171575" y="3143250"/>
                </a:lnTo>
                <a:lnTo>
                  <a:pt x="1133475" y="3143250"/>
                </a:lnTo>
                <a:lnTo>
                  <a:pt x="1133475" y="3133725"/>
                </a:lnTo>
                <a:lnTo>
                  <a:pt x="1152525" y="3133725"/>
                </a:lnTo>
                <a:close/>
                <a:moveTo>
                  <a:pt x="133350" y="3124200"/>
                </a:moveTo>
                <a:lnTo>
                  <a:pt x="142875" y="3124200"/>
                </a:lnTo>
                <a:lnTo>
                  <a:pt x="142875" y="3143250"/>
                </a:lnTo>
                <a:lnTo>
                  <a:pt x="133350" y="3143250"/>
                </a:lnTo>
                <a:close/>
                <a:moveTo>
                  <a:pt x="981075" y="3124200"/>
                </a:moveTo>
                <a:lnTo>
                  <a:pt x="1000125" y="3124200"/>
                </a:lnTo>
                <a:lnTo>
                  <a:pt x="1000125" y="3114675"/>
                </a:lnTo>
                <a:lnTo>
                  <a:pt x="981075" y="3114675"/>
                </a:lnTo>
                <a:close/>
                <a:moveTo>
                  <a:pt x="1095375" y="3124200"/>
                </a:moveTo>
                <a:lnTo>
                  <a:pt x="1114425" y="3124200"/>
                </a:lnTo>
                <a:lnTo>
                  <a:pt x="1114425" y="3143250"/>
                </a:lnTo>
                <a:lnTo>
                  <a:pt x="1095375" y="3143250"/>
                </a:lnTo>
                <a:close/>
                <a:moveTo>
                  <a:pt x="1190625" y="3124200"/>
                </a:moveTo>
                <a:lnTo>
                  <a:pt x="1209675" y="3124200"/>
                </a:lnTo>
                <a:lnTo>
                  <a:pt x="1209675" y="3133725"/>
                </a:lnTo>
                <a:lnTo>
                  <a:pt x="1190625" y="3133725"/>
                </a:lnTo>
                <a:close/>
                <a:moveTo>
                  <a:pt x="1419225" y="3124200"/>
                </a:moveTo>
                <a:lnTo>
                  <a:pt x="1428750" y="3124200"/>
                </a:lnTo>
                <a:lnTo>
                  <a:pt x="1428750" y="3133725"/>
                </a:lnTo>
                <a:lnTo>
                  <a:pt x="1419225" y="3133725"/>
                </a:lnTo>
                <a:close/>
                <a:moveTo>
                  <a:pt x="1638300" y="3124200"/>
                </a:moveTo>
                <a:lnTo>
                  <a:pt x="1676400" y="3124200"/>
                </a:lnTo>
                <a:lnTo>
                  <a:pt x="1676400" y="3133725"/>
                </a:lnTo>
                <a:lnTo>
                  <a:pt x="1685925" y="3133725"/>
                </a:lnTo>
                <a:lnTo>
                  <a:pt x="1685925" y="3124200"/>
                </a:lnTo>
                <a:lnTo>
                  <a:pt x="1695450" y="3124200"/>
                </a:lnTo>
                <a:lnTo>
                  <a:pt x="1695450" y="3162300"/>
                </a:lnTo>
                <a:lnTo>
                  <a:pt x="1676400" y="3162300"/>
                </a:lnTo>
                <a:lnTo>
                  <a:pt x="1676400" y="3152775"/>
                </a:lnTo>
                <a:lnTo>
                  <a:pt x="1666875" y="3152775"/>
                </a:lnTo>
                <a:lnTo>
                  <a:pt x="1666875" y="3143250"/>
                </a:lnTo>
                <a:lnTo>
                  <a:pt x="1657350" y="3143250"/>
                </a:lnTo>
                <a:lnTo>
                  <a:pt x="1657350" y="3152775"/>
                </a:lnTo>
                <a:lnTo>
                  <a:pt x="1647825" y="3152775"/>
                </a:lnTo>
                <a:lnTo>
                  <a:pt x="1647825" y="3143250"/>
                </a:lnTo>
                <a:lnTo>
                  <a:pt x="1638300" y="3143250"/>
                </a:lnTo>
                <a:close/>
                <a:moveTo>
                  <a:pt x="1409700" y="3133725"/>
                </a:moveTo>
                <a:lnTo>
                  <a:pt x="1419225" y="3133725"/>
                </a:lnTo>
                <a:lnTo>
                  <a:pt x="1419225" y="3143250"/>
                </a:lnTo>
                <a:lnTo>
                  <a:pt x="1409700" y="3143250"/>
                </a:lnTo>
                <a:close/>
                <a:moveTo>
                  <a:pt x="1543050" y="3143250"/>
                </a:moveTo>
                <a:lnTo>
                  <a:pt x="1571625" y="3143250"/>
                </a:lnTo>
                <a:lnTo>
                  <a:pt x="1571625" y="3152775"/>
                </a:lnTo>
                <a:lnTo>
                  <a:pt x="1543050" y="3152775"/>
                </a:lnTo>
                <a:close/>
                <a:moveTo>
                  <a:pt x="381000" y="3152775"/>
                </a:moveTo>
                <a:lnTo>
                  <a:pt x="390525" y="3152775"/>
                </a:lnTo>
                <a:lnTo>
                  <a:pt x="390525" y="3162300"/>
                </a:lnTo>
                <a:lnTo>
                  <a:pt x="400050" y="3162300"/>
                </a:lnTo>
                <a:lnTo>
                  <a:pt x="400050" y="3171825"/>
                </a:lnTo>
                <a:lnTo>
                  <a:pt x="409575" y="3171825"/>
                </a:lnTo>
                <a:lnTo>
                  <a:pt x="409575" y="3162300"/>
                </a:lnTo>
                <a:lnTo>
                  <a:pt x="419100" y="3162300"/>
                </a:lnTo>
                <a:lnTo>
                  <a:pt x="419100" y="3152775"/>
                </a:lnTo>
                <a:lnTo>
                  <a:pt x="409575" y="3152775"/>
                </a:lnTo>
                <a:lnTo>
                  <a:pt x="409575" y="3133725"/>
                </a:lnTo>
                <a:lnTo>
                  <a:pt x="381000" y="3133725"/>
                </a:lnTo>
                <a:close/>
                <a:moveTo>
                  <a:pt x="447675" y="3152775"/>
                </a:moveTo>
                <a:lnTo>
                  <a:pt x="466725" y="3152775"/>
                </a:lnTo>
                <a:lnTo>
                  <a:pt x="466725" y="3133725"/>
                </a:lnTo>
                <a:lnTo>
                  <a:pt x="447675" y="3133725"/>
                </a:lnTo>
                <a:close/>
                <a:moveTo>
                  <a:pt x="542925" y="3152775"/>
                </a:moveTo>
                <a:lnTo>
                  <a:pt x="571500" y="3152775"/>
                </a:lnTo>
                <a:lnTo>
                  <a:pt x="571500" y="3162300"/>
                </a:lnTo>
                <a:lnTo>
                  <a:pt x="542925" y="3162300"/>
                </a:lnTo>
                <a:close/>
                <a:moveTo>
                  <a:pt x="590550" y="3152775"/>
                </a:moveTo>
                <a:lnTo>
                  <a:pt x="600075" y="3152775"/>
                </a:lnTo>
                <a:lnTo>
                  <a:pt x="600075" y="3162300"/>
                </a:lnTo>
                <a:lnTo>
                  <a:pt x="590550" y="3162300"/>
                </a:lnTo>
                <a:close/>
                <a:moveTo>
                  <a:pt x="609600" y="3152775"/>
                </a:moveTo>
                <a:lnTo>
                  <a:pt x="638175" y="3152775"/>
                </a:lnTo>
                <a:lnTo>
                  <a:pt x="638175" y="3162300"/>
                </a:lnTo>
                <a:lnTo>
                  <a:pt x="609600" y="3162300"/>
                </a:lnTo>
                <a:close/>
                <a:moveTo>
                  <a:pt x="676275" y="3152775"/>
                </a:moveTo>
                <a:lnTo>
                  <a:pt x="695325" y="3152775"/>
                </a:lnTo>
                <a:lnTo>
                  <a:pt x="695325" y="3143250"/>
                </a:lnTo>
                <a:lnTo>
                  <a:pt x="676275" y="3143250"/>
                </a:lnTo>
                <a:close/>
                <a:moveTo>
                  <a:pt x="333375" y="3171825"/>
                </a:moveTo>
                <a:lnTo>
                  <a:pt x="342900" y="3171825"/>
                </a:lnTo>
                <a:lnTo>
                  <a:pt x="342900" y="3162300"/>
                </a:lnTo>
                <a:lnTo>
                  <a:pt x="333375" y="3162300"/>
                </a:lnTo>
                <a:close/>
                <a:moveTo>
                  <a:pt x="457200" y="3181350"/>
                </a:moveTo>
                <a:lnTo>
                  <a:pt x="466725" y="3181350"/>
                </a:lnTo>
                <a:lnTo>
                  <a:pt x="466725" y="3190875"/>
                </a:lnTo>
                <a:lnTo>
                  <a:pt x="485775" y="3190875"/>
                </a:lnTo>
                <a:lnTo>
                  <a:pt x="485775" y="3200400"/>
                </a:lnTo>
                <a:lnTo>
                  <a:pt x="495300" y="3200400"/>
                </a:lnTo>
                <a:lnTo>
                  <a:pt x="495300" y="3209925"/>
                </a:lnTo>
                <a:lnTo>
                  <a:pt x="504825" y="3209925"/>
                </a:lnTo>
                <a:lnTo>
                  <a:pt x="504825" y="3219450"/>
                </a:lnTo>
                <a:lnTo>
                  <a:pt x="514350" y="3219450"/>
                </a:lnTo>
                <a:lnTo>
                  <a:pt x="514350" y="3248025"/>
                </a:lnTo>
                <a:lnTo>
                  <a:pt x="485775" y="3248025"/>
                </a:lnTo>
                <a:lnTo>
                  <a:pt x="485775" y="3257550"/>
                </a:lnTo>
                <a:lnTo>
                  <a:pt x="466725" y="3257550"/>
                </a:lnTo>
                <a:lnTo>
                  <a:pt x="466725" y="3248025"/>
                </a:lnTo>
                <a:lnTo>
                  <a:pt x="438150" y="3248025"/>
                </a:lnTo>
                <a:lnTo>
                  <a:pt x="438150" y="3267075"/>
                </a:lnTo>
                <a:lnTo>
                  <a:pt x="419100" y="3267075"/>
                </a:lnTo>
                <a:lnTo>
                  <a:pt x="419100" y="3248025"/>
                </a:lnTo>
                <a:lnTo>
                  <a:pt x="428625" y="3248025"/>
                </a:lnTo>
                <a:lnTo>
                  <a:pt x="428625" y="3238500"/>
                </a:lnTo>
                <a:lnTo>
                  <a:pt x="419100" y="3238500"/>
                </a:lnTo>
                <a:lnTo>
                  <a:pt x="419100" y="3200400"/>
                </a:lnTo>
                <a:lnTo>
                  <a:pt x="438150" y="3200400"/>
                </a:lnTo>
                <a:lnTo>
                  <a:pt x="438150" y="3190875"/>
                </a:lnTo>
                <a:lnTo>
                  <a:pt x="457200" y="3190875"/>
                </a:lnTo>
                <a:close/>
                <a:moveTo>
                  <a:pt x="1514475" y="3181350"/>
                </a:moveTo>
                <a:lnTo>
                  <a:pt x="1524000" y="3181350"/>
                </a:lnTo>
                <a:lnTo>
                  <a:pt x="1524000" y="3190875"/>
                </a:lnTo>
                <a:lnTo>
                  <a:pt x="1514475" y="3190875"/>
                </a:lnTo>
                <a:close/>
                <a:moveTo>
                  <a:pt x="523875" y="3200400"/>
                </a:moveTo>
                <a:lnTo>
                  <a:pt x="590550" y="3200400"/>
                </a:lnTo>
                <a:lnTo>
                  <a:pt x="590550" y="3228975"/>
                </a:lnTo>
                <a:lnTo>
                  <a:pt x="600075" y="3228975"/>
                </a:lnTo>
                <a:lnTo>
                  <a:pt x="600075" y="3219450"/>
                </a:lnTo>
                <a:lnTo>
                  <a:pt x="619125" y="3219450"/>
                </a:lnTo>
                <a:lnTo>
                  <a:pt x="619125" y="3248025"/>
                </a:lnTo>
                <a:lnTo>
                  <a:pt x="628650" y="3248025"/>
                </a:lnTo>
                <a:lnTo>
                  <a:pt x="628650" y="3257550"/>
                </a:lnTo>
                <a:lnTo>
                  <a:pt x="514350" y="3257550"/>
                </a:lnTo>
                <a:lnTo>
                  <a:pt x="514350" y="3248025"/>
                </a:lnTo>
                <a:lnTo>
                  <a:pt x="542925" y="3248025"/>
                </a:lnTo>
                <a:lnTo>
                  <a:pt x="542925" y="3238500"/>
                </a:lnTo>
                <a:lnTo>
                  <a:pt x="533400" y="3238500"/>
                </a:lnTo>
                <a:lnTo>
                  <a:pt x="533400" y="3209925"/>
                </a:lnTo>
                <a:lnTo>
                  <a:pt x="523875" y="3209925"/>
                </a:lnTo>
                <a:close/>
                <a:moveTo>
                  <a:pt x="600075" y="3200400"/>
                </a:moveTo>
                <a:lnTo>
                  <a:pt x="609600" y="3200400"/>
                </a:lnTo>
                <a:lnTo>
                  <a:pt x="609600" y="3209925"/>
                </a:lnTo>
                <a:lnTo>
                  <a:pt x="600075" y="3209925"/>
                </a:lnTo>
                <a:close/>
                <a:moveTo>
                  <a:pt x="914400" y="3200400"/>
                </a:moveTo>
                <a:lnTo>
                  <a:pt x="923925" y="3200400"/>
                </a:lnTo>
                <a:lnTo>
                  <a:pt x="923925" y="3209925"/>
                </a:lnTo>
                <a:lnTo>
                  <a:pt x="942975" y="3209925"/>
                </a:lnTo>
                <a:lnTo>
                  <a:pt x="942975" y="3228975"/>
                </a:lnTo>
                <a:lnTo>
                  <a:pt x="971550" y="3228975"/>
                </a:lnTo>
                <a:lnTo>
                  <a:pt x="971550" y="3248025"/>
                </a:lnTo>
                <a:lnTo>
                  <a:pt x="952500" y="3248025"/>
                </a:lnTo>
                <a:lnTo>
                  <a:pt x="952500" y="3238500"/>
                </a:lnTo>
                <a:lnTo>
                  <a:pt x="942975" y="3238500"/>
                </a:lnTo>
                <a:lnTo>
                  <a:pt x="942975" y="3248025"/>
                </a:lnTo>
                <a:lnTo>
                  <a:pt x="923925" y="3248025"/>
                </a:lnTo>
                <a:lnTo>
                  <a:pt x="923925" y="3228975"/>
                </a:lnTo>
                <a:lnTo>
                  <a:pt x="914400" y="3228975"/>
                </a:lnTo>
                <a:lnTo>
                  <a:pt x="914400" y="3219450"/>
                </a:lnTo>
                <a:lnTo>
                  <a:pt x="904875" y="3219450"/>
                </a:lnTo>
                <a:lnTo>
                  <a:pt x="904875" y="3209925"/>
                </a:lnTo>
                <a:lnTo>
                  <a:pt x="914400" y="3209925"/>
                </a:lnTo>
                <a:close/>
                <a:moveTo>
                  <a:pt x="1409700" y="3200400"/>
                </a:moveTo>
                <a:lnTo>
                  <a:pt x="1438275" y="3200400"/>
                </a:lnTo>
                <a:lnTo>
                  <a:pt x="1438275" y="3238500"/>
                </a:lnTo>
                <a:lnTo>
                  <a:pt x="1419225" y="3238500"/>
                </a:lnTo>
                <a:lnTo>
                  <a:pt x="1419225" y="3248025"/>
                </a:lnTo>
                <a:lnTo>
                  <a:pt x="1400175" y="3248025"/>
                </a:lnTo>
                <a:lnTo>
                  <a:pt x="1400175" y="3228975"/>
                </a:lnTo>
                <a:lnTo>
                  <a:pt x="1409700" y="3228975"/>
                </a:lnTo>
                <a:close/>
                <a:moveTo>
                  <a:pt x="714375" y="3209925"/>
                </a:moveTo>
                <a:lnTo>
                  <a:pt x="723900" y="3209925"/>
                </a:lnTo>
                <a:lnTo>
                  <a:pt x="723900" y="3219450"/>
                </a:lnTo>
                <a:lnTo>
                  <a:pt x="733425" y="3219450"/>
                </a:lnTo>
                <a:lnTo>
                  <a:pt x="733425" y="3200400"/>
                </a:lnTo>
                <a:lnTo>
                  <a:pt x="714375" y="3200400"/>
                </a:lnTo>
                <a:close/>
                <a:moveTo>
                  <a:pt x="1238250" y="3209925"/>
                </a:moveTo>
                <a:lnTo>
                  <a:pt x="1247775" y="3209925"/>
                </a:lnTo>
                <a:lnTo>
                  <a:pt x="1247775" y="3219450"/>
                </a:lnTo>
                <a:lnTo>
                  <a:pt x="1266825" y="3219450"/>
                </a:lnTo>
                <a:lnTo>
                  <a:pt x="1266825" y="3248025"/>
                </a:lnTo>
                <a:lnTo>
                  <a:pt x="1285875" y="3248025"/>
                </a:lnTo>
                <a:lnTo>
                  <a:pt x="1285875" y="3238500"/>
                </a:lnTo>
                <a:lnTo>
                  <a:pt x="1304925" y="3238500"/>
                </a:lnTo>
                <a:lnTo>
                  <a:pt x="1304925" y="3257550"/>
                </a:lnTo>
                <a:lnTo>
                  <a:pt x="1257300" y="3257550"/>
                </a:lnTo>
                <a:lnTo>
                  <a:pt x="1257300" y="3228975"/>
                </a:lnTo>
                <a:lnTo>
                  <a:pt x="1238250" y="3228975"/>
                </a:lnTo>
                <a:lnTo>
                  <a:pt x="1238250" y="3257550"/>
                </a:lnTo>
                <a:lnTo>
                  <a:pt x="1228725" y="3257550"/>
                </a:lnTo>
                <a:lnTo>
                  <a:pt x="1228725" y="3219450"/>
                </a:lnTo>
                <a:lnTo>
                  <a:pt x="1238250" y="3219450"/>
                </a:lnTo>
                <a:close/>
                <a:moveTo>
                  <a:pt x="1304925" y="3209925"/>
                </a:moveTo>
                <a:lnTo>
                  <a:pt x="1323975" y="3209925"/>
                </a:lnTo>
                <a:lnTo>
                  <a:pt x="1323975" y="3219450"/>
                </a:lnTo>
                <a:lnTo>
                  <a:pt x="1314450" y="3219450"/>
                </a:lnTo>
                <a:lnTo>
                  <a:pt x="1314450" y="3228975"/>
                </a:lnTo>
                <a:lnTo>
                  <a:pt x="1304925" y="3228975"/>
                </a:lnTo>
                <a:close/>
                <a:moveTo>
                  <a:pt x="1171575" y="3219450"/>
                </a:moveTo>
                <a:lnTo>
                  <a:pt x="1200150" y="3219450"/>
                </a:lnTo>
                <a:lnTo>
                  <a:pt x="1200150" y="3228975"/>
                </a:lnTo>
                <a:lnTo>
                  <a:pt x="1190625" y="3228975"/>
                </a:lnTo>
                <a:lnTo>
                  <a:pt x="1190625" y="3248025"/>
                </a:lnTo>
                <a:lnTo>
                  <a:pt x="1162050" y="3248025"/>
                </a:lnTo>
                <a:lnTo>
                  <a:pt x="1162050" y="3228975"/>
                </a:lnTo>
                <a:lnTo>
                  <a:pt x="1171575" y="3228975"/>
                </a:lnTo>
                <a:close/>
                <a:moveTo>
                  <a:pt x="1514475" y="3219450"/>
                </a:moveTo>
                <a:lnTo>
                  <a:pt x="1524000" y="3219450"/>
                </a:lnTo>
                <a:lnTo>
                  <a:pt x="1524000" y="3228975"/>
                </a:lnTo>
                <a:lnTo>
                  <a:pt x="1514475" y="3228975"/>
                </a:lnTo>
                <a:close/>
                <a:moveTo>
                  <a:pt x="1057275" y="3228975"/>
                </a:moveTo>
                <a:lnTo>
                  <a:pt x="1066800" y="3228975"/>
                </a:lnTo>
                <a:lnTo>
                  <a:pt x="1066800" y="3238500"/>
                </a:lnTo>
                <a:lnTo>
                  <a:pt x="1057275" y="3238500"/>
                </a:lnTo>
                <a:close/>
                <a:moveTo>
                  <a:pt x="476250" y="3238500"/>
                </a:moveTo>
                <a:lnTo>
                  <a:pt x="485775" y="3238500"/>
                </a:lnTo>
                <a:lnTo>
                  <a:pt x="485775" y="3219450"/>
                </a:lnTo>
                <a:lnTo>
                  <a:pt x="476250" y="3219450"/>
                </a:lnTo>
                <a:lnTo>
                  <a:pt x="476250" y="3228975"/>
                </a:lnTo>
                <a:lnTo>
                  <a:pt x="466725" y="3228975"/>
                </a:lnTo>
                <a:lnTo>
                  <a:pt x="466725" y="3248025"/>
                </a:lnTo>
                <a:lnTo>
                  <a:pt x="476250" y="3248025"/>
                </a:lnTo>
                <a:close/>
                <a:moveTo>
                  <a:pt x="1000125" y="3238500"/>
                </a:moveTo>
                <a:lnTo>
                  <a:pt x="1009650" y="3238500"/>
                </a:lnTo>
                <a:lnTo>
                  <a:pt x="1009650" y="3248025"/>
                </a:lnTo>
                <a:lnTo>
                  <a:pt x="1000125" y="3248025"/>
                </a:lnTo>
                <a:close/>
                <a:moveTo>
                  <a:pt x="190500" y="3248025"/>
                </a:moveTo>
                <a:lnTo>
                  <a:pt x="200025" y="3248025"/>
                </a:lnTo>
                <a:lnTo>
                  <a:pt x="200025" y="3257550"/>
                </a:lnTo>
                <a:lnTo>
                  <a:pt x="190500" y="3257550"/>
                </a:lnTo>
                <a:close/>
                <a:moveTo>
                  <a:pt x="323850" y="3248025"/>
                </a:moveTo>
                <a:lnTo>
                  <a:pt x="333375" y="3248025"/>
                </a:lnTo>
                <a:lnTo>
                  <a:pt x="333375" y="3238500"/>
                </a:lnTo>
                <a:lnTo>
                  <a:pt x="323850" y="3238500"/>
                </a:lnTo>
                <a:close/>
                <a:moveTo>
                  <a:pt x="400050" y="3248025"/>
                </a:moveTo>
                <a:lnTo>
                  <a:pt x="409575" y="3248025"/>
                </a:lnTo>
                <a:lnTo>
                  <a:pt x="409575" y="3257550"/>
                </a:lnTo>
                <a:lnTo>
                  <a:pt x="400050" y="3257550"/>
                </a:lnTo>
                <a:close/>
                <a:moveTo>
                  <a:pt x="1038225" y="3248025"/>
                </a:moveTo>
                <a:lnTo>
                  <a:pt x="1047750" y="3248025"/>
                </a:lnTo>
                <a:lnTo>
                  <a:pt x="1047750" y="3257550"/>
                </a:lnTo>
                <a:lnTo>
                  <a:pt x="1038225" y="3257550"/>
                </a:lnTo>
                <a:close/>
                <a:moveTo>
                  <a:pt x="1066800" y="3248025"/>
                </a:moveTo>
                <a:lnTo>
                  <a:pt x="1114425" y="3248025"/>
                </a:lnTo>
                <a:lnTo>
                  <a:pt x="1114425" y="3257550"/>
                </a:lnTo>
                <a:lnTo>
                  <a:pt x="1066800" y="3257550"/>
                </a:lnTo>
                <a:close/>
                <a:moveTo>
                  <a:pt x="1143000" y="3248025"/>
                </a:moveTo>
                <a:lnTo>
                  <a:pt x="1162050" y="3248025"/>
                </a:lnTo>
                <a:lnTo>
                  <a:pt x="1162050" y="3257550"/>
                </a:lnTo>
                <a:lnTo>
                  <a:pt x="1143000" y="3257550"/>
                </a:lnTo>
                <a:close/>
                <a:moveTo>
                  <a:pt x="1352550" y="3248025"/>
                </a:moveTo>
                <a:lnTo>
                  <a:pt x="1381125" y="3248025"/>
                </a:lnTo>
                <a:lnTo>
                  <a:pt x="1381125" y="3257550"/>
                </a:lnTo>
                <a:lnTo>
                  <a:pt x="1352550" y="3257550"/>
                </a:lnTo>
                <a:close/>
                <a:moveTo>
                  <a:pt x="1619250" y="3248025"/>
                </a:moveTo>
                <a:lnTo>
                  <a:pt x="1638300" y="3248025"/>
                </a:lnTo>
                <a:lnTo>
                  <a:pt x="1638300" y="3257550"/>
                </a:lnTo>
                <a:lnTo>
                  <a:pt x="1619250" y="3257550"/>
                </a:lnTo>
                <a:close/>
                <a:moveTo>
                  <a:pt x="1657350" y="3248025"/>
                </a:moveTo>
                <a:lnTo>
                  <a:pt x="1676400" y="3248025"/>
                </a:lnTo>
                <a:lnTo>
                  <a:pt x="1676400" y="3257550"/>
                </a:lnTo>
                <a:lnTo>
                  <a:pt x="1657350" y="3257550"/>
                </a:lnTo>
                <a:close/>
                <a:moveTo>
                  <a:pt x="200025" y="3257550"/>
                </a:moveTo>
                <a:lnTo>
                  <a:pt x="209550" y="3257550"/>
                </a:lnTo>
                <a:lnTo>
                  <a:pt x="209550" y="3267075"/>
                </a:lnTo>
                <a:lnTo>
                  <a:pt x="200025" y="3267075"/>
                </a:lnTo>
                <a:close/>
                <a:moveTo>
                  <a:pt x="923925" y="3257550"/>
                </a:moveTo>
                <a:lnTo>
                  <a:pt x="933450" y="3257550"/>
                </a:lnTo>
                <a:lnTo>
                  <a:pt x="933450" y="3267075"/>
                </a:lnTo>
                <a:lnTo>
                  <a:pt x="923925" y="3267075"/>
                </a:lnTo>
                <a:close/>
                <a:moveTo>
                  <a:pt x="1209675" y="3257550"/>
                </a:moveTo>
                <a:lnTo>
                  <a:pt x="1228725" y="3257550"/>
                </a:lnTo>
                <a:lnTo>
                  <a:pt x="1228725" y="3267075"/>
                </a:lnTo>
                <a:lnTo>
                  <a:pt x="1209675" y="3267075"/>
                </a:lnTo>
                <a:close/>
                <a:moveTo>
                  <a:pt x="1704975" y="3257550"/>
                </a:moveTo>
                <a:lnTo>
                  <a:pt x="1714500" y="3257550"/>
                </a:lnTo>
                <a:lnTo>
                  <a:pt x="1714500" y="3267075"/>
                </a:lnTo>
                <a:lnTo>
                  <a:pt x="1704975" y="3267075"/>
                </a:lnTo>
                <a:close/>
                <a:moveTo>
                  <a:pt x="114300" y="3276600"/>
                </a:moveTo>
                <a:lnTo>
                  <a:pt x="123825" y="3276600"/>
                </a:lnTo>
                <a:lnTo>
                  <a:pt x="123825" y="3286125"/>
                </a:lnTo>
                <a:lnTo>
                  <a:pt x="114300" y="3286125"/>
                </a:lnTo>
                <a:close/>
                <a:moveTo>
                  <a:pt x="438150" y="3295650"/>
                </a:moveTo>
                <a:lnTo>
                  <a:pt x="457200" y="3295650"/>
                </a:lnTo>
                <a:lnTo>
                  <a:pt x="457200" y="3305175"/>
                </a:lnTo>
                <a:lnTo>
                  <a:pt x="447675" y="3305175"/>
                </a:lnTo>
                <a:lnTo>
                  <a:pt x="447675" y="3324225"/>
                </a:lnTo>
                <a:lnTo>
                  <a:pt x="438150" y="3324225"/>
                </a:lnTo>
                <a:lnTo>
                  <a:pt x="438150" y="3343275"/>
                </a:lnTo>
                <a:lnTo>
                  <a:pt x="428625" y="3343275"/>
                </a:lnTo>
                <a:lnTo>
                  <a:pt x="428625" y="3314700"/>
                </a:lnTo>
                <a:lnTo>
                  <a:pt x="438150" y="3314700"/>
                </a:lnTo>
                <a:close/>
                <a:moveTo>
                  <a:pt x="771525" y="3295650"/>
                </a:moveTo>
                <a:lnTo>
                  <a:pt x="809625" y="3295650"/>
                </a:lnTo>
                <a:lnTo>
                  <a:pt x="809625" y="3305175"/>
                </a:lnTo>
                <a:lnTo>
                  <a:pt x="838200" y="3305175"/>
                </a:lnTo>
                <a:lnTo>
                  <a:pt x="838200" y="3314700"/>
                </a:lnTo>
                <a:lnTo>
                  <a:pt x="828675" y="3314700"/>
                </a:lnTo>
                <a:lnTo>
                  <a:pt x="828675" y="3324225"/>
                </a:lnTo>
                <a:lnTo>
                  <a:pt x="819150" y="3324225"/>
                </a:lnTo>
                <a:lnTo>
                  <a:pt x="819150" y="3352800"/>
                </a:lnTo>
                <a:lnTo>
                  <a:pt x="828675" y="3352800"/>
                </a:lnTo>
                <a:lnTo>
                  <a:pt x="828675" y="3362325"/>
                </a:lnTo>
                <a:lnTo>
                  <a:pt x="838200" y="3362325"/>
                </a:lnTo>
                <a:lnTo>
                  <a:pt x="838200" y="3352800"/>
                </a:lnTo>
                <a:lnTo>
                  <a:pt x="847725" y="3352800"/>
                </a:lnTo>
                <a:lnTo>
                  <a:pt x="847725" y="3390900"/>
                </a:lnTo>
                <a:lnTo>
                  <a:pt x="838200" y="3390900"/>
                </a:lnTo>
                <a:lnTo>
                  <a:pt x="838200" y="3400425"/>
                </a:lnTo>
                <a:lnTo>
                  <a:pt x="847725" y="3400425"/>
                </a:lnTo>
                <a:lnTo>
                  <a:pt x="847725" y="3409950"/>
                </a:lnTo>
                <a:lnTo>
                  <a:pt x="838200" y="3409950"/>
                </a:lnTo>
                <a:lnTo>
                  <a:pt x="838200" y="3419475"/>
                </a:lnTo>
                <a:lnTo>
                  <a:pt x="828675" y="3419475"/>
                </a:lnTo>
                <a:lnTo>
                  <a:pt x="828675" y="3429000"/>
                </a:lnTo>
                <a:lnTo>
                  <a:pt x="819150" y="3429000"/>
                </a:lnTo>
                <a:lnTo>
                  <a:pt x="819150" y="3419475"/>
                </a:lnTo>
                <a:lnTo>
                  <a:pt x="809625" y="3419475"/>
                </a:lnTo>
                <a:lnTo>
                  <a:pt x="809625" y="3409950"/>
                </a:lnTo>
                <a:lnTo>
                  <a:pt x="828675" y="3409950"/>
                </a:lnTo>
                <a:lnTo>
                  <a:pt x="828675" y="3390900"/>
                </a:lnTo>
                <a:lnTo>
                  <a:pt x="819150" y="3390900"/>
                </a:lnTo>
                <a:lnTo>
                  <a:pt x="819150" y="3371850"/>
                </a:lnTo>
                <a:lnTo>
                  <a:pt x="809625" y="3371850"/>
                </a:lnTo>
                <a:lnTo>
                  <a:pt x="809625" y="3333750"/>
                </a:lnTo>
                <a:lnTo>
                  <a:pt x="800100" y="3333750"/>
                </a:lnTo>
                <a:lnTo>
                  <a:pt x="800100" y="3305175"/>
                </a:lnTo>
                <a:lnTo>
                  <a:pt x="771525" y="3305175"/>
                </a:lnTo>
                <a:close/>
                <a:moveTo>
                  <a:pt x="866775" y="3295650"/>
                </a:moveTo>
                <a:lnTo>
                  <a:pt x="876300" y="3295650"/>
                </a:lnTo>
                <a:lnTo>
                  <a:pt x="876300" y="3305175"/>
                </a:lnTo>
                <a:lnTo>
                  <a:pt x="866775" y="3305175"/>
                </a:lnTo>
                <a:close/>
                <a:moveTo>
                  <a:pt x="1457325" y="3295650"/>
                </a:moveTo>
                <a:lnTo>
                  <a:pt x="1466850" y="3295650"/>
                </a:lnTo>
                <a:lnTo>
                  <a:pt x="1466850" y="3305175"/>
                </a:lnTo>
                <a:lnTo>
                  <a:pt x="1457325" y="3305175"/>
                </a:lnTo>
                <a:close/>
                <a:moveTo>
                  <a:pt x="1495425" y="3295650"/>
                </a:moveTo>
                <a:lnTo>
                  <a:pt x="1524000" y="3295650"/>
                </a:lnTo>
                <a:lnTo>
                  <a:pt x="1524000" y="3305175"/>
                </a:lnTo>
                <a:lnTo>
                  <a:pt x="1495425" y="3305175"/>
                </a:lnTo>
                <a:close/>
                <a:moveTo>
                  <a:pt x="1590675" y="3295650"/>
                </a:moveTo>
                <a:lnTo>
                  <a:pt x="1619250" y="3295650"/>
                </a:lnTo>
                <a:lnTo>
                  <a:pt x="1619250" y="3305175"/>
                </a:lnTo>
                <a:lnTo>
                  <a:pt x="1609725" y="3305175"/>
                </a:lnTo>
                <a:lnTo>
                  <a:pt x="1609725" y="3314700"/>
                </a:lnTo>
                <a:lnTo>
                  <a:pt x="1590675" y="3314700"/>
                </a:lnTo>
                <a:close/>
                <a:moveTo>
                  <a:pt x="857250" y="3305175"/>
                </a:moveTo>
                <a:lnTo>
                  <a:pt x="866775" y="3305175"/>
                </a:lnTo>
                <a:lnTo>
                  <a:pt x="866775" y="3314700"/>
                </a:lnTo>
                <a:lnTo>
                  <a:pt x="857250" y="3314700"/>
                </a:lnTo>
                <a:close/>
                <a:moveTo>
                  <a:pt x="542925" y="3324225"/>
                </a:moveTo>
                <a:lnTo>
                  <a:pt x="561975" y="3324225"/>
                </a:lnTo>
                <a:lnTo>
                  <a:pt x="561975" y="3333750"/>
                </a:lnTo>
                <a:lnTo>
                  <a:pt x="552450" y="3333750"/>
                </a:lnTo>
                <a:lnTo>
                  <a:pt x="552450" y="3343275"/>
                </a:lnTo>
                <a:lnTo>
                  <a:pt x="542925" y="3343275"/>
                </a:lnTo>
                <a:close/>
                <a:moveTo>
                  <a:pt x="1276350" y="3324225"/>
                </a:moveTo>
                <a:lnTo>
                  <a:pt x="1295400" y="3324225"/>
                </a:lnTo>
                <a:lnTo>
                  <a:pt x="1295400" y="3343275"/>
                </a:lnTo>
                <a:lnTo>
                  <a:pt x="1285875" y="3343275"/>
                </a:lnTo>
                <a:lnTo>
                  <a:pt x="1285875" y="3333750"/>
                </a:lnTo>
                <a:lnTo>
                  <a:pt x="1276350" y="3333750"/>
                </a:lnTo>
                <a:close/>
                <a:moveTo>
                  <a:pt x="571500" y="3333750"/>
                </a:moveTo>
                <a:lnTo>
                  <a:pt x="581025" y="3333750"/>
                </a:lnTo>
                <a:lnTo>
                  <a:pt x="581025" y="3343275"/>
                </a:lnTo>
                <a:lnTo>
                  <a:pt x="571500" y="3343275"/>
                </a:lnTo>
                <a:close/>
                <a:moveTo>
                  <a:pt x="638175" y="3343275"/>
                </a:moveTo>
                <a:lnTo>
                  <a:pt x="657225" y="3343275"/>
                </a:lnTo>
                <a:lnTo>
                  <a:pt x="657225" y="3362325"/>
                </a:lnTo>
                <a:lnTo>
                  <a:pt x="638175" y="3362325"/>
                </a:lnTo>
                <a:close/>
                <a:moveTo>
                  <a:pt x="952500" y="3343275"/>
                </a:moveTo>
                <a:lnTo>
                  <a:pt x="962025" y="3343275"/>
                </a:lnTo>
                <a:lnTo>
                  <a:pt x="962025" y="3352800"/>
                </a:lnTo>
                <a:lnTo>
                  <a:pt x="952500" y="3352800"/>
                </a:lnTo>
                <a:close/>
                <a:moveTo>
                  <a:pt x="857250" y="3352800"/>
                </a:moveTo>
                <a:lnTo>
                  <a:pt x="866775" y="3352800"/>
                </a:lnTo>
                <a:lnTo>
                  <a:pt x="866775" y="3362325"/>
                </a:lnTo>
                <a:lnTo>
                  <a:pt x="857250" y="3362325"/>
                </a:lnTo>
                <a:close/>
                <a:moveTo>
                  <a:pt x="514350" y="3362325"/>
                </a:moveTo>
                <a:lnTo>
                  <a:pt x="523875" y="3362325"/>
                </a:lnTo>
                <a:lnTo>
                  <a:pt x="523875" y="3381375"/>
                </a:lnTo>
                <a:lnTo>
                  <a:pt x="514350" y="3381375"/>
                </a:lnTo>
                <a:close/>
                <a:moveTo>
                  <a:pt x="962025" y="3362325"/>
                </a:moveTo>
                <a:lnTo>
                  <a:pt x="971550" y="3362325"/>
                </a:lnTo>
                <a:lnTo>
                  <a:pt x="971550" y="3390900"/>
                </a:lnTo>
                <a:lnTo>
                  <a:pt x="962025" y="3390900"/>
                </a:lnTo>
                <a:close/>
                <a:moveTo>
                  <a:pt x="1704975" y="3371850"/>
                </a:moveTo>
                <a:lnTo>
                  <a:pt x="1714500" y="3371850"/>
                </a:lnTo>
                <a:lnTo>
                  <a:pt x="1714500" y="3390900"/>
                </a:lnTo>
                <a:lnTo>
                  <a:pt x="1704975" y="3390900"/>
                </a:lnTo>
                <a:close/>
                <a:moveTo>
                  <a:pt x="1000125" y="3381375"/>
                </a:moveTo>
                <a:lnTo>
                  <a:pt x="1019175" y="3381375"/>
                </a:lnTo>
                <a:lnTo>
                  <a:pt x="1019175" y="3409950"/>
                </a:lnTo>
                <a:lnTo>
                  <a:pt x="1009650" y="3409950"/>
                </a:lnTo>
                <a:lnTo>
                  <a:pt x="1009650" y="3400425"/>
                </a:lnTo>
                <a:lnTo>
                  <a:pt x="1000125" y="3400425"/>
                </a:lnTo>
                <a:close/>
                <a:moveTo>
                  <a:pt x="1638300" y="3400425"/>
                </a:moveTo>
                <a:lnTo>
                  <a:pt x="1657350" y="3400425"/>
                </a:lnTo>
                <a:lnTo>
                  <a:pt x="1657350" y="3409950"/>
                </a:lnTo>
                <a:lnTo>
                  <a:pt x="1685925" y="3409950"/>
                </a:lnTo>
                <a:lnTo>
                  <a:pt x="1685925" y="3419475"/>
                </a:lnTo>
                <a:lnTo>
                  <a:pt x="1676400" y="3419475"/>
                </a:lnTo>
                <a:lnTo>
                  <a:pt x="1676400" y="3429000"/>
                </a:lnTo>
                <a:lnTo>
                  <a:pt x="1628775" y="3429000"/>
                </a:lnTo>
                <a:lnTo>
                  <a:pt x="1628775" y="3419475"/>
                </a:lnTo>
                <a:lnTo>
                  <a:pt x="1638300" y="3419475"/>
                </a:lnTo>
                <a:close/>
                <a:moveTo>
                  <a:pt x="952500" y="3409950"/>
                </a:moveTo>
                <a:lnTo>
                  <a:pt x="981075" y="3409950"/>
                </a:lnTo>
                <a:lnTo>
                  <a:pt x="981075" y="3438525"/>
                </a:lnTo>
                <a:lnTo>
                  <a:pt x="971550" y="3438525"/>
                </a:lnTo>
                <a:lnTo>
                  <a:pt x="971550" y="3429000"/>
                </a:lnTo>
                <a:lnTo>
                  <a:pt x="962025" y="3429000"/>
                </a:lnTo>
                <a:lnTo>
                  <a:pt x="962025" y="3419475"/>
                </a:lnTo>
                <a:lnTo>
                  <a:pt x="952500" y="3419475"/>
                </a:lnTo>
                <a:close/>
                <a:moveTo>
                  <a:pt x="857250" y="3438525"/>
                </a:moveTo>
                <a:lnTo>
                  <a:pt x="876300" y="3438525"/>
                </a:lnTo>
                <a:lnTo>
                  <a:pt x="876300" y="3448050"/>
                </a:lnTo>
                <a:lnTo>
                  <a:pt x="857250" y="3448050"/>
                </a:lnTo>
                <a:close/>
                <a:moveTo>
                  <a:pt x="1514475" y="3438525"/>
                </a:moveTo>
                <a:lnTo>
                  <a:pt x="1524000" y="3438525"/>
                </a:lnTo>
                <a:lnTo>
                  <a:pt x="1524000" y="3448050"/>
                </a:lnTo>
                <a:lnTo>
                  <a:pt x="1514475" y="3448050"/>
                </a:lnTo>
                <a:close/>
                <a:moveTo>
                  <a:pt x="1638300" y="3448050"/>
                </a:moveTo>
                <a:lnTo>
                  <a:pt x="1647825" y="3448050"/>
                </a:lnTo>
                <a:lnTo>
                  <a:pt x="1647825" y="3457575"/>
                </a:lnTo>
                <a:lnTo>
                  <a:pt x="1638300" y="3457575"/>
                </a:lnTo>
                <a:close/>
                <a:moveTo>
                  <a:pt x="1447800" y="3457575"/>
                </a:moveTo>
                <a:lnTo>
                  <a:pt x="1466850" y="3457575"/>
                </a:lnTo>
                <a:lnTo>
                  <a:pt x="1466850" y="3495675"/>
                </a:lnTo>
                <a:lnTo>
                  <a:pt x="1457325" y="3495675"/>
                </a:lnTo>
                <a:lnTo>
                  <a:pt x="1457325" y="3486150"/>
                </a:lnTo>
                <a:lnTo>
                  <a:pt x="1438275" y="3486150"/>
                </a:lnTo>
                <a:lnTo>
                  <a:pt x="1438275" y="3467100"/>
                </a:lnTo>
                <a:lnTo>
                  <a:pt x="1447800" y="3467100"/>
                </a:lnTo>
                <a:close/>
                <a:moveTo>
                  <a:pt x="1647825" y="3457575"/>
                </a:moveTo>
                <a:lnTo>
                  <a:pt x="1657350" y="3457575"/>
                </a:lnTo>
                <a:lnTo>
                  <a:pt x="1657350" y="3467100"/>
                </a:lnTo>
                <a:lnTo>
                  <a:pt x="1666875" y="3467100"/>
                </a:lnTo>
                <a:lnTo>
                  <a:pt x="1666875" y="3476625"/>
                </a:lnTo>
                <a:lnTo>
                  <a:pt x="1647825" y="3476625"/>
                </a:lnTo>
                <a:close/>
                <a:moveTo>
                  <a:pt x="1485900" y="3467100"/>
                </a:moveTo>
                <a:lnTo>
                  <a:pt x="1495425" y="3467100"/>
                </a:lnTo>
                <a:lnTo>
                  <a:pt x="1495425" y="3476625"/>
                </a:lnTo>
                <a:lnTo>
                  <a:pt x="1504950" y="3476625"/>
                </a:lnTo>
                <a:lnTo>
                  <a:pt x="1504950" y="3495675"/>
                </a:lnTo>
                <a:lnTo>
                  <a:pt x="1524000" y="3495675"/>
                </a:lnTo>
                <a:lnTo>
                  <a:pt x="1524000" y="3505200"/>
                </a:lnTo>
                <a:lnTo>
                  <a:pt x="1495425" y="3505200"/>
                </a:lnTo>
                <a:lnTo>
                  <a:pt x="1495425" y="3486150"/>
                </a:lnTo>
                <a:lnTo>
                  <a:pt x="1485900" y="3486150"/>
                </a:lnTo>
                <a:close/>
                <a:moveTo>
                  <a:pt x="857250" y="3486150"/>
                </a:moveTo>
                <a:lnTo>
                  <a:pt x="866775" y="3486150"/>
                </a:lnTo>
                <a:lnTo>
                  <a:pt x="866775" y="3505200"/>
                </a:lnTo>
                <a:lnTo>
                  <a:pt x="857250" y="3505200"/>
                </a:lnTo>
                <a:close/>
                <a:moveTo>
                  <a:pt x="914400" y="3495675"/>
                </a:moveTo>
                <a:lnTo>
                  <a:pt x="923925" y="3495675"/>
                </a:lnTo>
                <a:lnTo>
                  <a:pt x="923925" y="3505200"/>
                </a:lnTo>
                <a:lnTo>
                  <a:pt x="914400" y="3505200"/>
                </a:lnTo>
                <a:close/>
                <a:moveTo>
                  <a:pt x="933450" y="3495675"/>
                </a:moveTo>
                <a:lnTo>
                  <a:pt x="942975" y="3495675"/>
                </a:lnTo>
                <a:lnTo>
                  <a:pt x="942975" y="3505200"/>
                </a:lnTo>
                <a:lnTo>
                  <a:pt x="933450" y="3505200"/>
                </a:lnTo>
                <a:close/>
                <a:moveTo>
                  <a:pt x="981075" y="3495675"/>
                </a:moveTo>
                <a:lnTo>
                  <a:pt x="990600" y="3495675"/>
                </a:lnTo>
                <a:lnTo>
                  <a:pt x="990600" y="3505200"/>
                </a:lnTo>
                <a:lnTo>
                  <a:pt x="981075" y="3505200"/>
                </a:lnTo>
                <a:close/>
                <a:moveTo>
                  <a:pt x="923925" y="3514725"/>
                </a:moveTo>
                <a:lnTo>
                  <a:pt x="933450" y="3514725"/>
                </a:lnTo>
                <a:lnTo>
                  <a:pt x="933450" y="3524250"/>
                </a:lnTo>
                <a:lnTo>
                  <a:pt x="923925" y="3524250"/>
                </a:lnTo>
                <a:close/>
                <a:moveTo>
                  <a:pt x="971550" y="3514725"/>
                </a:moveTo>
                <a:lnTo>
                  <a:pt x="981075" y="3514725"/>
                </a:lnTo>
                <a:lnTo>
                  <a:pt x="981075" y="3524250"/>
                </a:lnTo>
                <a:lnTo>
                  <a:pt x="971550" y="3524250"/>
                </a:lnTo>
                <a:close/>
                <a:moveTo>
                  <a:pt x="847725" y="3524250"/>
                </a:moveTo>
                <a:lnTo>
                  <a:pt x="923925" y="3524250"/>
                </a:lnTo>
                <a:lnTo>
                  <a:pt x="923925" y="3543300"/>
                </a:lnTo>
                <a:lnTo>
                  <a:pt x="914400" y="3543300"/>
                </a:lnTo>
                <a:lnTo>
                  <a:pt x="914400" y="3552825"/>
                </a:lnTo>
                <a:lnTo>
                  <a:pt x="904875" y="3552825"/>
                </a:lnTo>
                <a:lnTo>
                  <a:pt x="904875" y="3543300"/>
                </a:lnTo>
                <a:lnTo>
                  <a:pt x="876300" y="3543300"/>
                </a:lnTo>
                <a:lnTo>
                  <a:pt x="876300" y="3552825"/>
                </a:lnTo>
                <a:lnTo>
                  <a:pt x="847725" y="3552825"/>
                </a:lnTo>
                <a:lnTo>
                  <a:pt x="847725" y="3543300"/>
                </a:lnTo>
                <a:lnTo>
                  <a:pt x="838200" y="3543300"/>
                </a:lnTo>
                <a:lnTo>
                  <a:pt x="838200" y="3533775"/>
                </a:lnTo>
                <a:lnTo>
                  <a:pt x="847725" y="3533775"/>
                </a:lnTo>
                <a:close/>
                <a:moveTo>
                  <a:pt x="361950" y="3552825"/>
                </a:moveTo>
                <a:lnTo>
                  <a:pt x="371475" y="3552825"/>
                </a:lnTo>
                <a:lnTo>
                  <a:pt x="371475" y="3562350"/>
                </a:lnTo>
                <a:lnTo>
                  <a:pt x="361950" y="3562350"/>
                </a:lnTo>
                <a:close/>
                <a:moveTo>
                  <a:pt x="342900" y="3562350"/>
                </a:moveTo>
                <a:lnTo>
                  <a:pt x="352425" y="3562350"/>
                </a:lnTo>
                <a:lnTo>
                  <a:pt x="352425" y="3571875"/>
                </a:lnTo>
                <a:lnTo>
                  <a:pt x="342900" y="3571875"/>
                </a:lnTo>
                <a:close/>
                <a:moveTo>
                  <a:pt x="1333500" y="3590925"/>
                </a:moveTo>
                <a:lnTo>
                  <a:pt x="1343025" y="3590925"/>
                </a:lnTo>
                <a:lnTo>
                  <a:pt x="1343025" y="3600450"/>
                </a:lnTo>
                <a:lnTo>
                  <a:pt x="1333500" y="3600450"/>
                </a:lnTo>
                <a:close/>
                <a:moveTo>
                  <a:pt x="190500" y="3600450"/>
                </a:moveTo>
                <a:lnTo>
                  <a:pt x="200025" y="3600450"/>
                </a:lnTo>
                <a:lnTo>
                  <a:pt x="200025" y="3609975"/>
                </a:lnTo>
                <a:lnTo>
                  <a:pt x="190500" y="3609975"/>
                </a:lnTo>
                <a:close/>
                <a:moveTo>
                  <a:pt x="1323975" y="3600450"/>
                </a:moveTo>
                <a:lnTo>
                  <a:pt x="1333500" y="3600450"/>
                </a:lnTo>
                <a:lnTo>
                  <a:pt x="1333500" y="3609975"/>
                </a:lnTo>
                <a:lnTo>
                  <a:pt x="1323975" y="3609975"/>
                </a:lnTo>
                <a:close/>
                <a:moveTo>
                  <a:pt x="1343025" y="3600450"/>
                </a:moveTo>
                <a:lnTo>
                  <a:pt x="1352550" y="3600450"/>
                </a:lnTo>
                <a:lnTo>
                  <a:pt x="1352550" y="3619500"/>
                </a:lnTo>
                <a:lnTo>
                  <a:pt x="1343025" y="3619500"/>
                </a:lnTo>
                <a:close/>
                <a:moveTo>
                  <a:pt x="209550" y="3609975"/>
                </a:moveTo>
                <a:lnTo>
                  <a:pt x="219075" y="3609975"/>
                </a:lnTo>
                <a:lnTo>
                  <a:pt x="219075" y="3619500"/>
                </a:lnTo>
                <a:lnTo>
                  <a:pt x="209550" y="3619500"/>
                </a:lnTo>
                <a:close/>
                <a:moveTo>
                  <a:pt x="447675" y="3609975"/>
                </a:moveTo>
                <a:lnTo>
                  <a:pt x="457200" y="3609975"/>
                </a:lnTo>
                <a:lnTo>
                  <a:pt x="457200" y="3638550"/>
                </a:lnTo>
                <a:lnTo>
                  <a:pt x="447675" y="3638550"/>
                </a:lnTo>
                <a:close/>
                <a:moveTo>
                  <a:pt x="952500" y="3619500"/>
                </a:moveTo>
                <a:lnTo>
                  <a:pt x="971550" y="3619500"/>
                </a:lnTo>
                <a:lnTo>
                  <a:pt x="971550" y="3638550"/>
                </a:lnTo>
                <a:lnTo>
                  <a:pt x="962025" y="3638550"/>
                </a:lnTo>
                <a:lnTo>
                  <a:pt x="962025" y="3648075"/>
                </a:lnTo>
                <a:lnTo>
                  <a:pt x="952500" y="3648075"/>
                </a:lnTo>
                <a:lnTo>
                  <a:pt x="952500" y="3657600"/>
                </a:lnTo>
                <a:lnTo>
                  <a:pt x="923925" y="3657600"/>
                </a:lnTo>
                <a:lnTo>
                  <a:pt x="923925" y="3648075"/>
                </a:lnTo>
                <a:lnTo>
                  <a:pt x="933450" y="3648075"/>
                </a:lnTo>
                <a:lnTo>
                  <a:pt x="933450" y="3638550"/>
                </a:lnTo>
                <a:lnTo>
                  <a:pt x="942975" y="3638550"/>
                </a:lnTo>
                <a:lnTo>
                  <a:pt x="942975" y="3629025"/>
                </a:lnTo>
                <a:lnTo>
                  <a:pt x="952500" y="3629025"/>
                </a:lnTo>
                <a:close/>
                <a:moveTo>
                  <a:pt x="1171575" y="3619500"/>
                </a:moveTo>
                <a:lnTo>
                  <a:pt x="1200150" y="3619500"/>
                </a:lnTo>
                <a:lnTo>
                  <a:pt x="1200150" y="3629025"/>
                </a:lnTo>
                <a:lnTo>
                  <a:pt x="1209675" y="3629025"/>
                </a:lnTo>
                <a:lnTo>
                  <a:pt x="1209675" y="3638550"/>
                </a:lnTo>
                <a:lnTo>
                  <a:pt x="1257300" y="3638550"/>
                </a:lnTo>
                <a:lnTo>
                  <a:pt x="1257300" y="3648075"/>
                </a:lnTo>
                <a:lnTo>
                  <a:pt x="1200150" y="3648075"/>
                </a:lnTo>
                <a:lnTo>
                  <a:pt x="1200150" y="3657600"/>
                </a:lnTo>
                <a:lnTo>
                  <a:pt x="1276350" y="3657600"/>
                </a:lnTo>
                <a:lnTo>
                  <a:pt x="1276350" y="3667125"/>
                </a:lnTo>
                <a:lnTo>
                  <a:pt x="1171575" y="3667125"/>
                </a:lnTo>
                <a:lnTo>
                  <a:pt x="1171575" y="3657600"/>
                </a:lnTo>
                <a:lnTo>
                  <a:pt x="1162050" y="3657600"/>
                </a:lnTo>
                <a:lnTo>
                  <a:pt x="1162050" y="3629025"/>
                </a:lnTo>
                <a:lnTo>
                  <a:pt x="1171575" y="3629025"/>
                </a:lnTo>
                <a:close/>
                <a:moveTo>
                  <a:pt x="1314450" y="3629025"/>
                </a:moveTo>
                <a:lnTo>
                  <a:pt x="1333500" y="3629025"/>
                </a:lnTo>
                <a:lnTo>
                  <a:pt x="1333500" y="3648075"/>
                </a:lnTo>
                <a:lnTo>
                  <a:pt x="1285875" y="3648075"/>
                </a:lnTo>
                <a:lnTo>
                  <a:pt x="1285875" y="3638550"/>
                </a:lnTo>
                <a:lnTo>
                  <a:pt x="1314450" y="3638550"/>
                </a:lnTo>
                <a:close/>
                <a:moveTo>
                  <a:pt x="419100" y="3648075"/>
                </a:moveTo>
                <a:lnTo>
                  <a:pt x="447675" y="3648075"/>
                </a:lnTo>
                <a:lnTo>
                  <a:pt x="447675" y="3667125"/>
                </a:lnTo>
                <a:lnTo>
                  <a:pt x="419100" y="3667125"/>
                </a:lnTo>
                <a:close/>
                <a:moveTo>
                  <a:pt x="847725" y="3648075"/>
                </a:moveTo>
                <a:lnTo>
                  <a:pt x="857250" y="3648075"/>
                </a:lnTo>
                <a:lnTo>
                  <a:pt x="857250" y="3657600"/>
                </a:lnTo>
                <a:lnTo>
                  <a:pt x="847725" y="3657600"/>
                </a:lnTo>
                <a:close/>
                <a:moveTo>
                  <a:pt x="1095375" y="3648075"/>
                </a:moveTo>
                <a:lnTo>
                  <a:pt x="1123950" y="3648075"/>
                </a:lnTo>
                <a:lnTo>
                  <a:pt x="1123950" y="3657600"/>
                </a:lnTo>
                <a:lnTo>
                  <a:pt x="1095375" y="3657600"/>
                </a:lnTo>
                <a:close/>
                <a:moveTo>
                  <a:pt x="1333500" y="3648075"/>
                </a:moveTo>
                <a:lnTo>
                  <a:pt x="1343025" y="3648075"/>
                </a:lnTo>
                <a:lnTo>
                  <a:pt x="1343025" y="3657600"/>
                </a:lnTo>
                <a:lnTo>
                  <a:pt x="1333500" y="3657600"/>
                </a:lnTo>
                <a:close/>
                <a:moveTo>
                  <a:pt x="1352550" y="3648075"/>
                </a:moveTo>
                <a:lnTo>
                  <a:pt x="1409700" y="3648075"/>
                </a:lnTo>
                <a:lnTo>
                  <a:pt x="1409700" y="3657600"/>
                </a:lnTo>
                <a:lnTo>
                  <a:pt x="1400175" y="3657600"/>
                </a:lnTo>
                <a:lnTo>
                  <a:pt x="1400175" y="3667125"/>
                </a:lnTo>
                <a:lnTo>
                  <a:pt x="1352550" y="3667125"/>
                </a:lnTo>
                <a:close/>
              </a:path>
            </a:pathLst>
          </a:custGeom>
          <a:solidFill xmlns:a="http://schemas.openxmlformats.org/drawingml/2006/main">
            <a:srgbClr val="F1EDE1"/>
          </a:solidFill>
          <a:ln xmlns:a="http://schemas.openxmlformats.org/drawingml/2006/main" w="0">
            <a:noFill/>
          </a:ln>
        </p:spPr>
      </p:sp>
      <p:sp>
        <p:nvSpPr>
          <p:cNvPr id="22" name="dashboard vector #f2eddf">
            <a:extLst xmlns:a="http://schemas.openxmlformats.org/drawingml/2006/main">
              <a:ext uri="{FF2B5EF4-FFF2-40B4-BE49-F238E27FC236}">
                <a16:creationId xmlns:a16="http://schemas.microsoft.com/office/drawing/2014/main" id="{E1900397-962E-4526-8D39-D895091FED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14400" y="1447800"/>
            <a:ext cx="2171700" cy="4467225"/>
          </a:xfrm>
          <a:custGeom xmlns:a="http://schemas.openxmlformats.org/drawingml/2006/main">
            <a:pathLst>
              <a:path w="1838325" h="3790950">
                <a:moveTo>
                  <a:pt x="57150" y="76200"/>
                </a:moveTo>
                <a:lnTo>
                  <a:pt x="76200" y="76200"/>
                </a:lnTo>
                <a:lnTo>
                  <a:pt x="76200" y="85725"/>
                </a:lnTo>
                <a:lnTo>
                  <a:pt x="57150" y="85725"/>
                </a:lnTo>
                <a:close/>
                <a:moveTo>
                  <a:pt x="1514475" y="142875"/>
                </a:moveTo>
                <a:lnTo>
                  <a:pt x="1552575" y="142875"/>
                </a:lnTo>
                <a:lnTo>
                  <a:pt x="1552575" y="152400"/>
                </a:lnTo>
                <a:lnTo>
                  <a:pt x="1533525" y="152400"/>
                </a:lnTo>
                <a:lnTo>
                  <a:pt x="1533525" y="161925"/>
                </a:lnTo>
                <a:lnTo>
                  <a:pt x="1543050" y="161925"/>
                </a:lnTo>
                <a:lnTo>
                  <a:pt x="1543050" y="171450"/>
                </a:lnTo>
                <a:lnTo>
                  <a:pt x="1581150" y="171450"/>
                </a:lnTo>
                <a:lnTo>
                  <a:pt x="1581150" y="180975"/>
                </a:lnTo>
                <a:lnTo>
                  <a:pt x="1590675" y="180975"/>
                </a:lnTo>
                <a:lnTo>
                  <a:pt x="1590675" y="190500"/>
                </a:lnTo>
                <a:lnTo>
                  <a:pt x="1628775" y="190500"/>
                </a:lnTo>
                <a:lnTo>
                  <a:pt x="1628775" y="200025"/>
                </a:lnTo>
                <a:lnTo>
                  <a:pt x="1609725" y="200025"/>
                </a:lnTo>
                <a:lnTo>
                  <a:pt x="1609725" y="209550"/>
                </a:lnTo>
                <a:lnTo>
                  <a:pt x="1504950" y="209550"/>
                </a:lnTo>
                <a:lnTo>
                  <a:pt x="1504950" y="219075"/>
                </a:lnTo>
                <a:lnTo>
                  <a:pt x="1466850" y="219075"/>
                </a:lnTo>
                <a:lnTo>
                  <a:pt x="1466850" y="228600"/>
                </a:lnTo>
                <a:lnTo>
                  <a:pt x="1457325" y="228600"/>
                </a:lnTo>
                <a:lnTo>
                  <a:pt x="1457325" y="247650"/>
                </a:lnTo>
                <a:lnTo>
                  <a:pt x="1438275" y="247650"/>
                </a:lnTo>
                <a:lnTo>
                  <a:pt x="1438275" y="238125"/>
                </a:lnTo>
                <a:lnTo>
                  <a:pt x="1428750" y="238125"/>
                </a:lnTo>
                <a:lnTo>
                  <a:pt x="1428750" y="228600"/>
                </a:lnTo>
                <a:lnTo>
                  <a:pt x="1438275" y="228600"/>
                </a:lnTo>
                <a:lnTo>
                  <a:pt x="1438275" y="219075"/>
                </a:lnTo>
                <a:lnTo>
                  <a:pt x="1447800" y="219075"/>
                </a:lnTo>
                <a:lnTo>
                  <a:pt x="1447800" y="209550"/>
                </a:lnTo>
                <a:lnTo>
                  <a:pt x="1495425" y="209550"/>
                </a:lnTo>
                <a:lnTo>
                  <a:pt x="1495425" y="152400"/>
                </a:lnTo>
                <a:lnTo>
                  <a:pt x="1504950" y="152400"/>
                </a:lnTo>
                <a:lnTo>
                  <a:pt x="1504950" y="161925"/>
                </a:lnTo>
                <a:lnTo>
                  <a:pt x="1524000" y="161925"/>
                </a:lnTo>
                <a:lnTo>
                  <a:pt x="1524000" y="152400"/>
                </a:lnTo>
                <a:lnTo>
                  <a:pt x="1514475" y="152400"/>
                </a:lnTo>
                <a:close/>
                <a:moveTo>
                  <a:pt x="1514475" y="180975"/>
                </a:moveTo>
                <a:lnTo>
                  <a:pt x="1524000" y="180975"/>
                </a:lnTo>
                <a:lnTo>
                  <a:pt x="1524000" y="171450"/>
                </a:lnTo>
                <a:lnTo>
                  <a:pt x="1514475" y="171450"/>
                </a:lnTo>
                <a:close/>
                <a:moveTo>
                  <a:pt x="1524000" y="190500"/>
                </a:moveTo>
                <a:lnTo>
                  <a:pt x="1533525" y="190500"/>
                </a:lnTo>
                <a:lnTo>
                  <a:pt x="1533525" y="180975"/>
                </a:lnTo>
                <a:lnTo>
                  <a:pt x="1524000" y="180975"/>
                </a:lnTo>
                <a:close/>
                <a:moveTo>
                  <a:pt x="1571625" y="238125"/>
                </a:moveTo>
                <a:lnTo>
                  <a:pt x="1581150" y="238125"/>
                </a:lnTo>
                <a:lnTo>
                  <a:pt x="1581150" y="247650"/>
                </a:lnTo>
                <a:lnTo>
                  <a:pt x="1571625" y="247650"/>
                </a:lnTo>
                <a:close/>
                <a:moveTo>
                  <a:pt x="1590675" y="238125"/>
                </a:moveTo>
                <a:lnTo>
                  <a:pt x="1600200" y="238125"/>
                </a:lnTo>
                <a:lnTo>
                  <a:pt x="1600200" y="247650"/>
                </a:lnTo>
                <a:lnTo>
                  <a:pt x="1590675" y="247650"/>
                </a:lnTo>
                <a:close/>
                <a:moveTo>
                  <a:pt x="1428750" y="257175"/>
                </a:moveTo>
                <a:lnTo>
                  <a:pt x="1457325" y="257175"/>
                </a:lnTo>
                <a:lnTo>
                  <a:pt x="1457325" y="276225"/>
                </a:lnTo>
                <a:lnTo>
                  <a:pt x="1447800" y="276225"/>
                </a:lnTo>
                <a:lnTo>
                  <a:pt x="1447800" y="285750"/>
                </a:lnTo>
                <a:lnTo>
                  <a:pt x="1409700" y="285750"/>
                </a:lnTo>
                <a:lnTo>
                  <a:pt x="1409700" y="276225"/>
                </a:lnTo>
                <a:lnTo>
                  <a:pt x="1438275" y="276225"/>
                </a:lnTo>
                <a:lnTo>
                  <a:pt x="1438275" y="266700"/>
                </a:lnTo>
                <a:lnTo>
                  <a:pt x="1428750" y="266700"/>
                </a:lnTo>
                <a:close/>
                <a:moveTo>
                  <a:pt x="1390650" y="276225"/>
                </a:moveTo>
                <a:lnTo>
                  <a:pt x="1400175" y="276225"/>
                </a:lnTo>
                <a:lnTo>
                  <a:pt x="1400175" y="285750"/>
                </a:lnTo>
                <a:lnTo>
                  <a:pt x="1390650" y="285750"/>
                </a:lnTo>
                <a:close/>
                <a:moveTo>
                  <a:pt x="152400" y="285750"/>
                </a:moveTo>
                <a:lnTo>
                  <a:pt x="161925" y="285750"/>
                </a:lnTo>
                <a:lnTo>
                  <a:pt x="161925" y="295275"/>
                </a:lnTo>
                <a:lnTo>
                  <a:pt x="152400" y="295275"/>
                </a:lnTo>
                <a:close/>
                <a:moveTo>
                  <a:pt x="1143000" y="314325"/>
                </a:moveTo>
                <a:lnTo>
                  <a:pt x="1152525" y="314325"/>
                </a:lnTo>
                <a:lnTo>
                  <a:pt x="1152525" y="323850"/>
                </a:lnTo>
                <a:lnTo>
                  <a:pt x="1143000" y="323850"/>
                </a:lnTo>
                <a:close/>
                <a:moveTo>
                  <a:pt x="152400" y="333375"/>
                </a:moveTo>
                <a:lnTo>
                  <a:pt x="171450" y="333375"/>
                </a:lnTo>
                <a:lnTo>
                  <a:pt x="171450" y="352425"/>
                </a:lnTo>
                <a:lnTo>
                  <a:pt x="180975" y="352425"/>
                </a:lnTo>
                <a:lnTo>
                  <a:pt x="180975" y="361950"/>
                </a:lnTo>
                <a:lnTo>
                  <a:pt x="161925" y="361950"/>
                </a:lnTo>
                <a:lnTo>
                  <a:pt x="161925" y="352425"/>
                </a:lnTo>
                <a:lnTo>
                  <a:pt x="152400" y="352425"/>
                </a:lnTo>
                <a:close/>
                <a:moveTo>
                  <a:pt x="142875" y="352425"/>
                </a:moveTo>
                <a:lnTo>
                  <a:pt x="152400" y="352425"/>
                </a:lnTo>
                <a:lnTo>
                  <a:pt x="152400" y="361950"/>
                </a:lnTo>
                <a:lnTo>
                  <a:pt x="142875" y="361950"/>
                </a:lnTo>
                <a:close/>
                <a:moveTo>
                  <a:pt x="1095375" y="352425"/>
                </a:moveTo>
                <a:lnTo>
                  <a:pt x="1114425" y="352425"/>
                </a:lnTo>
                <a:lnTo>
                  <a:pt x="1114425" y="361950"/>
                </a:lnTo>
                <a:lnTo>
                  <a:pt x="1095375" y="361950"/>
                </a:lnTo>
                <a:close/>
                <a:moveTo>
                  <a:pt x="323850" y="476250"/>
                </a:moveTo>
                <a:lnTo>
                  <a:pt x="333375" y="476250"/>
                </a:lnTo>
                <a:lnTo>
                  <a:pt x="333375" y="485775"/>
                </a:lnTo>
                <a:lnTo>
                  <a:pt x="323850" y="485775"/>
                </a:lnTo>
                <a:close/>
                <a:moveTo>
                  <a:pt x="485775" y="485775"/>
                </a:moveTo>
                <a:lnTo>
                  <a:pt x="514350" y="485775"/>
                </a:lnTo>
                <a:lnTo>
                  <a:pt x="514350" y="495300"/>
                </a:lnTo>
                <a:lnTo>
                  <a:pt x="485775" y="495300"/>
                </a:lnTo>
                <a:close/>
                <a:moveTo>
                  <a:pt x="314325" y="504825"/>
                </a:moveTo>
                <a:lnTo>
                  <a:pt x="323850" y="504825"/>
                </a:lnTo>
                <a:lnTo>
                  <a:pt x="323850" y="514350"/>
                </a:lnTo>
                <a:lnTo>
                  <a:pt x="314325" y="514350"/>
                </a:lnTo>
                <a:close/>
                <a:moveTo>
                  <a:pt x="152400" y="514350"/>
                </a:moveTo>
                <a:lnTo>
                  <a:pt x="171450" y="514350"/>
                </a:lnTo>
                <a:lnTo>
                  <a:pt x="171450" y="523875"/>
                </a:lnTo>
                <a:lnTo>
                  <a:pt x="152400" y="523875"/>
                </a:lnTo>
                <a:close/>
                <a:moveTo>
                  <a:pt x="333375" y="514350"/>
                </a:moveTo>
                <a:lnTo>
                  <a:pt x="390525" y="514350"/>
                </a:lnTo>
                <a:lnTo>
                  <a:pt x="390525" y="523875"/>
                </a:lnTo>
                <a:lnTo>
                  <a:pt x="400050" y="523875"/>
                </a:lnTo>
                <a:lnTo>
                  <a:pt x="400050" y="533400"/>
                </a:lnTo>
                <a:lnTo>
                  <a:pt x="419100" y="533400"/>
                </a:lnTo>
                <a:lnTo>
                  <a:pt x="419100" y="523875"/>
                </a:lnTo>
                <a:lnTo>
                  <a:pt x="447675" y="523875"/>
                </a:lnTo>
                <a:lnTo>
                  <a:pt x="447675" y="533400"/>
                </a:lnTo>
                <a:lnTo>
                  <a:pt x="438150" y="533400"/>
                </a:lnTo>
                <a:lnTo>
                  <a:pt x="438150" y="542925"/>
                </a:lnTo>
                <a:lnTo>
                  <a:pt x="428625" y="542925"/>
                </a:lnTo>
                <a:lnTo>
                  <a:pt x="428625" y="552450"/>
                </a:lnTo>
                <a:lnTo>
                  <a:pt x="400050" y="552450"/>
                </a:lnTo>
                <a:lnTo>
                  <a:pt x="400050" y="542925"/>
                </a:lnTo>
                <a:lnTo>
                  <a:pt x="371475" y="542925"/>
                </a:lnTo>
                <a:lnTo>
                  <a:pt x="371475" y="533400"/>
                </a:lnTo>
                <a:lnTo>
                  <a:pt x="361950" y="533400"/>
                </a:lnTo>
                <a:lnTo>
                  <a:pt x="361950" y="542925"/>
                </a:lnTo>
                <a:lnTo>
                  <a:pt x="333375" y="542925"/>
                </a:lnTo>
                <a:lnTo>
                  <a:pt x="333375" y="533400"/>
                </a:lnTo>
                <a:lnTo>
                  <a:pt x="342900" y="533400"/>
                </a:lnTo>
                <a:lnTo>
                  <a:pt x="342900" y="523875"/>
                </a:lnTo>
                <a:lnTo>
                  <a:pt x="333375" y="523875"/>
                </a:lnTo>
                <a:close/>
                <a:moveTo>
                  <a:pt x="552450" y="523875"/>
                </a:moveTo>
                <a:lnTo>
                  <a:pt x="571500" y="523875"/>
                </a:lnTo>
                <a:lnTo>
                  <a:pt x="571500" y="533400"/>
                </a:lnTo>
                <a:lnTo>
                  <a:pt x="552450" y="533400"/>
                </a:lnTo>
                <a:close/>
                <a:moveTo>
                  <a:pt x="333375" y="561975"/>
                </a:moveTo>
                <a:lnTo>
                  <a:pt x="342900" y="561975"/>
                </a:lnTo>
                <a:lnTo>
                  <a:pt x="342900" y="571500"/>
                </a:lnTo>
                <a:lnTo>
                  <a:pt x="352425" y="571500"/>
                </a:lnTo>
                <a:lnTo>
                  <a:pt x="352425" y="590550"/>
                </a:lnTo>
                <a:lnTo>
                  <a:pt x="333375" y="590550"/>
                </a:lnTo>
                <a:lnTo>
                  <a:pt x="333375" y="581025"/>
                </a:lnTo>
                <a:lnTo>
                  <a:pt x="323850" y="581025"/>
                </a:lnTo>
                <a:lnTo>
                  <a:pt x="323850" y="571500"/>
                </a:lnTo>
                <a:lnTo>
                  <a:pt x="333375" y="571500"/>
                </a:lnTo>
                <a:close/>
                <a:moveTo>
                  <a:pt x="133350" y="571500"/>
                </a:moveTo>
                <a:lnTo>
                  <a:pt x="142875" y="571500"/>
                </a:lnTo>
                <a:lnTo>
                  <a:pt x="142875" y="581025"/>
                </a:lnTo>
                <a:lnTo>
                  <a:pt x="133350" y="581025"/>
                </a:lnTo>
                <a:close/>
                <a:moveTo>
                  <a:pt x="400050" y="571500"/>
                </a:moveTo>
                <a:lnTo>
                  <a:pt x="409575" y="571500"/>
                </a:lnTo>
                <a:lnTo>
                  <a:pt x="409575" y="581025"/>
                </a:lnTo>
                <a:lnTo>
                  <a:pt x="400050" y="581025"/>
                </a:lnTo>
                <a:close/>
                <a:moveTo>
                  <a:pt x="114300" y="581025"/>
                </a:moveTo>
                <a:lnTo>
                  <a:pt x="123825" y="581025"/>
                </a:lnTo>
                <a:lnTo>
                  <a:pt x="123825" y="590550"/>
                </a:lnTo>
                <a:lnTo>
                  <a:pt x="114300" y="590550"/>
                </a:lnTo>
                <a:close/>
                <a:moveTo>
                  <a:pt x="161925" y="590550"/>
                </a:moveTo>
                <a:lnTo>
                  <a:pt x="171450" y="590550"/>
                </a:lnTo>
                <a:lnTo>
                  <a:pt x="171450" y="600075"/>
                </a:lnTo>
                <a:lnTo>
                  <a:pt x="180975" y="600075"/>
                </a:lnTo>
                <a:lnTo>
                  <a:pt x="180975" y="628650"/>
                </a:lnTo>
                <a:lnTo>
                  <a:pt x="171450" y="628650"/>
                </a:lnTo>
                <a:lnTo>
                  <a:pt x="171450" y="619125"/>
                </a:lnTo>
                <a:lnTo>
                  <a:pt x="161925" y="619125"/>
                </a:lnTo>
                <a:close/>
                <a:moveTo>
                  <a:pt x="247650" y="600075"/>
                </a:moveTo>
                <a:lnTo>
                  <a:pt x="257175" y="600075"/>
                </a:lnTo>
                <a:lnTo>
                  <a:pt x="257175" y="619125"/>
                </a:lnTo>
                <a:lnTo>
                  <a:pt x="238125" y="619125"/>
                </a:lnTo>
                <a:lnTo>
                  <a:pt x="238125" y="609600"/>
                </a:lnTo>
                <a:lnTo>
                  <a:pt x="247650" y="609600"/>
                </a:lnTo>
                <a:close/>
                <a:moveTo>
                  <a:pt x="809625" y="647700"/>
                </a:moveTo>
                <a:lnTo>
                  <a:pt x="819150" y="647700"/>
                </a:lnTo>
                <a:lnTo>
                  <a:pt x="819150" y="657225"/>
                </a:lnTo>
                <a:lnTo>
                  <a:pt x="809625" y="657225"/>
                </a:lnTo>
                <a:close/>
                <a:moveTo>
                  <a:pt x="771525" y="752475"/>
                </a:moveTo>
                <a:lnTo>
                  <a:pt x="790575" y="752475"/>
                </a:lnTo>
                <a:lnTo>
                  <a:pt x="790575" y="762000"/>
                </a:lnTo>
                <a:lnTo>
                  <a:pt x="781050" y="762000"/>
                </a:lnTo>
                <a:lnTo>
                  <a:pt x="781050" y="771525"/>
                </a:lnTo>
                <a:lnTo>
                  <a:pt x="771525" y="771525"/>
                </a:lnTo>
                <a:close/>
                <a:moveTo>
                  <a:pt x="123825" y="762000"/>
                </a:moveTo>
                <a:lnTo>
                  <a:pt x="133350" y="762000"/>
                </a:lnTo>
                <a:lnTo>
                  <a:pt x="133350" y="771525"/>
                </a:lnTo>
                <a:lnTo>
                  <a:pt x="123825" y="771525"/>
                </a:lnTo>
                <a:close/>
                <a:moveTo>
                  <a:pt x="161925" y="771525"/>
                </a:moveTo>
                <a:lnTo>
                  <a:pt x="171450" y="771525"/>
                </a:lnTo>
                <a:lnTo>
                  <a:pt x="171450" y="781050"/>
                </a:lnTo>
                <a:lnTo>
                  <a:pt x="180975" y="781050"/>
                </a:lnTo>
                <a:lnTo>
                  <a:pt x="180975" y="790575"/>
                </a:lnTo>
                <a:lnTo>
                  <a:pt x="171450" y="790575"/>
                </a:lnTo>
                <a:lnTo>
                  <a:pt x="171450" y="800100"/>
                </a:lnTo>
                <a:lnTo>
                  <a:pt x="161925" y="800100"/>
                </a:lnTo>
                <a:close/>
                <a:moveTo>
                  <a:pt x="190500" y="781050"/>
                </a:moveTo>
                <a:lnTo>
                  <a:pt x="209550" y="781050"/>
                </a:lnTo>
                <a:lnTo>
                  <a:pt x="209550" y="790575"/>
                </a:lnTo>
                <a:lnTo>
                  <a:pt x="238125" y="790575"/>
                </a:lnTo>
                <a:lnTo>
                  <a:pt x="238125" y="800100"/>
                </a:lnTo>
                <a:lnTo>
                  <a:pt x="190500" y="800100"/>
                </a:lnTo>
                <a:close/>
                <a:moveTo>
                  <a:pt x="257175" y="781050"/>
                </a:moveTo>
                <a:lnTo>
                  <a:pt x="266700" y="781050"/>
                </a:lnTo>
                <a:lnTo>
                  <a:pt x="266700" y="790575"/>
                </a:lnTo>
                <a:lnTo>
                  <a:pt x="323850" y="790575"/>
                </a:lnTo>
                <a:lnTo>
                  <a:pt x="323850" y="800100"/>
                </a:lnTo>
                <a:lnTo>
                  <a:pt x="304800" y="800100"/>
                </a:lnTo>
                <a:lnTo>
                  <a:pt x="304800" y="809625"/>
                </a:lnTo>
                <a:lnTo>
                  <a:pt x="266700" y="809625"/>
                </a:lnTo>
                <a:lnTo>
                  <a:pt x="266700" y="800100"/>
                </a:lnTo>
                <a:lnTo>
                  <a:pt x="247650" y="800100"/>
                </a:lnTo>
                <a:lnTo>
                  <a:pt x="247650" y="790575"/>
                </a:lnTo>
                <a:lnTo>
                  <a:pt x="257175" y="790575"/>
                </a:lnTo>
                <a:close/>
                <a:moveTo>
                  <a:pt x="333375" y="790575"/>
                </a:moveTo>
                <a:lnTo>
                  <a:pt x="342900" y="790575"/>
                </a:lnTo>
                <a:lnTo>
                  <a:pt x="342900" y="800100"/>
                </a:lnTo>
                <a:lnTo>
                  <a:pt x="333375" y="800100"/>
                </a:lnTo>
                <a:close/>
                <a:moveTo>
                  <a:pt x="361950" y="790575"/>
                </a:moveTo>
                <a:lnTo>
                  <a:pt x="419100" y="790575"/>
                </a:lnTo>
                <a:lnTo>
                  <a:pt x="419100" y="800100"/>
                </a:lnTo>
                <a:lnTo>
                  <a:pt x="361950" y="800100"/>
                </a:lnTo>
                <a:close/>
                <a:moveTo>
                  <a:pt x="552450" y="790575"/>
                </a:moveTo>
                <a:lnTo>
                  <a:pt x="581025" y="790575"/>
                </a:lnTo>
                <a:lnTo>
                  <a:pt x="581025" y="800100"/>
                </a:lnTo>
                <a:lnTo>
                  <a:pt x="552450" y="800100"/>
                </a:lnTo>
                <a:close/>
                <a:moveTo>
                  <a:pt x="171450" y="800100"/>
                </a:moveTo>
                <a:lnTo>
                  <a:pt x="180975" y="800100"/>
                </a:lnTo>
                <a:lnTo>
                  <a:pt x="180975" y="809625"/>
                </a:lnTo>
                <a:lnTo>
                  <a:pt x="171450" y="809625"/>
                </a:lnTo>
                <a:close/>
                <a:moveTo>
                  <a:pt x="266700" y="828675"/>
                </a:moveTo>
                <a:lnTo>
                  <a:pt x="314325" y="828675"/>
                </a:lnTo>
                <a:lnTo>
                  <a:pt x="314325" y="847725"/>
                </a:lnTo>
                <a:lnTo>
                  <a:pt x="295275" y="847725"/>
                </a:lnTo>
                <a:lnTo>
                  <a:pt x="295275" y="857250"/>
                </a:lnTo>
                <a:lnTo>
                  <a:pt x="285750" y="857250"/>
                </a:lnTo>
                <a:lnTo>
                  <a:pt x="285750" y="838200"/>
                </a:lnTo>
                <a:lnTo>
                  <a:pt x="266700" y="838200"/>
                </a:lnTo>
                <a:close/>
                <a:moveTo>
                  <a:pt x="781050" y="828675"/>
                </a:moveTo>
                <a:lnTo>
                  <a:pt x="790575" y="828675"/>
                </a:lnTo>
                <a:lnTo>
                  <a:pt x="790575" y="847725"/>
                </a:lnTo>
                <a:lnTo>
                  <a:pt x="781050" y="847725"/>
                </a:lnTo>
                <a:close/>
                <a:moveTo>
                  <a:pt x="219075" y="838200"/>
                </a:moveTo>
                <a:lnTo>
                  <a:pt x="266700" y="838200"/>
                </a:lnTo>
                <a:lnTo>
                  <a:pt x="266700" y="847725"/>
                </a:lnTo>
                <a:lnTo>
                  <a:pt x="247650" y="847725"/>
                </a:lnTo>
                <a:lnTo>
                  <a:pt x="247650" y="866775"/>
                </a:lnTo>
                <a:lnTo>
                  <a:pt x="238125" y="866775"/>
                </a:lnTo>
                <a:lnTo>
                  <a:pt x="238125" y="885825"/>
                </a:lnTo>
                <a:lnTo>
                  <a:pt x="209550" y="885825"/>
                </a:lnTo>
                <a:lnTo>
                  <a:pt x="209550" y="876300"/>
                </a:lnTo>
                <a:lnTo>
                  <a:pt x="219075" y="876300"/>
                </a:lnTo>
                <a:lnTo>
                  <a:pt x="219075" y="866775"/>
                </a:lnTo>
                <a:lnTo>
                  <a:pt x="209550" y="866775"/>
                </a:lnTo>
                <a:lnTo>
                  <a:pt x="209550" y="857250"/>
                </a:lnTo>
                <a:lnTo>
                  <a:pt x="228600" y="857250"/>
                </a:lnTo>
                <a:lnTo>
                  <a:pt x="228600" y="847725"/>
                </a:lnTo>
                <a:lnTo>
                  <a:pt x="219075" y="847725"/>
                </a:lnTo>
                <a:close/>
                <a:moveTo>
                  <a:pt x="323850" y="838200"/>
                </a:moveTo>
                <a:lnTo>
                  <a:pt x="333375" y="838200"/>
                </a:lnTo>
                <a:lnTo>
                  <a:pt x="333375" y="847725"/>
                </a:lnTo>
                <a:lnTo>
                  <a:pt x="371475" y="847725"/>
                </a:lnTo>
                <a:lnTo>
                  <a:pt x="371475" y="838200"/>
                </a:lnTo>
                <a:lnTo>
                  <a:pt x="381000" y="838200"/>
                </a:lnTo>
                <a:lnTo>
                  <a:pt x="381000" y="857250"/>
                </a:lnTo>
                <a:lnTo>
                  <a:pt x="342900" y="857250"/>
                </a:lnTo>
                <a:lnTo>
                  <a:pt x="342900" y="866775"/>
                </a:lnTo>
                <a:lnTo>
                  <a:pt x="333375" y="866775"/>
                </a:lnTo>
                <a:lnTo>
                  <a:pt x="333375" y="857250"/>
                </a:lnTo>
                <a:lnTo>
                  <a:pt x="323850" y="857250"/>
                </a:lnTo>
                <a:close/>
                <a:moveTo>
                  <a:pt x="1676400" y="847725"/>
                </a:moveTo>
                <a:lnTo>
                  <a:pt x="1695450" y="847725"/>
                </a:lnTo>
                <a:lnTo>
                  <a:pt x="1695450" y="857250"/>
                </a:lnTo>
                <a:lnTo>
                  <a:pt x="1676400" y="857250"/>
                </a:lnTo>
                <a:close/>
                <a:moveTo>
                  <a:pt x="266700" y="866775"/>
                </a:moveTo>
                <a:lnTo>
                  <a:pt x="276225" y="866775"/>
                </a:lnTo>
                <a:lnTo>
                  <a:pt x="276225" y="876300"/>
                </a:lnTo>
                <a:lnTo>
                  <a:pt x="266700" y="876300"/>
                </a:lnTo>
                <a:close/>
                <a:moveTo>
                  <a:pt x="314325" y="876300"/>
                </a:moveTo>
                <a:lnTo>
                  <a:pt x="323850" y="876300"/>
                </a:lnTo>
                <a:lnTo>
                  <a:pt x="323850" y="885825"/>
                </a:lnTo>
                <a:lnTo>
                  <a:pt x="314325" y="885825"/>
                </a:lnTo>
                <a:close/>
                <a:moveTo>
                  <a:pt x="142875" y="904875"/>
                </a:moveTo>
                <a:lnTo>
                  <a:pt x="152400" y="904875"/>
                </a:lnTo>
                <a:lnTo>
                  <a:pt x="152400" y="923925"/>
                </a:lnTo>
                <a:lnTo>
                  <a:pt x="142875" y="923925"/>
                </a:lnTo>
                <a:close/>
                <a:moveTo>
                  <a:pt x="314325" y="923925"/>
                </a:moveTo>
                <a:lnTo>
                  <a:pt x="323850" y="923925"/>
                </a:lnTo>
                <a:lnTo>
                  <a:pt x="323850" y="942975"/>
                </a:lnTo>
                <a:lnTo>
                  <a:pt x="314325" y="942975"/>
                </a:lnTo>
                <a:close/>
                <a:moveTo>
                  <a:pt x="514350" y="923925"/>
                </a:moveTo>
                <a:lnTo>
                  <a:pt x="533400" y="923925"/>
                </a:lnTo>
                <a:lnTo>
                  <a:pt x="533400" y="933450"/>
                </a:lnTo>
                <a:lnTo>
                  <a:pt x="514350" y="933450"/>
                </a:lnTo>
                <a:close/>
                <a:moveTo>
                  <a:pt x="590550" y="923925"/>
                </a:moveTo>
                <a:lnTo>
                  <a:pt x="609600" y="923925"/>
                </a:lnTo>
                <a:lnTo>
                  <a:pt x="609600" y="933450"/>
                </a:lnTo>
                <a:lnTo>
                  <a:pt x="590550" y="933450"/>
                </a:lnTo>
                <a:close/>
                <a:moveTo>
                  <a:pt x="619125" y="923925"/>
                </a:moveTo>
                <a:lnTo>
                  <a:pt x="628650" y="923925"/>
                </a:lnTo>
                <a:lnTo>
                  <a:pt x="628650" y="933450"/>
                </a:lnTo>
                <a:lnTo>
                  <a:pt x="619125" y="933450"/>
                </a:lnTo>
                <a:close/>
                <a:moveTo>
                  <a:pt x="333375" y="933450"/>
                </a:moveTo>
                <a:lnTo>
                  <a:pt x="342900" y="933450"/>
                </a:lnTo>
                <a:lnTo>
                  <a:pt x="342900" y="942975"/>
                </a:lnTo>
                <a:lnTo>
                  <a:pt x="333375" y="942975"/>
                </a:lnTo>
                <a:close/>
                <a:moveTo>
                  <a:pt x="228600" y="942975"/>
                </a:moveTo>
                <a:lnTo>
                  <a:pt x="257175" y="942975"/>
                </a:lnTo>
                <a:lnTo>
                  <a:pt x="257175" y="962025"/>
                </a:lnTo>
                <a:lnTo>
                  <a:pt x="238125" y="962025"/>
                </a:lnTo>
                <a:lnTo>
                  <a:pt x="238125" y="952500"/>
                </a:lnTo>
                <a:lnTo>
                  <a:pt x="228600" y="952500"/>
                </a:lnTo>
                <a:close/>
                <a:moveTo>
                  <a:pt x="133350" y="952500"/>
                </a:moveTo>
                <a:lnTo>
                  <a:pt x="142875" y="952500"/>
                </a:lnTo>
                <a:lnTo>
                  <a:pt x="142875" y="962025"/>
                </a:lnTo>
                <a:lnTo>
                  <a:pt x="133350" y="962025"/>
                </a:lnTo>
                <a:close/>
                <a:moveTo>
                  <a:pt x="161925" y="952500"/>
                </a:moveTo>
                <a:lnTo>
                  <a:pt x="171450" y="952500"/>
                </a:lnTo>
                <a:lnTo>
                  <a:pt x="171450" y="962025"/>
                </a:lnTo>
                <a:lnTo>
                  <a:pt x="180975" y="962025"/>
                </a:lnTo>
                <a:lnTo>
                  <a:pt x="180975" y="981075"/>
                </a:lnTo>
                <a:lnTo>
                  <a:pt x="171450" y="981075"/>
                </a:lnTo>
                <a:lnTo>
                  <a:pt x="171450" y="971550"/>
                </a:lnTo>
                <a:lnTo>
                  <a:pt x="161925" y="971550"/>
                </a:lnTo>
                <a:close/>
                <a:moveTo>
                  <a:pt x="285750" y="952500"/>
                </a:moveTo>
                <a:lnTo>
                  <a:pt x="295275" y="952500"/>
                </a:lnTo>
                <a:lnTo>
                  <a:pt x="295275" y="962025"/>
                </a:lnTo>
                <a:lnTo>
                  <a:pt x="304800" y="962025"/>
                </a:lnTo>
                <a:lnTo>
                  <a:pt x="304800" y="981075"/>
                </a:lnTo>
                <a:lnTo>
                  <a:pt x="285750" y="981075"/>
                </a:lnTo>
                <a:close/>
                <a:moveTo>
                  <a:pt x="361950" y="962025"/>
                </a:moveTo>
                <a:lnTo>
                  <a:pt x="390525" y="962025"/>
                </a:lnTo>
                <a:lnTo>
                  <a:pt x="390525" y="971550"/>
                </a:lnTo>
                <a:lnTo>
                  <a:pt x="419100" y="971550"/>
                </a:lnTo>
                <a:lnTo>
                  <a:pt x="419100" y="1000125"/>
                </a:lnTo>
                <a:lnTo>
                  <a:pt x="409575" y="1000125"/>
                </a:lnTo>
                <a:lnTo>
                  <a:pt x="409575" y="990600"/>
                </a:lnTo>
                <a:lnTo>
                  <a:pt x="361950" y="990600"/>
                </a:lnTo>
                <a:close/>
                <a:moveTo>
                  <a:pt x="514350" y="962025"/>
                </a:moveTo>
                <a:lnTo>
                  <a:pt x="533400" y="962025"/>
                </a:lnTo>
                <a:lnTo>
                  <a:pt x="533400" y="971550"/>
                </a:lnTo>
                <a:lnTo>
                  <a:pt x="514350" y="971550"/>
                </a:lnTo>
                <a:close/>
                <a:moveTo>
                  <a:pt x="123825" y="971550"/>
                </a:moveTo>
                <a:lnTo>
                  <a:pt x="133350" y="971550"/>
                </a:lnTo>
                <a:lnTo>
                  <a:pt x="133350" y="981075"/>
                </a:lnTo>
                <a:lnTo>
                  <a:pt x="123825" y="981075"/>
                </a:lnTo>
                <a:close/>
                <a:moveTo>
                  <a:pt x="209550" y="971550"/>
                </a:moveTo>
                <a:lnTo>
                  <a:pt x="219075" y="971550"/>
                </a:lnTo>
                <a:lnTo>
                  <a:pt x="219075" y="981075"/>
                </a:lnTo>
                <a:lnTo>
                  <a:pt x="209550" y="981075"/>
                </a:lnTo>
                <a:close/>
                <a:moveTo>
                  <a:pt x="219075" y="981075"/>
                </a:moveTo>
                <a:lnTo>
                  <a:pt x="228600" y="981075"/>
                </a:lnTo>
                <a:lnTo>
                  <a:pt x="228600" y="990600"/>
                </a:lnTo>
                <a:lnTo>
                  <a:pt x="238125" y="990600"/>
                </a:lnTo>
                <a:lnTo>
                  <a:pt x="238125" y="1009650"/>
                </a:lnTo>
                <a:lnTo>
                  <a:pt x="228600" y="1009650"/>
                </a:lnTo>
                <a:lnTo>
                  <a:pt x="228600" y="1000125"/>
                </a:lnTo>
                <a:lnTo>
                  <a:pt x="219075" y="1000125"/>
                </a:lnTo>
                <a:close/>
                <a:moveTo>
                  <a:pt x="190500" y="1000125"/>
                </a:moveTo>
                <a:lnTo>
                  <a:pt x="209550" y="1000125"/>
                </a:lnTo>
                <a:lnTo>
                  <a:pt x="209550" y="1019175"/>
                </a:lnTo>
                <a:lnTo>
                  <a:pt x="200025" y="1019175"/>
                </a:lnTo>
                <a:lnTo>
                  <a:pt x="200025" y="1038225"/>
                </a:lnTo>
                <a:lnTo>
                  <a:pt x="161925" y="1038225"/>
                </a:lnTo>
                <a:lnTo>
                  <a:pt x="161925" y="1019175"/>
                </a:lnTo>
                <a:lnTo>
                  <a:pt x="171450" y="1019175"/>
                </a:lnTo>
                <a:lnTo>
                  <a:pt x="171450" y="1009650"/>
                </a:lnTo>
                <a:lnTo>
                  <a:pt x="190500" y="1009650"/>
                </a:lnTo>
                <a:close/>
                <a:moveTo>
                  <a:pt x="495300" y="1000125"/>
                </a:moveTo>
                <a:lnTo>
                  <a:pt x="514350" y="1000125"/>
                </a:lnTo>
                <a:lnTo>
                  <a:pt x="514350" y="1009650"/>
                </a:lnTo>
                <a:lnTo>
                  <a:pt x="495300" y="1009650"/>
                </a:lnTo>
                <a:close/>
                <a:moveTo>
                  <a:pt x="762000" y="1019175"/>
                </a:moveTo>
                <a:lnTo>
                  <a:pt x="771525" y="1019175"/>
                </a:lnTo>
                <a:lnTo>
                  <a:pt x="771525" y="1028700"/>
                </a:lnTo>
                <a:lnTo>
                  <a:pt x="762000" y="1028700"/>
                </a:lnTo>
                <a:close/>
                <a:moveTo>
                  <a:pt x="1647825" y="1028700"/>
                </a:moveTo>
                <a:lnTo>
                  <a:pt x="1666875" y="1028700"/>
                </a:lnTo>
                <a:lnTo>
                  <a:pt x="1666875" y="1038225"/>
                </a:lnTo>
                <a:lnTo>
                  <a:pt x="1647825" y="1038225"/>
                </a:lnTo>
                <a:close/>
                <a:moveTo>
                  <a:pt x="762000" y="1038225"/>
                </a:moveTo>
                <a:lnTo>
                  <a:pt x="771525" y="1038225"/>
                </a:lnTo>
                <a:lnTo>
                  <a:pt x="771525" y="1047750"/>
                </a:lnTo>
                <a:lnTo>
                  <a:pt x="762000" y="1047750"/>
                </a:lnTo>
                <a:close/>
                <a:moveTo>
                  <a:pt x="1638300" y="1038225"/>
                </a:moveTo>
                <a:lnTo>
                  <a:pt x="1647825" y="1038225"/>
                </a:lnTo>
                <a:lnTo>
                  <a:pt x="1647825" y="1047750"/>
                </a:lnTo>
                <a:lnTo>
                  <a:pt x="1638300" y="1047750"/>
                </a:lnTo>
                <a:close/>
                <a:moveTo>
                  <a:pt x="1590675" y="1076325"/>
                </a:moveTo>
                <a:lnTo>
                  <a:pt x="1600200" y="1076325"/>
                </a:lnTo>
                <a:lnTo>
                  <a:pt x="1600200" y="1085850"/>
                </a:lnTo>
                <a:lnTo>
                  <a:pt x="1590675" y="1085850"/>
                </a:lnTo>
                <a:close/>
                <a:moveTo>
                  <a:pt x="1571625" y="1095375"/>
                </a:moveTo>
                <a:lnTo>
                  <a:pt x="1581150" y="1095375"/>
                </a:lnTo>
                <a:lnTo>
                  <a:pt x="1581150" y="1104900"/>
                </a:lnTo>
                <a:lnTo>
                  <a:pt x="1571625" y="1104900"/>
                </a:lnTo>
                <a:close/>
                <a:moveTo>
                  <a:pt x="790575" y="1152525"/>
                </a:moveTo>
                <a:lnTo>
                  <a:pt x="800100" y="1152525"/>
                </a:lnTo>
                <a:lnTo>
                  <a:pt x="800100" y="1162050"/>
                </a:lnTo>
                <a:lnTo>
                  <a:pt x="790575" y="1162050"/>
                </a:lnTo>
                <a:close/>
                <a:moveTo>
                  <a:pt x="1323975" y="1152525"/>
                </a:moveTo>
                <a:lnTo>
                  <a:pt x="1333500" y="1152525"/>
                </a:lnTo>
                <a:lnTo>
                  <a:pt x="1333500" y="1162050"/>
                </a:lnTo>
                <a:lnTo>
                  <a:pt x="1323975" y="1162050"/>
                </a:lnTo>
                <a:close/>
                <a:moveTo>
                  <a:pt x="676275" y="1162050"/>
                </a:moveTo>
                <a:lnTo>
                  <a:pt x="695325" y="1162050"/>
                </a:lnTo>
                <a:lnTo>
                  <a:pt x="695325" y="1171575"/>
                </a:lnTo>
                <a:lnTo>
                  <a:pt x="676275" y="1171575"/>
                </a:lnTo>
                <a:close/>
                <a:moveTo>
                  <a:pt x="142875" y="1200150"/>
                </a:moveTo>
                <a:lnTo>
                  <a:pt x="152400" y="1200150"/>
                </a:lnTo>
                <a:lnTo>
                  <a:pt x="152400" y="1209675"/>
                </a:lnTo>
                <a:lnTo>
                  <a:pt x="161925" y="1209675"/>
                </a:lnTo>
                <a:lnTo>
                  <a:pt x="161925" y="1228725"/>
                </a:lnTo>
                <a:lnTo>
                  <a:pt x="152400" y="1228725"/>
                </a:lnTo>
                <a:lnTo>
                  <a:pt x="152400" y="1266825"/>
                </a:lnTo>
                <a:lnTo>
                  <a:pt x="161925" y="1266825"/>
                </a:lnTo>
                <a:lnTo>
                  <a:pt x="161925" y="1276350"/>
                </a:lnTo>
                <a:lnTo>
                  <a:pt x="152400" y="1276350"/>
                </a:lnTo>
                <a:lnTo>
                  <a:pt x="152400" y="1314450"/>
                </a:lnTo>
                <a:lnTo>
                  <a:pt x="142875" y="1314450"/>
                </a:lnTo>
                <a:close/>
                <a:moveTo>
                  <a:pt x="1466850" y="1209675"/>
                </a:moveTo>
                <a:lnTo>
                  <a:pt x="1476375" y="1209675"/>
                </a:lnTo>
                <a:lnTo>
                  <a:pt x="1476375" y="1228725"/>
                </a:lnTo>
                <a:lnTo>
                  <a:pt x="1466850" y="1228725"/>
                </a:lnTo>
                <a:close/>
                <a:moveTo>
                  <a:pt x="1485900" y="1228725"/>
                </a:moveTo>
                <a:lnTo>
                  <a:pt x="1495425" y="1228725"/>
                </a:lnTo>
                <a:lnTo>
                  <a:pt x="1495425" y="1238250"/>
                </a:lnTo>
                <a:lnTo>
                  <a:pt x="1485900" y="1238250"/>
                </a:lnTo>
                <a:close/>
                <a:moveTo>
                  <a:pt x="114300" y="1323975"/>
                </a:moveTo>
                <a:lnTo>
                  <a:pt x="123825" y="1323975"/>
                </a:lnTo>
                <a:lnTo>
                  <a:pt x="123825" y="1343025"/>
                </a:lnTo>
                <a:lnTo>
                  <a:pt x="114300" y="1343025"/>
                </a:lnTo>
                <a:close/>
                <a:moveTo>
                  <a:pt x="133350" y="1323975"/>
                </a:moveTo>
                <a:lnTo>
                  <a:pt x="142875" y="1323975"/>
                </a:lnTo>
                <a:lnTo>
                  <a:pt x="142875" y="1343025"/>
                </a:lnTo>
                <a:lnTo>
                  <a:pt x="133350" y="1343025"/>
                </a:lnTo>
                <a:close/>
                <a:moveTo>
                  <a:pt x="1666875" y="1323975"/>
                </a:moveTo>
                <a:lnTo>
                  <a:pt x="1695450" y="1323975"/>
                </a:lnTo>
                <a:lnTo>
                  <a:pt x="1695450" y="1333500"/>
                </a:lnTo>
                <a:lnTo>
                  <a:pt x="1685925" y="1333500"/>
                </a:lnTo>
                <a:lnTo>
                  <a:pt x="1685925" y="1343025"/>
                </a:lnTo>
                <a:lnTo>
                  <a:pt x="1676400" y="1343025"/>
                </a:lnTo>
                <a:lnTo>
                  <a:pt x="1676400" y="1333500"/>
                </a:lnTo>
                <a:lnTo>
                  <a:pt x="1666875" y="1333500"/>
                </a:lnTo>
                <a:close/>
                <a:moveTo>
                  <a:pt x="123825" y="1352550"/>
                </a:moveTo>
                <a:lnTo>
                  <a:pt x="133350" y="1352550"/>
                </a:lnTo>
                <a:lnTo>
                  <a:pt x="133350" y="1362075"/>
                </a:lnTo>
                <a:lnTo>
                  <a:pt x="123825" y="1362075"/>
                </a:lnTo>
                <a:close/>
                <a:moveTo>
                  <a:pt x="161925" y="1352550"/>
                </a:moveTo>
                <a:lnTo>
                  <a:pt x="171450" y="1352550"/>
                </a:lnTo>
                <a:lnTo>
                  <a:pt x="171450" y="1371600"/>
                </a:lnTo>
                <a:lnTo>
                  <a:pt x="161925" y="1371600"/>
                </a:lnTo>
                <a:close/>
                <a:moveTo>
                  <a:pt x="390525" y="1362075"/>
                </a:moveTo>
                <a:lnTo>
                  <a:pt x="400050" y="1362075"/>
                </a:lnTo>
                <a:lnTo>
                  <a:pt x="400050" y="1371600"/>
                </a:lnTo>
                <a:lnTo>
                  <a:pt x="390525" y="1371600"/>
                </a:lnTo>
                <a:close/>
                <a:moveTo>
                  <a:pt x="171450" y="1371600"/>
                </a:moveTo>
                <a:lnTo>
                  <a:pt x="180975" y="1371600"/>
                </a:lnTo>
                <a:lnTo>
                  <a:pt x="180975" y="1381125"/>
                </a:lnTo>
                <a:lnTo>
                  <a:pt x="171450" y="1381125"/>
                </a:lnTo>
                <a:close/>
                <a:moveTo>
                  <a:pt x="180975" y="1390650"/>
                </a:moveTo>
                <a:lnTo>
                  <a:pt x="200025" y="1390650"/>
                </a:lnTo>
                <a:lnTo>
                  <a:pt x="200025" y="1400175"/>
                </a:lnTo>
                <a:lnTo>
                  <a:pt x="209550" y="1400175"/>
                </a:lnTo>
                <a:lnTo>
                  <a:pt x="209550" y="1419225"/>
                </a:lnTo>
                <a:lnTo>
                  <a:pt x="200025" y="1419225"/>
                </a:lnTo>
                <a:lnTo>
                  <a:pt x="200025" y="1409700"/>
                </a:lnTo>
                <a:lnTo>
                  <a:pt x="180975" y="1409700"/>
                </a:lnTo>
                <a:close/>
                <a:moveTo>
                  <a:pt x="257175" y="1400175"/>
                </a:moveTo>
                <a:lnTo>
                  <a:pt x="266700" y="1400175"/>
                </a:lnTo>
                <a:lnTo>
                  <a:pt x="266700" y="1409700"/>
                </a:lnTo>
                <a:lnTo>
                  <a:pt x="257175" y="1409700"/>
                </a:lnTo>
                <a:close/>
                <a:moveTo>
                  <a:pt x="123825" y="1419225"/>
                </a:moveTo>
                <a:lnTo>
                  <a:pt x="133350" y="1419225"/>
                </a:lnTo>
                <a:lnTo>
                  <a:pt x="133350" y="1504950"/>
                </a:lnTo>
                <a:lnTo>
                  <a:pt x="123825" y="1504950"/>
                </a:lnTo>
                <a:close/>
                <a:moveTo>
                  <a:pt x="190500" y="1438275"/>
                </a:moveTo>
                <a:lnTo>
                  <a:pt x="209550" y="1438275"/>
                </a:lnTo>
                <a:lnTo>
                  <a:pt x="209550" y="1457325"/>
                </a:lnTo>
                <a:lnTo>
                  <a:pt x="200025" y="1457325"/>
                </a:lnTo>
                <a:lnTo>
                  <a:pt x="200025" y="1466850"/>
                </a:lnTo>
                <a:lnTo>
                  <a:pt x="190500" y="1466850"/>
                </a:lnTo>
                <a:lnTo>
                  <a:pt x="190500" y="1457325"/>
                </a:lnTo>
                <a:lnTo>
                  <a:pt x="171450" y="1457325"/>
                </a:lnTo>
                <a:lnTo>
                  <a:pt x="171450" y="1447800"/>
                </a:lnTo>
                <a:lnTo>
                  <a:pt x="190500" y="1447800"/>
                </a:lnTo>
                <a:close/>
                <a:moveTo>
                  <a:pt x="123825" y="1514475"/>
                </a:moveTo>
                <a:lnTo>
                  <a:pt x="133350" y="1514475"/>
                </a:lnTo>
                <a:lnTo>
                  <a:pt x="133350" y="1524000"/>
                </a:lnTo>
                <a:lnTo>
                  <a:pt x="123825" y="1524000"/>
                </a:lnTo>
                <a:close/>
                <a:moveTo>
                  <a:pt x="133350" y="1533525"/>
                </a:moveTo>
                <a:lnTo>
                  <a:pt x="142875" y="1533525"/>
                </a:lnTo>
                <a:lnTo>
                  <a:pt x="142875" y="1543050"/>
                </a:lnTo>
                <a:lnTo>
                  <a:pt x="133350" y="1543050"/>
                </a:lnTo>
                <a:close/>
                <a:moveTo>
                  <a:pt x="276225" y="1533525"/>
                </a:moveTo>
                <a:lnTo>
                  <a:pt x="314325" y="1533525"/>
                </a:lnTo>
                <a:lnTo>
                  <a:pt x="314325" y="1543050"/>
                </a:lnTo>
                <a:lnTo>
                  <a:pt x="304800" y="1543050"/>
                </a:lnTo>
                <a:lnTo>
                  <a:pt x="304800" y="1571625"/>
                </a:lnTo>
                <a:lnTo>
                  <a:pt x="285750" y="1571625"/>
                </a:lnTo>
                <a:lnTo>
                  <a:pt x="285750" y="1562100"/>
                </a:lnTo>
                <a:lnTo>
                  <a:pt x="276225" y="1562100"/>
                </a:lnTo>
                <a:lnTo>
                  <a:pt x="276225" y="1552575"/>
                </a:lnTo>
                <a:lnTo>
                  <a:pt x="285750" y="1552575"/>
                </a:lnTo>
                <a:lnTo>
                  <a:pt x="285750" y="1543050"/>
                </a:lnTo>
                <a:lnTo>
                  <a:pt x="276225" y="1543050"/>
                </a:lnTo>
                <a:close/>
                <a:moveTo>
                  <a:pt x="352425" y="1533525"/>
                </a:moveTo>
                <a:lnTo>
                  <a:pt x="428625" y="1533525"/>
                </a:lnTo>
                <a:lnTo>
                  <a:pt x="428625" y="1552575"/>
                </a:lnTo>
                <a:lnTo>
                  <a:pt x="419100" y="1552575"/>
                </a:lnTo>
                <a:lnTo>
                  <a:pt x="419100" y="1543050"/>
                </a:lnTo>
                <a:lnTo>
                  <a:pt x="371475" y="1543050"/>
                </a:lnTo>
                <a:lnTo>
                  <a:pt x="371475" y="1552575"/>
                </a:lnTo>
                <a:lnTo>
                  <a:pt x="361950" y="1552575"/>
                </a:lnTo>
                <a:lnTo>
                  <a:pt x="361950" y="1543050"/>
                </a:lnTo>
                <a:lnTo>
                  <a:pt x="352425" y="1543050"/>
                </a:lnTo>
                <a:close/>
                <a:moveTo>
                  <a:pt x="1190625" y="1533525"/>
                </a:moveTo>
                <a:lnTo>
                  <a:pt x="1209675" y="1533525"/>
                </a:lnTo>
                <a:lnTo>
                  <a:pt x="1209675" y="1543050"/>
                </a:lnTo>
                <a:lnTo>
                  <a:pt x="1190625" y="1543050"/>
                </a:lnTo>
                <a:close/>
                <a:moveTo>
                  <a:pt x="1238250" y="1533525"/>
                </a:moveTo>
                <a:lnTo>
                  <a:pt x="1285875" y="1533525"/>
                </a:lnTo>
                <a:lnTo>
                  <a:pt x="1285875" y="1552575"/>
                </a:lnTo>
                <a:lnTo>
                  <a:pt x="1276350" y="1552575"/>
                </a:lnTo>
                <a:lnTo>
                  <a:pt x="1276350" y="1543050"/>
                </a:lnTo>
                <a:lnTo>
                  <a:pt x="1257300" y="1543050"/>
                </a:lnTo>
                <a:lnTo>
                  <a:pt x="1257300" y="1552575"/>
                </a:lnTo>
                <a:lnTo>
                  <a:pt x="1247775" y="1552575"/>
                </a:lnTo>
                <a:lnTo>
                  <a:pt x="1247775" y="1543050"/>
                </a:lnTo>
                <a:lnTo>
                  <a:pt x="1238250" y="1543050"/>
                </a:lnTo>
                <a:close/>
                <a:moveTo>
                  <a:pt x="238125" y="1552575"/>
                </a:moveTo>
                <a:lnTo>
                  <a:pt x="257175" y="1552575"/>
                </a:lnTo>
                <a:lnTo>
                  <a:pt x="257175" y="1562100"/>
                </a:lnTo>
                <a:lnTo>
                  <a:pt x="266700" y="1562100"/>
                </a:lnTo>
                <a:lnTo>
                  <a:pt x="266700" y="1581150"/>
                </a:lnTo>
                <a:lnTo>
                  <a:pt x="257175" y="1581150"/>
                </a:lnTo>
                <a:lnTo>
                  <a:pt x="257175" y="1590675"/>
                </a:lnTo>
                <a:lnTo>
                  <a:pt x="247650" y="1590675"/>
                </a:lnTo>
                <a:lnTo>
                  <a:pt x="247650" y="1581150"/>
                </a:lnTo>
                <a:lnTo>
                  <a:pt x="238125" y="1581150"/>
                </a:lnTo>
                <a:lnTo>
                  <a:pt x="238125" y="1571625"/>
                </a:lnTo>
                <a:lnTo>
                  <a:pt x="219075" y="1571625"/>
                </a:lnTo>
                <a:lnTo>
                  <a:pt x="219075" y="1562100"/>
                </a:lnTo>
                <a:lnTo>
                  <a:pt x="238125" y="1562100"/>
                </a:lnTo>
                <a:close/>
                <a:moveTo>
                  <a:pt x="409575" y="1552575"/>
                </a:moveTo>
                <a:lnTo>
                  <a:pt x="419100" y="1552575"/>
                </a:lnTo>
                <a:lnTo>
                  <a:pt x="419100" y="1562100"/>
                </a:lnTo>
                <a:lnTo>
                  <a:pt x="409575" y="1562100"/>
                </a:lnTo>
                <a:close/>
                <a:moveTo>
                  <a:pt x="1200150" y="1552575"/>
                </a:moveTo>
                <a:lnTo>
                  <a:pt x="1209675" y="1552575"/>
                </a:lnTo>
                <a:lnTo>
                  <a:pt x="1209675" y="1562100"/>
                </a:lnTo>
                <a:lnTo>
                  <a:pt x="1200150" y="1562100"/>
                </a:lnTo>
                <a:close/>
                <a:moveTo>
                  <a:pt x="114300" y="1562100"/>
                </a:moveTo>
                <a:lnTo>
                  <a:pt x="123825" y="1562100"/>
                </a:lnTo>
                <a:lnTo>
                  <a:pt x="123825" y="1571625"/>
                </a:lnTo>
                <a:lnTo>
                  <a:pt x="114300" y="1571625"/>
                </a:lnTo>
                <a:close/>
                <a:moveTo>
                  <a:pt x="133350" y="1571625"/>
                </a:moveTo>
                <a:lnTo>
                  <a:pt x="142875" y="1571625"/>
                </a:lnTo>
                <a:lnTo>
                  <a:pt x="142875" y="1590675"/>
                </a:lnTo>
                <a:lnTo>
                  <a:pt x="133350" y="1590675"/>
                </a:lnTo>
                <a:close/>
                <a:moveTo>
                  <a:pt x="971550" y="1571625"/>
                </a:moveTo>
                <a:lnTo>
                  <a:pt x="1000125" y="1571625"/>
                </a:lnTo>
                <a:lnTo>
                  <a:pt x="1000125" y="1581150"/>
                </a:lnTo>
                <a:lnTo>
                  <a:pt x="990600" y="1581150"/>
                </a:lnTo>
                <a:lnTo>
                  <a:pt x="990600" y="1590675"/>
                </a:lnTo>
                <a:lnTo>
                  <a:pt x="981075" y="1590675"/>
                </a:lnTo>
                <a:lnTo>
                  <a:pt x="981075" y="1600200"/>
                </a:lnTo>
                <a:lnTo>
                  <a:pt x="962025" y="1600200"/>
                </a:lnTo>
                <a:lnTo>
                  <a:pt x="962025" y="1590675"/>
                </a:lnTo>
                <a:lnTo>
                  <a:pt x="971550" y="1590675"/>
                </a:lnTo>
                <a:close/>
                <a:moveTo>
                  <a:pt x="123825" y="1590675"/>
                </a:moveTo>
                <a:lnTo>
                  <a:pt x="133350" y="1590675"/>
                </a:lnTo>
                <a:lnTo>
                  <a:pt x="133350" y="1657350"/>
                </a:lnTo>
                <a:lnTo>
                  <a:pt x="123825" y="1657350"/>
                </a:lnTo>
                <a:close/>
                <a:moveTo>
                  <a:pt x="228600" y="1590675"/>
                </a:moveTo>
                <a:lnTo>
                  <a:pt x="247650" y="1590675"/>
                </a:lnTo>
                <a:lnTo>
                  <a:pt x="247650" y="1609725"/>
                </a:lnTo>
                <a:lnTo>
                  <a:pt x="228600" y="1609725"/>
                </a:lnTo>
                <a:close/>
                <a:moveTo>
                  <a:pt x="257175" y="1590675"/>
                </a:moveTo>
                <a:lnTo>
                  <a:pt x="266700" y="1590675"/>
                </a:lnTo>
                <a:lnTo>
                  <a:pt x="266700" y="1600200"/>
                </a:lnTo>
                <a:lnTo>
                  <a:pt x="257175" y="1600200"/>
                </a:lnTo>
                <a:close/>
                <a:moveTo>
                  <a:pt x="942975" y="1590675"/>
                </a:moveTo>
                <a:lnTo>
                  <a:pt x="952500" y="1590675"/>
                </a:lnTo>
                <a:lnTo>
                  <a:pt x="952500" y="1600200"/>
                </a:lnTo>
                <a:lnTo>
                  <a:pt x="942975" y="1600200"/>
                </a:lnTo>
                <a:close/>
                <a:moveTo>
                  <a:pt x="1019175" y="1600200"/>
                </a:moveTo>
                <a:lnTo>
                  <a:pt x="1028700" y="1600200"/>
                </a:lnTo>
                <a:lnTo>
                  <a:pt x="1028700" y="1609725"/>
                </a:lnTo>
                <a:lnTo>
                  <a:pt x="1019175" y="1609725"/>
                </a:lnTo>
                <a:close/>
                <a:moveTo>
                  <a:pt x="266700" y="1619250"/>
                </a:moveTo>
                <a:lnTo>
                  <a:pt x="276225" y="1619250"/>
                </a:lnTo>
                <a:lnTo>
                  <a:pt x="276225" y="1638300"/>
                </a:lnTo>
                <a:lnTo>
                  <a:pt x="266700" y="1638300"/>
                </a:lnTo>
                <a:close/>
                <a:moveTo>
                  <a:pt x="247650" y="1638300"/>
                </a:moveTo>
                <a:lnTo>
                  <a:pt x="266700" y="1638300"/>
                </a:lnTo>
                <a:lnTo>
                  <a:pt x="266700" y="1657350"/>
                </a:lnTo>
                <a:lnTo>
                  <a:pt x="257175" y="1657350"/>
                </a:lnTo>
                <a:lnTo>
                  <a:pt x="257175" y="1666875"/>
                </a:lnTo>
                <a:lnTo>
                  <a:pt x="247650" y="1666875"/>
                </a:lnTo>
                <a:close/>
                <a:moveTo>
                  <a:pt x="923925" y="1638300"/>
                </a:moveTo>
                <a:lnTo>
                  <a:pt x="933450" y="1638300"/>
                </a:lnTo>
                <a:lnTo>
                  <a:pt x="933450" y="1657350"/>
                </a:lnTo>
                <a:lnTo>
                  <a:pt x="942975" y="1657350"/>
                </a:lnTo>
                <a:lnTo>
                  <a:pt x="942975" y="1647825"/>
                </a:lnTo>
                <a:lnTo>
                  <a:pt x="962025" y="1647825"/>
                </a:lnTo>
                <a:lnTo>
                  <a:pt x="962025" y="1657350"/>
                </a:lnTo>
                <a:lnTo>
                  <a:pt x="942975" y="1657350"/>
                </a:lnTo>
                <a:lnTo>
                  <a:pt x="942975" y="1666875"/>
                </a:lnTo>
                <a:lnTo>
                  <a:pt x="933450" y="1666875"/>
                </a:lnTo>
                <a:lnTo>
                  <a:pt x="933450" y="1676400"/>
                </a:lnTo>
                <a:lnTo>
                  <a:pt x="923925" y="1676400"/>
                </a:lnTo>
                <a:close/>
                <a:moveTo>
                  <a:pt x="1028700" y="1647825"/>
                </a:moveTo>
                <a:lnTo>
                  <a:pt x="1038225" y="1647825"/>
                </a:lnTo>
                <a:lnTo>
                  <a:pt x="1038225" y="1657350"/>
                </a:lnTo>
                <a:lnTo>
                  <a:pt x="1047750" y="1657350"/>
                </a:lnTo>
                <a:lnTo>
                  <a:pt x="1047750" y="1666875"/>
                </a:lnTo>
                <a:lnTo>
                  <a:pt x="1038225" y="1666875"/>
                </a:lnTo>
                <a:lnTo>
                  <a:pt x="1038225" y="1685925"/>
                </a:lnTo>
                <a:lnTo>
                  <a:pt x="1019175" y="1685925"/>
                </a:lnTo>
                <a:lnTo>
                  <a:pt x="1019175" y="1676400"/>
                </a:lnTo>
                <a:lnTo>
                  <a:pt x="1009650" y="1676400"/>
                </a:lnTo>
                <a:lnTo>
                  <a:pt x="1009650" y="1666875"/>
                </a:lnTo>
                <a:lnTo>
                  <a:pt x="1019175" y="1666875"/>
                </a:lnTo>
                <a:lnTo>
                  <a:pt x="1019175" y="1657350"/>
                </a:lnTo>
                <a:lnTo>
                  <a:pt x="1028700" y="1657350"/>
                </a:lnTo>
                <a:close/>
                <a:moveTo>
                  <a:pt x="123825" y="1666875"/>
                </a:moveTo>
                <a:lnTo>
                  <a:pt x="133350" y="1666875"/>
                </a:lnTo>
                <a:lnTo>
                  <a:pt x="133350" y="1695450"/>
                </a:lnTo>
                <a:lnTo>
                  <a:pt x="123825" y="1695450"/>
                </a:lnTo>
                <a:close/>
                <a:moveTo>
                  <a:pt x="209550" y="1676400"/>
                </a:moveTo>
                <a:lnTo>
                  <a:pt x="228600" y="1676400"/>
                </a:lnTo>
                <a:lnTo>
                  <a:pt x="228600" y="1685925"/>
                </a:lnTo>
                <a:lnTo>
                  <a:pt x="209550" y="1685925"/>
                </a:lnTo>
                <a:close/>
                <a:moveTo>
                  <a:pt x="133350" y="1704975"/>
                </a:moveTo>
                <a:lnTo>
                  <a:pt x="142875" y="1704975"/>
                </a:lnTo>
                <a:lnTo>
                  <a:pt x="142875" y="1714500"/>
                </a:lnTo>
                <a:lnTo>
                  <a:pt x="133350" y="1714500"/>
                </a:lnTo>
                <a:close/>
                <a:moveTo>
                  <a:pt x="209550" y="1714500"/>
                </a:moveTo>
                <a:lnTo>
                  <a:pt x="228600" y="1714500"/>
                </a:lnTo>
                <a:lnTo>
                  <a:pt x="228600" y="1733550"/>
                </a:lnTo>
                <a:lnTo>
                  <a:pt x="209550" y="1733550"/>
                </a:lnTo>
                <a:close/>
                <a:moveTo>
                  <a:pt x="114300" y="1819275"/>
                </a:moveTo>
                <a:lnTo>
                  <a:pt x="123825" y="1819275"/>
                </a:lnTo>
                <a:lnTo>
                  <a:pt x="123825" y="1838325"/>
                </a:lnTo>
                <a:lnTo>
                  <a:pt x="133350" y="1838325"/>
                </a:lnTo>
                <a:lnTo>
                  <a:pt x="133350" y="1819275"/>
                </a:lnTo>
                <a:lnTo>
                  <a:pt x="142875" y="1819275"/>
                </a:lnTo>
                <a:lnTo>
                  <a:pt x="142875" y="1847850"/>
                </a:lnTo>
                <a:lnTo>
                  <a:pt x="133350" y="1847850"/>
                </a:lnTo>
                <a:lnTo>
                  <a:pt x="133350" y="1895475"/>
                </a:lnTo>
                <a:lnTo>
                  <a:pt x="123825" y="1895475"/>
                </a:lnTo>
                <a:lnTo>
                  <a:pt x="123825" y="1857375"/>
                </a:lnTo>
                <a:lnTo>
                  <a:pt x="114300" y="1857375"/>
                </a:lnTo>
                <a:close/>
                <a:moveTo>
                  <a:pt x="1628775" y="1876425"/>
                </a:moveTo>
                <a:lnTo>
                  <a:pt x="1647825" y="1876425"/>
                </a:lnTo>
                <a:lnTo>
                  <a:pt x="1647825" y="1885950"/>
                </a:lnTo>
                <a:lnTo>
                  <a:pt x="1638300" y="1885950"/>
                </a:lnTo>
                <a:lnTo>
                  <a:pt x="1638300" y="1895475"/>
                </a:lnTo>
                <a:lnTo>
                  <a:pt x="1628775" y="1895475"/>
                </a:lnTo>
                <a:close/>
                <a:moveTo>
                  <a:pt x="123825" y="1905000"/>
                </a:moveTo>
                <a:lnTo>
                  <a:pt x="133350" y="1905000"/>
                </a:lnTo>
                <a:lnTo>
                  <a:pt x="133350" y="1924050"/>
                </a:lnTo>
                <a:lnTo>
                  <a:pt x="123825" y="1924050"/>
                </a:lnTo>
                <a:close/>
                <a:moveTo>
                  <a:pt x="114300" y="1933575"/>
                </a:moveTo>
                <a:lnTo>
                  <a:pt x="123825" y="1933575"/>
                </a:lnTo>
                <a:lnTo>
                  <a:pt x="123825" y="1981200"/>
                </a:lnTo>
                <a:lnTo>
                  <a:pt x="114300" y="1981200"/>
                </a:lnTo>
                <a:close/>
                <a:moveTo>
                  <a:pt x="133350" y="1933575"/>
                </a:moveTo>
                <a:lnTo>
                  <a:pt x="142875" y="1933575"/>
                </a:lnTo>
                <a:lnTo>
                  <a:pt x="142875" y="1981200"/>
                </a:lnTo>
                <a:lnTo>
                  <a:pt x="133350" y="1981200"/>
                </a:lnTo>
                <a:close/>
                <a:moveTo>
                  <a:pt x="400050" y="1952625"/>
                </a:moveTo>
                <a:lnTo>
                  <a:pt x="419100" y="1952625"/>
                </a:lnTo>
                <a:lnTo>
                  <a:pt x="419100" y="1962150"/>
                </a:lnTo>
                <a:lnTo>
                  <a:pt x="400050" y="1962150"/>
                </a:lnTo>
                <a:close/>
                <a:moveTo>
                  <a:pt x="1704975" y="2238375"/>
                </a:moveTo>
                <a:lnTo>
                  <a:pt x="1714500" y="2238375"/>
                </a:lnTo>
                <a:lnTo>
                  <a:pt x="1714500" y="2257425"/>
                </a:lnTo>
                <a:lnTo>
                  <a:pt x="1704975" y="2257425"/>
                </a:lnTo>
                <a:close/>
                <a:moveTo>
                  <a:pt x="1685925" y="2257425"/>
                </a:moveTo>
                <a:lnTo>
                  <a:pt x="1695450" y="2257425"/>
                </a:lnTo>
                <a:lnTo>
                  <a:pt x="1695450" y="2266950"/>
                </a:lnTo>
                <a:lnTo>
                  <a:pt x="1685925" y="2266950"/>
                </a:lnTo>
                <a:close/>
                <a:moveTo>
                  <a:pt x="209550" y="2266950"/>
                </a:moveTo>
                <a:lnTo>
                  <a:pt x="238125" y="2266950"/>
                </a:lnTo>
                <a:lnTo>
                  <a:pt x="238125" y="2286000"/>
                </a:lnTo>
                <a:lnTo>
                  <a:pt x="219075" y="2286000"/>
                </a:lnTo>
                <a:lnTo>
                  <a:pt x="219075" y="2295525"/>
                </a:lnTo>
                <a:lnTo>
                  <a:pt x="209550" y="2295525"/>
                </a:lnTo>
                <a:lnTo>
                  <a:pt x="209550" y="2314575"/>
                </a:lnTo>
                <a:lnTo>
                  <a:pt x="200025" y="2314575"/>
                </a:lnTo>
                <a:lnTo>
                  <a:pt x="200025" y="2343150"/>
                </a:lnTo>
                <a:lnTo>
                  <a:pt x="190500" y="2343150"/>
                </a:lnTo>
                <a:lnTo>
                  <a:pt x="190500" y="2305050"/>
                </a:lnTo>
                <a:lnTo>
                  <a:pt x="200025" y="2305050"/>
                </a:lnTo>
                <a:lnTo>
                  <a:pt x="200025" y="2286000"/>
                </a:lnTo>
                <a:lnTo>
                  <a:pt x="209550" y="2286000"/>
                </a:lnTo>
                <a:close/>
                <a:moveTo>
                  <a:pt x="1000125" y="2266950"/>
                </a:moveTo>
                <a:lnTo>
                  <a:pt x="1076325" y="2266950"/>
                </a:lnTo>
                <a:lnTo>
                  <a:pt x="1076325" y="2276475"/>
                </a:lnTo>
                <a:lnTo>
                  <a:pt x="1104900" y="2276475"/>
                </a:lnTo>
                <a:lnTo>
                  <a:pt x="1104900" y="2286000"/>
                </a:lnTo>
                <a:lnTo>
                  <a:pt x="1095375" y="2286000"/>
                </a:lnTo>
                <a:lnTo>
                  <a:pt x="1095375" y="2295525"/>
                </a:lnTo>
                <a:lnTo>
                  <a:pt x="1104900" y="2295525"/>
                </a:lnTo>
                <a:lnTo>
                  <a:pt x="1104900" y="2305050"/>
                </a:lnTo>
                <a:lnTo>
                  <a:pt x="1114425" y="2305050"/>
                </a:lnTo>
                <a:lnTo>
                  <a:pt x="1114425" y="2314575"/>
                </a:lnTo>
                <a:lnTo>
                  <a:pt x="1085850" y="2314575"/>
                </a:lnTo>
                <a:lnTo>
                  <a:pt x="1085850" y="2352675"/>
                </a:lnTo>
                <a:lnTo>
                  <a:pt x="1076325" y="2352675"/>
                </a:lnTo>
                <a:lnTo>
                  <a:pt x="1076325" y="2333625"/>
                </a:lnTo>
                <a:lnTo>
                  <a:pt x="1066800" y="2333625"/>
                </a:lnTo>
                <a:lnTo>
                  <a:pt x="1066800" y="2324100"/>
                </a:lnTo>
                <a:lnTo>
                  <a:pt x="1057275" y="2324100"/>
                </a:lnTo>
                <a:lnTo>
                  <a:pt x="1057275" y="2314575"/>
                </a:lnTo>
                <a:lnTo>
                  <a:pt x="1028700" y="2314575"/>
                </a:lnTo>
                <a:lnTo>
                  <a:pt x="1028700" y="2324100"/>
                </a:lnTo>
                <a:lnTo>
                  <a:pt x="1009650" y="2324100"/>
                </a:lnTo>
                <a:lnTo>
                  <a:pt x="1009650" y="2314575"/>
                </a:lnTo>
                <a:lnTo>
                  <a:pt x="1000125" y="2314575"/>
                </a:lnTo>
                <a:lnTo>
                  <a:pt x="1000125" y="2305050"/>
                </a:lnTo>
                <a:lnTo>
                  <a:pt x="1009650" y="2305050"/>
                </a:lnTo>
                <a:lnTo>
                  <a:pt x="1009650" y="2276475"/>
                </a:lnTo>
                <a:lnTo>
                  <a:pt x="1000125" y="2276475"/>
                </a:lnTo>
                <a:close/>
                <a:moveTo>
                  <a:pt x="1133475" y="2266950"/>
                </a:moveTo>
                <a:lnTo>
                  <a:pt x="1143000" y="2266950"/>
                </a:lnTo>
                <a:lnTo>
                  <a:pt x="1143000" y="2286000"/>
                </a:lnTo>
                <a:lnTo>
                  <a:pt x="1162050" y="2286000"/>
                </a:lnTo>
                <a:lnTo>
                  <a:pt x="1162050" y="2295525"/>
                </a:lnTo>
                <a:lnTo>
                  <a:pt x="1152525" y="2295525"/>
                </a:lnTo>
                <a:lnTo>
                  <a:pt x="1152525" y="2305050"/>
                </a:lnTo>
                <a:lnTo>
                  <a:pt x="1133475" y="2305050"/>
                </a:lnTo>
                <a:lnTo>
                  <a:pt x="1133475" y="2286000"/>
                </a:lnTo>
                <a:lnTo>
                  <a:pt x="1123950" y="2286000"/>
                </a:lnTo>
                <a:lnTo>
                  <a:pt x="1123950" y="2276475"/>
                </a:lnTo>
                <a:lnTo>
                  <a:pt x="1133475" y="2276475"/>
                </a:lnTo>
                <a:close/>
                <a:moveTo>
                  <a:pt x="1152525" y="2266950"/>
                </a:moveTo>
                <a:lnTo>
                  <a:pt x="1200150" y="2266950"/>
                </a:lnTo>
                <a:lnTo>
                  <a:pt x="1200150" y="2276475"/>
                </a:lnTo>
                <a:lnTo>
                  <a:pt x="1152525" y="2276475"/>
                </a:lnTo>
                <a:close/>
                <a:moveTo>
                  <a:pt x="1285875" y="2266950"/>
                </a:moveTo>
                <a:lnTo>
                  <a:pt x="1304925" y="2266950"/>
                </a:lnTo>
                <a:lnTo>
                  <a:pt x="1304925" y="2276475"/>
                </a:lnTo>
                <a:lnTo>
                  <a:pt x="1285875" y="2276475"/>
                </a:lnTo>
                <a:close/>
                <a:moveTo>
                  <a:pt x="942975" y="2286000"/>
                </a:moveTo>
                <a:lnTo>
                  <a:pt x="952500" y="2286000"/>
                </a:lnTo>
                <a:lnTo>
                  <a:pt x="952500" y="2305050"/>
                </a:lnTo>
                <a:lnTo>
                  <a:pt x="962025" y="2305050"/>
                </a:lnTo>
                <a:lnTo>
                  <a:pt x="962025" y="2314575"/>
                </a:lnTo>
                <a:lnTo>
                  <a:pt x="971550" y="2314575"/>
                </a:lnTo>
                <a:lnTo>
                  <a:pt x="971550" y="2305050"/>
                </a:lnTo>
                <a:lnTo>
                  <a:pt x="990600" y="2305050"/>
                </a:lnTo>
                <a:lnTo>
                  <a:pt x="990600" y="2324100"/>
                </a:lnTo>
                <a:lnTo>
                  <a:pt x="981075" y="2324100"/>
                </a:lnTo>
                <a:lnTo>
                  <a:pt x="981075" y="2333625"/>
                </a:lnTo>
                <a:lnTo>
                  <a:pt x="962025" y="2333625"/>
                </a:lnTo>
                <a:lnTo>
                  <a:pt x="962025" y="2343150"/>
                </a:lnTo>
                <a:lnTo>
                  <a:pt x="952500" y="2343150"/>
                </a:lnTo>
                <a:lnTo>
                  <a:pt x="952500" y="2324100"/>
                </a:lnTo>
                <a:lnTo>
                  <a:pt x="942975" y="2324100"/>
                </a:lnTo>
                <a:close/>
                <a:moveTo>
                  <a:pt x="1028700" y="2286000"/>
                </a:moveTo>
                <a:lnTo>
                  <a:pt x="1057275" y="2286000"/>
                </a:lnTo>
                <a:lnTo>
                  <a:pt x="1057275" y="2276475"/>
                </a:lnTo>
                <a:lnTo>
                  <a:pt x="1019175" y="2276475"/>
                </a:lnTo>
                <a:lnTo>
                  <a:pt x="1019175" y="2305050"/>
                </a:lnTo>
                <a:lnTo>
                  <a:pt x="1028700" y="2305050"/>
                </a:lnTo>
                <a:close/>
                <a:moveTo>
                  <a:pt x="838200" y="2314575"/>
                </a:moveTo>
                <a:lnTo>
                  <a:pt x="857250" y="2314575"/>
                </a:lnTo>
                <a:lnTo>
                  <a:pt x="857250" y="2333625"/>
                </a:lnTo>
                <a:lnTo>
                  <a:pt x="838200" y="2333625"/>
                </a:lnTo>
                <a:close/>
                <a:moveTo>
                  <a:pt x="133350" y="2324100"/>
                </a:moveTo>
                <a:lnTo>
                  <a:pt x="142875" y="2324100"/>
                </a:lnTo>
                <a:lnTo>
                  <a:pt x="142875" y="2409825"/>
                </a:lnTo>
                <a:lnTo>
                  <a:pt x="133350" y="2409825"/>
                </a:lnTo>
                <a:lnTo>
                  <a:pt x="133350" y="2428875"/>
                </a:lnTo>
                <a:lnTo>
                  <a:pt x="123825" y="2428875"/>
                </a:lnTo>
                <a:lnTo>
                  <a:pt x="123825" y="2438400"/>
                </a:lnTo>
                <a:lnTo>
                  <a:pt x="114300" y="2438400"/>
                </a:lnTo>
                <a:lnTo>
                  <a:pt x="114300" y="2419350"/>
                </a:lnTo>
                <a:lnTo>
                  <a:pt x="123825" y="2419350"/>
                </a:lnTo>
                <a:lnTo>
                  <a:pt x="123825" y="2409825"/>
                </a:lnTo>
                <a:lnTo>
                  <a:pt x="114300" y="2409825"/>
                </a:lnTo>
                <a:lnTo>
                  <a:pt x="114300" y="2390775"/>
                </a:lnTo>
                <a:lnTo>
                  <a:pt x="123825" y="2390775"/>
                </a:lnTo>
                <a:lnTo>
                  <a:pt x="123825" y="2400300"/>
                </a:lnTo>
                <a:lnTo>
                  <a:pt x="133350" y="2400300"/>
                </a:lnTo>
                <a:close/>
                <a:moveTo>
                  <a:pt x="1571625" y="2324100"/>
                </a:moveTo>
                <a:lnTo>
                  <a:pt x="1590675" y="2324100"/>
                </a:lnTo>
                <a:lnTo>
                  <a:pt x="1590675" y="2333625"/>
                </a:lnTo>
                <a:lnTo>
                  <a:pt x="1581150" y="2333625"/>
                </a:lnTo>
                <a:lnTo>
                  <a:pt x="1581150" y="2343150"/>
                </a:lnTo>
                <a:lnTo>
                  <a:pt x="1571625" y="2343150"/>
                </a:lnTo>
                <a:close/>
                <a:moveTo>
                  <a:pt x="114300" y="2333625"/>
                </a:moveTo>
                <a:lnTo>
                  <a:pt x="123825" y="2333625"/>
                </a:lnTo>
                <a:lnTo>
                  <a:pt x="123825" y="2371725"/>
                </a:lnTo>
                <a:lnTo>
                  <a:pt x="114300" y="2371725"/>
                </a:lnTo>
                <a:close/>
                <a:moveTo>
                  <a:pt x="180975" y="2343150"/>
                </a:moveTo>
                <a:lnTo>
                  <a:pt x="190500" y="2343150"/>
                </a:lnTo>
                <a:lnTo>
                  <a:pt x="190500" y="2352675"/>
                </a:lnTo>
                <a:lnTo>
                  <a:pt x="180975" y="2352675"/>
                </a:lnTo>
                <a:close/>
                <a:moveTo>
                  <a:pt x="952500" y="2371725"/>
                </a:moveTo>
                <a:lnTo>
                  <a:pt x="962025" y="2371725"/>
                </a:lnTo>
                <a:lnTo>
                  <a:pt x="962025" y="2381250"/>
                </a:lnTo>
                <a:lnTo>
                  <a:pt x="981075" y="2381250"/>
                </a:lnTo>
                <a:lnTo>
                  <a:pt x="981075" y="2390775"/>
                </a:lnTo>
                <a:lnTo>
                  <a:pt x="1000125" y="2390775"/>
                </a:lnTo>
                <a:lnTo>
                  <a:pt x="1000125" y="2409825"/>
                </a:lnTo>
                <a:lnTo>
                  <a:pt x="981075" y="2409825"/>
                </a:lnTo>
                <a:lnTo>
                  <a:pt x="981075" y="2419350"/>
                </a:lnTo>
                <a:lnTo>
                  <a:pt x="1000125" y="2419350"/>
                </a:lnTo>
                <a:lnTo>
                  <a:pt x="1000125" y="2409825"/>
                </a:lnTo>
                <a:lnTo>
                  <a:pt x="1009650" y="2409825"/>
                </a:lnTo>
                <a:lnTo>
                  <a:pt x="1009650" y="2419350"/>
                </a:lnTo>
                <a:lnTo>
                  <a:pt x="1038225" y="2419350"/>
                </a:lnTo>
                <a:lnTo>
                  <a:pt x="1038225" y="2409825"/>
                </a:lnTo>
                <a:lnTo>
                  <a:pt x="1066800" y="2409825"/>
                </a:lnTo>
                <a:lnTo>
                  <a:pt x="1066800" y="2400300"/>
                </a:lnTo>
                <a:lnTo>
                  <a:pt x="1076325" y="2400300"/>
                </a:lnTo>
                <a:lnTo>
                  <a:pt x="1076325" y="2390775"/>
                </a:lnTo>
                <a:lnTo>
                  <a:pt x="1066800" y="2390775"/>
                </a:lnTo>
                <a:lnTo>
                  <a:pt x="1066800" y="2371725"/>
                </a:lnTo>
                <a:lnTo>
                  <a:pt x="1076325" y="2371725"/>
                </a:lnTo>
                <a:lnTo>
                  <a:pt x="1076325" y="2381250"/>
                </a:lnTo>
                <a:lnTo>
                  <a:pt x="1095375" y="2381250"/>
                </a:lnTo>
                <a:lnTo>
                  <a:pt x="1095375" y="2390775"/>
                </a:lnTo>
                <a:lnTo>
                  <a:pt x="1085850" y="2390775"/>
                </a:lnTo>
                <a:lnTo>
                  <a:pt x="1085850" y="2419350"/>
                </a:lnTo>
                <a:lnTo>
                  <a:pt x="1047750" y="2419350"/>
                </a:lnTo>
                <a:lnTo>
                  <a:pt x="1047750" y="2438400"/>
                </a:lnTo>
                <a:lnTo>
                  <a:pt x="952500" y="2438400"/>
                </a:lnTo>
                <a:lnTo>
                  <a:pt x="952500" y="2428875"/>
                </a:lnTo>
                <a:lnTo>
                  <a:pt x="942975" y="2428875"/>
                </a:lnTo>
                <a:lnTo>
                  <a:pt x="942975" y="2409825"/>
                </a:lnTo>
                <a:lnTo>
                  <a:pt x="952500" y="2409825"/>
                </a:lnTo>
                <a:lnTo>
                  <a:pt x="952500" y="2390775"/>
                </a:lnTo>
                <a:lnTo>
                  <a:pt x="942975" y="2390775"/>
                </a:lnTo>
                <a:lnTo>
                  <a:pt x="942975" y="2381250"/>
                </a:lnTo>
                <a:lnTo>
                  <a:pt x="952500" y="2381250"/>
                </a:lnTo>
                <a:close/>
                <a:moveTo>
                  <a:pt x="1495425" y="2371725"/>
                </a:moveTo>
                <a:lnTo>
                  <a:pt x="1504950" y="2371725"/>
                </a:lnTo>
                <a:lnTo>
                  <a:pt x="1504950" y="2381250"/>
                </a:lnTo>
                <a:lnTo>
                  <a:pt x="1495425" y="2381250"/>
                </a:lnTo>
                <a:close/>
                <a:moveTo>
                  <a:pt x="190500" y="2390775"/>
                </a:moveTo>
                <a:lnTo>
                  <a:pt x="209550" y="2390775"/>
                </a:lnTo>
                <a:lnTo>
                  <a:pt x="209550" y="2409825"/>
                </a:lnTo>
                <a:lnTo>
                  <a:pt x="200025" y="2409825"/>
                </a:lnTo>
                <a:lnTo>
                  <a:pt x="200025" y="2400300"/>
                </a:lnTo>
                <a:lnTo>
                  <a:pt x="190500" y="2400300"/>
                </a:lnTo>
                <a:close/>
                <a:moveTo>
                  <a:pt x="1095375" y="2390775"/>
                </a:moveTo>
                <a:lnTo>
                  <a:pt x="1104900" y="2390775"/>
                </a:lnTo>
                <a:lnTo>
                  <a:pt x="1104900" y="2400300"/>
                </a:lnTo>
                <a:lnTo>
                  <a:pt x="1095375" y="2400300"/>
                </a:lnTo>
                <a:close/>
                <a:moveTo>
                  <a:pt x="1438275" y="2390775"/>
                </a:moveTo>
                <a:lnTo>
                  <a:pt x="1447800" y="2390775"/>
                </a:lnTo>
                <a:lnTo>
                  <a:pt x="1447800" y="2409825"/>
                </a:lnTo>
                <a:lnTo>
                  <a:pt x="1438275" y="2409825"/>
                </a:lnTo>
                <a:close/>
                <a:moveTo>
                  <a:pt x="1466850" y="2390775"/>
                </a:moveTo>
                <a:lnTo>
                  <a:pt x="1476375" y="2390775"/>
                </a:lnTo>
                <a:lnTo>
                  <a:pt x="1476375" y="2400300"/>
                </a:lnTo>
                <a:lnTo>
                  <a:pt x="1485900" y="2400300"/>
                </a:lnTo>
                <a:lnTo>
                  <a:pt x="1485900" y="2409825"/>
                </a:lnTo>
                <a:lnTo>
                  <a:pt x="1466850" y="2409825"/>
                </a:lnTo>
                <a:close/>
                <a:moveTo>
                  <a:pt x="1676400" y="2400300"/>
                </a:moveTo>
                <a:lnTo>
                  <a:pt x="1695450" y="2400300"/>
                </a:lnTo>
                <a:lnTo>
                  <a:pt x="1695450" y="2409825"/>
                </a:lnTo>
                <a:lnTo>
                  <a:pt x="1704975" y="2409825"/>
                </a:lnTo>
                <a:lnTo>
                  <a:pt x="1704975" y="2419350"/>
                </a:lnTo>
                <a:lnTo>
                  <a:pt x="1695450" y="2419350"/>
                </a:lnTo>
                <a:lnTo>
                  <a:pt x="1695450" y="2476500"/>
                </a:lnTo>
                <a:lnTo>
                  <a:pt x="1685925" y="2476500"/>
                </a:lnTo>
                <a:lnTo>
                  <a:pt x="1685925" y="2495550"/>
                </a:lnTo>
                <a:lnTo>
                  <a:pt x="1657350" y="2495550"/>
                </a:lnTo>
                <a:lnTo>
                  <a:pt x="1657350" y="2486025"/>
                </a:lnTo>
                <a:lnTo>
                  <a:pt x="1676400" y="2486025"/>
                </a:lnTo>
                <a:lnTo>
                  <a:pt x="1676400" y="2466975"/>
                </a:lnTo>
                <a:lnTo>
                  <a:pt x="1666875" y="2466975"/>
                </a:lnTo>
                <a:lnTo>
                  <a:pt x="1666875" y="2409825"/>
                </a:lnTo>
                <a:lnTo>
                  <a:pt x="1676400" y="2409825"/>
                </a:lnTo>
                <a:close/>
                <a:moveTo>
                  <a:pt x="133350" y="2428875"/>
                </a:moveTo>
                <a:lnTo>
                  <a:pt x="142875" y="2428875"/>
                </a:lnTo>
                <a:lnTo>
                  <a:pt x="142875" y="2447925"/>
                </a:lnTo>
                <a:lnTo>
                  <a:pt x="133350" y="2447925"/>
                </a:lnTo>
                <a:close/>
                <a:moveTo>
                  <a:pt x="190500" y="2428875"/>
                </a:moveTo>
                <a:lnTo>
                  <a:pt x="209550" y="2428875"/>
                </a:lnTo>
                <a:lnTo>
                  <a:pt x="209550" y="2438400"/>
                </a:lnTo>
                <a:lnTo>
                  <a:pt x="190500" y="2438400"/>
                </a:lnTo>
                <a:close/>
                <a:moveTo>
                  <a:pt x="390525" y="2428875"/>
                </a:moveTo>
                <a:lnTo>
                  <a:pt x="409575" y="2428875"/>
                </a:lnTo>
                <a:lnTo>
                  <a:pt x="409575" y="2438400"/>
                </a:lnTo>
                <a:lnTo>
                  <a:pt x="390525" y="2438400"/>
                </a:lnTo>
                <a:close/>
                <a:moveTo>
                  <a:pt x="485775" y="2428875"/>
                </a:moveTo>
                <a:lnTo>
                  <a:pt x="504825" y="2428875"/>
                </a:lnTo>
                <a:lnTo>
                  <a:pt x="504825" y="2438400"/>
                </a:lnTo>
                <a:lnTo>
                  <a:pt x="485775" y="2438400"/>
                </a:lnTo>
                <a:close/>
                <a:moveTo>
                  <a:pt x="952500" y="2428875"/>
                </a:moveTo>
                <a:lnTo>
                  <a:pt x="971550" y="2428875"/>
                </a:lnTo>
                <a:lnTo>
                  <a:pt x="971550" y="2419350"/>
                </a:lnTo>
                <a:lnTo>
                  <a:pt x="952500" y="2419350"/>
                </a:lnTo>
                <a:close/>
                <a:moveTo>
                  <a:pt x="1485900" y="2428875"/>
                </a:moveTo>
                <a:lnTo>
                  <a:pt x="1524000" y="2428875"/>
                </a:lnTo>
                <a:lnTo>
                  <a:pt x="1524000" y="2438400"/>
                </a:lnTo>
                <a:lnTo>
                  <a:pt x="1485900" y="2438400"/>
                </a:lnTo>
                <a:close/>
                <a:moveTo>
                  <a:pt x="1676400" y="2447925"/>
                </a:moveTo>
                <a:lnTo>
                  <a:pt x="1685925" y="2447925"/>
                </a:lnTo>
                <a:lnTo>
                  <a:pt x="1685925" y="2438400"/>
                </a:lnTo>
                <a:lnTo>
                  <a:pt x="1676400" y="2438400"/>
                </a:lnTo>
                <a:close/>
                <a:moveTo>
                  <a:pt x="400050" y="2495550"/>
                </a:moveTo>
                <a:lnTo>
                  <a:pt x="409575" y="2495550"/>
                </a:lnTo>
                <a:lnTo>
                  <a:pt x="409575" y="2505075"/>
                </a:lnTo>
                <a:lnTo>
                  <a:pt x="419100" y="2505075"/>
                </a:lnTo>
                <a:lnTo>
                  <a:pt x="419100" y="2514600"/>
                </a:lnTo>
                <a:lnTo>
                  <a:pt x="390525" y="2514600"/>
                </a:lnTo>
                <a:lnTo>
                  <a:pt x="390525" y="2505075"/>
                </a:lnTo>
                <a:lnTo>
                  <a:pt x="400050" y="2505075"/>
                </a:lnTo>
                <a:close/>
                <a:moveTo>
                  <a:pt x="952500" y="2495550"/>
                </a:moveTo>
                <a:lnTo>
                  <a:pt x="990600" y="2495550"/>
                </a:lnTo>
                <a:lnTo>
                  <a:pt x="990600" y="2505075"/>
                </a:lnTo>
                <a:lnTo>
                  <a:pt x="1009650" y="2505075"/>
                </a:lnTo>
                <a:lnTo>
                  <a:pt x="1009650" y="2495550"/>
                </a:lnTo>
                <a:lnTo>
                  <a:pt x="1114425" y="2495550"/>
                </a:lnTo>
                <a:lnTo>
                  <a:pt x="1114425" y="2505075"/>
                </a:lnTo>
                <a:lnTo>
                  <a:pt x="1104900" y="2505075"/>
                </a:lnTo>
                <a:lnTo>
                  <a:pt x="1104900" y="2514600"/>
                </a:lnTo>
                <a:lnTo>
                  <a:pt x="1114425" y="2514600"/>
                </a:lnTo>
                <a:lnTo>
                  <a:pt x="1114425" y="2524125"/>
                </a:lnTo>
                <a:lnTo>
                  <a:pt x="1104900" y="2524125"/>
                </a:lnTo>
                <a:lnTo>
                  <a:pt x="1104900" y="2562225"/>
                </a:lnTo>
                <a:lnTo>
                  <a:pt x="1095375" y="2562225"/>
                </a:lnTo>
                <a:lnTo>
                  <a:pt x="1095375" y="2533650"/>
                </a:lnTo>
                <a:lnTo>
                  <a:pt x="1085850" y="2533650"/>
                </a:lnTo>
                <a:lnTo>
                  <a:pt x="1085850" y="2524125"/>
                </a:lnTo>
                <a:lnTo>
                  <a:pt x="1047750" y="2524125"/>
                </a:lnTo>
                <a:lnTo>
                  <a:pt x="1047750" y="2514600"/>
                </a:lnTo>
                <a:lnTo>
                  <a:pt x="1028700" y="2514600"/>
                </a:lnTo>
                <a:lnTo>
                  <a:pt x="1028700" y="2524125"/>
                </a:lnTo>
                <a:lnTo>
                  <a:pt x="981075" y="2524125"/>
                </a:lnTo>
                <a:lnTo>
                  <a:pt x="981075" y="2533650"/>
                </a:lnTo>
                <a:lnTo>
                  <a:pt x="971550" y="2533650"/>
                </a:lnTo>
                <a:lnTo>
                  <a:pt x="971550" y="2543175"/>
                </a:lnTo>
                <a:lnTo>
                  <a:pt x="962025" y="2543175"/>
                </a:lnTo>
                <a:lnTo>
                  <a:pt x="962025" y="2571750"/>
                </a:lnTo>
                <a:lnTo>
                  <a:pt x="971550" y="2571750"/>
                </a:lnTo>
                <a:lnTo>
                  <a:pt x="971550" y="2600325"/>
                </a:lnTo>
                <a:lnTo>
                  <a:pt x="981075" y="2600325"/>
                </a:lnTo>
                <a:lnTo>
                  <a:pt x="981075" y="2609850"/>
                </a:lnTo>
                <a:lnTo>
                  <a:pt x="1009650" y="2609850"/>
                </a:lnTo>
                <a:lnTo>
                  <a:pt x="1009650" y="2600325"/>
                </a:lnTo>
                <a:lnTo>
                  <a:pt x="1038225" y="2600325"/>
                </a:lnTo>
                <a:lnTo>
                  <a:pt x="1038225" y="2609850"/>
                </a:lnTo>
                <a:lnTo>
                  <a:pt x="1047750" y="2609850"/>
                </a:lnTo>
                <a:lnTo>
                  <a:pt x="1047750" y="2600325"/>
                </a:lnTo>
                <a:lnTo>
                  <a:pt x="1076325" y="2600325"/>
                </a:lnTo>
                <a:lnTo>
                  <a:pt x="1076325" y="2590800"/>
                </a:lnTo>
                <a:lnTo>
                  <a:pt x="1095375" y="2590800"/>
                </a:lnTo>
                <a:lnTo>
                  <a:pt x="1095375" y="2571750"/>
                </a:lnTo>
                <a:lnTo>
                  <a:pt x="1104900" y="2571750"/>
                </a:lnTo>
                <a:lnTo>
                  <a:pt x="1104900" y="2590800"/>
                </a:lnTo>
                <a:lnTo>
                  <a:pt x="1095375" y="2590800"/>
                </a:lnTo>
                <a:lnTo>
                  <a:pt x="1095375" y="2609850"/>
                </a:lnTo>
                <a:lnTo>
                  <a:pt x="1085850" y="2609850"/>
                </a:lnTo>
                <a:lnTo>
                  <a:pt x="1085850" y="2619375"/>
                </a:lnTo>
                <a:lnTo>
                  <a:pt x="1076325" y="2619375"/>
                </a:lnTo>
                <a:lnTo>
                  <a:pt x="1076325" y="2638425"/>
                </a:lnTo>
                <a:lnTo>
                  <a:pt x="1047750" y="2638425"/>
                </a:lnTo>
                <a:lnTo>
                  <a:pt x="1047750" y="2628900"/>
                </a:lnTo>
                <a:lnTo>
                  <a:pt x="1038225" y="2628900"/>
                </a:lnTo>
                <a:lnTo>
                  <a:pt x="1038225" y="2638425"/>
                </a:lnTo>
                <a:lnTo>
                  <a:pt x="1028700" y="2638425"/>
                </a:lnTo>
                <a:lnTo>
                  <a:pt x="1028700" y="2628900"/>
                </a:lnTo>
                <a:lnTo>
                  <a:pt x="942975" y="2628900"/>
                </a:lnTo>
                <a:lnTo>
                  <a:pt x="942975" y="2505075"/>
                </a:lnTo>
                <a:lnTo>
                  <a:pt x="952500" y="2505075"/>
                </a:lnTo>
                <a:close/>
                <a:moveTo>
                  <a:pt x="1314450" y="2495550"/>
                </a:moveTo>
                <a:lnTo>
                  <a:pt x="1323975" y="2495550"/>
                </a:lnTo>
                <a:lnTo>
                  <a:pt x="1323975" y="2505075"/>
                </a:lnTo>
                <a:lnTo>
                  <a:pt x="1314450" y="2505075"/>
                </a:lnTo>
                <a:close/>
                <a:moveTo>
                  <a:pt x="1571625" y="2495550"/>
                </a:moveTo>
                <a:lnTo>
                  <a:pt x="1609725" y="2495550"/>
                </a:lnTo>
                <a:lnTo>
                  <a:pt x="1609725" y="2505075"/>
                </a:lnTo>
                <a:lnTo>
                  <a:pt x="1600200" y="2505075"/>
                </a:lnTo>
                <a:lnTo>
                  <a:pt x="1600200" y="2524125"/>
                </a:lnTo>
                <a:lnTo>
                  <a:pt x="1581150" y="2524125"/>
                </a:lnTo>
                <a:lnTo>
                  <a:pt x="1581150" y="2514600"/>
                </a:lnTo>
                <a:lnTo>
                  <a:pt x="1571625" y="2514600"/>
                </a:lnTo>
                <a:lnTo>
                  <a:pt x="1571625" y="2524125"/>
                </a:lnTo>
                <a:lnTo>
                  <a:pt x="1562100" y="2524125"/>
                </a:lnTo>
                <a:lnTo>
                  <a:pt x="1562100" y="2505075"/>
                </a:lnTo>
                <a:lnTo>
                  <a:pt x="1571625" y="2505075"/>
                </a:lnTo>
                <a:close/>
                <a:moveTo>
                  <a:pt x="257175" y="2505075"/>
                </a:moveTo>
                <a:lnTo>
                  <a:pt x="266700" y="2505075"/>
                </a:lnTo>
                <a:lnTo>
                  <a:pt x="266700" y="2514600"/>
                </a:lnTo>
                <a:lnTo>
                  <a:pt x="257175" y="2514600"/>
                </a:lnTo>
                <a:close/>
                <a:moveTo>
                  <a:pt x="352425" y="2514600"/>
                </a:moveTo>
                <a:lnTo>
                  <a:pt x="371475" y="2514600"/>
                </a:lnTo>
                <a:lnTo>
                  <a:pt x="371475" y="2524125"/>
                </a:lnTo>
                <a:lnTo>
                  <a:pt x="361950" y="2524125"/>
                </a:lnTo>
                <a:lnTo>
                  <a:pt x="361950" y="2533650"/>
                </a:lnTo>
                <a:lnTo>
                  <a:pt x="352425" y="2533650"/>
                </a:lnTo>
                <a:close/>
                <a:moveTo>
                  <a:pt x="952500" y="2514600"/>
                </a:moveTo>
                <a:lnTo>
                  <a:pt x="962025" y="2514600"/>
                </a:lnTo>
                <a:lnTo>
                  <a:pt x="962025" y="2505075"/>
                </a:lnTo>
                <a:lnTo>
                  <a:pt x="952500" y="2505075"/>
                </a:lnTo>
                <a:close/>
                <a:moveTo>
                  <a:pt x="247650" y="2524125"/>
                </a:moveTo>
                <a:lnTo>
                  <a:pt x="257175" y="2524125"/>
                </a:lnTo>
                <a:lnTo>
                  <a:pt x="257175" y="2533650"/>
                </a:lnTo>
                <a:lnTo>
                  <a:pt x="247650" y="2533650"/>
                </a:lnTo>
                <a:close/>
                <a:moveTo>
                  <a:pt x="371475" y="2524125"/>
                </a:moveTo>
                <a:lnTo>
                  <a:pt x="390525" y="2524125"/>
                </a:lnTo>
                <a:lnTo>
                  <a:pt x="390525" y="2533650"/>
                </a:lnTo>
                <a:lnTo>
                  <a:pt x="371475" y="2533650"/>
                </a:lnTo>
                <a:close/>
                <a:moveTo>
                  <a:pt x="419100" y="2524125"/>
                </a:moveTo>
                <a:lnTo>
                  <a:pt x="428625" y="2524125"/>
                </a:lnTo>
                <a:lnTo>
                  <a:pt x="428625" y="2533650"/>
                </a:lnTo>
                <a:lnTo>
                  <a:pt x="419100" y="2533650"/>
                </a:lnTo>
                <a:close/>
                <a:moveTo>
                  <a:pt x="495300" y="2524125"/>
                </a:moveTo>
                <a:lnTo>
                  <a:pt x="523875" y="2524125"/>
                </a:lnTo>
                <a:lnTo>
                  <a:pt x="523875" y="2533650"/>
                </a:lnTo>
                <a:lnTo>
                  <a:pt x="533400" y="2533650"/>
                </a:lnTo>
                <a:lnTo>
                  <a:pt x="533400" y="2543175"/>
                </a:lnTo>
                <a:lnTo>
                  <a:pt x="523875" y="2543175"/>
                </a:lnTo>
                <a:lnTo>
                  <a:pt x="523875" y="2552700"/>
                </a:lnTo>
                <a:lnTo>
                  <a:pt x="514350" y="2552700"/>
                </a:lnTo>
                <a:lnTo>
                  <a:pt x="514350" y="2543175"/>
                </a:lnTo>
                <a:lnTo>
                  <a:pt x="495300" y="2543175"/>
                </a:lnTo>
                <a:close/>
                <a:moveTo>
                  <a:pt x="1085850" y="2524125"/>
                </a:moveTo>
                <a:lnTo>
                  <a:pt x="1095375" y="2524125"/>
                </a:lnTo>
                <a:lnTo>
                  <a:pt x="1095375" y="2514600"/>
                </a:lnTo>
                <a:lnTo>
                  <a:pt x="1085850" y="2514600"/>
                </a:lnTo>
                <a:close/>
                <a:moveTo>
                  <a:pt x="352425" y="2543175"/>
                </a:moveTo>
                <a:lnTo>
                  <a:pt x="361950" y="2543175"/>
                </a:lnTo>
                <a:lnTo>
                  <a:pt x="361950" y="2562225"/>
                </a:lnTo>
                <a:lnTo>
                  <a:pt x="371475" y="2562225"/>
                </a:lnTo>
                <a:lnTo>
                  <a:pt x="371475" y="2590800"/>
                </a:lnTo>
                <a:lnTo>
                  <a:pt x="342900" y="2590800"/>
                </a:lnTo>
                <a:lnTo>
                  <a:pt x="342900" y="2581275"/>
                </a:lnTo>
                <a:lnTo>
                  <a:pt x="323850" y="2581275"/>
                </a:lnTo>
                <a:lnTo>
                  <a:pt x="323850" y="2571750"/>
                </a:lnTo>
                <a:lnTo>
                  <a:pt x="333375" y="2571750"/>
                </a:lnTo>
                <a:lnTo>
                  <a:pt x="333375" y="2562225"/>
                </a:lnTo>
                <a:lnTo>
                  <a:pt x="342900" y="2562225"/>
                </a:lnTo>
                <a:lnTo>
                  <a:pt x="342900" y="2552700"/>
                </a:lnTo>
                <a:lnTo>
                  <a:pt x="352425" y="2552700"/>
                </a:lnTo>
                <a:close/>
                <a:moveTo>
                  <a:pt x="371475" y="2543175"/>
                </a:moveTo>
                <a:lnTo>
                  <a:pt x="390525" y="2543175"/>
                </a:lnTo>
                <a:lnTo>
                  <a:pt x="390525" y="2552700"/>
                </a:lnTo>
                <a:lnTo>
                  <a:pt x="371475" y="2552700"/>
                </a:lnTo>
                <a:close/>
                <a:moveTo>
                  <a:pt x="447675" y="2543175"/>
                </a:moveTo>
                <a:lnTo>
                  <a:pt x="457200" y="2543175"/>
                </a:lnTo>
                <a:lnTo>
                  <a:pt x="457200" y="2552700"/>
                </a:lnTo>
                <a:lnTo>
                  <a:pt x="447675" y="2552700"/>
                </a:lnTo>
                <a:close/>
                <a:moveTo>
                  <a:pt x="523875" y="2552700"/>
                </a:moveTo>
                <a:lnTo>
                  <a:pt x="533400" y="2552700"/>
                </a:lnTo>
                <a:lnTo>
                  <a:pt x="533400" y="2562225"/>
                </a:lnTo>
                <a:lnTo>
                  <a:pt x="523875" y="2562225"/>
                </a:lnTo>
                <a:close/>
                <a:moveTo>
                  <a:pt x="342900" y="2571750"/>
                </a:moveTo>
                <a:lnTo>
                  <a:pt x="352425" y="2571750"/>
                </a:lnTo>
                <a:lnTo>
                  <a:pt x="352425" y="2562225"/>
                </a:lnTo>
                <a:lnTo>
                  <a:pt x="342900" y="2562225"/>
                </a:lnTo>
                <a:close/>
                <a:moveTo>
                  <a:pt x="952500" y="2600325"/>
                </a:moveTo>
                <a:lnTo>
                  <a:pt x="962025" y="2600325"/>
                </a:lnTo>
                <a:lnTo>
                  <a:pt x="962025" y="2590800"/>
                </a:lnTo>
                <a:lnTo>
                  <a:pt x="952500" y="2590800"/>
                </a:lnTo>
                <a:close/>
                <a:moveTo>
                  <a:pt x="133350" y="2609850"/>
                </a:moveTo>
                <a:lnTo>
                  <a:pt x="152400" y="2609850"/>
                </a:lnTo>
                <a:lnTo>
                  <a:pt x="152400" y="2628900"/>
                </a:lnTo>
                <a:lnTo>
                  <a:pt x="142875" y="2628900"/>
                </a:lnTo>
                <a:lnTo>
                  <a:pt x="142875" y="2638425"/>
                </a:lnTo>
                <a:lnTo>
                  <a:pt x="133350" y="2638425"/>
                </a:lnTo>
                <a:lnTo>
                  <a:pt x="133350" y="2657475"/>
                </a:lnTo>
                <a:lnTo>
                  <a:pt x="123825" y="2657475"/>
                </a:lnTo>
                <a:lnTo>
                  <a:pt x="123825" y="2628900"/>
                </a:lnTo>
                <a:lnTo>
                  <a:pt x="133350" y="2628900"/>
                </a:lnTo>
                <a:close/>
                <a:moveTo>
                  <a:pt x="342900" y="2609850"/>
                </a:moveTo>
                <a:lnTo>
                  <a:pt x="352425" y="2609850"/>
                </a:lnTo>
                <a:lnTo>
                  <a:pt x="352425" y="2619375"/>
                </a:lnTo>
                <a:lnTo>
                  <a:pt x="342900" y="2619375"/>
                </a:lnTo>
                <a:close/>
                <a:moveTo>
                  <a:pt x="1190625" y="2609850"/>
                </a:moveTo>
                <a:lnTo>
                  <a:pt x="1200150" y="2609850"/>
                </a:lnTo>
                <a:lnTo>
                  <a:pt x="1200150" y="2619375"/>
                </a:lnTo>
                <a:lnTo>
                  <a:pt x="1190625" y="2619375"/>
                </a:lnTo>
                <a:close/>
                <a:moveTo>
                  <a:pt x="1304925" y="2609850"/>
                </a:moveTo>
                <a:lnTo>
                  <a:pt x="1314450" y="2609850"/>
                </a:lnTo>
                <a:lnTo>
                  <a:pt x="1314450" y="2619375"/>
                </a:lnTo>
                <a:lnTo>
                  <a:pt x="1304925" y="2619375"/>
                </a:lnTo>
                <a:close/>
                <a:moveTo>
                  <a:pt x="1638300" y="2609850"/>
                </a:moveTo>
                <a:lnTo>
                  <a:pt x="1647825" y="2609850"/>
                </a:lnTo>
                <a:lnTo>
                  <a:pt x="1647825" y="2638425"/>
                </a:lnTo>
                <a:lnTo>
                  <a:pt x="1638300" y="2638425"/>
                </a:lnTo>
                <a:close/>
                <a:moveTo>
                  <a:pt x="828675" y="2657475"/>
                </a:moveTo>
                <a:lnTo>
                  <a:pt x="838200" y="2657475"/>
                </a:lnTo>
                <a:lnTo>
                  <a:pt x="838200" y="2667000"/>
                </a:lnTo>
                <a:lnTo>
                  <a:pt x="828675" y="2667000"/>
                </a:lnTo>
                <a:close/>
                <a:moveTo>
                  <a:pt x="161925" y="2676525"/>
                </a:moveTo>
                <a:lnTo>
                  <a:pt x="180975" y="2676525"/>
                </a:lnTo>
                <a:lnTo>
                  <a:pt x="180975" y="2705100"/>
                </a:lnTo>
                <a:lnTo>
                  <a:pt x="161925" y="2705100"/>
                </a:lnTo>
                <a:close/>
                <a:moveTo>
                  <a:pt x="123825" y="2695575"/>
                </a:moveTo>
                <a:lnTo>
                  <a:pt x="133350" y="2695575"/>
                </a:lnTo>
                <a:lnTo>
                  <a:pt x="133350" y="2705100"/>
                </a:lnTo>
                <a:lnTo>
                  <a:pt x="123825" y="2705100"/>
                </a:lnTo>
                <a:close/>
                <a:moveTo>
                  <a:pt x="161925" y="2771775"/>
                </a:moveTo>
                <a:lnTo>
                  <a:pt x="171450" y="2771775"/>
                </a:lnTo>
                <a:lnTo>
                  <a:pt x="171450" y="2800350"/>
                </a:lnTo>
                <a:lnTo>
                  <a:pt x="180975" y="2800350"/>
                </a:lnTo>
                <a:lnTo>
                  <a:pt x="180975" y="2809875"/>
                </a:lnTo>
                <a:lnTo>
                  <a:pt x="171450" y="2809875"/>
                </a:lnTo>
                <a:lnTo>
                  <a:pt x="171450" y="2828925"/>
                </a:lnTo>
                <a:lnTo>
                  <a:pt x="161925" y="2828925"/>
                </a:lnTo>
                <a:close/>
                <a:moveTo>
                  <a:pt x="485775" y="2790825"/>
                </a:moveTo>
                <a:lnTo>
                  <a:pt x="495300" y="2790825"/>
                </a:lnTo>
                <a:lnTo>
                  <a:pt x="495300" y="2800350"/>
                </a:lnTo>
                <a:lnTo>
                  <a:pt x="485775" y="2800350"/>
                </a:lnTo>
                <a:close/>
                <a:moveTo>
                  <a:pt x="457200" y="2800350"/>
                </a:moveTo>
                <a:lnTo>
                  <a:pt x="476250" y="2800350"/>
                </a:lnTo>
                <a:lnTo>
                  <a:pt x="476250" y="2809875"/>
                </a:lnTo>
                <a:lnTo>
                  <a:pt x="457200" y="2809875"/>
                </a:lnTo>
                <a:close/>
                <a:moveTo>
                  <a:pt x="495300" y="2800350"/>
                </a:moveTo>
                <a:lnTo>
                  <a:pt x="504825" y="2800350"/>
                </a:lnTo>
                <a:lnTo>
                  <a:pt x="504825" y="2809875"/>
                </a:lnTo>
                <a:lnTo>
                  <a:pt x="495300" y="2809875"/>
                </a:lnTo>
                <a:close/>
                <a:moveTo>
                  <a:pt x="123825" y="2809875"/>
                </a:moveTo>
                <a:lnTo>
                  <a:pt x="133350" y="2809875"/>
                </a:lnTo>
                <a:lnTo>
                  <a:pt x="133350" y="2828925"/>
                </a:lnTo>
                <a:lnTo>
                  <a:pt x="123825" y="2828925"/>
                </a:lnTo>
                <a:close/>
                <a:moveTo>
                  <a:pt x="190500" y="2809875"/>
                </a:moveTo>
                <a:lnTo>
                  <a:pt x="200025" y="2809875"/>
                </a:lnTo>
                <a:lnTo>
                  <a:pt x="200025" y="2828925"/>
                </a:lnTo>
                <a:lnTo>
                  <a:pt x="180975" y="2828925"/>
                </a:lnTo>
                <a:lnTo>
                  <a:pt x="180975" y="2819400"/>
                </a:lnTo>
                <a:lnTo>
                  <a:pt x="190500" y="2819400"/>
                </a:lnTo>
                <a:close/>
                <a:moveTo>
                  <a:pt x="114300" y="2828925"/>
                </a:moveTo>
                <a:lnTo>
                  <a:pt x="123825" y="2828925"/>
                </a:lnTo>
                <a:lnTo>
                  <a:pt x="123825" y="2838450"/>
                </a:lnTo>
                <a:lnTo>
                  <a:pt x="114300" y="2838450"/>
                </a:lnTo>
                <a:close/>
                <a:moveTo>
                  <a:pt x="133350" y="2828925"/>
                </a:moveTo>
                <a:lnTo>
                  <a:pt x="161925" y="2828925"/>
                </a:lnTo>
                <a:lnTo>
                  <a:pt x="161925" y="2838450"/>
                </a:lnTo>
                <a:lnTo>
                  <a:pt x="133350" y="2838450"/>
                </a:lnTo>
                <a:close/>
                <a:moveTo>
                  <a:pt x="962025" y="2828925"/>
                </a:moveTo>
                <a:lnTo>
                  <a:pt x="971550" y="2828925"/>
                </a:lnTo>
                <a:lnTo>
                  <a:pt x="971550" y="2838450"/>
                </a:lnTo>
                <a:lnTo>
                  <a:pt x="962025" y="2838450"/>
                </a:lnTo>
                <a:close/>
                <a:moveTo>
                  <a:pt x="971550" y="2838450"/>
                </a:moveTo>
                <a:lnTo>
                  <a:pt x="981075" y="2838450"/>
                </a:lnTo>
                <a:lnTo>
                  <a:pt x="981075" y="2857500"/>
                </a:lnTo>
                <a:lnTo>
                  <a:pt x="952500" y="2857500"/>
                </a:lnTo>
                <a:lnTo>
                  <a:pt x="952500" y="2847975"/>
                </a:lnTo>
                <a:lnTo>
                  <a:pt x="971550" y="2847975"/>
                </a:lnTo>
                <a:close/>
                <a:moveTo>
                  <a:pt x="1438275" y="2847975"/>
                </a:moveTo>
                <a:lnTo>
                  <a:pt x="1447800" y="2847975"/>
                </a:lnTo>
                <a:lnTo>
                  <a:pt x="1447800" y="2857500"/>
                </a:lnTo>
                <a:lnTo>
                  <a:pt x="1438275" y="2857500"/>
                </a:lnTo>
                <a:close/>
                <a:moveTo>
                  <a:pt x="1362075" y="2857500"/>
                </a:moveTo>
                <a:lnTo>
                  <a:pt x="1371600" y="2857500"/>
                </a:lnTo>
                <a:lnTo>
                  <a:pt x="1371600" y="2867025"/>
                </a:lnTo>
                <a:lnTo>
                  <a:pt x="1362075" y="2867025"/>
                </a:lnTo>
                <a:close/>
                <a:moveTo>
                  <a:pt x="962025" y="2867025"/>
                </a:moveTo>
                <a:lnTo>
                  <a:pt x="981075" y="2867025"/>
                </a:lnTo>
                <a:lnTo>
                  <a:pt x="981075" y="2876550"/>
                </a:lnTo>
                <a:lnTo>
                  <a:pt x="962025" y="2876550"/>
                </a:lnTo>
                <a:close/>
                <a:moveTo>
                  <a:pt x="1352550" y="2867025"/>
                </a:moveTo>
                <a:lnTo>
                  <a:pt x="1362075" y="2867025"/>
                </a:lnTo>
                <a:lnTo>
                  <a:pt x="1362075" y="2895600"/>
                </a:lnTo>
                <a:lnTo>
                  <a:pt x="1352550" y="2895600"/>
                </a:lnTo>
                <a:close/>
                <a:moveTo>
                  <a:pt x="371475" y="2876550"/>
                </a:moveTo>
                <a:lnTo>
                  <a:pt x="390525" y="2876550"/>
                </a:lnTo>
                <a:lnTo>
                  <a:pt x="390525" y="2886075"/>
                </a:lnTo>
                <a:lnTo>
                  <a:pt x="371475" y="2886075"/>
                </a:lnTo>
                <a:close/>
                <a:moveTo>
                  <a:pt x="409575" y="2876550"/>
                </a:moveTo>
                <a:lnTo>
                  <a:pt x="438150" y="2876550"/>
                </a:lnTo>
                <a:lnTo>
                  <a:pt x="438150" y="2886075"/>
                </a:lnTo>
                <a:lnTo>
                  <a:pt x="447675" y="2886075"/>
                </a:lnTo>
                <a:lnTo>
                  <a:pt x="447675" y="2895600"/>
                </a:lnTo>
                <a:lnTo>
                  <a:pt x="438150" y="2895600"/>
                </a:lnTo>
                <a:lnTo>
                  <a:pt x="438150" y="2905125"/>
                </a:lnTo>
                <a:lnTo>
                  <a:pt x="428625" y="2905125"/>
                </a:lnTo>
                <a:lnTo>
                  <a:pt x="428625" y="2914650"/>
                </a:lnTo>
                <a:lnTo>
                  <a:pt x="419100" y="2914650"/>
                </a:lnTo>
                <a:lnTo>
                  <a:pt x="419100" y="2905125"/>
                </a:lnTo>
                <a:lnTo>
                  <a:pt x="409575" y="2905125"/>
                </a:lnTo>
                <a:lnTo>
                  <a:pt x="409575" y="2895600"/>
                </a:lnTo>
                <a:lnTo>
                  <a:pt x="390525" y="2895600"/>
                </a:lnTo>
                <a:lnTo>
                  <a:pt x="390525" y="2886075"/>
                </a:lnTo>
                <a:lnTo>
                  <a:pt x="409575" y="2886075"/>
                </a:lnTo>
                <a:close/>
                <a:moveTo>
                  <a:pt x="333375" y="2886075"/>
                </a:moveTo>
                <a:lnTo>
                  <a:pt x="371475" y="2886075"/>
                </a:lnTo>
                <a:lnTo>
                  <a:pt x="371475" y="2905125"/>
                </a:lnTo>
                <a:lnTo>
                  <a:pt x="352425" y="2905125"/>
                </a:lnTo>
                <a:lnTo>
                  <a:pt x="352425" y="2914650"/>
                </a:lnTo>
                <a:lnTo>
                  <a:pt x="314325" y="2914650"/>
                </a:lnTo>
                <a:lnTo>
                  <a:pt x="314325" y="2905125"/>
                </a:lnTo>
                <a:lnTo>
                  <a:pt x="342900" y="2905125"/>
                </a:lnTo>
                <a:lnTo>
                  <a:pt x="342900" y="2895600"/>
                </a:lnTo>
                <a:lnTo>
                  <a:pt x="333375" y="2895600"/>
                </a:lnTo>
                <a:close/>
                <a:moveTo>
                  <a:pt x="962025" y="2886075"/>
                </a:moveTo>
                <a:lnTo>
                  <a:pt x="971550" y="2886075"/>
                </a:lnTo>
                <a:lnTo>
                  <a:pt x="971550" y="2895600"/>
                </a:lnTo>
                <a:lnTo>
                  <a:pt x="962025" y="2895600"/>
                </a:lnTo>
                <a:close/>
                <a:moveTo>
                  <a:pt x="285750" y="2895600"/>
                </a:moveTo>
                <a:lnTo>
                  <a:pt x="304800" y="2895600"/>
                </a:lnTo>
                <a:lnTo>
                  <a:pt x="304800" y="2905125"/>
                </a:lnTo>
                <a:lnTo>
                  <a:pt x="285750" y="2905125"/>
                </a:lnTo>
                <a:close/>
                <a:moveTo>
                  <a:pt x="523875" y="2895600"/>
                </a:moveTo>
                <a:lnTo>
                  <a:pt x="542925" y="2895600"/>
                </a:lnTo>
                <a:lnTo>
                  <a:pt x="542925" y="2914650"/>
                </a:lnTo>
                <a:lnTo>
                  <a:pt x="533400" y="2914650"/>
                </a:lnTo>
                <a:lnTo>
                  <a:pt x="533400" y="2924175"/>
                </a:lnTo>
                <a:lnTo>
                  <a:pt x="523875" y="2924175"/>
                </a:lnTo>
                <a:close/>
                <a:moveTo>
                  <a:pt x="1362075" y="2895600"/>
                </a:moveTo>
                <a:lnTo>
                  <a:pt x="1381125" y="2895600"/>
                </a:lnTo>
                <a:lnTo>
                  <a:pt x="1381125" y="2914650"/>
                </a:lnTo>
                <a:lnTo>
                  <a:pt x="1371600" y="2914650"/>
                </a:lnTo>
                <a:lnTo>
                  <a:pt x="1371600" y="2905125"/>
                </a:lnTo>
                <a:lnTo>
                  <a:pt x="1362075" y="2905125"/>
                </a:lnTo>
                <a:close/>
                <a:moveTo>
                  <a:pt x="1419225" y="2905125"/>
                </a:moveTo>
                <a:lnTo>
                  <a:pt x="1438275" y="2905125"/>
                </a:lnTo>
                <a:lnTo>
                  <a:pt x="1438275" y="2914650"/>
                </a:lnTo>
                <a:lnTo>
                  <a:pt x="1428750" y="2914650"/>
                </a:lnTo>
                <a:lnTo>
                  <a:pt x="1428750" y="2924175"/>
                </a:lnTo>
                <a:lnTo>
                  <a:pt x="1419225" y="2924175"/>
                </a:lnTo>
                <a:lnTo>
                  <a:pt x="1419225" y="2933700"/>
                </a:lnTo>
                <a:lnTo>
                  <a:pt x="1400175" y="2933700"/>
                </a:lnTo>
                <a:lnTo>
                  <a:pt x="1400175" y="2924175"/>
                </a:lnTo>
                <a:lnTo>
                  <a:pt x="1381125" y="2924175"/>
                </a:lnTo>
                <a:lnTo>
                  <a:pt x="1381125" y="2914650"/>
                </a:lnTo>
                <a:lnTo>
                  <a:pt x="1419225" y="2914650"/>
                </a:lnTo>
                <a:close/>
                <a:moveTo>
                  <a:pt x="514350" y="2924175"/>
                </a:moveTo>
                <a:lnTo>
                  <a:pt x="523875" y="2924175"/>
                </a:lnTo>
                <a:lnTo>
                  <a:pt x="523875" y="2962275"/>
                </a:lnTo>
                <a:lnTo>
                  <a:pt x="514350" y="2962275"/>
                </a:lnTo>
                <a:close/>
                <a:moveTo>
                  <a:pt x="142875" y="2962275"/>
                </a:moveTo>
                <a:lnTo>
                  <a:pt x="161925" y="2962275"/>
                </a:lnTo>
                <a:lnTo>
                  <a:pt x="161925" y="2971800"/>
                </a:lnTo>
                <a:lnTo>
                  <a:pt x="142875" y="2971800"/>
                </a:lnTo>
                <a:close/>
                <a:moveTo>
                  <a:pt x="1533525" y="2990850"/>
                </a:moveTo>
                <a:lnTo>
                  <a:pt x="1543050" y="2990850"/>
                </a:lnTo>
                <a:lnTo>
                  <a:pt x="1543050" y="3000375"/>
                </a:lnTo>
                <a:lnTo>
                  <a:pt x="1533525" y="3000375"/>
                </a:lnTo>
                <a:close/>
                <a:moveTo>
                  <a:pt x="142875" y="3019425"/>
                </a:moveTo>
                <a:lnTo>
                  <a:pt x="152400" y="3019425"/>
                </a:lnTo>
                <a:lnTo>
                  <a:pt x="152400" y="3028950"/>
                </a:lnTo>
                <a:lnTo>
                  <a:pt x="142875" y="3028950"/>
                </a:lnTo>
                <a:close/>
                <a:moveTo>
                  <a:pt x="276225" y="3019425"/>
                </a:moveTo>
                <a:lnTo>
                  <a:pt x="285750" y="3019425"/>
                </a:lnTo>
                <a:lnTo>
                  <a:pt x="285750" y="3028950"/>
                </a:lnTo>
                <a:lnTo>
                  <a:pt x="276225" y="3028950"/>
                </a:lnTo>
                <a:close/>
                <a:moveTo>
                  <a:pt x="1571625" y="3019425"/>
                </a:moveTo>
                <a:lnTo>
                  <a:pt x="1600200" y="3019425"/>
                </a:lnTo>
                <a:lnTo>
                  <a:pt x="1600200" y="3028950"/>
                </a:lnTo>
                <a:lnTo>
                  <a:pt x="1571625" y="3028950"/>
                </a:lnTo>
                <a:close/>
                <a:moveTo>
                  <a:pt x="133350" y="3028950"/>
                </a:moveTo>
                <a:lnTo>
                  <a:pt x="142875" y="3028950"/>
                </a:lnTo>
                <a:lnTo>
                  <a:pt x="142875" y="3057525"/>
                </a:lnTo>
                <a:lnTo>
                  <a:pt x="133350" y="3057525"/>
                </a:lnTo>
                <a:close/>
                <a:moveTo>
                  <a:pt x="1552575" y="3028950"/>
                </a:moveTo>
                <a:lnTo>
                  <a:pt x="1562100" y="3028950"/>
                </a:lnTo>
                <a:lnTo>
                  <a:pt x="1562100" y="3048000"/>
                </a:lnTo>
                <a:lnTo>
                  <a:pt x="1552575" y="3048000"/>
                </a:lnTo>
                <a:close/>
                <a:moveTo>
                  <a:pt x="152400" y="3038475"/>
                </a:moveTo>
                <a:lnTo>
                  <a:pt x="161925" y="3038475"/>
                </a:lnTo>
                <a:lnTo>
                  <a:pt x="161925" y="3114675"/>
                </a:lnTo>
                <a:lnTo>
                  <a:pt x="152400" y="3114675"/>
                </a:lnTo>
                <a:lnTo>
                  <a:pt x="152400" y="3095625"/>
                </a:lnTo>
                <a:lnTo>
                  <a:pt x="133350" y="3095625"/>
                </a:lnTo>
                <a:lnTo>
                  <a:pt x="133350" y="3086100"/>
                </a:lnTo>
                <a:lnTo>
                  <a:pt x="142875" y="3086100"/>
                </a:lnTo>
                <a:lnTo>
                  <a:pt x="142875" y="3057525"/>
                </a:lnTo>
                <a:lnTo>
                  <a:pt x="152400" y="3057525"/>
                </a:lnTo>
                <a:close/>
                <a:moveTo>
                  <a:pt x="647700" y="3038475"/>
                </a:moveTo>
                <a:lnTo>
                  <a:pt x="676275" y="3038475"/>
                </a:lnTo>
                <a:lnTo>
                  <a:pt x="676275" y="3057525"/>
                </a:lnTo>
                <a:lnTo>
                  <a:pt x="647700" y="3057525"/>
                </a:lnTo>
                <a:close/>
                <a:moveTo>
                  <a:pt x="695325" y="3038475"/>
                </a:moveTo>
                <a:lnTo>
                  <a:pt x="704850" y="3038475"/>
                </a:lnTo>
                <a:lnTo>
                  <a:pt x="704850" y="3048000"/>
                </a:lnTo>
                <a:lnTo>
                  <a:pt x="723900" y="3048000"/>
                </a:lnTo>
                <a:lnTo>
                  <a:pt x="723900" y="3057525"/>
                </a:lnTo>
                <a:lnTo>
                  <a:pt x="695325" y="3057525"/>
                </a:lnTo>
                <a:close/>
                <a:moveTo>
                  <a:pt x="800100" y="3038475"/>
                </a:moveTo>
                <a:lnTo>
                  <a:pt x="809625" y="3038475"/>
                </a:lnTo>
                <a:lnTo>
                  <a:pt x="809625" y="3048000"/>
                </a:lnTo>
                <a:lnTo>
                  <a:pt x="800100" y="3048000"/>
                </a:lnTo>
                <a:close/>
                <a:moveTo>
                  <a:pt x="1581150" y="3038475"/>
                </a:moveTo>
                <a:lnTo>
                  <a:pt x="1600200" y="3038475"/>
                </a:lnTo>
                <a:lnTo>
                  <a:pt x="1600200" y="3048000"/>
                </a:lnTo>
                <a:lnTo>
                  <a:pt x="1581150" y="3048000"/>
                </a:lnTo>
                <a:close/>
                <a:moveTo>
                  <a:pt x="438150" y="3048000"/>
                </a:moveTo>
                <a:lnTo>
                  <a:pt x="447675" y="3048000"/>
                </a:lnTo>
                <a:lnTo>
                  <a:pt x="447675" y="3057525"/>
                </a:lnTo>
                <a:lnTo>
                  <a:pt x="438150" y="3057525"/>
                </a:lnTo>
                <a:close/>
                <a:moveTo>
                  <a:pt x="133350" y="3143250"/>
                </a:moveTo>
                <a:lnTo>
                  <a:pt x="142875" y="3143250"/>
                </a:lnTo>
                <a:lnTo>
                  <a:pt x="142875" y="3152775"/>
                </a:lnTo>
                <a:lnTo>
                  <a:pt x="133350" y="3152775"/>
                </a:lnTo>
                <a:close/>
                <a:moveTo>
                  <a:pt x="142875" y="3152775"/>
                </a:moveTo>
                <a:lnTo>
                  <a:pt x="161925" y="3152775"/>
                </a:lnTo>
                <a:lnTo>
                  <a:pt x="161925" y="3171825"/>
                </a:lnTo>
                <a:lnTo>
                  <a:pt x="152400" y="3171825"/>
                </a:lnTo>
                <a:lnTo>
                  <a:pt x="152400" y="3162300"/>
                </a:lnTo>
                <a:lnTo>
                  <a:pt x="142875" y="3162300"/>
                </a:lnTo>
                <a:close/>
                <a:moveTo>
                  <a:pt x="133350" y="3162300"/>
                </a:moveTo>
                <a:lnTo>
                  <a:pt x="142875" y="3162300"/>
                </a:lnTo>
                <a:lnTo>
                  <a:pt x="142875" y="3181350"/>
                </a:lnTo>
                <a:lnTo>
                  <a:pt x="133350" y="3181350"/>
                </a:lnTo>
                <a:close/>
                <a:moveTo>
                  <a:pt x="142875" y="3200400"/>
                </a:moveTo>
                <a:lnTo>
                  <a:pt x="161925" y="3200400"/>
                </a:lnTo>
                <a:lnTo>
                  <a:pt x="161925" y="3257550"/>
                </a:lnTo>
                <a:lnTo>
                  <a:pt x="152400" y="3257550"/>
                </a:lnTo>
                <a:lnTo>
                  <a:pt x="152400" y="3248025"/>
                </a:lnTo>
                <a:lnTo>
                  <a:pt x="142875" y="3248025"/>
                </a:lnTo>
                <a:close/>
                <a:moveTo>
                  <a:pt x="1514475" y="3200400"/>
                </a:moveTo>
                <a:lnTo>
                  <a:pt x="1524000" y="3200400"/>
                </a:lnTo>
                <a:lnTo>
                  <a:pt x="1524000" y="3219450"/>
                </a:lnTo>
                <a:lnTo>
                  <a:pt x="1514475" y="3219450"/>
                </a:lnTo>
                <a:close/>
                <a:moveTo>
                  <a:pt x="1638300" y="3238500"/>
                </a:moveTo>
                <a:lnTo>
                  <a:pt x="1657350" y="3238500"/>
                </a:lnTo>
                <a:lnTo>
                  <a:pt x="1657350" y="3248025"/>
                </a:lnTo>
                <a:lnTo>
                  <a:pt x="1638300" y="3248025"/>
                </a:lnTo>
                <a:close/>
                <a:moveTo>
                  <a:pt x="1543050" y="3248025"/>
                </a:moveTo>
                <a:lnTo>
                  <a:pt x="1581150" y="3248025"/>
                </a:lnTo>
                <a:lnTo>
                  <a:pt x="1581150" y="3257550"/>
                </a:lnTo>
                <a:lnTo>
                  <a:pt x="1543050" y="3257550"/>
                </a:lnTo>
                <a:close/>
                <a:moveTo>
                  <a:pt x="733425" y="3257550"/>
                </a:moveTo>
                <a:lnTo>
                  <a:pt x="762000" y="3257550"/>
                </a:lnTo>
                <a:lnTo>
                  <a:pt x="762000" y="3267075"/>
                </a:lnTo>
                <a:lnTo>
                  <a:pt x="733425" y="3267075"/>
                </a:lnTo>
                <a:close/>
                <a:moveTo>
                  <a:pt x="133350" y="3276600"/>
                </a:moveTo>
                <a:lnTo>
                  <a:pt x="142875" y="3276600"/>
                </a:lnTo>
                <a:lnTo>
                  <a:pt x="142875" y="3286125"/>
                </a:lnTo>
                <a:lnTo>
                  <a:pt x="133350" y="3286125"/>
                </a:lnTo>
                <a:close/>
                <a:moveTo>
                  <a:pt x="1695450" y="3286125"/>
                </a:moveTo>
                <a:lnTo>
                  <a:pt x="1704975" y="3286125"/>
                </a:lnTo>
                <a:lnTo>
                  <a:pt x="1704975" y="3333750"/>
                </a:lnTo>
                <a:lnTo>
                  <a:pt x="1695450" y="3333750"/>
                </a:lnTo>
                <a:lnTo>
                  <a:pt x="1695450" y="3343275"/>
                </a:lnTo>
                <a:lnTo>
                  <a:pt x="1685925" y="3343275"/>
                </a:lnTo>
                <a:lnTo>
                  <a:pt x="1685925" y="3324225"/>
                </a:lnTo>
                <a:lnTo>
                  <a:pt x="1666875" y="3324225"/>
                </a:lnTo>
                <a:lnTo>
                  <a:pt x="1666875" y="3314700"/>
                </a:lnTo>
                <a:lnTo>
                  <a:pt x="1647825" y="3314700"/>
                </a:lnTo>
                <a:lnTo>
                  <a:pt x="1647825" y="3305175"/>
                </a:lnTo>
                <a:lnTo>
                  <a:pt x="1628775" y="3305175"/>
                </a:lnTo>
                <a:lnTo>
                  <a:pt x="1628775" y="3314700"/>
                </a:lnTo>
                <a:lnTo>
                  <a:pt x="1609725" y="3314700"/>
                </a:lnTo>
                <a:lnTo>
                  <a:pt x="1609725" y="3305175"/>
                </a:lnTo>
                <a:lnTo>
                  <a:pt x="1619250" y="3305175"/>
                </a:lnTo>
                <a:lnTo>
                  <a:pt x="1619250" y="3295650"/>
                </a:lnTo>
                <a:lnTo>
                  <a:pt x="1695450" y="3295650"/>
                </a:lnTo>
                <a:close/>
                <a:moveTo>
                  <a:pt x="428625" y="3295650"/>
                </a:moveTo>
                <a:lnTo>
                  <a:pt x="438150" y="3295650"/>
                </a:lnTo>
                <a:lnTo>
                  <a:pt x="438150" y="3305175"/>
                </a:lnTo>
                <a:lnTo>
                  <a:pt x="428625" y="3305175"/>
                </a:lnTo>
                <a:close/>
                <a:moveTo>
                  <a:pt x="447675" y="3305175"/>
                </a:moveTo>
                <a:lnTo>
                  <a:pt x="457200" y="3305175"/>
                </a:lnTo>
                <a:lnTo>
                  <a:pt x="457200" y="3324225"/>
                </a:lnTo>
                <a:lnTo>
                  <a:pt x="447675" y="3324225"/>
                </a:lnTo>
                <a:close/>
                <a:moveTo>
                  <a:pt x="1466850" y="3324225"/>
                </a:moveTo>
                <a:lnTo>
                  <a:pt x="1476375" y="3324225"/>
                </a:lnTo>
                <a:lnTo>
                  <a:pt x="1476375" y="3333750"/>
                </a:lnTo>
                <a:lnTo>
                  <a:pt x="1466850" y="3333750"/>
                </a:lnTo>
                <a:close/>
                <a:moveTo>
                  <a:pt x="1704975" y="3333750"/>
                </a:moveTo>
                <a:lnTo>
                  <a:pt x="1714500" y="3333750"/>
                </a:lnTo>
                <a:lnTo>
                  <a:pt x="1714500" y="3343275"/>
                </a:lnTo>
                <a:lnTo>
                  <a:pt x="1704975" y="3343275"/>
                </a:lnTo>
                <a:close/>
                <a:moveTo>
                  <a:pt x="428625" y="3343275"/>
                </a:moveTo>
                <a:lnTo>
                  <a:pt x="438150" y="3343275"/>
                </a:lnTo>
                <a:lnTo>
                  <a:pt x="438150" y="3362325"/>
                </a:lnTo>
                <a:lnTo>
                  <a:pt x="428625" y="3362325"/>
                </a:lnTo>
                <a:close/>
                <a:moveTo>
                  <a:pt x="542925" y="3352800"/>
                </a:moveTo>
                <a:lnTo>
                  <a:pt x="552450" y="3352800"/>
                </a:lnTo>
                <a:lnTo>
                  <a:pt x="552450" y="3381375"/>
                </a:lnTo>
                <a:lnTo>
                  <a:pt x="561975" y="3381375"/>
                </a:lnTo>
                <a:lnTo>
                  <a:pt x="561975" y="3409950"/>
                </a:lnTo>
                <a:lnTo>
                  <a:pt x="552450" y="3409950"/>
                </a:lnTo>
                <a:lnTo>
                  <a:pt x="552450" y="3400425"/>
                </a:lnTo>
                <a:lnTo>
                  <a:pt x="542925" y="3400425"/>
                </a:lnTo>
                <a:lnTo>
                  <a:pt x="542925" y="3409950"/>
                </a:lnTo>
                <a:lnTo>
                  <a:pt x="533400" y="3409950"/>
                </a:lnTo>
                <a:lnTo>
                  <a:pt x="533400" y="3400425"/>
                </a:lnTo>
                <a:lnTo>
                  <a:pt x="514350" y="3400425"/>
                </a:lnTo>
                <a:lnTo>
                  <a:pt x="514350" y="3390900"/>
                </a:lnTo>
                <a:lnTo>
                  <a:pt x="504825" y="3390900"/>
                </a:lnTo>
                <a:lnTo>
                  <a:pt x="504825" y="3381375"/>
                </a:lnTo>
                <a:lnTo>
                  <a:pt x="514350" y="3381375"/>
                </a:lnTo>
                <a:lnTo>
                  <a:pt x="514350" y="3390900"/>
                </a:lnTo>
                <a:lnTo>
                  <a:pt x="523875" y="3390900"/>
                </a:lnTo>
                <a:lnTo>
                  <a:pt x="523875" y="3371850"/>
                </a:lnTo>
                <a:lnTo>
                  <a:pt x="542925" y="3371850"/>
                </a:lnTo>
                <a:close/>
                <a:moveTo>
                  <a:pt x="1685925" y="3381375"/>
                </a:moveTo>
                <a:lnTo>
                  <a:pt x="1695450" y="3381375"/>
                </a:lnTo>
                <a:lnTo>
                  <a:pt x="1695450" y="3400425"/>
                </a:lnTo>
                <a:lnTo>
                  <a:pt x="1685925" y="3400425"/>
                </a:lnTo>
                <a:close/>
                <a:moveTo>
                  <a:pt x="771525" y="3429000"/>
                </a:moveTo>
                <a:lnTo>
                  <a:pt x="800100" y="3429000"/>
                </a:lnTo>
                <a:lnTo>
                  <a:pt x="800100" y="3438525"/>
                </a:lnTo>
                <a:lnTo>
                  <a:pt x="781050" y="3438525"/>
                </a:lnTo>
                <a:lnTo>
                  <a:pt x="781050" y="3448050"/>
                </a:lnTo>
                <a:lnTo>
                  <a:pt x="790575" y="3448050"/>
                </a:lnTo>
                <a:lnTo>
                  <a:pt x="790575" y="3457575"/>
                </a:lnTo>
                <a:lnTo>
                  <a:pt x="771525" y="3457575"/>
                </a:lnTo>
                <a:lnTo>
                  <a:pt x="771525" y="3448050"/>
                </a:lnTo>
                <a:lnTo>
                  <a:pt x="762000" y="3448050"/>
                </a:lnTo>
                <a:lnTo>
                  <a:pt x="762000" y="3438525"/>
                </a:lnTo>
                <a:lnTo>
                  <a:pt x="771525" y="3438525"/>
                </a:lnTo>
                <a:close/>
                <a:moveTo>
                  <a:pt x="990600" y="3429000"/>
                </a:moveTo>
                <a:lnTo>
                  <a:pt x="1009650" y="3429000"/>
                </a:lnTo>
                <a:lnTo>
                  <a:pt x="1009650" y="3438525"/>
                </a:lnTo>
                <a:lnTo>
                  <a:pt x="990600" y="3438525"/>
                </a:lnTo>
                <a:close/>
                <a:moveTo>
                  <a:pt x="1009650" y="3438525"/>
                </a:moveTo>
                <a:lnTo>
                  <a:pt x="1019175" y="3438525"/>
                </a:lnTo>
                <a:lnTo>
                  <a:pt x="1019175" y="3448050"/>
                </a:lnTo>
                <a:lnTo>
                  <a:pt x="1009650" y="3448050"/>
                </a:lnTo>
                <a:close/>
                <a:moveTo>
                  <a:pt x="1028700" y="3457575"/>
                </a:moveTo>
                <a:lnTo>
                  <a:pt x="1038225" y="3457575"/>
                </a:lnTo>
                <a:lnTo>
                  <a:pt x="1038225" y="3476625"/>
                </a:lnTo>
                <a:lnTo>
                  <a:pt x="1028700" y="3476625"/>
                </a:lnTo>
                <a:close/>
                <a:moveTo>
                  <a:pt x="1638300" y="3457575"/>
                </a:moveTo>
                <a:lnTo>
                  <a:pt x="1647825" y="3457575"/>
                </a:lnTo>
                <a:lnTo>
                  <a:pt x="1647825" y="3476625"/>
                </a:lnTo>
                <a:lnTo>
                  <a:pt x="1638300" y="3476625"/>
                </a:lnTo>
                <a:close/>
                <a:moveTo>
                  <a:pt x="781050" y="3467100"/>
                </a:moveTo>
                <a:lnTo>
                  <a:pt x="790575" y="3467100"/>
                </a:lnTo>
                <a:lnTo>
                  <a:pt x="790575" y="3486150"/>
                </a:lnTo>
                <a:lnTo>
                  <a:pt x="828675" y="3486150"/>
                </a:lnTo>
                <a:lnTo>
                  <a:pt x="828675" y="3495675"/>
                </a:lnTo>
                <a:lnTo>
                  <a:pt x="838200" y="3495675"/>
                </a:lnTo>
                <a:lnTo>
                  <a:pt x="838200" y="3486150"/>
                </a:lnTo>
                <a:lnTo>
                  <a:pt x="847725" y="3486150"/>
                </a:lnTo>
                <a:lnTo>
                  <a:pt x="847725" y="3495675"/>
                </a:lnTo>
                <a:lnTo>
                  <a:pt x="838200" y="3495675"/>
                </a:lnTo>
                <a:lnTo>
                  <a:pt x="838200" y="3505200"/>
                </a:lnTo>
                <a:lnTo>
                  <a:pt x="828675" y="3505200"/>
                </a:lnTo>
                <a:lnTo>
                  <a:pt x="828675" y="3514725"/>
                </a:lnTo>
                <a:lnTo>
                  <a:pt x="800100" y="3514725"/>
                </a:lnTo>
                <a:lnTo>
                  <a:pt x="800100" y="3495675"/>
                </a:lnTo>
                <a:lnTo>
                  <a:pt x="762000" y="3495675"/>
                </a:lnTo>
                <a:lnTo>
                  <a:pt x="762000" y="3486150"/>
                </a:lnTo>
                <a:lnTo>
                  <a:pt x="771525" y="3486150"/>
                </a:lnTo>
                <a:lnTo>
                  <a:pt x="771525" y="3476625"/>
                </a:lnTo>
                <a:lnTo>
                  <a:pt x="781050" y="3476625"/>
                </a:lnTo>
                <a:close/>
                <a:moveTo>
                  <a:pt x="1590675" y="3486150"/>
                </a:moveTo>
                <a:lnTo>
                  <a:pt x="1600200" y="3486150"/>
                </a:lnTo>
                <a:lnTo>
                  <a:pt x="1600200" y="3495675"/>
                </a:lnTo>
                <a:lnTo>
                  <a:pt x="1609725" y="3495675"/>
                </a:lnTo>
                <a:lnTo>
                  <a:pt x="1609725" y="3505200"/>
                </a:lnTo>
                <a:lnTo>
                  <a:pt x="1619250" y="3505200"/>
                </a:lnTo>
                <a:lnTo>
                  <a:pt x="1619250" y="3514725"/>
                </a:lnTo>
                <a:lnTo>
                  <a:pt x="1628775" y="3514725"/>
                </a:lnTo>
                <a:lnTo>
                  <a:pt x="1628775" y="3533775"/>
                </a:lnTo>
                <a:lnTo>
                  <a:pt x="1647825" y="3533775"/>
                </a:lnTo>
                <a:lnTo>
                  <a:pt x="1647825" y="3524250"/>
                </a:lnTo>
                <a:lnTo>
                  <a:pt x="1666875" y="3524250"/>
                </a:lnTo>
                <a:lnTo>
                  <a:pt x="1666875" y="3533775"/>
                </a:lnTo>
                <a:lnTo>
                  <a:pt x="1647825" y="3533775"/>
                </a:lnTo>
                <a:lnTo>
                  <a:pt x="1647825" y="3543300"/>
                </a:lnTo>
                <a:lnTo>
                  <a:pt x="1619250" y="3543300"/>
                </a:lnTo>
                <a:lnTo>
                  <a:pt x="1619250" y="3562350"/>
                </a:lnTo>
                <a:lnTo>
                  <a:pt x="1609725" y="3562350"/>
                </a:lnTo>
                <a:lnTo>
                  <a:pt x="1609725" y="3571875"/>
                </a:lnTo>
                <a:lnTo>
                  <a:pt x="1619250" y="3571875"/>
                </a:lnTo>
                <a:lnTo>
                  <a:pt x="1619250" y="3581400"/>
                </a:lnTo>
                <a:lnTo>
                  <a:pt x="1609725" y="3581400"/>
                </a:lnTo>
                <a:lnTo>
                  <a:pt x="1609725" y="3590925"/>
                </a:lnTo>
                <a:lnTo>
                  <a:pt x="1600200" y="3590925"/>
                </a:lnTo>
                <a:lnTo>
                  <a:pt x="1600200" y="3609975"/>
                </a:lnTo>
                <a:lnTo>
                  <a:pt x="1590675" y="3609975"/>
                </a:lnTo>
                <a:lnTo>
                  <a:pt x="1590675" y="3619500"/>
                </a:lnTo>
                <a:lnTo>
                  <a:pt x="1581150" y="3619500"/>
                </a:lnTo>
                <a:lnTo>
                  <a:pt x="1581150" y="3609975"/>
                </a:lnTo>
                <a:lnTo>
                  <a:pt x="1571625" y="3609975"/>
                </a:lnTo>
                <a:lnTo>
                  <a:pt x="1571625" y="3581400"/>
                </a:lnTo>
                <a:lnTo>
                  <a:pt x="1581150" y="3581400"/>
                </a:lnTo>
                <a:lnTo>
                  <a:pt x="1581150" y="3562350"/>
                </a:lnTo>
                <a:lnTo>
                  <a:pt x="1571625" y="3562350"/>
                </a:lnTo>
                <a:lnTo>
                  <a:pt x="1571625" y="3533775"/>
                </a:lnTo>
                <a:lnTo>
                  <a:pt x="1562100" y="3533775"/>
                </a:lnTo>
                <a:lnTo>
                  <a:pt x="1562100" y="3524250"/>
                </a:lnTo>
                <a:lnTo>
                  <a:pt x="1552575" y="3524250"/>
                </a:lnTo>
                <a:lnTo>
                  <a:pt x="1552575" y="3514725"/>
                </a:lnTo>
                <a:lnTo>
                  <a:pt x="1543050" y="3514725"/>
                </a:lnTo>
                <a:lnTo>
                  <a:pt x="1543050" y="3495675"/>
                </a:lnTo>
                <a:lnTo>
                  <a:pt x="1552575" y="3495675"/>
                </a:lnTo>
                <a:lnTo>
                  <a:pt x="1552575" y="3514725"/>
                </a:lnTo>
                <a:lnTo>
                  <a:pt x="1562100" y="3514725"/>
                </a:lnTo>
                <a:lnTo>
                  <a:pt x="1562100" y="3524250"/>
                </a:lnTo>
                <a:lnTo>
                  <a:pt x="1581150" y="3524250"/>
                </a:lnTo>
                <a:lnTo>
                  <a:pt x="1581150" y="3495675"/>
                </a:lnTo>
                <a:lnTo>
                  <a:pt x="1590675" y="3495675"/>
                </a:lnTo>
                <a:close/>
                <a:moveTo>
                  <a:pt x="923925" y="3495675"/>
                </a:moveTo>
                <a:lnTo>
                  <a:pt x="933450" y="3495675"/>
                </a:lnTo>
                <a:lnTo>
                  <a:pt x="933450" y="3505200"/>
                </a:lnTo>
                <a:lnTo>
                  <a:pt x="923925" y="3505200"/>
                </a:lnTo>
                <a:close/>
                <a:moveTo>
                  <a:pt x="990600" y="3495675"/>
                </a:moveTo>
                <a:lnTo>
                  <a:pt x="1000125" y="3495675"/>
                </a:lnTo>
                <a:lnTo>
                  <a:pt x="1000125" y="3505200"/>
                </a:lnTo>
                <a:lnTo>
                  <a:pt x="990600" y="3505200"/>
                </a:lnTo>
                <a:close/>
                <a:moveTo>
                  <a:pt x="1438275" y="3495675"/>
                </a:moveTo>
                <a:lnTo>
                  <a:pt x="1447800" y="3495675"/>
                </a:lnTo>
                <a:lnTo>
                  <a:pt x="1447800" y="3505200"/>
                </a:lnTo>
                <a:lnTo>
                  <a:pt x="1438275" y="3505200"/>
                </a:lnTo>
                <a:close/>
                <a:moveTo>
                  <a:pt x="1457325" y="3495675"/>
                </a:moveTo>
                <a:lnTo>
                  <a:pt x="1466850" y="3495675"/>
                </a:lnTo>
                <a:lnTo>
                  <a:pt x="1466850" y="3505200"/>
                </a:lnTo>
                <a:lnTo>
                  <a:pt x="1457325" y="3505200"/>
                </a:lnTo>
                <a:close/>
                <a:moveTo>
                  <a:pt x="1485900" y="3495675"/>
                </a:moveTo>
                <a:lnTo>
                  <a:pt x="1495425" y="3495675"/>
                </a:lnTo>
                <a:lnTo>
                  <a:pt x="1495425" y="3505200"/>
                </a:lnTo>
                <a:lnTo>
                  <a:pt x="1485900" y="3505200"/>
                </a:lnTo>
                <a:close/>
                <a:moveTo>
                  <a:pt x="1000125" y="3505200"/>
                </a:moveTo>
                <a:lnTo>
                  <a:pt x="1009650" y="3505200"/>
                </a:lnTo>
                <a:lnTo>
                  <a:pt x="1009650" y="3514725"/>
                </a:lnTo>
                <a:lnTo>
                  <a:pt x="1000125" y="3514725"/>
                </a:lnTo>
                <a:close/>
                <a:moveTo>
                  <a:pt x="1476375" y="3514725"/>
                </a:moveTo>
                <a:lnTo>
                  <a:pt x="1485900" y="3514725"/>
                </a:lnTo>
                <a:lnTo>
                  <a:pt x="1485900" y="3533775"/>
                </a:lnTo>
                <a:lnTo>
                  <a:pt x="1476375" y="3533775"/>
                </a:lnTo>
                <a:close/>
                <a:moveTo>
                  <a:pt x="609600" y="3533775"/>
                </a:moveTo>
                <a:lnTo>
                  <a:pt x="628650" y="3533775"/>
                </a:lnTo>
                <a:lnTo>
                  <a:pt x="628650" y="3552825"/>
                </a:lnTo>
                <a:lnTo>
                  <a:pt x="619125" y="3552825"/>
                </a:lnTo>
                <a:lnTo>
                  <a:pt x="619125" y="3562350"/>
                </a:lnTo>
                <a:lnTo>
                  <a:pt x="609600" y="3562350"/>
                </a:lnTo>
                <a:lnTo>
                  <a:pt x="609600" y="3552825"/>
                </a:lnTo>
                <a:lnTo>
                  <a:pt x="600075" y="3552825"/>
                </a:lnTo>
                <a:lnTo>
                  <a:pt x="600075" y="3543300"/>
                </a:lnTo>
                <a:lnTo>
                  <a:pt x="609600" y="3543300"/>
                </a:lnTo>
                <a:close/>
                <a:moveTo>
                  <a:pt x="1485900" y="3533775"/>
                </a:moveTo>
                <a:lnTo>
                  <a:pt x="1504950" y="3533775"/>
                </a:lnTo>
                <a:lnTo>
                  <a:pt x="1504950" y="3552825"/>
                </a:lnTo>
                <a:lnTo>
                  <a:pt x="1495425" y="3552825"/>
                </a:lnTo>
                <a:lnTo>
                  <a:pt x="1495425" y="3543300"/>
                </a:lnTo>
                <a:lnTo>
                  <a:pt x="1485900" y="3543300"/>
                </a:lnTo>
                <a:close/>
                <a:moveTo>
                  <a:pt x="1666875" y="3533775"/>
                </a:moveTo>
                <a:lnTo>
                  <a:pt x="1685925" y="3533775"/>
                </a:lnTo>
                <a:lnTo>
                  <a:pt x="1685925" y="3543300"/>
                </a:lnTo>
                <a:lnTo>
                  <a:pt x="1676400" y="3543300"/>
                </a:lnTo>
                <a:lnTo>
                  <a:pt x="1676400" y="3552825"/>
                </a:lnTo>
                <a:lnTo>
                  <a:pt x="1666875" y="3552825"/>
                </a:lnTo>
                <a:close/>
                <a:moveTo>
                  <a:pt x="1019175" y="3543300"/>
                </a:moveTo>
                <a:lnTo>
                  <a:pt x="1028700" y="3543300"/>
                </a:lnTo>
                <a:lnTo>
                  <a:pt x="1028700" y="3571875"/>
                </a:lnTo>
                <a:lnTo>
                  <a:pt x="1038225" y="3571875"/>
                </a:lnTo>
                <a:lnTo>
                  <a:pt x="1038225" y="3562350"/>
                </a:lnTo>
                <a:lnTo>
                  <a:pt x="1057275" y="3562350"/>
                </a:lnTo>
                <a:lnTo>
                  <a:pt x="1057275" y="3571875"/>
                </a:lnTo>
                <a:lnTo>
                  <a:pt x="1095375" y="3571875"/>
                </a:lnTo>
                <a:lnTo>
                  <a:pt x="1095375" y="3590925"/>
                </a:lnTo>
                <a:lnTo>
                  <a:pt x="1085850" y="3590925"/>
                </a:lnTo>
                <a:lnTo>
                  <a:pt x="1085850" y="3600450"/>
                </a:lnTo>
                <a:lnTo>
                  <a:pt x="1028700" y="3600450"/>
                </a:lnTo>
                <a:lnTo>
                  <a:pt x="1028700" y="3590925"/>
                </a:lnTo>
                <a:lnTo>
                  <a:pt x="1019175" y="3590925"/>
                </a:lnTo>
                <a:lnTo>
                  <a:pt x="1019175" y="3562350"/>
                </a:lnTo>
                <a:lnTo>
                  <a:pt x="1009650" y="3562350"/>
                </a:lnTo>
                <a:lnTo>
                  <a:pt x="1009650" y="3552825"/>
                </a:lnTo>
                <a:lnTo>
                  <a:pt x="1019175" y="3552825"/>
                </a:lnTo>
                <a:close/>
                <a:moveTo>
                  <a:pt x="1285875" y="3543300"/>
                </a:moveTo>
                <a:lnTo>
                  <a:pt x="1295400" y="3543300"/>
                </a:lnTo>
                <a:lnTo>
                  <a:pt x="1295400" y="3571875"/>
                </a:lnTo>
                <a:lnTo>
                  <a:pt x="1285875" y="3571875"/>
                </a:lnTo>
                <a:close/>
                <a:moveTo>
                  <a:pt x="247650" y="3552825"/>
                </a:moveTo>
                <a:lnTo>
                  <a:pt x="285750" y="3552825"/>
                </a:lnTo>
                <a:lnTo>
                  <a:pt x="285750" y="3562350"/>
                </a:lnTo>
                <a:lnTo>
                  <a:pt x="266700" y="3562350"/>
                </a:lnTo>
                <a:lnTo>
                  <a:pt x="266700" y="3571875"/>
                </a:lnTo>
                <a:lnTo>
                  <a:pt x="276225" y="3571875"/>
                </a:lnTo>
                <a:lnTo>
                  <a:pt x="276225" y="3581400"/>
                </a:lnTo>
                <a:lnTo>
                  <a:pt x="266700" y="3581400"/>
                </a:lnTo>
                <a:lnTo>
                  <a:pt x="266700" y="3590925"/>
                </a:lnTo>
                <a:lnTo>
                  <a:pt x="247650" y="3590925"/>
                </a:lnTo>
                <a:lnTo>
                  <a:pt x="247650" y="3600450"/>
                </a:lnTo>
                <a:lnTo>
                  <a:pt x="257175" y="3600450"/>
                </a:lnTo>
                <a:lnTo>
                  <a:pt x="257175" y="3619500"/>
                </a:lnTo>
                <a:lnTo>
                  <a:pt x="266700" y="3619500"/>
                </a:lnTo>
                <a:lnTo>
                  <a:pt x="266700" y="3638550"/>
                </a:lnTo>
                <a:lnTo>
                  <a:pt x="257175" y="3638550"/>
                </a:lnTo>
                <a:lnTo>
                  <a:pt x="257175" y="3629025"/>
                </a:lnTo>
                <a:lnTo>
                  <a:pt x="247650" y="3629025"/>
                </a:lnTo>
                <a:lnTo>
                  <a:pt x="247650" y="3619500"/>
                </a:lnTo>
                <a:lnTo>
                  <a:pt x="238125" y="3619500"/>
                </a:lnTo>
                <a:lnTo>
                  <a:pt x="238125" y="3609975"/>
                </a:lnTo>
                <a:lnTo>
                  <a:pt x="228600" y="3609975"/>
                </a:lnTo>
                <a:lnTo>
                  <a:pt x="228600" y="3619500"/>
                </a:lnTo>
                <a:lnTo>
                  <a:pt x="219075" y="3619500"/>
                </a:lnTo>
                <a:lnTo>
                  <a:pt x="219075" y="3600450"/>
                </a:lnTo>
                <a:lnTo>
                  <a:pt x="228600" y="3600450"/>
                </a:lnTo>
                <a:lnTo>
                  <a:pt x="228600" y="3581400"/>
                </a:lnTo>
                <a:lnTo>
                  <a:pt x="238125" y="3581400"/>
                </a:lnTo>
                <a:lnTo>
                  <a:pt x="238125" y="3571875"/>
                </a:lnTo>
                <a:lnTo>
                  <a:pt x="247650" y="3571875"/>
                </a:lnTo>
                <a:close/>
                <a:moveTo>
                  <a:pt x="304800" y="3571875"/>
                </a:moveTo>
                <a:lnTo>
                  <a:pt x="333375" y="3571875"/>
                </a:lnTo>
                <a:lnTo>
                  <a:pt x="333375" y="3581400"/>
                </a:lnTo>
                <a:lnTo>
                  <a:pt x="304800" y="3581400"/>
                </a:lnTo>
                <a:close/>
                <a:moveTo>
                  <a:pt x="1171575" y="3571875"/>
                </a:moveTo>
                <a:lnTo>
                  <a:pt x="1190625" y="3571875"/>
                </a:lnTo>
                <a:lnTo>
                  <a:pt x="1190625" y="3581400"/>
                </a:lnTo>
                <a:lnTo>
                  <a:pt x="1200150" y="3581400"/>
                </a:lnTo>
                <a:lnTo>
                  <a:pt x="1200150" y="3590925"/>
                </a:lnTo>
                <a:lnTo>
                  <a:pt x="1219200" y="3590925"/>
                </a:lnTo>
                <a:lnTo>
                  <a:pt x="1219200" y="3600450"/>
                </a:lnTo>
                <a:lnTo>
                  <a:pt x="1228725" y="3600450"/>
                </a:lnTo>
                <a:lnTo>
                  <a:pt x="1228725" y="3609975"/>
                </a:lnTo>
                <a:lnTo>
                  <a:pt x="1200150" y="3609975"/>
                </a:lnTo>
                <a:lnTo>
                  <a:pt x="1200150" y="3619500"/>
                </a:lnTo>
                <a:lnTo>
                  <a:pt x="1190625" y="3619500"/>
                </a:lnTo>
                <a:lnTo>
                  <a:pt x="1190625" y="3609975"/>
                </a:lnTo>
                <a:lnTo>
                  <a:pt x="1181100" y="3609975"/>
                </a:lnTo>
                <a:lnTo>
                  <a:pt x="1181100" y="3590925"/>
                </a:lnTo>
                <a:lnTo>
                  <a:pt x="1171575" y="3590925"/>
                </a:lnTo>
                <a:close/>
                <a:moveTo>
                  <a:pt x="819150" y="3581400"/>
                </a:moveTo>
                <a:lnTo>
                  <a:pt x="828675" y="3581400"/>
                </a:lnTo>
                <a:lnTo>
                  <a:pt x="828675" y="3590925"/>
                </a:lnTo>
                <a:lnTo>
                  <a:pt x="819150" y="3590925"/>
                </a:lnTo>
                <a:close/>
                <a:moveTo>
                  <a:pt x="200025" y="3600450"/>
                </a:moveTo>
                <a:lnTo>
                  <a:pt x="209550" y="3600450"/>
                </a:lnTo>
                <a:lnTo>
                  <a:pt x="209550" y="3609975"/>
                </a:lnTo>
                <a:lnTo>
                  <a:pt x="200025" y="3609975"/>
                </a:lnTo>
                <a:close/>
                <a:moveTo>
                  <a:pt x="933450" y="3600450"/>
                </a:moveTo>
                <a:lnTo>
                  <a:pt x="942975" y="3600450"/>
                </a:lnTo>
                <a:lnTo>
                  <a:pt x="942975" y="3609975"/>
                </a:lnTo>
                <a:lnTo>
                  <a:pt x="933450" y="3609975"/>
                </a:lnTo>
                <a:close/>
                <a:moveTo>
                  <a:pt x="1143000" y="3609975"/>
                </a:moveTo>
                <a:lnTo>
                  <a:pt x="1152525" y="3609975"/>
                </a:lnTo>
                <a:lnTo>
                  <a:pt x="1152525" y="3629025"/>
                </a:lnTo>
                <a:lnTo>
                  <a:pt x="1162050" y="3629025"/>
                </a:lnTo>
                <a:lnTo>
                  <a:pt x="1162050" y="3657600"/>
                </a:lnTo>
                <a:lnTo>
                  <a:pt x="1123950" y="3657600"/>
                </a:lnTo>
                <a:lnTo>
                  <a:pt x="1123950" y="3648075"/>
                </a:lnTo>
                <a:lnTo>
                  <a:pt x="1152525" y="3648075"/>
                </a:lnTo>
                <a:lnTo>
                  <a:pt x="1152525" y="3638550"/>
                </a:lnTo>
                <a:lnTo>
                  <a:pt x="1114425" y="3638550"/>
                </a:lnTo>
                <a:lnTo>
                  <a:pt x="1114425" y="3629025"/>
                </a:lnTo>
                <a:lnTo>
                  <a:pt x="1133475" y="3629025"/>
                </a:lnTo>
                <a:lnTo>
                  <a:pt x="1133475" y="3619500"/>
                </a:lnTo>
                <a:lnTo>
                  <a:pt x="1143000" y="3619500"/>
                </a:lnTo>
                <a:close/>
                <a:moveTo>
                  <a:pt x="1600200" y="3609975"/>
                </a:moveTo>
                <a:lnTo>
                  <a:pt x="1609725" y="3609975"/>
                </a:lnTo>
                <a:lnTo>
                  <a:pt x="1609725" y="3619500"/>
                </a:lnTo>
                <a:lnTo>
                  <a:pt x="1600200" y="3619500"/>
                </a:lnTo>
                <a:close/>
                <a:moveTo>
                  <a:pt x="590550" y="3619500"/>
                </a:moveTo>
                <a:lnTo>
                  <a:pt x="600075" y="3619500"/>
                </a:lnTo>
                <a:lnTo>
                  <a:pt x="600075" y="3638550"/>
                </a:lnTo>
                <a:lnTo>
                  <a:pt x="590550" y="3638550"/>
                </a:lnTo>
                <a:close/>
                <a:moveTo>
                  <a:pt x="1390650" y="3619500"/>
                </a:moveTo>
                <a:lnTo>
                  <a:pt x="1400175" y="3619500"/>
                </a:lnTo>
                <a:lnTo>
                  <a:pt x="1400175" y="3638550"/>
                </a:lnTo>
                <a:lnTo>
                  <a:pt x="1390650" y="3638550"/>
                </a:lnTo>
                <a:close/>
                <a:moveTo>
                  <a:pt x="466725" y="3648075"/>
                </a:moveTo>
                <a:lnTo>
                  <a:pt x="476250" y="3648075"/>
                </a:lnTo>
                <a:lnTo>
                  <a:pt x="476250" y="3657600"/>
                </a:lnTo>
                <a:lnTo>
                  <a:pt x="466725" y="3657600"/>
                </a:lnTo>
                <a:close/>
              </a:path>
            </a:pathLst>
          </a:custGeom>
          <a:solidFill xmlns:a="http://schemas.openxmlformats.org/drawingml/2006/main">
            <a:srgbClr val="F2EDDF"/>
          </a:solidFill>
          <a:ln xmlns:a="http://schemas.openxmlformats.org/drawingml/2006/main" w="0">
            <a:noFill/>
          </a:ln>
        </p:spPr>
      </p:sp>
      <p:sp>
        <p:nvSpPr>
          <p:cNvPr id="23" name="dashboard vector #f0ede1">
            <a:extLst xmlns:a="http://schemas.openxmlformats.org/drawingml/2006/main">
              <a:ext uri="{FF2B5EF4-FFF2-40B4-BE49-F238E27FC236}">
                <a16:creationId xmlns:a16="http://schemas.microsoft.com/office/drawing/2014/main" id="{00BE675A-C967-44A7-9781-7774A0A7B5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14400" y="1447800"/>
            <a:ext cx="2171700" cy="4467225"/>
          </a:xfrm>
          <a:custGeom xmlns:a="http://schemas.openxmlformats.org/drawingml/2006/main">
            <a:pathLst>
              <a:path w="1838325" h="3790950">
                <a:moveTo>
                  <a:pt x="209550" y="0"/>
                </a:moveTo>
                <a:lnTo>
                  <a:pt x="228600" y="0"/>
                </a:lnTo>
                <a:lnTo>
                  <a:pt x="228600" y="9525"/>
                </a:lnTo>
                <a:lnTo>
                  <a:pt x="209550" y="9525"/>
                </a:lnTo>
                <a:close/>
                <a:moveTo>
                  <a:pt x="161925" y="9525"/>
                </a:moveTo>
                <a:lnTo>
                  <a:pt x="180975" y="9525"/>
                </a:lnTo>
                <a:lnTo>
                  <a:pt x="180975" y="19050"/>
                </a:lnTo>
                <a:lnTo>
                  <a:pt x="190500" y="19050"/>
                </a:lnTo>
                <a:lnTo>
                  <a:pt x="190500" y="28575"/>
                </a:lnTo>
                <a:lnTo>
                  <a:pt x="171450" y="28575"/>
                </a:lnTo>
                <a:lnTo>
                  <a:pt x="171450" y="19050"/>
                </a:lnTo>
                <a:lnTo>
                  <a:pt x="161925" y="19050"/>
                </a:lnTo>
                <a:close/>
                <a:moveTo>
                  <a:pt x="200025" y="9525"/>
                </a:moveTo>
                <a:lnTo>
                  <a:pt x="209550" y="9525"/>
                </a:lnTo>
                <a:lnTo>
                  <a:pt x="209550" y="19050"/>
                </a:lnTo>
                <a:lnTo>
                  <a:pt x="200025" y="19050"/>
                </a:lnTo>
                <a:close/>
                <a:moveTo>
                  <a:pt x="1609725" y="9525"/>
                </a:moveTo>
                <a:lnTo>
                  <a:pt x="1619250" y="9525"/>
                </a:lnTo>
                <a:lnTo>
                  <a:pt x="1619250" y="38100"/>
                </a:lnTo>
                <a:lnTo>
                  <a:pt x="1600200" y="38100"/>
                </a:lnTo>
                <a:lnTo>
                  <a:pt x="1600200" y="19050"/>
                </a:lnTo>
                <a:lnTo>
                  <a:pt x="1609725" y="19050"/>
                </a:lnTo>
                <a:close/>
                <a:moveTo>
                  <a:pt x="161925" y="28575"/>
                </a:moveTo>
                <a:lnTo>
                  <a:pt x="171450" y="28575"/>
                </a:lnTo>
                <a:lnTo>
                  <a:pt x="171450" y="38100"/>
                </a:lnTo>
                <a:lnTo>
                  <a:pt x="161925" y="38100"/>
                </a:lnTo>
                <a:close/>
                <a:moveTo>
                  <a:pt x="133350" y="38100"/>
                </a:moveTo>
                <a:lnTo>
                  <a:pt x="142875" y="38100"/>
                </a:lnTo>
                <a:lnTo>
                  <a:pt x="142875" y="57150"/>
                </a:lnTo>
                <a:lnTo>
                  <a:pt x="133350" y="57150"/>
                </a:lnTo>
                <a:lnTo>
                  <a:pt x="133350" y="66675"/>
                </a:lnTo>
                <a:lnTo>
                  <a:pt x="123825" y="66675"/>
                </a:lnTo>
                <a:lnTo>
                  <a:pt x="123825" y="47625"/>
                </a:lnTo>
                <a:lnTo>
                  <a:pt x="133350" y="47625"/>
                </a:lnTo>
                <a:close/>
                <a:moveTo>
                  <a:pt x="152400" y="38100"/>
                </a:moveTo>
                <a:lnTo>
                  <a:pt x="161925" y="38100"/>
                </a:lnTo>
                <a:lnTo>
                  <a:pt x="161925" y="47625"/>
                </a:lnTo>
                <a:lnTo>
                  <a:pt x="152400" y="47625"/>
                </a:lnTo>
                <a:close/>
                <a:moveTo>
                  <a:pt x="1619250" y="66675"/>
                </a:moveTo>
                <a:lnTo>
                  <a:pt x="1628775" y="66675"/>
                </a:lnTo>
                <a:lnTo>
                  <a:pt x="1628775" y="76200"/>
                </a:lnTo>
                <a:lnTo>
                  <a:pt x="1619250" y="76200"/>
                </a:lnTo>
                <a:close/>
                <a:moveTo>
                  <a:pt x="1704975" y="66675"/>
                </a:moveTo>
                <a:lnTo>
                  <a:pt x="1733550" y="66675"/>
                </a:lnTo>
                <a:lnTo>
                  <a:pt x="1733550" y="76200"/>
                </a:lnTo>
                <a:lnTo>
                  <a:pt x="1752600" y="76200"/>
                </a:lnTo>
                <a:lnTo>
                  <a:pt x="1752600" y="95250"/>
                </a:lnTo>
                <a:lnTo>
                  <a:pt x="1733550" y="95250"/>
                </a:lnTo>
                <a:lnTo>
                  <a:pt x="1733550" y="85725"/>
                </a:lnTo>
                <a:lnTo>
                  <a:pt x="1695450" y="85725"/>
                </a:lnTo>
                <a:lnTo>
                  <a:pt x="1695450" y="76200"/>
                </a:lnTo>
                <a:lnTo>
                  <a:pt x="1704975" y="76200"/>
                </a:lnTo>
                <a:close/>
                <a:moveTo>
                  <a:pt x="1762125" y="114300"/>
                </a:moveTo>
                <a:lnTo>
                  <a:pt x="1771650" y="114300"/>
                </a:lnTo>
                <a:lnTo>
                  <a:pt x="1771650" y="123825"/>
                </a:lnTo>
                <a:lnTo>
                  <a:pt x="1762125" y="123825"/>
                </a:lnTo>
                <a:close/>
                <a:moveTo>
                  <a:pt x="1781175" y="123825"/>
                </a:moveTo>
                <a:lnTo>
                  <a:pt x="1790700" y="123825"/>
                </a:lnTo>
                <a:lnTo>
                  <a:pt x="1790700" y="133350"/>
                </a:lnTo>
                <a:lnTo>
                  <a:pt x="1781175" y="133350"/>
                </a:lnTo>
                <a:close/>
                <a:moveTo>
                  <a:pt x="9525" y="133350"/>
                </a:moveTo>
                <a:lnTo>
                  <a:pt x="19050" y="133350"/>
                </a:lnTo>
                <a:lnTo>
                  <a:pt x="19050" y="142875"/>
                </a:lnTo>
                <a:lnTo>
                  <a:pt x="9525" y="142875"/>
                </a:lnTo>
                <a:close/>
                <a:moveTo>
                  <a:pt x="342900" y="133350"/>
                </a:moveTo>
                <a:lnTo>
                  <a:pt x="381000" y="133350"/>
                </a:lnTo>
                <a:lnTo>
                  <a:pt x="381000" y="142875"/>
                </a:lnTo>
                <a:lnTo>
                  <a:pt x="342900" y="142875"/>
                </a:lnTo>
                <a:close/>
                <a:moveTo>
                  <a:pt x="1428750" y="133350"/>
                </a:moveTo>
                <a:lnTo>
                  <a:pt x="1457325" y="133350"/>
                </a:lnTo>
                <a:lnTo>
                  <a:pt x="1457325" y="142875"/>
                </a:lnTo>
                <a:lnTo>
                  <a:pt x="1428750" y="142875"/>
                </a:lnTo>
                <a:close/>
                <a:moveTo>
                  <a:pt x="0" y="142875"/>
                </a:moveTo>
                <a:lnTo>
                  <a:pt x="9525" y="142875"/>
                </a:lnTo>
                <a:lnTo>
                  <a:pt x="9525" y="152400"/>
                </a:lnTo>
                <a:lnTo>
                  <a:pt x="0" y="152400"/>
                </a:lnTo>
                <a:close/>
                <a:moveTo>
                  <a:pt x="276225" y="142875"/>
                </a:moveTo>
                <a:lnTo>
                  <a:pt x="295275" y="142875"/>
                </a:lnTo>
                <a:lnTo>
                  <a:pt x="295275" y="152400"/>
                </a:lnTo>
                <a:lnTo>
                  <a:pt x="276225" y="152400"/>
                </a:lnTo>
                <a:close/>
                <a:moveTo>
                  <a:pt x="371475" y="152400"/>
                </a:moveTo>
                <a:lnTo>
                  <a:pt x="419100" y="152400"/>
                </a:lnTo>
                <a:lnTo>
                  <a:pt x="419100" y="161925"/>
                </a:lnTo>
                <a:lnTo>
                  <a:pt x="371475" y="161925"/>
                </a:lnTo>
                <a:close/>
                <a:moveTo>
                  <a:pt x="685800" y="152400"/>
                </a:moveTo>
                <a:lnTo>
                  <a:pt x="704850" y="152400"/>
                </a:lnTo>
                <a:lnTo>
                  <a:pt x="704850" y="161925"/>
                </a:lnTo>
                <a:lnTo>
                  <a:pt x="685800" y="161925"/>
                </a:lnTo>
                <a:close/>
                <a:moveTo>
                  <a:pt x="1247775" y="152400"/>
                </a:moveTo>
                <a:lnTo>
                  <a:pt x="1285875" y="152400"/>
                </a:lnTo>
                <a:lnTo>
                  <a:pt x="1285875" y="171450"/>
                </a:lnTo>
                <a:lnTo>
                  <a:pt x="1276350" y="171450"/>
                </a:lnTo>
                <a:lnTo>
                  <a:pt x="1276350" y="161925"/>
                </a:lnTo>
                <a:lnTo>
                  <a:pt x="1266825" y="161925"/>
                </a:lnTo>
                <a:lnTo>
                  <a:pt x="1266825" y="180975"/>
                </a:lnTo>
                <a:lnTo>
                  <a:pt x="1257300" y="180975"/>
                </a:lnTo>
                <a:lnTo>
                  <a:pt x="1257300" y="161925"/>
                </a:lnTo>
                <a:lnTo>
                  <a:pt x="1247775" y="161925"/>
                </a:lnTo>
                <a:close/>
                <a:moveTo>
                  <a:pt x="1438275" y="152400"/>
                </a:moveTo>
                <a:lnTo>
                  <a:pt x="1447800" y="152400"/>
                </a:lnTo>
                <a:lnTo>
                  <a:pt x="1447800" y="161925"/>
                </a:lnTo>
                <a:lnTo>
                  <a:pt x="1438275" y="161925"/>
                </a:lnTo>
                <a:close/>
                <a:moveTo>
                  <a:pt x="1819275" y="161925"/>
                </a:moveTo>
                <a:lnTo>
                  <a:pt x="1828800" y="161925"/>
                </a:lnTo>
                <a:lnTo>
                  <a:pt x="1828800" y="171450"/>
                </a:lnTo>
                <a:lnTo>
                  <a:pt x="1819275" y="171450"/>
                </a:lnTo>
                <a:close/>
                <a:moveTo>
                  <a:pt x="495300" y="200025"/>
                </a:moveTo>
                <a:lnTo>
                  <a:pt x="514350" y="200025"/>
                </a:lnTo>
                <a:lnTo>
                  <a:pt x="514350" y="209550"/>
                </a:lnTo>
                <a:lnTo>
                  <a:pt x="495300" y="209550"/>
                </a:lnTo>
                <a:close/>
                <a:moveTo>
                  <a:pt x="647700" y="200025"/>
                </a:moveTo>
                <a:lnTo>
                  <a:pt x="676275" y="200025"/>
                </a:lnTo>
                <a:lnTo>
                  <a:pt x="676275" y="209550"/>
                </a:lnTo>
                <a:lnTo>
                  <a:pt x="666750" y="209550"/>
                </a:lnTo>
                <a:lnTo>
                  <a:pt x="666750" y="219075"/>
                </a:lnTo>
                <a:lnTo>
                  <a:pt x="647700" y="219075"/>
                </a:lnTo>
                <a:close/>
                <a:moveTo>
                  <a:pt x="1371600" y="228600"/>
                </a:moveTo>
                <a:lnTo>
                  <a:pt x="1381125" y="228600"/>
                </a:lnTo>
                <a:lnTo>
                  <a:pt x="1381125" y="238125"/>
                </a:lnTo>
                <a:lnTo>
                  <a:pt x="1371600" y="238125"/>
                </a:lnTo>
                <a:close/>
                <a:moveTo>
                  <a:pt x="1285875" y="257175"/>
                </a:moveTo>
                <a:lnTo>
                  <a:pt x="1314450" y="257175"/>
                </a:lnTo>
                <a:lnTo>
                  <a:pt x="1314450" y="266700"/>
                </a:lnTo>
                <a:lnTo>
                  <a:pt x="1285875" y="266700"/>
                </a:lnTo>
                <a:close/>
                <a:moveTo>
                  <a:pt x="276225" y="276225"/>
                </a:moveTo>
                <a:lnTo>
                  <a:pt x="285750" y="276225"/>
                </a:lnTo>
                <a:lnTo>
                  <a:pt x="285750" y="285750"/>
                </a:lnTo>
                <a:lnTo>
                  <a:pt x="276225" y="285750"/>
                </a:lnTo>
                <a:close/>
                <a:moveTo>
                  <a:pt x="219075" y="295275"/>
                </a:moveTo>
                <a:lnTo>
                  <a:pt x="238125" y="295275"/>
                </a:lnTo>
                <a:lnTo>
                  <a:pt x="238125" y="304800"/>
                </a:lnTo>
                <a:lnTo>
                  <a:pt x="228600" y="304800"/>
                </a:lnTo>
                <a:lnTo>
                  <a:pt x="228600" y="314325"/>
                </a:lnTo>
                <a:lnTo>
                  <a:pt x="219075" y="314325"/>
                </a:lnTo>
                <a:close/>
                <a:moveTo>
                  <a:pt x="190500" y="314325"/>
                </a:moveTo>
                <a:lnTo>
                  <a:pt x="209550" y="314325"/>
                </a:lnTo>
                <a:lnTo>
                  <a:pt x="209550" y="323850"/>
                </a:lnTo>
                <a:lnTo>
                  <a:pt x="228600" y="323850"/>
                </a:lnTo>
                <a:lnTo>
                  <a:pt x="228600" y="333375"/>
                </a:lnTo>
                <a:lnTo>
                  <a:pt x="238125" y="333375"/>
                </a:lnTo>
                <a:lnTo>
                  <a:pt x="238125" y="323850"/>
                </a:lnTo>
                <a:lnTo>
                  <a:pt x="247650" y="323850"/>
                </a:lnTo>
                <a:lnTo>
                  <a:pt x="247650" y="333375"/>
                </a:lnTo>
                <a:lnTo>
                  <a:pt x="257175" y="333375"/>
                </a:lnTo>
                <a:lnTo>
                  <a:pt x="257175" y="342900"/>
                </a:lnTo>
                <a:lnTo>
                  <a:pt x="266700" y="342900"/>
                </a:lnTo>
                <a:lnTo>
                  <a:pt x="266700" y="352425"/>
                </a:lnTo>
                <a:lnTo>
                  <a:pt x="276225" y="352425"/>
                </a:lnTo>
                <a:lnTo>
                  <a:pt x="276225" y="361950"/>
                </a:lnTo>
                <a:lnTo>
                  <a:pt x="209550" y="361950"/>
                </a:lnTo>
                <a:lnTo>
                  <a:pt x="209550" y="352425"/>
                </a:lnTo>
                <a:lnTo>
                  <a:pt x="200025" y="352425"/>
                </a:lnTo>
                <a:lnTo>
                  <a:pt x="200025" y="342900"/>
                </a:lnTo>
                <a:lnTo>
                  <a:pt x="190500" y="342900"/>
                </a:lnTo>
                <a:close/>
                <a:moveTo>
                  <a:pt x="333375" y="323850"/>
                </a:moveTo>
                <a:lnTo>
                  <a:pt x="342900" y="323850"/>
                </a:lnTo>
                <a:lnTo>
                  <a:pt x="342900" y="352425"/>
                </a:lnTo>
                <a:lnTo>
                  <a:pt x="333375" y="352425"/>
                </a:lnTo>
                <a:close/>
                <a:moveTo>
                  <a:pt x="133350" y="352425"/>
                </a:moveTo>
                <a:lnTo>
                  <a:pt x="142875" y="352425"/>
                </a:lnTo>
                <a:lnTo>
                  <a:pt x="142875" y="371475"/>
                </a:lnTo>
                <a:lnTo>
                  <a:pt x="133350" y="371475"/>
                </a:lnTo>
                <a:close/>
                <a:moveTo>
                  <a:pt x="342900" y="361950"/>
                </a:moveTo>
                <a:lnTo>
                  <a:pt x="352425" y="361950"/>
                </a:lnTo>
                <a:lnTo>
                  <a:pt x="352425" y="371475"/>
                </a:lnTo>
                <a:lnTo>
                  <a:pt x="361950" y="371475"/>
                </a:lnTo>
                <a:lnTo>
                  <a:pt x="361950" y="381000"/>
                </a:lnTo>
                <a:lnTo>
                  <a:pt x="352425" y="381000"/>
                </a:lnTo>
                <a:lnTo>
                  <a:pt x="352425" y="390525"/>
                </a:lnTo>
                <a:lnTo>
                  <a:pt x="342900" y="390525"/>
                </a:lnTo>
                <a:close/>
                <a:moveTo>
                  <a:pt x="371475" y="361950"/>
                </a:moveTo>
                <a:lnTo>
                  <a:pt x="390525" y="361950"/>
                </a:lnTo>
                <a:lnTo>
                  <a:pt x="390525" y="400050"/>
                </a:lnTo>
                <a:lnTo>
                  <a:pt x="381000" y="400050"/>
                </a:lnTo>
                <a:lnTo>
                  <a:pt x="381000" y="371475"/>
                </a:lnTo>
                <a:lnTo>
                  <a:pt x="371475" y="371475"/>
                </a:lnTo>
                <a:close/>
                <a:moveTo>
                  <a:pt x="714375" y="381000"/>
                </a:moveTo>
                <a:lnTo>
                  <a:pt x="752475" y="381000"/>
                </a:lnTo>
                <a:lnTo>
                  <a:pt x="752475" y="400050"/>
                </a:lnTo>
                <a:lnTo>
                  <a:pt x="723900" y="400050"/>
                </a:lnTo>
                <a:lnTo>
                  <a:pt x="723900" y="409575"/>
                </a:lnTo>
                <a:lnTo>
                  <a:pt x="714375" y="409575"/>
                </a:lnTo>
                <a:close/>
                <a:moveTo>
                  <a:pt x="438150" y="400050"/>
                </a:moveTo>
                <a:lnTo>
                  <a:pt x="466725" y="400050"/>
                </a:lnTo>
                <a:lnTo>
                  <a:pt x="466725" y="409575"/>
                </a:lnTo>
                <a:lnTo>
                  <a:pt x="438150" y="409575"/>
                </a:lnTo>
                <a:close/>
                <a:moveTo>
                  <a:pt x="647700" y="400050"/>
                </a:moveTo>
                <a:lnTo>
                  <a:pt x="657225" y="400050"/>
                </a:lnTo>
                <a:lnTo>
                  <a:pt x="657225" y="409575"/>
                </a:lnTo>
                <a:lnTo>
                  <a:pt x="647700" y="409575"/>
                </a:lnTo>
                <a:close/>
                <a:moveTo>
                  <a:pt x="762000" y="400050"/>
                </a:moveTo>
                <a:lnTo>
                  <a:pt x="781050" y="400050"/>
                </a:lnTo>
                <a:lnTo>
                  <a:pt x="781050" y="409575"/>
                </a:lnTo>
                <a:lnTo>
                  <a:pt x="771525" y="409575"/>
                </a:lnTo>
                <a:lnTo>
                  <a:pt x="771525" y="419100"/>
                </a:lnTo>
                <a:lnTo>
                  <a:pt x="762000" y="419100"/>
                </a:lnTo>
                <a:lnTo>
                  <a:pt x="762000" y="428625"/>
                </a:lnTo>
                <a:lnTo>
                  <a:pt x="752475" y="428625"/>
                </a:lnTo>
                <a:lnTo>
                  <a:pt x="752475" y="419100"/>
                </a:lnTo>
                <a:lnTo>
                  <a:pt x="742950" y="419100"/>
                </a:lnTo>
                <a:lnTo>
                  <a:pt x="742950" y="409575"/>
                </a:lnTo>
                <a:lnTo>
                  <a:pt x="762000" y="409575"/>
                </a:lnTo>
                <a:close/>
                <a:moveTo>
                  <a:pt x="838200" y="400050"/>
                </a:moveTo>
                <a:lnTo>
                  <a:pt x="857250" y="400050"/>
                </a:lnTo>
                <a:lnTo>
                  <a:pt x="857250" y="409575"/>
                </a:lnTo>
                <a:lnTo>
                  <a:pt x="866775" y="409575"/>
                </a:lnTo>
                <a:lnTo>
                  <a:pt x="866775" y="419100"/>
                </a:lnTo>
                <a:lnTo>
                  <a:pt x="847725" y="419100"/>
                </a:lnTo>
                <a:lnTo>
                  <a:pt x="847725" y="428625"/>
                </a:lnTo>
                <a:lnTo>
                  <a:pt x="838200" y="428625"/>
                </a:lnTo>
                <a:close/>
                <a:moveTo>
                  <a:pt x="638175" y="409575"/>
                </a:moveTo>
                <a:lnTo>
                  <a:pt x="647700" y="409575"/>
                </a:lnTo>
                <a:lnTo>
                  <a:pt x="647700" y="419100"/>
                </a:lnTo>
                <a:lnTo>
                  <a:pt x="638175" y="419100"/>
                </a:lnTo>
                <a:close/>
                <a:moveTo>
                  <a:pt x="666750" y="409575"/>
                </a:moveTo>
                <a:lnTo>
                  <a:pt x="676275" y="409575"/>
                </a:lnTo>
                <a:lnTo>
                  <a:pt x="676275" y="419100"/>
                </a:lnTo>
                <a:lnTo>
                  <a:pt x="666750" y="419100"/>
                </a:lnTo>
                <a:close/>
                <a:moveTo>
                  <a:pt x="438150" y="419100"/>
                </a:moveTo>
                <a:lnTo>
                  <a:pt x="447675" y="419100"/>
                </a:lnTo>
                <a:lnTo>
                  <a:pt x="447675" y="428625"/>
                </a:lnTo>
                <a:lnTo>
                  <a:pt x="438150" y="428625"/>
                </a:lnTo>
                <a:close/>
                <a:moveTo>
                  <a:pt x="466725" y="419100"/>
                </a:moveTo>
                <a:lnTo>
                  <a:pt x="485775" y="419100"/>
                </a:lnTo>
                <a:lnTo>
                  <a:pt x="485775" y="428625"/>
                </a:lnTo>
                <a:lnTo>
                  <a:pt x="466725" y="428625"/>
                </a:lnTo>
                <a:close/>
                <a:moveTo>
                  <a:pt x="685800" y="419100"/>
                </a:moveTo>
                <a:lnTo>
                  <a:pt x="695325" y="419100"/>
                </a:lnTo>
                <a:lnTo>
                  <a:pt x="695325" y="428625"/>
                </a:lnTo>
                <a:lnTo>
                  <a:pt x="685800" y="428625"/>
                </a:lnTo>
                <a:close/>
                <a:moveTo>
                  <a:pt x="276225" y="457200"/>
                </a:moveTo>
                <a:lnTo>
                  <a:pt x="285750" y="457200"/>
                </a:lnTo>
                <a:lnTo>
                  <a:pt x="285750" y="466725"/>
                </a:lnTo>
                <a:lnTo>
                  <a:pt x="276225" y="466725"/>
                </a:lnTo>
                <a:close/>
                <a:moveTo>
                  <a:pt x="590550" y="485775"/>
                </a:moveTo>
                <a:lnTo>
                  <a:pt x="600075" y="485775"/>
                </a:lnTo>
                <a:lnTo>
                  <a:pt x="600075" y="514350"/>
                </a:lnTo>
                <a:lnTo>
                  <a:pt x="590550" y="514350"/>
                </a:lnTo>
                <a:close/>
                <a:moveTo>
                  <a:pt x="638175" y="495300"/>
                </a:moveTo>
                <a:lnTo>
                  <a:pt x="666750" y="495300"/>
                </a:lnTo>
                <a:lnTo>
                  <a:pt x="666750" y="504825"/>
                </a:lnTo>
                <a:lnTo>
                  <a:pt x="657225" y="504825"/>
                </a:lnTo>
                <a:lnTo>
                  <a:pt x="657225" y="514350"/>
                </a:lnTo>
                <a:lnTo>
                  <a:pt x="638175" y="514350"/>
                </a:lnTo>
                <a:close/>
                <a:moveTo>
                  <a:pt x="666750" y="514350"/>
                </a:moveTo>
                <a:lnTo>
                  <a:pt x="676275" y="514350"/>
                </a:lnTo>
                <a:lnTo>
                  <a:pt x="676275" y="523875"/>
                </a:lnTo>
                <a:lnTo>
                  <a:pt x="666750" y="523875"/>
                </a:lnTo>
                <a:close/>
                <a:moveTo>
                  <a:pt x="514350" y="533400"/>
                </a:moveTo>
                <a:lnTo>
                  <a:pt x="523875" y="533400"/>
                </a:lnTo>
                <a:lnTo>
                  <a:pt x="523875" y="552450"/>
                </a:lnTo>
                <a:lnTo>
                  <a:pt x="495300" y="552450"/>
                </a:lnTo>
                <a:lnTo>
                  <a:pt x="495300" y="542925"/>
                </a:lnTo>
                <a:lnTo>
                  <a:pt x="514350" y="542925"/>
                </a:lnTo>
                <a:close/>
                <a:moveTo>
                  <a:pt x="342900" y="552450"/>
                </a:moveTo>
                <a:lnTo>
                  <a:pt x="352425" y="552450"/>
                </a:lnTo>
                <a:lnTo>
                  <a:pt x="352425" y="561975"/>
                </a:lnTo>
                <a:lnTo>
                  <a:pt x="342900" y="561975"/>
                </a:lnTo>
                <a:close/>
                <a:moveTo>
                  <a:pt x="609600" y="552450"/>
                </a:moveTo>
                <a:lnTo>
                  <a:pt x="619125" y="552450"/>
                </a:lnTo>
                <a:lnTo>
                  <a:pt x="619125" y="561975"/>
                </a:lnTo>
                <a:lnTo>
                  <a:pt x="609600" y="561975"/>
                </a:lnTo>
                <a:close/>
                <a:moveTo>
                  <a:pt x="561975" y="561975"/>
                </a:moveTo>
                <a:lnTo>
                  <a:pt x="590550" y="561975"/>
                </a:lnTo>
                <a:lnTo>
                  <a:pt x="590550" y="571500"/>
                </a:lnTo>
                <a:lnTo>
                  <a:pt x="581025" y="571500"/>
                </a:lnTo>
                <a:lnTo>
                  <a:pt x="581025" y="581025"/>
                </a:lnTo>
                <a:lnTo>
                  <a:pt x="561975" y="581025"/>
                </a:lnTo>
                <a:lnTo>
                  <a:pt x="561975" y="590550"/>
                </a:lnTo>
                <a:lnTo>
                  <a:pt x="542925" y="590550"/>
                </a:lnTo>
                <a:lnTo>
                  <a:pt x="542925" y="571500"/>
                </a:lnTo>
                <a:lnTo>
                  <a:pt x="561975" y="571500"/>
                </a:lnTo>
                <a:close/>
                <a:moveTo>
                  <a:pt x="381000" y="571500"/>
                </a:moveTo>
                <a:lnTo>
                  <a:pt x="390525" y="571500"/>
                </a:lnTo>
                <a:lnTo>
                  <a:pt x="390525" y="581025"/>
                </a:lnTo>
                <a:lnTo>
                  <a:pt x="381000" y="581025"/>
                </a:lnTo>
                <a:close/>
                <a:moveTo>
                  <a:pt x="857250" y="571500"/>
                </a:moveTo>
                <a:lnTo>
                  <a:pt x="866775" y="571500"/>
                </a:lnTo>
                <a:lnTo>
                  <a:pt x="866775" y="590550"/>
                </a:lnTo>
                <a:lnTo>
                  <a:pt x="857250" y="590550"/>
                </a:lnTo>
                <a:close/>
                <a:moveTo>
                  <a:pt x="323850" y="590550"/>
                </a:moveTo>
                <a:lnTo>
                  <a:pt x="333375" y="590550"/>
                </a:lnTo>
                <a:lnTo>
                  <a:pt x="333375" y="609600"/>
                </a:lnTo>
                <a:lnTo>
                  <a:pt x="342900" y="609600"/>
                </a:lnTo>
                <a:lnTo>
                  <a:pt x="342900" y="619125"/>
                </a:lnTo>
                <a:lnTo>
                  <a:pt x="323850" y="619125"/>
                </a:lnTo>
                <a:close/>
                <a:moveTo>
                  <a:pt x="638175" y="619125"/>
                </a:moveTo>
                <a:lnTo>
                  <a:pt x="647700" y="619125"/>
                </a:lnTo>
                <a:lnTo>
                  <a:pt x="647700" y="628650"/>
                </a:lnTo>
                <a:lnTo>
                  <a:pt x="638175" y="628650"/>
                </a:lnTo>
                <a:close/>
                <a:moveTo>
                  <a:pt x="266700" y="628650"/>
                </a:moveTo>
                <a:lnTo>
                  <a:pt x="295275" y="628650"/>
                </a:lnTo>
                <a:lnTo>
                  <a:pt x="295275" y="638175"/>
                </a:lnTo>
                <a:lnTo>
                  <a:pt x="266700" y="638175"/>
                </a:lnTo>
                <a:close/>
                <a:moveTo>
                  <a:pt x="581025" y="628650"/>
                </a:moveTo>
                <a:lnTo>
                  <a:pt x="590550" y="628650"/>
                </a:lnTo>
                <a:lnTo>
                  <a:pt x="590550" y="638175"/>
                </a:lnTo>
                <a:lnTo>
                  <a:pt x="581025" y="638175"/>
                </a:lnTo>
                <a:close/>
                <a:moveTo>
                  <a:pt x="200025" y="638175"/>
                </a:moveTo>
                <a:lnTo>
                  <a:pt x="219075" y="638175"/>
                </a:lnTo>
                <a:lnTo>
                  <a:pt x="219075" y="647700"/>
                </a:lnTo>
                <a:lnTo>
                  <a:pt x="200025" y="647700"/>
                </a:lnTo>
                <a:close/>
                <a:moveTo>
                  <a:pt x="638175" y="638175"/>
                </a:moveTo>
                <a:lnTo>
                  <a:pt x="657225" y="638175"/>
                </a:lnTo>
                <a:lnTo>
                  <a:pt x="657225" y="647700"/>
                </a:lnTo>
                <a:lnTo>
                  <a:pt x="647700" y="647700"/>
                </a:lnTo>
                <a:lnTo>
                  <a:pt x="647700" y="657225"/>
                </a:lnTo>
                <a:lnTo>
                  <a:pt x="628650" y="657225"/>
                </a:lnTo>
                <a:lnTo>
                  <a:pt x="628650" y="647700"/>
                </a:lnTo>
                <a:lnTo>
                  <a:pt x="638175" y="647700"/>
                </a:lnTo>
                <a:close/>
                <a:moveTo>
                  <a:pt x="723900" y="638175"/>
                </a:moveTo>
                <a:lnTo>
                  <a:pt x="733425" y="638175"/>
                </a:lnTo>
                <a:lnTo>
                  <a:pt x="733425" y="647700"/>
                </a:lnTo>
                <a:lnTo>
                  <a:pt x="723900" y="647700"/>
                </a:lnTo>
                <a:close/>
                <a:moveTo>
                  <a:pt x="1019175" y="638175"/>
                </a:moveTo>
                <a:lnTo>
                  <a:pt x="1038225" y="638175"/>
                </a:lnTo>
                <a:lnTo>
                  <a:pt x="1038225" y="647700"/>
                </a:lnTo>
                <a:lnTo>
                  <a:pt x="1019175" y="647700"/>
                </a:lnTo>
                <a:close/>
                <a:moveTo>
                  <a:pt x="533400" y="647700"/>
                </a:moveTo>
                <a:lnTo>
                  <a:pt x="552450" y="647700"/>
                </a:lnTo>
                <a:lnTo>
                  <a:pt x="552450" y="657225"/>
                </a:lnTo>
                <a:lnTo>
                  <a:pt x="533400" y="657225"/>
                </a:lnTo>
                <a:close/>
                <a:moveTo>
                  <a:pt x="933450" y="647700"/>
                </a:moveTo>
                <a:lnTo>
                  <a:pt x="942975" y="647700"/>
                </a:lnTo>
                <a:lnTo>
                  <a:pt x="942975" y="657225"/>
                </a:lnTo>
                <a:lnTo>
                  <a:pt x="933450" y="657225"/>
                </a:lnTo>
                <a:close/>
                <a:moveTo>
                  <a:pt x="1038225" y="647700"/>
                </a:moveTo>
                <a:lnTo>
                  <a:pt x="1057275" y="647700"/>
                </a:lnTo>
                <a:lnTo>
                  <a:pt x="1057275" y="657225"/>
                </a:lnTo>
                <a:lnTo>
                  <a:pt x="1038225" y="657225"/>
                </a:lnTo>
                <a:close/>
                <a:moveTo>
                  <a:pt x="342900" y="657225"/>
                </a:moveTo>
                <a:lnTo>
                  <a:pt x="352425" y="657225"/>
                </a:lnTo>
                <a:lnTo>
                  <a:pt x="352425" y="666750"/>
                </a:lnTo>
                <a:lnTo>
                  <a:pt x="342900" y="666750"/>
                </a:lnTo>
                <a:close/>
                <a:moveTo>
                  <a:pt x="361950" y="657225"/>
                </a:moveTo>
                <a:lnTo>
                  <a:pt x="371475" y="657225"/>
                </a:lnTo>
                <a:lnTo>
                  <a:pt x="371475" y="666750"/>
                </a:lnTo>
                <a:lnTo>
                  <a:pt x="361950" y="666750"/>
                </a:lnTo>
                <a:close/>
                <a:moveTo>
                  <a:pt x="895350" y="657225"/>
                </a:moveTo>
                <a:lnTo>
                  <a:pt x="914400" y="657225"/>
                </a:lnTo>
                <a:lnTo>
                  <a:pt x="914400" y="695325"/>
                </a:lnTo>
                <a:lnTo>
                  <a:pt x="904875" y="695325"/>
                </a:lnTo>
                <a:lnTo>
                  <a:pt x="904875" y="666750"/>
                </a:lnTo>
                <a:lnTo>
                  <a:pt x="895350" y="666750"/>
                </a:lnTo>
                <a:close/>
                <a:moveTo>
                  <a:pt x="1419225" y="657225"/>
                </a:moveTo>
                <a:lnTo>
                  <a:pt x="1457325" y="657225"/>
                </a:lnTo>
                <a:lnTo>
                  <a:pt x="1457325" y="666750"/>
                </a:lnTo>
                <a:lnTo>
                  <a:pt x="1447800" y="666750"/>
                </a:lnTo>
                <a:lnTo>
                  <a:pt x="1447800" y="676275"/>
                </a:lnTo>
                <a:lnTo>
                  <a:pt x="1419225" y="676275"/>
                </a:lnTo>
                <a:close/>
                <a:moveTo>
                  <a:pt x="1485900" y="657225"/>
                </a:moveTo>
                <a:lnTo>
                  <a:pt x="1533525" y="657225"/>
                </a:lnTo>
                <a:lnTo>
                  <a:pt x="1533525" y="676275"/>
                </a:lnTo>
                <a:lnTo>
                  <a:pt x="1485900" y="676275"/>
                </a:lnTo>
                <a:close/>
                <a:moveTo>
                  <a:pt x="1581150" y="657225"/>
                </a:moveTo>
                <a:lnTo>
                  <a:pt x="1600200" y="657225"/>
                </a:lnTo>
                <a:lnTo>
                  <a:pt x="1600200" y="676275"/>
                </a:lnTo>
                <a:lnTo>
                  <a:pt x="1581150" y="676275"/>
                </a:lnTo>
                <a:close/>
                <a:moveTo>
                  <a:pt x="1609725" y="657225"/>
                </a:moveTo>
                <a:lnTo>
                  <a:pt x="1628775" y="657225"/>
                </a:lnTo>
                <a:lnTo>
                  <a:pt x="1628775" y="666750"/>
                </a:lnTo>
                <a:lnTo>
                  <a:pt x="1609725" y="666750"/>
                </a:lnTo>
                <a:close/>
                <a:moveTo>
                  <a:pt x="1666875" y="657225"/>
                </a:moveTo>
                <a:lnTo>
                  <a:pt x="1676400" y="657225"/>
                </a:lnTo>
                <a:lnTo>
                  <a:pt x="1676400" y="666750"/>
                </a:lnTo>
                <a:lnTo>
                  <a:pt x="1685925" y="666750"/>
                </a:lnTo>
                <a:lnTo>
                  <a:pt x="1685925" y="676275"/>
                </a:lnTo>
                <a:lnTo>
                  <a:pt x="1666875" y="676275"/>
                </a:lnTo>
                <a:close/>
                <a:moveTo>
                  <a:pt x="533400" y="666750"/>
                </a:moveTo>
                <a:lnTo>
                  <a:pt x="552450" y="666750"/>
                </a:lnTo>
                <a:lnTo>
                  <a:pt x="552450" y="676275"/>
                </a:lnTo>
                <a:lnTo>
                  <a:pt x="542925" y="676275"/>
                </a:lnTo>
                <a:lnTo>
                  <a:pt x="542925" y="685800"/>
                </a:lnTo>
                <a:lnTo>
                  <a:pt x="533400" y="685800"/>
                </a:lnTo>
                <a:close/>
                <a:moveTo>
                  <a:pt x="809625" y="666750"/>
                </a:moveTo>
                <a:lnTo>
                  <a:pt x="819150" y="666750"/>
                </a:lnTo>
                <a:lnTo>
                  <a:pt x="819150" y="676275"/>
                </a:lnTo>
                <a:lnTo>
                  <a:pt x="809625" y="676275"/>
                </a:lnTo>
                <a:close/>
                <a:moveTo>
                  <a:pt x="1628775" y="666750"/>
                </a:moveTo>
                <a:lnTo>
                  <a:pt x="1638300" y="666750"/>
                </a:lnTo>
                <a:lnTo>
                  <a:pt x="1638300" y="676275"/>
                </a:lnTo>
                <a:lnTo>
                  <a:pt x="1628775" y="676275"/>
                </a:lnTo>
                <a:close/>
                <a:moveTo>
                  <a:pt x="552450" y="676275"/>
                </a:moveTo>
                <a:lnTo>
                  <a:pt x="561975" y="676275"/>
                </a:lnTo>
                <a:lnTo>
                  <a:pt x="561975" y="685800"/>
                </a:lnTo>
                <a:lnTo>
                  <a:pt x="552450" y="685800"/>
                </a:lnTo>
                <a:close/>
                <a:moveTo>
                  <a:pt x="571500" y="676275"/>
                </a:moveTo>
                <a:lnTo>
                  <a:pt x="590550" y="676275"/>
                </a:lnTo>
                <a:lnTo>
                  <a:pt x="590550" y="685800"/>
                </a:lnTo>
                <a:lnTo>
                  <a:pt x="571500" y="685800"/>
                </a:lnTo>
                <a:close/>
                <a:moveTo>
                  <a:pt x="647700" y="676275"/>
                </a:moveTo>
                <a:lnTo>
                  <a:pt x="676275" y="676275"/>
                </a:lnTo>
                <a:lnTo>
                  <a:pt x="676275" y="685800"/>
                </a:lnTo>
                <a:lnTo>
                  <a:pt x="647700" y="685800"/>
                </a:lnTo>
                <a:close/>
                <a:moveTo>
                  <a:pt x="781050" y="676275"/>
                </a:moveTo>
                <a:lnTo>
                  <a:pt x="800100" y="676275"/>
                </a:lnTo>
                <a:lnTo>
                  <a:pt x="800100" y="685800"/>
                </a:lnTo>
                <a:lnTo>
                  <a:pt x="790575" y="685800"/>
                </a:lnTo>
                <a:lnTo>
                  <a:pt x="790575" y="695325"/>
                </a:lnTo>
                <a:lnTo>
                  <a:pt x="781050" y="695325"/>
                </a:lnTo>
                <a:lnTo>
                  <a:pt x="781050" y="704850"/>
                </a:lnTo>
                <a:lnTo>
                  <a:pt x="771525" y="704850"/>
                </a:lnTo>
                <a:lnTo>
                  <a:pt x="771525" y="685800"/>
                </a:lnTo>
                <a:lnTo>
                  <a:pt x="781050" y="685800"/>
                </a:lnTo>
                <a:close/>
                <a:moveTo>
                  <a:pt x="1000125" y="676275"/>
                </a:moveTo>
                <a:lnTo>
                  <a:pt x="1009650" y="676275"/>
                </a:lnTo>
                <a:lnTo>
                  <a:pt x="1009650" y="685800"/>
                </a:lnTo>
                <a:lnTo>
                  <a:pt x="1000125" y="685800"/>
                </a:lnTo>
                <a:close/>
                <a:moveTo>
                  <a:pt x="1019175" y="676275"/>
                </a:moveTo>
                <a:lnTo>
                  <a:pt x="1028700" y="676275"/>
                </a:lnTo>
                <a:lnTo>
                  <a:pt x="1028700" y="695325"/>
                </a:lnTo>
                <a:lnTo>
                  <a:pt x="1019175" y="695325"/>
                </a:lnTo>
                <a:close/>
                <a:moveTo>
                  <a:pt x="600075" y="685800"/>
                </a:moveTo>
                <a:lnTo>
                  <a:pt x="609600" y="685800"/>
                </a:lnTo>
                <a:lnTo>
                  <a:pt x="609600" y="695325"/>
                </a:lnTo>
                <a:lnTo>
                  <a:pt x="600075" y="695325"/>
                </a:lnTo>
                <a:close/>
                <a:moveTo>
                  <a:pt x="619125" y="685800"/>
                </a:moveTo>
                <a:lnTo>
                  <a:pt x="628650" y="685800"/>
                </a:lnTo>
                <a:lnTo>
                  <a:pt x="628650" y="695325"/>
                </a:lnTo>
                <a:lnTo>
                  <a:pt x="619125" y="695325"/>
                </a:lnTo>
                <a:close/>
                <a:moveTo>
                  <a:pt x="647700" y="695325"/>
                </a:moveTo>
                <a:lnTo>
                  <a:pt x="657225" y="695325"/>
                </a:lnTo>
                <a:lnTo>
                  <a:pt x="657225" y="704850"/>
                </a:lnTo>
                <a:lnTo>
                  <a:pt x="647700" y="704850"/>
                </a:lnTo>
                <a:close/>
                <a:moveTo>
                  <a:pt x="276225" y="723900"/>
                </a:moveTo>
                <a:lnTo>
                  <a:pt x="285750" y="723900"/>
                </a:lnTo>
                <a:lnTo>
                  <a:pt x="285750" y="733425"/>
                </a:lnTo>
                <a:lnTo>
                  <a:pt x="276225" y="733425"/>
                </a:lnTo>
                <a:close/>
                <a:moveTo>
                  <a:pt x="628650" y="723900"/>
                </a:moveTo>
                <a:lnTo>
                  <a:pt x="638175" y="723900"/>
                </a:lnTo>
                <a:lnTo>
                  <a:pt x="638175" y="733425"/>
                </a:lnTo>
                <a:lnTo>
                  <a:pt x="628650" y="733425"/>
                </a:lnTo>
                <a:close/>
                <a:moveTo>
                  <a:pt x="285750" y="733425"/>
                </a:moveTo>
                <a:lnTo>
                  <a:pt x="295275" y="733425"/>
                </a:lnTo>
                <a:lnTo>
                  <a:pt x="295275" y="752475"/>
                </a:lnTo>
                <a:lnTo>
                  <a:pt x="285750" y="752475"/>
                </a:lnTo>
                <a:close/>
                <a:moveTo>
                  <a:pt x="590550" y="742950"/>
                </a:moveTo>
                <a:lnTo>
                  <a:pt x="609600" y="742950"/>
                </a:lnTo>
                <a:lnTo>
                  <a:pt x="609600" y="752475"/>
                </a:lnTo>
                <a:lnTo>
                  <a:pt x="590550" y="752475"/>
                </a:lnTo>
                <a:close/>
                <a:moveTo>
                  <a:pt x="171450" y="752475"/>
                </a:moveTo>
                <a:lnTo>
                  <a:pt x="180975" y="752475"/>
                </a:lnTo>
                <a:lnTo>
                  <a:pt x="180975" y="762000"/>
                </a:lnTo>
                <a:lnTo>
                  <a:pt x="171450" y="762000"/>
                </a:lnTo>
                <a:close/>
                <a:moveTo>
                  <a:pt x="390525" y="752475"/>
                </a:moveTo>
                <a:lnTo>
                  <a:pt x="457200" y="752475"/>
                </a:lnTo>
                <a:lnTo>
                  <a:pt x="457200" y="771525"/>
                </a:lnTo>
                <a:lnTo>
                  <a:pt x="447675" y="771525"/>
                </a:lnTo>
                <a:lnTo>
                  <a:pt x="447675" y="762000"/>
                </a:lnTo>
                <a:lnTo>
                  <a:pt x="438150" y="762000"/>
                </a:lnTo>
                <a:lnTo>
                  <a:pt x="438150" y="771525"/>
                </a:lnTo>
                <a:lnTo>
                  <a:pt x="428625" y="771525"/>
                </a:lnTo>
                <a:lnTo>
                  <a:pt x="428625" y="781050"/>
                </a:lnTo>
                <a:lnTo>
                  <a:pt x="409575" y="781050"/>
                </a:lnTo>
                <a:lnTo>
                  <a:pt x="409575" y="762000"/>
                </a:lnTo>
                <a:lnTo>
                  <a:pt x="400050" y="762000"/>
                </a:lnTo>
                <a:lnTo>
                  <a:pt x="400050" y="771525"/>
                </a:lnTo>
                <a:lnTo>
                  <a:pt x="381000" y="771525"/>
                </a:lnTo>
                <a:lnTo>
                  <a:pt x="381000" y="762000"/>
                </a:lnTo>
                <a:lnTo>
                  <a:pt x="390525" y="762000"/>
                </a:lnTo>
                <a:close/>
                <a:moveTo>
                  <a:pt x="523875" y="752475"/>
                </a:moveTo>
                <a:lnTo>
                  <a:pt x="533400" y="752475"/>
                </a:lnTo>
                <a:lnTo>
                  <a:pt x="533400" y="762000"/>
                </a:lnTo>
                <a:lnTo>
                  <a:pt x="523875" y="762000"/>
                </a:lnTo>
                <a:close/>
                <a:moveTo>
                  <a:pt x="571500" y="752475"/>
                </a:moveTo>
                <a:lnTo>
                  <a:pt x="581025" y="752475"/>
                </a:lnTo>
                <a:lnTo>
                  <a:pt x="581025" y="762000"/>
                </a:lnTo>
                <a:lnTo>
                  <a:pt x="571500" y="762000"/>
                </a:lnTo>
                <a:close/>
                <a:moveTo>
                  <a:pt x="685800" y="752475"/>
                </a:moveTo>
                <a:lnTo>
                  <a:pt x="714375" y="752475"/>
                </a:lnTo>
                <a:lnTo>
                  <a:pt x="714375" y="762000"/>
                </a:lnTo>
                <a:lnTo>
                  <a:pt x="685800" y="762000"/>
                </a:lnTo>
                <a:close/>
                <a:moveTo>
                  <a:pt x="819150" y="752475"/>
                </a:moveTo>
                <a:lnTo>
                  <a:pt x="828675" y="752475"/>
                </a:lnTo>
                <a:lnTo>
                  <a:pt x="828675" y="762000"/>
                </a:lnTo>
                <a:lnTo>
                  <a:pt x="819150" y="762000"/>
                </a:lnTo>
                <a:close/>
                <a:moveTo>
                  <a:pt x="838200" y="752475"/>
                </a:moveTo>
                <a:lnTo>
                  <a:pt x="847725" y="752475"/>
                </a:lnTo>
                <a:lnTo>
                  <a:pt x="847725" y="762000"/>
                </a:lnTo>
                <a:lnTo>
                  <a:pt x="838200" y="762000"/>
                </a:lnTo>
                <a:close/>
                <a:moveTo>
                  <a:pt x="542925" y="762000"/>
                </a:moveTo>
                <a:lnTo>
                  <a:pt x="561975" y="762000"/>
                </a:lnTo>
                <a:lnTo>
                  <a:pt x="561975" y="771525"/>
                </a:lnTo>
                <a:lnTo>
                  <a:pt x="552450" y="771525"/>
                </a:lnTo>
                <a:lnTo>
                  <a:pt x="552450" y="781050"/>
                </a:lnTo>
                <a:lnTo>
                  <a:pt x="523875" y="781050"/>
                </a:lnTo>
                <a:lnTo>
                  <a:pt x="523875" y="771525"/>
                </a:lnTo>
                <a:lnTo>
                  <a:pt x="542925" y="771525"/>
                </a:lnTo>
                <a:close/>
                <a:moveTo>
                  <a:pt x="609600" y="762000"/>
                </a:moveTo>
                <a:lnTo>
                  <a:pt x="628650" y="762000"/>
                </a:lnTo>
                <a:lnTo>
                  <a:pt x="628650" y="771525"/>
                </a:lnTo>
                <a:lnTo>
                  <a:pt x="609600" y="771525"/>
                </a:lnTo>
                <a:close/>
                <a:moveTo>
                  <a:pt x="342900" y="771525"/>
                </a:moveTo>
                <a:lnTo>
                  <a:pt x="371475" y="771525"/>
                </a:lnTo>
                <a:lnTo>
                  <a:pt x="371475" y="781050"/>
                </a:lnTo>
                <a:lnTo>
                  <a:pt x="342900" y="781050"/>
                </a:lnTo>
                <a:close/>
                <a:moveTo>
                  <a:pt x="457200" y="771525"/>
                </a:moveTo>
                <a:lnTo>
                  <a:pt x="466725" y="771525"/>
                </a:lnTo>
                <a:lnTo>
                  <a:pt x="466725" y="781050"/>
                </a:lnTo>
                <a:lnTo>
                  <a:pt x="457200" y="781050"/>
                </a:lnTo>
                <a:close/>
                <a:moveTo>
                  <a:pt x="857250" y="771525"/>
                </a:moveTo>
                <a:lnTo>
                  <a:pt x="866775" y="771525"/>
                </a:lnTo>
                <a:lnTo>
                  <a:pt x="866775" y="781050"/>
                </a:lnTo>
                <a:lnTo>
                  <a:pt x="857250" y="781050"/>
                </a:lnTo>
                <a:close/>
                <a:moveTo>
                  <a:pt x="685800" y="781050"/>
                </a:moveTo>
                <a:lnTo>
                  <a:pt x="695325" y="781050"/>
                </a:lnTo>
                <a:lnTo>
                  <a:pt x="695325" y="790575"/>
                </a:lnTo>
                <a:lnTo>
                  <a:pt x="685800" y="790575"/>
                </a:lnTo>
                <a:close/>
                <a:moveTo>
                  <a:pt x="885825" y="790575"/>
                </a:moveTo>
                <a:lnTo>
                  <a:pt x="895350" y="790575"/>
                </a:lnTo>
                <a:lnTo>
                  <a:pt x="895350" y="800100"/>
                </a:lnTo>
                <a:lnTo>
                  <a:pt x="885825" y="800100"/>
                </a:lnTo>
                <a:close/>
                <a:moveTo>
                  <a:pt x="1133475" y="790575"/>
                </a:moveTo>
                <a:lnTo>
                  <a:pt x="1171575" y="790575"/>
                </a:lnTo>
                <a:lnTo>
                  <a:pt x="1171575" y="809625"/>
                </a:lnTo>
                <a:lnTo>
                  <a:pt x="1162050" y="809625"/>
                </a:lnTo>
                <a:lnTo>
                  <a:pt x="1162050" y="800100"/>
                </a:lnTo>
                <a:lnTo>
                  <a:pt x="1152525" y="800100"/>
                </a:lnTo>
                <a:lnTo>
                  <a:pt x="1152525" y="809625"/>
                </a:lnTo>
                <a:lnTo>
                  <a:pt x="1162050" y="809625"/>
                </a:lnTo>
                <a:lnTo>
                  <a:pt x="1162050" y="838200"/>
                </a:lnTo>
                <a:lnTo>
                  <a:pt x="1143000" y="838200"/>
                </a:lnTo>
                <a:lnTo>
                  <a:pt x="1143000" y="819150"/>
                </a:lnTo>
                <a:lnTo>
                  <a:pt x="1133475" y="819150"/>
                </a:lnTo>
                <a:lnTo>
                  <a:pt x="1133475" y="809625"/>
                </a:lnTo>
                <a:lnTo>
                  <a:pt x="1143000" y="809625"/>
                </a:lnTo>
                <a:lnTo>
                  <a:pt x="1143000" y="800100"/>
                </a:lnTo>
                <a:lnTo>
                  <a:pt x="1133475" y="800100"/>
                </a:lnTo>
                <a:close/>
                <a:moveTo>
                  <a:pt x="1200150" y="790575"/>
                </a:moveTo>
                <a:lnTo>
                  <a:pt x="1209675" y="790575"/>
                </a:lnTo>
                <a:lnTo>
                  <a:pt x="1209675" y="800100"/>
                </a:lnTo>
                <a:lnTo>
                  <a:pt x="1238250" y="800100"/>
                </a:lnTo>
                <a:lnTo>
                  <a:pt x="1238250" y="809625"/>
                </a:lnTo>
                <a:lnTo>
                  <a:pt x="1200150" y="809625"/>
                </a:lnTo>
                <a:close/>
                <a:moveTo>
                  <a:pt x="1257300" y="790575"/>
                </a:moveTo>
                <a:lnTo>
                  <a:pt x="1276350" y="790575"/>
                </a:lnTo>
                <a:lnTo>
                  <a:pt x="1276350" y="800100"/>
                </a:lnTo>
                <a:lnTo>
                  <a:pt x="1285875" y="800100"/>
                </a:lnTo>
                <a:lnTo>
                  <a:pt x="1285875" y="809625"/>
                </a:lnTo>
                <a:lnTo>
                  <a:pt x="1257300" y="809625"/>
                </a:lnTo>
                <a:close/>
                <a:moveTo>
                  <a:pt x="1323975" y="790575"/>
                </a:moveTo>
                <a:lnTo>
                  <a:pt x="1371600" y="790575"/>
                </a:lnTo>
                <a:lnTo>
                  <a:pt x="1371600" y="809625"/>
                </a:lnTo>
                <a:lnTo>
                  <a:pt x="1323975" y="809625"/>
                </a:lnTo>
                <a:close/>
                <a:moveTo>
                  <a:pt x="1438275" y="790575"/>
                </a:moveTo>
                <a:lnTo>
                  <a:pt x="1485900" y="790575"/>
                </a:lnTo>
                <a:lnTo>
                  <a:pt x="1485900" y="800100"/>
                </a:lnTo>
                <a:lnTo>
                  <a:pt x="1514475" y="800100"/>
                </a:lnTo>
                <a:lnTo>
                  <a:pt x="1514475" y="790575"/>
                </a:lnTo>
                <a:lnTo>
                  <a:pt x="1562100" y="790575"/>
                </a:lnTo>
                <a:lnTo>
                  <a:pt x="1562100" y="800100"/>
                </a:lnTo>
                <a:lnTo>
                  <a:pt x="1581150" y="800100"/>
                </a:lnTo>
                <a:lnTo>
                  <a:pt x="1581150" y="809625"/>
                </a:lnTo>
                <a:lnTo>
                  <a:pt x="1543050" y="809625"/>
                </a:lnTo>
                <a:lnTo>
                  <a:pt x="1543050" y="819150"/>
                </a:lnTo>
                <a:lnTo>
                  <a:pt x="1533525" y="819150"/>
                </a:lnTo>
                <a:lnTo>
                  <a:pt x="1533525" y="809625"/>
                </a:lnTo>
                <a:lnTo>
                  <a:pt x="1524000" y="809625"/>
                </a:lnTo>
                <a:lnTo>
                  <a:pt x="1524000" y="828675"/>
                </a:lnTo>
                <a:lnTo>
                  <a:pt x="1514475" y="828675"/>
                </a:lnTo>
                <a:lnTo>
                  <a:pt x="1514475" y="809625"/>
                </a:lnTo>
                <a:lnTo>
                  <a:pt x="1504950" y="809625"/>
                </a:lnTo>
                <a:lnTo>
                  <a:pt x="1504950" y="828675"/>
                </a:lnTo>
                <a:lnTo>
                  <a:pt x="1495425" y="828675"/>
                </a:lnTo>
                <a:lnTo>
                  <a:pt x="1495425" y="809625"/>
                </a:lnTo>
                <a:lnTo>
                  <a:pt x="1438275" y="809625"/>
                </a:lnTo>
                <a:close/>
                <a:moveTo>
                  <a:pt x="1647825" y="790575"/>
                </a:moveTo>
                <a:lnTo>
                  <a:pt x="1666875" y="790575"/>
                </a:lnTo>
                <a:lnTo>
                  <a:pt x="1666875" y="800100"/>
                </a:lnTo>
                <a:lnTo>
                  <a:pt x="1695450" y="800100"/>
                </a:lnTo>
                <a:lnTo>
                  <a:pt x="1695450" y="809625"/>
                </a:lnTo>
                <a:lnTo>
                  <a:pt x="1647825" y="809625"/>
                </a:lnTo>
                <a:close/>
                <a:moveTo>
                  <a:pt x="904875" y="800100"/>
                </a:moveTo>
                <a:lnTo>
                  <a:pt x="933450" y="800100"/>
                </a:lnTo>
                <a:lnTo>
                  <a:pt x="933450" y="809625"/>
                </a:lnTo>
                <a:lnTo>
                  <a:pt x="904875" y="809625"/>
                </a:lnTo>
                <a:close/>
                <a:moveTo>
                  <a:pt x="1590675" y="800100"/>
                </a:moveTo>
                <a:lnTo>
                  <a:pt x="1600200" y="800100"/>
                </a:lnTo>
                <a:lnTo>
                  <a:pt x="1600200" y="809625"/>
                </a:lnTo>
                <a:lnTo>
                  <a:pt x="1590675" y="809625"/>
                </a:lnTo>
                <a:close/>
                <a:moveTo>
                  <a:pt x="800100" y="838200"/>
                </a:moveTo>
                <a:lnTo>
                  <a:pt x="809625" y="838200"/>
                </a:lnTo>
                <a:lnTo>
                  <a:pt x="809625" y="857250"/>
                </a:lnTo>
                <a:lnTo>
                  <a:pt x="800100" y="857250"/>
                </a:lnTo>
                <a:close/>
                <a:moveTo>
                  <a:pt x="1571625" y="838200"/>
                </a:moveTo>
                <a:lnTo>
                  <a:pt x="1581150" y="838200"/>
                </a:lnTo>
                <a:lnTo>
                  <a:pt x="1581150" y="847725"/>
                </a:lnTo>
                <a:lnTo>
                  <a:pt x="1571625" y="847725"/>
                </a:lnTo>
                <a:close/>
                <a:moveTo>
                  <a:pt x="504825" y="857250"/>
                </a:moveTo>
                <a:lnTo>
                  <a:pt x="542925" y="857250"/>
                </a:lnTo>
                <a:lnTo>
                  <a:pt x="542925" y="866775"/>
                </a:lnTo>
                <a:lnTo>
                  <a:pt x="504825" y="866775"/>
                </a:lnTo>
                <a:close/>
                <a:moveTo>
                  <a:pt x="409575" y="866775"/>
                </a:moveTo>
                <a:lnTo>
                  <a:pt x="428625" y="866775"/>
                </a:lnTo>
                <a:lnTo>
                  <a:pt x="428625" y="876300"/>
                </a:lnTo>
                <a:lnTo>
                  <a:pt x="409575" y="876300"/>
                </a:lnTo>
                <a:close/>
                <a:moveTo>
                  <a:pt x="504825" y="876300"/>
                </a:moveTo>
                <a:lnTo>
                  <a:pt x="514350" y="876300"/>
                </a:lnTo>
                <a:lnTo>
                  <a:pt x="514350" y="885825"/>
                </a:lnTo>
                <a:lnTo>
                  <a:pt x="504825" y="885825"/>
                </a:lnTo>
                <a:close/>
                <a:moveTo>
                  <a:pt x="533400" y="876300"/>
                </a:moveTo>
                <a:lnTo>
                  <a:pt x="542925" y="876300"/>
                </a:lnTo>
                <a:lnTo>
                  <a:pt x="542925" y="885825"/>
                </a:lnTo>
                <a:lnTo>
                  <a:pt x="533400" y="885825"/>
                </a:lnTo>
                <a:close/>
                <a:moveTo>
                  <a:pt x="714375" y="876300"/>
                </a:moveTo>
                <a:lnTo>
                  <a:pt x="752475" y="876300"/>
                </a:lnTo>
                <a:lnTo>
                  <a:pt x="752475" y="895350"/>
                </a:lnTo>
                <a:lnTo>
                  <a:pt x="714375" y="895350"/>
                </a:lnTo>
                <a:close/>
                <a:moveTo>
                  <a:pt x="1562100" y="876300"/>
                </a:moveTo>
                <a:lnTo>
                  <a:pt x="1571625" y="876300"/>
                </a:lnTo>
                <a:lnTo>
                  <a:pt x="1571625" y="885825"/>
                </a:lnTo>
                <a:lnTo>
                  <a:pt x="1562100" y="885825"/>
                </a:lnTo>
                <a:close/>
                <a:moveTo>
                  <a:pt x="419100" y="885825"/>
                </a:moveTo>
                <a:lnTo>
                  <a:pt x="428625" y="885825"/>
                </a:lnTo>
                <a:lnTo>
                  <a:pt x="428625" y="895350"/>
                </a:lnTo>
                <a:lnTo>
                  <a:pt x="419100" y="895350"/>
                </a:lnTo>
                <a:close/>
                <a:moveTo>
                  <a:pt x="828675" y="885825"/>
                </a:moveTo>
                <a:lnTo>
                  <a:pt x="838200" y="885825"/>
                </a:lnTo>
                <a:lnTo>
                  <a:pt x="838200" y="895350"/>
                </a:lnTo>
                <a:lnTo>
                  <a:pt x="828675" y="895350"/>
                </a:lnTo>
                <a:close/>
                <a:moveTo>
                  <a:pt x="676275" y="914400"/>
                </a:moveTo>
                <a:lnTo>
                  <a:pt x="685800" y="914400"/>
                </a:lnTo>
                <a:lnTo>
                  <a:pt x="685800" y="923925"/>
                </a:lnTo>
                <a:lnTo>
                  <a:pt x="676275" y="923925"/>
                </a:lnTo>
                <a:close/>
                <a:moveTo>
                  <a:pt x="742950" y="914400"/>
                </a:moveTo>
                <a:lnTo>
                  <a:pt x="762000" y="914400"/>
                </a:lnTo>
                <a:lnTo>
                  <a:pt x="762000" y="923925"/>
                </a:lnTo>
                <a:lnTo>
                  <a:pt x="742950" y="923925"/>
                </a:lnTo>
                <a:close/>
                <a:moveTo>
                  <a:pt x="990600" y="914400"/>
                </a:moveTo>
                <a:lnTo>
                  <a:pt x="1009650" y="914400"/>
                </a:lnTo>
                <a:lnTo>
                  <a:pt x="1009650" y="923925"/>
                </a:lnTo>
                <a:lnTo>
                  <a:pt x="990600" y="923925"/>
                </a:lnTo>
                <a:close/>
                <a:moveTo>
                  <a:pt x="1162050" y="914400"/>
                </a:moveTo>
                <a:lnTo>
                  <a:pt x="1209675" y="914400"/>
                </a:lnTo>
                <a:lnTo>
                  <a:pt x="1209675" y="933450"/>
                </a:lnTo>
                <a:lnTo>
                  <a:pt x="1200150" y="933450"/>
                </a:lnTo>
                <a:lnTo>
                  <a:pt x="1200150" y="942975"/>
                </a:lnTo>
                <a:lnTo>
                  <a:pt x="1190625" y="942975"/>
                </a:lnTo>
                <a:lnTo>
                  <a:pt x="1190625" y="933450"/>
                </a:lnTo>
                <a:lnTo>
                  <a:pt x="1162050" y="933450"/>
                </a:lnTo>
                <a:close/>
                <a:moveTo>
                  <a:pt x="1533525" y="914400"/>
                </a:moveTo>
                <a:lnTo>
                  <a:pt x="1571625" y="914400"/>
                </a:lnTo>
                <a:lnTo>
                  <a:pt x="1571625" y="923925"/>
                </a:lnTo>
                <a:lnTo>
                  <a:pt x="1533525" y="923925"/>
                </a:lnTo>
                <a:close/>
                <a:moveTo>
                  <a:pt x="800100" y="923925"/>
                </a:moveTo>
                <a:lnTo>
                  <a:pt x="819150" y="923925"/>
                </a:lnTo>
                <a:lnTo>
                  <a:pt x="819150" y="942975"/>
                </a:lnTo>
                <a:lnTo>
                  <a:pt x="800100" y="942975"/>
                </a:lnTo>
                <a:close/>
                <a:moveTo>
                  <a:pt x="904875" y="923925"/>
                </a:moveTo>
                <a:lnTo>
                  <a:pt x="952500" y="923925"/>
                </a:lnTo>
                <a:lnTo>
                  <a:pt x="952500" y="942975"/>
                </a:lnTo>
                <a:lnTo>
                  <a:pt x="942975" y="942975"/>
                </a:lnTo>
                <a:lnTo>
                  <a:pt x="942975" y="952500"/>
                </a:lnTo>
                <a:lnTo>
                  <a:pt x="933450" y="952500"/>
                </a:lnTo>
                <a:lnTo>
                  <a:pt x="933450" y="942975"/>
                </a:lnTo>
                <a:lnTo>
                  <a:pt x="904875" y="942975"/>
                </a:lnTo>
                <a:close/>
                <a:moveTo>
                  <a:pt x="962025" y="923925"/>
                </a:moveTo>
                <a:lnTo>
                  <a:pt x="981075" y="923925"/>
                </a:lnTo>
                <a:lnTo>
                  <a:pt x="981075" y="942975"/>
                </a:lnTo>
                <a:lnTo>
                  <a:pt x="962025" y="942975"/>
                </a:lnTo>
                <a:close/>
                <a:moveTo>
                  <a:pt x="1352550" y="923925"/>
                </a:moveTo>
                <a:lnTo>
                  <a:pt x="1381125" y="923925"/>
                </a:lnTo>
                <a:lnTo>
                  <a:pt x="1381125" y="933450"/>
                </a:lnTo>
                <a:lnTo>
                  <a:pt x="1352550" y="933450"/>
                </a:lnTo>
                <a:close/>
                <a:moveTo>
                  <a:pt x="762000" y="933450"/>
                </a:moveTo>
                <a:lnTo>
                  <a:pt x="781050" y="933450"/>
                </a:lnTo>
                <a:lnTo>
                  <a:pt x="781050" y="942975"/>
                </a:lnTo>
                <a:lnTo>
                  <a:pt x="762000" y="942975"/>
                </a:lnTo>
                <a:close/>
                <a:moveTo>
                  <a:pt x="828675" y="933450"/>
                </a:moveTo>
                <a:lnTo>
                  <a:pt x="847725" y="933450"/>
                </a:lnTo>
                <a:lnTo>
                  <a:pt x="847725" y="942975"/>
                </a:lnTo>
                <a:lnTo>
                  <a:pt x="828675" y="942975"/>
                </a:lnTo>
                <a:close/>
                <a:moveTo>
                  <a:pt x="857250" y="933450"/>
                </a:moveTo>
                <a:lnTo>
                  <a:pt x="876300" y="933450"/>
                </a:lnTo>
                <a:lnTo>
                  <a:pt x="876300" y="942975"/>
                </a:lnTo>
                <a:lnTo>
                  <a:pt x="857250" y="942975"/>
                </a:lnTo>
                <a:close/>
                <a:moveTo>
                  <a:pt x="1057275" y="933450"/>
                </a:moveTo>
                <a:lnTo>
                  <a:pt x="1076325" y="933450"/>
                </a:lnTo>
                <a:lnTo>
                  <a:pt x="1076325" y="942975"/>
                </a:lnTo>
                <a:lnTo>
                  <a:pt x="1057275" y="942975"/>
                </a:lnTo>
                <a:close/>
                <a:moveTo>
                  <a:pt x="1095375" y="933450"/>
                </a:moveTo>
                <a:lnTo>
                  <a:pt x="1114425" y="933450"/>
                </a:lnTo>
                <a:lnTo>
                  <a:pt x="1114425" y="942975"/>
                </a:lnTo>
                <a:lnTo>
                  <a:pt x="1095375" y="942975"/>
                </a:lnTo>
                <a:close/>
                <a:moveTo>
                  <a:pt x="1419225" y="933450"/>
                </a:moveTo>
                <a:lnTo>
                  <a:pt x="1466850" y="933450"/>
                </a:lnTo>
                <a:lnTo>
                  <a:pt x="1466850" y="942975"/>
                </a:lnTo>
                <a:lnTo>
                  <a:pt x="1457325" y="942975"/>
                </a:lnTo>
                <a:lnTo>
                  <a:pt x="1457325" y="952500"/>
                </a:lnTo>
                <a:lnTo>
                  <a:pt x="1428750" y="952500"/>
                </a:lnTo>
                <a:lnTo>
                  <a:pt x="1428750" y="942975"/>
                </a:lnTo>
                <a:lnTo>
                  <a:pt x="1419225" y="942975"/>
                </a:lnTo>
                <a:close/>
                <a:moveTo>
                  <a:pt x="1476375" y="933450"/>
                </a:moveTo>
                <a:lnTo>
                  <a:pt x="1495425" y="933450"/>
                </a:lnTo>
                <a:lnTo>
                  <a:pt x="1495425" y="942975"/>
                </a:lnTo>
                <a:lnTo>
                  <a:pt x="1476375" y="942975"/>
                </a:lnTo>
                <a:close/>
                <a:moveTo>
                  <a:pt x="1524000" y="933450"/>
                </a:moveTo>
                <a:lnTo>
                  <a:pt x="1533525" y="933450"/>
                </a:lnTo>
                <a:lnTo>
                  <a:pt x="1533525" y="942975"/>
                </a:lnTo>
                <a:lnTo>
                  <a:pt x="1524000" y="942975"/>
                </a:lnTo>
                <a:close/>
                <a:moveTo>
                  <a:pt x="1657350" y="933450"/>
                </a:moveTo>
                <a:lnTo>
                  <a:pt x="1666875" y="933450"/>
                </a:lnTo>
                <a:lnTo>
                  <a:pt x="1666875" y="942975"/>
                </a:lnTo>
                <a:lnTo>
                  <a:pt x="1657350" y="942975"/>
                </a:lnTo>
                <a:close/>
                <a:moveTo>
                  <a:pt x="1676400" y="933450"/>
                </a:moveTo>
                <a:lnTo>
                  <a:pt x="1685925" y="933450"/>
                </a:lnTo>
                <a:lnTo>
                  <a:pt x="1685925" y="942975"/>
                </a:lnTo>
                <a:lnTo>
                  <a:pt x="1676400" y="942975"/>
                </a:lnTo>
                <a:close/>
                <a:moveTo>
                  <a:pt x="847725" y="942975"/>
                </a:moveTo>
                <a:lnTo>
                  <a:pt x="857250" y="942975"/>
                </a:lnTo>
                <a:lnTo>
                  <a:pt x="857250" y="952500"/>
                </a:lnTo>
                <a:lnTo>
                  <a:pt x="847725" y="952500"/>
                </a:lnTo>
                <a:close/>
                <a:moveTo>
                  <a:pt x="1495425" y="942975"/>
                </a:moveTo>
                <a:lnTo>
                  <a:pt x="1504950" y="942975"/>
                </a:lnTo>
                <a:lnTo>
                  <a:pt x="1504950" y="962025"/>
                </a:lnTo>
                <a:lnTo>
                  <a:pt x="1495425" y="962025"/>
                </a:lnTo>
                <a:close/>
                <a:moveTo>
                  <a:pt x="1562100" y="942975"/>
                </a:moveTo>
                <a:lnTo>
                  <a:pt x="1571625" y="942975"/>
                </a:lnTo>
                <a:lnTo>
                  <a:pt x="1571625" y="952500"/>
                </a:lnTo>
                <a:lnTo>
                  <a:pt x="1562100" y="952500"/>
                </a:lnTo>
                <a:close/>
                <a:moveTo>
                  <a:pt x="742950" y="962025"/>
                </a:moveTo>
                <a:lnTo>
                  <a:pt x="752475" y="962025"/>
                </a:lnTo>
                <a:lnTo>
                  <a:pt x="752475" y="971550"/>
                </a:lnTo>
                <a:lnTo>
                  <a:pt x="742950" y="971550"/>
                </a:lnTo>
                <a:close/>
                <a:moveTo>
                  <a:pt x="971550" y="971550"/>
                </a:moveTo>
                <a:lnTo>
                  <a:pt x="981075" y="971550"/>
                </a:lnTo>
                <a:lnTo>
                  <a:pt x="981075" y="990600"/>
                </a:lnTo>
                <a:lnTo>
                  <a:pt x="971550" y="990600"/>
                </a:lnTo>
                <a:close/>
                <a:moveTo>
                  <a:pt x="276225" y="981075"/>
                </a:moveTo>
                <a:lnTo>
                  <a:pt x="285750" y="981075"/>
                </a:lnTo>
                <a:lnTo>
                  <a:pt x="285750" y="990600"/>
                </a:lnTo>
                <a:lnTo>
                  <a:pt x="276225" y="990600"/>
                </a:lnTo>
                <a:close/>
                <a:moveTo>
                  <a:pt x="1457325" y="981075"/>
                </a:moveTo>
                <a:lnTo>
                  <a:pt x="1466850" y="981075"/>
                </a:lnTo>
                <a:lnTo>
                  <a:pt x="1466850" y="990600"/>
                </a:lnTo>
                <a:lnTo>
                  <a:pt x="1457325" y="990600"/>
                </a:lnTo>
                <a:close/>
                <a:moveTo>
                  <a:pt x="1504950" y="981075"/>
                </a:moveTo>
                <a:lnTo>
                  <a:pt x="1533525" y="981075"/>
                </a:lnTo>
                <a:lnTo>
                  <a:pt x="1533525" y="990600"/>
                </a:lnTo>
                <a:lnTo>
                  <a:pt x="1514475" y="990600"/>
                </a:lnTo>
                <a:lnTo>
                  <a:pt x="1514475" y="1000125"/>
                </a:lnTo>
                <a:lnTo>
                  <a:pt x="1485900" y="1000125"/>
                </a:lnTo>
                <a:lnTo>
                  <a:pt x="1485900" y="990600"/>
                </a:lnTo>
                <a:lnTo>
                  <a:pt x="1504950" y="990600"/>
                </a:lnTo>
                <a:close/>
                <a:moveTo>
                  <a:pt x="247650" y="990600"/>
                </a:moveTo>
                <a:lnTo>
                  <a:pt x="276225" y="990600"/>
                </a:lnTo>
                <a:lnTo>
                  <a:pt x="276225" y="1000125"/>
                </a:lnTo>
                <a:lnTo>
                  <a:pt x="247650" y="1000125"/>
                </a:lnTo>
                <a:close/>
                <a:moveTo>
                  <a:pt x="228600" y="1009650"/>
                </a:moveTo>
                <a:lnTo>
                  <a:pt x="238125" y="1009650"/>
                </a:lnTo>
                <a:lnTo>
                  <a:pt x="238125" y="1019175"/>
                </a:lnTo>
                <a:lnTo>
                  <a:pt x="228600" y="1019175"/>
                </a:lnTo>
                <a:close/>
                <a:moveTo>
                  <a:pt x="857250" y="1009650"/>
                </a:moveTo>
                <a:lnTo>
                  <a:pt x="866775" y="1009650"/>
                </a:lnTo>
                <a:lnTo>
                  <a:pt x="866775" y="1019175"/>
                </a:lnTo>
                <a:lnTo>
                  <a:pt x="857250" y="1019175"/>
                </a:lnTo>
                <a:close/>
                <a:moveTo>
                  <a:pt x="219075" y="1019175"/>
                </a:moveTo>
                <a:lnTo>
                  <a:pt x="228600" y="1019175"/>
                </a:lnTo>
                <a:lnTo>
                  <a:pt x="228600" y="1028700"/>
                </a:lnTo>
                <a:lnTo>
                  <a:pt x="219075" y="1028700"/>
                </a:lnTo>
                <a:close/>
                <a:moveTo>
                  <a:pt x="1609725" y="1019175"/>
                </a:moveTo>
                <a:lnTo>
                  <a:pt x="1628775" y="1019175"/>
                </a:lnTo>
                <a:lnTo>
                  <a:pt x="1628775" y="1038225"/>
                </a:lnTo>
                <a:lnTo>
                  <a:pt x="1638300" y="1038225"/>
                </a:lnTo>
                <a:lnTo>
                  <a:pt x="1638300" y="1047750"/>
                </a:lnTo>
                <a:lnTo>
                  <a:pt x="1647825" y="1047750"/>
                </a:lnTo>
                <a:lnTo>
                  <a:pt x="1647825" y="1057275"/>
                </a:lnTo>
                <a:lnTo>
                  <a:pt x="1638300" y="1057275"/>
                </a:lnTo>
                <a:lnTo>
                  <a:pt x="1638300" y="1066800"/>
                </a:lnTo>
                <a:lnTo>
                  <a:pt x="1628775" y="1066800"/>
                </a:lnTo>
                <a:lnTo>
                  <a:pt x="1628775" y="1057275"/>
                </a:lnTo>
                <a:lnTo>
                  <a:pt x="1619250" y="1057275"/>
                </a:lnTo>
                <a:lnTo>
                  <a:pt x="1619250" y="1066800"/>
                </a:lnTo>
                <a:lnTo>
                  <a:pt x="1600200" y="1066800"/>
                </a:lnTo>
                <a:lnTo>
                  <a:pt x="1600200" y="1057275"/>
                </a:lnTo>
                <a:lnTo>
                  <a:pt x="1590675" y="1057275"/>
                </a:lnTo>
                <a:lnTo>
                  <a:pt x="1590675" y="1066800"/>
                </a:lnTo>
                <a:lnTo>
                  <a:pt x="1571625" y="1066800"/>
                </a:lnTo>
                <a:lnTo>
                  <a:pt x="1571625" y="1076325"/>
                </a:lnTo>
                <a:lnTo>
                  <a:pt x="1533525" y="1076325"/>
                </a:lnTo>
                <a:lnTo>
                  <a:pt x="1533525" y="1085850"/>
                </a:lnTo>
                <a:lnTo>
                  <a:pt x="1514475" y="1085850"/>
                </a:lnTo>
                <a:lnTo>
                  <a:pt x="1514475" y="1066800"/>
                </a:lnTo>
                <a:lnTo>
                  <a:pt x="1533525" y="1066800"/>
                </a:lnTo>
                <a:lnTo>
                  <a:pt x="1533525" y="1047750"/>
                </a:lnTo>
                <a:lnTo>
                  <a:pt x="1609725" y="1047750"/>
                </a:lnTo>
                <a:close/>
                <a:moveTo>
                  <a:pt x="1666875" y="1019175"/>
                </a:moveTo>
                <a:lnTo>
                  <a:pt x="1676400" y="1019175"/>
                </a:lnTo>
                <a:lnTo>
                  <a:pt x="1676400" y="1038225"/>
                </a:lnTo>
                <a:lnTo>
                  <a:pt x="1666875" y="1038225"/>
                </a:lnTo>
                <a:close/>
                <a:moveTo>
                  <a:pt x="685800" y="1028700"/>
                </a:moveTo>
                <a:lnTo>
                  <a:pt x="695325" y="1028700"/>
                </a:lnTo>
                <a:lnTo>
                  <a:pt x="695325" y="1038225"/>
                </a:lnTo>
                <a:lnTo>
                  <a:pt x="714375" y="1038225"/>
                </a:lnTo>
                <a:lnTo>
                  <a:pt x="714375" y="1047750"/>
                </a:lnTo>
                <a:lnTo>
                  <a:pt x="676275" y="1047750"/>
                </a:lnTo>
                <a:lnTo>
                  <a:pt x="676275" y="1038225"/>
                </a:lnTo>
                <a:lnTo>
                  <a:pt x="685800" y="1038225"/>
                </a:lnTo>
                <a:close/>
                <a:moveTo>
                  <a:pt x="866775" y="1028700"/>
                </a:moveTo>
                <a:lnTo>
                  <a:pt x="885825" y="1028700"/>
                </a:lnTo>
                <a:lnTo>
                  <a:pt x="885825" y="1038225"/>
                </a:lnTo>
                <a:lnTo>
                  <a:pt x="895350" y="1038225"/>
                </a:lnTo>
                <a:lnTo>
                  <a:pt x="895350" y="1028700"/>
                </a:lnTo>
                <a:lnTo>
                  <a:pt x="904875" y="1028700"/>
                </a:lnTo>
                <a:lnTo>
                  <a:pt x="904875" y="1038225"/>
                </a:lnTo>
                <a:lnTo>
                  <a:pt x="914400" y="1038225"/>
                </a:lnTo>
                <a:lnTo>
                  <a:pt x="914400" y="1047750"/>
                </a:lnTo>
                <a:lnTo>
                  <a:pt x="904875" y="1047750"/>
                </a:lnTo>
                <a:lnTo>
                  <a:pt x="904875" y="1066800"/>
                </a:lnTo>
                <a:lnTo>
                  <a:pt x="885825" y="1066800"/>
                </a:lnTo>
                <a:lnTo>
                  <a:pt x="885825" y="1047750"/>
                </a:lnTo>
                <a:lnTo>
                  <a:pt x="857250" y="1047750"/>
                </a:lnTo>
                <a:lnTo>
                  <a:pt x="857250" y="1066800"/>
                </a:lnTo>
                <a:lnTo>
                  <a:pt x="847725" y="1066800"/>
                </a:lnTo>
                <a:lnTo>
                  <a:pt x="847725" y="1076325"/>
                </a:lnTo>
                <a:lnTo>
                  <a:pt x="857250" y="1076325"/>
                </a:lnTo>
                <a:lnTo>
                  <a:pt x="857250" y="1066800"/>
                </a:lnTo>
                <a:lnTo>
                  <a:pt x="866775" y="1066800"/>
                </a:lnTo>
                <a:lnTo>
                  <a:pt x="866775" y="1076325"/>
                </a:lnTo>
                <a:lnTo>
                  <a:pt x="857250" y="1076325"/>
                </a:lnTo>
                <a:lnTo>
                  <a:pt x="857250" y="1104900"/>
                </a:lnTo>
                <a:lnTo>
                  <a:pt x="838200" y="1104900"/>
                </a:lnTo>
                <a:lnTo>
                  <a:pt x="838200" y="1095375"/>
                </a:lnTo>
                <a:lnTo>
                  <a:pt x="828675" y="1095375"/>
                </a:lnTo>
                <a:lnTo>
                  <a:pt x="828675" y="1076325"/>
                </a:lnTo>
                <a:lnTo>
                  <a:pt x="800100" y="1076325"/>
                </a:lnTo>
                <a:lnTo>
                  <a:pt x="800100" y="1066800"/>
                </a:lnTo>
                <a:lnTo>
                  <a:pt x="838200" y="1066800"/>
                </a:lnTo>
                <a:lnTo>
                  <a:pt x="838200" y="1057275"/>
                </a:lnTo>
                <a:lnTo>
                  <a:pt x="847725" y="1057275"/>
                </a:lnTo>
                <a:lnTo>
                  <a:pt x="847725" y="1047750"/>
                </a:lnTo>
                <a:lnTo>
                  <a:pt x="790575" y="1047750"/>
                </a:lnTo>
                <a:lnTo>
                  <a:pt x="790575" y="1038225"/>
                </a:lnTo>
                <a:lnTo>
                  <a:pt x="866775" y="1038225"/>
                </a:lnTo>
                <a:close/>
                <a:moveTo>
                  <a:pt x="476250" y="1038225"/>
                </a:moveTo>
                <a:lnTo>
                  <a:pt x="485775" y="1038225"/>
                </a:lnTo>
                <a:lnTo>
                  <a:pt x="485775" y="1047750"/>
                </a:lnTo>
                <a:lnTo>
                  <a:pt x="476250" y="1047750"/>
                </a:lnTo>
                <a:close/>
                <a:moveTo>
                  <a:pt x="1114425" y="1038225"/>
                </a:moveTo>
                <a:lnTo>
                  <a:pt x="1143000" y="1038225"/>
                </a:lnTo>
                <a:lnTo>
                  <a:pt x="1143000" y="1047750"/>
                </a:lnTo>
                <a:lnTo>
                  <a:pt x="1123950" y="1047750"/>
                </a:lnTo>
                <a:lnTo>
                  <a:pt x="1123950" y="1066800"/>
                </a:lnTo>
                <a:lnTo>
                  <a:pt x="1114425" y="1066800"/>
                </a:lnTo>
                <a:close/>
                <a:moveTo>
                  <a:pt x="1438275" y="1038225"/>
                </a:moveTo>
                <a:lnTo>
                  <a:pt x="1447800" y="1038225"/>
                </a:lnTo>
                <a:lnTo>
                  <a:pt x="1447800" y="1047750"/>
                </a:lnTo>
                <a:lnTo>
                  <a:pt x="1438275" y="1047750"/>
                </a:lnTo>
                <a:close/>
                <a:moveTo>
                  <a:pt x="257175" y="1047750"/>
                </a:moveTo>
                <a:lnTo>
                  <a:pt x="342900" y="1047750"/>
                </a:lnTo>
                <a:lnTo>
                  <a:pt x="342900" y="1076325"/>
                </a:lnTo>
                <a:lnTo>
                  <a:pt x="323850" y="1076325"/>
                </a:lnTo>
                <a:lnTo>
                  <a:pt x="323850" y="1066800"/>
                </a:lnTo>
                <a:lnTo>
                  <a:pt x="304800" y="1066800"/>
                </a:lnTo>
                <a:lnTo>
                  <a:pt x="304800" y="1057275"/>
                </a:lnTo>
                <a:lnTo>
                  <a:pt x="276225" y="1057275"/>
                </a:lnTo>
                <a:lnTo>
                  <a:pt x="276225" y="1066800"/>
                </a:lnTo>
                <a:lnTo>
                  <a:pt x="257175" y="1066800"/>
                </a:lnTo>
                <a:close/>
                <a:moveTo>
                  <a:pt x="914400" y="1047750"/>
                </a:moveTo>
                <a:lnTo>
                  <a:pt x="923925" y="1047750"/>
                </a:lnTo>
                <a:lnTo>
                  <a:pt x="923925" y="1057275"/>
                </a:lnTo>
                <a:lnTo>
                  <a:pt x="914400" y="1057275"/>
                </a:lnTo>
                <a:close/>
                <a:moveTo>
                  <a:pt x="981075" y="1047750"/>
                </a:moveTo>
                <a:lnTo>
                  <a:pt x="1047750" y="1047750"/>
                </a:lnTo>
                <a:lnTo>
                  <a:pt x="1047750" y="1066800"/>
                </a:lnTo>
                <a:lnTo>
                  <a:pt x="990600" y="1066800"/>
                </a:lnTo>
                <a:lnTo>
                  <a:pt x="990600" y="1076325"/>
                </a:lnTo>
                <a:lnTo>
                  <a:pt x="981075" y="1076325"/>
                </a:lnTo>
                <a:lnTo>
                  <a:pt x="981075" y="1085850"/>
                </a:lnTo>
                <a:lnTo>
                  <a:pt x="990600" y="1085850"/>
                </a:lnTo>
                <a:lnTo>
                  <a:pt x="990600" y="1095375"/>
                </a:lnTo>
                <a:lnTo>
                  <a:pt x="981075" y="1095375"/>
                </a:lnTo>
                <a:lnTo>
                  <a:pt x="981075" y="1104900"/>
                </a:lnTo>
                <a:lnTo>
                  <a:pt x="971550" y="1104900"/>
                </a:lnTo>
                <a:lnTo>
                  <a:pt x="971550" y="1095375"/>
                </a:lnTo>
                <a:lnTo>
                  <a:pt x="962025" y="1095375"/>
                </a:lnTo>
                <a:lnTo>
                  <a:pt x="962025" y="1085850"/>
                </a:lnTo>
                <a:lnTo>
                  <a:pt x="971550" y="1085850"/>
                </a:lnTo>
                <a:lnTo>
                  <a:pt x="971550" y="1076325"/>
                </a:lnTo>
                <a:lnTo>
                  <a:pt x="962025" y="1076325"/>
                </a:lnTo>
                <a:lnTo>
                  <a:pt x="962025" y="1066800"/>
                </a:lnTo>
                <a:lnTo>
                  <a:pt x="981075" y="1066800"/>
                </a:lnTo>
                <a:close/>
                <a:moveTo>
                  <a:pt x="1066800" y="1047750"/>
                </a:moveTo>
                <a:lnTo>
                  <a:pt x="1085850" y="1047750"/>
                </a:lnTo>
                <a:lnTo>
                  <a:pt x="1085850" y="1057275"/>
                </a:lnTo>
                <a:lnTo>
                  <a:pt x="1076325" y="1057275"/>
                </a:lnTo>
                <a:lnTo>
                  <a:pt x="1076325" y="1066800"/>
                </a:lnTo>
                <a:lnTo>
                  <a:pt x="1066800" y="1066800"/>
                </a:lnTo>
                <a:close/>
                <a:moveTo>
                  <a:pt x="1162050" y="1047750"/>
                </a:moveTo>
                <a:lnTo>
                  <a:pt x="1190625" y="1047750"/>
                </a:lnTo>
                <a:lnTo>
                  <a:pt x="1190625" y="1066800"/>
                </a:lnTo>
                <a:lnTo>
                  <a:pt x="1209675" y="1066800"/>
                </a:lnTo>
                <a:lnTo>
                  <a:pt x="1209675" y="1047750"/>
                </a:lnTo>
                <a:lnTo>
                  <a:pt x="1238250" y="1047750"/>
                </a:lnTo>
                <a:lnTo>
                  <a:pt x="1238250" y="1057275"/>
                </a:lnTo>
                <a:lnTo>
                  <a:pt x="1228725" y="1057275"/>
                </a:lnTo>
                <a:lnTo>
                  <a:pt x="1228725" y="1066800"/>
                </a:lnTo>
                <a:lnTo>
                  <a:pt x="1219200" y="1066800"/>
                </a:lnTo>
                <a:lnTo>
                  <a:pt x="1219200" y="1076325"/>
                </a:lnTo>
                <a:lnTo>
                  <a:pt x="1181100" y="1076325"/>
                </a:lnTo>
                <a:lnTo>
                  <a:pt x="1181100" y="1066800"/>
                </a:lnTo>
                <a:lnTo>
                  <a:pt x="1171575" y="1066800"/>
                </a:lnTo>
                <a:lnTo>
                  <a:pt x="1171575" y="1076325"/>
                </a:lnTo>
                <a:lnTo>
                  <a:pt x="1123950" y="1076325"/>
                </a:lnTo>
                <a:lnTo>
                  <a:pt x="1123950" y="1066800"/>
                </a:lnTo>
                <a:lnTo>
                  <a:pt x="1162050" y="1066800"/>
                </a:lnTo>
                <a:close/>
                <a:moveTo>
                  <a:pt x="1276350" y="1047750"/>
                </a:moveTo>
                <a:lnTo>
                  <a:pt x="1285875" y="1047750"/>
                </a:lnTo>
                <a:lnTo>
                  <a:pt x="1285875" y="1057275"/>
                </a:lnTo>
                <a:lnTo>
                  <a:pt x="1295400" y="1057275"/>
                </a:lnTo>
                <a:lnTo>
                  <a:pt x="1295400" y="1047750"/>
                </a:lnTo>
                <a:lnTo>
                  <a:pt x="1304925" y="1047750"/>
                </a:lnTo>
                <a:lnTo>
                  <a:pt x="1304925" y="1066800"/>
                </a:lnTo>
                <a:lnTo>
                  <a:pt x="1276350" y="1066800"/>
                </a:lnTo>
                <a:close/>
                <a:moveTo>
                  <a:pt x="1343025" y="1047750"/>
                </a:moveTo>
                <a:lnTo>
                  <a:pt x="1371600" y="1047750"/>
                </a:lnTo>
                <a:lnTo>
                  <a:pt x="1371600" y="1057275"/>
                </a:lnTo>
                <a:lnTo>
                  <a:pt x="1390650" y="1057275"/>
                </a:lnTo>
                <a:lnTo>
                  <a:pt x="1390650" y="1047750"/>
                </a:lnTo>
                <a:lnTo>
                  <a:pt x="1409700" y="1047750"/>
                </a:lnTo>
                <a:lnTo>
                  <a:pt x="1409700" y="1066800"/>
                </a:lnTo>
                <a:lnTo>
                  <a:pt x="1343025" y="1066800"/>
                </a:lnTo>
                <a:close/>
                <a:moveTo>
                  <a:pt x="752475" y="1066800"/>
                </a:moveTo>
                <a:lnTo>
                  <a:pt x="771525" y="1066800"/>
                </a:lnTo>
                <a:lnTo>
                  <a:pt x="771525" y="1076325"/>
                </a:lnTo>
                <a:lnTo>
                  <a:pt x="752475" y="1076325"/>
                </a:lnTo>
                <a:close/>
                <a:moveTo>
                  <a:pt x="1076325" y="1066800"/>
                </a:moveTo>
                <a:lnTo>
                  <a:pt x="1095375" y="1066800"/>
                </a:lnTo>
                <a:lnTo>
                  <a:pt x="1095375" y="1076325"/>
                </a:lnTo>
                <a:lnTo>
                  <a:pt x="1076325" y="1076325"/>
                </a:lnTo>
                <a:close/>
                <a:moveTo>
                  <a:pt x="1228725" y="1066800"/>
                </a:moveTo>
                <a:lnTo>
                  <a:pt x="1257300" y="1066800"/>
                </a:lnTo>
                <a:lnTo>
                  <a:pt x="1257300" y="1076325"/>
                </a:lnTo>
                <a:lnTo>
                  <a:pt x="1228725" y="1076325"/>
                </a:lnTo>
                <a:close/>
                <a:moveTo>
                  <a:pt x="1638300" y="1066800"/>
                </a:moveTo>
                <a:lnTo>
                  <a:pt x="1657350" y="1066800"/>
                </a:lnTo>
                <a:lnTo>
                  <a:pt x="1657350" y="1076325"/>
                </a:lnTo>
                <a:lnTo>
                  <a:pt x="1685925" y="1076325"/>
                </a:lnTo>
                <a:lnTo>
                  <a:pt x="1685925" y="1085850"/>
                </a:lnTo>
                <a:lnTo>
                  <a:pt x="1647825" y="1085850"/>
                </a:lnTo>
                <a:lnTo>
                  <a:pt x="1647825" y="1076325"/>
                </a:lnTo>
                <a:lnTo>
                  <a:pt x="1638300" y="1076325"/>
                </a:lnTo>
                <a:close/>
                <a:moveTo>
                  <a:pt x="314325" y="1076325"/>
                </a:moveTo>
                <a:lnTo>
                  <a:pt x="323850" y="1076325"/>
                </a:lnTo>
                <a:lnTo>
                  <a:pt x="323850" y="1085850"/>
                </a:lnTo>
                <a:lnTo>
                  <a:pt x="314325" y="1085850"/>
                </a:lnTo>
                <a:close/>
                <a:moveTo>
                  <a:pt x="619125" y="1085850"/>
                </a:moveTo>
                <a:lnTo>
                  <a:pt x="628650" y="1085850"/>
                </a:lnTo>
                <a:lnTo>
                  <a:pt x="628650" y="1095375"/>
                </a:lnTo>
                <a:lnTo>
                  <a:pt x="619125" y="1095375"/>
                </a:lnTo>
                <a:close/>
                <a:moveTo>
                  <a:pt x="809625" y="1085850"/>
                </a:moveTo>
                <a:lnTo>
                  <a:pt x="819150" y="1085850"/>
                </a:lnTo>
                <a:lnTo>
                  <a:pt x="819150" y="1104900"/>
                </a:lnTo>
                <a:lnTo>
                  <a:pt x="809625" y="1104900"/>
                </a:lnTo>
                <a:close/>
                <a:moveTo>
                  <a:pt x="1152525" y="1085850"/>
                </a:moveTo>
                <a:lnTo>
                  <a:pt x="1171575" y="1085850"/>
                </a:lnTo>
                <a:lnTo>
                  <a:pt x="1171575" y="1095375"/>
                </a:lnTo>
                <a:lnTo>
                  <a:pt x="1190625" y="1095375"/>
                </a:lnTo>
                <a:lnTo>
                  <a:pt x="1190625" y="1085850"/>
                </a:lnTo>
                <a:lnTo>
                  <a:pt x="1200150" y="1085850"/>
                </a:lnTo>
                <a:lnTo>
                  <a:pt x="1200150" y="1104900"/>
                </a:lnTo>
                <a:lnTo>
                  <a:pt x="1209675" y="1104900"/>
                </a:lnTo>
                <a:lnTo>
                  <a:pt x="1209675" y="1114425"/>
                </a:lnTo>
                <a:lnTo>
                  <a:pt x="1162050" y="1114425"/>
                </a:lnTo>
                <a:lnTo>
                  <a:pt x="1162050" y="1104900"/>
                </a:lnTo>
                <a:lnTo>
                  <a:pt x="1152525" y="1104900"/>
                </a:lnTo>
                <a:close/>
                <a:moveTo>
                  <a:pt x="1238250" y="1095375"/>
                </a:moveTo>
                <a:lnTo>
                  <a:pt x="1285875" y="1095375"/>
                </a:lnTo>
                <a:lnTo>
                  <a:pt x="1285875" y="1123950"/>
                </a:lnTo>
                <a:lnTo>
                  <a:pt x="1266825" y="1123950"/>
                </a:lnTo>
                <a:lnTo>
                  <a:pt x="1266825" y="1114425"/>
                </a:lnTo>
                <a:lnTo>
                  <a:pt x="1257300" y="1114425"/>
                </a:lnTo>
                <a:lnTo>
                  <a:pt x="1257300" y="1123950"/>
                </a:lnTo>
                <a:lnTo>
                  <a:pt x="1247775" y="1123950"/>
                </a:lnTo>
                <a:lnTo>
                  <a:pt x="1247775" y="1114425"/>
                </a:lnTo>
                <a:lnTo>
                  <a:pt x="1238250" y="1114425"/>
                </a:lnTo>
                <a:close/>
                <a:moveTo>
                  <a:pt x="800100" y="1114425"/>
                </a:moveTo>
                <a:lnTo>
                  <a:pt x="809625" y="1114425"/>
                </a:lnTo>
                <a:lnTo>
                  <a:pt x="809625" y="1123950"/>
                </a:lnTo>
                <a:lnTo>
                  <a:pt x="819150" y="1123950"/>
                </a:lnTo>
                <a:lnTo>
                  <a:pt x="819150" y="1133475"/>
                </a:lnTo>
                <a:lnTo>
                  <a:pt x="790575" y="1133475"/>
                </a:lnTo>
                <a:lnTo>
                  <a:pt x="790575" y="1123950"/>
                </a:lnTo>
                <a:lnTo>
                  <a:pt x="800100" y="1123950"/>
                </a:lnTo>
                <a:close/>
                <a:moveTo>
                  <a:pt x="971550" y="1133475"/>
                </a:moveTo>
                <a:lnTo>
                  <a:pt x="981075" y="1133475"/>
                </a:lnTo>
                <a:lnTo>
                  <a:pt x="981075" y="1143000"/>
                </a:lnTo>
                <a:lnTo>
                  <a:pt x="971550" y="1143000"/>
                </a:lnTo>
                <a:close/>
                <a:moveTo>
                  <a:pt x="352425" y="1143000"/>
                </a:moveTo>
                <a:lnTo>
                  <a:pt x="371475" y="1143000"/>
                </a:lnTo>
                <a:lnTo>
                  <a:pt x="371475" y="1152525"/>
                </a:lnTo>
                <a:lnTo>
                  <a:pt x="390525" y="1152525"/>
                </a:lnTo>
                <a:lnTo>
                  <a:pt x="390525" y="1162050"/>
                </a:lnTo>
                <a:lnTo>
                  <a:pt x="361950" y="1162050"/>
                </a:lnTo>
                <a:lnTo>
                  <a:pt x="361950" y="1152525"/>
                </a:lnTo>
                <a:lnTo>
                  <a:pt x="352425" y="1152525"/>
                </a:lnTo>
                <a:close/>
                <a:moveTo>
                  <a:pt x="419100" y="1143000"/>
                </a:moveTo>
                <a:lnTo>
                  <a:pt x="438150" y="1143000"/>
                </a:lnTo>
                <a:lnTo>
                  <a:pt x="438150" y="1152525"/>
                </a:lnTo>
                <a:lnTo>
                  <a:pt x="428625" y="1152525"/>
                </a:lnTo>
                <a:lnTo>
                  <a:pt x="428625" y="1162050"/>
                </a:lnTo>
                <a:lnTo>
                  <a:pt x="409575" y="1162050"/>
                </a:lnTo>
                <a:lnTo>
                  <a:pt x="409575" y="1152525"/>
                </a:lnTo>
                <a:lnTo>
                  <a:pt x="419100" y="1152525"/>
                </a:lnTo>
                <a:close/>
                <a:moveTo>
                  <a:pt x="600075" y="1143000"/>
                </a:moveTo>
                <a:lnTo>
                  <a:pt x="609600" y="1143000"/>
                </a:lnTo>
                <a:lnTo>
                  <a:pt x="609600" y="1152525"/>
                </a:lnTo>
                <a:lnTo>
                  <a:pt x="600075" y="1152525"/>
                </a:lnTo>
                <a:close/>
                <a:moveTo>
                  <a:pt x="876300" y="1143000"/>
                </a:moveTo>
                <a:lnTo>
                  <a:pt x="885825" y="1143000"/>
                </a:lnTo>
                <a:lnTo>
                  <a:pt x="885825" y="1152525"/>
                </a:lnTo>
                <a:lnTo>
                  <a:pt x="876300" y="1152525"/>
                </a:lnTo>
                <a:close/>
                <a:moveTo>
                  <a:pt x="619125" y="1152525"/>
                </a:moveTo>
                <a:lnTo>
                  <a:pt x="628650" y="1152525"/>
                </a:lnTo>
                <a:lnTo>
                  <a:pt x="628650" y="1162050"/>
                </a:lnTo>
                <a:lnTo>
                  <a:pt x="619125" y="1162050"/>
                </a:lnTo>
                <a:close/>
                <a:moveTo>
                  <a:pt x="742950" y="1152525"/>
                </a:moveTo>
                <a:lnTo>
                  <a:pt x="752475" y="1152525"/>
                </a:lnTo>
                <a:lnTo>
                  <a:pt x="752475" y="1181100"/>
                </a:lnTo>
                <a:lnTo>
                  <a:pt x="733425" y="1181100"/>
                </a:lnTo>
                <a:lnTo>
                  <a:pt x="733425" y="1162050"/>
                </a:lnTo>
                <a:lnTo>
                  <a:pt x="742950" y="1162050"/>
                </a:lnTo>
                <a:close/>
                <a:moveTo>
                  <a:pt x="428625" y="1162050"/>
                </a:moveTo>
                <a:lnTo>
                  <a:pt x="447675" y="1162050"/>
                </a:lnTo>
                <a:lnTo>
                  <a:pt x="447675" y="1171575"/>
                </a:lnTo>
                <a:lnTo>
                  <a:pt x="457200" y="1171575"/>
                </a:lnTo>
                <a:lnTo>
                  <a:pt x="457200" y="1200150"/>
                </a:lnTo>
                <a:lnTo>
                  <a:pt x="447675" y="1200150"/>
                </a:lnTo>
                <a:lnTo>
                  <a:pt x="447675" y="1181100"/>
                </a:lnTo>
                <a:lnTo>
                  <a:pt x="438150" y="1181100"/>
                </a:lnTo>
                <a:lnTo>
                  <a:pt x="438150" y="1171575"/>
                </a:lnTo>
                <a:lnTo>
                  <a:pt x="428625" y="1171575"/>
                </a:lnTo>
                <a:close/>
                <a:moveTo>
                  <a:pt x="695325" y="1162050"/>
                </a:moveTo>
                <a:lnTo>
                  <a:pt x="723900" y="1162050"/>
                </a:lnTo>
                <a:lnTo>
                  <a:pt x="723900" y="1171575"/>
                </a:lnTo>
                <a:lnTo>
                  <a:pt x="695325" y="1171575"/>
                </a:lnTo>
                <a:close/>
                <a:moveTo>
                  <a:pt x="962025" y="1162050"/>
                </a:moveTo>
                <a:lnTo>
                  <a:pt x="990600" y="1162050"/>
                </a:lnTo>
                <a:lnTo>
                  <a:pt x="990600" y="1171575"/>
                </a:lnTo>
                <a:lnTo>
                  <a:pt x="962025" y="1171575"/>
                </a:lnTo>
                <a:close/>
                <a:moveTo>
                  <a:pt x="1657350" y="1162050"/>
                </a:moveTo>
                <a:lnTo>
                  <a:pt x="1666875" y="1162050"/>
                </a:lnTo>
                <a:lnTo>
                  <a:pt x="1666875" y="1171575"/>
                </a:lnTo>
                <a:lnTo>
                  <a:pt x="1676400" y="1171575"/>
                </a:lnTo>
                <a:lnTo>
                  <a:pt x="1676400" y="1190625"/>
                </a:lnTo>
                <a:lnTo>
                  <a:pt x="1666875" y="1190625"/>
                </a:lnTo>
                <a:lnTo>
                  <a:pt x="1666875" y="1209675"/>
                </a:lnTo>
                <a:lnTo>
                  <a:pt x="1657350" y="1209675"/>
                </a:lnTo>
                <a:lnTo>
                  <a:pt x="1657350" y="1190625"/>
                </a:lnTo>
                <a:lnTo>
                  <a:pt x="1647825" y="1190625"/>
                </a:lnTo>
                <a:lnTo>
                  <a:pt x="1647825" y="1171575"/>
                </a:lnTo>
                <a:lnTo>
                  <a:pt x="1657350" y="1171575"/>
                </a:lnTo>
                <a:close/>
                <a:moveTo>
                  <a:pt x="866775" y="1171575"/>
                </a:moveTo>
                <a:lnTo>
                  <a:pt x="885825" y="1171575"/>
                </a:lnTo>
                <a:lnTo>
                  <a:pt x="885825" y="1181100"/>
                </a:lnTo>
                <a:lnTo>
                  <a:pt x="866775" y="1181100"/>
                </a:lnTo>
                <a:close/>
                <a:moveTo>
                  <a:pt x="904875" y="1171575"/>
                </a:moveTo>
                <a:lnTo>
                  <a:pt x="933450" y="1171575"/>
                </a:lnTo>
                <a:lnTo>
                  <a:pt x="933450" y="1181100"/>
                </a:lnTo>
                <a:lnTo>
                  <a:pt x="904875" y="1181100"/>
                </a:lnTo>
                <a:close/>
                <a:moveTo>
                  <a:pt x="1314450" y="1171575"/>
                </a:moveTo>
                <a:lnTo>
                  <a:pt x="1333500" y="1171575"/>
                </a:lnTo>
                <a:lnTo>
                  <a:pt x="1333500" y="1181100"/>
                </a:lnTo>
                <a:lnTo>
                  <a:pt x="1314450" y="1181100"/>
                </a:lnTo>
                <a:close/>
                <a:moveTo>
                  <a:pt x="942975" y="1181100"/>
                </a:moveTo>
                <a:lnTo>
                  <a:pt x="981075" y="1181100"/>
                </a:lnTo>
                <a:lnTo>
                  <a:pt x="981075" y="1190625"/>
                </a:lnTo>
                <a:lnTo>
                  <a:pt x="942975" y="1190625"/>
                </a:lnTo>
                <a:close/>
                <a:moveTo>
                  <a:pt x="1038225" y="1181100"/>
                </a:moveTo>
                <a:lnTo>
                  <a:pt x="1057275" y="1181100"/>
                </a:lnTo>
                <a:lnTo>
                  <a:pt x="1057275" y="1190625"/>
                </a:lnTo>
                <a:lnTo>
                  <a:pt x="1038225" y="1190625"/>
                </a:lnTo>
                <a:close/>
                <a:moveTo>
                  <a:pt x="1066800" y="1181100"/>
                </a:moveTo>
                <a:lnTo>
                  <a:pt x="1076325" y="1181100"/>
                </a:lnTo>
                <a:lnTo>
                  <a:pt x="1076325" y="1190625"/>
                </a:lnTo>
                <a:lnTo>
                  <a:pt x="1066800" y="1190625"/>
                </a:lnTo>
                <a:close/>
                <a:moveTo>
                  <a:pt x="1133475" y="1181100"/>
                </a:moveTo>
                <a:lnTo>
                  <a:pt x="1181100" y="1181100"/>
                </a:lnTo>
                <a:lnTo>
                  <a:pt x="1181100" y="1200150"/>
                </a:lnTo>
                <a:lnTo>
                  <a:pt x="1162050" y="1200150"/>
                </a:lnTo>
                <a:lnTo>
                  <a:pt x="1162050" y="1209675"/>
                </a:lnTo>
                <a:lnTo>
                  <a:pt x="1152525" y="1209675"/>
                </a:lnTo>
                <a:lnTo>
                  <a:pt x="1152525" y="1228725"/>
                </a:lnTo>
                <a:lnTo>
                  <a:pt x="1143000" y="1228725"/>
                </a:lnTo>
                <a:lnTo>
                  <a:pt x="1143000" y="1219200"/>
                </a:lnTo>
                <a:lnTo>
                  <a:pt x="1133475" y="1219200"/>
                </a:lnTo>
                <a:lnTo>
                  <a:pt x="1133475" y="1209675"/>
                </a:lnTo>
                <a:lnTo>
                  <a:pt x="1123950" y="1209675"/>
                </a:lnTo>
                <a:lnTo>
                  <a:pt x="1123950" y="1190625"/>
                </a:lnTo>
                <a:lnTo>
                  <a:pt x="1133475" y="1190625"/>
                </a:lnTo>
                <a:close/>
                <a:moveTo>
                  <a:pt x="1257300" y="1181100"/>
                </a:moveTo>
                <a:lnTo>
                  <a:pt x="1276350" y="1181100"/>
                </a:lnTo>
                <a:lnTo>
                  <a:pt x="1276350" y="1209675"/>
                </a:lnTo>
                <a:lnTo>
                  <a:pt x="1266825" y="1209675"/>
                </a:lnTo>
                <a:lnTo>
                  <a:pt x="1266825" y="1200150"/>
                </a:lnTo>
                <a:lnTo>
                  <a:pt x="1257300" y="1200150"/>
                </a:lnTo>
                <a:close/>
                <a:moveTo>
                  <a:pt x="1447800" y="1181100"/>
                </a:moveTo>
                <a:lnTo>
                  <a:pt x="1495425" y="1181100"/>
                </a:lnTo>
                <a:lnTo>
                  <a:pt x="1495425" y="1190625"/>
                </a:lnTo>
                <a:lnTo>
                  <a:pt x="1504950" y="1190625"/>
                </a:lnTo>
                <a:lnTo>
                  <a:pt x="1504950" y="1200150"/>
                </a:lnTo>
                <a:lnTo>
                  <a:pt x="1485900" y="1200150"/>
                </a:lnTo>
                <a:lnTo>
                  <a:pt x="1485900" y="1190625"/>
                </a:lnTo>
                <a:lnTo>
                  <a:pt x="1447800" y="1190625"/>
                </a:lnTo>
                <a:close/>
                <a:moveTo>
                  <a:pt x="752475" y="1190625"/>
                </a:moveTo>
                <a:lnTo>
                  <a:pt x="781050" y="1190625"/>
                </a:lnTo>
                <a:lnTo>
                  <a:pt x="781050" y="1200150"/>
                </a:lnTo>
                <a:lnTo>
                  <a:pt x="752475" y="1200150"/>
                </a:lnTo>
                <a:close/>
                <a:moveTo>
                  <a:pt x="847725" y="1190625"/>
                </a:moveTo>
                <a:lnTo>
                  <a:pt x="857250" y="1190625"/>
                </a:lnTo>
                <a:lnTo>
                  <a:pt x="857250" y="1200150"/>
                </a:lnTo>
                <a:lnTo>
                  <a:pt x="847725" y="1200150"/>
                </a:lnTo>
                <a:close/>
                <a:moveTo>
                  <a:pt x="1057275" y="1190625"/>
                </a:moveTo>
                <a:lnTo>
                  <a:pt x="1066800" y="1190625"/>
                </a:lnTo>
                <a:lnTo>
                  <a:pt x="1066800" y="1200150"/>
                </a:lnTo>
                <a:lnTo>
                  <a:pt x="1057275" y="1200150"/>
                </a:lnTo>
                <a:close/>
                <a:moveTo>
                  <a:pt x="1009650" y="1200150"/>
                </a:moveTo>
                <a:lnTo>
                  <a:pt x="1028700" y="1200150"/>
                </a:lnTo>
                <a:lnTo>
                  <a:pt x="1028700" y="1219200"/>
                </a:lnTo>
                <a:lnTo>
                  <a:pt x="1019175" y="1219200"/>
                </a:lnTo>
                <a:lnTo>
                  <a:pt x="1019175" y="1209675"/>
                </a:lnTo>
                <a:lnTo>
                  <a:pt x="1009650" y="1209675"/>
                </a:lnTo>
                <a:close/>
                <a:moveTo>
                  <a:pt x="1304925" y="1200150"/>
                </a:moveTo>
                <a:lnTo>
                  <a:pt x="1314450" y="1200150"/>
                </a:lnTo>
                <a:lnTo>
                  <a:pt x="1314450" y="1209675"/>
                </a:lnTo>
                <a:lnTo>
                  <a:pt x="1304925" y="1209675"/>
                </a:lnTo>
                <a:close/>
                <a:moveTo>
                  <a:pt x="1352550" y="1200150"/>
                </a:moveTo>
                <a:lnTo>
                  <a:pt x="1362075" y="1200150"/>
                </a:lnTo>
                <a:lnTo>
                  <a:pt x="1362075" y="1209675"/>
                </a:lnTo>
                <a:lnTo>
                  <a:pt x="1352550" y="1209675"/>
                </a:lnTo>
                <a:close/>
                <a:moveTo>
                  <a:pt x="1409700" y="1200150"/>
                </a:moveTo>
                <a:lnTo>
                  <a:pt x="1485900" y="1200150"/>
                </a:lnTo>
                <a:lnTo>
                  <a:pt x="1485900" y="1209675"/>
                </a:lnTo>
                <a:lnTo>
                  <a:pt x="1457325" y="1209675"/>
                </a:lnTo>
                <a:lnTo>
                  <a:pt x="1457325" y="1219200"/>
                </a:lnTo>
                <a:lnTo>
                  <a:pt x="1447800" y="1219200"/>
                </a:lnTo>
                <a:lnTo>
                  <a:pt x="1447800" y="1228725"/>
                </a:lnTo>
                <a:lnTo>
                  <a:pt x="1438275" y="1228725"/>
                </a:lnTo>
                <a:lnTo>
                  <a:pt x="1438275" y="1219200"/>
                </a:lnTo>
                <a:lnTo>
                  <a:pt x="1428750" y="1219200"/>
                </a:lnTo>
                <a:lnTo>
                  <a:pt x="1428750" y="1209675"/>
                </a:lnTo>
                <a:lnTo>
                  <a:pt x="1409700" y="1209675"/>
                </a:lnTo>
                <a:close/>
                <a:moveTo>
                  <a:pt x="1409700" y="1219200"/>
                </a:moveTo>
                <a:lnTo>
                  <a:pt x="1428750" y="1219200"/>
                </a:lnTo>
                <a:lnTo>
                  <a:pt x="1428750" y="1238250"/>
                </a:lnTo>
                <a:lnTo>
                  <a:pt x="1419225" y="1238250"/>
                </a:lnTo>
                <a:lnTo>
                  <a:pt x="1419225" y="1228725"/>
                </a:lnTo>
                <a:lnTo>
                  <a:pt x="1409700" y="1228725"/>
                </a:lnTo>
                <a:close/>
                <a:moveTo>
                  <a:pt x="1581150" y="1228725"/>
                </a:moveTo>
                <a:lnTo>
                  <a:pt x="1609725" y="1228725"/>
                </a:lnTo>
                <a:lnTo>
                  <a:pt x="1609725" y="1238250"/>
                </a:lnTo>
                <a:lnTo>
                  <a:pt x="1581150" y="1238250"/>
                </a:lnTo>
                <a:close/>
                <a:moveTo>
                  <a:pt x="1704975" y="1228725"/>
                </a:moveTo>
                <a:lnTo>
                  <a:pt x="1714500" y="1228725"/>
                </a:lnTo>
                <a:lnTo>
                  <a:pt x="1714500" y="1238250"/>
                </a:lnTo>
                <a:lnTo>
                  <a:pt x="1704975" y="1238250"/>
                </a:lnTo>
                <a:close/>
                <a:moveTo>
                  <a:pt x="1409700" y="1238250"/>
                </a:moveTo>
                <a:lnTo>
                  <a:pt x="1419225" y="1238250"/>
                </a:lnTo>
                <a:lnTo>
                  <a:pt x="1419225" y="1247775"/>
                </a:lnTo>
                <a:lnTo>
                  <a:pt x="1409700" y="1247775"/>
                </a:lnTo>
                <a:close/>
                <a:moveTo>
                  <a:pt x="1657350" y="1238250"/>
                </a:moveTo>
                <a:lnTo>
                  <a:pt x="1666875" y="1238250"/>
                </a:lnTo>
                <a:lnTo>
                  <a:pt x="1666875" y="1276350"/>
                </a:lnTo>
                <a:lnTo>
                  <a:pt x="1657350" y="1276350"/>
                </a:lnTo>
                <a:close/>
                <a:moveTo>
                  <a:pt x="1581150" y="1247775"/>
                </a:moveTo>
                <a:lnTo>
                  <a:pt x="1609725" y="1247775"/>
                </a:lnTo>
                <a:lnTo>
                  <a:pt x="1609725" y="1257300"/>
                </a:lnTo>
                <a:lnTo>
                  <a:pt x="1581150" y="1257300"/>
                </a:lnTo>
                <a:close/>
                <a:moveTo>
                  <a:pt x="1066800" y="1266825"/>
                </a:moveTo>
                <a:lnTo>
                  <a:pt x="1076325" y="1266825"/>
                </a:lnTo>
                <a:lnTo>
                  <a:pt x="1076325" y="1276350"/>
                </a:lnTo>
                <a:lnTo>
                  <a:pt x="1066800" y="1276350"/>
                </a:lnTo>
                <a:close/>
                <a:moveTo>
                  <a:pt x="1076325" y="1276350"/>
                </a:moveTo>
                <a:lnTo>
                  <a:pt x="1095375" y="1276350"/>
                </a:lnTo>
                <a:lnTo>
                  <a:pt x="1095375" y="1285875"/>
                </a:lnTo>
                <a:lnTo>
                  <a:pt x="1076325" y="1285875"/>
                </a:lnTo>
                <a:close/>
                <a:moveTo>
                  <a:pt x="1028700" y="1285875"/>
                </a:moveTo>
                <a:lnTo>
                  <a:pt x="1038225" y="1285875"/>
                </a:lnTo>
                <a:lnTo>
                  <a:pt x="1038225" y="1295400"/>
                </a:lnTo>
                <a:lnTo>
                  <a:pt x="1028700" y="1295400"/>
                </a:lnTo>
                <a:close/>
                <a:moveTo>
                  <a:pt x="1047750" y="1285875"/>
                </a:moveTo>
                <a:lnTo>
                  <a:pt x="1057275" y="1285875"/>
                </a:lnTo>
                <a:lnTo>
                  <a:pt x="1057275" y="1295400"/>
                </a:lnTo>
                <a:lnTo>
                  <a:pt x="1047750" y="1295400"/>
                </a:lnTo>
                <a:close/>
                <a:moveTo>
                  <a:pt x="1485900" y="1285875"/>
                </a:moveTo>
                <a:lnTo>
                  <a:pt x="1495425" y="1285875"/>
                </a:lnTo>
                <a:lnTo>
                  <a:pt x="1495425" y="1295400"/>
                </a:lnTo>
                <a:lnTo>
                  <a:pt x="1485900" y="1295400"/>
                </a:lnTo>
                <a:close/>
                <a:moveTo>
                  <a:pt x="1647825" y="1295400"/>
                </a:moveTo>
                <a:lnTo>
                  <a:pt x="1657350" y="1295400"/>
                </a:lnTo>
                <a:lnTo>
                  <a:pt x="1657350" y="1304925"/>
                </a:lnTo>
                <a:lnTo>
                  <a:pt x="1647825" y="1304925"/>
                </a:lnTo>
                <a:close/>
                <a:moveTo>
                  <a:pt x="276225" y="1304925"/>
                </a:moveTo>
                <a:lnTo>
                  <a:pt x="285750" y="1304925"/>
                </a:lnTo>
                <a:lnTo>
                  <a:pt x="285750" y="1314450"/>
                </a:lnTo>
                <a:lnTo>
                  <a:pt x="276225" y="1314450"/>
                </a:lnTo>
                <a:close/>
                <a:moveTo>
                  <a:pt x="1038225" y="1304925"/>
                </a:moveTo>
                <a:lnTo>
                  <a:pt x="1047750" y="1304925"/>
                </a:lnTo>
                <a:lnTo>
                  <a:pt x="1047750" y="1314450"/>
                </a:lnTo>
                <a:lnTo>
                  <a:pt x="1076325" y="1314450"/>
                </a:lnTo>
                <a:lnTo>
                  <a:pt x="1076325" y="1323975"/>
                </a:lnTo>
                <a:lnTo>
                  <a:pt x="1085850" y="1323975"/>
                </a:lnTo>
                <a:lnTo>
                  <a:pt x="1085850" y="1333500"/>
                </a:lnTo>
                <a:lnTo>
                  <a:pt x="1047750" y="1333500"/>
                </a:lnTo>
                <a:lnTo>
                  <a:pt x="1047750" y="1323975"/>
                </a:lnTo>
                <a:lnTo>
                  <a:pt x="1019175" y="1323975"/>
                </a:lnTo>
                <a:lnTo>
                  <a:pt x="1019175" y="1314450"/>
                </a:lnTo>
                <a:lnTo>
                  <a:pt x="1038225" y="1314450"/>
                </a:lnTo>
                <a:close/>
                <a:moveTo>
                  <a:pt x="1133475" y="1304925"/>
                </a:moveTo>
                <a:lnTo>
                  <a:pt x="1476375" y="1304925"/>
                </a:lnTo>
                <a:lnTo>
                  <a:pt x="1476375" y="1333500"/>
                </a:lnTo>
                <a:lnTo>
                  <a:pt x="1438275" y="1333500"/>
                </a:lnTo>
                <a:lnTo>
                  <a:pt x="1438275" y="1323975"/>
                </a:lnTo>
                <a:lnTo>
                  <a:pt x="1428750" y="1323975"/>
                </a:lnTo>
                <a:lnTo>
                  <a:pt x="1428750" y="1333500"/>
                </a:lnTo>
                <a:lnTo>
                  <a:pt x="1152525" y="1333500"/>
                </a:lnTo>
                <a:lnTo>
                  <a:pt x="1152525" y="1323975"/>
                </a:lnTo>
                <a:lnTo>
                  <a:pt x="1162050" y="1323975"/>
                </a:lnTo>
                <a:lnTo>
                  <a:pt x="1162050" y="1314450"/>
                </a:lnTo>
                <a:lnTo>
                  <a:pt x="1143000" y="1314450"/>
                </a:lnTo>
                <a:lnTo>
                  <a:pt x="1143000" y="1333500"/>
                </a:lnTo>
                <a:lnTo>
                  <a:pt x="1104900" y="1333500"/>
                </a:lnTo>
                <a:lnTo>
                  <a:pt x="1104900" y="1323975"/>
                </a:lnTo>
                <a:lnTo>
                  <a:pt x="1114425" y="1323975"/>
                </a:lnTo>
                <a:lnTo>
                  <a:pt x="1114425" y="1314450"/>
                </a:lnTo>
                <a:lnTo>
                  <a:pt x="1133475" y="1314450"/>
                </a:lnTo>
                <a:close/>
                <a:moveTo>
                  <a:pt x="704850" y="1323975"/>
                </a:moveTo>
                <a:lnTo>
                  <a:pt x="723900" y="1323975"/>
                </a:lnTo>
                <a:lnTo>
                  <a:pt x="723900" y="1343025"/>
                </a:lnTo>
                <a:lnTo>
                  <a:pt x="704850" y="1343025"/>
                </a:lnTo>
                <a:close/>
                <a:moveTo>
                  <a:pt x="781050" y="1323975"/>
                </a:moveTo>
                <a:lnTo>
                  <a:pt x="790575" y="1323975"/>
                </a:lnTo>
                <a:lnTo>
                  <a:pt x="790575" y="1333500"/>
                </a:lnTo>
                <a:lnTo>
                  <a:pt x="781050" y="1333500"/>
                </a:lnTo>
                <a:close/>
                <a:moveTo>
                  <a:pt x="1685925" y="1333500"/>
                </a:moveTo>
                <a:lnTo>
                  <a:pt x="1704975" y="1333500"/>
                </a:lnTo>
                <a:lnTo>
                  <a:pt x="1704975" y="1343025"/>
                </a:lnTo>
                <a:lnTo>
                  <a:pt x="1685925" y="1343025"/>
                </a:lnTo>
                <a:close/>
                <a:moveTo>
                  <a:pt x="371475" y="1343025"/>
                </a:moveTo>
                <a:lnTo>
                  <a:pt x="381000" y="1343025"/>
                </a:lnTo>
                <a:lnTo>
                  <a:pt x="381000" y="1352550"/>
                </a:lnTo>
                <a:lnTo>
                  <a:pt x="371475" y="1352550"/>
                </a:lnTo>
                <a:close/>
                <a:moveTo>
                  <a:pt x="457200" y="1352550"/>
                </a:moveTo>
                <a:lnTo>
                  <a:pt x="476250" y="1352550"/>
                </a:lnTo>
                <a:lnTo>
                  <a:pt x="476250" y="1362075"/>
                </a:lnTo>
                <a:lnTo>
                  <a:pt x="457200" y="1362075"/>
                </a:lnTo>
                <a:close/>
                <a:moveTo>
                  <a:pt x="1704975" y="1371600"/>
                </a:moveTo>
                <a:lnTo>
                  <a:pt x="1714500" y="1371600"/>
                </a:lnTo>
                <a:lnTo>
                  <a:pt x="1714500" y="1419225"/>
                </a:lnTo>
                <a:lnTo>
                  <a:pt x="1704975" y="1419225"/>
                </a:lnTo>
                <a:close/>
                <a:moveTo>
                  <a:pt x="1543050" y="1390650"/>
                </a:moveTo>
                <a:lnTo>
                  <a:pt x="1562100" y="1390650"/>
                </a:lnTo>
                <a:lnTo>
                  <a:pt x="1562100" y="1400175"/>
                </a:lnTo>
                <a:lnTo>
                  <a:pt x="1552575" y="1400175"/>
                </a:lnTo>
                <a:lnTo>
                  <a:pt x="1552575" y="1409700"/>
                </a:lnTo>
                <a:lnTo>
                  <a:pt x="1543050" y="1409700"/>
                </a:lnTo>
                <a:close/>
                <a:moveTo>
                  <a:pt x="1685925" y="1419225"/>
                </a:moveTo>
                <a:lnTo>
                  <a:pt x="1695450" y="1419225"/>
                </a:lnTo>
                <a:lnTo>
                  <a:pt x="1695450" y="1428750"/>
                </a:lnTo>
                <a:lnTo>
                  <a:pt x="1685925" y="1428750"/>
                </a:lnTo>
                <a:close/>
                <a:moveTo>
                  <a:pt x="1428750" y="1428750"/>
                </a:moveTo>
                <a:lnTo>
                  <a:pt x="1438275" y="1428750"/>
                </a:lnTo>
                <a:lnTo>
                  <a:pt x="1438275" y="1438275"/>
                </a:lnTo>
                <a:lnTo>
                  <a:pt x="1428750" y="1438275"/>
                </a:lnTo>
                <a:close/>
                <a:moveTo>
                  <a:pt x="1600200" y="1428750"/>
                </a:moveTo>
                <a:lnTo>
                  <a:pt x="1666875" y="1428750"/>
                </a:lnTo>
                <a:lnTo>
                  <a:pt x="1666875" y="1438275"/>
                </a:lnTo>
                <a:lnTo>
                  <a:pt x="1647825" y="1438275"/>
                </a:lnTo>
                <a:lnTo>
                  <a:pt x="1647825" y="1457325"/>
                </a:lnTo>
                <a:lnTo>
                  <a:pt x="1600200" y="1457325"/>
                </a:lnTo>
                <a:close/>
                <a:moveTo>
                  <a:pt x="1676400" y="1428750"/>
                </a:moveTo>
                <a:lnTo>
                  <a:pt x="1685925" y="1428750"/>
                </a:lnTo>
                <a:lnTo>
                  <a:pt x="1685925" y="1438275"/>
                </a:lnTo>
                <a:lnTo>
                  <a:pt x="1676400" y="1438275"/>
                </a:lnTo>
                <a:close/>
                <a:moveTo>
                  <a:pt x="1695450" y="1428750"/>
                </a:moveTo>
                <a:lnTo>
                  <a:pt x="1704975" y="1428750"/>
                </a:lnTo>
                <a:lnTo>
                  <a:pt x="1704975" y="1438275"/>
                </a:lnTo>
                <a:lnTo>
                  <a:pt x="1695450" y="1438275"/>
                </a:lnTo>
                <a:close/>
                <a:moveTo>
                  <a:pt x="657225" y="1438275"/>
                </a:moveTo>
                <a:lnTo>
                  <a:pt x="666750" y="1438275"/>
                </a:lnTo>
                <a:lnTo>
                  <a:pt x="666750" y="1447800"/>
                </a:lnTo>
                <a:lnTo>
                  <a:pt x="657225" y="1447800"/>
                </a:lnTo>
                <a:close/>
                <a:moveTo>
                  <a:pt x="714375" y="1438275"/>
                </a:moveTo>
                <a:lnTo>
                  <a:pt x="723900" y="1438275"/>
                </a:lnTo>
                <a:lnTo>
                  <a:pt x="723900" y="1457325"/>
                </a:lnTo>
                <a:lnTo>
                  <a:pt x="714375" y="1457325"/>
                </a:lnTo>
                <a:close/>
                <a:moveTo>
                  <a:pt x="742950" y="1438275"/>
                </a:moveTo>
                <a:lnTo>
                  <a:pt x="790575" y="1438275"/>
                </a:lnTo>
                <a:lnTo>
                  <a:pt x="790575" y="1457325"/>
                </a:lnTo>
                <a:lnTo>
                  <a:pt x="742950" y="1457325"/>
                </a:lnTo>
                <a:close/>
                <a:moveTo>
                  <a:pt x="809625" y="1438275"/>
                </a:moveTo>
                <a:lnTo>
                  <a:pt x="838200" y="1438275"/>
                </a:lnTo>
                <a:lnTo>
                  <a:pt x="838200" y="1447800"/>
                </a:lnTo>
                <a:lnTo>
                  <a:pt x="828675" y="1447800"/>
                </a:lnTo>
                <a:lnTo>
                  <a:pt x="828675" y="1457325"/>
                </a:lnTo>
                <a:lnTo>
                  <a:pt x="809625" y="1457325"/>
                </a:lnTo>
                <a:close/>
                <a:moveTo>
                  <a:pt x="1095375" y="1438275"/>
                </a:moveTo>
                <a:lnTo>
                  <a:pt x="1104900" y="1438275"/>
                </a:lnTo>
                <a:lnTo>
                  <a:pt x="1104900" y="1457325"/>
                </a:lnTo>
                <a:lnTo>
                  <a:pt x="1095375" y="1457325"/>
                </a:lnTo>
                <a:close/>
                <a:moveTo>
                  <a:pt x="581025" y="1447800"/>
                </a:moveTo>
                <a:lnTo>
                  <a:pt x="590550" y="1447800"/>
                </a:lnTo>
                <a:lnTo>
                  <a:pt x="590550" y="1457325"/>
                </a:lnTo>
                <a:lnTo>
                  <a:pt x="581025" y="1457325"/>
                </a:lnTo>
                <a:close/>
                <a:moveTo>
                  <a:pt x="647700" y="1447800"/>
                </a:moveTo>
                <a:lnTo>
                  <a:pt x="657225" y="1447800"/>
                </a:lnTo>
                <a:lnTo>
                  <a:pt x="657225" y="1457325"/>
                </a:lnTo>
                <a:lnTo>
                  <a:pt x="647700" y="1457325"/>
                </a:lnTo>
                <a:close/>
                <a:moveTo>
                  <a:pt x="942975" y="1447800"/>
                </a:moveTo>
                <a:lnTo>
                  <a:pt x="962025" y="1447800"/>
                </a:lnTo>
                <a:lnTo>
                  <a:pt x="962025" y="1457325"/>
                </a:lnTo>
                <a:lnTo>
                  <a:pt x="942975" y="1457325"/>
                </a:lnTo>
                <a:close/>
                <a:moveTo>
                  <a:pt x="561975" y="1457325"/>
                </a:moveTo>
                <a:lnTo>
                  <a:pt x="581025" y="1457325"/>
                </a:lnTo>
                <a:lnTo>
                  <a:pt x="581025" y="1466850"/>
                </a:lnTo>
                <a:lnTo>
                  <a:pt x="561975" y="1466850"/>
                </a:lnTo>
                <a:close/>
                <a:moveTo>
                  <a:pt x="847725" y="1457325"/>
                </a:moveTo>
                <a:lnTo>
                  <a:pt x="866775" y="1457325"/>
                </a:lnTo>
                <a:lnTo>
                  <a:pt x="866775" y="1466850"/>
                </a:lnTo>
                <a:lnTo>
                  <a:pt x="847725" y="1466850"/>
                </a:lnTo>
                <a:close/>
                <a:moveTo>
                  <a:pt x="1533525" y="1457325"/>
                </a:moveTo>
                <a:lnTo>
                  <a:pt x="1552575" y="1457325"/>
                </a:lnTo>
                <a:lnTo>
                  <a:pt x="1552575" y="1466850"/>
                </a:lnTo>
                <a:lnTo>
                  <a:pt x="1533525" y="1466850"/>
                </a:lnTo>
                <a:close/>
                <a:moveTo>
                  <a:pt x="1647825" y="1457325"/>
                </a:moveTo>
                <a:lnTo>
                  <a:pt x="1657350" y="1457325"/>
                </a:lnTo>
                <a:lnTo>
                  <a:pt x="1657350" y="1466850"/>
                </a:lnTo>
                <a:lnTo>
                  <a:pt x="1647825" y="1466850"/>
                </a:lnTo>
                <a:close/>
                <a:moveTo>
                  <a:pt x="1704975" y="1457325"/>
                </a:moveTo>
                <a:lnTo>
                  <a:pt x="1714500" y="1457325"/>
                </a:lnTo>
                <a:lnTo>
                  <a:pt x="1714500" y="1466850"/>
                </a:lnTo>
                <a:lnTo>
                  <a:pt x="1704975" y="1466850"/>
                </a:lnTo>
                <a:close/>
                <a:moveTo>
                  <a:pt x="1609725" y="1504950"/>
                </a:moveTo>
                <a:lnTo>
                  <a:pt x="1638300" y="1504950"/>
                </a:lnTo>
                <a:lnTo>
                  <a:pt x="1638300" y="1514475"/>
                </a:lnTo>
                <a:lnTo>
                  <a:pt x="1609725" y="1514475"/>
                </a:lnTo>
                <a:close/>
                <a:moveTo>
                  <a:pt x="1647825" y="1504950"/>
                </a:moveTo>
                <a:lnTo>
                  <a:pt x="1666875" y="1504950"/>
                </a:lnTo>
                <a:lnTo>
                  <a:pt x="1666875" y="1514475"/>
                </a:lnTo>
                <a:lnTo>
                  <a:pt x="1647825" y="1514475"/>
                </a:lnTo>
                <a:close/>
                <a:moveTo>
                  <a:pt x="1171575" y="1552575"/>
                </a:moveTo>
                <a:lnTo>
                  <a:pt x="1190625" y="1552575"/>
                </a:lnTo>
                <a:lnTo>
                  <a:pt x="1190625" y="1562100"/>
                </a:lnTo>
                <a:lnTo>
                  <a:pt x="1171575" y="1562100"/>
                </a:lnTo>
                <a:close/>
                <a:moveTo>
                  <a:pt x="323850" y="1562100"/>
                </a:moveTo>
                <a:lnTo>
                  <a:pt x="342900" y="1562100"/>
                </a:lnTo>
                <a:lnTo>
                  <a:pt x="342900" y="1581150"/>
                </a:lnTo>
                <a:lnTo>
                  <a:pt x="323850" y="1581150"/>
                </a:lnTo>
                <a:close/>
                <a:moveTo>
                  <a:pt x="428625" y="1562100"/>
                </a:moveTo>
                <a:lnTo>
                  <a:pt x="438150" y="1562100"/>
                </a:lnTo>
                <a:lnTo>
                  <a:pt x="438150" y="1581150"/>
                </a:lnTo>
                <a:lnTo>
                  <a:pt x="409575" y="1581150"/>
                </a:lnTo>
                <a:lnTo>
                  <a:pt x="409575" y="1571625"/>
                </a:lnTo>
                <a:lnTo>
                  <a:pt x="428625" y="1571625"/>
                </a:lnTo>
                <a:close/>
                <a:moveTo>
                  <a:pt x="504825" y="1562100"/>
                </a:moveTo>
                <a:lnTo>
                  <a:pt x="533400" y="1562100"/>
                </a:lnTo>
                <a:lnTo>
                  <a:pt x="533400" y="1571625"/>
                </a:lnTo>
                <a:lnTo>
                  <a:pt x="542925" y="1571625"/>
                </a:lnTo>
                <a:lnTo>
                  <a:pt x="542925" y="1590675"/>
                </a:lnTo>
                <a:lnTo>
                  <a:pt x="504825" y="1590675"/>
                </a:lnTo>
                <a:close/>
                <a:moveTo>
                  <a:pt x="552450" y="1562100"/>
                </a:moveTo>
                <a:lnTo>
                  <a:pt x="561975" y="1562100"/>
                </a:lnTo>
                <a:lnTo>
                  <a:pt x="561975" y="1571625"/>
                </a:lnTo>
                <a:lnTo>
                  <a:pt x="552450" y="1571625"/>
                </a:lnTo>
                <a:close/>
                <a:moveTo>
                  <a:pt x="581025" y="1562100"/>
                </a:moveTo>
                <a:lnTo>
                  <a:pt x="590550" y="1562100"/>
                </a:lnTo>
                <a:lnTo>
                  <a:pt x="590550" y="1571625"/>
                </a:lnTo>
                <a:lnTo>
                  <a:pt x="581025" y="1571625"/>
                </a:lnTo>
                <a:close/>
                <a:moveTo>
                  <a:pt x="733425" y="1562100"/>
                </a:moveTo>
                <a:lnTo>
                  <a:pt x="781050" y="1562100"/>
                </a:lnTo>
                <a:lnTo>
                  <a:pt x="781050" y="1571625"/>
                </a:lnTo>
                <a:lnTo>
                  <a:pt x="752475" y="1571625"/>
                </a:lnTo>
                <a:lnTo>
                  <a:pt x="752475" y="1590675"/>
                </a:lnTo>
                <a:lnTo>
                  <a:pt x="704850" y="1590675"/>
                </a:lnTo>
                <a:lnTo>
                  <a:pt x="704850" y="1571625"/>
                </a:lnTo>
                <a:lnTo>
                  <a:pt x="733425" y="1571625"/>
                </a:lnTo>
                <a:close/>
                <a:moveTo>
                  <a:pt x="828675" y="1562100"/>
                </a:moveTo>
                <a:lnTo>
                  <a:pt x="857250" y="1562100"/>
                </a:lnTo>
                <a:lnTo>
                  <a:pt x="857250" y="1571625"/>
                </a:lnTo>
                <a:lnTo>
                  <a:pt x="866775" y="1571625"/>
                </a:lnTo>
                <a:lnTo>
                  <a:pt x="866775" y="1562100"/>
                </a:lnTo>
                <a:lnTo>
                  <a:pt x="904875" y="1562100"/>
                </a:lnTo>
                <a:lnTo>
                  <a:pt x="904875" y="1590675"/>
                </a:lnTo>
                <a:lnTo>
                  <a:pt x="895350" y="1590675"/>
                </a:lnTo>
                <a:lnTo>
                  <a:pt x="895350" y="1581150"/>
                </a:lnTo>
                <a:lnTo>
                  <a:pt x="885825" y="1581150"/>
                </a:lnTo>
                <a:lnTo>
                  <a:pt x="885825" y="1590675"/>
                </a:lnTo>
                <a:lnTo>
                  <a:pt x="876300" y="1590675"/>
                </a:lnTo>
                <a:lnTo>
                  <a:pt x="876300" y="1571625"/>
                </a:lnTo>
                <a:lnTo>
                  <a:pt x="866775" y="1571625"/>
                </a:lnTo>
                <a:lnTo>
                  <a:pt x="866775" y="1590675"/>
                </a:lnTo>
                <a:lnTo>
                  <a:pt x="838200" y="1590675"/>
                </a:lnTo>
                <a:lnTo>
                  <a:pt x="838200" y="1571625"/>
                </a:lnTo>
                <a:lnTo>
                  <a:pt x="828675" y="1571625"/>
                </a:lnTo>
                <a:close/>
                <a:moveTo>
                  <a:pt x="1228725" y="1562100"/>
                </a:moveTo>
                <a:lnTo>
                  <a:pt x="1257300" y="1562100"/>
                </a:lnTo>
                <a:lnTo>
                  <a:pt x="1257300" y="1571625"/>
                </a:lnTo>
                <a:lnTo>
                  <a:pt x="1247775" y="1571625"/>
                </a:lnTo>
                <a:lnTo>
                  <a:pt x="1247775" y="1581150"/>
                </a:lnTo>
                <a:lnTo>
                  <a:pt x="1171575" y="1581150"/>
                </a:lnTo>
                <a:lnTo>
                  <a:pt x="1171575" y="1571625"/>
                </a:lnTo>
                <a:lnTo>
                  <a:pt x="1228725" y="1571625"/>
                </a:lnTo>
                <a:close/>
                <a:moveTo>
                  <a:pt x="1504950" y="1562100"/>
                </a:moveTo>
                <a:lnTo>
                  <a:pt x="1533525" y="1562100"/>
                </a:lnTo>
                <a:lnTo>
                  <a:pt x="1533525" y="1571625"/>
                </a:lnTo>
                <a:lnTo>
                  <a:pt x="1504950" y="1571625"/>
                </a:lnTo>
                <a:close/>
                <a:moveTo>
                  <a:pt x="1609725" y="1562100"/>
                </a:moveTo>
                <a:lnTo>
                  <a:pt x="1628775" y="1562100"/>
                </a:lnTo>
                <a:lnTo>
                  <a:pt x="1628775" y="1571625"/>
                </a:lnTo>
                <a:lnTo>
                  <a:pt x="1609725" y="1571625"/>
                </a:lnTo>
                <a:close/>
                <a:moveTo>
                  <a:pt x="209550" y="1571625"/>
                </a:moveTo>
                <a:lnTo>
                  <a:pt x="219075" y="1571625"/>
                </a:lnTo>
                <a:lnTo>
                  <a:pt x="219075" y="1581150"/>
                </a:lnTo>
                <a:lnTo>
                  <a:pt x="209550" y="1581150"/>
                </a:lnTo>
                <a:close/>
                <a:moveTo>
                  <a:pt x="942975" y="1571625"/>
                </a:moveTo>
                <a:lnTo>
                  <a:pt x="962025" y="1571625"/>
                </a:lnTo>
                <a:lnTo>
                  <a:pt x="962025" y="1581150"/>
                </a:lnTo>
                <a:lnTo>
                  <a:pt x="952500" y="1581150"/>
                </a:lnTo>
                <a:lnTo>
                  <a:pt x="952500" y="1590675"/>
                </a:lnTo>
                <a:lnTo>
                  <a:pt x="942975" y="1590675"/>
                </a:lnTo>
                <a:close/>
                <a:moveTo>
                  <a:pt x="1104900" y="1571625"/>
                </a:moveTo>
                <a:lnTo>
                  <a:pt x="1114425" y="1571625"/>
                </a:lnTo>
                <a:lnTo>
                  <a:pt x="1114425" y="1581150"/>
                </a:lnTo>
                <a:lnTo>
                  <a:pt x="1104900" y="1581150"/>
                </a:lnTo>
                <a:close/>
                <a:moveTo>
                  <a:pt x="1123950" y="1571625"/>
                </a:moveTo>
                <a:lnTo>
                  <a:pt x="1133475" y="1571625"/>
                </a:lnTo>
                <a:lnTo>
                  <a:pt x="1133475" y="1581150"/>
                </a:lnTo>
                <a:lnTo>
                  <a:pt x="1123950" y="1581150"/>
                </a:lnTo>
                <a:close/>
                <a:moveTo>
                  <a:pt x="1362075" y="1571625"/>
                </a:moveTo>
                <a:lnTo>
                  <a:pt x="1409700" y="1571625"/>
                </a:lnTo>
                <a:lnTo>
                  <a:pt x="1409700" y="1590675"/>
                </a:lnTo>
                <a:lnTo>
                  <a:pt x="1362075" y="1590675"/>
                </a:lnTo>
                <a:close/>
                <a:moveTo>
                  <a:pt x="1666875" y="1571625"/>
                </a:moveTo>
                <a:lnTo>
                  <a:pt x="1695450" y="1571625"/>
                </a:lnTo>
                <a:lnTo>
                  <a:pt x="1695450" y="1590675"/>
                </a:lnTo>
                <a:lnTo>
                  <a:pt x="1666875" y="1590675"/>
                </a:lnTo>
                <a:close/>
                <a:moveTo>
                  <a:pt x="180975" y="1581150"/>
                </a:moveTo>
                <a:lnTo>
                  <a:pt x="209550" y="1581150"/>
                </a:lnTo>
                <a:lnTo>
                  <a:pt x="209550" y="1590675"/>
                </a:lnTo>
                <a:lnTo>
                  <a:pt x="190500" y="1590675"/>
                </a:lnTo>
                <a:lnTo>
                  <a:pt x="190500" y="1600200"/>
                </a:lnTo>
                <a:lnTo>
                  <a:pt x="180975" y="1600200"/>
                </a:lnTo>
                <a:close/>
                <a:moveTo>
                  <a:pt x="457200" y="1600200"/>
                </a:moveTo>
                <a:lnTo>
                  <a:pt x="466725" y="1600200"/>
                </a:lnTo>
                <a:lnTo>
                  <a:pt x="466725" y="1609725"/>
                </a:lnTo>
                <a:lnTo>
                  <a:pt x="457200" y="1609725"/>
                </a:lnTo>
                <a:close/>
                <a:moveTo>
                  <a:pt x="485775" y="1609725"/>
                </a:moveTo>
                <a:lnTo>
                  <a:pt x="504825" y="1609725"/>
                </a:lnTo>
                <a:lnTo>
                  <a:pt x="504825" y="1619250"/>
                </a:lnTo>
                <a:lnTo>
                  <a:pt x="485775" y="1619250"/>
                </a:lnTo>
                <a:close/>
                <a:moveTo>
                  <a:pt x="485775" y="1628775"/>
                </a:moveTo>
                <a:lnTo>
                  <a:pt x="533400" y="1628775"/>
                </a:lnTo>
                <a:lnTo>
                  <a:pt x="533400" y="1638300"/>
                </a:lnTo>
                <a:lnTo>
                  <a:pt x="485775" y="1638300"/>
                </a:lnTo>
                <a:close/>
                <a:moveTo>
                  <a:pt x="561975" y="1647825"/>
                </a:moveTo>
                <a:lnTo>
                  <a:pt x="571500" y="1647825"/>
                </a:lnTo>
                <a:lnTo>
                  <a:pt x="571500" y="1657350"/>
                </a:lnTo>
                <a:lnTo>
                  <a:pt x="561975" y="1657350"/>
                </a:lnTo>
                <a:close/>
                <a:moveTo>
                  <a:pt x="857250" y="1647825"/>
                </a:moveTo>
                <a:lnTo>
                  <a:pt x="866775" y="1647825"/>
                </a:lnTo>
                <a:lnTo>
                  <a:pt x="866775" y="1657350"/>
                </a:lnTo>
                <a:lnTo>
                  <a:pt x="857250" y="1657350"/>
                </a:lnTo>
                <a:close/>
                <a:moveTo>
                  <a:pt x="571500" y="1657350"/>
                </a:moveTo>
                <a:lnTo>
                  <a:pt x="590550" y="1657350"/>
                </a:lnTo>
                <a:lnTo>
                  <a:pt x="590550" y="1666875"/>
                </a:lnTo>
                <a:lnTo>
                  <a:pt x="600075" y="1666875"/>
                </a:lnTo>
                <a:lnTo>
                  <a:pt x="600075" y="1676400"/>
                </a:lnTo>
                <a:lnTo>
                  <a:pt x="590550" y="1676400"/>
                </a:lnTo>
                <a:lnTo>
                  <a:pt x="590550" y="1685925"/>
                </a:lnTo>
                <a:lnTo>
                  <a:pt x="571500" y="1685925"/>
                </a:lnTo>
                <a:lnTo>
                  <a:pt x="571500" y="1695450"/>
                </a:lnTo>
                <a:lnTo>
                  <a:pt x="581025" y="1695450"/>
                </a:lnTo>
                <a:lnTo>
                  <a:pt x="581025" y="1704975"/>
                </a:lnTo>
                <a:lnTo>
                  <a:pt x="561975" y="1704975"/>
                </a:lnTo>
                <a:lnTo>
                  <a:pt x="561975" y="1695450"/>
                </a:lnTo>
                <a:lnTo>
                  <a:pt x="552450" y="1695450"/>
                </a:lnTo>
                <a:lnTo>
                  <a:pt x="552450" y="1685925"/>
                </a:lnTo>
                <a:lnTo>
                  <a:pt x="561975" y="1685925"/>
                </a:lnTo>
                <a:lnTo>
                  <a:pt x="561975" y="1676400"/>
                </a:lnTo>
                <a:lnTo>
                  <a:pt x="571500" y="1676400"/>
                </a:lnTo>
                <a:close/>
                <a:moveTo>
                  <a:pt x="1047750" y="1666875"/>
                </a:moveTo>
                <a:lnTo>
                  <a:pt x="1057275" y="1666875"/>
                </a:lnTo>
                <a:lnTo>
                  <a:pt x="1057275" y="1676400"/>
                </a:lnTo>
                <a:lnTo>
                  <a:pt x="1066800" y="1676400"/>
                </a:lnTo>
                <a:lnTo>
                  <a:pt x="1066800" y="1704975"/>
                </a:lnTo>
                <a:lnTo>
                  <a:pt x="1057275" y="1704975"/>
                </a:lnTo>
                <a:lnTo>
                  <a:pt x="1057275" y="1695450"/>
                </a:lnTo>
                <a:lnTo>
                  <a:pt x="1047750" y="1695450"/>
                </a:lnTo>
                <a:close/>
                <a:moveTo>
                  <a:pt x="1552575" y="1666875"/>
                </a:moveTo>
                <a:lnTo>
                  <a:pt x="1581150" y="1666875"/>
                </a:lnTo>
                <a:lnTo>
                  <a:pt x="1581150" y="1685925"/>
                </a:lnTo>
                <a:lnTo>
                  <a:pt x="1590675" y="1685925"/>
                </a:lnTo>
                <a:lnTo>
                  <a:pt x="1590675" y="1714500"/>
                </a:lnTo>
                <a:lnTo>
                  <a:pt x="1543050" y="1714500"/>
                </a:lnTo>
                <a:lnTo>
                  <a:pt x="1543050" y="1704975"/>
                </a:lnTo>
                <a:lnTo>
                  <a:pt x="1533525" y="1704975"/>
                </a:lnTo>
                <a:lnTo>
                  <a:pt x="1533525" y="1714500"/>
                </a:lnTo>
                <a:lnTo>
                  <a:pt x="1524000" y="1714500"/>
                </a:lnTo>
                <a:lnTo>
                  <a:pt x="1524000" y="1704975"/>
                </a:lnTo>
                <a:lnTo>
                  <a:pt x="1514475" y="1704975"/>
                </a:lnTo>
                <a:lnTo>
                  <a:pt x="1514475" y="1714500"/>
                </a:lnTo>
                <a:lnTo>
                  <a:pt x="1457325" y="1714500"/>
                </a:lnTo>
                <a:lnTo>
                  <a:pt x="1457325" y="1704975"/>
                </a:lnTo>
                <a:lnTo>
                  <a:pt x="1447800" y="1704975"/>
                </a:lnTo>
                <a:lnTo>
                  <a:pt x="1447800" y="1695450"/>
                </a:lnTo>
                <a:lnTo>
                  <a:pt x="1438275" y="1695450"/>
                </a:lnTo>
                <a:lnTo>
                  <a:pt x="1438275" y="1685925"/>
                </a:lnTo>
                <a:lnTo>
                  <a:pt x="1447800" y="1685925"/>
                </a:lnTo>
                <a:lnTo>
                  <a:pt x="1447800" y="1695450"/>
                </a:lnTo>
                <a:lnTo>
                  <a:pt x="1495425" y="1695450"/>
                </a:lnTo>
                <a:lnTo>
                  <a:pt x="1495425" y="1685925"/>
                </a:lnTo>
                <a:lnTo>
                  <a:pt x="1504950" y="1685925"/>
                </a:lnTo>
                <a:lnTo>
                  <a:pt x="1504950" y="1695450"/>
                </a:lnTo>
                <a:lnTo>
                  <a:pt x="1514475" y="1695450"/>
                </a:lnTo>
                <a:lnTo>
                  <a:pt x="1514475" y="1685925"/>
                </a:lnTo>
                <a:lnTo>
                  <a:pt x="1524000" y="1685925"/>
                </a:lnTo>
                <a:lnTo>
                  <a:pt x="1524000" y="1695450"/>
                </a:lnTo>
                <a:lnTo>
                  <a:pt x="1533525" y="1695450"/>
                </a:lnTo>
                <a:lnTo>
                  <a:pt x="1533525" y="1685925"/>
                </a:lnTo>
                <a:lnTo>
                  <a:pt x="1543050" y="1685925"/>
                </a:lnTo>
                <a:lnTo>
                  <a:pt x="1543050" y="1695450"/>
                </a:lnTo>
                <a:lnTo>
                  <a:pt x="1552575" y="1695450"/>
                </a:lnTo>
                <a:close/>
                <a:moveTo>
                  <a:pt x="495300" y="1685925"/>
                </a:moveTo>
                <a:lnTo>
                  <a:pt x="504825" y="1685925"/>
                </a:lnTo>
                <a:lnTo>
                  <a:pt x="504825" y="1714500"/>
                </a:lnTo>
                <a:lnTo>
                  <a:pt x="495300" y="1714500"/>
                </a:lnTo>
                <a:close/>
                <a:moveTo>
                  <a:pt x="533400" y="1685925"/>
                </a:moveTo>
                <a:lnTo>
                  <a:pt x="542925" y="1685925"/>
                </a:lnTo>
                <a:lnTo>
                  <a:pt x="542925" y="1695450"/>
                </a:lnTo>
                <a:lnTo>
                  <a:pt x="533400" y="1695450"/>
                </a:lnTo>
                <a:close/>
                <a:moveTo>
                  <a:pt x="742950" y="1685925"/>
                </a:moveTo>
                <a:lnTo>
                  <a:pt x="752475" y="1685925"/>
                </a:lnTo>
                <a:lnTo>
                  <a:pt x="752475" y="1695450"/>
                </a:lnTo>
                <a:lnTo>
                  <a:pt x="742950" y="1695450"/>
                </a:lnTo>
                <a:close/>
                <a:moveTo>
                  <a:pt x="800100" y="1685925"/>
                </a:moveTo>
                <a:lnTo>
                  <a:pt x="819150" y="1685925"/>
                </a:lnTo>
                <a:lnTo>
                  <a:pt x="819150" y="1695450"/>
                </a:lnTo>
                <a:lnTo>
                  <a:pt x="828675" y="1695450"/>
                </a:lnTo>
                <a:lnTo>
                  <a:pt x="828675" y="1704975"/>
                </a:lnTo>
                <a:lnTo>
                  <a:pt x="819150" y="1704975"/>
                </a:lnTo>
                <a:lnTo>
                  <a:pt x="819150" y="1714500"/>
                </a:lnTo>
                <a:lnTo>
                  <a:pt x="657225" y="1714500"/>
                </a:lnTo>
                <a:lnTo>
                  <a:pt x="657225" y="1704975"/>
                </a:lnTo>
                <a:lnTo>
                  <a:pt x="638175" y="1704975"/>
                </a:lnTo>
                <a:lnTo>
                  <a:pt x="638175" y="1714500"/>
                </a:lnTo>
                <a:lnTo>
                  <a:pt x="619125" y="1714500"/>
                </a:lnTo>
                <a:lnTo>
                  <a:pt x="619125" y="1704975"/>
                </a:lnTo>
                <a:lnTo>
                  <a:pt x="628650" y="1704975"/>
                </a:lnTo>
                <a:lnTo>
                  <a:pt x="628650" y="1695450"/>
                </a:lnTo>
                <a:lnTo>
                  <a:pt x="676275" y="1695450"/>
                </a:lnTo>
                <a:lnTo>
                  <a:pt x="676275" y="1704975"/>
                </a:lnTo>
                <a:lnTo>
                  <a:pt x="685800" y="1704975"/>
                </a:lnTo>
                <a:lnTo>
                  <a:pt x="685800" y="1695450"/>
                </a:lnTo>
                <a:lnTo>
                  <a:pt x="723900" y="1695450"/>
                </a:lnTo>
                <a:lnTo>
                  <a:pt x="723900" y="1704975"/>
                </a:lnTo>
                <a:lnTo>
                  <a:pt x="733425" y="1704975"/>
                </a:lnTo>
                <a:lnTo>
                  <a:pt x="733425" y="1695450"/>
                </a:lnTo>
                <a:lnTo>
                  <a:pt x="742950" y="1695450"/>
                </a:lnTo>
                <a:lnTo>
                  <a:pt x="742950" y="1704975"/>
                </a:lnTo>
                <a:lnTo>
                  <a:pt x="752475" y="1704975"/>
                </a:lnTo>
                <a:lnTo>
                  <a:pt x="752475" y="1695450"/>
                </a:lnTo>
                <a:lnTo>
                  <a:pt x="800100" y="1695450"/>
                </a:lnTo>
                <a:close/>
                <a:moveTo>
                  <a:pt x="1352550" y="1685925"/>
                </a:moveTo>
                <a:lnTo>
                  <a:pt x="1371600" y="1685925"/>
                </a:lnTo>
                <a:lnTo>
                  <a:pt x="1371600" y="1704975"/>
                </a:lnTo>
                <a:lnTo>
                  <a:pt x="1352550" y="1704975"/>
                </a:lnTo>
                <a:lnTo>
                  <a:pt x="1352550" y="1714500"/>
                </a:lnTo>
                <a:lnTo>
                  <a:pt x="1323975" y="1714500"/>
                </a:lnTo>
                <a:lnTo>
                  <a:pt x="1323975" y="1704975"/>
                </a:lnTo>
                <a:lnTo>
                  <a:pt x="1314450" y="1704975"/>
                </a:lnTo>
                <a:lnTo>
                  <a:pt x="1314450" y="1714500"/>
                </a:lnTo>
                <a:lnTo>
                  <a:pt x="1304925" y="1714500"/>
                </a:lnTo>
                <a:lnTo>
                  <a:pt x="1304925" y="1704975"/>
                </a:lnTo>
                <a:lnTo>
                  <a:pt x="1295400" y="1704975"/>
                </a:lnTo>
                <a:lnTo>
                  <a:pt x="1295400" y="1695450"/>
                </a:lnTo>
                <a:lnTo>
                  <a:pt x="1352550" y="1695450"/>
                </a:lnTo>
                <a:close/>
                <a:moveTo>
                  <a:pt x="942975" y="1695450"/>
                </a:moveTo>
                <a:lnTo>
                  <a:pt x="962025" y="1695450"/>
                </a:lnTo>
                <a:lnTo>
                  <a:pt x="962025" y="1714500"/>
                </a:lnTo>
                <a:lnTo>
                  <a:pt x="942975" y="1714500"/>
                </a:lnTo>
                <a:close/>
                <a:moveTo>
                  <a:pt x="1038225" y="1695450"/>
                </a:moveTo>
                <a:lnTo>
                  <a:pt x="1047750" y="1695450"/>
                </a:lnTo>
                <a:lnTo>
                  <a:pt x="1047750" y="1704975"/>
                </a:lnTo>
                <a:lnTo>
                  <a:pt x="1057275" y="1704975"/>
                </a:lnTo>
                <a:lnTo>
                  <a:pt x="1057275" y="1714500"/>
                </a:lnTo>
                <a:lnTo>
                  <a:pt x="1038225" y="1714500"/>
                </a:lnTo>
                <a:close/>
                <a:moveTo>
                  <a:pt x="1143000" y="1695450"/>
                </a:moveTo>
                <a:lnTo>
                  <a:pt x="1171575" y="1695450"/>
                </a:lnTo>
                <a:lnTo>
                  <a:pt x="1171575" y="1704975"/>
                </a:lnTo>
                <a:lnTo>
                  <a:pt x="1162050" y="1704975"/>
                </a:lnTo>
                <a:lnTo>
                  <a:pt x="1162050" y="1714500"/>
                </a:lnTo>
                <a:lnTo>
                  <a:pt x="1133475" y="1714500"/>
                </a:lnTo>
                <a:lnTo>
                  <a:pt x="1133475" y="1704975"/>
                </a:lnTo>
                <a:lnTo>
                  <a:pt x="1143000" y="1704975"/>
                </a:lnTo>
                <a:close/>
                <a:moveTo>
                  <a:pt x="1238250" y="1695450"/>
                </a:moveTo>
                <a:lnTo>
                  <a:pt x="1276350" y="1695450"/>
                </a:lnTo>
                <a:lnTo>
                  <a:pt x="1276350" y="1704975"/>
                </a:lnTo>
                <a:lnTo>
                  <a:pt x="1238250" y="1704975"/>
                </a:lnTo>
                <a:close/>
                <a:moveTo>
                  <a:pt x="1381125" y="1695450"/>
                </a:moveTo>
                <a:lnTo>
                  <a:pt x="1400175" y="1695450"/>
                </a:lnTo>
                <a:lnTo>
                  <a:pt x="1400175" y="1714500"/>
                </a:lnTo>
                <a:lnTo>
                  <a:pt x="1371600" y="1714500"/>
                </a:lnTo>
                <a:lnTo>
                  <a:pt x="1371600" y="1704975"/>
                </a:lnTo>
                <a:lnTo>
                  <a:pt x="1381125" y="1704975"/>
                </a:lnTo>
                <a:close/>
                <a:moveTo>
                  <a:pt x="1419225" y="1695450"/>
                </a:moveTo>
                <a:lnTo>
                  <a:pt x="1438275" y="1695450"/>
                </a:lnTo>
                <a:lnTo>
                  <a:pt x="1438275" y="1704975"/>
                </a:lnTo>
                <a:lnTo>
                  <a:pt x="1447800" y="1704975"/>
                </a:lnTo>
                <a:lnTo>
                  <a:pt x="1447800" y="1714500"/>
                </a:lnTo>
                <a:lnTo>
                  <a:pt x="1419225" y="1714500"/>
                </a:lnTo>
                <a:close/>
                <a:moveTo>
                  <a:pt x="514350" y="1704975"/>
                </a:moveTo>
                <a:lnTo>
                  <a:pt x="523875" y="1704975"/>
                </a:lnTo>
                <a:lnTo>
                  <a:pt x="523875" y="1714500"/>
                </a:lnTo>
                <a:lnTo>
                  <a:pt x="514350" y="1714500"/>
                </a:lnTo>
                <a:close/>
                <a:moveTo>
                  <a:pt x="552450" y="1704975"/>
                </a:moveTo>
                <a:lnTo>
                  <a:pt x="561975" y="1704975"/>
                </a:lnTo>
                <a:lnTo>
                  <a:pt x="561975" y="1714500"/>
                </a:lnTo>
                <a:lnTo>
                  <a:pt x="552450" y="1714500"/>
                </a:lnTo>
                <a:close/>
                <a:moveTo>
                  <a:pt x="581025" y="1704975"/>
                </a:moveTo>
                <a:lnTo>
                  <a:pt x="600075" y="1704975"/>
                </a:lnTo>
                <a:lnTo>
                  <a:pt x="600075" y="1733550"/>
                </a:lnTo>
                <a:lnTo>
                  <a:pt x="581025" y="1733550"/>
                </a:lnTo>
                <a:close/>
                <a:moveTo>
                  <a:pt x="885825" y="1704975"/>
                </a:moveTo>
                <a:lnTo>
                  <a:pt x="895350" y="1704975"/>
                </a:lnTo>
                <a:lnTo>
                  <a:pt x="895350" y="1714500"/>
                </a:lnTo>
                <a:lnTo>
                  <a:pt x="885825" y="1714500"/>
                </a:lnTo>
                <a:close/>
                <a:moveTo>
                  <a:pt x="1095375" y="1704975"/>
                </a:moveTo>
                <a:lnTo>
                  <a:pt x="1123950" y="1704975"/>
                </a:lnTo>
                <a:lnTo>
                  <a:pt x="1123950" y="1714500"/>
                </a:lnTo>
                <a:lnTo>
                  <a:pt x="1095375" y="1714500"/>
                </a:lnTo>
                <a:close/>
                <a:moveTo>
                  <a:pt x="1562100" y="1704975"/>
                </a:moveTo>
                <a:lnTo>
                  <a:pt x="1571625" y="1704975"/>
                </a:lnTo>
                <a:lnTo>
                  <a:pt x="1571625" y="1685925"/>
                </a:lnTo>
                <a:lnTo>
                  <a:pt x="1562100" y="1685925"/>
                </a:lnTo>
                <a:close/>
                <a:moveTo>
                  <a:pt x="533400" y="1714500"/>
                </a:moveTo>
                <a:lnTo>
                  <a:pt x="542925" y="1714500"/>
                </a:lnTo>
                <a:lnTo>
                  <a:pt x="542925" y="1733550"/>
                </a:lnTo>
                <a:lnTo>
                  <a:pt x="533400" y="1733550"/>
                </a:lnTo>
                <a:close/>
                <a:moveTo>
                  <a:pt x="895350" y="1714500"/>
                </a:moveTo>
                <a:lnTo>
                  <a:pt x="904875" y="1714500"/>
                </a:lnTo>
                <a:lnTo>
                  <a:pt x="904875" y="1733550"/>
                </a:lnTo>
                <a:lnTo>
                  <a:pt x="895350" y="1733550"/>
                </a:lnTo>
                <a:close/>
                <a:moveTo>
                  <a:pt x="914400" y="1714500"/>
                </a:moveTo>
                <a:lnTo>
                  <a:pt x="923925" y="1714500"/>
                </a:lnTo>
                <a:lnTo>
                  <a:pt x="923925" y="1733550"/>
                </a:lnTo>
                <a:lnTo>
                  <a:pt x="914400" y="1733550"/>
                </a:lnTo>
                <a:close/>
                <a:moveTo>
                  <a:pt x="990600" y="1714500"/>
                </a:moveTo>
                <a:lnTo>
                  <a:pt x="1009650" y="1714500"/>
                </a:lnTo>
                <a:lnTo>
                  <a:pt x="1009650" y="1733550"/>
                </a:lnTo>
                <a:lnTo>
                  <a:pt x="990600" y="1733550"/>
                </a:lnTo>
                <a:close/>
                <a:moveTo>
                  <a:pt x="295275" y="1752600"/>
                </a:moveTo>
                <a:lnTo>
                  <a:pt x="304800" y="1752600"/>
                </a:lnTo>
                <a:lnTo>
                  <a:pt x="304800" y="1762125"/>
                </a:lnTo>
                <a:lnTo>
                  <a:pt x="295275" y="1762125"/>
                </a:lnTo>
                <a:close/>
                <a:moveTo>
                  <a:pt x="533400" y="1752600"/>
                </a:moveTo>
                <a:lnTo>
                  <a:pt x="542925" y="1752600"/>
                </a:lnTo>
                <a:lnTo>
                  <a:pt x="542925" y="1762125"/>
                </a:lnTo>
                <a:lnTo>
                  <a:pt x="533400" y="1762125"/>
                </a:lnTo>
                <a:close/>
                <a:moveTo>
                  <a:pt x="647700" y="1752600"/>
                </a:moveTo>
                <a:lnTo>
                  <a:pt x="685800" y="1752600"/>
                </a:lnTo>
                <a:lnTo>
                  <a:pt x="685800" y="1781175"/>
                </a:lnTo>
                <a:lnTo>
                  <a:pt x="666750" y="1781175"/>
                </a:lnTo>
                <a:lnTo>
                  <a:pt x="666750" y="1771650"/>
                </a:lnTo>
                <a:lnTo>
                  <a:pt x="676275" y="1771650"/>
                </a:lnTo>
                <a:lnTo>
                  <a:pt x="676275" y="1762125"/>
                </a:lnTo>
                <a:lnTo>
                  <a:pt x="647700" y="1762125"/>
                </a:lnTo>
                <a:close/>
                <a:moveTo>
                  <a:pt x="304800" y="1762125"/>
                </a:moveTo>
                <a:lnTo>
                  <a:pt x="314325" y="1762125"/>
                </a:lnTo>
                <a:lnTo>
                  <a:pt x="314325" y="1771650"/>
                </a:lnTo>
                <a:lnTo>
                  <a:pt x="304800" y="1771650"/>
                </a:lnTo>
                <a:close/>
                <a:moveTo>
                  <a:pt x="704850" y="1762125"/>
                </a:moveTo>
                <a:lnTo>
                  <a:pt x="714375" y="1762125"/>
                </a:lnTo>
                <a:lnTo>
                  <a:pt x="714375" y="1771650"/>
                </a:lnTo>
                <a:lnTo>
                  <a:pt x="704850" y="1771650"/>
                </a:lnTo>
                <a:close/>
                <a:moveTo>
                  <a:pt x="1590675" y="1762125"/>
                </a:moveTo>
                <a:lnTo>
                  <a:pt x="1600200" y="1762125"/>
                </a:lnTo>
                <a:lnTo>
                  <a:pt x="1600200" y="1771650"/>
                </a:lnTo>
                <a:lnTo>
                  <a:pt x="1609725" y="1771650"/>
                </a:lnTo>
                <a:lnTo>
                  <a:pt x="1609725" y="1790700"/>
                </a:lnTo>
                <a:lnTo>
                  <a:pt x="1600200" y="1790700"/>
                </a:lnTo>
                <a:lnTo>
                  <a:pt x="1600200" y="1800225"/>
                </a:lnTo>
                <a:lnTo>
                  <a:pt x="1581150" y="1800225"/>
                </a:lnTo>
                <a:lnTo>
                  <a:pt x="1581150" y="1790700"/>
                </a:lnTo>
                <a:lnTo>
                  <a:pt x="1571625" y="1790700"/>
                </a:lnTo>
                <a:lnTo>
                  <a:pt x="1571625" y="1771650"/>
                </a:lnTo>
                <a:lnTo>
                  <a:pt x="1590675" y="1771650"/>
                </a:lnTo>
                <a:close/>
                <a:moveTo>
                  <a:pt x="400050" y="1771650"/>
                </a:moveTo>
                <a:lnTo>
                  <a:pt x="409575" y="1771650"/>
                </a:lnTo>
                <a:lnTo>
                  <a:pt x="409575" y="1790700"/>
                </a:lnTo>
                <a:lnTo>
                  <a:pt x="400050" y="1790700"/>
                </a:lnTo>
                <a:close/>
                <a:moveTo>
                  <a:pt x="628650" y="1771650"/>
                </a:moveTo>
                <a:lnTo>
                  <a:pt x="638175" y="1771650"/>
                </a:lnTo>
                <a:lnTo>
                  <a:pt x="638175" y="1781175"/>
                </a:lnTo>
                <a:lnTo>
                  <a:pt x="628650" y="1781175"/>
                </a:lnTo>
                <a:close/>
                <a:moveTo>
                  <a:pt x="609600" y="1781175"/>
                </a:moveTo>
                <a:lnTo>
                  <a:pt x="628650" y="1781175"/>
                </a:lnTo>
                <a:lnTo>
                  <a:pt x="628650" y="1790700"/>
                </a:lnTo>
                <a:lnTo>
                  <a:pt x="609600" y="1790700"/>
                </a:lnTo>
                <a:close/>
                <a:moveTo>
                  <a:pt x="704850" y="1781175"/>
                </a:moveTo>
                <a:lnTo>
                  <a:pt x="723900" y="1781175"/>
                </a:lnTo>
                <a:lnTo>
                  <a:pt x="723900" y="1800225"/>
                </a:lnTo>
                <a:lnTo>
                  <a:pt x="704850" y="1800225"/>
                </a:lnTo>
                <a:close/>
                <a:moveTo>
                  <a:pt x="1314450" y="1809750"/>
                </a:moveTo>
                <a:lnTo>
                  <a:pt x="1323975" y="1809750"/>
                </a:lnTo>
                <a:lnTo>
                  <a:pt x="1323975" y="1819275"/>
                </a:lnTo>
                <a:lnTo>
                  <a:pt x="1343025" y="1819275"/>
                </a:lnTo>
                <a:lnTo>
                  <a:pt x="1343025" y="1828800"/>
                </a:lnTo>
                <a:lnTo>
                  <a:pt x="1285875" y="1828800"/>
                </a:lnTo>
                <a:lnTo>
                  <a:pt x="1285875" y="1819275"/>
                </a:lnTo>
                <a:lnTo>
                  <a:pt x="1314450" y="1819275"/>
                </a:lnTo>
                <a:close/>
                <a:moveTo>
                  <a:pt x="447675" y="1819275"/>
                </a:moveTo>
                <a:lnTo>
                  <a:pt x="466725" y="1819275"/>
                </a:lnTo>
                <a:lnTo>
                  <a:pt x="466725" y="1838325"/>
                </a:lnTo>
                <a:lnTo>
                  <a:pt x="476250" y="1838325"/>
                </a:lnTo>
                <a:lnTo>
                  <a:pt x="476250" y="1847850"/>
                </a:lnTo>
                <a:lnTo>
                  <a:pt x="438150" y="1847850"/>
                </a:lnTo>
                <a:lnTo>
                  <a:pt x="438150" y="1828800"/>
                </a:lnTo>
                <a:lnTo>
                  <a:pt x="447675" y="1828800"/>
                </a:lnTo>
                <a:close/>
                <a:moveTo>
                  <a:pt x="876300" y="1819275"/>
                </a:moveTo>
                <a:lnTo>
                  <a:pt x="885825" y="1819275"/>
                </a:lnTo>
                <a:lnTo>
                  <a:pt x="885825" y="1828800"/>
                </a:lnTo>
                <a:lnTo>
                  <a:pt x="876300" y="1828800"/>
                </a:lnTo>
                <a:close/>
                <a:moveTo>
                  <a:pt x="914400" y="1828800"/>
                </a:moveTo>
                <a:lnTo>
                  <a:pt x="933450" y="1828800"/>
                </a:lnTo>
                <a:lnTo>
                  <a:pt x="933450" y="1847850"/>
                </a:lnTo>
                <a:lnTo>
                  <a:pt x="914400" y="1847850"/>
                </a:lnTo>
                <a:close/>
                <a:moveTo>
                  <a:pt x="981075" y="1828800"/>
                </a:moveTo>
                <a:lnTo>
                  <a:pt x="1019175" y="1828800"/>
                </a:lnTo>
                <a:lnTo>
                  <a:pt x="1019175" y="1847850"/>
                </a:lnTo>
                <a:lnTo>
                  <a:pt x="981075" y="1847850"/>
                </a:lnTo>
                <a:close/>
                <a:moveTo>
                  <a:pt x="1047750" y="1828800"/>
                </a:moveTo>
                <a:lnTo>
                  <a:pt x="1076325" y="1828800"/>
                </a:lnTo>
                <a:lnTo>
                  <a:pt x="1076325" y="1847850"/>
                </a:lnTo>
                <a:lnTo>
                  <a:pt x="1047750" y="1847850"/>
                </a:lnTo>
                <a:close/>
                <a:moveTo>
                  <a:pt x="1104900" y="1828800"/>
                </a:moveTo>
                <a:lnTo>
                  <a:pt x="1143000" y="1828800"/>
                </a:lnTo>
                <a:lnTo>
                  <a:pt x="1143000" y="1847850"/>
                </a:lnTo>
                <a:lnTo>
                  <a:pt x="1104900" y="1847850"/>
                </a:lnTo>
                <a:close/>
                <a:moveTo>
                  <a:pt x="1514475" y="1828800"/>
                </a:moveTo>
                <a:lnTo>
                  <a:pt x="1524000" y="1828800"/>
                </a:lnTo>
                <a:lnTo>
                  <a:pt x="1524000" y="1838325"/>
                </a:lnTo>
                <a:lnTo>
                  <a:pt x="1533525" y="1838325"/>
                </a:lnTo>
                <a:lnTo>
                  <a:pt x="1533525" y="1847850"/>
                </a:lnTo>
                <a:lnTo>
                  <a:pt x="1514475" y="1847850"/>
                </a:lnTo>
                <a:close/>
                <a:moveTo>
                  <a:pt x="1676400" y="1828800"/>
                </a:moveTo>
                <a:lnTo>
                  <a:pt x="1695450" y="1828800"/>
                </a:lnTo>
                <a:lnTo>
                  <a:pt x="1695450" y="1847850"/>
                </a:lnTo>
                <a:lnTo>
                  <a:pt x="1676400" y="1847850"/>
                </a:lnTo>
                <a:close/>
                <a:moveTo>
                  <a:pt x="276225" y="1838325"/>
                </a:moveTo>
                <a:lnTo>
                  <a:pt x="352425" y="1838325"/>
                </a:lnTo>
                <a:lnTo>
                  <a:pt x="352425" y="1847850"/>
                </a:lnTo>
                <a:lnTo>
                  <a:pt x="276225" y="1847850"/>
                </a:lnTo>
                <a:close/>
                <a:moveTo>
                  <a:pt x="495300" y="1838325"/>
                </a:moveTo>
                <a:lnTo>
                  <a:pt x="504825" y="1838325"/>
                </a:lnTo>
                <a:lnTo>
                  <a:pt x="504825" y="1847850"/>
                </a:lnTo>
                <a:lnTo>
                  <a:pt x="495300" y="1847850"/>
                </a:lnTo>
                <a:close/>
                <a:moveTo>
                  <a:pt x="638175" y="1838325"/>
                </a:moveTo>
                <a:lnTo>
                  <a:pt x="657225" y="1838325"/>
                </a:lnTo>
                <a:lnTo>
                  <a:pt x="657225" y="1847850"/>
                </a:lnTo>
                <a:lnTo>
                  <a:pt x="638175" y="1847850"/>
                </a:lnTo>
                <a:close/>
                <a:moveTo>
                  <a:pt x="609600" y="1847850"/>
                </a:moveTo>
                <a:lnTo>
                  <a:pt x="619125" y="1847850"/>
                </a:lnTo>
                <a:lnTo>
                  <a:pt x="619125" y="1857375"/>
                </a:lnTo>
                <a:lnTo>
                  <a:pt x="609600" y="1857375"/>
                </a:lnTo>
                <a:close/>
                <a:moveTo>
                  <a:pt x="657225" y="1847850"/>
                </a:moveTo>
                <a:lnTo>
                  <a:pt x="666750" y="1847850"/>
                </a:lnTo>
                <a:lnTo>
                  <a:pt x="666750" y="1857375"/>
                </a:lnTo>
                <a:lnTo>
                  <a:pt x="657225" y="1857375"/>
                </a:lnTo>
                <a:close/>
                <a:moveTo>
                  <a:pt x="704850" y="1847850"/>
                </a:moveTo>
                <a:lnTo>
                  <a:pt x="714375" y="1847850"/>
                </a:lnTo>
                <a:lnTo>
                  <a:pt x="714375" y="1857375"/>
                </a:lnTo>
                <a:lnTo>
                  <a:pt x="704850" y="1857375"/>
                </a:lnTo>
                <a:close/>
                <a:moveTo>
                  <a:pt x="742950" y="1847850"/>
                </a:moveTo>
                <a:lnTo>
                  <a:pt x="752475" y="1847850"/>
                </a:lnTo>
                <a:lnTo>
                  <a:pt x="752475" y="1857375"/>
                </a:lnTo>
                <a:lnTo>
                  <a:pt x="742950" y="1857375"/>
                </a:lnTo>
                <a:close/>
                <a:moveTo>
                  <a:pt x="666750" y="1857375"/>
                </a:moveTo>
                <a:lnTo>
                  <a:pt x="676275" y="1857375"/>
                </a:lnTo>
                <a:lnTo>
                  <a:pt x="676275" y="1866900"/>
                </a:lnTo>
                <a:lnTo>
                  <a:pt x="666750" y="1866900"/>
                </a:lnTo>
                <a:close/>
                <a:moveTo>
                  <a:pt x="685800" y="1857375"/>
                </a:moveTo>
                <a:lnTo>
                  <a:pt x="695325" y="1857375"/>
                </a:lnTo>
                <a:lnTo>
                  <a:pt x="695325" y="1866900"/>
                </a:lnTo>
                <a:lnTo>
                  <a:pt x="685800" y="1866900"/>
                </a:lnTo>
                <a:close/>
                <a:moveTo>
                  <a:pt x="752475" y="1857375"/>
                </a:moveTo>
                <a:lnTo>
                  <a:pt x="762000" y="1857375"/>
                </a:lnTo>
                <a:lnTo>
                  <a:pt x="762000" y="1876425"/>
                </a:lnTo>
                <a:lnTo>
                  <a:pt x="752475" y="1876425"/>
                </a:lnTo>
                <a:close/>
                <a:moveTo>
                  <a:pt x="666750" y="1895475"/>
                </a:moveTo>
                <a:lnTo>
                  <a:pt x="676275" y="1895475"/>
                </a:lnTo>
                <a:lnTo>
                  <a:pt x="676275" y="1905000"/>
                </a:lnTo>
                <a:lnTo>
                  <a:pt x="666750" y="1905000"/>
                </a:lnTo>
                <a:close/>
                <a:moveTo>
                  <a:pt x="676275" y="1905000"/>
                </a:moveTo>
                <a:lnTo>
                  <a:pt x="695325" y="1905000"/>
                </a:lnTo>
                <a:lnTo>
                  <a:pt x="695325" y="1914525"/>
                </a:lnTo>
                <a:lnTo>
                  <a:pt x="676275" y="1914525"/>
                </a:lnTo>
                <a:close/>
                <a:moveTo>
                  <a:pt x="533400" y="1924050"/>
                </a:moveTo>
                <a:lnTo>
                  <a:pt x="552450" y="1924050"/>
                </a:lnTo>
                <a:lnTo>
                  <a:pt x="552450" y="1933575"/>
                </a:lnTo>
                <a:lnTo>
                  <a:pt x="533400" y="1933575"/>
                </a:lnTo>
                <a:close/>
                <a:moveTo>
                  <a:pt x="542925" y="1952625"/>
                </a:moveTo>
                <a:lnTo>
                  <a:pt x="571500" y="1952625"/>
                </a:lnTo>
                <a:lnTo>
                  <a:pt x="571500" y="1962150"/>
                </a:lnTo>
                <a:lnTo>
                  <a:pt x="542925" y="1962150"/>
                </a:lnTo>
                <a:close/>
                <a:moveTo>
                  <a:pt x="581025" y="1952625"/>
                </a:moveTo>
                <a:lnTo>
                  <a:pt x="609600" y="1952625"/>
                </a:lnTo>
                <a:lnTo>
                  <a:pt x="609600" y="1962150"/>
                </a:lnTo>
                <a:lnTo>
                  <a:pt x="581025" y="1962150"/>
                </a:lnTo>
                <a:close/>
                <a:moveTo>
                  <a:pt x="771525" y="1952625"/>
                </a:moveTo>
                <a:lnTo>
                  <a:pt x="828675" y="1952625"/>
                </a:lnTo>
                <a:lnTo>
                  <a:pt x="828675" y="1962150"/>
                </a:lnTo>
                <a:lnTo>
                  <a:pt x="771525" y="1962150"/>
                </a:lnTo>
                <a:close/>
                <a:moveTo>
                  <a:pt x="838200" y="1952625"/>
                </a:moveTo>
                <a:lnTo>
                  <a:pt x="885825" y="1952625"/>
                </a:lnTo>
                <a:lnTo>
                  <a:pt x="885825" y="1962150"/>
                </a:lnTo>
                <a:lnTo>
                  <a:pt x="838200" y="1962150"/>
                </a:lnTo>
                <a:close/>
                <a:moveTo>
                  <a:pt x="923925" y="1952625"/>
                </a:moveTo>
                <a:lnTo>
                  <a:pt x="952500" y="1952625"/>
                </a:lnTo>
                <a:lnTo>
                  <a:pt x="952500" y="1962150"/>
                </a:lnTo>
                <a:lnTo>
                  <a:pt x="923925" y="1962150"/>
                </a:lnTo>
                <a:close/>
                <a:moveTo>
                  <a:pt x="981075" y="1952625"/>
                </a:moveTo>
                <a:lnTo>
                  <a:pt x="1000125" y="1952625"/>
                </a:lnTo>
                <a:lnTo>
                  <a:pt x="1000125" y="1962150"/>
                </a:lnTo>
                <a:lnTo>
                  <a:pt x="981075" y="1962150"/>
                </a:lnTo>
                <a:close/>
                <a:moveTo>
                  <a:pt x="1552575" y="1952625"/>
                </a:moveTo>
                <a:lnTo>
                  <a:pt x="1581150" y="1952625"/>
                </a:lnTo>
                <a:lnTo>
                  <a:pt x="1581150" y="1962150"/>
                </a:lnTo>
                <a:lnTo>
                  <a:pt x="1552575" y="1962150"/>
                </a:lnTo>
                <a:close/>
                <a:moveTo>
                  <a:pt x="1590675" y="1952625"/>
                </a:moveTo>
                <a:lnTo>
                  <a:pt x="1609725" y="1952625"/>
                </a:lnTo>
                <a:lnTo>
                  <a:pt x="1609725" y="1962150"/>
                </a:lnTo>
                <a:lnTo>
                  <a:pt x="1590675" y="1962150"/>
                </a:lnTo>
                <a:close/>
                <a:moveTo>
                  <a:pt x="200025" y="1962150"/>
                </a:moveTo>
                <a:lnTo>
                  <a:pt x="209550" y="1962150"/>
                </a:lnTo>
                <a:lnTo>
                  <a:pt x="209550" y="1981200"/>
                </a:lnTo>
                <a:lnTo>
                  <a:pt x="200025" y="1981200"/>
                </a:lnTo>
                <a:close/>
                <a:moveTo>
                  <a:pt x="1657350" y="1962150"/>
                </a:moveTo>
                <a:lnTo>
                  <a:pt x="1685925" y="1962150"/>
                </a:lnTo>
                <a:lnTo>
                  <a:pt x="1685925" y="1971675"/>
                </a:lnTo>
                <a:lnTo>
                  <a:pt x="1676400" y="1971675"/>
                </a:lnTo>
                <a:lnTo>
                  <a:pt x="1676400" y="1981200"/>
                </a:lnTo>
                <a:lnTo>
                  <a:pt x="1666875" y="1981200"/>
                </a:lnTo>
                <a:lnTo>
                  <a:pt x="1666875" y="1971675"/>
                </a:lnTo>
                <a:lnTo>
                  <a:pt x="1657350" y="1971675"/>
                </a:lnTo>
                <a:close/>
                <a:moveTo>
                  <a:pt x="1666875" y="2028825"/>
                </a:moveTo>
                <a:lnTo>
                  <a:pt x="1676400" y="2028825"/>
                </a:lnTo>
                <a:lnTo>
                  <a:pt x="1676400" y="2038350"/>
                </a:lnTo>
                <a:lnTo>
                  <a:pt x="1666875" y="2038350"/>
                </a:lnTo>
                <a:close/>
                <a:moveTo>
                  <a:pt x="1666875" y="2047875"/>
                </a:moveTo>
                <a:lnTo>
                  <a:pt x="1676400" y="2047875"/>
                </a:lnTo>
                <a:lnTo>
                  <a:pt x="1676400" y="2085975"/>
                </a:lnTo>
                <a:lnTo>
                  <a:pt x="1657350" y="2085975"/>
                </a:lnTo>
                <a:lnTo>
                  <a:pt x="1657350" y="2066925"/>
                </a:lnTo>
                <a:lnTo>
                  <a:pt x="1666875" y="2066925"/>
                </a:lnTo>
                <a:close/>
                <a:moveTo>
                  <a:pt x="1704975" y="2152650"/>
                </a:moveTo>
                <a:lnTo>
                  <a:pt x="1714500" y="2152650"/>
                </a:lnTo>
                <a:lnTo>
                  <a:pt x="1714500" y="2181225"/>
                </a:lnTo>
                <a:lnTo>
                  <a:pt x="1704975" y="2181225"/>
                </a:lnTo>
                <a:close/>
                <a:moveTo>
                  <a:pt x="1638300" y="2200275"/>
                </a:moveTo>
                <a:lnTo>
                  <a:pt x="1647825" y="2200275"/>
                </a:lnTo>
                <a:lnTo>
                  <a:pt x="1647825" y="2209800"/>
                </a:lnTo>
                <a:lnTo>
                  <a:pt x="1638300" y="2209800"/>
                </a:lnTo>
                <a:close/>
                <a:moveTo>
                  <a:pt x="790575" y="2219325"/>
                </a:moveTo>
                <a:lnTo>
                  <a:pt x="800100" y="2219325"/>
                </a:lnTo>
                <a:lnTo>
                  <a:pt x="800100" y="2247900"/>
                </a:lnTo>
                <a:lnTo>
                  <a:pt x="790575" y="2247900"/>
                </a:lnTo>
                <a:close/>
                <a:moveTo>
                  <a:pt x="876300" y="2219325"/>
                </a:moveTo>
                <a:lnTo>
                  <a:pt x="904875" y="2219325"/>
                </a:lnTo>
                <a:lnTo>
                  <a:pt x="904875" y="2228850"/>
                </a:lnTo>
                <a:lnTo>
                  <a:pt x="914400" y="2228850"/>
                </a:lnTo>
                <a:lnTo>
                  <a:pt x="914400" y="2238375"/>
                </a:lnTo>
                <a:lnTo>
                  <a:pt x="876300" y="2238375"/>
                </a:lnTo>
                <a:close/>
                <a:moveTo>
                  <a:pt x="1114425" y="2219325"/>
                </a:moveTo>
                <a:lnTo>
                  <a:pt x="1123950" y="2219325"/>
                </a:lnTo>
                <a:lnTo>
                  <a:pt x="1123950" y="2247900"/>
                </a:lnTo>
                <a:lnTo>
                  <a:pt x="1114425" y="2247900"/>
                </a:lnTo>
                <a:close/>
                <a:moveTo>
                  <a:pt x="1524000" y="2219325"/>
                </a:moveTo>
                <a:lnTo>
                  <a:pt x="1533525" y="2219325"/>
                </a:lnTo>
                <a:lnTo>
                  <a:pt x="1533525" y="2247900"/>
                </a:lnTo>
                <a:lnTo>
                  <a:pt x="1524000" y="2247900"/>
                </a:lnTo>
                <a:close/>
                <a:moveTo>
                  <a:pt x="1609725" y="2219325"/>
                </a:moveTo>
                <a:lnTo>
                  <a:pt x="1628775" y="2219325"/>
                </a:lnTo>
                <a:lnTo>
                  <a:pt x="1628775" y="2228850"/>
                </a:lnTo>
                <a:lnTo>
                  <a:pt x="1619250" y="2228850"/>
                </a:lnTo>
                <a:lnTo>
                  <a:pt x="1619250" y="2247900"/>
                </a:lnTo>
                <a:lnTo>
                  <a:pt x="1609725" y="2247900"/>
                </a:lnTo>
                <a:close/>
                <a:moveTo>
                  <a:pt x="838200" y="2266950"/>
                </a:moveTo>
                <a:lnTo>
                  <a:pt x="866775" y="2266950"/>
                </a:lnTo>
                <a:lnTo>
                  <a:pt x="866775" y="2276475"/>
                </a:lnTo>
                <a:lnTo>
                  <a:pt x="838200" y="2276475"/>
                </a:lnTo>
                <a:close/>
                <a:moveTo>
                  <a:pt x="1228725" y="2266950"/>
                </a:moveTo>
                <a:lnTo>
                  <a:pt x="1247775" y="2266950"/>
                </a:lnTo>
                <a:lnTo>
                  <a:pt x="1247775" y="2276475"/>
                </a:lnTo>
                <a:lnTo>
                  <a:pt x="1228725" y="2276475"/>
                </a:lnTo>
                <a:close/>
                <a:moveTo>
                  <a:pt x="1333500" y="2266950"/>
                </a:moveTo>
                <a:lnTo>
                  <a:pt x="1343025" y="2266950"/>
                </a:lnTo>
                <a:lnTo>
                  <a:pt x="1343025" y="2276475"/>
                </a:lnTo>
                <a:lnTo>
                  <a:pt x="1333500" y="2276475"/>
                </a:lnTo>
                <a:close/>
                <a:moveTo>
                  <a:pt x="876300" y="2276475"/>
                </a:moveTo>
                <a:lnTo>
                  <a:pt x="885825" y="2276475"/>
                </a:lnTo>
                <a:lnTo>
                  <a:pt x="885825" y="2286000"/>
                </a:lnTo>
                <a:lnTo>
                  <a:pt x="876300" y="2286000"/>
                </a:lnTo>
                <a:close/>
                <a:moveTo>
                  <a:pt x="1276350" y="2295525"/>
                </a:moveTo>
                <a:lnTo>
                  <a:pt x="1285875" y="2295525"/>
                </a:lnTo>
                <a:lnTo>
                  <a:pt x="1285875" y="2305050"/>
                </a:lnTo>
                <a:lnTo>
                  <a:pt x="1276350" y="2305050"/>
                </a:lnTo>
                <a:close/>
                <a:moveTo>
                  <a:pt x="561975" y="2314575"/>
                </a:moveTo>
                <a:lnTo>
                  <a:pt x="571500" y="2314575"/>
                </a:lnTo>
                <a:lnTo>
                  <a:pt x="571500" y="2324100"/>
                </a:lnTo>
                <a:lnTo>
                  <a:pt x="561975" y="2324100"/>
                </a:lnTo>
                <a:close/>
                <a:moveTo>
                  <a:pt x="1524000" y="2314575"/>
                </a:moveTo>
                <a:lnTo>
                  <a:pt x="1533525" y="2314575"/>
                </a:lnTo>
                <a:lnTo>
                  <a:pt x="1533525" y="2324100"/>
                </a:lnTo>
                <a:lnTo>
                  <a:pt x="1524000" y="2324100"/>
                </a:lnTo>
                <a:close/>
                <a:moveTo>
                  <a:pt x="571500" y="2324100"/>
                </a:moveTo>
                <a:lnTo>
                  <a:pt x="581025" y="2324100"/>
                </a:lnTo>
                <a:lnTo>
                  <a:pt x="581025" y="2333625"/>
                </a:lnTo>
                <a:lnTo>
                  <a:pt x="571500" y="2333625"/>
                </a:lnTo>
                <a:close/>
                <a:moveTo>
                  <a:pt x="781050" y="2324100"/>
                </a:moveTo>
                <a:lnTo>
                  <a:pt x="800100" y="2324100"/>
                </a:lnTo>
                <a:lnTo>
                  <a:pt x="800100" y="2352675"/>
                </a:lnTo>
                <a:lnTo>
                  <a:pt x="762000" y="2352675"/>
                </a:lnTo>
                <a:lnTo>
                  <a:pt x="762000" y="2343150"/>
                </a:lnTo>
                <a:lnTo>
                  <a:pt x="790575" y="2343150"/>
                </a:lnTo>
                <a:lnTo>
                  <a:pt x="790575" y="2333625"/>
                </a:lnTo>
                <a:lnTo>
                  <a:pt x="781050" y="2333625"/>
                </a:lnTo>
                <a:close/>
                <a:moveTo>
                  <a:pt x="1323975" y="2324100"/>
                </a:moveTo>
                <a:lnTo>
                  <a:pt x="1333500" y="2324100"/>
                </a:lnTo>
                <a:lnTo>
                  <a:pt x="1333500" y="2333625"/>
                </a:lnTo>
                <a:lnTo>
                  <a:pt x="1323975" y="2333625"/>
                </a:lnTo>
                <a:close/>
                <a:moveTo>
                  <a:pt x="1533525" y="2324100"/>
                </a:moveTo>
                <a:lnTo>
                  <a:pt x="1543050" y="2324100"/>
                </a:lnTo>
                <a:lnTo>
                  <a:pt x="1543050" y="2343150"/>
                </a:lnTo>
                <a:lnTo>
                  <a:pt x="1533525" y="2343150"/>
                </a:lnTo>
                <a:close/>
                <a:moveTo>
                  <a:pt x="1600200" y="2324100"/>
                </a:moveTo>
                <a:lnTo>
                  <a:pt x="1628775" y="2324100"/>
                </a:lnTo>
                <a:lnTo>
                  <a:pt x="1628775" y="2343150"/>
                </a:lnTo>
                <a:lnTo>
                  <a:pt x="1609725" y="2343150"/>
                </a:lnTo>
                <a:lnTo>
                  <a:pt x="1609725" y="2333625"/>
                </a:lnTo>
                <a:lnTo>
                  <a:pt x="1600200" y="2333625"/>
                </a:lnTo>
                <a:close/>
                <a:moveTo>
                  <a:pt x="561975" y="2333625"/>
                </a:moveTo>
                <a:lnTo>
                  <a:pt x="571500" y="2333625"/>
                </a:lnTo>
                <a:lnTo>
                  <a:pt x="571500" y="2343150"/>
                </a:lnTo>
                <a:lnTo>
                  <a:pt x="561975" y="2343150"/>
                </a:lnTo>
                <a:close/>
                <a:moveTo>
                  <a:pt x="609600" y="2333625"/>
                </a:moveTo>
                <a:lnTo>
                  <a:pt x="628650" y="2333625"/>
                </a:lnTo>
                <a:lnTo>
                  <a:pt x="628650" y="2352675"/>
                </a:lnTo>
                <a:lnTo>
                  <a:pt x="619125" y="2352675"/>
                </a:lnTo>
                <a:lnTo>
                  <a:pt x="619125" y="2343150"/>
                </a:lnTo>
                <a:lnTo>
                  <a:pt x="609600" y="2343150"/>
                </a:lnTo>
                <a:close/>
                <a:moveTo>
                  <a:pt x="1476375" y="2333625"/>
                </a:moveTo>
                <a:lnTo>
                  <a:pt x="1485900" y="2333625"/>
                </a:lnTo>
                <a:lnTo>
                  <a:pt x="1485900" y="2343150"/>
                </a:lnTo>
                <a:lnTo>
                  <a:pt x="1476375" y="2343150"/>
                </a:lnTo>
                <a:close/>
                <a:moveTo>
                  <a:pt x="1514475" y="2333625"/>
                </a:moveTo>
                <a:lnTo>
                  <a:pt x="1524000" y="2333625"/>
                </a:lnTo>
                <a:lnTo>
                  <a:pt x="1524000" y="2343150"/>
                </a:lnTo>
                <a:lnTo>
                  <a:pt x="1514475" y="2343150"/>
                </a:lnTo>
                <a:close/>
                <a:moveTo>
                  <a:pt x="1552575" y="2333625"/>
                </a:moveTo>
                <a:lnTo>
                  <a:pt x="1571625" y="2333625"/>
                </a:lnTo>
                <a:lnTo>
                  <a:pt x="1571625" y="2343150"/>
                </a:lnTo>
                <a:lnTo>
                  <a:pt x="1552575" y="2343150"/>
                </a:lnTo>
                <a:close/>
                <a:moveTo>
                  <a:pt x="838200" y="2343150"/>
                </a:moveTo>
                <a:lnTo>
                  <a:pt x="847725" y="2343150"/>
                </a:lnTo>
                <a:lnTo>
                  <a:pt x="847725" y="2352675"/>
                </a:lnTo>
                <a:lnTo>
                  <a:pt x="838200" y="2352675"/>
                </a:lnTo>
                <a:close/>
                <a:moveTo>
                  <a:pt x="857250" y="2343150"/>
                </a:moveTo>
                <a:lnTo>
                  <a:pt x="876300" y="2343150"/>
                </a:lnTo>
                <a:lnTo>
                  <a:pt x="876300" y="2352675"/>
                </a:lnTo>
                <a:lnTo>
                  <a:pt x="857250" y="2352675"/>
                </a:lnTo>
                <a:close/>
                <a:moveTo>
                  <a:pt x="1381125" y="2343150"/>
                </a:moveTo>
                <a:lnTo>
                  <a:pt x="1390650" y="2343150"/>
                </a:lnTo>
                <a:lnTo>
                  <a:pt x="1390650" y="2352675"/>
                </a:lnTo>
                <a:lnTo>
                  <a:pt x="1381125" y="2352675"/>
                </a:lnTo>
                <a:close/>
                <a:moveTo>
                  <a:pt x="1666875" y="2343150"/>
                </a:moveTo>
                <a:lnTo>
                  <a:pt x="1676400" y="2343150"/>
                </a:lnTo>
                <a:lnTo>
                  <a:pt x="1676400" y="2352675"/>
                </a:lnTo>
                <a:lnTo>
                  <a:pt x="1666875" y="2352675"/>
                </a:lnTo>
                <a:close/>
                <a:moveTo>
                  <a:pt x="1371600" y="2352675"/>
                </a:moveTo>
                <a:lnTo>
                  <a:pt x="1381125" y="2352675"/>
                </a:lnTo>
                <a:lnTo>
                  <a:pt x="1381125" y="2371725"/>
                </a:lnTo>
                <a:lnTo>
                  <a:pt x="1371600" y="2371725"/>
                </a:lnTo>
                <a:close/>
                <a:moveTo>
                  <a:pt x="1628775" y="2352675"/>
                </a:moveTo>
                <a:lnTo>
                  <a:pt x="1638300" y="2352675"/>
                </a:lnTo>
                <a:lnTo>
                  <a:pt x="1638300" y="2371725"/>
                </a:lnTo>
                <a:lnTo>
                  <a:pt x="1628775" y="2371725"/>
                </a:lnTo>
                <a:close/>
                <a:moveTo>
                  <a:pt x="866775" y="2371725"/>
                </a:moveTo>
                <a:lnTo>
                  <a:pt x="876300" y="2371725"/>
                </a:lnTo>
                <a:lnTo>
                  <a:pt x="876300" y="2381250"/>
                </a:lnTo>
                <a:lnTo>
                  <a:pt x="885825" y="2381250"/>
                </a:lnTo>
                <a:lnTo>
                  <a:pt x="885825" y="2390775"/>
                </a:lnTo>
                <a:lnTo>
                  <a:pt x="904875" y="2390775"/>
                </a:lnTo>
                <a:lnTo>
                  <a:pt x="904875" y="2381250"/>
                </a:lnTo>
                <a:lnTo>
                  <a:pt x="923925" y="2381250"/>
                </a:lnTo>
                <a:lnTo>
                  <a:pt x="923925" y="2390775"/>
                </a:lnTo>
                <a:lnTo>
                  <a:pt x="904875" y="2390775"/>
                </a:lnTo>
                <a:lnTo>
                  <a:pt x="904875" y="2409825"/>
                </a:lnTo>
                <a:lnTo>
                  <a:pt x="876300" y="2409825"/>
                </a:lnTo>
                <a:lnTo>
                  <a:pt x="876300" y="2400300"/>
                </a:lnTo>
                <a:lnTo>
                  <a:pt x="866775" y="2400300"/>
                </a:lnTo>
                <a:close/>
                <a:moveTo>
                  <a:pt x="1638300" y="2371725"/>
                </a:moveTo>
                <a:lnTo>
                  <a:pt x="1647825" y="2371725"/>
                </a:lnTo>
                <a:lnTo>
                  <a:pt x="1647825" y="2381250"/>
                </a:lnTo>
                <a:lnTo>
                  <a:pt x="1638300" y="2381250"/>
                </a:lnTo>
                <a:close/>
                <a:moveTo>
                  <a:pt x="219075" y="2400300"/>
                </a:moveTo>
                <a:lnTo>
                  <a:pt x="228600" y="2400300"/>
                </a:lnTo>
                <a:lnTo>
                  <a:pt x="228600" y="2409825"/>
                </a:lnTo>
                <a:lnTo>
                  <a:pt x="219075" y="2409825"/>
                </a:lnTo>
                <a:close/>
                <a:moveTo>
                  <a:pt x="676275" y="2400300"/>
                </a:moveTo>
                <a:lnTo>
                  <a:pt x="704850" y="2400300"/>
                </a:lnTo>
                <a:lnTo>
                  <a:pt x="704850" y="2419350"/>
                </a:lnTo>
                <a:lnTo>
                  <a:pt x="676275" y="2419350"/>
                </a:lnTo>
                <a:close/>
                <a:moveTo>
                  <a:pt x="819150" y="2400300"/>
                </a:moveTo>
                <a:lnTo>
                  <a:pt x="828675" y="2400300"/>
                </a:lnTo>
                <a:lnTo>
                  <a:pt x="828675" y="2409825"/>
                </a:lnTo>
                <a:lnTo>
                  <a:pt x="838200" y="2409825"/>
                </a:lnTo>
                <a:lnTo>
                  <a:pt x="838200" y="2419350"/>
                </a:lnTo>
                <a:lnTo>
                  <a:pt x="819150" y="2419350"/>
                </a:lnTo>
                <a:close/>
                <a:moveTo>
                  <a:pt x="1362075" y="2400300"/>
                </a:moveTo>
                <a:lnTo>
                  <a:pt x="1371600" y="2400300"/>
                </a:lnTo>
                <a:lnTo>
                  <a:pt x="1371600" y="2409825"/>
                </a:lnTo>
                <a:lnTo>
                  <a:pt x="1362075" y="2409825"/>
                </a:lnTo>
                <a:close/>
                <a:moveTo>
                  <a:pt x="1371600" y="2409825"/>
                </a:moveTo>
                <a:lnTo>
                  <a:pt x="1381125" y="2409825"/>
                </a:lnTo>
                <a:lnTo>
                  <a:pt x="1381125" y="2419350"/>
                </a:lnTo>
                <a:lnTo>
                  <a:pt x="1371600" y="2419350"/>
                </a:lnTo>
                <a:close/>
                <a:moveTo>
                  <a:pt x="1704975" y="2409825"/>
                </a:moveTo>
                <a:lnTo>
                  <a:pt x="1714500" y="2409825"/>
                </a:lnTo>
                <a:lnTo>
                  <a:pt x="1714500" y="2428875"/>
                </a:lnTo>
                <a:lnTo>
                  <a:pt x="1704975" y="2428875"/>
                </a:lnTo>
                <a:close/>
                <a:moveTo>
                  <a:pt x="666750" y="2428875"/>
                </a:moveTo>
                <a:lnTo>
                  <a:pt x="704850" y="2428875"/>
                </a:lnTo>
                <a:lnTo>
                  <a:pt x="704850" y="2438400"/>
                </a:lnTo>
                <a:lnTo>
                  <a:pt x="666750" y="2438400"/>
                </a:lnTo>
                <a:close/>
                <a:moveTo>
                  <a:pt x="733425" y="2428875"/>
                </a:moveTo>
                <a:lnTo>
                  <a:pt x="771525" y="2428875"/>
                </a:lnTo>
                <a:lnTo>
                  <a:pt x="771525" y="2438400"/>
                </a:lnTo>
                <a:lnTo>
                  <a:pt x="733425" y="2438400"/>
                </a:lnTo>
                <a:close/>
                <a:moveTo>
                  <a:pt x="781050" y="2428875"/>
                </a:moveTo>
                <a:lnTo>
                  <a:pt x="790575" y="2428875"/>
                </a:lnTo>
                <a:lnTo>
                  <a:pt x="790575" y="2438400"/>
                </a:lnTo>
                <a:lnTo>
                  <a:pt x="781050" y="2438400"/>
                </a:lnTo>
                <a:close/>
                <a:moveTo>
                  <a:pt x="819150" y="2428875"/>
                </a:moveTo>
                <a:lnTo>
                  <a:pt x="866775" y="2428875"/>
                </a:lnTo>
                <a:lnTo>
                  <a:pt x="866775" y="2438400"/>
                </a:lnTo>
                <a:lnTo>
                  <a:pt x="819150" y="2438400"/>
                </a:lnTo>
                <a:close/>
                <a:moveTo>
                  <a:pt x="1428750" y="2428875"/>
                </a:moveTo>
                <a:lnTo>
                  <a:pt x="1438275" y="2428875"/>
                </a:lnTo>
                <a:lnTo>
                  <a:pt x="1438275" y="2438400"/>
                </a:lnTo>
                <a:lnTo>
                  <a:pt x="1428750" y="2438400"/>
                </a:lnTo>
                <a:close/>
                <a:moveTo>
                  <a:pt x="1628775" y="2428875"/>
                </a:moveTo>
                <a:lnTo>
                  <a:pt x="1638300" y="2428875"/>
                </a:lnTo>
                <a:lnTo>
                  <a:pt x="1638300" y="2438400"/>
                </a:lnTo>
                <a:lnTo>
                  <a:pt x="1628775" y="2438400"/>
                </a:lnTo>
                <a:close/>
                <a:moveTo>
                  <a:pt x="885825" y="2447925"/>
                </a:moveTo>
                <a:lnTo>
                  <a:pt x="895350" y="2447925"/>
                </a:lnTo>
                <a:lnTo>
                  <a:pt x="895350" y="2457450"/>
                </a:lnTo>
                <a:lnTo>
                  <a:pt x="885825" y="2457450"/>
                </a:lnTo>
                <a:close/>
                <a:moveTo>
                  <a:pt x="200025" y="2457450"/>
                </a:moveTo>
                <a:lnTo>
                  <a:pt x="209550" y="2457450"/>
                </a:lnTo>
                <a:lnTo>
                  <a:pt x="209550" y="2476500"/>
                </a:lnTo>
                <a:lnTo>
                  <a:pt x="200025" y="2476500"/>
                </a:lnTo>
                <a:close/>
                <a:moveTo>
                  <a:pt x="695325" y="2457450"/>
                </a:moveTo>
                <a:lnTo>
                  <a:pt x="704850" y="2457450"/>
                </a:lnTo>
                <a:lnTo>
                  <a:pt x="704850" y="2476500"/>
                </a:lnTo>
                <a:lnTo>
                  <a:pt x="695325" y="2476500"/>
                </a:lnTo>
                <a:close/>
                <a:moveTo>
                  <a:pt x="971550" y="2457450"/>
                </a:moveTo>
                <a:lnTo>
                  <a:pt x="990600" y="2457450"/>
                </a:lnTo>
                <a:lnTo>
                  <a:pt x="990600" y="2476500"/>
                </a:lnTo>
                <a:lnTo>
                  <a:pt x="971550" y="2476500"/>
                </a:lnTo>
                <a:close/>
                <a:moveTo>
                  <a:pt x="1019175" y="2457450"/>
                </a:moveTo>
                <a:lnTo>
                  <a:pt x="1057275" y="2457450"/>
                </a:lnTo>
                <a:lnTo>
                  <a:pt x="1057275" y="2476500"/>
                </a:lnTo>
                <a:lnTo>
                  <a:pt x="1019175" y="2476500"/>
                </a:lnTo>
                <a:close/>
                <a:moveTo>
                  <a:pt x="1552575" y="2457450"/>
                </a:moveTo>
                <a:lnTo>
                  <a:pt x="1562100" y="2457450"/>
                </a:lnTo>
                <a:lnTo>
                  <a:pt x="1562100" y="2476500"/>
                </a:lnTo>
                <a:lnTo>
                  <a:pt x="1552575" y="2476500"/>
                </a:lnTo>
                <a:close/>
                <a:moveTo>
                  <a:pt x="1704975" y="2466975"/>
                </a:moveTo>
                <a:lnTo>
                  <a:pt x="1714500" y="2466975"/>
                </a:lnTo>
                <a:lnTo>
                  <a:pt x="1714500" y="2486025"/>
                </a:lnTo>
                <a:lnTo>
                  <a:pt x="1704975" y="2486025"/>
                </a:lnTo>
                <a:close/>
                <a:moveTo>
                  <a:pt x="1181100" y="2495550"/>
                </a:moveTo>
                <a:lnTo>
                  <a:pt x="1209675" y="2495550"/>
                </a:lnTo>
                <a:lnTo>
                  <a:pt x="1209675" y="2505075"/>
                </a:lnTo>
                <a:lnTo>
                  <a:pt x="1200150" y="2505075"/>
                </a:lnTo>
                <a:lnTo>
                  <a:pt x="1200150" y="2514600"/>
                </a:lnTo>
                <a:lnTo>
                  <a:pt x="1209675" y="2514600"/>
                </a:lnTo>
                <a:lnTo>
                  <a:pt x="1209675" y="2524125"/>
                </a:lnTo>
                <a:lnTo>
                  <a:pt x="1190625" y="2524125"/>
                </a:lnTo>
                <a:lnTo>
                  <a:pt x="1190625" y="2505075"/>
                </a:lnTo>
                <a:lnTo>
                  <a:pt x="1181100" y="2505075"/>
                </a:lnTo>
                <a:close/>
                <a:moveTo>
                  <a:pt x="1276350" y="2495550"/>
                </a:moveTo>
                <a:lnTo>
                  <a:pt x="1285875" y="2495550"/>
                </a:lnTo>
                <a:lnTo>
                  <a:pt x="1285875" y="2505075"/>
                </a:lnTo>
                <a:lnTo>
                  <a:pt x="1276350" y="2505075"/>
                </a:lnTo>
                <a:close/>
                <a:moveTo>
                  <a:pt x="466725" y="2505075"/>
                </a:moveTo>
                <a:lnTo>
                  <a:pt x="485775" y="2505075"/>
                </a:lnTo>
                <a:lnTo>
                  <a:pt x="485775" y="2514600"/>
                </a:lnTo>
                <a:lnTo>
                  <a:pt x="466725" y="2514600"/>
                </a:lnTo>
                <a:close/>
                <a:moveTo>
                  <a:pt x="1295400" y="2505075"/>
                </a:moveTo>
                <a:lnTo>
                  <a:pt x="1304925" y="2505075"/>
                </a:lnTo>
                <a:lnTo>
                  <a:pt x="1304925" y="2514600"/>
                </a:lnTo>
                <a:lnTo>
                  <a:pt x="1295400" y="2514600"/>
                </a:lnTo>
                <a:close/>
                <a:moveTo>
                  <a:pt x="485775" y="2514600"/>
                </a:moveTo>
                <a:lnTo>
                  <a:pt x="495300" y="2514600"/>
                </a:lnTo>
                <a:lnTo>
                  <a:pt x="495300" y="2524125"/>
                </a:lnTo>
                <a:lnTo>
                  <a:pt x="485775" y="2524125"/>
                </a:lnTo>
                <a:close/>
                <a:moveTo>
                  <a:pt x="1276350" y="2514600"/>
                </a:moveTo>
                <a:lnTo>
                  <a:pt x="1285875" y="2514600"/>
                </a:lnTo>
                <a:lnTo>
                  <a:pt x="1285875" y="2524125"/>
                </a:lnTo>
                <a:lnTo>
                  <a:pt x="1276350" y="2524125"/>
                </a:lnTo>
                <a:close/>
                <a:moveTo>
                  <a:pt x="895350" y="2524125"/>
                </a:moveTo>
                <a:lnTo>
                  <a:pt x="904875" y="2524125"/>
                </a:lnTo>
                <a:lnTo>
                  <a:pt x="904875" y="2533650"/>
                </a:lnTo>
                <a:lnTo>
                  <a:pt x="895350" y="2533650"/>
                </a:lnTo>
                <a:close/>
                <a:moveTo>
                  <a:pt x="219075" y="2543175"/>
                </a:moveTo>
                <a:lnTo>
                  <a:pt x="228600" y="2543175"/>
                </a:lnTo>
                <a:lnTo>
                  <a:pt x="228600" y="2552700"/>
                </a:lnTo>
                <a:lnTo>
                  <a:pt x="219075" y="2552700"/>
                </a:lnTo>
                <a:close/>
                <a:moveTo>
                  <a:pt x="904875" y="2581275"/>
                </a:moveTo>
                <a:lnTo>
                  <a:pt x="923925" y="2581275"/>
                </a:lnTo>
                <a:lnTo>
                  <a:pt x="923925" y="2590800"/>
                </a:lnTo>
                <a:lnTo>
                  <a:pt x="904875" y="2590800"/>
                </a:lnTo>
                <a:close/>
                <a:moveTo>
                  <a:pt x="419100" y="2609850"/>
                </a:moveTo>
                <a:lnTo>
                  <a:pt x="438150" y="2609850"/>
                </a:lnTo>
                <a:lnTo>
                  <a:pt x="438150" y="2619375"/>
                </a:lnTo>
                <a:lnTo>
                  <a:pt x="419100" y="2619375"/>
                </a:lnTo>
                <a:close/>
                <a:moveTo>
                  <a:pt x="476250" y="2609850"/>
                </a:moveTo>
                <a:lnTo>
                  <a:pt x="485775" y="2609850"/>
                </a:lnTo>
                <a:lnTo>
                  <a:pt x="485775" y="2619375"/>
                </a:lnTo>
                <a:lnTo>
                  <a:pt x="476250" y="2619375"/>
                </a:lnTo>
                <a:close/>
                <a:moveTo>
                  <a:pt x="514350" y="2609850"/>
                </a:moveTo>
                <a:lnTo>
                  <a:pt x="523875" y="2609850"/>
                </a:lnTo>
                <a:lnTo>
                  <a:pt x="523875" y="2619375"/>
                </a:lnTo>
                <a:lnTo>
                  <a:pt x="514350" y="2619375"/>
                </a:lnTo>
                <a:close/>
                <a:moveTo>
                  <a:pt x="552450" y="2609850"/>
                </a:moveTo>
                <a:lnTo>
                  <a:pt x="590550" y="2609850"/>
                </a:lnTo>
                <a:lnTo>
                  <a:pt x="590550" y="2619375"/>
                </a:lnTo>
                <a:lnTo>
                  <a:pt x="552450" y="2619375"/>
                </a:lnTo>
                <a:close/>
                <a:moveTo>
                  <a:pt x="1143000" y="2609850"/>
                </a:moveTo>
                <a:lnTo>
                  <a:pt x="1152525" y="2609850"/>
                </a:lnTo>
                <a:lnTo>
                  <a:pt x="1152525" y="2619375"/>
                </a:lnTo>
                <a:lnTo>
                  <a:pt x="1143000" y="2619375"/>
                </a:lnTo>
                <a:close/>
                <a:moveTo>
                  <a:pt x="1219200" y="2609850"/>
                </a:moveTo>
                <a:lnTo>
                  <a:pt x="1238250" y="2609850"/>
                </a:lnTo>
                <a:lnTo>
                  <a:pt x="1238250" y="2619375"/>
                </a:lnTo>
                <a:lnTo>
                  <a:pt x="1219200" y="2619375"/>
                </a:lnTo>
                <a:close/>
                <a:moveTo>
                  <a:pt x="1371600" y="2609850"/>
                </a:moveTo>
                <a:lnTo>
                  <a:pt x="1381125" y="2609850"/>
                </a:lnTo>
                <a:lnTo>
                  <a:pt x="1381125" y="2619375"/>
                </a:lnTo>
                <a:lnTo>
                  <a:pt x="1371600" y="2619375"/>
                </a:lnTo>
                <a:close/>
                <a:moveTo>
                  <a:pt x="485775" y="2619375"/>
                </a:moveTo>
                <a:lnTo>
                  <a:pt x="504825" y="2619375"/>
                </a:lnTo>
                <a:lnTo>
                  <a:pt x="504825" y="2638425"/>
                </a:lnTo>
                <a:lnTo>
                  <a:pt x="485775" y="2638425"/>
                </a:lnTo>
                <a:close/>
                <a:moveTo>
                  <a:pt x="904875" y="2619375"/>
                </a:moveTo>
                <a:lnTo>
                  <a:pt x="923925" y="2619375"/>
                </a:lnTo>
                <a:lnTo>
                  <a:pt x="923925" y="2628900"/>
                </a:lnTo>
                <a:lnTo>
                  <a:pt x="904875" y="2628900"/>
                </a:lnTo>
                <a:close/>
                <a:moveTo>
                  <a:pt x="1409700" y="2619375"/>
                </a:moveTo>
                <a:lnTo>
                  <a:pt x="1428750" y="2619375"/>
                </a:lnTo>
                <a:lnTo>
                  <a:pt x="1428750" y="2628900"/>
                </a:lnTo>
                <a:lnTo>
                  <a:pt x="1409700" y="2628900"/>
                </a:lnTo>
                <a:close/>
                <a:moveTo>
                  <a:pt x="895350" y="2628900"/>
                </a:moveTo>
                <a:lnTo>
                  <a:pt x="904875" y="2628900"/>
                </a:lnTo>
                <a:lnTo>
                  <a:pt x="904875" y="2647950"/>
                </a:lnTo>
                <a:lnTo>
                  <a:pt x="895350" y="2647950"/>
                </a:lnTo>
                <a:close/>
                <a:moveTo>
                  <a:pt x="933450" y="2667000"/>
                </a:moveTo>
                <a:lnTo>
                  <a:pt x="942975" y="2667000"/>
                </a:lnTo>
                <a:lnTo>
                  <a:pt x="942975" y="2676525"/>
                </a:lnTo>
                <a:lnTo>
                  <a:pt x="933450" y="2676525"/>
                </a:lnTo>
                <a:close/>
                <a:moveTo>
                  <a:pt x="1657350" y="2667000"/>
                </a:moveTo>
                <a:lnTo>
                  <a:pt x="1676400" y="2667000"/>
                </a:lnTo>
                <a:lnTo>
                  <a:pt x="1676400" y="2676525"/>
                </a:lnTo>
                <a:lnTo>
                  <a:pt x="1657350" y="2676525"/>
                </a:lnTo>
                <a:close/>
                <a:moveTo>
                  <a:pt x="942975" y="2676525"/>
                </a:moveTo>
                <a:lnTo>
                  <a:pt x="952500" y="2676525"/>
                </a:lnTo>
                <a:lnTo>
                  <a:pt x="952500" y="2686050"/>
                </a:lnTo>
                <a:lnTo>
                  <a:pt x="942975" y="2686050"/>
                </a:lnTo>
                <a:close/>
                <a:moveTo>
                  <a:pt x="581025" y="2686050"/>
                </a:moveTo>
                <a:lnTo>
                  <a:pt x="600075" y="2686050"/>
                </a:lnTo>
                <a:lnTo>
                  <a:pt x="600075" y="2695575"/>
                </a:lnTo>
                <a:lnTo>
                  <a:pt x="581025" y="2695575"/>
                </a:lnTo>
                <a:close/>
                <a:moveTo>
                  <a:pt x="952500" y="2686050"/>
                </a:moveTo>
                <a:lnTo>
                  <a:pt x="962025" y="2686050"/>
                </a:lnTo>
                <a:lnTo>
                  <a:pt x="962025" y="2695575"/>
                </a:lnTo>
                <a:lnTo>
                  <a:pt x="952500" y="2695575"/>
                </a:lnTo>
                <a:close/>
                <a:moveTo>
                  <a:pt x="1447800" y="2686050"/>
                </a:moveTo>
                <a:lnTo>
                  <a:pt x="1476375" y="2686050"/>
                </a:lnTo>
                <a:lnTo>
                  <a:pt x="1476375" y="2695575"/>
                </a:lnTo>
                <a:lnTo>
                  <a:pt x="1447800" y="2695575"/>
                </a:lnTo>
                <a:close/>
                <a:moveTo>
                  <a:pt x="1504950" y="2686050"/>
                </a:moveTo>
                <a:lnTo>
                  <a:pt x="1524000" y="2686050"/>
                </a:lnTo>
                <a:lnTo>
                  <a:pt x="1524000" y="2695575"/>
                </a:lnTo>
                <a:lnTo>
                  <a:pt x="1504950" y="2695575"/>
                </a:lnTo>
                <a:close/>
                <a:moveTo>
                  <a:pt x="1581150" y="2686050"/>
                </a:moveTo>
                <a:lnTo>
                  <a:pt x="1600200" y="2686050"/>
                </a:lnTo>
                <a:lnTo>
                  <a:pt x="1600200" y="2695575"/>
                </a:lnTo>
                <a:lnTo>
                  <a:pt x="1581150" y="2695575"/>
                </a:lnTo>
                <a:close/>
                <a:moveTo>
                  <a:pt x="1704975" y="2695575"/>
                </a:moveTo>
                <a:lnTo>
                  <a:pt x="1714500" y="2695575"/>
                </a:lnTo>
                <a:lnTo>
                  <a:pt x="1714500" y="2733675"/>
                </a:lnTo>
                <a:lnTo>
                  <a:pt x="1704975" y="2733675"/>
                </a:lnTo>
                <a:close/>
                <a:moveTo>
                  <a:pt x="342900" y="2705100"/>
                </a:moveTo>
                <a:lnTo>
                  <a:pt x="352425" y="2705100"/>
                </a:lnTo>
                <a:lnTo>
                  <a:pt x="352425" y="2714625"/>
                </a:lnTo>
                <a:lnTo>
                  <a:pt x="342900" y="2714625"/>
                </a:lnTo>
                <a:close/>
                <a:moveTo>
                  <a:pt x="581025" y="2705100"/>
                </a:moveTo>
                <a:lnTo>
                  <a:pt x="600075" y="2705100"/>
                </a:lnTo>
                <a:lnTo>
                  <a:pt x="600075" y="2714625"/>
                </a:lnTo>
                <a:lnTo>
                  <a:pt x="581025" y="2714625"/>
                </a:lnTo>
                <a:close/>
                <a:moveTo>
                  <a:pt x="781050" y="2705100"/>
                </a:moveTo>
                <a:lnTo>
                  <a:pt x="790575" y="2705100"/>
                </a:lnTo>
                <a:lnTo>
                  <a:pt x="790575" y="2733675"/>
                </a:lnTo>
                <a:lnTo>
                  <a:pt x="800100" y="2733675"/>
                </a:lnTo>
                <a:lnTo>
                  <a:pt x="800100" y="2743200"/>
                </a:lnTo>
                <a:lnTo>
                  <a:pt x="762000" y="2743200"/>
                </a:lnTo>
                <a:lnTo>
                  <a:pt x="762000" y="2733675"/>
                </a:lnTo>
                <a:lnTo>
                  <a:pt x="771525" y="2733675"/>
                </a:lnTo>
                <a:lnTo>
                  <a:pt x="771525" y="2724150"/>
                </a:lnTo>
                <a:lnTo>
                  <a:pt x="781050" y="2724150"/>
                </a:lnTo>
                <a:close/>
                <a:moveTo>
                  <a:pt x="1038225" y="2705100"/>
                </a:moveTo>
                <a:lnTo>
                  <a:pt x="1047750" y="2705100"/>
                </a:lnTo>
                <a:lnTo>
                  <a:pt x="1047750" y="2714625"/>
                </a:lnTo>
                <a:lnTo>
                  <a:pt x="1038225" y="2714625"/>
                </a:lnTo>
                <a:close/>
                <a:moveTo>
                  <a:pt x="1562100" y="2705100"/>
                </a:moveTo>
                <a:lnTo>
                  <a:pt x="1600200" y="2705100"/>
                </a:lnTo>
                <a:lnTo>
                  <a:pt x="1600200" y="2724150"/>
                </a:lnTo>
                <a:lnTo>
                  <a:pt x="1590675" y="2724150"/>
                </a:lnTo>
                <a:lnTo>
                  <a:pt x="1590675" y="2714625"/>
                </a:lnTo>
                <a:lnTo>
                  <a:pt x="1571625" y="2714625"/>
                </a:lnTo>
                <a:lnTo>
                  <a:pt x="1571625" y="2733675"/>
                </a:lnTo>
                <a:lnTo>
                  <a:pt x="1600200" y="2733675"/>
                </a:lnTo>
                <a:lnTo>
                  <a:pt x="1600200" y="2743200"/>
                </a:lnTo>
                <a:lnTo>
                  <a:pt x="1562100" y="2743200"/>
                </a:lnTo>
                <a:close/>
                <a:moveTo>
                  <a:pt x="457200" y="2724150"/>
                </a:moveTo>
                <a:lnTo>
                  <a:pt x="466725" y="2724150"/>
                </a:lnTo>
                <a:lnTo>
                  <a:pt x="466725" y="2762250"/>
                </a:lnTo>
                <a:lnTo>
                  <a:pt x="476250" y="2762250"/>
                </a:lnTo>
                <a:lnTo>
                  <a:pt x="476250" y="2771775"/>
                </a:lnTo>
                <a:lnTo>
                  <a:pt x="457200" y="2771775"/>
                </a:lnTo>
                <a:lnTo>
                  <a:pt x="457200" y="2762250"/>
                </a:lnTo>
                <a:lnTo>
                  <a:pt x="352425" y="2762250"/>
                </a:lnTo>
                <a:lnTo>
                  <a:pt x="352425" y="2771775"/>
                </a:lnTo>
                <a:lnTo>
                  <a:pt x="342900" y="2771775"/>
                </a:lnTo>
                <a:lnTo>
                  <a:pt x="342900" y="2743200"/>
                </a:lnTo>
                <a:lnTo>
                  <a:pt x="352425" y="2743200"/>
                </a:lnTo>
                <a:lnTo>
                  <a:pt x="352425" y="2733675"/>
                </a:lnTo>
                <a:lnTo>
                  <a:pt x="390525" y="2733675"/>
                </a:lnTo>
                <a:lnTo>
                  <a:pt x="390525" y="2743200"/>
                </a:lnTo>
                <a:lnTo>
                  <a:pt x="447675" y="2743200"/>
                </a:lnTo>
                <a:lnTo>
                  <a:pt x="447675" y="2733675"/>
                </a:lnTo>
                <a:lnTo>
                  <a:pt x="457200" y="2733675"/>
                </a:lnTo>
                <a:close/>
                <a:moveTo>
                  <a:pt x="1400175" y="2724150"/>
                </a:moveTo>
                <a:lnTo>
                  <a:pt x="1409700" y="2724150"/>
                </a:lnTo>
                <a:lnTo>
                  <a:pt x="1409700" y="2733675"/>
                </a:lnTo>
                <a:lnTo>
                  <a:pt x="1400175" y="2733675"/>
                </a:lnTo>
                <a:close/>
                <a:moveTo>
                  <a:pt x="228600" y="2733675"/>
                </a:moveTo>
                <a:lnTo>
                  <a:pt x="266700" y="2733675"/>
                </a:lnTo>
                <a:lnTo>
                  <a:pt x="266700" y="2743200"/>
                </a:lnTo>
                <a:lnTo>
                  <a:pt x="228600" y="2743200"/>
                </a:lnTo>
                <a:close/>
                <a:moveTo>
                  <a:pt x="276225" y="2733675"/>
                </a:moveTo>
                <a:lnTo>
                  <a:pt x="285750" y="2733675"/>
                </a:lnTo>
                <a:lnTo>
                  <a:pt x="285750" y="2743200"/>
                </a:lnTo>
                <a:lnTo>
                  <a:pt x="276225" y="2743200"/>
                </a:lnTo>
                <a:close/>
                <a:moveTo>
                  <a:pt x="485775" y="2733675"/>
                </a:moveTo>
                <a:lnTo>
                  <a:pt x="514350" y="2733675"/>
                </a:lnTo>
                <a:lnTo>
                  <a:pt x="514350" y="2743200"/>
                </a:lnTo>
                <a:lnTo>
                  <a:pt x="485775" y="2743200"/>
                </a:lnTo>
                <a:close/>
                <a:moveTo>
                  <a:pt x="714375" y="2733675"/>
                </a:moveTo>
                <a:lnTo>
                  <a:pt x="723900" y="2733675"/>
                </a:lnTo>
                <a:lnTo>
                  <a:pt x="723900" y="2771775"/>
                </a:lnTo>
                <a:lnTo>
                  <a:pt x="704850" y="2771775"/>
                </a:lnTo>
                <a:lnTo>
                  <a:pt x="704850" y="2743200"/>
                </a:lnTo>
                <a:lnTo>
                  <a:pt x="714375" y="2743200"/>
                </a:lnTo>
                <a:close/>
                <a:moveTo>
                  <a:pt x="1381125" y="2733675"/>
                </a:moveTo>
                <a:lnTo>
                  <a:pt x="1400175" y="2733675"/>
                </a:lnTo>
                <a:lnTo>
                  <a:pt x="1400175" y="2743200"/>
                </a:lnTo>
                <a:lnTo>
                  <a:pt x="1381125" y="2743200"/>
                </a:lnTo>
                <a:close/>
                <a:moveTo>
                  <a:pt x="1685925" y="2733675"/>
                </a:moveTo>
                <a:lnTo>
                  <a:pt x="1695450" y="2733675"/>
                </a:lnTo>
                <a:lnTo>
                  <a:pt x="1695450" y="2743200"/>
                </a:lnTo>
                <a:lnTo>
                  <a:pt x="1685925" y="2743200"/>
                </a:lnTo>
                <a:close/>
                <a:moveTo>
                  <a:pt x="190500" y="2743200"/>
                </a:moveTo>
                <a:lnTo>
                  <a:pt x="228600" y="2743200"/>
                </a:lnTo>
                <a:lnTo>
                  <a:pt x="228600" y="2752725"/>
                </a:lnTo>
                <a:lnTo>
                  <a:pt x="238125" y="2752725"/>
                </a:lnTo>
                <a:lnTo>
                  <a:pt x="238125" y="2762250"/>
                </a:lnTo>
                <a:lnTo>
                  <a:pt x="180975" y="2762250"/>
                </a:lnTo>
                <a:lnTo>
                  <a:pt x="180975" y="2752725"/>
                </a:lnTo>
                <a:lnTo>
                  <a:pt x="190500" y="2752725"/>
                </a:lnTo>
                <a:close/>
                <a:moveTo>
                  <a:pt x="314325" y="2743200"/>
                </a:moveTo>
                <a:lnTo>
                  <a:pt x="323850" y="2743200"/>
                </a:lnTo>
                <a:lnTo>
                  <a:pt x="323850" y="2752725"/>
                </a:lnTo>
                <a:lnTo>
                  <a:pt x="314325" y="2752725"/>
                </a:lnTo>
                <a:close/>
                <a:moveTo>
                  <a:pt x="971550" y="2743200"/>
                </a:moveTo>
                <a:lnTo>
                  <a:pt x="981075" y="2743200"/>
                </a:lnTo>
                <a:lnTo>
                  <a:pt x="981075" y="2752725"/>
                </a:lnTo>
                <a:lnTo>
                  <a:pt x="990600" y="2752725"/>
                </a:lnTo>
                <a:lnTo>
                  <a:pt x="990600" y="2743200"/>
                </a:lnTo>
                <a:lnTo>
                  <a:pt x="1000125" y="2743200"/>
                </a:lnTo>
                <a:lnTo>
                  <a:pt x="1000125" y="2762250"/>
                </a:lnTo>
                <a:lnTo>
                  <a:pt x="971550" y="2762250"/>
                </a:lnTo>
                <a:close/>
                <a:moveTo>
                  <a:pt x="1695450" y="2752725"/>
                </a:moveTo>
                <a:lnTo>
                  <a:pt x="1704975" y="2752725"/>
                </a:lnTo>
                <a:lnTo>
                  <a:pt x="1704975" y="2762250"/>
                </a:lnTo>
                <a:lnTo>
                  <a:pt x="1695450" y="2762250"/>
                </a:lnTo>
                <a:close/>
                <a:moveTo>
                  <a:pt x="866775" y="2762250"/>
                </a:moveTo>
                <a:lnTo>
                  <a:pt x="885825" y="2762250"/>
                </a:lnTo>
                <a:lnTo>
                  <a:pt x="885825" y="2771775"/>
                </a:lnTo>
                <a:lnTo>
                  <a:pt x="866775" y="2771775"/>
                </a:lnTo>
                <a:close/>
                <a:moveTo>
                  <a:pt x="1647825" y="2762250"/>
                </a:moveTo>
                <a:lnTo>
                  <a:pt x="1695450" y="2762250"/>
                </a:lnTo>
                <a:lnTo>
                  <a:pt x="1695450" y="2771775"/>
                </a:lnTo>
                <a:lnTo>
                  <a:pt x="1685925" y="2771775"/>
                </a:lnTo>
                <a:lnTo>
                  <a:pt x="1685925" y="2781300"/>
                </a:lnTo>
                <a:lnTo>
                  <a:pt x="1676400" y="2781300"/>
                </a:lnTo>
                <a:lnTo>
                  <a:pt x="1676400" y="2771775"/>
                </a:lnTo>
                <a:lnTo>
                  <a:pt x="1666875" y="2771775"/>
                </a:lnTo>
                <a:lnTo>
                  <a:pt x="1666875" y="2781300"/>
                </a:lnTo>
                <a:lnTo>
                  <a:pt x="1657350" y="2781300"/>
                </a:lnTo>
                <a:lnTo>
                  <a:pt x="1657350" y="2771775"/>
                </a:lnTo>
                <a:lnTo>
                  <a:pt x="1647825" y="2771775"/>
                </a:lnTo>
                <a:close/>
                <a:moveTo>
                  <a:pt x="609600" y="2771775"/>
                </a:moveTo>
                <a:lnTo>
                  <a:pt x="619125" y="2771775"/>
                </a:lnTo>
                <a:lnTo>
                  <a:pt x="619125" y="2781300"/>
                </a:lnTo>
                <a:lnTo>
                  <a:pt x="609600" y="2781300"/>
                </a:lnTo>
                <a:close/>
                <a:moveTo>
                  <a:pt x="1514475" y="2771775"/>
                </a:moveTo>
                <a:lnTo>
                  <a:pt x="1533525" y="2771775"/>
                </a:lnTo>
                <a:lnTo>
                  <a:pt x="1533525" y="2781300"/>
                </a:lnTo>
                <a:lnTo>
                  <a:pt x="1514475" y="2781300"/>
                </a:lnTo>
                <a:close/>
                <a:moveTo>
                  <a:pt x="752475" y="2781300"/>
                </a:moveTo>
                <a:lnTo>
                  <a:pt x="762000" y="2781300"/>
                </a:lnTo>
                <a:lnTo>
                  <a:pt x="762000" y="2790825"/>
                </a:lnTo>
                <a:lnTo>
                  <a:pt x="752475" y="2790825"/>
                </a:lnTo>
                <a:close/>
                <a:moveTo>
                  <a:pt x="981075" y="2781300"/>
                </a:moveTo>
                <a:lnTo>
                  <a:pt x="990600" y="2781300"/>
                </a:lnTo>
                <a:lnTo>
                  <a:pt x="990600" y="2790825"/>
                </a:lnTo>
                <a:lnTo>
                  <a:pt x="981075" y="2790825"/>
                </a:lnTo>
                <a:close/>
                <a:moveTo>
                  <a:pt x="1504950" y="2781300"/>
                </a:moveTo>
                <a:lnTo>
                  <a:pt x="1514475" y="2781300"/>
                </a:lnTo>
                <a:lnTo>
                  <a:pt x="1514475" y="2790825"/>
                </a:lnTo>
                <a:lnTo>
                  <a:pt x="1533525" y="2790825"/>
                </a:lnTo>
                <a:lnTo>
                  <a:pt x="1533525" y="2800350"/>
                </a:lnTo>
                <a:lnTo>
                  <a:pt x="1504950" y="2800350"/>
                </a:lnTo>
                <a:close/>
                <a:moveTo>
                  <a:pt x="514350" y="2790825"/>
                </a:moveTo>
                <a:lnTo>
                  <a:pt x="542925" y="2790825"/>
                </a:lnTo>
                <a:lnTo>
                  <a:pt x="542925" y="2800350"/>
                </a:lnTo>
                <a:lnTo>
                  <a:pt x="514350" y="2800350"/>
                </a:lnTo>
                <a:close/>
                <a:moveTo>
                  <a:pt x="1428750" y="2790825"/>
                </a:moveTo>
                <a:lnTo>
                  <a:pt x="1438275" y="2790825"/>
                </a:lnTo>
                <a:lnTo>
                  <a:pt x="1438275" y="2800350"/>
                </a:lnTo>
                <a:lnTo>
                  <a:pt x="1428750" y="2800350"/>
                </a:lnTo>
                <a:close/>
                <a:moveTo>
                  <a:pt x="504825" y="2800350"/>
                </a:moveTo>
                <a:lnTo>
                  <a:pt x="514350" y="2800350"/>
                </a:lnTo>
                <a:lnTo>
                  <a:pt x="514350" y="2809875"/>
                </a:lnTo>
                <a:lnTo>
                  <a:pt x="504825" y="2809875"/>
                </a:lnTo>
                <a:close/>
                <a:moveTo>
                  <a:pt x="1009650" y="2809875"/>
                </a:moveTo>
                <a:lnTo>
                  <a:pt x="1019175" y="2809875"/>
                </a:lnTo>
                <a:lnTo>
                  <a:pt x="1019175" y="2819400"/>
                </a:lnTo>
                <a:lnTo>
                  <a:pt x="1009650" y="2819400"/>
                </a:lnTo>
                <a:close/>
                <a:moveTo>
                  <a:pt x="581025" y="2819400"/>
                </a:moveTo>
                <a:lnTo>
                  <a:pt x="600075" y="2819400"/>
                </a:lnTo>
                <a:lnTo>
                  <a:pt x="600075" y="2828925"/>
                </a:lnTo>
                <a:lnTo>
                  <a:pt x="581025" y="2828925"/>
                </a:lnTo>
                <a:close/>
                <a:moveTo>
                  <a:pt x="733425" y="2819400"/>
                </a:moveTo>
                <a:lnTo>
                  <a:pt x="742950" y="2819400"/>
                </a:lnTo>
                <a:lnTo>
                  <a:pt x="742950" y="2828925"/>
                </a:lnTo>
                <a:lnTo>
                  <a:pt x="733425" y="2828925"/>
                </a:lnTo>
                <a:close/>
                <a:moveTo>
                  <a:pt x="1352550" y="2838450"/>
                </a:moveTo>
                <a:lnTo>
                  <a:pt x="1371600" y="2838450"/>
                </a:lnTo>
                <a:lnTo>
                  <a:pt x="1371600" y="2857500"/>
                </a:lnTo>
                <a:lnTo>
                  <a:pt x="1362075" y="2857500"/>
                </a:lnTo>
                <a:lnTo>
                  <a:pt x="1362075" y="2847975"/>
                </a:lnTo>
                <a:lnTo>
                  <a:pt x="1352550" y="2847975"/>
                </a:lnTo>
                <a:close/>
                <a:moveTo>
                  <a:pt x="1495425" y="2838450"/>
                </a:moveTo>
                <a:lnTo>
                  <a:pt x="1524000" y="2838450"/>
                </a:lnTo>
                <a:lnTo>
                  <a:pt x="1524000" y="2847975"/>
                </a:lnTo>
                <a:lnTo>
                  <a:pt x="1495425" y="2847975"/>
                </a:lnTo>
                <a:close/>
                <a:moveTo>
                  <a:pt x="1457325" y="2847975"/>
                </a:moveTo>
                <a:lnTo>
                  <a:pt x="1476375" y="2847975"/>
                </a:lnTo>
                <a:lnTo>
                  <a:pt x="1476375" y="2857500"/>
                </a:lnTo>
                <a:lnTo>
                  <a:pt x="1457325" y="2857500"/>
                </a:lnTo>
                <a:close/>
                <a:moveTo>
                  <a:pt x="1114425" y="2857500"/>
                </a:moveTo>
                <a:lnTo>
                  <a:pt x="1123950" y="2857500"/>
                </a:lnTo>
                <a:lnTo>
                  <a:pt x="1123950" y="2867025"/>
                </a:lnTo>
                <a:lnTo>
                  <a:pt x="1114425" y="2867025"/>
                </a:lnTo>
                <a:close/>
                <a:moveTo>
                  <a:pt x="1304925" y="2857500"/>
                </a:moveTo>
                <a:lnTo>
                  <a:pt x="1323975" y="2857500"/>
                </a:lnTo>
                <a:lnTo>
                  <a:pt x="1323975" y="2867025"/>
                </a:lnTo>
                <a:lnTo>
                  <a:pt x="1333500" y="2867025"/>
                </a:lnTo>
                <a:lnTo>
                  <a:pt x="1333500" y="2886075"/>
                </a:lnTo>
                <a:lnTo>
                  <a:pt x="1323975" y="2886075"/>
                </a:lnTo>
                <a:lnTo>
                  <a:pt x="1323975" y="2876550"/>
                </a:lnTo>
                <a:lnTo>
                  <a:pt x="1295400" y="2876550"/>
                </a:lnTo>
                <a:lnTo>
                  <a:pt x="1295400" y="2867025"/>
                </a:lnTo>
                <a:lnTo>
                  <a:pt x="1304925" y="2867025"/>
                </a:lnTo>
                <a:close/>
                <a:moveTo>
                  <a:pt x="1495425" y="2857500"/>
                </a:moveTo>
                <a:lnTo>
                  <a:pt x="1514475" y="2857500"/>
                </a:lnTo>
                <a:lnTo>
                  <a:pt x="1514475" y="2867025"/>
                </a:lnTo>
                <a:lnTo>
                  <a:pt x="1495425" y="2867025"/>
                </a:lnTo>
                <a:close/>
                <a:moveTo>
                  <a:pt x="523875" y="2867025"/>
                </a:moveTo>
                <a:lnTo>
                  <a:pt x="552450" y="2867025"/>
                </a:lnTo>
                <a:lnTo>
                  <a:pt x="552450" y="2886075"/>
                </a:lnTo>
                <a:lnTo>
                  <a:pt x="533400" y="2886075"/>
                </a:lnTo>
                <a:lnTo>
                  <a:pt x="533400" y="2876550"/>
                </a:lnTo>
                <a:lnTo>
                  <a:pt x="523875" y="2876550"/>
                </a:lnTo>
                <a:close/>
                <a:moveTo>
                  <a:pt x="1095375" y="2867025"/>
                </a:moveTo>
                <a:lnTo>
                  <a:pt x="1114425" y="2867025"/>
                </a:lnTo>
                <a:lnTo>
                  <a:pt x="1114425" y="2876550"/>
                </a:lnTo>
                <a:lnTo>
                  <a:pt x="1123950" y="2876550"/>
                </a:lnTo>
                <a:lnTo>
                  <a:pt x="1123950" y="2886075"/>
                </a:lnTo>
                <a:lnTo>
                  <a:pt x="1104900" y="2886075"/>
                </a:lnTo>
                <a:lnTo>
                  <a:pt x="1104900" y="2876550"/>
                </a:lnTo>
                <a:lnTo>
                  <a:pt x="1095375" y="2876550"/>
                </a:lnTo>
                <a:close/>
                <a:moveTo>
                  <a:pt x="600075" y="2876550"/>
                </a:moveTo>
                <a:lnTo>
                  <a:pt x="609600" y="2876550"/>
                </a:lnTo>
                <a:lnTo>
                  <a:pt x="609600" y="2886075"/>
                </a:lnTo>
                <a:lnTo>
                  <a:pt x="600075" y="2886075"/>
                </a:lnTo>
                <a:close/>
                <a:moveTo>
                  <a:pt x="666750" y="2876550"/>
                </a:moveTo>
                <a:lnTo>
                  <a:pt x="676275" y="2876550"/>
                </a:lnTo>
                <a:lnTo>
                  <a:pt x="676275" y="2886075"/>
                </a:lnTo>
                <a:lnTo>
                  <a:pt x="666750" y="2886075"/>
                </a:lnTo>
                <a:close/>
                <a:moveTo>
                  <a:pt x="457200" y="2905125"/>
                </a:moveTo>
                <a:lnTo>
                  <a:pt x="466725" y="2905125"/>
                </a:lnTo>
                <a:lnTo>
                  <a:pt x="466725" y="2914650"/>
                </a:lnTo>
                <a:lnTo>
                  <a:pt x="457200" y="2914650"/>
                </a:lnTo>
                <a:close/>
                <a:moveTo>
                  <a:pt x="1457325" y="2905125"/>
                </a:moveTo>
                <a:lnTo>
                  <a:pt x="1466850" y="2905125"/>
                </a:lnTo>
                <a:lnTo>
                  <a:pt x="1466850" y="2914650"/>
                </a:lnTo>
                <a:lnTo>
                  <a:pt x="1457325" y="2914650"/>
                </a:lnTo>
                <a:close/>
                <a:moveTo>
                  <a:pt x="1485900" y="2905125"/>
                </a:moveTo>
                <a:lnTo>
                  <a:pt x="1495425" y="2905125"/>
                </a:lnTo>
                <a:lnTo>
                  <a:pt x="1495425" y="2914650"/>
                </a:lnTo>
                <a:lnTo>
                  <a:pt x="1485900" y="2914650"/>
                </a:lnTo>
                <a:close/>
                <a:moveTo>
                  <a:pt x="1504950" y="2905125"/>
                </a:moveTo>
                <a:lnTo>
                  <a:pt x="1514475" y="2905125"/>
                </a:lnTo>
                <a:lnTo>
                  <a:pt x="1514475" y="2914650"/>
                </a:lnTo>
                <a:lnTo>
                  <a:pt x="1504950" y="2914650"/>
                </a:lnTo>
                <a:close/>
                <a:moveTo>
                  <a:pt x="1562100" y="2905125"/>
                </a:moveTo>
                <a:lnTo>
                  <a:pt x="1571625" y="2905125"/>
                </a:lnTo>
                <a:lnTo>
                  <a:pt x="1571625" y="2914650"/>
                </a:lnTo>
                <a:lnTo>
                  <a:pt x="1562100" y="2914650"/>
                </a:lnTo>
                <a:close/>
                <a:moveTo>
                  <a:pt x="428625" y="2914650"/>
                </a:moveTo>
                <a:lnTo>
                  <a:pt x="438150" y="2914650"/>
                </a:lnTo>
                <a:lnTo>
                  <a:pt x="438150" y="2924175"/>
                </a:lnTo>
                <a:lnTo>
                  <a:pt x="428625" y="2924175"/>
                </a:lnTo>
                <a:close/>
                <a:moveTo>
                  <a:pt x="495300" y="2914650"/>
                </a:moveTo>
                <a:lnTo>
                  <a:pt x="504825" y="2914650"/>
                </a:lnTo>
                <a:lnTo>
                  <a:pt x="504825" y="2924175"/>
                </a:lnTo>
                <a:lnTo>
                  <a:pt x="495300" y="2924175"/>
                </a:lnTo>
                <a:close/>
                <a:moveTo>
                  <a:pt x="1704975" y="2914650"/>
                </a:moveTo>
                <a:lnTo>
                  <a:pt x="1714500" y="2914650"/>
                </a:lnTo>
                <a:lnTo>
                  <a:pt x="1714500" y="2943225"/>
                </a:lnTo>
                <a:lnTo>
                  <a:pt x="1704975" y="2943225"/>
                </a:lnTo>
                <a:close/>
                <a:moveTo>
                  <a:pt x="581025" y="2952750"/>
                </a:moveTo>
                <a:lnTo>
                  <a:pt x="590550" y="2952750"/>
                </a:lnTo>
                <a:lnTo>
                  <a:pt x="590550" y="2962275"/>
                </a:lnTo>
                <a:lnTo>
                  <a:pt x="581025" y="2962275"/>
                </a:lnTo>
                <a:close/>
                <a:moveTo>
                  <a:pt x="1419225" y="2971800"/>
                </a:moveTo>
                <a:lnTo>
                  <a:pt x="1428750" y="2971800"/>
                </a:lnTo>
                <a:lnTo>
                  <a:pt x="1428750" y="2981325"/>
                </a:lnTo>
                <a:lnTo>
                  <a:pt x="1419225" y="2981325"/>
                </a:lnTo>
                <a:close/>
                <a:moveTo>
                  <a:pt x="1476375" y="2971800"/>
                </a:moveTo>
                <a:lnTo>
                  <a:pt x="1485900" y="2971800"/>
                </a:lnTo>
                <a:lnTo>
                  <a:pt x="1485900" y="2981325"/>
                </a:lnTo>
                <a:lnTo>
                  <a:pt x="1476375" y="2981325"/>
                </a:lnTo>
                <a:close/>
                <a:moveTo>
                  <a:pt x="1685925" y="2971800"/>
                </a:moveTo>
                <a:lnTo>
                  <a:pt x="1695450" y="2971800"/>
                </a:lnTo>
                <a:lnTo>
                  <a:pt x="1695450" y="2981325"/>
                </a:lnTo>
                <a:lnTo>
                  <a:pt x="1704975" y="2981325"/>
                </a:lnTo>
                <a:lnTo>
                  <a:pt x="1704975" y="2971800"/>
                </a:lnTo>
                <a:lnTo>
                  <a:pt x="1714500" y="2971800"/>
                </a:lnTo>
                <a:lnTo>
                  <a:pt x="1714500" y="2990850"/>
                </a:lnTo>
                <a:lnTo>
                  <a:pt x="1685925" y="2990850"/>
                </a:lnTo>
                <a:close/>
                <a:moveTo>
                  <a:pt x="1428750" y="2981325"/>
                </a:moveTo>
                <a:lnTo>
                  <a:pt x="1438275" y="2981325"/>
                </a:lnTo>
                <a:lnTo>
                  <a:pt x="1438275" y="2990850"/>
                </a:lnTo>
                <a:lnTo>
                  <a:pt x="1428750" y="2990850"/>
                </a:lnTo>
                <a:close/>
                <a:moveTo>
                  <a:pt x="1466850" y="2981325"/>
                </a:moveTo>
                <a:lnTo>
                  <a:pt x="1476375" y="2981325"/>
                </a:lnTo>
                <a:lnTo>
                  <a:pt x="1476375" y="2990850"/>
                </a:lnTo>
                <a:lnTo>
                  <a:pt x="1466850" y="2990850"/>
                </a:lnTo>
                <a:close/>
                <a:moveTo>
                  <a:pt x="514350" y="2990850"/>
                </a:moveTo>
                <a:lnTo>
                  <a:pt x="542925" y="2990850"/>
                </a:lnTo>
                <a:lnTo>
                  <a:pt x="542925" y="3000375"/>
                </a:lnTo>
                <a:lnTo>
                  <a:pt x="533400" y="3000375"/>
                </a:lnTo>
                <a:lnTo>
                  <a:pt x="533400" y="3019425"/>
                </a:lnTo>
                <a:lnTo>
                  <a:pt x="485775" y="3019425"/>
                </a:lnTo>
                <a:lnTo>
                  <a:pt x="485775" y="3009900"/>
                </a:lnTo>
                <a:lnTo>
                  <a:pt x="476250" y="3009900"/>
                </a:lnTo>
                <a:lnTo>
                  <a:pt x="476250" y="3019425"/>
                </a:lnTo>
                <a:lnTo>
                  <a:pt x="447675" y="3019425"/>
                </a:lnTo>
                <a:lnTo>
                  <a:pt x="447675" y="3009900"/>
                </a:lnTo>
                <a:lnTo>
                  <a:pt x="466725" y="3009900"/>
                </a:lnTo>
                <a:lnTo>
                  <a:pt x="466725" y="3000375"/>
                </a:lnTo>
                <a:lnTo>
                  <a:pt x="514350" y="3000375"/>
                </a:lnTo>
                <a:close/>
                <a:moveTo>
                  <a:pt x="552450" y="3000375"/>
                </a:moveTo>
                <a:lnTo>
                  <a:pt x="619125" y="3000375"/>
                </a:lnTo>
                <a:lnTo>
                  <a:pt x="619125" y="3019425"/>
                </a:lnTo>
                <a:lnTo>
                  <a:pt x="590550" y="3019425"/>
                </a:lnTo>
                <a:lnTo>
                  <a:pt x="590550" y="3028950"/>
                </a:lnTo>
                <a:lnTo>
                  <a:pt x="561975" y="3028950"/>
                </a:lnTo>
                <a:lnTo>
                  <a:pt x="561975" y="3019425"/>
                </a:lnTo>
                <a:lnTo>
                  <a:pt x="552450" y="3019425"/>
                </a:lnTo>
                <a:close/>
                <a:moveTo>
                  <a:pt x="695325" y="3000375"/>
                </a:moveTo>
                <a:lnTo>
                  <a:pt x="742950" y="3000375"/>
                </a:lnTo>
                <a:lnTo>
                  <a:pt x="742950" y="3019425"/>
                </a:lnTo>
                <a:lnTo>
                  <a:pt x="695325" y="3019425"/>
                </a:lnTo>
                <a:close/>
                <a:moveTo>
                  <a:pt x="1238250" y="3000375"/>
                </a:moveTo>
                <a:lnTo>
                  <a:pt x="1247775" y="3000375"/>
                </a:lnTo>
                <a:lnTo>
                  <a:pt x="1247775" y="3019425"/>
                </a:lnTo>
                <a:lnTo>
                  <a:pt x="1238250" y="3019425"/>
                </a:lnTo>
                <a:close/>
                <a:moveTo>
                  <a:pt x="1266825" y="3000375"/>
                </a:moveTo>
                <a:lnTo>
                  <a:pt x="1276350" y="3000375"/>
                </a:lnTo>
                <a:lnTo>
                  <a:pt x="1276350" y="3009900"/>
                </a:lnTo>
                <a:lnTo>
                  <a:pt x="1285875" y="3009900"/>
                </a:lnTo>
                <a:lnTo>
                  <a:pt x="1285875" y="3019425"/>
                </a:lnTo>
                <a:lnTo>
                  <a:pt x="1266825" y="3019425"/>
                </a:lnTo>
                <a:close/>
                <a:moveTo>
                  <a:pt x="1343025" y="3000375"/>
                </a:moveTo>
                <a:lnTo>
                  <a:pt x="1409700" y="3000375"/>
                </a:lnTo>
                <a:lnTo>
                  <a:pt x="1409700" y="3019425"/>
                </a:lnTo>
                <a:lnTo>
                  <a:pt x="1343025" y="3019425"/>
                </a:lnTo>
                <a:close/>
                <a:moveTo>
                  <a:pt x="1504950" y="3000375"/>
                </a:moveTo>
                <a:lnTo>
                  <a:pt x="1524000" y="3000375"/>
                </a:lnTo>
                <a:lnTo>
                  <a:pt x="1524000" y="3009900"/>
                </a:lnTo>
                <a:lnTo>
                  <a:pt x="1504950" y="3009900"/>
                </a:lnTo>
                <a:close/>
                <a:moveTo>
                  <a:pt x="1438275" y="3009900"/>
                </a:moveTo>
                <a:lnTo>
                  <a:pt x="1447800" y="3009900"/>
                </a:lnTo>
                <a:lnTo>
                  <a:pt x="1447800" y="3028950"/>
                </a:lnTo>
                <a:lnTo>
                  <a:pt x="1438275" y="3028950"/>
                </a:lnTo>
                <a:close/>
                <a:moveTo>
                  <a:pt x="1562100" y="3019425"/>
                </a:moveTo>
                <a:lnTo>
                  <a:pt x="1571625" y="3019425"/>
                </a:lnTo>
                <a:lnTo>
                  <a:pt x="1571625" y="3028950"/>
                </a:lnTo>
                <a:lnTo>
                  <a:pt x="1562100" y="3028950"/>
                </a:lnTo>
                <a:close/>
                <a:moveTo>
                  <a:pt x="1438275" y="3038475"/>
                </a:moveTo>
                <a:lnTo>
                  <a:pt x="1447800" y="3038475"/>
                </a:lnTo>
                <a:lnTo>
                  <a:pt x="1447800" y="3067050"/>
                </a:lnTo>
                <a:lnTo>
                  <a:pt x="1438275" y="3067050"/>
                </a:lnTo>
                <a:close/>
                <a:moveTo>
                  <a:pt x="1438275" y="3095625"/>
                </a:moveTo>
                <a:lnTo>
                  <a:pt x="1447800" y="3095625"/>
                </a:lnTo>
                <a:lnTo>
                  <a:pt x="1447800" y="3114675"/>
                </a:lnTo>
                <a:lnTo>
                  <a:pt x="1438275" y="3114675"/>
                </a:lnTo>
                <a:close/>
                <a:moveTo>
                  <a:pt x="1428750" y="3124200"/>
                </a:moveTo>
                <a:lnTo>
                  <a:pt x="1438275" y="3124200"/>
                </a:lnTo>
                <a:lnTo>
                  <a:pt x="1438275" y="3133725"/>
                </a:lnTo>
                <a:lnTo>
                  <a:pt x="1428750" y="3133725"/>
                </a:lnTo>
                <a:close/>
                <a:moveTo>
                  <a:pt x="323850" y="3133725"/>
                </a:moveTo>
                <a:lnTo>
                  <a:pt x="333375" y="3133725"/>
                </a:lnTo>
                <a:lnTo>
                  <a:pt x="333375" y="3152775"/>
                </a:lnTo>
                <a:lnTo>
                  <a:pt x="323850" y="3152775"/>
                </a:lnTo>
                <a:close/>
                <a:moveTo>
                  <a:pt x="381000" y="3133725"/>
                </a:moveTo>
                <a:lnTo>
                  <a:pt x="409575" y="3133725"/>
                </a:lnTo>
                <a:lnTo>
                  <a:pt x="409575" y="3152775"/>
                </a:lnTo>
                <a:lnTo>
                  <a:pt x="381000" y="3152775"/>
                </a:lnTo>
                <a:close/>
                <a:moveTo>
                  <a:pt x="447675" y="3133725"/>
                </a:moveTo>
                <a:lnTo>
                  <a:pt x="466725" y="3133725"/>
                </a:lnTo>
                <a:lnTo>
                  <a:pt x="466725" y="3152775"/>
                </a:lnTo>
                <a:lnTo>
                  <a:pt x="447675" y="3152775"/>
                </a:lnTo>
                <a:close/>
                <a:moveTo>
                  <a:pt x="771525" y="3133725"/>
                </a:moveTo>
                <a:lnTo>
                  <a:pt x="790575" y="3133725"/>
                </a:lnTo>
                <a:lnTo>
                  <a:pt x="790575" y="3152775"/>
                </a:lnTo>
                <a:lnTo>
                  <a:pt x="771525" y="3152775"/>
                </a:lnTo>
                <a:close/>
                <a:moveTo>
                  <a:pt x="1438275" y="3133725"/>
                </a:moveTo>
                <a:lnTo>
                  <a:pt x="1447800" y="3133725"/>
                </a:lnTo>
                <a:lnTo>
                  <a:pt x="1447800" y="3152775"/>
                </a:lnTo>
                <a:lnTo>
                  <a:pt x="1438275" y="3152775"/>
                </a:lnTo>
                <a:close/>
                <a:moveTo>
                  <a:pt x="342900" y="3143250"/>
                </a:moveTo>
                <a:lnTo>
                  <a:pt x="352425" y="3143250"/>
                </a:lnTo>
                <a:lnTo>
                  <a:pt x="352425" y="3152775"/>
                </a:lnTo>
                <a:lnTo>
                  <a:pt x="342900" y="3152775"/>
                </a:lnTo>
                <a:close/>
                <a:moveTo>
                  <a:pt x="1438275" y="3162300"/>
                </a:moveTo>
                <a:lnTo>
                  <a:pt x="1447800" y="3162300"/>
                </a:lnTo>
                <a:lnTo>
                  <a:pt x="1447800" y="3171825"/>
                </a:lnTo>
                <a:lnTo>
                  <a:pt x="1438275" y="3171825"/>
                </a:lnTo>
                <a:close/>
                <a:moveTo>
                  <a:pt x="1514475" y="3228975"/>
                </a:moveTo>
                <a:lnTo>
                  <a:pt x="1524000" y="3228975"/>
                </a:lnTo>
                <a:lnTo>
                  <a:pt x="1524000" y="3238500"/>
                </a:lnTo>
                <a:lnTo>
                  <a:pt x="1514475" y="3238500"/>
                </a:lnTo>
                <a:close/>
                <a:moveTo>
                  <a:pt x="381000" y="3238500"/>
                </a:moveTo>
                <a:lnTo>
                  <a:pt x="390525" y="3238500"/>
                </a:lnTo>
                <a:lnTo>
                  <a:pt x="390525" y="3248025"/>
                </a:lnTo>
                <a:lnTo>
                  <a:pt x="400050" y="3248025"/>
                </a:lnTo>
                <a:lnTo>
                  <a:pt x="400050" y="3257550"/>
                </a:lnTo>
                <a:lnTo>
                  <a:pt x="371475" y="3257550"/>
                </a:lnTo>
                <a:lnTo>
                  <a:pt x="371475" y="3248025"/>
                </a:lnTo>
                <a:lnTo>
                  <a:pt x="381000" y="3248025"/>
                </a:lnTo>
                <a:close/>
                <a:moveTo>
                  <a:pt x="1524000" y="3238500"/>
                </a:moveTo>
                <a:lnTo>
                  <a:pt x="1533525" y="3238500"/>
                </a:lnTo>
                <a:lnTo>
                  <a:pt x="1533525" y="3257550"/>
                </a:lnTo>
                <a:lnTo>
                  <a:pt x="1524000" y="3257550"/>
                </a:lnTo>
                <a:close/>
                <a:moveTo>
                  <a:pt x="238125" y="3248025"/>
                </a:moveTo>
                <a:lnTo>
                  <a:pt x="276225" y="3248025"/>
                </a:lnTo>
                <a:lnTo>
                  <a:pt x="276225" y="3257550"/>
                </a:lnTo>
                <a:lnTo>
                  <a:pt x="295275" y="3257550"/>
                </a:lnTo>
                <a:lnTo>
                  <a:pt x="295275" y="3267075"/>
                </a:lnTo>
                <a:lnTo>
                  <a:pt x="247650" y="3267075"/>
                </a:lnTo>
                <a:lnTo>
                  <a:pt x="247650" y="3257550"/>
                </a:lnTo>
                <a:lnTo>
                  <a:pt x="238125" y="3257550"/>
                </a:lnTo>
                <a:close/>
                <a:moveTo>
                  <a:pt x="838200" y="3248025"/>
                </a:moveTo>
                <a:lnTo>
                  <a:pt x="866775" y="3248025"/>
                </a:lnTo>
                <a:lnTo>
                  <a:pt x="866775" y="3257550"/>
                </a:lnTo>
                <a:lnTo>
                  <a:pt x="904875" y="3257550"/>
                </a:lnTo>
                <a:lnTo>
                  <a:pt x="904875" y="3248025"/>
                </a:lnTo>
                <a:lnTo>
                  <a:pt x="914400" y="3248025"/>
                </a:lnTo>
                <a:lnTo>
                  <a:pt x="914400" y="3257550"/>
                </a:lnTo>
                <a:lnTo>
                  <a:pt x="904875" y="3257550"/>
                </a:lnTo>
                <a:lnTo>
                  <a:pt x="904875" y="3267075"/>
                </a:lnTo>
                <a:lnTo>
                  <a:pt x="771525" y="3267075"/>
                </a:lnTo>
                <a:lnTo>
                  <a:pt x="771525" y="3257550"/>
                </a:lnTo>
                <a:lnTo>
                  <a:pt x="838200" y="3257550"/>
                </a:lnTo>
                <a:close/>
                <a:moveTo>
                  <a:pt x="1381125" y="3248025"/>
                </a:moveTo>
                <a:lnTo>
                  <a:pt x="1400175" y="3248025"/>
                </a:lnTo>
                <a:lnTo>
                  <a:pt x="1400175" y="3257550"/>
                </a:lnTo>
                <a:lnTo>
                  <a:pt x="1409700" y="3257550"/>
                </a:lnTo>
                <a:lnTo>
                  <a:pt x="1409700" y="3267075"/>
                </a:lnTo>
                <a:lnTo>
                  <a:pt x="1371600" y="3267075"/>
                </a:lnTo>
                <a:lnTo>
                  <a:pt x="1371600" y="3257550"/>
                </a:lnTo>
                <a:lnTo>
                  <a:pt x="1381125" y="3257550"/>
                </a:lnTo>
                <a:close/>
                <a:moveTo>
                  <a:pt x="1638300" y="3248025"/>
                </a:moveTo>
                <a:lnTo>
                  <a:pt x="1657350" y="3248025"/>
                </a:lnTo>
                <a:lnTo>
                  <a:pt x="1657350" y="3257550"/>
                </a:lnTo>
                <a:lnTo>
                  <a:pt x="1638300" y="3257550"/>
                </a:lnTo>
                <a:close/>
                <a:moveTo>
                  <a:pt x="1676400" y="3248025"/>
                </a:moveTo>
                <a:lnTo>
                  <a:pt x="1685925" y="3248025"/>
                </a:lnTo>
                <a:lnTo>
                  <a:pt x="1685925" y="3257550"/>
                </a:lnTo>
                <a:lnTo>
                  <a:pt x="1695450" y="3257550"/>
                </a:lnTo>
                <a:lnTo>
                  <a:pt x="1695450" y="3267075"/>
                </a:lnTo>
                <a:lnTo>
                  <a:pt x="1676400" y="3267075"/>
                </a:lnTo>
                <a:close/>
                <a:moveTo>
                  <a:pt x="190500" y="3257550"/>
                </a:moveTo>
                <a:lnTo>
                  <a:pt x="200025" y="3257550"/>
                </a:lnTo>
                <a:lnTo>
                  <a:pt x="200025" y="3276600"/>
                </a:lnTo>
                <a:lnTo>
                  <a:pt x="190500" y="3276600"/>
                </a:lnTo>
                <a:close/>
                <a:moveTo>
                  <a:pt x="323850" y="3257550"/>
                </a:moveTo>
                <a:lnTo>
                  <a:pt x="352425" y="3257550"/>
                </a:lnTo>
                <a:lnTo>
                  <a:pt x="352425" y="3267075"/>
                </a:lnTo>
                <a:lnTo>
                  <a:pt x="323850" y="3267075"/>
                </a:lnTo>
                <a:close/>
                <a:moveTo>
                  <a:pt x="609600" y="3257550"/>
                </a:moveTo>
                <a:lnTo>
                  <a:pt x="647700" y="3257550"/>
                </a:lnTo>
                <a:lnTo>
                  <a:pt x="647700" y="3267075"/>
                </a:lnTo>
                <a:lnTo>
                  <a:pt x="609600" y="3267075"/>
                </a:lnTo>
                <a:close/>
                <a:moveTo>
                  <a:pt x="676275" y="3257550"/>
                </a:moveTo>
                <a:lnTo>
                  <a:pt x="685800" y="3257550"/>
                </a:lnTo>
                <a:lnTo>
                  <a:pt x="685800" y="3267075"/>
                </a:lnTo>
                <a:lnTo>
                  <a:pt x="676275" y="3267075"/>
                </a:lnTo>
                <a:close/>
                <a:moveTo>
                  <a:pt x="714375" y="3257550"/>
                </a:moveTo>
                <a:lnTo>
                  <a:pt x="723900" y="3257550"/>
                </a:lnTo>
                <a:lnTo>
                  <a:pt x="723900" y="3267075"/>
                </a:lnTo>
                <a:lnTo>
                  <a:pt x="714375" y="3267075"/>
                </a:lnTo>
                <a:close/>
                <a:moveTo>
                  <a:pt x="914400" y="3257550"/>
                </a:moveTo>
                <a:lnTo>
                  <a:pt x="923925" y="3257550"/>
                </a:lnTo>
                <a:lnTo>
                  <a:pt x="923925" y="3267075"/>
                </a:lnTo>
                <a:lnTo>
                  <a:pt x="914400" y="3267075"/>
                </a:lnTo>
                <a:close/>
                <a:moveTo>
                  <a:pt x="971550" y="3257550"/>
                </a:moveTo>
                <a:lnTo>
                  <a:pt x="981075" y="3257550"/>
                </a:lnTo>
                <a:lnTo>
                  <a:pt x="981075" y="3267075"/>
                </a:lnTo>
                <a:lnTo>
                  <a:pt x="971550" y="3267075"/>
                </a:lnTo>
                <a:close/>
                <a:moveTo>
                  <a:pt x="1009650" y="3257550"/>
                </a:moveTo>
                <a:lnTo>
                  <a:pt x="1028700" y="3257550"/>
                </a:lnTo>
                <a:lnTo>
                  <a:pt x="1028700" y="3267075"/>
                </a:lnTo>
                <a:lnTo>
                  <a:pt x="1009650" y="3267075"/>
                </a:lnTo>
                <a:close/>
                <a:moveTo>
                  <a:pt x="1038225" y="3257550"/>
                </a:moveTo>
                <a:lnTo>
                  <a:pt x="1066800" y="3257550"/>
                </a:lnTo>
                <a:lnTo>
                  <a:pt x="1066800" y="3267075"/>
                </a:lnTo>
                <a:lnTo>
                  <a:pt x="1038225" y="3267075"/>
                </a:lnTo>
                <a:close/>
                <a:moveTo>
                  <a:pt x="1085850" y="3257550"/>
                </a:moveTo>
                <a:lnTo>
                  <a:pt x="1104900" y="3257550"/>
                </a:lnTo>
                <a:lnTo>
                  <a:pt x="1104900" y="3267075"/>
                </a:lnTo>
                <a:lnTo>
                  <a:pt x="1085850" y="3267075"/>
                </a:lnTo>
                <a:close/>
                <a:moveTo>
                  <a:pt x="1257300" y="3257550"/>
                </a:moveTo>
                <a:lnTo>
                  <a:pt x="1266825" y="3257550"/>
                </a:lnTo>
                <a:lnTo>
                  <a:pt x="1266825" y="3267075"/>
                </a:lnTo>
                <a:lnTo>
                  <a:pt x="1257300" y="3267075"/>
                </a:lnTo>
                <a:close/>
                <a:moveTo>
                  <a:pt x="1285875" y="3257550"/>
                </a:moveTo>
                <a:lnTo>
                  <a:pt x="1304925" y="3257550"/>
                </a:lnTo>
                <a:lnTo>
                  <a:pt x="1304925" y="3267075"/>
                </a:lnTo>
                <a:lnTo>
                  <a:pt x="1285875" y="3267075"/>
                </a:lnTo>
                <a:close/>
                <a:moveTo>
                  <a:pt x="1000125" y="3267075"/>
                </a:moveTo>
                <a:lnTo>
                  <a:pt x="1009650" y="3267075"/>
                </a:lnTo>
                <a:lnTo>
                  <a:pt x="1009650" y="3276600"/>
                </a:lnTo>
                <a:lnTo>
                  <a:pt x="1000125" y="3276600"/>
                </a:lnTo>
                <a:close/>
                <a:moveTo>
                  <a:pt x="1428750" y="3267075"/>
                </a:moveTo>
                <a:lnTo>
                  <a:pt x="1438275" y="3267075"/>
                </a:lnTo>
                <a:lnTo>
                  <a:pt x="1438275" y="3276600"/>
                </a:lnTo>
                <a:lnTo>
                  <a:pt x="1428750" y="3276600"/>
                </a:lnTo>
                <a:close/>
                <a:moveTo>
                  <a:pt x="1695450" y="3267075"/>
                </a:moveTo>
                <a:lnTo>
                  <a:pt x="1704975" y="3267075"/>
                </a:lnTo>
                <a:lnTo>
                  <a:pt x="1704975" y="3276600"/>
                </a:lnTo>
                <a:lnTo>
                  <a:pt x="1695450" y="3276600"/>
                </a:lnTo>
                <a:close/>
                <a:moveTo>
                  <a:pt x="180975" y="3276600"/>
                </a:moveTo>
                <a:lnTo>
                  <a:pt x="190500" y="3276600"/>
                </a:lnTo>
                <a:lnTo>
                  <a:pt x="190500" y="3286125"/>
                </a:lnTo>
                <a:lnTo>
                  <a:pt x="180975" y="3286125"/>
                </a:lnTo>
                <a:close/>
                <a:moveTo>
                  <a:pt x="857250" y="3295650"/>
                </a:moveTo>
                <a:lnTo>
                  <a:pt x="866775" y="3295650"/>
                </a:lnTo>
                <a:lnTo>
                  <a:pt x="866775" y="3305175"/>
                </a:lnTo>
                <a:lnTo>
                  <a:pt x="857250" y="3305175"/>
                </a:lnTo>
                <a:close/>
                <a:moveTo>
                  <a:pt x="419100" y="3305175"/>
                </a:moveTo>
                <a:lnTo>
                  <a:pt x="428625" y="3305175"/>
                </a:lnTo>
                <a:lnTo>
                  <a:pt x="428625" y="3324225"/>
                </a:lnTo>
                <a:lnTo>
                  <a:pt x="419100" y="3324225"/>
                </a:lnTo>
                <a:close/>
                <a:moveTo>
                  <a:pt x="1590675" y="3390900"/>
                </a:moveTo>
                <a:lnTo>
                  <a:pt x="1600200" y="3390900"/>
                </a:lnTo>
                <a:lnTo>
                  <a:pt x="1600200" y="3400425"/>
                </a:lnTo>
                <a:lnTo>
                  <a:pt x="1590675" y="3400425"/>
                </a:lnTo>
                <a:close/>
                <a:moveTo>
                  <a:pt x="952500" y="3400425"/>
                </a:moveTo>
                <a:lnTo>
                  <a:pt x="962025" y="3400425"/>
                </a:lnTo>
                <a:lnTo>
                  <a:pt x="962025" y="3409950"/>
                </a:lnTo>
                <a:lnTo>
                  <a:pt x="952500" y="3409950"/>
                </a:lnTo>
                <a:close/>
                <a:moveTo>
                  <a:pt x="1704975" y="3400425"/>
                </a:moveTo>
                <a:lnTo>
                  <a:pt x="1714500" y="3400425"/>
                </a:lnTo>
                <a:lnTo>
                  <a:pt x="1714500" y="3409950"/>
                </a:lnTo>
                <a:lnTo>
                  <a:pt x="1704975" y="3409950"/>
                </a:lnTo>
                <a:close/>
                <a:moveTo>
                  <a:pt x="942975" y="3409950"/>
                </a:moveTo>
                <a:lnTo>
                  <a:pt x="952500" y="3409950"/>
                </a:lnTo>
                <a:lnTo>
                  <a:pt x="952500" y="3419475"/>
                </a:lnTo>
                <a:lnTo>
                  <a:pt x="942975" y="3419475"/>
                </a:lnTo>
                <a:close/>
                <a:moveTo>
                  <a:pt x="809625" y="3429000"/>
                </a:moveTo>
                <a:lnTo>
                  <a:pt x="819150" y="3429000"/>
                </a:lnTo>
                <a:lnTo>
                  <a:pt x="819150" y="3438525"/>
                </a:lnTo>
                <a:lnTo>
                  <a:pt x="809625" y="3438525"/>
                </a:lnTo>
                <a:close/>
                <a:moveTo>
                  <a:pt x="1504950" y="3476625"/>
                </a:moveTo>
                <a:lnTo>
                  <a:pt x="1514475" y="3476625"/>
                </a:lnTo>
                <a:lnTo>
                  <a:pt x="1514475" y="3486150"/>
                </a:lnTo>
                <a:lnTo>
                  <a:pt x="1524000" y="3486150"/>
                </a:lnTo>
                <a:lnTo>
                  <a:pt x="1524000" y="3495675"/>
                </a:lnTo>
                <a:lnTo>
                  <a:pt x="1504950" y="3495675"/>
                </a:lnTo>
                <a:close/>
                <a:moveTo>
                  <a:pt x="904875" y="3495675"/>
                </a:moveTo>
                <a:lnTo>
                  <a:pt x="914400" y="3495675"/>
                </a:lnTo>
                <a:lnTo>
                  <a:pt x="914400" y="3505200"/>
                </a:lnTo>
                <a:lnTo>
                  <a:pt x="904875" y="3505200"/>
                </a:lnTo>
                <a:close/>
                <a:moveTo>
                  <a:pt x="914400" y="3505200"/>
                </a:moveTo>
                <a:lnTo>
                  <a:pt x="923925" y="3505200"/>
                </a:lnTo>
                <a:lnTo>
                  <a:pt x="923925" y="3514725"/>
                </a:lnTo>
                <a:lnTo>
                  <a:pt x="914400" y="3514725"/>
                </a:lnTo>
                <a:close/>
                <a:moveTo>
                  <a:pt x="904875" y="3514725"/>
                </a:moveTo>
                <a:lnTo>
                  <a:pt x="914400" y="3514725"/>
                </a:lnTo>
                <a:lnTo>
                  <a:pt x="914400" y="3524250"/>
                </a:lnTo>
                <a:lnTo>
                  <a:pt x="904875" y="3524250"/>
                </a:lnTo>
                <a:close/>
                <a:moveTo>
                  <a:pt x="428625" y="3524250"/>
                </a:moveTo>
                <a:lnTo>
                  <a:pt x="438150" y="3524250"/>
                </a:lnTo>
                <a:lnTo>
                  <a:pt x="438150" y="3543300"/>
                </a:lnTo>
                <a:lnTo>
                  <a:pt x="428625" y="3543300"/>
                </a:lnTo>
                <a:close/>
                <a:moveTo>
                  <a:pt x="304800" y="3552825"/>
                </a:moveTo>
                <a:lnTo>
                  <a:pt x="333375" y="3552825"/>
                </a:lnTo>
                <a:lnTo>
                  <a:pt x="333375" y="3562350"/>
                </a:lnTo>
                <a:lnTo>
                  <a:pt x="304800" y="3562350"/>
                </a:lnTo>
                <a:close/>
                <a:moveTo>
                  <a:pt x="200025" y="3609975"/>
                </a:moveTo>
                <a:lnTo>
                  <a:pt x="209550" y="3609975"/>
                </a:lnTo>
                <a:lnTo>
                  <a:pt x="209550" y="3619500"/>
                </a:lnTo>
                <a:lnTo>
                  <a:pt x="200025" y="3619500"/>
                </a:lnTo>
                <a:close/>
                <a:moveTo>
                  <a:pt x="1200150" y="3648075"/>
                </a:moveTo>
                <a:lnTo>
                  <a:pt x="1209675" y="3648075"/>
                </a:lnTo>
                <a:lnTo>
                  <a:pt x="1209675" y="3657600"/>
                </a:lnTo>
                <a:lnTo>
                  <a:pt x="1200150" y="3657600"/>
                </a:lnTo>
                <a:close/>
                <a:moveTo>
                  <a:pt x="1285875" y="3648075"/>
                </a:moveTo>
                <a:lnTo>
                  <a:pt x="1304925" y="3648075"/>
                </a:lnTo>
                <a:lnTo>
                  <a:pt x="1304925" y="3657600"/>
                </a:lnTo>
                <a:lnTo>
                  <a:pt x="1285875" y="3657600"/>
                </a:lnTo>
                <a:close/>
                <a:moveTo>
                  <a:pt x="400050" y="3667125"/>
                </a:moveTo>
                <a:lnTo>
                  <a:pt x="409575" y="3667125"/>
                </a:lnTo>
                <a:lnTo>
                  <a:pt x="409575" y="3676650"/>
                </a:lnTo>
                <a:lnTo>
                  <a:pt x="400050" y="3676650"/>
                </a:lnTo>
                <a:close/>
                <a:moveTo>
                  <a:pt x="1085850" y="3667125"/>
                </a:moveTo>
                <a:lnTo>
                  <a:pt x="1104900" y="3667125"/>
                </a:lnTo>
                <a:lnTo>
                  <a:pt x="1104900" y="3676650"/>
                </a:lnTo>
                <a:lnTo>
                  <a:pt x="1085850" y="3676650"/>
                </a:lnTo>
                <a:close/>
                <a:moveTo>
                  <a:pt x="1438275" y="3667125"/>
                </a:moveTo>
                <a:lnTo>
                  <a:pt x="1457325" y="3667125"/>
                </a:lnTo>
                <a:lnTo>
                  <a:pt x="1457325" y="3676650"/>
                </a:lnTo>
                <a:lnTo>
                  <a:pt x="1438275" y="3676650"/>
                </a:lnTo>
                <a:close/>
              </a:path>
            </a:pathLst>
          </a:custGeom>
          <a:solidFill xmlns:a="http://schemas.openxmlformats.org/drawingml/2006/main">
            <a:srgbClr val="F0EDE1"/>
          </a:solidFill>
          <a:ln xmlns:a="http://schemas.openxmlformats.org/drawingml/2006/main" w="0">
            <a:noFill/>
          </a:ln>
        </p:spPr>
      </p:sp>
      <p:sp>
        <p:nvSpPr>
          <p:cNvPr id="24" name="dashboard vector #f1ece1">
            <a:extLst xmlns:a="http://schemas.openxmlformats.org/drawingml/2006/main">
              <a:ext uri="{FF2B5EF4-FFF2-40B4-BE49-F238E27FC236}">
                <a16:creationId xmlns:a16="http://schemas.microsoft.com/office/drawing/2014/main" id="{483EB2E3-71A6-4156-B804-1739824C86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14400" y="1447800"/>
            <a:ext cx="2171700" cy="4467225"/>
          </a:xfrm>
          <a:custGeom xmlns:a="http://schemas.openxmlformats.org/drawingml/2006/main">
            <a:pathLst>
              <a:path w="1838325" h="3790950">
                <a:moveTo>
                  <a:pt x="114300" y="0"/>
                </a:moveTo>
                <a:lnTo>
                  <a:pt x="123825" y="0"/>
                </a:lnTo>
                <a:lnTo>
                  <a:pt x="123825" y="9525"/>
                </a:lnTo>
                <a:lnTo>
                  <a:pt x="114300" y="9525"/>
                </a:lnTo>
                <a:close/>
                <a:moveTo>
                  <a:pt x="1552575" y="0"/>
                </a:moveTo>
                <a:lnTo>
                  <a:pt x="1600200" y="0"/>
                </a:lnTo>
                <a:lnTo>
                  <a:pt x="1600200" y="9525"/>
                </a:lnTo>
                <a:lnTo>
                  <a:pt x="1609725" y="9525"/>
                </a:lnTo>
                <a:lnTo>
                  <a:pt x="1609725" y="19050"/>
                </a:lnTo>
                <a:lnTo>
                  <a:pt x="1600200" y="19050"/>
                </a:lnTo>
                <a:lnTo>
                  <a:pt x="1600200" y="28575"/>
                </a:lnTo>
                <a:lnTo>
                  <a:pt x="1571625" y="28575"/>
                </a:lnTo>
                <a:lnTo>
                  <a:pt x="1571625" y="19050"/>
                </a:lnTo>
                <a:lnTo>
                  <a:pt x="1562100" y="19050"/>
                </a:lnTo>
                <a:lnTo>
                  <a:pt x="1562100" y="9525"/>
                </a:lnTo>
                <a:lnTo>
                  <a:pt x="1552575" y="9525"/>
                </a:lnTo>
                <a:close/>
                <a:moveTo>
                  <a:pt x="1619250" y="19050"/>
                </a:moveTo>
                <a:lnTo>
                  <a:pt x="1638300" y="19050"/>
                </a:lnTo>
                <a:lnTo>
                  <a:pt x="1638300" y="28575"/>
                </a:lnTo>
                <a:lnTo>
                  <a:pt x="1647825" y="28575"/>
                </a:lnTo>
                <a:lnTo>
                  <a:pt x="1647825" y="47625"/>
                </a:lnTo>
                <a:lnTo>
                  <a:pt x="1666875" y="47625"/>
                </a:lnTo>
                <a:lnTo>
                  <a:pt x="1666875" y="57150"/>
                </a:lnTo>
                <a:lnTo>
                  <a:pt x="1676400" y="57150"/>
                </a:lnTo>
                <a:lnTo>
                  <a:pt x="1676400" y="47625"/>
                </a:lnTo>
                <a:lnTo>
                  <a:pt x="1685925" y="47625"/>
                </a:lnTo>
                <a:lnTo>
                  <a:pt x="1685925" y="38100"/>
                </a:lnTo>
                <a:lnTo>
                  <a:pt x="1714500" y="38100"/>
                </a:lnTo>
                <a:lnTo>
                  <a:pt x="1714500" y="47625"/>
                </a:lnTo>
                <a:lnTo>
                  <a:pt x="1724025" y="47625"/>
                </a:lnTo>
                <a:lnTo>
                  <a:pt x="1724025" y="57150"/>
                </a:lnTo>
                <a:lnTo>
                  <a:pt x="1704975" y="57150"/>
                </a:lnTo>
                <a:lnTo>
                  <a:pt x="1704975" y="47625"/>
                </a:lnTo>
                <a:lnTo>
                  <a:pt x="1685925" y="47625"/>
                </a:lnTo>
                <a:lnTo>
                  <a:pt x="1685925" y="66675"/>
                </a:lnTo>
                <a:lnTo>
                  <a:pt x="1676400" y="66675"/>
                </a:lnTo>
                <a:lnTo>
                  <a:pt x="1676400" y="76200"/>
                </a:lnTo>
                <a:lnTo>
                  <a:pt x="1657350" y="76200"/>
                </a:lnTo>
                <a:lnTo>
                  <a:pt x="1657350" y="66675"/>
                </a:lnTo>
                <a:lnTo>
                  <a:pt x="1628775" y="66675"/>
                </a:lnTo>
                <a:lnTo>
                  <a:pt x="1628775" y="47625"/>
                </a:lnTo>
                <a:lnTo>
                  <a:pt x="1619250" y="47625"/>
                </a:lnTo>
                <a:close/>
                <a:moveTo>
                  <a:pt x="123825" y="28575"/>
                </a:moveTo>
                <a:lnTo>
                  <a:pt x="133350" y="28575"/>
                </a:lnTo>
                <a:lnTo>
                  <a:pt x="133350" y="38100"/>
                </a:lnTo>
                <a:lnTo>
                  <a:pt x="123825" y="38100"/>
                </a:lnTo>
                <a:close/>
                <a:moveTo>
                  <a:pt x="85725" y="66675"/>
                </a:moveTo>
                <a:lnTo>
                  <a:pt x="104775" y="66675"/>
                </a:lnTo>
                <a:lnTo>
                  <a:pt x="104775" y="76200"/>
                </a:lnTo>
                <a:lnTo>
                  <a:pt x="95250" y="76200"/>
                </a:lnTo>
                <a:lnTo>
                  <a:pt x="95250" y="85725"/>
                </a:lnTo>
                <a:lnTo>
                  <a:pt x="85725" y="85725"/>
                </a:lnTo>
                <a:close/>
                <a:moveTo>
                  <a:pt x="1733550" y="66675"/>
                </a:moveTo>
                <a:lnTo>
                  <a:pt x="1743075" y="66675"/>
                </a:lnTo>
                <a:lnTo>
                  <a:pt x="1743075" y="76200"/>
                </a:lnTo>
                <a:lnTo>
                  <a:pt x="1733550" y="76200"/>
                </a:lnTo>
                <a:close/>
                <a:moveTo>
                  <a:pt x="47625" y="85725"/>
                </a:moveTo>
                <a:lnTo>
                  <a:pt x="76200" y="85725"/>
                </a:lnTo>
                <a:lnTo>
                  <a:pt x="76200" y="95250"/>
                </a:lnTo>
                <a:lnTo>
                  <a:pt x="66675" y="95250"/>
                </a:lnTo>
                <a:lnTo>
                  <a:pt x="66675" y="104775"/>
                </a:lnTo>
                <a:lnTo>
                  <a:pt x="57150" y="104775"/>
                </a:lnTo>
                <a:lnTo>
                  <a:pt x="57150" y="95250"/>
                </a:lnTo>
                <a:lnTo>
                  <a:pt x="47625" y="95250"/>
                </a:lnTo>
                <a:close/>
                <a:moveTo>
                  <a:pt x="28575" y="104775"/>
                </a:moveTo>
                <a:lnTo>
                  <a:pt x="47625" y="104775"/>
                </a:lnTo>
                <a:lnTo>
                  <a:pt x="47625" y="114300"/>
                </a:lnTo>
                <a:lnTo>
                  <a:pt x="28575" y="114300"/>
                </a:lnTo>
                <a:close/>
                <a:moveTo>
                  <a:pt x="590550" y="133350"/>
                </a:moveTo>
                <a:lnTo>
                  <a:pt x="685800" y="133350"/>
                </a:lnTo>
                <a:lnTo>
                  <a:pt x="685800" y="142875"/>
                </a:lnTo>
                <a:lnTo>
                  <a:pt x="590550" y="142875"/>
                </a:lnTo>
                <a:close/>
                <a:moveTo>
                  <a:pt x="295275" y="142875"/>
                </a:moveTo>
                <a:lnTo>
                  <a:pt x="304800" y="142875"/>
                </a:lnTo>
                <a:lnTo>
                  <a:pt x="304800" y="152400"/>
                </a:lnTo>
                <a:lnTo>
                  <a:pt x="295275" y="152400"/>
                </a:lnTo>
                <a:close/>
                <a:moveTo>
                  <a:pt x="447675" y="142875"/>
                </a:moveTo>
                <a:lnTo>
                  <a:pt x="466725" y="142875"/>
                </a:lnTo>
                <a:lnTo>
                  <a:pt x="466725" y="161925"/>
                </a:lnTo>
                <a:lnTo>
                  <a:pt x="447675" y="161925"/>
                </a:lnTo>
                <a:close/>
                <a:moveTo>
                  <a:pt x="1114425" y="142875"/>
                </a:moveTo>
                <a:lnTo>
                  <a:pt x="1123950" y="142875"/>
                </a:lnTo>
                <a:lnTo>
                  <a:pt x="1123950" y="152400"/>
                </a:lnTo>
                <a:lnTo>
                  <a:pt x="1114425" y="152400"/>
                </a:lnTo>
                <a:close/>
                <a:moveTo>
                  <a:pt x="1809750" y="142875"/>
                </a:moveTo>
                <a:lnTo>
                  <a:pt x="1819275" y="142875"/>
                </a:lnTo>
                <a:lnTo>
                  <a:pt x="1819275" y="152400"/>
                </a:lnTo>
                <a:lnTo>
                  <a:pt x="1809750" y="152400"/>
                </a:lnTo>
                <a:close/>
                <a:moveTo>
                  <a:pt x="657225" y="152400"/>
                </a:moveTo>
                <a:lnTo>
                  <a:pt x="666750" y="152400"/>
                </a:lnTo>
                <a:lnTo>
                  <a:pt x="666750" y="161925"/>
                </a:lnTo>
                <a:lnTo>
                  <a:pt x="657225" y="161925"/>
                </a:lnTo>
                <a:close/>
                <a:moveTo>
                  <a:pt x="1219200" y="152400"/>
                </a:moveTo>
                <a:lnTo>
                  <a:pt x="1238250" y="152400"/>
                </a:lnTo>
                <a:lnTo>
                  <a:pt x="1238250" y="161925"/>
                </a:lnTo>
                <a:lnTo>
                  <a:pt x="1219200" y="161925"/>
                </a:lnTo>
                <a:close/>
                <a:moveTo>
                  <a:pt x="1104900" y="161925"/>
                </a:moveTo>
                <a:lnTo>
                  <a:pt x="1114425" y="161925"/>
                </a:lnTo>
                <a:lnTo>
                  <a:pt x="1114425" y="171450"/>
                </a:lnTo>
                <a:lnTo>
                  <a:pt x="1104900" y="171450"/>
                </a:lnTo>
                <a:close/>
                <a:moveTo>
                  <a:pt x="1123950" y="171450"/>
                </a:moveTo>
                <a:lnTo>
                  <a:pt x="1143000" y="171450"/>
                </a:lnTo>
                <a:lnTo>
                  <a:pt x="1143000" y="180975"/>
                </a:lnTo>
                <a:lnTo>
                  <a:pt x="1181100" y="180975"/>
                </a:lnTo>
                <a:lnTo>
                  <a:pt x="1181100" y="190500"/>
                </a:lnTo>
                <a:lnTo>
                  <a:pt x="1133475" y="190500"/>
                </a:lnTo>
                <a:lnTo>
                  <a:pt x="1133475" y="180975"/>
                </a:lnTo>
                <a:lnTo>
                  <a:pt x="1123950" y="180975"/>
                </a:lnTo>
                <a:close/>
                <a:moveTo>
                  <a:pt x="1609725" y="180975"/>
                </a:moveTo>
                <a:lnTo>
                  <a:pt x="1619250" y="180975"/>
                </a:lnTo>
                <a:lnTo>
                  <a:pt x="1619250" y="190500"/>
                </a:lnTo>
                <a:lnTo>
                  <a:pt x="1609725" y="190500"/>
                </a:lnTo>
                <a:close/>
                <a:moveTo>
                  <a:pt x="1171575" y="200025"/>
                </a:moveTo>
                <a:lnTo>
                  <a:pt x="1181100" y="200025"/>
                </a:lnTo>
                <a:lnTo>
                  <a:pt x="1181100" y="209550"/>
                </a:lnTo>
                <a:lnTo>
                  <a:pt x="1190625" y="209550"/>
                </a:lnTo>
                <a:lnTo>
                  <a:pt x="1190625" y="219075"/>
                </a:lnTo>
                <a:lnTo>
                  <a:pt x="1219200" y="219075"/>
                </a:lnTo>
                <a:lnTo>
                  <a:pt x="1219200" y="228600"/>
                </a:lnTo>
                <a:lnTo>
                  <a:pt x="1200150" y="228600"/>
                </a:lnTo>
                <a:lnTo>
                  <a:pt x="1200150" y="238125"/>
                </a:lnTo>
                <a:lnTo>
                  <a:pt x="1181100" y="238125"/>
                </a:lnTo>
                <a:lnTo>
                  <a:pt x="1181100" y="266700"/>
                </a:lnTo>
                <a:lnTo>
                  <a:pt x="1171575" y="266700"/>
                </a:lnTo>
                <a:close/>
                <a:moveTo>
                  <a:pt x="1647825" y="219075"/>
                </a:moveTo>
                <a:lnTo>
                  <a:pt x="1657350" y="219075"/>
                </a:lnTo>
                <a:lnTo>
                  <a:pt x="1657350" y="228600"/>
                </a:lnTo>
                <a:lnTo>
                  <a:pt x="1647825" y="228600"/>
                </a:lnTo>
                <a:close/>
                <a:moveTo>
                  <a:pt x="409575" y="228600"/>
                </a:moveTo>
                <a:lnTo>
                  <a:pt x="419100" y="228600"/>
                </a:lnTo>
                <a:lnTo>
                  <a:pt x="419100" y="238125"/>
                </a:lnTo>
                <a:lnTo>
                  <a:pt x="409575" y="238125"/>
                </a:lnTo>
                <a:close/>
                <a:moveTo>
                  <a:pt x="1666875" y="238125"/>
                </a:moveTo>
                <a:lnTo>
                  <a:pt x="1676400" y="238125"/>
                </a:lnTo>
                <a:lnTo>
                  <a:pt x="1676400" y="247650"/>
                </a:lnTo>
                <a:lnTo>
                  <a:pt x="1666875" y="247650"/>
                </a:lnTo>
                <a:close/>
                <a:moveTo>
                  <a:pt x="152400" y="266700"/>
                </a:moveTo>
                <a:lnTo>
                  <a:pt x="161925" y="266700"/>
                </a:lnTo>
                <a:lnTo>
                  <a:pt x="161925" y="276225"/>
                </a:lnTo>
                <a:lnTo>
                  <a:pt x="152400" y="276225"/>
                </a:lnTo>
                <a:close/>
                <a:moveTo>
                  <a:pt x="142875" y="276225"/>
                </a:moveTo>
                <a:lnTo>
                  <a:pt x="152400" y="276225"/>
                </a:lnTo>
                <a:lnTo>
                  <a:pt x="152400" y="285750"/>
                </a:lnTo>
                <a:lnTo>
                  <a:pt x="142875" y="285750"/>
                </a:lnTo>
                <a:close/>
                <a:moveTo>
                  <a:pt x="1162050" y="276225"/>
                </a:moveTo>
                <a:lnTo>
                  <a:pt x="1171575" y="276225"/>
                </a:lnTo>
                <a:lnTo>
                  <a:pt x="1171575" y="285750"/>
                </a:lnTo>
                <a:lnTo>
                  <a:pt x="1162050" y="285750"/>
                </a:lnTo>
                <a:close/>
                <a:moveTo>
                  <a:pt x="133350" y="285750"/>
                </a:moveTo>
                <a:lnTo>
                  <a:pt x="142875" y="285750"/>
                </a:lnTo>
                <a:lnTo>
                  <a:pt x="142875" y="304800"/>
                </a:lnTo>
                <a:lnTo>
                  <a:pt x="133350" y="304800"/>
                </a:lnTo>
                <a:close/>
                <a:moveTo>
                  <a:pt x="1504950" y="285750"/>
                </a:moveTo>
                <a:lnTo>
                  <a:pt x="1562100" y="285750"/>
                </a:lnTo>
                <a:lnTo>
                  <a:pt x="1562100" y="295275"/>
                </a:lnTo>
                <a:lnTo>
                  <a:pt x="1504950" y="295275"/>
                </a:lnTo>
                <a:close/>
                <a:moveTo>
                  <a:pt x="142875" y="314325"/>
                </a:moveTo>
                <a:lnTo>
                  <a:pt x="152400" y="314325"/>
                </a:lnTo>
                <a:lnTo>
                  <a:pt x="152400" y="323850"/>
                </a:lnTo>
                <a:lnTo>
                  <a:pt x="142875" y="323850"/>
                </a:lnTo>
                <a:close/>
                <a:moveTo>
                  <a:pt x="171450" y="314325"/>
                </a:moveTo>
                <a:lnTo>
                  <a:pt x="190500" y="314325"/>
                </a:lnTo>
                <a:lnTo>
                  <a:pt x="190500" y="342900"/>
                </a:lnTo>
                <a:lnTo>
                  <a:pt x="171450" y="342900"/>
                </a:lnTo>
                <a:lnTo>
                  <a:pt x="171450" y="333375"/>
                </a:lnTo>
                <a:lnTo>
                  <a:pt x="152400" y="333375"/>
                </a:lnTo>
                <a:lnTo>
                  <a:pt x="152400" y="323850"/>
                </a:lnTo>
                <a:lnTo>
                  <a:pt x="171450" y="323850"/>
                </a:lnTo>
                <a:close/>
                <a:moveTo>
                  <a:pt x="257175" y="314325"/>
                </a:moveTo>
                <a:lnTo>
                  <a:pt x="276225" y="314325"/>
                </a:lnTo>
                <a:lnTo>
                  <a:pt x="276225" y="323850"/>
                </a:lnTo>
                <a:lnTo>
                  <a:pt x="257175" y="323850"/>
                </a:lnTo>
                <a:close/>
                <a:moveTo>
                  <a:pt x="133350" y="323850"/>
                </a:moveTo>
                <a:lnTo>
                  <a:pt x="142875" y="323850"/>
                </a:lnTo>
                <a:lnTo>
                  <a:pt x="142875" y="342900"/>
                </a:lnTo>
                <a:lnTo>
                  <a:pt x="133350" y="342900"/>
                </a:lnTo>
                <a:close/>
                <a:moveTo>
                  <a:pt x="276225" y="323850"/>
                </a:moveTo>
                <a:lnTo>
                  <a:pt x="285750" y="323850"/>
                </a:lnTo>
                <a:lnTo>
                  <a:pt x="285750" y="333375"/>
                </a:lnTo>
                <a:lnTo>
                  <a:pt x="295275" y="333375"/>
                </a:lnTo>
                <a:lnTo>
                  <a:pt x="295275" y="361950"/>
                </a:lnTo>
                <a:lnTo>
                  <a:pt x="276225" y="361950"/>
                </a:lnTo>
                <a:lnTo>
                  <a:pt x="276225" y="352425"/>
                </a:lnTo>
                <a:lnTo>
                  <a:pt x="266700" y="352425"/>
                </a:lnTo>
                <a:lnTo>
                  <a:pt x="266700" y="342900"/>
                </a:lnTo>
                <a:lnTo>
                  <a:pt x="276225" y="342900"/>
                </a:lnTo>
                <a:close/>
                <a:moveTo>
                  <a:pt x="1133475" y="323850"/>
                </a:moveTo>
                <a:lnTo>
                  <a:pt x="1143000" y="323850"/>
                </a:lnTo>
                <a:lnTo>
                  <a:pt x="1143000" y="333375"/>
                </a:lnTo>
                <a:lnTo>
                  <a:pt x="1133475" y="333375"/>
                </a:lnTo>
                <a:close/>
                <a:moveTo>
                  <a:pt x="171450" y="333375"/>
                </a:moveTo>
                <a:lnTo>
                  <a:pt x="180975" y="333375"/>
                </a:lnTo>
                <a:lnTo>
                  <a:pt x="180975" y="323850"/>
                </a:lnTo>
                <a:lnTo>
                  <a:pt x="171450" y="323850"/>
                </a:lnTo>
                <a:close/>
                <a:moveTo>
                  <a:pt x="695325" y="333375"/>
                </a:moveTo>
                <a:lnTo>
                  <a:pt x="714375" y="333375"/>
                </a:lnTo>
                <a:lnTo>
                  <a:pt x="714375" y="342900"/>
                </a:lnTo>
                <a:lnTo>
                  <a:pt x="695325" y="342900"/>
                </a:lnTo>
                <a:close/>
                <a:moveTo>
                  <a:pt x="723900" y="333375"/>
                </a:moveTo>
                <a:lnTo>
                  <a:pt x="733425" y="333375"/>
                </a:lnTo>
                <a:lnTo>
                  <a:pt x="733425" y="342900"/>
                </a:lnTo>
                <a:lnTo>
                  <a:pt x="723900" y="342900"/>
                </a:lnTo>
                <a:close/>
                <a:moveTo>
                  <a:pt x="828675" y="333375"/>
                </a:moveTo>
                <a:lnTo>
                  <a:pt x="857250" y="333375"/>
                </a:lnTo>
                <a:lnTo>
                  <a:pt x="857250" y="352425"/>
                </a:lnTo>
                <a:lnTo>
                  <a:pt x="904875" y="352425"/>
                </a:lnTo>
                <a:lnTo>
                  <a:pt x="904875" y="371475"/>
                </a:lnTo>
                <a:lnTo>
                  <a:pt x="914400" y="371475"/>
                </a:lnTo>
                <a:lnTo>
                  <a:pt x="914400" y="381000"/>
                </a:lnTo>
                <a:lnTo>
                  <a:pt x="923925" y="381000"/>
                </a:lnTo>
                <a:lnTo>
                  <a:pt x="923925" y="390525"/>
                </a:lnTo>
                <a:lnTo>
                  <a:pt x="914400" y="390525"/>
                </a:lnTo>
                <a:lnTo>
                  <a:pt x="914400" y="419100"/>
                </a:lnTo>
                <a:lnTo>
                  <a:pt x="904875" y="419100"/>
                </a:lnTo>
                <a:lnTo>
                  <a:pt x="904875" y="409575"/>
                </a:lnTo>
                <a:lnTo>
                  <a:pt x="857250" y="409575"/>
                </a:lnTo>
                <a:lnTo>
                  <a:pt x="857250" y="400050"/>
                </a:lnTo>
                <a:lnTo>
                  <a:pt x="838200" y="400050"/>
                </a:lnTo>
                <a:lnTo>
                  <a:pt x="838200" y="390525"/>
                </a:lnTo>
                <a:lnTo>
                  <a:pt x="847725" y="390525"/>
                </a:lnTo>
                <a:lnTo>
                  <a:pt x="847725" y="381000"/>
                </a:lnTo>
                <a:lnTo>
                  <a:pt x="828675" y="381000"/>
                </a:lnTo>
                <a:lnTo>
                  <a:pt x="828675" y="390525"/>
                </a:lnTo>
                <a:lnTo>
                  <a:pt x="819150" y="390525"/>
                </a:lnTo>
                <a:lnTo>
                  <a:pt x="819150" y="400050"/>
                </a:lnTo>
                <a:lnTo>
                  <a:pt x="809625" y="400050"/>
                </a:lnTo>
                <a:lnTo>
                  <a:pt x="809625" y="390525"/>
                </a:lnTo>
                <a:lnTo>
                  <a:pt x="790575" y="390525"/>
                </a:lnTo>
                <a:lnTo>
                  <a:pt x="790575" y="371475"/>
                </a:lnTo>
                <a:lnTo>
                  <a:pt x="809625" y="371475"/>
                </a:lnTo>
                <a:lnTo>
                  <a:pt x="809625" y="361950"/>
                </a:lnTo>
                <a:lnTo>
                  <a:pt x="819150" y="361950"/>
                </a:lnTo>
                <a:lnTo>
                  <a:pt x="819150" y="352425"/>
                </a:lnTo>
                <a:lnTo>
                  <a:pt x="828675" y="352425"/>
                </a:lnTo>
                <a:close/>
                <a:moveTo>
                  <a:pt x="885825" y="333375"/>
                </a:moveTo>
                <a:lnTo>
                  <a:pt x="904875" y="333375"/>
                </a:lnTo>
                <a:lnTo>
                  <a:pt x="904875" y="342900"/>
                </a:lnTo>
                <a:lnTo>
                  <a:pt x="885825" y="342900"/>
                </a:lnTo>
                <a:close/>
                <a:moveTo>
                  <a:pt x="142875" y="342900"/>
                </a:moveTo>
                <a:lnTo>
                  <a:pt x="152400" y="342900"/>
                </a:lnTo>
                <a:lnTo>
                  <a:pt x="152400" y="352425"/>
                </a:lnTo>
                <a:lnTo>
                  <a:pt x="142875" y="352425"/>
                </a:lnTo>
                <a:close/>
                <a:moveTo>
                  <a:pt x="304800" y="342900"/>
                </a:moveTo>
                <a:lnTo>
                  <a:pt x="333375" y="342900"/>
                </a:lnTo>
                <a:lnTo>
                  <a:pt x="333375" y="352425"/>
                </a:lnTo>
                <a:lnTo>
                  <a:pt x="314325" y="352425"/>
                </a:lnTo>
                <a:lnTo>
                  <a:pt x="314325" y="361950"/>
                </a:lnTo>
                <a:lnTo>
                  <a:pt x="304800" y="361950"/>
                </a:lnTo>
                <a:close/>
                <a:moveTo>
                  <a:pt x="238125" y="361950"/>
                </a:moveTo>
                <a:lnTo>
                  <a:pt x="247650" y="361950"/>
                </a:lnTo>
                <a:lnTo>
                  <a:pt x="247650" y="381000"/>
                </a:lnTo>
                <a:lnTo>
                  <a:pt x="257175" y="381000"/>
                </a:lnTo>
                <a:lnTo>
                  <a:pt x="257175" y="390525"/>
                </a:lnTo>
                <a:lnTo>
                  <a:pt x="238125" y="390525"/>
                </a:lnTo>
                <a:lnTo>
                  <a:pt x="238125" y="400050"/>
                </a:lnTo>
                <a:lnTo>
                  <a:pt x="219075" y="400050"/>
                </a:lnTo>
                <a:lnTo>
                  <a:pt x="219075" y="390525"/>
                </a:lnTo>
                <a:lnTo>
                  <a:pt x="228600" y="390525"/>
                </a:lnTo>
                <a:lnTo>
                  <a:pt x="228600" y="381000"/>
                </a:lnTo>
                <a:lnTo>
                  <a:pt x="219075" y="381000"/>
                </a:lnTo>
                <a:lnTo>
                  <a:pt x="219075" y="371475"/>
                </a:lnTo>
                <a:lnTo>
                  <a:pt x="238125" y="371475"/>
                </a:lnTo>
                <a:close/>
                <a:moveTo>
                  <a:pt x="390525" y="361950"/>
                </a:moveTo>
                <a:lnTo>
                  <a:pt x="409575" y="361950"/>
                </a:lnTo>
                <a:lnTo>
                  <a:pt x="409575" y="381000"/>
                </a:lnTo>
                <a:lnTo>
                  <a:pt x="390525" y="381000"/>
                </a:lnTo>
                <a:close/>
                <a:moveTo>
                  <a:pt x="638175" y="361950"/>
                </a:moveTo>
                <a:lnTo>
                  <a:pt x="647700" y="361950"/>
                </a:lnTo>
                <a:lnTo>
                  <a:pt x="647700" y="371475"/>
                </a:lnTo>
                <a:lnTo>
                  <a:pt x="638175" y="371475"/>
                </a:lnTo>
                <a:close/>
                <a:moveTo>
                  <a:pt x="657225" y="361950"/>
                </a:moveTo>
                <a:lnTo>
                  <a:pt x="666750" y="361950"/>
                </a:lnTo>
                <a:lnTo>
                  <a:pt x="666750" y="371475"/>
                </a:lnTo>
                <a:lnTo>
                  <a:pt x="657225" y="371475"/>
                </a:lnTo>
                <a:close/>
                <a:moveTo>
                  <a:pt x="1695450" y="361950"/>
                </a:moveTo>
                <a:lnTo>
                  <a:pt x="1704975" y="361950"/>
                </a:lnTo>
                <a:lnTo>
                  <a:pt x="1704975" y="381000"/>
                </a:lnTo>
                <a:lnTo>
                  <a:pt x="1695450" y="381000"/>
                </a:lnTo>
                <a:lnTo>
                  <a:pt x="1695450" y="400050"/>
                </a:lnTo>
                <a:lnTo>
                  <a:pt x="1676400" y="400050"/>
                </a:lnTo>
                <a:lnTo>
                  <a:pt x="1676400" y="371475"/>
                </a:lnTo>
                <a:lnTo>
                  <a:pt x="1695450" y="371475"/>
                </a:lnTo>
                <a:close/>
                <a:moveTo>
                  <a:pt x="114300" y="371475"/>
                </a:moveTo>
                <a:lnTo>
                  <a:pt x="123825" y="371475"/>
                </a:lnTo>
                <a:lnTo>
                  <a:pt x="123825" y="381000"/>
                </a:lnTo>
                <a:lnTo>
                  <a:pt x="114300" y="381000"/>
                </a:lnTo>
                <a:close/>
                <a:moveTo>
                  <a:pt x="885825" y="371475"/>
                </a:moveTo>
                <a:lnTo>
                  <a:pt x="895350" y="371475"/>
                </a:lnTo>
                <a:lnTo>
                  <a:pt x="895350" y="361950"/>
                </a:lnTo>
                <a:lnTo>
                  <a:pt x="885825" y="361950"/>
                </a:lnTo>
                <a:close/>
                <a:moveTo>
                  <a:pt x="752475" y="381000"/>
                </a:moveTo>
                <a:lnTo>
                  <a:pt x="771525" y="381000"/>
                </a:lnTo>
                <a:lnTo>
                  <a:pt x="771525" y="400050"/>
                </a:lnTo>
                <a:lnTo>
                  <a:pt x="752475" y="400050"/>
                </a:lnTo>
                <a:close/>
                <a:moveTo>
                  <a:pt x="114300" y="400050"/>
                </a:moveTo>
                <a:lnTo>
                  <a:pt x="123825" y="400050"/>
                </a:lnTo>
                <a:lnTo>
                  <a:pt x="123825" y="428625"/>
                </a:lnTo>
                <a:lnTo>
                  <a:pt x="114300" y="428625"/>
                </a:lnTo>
                <a:close/>
                <a:moveTo>
                  <a:pt x="390525" y="400050"/>
                </a:moveTo>
                <a:lnTo>
                  <a:pt x="400050" y="400050"/>
                </a:lnTo>
                <a:lnTo>
                  <a:pt x="400050" y="419100"/>
                </a:lnTo>
                <a:lnTo>
                  <a:pt x="390525" y="419100"/>
                </a:lnTo>
                <a:close/>
                <a:moveTo>
                  <a:pt x="866775" y="400050"/>
                </a:moveTo>
                <a:lnTo>
                  <a:pt x="895350" y="400050"/>
                </a:lnTo>
                <a:lnTo>
                  <a:pt x="895350" y="390525"/>
                </a:lnTo>
                <a:lnTo>
                  <a:pt x="866775" y="390525"/>
                </a:lnTo>
                <a:close/>
                <a:moveTo>
                  <a:pt x="533400" y="504825"/>
                </a:moveTo>
                <a:lnTo>
                  <a:pt x="552450" y="504825"/>
                </a:lnTo>
                <a:lnTo>
                  <a:pt x="552450" y="523875"/>
                </a:lnTo>
                <a:lnTo>
                  <a:pt x="514350" y="523875"/>
                </a:lnTo>
                <a:lnTo>
                  <a:pt x="514350" y="514350"/>
                </a:lnTo>
                <a:lnTo>
                  <a:pt x="533400" y="514350"/>
                </a:lnTo>
                <a:close/>
                <a:moveTo>
                  <a:pt x="133350" y="514350"/>
                </a:moveTo>
                <a:lnTo>
                  <a:pt x="142875" y="514350"/>
                </a:lnTo>
                <a:lnTo>
                  <a:pt x="142875" y="523875"/>
                </a:lnTo>
                <a:lnTo>
                  <a:pt x="133350" y="523875"/>
                </a:lnTo>
                <a:close/>
                <a:moveTo>
                  <a:pt x="438150" y="533400"/>
                </a:moveTo>
                <a:lnTo>
                  <a:pt x="466725" y="533400"/>
                </a:lnTo>
                <a:lnTo>
                  <a:pt x="466725" y="542925"/>
                </a:lnTo>
                <a:lnTo>
                  <a:pt x="476250" y="542925"/>
                </a:lnTo>
                <a:lnTo>
                  <a:pt x="476250" y="552450"/>
                </a:lnTo>
                <a:lnTo>
                  <a:pt x="447675" y="552450"/>
                </a:lnTo>
                <a:lnTo>
                  <a:pt x="447675" y="542925"/>
                </a:lnTo>
                <a:lnTo>
                  <a:pt x="438150" y="542925"/>
                </a:lnTo>
                <a:close/>
                <a:moveTo>
                  <a:pt x="342900" y="542925"/>
                </a:moveTo>
                <a:lnTo>
                  <a:pt x="352425" y="542925"/>
                </a:lnTo>
                <a:lnTo>
                  <a:pt x="352425" y="552450"/>
                </a:lnTo>
                <a:lnTo>
                  <a:pt x="342900" y="552450"/>
                </a:lnTo>
                <a:close/>
                <a:moveTo>
                  <a:pt x="361950" y="542925"/>
                </a:moveTo>
                <a:lnTo>
                  <a:pt x="400050" y="542925"/>
                </a:lnTo>
                <a:lnTo>
                  <a:pt x="400050" y="552450"/>
                </a:lnTo>
                <a:lnTo>
                  <a:pt x="390525" y="552450"/>
                </a:lnTo>
                <a:lnTo>
                  <a:pt x="390525" y="561975"/>
                </a:lnTo>
                <a:lnTo>
                  <a:pt x="371475" y="561975"/>
                </a:lnTo>
                <a:lnTo>
                  <a:pt x="371475" y="552450"/>
                </a:lnTo>
                <a:lnTo>
                  <a:pt x="361950" y="552450"/>
                </a:lnTo>
                <a:close/>
                <a:moveTo>
                  <a:pt x="542925" y="561975"/>
                </a:moveTo>
                <a:lnTo>
                  <a:pt x="561975" y="561975"/>
                </a:lnTo>
                <a:lnTo>
                  <a:pt x="561975" y="571500"/>
                </a:lnTo>
                <a:lnTo>
                  <a:pt x="542925" y="571500"/>
                </a:lnTo>
                <a:close/>
                <a:moveTo>
                  <a:pt x="304800" y="647700"/>
                </a:moveTo>
                <a:lnTo>
                  <a:pt x="333375" y="647700"/>
                </a:lnTo>
                <a:lnTo>
                  <a:pt x="333375" y="657225"/>
                </a:lnTo>
                <a:lnTo>
                  <a:pt x="342900" y="657225"/>
                </a:lnTo>
                <a:lnTo>
                  <a:pt x="342900" y="666750"/>
                </a:lnTo>
                <a:lnTo>
                  <a:pt x="333375" y="666750"/>
                </a:lnTo>
                <a:lnTo>
                  <a:pt x="333375" y="695325"/>
                </a:lnTo>
                <a:lnTo>
                  <a:pt x="323850" y="695325"/>
                </a:lnTo>
                <a:lnTo>
                  <a:pt x="323850" y="676275"/>
                </a:lnTo>
                <a:lnTo>
                  <a:pt x="314325" y="676275"/>
                </a:lnTo>
                <a:lnTo>
                  <a:pt x="314325" y="666750"/>
                </a:lnTo>
                <a:lnTo>
                  <a:pt x="304800" y="666750"/>
                </a:lnTo>
                <a:close/>
                <a:moveTo>
                  <a:pt x="495300" y="647700"/>
                </a:moveTo>
                <a:lnTo>
                  <a:pt x="523875" y="647700"/>
                </a:lnTo>
                <a:lnTo>
                  <a:pt x="523875" y="657225"/>
                </a:lnTo>
                <a:lnTo>
                  <a:pt x="514350" y="657225"/>
                </a:lnTo>
                <a:lnTo>
                  <a:pt x="514350" y="676275"/>
                </a:lnTo>
                <a:lnTo>
                  <a:pt x="495300" y="676275"/>
                </a:lnTo>
                <a:close/>
                <a:moveTo>
                  <a:pt x="552450" y="647700"/>
                </a:moveTo>
                <a:lnTo>
                  <a:pt x="581025" y="647700"/>
                </a:lnTo>
                <a:lnTo>
                  <a:pt x="581025" y="657225"/>
                </a:lnTo>
                <a:lnTo>
                  <a:pt x="552450" y="657225"/>
                </a:lnTo>
                <a:close/>
                <a:moveTo>
                  <a:pt x="590550" y="647700"/>
                </a:moveTo>
                <a:lnTo>
                  <a:pt x="600075" y="647700"/>
                </a:lnTo>
                <a:lnTo>
                  <a:pt x="600075" y="657225"/>
                </a:lnTo>
                <a:lnTo>
                  <a:pt x="619125" y="657225"/>
                </a:lnTo>
                <a:lnTo>
                  <a:pt x="619125" y="666750"/>
                </a:lnTo>
                <a:lnTo>
                  <a:pt x="600075" y="666750"/>
                </a:lnTo>
                <a:lnTo>
                  <a:pt x="600075" y="676275"/>
                </a:lnTo>
                <a:lnTo>
                  <a:pt x="590550" y="676275"/>
                </a:lnTo>
                <a:close/>
                <a:moveTo>
                  <a:pt x="819150" y="647700"/>
                </a:moveTo>
                <a:lnTo>
                  <a:pt x="838200" y="647700"/>
                </a:lnTo>
                <a:lnTo>
                  <a:pt x="838200" y="657225"/>
                </a:lnTo>
                <a:lnTo>
                  <a:pt x="819150" y="657225"/>
                </a:lnTo>
                <a:close/>
                <a:moveTo>
                  <a:pt x="1057275" y="647700"/>
                </a:moveTo>
                <a:lnTo>
                  <a:pt x="1085850" y="647700"/>
                </a:lnTo>
                <a:lnTo>
                  <a:pt x="1085850" y="666750"/>
                </a:lnTo>
                <a:lnTo>
                  <a:pt x="1076325" y="666750"/>
                </a:lnTo>
                <a:lnTo>
                  <a:pt x="1076325" y="676275"/>
                </a:lnTo>
                <a:lnTo>
                  <a:pt x="1066800" y="676275"/>
                </a:lnTo>
                <a:lnTo>
                  <a:pt x="1066800" y="685800"/>
                </a:lnTo>
                <a:lnTo>
                  <a:pt x="1057275" y="685800"/>
                </a:lnTo>
                <a:close/>
                <a:moveTo>
                  <a:pt x="1495425" y="647700"/>
                </a:moveTo>
                <a:lnTo>
                  <a:pt x="1514475" y="647700"/>
                </a:lnTo>
                <a:lnTo>
                  <a:pt x="1514475" y="657225"/>
                </a:lnTo>
                <a:lnTo>
                  <a:pt x="1495425" y="657225"/>
                </a:lnTo>
                <a:close/>
                <a:moveTo>
                  <a:pt x="1533525" y="647700"/>
                </a:moveTo>
                <a:lnTo>
                  <a:pt x="1552575" y="647700"/>
                </a:lnTo>
                <a:lnTo>
                  <a:pt x="1552575" y="657225"/>
                </a:lnTo>
                <a:lnTo>
                  <a:pt x="1562100" y="657225"/>
                </a:lnTo>
                <a:lnTo>
                  <a:pt x="1562100" y="676275"/>
                </a:lnTo>
                <a:lnTo>
                  <a:pt x="1533525" y="676275"/>
                </a:lnTo>
                <a:close/>
                <a:moveTo>
                  <a:pt x="1609725" y="647700"/>
                </a:moveTo>
                <a:lnTo>
                  <a:pt x="1628775" y="647700"/>
                </a:lnTo>
                <a:lnTo>
                  <a:pt x="1628775" y="657225"/>
                </a:lnTo>
                <a:lnTo>
                  <a:pt x="1609725" y="657225"/>
                </a:lnTo>
                <a:close/>
                <a:moveTo>
                  <a:pt x="1638300" y="647700"/>
                </a:moveTo>
                <a:lnTo>
                  <a:pt x="1647825" y="647700"/>
                </a:lnTo>
                <a:lnTo>
                  <a:pt x="1647825" y="657225"/>
                </a:lnTo>
                <a:lnTo>
                  <a:pt x="1666875" y="657225"/>
                </a:lnTo>
                <a:lnTo>
                  <a:pt x="1666875" y="666750"/>
                </a:lnTo>
                <a:lnTo>
                  <a:pt x="1647825" y="666750"/>
                </a:lnTo>
                <a:lnTo>
                  <a:pt x="1647825" y="676275"/>
                </a:lnTo>
                <a:lnTo>
                  <a:pt x="1638300" y="676275"/>
                </a:lnTo>
                <a:close/>
                <a:moveTo>
                  <a:pt x="1133475" y="657225"/>
                </a:moveTo>
                <a:lnTo>
                  <a:pt x="1143000" y="657225"/>
                </a:lnTo>
                <a:lnTo>
                  <a:pt x="1143000" y="666750"/>
                </a:lnTo>
                <a:lnTo>
                  <a:pt x="1133475" y="666750"/>
                </a:lnTo>
                <a:close/>
                <a:moveTo>
                  <a:pt x="1152525" y="657225"/>
                </a:moveTo>
                <a:lnTo>
                  <a:pt x="1181100" y="657225"/>
                </a:lnTo>
                <a:lnTo>
                  <a:pt x="1181100" y="666750"/>
                </a:lnTo>
                <a:lnTo>
                  <a:pt x="1190625" y="666750"/>
                </a:lnTo>
                <a:lnTo>
                  <a:pt x="1190625" y="676275"/>
                </a:lnTo>
                <a:lnTo>
                  <a:pt x="1152525" y="676275"/>
                </a:lnTo>
                <a:close/>
                <a:moveTo>
                  <a:pt x="1209675" y="657225"/>
                </a:moveTo>
                <a:lnTo>
                  <a:pt x="1352550" y="657225"/>
                </a:lnTo>
                <a:lnTo>
                  <a:pt x="1352550" y="676275"/>
                </a:lnTo>
                <a:lnTo>
                  <a:pt x="1209675" y="676275"/>
                </a:lnTo>
                <a:close/>
                <a:moveTo>
                  <a:pt x="1371600" y="657225"/>
                </a:moveTo>
                <a:lnTo>
                  <a:pt x="1400175" y="657225"/>
                </a:lnTo>
                <a:lnTo>
                  <a:pt x="1400175" y="676275"/>
                </a:lnTo>
                <a:lnTo>
                  <a:pt x="1371600" y="676275"/>
                </a:lnTo>
                <a:close/>
                <a:moveTo>
                  <a:pt x="1676400" y="657225"/>
                </a:moveTo>
                <a:lnTo>
                  <a:pt x="1685925" y="657225"/>
                </a:lnTo>
                <a:lnTo>
                  <a:pt x="1685925" y="666750"/>
                </a:lnTo>
                <a:lnTo>
                  <a:pt x="1676400" y="666750"/>
                </a:lnTo>
                <a:close/>
                <a:moveTo>
                  <a:pt x="942975" y="666750"/>
                </a:moveTo>
                <a:lnTo>
                  <a:pt x="952500" y="666750"/>
                </a:lnTo>
                <a:lnTo>
                  <a:pt x="952500" y="676275"/>
                </a:lnTo>
                <a:lnTo>
                  <a:pt x="942975" y="676275"/>
                </a:lnTo>
                <a:close/>
                <a:moveTo>
                  <a:pt x="447675" y="676275"/>
                </a:moveTo>
                <a:lnTo>
                  <a:pt x="457200" y="676275"/>
                </a:lnTo>
                <a:lnTo>
                  <a:pt x="457200" y="685800"/>
                </a:lnTo>
                <a:lnTo>
                  <a:pt x="447675" y="685800"/>
                </a:lnTo>
                <a:close/>
                <a:moveTo>
                  <a:pt x="723900" y="742950"/>
                </a:moveTo>
                <a:lnTo>
                  <a:pt x="752475" y="742950"/>
                </a:lnTo>
                <a:lnTo>
                  <a:pt x="752475" y="752475"/>
                </a:lnTo>
                <a:lnTo>
                  <a:pt x="723900" y="752475"/>
                </a:lnTo>
                <a:close/>
                <a:moveTo>
                  <a:pt x="295275" y="752475"/>
                </a:moveTo>
                <a:lnTo>
                  <a:pt x="333375" y="752475"/>
                </a:lnTo>
                <a:lnTo>
                  <a:pt x="333375" y="771525"/>
                </a:lnTo>
                <a:lnTo>
                  <a:pt x="295275" y="771525"/>
                </a:lnTo>
                <a:lnTo>
                  <a:pt x="295275" y="781050"/>
                </a:lnTo>
                <a:lnTo>
                  <a:pt x="285750" y="781050"/>
                </a:lnTo>
                <a:lnTo>
                  <a:pt x="285750" y="790575"/>
                </a:lnTo>
                <a:lnTo>
                  <a:pt x="266700" y="790575"/>
                </a:lnTo>
                <a:lnTo>
                  <a:pt x="266700" y="781050"/>
                </a:lnTo>
                <a:lnTo>
                  <a:pt x="247650" y="781050"/>
                </a:lnTo>
                <a:lnTo>
                  <a:pt x="247650" y="771525"/>
                </a:lnTo>
                <a:lnTo>
                  <a:pt x="266700" y="771525"/>
                </a:lnTo>
                <a:lnTo>
                  <a:pt x="266700" y="762000"/>
                </a:lnTo>
                <a:lnTo>
                  <a:pt x="295275" y="762000"/>
                </a:lnTo>
                <a:close/>
                <a:moveTo>
                  <a:pt x="581025" y="752475"/>
                </a:moveTo>
                <a:lnTo>
                  <a:pt x="619125" y="752475"/>
                </a:lnTo>
                <a:lnTo>
                  <a:pt x="619125" y="762000"/>
                </a:lnTo>
                <a:lnTo>
                  <a:pt x="609600" y="762000"/>
                </a:lnTo>
                <a:lnTo>
                  <a:pt x="609600" y="771525"/>
                </a:lnTo>
                <a:lnTo>
                  <a:pt x="628650" y="771525"/>
                </a:lnTo>
                <a:lnTo>
                  <a:pt x="628650" y="762000"/>
                </a:lnTo>
                <a:lnTo>
                  <a:pt x="638175" y="762000"/>
                </a:lnTo>
                <a:lnTo>
                  <a:pt x="638175" y="771525"/>
                </a:lnTo>
                <a:lnTo>
                  <a:pt x="657225" y="771525"/>
                </a:lnTo>
                <a:lnTo>
                  <a:pt x="657225" y="762000"/>
                </a:lnTo>
                <a:lnTo>
                  <a:pt x="666750" y="762000"/>
                </a:lnTo>
                <a:lnTo>
                  <a:pt x="666750" y="771525"/>
                </a:lnTo>
                <a:lnTo>
                  <a:pt x="676275" y="771525"/>
                </a:lnTo>
                <a:lnTo>
                  <a:pt x="676275" y="781050"/>
                </a:lnTo>
                <a:lnTo>
                  <a:pt x="685800" y="781050"/>
                </a:lnTo>
                <a:lnTo>
                  <a:pt x="685800" y="790575"/>
                </a:lnTo>
                <a:lnTo>
                  <a:pt x="742950" y="790575"/>
                </a:lnTo>
                <a:lnTo>
                  <a:pt x="742950" y="809625"/>
                </a:lnTo>
                <a:lnTo>
                  <a:pt x="676275" y="809625"/>
                </a:lnTo>
                <a:lnTo>
                  <a:pt x="676275" y="790575"/>
                </a:lnTo>
                <a:lnTo>
                  <a:pt x="666750" y="790575"/>
                </a:lnTo>
                <a:lnTo>
                  <a:pt x="666750" y="800100"/>
                </a:lnTo>
                <a:lnTo>
                  <a:pt x="581025" y="800100"/>
                </a:lnTo>
                <a:lnTo>
                  <a:pt x="581025" y="790575"/>
                </a:lnTo>
                <a:lnTo>
                  <a:pt x="638175" y="790575"/>
                </a:lnTo>
                <a:lnTo>
                  <a:pt x="638175" y="781050"/>
                </a:lnTo>
                <a:lnTo>
                  <a:pt x="581025" y="781050"/>
                </a:lnTo>
                <a:close/>
                <a:moveTo>
                  <a:pt x="828675" y="752475"/>
                </a:moveTo>
                <a:lnTo>
                  <a:pt x="838200" y="752475"/>
                </a:lnTo>
                <a:lnTo>
                  <a:pt x="838200" y="762000"/>
                </a:lnTo>
                <a:lnTo>
                  <a:pt x="828675" y="762000"/>
                </a:lnTo>
                <a:close/>
                <a:moveTo>
                  <a:pt x="1323975" y="752475"/>
                </a:moveTo>
                <a:lnTo>
                  <a:pt x="1333500" y="752475"/>
                </a:lnTo>
                <a:lnTo>
                  <a:pt x="1333500" y="762000"/>
                </a:lnTo>
                <a:lnTo>
                  <a:pt x="1323975" y="762000"/>
                </a:lnTo>
                <a:close/>
                <a:moveTo>
                  <a:pt x="161925" y="762000"/>
                </a:moveTo>
                <a:lnTo>
                  <a:pt x="180975" y="762000"/>
                </a:lnTo>
                <a:lnTo>
                  <a:pt x="180975" y="771525"/>
                </a:lnTo>
                <a:lnTo>
                  <a:pt x="209550" y="771525"/>
                </a:lnTo>
                <a:lnTo>
                  <a:pt x="209550" y="781050"/>
                </a:lnTo>
                <a:lnTo>
                  <a:pt x="190500" y="781050"/>
                </a:lnTo>
                <a:lnTo>
                  <a:pt x="190500" y="790575"/>
                </a:lnTo>
                <a:lnTo>
                  <a:pt x="180975" y="790575"/>
                </a:lnTo>
                <a:lnTo>
                  <a:pt x="180975" y="781050"/>
                </a:lnTo>
                <a:lnTo>
                  <a:pt x="171450" y="781050"/>
                </a:lnTo>
                <a:lnTo>
                  <a:pt x="171450" y="771525"/>
                </a:lnTo>
                <a:lnTo>
                  <a:pt x="161925" y="771525"/>
                </a:lnTo>
                <a:close/>
                <a:moveTo>
                  <a:pt x="876300" y="762000"/>
                </a:moveTo>
                <a:lnTo>
                  <a:pt x="885825" y="762000"/>
                </a:lnTo>
                <a:lnTo>
                  <a:pt x="885825" y="771525"/>
                </a:lnTo>
                <a:lnTo>
                  <a:pt x="895350" y="771525"/>
                </a:lnTo>
                <a:lnTo>
                  <a:pt x="895350" y="781050"/>
                </a:lnTo>
                <a:lnTo>
                  <a:pt x="933450" y="781050"/>
                </a:lnTo>
                <a:lnTo>
                  <a:pt x="933450" y="800100"/>
                </a:lnTo>
                <a:lnTo>
                  <a:pt x="895350" y="800100"/>
                </a:lnTo>
                <a:lnTo>
                  <a:pt x="895350" y="790575"/>
                </a:lnTo>
                <a:lnTo>
                  <a:pt x="885825" y="790575"/>
                </a:lnTo>
                <a:lnTo>
                  <a:pt x="885825" y="781050"/>
                </a:lnTo>
                <a:lnTo>
                  <a:pt x="866775" y="781050"/>
                </a:lnTo>
                <a:lnTo>
                  <a:pt x="866775" y="771525"/>
                </a:lnTo>
                <a:lnTo>
                  <a:pt x="876300" y="771525"/>
                </a:lnTo>
                <a:close/>
                <a:moveTo>
                  <a:pt x="990600" y="762000"/>
                </a:moveTo>
                <a:lnTo>
                  <a:pt x="1000125" y="762000"/>
                </a:lnTo>
                <a:lnTo>
                  <a:pt x="1000125" y="771525"/>
                </a:lnTo>
                <a:lnTo>
                  <a:pt x="1009650" y="771525"/>
                </a:lnTo>
                <a:lnTo>
                  <a:pt x="1009650" y="790575"/>
                </a:lnTo>
                <a:lnTo>
                  <a:pt x="990600" y="790575"/>
                </a:lnTo>
                <a:lnTo>
                  <a:pt x="990600" y="800100"/>
                </a:lnTo>
                <a:lnTo>
                  <a:pt x="981075" y="800100"/>
                </a:lnTo>
                <a:lnTo>
                  <a:pt x="981075" y="790575"/>
                </a:lnTo>
                <a:lnTo>
                  <a:pt x="971550" y="790575"/>
                </a:lnTo>
                <a:lnTo>
                  <a:pt x="971550" y="800100"/>
                </a:lnTo>
                <a:lnTo>
                  <a:pt x="962025" y="800100"/>
                </a:lnTo>
                <a:lnTo>
                  <a:pt x="962025" y="790575"/>
                </a:lnTo>
                <a:lnTo>
                  <a:pt x="942975" y="790575"/>
                </a:lnTo>
                <a:lnTo>
                  <a:pt x="942975" y="781050"/>
                </a:lnTo>
                <a:lnTo>
                  <a:pt x="981075" y="781050"/>
                </a:lnTo>
                <a:lnTo>
                  <a:pt x="981075" y="771525"/>
                </a:lnTo>
                <a:lnTo>
                  <a:pt x="990600" y="771525"/>
                </a:lnTo>
                <a:close/>
                <a:moveTo>
                  <a:pt x="333375" y="771525"/>
                </a:moveTo>
                <a:lnTo>
                  <a:pt x="342900" y="771525"/>
                </a:lnTo>
                <a:lnTo>
                  <a:pt x="342900" y="781050"/>
                </a:lnTo>
                <a:lnTo>
                  <a:pt x="333375" y="781050"/>
                </a:lnTo>
                <a:close/>
                <a:moveTo>
                  <a:pt x="371475" y="771525"/>
                </a:moveTo>
                <a:lnTo>
                  <a:pt x="381000" y="771525"/>
                </a:lnTo>
                <a:lnTo>
                  <a:pt x="381000" y="781050"/>
                </a:lnTo>
                <a:lnTo>
                  <a:pt x="390525" y="781050"/>
                </a:lnTo>
                <a:lnTo>
                  <a:pt x="390525" y="771525"/>
                </a:lnTo>
                <a:lnTo>
                  <a:pt x="400050" y="771525"/>
                </a:lnTo>
                <a:lnTo>
                  <a:pt x="400050" y="781050"/>
                </a:lnTo>
                <a:lnTo>
                  <a:pt x="457200" y="781050"/>
                </a:lnTo>
                <a:lnTo>
                  <a:pt x="457200" y="790575"/>
                </a:lnTo>
                <a:lnTo>
                  <a:pt x="352425" y="790575"/>
                </a:lnTo>
                <a:lnTo>
                  <a:pt x="352425" y="781050"/>
                </a:lnTo>
                <a:lnTo>
                  <a:pt x="371475" y="781050"/>
                </a:lnTo>
                <a:close/>
                <a:moveTo>
                  <a:pt x="828675" y="771525"/>
                </a:moveTo>
                <a:lnTo>
                  <a:pt x="838200" y="771525"/>
                </a:lnTo>
                <a:lnTo>
                  <a:pt x="838200" y="781050"/>
                </a:lnTo>
                <a:lnTo>
                  <a:pt x="866775" y="781050"/>
                </a:lnTo>
                <a:lnTo>
                  <a:pt x="866775" y="790575"/>
                </a:lnTo>
                <a:lnTo>
                  <a:pt x="885825" y="790575"/>
                </a:lnTo>
                <a:lnTo>
                  <a:pt x="885825" y="800100"/>
                </a:lnTo>
                <a:lnTo>
                  <a:pt x="895350" y="800100"/>
                </a:lnTo>
                <a:lnTo>
                  <a:pt x="895350" y="809625"/>
                </a:lnTo>
                <a:lnTo>
                  <a:pt x="876300" y="809625"/>
                </a:lnTo>
                <a:lnTo>
                  <a:pt x="876300" y="828675"/>
                </a:lnTo>
                <a:lnTo>
                  <a:pt x="885825" y="828675"/>
                </a:lnTo>
                <a:lnTo>
                  <a:pt x="885825" y="838200"/>
                </a:lnTo>
                <a:lnTo>
                  <a:pt x="876300" y="838200"/>
                </a:lnTo>
                <a:lnTo>
                  <a:pt x="876300" y="847725"/>
                </a:lnTo>
                <a:lnTo>
                  <a:pt x="866775" y="847725"/>
                </a:lnTo>
                <a:lnTo>
                  <a:pt x="866775" y="819150"/>
                </a:lnTo>
                <a:lnTo>
                  <a:pt x="847725" y="819150"/>
                </a:lnTo>
                <a:lnTo>
                  <a:pt x="847725" y="790575"/>
                </a:lnTo>
                <a:lnTo>
                  <a:pt x="819150" y="790575"/>
                </a:lnTo>
                <a:lnTo>
                  <a:pt x="819150" y="781050"/>
                </a:lnTo>
                <a:lnTo>
                  <a:pt x="828675" y="781050"/>
                </a:lnTo>
                <a:close/>
                <a:moveTo>
                  <a:pt x="1495425" y="771525"/>
                </a:moveTo>
                <a:lnTo>
                  <a:pt x="1514475" y="771525"/>
                </a:lnTo>
                <a:lnTo>
                  <a:pt x="1514475" y="781050"/>
                </a:lnTo>
                <a:lnTo>
                  <a:pt x="1543050" y="781050"/>
                </a:lnTo>
                <a:lnTo>
                  <a:pt x="1543050" y="790575"/>
                </a:lnTo>
                <a:lnTo>
                  <a:pt x="1514475" y="790575"/>
                </a:lnTo>
                <a:lnTo>
                  <a:pt x="1514475" y="800100"/>
                </a:lnTo>
                <a:lnTo>
                  <a:pt x="1485900" y="800100"/>
                </a:lnTo>
                <a:lnTo>
                  <a:pt x="1485900" y="790575"/>
                </a:lnTo>
                <a:lnTo>
                  <a:pt x="1495425" y="790575"/>
                </a:lnTo>
                <a:close/>
                <a:moveTo>
                  <a:pt x="1609725" y="771525"/>
                </a:moveTo>
                <a:lnTo>
                  <a:pt x="1619250" y="771525"/>
                </a:lnTo>
                <a:lnTo>
                  <a:pt x="1619250" y="781050"/>
                </a:lnTo>
                <a:lnTo>
                  <a:pt x="1609725" y="781050"/>
                </a:lnTo>
                <a:close/>
                <a:moveTo>
                  <a:pt x="1676400" y="771525"/>
                </a:moveTo>
                <a:lnTo>
                  <a:pt x="1685925" y="771525"/>
                </a:lnTo>
                <a:lnTo>
                  <a:pt x="1685925" y="781050"/>
                </a:lnTo>
                <a:lnTo>
                  <a:pt x="1695450" y="781050"/>
                </a:lnTo>
                <a:lnTo>
                  <a:pt x="1695450" y="800100"/>
                </a:lnTo>
                <a:lnTo>
                  <a:pt x="1666875" y="800100"/>
                </a:lnTo>
                <a:lnTo>
                  <a:pt x="1666875" y="790575"/>
                </a:lnTo>
                <a:lnTo>
                  <a:pt x="1647825" y="790575"/>
                </a:lnTo>
                <a:lnTo>
                  <a:pt x="1647825" y="781050"/>
                </a:lnTo>
                <a:lnTo>
                  <a:pt x="1676400" y="781050"/>
                </a:lnTo>
                <a:close/>
                <a:moveTo>
                  <a:pt x="114300" y="781050"/>
                </a:moveTo>
                <a:lnTo>
                  <a:pt x="123825" y="781050"/>
                </a:lnTo>
                <a:lnTo>
                  <a:pt x="123825" y="790575"/>
                </a:lnTo>
                <a:lnTo>
                  <a:pt x="114300" y="790575"/>
                </a:lnTo>
                <a:close/>
                <a:moveTo>
                  <a:pt x="1028700" y="781050"/>
                </a:moveTo>
                <a:lnTo>
                  <a:pt x="1076325" y="781050"/>
                </a:lnTo>
                <a:lnTo>
                  <a:pt x="1076325" y="790575"/>
                </a:lnTo>
                <a:lnTo>
                  <a:pt x="1085850" y="790575"/>
                </a:lnTo>
                <a:lnTo>
                  <a:pt x="1085850" y="781050"/>
                </a:lnTo>
                <a:lnTo>
                  <a:pt x="1133475" y="781050"/>
                </a:lnTo>
                <a:lnTo>
                  <a:pt x="1133475" y="800100"/>
                </a:lnTo>
                <a:lnTo>
                  <a:pt x="1143000" y="800100"/>
                </a:lnTo>
                <a:lnTo>
                  <a:pt x="1143000" y="809625"/>
                </a:lnTo>
                <a:lnTo>
                  <a:pt x="1114425" y="809625"/>
                </a:lnTo>
                <a:lnTo>
                  <a:pt x="1114425" y="800100"/>
                </a:lnTo>
                <a:lnTo>
                  <a:pt x="1019175" y="800100"/>
                </a:lnTo>
                <a:lnTo>
                  <a:pt x="1019175" y="790575"/>
                </a:lnTo>
                <a:lnTo>
                  <a:pt x="1028700" y="790575"/>
                </a:lnTo>
                <a:close/>
                <a:moveTo>
                  <a:pt x="1238250" y="781050"/>
                </a:moveTo>
                <a:lnTo>
                  <a:pt x="1257300" y="781050"/>
                </a:lnTo>
                <a:lnTo>
                  <a:pt x="1257300" y="790575"/>
                </a:lnTo>
                <a:lnTo>
                  <a:pt x="1238250" y="790575"/>
                </a:lnTo>
                <a:close/>
                <a:moveTo>
                  <a:pt x="1371600" y="781050"/>
                </a:moveTo>
                <a:lnTo>
                  <a:pt x="1400175" y="781050"/>
                </a:lnTo>
                <a:lnTo>
                  <a:pt x="1400175" y="790575"/>
                </a:lnTo>
                <a:lnTo>
                  <a:pt x="1371600" y="790575"/>
                </a:lnTo>
                <a:close/>
                <a:moveTo>
                  <a:pt x="1571625" y="781050"/>
                </a:moveTo>
                <a:lnTo>
                  <a:pt x="1609725" y="781050"/>
                </a:lnTo>
                <a:lnTo>
                  <a:pt x="1609725" y="790575"/>
                </a:lnTo>
                <a:lnTo>
                  <a:pt x="1600200" y="790575"/>
                </a:lnTo>
                <a:lnTo>
                  <a:pt x="1600200" y="800100"/>
                </a:lnTo>
                <a:lnTo>
                  <a:pt x="1590675" y="800100"/>
                </a:lnTo>
                <a:lnTo>
                  <a:pt x="1590675" y="790575"/>
                </a:lnTo>
                <a:lnTo>
                  <a:pt x="1571625" y="790575"/>
                </a:lnTo>
                <a:close/>
                <a:moveTo>
                  <a:pt x="647700" y="790575"/>
                </a:moveTo>
                <a:lnTo>
                  <a:pt x="657225" y="790575"/>
                </a:lnTo>
                <a:lnTo>
                  <a:pt x="657225" y="781050"/>
                </a:lnTo>
                <a:lnTo>
                  <a:pt x="647700" y="781050"/>
                </a:lnTo>
                <a:close/>
                <a:moveTo>
                  <a:pt x="781050" y="790575"/>
                </a:moveTo>
                <a:lnTo>
                  <a:pt x="809625" y="790575"/>
                </a:lnTo>
                <a:lnTo>
                  <a:pt x="809625" y="809625"/>
                </a:lnTo>
                <a:lnTo>
                  <a:pt x="800100" y="809625"/>
                </a:lnTo>
                <a:lnTo>
                  <a:pt x="800100" y="819150"/>
                </a:lnTo>
                <a:lnTo>
                  <a:pt x="781050" y="819150"/>
                </a:lnTo>
                <a:close/>
                <a:moveTo>
                  <a:pt x="1171575" y="790575"/>
                </a:moveTo>
                <a:lnTo>
                  <a:pt x="1200150" y="790575"/>
                </a:lnTo>
                <a:lnTo>
                  <a:pt x="1200150" y="809625"/>
                </a:lnTo>
                <a:lnTo>
                  <a:pt x="1171575" y="809625"/>
                </a:lnTo>
                <a:close/>
                <a:moveTo>
                  <a:pt x="1562100" y="790575"/>
                </a:moveTo>
                <a:lnTo>
                  <a:pt x="1571625" y="790575"/>
                </a:lnTo>
                <a:lnTo>
                  <a:pt x="1571625" y="800100"/>
                </a:lnTo>
                <a:lnTo>
                  <a:pt x="1562100" y="800100"/>
                </a:lnTo>
                <a:close/>
                <a:moveTo>
                  <a:pt x="1609725" y="790575"/>
                </a:moveTo>
                <a:lnTo>
                  <a:pt x="1638300" y="790575"/>
                </a:lnTo>
                <a:lnTo>
                  <a:pt x="1638300" y="800100"/>
                </a:lnTo>
                <a:lnTo>
                  <a:pt x="1609725" y="800100"/>
                </a:lnTo>
                <a:close/>
                <a:moveTo>
                  <a:pt x="1152525" y="800100"/>
                </a:moveTo>
                <a:lnTo>
                  <a:pt x="1162050" y="800100"/>
                </a:lnTo>
                <a:lnTo>
                  <a:pt x="1162050" y="809625"/>
                </a:lnTo>
                <a:lnTo>
                  <a:pt x="1152525" y="809625"/>
                </a:lnTo>
                <a:close/>
                <a:moveTo>
                  <a:pt x="1581150" y="800100"/>
                </a:moveTo>
                <a:lnTo>
                  <a:pt x="1590675" y="800100"/>
                </a:lnTo>
                <a:lnTo>
                  <a:pt x="1590675" y="809625"/>
                </a:lnTo>
                <a:lnTo>
                  <a:pt x="1581150" y="809625"/>
                </a:lnTo>
                <a:close/>
                <a:moveTo>
                  <a:pt x="1533525" y="819150"/>
                </a:moveTo>
                <a:lnTo>
                  <a:pt x="1543050" y="819150"/>
                </a:lnTo>
                <a:lnTo>
                  <a:pt x="1543050" y="828675"/>
                </a:lnTo>
                <a:lnTo>
                  <a:pt x="1533525" y="828675"/>
                </a:lnTo>
                <a:close/>
                <a:moveTo>
                  <a:pt x="447675" y="828675"/>
                </a:moveTo>
                <a:lnTo>
                  <a:pt x="561975" y="828675"/>
                </a:lnTo>
                <a:lnTo>
                  <a:pt x="561975" y="838200"/>
                </a:lnTo>
                <a:lnTo>
                  <a:pt x="542925" y="838200"/>
                </a:lnTo>
                <a:lnTo>
                  <a:pt x="542925" y="857250"/>
                </a:lnTo>
                <a:lnTo>
                  <a:pt x="485775" y="857250"/>
                </a:lnTo>
                <a:lnTo>
                  <a:pt x="485775" y="838200"/>
                </a:lnTo>
                <a:lnTo>
                  <a:pt x="466725" y="838200"/>
                </a:lnTo>
                <a:lnTo>
                  <a:pt x="466725" y="857250"/>
                </a:lnTo>
                <a:lnTo>
                  <a:pt x="457200" y="857250"/>
                </a:lnTo>
                <a:lnTo>
                  <a:pt x="457200" y="866775"/>
                </a:lnTo>
                <a:lnTo>
                  <a:pt x="400050" y="866775"/>
                </a:lnTo>
                <a:lnTo>
                  <a:pt x="400050" y="876300"/>
                </a:lnTo>
                <a:lnTo>
                  <a:pt x="381000" y="876300"/>
                </a:lnTo>
                <a:lnTo>
                  <a:pt x="381000" y="866775"/>
                </a:lnTo>
                <a:lnTo>
                  <a:pt x="352425" y="866775"/>
                </a:lnTo>
                <a:lnTo>
                  <a:pt x="352425" y="895350"/>
                </a:lnTo>
                <a:lnTo>
                  <a:pt x="342900" y="895350"/>
                </a:lnTo>
                <a:lnTo>
                  <a:pt x="342900" y="904875"/>
                </a:lnTo>
                <a:lnTo>
                  <a:pt x="333375" y="904875"/>
                </a:lnTo>
                <a:lnTo>
                  <a:pt x="333375" y="895350"/>
                </a:lnTo>
                <a:lnTo>
                  <a:pt x="314325" y="895350"/>
                </a:lnTo>
                <a:lnTo>
                  <a:pt x="314325" y="885825"/>
                </a:lnTo>
                <a:lnTo>
                  <a:pt x="323850" y="885825"/>
                </a:lnTo>
                <a:lnTo>
                  <a:pt x="323850" y="866775"/>
                </a:lnTo>
                <a:lnTo>
                  <a:pt x="342900" y="866775"/>
                </a:lnTo>
                <a:lnTo>
                  <a:pt x="342900" y="857250"/>
                </a:lnTo>
                <a:lnTo>
                  <a:pt x="381000" y="857250"/>
                </a:lnTo>
                <a:lnTo>
                  <a:pt x="381000" y="838200"/>
                </a:lnTo>
                <a:lnTo>
                  <a:pt x="419100" y="838200"/>
                </a:lnTo>
                <a:lnTo>
                  <a:pt x="419100" y="847725"/>
                </a:lnTo>
                <a:lnTo>
                  <a:pt x="447675" y="847725"/>
                </a:lnTo>
                <a:close/>
                <a:moveTo>
                  <a:pt x="714375" y="828675"/>
                </a:moveTo>
                <a:lnTo>
                  <a:pt x="723900" y="828675"/>
                </a:lnTo>
                <a:lnTo>
                  <a:pt x="723900" y="847725"/>
                </a:lnTo>
                <a:lnTo>
                  <a:pt x="714375" y="847725"/>
                </a:lnTo>
                <a:close/>
                <a:moveTo>
                  <a:pt x="1485900" y="828675"/>
                </a:moveTo>
                <a:lnTo>
                  <a:pt x="1504950" y="828675"/>
                </a:lnTo>
                <a:lnTo>
                  <a:pt x="1504950" y="838200"/>
                </a:lnTo>
                <a:lnTo>
                  <a:pt x="1495425" y="838200"/>
                </a:lnTo>
                <a:lnTo>
                  <a:pt x="1495425" y="847725"/>
                </a:lnTo>
                <a:lnTo>
                  <a:pt x="1476375" y="847725"/>
                </a:lnTo>
                <a:lnTo>
                  <a:pt x="1476375" y="838200"/>
                </a:lnTo>
                <a:lnTo>
                  <a:pt x="1485900" y="838200"/>
                </a:lnTo>
                <a:close/>
                <a:moveTo>
                  <a:pt x="1514475" y="828675"/>
                </a:moveTo>
                <a:lnTo>
                  <a:pt x="1533525" y="828675"/>
                </a:lnTo>
                <a:lnTo>
                  <a:pt x="1533525" y="838200"/>
                </a:lnTo>
                <a:lnTo>
                  <a:pt x="1514475" y="838200"/>
                </a:lnTo>
                <a:close/>
                <a:moveTo>
                  <a:pt x="333375" y="838200"/>
                </a:moveTo>
                <a:lnTo>
                  <a:pt x="371475" y="838200"/>
                </a:lnTo>
                <a:lnTo>
                  <a:pt x="371475" y="847725"/>
                </a:lnTo>
                <a:lnTo>
                  <a:pt x="333375" y="847725"/>
                </a:lnTo>
                <a:close/>
                <a:moveTo>
                  <a:pt x="276225" y="847725"/>
                </a:moveTo>
                <a:lnTo>
                  <a:pt x="285750" y="847725"/>
                </a:lnTo>
                <a:lnTo>
                  <a:pt x="285750" y="857250"/>
                </a:lnTo>
                <a:lnTo>
                  <a:pt x="295275" y="857250"/>
                </a:lnTo>
                <a:lnTo>
                  <a:pt x="295275" y="866775"/>
                </a:lnTo>
                <a:lnTo>
                  <a:pt x="304800" y="866775"/>
                </a:lnTo>
                <a:lnTo>
                  <a:pt x="304800" y="885825"/>
                </a:lnTo>
                <a:lnTo>
                  <a:pt x="266700" y="885825"/>
                </a:lnTo>
                <a:lnTo>
                  <a:pt x="266700" y="876300"/>
                </a:lnTo>
                <a:lnTo>
                  <a:pt x="276225" y="876300"/>
                </a:lnTo>
                <a:lnTo>
                  <a:pt x="276225" y="866775"/>
                </a:lnTo>
                <a:lnTo>
                  <a:pt x="247650" y="866775"/>
                </a:lnTo>
                <a:lnTo>
                  <a:pt x="247650" y="857250"/>
                </a:lnTo>
                <a:lnTo>
                  <a:pt x="276225" y="857250"/>
                </a:lnTo>
                <a:close/>
                <a:moveTo>
                  <a:pt x="819150" y="847725"/>
                </a:moveTo>
                <a:lnTo>
                  <a:pt x="838200" y="847725"/>
                </a:lnTo>
                <a:lnTo>
                  <a:pt x="838200" y="885825"/>
                </a:lnTo>
                <a:lnTo>
                  <a:pt x="809625" y="885825"/>
                </a:lnTo>
                <a:lnTo>
                  <a:pt x="809625" y="866775"/>
                </a:lnTo>
                <a:lnTo>
                  <a:pt x="819150" y="866775"/>
                </a:lnTo>
                <a:close/>
                <a:moveTo>
                  <a:pt x="1514475" y="866775"/>
                </a:moveTo>
                <a:lnTo>
                  <a:pt x="1524000" y="866775"/>
                </a:lnTo>
                <a:lnTo>
                  <a:pt x="1524000" y="876300"/>
                </a:lnTo>
                <a:lnTo>
                  <a:pt x="1533525" y="876300"/>
                </a:lnTo>
                <a:lnTo>
                  <a:pt x="1533525" y="895350"/>
                </a:lnTo>
                <a:lnTo>
                  <a:pt x="1514475" y="895350"/>
                </a:lnTo>
                <a:lnTo>
                  <a:pt x="1514475" y="914400"/>
                </a:lnTo>
                <a:lnTo>
                  <a:pt x="1533525" y="914400"/>
                </a:lnTo>
                <a:lnTo>
                  <a:pt x="1533525" y="923925"/>
                </a:lnTo>
                <a:lnTo>
                  <a:pt x="1581150" y="923925"/>
                </a:lnTo>
                <a:lnTo>
                  <a:pt x="1581150" y="933450"/>
                </a:lnTo>
                <a:lnTo>
                  <a:pt x="1590675" y="933450"/>
                </a:lnTo>
                <a:lnTo>
                  <a:pt x="1590675" y="923925"/>
                </a:lnTo>
                <a:lnTo>
                  <a:pt x="1600200" y="923925"/>
                </a:lnTo>
                <a:lnTo>
                  <a:pt x="1600200" y="914400"/>
                </a:lnTo>
                <a:lnTo>
                  <a:pt x="1676400" y="914400"/>
                </a:lnTo>
                <a:lnTo>
                  <a:pt x="1676400" y="933450"/>
                </a:lnTo>
                <a:lnTo>
                  <a:pt x="1657350" y="933450"/>
                </a:lnTo>
                <a:lnTo>
                  <a:pt x="1657350" y="923925"/>
                </a:lnTo>
                <a:lnTo>
                  <a:pt x="1647825" y="923925"/>
                </a:lnTo>
                <a:lnTo>
                  <a:pt x="1647825" y="933450"/>
                </a:lnTo>
                <a:lnTo>
                  <a:pt x="1590675" y="933450"/>
                </a:lnTo>
                <a:lnTo>
                  <a:pt x="1590675" y="942975"/>
                </a:lnTo>
                <a:lnTo>
                  <a:pt x="1562100" y="942975"/>
                </a:lnTo>
                <a:lnTo>
                  <a:pt x="1562100" y="962025"/>
                </a:lnTo>
                <a:lnTo>
                  <a:pt x="1543050" y="962025"/>
                </a:lnTo>
                <a:lnTo>
                  <a:pt x="1543050" y="971550"/>
                </a:lnTo>
                <a:lnTo>
                  <a:pt x="1533525" y="971550"/>
                </a:lnTo>
                <a:lnTo>
                  <a:pt x="1533525" y="933450"/>
                </a:lnTo>
                <a:lnTo>
                  <a:pt x="1524000" y="933450"/>
                </a:lnTo>
                <a:lnTo>
                  <a:pt x="1524000" y="942975"/>
                </a:lnTo>
                <a:lnTo>
                  <a:pt x="1514475" y="942975"/>
                </a:lnTo>
                <a:lnTo>
                  <a:pt x="1514475" y="933450"/>
                </a:lnTo>
                <a:lnTo>
                  <a:pt x="1504950" y="933450"/>
                </a:lnTo>
                <a:lnTo>
                  <a:pt x="1504950" y="942975"/>
                </a:lnTo>
                <a:lnTo>
                  <a:pt x="1495425" y="942975"/>
                </a:lnTo>
                <a:lnTo>
                  <a:pt x="1495425" y="933450"/>
                </a:lnTo>
                <a:lnTo>
                  <a:pt x="1485900" y="933450"/>
                </a:lnTo>
                <a:lnTo>
                  <a:pt x="1485900" y="904875"/>
                </a:lnTo>
                <a:lnTo>
                  <a:pt x="1504950" y="904875"/>
                </a:lnTo>
                <a:lnTo>
                  <a:pt x="1504950" y="895350"/>
                </a:lnTo>
                <a:lnTo>
                  <a:pt x="1495425" y="895350"/>
                </a:lnTo>
                <a:lnTo>
                  <a:pt x="1495425" y="885825"/>
                </a:lnTo>
                <a:lnTo>
                  <a:pt x="1514475" y="885825"/>
                </a:lnTo>
                <a:close/>
                <a:moveTo>
                  <a:pt x="571500" y="876300"/>
                </a:moveTo>
                <a:lnTo>
                  <a:pt x="590550" y="876300"/>
                </a:lnTo>
                <a:lnTo>
                  <a:pt x="590550" y="885825"/>
                </a:lnTo>
                <a:lnTo>
                  <a:pt x="571500" y="885825"/>
                </a:lnTo>
                <a:close/>
                <a:moveTo>
                  <a:pt x="609600" y="876300"/>
                </a:moveTo>
                <a:lnTo>
                  <a:pt x="619125" y="876300"/>
                </a:lnTo>
                <a:lnTo>
                  <a:pt x="619125" y="885825"/>
                </a:lnTo>
                <a:lnTo>
                  <a:pt x="609600" y="885825"/>
                </a:lnTo>
                <a:close/>
                <a:moveTo>
                  <a:pt x="695325" y="876300"/>
                </a:moveTo>
                <a:lnTo>
                  <a:pt x="704850" y="876300"/>
                </a:lnTo>
                <a:lnTo>
                  <a:pt x="704850" y="885825"/>
                </a:lnTo>
                <a:lnTo>
                  <a:pt x="714375" y="885825"/>
                </a:lnTo>
                <a:lnTo>
                  <a:pt x="714375" y="895350"/>
                </a:lnTo>
                <a:lnTo>
                  <a:pt x="695325" y="895350"/>
                </a:lnTo>
                <a:close/>
                <a:moveTo>
                  <a:pt x="752475" y="876300"/>
                </a:moveTo>
                <a:lnTo>
                  <a:pt x="800100" y="876300"/>
                </a:lnTo>
                <a:lnTo>
                  <a:pt x="800100" y="895350"/>
                </a:lnTo>
                <a:lnTo>
                  <a:pt x="752475" y="895350"/>
                </a:lnTo>
                <a:close/>
                <a:moveTo>
                  <a:pt x="1571625" y="876300"/>
                </a:moveTo>
                <a:lnTo>
                  <a:pt x="1590675" y="876300"/>
                </a:lnTo>
                <a:lnTo>
                  <a:pt x="1590675" y="895350"/>
                </a:lnTo>
                <a:lnTo>
                  <a:pt x="1581150" y="895350"/>
                </a:lnTo>
                <a:lnTo>
                  <a:pt x="1581150" y="904875"/>
                </a:lnTo>
                <a:lnTo>
                  <a:pt x="1571625" y="904875"/>
                </a:lnTo>
                <a:lnTo>
                  <a:pt x="1571625" y="895350"/>
                </a:lnTo>
                <a:lnTo>
                  <a:pt x="1562100" y="895350"/>
                </a:lnTo>
                <a:lnTo>
                  <a:pt x="1562100" y="885825"/>
                </a:lnTo>
                <a:lnTo>
                  <a:pt x="1571625" y="885825"/>
                </a:lnTo>
                <a:close/>
                <a:moveTo>
                  <a:pt x="1676400" y="876300"/>
                </a:moveTo>
                <a:lnTo>
                  <a:pt x="1685925" y="876300"/>
                </a:lnTo>
                <a:lnTo>
                  <a:pt x="1685925" y="895350"/>
                </a:lnTo>
                <a:lnTo>
                  <a:pt x="1657350" y="895350"/>
                </a:lnTo>
                <a:lnTo>
                  <a:pt x="1657350" y="885825"/>
                </a:lnTo>
                <a:lnTo>
                  <a:pt x="1676400" y="885825"/>
                </a:lnTo>
                <a:close/>
                <a:moveTo>
                  <a:pt x="666750" y="885825"/>
                </a:moveTo>
                <a:lnTo>
                  <a:pt x="685800" y="885825"/>
                </a:lnTo>
                <a:lnTo>
                  <a:pt x="685800" y="895350"/>
                </a:lnTo>
                <a:lnTo>
                  <a:pt x="666750" y="895350"/>
                </a:lnTo>
                <a:close/>
                <a:moveTo>
                  <a:pt x="838200" y="885825"/>
                </a:moveTo>
                <a:lnTo>
                  <a:pt x="866775" y="885825"/>
                </a:lnTo>
                <a:lnTo>
                  <a:pt x="866775" y="895350"/>
                </a:lnTo>
                <a:lnTo>
                  <a:pt x="847725" y="895350"/>
                </a:lnTo>
                <a:lnTo>
                  <a:pt x="847725" y="904875"/>
                </a:lnTo>
                <a:lnTo>
                  <a:pt x="857250" y="904875"/>
                </a:lnTo>
                <a:lnTo>
                  <a:pt x="857250" y="914400"/>
                </a:lnTo>
                <a:lnTo>
                  <a:pt x="866775" y="914400"/>
                </a:lnTo>
                <a:lnTo>
                  <a:pt x="866775" y="923925"/>
                </a:lnTo>
                <a:lnTo>
                  <a:pt x="847725" y="923925"/>
                </a:lnTo>
                <a:lnTo>
                  <a:pt x="847725" y="914400"/>
                </a:lnTo>
                <a:lnTo>
                  <a:pt x="838200" y="914400"/>
                </a:lnTo>
                <a:close/>
                <a:moveTo>
                  <a:pt x="1333500" y="885825"/>
                </a:moveTo>
                <a:lnTo>
                  <a:pt x="1343025" y="885825"/>
                </a:lnTo>
                <a:lnTo>
                  <a:pt x="1343025" y="904875"/>
                </a:lnTo>
                <a:lnTo>
                  <a:pt x="1333500" y="904875"/>
                </a:lnTo>
                <a:close/>
                <a:moveTo>
                  <a:pt x="1057275" y="904875"/>
                </a:moveTo>
                <a:lnTo>
                  <a:pt x="1066800" y="904875"/>
                </a:lnTo>
                <a:lnTo>
                  <a:pt x="1066800" y="914400"/>
                </a:lnTo>
                <a:lnTo>
                  <a:pt x="1057275" y="914400"/>
                </a:lnTo>
                <a:close/>
                <a:moveTo>
                  <a:pt x="1238250" y="904875"/>
                </a:moveTo>
                <a:lnTo>
                  <a:pt x="1257300" y="904875"/>
                </a:lnTo>
                <a:lnTo>
                  <a:pt x="1257300" y="914400"/>
                </a:lnTo>
                <a:lnTo>
                  <a:pt x="1285875" y="914400"/>
                </a:lnTo>
                <a:lnTo>
                  <a:pt x="1285875" y="904875"/>
                </a:lnTo>
                <a:lnTo>
                  <a:pt x="1323975" y="904875"/>
                </a:lnTo>
                <a:lnTo>
                  <a:pt x="1323975" y="914400"/>
                </a:lnTo>
                <a:lnTo>
                  <a:pt x="1343025" y="914400"/>
                </a:lnTo>
                <a:lnTo>
                  <a:pt x="1343025" y="923925"/>
                </a:lnTo>
                <a:lnTo>
                  <a:pt x="1323975" y="923925"/>
                </a:lnTo>
                <a:lnTo>
                  <a:pt x="1323975" y="933450"/>
                </a:lnTo>
                <a:lnTo>
                  <a:pt x="1209675" y="933450"/>
                </a:lnTo>
                <a:lnTo>
                  <a:pt x="1209675" y="914400"/>
                </a:lnTo>
                <a:lnTo>
                  <a:pt x="1238250" y="914400"/>
                </a:lnTo>
                <a:close/>
                <a:moveTo>
                  <a:pt x="704850" y="914400"/>
                </a:moveTo>
                <a:lnTo>
                  <a:pt x="714375" y="914400"/>
                </a:lnTo>
                <a:lnTo>
                  <a:pt x="714375" y="933450"/>
                </a:lnTo>
                <a:lnTo>
                  <a:pt x="723900" y="933450"/>
                </a:lnTo>
                <a:lnTo>
                  <a:pt x="723900" y="942975"/>
                </a:lnTo>
                <a:lnTo>
                  <a:pt x="695325" y="942975"/>
                </a:lnTo>
                <a:lnTo>
                  <a:pt x="695325" y="923925"/>
                </a:lnTo>
                <a:lnTo>
                  <a:pt x="704850" y="923925"/>
                </a:lnTo>
                <a:close/>
                <a:moveTo>
                  <a:pt x="1028700" y="914400"/>
                </a:moveTo>
                <a:lnTo>
                  <a:pt x="1057275" y="914400"/>
                </a:lnTo>
                <a:lnTo>
                  <a:pt x="1057275" y="933450"/>
                </a:lnTo>
                <a:lnTo>
                  <a:pt x="1028700" y="933450"/>
                </a:lnTo>
                <a:close/>
                <a:moveTo>
                  <a:pt x="1066800" y="914400"/>
                </a:moveTo>
                <a:lnTo>
                  <a:pt x="1095375" y="914400"/>
                </a:lnTo>
                <a:lnTo>
                  <a:pt x="1095375" y="933450"/>
                </a:lnTo>
                <a:lnTo>
                  <a:pt x="1066800" y="933450"/>
                </a:lnTo>
                <a:close/>
                <a:moveTo>
                  <a:pt x="1114425" y="914400"/>
                </a:moveTo>
                <a:lnTo>
                  <a:pt x="1162050" y="914400"/>
                </a:lnTo>
                <a:lnTo>
                  <a:pt x="1162050" y="933450"/>
                </a:lnTo>
                <a:lnTo>
                  <a:pt x="1114425" y="933450"/>
                </a:lnTo>
                <a:close/>
                <a:moveTo>
                  <a:pt x="1390650" y="914400"/>
                </a:moveTo>
                <a:lnTo>
                  <a:pt x="1428750" y="914400"/>
                </a:lnTo>
                <a:lnTo>
                  <a:pt x="1428750" y="923925"/>
                </a:lnTo>
                <a:lnTo>
                  <a:pt x="1447800" y="923925"/>
                </a:lnTo>
                <a:lnTo>
                  <a:pt x="1447800" y="914400"/>
                </a:lnTo>
                <a:lnTo>
                  <a:pt x="1466850" y="914400"/>
                </a:lnTo>
                <a:lnTo>
                  <a:pt x="1466850" y="933450"/>
                </a:lnTo>
                <a:lnTo>
                  <a:pt x="1381125" y="933450"/>
                </a:lnTo>
                <a:lnTo>
                  <a:pt x="1381125" y="923925"/>
                </a:lnTo>
                <a:lnTo>
                  <a:pt x="1390650" y="923925"/>
                </a:lnTo>
                <a:close/>
                <a:moveTo>
                  <a:pt x="352425" y="923925"/>
                </a:moveTo>
                <a:lnTo>
                  <a:pt x="371475" y="923925"/>
                </a:lnTo>
                <a:lnTo>
                  <a:pt x="371475" y="933450"/>
                </a:lnTo>
                <a:lnTo>
                  <a:pt x="352425" y="933450"/>
                </a:lnTo>
                <a:close/>
                <a:moveTo>
                  <a:pt x="438150" y="923925"/>
                </a:moveTo>
                <a:lnTo>
                  <a:pt x="466725" y="923925"/>
                </a:lnTo>
                <a:lnTo>
                  <a:pt x="466725" y="933450"/>
                </a:lnTo>
                <a:lnTo>
                  <a:pt x="438150" y="933450"/>
                </a:lnTo>
                <a:close/>
                <a:moveTo>
                  <a:pt x="542925" y="923925"/>
                </a:moveTo>
                <a:lnTo>
                  <a:pt x="561975" y="923925"/>
                </a:lnTo>
                <a:lnTo>
                  <a:pt x="561975" y="933450"/>
                </a:lnTo>
                <a:lnTo>
                  <a:pt x="542925" y="933450"/>
                </a:lnTo>
                <a:close/>
                <a:moveTo>
                  <a:pt x="609600" y="923925"/>
                </a:moveTo>
                <a:lnTo>
                  <a:pt x="619125" y="923925"/>
                </a:lnTo>
                <a:lnTo>
                  <a:pt x="619125" y="933450"/>
                </a:lnTo>
                <a:lnTo>
                  <a:pt x="609600" y="933450"/>
                </a:lnTo>
                <a:close/>
                <a:moveTo>
                  <a:pt x="628650" y="923925"/>
                </a:moveTo>
                <a:lnTo>
                  <a:pt x="676275" y="923925"/>
                </a:lnTo>
                <a:lnTo>
                  <a:pt x="676275" y="933450"/>
                </a:lnTo>
                <a:lnTo>
                  <a:pt x="685800" y="933450"/>
                </a:lnTo>
                <a:lnTo>
                  <a:pt x="685800" y="942975"/>
                </a:lnTo>
                <a:lnTo>
                  <a:pt x="676275" y="942975"/>
                </a:lnTo>
                <a:lnTo>
                  <a:pt x="676275" y="952500"/>
                </a:lnTo>
                <a:lnTo>
                  <a:pt x="657225" y="952500"/>
                </a:lnTo>
                <a:lnTo>
                  <a:pt x="657225" y="942975"/>
                </a:lnTo>
                <a:lnTo>
                  <a:pt x="647700" y="942975"/>
                </a:lnTo>
                <a:lnTo>
                  <a:pt x="647700" y="933450"/>
                </a:lnTo>
                <a:lnTo>
                  <a:pt x="628650" y="933450"/>
                </a:lnTo>
                <a:close/>
                <a:moveTo>
                  <a:pt x="752475" y="933450"/>
                </a:moveTo>
                <a:lnTo>
                  <a:pt x="762000" y="933450"/>
                </a:lnTo>
                <a:lnTo>
                  <a:pt x="762000" y="942975"/>
                </a:lnTo>
                <a:lnTo>
                  <a:pt x="752475" y="942975"/>
                </a:lnTo>
                <a:close/>
                <a:moveTo>
                  <a:pt x="876300" y="933450"/>
                </a:moveTo>
                <a:lnTo>
                  <a:pt x="885825" y="933450"/>
                </a:lnTo>
                <a:lnTo>
                  <a:pt x="885825" y="942975"/>
                </a:lnTo>
                <a:lnTo>
                  <a:pt x="876300" y="942975"/>
                </a:lnTo>
                <a:close/>
                <a:moveTo>
                  <a:pt x="238125" y="962025"/>
                </a:moveTo>
                <a:lnTo>
                  <a:pt x="285750" y="962025"/>
                </a:lnTo>
                <a:lnTo>
                  <a:pt x="285750" y="971550"/>
                </a:lnTo>
                <a:lnTo>
                  <a:pt x="247650" y="971550"/>
                </a:lnTo>
                <a:lnTo>
                  <a:pt x="247650" y="990600"/>
                </a:lnTo>
                <a:lnTo>
                  <a:pt x="238125" y="990600"/>
                </a:lnTo>
                <a:close/>
                <a:moveTo>
                  <a:pt x="542925" y="1000125"/>
                </a:moveTo>
                <a:lnTo>
                  <a:pt x="552450" y="1000125"/>
                </a:lnTo>
                <a:lnTo>
                  <a:pt x="552450" y="1028700"/>
                </a:lnTo>
                <a:lnTo>
                  <a:pt x="542925" y="1028700"/>
                </a:lnTo>
                <a:lnTo>
                  <a:pt x="542925" y="1038225"/>
                </a:lnTo>
                <a:lnTo>
                  <a:pt x="561975" y="1038225"/>
                </a:lnTo>
                <a:lnTo>
                  <a:pt x="561975" y="1028700"/>
                </a:lnTo>
                <a:lnTo>
                  <a:pt x="571500" y="1028700"/>
                </a:lnTo>
                <a:lnTo>
                  <a:pt x="571500" y="1019175"/>
                </a:lnTo>
                <a:lnTo>
                  <a:pt x="581025" y="1019175"/>
                </a:lnTo>
                <a:lnTo>
                  <a:pt x="581025" y="1038225"/>
                </a:lnTo>
                <a:lnTo>
                  <a:pt x="561975" y="1038225"/>
                </a:lnTo>
                <a:lnTo>
                  <a:pt x="561975" y="1047750"/>
                </a:lnTo>
                <a:lnTo>
                  <a:pt x="533400" y="1047750"/>
                </a:lnTo>
                <a:lnTo>
                  <a:pt x="533400" y="1009650"/>
                </a:lnTo>
                <a:lnTo>
                  <a:pt x="542925" y="1009650"/>
                </a:lnTo>
                <a:close/>
                <a:moveTo>
                  <a:pt x="1438275" y="1000125"/>
                </a:moveTo>
                <a:lnTo>
                  <a:pt x="1457325" y="1000125"/>
                </a:lnTo>
                <a:lnTo>
                  <a:pt x="1457325" y="1019175"/>
                </a:lnTo>
                <a:lnTo>
                  <a:pt x="1447800" y="1019175"/>
                </a:lnTo>
                <a:lnTo>
                  <a:pt x="1447800" y="1028700"/>
                </a:lnTo>
                <a:lnTo>
                  <a:pt x="1438275" y="1028700"/>
                </a:lnTo>
                <a:lnTo>
                  <a:pt x="1438275" y="1019175"/>
                </a:lnTo>
                <a:lnTo>
                  <a:pt x="1428750" y="1019175"/>
                </a:lnTo>
                <a:lnTo>
                  <a:pt x="1428750" y="1009650"/>
                </a:lnTo>
                <a:lnTo>
                  <a:pt x="1438275" y="1009650"/>
                </a:lnTo>
                <a:close/>
                <a:moveTo>
                  <a:pt x="1485900" y="1000125"/>
                </a:moveTo>
                <a:lnTo>
                  <a:pt x="1504950" y="1000125"/>
                </a:lnTo>
                <a:lnTo>
                  <a:pt x="1504950" y="1009650"/>
                </a:lnTo>
                <a:lnTo>
                  <a:pt x="1495425" y="1009650"/>
                </a:lnTo>
                <a:lnTo>
                  <a:pt x="1495425" y="1019175"/>
                </a:lnTo>
                <a:lnTo>
                  <a:pt x="1485900" y="1019175"/>
                </a:lnTo>
                <a:close/>
                <a:moveTo>
                  <a:pt x="200025" y="1028700"/>
                </a:moveTo>
                <a:lnTo>
                  <a:pt x="219075" y="1028700"/>
                </a:lnTo>
                <a:lnTo>
                  <a:pt x="219075" y="1038225"/>
                </a:lnTo>
                <a:lnTo>
                  <a:pt x="200025" y="1038225"/>
                </a:lnTo>
                <a:close/>
                <a:moveTo>
                  <a:pt x="495300" y="1028700"/>
                </a:moveTo>
                <a:lnTo>
                  <a:pt x="514350" y="1028700"/>
                </a:lnTo>
                <a:lnTo>
                  <a:pt x="514350" y="1038225"/>
                </a:lnTo>
                <a:lnTo>
                  <a:pt x="495300" y="1038225"/>
                </a:lnTo>
                <a:close/>
                <a:moveTo>
                  <a:pt x="619125" y="1028700"/>
                </a:moveTo>
                <a:lnTo>
                  <a:pt x="666750" y="1028700"/>
                </a:lnTo>
                <a:lnTo>
                  <a:pt x="666750" y="1038225"/>
                </a:lnTo>
                <a:lnTo>
                  <a:pt x="676275" y="1038225"/>
                </a:lnTo>
                <a:lnTo>
                  <a:pt x="676275" y="1047750"/>
                </a:lnTo>
                <a:lnTo>
                  <a:pt x="647700" y="1047750"/>
                </a:lnTo>
                <a:lnTo>
                  <a:pt x="647700" y="1038225"/>
                </a:lnTo>
                <a:lnTo>
                  <a:pt x="619125" y="1038225"/>
                </a:lnTo>
                <a:close/>
                <a:moveTo>
                  <a:pt x="1323975" y="1028700"/>
                </a:moveTo>
                <a:lnTo>
                  <a:pt x="1333500" y="1028700"/>
                </a:lnTo>
                <a:lnTo>
                  <a:pt x="1333500" y="1038225"/>
                </a:lnTo>
                <a:lnTo>
                  <a:pt x="1323975" y="1038225"/>
                </a:lnTo>
                <a:close/>
                <a:moveTo>
                  <a:pt x="742950" y="1038225"/>
                </a:moveTo>
                <a:lnTo>
                  <a:pt x="752475" y="1038225"/>
                </a:lnTo>
                <a:lnTo>
                  <a:pt x="752475" y="1047750"/>
                </a:lnTo>
                <a:lnTo>
                  <a:pt x="742950" y="1047750"/>
                </a:lnTo>
                <a:close/>
                <a:moveTo>
                  <a:pt x="1304925" y="1038225"/>
                </a:moveTo>
                <a:lnTo>
                  <a:pt x="1314450" y="1038225"/>
                </a:lnTo>
                <a:lnTo>
                  <a:pt x="1314450" y="1047750"/>
                </a:lnTo>
                <a:lnTo>
                  <a:pt x="1343025" y="1047750"/>
                </a:lnTo>
                <a:lnTo>
                  <a:pt x="1343025" y="1066800"/>
                </a:lnTo>
                <a:lnTo>
                  <a:pt x="1304925" y="1066800"/>
                </a:lnTo>
                <a:close/>
                <a:moveTo>
                  <a:pt x="1533525" y="1038225"/>
                </a:moveTo>
                <a:lnTo>
                  <a:pt x="1552575" y="1038225"/>
                </a:lnTo>
                <a:lnTo>
                  <a:pt x="1552575" y="1047750"/>
                </a:lnTo>
                <a:lnTo>
                  <a:pt x="1533525" y="1047750"/>
                </a:lnTo>
                <a:close/>
                <a:moveTo>
                  <a:pt x="495300" y="1047750"/>
                </a:moveTo>
                <a:lnTo>
                  <a:pt x="523875" y="1047750"/>
                </a:lnTo>
                <a:lnTo>
                  <a:pt x="523875" y="1057275"/>
                </a:lnTo>
                <a:lnTo>
                  <a:pt x="514350" y="1057275"/>
                </a:lnTo>
                <a:lnTo>
                  <a:pt x="514350" y="1066800"/>
                </a:lnTo>
                <a:lnTo>
                  <a:pt x="504825" y="1066800"/>
                </a:lnTo>
                <a:lnTo>
                  <a:pt x="504825" y="1057275"/>
                </a:lnTo>
                <a:lnTo>
                  <a:pt x="495300" y="1057275"/>
                </a:lnTo>
                <a:close/>
                <a:moveTo>
                  <a:pt x="1047750" y="1047750"/>
                </a:moveTo>
                <a:lnTo>
                  <a:pt x="1066800" y="1047750"/>
                </a:lnTo>
                <a:lnTo>
                  <a:pt x="1066800" y="1066800"/>
                </a:lnTo>
                <a:lnTo>
                  <a:pt x="1047750" y="1066800"/>
                </a:lnTo>
                <a:close/>
                <a:moveTo>
                  <a:pt x="1085850" y="1047750"/>
                </a:moveTo>
                <a:lnTo>
                  <a:pt x="1104900" y="1047750"/>
                </a:lnTo>
                <a:lnTo>
                  <a:pt x="1104900" y="1057275"/>
                </a:lnTo>
                <a:lnTo>
                  <a:pt x="1085850" y="1057275"/>
                </a:lnTo>
                <a:close/>
                <a:moveTo>
                  <a:pt x="1409700" y="1047750"/>
                </a:moveTo>
                <a:lnTo>
                  <a:pt x="1419225" y="1047750"/>
                </a:lnTo>
                <a:lnTo>
                  <a:pt x="1419225" y="1066800"/>
                </a:lnTo>
                <a:lnTo>
                  <a:pt x="1409700" y="1066800"/>
                </a:lnTo>
                <a:close/>
                <a:moveTo>
                  <a:pt x="1466850" y="1047750"/>
                </a:moveTo>
                <a:lnTo>
                  <a:pt x="1485900" y="1047750"/>
                </a:lnTo>
                <a:lnTo>
                  <a:pt x="1485900" y="1057275"/>
                </a:lnTo>
                <a:lnTo>
                  <a:pt x="1466850" y="1057275"/>
                </a:lnTo>
                <a:close/>
                <a:moveTo>
                  <a:pt x="762000" y="1057275"/>
                </a:moveTo>
                <a:lnTo>
                  <a:pt x="771525" y="1057275"/>
                </a:lnTo>
                <a:lnTo>
                  <a:pt x="771525" y="1066800"/>
                </a:lnTo>
                <a:lnTo>
                  <a:pt x="762000" y="1066800"/>
                </a:lnTo>
                <a:close/>
                <a:moveTo>
                  <a:pt x="1076325" y="1057275"/>
                </a:moveTo>
                <a:lnTo>
                  <a:pt x="1085850" y="1057275"/>
                </a:lnTo>
                <a:lnTo>
                  <a:pt x="1085850" y="1066800"/>
                </a:lnTo>
                <a:lnTo>
                  <a:pt x="1076325" y="1066800"/>
                </a:lnTo>
                <a:close/>
                <a:moveTo>
                  <a:pt x="952500" y="1066800"/>
                </a:moveTo>
                <a:lnTo>
                  <a:pt x="962025" y="1066800"/>
                </a:lnTo>
                <a:lnTo>
                  <a:pt x="962025" y="1076325"/>
                </a:lnTo>
                <a:lnTo>
                  <a:pt x="952500" y="1076325"/>
                </a:lnTo>
                <a:close/>
                <a:moveTo>
                  <a:pt x="819150" y="1076325"/>
                </a:moveTo>
                <a:lnTo>
                  <a:pt x="828675" y="1076325"/>
                </a:lnTo>
                <a:lnTo>
                  <a:pt x="828675" y="1085850"/>
                </a:lnTo>
                <a:lnTo>
                  <a:pt x="819150" y="1085850"/>
                </a:lnTo>
                <a:close/>
                <a:moveTo>
                  <a:pt x="1143000" y="1114425"/>
                </a:moveTo>
                <a:lnTo>
                  <a:pt x="1152525" y="1114425"/>
                </a:lnTo>
                <a:lnTo>
                  <a:pt x="1152525" y="1123950"/>
                </a:lnTo>
                <a:lnTo>
                  <a:pt x="1143000" y="1123950"/>
                </a:lnTo>
                <a:close/>
                <a:moveTo>
                  <a:pt x="1257300" y="1114425"/>
                </a:moveTo>
                <a:lnTo>
                  <a:pt x="1266825" y="1114425"/>
                </a:lnTo>
                <a:lnTo>
                  <a:pt x="1266825" y="1133475"/>
                </a:lnTo>
                <a:lnTo>
                  <a:pt x="1257300" y="1133475"/>
                </a:lnTo>
                <a:close/>
                <a:moveTo>
                  <a:pt x="885825" y="1123950"/>
                </a:moveTo>
                <a:lnTo>
                  <a:pt x="904875" y="1123950"/>
                </a:lnTo>
                <a:lnTo>
                  <a:pt x="904875" y="1133475"/>
                </a:lnTo>
                <a:lnTo>
                  <a:pt x="885825" y="1133475"/>
                </a:lnTo>
                <a:close/>
                <a:moveTo>
                  <a:pt x="1047750" y="1123950"/>
                </a:moveTo>
                <a:lnTo>
                  <a:pt x="1066800" y="1123950"/>
                </a:lnTo>
                <a:lnTo>
                  <a:pt x="1066800" y="1133475"/>
                </a:lnTo>
                <a:lnTo>
                  <a:pt x="1047750" y="1133475"/>
                </a:lnTo>
                <a:close/>
                <a:moveTo>
                  <a:pt x="819150" y="1133475"/>
                </a:moveTo>
                <a:lnTo>
                  <a:pt x="828675" y="1133475"/>
                </a:lnTo>
                <a:lnTo>
                  <a:pt x="828675" y="1143000"/>
                </a:lnTo>
                <a:lnTo>
                  <a:pt x="819150" y="1143000"/>
                </a:lnTo>
                <a:close/>
                <a:moveTo>
                  <a:pt x="1685925" y="1133475"/>
                </a:moveTo>
                <a:lnTo>
                  <a:pt x="1695450" y="1133475"/>
                </a:lnTo>
                <a:lnTo>
                  <a:pt x="1695450" y="1143000"/>
                </a:lnTo>
                <a:lnTo>
                  <a:pt x="1704975" y="1143000"/>
                </a:lnTo>
                <a:lnTo>
                  <a:pt x="1704975" y="1133475"/>
                </a:lnTo>
                <a:lnTo>
                  <a:pt x="1714500" y="1133475"/>
                </a:lnTo>
                <a:lnTo>
                  <a:pt x="1714500" y="1152525"/>
                </a:lnTo>
                <a:lnTo>
                  <a:pt x="1704975" y="1152525"/>
                </a:lnTo>
                <a:lnTo>
                  <a:pt x="1704975" y="1162050"/>
                </a:lnTo>
                <a:lnTo>
                  <a:pt x="1695450" y="1162050"/>
                </a:lnTo>
                <a:lnTo>
                  <a:pt x="1695450" y="1152525"/>
                </a:lnTo>
                <a:lnTo>
                  <a:pt x="1685925" y="1152525"/>
                </a:lnTo>
                <a:lnTo>
                  <a:pt x="1685925" y="1162050"/>
                </a:lnTo>
                <a:lnTo>
                  <a:pt x="1676400" y="1162050"/>
                </a:lnTo>
                <a:lnTo>
                  <a:pt x="1676400" y="1143000"/>
                </a:lnTo>
                <a:lnTo>
                  <a:pt x="1685925" y="1143000"/>
                </a:lnTo>
                <a:close/>
                <a:moveTo>
                  <a:pt x="1038225" y="1143000"/>
                </a:moveTo>
                <a:lnTo>
                  <a:pt x="1057275" y="1143000"/>
                </a:lnTo>
                <a:lnTo>
                  <a:pt x="1057275" y="1152525"/>
                </a:lnTo>
                <a:lnTo>
                  <a:pt x="1038225" y="1152525"/>
                </a:lnTo>
                <a:close/>
                <a:moveTo>
                  <a:pt x="171450" y="1152525"/>
                </a:moveTo>
                <a:lnTo>
                  <a:pt x="190500" y="1152525"/>
                </a:lnTo>
                <a:lnTo>
                  <a:pt x="190500" y="1171575"/>
                </a:lnTo>
                <a:lnTo>
                  <a:pt x="180975" y="1171575"/>
                </a:lnTo>
                <a:lnTo>
                  <a:pt x="180975" y="1162050"/>
                </a:lnTo>
                <a:lnTo>
                  <a:pt x="171450" y="1162050"/>
                </a:lnTo>
                <a:close/>
                <a:moveTo>
                  <a:pt x="333375" y="1152525"/>
                </a:moveTo>
                <a:lnTo>
                  <a:pt x="352425" y="1152525"/>
                </a:lnTo>
                <a:lnTo>
                  <a:pt x="352425" y="1162050"/>
                </a:lnTo>
                <a:lnTo>
                  <a:pt x="333375" y="1162050"/>
                </a:lnTo>
                <a:close/>
                <a:moveTo>
                  <a:pt x="133350" y="1162050"/>
                </a:moveTo>
                <a:lnTo>
                  <a:pt x="142875" y="1162050"/>
                </a:lnTo>
                <a:lnTo>
                  <a:pt x="142875" y="1171575"/>
                </a:lnTo>
                <a:lnTo>
                  <a:pt x="133350" y="1171575"/>
                </a:lnTo>
                <a:close/>
                <a:moveTo>
                  <a:pt x="400050" y="1162050"/>
                </a:moveTo>
                <a:lnTo>
                  <a:pt x="419100" y="1162050"/>
                </a:lnTo>
                <a:lnTo>
                  <a:pt x="419100" y="1171575"/>
                </a:lnTo>
                <a:lnTo>
                  <a:pt x="400050" y="1171575"/>
                </a:lnTo>
                <a:close/>
                <a:moveTo>
                  <a:pt x="1085850" y="1162050"/>
                </a:moveTo>
                <a:lnTo>
                  <a:pt x="1095375" y="1162050"/>
                </a:lnTo>
                <a:lnTo>
                  <a:pt x="1095375" y="1171575"/>
                </a:lnTo>
                <a:lnTo>
                  <a:pt x="1085850" y="1171575"/>
                </a:lnTo>
                <a:close/>
                <a:moveTo>
                  <a:pt x="1114425" y="1162050"/>
                </a:moveTo>
                <a:lnTo>
                  <a:pt x="1123950" y="1162050"/>
                </a:lnTo>
                <a:lnTo>
                  <a:pt x="1123950" y="1171575"/>
                </a:lnTo>
                <a:lnTo>
                  <a:pt x="1114425" y="1171575"/>
                </a:lnTo>
                <a:close/>
                <a:moveTo>
                  <a:pt x="942975" y="1171575"/>
                </a:moveTo>
                <a:lnTo>
                  <a:pt x="962025" y="1171575"/>
                </a:lnTo>
                <a:lnTo>
                  <a:pt x="962025" y="1181100"/>
                </a:lnTo>
                <a:lnTo>
                  <a:pt x="942975" y="1181100"/>
                </a:lnTo>
                <a:close/>
                <a:moveTo>
                  <a:pt x="1019175" y="1171575"/>
                </a:moveTo>
                <a:lnTo>
                  <a:pt x="1038225" y="1171575"/>
                </a:lnTo>
                <a:lnTo>
                  <a:pt x="1038225" y="1190625"/>
                </a:lnTo>
                <a:lnTo>
                  <a:pt x="1019175" y="1190625"/>
                </a:lnTo>
                <a:close/>
                <a:moveTo>
                  <a:pt x="1066800" y="1171575"/>
                </a:moveTo>
                <a:lnTo>
                  <a:pt x="1085850" y="1171575"/>
                </a:lnTo>
                <a:lnTo>
                  <a:pt x="1085850" y="1181100"/>
                </a:lnTo>
                <a:lnTo>
                  <a:pt x="1095375" y="1181100"/>
                </a:lnTo>
                <a:lnTo>
                  <a:pt x="1095375" y="1190625"/>
                </a:lnTo>
                <a:lnTo>
                  <a:pt x="1123950" y="1190625"/>
                </a:lnTo>
                <a:lnTo>
                  <a:pt x="1123950" y="1181100"/>
                </a:lnTo>
                <a:lnTo>
                  <a:pt x="1133475" y="1181100"/>
                </a:lnTo>
                <a:lnTo>
                  <a:pt x="1133475" y="1190625"/>
                </a:lnTo>
                <a:lnTo>
                  <a:pt x="1123950" y="1190625"/>
                </a:lnTo>
                <a:lnTo>
                  <a:pt x="1123950" y="1209675"/>
                </a:lnTo>
                <a:lnTo>
                  <a:pt x="1114425" y="1209675"/>
                </a:lnTo>
                <a:lnTo>
                  <a:pt x="1114425" y="1219200"/>
                </a:lnTo>
                <a:lnTo>
                  <a:pt x="1123950" y="1219200"/>
                </a:lnTo>
                <a:lnTo>
                  <a:pt x="1123950" y="1209675"/>
                </a:lnTo>
                <a:lnTo>
                  <a:pt x="1133475" y="1209675"/>
                </a:lnTo>
                <a:lnTo>
                  <a:pt x="1133475" y="1219200"/>
                </a:lnTo>
                <a:lnTo>
                  <a:pt x="1143000" y="1219200"/>
                </a:lnTo>
                <a:lnTo>
                  <a:pt x="1143000" y="1228725"/>
                </a:lnTo>
                <a:lnTo>
                  <a:pt x="1104900" y="1228725"/>
                </a:lnTo>
                <a:lnTo>
                  <a:pt x="1104900" y="1219200"/>
                </a:lnTo>
                <a:lnTo>
                  <a:pt x="1095375" y="1219200"/>
                </a:lnTo>
                <a:lnTo>
                  <a:pt x="1095375" y="1238250"/>
                </a:lnTo>
                <a:lnTo>
                  <a:pt x="1085850" y="1238250"/>
                </a:lnTo>
                <a:lnTo>
                  <a:pt x="1085850" y="1228725"/>
                </a:lnTo>
                <a:lnTo>
                  <a:pt x="1076325" y="1228725"/>
                </a:lnTo>
                <a:lnTo>
                  <a:pt x="1076325" y="1209675"/>
                </a:lnTo>
                <a:lnTo>
                  <a:pt x="1085850" y="1209675"/>
                </a:lnTo>
                <a:lnTo>
                  <a:pt x="1085850" y="1200150"/>
                </a:lnTo>
                <a:lnTo>
                  <a:pt x="1066800" y="1200150"/>
                </a:lnTo>
                <a:lnTo>
                  <a:pt x="1066800" y="1190625"/>
                </a:lnTo>
                <a:lnTo>
                  <a:pt x="1076325" y="1190625"/>
                </a:lnTo>
                <a:lnTo>
                  <a:pt x="1076325" y="1181100"/>
                </a:lnTo>
                <a:lnTo>
                  <a:pt x="1066800" y="1181100"/>
                </a:lnTo>
                <a:close/>
                <a:moveTo>
                  <a:pt x="1200150" y="1171575"/>
                </a:moveTo>
                <a:lnTo>
                  <a:pt x="1238250" y="1171575"/>
                </a:lnTo>
                <a:lnTo>
                  <a:pt x="1238250" y="1181100"/>
                </a:lnTo>
                <a:lnTo>
                  <a:pt x="1257300" y="1181100"/>
                </a:lnTo>
                <a:lnTo>
                  <a:pt x="1257300" y="1200150"/>
                </a:lnTo>
                <a:lnTo>
                  <a:pt x="1209675" y="1200150"/>
                </a:lnTo>
                <a:lnTo>
                  <a:pt x="1209675" y="1181100"/>
                </a:lnTo>
                <a:lnTo>
                  <a:pt x="1200150" y="1181100"/>
                </a:lnTo>
                <a:close/>
                <a:moveTo>
                  <a:pt x="1181100" y="1181100"/>
                </a:moveTo>
                <a:lnTo>
                  <a:pt x="1190625" y="1181100"/>
                </a:lnTo>
                <a:lnTo>
                  <a:pt x="1190625" y="1200150"/>
                </a:lnTo>
                <a:lnTo>
                  <a:pt x="1181100" y="1200150"/>
                </a:lnTo>
                <a:close/>
                <a:moveTo>
                  <a:pt x="1333500" y="1181100"/>
                </a:moveTo>
                <a:lnTo>
                  <a:pt x="1343025" y="1181100"/>
                </a:lnTo>
                <a:lnTo>
                  <a:pt x="1343025" y="1190625"/>
                </a:lnTo>
                <a:lnTo>
                  <a:pt x="1352550" y="1190625"/>
                </a:lnTo>
                <a:lnTo>
                  <a:pt x="1352550" y="1200150"/>
                </a:lnTo>
                <a:lnTo>
                  <a:pt x="1333500" y="1200150"/>
                </a:lnTo>
                <a:close/>
                <a:moveTo>
                  <a:pt x="1457325" y="1190625"/>
                </a:moveTo>
                <a:lnTo>
                  <a:pt x="1485900" y="1190625"/>
                </a:lnTo>
                <a:lnTo>
                  <a:pt x="1485900" y="1200150"/>
                </a:lnTo>
                <a:lnTo>
                  <a:pt x="1457325" y="1200150"/>
                </a:lnTo>
                <a:close/>
                <a:moveTo>
                  <a:pt x="1028700" y="1200150"/>
                </a:moveTo>
                <a:lnTo>
                  <a:pt x="1038225" y="1200150"/>
                </a:lnTo>
                <a:lnTo>
                  <a:pt x="1038225" y="1209675"/>
                </a:lnTo>
                <a:lnTo>
                  <a:pt x="1028700" y="1209675"/>
                </a:lnTo>
                <a:close/>
                <a:moveTo>
                  <a:pt x="1200150" y="1200150"/>
                </a:moveTo>
                <a:lnTo>
                  <a:pt x="1209675" y="1200150"/>
                </a:lnTo>
                <a:lnTo>
                  <a:pt x="1209675" y="1209675"/>
                </a:lnTo>
                <a:lnTo>
                  <a:pt x="1200150" y="1209675"/>
                </a:lnTo>
                <a:close/>
                <a:moveTo>
                  <a:pt x="1295400" y="1200150"/>
                </a:moveTo>
                <a:lnTo>
                  <a:pt x="1304925" y="1200150"/>
                </a:lnTo>
                <a:lnTo>
                  <a:pt x="1304925" y="1209675"/>
                </a:lnTo>
                <a:lnTo>
                  <a:pt x="1295400" y="1209675"/>
                </a:lnTo>
                <a:close/>
                <a:moveTo>
                  <a:pt x="1057275" y="1276350"/>
                </a:moveTo>
                <a:lnTo>
                  <a:pt x="1076325" y="1276350"/>
                </a:lnTo>
                <a:lnTo>
                  <a:pt x="1076325" y="1295400"/>
                </a:lnTo>
                <a:lnTo>
                  <a:pt x="1066800" y="1295400"/>
                </a:lnTo>
                <a:lnTo>
                  <a:pt x="1066800" y="1285875"/>
                </a:lnTo>
                <a:lnTo>
                  <a:pt x="1057275" y="1285875"/>
                </a:lnTo>
                <a:close/>
                <a:moveTo>
                  <a:pt x="1143000" y="1314450"/>
                </a:moveTo>
                <a:lnTo>
                  <a:pt x="1152525" y="1314450"/>
                </a:lnTo>
                <a:lnTo>
                  <a:pt x="1152525" y="1323975"/>
                </a:lnTo>
                <a:lnTo>
                  <a:pt x="1143000" y="1323975"/>
                </a:lnTo>
                <a:close/>
                <a:moveTo>
                  <a:pt x="723900" y="1323975"/>
                </a:moveTo>
                <a:lnTo>
                  <a:pt x="733425" y="1323975"/>
                </a:lnTo>
                <a:lnTo>
                  <a:pt x="733425" y="1333500"/>
                </a:lnTo>
                <a:lnTo>
                  <a:pt x="723900" y="1333500"/>
                </a:lnTo>
                <a:close/>
                <a:moveTo>
                  <a:pt x="1704975" y="1323975"/>
                </a:moveTo>
                <a:lnTo>
                  <a:pt x="1714500" y="1323975"/>
                </a:lnTo>
                <a:lnTo>
                  <a:pt x="1714500" y="1371600"/>
                </a:lnTo>
                <a:lnTo>
                  <a:pt x="1704975" y="1371600"/>
                </a:lnTo>
                <a:lnTo>
                  <a:pt x="1704975" y="1362075"/>
                </a:lnTo>
                <a:lnTo>
                  <a:pt x="1695450" y="1362075"/>
                </a:lnTo>
                <a:lnTo>
                  <a:pt x="1695450" y="1371600"/>
                </a:lnTo>
                <a:lnTo>
                  <a:pt x="1685925" y="1371600"/>
                </a:lnTo>
                <a:lnTo>
                  <a:pt x="1685925" y="1343025"/>
                </a:lnTo>
                <a:lnTo>
                  <a:pt x="1704975" y="1343025"/>
                </a:lnTo>
                <a:close/>
                <a:moveTo>
                  <a:pt x="619125" y="1400175"/>
                </a:moveTo>
                <a:lnTo>
                  <a:pt x="628650" y="1400175"/>
                </a:lnTo>
                <a:lnTo>
                  <a:pt x="628650" y="1409700"/>
                </a:lnTo>
                <a:lnTo>
                  <a:pt x="619125" y="1409700"/>
                </a:lnTo>
                <a:close/>
                <a:moveTo>
                  <a:pt x="685800" y="1438275"/>
                </a:moveTo>
                <a:lnTo>
                  <a:pt x="695325" y="1438275"/>
                </a:lnTo>
                <a:lnTo>
                  <a:pt x="695325" y="1457325"/>
                </a:lnTo>
                <a:lnTo>
                  <a:pt x="685800" y="1457325"/>
                </a:lnTo>
                <a:close/>
                <a:moveTo>
                  <a:pt x="723900" y="1438275"/>
                </a:moveTo>
                <a:lnTo>
                  <a:pt x="742950" y="1438275"/>
                </a:lnTo>
                <a:lnTo>
                  <a:pt x="742950" y="1457325"/>
                </a:lnTo>
                <a:lnTo>
                  <a:pt x="723900" y="1457325"/>
                </a:lnTo>
                <a:close/>
                <a:moveTo>
                  <a:pt x="1076325" y="1438275"/>
                </a:moveTo>
                <a:lnTo>
                  <a:pt x="1095375" y="1438275"/>
                </a:lnTo>
                <a:lnTo>
                  <a:pt x="1095375" y="1457325"/>
                </a:lnTo>
                <a:lnTo>
                  <a:pt x="1076325" y="1457325"/>
                </a:lnTo>
                <a:close/>
                <a:moveTo>
                  <a:pt x="1323975" y="1457325"/>
                </a:moveTo>
                <a:lnTo>
                  <a:pt x="1333500" y="1457325"/>
                </a:lnTo>
                <a:lnTo>
                  <a:pt x="1333500" y="1466850"/>
                </a:lnTo>
                <a:lnTo>
                  <a:pt x="1323975" y="1466850"/>
                </a:lnTo>
                <a:close/>
                <a:moveTo>
                  <a:pt x="1343025" y="1457325"/>
                </a:moveTo>
                <a:lnTo>
                  <a:pt x="1438275" y="1457325"/>
                </a:lnTo>
                <a:lnTo>
                  <a:pt x="1438275" y="1466850"/>
                </a:lnTo>
                <a:lnTo>
                  <a:pt x="1343025" y="1466850"/>
                </a:lnTo>
                <a:close/>
                <a:moveTo>
                  <a:pt x="438150" y="1533525"/>
                </a:moveTo>
                <a:lnTo>
                  <a:pt x="457200" y="1533525"/>
                </a:lnTo>
                <a:lnTo>
                  <a:pt x="457200" y="1552575"/>
                </a:lnTo>
                <a:lnTo>
                  <a:pt x="447675" y="1552575"/>
                </a:lnTo>
                <a:lnTo>
                  <a:pt x="447675" y="1562100"/>
                </a:lnTo>
                <a:lnTo>
                  <a:pt x="457200" y="1562100"/>
                </a:lnTo>
                <a:lnTo>
                  <a:pt x="457200" y="1571625"/>
                </a:lnTo>
                <a:lnTo>
                  <a:pt x="447675" y="1571625"/>
                </a:lnTo>
                <a:lnTo>
                  <a:pt x="447675" y="1581150"/>
                </a:lnTo>
                <a:lnTo>
                  <a:pt x="438150" y="1581150"/>
                </a:lnTo>
                <a:close/>
                <a:moveTo>
                  <a:pt x="495300" y="1533525"/>
                </a:moveTo>
                <a:lnTo>
                  <a:pt x="504825" y="1533525"/>
                </a:lnTo>
                <a:lnTo>
                  <a:pt x="504825" y="1543050"/>
                </a:lnTo>
                <a:lnTo>
                  <a:pt x="495300" y="1543050"/>
                </a:lnTo>
                <a:close/>
                <a:moveTo>
                  <a:pt x="628650" y="1533525"/>
                </a:moveTo>
                <a:lnTo>
                  <a:pt x="638175" y="1533525"/>
                </a:lnTo>
                <a:lnTo>
                  <a:pt x="638175" y="1543050"/>
                </a:lnTo>
                <a:lnTo>
                  <a:pt x="628650" y="1543050"/>
                </a:lnTo>
                <a:close/>
                <a:moveTo>
                  <a:pt x="1171575" y="1533525"/>
                </a:moveTo>
                <a:lnTo>
                  <a:pt x="1181100" y="1533525"/>
                </a:lnTo>
                <a:lnTo>
                  <a:pt x="1181100" y="1543050"/>
                </a:lnTo>
                <a:lnTo>
                  <a:pt x="1171575" y="1543050"/>
                </a:lnTo>
                <a:close/>
                <a:moveTo>
                  <a:pt x="304800" y="1543050"/>
                </a:moveTo>
                <a:lnTo>
                  <a:pt x="323850" y="1543050"/>
                </a:lnTo>
                <a:lnTo>
                  <a:pt x="323850" y="1571625"/>
                </a:lnTo>
                <a:lnTo>
                  <a:pt x="304800" y="1571625"/>
                </a:lnTo>
                <a:close/>
                <a:moveTo>
                  <a:pt x="342900" y="1543050"/>
                </a:moveTo>
                <a:lnTo>
                  <a:pt x="361950" y="1543050"/>
                </a:lnTo>
                <a:lnTo>
                  <a:pt x="361950" y="1552575"/>
                </a:lnTo>
                <a:lnTo>
                  <a:pt x="381000" y="1552575"/>
                </a:lnTo>
                <a:lnTo>
                  <a:pt x="381000" y="1562100"/>
                </a:lnTo>
                <a:lnTo>
                  <a:pt x="352425" y="1562100"/>
                </a:lnTo>
                <a:lnTo>
                  <a:pt x="352425" y="1552575"/>
                </a:lnTo>
                <a:lnTo>
                  <a:pt x="342900" y="1552575"/>
                </a:lnTo>
                <a:close/>
                <a:moveTo>
                  <a:pt x="333375" y="1552575"/>
                </a:moveTo>
                <a:lnTo>
                  <a:pt x="342900" y="1552575"/>
                </a:lnTo>
                <a:lnTo>
                  <a:pt x="342900" y="1562100"/>
                </a:lnTo>
                <a:lnTo>
                  <a:pt x="333375" y="1562100"/>
                </a:lnTo>
                <a:close/>
                <a:moveTo>
                  <a:pt x="495300" y="1562100"/>
                </a:moveTo>
                <a:lnTo>
                  <a:pt x="504825" y="1562100"/>
                </a:lnTo>
                <a:lnTo>
                  <a:pt x="504825" y="1600200"/>
                </a:lnTo>
                <a:lnTo>
                  <a:pt x="495300" y="1600200"/>
                </a:lnTo>
                <a:lnTo>
                  <a:pt x="495300" y="1590675"/>
                </a:lnTo>
                <a:lnTo>
                  <a:pt x="485775" y="1590675"/>
                </a:lnTo>
                <a:lnTo>
                  <a:pt x="485775" y="1581150"/>
                </a:lnTo>
                <a:lnTo>
                  <a:pt x="495300" y="1581150"/>
                </a:lnTo>
                <a:close/>
                <a:moveTo>
                  <a:pt x="819150" y="1571625"/>
                </a:moveTo>
                <a:lnTo>
                  <a:pt x="838200" y="1571625"/>
                </a:lnTo>
                <a:lnTo>
                  <a:pt x="838200" y="1590675"/>
                </a:lnTo>
                <a:lnTo>
                  <a:pt x="819150" y="1590675"/>
                </a:lnTo>
                <a:close/>
                <a:moveTo>
                  <a:pt x="923925" y="1571625"/>
                </a:moveTo>
                <a:lnTo>
                  <a:pt x="933450" y="1571625"/>
                </a:lnTo>
                <a:lnTo>
                  <a:pt x="933450" y="1581150"/>
                </a:lnTo>
                <a:lnTo>
                  <a:pt x="923925" y="1581150"/>
                </a:lnTo>
                <a:close/>
                <a:moveTo>
                  <a:pt x="1009650" y="1571625"/>
                </a:moveTo>
                <a:lnTo>
                  <a:pt x="1038225" y="1571625"/>
                </a:lnTo>
                <a:lnTo>
                  <a:pt x="1038225" y="1581150"/>
                </a:lnTo>
                <a:lnTo>
                  <a:pt x="1057275" y="1581150"/>
                </a:lnTo>
                <a:lnTo>
                  <a:pt x="1057275" y="1600200"/>
                </a:lnTo>
                <a:lnTo>
                  <a:pt x="1047750" y="1600200"/>
                </a:lnTo>
                <a:lnTo>
                  <a:pt x="1047750" y="1590675"/>
                </a:lnTo>
                <a:lnTo>
                  <a:pt x="1019175" y="1590675"/>
                </a:lnTo>
                <a:lnTo>
                  <a:pt x="1019175" y="1581150"/>
                </a:lnTo>
                <a:lnTo>
                  <a:pt x="1009650" y="1581150"/>
                </a:lnTo>
                <a:close/>
                <a:moveTo>
                  <a:pt x="1276350" y="1571625"/>
                </a:moveTo>
                <a:lnTo>
                  <a:pt x="1285875" y="1571625"/>
                </a:lnTo>
                <a:lnTo>
                  <a:pt x="1285875" y="1590675"/>
                </a:lnTo>
                <a:lnTo>
                  <a:pt x="1266825" y="1590675"/>
                </a:lnTo>
                <a:lnTo>
                  <a:pt x="1266825" y="1581150"/>
                </a:lnTo>
                <a:lnTo>
                  <a:pt x="1276350" y="1581150"/>
                </a:lnTo>
                <a:close/>
                <a:moveTo>
                  <a:pt x="1476375" y="1571625"/>
                </a:moveTo>
                <a:lnTo>
                  <a:pt x="1504950" y="1571625"/>
                </a:lnTo>
                <a:lnTo>
                  <a:pt x="1504950" y="1590675"/>
                </a:lnTo>
                <a:lnTo>
                  <a:pt x="1476375" y="1590675"/>
                </a:lnTo>
                <a:close/>
                <a:moveTo>
                  <a:pt x="1514475" y="1571625"/>
                </a:moveTo>
                <a:lnTo>
                  <a:pt x="1543050" y="1571625"/>
                </a:lnTo>
                <a:lnTo>
                  <a:pt x="1543050" y="1590675"/>
                </a:lnTo>
                <a:lnTo>
                  <a:pt x="1514475" y="1590675"/>
                </a:lnTo>
                <a:close/>
                <a:moveTo>
                  <a:pt x="1590675" y="1571625"/>
                </a:moveTo>
                <a:lnTo>
                  <a:pt x="1619250" y="1571625"/>
                </a:lnTo>
                <a:lnTo>
                  <a:pt x="1619250" y="1590675"/>
                </a:lnTo>
                <a:lnTo>
                  <a:pt x="1590675" y="1590675"/>
                </a:lnTo>
                <a:close/>
                <a:moveTo>
                  <a:pt x="1638300" y="1571625"/>
                </a:moveTo>
                <a:lnTo>
                  <a:pt x="1647825" y="1571625"/>
                </a:lnTo>
                <a:lnTo>
                  <a:pt x="1647825" y="1581150"/>
                </a:lnTo>
                <a:lnTo>
                  <a:pt x="1657350" y="1581150"/>
                </a:lnTo>
                <a:lnTo>
                  <a:pt x="1657350" y="1571625"/>
                </a:lnTo>
                <a:lnTo>
                  <a:pt x="1666875" y="1571625"/>
                </a:lnTo>
                <a:lnTo>
                  <a:pt x="1666875" y="1590675"/>
                </a:lnTo>
                <a:lnTo>
                  <a:pt x="1638300" y="1590675"/>
                </a:lnTo>
                <a:close/>
                <a:moveTo>
                  <a:pt x="1238250" y="1590675"/>
                </a:moveTo>
                <a:lnTo>
                  <a:pt x="1247775" y="1590675"/>
                </a:lnTo>
                <a:lnTo>
                  <a:pt x="1247775" y="1600200"/>
                </a:lnTo>
                <a:lnTo>
                  <a:pt x="1238250" y="1600200"/>
                </a:lnTo>
                <a:close/>
                <a:moveTo>
                  <a:pt x="1257300" y="1590675"/>
                </a:moveTo>
                <a:lnTo>
                  <a:pt x="1266825" y="1590675"/>
                </a:lnTo>
                <a:lnTo>
                  <a:pt x="1266825" y="1600200"/>
                </a:lnTo>
                <a:lnTo>
                  <a:pt x="1257300" y="1600200"/>
                </a:lnTo>
                <a:close/>
                <a:moveTo>
                  <a:pt x="1285875" y="1590675"/>
                </a:moveTo>
                <a:lnTo>
                  <a:pt x="1295400" y="1590675"/>
                </a:lnTo>
                <a:lnTo>
                  <a:pt x="1295400" y="1600200"/>
                </a:lnTo>
                <a:lnTo>
                  <a:pt x="1285875" y="1600200"/>
                </a:lnTo>
                <a:close/>
                <a:moveTo>
                  <a:pt x="838200" y="1647825"/>
                </a:moveTo>
                <a:lnTo>
                  <a:pt x="857250" y="1647825"/>
                </a:lnTo>
                <a:lnTo>
                  <a:pt x="857250" y="1657350"/>
                </a:lnTo>
                <a:lnTo>
                  <a:pt x="866775" y="1657350"/>
                </a:lnTo>
                <a:lnTo>
                  <a:pt x="866775" y="1676400"/>
                </a:lnTo>
                <a:lnTo>
                  <a:pt x="838200" y="1676400"/>
                </a:lnTo>
                <a:close/>
                <a:moveTo>
                  <a:pt x="1590675" y="1657350"/>
                </a:moveTo>
                <a:lnTo>
                  <a:pt x="1600200" y="1657350"/>
                </a:lnTo>
                <a:lnTo>
                  <a:pt x="1600200" y="1676400"/>
                </a:lnTo>
                <a:lnTo>
                  <a:pt x="1581150" y="1676400"/>
                </a:lnTo>
                <a:lnTo>
                  <a:pt x="1581150" y="1666875"/>
                </a:lnTo>
                <a:lnTo>
                  <a:pt x="1590675" y="1666875"/>
                </a:lnTo>
                <a:close/>
                <a:moveTo>
                  <a:pt x="1666875" y="1657350"/>
                </a:moveTo>
                <a:lnTo>
                  <a:pt x="1695450" y="1657350"/>
                </a:lnTo>
                <a:lnTo>
                  <a:pt x="1695450" y="1676400"/>
                </a:lnTo>
                <a:lnTo>
                  <a:pt x="1685925" y="1676400"/>
                </a:lnTo>
                <a:lnTo>
                  <a:pt x="1685925" y="1685925"/>
                </a:lnTo>
                <a:lnTo>
                  <a:pt x="1676400" y="1685925"/>
                </a:lnTo>
                <a:lnTo>
                  <a:pt x="1676400" y="1676400"/>
                </a:lnTo>
                <a:lnTo>
                  <a:pt x="1666875" y="1676400"/>
                </a:lnTo>
                <a:close/>
                <a:moveTo>
                  <a:pt x="790575" y="1666875"/>
                </a:moveTo>
                <a:lnTo>
                  <a:pt x="819150" y="1666875"/>
                </a:lnTo>
                <a:lnTo>
                  <a:pt x="819150" y="1685925"/>
                </a:lnTo>
                <a:lnTo>
                  <a:pt x="809625" y="1685925"/>
                </a:lnTo>
                <a:lnTo>
                  <a:pt x="809625" y="1676400"/>
                </a:lnTo>
                <a:lnTo>
                  <a:pt x="790575" y="1676400"/>
                </a:lnTo>
                <a:close/>
                <a:moveTo>
                  <a:pt x="1628775" y="1666875"/>
                </a:moveTo>
                <a:lnTo>
                  <a:pt x="1657350" y="1666875"/>
                </a:lnTo>
                <a:lnTo>
                  <a:pt x="1657350" y="1676400"/>
                </a:lnTo>
                <a:lnTo>
                  <a:pt x="1628775" y="1676400"/>
                </a:lnTo>
                <a:close/>
                <a:moveTo>
                  <a:pt x="542925" y="1685925"/>
                </a:moveTo>
                <a:lnTo>
                  <a:pt x="552450" y="1685925"/>
                </a:lnTo>
                <a:lnTo>
                  <a:pt x="552450" y="1695450"/>
                </a:lnTo>
                <a:lnTo>
                  <a:pt x="561975" y="1695450"/>
                </a:lnTo>
                <a:lnTo>
                  <a:pt x="561975" y="1704975"/>
                </a:lnTo>
                <a:lnTo>
                  <a:pt x="552450" y="1704975"/>
                </a:lnTo>
                <a:lnTo>
                  <a:pt x="552450" y="1714500"/>
                </a:lnTo>
                <a:lnTo>
                  <a:pt x="523875" y="1714500"/>
                </a:lnTo>
                <a:lnTo>
                  <a:pt x="523875" y="1704975"/>
                </a:lnTo>
                <a:lnTo>
                  <a:pt x="533400" y="1704975"/>
                </a:lnTo>
                <a:lnTo>
                  <a:pt x="533400" y="1695450"/>
                </a:lnTo>
                <a:lnTo>
                  <a:pt x="542925" y="1695450"/>
                </a:lnTo>
                <a:close/>
                <a:moveTo>
                  <a:pt x="1019175" y="1685925"/>
                </a:moveTo>
                <a:lnTo>
                  <a:pt x="1028700" y="1685925"/>
                </a:lnTo>
                <a:lnTo>
                  <a:pt x="1028700" y="1695450"/>
                </a:lnTo>
                <a:lnTo>
                  <a:pt x="1019175" y="1695450"/>
                </a:lnTo>
                <a:close/>
                <a:moveTo>
                  <a:pt x="600075" y="1695450"/>
                </a:moveTo>
                <a:lnTo>
                  <a:pt x="609600" y="1695450"/>
                </a:lnTo>
                <a:lnTo>
                  <a:pt x="609600" y="1704975"/>
                </a:lnTo>
                <a:lnTo>
                  <a:pt x="600075" y="1704975"/>
                </a:lnTo>
                <a:close/>
                <a:moveTo>
                  <a:pt x="981075" y="1695450"/>
                </a:moveTo>
                <a:lnTo>
                  <a:pt x="1009650" y="1695450"/>
                </a:lnTo>
                <a:lnTo>
                  <a:pt x="1009650" y="1704975"/>
                </a:lnTo>
                <a:lnTo>
                  <a:pt x="990600" y="1704975"/>
                </a:lnTo>
                <a:lnTo>
                  <a:pt x="990600" y="1714500"/>
                </a:lnTo>
                <a:lnTo>
                  <a:pt x="981075" y="1714500"/>
                </a:lnTo>
                <a:close/>
                <a:moveTo>
                  <a:pt x="1657350" y="1695450"/>
                </a:moveTo>
                <a:lnTo>
                  <a:pt x="1685925" y="1695450"/>
                </a:lnTo>
                <a:lnTo>
                  <a:pt x="1685925" y="1724025"/>
                </a:lnTo>
                <a:lnTo>
                  <a:pt x="1695450" y="1724025"/>
                </a:lnTo>
                <a:lnTo>
                  <a:pt x="1695450" y="1704975"/>
                </a:lnTo>
                <a:lnTo>
                  <a:pt x="1704975" y="1704975"/>
                </a:lnTo>
                <a:lnTo>
                  <a:pt x="1704975" y="1724025"/>
                </a:lnTo>
                <a:lnTo>
                  <a:pt x="1695450" y="1724025"/>
                </a:lnTo>
                <a:lnTo>
                  <a:pt x="1695450" y="1743075"/>
                </a:lnTo>
                <a:lnTo>
                  <a:pt x="1685925" y="1743075"/>
                </a:lnTo>
                <a:lnTo>
                  <a:pt x="1685925" y="1733550"/>
                </a:lnTo>
                <a:lnTo>
                  <a:pt x="1676400" y="1733550"/>
                </a:lnTo>
                <a:lnTo>
                  <a:pt x="1676400" y="1724025"/>
                </a:lnTo>
                <a:lnTo>
                  <a:pt x="1666875" y="1724025"/>
                </a:lnTo>
                <a:lnTo>
                  <a:pt x="1666875" y="1704975"/>
                </a:lnTo>
                <a:lnTo>
                  <a:pt x="1657350" y="1704975"/>
                </a:lnTo>
                <a:close/>
                <a:moveTo>
                  <a:pt x="381000" y="1704975"/>
                </a:moveTo>
                <a:lnTo>
                  <a:pt x="400050" y="1704975"/>
                </a:lnTo>
                <a:lnTo>
                  <a:pt x="400050" y="1733550"/>
                </a:lnTo>
                <a:lnTo>
                  <a:pt x="381000" y="1733550"/>
                </a:lnTo>
                <a:close/>
                <a:moveTo>
                  <a:pt x="447675" y="1704975"/>
                </a:moveTo>
                <a:lnTo>
                  <a:pt x="457200" y="1704975"/>
                </a:lnTo>
                <a:lnTo>
                  <a:pt x="457200" y="1724025"/>
                </a:lnTo>
                <a:lnTo>
                  <a:pt x="447675" y="1724025"/>
                </a:lnTo>
                <a:close/>
                <a:moveTo>
                  <a:pt x="609600" y="1704975"/>
                </a:moveTo>
                <a:lnTo>
                  <a:pt x="619125" y="1704975"/>
                </a:lnTo>
                <a:lnTo>
                  <a:pt x="619125" y="1733550"/>
                </a:lnTo>
                <a:lnTo>
                  <a:pt x="609600" y="1733550"/>
                </a:lnTo>
                <a:close/>
                <a:moveTo>
                  <a:pt x="828675" y="1704975"/>
                </a:moveTo>
                <a:lnTo>
                  <a:pt x="838200" y="1704975"/>
                </a:lnTo>
                <a:lnTo>
                  <a:pt x="838200" y="1733550"/>
                </a:lnTo>
                <a:lnTo>
                  <a:pt x="819150" y="1733550"/>
                </a:lnTo>
                <a:lnTo>
                  <a:pt x="819150" y="1714500"/>
                </a:lnTo>
                <a:lnTo>
                  <a:pt x="828675" y="1714500"/>
                </a:lnTo>
                <a:close/>
                <a:moveTo>
                  <a:pt x="1352550" y="1704975"/>
                </a:moveTo>
                <a:lnTo>
                  <a:pt x="1362075" y="1704975"/>
                </a:lnTo>
                <a:lnTo>
                  <a:pt x="1362075" y="1733550"/>
                </a:lnTo>
                <a:lnTo>
                  <a:pt x="1352550" y="1733550"/>
                </a:lnTo>
                <a:close/>
                <a:moveTo>
                  <a:pt x="1514475" y="1704975"/>
                </a:moveTo>
                <a:lnTo>
                  <a:pt x="1524000" y="1704975"/>
                </a:lnTo>
                <a:lnTo>
                  <a:pt x="1524000" y="1733550"/>
                </a:lnTo>
                <a:lnTo>
                  <a:pt x="1514475" y="1733550"/>
                </a:lnTo>
                <a:close/>
                <a:moveTo>
                  <a:pt x="1533525" y="1704975"/>
                </a:moveTo>
                <a:lnTo>
                  <a:pt x="1543050" y="1704975"/>
                </a:lnTo>
                <a:lnTo>
                  <a:pt x="1543050" y="1733550"/>
                </a:lnTo>
                <a:lnTo>
                  <a:pt x="1533525" y="1733550"/>
                </a:lnTo>
                <a:close/>
                <a:moveTo>
                  <a:pt x="1590675" y="1704975"/>
                </a:moveTo>
                <a:lnTo>
                  <a:pt x="1619250" y="1704975"/>
                </a:lnTo>
                <a:lnTo>
                  <a:pt x="1619250" y="1714500"/>
                </a:lnTo>
                <a:lnTo>
                  <a:pt x="1609725" y="1714500"/>
                </a:lnTo>
                <a:lnTo>
                  <a:pt x="1609725" y="1733550"/>
                </a:lnTo>
                <a:lnTo>
                  <a:pt x="1590675" y="1733550"/>
                </a:lnTo>
                <a:close/>
                <a:moveTo>
                  <a:pt x="180975" y="1714500"/>
                </a:moveTo>
                <a:lnTo>
                  <a:pt x="190500" y="1714500"/>
                </a:lnTo>
                <a:lnTo>
                  <a:pt x="190500" y="1733550"/>
                </a:lnTo>
                <a:lnTo>
                  <a:pt x="180975" y="1733550"/>
                </a:lnTo>
                <a:close/>
                <a:moveTo>
                  <a:pt x="904875" y="1714500"/>
                </a:moveTo>
                <a:lnTo>
                  <a:pt x="914400" y="1714500"/>
                </a:lnTo>
                <a:lnTo>
                  <a:pt x="914400" y="1733550"/>
                </a:lnTo>
                <a:lnTo>
                  <a:pt x="904875" y="1733550"/>
                </a:lnTo>
                <a:close/>
                <a:moveTo>
                  <a:pt x="561975" y="1752600"/>
                </a:moveTo>
                <a:lnTo>
                  <a:pt x="590550" y="1752600"/>
                </a:lnTo>
                <a:lnTo>
                  <a:pt x="590550" y="1762125"/>
                </a:lnTo>
                <a:lnTo>
                  <a:pt x="561975" y="1762125"/>
                </a:lnTo>
                <a:close/>
                <a:moveTo>
                  <a:pt x="685800" y="1752600"/>
                </a:moveTo>
                <a:lnTo>
                  <a:pt x="742950" y="1752600"/>
                </a:lnTo>
                <a:lnTo>
                  <a:pt x="742950" y="1762125"/>
                </a:lnTo>
                <a:lnTo>
                  <a:pt x="704850" y="1762125"/>
                </a:lnTo>
                <a:lnTo>
                  <a:pt x="704850" y="1771650"/>
                </a:lnTo>
                <a:lnTo>
                  <a:pt x="723900" y="1771650"/>
                </a:lnTo>
                <a:lnTo>
                  <a:pt x="723900" y="1781175"/>
                </a:lnTo>
                <a:lnTo>
                  <a:pt x="704850" y="1781175"/>
                </a:lnTo>
                <a:lnTo>
                  <a:pt x="704850" y="1790700"/>
                </a:lnTo>
                <a:lnTo>
                  <a:pt x="695325" y="1790700"/>
                </a:lnTo>
                <a:lnTo>
                  <a:pt x="695325" y="1781175"/>
                </a:lnTo>
                <a:lnTo>
                  <a:pt x="685800" y="1781175"/>
                </a:lnTo>
                <a:close/>
                <a:moveTo>
                  <a:pt x="790575" y="1752600"/>
                </a:moveTo>
                <a:lnTo>
                  <a:pt x="800100" y="1752600"/>
                </a:lnTo>
                <a:lnTo>
                  <a:pt x="800100" y="1771650"/>
                </a:lnTo>
                <a:lnTo>
                  <a:pt x="809625" y="1771650"/>
                </a:lnTo>
                <a:lnTo>
                  <a:pt x="809625" y="1781175"/>
                </a:lnTo>
                <a:lnTo>
                  <a:pt x="790575" y="1781175"/>
                </a:lnTo>
                <a:lnTo>
                  <a:pt x="790575" y="1771650"/>
                </a:lnTo>
                <a:lnTo>
                  <a:pt x="771525" y="1771650"/>
                </a:lnTo>
                <a:lnTo>
                  <a:pt x="771525" y="1781175"/>
                </a:lnTo>
                <a:lnTo>
                  <a:pt x="762000" y="1781175"/>
                </a:lnTo>
                <a:lnTo>
                  <a:pt x="762000" y="1762125"/>
                </a:lnTo>
                <a:lnTo>
                  <a:pt x="790575" y="1762125"/>
                </a:lnTo>
                <a:close/>
                <a:moveTo>
                  <a:pt x="885825" y="1752600"/>
                </a:moveTo>
                <a:lnTo>
                  <a:pt x="895350" y="1752600"/>
                </a:lnTo>
                <a:lnTo>
                  <a:pt x="895350" y="1771650"/>
                </a:lnTo>
                <a:lnTo>
                  <a:pt x="904875" y="1771650"/>
                </a:lnTo>
                <a:lnTo>
                  <a:pt x="904875" y="1752600"/>
                </a:lnTo>
                <a:lnTo>
                  <a:pt x="914400" y="1752600"/>
                </a:lnTo>
                <a:lnTo>
                  <a:pt x="914400" y="1781175"/>
                </a:lnTo>
                <a:lnTo>
                  <a:pt x="904875" y="1781175"/>
                </a:lnTo>
                <a:lnTo>
                  <a:pt x="904875" y="1790700"/>
                </a:lnTo>
                <a:lnTo>
                  <a:pt x="885825" y="1790700"/>
                </a:lnTo>
                <a:close/>
                <a:moveTo>
                  <a:pt x="1447800" y="1752600"/>
                </a:moveTo>
                <a:lnTo>
                  <a:pt x="1457325" y="1752600"/>
                </a:lnTo>
                <a:lnTo>
                  <a:pt x="1457325" y="1790700"/>
                </a:lnTo>
                <a:lnTo>
                  <a:pt x="1438275" y="1790700"/>
                </a:lnTo>
                <a:lnTo>
                  <a:pt x="1438275" y="1781175"/>
                </a:lnTo>
                <a:lnTo>
                  <a:pt x="1447800" y="1781175"/>
                </a:lnTo>
                <a:close/>
                <a:moveTo>
                  <a:pt x="1476375" y="1752600"/>
                </a:moveTo>
                <a:lnTo>
                  <a:pt x="1514475" y="1752600"/>
                </a:lnTo>
                <a:lnTo>
                  <a:pt x="1514475" y="1771650"/>
                </a:lnTo>
                <a:lnTo>
                  <a:pt x="1524000" y="1771650"/>
                </a:lnTo>
                <a:lnTo>
                  <a:pt x="1524000" y="1790700"/>
                </a:lnTo>
                <a:lnTo>
                  <a:pt x="1504950" y="1790700"/>
                </a:lnTo>
                <a:lnTo>
                  <a:pt x="1504950" y="1800225"/>
                </a:lnTo>
                <a:lnTo>
                  <a:pt x="1495425" y="1800225"/>
                </a:lnTo>
                <a:lnTo>
                  <a:pt x="1495425" y="1790700"/>
                </a:lnTo>
                <a:lnTo>
                  <a:pt x="1485900" y="1790700"/>
                </a:lnTo>
                <a:lnTo>
                  <a:pt x="1485900" y="1781175"/>
                </a:lnTo>
                <a:lnTo>
                  <a:pt x="1476375" y="1781175"/>
                </a:lnTo>
                <a:lnTo>
                  <a:pt x="1476375" y="1771650"/>
                </a:lnTo>
                <a:lnTo>
                  <a:pt x="1495425" y="1771650"/>
                </a:lnTo>
                <a:lnTo>
                  <a:pt x="1495425" y="1762125"/>
                </a:lnTo>
                <a:lnTo>
                  <a:pt x="1476375" y="1762125"/>
                </a:lnTo>
                <a:close/>
                <a:moveTo>
                  <a:pt x="1590675" y="1752600"/>
                </a:moveTo>
                <a:lnTo>
                  <a:pt x="1619250" y="1752600"/>
                </a:lnTo>
                <a:lnTo>
                  <a:pt x="1619250" y="1762125"/>
                </a:lnTo>
                <a:lnTo>
                  <a:pt x="1590675" y="1762125"/>
                </a:lnTo>
                <a:close/>
                <a:moveTo>
                  <a:pt x="323850" y="1762125"/>
                </a:moveTo>
                <a:lnTo>
                  <a:pt x="333375" y="1762125"/>
                </a:lnTo>
                <a:lnTo>
                  <a:pt x="333375" y="1771650"/>
                </a:lnTo>
                <a:lnTo>
                  <a:pt x="323850" y="1771650"/>
                </a:lnTo>
                <a:close/>
                <a:moveTo>
                  <a:pt x="971550" y="1762125"/>
                </a:moveTo>
                <a:lnTo>
                  <a:pt x="981075" y="1762125"/>
                </a:lnTo>
                <a:lnTo>
                  <a:pt x="981075" y="1771650"/>
                </a:lnTo>
                <a:lnTo>
                  <a:pt x="971550" y="1771650"/>
                </a:lnTo>
                <a:close/>
                <a:moveTo>
                  <a:pt x="1676400" y="1762125"/>
                </a:moveTo>
                <a:lnTo>
                  <a:pt x="1685925" y="1762125"/>
                </a:lnTo>
                <a:lnTo>
                  <a:pt x="1685925" y="1771650"/>
                </a:lnTo>
                <a:lnTo>
                  <a:pt x="1695450" y="1771650"/>
                </a:lnTo>
                <a:lnTo>
                  <a:pt x="1695450" y="1790700"/>
                </a:lnTo>
                <a:lnTo>
                  <a:pt x="1666875" y="1790700"/>
                </a:lnTo>
                <a:lnTo>
                  <a:pt x="1666875" y="1781175"/>
                </a:lnTo>
                <a:lnTo>
                  <a:pt x="1676400" y="1781175"/>
                </a:lnTo>
                <a:close/>
                <a:moveTo>
                  <a:pt x="419100" y="1771650"/>
                </a:moveTo>
                <a:lnTo>
                  <a:pt x="428625" y="1771650"/>
                </a:lnTo>
                <a:lnTo>
                  <a:pt x="428625" y="1781175"/>
                </a:lnTo>
                <a:lnTo>
                  <a:pt x="419100" y="1781175"/>
                </a:lnTo>
                <a:close/>
                <a:moveTo>
                  <a:pt x="838200" y="1771650"/>
                </a:moveTo>
                <a:lnTo>
                  <a:pt x="857250" y="1771650"/>
                </a:lnTo>
                <a:lnTo>
                  <a:pt x="857250" y="1790700"/>
                </a:lnTo>
                <a:lnTo>
                  <a:pt x="838200" y="1790700"/>
                </a:lnTo>
                <a:close/>
                <a:moveTo>
                  <a:pt x="962025" y="1771650"/>
                </a:moveTo>
                <a:lnTo>
                  <a:pt x="971550" y="1771650"/>
                </a:lnTo>
                <a:lnTo>
                  <a:pt x="971550" y="1781175"/>
                </a:lnTo>
                <a:lnTo>
                  <a:pt x="962025" y="1781175"/>
                </a:lnTo>
                <a:close/>
                <a:moveTo>
                  <a:pt x="1543050" y="1771650"/>
                </a:moveTo>
                <a:lnTo>
                  <a:pt x="1571625" y="1771650"/>
                </a:lnTo>
                <a:lnTo>
                  <a:pt x="1571625" y="1790700"/>
                </a:lnTo>
                <a:lnTo>
                  <a:pt x="1552575" y="1790700"/>
                </a:lnTo>
                <a:lnTo>
                  <a:pt x="1552575" y="1781175"/>
                </a:lnTo>
                <a:lnTo>
                  <a:pt x="1543050" y="1781175"/>
                </a:lnTo>
                <a:close/>
                <a:moveTo>
                  <a:pt x="1609725" y="1771650"/>
                </a:moveTo>
                <a:lnTo>
                  <a:pt x="1619250" y="1771650"/>
                </a:lnTo>
                <a:lnTo>
                  <a:pt x="1619250" y="1781175"/>
                </a:lnTo>
                <a:lnTo>
                  <a:pt x="1638300" y="1781175"/>
                </a:lnTo>
                <a:lnTo>
                  <a:pt x="1638300" y="1800225"/>
                </a:lnTo>
                <a:lnTo>
                  <a:pt x="1609725" y="1800225"/>
                </a:lnTo>
                <a:close/>
                <a:moveTo>
                  <a:pt x="409575" y="1781175"/>
                </a:moveTo>
                <a:lnTo>
                  <a:pt x="419100" y="1781175"/>
                </a:lnTo>
                <a:lnTo>
                  <a:pt x="419100" y="1790700"/>
                </a:lnTo>
                <a:lnTo>
                  <a:pt x="409575" y="1790700"/>
                </a:lnTo>
                <a:close/>
                <a:moveTo>
                  <a:pt x="523875" y="1781175"/>
                </a:moveTo>
                <a:lnTo>
                  <a:pt x="542925" y="1781175"/>
                </a:lnTo>
                <a:lnTo>
                  <a:pt x="542925" y="1790700"/>
                </a:lnTo>
                <a:lnTo>
                  <a:pt x="533400" y="1790700"/>
                </a:lnTo>
                <a:lnTo>
                  <a:pt x="533400" y="1800225"/>
                </a:lnTo>
                <a:lnTo>
                  <a:pt x="542925" y="1800225"/>
                </a:lnTo>
                <a:lnTo>
                  <a:pt x="542925" y="1809750"/>
                </a:lnTo>
                <a:lnTo>
                  <a:pt x="523875" y="1809750"/>
                </a:lnTo>
                <a:close/>
                <a:moveTo>
                  <a:pt x="771525" y="1781175"/>
                </a:moveTo>
                <a:lnTo>
                  <a:pt x="790575" y="1781175"/>
                </a:lnTo>
                <a:lnTo>
                  <a:pt x="790575" y="1790700"/>
                </a:lnTo>
                <a:lnTo>
                  <a:pt x="771525" y="1790700"/>
                </a:lnTo>
                <a:close/>
                <a:moveTo>
                  <a:pt x="1390650" y="1781175"/>
                </a:moveTo>
                <a:lnTo>
                  <a:pt x="1409700" y="1781175"/>
                </a:lnTo>
                <a:lnTo>
                  <a:pt x="1409700" y="1790700"/>
                </a:lnTo>
                <a:lnTo>
                  <a:pt x="1390650" y="1790700"/>
                </a:lnTo>
                <a:close/>
                <a:moveTo>
                  <a:pt x="771525" y="1800225"/>
                </a:moveTo>
                <a:lnTo>
                  <a:pt x="781050" y="1800225"/>
                </a:lnTo>
                <a:lnTo>
                  <a:pt x="781050" y="1809750"/>
                </a:lnTo>
                <a:lnTo>
                  <a:pt x="771525" y="1809750"/>
                </a:lnTo>
                <a:close/>
                <a:moveTo>
                  <a:pt x="647700" y="1819275"/>
                </a:moveTo>
                <a:lnTo>
                  <a:pt x="657225" y="1819275"/>
                </a:lnTo>
                <a:lnTo>
                  <a:pt x="657225" y="1828800"/>
                </a:lnTo>
                <a:lnTo>
                  <a:pt x="647700" y="1828800"/>
                </a:lnTo>
                <a:close/>
                <a:moveTo>
                  <a:pt x="762000" y="1819275"/>
                </a:moveTo>
                <a:lnTo>
                  <a:pt x="781050" y="1819275"/>
                </a:lnTo>
                <a:lnTo>
                  <a:pt x="781050" y="1828800"/>
                </a:lnTo>
                <a:lnTo>
                  <a:pt x="762000" y="1828800"/>
                </a:lnTo>
                <a:close/>
                <a:moveTo>
                  <a:pt x="390525" y="1828800"/>
                </a:moveTo>
                <a:lnTo>
                  <a:pt x="409575" y="1828800"/>
                </a:lnTo>
                <a:lnTo>
                  <a:pt x="409575" y="1838325"/>
                </a:lnTo>
                <a:lnTo>
                  <a:pt x="390525" y="1838325"/>
                </a:lnTo>
                <a:close/>
                <a:moveTo>
                  <a:pt x="600075" y="1828800"/>
                </a:moveTo>
                <a:lnTo>
                  <a:pt x="638175" y="1828800"/>
                </a:lnTo>
                <a:lnTo>
                  <a:pt x="638175" y="1847850"/>
                </a:lnTo>
                <a:lnTo>
                  <a:pt x="628650" y="1847850"/>
                </a:lnTo>
                <a:lnTo>
                  <a:pt x="628650" y="1838325"/>
                </a:lnTo>
                <a:lnTo>
                  <a:pt x="609600" y="1838325"/>
                </a:lnTo>
                <a:lnTo>
                  <a:pt x="609600" y="1847850"/>
                </a:lnTo>
                <a:lnTo>
                  <a:pt x="590550" y="1847850"/>
                </a:lnTo>
                <a:lnTo>
                  <a:pt x="590550" y="1838325"/>
                </a:lnTo>
                <a:lnTo>
                  <a:pt x="600075" y="1838325"/>
                </a:lnTo>
                <a:close/>
                <a:moveTo>
                  <a:pt x="952500" y="1828800"/>
                </a:moveTo>
                <a:lnTo>
                  <a:pt x="981075" y="1828800"/>
                </a:lnTo>
                <a:lnTo>
                  <a:pt x="981075" y="1847850"/>
                </a:lnTo>
                <a:lnTo>
                  <a:pt x="952500" y="1847850"/>
                </a:lnTo>
                <a:close/>
                <a:moveTo>
                  <a:pt x="1076325" y="1828800"/>
                </a:moveTo>
                <a:lnTo>
                  <a:pt x="1095375" y="1828800"/>
                </a:lnTo>
                <a:lnTo>
                  <a:pt x="1095375" y="1838325"/>
                </a:lnTo>
                <a:lnTo>
                  <a:pt x="1085850" y="1838325"/>
                </a:lnTo>
                <a:lnTo>
                  <a:pt x="1085850" y="1847850"/>
                </a:lnTo>
                <a:lnTo>
                  <a:pt x="1076325" y="1847850"/>
                </a:lnTo>
                <a:close/>
                <a:moveTo>
                  <a:pt x="1143000" y="1828800"/>
                </a:moveTo>
                <a:lnTo>
                  <a:pt x="1162050" y="1828800"/>
                </a:lnTo>
                <a:lnTo>
                  <a:pt x="1162050" y="1847850"/>
                </a:lnTo>
                <a:lnTo>
                  <a:pt x="1143000" y="1847850"/>
                </a:lnTo>
                <a:close/>
                <a:moveTo>
                  <a:pt x="1209675" y="1828800"/>
                </a:moveTo>
                <a:lnTo>
                  <a:pt x="1257300" y="1828800"/>
                </a:lnTo>
                <a:lnTo>
                  <a:pt x="1257300" y="1847850"/>
                </a:lnTo>
                <a:lnTo>
                  <a:pt x="1209675" y="1847850"/>
                </a:lnTo>
                <a:close/>
                <a:moveTo>
                  <a:pt x="1371600" y="1828800"/>
                </a:moveTo>
                <a:lnTo>
                  <a:pt x="1419225" y="1828800"/>
                </a:lnTo>
                <a:lnTo>
                  <a:pt x="1419225" y="1847850"/>
                </a:lnTo>
                <a:lnTo>
                  <a:pt x="1371600" y="1847850"/>
                </a:lnTo>
                <a:close/>
                <a:moveTo>
                  <a:pt x="752475" y="1847850"/>
                </a:moveTo>
                <a:lnTo>
                  <a:pt x="771525" y="1847850"/>
                </a:lnTo>
                <a:lnTo>
                  <a:pt x="771525" y="1857375"/>
                </a:lnTo>
                <a:lnTo>
                  <a:pt x="752475" y="1857375"/>
                </a:lnTo>
                <a:close/>
                <a:moveTo>
                  <a:pt x="1085850" y="1847850"/>
                </a:moveTo>
                <a:lnTo>
                  <a:pt x="1114425" y="1847850"/>
                </a:lnTo>
                <a:lnTo>
                  <a:pt x="1114425" y="1857375"/>
                </a:lnTo>
                <a:lnTo>
                  <a:pt x="1085850" y="1857375"/>
                </a:lnTo>
                <a:close/>
                <a:moveTo>
                  <a:pt x="1295400" y="1847850"/>
                </a:moveTo>
                <a:lnTo>
                  <a:pt x="1314450" y="1847850"/>
                </a:lnTo>
                <a:lnTo>
                  <a:pt x="1314450" y="1857375"/>
                </a:lnTo>
                <a:lnTo>
                  <a:pt x="1295400" y="1857375"/>
                </a:lnTo>
                <a:close/>
                <a:moveTo>
                  <a:pt x="1428750" y="1847850"/>
                </a:moveTo>
                <a:lnTo>
                  <a:pt x="1466850" y="1847850"/>
                </a:lnTo>
                <a:lnTo>
                  <a:pt x="1466850" y="1857375"/>
                </a:lnTo>
                <a:lnTo>
                  <a:pt x="1428750" y="1857375"/>
                </a:lnTo>
                <a:close/>
                <a:moveTo>
                  <a:pt x="1590675" y="1847850"/>
                </a:moveTo>
                <a:lnTo>
                  <a:pt x="1609725" y="1847850"/>
                </a:lnTo>
                <a:lnTo>
                  <a:pt x="1609725" y="1857375"/>
                </a:lnTo>
                <a:lnTo>
                  <a:pt x="1590675" y="1857375"/>
                </a:lnTo>
                <a:close/>
                <a:moveTo>
                  <a:pt x="333375" y="1924050"/>
                </a:moveTo>
                <a:lnTo>
                  <a:pt x="342900" y="1924050"/>
                </a:lnTo>
                <a:lnTo>
                  <a:pt x="342900" y="1933575"/>
                </a:lnTo>
                <a:lnTo>
                  <a:pt x="333375" y="1933575"/>
                </a:lnTo>
                <a:close/>
                <a:moveTo>
                  <a:pt x="533400" y="1933575"/>
                </a:moveTo>
                <a:lnTo>
                  <a:pt x="552450" y="1933575"/>
                </a:lnTo>
                <a:lnTo>
                  <a:pt x="552450" y="1943100"/>
                </a:lnTo>
                <a:lnTo>
                  <a:pt x="533400" y="1943100"/>
                </a:lnTo>
                <a:close/>
                <a:moveTo>
                  <a:pt x="571500" y="1952625"/>
                </a:moveTo>
                <a:lnTo>
                  <a:pt x="581025" y="1952625"/>
                </a:lnTo>
                <a:lnTo>
                  <a:pt x="581025" y="1962150"/>
                </a:lnTo>
                <a:lnTo>
                  <a:pt x="571500" y="1962150"/>
                </a:lnTo>
                <a:close/>
                <a:moveTo>
                  <a:pt x="1685925" y="2057400"/>
                </a:moveTo>
                <a:lnTo>
                  <a:pt x="1714500" y="2057400"/>
                </a:lnTo>
                <a:lnTo>
                  <a:pt x="1714500" y="2143125"/>
                </a:lnTo>
                <a:lnTo>
                  <a:pt x="1704975" y="2143125"/>
                </a:lnTo>
                <a:lnTo>
                  <a:pt x="1704975" y="2105025"/>
                </a:lnTo>
                <a:lnTo>
                  <a:pt x="1695450" y="2105025"/>
                </a:lnTo>
                <a:lnTo>
                  <a:pt x="1695450" y="2114550"/>
                </a:lnTo>
                <a:lnTo>
                  <a:pt x="1676400" y="2114550"/>
                </a:lnTo>
                <a:lnTo>
                  <a:pt x="1676400" y="2105025"/>
                </a:lnTo>
                <a:lnTo>
                  <a:pt x="1685925" y="2105025"/>
                </a:lnTo>
                <a:lnTo>
                  <a:pt x="1685925" y="2095500"/>
                </a:lnTo>
                <a:lnTo>
                  <a:pt x="1676400" y="2095500"/>
                </a:lnTo>
                <a:lnTo>
                  <a:pt x="1676400" y="2085975"/>
                </a:lnTo>
                <a:lnTo>
                  <a:pt x="1685925" y="2085975"/>
                </a:lnTo>
                <a:close/>
                <a:moveTo>
                  <a:pt x="1657350" y="2085975"/>
                </a:moveTo>
                <a:lnTo>
                  <a:pt x="1666875" y="2085975"/>
                </a:lnTo>
                <a:lnTo>
                  <a:pt x="1666875" y="2095500"/>
                </a:lnTo>
                <a:lnTo>
                  <a:pt x="1657350" y="2095500"/>
                </a:lnTo>
                <a:close/>
                <a:moveTo>
                  <a:pt x="1657350" y="2114550"/>
                </a:moveTo>
                <a:lnTo>
                  <a:pt x="1676400" y="2114550"/>
                </a:lnTo>
                <a:lnTo>
                  <a:pt x="1676400" y="2162175"/>
                </a:lnTo>
                <a:lnTo>
                  <a:pt x="1657350" y="2162175"/>
                </a:lnTo>
                <a:close/>
                <a:moveTo>
                  <a:pt x="1676400" y="2171700"/>
                </a:moveTo>
                <a:lnTo>
                  <a:pt x="1685925" y="2171700"/>
                </a:lnTo>
                <a:lnTo>
                  <a:pt x="1685925" y="2181225"/>
                </a:lnTo>
                <a:lnTo>
                  <a:pt x="1695450" y="2181225"/>
                </a:lnTo>
                <a:lnTo>
                  <a:pt x="1695450" y="2190750"/>
                </a:lnTo>
                <a:lnTo>
                  <a:pt x="1685925" y="2190750"/>
                </a:lnTo>
                <a:lnTo>
                  <a:pt x="1685925" y="2209800"/>
                </a:lnTo>
                <a:lnTo>
                  <a:pt x="1666875" y="2209800"/>
                </a:lnTo>
                <a:lnTo>
                  <a:pt x="1666875" y="2200275"/>
                </a:lnTo>
                <a:lnTo>
                  <a:pt x="1676400" y="2200275"/>
                </a:lnTo>
                <a:close/>
                <a:moveTo>
                  <a:pt x="1695450" y="2190750"/>
                </a:moveTo>
                <a:lnTo>
                  <a:pt x="1704975" y="2190750"/>
                </a:lnTo>
                <a:lnTo>
                  <a:pt x="1704975" y="2200275"/>
                </a:lnTo>
                <a:lnTo>
                  <a:pt x="1695450" y="2200275"/>
                </a:lnTo>
                <a:close/>
                <a:moveTo>
                  <a:pt x="1485900" y="2219325"/>
                </a:moveTo>
                <a:lnTo>
                  <a:pt x="1514475" y="2219325"/>
                </a:lnTo>
                <a:lnTo>
                  <a:pt x="1514475" y="2247900"/>
                </a:lnTo>
                <a:lnTo>
                  <a:pt x="1485900" y="2247900"/>
                </a:lnTo>
                <a:close/>
                <a:moveTo>
                  <a:pt x="1571625" y="2219325"/>
                </a:moveTo>
                <a:lnTo>
                  <a:pt x="1581150" y="2219325"/>
                </a:lnTo>
                <a:lnTo>
                  <a:pt x="1581150" y="2247900"/>
                </a:lnTo>
                <a:lnTo>
                  <a:pt x="1571625" y="2247900"/>
                </a:lnTo>
                <a:close/>
                <a:moveTo>
                  <a:pt x="171450" y="2247900"/>
                </a:moveTo>
                <a:lnTo>
                  <a:pt x="180975" y="2247900"/>
                </a:lnTo>
                <a:lnTo>
                  <a:pt x="180975" y="2257425"/>
                </a:lnTo>
                <a:lnTo>
                  <a:pt x="171450" y="2257425"/>
                </a:lnTo>
                <a:close/>
                <a:moveTo>
                  <a:pt x="180975" y="2266950"/>
                </a:moveTo>
                <a:lnTo>
                  <a:pt x="190500" y="2266950"/>
                </a:lnTo>
                <a:lnTo>
                  <a:pt x="190500" y="2276475"/>
                </a:lnTo>
                <a:lnTo>
                  <a:pt x="180975" y="2276475"/>
                </a:lnTo>
                <a:close/>
                <a:moveTo>
                  <a:pt x="561975" y="2266950"/>
                </a:moveTo>
                <a:lnTo>
                  <a:pt x="581025" y="2266950"/>
                </a:lnTo>
                <a:lnTo>
                  <a:pt x="581025" y="2276475"/>
                </a:lnTo>
                <a:lnTo>
                  <a:pt x="561975" y="2276475"/>
                </a:lnTo>
                <a:close/>
                <a:moveTo>
                  <a:pt x="609600" y="2266950"/>
                </a:moveTo>
                <a:lnTo>
                  <a:pt x="628650" y="2266950"/>
                </a:lnTo>
                <a:lnTo>
                  <a:pt x="628650" y="2276475"/>
                </a:lnTo>
                <a:lnTo>
                  <a:pt x="609600" y="2276475"/>
                </a:lnTo>
                <a:close/>
                <a:moveTo>
                  <a:pt x="657225" y="2266950"/>
                </a:moveTo>
                <a:lnTo>
                  <a:pt x="666750" y="2266950"/>
                </a:lnTo>
                <a:lnTo>
                  <a:pt x="666750" y="2276475"/>
                </a:lnTo>
                <a:lnTo>
                  <a:pt x="657225" y="2276475"/>
                </a:lnTo>
                <a:close/>
                <a:moveTo>
                  <a:pt x="752475" y="2266950"/>
                </a:moveTo>
                <a:lnTo>
                  <a:pt x="781050" y="2266950"/>
                </a:lnTo>
                <a:lnTo>
                  <a:pt x="781050" y="2276475"/>
                </a:lnTo>
                <a:lnTo>
                  <a:pt x="752475" y="2276475"/>
                </a:lnTo>
                <a:close/>
                <a:moveTo>
                  <a:pt x="1485900" y="2266950"/>
                </a:moveTo>
                <a:lnTo>
                  <a:pt x="1495425" y="2266950"/>
                </a:lnTo>
                <a:lnTo>
                  <a:pt x="1495425" y="2286000"/>
                </a:lnTo>
                <a:lnTo>
                  <a:pt x="1514475" y="2286000"/>
                </a:lnTo>
                <a:lnTo>
                  <a:pt x="1514475" y="2295525"/>
                </a:lnTo>
                <a:lnTo>
                  <a:pt x="1504950" y="2295525"/>
                </a:lnTo>
                <a:lnTo>
                  <a:pt x="1504950" y="2305050"/>
                </a:lnTo>
                <a:lnTo>
                  <a:pt x="1514475" y="2305050"/>
                </a:lnTo>
                <a:lnTo>
                  <a:pt x="1514475" y="2314575"/>
                </a:lnTo>
                <a:lnTo>
                  <a:pt x="1504950" y="2314575"/>
                </a:lnTo>
                <a:lnTo>
                  <a:pt x="1504950" y="2324100"/>
                </a:lnTo>
                <a:lnTo>
                  <a:pt x="1495425" y="2324100"/>
                </a:lnTo>
                <a:lnTo>
                  <a:pt x="1495425" y="2333625"/>
                </a:lnTo>
                <a:lnTo>
                  <a:pt x="1476375" y="2333625"/>
                </a:lnTo>
                <a:lnTo>
                  <a:pt x="1476375" y="2295525"/>
                </a:lnTo>
                <a:lnTo>
                  <a:pt x="1466850" y="2295525"/>
                </a:lnTo>
                <a:lnTo>
                  <a:pt x="1466850" y="2286000"/>
                </a:lnTo>
                <a:lnTo>
                  <a:pt x="1485900" y="2286000"/>
                </a:lnTo>
                <a:close/>
                <a:moveTo>
                  <a:pt x="1504950" y="2266950"/>
                </a:moveTo>
                <a:lnTo>
                  <a:pt x="1514475" y="2266950"/>
                </a:lnTo>
                <a:lnTo>
                  <a:pt x="1514475" y="2276475"/>
                </a:lnTo>
                <a:lnTo>
                  <a:pt x="1504950" y="2276475"/>
                </a:lnTo>
                <a:close/>
                <a:moveTo>
                  <a:pt x="1047750" y="2276475"/>
                </a:moveTo>
                <a:lnTo>
                  <a:pt x="1057275" y="2276475"/>
                </a:lnTo>
                <a:lnTo>
                  <a:pt x="1057275" y="2286000"/>
                </a:lnTo>
                <a:lnTo>
                  <a:pt x="1047750" y="2286000"/>
                </a:lnTo>
                <a:close/>
                <a:moveTo>
                  <a:pt x="561975" y="2286000"/>
                </a:moveTo>
                <a:lnTo>
                  <a:pt x="581025" y="2286000"/>
                </a:lnTo>
                <a:lnTo>
                  <a:pt x="581025" y="2295525"/>
                </a:lnTo>
                <a:lnTo>
                  <a:pt x="561975" y="2295525"/>
                </a:lnTo>
                <a:close/>
                <a:moveTo>
                  <a:pt x="647700" y="2286000"/>
                </a:moveTo>
                <a:lnTo>
                  <a:pt x="695325" y="2286000"/>
                </a:lnTo>
                <a:lnTo>
                  <a:pt x="695325" y="2305050"/>
                </a:lnTo>
                <a:lnTo>
                  <a:pt x="666750" y="2305050"/>
                </a:lnTo>
                <a:lnTo>
                  <a:pt x="666750" y="2295525"/>
                </a:lnTo>
                <a:lnTo>
                  <a:pt x="647700" y="2295525"/>
                </a:lnTo>
                <a:close/>
                <a:moveTo>
                  <a:pt x="762000" y="2286000"/>
                </a:moveTo>
                <a:lnTo>
                  <a:pt x="781050" y="2286000"/>
                </a:lnTo>
                <a:lnTo>
                  <a:pt x="781050" y="2295525"/>
                </a:lnTo>
                <a:lnTo>
                  <a:pt x="762000" y="2295525"/>
                </a:lnTo>
                <a:close/>
                <a:moveTo>
                  <a:pt x="1447800" y="2286000"/>
                </a:moveTo>
                <a:lnTo>
                  <a:pt x="1457325" y="2286000"/>
                </a:lnTo>
                <a:lnTo>
                  <a:pt x="1457325" y="2314575"/>
                </a:lnTo>
                <a:lnTo>
                  <a:pt x="1447800" y="2314575"/>
                </a:lnTo>
                <a:lnTo>
                  <a:pt x="1447800" y="2324100"/>
                </a:lnTo>
                <a:lnTo>
                  <a:pt x="1438275" y="2324100"/>
                </a:lnTo>
                <a:lnTo>
                  <a:pt x="1438275" y="2295525"/>
                </a:lnTo>
                <a:lnTo>
                  <a:pt x="1447800" y="2295525"/>
                </a:lnTo>
                <a:close/>
                <a:moveTo>
                  <a:pt x="666750" y="2324100"/>
                </a:moveTo>
                <a:lnTo>
                  <a:pt x="695325" y="2324100"/>
                </a:lnTo>
                <a:lnTo>
                  <a:pt x="695325" y="2352675"/>
                </a:lnTo>
                <a:lnTo>
                  <a:pt x="647700" y="2352675"/>
                </a:lnTo>
                <a:lnTo>
                  <a:pt x="647700" y="2343150"/>
                </a:lnTo>
                <a:lnTo>
                  <a:pt x="657225" y="2343150"/>
                </a:lnTo>
                <a:lnTo>
                  <a:pt x="657225" y="2333625"/>
                </a:lnTo>
                <a:lnTo>
                  <a:pt x="666750" y="2333625"/>
                </a:lnTo>
                <a:close/>
                <a:moveTo>
                  <a:pt x="723900" y="2324100"/>
                </a:moveTo>
                <a:lnTo>
                  <a:pt x="733425" y="2324100"/>
                </a:lnTo>
                <a:lnTo>
                  <a:pt x="733425" y="2333625"/>
                </a:lnTo>
                <a:lnTo>
                  <a:pt x="723900" y="2333625"/>
                </a:lnTo>
                <a:close/>
                <a:moveTo>
                  <a:pt x="1304925" y="2324100"/>
                </a:moveTo>
                <a:lnTo>
                  <a:pt x="1314450" y="2324100"/>
                </a:lnTo>
                <a:lnTo>
                  <a:pt x="1314450" y="2333625"/>
                </a:lnTo>
                <a:lnTo>
                  <a:pt x="1304925" y="2333625"/>
                </a:lnTo>
                <a:close/>
                <a:moveTo>
                  <a:pt x="1400175" y="2333625"/>
                </a:moveTo>
                <a:lnTo>
                  <a:pt x="1428750" y="2333625"/>
                </a:lnTo>
                <a:lnTo>
                  <a:pt x="1428750" y="2352675"/>
                </a:lnTo>
                <a:lnTo>
                  <a:pt x="1390650" y="2352675"/>
                </a:lnTo>
                <a:lnTo>
                  <a:pt x="1390650" y="2343150"/>
                </a:lnTo>
                <a:lnTo>
                  <a:pt x="1400175" y="2343150"/>
                </a:lnTo>
                <a:close/>
                <a:moveTo>
                  <a:pt x="704850" y="2343150"/>
                </a:moveTo>
                <a:lnTo>
                  <a:pt x="714375" y="2343150"/>
                </a:lnTo>
                <a:lnTo>
                  <a:pt x="714375" y="2352675"/>
                </a:lnTo>
                <a:lnTo>
                  <a:pt x="704850" y="2352675"/>
                </a:lnTo>
                <a:close/>
                <a:moveTo>
                  <a:pt x="752475" y="2343150"/>
                </a:moveTo>
                <a:lnTo>
                  <a:pt x="762000" y="2343150"/>
                </a:lnTo>
                <a:lnTo>
                  <a:pt x="762000" y="2352675"/>
                </a:lnTo>
                <a:lnTo>
                  <a:pt x="752475" y="2352675"/>
                </a:lnTo>
                <a:close/>
                <a:moveTo>
                  <a:pt x="800100" y="2343150"/>
                </a:moveTo>
                <a:lnTo>
                  <a:pt x="809625" y="2343150"/>
                </a:lnTo>
                <a:lnTo>
                  <a:pt x="809625" y="2352675"/>
                </a:lnTo>
                <a:lnTo>
                  <a:pt x="800100" y="2352675"/>
                </a:lnTo>
                <a:close/>
                <a:moveTo>
                  <a:pt x="542925" y="2352675"/>
                </a:moveTo>
                <a:lnTo>
                  <a:pt x="581025" y="2352675"/>
                </a:lnTo>
                <a:lnTo>
                  <a:pt x="581025" y="2371725"/>
                </a:lnTo>
                <a:lnTo>
                  <a:pt x="542925" y="2371725"/>
                </a:lnTo>
                <a:close/>
                <a:moveTo>
                  <a:pt x="1381125" y="2352675"/>
                </a:moveTo>
                <a:lnTo>
                  <a:pt x="1390650" y="2352675"/>
                </a:lnTo>
                <a:lnTo>
                  <a:pt x="1390650" y="2371725"/>
                </a:lnTo>
                <a:lnTo>
                  <a:pt x="1381125" y="2371725"/>
                </a:lnTo>
                <a:close/>
                <a:moveTo>
                  <a:pt x="638175" y="2371725"/>
                </a:moveTo>
                <a:lnTo>
                  <a:pt x="647700" y="2371725"/>
                </a:lnTo>
                <a:lnTo>
                  <a:pt x="647700" y="2381250"/>
                </a:lnTo>
                <a:lnTo>
                  <a:pt x="638175" y="2381250"/>
                </a:lnTo>
                <a:close/>
                <a:moveTo>
                  <a:pt x="657225" y="2371725"/>
                </a:moveTo>
                <a:lnTo>
                  <a:pt x="666750" y="2371725"/>
                </a:lnTo>
                <a:lnTo>
                  <a:pt x="666750" y="2400300"/>
                </a:lnTo>
                <a:lnTo>
                  <a:pt x="657225" y="2400300"/>
                </a:lnTo>
                <a:close/>
                <a:moveTo>
                  <a:pt x="742950" y="2371725"/>
                </a:moveTo>
                <a:lnTo>
                  <a:pt x="771525" y="2371725"/>
                </a:lnTo>
                <a:lnTo>
                  <a:pt x="771525" y="2381250"/>
                </a:lnTo>
                <a:lnTo>
                  <a:pt x="742950" y="2381250"/>
                </a:lnTo>
                <a:close/>
                <a:moveTo>
                  <a:pt x="1419225" y="2371725"/>
                </a:moveTo>
                <a:lnTo>
                  <a:pt x="1428750" y="2371725"/>
                </a:lnTo>
                <a:lnTo>
                  <a:pt x="1428750" y="2390775"/>
                </a:lnTo>
                <a:lnTo>
                  <a:pt x="1438275" y="2390775"/>
                </a:lnTo>
                <a:lnTo>
                  <a:pt x="1438275" y="2409825"/>
                </a:lnTo>
                <a:lnTo>
                  <a:pt x="1419225" y="2409825"/>
                </a:lnTo>
                <a:close/>
                <a:moveTo>
                  <a:pt x="171450" y="2390775"/>
                </a:moveTo>
                <a:lnTo>
                  <a:pt x="180975" y="2390775"/>
                </a:lnTo>
                <a:lnTo>
                  <a:pt x="180975" y="2409825"/>
                </a:lnTo>
                <a:lnTo>
                  <a:pt x="171450" y="2409825"/>
                </a:lnTo>
                <a:close/>
                <a:moveTo>
                  <a:pt x="1666875" y="2390775"/>
                </a:moveTo>
                <a:lnTo>
                  <a:pt x="1676400" y="2390775"/>
                </a:lnTo>
                <a:lnTo>
                  <a:pt x="1676400" y="2400300"/>
                </a:lnTo>
                <a:lnTo>
                  <a:pt x="1666875" y="2400300"/>
                </a:lnTo>
                <a:close/>
                <a:moveTo>
                  <a:pt x="352425" y="2428875"/>
                </a:moveTo>
                <a:lnTo>
                  <a:pt x="371475" y="2428875"/>
                </a:lnTo>
                <a:lnTo>
                  <a:pt x="371475" y="2438400"/>
                </a:lnTo>
                <a:lnTo>
                  <a:pt x="352425" y="2438400"/>
                </a:lnTo>
                <a:close/>
                <a:moveTo>
                  <a:pt x="647700" y="2428875"/>
                </a:moveTo>
                <a:lnTo>
                  <a:pt x="657225" y="2428875"/>
                </a:lnTo>
                <a:lnTo>
                  <a:pt x="657225" y="2438400"/>
                </a:lnTo>
                <a:lnTo>
                  <a:pt x="647700" y="2438400"/>
                </a:lnTo>
                <a:close/>
                <a:moveTo>
                  <a:pt x="866775" y="2428875"/>
                </a:moveTo>
                <a:lnTo>
                  <a:pt x="876300" y="2428875"/>
                </a:lnTo>
                <a:lnTo>
                  <a:pt x="876300" y="2438400"/>
                </a:lnTo>
                <a:lnTo>
                  <a:pt x="866775" y="2438400"/>
                </a:lnTo>
                <a:close/>
                <a:moveTo>
                  <a:pt x="1152525" y="2495550"/>
                </a:moveTo>
                <a:lnTo>
                  <a:pt x="1181100" y="2495550"/>
                </a:lnTo>
                <a:lnTo>
                  <a:pt x="1181100" y="2505075"/>
                </a:lnTo>
                <a:lnTo>
                  <a:pt x="1152525" y="2505075"/>
                </a:lnTo>
                <a:close/>
                <a:moveTo>
                  <a:pt x="1209675" y="2495550"/>
                </a:moveTo>
                <a:lnTo>
                  <a:pt x="1219200" y="2495550"/>
                </a:lnTo>
                <a:lnTo>
                  <a:pt x="1219200" y="2505075"/>
                </a:lnTo>
                <a:lnTo>
                  <a:pt x="1209675" y="2505075"/>
                </a:lnTo>
                <a:close/>
                <a:moveTo>
                  <a:pt x="419100" y="2505075"/>
                </a:moveTo>
                <a:lnTo>
                  <a:pt x="428625" y="2505075"/>
                </a:lnTo>
                <a:lnTo>
                  <a:pt x="428625" y="2514600"/>
                </a:lnTo>
                <a:lnTo>
                  <a:pt x="419100" y="2514600"/>
                </a:lnTo>
                <a:close/>
                <a:moveTo>
                  <a:pt x="1285875" y="2514600"/>
                </a:moveTo>
                <a:lnTo>
                  <a:pt x="1295400" y="2514600"/>
                </a:lnTo>
                <a:lnTo>
                  <a:pt x="1295400" y="2524125"/>
                </a:lnTo>
                <a:lnTo>
                  <a:pt x="1285875" y="2524125"/>
                </a:lnTo>
                <a:close/>
                <a:moveTo>
                  <a:pt x="1495425" y="2533650"/>
                </a:moveTo>
                <a:lnTo>
                  <a:pt x="1524000" y="2533650"/>
                </a:lnTo>
                <a:lnTo>
                  <a:pt x="1524000" y="2543175"/>
                </a:lnTo>
                <a:lnTo>
                  <a:pt x="1495425" y="2543175"/>
                </a:lnTo>
                <a:close/>
                <a:moveTo>
                  <a:pt x="1552575" y="2533650"/>
                </a:moveTo>
                <a:lnTo>
                  <a:pt x="1562100" y="2533650"/>
                </a:lnTo>
                <a:lnTo>
                  <a:pt x="1562100" y="2543175"/>
                </a:lnTo>
                <a:lnTo>
                  <a:pt x="1552575" y="2543175"/>
                </a:lnTo>
                <a:close/>
                <a:moveTo>
                  <a:pt x="1666875" y="2533650"/>
                </a:moveTo>
                <a:lnTo>
                  <a:pt x="1676400" y="2533650"/>
                </a:lnTo>
                <a:lnTo>
                  <a:pt x="1676400" y="2552700"/>
                </a:lnTo>
                <a:lnTo>
                  <a:pt x="1685925" y="2552700"/>
                </a:lnTo>
                <a:lnTo>
                  <a:pt x="1685925" y="2562225"/>
                </a:lnTo>
                <a:lnTo>
                  <a:pt x="1695450" y="2562225"/>
                </a:lnTo>
                <a:lnTo>
                  <a:pt x="1695450" y="2571750"/>
                </a:lnTo>
                <a:lnTo>
                  <a:pt x="1676400" y="2571750"/>
                </a:lnTo>
                <a:lnTo>
                  <a:pt x="1676400" y="2609850"/>
                </a:lnTo>
                <a:lnTo>
                  <a:pt x="1666875" y="2609850"/>
                </a:lnTo>
                <a:close/>
                <a:moveTo>
                  <a:pt x="361950" y="2543175"/>
                </a:moveTo>
                <a:lnTo>
                  <a:pt x="371475" y="2543175"/>
                </a:lnTo>
                <a:lnTo>
                  <a:pt x="371475" y="2552700"/>
                </a:lnTo>
                <a:lnTo>
                  <a:pt x="381000" y="2552700"/>
                </a:lnTo>
                <a:lnTo>
                  <a:pt x="381000" y="2562225"/>
                </a:lnTo>
                <a:lnTo>
                  <a:pt x="361950" y="2562225"/>
                </a:lnTo>
                <a:close/>
                <a:moveTo>
                  <a:pt x="876300" y="2543175"/>
                </a:moveTo>
                <a:lnTo>
                  <a:pt x="885825" y="2543175"/>
                </a:lnTo>
                <a:lnTo>
                  <a:pt x="885825" y="2552700"/>
                </a:lnTo>
                <a:lnTo>
                  <a:pt x="876300" y="2552700"/>
                </a:lnTo>
                <a:close/>
                <a:moveTo>
                  <a:pt x="1562100" y="2552700"/>
                </a:moveTo>
                <a:lnTo>
                  <a:pt x="1571625" y="2552700"/>
                </a:lnTo>
                <a:lnTo>
                  <a:pt x="1571625" y="2562225"/>
                </a:lnTo>
                <a:lnTo>
                  <a:pt x="1562100" y="2562225"/>
                </a:lnTo>
                <a:close/>
                <a:moveTo>
                  <a:pt x="114300" y="2562225"/>
                </a:moveTo>
                <a:lnTo>
                  <a:pt x="123825" y="2562225"/>
                </a:lnTo>
                <a:lnTo>
                  <a:pt x="123825" y="2600325"/>
                </a:lnTo>
                <a:lnTo>
                  <a:pt x="114300" y="2600325"/>
                </a:lnTo>
                <a:close/>
                <a:moveTo>
                  <a:pt x="1552575" y="2562225"/>
                </a:moveTo>
                <a:lnTo>
                  <a:pt x="1562100" y="2562225"/>
                </a:lnTo>
                <a:lnTo>
                  <a:pt x="1562100" y="2571750"/>
                </a:lnTo>
                <a:lnTo>
                  <a:pt x="1552575" y="2571750"/>
                </a:lnTo>
                <a:close/>
                <a:moveTo>
                  <a:pt x="133350" y="2581275"/>
                </a:moveTo>
                <a:lnTo>
                  <a:pt x="142875" y="2581275"/>
                </a:lnTo>
                <a:lnTo>
                  <a:pt x="142875" y="2590800"/>
                </a:lnTo>
                <a:lnTo>
                  <a:pt x="133350" y="2590800"/>
                </a:lnTo>
                <a:close/>
                <a:moveTo>
                  <a:pt x="1524000" y="2581275"/>
                </a:moveTo>
                <a:lnTo>
                  <a:pt x="1533525" y="2581275"/>
                </a:lnTo>
                <a:lnTo>
                  <a:pt x="1533525" y="2590800"/>
                </a:lnTo>
                <a:lnTo>
                  <a:pt x="1524000" y="2590800"/>
                </a:lnTo>
                <a:close/>
                <a:moveTo>
                  <a:pt x="904875" y="2590800"/>
                </a:moveTo>
                <a:lnTo>
                  <a:pt x="923925" y="2590800"/>
                </a:lnTo>
                <a:lnTo>
                  <a:pt x="923925" y="2600325"/>
                </a:lnTo>
                <a:lnTo>
                  <a:pt x="904875" y="2600325"/>
                </a:lnTo>
                <a:close/>
                <a:moveTo>
                  <a:pt x="647700" y="2600325"/>
                </a:moveTo>
                <a:lnTo>
                  <a:pt x="657225" y="2600325"/>
                </a:lnTo>
                <a:lnTo>
                  <a:pt x="657225" y="2609850"/>
                </a:lnTo>
                <a:lnTo>
                  <a:pt x="647700" y="2609850"/>
                </a:lnTo>
                <a:close/>
                <a:moveTo>
                  <a:pt x="838200" y="2600325"/>
                </a:moveTo>
                <a:lnTo>
                  <a:pt x="857250" y="2600325"/>
                </a:lnTo>
                <a:lnTo>
                  <a:pt x="857250" y="2609850"/>
                </a:lnTo>
                <a:lnTo>
                  <a:pt x="866775" y="2609850"/>
                </a:lnTo>
                <a:lnTo>
                  <a:pt x="866775" y="2619375"/>
                </a:lnTo>
                <a:lnTo>
                  <a:pt x="876300" y="2619375"/>
                </a:lnTo>
                <a:lnTo>
                  <a:pt x="876300" y="2628900"/>
                </a:lnTo>
                <a:lnTo>
                  <a:pt x="781050" y="2628900"/>
                </a:lnTo>
                <a:lnTo>
                  <a:pt x="781050" y="2609850"/>
                </a:lnTo>
                <a:lnTo>
                  <a:pt x="819150" y="2609850"/>
                </a:lnTo>
                <a:lnTo>
                  <a:pt x="819150" y="2619375"/>
                </a:lnTo>
                <a:lnTo>
                  <a:pt x="828675" y="2619375"/>
                </a:lnTo>
                <a:lnTo>
                  <a:pt x="828675" y="2609850"/>
                </a:lnTo>
                <a:lnTo>
                  <a:pt x="838200" y="2609850"/>
                </a:lnTo>
                <a:close/>
                <a:moveTo>
                  <a:pt x="657225" y="2609850"/>
                </a:moveTo>
                <a:lnTo>
                  <a:pt x="666750" y="2609850"/>
                </a:lnTo>
                <a:lnTo>
                  <a:pt x="666750" y="2628900"/>
                </a:lnTo>
                <a:lnTo>
                  <a:pt x="647700" y="2628900"/>
                </a:lnTo>
                <a:lnTo>
                  <a:pt x="647700" y="2619375"/>
                </a:lnTo>
                <a:lnTo>
                  <a:pt x="657225" y="2619375"/>
                </a:lnTo>
                <a:close/>
                <a:moveTo>
                  <a:pt x="1181100" y="2609850"/>
                </a:moveTo>
                <a:lnTo>
                  <a:pt x="1190625" y="2609850"/>
                </a:lnTo>
                <a:lnTo>
                  <a:pt x="1190625" y="2619375"/>
                </a:lnTo>
                <a:lnTo>
                  <a:pt x="1181100" y="2619375"/>
                </a:lnTo>
                <a:close/>
                <a:moveTo>
                  <a:pt x="1533525" y="2609850"/>
                </a:moveTo>
                <a:lnTo>
                  <a:pt x="1543050" y="2609850"/>
                </a:lnTo>
                <a:lnTo>
                  <a:pt x="1543050" y="2619375"/>
                </a:lnTo>
                <a:lnTo>
                  <a:pt x="1533525" y="2619375"/>
                </a:lnTo>
                <a:close/>
                <a:moveTo>
                  <a:pt x="1600200" y="2609850"/>
                </a:moveTo>
                <a:lnTo>
                  <a:pt x="1609725" y="2609850"/>
                </a:lnTo>
                <a:lnTo>
                  <a:pt x="1609725" y="2619375"/>
                </a:lnTo>
                <a:lnTo>
                  <a:pt x="1600200" y="2619375"/>
                </a:lnTo>
                <a:close/>
                <a:moveTo>
                  <a:pt x="1676400" y="2609850"/>
                </a:moveTo>
                <a:lnTo>
                  <a:pt x="1685925" y="2609850"/>
                </a:lnTo>
                <a:lnTo>
                  <a:pt x="1685925" y="2628900"/>
                </a:lnTo>
                <a:lnTo>
                  <a:pt x="1676400" y="2628900"/>
                </a:lnTo>
                <a:close/>
                <a:moveTo>
                  <a:pt x="342900" y="2619375"/>
                </a:moveTo>
                <a:lnTo>
                  <a:pt x="352425" y="2619375"/>
                </a:lnTo>
                <a:lnTo>
                  <a:pt x="352425" y="2638425"/>
                </a:lnTo>
                <a:lnTo>
                  <a:pt x="342900" y="2638425"/>
                </a:lnTo>
                <a:close/>
                <a:moveTo>
                  <a:pt x="1704975" y="2628900"/>
                </a:moveTo>
                <a:lnTo>
                  <a:pt x="1714500" y="2628900"/>
                </a:lnTo>
                <a:lnTo>
                  <a:pt x="1714500" y="2638425"/>
                </a:lnTo>
                <a:lnTo>
                  <a:pt x="1704975" y="2638425"/>
                </a:lnTo>
                <a:close/>
                <a:moveTo>
                  <a:pt x="1676400" y="2667000"/>
                </a:moveTo>
                <a:lnTo>
                  <a:pt x="1695450" y="2667000"/>
                </a:lnTo>
                <a:lnTo>
                  <a:pt x="1695450" y="2705100"/>
                </a:lnTo>
                <a:lnTo>
                  <a:pt x="1676400" y="2705100"/>
                </a:lnTo>
                <a:lnTo>
                  <a:pt x="1676400" y="2686050"/>
                </a:lnTo>
                <a:lnTo>
                  <a:pt x="1657350" y="2686050"/>
                </a:lnTo>
                <a:lnTo>
                  <a:pt x="1657350" y="2676525"/>
                </a:lnTo>
                <a:lnTo>
                  <a:pt x="1676400" y="2676525"/>
                </a:lnTo>
                <a:close/>
                <a:moveTo>
                  <a:pt x="552450" y="2686050"/>
                </a:moveTo>
                <a:lnTo>
                  <a:pt x="581025" y="2686050"/>
                </a:lnTo>
                <a:lnTo>
                  <a:pt x="581025" y="2695575"/>
                </a:lnTo>
                <a:lnTo>
                  <a:pt x="552450" y="2695575"/>
                </a:lnTo>
                <a:close/>
                <a:moveTo>
                  <a:pt x="600075" y="2686050"/>
                </a:moveTo>
                <a:lnTo>
                  <a:pt x="619125" y="2686050"/>
                </a:lnTo>
                <a:lnTo>
                  <a:pt x="619125" y="2695575"/>
                </a:lnTo>
                <a:lnTo>
                  <a:pt x="600075" y="2695575"/>
                </a:lnTo>
                <a:close/>
                <a:moveTo>
                  <a:pt x="714375" y="2686050"/>
                </a:moveTo>
                <a:lnTo>
                  <a:pt x="723900" y="2686050"/>
                </a:lnTo>
                <a:lnTo>
                  <a:pt x="723900" y="2695575"/>
                </a:lnTo>
                <a:lnTo>
                  <a:pt x="714375" y="2695575"/>
                </a:lnTo>
                <a:close/>
                <a:moveTo>
                  <a:pt x="762000" y="2686050"/>
                </a:moveTo>
                <a:lnTo>
                  <a:pt x="781050" y="2686050"/>
                </a:lnTo>
                <a:lnTo>
                  <a:pt x="781050" y="2695575"/>
                </a:lnTo>
                <a:lnTo>
                  <a:pt x="762000" y="2695575"/>
                </a:lnTo>
                <a:close/>
                <a:moveTo>
                  <a:pt x="809625" y="2686050"/>
                </a:moveTo>
                <a:lnTo>
                  <a:pt x="819150" y="2686050"/>
                </a:lnTo>
                <a:lnTo>
                  <a:pt x="819150" y="2695575"/>
                </a:lnTo>
                <a:lnTo>
                  <a:pt x="809625" y="2695575"/>
                </a:lnTo>
                <a:close/>
                <a:moveTo>
                  <a:pt x="1295400" y="2686050"/>
                </a:moveTo>
                <a:lnTo>
                  <a:pt x="1333500" y="2686050"/>
                </a:lnTo>
                <a:lnTo>
                  <a:pt x="1333500" y="2695575"/>
                </a:lnTo>
                <a:lnTo>
                  <a:pt x="1295400" y="2695575"/>
                </a:lnTo>
                <a:close/>
                <a:moveTo>
                  <a:pt x="1428750" y="2686050"/>
                </a:moveTo>
                <a:lnTo>
                  <a:pt x="1447800" y="2686050"/>
                </a:lnTo>
                <a:lnTo>
                  <a:pt x="1447800" y="2695575"/>
                </a:lnTo>
                <a:lnTo>
                  <a:pt x="1428750" y="2695575"/>
                </a:lnTo>
                <a:close/>
                <a:moveTo>
                  <a:pt x="1562100" y="2686050"/>
                </a:moveTo>
                <a:lnTo>
                  <a:pt x="1571625" y="2686050"/>
                </a:lnTo>
                <a:lnTo>
                  <a:pt x="1571625" y="2695575"/>
                </a:lnTo>
                <a:lnTo>
                  <a:pt x="1562100" y="2695575"/>
                </a:lnTo>
                <a:close/>
                <a:moveTo>
                  <a:pt x="1647825" y="2686050"/>
                </a:moveTo>
                <a:lnTo>
                  <a:pt x="1657350" y="2686050"/>
                </a:lnTo>
                <a:lnTo>
                  <a:pt x="1657350" y="2695575"/>
                </a:lnTo>
                <a:lnTo>
                  <a:pt x="1666875" y="2695575"/>
                </a:lnTo>
                <a:lnTo>
                  <a:pt x="1666875" y="2705100"/>
                </a:lnTo>
                <a:lnTo>
                  <a:pt x="1638300" y="2705100"/>
                </a:lnTo>
                <a:lnTo>
                  <a:pt x="1638300" y="2695575"/>
                </a:lnTo>
                <a:lnTo>
                  <a:pt x="1647825" y="2695575"/>
                </a:lnTo>
                <a:close/>
                <a:moveTo>
                  <a:pt x="1676400" y="2686050"/>
                </a:moveTo>
                <a:lnTo>
                  <a:pt x="1685925" y="2686050"/>
                </a:lnTo>
                <a:lnTo>
                  <a:pt x="1685925" y="2676525"/>
                </a:lnTo>
                <a:lnTo>
                  <a:pt x="1676400" y="2676525"/>
                </a:lnTo>
                <a:close/>
                <a:moveTo>
                  <a:pt x="600075" y="2705100"/>
                </a:moveTo>
                <a:lnTo>
                  <a:pt x="609600" y="2705100"/>
                </a:lnTo>
                <a:lnTo>
                  <a:pt x="609600" y="2714625"/>
                </a:lnTo>
                <a:lnTo>
                  <a:pt x="600075" y="2714625"/>
                </a:lnTo>
                <a:close/>
                <a:moveTo>
                  <a:pt x="666750" y="2705100"/>
                </a:moveTo>
                <a:lnTo>
                  <a:pt x="676275" y="2705100"/>
                </a:lnTo>
                <a:lnTo>
                  <a:pt x="676275" y="2724150"/>
                </a:lnTo>
                <a:lnTo>
                  <a:pt x="666750" y="2724150"/>
                </a:lnTo>
                <a:close/>
                <a:moveTo>
                  <a:pt x="647700" y="2714625"/>
                </a:moveTo>
                <a:lnTo>
                  <a:pt x="657225" y="2714625"/>
                </a:lnTo>
                <a:lnTo>
                  <a:pt x="657225" y="2724150"/>
                </a:lnTo>
                <a:lnTo>
                  <a:pt x="647700" y="2724150"/>
                </a:lnTo>
                <a:close/>
                <a:moveTo>
                  <a:pt x="161925" y="2733675"/>
                </a:moveTo>
                <a:lnTo>
                  <a:pt x="171450" y="2733675"/>
                </a:lnTo>
                <a:lnTo>
                  <a:pt x="171450" y="2743200"/>
                </a:lnTo>
                <a:lnTo>
                  <a:pt x="161925" y="2743200"/>
                </a:lnTo>
                <a:close/>
                <a:moveTo>
                  <a:pt x="638175" y="2733675"/>
                </a:moveTo>
                <a:lnTo>
                  <a:pt x="714375" y="2733675"/>
                </a:lnTo>
                <a:lnTo>
                  <a:pt x="714375" y="2743200"/>
                </a:lnTo>
                <a:lnTo>
                  <a:pt x="704850" y="2743200"/>
                </a:lnTo>
                <a:lnTo>
                  <a:pt x="704850" y="2762250"/>
                </a:lnTo>
                <a:lnTo>
                  <a:pt x="666750" y="2762250"/>
                </a:lnTo>
                <a:lnTo>
                  <a:pt x="666750" y="2743200"/>
                </a:lnTo>
                <a:lnTo>
                  <a:pt x="638175" y="2743200"/>
                </a:lnTo>
                <a:close/>
                <a:moveTo>
                  <a:pt x="723900" y="2733675"/>
                </a:moveTo>
                <a:lnTo>
                  <a:pt x="733425" y="2733675"/>
                </a:lnTo>
                <a:lnTo>
                  <a:pt x="733425" y="2743200"/>
                </a:lnTo>
                <a:lnTo>
                  <a:pt x="723900" y="2743200"/>
                </a:lnTo>
                <a:close/>
                <a:moveTo>
                  <a:pt x="800100" y="2733675"/>
                </a:moveTo>
                <a:lnTo>
                  <a:pt x="809625" y="2733675"/>
                </a:lnTo>
                <a:lnTo>
                  <a:pt x="809625" y="2743200"/>
                </a:lnTo>
                <a:lnTo>
                  <a:pt x="838200" y="2743200"/>
                </a:lnTo>
                <a:lnTo>
                  <a:pt x="838200" y="2762250"/>
                </a:lnTo>
                <a:lnTo>
                  <a:pt x="790575" y="2762250"/>
                </a:lnTo>
                <a:lnTo>
                  <a:pt x="790575" y="2743200"/>
                </a:lnTo>
                <a:lnTo>
                  <a:pt x="800100" y="2743200"/>
                </a:lnTo>
                <a:close/>
                <a:moveTo>
                  <a:pt x="1343025" y="2733675"/>
                </a:moveTo>
                <a:lnTo>
                  <a:pt x="1352550" y="2733675"/>
                </a:lnTo>
                <a:lnTo>
                  <a:pt x="1352550" y="2743200"/>
                </a:lnTo>
                <a:lnTo>
                  <a:pt x="1362075" y="2743200"/>
                </a:lnTo>
                <a:lnTo>
                  <a:pt x="1362075" y="2733675"/>
                </a:lnTo>
                <a:lnTo>
                  <a:pt x="1371600" y="2733675"/>
                </a:lnTo>
                <a:lnTo>
                  <a:pt x="1371600" y="2743200"/>
                </a:lnTo>
                <a:lnTo>
                  <a:pt x="1400175" y="2743200"/>
                </a:lnTo>
                <a:lnTo>
                  <a:pt x="1400175" y="2733675"/>
                </a:lnTo>
                <a:lnTo>
                  <a:pt x="1419225" y="2733675"/>
                </a:lnTo>
                <a:lnTo>
                  <a:pt x="1419225" y="2771775"/>
                </a:lnTo>
                <a:lnTo>
                  <a:pt x="1390650" y="2771775"/>
                </a:lnTo>
                <a:lnTo>
                  <a:pt x="1390650" y="2762250"/>
                </a:lnTo>
                <a:lnTo>
                  <a:pt x="1343025" y="2762250"/>
                </a:lnTo>
                <a:close/>
                <a:moveTo>
                  <a:pt x="1495425" y="2733675"/>
                </a:moveTo>
                <a:lnTo>
                  <a:pt x="1504950" y="2733675"/>
                </a:lnTo>
                <a:lnTo>
                  <a:pt x="1504950" y="2743200"/>
                </a:lnTo>
                <a:lnTo>
                  <a:pt x="1514475" y="2743200"/>
                </a:lnTo>
                <a:lnTo>
                  <a:pt x="1514475" y="2762250"/>
                </a:lnTo>
                <a:lnTo>
                  <a:pt x="1533525" y="2762250"/>
                </a:lnTo>
                <a:lnTo>
                  <a:pt x="1533525" y="2743200"/>
                </a:lnTo>
                <a:lnTo>
                  <a:pt x="1543050" y="2743200"/>
                </a:lnTo>
                <a:lnTo>
                  <a:pt x="1543050" y="2752725"/>
                </a:lnTo>
                <a:lnTo>
                  <a:pt x="1552575" y="2752725"/>
                </a:lnTo>
                <a:lnTo>
                  <a:pt x="1552575" y="2762250"/>
                </a:lnTo>
                <a:lnTo>
                  <a:pt x="1543050" y="2762250"/>
                </a:lnTo>
                <a:lnTo>
                  <a:pt x="1543050" y="2771775"/>
                </a:lnTo>
                <a:lnTo>
                  <a:pt x="1514475" y="2771775"/>
                </a:lnTo>
                <a:lnTo>
                  <a:pt x="1514475" y="2781300"/>
                </a:lnTo>
                <a:lnTo>
                  <a:pt x="1504950" y="2781300"/>
                </a:lnTo>
                <a:lnTo>
                  <a:pt x="1504950" y="2771775"/>
                </a:lnTo>
                <a:lnTo>
                  <a:pt x="1495425" y="2771775"/>
                </a:lnTo>
                <a:lnTo>
                  <a:pt x="1495425" y="2790825"/>
                </a:lnTo>
                <a:lnTo>
                  <a:pt x="1485900" y="2790825"/>
                </a:lnTo>
                <a:lnTo>
                  <a:pt x="1485900" y="2781300"/>
                </a:lnTo>
                <a:lnTo>
                  <a:pt x="1466850" y="2781300"/>
                </a:lnTo>
                <a:lnTo>
                  <a:pt x="1466850" y="2752725"/>
                </a:lnTo>
                <a:lnTo>
                  <a:pt x="1476375" y="2752725"/>
                </a:lnTo>
                <a:lnTo>
                  <a:pt x="1476375" y="2743200"/>
                </a:lnTo>
                <a:lnTo>
                  <a:pt x="1495425" y="2743200"/>
                </a:lnTo>
                <a:close/>
                <a:moveTo>
                  <a:pt x="171450" y="2743200"/>
                </a:moveTo>
                <a:lnTo>
                  <a:pt x="190500" y="2743200"/>
                </a:lnTo>
                <a:lnTo>
                  <a:pt x="190500" y="2752725"/>
                </a:lnTo>
                <a:lnTo>
                  <a:pt x="171450" y="2752725"/>
                </a:lnTo>
                <a:close/>
                <a:moveTo>
                  <a:pt x="257175" y="2743200"/>
                </a:moveTo>
                <a:lnTo>
                  <a:pt x="304800" y="2743200"/>
                </a:lnTo>
                <a:lnTo>
                  <a:pt x="304800" y="2762250"/>
                </a:lnTo>
                <a:lnTo>
                  <a:pt x="257175" y="2762250"/>
                </a:lnTo>
                <a:close/>
                <a:moveTo>
                  <a:pt x="466725" y="2743200"/>
                </a:moveTo>
                <a:lnTo>
                  <a:pt x="542925" y="2743200"/>
                </a:lnTo>
                <a:lnTo>
                  <a:pt x="542925" y="2762250"/>
                </a:lnTo>
                <a:lnTo>
                  <a:pt x="552450" y="2762250"/>
                </a:lnTo>
                <a:lnTo>
                  <a:pt x="552450" y="2771775"/>
                </a:lnTo>
                <a:lnTo>
                  <a:pt x="495300" y="2771775"/>
                </a:lnTo>
                <a:lnTo>
                  <a:pt x="495300" y="2762250"/>
                </a:lnTo>
                <a:lnTo>
                  <a:pt x="466725" y="2762250"/>
                </a:lnTo>
                <a:close/>
                <a:moveTo>
                  <a:pt x="571500" y="2743200"/>
                </a:moveTo>
                <a:lnTo>
                  <a:pt x="581025" y="2743200"/>
                </a:lnTo>
                <a:lnTo>
                  <a:pt x="581025" y="2762250"/>
                </a:lnTo>
                <a:lnTo>
                  <a:pt x="609600" y="2762250"/>
                </a:lnTo>
                <a:lnTo>
                  <a:pt x="609600" y="2743200"/>
                </a:lnTo>
                <a:lnTo>
                  <a:pt x="638175" y="2743200"/>
                </a:lnTo>
                <a:lnTo>
                  <a:pt x="638175" y="2762250"/>
                </a:lnTo>
                <a:lnTo>
                  <a:pt x="628650" y="2762250"/>
                </a:lnTo>
                <a:lnTo>
                  <a:pt x="628650" y="2771775"/>
                </a:lnTo>
                <a:lnTo>
                  <a:pt x="561975" y="2771775"/>
                </a:lnTo>
                <a:lnTo>
                  <a:pt x="561975" y="2762250"/>
                </a:lnTo>
                <a:lnTo>
                  <a:pt x="571500" y="2762250"/>
                </a:lnTo>
                <a:close/>
                <a:moveTo>
                  <a:pt x="857250" y="2743200"/>
                </a:moveTo>
                <a:lnTo>
                  <a:pt x="933450" y="2743200"/>
                </a:lnTo>
                <a:lnTo>
                  <a:pt x="933450" y="2762250"/>
                </a:lnTo>
                <a:lnTo>
                  <a:pt x="857250" y="2762250"/>
                </a:lnTo>
                <a:close/>
                <a:moveTo>
                  <a:pt x="952500" y="2743200"/>
                </a:moveTo>
                <a:lnTo>
                  <a:pt x="971550" y="2743200"/>
                </a:lnTo>
                <a:lnTo>
                  <a:pt x="971550" y="2762250"/>
                </a:lnTo>
                <a:lnTo>
                  <a:pt x="952500" y="2762250"/>
                </a:lnTo>
                <a:close/>
                <a:moveTo>
                  <a:pt x="1000125" y="2743200"/>
                </a:moveTo>
                <a:lnTo>
                  <a:pt x="1104900" y="2743200"/>
                </a:lnTo>
                <a:lnTo>
                  <a:pt x="1104900" y="2762250"/>
                </a:lnTo>
                <a:lnTo>
                  <a:pt x="1000125" y="2762250"/>
                </a:lnTo>
                <a:close/>
                <a:moveTo>
                  <a:pt x="1123950" y="2743200"/>
                </a:moveTo>
                <a:lnTo>
                  <a:pt x="1295400" y="2743200"/>
                </a:lnTo>
                <a:lnTo>
                  <a:pt x="1295400" y="2752725"/>
                </a:lnTo>
                <a:lnTo>
                  <a:pt x="1323975" y="2752725"/>
                </a:lnTo>
                <a:lnTo>
                  <a:pt x="1323975" y="2762250"/>
                </a:lnTo>
                <a:lnTo>
                  <a:pt x="1123950" y="2762250"/>
                </a:lnTo>
                <a:close/>
                <a:moveTo>
                  <a:pt x="1571625" y="2743200"/>
                </a:moveTo>
                <a:lnTo>
                  <a:pt x="1581150" y="2743200"/>
                </a:lnTo>
                <a:lnTo>
                  <a:pt x="1581150" y="2762250"/>
                </a:lnTo>
                <a:lnTo>
                  <a:pt x="1571625" y="2762250"/>
                </a:lnTo>
                <a:close/>
                <a:moveTo>
                  <a:pt x="1600200" y="2743200"/>
                </a:moveTo>
                <a:lnTo>
                  <a:pt x="1609725" y="2743200"/>
                </a:lnTo>
                <a:lnTo>
                  <a:pt x="1609725" y="2752725"/>
                </a:lnTo>
                <a:lnTo>
                  <a:pt x="1619250" y="2752725"/>
                </a:lnTo>
                <a:lnTo>
                  <a:pt x="1619250" y="2762250"/>
                </a:lnTo>
                <a:lnTo>
                  <a:pt x="1600200" y="2762250"/>
                </a:lnTo>
                <a:close/>
                <a:moveTo>
                  <a:pt x="161925" y="2762250"/>
                </a:moveTo>
                <a:lnTo>
                  <a:pt x="171450" y="2762250"/>
                </a:lnTo>
                <a:lnTo>
                  <a:pt x="171450" y="2771775"/>
                </a:lnTo>
                <a:lnTo>
                  <a:pt x="161925" y="2771775"/>
                </a:lnTo>
                <a:close/>
                <a:moveTo>
                  <a:pt x="1466850" y="2790825"/>
                </a:moveTo>
                <a:lnTo>
                  <a:pt x="1485900" y="2790825"/>
                </a:lnTo>
                <a:lnTo>
                  <a:pt x="1485900" y="2800350"/>
                </a:lnTo>
                <a:lnTo>
                  <a:pt x="1466850" y="2800350"/>
                </a:lnTo>
                <a:close/>
                <a:moveTo>
                  <a:pt x="542925" y="2800350"/>
                </a:moveTo>
                <a:lnTo>
                  <a:pt x="561975" y="2800350"/>
                </a:lnTo>
                <a:lnTo>
                  <a:pt x="561975" y="2809875"/>
                </a:lnTo>
                <a:lnTo>
                  <a:pt x="542925" y="2809875"/>
                </a:lnTo>
                <a:close/>
                <a:moveTo>
                  <a:pt x="561975" y="2809875"/>
                </a:moveTo>
                <a:lnTo>
                  <a:pt x="571500" y="2809875"/>
                </a:lnTo>
                <a:lnTo>
                  <a:pt x="571500" y="2819400"/>
                </a:lnTo>
                <a:lnTo>
                  <a:pt x="561975" y="2819400"/>
                </a:lnTo>
                <a:close/>
                <a:moveTo>
                  <a:pt x="371475" y="2819400"/>
                </a:moveTo>
                <a:lnTo>
                  <a:pt x="409575" y="2819400"/>
                </a:lnTo>
                <a:lnTo>
                  <a:pt x="409575" y="2828925"/>
                </a:lnTo>
                <a:lnTo>
                  <a:pt x="371475" y="2828925"/>
                </a:lnTo>
                <a:close/>
                <a:moveTo>
                  <a:pt x="1209675" y="2857500"/>
                </a:moveTo>
                <a:lnTo>
                  <a:pt x="1219200" y="2857500"/>
                </a:lnTo>
                <a:lnTo>
                  <a:pt x="1219200" y="2867025"/>
                </a:lnTo>
                <a:lnTo>
                  <a:pt x="1228725" y="2867025"/>
                </a:lnTo>
                <a:lnTo>
                  <a:pt x="1228725" y="2876550"/>
                </a:lnTo>
                <a:lnTo>
                  <a:pt x="1190625" y="2876550"/>
                </a:lnTo>
                <a:lnTo>
                  <a:pt x="1190625" y="2867025"/>
                </a:lnTo>
                <a:lnTo>
                  <a:pt x="1209675" y="2867025"/>
                </a:lnTo>
                <a:close/>
                <a:moveTo>
                  <a:pt x="285750" y="2867025"/>
                </a:moveTo>
                <a:lnTo>
                  <a:pt x="304800" y="2867025"/>
                </a:lnTo>
                <a:lnTo>
                  <a:pt x="304800" y="2876550"/>
                </a:lnTo>
                <a:lnTo>
                  <a:pt x="323850" y="2876550"/>
                </a:lnTo>
                <a:lnTo>
                  <a:pt x="323850" y="2895600"/>
                </a:lnTo>
                <a:lnTo>
                  <a:pt x="285750" y="2895600"/>
                </a:lnTo>
                <a:lnTo>
                  <a:pt x="285750" y="2914650"/>
                </a:lnTo>
                <a:lnTo>
                  <a:pt x="238125" y="2914650"/>
                </a:lnTo>
                <a:lnTo>
                  <a:pt x="238125" y="2905125"/>
                </a:lnTo>
                <a:lnTo>
                  <a:pt x="247650" y="2905125"/>
                </a:lnTo>
                <a:lnTo>
                  <a:pt x="247650" y="2886075"/>
                </a:lnTo>
                <a:lnTo>
                  <a:pt x="238125" y="2886075"/>
                </a:lnTo>
                <a:lnTo>
                  <a:pt x="238125" y="2876550"/>
                </a:lnTo>
                <a:lnTo>
                  <a:pt x="285750" y="2876550"/>
                </a:lnTo>
                <a:close/>
                <a:moveTo>
                  <a:pt x="819150" y="2867025"/>
                </a:moveTo>
                <a:lnTo>
                  <a:pt x="828675" y="2867025"/>
                </a:lnTo>
                <a:lnTo>
                  <a:pt x="828675" y="2876550"/>
                </a:lnTo>
                <a:lnTo>
                  <a:pt x="819150" y="2876550"/>
                </a:lnTo>
                <a:close/>
                <a:moveTo>
                  <a:pt x="561975" y="2876550"/>
                </a:moveTo>
                <a:lnTo>
                  <a:pt x="571500" y="2876550"/>
                </a:lnTo>
                <a:lnTo>
                  <a:pt x="571500" y="2886075"/>
                </a:lnTo>
                <a:lnTo>
                  <a:pt x="561975" y="2886075"/>
                </a:lnTo>
                <a:close/>
                <a:moveTo>
                  <a:pt x="1295400" y="2876550"/>
                </a:moveTo>
                <a:lnTo>
                  <a:pt x="1323975" y="2876550"/>
                </a:lnTo>
                <a:lnTo>
                  <a:pt x="1323975" y="2886075"/>
                </a:lnTo>
                <a:lnTo>
                  <a:pt x="1314450" y="2886075"/>
                </a:lnTo>
                <a:lnTo>
                  <a:pt x="1314450" y="2895600"/>
                </a:lnTo>
                <a:lnTo>
                  <a:pt x="1295400" y="2895600"/>
                </a:lnTo>
                <a:close/>
                <a:moveTo>
                  <a:pt x="447675" y="2886075"/>
                </a:moveTo>
                <a:lnTo>
                  <a:pt x="466725" y="2886075"/>
                </a:lnTo>
                <a:lnTo>
                  <a:pt x="466725" y="2895600"/>
                </a:lnTo>
                <a:lnTo>
                  <a:pt x="457200" y="2895600"/>
                </a:lnTo>
                <a:lnTo>
                  <a:pt x="457200" y="2905125"/>
                </a:lnTo>
                <a:lnTo>
                  <a:pt x="447675" y="2905125"/>
                </a:lnTo>
                <a:close/>
                <a:moveTo>
                  <a:pt x="495300" y="2886075"/>
                </a:moveTo>
                <a:lnTo>
                  <a:pt x="504825" y="2886075"/>
                </a:lnTo>
                <a:lnTo>
                  <a:pt x="504825" y="2895600"/>
                </a:lnTo>
                <a:lnTo>
                  <a:pt x="495300" y="2895600"/>
                </a:lnTo>
                <a:close/>
                <a:moveTo>
                  <a:pt x="971550" y="2886075"/>
                </a:moveTo>
                <a:lnTo>
                  <a:pt x="981075" y="2886075"/>
                </a:lnTo>
                <a:lnTo>
                  <a:pt x="981075" y="2895600"/>
                </a:lnTo>
                <a:lnTo>
                  <a:pt x="971550" y="2895600"/>
                </a:lnTo>
                <a:close/>
                <a:moveTo>
                  <a:pt x="266700" y="2895600"/>
                </a:moveTo>
                <a:lnTo>
                  <a:pt x="276225" y="2895600"/>
                </a:lnTo>
                <a:lnTo>
                  <a:pt x="276225" y="2886075"/>
                </a:lnTo>
                <a:lnTo>
                  <a:pt x="266700" y="2886075"/>
                </a:lnTo>
                <a:close/>
                <a:moveTo>
                  <a:pt x="1533525" y="2905125"/>
                </a:moveTo>
                <a:lnTo>
                  <a:pt x="1552575" y="2905125"/>
                </a:lnTo>
                <a:lnTo>
                  <a:pt x="1552575" y="2914650"/>
                </a:lnTo>
                <a:lnTo>
                  <a:pt x="1533525" y="2914650"/>
                </a:lnTo>
                <a:close/>
                <a:moveTo>
                  <a:pt x="361950" y="2914650"/>
                </a:moveTo>
                <a:lnTo>
                  <a:pt x="371475" y="2914650"/>
                </a:lnTo>
                <a:lnTo>
                  <a:pt x="371475" y="2924175"/>
                </a:lnTo>
                <a:lnTo>
                  <a:pt x="361950" y="2924175"/>
                </a:lnTo>
                <a:close/>
                <a:moveTo>
                  <a:pt x="381000" y="2914650"/>
                </a:moveTo>
                <a:lnTo>
                  <a:pt x="390525" y="2914650"/>
                </a:lnTo>
                <a:lnTo>
                  <a:pt x="390525" y="2924175"/>
                </a:lnTo>
                <a:lnTo>
                  <a:pt x="381000" y="2924175"/>
                </a:lnTo>
                <a:close/>
                <a:moveTo>
                  <a:pt x="542925" y="2914650"/>
                </a:moveTo>
                <a:lnTo>
                  <a:pt x="561975" y="2914650"/>
                </a:lnTo>
                <a:lnTo>
                  <a:pt x="561975" y="2924175"/>
                </a:lnTo>
                <a:lnTo>
                  <a:pt x="542925" y="2924175"/>
                </a:lnTo>
                <a:close/>
                <a:moveTo>
                  <a:pt x="533400" y="2924175"/>
                </a:moveTo>
                <a:lnTo>
                  <a:pt x="542925" y="2924175"/>
                </a:lnTo>
                <a:lnTo>
                  <a:pt x="542925" y="2933700"/>
                </a:lnTo>
                <a:lnTo>
                  <a:pt x="533400" y="2933700"/>
                </a:lnTo>
                <a:close/>
                <a:moveTo>
                  <a:pt x="561975" y="2924175"/>
                </a:moveTo>
                <a:lnTo>
                  <a:pt x="571500" y="2924175"/>
                </a:lnTo>
                <a:lnTo>
                  <a:pt x="571500" y="2943225"/>
                </a:lnTo>
                <a:lnTo>
                  <a:pt x="561975" y="2943225"/>
                </a:lnTo>
                <a:close/>
                <a:moveTo>
                  <a:pt x="542925" y="2943225"/>
                </a:moveTo>
                <a:lnTo>
                  <a:pt x="561975" y="2943225"/>
                </a:lnTo>
                <a:lnTo>
                  <a:pt x="561975" y="2952750"/>
                </a:lnTo>
                <a:lnTo>
                  <a:pt x="542925" y="2952750"/>
                </a:lnTo>
                <a:close/>
                <a:moveTo>
                  <a:pt x="371475" y="2952750"/>
                </a:moveTo>
                <a:lnTo>
                  <a:pt x="400050" y="2952750"/>
                </a:lnTo>
                <a:lnTo>
                  <a:pt x="400050" y="2971800"/>
                </a:lnTo>
                <a:lnTo>
                  <a:pt x="390525" y="2971800"/>
                </a:lnTo>
                <a:lnTo>
                  <a:pt x="390525" y="2962275"/>
                </a:lnTo>
                <a:lnTo>
                  <a:pt x="371475" y="2962275"/>
                </a:lnTo>
                <a:close/>
                <a:moveTo>
                  <a:pt x="409575" y="2952750"/>
                </a:moveTo>
                <a:lnTo>
                  <a:pt x="428625" y="2952750"/>
                </a:lnTo>
                <a:lnTo>
                  <a:pt x="428625" y="2962275"/>
                </a:lnTo>
                <a:lnTo>
                  <a:pt x="409575" y="2962275"/>
                </a:lnTo>
                <a:close/>
                <a:moveTo>
                  <a:pt x="304800" y="2962275"/>
                </a:moveTo>
                <a:lnTo>
                  <a:pt x="333375" y="2962275"/>
                </a:lnTo>
                <a:lnTo>
                  <a:pt x="333375" y="2971800"/>
                </a:lnTo>
                <a:lnTo>
                  <a:pt x="304800" y="2971800"/>
                </a:lnTo>
                <a:close/>
                <a:moveTo>
                  <a:pt x="342900" y="2962275"/>
                </a:moveTo>
                <a:lnTo>
                  <a:pt x="352425" y="2962275"/>
                </a:lnTo>
                <a:lnTo>
                  <a:pt x="352425" y="2981325"/>
                </a:lnTo>
                <a:lnTo>
                  <a:pt x="361950" y="2981325"/>
                </a:lnTo>
                <a:lnTo>
                  <a:pt x="361950" y="3000375"/>
                </a:lnTo>
                <a:lnTo>
                  <a:pt x="352425" y="3000375"/>
                </a:lnTo>
                <a:lnTo>
                  <a:pt x="352425" y="3019425"/>
                </a:lnTo>
                <a:lnTo>
                  <a:pt x="333375" y="3019425"/>
                </a:lnTo>
                <a:lnTo>
                  <a:pt x="333375" y="3000375"/>
                </a:lnTo>
                <a:lnTo>
                  <a:pt x="314325" y="3000375"/>
                </a:lnTo>
                <a:lnTo>
                  <a:pt x="314325" y="2990850"/>
                </a:lnTo>
                <a:lnTo>
                  <a:pt x="295275" y="2990850"/>
                </a:lnTo>
                <a:lnTo>
                  <a:pt x="295275" y="2981325"/>
                </a:lnTo>
                <a:lnTo>
                  <a:pt x="342900" y="2981325"/>
                </a:lnTo>
                <a:close/>
                <a:moveTo>
                  <a:pt x="962025" y="2971800"/>
                </a:moveTo>
                <a:lnTo>
                  <a:pt x="971550" y="2971800"/>
                </a:lnTo>
                <a:lnTo>
                  <a:pt x="971550" y="2981325"/>
                </a:lnTo>
                <a:lnTo>
                  <a:pt x="962025" y="2981325"/>
                </a:lnTo>
                <a:close/>
                <a:moveTo>
                  <a:pt x="1381125" y="2971800"/>
                </a:moveTo>
                <a:lnTo>
                  <a:pt x="1390650" y="2971800"/>
                </a:lnTo>
                <a:lnTo>
                  <a:pt x="1390650" y="2990850"/>
                </a:lnTo>
                <a:lnTo>
                  <a:pt x="1381125" y="2990850"/>
                </a:lnTo>
                <a:close/>
                <a:moveTo>
                  <a:pt x="114300" y="2981325"/>
                </a:moveTo>
                <a:lnTo>
                  <a:pt x="123825" y="2981325"/>
                </a:lnTo>
                <a:lnTo>
                  <a:pt x="123825" y="3038475"/>
                </a:lnTo>
                <a:lnTo>
                  <a:pt x="114300" y="3038475"/>
                </a:lnTo>
                <a:close/>
                <a:moveTo>
                  <a:pt x="133350" y="2981325"/>
                </a:moveTo>
                <a:lnTo>
                  <a:pt x="142875" y="2981325"/>
                </a:lnTo>
                <a:lnTo>
                  <a:pt x="142875" y="3028950"/>
                </a:lnTo>
                <a:lnTo>
                  <a:pt x="133350" y="3028950"/>
                </a:lnTo>
                <a:close/>
                <a:moveTo>
                  <a:pt x="381000" y="2981325"/>
                </a:moveTo>
                <a:lnTo>
                  <a:pt x="390525" y="2981325"/>
                </a:lnTo>
                <a:lnTo>
                  <a:pt x="390525" y="2990850"/>
                </a:lnTo>
                <a:lnTo>
                  <a:pt x="381000" y="2990850"/>
                </a:lnTo>
                <a:close/>
                <a:moveTo>
                  <a:pt x="800100" y="2981325"/>
                </a:moveTo>
                <a:lnTo>
                  <a:pt x="809625" y="2981325"/>
                </a:lnTo>
                <a:lnTo>
                  <a:pt x="809625" y="2990850"/>
                </a:lnTo>
                <a:lnTo>
                  <a:pt x="800100" y="2990850"/>
                </a:lnTo>
                <a:close/>
                <a:moveTo>
                  <a:pt x="866775" y="2981325"/>
                </a:moveTo>
                <a:lnTo>
                  <a:pt x="876300" y="2981325"/>
                </a:lnTo>
                <a:lnTo>
                  <a:pt x="876300" y="2990850"/>
                </a:lnTo>
                <a:lnTo>
                  <a:pt x="866775" y="2990850"/>
                </a:lnTo>
                <a:close/>
                <a:moveTo>
                  <a:pt x="914400" y="2981325"/>
                </a:moveTo>
                <a:lnTo>
                  <a:pt x="962025" y="2981325"/>
                </a:lnTo>
                <a:lnTo>
                  <a:pt x="962025" y="2990850"/>
                </a:lnTo>
                <a:lnTo>
                  <a:pt x="990600" y="2990850"/>
                </a:lnTo>
                <a:lnTo>
                  <a:pt x="990600" y="2981325"/>
                </a:lnTo>
                <a:lnTo>
                  <a:pt x="1009650" y="2981325"/>
                </a:lnTo>
                <a:lnTo>
                  <a:pt x="1009650" y="2990850"/>
                </a:lnTo>
                <a:lnTo>
                  <a:pt x="1028700" y="2990850"/>
                </a:lnTo>
                <a:lnTo>
                  <a:pt x="1028700" y="2981325"/>
                </a:lnTo>
                <a:lnTo>
                  <a:pt x="1038225" y="2981325"/>
                </a:lnTo>
                <a:lnTo>
                  <a:pt x="1038225" y="2990850"/>
                </a:lnTo>
                <a:lnTo>
                  <a:pt x="1066800" y="2990850"/>
                </a:lnTo>
                <a:lnTo>
                  <a:pt x="1066800" y="3000375"/>
                </a:lnTo>
                <a:lnTo>
                  <a:pt x="1095375" y="3000375"/>
                </a:lnTo>
                <a:lnTo>
                  <a:pt x="1095375" y="2990850"/>
                </a:lnTo>
                <a:lnTo>
                  <a:pt x="1123950" y="2990850"/>
                </a:lnTo>
                <a:lnTo>
                  <a:pt x="1123950" y="3000375"/>
                </a:lnTo>
                <a:lnTo>
                  <a:pt x="1114425" y="3000375"/>
                </a:lnTo>
                <a:lnTo>
                  <a:pt x="1114425" y="3019425"/>
                </a:lnTo>
                <a:lnTo>
                  <a:pt x="1104900" y="3019425"/>
                </a:lnTo>
                <a:lnTo>
                  <a:pt x="1104900" y="3000375"/>
                </a:lnTo>
                <a:lnTo>
                  <a:pt x="1095375" y="3000375"/>
                </a:lnTo>
                <a:lnTo>
                  <a:pt x="1095375" y="3019425"/>
                </a:lnTo>
                <a:lnTo>
                  <a:pt x="1019175" y="3019425"/>
                </a:lnTo>
                <a:lnTo>
                  <a:pt x="1019175" y="3028950"/>
                </a:lnTo>
                <a:lnTo>
                  <a:pt x="1000125" y="3028950"/>
                </a:lnTo>
                <a:lnTo>
                  <a:pt x="1000125" y="3019425"/>
                </a:lnTo>
                <a:lnTo>
                  <a:pt x="981075" y="3019425"/>
                </a:lnTo>
                <a:lnTo>
                  <a:pt x="981075" y="3000375"/>
                </a:lnTo>
                <a:lnTo>
                  <a:pt x="962025" y="3000375"/>
                </a:lnTo>
                <a:lnTo>
                  <a:pt x="962025" y="3009900"/>
                </a:lnTo>
                <a:lnTo>
                  <a:pt x="971550" y="3009900"/>
                </a:lnTo>
                <a:lnTo>
                  <a:pt x="971550" y="3019425"/>
                </a:lnTo>
                <a:lnTo>
                  <a:pt x="942975" y="3019425"/>
                </a:lnTo>
                <a:lnTo>
                  <a:pt x="942975" y="3028950"/>
                </a:lnTo>
                <a:lnTo>
                  <a:pt x="923925" y="3028950"/>
                </a:lnTo>
                <a:lnTo>
                  <a:pt x="923925" y="3009900"/>
                </a:lnTo>
                <a:lnTo>
                  <a:pt x="942975" y="3009900"/>
                </a:lnTo>
                <a:lnTo>
                  <a:pt x="942975" y="3000375"/>
                </a:lnTo>
                <a:lnTo>
                  <a:pt x="933450" y="3000375"/>
                </a:lnTo>
                <a:lnTo>
                  <a:pt x="933450" y="2990850"/>
                </a:lnTo>
                <a:lnTo>
                  <a:pt x="923925" y="2990850"/>
                </a:lnTo>
                <a:lnTo>
                  <a:pt x="923925" y="3000375"/>
                </a:lnTo>
                <a:lnTo>
                  <a:pt x="914400" y="3000375"/>
                </a:lnTo>
                <a:lnTo>
                  <a:pt x="914400" y="3019425"/>
                </a:lnTo>
                <a:lnTo>
                  <a:pt x="885825" y="3019425"/>
                </a:lnTo>
                <a:lnTo>
                  <a:pt x="885825" y="3028950"/>
                </a:lnTo>
                <a:lnTo>
                  <a:pt x="866775" y="3028950"/>
                </a:lnTo>
                <a:lnTo>
                  <a:pt x="866775" y="3009900"/>
                </a:lnTo>
                <a:lnTo>
                  <a:pt x="885825" y="3009900"/>
                </a:lnTo>
                <a:lnTo>
                  <a:pt x="885825" y="2990850"/>
                </a:lnTo>
                <a:lnTo>
                  <a:pt x="895350" y="2990850"/>
                </a:lnTo>
                <a:lnTo>
                  <a:pt x="895350" y="3000375"/>
                </a:lnTo>
                <a:lnTo>
                  <a:pt x="904875" y="3000375"/>
                </a:lnTo>
                <a:lnTo>
                  <a:pt x="904875" y="2990850"/>
                </a:lnTo>
                <a:lnTo>
                  <a:pt x="914400" y="2990850"/>
                </a:lnTo>
                <a:close/>
                <a:moveTo>
                  <a:pt x="161925" y="2990850"/>
                </a:moveTo>
                <a:lnTo>
                  <a:pt x="171450" y="2990850"/>
                </a:lnTo>
                <a:lnTo>
                  <a:pt x="171450" y="3000375"/>
                </a:lnTo>
                <a:lnTo>
                  <a:pt x="180975" y="3000375"/>
                </a:lnTo>
                <a:lnTo>
                  <a:pt x="180975" y="3019425"/>
                </a:lnTo>
                <a:lnTo>
                  <a:pt x="171450" y="3019425"/>
                </a:lnTo>
                <a:lnTo>
                  <a:pt x="171450" y="3028950"/>
                </a:lnTo>
                <a:lnTo>
                  <a:pt x="161925" y="3028950"/>
                </a:lnTo>
                <a:close/>
                <a:moveTo>
                  <a:pt x="190500" y="2990850"/>
                </a:moveTo>
                <a:lnTo>
                  <a:pt x="295275" y="2990850"/>
                </a:lnTo>
                <a:lnTo>
                  <a:pt x="295275" y="3000375"/>
                </a:lnTo>
                <a:lnTo>
                  <a:pt x="190500" y="3000375"/>
                </a:lnTo>
                <a:close/>
                <a:moveTo>
                  <a:pt x="447675" y="2990850"/>
                </a:moveTo>
                <a:lnTo>
                  <a:pt x="466725" y="2990850"/>
                </a:lnTo>
                <a:lnTo>
                  <a:pt x="466725" y="3009900"/>
                </a:lnTo>
                <a:lnTo>
                  <a:pt x="457200" y="3009900"/>
                </a:lnTo>
                <a:lnTo>
                  <a:pt x="457200" y="3000375"/>
                </a:lnTo>
                <a:lnTo>
                  <a:pt x="447675" y="3000375"/>
                </a:lnTo>
                <a:close/>
                <a:moveTo>
                  <a:pt x="790575" y="2990850"/>
                </a:moveTo>
                <a:lnTo>
                  <a:pt x="800100" y="2990850"/>
                </a:lnTo>
                <a:lnTo>
                  <a:pt x="800100" y="3000375"/>
                </a:lnTo>
                <a:lnTo>
                  <a:pt x="790575" y="3000375"/>
                </a:lnTo>
                <a:close/>
                <a:moveTo>
                  <a:pt x="809625" y="2990850"/>
                </a:moveTo>
                <a:lnTo>
                  <a:pt x="819150" y="2990850"/>
                </a:lnTo>
                <a:lnTo>
                  <a:pt x="819150" y="3000375"/>
                </a:lnTo>
                <a:lnTo>
                  <a:pt x="809625" y="3000375"/>
                </a:lnTo>
                <a:close/>
                <a:moveTo>
                  <a:pt x="847725" y="2990850"/>
                </a:moveTo>
                <a:lnTo>
                  <a:pt x="857250" y="2990850"/>
                </a:lnTo>
                <a:lnTo>
                  <a:pt x="857250" y="3000375"/>
                </a:lnTo>
                <a:lnTo>
                  <a:pt x="847725" y="3000375"/>
                </a:lnTo>
                <a:close/>
                <a:moveTo>
                  <a:pt x="1162050" y="2990850"/>
                </a:moveTo>
                <a:lnTo>
                  <a:pt x="1181100" y="2990850"/>
                </a:lnTo>
                <a:lnTo>
                  <a:pt x="1181100" y="3000375"/>
                </a:lnTo>
                <a:lnTo>
                  <a:pt x="1162050" y="3000375"/>
                </a:lnTo>
                <a:close/>
                <a:moveTo>
                  <a:pt x="1638300" y="2990850"/>
                </a:moveTo>
                <a:lnTo>
                  <a:pt x="1676400" y="2990850"/>
                </a:lnTo>
                <a:lnTo>
                  <a:pt x="1676400" y="3000375"/>
                </a:lnTo>
                <a:lnTo>
                  <a:pt x="1685925" y="3000375"/>
                </a:lnTo>
                <a:lnTo>
                  <a:pt x="1685925" y="3019425"/>
                </a:lnTo>
                <a:lnTo>
                  <a:pt x="1695450" y="3019425"/>
                </a:lnTo>
                <a:lnTo>
                  <a:pt x="1695450" y="3009900"/>
                </a:lnTo>
                <a:lnTo>
                  <a:pt x="1714500" y="3009900"/>
                </a:lnTo>
                <a:lnTo>
                  <a:pt x="1714500" y="3019425"/>
                </a:lnTo>
                <a:lnTo>
                  <a:pt x="1695450" y="3019425"/>
                </a:lnTo>
                <a:lnTo>
                  <a:pt x="1695450" y="3028950"/>
                </a:lnTo>
                <a:lnTo>
                  <a:pt x="1676400" y="3028950"/>
                </a:lnTo>
                <a:lnTo>
                  <a:pt x="1676400" y="3019425"/>
                </a:lnTo>
                <a:lnTo>
                  <a:pt x="1638300" y="3019425"/>
                </a:lnTo>
                <a:close/>
                <a:moveTo>
                  <a:pt x="1695450" y="2990850"/>
                </a:moveTo>
                <a:lnTo>
                  <a:pt x="1714500" y="2990850"/>
                </a:lnTo>
                <a:lnTo>
                  <a:pt x="1714500" y="3000375"/>
                </a:lnTo>
                <a:lnTo>
                  <a:pt x="1695450" y="3000375"/>
                </a:lnTo>
                <a:close/>
                <a:moveTo>
                  <a:pt x="371475" y="3000375"/>
                </a:moveTo>
                <a:lnTo>
                  <a:pt x="381000" y="3000375"/>
                </a:lnTo>
                <a:lnTo>
                  <a:pt x="381000" y="3009900"/>
                </a:lnTo>
                <a:lnTo>
                  <a:pt x="390525" y="3009900"/>
                </a:lnTo>
                <a:lnTo>
                  <a:pt x="390525" y="3057525"/>
                </a:lnTo>
                <a:lnTo>
                  <a:pt x="381000" y="3057525"/>
                </a:lnTo>
                <a:lnTo>
                  <a:pt x="381000" y="3028950"/>
                </a:lnTo>
                <a:lnTo>
                  <a:pt x="361950" y="3028950"/>
                </a:lnTo>
                <a:lnTo>
                  <a:pt x="361950" y="3019425"/>
                </a:lnTo>
                <a:lnTo>
                  <a:pt x="371475" y="3019425"/>
                </a:lnTo>
                <a:close/>
                <a:moveTo>
                  <a:pt x="533400" y="3000375"/>
                </a:moveTo>
                <a:lnTo>
                  <a:pt x="552450" y="3000375"/>
                </a:lnTo>
                <a:lnTo>
                  <a:pt x="552450" y="3019425"/>
                </a:lnTo>
                <a:lnTo>
                  <a:pt x="533400" y="3019425"/>
                </a:lnTo>
                <a:close/>
                <a:moveTo>
                  <a:pt x="619125" y="3000375"/>
                </a:moveTo>
                <a:lnTo>
                  <a:pt x="628650" y="3000375"/>
                </a:lnTo>
                <a:lnTo>
                  <a:pt x="628650" y="3019425"/>
                </a:lnTo>
                <a:lnTo>
                  <a:pt x="619125" y="3019425"/>
                </a:lnTo>
                <a:close/>
                <a:moveTo>
                  <a:pt x="685800" y="3000375"/>
                </a:moveTo>
                <a:lnTo>
                  <a:pt x="695325" y="3000375"/>
                </a:lnTo>
                <a:lnTo>
                  <a:pt x="695325" y="3019425"/>
                </a:lnTo>
                <a:lnTo>
                  <a:pt x="685800" y="3019425"/>
                </a:lnTo>
                <a:close/>
                <a:moveTo>
                  <a:pt x="742950" y="3000375"/>
                </a:moveTo>
                <a:lnTo>
                  <a:pt x="781050" y="3000375"/>
                </a:lnTo>
                <a:lnTo>
                  <a:pt x="781050" y="3019425"/>
                </a:lnTo>
                <a:lnTo>
                  <a:pt x="742950" y="3019425"/>
                </a:lnTo>
                <a:close/>
                <a:moveTo>
                  <a:pt x="1152525" y="3000375"/>
                </a:moveTo>
                <a:lnTo>
                  <a:pt x="1162050" y="3000375"/>
                </a:lnTo>
                <a:lnTo>
                  <a:pt x="1162050" y="3019425"/>
                </a:lnTo>
                <a:lnTo>
                  <a:pt x="1143000" y="3019425"/>
                </a:lnTo>
                <a:lnTo>
                  <a:pt x="1143000" y="3009900"/>
                </a:lnTo>
                <a:lnTo>
                  <a:pt x="1152525" y="3009900"/>
                </a:lnTo>
                <a:close/>
                <a:moveTo>
                  <a:pt x="1200150" y="3000375"/>
                </a:moveTo>
                <a:lnTo>
                  <a:pt x="1209675" y="3000375"/>
                </a:lnTo>
                <a:lnTo>
                  <a:pt x="1209675" y="3019425"/>
                </a:lnTo>
                <a:lnTo>
                  <a:pt x="1200150" y="3019425"/>
                </a:lnTo>
                <a:close/>
                <a:moveTo>
                  <a:pt x="1228725" y="3000375"/>
                </a:moveTo>
                <a:lnTo>
                  <a:pt x="1238250" y="3000375"/>
                </a:lnTo>
                <a:lnTo>
                  <a:pt x="1238250" y="3019425"/>
                </a:lnTo>
                <a:lnTo>
                  <a:pt x="1228725" y="3019425"/>
                </a:lnTo>
                <a:close/>
                <a:moveTo>
                  <a:pt x="1276350" y="3000375"/>
                </a:moveTo>
                <a:lnTo>
                  <a:pt x="1295400" y="3000375"/>
                </a:lnTo>
                <a:lnTo>
                  <a:pt x="1295400" y="3019425"/>
                </a:lnTo>
                <a:lnTo>
                  <a:pt x="1285875" y="3019425"/>
                </a:lnTo>
                <a:lnTo>
                  <a:pt x="1285875" y="3009900"/>
                </a:lnTo>
                <a:lnTo>
                  <a:pt x="1276350" y="3009900"/>
                </a:lnTo>
                <a:close/>
                <a:moveTo>
                  <a:pt x="1304925" y="3000375"/>
                </a:moveTo>
                <a:lnTo>
                  <a:pt x="1333500" y="3000375"/>
                </a:lnTo>
                <a:lnTo>
                  <a:pt x="1333500" y="3019425"/>
                </a:lnTo>
                <a:lnTo>
                  <a:pt x="1304925" y="3019425"/>
                </a:lnTo>
                <a:close/>
                <a:moveTo>
                  <a:pt x="1419225" y="3000375"/>
                </a:moveTo>
                <a:lnTo>
                  <a:pt x="1438275" y="3000375"/>
                </a:lnTo>
                <a:lnTo>
                  <a:pt x="1438275" y="3019425"/>
                </a:lnTo>
                <a:lnTo>
                  <a:pt x="1419225" y="3019425"/>
                </a:lnTo>
                <a:close/>
                <a:moveTo>
                  <a:pt x="1000125" y="3009900"/>
                </a:moveTo>
                <a:lnTo>
                  <a:pt x="1009650" y="3009900"/>
                </a:lnTo>
                <a:lnTo>
                  <a:pt x="1009650" y="3000375"/>
                </a:lnTo>
                <a:lnTo>
                  <a:pt x="1000125" y="3000375"/>
                </a:lnTo>
                <a:close/>
                <a:moveTo>
                  <a:pt x="190500" y="3019425"/>
                </a:moveTo>
                <a:lnTo>
                  <a:pt x="257175" y="3019425"/>
                </a:lnTo>
                <a:lnTo>
                  <a:pt x="257175" y="3028950"/>
                </a:lnTo>
                <a:lnTo>
                  <a:pt x="228600" y="3028950"/>
                </a:lnTo>
                <a:lnTo>
                  <a:pt x="228600" y="3038475"/>
                </a:lnTo>
                <a:lnTo>
                  <a:pt x="209550" y="3038475"/>
                </a:lnTo>
                <a:lnTo>
                  <a:pt x="209550" y="3028950"/>
                </a:lnTo>
                <a:lnTo>
                  <a:pt x="190500" y="3028950"/>
                </a:lnTo>
                <a:close/>
                <a:moveTo>
                  <a:pt x="1524000" y="3019425"/>
                </a:moveTo>
                <a:lnTo>
                  <a:pt x="1543050" y="3019425"/>
                </a:lnTo>
                <a:lnTo>
                  <a:pt x="1543050" y="3028950"/>
                </a:lnTo>
                <a:lnTo>
                  <a:pt x="1552575" y="3028950"/>
                </a:lnTo>
                <a:lnTo>
                  <a:pt x="1552575" y="3038475"/>
                </a:lnTo>
                <a:lnTo>
                  <a:pt x="1533525" y="3038475"/>
                </a:lnTo>
                <a:lnTo>
                  <a:pt x="1533525" y="3028950"/>
                </a:lnTo>
                <a:lnTo>
                  <a:pt x="1524000" y="3028950"/>
                </a:lnTo>
                <a:close/>
                <a:moveTo>
                  <a:pt x="933450" y="3038475"/>
                </a:moveTo>
                <a:lnTo>
                  <a:pt x="942975" y="3038475"/>
                </a:lnTo>
                <a:lnTo>
                  <a:pt x="942975" y="3048000"/>
                </a:lnTo>
                <a:lnTo>
                  <a:pt x="933450" y="3048000"/>
                </a:lnTo>
                <a:close/>
                <a:moveTo>
                  <a:pt x="676275" y="3057525"/>
                </a:moveTo>
                <a:lnTo>
                  <a:pt x="695325" y="3057525"/>
                </a:lnTo>
                <a:lnTo>
                  <a:pt x="695325" y="3067050"/>
                </a:lnTo>
                <a:lnTo>
                  <a:pt x="676275" y="3067050"/>
                </a:lnTo>
                <a:close/>
                <a:moveTo>
                  <a:pt x="676275" y="3076575"/>
                </a:moveTo>
                <a:lnTo>
                  <a:pt x="685800" y="3076575"/>
                </a:lnTo>
                <a:lnTo>
                  <a:pt x="685800" y="3086100"/>
                </a:lnTo>
                <a:lnTo>
                  <a:pt x="676275" y="3086100"/>
                </a:lnTo>
                <a:close/>
                <a:moveTo>
                  <a:pt x="657225" y="3095625"/>
                </a:moveTo>
                <a:lnTo>
                  <a:pt x="714375" y="3095625"/>
                </a:lnTo>
                <a:lnTo>
                  <a:pt x="714375" y="3105150"/>
                </a:lnTo>
                <a:lnTo>
                  <a:pt x="704850" y="3105150"/>
                </a:lnTo>
                <a:lnTo>
                  <a:pt x="704850" y="3114675"/>
                </a:lnTo>
                <a:lnTo>
                  <a:pt x="666750" y="3114675"/>
                </a:lnTo>
                <a:lnTo>
                  <a:pt x="666750" y="3105150"/>
                </a:lnTo>
                <a:lnTo>
                  <a:pt x="657225" y="3105150"/>
                </a:lnTo>
                <a:close/>
                <a:moveTo>
                  <a:pt x="847725" y="3095625"/>
                </a:moveTo>
                <a:lnTo>
                  <a:pt x="866775" y="3095625"/>
                </a:lnTo>
                <a:lnTo>
                  <a:pt x="866775" y="3114675"/>
                </a:lnTo>
                <a:lnTo>
                  <a:pt x="847725" y="3114675"/>
                </a:lnTo>
                <a:close/>
                <a:moveTo>
                  <a:pt x="933450" y="3095625"/>
                </a:moveTo>
                <a:lnTo>
                  <a:pt x="952500" y="3095625"/>
                </a:lnTo>
                <a:lnTo>
                  <a:pt x="952500" y="3105150"/>
                </a:lnTo>
                <a:lnTo>
                  <a:pt x="971550" y="3105150"/>
                </a:lnTo>
                <a:lnTo>
                  <a:pt x="971550" y="3133725"/>
                </a:lnTo>
                <a:lnTo>
                  <a:pt x="952500" y="3133725"/>
                </a:lnTo>
                <a:lnTo>
                  <a:pt x="952500" y="3114675"/>
                </a:lnTo>
                <a:lnTo>
                  <a:pt x="914400" y="3114675"/>
                </a:lnTo>
                <a:lnTo>
                  <a:pt x="914400" y="3105150"/>
                </a:lnTo>
                <a:lnTo>
                  <a:pt x="933450" y="3105150"/>
                </a:lnTo>
                <a:close/>
                <a:moveTo>
                  <a:pt x="1019175" y="3105150"/>
                </a:moveTo>
                <a:lnTo>
                  <a:pt x="1028700" y="3105150"/>
                </a:lnTo>
                <a:lnTo>
                  <a:pt x="1028700" y="3124200"/>
                </a:lnTo>
                <a:lnTo>
                  <a:pt x="1085850" y="3124200"/>
                </a:lnTo>
                <a:lnTo>
                  <a:pt x="1085850" y="3105150"/>
                </a:lnTo>
                <a:lnTo>
                  <a:pt x="1095375" y="3105150"/>
                </a:lnTo>
                <a:lnTo>
                  <a:pt x="1095375" y="3133725"/>
                </a:lnTo>
                <a:lnTo>
                  <a:pt x="1019175" y="3133725"/>
                </a:lnTo>
                <a:close/>
                <a:moveTo>
                  <a:pt x="1209675" y="3124200"/>
                </a:moveTo>
                <a:lnTo>
                  <a:pt x="1228725" y="3124200"/>
                </a:lnTo>
                <a:lnTo>
                  <a:pt x="1228725" y="3133725"/>
                </a:lnTo>
                <a:lnTo>
                  <a:pt x="1209675" y="3133725"/>
                </a:lnTo>
                <a:close/>
                <a:moveTo>
                  <a:pt x="333375" y="3133725"/>
                </a:moveTo>
                <a:lnTo>
                  <a:pt x="342900" y="3133725"/>
                </a:lnTo>
                <a:lnTo>
                  <a:pt x="342900" y="3152775"/>
                </a:lnTo>
                <a:lnTo>
                  <a:pt x="333375" y="3152775"/>
                </a:lnTo>
                <a:close/>
                <a:moveTo>
                  <a:pt x="552450" y="3133725"/>
                </a:moveTo>
                <a:lnTo>
                  <a:pt x="600075" y="3133725"/>
                </a:lnTo>
                <a:lnTo>
                  <a:pt x="600075" y="3143250"/>
                </a:lnTo>
                <a:lnTo>
                  <a:pt x="581025" y="3143250"/>
                </a:lnTo>
                <a:lnTo>
                  <a:pt x="581025" y="3152775"/>
                </a:lnTo>
                <a:lnTo>
                  <a:pt x="590550" y="3152775"/>
                </a:lnTo>
                <a:lnTo>
                  <a:pt x="590550" y="3171825"/>
                </a:lnTo>
                <a:lnTo>
                  <a:pt x="561975" y="3171825"/>
                </a:lnTo>
                <a:lnTo>
                  <a:pt x="561975" y="3162300"/>
                </a:lnTo>
                <a:lnTo>
                  <a:pt x="571500" y="3162300"/>
                </a:lnTo>
                <a:lnTo>
                  <a:pt x="571500" y="3143250"/>
                </a:lnTo>
                <a:lnTo>
                  <a:pt x="552450" y="3143250"/>
                </a:lnTo>
                <a:close/>
                <a:moveTo>
                  <a:pt x="1400175" y="3133725"/>
                </a:moveTo>
                <a:lnTo>
                  <a:pt x="1409700" y="3133725"/>
                </a:lnTo>
                <a:lnTo>
                  <a:pt x="1409700" y="3143250"/>
                </a:lnTo>
                <a:lnTo>
                  <a:pt x="1400175" y="3143250"/>
                </a:lnTo>
                <a:close/>
                <a:moveTo>
                  <a:pt x="628650" y="3143250"/>
                </a:moveTo>
                <a:lnTo>
                  <a:pt x="638175" y="3143250"/>
                </a:lnTo>
                <a:lnTo>
                  <a:pt x="638175" y="3152775"/>
                </a:lnTo>
                <a:lnTo>
                  <a:pt x="628650" y="3152775"/>
                </a:lnTo>
                <a:close/>
                <a:moveTo>
                  <a:pt x="676275" y="3143250"/>
                </a:moveTo>
                <a:lnTo>
                  <a:pt x="695325" y="3143250"/>
                </a:lnTo>
                <a:lnTo>
                  <a:pt x="695325" y="3152775"/>
                </a:lnTo>
                <a:lnTo>
                  <a:pt x="676275" y="3152775"/>
                </a:lnTo>
                <a:close/>
                <a:moveTo>
                  <a:pt x="1409700" y="3143250"/>
                </a:moveTo>
                <a:lnTo>
                  <a:pt x="1428750" y="3143250"/>
                </a:lnTo>
                <a:lnTo>
                  <a:pt x="1428750" y="3152775"/>
                </a:lnTo>
                <a:lnTo>
                  <a:pt x="1409700" y="3152775"/>
                </a:lnTo>
                <a:close/>
                <a:moveTo>
                  <a:pt x="762000" y="3171825"/>
                </a:moveTo>
                <a:lnTo>
                  <a:pt x="771525" y="3171825"/>
                </a:lnTo>
                <a:lnTo>
                  <a:pt x="771525" y="3181350"/>
                </a:lnTo>
                <a:lnTo>
                  <a:pt x="762000" y="3181350"/>
                </a:lnTo>
                <a:close/>
                <a:moveTo>
                  <a:pt x="1514475" y="3171825"/>
                </a:moveTo>
                <a:lnTo>
                  <a:pt x="1524000" y="3171825"/>
                </a:lnTo>
                <a:lnTo>
                  <a:pt x="1524000" y="3181350"/>
                </a:lnTo>
                <a:lnTo>
                  <a:pt x="1514475" y="3181350"/>
                </a:lnTo>
                <a:close/>
                <a:moveTo>
                  <a:pt x="590550" y="3209925"/>
                </a:moveTo>
                <a:lnTo>
                  <a:pt x="628650" y="3209925"/>
                </a:lnTo>
                <a:lnTo>
                  <a:pt x="628650" y="3228975"/>
                </a:lnTo>
                <a:lnTo>
                  <a:pt x="619125" y="3228975"/>
                </a:lnTo>
                <a:lnTo>
                  <a:pt x="619125" y="3219450"/>
                </a:lnTo>
                <a:lnTo>
                  <a:pt x="600075" y="3219450"/>
                </a:lnTo>
                <a:lnTo>
                  <a:pt x="600075" y="3228975"/>
                </a:lnTo>
                <a:lnTo>
                  <a:pt x="590550" y="3228975"/>
                </a:lnTo>
                <a:close/>
                <a:moveTo>
                  <a:pt x="161925" y="3248025"/>
                </a:moveTo>
                <a:lnTo>
                  <a:pt x="171450" y="3248025"/>
                </a:lnTo>
                <a:lnTo>
                  <a:pt x="171450" y="3267075"/>
                </a:lnTo>
                <a:lnTo>
                  <a:pt x="161925" y="3267075"/>
                </a:lnTo>
                <a:close/>
                <a:moveTo>
                  <a:pt x="209550" y="3248025"/>
                </a:moveTo>
                <a:lnTo>
                  <a:pt x="228600" y="3248025"/>
                </a:lnTo>
                <a:lnTo>
                  <a:pt x="228600" y="3257550"/>
                </a:lnTo>
                <a:lnTo>
                  <a:pt x="219075" y="3257550"/>
                </a:lnTo>
                <a:lnTo>
                  <a:pt x="219075" y="3267075"/>
                </a:lnTo>
                <a:lnTo>
                  <a:pt x="209550" y="3267075"/>
                </a:lnTo>
                <a:close/>
                <a:moveTo>
                  <a:pt x="438150" y="3248025"/>
                </a:moveTo>
                <a:lnTo>
                  <a:pt x="466725" y="3248025"/>
                </a:lnTo>
                <a:lnTo>
                  <a:pt x="466725" y="3257550"/>
                </a:lnTo>
                <a:lnTo>
                  <a:pt x="447675" y="3257550"/>
                </a:lnTo>
                <a:lnTo>
                  <a:pt x="447675" y="3267075"/>
                </a:lnTo>
                <a:lnTo>
                  <a:pt x="438150" y="3267075"/>
                </a:lnTo>
                <a:close/>
                <a:moveTo>
                  <a:pt x="485775" y="3248025"/>
                </a:moveTo>
                <a:lnTo>
                  <a:pt x="514350" y="3248025"/>
                </a:lnTo>
                <a:lnTo>
                  <a:pt x="514350" y="3267075"/>
                </a:lnTo>
                <a:lnTo>
                  <a:pt x="504825" y="3267075"/>
                </a:lnTo>
                <a:lnTo>
                  <a:pt x="504825" y="3257550"/>
                </a:lnTo>
                <a:lnTo>
                  <a:pt x="485775" y="3257550"/>
                </a:lnTo>
                <a:close/>
                <a:moveTo>
                  <a:pt x="1028700" y="3248025"/>
                </a:moveTo>
                <a:lnTo>
                  <a:pt x="1038225" y="3248025"/>
                </a:lnTo>
                <a:lnTo>
                  <a:pt x="1038225" y="3267075"/>
                </a:lnTo>
                <a:lnTo>
                  <a:pt x="1028700" y="3267075"/>
                </a:lnTo>
                <a:close/>
                <a:moveTo>
                  <a:pt x="1114425" y="3248025"/>
                </a:moveTo>
                <a:lnTo>
                  <a:pt x="1133475" y="3248025"/>
                </a:lnTo>
                <a:lnTo>
                  <a:pt x="1133475" y="3257550"/>
                </a:lnTo>
                <a:lnTo>
                  <a:pt x="1162050" y="3257550"/>
                </a:lnTo>
                <a:lnTo>
                  <a:pt x="1162050" y="3248025"/>
                </a:lnTo>
                <a:lnTo>
                  <a:pt x="1190625" y="3248025"/>
                </a:lnTo>
                <a:lnTo>
                  <a:pt x="1190625" y="3257550"/>
                </a:lnTo>
                <a:lnTo>
                  <a:pt x="1162050" y="3257550"/>
                </a:lnTo>
                <a:lnTo>
                  <a:pt x="1162050" y="3267075"/>
                </a:lnTo>
                <a:lnTo>
                  <a:pt x="1104900" y="3267075"/>
                </a:lnTo>
                <a:lnTo>
                  <a:pt x="1104900" y="3257550"/>
                </a:lnTo>
                <a:lnTo>
                  <a:pt x="1114425" y="3257550"/>
                </a:lnTo>
                <a:close/>
                <a:moveTo>
                  <a:pt x="1581150" y="3248025"/>
                </a:moveTo>
                <a:lnTo>
                  <a:pt x="1600200" y="3248025"/>
                </a:lnTo>
                <a:lnTo>
                  <a:pt x="1600200" y="3257550"/>
                </a:lnTo>
                <a:lnTo>
                  <a:pt x="1581150" y="3257550"/>
                </a:lnTo>
                <a:close/>
                <a:moveTo>
                  <a:pt x="180975" y="3257550"/>
                </a:moveTo>
                <a:lnTo>
                  <a:pt x="190500" y="3257550"/>
                </a:lnTo>
                <a:lnTo>
                  <a:pt x="190500" y="3267075"/>
                </a:lnTo>
                <a:lnTo>
                  <a:pt x="180975" y="3267075"/>
                </a:lnTo>
                <a:close/>
                <a:moveTo>
                  <a:pt x="409575" y="3257550"/>
                </a:moveTo>
                <a:lnTo>
                  <a:pt x="419100" y="3257550"/>
                </a:lnTo>
                <a:lnTo>
                  <a:pt x="419100" y="3267075"/>
                </a:lnTo>
                <a:lnTo>
                  <a:pt x="409575" y="3267075"/>
                </a:lnTo>
                <a:close/>
                <a:moveTo>
                  <a:pt x="523875" y="3257550"/>
                </a:moveTo>
                <a:lnTo>
                  <a:pt x="590550" y="3257550"/>
                </a:lnTo>
                <a:lnTo>
                  <a:pt x="590550" y="3267075"/>
                </a:lnTo>
                <a:lnTo>
                  <a:pt x="523875" y="3267075"/>
                </a:lnTo>
                <a:close/>
                <a:moveTo>
                  <a:pt x="647700" y="3257550"/>
                </a:moveTo>
                <a:lnTo>
                  <a:pt x="666750" y="3257550"/>
                </a:lnTo>
                <a:lnTo>
                  <a:pt x="666750" y="3267075"/>
                </a:lnTo>
                <a:lnTo>
                  <a:pt x="647700" y="3267075"/>
                </a:lnTo>
                <a:close/>
                <a:moveTo>
                  <a:pt x="762000" y="3257550"/>
                </a:moveTo>
                <a:lnTo>
                  <a:pt x="771525" y="3257550"/>
                </a:lnTo>
                <a:lnTo>
                  <a:pt x="771525" y="3267075"/>
                </a:lnTo>
                <a:lnTo>
                  <a:pt x="762000" y="3267075"/>
                </a:lnTo>
                <a:close/>
                <a:moveTo>
                  <a:pt x="1066800" y="3257550"/>
                </a:moveTo>
                <a:lnTo>
                  <a:pt x="1085850" y="3257550"/>
                </a:lnTo>
                <a:lnTo>
                  <a:pt x="1085850" y="3267075"/>
                </a:lnTo>
                <a:lnTo>
                  <a:pt x="1066800" y="3267075"/>
                </a:lnTo>
                <a:close/>
                <a:moveTo>
                  <a:pt x="1228725" y="3257550"/>
                </a:moveTo>
                <a:lnTo>
                  <a:pt x="1257300" y="3257550"/>
                </a:lnTo>
                <a:lnTo>
                  <a:pt x="1257300" y="3267075"/>
                </a:lnTo>
                <a:lnTo>
                  <a:pt x="1228725" y="3267075"/>
                </a:lnTo>
                <a:close/>
                <a:moveTo>
                  <a:pt x="1304925" y="3257550"/>
                </a:moveTo>
                <a:lnTo>
                  <a:pt x="1314450" y="3257550"/>
                </a:lnTo>
                <a:lnTo>
                  <a:pt x="1314450" y="3267075"/>
                </a:lnTo>
                <a:lnTo>
                  <a:pt x="1304925" y="3267075"/>
                </a:lnTo>
                <a:close/>
                <a:moveTo>
                  <a:pt x="1323975" y="3257550"/>
                </a:moveTo>
                <a:lnTo>
                  <a:pt x="1362075" y="3257550"/>
                </a:lnTo>
                <a:lnTo>
                  <a:pt x="1362075" y="3267075"/>
                </a:lnTo>
                <a:lnTo>
                  <a:pt x="1323975" y="3267075"/>
                </a:lnTo>
                <a:close/>
                <a:moveTo>
                  <a:pt x="952500" y="3267075"/>
                </a:moveTo>
                <a:lnTo>
                  <a:pt x="971550" y="3267075"/>
                </a:lnTo>
                <a:lnTo>
                  <a:pt x="971550" y="3276600"/>
                </a:lnTo>
                <a:lnTo>
                  <a:pt x="952500" y="3276600"/>
                </a:lnTo>
                <a:close/>
                <a:moveTo>
                  <a:pt x="1019175" y="3267075"/>
                </a:moveTo>
                <a:lnTo>
                  <a:pt x="1028700" y="3267075"/>
                </a:lnTo>
                <a:lnTo>
                  <a:pt x="1028700" y="3276600"/>
                </a:lnTo>
                <a:lnTo>
                  <a:pt x="1019175" y="3276600"/>
                </a:lnTo>
                <a:close/>
                <a:moveTo>
                  <a:pt x="1066800" y="3286125"/>
                </a:moveTo>
                <a:lnTo>
                  <a:pt x="1076325" y="3286125"/>
                </a:lnTo>
                <a:lnTo>
                  <a:pt x="1076325" y="3295650"/>
                </a:lnTo>
                <a:lnTo>
                  <a:pt x="1066800" y="3295650"/>
                </a:lnTo>
                <a:close/>
                <a:moveTo>
                  <a:pt x="619125" y="3295650"/>
                </a:moveTo>
                <a:lnTo>
                  <a:pt x="647700" y="3295650"/>
                </a:lnTo>
                <a:lnTo>
                  <a:pt x="647700" y="3305175"/>
                </a:lnTo>
                <a:lnTo>
                  <a:pt x="619125" y="3305175"/>
                </a:lnTo>
                <a:close/>
                <a:moveTo>
                  <a:pt x="847725" y="3295650"/>
                </a:moveTo>
                <a:lnTo>
                  <a:pt x="857250" y="3295650"/>
                </a:lnTo>
                <a:lnTo>
                  <a:pt x="857250" y="3305175"/>
                </a:lnTo>
                <a:lnTo>
                  <a:pt x="847725" y="3305175"/>
                </a:lnTo>
                <a:close/>
                <a:moveTo>
                  <a:pt x="1704975" y="3352800"/>
                </a:moveTo>
                <a:lnTo>
                  <a:pt x="1714500" y="3352800"/>
                </a:lnTo>
                <a:lnTo>
                  <a:pt x="1714500" y="3371850"/>
                </a:lnTo>
                <a:lnTo>
                  <a:pt x="1704975" y="3371850"/>
                </a:lnTo>
                <a:close/>
                <a:moveTo>
                  <a:pt x="857250" y="3362325"/>
                </a:moveTo>
                <a:lnTo>
                  <a:pt x="866775" y="3362325"/>
                </a:lnTo>
                <a:lnTo>
                  <a:pt x="866775" y="3371850"/>
                </a:lnTo>
                <a:lnTo>
                  <a:pt x="857250" y="3371850"/>
                </a:lnTo>
                <a:close/>
                <a:moveTo>
                  <a:pt x="1657350" y="3390900"/>
                </a:moveTo>
                <a:lnTo>
                  <a:pt x="1666875" y="3390900"/>
                </a:lnTo>
                <a:lnTo>
                  <a:pt x="1666875" y="3400425"/>
                </a:lnTo>
                <a:lnTo>
                  <a:pt x="1676400" y="3400425"/>
                </a:lnTo>
                <a:lnTo>
                  <a:pt x="1676400" y="3409950"/>
                </a:lnTo>
                <a:lnTo>
                  <a:pt x="1657350" y="3409950"/>
                </a:lnTo>
                <a:close/>
                <a:moveTo>
                  <a:pt x="885825" y="3419475"/>
                </a:moveTo>
                <a:lnTo>
                  <a:pt x="904875" y="3419475"/>
                </a:lnTo>
                <a:lnTo>
                  <a:pt x="904875" y="3429000"/>
                </a:lnTo>
                <a:lnTo>
                  <a:pt x="885825" y="3429000"/>
                </a:lnTo>
                <a:close/>
                <a:moveTo>
                  <a:pt x="933450" y="3419475"/>
                </a:moveTo>
                <a:lnTo>
                  <a:pt x="952500" y="3419475"/>
                </a:lnTo>
                <a:lnTo>
                  <a:pt x="952500" y="3429000"/>
                </a:lnTo>
                <a:lnTo>
                  <a:pt x="971550" y="3429000"/>
                </a:lnTo>
                <a:lnTo>
                  <a:pt x="971550" y="3438525"/>
                </a:lnTo>
                <a:lnTo>
                  <a:pt x="942975" y="3438525"/>
                </a:lnTo>
                <a:lnTo>
                  <a:pt x="942975" y="3429000"/>
                </a:lnTo>
                <a:lnTo>
                  <a:pt x="933450" y="3429000"/>
                </a:lnTo>
                <a:close/>
                <a:moveTo>
                  <a:pt x="828675" y="3429000"/>
                </a:moveTo>
                <a:lnTo>
                  <a:pt x="838200" y="3429000"/>
                </a:lnTo>
                <a:lnTo>
                  <a:pt x="838200" y="3438525"/>
                </a:lnTo>
                <a:lnTo>
                  <a:pt x="828675" y="3438525"/>
                </a:lnTo>
                <a:close/>
                <a:moveTo>
                  <a:pt x="981075" y="3429000"/>
                </a:moveTo>
                <a:lnTo>
                  <a:pt x="990600" y="3429000"/>
                </a:lnTo>
                <a:lnTo>
                  <a:pt x="990600" y="3438525"/>
                </a:lnTo>
                <a:lnTo>
                  <a:pt x="981075" y="3438525"/>
                </a:lnTo>
                <a:close/>
                <a:moveTo>
                  <a:pt x="1038225" y="3429000"/>
                </a:moveTo>
                <a:lnTo>
                  <a:pt x="1047750" y="3429000"/>
                </a:lnTo>
                <a:lnTo>
                  <a:pt x="1047750" y="3457575"/>
                </a:lnTo>
                <a:lnTo>
                  <a:pt x="1028700" y="3457575"/>
                </a:lnTo>
                <a:lnTo>
                  <a:pt x="1028700" y="3448050"/>
                </a:lnTo>
                <a:lnTo>
                  <a:pt x="1019175" y="3448050"/>
                </a:lnTo>
                <a:lnTo>
                  <a:pt x="1019175" y="3438525"/>
                </a:lnTo>
                <a:lnTo>
                  <a:pt x="1038225" y="3438525"/>
                </a:lnTo>
                <a:close/>
                <a:moveTo>
                  <a:pt x="1485900" y="3429000"/>
                </a:moveTo>
                <a:lnTo>
                  <a:pt x="1495425" y="3429000"/>
                </a:lnTo>
                <a:lnTo>
                  <a:pt x="1495425" y="3438525"/>
                </a:lnTo>
                <a:lnTo>
                  <a:pt x="1514475" y="3438525"/>
                </a:lnTo>
                <a:lnTo>
                  <a:pt x="1514475" y="3448050"/>
                </a:lnTo>
                <a:lnTo>
                  <a:pt x="1485900" y="3448050"/>
                </a:lnTo>
                <a:lnTo>
                  <a:pt x="1485900" y="3476625"/>
                </a:lnTo>
                <a:lnTo>
                  <a:pt x="1476375" y="3476625"/>
                </a:lnTo>
                <a:lnTo>
                  <a:pt x="1476375" y="3467100"/>
                </a:lnTo>
                <a:lnTo>
                  <a:pt x="1466850" y="3467100"/>
                </a:lnTo>
                <a:lnTo>
                  <a:pt x="1466850" y="3448050"/>
                </a:lnTo>
                <a:lnTo>
                  <a:pt x="1476375" y="3448050"/>
                </a:lnTo>
                <a:lnTo>
                  <a:pt x="1476375" y="3438525"/>
                </a:lnTo>
                <a:lnTo>
                  <a:pt x="1485900" y="3438525"/>
                </a:lnTo>
                <a:close/>
                <a:moveTo>
                  <a:pt x="876300" y="3438525"/>
                </a:moveTo>
                <a:lnTo>
                  <a:pt x="885825" y="3438525"/>
                </a:lnTo>
                <a:lnTo>
                  <a:pt x="885825" y="3448050"/>
                </a:lnTo>
                <a:lnTo>
                  <a:pt x="876300" y="3448050"/>
                </a:lnTo>
                <a:close/>
                <a:moveTo>
                  <a:pt x="895350" y="3438525"/>
                </a:moveTo>
                <a:lnTo>
                  <a:pt x="904875" y="3438525"/>
                </a:lnTo>
                <a:lnTo>
                  <a:pt x="904875" y="3448050"/>
                </a:lnTo>
                <a:lnTo>
                  <a:pt x="895350" y="3448050"/>
                </a:lnTo>
                <a:close/>
                <a:moveTo>
                  <a:pt x="923925" y="3438525"/>
                </a:moveTo>
                <a:lnTo>
                  <a:pt x="933450" y="3438525"/>
                </a:lnTo>
                <a:lnTo>
                  <a:pt x="933450" y="3448050"/>
                </a:lnTo>
                <a:lnTo>
                  <a:pt x="923925" y="3448050"/>
                </a:lnTo>
                <a:close/>
                <a:moveTo>
                  <a:pt x="1657350" y="3457575"/>
                </a:moveTo>
                <a:lnTo>
                  <a:pt x="1666875" y="3457575"/>
                </a:lnTo>
                <a:lnTo>
                  <a:pt x="1666875" y="3467100"/>
                </a:lnTo>
                <a:lnTo>
                  <a:pt x="1657350" y="3467100"/>
                </a:lnTo>
                <a:close/>
                <a:moveTo>
                  <a:pt x="1019175" y="3476625"/>
                </a:moveTo>
                <a:lnTo>
                  <a:pt x="1028700" y="3476625"/>
                </a:lnTo>
                <a:lnTo>
                  <a:pt x="1028700" y="3486150"/>
                </a:lnTo>
                <a:lnTo>
                  <a:pt x="1019175" y="3486150"/>
                </a:lnTo>
                <a:close/>
                <a:moveTo>
                  <a:pt x="1466850" y="3476625"/>
                </a:moveTo>
                <a:lnTo>
                  <a:pt x="1476375" y="3476625"/>
                </a:lnTo>
                <a:lnTo>
                  <a:pt x="1476375" y="3486150"/>
                </a:lnTo>
                <a:lnTo>
                  <a:pt x="1466850" y="3486150"/>
                </a:lnTo>
                <a:close/>
                <a:moveTo>
                  <a:pt x="847725" y="3486150"/>
                </a:moveTo>
                <a:lnTo>
                  <a:pt x="857250" y="3486150"/>
                </a:lnTo>
                <a:lnTo>
                  <a:pt x="857250" y="3505200"/>
                </a:lnTo>
                <a:lnTo>
                  <a:pt x="866775" y="3505200"/>
                </a:lnTo>
                <a:lnTo>
                  <a:pt x="866775" y="3495675"/>
                </a:lnTo>
                <a:lnTo>
                  <a:pt x="895350" y="3495675"/>
                </a:lnTo>
                <a:lnTo>
                  <a:pt x="895350" y="3505200"/>
                </a:lnTo>
                <a:lnTo>
                  <a:pt x="876300" y="3505200"/>
                </a:lnTo>
                <a:lnTo>
                  <a:pt x="876300" y="3514725"/>
                </a:lnTo>
                <a:lnTo>
                  <a:pt x="885825" y="3514725"/>
                </a:lnTo>
                <a:lnTo>
                  <a:pt x="885825" y="3524250"/>
                </a:lnTo>
                <a:lnTo>
                  <a:pt x="838200" y="3524250"/>
                </a:lnTo>
                <a:lnTo>
                  <a:pt x="838200" y="3495675"/>
                </a:lnTo>
                <a:lnTo>
                  <a:pt x="847725" y="3495675"/>
                </a:lnTo>
                <a:close/>
                <a:moveTo>
                  <a:pt x="1438275" y="3486150"/>
                </a:moveTo>
                <a:lnTo>
                  <a:pt x="1457325" y="3486150"/>
                </a:lnTo>
                <a:lnTo>
                  <a:pt x="1457325" y="3505200"/>
                </a:lnTo>
                <a:lnTo>
                  <a:pt x="1447800" y="3505200"/>
                </a:lnTo>
                <a:lnTo>
                  <a:pt x="1447800" y="3495675"/>
                </a:lnTo>
                <a:lnTo>
                  <a:pt x="1438275" y="3495675"/>
                </a:lnTo>
                <a:close/>
                <a:moveTo>
                  <a:pt x="781050" y="3495675"/>
                </a:moveTo>
                <a:lnTo>
                  <a:pt x="790575" y="3495675"/>
                </a:lnTo>
                <a:lnTo>
                  <a:pt x="790575" y="3505200"/>
                </a:lnTo>
                <a:lnTo>
                  <a:pt x="781050" y="3505200"/>
                </a:lnTo>
                <a:close/>
                <a:moveTo>
                  <a:pt x="942975" y="3495675"/>
                </a:moveTo>
                <a:lnTo>
                  <a:pt x="971550" y="3495675"/>
                </a:lnTo>
                <a:lnTo>
                  <a:pt x="971550" y="3505200"/>
                </a:lnTo>
                <a:lnTo>
                  <a:pt x="942975" y="3505200"/>
                </a:lnTo>
                <a:close/>
                <a:moveTo>
                  <a:pt x="1533525" y="3495675"/>
                </a:moveTo>
                <a:lnTo>
                  <a:pt x="1543050" y="3495675"/>
                </a:lnTo>
                <a:lnTo>
                  <a:pt x="1543050" y="3514725"/>
                </a:lnTo>
                <a:lnTo>
                  <a:pt x="1524000" y="3514725"/>
                </a:lnTo>
                <a:lnTo>
                  <a:pt x="1524000" y="3524250"/>
                </a:lnTo>
                <a:lnTo>
                  <a:pt x="1504950" y="3524250"/>
                </a:lnTo>
                <a:lnTo>
                  <a:pt x="1504950" y="3505200"/>
                </a:lnTo>
                <a:lnTo>
                  <a:pt x="1533525" y="3505200"/>
                </a:lnTo>
                <a:close/>
                <a:moveTo>
                  <a:pt x="981075" y="3505200"/>
                </a:moveTo>
                <a:lnTo>
                  <a:pt x="1000125" y="3505200"/>
                </a:lnTo>
                <a:lnTo>
                  <a:pt x="1000125" y="3524250"/>
                </a:lnTo>
                <a:lnTo>
                  <a:pt x="981075" y="3524250"/>
                </a:lnTo>
                <a:close/>
                <a:moveTo>
                  <a:pt x="914400" y="3514725"/>
                </a:moveTo>
                <a:lnTo>
                  <a:pt x="923925" y="3514725"/>
                </a:lnTo>
                <a:lnTo>
                  <a:pt x="923925" y="3524250"/>
                </a:lnTo>
                <a:lnTo>
                  <a:pt x="914400" y="3524250"/>
                </a:lnTo>
                <a:close/>
                <a:moveTo>
                  <a:pt x="933450" y="3514725"/>
                </a:moveTo>
                <a:lnTo>
                  <a:pt x="971550" y="3514725"/>
                </a:lnTo>
                <a:lnTo>
                  <a:pt x="971550" y="3524250"/>
                </a:lnTo>
                <a:lnTo>
                  <a:pt x="942975" y="3524250"/>
                </a:lnTo>
                <a:lnTo>
                  <a:pt x="942975" y="3533775"/>
                </a:lnTo>
                <a:lnTo>
                  <a:pt x="933450" y="3533775"/>
                </a:lnTo>
                <a:close/>
                <a:moveTo>
                  <a:pt x="1181100" y="3524250"/>
                </a:moveTo>
                <a:lnTo>
                  <a:pt x="1190625" y="3524250"/>
                </a:lnTo>
                <a:lnTo>
                  <a:pt x="1190625" y="3533775"/>
                </a:lnTo>
                <a:lnTo>
                  <a:pt x="1181100" y="3533775"/>
                </a:lnTo>
                <a:close/>
                <a:moveTo>
                  <a:pt x="828675" y="3533775"/>
                </a:moveTo>
                <a:lnTo>
                  <a:pt x="838200" y="3533775"/>
                </a:lnTo>
                <a:lnTo>
                  <a:pt x="838200" y="3543300"/>
                </a:lnTo>
                <a:lnTo>
                  <a:pt x="847725" y="3543300"/>
                </a:lnTo>
                <a:lnTo>
                  <a:pt x="847725" y="3552825"/>
                </a:lnTo>
                <a:lnTo>
                  <a:pt x="828675" y="3552825"/>
                </a:lnTo>
                <a:close/>
                <a:moveTo>
                  <a:pt x="1504950" y="3533775"/>
                </a:moveTo>
                <a:lnTo>
                  <a:pt x="1514475" y="3533775"/>
                </a:lnTo>
                <a:lnTo>
                  <a:pt x="1514475" y="3552825"/>
                </a:lnTo>
                <a:lnTo>
                  <a:pt x="1504950" y="3552825"/>
                </a:lnTo>
                <a:close/>
                <a:moveTo>
                  <a:pt x="742950" y="3543300"/>
                </a:moveTo>
                <a:lnTo>
                  <a:pt x="752475" y="3543300"/>
                </a:lnTo>
                <a:lnTo>
                  <a:pt x="752475" y="3552825"/>
                </a:lnTo>
                <a:lnTo>
                  <a:pt x="742950" y="3552825"/>
                </a:lnTo>
                <a:close/>
                <a:moveTo>
                  <a:pt x="876300" y="3543300"/>
                </a:moveTo>
                <a:lnTo>
                  <a:pt x="904875" y="3543300"/>
                </a:lnTo>
                <a:lnTo>
                  <a:pt x="904875" y="3552825"/>
                </a:lnTo>
                <a:lnTo>
                  <a:pt x="914400" y="3552825"/>
                </a:lnTo>
                <a:lnTo>
                  <a:pt x="914400" y="3562350"/>
                </a:lnTo>
                <a:lnTo>
                  <a:pt x="876300" y="3562350"/>
                </a:lnTo>
                <a:close/>
                <a:moveTo>
                  <a:pt x="1543050" y="3543300"/>
                </a:moveTo>
                <a:lnTo>
                  <a:pt x="1571625" y="3543300"/>
                </a:lnTo>
                <a:lnTo>
                  <a:pt x="1571625" y="3562350"/>
                </a:lnTo>
                <a:lnTo>
                  <a:pt x="1533525" y="3562350"/>
                </a:lnTo>
                <a:lnTo>
                  <a:pt x="1533525" y="3552825"/>
                </a:lnTo>
                <a:lnTo>
                  <a:pt x="1543050" y="3552825"/>
                </a:lnTo>
                <a:close/>
                <a:moveTo>
                  <a:pt x="1514475" y="3552825"/>
                </a:moveTo>
                <a:lnTo>
                  <a:pt x="1524000" y="3552825"/>
                </a:lnTo>
                <a:lnTo>
                  <a:pt x="1524000" y="3562350"/>
                </a:lnTo>
                <a:lnTo>
                  <a:pt x="1514475" y="3562350"/>
                </a:lnTo>
                <a:close/>
                <a:moveTo>
                  <a:pt x="1323975" y="3609975"/>
                </a:moveTo>
                <a:lnTo>
                  <a:pt x="1333500" y="3609975"/>
                </a:lnTo>
                <a:lnTo>
                  <a:pt x="1333500" y="3619500"/>
                </a:lnTo>
                <a:lnTo>
                  <a:pt x="1343025" y="3619500"/>
                </a:lnTo>
                <a:lnTo>
                  <a:pt x="1343025" y="3629025"/>
                </a:lnTo>
                <a:lnTo>
                  <a:pt x="1323975" y="3629025"/>
                </a:lnTo>
                <a:close/>
                <a:moveTo>
                  <a:pt x="1590675" y="3609975"/>
                </a:moveTo>
                <a:lnTo>
                  <a:pt x="1600200" y="3609975"/>
                </a:lnTo>
                <a:lnTo>
                  <a:pt x="1600200" y="3619500"/>
                </a:lnTo>
                <a:lnTo>
                  <a:pt x="1590675" y="3619500"/>
                </a:lnTo>
                <a:close/>
                <a:moveTo>
                  <a:pt x="1590675" y="3629025"/>
                </a:moveTo>
                <a:lnTo>
                  <a:pt x="1600200" y="3629025"/>
                </a:lnTo>
                <a:lnTo>
                  <a:pt x="1600200" y="3638550"/>
                </a:lnTo>
                <a:lnTo>
                  <a:pt x="1590675" y="3638550"/>
                </a:lnTo>
                <a:close/>
                <a:moveTo>
                  <a:pt x="1257300" y="3638550"/>
                </a:moveTo>
                <a:lnTo>
                  <a:pt x="1285875" y="3638550"/>
                </a:lnTo>
                <a:lnTo>
                  <a:pt x="1285875" y="3667125"/>
                </a:lnTo>
                <a:lnTo>
                  <a:pt x="1276350" y="3667125"/>
                </a:lnTo>
                <a:lnTo>
                  <a:pt x="1276350" y="3657600"/>
                </a:lnTo>
                <a:lnTo>
                  <a:pt x="1209675" y="3657600"/>
                </a:lnTo>
                <a:lnTo>
                  <a:pt x="1209675" y="3648075"/>
                </a:lnTo>
                <a:lnTo>
                  <a:pt x="1257300" y="3648075"/>
                </a:lnTo>
                <a:close/>
                <a:moveTo>
                  <a:pt x="476250" y="3648075"/>
                </a:moveTo>
                <a:lnTo>
                  <a:pt x="485775" y="3648075"/>
                </a:lnTo>
                <a:lnTo>
                  <a:pt x="485775" y="3657600"/>
                </a:lnTo>
                <a:lnTo>
                  <a:pt x="476250" y="3657600"/>
                </a:lnTo>
                <a:close/>
                <a:moveTo>
                  <a:pt x="504825" y="3648075"/>
                </a:moveTo>
                <a:lnTo>
                  <a:pt x="581025" y="3648075"/>
                </a:lnTo>
                <a:lnTo>
                  <a:pt x="581025" y="3657600"/>
                </a:lnTo>
                <a:lnTo>
                  <a:pt x="552450" y="3657600"/>
                </a:lnTo>
                <a:lnTo>
                  <a:pt x="552450" y="3667125"/>
                </a:lnTo>
                <a:lnTo>
                  <a:pt x="514350" y="3667125"/>
                </a:lnTo>
                <a:lnTo>
                  <a:pt x="514350" y="3657600"/>
                </a:lnTo>
                <a:lnTo>
                  <a:pt x="504825" y="3657600"/>
                </a:lnTo>
                <a:close/>
                <a:moveTo>
                  <a:pt x="952500" y="3648075"/>
                </a:moveTo>
                <a:lnTo>
                  <a:pt x="981075" y="3648075"/>
                </a:lnTo>
                <a:lnTo>
                  <a:pt x="981075" y="3657600"/>
                </a:lnTo>
                <a:lnTo>
                  <a:pt x="971550" y="3657600"/>
                </a:lnTo>
                <a:lnTo>
                  <a:pt x="971550" y="3667125"/>
                </a:lnTo>
                <a:lnTo>
                  <a:pt x="962025" y="3667125"/>
                </a:lnTo>
                <a:lnTo>
                  <a:pt x="962025" y="3657600"/>
                </a:lnTo>
                <a:lnTo>
                  <a:pt x="952500" y="3657600"/>
                </a:lnTo>
                <a:close/>
                <a:moveTo>
                  <a:pt x="409575" y="3667125"/>
                </a:moveTo>
                <a:lnTo>
                  <a:pt x="428625" y="3667125"/>
                </a:lnTo>
                <a:lnTo>
                  <a:pt x="428625" y="3676650"/>
                </a:lnTo>
                <a:lnTo>
                  <a:pt x="409575" y="3676650"/>
                </a:lnTo>
                <a:close/>
                <a:moveTo>
                  <a:pt x="685800" y="3667125"/>
                </a:moveTo>
                <a:lnTo>
                  <a:pt x="704850" y="3667125"/>
                </a:lnTo>
                <a:lnTo>
                  <a:pt x="704850" y="3676650"/>
                </a:lnTo>
                <a:lnTo>
                  <a:pt x="685800" y="3676650"/>
                </a:lnTo>
                <a:close/>
                <a:moveTo>
                  <a:pt x="1076325" y="3667125"/>
                </a:moveTo>
                <a:lnTo>
                  <a:pt x="1085850" y="3667125"/>
                </a:lnTo>
                <a:lnTo>
                  <a:pt x="1085850" y="3676650"/>
                </a:lnTo>
                <a:lnTo>
                  <a:pt x="1076325" y="3676650"/>
                </a:lnTo>
                <a:close/>
              </a:path>
            </a:pathLst>
          </a:custGeom>
          <a:solidFill xmlns:a="http://schemas.openxmlformats.org/drawingml/2006/main">
            <a:srgbClr val="F1ECE1"/>
          </a:solidFill>
          <a:ln xmlns:a="http://schemas.openxmlformats.org/drawingml/2006/main" w="0">
            <a:noFill/>
          </a:ln>
        </p:spPr>
      </p:sp>
      <p:sp>
        <p:nvSpPr>
          <p:cNvPr id="25" name="dashboard vector #efece0">
            <a:extLst xmlns:a="http://schemas.openxmlformats.org/drawingml/2006/main">
              <a:ext uri="{FF2B5EF4-FFF2-40B4-BE49-F238E27FC236}">
                <a16:creationId xmlns:a16="http://schemas.microsoft.com/office/drawing/2014/main" id="{0E1F75E3-AC10-463B-ACB0-7ADBDB44BF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14400" y="1447800"/>
            <a:ext cx="2171700" cy="4467225"/>
          </a:xfrm>
          <a:custGeom xmlns:a="http://schemas.openxmlformats.org/drawingml/2006/main">
            <a:pathLst>
              <a:path w="1838325" h="3790950">
                <a:moveTo>
                  <a:pt x="228600" y="0"/>
                </a:moveTo>
                <a:lnTo>
                  <a:pt x="238125" y="0"/>
                </a:lnTo>
                <a:lnTo>
                  <a:pt x="238125" y="9525"/>
                </a:lnTo>
                <a:lnTo>
                  <a:pt x="247650" y="9525"/>
                </a:lnTo>
                <a:lnTo>
                  <a:pt x="247650" y="0"/>
                </a:lnTo>
                <a:lnTo>
                  <a:pt x="428625" y="0"/>
                </a:lnTo>
                <a:lnTo>
                  <a:pt x="428625" y="9525"/>
                </a:lnTo>
                <a:lnTo>
                  <a:pt x="371475" y="9525"/>
                </a:lnTo>
                <a:lnTo>
                  <a:pt x="371475" y="19050"/>
                </a:lnTo>
                <a:lnTo>
                  <a:pt x="304800" y="19050"/>
                </a:lnTo>
                <a:lnTo>
                  <a:pt x="304800" y="28575"/>
                </a:lnTo>
                <a:lnTo>
                  <a:pt x="276225" y="28575"/>
                </a:lnTo>
                <a:lnTo>
                  <a:pt x="276225" y="19050"/>
                </a:lnTo>
                <a:lnTo>
                  <a:pt x="266700" y="19050"/>
                </a:lnTo>
                <a:lnTo>
                  <a:pt x="266700" y="28575"/>
                </a:lnTo>
                <a:lnTo>
                  <a:pt x="228600" y="28575"/>
                </a:lnTo>
                <a:lnTo>
                  <a:pt x="228600" y="76200"/>
                </a:lnTo>
                <a:lnTo>
                  <a:pt x="219075" y="76200"/>
                </a:lnTo>
                <a:lnTo>
                  <a:pt x="219075" y="85725"/>
                </a:lnTo>
                <a:lnTo>
                  <a:pt x="190500" y="85725"/>
                </a:lnTo>
                <a:lnTo>
                  <a:pt x="190500" y="95250"/>
                </a:lnTo>
                <a:lnTo>
                  <a:pt x="180975" y="95250"/>
                </a:lnTo>
                <a:lnTo>
                  <a:pt x="180975" y="76200"/>
                </a:lnTo>
                <a:lnTo>
                  <a:pt x="190500" y="76200"/>
                </a:lnTo>
                <a:lnTo>
                  <a:pt x="190500" y="66675"/>
                </a:lnTo>
                <a:lnTo>
                  <a:pt x="171450" y="66675"/>
                </a:lnTo>
                <a:lnTo>
                  <a:pt x="171450" y="76200"/>
                </a:lnTo>
                <a:lnTo>
                  <a:pt x="152400" y="76200"/>
                </a:lnTo>
                <a:lnTo>
                  <a:pt x="152400" y="66675"/>
                </a:lnTo>
                <a:lnTo>
                  <a:pt x="133350" y="66675"/>
                </a:lnTo>
                <a:lnTo>
                  <a:pt x="133350" y="57150"/>
                </a:lnTo>
                <a:lnTo>
                  <a:pt x="142875" y="57150"/>
                </a:lnTo>
                <a:lnTo>
                  <a:pt x="142875" y="47625"/>
                </a:lnTo>
                <a:lnTo>
                  <a:pt x="161925" y="47625"/>
                </a:lnTo>
                <a:lnTo>
                  <a:pt x="161925" y="38100"/>
                </a:lnTo>
                <a:lnTo>
                  <a:pt x="171450" y="38100"/>
                </a:lnTo>
                <a:lnTo>
                  <a:pt x="171450" y="28575"/>
                </a:lnTo>
                <a:lnTo>
                  <a:pt x="190500" y="28575"/>
                </a:lnTo>
                <a:lnTo>
                  <a:pt x="190500" y="19050"/>
                </a:lnTo>
                <a:lnTo>
                  <a:pt x="209550" y="19050"/>
                </a:lnTo>
                <a:lnTo>
                  <a:pt x="209550" y="9525"/>
                </a:lnTo>
                <a:lnTo>
                  <a:pt x="228600" y="9525"/>
                </a:lnTo>
                <a:close/>
                <a:moveTo>
                  <a:pt x="485775" y="0"/>
                </a:moveTo>
                <a:lnTo>
                  <a:pt x="495300" y="0"/>
                </a:lnTo>
                <a:lnTo>
                  <a:pt x="495300" y="9525"/>
                </a:lnTo>
                <a:lnTo>
                  <a:pt x="485775" y="9525"/>
                </a:lnTo>
                <a:close/>
                <a:moveTo>
                  <a:pt x="514350" y="0"/>
                </a:moveTo>
                <a:lnTo>
                  <a:pt x="523875" y="0"/>
                </a:lnTo>
                <a:lnTo>
                  <a:pt x="523875" y="9525"/>
                </a:lnTo>
                <a:lnTo>
                  <a:pt x="514350" y="9525"/>
                </a:lnTo>
                <a:close/>
                <a:moveTo>
                  <a:pt x="561975" y="0"/>
                </a:moveTo>
                <a:lnTo>
                  <a:pt x="609600" y="0"/>
                </a:lnTo>
                <a:lnTo>
                  <a:pt x="609600" y="9525"/>
                </a:lnTo>
                <a:lnTo>
                  <a:pt x="590550" y="9525"/>
                </a:lnTo>
                <a:lnTo>
                  <a:pt x="590550" y="19050"/>
                </a:lnTo>
                <a:lnTo>
                  <a:pt x="581025" y="19050"/>
                </a:lnTo>
                <a:lnTo>
                  <a:pt x="581025" y="9525"/>
                </a:lnTo>
                <a:lnTo>
                  <a:pt x="561975" y="9525"/>
                </a:lnTo>
                <a:close/>
                <a:moveTo>
                  <a:pt x="647700" y="0"/>
                </a:moveTo>
                <a:lnTo>
                  <a:pt x="657225" y="0"/>
                </a:lnTo>
                <a:lnTo>
                  <a:pt x="657225" y="9525"/>
                </a:lnTo>
                <a:lnTo>
                  <a:pt x="647700" y="9525"/>
                </a:lnTo>
                <a:close/>
                <a:moveTo>
                  <a:pt x="1000125" y="0"/>
                </a:moveTo>
                <a:lnTo>
                  <a:pt x="1038225" y="0"/>
                </a:lnTo>
                <a:lnTo>
                  <a:pt x="1038225" y="9525"/>
                </a:lnTo>
                <a:lnTo>
                  <a:pt x="1000125" y="9525"/>
                </a:lnTo>
                <a:close/>
                <a:moveTo>
                  <a:pt x="1162050" y="0"/>
                </a:moveTo>
                <a:lnTo>
                  <a:pt x="1171575" y="0"/>
                </a:lnTo>
                <a:lnTo>
                  <a:pt x="1171575" y="9525"/>
                </a:lnTo>
                <a:lnTo>
                  <a:pt x="1162050" y="9525"/>
                </a:lnTo>
                <a:close/>
                <a:moveTo>
                  <a:pt x="1333500" y="0"/>
                </a:moveTo>
                <a:lnTo>
                  <a:pt x="1362075" y="0"/>
                </a:lnTo>
                <a:lnTo>
                  <a:pt x="1362075" y="9525"/>
                </a:lnTo>
                <a:lnTo>
                  <a:pt x="1333500" y="9525"/>
                </a:lnTo>
                <a:close/>
                <a:moveTo>
                  <a:pt x="1409700" y="0"/>
                </a:moveTo>
                <a:lnTo>
                  <a:pt x="1504950" y="0"/>
                </a:lnTo>
                <a:lnTo>
                  <a:pt x="1504950" y="9525"/>
                </a:lnTo>
                <a:lnTo>
                  <a:pt x="1485900" y="9525"/>
                </a:lnTo>
                <a:lnTo>
                  <a:pt x="1485900" y="19050"/>
                </a:lnTo>
                <a:lnTo>
                  <a:pt x="1457325" y="19050"/>
                </a:lnTo>
                <a:lnTo>
                  <a:pt x="1457325" y="9525"/>
                </a:lnTo>
                <a:lnTo>
                  <a:pt x="1428750" y="9525"/>
                </a:lnTo>
                <a:lnTo>
                  <a:pt x="1428750" y="19050"/>
                </a:lnTo>
                <a:lnTo>
                  <a:pt x="1419225" y="19050"/>
                </a:lnTo>
                <a:lnTo>
                  <a:pt x="1419225" y="9525"/>
                </a:lnTo>
                <a:lnTo>
                  <a:pt x="1409700" y="9525"/>
                </a:lnTo>
                <a:close/>
                <a:moveTo>
                  <a:pt x="1514475" y="0"/>
                </a:moveTo>
                <a:lnTo>
                  <a:pt x="1552575" y="0"/>
                </a:lnTo>
                <a:lnTo>
                  <a:pt x="1552575" y="9525"/>
                </a:lnTo>
                <a:lnTo>
                  <a:pt x="1562100" y="9525"/>
                </a:lnTo>
                <a:lnTo>
                  <a:pt x="1562100" y="19050"/>
                </a:lnTo>
                <a:lnTo>
                  <a:pt x="1571625" y="19050"/>
                </a:lnTo>
                <a:lnTo>
                  <a:pt x="1571625" y="28575"/>
                </a:lnTo>
                <a:lnTo>
                  <a:pt x="1600200" y="28575"/>
                </a:lnTo>
                <a:lnTo>
                  <a:pt x="1600200" y="38100"/>
                </a:lnTo>
                <a:lnTo>
                  <a:pt x="1619250" y="38100"/>
                </a:lnTo>
                <a:lnTo>
                  <a:pt x="1619250" y="47625"/>
                </a:lnTo>
                <a:lnTo>
                  <a:pt x="1628775" y="47625"/>
                </a:lnTo>
                <a:lnTo>
                  <a:pt x="1628775" y="66675"/>
                </a:lnTo>
                <a:lnTo>
                  <a:pt x="1619250" y="66675"/>
                </a:lnTo>
                <a:lnTo>
                  <a:pt x="1619250" y="76200"/>
                </a:lnTo>
                <a:lnTo>
                  <a:pt x="1628775" y="76200"/>
                </a:lnTo>
                <a:lnTo>
                  <a:pt x="1628775" y="66675"/>
                </a:lnTo>
                <a:lnTo>
                  <a:pt x="1657350" y="66675"/>
                </a:lnTo>
                <a:lnTo>
                  <a:pt x="1657350" y="76200"/>
                </a:lnTo>
                <a:lnTo>
                  <a:pt x="1676400" y="76200"/>
                </a:lnTo>
                <a:lnTo>
                  <a:pt x="1676400" y="66675"/>
                </a:lnTo>
                <a:lnTo>
                  <a:pt x="1685925" y="66675"/>
                </a:lnTo>
                <a:lnTo>
                  <a:pt x="1685925" y="47625"/>
                </a:lnTo>
                <a:lnTo>
                  <a:pt x="1704975" y="47625"/>
                </a:lnTo>
                <a:lnTo>
                  <a:pt x="1704975" y="76200"/>
                </a:lnTo>
                <a:lnTo>
                  <a:pt x="1695450" y="76200"/>
                </a:lnTo>
                <a:lnTo>
                  <a:pt x="1695450" y="85725"/>
                </a:lnTo>
                <a:lnTo>
                  <a:pt x="1733550" y="85725"/>
                </a:lnTo>
                <a:lnTo>
                  <a:pt x="1733550" y="114300"/>
                </a:lnTo>
                <a:lnTo>
                  <a:pt x="1704975" y="114300"/>
                </a:lnTo>
                <a:lnTo>
                  <a:pt x="1704975" y="104775"/>
                </a:lnTo>
                <a:lnTo>
                  <a:pt x="1695450" y="104775"/>
                </a:lnTo>
                <a:lnTo>
                  <a:pt x="1695450" y="95250"/>
                </a:lnTo>
                <a:lnTo>
                  <a:pt x="1685925" y="95250"/>
                </a:lnTo>
                <a:lnTo>
                  <a:pt x="1685925" y="104775"/>
                </a:lnTo>
                <a:lnTo>
                  <a:pt x="1676400" y="104775"/>
                </a:lnTo>
                <a:lnTo>
                  <a:pt x="1676400" y="114300"/>
                </a:lnTo>
                <a:lnTo>
                  <a:pt x="1657350" y="114300"/>
                </a:lnTo>
                <a:lnTo>
                  <a:pt x="1657350" y="104775"/>
                </a:lnTo>
                <a:lnTo>
                  <a:pt x="1647825" y="104775"/>
                </a:lnTo>
                <a:lnTo>
                  <a:pt x="1647825" y="95250"/>
                </a:lnTo>
                <a:lnTo>
                  <a:pt x="1628775" y="95250"/>
                </a:lnTo>
                <a:lnTo>
                  <a:pt x="1628775" y="85725"/>
                </a:lnTo>
                <a:lnTo>
                  <a:pt x="1609725" y="85725"/>
                </a:lnTo>
                <a:lnTo>
                  <a:pt x="1609725" y="76200"/>
                </a:lnTo>
                <a:lnTo>
                  <a:pt x="1590675" y="76200"/>
                </a:lnTo>
                <a:lnTo>
                  <a:pt x="1590675" y="66675"/>
                </a:lnTo>
                <a:lnTo>
                  <a:pt x="1571625" y="66675"/>
                </a:lnTo>
                <a:lnTo>
                  <a:pt x="1571625" y="57150"/>
                </a:lnTo>
                <a:lnTo>
                  <a:pt x="1552575" y="57150"/>
                </a:lnTo>
                <a:lnTo>
                  <a:pt x="1552575" y="47625"/>
                </a:lnTo>
                <a:lnTo>
                  <a:pt x="1524000" y="47625"/>
                </a:lnTo>
                <a:lnTo>
                  <a:pt x="1524000" y="38100"/>
                </a:lnTo>
                <a:lnTo>
                  <a:pt x="1533525" y="38100"/>
                </a:lnTo>
                <a:lnTo>
                  <a:pt x="1533525" y="28575"/>
                </a:lnTo>
                <a:lnTo>
                  <a:pt x="1514475" y="28575"/>
                </a:lnTo>
                <a:close/>
                <a:moveTo>
                  <a:pt x="1600200" y="0"/>
                </a:moveTo>
                <a:lnTo>
                  <a:pt x="1619250" y="0"/>
                </a:lnTo>
                <a:lnTo>
                  <a:pt x="1619250" y="9525"/>
                </a:lnTo>
                <a:lnTo>
                  <a:pt x="1600200" y="9525"/>
                </a:lnTo>
                <a:close/>
                <a:moveTo>
                  <a:pt x="1362075" y="9525"/>
                </a:moveTo>
                <a:lnTo>
                  <a:pt x="1381125" y="9525"/>
                </a:lnTo>
                <a:lnTo>
                  <a:pt x="1381125" y="19050"/>
                </a:lnTo>
                <a:lnTo>
                  <a:pt x="1362075" y="19050"/>
                </a:lnTo>
                <a:close/>
                <a:moveTo>
                  <a:pt x="200025" y="57150"/>
                </a:moveTo>
                <a:lnTo>
                  <a:pt x="219075" y="57150"/>
                </a:lnTo>
                <a:lnTo>
                  <a:pt x="219075" y="47625"/>
                </a:lnTo>
                <a:lnTo>
                  <a:pt x="200025" y="47625"/>
                </a:lnTo>
                <a:close/>
                <a:moveTo>
                  <a:pt x="104775" y="66675"/>
                </a:moveTo>
                <a:lnTo>
                  <a:pt x="123825" y="66675"/>
                </a:lnTo>
                <a:lnTo>
                  <a:pt x="123825" y="76200"/>
                </a:lnTo>
                <a:lnTo>
                  <a:pt x="104775" y="76200"/>
                </a:lnTo>
                <a:close/>
                <a:moveTo>
                  <a:pt x="76200" y="85725"/>
                </a:moveTo>
                <a:lnTo>
                  <a:pt x="123825" y="85725"/>
                </a:lnTo>
                <a:lnTo>
                  <a:pt x="123825" y="95250"/>
                </a:lnTo>
                <a:lnTo>
                  <a:pt x="114300" y="95250"/>
                </a:lnTo>
                <a:lnTo>
                  <a:pt x="114300" y="104775"/>
                </a:lnTo>
                <a:lnTo>
                  <a:pt x="104775" y="104775"/>
                </a:lnTo>
                <a:lnTo>
                  <a:pt x="104775" y="114300"/>
                </a:lnTo>
                <a:lnTo>
                  <a:pt x="95250" y="114300"/>
                </a:lnTo>
                <a:lnTo>
                  <a:pt x="95250" y="123825"/>
                </a:lnTo>
                <a:lnTo>
                  <a:pt x="85725" y="123825"/>
                </a:lnTo>
                <a:lnTo>
                  <a:pt x="85725" y="133350"/>
                </a:lnTo>
                <a:lnTo>
                  <a:pt x="76200" y="133350"/>
                </a:lnTo>
                <a:lnTo>
                  <a:pt x="76200" y="142875"/>
                </a:lnTo>
                <a:lnTo>
                  <a:pt x="57150" y="142875"/>
                </a:lnTo>
                <a:lnTo>
                  <a:pt x="57150" y="152400"/>
                </a:lnTo>
                <a:lnTo>
                  <a:pt x="38100" y="152400"/>
                </a:lnTo>
                <a:lnTo>
                  <a:pt x="38100" y="161925"/>
                </a:lnTo>
                <a:lnTo>
                  <a:pt x="28575" y="161925"/>
                </a:lnTo>
                <a:lnTo>
                  <a:pt x="28575" y="171450"/>
                </a:lnTo>
                <a:lnTo>
                  <a:pt x="19050" y="171450"/>
                </a:lnTo>
                <a:lnTo>
                  <a:pt x="19050" y="180975"/>
                </a:lnTo>
                <a:lnTo>
                  <a:pt x="0" y="180975"/>
                </a:lnTo>
                <a:lnTo>
                  <a:pt x="0" y="152400"/>
                </a:lnTo>
                <a:lnTo>
                  <a:pt x="9525" y="152400"/>
                </a:lnTo>
                <a:lnTo>
                  <a:pt x="9525" y="142875"/>
                </a:lnTo>
                <a:lnTo>
                  <a:pt x="19050" y="142875"/>
                </a:lnTo>
                <a:lnTo>
                  <a:pt x="19050" y="123825"/>
                </a:lnTo>
                <a:lnTo>
                  <a:pt x="28575" y="123825"/>
                </a:lnTo>
                <a:lnTo>
                  <a:pt x="28575" y="114300"/>
                </a:lnTo>
                <a:lnTo>
                  <a:pt x="47625" y="114300"/>
                </a:lnTo>
                <a:lnTo>
                  <a:pt x="47625" y="104775"/>
                </a:lnTo>
                <a:lnTo>
                  <a:pt x="66675" y="104775"/>
                </a:lnTo>
                <a:lnTo>
                  <a:pt x="66675" y="95250"/>
                </a:lnTo>
                <a:lnTo>
                  <a:pt x="76200" y="95250"/>
                </a:lnTo>
                <a:close/>
                <a:moveTo>
                  <a:pt x="1762125" y="123825"/>
                </a:moveTo>
                <a:lnTo>
                  <a:pt x="1781175" y="123825"/>
                </a:lnTo>
                <a:lnTo>
                  <a:pt x="1781175" y="133350"/>
                </a:lnTo>
                <a:lnTo>
                  <a:pt x="1809750" y="133350"/>
                </a:lnTo>
                <a:lnTo>
                  <a:pt x="1809750" y="152400"/>
                </a:lnTo>
                <a:lnTo>
                  <a:pt x="1819275" y="152400"/>
                </a:lnTo>
                <a:lnTo>
                  <a:pt x="1819275" y="171450"/>
                </a:lnTo>
                <a:lnTo>
                  <a:pt x="1828800" y="171450"/>
                </a:lnTo>
                <a:lnTo>
                  <a:pt x="1828800" y="190500"/>
                </a:lnTo>
                <a:lnTo>
                  <a:pt x="1819275" y="190500"/>
                </a:lnTo>
                <a:lnTo>
                  <a:pt x="1819275" y="200025"/>
                </a:lnTo>
                <a:lnTo>
                  <a:pt x="1838325" y="200025"/>
                </a:lnTo>
                <a:lnTo>
                  <a:pt x="1838325" y="247650"/>
                </a:lnTo>
                <a:lnTo>
                  <a:pt x="1828800" y="247650"/>
                </a:lnTo>
                <a:lnTo>
                  <a:pt x="1828800" y="228600"/>
                </a:lnTo>
                <a:lnTo>
                  <a:pt x="1819275" y="228600"/>
                </a:lnTo>
                <a:lnTo>
                  <a:pt x="1819275" y="219075"/>
                </a:lnTo>
                <a:lnTo>
                  <a:pt x="1828800" y="219075"/>
                </a:lnTo>
                <a:lnTo>
                  <a:pt x="1828800" y="209550"/>
                </a:lnTo>
                <a:lnTo>
                  <a:pt x="1800225" y="209550"/>
                </a:lnTo>
                <a:lnTo>
                  <a:pt x="1800225" y="200025"/>
                </a:lnTo>
                <a:lnTo>
                  <a:pt x="1790700" y="200025"/>
                </a:lnTo>
                <a:lnTo>
                  <a:pt x="1790700" y="190500"/>
                </a:lnTo>
                <a:lnTo>
                  <a:pt x="1800225" y="190500"/>
                </a:lnTo>
                <a:lnTo>
                  <a:pt x="1800225" y="152400"/>
                </a:lnTo>
                <a:lnTo>
                  <a:pt x="1790700" y="152400"/>
                </a:lnTo>
                <a:lnTo>
                  <a:pt x="1790700" y="142875"/>
                </a:lnTo>
                <a:lnTo>
                  <a:pt x="1771650" y="142875"/>
                </a:lnTo>
                <a:lnTo>
                  <a:pt x="1771650" y="133350"/>
                </a:lnTo>
                <a:lnTo>
                  <a:pt x="1762125" y="133350"/>
                </a:lnTo>
                <a:close/>
                <a:moveTo>
                  <a:pt x="304800" y="133350"/>
                </a:moveTo>
                <a:lnTo>
                  <a:pt x="314325" y="133350"/>
                </a:lnTo>
                <a:lnTo>
                  <a:pt x="314325" y="142875"/>
                </a:lnTo>
                <a:lnTo>
                  <a:pt x="304800" y="142875"/>
                </a:lnTo>
                <a:close/>
                <a:moveTo>
                  <a:pt x="381000" y="133350"/>
                </a:moveTo>
                <a:lnTo>
                  <a:pt x="419100" y="133350"/>
                </a:lnTo>
                <a:lnTo>
                  <a:pt x="419100" y="142875"/>
                </a:lnTo>
                <a:lnTo>
                  <a:pt x="381000" y="142875"/>
                </a:lnTo>
                <a:close/>
                <a:moveTo>
                  <a:pt x="428625" y="133350"/>
                </a:moveTo>
                <a:lnTo>
                  <a:pt x="438150" y="133350"/>
                </a:lnTo>
                <a:lnTo>
                  <a:pt x="438150" y="142875"/>
                </a:lnTo>
                <a:lnTo>
                  <a:pt x="428625" y="142875"/>
                </a:lnTo>
                <a:close/>
                <a:moveTo>
                  <a:pt x="447675" y="133350"/>
                </a:moveTo>
                <a:lnTo>
                  <a:pt x="552450" y="133350"/>
                </a:lnTo>
                <a:lnTo>
                  <a:pt x="552450" y="161925"/>
                </a:lnTo>
                <a:lnTo>
                  <a:pt x="542925" y="161925"/>
                </a:lnTo>
                <a:lnTo>
                  <a:pt x="542925" y="142875"/>
                </a:lnTo>
                <a:lnTo>
                  <a:pt x="447675" y="142875"/>
                </a:lnTo>
                <a:close/>
                <a:moveTo>
                  <a:pt x="561975" y="133350"/>
                </a:moveTo>
                <a:lnTo>
                  <a:pt x="590550" y="133350"/>
                </a:lnTo>
                <a:lnTo>
                  <a:pt x="590550" y="142875"/>
                </a:lnTo>
                <a:lnTo>
                  <a:pt x="561975" y="142875"/>
                </a:lnTo>
                <a:close/>
                <a:moveTo>
                  <a:pt x="685800" y="133350"/>
                </a:moveTo>
                <a:lnTo>
                  <a:pt x="800100" y="133350"/>
                </a:lnTo>
                <a:lnTo>
                  <a:pt x="800100" y="142875"/>
                </a:lnTo>
                <a:lnTo>
                  <a:pt x="790575" y="142875"/>
                </a:lnTo>
                <a:lnTo>
                  <a:pt x="790575" y="171450"/>
                </a:lnTo>
                <a:lnTo>
                  <a:pt x="714375" y="171450"/>
                </a:lnTo>
                <a:lnTo>
                  <a:pt x="714375" y="161925"/>
                </a:lnTo>
                <a:lnTo>
                  <a:pt x="704850" y="161925"/>
                </a:lnTo>
                <a:lnTo>
                  <a:pt x="704850" y="142875"/>
                </a:lnTo>
                <a:lnTo>
                  <a:pt x="685800" y="142875"/>
                </a:lnTo>
                <a:close/>
                <a:moveTo>
                  <a:pt x="1019175" y="133350"/>
                </a:moveTo>
                <a:lnTo>
                  <a:pt x="1181100" y="133350"/>
                </a:lnTo>
                <a:lnTo>
                  <a:pt x="1181100" y="142875"/>
                </a:lnTo>
                <a:lnTo>
                  <a:pt x="1114425" y="142875"/>
                </a:lnTo>
                <a:lnTo>
                  <a:pt x="1114425" y="152400"/>
                </a:lnTo>
                <a:lnTo>
                  <a:pt x="1152525" y="152400"/>
                </a:lnTo>
                <a:lnTo>
                  <a:pt x="1152525" y="161925"/>
                </a:lnTo>
                <a:lnTo>
                  <a:pt x="1143000" y="161925"/>
                </a:lnTo>
                <a:lnTo>
                  <a:pt x="1143000" y="171450"/>
                </a:lnTo>
                <a:lnTo>
                  <a:pt x="1133475" y="171450"/>
                </a:lnTo>
                <a:lnTo>
                  <a:pt x="1133475" y="161925"/>
                </a:lnTo>
                <a:lnTo>
                  <a:pt x="1104900" y="161925"/>
                </a:lnTo>
                <a:lnTo>
                  <a:pt x="1104900" y="171450"/>
                </a:lnTo>
                <a:lnTo>
                  <a:pt x="1057275" y="171450"/>
                </a:lnTo>
                <a:lnTo>
                  <a:pt x="1057275" y="161925"/>
                </a:lnTo>
                <a:lnTo>
                  <a:pt x="1019175" y="161925"/>
                </a:lnTo>
                <a:close/>
                <a:moveTo>
                  <a:pt x="1266825" y="133350"/>
                </a:moveTo>
                <a:lnTo>
                  <a:pt x="1314450" y="133350"/>
                </a:lnTo>
                <a:lnTo>
                  <a:pt x="1314450" y="142875"/>
                </a:lnTo>
                <a:lnTo>
                  <a:pt x="1323975" y="142875"/>
                </a:lnTo>
                <a:lnTo>
                  <a:pt x="1323975" y="161925"/>
                </a:lnTo>
                <a:lnTo>
                  <a:pt x="1285875" y="161925"/>
                </a:lnTo>
                <a:lnTo>
                  <a:pt x="1285875" y="152400"/>
                </a:lnTo>
                <a:lnTo>
                  <a:pt x="1295400" y="152400"/>
                </a:lnTo>
                <a:lnTo>
                  <a:pt x="1295400" y="142875"/>
                </a:lnTo>
                <a:lnTo>
                  <a:pt x="1266825" y="142875"/>
                </a:lnTo>
                <a:close/>
                <a:moveTo>
                  <a:pt x="1352550" y="133350"/>
                </a:moveTo>
                <a:lnTo>
                  <a:pt x="1400175" y="133350"/>
                </a:lnTo>
                <a:lnTo>
                  <a:pt x="1400175" y="142875"/>
                </a:lnTo>
                <a:lnTo>
                  <a:pt x="1352550" y="142875"/>
                </a:lnTo>
                <a:close/>
                <a:moveTo>
                  <a:pt x="1457325" y="133350"/>
                </a:moveTo>
                <a:lnTo>
                  <a:pt x="1485900" y="133350"/>
                </a:lnTo>
                <a:lnTo>
                  <a:pt x="1485900" y="142875"/>
                </a:lnTo>
                <a:lnTo>
                  <a:pt x="1457325" y="142875"/>
                </a:lnTo>
                <a:close/>
                <a:moveTo>
                  <a:pt x="504825" y="152400"/>
                </a:moveTo>
                <a:lnTo>
                  <a:pt x="533400" y="152400"/>
                </a:lnTo>
                <a:lnTo>
                  <a:pt x="533400" y="161925"/>
                </a:lnTo>
                <a:lnTo>
                  <a:pt x="504825" y="161925"/>
                </a:lnTo>
                <a:close/>
                <a:moveTo>
                  <a:pt x="1238250" y="152400"/>
                </a:moveTo>
                <a:lnTo>
                  <a:pt x="1247775" y="152400"/>
                </a:lnTo>
                <a:lnTo>
                  <a:pt x="1247775" y="161925"/>
                </a:lnTo>
                <a:lnTo>
                  <a:pt x="1238250" y="161925"/>
                </a:lnTo>
                <a:close/>
                <a:moveTo>
                  <a:pt x="228600" y="161925"/>
                </a:moveTo>
                <a:lnTo>
                  <a:pt x="238125" y="161925"/>
                </a:lnTo>
                <a:lnTo>
                  <a:pt x="238125" y="180975"/>
                </a:lnTo>
                <a:lnTo>
                  <a:pt x="209550" y="180975"/>
                </a:lnTo>
                <a:lnTo>
                  <a:pt x="209550" y="171450"/>
                </a:lnTo>
                <a:lnTo>
                  <a:pt x="228600" y="171450"/>
                </a:lnTo>
                <a:close/>
                <a:moveTo>
                  <a:pt x="704850" y="171450"/>
                </a:moveTo>
                <a:lnTo>
                  <a:pt x="714375" y="171450"/>
                </a:lnTo>
                <a:lnTo>
                  <a:pt x="714375" y="180975"/>
                </a:lnTo>
                <a:lnTo>
                  <a:pt x="704850" y="180975"/>
                </a:lnTo>
                <a:close/>
                <a:moveTo>
                  <a:pt x="1114425" y="171450"/>
                </a:moveTo>
                <a:lnTo>
                  <a:pt x="1123950" y="171450"/>
                </a:lnTo>
                <a:lnTo>
                  <a:pt x="1123950" y="180975"/>
                </a:lnTo>
                <a:lnTo>
                  <a:pt x="1114425" y="180975"/>
                </a:lnTo>
                <a:close/>
                <a:moveTo>
                  <a:pt x="1143000" y="190500"/>
                </a:moveTo>
                <a:lnTo>
                  <a:pt x="1181100" y="190500"/>
                </a:lnTo>
                <a:lnTo>
                  <a:pt x="1181100" y="200025"/>
                </a:lnTo>
                <a:lnTo>
                  <a:pt x="1171575" y="200025"/>
                </a:lnTo>
                <a:lnTo>
                  <a:pt x="1171575" y="228600"/>
                </a:lnTo>
                <a:lnTo>
                  <a:pt x="1162050" y="228600"/>
                </a:lnTo>
                <a:lnTo>
                  <a:pt x="1162050" y="209550"/>
                </a:lnTo>
                <a:lnTo>
                  <a:pt x="1152525" y="209550"/>
                </a:lnTo>
                <a:lnTo>
                  <a:pt x="1152525" y="200025"/>
                </a:lnTo>
                <a:lnTo>
                  <a:pt x="1143000" y="200025"/>
                </a:lnTo>
                <a:close/>
                <a:moveTo>
                  <a:pt x="1647825" y="209550"/>
                </a:moveTo>
                <a:lnTo>
                  <a:pt x="1657350" y="209550"/>
                </a:lnTo>
                <a:lnTo>
                  <a:pt x="1657350" y="219075"/>
                </a:lnTo>
                <a:lnTo>
                  <a:pt x="1647825" y="219075"/>
                </a:lnTo>
                <a:close/>
                <a:moveTo>
                  <a:pt x="1790700" y="209550"/>
                </a:moveTo>
                <a:lnTo>
                  <a:pt x="1800225" y="209550"/>
                </a:lnTo>
                <a:lnTo>
                  <a:pt x="1800225" y="219075"/>
                </a:lnTo>
                <a:lnTo>
                  <a:pt x="1790700" y="219075"/>
                </a:lnTo>
                <a:close/>
                <a:moveTo>
                  <a:pt x="657225" y="219075"/>
                </a:moveTo>
                <a:lnTo>
                  <a:pt x="666750" y="219075"/>
                </a:lnTo>
                <a:lnTo>
                  <a:pt x="666750" y="228600"/>
                </a:lnTo>
                <a:lnTo>
                  <a:pt x="657225" y="228600"/>
                </a:lnTo>
                <a:close/>
                <a:moveTo>
                  <a:pt x="1390650" y="219075"/>
                </a:moveTo>
                <a:lnTo>
                  <a:pt x="1419225" y="219075"/>
                </a:lnTo>
                <a:lnTo>
                  <a:pt x="1419225" y="228600"/>
                </a:lnTo>
                <a:lnTo>
                  <a:pt x="1390650" y="228600"/>
                </a:lnTo>
                <a:close/>
                <a:moveTo>
                  <a:pt x="1504950" y="219075"/>
                </a:moveTo>
                <a:lnTo>
                  <a:pt x="1533525" y="219075"/>
                </a:lnTo>
                <a:lnTo>
                  <a:pt x="1533525" y="228600"/>
                </a:lnTo>
                <a:lnTo>
                  <a:pt x="1504950" y="228600"/>
                </a:lnTo>
                <a:close/>
                <a:moveTo>
                  <a:pt x="447675" y="228600"/>
                </a:moveTo>
                <a:lnTo>
                  <a:pt x="466725" y="228600"/>
                </a:lnTo>
                <a:lnTo>
                  <a:pt x="466725" y="238125"/>
                </a:lnTo>
                <a:lnTo>
                  <a:pt x="447675" y="238125"/>
                </a:lnTo>
                <a:close/>
                <a:moveTo>
                  <a:pt x="142875" y="247650"/>
                </a:moveTo>
                <a:lnTo>
                  <a:pt x="152400" y="247650"/>
                </a:lnTo>
                <a:lnTo>
                  <a:pt x="152400" y="266700"/>
                </a:lnTo>
                <a:lnTo>
                  <a:pt x="142875" y="266700"/>
                </a:lnTo>
                <a:close/>
                <a:moveTo>
                  <a:pt x="276225" y="266700"/>
                </a:moveTo>
                <a:lnTo>
                  <a:pt x="285750" y="266700"/>
                </a:lnTo>
                <a:lnTo>
                  <a:pt x="285750" y="276225"/>
                </a:lnTo>
                <a:lnTo>
                  <a:pt x="276225" y="276225"/>
                </a:lnTo>
                <a:close/>
                <a:moveTo>
                  <a:pt x="1285875" y="266700"/>
                </a:moveTo>
                <a:lnTo>
                  <a:pt x="1314450" y="266700"/>
                </a:lnTo>
                <a:lnTo>
                  <a:pt x="1314450" y="285750"/>
                </a:lnTo>
                <a:lnTo>
                  <a:pt x="1285875" y="285750"/>
                </a:lnTo>
                <a:close/>
                <a:moveTo>
                  <a:pt x="133350" y="276225"/>
                </a:moveTo>
                <a:lnTo>
                  <a:pt x="142875" y="276225"/>
                </a:lnTo>
                <a:lnTo>
                  <a:pt x="142875" y="285750"/>
                </a:lnTo>
                <a:lnTo>
                  <a:pt x="133350" y="285750"/>
                </a:lnTo>
                <a:close/>
                <a:moveTo>
                  <a:pt x="400050" y="276225"/>
                </a:moveTo>
                <a:lnTo>
                  <a:pt x="409575" y="276225"/>
                </a:lnTo>
                <a:lnTo>
                  <a:pt x="409575" y="285750"/>
                </a:lnTo>
                <a:lnTo>
                  <a:pt x="400050" y="285750"/>
                </a:lnTo>
                <a:close/>
                <a:moveTo>
                  <a:pt x="1466850" y="276225"/>
                </a:moveTo>
                <a:lnTo>
                  <a:pt x="1476375" y="276225"/>
                </a:lnTo>
                <a:lnTo>
                  <a:pt x="1476375" y="285750"/>
                </a:lnTo>
                <a:lnTo>
                  <a:pt x="1466850" y="285750"/>
                </a:lnTo>
                <a:close/>
                <a:moveTo>
                  <a:pt x="171450" y="323850"/>
                </a:moveTo>
                <a:lnTo>
                  <a:pt x="180975" y="323850"/>
                </a:lnTo>
                <a:lnTo>
                  <a:pt x="180975" y="333375"/>
                </a:lnTo>
                <a:lnTo>
                  <a:pt x="171450" y="333375"/>
                </a:lnTo>
                <a:close/>
                <a:moveTo>
                  <a:pt x="247650" y="323850"/>
                </a:moveTo>
                <a:lnTo>
                  <a:pt x="276225" y="323850"/>
                </a:lnTo>
                <a:lnTo>
                  <a:pt x="276225" y="342900"/>
                </a:lnTo>
                <a:lnTo>
                  <a:pt x="257175" y="342900"/>
                </a:lnTo>
                <a:lnTo>
                  <a:pt x="257175" y="333375"/>
                </a:lnTo>
                <a:lnTo>
                  <a:pt x="247650" y="333375"/>
                </a:lnTo>
                <a:close/>
                <a:moveTo>
                  <a:pt x="695325" y="323850"/>
                </a:moveTo>
                <a:lnTo>
                  <a:pt x="704850" y="323850"/>
                </a:lnTo>
                <a:lnTo>
                  <a:pt x="704850" y="333375"/>
                </a:lnTo>
                <a:lnTo>
                  <a:pt x="695325" y="333375"/>
                </a:lnTo>
                <a:close/>
                <a:moveTo>
                  <a:pt x="123825" y="333375"/>
                </a:moveTo>
                <a:lnTo>
                  <a:pt x="133350" y="333375"/>
                </a:lnTo>
                <a:lnTo>
                  <a:pt x="133350" y="342900"/>
                </a:lnTo>
                <a:lnTo>
                  <a:pt x="123825" y="342900"/>
                </a:lnTo>
                <a:close/>
                <a:moveTo>
                  <a:pt x="1695450" y="333375"/>
                </a:moveTo>
                <a:lnTo>
                  <a:pt x="1704975" y="333375"/>
                </a:lnTo>
                <a:lnTo>
                  <a:pt x="1704975" y="361950"/>
                </a:lnTo>
                <a:lnTo>
                  <a:pt x="1695450" y="361950"/>
                </a:lnTo>
                <a:close/>
                <a:moveTo>
                  <a:pt x="295275" y="352425"/>
                </a:moveTo>
                <a:lnTo>
                  <a:pt x="304800" y="352425"/>
                </a:lnTo>
                <a:lnTo>
                  <a:pt x="304800" y="361950"/>
                </a:lnTo>
                <a:lnTo>
                  <a:pt x="314325" y="361950"/>
                </a:lnTo>
                <a:lnTo>
                  <a:pt x="314325" y="352425"/>
                </a:lnTo>
                <a:lnTo>
                  <a:pt x="342900" y="352425"/>
                </a:lnTo>
                <a:lnTo>
                  <a:pt x="342900" y="390525"/>
                </a:lnTo>
                <a:lnTo>
                  <a:pt x="352425" y="390525"/>
                </a:lnTo>
                <a:lnTo>
                  <a:pt x="352425" y="381000"/>
                </a:lnTo>
                <a:lnTo>
                  <a:pt x="361950" y="381000"/>
                </a:lnTo>
                <a:lnTo>
                  <a:pt x="361950" y="371475"/>
                </a:lnTo>
                <a:lnTo>
                  <a:pt x="381000" y="371475"/>
                </a:lnTo>
                <a:lnTo>
                  <a:pt x="381000" y="400050"/>
                </a:lnTo>
                <a:lnTo>
                  <a:pt x="390525" y="400050"/>
                </a:lnTo>
                <a:lnTo>
                  <a:pt x="390525" y="409575"/>
                </a:lnTo>
                <a:lnTo>
                  <a:pt x="371475" y="409575"/>
                </a:lnTo>
                <a:lnTo>
                  <a:pt x="371475" y="400050"/>
                </a:lnTo>
                <a:lnTo>
                  <a:pt x="342900" y="400050"/>
                </a:lnTo>
                <a:lnTo>
                  <a:pt x="342900" y="409575"/>
                </a:lnTo>
                <a:lnTo>
                  <a:pt x="333375" y="409575"/>
                </a:lnTo>
                <a:lnTo>
                  <a:pt x="333375" y="390525"/>
                </a:lnTo>
                <a:lnTo>
                  <a:pt x="323850" y="390525"/>
                </a:lnTo>
                <a:lnTo>
                  <a:pt x="323850" y="381000"/>
                </a:lnTo>
                <a:lnTo>
                  <a:pt x="295275" y="381000"/>
                </a:lnTo>
                <a:lnTo>
                  <a:pt x="295275" y="371475"/>
                </a:lnTo>
                <a:lnTo>
                  <a:pt x="285750" y="371475"/>
                </a:lnTo>
                <a:lnTo>
                  <a:pt x="285750" y="390525"/>
                </a:lnTo>
                <a:lnTo>
                  <a:pt x="276225" y="390525"/>
                </a:lnTo>
                <a:lnTo>
                  <a:pt x="276225" y="400050"/>
                </a:lnTo>
                <a:lnTo>
                  <a:pt x="238125" y="400050"/>
                </a:lnTo>
                <a:lnTo>
                  <a:pt x="238125" y="390525"/>
                </a:lnTo>
                <a:lnTo>
                  <a:pt x="257175" y="390525"/>
                </a:lnTo>
                <a:lnTo>
                  <a:pt x="257175" y="381000"/>
                </a:lnTo>
                <a:lnTo>
                  <a:pt x="247650" y="381000"/>
                </a:lnTo>
                <a:lnTo>
                  <a:pt x="247650" y="361950"/>
                </a:lnTo>
                <a:lnTo>
                  <a:pt x="295275" y="361950"/>
                </a:lnTo>
                <a:close/>
                <a:moveTo>
                  <a:pt x="885825" y="361950"/>
                </a:moveTo>
                <a:lnTo>
                  <a:pt x="895350" y="361950"/>
                </a:lnTo>
                <a:lnTo>
                  <a:pt x="895350" y="371475"/>
                </a:lnTo>
                <a:lnTo>
                  <a:pt x="885825" y="371475"/>
                </a:lnTo>
                <a:close/>
                <a:moveTo>
                  <a:pt x="114300" y="381000"/>
                </a:moveTo>
                <a:lnTo>
                  <a:pt x="123825" y="381000"/>
                </a:lnTo>
                <a:lnTo>
                  <a:pt x="123825" y="400050"/>
                </a:lnTo>
                <a:lnTo>
                  <a:pt x="114300" y="400050"/>
                </a:lnTo>
                <a:close/>
                <a:moveTo>
                  <a:pt x="390525" y="381000"/>
                </a:moveTo>
                <a:lnTo>
                  <a:pt x="400050" y="381000"/>
                </a:lnTo>
                <a:lnTo>
                  <a:pt x="400050" y="390525"/>
                </a:lnTo>
                <a:lnTo>
                  <a:pt x="390525" y="390525"/>
                </a:lnTo>
                <a:close/>
                <a:moveTo>
                  <a:pt x="819150" y="390525"/>
                </a:moveTo>
                <a:lnTo>
                  <a:pt x="838200" y="390525"/>
                </a:lnTo>
                <a:lnTo>
                  <a:pt x="838200" y="428625"/>
                </a:lnTo>
                <a:lnTo>
                  <a:pt x="828675" y="428625"/>
                </a:lnTo>
                <a:lnTo>
                  <a:pt x="828675" y="409575"/>
                </a:lnTo>
                <a:lnTo>
                  <a:pt x="809625" y="409575"/>
                </a:lnTo>
                <a:lnTo>
                  <a:pt x="809625" y="400050"/>
                </a:lnTo>
                <a:lnTo>
                  <a:pt x="819150" y="400050"/>
                </a:lnTo>
                <a:close/>
                <a:moveTo>
                  <a:pt x="352425" y="409575"/>
                </a:moveTo>
                <a:lnTo>
                  <a:pt x="361950" y="409575"/>
                </a:lnTo>
                <a:lnTo>
                  <a:pt x="361950" y="419100"/>
                </a:lnTo>
                <a:lnTo>
                  <a:pt x="352425" y="419100"/>
                </a:lnTo>
                <a:close/>
                <a:moveTo>
                  <a:pt x="657225" y="409575"/>
                </a:moveTo>
                <a:lnTo>
                  <a:pt x="666750" y="409575"/>
                </a:lnTo>
                <a:lnTo>
                  <a:pt x="666750" y="419100"/>
                </a:lnTo>
                <a:lnTo>
                  <a:pt x="657225" y="419100"/>
                </a:lnTo>
                <a:close/>
                <a:moveTo>
                  <a:pt x="723900" y="409575"/>
                </a:moveTo>
                <a:lnTo>
                  <a:pt x="742950" y="409575"/>
                </a:lnTo>
                <a:lnTo>
                  <a:pt x="742950" y="419100"/>
                </a:lnTo>
                <a:lnTo>
                  <a:pt x="723900" y="419100"/>
                </a:lnTo>
                <a:close/>
                <a:moveTo>
                  <a:pt x="209550" y="419100"/>
                </a:moveTo>
                <a:lnTo>
                  <a:pt x="228600" y="419100"/>
                </a:lnTo>
                <a:lnTo>
                  <a:pt x="228600" y="438150"/>
                </a:lnTo>
                <a:lnTo>
                  <a:pt x="209550" y="438150"/>
                </a:lnTo>
                <a:close/>
                <a:moveTo>
                  <a:pt x="400050" y="419100"/>
                </a:moveTo>
                <a:lnTo>
                  <a:pt x="409575" y="419100"/>
                </a:lnTo>
                <a:lnTo>
                  <a:pt x="409575" y="428625"/>
                </a:lnTo>
                <a:lnTo>
                  <a:pt x="400050" y="428625"/>
                </a:lnTo>
                <a:close/>
                <a:moveTo>
                  <a:pt x="628650" y="419100"/>
                </a:moveTo>
                <a:lnTo>
                  <a:pt x="638175" y="419100"/>
                </a:lnTo>
                <a:lnTo>
                  <a:pt x="638175" y="428625"/>
                </a:lnTo>
                <a:lnTo>
                  <a:pt x="628650" y="428625"/>
                </a:lnTo>
                <a:close/>
                <a:moveTo>
                  <a:pt x="704850" y="428625"/>
                </a:moveTo>
                <a:lnTo>
                  <a:pt x="714375" y="428625"/>
                </a:lnTo>
                <a:lnTo>
                  <a:pt x="714375" y="438150"/>
                </a:lnTo>
                <a:lnTo>
                  <a:pt x="704850" y="438150"/>
                </a:lnTo>
                <a:close/>
                <a:moveTo>
                  <a:pt x="285750" y="447675"/>
                </a:moveTo>
                <a:lnTo>
                  <a:pt x="323850" y="447675"/>
                </a:lnTo>
                <a:lnTo>
                  <a:pt x="323850" y="466725"/>
                </a:lnTo>
                <a:lnTo>
                  <a:pt x="314325" y="466725"/>
                </a:lnTo>
                <a:lnTo>
                  <a:pt x="314325" y="457200"/>
                </a:lnTo>
                <a:lnTo>
                  <a:pt x="285750" y="457200"/>
                </a:lnTo>
                <a:close/>
                <a:moveTo>
                  <a:pt x="171450" y="457200"/>
                </a:moveTo>
                <a:lnTo>
                  <a:pt x="180975" y="457200"/>
                </a:lnTo>
                <a:lnTo>
                  <a:pt x="180975" y="476250"/>
                </a:lnTo>
                <a:lnTo>
                  <a:pt x="171450" y="476250"/>
                </a:lnTo>
                <a:close/>
                <a:moveTo>
                  <a:pt x="323850" y="466725"/>
                </a:moveTo>
                <a:lnTo>
                  <a:pt x="333375" y="466725"/>
                </a:lnTo>
                <a:lnTo>
                  <a:pt x="333375" y="476250"/>
                </a:lnTo>
                <a:lnTo>
                  <a:pt x="323850" y="476250"/>
                </a:lnTo>
                <a:close/>
                <a:moveTo>
                  <a:pt x="171450" y="504825"/>
                </a:moveTo>
                <a:lnTo>
                  <a:pt x="180975" y="504825"/>
                </a:lnTo>
                <a:lnTo>
                  <a:pt x="180975" y="514350"/>
                </a:lnTo>
                <a:lnTo>
                  <a:pt x="171450" y="514350"/>
                </a:lnTo>
                <a:close/>
                <a:moveTo>
                  <a:pt x="504825" y="504825"/>
                </a:moveTo>
                <a:lnTo>
                  <a:pt x="514350" y="504825"/>
                </a:lnTo>
                <a:lnTo>
                  <a:pt x="514350" y="523875"/>
                </a:lnTo>
                <a:lnTo>
                  <a:pt x="523875" y="523875"/>
                </a:lnTo>
                <a:lnTo>
                  <a:pt x="523875" y="533400"/>
                </a:lnTo>
                <a:lnTo>
                  <a:pt x="514350" y="533400"/>
                </a:lnTo>
                <a:lnTo>
                  <a:pt x="514350" y="542925"/>
                </a:lnTo>
                <a:lnTo>
                  <a:pt x="466725" y="542925"/>
                </a:lnTo>
                <a:lnTo>
                  <a:pt x="466725" y="533400"/>
                </a:lnTo>
                <a:lnTo>
                  <a:pt x="485775" y="533400"/>
                </a:lnTo>
                <a:lnTo>
                  <a:pt x="485775" y="523875"/>
                </a:lnTo>
                <a:lnTo>
                  <a:pt x="495300" y="523875"/>
                </a:lnTo>
                <a:lnTo>
                  <a:pt x="495300" y="514350"/>
                </a:lnTo>
                <a:lnTo>
                  <a:pt x="504825" y="514350"/>
                </a:lnTo>
                <a:close/>
                <a:moveTo>
                  <a:pt x="581025" y="504825"/>
                </a:moveTo>
                <a:lnTo>
                  <a:pt x="590550" y="504825"/>
                </a:lnTo>
                <a:lnTo>
                  <a:pt x="590550" y="514350"/>
                </a:lnTo>
                <a:lnTo>
                  <a:pt x="581025" y="514350"/>
                </a:lnTo>
                <a:close/>
                <a:moveTo>
                  <a:pt x="571500" y="514350"/>
                </a:moveTo>
                <a:lnTo>
                  <a:pt x="581025" y="514350"/>
                </a:lnTo>
                <a:lnTo>
                  <a:pt x="581025" y="523875"/>
                </a:lnTo>
                <a:lnTo>
                  <a:pt x="571500" y="523875"/>
                </a:lnTo>
                <a:close/>
                <a:moveTo>
                  <a:pt x="352425" y="542925"/>
                </a:moveTo>
                <a:lnTo>
                  <a:pt x="361950" y="542925"/>
                </a:lnTo>
                <a:lnTo>
                  <a:pt x="361950" y="552450"/>
                </a:lnTo>
                <a:lnTo>
                  <a:pt x="371475" y="552450"/>
                </a:lnTo>
                <a:lnTo>
                  <a:pt x="371475" y="561975"/>
                </a:lnTo>
                <a:lnTo>
                  <a:pt x="390525" y="561975"/>
                </a:lnTo>
                <a:lnTo>
                  <a:pt x="390525" y="571500"/>
                </a:lnTo>
                <a:lnTo>
                  <a:pt x="381000" y="571500"/>
                </a:lnTo>
                <a:lnTo>
                  <a:pt x="381000" y="581025"/>
                </a:lnTo>
                <a:lnTo>
                  <a:pt x="361950" y="581025"/>
                </a:lnTo>
                <a:lnTo>
                  <a:pt x="361950" y="561975"/>
                </a:lnTo>
                <a:lnTo>
                  <a:pt x="352425" y="561975"/>
                </a:lnTo>
                <a:close/>
                <a:moveTo>
                  <a:pt x="190500" y="638175"/>
                </a:moveTo>
                <a:lnTo>
                  <a:pt x="200025" y="638175"/>
                </a:lnTo>
                <a:lnTo>
                  <a:pt x="200025" y="647700"/>
                </a:lnTo>
                <a:lnTo>
                  <a:pt x="209550" y="647700"/>
                </a:lnTo>
                <a:lnTo>
                  <a:pt x="209550" y="657225"/>
                </a:lnTo>
                <a:lnTo>
                  <a:pt x="190500" y="657225"/>
                </a:lnTo>
                <a:close/>
                <a:moveTo>
                  <a:pt x="285750" y="638175"/>
                </a:moveTo>
                <a:lnTo>
                  <a:pt x="295275" y="638175"/>
                </a:lnTo>
                <a:lnTo>
                  <a:pt x="295275" y="647700"/>
                </a:lnTo>
                <a:lnTo>
                  <a:pt x="285750" y="647700"/>
                </a:lnTo>
                <a:close/>
                <a:moveTo>
                  <a:pt x="695325" y="638175"/>
                </a:moveTo>
                <a:lnTo>
                  <a:pt x="723900" y="638175"/>
                </a:lnTo>
                <a:lnTo>
                  <a:pt x="723900" y="647700"/>
                </a:lnTo>
                <a:lnTo>
                  <a:pt x="695325" y="647700"/>
                </a:lnTo>
                <a:close/>
                <a:moveTo>
                  <a:pt x="838200" y="638175"/>
                </a:moveTo>
                <a:lnTo>
                  <a:pt x="847725" y="638175"/>
                </a:lnTo>
                <a:lnTo>
                  <a:pt x="847725" y="647700"/>
                </a:lnTo>
                <a:lnTo>
                  <a:pt x="866775" y="647700"/>
                </a:lnTo>
                <a:lnTo>
                  <a:pt x="866775" y="657225"/>
                </a:lnTo>
                <a:lnTo>
                  <a:pt x="857250" y="657225"/>
                </a:lnTo>
                <a:lnTo>
                  <a:pt x="857250" y="666750"/>
                </a:lnTo>
                <a:lnTo>
                  <a:pt x="847725" y="666750"/>
                </a:lnTo>
                <a:lnTo>
                  <a:pt x="847725" y="676275"/>
                </a:lnTo>
                <a:lnTo>
                  <a:pt x="857250" y="676275"/>
                </a:lnTo>
                <a:lnTo>
                  <a:pt x="857250" y="685800"/>
                </a:lnTo>
                <a:lnTo>
                  <a:pt x="847725" y="685800"/>
                </a:lnTo>
                <a:lnTo>
                  <a:pt x="847725" y="695325"/>
                </a:lnTo>
                <a:lnTo>
                  <a:pt x="828675" y="695325"/>
                </a:lnTo>
                <a:lnTo>
                  <a:pt x="828675" y="685800"/>
                </a:lnTo>
                <a:lnTo>
                  <a:pt x="800100" y="685800"/>
                </a:lnTo>
                <a:lnTo>
                  <a:pt x="800100" y="676275"/>
                </a:lnTo>
                <a:lnTo>
                  <a:pt x="781050" y="676275"/>
                </a:lnTo>
                <a:lnTo>
                  <a:pt x="781050" y="685800"/>
                </a:lnTo>
                <a:lnTo>
                  <a:pt x="771525" y="685800"/>
                </a:lnTo>
                <a:lnTo>
                  <a:pt x="771525" y="704850"/>
                </a:lnTo>
                <a:lnTo>
                  <a:pt x="781050" y="704850"/>
                </a:lnTo>
                <a:lnTo>
                  <a:pt x="781050" y="723900"/>
                </a:lnTo>
                <a:lnTo>
                  <a:pt x="771525" y="723900"/>
                </a:lnTo>
                <a:lnTo>
                  <a:pt x="771525" y="742950"/>
                </a:lnTo>
                <a:lnTo>
                  <a:pt x="733425" y="742950"/>
                </a:lnTo>
                <a:lnTo>
                  <a:pt x="733425" y="714375"/>
                </a:lnTo>
                <a:lnTo>
                  <a:pt x="742950" y="714375"/>
                </a:lnTo>
                <a:lnTo>
                  <a:pt x="742950" y="685800"/>
                </a:lnTo>
                <a:lnTo>
                  <a:pt x="752475" y="685800"/>
                </a:lnTo>
                <a:lnTo>
                  <a:pt x="752475" y="666750"/>
                </a:lnTo>
                <a:lnTo>
                  <a:pt x="762000" y="666750"/>
                </a:lnTo>
                <a:lnTo>
                  <a:pt x="762000" y="657225"/>
                </a:lnTo>
                <a:lnTo>
                  <a:pt x="752475" y="657225"/>
                </a:lnTo>
                <a:lnTo>
                  <a:pt x="752475" y="647700"/>
                </a:lnTo>
                <a:lnTo>
                  <a:pt x="800100" y="647700"/>
                </a:lnTo>
                <a:lnTo>
                  <a:pt x="800100" y="657225"/>
                </a:lnTo>
                <a:lnTo>
                  <a:pt x="809625" y="657225"/>
                </a:lnTo>
                <a:lnTo>
                  <a:pt x="809625" y="676275"/>
                </a:lnTo>
                <a:lnTo>
                  <a:pt x="828675" y="676275"/>
                </a:lnTo>
                <a:lnTo>
                  <a:pt x="828675" y="657225"/>
                </a:lnTo>
                <a:lnTo>
                  <a:pt x="838200" y="657225"/>
                </a:lnTo>
                <a:close/>
                <a:moveTo>
                  <a:pt x="295275" y="647700"/>
                </a:moveTo>
                <a:lnTo>
                  <a:pt x="304800" y="647700"/>
                </a:lnTo>
                <a:lnTo>
                  <a:pt x="304800" y="666750"/>
                </a:lnTo>
                <a:lnTo>
                  <a:pt x="295275" y="666750"/>
                </a:lnTo>
                <a:close/>
                <a:moveTo>
                  <a:pt x="409575" y="647700"/>
                </a:moveTo>
                <a:lnTo>
                  <a:pt x="419100" y="647700"/>
                </a:lnTo>
                <a:lnTo>
                  <a:pt x="419100" y="657225"/>
                </a:lnTo>
                <a:lnTo>
                  <a:pt x="409575" y="657225"/>
                </a:lnTo>
                <a:close/>
                <a:moveTo>
                  <a:pt x="581025" y="647700"/>
                </a:moveTo>
                <a:lnTo>
                  <a:pt x="590550" y="647700"/>
                </a:lnTo>
                <a:lnTo>
                  <a:pt x="590550" y="676275"/>
                </a:lnTo>
                <a:lnTo>
                  <a:pt x="571500" y="676275"/>
                </a:lnTo>
                <a:lnTo>
                  <a:pt x="571500" y="685800"/>
                </a:lnTo>
                <a:lnTo>
                  <a:pt x="561975" y="685800"/>
                </a:lnTo>
                <a:lnTo>
                  <a:pt x="561975" y="676275"/>
                </a:lnTo>
                <a:lnTo>
                  <a:pt x="552450" y="676275"/>
                </a:lnTo>
                <a:lnTo>
                  <a:pt x="552450" y="666750"/>
                </a:lnTo>
                <a:lnTo>
                  <a:pt x="533400" y="666750"/>
                </a:lnTo>
                <a:lnTo>
                  <a:pt x="533400" y="676275"/>
                </a:lnTo>
                <a:lnTo>
                  <a:pt x="514350" y="676275"/>
                </a:lnTo>
                <a:lnTo>
                  <a:pt x="514350" y="657225"/>
                </a:lnTo>
                <a:lnTo>
                  <a:pt x="581025" y="657225"/>
                </a:lnTo>
                <a:close/>
                <a:moveTo>
                  <a:pt x="647700" y="647700"/>
                </a:moveTo>
                <a:lnTo>
                  <a:pt x="666750" y="647700"/>
                </a:lnTo>
                <a:lnTo>
                  <a:pt x="666750" y="657225"/>
                </a:lnTo>
                <a:lnTo>
                  <a:pt x="676275" y="657225"/>
                </a:lnTo>
                <a:lnTo>
                  <a:pt x="676275" y="647700"/>
                </a:lnTo>
                <a:lnTo>
                  <a:pt x="695325" y="647700"/>
                </a:lnTo>
                <a:lnTo>
                  <a:pt x="695325" y="666750"/>
                </a:lnTo>
                <a:lnTo>
                  <a:pt x="714375" y="666750"/>
                </a:lnTo>
                <a:lnTo>
                  <a:pt x="714375" y="685800"/>
                </a:lnTo>
                <a:lnTo>
                  <a:pt x="676275" y="685800"/>
                </a:lnTo>
                <a:lnTo>
                  <a:pt x="676275" y="676275"/>
                </a:lnTo>
                <a:lnTo>
                  <a:pt x="628650" y="676275"/>
                </a:lnTo>
                <a:lnTo>
                  <a:pt x="628650" y="685800"/>
                </a:lnTo>
                <a:lnTo>
                  <a:pt x="619125" y="685800"/>
                </a:lnTo>
                <a:lnTo>
                  <a:pt x="619125" y="704850"/>
                </a:lnTo>
                <a:lnTo>
                  <a:pt x="609600" y="704850"/>
                </a:lnTo>
                <a:lnTo>
                  <a:pt x="609600" y="676275"/>
                </a:lnTo>
                <a:lnTo>
                  <a:pt x="600075" y="676275"/>
                </a:lnTo>
                <a:lnTo>
                  <a:pt x="600075" y="666750"/>
                </a:lnTo>
                <a:lnTo>
                  <a:pt x="619125" y="666750"/>
                </a:lnTo>
                <a:lnTo>
                  <a:pt x="619125" y="657225"/>
                </a:lnTo>
                <a:lnTo>
                  <a:pt x="647700" y="657225"/>
                </a:lnTo>
                <a:close/>
                <a:moveTo>
                  <a:pt x="876300" y="647700"/>
                </a:moveTo>
                <a:lnTo>
                  <a:pt x="885825" y="647700"/>
                </a:lnTo>
                <a:lnTo>
                  <a:pt x="885825" y="657225"/>
                </a:lnTo>
                <a:lnTo>
                  <a:pt x="876300" y="657225"/>
                </a:lnTo>
                <a:close/>
                <a:moveTo>
                  <a:pt x="1009650" y="647700"/>
                </a:moveTo>
                <a:lnTo>
                  <a:pt x="1038225" y="647700"/>
                </a:lnTo>
                <a:lnTo>
                  <a:pt x="1038225" y="657225"/>
                </a:lnTo>
                <a:lnTo>
                  <a:pt x="1057275" y="657225"/>
                </a:lnTo>
                <a:lnTo>
                  <a:pt x="1057275" y="685800"/>
                </a:lnTo>
                <a:lnTo>
                  <a:pt x="1028700" y="685800"/>
                </a:lnTo>
                <a:lnTo>
                  <a:pt x="1028700" y="676275"/>
                </a:lnTo>
                <a:lnTo>
                  <a:pt x="1019175" y="676275"/>
                </a:lnTo>
                <a:lnTo>
                  <a:pt x="1019175" y="657225"/>
                </a:lnTo>
                <a:lnTo>
                  <a:pt x="1009650" y="657225"/>
                </a:lnTo>
                <a:close/>
                <a:moveTo>
                  <a:pt x="1628775" y="647700"/>
                </a:moveTo>
                <a:lnTo>
                  <a:pt x="1638300" y="647700"/>
                </a:lnTo>
                <a:lnTo>
                  <a:pt x="1638300" y="666750"/>
                </a:lnTo>
                <a:lnTo>
                  <a:pt x="1628775" y="666750"/>
                </a:lnTo>
                <a:close/>
                <a:moveTo>
                  <a:pt x="428625" y="657225"/>
                </a:moveTo>
                <a:lnTo>
                  <a:pt x="438150" y="657225"/>
                </a:lnTo>
                <a:lnTo>
                  <a:pt x="438150" y="666750"/>
                </a:lnTo>
                <a:lnTo>
                  <a:pt x="428625" y="666750"/>
                </a:lnTo>
                <a:close/>
                <a:moveTo>
                  <a:pt x="447675" y="657225"/>
                </a:moveTo>
                <a:lnTo>
                  <a:pt x="495300" y="657225"/>
                </a:lnTo>
                <a:lnTo>
                  <a:pt x="495300" y="676275"/>
                </a:lnTo>
                <a:lnTo>
                  <a:pt x="447675" y="676275"/>
                </a:lnTo>
                <a:close/>
                <a:moveTo>
                  <a:pt x="885825" y="657225"/>
                </a:moveTo>
                <a:lnTo>
                  <a:pt x="895350" y="657225"/>
                </a:lnTo>
                <a:lnTo>
                  <a:pt x="895350" y="666750"/>
                </a:lnTo>
                <a:lnTo>
                  <a:pt x="885825" y="666750"/>
                </a:lnTo>
                <a:close/>
                <a:moveTo>
                  <a:pt x="914400" y="657225"/>
                </a:moveTo>
                <a:lnTo>
                  <a:pt x="952500" y="657225"/>
                </a:lnTo>
                <a:lnTo>
                  <a:pt x="952500" y="666750"/>
                </a:lnTo>
                <a:lnTo>
                  <a:pt x="942975" y="666750"/>
                </a:lnTo>
                <a:lnTo>
                  <a:pt x="942975" y="676275"/>
                </a:lnTo>
                <a:lnTo>
                  <a:pt x="914400" y="676275"/>
                </a:lnTo>
                <a:close/>
                <a:moveTo>
                  <a:pt x="971550" y="657225"/>
                </a:moveTo>
                <a:lnTo>
                  <a:pt x="1009650" y="657225"/>
                </a:lnTo>
                <a:lnTo>
                  <a:pt x="1009650" y="676275"/>
                </a:lnTo>
                <a:lnTo>
                  <a:pt x="1000125" y="676275"/>
                </a:lnTo>
                <a:lnTo>
                  <a:pt x="1000125" y="685800"/>
                </a:lnTo>
                <a:lnTo>
                  <a:pt x="971550" y="685800"/>
                </a:lnTo>
                <a:close/>
                <a:moveTo>
                  <a:pt x="1181100" y="657225"/>
                </a:moveTo>
                <a:lnTo>
                  <a:pt x="1209675" y="657225"/>
                </a:lnTo>
                <a:lnTo>
                  <a:pt x="1209675" y="676275"/>
                </a:lnTo>
                <a:lnTo>
                  <a:pt x="1190625" y="676275"/>
                </a:lnTo>
                <a:lnTo>
                  <a:pt x="1190625" y="666750"/>
                </a:lnTo>
                <a:lnTo>
                  <a:pt x="1181100" y="666750"/>
                </a:lnTo>
                <a:close/>
                <a:moveTo>
                  <a:pt x="333375" y="666750"/>
                </a:moveTo>
                <a:lnTo>
                  <a:pt x="342900" y="666750"/>
                </a:lnTo>
                <a:lnTo>
                  <a:pt x="342900" y="685800"/>
                </a:lnTo>
                <a:lnTo>
                  <a:pt x="352425" y="685800"/>
                </a:lnTo>
                <a:lnTo>
                  <a:pt x="352425" y="676275"/>
                </a:lnTo>
                <a:lnTo>
                  <a:pt x="361950" y="676275"/>
                </a:lnTo>
                <a:lnTo>
                  <a:pt x="361950" y="685800"/>
                </a:lnTo>
                <a:lnTo>
                  <a:pt x="352425" y="685800"/>
                </a:lnTo>
                <a:lnTo>
                  <a:pt x="352425" y="695325"/>
                </a:lnTo>
                <a:lnTo>
                  <a:pt x="333375" y="695325"/>
                </a:lnTo>
                <a:close/>
                <a:moveTo>
                  <a:pt x="438150" y="676275"/>
                </a:moveTo>
                <a:lnTo>
                  <a:pt x="447675" y="676275"/>
                </a:lnTo>
                <a:lnTo>
                  <a:pt x="447675" y="685800"/>
                </a:lnTo>
                <a:lnTo>
                  <a:pt x="438150" y="685800"/>
                </a:lnTo>
                <a:close/>
                <a:moveTo>
                  <a:pt x="542925" y="676275"/>
                </a:moveTo>
                <a:lnTo>
                  <a:pt x="552450" y="676275"/>
                </a:lnTo>
                <a:lnTo>
                  <a:pt x="552450" y="685800"/>
                </a:lnTo>
                <a:lnTo>
                  <a:pt x="542925" y="685800"/>
                </a:lnTo>
                <a:close/>
                <a:moveTo>
                  <a:pt x="238125" y="685800"/>
                </a:moveTo>
                <a:lnTo>
                  <a:pt x="247650" y="685800"/>
                </a:lnTo>
                <a:lnTo>
                  <a:pt x="247650" y="695325"/>
                </a:lnTo>
                <a:lnTo>
                  <a:pt x="257175" y="695325"/>
                </a:lnTo>
                <a:lnTo>
                  <a:pt x="257175" y="685800"/>
                </a:lnTo>
                <a:lnTo>
                  <a:pt x="266700" y="685800"/>
                </a:lnTo>
                <a:lnTo>
                  <a:pt x="266700" y="704850"/>
                </a:lnTo>
                <a:lnTo>
                  <a:pt x="238125" y="704850"/>
                </a:lnTo>
                <a:close/>
                <a:moveTo>
                  <a:pt x="790575" y="685800"/>
                </a:moveTo>
                <a:lnTo>
                  <a:pt x="800100" y="685800"/>
                </a:lnTo>
                <a:lnTo>
                  <a:pt x="800100" y="695325"/>
                </a:lnTo>
                <a:lnTo>
                  <a:pt x="790575" y="695325"/>
                </a:lnTo>
                <a:close/>
                <a:moveTo>
                  <a:pt x="885825" y="685800"/>
                </a:moveTo>
                <a:lnTo>
                  <a:pt x="904875" y="685800"/>
                </a:lnTo>
                <a:lnTo>
                  <a:pt x="904875" y="695325"/>
                </a:lnTo>
                <a:lnTo>
                  <a:pt x="885825" y="695325"/>
                </a:lnTo>
                <a:close/>
                <a:moveTo>
                  <a:pt x="228600" y="704850"/>
                </a:moveTo>
                <a:lnTo>
                  <a:pt x="238125" y="704850"/>
                </a:lnTo>
                <a:lnTo>
                  <a:pt x="238125" y="714375"/>
                </a:lnTo>
                <a:lnTo>
                  <a:pt x="228600" y="714375"/>
                </a:lnTo>
                <a:close/>
                <a:moveTo>
                  <a:pt x="504825" y="704850"/>
                </a:moveTo>
                <a:lnTo>
                  <a:pt x="514350" y="704850"/>
                </a:lnTo>
                <a:lnTo>
                  <a:pt x="514350" y="714375"/>
                </a:lnTo>
                <a:lnTo>
                  <a:pt x="504825" y="714375"/>
                </a:lnTo>
                <a:close/>
                <a:moveTo>
                  <a:pt x="247650" y="714375"/>
                </a:moveTo>
                <a:lnTo>
                  <a:pt x="257175" y="714375"/>
                </a:lnTo>
                <a:lnTo>
                  <a:pt x="257175" y="723900"/>
                </a:lnTo>
                <a:lnTo>
                  <a:pt x="247650" y="723900"/>
                </a:lnTo>
                <a:close/>
                <a:moveTo>
                  <a:pt x="657225" y="714375"/>
                </a:moveTo>
                <a:lnTo>
                  <a:pt x="666750" y="714375"/>
                </a:lnTo>
                <a:lnTo>
                  <a:pt x="666750" y="723900"/>
                </a:lnTo>
                <a:lnTo>
                  <a:pt x="657225" y="723900"/>
                </a:lnTo>
                <a:close/>
                <a:moveTo>
                  <a:pt x="276225" y="733425"/>
                </a:moveTo>
                <a:lnTo>
                  <a:pt x="285750" y="733425"/>
                </a:lnTo>
                <a:lnTo>
                  <a:pt x="285750" y="752475"/>
                </a:lnTo>
                <a:lnTo>
                  <a:pt x="295275" y="752475"/>
                </a:lnTo>
                <a:lnTo>
                  <a:pt x="295275" y="762000"/>
                </a:lnTo>
                <a:lnTo>
                  <a:pt x="266700" y="762000"/>
                </a:lnTo>
                <a:lnTo>
                  <a:pt x="266700" y="771525"/>
                </a:lnTo>
                <a:lnTo>
                  <a:pt x="219075" y="771525"/>
                </a:lnTo>
                <a:lnTo>
                  <a:pt x="219075" y="752475"/>
                </a:lnTo>
                <a:lnTo>
                  <a:pt x="266700" y="752475"/>
                </a:lnTo>
                <a:lnTo>
                  <a:pt x="266700" y="742950"/>
                </a:lnTo>
                <a:lnTo>
                  <a:pt x="276225" y="742950"/>
                </a:lnTo>
                <a:close/>
                <a:moveTo>
                  <a:pt x="466725" y="733425"/>
                </a:moveTo>
                <a:lnTo>
                  <a:pt x="476250" y="733425"/>
                </a:lnTo>
                <a:lnTo>
                  <a:pt x="476250" y="742950"/>
                </a:lnTo>
                <a:lnTo>
                  <a:pt x="466725" y="742950"/>
                </a:lnTo>
                <a:close/>
                <a:moveTo>
                  <a:pt x="590550" y="733425"/>
                </a:moveTo>
                <a:lnTo>
                  <a:pt x="600075" y="733425"/>
                </a:lnTo>
                <a:lnTo>
                  <a:pt x="600075" y="742950"/>
                </a:lnTo>
                <a:lnTo>
                  <a:pt x="590550" y="742950"/>
                </a:lnTo>
                <a:close/>
                <a:moveTo>
                  <a:pt x="628650" y="733425"/>
                </a:moveTo>
                <a:lnTo>
                  <a:pt x="666750" y="733425"/>
                </a:lnTo>
                <a:lnTo>
                  <a:pt x="666750" y="742950"/>
                </a:lnTo>
                <a:lnTo>
                  <a:pt x="676275" y="742950"/>
                </a:lnTo>
                <a:lnTo>
                  <a:pt x="676275" y="752475"/>
                </a:lnTo>
                <a:lnTo>
                  <a:pt x="666750" y="752475"/>
                </a:lnTo>
                <a:lnTo>
                  <a:pt x="666750" y="762000"/>
                </a:lnTo>
                <a:lnTo>
                  <a:pt x="657225" y="762000"/>
                </a:lnTo>
                <a:lnTo>
                  <a:pt x="657225" y="771525"/>
                </a:lnTo>
                <a:lnTo>
                  <a:pt x="638175" y="771525"/>
                </a:lnTo>
                <a:lnTo>
                  <a:pt x="638175" y="762000"/>
                </a:lnTo>
                <a:lnTo>
                  <a:pt x="619125" y="762000"/>
                </a:lnTo>
                <a:lnTo>
                  <a:pt x="619125" y="752475"/>
                </a:lnTo>
                <a:lnTo>
                  <a:pt x="609600" y="752475"/>
                </a:lnTo>
                <a:lnTo>
                  <a:pt x="609600" y="742950"/>
                </a:lnTo>
                <a:lnTo>
                  <a:pt x="628650" y="742950"/>
                </a:lnTo>
                <a:close/>
                <a:moveTo>
                  <a:pt x="161925" y="742950"/>
                </a:moveTo>
                <a:lnTo>
                  <a:pt x="171450" y="742950"/>
                </a:lnTo>
                <a:lnTo>
                  <a:pt x="171450" y="762000"/>
                </a:lnTo>
                <a:lnTo>
                  <a:pt x="161925" y="762000"/>
                </a:lnTo>
                <a:close/>
                <a:moveTo>
                  <a:pt x="381000" y="742950"/>
                </a:moveTo>
                <a:lnTo>
                  <a:pt x="409575" y="742950"/>
                </a:lnTo>
                <a:lnTo>
                  <a:pt x="409575" y="752475"/>
                </a:lnTo>
                <a:lnTo>
                  <a:pt x="381000" y="752475"/>
                </a:lnTo>
                <a:close/>
                <a:moveTo>
                  <a:pt x="447675" y="742950"/>
                </a:moveTo>
                <a:lnTo>
                  <a:pt x="457200" y="742950"/>
                </a:lnTo>
                <a:lnTo>
                  <a:pt x="457200" y="752475"/>
                </a:lnTo>
                <a:lnTo>
                  <a:pt x="447675" y="752475"/>
                </a:lnTo>
                <a:close/>
                <a:moveTo>
                  <a:pt x="542925" y="742950"/>
                </a:moveTo>
                <a:lnTo>
                  <a:pt x="552450" y="742950"/>
                </a:lnTo>
                <a:lnTo>
                  <a:pt x="552450" y="752475"/>
                </a:lnTo>
                <a:lnTo>
                  <a:pt x="542925" y="752475"/>
                </a:lnTo>
                <a:close/>
                <a:moveTo>
                  <a:pt x="981075" y="742950"/>
                </a:moveTo>
                <a:lnTo>
                  <a:pt x="1000125" y="742950"/>
                </a:lnTo>
                <a:lnTo>
                  <a:pt x="1000125" y="752475"/>
                </a:lnTo>
                <a:lnTo>
                  <a:pt x="981075" y="752475"/>
                </a:lnTo>
                <a:close/>
                <a:moveTo>
                  <a:pt x="1104900" y="742950"/>
                </a:moveTo>
                <a:lnTo>
                  <a:pt x="1114425" y="742950"/>
                </a:lnTo>
                <a:lnTo>
                  <a:pt x="1114425" y="752475"/>
                </a:lnTo>
                <a:lnTo>
                  <a:pt x="1104900" y="752475"/>
                </a:lnTo>
                <a:close/>
                <a:moveTo>
                  <a:pt x="180975" y="752475"/>
                </a:moveTo>
                <a:lnTo>
                  <a:pt x="190500" y="752475"/>
                </a:lnTo>
                <a:lnTo>
                  <a:pt x="190500" y="762000"/>
                </a:lnTo>
                <a:lnTo>
                  <a:pt x="200025" y="762000"/>
                </a:lnTo>
                <a:lnTo>
                  <a:pt x="200025" y="771525"/>
                </a:lnTo>
                <a:lnTo>
                  <a:pt x="180975" y="771525"/>
                </a:lnTo>
                <a:close/>
                <a:moveTo>
                  <a:pt x="438150" y="762000"/>
                </a:moveTo>
                <a:lnTo>
                  <a:pt x="447675" y="762000"/>
                </a:lnTo>
                <a:lnTo>
                  <a:pt x="447675" y="771525"/>
                </a:lnTo>
                <a:lnTo>
                  <a:pt x="457200" y="771525"/>
                </a:lnTo>
                <a:lnTo>
                  <a:pt x="457200" y="781050"/>
                </a:lnTo>
                <a:lnTo>
                  <a:pt x="428625" y="781050"/>
                </a:lnTo>
                <a:lnTo>
                  <a:pt x="428625" y="771525"/>
                </a:lnTo>
                <a:lnTo>
                  <a:pt x="438150" y="771525"/>
                </a:lnTo>
                <a:close/>
                <a:moveTo>
                  <a:pt x="323850" y="771525"/>
                </a:moveTo>
                <a:lnTo>
                  <a:pt x="333375" y="771525"/>
                </a:lnTo>
                <a:lnTo>
                  <a:pt x="333375" y="781050"/>
                </a:lnTo>
                <a:lnTo>
                  <a:pt x="323850" y="781050"/>
                </a:lnTo>
                <a:close/>
                <a:moveTo>
                  <a:pt x="381000" y="771525"/>
                </a:moveTo>
                <a:lnTo>
                  <a:pt x="390525" y="771525"/>
                </a:lnTo>
                <a:lnTo>
                  <a:pt x="390525" y="781050"/>
                </a:lnTo>
                <a:lnTo>
                  <a:pt x="381000" y="781050"/>
                </a:lnTo>
                <a:close/>
                <a:moveTo>
                  <a:pt x="133350" y="781050"/>
                </a:moveTo>
                <a:lnTo>
                  <a:pt x="142875" y="781050"/>
                </a:lnTo>
                <a:lnTo>
                  <a:pt x="142875" y="790575"/>
                </a:lnTo>
                <a:lnTo>
                  <a:pt x="133350" y="790575"/>
                </a:lnTo>
                <a:close/>
                <a:moveTo>
                  <a:pt x="866775" y="781050"/>
                </a:moveTo>
                <a:lnTo>
                  <a:pt x="885825" y="781050"/>
                </a:lnTo>
                <a:lnTo>
                  <a:pt x="885825" y="790575"/>
                </a:lnTo>
                <a:lnTo>
                  <a:pt x="866775" y="790575"/>
                </a:lnTo>
                <a:close/>
                <a:moveTo>
                  <a:pt x="1609725" y="781050"/>
                </a:moveTo>
                <a:lnTo>
                  <a:pt x="1638300" y="781050"/>
                </a:lnTo>
                <a:lnTo>
                  <a:pt x="1638300" y="790575"/>
                </a:lnTo>
                <a:lnTo>
                  <a:pt x="1609725" y="790575"/>
                </a:lnTo>
                <a:close/>
                <a:moveTo>
                  <a:pt x="666750" y="790575"/>
                </a:moveTo>
                <a:lnTo>
                  <a:pt x="676275" y="790575"/>
                </a:lnTo>
                <a:lnTo>
                  <a:pt x="676275" y="800100"/>
                </a:lnTo>
                <a:lnTo>
                  <a:pt x="666750" y="800100"/>
                </a:lnTo>
                <a:close/>
                <a:moveTo>
                  <a:pt x="742950" y="790575"/>
                </a:moveTo>
                <a:lnTo>
                  <a:pt x="781050" y="790575"/>
                </a:lnTo>
                <a:lnTo>
                  <a:pt x="781050" y="809625"/>
                </a:lnTo>
                <a:lnTo>
                  <a:pt x="742950" y="809625"/>
                </a:lnTo>
                <a:close/>
                <a:moveTo>
                  <a:pt x="1571625" y="790575"/>
                </a:moveTo>
                <a:lnTo>
                  <a:pt x="1590675" y="790575"/>
                </a:lnTo>
                <a:lnTo>
                  <a:pt x="1590675" y="800100"/>
                </a:lnTo>
                <a:lnTo>
                  <a:pt x="1571625" y="800100"/>
                </a:lnTo>
                <a:close/>
                <a:moveTo>
                  <a:pt x="1533525" y="828675"/>
                </a:moveTo>
                <a:lnTo>
                  <a:pt x="1543050" y="828675"/>
                </a:lnTo>
                <a:lnTo>
                  <a:pt x="1543050" y="838200"/>
                </a:lnTo>
                <a:lnTo>
                  <a:pt x="1533525" y="838200"/>
                </a:lnTo>
                <a:close/>
                <a:moveTo>
                  <a:pt x="361950" y="866775"/>
                </a:moveTo>
                <a:lnTo>
                  <a:pt x="381000" y="866775"/>
                </a:lnTo>
                <a:lnTo>
                  <a:pt x="381000" y="876300"/>
                </a:lnTo>
                <a:lnTo>
                  <a:pt x="361950" y="876300"/>
                </a:lnTo>
                <a:close/>
                <a:moveTo>
                  <a:pt x="400050" y="866775"/>
                </a:moveTo>
                <a:lnTo>
                  <a:pt x="409575" y="866775"/>
                </a:lnTo>
                <a:lnTo>
                  <a:pt x="409575" y="876300"/>
                </a:lnTo>
                <a:lnTo>
                  <a:pt x="438150" y="876300"/>
                </a:lnTo>
                <a:lnTo>
                  <a:pt x="438150" y="885825"/>
                </a:lnTo>
                <a:lnTo>
                  <a:pt x="400050" y="885825"/>
                </a:lnTo>
                <a:close/>
                <a:moveTo>
                  <a:pt x="457200" y="876300"/>
                </a:moveTo>
                <a:lnTo>
                  <a:pt x="466725" y="876300"/>
                </a:lnTo>
                <a:lnTo>
                  <a:pt x="466725" y="885825"/>
                </a:lnTo>
                <a:lnTo>
                  <a:pt x="457200" y="885825"/>
                </a:lnTo>
                <a:close/>
                <a:moveTo>
                  <a:pt x="542925" y="876300"/>
                </a:moveTo>
                <a:lnTo>
                  <a:pt x="571500" y="876300"/>
                </a:lnTo>
                <a:lnTo>
                  <a:pt x="571500" y="885825"/>
                </a:lnTo>
                <a:lnTo>
                  <a:pt x="542925" y="885825"/>
                </a:lnTo>
                <a:close/>
                <a:moveTo>
                  <a:pt x="866775" y="876300"/>
                </a:moveTo>
                <a:lnTo>
                  <a:pt x="876300" y="876300"/>
                </a:lnTo>
                <a:lnTo>
                  <a:pt x="876300" y="895350"/>
                </a:lnTo>
                <a:lnTo>
                  <a:pt x="866775" y="895350"/>
                </a:lnTo>
                <a:close/>
                <a:moveTo>
                  <a:pt x="476250" y="885825"/>
                </a:moveTo>
                <a:lnTo>
                  <a:pt x="495300" y="885825"/>
                </a:lnTo>
                <a:lnTo>
                  <a:pt x="495300" y="895350"/>
                </a:lnTo>
                <a:lnTo>
                  <a:pt x="476250" y="895350"/>
                </a:lnTo>
                <a:close/>
                <a:moveTo>
                  <a:pt x="323850" y="895350"/>
                </a:moveTo>
                <a:lnTo>
                  <a:pt x="333375" y="895350"/>
                </a:lnTo>
                <a:lnTo>
                  <a:pt x="333375" y="904875"/>
                </a:lnTo>
                <a:lnTo>
                  <a:pt x="323850" y="904875"/>
                </a:lnTo>
                <a:close/>
                <a:moveTo>
                  <a:pt x="342900" y="895350"/>
                </a:moveTo>
                <a:lnTo>
                  <a:pt x="352425" y="895350"/>
                </a:lnTo>
                <a:lnTo>
                  <a:pt x="352425" y="904875"/>
                </a:lnTo>
                <a:lnTo>
                  <a:pt x="342900" y="904875"/>
                </a:lnTo>
                <a:close/>
                <a:moveTo>
                  <a:pt x="352425" y="914400"/>
                </a:moveTo>
                <a:lnTo>
                  <a:pt x="361950" y="914400"/>
                </a:lnTo>
                <a:lnTo>
                  <a:pt x="361950" y="923925"/>
                </a:lnTo>
                <a:lnTo>
                  <a:pt x="352425" y="923925"/>
                </a:lnTo>
                <a:close/>
                <a:moveTo>
                  <a:pt x="390525" y="914400"/>
                </a:moveTo>
                <a:lnTo>
                  <a:pt x="400050" y="914400"/>
                </a:lnTo>
                <a:lnTo>
                  <a:pt x="400050" y="923925"/>
                </a:lnTo>
                <a:lnTo>
                  <a:pt x="390525" y="923925"/>
                </a:lnTo>
                <a:close/>
                <a:moveTo>
                  <a:pt x="476250" y="914400"/>
                </a:moveTo>
                <a:lnTo>
                  <a:pt x="495300" y="914400"/>
                </a:lnTo>
                <a:lnTo>
                  <a:pt x="495300" y="923925"/>
                </a:lnTo>
                <a:lnTo>
                  <a:pt x="476250" y="923925"/>
                </a:lnTo>
                <a:close/>
                <a:moveTo>
                  <a:pt x="666750" y="914400"/>
                </a:moveTo>
                <a:lnTo>
                  <a:pt x="676275" y="914400"/>
                </a:lnTo>
                <a:lnTo>
                  <a:pt x="676275" y="923925"/>
                </a:lnTo>
                <a:lnTo>
                  <a:pt x="666750" y="923925"/>
                </a:lnTo>
                <a:close/>
                <a:moveTo>
                  <a:pt x="714375" y="914400"/>
                </a:moveTo>
                <a:lnTo>
                  <a:pt x="742950" y="914400"/>
                </a:lnTo>
                <a:lnTo>
                  <a:pt x="742950" y="923925"/>
                </a:lnTo>
                <a:lnTo>
                  <a:pt x="762000" y="923925"/>
                </a:lnTo>
                <a:lnTo>
                  <a:pt x="762000" y="914400"/>
                </a:lnTo>
                <a:lnTo>
                  <a:pt x="790575" y="914400"/>
                </a:lnTo>
                <a:lnTo>
                  <a:pt x="790575" y="933450"/>
                </a:lnTo>
                <a:lnTo>
                  <a:pt x="714375" y="933450"/>
                </a:lnTo>
                <a:close/>
                <a:moveTo>
                  <a:pt x="800100" y="914400"/>
                </a:moveTo>
                <a:lnTo>
                  <a:pt x="847725" y="914400"/>
                </a:lnTo>
                <a:lnTo>
                  <a:pt x="847725" y="923925"/>
                </a:lnTo>
                <a:lnTo>
                  <a:pt x="866775" y="923925"/>
                </a:lnTo>
                <a:lnTo>
                  <a:pt x="866775" y="914400"/>
                </a:lnTo>
                <a:lnTo>
                  <a:pt x="885825" y="914400"/>
                </a:lnTo>
                <a:lnTo>
                  <a:pt x="885825" y="923925"/>
                </a:lnTo>
                <a:lnTo>
                  <a:pt x="904875" y="923925"/>
                </a:lnTo>
                <a:lnTo>
                  <a:pt x="904875" y="942975"/>
                </a:lnTo>
                <a:lnTo>
                  <a:pt x="885825" y="942975"/>
                </a:lnTo>
                <a:lnTo>
                  <a:pt x="885825" y="933450"/>
                </a:lnTo>
                <a:lnTo>
                  <a:pt x="857250" y="933450"/>
                </a:lnTo>
                <a:lnTo>
                  <a:pt x="857250" y="942975"/>
                </a:lnTo>
                <a:lnTo>
                  <a:pt x="847725" y="942975"/>
                </a:lnTo>
                <a:lnTo>
                  <a:pt x="847725" y="933450"/>
                </a:lnTo>
                <a:lnTo>
                  <a:pt x="819150" y="933450"/>
                </a:lnTo>
                <a:lnTo>
                  <a:pt x="819150" y="923925"/>
                </a:lnTo>
                <a:lnTo>
                  <a:pt x="800100" y="923925"/>
                </a:lnTo>
                <a:close/>
                <a:moveTo>
                  <a:pt x="981075" y="914400"/>
                </a:moveTo>
                <a:lnTo>
                  <a:pt x="990600" y="914400"/>
                </a:lnTo>
                <a:lnTo>
                  <a:pt x="990600" y="923925"/>
                </a:lnTo>
                <a:lnTo>
                  <a:pt x="1009650" y="923925"/>
                </a:lnTo>
                <a:lnTo>
                  <a:pt x="1009650" y="933450"/>
                </a:lnTo>
                <a:lnTo>
                  <a:pt x="990600" y="933450"/>
                </a:lnTo>
                <a:lnTo>
                  <a:pt x="990600" y="942975"/>
                </a:lnTo>
                <a:lnTo>
                  <a:pt x="981075" y="942975"/>
                </a:lnTo>
                <a:close/>
                <a:moveTo>
                  <a:pt x="1057275" y="914400"/>
                </a:moveTo>
                <a:lnTo>
                  <a:pt x="1066800" y="914400"/>
                </a:lnTo>
                <a:lnTo>
                  <a:pt x="1066800" y="933450"/>
                </a:lnTo>
                <a:lnTo>
                  <a:pt x="1057275" y="933450"/>
                </a:lnTo>
                <a:close/>
                <a:moveTo>
                  <a:pt x="1095375" y="914400"/>
                </a:moveTo>
                <a:lnTo>
                  <a:pt x="1114425" y="914400"/>
                </a:lnTo>
                <a:lnTo>
                  <a:pt x="1114425" y="933450"/>
                </a:lnTo>
                <a:lnTo>
                  <a:pt x="1095375" y="933450"/>
                </a:lnTo>
                <a:close/>
                <a:moveTo>
                  <a:pt x="1381125" y="914400"/>
                </a:moveTo>
                <a:lnTo>
                  <a:pt x="1390650" y="914400"/>
                </a:lnTo>
                <a:lnTo>
                  <a:pt x="1390650" y="923925"/>
                </a:lnTo>
                <a:lnTo>
                  <a:pt x="1381125" y="923925"/>
                </a:lnTo>
                <a:close/>
                <a:moveTo>
                  <a:pt x="1466850" y="914400"/>
                </a:moveTo>
                <a:lnTo>
                  <a:pt x="1485900" y="914400"/>
                </a:lnTo>
                <a:lnTo>
                  <a:pt x="1485900" y="933450"/>
                </a:lnTo>
                <a:lnTo>
                  <a:pt x="1466850" y="933450"/>
                </a:lnTo>
                <a:close/>
                <a:moveTo>
                  <a:pt x="1571625" y="914400"/>
                </a:moveTo>
                <a:lnTo>
                  <a:pt x="1600200" y="914400"/>
                </a:lnTo>
                <a:lnTo>
                  <a:pt x="1600200" y="923925"/>
                </a:lnTo>
                <a:lnTo>
                  <a:pt x="1590675" y="923925"/>
                </a:lnTo>
                <a:lnTo>
                  <a:pt x="1590675" y="933450"/>
                </a:lnTo>
                <a:lnTo>
                  <a:pt x="1581150" y="933450"/>
                </a:lnTo>
                <a:lnTo>
                  <a:pt x="1581150" y="923925"/>
                </a:lnTo>
                <a:lnTo>
                  <a:pt x="1571625" y="923925"/>
                </a:lnTo>
                <a:close/>
                <a:moveTo>
                  <a:pt x="1676400" y="914400"/>
                </a:moveTo>
                <a:lnTo>
                  <a:pt x="1695450" y="914400"/>
                </a:lnTo>
                <a:lnTo>
                  <a:pt x="1695450" y="933450"/>
                </a:lnTo>
                <a:lnTo>
                  <a:pt x="1676400" y="933450"/>
                </a:lnTo>
                <a:close/>
                <a:moveTo>
                  <a:pt x="333375" y="923925"/>
                </a:moveTo>
                <a:lnTo>
                  <a:pt x="352425" y="923925"/>
                </a:lnTo>
                <a:lnTo>
                  <a:pt x="352425" y="933450"/>
                </a:lnTo>
                <a:lnTo>
                  <a:pt x="333375" y="933450"/>
                </a:lnTo>
                <a:close/>
                <a:moveTo>
                  <a:pt x="676275" y="923925"/>
                </a:moveTo>
                <a:lnTo>
                  <a:pt x="695325" y="923925"/>
                </a:lnTo>
                <a:lnTo>
                  <a:pt x="695325" y="942975"/>
                </a:lnTo>
                <a:lnTo>
                  <a:pt x="685800" y="942975"/>
                </a:lnTo>
                <a:lnTo>
                  <a:pt x="685800" y="933450"/>
                </a:lnTo>
                <a:lnTo>
                  <a:pt x="676275" y="933450"/>
                </a:lnTo>
                <a:close/>
                <a:moveTo>
                  <a:pt x="1647825" y="923925"/>
                </a:moveTo>
                <a:lnTo>
                  <a:pt x="1657350" y="923925"/>
                </a:lnTo>
                <a:lnTo>
                  <a:pt x="1657350" y="933450"/>
                </a:lnTo>
                <a:lnTo>
                  <a:pt x="1647825" y="933450"/>
                </a:lnTo>
                <a:close/>
                <a:moveTo>
                  <a:pt x="247650" y="971550"/>
                </a:moveTo>
                <a:lnTo>
                  <a:pt x="285750" y="971550"/>
                </a:lnTo>
                <a:lnTo>
                  <a:pt x="285750" y="981075"/>
                </a:lnTo>
                <a:lnTo>
                  <a:pt x="276225" y="981075"/>
                </a:lnTo>
                <a:lnTo>
                  <a:pt x="276225" y="990600"/>
                </a:lnTo>
                <a:lnTo>
                  <a:pt x="247650" y="990600"/>
                </a:lnTo>
                <a:close/>
                <a:moveTo>
                  <a:pt x="1323975" y="990600"/>
                </a:moveTo>
                <a:lnTo>
                  <a:pt x="1333500" y="990600"/>
                </a:lnTo>
                <a:lnTo>
                  <a:pt x="1333500" y="1000125"/>
                </a:lnTo>
                <a:lnTo>
                  <a:pt x="1323975" y="1000125"/>
                </a:lnTo>
                <a:close/>
                <a:moveTo>
                  <a:pt x="209550" y="1019175"/>
                </a:moveTo>
                <a:lnTo>
                  <a:pt x="219075" y="1019175"/>
                </a:lnTo>
                <a:lnTo>
                  <a:pt x="219075" y="1028700"/>
                </a:lnTo>
                <a:lnTo>
                  <a:pt x="209550" y="1028700"/>
                </a:lnTo>
                <a:close/>
                <a:moveTo>
                  <a:pt x="514350" y="1019175"/>
                </a:moveTo>
                <a:lnTo>
                  <a:pt x="533400" y="1019175"/>
                </a:lnTo>
                <a:lnTo>
                  <a:pt x="533400" y="1047750"/>
                </a:lnTo>
                <a:lnTo>
                  <a:pt x="552450" y="1047750"/>
                </a:lnTo>
                <a:lnTo>
                  <a:pt x="552450" y="1076325"/>
                </a:lnTo>
                <a:lnTo>
                  <a:pt x="533400" y="1076325"/>
                </a:lnTo>
                <a:lnTo>
                  <a:pt x="533400" y="1066800"/>
                </a:lnTo>
                <a:lnTo>
                  <a:pt x="514350" y="1066800"/>
                </a:lnTo>
                <a:lnTo>
                  <a:pt x="514350" y="1057275"/>
                </a:lnTo>
                <a:lnTo>
                  <a:pt x="523875" y="1057275"/>
                </a:lnTo>
                <a:lnTo>
                  <a:pt x="523875" y="1047750"/>
                </a:lnTo>
                <a:lnTo>
                  <a:pt x="485775" y="1047750"/>
                </a:lnTo>
                <a:lnTo>
                  <a:pt x="485775" y="1038225"/>
                </a:lnTo>
                <a:lnTo>
                  <a:pt x="514350" y="1038225"/>
                </a:lnTo>
                <a:close/>
                <a:moveTo>
                  <a:pt x="581025" y="1019175"/>
                </a:moveTo>
                <a:lnTo>
                  <a:pt x="600075" y="1019175"/>
                </a:lnTo>
                <a:lnTo>
                  <a:pt x="600075" y="1028700"/>
                </a:lnTo>
                <a:lnTo>
                  <a:pt x="619125" y="1028700"/>
                </a:lnTo>
                <a:lnTo>
                  <a:pt x="619125" y="1038225"/>
                </a:lnTo>
                <a:lnTo>
                  <a:pt x="647700" y="1038225"/>
                </a:lnTo>
                <a:lnTo>
                  <a:pt x="647700" y="1047750"/>
                </a:lnTo>
                <a:lnTo>
                  <a:pt x="561975" y="1047750"/>
                </a:lnTo>
                <a:lnTo>
                  <a:pt x="561975" y="1038225"/>
                </a:lnTo>
                <a:lnTo>
                  <a:pt x="581025" y="1038225"/>
                </a:lnTo>
                <a:close/>
                <a:moveTo>
                  <a:pt x="1314450" y="1038225"/>
                </a:moveTo>
                <a:lnTo>
                  <a:pt x="1333500" y="1038225"/>
                </a:lnTo>
                <a:lnTo>
                  <a:pt x="1333500" y="1047750"/>
                </a:lnTo>
                <a:lnTo>
                  <a:pt x="1314450" y="1047750"/>
                </a:lnTo>
                <a:close/>
                <a:moveTo>
                  <a:pt x="209550" y="1047750"/>
                </a:moveTo>
                <a:lnTo>
                  <a:pt x="257175" y="1047750"/>
                </a:lnTo>
                <a:lnTo>
                  <a:pt x="257175" y="1085850"/>
                </a:lnTo>
                <a:lnTo>
                  <a:pt x="247650" y="1085850"/>
                </a:lnTo>
                <a:lnTo>
                  <a:pt x="247650" y="1076325"/>
                </a:lnTo>
                <a:lnTo>
                  <a:pt x="228600" y="1076325"/>
                </a:lnTo>
                <a:lnTo>
                  <a:pt x="228600" y="1085850"/>
                </a:lnTo>
                <a:lnTo>
                  <a:pt x="180975" y="1085850"/>
                </a:lnTo>
                <a:lnTo>
                  <a:pt x="180975" y="1066800"/>
                </a:lnTo>
                <a:lnTo>
                  <a:pt x="209550" y="1066800"/>
                </a:lnTo>
                <a:close/>
                <a:moveTo>
                  <a:pt x="695325" y="1047750"/>
                </a:moveTo>
                <a:lnTo>
                  <a:pt x="704850" y="1047750"/>
                </a:lnTo>
                <a:lnTo>
                  <a:pt x="704850" y="1057275"/>
                </a:lnTo>
                <a:lnTo>
                  <a:pt x="695325" y="1057275"/>
                </a:lnTo>
                <a:close/>
                <a:moveTo>
                  <a:pt x="723900" y="1047750"/>
                </a:moveTo>
                <a:lnTo>
                  <a:pt x="762000" y="1047750"/>
                </a:lnTo>
                <a:lnTo>
                  <a:pt x="762000" y="1066800"/>
                </a:lnTo>
                <a:lnTo>
                  <a:pt x="733425" y="1066800"/>
                </a:lnTo>
                <a:lnTo>
                  <a:pt x="733425" y="1076325"/>
                </a:lnTo>
                <a:lnTo>
                  <a:pt x="714375" y="1076325"/>
                </a:lnTo>
                <a:lnTo>
                  <a:pt x="714375" y="1066800"/>
                </a:lnTo>
                <a:lnTo>
                  <a:pt x="704850" y="1066800"/>
                </a:lnTo>
                <a:lnTo>
                  <a:pt x="704850" y="1057275"/>
                </a:lnTo>
                <a:lnTo>
                  <a:pt x="723900" y="1057275"/>
                </a:lnTo>
                <a:close/>
                <a:moveTo>
                  <a:pt x="781050" y="1047750"/>
                </a:moveTo>
                <a:lnTo>
                  <a:pt x="790575" y="1047750"/>
                </a:lnTo>
                <a:lnTo>
                  <a:pt x="790575" y="1057275"/>
                </a:lnTo>
                <a:lnTo>
                  <a:pt x="800100" y="1057275"/>
                </a:lnTo>
                <a:lnTo>
                  <a:pt x="800100" y="1047750"/>
                </a:lnTo>
                <a:lnTo>
                  <a:pt x="847725" y="1047750"/>
                </a:lnTo>
                <a:lnTo>
                  <a:pt x="847725" y="1057275"/>
                </a:lnTo>
                <a:lnTo>
                  <a:pt x="838200" y="1057275"/>
                </a:lnTo>
                <a:lnTo>
                  <a:pt x="838200" y="1066800"/>
                </a:lnTo>
                <a:lnTo>
                  <a:pt x="800100" y="1066800"/>
                </a:lnTo>
                <a:lnTo>
                  <a:pt x="800100" y="1076325"/>
                </a:lnTo>
                <a:lnTo>
                  <a:pt x="819150" y="1076325"/>
                </a:lnTo>
                <a:lnTo>
                  <a:pt x="819150" y="1085850"/>
                </a:lnTo>
                <a:lnTo>
                  <a:pt x="809625" y="1085850"/>
                </a:lnTo>
                <a:lnTo>
                  <a:pt x="809625" y="1104900"/>
                </a:lnTo>
                <a:lnTo>
                  <a:pt x="781050" y="1104900"/>
                </a:lnTo>
                <a:lnTo>
                  <a:pt x="781050" y="1095375"/>
                </a:lnTo>
                <a:lnTo>
                  <a:pt x="762000" y="1095375"/>
                </a:lnTo>
                <a:lnTo>
                  <a:pt x="762000" y="1085850"/>
                </a:lnTo>
                <a:lnTo>
                  <a:pt x="771525" y="1085850"/>
                </a:lnTo>
                <a:lnTo>
                  <a:pt x="771525" y="1057275"/>
                </a:lnTo>
                <a:lnTo>
                  <a:pt x="781050" y="1057275"/>
                </a:lnTo>
                <a:close/>
                <a:moveTo>
                  <a:pt x="857250" y="1047750"/>
                </a:moveTo>
                <a:lnTo>
                  <a:pt x="885825" y="1047750"/>
                </a:lnTo>
                <a:lnTo>
                  <a:pt x="885825" y="1066800"/>
                </a:lnTo>
                <a:lnTo>
                  <a:pt x="857250" y="1066800"/>
                </a:lnTo>
                <a:close/>
                <a:moveTo>
                  <a:pt x="904875" y="1047750"/>
                </a:moveTo>
                <a:lnTo>
                  <a:pt x="914400" y="1047750"/>
                </a:lnTo>
                <a:lnTo>
                  <a:pt x="914400" y="1057275"/>
                </a:lnTo>
                <a:lnTo>
                  <a:pt x="923925" y="1057275"/>
                </a:lnTo>
                <a:lnTo>
                  <a:pt x="923925" y="1047750"/>
                </a:lnTo>
                <a:lnTo>
                  <a:pt x="962025" y="1047750"/>
                </a:lnTo>
                <a:lnTo>
                  <a:pt x="962025" y="1066800"/>
                </a:lnTo>
                <a:lnTo>
                  <a:pt x="904875" y="1066800"/>
                </a:lnTo>
                <a:close/>
                <a:moveTo>
                  <a:pt x="1104900" y="1047750"/>
                </a:moveTo>
                <a:lnTo>
                  <a:pt x="1114425" y="1047750"/>
                </a:lnTo>
                <a:lnTo>
                  <a:pt x="1114425" y="1066800"/>
                </a:lnTo>
                <a:lnTo>
                  <a:pt x="1085850" y="1066800"/>
                </a:lnTo>
                <a:lnTo>
                  <a:pt x="1085850" y="1057275"/>
                </a:lnTo>
                <a:lnTo>
                  <a:pt x="1104900" y="1057275"/>
                </a:lnTo>
                <a:close/>
                <a:moveTo>
                  <a:pt x="1123950" y="1047750"/>
                </a:moveTo>
                <a:lnTo>
                  <a:pt x="1162050" y="1047750"/>
                </a:lnTo>
                <a:lnTo>
                  <a:pt x="1162050" y="1066800"/>
                </a:lnTo>
                <a:lnTo>
                  <a:pt x="1123950" y="1066800"/>
                </a:lnTo>
                <a:close/>
                <a:moveTo>
                  <a:pt x="1190625" y="1047750"/>
                </a:moveTo>
                <a:lnTo>
                  <a:pt x="1209675" y="1047750"/>
                </a:lnTo>
                <a:lnTo>
                  <a:pt x="1209675" y="1066800"/>
                </a:lnTo>
                <a:lnTo>
                  <a:pt x="1190625" y="1066800"/>
                </a:lnTo>
                <a:close/>
                <a:moveTo>
                  <a:pt x="1238250" y="1047750"/>
                </a:moveTo>
                <a:lnTo>
                  <a:pt x="1276350" y="1047750"/>
                </a:lnTo>
                <a:lnTo>
                  <a:pt x="1276350" y="1066800"/>
                </a:lnTo>
                <a:lnTo>
                  <a:pt x="1228725" y="1066800"/>
                </a:lnTo>
                <a:lnTo>
                  <a:pt x="1228725" y="1057275"/>
                </a:lnTo>
                <a:lnTo>
                  <a:pt x="1238250" y="1057275"/>
                </a:lnTo>
                <a:close/>
                <a:moveTo>
                  <a:pt x="1419225" y="1047750"/>
                </a:moveTo>
                <a:lnTo>
                  <a:pt x="1466850" y="1047750"/>
                </a:lnTo>
                <a:lnTo>
                  <a:pt x="1466850" y="1057275"/>
                </a:lnTo>
                <a:lnTo>
                  <a:pt x="1485900" y="1057275"/>
                </a:lnTo>
                <a:lnTo>
                  <a:pt x="1485900" y="1047750"/>
                </a:lnTo>
                <a:lnTo>
                  <a:pt x="1533525" y="1047750"/>
                </a:lnTo>
                <a:lnTo>
                  <a:pt x="1533525" y="1066800"/>
                </a:lnTo>
                <a:lnTo>
                  <a:pt x="1419225" y="1066800"/>
                </a:lnTo>
                <a:close/>
                <a:moveTo>
                  <a:pt x="1647825" y="1047750"/>
                </a:moveTo>
                <a:lnTo>
                  <a:pt x="1695450" y="1047750"/>
                </a:lnTo>
                <a:lnTo>
                  <a:pt x="1695450" y="1085850"/>
                </a:lnTo>
                <a:lnTo>
                  <a:pt x="1685925" y="1085850"/>
                </a:lnTo>
                <a:lnTo>
                  <a:pt x="1685925" y="1076325"/>
                </a:lnTo>
                <a:lnTo>
                  <a:pt x="1657350" y="1076325"/>
                </a:lnTo>
                <a:lnTo>
                  <a:pt x="1657350" y="1066800"/>
                </a:lnTo>
                <a:lnTo>
                  <a:pt x="1638300" y="1066800"/>
                </a:lnTo>
                <a:lnTo>
                  <a:pt x="1638300" y="1057275"/>
                </a:lnTo>
                <a:lnTo>
                  <a:pt x="1647825" y="1057275"/>
                </a:lnTo>
                <a:close/>
                <a:moveTo>
                  <a:pt x="1590675" y="1057275"/>
                </a:moveTo>
                <a:lnTo>
                  <a:pt x="1600200" y="1057275"/>
                </a:lnTo>
                <a:lnTo>
                  <a:pt x="1600200" y="1066800"/>
                </a:lnTo>
                <a:lnTo>
                  <a:pt x="1590675" y="1066800"/>
                </a:lnTo>
                <a:close/>
                <a:moveTo>
                  <a:pt x="676275" y="1066800"/>
                </a:moveTo>
                <a:lnTo>
                  <a:pt x="685800" y="1066800"/>
                </a:lnTo>
                <a:lnTo>
                  <a:pt x="685800" y="1076325"/>
                </a:lnTo>
                <a:lnTo>
                  <a:pt x="676275" y="1076325"/>
                </a:lnTo>
                <a:close/>
                <a:moveTo>
                  <a:pt x="361950" y="1085850"/>
                </a:moveTo>
                <a:lnTo>
                  <a:pt x="371475" y="1085850"/>
                </a:lnTo>
                <a:lnTo>
                  <a:pt x="371475" y="1095375"/>
                </a:lnTo>
                <a:lnTo>
                  <a:pt x="361950" y="1095375"/>
                </a:lnTo>
                <a:close/>
                <a:moveTo>
                  <a:pt x="638175" y="1085850"/>
                </a:moveTo>
                <a:lnTo>
                  <a:pt x="647700" y="1085850"/>
                </a:lnTo>
                <a:lnTo>
                  <a:pt x="647700" y="1095375"/>
                </a:lnTo>
                <a:lnTo>
                  <a:pt x="638175" y="1095375"/>
                </a:lnTo>
                <a:close/>
                <a:moveTo>
                  <a:pt x="609600" y="1095375"/>
                </a:moveTo>
                <a:lnTo>
                  <a:pt x="619125" y="1095375"/>
                </a:lnTo>
                <a:lnTo>
                  <a:pt x="619125" y="1104900"/>
                </a:lnTo>
                <a:lnTo>
                  <a:pt x="609600" y="1104900"/>
                </a:lnTo>
                <a:close/>
                <a:moveTo>
                  <a:pt x="628650" y="1095375"/>
                </a:moveTo>
                <a:lnTo>
                  <a:pt x="638175" y="1095375"/>
                </a:lnTo>
                <a:lnTo>
                  <a:pt x="638175" y="1104900"/>
                </a:lnTo>
                <a:lnTo>
                  <a:pt x="628650" y="1104900"/>
                </a:lnTo>
                <a:close/>
                <a:moveTo>
                  <a:pt x="628650" y="1114425"/>
                </a:moveTo>
                <a:lnTo>
                  <a:pt x="638175" y="1114425"/>
                </a:lnTo>
                <a:lnTo>
                  <a:pt x="638175" y="1123950"/>
                </a:lnTo>
                <a:lnTo>
                  <a:pt x="628650" y="1123950"/>
                </a:lnTo>
                <a:close/>
                <a:moveTo>
                  <a:pt x="466725" y="1123950"/>
                </a:moveTo>
                <a:lnTo>
                  <a:pt x="476250" y="1123950"/>
                </a:lnTo>
                <a:lnTo>
                  <a:pt x="476250" y="1133475"/>
                </a:lnTo>
                <a:lnTo>
                  <a:pt x="466725" y="1133475"/>
                </a:lnTo>
                <a:close/>
                <a:moveTo>
                  <a:pt x="619125" y="1123950"/>
                </a:moveTo>
                <a:lnTo>
                  <a:pt x="628650" y="1123950"/>
                </a:lnTo>
                <a:lnTo>
                  <a:pt x="628650" y="1133475"/>
                </a:lnTo>
                <a:lnTo>
                  <a:pt x="647700" y="1133475"/>
                </a:lnTo>
                <a:lnTo>
                  <a:pt x="647700" y="1162050"/>
                </a:lnTo>
                <a:lnTo>
                  <a:pt x="628650" y="1162050"/>
                </a:lnTo>
                <a:lnTo>
                  <a:pt x="628650" y="1152525"/>
                </a:lnTo>
                <a:lnTo>
                  <a:pt x="609600" y="1152525"/>
                </a:lnTo>
                <a:lnTo>
                  <a:pt x="609600" y="1143000"/>
                </a:lnTo>
                <a:lnTo>
                  <a:pt x="619125" y="1143000"/>
                </a:lnTo>
                <a:close/>
                <a:moveTo>
                  <a:pt x="781050" y="1123950"/>
                </a:moveTo>
                <a:lnTo>
                  <a:pt x="790575" y="1123950"/>
                </a:lnTo>
                <a:lnTo>
                  <a:pt x="790575" y="1133475"/>
                </a:lnTo>
                <a:lnTo>
                  <a:pt x="781050" y="1133475"/>
                </a:lnTo>
                <a:close/>
                <a:moveTo>
                  <a:pt x="828675" y="1123950"/>
                </a:moveTo>
                <a:lnTo>
                  <a:pt x="838200" y="1123950"/>
                </a:lnTo>
                <a:lnTo>
                  <a:pt x="838200" y="1133475"/>
                </a:lnTo>
                <a:lnTo>
                  <a:pt x="828675" y="1133475"/>
                </a:lnTo>
                <a:close/>
                <a:moveTo>
                  <a:pt x="304800" y="1133475"/>
                </a:moveTo>
                <a:lnTo>
                  <a:pt x="333375" y="1133475"/>
                </a:lnTo>
                <a:lnTo>
                  <a:pt x="333375" y="1143000"/>
                </a:lnTo>
                <a:lnTo>
                  <a:pt x="342900" y="1143000"/>
                </a:lnTo>
                <a:lnTo>
                  <a:pt x="342900" y="1152525"/>
                </a:lnTo>
                <a:lnTo>
                  <a:pt x="333375" y="1152525"/>
                </a:lnTo>
                <a:lnTo>
                  <a:pt x="333375" y="1162050"/>
                </a:lnTo>
                <a:lnTo>
                  <a:pt x="323850" y="1162050"/>
                </a:lnTo>
                <a:lnTo>
                  <a:pt x="323850" y="1152525"/>
                </a:lnTo>
                <a:lnTo>
                  <a:pt x="266700" y="1152525"/>
                </a:lnTo>
                <a:lnTo>
                  <a:pt x="266700" y="1162050"/>
                </a:lnTo>
                <a:lnTo>
                  <a:pt x="238125" y="1162050"/>
                </a:lnTo>
                <a:lnTo>
                  <a:pt x="238125" y="1190625"/>
                </a:lnTo>
                <a:lnTo>
                  <a:pt x="257175" y="1190625"/>
                </a:lnTo>
                <a:lnTo>
                  <a:pt x="257175" y="1209675"/>
                </a:lnTo>
                <a:lnTo>
                  <a:pt x="247650" y="1209675"/>
                </a:lnTo>
                <a:lnTo>
                  <a:pt x="247650" y="1200150"/>
                </a:lnTo>
                <a:lnTo>
                  <a:pt x="228600" y="1200150"/>
                </a:lnTo>
                <a:lnTo>
                  <a:pt x="228600" y="1190625"/>
                </a:lnTo>
                <a:lnTo>
                  <a:pt x="209550" y="1190625"/>
                </a:lnTo>
                <a:lnTo>
                  <a:pt x="209550" y="1171575"/>
                </a:lnTo>
                <a:lnTo>
                  <a:pt x="190500" y="1171575"/>
                </a:lnTo>
                <a:lnTo>
                  <a:pt x="190500" y="1143000"/>
                </a:lnTo>
                <a:lnTo>
                  <a:pt x="304800" y="1143000"/>
                </a:lnTo>
                <a:close/>
                <a:moveTo>
                  <a:pt x="800100" y="1133475"/>
                </a:moveTo>
                <a:lnTo>
                  <a:pt x="819150" y="1133475"/>
                </a:lnTo>
                <a:lnTo>
                  <a:pt x="819150" y="1143000"/>
                </a:lnTo>
                <a:lnTo>
                  <a:pt x="809625" y="1143000"/>
                </a:lnTo>
                <a:lnTo>
                  <a:pt x="809625" y="1152525"/>
                </a:lnTo>
                <a:lnTo>
                  <a:pt x="800100" y="1152525"/>
                </a:lnTo>
                <a:close/>
                <a:moveTo>
                  <a:pt x="114300" y="1143000"/>
                </a:moveTo>
                <a:lnTo>
                  <a:pt x="123825" y="1143000"/>
                </a:lnTo>
                <a:lnTo>
                  <a:pt x="123825" y="1162050"/>
                </a:lnTo>
                <a:lnTo>
                  <a:pt x="114300" y="1162050"/>
                </a:lnTo>
                <a:close/>
                <a:moveTo>
                  <a:pt x="409575" y="1143000"/>
                </a:moveTo>
                <a:lnTo>
                  <a:pt x="419100" y="1143000"/>
                </a:lnTo>
                <a:lnTo>
                  <a:pt x="419100" y="1152525"/>
                </a:lnTo>
                <a:lnTo>
                  <a:pt x="409575" y="1152525"/>
                </a:lnTo>
                <a:close/>
                <a:moveTo>
                  <a:pt x="762000" y="1143000"/>
                </a:moveTo>
                <a:lnTo>
                  <a:pt x="771525" y="1143000"/>
                </a:lnTo>
                <a:lnTo>
                  <a:pt x="771525" y="1152525"/>
                </a:lnTo>
                <a:lnTo>
                  <a:pt x="762000" y="1152525"/>
                </a:lnTo>
                <a:close/>
                <a:moveTo>
                  <a:pt x="352425" y="1152525"/>
                </a:moveTo>
                <a:lnTo>
                  <a:pt x="361950" y="1152525"/>
                </a:lnTo>
                <a:lnTo>
                  <a:pt x="361950" y="1162050"/>
                </a:lnTo>
                <a:lnTo>
                  <a:pt x="400050" y="1162050"/>
                </a:lnTo>
                <a:lnTo>
                  <a:pt x="400050" y="1171575"/>
                </a:lnTo>
                <a:lnTo>
                  <a:pt x="409575" y="1171575"/>
                </a:lnTo>
                <a:lnTo>
                  <a:pt x="409575" y="1190625"/>
                </a:lnTo>
                <a:lnTo>
                  <a:pt x="390525" y="1190625"/>
                </a:lnTo>
                <a:lnTo>
                  <a:pt x="390525" y="1200150"/>
                </a:lnTo>
                <a:lnTo>
                  <a:pt x="333375" y="1200150"/>
                </a:lnTo>
                <a:lnTo>
                  <a:pt x="333375" y="1190625"/>
                </a:lnTo>
                <a:lnTo>
                  <a:pt x="323850" y="1190625"/>
                </a:lnTo>
                <a:lnTo>
                  <a:pt x="323850" y="1171575"/>
                </a:lnTo>
                <a:lnTo>
                  <a:pt x="314325" y="1171575"/>
                </a:lnTo>
                <a:lnTo>
                  <a:pt x="314325" y="1162050"/>
                </a:lnTo>
                <a:lnTo>
                  <a:pt x="323850" y="1162050"/>
                </a:lnTo>
                <a:lnTo>
                  <a:pt x="323850" y="1171575"/>
                </a:lnTo>
                <a:lnTo>
                  <a:pt x="352425" y="1171575"/>
                </a:lnTo>
                <a:close/>
                <a:moveTo>
                  <a:pt x="1704975" y="1152525"/>
                </a:moveTo>
                <a:lnTo>
                  <a:pt x="1714500" y="1152525"/>
                </a:lnTo>
                <a:lnTo>
                  <a:pt x="1714500" y="1190625"/>
                </a:lnTo>
                <a:lnTo>
                  <a:pt x="1704975" y="1190625"/>
                </a:lnTo>
                <a:lnTo>
                  <a:pt x="1704975" y="1219200"/>
                </a:lnTo>
                <a:lnTo>
                  <a:pt x="1714500" y="1219200"/>
                </a:lnTo>
                <a:lnTo>
                  <a:pt x="1714500" y="1228725"/>
                </a:lnTo>
                <a:lnTo>
                  <a:pt x="1695450" y="1228725"/>
                </a:lnTo>
                <a:lnTo>
                  <a:pt x="1695450" y="1238250"/>
                </a:lnTo>
                <a:lnTo>
                  <a:pt x="1647825" y="1238250"/>
                </a:lnTo>
                <a:lnTo>
                  <a:pt x="1647825" y="1219200"/>
                </a:lnTo>
                <a:lnTo>
                  <a:pt x="1657350" y="1219200"/>
                </a:lnTo>
                <a:lnTo>
                  <a:pt x="1657350" y="1209675"/>
                </a:lnTo>
                <a:lnTo>
                  <a:pt x="1666875" y="1209675"/>
                </a:lnTo>
                <a:lnTo>
                  <a:pt x="1666875" y="1190625"/>
                </a:lnTo>
                <a:lnTo>
                  <a:pt x="1676400" y="1190625"/>
                </a:lnTo>
                <a:lnTo>
                  <a:pt x="1676400" y="1181100"/>
                </a:lnTo>
                <a:lnTo>
                  <a:pt x="1695450" y="1181100"/>
                </a:lnTo>
                <a:lnTo>
                  <a:pt x="1695450" y="1171575"/>
                </a:lnTo>
                <a:lnTo>
                  <a:pt x="1704975" y="1171575"/>
                </a:lnTo>
                <a:close/>
                <a:moveTo>
                  <a:pt x="419100" y="1162050"/>
                </a:moveTo>
                <a:lnTo>
                  <a:pt x="428625" y="1162050"/>
                </a:lnTo>
                <a:lnTo>
                  <a:pt x="428625" y="1171575"/>
                </a:lnTo>
                <a:lnTo>
                  <a:pt x="438150" y="1171575"/>
                </a:lnTo>
                <a:lnTo>
                  <a:pt x="438150" y="1181100"/>
                </a:lnTo>
                <a:lnTo>
                  <a:pt x="419100" y="1181100"/>
                </a:lnTo>
                <a:close/>
                <a:moveTo>
                  <a:pt x="1095375" y="1162050"/>
                </a:moveTo>
                <a:lnTo>
                  <a:pt x="1114425" y="1162050"/>
                </a:lnTo>
                <a:lnTo>
                  <a:pt x="1114425" y="1171575"/>
                </a:lnTo>
                <a:lnTo>
                  <a:pt x="1123950" y="1171575"/>
                </a:lnTo>
                <a:lnTo>
                  <a:pt x="1123950" y="1190625"/>
                </a:lnTo>
                <a:lnTo>
                  <a:pt x="1095375" y="1190625"/>
                </a:lnTo>
                <a:lnTo>
                  <a:pt x="1095375" y="1181100"/>
                </a:lnTo>
                <a:lnTo>
                  <a:pt x="1085850" y="1181100"/>
                </a:lnTo>
                <a:lnTo>
                  <a:pt x="1085850" y="1171575"/>
                </a:lnTo>
                <a:lnTo>
                  <a:pt x="1095375" y="1171575"/>
                </a:lnTo>
                <a:close/>
                <a:moveTo>
                  <a:pt x="962025" y="1171575"/>
                </a:moveTo>
                <a:lnTo>
                  <a:pt x="1019175" y="1171575"/>
                </a:lnTo>
                <a:lnTo>
                  <a:pt x="1019175" y="1190625"/>
                </a:lnTo>
                <a:lnTo>
                  <a:pt x="1057275" y="1190625"/>
                </a:lnTo>
                <a:lnTo>
                  <a:pt x="1057275" y="1200150"/>
                </a:lnTo>
                <a:lnTo>
                  <a:pt x="1009650" y="1200150"/>
                </a:lnTo>
                <a:lnTo>
                  <a:pt x="1009650" y="1209675"/>
                </a:lnTo>
                <a:lnTo>
                  <a:pt x="1000125" y="1209675"/>
                </a:lnTo>
                <a:lnTo>
                  <a:pt x="1000125" y="1200150"/>
                </a:lnTo>
                <a:lnTo>
                  <a:pt x="942975" y="1200150"/>
                </a:lnTo>
                <a:lnTo>
                  <a:pt x="942975" y="1209675"/>
                </a:lnTo>
                <a:lnTo>
                  <a:pt x="933450" y="1209675"/>
                </a:lnTo>
                <a:lnTo>
                  <a:pt x="933450" y="1219200"/>
                </a:lnTo>
                <a:lnTo>
                  <a:pt x="923925" y="1219200"/>
                </a:lnTo>
                <a:lnTo>
                  <a:pt x="923925" y="1228725"/>
                </a:lnTo>
                <a:lnTo>
                  <a:pt x="914400" y="1228725"/>
                </a:lnTo>
                <a:lnTo>
                  <a:pt x="914400" y="1238250"/>
                </a:lnTo>
                <a:lnTo>
                  <a:pt x="904875" y="1238250"/>
                </a:lnTo>
                <a:lnTo>
                  <a:pt x="904875" y="1228725"/>
                </a:lnTo>
                <a:lnTo>
                  <a:pt x="895350" y="1228725"/>
                </a:lnTo>
                <a:lnTo>
                  <a:pt x="895350" y="1219200"/>
                </a:lnTo>
                <a:lnTo>
                  <a:pt x="885825" y="1219200"/>
                </a:lnTo>
                <a:lnTo>
                  <a:pt x="885825" y="1200150"/>
                </a:lnTo>
                <a:lnTo>
                  <a:pt x="857250" y="1200150"/>
                </a:lnTo>
                <a:lnTo>
                  <a:pt x="857250" y="1190625"/>
                </a:lnTo>
                <a:lnTo>
                  <a:pt x="876300" y="1190625"/>
                </a:lnTo>
                <a:lnTo>
                  <a:pt x="876300" y="1181100"/>
                </a:lnTo>
                <a:lnTo>
                  <a:pt x="942975" y="1181100"/>
                </a:lnTo>
                <a:lnTo>
                  <a:pt x="942975" y="1190625"/>
                </a:lnTo>
                <a:lnTo>
                  <a:pt x="981075" y="1190625"/>
                </a:lnTo>
                <a:lnTo>
                  <a:pt x="981075" y="1181100"/>
                </a:lnTo>
                <a:lnTo>
                  <a:pt x="962025" y="1181100"/>
                </a:lnTo>
                <a:close/>
                <a:moveTo>
                  <a:pt x="1285875" y="1171575"/>
                </a:moveTo>
                <a:lnTo>
                  <a:pt x="1314450" y="1171575"/>
                </a:lnTo>
                <a:lnTo>
                  <a:pt x="1314450" y="1181100"/>
                </a:lnTo>
                <a:lnTo>
                  <a:pt x="1333500" y="1181100"/>
                </a:lnTo>
                <a:lnTo>
                  <a:pt x="1333500" y="1171575"/>
                </a:lnTo>
                <a:lnTo>
                  <a:pt x="1352550" y="1171575"/>
                </a:lnTo>
                <a:lnTo>
                  <a:pt x="1352550" y="1181100"/>
                </a:lnTo>
                <a:lnTo>
                  <a:pt x="1419225" y="1181100"/>
                </a:lnTo>
                <a:lnTo>
                  <a:pt x="1419225" y="1171575"/>
                </a:lnTo>
                <a:lnTo>
                  <a:pt x="1438275" y="1171575"/>
                </a:lnTo>
                <a:lnTo>
                  <a:pt x="1438275" y="1181100"/>
                </a:lnTo>
                <a:lnTo>
                  <a:pt x="1447800" y="1181100"/>
                </a:lnTo>
                <a:lnTo>
                  <a:pt x="1447800" y="1190625"/>
                </a:lnTo>
                <a:lnTo>
                  <a:pt x="1457325" y="1190625"/>
                </a:lnTo>
                <a:lnTo>
                  <a:pt x="1457325" y="1200150"/>
                </a:lnTo>
                <a:lnTo>
                  <a:pt x="1428750" y="1200150"/>
                </a:lnTo>
                <a:lnTo>
                  <a:pt x="1428750" y="1190625"/>
                </a:lnTo>
                <a:lnTo>
                  <a:pt x="1419225" y="1190625"/>
                </a:lnTo>
                <a:lnTo>
                  <a:pt x="1419225" y="1200150"/>
                </a:lnTo>
                <a:lnTo>
                  <a:pt x="1409700" y="1200150"/>
                </a:lnTo>
                <a:lnTo>
                  <a:pt x="1409700" y="1209675"/>
                </a:lnTo>
                <a:lnTo>
                  <a:pt x="1428750" y="1209675"/>
                </a:lnTo>
                <a:lnTo>
                  <a:pt x="1428750" y="1219200"/>
                </a:lnTo>
                <a:lnTo>
                  <a:pt x="1409700" y="1219200"/>
                </a:lnTo>
                <a:lnTo>
                  <a:pt x="1409700" y="1228725"/>
                </a:lnTo>
                <a:lnTo>
                  <a:pt x="1419225" y="1228725"/>
                </a:lnTo>
                <a:lnTo>
                  <a:pt x="1419225" y="1238250"/>
                </a:lnTo>
                <a:lnTo>
                  <a:pt x="1409700" y="1238250"/>
                </a:lnTo>
                <a:lnTo>
                  <a:pt x="1409700" y="1247775"/>
                </a:lnTo>
                <a:lnTo>
                  <a:pt x="1400175" y="1247775"/>
                </a:lnTo>
                <a:lnTo>
                  <a:pt x="1400175" y="1257300"/>
                </a:lnTo>
                <a:lnTo>
                  <a:pt x="1390650" y="1257300"/>
                </a:lnTo>
                <a:lnTo>
                  <a:pt x="1390650" y="1247775"/>
                </a:lnTo>
                <a:lnTo>
                  <a:pt x="1381125" y="1247775"/>
                </a:lnTo>
                <a:lnTo>
                  <a:pt x="1381125" y="1209675"/>
                </a:lnTo>
                <a:lnTo>
                  <a:pt x="1362075" y="1209675"/>
                </a:lnTo>
                <a:lnTo>
                  <a:pt x="1362075" y="1200150"/>
                </a:lnTo>
                <a:lnTo>
                  <a:pt x="1352550" y="1200150"/>
                </a:lnTo>
                <a:lnTo>
                  <a:pt x="1352550" y="1190625"/>
                </a:lnTo>
                <a:lnTo>
                  <a:pt x="1343025" y="1190625"/>
                </a:lnTo>
                <a:lnTo>
                  <a:pt x="1343025" y="1181100"/>
                </a:lnTo>
                <a:lnTo>
                  <a:pt x="1333500" y="1181100"/>
                </a:lnTo>
                <a:lnTo>
                  <a:pt x="1333500" y="1200150"/>
                </a:lnTo>
                <a:lnTo>
                  <a:pt x="1295400" y="1200150"/>
                </a:lnTo>
                <a:lnTo>
                  <a:pt x="1295400" y="1209675"/>
                </a:lnTo>
                <a:lnTo>
                  <a:pt x="1276350" y="1209675"/>
                </a:lnTo>
                <a:lnTo>
                  <a:pt x="1276350" y="1181100"/>
                </a:lnTo>
                <a:lnTo>
                  <a:pt x="1285875" y="1181100"/>
                </a:lnTo>
                <a:close/>
                <a:moveTo>
                  <a:pt x="438150" y="1181100"/>
                </a:moveTo>
                <a:lnTo>
                  <a:pt x="447675" y="1181100"/>
                </a:lnTo>
                <a:lnTo>
                  <a:pt x="447675" y="1200150"/>
                </a:lnTo>
                <a:lnTo>
                  <a:pt x="438150" y="1200150"/>
                </a:lnTo>
                <a:close/>
                <a:moveTo>
                  <a:pt x="1190625" y="1181100"/>
                </a:moveTo>
                <a:lnTo>
                  <a:pt x="1209675" y="1181100"/>
                </a:lnTo>
                <a:lnTo>
                  <a:pt x="1209675" y="1200150"/>
                </a:lnTo>
                <a:lnTo>
                  <a:pt x="1190625" y="1200150"/>
                </a:lnTo>
                <a:close/>
                <a:moveTo>
                  <a:pt x="1514475" y="1190625"/>
                </a:moveTo>
                <a:lnTo>
                  <a:pt x="1619250" y="1190625"/>
                </a:lnTo>
                <a:lnTo>
                  <a:pt x="1619250" y="1200150"/>
                </a:lnTo>
                <a:lnTo>
                  <a:pt x="1514475" y="1200150"/>
                </a:lnTo>
                <a:close/>
                <a:moveTo>
                  <a:pt x="419100" y="1200150"/>
                </a:moveTo>
                <a:lnTo>
                  <a:pt x="428625" y="1200150"/>
                </a:lnTo>
                <a:lnTo>
                  <a:pt x="428625" y="1209675"/>
                </a:lnTo>
                <a:lnTo>
                  <a:pt x="438150" y="1209675"/>
                </a:lnTo>
                <a:lnTo>
                  <a:pt x="438150" y="1219200"/>
                </a:lnTo>
                <a:lnTo>
                  <a:pt x="419100" y="1219200"/>
                </a:lnTo>
                <a:close/>
                <a:moveTo>
                  <a:pt x="504825" y="1200150"/>
                </a:moveTo>
                <a:lnTo>
                  <a:pt x="514350" y="1200150"/>
                </a:lnTo>
                <a:lnTo>
                  <a:pt x="514350" y="1209675"/>
                </a:lnTo>
                <a:lnTo>
                  <a:pt x="504825" y="1209675"/>
                </a:lnTo>
                <a:close/>
                <a:moveTo>
                  <a:pt x="1009650" y="1209675"/>
                </a:moveTo>
                <a:lnTo>
                  <a:pt x="1019175" y="1209675"/>
                </a:lnTo>
                <a:lnTo>
                  <a:pt x="1019175" y="1219200"/>
                </a:lnTo>
                <a:lnTo>
                  <a:pt x="1009650" y="1219200"/>
                </a:lnTo>
                <a:close/>
                <a:moveTo>
                  <a:pt x="1428750" y="1219200"/>
                </a:moveTo>
                <a:lnTo>
                  <a:pt x="1438275" y="1219200"/>
                </a:lnTo>
                <a:lnTo>
                  <a:pt x="1438275" y="1228725"/>
                </a:lnTo>
                <a:lnTo>
                  <a:pt x="1428750" y="1228725"/>
                </a:lnTo>
                <a:close/>
                <a:moveTo>
                  <a:pt x="1676400" y="1219200"/>
                </a:moveTo>
                <a:lnTo>
                  <a:pt x="1685925" y="1219200"/>
                </a:lnTo>
                <a:lnTo>
                  <a:pt x="1685925" y="1209675"/>
                </a:lnTo>
                <a:lnTo>
                  <a:pt x="1676400" y="1209675"/>
                </a:lnTo>
                <a:close/>
                <a:moveTo>
                  <a:pt x="304800" y="1238250"/>
                </a:moveTo>
                <a:lnTo>
                  <a:pt x="323850" y="1238250"/>
                </a:lnTo>
                <a:lnTo>
                  <a:pt x="323850" y="1266825"/>
                </a:lnTo>
                <a:lnTo>
                  <a:pt x="314325" y="1266825"/>
                </a:lnTo>
                <a:lnTo>
                  <a:pt x="314325" y="1257300"/>
                </a:lnTo>
                <a:lnTo>
                  <a:pt x="304800" y="1257300"/>
                </a:lnTo>
                <a:close/>
                <a:moveTo>
                  <a:pt x="304800" y="1266825"/>
                </a:moveTo>
                <a:lnTo>
                  <a:pt x="314325" y="1266825"/>
                </a:lnTo>
                <a:lnTo>
                  <a:pt x="314325" y="1304925"/>
                </a:lnTo>
                <a:lnTo>
                  <a:pt x="323850" y="1304925"/>
                </a:lnTo>
                <a:lnTo>
                  <a:pt x="323850" y="1323975"/>
                </a:lnTo>
                <a:lnTo>
                  <a:pt x="295275" y="1323975"/>
                </a:lnTo>
                <a:lnTo>
                  <a:pt x="295275" y="1314450"/>
                </a:lnTo>
                <a:lnTo>
                  <a:pt x="285750" y="1314450"/>
                </a:lnTo>
                <a:lnTo>
                  <a:pt x="285750" y="1304925"/>
                </a:lnTo>
                <a:lnTo>
                  <a:pt x="276225" y="1304925"/>
                </a:lnTo>
                <a:lnTo>
                  <a:pt x="276225" y="1285875"/>
                </a:lnTo>
                <a:lnTo>
                  <a:pt x="304800" y="1285875"/>
                </a:lnTo>
                <a:close/>
                <a:moveTo>
                  <a:pt x="361950" y="1276350"/>
                </a:moveTo>
                <a:lnTo>
                  <a:pt x="371475" y="1276350"/>
                </a:lnTo>
                <a:lnTo>
                  <a:pt x="371475" y="1295400"/>
                </a:lnTo>
                <a:lnTo>
                  <a:pt x="361950" y="1295400"/>
                </a:lnTo>
                <a:close/>
                <a:moveTo>
                  <a:pt x="676275" y="1285875"/>
                </a:moveTo>
                <a:lnTo>
                  <a:pt x="695325" y="1285875"/>
                </a:lnTo>
                <a:lnTo>
                  <a:pt x="695325" y="1295400"/>
                </a:lnTo>
                <a:lnTo>
                  <a:pt x="676275" y="1295400"/>
                </a:lnTo>
                <a:close/>
                <a:moveTo>
                  <a:pt x="1647825" y="1285875"/>
                </a:moveTo>
                <a:lnTo>
                  <a:pt x="1657350" y="1285875"/>
                </a:lnTo>
                <a:lnTo>
                  <a:pt x="1657350" y="1295400"/>
                </a:lnTo>
                <a:lnTo>
                  <a:pt x="1647825" y="1295400"/>
                </a:lnTo>
                <a:close/>
                <a:moveTo>
                  <a:pt x="695325" y="1295400"/>
                </a:moveTo>
                <a:lnTo>
                  <a:pt x="704850" y="1295400"/>
                </a:lnTo>
                <a:lnTo>
                  <a:pt x="704850" y="1304925"/>
                </a:lnTo>
                <a:lnTo>
                  <a:pt x="695325" y="1304925"/>
                </a:lnTo>
                <a:close/>
                <a:moveTo>
                  <a:pt x="723900" y="1295400"/>
                </a:moveTo>
                <a:lnTo>
                  <a:pt x="733425" y="1295400"/>
                </a:lnTo>
                <a:lnTo>
                  <a:pt x="733425" y="1304925"/>
                </a:lnTo>
                <a:lnTo>
                  <a:pt x="723900" y="1304925"/>
                </a:lnTo>
                <a:close/>
                <a:moveTo>
                  <a:pt x="533400" y="1304925"/>
                </a:moveTo>
                <a:lnTo>
                  <a:pt x="552450" y="1304925"/>
                </a:lnTo>
                <a:lnTo>
                  <a:pt x="552450" y="1314450"/>
                </a:lnTo>
                <a:lnTo>
                  <a:pt x="533400" y="1314450"/>
                </a:lnTo>
                <a:close/>
                <a:moveTo>
                  <a:pt x="1019175" y="1304925"/>
                </a:moveTo>
                <a:lnTo>
                  <a:pt x="1028700" y="1304925"/>
                </a:lnTo>
                <a:lnTo>
                  <a:pt x="1028700" y="1314450"/>
                </a:lnTo>
                <a:lnTo>
                  <a:pt x="1019175" y="1314450"/>
                </a:lnTo>
                <a:close/>
                <a:moveTo>
                  <a:pt x="419100" y="1314450"/>
                </a:moveTo>
                <a:lnTo>
                  <a:pt x="438150" y="1314450"/>
                </a:lnTo>
                <a:lnTo>
                  <a:pt x="438150" y="1323975"/>
                </a:lnTo>
                <a:lnTo>
                  <a:pt x="419100" y="1323975"/>
                </a:lnTo>
                <a:close/>
                <a:moveTo>
                  <a:pt x="552450" y="1314450"/>
                </a:moveTo>
                <a:lnTo>
                  <a:pt x="561975" y="1314450"/>
                </a:lnTo>
                <a:lnTo>
                  <a:pt x="561975" y="1323975"/>
                </a:lnTo>
                <a:lnTo>
                  <a:pt x="552450" y="1323975"/>
                </a:lnTo>
                <a:close/>
                <a:moveTo>
                  <a:pt x="1152525" y="1314450"/>
                </a:moveTo>
                <a:lnTo>
                  <a:pt x="1162050" y="1314450"/>
                </a:lnTo>
                <a:lnTo>
                  <a:pt x="1162050" y="1323975"/>
                </a:lnTo>
                <a:lnTo>
                  <a:pt x="1152525" y="1323975"/>
                </a:lnTo>
                <a:close/>
                <a:moveTo>
                  <a:pt x="323850" y="1323975"/>
                </a:moveTo>
                <a:lnTo>
                  <a:pt x="333375" y="1323975"/>
                </a:lnTo>
                <a:lnTo>
                  <a:pt x="333375" y="1333500"/>
                </a:lnTo>
                <a:lnTo>
                  <a:pt x="323850" y="1333500"/>
                </a:lnTo>
                <a:close/>
                <a:moveTo>
                  <a:pt x="695325" y="1323975"/>
                </a:moveTo>
                <a:lnTo>
                  <a:pt x="704850" y="1323975"/>
                </a:lnTo>
                <a:lnTo>
                  <a:pt x="704850" y="1333500"/>
                </a:lnTo>
                <a:lnTo>
                  <a:pt x="695325" y="1333500"/>
                </a:lnTo>
                <a:close/>
                <a:moveTo>
                  <a:pt x="733425" y="1323975"/>
                </a:moveTo>
                <a:lnTo>
                  <a:pt x="742950" y="1323975"/>
                </a:lnTo>
                <a:lnTo>
                  <a:pt x="742950" y="1333500"/>
                </a:lnTo>
                <a:lnTo>
                  <a:pt x="733425" y="1333500"/>
                </a:lnTo>
                <a:close/>
                <a:moveTo>
                  <a:pt x="771525" y="1323975"/>
                </a:moveTo>
                <a:lnTo>
                  <a:pt x="781050" y="1323975"/>
                </a:lnTo>
                <a:lnTo>
                  <a:pt x="781050" y="1333500"/>
                </a:lnTo>
                <a:lnTo>
                  <a:pt x="771525" y="1333500"/>
                </a:lnTo>
                <a:close/>
                <a:moveTo>
                  <a:pt x="1428750" y="1323975"/>
                </a:moveTo>
                <a:lnTo>
                  <a:pt x="1438275" y="1323975"/>
                </a:lnTo>
                <a:lnTo>
                  <a:pt x="1438275" y="1333500"/>
                </a:lnTo>
                <a:lnTo>
                  <a:pt x="1428750" y="1333500"/>
                </a:lnTo>
                <a:close/>
                <a:moveTo>
                  <a:pt x="238125" y="1333500"/>
                </a:moveTo>
                <a:lnTo>
                  <a:pt x="247650" y="1333500"/>
                </a:lnTo>
                <a:lnTo>
                  <a:pt x="247650" y="1343025"/>
                </a:lnTo>
                <a:lnTo>
                  <a:pt x="238125" y="1343025"/>
                </a:lnTo>
                <a:close/>
                <a:moveTo>
                  <a:pt x="361950" y="1333500"/>
                </a:moveTo>
                <a:lnTo>
                  <a:pt x="409575" y="1333500"/>
                </a:lnTo>
                <a:lnTo>
                  <a:pt x="409575" y="1343025"/>
                </a:lnTo>
                <a:lnTo>
                  <a:pt x="361950" y="1343025"/>
                </a:lnTo>
                <a:close/>
                <a:moveTo>
                  <a:pt x="485775" y="1333500"/>
                </a:moveTo>
                <a:lnTo>
                  <a:pt x="495300" y="1333500"/>
                </a:lnTo>
                <a:lnTo>
                  <a:pt x="495300" y="1343025"/>
                </a:lnTo>
                <a:lnTo>
                  <a:pt x="485775" y="1343025"/>
                </a:lnTo>
                <a:close/>
                <a:moveTo>
                  <a:pt x="762000" y="1333500"/>
                </a:moveTo>
                <a:lnTo>
                  <a:pt x="771525" y="1333500"/>
                </a:lnTo>
                <a:lnTo>
                  <a:pt x="771525" y="1343025"/>
                </a:lnTo>
                <a:lnTo>
                  <a:pt x="762000" y="1343025"/>
                </a:lnTo>
                <a:close/>
                <a:moveTo>
                  <a:pt x="942975" y="1333500"/>
                </a:moveTo>
                <a:lnTo>
                  <a:pt x="952500" y="1333500"/>
                </a:lnTo>
                <a:lnTo>
                  <a:pt x="952500" y="1343025"/>
                </a:lnTo>
                <a:lnTo>
                  <a:pt x="942975" y="1343025"/>
                </a:lnTo>
                <a:close/>
                <a:moveTo>
                  <a:pt x="981075" y="1333500"/>
                </a:moveTo>
                <a:lnTo>
                  <a:pt x="990600" y="1333500"/>
                </a:lnTo>
                <a:lnTo>
                  <a:pt x="990600" y="1343025"/>
                </a:lnTo>
                <a:lnTo>
                  <a:pt x="981075" y="1343025"/>
                </a:lnTo>
                <a:close/>
                <a:moveTo>
                  <a:pt x="1485900" y="1362075"/>
                </a:moveTo>
                <a:lnTo>
                  <a:pt x="1495425" y="1362075"/>
                </a:lnTo>
                <a:lnTo>
                  <a:pt x="1495425" y="1371600"/>
                </a:lnTo>
                <a:lnTo>
                  <a:pt x="1485900" y="1371600"/>
                </a:lnTo>
                <a:close/>
                <a:moveTo>
                  <a:pt x="285750" y="1400175"/>
                </a:moveTo>
                <a:lnTo>
                  <a:pt x="295275" y="1400175"/>
                </a:lnTo>
                <a:lnTo>
                  <a:pt x="295275" y="1409700"/>
                </a:lnTo>
                <a:lnTo>
                  <a:pt x="285750" y="1409700"/>
                </a:lnTo>
                <a:close/>
                <a:moveTo>
                  <a:pt x="590550" y="1400175"/>
                </a:moveTo>
                <a:lnTo>
                  <a:pt x="619125" y="1400175"/>
                </a:lnTo>
                <a:lnTo>
                  <a:pt x="619125" y="1409700"/>
                </a:lnTo>
                <a:lnTo>
                  <a:pt x="590550" y="1409700"/>
                </a:lnTo>
                <a:close/>
                <a:moveTo>
                  <a:pt x="1704975" y="1419225"/>
                </a:moveTo>
                <a:lnTo>
                  <a:pt x="1714500" y="1419225"/>
                </a:lnTo>
                <a:lnTo>
                  <a:pt x="1714500" y="1457325"/>
                </a:lnTo>
                <a:lnTo>
                  <a:pt x="1704975" y="1457325"/>
                </a:lnTo>
                <a:lnTo>
                  <a:pt x="1704975" y="1447800"/>
                </a:lnTo>
                <a:lnTo>
                  <a:pt x="1695450" y="1447800"/>
                </a:lnTo>
                <a:lnTo>
                  <a:pt x="1695450" y="1457325"/>
                </a:lnTo>
                <a:lnTo>
                  <a:pt x="1647825" y="1457325"/>
                </a:lnTo>
                <a:lnTo>
                  <a:pt x="1647825" y="1438275"/>
                </a:lnTo>
                <a:lnTo>
                  <a:pt x="1685925" y="1438275"/>
                </a:lnTo>
                <a:lnTo>
                  <a:pt x="1685925" y="1428750"/>
                </a:lnTo>
                <a:lnTo>
                  <a:pt x="1695450" y="1428750"/>
                </a:lnTo>
                <a:lnTo>
                  <a:pt x="1695450" y="1438275"/>
                </a:lnTo>
                <a:lnTo>
                  <a:pt x="1704975" y="1438275"/>
                </a:lnTo>
                <a:close/>
                <a:moveTo>
                  <a:pt x="361950" y="1438275"/>
                </a:moveTo>
                <a:lnTo>
                  <a:pt x="371475" y="1438275"/>
                </a:lnTo>
                <a:lnTo>
                  <a:pt x="371475" y="1447800"/>
                </a:lnTo>
                <a:lnTo>
                  <a:pt x="361950" y="1447800"/>
                </a:lnTo>
                <a:close/>
                <a:moveTo>
                  <a:pt x="695325" y="1438275"/>
                </a:moveTo>
                <a:lnTo>
                  <a:pt x="714375" y="1438275"/>
                </a:lnTo>
                <a:lnTo>
                  <a:pt x="714375" y="1457325"/>
                </a:lnTo>
                <a:lnTo>
                  <a:pt x="695325" y="1457325"/>
                </a:lnTo>
                <a:close/>
                <a:moveTo>
                  <a:pt x="1028700" y="1438275"/>
                </a:moveTo>
                <a:lnTo>
                  <a:pt x="1076325" y="1438275"/>
                </a:lnTo>
                <a:lnTo>
                  <a:pt x="1076325" y="1457325"/>
                </a:lnTo>
                <a:lnTo>
                  <a:pt x="1028700" y="1457325"/>
                </a:lnTo>
                <a:close/>
                <a:moveTo>
                  <a:pt x="1104900" y="1438275"/>
                </a:moveTo>
                <a:lnTo>
                  <a:pt x="1600200" y="1438275"/>
                </a:lnTo>
                <a:lnTo>
                  <a:pt x="1600200" y="1457325"/>
                </a:lnTo>
                <a:lnTo>
                  <a:pt x="1104900" y="1457325"/>
                </a:lnTo>
                <a:close/>
                <a:moveTo>
                  <a:pt x="314325" y="1447800"/>
                </a:moveTo>
                <a:lnTo>
                  <a:pt x="323850" y="1447800"/>
                </a:lnTo>
                <a:lnTo>
                  <a:pt x="323850" y="1457325"/>
                </a:lnTo>
                <a:lnTo>
                  <a:pt x="314325" y="1457325"/>
                </a:lnTo>
                <a:close/>
                <a:moveTo>
                  <a:pt x="542925" y="1447800"/>
                </a:moveTo>
                <a:lnTo>
                  <a:pt x="581025" y="1447800"/>
                </a:lnTo>
                <a:lnTo>
                  <a:pt x="581025" y="1457325"/>
                </a:lnTo>
                <a:lnTo>
                  <a:pt x="542925" y="1457325"/>
                </a:lnTo>
                <a:close/>
                <a:moveTo>
                  <a:pt x="609600" y="1447800"/>
                </a:moveTo>
                <a:lnTo>
                  <a:pt x="638175" y="1447800"/>
                </a:lnTo>
                <a:lnTo>
                  <a:pt x="638175" y="1457325"/>
                </a:lnTo>
                <a:lnTo>
                  <a:pt x="609600" y="1457325"/>
                </a:lnTo>
                <a:close/>
                <a:moveTo>
                  <a:pt x="1657350" y="1514475"/>
                </a:moveTo>
                <a:lnTo>
                  <a:pt x="1666875" y="1514475"/>
                </a:lnTo>
                <a:lnTo>
                  <a:pt x="1666875" y="1533525"/>
                </a:lnTo>
                <a:lnTo>
                  <a:pt x="1657350" y="1533525"/>
                </a:lnTo>
                <a:close/>
                <a:moveTo>
                  <a:pt x="314325" y="1533525"/>
                </a:moveTo>
                <a:lnTo>
                  <a:pt x="342900" y="1533525"/>
                </a:lnTo>
                <a:lnTo>
                  <a:pt x="342900" y="1552575"/>
                </a:lnTo>
                <a:lnTo>
                  <a:pt x="333375" y="1552575"/>
                </a:lnTo>
                <a:lnTo>
                  <a:pt x="333375" y="1562100"/>
                </a:lnTo>
                <a:lnTo>
                  <a:pt x="323850" y="1562100"/>
                </a:lnTo>
                <a:lnTo>
                  <a:pt x="323850" y="1543050"/>
                </a:lnTo>
                <a:lnTo>
                  <a:pt x="314325" y="1543050"/>
                </a:lnTo>
                <a:close/>
                <a:moveTo>
                  <a:pt x="457200" y="1533525"/>
                </a:moveTo>
                <a:lnTo>
                  <a:pt x="495300" y="1533525"/>
                </a:lnTo>
                <a:lnTo>
                  <a:pt x="495300" y="1543050"/>
                </a:lnTo>
                <a:lnTo>
                  <a:pt x="476250" y="1543050"/>
                </a:lnTo>
                <a:lnTo>
                  <a:pt x="476250" y="1571625"/>
                </a:lnTo>
                <a:lnTo>
                  <a:pt x="466725" y="1571625"/>
                </a:lnTo>
                <a:lnTo>
                  <a:pt x="466725" y="1590675"/>
                </a:lnTo>
                <a:lnTo>
                  <a:pt x="447675" y="1590675"/>
                </a:lnTo>
                <a:lnTo>
                  <a:pt x="447675" y="1571625"/>
                </a:lnTo>
                <a:lnTo>
                  <a:pt x="457200" y="1571625"/>
                </a:lnTo>
                <a:lnTo>
                  <a:pt x="457200" y="1562100"/>
                </a:lnTo>
                <a:lnTo>
                  <a:pt x="447675" y="1562100"/>
                </a:lnTo>
                <a:lnTo>
                  <a:pt x="447675" y="1552575"/>
                </a:lnTo>
                <a:lnTo>
                  <a:pt x="457200" y="1552575"/>
                </a:lnTo>
                <a:close/>
                <a:moveTo>
                  <a:pt x="342900" y="1552575"/>
                </a:moveTo>
                <a:lnTo>
                  <a:pt x="352425" y="1552575"/>
                </a:lnTo>
                <a:lnTo>
                  <a:pt x="352425" y="1562100"/>
                </a:lnTo>
                <a:lnTo>
                  <a:pt x="342900" y="1562100"/>
                </a:lnTo>
                <a:close/>
                <a:moveTo>
                  <a:pt x="428625" y="1552575"/>
                </a:moveTo>
                <a:lnTo>
                  <a:pt x="438150" y="1552575"/>
                </a:lnTo>
                <a:lnTo>
                  <a:pt x="438150" y="1562100"/>
                </a:lnTo>
                <a:lnTo>
                  <a:pt x="428625" y="1562100"/>
                </a:lnTo>
                <a:close/>
                <a:moveTo>
                  <a:pt x="1257300" y="1562100"/>
                </a:moveTo>
                <a:lnTo>
                  <a:pt x="1314450" y="1562100"/>
                </a:lnTo>
                <a:lnTo>
                  <a:pt x="1314450" y="1571625"/>
                </a:lnTo>
                <a:lnTo>
                  <a:pt x="1362075" y="1571625"/>
                </a:lnTo>
                <a:lnTo>
                  <a:pt x="1362075" y="1590675"/>
                </a:lnTo>
                <a:lnTo>
                  <a:pt x="1304925" y="1590675"/>
                </a:lnTo>
                <a:lnTo>
                  <a:pt x="1304925" y="1600200"/>
                </a:lnTo>
                <a:lnTo>
                  <a:pt x="1295400" y="1600200"/>
                </a:lnTo>
                <a:lnTo>
                  <a:pt x="1295400" y="1590675"/>
                </a:lnTo>
                <a:lnTo>
                  <a:pt x="1285875" y="1590675"/>
                </a:lnTo>
                <a:lnTo>
                  <a:pt x="1285875" y="1571625"/>
                </a:lnTo>
                <a:lnTo>
                  <a:pt x="1276350" y="1571625"/>
                </a:lnTo>
                <a:lnTo>
                  <a:pt x="1276350" y="1581150"/>
                </a:lnTo>
                <a:lnTo>
                  <a:pt x="1266825" y="1581150"/>
                </a:lnTo>
                <a:lnTo>
                  <a:pt x="1266825" y="1590675"/>
                </a:lnTo>
                <a:lnTo>
                  <a:pt x="1228725" y="1590675"/>
                </a:lnTo>
                <a:lnTo>
                  <a:pt x="1228725" y="1581150"/>
                </a:lnTo>
                <a:lnTo>
                  <a:pt x="1247775" y="1581150"/>
                </a:lnTo>
                <a:lnTo>
                  <a:pt x="1247775" y="1571625"/>
                </a:lnTo>
                <a:lnTo>
                  <a:pt x="1257300" y="1571625"/>
                </a:lnTo>
                <a:close/>
                <a:moveTo>
                  <a:pt x="314325" y="1571625"/>
                </a:moveTo>
                <a:lnTo>
                  <a:pt x="323850" y="1571625"/>
                </a:lnTo>
                <a:lnTo>
                  <a:pt x="323850" y="1581150"/>
                </a:lnTo>
                <a:lnTo>
                  <a:pt x="314325" y="1581150"/>
                </a:lnTo>
                <a:close/>
                <a:moveTo>
                  <a:pt x="542925" y="1571625"/>
                </a:moveTo>
                <a:lnTo>
                  <a:pt x="704850" y="1571625"/>
                </a:lnTo>
                <a:lnTo>
                  <a:pt x="704850" y="1590675"/>
                </a:lnTo>
                <a:lnTo>
                  <a:pt x="542925" y="1590675"/>
                </a:lnTo>
                <a:close/>
                <a:moveTo>
                  <a:pt x="752475" y="1571625"/>
                </a:moveTo>
                <a:lnTo>
                  <a:pt x="819150" y="1571625"/>
                </a:lnTo>
                <a:lnTo>
                  <a:pt x="819150" y="1590675"/>
                </a:lnTo>
                <a:lnTo>
                  <a:pt x="752475" y="1590675"/>
                </a:lnTo>
                <a:close/>
                <a:moveTo>
                  <a:pt x="866775" y="1571625"/>
                </a:moveTo>
                <a:lnTo>
                  <a:pt x="876300" y="1571625"/>
                </a:lnTo>
                <a:lnTo>
                  <a:pt x="876300" y="1590675"/>
                </a:lnTo>
                <a:lnTo>
                  <a:pt x="866775" y="1590675"/>
                </a:lnTo>
                <a:close/>
                <a:moveTo>
                  <a:pt x="904875" y="1571625"/>
                </a:moveTo>
                <a:lnTo>
                  <a:pt x="923925" y="1571625"/>
                </a:lnTo>
                <a:lnTo>
                  <a:pt x="923925" y="1581150"/>
                </a:lnTo>
                <a:lnTo>
                  <a:pt x="904875" y="1581150"/>
                </a:lnTo>
                <a:close/>
                <a:moveTo>
                  <a:pt x="1066800" y="1571625"/>
                </a:moveTo>
                <a:lnTo>
                  <a:pt x="1076325" y="1571625"/>
                </a:lnTo>
                <a:lnTo>
                  <a:pt x="1076325" y="1581150"/>
                </a:lnTo>
                <a:lnTo>
                  <a:pt x="1066800" y="1581150"/>
                </a:lnTo>
                <a:close/>
                <a:moveTo>
                  <a:pt x="1095375" y="1571625"/>
                </a:moveTo>
                <a:lnTo>
                  <a:pt x="1104900" y="1571625"/>
                </a:lnTo>
                <a:lnTo>
                  <a:pt x="1104900" y="1581150"/>
                </a:lnTo>
                <a:lnTo>
                  <a:pt x="1095375" y="1581150"/>
                </a:lnTo>
                <a:close/>
                <a:moveTo>
                  <a:pt x="1114425" y="1571625"/>
                </a:moveTo>
                <a:lnTo>
                  <a:pt x="1123950" y="1571625"/>
                </a:lnTo>
                <a:lnTo>
                  <a:pt x="1123950" y="1581150"/>
                </a:lnTo>
                <a:lnTo>
                  <a:pt x="1114425" y="1581150"/>
                </a:lnTo>
                <a:close/>
                <a:moveTo>
                  <a:pt x="1409700" y="1571625"/>
                </a:moveTo>
                <a:lnTo>
                  <a:pt x="1476375" y="1571625"/>
                </a:lnTo>
                <a:lnTo>
                  <a:pt x="1476375" y="1590675"/>
                </a:lnTo>
                <a:lnTo>
                  <a:pt x="1409700" y="1590675"/>
                </a:lnTo>
                <a:close/>
                <a:moveTo>
                  <a:pt x="1504950" y="1571625"/>
                </a:moveTo>
                <a:lnTo>
                  <a:pt x="1514475" y="1571625"/>
                </a:lnTo>
                <a:lnTo>
                  <a:pt x="1514475" y="1590675"/>
                </a:lnTo>
                <a:lnTo>
                  <a:pt x="1504950" y="1590675"/>
                </a:lnTo>
                <a:close/>
                <a:moveTo>
                  <a:pt x="1543050" y="1571625"/>
                </a:moveTo>
                <a:lnTo>
                  <a:pt x="1590675" y="1571625"/>
                </a:lnTo>
                <a:lnTo>
                  <a:pt x="1590675" y="1590675"/>
                </a:lnTo>
                <a:lnTo>
                  <a:pt x="1543050" y="1590675"/>
                </a:lnTo>
                <a:close/>
                <a:moveTo>
                  <a:pt x="1647825" y="1571625"/>
                </a:moveTo>
                <a:lnTo>
                  <a:pt x="1657350" y="1571625"/>
                </a:lnTo>
                <a:lnTo>
                  <a:pt x="1657350" y="1581150"/>
                </a:lnTo>
                <a:lnTo>
                  <a:pt x="1647825" y="1581150"/>
                </a:lnTo>
                <a:close/>
                <a:moveTo>
                  <a:pt x="209550" y="1581150"/>
                </a:moveTo>
                <a:lnTo>
                  <a:pt x="219075" y="1581150"/>
                </a:lnTo>
                <a:lnTo>
                  <a:pt x="219075" y="1590675"/>
                </a:lnTo>
                <a:lnTo>
                  <a:pt x="228600" y="1590675"/>
                </a:lnTo>
                <a:lnTo>
                  <a:pt x="228600" y="1600200"/>
                </a:lnTo>
                <a:lnTo>
                  <a:pt x="190500" y="1600200"/>
                </a:lnTo>
                <a:lnTo>
                  <a:pt x="190500" y="1590675"/>
                </a:lnTo>
                <a:lnTo>
                  <a:pt x="209550" y="1590675"/>
                </a:lnTo>
                <a:close/>
                <a:moveTo>
                  <a:pt x="923925" y="1581150"/>
                </a:moveTo>
                <a:lnTo>
                  <a:pt x="933450" y="1581150"/>
                </a:lnTo>
                <a:lnTo>
                  <a:pt x="933450" y="1590675"/>
                </a:lnTo>
                <a:lnTo>
                  <a:pt x="923925" y="1590675"/>
                </a:lnTo>
                <a:close/>
                <a:moveTo>
                  <a:pt x="1057275" y="1581150"/>
                </a:moveTo>
                <a:lnTo>
                  <a:pt x="1066800" y="1581150"/>
                </a:lnTo>
                <a:lnTo>
                  <a:pt x="1066800" y="1609725"/>
                </a:lnTo>
                <a:lnTo>
                  <a:pt x="1057275" y="1609725"/>
                </a:lnTo>
                <a:close/>
                <a:moveTo>
                  <a:pt x="1066800" y="1609725"/>
                </a:moveTo>
                <a:lnTo>
                  <a:pt x="1076325" y="1609725"/>
                </a:lnTo>
                <a:lnTo>
                  <a:pt x="1076325" y="1619250"/>
                </a:lnTo>
                <a:lnTo>
                  <a:pt x="1066800" y="1619250"/>
                </a:lnTo>
                <a:close/>
                <a:moveTo>
                  <a:pt x="304800" y="1619250"/>
                </a:moveTo>
                <a:lnTo>
                  <a:pt x="314325" y="1619250"/>
                </a:lnTo>
                <a:lnTo>
                  <a:pt x="314325" y="1628775"/>
                </a:lnTo>
                <a:lnTo>
                  <a:pt x="304800" y="1628775"/>
                </a:lnTo>
                <a:close/>
                <a:moveTo>
                  <a:pt x="333375" y="1619250"/>
                </a:moveTo>
                <a:lnTo>
                  <a:pt x="342900" y="1619250"/>
                </a:lnTo>
                <a:lnTo>
                  <a:pt x="342900" y="1638300"/>
                </a:lnTo>
                <a:lnTo>
                  <a:pt x="323850" y="1638300"/>
                </a:lnTo>
                <a:lnTo>
                  <a:pt x="323850" y="1628775"/>
                </a:lnTo>
                <a:lnTo>
                  <a:pt x="333375" y="1628775"/>
                </a:lnTo>
                <a:close/>
                <a:moveTo>
                  <a:pt x="295275" y="1638300"/>
                </a:moveTo>
                <a:lnTo>
                  <a:pt x="304800" y="1638300"/>
                </a:lnTo>
                <a:lnTo>
                  <a:pt x="304800" y="1647825"/>
                </a:lnTo>
                <a:lnTo>
                  <a:pt x="295275" y="1647825"/>
                </a:lnTo>
                <a:close/>
                <a:moveTo>
                  <a:pt x="428625" y="1647825"/>
                </a:moveTo>
                <a:lnTo>
                  <a:pt x="438150" y="1647825"/>
                </a:lnTo>
                <a:lnTo>
                  <a:pt x="438150" y="1657350"/>
                </a:lnTo>
                <a:lnTo>
                  <a:pt x="428625" y="1657350"/>
                </a:lnTo>
                <a:close/>
                <a:moveTo>
                  <a:pt x="1057275" y="1666875"/>
                </a:moveTo>
                <a:lnTo>
                  <a:pt x="1066800" y="1666875"/>
                </a:lnTo>
                <a:lnTo>
                  <a:pt x="1066800" y="1676400"/>
                </a:lnTo>
                <a:lnTo>
                  <a:pt x="1057275" y="1676400"/>
                </a:lnTo>
                <a:close/>
                <a:moveTo>
                  <a:pt x="533400" y="1676400"/>
                </a:moveTo>
                <a:lnTo>
                  <a:pt x="542925" y="1676400"/>
                </a:lnTo>
                <a:lnTo>
                  <a:pt x="542925" y="1685925"/>
                </a:lnTo>
                <a:lnTo>
                  <a:pt x="533400" y="1685925"/>
                </a:lnTo>
                <a:close/>
                <a:moveTo>
                  <a:pt x="1095375" y="1676400"/>
                </a:moveTo>
                <a:lnTo>
                  <a:pt x="1104900" y="1676400"/>
                </a:lnTo>
                <a:lnTo>
                  <a:pt x="1104900" y="1685925"/>
                </a:lnTo>
                <a:lnTo>
                  <a:pt x="1095375" y="1685925"/>
                </a:lnTo>
                <a:close/>
                <a:moveTo>
                  <a:pt x="1114425" y="1676400"/>
                </a:moveTo>
                <a:lnTo>
                  <a:pt x="1123950" y="1676400"/>
                </a:lnTo>
                <a:lnTo>
                  <a:pt x="1123950" y="1685925"/>
                </a:lnTo>
                <a:lnTo>
                  <a:pt x="1114425" y="1685925"/>
                </a:lnTo>
                <a:close/>
                <a:moveTo>
                  <a:pt x="304800" y="1685925"/>
                </a:moveTo>
                <a:lnTo>
                  <a:pt x="333375" y="1685925"/>
                </a:lnTo>
                <a:lnTo>
                  <a:pt x="333375" y="1704975"/>
                </a:lnTo>
                <a:lnTo>
                  <a:pt x="314325" y="1704975"/>
                </a:lnTo>
                <a:lnTo>
                  <a:pt x="314325" y="1695450"/>
                </a:lnTo>
                <a:lnTo>
                  <a:pt x="304800" y="1695450"/>
                </a:lnTo>
                <a:close/>
                <a:moveTo>
                  <a:pt x="361950" y="1685925"/>
                </a:moveTo>
                <a:lnTo>
                  <a:pt x="381000" y="1685925"/>
                </a:lnTo>
                <a:lnTo>
                  <a:pt x="381000" y="1695450"/>
                </a:lnTo>
                <a:lnTo>
                  <a:pt x="371475" y="1695450"/>
                </a:lnTo>
                <a:lnTo>
                  <a:pt x="371475" y="1704975"/>
                </a:lnTo>
                <a:lnTo>
                  <a:pt x="381000" y="1704975"/>
                </a:lnTo>
                <a:lnTo>
                  <a:pt x="381000" y="1733550"/>
                </a:lnTo>
                <a:lnTo>
                  <a:pt x="342900" y="1733550"/>
                </a:lnTo>
                <a:lnTo>
                  <a:pt x="342900" y="1704975"/>
                </a:lnTo>
                <a:lnTo>
                  <a:pt x="361950" y="1704975"/>
                </a:lnTo>
                <a:close/>
                <a:moveTo>
                  <a:pt x="428625" y="1685925"/>
                </a:moveTo>
                <a:lnTo>
                  <a:pt x="447675" y="1685925"/>
                </a:lnTo>
                <a:lnTo>
                  <a:pt x="447675" y="1695450"/>
                </a:lnTo>
                <a:lnTo>
                  <a:pt x="428625" y="1695450"/>
                </a:lnTo>
                <a:close/>
                <a:moveTo>
                  <a:pt x="1066800" y="1685925"/>
                </a:moveTo>
                <a:lnTo>
                  <a:pt x="1095375" y="1685925"/>
                </a:lnTo>
                <a:lnTo>
                  <a:pt x="1095375" y="1695450"/>
                </a:lnTo>
                <a:lnTo>
                  <a:pt x="1104900" y="1695450"/>
                </a:lnTo>
                <a:lnTo>
                  <a:pt x="1104900" y="1704975"/>
                </a:lnTo>
                <a:lnTo>
                  <a:pt x="1076325" y="1704975"/>
                </a:lnTo>
                <a:lnTo>
                  <a:pt x="1076325" y="1714500"/>
                </a:lnTo>
                <a:lnTo>
                  <a:pt x="1066800" y="1714500"/>
                </a:lnTo>
                <a:close/>
                <a:moveTo>
                  <a:pt x="1123950" y="1685925"/>
                </a:moveTo>
                <a:lnTo>
                  <a:pt x="1143000" y="1685925"/>
                </a:lnTo>
                <a:lnTo>
                  <a:pt x="1143000" y="1704975"/>
                </a:lnTo>
                <a:lnTo>
                  <a:pt x="1114425" y="1704975"/>
                </a:lnTo>
                <a:lnTo>
                  <a:pt x="1114425" y="1695450"/>
                </a:lnTo>
                <a:lnTo>
                  <a:pt x="1123950" y="1695450"/>
                </a:lnTo>
                <a:close/>
                <a:moveTo>
                  <a:pt x="676275" y="1695450"/>
                </a:moveTo>
                <a:lnTo>
                  <a:pt x="685800" y="1695450"/>
                </a:lnTo>
                <a:lnTo>
                  <a:pt x="685800" y="1704975"/>
                </a:lnTo>
                <a:lnTo>
                  <a:pt x="676275" y="1704975"/>
                </a:lnTo>
                <a:close/>
                <a:moveTo>
                  <a:pt x="723900" y="1695450"/>
                </a:moveTo>
                <a:lnTo>
                  <a:pt x="733425" y="1695450"/>
                </a:lnTo>
                <a:lnTo>
                  <a:pt x="733425" y="1704975"/>
                </a:lnTo>
                <a:lnTo>
                  <a:pt x="723900" y="1704975"/>
                </a:lnTo>
                <a:close/>
                <a:moveTo>
                  <a:pt x="742950" y="1695450"/>
                </a:moveTo>
                <a:lnTo>
                  <a:pt x="752475" y="1695450"/>
                </a:lnTo>
                <a:lnTo>
                  <a:pt x="752475" y="1704975"/>
                </a:lnTo>
                <a:lnTo>
                  <a:pt x="742950" y="1704975"/>
                </a:lnTo>
                <a:close/>
                <a:moveTo>
                  <a:pt x="895350" y="1695450"/>
                </a:moveTo>
                <a:lnTo>
                  <a:pt x="914400" y="1695450"/>
                </a:lnTo>
                <a:lnTo>
                  <a:pt x="914400" y="1704975"/>
                </a:lnTo>
                <a:lnTo>
                  <a:pt x="923925" y="1704975"/>
                </a:lnTo>
                <a:lnTo>
                  <a:pt x="923925" y="1695450"/>
                </a:lnTo>
                <a:lnTo>
                  <a:pt x="933450" y="1695450"/>
                </a:lnTo>
                <a:lnTo>
                  <a:pt x="933450" y="1714500"/>
                </a:lnTo>
                <a:lnTo>
                  <a:pt x="895350" y="1714500"/>
                </a:lnTo>
                <a:close/>
                <a:moveTo>
                  <a:pt x="1009650" y="1695450"/>
                </a:moveTo>
                <a:lnTo>
                  <a:pt x="1038225" y="1695450"/>
                </a:lnTo>
                <a:lnTo>
                  <a:pt x="1038225" y="1714500"/>
                </a:lnTo>
                <a:lnTo>
                  <a:pt x="1019175" y="1714500"/>
                </a:lnTo>
                <a:lnTo>
                  <a:pt x="1019175" y="1733550"/>
                </a:lnTo>
                <a:lnTo>
                  <a:pt x="1009650" y="1733550"/>
                </a:lnTo>
                <a:lnTo>
                  <a:pt x="1009650" y="1714500"/>
                </a:lnTo>
                <a:lnTo>
                  <a:pt x="990600" y="1714500"/>
                </a:lnTo>
                <a:lnTo>
                  <a:pt x="990600" y="1704975"/>
                </a:lnTo>
                <a:lnTo>
                  <a:pt x="1009650" y="1704975"/>
                </a:lnTo>
                <a:close/>
                <a:moveTo>
                  <a:pt x="1047750" y="1695450"/>
                </a:moveTo>
                <a:lnTo>
                  <a:pt x="1057275" y="1695450"/>
                </a:lnTo>
                <a:lnTo>
                  <a:pt x="1057275" y="1704975"/>
                </a:lnTo>
                <a:lnTo>
                  <a:pt x="1047750" y="1704975"/>
                </a:lnTo>
                <a:close/>
                <a:moveTo>
                  <a:pt x="1276350" y="1695450"/>
                </a:moveTo>
                <a:lnTo>
                  <a:pt x="1285875" y="1695450"/>
                </a:lnTo>
                <a:lnTo>
                  <a:pt x="1285875" y="1704975"/>
                </a:lnTo>
                <a:lnTo>
                  <a:pt x="1276350" y="1704975"/>
                </a:lnTo>
                <a:close/>
                <a:moveTo>
                  <a:pt x="1438275" y="1695450"/>
                </a:moveTo>
                <a:lnTo>
                  <a:pt x="1447800" y="1695450"/>
                </a:lnTo>
                <a:lnTo>
                  <a:pt x="1447800" y="1704975"/>
                </a:lnTo>
                <a:lnTo>
                  <a:pt x="1438275" y="1704975"/>
                </a:lnTo>
                <a:close/>
                <a:moveTo>
                  <a:pt x="400050" y="1704975"/>
                </a:moveTo>
                <a:lnTo>
                  <a:pt x="428625" y="1704975"/>
                </a:lnTo>
                <a:lnTo>
                  <a:pt x="428625" y="1733550"/>
                </a:lnTo>
                <a:lnTo>
                  <a:pt x="400050" y="1733550"/>
                </a:lnTo>
                <a:close/>
                <a:moveTo>
                  <a:pt x="457200" y="1704975"/>
                </a:moveTo>
                <a:lnTo>
                  <a:pt x="495300" y="1704975"/>
                </a:lnTo>
                <a:lnTo>
                  <a:pt x="495300" y="1733550"/>
                </a:lnTo>
                <a:lnTo>
                  <a:pt x="457200" y="1733550"/>
                </a:lnTo>
                <a:close/>
                <a:moveTo>
                  <a:pt x="600075" y="1704975"/>
                </a:moveTo>
                <a:lnTo>
                  <a:pt x="609600" y="1704975"/>
                </a:lnTo>
                <a:lnTo>
                  <a:pt x="609600" y="1733550"/>
                </a:lnTo>
                <a:lnTo>
                  <a:pt x="600075" y="1733550"/>
                </a:lnTo>
                <a:close/>
                <a:moveTo>
                  <a:pt x="819150" y="1704975"/>
                </a:moveTo>
                <a:lnTo>
                  <a:pt x="828675" y="1704975"/>
                </a:lnTo>
                <a:lnTo>
                  <a:pt x="828675" y="1714500"/>
                </a:lnTo>
                <a:lnTo>
                  <a:pt x="819150" y="1714500"/>
                </a:lnTo>
                <a:close/>
                <a:moveTo>
                  <a:pt x="1447800" y="1704975"/>
                </a:moveTo>
                <a:lnTo>
                  <a:pt x="1457325" y="1704975"/>
                </a:lnTo>
                <a:lnTo>
                  <a:pt x="1457325" y="1733550"/>
                </a:lnTo>
                <a:lnTo>
                  <a:pt x="1447800" y="1733550"/>
                </a:lnTo>
                <a:close/>
                <a:moveTo>
                  <a:pt x="1685925" y="1704975"/>
                </a:moveTo>
                <a:lnTo>
                  <a:pt x="1695450" y="1704975"/>
                </a:lnTo>
                <a:lnTo>
                  <a:pt x="1695450" y="1724025"/>
                </a:lnTo>
                <a:lnTo>
                  <a:pt x="1685925" y="1724025"/>
                </a:lnTo>
                <a:close/>
                <a:moveTo>
                  <a:pt x="1704975" y="1714500"/>
                </a:moveTo>
                <a:lnTo>
                  <a:pt x="1714500" y="1714500"/>
                </a:lnTo>
                <a:lnTo>
                  <a:pt x="1714500" y="1733550"/>
                </a:lnTo>
                <a:lnTo>
                  <a:pt x="1704975" y="1733550"/>
                </a:lnTo>
                <a:close/>
                <a:moveTo>
                  <a:pt x="266700" y="1752600"/>
                </a:moveTo>
                <a:lnTo>
                  <a:pt x="295275" y="1752600"/>
                </a:lnTo>
                <a:lnTo>
                  <a:pt x="295275" y="1762125"/>
                </a:lnTo>
                <a:lnTo>
                  <a:pt x="266700" y="1762125"/>
                </a:lnTo>
                <a:close/>
                <a:moveTo>
                  <a:pt x="304800" y="1752600"/>
                </a:moveTo>
                <a:lnTo>
                  <a:pt x="342900" y="1752600"/>
                </a:lnTo>
                <a:lnTo>
                  <a:pt x="342900" y="1762125"/>
                </a:lnTo>
                <a:lnTo>
                  <a:pt x="323850" y="1762125"/>
                </a:lnTo>
                <a:lnTo>
                  <a:pt x="323850" y="1771650"/>
                </a:lnTo>
                <a:lnTo>
                  <a:pt x="314325" y="1771650"/>
                </a:lnTo>
                <a:lnTo>
                  <a:pt x="314325" y="1762125"/>
                </a:lnTo>
                <a:lnTo>
                  <a:pt x="304800" y="1762125"/>
                </a:lnTo>
                <a:close/>
                <a:moveTo>
                  <a:pt x="457200" y="1752600"/>
                </a:moveTo>
                <a:lnTo>
                  <a:pt x="476250" y="1752600"/>
                </a:lnTo>
                <a:lnTo>
                  <a:pt x="476250" y="1762125"/>
                </a:lnTo>
                <a:lnTo>
                  <a:pt x="457200" y="1762125"/>
                </a:lnTo>
                <a:close/>
                <a:moveTo>
                  <a:pt x="504825" y="1752600"/>
                </a:moveTo>
                <a:lnTo>
                  <a:pt x="533400" y="1752600"/>
                </a:lnTo>
                <a:lnTo>
                  <a:pt x="533400" y="1781175"/>
                </a:lnTo>
                <a:lnTo>
                  <a:pt x="523875" y="1781175"/>
                </a:lnTo>
                <a:lnTo>
                  <a:pt x="523875" y="1762125"/>
                </a:lnTo>
                <a:lnTo>
                  <a:pt x="504825" y="1762125"/>
                </a:lnTo>
                <a:close/>
                <a:moveTo>
                  <a:pt x="742950" y="1752600"/>
                </a:moveTo>
                <a:lnTo>
                  <a:pt x="790575" y="1752600"/>
                </a:lnTo>
                <a:lnTo>
                  <a:pt x="790575" y="1762125"/>
                </a:lnTo>
                <a:lnTo>
                  <a:pt x="742950" y="1762125"/>
                </a:lnTo>
                <a:close/>
                <a:moveTo>
                  <a:pt x="971550" y="1752600"/>
                </a:moveTo>
                <a:lnTo>
                  <a:pt x="1000125" y="1752600"/>
                </a:lnTo>
                <a:lnTo>
                  <a:pt x="1000125" y="1762125"/>
                </a:lnTo>
                <a:lnTo>
                  <a:pt x="990600" y="1762125"/>
                </a:lnTo>
                <a:lnTo>
                  <a:pt x="990600" y="1771650"/>
                </a:lnTo>
                <a:lnTo>
                  <a:pt x="1000125" y="1771650"/>
                </a:lnTo>
                <a:lnTo>
                  <a:pt x="1000125" y="1781175"/>
                </a:lnTo>
                <a:lnTo>
                  <a:pt x="971550" y="1781175"/>
                </a:lnTo>
                <a:lnTo>
                  <a:pt x="971550" y="1771650"/>
                </a:lnTo>
                <a:lnTo>
                  <a:pt x="981075" y="1771650"/>
                </a:lnTo>
                <a:lnTo>
                  <a:pt x="981075" y="1762125"/>
                </a:lnTo>
                <a:lnTo>
                  <a:pt x="971550" y="1762125"/>
                </a:lnTo>
                <a:close/>
                <a:moveTo>
                  <a:pt x="1457325" y="1752600"/>
                </a:moveTo>
                <a:lnTo>
                  <a:pt x="1476375" y="1752600"/>
                </a:lnTo>
                <a:lnTo>
                  <a:pt x="1476375" y="1762125"/>
                </a:lnTo>
                <a:lnTo>
                  <a:pt x="1457325" y="1762125"/>
                </a:lnTo>
                <a:close/>
                <a:moveTo>
                  <a:pt x="409575" y="1771650"/>
                </a:moveTo>
                <a:lnTo>
                  <a:pt x="419100" y="1771650"/>
                </a:lnTo>
                <a:lnTo>
                  <a:pt x="419100" y="1781175"/>
                </a:lnTo>
                <a:lnTo>
                  <a:pt x="409575" y="1781175"/>
                </a:lnTo>
                <a:close/>
                <a:moveTo>
                  <a:pt x="771525" y="1771650"/>
                </a:moveTo>
                <a:lnTo>
                  <a:pt x="790575" y="1771650"/>
                </a:lnTo>
                <a:lnTo>
                  <a:pt x="790575" y="1781175"/>
                </a:lnTo>
                <a:lnTo>
                  <a:pt x="771525" y="1781175"/>
                </a:lnTo>
                <a:close/>
                <a:moveTo>
                  <a:pt x="1647825" y="1781175"/>
                </a:moveTo>
                <a:lnTo>
                  <a:pt x="1657350" y="1781175"/>
                </a:lnTo>
                <a:lnTo>
                  <a:pt x="1657350" y="1790700"/>
                </a:lnTo>
                <a:lnTo>
                  <a:pt x="1647825" y="1790700"/>
                </a:lnTo>
                <a:close/>
                <a:moveTo>
                  <a:pt x="361950" y="1819275"/>
                </a:moveTo>
                <a:lnTo>
                  <a:pt x="371475" y="1819275"/>
                </a:lnTo>
                <a:lnTo>
                  <a:pt x="371475" y="1828800"/>
                </a:lnTo>
                <a:lnTo>
                  <a:pt x="390525" y="1828800"/>
                </a:lnTo>
                <a:lnTo>
                  <a:pt x="390525" y="1838325"/>
                </a:lnTo>
                <a:lnTo>
                  <a:pt x="409575" y="1838325"/>
                </a:lnTo>
                <a:lnTo>
                  <a:pt x="409575" y="1828800"/>
                </a:lnTo>
                <a:lnTo>
                  <a:pt x="438150" y="1828800"/>
                </a:lnTo>
                <a:lnTo>
                  <a:pt x="438150" y="1847850"/>
                </a:lnTo>
                <a:lnTo>
                  <a:pt x="419100" y="1847850"/>
                </a:lnTo>
                <a:lnTo>
                  <a:pt x="419100" y="1857375"/>
                </a:lnTo>
                <a:lnTo>
                  <a:pt x="400050" y="1857375"/>
                </a:lnTo>
                <a:lnTo>
                  <a:pt x="400050" y="1847850"/>
                </a:lnTo>
                <a:lnTo>
                  <a:pt x="352425" y="1847850"/>
                </a:lnTo>
                <a:lnTo>
                  <a:pt x="352425" y="1838325"/>
                </a:lnTo>
                <a:lnTo>
                  <a:pt x="342900" y="1838325"/>
                </a:lnTo>
                <a:lnTo>
                  <a:pt x="342900" y="1828800"/>
                </a:lnTo>
                <a:lnTo>
                  <a:pt x="361950" y="1828800"/>
                </a:lnTo>
                <a:close/>
                <a:moveTo>
                  <a:pt x="657225" y="1819275"/>
                </a:moveTo>
                <a:lnTo>
                  <a:pt x="676275" y="1819275"/>
                </a:lnTo>
                <a:lnTo>
                  <a:pt x="676275" y="1828800"/>
                </a:lnTo>
                <a:lnTo>
                  <a:pt x="781050" y="1828800"/>
                </a:lnTo>
                <a:lnTo>
                  <a:pt x="781050" y="1819275"/>
                </a:lnTo>
                <a:lnTo>
                  <a:pt x="790575" y="1819275"/>
                </a:lnTo>
                <a:lnTo>
                  <a:pt x="790575" y="1828800"/>
                </a:lnTo>
                <a:lnTo>
                  <a:pt x="914400" y="1828800"/>
                </a:lnTo>
                <a:lnTo>
                  <a:pt x="914400" y="1847850"/>
                </a:lnTo>
                <a:lnTo>
                  <a:pt x="809625" y="1847850"/>
                </a:lnTo>
                <a:lnTo>
                  <a:pt x="809625" y="1857375"/>
                </a:lnTo>
                <a:lnTo>
                  <a:pt x="771525" y="1857375"/>
                </a:lnTo>
                <a:lnTo>
                  <a:pt x="771525" y="1847850"/>
                </a:lnTo>
                <a:lnTo>
                  <a:pt x="704850" y="1847850"/>
                </a:lnTo>
                <a:lnTo>
                  <a:pt x="704850" y="1857375"/>
                </a:lnTo>
                <a:lnTo>
                  <a:pt x="666750" y="1857375"/>
                </a:lnTo>
                <a:lnTo>
                  <a:pt x="666750" y="1847850"/>
                </a:lnTo>
                <a:lnTo>
                  <a:pt x="657225" y="1847850"/>
                </a:lnTo>
                <a:lnTo>
                  <a:pt x="657225" y="1838325"/>
                </a:lnTo>
                <a:lnTo>
                  <a:pt x="638175" y="1838325"/>
                </a:lnTo>
                <a:lnTo>
                  <a:pt x="638175" y="1828800"/>
                </a:lnTo>
                <a:lnTo>
                  <a:pt x="657225" y="1828800"/>
                </a:lnTo>
                <a:close/>
                <a:moveTo>
                  <a:pt x="933450" y="1828800"/>
                </a:moveTo>
                <a:lnTo>
                  <a:pt x="952500" y="1828800"/>
                </a:lnTo>
                <a:lnTo>
                  <a:pt x="952500" y="1847850"/>
                </a:lnTo>
                <a:lnTo>
                  <a:pt x="933450" y="1847850"/>
                </a:lnTo>
                <a:close/>
                <a:moveTo>
                  <a:pt x="1019175" y="1828800"/>
                </a:moveTo>
                <a:lnTo>
                  <a:pt x="1047750" y="1828800"/>
                </a:lnTo>
                <a:lnTo>
                  <a:pt x="1047750" y="1857375"/>
                </a:lnTo>
                <a:lnTo>
                  <a:pt x="1019175" y="1857375"/>
                </a:lnTo>
                <a:close/>
                <a:moveTo>
                  <a:pt x="1095375" y="1828800"/>
                </a:moveTo>
                <a:lnTo>
                  <a:pt x="1104900" y="1828800"/>
                </a:lnTo>
                <a:lnTo>
                  <a:pt x="1104900" y="1847850"/>
                </a:lnTo>
                <a:lnTo>
                  <a:pt x="1085850" y="1847850"/>
                </a:lnTo>
                <a:lnTo>
                  <a:pt x="1085850" y="1838325"/>
                </a:lnTo>
                <a:lnTo>
                  <a:pt x="1095375" y="1838325"/>
                </a:lnTo>
                <a:close/>
                <a:moveTo>
                  <a:pt x="1162050" y="1828800"/>
                </a:moveTo>
                <a:lnTo>
                  <a:pt x="1209675" y="1828800"/>
                </a:lnTo>
                <a:lnTo>
                  <a:pt x="1209675" y="1847850"/>
                </a:lnTo>
                <a:lnTo>
                  <a:pt x="1162050" y="1847850"/>
                </a:lnTo>
                <a:close/>
                <a:moveTo>
                  <a:pt x="1257300" y="1828800"/>
                </a:moveTo>
                <a:lnTo>
                  <a:pt x="1371600" y="1828800"/>
                </a:lnTo>
                <a:lnTo>
                  <a:pt x="1371600" y="1847850"/>
                </a:lnTo>
                <a:lnTo>
                  <a:pt x="1257300" y="1847850"/>
                </a:lnTo>
                <a:close/>
                <a:moveTo>
                  <a:pt x="1419225" y="1828800"/>
                </a:moveTo>
                <a:lnTo>
                  <a:pt x="1514475" y="1828800"/>
                </a:lnTo>
                <a:lnTo>
                  <a:pt x="1514475" y="1847850"/>
                </a:lnTo>
                <a:lnTo>
                  <a:pt x="1419225" y="1847850"/>
                </a:lnTo>
                <a:close/>
                <a:moveTo>
                  <a:pt x="1524000" y="1828800"/>
                </a:moveTo>
                <a:lnTo>
                  <a:pt x="1676400" y="1828800"/>
                </a:lnTo>
                <a:lnTo>
                  <a:pt x="1676400" y="1847850"/>
                </a:lnTo>
                <a:lnTo>
                  <a:pt x="1685925" y="1847850"/>
                </a:lnTo>
                <a:lnTo>
                  <a:pt x="1685925" y="1857375"/>
                </a:lnTo>
                <a:lnTo>
                  <a:pt x="1657350" y="1857375"/>
                </a:lnTo>
                <a:lnTo>
                  <a:pt x="1657350" y="1847850"/>
                </a:lnTo>
                <a:lnTo>
                  <a:pt x="1533525" y="1847850"/>
                </a:lnTo>
                <a:lnTo>
                  <a:pt x="1533525" y="1838325"/>
                </a:lnTo>
                <a:lnTo>
                  <a:pt x="1524000" y="1838325"/>
                </a:lnTo>
                <a:close/>
                <a:moveTo>
                  <a:pt x="581025" y="1838325"/>
                </a:moveTo>
                <a:lnTo>
                  <a:pt x="590550" y="1838325"/>
                </a:lnTo>
                <a:lnTo>
                  <a:pt x="590550" y="1847850"/>
                </a:lnTo>
                <a:lnTo>
                  <a:pt x="581025" y="1847850"/>
                </a:lnTo>
                <a:close/>
                <a:moveTo>
                  <a:pt x="609600" y="1838325"/>
                </a:moveTo>
                <a:lnTo>
                  <a:pt x="628650" y="1838325"/>
                </a:lnTo>
                <a:lnTo>
                  <a:pt x="628650" y="1847850"/>
                </a:lnTo>
                <a:lnTo>
                  <a:pt x="657225" y="1847850"/>
                </a:lnTo>
                <a:lnTo>
                  <a:pt x="657225" y="1857375"/>
                </a:lnTo>
                <a:lnTo>
                  <a:pt x="638175" y="1857375"/>
                </a:lnTo>
                <a:lnTo>
                  <a:pt x="638175" y="1866900"/>
                </a:lnTo>
                <a:lnTo>
                  <a:pt x="600075" y="1866900"/>
                </a:lnTo>
                <a:lnTo>
                  <a:pt x="600075" y="1857375"/>
                </a:lnTo>
                <a:lnTo>
                  <a:pt x="619125" y="1857375"/>
                </a:lnTo>
                <a:lnTo>
                  <a:pt x="619125" y="1847850"/>
                </a:lnTo>
                <a:lnTo>
                  <a:pt x="609600" y="1847850"/>
                </a:lnTo>
                <a:close/>
                <a:moveTo>
                  <a:pt x="276225" y="1847850"/>
                </a:moveTo>
                <a:lnTo>
                  <a:pt x="304800" y="1847850"/>
                </a:lnTo>
                <a:lnTo>
                  <a:pt x="304800" y="1857375"/>
                </a:lnTo>
                <a:lnTo>
                  <a:pt x="276225" y="1857375"/>
                </a:lnTo>
                <a:close/>
                <a:moveTo>
                  <a:pt x="485775" y="1847850"/>
                </a:moveTo>
                <a:lnTo>
                  <a:pt x="495300" y="1847850"/>
                </a:lnTo>
                <a:lnTo>
                  <a:pt x="495300" y="1857375"/>
                </a:lnTo>
                <a:lnTo>
                  <a:pt x="485775" y="1857375"/>
                </a:lnTo>
                <a:close/>
                <a:moveTo>
                  <a:pt x="504825" y="1847850"/>
                </a:moveTo>
                <a:lnTo>
                  <a:pt x="514350" y="1847850"/>
                </a:lnTo>
                <a:lnTo>
                  <a:pt x="514350" y="1857375"/>
                </a:lnTo>
                <a:lnTo>
                  <a:pt x="504825" y="1857375"/>
                </a:lnTo>
                <a:close/>
                <a:moveTo>
                  <a:pt x="571500" y="1847850"/>
                </a:moveTo>
                <a:lnTo>
                  <a:pt x="581025" y="1847850"/>
                </a:lnTo>
                <a:lnTo>
                  <a:pt x="581025" y="1857375"/>
                </a:lnTo>
                <a:lnTo>
                  <a:pt x="571500" y="1857375"/>
                </a:lnTo>
                <a:close/>
                <a:moveTo>
                  <a:pt x="304800" y="1857375"/>
                </a:moveTo>
                <a:lnTo>
                  <a:pt x="314325" y="1857375"/>
                </a:lnTo>
                <a:lnTo>
                  <a:pt x="314325" y="1866900"/>
                </a:lnTo>
                <a:lnTo>
                  <a:pt x="304800" y="1866900"/>
                </a:lnTo>
                <a:close/>
                <a:moveTo>
                  <a:pt x="371475" y="1857375"/>
                </a:moveTo>
                <a:lnTo>
                  <a:pt x="400050" y="1857375"/>
                </a:lnTo>
                <a:lnTo>
                  <a:pt x="400050" y="1866900"/>
                </a:lnTo>
                <a:lnTo>
                  <a:pt x="371475" y="1866900"/>
                </a:lnTo>
                <a:close/>
                <a:moveTo>
                  <a:pt x="409575" y="1876425"/>
                </a:moveTo>
                <a:lnTo>
                  <a:pt x="419100" y="1876425"/>
                </a:lnTo>
                <a:lnTo>
                  <a:pt x="419100" y="1895475"/>
                </a:lnTo>
                <a:lnTo>
                  <a:pt x="409575" y="1895475"/>
                </a:lnTo>
                <a:close/>
                <a:moveTo>
                  <a:pt x="400050" y="1895475"/>
                </a:moveTo>
                <a:lnTo>
                  <a:pt x="409575" y="1895475"/>
                </a:lnTo>
                <a:lnTo>
                  <a:pt x="409575" y="1905000"/>
                </a:lnTo>
                <a:lnTo>
                  <a:pt x="400050" y="1905000"/>
                </a:lnTo>
                <a:close/>
                <a:moveTo>
                  <a:pt x="466725" y="1895475"/>
                </a:moveTo>
                <a:lnTo>
                  <a:pt x="476250" y="1895475"/>
                </a:lnTo>
                <a:lnTo>
                  <a:pt x="476250" y="1905000"/>
                </a:lnTo>
                <a:lnTo>
                  <a:pt x="466725" y="1905000"/>
                </a:lnTo>
                <a:close/>
                <a:moveTo>
                  <a:pt x="209550" y="1905000"/>
                </a:moveTo>
                <a:lnTo>
                  <a:pt x="247650" y="1905000"/>
                </a:lnTo>
                <a:lnTo>
                  <a:pt x="247650" y="1914525"/>
                </a:lnTo>
                <a:lnTo>
                  <a:pt x="209550" y="1914525"/>
                </a:lnTo>
                <a:close/>
                <a:moveTo>
                  <a:pt x="476250" y="1905000"/>
                </a:moveTo>
                <a:lnTo>
                  <a:pt x="485775" y="1905000"/>
                </a:lnTo>
                <a:lnTo>
                  <a:pt x="485775" y="1914525"/>
                </a:lnTo>
                <a:lnTo>
                  <a:pt x="476250" y="1914525"/>
                </a:lnTo>
                <a:close/>
                <a:moveTo>
                  <a:pt x="495300" y="1914525"/>
                </a:moveTo>
                <a:lnTo>
                  <a:pt x="504825" y="1914525"/>
                </a:lnTo>
                <a:lnTo>
                  <a:pt x="504825" y="1924050"/>
                </a:lnTo>
                <a:lnTo>
                  <a:pt x="495300" y="1924050"/>
                </a:lnTo>
                <a:close/>
                <a:moveTo>
                  <a:pt x="1085850" y="1952625"/>
                </a:moveTo>
                <a:lnTo>
                  <a:pt x="1123950" y="1952625"/>
                </a:lnTo>
                <a:lnTo>
                  <a:pt x="1123950" y="1962150"/>
                </a:lnTo>
                <a:lnTo>
                  <a:pt x="1181100" y="1962150"/>
                </a:lnTo>
                <a:lnTo>
                  <a:pt x="1181100" y="1952625"/>
                </a:lnTo>
                <a:lnTo>
                  <a:pt x="1200150" y="1952625"/>
                </a:lnTo>
                <a:lnTo>
                  <a:pt x="1200150" y="1962150"/>
                </a:lnTo>
                <a:lnTo>
                  <a:pt x="1266825" y="1962150"/>
                </a:lnTo>
                <a:lnTo>
                  <a:pt x="1266825" y="1952625"/>
                </a:lnTo>
                <a:lnTo>
                  <a:pt x="1285875" y="1952625"/>
                </a:lnTo>
                <a:lnTo>
                  <a:pt x="1285875" y="1962150"/>
                </a:lnTo>
                <a:lnTo>
                  <a:pt x="1619250" y="1962150"/>
                </a:lnTo>
                <a:lnTo>
                  <a:pt x="1619250" y="1981200"/>
                </a:lnTo>
                <a:lnTo>
                  <a:pt x="409575" y="1981200"/>
                </a:lnTo>
                <a:lnTo>
                  <a:pt x="409575" y="1962150"/>
                </a:lnTo>
                <a:lnTo>
                  <a:pt x="1085850" y="1962150"/>
                </a:lnTo>
                <a:close/>
                <a:moveTo>
                  <a:pt x="209550" y="1962150"/>
                </a:moveTo>
                <a:lnTo>
                  <a:pt x="371475" y="1962150"/>
                </a:lnTo>
                <a:lnTo>
                  <a:pt x="371475" y="1981200"/>
                </a:lnTo>
                <a:lnTo>
                  <a:pt x="209550" y="1981200"/>
                </a:lnTo>
                <a:close/>
                <a:moveTo>
                  <a:pt x="1685925" y="1962150"/>
                </a:moveTo>
                <a:lnTo>
                  <a:pt x="1695450" y="1962150"/>
                </a:lnTo>
                <a:lnTo>
                  <a:pt x="1695450" y="1981200"/>
                </a:lnTo>
                <a:lnTo>
                  <a:pt x="1676400" y="1981200"/>
                </a:lnTo>
                <a:lnTo>
                  <a:pt x="1676400" y="1971675"/>
                </a:lnTo>
                <a:lnTo>
                  <a:pt x="1685925" y="1971675"/>
                </a:lnTo>
                <a:close/>
                <a:moveTo>
                  <a:pt x="1704975" y="1962150"/>
                </a:moveTo>
                <a:lnTo>
                  <a:pt x="1714500" y="1962150"/>
                </a:lnTo>
                <a:lnTo>
                  <a:pt x="1714500" y="1981200"/>
                </a:lnTo>
                <a:lnTo>
                  <a:pt x="1704975" y="1981200"/>
                </a:lnTo>
                <a:close/>
                <a:moveTo>
                  <a:pt x="1638300" y="1971675"/>
                </a:moveTo>
                <a:lnTo>
                  <a:pt x="1666875" y="1971675"/>
                </a:lnTo>
                <a:lnTo>
                  <a:pt x="1666875" y="1981200"/>
                </a:lnTo>
                <a:lnTo>
                  <a:pt x="1638300" y="1981200"/>
                </a:lnTo>
                <a:close/>
                <a:moveTo>
                  <a:pt x="1666875" y="1981200"/>
                </a:moveTo>
                <a:lnTo>
                  <a:pt x="1676400" y="1981200"/>
                </a:lnTo>
                <a:lnTo>
                  <a:pt x="1676400" y="1990725"/>
                </a:lnTo>
                <a:lnTo>
                  <a:pt x="1666875" y="1990725"/>
                </a:lnTo>
                <a:close/>
                <a:moveTo>
                  <a:pt x="1657350" y="1990725"/>
                </a:moveTo>
                <a:lnTo>
                  <a:pt x="1666875" y="1990725"/>
                </a:lnTo>
                <a:lnTo>
                  <a:pt x="1666875" y="2009775"/>
                </a:lnTo>
                <a:lnTo>
                  <a:pt x="1647825" y="2009775"/>
                </a:lnTo>
                <a:lnTo>
                  <a:pt x="1647825" y="2000250"/>
                </a:lnTo>
                <a:lnTo>
                  <a:pt x="1657350" y="2000250"/>
                </a:lnTo>
                <a:close/>
                <a:moveTo>
                  <a:pt x="600075" y="2066925"/>
                </a:moveTo>
                <a:lnTo>
                  <a:pt x="609600" y="2066925"/>
                </a:lnTo>
                <a:lnTo>
                  <a:pt x="609600" y="2076450"/>
                </a:lnTo>
                <a:lnTo>
                  <a:pt x="600075" y="2076450"/>
                </a:lnTo>
                <a:close/>
                <a:moveTo>
                  <a:pt x="371475" y="2076450"/>
                </a:moveTo>
                <a:lnTo>
                  <a:pt x="381000" y="2076450"/>
                </a:lnTo>
                <a:lnTo>
                  <a:pt x="381000" y="2095500"/>
                </a:lnTo>
                <a:lnTo>
                  <a:pt x="371475" y="2095500"/>
                </a:lnTo>
                <a:close/>
                <a:moveTo>
                  <a:pt x="428625" y="2076450"/>
                </a:moveTo>
                <a:lnTo>
                  <a:pt x="438150" y="2076450"/>
                </a:lnTo>
                <a:lnTo>
                  <a:pt x="438150" y="2085975"/>
                </a:lnTo>
                <a:lnTo>
                  <a:pt x="428625" y="2085975"/>
                </a:lnTo>
                <a:close/>
                <a:moveTo>
                  <a:pt x="542925" y="2076450"/>
                </a:moveTo>
                <a:lnTo>
                  <a:pt x="552450" y="2076450"/>
                </a:lnTo>
                <a:lnTo>
                  <a:pt x="552450" y="2085975"/>
                </a:lnTo>
                <a:lnTo>
                  <a:pt x="542925" y="2085975"/>
                </a:lnTo>
                <a:close/>
                <a:moveTo>
                  <a:pt x="590550" y="2076450"/>
                </a:moveTo>
                <a:lnTo>
                  <a:pt x="600075" y="2076450"/>
                </a:lnTo>
                <a:lnTo>
                  <a:pt x="600075" y="2085975"/>
                </a:lnTo>
                <a:lnTo>
                  <a:pt x="590550" y="2085975"/>
                </a:lnTo>
                <a:close/>
                <a:moveTo>
                  <a:pt x="1666875" y="2085975"/>
                </a:moveTo>
                <a:lnTo>
                  <a:pt x="1676400" y="2085975"/>
                </a:lnTo>
                <a:lnTo>
                  <a:pt x="1676400" y="2095500"/>
                </a:lnTo>
                <a:lnTo>
                  <a:pt x="1685925" y="2095500"/>
                </a:lnTo>
                <a:lnTo>
                  <a:pt x="1685925" y="2105025"/>
                </a:lnTo>
                <a:lnTo>
                  <a:pt x="1676400" y="2105025"/>
                </a:lnTo>
                <a:lnTo>
                  <a:pt x="1676400" y="2114550"/>
                </a:lnTo>
                <a:lnTo>
                  <a:pt x="1666875" y="2114550"/>
                </a:lnTo>
                <a:close/>
                <a:moveTo>
                  <a:pt x="381000" y="2124075"/>
                </a:moveTo>
                <a:lnTo>
                  <a:pt x="409575" y="2124075"/>
                </a:lnTo>
                <a:lnTo>
                  <a:pt x="409575" y="2133600"/>
                </a:lnTo>
                <a:lnTo>
                  <a:pt x="381000" y="2133600"/>
                </a:lnTo>
                <a:close/>
                <a:moveTo>
                  <a:pt x="647700" y="2124075"/>
                </a:moveTo>
                <a:lnTo>
                  <a:pt x="666750" y="2124075"/>
                </a:lnTo>
                <a:lnTo>
                  <a:pt x="666750" y="2133600"/>
                </a:lnTo>
                <a:lnTo>
                  <a:pt x="647700" y="2133600"/>
                </a:lnTo>
                <a:close/>
                <a:moveTo>
                  <a:pt x="695325" y="2124075"/>
                </a:moveTo>
                <a:lnTo>
                  <a:pt x="704850" y="2124075"/>
                </a:lnTo>
                <a:lnTo>
                  <a:pt x="704850" y="2133600"/>
                </a:lnTo>
                <a:lnTo>
                  <a:pt x="695325" y="2133600"/>
                </a:lnTo>
                <a:close/>
                <a:moveTo>
                  <a:pt x="1704975" y="2143125"/>
                </a:moveTo>
                <a:lnTo>
                  <a:pt x="1714500" y="2143125"/>
                </a:lnTo>
                <a:lnTo>
                  <a:pt x="1714500" y="2152650"/>
                </a:lnTo>
                <a:lnTo>
                  <a:pt x="1704975" y="2152650"/>
                </a:lnTo>
                <a:close/>
                <a:moveTo>
                  <a:pt x="1657350" y="2162175"/>
                </a:moveTo>
                <a:lnTo>
                  <a:pt x="1676400" y="2162175"/>
                </a:lnTo>
                <a:lnTo>
                  <a:pt x="1676400" y="2200275"/>
                </a:lnTo>
                <a:lnTo>
                  <a:pt x="1666875" y="2200275"/>
                </a:lnTo>
                <a:lnTo>
                  <a:pt x="1666875" y="2209800"/>
                </a:lnTo>
                <a:lnTo>
                  <a:pt x="1657350" y="2209800"/>
                </a:lnTo>
                <a:lnTo>
                  <a:pt x="1657350" y="2200275"/>
                </a:lnTo>
                <a:lnTo>
                  <a:pt x="1647825" y="2200275"/>
                </a:lnTo>
                <a:lnTo>
                  <a:pt x="1647825" y="2190750"/>
                </a:lnTo>
                <a:lnTo>
                  <a:pt x="1657350" y="2190750"/>
                </a:lnTo>
                <a:close/>
                <a:moveTo>
                  <a:pt x="1704975" y="2181225"/>
                </a:moveTo>
                <a:lnTo>
                  <a:pt x="1714500" y="2181225"/>
                </a:lnTo>
                <a:lnTo>
                  <a:pt x="1714500" y="2219325"/>
                </a:lnTo>
                <a:lnTo>
                  <a:pt x="1704975" y="2219325"/>
                </a:lnTo>
                <a:lnTo>
                  <a:pt x="1704975" y="2209800"/>
                </a:lnTo>
                <a:lnTo>
                  <a:pt x="1695450" y="2209800"/>
                </a:lnTo>
                <a:lnTo>
                  <a:pt x="1695450" y="2219325"/>
                </a:lnTo>
                <a:lnTo>
                  <a:pt x="1685925" y="2219325"/>
                </a:lnTo>
                <a:lnTo>
                  <a:pt x="1685925" y="2190750"/>
                </a:lnTo>
                <a:lnTo>
                  <a:pt x="1695450" y="2190750"/>
                </a:lnTo>
                <a:lnTo>
                  <a:pt x="1695450" y="2200275"/>
                </a:lnTo>
                <a:lnTo>
                  <a:pt x="1704975" y="2200275"/>
                </a:lnTo>
                <a:close/>
                <a:moveTo>
                  <a:pt x="1628775" y="2209800"/>
                </a:moveTo>
                <a:lnTo>
                  <a:pt x="1638300" y="2209800"/>
                </a:lnTo>
                <a:lnTo>
                  <a:pt x="1638300" y="2219325"/>
                </a:lnTo>
                <a:lnTo>
                  <a:pt x="1647825" y="2219325"/>
                </a:lnTo>
                <a:lnTo>
                  <a:pt x="1647825" y="2228850"/>
                </a:lnTo>
                <a:lnTo>
                  <a:pt x="1628775" y="2228850"/>
                </a:lnTo>
                <a:close/>
                <a:moveTo>
                  <a:pt x="257175" y="2219325"/>
                </a:moveTo>
                <a:lnTo>
                  <a:pt x="485775" y="2219325"/>
                </a:lnTo>
                <a:lnTo>
                  <a:pt x="485775" y="2247900"/>
                </a:lnTo>
                <a:lnTo>
                  <a:pt x="257175" y="2247900"/>
                </a:lnTo>
                <a:close/>
                <a:moveTo>
                  <a:pt x="504825" y="2219325"/>
                </a:moveTo>
                <a:lnTo>
                  <a:pt x="790575" y="2219325"/>
                </a:lnTo>
                <a:lnTo>
                  <a:pt x="790575" y="2247900"/>
                </a:lnTo>
                <a:lnTo>
                  <a:pt x="504825" y="2247900"/>
                </a:lnTo>
                <a:close/>
                <a:moveTo>
                  <a:pt x="800100" y="2219325"/>
                </a:moveTo>
                <a:lnTo>
                  <a:pt x="876300" y="2219325"/>
                </a:lnTo>
                <a:lnTo>
                  <a:pt x="876300" y="2247900"/>
                </a:lnTo>
                <a:lnTo>
                  <a:pt x="800100" y="2247900"/>
                </a:lnTo>
                <a:close/>
                <a:moveTo>
                  <a:pt x="952500" y="2219325"/>
                </a:moveTo>
                <a:lnTo>
                  <a:pt x="1114425" y="2219325"/>
                </a:lnTo>
                <a:lnTo>
                  <a:pt x="1114425" y="2247900"/>
                </a:lnTo>
                <a:lnTo>
                  <a:pt x="952500" y="2247900"/>
                </a:lnTo>
                <a:close/>
                <a:moveTo>
                  <a:pt x="1123950" y="2219325"/>
                </a:moveTo>
                <a:lnTo>
                  <a:pt x="1485900" y="2219325"/>
                </a:lnTo>
                <a:lnTo>
                  <a:pt x="1485900" y="2247900"/>
                </a:lnTo>
                <a:lnTo>
                  <a:pt x="1123950" y="2247900"/>
                </a:lnTo>
                <a:close/>
                <a:moveTo>
                  <a:pt x="1514475" y="2219325"/>
                </a:moveTo>
                <a:lnTo>
                  <a:pt x="1524000" y="2219325"/>
                </a:lnTo>
                <a:lnTo>
                  <a:pt x="1524000" y="2247900"/>
                </a:lnTo>
                <a:lnTo>
                  <a:pt x="1514475" y="2247900"/>
                </a:lnTo>
                <a:close/>
                <a:moveTo>
                  <a:pt x="1533525" y="2219325"/>
                </a:moveTo>
                <a:lnTo>
                  <a:pt x="1571625" y="2219325"/>
                </a:lnTo>
                <a:lnTo>
                  <a:pt x="1571625" y="2247900"/>
                </a:lnTo>
                <a:lnTo>
                  <a:pt x="1533525" y="2247900"/>
                </a:lnTo>
                <a:close/>
                <a:moveTo>
                  <a:pt x="1581150" y="2219325"/>
                </a:moveTo>
                <a:lnTo>
                  <a:pt x="1609725" y="2219325"/>
                </a:lnTo>
                <a:lnTo>
                  <a:pt x="1609725" y="2247900"/>
                </a:lnTo>
                <a:lnTo>
                  <a:pt x="1581150" y="2247900"/>
                </a:lnTo>
                <a:close/>
                <a:moveTo>
                  <a:pt x="200025" y="2247900"/>
                </a:moveTo>
                <a:lnTo>
                  <a:pt x="219075" y="2247900"/>
                </a:lnTo>
                <a:lnTo>
                  <a:pt x="219075" y="2266950"/>
                </a:lnTo>
                <a:lnTo>
                  <a:pt x="200025" y="2266950"/>
                </a:lnTo>
                <a:close/>
                <a:moveTo>
                  <a:pt x="876300" y="2247900"/>
                </a:moveTo>
                <a:lnTo>
                  <a:pt x="885825" y="2247900"/>
                </a:lnTo>
                <a:lnTo>
                  <a:pt x="885825" y="2257425"/>
                </a:lnTo>
                <a:lnTo>
                  <a:pt x="876300" y="2257425"/>
                </a:lnTo>
                <a:close/>
                <a:moveTo>
                  <a:pt x="942975" y="2247900"/>
                </a:moveTo>
                <a:lnTo>
                  <a:pt x="952500" y="2247900"/>
                </a:lnTo>
                <a:lnTo>
                  <a:pt x="952500" y="2257425"/>
                </a:lnTo>
                <a:lnTo>
                  <a:pt x="942975" y="2257425"/>
                </a:lnTo>
                <a:close/>
                <a:moveTo>
                  <a:pt x="885825" y="2257425"/>
                </a:moveTo>
                <a:lnTo>
                  <a:pt x="895350" y="2257425"/>
                </a:lnTo>
                <a:lnTo>
                  <a:pt x="895350" y="2266950"/>
                </a:lnTo>
                <a:lnTo>
                  <a:pt x="885825" y="2266950"/>
                </a:lnTo>
                <a:close/>
                <a:moveTo>
                  <a:pt x="933450" y="2257425"/>
                </a:moveTo>
                <a:lnTo>
                  <a:pt x="942975" y="2257425"/>
                </a:lnTo>
                <a:lnTo>
                  <a:pt x="942975" y="2266950"/>
                </a:lnTo>
                <a:lnTo>
                  <a:pt x="933450" y="2266950"/>
                </a:lnTo>
                <a:close/>
                <a:moveTo>
                  <a:pt x="1647825" y="2257425"/>
                </a:moveTo>
                <a:lnTo>
                  <a:pt x="1657350" y="2257425"/>
                </a:lnTo>
                <a:lnTo>
                  <a:pt x="1657350" y="2266950"/>
                </a:lnTo>
                <a:lnTo>
                  <a:pt x="1647825" y="2266950"/>
                </a:lnTo>
                <a:close/>
                <a:moveTo>
                  <a:pt x="628650" y="2266950"/>
                </a:moveTo>
                <a:lnTo>
                  <a:pt x="657225" y="2266950"/>
                </a:lnTo>
                <a:lnTo>
                  <a:pt x="657225" y="2276475"/>
                </a:lnTo>
                <a:lnTo>
                  <a:pt x="628650" y="2276475"/>
                </a:lnTo>
                <a:close/>
                <a:moveTo>
                  <a:pt x="723900" y="2266950"/>
                </a:moveTo>
                <a:lnTo>
                  <a:pt x="752475" y="2266950"/>
                </a:lnTo>
                <a:lnTo>
                  <a:pt x="752475" y="2276475"/>
                </a:lnTo>
                <a:lnTo>
                  <a:pt x="723900" y="2276475"/>
                </a:lnTo>
                <a:close/>
                <a:moveTo>
                  <a:pt x="866775" y="2266950"/>
                </a:moveTo>
                <a:lnTo>
                  <a:pt x="876300" y="2266950"/>
                </a:lnTo>
                <a:lnTo>
                  <a:pt x="876300" y="2276475"/>
                </a:lnTo>
                <a:lnTo>
                  <a:pt x="866775" y="2276475"/>
                </a:lnTo>
                <a:close/>
                <a:moveTo>
                  <a:pt x="923925" y="2266950"/>
                </a:moveTo>
                <a:lnTo>
                  <a:pt x="933450" y="2266950"/>
                </a:lnTo>
                <a:lnTo>
                  <a:pt x="933450" y="2276475"/>
                </a:lnTo>
                <a:lnTo>
                  <a:pt x="923925" y="2276475"/>
                </a:lnTo>
                <a:close/>
                <a:moveTo>
                  <a:pt x="1209675" y="2266950"/>
                </a:moveTo>
                <a:lnTo>
                  <a:pt x="1228725" y="2266950"/>
                </a:lnTo>
                <a:lnTo>
                  <a:pt x="1228725" y="2276475"/>
                </a:lnTo>
                <a:lnTo>
                  <a:pt x="1209675" y="2276475"/>
                </a:lnTo>
                <a:close/>
                <a:moveTo>
                  <a:pt x="1628775" y="2266950"/>
                </a:moveTo>
                <a:lnTo>
                  <a:pt x="1638300" y="2266950"/>
                </a:lnTo>
                <a:lnTo>
                  <a:pt x="1638300" y="2276475"/>
                </a:lnTo>
                <a:lnTo>
                  <a:pt x="1628775" y="2276475"/>
                </a:lnTo>
                <a:close/>
                <a:moveTo>
                  <a:pt x="1657350" y="2266950"/>
                </a:moveTo>
                <a:lnTo>
                  <a:pt x="1666875" y="2266950"/>
                </a:lnTo>
                <a:lnTo>
                  <a:pt x="1666875" y="2276475"/>
                </a:lnTo>
                <a:lnTo>
                  <a:pt x="1657350" y="2276475"/>
                </a:lnTo>
                <a:close/>
                <a:moveTo>
                  <a:pt x="1638300" y="2276475"/>
                </a:moveTo>
                <a:lnTo>
                  <a:pt x="1647825" y="2276475"/>
                </a:lnTo>
                <a:lnTo>
                  <a:pt x="1647825" y="2286000"/>
                </a:lnTo>
                <a:lnTo>
                  <a:pt x="1638300" y="2286000"/>
                </a:lnTo>
                <a:close/>
                <a:moveTo>
                  <a:pt x="304800" y="2286000"/>
                </a:moveTo>
                <a:lnTo>
                  <a:pt x="314325" y="2286000"/>
                </a:lnTo>
                <a:lnTo>
                  <a:pt x="314325" y="2295525"/>
                </a:lnTo>
                <a:lnTo>
                  <a:pt x="304800" y="2295525"/>
                </a:lnTo>
                <a:close/>
                <a:moveTo>
                  <a:pt x="895350" y="2286000"/>
                </a:moveTo>
                <a:lnTo>
                  <a:pt x="904875" y="2286000"/>
                </a:lnTo>
                <a:lnTo>
                  <a:pt x="904875" y="2295525"/>
                </a:lnTo>
                <a:lnTo>
                  <a:pt x="923925" y="2295525"/>
                </a:lnTo>
                <a:lnTo>
                  <a:pt x="923925" y="2381250"/>
                </a:lnTo>
                <a:lnTo>
                  <a:pt x="904875" y="2381250"/>
                </a:lnTo>
                <a:lnTo>
                  <a:pt x="904875" y="2371725"/>
                </a:lnTo>
                <a:lnTo>
                  <a:pt x="895350" y="2371725"/>
                </a:lnTo>
                <a:lnTo>
                  <a:pt x="895350" y="2381250"/>
                </a:lnTo>
                <a:lnTo>
                  <a:pt x="904875" y="2381250"/>
                </a:lnTo>
                <a:lnTo>
                  <a:pt x="904875" y="2390775"/>
                </a:lnTo>
                <a:lnTo>
                  <a:pt x="885825" y="2390775"/>
                </a:lnTo>
                <a:lnTo>
                  <a:pt x="885825" y="2381250"/>
                </a:lnTo>
                <a:lnTo>
                  <a:pt x="876300" y="2381250"/>
                </a:lnTo>
                <a:lnTo>
                  <a:pt x="876300" y="2371725"/>
                </a:lnTo>
                <a:lnTo>
                  <a:pt x="581025" y="2371725"/>
                </a:lnTo>
                <a:lnTo>
                  <a:pt x="581025" y="2352675"/>
                </a:lnTo>
                <a:lnTo>
                  <a:pt x="600075" y="2352675"/>
                </a:lnTo>
                <a:lnTo>
                  <a:pt x="600075" y="2343150"/>
                </a:lnTo>
                <a:lnTo>
                  <a:pt x="619125" y="2343150"/>
                </a:lnTo>
                <a:lnTo>
                  <a:pt x="619125" y="2352675"/>
                </a:lnTo>
                <a:lnTo>
                  <a:pt x="714375" y="2352675"/>
                </a:lnTo>
                <a:lnTo>
                  <a:pt x="714375" y="2343150"/>
                </a:lnTo>
                <a:lnTo>
                  <a:pt x="742950" y="2343150"/>
                </a:lnTo>
                <a:lnTo>
                  <a:pt x="742950" y="2352675"/>
                </a:lnTo>
                <a:lnTo>
                  <a:pt x="809625" y="2352675"/>
                </a:lnTo>
                <a:lnTo>
                  <a:pt x="809625" y="2343150"/>
                </a:lnTo>
                <a:lnTo>
                  <a:pt x="838200" y="2343150"/>
                </a:lnTo>
                <a:lnTo>
                  <a:pt x="838200" y="2352675"/>
                </a:lnTo>
                <a:lnTo>
                  <a:pt x="885825" y="2352675"/>
                </a:lnTo>
                <a:lnTo>
                  <a:pt x="885825" y="2343150"/>
                </a:lnTo>
                <a:lnTo>
                  <a:pt x="895350" y="2343150"/>
                </a:lnTo>
                <a:close/>
                <a:moveTo>
                  <a:pt x="314325" y="2295525"/>
                </a:moveTo>
                <a:lnTo>
                  <a:pt x="323850" y="2295525"/>
                </a:lnTo>
                <a:lnTo>
                  <a:pt x="323850" y="2305050"/>
                </a:lnTo>
                <a:lnTo>
                  <a:pt x="314325" y="2305050"/>
                </a:lnTo>
                <a:close/>
                <a:moveTo>
                  <a:pt x="1457325" y="2295525"/>
                </a:moveTo>
                <a:lnTo>
                  <a:pt x="1476375" y="2295525"/>
                </a:lnTo>
                <a:lnTo>
                  <a:pt x="1476375" y="2343150"/>
                </a:lnTo>
                <a:lnTo>
                  <a:pt x="1495425" y="2343150"/>
                </a:lnTo>
                <a:lnTo>
                  <a:pt x="1495425" y="2324100"/>
                </a:lnTo>
                <a:lnTo>
                  <a:pt x="1504950" y="2324100"/>
                </a:lnTo>
                <a:lnTo>
                  <a:pt x="1504950" y="2314575"/>
                </a:lnTo>
                <a:lnTo>
                  <a:pt x="1524000" y="2314575"/>
                </a:lnTo>
                <a:lnTo>
                  <a:pt x="1524000" y="2333625"/>
                </a:lnTo>
                <a:lnTo>
                  <a:pt x="1514475" y="2333625"/>
                </a:lnTo>
                <a:lnTo>
                  <a:pt x="1514475" y="2352675"/>
                </a:lnTo>
                <a:lnTo>
                  <a:pt x="1533525" y="2352675"/>
                </a:lnTo>
                <a:lnTo>
                  <a:pt x="1533525" y="2343150"/>
                </a:lnTo>
                <a:lnTo>
                  <a:pt x="1543050" y="2343150"/>
                </a:lnTo>
                <a:lnTo>
                  <a:pt x="1543050" y="2324100"/>
                </a:lnTo>
                <a:lnTo>
                  <a:pt x="1552575" y="2324100"/>
                </a:lnTo>
                <a:lnTo>
                  <a:pt x="1552575" y="2352675"/>
                </a:lnTo>
                <a:lnTo>
                  <a:pt x="1533525" y="2352675"/>
                </a:lnTo>
                <a:lnTo>
                  <a:pt x="1533525" y="2371725"/>
                </a:lnTo>
                <a:lnTo>
                  <a:pt x="1504950" y="2371725"/>
                </a:lnTo>
                <a:lnTo>
                  <a:pt x="1504950" y="2352675"/>
                </a:lnTo>
                <a:lnTo>
                  <a:pt x="1495425" y="2352675"/>
                </a:lnTo>
                <a:lnTo>
                  <a:pt x="1495425" y="2371725"/>
                </a:lnTo>
                <a:lnTo>
                  <a:pt x="1428750" y="2371725"/>
                </a:lnTo>
                <a:lnTo>
                  <a:pt x="1428750" y="2324100"/>
                </a:lnTo>
                <a:lnTo>
                  <a:pt x="1447800" y="2324100"/>
                </a:lnTo>
                <a:lnTo>
                  <a:pt x="1447800" y="2314575"/>
                </a:lnTo>
                <a:lnTo>
                  <a:pt x="1457325" y="2314575"/>
                </a:lnTo>
                <a:close/>
                <a:moveTo>
                  <a:pt x="323850" y="2305050"/>
                </a:moveTo>
                <a:lnTo>
                  <a:pt x="333375" y="2305050"/>
                </a:lnTo>
                <a:lnTo>
                  <a:pt x="333375" y="2314575"/>
                </a:lnTo>
                <a:lnTo>
                  <a:pt x="323850" y="2314575"/>
                </a:lnTo>
                <a:close/>
                <a:moveTo>
                  <a:pt x="609600" y="2324100"/>
                </a:moveTo>
                <a:lnTo>
                  <a:pt x="628650" y="2324100"/>
                </a:lnTo>
                <a:lnTo>
                  <a:pt x="628650" y="2333625"/>
                </a:lnTo>
                <a:lnTo>
                  <a:pt x="609600" y="2333625"/>
                </a:lnTo>
                <a:close/>
                <a:moveTo>
                  <a:pt x="800100" y="2324100"/>
                </a:moveTo>
                <a:lnTo>
                  <a:pt x="809625" y="2324100"/>
                </a:lnTo>
                <a:lnTo>
                  <a:pt x="809625" y="2333625"/>
                </a:lnTo>
                <a:lnTo>
                  <a:pt x="800100" y="2333625"/>
                </a:lnTo>
                <a:close/>
                <a:moveTo>
                  <a:pt x="1143000" y="2324100"/>
                </a:moveTo>
                <a:lnTo>
                  <a:pt x="1152525" y="2324100"/>
                </a:lnTo>
                <a:lnTo>
                  <a:pt x="1152525" y="2333625"/>
                </a:lnTo>
                <a:lnTo>
                  <a:pt x="1143000" y="2333625"/>
                </a:lnTo>
                <a:close/>
                <a:moveTo>
                  <a:pt x="1314450" y="2324100"/>
                </a:moveTo>
                <a:lnTo>
                  <a:pt x="1323975" y="2324100"/>
                </a:lnTo>
                <a:lnTo>
                  <a:pt x="1323975" y="2333625"/>
                </a:lnTo>
                <a:lnTo>
                  <a:pt x="1314450" y="2333625"/>
                </a:lnTo>
                <a:close/>
                <a:moveTo>
                  <a:pt x="333375" y="2333625"/>
                </a:moveTo>
                <a:lnTo>
                  <a:pt x="342900" y="2333625"/>
                </a:lnTo>
                <a:lnTo>
                  <a:pt x="342900" y="2371725"/>
                </a:lnTo>
                <a:lnTo>
                  <a:pt x="333375" y="2371725"/>
                </a:lnTo>
                <a:close/>
                <a:moveTo>
                  <a:pt x="1133475" y="2333625"/>
                </a:moveTo>
                <a:lnTo>
                  <a:pt x="1143000" y="2333625"/>
                </a:lnTo>
                <a:lnTo>
                  <a:pt x="1143000" y="2343150"/>
                </a:lnTo>
                <a:lnTo>
                  <a:pt x="1133475" y="2343150"/>
                </a:lnTo>
                <a:close/>
                <a:moveTo>
                  <a:pt x="1581150" y="2333625"/>
                </a:moveTo>
                <a:lnTo>
                  <a:pt x="1609725" y="2333625"/>
                </a:lnTo>
                <a:lnTo>
                  <a:pt x="1609725" y="2343150"/>
                </a:lnTo>
                <a:lnTo>
                  <a:pt x="1628775" y="2343150"/>
                </a:lnTo>
                <a:lnTo>
                  <a:pt x="1628775" y="2371725"/>
                </a:lnTo>
                <a:lnTo>
                  <a:pt x="1581150" y="2371725"/>
                </a:lnTo>
                <a:lnTo>
                  <a:pt x="1581150" y="2362200"/>
                </a:lnTo>
                <a:lnTo>
                  <a:pt x="1590675" y="2362200"/>
                </a:lnTo>
                <a:lnTo>
                  <a:pt x="1590675" y="2352675"/>
                </a:lnTo>
                <a:lnTo>
                  <a:pt x="1581150" y="2352675"/>
                </a:lnTo>
                <a:close/>
                <a:moveTo>
                  <a:pt x="1638300" y="2343150"/>
                </a:moveTo>
                <a:lnTo>
                  <a:pt x="1647825" y="2343150"/>
                </a:lnTo>
                <a:lnTo>
                  <a:pt x="1647825" y="2352675"/>
                </a:lnTo>
                <a:lnTo>
                  <a:pt x="1638300" y="2352675"/>
                </a:lnTo>
                <a:close/>
                <a:moveTo>
                  <a:pt x="1390650" y="2352675"/>
                </a:moveTo>
                <a:lnTo>
                  <a:pt x="1419225" y="2352675"/>
                </a:lnTo>
                <a:lnTo>
                  <a:pt x="1419225" y="2409825"/>
                </a:lnTo>
                <a:lnTo>
                  <a:pt x="1400175" y="2409825"/>
                </a:lnTo>
                <a:lnTo>
                  <a:pt x="1400175" y="2419350"/>
                </a:lnTo>
                <a:lnTo>
                  <a:pt x="1381125" y="2419350"/>
                </a:lnTo>
                <a:lnTo>
                  <a:pt x="1381125" y="2409825"/>
                </a:lnTo>
                <a:lnTo>
                  <a:pt x="1371600" y="2409825"/>
                </a:lnTo>
                <a:lnTo>
                  <a:pt x="1371600" y="2400300"/>
                </a:lnTo>
                <a:lnTo>
                  <a:pt x="1381125" y="2400300"/>
                </a:lnTo>
                <a:lnTo>
                  <a:pt x="1381125" y="2390775"/>
                </a:lnTo>
                <a:lnTo>
                  <a:pt x="1400175" y="2390775"/>
                </a:lnTo>
                <a:lnTo>
                  <a:pt x="1400175" y="2381250"/>
                </a:lnTo>
                <a:lnTo>
                  <a:pt x="1390650" y="2381250"/>
                </a:lnTo>
                <a:close/>
                <a:moveTo>
                  <a:pt x="1666875" y="2352675"/>
                </a:moveTo>
                <a:lnTo>
                  <a:pt x="1676400" y="2352675"/>
                </a:lnTo>
                <a:lnTo>
                  <a:pt x="1676400" y="2371725"/>
                </a:lnTo>
                <a:lnTo>
                  <a:pt x="1666875" y="2371725"/>
                </a:lnTo>
                <a:close/>
                <a:moveTo>
                  <a:pt x="1304925" y="2371725"/>
                </a:moveTo>
                <a:lnTo>
                  <a:pt x="1323975" y="2371725"/>
                </a:lnTo>
                <a:lnTo>
                  <a:pt x="1323975" y="2381250"/>
                </a:lnTo>
                <a:lnTo>
                  <a:pt x="1304925" y="2381250"/>
                </a:lnTo>
                <a:close/>
                <a:moveTo>
                  <a:pt x="1666875" y="2400300"/>
                </a:moveTo>
                <a:lnTo>
                  <a:pt x="1676400" y="2400300"/>
                </a:lnTo>
                <a:lnTo>
                  <a:pt x="1676400" y="2409825"/>
                </a:lnTo>
                <a:lnTo>
                  <a:pt x="1666875" y="2409825"/>
                </a:lnTo>
                <a:close/>
                <a:moveTo>
                  <a:pt x="257175" y="2409825"/>
                </a:moveTo>
                <a:lnTo>
                  <a:pt x="266700" y="2409825"/>
                </a:lnTo>
                <a:lnTo>
                  <a:pt x="266700" y="2419350"/>
                </a:lnTo>
                <a:lnTo>
                  <a:pt x="257175" y="2419350"/>
                </a:lnTo>
                <a:close/>
                <a:moveTo>
                  <a:pt x="295275" y="2409825"/>
                </a:moveTo>
                <a:lnTo>
                  <a:pt x="304800" y="2409825"/>
                </a:lnTo>
                <a:lnTo>
                  <a:pt x="304800" y="2419350"/>
                </a:lnTo>
                <a:lnTo>
                  <a:pt x="295275" y="2419350"/>
                </a:lnTo>
                <a:close/>
                <a:moveTo>
                  <a:pt x="885825" y="2409825"/>
                </a:moveTo>
                <a:lnTo>
                  <a:pt x="904875" y="2409825"/>
                </a:lnTo>
                <a:lnTo>
                  <a:pt x="904875" y="2438400"/>
                </a:lnTo>
                <a:lnTo>
                  <a:pt x="895350" y="2438400"/>
                </a:lnTo>
                <a:lnTo>
                  <a:pt x="895350" y="2419350"/>
                </a:lnTo>
                <a:lnTo>
                  <a:pt x="885825" y="2419350"/>
                </a:lnTo>
                <a:close/>
                <a:moveTo>
                  <a:pt x="533400" y="2428875"/>
                </a:moveTo>
                <a:lnTo>
                  <a:pt x="542925" y="2428875"/>
                </a:lnTo>
                <a:lnTo>
                  <a:pt x="542925" y="2438400"/>
                </a:lnTo>
                <a:lnTo>
                  <a:pt x="533400" y="2438400"/>
                </a:lnTo>
                <a:close/>
                <a:moveTo>
                  <a:pt x="171450" y="2438400"/>
                </a:moveTo>
                <a:lnTo>
                  <a:pt x="180975" y="2438400"/>
                </a:lnTo>
                <a:lnTo>
                  <a:pt x="180975" y="2447925"/>
                </a:lnTo>
                <a:lnTo>
                  <a:pt x="171450" y="2447925"/>
                </a:lnTo>
                <a:close/>
                <a:moveTo>
                  <a:pt x="885825" y="2438400"/>
                </a:moveTo>
                <a:lnTo>
                  <a:pt x="895350" y="2438400"/>
                </a:lnTo>
                <a:lnTo>
                  <a:pt x="895350" y="2447925"/>
                </a:lnTo>
                <a:lnTo>
                  <a:pt x="885825" y="2447925"/>
                </a:lnTo>
                <a:close/>
                <a:moveTo>
                  <a:pt x="933450" y="2438400"/>
                </a:moveTo>
                <a:lnTo>
                  <a:pt x="942975" y="2438400"/>
                </a:lnTo>
                <a:lnTo>
                  <a:pt x="942975" y="2447925"/>
                </a:lnTo>
                <a:lnTo>
                  <a:pt x="933450" y="2447925"/>
                </a:lnTo>
                <a:close/>
                <a:moveTo>
                  <a:pt x="180975" y="2447925"/>
                </a:moveTo>
                <a:lnTo>
                  <a:pt x="190500" y="2447925"/>
                </a:lnTo>
                <a:lnTo>
                  <a:pt x="190500" y="2457450"/>
                </a:lnTo>
                <a:lnTo>
                  <a:pt x="180975" y="2457450"/>
                </a:lnTo>
                <a:close/>
                <a:moveTo>
                  <a:pt x="876300" y="2447925"/>
                </a:moveTo>
                <a:lnTo>
                  <a:pt x="885825" y="2447925"/>
                </a:lnTo>
                <a:lnTo>
                  <a:pt x="885825" y="2457450"/>
                </a:lnTo>
                <a:lnTo>
                  <a:pt x="876300" y="2457450"/>
                </a:lnTo>
                <a:close/>
                <a:moveTo>
                  <a:pt x="942975" y="2447925"/>
                </a:moveTo>
                <a:lnTo>
                  <a:pt x="952500" y="2447925"/>
                </a:lnTo>
                <a:lnTo>
                  <a:pt x="952500" y="2457450"/>
                </a:lnTo>
                <a:lnTo>
                  <a:pt x="942975" y="2457450"/>
                </a:lnTo>
                <a:close/>
                <a:moveTo>
                  <a:pt x="209550" y="2457450"/>
                </a:moveTo>
                <a:lnTo>
                  <a:pt x="257175" y="2457450"/>
                </a:lnTo>
                <a:lnTo>
                  <a:pt x="257175" y="2476500"/>
                </a:lnTo>
                <a:lnTo>
                  <a:pt x="238125" y="2476500"/>
                </a:lnTo>
                <a:lnTo>
                  <a:pt x="238125" y="2495550"/>
                </a:lnTo>
                <a:lnTo>
                  <a:pt x="200025" y="2495550"/>
                </a:lnTo>
                <a:lnTo>
                  <a:pt x="200025" y="2476500"/>
                </a:lnTo>
                <a:lnTo>
                  <a:pt x="209550" y="2476500"/>
                </a:lnTo>
                <a:close/>
                <a:moveTo>
                  <a:pt x="447675" y="2457450"/>
                </a:moveTo>
                <a:lnTo>
                  <a:pt x="695325" y="2457450"/>
                </a:lnTo>
                <a:lnTo>
                  <a:pt x="695325" y="2476500"/>
                </a:lnTo>
                <a:lnTo>
                  <a:pt x="447675" y="2476500"/>
                </a:lnTo>
                <a:close/>
                <a:moveTo>
                  <a:pt x="704850" y="2457450"/>
                </a:moveTo>
                <a:lnTo>
                  <a:pt x="866775" y="2457450"/>
                </a:lnTo>
                <a:lnTo>
                  <a:pt x="866775" y="2476500"/>
                </a:lnTo>
                <a:lnTo>
                  <a:pt x="857250" y="2476500"/>
                </a:lnTo>
                <a:lnTo>
                  <a:pt x="857250" y="2495550"/>
                </a:lnTo>
                <a:lnTo>
                  <a:pt x="819150" y="2495550"/>
                </a:lnTo>
                <a:lnTo>
                  <a:pt x="819150" y="2476500"/>
                </a:lnTo>
                <a:lnTo>
                  <a:pt x="704850" y="2476500"/>
                </a:lnTo>
                <a:close/>
                <a:moveTo>
                  <a:pt x="1057275" y="2457450"/>
                </a:moveTo>
                <a:lnTo>
                  <a:pt x="1171575" y="2457450"/>
                </a:lnTo>
                <a:lnTo>
                  <a:pt x="1171575" y="2476500"/>
                </a:lnTo>
                <a:lnTo>
                  <a:pt x="1057275" y="2476500"/>
                </a:lnTo>
                <a:close/>
                <a:moveTo>
                  <a:pt x="1209675" y="2457450"/>
                </a:moveTo>
                <a:lnTo>
                  <a:pt x="1257300" y="2457450"/>
                </a:lnTo>
                <a:lnTo>
                  <a:pt x="1257300" y="2476500"/>
                </a:lnTo>
                <a:lnTo>
                  <a:pt x="1209675" y="2476500"/>
                </a:lnTo>
                <a:close/>
                <a:moveTo>
                  <a:pt x="1266825" y="2457450"/>
                </a:moveTo>
                <a:lnTo>
                  <a:pt x="1552575" y="2457450"/>
                </a:lnTo>
                <a:lnTo>
                  <a:pt x="1552575" y="2476500"/>
                </a:lnTo>
                <a:lnTo>
                  <a:pt x="1524000" y="2476500"/>
                </a:lnTo>
                <a:lnTo>
                  <a:pt x="1524000" y="2495550"/>
                </a:lnTo>
                <a:lnTo>
                  <a:pt x="1476375" y="2495550"/>
                </a:lnTo>
                <a:lnTo>
                  <a:pt x="1476375" y="2476500"/>
                </a:lnTo>
                <a:lnTo>
                  <a:pt x="1266825" y="2476500"/>
                </a:lnTo>
                <a:close/>
                <a:moveTo>
                  <a:pt x="1562100" y="2457450"/>
                </a:moveTo>
                <a:lnTo>
                  <a:pt x="1628775" y="2457450"/>
                </a:lnTo>
                <a:lnTo>
                  <a:pt x="1628775" y="2476500"/>
                </a:lnTo>
                <a:lnTo>
                  <a:pt x="1562100" y="2476500"/>
                </a:lnTo>
                <a:close/>
                <a:moveTo>
                  <a:pt x="419100" y="2495550"/>
                </a:moveTo>
                <a:lnTo>
                  <a:pt x="485775" y="2495550"/>
                </a:lnTo>
                <a:lnTo>
                  <a:pt x="485775" y="2505075"/>
                </a:lnTo>
                <a:lnTo>
                  <a:pt x="466725" y="2505075"/>
                </a:lnTo>
                <a:lnTo>
                  <a:pt x="466725" y="2514600"/>
                </a:lnTo>
                <a:lnTo>
                  <a:pt x="485775" y="2514600"/>
                </a:lnTo>
                <a:lnTo>
                  <a:pt x="485775" y="2524125"/>
                </a:lnTo>
                <a:lnTo>
                  <a:pt x="428625" y="2524125"/>
                </a:lnTo>
                <a:lnTo>
                  <a:pt x="428625" y="2505075"/>
                </a:lnTo>
                <a:lnTo>
                  <a:pt x="419100" y="2505075"/>
                </a:lnTo>
                <a:close/>
                <a:moveTo>
                  <a:pt x="923925" y="2495550"/>
                </a:moveTo>
                <a:lnTo>
                  <a:pt x="933450" y="2495550"/>
                </a:lnTo>
                <a:lnTo>
                  <a:pt x="933450" y="2505075"/>
                </a:lnTo>
                <a:lnTo>
                  <a:pt x="923925" y="2505075"/>
                </a:lnTo>
                <a:close/>
                <a:moveTo>
                  <a:pt x="1219200" y="2495550"/>
                </a:moveTo>
                <a:lnTo>
                  <a:pt x="1257300" y="2495550"/>
                </a:lnTo>
                <a:lnTo>
                  <a:pt x="1257300" y="2505075"/>
                </a:lnTo>
                <a:lnTo>
                  <a:pt x="1219200" y="2505075"/>
                </a:lnTo>
                <a:close/>
                <a:moveTo>
                  <a:pt x="1285875" y="2495550"/>
                </a:moveTo>
                <a:lnTo>
                  <a:pt x="1314450" y="2495550"/>
                </a:lnTo>
                <a:lnTo>
                  <a:pt x="1314450" y="2505075"/>
                </a:lnTo>
                <a:lnTo>
                  <a:pt x="1285875" y="2505075"/>
                </a:lnTo>
                <a:close/>
                <a:moveTo>
                  <a:pt x="885825" y="2514600"/>
                </a:moveTo>
                <a:lnTo>
                  <a:pt x="904875" y="2514600"/>
                </a:lnTo>
                <a:lnTo>
                  <a:pt x="904875" y="2524125"/>
                </a:lnTo>
                <a:lnTo>
                  <a:pt x="895350" y="2524125"/>
                </a:lnTo>
                <a:lnTo>
                  <a:pt x="895350" y="2533650"/>
                </a:lnTo>
                <a:lnTo>
                  <a:pt x="904875" y="2533650"/>
                </a:lnTo>
                <a:lnTo>
                  <a:pt x="904875" y="2600325"/>
                </a:lnTo>
                <a:lnTo>
                  <a:pt x="923925" y="2600325"/>
                </a:lnTo>
                <a:lnTo>
                  <a:pt x="923925" y="2619375"/>
                </a:lnTo>
                <a:lnTo>
                  <a:pt x="904875" y="2619375"/>
                </a:lnTo>
                <a:lnTo>
                  <a:pt x="904875" y="2609850"/>
                </a:lnTo>
                <a:lnTo>
                  <a:pt x="885825" y="2609850"/>
                </a:lnTo>
                <a:lnTo>
                  <a:pt x="885825" y="2628900"/>
                </a:lnTo>
                <a:lnTo>
                  <a:pt x="876300" y="2628900"/>
                </a:lnTo>
                <a:lnTo>
                  <a:pt x="876300" y="2619375"/>
                </a:lnTo>
                <a:lnTo>
                  <a:pt x="866775" y="2619375"/>
                </a:lnTo>
                <a:lnTo>
                  <a:pt x="866775" y="2609850"/>
                </a:lnTo>
                <a:lnTo>
                  <a:pt x="876300" y="2609850"/>
                </a:lnTo>
                <a:lnTo>
                  <a:pt x="876300" y="2600325"/>
                </a:lnTo>
                <a:lnTo>
                  <a:pt x="885825" y="2600325"/>
                </a:lnTo>
                <a:close/>
                <a:moveTo>
                  <a:pt x="1295400" y="2514600"/>
                </a:moveTo>
                <a:lnTo>
                  <a:pt x="1304925" y="2514600"/>
                </a:lnTo>
                <a:lnTo>
                  <a:pt x="1304925" y="2524125"/>
                </a:lnTo>
                <a:lnTo>
                  <a:pt x="1295400" y="2524125"/>
                </a:lnTo>
                <a:close/>
                <a:moveTo>
                  <a:pt x="1524000" y="2524125"/>
                </a:moveTo>
                <a:lnTo>
                  <a:pt x="1552575" y="2524125"/>
                </a:lnTo>
                <a:lnTo>
                  <a:pt x="1552575" y="2543175"/>
                </a:lnTo>
                <a:lnTo>
                  <a:pt x="1562100" y="2543175"/>
                </a:lnTo>
                <a:lnTo>
                  <a:pt x="1562100" y="2562225"/>
                </a:lnTo>
                <a:lnTo>
                  <a:pt x="1552575" y="2562225"/>
                </a:lnTo>
                <a:lnTo>
                  <a:pt x="1552575" y="2571750"/>
                </a:lnTo>
                <a:lnTo>
                  <a:pt x="1543050" y="2571750"/>
                </a:lnTo>
                <a:lnTo>
                  <a:pt x="1543050" y="2581275"/>
                </a:lnTo>
                <a:lnTo>
                  <a:pt x="1524000" y="2581275"/>
                </a:lnTo>
                <a:lnTo>
                  <a:pt x="1524000" y="2571750"/>
                </a:lnTo>
                <a:lnTo>
                  <a:pt x="1533525" y="2571750"/>
                </a:lnTo>
                <a:lnTo>
                  <a:pt x="1533525" y="2552700"/>
                </a:lnTo>
                <a:lnTo>
                  <a:pt x="1514475" y="2552700"/>
                </a:lnTo>
                <a:lnTo>
                  <a:pt x="1514475" y="2543175"/>
                </a:lnTo>
                <a:lnTo>
                  <a:pt x="1524000" y="2543175"/>
                </a:lnTo>
                <a:close/>
                <a:moveTo>
                  <a:pt x="504825" y="2552700"/>
                </a:moveTo>
                <a:lnTo>
                  <a:pt x="514350" y="2552700"/>
                </a:lnTo>
                <a:lnTo>
                  <a:pt x="514350" y="2562225"/>
                </a:lnTo>
                <a:lnTo>
                  <a:pt x="504825" y="2562225"/>
                </a:lnTo>
                <a:close/>
                <a:moveTo>
                  <a:pt x="1447800" y="2552700"/>
                </a:moveTo>
                <a:lnTo>
                  <a:pt x="1457325" y="2552700"/>
                </a:lnTo>
                <a:lnTo>
                  <a:pt x="1457325" y="2562225"/>
                </a:lnTo>
                <a:lnTo>
                  <a:pt x="1447800" y="2562225"/>
                </a:lnTo>
                <a:close/>
                <a:moveTo>
                  <a:pt x="209550" y="2562225"/>
                </a:moveTo>
                <a:lnTo>
                  <a:pt x="219075" y="2562225"/>
                </a:lnTo>
                <a:lnTo>
                  <a:pt x="219075" y="2590800"/>
                </a:lnTo>
                <a:lnTo>
                  <a:pt x="209550" y="2590800"/>
                </a:lnTo>
                <a:close/>
                <a:moveTo>
                  <a:pt x="1514475" y="2581275"/>
                </a:moveTo>
                <a:lnTo>
                  <a:pt x="1524000" y="2581275"/>
                </a:lnTo>
                <a:lnTo>
                  <a:pt x="1524000" y="2590800"/>
                </a:lnTo>
                <a:lnTo>
                  <a:pt x="1514475" y="2590800"/>
                </a:lnTo>
                <a:close/>
                <a:moveTo>
                  <a:pt x="209550" y="2600325"/>
                </a:moveTo>
                <a:lnTo>
                  <a:pt x="219075" y="2600325"/>
                </a:lnTo>
                <a:lnTo>
                  <a:pt x="219075" y="2609850"/>
                </a:lnTo>
                <a:lnTo>
                  <a:pt x="209550" y="2609850"/>
                </a:lnTo>
                <a:close/>
                <a:moveTo>
                  <a:pt x="371475" y="2600325"/>
                </a:moveTo>
                <a:lnTo>
                  <a:pt x="381000" y="2600325"/>
                </a:lnTo>
                <a:lnTo>
                  <a:pt x="381000" y="2609850"/>
                </a:lnTo>
                <a:lnTo>
                  <a:pt x="419100" y="2609850"/>
                </a:lnTo>
                <a:lnTo>
                  <a:pt x="419100" y="2619375"/>
                </a:lnTo>
                <a:lnTo>
                  <a:pt x="371475" y="2619375"/>
                </a:lnTo>
                <a:close/>
                <a:moveTo>
                  <a:pt x="1143000" y="2600325"/>
                </a:moveTo>
                <a:lnTo>
                  <a:pt x="1152525" y="2600325"/>
                </a:lnTo>
                <a:lnTo>
                  <a:pt x="1152525" y="2609850"/>
                </a:lnTo>
                <a:lnTo>
                  <a:pt x="1143000" y="2609850"/>
                </a:lnTo>
                <a:close/>
                <a:moveTo>
                  <a:pt x="1209675" y="2600325"/>
                </a:moveTo>
                <a:lnTo>
                  <a:pt x="1219200" y="2600325"/>
                </a:lnTo>
                <a:lnTo>
                  <a:pt x="1219200" y="2609850"/>
                </a:lnTo>
                <a:lnTo>
                  <a:pt x="1209675" y="2609850"/>
                </a:lnTo>
                <a:close/>
                <a:moveTo>
                  <a:pt x="1228725" y="2600325"/>
                </a:moveTo>
                <a:lnTo>
                  <a:pt x="1238250" y="2600325"/>
                </a:lnTo>
                <a:lnTo>
                  <a:pt x="1238250" y="2609850"/>
                </a:lnTo>
                <a:lnTo>
                  <a:pt x="1228725" y="2609850"/>
                </a:lnTo>
                <a:close/>
                <a:moveTo>
                  <a:pt x="1466850" y="2600325"/>
                </a:moveTo>
                <a:lnTo>
                  <a:pt x="1476375" y="2600325"/>
                </a:lnTo>
                <a:lnTo>
                  <a:pt x="1476375" y="2609850"/>
                </a:lnTo>
                <a:lnTo>
                  <a:pt x="1485900" y="2609850"/>
                </a:lnTo>
                <a:lnTo>
                  <a:pt x="1485900" y="2619375"/>
                </a:lnTo>
                <a:lnTo>
                  <a:pt x="1428750" y="2619375"/>
                </a:lnTo>
                <a:lnTo>
                  <a:pt x="1428750" y="2609850"/>
                </a:lnTo>
                <a:lnTo>
                  <a:pt x="1466850" y="2609850"/>
                </a:lnTo>
                <a:close/>
                <a:moveTo>
                  <a:pt x="352425" y="2609850"/>
                </a:moveTo>
                <a:lnTo>
                  <a:pt x="361950" y="2609850"/>
                </a:lnTo>
                <a:lnTo>
                  <a:pt x="361950" y="2619375"/>
                </a:lnTo>
                <a:lnTo>
                  <a:pt x="352425" y="2619375"/>
                </a:lnTo>
                <a:close/>
                <a:moveTo>
                  <a:pt x="485775" y="2609850"/>
                </a:moveTo>
                <a:lnTo>
                  <a:pt x="514350" y="2609850"/>
                </a:lnTo>
                <a:lnTo>
                  <a:pt x="514350" y="2619375"/>
                </a:lnTo>
                <a:lnTo>
                  <a:pt x="485775" y="2619375"/>
                </a:lnTo>
                <a:close/>
                <a:moveTo>
                  <a:pt x="590550" y="2609850"/>
                </a:moveTo>
                <a:lnTo>
                  <a:pt x="657225" y="2609850"/>
                </a:lnTo>
                <a:lnTo>
                  <a:pt x="657225" y="2619375"/>
                </a:lnTo>
                <a:lnTo>
                  <a:pt x="590550" y="2619375"/>
                </a:lnTo>
                <a:close/>
                <a:moveTo>
                  <a:pt x="1152525" y="2609850"/>
                </a:moveTo>
                <a:lnTo>
                  <a:pt x="1181100" y="2609850"/>
                </a:lnTo>
                <a:lnTo>
                  <a:pt x="1181100" y="2619375"/>
                </a:lnTo>
                <a:lnTo>
                  <a:pt x="1152525" y="2619375"/>
                </a:lnTo>
                <a:close/>
                <a:moveTo>
                  <a:pt x="1381125" y="2609850"/>
                </a:moveTo>
                <a:lnTo>
                  <a:pt x="1390650" y="2609850"/>
                </a:lnTo>
                <a:lnTo>
                  <a:pt x="1390650" y="2619375"/>
                </a:lnTo>
                <a:lnTo>
                  <a:pt x="1381125" y="2619375"/>
                </a:lnTo>
                <a:close/>
                <a:moveTo>
                  <a:pt x="1666875" y="2609850"/>
                </a:moveTo>
                <a:lnTo>
                  <a:pt x="1676400" y="2609850"/>
                </a:lnTo>
                <a:lnTo>
                  <a:pt x="1676400" y="2638425"/>
                </a:lnTo>
                <a:lnTo>
                  <a:pt x="1666875" y="2638425"/>
                </a:lnTo>
                <a:close/>
                <a:moveTo>
                  <a:pt x="885825" y="2638425"/>
                </a:moveTo>
                <a:lnTo>
                  <a:pt x="895350" y="2638425"/>
                </a:lnTo>
                <a:lnTo>
                  <a:pt x="895350" y="2647950"/>
                </a:lnTo>
                <a:lnTo>
                  <a:pt x="885825" y="2647950"/>
                </a:lnTo>
                <a:close/>
                <a:moveTo>
                  <a:pt x="923925" y="2657475"/>
                </a:moveTo>
                <a:lnTo>
                  <a:pt x="933450" y="2657475"/>
                </a:lnTo>
                <a:lnTo>
                  <a:pt x="933450" y="2667000"/>
                </a:lnTo>
                <a:lnTo>
                  <a:pt x="923925" y="2667000"/>
                </a:lnTo>
                <a:close/>
                <a:moveTo>
                  <a:pt x="885825" y="2667000"/>
                </a:moveTo>
                <a:lnTo>
                  <a:pt x="895350" y="2667000"/>
                </a:lnTo>
                <a:lnTo>
                  <a:pt x="895350" y="2676525"/>
                </a:lnTo>
                <a:lnTo>
                  <a:pt x="885825" y="2676525"/>
                </a:lnTo>
                <a:close/>
                <a:moveTo>
                  <a:pt x="876300" y="2676525"/>
                </a:moveTo>
                <a:lnTo>
                  <a:pt x="885825" y="2676525"/>
                </a:lnTo>
                <a:lnTo>
                  <a:pt x="885825" y="2686050"/>
                </a:lnTo>
                <a:lnTo>
                  <a:pt x="876300" y="2686050"/>
                </a:lnTo>
                <a:close/>
                <a:moveTo>
                  <a:pt x="1647825" y="2676525"/>
                </a:moveTo>
                <a:lnTo>
                  <a:pt x="1657350" y="2676525"/>
                </a:lnTo>
                <a:lnTo>
                  <a:pt x="1657350" y="2686050"/>
                </a:lnTo>
                <a:lnTo>
                  <a:pt x="1647825" y="2686050"/>
                </a:lnTo>
                <a:close/>
                <a:moveTo>
                  <a:pt x="1676400" y="2676525"/>
                </a:moveTo>
                <a:lnTo>
                  <a:pt x="1685925" y="2676525"/>
                </a:lnTo>
                <a:lnTo>
                  <a:pt x="1685925" y="2686050"/>
                </a:lnTo>
                <a:lnTo>
                  <a:pt x="1676400" y="2686050"/>
                </a:lnTo>
                <a:close/>
                <a:moveTo>
                  <a:pt x="647700" y="2686050"/>
                </a:moveTo>
                <a:lnTo>
                  <a:pt x="676275" y="2686050"/>
                </a:lnTo>
                <a:lnTo>
                  <a:pt x="676275" y="2695575"/>
                </a:lnTo>
                <a:lnTo>
                  <a:pt x="647700" y="2695575"/>
                </a:lnTo>
                <a:close/>
                <a:moveTo>
                  <a:pt x="1285875" y="2686050"/>
                </a:moveTo>
                <a:lnTo>
                  <a:pt x="1295400" y="2686050"/>
                </a:lnTo>
                <a:lnTo>
                  <a:pt x="1295400" y="2695575"/>
                </a:lnTo>
                <a:lnTo>
                  <a:pt x="1285875" y="2695575"/>
                </a:lnTo>
                <a:close/>
                <a:moveTo>
                  <a:pt x="1333500" y="2686050"/>
                </a:moveTo>
                <a:lnTo>
                  <a:pt x="1352550" y="2686050"/>
                </a:lnTo>
                <a:lnTo>
                  <a:pt x="1352550" y="2695575"/>
                </a:lnTo>
                <a:lnTo>
                  <a:pt x="1333500" y="2695575"/>
                </a:lnTo>
                <a:close/>
                <a:moveTo>
                  <a:pt x="1371600" y="2686050"/>
                </a:moveTo>
                <a:lnTo>
                  <a:pt x="1400175" y="2686050"/>
                </a:lnTo>
                <a:lnTo>
                  <a:pt x="1400175" y="2695575"/>
                </a:lnTo>
                <a:lnTo>
                  <a:pt x="1371600" y="2695575"/>
                </a:lnTo>
                <a:close/>
                <a:moveTo>
                  <a:pt x="1628775" y="2686050"/>
                </a:moveTo>
                <a:lnTo>
                  <a:pt x="1647825" y="2686050"/>
                </a:lnTo>
                <a:lnTo>
                  <a:pt x="1647825" y="2695575"/>
                </a:lnTo>
                <a:lnTo>
                  <a:pt x="1628775" y="2695575"/>
                </a:lnTo>
                <a:close/>
                <a:moveTo>
                  <a:pt x="1381125" y="2705100"/>
                </a:moveTo>
                <a:lnTo>
                  <a:pt x="1390650" y="2705100"/>
                </a:lnTo>
                <a:lnTo>
                  <a:pt x="1390650" y="2714625"/>
                </a:lnTo>
                <a:lnTo>
                  <a:pt x="1381125" y="2714625"/>
                </a:lnTo>
                <a:close/>
                <a:moveTo>
                  <a:pt x="733425" y="2733675"/>
                </a:moveTo>
                <a:lnTo>
                  <a:pt x="762000" y="2733675"/>
                </a:lnTo>
                <a:lnTo>
                  <a:pt x="762000" y="2743200"/>
                </a:lnTo>
                <a:lnTo>
                  <a:pt x="790575" y="2743200"/>
                </a:lnTo>
                <a:lnTo>
                  <a:pt x="790575" y="2762250"/>
                </a:lnTo>
                <a:lnTo>
                  <a:pt x="723900" y="2762250"/>
                </a:lnTo>
                <a:lnTo>
                  <a:pt x="723900" y="2743200"/>
                </a:lnTo>
                <a:lnTo>
                  <a:pt x="733425" y="2743200"/>
                </a:lnTo>
                <a:close/>
                <a:moveTo>
                  <a:pt x="1209675" y="2733675"/>
                </a:moveTo>
                <a:lnTo>
                  <a:pt x="1219200" y="2733675"/>
                </a:lnTo>
                <a:lnTo>
                  <a:pt x="1219200" y="2743200"/>
                </a:lnTo>
                <a:lnTo>
                  <a:pt x="1209675" y="2743200"/>
                </a:lnTo>
                <a:close/>
                <a:moveTo>
                  <a:pt x="1304925" y="2733675"/>
                </a:moveTo>
                <a:lnTo>
                  <a:pt x="1333500" y="2733675"/>
                </a:lnTo>
                <a:lnTo>
                  <a:pt x="1333500" y="2743200"/>
                </a:lnTo>
                <a:lnTo>
                  <a:pt x="1343025" y="2743200"/>
                </a:lnTo>
                <a:lnTo>
                  <a:pt x="1343025" y="2762250"/>
                </a:lnTo>
                <a:lnTo>
                  <a:pt x="1323975" y="2762250"/>
                </a:lnTo>
                <a:lnTo>
                  <a:pt x="1323975" y="2752725"/>
                </a:lnTo>
                <a:lnTo>
                  <a:pt x="1295400" y="2752725"/>
                </a:lnTo>
                <a:lnTo>
                  <a:pt x="1295400" y="2743200"/>
                </a:lnTo>
                <a:lnTo>
                  <a:pt x="1304925" y="2743200"/>
                </a:lnTo>
                <a:close/>
                <a:moveTo>
                  <a:pt x="1704975" y="2733675"/>
                </a:moveTo>
                <a:lnTo>
                  <a:pt x="1714500" y="2733675"/>
                </a:lnTo>
                <a:lnTo>
                  <a:pt x="1714500" y="2762250"/>
                </a:lnTo>
                <a:lnTo>
                  <a:pt x="1704975" y="2762250"/>
                </a:lnTo>
                <a:lnTo>
                  <a:pt x="1704975" y="2752725"/>
                </a:lnTo>
                <a:lnTo>
                  <a:pt x="1695450" y="2752725"/>
                </a:lnTo>
                <a:lnTo>
                  <a:pt x="1695450" y="2762250"/>
                </a:lnTo>
                <a:lnTo>
                  <a:pt x="1619250" y="2762250"/>
                </a:lnTo>
                <a:lnTo>
                  <a:pt x="1619250" y="2752725"/>
                </a:lnTo>
                <a:lnTo>
                  <a:pt x="1609725" y="2752725"/>
                </a:lnTo>
                <a:lnTo>
                  <a:pt x="1609725" y="2743200"/>
                </a:lnTo>
                <a:lnTo>
                  <a:pt x="1704975" y="2743200"/>
                </a:lnTo>
                <a:close/>
                <a:moveTo>
                  <a:pt x="161925" y="2743200"/>
                </a:moveTo>
                <a:lnTo>
                  <a:pt x="171450" y="2743200"/>
                </a:lnTo>
                <a:lnTo>
                  <a:pt x="171450" y="2762250"/>
                </a:lnTo>
                <a:lnTo>
                  <a:pt x="161925" y="2762250"/>
                </a:lnTo>
                <a:close/>
                <a:moveTo>
                  <a:pt x="228600" y="2743200"/>
                </a:moveTo>
                <a:lnTo>
                  <a:pt x="257175" y="2743200"/>
                </a:lnTo>
                <a:lnTo>
                  <a:pt x="257175" y="2762250"/>
                </a:lnTo>
                <a:lnTo>
                  <a:pt x="238125" y="2762250"/>
                </a:lnTo>
                <a:lnTo>
                  <a:pt x="238125" y="2752725"/>
                </a:lnTo>
                <a:lnTo>
                  <a:pt x="228600" y="2752725"/>
                </a:lnTo>
                <a:close/>
                <a:moveTo>
                  <a:pt x="542925" y="2743200"/>
                </a:moveTo>
                <a:lnTo>
                  <a:pt x="571500" y="2743200"/>
                </a:lnTo>
                <a:lnTo>
                  <a:pt x="571500" y="2762250"/>
                </a:lnTo>
                <a:lnTo>
                  <a:pt x="542925" y="2762250"/>
                </a:lnTo>
                <a:close/>
                <a:moveTo>
                  <a:pt x="581025" y="2743200"/>
                </a:moveTo>
                <a:lnTo>
                  <a:pt x="609600" y="2743200"/>
                </a:lnTo>
                <a:lnTo>
                  <a:pt x="609600" y="2762250"/>
                </a:lnTo>
                <a:lnTo>
                  <a:pt x="581025" y="2762250"/>
                </a:lnTo>
                <a:close/>
                <a:moveTo>
                  <a:pt x="638175" y="2743200"/>
                </a:moveTo>
                <a:lnTo>
                  <a:pt x="666750" y="2743200"/>
                </a:lnTo>
                <a:lnTo>
                  <a:pt x="666750" y="2762250"/>
                </a:lnTo>
                <a:lnTo>
                  <a:pt x="638175" y="2762250"/>
                </a:lnTo>
                <a:close/>
                <a:moveTo>
                  <a:pt x="838200" y="2743200"/>
                </a:moveTo>
                <a:lnTo>
                  <a:pt x="857250" y="2743200"/>
                </a:lnTo>
                <a:lnTo>
                  <a:pt x="857250" y="2762250"/>
                </a:lnTo>
                <a:lnTo>
                  <a:pt x="838200" y="2762250"/>
                </a:lnTo>
                <a:close/>
                <a:moveTo>
                  <a:pt x="933450" y="2743200"/>
                </a:moveTo>
                <a:lnTo>
                  <a:pt x="952500" y="2743200"/>
                </a:lnTo>
                <a:lnTo>
                  <a:pt x="952500" y="2762250"/>
                </a:lnTo>
                <a:lnTo>
                  <a:pt x="933450" y="2762250"/>
                </a:lnTo>
                <a:close/>
                <a:moveTo>
                  <a:pt x="1104900" y="2743200"/>
                </a:moveTo>
                <a:lnTo>
                  <a:pt x="1123950" y="2743200"/>
                </a:lnTo>
                <a:lnTo>
                  <a:pt x="1123950" y="2762250"/>
                </a:lnTo>
                <a:lnTo>
                  <a:pt x="1104900" y="2762250"/>
                </a:lnTo>
                <a:close/>
                <a:moveTo>
                  <a:pt x="1419225" y="2743200"/>
                </a:moveTo>
                <a:lnTo>
                  <a:pt x="1476375" y="2743200"/>
                </a:lnTo>
                <a:lnTo>
                  <a:pt x="1476375" y="2752725"/>
                </a:lnTo>
                <a:lnTo>
                  <a:pt x="1466850" y="2752725"/>
                </a:lnTo>
                <a:lnTo>
                  <a:pt x="1466850" y="2762250"/>
                </a:lnTo>
                <a:lnTo>
                  <a:pt x="1419225" y="2762250"/>
                </a:lnTo>
                <a:close/>
                <a:moveTo>
                  <a:pt x="1514475" y="2743200"/>
                </a:moveTo>
                <a:lnTo>
                  <a:pt x="1533525" y="2743200"/>
                </a:lnTo>
                <a:lnTo>
                  <a:pt x="1533525" y="2762250"/>
                </a:lnTo>
                <a:lnTo>
                  <a:pt x="1514475" y="2762250"/>
                </a:lnTo>
                <a:close/>
                <a:moveTo>
                  <a:pt x="1543050" y="2743200"/>
                </a:moveTo>
                <a:lnTo>
                  <a:pt x="1571625" y="2743200"/>
                </a:lnTo>
                <a:lnTo>
                  <a:pt x="1571625" y="2762250"/>
                </a:lnTo>
                <a:lnTo>
                  <a:pt x="1552575" y="2762250"/>
                </a:lnTo>
                <a:lnTo>
                  <a:pt x="1552575" y="2752725"/>
                </a:lnTo>
                <a:lnTo>
                  <a:pt x="1543050" y="2752725"/>
                </a:lnTo>
                <a:close/>
                <a:moveTo>
                  <a:pt x="1581150" y="2743200"/>
                </a:moveTo>
                <a:lnTo>
                  <a:pt x="1600200" y="2743200"/>
                </a:lnTo>
                <a:lnTo>
                  <a:pt x="1600200" y="2762250"/>
                </a:lnTo>
                <a:lnTo>
                  <a:pt x="1581150" y="2762250"/>
                </a:lnTo>
                <a:close/>
                <a:moveTo>
                  <a:pt x="1371600" y="2790825"/>
                </a:moveTo>
                <a:lnTo>
                  <a:pt x="1381125" y="2790825"/>
                </a:lnTo>
                <a:lnTo>
                  <a:pt x="1381125" y="2800350"/>
                </a:lnTo>
                <a:lnTo>
                  <a:pt x="1371600" y="2800350"/>
                </a:lnTo>
                <a:close/>
                <a:moveTo>
                  <a:pt x="1447800" y="2790825"/>
                </a:moveTo>
                <a:lnTo>
                  <a:pt x="1466850" y="2790825"/>
                </a:lnTo>
                <a:lnTo>
                  <a:pt x="1466850" y="2800350"/>
                </a:lnTo>
                <a:lnTo>
                  <a:pt x="1447800" y="2800350"/>
                </a:lnTo>
                <a:close/>
                <a:moveTo>
                  <a:pt x="1485900" y="2790825"/>
                </a:moveTo>
                <a:lnTo>
                  <a:pt x="1504950" y="2790825"/>
                </a:lnTo>
                <a:lnTo>
                  <a:pt x="1504950" y="2800350"/>
                </a:lnTo>
                <a:lnTo>
                  <a:pt x="1485900" y="2800350"/>
                </a:lnTo>
                <a:close/>
                <a:moveTo>
                  <a:pt x="514350" y="2800350"/>
                </a:moveTo>
                <a:lnTo>
                  <a:pt x="542925" y="2800350"/>
                </a:lnTo>
                <a:lnTo>
                  <a:pt x="542925" y="2809875"/>
                </a:lnTo>
                <a:lnTo>
                  <a:pt x="561975" y="2809875"/>
                </a:lnTo>
                <a:lnTo>
                  <a:pt x="561975" y="2828925"/>
                </a:lnTo>
                <a:lnTo>
                  <a:pt x="552450" y="2828925"/>
                </a:lnTo>
                <a:lnTo>
                  <a:pt x="552450" y="2867025"/>
                </a:lnTo>
                <a:lnTo>
                  <a:pt x="533400" y="2867025"/>
                </a:lnTo>
                <a:lnTo>
                  <a:pt x="533400" y="2828925"/>
                </a:lnTo>
                <a:lnTo>
                  <a:pt x="523875" y="2828925"/>
                </a:lnTo>
                <a:lnTo>
                  <a:pt x="523875" y="2819400"/>
                </a:lnTo>
                <a:lnTo>
                  <a:pt x="504825" y="2819400"/>
                </a:lnTo>
                <a:lnTo>
                  <a:pt x="504825" y="2828925"/>
                </a:lnTo>
                <a:lnTo>
                  <a:pt x="495300" y="2828925"/>
                </a:lnTo>
                <a:lnTo>
                  <a:pt x="495300" y="2819400"/>
                </a:lnTo>
                <a:lnTo>
                  <a:pt x="485775" y="2819400"/>
                </a:lnTo>
                <a:lnTo>
                  <a:pt x="485775" y="2809875"/>
                </a:lnTo>
                <a:lnTo>
                  <a:pt x="514350" y="2809875"/>
                </a:lnTo>
                <a:close/>
                <a:moveTo>
                  <a:pt x="1362075" y="2800350"/>
                </a:moveTo>
                <a:lnTo>
                  <a:pt x="1371600" y="2800350"/>
                </a:lnTo>
                <a:lnTo>
                  <a:pt x="1371600" y="2809875"/>
                </a:lnTo>
                <a:lnTo>
                  <a:pt x="1362075" y="2809875"/>
                </a:lnTo>
                <a:close/>
                <a:moveTo>
                  <a:pt x="352425" y="2809875"/>
                </a:moveTo>
                <a:lnTo>
                  <a:pt x="361950" y="2809875"/>
                </a:lnTo>
                <a:lnTo>
                  <a:pt x="361950" y="2819400"/>
                </a:lnTo>
                <a:lnTo>
                  <a:pt x="352425" y="2819400"/>
                </a:lnTo>
                <a:close/>
                <a:moveTo>
                  <a:pt x="428625" y="2809875"/>
                </a:moveTo>
                <a:lnTo>
                  <a:pt x="438150" y="2809875"/>
                </a:lnTo>
                <a:lnTo>
                  <a:pt x="438150" y="2819400"/>
                </a:lnTo>
                <a:lnTo>
                  <a:pt x="428625" y="2819400"/>
                </a:lnTo>
                <a:close/>
                <a:moveTo>
                  <a:pt x="409575" y="2819400"/>
                </a:moveTo>
                <a:lnTo>
                  <a:pt x="419100" y="2819400"/>
                </a:lnTo>
                <a:lnTo>
                  <a:pt x="419100" y="2828925"/>
                </a:lnTo>
                <a:lnTo>
                  <a:pt x="409575" y="2828925"/>
                </a:lnTo>
                <a:close/>
                <a:moveTo>
                  <a:pt x="600075" y="2819400"/>
                </a:moveTo>
                <a:lnTo>
                  <a:pt x="638175" y="2819400"/>
                </a:lnTo>
                <a:lnTo>
                  <a:pt x="638175" y="2828925"/>
                </a:lnTo>
                <a:lnTo>
                  <a:pt x="600075" y="2828925"/>
                </a:lnTo>
                <a:close/>
                <a:moveTo>
                  <a:pt x="742950" y="2819400"/>
                </a:moveTo>
                <a:lnTo>
                  <a:pt x="762000" y="2819400"/>
                </a:lnTo>
                <a:lnTo>
                  <a:pt x="762000" y="2828925"/>
                </a:lnTo>
                <a:lnTo>
                  <a:pt x="742950" y="2828925"/>
                </a:lnTo>
                <a:close/>
                <a:moveTo>
                  <a:pt x="1457325" y="2838450"/>
                </a:moveTo>
                <a:lnTo>
                  <a:pt x="1466850" y="2838450"/>
                </a:lnTo>
                <a:lnTo>
                  <a:pt x="1466850" y="2847975"/>
                </a:lnTo>
                <a:lnTo>
                  <a:pt x="1457325" y="2847975"/>
                </a:lnTo>
                <a:close/>
                <a:moveTo>
                  <a:pt x="1524000" y="2838450"/>
                </a:moveTo>
                <a:lnTo>
                  <a:pt x="1533525" y="2838450"/>
                </a:lnTo>
                <a:lnTo>
                  <a:pt x="1533525" y="2847975"/>
                </a:lnTo>
                <a:lnTo>
                  <a:pt x="1524000" y="2847975"/>
                </a:lnTo>
                <a:close/>
                <a:moveTo>
                  <a:pt x="1466850" y="2857500"/>
                </a:moveTo>
                <a:lnTo>
                  <a:pt x="1476375" y="2857500"/>
                </a:lnTo>
                <a:lnTo>
                  <a:pt x="1476375" y="2867025"/>
                </a:lnTo>
                <a:lnTo>
                  <a:pt x="1466850" y="2867025"/>
                </a:lnTo>
                <a:close/>
                <a:moveTo>
                  <a:pt x="1514475" y="2857500"/>
                </a:moveTo>
                <a:lnTo>
                  <a:pt x="1533525" y="2857500"/>
                </a:lnTo>
                <a:lnTo>
                  <a:pt x="1533525" y="2867025"/>
                </a:lnTo>
                <a:lnTo>
                  <a:pt x="1514475" y="2867025"/>
                </a:lnTo>
                <a:close/>
                <a:moveTo>
                  <a:pt x="276225" y="2867025"/>
                </a:moveTo>
                <a:lnTo>
                  <a:pt x="285750" y="2867025"/>
                </a:lnTo>
                <a:lnTo>
                  <a:pt x="285750" y="2876550"/>
                </a:lnTo>
                <a:lnTo>
                  <a:pt x="276225" y="2876550"/>
                </a:lnTo>
                <a:close/>
                <a:moveTo>
                  <a:pt x="552450" y="2867025"/>
                </a:moveTo>
                <a:lnTo>
                  <a:pt x="561975" y="2867025"/>
                </a:lnTo>
                <a:lnTo>
                  <a:pt x="561975" y="2876550"/>
                </a:lnTo>
                <a:lnTo>
                  <a:pt x="552450" y="2876550"/>
                </a:lnTo>
                <a:close/>
                <a:moveTo>
                  <a:pt x="628650" y="2867025"/>
                </a:moveTo>
                <a:lnTo>
                  <a:pt x="638175" y="2867025"/>
                </a:lnTo>
                <a:lnTo>
                  <a:pt x="638175" y="2876550"/>
                </a:lnTo>
                <a:lnTo>
                  <a:pt x="628650" y="2876550"/>
                </a:lnTo>
                <a:close/>
                <a:moveTo>
                  <a:pt x="676275" y="2867025"/>
                </a:moveTo>
                <a:lnTo>
                  <a:pt x="685800" y="2867025"/>
                </a:lnTo>
                <a:lnTo>
                  <a:pt x="685800" y="2876550"/>
                </a:lnTo>
                <a:lnTo>
                  <a:pt x="676275" y="2876550"/>
                </a:lnTo>
                <a:close/>
                <a:moveTo>
                  <a:pt x="1114425" y="2867025"/>
                </a:moveTo>
                <a:lnTo>
                  <a:pt x="1133475" y="2867025"/>
                </a:lnTo>
                <a:lnTo>
                  <a:pt x="1133475" y="2876550"/>
                </a:lnTo>
                <a:lnTo>
                  <a:pt x="1114425" y="2876550"/>
                </a:lnTo>
                <a:close/>
                <a:moveTo>
                  <a:pt x="495300" y="2876550"/>
                </a:moveTo>
                <a:lnTo>
                  <a:pt x="533400" y="2876550"/>
                </a:lnTo>
                <a:lnTo>
                  <a:pt x="533400" y="2886075"/>
                </a:lnTo>
                <a:lnTo>
                  <a:pt x="495300" y="2886075"/>
                </a:lnTo>
                <a:close/>
                <a:moveTo>
                  <a:pt x="447675" y="2905125"/>
                </a:moveTo>
                <a:lnTo>
                  <a:pt x="457200" y="2905125"/>
                </a:lnTo>
                <a:lnTo>
                  <a:pt x="457200" y="2914650"/>
                </a:lnTo>
                <a:lnTo>
                  <a:pt x="447675" y="2914650"/>
                </a:lnTo>
                <a:close/>
                <a:moveTo>
                  <a:pt x="1514475" y="2905125"/>
                </a:moveTo>
                <a:lnTo>
                  <a:pt x="1533525" y="2905125"/>
                </a:lnTo>
                <a:lnTo>
                  <a:pt x="1533525" y="2914650"/>
                </a:lnTo>
                <a:lnTo>
                  <a:pt x="1514475" y="2914650"/>
                </a:lnTo>
                <a:close/>
                <a:moveTo>
                  <a:pt x="466725" y="2914650"/>
                </a:moveTo>
                <a:lnTo>
                  <a:pt x="495300" y="2914650"/>
                </a:lnTo>
                <a:lnTo>
                  <a:pt x="495300" y="2924175"/>
                </a:lnTo>
                <a:lnTo>
                  <a:pt x="466725" y="2924175"/>
                </a:lnTo>
                <a:close/>
                <a:moveTo>
                  <a:pt x="542925" y="2924175"/>
                </a:moveTo>
                <a:lnTo>
                  <a:pt x="561975" y="2924175"/>
                </a:lnTo>
                <a:lnTo>
                  <a:pt x="561975" y="2943225"/>
                </a:lnTo>
                <a:lnTo>
                  <a:pt x="533400" y="2943225"/>
                </a:lnTo>
                <a:lnTo>
                  <a:pt x="533400" y="2933700"/>
                </a:lnTo>
                <a:lnTo>
                  <a:pt x="542925" y="2933700"/>
                </a:lnTo>
                <a:close/>
                <a:moveTo>
                  <a:pt x="571500" y="2933700"/>
                </a:moveTo>
                <a:lnTo>
                  <a:pt x="581025" y="2933700"/>
                </a:lnTo>
                <a:lnTo>
                  <a:pt x="581025" y="2943225"/>
                </a:lnTo>
                <a:lnTo>
                  <a:pt x="571500" y="2943225"/>
                </a:lnTo>
                <a:close/>
                <a:moveTo>
                  <a:pt x="571500" y="2952750"/>
                </a:moveTo>
                <a:lnTo>
                  <a:pt x="581025" y="2952750"/>
                </a:lnTo>
                <a:lnTo>
                  <a:pt x="581025" y="2962275"/>
                </a:lnTo>
                <a:lnTo>
                  <a:pt x="571500" y="2962275"/>
                </a:lnTo>
                <a:close/>
                <a:moveTo>
                  <a:pt x="361950" y="2981325"/>
                </a:moveTo>
                <a:lnTo>
                  <a:pt x="371475" y="2981325"/>
                </a:lnTo>
                <a:lnTo>
                  <a:pt x="371475" y="2990850"/>
                </a:lnTo>
                <a:lnTo>
                  <a:pt x="438150" y="2990850"/>
                </a:lnTo>
                <a:lnTo>
                  <a:pt x="438150" y="3000375"/>
                </a:lnTo>
                <a:lnTo>
                  <a:pt x="457200" y="3000375"/>
                </a:lnTo>
                <a:lnTo>
                  <a:pt x="457200" y="3009900"/>
                </a:lnTo>
                <a:lnTo>
                  <a:pt x="447675" y="3009900"/>
                </a:lnTo>
                <a:lnTo>
                  <a:pt x="447675" y="3019425"/>
                </a:lnTo>
                <a:lnTo>
                  <a:pt x="390525" y="3019425"/>
                </a:lnTo>
                <a:lnTo>
                  <a:pt x="390525" y="3009900"/>
                </a:lnTo>
                <a:lnTo>
                  <a:pt x="381000" y="3009900"/>
                </a:lnTo>
                <a:lnTo>
                  <a:pt x="381000" y="3000375"/>
                </a:lnTo>
                <a:lnTo>
                  <a:pt x="371475" y="3000375"/>
                </a:lnTo>
                <a:lnTo>
                  <a:pt x="371475" y="3019425"/>
                </a:lnTo>
                <a:lnTo>
                  <a:pt x="352425" y="3019425"/>
                </a:lnTo>
                <a:lnTo>
                  <a:pt x="352425" y="3000375"/>
                </a:lnTo>
                <a:lnTo>
                  <a:pt x="361950" y="3000375"/>
                </a:lnTo>
                <a:close/>
                <a:moveTo>
                  <a:pt x="295275" y="2990850"/>
                </a:moveTo>
                <a:lnTo>
                  <a:pt x="314325" y="2990850"/>
                </a:lnTo>
                <a:lnTo>
                  <a:pt x="314325" y="3000375"/>
                </a:lnTo>
                <a:lnTo>
                  <a:pt x="333375" y="3000375"/>
                </a:lnTo>
                <a:lnTo>
                  <a:pt x="333375" y="3019425"/>
                </a:lnTo>
                <a:lnTo>
                  <a:pt x="295275" y="3019425"/>
                </a:lnTo>
                <a:close/>
                <a:moveTo>
                  <a:pt x="800100" y="2990850"/>
                </a:moveTo>
                <a:lnTo>
                  <a:pt x="809625" y="2990850"/>
                </a:lnTo>
                <a:lnTo>
                  <a:pt x="809625" y="3000375"/>
                </a:lnTo>
                <a:lnTo>
                  <a:pt x="857250" y="3000375"/>
                </a:lnTo>
                <a:lnTo>
                  <a:pt x="857250" y="2990850"/>
                </a:lnTo>
                <a:lnTo>
                  <a:pt x="885825" y="2990850"/>
                </a:lnTo>
                <a:lnTo>
                  <a:pt x="885825" y="3009900"/>
                </a:lnTo>
                <a:lnTo>
                  <a:pt x="866775" y="3009900"/>
                </a:lnTo>
                <a:lnTo>
                  <a:pt x="866775" y="3019425"/>
                </a:lnTo>
                <a:lnTo>
                  <a:pt x="781050" y="3019425"/>
                </a:lnTo>
                <a:lnTo>
                  <a:pt x="781050" y="3000375"/>
                </a:lnTo>
                <a:lnTo>
                  <a:pt x="800100" y="3000375"/>
                </a:lnTo>
                <a:close/>
                <a:moveTo>
                  <a:pt x="923925" y="2990850"/>
                </a:moveTo>
                <a:lnTo>
                  <a:pt x="933450" y="2990850"/>
                </a:lnTo>
                <a:lnTo>
                  <a:pt x="933450" y="3000375"/>
                </a:lnTo>
                <a:lnTo>
                  <a:pt x="942975" y="3000375"/>
                </a:lnTo>
                <a:lnTo>
                  <a:pt x="942975" y="3009900"/>
                </a:lnTo>
                <a:lnTo>
                  <a:pt x="923925" y="3009900"/>
                </a:lnTo>
                <a:lnTo>
                  <a:pt x="923925" y="3019425"/>
                </a:lnTo>
                <a:lnTo>
                  <a:pt x="914400" y="3019425"/>
                </a:lnTo>
                <a:lnTo>
                  <a:pt x="914400" y="3000375"/>
                </a:lnTo>
                <a:lnTo>
                  <a:pt x="923925" y="3000375"/>
                </a:lnTo>
                <a:close/>
                <a:moveTo>
                  <a:pt x="1676400" y="2990850"/>
                </a:moveTo>
                <a:lnTo>
                  <a:pt x="1695450" y="2990850"/>
                </a:lnTo>
                <a:lnTo>
                  <a:pt x="1695450" y="3000375"/>
                </a:lnTo>
                <a:lnTo>
                  <a:pt x="1714500" y="3000375"/>
                </a:lnTo>
                <a:lnTo>
                  <a:pt x="1714500" y="3009900"/>
                </a:lnTo>
                <a:lnTo>
                  <a:pt x="1695450" y="3009900"/>
                </a:lnTo>
                <a:lnTo>
                  <a:pt x="1695450" y="3019425"/>
                </a:lnTo>
                <a:lnTo>
                  <a:pt x="1685925" y="3019425"/>
                </a:lnTo>
                <a:lnTo>
                  <a:pt x="1685925" y="3000375"/>
                </a:lnTo>
                <a:lnTo>
                  <a:pt x="1676400" y="3000375"/>
                </a:lnTo>
                <a:close/>
                <a:moveTo>
                  <a:pt x="180975" y="3000375"/>
                </a:moveTo>
                <a:lnTo>
                  <a:pt x="209550" y="3000375"/>
                </a:lnTo>
                <a:lnTo>
                  <a:pt x="209550" y="3019425"/>
                </a:lnTo>
                <a:lnTo>
                  <a:pt x="180975" y="3019425"/>
                </a:lnTo>
                <a:close/>
                <a:moveTo>
                  <a:pt x="219075" y="3000375"/>
                </a:moveTo>
                <a:lnTo>
                  <a:pt x="228600" y="3000375"/>
                </a:lnTo>
                <a:lnTo>
                  <a:pt x="228600" y="3019425"/>
                </a:lnTo>
                <a:lnTo>
                  <a:pt x="219075" y="3019425"/>
                </a:lnTo>
                <a:close/>
                <a:moveTo>
                  <a:pt x="238125" y="3000375"/>
                </a:moveTo>
                <a:lnTo>
                  <a:pt x="247650" y="3000375"/>
                </a:lnTo>
                <a:lnTo>
                  <a:pt x="247650" y="3019425"/>
                </a:lnTo>
                <a:lnTo>
                  <a:pt x="238125" y="3019425"/>
                </a:lnTo>
                <a:close/>
                <a:moveTo>
                  <a:pt x="257175" y="3000375"/>
                </a:moveTo>
                <a:lnTo>
                  <a:pt x="266700" y="3000375"/>
                </a:lnTo>
                <a:lnTo>
                  <a:pt x="266700" y="3019425"/>
                </a:lnTo>
                <a:lnTo>
                  <a:pt x="257175" y="3019425"/>
                </a:lnTo>
                <a:close/>
                <a:moveTo>
                  <a:pt x="628650" y="3000375"/>
                </a:moveTo>
                <a:lnTo>
                  <a:pt x="685800" y="3000375"/>
                </a:lnTo>
                <a:lnTo>
                  <a:pt x="685800" y="3019425"/>
                </a:lnTo>
                <a:lnTo>
                  <a:pt x="628650" y="3019425"/>
                </a:lnTo>
                <a:close/>
                <a:moveTo>
                  <a:pt x="962025" y="3000375"/>
                </a:moveTo>
                <a:lnTo>
                  <a:pt x="981075" y="3000375"/>
                </a:lnTo>
                <a:lnTo>
                  <a:pt x="981075" y="3019425"/>
                </a:lnTo>
                <a:lnTo>
                  <a:pt x="971550" y="3019425"/>
                </a:lnTo>
                <a:lnTo>
                  <a:pt x="971550" y="3009900"/>
                </a:lnTo>
                <a:lnTo>
                  <a:pt x="962025" y="3009900"/>
                </a:lnTo>
                <a:close/>
                <a:moveTo>
                  <a:pt x="1000125" y="3000375"/>
                </a:moveTo>
                <a:lnTo>
                  <a:pt x="1009650" y="3000375"/>
                </a:lnTo>
                <a:lnTo>
                  <a:pt x="1009650" y="3009900"/>
                </a:lnTo>
                <a:lnTo>
                  <a:pt x="1000125" y="3009900"/>
                </a:lnTo>
                <a:close/>
                <a:moveTo>
                  <a:pt x="1095375" y="3000375"/>
                </a:moveTo>
                <a:lnTo>
                  <a:pt x="1104900" y="3000375"/>
                </a:lnTo>
                <a:lnTo>
                  <a:pt x="1104900" y="3019425"/>
                </a:lnTo>
                <a:lnTo>
                  <a:pt x="1095375" y="3019425"/>
                </a:lnTo>
                <a:close/>
                <a:moveTo>
                  <a:pt x="1114425" y="3000375"/>
                </a:moveTo>
                <a:lnTo>
                  <a:pt x="1152525" y="3000375"/>
                </a:lnTo>
                <a:lnTo>
                  <a:pt x="1152525" y="3009900"/>
                </a:lnTo>
                <a:lnTo>
                  <a:pt x="1143000" y="3009900"/>
                </a:lnTo>
                <a:lnTo>
                  <a:pt x="1143000" y="3019425"/>
                </a:lnTo>
                <a:lnTo>
                  <a:pt x="1114425" y="3019425"/>
                </a:lnTo>
                <a:close/>
                <a:moveTo>
                  <a:pt x="1162050" y="3000375"/>
                </a:moveTo>
                <a:lnTo>
                  <a:pt x="1200150" y="3000375"/>
                </a:lnTo>
                <a:lnTo>
                  <a:pt x="1200150" y="3019425"/>
                </a:lnTo>
                <a:lnTo>
                  <a:pt x="1162050" y="3019425"/>
                </a:lnTo>
                <a:close/>
                <a:moveTo>
                  <a:pt x="1295400" y="3000375"/>
                </a:moveTo>
                <a:lnTo>
                  <a:pt x="1304925" y="3000375"/>
                </a:lnTo>
                <a:lnTo>
                  <a:pt x="1304925" y="3019425"/>
                </a:lnTo>
                <a:lnTo>
                  <a:pt x="1295400" y="3019425"/>
                </a:lnTo>
                <a:close/>
                <a:moveTo>
                  <a:pt x="1333500" y="3000375"/>
                </a:moveTo>
                <a:lnTo>
                  <a:pt x="1343025" y="3000375"/>
                </a:lnTo>
                <a:lnTo>
                  <a:pt x="1343025" y="3019425"/>
                </a:lnTo>
                <a:lnTo>
                  <a:pt x="1333500" y="3019425"/>
                </a:lnTo>
                <a:close/>
                <a:moveTo>
                  <a:pt x="1590675" y="3000375"/>
                </a:moveTo>
                <a:lnTo>
                  <a:pt x="1638300" y="3000375"/>
                </a:lnTo>
                <a:lnTo>
                  <a:pt x="1638300" y="3019425"/>
                </a:lnTo>
                <a:lnTo>
                  <a:pt x="1590675" y="3019425"/>
                </a:lnTo>
                <a:close/>
                <a:moveTo>
                  <a:pt x="1457325" y="3009900"/>
                </a:moveTo>
                <a:lnTo>
                  <a:pt x="1466850" y="3009900"/>
                </a:lnTo>
                <a:lnTo>
                  <a:pt x="1466850" y="3028950"/>
                </a:lnTo>
                <a:lnTo>
                  <a:pt x="1457325" y="3028950"/>
                </a:lnTo>
                <a:close/>
                <a:moveTo>
                  <a:pt x="1514475" y="3009900"/>
                </a:moveTo>
                <a:lnTo>
                  <a:pt x="1524000" y="3009900"/>
                </a:lnTo>
                <a:lnTo>
                  <a:pt x="1524000" y="3028950"/>
                </a:lnTo>
                <a:lnTo>
                  <a:pt x="1514475" y="3028950"/>
                </a:lnTo>
                <a:close/>
                <a:moveTo>
                  <a:pt x="1543050" y="3019425"/>
                </a:moveTo>
                <a:lnTo>
                  <a:pt x="1562100" y="3019425"/>
                </a:lnTo>
                <a:lnTo>
                  <a:pt x="1562100" y="3028950"/>
                </a:lnTo>
                <a:lnTo>
                  <a:pt x="1543050" y="3028950"/>
                </a:lnTo>
                <a:close/>
                <a:moveTo>
                  <a:pt x="1457325" y="3086100"/>
                </a:moveTo>
                <a:lnTo>
                  <a:pt x="1466850" y="3086100"/>
                </a:lnTo>
                <a:lnTo>
                  <a:pt x="1466850" y="3124200"/>
                </a:lnTo>
                <a:lnTo>
                  <a:pt x="1457325" y="3124200"/>
                </a:lnTo>
                <a:close/>
                <a:moveTo>
                  <a:pt x="161925" y="3124200"/>
                </a:moveTo>
                <a:lnTo>
                  <a:pt x="171450" y="3124200"/>
                </a:lnTo>
                <a:lnTo>
                  <a:pt x="171450" y="3152775"/>
                </a:lnTo>
                <a:lnTo>
                  <a:pt x="161925" y="3152775"/>
                </a:lnTo>
                <a:close/>
                <a:moveTo>
                  <a:pt x="600075" y="3133725"/>
                </a:moveTo>
                <a:lnTo>
                  <a:pt x="609600" y="3133725"/>
                </a:lnTo>
                <a:lnTo>
                  <a:pt x="609600" y="3143250"/>
                </a:lnTo>
                <a:lnTo>
                  <a:pt x="628650" y="3143250"/>
                </a:lnTo>
                <a:lnTo>
                  <a:pt x="628650" y="3152775"/>
                </a:lnTo>
                <a:lnTo>
                  <a:pt x="581025" y="3152775"/>
                </a:lnTo>
                <a:lnTo>
                  <a:pt x="581025" y="3143250"/>
                </a:lnTo>
                <a:lnTo>
                  <a:pt x="600075" y="3143250"/>
                </a:lnTo>
                <a:close/>
                <a:moveTo>
                  <a:pt x="542925" y="3143250"/>
                </a:moveTo>
                <a:lnTo>
                  <a:pt x="571500" y="3143250"/>
                </a:lnTo>
                <a:lnTo>
                  <a:pt x="571500" y="3152775"/>
                </a:lnTo>
                <a:lnTo>
                  <a:pt x="542925" y="3152775"/>
                </a:lnTo>
                <a:close/>
                <a:moveTo>
                  <a:pt x="1400175" y="3143250"/>
                </a:moveTo>
                <a:lnTo>
                  <a:pt x="1409700" y="3143250"/>
                </a:lnTo>
                <a:lnTo>
                  <a:pt x="1409700" y="3152775"/>
                </a:lnTo>
                <a:lnTo>
                  <a:pt x="1400175" y="3152775"/>
                </a:lnTo>
                <a:close/>
                <a:moveTo>
                  <a:pt x="1447800" y="3143250"/>
                </a:moveTo>
                <a:lnTo>
                  <a:pt x="1457325" y="3143250"/>
                </a:lnTo>
                <a:lnTo>
                  <a:pt x="1457325" y="3152775"/>
                </a:lnTo>
                <a:lnTo>
                  <a:pt x="1447800" y="3152775"/>
                </a:lnTo>
                <a:close/>
                <a:moveTo>
                  <a:pt x="1457325" y="3152775"/>
                </a:moveTo>
                <a:lnTo>
                  <a:pt x="1466850" y="3152775"/>
                </a:lnTo>
                <a:lnTo>
                  <a:pt x="1466850" y="3190875"/>
                </a:lnTo>
                <a:lnTo>
                  <a:pt x="1457325" y="3190875"/>
                </a:lnTo>
                <a:close/>
                <a:moveTo>
                  <a:pt x="1457325" y="3219450"/>
                </a:moveTo>
                <a:lnTo>
                  <a:pt x="1466850" y="3219450"/>
                </a:lnTo>
                <a:lnTo>
                  <a:pt x="1466850" y="3267075"/>
                </a:lnTo>
                <a:lnTo>
                  <a:pt x="1457325" y="3267075"/>
                </a:lnTo>
                <a:close/>
                <a:moveTo>
                  <a:pt x="1514475" y="3238500"/>
                </a:moveTo>
                <a:lnTo>
                  <a:pt x="1524000" y="3238500"/>
                </a:lnTo>
                <a:lnTo>
                  <a:pt x="1524000" y="3257550"/>
                </a:lnTo>
                <a:lnTo>
                  <a:pt x="1533525" y="3257550"/>
                </a:lnTo>
                <a:lnTo>
                  <a:pt x="1533525" y="3248025"/>
                </a:lnTo>
                <a:lnTo>
                  <a:pt x="1543050" y="3248025"/>
                </a:lnTo>
                <a:lnTo>
                  <a:pt x="1543050" y="3257550"/>
                </a:lnTo>
                <a:lnTo>
                  <a:pt x="1533525" y="3257550"/>
                </a:lnTo>
                <a:lnTo>
                  <a:pt x="1533525" y="3286125"/>
                </a:lnTo>
                <a:lnTo>
                  <a:pt x="1552575" y="3286125"/>
                </a:lnTo>
                <a:lnTo>
                  <a:pt x="1552575" y="3295650"/>
                </a:lnTo>
                <a:lnTo>
                  <a:pt x="1504950" y="3295650"/>
                </a:lnTo>
                <a:lnTo>
                  <a:pt x="1504950" y="3286125"/>
                </a:lnTo>
                <a:lnTo>
                  <a:pt x="1514475" y="3286125"/>
                </a:lnTo>
                <a:close/>
                <a:moveTo>
                  <a:pt x="219075" y="3257550"/>
                </a:moveTo>
                <a:lnTo>
                  <a:pt x="247650" y="3257550"/>
                </a:lnTo>
                <a:lnTo>
                  <a:pt x="247650" y="3267075"/>
                </a:lnTo>
                <a:lnTo>
                  <a:pt x="295275" y="3267075"/>
                </a:lnTo>
                <a:lnTo>
                  <a:pt x="295275" y="3257550"/>
                </a:lnTo>
                <a:lnTo>
                  <a:pt x="323850" y="3257550"/>
                </a:lnTo>
                <a:lnTo>
                  <a:pt x="323850" y="3267075"/>
                </a:lnTo>
                <a:lnTo>
                  <a:pt x="352425" y="3267075"/>
                </a:lnTo>
                <a:lnTo>
                  <a:pt x="352425" y="3257550"/>
                </a:lnTo>
                <a:lnTo>
                  <a:pt x="409575" y="3257550"/>
                </a:lnTo>
                <a:lnTo>
                  <a:pt x="409575" y="3267075"/>
                </a:lnTo>
                <a:lnTo>
                  <a:pt x="447675" y="3267075"/>
                </a:lnTo>
                <a:lnTo>
                  <a:pt x="447675" y="3257550"/>
                </a:lnTo>
                <a:lnTo>
                  <a:pt x="504825" y="3257550"/>
                </a:lnTo>
                <a:lnTo>
                  <a:pt x="504825" y="3267075"/>
                </a:lnTo>
                <a:lnTo>
                  <a:pt x="514350" y="3267075"/>
                </a:lnTo>
                <a:lnTo>
                  <a:pt x="514350" y="3257550"/>
                </a:lnTo>
                <a:lnTo>
                  <a:pt x="523875" y="3257550"/>
                </a:lnTo>
                <a:lnTo>
                  <a:pt x="523875" y="3267075"/>
                </a:lnTo>
                <a:lnTo>
                  <a:pt x="571500" y="3267075"/>
                </a:lnTo>
                <a:lnTo>
                  <a:pt x="571500" y="3295650"/>
                </a:lnTo>
                <a:lnTo>
                  <a:pt x="419100" y="3295650"/>
                </a:lnTo>
                <a:lnTo>
                  <a:pt x="419100" y="3305175"/>
                </a:lnTo>
                <a:lnTo>
                  <a:pt x="409575" y="3305175"/>
                </a:lnTo>
                <a:lnTo>
                  <a:pt x="409575" y="3295650"/>
                </a:lnTo>
                <a:lnTo>
                  <a:pt x="400050" y="3295650"/>
                </a:lnTo>
                <a:lnTo>
                  <a:pt x="400050" y="3286125"/>
                </a:lnTo>
                <a:lnTo>
                  <a:pt x="381000" y="3286125"/>
                </a:lnTo>
                <a:lnTo>
                  <a:pt x="381000" y="3295650"/>
                </a:lnTo>
                <a:lnTo>
                  <a:pt x="361950" y="3295650"/>
                </a:lnTo>
                <a:lnTo>
                  <a:pt x="361950" y="3286125"/>
                </a:lnTo>
                <a:lnTo>
                  <a:pt x="352425" y="3286125"/>
                </a:lnTo>
                <a:lnTo>
                  <a:pt x="352425" y="3295650"/>
                </a:lnTo>
                <a:lnTo>
                  <a:pt x="342900" y="3295650"/>
                </a:lnTo>
                <a:lnTo>
                  <a:pt x="342900" y="3286125"/>
                </a:lnTo>
                <a:lnTo>
                  <a:pt x="333375" y="3286125"/>
                </a:lnTo>
                <a:lnTo>
                  <a:pt x="333375" y="3295650"/>
                </a:lnTo>
                <a:lnTo>
                  <a:pt x="323850" y="3295650"/>
                </a:lnTo>
                <a:lnTo>
                  <a:pt x="323850" y="3286125"/>
                </a:lnTo>
                <a:lnTo>
                  <a:pt x="295275" y="3286125"/>
                </a:lnTo>
                <a:lnTo>
                  <a:pt x="295275" y="3305175"/>
                </a:lnTo>
                <a:lnTo>
                  <a:pt x="285750" y="3305175"/>
                </a:lnTo>
                <a:lnTo>
                  <a:pt x="285750" y="3295650"/>
                </a:lnTo>
                <a:lnTo>
                  <a:pt x="257175" y="3295650"/>
                </a:lnTo>
                <a:lnTo>
                  <a:pt x="257175" y="3305175"/>
                </a:lnTo>
                <a:lnTo>
                  <a:pt x="171450" y="3305175"/>
                </a:lnTo>
                <a:lnTo>
                  <a:pt x="171450" y="3286125"/>
                </a:lnTo>
                <a:lnTo>
                  <a:pt x="161925" y="3286125"/>
                </a:lnTo>
                <a:lnTo>
                  <a:pt x="161925" y="3267075"/>
                </a:lnTo>
                <a:lnTo>
                  <a:pt x="190500" y="3267075"/>
                </a:lnTo>
                <a:lnTo>
                  <a:pt x="190500" y="3276600"/>
                </a:lnTo>
                <a:lnTo>
                  <a:pt x="180975" y="3276600"/>
                </a:lnTo>
                <a:lnTo>
                  <a:pt x="180975" y="3286125"/>
                </a:lnTo>
                <a:lnTo>
                  <a:pt x="190500" y="3286125"/>
                </a:lnTo>
                <a:lnTo>
                  <a:pt x="190500" y="3276600"/>
                </a:lnTo>
                <a:lnTo>
                  <a:pt x="200025" y="3276600"/>
                </a:lnTo>
                <a:lnTo>
                  <a:pt x="200025" y="3267075"/>
                </a:lnTo>
                <a:lnTo>
                  <a:pt x="219075" y="3267075"/>
                </a:lnTo>
                <a:close/>
                <a:moveTo>
                  <a:pt x="590550" y="3257550"/>
                </a:moveTo>
                <a:lnTo>
                  <a:pt x="609600" y="3257550"/>
                </a:lnTo>
                <a:lnTo>
                  <a:pt x="609600" y="3267075"/>
                </a:lnTo>
                <a:lnTo>
                  <a:pt x="666750" y="3267075"/>
                </a:lnTo>
                <a:lnTo>
                  <a:pt x="666750" y="3257550"/>
                </a:lnTo>
                <a:lnTo>
                  <a:pt x="676275" y="3257550"/>
                </a:lnTo>
                <a:lnTo>
                  <a:pt x="676275" y="3267075"/>
                </a:lnTo>
                <a:lnTo>
                  <a:pt x="685800" y="3267075"/>
                </a:lnTo>
                <a:lnTo>
                  <a:pt x="685800" y="3257550"/>
                </a:lnTo>
                <a:lnTo>
                  <a:pt x="714375" y="3257550"/>
                </a:lnTo>
                <a:lnTo>
                  <a:pt x="714375" y="3267075"/>
                </a:lnTo>
                <a:lnTo>
                  <a:pt x="904875" y="3267075"/>
                </a:lnTo>
                <a:lnTo>
                  <a:pt x="904875" y="3257550"/>
                </a:lnTo>
                <a:lnTo>
                  <a:pt x="914400" y="3257550"/>
                </a:lnTo>
                <a:lnTo>
                  <a:pt x="914400" y="3267075"/>
                </a:lnTo>
                <a:lnTo>
                  <a:pt x="952500" y="3267075"/>
                </a:lnTo>
                <a:lnTo>
                  <a:pt x="952500" y="3276600"/>
                </a:lnTo>
                <a:lnTo>
                  <a:pt x="971550" y="3276600"/>
                </a:lnTo>
                <a:lnTo>
                  <a:pt x="971550" y="3267075"/>
                </a:lnTo>
                <a:lnTo>
                  <a:pt x="1000125" y="3267075"/>
                </a:lnTo>
                <a:lnTo>
                  <a:pt x="1000125" y="3276600"/>
                </a:lnTo>
                <a:lnTo>
                  <a:pt x="1009650" y="3276600"/>
                </a:lnTo>
                <a:lnTo>
                  <a:pt x="1009650" y="3267075"/>
                </a:lnTo>
                <a:lnTo>
                  <a:pt x="1019175" y="3267075"/>
                </a:lnTo>
                <a:lnTo>
                  <a:pt x="1019175" y="3276600"/>
                </a:lnTo>
                <a:lnTo>
                  <a:pt x="1028700" y="3276600"/>
                </a:lnTo>
                <a:lnTo>
                  <a:pt x="1028700" y="3267075"/>
                </a:lnTo>
                <a:lnTo>
                  <a:pt x="1162050" y="3267075"/>
                </a:lnTo>
                <a:lnTo>
                  <a:pt x="1162050" y="3257550"/>
                </a:lnTo>
                <a:lnTo>
                  <a:pt x="1200150" y="3257550"/>
                </a:lnTo>
                <a:lnTo>
                  <a:pt x="1200150" y="3267075"/>
                </a:lnTo>
                <a:lnTo>
                  <a:pt x="1266825" y="3267075"/>
                </a:lnTo>
                <a:lnTo>
                  <a:pt x="1266825" y="3257550"/>
                </a:lnTo>
                <a:lnTo>
                  <a:pt x="1285875" y="3257550"/>
                </a:lnTo>
                <a:lnTo>
                  <a:pt x="1285875" y="3267075"/>
                </a:lnTo>
                <a:lnTo>
                  <a:pt x="1314450" y="3267075"/>
                </a:lnTo>
                <a:lnTo>
                  <a:pt x="1314450" y="3257550"/>
                </a:lnTo>
                <a:lnTo>
                  <a:pt x="1323975" y="3257550"/>
                </a:lnTo>
                <a:lnTo>
                  <a:pt x="1323975" y="3267075"/>
                </a:lnTo>
                <a:lnTo>
                  <a:pt x="1362075" y="3267075"/>
                </a:lnTo>
                <a:lnTo>
                  <a:pt x="1362075" y="3257550"/>
                </a:lnTo>
                <a:lnTo>
                  <a:pt x="1371600" y="3257550"/>
                </a:lnTo>
                <a:lnTo>
                  <a:pt x="1371600" y="3267075"/>
                </a:lnTo>
                <a:lnTo>
                  <a:pt x="1428750" y="3267075"/>
                </a:lnTo>
                <a:lnTo>
                  <a:pt x="1428750" y="3276600"/>
                </a:lnTo>
                <a:lnTo>
                  <a:pt x="1438275" y="3276600"/>
                </a:lnTo>
                <a:lnTo>
                  <a:pt x="1438275" y="3267075"/>
                </a:lnTo>
                <a:lnTo>
                  <a:pt x="1457325" y="3267075"/>
                </a:lnTo>
                <a:lnTo>
                  <a:pt x="1457325" y="3276600"/>
                </a:lnTo>
                <a:lnTo>
                  <a:pt x="1466850" y="3276600"/>
                </a:lnTo>
                <a:lnTo>
                  <a:pt x="1466850" y="3286125"/>
                </a:lnTo>
                <a:lnTo>
                  <a:pt x="1447800" y="3286125"/>
                </a:lnTo>
                <a:lnTo>
                  <a:pt x="1447800" y="3295650"/>
                </a:lnTo>
                <a:lnTo>
                  <a:pt x="1076325" y="3295650"/>
                </a:lnTo>
                <a:lnTo>
                  <a:pt x="1076325" y="3286125"/>
                </a:lnTo>
                <a:lnTo>
                  <a:pt x="1066800" y="3286125"/>
                </a:lnTo>
                <a:lnTo>
                  <a:pt x="1066800" y="3295650"/>
                </a:lnTo>
                <a:lnTo>
                  <a:pt x="847725" y="3295650"/>
                </a:lnTo>
                <a:lnTo>
                  <a:pt x="847725" y="3305175"/>
                </a:lnTo>
                <a:lnTo>
                  <a:pt x="809625" y="3305175"/>
                </a:lnTo>
                <a:lnTo>
                  <a:pt x="809625" y="3295650"/>
                </a:lnTo>
                <a:lnTo>
                  <a:pt x="590550" y="3295650"/>
                </a:lnTo>
                <a:lnTo>
                  <a:pt x="590550" y="3286125"/>
                </a:lnTo>
                <a:lnTo>
                  <a:pt x="581025" y="3286125"/>
                </a:lnTo>
                <a:lnTo>
                  <a:pt x="581025" y="3267075"/>
                </a:lnTo>
                <a:lnTo>
                  <a:pt x="590550" y="3267075"/>
                </a:lnTo>
                <a:close/>
                <a:moveTo>
                  <a:pt x="1571625" y="3257550"/>
                </a:moveTo>
                <a:lnTo>
                  <a:pt x="1676400" y="3257550"/>
                </a:lnTo>
                <a:lnTo>
                  <a:pt x="1676400" y="3267075"/>
                </a:lnTo>
                <a:lnTo>
                  <a:pt x="1695450" y="3267075"/>
                </a:lnTo>
                <a:lnTo>
                  <a:pt x="1695450" y="3276600"/>
                </a:lnTo>
                <a:lnTo>
                  <a:pt x="1704975" y="3276600"/>
                </a:lnTo>
                <a:lnTo>
                  <a:pt x="1704975" y="3267075"/>
                </a:lnTo>
                <a:lnTo>
                  <a:pt x="1714500" y="3267075"/>
                </a:lnTo>
                <a:lnTo>
                  <a:pt x="1714500" y="3305175"/>
                </a:lnTo>
                <a:lnTo>
                  <a:pt x="1704975" y="3305175"/>
                </a:lnTo>
                <a:lnTo>
                  <a:pt x="1704975" y="3286125"/>
                </a:lnTo>
                <a:lnTo>
                  <a:pt x="1695450" y="3286125"/>
                </a:lnTo>
                <a:lnTo>
                  <a:pt x="1695450" y="3295650"/>
                </a:lnTo>
                <a:lnTo>
                  <a:pt x="1571625" y="3295650"/>
                </a:lnTo>
                <a:lnTo>
                  <a:pt x="1571625" y="3286125"/>
                </a:lnTo>
                <a:lnTo>
                  <a:pt x="1581150" y="3286125"/>
                </a:lnTo>
                <a:lnTo>
                  <a:pt x="1581150" y="3276600"/>
                </a:lnTo>
                <a:lnTo>
                  <a:pt x="1571625" y="3276600"/>
                </a:lnTo>
                <a:close/>
                <a:moveTo>
                  <a:pt x="114300" y="3286125"/>
                </a:moveTo>
                <a:lnTo>
                  <a:pt x="123825" y="3286125"/>
                </a:lnTo>
                <a:lnTo>
                  <a:pt x="123825" y="3295650"/>
                </a:lnTo>
                <a:lnTo>
                  <a:pt x="142875" y="3295650"/>
                </a:lnTo>
                <a:lnTo>
                  <a:pt x="142875" y="3305175"/>
                </a:lnTo>
                <a:lnTo>
                  <a:pt x="114300" y="3305175"/>
                </a:lnTo>
                <a:close/>
                <a:moveTo>
                  <a:pt x="447675" y="3286125"/>
                </a:moveTo>
                <a:lnTo>
                  <a:pt x="466725" y="3286125"/>
                </a:lnTo>
                <a:lnTo>
                  <a:pt x="466725" y="3276600"/>
                </a:lnTo>
                <a:lnTo>
                  <a:pt x="447675" y="3276600"/>
                </a:lnTo>
                <a:close/>
                <a:moveTo>
                  <a:pt x="1466850" y="3286125"/>
                </a:moveTo>
                <a:lnTo>
                  <a:pt x="1476375" y="3286125"/>
                </a:lnTo>
                <a:lnTo>
                  <a:pt x="1476375" y="3295650"/>
                </a:lnTo>
                <a:lnTo>
                  <a:pt x="1466850" y="3295650"/>
                </a:lnTo>
                <a:close/>
                <a:moveTo>
                  <a:pt x="419100" y="3324225"/>
                </a:moveTo>
                <a:lnTo>
                  <a:pt x="428625" y="3324225"/>
                </a:lnTo>
                <a:lnTo>
                  <a:pt x="428625" y="3343275"/>
                </a:lnTo>
                <a:lnTo>
                  <a:pt x="419100" y="3343275"/>
                </a:lnTo>
                <a:close/>
                <a:moveTo>
                  <a:pt x="1228725" y="3324225"/>
                </a:moveTo>
                <a:lnTo>
                  <a:pt x="1247775" y="3324225"/>
                </a:lnTo>
                <a:lnTo>
                  <a:pt x="1247775" y="3333750"/>
                </a:lnTo>
                <a:lnTo>
                  <a:pt x="1228725" y="3333750"/>
                </a:lnTo>
                <a:close/>
                <a:moveTo>
                  <a:pt x="628650" y="3343275"/>
                </a:moveTo>
                <a:lnTo>
                  <a:pt x="638175" y="3343275"/>
                </a:lnTo>
                <a:lnTo>
                  <a:pt x="638175" y="3352800"/>
                </a:lnTo>
                <a:lnTo>
                  <a:pt x="628650" y="3352800"/>
                </a:lnTo>
                <a:close/>
                <a:moveTo>
                  <a:pt x="419100" y="3362325"/>
                </a:moveTo>
                <a:lnTo>
                  <a:pt x="428625" y="3362325"/>
                </a:lnTo>
                <a:lnTo>
                  <a:pt x="428625" y="3381375"/>
                </a:lnTo>
                <a:lnTo>
                  <a:pt x="419100" y="3381375"/>
                </a:lnTo>
                <a:close/>
                <a:moveTo>
                  <a:pt x="628650" y="3362325"/>
                </a:moveTo>
                <a:lnTo>
                  <a:pt x="638175" y="3362325"/>
                </a:lnTo>
                <a:lnTo>
                  <a:pt x="638175" y="3371850"/>
                </a:lnTo>
                <a:lnTo>
                  <a:pt x="628650" y="3371850"/>
                </a:lnTo>
                <a:close/>
                <a:moveTo>
                  <a:pt x="1200150" y="3362325"/>
                </a:moveTo>
                <a:lnTo>
                  <a:pt x="1209675" y="3362325"/>
                </a:lnTo>
                <a:lnTo>
                  <a:pt x="1209675" y="3381375"/>
                </a:lnTo>
                <a:lnTo>
                  <a:pt x="1200150" y="3381375"/>
                </a:lnTo>
                <a:close/>
                <a:moveTo>
                  <a:pt x="1524000" y="3362325"/>
                </a:moveTo>
                <a:lnTo>
                  <a:pt x="1533525" y="3362325"/>
                </a:lnTo>
                <a:lnTo>
                  <a:pt x="1533525" y="3371850"/>
                </a:lnTo>
                <a:lnTo>
                  <a:pt x="1524000" y="3371850"/>
                </a:lnTo>
                <a:close/>
                <a:moveTo>
                  <a:pt x="1552575" y="3362325"/>
                </a:moveTo>
                <a:lnTo>
                  <a:pt x="1562100" y="3362325"/>
                </a:lnTo>
                <a:lnTo>
                  <a:pt x="1562100" y="3371850"/>
                </a:lnTo>
                <a:lnTo>
                  <a:pt x="1552575" y="3371850"/>
                </a:lnTo>
                <a:close/>
                <a:moveTo>
                  <a:pt x="1190625" y="3381375"/>
                </a:moveTo>
                <a:lnTo>
                  <a:pt x="1200150" y="3381375"/>
                </a:lnTo>
                <a:lnTo>
                  <a:pt x="1200150" y="3390900"/>
                </a:lnTo>
                <a:lnTo>
                  <a:pt x="1190625" y="3390900"/>
                </a:lnTo>
                <a:close/>
                <a:moveTo>
                  <a:pt x="1581150" y="3381375"/>
                </a:moveTo>
                <a:lnTo>
                  <a:pt x="1590675" y="3381375"/>
                </a:lnTo>
                <a:lnTo>
                  <a:pt x="1590675" y="3390900"/>
                </a:lnTo>
                <a:lnTo>
                  <a:pt x="1581150" y="3390900"/>
                </a:lnTo>
                <a:close/>
                <a:moveTo>
                  <a:pt x="1600200" y="3381375"/>
                </a:moveTo>
                <a:lnTo>
                  <a:pt x="1609725" y="3381375"/>
                </a:lnTo>
                <a:lnTo>
                  <a:pt x="1609725" y="3390900"/>
                </a:lnTo>
                <a:lnTo>
                  <a:pt x="1600200" y="3390900"/>
                </a:lnTo>
                <a:close/>
                <a:moveTo>
                  <a:pt x="1181100" y="3390900"/>
                </a:moveTo>
                <a:lnTo>
                  <a:pt x="1190625" y="3390900"/>
                </a:lnTo>
                <a:lnTo>
                  <a:pt x="1190625" y="3400425"/>
                </a:lnTo>
                <a:lnTo>
                  <a:pt x="1181100" y="3400425"/>
                </a:lnTo>
                <a:close/>
                <a:moveTo>
                  <a:pt x="1704975" y="3409950"/>
                </a:moveTo>
                <a:lnTo>
                  <a:pt x="1714500" y="3409950"/>
                </a:lnTo>
                <a:lnTo>
                  <a:pt x="1714500" y="3419475"/>
                </a:lnTo>
                <a:lnTo>
                  <a:pt x="1704975" y="3419475"/>
                </a:lnTo>
                <a:close/>
                <a:moveTo>
                  <a:pt x="923925" y="3419475"/>
                </a:moveTo>
                <a:lnTo>
                  <a:pt x="933450" y="3419475"/>
                </a:lnTo>
                <a:lnTo>
                  <a:pt x="933450" y="3429000"/>
                </a:lnTo>
                <a:lnTo>
                  <a:pt x="923925" y="3429000"/>
                </a:lnTo>
                <a:close/>
                <a:moveTo>
                  <a:pt x="885825" y="3438525"/>
                </a:moveTo>
                <a:lnTo>
                  <a:pt x="895350" y="3438525"/>
                </a:lnTo>
                <a:lnTo>
                  <a:pt x="895350" y="3448050"/>
                </a:lnTo>
                <a:lnTo>
                  <a:pt x="885825" y="3448050"/>
                </a:lnTo>
                <a:close/>
                <a:moveTo>
                  <a:pt x="933450" y="3438525"/>
                </a:moveTo>
                <a:lnTo>
                  <a:pt x="942975" y="3438525"/>
                </a:lnTo>
                <a:lnTo>
                  <a:pt x="942975" y="3448050"/>
                </a:lnTo>
                <a:lnTo>
                  <a:pt x="933450" y="3448050"/>
                </a:lnTo>
                <a:close/>
                <a:moveTo>
                  <a:pt x="1143000" y="3438525"/>
                </a:moveTo>
                <a:lnTo>
                  <a:pt x="1162050" y="3438525"/>
                </a:lnTo>
                <a:lnTo>
                  <a:pt x="1162050" y="3448050"/>
                </a:lnTo>
                <a:lnTo>
                  <a:pt x="1143000" y="3448050"/>
                </a:lnTo>
                <a:close/>
                <a:moveTo>
                  <a:pt x="1552575" y="3438525"/>
                </a:moveTo>
                <a:lnTo>
                  <a:pt x="1562100" y="3438525"/>
                </a:lnTo>
                <a:lnTo>
                  <a:pt x="1562100" y="3448050"/>
                </a:lnTo>
                <a:lnTo>
                  <a:pt x="1552575" y="3448050"/>
                </a:lnTo>
                <a:close/>
                <a:moveTo>
                  <a:pt x="561975" y="3448050"/>
                </a:moveTo>
                <a:lnTo>
                  <a:pt x="581025" y="3448050"/>
                </a:lnTo>
                <a:lnTo>
                  <a:pt x="581025" y="3457575"/>
                </a:lnTo>
                <a:lnTo>
                  <a:pt x="561975" y="3457575"/>
                </a:lnTo>
                <a:close/>
                <a:moveTo>
                  <a:pt x="628650" y="3448050"/>
                </a:moveTo>
                <a:lnTo>
                  <a:pt x="638175" y="3448050"/>
                </a:lnTo>
                <a:lnTo>
                  <a:pt x="638175" y="3457575"/>
                </a:lnTo>
                <a:lnTo>
                  <a:pt x="628650" y="3457575"/>
                </a:lnTo>
                <a:close/>
                <a:moveTo>
                  <a:pt x="1133475" y="3448050"/>
                </a:moveTo>
                <a:lnTo>
                  <a:pt x="1143000" y="3448050"/>
                </a:lnTo>
                <a:lnTo>
                  <a:pt x="1143000" y="3457575"/>
                </a:lnTo>
                <a:lnTo>
                  <a:pt x="1133475" y="3457575"/>
                </a:lnTo>
                <a:close/>
                <a:moveTo>
                  <a:pt x="1181100" y="3448050"/>
                </a:moveTo>
                <a:lnTo>
                  <a:pt x="1190625" y="3448050"/>
                </a:lnTo>
                <a:lnTo>
                  <a:pt x="1190625" y="3457575"/>
                </a:lnTo>
                <a:lnTo>
                  <a:pt x="1181100" y="3457575"/>
                </a:lnTo>
                <a:close/>
                <a:moveTo>
                  <a:pt x="1323975" y="3448050"/>
                </a:moveTo>
                <a:lnTo>
                  <a:pt x="1333500" y="3448050"/>
                </a:lnTo>
                <a:lnTo>
                  <a:pt x="1333500" y="3457575"/>
                </a:lnTo>
                <a:lnTo>
                  <a:pt x="1323975" y="3457575"/>
                </a:lnTo>
                <a:close/>
                <a:moveTo>
                  <a:pt x="1504950" y="3448050"/>
                </a:moveTo>
                <a:lnTo>
                  <a:pt x="1514475" y="3448050"/>
                </a:lnTo>
                <a:lnTo>
                  <a:pt x="1514475" y="3476625"/>
                </a:lnTo>
                <a:lnTo>
                  <a:pt x="1495425" y="3476625"/>
                </a:lnTo>
                <a:lnTo>
                  <a:pt x="1495425" y="3467100"/>
                </a:lnTo>
                <a:lnTo>
                  <a:pt x="1485900" y="3467100"/>
                </a:lnTo>
                <a:lnTo>
                  <a:pt x="1485900" y="3457575"/>
                </a:lnTo>
                <a:lnTo>
                  <a:pt x="1504950" y="3457575"/>
                </a:lnTo>
                <a:close/>
                <a:moveTo>
                  <a:pt x="1333500" y="3457575"/>
                </a:moveTo>
                <a:lnTo>
                  <a:pt x="1343025" y="3457575"/>
                </a:lnTo>
                <a:lnTo>
                  <a:pt x="1343025" y="3467100"/>
                </a:lnTo>
                <a:lnTo>
                  <a:pt x="1333500" y="3467100"/>
                </a:lnTo>
                <a:close/>
                <a:moveTo>
                  <a:pt x="1143000" y="3476625"/>
                </a:moveTo>
                <a:lnTo>
                  <a:pt x="1152525" y="3476625"/>
                </a:lnTo>
                <a:lnTo>
                  <a:pt x="1152525" y="3486150"/>
                </a:lnTo>
                <a:lnTo>
                  <a:pt x="1143000" y="3486150"/>
                </a:lnTo>
                <a:close/>
                <a:moveTo>
                  <a:pt x="866775" y="3486150"/>
                </a:moveTo>
                <a:lnTo>
                  <a:pt x="904875" y="3486150"/>
                </a:lnTo>
                <a:lnTo>
                  <a:pt x="904875" y="3505200"/>
                </a:lnTo>
                <a:lnTo>
                  <a:pt x="914400" y="3505200"/>
                </a:lnTo>
                <a:lnTo>
                  <a:pt x="914400" y="3514725"/>
                </a:lnTo>
                <a:lnTo>
                  <a:pt x="904875" y="3514725"/>
                </a:lnTo>
                <a:lnTo>
                  <a:pt x="904875" y="3524250"/>
                </a:lnTo>
                <a:lnTo>
                  <a:pt x="885825" y="3524250"/>
                </a:lnTo>
                <a:lnTo>
                  <a:pt x="885825" y="3514725"/>
                </a:lnTo>
                <a:lnTo>
                  <a:pt x="876300" y="3514725"/>
                </a:lnTo>
                <a:lnTo>
                  <a:pt x="876300" y="3505200"/>
                </a:lnTo>
                <a:lnTo>
                  <a:pt x="895350" y="3505200"/>
                </a:lnTo>
                <a:lnTo>
                  <a:pt x="895350" y="3495675"/>
                </a:lnTo>
                <a:lnTo>
                  <a:pt x="866775" y="3495675"/>
                </a:lnTo>
                <a:close/>
                <a:moveTo>
                  <a:pt x="952500" y="3486150"/>
                </a:moveTo>
                <a:lnTo>
                  <a:pt x="981075" y="3486150"/>
                </a:lnTo>
                <a:lnTo>
                  <a:pt x="981075" y="3514725"/>
                </a:lnTo>
                <a:lnTo>
                  <a:pt x="933450" y="3514725"/>
                </a:lnTo>
                <a:lnTo>
                  <a:pt x="933450" y="3505200"/>
                </a:lnTo>
                <a:lnTo>
                  <a:pt x="971550" y="3505200"/>
                </a:lnTo>
                <a:lnTo>
                  <a:pt x="971550" y="3495675"/>
                </a:lnTo>
                <a:lnTo>
                  <a:pt x="952500" y="3495675"/>
                </a:lnTo>
                <a:close/>
                <a:moveTo>
                  <a:pt x="1524000" y="3486150"/>
                </a:moveTo>
                <a:lnTo>
                  <a:pt x="1533525" y="3486150"/>
                </a:lnTo>
                <a:lnTo>
                  <a:pt x="1533525" y="3495675"/>
                </a:lnTo>
                <a:lnTo>
                  <a:pt x="1524000" y="3495675"/>
                </a:lnTo>
                <a:close/>
                <a:moveTo>
                  <a:pt x="419100" y="3524250"/>
                </a:moveTo>
                <a:lnTo>
                  <a:pt x="428625" y="3524250"/>
                </a:lnTo>
                <a:lnTo>
                  <a:pt x="428625" y="3543300"/>
                </a:lnTo>
                <a:lnTo>
                  <a:pt x="419100" y="3543300"/>
                </a:lnTo>
                <a:close/>
                <a:moveTo>
                  <a:pt x="304800" y="3543300"/>
                </a:moveTo>
                <a:lnTo>
                  <a:pt x="333375" y="3543300"/>
                </a:lnTo>
                <a:lnTo>
                  <a:pt x="333375" y="3552825"/>
                </a:lnTo>
                <a:lnTo>
                  <a:pt x="304800" y="3552825"/>
                </a:lnTo>
                <a:close/>
                <a:moveTo>
                  <a:pt x="371475" y="3543300"/>
                </a:moveTo>
                <a:lnTo>
                  <a:pt x="390525" y="3543300"/>
                </a:lnTo>
                <a:lnTo>
                  <a:pt x="390525" y="3552825"/>
                </a:lnTo>
                <a:lnTo>
                  <a:pt x="371475" y="3552825"/>
                </a:lnTo>
                <a:close/>
                <a:moveTo>
                  <a:pt x="409575" y="3543300"/>
                </a:moveTo>
                <a:lnTo>
                  <a:pt x="419100" y="3543300"/>
                </a:lnTo>
                <a:lnTo>
                  <a:pt x="419100" y="3552825"/>
                </a:lnTo>
                <a:lnTo>
                  <a:pt x="409575" y="3552825"/>
                </a:lnTo>
                <a:close/>
                <a:moveTo>
                  <a:pt x="1333500" y="3600450"/>
                </a:moveTo>
                <a:lnTo>
                  <a:pt x="1343025" y="3600450"/>
                </a:lnTo>
                <a:lnTo>
                  <a:pt x="1343025" y="3619500"/>
                </a:lnTo>
                <a:lnTo>
                  <a:pt x="1333500" y="3619500"/>
                </a:lnTo>
                <a:close/>
                <a:moveTo>
                  <a:pt x="1304925" y="3648075"/>
                </a:moveTo>
                <a:lnTo>
                  <a:pt x="1333500" y="3648075"/>
                </a:lnTo>
                <a:lnTo>
                  <a:pt x="1333500" y="3667125"/>
                </a:lnTo>
                <a:lnTo>
                  <a:pt x="1438275" y="3667125"/>
                </a:lnTo>
                <a:lnTo>
                  <a:pt x="1438275" y="3676650"/>
                </a:lnTo>
                <a:lnTo>
                  <a:pt x="1104900" y="3676650"/>
                </a:lnTo>
                <a:lnTo>
                  <a:pt x="1104900" y="3667125"/>
                </a:lnTo>
                <a:lnTo>
                  <a:pt x="1304925" y="3667125"/>
                </a:lnTo>
                <a:close/>
                <a:moveTo>
                  <a:pt x="352425" y="3667125"/>
                </a:moveTo>
                <a:lnTo>
                  <a:pt x="361950" y="3667125"/>
                </a:lnTo>
                <a:lnTo>
                  <a:pt x="361950" y="3676650"/>
                </a:lnTo>
                <a:lnTo>
                  <a:pt x="352425" y="3676650"/>
                </a:lnTo>
                <a:close/>
                <a:moveTo>
                  <a:pt x="428625" y="3667125"/>
                </a:moveTo>
                <a:lnTo>
                  <a:pt x="685800" y="3667125"/>
                </a:lnTo>
                <a:lnTo>
                  <a:pt x="685800" y="3676650"/>
                </a:lnTo>
                <a:lnTo>
                  <a:pt x="428625" y="3676650"/>
                </a:lnTo>
                <a:close/>
                <a:moveTo>
                  <a:pt x="742950" y="3667125"/>
                </a:moveTo>
                <a:lnTo>
                  <a:pt x="1076325" y="3667125"/>
                </a:lnTo>
                <a:lnTo>
                  <a:pt x="1076325" y="3676650"/>
                </a:lnTo>
                <a:lnTo>
                  <a:pt x="742950" y="3676650"/>
                </a:lnTo>
                <a:close/>
              </a:path>
            </a:pathLst>
          </a:custGeom>
          <a:solidFill xmlns:a="http://schemas.openxmlformats.org/drawingml/2006/main">
            <a:srgbClr val="EFECE0"/>
          </a:solidFill>
          <a:ln xmlns:a="http://schemas.openxmlformats.org/drawingml/2006/main" w="0">
            <a:noFill/>
          </a:ln>
        </p:spPr>
      </p:sp>
      <p:sp>
        <p:nvSpPr>
          <p:cNvPr id="26" name="dashboard vector #f0ecde">
            <a:extLst xmlns:a="http://schemas.openxmlformats.org/drawingml/2006/main">
              <a:ext uri="{FF2B5EF4-FFF2-40B4-BE49-F238E27FC236}">
                <a16:creationId xmlns:a16="http://schemas.microsoft.com/office/drawing/2014/main" id="{D161DC33-568D-48D5-B2BB-3B8BBF8DE4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14400" y="1447800"/>
            <a:ext cx="2171700" cy="4467225"/>
          </a:xfrm>
          <a:custGeom xmlns:a="http://schemas.openxmlformats.org/drawingml/2006/main">
            <a:pathLst>
              <a:path w="1838325" h="3790950">
                <a:moveTo>
                  <a:pt x="238125" y="0"/>
                </a:moveTo>
                <a:lnTo>
                  <a:pt x="247650" y="0"/>
                </a:lnTo>
                <a:lnTo>
                  <a:pt x="247650" y="9525"/>
                </a:lnTo>
                <a:lnTo>
                  <a:pt x="238125" y="9525"/>
                </a:lnTo>
                <a:close/>
                <a:moveTo>
                  <a:pt x="495300" y="0"/>
                </a:moveTo>
                <a:lnTo>
                  <a:pt x="514350" y="0"/>
                </a:lnTo>
                <a:lnTo>
                  <a:pt x="514350" y="9525"/>
                </a:lnTo>
                <a:lnTo>
                  <a:pt x="495300" y="9525"/>
                </a:lnTo>
                <a:close/>
                <a:moveTo>
                  <a:pt x="1362075" y="0"/>
                </a:moveTo>
                <a:lnTo>
                  <a:pt x="1390650" y="0"/>
                </a:lnTo>
                <a:lnTo>
                  <a:pt x="1390650" y="9525"/>
                </a:lnTo>
                <a:lnTo>
                  <a:pt x="1362075" y="9525"/>
                </a:lnTo>
                <a:close/>
                <a:moveTo>
                  <a:pt x="1495425" y="9525"/>
                </a:moveTo>
                <a:lnTo>
                  <a:pt x="1504950" y="9525"/>
                </a:lnTo>
                <a:lnTo>
                  <a:pt x="1504950" y="19050"/>
                </a:lnTo>
                <a:lnTo>
                  <a:pt x="1495425" y="19050"/>
                </a:lnTo>
                <a:close/>
                <a:moveTo>
                  <a:pt x="200025" y="47625"/>
                </a:moveTo>
                <a:lnTo>
                  <a:pt x="219075" y="47625"/>
                </a:lnTo>
                <a:lnTo>
                  <a:pt x="219075" y="57150"/>
                </a:lnTo>
                <a:lnTo>
                  <a:pt x="200025" y="57150"/>
                </a:lnTo>
                <a:close/>
                <a:moveTo>
                  <a:pt x="123825" y="66675"/>
                </a:moveTo>
                <a:lnTo>
                  <a:pt x="152400" y="66675"/>
                </a:lnTo>
                <a:lnTo>
                  <a:pt x="152400" y="76200"/>
                </a:lnTo>
                <a:lnTo>
                  <a:pt x="123825" y="76200"/>
                </a:lnTo>
                <a:close/>
                <a:moveTo>
                  <a:pt x="95250" y="76200"/>
                </a:moveTo>
                <a:lnTo>
                  <a:pt x="123825" y="76200"/>
                </a:lnTo>
                <a:lnTo>
                  <a:pt x="123825" y="85725"/>
                </a:lnTo>
                <a:lnTo>
                  <a:pt x="95250" y="85725"/>
                </a:lnTo>
                <a:close/>
                <a:moveTo>
                  <a:pt x="1733550" y="95250"/>
                </a:moveTo>
                <a:lnTo>
                  <a:pt x="1752600" y="95250"/>
                </a:lnTo>
                <a:lnTo>
                  <a:pt x="1752600" y="104775"/>
                </a:lnTo>
                <a:lnTo>
                  <a:pt x="1762125" y="104775"/>
                </a:lnTo>
                <a:lnTo>
                  <a:pt x="1762125" y="133350"/>
                </a:lnTo>
                <a:lnTo>
                  <a:pt x="1752600" y="133350"/>
                </a:lnTo>
                <a:lnTo>
                  <a:pt x="1752600" y="114300"/>
                </a:lnTo>
                <a:lnTo>
                  <a:pt x="1733550" y="114300"/>
                </a:lnTo>
                <a:close/>
                <a:moveTo>
                  <a:pt x="419100" y="133350"/>
                </a:moveTo>
                <a:lnTo>
                  <a:pt x="428625" y="133350"/>
                </a:lnTo>
                <a:lnTo>
                  <a:pt x="428625" y="142875"/>
                </a:lnTo>
                <a:lnTo>
                  <a:pt x="419100" y="142875"/>
                </a:lnTo>
                <a:close/>
                <a:moveTo>
                  <a:pt x="438150" y="133350"/>
                </a:moveTo>
                <a:lnTo>
                  <a:pt x="447675" y="133350"/>
                </a:lnTo>
                <a:lnTo>
                  <a:pt x="447675" y="142875"/>
                </a:lnTo>
                <a:lnTo>
                  <a:pt x="438150" y="142875"/>
                </a:lnTo>
                <a:close/>
                <a:moveTo>
                  <a:pt x="1009650" y="133350"/>
                </a:moveTo>
                <a:lnTo>
                  <a:pt x="1019175" y="133350"/>
                </a:lnTo>
                <a:lnTo>
                  <a:pt x="1019175" y="161925"/>
                </a:lnTo>
                <a:lnTo>
                  <a:pt x="1009650" y="161925"/>
                </a:lnTo>
                <a:close/>
                <a:moveTo>
                  <a:pt x="1181100" y="133350"/>
                </a:moveTo>
                <a:lnTo>
                  <a:pt x="1228725" y="133350"/>
                </a:lnTo>
                <a:lnTo>
                  <a:pt x="1228725" y="142875"/>
                </a:lnTo>
                <a:lnTo>
                  <a:pt x="1181100" y="142875"/>
                </a:lnTo>
                <a:close/>
                <a:moveTo>
                  <a:pt x="1314450" y="133350"/>
                </a:moveTo>
                <a:lnTo>
                  <a:pt x="1333500" y="133350"/>
                </a:lnTo>
                <a:lnTo>
                  <a:pt x="1333500" y="142875"/>
                </a:lnTo>
                <a:lnTo>
                  <a:pt x="1314450" y="142875"/>
                </a:lnTo>
                <a:close/>
                <a:moveTo>
                  <a:pt x="1781175" y="142875"/>
                </a:moveTo>
                <a:lnTo>
                  <a:pt x="1790700" y="142875"/>
                </a:lnTo>
                <a:lnTo>
                  <a:pt x="1790700" y="152400"/>
                </a:lnTo>
                <a:lnTo>
                  <a:pt x="1800225" y="152400"/>
                </a:lnTo>
                <a:lnTo>
                  <a:pt x="1800225" y="190500"/>
                </a:lnTo>
                <a:lnTo>
                  <a:pt x="1790700" y="190500"/>
                </a:lnTo>
                <a:lnTo>
                  <a:pt x="1790700" y="180975"/>
                </a:lnTo>
                <a:lnTo>
                  <a:pt x="1781175" y="180975"/>
                </a:lnTo>
                <a:close/>
                <a:moveTo>
                  <a:pt x="1590675" y="161925"/>
                </a:moveTo>
                <a:lnTo>
                  <a:pt x="1600200" y="161925"/>
                </a:lnTo>
                <a:lnTo>
                  <a:pt x="1600200" y="171450"/>
                </a:lnTo>
                <a:lnTo>
                  <a:pt x="1590675" y="171450"/>
                </a:lnTo>
                <a:close/>
                <a:moveTo>
                  <a:pt x="1828800" y="180975"/>
                </a:moveTo>
                <a:lnTo>
                  <a:pt x="1838325" y="180975"/>
                </a:lnTo>
                <a:lnTo>
                  <a:pt x="1838325" y="200025"/>
                </a:lnTo>
                <a:lnTo>
                  <a:pt x="1819275" y="200025"/>
                </a:lnTo>
                <a:lnTo>
                  <a:pt x="1819275" y="190500"/>
                </a:lnTo>
                <a:lnTo>
                  <a:pt x="1828800" y="190500"/>
                </a:lnTo>
                <a:close/>
                <a:moveTo>
                  <a:pt x="1628775" y="190500"/>
                </a:moveTo>
                <a:lnTo>
                  <a:pt x="1638300" y="190500"/>
                </a:lnTo>
                <a:lnTo>
                  <a:pt x="1638300" y="200025"/>
                </a:lnTo>
                <a:lnTo>
                  <a:pt x="1628775" y="200025"/>
                </a:lnTo>
                <a:close/>
                <a:moveTo>
                  <a:pt x="1466850" y="219075"/>
                </a:moveTo>
                <a:lnTo>
                  <a:pt x="1476375" y="219075"/>
                </a:lnTo>
                <a:lnTo>
                  <a:pt x="1476375" y="228600"/>
                </a:lnTo>
                <a:lnTo>
                  <a:pt x="1466850" y="228600"/>
                </a:lnTo>
                <a:close/>
                <a:moveTo>
                  <a:pt x="1457325" y="228600"/>
                </a:moveTo>
                <a:lnTo>
                  <a:pt x="1466850" y="228600"/>
                </a:lnTo>
                <a:lnTo>
                  <a:pt x="1466850" y="238125"/>
                </a:lnTo>
                <a:lnTo>
                  <a:pt x="1457325" y="238125"/>
                </a:lnTo>
                <a:close/>
                <a:moveTo>
                  <a:pt x="1438275" y="247650"/>
                </a:moveTo>
                <a:lnTo>
                  <a:pt x="1457325" y="247650"/>
                </a:lnTo>
                <a:lnTo>
                  <a:pt x="1457325" y="257175"/>
                </a:lnTo>
                <a:lnTo>
                  <a:pt x="1438275" y="257175"/>
                </a:lnTo>
                <a:close/>
                <a:moveTo>
                  <a:pt x="142875" y="266700"/>
                </a:moveTo>
                <a:lnTo>
                  <a:pt x="152400" y="266700"/>
                </a:lnTo>
                <a:lnTo>
                  <a:pt x="152400" y="276225"/>
                </a:lnTo>
                <a:lnTo>
                  <a:pt x="142875" y="276225"/>
                </a:lnTo>
                <a:close/>
                <a:moveTo>
                  <a:pt x="1419225" y="266700"/>
                </a:moveTo>
                <a:lnTo>
                  <a:pt x="1428750" y="266700"/>
                </a:lnTo>
                <a:lnTo>
                  <a:pt x="1428750" y="276225"/>
                </a:lnTo>
                <a:lnTo>
                  <a:pt x="1419225" y="276225"/>
                </a:lnTo>
                <a:close/>
                <a:moveTo>
                  <a:pt x="1457325" y="266700"/>
                </a:moveTo>
                <a:lnTo>
                  <a:pt x="1466850" y="266700"/>
                </a:lnTo>
                <a:lnTo>
                  <a:pt x="1466850" y="276225"/>
                </a:lnTo>
                <a:lnTo>
                  <a:pt x="1457325" y="276225"/>
                </a:lnTo>
                <a:close/>
                <a:moveTo>
                  <a:pt x="142875" y="323850"/>
                </a:moveTo>
                <a:lnTo>
                  <a:pt x="152400" y="323850"/>
                </a:lnTo>
                <a:lnTo>
                  <a:pt x="152400" y="342900"/>
                </a:lnTo>
                <a:lnTo>
                  <a:pt x="142875" y="342900"/>
                </a:lnTo>
                <a:close/>
                <a:moveTo>
                  <a:pt x="1123950" y="323850"/>
                </a:moveTo>
                <a:lnTo>
                  <a:pt x="1133475" y="323850"/>
                </a:lnTo>
                <a:lnTo>
                  <a:pt x="1133475" y="333375"/>
                </a:lnTo>
                <a:lnTo>
                  <a:pt x="1123950" y="333375"/>
                </a:lnTo>
                <a:close/>
                <a:moveTo>
                  <a:pt x="714375" y="333375"/>
                </a:moveTo>
                <a:lnTo>
                  <a:pt x="723900" y="333375"/>
                </a:lnTo>
                <a:lnTo>
                  <a:pt x="723900" y="342900"/>
                </a:lnTo>
                <a:lnTo>
                  <a:pt x="714375" y="342900"/>
                </a:lnTo>
                <a:close/>
                <a:moveTo>
                  <a:pt x="285750" y="371475"/>
                </a:moveTo>
                <a:lnTo>
                  <a:pt x="295275" y="371475"/>
                </a:lnTo>
                <a:lnTo>
                  <a:pt x="295275" y="381000"/>
                </a:lnTo>
                <a:lnTo>
                  <a:pt x="323850" y="381000"/>
                </a:lnTo>
                <a:lnTo>
                  <a:pt x="323850" y="390525"/>
                </a:lnTo>
                <a:lnTo>
                  <a:pt x="333375" y="390525"/>
                </a:lnTo>
                <a:lnTo>
                  <a:pt x="333375" y="409575"/>
                </a:lnTo>
                <a:lnTo>
                  <a:pt x="342900" y="409575"/>
                </a:lnTo>
                <a:lnTo>
                  <a:pt x="342900" y="400050"/>
                </a:lnTo>
                <a:lnTo>
                  <a:pt x="371475" y="400050"/>
                </a:lnTo>
                <a:lnTo>
                  <a:pt x="371475" y="419100"/>
                </a:lnTo>
                <a:lnTo>
                  <a:pt x="361950" y="419100"/>
                </a:lnTo>
                <a:lnTo>
                  <a:pt x="361950" y="409575"/>
                </a:lnTo>
                <a:lnTo>
                  <a:pt x="352425" y="409575"/>
                </a:lnTo>
                <a:lnTo>
                  <a:pt x="352425" y="419100"/>
                </a:lnTo>
                <a:lnTo>
                  <a:pt x="323850" y="419100"/>
                </a:lnTo>
                <a:lnTo>
                  <a:pt x="323850" y="409575"/>
                </a:lnTo>
                <a:lnTo>
                  <a:pt x="314325" y="409575"/>
                </a:lnTo>
                <a:lnTo>
                  <a:pt x="314325" y="400050"/>
                </a:lnTo>
                <a:lnTo>
                  <a:pt x="295275" y="400050"/>
                </a:lnTo>
                <a:lnTo>
                  <a:pt x="295275" y="409575"/>
                </a:lnTo>
                <a:lnTo>
                  <a:pt x="285750" y="409575"/>
                </a:lnTo>
                <a:lnTo>
                  <a:pt x="285750" y="419100"/>
                </a:lnTo>
                <a:lnTo>
                  <a:pt x="276225" y="419100"/>
                </a:lnTo>
                <a:lnTo>
                  <a:pt x="276225" y="409575"/>
                </a:lnTo>
                <a:lnTo>
                  <a:pt x="266700" y="409575"/>
                </a:lnTo>
                <a:lnTo>
                  <a:pt x="266700" y="400050"/>
                </a:lnTo>
                <a:lnTo>
                  <a:pt x="276225" y="400050"/>
                </a:lnTo>
                <a:lnTo>
                  <a:pt x="276225" y="390525"/>
                </a:lnTo>
                <a:lnTo>
                  <a:pt x="285750" y="390525"/>
                </a:lnTo>
                <a:close/>
                <a:moveTo>
                  <a:pt x="381000" y="409575"/>
                </a:moveTo>
                <a:lnTo>
                  <a:pt x="390525" y="409575"/>
                </a:lnTo>
                <a:lnTo>
                  <a:pt x="390525" y="419100"/>
                </a:lnTo>
                <a:lnTo>
                  <a:pt x="381000" y="419100"/>
                </a:lnTo>
                <a:close/>
                <a:moveTo>
                  <a:pt x="819150" y="409575"/>
                </a:moveTo>
                <a:lnTo>
                  <a:pt x="828675" y="409575"/>
                </a:lnTo>
                <a:lnTo>
                  <a:pt x="828675" y="419100"/>
                </a:lnTo>
                <a:lnTo>
                  <a:pt x="819150" y="419100"/>
                </a:lnTo>
                <a:close/>
                <a:moveTo>
                  <a:pt x="485775" y="476250"/>
                </a:moveTo>
                <a:lnTo>
                  <a:pt x="600075" y="476250"/>
                </a:lnTo>
                <a:lnTo>
                  <a:pt x="600075" y="485775"/>
                </a:lnTo>
                <a:lnTo>
                  <a:pt x="590550" y="485775"/>
                </a:lnTo>
                <a:lnTo>
                  <a:pt x="590550" y="504825"/>
                </a:lnTo>
                <a:lnTo>
                  <a:pt x="581025" y="504825"/>
                </a:lnTo>
                <a:lnTo>
                  <a:pt x="581025" y="514350"/>
                </a:lnTo>
                <a:lnTo>
                  <a:pt x="571500" y="514350"/>
                </a:lnTo>
                <a:lnTo>
                  <a:pt x="571500" y="523875"/>
                </a:lnTo>
                <a:lnTo>
                  <a:pt x="552450" y="523875"/>
                </a:lnTo>
                <a:lnTo>
                  <a:pt x="552450" y="504825"/>
                </a:lnTo>
                <a:lnTo>
                  <a:pt x="533400" y="504825"/>
                </a:lnTo>
                <a:lnTo>
                  <a:pt x="533400" y="514350"/>
                </a:lnTo>
                <a:lnTo>
                  <a:pt x="514350" y="514350"/>
                </a:lnTo>
                <a:lnTo>
                  <a:pt x="514350" y="504825"/>
                </a:lnTo>
                <a:lnTo>
                  <a:pt x="504825" y="504825"/>
                </a:lnTo>
                <a:lnTo>
                  <a:pt x="504825" y="514350"/>
                </a:lnTo>
                <a:lnTo>
                  <a:pt x="495300" y="514350"/>
                </a:lnTo>
                <a:lnTo>
                  <a:pt x="495300" y="523875"/>
                </a:lnTo>
                <a:lnTo>
                  <a:pt x="485775" y="523875"/>
                </a:lnTo>
                <a:lnTo>
                  <a:pt x="485775" y="495300"/>
                </a:lnTo>
                <a:lnTo>
                  <a:pt x="514350" y="495300"/>
                </a:lnTo>
                <a:lnTo>
                  <a:pt x="514350" y="485775"/>
                </a:lnTo>
                <a:lnTo>
                  <a:pt x="485775" y="485775"/>
                </a:lnTo>
                <a:close/>
                <a:moveTo>
                  <a:pt x="142875" y="523875"/>
                </a:moveTo>
                <a:lnTo>
                  <a:pt x="161925" y="523875"/>
                </a:lnTo>
                <a:lnTo>
                  <a:pt x="161925" y="533400"/>
                </a:lnTo>
                <a:lnTo>
                  <a:pt x="142875" y="533400"/>
                </a:lnTo>
                <a:close/>
                <a:moveTo>
                  <a:pt x="447675" y="523875"/>
                </a:moveTo>
                <a:lnTo>
                  <a:pt x="485775" y="523875"/>
                </a:lnTo>
                <a:lnTo>
                  <a:pt x="485775" y="533400"/>
                </a:lnTo>
                <a:lnTo>
                  <a:pt x="447675" y="533400"/>
                </a:lnTo>
                <a:close/>
                <a:moveTo>
                  <a:pt x="361950" y="533400"/>
                </a:moveTo>
                <a:lnTo>
                  <a:pt x="371475" y="533400"/>
                </a:lnTo>
                <a:lnTo>
                  <a:pt x="371475" y="542925"/>
                </a:lnTo>
                <a:lnTo>
                  <a:pt x="361950" y="542925"/>
                </a:lnTo>
                <a:close/>
                <a:moveTo>
                  <a:pt x="342900" y="561975"/>
                </a:moveTo>
                <a:lnTo>
                  <a:pt x="361950" y="561975"/>
                </a:lnTo>
                <a:lnTo>
                  <a:pt x="361950" y="581025"/>
                </a:lnTo>
                <a:lnTo>
                  <a:pt x="352425" y="581025"/>
                </a:lnTo>
                <a:lnTo>
                  <a:pt x="352425" y="571500"/>
                </a:lnTo>
                <a:lnTo>
                  <a:pt x="342900" y="571500"/>
                </a:lnTo>
                <a:close/>
                <a:moveTo>
                  <a:pt x="133350" y="581025"/>
                </a:moveTo>
                <a:lnTo>
                  <a:pt x="142875" y="581025"/>
                </a:lnTo>
                <a:lnTo>
                  <a:pt x="142875" y="590550"/>
                </a:lnTo>
                <a:lnTo>
                  <a:pt x="133350" y="590550"/>
                </a:lnTo>
                <a:close/>
                <a:moveTo>
                  <a:pt x="114300" y="590550"/>
                </a:moveTo>
                <a:lnTo>
                  <a:pt x="133350" y="590550"/>
                </a:lnTo>
                <a:lnTo>
                  <a:pt x="133350" y="609600"/>
                </a:lnTo>
                <a:lnTo>
                  <a:pt x="123825" y="609600"/>
                </a:lnTo>
                <a:lnTo>
                  <a:pt x="123825" y="600075"/>
                </a:lnTo>
                <a:lnTo>
                  <a:pt x="114300" y="600075"/>
                </a:lnTo>
                <a:close/>
                <a:moveTo>
                  <a:pt x="161925" y="619125"/>
                </a:moveTo>
                <a:lnTo>
                  <a:pt x="171450" y="619125"/>
                </a:lnTo>
                <a:lnTo>
                  <a:pt x="171450" y="628650"/>
                </a:lnTo>
                <a:lnTo>
                  <a:pt x="161925" y="628650"/>
                </a:lnTo>
                <a:close/>
                <a:moveTo>
                  <a:pt x="171450" y="628650"/>
                </a:moveTo>
                <a:lnTo>
                  <a:pt x="190500" y="628650"/>
                </a:lnTo>
                <a:lnTo>
                  <a:pt x="190500" y="647700"/>
                </a:lnTo>
                <a:lnTo>
                  <a:pt x="180975" y="647700"/>
                </a:lnTo>
                <a:lnTo>
                  <a:pt x="180975" y="638175"/>
                </a:lnTo>
                <a:lnTo>
                  <a:pt x="171450" y="638175"/>
                </a:lnTo>
                <a:close/>
                <a:moveTo>
                  <a:pt x="695325" y="647700"/>
                </a:moveTo>
                <a:lnTo>
                  <a:pt x="742950" y="647700"/>
                </a:lnTo>
                <a:lnTo>
                  <a:pt x="742950" y="657225"/>
                </a:lnTo>
                <a:lnTo>
                  <a:pt x="704850" y="657225"/>
                </a:lnTo>
                <a:lnTo>
                  <a:pt x="704850" y="666750"/>
                </a:lnTo>
                <a:lnTo>
                  <a:pt x="695325" y="666750"/>
                </a:lnTo>
                <a:close/>
                <a:moveTo>
                  <a:pt x="809625" y="657225"/>
                </a:moveTo>
                <a:lnTo>
                  <a:pt x="828675" y="657225"/>
                </a:lnTo>
                <a:lnTo>
                  <a:pt x="828675" y="676275"/>
                </a:lnTo>
                <a:lnTo>
                  <a:pt x="819150" y="676275"/>
                </a:lnTo>
                <a:lnTo>
                  <a:pt x="819150" y="666750"/>
                </a:lnTo>
                <a:lnTo>
                  <a:pt x="809625" y="666750"/>
                </a:lnTo>
                <a:close/>
                <a:moveTo>
                  <a:pt x="952500" y="657225"/>
                </a:moveTo>
                <a:lnTo>
                  <a:pt x="971550" y="657225"/>
                </a:lnTo>
                <a:lnTo>
                  <a:pt x="971550" y="676275"/>
                </a:lnTo>
                <a:lnTo>
                  <a:pt x="952500" y="676275"/>
                </a:lnTo>
                <a:close/>
                <a:moveTo>
                  <a:pt x="1009650" y="657225"/>
                </a:moveTo>
                <a:lnTo>
                  <a:pt x="1019175" y="657225"/>
                </a:lnTo>
                <a:lnTo>
                  <a:pt x="1019175" y="676275"/>
                </a:lnTo>
                <a:lnTo>
                  <a:pt x="1009650" y="676275"/>
                </a:lnTo>
                <a:close/>
                <a:moveTo>
                  <a:pt x="847725" y="666750"/>
                </a:moveTo>
                <a:lnTo>
                  <a:pt x="857250" y="666750"/>
                </a:lnTo>
                <a:lnTo>
                  <a:pt x="857250" y="676275"/>
                </a:lnTo>
                <a:lnTo>
                  <a:pt x="847725" y="676275"/>
                </a:lnTo>
                <a:close/>
                <a:moveTo>
                  <a:pt x="171450" y="685800"/>
                </a:moveTo>
                <a:lnTo>
                  <a:pt x="180975" y="685800"/>
                </a:lnTo>
                <a:lnTo>
                  <a:pt x="180975" y="695325"/>
                </a:lnTo>
                <a:lnTo>
                  <a:pt x="171450" y="695325"/>
                </a:lnTo>
                <a:close/>
                <a:moveTo>
                  <a:pt x="123825" y="752475"/>
                </a:moveTo>
                <a:lnTo>
                  <a:pt x="133350" y="752475"/>
                </a:lnTo>
                <a:lnTo>
                  <a:pt x="133350" y="762000"/>
                </a:lnTo>
                <a:lnTo>
                  <a:pt x="123825" y="762000"/>
                </a:lnTo>
                <a:close/>
                <a:moveTo>
                  <a:pt x="114300" y="762000"/>
                </a:moveTo>
                <a:lnTo>
                  <a:pt x="123825" y="762000"/>
                </a:lnTo>
                <a:lnTo>
                  <a:pt x="123825" y="781050"/>
                </a:lnTo>
                <a:lnTo>
                  <a:pt x="114300" y="781050"/>
                </a:lnTo>
                <a:close/>
                <a:moveTo>
                  <a:pt x="133350" y="762000"/>
                </a:moveTo>
                <a:lnTo>
                  <a:pt x="142875" y="762000"/>
                </a:lnTo>
                <a:lnTo>
                  <a:pt x="142875" y="781050"/>
                </a:lnTo>
                <a:lnTo>
                  <a:pt x="133350" y="781050"/>
                </a:lnTo>
                <a:close/>
                <a:moveTo>
                  <a:pt x="200025" y="762000"/>
                </a:moveTo>
                <a:lnTo>
                  <a:pt x="219075" y="762000"/>
                </a:lnTo>
                <a:lnTo>
                  <a:pt x="219075" y="771525"/>
                </a:lnTo>
                <a:lnTo>
                  <a:pt x="247650" y="771525"/>
                </a:lnTo>
                <a:lnTo>
                  <a:pt x="247650" y="781050"/>
                </a:lnTo>
                <a:lnTo>
                  <a:pt x="257175" y="781050"/>
                </a:lnTo>
                <a:lnTo>
                  <a:pt x="257175" y="790575"/>
                </a:lnTo>
                <a:lnTo>
                  <a:pt x="247650" y="790575"/>
                </a:lnTo>
                <a:lnTo>
                  <a:pt x="247650" y="800100"/>
                </a:lnTo>
                <a:lnTo>
                  <a:pt x="238125" y="800100"/>
                </a:lnTo>
                <a:lnTo>
                  <a:pt x="238125" y="790575"/>
                </a:lnTo>
                <a:lnTo>
                  <a:pt x="209550" y="790575"/>
                </a:lnTo>
                <a:lnTo>
                  <a:pt x="209550" y="771525"/>
                </a:lnTo>
                <a:lnTo>
                  <a:pt x="200025" y="771525"/>
                </a:lnTo>
                <a:close/>
                <a:moveTo>
                  <a:pt x="295275" y="771525"/>
                </a:moveTo>
                <a:lnTo>
                  <a:pt x="323850" y="771525"/>
                </a:lnTo>
                <a:lnTo>
                  <a:pt x="323850" y="781050"/>
                </a:lnTo>
                <a:lnTo>
                  <a:pt x="352425" y="781050"/>
                </a:lnTo>
                <a:lnTo>
                  <a:pt x="352425" y="790575"/>
                </a:lnTo>
                <a:lnTo>
                  <a:pt x="333375" y="790575"/>
                </a:lnTo>
                <a:lnTo>
                  <a:pt x="333375" y="800100"/>
                </a:lnTo>
                <a:lnTo>
                  <a:pt x="323850" y="800100"/>
                </a:lnTo>
                <a:lnTo>
                  <a:pt x="323850" y="790575"/>
                </a:lnTo>
                <a:lnTo>
                  <a:pt x="285750" y="790575"/>
                </a:lnTo>
                <a:lnTo>
                  <a:pt x="285750" y="781050"/>
                </a:lnTo>
                <a:lnTo>
                  <a:pt x="295275" y="781050"/>
                </a:lnTo>
                <a:close/>
                <a:moveTo>
                  <a:pt x="304800" y="800100"/>
                </a:moveTo>
                <a:lnTo>
                  <a:pt x="323850" y="800100"/>
                </a:lnTo>
                <a:lnTo>
                  <a:pt x="323850" y="809625"/>
                </a:lnTo>
                <a:lnTo>
                  <a:pt x="304800" y="809625"/>
                </a:lnTo>
                <a:close/>
                <a:moveTo>
                  <a:pt x="666750" y="800100"/>
                </a:moveTo>
                <a:lnTo>
                  <a:pt x="676275" y="800100"/>
                </a:lnTo>
                <a:lnTo>
                  <a:pt x="676275" y="809625"/>
                </a:lnTo>
                <a:lnTo>
                  <a:pt x="666750" y="809625"/>
                </a:lnTo>
                <a:close/>
                <a:moveTo>
                  <a:pt x="295275" y="847725"/>
                </a:moveTo>
                <a:lnTo>
                  <a:pt x="314325" y="847725"/>
                </a:lnTo>
                <a:lnTo>
                  <a:pt x="314325" y="857250"/>
                </a:lnTo>
                <a:lnTo>
                  <a:pt x="333375" y="857250"/>
                </a:lnTo>
                <a:lnTo>
                  <a:pt x="333375" y="866775"/>
                </a:lnTo>
                <a:lnTo>
                  <a:pt x="323850" y="866775"/>
                </a:lnTo>
                <a:lnTo>
                  <a:pt x="323850" y="876300"/>
                </a:lnTo>
                <a:lnTo>
                  <a:pt x="314325" y="876300"/>
                </a:lnTo>
                <a:lnTo>
                  <a:pt x="314325" y="885825"/>
                </a:lnTo>
                <a:lnTo>
                  <a:pt x="304800" y="885825"/>
                </a:lnTo>
                <a:lnTo>
                  <a:pt x="304800" y="866775"/>
                </a:lnTo>
                <a:lnTo>
                  <a:pt x="295275" y="866775"/>
                </a:lnTo>
                <a:close/>
                <a:moveTo>
                  <a:pt x="352425" y="866775"/>
                </a:moveTo>
                <a:lnTo>
                  <a:pt x="361950" y="866775"/>
                </a:lnTo>
                <a:lnTo>
                  <a:pt x="361950" y="885825"/>
                </a:lnTo>
                <a:lnTo>
                  <a:pt x="352425" y="885825"/>
                </a:lnTo>
                <a:close/>
                <a:moveTo>
                  <a:pt x="238125" y="876300"/>
                </a:moveTo>
                <a:lnTo>
                  <a:pt x="266700" y="876300"/>
                </a:lnTo>
                <a:lnTo>
                  <a:pt x="266700" y="885825"/>
                </a:lnTo>
                <a:lnTo>
                  <a:pt x="238125" y="885825"/>
                </a:lnTo>
                <a:close/>
                <a:moveTo>
                  <a:pt x="333375" y="904875"/>
                </a:moveTo>
                <a:lnTo>
                  <a:pt x="342900" y="904875"/>
                </a:lnTo>
                <a:lnTo>
                  <a:pt x="342900" y="914400"/>
                </a:lnTo>
                <a:lnTo>
                  <a:pt x="333375" y="914400"/>
                </a:lnTo>
                <a:close/>
                <a:moveTo>
                  <a:pt x="419100" y="914400"/>
                </a:moveTo>
                <a:lnTo>
                  <a:pt x="428625" y="914400"/>
                </a:lnTo>
                <a:lnTo>
                  <a:pt x="428625" y="923925"/>
                </a:lnTo>
                <a:lnTo>
                  <a:pt x="438150" y="923925"/>
                </a:lnTo>
                <a:lnTo>
                  <a:pt x="438150" y="933450"/>
                </a:lnTo>
                <a:lnTo>
                  <a:pt x="419100" y="933450"/>
                </a:lnTo>
                <a:close/>
                <a:moveTo>
                  <a:pt x="114300" y="962025"/>
                </a:moveTo>
                <a:lnTo>
                  <a:pt x="123825" y="962025"/>
                </a:lnTo>
                <a:lnTo>
                  <a:pt x="123825" y="981075"/>
                </a:lnTo>
                <a:lnTo>
                  <a:pt x="114300" y="981075"/>
                </a:lnTo>
                <a:close/>
                <a:moveTo>
                  <a:pt x="133350" y="962025"/>
                </a:moveTo>
                <a:lnTo>
                  <a:pt x="142875" y="962025"/>
                </a:lnTo>
                <a:lnTo>
                  <a:pt x="142875" y="971550"/>
                </a:lnTo>
                <a:lnTo>
                  <a:pt x="133350" y="971550"/>
                </a:lnTo>
                <a:close/>
                <a:moveTo>
                  <a:pt x="161925" y="971550"/>
                </a:moveTo>
                <a:lnTo>
                  <a:pt x="171450" y="971550"/>
                </a:lnTo>
                <a:lnTo>
                  <a:pt x="171450" y="981075"/>
                </a:lnTo>
                <a:lnTo>
                  <a:pt x="161925" y="981075"/>
                </a:lnTo>
                <a:close/>
                <a:moveTo>
                  <a:pt x="180975" y="971550"/>
                </a:moveTo>
                <a:lnTo>
                  <a:pt x="209550" y="971550"/>
                </a:lnTo>
                <a:lnTo>
                  <a:pt x="209550" y="981075"/>
                </a:lnTo>
                <a:lnTo>
                  <a:pt x="219075" y="981075"/>
                </a:lnTo>
                <a:lnTo>
                  <a:pt x="219075" y="1000125"/>
                </a:lnTo>
                <a:lnTo>
                  <a:pt x="228600" y="1000125"/>
                </a:lnTo>
                <a:lnTo>
                  <a:pt x="228600" y="1019175"/>
                </a:lnTo>
                <a:lnTo>
                  <a:pt x="209550" y="1019175"/>
                </a:lnTo>
                <a:lnTo>
                  <a:pt x="209550" y="1000125"/>
                </a:lnTo>
                <a:lnTo>
                  <a:pt x="190500" y="1000125"/>
                </a:lnTo>
                <a:lnTo>
                  <a:pt x="190500" y="1009650"/>
                </a:lnTo>
                <a:lnTo>
                  <a:pt x="171450" y="1009650"/>
                </a:lnTo>
                <a:lnTo>
                  <a:pt x="171450" y="981075"/>
                </a:lnTo>
                <a:lnTo>
                  <a:pt x="180975" y="981075"/>
                </a:lnTo>
                <a:close/>
                <a:moveTo>
                  <a:pt x="123825" y="981075"/>
                </a:moveTo>
                <a:lnTo>
                  <a:pt x="133350" y="981075"/>
                </a:lnTo>
                <a:lnTo>
                  <a:pt x="133350" y="990600"/>
                </a:lnTo>
                <a:lnTo>
                  <a:pt x="123825" y="990600"/>
                </a:lnTo>
                <a:close/>
                <a:moveTo>
                  <a:pt x="200025" y="1019175"/>
                </a:moveTo>
                <a:lnTo>
                  <a:pt x="209550" y="1019175"/>
                </a:lnTo>
                <a:lnTo>
                  <a:pt x="209550" y="1028700"/>
                </a:lnTo>
                <a:lnTo>
                  <a:pt x="200025" y="1028700"/>
                </a:lnTo>
                <a:close/>
                <a:moveTo>
                  <a:pt x="171450" y="1038225"/>
                </a:moveTo>
                <a:lnTo>
                  <a:pt x="219075" y="1038225"/>
                </a:lnTo>
                <a:lnTo>
                  <a:pt x="219075" y="1047750"/>
                </a:lnTo>
                <a:lnTo>
                  <a:pt x="209550" y="1047750"/>
                </a:lnTo>
                <a:lnTo>
                  <a:pt x="209550" y="1066800"/>
                </a:lnTo>
                <a:lnTo>
                  <a:pt x="200025" y="1066800"/>
                </a:lnTo>
                <a:lnTo>
                  <a:pt x="200025" y="1057275"/>
                </a:lnTo>
                <a:lnTo>
                  <a:pt x="190500" y="1057275"/>
                </a:lnTo>
                <a:lnTo>
                  <a:pt x="190500" y="1047750"/>
                </a:lnTo>
                <a:lnTo>
                  <a:pt x="171450" y="1047750"/>
                </a:lnTo>
                <a:close/>
                <a:moveTo>
                  <a:pt x="771525" y="1038225"/>
                </a:moveTo>
                <a:lnTo>
                  <a:pt x="790575" y="1038225"/>
                </a:lnTo>
                <a:lnTo>
                  <a:pt x="790575" y="1047750"/>
                </a:lnTo>
                <a:lnTo>
                  <a:pt x="781050" y="1047750"/>
                </a:lnTo>
                <a:lnTo>
                  <a:pt x="781050" y="1057275"/>
                </a:lnTo>
                <a:lnTo>
                  <a:pt x="762000" y="1057275"/>
                </a:lnTo>
                <a:lnTo>
                  <a:pt x="762000" y="1047750"/>
                </a:lnTo>
                <a:lnTo>
                  <a:pt x="771525" y="1047750"/>
                </a:lnTo>
                <a:close/>
                <a:moveTo>
                  <a:pt x="1647825" y="1038225"/>
                </a:moveTo>
                <a:lnTo>
                  <a:pt x="1685925" y="1038225"/>
                </a:lnTo>
                <a:lnTo>
                  <a:pt x="1685925" y="1047750"/>
                </a:lnTo>
                <a:lnTo>
                  <a:pt x="1647825" y="1047750"/>
                </a:lnTo>
                <a:close/>
                <a:moveTo>
                  <a:pt x="628650" y="1047750"/>
                </a:moveTo>
                <a:lnTo>
                  <a:pt x="676275" y="1047750"/>
                </a:lnTo>
                <a:lnTo>
                  <a:pt x="676275" y="1057275"/>
                </a:lnTo>
                <a:lnTo>
                  <a:pt x="666750" y="1057275"/>
                </a:lnTo>
                <a:lnTo>
                  <a:pt x="666750" y="1066800"/>
                </a:lnTo>
                <a:lnTo>
                  <a:pt x="676275" y="1066800"/>
                </a:lnTo>
                <a:lnTo>
                  <a:pt x="676275" y="1076325"/>
                </a:lnTo>
                <a:lnTo>
                  <a:pt x="647700" y="1076325"/>
                </a:lnTo>
                <a:lnTo>
                  <a:pt x="647700" y="1085850"/>
                </a:lnTo>
                <a:lnTo>
                  <a:pt x="638175" y="1085850"/>
                </a:lnTo>
                <a:lnTo>
                  <a:pt x="638175" y="1095375"/>
                </a:lnTo>
                <a:lnTo>
                  <a:pt x="628650" y="1095375"/>
                </a:lnTo>
                <a:lnTo>
                  <a:pt x="628650" y="1085850"/>
                </a:lnTo>
                <a:lnTo>
                  <a:pt x="619125" y="1085850"/>
                </a:lnTo>
                <a:lnTo>
                  <a:pt x="619125" y="1076325"/>
                </a:lnTo>
                <a:lnTo>
                  <a:pt x="628650" y="1076325"/>
                </a:lnTo>
                <a:lnTo>
                  <a:pt x="628650" y="1066800"/>
                </a:lnTo>
                <a:lnTo>
                  <a:pt x="638175" y="1066800"/>
                </a:lnTo>
                <a:lnTo>
                  <a:pt x="638175" y="1057275"/>
                </a:lnTo>
                <a:lnTo>
                  <a:pt x="628650" y="1057275"/>
                </a:lnTo>
                <a:close/>
                <a:moveTo>
                  <a:pt x="685800" y="1047750"/>
                </a:moveTo>
                <a:lnTo>
                  <a:pt x="695325" y="1047750"/>
                </a:lnTo>
                <a:lnTo>
                  <a:pt x="695325" y="1057275"/>
                </a:lnTo>
                <a:lnTo>
                  <a:pt x="685800" y="1057275"/>
                </a:lnTo>
                <a:close/>
                <a:moveTo>
                  <a:pt x="962025" y="1047750"/>
                </a:moveTo>
                <a:lnTo>
                  <a:pt x="981075" y="1047750"/>
                </a:lnTo>
                <a:lnTo>
                  <a:pt x="981075" y="1066800"/>
                </a:lnTo>
                <a:lnTo>
                  <a:pt x="962025" y="1066800"/>
                </a:lnTo>
                <a:close/>
                <a:moveTo>
                  <a:pt x="695325" y="1057275"/>
                </a:moveTo>
                <a:lnTo>
                  <a:pt x="704850" y="1057275"/>
                </a:lnTo>
                <a:lnTo>
                  <a:pt x="704850" y="1076325"/>
                </a:lnTo>
                <a:lnTo>
                  <a:pt x="685800" y="1076325"/>
                </a:lnTo>
                <a:lnTo>
                  <a:pt x="685800" y="1066800"/>
                </a:lnTo>
                <a:lnTo>
                  <a:pt x="695325" y="1066800"/>
                </a:lnTo>
                <a:close/>
                <a:moveTo>
                  <a:pt x="590550" y="1066800"/>
                </a:moveTo>
                <a:lnTo>
                  <a:pt x="600075" y="1066800"/>
                </a:lnTo>
                <a:lnTo>
                  <a:pt x="600075" y="1076325"/>
                </a:lnTo>
                <a:lnTo>
                  <a:pt x="590550" y="1076325"/>
                </a:lnTo>
                <a:close/>
                <a:moveTo>
                  <a:pt x="609600" y="1085850"/>
                </a:moveTo>
                <a:lnTo>
                  <a:pt x="619125" y="1085850"/>
                </a:lnTo>
                <a:lnTo>
                  <a:pt x="619125" y="1095375"/>
                </a:lnTo>
                <a:lnTo>
                  <a:pt x="609600" y="1095375"/>
                </a:lnTo>
                <a:close/>
                <a:moveTo>
                  <a:pt x="771525" y="1133475"/>
                </a:moveTo>
                <a:lnTo>
                  <a:pt x="800100" y="1133475"/>
                </a:lnTo>
                <a:lnTo>
                  <a:pt x="800100" y="1152525"/>
                </a:lnTo>
                <a:lnTo>
                  <a:pt x="781050" y="1152525"/>
                </a:lnTo>
                <a:lnTo>
                  <a:pt x="781050" y="1143000"/>
                </a:lnTo>
                <a:lnTo>
                  <a:pt x="771525" y="1143000"/>
                </a:lnTo>
                <a:close/>
                <a:moveTo>
                  <a:pt x="123825" y="1143000"/>
                </a:moveTo>
                <a:lnTo>
                  <a:pt x="133350" y="1143000"/>
                </a:lnTo>
                <a:lnTo>
                  <a:pt x="133350" y="1152525"/>
                </a:lnTo>
                <a:lnTo>
                  <a:pt x="123825" y="1152525"/>
                </a:lnTo>
                <a:close/>
                <a:moveTo>
                  <a:pt x="171450" y="1143000"/>
                </a:moveTo>
                <a:lnTo>
                  <a:pt x="190500" y="1143000"/>
                </a:lnTo>
                <a:lnTo>
                  <a:pt x="190500" y="1152525"/>
                </a:lnTo>
                <a:lnTo>
                  <a:pt x="171450" y="1152525"/>
                </a:lnTo>
                <a:close/>
                <a:moveTo>
                  <a:pt x="647700" y="1143000"/>
                </a:moveTo>
                <a:lnTo>
                  <a:pt x="666750" y="1143000"/>
                </a:lnTo>
                <a:lnTo>
                  <a:pt x="666750" y="1152525"/>
                </a:lnTo>
                <a:lnTo>
                  <a:pt x="647700" y="1152525"/>
                </a:lnTo>
                <a:close/>
                <a:moveTo>
                  <a:pt x="133350" y="1152525"/>
                </a:moveTo>
                <a:lnTo>
                  <a:pt x="142875" y="1152525"/>
                </a:lnTo>
                <a:lnTo>
                  <a:pt x="142875" y="1162050"/>
                </a:lnTo>
                <a:lnTo>
                  <a:pt x="133350" y="1162050"/>
                </a:lnTo>
                <a:close/>
                <a:moveTo>
                  <a:pt x="161925" y="1152525"/>
                </a:moveTo>
                <a:lnTo>
                  <a:pt x="171450" y="1152525"/>
                </a:lnTo>
                <a:lnTo>
                  <a:pt x="171450" y="1171575"/>
                </a:lnTo>
                <a:lnTo>
                  <a:pt x="161925" y="1171575"/>
                </a:lnTo>
                <a:close/>
                <a:moveTo>
                  <a:pt x="266700" y="1152525"/>
                </a:moveTo>
                <a:lnTo>
                  <a:pt x="323850" y="1152525"/>
                </a:lnTo>
                <a:lnTo>
                  <a:pt x="323850" y="1162050"/>
                </a:lnTo>
                <a:lnTo>
                  <a:pt x="314325" y="1162050"/>
                </a:lnTo>
                <a:lnTo>
                  <a:pt x="314325" y="1171575"/>
                </a:lnTo>
                <a:lnTo>
                  <a:pt x="323850" y="1171575"/>
                </a:lnTo>
                <a:lnTo>
                  <a:pt x="323850" y="1162050"/>
                </a:lnTo>
                <a:lnTo>
                  <a:pt x="352425" y="1162050"/>
                </a:lnTo>
                <a:lnTo>
                  <a:pt x="352425" y="1171575"/>
                </a:lnTo>
                <a:lnTo>
                  <a:pt x="323850" y="1171575"/>
                </a:lnTo>
                <a:lnTo>
                  <a:pt x="323850" y="1190625"/>
                </a:lnTo>
                <a:lnTo>
                  <a:pt x="333375" y="1190625"/>
                </a:lnTo>
                <a:lnTo>
                  <a:pt x="333375" y="1200150"/>
                </a:lnTo>
                <a:lnTo>
                  <a:pt x="314325" y="1200150"/>
                </a:lnTo>
                <a:lnTo>
                  <a:pt x="314325" y="1181100"/>
                </a:lnTo>
                <a:lnTo>
                  <a:pt x="304800" y="1181100"/>
                </a:lnTo>
                <a:lnTo>
                  <a:pt x="304800" y="1162050"/>
                </a:lnTo>
                <a:lnTo>
                  <a:pt x="266700" y="1162050"/>
                </a:lnTo>
                <a:close/>
                <a:moveTo>
                  <a:pt x="1685925" y="1152525"/>
                </a:moveTo>
                <a:lnTo>
                  <a:pt x="1695450" y="1152525"/>
                </a:lnTo>
                <a:lnTo>
                  <a:pt x="1695450" y="1162050"/>
                </a:lnTo>
                <a:lnTo>
                  <a:pt x="1704975" y="1162050"/>
                </a:lnTo>
                <a:lnTo>
                  <a:pt x="1704975" y="1171575"/>
                </a:lnTo>
                <a:lnTo>
                  <a:pt x="1695450" y="1171575"/>
                </a:lnTo>
                <a:lnTo>
                  <a:pt x="1695450" y="1181100"/>
                </a:lnTo>
                <a:lnTo>
                  <a:pt x="1676400" y="1181100"/>
                </a:lnTo>
                <a:lnTo>
                  <a:pt x="1676400" y="1162050"/>
                </a:lnTo>
                <a:lnTo>
                  <a:pt x="1685925" y="1162050"/>
                </a:lnTo>
                <a:close/>
                <a:moveTo>
                  <a:pt x="409575" y="1171575"/>
                </a:moveTo>
                <a:lnTo>
                  <a:pt x="419100" y="1171575"/>
                </a:lnTo>
                <a:lnTo>
                  <a:pt x="419100" y="1181100"/>
                </a:lnTo>
                <a:lnTo>
                  <a:pt x="438150" y="1181100"/>
                </a:lnTo>
                <a:lnTo>
                  <a:pt x="438150" y="1200150"/>
                </a:lnTo>
                <a:lnTo>
                  <a:pt x="457200" y="1200150"/>
                </a:lnTo>
                <a:lnTo>
                  <a:pt x="457200" y="1209675"/>
                </a:lnTo>
                <a:lnTo>
                  <a:pt x="428625" y="1209675"/>
                </a:lnTo>
                <a:lnTo>
                  <a:pt x="428625" y="1200150"/>
                </a:lnTo>
                <a:lnTo>
                  <a:pt x="419100" y="1200150"/>
                </a:lnTo>
                <a:lnTo>
                  <a:pt x="419100" y="1190625"/>
                </a:lnTo>
                <a:lnTo>
                  <a:pt x="409575" y="1190625"/>
                </a:lnTo>
                <a:close/>
                <a:moveTo>
                  <a:pt x="257175" y="1190625"/>
                </a:moveTo>
                <a:lnTo>
                  <a:pt x="266700" y="1190625"/>
                </a:lnTo>
                <a:lnTo>
                  <a:pt x="266700" y="1200150"/>
                </a:lnTo>
                <a:lnTo>
                  <a:pt x="257175" y="1200150"/>
                </a:lnTo>
                <a:close/>
                <a:moveTo>
                  <a:pt x="1419225" y="1190625"/>
                </a:moveTo>
                <a:lnTo>
                  <a:pt x="1428750" y="1190625"/>
                </a:lnTo>
                <a:lnTo>
                  <a:pt x="1428750" y="1200150"/>
                </a:lnTo>
                <a:lnTo>
                  <a:pt x="1419225" y="1200150"/>
                </a:lnTo>
                <a:close/>
                <a:moveTo>
                  <a:pt x="1704975" y="1190625"/>
                </a:moveTo>
                <a:lnTo>
                  <a:pt x="1714500" y="1190625"/>
                </a:lnTo>
                <a:lnTo>
                  <a:pt x="1714500" y="1200150"/>
                </a:lnTo>
                <a:lnTo>
                  <a:pt x="1704975" y="1200150"/>
                </a:lnTo>
                <a:close/>
                <a:moveTo>
                  <a:pt x="152400" y="1200150"/>
                </a:moveTo>
                <a:lnTo>
                  <a:pt x="161925" y="1200150"/>
                </a:lnTo>
                <a:lnTo>
                  <a:pt x="161925" y="1209675"/>
                </a:lnTo>
                <a:lnTo>
                  <a:pt x="152400" y="1209675"/>
                </a:lnTo>
                <a:close/>
                <a:moveTo>
                  <a:pt x="1457325" y="1209675"/>
                </a:moveTo>
                <a:lnTo>
                  <a:pt x="1466850" y="1209675"/>
                </a:lnTo>
                <a:lnTo>
                  <a:pt x="1466850" y="1228725"/>
                </a:lnTo>
                <a:lnTo>
                  <a:pt x="1457325" y="1228725"/>
                </a:lnTo>
                <a:close/>
                <a:moveTo>
                  <a:pt x="152400" y="1228725"/>
                </a:moveTo>
                <a:lnTo>
                  <a:pt x="161925" y="1228725"/>
                </a:lnTo>
                <a:lnTo>
                  <a:pt x="161925" y="1238250"/>
                </a:lnTo>
                <a:lnTo>
                  <a:pt x="152400" y="1238250"/>
                </a:lnTo>
                <a:close/>
                <a:moveTo>
                  <a:pt x="304800" y="1257300"/>
                </a:moveTo>
                <a:lnTo>
                  <a:pt x="314325" y="1257300"/>
                </a:lnTo>
                <a:lnTo>
                  <a:pt x="314325" y="1266825"/>
                </a:lnTo>
                <a:lnTo>
                  <a:pt x="304800" y="1266825"/>
                </a:lnTo>
                <a:close/>
                <a:moveTo>
                  <a:pt x="152400" y="1276350"/>
                </a:moveTo>
                <a:lnTo>
                  <a:pt x="161925" y="1276350"/>
                </a:lnTo>
                <a:lnTo>
                  <a:pt x="161925" y="1285875"/>
                </a:lnTo>
                <a:lnTo>
                  <a:pt x="152400" y="1285875"/>
                </a:lnTo>
                <a:close/>
                <a:moveTo>
                  <a:pt x="295275" y="1276350"/>
                </a:moveTo>
                <a:lnTo>
                  <a:pt x="304800" y="1276350"/>
                </a:lnTo>
                <a:lnTo>
                  <a:pt x="304800" y="1285875"/>
                </a:lnTo>
                <a:lnTo>
                  <a:pt x="295275" y="1285875"/>
                </a:lnTo>
                <a:close/>
                <a:moveTo>
                  <a:pt x="114300" y="1343025"/>
                </a:moveTo>
                <a:lnTo>
                  <a:pt x="123825" y="1343025"/>
                </a:lnTo>
                <a:lnTo>
                  <a:pt x="123825" y="1352550"/>
                </a:lnTo>
                <a:lnTo>
                  <a:pt x="114300" y="1352550"/>
                </a:lnTo>
                <a:close/>
                <a:moveTo>
                  <a:pt x="161925" y="1371600"/>
                </a:moveTo>
                <a:lnTo>
                  <a:pt x="171450" y="1371600"/>
                </a:lnTo>
                <a:lnTo>
                  <a:pt x="171450" y="1381125"/>
                </a:lnTo>
                <a:lnTo>
                  <a:pt x="161925" y="1381125"/>
                </a:lnTo>
                <a:close/>
                <a:moveTo>
                  <a:pt x="171450" y="1390650"/>
                </a:moveTo>
                <a:lnTo>
                  <a:pt x="180975" y="1390650"/>
                </a:lnTo>
                <a:lnTo>
                  <a:pt x="180975" y="1400175"/>
                </a:lnTo>
                <a:lnTo>
                  <a:pt x="171450" y="1400175"/>
                </a:lnTo>
                <a:close/>
                <a:moveTo>
                  <a:pt x="209550" y="1438275"/>
                </a:moveTo>
                <a:lnTo>
                  <a:pt x="219075" y="1438275"/>
                </a:lnTo>
                <a:lnTo>
                  <a:pt x="219075" y="1447800"/>
                </a:lnTo>
                <a:lnTo>
                  <a:pt x="209550" y="1447800"/>
                </a:lnTo>
                <a:close/>
                <a:moveTo>
                  <a:pt x="161925" y="1447800"/>
                </a:moveTo>
                <a:lnTo>
                  <a:pt x="171450" y="1447800"/>
                </a:lnTo>
                <a:lnTo>
                  <a:pt x="171450" y="1457325"/>
                </a:lnTo>
                <a:lnTo>
                  <a:pt x="161925" y="1457325"/>
                </a:lnTo>
                <a:close/>
                <a:moveTo>
                  <a:pt x="638175" y="1447800"/>
                </a:moveTo>
                <a:lnTo>
                  <a:pt x="647700" y="1447800"/>
                </a:lnTo>
                <a:lnTo>
                  <a:pt x="647700" y="1457325"/>
                </a:lnTo>
                <a:lnTo>
                  <a:pt x="638175" y="1457325"/>
                </a:lnTo>
                <a:close/>
                <a:moveTo>
                  <a:pt x="114300" y="1466850"/>
                </a:moveTo>
                <a:lnTo>
                  <a:pt x="123825" y="1466850"/>
                </a:lnTo>
                <a:lnTo>
                  <a:pt x="123825" y="1504950"/>
                </a:lnTo>
                <a:lnTo>
                  <a:pt x="133350" y="1504950"/>
                </a:lnTo>
                <a:lnTo>
                  <a:pt x="133350" y="1466850"/>
                </a:lnTo>
                <a:lnTo>
                  <a:pt x="142875" y="1466850"/>
                </a:lnTo>
                <a:lnTo>
                  <a:pt x="142875" y="1504950"/>
                </a:lnTo>
                <a:lnTo>
                  <a:pt x="133350" y="1504950"/>
                </a:lnTo>
                <a:lnTo>
                  <a:pt x="133350" y="1514475"/>
                </a:lnTo>
                <a:lnTo>
                  <a:pt x="123825" y="1514475"/>
                </a:lnTo>
                <a:lnTo>
                  <a:pt x="123825" y="1533525"/>
                </a:lnTo>
                <a:lnTo>
                  <a:pt x="114300" y="1533525"/>
                </a:lnTo>
                <a:close/>
                <a:moveTo>
                  <a:pt x="133350" y="1524000"/>
                </a:moveTo>
                <a:lnTo>
                  <a:pt x="142875" y="1524000"/>
                </a:lnTo>
                <a:lnTo>
                  <a:pt x="142875" y="1533525"/>
                </a:lnTo>
                <a:lnTo>
                  <a:pt x="133350" y="1533525"/>
                </a:lnTo>
                <a:close/>
                <a:moveTo>
                  <a:pt x="342900" y="1533525"/>
                </a:moveTo>
                <a:lnTo>
                  <a:pt x="352425" y="1533525"/>
                </a:lnTo>
                <a:lnTo>
                  <a:pt x="352425" y="1543050"/>
                </a:lnTo>
                <a:lnTo>
                  <a:pt x="342900" y="1543050"/>
                </a:lnTo>
                <a:close/>
                <a:moveTo>
                  <a:pt x="276225" y="1562100"/>
                </a:moveTo>
                <a:lnTo>
                  <a:pt x="285750" y="1562100"/>
                </a:lnTo>
                <a:lnTo>
                  <a:pt x="285750" y="1571625"/>
                </a:lnTo>
                <a:lnTo>
                  <a:pt x="276225" y="1571625"/>
                </a:lnTo>
                <a:close/>
                <a:moveTo>
                  <a:pt x="114300" y="1571625"/>
                </a:moveTo>
                <a:lnTo>
                  <a:pt x="123825" y="1571625"/>
                </a:lnTo>
                <a:lnTo>
                  <a:pt x="123825" y="1609725"/>
                </a:lnTo>
                <a:lnTo>
                  <a:pt x="114300" y="1609725"/>
                </a:lnTo>
                <a:close/>
                <a:moveTo>
                  <a:pt x="219075" y="1571625"/>
                </a:moveTo>
                <a:lnTo>
                  <a:pt x="238125" y="1571625"/>
                </a:lnTo>
                <a:lnTo>
                  <a:pt x="238125" y="1581150"/>
                </a:lnTo>
                <a:lnTo>
                  <a:pt x="247650" y="1581150"/>
                </a:lnTo>
                <a:lnTo>
                  <a:pt x="247650" y="1590675"/>
                </a:lnTo>
                <a:lnTo>
                  <a:pt x="219075" y="1590675"/>
                </a:lnTo>
                <a:close/>
                <a:moveTo>
                  <a:pt x="266700" y="1571625"/>
                </a:moveTo>
                <a:lnTo>
                  <a:pt x="276225" y="1571625"/>
                </a:lnTo>
                <a:lnTo>
                  <a:pt x="276225" y="1581150"/>
                </a:lnTo>
                <a:lnTo>
                  <a:pt x="266700" y="1581150"/>
                </a:lnTo>
                <a:close/>
                <a:moveTo>
                  <a:pt x="285750" y="1571625"/>
                </a:moveTo>
                <a:lnTo>
                  <a:pt x="314325" y="1571625"/>
                </a:lnTo>
                <a:lnTo>
                  <a:pt x="314325" y="1581150"/>
                </a:lnTo>
                <a:lnTo>
                  <a:pt x="285750" y="1581150"/>
                </a:lnTo>
                <a:close/>
                <a:moveTo>
                  <a:pt x="466725" y="1571625"/>
                </a:moveTo>
                <a:lnTo>
                  <a:pt x="485775" y="1571625"/>
                </a:lnTo>
                <a:lnTo>
                  <a:pt x="485775" y="1590675"/>
                </a:lnTo>
                <a:lnTo>
                  <a:pt x="466725" y="1590675"/>
                </a:lnTo>
                <a:close/>
                <a:moveTo>
                  <a:pt x="962025" y="1571625"/>
                </a:moveTo>
                <a:lnTo>
                  <a:pt x="971550" y="1571625"/>
                </a:lnTo>
                <a:lnTo>
                  <a:pt x="971550" y="1590675"/>
                </a:lnTo>
                <a:lnTo>
                  <a:pt x="952500" y="1590675"/>
                </a:lnTo>
                <a:lnTo>
                  <a:pt x="952500" y="1581150"/>
                </a:lnTo>
                <a:lnTo>
                  <a:pt x="962025" y="1581150"/>
                </a:lnTo>
                <a:close/>
                <a:moveTo>
                  <a:pt x="1000125" y="1571625"/>
                </a:moveTo>
                <a:lnTo>
                  <a:pt x="1009650" y="1571625"/>
                </a:lnTo>
                <a:lnTo>
                  <a:pt x="1009650" y="1581150"/>
                </a:lnTo>
                <a:lnTo>
                  <a:pt x="1019175" y="1581150"/>
                </a:lnTo>
                <a:lnTo>
                  <a:pt x="1019175" y="1600200"/>
                </a:lnTo>
                <a:lnTo>
                  <a:pt x="1009650" y="1600200"/>
                </a:lnTo>
                <a:lnTo>
                  <a:pt x="1009650" y="1590675"/>
                </a:lnTo>
                <a:lnTo>
                  <a:pt x="990600" y="1590675"/>
                </a:lnTo>
                <a:lnTo>
                  <a:pt x="990600" y="1581150"/>
                </a:lnTo>
                <a:lnTo>
                  <a:pt x="1000125" y="1581150"/>
                </a:lnTo>
                <a:close/>
                <a:moveTo>
                  <a:pt x="257175" y="1581150"/>
                </a:moveTo>
                <a:lnTo>
                  <a:pt x="266700" y="1581150"/>
                </a:lnTo>
                <a:lnTo>
                  <a:pt x="266700" y="1590675"/>
                </a:lnTo>
                <a:lnTo>
                  <a:pt x="257175" y="1590675"/>
                </a:lnTo>
                <a:close/>
                <a:moveTo>
                  <a:pt x="133350" y="1590675"/>
                </a:moveTo>
                <a:lnTo>
                  <a:pt x="142875" y="1590675"/>
                </a:lnTo>
                <a:lnTo>
                  <a:pt x="142875" y="1609725"/>
                </a:lnTo>
                <a:lnTo>
                  <a:pt x="133350" y="1609725"/>
                </a:lnTo>
                <a:close/>
                <a:moveTo>
                  <a:pt x="457200" y="1590675"/>
                </a:moveTo>
                <a:lnTo>
                  <a:pt x="466725" y="1590675"/>
                </a:lnTo>
                <a:lnTo>
                  <a:pt x="466725" y="1600200"/>
                </a:lnTo>
                <a:lnTo>
                  <a:pt x="457200" y="1600200"/>
                </a:lnTo>
                <a:close/>
                <a:moveTo>
                  <a:pt x="981075" y="1590675"/>
                </a:moveTo>
                <a:lnTo>
                  <a:pt x="990600" y="1590675"/>
                </a:lnTo>
                <a:lnTo>
                  <a:pt x="990600" y="1600200"/>
                </a:lnTo>
                <a:lnTo>
                  <a:pt x="981075" y="1600200"/>
                </a:lnTo>
                <a:close/>
                <a:moveTo>
                  <a:pt x="266700" y="1609725"/>
                </a:moveTo>
                <a:lnTo>
                  <a:pt x="276225" y="1609725"/>
                </a:lnTo>
                <a:lnTo>
                  <a:pt x="276225" y="1619250"/>
                </a:lnTo>
                <a:lnTo>
                  <a:pt x="266700" y="1619250"/>
                </a:lnTo>
                <a:close/>
                <a:moveTo>
                  <a:pt x="238125" y="1647825"/>
                </a:moveTo>
                <a:lnTo>
                  <a:pt x="247650" y="1647825"/>
                </a:lnTo>
                <a:lnTo>
                  <a:pt x="247650" y="1666875"/>
                </a:lnTo>
                <a:lnTo>
                  <a:pt x="257175" y="1666875"/>
                </a:lnTo>
                <a:lnTo>
                  <a:pt x="257175" y="1657350"/>
                </a:lnTo>
                <a:lnTo>
                  <a:pt x="266700" y="1657350"/>
                </a:lnTo>
                <a:lnTo>
                  <a:pt x="266700" y="1676400"/>
                </a:lnTo>
                <a:lnTo>
                  <a:pt x="276225" y="1676400"/>
                </a:lnTo>
                <a:lnTo>
                  <a:pt x="276225" y="1685925"/>
                </a:lnTo>
                <a:lnTo>
                  <a:pt x="304800" y="1685925"/>
                </a:lnTo>
                <a:lnTo>
                  <a:pt x="304800" y="1695450"/>
                </a:lnTo>
                <a:lnTo>
                  <a:pt x="295275" y="1695450"/>
                </a:lnTo>
                <a:lnTo>
                  <a:pt x="295275" y="1704975"/>
                </a:lnTo>
                <a:lnTo>
                  <a:pt x="257175" y="1704975"/>
                </a:lnTo>
                <a:lnTo>
                  <a:pt x="257175" y="1685925"/>
                </a:lnTo>
                <a:lnTo>
                  <a:pt x="228600" y="1685925"/>
                </a:lnTo>
                <a:lnTo>
                  <a:pt x="228600" y="1676400"/>
                </a:lnTo>
                <a:lnTo>
                  <a:pt x="219075" y="1676400"/>
                </a:lnTo>
                <a:lnTo>
                  <a:pt x="219075" y="1666875"/>
                </a:lnTo>
                <a:lnTo>
                  <a:pt x="238125" y="1666875"/>
                </a:lnTo>
                <a:close/>
                <a:moveTo>
                  <a:pt x="171450" y="1657350"/>
                </a:moveTo>
                <a:lnTo>
                  <a:pt x="180975" y="1657350"/>
                </a:lnTo>
                <a:lnTo>
                  <a:pt x="180975" y="1676400"/>
                </a:lnTo>
                <a:lnTo>
                  <a:pt x="190500" y="1676400"/>
                </a:lnTo>
                <a:lnTo>
                  <a:pt x="190500" y="1685925"/>
                </a:lnTo>
                <a:lnTo>
                  <a:pt x="228600" y="1685925"/>
                </a:lnTo>
                <a:lnTo>
                  <a:pt x="228600" y="1695450"/>
                </a:lnTo>
                <a:lnTo>
                  <a:pt x="190500" y="1695450"/>
                </a:lnTo>
                <a:lnTo>
                  <a:pt x="190500" y="1704975"/>
                </a:lnTo>
                <a:lnTo>
                  <a:pt x="209550" y="1704975"/>
                </a:lnTo>
                <a:lnTo>
                  <a:pt x="209550" y="1733550"/>
                </a:lnTo>
                <a:lnTo>
                  <a:pt x="200025" y="1733550"/>
                </a:lnTo>
                <a:lnTo>
                  <a:pt x="200025" y="1714500"/>
                </a:lnTo>
                <a:lnTo>
                  <a:pt x="171450" y="1714500"/>
                </a:lnTo>
                <a:lnTo>
                  <a:pt x="171450" y="1695450"/>
                </a:lnTo>
                <a:lnTo>
                  <a:pt x="161925" y="1695450"/>
                </a:lnTo>
                <a:lnTo>
                  <a:pt x="161925" y="1685925"/>
                </a:lnTo>
                <a:lnTo>
                  <a:pt x="171450" y="1685925"/>
                </a:lnTo>
                <a:close/>
                <a:moveTo>
                  <a:pt x="114300" y="1685925"/>
                </a:moveTo>
                <a:lnTo>
                  <a:pt x="123825" y="1685925"/>
                </a:lnTo>
                <a:lnTo>
                  <a:pt x="123825" y="1704975"/>
                </a:lnTo>
                <a:lnTo>
                  <a:pt x="114300" y="1704975"/>
                </a:lnTo>
                <a:close/>
                <a:moveTo>
                  <a:pt x="133350" y="1685925"/>
                </a:moveTo>
                <a:lnTo>
                  <a:pt x="142875" y="1685925"/>
                </a:lnTo>
                <a:lnTo>
                  <a:pt x="142875" y="1704975"/>
                </a:lnTo>
                <a:lnTo>
                  <a:pt x="133350" y="1704975"/>
                </a:lnTo>
                <a:close/>
                <a:moveTo>
                  <a:pt x="304800" y="1695450"/>
                </a:moveTo>
                <a:lnTo>
                  <a:pt x="314325" y="1695450"/>
                </a:lnTo>
                <a:lnTo>
                  <a:pt x="314325" y="1704975"/>
                </a:lnTo>
                <a:lnTo>
                  <a:pt x="304800" y="1704975"/>
                </a:lnTo>
                <a:close/>
                <a:moveTo>
                  <a:pt x="1704975" y="1695450"/>
                </a:moveTo>
                <a:lnTo>
                  <a:pt x="1714500" y="1695450"/>
                </a:lnTo>
                <a:lnTo>
                  <a:pt x="1714500" y="1714500"/>
                </a:lnTo>
                <a:lnTo>
                  <a:pt x="1704975" y="1714500"/>
                </a:lnTo>
                <a:close/>
                <a:moveTo>
                  <a:pt x="323850" y="1704975"/>
                </a:moveTo>
                <a:lnTo>
                  <a:pt x="342900" y="1704975"/>
                </a:lnTo>
                <a:lnTo>
                  <a:pt x="342900" y="1733550"/>
                </a:lnTo>
                <a:lnTo>
                  <a:pt x="323850" y="1733550"/>
                </a:lnTo>
                <a:close/>
                <a:moveTo>
                  <a:pt x="1076325" y="1704975"/>
                </a:moveTo>
                <a:lnTo>
                  <a:pt x="1095375" y="1704975"/>
                </a:lnTo>
                <a:lnTo>
                  <a:pt x="1095375" y="1733550"/>
                </a:lnTo>
                <a:lnTo>
                  <a:pt x="1076325" y="1733550"/>
                </a:lnTo>
                <a:close/>
                <a:moveTo>
                  <a:pt x="228600" y="1714500"/>
                </a:moveTo>
                <a:lnTo>
                  <a:pt x="247650" y="1714500"/>
                </a:lnTo>
                <a:lnTo>
                  <a:pt x="247650" y="1733550"/>
                </a:lnTo>
                <a:lnTo>
                  <a:pt x="228600" y="1733550"/>
                </a:lnTo>
                <a:close/>
                <a:moveTo>
                  <a:pt x="114300" y="1800225"/>
                </a:moveTo>
                <a:lnTo>
                  <a:pt x="123825" y="1800225"/>
                </a:lnTo>
                <a:lnTo>
                  <a:pt x="123825" y="1819275"/>
                </a:lnTo>
                <a:lnTo>
                  <a:pt x="114300" y="1819275"/>
                </a:lnTo>
                <a:close/>
                <a:moveTo>
                  <a:pt x="133350" y="1800225"/>
                </a:moveTo>
                <a:lnTo>
                  <a:pt x="142875" y="1800225"/>
                </a:lnTo>
                <a:lnTo>
                  <a:pt x="142875" y="1819275"/>
                </a:lnTo>
                <a:lnTo>
                  <a:pt x="133350" y="1819275"/>
                </a:lnTo>
                <a:close/>
                <a:moveTo>
                  <a:pt x="133350" y="1847850"/>
                </a:moveTo>
                <a:lnTo>
                  <a:pt x="142875" y="1847850"/>
                </a:lnTo>
                <a:lnTo>
                  <a:pt x="142875" y="1857375"/>
                </a:lnTo>
                <a:lnTo>
                  <a:pt x="133350" y="1857375"/>
                </a:lnTo>
                <a:close/>
                <a:moveTo>
                  <a:pt x="381000" y="1962150"/>
                </a:moveTo>
                <a:lnTo>
                  <a:pt x="409575" y="1962150"/>
                </a:lnTo>
                <a:lnTo>
                  <a:pt x="409575" y="1981200"/>
                </a:lnTo>
                <a:lnTo>
                  <a:pt x="381000" y="1981200"/>
                </a:lnTo>
                <a:close/>
                <a:moveTo>
                  <a:pt x="1657350" y="2095500"/>
                </a:moveTo>
                <a:lnTo>
                  <a:pt x="1666875" y="2095500"/>
                </a:lnTo>
                <a:lnTo>
                  <a:pt x="1666875" y="2114550"/>
                </a:lnTo>
                <a:lnTo>
                  <a:pt x="1657350" y="2114550"/>
                </a:lnTo>
                <a:close/>
                <a:moveTo>
                  <a:pt x="161925" y="2247900"/>
                </a:moveTo>
                <a:lnTo>
                  <a:pt x="171450" y="2247900"/>
                </a:lnTo>
                <a:lnTo>
                  <a:pt x="171450" y="2257425"/>
                </a:lnTo>
                <a:lnTo>
                  <a:pt x="161925" y="2257425"/>
                </a:lnTo>
                <a:close/>
                <a:moveTo>
                  <a:pt x="1076325" y="2266950"/>
                </a:moveTo>
                <a:lnTo>
                  <a:pt x="1133475" y="2266950"/>
                </a:lnTo>
                <a:lnTo>
                  <a:pt x="1133475" y="2276475"/>
                </a:lnTo>
                <a:lnTo>
                  <a:pt x="1076325" y="2276475"/>
                </a:lnTo>
                <a:close/>
                <a:moveTo>
                  <a:pt x="1200150" y="2266950"/>
                </a:moveTo>
                <a:lnTo>
                  <a:pt x="1209675" y="2266950"/>
                </a:lnTo>
                <a:lnTo>
                  <a:pt x="1209675" y="2276475"/>
                </a:lnTo>
                <a:lnTo>
                  <a:pt x="1200150" y="2276475"/>
                </a:lnTo>
                <a:close/>
                <a:moveTo>
                  <a:pt x="219075" y="2286000"/>
                </a:moveTo>
                <a:lnTo>
                  <a:pt x="238125" y="2286000"/>
                </a:lnTo>
                <a:lnTo>
                  <a:pt x="238125" y="2295525"/>
                </a:lnTo>
                <a:lnTo>
                  <a:pt x="228600" y="2295525"/>
                </a:lnTo>
                <a:lnTo>
                  <a:pt x="228600" y="2305050"/>
                </a:lnTo>
                <a:lnTo>
                  <a:pt x="219075" y="2305050"/>
                </a:lnTo>
                <a:lnTo>
                  <a:pt x="219075" y="2314575"/>
                </a:lnTo>
                <a:lnTo>
                  <a:pt x="209550" y="2314575"/>
                </a:lnTo>
                <a:lnTo>
                  <a:pt x="209550" y="2295525"/>
                </a:lnTo>
                <a:lnTo>
                  <a:pt x="219075" y="2295525"/>
                </a:lnTo>
                <a:close/>
                <a:moveTo>
                  <a:pt x="200025" y="2314575"/>
                </a:moveTo>
                <a:lnTo>
                  <a:pt x="209550" y="2314575"/>
                </a:lnTo>
                <a:lnTo>
                  <a:pt x="209550" y="2390775"/>
                </a:lnTo>
                <a:lnTo>
                  <a:pt x="190500" y="2390775"/>
                </a:lnTo>
                <a:lnTo>
                  <a:pt x="190500" y="2381250"/>
                </a:lnTo>
                <a:lnTo>
                  <a:pt x="180975" y="2381250"/>
                </a:lnTo>
                <a:lnTo>
                  <a:pt x="180975" y="2371725"/>
                </a:lnTo>
                <a:lnTo>
                  <a:pt x="190500" y="2371725"/>
                </a:lnTo>
                <a:lnTo>
                  <a:pt x="190500" y="2343150"/>
                </a:lnTo>
                <a:lnTo>
                  <a:pt x="200025" y="2343150"/>
                </a:lnTo>
                <a:close/>
                <a:moveTo>
                  <a:pt x="942975" y="2324100"/>
                </a:moveTo>
                <a:lnTo>
                  <a:pt x="952500" y="2324100"/>
                </a:lnTo>
                <a:lnTo>
                  <a:pt x="952500" y="2343150"/>
                </a:lnTo>
                <a:lnTo>
                  <a:pt x="962025" y="2343150"/>
                </a:lnTo>
                <a:lnTo>
                  <a:pt x="962025" y="2333625"/>
                </a:lnTo>
                <a:lnTo>
                  <a:pt x="971550" y="2333625"/>
                </a:lnTo>
                <a:lnTo>
                  <a:pt x="971550" y="2343150"/>
                </a:lnTo>
                <a:lnTo>
                  <a:pt x="962025" y="2343150"/>
                </a:lnTo>
                <a:lnTo>
                  <a:pt x="962025" y="2352675"/>
                </a:lnTo>
                <a:lnTo>
                  <a:pt x="942975" y="2352675"/>
                </a:lnTo>
                <a:close/>
                <a:moveTo>
                  <a:pt x="1524000" y="2324100"/>
                </a:moveTo>
                <a:lnTo>
                  <a:pt x="1533525" y="2324100"/>
                </a:lnTo>
                <a:lnTo>
                  <a:pt x="1533525" y="2352675"/>
                </a:lnTo>
                <a:lnTo>
                  <a:pt x="1514475" y="2352675"/>
                </a:lnTo>
                <a:lnTo>
                  <a:pt x="1514475" y="2343150"/>
                </a:lnTo>
                <a:lnTo>
                  <a:pt x="1524000" y="2343150"/>
                </a:lnTo>
                <a:close/>
                <a:moveTo>
                  <a:pt x="847725" y="2343150"/>
                </a:moveTo>
                <a:lnTo>
                  <a:pt x="857250" y="2343150"/>
                </a:lnTo>
                <a:lnTo>
                  <a:pt x="857250" y="2352675"/>
                </a:lnTo>
                <a:lnTo>
                  <a:pt x="847725" y="2352675"/>
                </a:lnTo>
                <a:close/>
                <a:moveTo>
                  <a:pt x="1552575" y="2343150"/>
                </a:moveTo>
                <a:lnTo>
                  <a:pt x="1581150" y="2343150"/>
                </a:lnTo>
                <a:lnTo>
                  <a:pt x="1581150" y="2352675"/>
                </a:lnTo>
                <a:lnTo>
                  <a:pt x="1590675" y="2352675"/>
                </a:lnTo>
                <a:lnTo>
                  <a:pt x="1590675" y="2362200"/>
                </a:lnTo>
                <a:lnTo>
                  <a:pt x="1581150" y="2362200"/>
                </a:lnTo>
                <a:lnTo>
                  <a:pt x="1581150" y="2371725"/>
                </a:lnTo>
                <a:lnTo>
                  <a:pt x="1562100" y="2371725"/>
                </a:lnTo>
                <a:lnTo>
                  <a:pt x="1562100" y="2352675"/>
                </a:lnTo>
                <a:lnTo>
                  <a:pt x="1552575" y="2352675"/>
                </a:lnTo>
                <a:close/>
                <a:moveTo>
                  <a:pt x="1419225" y="2352675"/>
                </a:moveTo>
                <a:lnTo>
                  <a:pt x="1428750" y="2352675"/>
                </a:lnTo>
                <a:lnTo>
                  <a:pt x="1428750" y="2371725"/>
                </a:lnTo>
                <a:lnTo>
                  <a:pt x="1419225" y="2371725"/>
                </a:lnTo>
                <a:close/>
                <a:moveTo>
                  <a:pt x="1495425" y="2352675"/>
                </a:moveTo>
                <a:lnTo>
                  <a:pt x="1504950" y="2352675"/>
                </a:lnTo>
                <a:lnTo>
                  <a:pt x="1504950" y="2371725"/>
                </a:lnTo>
                <a:lnTo>
                  <a:pt x="1495425" y="2371725"/>
                </a:lnTo>
                <a:close/>
                <a:moveTo>
                  <a:pt x="1533525" y="2352675"/>
                </a:moveTo>
                <a:lnTo>
                  <a:pt x="1552575" y="2352675"/>
                </a:lnTo>
                <a:lnTo>
                  <a:pt x="1552575" y="2371725"/>
                </a:lnTo>
                <a:lnTo>
                  <a:pt x="1533525" y="2371725"/>
                </a:lnTo>
                <a:close/>
                <a:moveTo>
                  <a:pt x="1638300" y="2352675"/>
                </a:moveTo>
                <a:lnTo>
                  <a:pt x="1647825" y="2352675"/>
                </a:lnTo>
                <a:lnTo>
                  <a:pt x="1647825" y="2371725"/>
                </a:lnTo>
                <a:lnTo>
                  <a:pt x="1638300" y="2371725"/>
                </a:lnTo>
                <a:close/>
                <a:moveTo>
                  <a:pt x="952500" y="2362200"/>
                </a:moveTo>
                <a:lnTo>
                  <a:pt x="962025" y="2362200"/>
                </a:lnTo>
                <a:lnTo>
                  <a:pt x="962025" y="2371725"/>
                </a:lnTo>
                <a:lnTo>
                  <a:pt x="952500" y="2371725"/>
                </a:lnTo>
                <a:close/>
                <a:moveTo>
                  <a:pt x="828675" y="2371725"/>
                </a:moveTo>
                <a:lnTo>
                  <a:pt x="838200" y="2371725"/>
                </a:lnTo>
                <a:lnTo>
                  <a:pt x="838200" y="2381250"/>
                </a:lnTo>
                <a:lnTo>
                  <a:pt x="828675" y="2381250"/>
                </a:lnTo>
                <a:close/>
                <a:moveTo>
                  <a:pt x="895350" y="2371725"/>
                </a:moveTo>
                <a:lnTo>
                  <a:pt x="904875" y="2371725"/>
                </a:lnTo>
                <a:lnTo>
                  <a:pt x="904875" y="2381250"/>
                </a:lnTo>
                <a:lnTo>
                  <a:pt x="895350" y="2381250"/>
                </a:lnTo>
                <a:close/>
                <a:moveTo>
                  <a:pt x="942975" y="2371725"/>
                </a:moveTo>
                <a:lnTo>
                  <a:pt x="952500" y="2371725"/>
                </a:lnTo>
                <a:lnTo>
                  <a:pt x="952500" y="2381250"/>
                </a:lnTo>
                <a:lnTo>
                  <a:pt x="942975" y="2381250"/>
                </a:lnTo>
                <a:close/>
                <a:moveTo>
                  <a:pt x="209550" y="2390775"/>
                </a:moveTo>
                <a:lnTo>
                  <a:pt x="219075" y="2390775"/>
                </a:lnTo>
                <a:lnTo>
                  <a:pt x="219075" y="2400300"/>
                </a:lnTo>
                <a:lnTo>
                  <a:pt x="209550" y="2400300"/>
                </a:lnTo>
                <a:close/>
                <a:moveTo>
                  <a:pt x="114300" y="2409825"/>
                </a:moveTo>
                <a:lnTo>
                  <a:pt x="123825" y="2409825"/>
                </a:lnTo>
                <a:lnTo>
                  <a:pt x="123825" y="2419350"/>
                </a:lnTo>
                <a:lnTo>
                  <a:pt x="114300" y="2419350"/>
                </a:lnTo>
                <a:close/>
                <a:moveTo>
                  <a:pt x="266700" y="2409825"/>
                </a:moveTo>
                <a:lnTo>
                  <a:pt x="295275" y="2409825"/>
                </a:lnTo>
                <a:lnTo>
                  <a:pt x="295275" y="2419350"/>
                </a:lnTo>
                <a:lnTo>
                  <a:pt x="266700" y="2419350"/>
                </a:lnTo>
                <a:close/>
                <a:moveTo>
                  <a:pt x="981075" y="2409825"/>
                </a:moveTo>
                <a:lnTo>
                  <a:pt x="1000125" y="2409825"/>
                </a:lnTo>
                <a:lnTo>
                  <a:pt x="1000125" y="2419350"/>
                </a:lnTo>
                <a:lnTo>
                  <a:pt x="981075" y="2419350"/>
                </a:lnTo>
                <a:close/>
                <a:moveTo>
                  <a:pt x="142875" y="2457450"/>
                </a:moveTo>
                <a:lnTo>
                  <a:pt x="161925" y="2457450"/>
                </a:lnTo>
                <a:lnTo>
                  <a:pt x="161925" y="2466975"/>
                </a:lnTo>
                <a:lnTo>
                  <a:pt x="142875" y="2466975"/>
                </a:lnTo>
                <a:close/>
                <a:moveTo>
                  <a:pt x="257175" y="2457450"/>
                </a:moveTo>
                <a:lnTo>
                  <a:pt x="314325" y="2457450"/>
                </a:lnTo>
                <a:lnTo>
                  <a:pt x="314325" y="2476500"/>
                </a:lnTo>
                <a:lnTo>
                  <a:pt x="257175" y="2476500"/>
                </a:lnTo>
                <a:close/>
                <a:moveTo>
                  <a:pt x="323850" y="2457450"/>
                </a:moveTo>
                <a:lnTo>
                  <a:pt x="400050" y="2457450"/>
                </a:lnTo>
                <a:lnTo>
                  <a:pt x="400050" y="2476500"/>
                </a:lnTo>
                <a:lnTo>
                  <a:pt x="323850" y="2476500"/>
                </a:lnTo>
                <a:close/>
                <a:moveTo>
                  <a:pt x="438150" y="2457450"/>
                </a:moveTo>
                <a:lnTo>
                  <a:pt x="447675" y="2457450"/>
                </a:lnTo>
                <a:lnTo>
                  <a:pt x="447675" y="2476500"/>
                </a:lnTo>
                <a:lnTo>
                  <a:pt x="438150" y="2476500"/>
                </a:lnTo>
                <a:close/>
                <a:moveTo>
                  <a:pt x="1171575" y="2457450"/>
                </a:moveTo>
                <a:lnTo>
                  <a:pt x="1190625" y="2457450"/>
                </a:lnTo>
                <a:lnTo>
                  <a:pt x="1190625" y="2476500"/>
                </a:lnTo>
                <a:lnTo>
                  <a:pt x="1171575" y="2476500"/>
                </a:lnTo>
                <a:close/>
                <a:moveTo>
                  <a:pt x="1257300" y="2457450"/>
                </a:moveTo>
                <a:lnTo>
                  <a:pt x="1266825" y="2457450"/>
                </a:lnTo>
                <a:lnTo>
                  <a:pt x="1266825" y="2476500"/>
                </a:lnTo>
                <a:lnTo>
                  <a:pt x="1257300" y="2476500"/>
                </a:lnTo>
                <a:close/>
                <a:moveTo>
                  <a:pt x="238125" y="2476500"/>
                </a:moveTo>
                <a:lnTo>
                  <a:pt x="247650" y="2476500"/>
                </a:lnTo>
                <a:lnTo>
                  <a:pt x="247650" y="2495550"/>
                </a:lnTo>
                <a:lnTo>
                  <a:pt x="238125" y="2495550"/>
                </a:lnTo>
                <a:close/>
                <a:moveTo>
                  <a:pt x="390525" y="2495550"/>
                </a:moveTo>
                <a:lnTo>
                  <a:pt x="400050" y="2495550"/>
                </a:lnTo>
                <a:lnTo>
                  <a:pt x="400050" y="2505075"/>
                </a:lnTo>
                <a:lnTo>
                  <a:pt x="390525" y="2505075"/>
                </a:lnTo>
                <a:close/>
                <a:moveTo>
                  <a:pt x="409575" y="2495550"/>
                </a:moveTo>
                <a:lnTo>
                  <a:pt x="419100" y="2495550"/>
                </a:lnTo>
                <a:lnTo>
                  <a:pt x="419100" y="2505075"/>
                </a:lnTo>
                <a:lnTo>
                  <a:pt x="409575" y="2505075"/>
                </a:lnTo>
                <a:close/>
                <a:moveTo>
                  <a:pt x="371475" y="2505075"/>
                </a:moveTo>
                <a:lnTo>
                  <a:pt x="390525" y="2505075"/>
                </a:lnTo>
                <a:lnTo>
                  <a:pt x="390525" y="2514600"/>
                </a:lnTo>
                <a:lnTo>
                  <a:pt x="428625" y="2514600"/>
                </a:lnTo>
                <a:lnTo>
                  <a:pt x="428625" y="2524125"/>
                </a:lnTo>
                <a:lnTo>
                  <a:pt x="419100" y="2524125"/>
                </a:lnTo>
                <a:lnTo>
                  <a:pt x="419100" y="2533650"/>
                </a:lnTo>
                <a:lnTo>
                  <a:pt x="428625" y="2533650"/>
                </a:lnTo>
                <a:lnTo>
                  <a:pt x="428625" y="2524125"/>
                </a:lnTo>
                <a:lnTo>
                  <a:pt x="495300" y="2524125"/>
                </a:lnTo>
                <a:lnTo>
                  <a:pt x="495300" y="2543175"/>
                </a:lnTo>
                <a:lnTo>
                  <a:pt x="514350" y="2543175"/>
                </a:lnTo>
                <a:lnTo>
                  <a:pt x="514350" y="2552700"/>
                </a:lnTo>
                <a:lnTo>
                  <a:pt x="485775" y="2552700"/>
                </a:lnTo>
                <a:lnTo>
                  <a:pt x="485775" y="2562225"/>
                </a:lnTo>
                <a:lnTo>
                  <a:pt x="428625" y="2562225"/>
                </a:lnTo>
                <a:lnTo>
                  <a:pt x="428625" y="2552700"/>
                </a:lnTo>
                <a:lnTo>
                  <a:pt x="419100" y="2552700"/>
                </a:lnTo>
                <a:lnTo>
                  <a:pt x="419100" y="2562225"/>
                </a:lnTo>
                <a:lnTo>
                  <a:pt x="409575" y="2562225"/>
                </a:lnTo>
                <a:lnTo>
                  <a:pt x="409575" y="2552700"/>
                </a:lnTo>
                <a:lnTo>
                  <a:pt x="390525" y="2552700"/>
                </a:lnTo>
                <a:lnTo>
                  <a:pt x="390525" y="2524125"/>
                </a:lnTo>
                <a:lnTo>
                  <a:pt x="371475" y="2524125"/>
                </a:lnTo>
                <a:close/>
                <a:moveTo>
                  <a:pt x="1476375" y="2533650"/>
                </a:moveTo>
                <a:lnTo>
                  <a:pt x="1495425" y="2533650"/>
                </a:lnTo>
                <a:lnTo>
                  <a:pt x="1495425" y="2543175"/>
                </a:lnTo>
                <a:lnTo>
                  <a:pt x="1514475" y="2543175"/>
                </a:lnTo>
                <a:lnTo>
                  <a:pt x="1514475" y="2552700"/>
                </a:lnTo>
                <a:lnTo>
                  <a:pt x="1533525" y="2552700"/>
                </a:lnTo>
                <a:lnTo>
                  <a:pt x="1533525" y="2571750"/>
                </a:lnTo>
                <a:lnTo>
                  <a:pt x="1524000" y="2571750"/>
                </a:lnTo>
                <a:lnTo>
                  <a:pt x="1524000" y="2581275"/>
                </a:lnTo>
                <a:lnTo>
                  <a:pt x="1514475" y="2581275"/>
                </a:lnTo>
                <a:lnTo>
                  <a:pt x="1514475" y="2590800"/>
                </a:lnTo>
                <a:lnTo>
                  <a:pt x="1504950" y="2590800"/>
                </a:lnTo>
                <a:lnTo>
                  <a:pt x="1504950" y="2571750"/>
                </a:lnTo>
                <a:lnTo>
                  <a:pt x="1495425" y="2571750"/>
                </a:lnTo>
                <a:lnTo>
                  <a:pt x="1495425" y="2590800"/>
                </a:lnTo>
                <a:lnTo>
                  <a:pt x="1485900" y="2590800"/>
                </a:lnTo>
                <a:lnTo>
                  <a:pt x="1485900" y="2562225"/>
                </a:lnTo>
                <a:lnTo>
                  <a:pt x="1466850" y="2562225"/>
                </a:lnTo>
                <a:lnTo>
                  <a:pt x="1466850" y="2552700"/>
                </a:lnTo>
                <a:lnTo>
                  <a:pt x="1457325" y="2552700"/>
                </a:lnTo>
                <a:lnTo>
                  <a:pt x="1457325" y="2543175"/>
                </a:lnTo>
                <a:lnTo>
                  <a:pt x="1476375" y="2543175"/>
                </a:lnTo>
                <a:close/>
                <a:moveTo>
                  <a:pt x="447675" y="2552700"/>
                </a:moveTo>
                <a:lnTo>
                  <a:pt x="457200" y="2552700"/>
                </a:lnTo>
                <a:lnTo>
                  <a:pt x="457200" y="2543175"/>
                </a:lnTo>
                <a:lnTo>
                  <a:pt x="447675" y="2543175"/>
                </a:lnTo>
                <a:close/>
                <a:moveTo>
                  <a:pt x="219075" y="2562225"/>
                </a:moveTo>
                <a:lnTo>
                  <a:pt x="228600" y="2562225"/>
                </a:lnTo>
                <a:lnTo>
                  <a:pt x="228600" y="2581275"/>
                </a:lnTo>
                <a:lnTo>
                  <a:pt x="219075" y="2581275"/>
                </a:lnTo>
                <a:close/>
                <a:moveTo>
                  <a:pt x="342900" y="2562225"/>
                </a:moveTo>
                <a:lnTo>
                  <a:pt x="352425" y="2562225"/>
                </a:lnTo>
                <a:lnTo>
                  <a:pt x="352425" y="2571750"/>
                </a:lnTo>
                <a:lnTo>
                  <a:pt x="342900" y="2571750"/>
                </a:lnTo>
                <a:close/>
                <a:moveTo>
                  <a:pt x="209550" y="2590800"/>
                </a:moveTo>
                <a:lnTo>
                  <a:pt x="219075" y="2590800"/>
                </a:lnTo>
                <a:lnTo>
                  <a:pt x="219075" y="2600325"/>
                </a:lnTo>
                <a:lnTo>
                  <a:pt x="209550" y="2600325"/>
                </a:lnTo>
                <a:close/>
                <a:moveTo>
                  <a:pt x="361950" y="2590800"/>
                </a:moveTo>
                <a:lnTo>
                  <a:pt x="371475" y="2590800"/>
                </a:lnTo>
                <a:lnTo>
                  <a:pt x="371475" y="2600325"/>
                </a:lnTo>
                <a:lnTo>
                  <a:pt x="361950" y="2600325"/>
                </a:lnTo>
                <a:close/>
                <a:moveTo>
                  <a:pt x="1476375" y="2590800"/>
                </a:moveTo>
                <a:lnTo>
                  <a:pt x="1485900" y="2590800"/>
                </a:lnTo>
                <a:lnTo>
                  <a:pt x="1485900" y="2600325"/>
                </a:lnTo>
                <a:lnTo>
                  <a:pt x="1476375" y="2600325"/>
                </a:lnTo>
                <a:close/>
                <a:moveTo>
                  <a:pt x="1495425" y="2590800"/>
                </a:moveTo>
                <a:lnTo>
                  <a:pt x="1504950" y="2590800"/>
                </a:lnTo>
                <a:lnTo>
                  <a:pt x="1504950" y="2600325"/>
                </a:lnTo>
                <a:lnTo>
                  <a:pt x="1495425" y="2600325"/>
                </a:lnTo>
                <a:close/>
                <a:moveTo>
                  <a:pt x="314325" y="2600325"/>
                </a:moveTo>
                <a:lnTo>
                  <a:pt x="323850" y="2600325"/>
                </a:lnTo>
                <a:lnTo>
                  <a:pt x="323850" y="2609850"/>
                </a:lnTo>
                <a:lnTo>
                  <a:pt x="314325" y="2609850"/>
                </a:lnTo>
                <a:close/>
                <a:moveTo>
                  <a:pt x="361950" y="2609850"/>
                </a:moveTo>
                <a:lnTo>
                  <a:pt x="371475" y="2609850"/>
                </a:lnTo>
                <a:lnTo>
                  <a:pt x="371475" y="2619375"/>
                </a:lnTo>
                <a:lnTo>
                  <a:pt x="361950" y="2619375"/>
                </a:lnTo>
                <a:close/>
                <a:moveTo>
                  <a:pt x="1200150" y="2609850"/>
                </a:moveTo>
                <a:lnTo>
                  <a:pt x="1219200" y="2609850"/>
                </a:lnTo>
                <a:lnTo>
                  <a:pt x="1219200" y="2619375"/>
                </a:lnTo>
                <a:lnTo>
                  <a:pt x="1200150" y="2619375"/>
                </a:lnTo>
                <a:close/>
                <a:moveTo>
                  <a:pt x="1409700" y="2609850"/>
                </a:moveTo>
                <a:lnTo>
                  <a:pt x="1428750" y="2609850"/>
                </a:lnTo>
                <a:lnTo>
                  <a:pt x="1428750" y="2619375"/>
                </a:lnTo>
                <a:lnTo>
                  <a:pt x="1409700" y="2619375"/>
                </a:lnTo>
                <a:close/>
                <a:moveTo>
                  <a:pt x="114300" y="2619375"/>
                </a:moveTo>
                <a:lnTo>
                  <a:pt x="123825" y="2619375"/>
                </a:lnTo>
                <a:lnTo>
                  <a:pt x="123825" y="2638425"/>
                </a:lnTo>
                <a:lnTo>
                  <a:pt x="114300" y="2638425"/>
                </a:lnTo>
                <a:close/>
                <a:moveTo>
                  <a:pt x="114300" y="2647950"/>
                </a:moveTo>
                <a:lnTo>
                  <a:pt x="123825" y="2647950"/>
                </a:lnTo>
                <a:lnTo>
                  <a:pt x="123825" y="2657475"/>
                </a:lnTo>
                <a:lnTo>
                  <a:pt x="114300" y="2657475"/>
                </a:lnTo>
                <a:close/>
                <a:moveTo>
                  <a:pt x="123825" y="2705100"/>
                </a:moveTo>
                <a:lnTo>
                  <a:pt x="133350" y="2705100"/>
                </a:lnTo>
                <a:lnTo>
                  <a:pt x="133350" y="2724150"/>
                </a:lnTo>
                <a:lnTo>
                  <a:pt x="123825" y="2724150"/>
                </a:lnTo>
                <a:close/>
                <a:moveTo>
                  <a:pt x="114300" y="2809875"/>
                </a:moveTo>
                <a:lnTo>
                  <a:pt x="123825" y="2809875"/>
                </a:lnTo>
                <a:lnTo>
                  <a:pt x="123825" y="2828925"/>
                </a:lnTo>
                <a:lnTo>
                  <a:pt x="114300" y="2828925"/>
                </a:lnTo>
                <a:close/>
                <a:moveTo>
                  <a:pt x="447675" y="2809875"/>
                </a:moveTo>
                <a:lnTo>
                  <a:pt x="485775" y="2809875"/>
                </a:lnTo>
                <a:lnTo>
                  <a:pt x="485775" y="2819400"/>
                </a:lnTo>
                <a:lnTo>
                  <a:pt x="447675" y="2819400"/>
                </a:lnTo>
                <a:close/>
                <a:moveTo>
                  <a:pt x="133350" y="2819400"/>
                </a:moveTo>
                <a:lnTo>
                  <a:pt x="142875" y="2819400"/>
                </a:lnTo>
                <a:lnTo>
                  <a:pt x="142875" y="2828925"/>
                </a:lnTo>
                <a:lnTo>
                  <a:pt x="133350" y="2828925"/>
                </a:lnTo>
                <a:close/>
                <a:moveTo>
                  <a:pt x="152400" y="2819400"/>
                </a:moveTo>
                <a:lnTo>
                  <a:pt x="161925" y="2819400"/>
                </a:lnTo>
                <a:lnTo>
                  <a:pt x="161925" y="2828925"/>
                </a:lnTo>
                <a:lnTo>
                  <a:pt x="152400" y="2828925"/>
                </a:lnTo>
                <a:close/>
                <a:moveTo>
                  <a:pt x="1409700" y="2819400"/>
                </a:moveTo>
                <a:lnTo>
                  <a:pt x="1428750" y="2819400"/>
                </a:lnTo>
                <a:lnTo>
                  <a:pt x="1428750" y="2828925"/>
                </a:lnTo>
                <a:lnTo>
                  <a:pt x="1438275" y="2828925"/>
                </a:lnTo>
                <a:lnTo>
                  <a:pt x="1438275" y="2838450"/>
                </a:lnTo>
                <a:lnTo>
                  <a:pt x="1457325" y="2838450"/>
                </a:lnTo>
                <a:lnTo>
                  <a:pt x="1457325" y="2857500"/>
                </a:lnTo>
                <a:lnTo>
                  <a:pt x="1447800" y="2857500"/>
                </a:lnTo>
                <a:lnTo>
                  <a:pt x="1447800" y="2847975"/>
                </a:lnTo>
                <a:lnTo>
                  <a:pt x="1428750" y="2847975"/>
                </a:lnTo>
                <a:lnTo>
                  <a:pt x="1428750" y="2838450"/>
                </a:lnTo>
                <a:lnTo>
                  <a:pt x="1409700" y="2838450"/>
                </a:lnTo>
                <a:close/>
                <a:moveTo>
                  <a:pt x="1371600" y="2838450"/>
                </a:moveTo>
                <a:lnTo>
                  <a:pt x="1381125" y="2838450"/>
                </a:lnTo>
                <a:lnTo>
                  <a:pt x="1381125" y="2857500"/>
                </a:lnTo>
                <a:lnTo>
                  <a:pt x="1371600" y="2857500"/>
                </a:lnTo>
                <a:close/>
                <a:moveTo>
                  <a:pt x="323850" y="2876550"/>
                </a:moveTo>
                <a:lnTo>
                  <a:pt x="371475" y="2876550"/>
                </a:lnTo>
                <a:lnTo>
                  <a:pt x="371475" y="2886075"/>
                </a:lnTo>
                <a:lnTo>
                  <a:pt x="333375" y="2886075"/>
                </a:lnTo>
                <a:lnTo>
                  <a:pt x="333375" y="2895600"/>
                </a:lnTo>
                <a:lnTo>
                  <a:pt x="342900" y="2895600"/>
                </a:lnTo>
                <a:lnTo>
                  <a:pt x="342900" y="2905125"/>
                </a:lnTo>
                <a:lnTo>
                  <a:pt x="314325" y="2905125"/>
                </a:lnTo>
                <a:lnTo>
                  <a:pt x="314325" y="2914650"/>
                </a:lnTo>
                <a:lnTo>
                  <a:pt x="295275" y="2914650"/>
                </a:lnTo>
                <a:lnTo>
                  <a:pt x="295275" y="2905125"/>
                </a:lnTo>
                <a:lnTo>
                  <a:pt x="304800" y="2905125"/>
                </a:lnTo>
                <a:lnTo>
                  <a:pt x="304800" y="2895600"/>
                </a:lnTo>
                <a:lnTo>
                  <a:pt x="323850" y="2895600"/>
                </a:lnTo>
                <a:close/>
                <a:moveTo>
                  <a:pt x="390525" y="2876550"/>
                </a:moveTo>
                <a:lnTo>
                  <a:pt x="409575" y="2876550"/>
                </a:lnTo>
                <a:lnTo>
                  <a:pt x="409575" y="2886075"/>
                </a:lnTo>
                <a:lnTo>
                  <a:pt x="390525" y="2886075"/>
                </a:lnTo>
                <a:close/>
                <a:moveTo>
                  <a:pt x="438150" y="2876550"/>
                </a:moveTo>
                <a:lnTo>
                  <a:pt x="447675" y="2876550"/>
                </a:lnTo>
                <a:lnTo>
                  <a:pt x="447675" y="2886075"/>
                </a:lnTo>
                <a:lnTo>
                  <a:pt x="438150" y="2886075"/>
                </a:lnTo>
                <a:close/>
                <a:moveTo>
                  <a:pt x="466725" y="2876550"/>
                </a:moveTo>
                <a:lnTo>
                  <a:pt x="495300" y="2876550"/>
                </a:lnTo>
                <a:lnTo>
                  <a:pt x="495300" y="2886075"/>
                </a:lnTo>
                <a:lnTo>
                  <a:pt x="466725" y="2886075"/>
                </a:lnTo>
                <a:close/>
                <a:moveTo>
                  <a:pt x="323850" y="2914650"/>
                </a:moveTo>
                <a:lnTo>
                  <a:pt x="361950" y="2914650"/>
                </a:lnTo>
                <a:lnTo>
                  <a:pt x="361950" y="2924175"/>
                </a:lnTo>
                <a:lnTo>
                  <a:pt x="323850" y="2924175"/>
                </a:lnTo>
                <a:close/>
                <a:moveTo>
                  <a:pt x="409575" y="2914650"/>
                </a:moveTo>
                <a:lnTo>
                  <a:pt x="419100" y="2914650"/>
                </a:lnTo>
                <a:lnTo>
                  <a:pt x="419100" y="2924175"/>
                </a:lnTo>
                <a:lnTo>
                  <a:pt x="409575" y="2924175"/>
                </a:lnTo>
                <a:close/>
                <a:moveTo>
                  <a:pt x="504825" y="2924175"/>
                </a:moveTo>
                <a:lnTo>
                  <a:pt x="514350" y="2924175"/>
                </a:lnTo>
                <a:lnTo>
                  <a:pt x="514350" y="2933700"/>
                </a:lnTo>
                <a:lnTo>
                  <a:pt x="504825" y="2933700"/>
                </a:lnTo>
                <a:close/>
                <a:moveTo>
                  <a:pt x="142875" y="2971800"/>
                </a:moveTo>
                <a:lnTo>
                  <a:pt x="161925" y="2971800"/>
                </a:lnTo>
                <a:lnTo>
                  <a:pt x="161925" y="2981325"/>
                </a:lnTo>
                <a:lnTo>
                  <a:pt x="142875" y="2981325"/>
                </a:lnTo>
                <a:close/>
                <a:moveTo>
                  <a:pt x="209550" y="3000375"/>
                </a:moveTo>
                <a:lnTo>
                  <a:pt x="219075" y="3000375"/>
                </a:lnTo>
                <a:lnTo>
                  <a:pt x="219075" y="3019425"/>
                </a:lnTo>
                <a:lnTo>
                  <a:pt x="209550" y="3019425"/>
                </a:lnTo>
                <a:close/>
                <a:moveTo>
                  <a:pt x="228600" y="3000375"/>
                </a:moveTo>
                <a:lnTo>
                  <a:pt x="238125" y="3000375"/>
                </a:lnTo>
                <a:lnTo>
                  <a:pt x="238125" y="3019425"/>
                </a:lnTo>
                <a:lnTo>
                  <a:pt x="228600" y="3019425"/>
                </a:lnTo>
                <a:close/>
                <a:moveTo>
                  <a:pt x="247650" y="3000375"/>
                </a:moveTo>
                <a:lnTo>
                  <a:pt x="257175" y="3000375"/>
                </a:lnTo>
                <a:lnTo>
                  <a:pt x="257175" y="3019425"/>
                </a:lnTo>
                <a:lnTo>
                  <a:pt x="247650" y="3019425"/>
                </a:lnTo>
                <a:close/>
                <a:moveTo>
                  <a:pt x="266700" y="3000375"/>
                </a:moveTo>
                <a:lnTo>
                  <a:pt x="295275" y="3000375"/>
                </a:lnTo>
                <a:lnTo>
                  <a:pt x="295275" y="3019425"/>
                </a:lnTo>
                <a:lnTo>
                  <a:pt x="266700" y="3019425"/>
                </a:lnTo>
                <a:close/>
                <a:moveTo>
                  <a:pt x="1524000" y="3000375"/>
                </a:moveTo>
                <a:lnTo>
                  <a:pt x="1533525" y="3000375"/>
                </a:lnTo>
                <a:lnTo>
                  <a:pt x="1533525" y="3019425"/>
                </a:lnTo>
                <a:lnTo>
                  <a:pt x="1524000" y="3019425"/>
                </a:lnTo>
                <a:close/>
                <a:moveTo>
                  <a:pt x="1562100" y="3000375"/>
                </a:moveTo>
                <a:lnTo>
                  <a:pt x="1590675" y="3000375"/>
                </a:lnTo>
                <a:lnTo>
                  <a:pt x="1590675" y="3019425"/>
                </a:lnTo>
                <a:lnTo>
                  <a:pt x="1562100" y="3019425"/>
                </a:lnTo>
                <a:close/>
                <a:moveTo>
                  <a:pt x="142875" y="3038475"/>
                </a:moveTo>
                <a:lnTo>
                  <a:pt x="152400" y="3038475"/>
                </a:lnTo>
                <a:lnTo>
                  <a:pt x="152400" y="3057525"/>
                </a:lnTo>
                <a:lnTo>
                  <a:pt x="142875" y="3057525"/>
                </a:lnTo>
                <a:close/>
                <a:moveTo>
                  <a:pt x="142875" y="3095625"/>
                </a:moveTo>
                <a:lnTo>
                  <a:pt x="152400" y="3095625"/>
                </a:lnTo>
                <a:lnTo>
                  <a:pt x="152400" y="3114675"/>
                </a:lnTo>
                <a:lnTo>
                  <a:pt x="161925" y="3114675"/>
                </a:lnTo>
                <a:lnTo>
                  <a:pt x="161925" y="3152775"/>
                </a:lnTo>
                <a:lnTo>
                  <a:pt x="142875" y="3152775"/>
                </a:lnTo>
                <a:close/>
                <a:moveTo>
                  <a:pt x="142875" y="3162300"/>
                </a:moveTo>
                <a:lnTo>
                  <a:pt x="152400" y="3162300"/>
                </a:lnTo>
                <a:lnTo>
                  <a:pt x="152400" y="3171825"/>
                </a:lnTo>
                <a:lnTo>
                  <a:pt x="161925" y="3171825"/>
                </a:lnTo>
                <a:lnTo>
                  <a:pt x="161925" y="3181350"/>
                </a:lnTo>
                <a:lnTo>
                  <a:pt x="142875" y="3181350"/>
                </a:lnTo>
                <a:close/>
                <a:moveTo>
                  <a:pt x="142875" y="3248025"/>
                </a:moveTo>
                <a:lnTo>
                  <a:pt x="152400" y="3248025"/>
                </a:lnTo>
                <a:lnTo>
                  <a:pt x="152400" y="3257550"/>
                </a:lnTo>
                <a:lnTo>
                  <a:pt x="161925" y="3257550"/>
                </a:lnTo>
                <a:lnTo>
                  <a:pt x="161925" y="3267075"/>
                </a:lnTo>
                <a:lnTo>
                  <a:pt x="142875" y="3267075"/>
                </a:lnTo>
                <a:close/>
                <a:moveTo>
                  <a:pt x="1200150" y="3257550"/>
                </a:moveTo>
                <a:lnTo>
                  <a:pt x="1209675" y="3257550"/>
                </a:lnTo>
                <a:lnTo>
                  <a:pt x="1209675" y="3267075"/>
                </a:lnTo>
                <a:lnTo>
                  <a:pt x="1200150" y="3267075"/>
                </a:lnTo>
                <a:close/>
                <a:moveTo>
                  <a:pt x="1533525" y="3257550"/>
                </a:moveTo>
                <a:lnTo>
                  <a:pt x="1571625" y="3257550"/>
                </a:lnTo>
                <a:lnTo>
                  <a:pt x="1571625" y="3276600"/>
                </a:lnTo>
                <a:lnTo>
                  <a:pt x="1562100" y="3276600"/>
                </a:lnTo>
                <a:lnTo>
                  <a:pt x="1562100" y="3267075"/>
                </a:lnTo>
                <a:lnTo>
                  <a:pt x="1543050" y="3267075"/>
                </a:lnTo>
                <a:lnTo>
                  <a:pt x="1543050" y="3276600"/>
                </a:lnTo>
                <a:lnTo>
                  <a:pt x="1533525" y="3276600"/>
                </a:lnTo>
                <a:close/>
                <a:moveTo>
                  <a:pt x="133350" y="3267075"/>
                </a:moveTo>
                <a:lnTo>
                  <a:pt x="142875" y="3267075"/>
                </a:lnTo>
                <a:lnTo>
                  <a:pt x="142875" y="3276600"/>
                </a:lnTo>
                <a:lnTo>
                  <a:pt x="133350" y="3276600"/>
                </a:lnTo>
                <a:close/>
                <a:moveTo>
                  <a:pt x="457200" y="3276600"/>
                </a:moveTo>
                <a:lnTo>
                  <a:pt x="466725" y="3276600"/>
                </a:lnTo>
                <a:lnTo>
                  <a:pt x="466725" y="3286125"/>
                </a:lnTo>
                <a:lnTo>
                  <a:pt x="457200" y="3286125"/>
                </a:lnTo>
                <a:close/>
                <a:moveTo>
                  <a:pt x="1571625" y="3276600"/>
                </a:moveTo>
                <a:lnTo>
                  <a:pt x="1581150" y="3276600"/>
                </a:lnTo>
                <a:lnTo>
                  <a:pt x="1581150" y="3286125"/>
                </a:lnTo>
                <a:lnTo>
                  <a:pt x="1571625" y="3286125"/>
                </a:lnTo>
                <a:close/>
                <a:moveTo>
                  <a:pt x="123825" y="3286125"/>
                </a:moveTo>
                <a:lnTo>
                  <a:pt x="142875" y="3286125"/>
                </a:lnTo>
                <a:lnTo>
                  <a:pt x="142875" y="3295650"/>
                </a:lnTo>
                <a:lnTo>
                  <a:pt x="123825" y="3295650"/>
                </a:lnTo>
                <a:close/>
                <a:moveTo>
                  <a:pt x="152400" y="3286125"/>
                </a:moveTo>
                <a:lnTo>
                  <a:pt x="171450" y="3286125"/>
                </a:lnTo>
                <a:lnTo>
                  <a:pt x="171450" y="3305175"/>
                </a:lnTo>
                <a:lnTo>
                  <a:pt x="152400" y="3305175"/>
                </a:lnTo>
                <a:close/>
                <a:moveTo>
                  <a:pt x="295275" y="3286125"/>
                </a:moveTo>
                <a:lnTo>
                  <a:pt x="323850" y="3286125"/>
                </a:lnTo>
                <a:lnTo>
                  <a:pt x="323850" y="3295650"/>
                </a:lnTo>
                <a:lnTo>
                  <a:pt x="333375" y="3295650"/>
                </a:lnTo>
                <a:lnTo>
                  <a:pt x="333375" y="3286125"/>
                </a:lnTo>
                <a:lnTo>
                  <a:pt x="342900" y="3286125"/>
                </a:lnTo>
                <a:lnTo>
                  <a:pt x="342900" y="3295650"/>
                </a:lnTo>
                <a:lnTo>
                  <a:pt x="333375" y="3295650"/>
                </a:lnTo>
                <a:lnTo>
                  <a:pt x="333375" y="3305175"/>
                </a:lnTo>
                <a:lnTo>
                  <a:pt x="295275" y="3305175"/>
                </a:lnTo>
                <a:close/>
                <a:moveTo>
                  <a:pt x="352425" y="3286125"/>
                </a:moveTo>
                <a:lnTo>
                  <a:pt x="361950" y="3286125"/>
                </a:lnTo>
                <a:lnTo>
                  <a:pt x="361950" y="3295650"/>
                </a:lnTo>
                <a:lnTo>
                  <a:pt x="352425" y="3295650"/>
                </a:lnTo>
                <a:close/>
                <a:moveTo>
                  <a:pt x="381000" y="3286125"/>
                </a:moveTo>
                <a:lnTo>
                  <a:pt x="390525" y="3286125"/>
                </a:lnTo>
                <a:lnTo>
                  <a:pt x="390525" y="3295650"/>
                </a:lnTo>
                <a:lnTo>
                  <a:pt x="381000" y="3295650"/>
                </a:lnTo>
                <a:close/>
                <a:moveTo>
                  <a:pt x="1562100" y="3286125"/>
                </a:moveTo>
                <a:lnTo>
                  <a:pt x="1571625" y="3286125"/>
                </a:lnTo>
                <a:lnTo>
                  <a:pt x="1571625" y="3295650"/>
                </a:lnTo>
                <a:lnTo>
                  <a:pt x="1562100" y="3295650"/>
                </a:lnTo>
                <a:close/>
                <a:moveTo>
                  <a:pt x="419100" y="3295650"/>
                </a:moveTo>
                <a:lnTo>
                  <a:pt x="428625" y="3295650"/>
                </a:lnTo>
                <a:lnTo>
                  <a:pt x="428625" y="3305175"/>
                </a:lnTo>
                <a:lnTo>
                  <a:pt x="419100" y="3305175"/>
                </a:lnTo>
                <a:close/>
                <a:moveTo>
                  <a:pt x="1704975" y="3305175"/>
                </a:moveTo>
                <a:lnTo>
                  <a:pt x="1714500" y="3305175"/>
                </a:lnTo>
                <a:lnTo>
                  <a:pt x="1714500" y="3324225"/>
                </a:lnTo>
                <a:lnTo>
                  <a:pt x="1704975" y="3324225"/>
                </a:lnTo>
                <a:close/>
                <a:moveTo>
                  <a:pt x="419100" y="3343275"/>
                </a:moveTo>
                <a:lnTo>
                  <a:pt x="428625" y="3343275"/>
                </a:lnTo>
                <a:lnTo>
                  <a:pt x="428625" y="3362325"/>
                </a:lnTo>
                <a:lnTo>
                  <a:pt x="419100" y="3362325"/>
                </a:lnTo>
                <a:close/>
                <a:moveTo>
                  <a:pt x="1704975" y="3343275"/>
                </a:moveTo>
                <a:lnTo>
                  <a:pt x="1714500" y="3343275"/>
                </a:lnTo>
                <a:lnTo>
                  <a:pt x="1714500" y="3352800"/>
                </a:lnTo>
                <a:lnTo>
                  <a:pt x="1704975" y="3352800"/>
                </a:lnTo>
                <a:close/>
                <a:moveTo>
                  <a:pt x="781050" y="3438525"/>
                </a:moveTo>
                <a:lnTo>
                  <a:pt x="800100" y="3438525"/>
                </a:lnTo>
                <a:lnTo>
                  <a:pt x="800100" y="3448050"/>
                </a:lnTo>
                <a:lnTo>
                  <a:pt x="781050" y="3448050"/>
                </a:lnTo>
                <a:close/>
                <a:moveTo>
                  <a:pt x="828675" y="3438525"/>
                </a:moveTo>
                <a:lnTo>
                  <a:pt x="857250" y="3438525"/>
                </a:lnTo>
                <a:lnTo>
                  <a:pt x="857250" y="3448050"/>
                </a:lnTo>
                <a:lnTo>
                  <a:pt x="828675" y="3448050"/>
                </a:lnTo>
                <a:close/>
                <a:moveTo>
                  <a:pt x="971550" y="3438525"/>
                </a:moveTo>
                <a:lnTo>
                  <a:pt x="1009650" y="3438525"/>
                </a:lnTo>
                <a:lnTo>
                  <a:pt x="1009650" y="3448050"/>
                </a:lnTo>
                <a:lnTo>
                  <a:pt x="971550" y="3448050"/>
                </a:lnTo>
                <a:close/>
                <a:moveTo>
                  <a:pt x="1019175" y="3448050"/>
                </a:moveTo>
                <a:lnTo>
                  <a:pt x="1028700" y="3448050"/>
                </a:lnTo>
                <a:lnTo>
                  <a:pt x="1028700" y="3457575"/>
                </a:lnTo>
                <a:lnTo>
                  <a:pt x="1019175" y="3457575"/>
                </a:lnTo>
                <a:close/>
                <a:moveTo>
                  <a:pt x="1485900" y="3448050"/>
                </a:moveTo>
                <a:lnTo>
                  <a:pt x="1504950" y="3448050"/>
                </a:lnTo>
                <a:lnTo>
                  <a:pt x="1504950" y="3457575"/>
                </a:lnTo>
                <a:lnTo>
                  <a:pt x="1485900" y="3457575"/>
                </a:lnTo>
                <a:close/>
                <a:moveTo>
                  <a:pt x="790575" y="3476625"/>
                </a:moveTo>
                <a:lnTo>
                  <a:pt x="800100" y="3476625"/>
                </a:lnTo>
                <a:lnTo>
                  <a:pt x="800100" y="3486150"/>
                </a:lnTo>
                <a:lnTo>
                  <a:pt x="790575" y="3486150"/>
                </a:lnTo>
                <a:close/>
                <a:moveTo>
                  <a:pt x="828675" y="3486150"/>
                </a:moveTo>
                <a:lnTo>
                  <a:pt x="838200" y="3486150"/>
                </a:lnTo>
                <a:lnTo>
                  <a:pt x="838200" y="3495675"/>
                </a:lnTo>
                <a:lnTo>
                  <a:pt x="828675" y="3495675"/>
                </a:lnTo>
                <a:close/>
                <a:moveTo>
                  <a:pt x="904875" y="3486150"/>
                </a:moveTo>
                <a:lnTo>
                  <a:pt x="952500" y="3486150"/>
                </a:lnTo>
                <a:lnTo>
                  <a:pt x="952500" y="3495675"/>
                </a:lnTo>
                <a:lnTo>
                  <a:pt x="904875" y="3495675"/>
                </a:lnTo>
                <a:close/>
                <a:moveTo>
                  <a:pt x="981075" y="3486150"/>
                </a:moveTo>
                <a:lnTo>
                  <a:pt x="1000125" y="3486150"/>
                </a:lnTo>
                <a:lnTo>
                  <a:pt x="1000125" y="3495675"/>
                </a:lnTo>
                <a:lnTo>
                  <a:pt x="981075" y="3495675"/>
                </a:lnTo>
                <a:close/>
                <a:moveTo>
                  <a:pt x="1533525" y="3486150"/>
                </a:moveTo>
                <a:lnTo>
                  <a:pt x="1590675" y="3486150"/>
                </a:lnTo>
                <a:lnTo>
                  <a:pt x="1590675" y="3495675"/>
                </a:lnTo>
                <a:lnTo>
                  <a:pt x="1581150" y="3495675"/>
                </a:lnTo>
                <a:lnTo>
                  <a:pt x="1581150" y="3505200"/>
                </a:lnTo>
                <a:lnTo>
                  <a:pt x="1562100" y="3505200"/>
                </a:lnTo>
                <a:lnTo>
                  <a:pt x="1562100" y="3514725"/>
                </a:lnTo>
                <a:lnTo>
                  <a:pt x="1552575" y="3514725"/>
                </a:lnTo>
                <a:lnTo>
                  <a:pt x="1552575" y="3495675"/>
                </a:lnTo>
                <a:lnTo>
                  <a:pt x="1533525" y="3495675"/>
                </a:lnTo>
                <a:close/>
                <a:moveTo>
                  <a:pt x="923925" y="3505200"/>
                </a:moveTo>
                <a:lnTo>
                  <a:pt x="933450" y="3505200"/>
                </a:lnTo>
                <a:lnTo>
                  <a:pt x="933450" y="3514725"/>
                </a:lnTo>
                <a:lnTo>
                  <a:pt x="923925" y="3514725"/>
                </a:lnTo>
                <a:close/>
                <a:moveTo>
                  <a:pt x="409575" y="3533775"/>
                </a:moveTo>
                <a:lnTo>
                  <a:pt x="419100" y="3533775"/>
                </a:lnTo>
                <a:lnTo>
                  <a:pt x="419100" y="3543300"/>
                </a:lnTo>
                <a:lnTo>
                  <a:pt x="409575" y="3543300"/>
                </a:lnTo>
                <a:close/>
                <a:moveTo>
                  <a:pt x="1647825" y="3533775"/>
                </a:moveTo>
                <a:lnTo>
                  <a:pt x="1666875" y="3533775"/>
                </a:lnTo>
                <a:lnTo>
                  <a:pt x="1666875" y="3543300"/>
                </a:lnTo>
                <a:lnTo>
                  <a:pt x="1647825" y="3543300"/>
                </a:lnTo>
                <a:close/>
                <a:moveTo>
                  <a:pt x="171450" y="3543300"/>
                </a:moveTo>
                <a:lnTo>
                  <a:pt x="304800" y="3543300"/>
                </a:lnTo>
                <a:lnTo>
                  <a:pt x="304800" y="3552825"/>
                </a:lnTo>
                <a:lnTo>
                  <a:pt x="171450" y="3552825"/>
                </a:lnTo>
                <a:close/>
                <a:moveTo>
                  <a:pt x="390525" y="3543300"/>
                </a:moveTo>
                <a:lnTo>
                  <a:pt x="409575" y="3543300"/>
                </a:lnTo>
                <a:lnTo>
                  <a:pt x="409575" y="3552825"/>
                </a:lnTo>
                <a:lnTo>
                  <a:pt x="390525" y="3552825"/>
                </a:lnTo>
                <a:close/>
                <a:moveTo>
                  <a:pt x="1619250" y="3543300"/>
                </a:moveTo>
                <a:lnTo>
                  <a:pt x="1638300" y="3543300"/>
                </a:lnTo>
                <a:lnTo>
                  <a:pt x="1638300" y="3552825"/>
                </a:lnTo>
                <a:lnTo>
                  <a:pt x="1628775" y="3552825"/>
                </a:lnTo>
                <a:lnTo>
                  <a:pt x="1628775" y="3562350"/>
                </a:lnTo>
                <a:lnTo>
                  <a:pt x="1619250" y="3562350"/>
                </a:lnTo>
                <a:close/>
                <a:moveTo>
                  <a:pt x="342900" y="3552825"/>
                </a:moveTo>
                <a:lnTo>
                  <a:pt x="361950" y="3552825"/>
                </a:lnTo>
                <a:lnTo>
                  <a:pt x="361950" y="3562350"/>
                </a:lnTo>
                <a:lnTo>
                  <a:pt x="342900" y="3562350"/>
                </a:lnTo>
                <a:close/>
                <a:moveTo>
                  <a:pt x="1609725" y="3562350"/>
                </a:moveTo>
                <a:lnTo>
                  <a:pt x="1619250" y="3562350"/>
                </a:lnTo>
                <a:lnTo>
                  <a:pt x="1619250" y="3571875"/>
                </a:lnTo>
                <a:lnTo>
                  <a:pt x="1609725" y="3571875"/>
                </a:lnTo>
                <a:close/>
                <a:moveTo>
                  <a:pt x="1609725" y="3581400"/>
                </a:moveTo>
                <a:lnTo>
                  <a:pt x="1619250" y="3581400"/>
                </a:lnTo>
                <a:lnTo>
                  <a:pt x="1619250" y="3590925"/>
                </a:lnTo>
                <a:lnTo>
                  <a:pt x="1609725" y="3590925"/>
                </a:lnTo>
                <a:close/>
                <a:moveTo>
                  <a:pt x="1600200" y="3590925"/>
                </a:moveTo>
                <a:lnTo>
                  <a:pt x="1609725" y="3590925"/>
                </a:lnTo>
                <a:lnTo>
                  <a:pt x="1609725" y="3609975"/>
                </a:lnTo>
                <a:lnTo>
                  <a:pt x="1600200" y="3609975"/>
                </a:lnTo>
                <a:close/>
                <a:moveTo>
                  <a:pt x="228600" y="3609975"/>
                </a:moveTo>
                <a:lnTo>
                  <a:pt x="238125" y="3609975"/>
                </a:lnTo>
                <a:lnTo>
                  <a:pt x="238125" y="3619500"/>
                </a:lnTo>
                <a:lnTo>
                  <a:pt x="247650" y="3619500"/>
                </a:lnTo>
                <a:lnTo>
                  <a:pt x="247650" y="3629025"/>
                </a:lnTo>
                <a:lnTo>
                  <a:pt x="257175" y="3629025"/>
                </a:lnTo>
                <a:lnTo>
                  <a:pt x="257175" y="3638550"/>
                </a:lnTo>
                <a:lnTo>
                  <a:pt x="266700" y="3638550"/>
                </a:lnTo>
                <a:lnTo>
                  <a:pt x="266700" y="3648075"/>
                </a:lnTo>
                <a:lnTo>
                  <a:pt x="247650" y="3648075"/>
                </a:lnTo>
                <a:lnTo>
                  <a:pt x="247650" y="3638550"/>
                </a:lnTo>
                <a:lnTo>
                  <a:pt x="238125" y="3638550"/>
                </a:lnTo>
                <a:lnTo>
                  <a:pt x="238125" y="3629025"/>
                </a:lnTo>
                <a:lnTo>
                  <a:pt x="209550" y="3629025"/>
                </a:lnTo>
                <a:lnTo>
                  <a:pt x="209550" y="3619500"/>
                </a:lnTo>
                <a:lnTo>
                  <a:pt x="228600" y="3619500"/>
                </a:lnTo>
                <a:close/>
                <a:moveTo>
                  <a:pt x="1609725" y="3609975"/>
                </a:moveTo>
                <a:lnTo>
                  <a:pt x="1619250" y="3609975"/>
                </a:lnTo>
                <a:lnTo>
                  <a:pt x="1619250" y="3629025"/>
                </a:lnTo>
                <a:lnTo>
                  <a:pt x="1609725" y="3629025"/>
                </a:lnTo>
                <a:close/>
              </a:path>
            </a:pathLst>
          </a:custGeom>
          <a:solidFill xmlns:a="http://schemas.openxmlformats.org/drawingml/2006/main">
            <a:srgbClr val="F0ECDE"/>
          </a:solidFill>
          <a:ln xmlns:a="http://schemas.openxmlformats.org/drawingml/2006/main" w="0">
            <a:noFill/>
          </a:ln>
        </p:spPr>
      </p:sp>
      <p:sp>
        <p:nvSpPr>
          <p:cNvPr id="27" name="dashboard vector #f0eadd">
            <a:extLst xmlns:a="http://schemas.openxmlformats.org/drawingml/2006/main">
              <a:ext uri="{FF2B5EF4-FFF2-40B4-BE49-F238E27FC236}">
                <a16:creationId xmlns:a16="http://schemas.microsoft.com/office/drawing/2014/main" id="{71029254-32C7-4FE0-AA92-A4E2540D235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14400" y="1447800"/>
            <a:ext cx="2171700" cy="4467225"/>
          </a:xfrm>
          <a:custGeom xmlns:a="http://schemas.openxmlformats.org/drawingml/2006/main">
            <a:pathLst>
              <a:path w="1838325" h="3790950">
                <a:moveTo>
                  <a:pt x="428625" y="0"/>
                </a:moveTo>
                <a:lnTo>
                  <a:pt x="485775" y="0"/>
                </a:lnTo>
                <a:lnTo>
                  <a:pt x="485775" y="9525"/>
                </a:lnTo>
                <a:lnTo>
                  <a:pt x="523875" y="9525"/>
                </a:lnTo>
                <a:lnTo>
                  <a:pt x="523875" y="0"/>
                </a:lnTo>
                <a:lnTo>
                  <a:pt x="561975" y="0"/>
                </a:lnTo>
                <a:lnTo>
                  <a:pt x="561975" y="9525"/>
                </a:lnTo>
                <a:lnTo>
                  <a:pt x="581025" y="9525"/>
                </a:lnTo>
                <a:lnTo>
                  <a:pt x="581025" y="19050"/>
                </a:lnTo>
                <a:lnTo>
                  <a:pt x="590550" y="19050"/>
                </a:lnTo>
                <a:lnTo>
                  <a:pt x="590550" y="9525"/>
                </a:lnTo>
                <a:lnTo>
                  <a:pt x="609600" y="9525"/>
                </a:lnTo>
                <a:lnTo>
                  <a:pt x="609600" y="0"/>
                </a:lnTo>
                <a:lnTo>
                  <a:pt x="647700" y="0"/>
                </a:lnTo>
                <a:lnTo>
                  <a:pt x="647700" y="9525"/>
                </a:lnTo>
                <a:lnTo>
                  <a:pt x="657225" y="9525"/>
                </a:lnTo>
                <a:lnTo>
                  <a:pt x="657225" y="0"/>
                </a:lnTo>
                <a:lnTo>
                  <a:pt x="1000125" y="0"/>
                </a:lnTo>
                <a:lnTo>
                  <a:pt x="1000125" y="9525"/>
                </a:lnTo>
                <a:lnTo>
                  <a:pt x="1038225" y="9525"/>
                </a:lnTo>
                <a:lnTo>
                  <a:pt x="1038225" y="0"/>
                </a:lnTo>
                <a:lnTo>
                  <a:pt x="1162050" y="0"/>
                </a:lnTo>
                <a:lnTo>
                  <a:pt x="1162050" y="9525"/>
                </a:lnTo>
                <a:lnTo>
                  <a:pt x="1171575" y="9525"/>
                </a:lnTo>
                <a:lnTo>
                  <a:pt x="1171575" y="0"/>
                </a:lnTo>
                <a:lnTo>
                  <a:pt x="1333500" y="0"/>
                </a:lnTo>
                <a:lnTo>
                  <a:pt x="1333500" y="9525"/>
                </a:lnTo>
                <a:lnTo>
                  <a:pt x="1362075" y="9525"/>
                </a:lnTo>
                <a:lnTo>
                  <a:pt x="1362075" y="19050"/>
                </a:lnTo>
                <a:lnTo>
                  <a:pt x="1285875" y="19050"/>
                </a:lnTo>
                <a:lnTo>
                  <a:pt x="1285875" y="38100"/>
                </a:lnTo>
                <a:lnTo>
                  <a:pt x="1276350" y="38100"/>
                </a:lnTo>
                <a:lnTo>
                  <a:pt x="1276350" y="19050"/>
                </a:lnTo>
                <a:lnTo>
                  <a:pt x="1152525" y="19050"/>
                </a:lnTo>
                <a:lnTo>
                  <a:pt x="1152525" y="38100"/>
                </a:lnTo>
                <a:lnTo>
                  <a:pt x="1133475" y="38100"/>
                </a:lnTo>
                <a:lnTo>
                  <a:pt x="1133475" y="19050"/>
                </a:lnTo>
                <a:lnTo>
                  <a:pt x="1104900" y="19050"/>
                </a:lnTo>
                <a:lnTo>
                  <a:pt x="1104900" y="38100"/>
                </a:lnTo>
                <a:lnTo>
                  <a:pt x="971550" y="38100"/>
                </a:lnTo>
                <a:lnTo>
                  <a:pt x="971550" y="19050"/>
                </a:lnTo>
                <a:lnTo>
                  <a:pt x="942975" y="19050"/>
                </a:lnTo>
                <a:lnTo>
                  <a:pt x="942975" y="28575"/>
                </a:lnTo>
                <a:lnTo>
                  <a:pt x="952500" y="28575"/>
                </a:lnTo>
                <a:lnTo>
                  <a:pt x="952500" y="38100"/>
                </a:lnTo>
                <a:lnTo>
                  <a:pt x="904875" y="38100"/>
                </a:lnTo>
                <a:lnTo>
                  <a:pt x="904875" y="19050"/>
                </a:lnTo>
                <a:lnTo>
                  <a:pt x="800100" y="19050"/>
                </a:lnTo>
                <a:lnTo>
                  <a:pt x="800100" y="9525"/>
                </a:lnTo>
                <a:lnTo>
                  <a:pt x="790575" y="9525"/>
                </a:lnTo>
                <a:lnTo>
                  <a:pt x="790575" y="19050"/>
                </a:lnTo>
                <a:lnTo>
                  <a:pt x="771525" y="19050"/>
                </a:lnTo>
                <a:lnTo>
                  <a:pt x="771525" y="28575"/>
                </a:lnTo>
                <a:lnTo>
                  <a:pt x="781050" y="28575"/>
                </a:lnTo>
                <a:lnTo>
                  <a:pt x="781050" y="38100"/>
                </a:lnTo>
                <a:lnTo>
                  <a:pt x="752475" y="38100"/>
                </a:lnTo>
                <a:lnTo>
                  <a:pt x="752475" y="19050"/>
                </a:lnTo>
                <a:lnTo>
                  <a:pt x="714375" y="19050"/>
                </a:lnTo>
                <a:lnTo>
                  <a:pt x="714375" y="9525"/>
                </a:lnTo>
                <a:lnTo>
                  <a:pt x="695325" y="9525"/>
                </a:lnTo>
                <a:lnTo>
                  <a:pt x="695325" y="19050"/>
                </a:lnTo>
                <a:lnTo>
                  <a:pt x="685800" y="19050"/>
                </a:lnTo>
                <a:lnTo>
                  <a:pt x="685800" y="38100"/>
                </a:lnTo>
                <a:lnTo>
                  <a:pt x="371475" y="38100"/>
                </a:lnTo>
                <a:lnTo>
                  <a:pt x="371475" y="47625"/>
                </a:lnTo>
                <a:lnTo>
                  <a:pt x="361950" y="47625"/>
                </a:lnTo>
                <a:lnTo>
                  <a:pt x="361950" y="38100"/>
                </a:lnTo>
                <a:lnTo>
                  <a:pt x="342900" y="38100"/>
                </a:lnTo>
                <a:lnTo>
                  <a:pt x="342900" y="47625"/>
                </a:lnTo>
                <a:lnTo>
                  <a:pt x="304800" y="47625"/>
                </a:lnTo>
                <a:lnTo>
                  <a:pt x="304800" y="57150"/>
                </a:lnTo>
                <a:lnTo>
                  <a:pt x="295275" y="57150"/>
                </a:lnTo>
                <a:lnTo>
                  <a:pt x="295275" y="47625"/>
                </a:lnTo>
                <a:lnTo>
                  <a:pt x="266700" y="47625"/>
                </a:lnTo>
                <a:lnTo>
                  <a:pt x="266700" y="57150"/>
                </a:lnTo>
                <a:lnTo>
                  <a:pt x="247650" y="57150"/>
                </a:lnTo>
                <a:lnTo>
                  <a:pt x="247650" y="66675"/>
                </a:lnTo>
                <a:lnTo>
                  <a:pt x="228600" y="66675"/>
                </a:lnTo>
                <a:lnTo>
                  <a:pt x="228600" y="28575"/>
                </a:lnTo>
                <a:lnTo>
                  <a:pt x="266700" y="28575"/>
                </a:lnTo>
                <a:lnTo>
                  <a:pt x="266700" y="19050"/>
                </a:lnTo>
                <a:lnTo>
                  <a:pt x="276225" y="19050"/>
                </a:lnTo>
                <a:lnTo>
                  <a:pt x="276225" y="28575"/>
                </a:lnTo>
                <a:lnTo>
                  <a:pt x="304800" y="28575"/>
                </a:lnTo>
                <a:lnTo>
                  <a:pt x="304800" y="19050"/>
                </a:lnTo>
                <a:lnTo>
                  <a:pt x="371475" y="19050"/>
                </a:lnTo>
                <a:lnTo>
                  <a:pt x="371475" y="9525"/>
                </a:lnTo>
                <a:lnTo>
                  <a:pt x="428625" y="9525"/>
                </a:lnTo>
                <a:close/>
                <a:moveTo>
                  <a:pt x="1390650" y="0"/>
                </a:moveTo>
                <a:lnTo>
                  <a:pt x="1409700" y="0"/>
                </a:lnTo>
                <a:lnTo>
                  <a:pt x="1409700" y="9525"/>
                </a:lnTo>
                <a:lnTo>
                  <a:pt x="1419225" y="9525"/>
                </a:lnTo>
                <a:lnTo>
                  <a:pt x="1419225" y="19050"/>
                </a:lnTo>
                <a:lnTo>
                  <a:pt x="1428750" y="19050"/>
                </a:lnTo>
                <a:lnTo>
                  <a:pt x="1428750" y="9525"/>
                </a:lnTo>
                <a:lnTo>
                  <a:pt x="1457325" y="9525"/>
                </a:lnTo>
                <a:lnTo>
                  <a:pt x="1457325" y="19050"/>
                </a:lnTo>
                <a:lnTo>
                  <a:pt x="1485900" y="19050"/>
                </a:lnTo>
                <a:lnTo>
                  <a:pt x="1485900" y="9525"/>
                </a:lnTo>
                <a:lnTo>
                  <a:pt x="1495425" y="9525"/>
                </a:lnTo>
                <a:lnTo>
                  <a:pt x="1495425" y="19050"/>
                </a:lnTo>
                <a:lnTo>
                  <a:pt x="1504950" y="19050"/>
                </a:lnTo>
                <a:lnTo>
                  <a:pt x="1504950" y="0"/>
                </a:lnTo>
                <a:lnTo>
                  <a:pt x="1514475" y="0"/>
                </a:lnTo>
                <a:lnTo>
                  <a:pt x="1514475" y="28575"/>
                </a:lnTo>
                <a:lnTo>
                  <a:pt x="1533525" y="28575"/>
                </a:lnTo>
                <a:lnTo>
                  <a:pt x="1533525" y="38100"/>
                </a:lnTo>
                <a:lnTo>
                  <a:pt x="1524000" y="38100"/>
                </a:lnTo>
                <a:lnTo>
                  <a:pt x="1524000" y="47625"/>
                </a:lnTo>
                <a:lnTo>
                  <a:pt x="1552575" y="47625"/>
                </a:lnTo>
                <a:lnTo>
                  <a:pt x="1552575" y="57150"/>
                </a:lnTo>
                <a:lnTo>
                  <a:pt x="1514475" y="57150"/>
                </a:lnTo>
                <a:lnTo>
                  <a:pt x="1514475" y="47625"/>
                </a:lnTo>
                <a:lnTo>
                  <a:pt x="1485900" y="47625"/>
                </a:lnTo>
                <a:lnTo>
                  <a:pt x="1485900" y="38100"/>
                </a:lnTo>
                <a:lnTo>
                  <a:pt x="1362075" y="38100"/>
                </a:lnTo>
                <a:lnTo>
                  <a:pt x="1362075" y="19050"/>
                </a:lnTo>
                <a:lnTo>
                  <a:pt x="1381125" y="19050"/>
                </a:lnTo>
                <a:lnTo>
                  <a:pt x="1381125" y="9525"/>
                </a:lnTo>
                <a:lnTo>
                  <a:pt x="1390650" y="9525"/>
                </a:lnTo>
                <a:close/>
                <a:moveTo>
                  <a:pt x="504825" y="28575"/>
                </a:moveTo>
                <a:lnTo>
                  <a:pt x="514350" y="28575"/>
                </a:lnTo>
                <a:lnTo>
                  <a:pt x="514350" y="19050"/>
                </a:lnTo>
                <a:lnTo>
                  <a:pt x="504825" y="19050"/>
                </a:lnTo>
                <a:close/>
                <a:moveTo>
                  <a:pt x="1562100" y="57150"/>
                </a:moveTo>
                <a:lnTo>
                  <a:pt x="1571625" y="57150"/>
                </a:lnTo>
                <a:lnTo>
                  <a:pt x="1571625" y="66675"/>
                </a:lnTo>
                <a:lnTo>
                  <a:pt x="1562100" y="66675"/>
                </a:lnTo>
                <a:close/>
                <a:moveTo>
                  <a:pt x="171450" y="66675"/>
                </a:moveTo>
                <a:lnTo>
                  <a:pt x="190500" y="66675"/>
                </a:lnTo>
                <a:lnTo>
                  <a:pt x="190500" y="76200"/>
                </a:lnTo>
                <a:lnTo>
                  <a:pt x="180975" y="76200"/>
                </a:lnTo>
                <a:lnTo>
                  <a:pt x="180975" y="104775"/>
                </a:lnTo>
                <a:lnTo>
                  <a:pt x="161925" y="104775"/>
                </a:lnTo>
                <a:lnTo>
                  <a:pt x="161925" y="114300"/>
                </a:lnTo>
                <a:lnTo>
                  <a:pt x="152400" y="114300"/>
                </a:lnTo>
                <a:lnTo>
                  <a:pt x="152400" y="123825"/>
                </a:lnTo>
                <a:lnTo>
                  <a:pt x="142875" y="123825"/>
                </a:lnTo>
                <a:lnTo>
                  <a:pt x="142875" y="133350"/>
                </a:lnTo>
                <a:lnTo>
                  <a:pt x="133350" y="133350"/>
                </a:lnTo>
                <a:lnTo>
                  <a:pt x="133350" y="142875"/>
                </a:lnTo>
                <a:lnTo>
                  <a:pt x="123825" y="142875"/>
                </a:lnTo>
                <a:lnTo>
                  <a:pt x="123825" y="152400"/>
                </a:lnTo>
                <a:lnTo>
                  <a:pt x="114300" y="152400"/>
                </a:lnTo>
                <a:lnTo>
                  <a:pt x="114300" y="123825"/>
                </a:lnTo>
                <a:lnTo>
                  <a:pt x="104775" y="123825"/>
                </a:lnTo>
                <a:lnTo>
                  <a:pt x="104775" y="133350"/>
                </a:lnTo>
                <a:lnTo>
                  <a:pt x="95250" y="133350"/>
                </a:lnTo>
                <a:lnTo>
                  <a:pt x="95250" y="142875"/>
                </a:lnTo>
                <a:lnTo>
                  <a:pt x="85725" y="142875"/>
                </a:lnTo>
                <a:lnTo>
                  <a:pt x="85725" y="161925"/>
                </a:lnTo>
                <a:lnTo>
                  <a:pt x="76200" y="161925"/>
                </a:lnTo>
                <a:lnTo>
                  <a:pt x="76200" y="171450"/>
                </a:lnTo>
                <a:lnTo>
                  <a:pt x="57150" y="171450"/>
                </a:lnTo>
                <a:lnTo>
                  <a:pt x="57150" y="180975"/>
                </a:lnTo>
                <a:lnTo>
                  <a:pt x="47625" y="180975"/>
                </a:lnTo>
                <a:lnTo>
                  <a:pt x="47625" y="190500"/>
                </a:lnTo>
                <a:lnTo>
                  <a:pt x="38100" y="190500"/>
                </a:lnTo>
                <a:lnTo>
                  <a:pt x="38100" y="209550"/>
                </a:lnTo>
                <a:lnTo>
                  <a:pt x="19050" y="209550"/>
                </a:lnTo>
                <a:lnTo>
                  <a:pt x="19050" y="228600"/>
                </a:lnTo>
                <a:lnTo>
                  <a:pt x="0" y="228600"/>
                </a:lnTo>
                <a:lnTo>
                  <a:pt x="0" y="180975"/>
                </a:lnTo>
                <a:lnTo>
                  <a:pt x="19050" y="180975"/>
                </a:lnTo>
                <a:lnTo>
                  <a:pt x="19050" y="171450"/>
                </a:lnTo>
                <a:lnTo>
                  <a:pt x="28575" y="171450"/>
                </a:lnTo>
                <a:lnTo>
                  <a:pt x="28575" y="161925"/>
                </a:lnTo>
                <a:lnTo>
                  <a:pt x="38100" y="161925"/>
                </a:lnTo>
                <a:lnTo>
                  <a:pt x="38100" y="152400"/>
                </a:lnTo>
                <a:lnTo>
                  <a:pt x="57150" y="152400"/>
                </a:lnTo>
                <a:lnTo>
                  <a:pt x="57150" y="142875"/>
                </a:lnTo>
                <a:lnTo>
                  <a:pt x="76200" y="142875"/>
                </a:lnTo>
                <a:lnTo>
                  <a:pt x="76200" y="133350"/>
                </a:lnTo>
                <a:lnTo>
                  <a:pt x="85725" y="133350"/>
                </a:lnTo>
                <a:lnTo>
                  <a:pt x="85725" y="123825"/>
                </a:lnTo>
                <a:lnTo>
                  <a:pt x="95250" y="123825"/>
                </a:lnTo>
                <a:lnTo>
                  <a:pt x="95250" y="114300"/>
                </a:lnTo>
                <a:lnTo>
                  <a:pt x="104775" y="114300"/>
                </a:lnTo>
                <a:lnTo>
                  <a:pt x="104775" y="104775"/>
                </a:lnTo>
                <a:lnTo>
                  <a:pt x="114300" y="104775"/>
                </a:lnTo>
                <a:lnTo>
                  <a:pt x="114300" y="95250"/>
                </a:lnTo>
                <a:lnTo>
                  <a:pt x="123825" y="95250"/>
                </a:lnTo>
                <a:lnTo>
                  <a:pt x="123825" y="76200"/>
                </a:lnTo>
                <a:lnTo>
                  <a:pt x="171450" y="76200"/>
                </a:lnTo>
                <a:close/>
                <a:moveTo>
                  <a:pt x="190500" y="85725"/>
                </a:moveTo>
                <a:lnTo>
                  <a:pt x="200025" y="85725"/>
                </a:lnTo>
                <a:lnTo>
                  <a:pt x="200025" y="95250"/>
                </a:lnTo>
                <a:lnTo>
                  <a:pt x="190500" y="95250"/>
                </a:lnTo>
                <a:close/>
                <a:moveTo>
                  <a:pt x="1685925" y="95250"/>
                </a:moveTo>
                <a:lnTo>
                  <a:pt x="1695450" y="95250"/>
                </a:lnTo>
                <a:lnTo>
                  <a:pt x="1695450" y="104775"/>
                </a:lnTo>
                <a:lnTo>
                  <a:pt x="1704975" y="104775"/>
                </a:lnTo>
                <a:lnTo>
                  <a:pt x="1704975" y="114300"/>
                </a:lnTo>
                <a:lnTo>
                  <a:pt x="1695450" y="114300"/>
                </a:lnTo>
                <a:lnTo>
                  <a:pt x="1695450" y="123825"/>
                </a:lnTo>
                <a:lnTo>
                  <a:pt x="1676400" y="123825"/>
                </a:lnTo>
                <a:lnTo>
                  <a:pt x="1676400" y="104775"/>
                </a:lnTo>
                <a:lnTo>
                  <a:pt x="1685925" y="104775"/>
                </a:lnTo>
                <a:close/>
                <a:moveTo>
                  <a:pt x="1714500" y="114300"/>
                </a:moveTo>
                <a:lnTo>
                  <a:pt x="1752600" y="114300"/>
                </a:lnTo>
                <a:lnTo>
                  <a:pt x="1752600" y="133350"/>
                </a:lnTo>
                <a:lnTo>
                  <a:pt x="1771650" y="133350"/>
                </a:lnTo>
                <a:lnTo>
                  <a:pt x="1771650" y="142875"/>
                </a:lnTo>
                <a:lnTo>
                  <a:pt x="1781175" y="142875"/>
                </a:lnTo>
                <a:lnTo>
                  <a:pt x="1781175" y="180975"/>
                </a:lnTo>
                <a:lnTo>
                  <a:pt x="1790700" y="180975"/>
                </a:lnTo>
                <a:lnTo>
                  <a:pt x="1790700" y="200025"/>
                </a:lnTo>
                <a:lnTo>
                  <a:pt x="1800225" y="200025"/>
                </a:lnTo>
                <a:lnTo>
                  <a:pt x="1800225" y="209550"/>
                </a:lnTo>
                <a:lnTo>
                  <a:pt x="1790700" y="209550"/>
                </a:lnTo>
                <a:lnTo>
                  <a:pt x="1790700" y="219075"/>
                </a:lnTo>
                <a:lnTo>
                  <a:pt x="1800225" y="219075"/>
                </a:lnTo>
                <a:lnTo>
                  <a:pt x="1800225" y="209550"/>
                </a:lnTo>
                <a:lnTo>
                  <a:pt x="1828800" y="209550"/>
                </a:lnTo>
                <a:lnTo>
                  <a:pt x="1828800" y="219075"/>
                </a:lnTo>
                <a:lnTo>
                  <a:pt x="1819275" y="219075"/>
                </a:lnTo>
                <a:lnTo>
                  <a:pt x="1819275" y="228600"/>
                </a:lnTo>
                <a:lnTo>
                  <a:pt x="1828800" y="228600"/>
                </a:lnTo>
                <a:lnTo>
                  <a:pt x="1828800" y="247650"/>
                </a:lnTo>
                <a:lnTo>
                  <a:pt x="1838325" y="247650"/>
                </a:lnTo>
                <a:lnTo>
                  <a:pt x="1838325" y="276225"/>
                </a:lnTo>
                <a:lnTo>
                  <a:pt x="1828800" y="276225"/>
                </a:lnTo>
                <a:lnTo>
                  <a:pt x="1828800" y="266700"/>
                </a:lnTo>
                <a:lnTo>
                  <a:pt x="1819275" y="266700"/>
                </a:lnTo>
                <a:lnTo>
                  <a:pt x="1819275" y="257175"/>
                </a:lnTo>
                <a:lnTo>
                  <a:pt x="1800225" y="257175"/>
                </a:lnTo>
                <a:lnTo>
                  <a:pt x="1800225" y="247650"/>
                </a:lnTo>
                <a:lnTo>
                  <a:pt x="1790700" y="247650"/>
                </a:lnTo>
                <a:lnTo>
                  <a:pt x="1790700" y="228600"/>
                </a:lnTo>
                <a:lnTo>
                  <a:pt x="1762125" y="228600"/>
                </a:lnTo>
                <a:lnTo>
                  <a:pt x="1762125" y="209550"/>
                </a:lnTo>
                <a:lnTo>
                  <a:pt x="1771650" y="209550"/>
                </a:lnTo>
                <a:lnTo>
                  <a:pt x="1771650" y="161925"/>
                </a:lnTo>
                <a:lnTo>
                  <a:pt x="1762125" y="161925"/>
                </a:lnTo>
                <a:lnTo>
                  <a:pt x="1762125" y="152400"/>
                </a:lnTo>
                <a:lnTo>
                  <a:pt x="1752600" y="152400"/>
                </a:lnTo>
                <a:lnTo>
                  <a:pt x="1752600" y="142875"/>
                </a:lnTo>
                <a:lnTo>
                  <a:pt x="1743075" y="142875"/>
                </a:lnTo>
                <a:lnTo>
                  <a:pt x="1743075" y="133350"/>
                </a:lnTo>
                <a:lnTo>
                  <a:pt x="1733550" y="133350"/>
                </a:lnTo>
                <a:lnTo>
                  <a:pt x="1733550" y="123825"/>
                </a:lnTo>
                <a:lnTo>
                  <a:pt x="1714500" y="123825"/>
                </a:lnTo>
                <a:close/>
                <a:moveTo>
                  <a:pt x="552450" y="133350"/>
                </a:moveTo>
                <a:lnTo>
                  <a:pt x="561975" y="133350"/>
                </a:lnTo>
                <a:lnTo>
                  <a:pt x="561975" y="142875"/>
                </a:lnTo>
                <a:lnTo>
                  <a:pt x="552450" y="142875"/>
                </a:lnTo>
                <a:close/>
                <a:moveTo>
                  <a:pt x="800100" y="133350"/>
                </a:moveTo>
                <a:lnTo>
                  <a:pt x="876300" y="133350"/>
                </a:lnTo>
                <a:lnTo>
                  <a:pt x="876300" y="142875"/>
                </a:lnTo>
                <a:lnTo>
                  <a:pt x="885825" y="142875"/>
                </a:lnTo>
                <a:lnTo>
                  <a:pt x="885825" y="133350"/>
                </a:lnTo>
                <a:lnTo>
                  <a:pt x="1009650" y="133350"/>
                </a:lnTo>
                <a:lnTo>
                  <a:pt x="1009650" y="161925"/>
                </a:lnTo>
                <a:lnTo>
                  <a:pt x="1057275" y="161925"/>
                </a:lnTo>
                <a:lnTo>
                  <a:pt x="1057275" y="171450"/>
                </a:lnTo>
                <a:lnTo>
                  <a:pt x="790575" y="171450"/>
                </a:lnTo>
                <a:lnTo>
                  <a:pt x="790575" y="142875"/>
                </a:lnTo>
                <a:lnTo>
                  <a:pt x="800100" y="142875"/>
                </a:lnTo>
                <a:close/>
                <a:moveTo>
                  <a:pt x="1228725" y="133350"/>
                </a:moveTo>
                <a:lnTo>
                  <a:pt x="1266825" y="133350"/>
                </a:lnTo>
                <a:lnTo>
                  <a:pt x="1266825" y="142875"/>
                </a:lnTo>
                <a:lnTo>
                  <a:pt x="1228725" y="142875"/>
                </a:lnTo>
                <a:close/>
                <a:moveTo>
                  <a:pt x="1333500" y="133350"/>
                </a:moveTo>
                <a:lnTo>
                  <a:pt x="1352550" y="133350"/>
                </a:lnTo>
                <a:lnTo>
                  <a:pt x="1352550" y="142875"/>
                </a:lnTo>
                <a:lnTo>
                  <a:pt x="1333500" y="142875"/>
                </a:lnTo>
                <a:close/>
                <a:moveTo>
                  <a:pt x="1476375" y="219075"/>
                </a:moveTo>
                <a:lnTo>
                  <a:pt x="1504950" y="219075"/>
                </a:lnTo>
                <a:lnTo>
                  <a:pt x="1504950" y="228600"/>
                </a:lnTo>
                <a:lnTo>
                  <a:pt x="1476375" y="228600"/>
                </a:lnTo>
                <a:close/>
                <a:moveTo>
                  <a:pt x="1457325" y="257175"/>
                </a:moveTo>
                <a:lnTo>
                  <a:pt x="1466850" y="257175"/>
                </a:lnTo>
                <a:lnTo>
                  <a:pt x="1466850" y="266700"/>
                </a:lnTo>
                <a:lnTo>
                  <a:pt x="1457325" y="266700"/>
                </a:lnTo>
                <a:close/>
                <a:moveTo>
                  <a:pt x="1571625" y="266700"/>
                </a:moveTo>
                <a:lnTo>
                  <a:pt x="1581150" y="266700"/>
                </a:lnTo>
                <a:lnTo>
                  <a:pt x="1581150" y="276225"/>
                </a:lnTo>
                <a:lnTo>
                  <a:pt x="1571625" y="276225"/>
                </a:lnTo>
                <a:close/>
                <a:moveTo>
                  <a:pt x="1562100" y="276225"/>
                </a:moveTo>
                <a:lnTo>
                  <a:pt x="1571625" y="276225"/>
                </a:lnTo>
                <a:lnTo>
                  <a:pt x="1571625" y="285750"/>
                </a:lnTo>
                <a:lnTo>
                  <a:pt x="1562100" y="285750"/>
                </a:lnTo>
                <a:close/>
                <a:moveTo>
                  <a:pt x="123825" y="295275"/>
                </a:moveTo>
                <a:lnTo>
                  <a:pt x="133350" y="295275"/>
                </a:lnTo>
                <a:lnTo>
                  <a:pt x="133350" y="333375"/>
                </a:lnTo>
                <a:lnTo>
                  <a:pt x="123825" y="333375"/>
                </a:lnTo>
                <a:close/>
                <a:moveTo>
                  <a:pt x="295275" y="400050"/>
                </a:moveTo>
                <a:lnTo>
                  <a:pt x="314325" y="400050"/>
                </a:lnTo>
                <a:lnTo>
                  <a:pt x="314325" y="409575"/>
                </a:lnTo>
                <a:lnTo>
                  <a:pt x="323850" y="409575"/>
                </a:lnTo>
                <a:lnTo>
                  <a:pt x="323850" y="419100"/>
                </a:lnTo>
                <a:lnTo>
                  <a:pt x="333375" y="419100"/>
                </a:lnTo>
                <a:lnTo>
                  <a:pt x="333375" y="428625"/>
                </a:lnTo>
                <a:lnTo>
                  <a:pt x="323850" y="428625"/>
                </a:lnTo>
                <a:lnTo>
                  <a:pt x="323850" y="447675"/>
                </a:lnTo>
                <a:lnTo>
                  <a:pt x="285750" y="447675"/>
                </a:lnTo>
                <a:lnTo>
                  <a:pt x="285750" y="428625"/>
                </a:lnTo>
                <a:lnTo>
                  <a:pt x="276225" y="428625"/>
                </a:lnTo>
                <a:lnTo>
                  <a:pt x="276225" y="419100"/>
                </a:lnTo>
                <a:lnTo>
                  <a:pt x="285750" y="419100"/>
                </a:lnTo>
                <a:lnTo>
                  <a:pt x="285750" y="409575"/>
                </a:lnTo>
                <a:lnTo>
                  <a:pt x="295275" y="409575"/>
                </a:lnTo>
                <a:close/>
                <a:moveTo>
                  <a:pt x="333375" y="476250"/>
                </a:moveTo>
                <a:lnTo>
                  <a:pt x="485775" y="476250"/>
                </a:lnTo>
                <a:lnTo>
                  <a:pt x="485775" y="523875"/>
                </a:lnTo>
                <a:lnTo>
                  <a:pt x="419100" y="523875"/>
                </a:lnTo>
                <a:lnTo>
                  <a:pt x="419100" y="533400"/>
                </a:lnTo>
                <a:lnTo>
                  <a:pt x="400050" y="533400"/>
                </a:lnTo>
                <a:lnTo>
                  <a:pt x="400050" y="523875"/>
                </a:lnTo>
                <a:lnTo>
                  <a:pt x="390525" y="523875"/>
                </a:lnTo>
                <a:lnTo>
                  <a:pt x="390525" y="514350"/>
                </a:lnTo>
                <a:lnTo>
                  <a:pt x="447675" y="514350"/>
                </a:lnTo>
                <a:lnTo>
                  <a:pt x="447675" y="495300"/>
                </a:lnTo>
                <a:lnTo>
                  <a:pt x="333375" y="495300"/>
                </a:lnTo>
                <a:lnTo>
                  <a:pt x="333375" y="514350"/>
                </a:lnTo>
                <a:lnTo>
                  <a:pt x="323850" y="514350"/>
                </a:lnTo>
                <a:lnTo>
                  <a:pt x="323850" y="504825"/>
                </a:lnTo>
                <a:lnTo>
                  <a:pt x="314325" y="504825"/>
                </a:lnTo>
                <a:lnTo>
                  <a:pt x="314325" y="495300"/>
                </a:lnTo>
                <a:lnTo>
                  <a:pt x="323850" y="495300"/>
                </a:lnTo>
                <a:lnTo>
                  <a:pt x="323850" y="485775"/>
                </a:lnTo>
                <a:lnTo>
                  <a:pt x="333375" y="485775"/>
                </a:lnTo>
                <a:close/>
                <a:moveTo>
                  <a:pt x="142875" y="533400"/>
                </a:moveTo>
                <a:lnTo>
                  <a:pt x="161925" y="533400"/>
                </a:lnTo>
                <a:lnTo>
                  <a:pt x="161925" y="581025"/>
                </a:lnTo>
                <a:lnTo>
                  <a:pt x="142875" y="581025"/>
                </a:lnTo>
                <a:close/>
                <a:moveTo>
                  <a:pt x="133350" y="590550"/>
                </a:moveTo>
                <a:lnTo>
                  <a:pt x="142875" y="590550"/>
                </a:lnTo>
                <a:lnTo>
                  <a:pt x="142875" y="695325"/>
                </a:lnTo>
                <a:lnTo>
                  <a:pt x="133350" y="695325"/>
                </a:lnTo>
                <a:lnTo>
                  <a:pt x="133350" y="733425"/>
                </a:lnTo>
                <a:lnTo>
                  <a:pt x="142875" y="733425"/>
                </a:lnTo>
                <a:lnTo>
                  <a:pt x="142875" y="762000"/>
                </a:lnTo>
                <a:lnTo>
                  <a:pt x="133350" y="762000"/>
                </a:lnTo>
                <a:lnTo>
                  <a:pt x="133350" y="752475"/>
                </a:lnTo>
                <a:lnTo>
                  <a:pt x="123825" y="752475"/>
                </a:lnTo>
                <a:lnTo>
                  <a:pt x="123825" y="762000"/>
                </a:lnTo>
                <a:lnTo>
                  <a:pt x="114300" y="762000"/>
                </a:lnTo>
                <a:lnTo>
                  <a:pt x="114300" y="733425"/>
                </a:lnTo>
                <a:lnTo>
                  <a:pt x="123825" y="733425"/>
                </a:lnTo>
                <a:lnTo>
                  <a:pt x="123825" y="695325"/>
                </a:lnTo>
                <a:lnTo>
                  <a:pt x="114300" y="695325"/>
                </a:lnTo>
                <a:lnTo>
                  <a:pt x="114300" y="600075"/>
                </a:lnTo>
                <a:lnTo>
                  <a:pt x="123825" y="600075"/>
                </a:lnTo>
                <a:lnTo>
                  <a:pt x="123825" y="609600"/>
                </a:lnTo>
                <a:lnTo>
                  <a:pt x="133350" y="609600"/>
                </a:lnTo>
                <a:close/>
                <a:moveTo>
                  <a:pt x="161925" y="628650"/>
                </a:moveTo>
                <a:lnTo>
                  <a:pt x="171450" y="628650"/>
                </a:lnTo>
                <a:lnTo>
                  <a:pt x="171450" y="638175"/>
                </a:lnTo>
                <a:lnTo>
                  <a:pt x="180975" y="638175"/>
                </a:lnTo>
                <a:lnTo>
                  <a:pt x="180975" y="647700"/>
                </a:lnTo>
                <a:lnTo>
                  <a:pt x="190500" y="647700"/>
                </a:lnTo>
                <a:lnTo>
                  <a:pt x="190500" y="657225"/>
                </a:lnTo>
                <a:lnTo>
                  <a:pt x="200025" y="657225"/>
                </a:lnTo>
                <a:lnTo>
                  <a:pt x="200025" y="666750"/>
                </a:lnTo>
                <a:lnTo>
                  <a:pt x="190500" y="666750"/>
                </a:lnTo>
                <a:lnTo>
                  <a:pt x="190500" y="685800"/>
                </a:lnTo>
                <a:lnTo>
                  <a:pt x="171450" y="685800"/>
                </a:lnTo>
                <a:lnTo>
                  <a:pt x="171450" y="695325"/>
                </a:lnTo>
                <a:lnTo>
                  <a:pt x="161925" y="695325"/>
                </a:lnTo>
                <a:close/>
                <a:moveTo>
                  <a:pt x="704850" y="657225"/>
                </a:moveTo>
                <a:lnTo>
                  <a:pt x="733425" y="657225"/>
                </a:lnTo>
                <a:lnTo>
                  <a:pt x="733425" y="676275"/>
                </a:lnTo>
                <a:lnTo>
                  <a:pt x="723900" y="676275"/>
                </a:lnTo>
                <a:lnTo>
                  <a:pt x="723900" y="685800"/>
                </a:lnTo>
                <a:lnTo>
                  <a:pt x="714375" y="685800"/>
                </a:lnTo>
                <a:lnTo>
                  <a:pt x="714375" y="666750"/>
                </a:lnTo>
                <a:lnTo>
                  <a:pt x="704850" y="666750"/>
                </a:lnTo>
                <a:close/>
                <a:moveTo>
                  <a:pt x="142875" y="771525"/>
                </a:moveTo>
                <a:lnTo>
                  <a:pt x="161925" y="771525"/>
                </a:lnTo>
                <a:lnTo>
                  <a:pt x="161925" y="809625"/>
                </a:lnTo>
                <a:lnTo>
                  <a:pt x="152400" y="809625"/>
                </a:lnTo>
                <a:lnTo>
                  <a:pt x="152400" y="838200"/>
                </a:lnTo>
                <a:lnTo>
                  <a:pt x="161925" y="838200"/>
                </a:lnTo>
                <a:lnTo>
                  <a:pt x="161925" y="885825"/>
                </a:lnTo>
                <a:lnTo>
                  <a:pt x="152400" y="885825"/>
                </a:lnTo>
                <a:lnTo>
                  <a:pt x="152400" y="904875"/>
                </a:lnTo>
                <a:lnTo>
                  <a:pt x="142875" y="904875"/>
                </a:lnTo>
                <a:close/>
                <a:moveTo>
                  <a:pt x="342900" y="790575"/>
                </a:moveTo>
                <a:lnTo>
                  <a:pt x="361950" y="790575"/>
                </a:lnTo>
                <a:lnTo>
                  <a:pt x="361950" y="800100"/>
                </a:lnTo>
                <a:lnTo>
                  <a:pt x="485775" y="800100"/>
                </a:lnTo>
                <a:lnTo>
                  <a:pt x="485775" y="809625"/>
                </a:lnTo>
                <a:lnTo>
                  <a:pt x="323850" y="809625"/>
                </a:lnTo>
                <a:lnTo>
                  <a:pt x="323850" y="800100"/>
                </a:lnTo>
                <a:lnTo>
                  <a:pt x="342900" y="800100"/>
                </a:lnTo>
                <a:close/>
                <a:moveTo>
                  <a:pt x="180975" y="800100"/>
                </a:moveTo>
                <a:lnTo>
                  <a:pt x="266700" y="800100"/>
                </a:lnTo>
                <a:lnTo>
                  <a:pt x="266700" y="809625"/>
                </a:lnTo>
                <a:lnTo>
                  <a:pt x="180975" y="809625"/>
                </a:lnTo>
                <a:close/>
                <a:moveTo>
                  <a:pt x="657225" y="800100"/>
                </a:moveTo>
                <a:lnTo>
                  <a:pt x="666750" y="800100"/>
                </a:lnTo>
                <a:lnTo>
                  <a:pt x="666750" y="809625"/>
                </a:lnTo>
                <a:lnTo>
                  <a:pt x="657225" y="809625"/>
                </a:lnTo>
                <a:close/>
                <a:moveTo>
                  <a:pt x="666750" y="809625"/>
                </a:moveTo>
                <a:lnTo>
                  <a:pt x="676275" y="809625"/>
                </a:lnTo>
                <a:lnTo>
                  <a:pt x="676275" y="819150"/>
                </a:lnTo>
                <a:lnTo>
                  <a:pt x="666750" y="819150"/>
                </a:lnTo>
                <a:close/>
                <a:moveTo>
                  <a:pt x="619125" y="819150"/>
                </a:moveTo>
                <a:lnTo>
                  <a:pt x="666750" y="819150"/>
                </a:lnTo>
                <a:lnTo>
                  <a:pt x="666750" y="828675"/>
                </a:lnTo>
                <a:lnTo>
                  <a:pt x="619125" y="828675"/>
                </a:lnTo>
                <a:close/>
                <a:moveTo>
                  <a:pt x="190500" y="828675"/>
                </a:moveTo>
                <a:lnTo>
                  <a:pt x="266700" y="828675"/>
                </a:lnTo>
                <a:lnTo>
                  <a:pt x="266700" y="838200"/>
                </a:lnTo>
                <a:lnTo>
                  <a:pt x="190500" y="838200"/>
                </a:lnTo>
                <a:close/>
                <a:moveTo>
                  <a:pt x="314325" y="828675"/>
                </a:moveTo>
                <a:lnTo>
                  <a:pt x="428625" y="828675"/>
                </a:lnTo>
                <a:lnTo>
                  <a:pt x="428625" y="838200"/>
                </a:lnTo>
                <a:lnTo>
                  <a:pt x="323850" y="838200"/>
                </a:lnTo>
                <a:lnTo>
                  <a:pt x="323850" y="857250"/>
                </a:lnTo>
                <a:lnTo>
                  <a:pt x="314325" y="857250"/>
                </a:lnTo>
                <a:close/>
                <a:moveTo>
                  <a:pt x="342900" y="904875"/>
                </a:moveTo>
                <a:lnTo>
                  <a:pt x="352425" y="904875"/>
                </a:lnTo>
                <a:lnTo>
                  <a:pt x="352425" y="923925"/>
                </a:lnTo>
                <a:lnTo>
                  <a:pt x="333375" y="923925"/>
                </a:lnTo>
                <a:lnTo>
                  <a:pt x="333375" y="914400"/>
                </a:lnTo>
                <a:lnTo>
                  <a:pt x="342900" y="914400"/>
                </a:lnTo>
                <a:close/>
                <a:moveTo>
                  <a:pt x="466725" y="914400"/>
                </a:moveTo>
                <a:lnTo>
                  <a:pt x="476250" y="914400"/>
                </a:lnTo>
                <a:lnTo>
                  <a:pt x="476250" y="923925"/>
                </a:lnTo>
                <a:lnTo>
                  <a:pt x="466725" y="923925"/>
                </a:lnTo>
                <a:close/>
                <a:moveTo>
                  <a:pt x="142875" y="923925"/>
                </a:moveTo>
                <a:lnTo>
                  <a:pt x="161925" y="923925"/>
                </a:lnTo>
                <a:lnTo>
                  <a:pt x="161925" y="952500"/>
                </a:lnTo>
                <a:lnTo>
                  <a:pt x="142875" y="952500"/>
                </a:lnTo>
                <a:close/>
                <a:moveTo>
                  <a:pt x="133350" y="971550"/>
                </a:moveTo>
                <a:lnTo>
                  <a:pt x="142875" y="971550"/>
                </a:lnTo>
                <a:lnTo>
                  <a:pt x="142875" y="1047750"/>
                </a:lnTo>
                <a:lnTo>
                  <a:pt x="133350" y="1047750"/>
                </a:lnTo>
                <a:lnTo>
                  <a:pt x="133350" y="1066800"/>
                </a:lnTo>
                <a:lnTo>
                  <a:pt x="142875" y="1066800"/>
                </a:lnTo>
                <a:lnTo>
                  <a:pt x="142875" y="1152525"/>
                </a:lnTo>
                <a:lnTo>
                  <a:pt x="133350" y="1152525"/>
                </a:lnTo>
                <a:lnTo>
                  <a:pt x="133350" y="1143000"/>
                </a:lnTo>
                <a:lnTo>
                  <a:pt x="114300" y="1143000"/>
                </a:lnTo>
                <a:lnTo>
                  <a:pt x="114300" y="1066800"/>
                </a:lnTo>
                <a:lnTo>
                  <a:pt x="123825" y="1066800"/>
                </a:lnTo>
                <a:lnTo>
                  <a:pt x="123825" y="1047750"/>
                </a:lnTo>
                <a:lnTo>
                  <a:pt x="114300" y="1047750"/>
                </a:lnTo>
                <a:lnTo>
                  <a:pt x="114300" y="981075"/>
                </a:lnTo>
                <a:lnTo>
                  <a:pt x="123825" y="981075"/>
                </a:lnTo>
                <a:lnTo>
                  <a:pt x="123825" y="990600"/>
                </a:lnTo>
                <a:lnTo>
                  <a:pt x="133350" y="990600"/>
                </a:lnTo>
                <a:close/>
                <a:moveTo>
                  <a:pt x="161925" y="981075"/>
                </a:moveTo>
                <a:lnTo>
                  <a:pt x="171450" y="981075"/>
                </a:lnTo>
                <a:lnTo>
                  <a:pt x="171450" y="1019175"/>
                </a:lnTo>
                <a:lnTo>
                  <a:pt x="161925" y="1019175"/>
                </a:lnTo>
                <a:close/>
                <a:moveTo>
                  <a:pt x="161925" y="1038225"/>
                </a:moveTo>
                <a:lnTo>
                  <a:pt x="171450" y="1038225"/>
                </a:lnTo>
                <a:lnTo>
                  <a:pt x="171450" y="1047750"/>
                </a:lnTo>
                <a:lnTo>
                  <a:pt x="161925" y="1047750"/>
                </a:lnTo>
                <a:close/>
                <a:moveTo>
                  <a:pt x="171450" y="1047750"/>
                </a:moveTo>
                <a:lnTo>
                  <a:pt x="190500" y="1047750"/>
                </a:lnTo>
                <a:lnTo>
                  <a:pt x="190500" y="1057275"/>
                </a:lnTo>
                <a:lnTo>
                  <a:pt x="200025" y="1057275"/>
                </a:lnTo>
                <a:lnTo>
                  <a:pt x="200025" y="1066800"/>
                </a:lnTo>
                <a:lnTo>
                  <a:pt x="180975" y="1066800"/>
                </a:lnTo>
                <a:lnTo>
                  <a:pt x="180975" y="1085850"/>
                </a:lnTo>
                <a:lnTo>
                  <a:pt x="171450" y="1085850"/>
                </a:lnTo>
                <a:close/>
                <a:moveTo>
                  <a:pt x="552450" y="1047750"/>
                </a:moveTo>
                <a:lnTo>
                  <a:pt x="628650" y="1047750"/>
                </a:lnTo>
                <a:lnTo>
                  <a:pt x="628650" y="1057275"/>
                </a:lnTo>
                <a:lnTo>
                  <a:pt x="638175" y="1057275"/>
                </a:lnTo>
                <a:lnTo>
                  <a:pt x="638175" y="1066800"/>
                </a:lnTo>
                <a:lnTo>
                  <a:pt x="628650" y="1066800"/>
                </a:lnTo>
                <a:lnTo>
                  <a:pt x="628650" y="1076325"/>
                </a:lnTo>
                <a:lnTo>
                  <a:pt x="619125" y="1076325"/>
                </a:lnTo>
                <a:lnTo>
                  <a:pt x="619125" y="1085850"/>
                </a:lnTo>
                <a:lnTo>
                  <a:pt x="609600" y="1085850"/>
                </a:lnTo>
                <a:lnTo>
                  <a:pt x="609600" y="1095375"/>
                </a:lnTo>
                <a:lnTo>
                  <a:pt x="600075" y="1095375"/>
                </a:lnTo>
                <a:lnTo>
                  <a:pt x="600075" y="1085850"/>
                </a:lnTo>
                <a:lnTo>
                  <a:pt x="590550" y="1085850"/>
                </a:lnTo>
                <a:lnTo>
                  <a:pt x="590550" y="1076325"/>
                </a:lnTo>
                <a:lnTo>
                  <a:pt x="552450" y="1076325"/>
                </a:lnTo>
                <a:close/>
                <a:moveTo>
                  <a:pt x="676275" y="1047750"/>
                </a:moveTo>
                <a:lnTo>
                  <a:pt x="685800" y="1047750"/>
                </a:lnTo>
                <a:lnTo>
                  <a:pt x="685800" y="1057275"/>
                </a:lnTo>
                <a:lnTo>
                  <a:pt x="695325" y="1057275"/>
                </a:lnTo>
                <a:lnTo>
                  <a:pt x="695325" y="1066800"/>
                </a:lnTo>
                <a:lnTo>
                  <a:pt x="666750" y="1066800"/>
                </a:lnTo>
                <a:lnTo>
                  <a:pt x="666750" y="1057275"/>
                </a:lnTo>
                <a:lnTo>
                  <a:pt x="676275" y="1057275"/>
                </a:lnTo>
                <a:close/>
                <a:moveTo>
                  <a:pt x="590550" y="1076325"/>
                </a:moveTo>
                <a:lnTo>
                  <a:pt x="600075" y="1076325"/>
                </a:lnTo>
                <a:lnTo>
                  <a:pt x="600075" y="1066800"/>
                </a:lnTo>
                <a:lnTo>
                  <a:pt x="590550" y="1066800"/>
                </a:lnTo>
                <a:close/>
                <a:moveTo>
                  <a:pt x="685800" y="1076325"/>
                </a:moveTo>
                <a:lnTo>
                  <a:pt x="695325" y="1076325"/>
                </a:lnTo>
                <a:lnTo>
                  <a:pt x="695325" y="1085850"/>
                </a:lnTo>
                <a:lnTo>
                  <a:pt x="685800" y="1085850"/>
                </a:lnTo>
                <a:close/>
                <a:moveTo>
                  <a:pt x="171450" y="1133475"/>
                </a:moveTo>
                <a:lnTo>
                  <a:pt x="180975" y="1133475"/>
                </a:lnTo>
                <a:lnTo>
                  <a:pt x="180975" y="1143000"/>
                </a:lnTo>
                <a:lnTo>
                  <a:pt x="171450" y="1143000"/>
                </a:lnTo>
                <a:close/>
                <a:moveTo>
                  <a:pt x="161925" y="1143000"/>
                </a:moveTo>
                <a:lnTo>
                  <a:pt x="171450" y="1143000"/>
                </a:lnTo>
                <a:lnTo>
                  <a:pt x="171450" y="1152525"/>
                </a:lnTo>
                <a:lnTo>
                  <a:pt x="161925" y="1152525"/>
                </a:lnTo>
                <a:close/>
                <a:moveTo>
                  <a:pt x="142875" y="1152525"/>
                </a:moveTo>
                <a:lnTo>
                  <a:pt x="161925" y="1152525"/>
                </a:lnTo>
                <a:lnTo>
                  <a:pt x="161925" y="1200150"/>
                </a:lnTo>
                <a:lnTo>
                  <a:pt x="142875" y="1200150"/>
                </a:lnTo>
                <a:close/>
                <a:moveTo>
                  <a:pt x="238125" y="1162050"/>
                </a:moveTo>
                <a:lnTo>
                  <a:pt x="304800" y="1162050"/>
                </a:lnTo>
                <a:lnTo>
                  <a:pt x="304800" y="1181100"/>
                </a:lnTo>
                <a:lnTo>
                  <a:pt x="314325" y="1181100"/>
                </a:lnTo>
                <a:lnTo>
                  <a:pt x="314325" y="1200150"/>
                </a:lnTo>
                <a:lnTo>
                  <a:pt x="333375" y="1200150"/>
                </a:lnTo>
                <a:lnTo>
                  <a:pt x="333375" y="1209675"/>
                </a:lnTo>
                <a:lnTo>
                  <a:pt x="323850" y="1209675"/>
                </a:lnTo>
                <a:lnTo>
                  <a:pt x="323850" y="1238250"/>
                </a:lnTo>
                <a:lnTo>
                  <a:pt x="304800" y="1238250"/>
                </a:lnTo>
                <a:lnTo>
                  <a:pt x="304800" y="1276350"/>
                </a:lnTo>
                <a:lnTo>
                  <a:pt x="295275" y="1276350"/>
                </a:lnTo>
                <a:lnTo>
                  <a:pt x="295275" y="1285875"/>
                </a:lnTo>
                <a:lnTo>
                  <a:pt x="276225" y="1285875"/>
                </a:lnTo>
                <a:lnTo>
                  <a:pt x="276225" y="1266825"/>
                </a:lnTo>
                <a:lnTo>
                  <a:pt x="266700" y="1266825"/>
                </a:lnTo>
                <a:lnTo>
                  <a:pt x="266700" y="1247775"/>
                </a:lnTo>
                <a:lnTo>
                  <a:pt x="276225" y="1247775"/>
                </a:lnTo>
                <a:lnTo>
                  <a:pt x="276225" y="1228725"/>
                </a:lnTo>
                <a:lnTo>
                  <a:pt x="266700" y="1228725"/>
                </a:lnTo>
                <a:lnTo>
                  <a:pt x="266700" y="1219200"/>
                </a:lnTo>
                <a:lnTo>
                  <a:pt x="257175" y="1219200"/>
                </a:lnTo>
                <a:lnTo>
                  <a:pt x="257175" y="1200150"/>
                </a:lnTo>
                <a:lnTo>
                  <a:pt x="266700" y="1200150"/>
                </a:lnTo>
                <a:lnTo>
                  <a:pt x="266700" y="1190625"/>
                </a:lnTo>
                <a:lnTo>
                  <a:pt x="238125" y="1190625"/>
                </a:lnTo>
                <a:close/>
                <a:moveTo>
                  <a:pt x="390525" y="1190625"/>
                </a:moveTo>
                <a:lnTo>
                  <a:pt x="419100" y="1190625"/>
                </a:lnTo>
                <a:lnTo>
                  <a:pt x="419100" y="1209675"/>
                </a:lnTo>
                <a:lnTo>
                  <a:pt x="409575" y="1209675"/>
                </a:lnTo>
                <a:lnTo>
                  <a:pt x="409575" y="1200150"/>
                </a:lnTo>
                <a:lnTo>
                  <a:pt x="390525" y="1200150"/>
                </a:lnTo>
                <a:close/>
                <a:moveTo>
                  <a:pt x="1704975" y="1200150"/>
                </a:moveTo>
                <a:lnTo>
                  <a:pt x="1714500" y="1200150"/>
                </a:lnTo>
                <a:lnTo>
                  <a:pt x="1714500" y="1219200"/>
                </a:lnTo>
                <a:lnTo>
                  <a:pt x="1704975" y="1219200"/>
                </a:lnTo>
                <a:close/>
                <a:moveTo>
                  <a:pt x="1676400" y="1209675"/>
                </a:moveTo>
                <a:lnTo>
                  <a:pt x="1685925" y="1209675"/>
                </a:lnTo>
                <a:lnTo>
                  <a:pt x="1685925" y="1219200"/>
                </a:lnTo>
                <a:lnTo>
                  <a:pt x="1676400" y="1219200"/>
                </a:lnTo>
                <a:close/>
                <a:moveTo>
                  <a:pt x="152400" y="1257300"/>
                </a:moveTo>
                <a:lnTo>
                  <a:pt x="161925" y="1257300"/>
                </a:lnTo>
                <a:lnTo>
                  <a:pt x="161925" y="1266825"/>
                </a:lnTo>
                <a:lnTo>
                  <a:pt x="152400" y="1266825"/>
                </a:lnTo>
                <a:close/>
                <a:moveTo>
                  <a:pt x="152400" y="1304925"/>
                </a:moveTo>
                <a:lnTo>
                  <a:pt x="161925" y="1304925"/>
                </a:lnTo>
                <a:lnTo>
                  <a:pt x="161925" y="1381125"/>
                </a:lnTo>
                <a:lnTo>
                  <a:pt x="171450" y="1381125"/>
                </a:lnTo>
                <a:lnTo>
                  <a:pt x="171450" y="1400175"/>
                </a:lnTo>
                <a:lnTo>
                  <a:pt x="161925" y="1400175"/>
                </a:lnTo>
                <a:lnTo>
                  <a:pt x="161925" y="1419225"/>
                </a:lnTo>
                <a:lnTo>
                  <a:pt x="152400" y="1419225"/>
                </a:lnTo>
                <a:lnTo>
                  <a:pt x="152400" y="1438275"/>
                </a:lnTo>
                <a:lnTo>
                  <a:pt x="161925" y="1438275"/>
                </a:lnTo>
                <a:lnTo>
                  <a:pt x="161925" y="1514475"/>
                </a:lnTo>
                <a:lnTo>
                  <a:pt x="152400" y="1514475"/>
                </a:lnTo>
                <a:lnTo>
                  <a:pt x="152400" y="1533525"/>
                </a:lnTo>
                <a:lnTo>
                  <a:pt x="161925" y="1533525"/>
                </a:lnTo>
                <a:lnTo>
                  <a:pt x="161925" y="1619250"/>
                </a:lnTo>
                <a:lnTo>
                  <a:pt x="152400" y="1619250"/>
                </a:lnTo>
                <a:lnTo>
                  <a:pt x="152400" y="1647825"/>
                </a:lnTo>
                <a:lnTo>
                  <a:pt x="142875" y="1647825"/>
                </a:lnTo>
                <a:lnTo>
                  <a:pt x="142875" y="1685925"/>
                </a:lnTo>
                <a:lnTo>
                  <a:pt x="133350" y="1685925"/>
                </a:lnTo>
                <a:lnTo>
                  <a:pt x="133350" y="1666875"/>
                </a:lnTo>
                <a:lnTo>
                  <a:pt x="123825" y="1666875"/>
                </a:lnTo>
                <a:lnTo>
                  <a:pt x="123825" y="1685925"/>
                </a:lnTo>
                <a:lnTo>
                  <a:pt x="114300" y="1685925"/>
                </a:lnTo>
                <a:lnTo>
                  <a:pt x="114300" y="1609725"/>
                </a:lnTo>
                <a:lnTo>
                  <a:pt x="123825" y="1609725"/>
                </a:lnTo>
                <a:lnTo>
                  <a:pt x="123825" y="1657350"/>
                </a:lnTo>
                <a:lnTo>
                  <a:pt x="133350" y="1657350"/>
                </a:lnTo>
                <a:lnTo>
                  <a:pt x="133350" y="1609725"/>
                </a:lnTo>
                <a:lnTo>
                  <a:pt x="142875" y="1609725"/>
                </a:lnTo>
                <a:lnTo>
                  <a:pt x="142875" y="1524000"/>
                </a:lnTo>
                <a:lnTo>
                  <a:pt x="133350" y="1524000"/>
                </a:lnTo>
                <a:lnTo>
                  <a:pt x="133350" y="1504950"/>
                </a:lnTo>
                <a:lnTo>
                  <a:pt x="142875" y="1504950"/>
                </a:lnTo>
                <a:lnTo>
                  <a:pt x="142875" y="1466850"/>
                </a:lnTo>
                <a:lnTo>
                  <a:pt x="133350" y="1466850"/>
                </a:lnTo>
                <a:lnTo>
                  <a:pt x="133350" y="1419225"/>
                </a:lnTo>
                <a:lnTo>
                  <a:pt x="123825" y="1419225"/>
                </a:lnTo>
                <a:lnTo>
                  <a:pt x="123825" y="1466850"/>
                </a:lnTo>
                <a:lnTo>
                  <a:pt x="114300" y="1466850"/>
                </a:lnTo>
                <a:lnTo>
                  <a:pt x="114300" y="1352550"/>
                </a:lnTo>
                <a:lnTo>
                  <a:pt x="123825" y="1352550"/>
                </a:lnTo>
                <a:lnTo>
                  <a:pt x="123825" y="1362075"/>
                </a:lnTo>
                <a:lnTo>
                  <a:pt x="133350" y="1362075"/>
                </a:lnTo>
                <a:lnTo>
                  <a:pt x="133350" y="1343025"/>
                </a:lnTo>
                <a:lnTo>
                  <a:pt x="142875" y="1343025"/>
                </a:lnTo>
                <a:lnTo>
                  <a:pt x="142875" y="1314450"/>
                </a:lnTo>
                <a:lnTo>
                  <a:pt x="152400" y="1314450"/>
                </a:lnTo>
                <a:close/>
                <a:moveTo>
                  <a:pt x="1647825" y="1343025"/>
                </a:moveTo>
                <a:lnTo>
                  <a:pt x="1657350" y="1343025"/>
                </a:lnTo>
                <a:lnTo>
                  <a:pt x="1657350" y="1352550"/>
                </a:lnTo>
                <a:lnTo>
                  <a:pt x="1647825" y="1352550"/>
                </a:lnTo>
                <a:close/>
                <a:moveTo>
                  <a:pt x="171450" y="1400175"/>
                </a:moveTo>
                <a:lnTo>
                  <a:pt x="180975" y="1400175"/>
                </a:lnTo>
                <a:lnTo>
                  <a:pt x="180975" y="1409700"/>
                </a:lnTo>
                <a:lnTo>
                  <a:pt x="171450" y="1409700"/>
                </a:lnTo>
                <a:close/>
                <a:moveTo>
                  <a:pt x="1647825" y="1514475"/>
                </a:moveTo>
                <a:lnTo>
                  <a:pt x="1657350" y="1514475"/>
                </a:lnTo>
                <a:lnTo>
                  <a:pt x="1657350" y="1533525"/>
                </a:lnTo>
                <a:lnTo>
                  <a:pt x="1647825" y="1533525"/>
                </a:lnTo>
                <a:close/>
                <a:moveTo>
                  <a:pt x="990600" y="1590675"/>
                </a:moveTo>
                <a:lnTo>
                  <a:pt x="1009650" y="1590675"/>
                </a:lnTo>
                <a:lnTo>
                  <a:pt x="1009650" y="1600200"/>
                </a:lnTo>
                <a:lnTo>
                  <a:pt x="990600" y="1600200"/>
                </a:lnTo>
                <a:close/>
                <a:moveTo>
                  <a:pt x="952500" y="1619250"/>
                </a:moveTo>
                <a:lnTo>
                  <a:pt x="962025" y="1619250"/>
                </a:lnTo>
                <a:lnTo>
                  <a:pt x="962025" y="1647825"/>
                </a:lnTo>
                <a:lnTo>
                  <a:pt x="952500" y="1647825"/>
                </a:lnTo>
                <a:close/>
                <a:moveTo>
                  <a:pt x="1028700" y="1619250"/>
                </a:moveTo>
                <a:lnTo>
                  <a:pt x="1038225" y="1619250"/>
                </a:lnTo>
                <a:lnTo>
                  <a:pt x="1038225" y="1628775"/>
                </a:lnTo>
                <a:lnTo>
                  <a:pt x="1028700" y="1628775"/>
                </a:lnTo>
                <a:close/>
                <a:moveTo>
                  <a:pt x="228600" y="1657350"/>
                </a:moveTo>
                <a:lnTo>
                  <a:pt x="238125" y="1657350"/>
                </a:lnTo>
                <a:lnTo>
                  <a:pt x="238125" y="1666875"/>
                </a:lnTo>
                <a:lnTo>
                  <a:pt x="228600" y="1666875"/>
                </a:lnTo>
                <a:close/>
                <a:moveTo>
                  <a:pt x="161925" y="1666875"/>
                </a:moveTo>
                <a:lnTo>
                  <a:pt x="171450" y="1666875"/>
                </a:lnTo>
                <a:lnTo>
                  <a:pt x="171450" y="1685925"/>
                </a:lnTo>
                <a:lnTo>
                  <a:pt x="161925" y="1685925"/>
                </a:lnTo>
                <a:close/>
                <a:moveTo>
                  <a:pt x="180975" y="1666875"/>
                </a:moveTo>
                <a:lnTo>
                  <a:pt x="190500" y="1666875"/>
                </a:lnTo>
                <a:lnTo>
                  <a:pt x="190500" y="1676400"/>
                </a:lnTo>
                <a:lnTo>
                  <a:pt x="180975" y="1676400"/>
                </a:lnTo>
                <a:close/>
                <a:moveTo>
                  <a:pt x="190500" y="1676400"/>
                </a:moveTo>
                <a:lnTo>
                  <a:pt x="209550" y="1676400"/>
                </a:lnTo>
                <a:lnTo>
                  <a:pt x="209550" y="1685925"/>
                </a:lnTo>
                <a:lnTo>
                  <a:pt x="190500" y="1685925"/>
                </a:lnTo>
                <a:close/>
                <a:moveTo>
                  <a:pt x="228600" y="1685925"/>
                </a:moveTo>
                <a:lnTo>
                  <a:pt x="257175" y="1685925"/>
                </a:lnTo>
                <a:lnTo>
                  <a:pt x="257175" y="1704975"/>
                </a:lnTo>
                <a:lnTo>
                  <a:pt x="295275" y="1704975"/>
                </a:lnTo>
                <a:lnTo>
                  <a:pt x="295275" y="1695450"/>
                </a:lnTo>
                <a:lnTo>
                  <a:pt x="304800" y="1695450"/>
                </a:lnTo>
                <a:lnTo>
                  <a:pt x="304800" y="1704975"/>
                </a:lnTo>
                <a:lnTo>
                  <a:pt x="323850" y="1704975"/>
                </a:lnTo>
                <a:lnTo>
                  <a:pt x="323850" y="1733550"/>
                </a:lnTo>
                <a:lnTo>
                  <a:pt x="247650" y="1733550"/>
                </a:lnTo>
                <a:lnTo>
                  <a:pt x="247650" y="1714500"/>
                </a:lnTo>
                <a:lnTo>
                  <a:pt x="209550" y="1714500"/>
                </a:lnTo>
                <a:lnTo>
                  <a:pt x="209550" y="1704975"/>
                </a:lnTo>
                <a:lnTo>
                  <a:pt x="190500" y="1704975"/>
                </a:lnTo>
                <a:lnTo>
                  <a:pt x="190500" y="1695450"/>
                </a:lnTo>
                <a:lnTo>
                  <a:pt x="228600" y="1695450"/>
                </a:lnTo>
                <a:close/>
                <a:moveTo>
                  <a:pt x="161925" y="1695450"/>
                </a:moveTo>
                <a:lnTo>
                  <a:pt x="171450" y="1695450"/>
                </a:lnTo>
                <a:lnTo>
                  <a:pt x="171450" y="1724025"/>
                </a:lnTo>
                <a:lnTo>
                  <a:pt x="161925" y="1724025"/>
                </a:lnTo>
                <a:close/>
                <a:moveTo>
                  <a:pt x="914400" y="1695450"/>
                </a:moveTo>
                <a:lnTo>
                  <a:pt x="923925" y="1695450"/>
                </a:lnTo>
                <a:lnTo>
                  <a:pt x="923925" y="1704975"/>
                </a:lnTo>
                <a:lnTo>
                  <a:pt x="914400" y="1704975"/>
                </a:lnTo>
                <a:close/>
                <a:moveTo>
                  <a:pt x="142875" y="1724025"/>
                </a:moveTo>
                <a:lnTo>
                  <a:pt x="152400" y="1724025"/>
                </a:lnTo>
                <a:lnTo>
                  <a:pt x="152400" y="1752600"/>
                </a:lnTo>
                <a:lnTo>
                  <a:pt x="161925" y="1752600"/>
                </a:lnTo>
                <a:lnTo>
                  <a:pt x="161925" y="1809750"/>
                </a:lnTo>
                <a:lnTo>
                  <a:pt x="142875" y="1809750"/>
                </a:lnTo>
                <a:close/>
                <a:moveTo>
                  <a:pt x="428625" y="1724025"/>
                </a:moveTo>
                <a:lnTo>
                  <a:pt x="457200" y="1724025"/>
                </a:lnTo>
                <a:lnTo>
                  <a:pt x="457200" y="1733550"/>
                </a:lnTo>
                <a:lnTo>
                  <a:pt x="428625" y="1733550"/>
                </a:lnTo>
                <a:close/>
                <a:moveTo>
                  <a:pt x="1647825" y="1733550"/>
                </a:moveTo>
                <a:lnTo>
                  <a:pt x="1657350" y="1733550"/>
                </a:lnTo>
                <a:lnTo>
                  <a:pt x="1657350" y="1752600"/>
                </a:lnTo>
                <a:lnTo>
                  <a:pt x="1647825" y="1752600"/>
                </a:lnTo>
                <a:close/>
                <a:moveTo>
                  <a:pt x="142875" y="1828800"/>
                </a:moveTo>
                <a:lnTo>
                  <a:pt x="161925" y="1828800"/>
                </a:lnTo>
                <a:lnTo>
                  <a:pt x="161925" y="1857375"/>
                </a:lnTo>
                <a:lnTo>
                  <a:pt x="142875" y="1857375"/>
                </a:lnTo>
                <a:close/>
                <a:moveTo>
                  <a:pt x="114300" y="1857375"/>
                </a:moveTo>
                <a:lnTo>
                  <a:pt x="123825" y="1857375"/>
                </a:lnTo>
                <a:lnTo>
                  <a:pt x="123825" y="1895475"/>
                </a:lnTo>
                <a:lnTo>
                  <a:pt x="133350" y="1895475"/>
                </a:lnTo>
                <a:lnTo>
                  <a:pt x="133350" y="1857375"/>
                </a:lnTo>
                <a:lnTo>
                  <a:pt x="142875" y="1857375"/>
                </a:lnTo>
                <a:lnTo>
                  <a:pt x="142875" y="1933575"/>
                </a:lnTo>
                <a:lnTo>
                  <a:pt x="133350" y="1933575"/>
                </a:lnTo>
                <a:lnTo>
                  <a:pt x="133350" y="1905000"/>
                </a:lnTo>
                <a:lnTo>
                  <a:pt x="123825" y="1905000"/>
                </a:lnTo>
                <a:lnTo>
                  <a:pt x="123825" y="1933575"/>
                </a:lnTo>
                <a:lnTo>
                  <a:pt x="114300" y="1933575"/>
                </a:lnTo>
                <a:close/>
                <a:moveTo>
                  <a:pt x="371475" y="1962150"/>
                </a:moveTo>
                <a:lnTo>
                  <a:pt x="381000" y="1962150"/>
                </a:lnTo>
                <a:lnTo>
                  <a:pt x="381000" y="1981200"/>
                </a:lnTo>
                <a:lnTo>
                  <a:pt x="371475" y="1981200"/>
                </a:lnTo>
                <a:close/>
                <a:moveTo>
                  <a:pt x="1657350" y="1981200"/>
                </a:moveTo>
                <a:lnTo>
                  <a:pt x="1666875" y="1981200"/>
                </a:lnTo>
                <a:lnTo>
                  <a:pt x="1666875" y="1990725"/>
                </a:lnTo>
                <a:lnTo>
                  <a:pt x="1657350" y="1990725"/>
                </a:lnTo>
                <a:close/>
                <a:moveTo>
                  <a:pt x="142875" y="1990725"/>
                </a:moveTo>
                <a:lnTo>
                  <a:pt x="152400" y="1990725"/>
                </a:lnTo>
                <a:lnTo>
                  <a:pt x="152400" y="2038350"/>
                </a:lnTo>
                <a:lnTo>
                  <a:pt x="142875" y="2038350"/>
                </a:lnTo>
                <a:close/>
                <a:moveTo>
                  <a:pt x="142875" y="2152650"/>
                </a:moveTo>
                <a:lnTo>
                  <a:pt x="152400" y="2152650"/>
                </a:lnTo>
                <a:lnTo>
                  <a:pt x="152400" y="2209800"/>
                </a:lnTo>
                <a:lnTo>
                  <a:pt x="161925" y="2209800"/>
                </a:lnTo>
                <a:lnTo>
                  <a:pt x="161925" y="2266950"/>
                </a:lnTo>
                <a:lnTo>
                  <a:pt x="152400" y="2266950"/>
                </a:lnTo>
                <a:lnTo>
                  <a:pt x="152400" y="2286000"/>
                </a:lnTo>
                <a:lnTo>
                  <a:pt x="142875" y="2286000"/>
                </a:lnTo>
                <a:close/>
                <a:moveTo>
                  <a:pt x="180975" y="2247900"/>
                </a:moveTo>
                <a:lnTo>
                  <a:pt x="200025" y="2247900"/>
                </a:lnTo>
                <a:lnTo>
                  <a:pt x="200025" y="2266950"/>
                </a:lnTo>
                <a:lnTo>
                  <a:pt x="190500" y="2266950"/>
                </a:lnTo>
                <a:lnTo>
                  <a:pt x="190500" y="2257425"/>
                </a:lnTo>
                <a:lnTo>
                  <a:pt x="180975" y="2257425"/>
                </a:lnTo>
                <a:close/>
                <a:moveTo>
                  <a:pt x="219075" y="2247900"/>
                </a:moveTo>
                <a:lnTo>
                  <a:pt x="238125" y="2247900"/>
                </a:lnTo>
                <a:lnTo>
                  <a:pt x="238125" y="2266950"/>
                </a:lnTo>
                <a:lnTo>
                  <a:pt x="219075" y="2266950"/>
                </a:lnTo>
                <a:close/>
                <a:moveTo>
                  <a:pt x="1476375" y="2247900"/>
                </a:moveTo>
                <a:lnTo>
                  <a:pt x="1504950" y="2247900"/>
                </a:lnTo>
                <a:lnTo>
                  <a:pt x="1504950" y="2266950"/>
                </a:lnTo>
                <a:lnTo>
                  <a:pt x="1476375" y="2266950"/>
                </a:lnTo>
                <a:close/>
                <a:moveTo>
                  <a:pt x="1533525" y="2247900"/>
                </a:moveTo>
                <a:lnTo>
                  <a:pt x="1543050" y="2247900"/>
                </a:lnTo>
                <a:lnTo>
                  <a:pt x="1543050" y="2266950"/>
                </a:lnTo>
                <a:lnTo>
                  <a:pt x="1533525" y="2266950"/>
                </a:lnTo>
                <a:close/>
                <a:moveTo>
                  <a:pt x="1600200" y="2247900"/>
                </a:moveTo>
                <a:lnTo>
                  <a:pt x="1619250" y="2247900"/>
                </a:lnTo>
                <a:lnTo>
                  <a:pt x="1619250" y="2266950"/>
                </a:lnTo>
                <a:lnTo>
                  <a:pt x="1600200" y="2266950"/>
                </a:lnTo>
                <a:close/>
                <a:moveTo>
                  <a:pt x="1647825" y="2276475"/>
                </a:moveTo>
                <a:lnTo>
                  <a:pt x="1666875" y="2276475"/>
                </a:lnTo>
                <a:lnTo>
                  <a:pt x="1666875" y="2352675"/>
                </a:lnTo>
                <a:lnTo>
                  <a:pt x="1647825" y="2352675"/>
                </a:lnTo>
                <a:close/>
                <a:moveTo>
                  <a:pt x="209550" y="2314575"/>
                </a:moveTo>
                <a:lnTo>
                  <a:pt x="219075" y="2314575"/>
                </a:lnTo>
                <a:lnTo>
                  <a:pt x="219075" y="2324100"/>
                </a:lnTo>
                <a:lnTo>
                  <a:pt x="209550" y="2324100"/>
                </a:lnTo>
                <a:close/>
                <a:moveTo>
                  <a:pt x="990600" y="2314575"/>
                </a:moveTo>
                <a:lnTo>
                  <a:pt x="1009650" y="2314575"/>
                </a:lnTo>
                <a:lnTo>
                  <a:pt x="1009650" y="2324100"/>
                </a:lnTo>
                <a:lnTo>
                  <a:pt x="1019175" y="2324100"/>
                </a:lnTo>
                <a:lnTo>
                  <a:pt x="1019175" y="2333625"/>
                </a:lnTo>
                <a:lnTo>
                  <a:pt x="1009650" y="2333625"/>
                </a:lnTo>
                <a:lnTo>
                  <a:pt x="1009650" y="2343150"/>
                </a:lnTo>
                <a:lnTo>
                  <a:pt x="1000125" y="2343150"/>
                </a:lnTo>
                <a:lnTo>
                  <a:pt x="1000125" y="2371725"/>
                </a:lnTo>
                <a:lnTo>
                  <a:pt x="1009650" y="2371725"/>
                </a:lnTo>
                <a:lnTo>
                  <a:pt x="1009650" y="2381250"/>
                </a:lnTo>
                <a:lnTo>
                  <a:pt x="1019175" y="2381250"/>
                </a:lnTo>
                <a:lnTo>
                  <a:pt x="1019175" y="2390775"/>
                </a:lnTo>
                <a:lnTo>
                  <a:pt x="1057275" y="2390775"/>
                </a:lnTo>
                <a:lnTo>
                  <a:pt x="1057275" y="2381250"/>
                </a:lnTo>
                <a:lnTo>
                  <a:pt x="1066800" y="2381250"/>
                </a:lnTo>
                <a:lnTo>
                  <a:pt x="1066800" y="2390775"/>
                </a:lnTo>
                <a:lnTo>
                  <a:pt x="1076325" y="2390775"/>
                </a:lnTo>
                <a:lnTo>
                  <a:pt x="1076325" y="2400300"/>
                </a:lnTo>
                <a:lnTo>
                  <a:pt x="1066800" y="2400300"/>
                </a:lnTo>
                <a:lnTo>
                  <a:pt x="1066800" y="2409825"/>
                </a:lnTo>
                <a:lnTo>
                  <a:pt x="1038225" y="2409825"/>
                </a:lnTo>
                <a:lnTo>
                  <a:pt x="1038225" y="2419350"/>
                </a:lnTo>
                <a:lnTo>
                  <a:pt x="1009650" y="2419350"/>
                </a:lnTo>
                <a:lnTo>
                  <a:pt x="1009650" y="2409825"/>
                </a:lnTo>
                <a:lnTo>
                  <a:pt x="1000125" y="2409825"/>
                </a:lnTo>
                <a:lnTo>
                  <a:pt x="1000125" y="2390775"/>
                </a:lnTo>
                <a:lnTo>
                  <a:pt x="981075" y="2390775"/>
                </a:lnTo>
                <a:lnTo>
                  <a:pt x="981075" y="2381250"/>
                </a:lnTo>
                <a:lnTo>
                  <a:pt x="962025" y="2381250"/>
                </a:lnTo>
                <a:lnTo>
                  <a:pt x="962025" y="2362200"/>
                </a:lnTo>
                <a:lnTo>
                  <a:pt x="952500" y="2362200"/>
                </a:lnTo>
                <a:lnTo>
                  <a:pt x="952500" y="2371725"/>
                </a:lnTo>
                <a:lnTo>
                  <a:pt x="942975" y="2371725"/>
                </a:lnTo>
                <a:lnTo>
                  <a:pt x="942975" y="2352675"/>
                </a:lnTo>
                <a:lnTo>
                  <a:pt x="962025" y="2352675"/>
                </a:lnTo>
                <a:lnTo>
                  <a:pt x="962025" y="2343150"/>
                </a:lnTo>
                <a:lnTo>
                  <a:pt x="971550" y="2343150"/>
                </a:lnTo>
                <a:lnTo>
                  <a:pt x="971550" y="2333625"/>
                </a:lnTo>
                <a:lnTo>
                  <a:pt x="981075" y="2333625"/>
                </a:lnTo>
                <a:lnTo>
                  <a:pt x="981075" y="2324100"/>
                </a:lnTo>
                <a:lnTo>
                  <a:pt x="990600" y="2324100"/>
                </a:lnTo>
                <a:close/>
                <a:moveTo>
                  <a:pt x="1047750" y="2314575"/>
                </a:moveTo>
                <a:lnTo>
                  <a:pt x="1057275" y="2314575"/>
                </a:lnTo>
                <a:lnTo>
                  <a:pt x="1057275" y="2324100"/>
                </a:lnTo>
                <a:lnTo>
                  <a:pt x="1047750" y="2324100"/>
                </a:lnTo>
                <a:close/>
                <a:moveTo>
                  <a:pt x="171450" y="2343150"/>
                </a:moveTo>
                <a:lnTo>
                  <a:pt x="180975" y="2343150"/>
                </a:lnTo>
                <a:lnTo>
                  <a:pt x="180975" y="2352675"/>
                </a:lnTo>
                <a:lnTo>
                  <a:pt x="190500" y="2352675"/>
                </a:lnTo>
                <a:lnTo>
                  <a:pt x="190500" y="2371725"/>
                </a:lnTo>
                <a:lnTo>
                  <a:pt x="180975" y="2371725"/>
                </a:lnTo>
                <a:lnTo>
                  <a:pt x="180975" y="2381250"/>
                </a:lnTo>
                <a:lnTo>
                  <a:pt x="171450" y="2381250"/>
                </a:lnTo>
                <a:close/>
                <a:moveTo>
                  <a:pt x="1552575" y="2352675"/>
                </a:moveTo>
                <a:lnTo>
                  <a:pt x="1562100" y="2352675"/>
                </a:lnTo>
                <a:lnTo>
                  <a:pt x="1562100" y="2371725"/>
                </a:lnTo>
                <a:lnTo>
                  <a:pt x="1552575" y="2371725"/>
                </a:lnTo>
                <a:close/>
                <a:moveTo>
                  <a:pt x="142875" y="2390775"/>
                </a:moveTo>
                <a:lnTo>
                  <a:pt x="152400" y="2390775"/>
                </a:lnTo>
                <a:lnTo>
                  <a:pt x="152400" y="2438400"/>
                </a:lnTo>
                <a:lnTo>
                  <a:pt x="161925" y="2438400"/>
                </a:lnTo>
                <a:lnTo>
                  <a:pt x="161925" y="2457450"/>
                </a:lnTo>
                <a:lnTo>
                  <a:pt x="142875" y="2457450"/>
                </a:lnTo>
                <a:lnTo>
                  <a:pt x="142875" y="2428875"/>
                </a:lnTo>
                <a:lnTo>
                  <a:pt x="133350" y="2428875"/>
                </a:lnTo>
                <a:lnTo>
                  <a:pt x="133350" y="2409825"/>
                </a:lnTo>
                <a:lnTo>
                  <a:pt x="142875" y="2409825"/>
                </a:lnTo>
                <a:close/>
                <a:moveTo>
                  <a:pt x="923925" y="2390775"/>
                </a:moveTo>
                <a:lnTo>
                  <a:pt x="942975" y="2390775"/>
                </a:lnTo>
                <a:lnTo>
                  <a:pt x="942975" y="2409825"/>
                </a:lnTo>
                <a:lnTo>
                  <a:pt x="923925" y="2409825"/>
                </a:lnTo>
                <a:close/>
                <a:moveTo>
                  <a:pt x="171450" y="2419350"/>
                </a:moveTo>
                <a:lnTo>
                  <a:pt x="180975" y="2419350"/>
                </a:lnTo>
                <a:lnTo>
                  <a:pt x="180975" y="2428875"/>
                </a:lnTo>
                <a:lnTo>
                  <a:pt x="171450" y="2428875"/>
                </a:lnTo>
                <a:close/>
                <a:moveTo>
                  <a:pt x="885825" y="2419350"/>
                </a:moveTo>
                <a:lnTo>
                  <a:pt x="895350" y="2419350"/>
                </a:lnTo>
                <a:lnTo>
                  <a:pt x="895350" y="2428875"/>
                </a:lnTo>
                <a:lnTo>
                  <a:pt x="885825" y="2428875"/>
                </a:lnTo>
                <a:close/>
                <a:moveTo>
                  <a:pt x="180975" y="2428875"/>
                </a:moveTo>
                <a:lnTo>
                  <a:pt x="190500" y="2428875"/>
                </a:lnTo>
                <a:lnTo>
                  <a:pt x="190500" y="2438400"/>
                </a:lnTo>
                <a:lnTo>
                  <a:pt x="180975" y="2438400"/>
                </a:lnTo>
                <a:close/>
                <a:moveTo>
                  <a:pt x="923925" y="2428875"/>
                </a:moveTo>
                <a:lnTo>
                  <a:pt x="933450" y="2428875"/>
                </a:lnTo>
                <a:lnTo>
                  <a:pt x="933450" y="2438400"/>
                </a:lnTo>
                <a:lnTo>
                  <a:pt x="923925" y="2438400"/>
                </a:lnTo>
                <a:close/>
                <a:moveTo>
                  <a:pt x="190500" y="2438400"/>
                </a:moveTo>
                <a:lnTo>
                  <a:pt x="200025" y="2438400"/>
                </a:lnTo>
                <a:lnTo>
                  <a:pt x="200025" y="2457450"/>
                </a:lnTo>
                <a:lnTo>
                  <a:pt x="190500" y="2457450"/>
                </a:lnTo>
                <a:close/>
                <a:moveTo>
                  <a:pt x="1647825" y="2438400"/>
                </a:moveTo>
                <a:lnTo>
                  <a:pt x="1657350" y="2438400"/>
                </a:lnTo>
                <a:lnTo>
                  <a:pt x="1657350" y="2447925"/>
                </a:lnTo>
                <a:lnTo>
                  <a:pt x="1647825" y="2447925"/>
                </a:lnTo>
                <a:close/>
                <a:moveTo>
                  <a:pt x="1638300" y="2447925"/>
                </a:moveTo>
                <a:lnTo>
                  <a:pt x="1647825" y="2447925"/>
                </a:lnTo>
                <a:lnTo>
                  <a:pt x="1647825" y="2457450"/>
                </a:lnTo>
                <a:lnTo>
                  <a:pt x="1638300" y="2457450"/>
                </a:lnTo>
                <a:close/>
                <a:moveTo>
                  <a:pt x="314325" y="2457450"/>
                </a:moveTo>
                <a:lnTo>
                  <a:pt x="323850" y="2457450"/>
                </a:lnTo>
                <a:lnTo>
                  <a:pt x="323850" y="2476500"/>
                </a:lnTo>
                <a:lnTo>
                  <a:pt x="352425" y="2476500"/>
                </a:lnTo>
                <a:lnTo>
                  <a:pt x="352425" y="2486025"/>
                </a:lnTo>
                <a:lnTo>
                  <a:pt x="276225" y="2486025"/>
                </a:lnTo>
                <a:lnTo>
                  <a:pt x="276225" y="2505075"/>
                </a:lnTo>
                <a:lnTo>
                  <a:pt x="257175" y="2505075"/>
                </a:lnTo>
                <a:lnTo>
                  <a:pt x="257175" y="2495550"/>
                </a:lnTo>
                <a:lnTo>
                  <a:pt x="247650" y="2495550"/>
                </a:lnTo>
                <a:lnTo>
                  <a:pt x="247650" y="2476500"/>
                </a:lnTo>
                <a:lnTo>
                  <a:pt x="314325" y="2476500"/>
                </a:lnTo>
                <a:close/>
                <a:moveTo>
                  <a:pt x="400050" y="2457450"/>
                </a:moveTo>
                <a:lnTo>
                  <a:pt x="438150" y="2457450"/>
                </a:lnTo>
                <a:lnTo>
                  <a:pt x="438150" y="2495550"/>
                </a:lnTo>
                <a:lnTo>
                  <a:pt x="428625" y="2495550"/>
                </a:lnTo>
                <a:lnTo>
                  <a:pt x="428625" y="2476500"/>
                </a:lnTo>
                <a:lnTo>
                  <a:pt x="400050" y="2476500"/>
                </a:lnTo>
                <a:close/>
                <a:moveTo>
                  <a:pt x="1190625" y="2457450"/>
                </a:moveTo>
                <a:lnTo>
                  <a:pt x="1209675" y="2457450"/>
                </a:lnTo>
                <a:lnTo>
                  <a:pt x="1209675" y="2476500"/>
                </a:lnTo>
                <a:lnTo>
                  <a:pt x="1257300" y="2476500"/>
                </a:lnTo>
                <a:lnTo>
                  <a:pt x="1257300" y="2495550"/>
                </a:lnTo>
                <a:lnTo>
                  <a:pt x="1200150" y="2495550"/>
                </a:lnTo>
                <a:lnTo>
                  <a:pt x="1200150" y="2476500"/>
                </a:lnTo>
                <a:lnTo>
                  <a:pt x="1190625" y="2476500"/>
                </a:lnTo>
                <a:close/>
                <a:moveTo>
                  <a:pt x="142875" y="2466975"/>
                </a:moveTo>
                <a:lnTo>
                  <a:pt x="161925" y="2466975"/>
                </a:lnTo>
                <a:lnTo>
                  <a:pt x="161925" y="2495550"/>
                </a:lnTo>
                <a:lnTo>
                  <a:pt x="152400" y="2495550"/>
                </a:lnTo>
                <a:lnTo>
                  <a:pt x="152400" y="2609850"/>
                </a:lnTo>
                <a:lnTo>
                  <a:pt x="142875" y="2609850"/>
                </a:lnTo>
                <a:close/>
                <a:moveTo>
                  <a:pt x="180975" y="2476500"/>
                </a:moveTo>
                <a:lnTo>
                  <a:pt x="200025" y="2476500"/>
                </a:lnTo>
                <a:lnTo>
                  <a:pt x="200025" y="2495550"/>
                </a:lnTo>
                <a:lnTo>
                  <a:pt x="190500" y="2495550"/>
                </a:lnTo>
                <a:lnTo>
                  <a:pt x="190500" y="2486025"/>
                </a:lnTo>
                <a:lnTo>
                  <a:pt x="180975" y="2486025"/>
                </a:lnTo>
                <a:close/>
                <a:moveTo>
                  <a:pt x="447675" y="2476500"/>
                </a:moveTo>
                <a:lnTo>
                  <a:pt x="457200" y="2476500"/>
                </a:lnTo>
                <a:lnTo>
                  <a:pt x="457200" y="2495550"/>
                </a:lnTo>
                <a:lnTo>
                  <a:pt x="447675" y="2495550"/>
                </a:lnTo>
                <a:close/>
                <a:moveTo>
                  <a:pt x="504825" y="2476500"/>
                </a:moveTo>
                <a:lnTo>
                  <a:pt x="581025" y="2476500"/>
                </a:lnTo>
                <a:lnTo>
                  <a:pt x="581025" y="2495550"/>
                </a:lnTo>
                <a:lnTo>
                  <a:pt x="504825" y="2495550"/>
                </a:lnTo>
                <a:close/>
                <a:moveTo>
                  <a:pt x="590550" y="2476500"/>
                </a:moveTo>
                <a:lnTo>
                  <a:pt x="752475" y="2476500"/>
                </a:lnTo>
                <a:lnTo>
                  <a:pt x="752475" y="2495550"/>
                </a:lnTo>
                <a:lnTo>
                  <a:pt x="590550" y="2495550"/>
                </a:lnTo>
                <a:close/>
                <a:moveTo>
                  <a:pt x="781050" y="2476500"/>
                </a:moveTo>
                <a:lnTo>
                  <a:pt x="819150" y="2476500"/>
                </a:lnTo>
                <a:lnTo>
                  <a:pt x="819150" y="2495550"/>
                </a:lnTo>
                <a:lnTo>
                  <a:pt x="781050" y="2495550"/>
                </a:lnTo>
                <a:close/>
                <a:moveTo>
                  <a:pt x="857250" y="2476500"/>
                </a:moveTo>
                <a:lnTo>
                  <a:pt x="866775" y="2476500"/>
                </a:lnTo>
                <a:lnTo>
                  <a:pt x="866775" y="2495550"/>
                </a:lnTo>
                <a:lnTo>
                  <a:pt x="857250" y="2495550"/>
                </a:lnTo>
                <a:close/>
                <a:moveTo>
                  <a:pt x="942975" y="2476500"/>
                </a:moveTo>
                <a:lnTo>
                  <a:pt x="952500" y="2476500"/>
                </a:lnTo>
                <a:lnTo>
                  <a:pt x="952500" y="2486025"/>
                </a:lnTo>
                <a:lnTo>
                  <a:pt x="942975" y="2486025"/>
                </a:lnTo>
                <a:close/>
                <a:moveTo>
                  <a:pt x="981075" y="2476500"/>
                </a:moveTo>
                <a:lnTo>
                  <a:pt x="1000125" y="2476500"/>
                </a:lnTo>
                <a:lnTo>
                  <a:pt x="1000125" y="2495550"/>
                </a:lnTo>
                <a:lnTo>
                  <a:pt x="1009650" y="2495550"/>
                </a:lnTo>
                <a:lnTo>
                  <a:pt x="1009650" y="2476500"/>
                </a:lnTo>
                <a:lnTo>
                  <a:pt x="1028700" y="2476500"/>
                </a:lnTo>
                <a:lnTo>
                  <a:pt x="1028700" y="2495550"/>
                </a:lnTo>
                <a:lnTo>
                  <a:pt x="1009650" y="2495550"/>
                </a:lnTo>
                <a:lnTo>
                  <a:pt x="1009650" y="2505075"/>
                </a:lnTo>
                <a:lnTo>
                  <a:pt x="990600" y="2505075"/>
                </a:lnTo>
                <a:lnTo>
                  <a:pt x="990600" y="2495550"/>
                </a:lnTo>
                <a:lnTo>
                  <a:pt x="981075" y="2495550"/>
                </a:lnTo>
                <a:close/>
                <a:moveTo>
                  <a:pt x="1047750" y="2476500"/>
                </a:moveTo>
                <a:lnTo>
                  <a:pt x="1066800" y="2476500"/>
                </a:lnTo>
                <a:lnTo>
                  <a:pt x="1066800" y="2495550"/>
                </a:lnTo>
                <a:lnTo>
                  <a:pt x="1047750" y="2495550"/>
                </a:lnTo>
                <a:close/>
                <a:moveTo>
                  <a:pt x="1152525" y="2476500"/>
                </a:moveTo>
                <a:lnTo>
                  <a:pt x="1181100" y="2476500"/>
                </a:lnTo>
                <a:lnTo>
                  <a:pt x="1181100" y="2495550"/>
                </a:lnTo>
                <a:lnTo>
                  <a:pt x="1152525" y="2495550"/>
                </a:lnTo>
                <a:close/>
                <a:moveTo>
                  <a:pt x="1295400" y="2476500"/>
                </a:moveTo>
                <a:lnTo>
                  <a:pt x="1333500" y="2476500"/>
                </a:lnTo>
                <a:lnTo>
                  <a:pt x="1333500" y="2495550"/>
                </a:lnTo>
                <a:lnTo>
                  <a:pt x="1295400" y="2495550"/>
                </a:lnTo>
                <a:close/>
                <a:moveTo>
                  <a:pt x="1371600" y="2476500"/>
                </a:moveTo>
                <a:lnTo>
                  <a:pt x="1476375" y="2476500"/>
                </a:lnTo>
                <a:lnTo>
                  <a:pt x="1476375" y="2495550"/>
                </a:lnTo>
                <a:lnTo>
                  <a:pt x="1371600" y="2495550"/>
                </a:lnTo>
                <a:close/>
                <a:moveTo>
                  <a:pt x="1524000" y="2476500"/>
                </a:moveTo>
                <a:lnTo>
                  <a:pt x="1552575" y="2476500"/>
                </a:lnTo>
                <a:lnTo>
                  <a:pt x="1552575" y="2495550"/>
                </a:lnTo>
                <a:lnTo>
                  <a:pt x="1524000" y="2495550"/>
                </a:lnTo>
                <a:close/>
                <a:moveTo>
                  <a:pt x="1581150" y="2476500"/>
                </a:moveTo>
                <a:lnTo>
                  <a:pt x="1619250" y="2476500"/>
                </a:lnTo>
                <a:lnTo>
                  <a:pt x="1619250" y="2495550"/>
                </a:lnTo>
                <a:lnTo>
                  <a:pt x="1581150" y="2495550"/>
                </a:lnTo>
                <a:close/>
                <a:moveTo>
                  <a:pt x="885825" y="2486025"/>
                </a:moveTo>
                <a:lnTo>
                  <a:pt x="895350" y="2486025"/>
                </a:lnTo>
                <a:lnTo>
                  <a:pt x="895350" y="2495550"/>
                </a:lnTo>
                <a:lnTo>
                  <a:pt x="885825" y="2495550"/>
                </a:lnTo>
                <a:close/>
                <a:moveTo>
                  <a:pt x="933450" y="2486025"/>
                </a:moveTo>
                <a:lnTo>
                  <a:pt x="942975" y="2486025"/>
                </a:lnTo>
                <a:lnTo>
                  <a:pt x="942975" y="2495550"/>
                </a:lnTo>
                <a:lnTo>
                  <a:pt x="933450" y="2495550"/>
                </a:lnTo>
                <a:close/>
                <a:moveTo>
                  <a:pt x="342900" y="2495550"/>
                </a:moveTo>
                <a:lnTo>
                  <a:pt x="390525" y="2495550"/>
                </a:lnTo>
                <a:lnTo>
                  <a:pt x="390525" y="2505075"/>
                </a:lnTo>
                <a:lnTo>
                  <a:pt x="371475" y="2505075"/>
                </a:lnTo>
                <a:lnTo>
                  <a:pt x="371475" y="2514600"/>
                </a:lnTo>
                <a:lnTo>
                  <a:pt x="352425" y="2514600"/>
                </a:lnTo>
                <a:lnTo>
                  <a:pt x="352425" y="2505075"/>
                </a:lnTo>
                <a:lnTo>
                  <a:pt x="342900" y="2505075"/>
                </a:lnTo>
                <a:close/>
                <a:moveTo>
                  <a:pt x="895350" y="2495550"/>
                </a:moveTo>
                <a:lnTo>
                  <a:pt x="904875" y="2495550"/>
                </a:lnTo>
                <a:lnTo>
                  <a:pt x="904875" y="2514600"/>
                </a:lnTo>
                <a:lnTo>
                  <a:pt x="885825" y="2514600"/>
                </a:lnTo>
                <a:lnTo>
                  <a:pt x="885825" y="2505075"/>
                </a:lnTo>
                <a:lnTo>
                  <a:pt x="895350" y="2505075"/>
                </a:lnTo>
                <a:close/>
                <a:moveTo>
                  <a:pt x="1028700" y="2514600"/>
                </a:moveTo>
                <a:lnTo>
                  <a:pt x="1047750" y="2514600"/>
                </a:lnTo>
                <a:lnTo>
                  <a:pt x="1047750" y="2524125"/>
                </a:lnTo>
                <a:lnTo>
                  <a:pt x="1085850" y="2524125"/>
                </a:lnTo>
                <a:lnTo>
                  <a:pt x="1085850" y="2514600"/>
                </a:lnTo>
                <a:lnTo>
                  <a:pt x="1095375" y="2514600"/>
                </a:lnTo>
                <a:lnTo>
                  <a:pt x="1095375" y="2524125"/>
                </a:lnTo>
                <a:lnTo>
                  <a:pt x="1085850" y="2524125"/>
                </a:lnTo>
                <a:lnTo>
                  <a:pt x="1085850" y="2533650"/>
                </a:lnTo>
                <a:lnTo>
                  <a:pt x="1095375" y="2533650"/>
                </a:lnTo>
                <a:lnTo>
                  <a:pt x="1095375" y="2590800"/>
                </a:lnTo>
                <a:lnTo>
                  <a:pt x="1076325" y="2590800"/>
                </a:lnTo>
                <a:lnTo>
                  <a:pt x="1076325" y="2600325"/>
                </a:lnTo>
                <a:lnTo>
                  <a:pt x="1047750" y="2600325"/>
                </a:lnTo>
                <a:lnTo>
                  <a:pt x="1047750" y="2590800"/>
                </a:lnTo>
                <a:lnTo>
                  <a:pt x="1057275" y="2590800"/>
                </a:lnTo>
                <a:lnTo>
                  <a:pt x="1057275" y="2581275"/>
                </a:lnTo>
                <a:lnTo>
                  <a:pt x="1066800" y="2581275"/>
                </a:lnTo>
                <a:lnTo>
                  <a:pt x="1066800" y="2571750"/>
                </a:lnTo>
                <a:lnTo>
                  <a:pt x="1076325" y="2571750"/>
                </a:lnTo>
                <a:lnTo>
                  <a:pt x="1076325" y="2552700"/>
                </a:lnTo>
                <a:lnTo>
                  <a:pt x="1057275" y="2552700"/>
                </a:lnTo>
                <a:lnTo>
                  <a:pt x="1057275" y="2562225"/>
                </a:lnTo>
                <a:lnTo>
                  <a:pt x="1019175" y="2562225"/>
                </a:lnTo>
                <a:lnTo>
                  <a:pt x="1019175" y="2571750"/>
                </a:lnTo>
                <a:lnTo>
                  <a:pt x="1009650" y="2571750"/>
                </a:lnTo>
                <a:lnTo>
                  <a:pt x="1009650" y="2581275"/>
                </a:lnTo>
                <a:lnTo>
                  <a:pt x="1000125" y="2581275"/>
                </a:lnTo>
                <a:lnTo>
                  <a:pt x="1000125" y="2600325"/>
                </a:lnTo>
                <a:lnTo>
                  <a:pt x="1009650" y="2600325"/>
                </a:lnTo>
                <a:lnTo>
                  <a:pt x="1009650" y="2609850"/>
                </a:lnTo>
                <a:lnTo>
                  <a:pt x="981075" y="2609850"/>
                </a:lnTo>
                <a:lnTo>
                  <a:pt x="981075" y="2600325"/>
                </a:lnTo>
                <a:lnTo>
                  <a:pt x="971550" y="2600325"/>
                </a:lnTo>
                <a:lnTo>
                  <a:pt x="971550" y="2571750"/>
                </a:lnTo>
                <a:lnTo>
                  <a:pt x="962025" y="2571750"/>
                </a:lnTo>
                <a:lnTo>
                  <a:pt x="962025" y="2543175"/>
                </a:lnTo>
                <a:lnTo>
                  <a:pt x="971550" y="2543175"/>
                </a:lnTo>
                <a:lnTo>
                  <a:pt x="971550" y="2533650"/>
                </a:lnTo>
                <a:lnTo>
                  <a:pt x="981075" y="2533650"/>
                </a:lnTo>
                <a:lnTo>
                  <a:pt x="981075" y="2524125"/>
                </a:lnTo>
                <a:lnTo>
                  <a:pt x="1028700" y="2524125"/>
                </a:lnTo>
                <a:close/>
                <a:moveTo>
                  <a:pt x="238125" y="2533650"/>
                </a:moveTo>
                <a:lnTo>
                  <a:pt x="247650" y="2533650"/>
                </a:lnTo>
                <a:lnTo>
                  <a:pt x="247650" y="2543175"/>
                </a:lnTo>
                <a:lnTo>
                  <a:pt x="238125" y="2543175"/>
                </a:lnTo>
                <a:close/>
                <a:moveTo>
                  <a:pt x="342900" y="2543175"/>
                </a:moveTo>
                <a:lnTo>
                  <a:pt x="352425" y="2543175"/>
                </a:lnTo>
                <a:lnTo>
                  <a:pt x="352425" y="2552700"/>
                </a:lnTo>
                <a:lnTo>
                  <a:pt x="342900" y="2552700"/>
                </a:lnTo>
                <a:close/>
                <a:moveTo>
                  <a:pt x="219075" y="2552700"/>
                </a:moveTo>
                <a:lnTo>
                  <a:pt x="228600" y="2552700"/>
                </a:lnTo>
                <a:lnTo>
                  <a:pt x="228600" y="2562225"/>
                </a:lnTo>
                <a:lnTo>
                  <a:pt x="219075" y="2562225"/>
                </a:lnTo>
                <a:close/>
                <a:moveTo>
                  <a:pt x="333375" y="2552700"/>
                </a:moveTo>
                <a:lnTo>
                  <a:pt x="342900" y="2552700"/>
                </a:lnTo>
                <a:lnTo>
                  <a:pt x="342900" y="2562225"/>
                </a:lnTo>
                <a:lnTo>
                  <a:pt x="333375" y="2562225"/>
                </a:lnTo>
                <a:close/>
                <a:moveTo>
                  <a:pt x="400050" y="2552700"/>
                </a:moveTo>
                <a:lnTo>
                  <a:pt x="409575" y="2552700"/>
                </a:lnTo>
                <a:lnTo>
                  <a:pt x="409575" y="2562225"/>
                </a:lnTo>
                <a:lnTo>
                  <a:pt x="400050" y="2562225"/>
                </a:lnTo>
                <a:close/>
                <a:moveTo>
                  <a:pt x="419100" y="2552700"/>
                </a:moveTo>
                <a:lnTo>
                  <a:pt x="428625" y="2552700"/>
                </a:lnTo>
                <a:lnTo>
                  <a:pt x="428625" y="2562225"/>
                </a:lnTo>
                <a:lnTo>
                  <a:pt x="419100" y="2562225"/>
                </a:lnTo>
                <a:close/>
                <a:moveTo>
                  <a:pt x="323850" y="2562225"/>
                </a:moveTo>
                <a:lnTo>
                  <a:pt x="333375" y="2562225"/>
                </a:lnTo>
                <a:lnTo>
                  <a:pt x="333375" y="2571750"/>
                </a:lnTo>
                <a:lnTo>
                  <a:pt x="323850" y="2571750"/>
                </a:lnTo>
                <a:close/>
                <a:moveTo>
                  <a:pt x="1476375" y="2562225"/>
                </a:moveTo>
                <a:lnTo>
                  <a:pt x="1485900" y="2562225"/>
                </a:lnTo>
                <a:lnTo>
                  <a:pt x="1485900" y="2590800"/>
                </a:lnTo>
                <a:lnTo>
                  <a:pt x="1476375" y="2590800"/>
                </a:lnTo>
                <a:close/>
                <a:moveTo>
                  <a:pt x="1495425" y="2571750"/>
                </a:moveTo>
                <a:lnTo>
                  <a:pt x="1504950" y="2571750"/>
                </a:lnTo>
                <a:lnTo>
                  <a:pt x="1504950" y="2590800"/>
                </a:lnTo>
                <a:lnTo>
                  <a:pt x="1495425" y="2590800"/>
                </a:lnTo>
                <a:close/>
                <a:moveTo>
                  <a:pt x="923925" y="2590800"/>
                </a:moveTo>
                <a:lnTo>
                  <a:pt x="942975" y="2590800"/>
                </a:lnTo>
                <a:lnTo>
                  <a:pt x="942975" y="2657475"/>
                </a:lnTo>
                <a:lnTo>
                  <a:pt x="952500" y="2657475"/>
                </a:lnTo>
                <a:lnTo>
                  <a:pt x="952500" y="2676525"/>
                </a:lnTo>
                <a:lnTo>
                  <a:pt x="942975" y="2676525"/>
                </a:lnTo>
                <a:lnTo>
                  <a:pt x="942975" y="2667000"/>
                </a:lnTo>
                <a:lnTo>
                  <a:pt x="933450" y="2667000"/>
                </a:lnTo>
                <a:lnTo>
                  <a:pt x="933450" y="2657475"/>
                </a:lnTo>
                <a:lnTo>
                  <a:pt x="923925" y="2657475"/>
                </a:lnTo>
                <a:close/>
                <a:moveTo>
                  <a:pt x="381000" y="2600325"/>
                </a:moveTo>
                <a:lnTo>
                  <a:pt x="390525" y="2600325"/>
                </a:lnTo>
                <a:lnTo>
                  <a:pt x="390525" y="2609850"/>
                </a:lnTo>
                <a:lnTo>
                  <a:pt x="381000" y="2609850"/>
                </a:lnTo>
                <a:close/>
                <a:moveTo>
                  <a:pt x="1038225" y="2600325"/>
                </a:moveTo>
                <a:lnTo>
                  <a:pt x="1047750" y="2600325"/>
                </a:lnTo>
                <a:lnTo>
                  <a:pt x="1047750" y="2609850"/>
                </a:lnTo>
                <a:lnTo>
                  <a:pt x="1038225" y="2609850"/>
                </a:lnTo>
                <a:close/>
                <a:moveTo>
                  <a:pt x="219075" y="2609850"/>
                </a:moveTo>
                <a:lnTo>
                  <a:pt x="228600" y="2609850"/>
                </a:lnTo>
                <a:lnTo>
                  <a:pt x="228600" y="2619375"/>
                </a:lnTo>
                <a:lnTo>
                  <a:pt x="219075" y="2619375"/>
                </a:lnTo>
                <a:close/>
                <a:moveTo>
                  <a:pt x="885825" y="2609850"/>
                </a:moveTo>
                <a:lnTo>
                  <a:pt x="904875" y="2609850"/>
                </a:lnTo>
                <a:lnTo>
                  <a:pt x="904875" y="2628900"/>
                </a:lnTo>
                <a:lnTo>
                  <a:pt x="895350" y="2628900"/>
                </a:lnTo>
                <a:lnTo>
                  <a:pt x="895350" y="2638425"/>
                </a:lnTo>
                <a:lnTo>
                  <a:pt x="885825" y="2638425"/>
                </a:lnTo>
                <a:close/>
                <a:moveTo>
                  <a:pt x="1390650" y="2609850"/>
                </a:moveTo>
                <a:lnTo>
                  <a:pt x="1409700" y="2609850"/>
                </a:lnTo>
                <a:lnTo>
                  <a:pt x="1409700" y="2619375"/>
                </a:lnTo>
                <a:lnTo>
                  <a:pt x="1390650" y="2619375"/>
                </a:lnTo>
                <a:close/>
                <a:moveTo>
                  <a:pt x="228600" y="2619375"/>
                </a:moveTo>
                <a:lnTo>
                  <a:pt x="238125" y="2619375"/>
                </a:lnTo>
                <a:lnTo>
                  <a:pt x="238125" y="2628900"/>
                </a:lnTo>
                <a:lnTo>
                  <a:pt x="228600" y="2628900"/>
                </a:lnTo>
                <a:close/>
                <a:moveTo>
                  <a:pt x="142875" y="2628900"/>
                </a:moveTo>
                <a:lnTo>
                  <a:pt x="152400" y="2628900"/>
                </a:lnTo>
                <a:lnTo>
                  <a:pt x="152400" y="2667000"/>
                </a:lnTo>
                <a:lnTo>
                  <a:pt x="161925" y="2667000"/>
                </a:lnTo>
                <a:lnTo>
                  <a:pt x="161925" y="2819400"/>
                </a:lnTo>
                <a:lnTo>
                  <a:pt x="152400" y="2819400"/>
                </a:lnTo>
                <a:lnTo>
                  <a:pt x="152400" y="2828925"/>
                </a:lnTo>
                <a:lnTo>
                  <a:pt x="142875" y="2828925"/>
                </a:lnTo>
                <a:lnTo>
                  <a:pt x="142875" y="2819400"/>
                </a:lnTo>
                <a:lnTo>
                  <a:pt x="133350" y="2819400"/>
                </a:lnTo>
                <a:lnTo>
                  <a:pt x="133350" y="2809875"/>
                </a:lnTo>
                <a:lnTo>
                  <a:pt x="114300" y="2809875"/>
                </a:lnTo>
                <a:lnTo>
                  <a:pt x="114300" y="2657475"/>
                </a:lnTo>
                <a:lnTo>
                  <a:pt x="133350" y="2657475"/>
                </a:lnTo>
                <a:lnTo>
                  <a:pt x="133350" y="2638425"/>
                </a:lnTo>
                <a:lnTo>
                  <a:pt x="142875" y="2638425"/>
                </a:lnTo>
                <a:close/>
                <a:moveTo>
                  <a:pt x="257175" y="2628900"/>
                </a:moveTo>
                <a:lnTo>
                  <a:pt x="285750" y="2628900"/>
                </a:lnTo>
                <a:lnTo>
                  <a:pt x="285750" y="2638425"/>
                </a:lnTo>
                <a:lnTo>
                  <a:pt x="257175" y="2638425"/>
                </a:lnTo>
                <a:close/>
                <a:moveTo>
                  <a:pt x="114300" y="2638425"/>
                </a:moveTo>
                <a:lnTo>
                  <a:pt x="123825" y="2638425"/>
                </a:lnTo>
                <a:lnTo>
                  <a:pt x="123825" y="2647950"/>
                </a:lnTo>
                <a:lnTo>
                  <a:pt x="114300" y="2647950"/>
                </a:lnTo>
                <a:close/>
                <a:moveTo>
                  <a:pt x="1647825" y="2667000"/>
                </a:moveTo>
                <a:lnTo>
                  <a:pt x="1657350" y="2667000"/>
                </a:lnTo>
                <a:lnTo>
                  <a:pt x="1657350" y="2676525"/>
                </a:lnTo>
                <a:lnTo>
                  <a:pt x="1647825" y="2676525"/>
                </a:lnTo>
                <a:close/>
                <a:moveTo>
                  <a:pt x="1638300" y="2676525"/>
                </a:moveTo>
                <a:lnTo>
                  <a:pt x="1647825" y="2676525"/>
                </a:lnTo>
                <a:lnTo>
                  <a:pt x="1647825" y="2686050"/>
                </a:lnTo>
                <a:lnTo>
                  <a:pt x="1638300" y="2686050"/>
                </a:lnTo>
                <a:close/>
                <a:moveTo>
                  <a:pt x="123825" y="2724150"/>
                </a:moveTo>
                <a:lnTo>
                  <a:pt x="133350" y="2724150"/>
                </a:lnTo>
                <a:lnTo>
                  <a:pt x="133350" y="2695575"/>
                </a:lnTo>
                <a:lnTo>
                  <a:pt x="123825" y="2695575"/>
                </a:lnTo>
                <a:close/>
                <a:moveTo>
                  <a:pt x="638175" y="2819400"/>
                </a:moveTo>
                <a:lnTo>
                  <a:pt x="657225" y="2819400"/>
                </a:lnTo>
                <a:lnTo>
                  <a:pt x="657225" y="2828925"/>
                </a:lnTo>
                <a:lnTo>
                  <a:pt x="638175" y="2828925"/>
                </a:lnTo>
                <a:close/>
                <a:moveTo>
                  <a:pt x="1400175" y="2828925"/>
                </a:moveTo>
                <a:lnTo>
                  <a:pt x="1409700" y="2828925"/>
                </a:lnTo>
                <a:lnTo>
                  <a:pt x="1409700" y="2838450"/>
                </a:lnTo>
                <a:lnTo>
                  <a:pt x="1428750" y="2838450"/>
                </a:lnTo>
                <a:lnTo>
                  <a:pt x="1428750" y="2847975"/>
                </a:lnTo>
                <a:lnTo>
                  <a:pt x="1438275" y="2847975"/>
                </a:lnTo>
                <a:lnTo>
                  <a:pt x="1438275" y="2867025"/>
                </a:lnTo>
                <a:lnTo>
                  <a:pt x="1409700" y="2867025"/>
                </a:lnTo>
                <a:lnTo>
                  <a:pt x="1409700" y="2857500"/>
                </a:lnTo>
                <a:lnTo>
                  <a:pt x="1390650" y="2857500"/>
                </a:lnTo>
                <a:lnTo>
                  <a:pt x="1390650" y="2867025"/>
                </a:lnTo>
                <a:lnTo>
                  <a:pt x="1381125" y="2867025"/>
                </a:lnTo>
                <a:lnTo>
                  <a:pt x="1381125" y="2895600"/>
                </a:lnTo>
                <a:lnTo>
                  <a:pt x="1362075" y="2895600"/>
                </a:lnTo>
                <a:lnTo>
                  <a:pt x="1362075" y="2867025"/>
                </a:lnTo>
                <a:lnTo>
                  <a:pt x="1371600" y="2867025"/>
                </a:lnTo>
                <a:lnTo>
                  <a:pt x="1371600" y="2857500"/>
                </a:lnTo>
                <a:lnTo>
                  <a:pt x="1381125" y="2857500"/>
                </a:lnTo>
                <a:lnTo>
                  <a:pt x="1381125" y="2838450"/>
                </a:lnTo>
                <a:lnTo>
                  <a:pt x="1400175" y="2838450"/>
                </a:lnTo>
                <a:close/>
                <a:moveTo>
                  <a:pt x="638175" y="2867025"/>
                </a:moveTo>
                <a:lnTo>
                  <a:pt x="676275" y="2867025"/>
                </a:lnTo>
                <a:lnTo>
                  <a:pt x="676275" y="2876550"/>
                </a:lnTo>
                <a:lnTo>
                  <a:pt x="638175" y="2876550"/>
                </a:lnTo>
                <a:close/>
                <a:moveTo>
                  <a:pt x="733425" y="2867025"/>
                </a:moveTo>
                <a:lnTo>
                  <a:pt x="742950" y="2867025"/>
                </a:lnTo>
                <a:lnTo>
                  <a:pt x="742950" y="2876550"/>
                </a:lnTo>
                <a:lnTo>
                  <a:pt x="733425" y="2876550"/>
                </a:lnTo>
                <a:close/>
                <a:moveTo>
                  <a:pt x="447675" y="2876550"/>
                </a:moveTo>
                <a:lnTo>
                  <a:pt x="466725" y="2876550"/>
                </a:lnTo>
                <a:lnTo>
                  <a:pt x="466725" y="2886075"/>
                </a:lnTo>
                <a:lnTo>
                  <a:pt x="447675" y="2886075"/>
                </a:lnTo>
                <a:close/>
                <a:moveTo>
                  <a:pt x="1381125" y="2895600"/>
                </a:moveTo>
                <a:lnTo>
                  <a:pt x="1390650" y="2895600"/>
                </a:lnTo>
                <a:lnTo>
                  <a:pt x="1390650" y="2905125"/>
                </a:lnTo>
                <a:lnTo>
                  <a:pt x="1409700" y="2905125"/>
                </a:lnTo>
                <a:lnTo>
                  <a:pt x="1409700" y="2895600"/>
                </a:lnTo>
                <a:lnTo>
                  <a:pt x="1438275" y="2895600"/>
                </a:lnTo>
                <a:lnTo>
                  <a:pt x="1438275" y="2905125"/>
                </a:lnTo>
                <a:lnTo>
                  <a:pt x="1419225" y="2905125"/>
                </a:lnTo>
                <a:lnTo>
                  <a:pt x="1419225" y="2914650"/>
                </a:lnTo>
                <a:lnTo>
                  <a:pt x="1381125" y="2914650"/>
                </a:lnTo>
                <a:close/>
                <a:moveTo>
                  <a:pt x="285750" y="2905125"/>
                </a:moveTo>
                <a:lnTo>
                  <a:pt x="295275" y="2905125"/>
                </a:lnTo>
                <a:lnTo>
                  <a:pt x="295275" y="2914650"/>
                </a:lnTo>
                <a:lnTo>
                  <a:pt x="323850" y="2914650"/>
                </a:lnTo>
                <a:lnTo>
                  <a:pt x="323850" y="2924175"/>
                </a:lnTo>
                <a:lnTo>
                  <a:pt x="276225" y="2924175"/>
                </a:lnTo>
                <a:lnTo>
                  <a:pt x="276225" y="2914650"/>
                </a:lnTo>
                <a:lnTo>
                  <a:pt x="285750" y="2914650"/>
                </a:lnTo>
                <a:close/>
                <a:moveTo>
                  <a:pt x="247650" y="2952750"/>
                </a:moveTo>
                <a:lnTo>
                  <a:pt x="266700" y="2952750"/>
                </a:lnTo>
                <a:lnTo>
                  <a:pt x="266700" y="2962275"/>
                </a:lnTo>
                <a:lnTo>
                  <a:pt x="247650" y="2962275"/>
                </a:lnTo>
                <a:close/>
                <a:moveTo>
                  <a:pt x="142875" y="2981325"/>
                </a:moveTo>
                <a:lnTo>
                  <a:pt x="161925" y="2981325"/>
                </a:lnTo>
                <a:lnTo>
                  <a:pt x="161925" y="3038475"/>
                </a:lnTo>
                <a:lnTo>
                  <a:pt x="142875" y="3038475"/>
                </a:lnTo>
                <a:lnTo>
                  <a:pt x="142875" y="3028950"/>
                </a:lnTo>
                <a:lnTo>
                  <a:pt x="152400" y="3028950"/>
                </a:lnTo>
                <a:lnTo>
                  <a:pt x="152400" y="3019425"/>
                </a:lnTo>
                <a:lnTo>
                  <a:pt x="142875" y="3019425"/>
                </a:lnTo>
                <a:close/>
                <a:moveTo>
                  <a:pt x="1533525" y="3000375"/>
                </a:moveTo>
                <a:lnTo>
                  <a:pt x="1562100" y="3000375"/>
                </a:lnTo>
                <a:lnTo>
                  <a:pt x="1562100" y="3019425"/>
                </a:lnTo>
                <a:lnTo>
                  <a:pt x="1533525" y="3019425"/>
                </a:lnTo>
                <a:close/>
                <a:moveTo>
                  <a:pt x="142875" y="3181350"/>
                </a:moveTo>
                <a:lnTo>
                  <a:pt x="161925" y="3181350"/>
                </a:lnTo>
                <a:lnTo>
                  <a:pt x="161925" y="3200400"/>
                </a:lnTo>
                <a:lnTo>
                  <a:pt x="142875" y="3200400"/>
                </a:lnTo>
                <a:close/>
                <a:moveTo>
                  <a:pt x="142875" y="3267075"/>
                </a:moveTo>
                <a:lnTo>
                  <a:pt x="161925" y="3267075"/>
                </a:lnTo>
                <a:lnTo>
                  <a:pt x="161925" y="3286125"/>
                </a:lnTo>
                <a:lnTo>
                  <a:pt x="152400" y="3286125"/>
                </a:lnTo>
                <a:lnTo>
                  <a:pt x="152400" y="3305175"/>
                </a:lnTo>
                <a:lnTo>
                  <a:pt x="142875" y="3305175"/>
                </a:lnTo>
                <a:close/>
                <a:moveTo>
                  <a:pt x="571500" y="3267075"/>
                </a:moveTo>
                <a:lnTo>
                  <a:pt x="581025" y="3267075"/>
                </a:lnTo>
                <a:lnTo>
                  <a:pt x="581025" y="3286125"/>
                </a:lnTo>
                <a:lnTo>
                  <a:pt x="590550" y="3286125"/>
                </a:lnTo>
                <a:lnTo>
                  <a:pt x="590550" y="3295650"/>
                </a:lnTo>
                <a:lnTo>
                  <a:pt x="571500" y="3295650"/>
                </a:lnTo>
                <a:close/>
                <a:moveTo>
                  <a:pt x="1543050" y="3267075"/>
                </a:moveTo>
                <a:lnTo>
                  <a:pt x="1562100" y="3267075"/>
                </a:lnTo>
                <a:lnTo>
                  <a:pt x="1562100" y="3276600"/>
                </a:lnTo>
                <a:lnTo>
                  <a:pt x="1571625" y="3276600"/>
                </a:lnTo>
                <a:lnTo>
                  <a:pt x="1571625" y="3286125"/>
                </a:lnTo>
                <a:lnTo>
                  <a:pt x="1562100" y="3286125"/>
                </a:lnTo>
                <a:lnTo>
                  <a:pt x="1562100" y="3295650"/>
                </a:lnTo>
                <a:lnTo>
                  <a:pt x="1552575" y="3295650"/>
                </a:lnTo>
                <a:lnTo>
                  <a:pt x="1552575" y="3286125"/>
                </a:lnTo>
                <a:lnTo>
                  <a:pt x="1533525" y="3286125"/>
                </a:lnTo>
                <a:lnTo>
                  <a:pt x="1533525" y="3276600"/>
                </a:lnTo>
                <a:lnTo>
                  <a:pt x="1543050" y="3276600"/>
                </a:lnTo>
                <a:close/>
                <a:moveTo>
                  <a:pt x="447675" y="3276600"/>
                </a:moveTo>
                <a:lnTo>
                  <a:pt x="457200" y="3276600"/>
                </a:lnTo>
                <a:lnTo>
                  <a:pt x="457200" y="3286125"/>
                </a:lnTo>
                <a:lnTo>
                  <a:pt x="447675" y="3286125"/>
                </a:lnTo>
                <a:close/>
                <a:moveTo>
                  <a:pt x="390525" y="3286125"/>
                </a:moveTo>
                <a:lnTo>
                  <a:pt x="400050" y="3286125"/>
                </a:lnTo>
                <a:lnTo>
                  <a:pt x="400050" y="3295650"/>
                </a:lnTo>
                <a:lnTo>
                  <a:pt x="390525" y="3295650"/>
                </a:lnTo>
                <a:close/>
                <a:moveTo>
                  <a:pt x="942975" y="3343275"/>
                </a:moveTo>
                <a:lnTo>
                  <a:pt x="952500" y="3343275"/>
                </a:lnTo>
                <a:lnTo>
                  <a:pt x="952500" y="3352800"/>
                </a:lnTo>
                <a:lnTo>
                  <a:pt x="942975" y="3352800"/>
                </a:lnTo>
                <a:close/>
                <a:moveTo>
                  <a:pt x="952500" y="3352800"/>
                </a:moveTo>
                <a:lnTo>
                  <a:pt x="962025" y="3352800"/>
                </a:lnTo>
                <a:lnTo>
                  <a:pt x="962025" y="3362325"/>
                </a:lnTo>
                <a:lnTo>
                  <a:pt x="952500" y="3362325"/>
                </a:lnTo>
                <a:close/>
                <a:moveTo>
                  <a:pt x="552450" y="3371850"/>
                </a:moveTo>
                <a:lnTo>
                  <a:pt x="561975" y="3371850"/>
                </a:lnTo>
                <a:lnTo>
                  <a:pt x="561975" y="3381375"/>
                </a:lnTo>
                <a:lnTo>
                  <a:pt x="552450" y="3381375"/>
                </a:lnTo>
                <a:close/>
                <a:moveTo>
                  <a:pt x="800100" y="3438525"/>
                </a:moveTo>
                <a:lnTo>
                  <a:pt x="809625" y="3438525"/>
                </a:lnTo>
                <a:lnTo>
                  <a:pt x="809625" y="3448050"/>
                </a:lnTo>
                <a:lnTo>
                  <a:pt x="800100" y="3448050"/>
                </a:lnTo>
                <a:close/>
                <a:moveTo>
                  <a:pt x="942975" y="3438525"/>
                </a:moveTo>
                <a:lnTo>
                  <a:pt x="971550" y="3438525"/>
                </a:lnTo>
                <a:lnTo>
                  <a:pt x="971550" y="3448050"/>
                </a:lnTo>
                <a:lnTo>
                  <a:pt x="942975" y="3448050"/>
                </a:lnTo>
                <a:close/>
                <a:moveTo>
                  <a:pt x="790575" y="3448050"/>
                </a:moveTo>
                <a:lnTo>
                  <a:pt x="800100" y="3448050"/>
                </a:lnTo>
                <a:lnTo>
                  <a:pt x="800100" y="3476625"/>
                </a:lnTo>
                <a:lnTo>
                  <a:pt x="790575" y="3476625"/>
                </a:lnTo>
                <a:close/>
                <a:moveTo>
                  <a:pt x="1562100" y="3505200"/>
                </a:moveTo>
                <a:lnTo>
                  <a:pt x="1581150" y="3505200"/>
                </a:lnTo>
                <a:lnTo>
                  <a:pt x="1581150" y="3524250"/>
                </a:lnTo>
                <a:lnTo>
                  <a:pt x="1562100" y="3524250"/>
                </a:lnTo>
                <a:close/>
                <a:moveTo>
                  <a:pt x="333375" y="3543300"/>
                </a:moveTo>
                <a:lnTo>
                  <a:pt x="371475" y="3543300"/>
                </a:lnTo>
                <a:lnTo>
                  <a:pt x="371475" y="3552825"/>
                </a:lnTo>
                <a:lnTo>
                  <a:pt x="333375" y="3552825"/>
                </a:lnTo>
                <a:close/>
                <a:moveTo>
                  <a:pt x="1638300" y="3543300"/>
                </a:moveTo>
                <a:lnTo>
                  <a:pt x="1666875" y="3543300"/>
                </a:lnTo>
                <a:lnTo>
                  <a:pt x="1666875" y="3552825"/>
                </a:lnTo>
                <a:lnTo>
                  <a:pt x="1676400" y="3552825"/>
                </a:lnTo>
                <a:lnTo>
                  <a:pt x="1676400" y="3543300"/>
                </a:lnTo>
                <a:lnTo>
                  <a:pt x="1685925" y="3543300"/>
                </a:lnTo>
                <a:lnTo>
                  <a:pt x="1685925" y="3552825"/>
                </a:lnTo>
                <a:lnTo>
                  <a:pt x="1676400" y="3552825"/>
                </a:lnTo>
                <a:lnTo>
                  <a:pt x="1676400" y="3562350"/>
                </a:lnTo>
                <a:lnTo>
                  <a:pt x="1666875" y="3562350"/>
                </a:lnTo>
                <a:lnTo>
                  <a:pt x="1666875" y="3581400"/>
                </a:lnTo>
                <a:lnTo>
                  <a:pt x="1657350" y="3581400"/>
                </a:lnTo>
                <a:lnTo>
                  <a:pt x="1657350" y="3590925"/>
                </a:lnTo>
                <a:lnTo>
                  <a:pt x="1647825" y="3590925"/>
                </a:lnTo>
                <a:lnTo>
                  <a:pt x="1647825" y="3600450"/>
                </a:lnTo>
                <a:lnTo>
                  <a:pt x="1638300" y="3600450"/>
                </a:lnTo>
                <a:lnTo>
                  <a:pt x="1638300" y="3609975"/>
                </a:lnTo>
                <a:lnTo>
                  <a:pt x="1628775" y="3609975"/>
                </a:lnTo>
                <a:lnTo>
                  <a:pt x="1628775" y="3619500"/>
                </a:lnTo>
                <a:lnTo>
                  <a:pt x="1619250" y="3619500"/>
                </a:lnTo>
                <a:lnTo>
                  <a:pt x="1619250" y="3609975"/>
                </a:lnTo>
                <a:lnTo>
                  <a:pt x="1609725" y="3609975"/>
                </a:lnTo>
                <a:lnTo>
                  <a:pt x="1609725" y="3590925"/>
                </a:lnTo>
                <a:lnTo>
                  <a:pt x="1619250" y="3590925"/>
                </a:lnTo>
                <a:lnTo>
                  <a:pt x="1619250" y="3562350"/>
                </a:lnTo>
                <a:lnTo>
                  <a:pt x="1628775" y="3562350"/>
                </a:lnTo>
                <a:lnTo>
                  <a:pt x="1628775" y="3552825"/>
                </a:lnTo>
                <a:lnTo>
                  <a:pt x="1638300" y="3552825"/>
                </a:lnTo>
                <a:close/>
                <a:moveTo>
                  <a:pt x="228600" y="3629025"/>
                </a:moveTo>
                <a:lnTo>
                  <a:pt x="238125" y="3629025"/>
                </a:lnTo>
                <a:lnTo>
                  <a:pt x="238125" y="3638550"/>
                </a:lnTo>
                <a:lnTo>
                  <a:pt x="228600" y="3638550"/>
                </a:lnTo>
                <a:close/>
                <a:moveTo>
                  <a:pt x="704850" y="3667125"/>
                </a:moveTo>
                <a:lnTo>
                  <a:pt x="742950" y="3667125"/>
                </a:lnTo>
                <a:lnTo>
                  <a:pt x="742950" y="3676650"/>
                </a:lnTo>
                <a:lnTo>
                  <a:pt x="704850" y="3676650"/>
                </a:lnTo>
                <a:close/>
                <a:moveTo>
                  <a:pt x="1828800" y="3743325"/>
                </a:moveTo>
                <a:lnTo>
                  <a:pt x="1838325" y="3743325"/>
                </a:lnTo>
                <a:lnTo>
                  <a:pt x="1838325" y="3781425"/>
                </a:lnTo>
                <a:lnTo>
                  <a:pt x="1828800" y="3781425"/>
                </a:lnTo>
                <a:lnTo>
                  <a:pt x="1828800" y="3790950"/>
                </a:lnTo>
                <a:lnTo>
                  <a:pt x="1819275" y="3790950"/>
                </a:lnTo>
                <a:lnTo>
                  <a:pt x="1819275" y="3771900"/>
                </a:lnTo>
                <a:lnTo>
                  <a:pt x="1828800" y="3771900"/>
                </a:lnTo>
                <a:close/>
              </a:path>
            </a:pathLst>
          </a:custGeom>
          <a:solidFill xmlns:a="http://schemas.openxmlformats.org/drawingml/2006/main">
            <a:srgbClr val="F0EADD"/>
          </a:solidFill>
          <a:ln xmlns:a="http://schemas.openxmlformats.org/drawingml/2006/main" w="0">
            <a:noFill/>
          </a:ln>
        </p:spPr>
      </p:sp>
      <p:sp>
        <p:nvSpPr>
          <p:cNvPr id="28" name="dashboard vector #e8e7da">
            <a:extLst xmlns:a="http://schemas.openxmlformats.org/drawingml/2006/main">
              <a:ext uri="{FF2B5EF4-FFF2-40B4-BE49-F238E27FC236}">
                <a16:creationId xmlns:a16="http://schemas.microsoft.com/office/drawing/2014/main" id="{EC8BFF79-6505-47D6-BAF5-83ECC883F4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14400" y="1447800"/>
            <a:ext cx="2171700" cy="4467225"/>
          </a:xfrm>
          <a:custGeom xmlns:a="http://schemas.openxmlformats.org/drawingml/2006/main">
            <a:pathLst>
              <a:path w="1838325" h="3790950">
                <a:moveTo>
                  <a:pt x="695325" y="9525"/>
                </a:moveTo>
                <a:lnTo>
                  <a:pt x="714375" y="9525"/>
                </a:lnTo>
                <a:lnTo>
                  <a:pt x="714375" y="19050"/>
                </a:lnTo>
                <a:lnTo>
                  <a:pt x="752475" y="19050"/>
                </a:lnTo>
                <a:lnTo>
                  <a:pt x="752475" y="38100"/>
                </a:lnTo>
                <a:lnTo>
                  <a:pt x="781050" y="38100"/>
                </a:lnTo>
                <a:lnTo>
                  <a:pt x="781050" y="28575"/>
                </a:lnTo>
                <a:lnTo>
                  <a:pt x="771525" y="28575"/>
                </a:lnTo>
                <a:lnTo>
                  <a:pt x="771525" y="19050"/>
                </a:lnTo>
                <a:lnTo>
                  <a:pt x="790575" y="19050"/>
                </a:lnTo>
                <a:lnTo>
                  <a:pt x="790575" y="9525"/>
                </a:lnTo>
                <a:lnTo>
                  <a:pt x="800100" y="9525"/>
                </a:lnTo>
                <a:lnTo>
                  <a:pt x="800100" y="19050"/>
                </a:lnTo>
                <a:lnTo>
                  <a:pt x="904875" y="19050"/>
                </a:lnTo>
                <a:lnTo>
                  <a:pt x="904875" y="38100"/>
                </a:lnTo>
                <a:lnTo>
                  <a:pt x="952500" y="38100"/>
                </a:lnTo>
                <a:lnTo>
                  <a:pt x="952500" y="28575"/>
                </a:lnTo>
                <a:lnTo>
                  <a:pt x="942975" y="28575"/>
                </a:lnTo>
                <a:lnTo>
                  <a:pt x="942975" y="19050"/>
                </a:lnTo>
                <a:lnTo>
                  <a:pt x="971550" y="19050"/>
                </a:lnTo>
                <a:lnTo>
                  <a:pt x="971550" y="38100"/>
                </a:lnTo>
                <a:lnTo>
                  <a:pt x="1104900" y="38100"/>
                </a:lnTo>
                <a:lnTo>
                  <a:pt x="1104900" y="19050"/>
                </a:lnTo>
                <a:lnTo>
                  <a:pt x="1133475" y="19050"/>
                </a:lnTo>
                <a:lnTo>
                  <a:pt x="1133475" y="38100"/>
                </a:lnTo>
                <a:lnTo>
                  <a:pt x="1152525" y="38100"/>
                </a:lnTo>
                <a:lnTo>
                  <a:pt x="1152525" y="19050"/>
                </a:lnTo>
                <a:lnTo>
                  <a:pt x="1276350" y="19050"/>
                </a:lnTo>
                <a:lnTo>
                  <a:pt x="1276350" y="38100"/>
                </a:lnTo>
                <a:lnTo>
                  <a:pt x="1285875" y="38100"/>
                </a:lnTo>
                <a:lnTo>
                  <a:pt x="1285875" y="19050"/>
                </a:lnTo>
                <a:lnTo>
                  <a:pt x="1362075" y="19050"/>
                </a:lnTo>
                <a:lnTo>
                  <a:pt x="1362075" y="38100"/>
                </a:lnTo>
                <a:lnTo>
                  <a:pt x="1485900" y="38100"/>
                </a:lnTo>
                <a:lnTo>
                  <a:pt x="1485900" y="47625"/>
                </a:lnTo>
                <a:lnTo>
                  <a:pt x="371475" y="47625"/>
                </a:lnTo>
                <a:lnTo>
                  <a:pt x="371475" y="38100"/>
                </a:lnTo>
                <a:lnTo>
                  <a:pt x="685800" y="38100"/>
                </a:lnTo>
                <a:lnTo>
                  <a:pt x="685800" y="19050"/>
                </a:lnTo>
                <a:lnTo>
                  <a:pt x="695325" y="19050"/>
                </a:lnTo>
                <a:close/>
                <a:moveTo>
                  <a:pt x="504825" y="19050"/>
                </a:moveTo>
                <a:lnTo>
                  <a:pt x="514350" y="19050"/>
                </a:lnTo>
                <a:lnTo>
                  <a:pt x="514350" y="28575"/>
                </a:lnTo>
                <a:lnTo>
                  <a:pt x="504825" y="28575"/>
                </a:lnTo>
                <a:close/>
                <a:moveTo>
                  <a:pt x="342900" y="38100"/>
                </a:moveTo>
                <a:lnTo>
                  <a:pt x="361950" y="38100"/>
                </a:lnTo>
                <a:lnTo>
                  <a:pt x="361950" y="47625"/>
                </a:lnTo>
                <a:lnTo>
                  <a:pt x="342900" y="47625"/>
                </a:lnTo>
                <a:close/>
                <a:moveTo>
                  <a:pt x="266700" y="47625"/>
                </a:moveTo>
                <a:lnTo>
                  <a:pt x="295275" y="47625"/>
                </a:lnTo>
                <a:lnTo>
                  <a:pt x="295275" y="57150"/>
                </a:lnTo>
                <a:lnTo>
                  <a:pt x="276225" y="57150"/>
                </a:lnTo>
                <a:lnTo>
                  <a:pt x="276225" y="66675"/>
                </a:lnTo>
                <a:lnTo>
                  <a:pt x="247650" y="66675"/>
                </a:lnTo>
                <a:lnTo>
                  <a:pt x="247650" y="57150"/>
                </a:lnTo>
                <a:lnTo>
                  <a:pt x="266700" y="57150"/>
                </a:lnTo>
                <a:close/>
                <a:moveTo>
                  <a:pt x="304800" y="47625"/>
                </a:moveTo>
                <a:lnTo>
                  <a:pt x="323850" y="47625"/>
                </a:lnTo>
                <a:lnTo>
                  <a:pt x="323850" y="57150"/>
                </a:lnTo>
                <a:lnTo>
                  <a:pt x="304800" y="57150"/>
                </a:lnTo>
                <a:close/>
                <a:moveTo>
                  <a:pt x="1495425" y="47625"/>
                </a:moveTo>
                <a:lnTo>
                  <a:pt x="1514475" y="47625"/>
                </a:lnTo>
                <a:lnTo>
                  <a:pt x="1514475" y="57150"/>
                </a:lnTo>
                <a:lnTo>
                  <a:pt x="1495425" y="57150"/>
                </a:lnTo>
                <a:close/>
                <a:moveTo>
                  <a:pt x="1552575" y="57150"/>
                </a:moveTo>
                <a:lnTo>
                  <a:pt x="1562100" y="57150"/>
                </a:lnTo>
                <a:lnTo>
                  <a:pt x="1562100" y="66675"/>
                </a:lnTo>
                <a:lnTo>
                  <a:pt x="1552575" y="66675"/>
                </a:lnTo>
                <a:close/>
                <a:moveTo>
                  <a:pt x="228600" y="66675"/>
                </a:moveTo>
                <a:lnTo>
                  <a:pt x="238125" y="66675"/>
                </a:lnTo>
                <a:lnTo>
                  <a:pt x="238125" y="76200"/>
                </a:lnTo>
                <a:lnTo>
                  <a:pt x="228600" y="76200"/>
                </a:lnTo>
                <a:close/>
                <a:moveTo>
                  <a:pt x="1581150" y="66675"/>
                </a:moveTo>
                <a:lnTo>
                  <a:pt x="1590675" y="66675"/>
                </a:lnTo>
                <a:lnTo>
                  <a:pt x="1590675" y="76200"/>
                </a:lnTo>
                <a:lnTo>
                  <a:pt x="1581150" y="76200"/>
                </a:lnTo>
                <a:close/>
                <a:moveTo>
                  <a:pt x="1638300" y="95250"/>
                </a:moveTo>
                <a:lnTo>
                  <a:pt x="1647825" y="95250"/>
                </a:lnTo>
                <a:lnTo>
                  <a:pt x="1647825" y="104775"/>
                </a:lnTo>
                <a:lnTo>
                  <a:pt x="1638300" y="104775"/>
                </a:lnTo>
                <a:close/>
                <a:moveTo>
                  <a:pt x="161925" y="104775"/>
                </a:moveTo>
                <a:lnTo>
                  <a:pt x="171450" y="104775"/>
                </a:lnTo>
                <a:lnTo>
                  <a:pt x="171450" y="114300"/>
                </a:lnTo>
                <a:lnTo>
                  <a:pt x="161925" y="114300"/>
                </a:lnTo>
                <a:close/>
                <a:moveTo>
                  <a:pt x="1666875" y="114300"/>
                </a:moveTo>
                <a:lnTo>
                  <a:pt x="1676400" y="114300"/>
                </a:lnTo>
                <a:lnTo>
                  <a:pt x="1676400" y="123825"/>
                </a:lnTo>
                <a:lnTo>
                  <a:pt x="1666875" y="123825"/>
                </a:lnTo>
                <a:close/>
                <a:moveTo>
                  <a:pt x="1695450" y="114300"/>
                </a:moveTo>
                <a:lnTo>
                  <a:pt x="1714500" y="114300"/>
                </a:lnTo>
                <a:lnTo>
                  <a:pt x="1714500" y="123825"/>
                </a:lnTo>
                <a:lnTo>
                  <a:pt x="1733550" y="123825"/>
                </a:lnTo>
                <a:lnTo>
                  <a:pt x="1733550" y="133350"/>
                </a:lnTo>
                <a:lnTo>
                  <a:pt x="1743075" y="133350"/>
                </a:lnTo>
                <a:lnTo>
                  <a:pt x="1743075" y="142875"/>
                </a:lnTo>
                <a:lnTo>
                  <a:pt x="1752600" y="142875"/>
                </a:lnTo>
                <a:lnTo>
                  <a:pt x="1752600" y="152400"/>
                </a:lnTo>
                <a:lnTo>
                  <a:pt x="1762125" y="152400"/>
                </a:lnTo>
                <a:lnTo>
                  <a:pt x="1762125" y="161925"/>
                </a:lnTo>
                <a:lnTo>
                  <a:pt x="1771650" y="161925"/>
                </a:lnTo>
                <a:lnTo>
                  <a:pt x="1771650" y="209550"/>
                </a:lnTo>
                <a:lnTo>
                  <a:pt x="1762125" y="209550"/>
                </a:lnTo>
                <a:lnTo>
                  <a:pt x="1762125" y="228600"/>
                </a:lnTo>
                <a:lnTo>
                  <a:pt x="1752600" y="228600"/>
                </a:lnTo>
                <a:lnTo>
                  <a:pt x="1752600" y="209550"/>
                </a:lnTo>
                <a:lnTo>
                  <a:pt x="1743075" y="209550"/>
                </a:lnTo>
                <a:lnTo>
                  <a:pt x="1743075" y="200025"/>
                </a:lnTo>
                <a:lnTo>
                  <a:pt x="1733550" y="200025"/>
                </a:lnTo>
                <a:lnTo>
                  <a:pt x="1733550" y="180975"/>
                </a:lnTo>
                <a:lnTo>
                  <a:pt x="1724025" y="180975"/>
                </a:lnTo>
                <a:lnTo>
                  <a:pt x="1724025" y="171450"/>
                </a:lnTo>
                <a:lnTo>
                  <a:pt x="1714500" y="171450"/>
                </a:lnTo>
                <a:lnTo>
                  <a:pt x="1714500" y="152400"/>
                </a:lnTo>
                <a:lnTo>
                  <a:pt x="1704975" y="152400"/>
                </a:lnTo>
                <a:lnTo>
                  <a:pt x="1704975" y="142875"/>
                </a:lnTo>
                <a:lnTo>
                  <a:pt x="1695450" y="142875"/>
                </a:lnTo>
                <a:lnTo>
                  <a:pt x="1695450" y="133350"/>
                </a:lnTo>
                <a:lnTo>
                  <a:pt x="1685925" y="133350"/>
                </a:lnTo>
                <a:lnTo>
                  <a:pt x="1685925" y="123825"/>
                </a:lnTo>
                <a:lnTo>
                  <a:pt x="1695450" y="123825"/>
                </a:lnTo>
                <a:close/>
                <a:moveTo>
                  <a:pt x="104775" y="123825"/>
                </a:moveTo>
                <a:lnTo>
                  <a:pt x="114300" y="123825"/>
                </a:lnTo>
                <a:lnTo>
                  <a:pt x="114300" y="161925"/>
                </a:lnTo>
                <a:lnTo>
                  <a:pt x="104775" y="161925"/>
                </a:lnTo>
                <a:lnTo>
                  <a:pt x="104775" y="171450"/>
                </a:lnTo>
                <a:lnTo>
                  <a:pt x="95250" y="171450"/>
                </a:lnTo>
                <a:lnTo>
                  <a:pt x="95250" y="190500"/>
                </a:lnTo>
                <a:lnTo>
                  <a:pt x="85725" y="190500"/>
                </a:lnTo>
                <a:lnTo>
                  <a:pt x="85725" y="200025"/>
                </a:lnTo>
                <a:lnTo>
                  <a:pt x="76200" y="200025"/>
                </a:lnTo>
                <a:lnTo>
                  <a:pt x="76200" y="219075"/>
                </a:lnTo>
                <a:lnTo>
                  <a:pt x="66675" y="219075"/>
                </a:lnTo>
                <a:lnTo>
                  <a:pt x="66675" y="238125"/>
                </a:lnTo>
                <a:lnTo>
                  <a:pt x="57150" y="238125"/>
                </a:lnTo>
                <a:lnTo>
                  <a:pt x="57150" y="266700"/>
                </a:lnTo>
                <a:lnTo>
                  <a:pt x="47625" y="266700"/>
                </a:lnTo>
                <a:lnTo>
                  <a:pt x="47625" y="304800"/>
                </a:lnTo>
                <a:lnTo>
                  <a:pt x="38100" y="304800"/>
                </a:lnTo>
                <a:lnTo>
                  <a:pt x="38100" y="333375"/>
                </a:lnTo>
                <a:lnTo>
                  <a:pt x="28575" y="333375"/>
                </a:lnTo>
                <a:lnTo>
                  <a:pt x="28575" y="342900"/>
                </a:lnTo>
                <a:lnTo>
                  <a:pt x="38100" y="342900"/>
                </a:lnTo>
                <a:lnTo>
                  <a:pt x="38100" y="361950"/>
                </a:lnTo>
                <a:lnTo>
                  <a:pt x="19050" y="361950"/>
                </a:lnTo>
                <a:lnTo>
                  <a:pt x="19050" y="371475"/>
                </a:lnTo>
                <a:lnTo>
                  <a:pt x="9525" y="371475"/>
                </a:lnTo>
                <a:lnTo>
                  <a:pt x="9525" y="381000"/>
                </a:lnTo>
                <a:lnTo>
                  <a:pt x="0" y="381000"/>
                </a:lnTo>
                <a:lnTo>
                  <a:pt x="0" y="228600"/>
                </a:lnTo>
                <a:lnTo>
                  <a:pt x="19050" y="228600"/>
                </a:lnTo>
                <a:lnTo>
                  <a:pt x="19050" y="209550"/>
                </a:lnTo>
                <a:lnTo>
                  <a:pt x="38100" y="209550"/>
                </a:lnTo>
                <a:lnTo>
                  <a:pt x="38100" y="190500"/>
                </a:lnTo>
                <a:lnTo>
                  <a:pt x="47625" y="190500"/>
                </a:lnTo>
                <a:lnTo>
                  <a:pt x="47625" y="180975"/>
                </a:lnTo>
                <a:lnTo>
                  <a:pt x="57150" y="180975"/>
                </a:lnTo>
                <a:lnTo>
                  <a:pt x="57150" y="171450"/>
                </a:lnTo>
                <a:lnTo>
                  <a:pt x="76200" y="171450"/>
                </a:lnTo>
                <a:lnTo>
                  <a:pt x="76200" y="161925"/>
                </a:lnTo>
                <a:lnTo>
                  <a:pt x="85725" y="161925"/>
                </a:lnTo>
                <a:lnTo>
                  <a:pt x="85725" y="142875"/>
                </a:lnTo>
                <a:lnTo>
                  <a:pt x="95250" y="142875"/>
                </a:lnTo>
                <a:lnTo>
                  <a:pt x="95250" y="133350"/>
                </a:lnTo>
                <a:lnTo>
                  <a:pt x="104775" y="133350"/>
                </a:lnTo>
                <a:close/>
                <a:moveTo>
                  <a:pt x="723900" y="123825"/>
                </a:moveTo>
                <a:lnTo>
                  <a:pt x="742950" y="123825"/>
                </a:lnTo>
                <a:lnTo>
                  <a:pt x="742950" y="133350"/>
                </a:lnTo>
                <a:lnTo>
                  <a:pt x="723900" y="133350"/>
                </a:lnTo>
                <a:close/>
                <a:moveTo>
                  <a:pt x="800100" y="123825"/>
                </a:moveTo>
                <a:lnTo>
                  <a:pt x="933450" y="123825"/>
                </a:lnTo>
                <a:lnTo>
                  <a:pt x="933450" y="133350"/>
                </a:lnTo>
                <a:lnTo>
                  <a:pt x="885825" y="133350"/>
                </a:lnTo>
                <a:lnTo>
                  <a:pt x="885825" y="142875"/>
                </a:lnTo>
                <a:lnTo>
                  <a:pt x="876300" y="142875"/>
                </a:lnTo>
                <a:lnTo>
                  <a:pt x="876300" y="133350"/>
                </a:lnTo>
                <a:lnTo>
                  <a:pt x="800100" y="133350"/>
                </a:lnTo>
                <a:close/>
                <a:moveTo>
                  <a:pt x="1019175" y="123825"/>
                </a:moveTo>
                <a:lnTo>
                  <a:pt x="1114425" y="123825"/>
                </a:lnTo>
                <a:lnTo>
                  <a:pt x="1114425" y="133350"/>
                </a:lnTo>
                <a:lnTo>
                  <a:pt x="1019175" y="133350"/>
                </a:lnTo>
                <a:close/>
                <a:moveTo>
                  <a:pt x="266700" y="142875"/>
                </a:moveTo>
                <a:lnTo>
                  <a:pt x="276225" y="142875"/>
                </a:lnTo>
                <a:lnTo>
                  <a:pt x="276225" y="152400"/>
                </a:lnTo>
                <a:lnTo>
                  <a:pt x="266700" y="152400"/>
                </a:lnTo>
                <a:close/>
                <a:moveTo>
                  <a:pt x="1619250" y="180975"/>
                </a:moveTo>
                <a:lnTo>
                  <a:pt x="1628775" y="180975"/>
                </a:lnTo>
                <a:lnTo>
                  <a:pt x="1628775" y="190500"/>
                </a:lnTo>
                <a:lnTo>
                  <a:pt x="1619250" y="190500"/>
                </a:lnTo>
                <a:close/>
                <a:moveTo>
                  <a:pt x="152400" y="228600"/>
                </a:moveTo>
                <a:lnTo>
                  <a:pt x="161925" y="228600"/>
                </a:lnTo>
                <a:lnTo>
                  <a:pt x="161925" y="238125"/>
                </a:lnTo>
                <a:lnTo>
                  <a:pt x="152400" y="238125"/>
                </a:lnTo>
                <a:close/>
                <a:moveTo>
                  <a:pt x="1466850" y="228600"/>
                </a:moveTo>
                <a:lnTo>
                  <a:pt x="1476375" y="228600"/>
                </a:lnTo>
                <a:lnTo>
                  <a:pt x="1476375" y="238125"/>
                </a:lnTo>
                <a:lnTo>
                  <a:pt x="1466850" y="238125"/>
                </a:lnTo>
                <a:close/>
                <a:moveTo>
                  <a:pt x="1762125" y="228600"/>
                </a:moveTo>
                <a:lnTo>
                  <a:pt x="1790700" y="228600"/>
                </a:lnTo>
                <a:lnTo>
                  <a:pt x="1790700" y="247650"/>
                </a:lnTo>
                <a:lnTo>
                  <a:pt x="1800225" y="247650"/>
                </a:lnTo>
                <a:lnTo>
                  <a:pt x="1800225" y="257175"/>
                </a:lnTo>
                <a:lnTo>
                  <a:pt x="1819275" y="257175"/>
                </a:lnTo>
                <a:lnTo>
                  <a:pt x="1819275" y="266700"/>
                </a:lnTo>
                <a:lnTo>
                  <a:pt x="1828800" y="266700"/>
                </a:lnTo>
                <a:lnTo>
                  <a:pt x="1828800" y="276225"/>
                </a:lnTo>
                <a:lnTo>
                  <a:pt x="1838325" y="276225"/>
                </a:lnTo>
                <a:lnTo>
                  <a:pt x="1838325" y="390525"/>
                </a:lnTo>
                <a:lnTo>
                  <a:pt x="1828800" y="390525"/>
                </a:lnTo>
                <a:lnTo>
                  <a:pt x="1828800" y="371475"/>
                </a:lnTo>
                <a:lnTo>
                  <a:pt x="1819275" y="371475"/>
                </a:lnTo>
                <a:lnTo>
                  <a:pt x="1819275" y="333375"/>
                </a:lnTo>
                <a:lnTo>
                  <a:pt x="1809750" y="333375"/>
                </a:lnTo>
                <a:lnTo>
                  <a:pt x="1809750" y="323850"/>
                </a:lnTo>
                <a:lnTo>
                  <a:pt x="1800225" y="323850"/>
                </a:lnTo>
                <a:lnTo>
                  <a:pt x="1800225" y="314325"/>
                </a:lnTo>
                <a:lnTo>
                  <a:pt x="1790700" y="314325"/>
                </a:lnTo>
                <a:lnTo>
                  <a:pt x="1790700" y="304800"/>
                </a:lnTo>
                <a:lnTo>
                  <a:pt x="1781175" y="304800"/>
                </a:lnTo>
                <a:lnTo>
                  <a:pt x="1781175" y="285750"/>
                </a:lnTo>
                <a:lnTo>
                  <a:pt x="1771650" y="285750"/>
                </a:lnTo>
                <a:lnTo>
                  <a:pt x="1771650" y="257175"/>
                </a:lnTo>
                <a:lnTo>
                  <a:pt x="1762125" y="257175"/>
                </a:lnTo>
                <a:close/>
                <a:moveTo>
                  <a:pt x="314325" y="238125"/>
                </a:moveTo>
                <a:lnTo>
                  <a:pt x="323850" y="238125"/>
                </a:lnTo>
                <a:lnTo>
                  <a:pt x="323850" y="257175"/>
                </a:lnTo>
                <a:lnTo>
                  <a:pt x="314325" y="257175"/>
                </a:lnTo>
                <a:close/>
                <a:moveTo>
                  <a:pt x="1457325" y="238125"/>
                </a:moveTo>
                <a:lnTo>
                  <a:pt x="1466850" y="238125"/>
                </a:lnTo>
                <a:lnTo>
                  <a:pt x="1466850" y="257175"/>
                </a:lnTo>
                <a:lnTo>
                  <a:pt x="1457325" y="257175"/>
                </a:lnTo>
                <a:close/>
                <a:moveTo>
                  <a:pt x="133350" y="266700"/>
                </a:moveTo>
                <a:lnTo>
                  <a:pt x="142875" y="266700"/>
                </a:lnTo>
                <a:lnTo>
                  <a:pt x="142875" y="276225"/>
                </a:lnTo>
                <a:lnTo>
                  <a:pt x="133350" y="276225"/>
                </a:lnTo>
                <a:close/>
                <a:moveTo>
                  <a:pt x="323850" y="266700"/>
                </a:moveTo>
                <a:lnTo>
                  <a:pt x="333375" y="266700"/>
                </a:lnTo>
                <a:lnTo>
                  <a:pt x="333375" y="276225"/>
                </a:lnTo>
                <a:lnTo>
                  <a:pt x="323850" y="276225"/>
                </a:lnTo>
                <a:close/>
                <a:moveTo>
                  <a:pt x="1266825" y="266700"/>
                </a:moveTo>
                <a:lnTo>
                  <a:pt x="1285875" y="266700"/>
                </a:lnTo>
                <a:lnTo>
                  <a:pt x="1285875" y="285750"/>
                </a:lnTo>
                <a:lnTo>
                  <a:pt x="1266825" y="285750"/>
                </a:lnTo>
                <a:close/>
                <a:moveTo>
                  <a:pt x="1314450" y="266700"/>
                </a:moveTo>
                <a:lnTo>
                  <a:pt x="1333500" y="266700"/>
                </a:lnTo>
                <a:lnTo>
                  <a:pt x="1333500" y="285750"/>
                </a:lnTo>
                <a:lnTo>
                  <a:pt x="1314450" y="285750"/>
                </a:lnTo>
                <a:close/>
                <a:moveTo>
                  <a:pt x="1685925" y="276225"/>
                </a:moveTo>
                <a:lnTo>
                  <a:pt x="1695450" y="276225"/>
                </a:lnTo>
                <a:lnTo>
                  <a:pt x="1695450" y="285750"/>
                </a:lnTo>
                <a:lnTo>
                  <a:pt x="1685925" y="285750"/>
                </a:lnTo>
                <a:close/>
                <a:moveTo>
                  <a:pt x="1143000" y="304800"/>
                </a:moveTo>
                <a:lnTo>
                  <a:pt x="1152525" y="304800"/>
                </a:lnTo>
                <a:lnTo>
                  <a:pt x="1152525" y="314325"/>
                </a:lnTo>
                <a:lnTo>
                  <a:pt x="1143000" y="314325"/>
                </a:lnTo>
                <a:close/>
                <a:moveTo>
                  <a:pt x="1133475" y="314325"/>
                </a:moveTo>
                <a:lnTo>
                  <a:pt x="1143000" y="314325"/>
                </a:lnTo>
                <a:lnTo>
                  <a:pt x="1143000" y="323850"/>
                </a:lnTo>
                <a:lnTo>
                  <a:pt x="1133475" y="323850"/>
                </a:lnTo>
                <a:close/>
                <a:moveTo>
                  <a:pt x="114300" y="333375"/>
                </a:moveTo>
                <a:lnTo>
                  <a:pt x="123825" y="333375"/>
                </a:lnTo>
                <a:lnTo>
                  <a:pt x="123825" y="342900"/>
                </a:lnTo>
                <a:lnTo>
                  <a:pt x="114300" y="342900"/>
                </a:lnTo>
                <a:close/>
                <a:moveTo>
                  <a:pt x="1704975" y="371475"/>
                </a:moveTo>
                <a:lnTo>
                  <a:pt x="1714500" y="371475"/>
                </a:lnTo>
                <a:lnTo>
                  <a:pt x="1714500" y="390525"/>
                </a:lnTo>
                <a:lnTo>
                  <a:pt x="1704975" y="390525"/>
                </a:lnTo>
                <a:close/>
                <a:moveTo>
                  <a:pt x="371475" y="409575"/>
                </a:moveTo>
                <a:lnTo>
                  <a:pt x="381000" y="409575"/>
                </a:lnTo>
                <a:lnTo>
                  <a:pt x="381000" y="428625"/>
                </a:lnTo>
                <a:lnTo>
                  <a:pt x="352425" y="428625"/>
                </a:lnTo>
                <a:lnTo>
                  <a:pt x="352425" y="419100"/>
                </a:lnTo>
                <a:lnTo>
                  <a:pt x="371475" y="419100"/>
                </a:lnTo>
                <a:close/>
                <a:moveTo>
                  <a:pt x="542925" y="409575"/>
                </a:moveTo>
                <a:lnTo>
                  <a:pt x="552450" y="409575"/>
                </a:lnTo>
                <a:lnTo>
                  <a:pt x="552450" y="419100"/>
                </a:lnTo>
                <a:lnTo>
                  <a:pt x="542925" y="419100"/>
                </a:lnTo>
                <a:close/>
                <a:moveTo>
                  <a:pt x="647700" y="409575"/>
                </a:moveTo>
                <a:lnTo>
                  <a:pt x="657225" y="409575"/>
                </a:lnTo>
                <a:lnTo>
                  <a:pt x="657225" y="419100"/>
                </a:lnTo>
                <a:lnTo>
                  <a:pt x="647700" y="419100"/>
                </a:lnTo>
                <a:close/>
                <a:moveTo>
                  <a:pt x="809625" y="409575"/>
                </a:moveTo>
                <a:lnTo>
                  <a:pt x="819150" y="409575"/>
                </a:lnTo>
                <a:lnTo>
                  <a:pt x="819150" y="419100"/>
                </a:lnTo>
                <a:lnTo>
                  <a:pt x="809625" y="419100"/>
                </a:lnTo>
                <a:close/>
                <a:moveTo>
                  <a:pt x="866775" y="409575"/>
                </a:moveTo>
                <a:lnTo>
                  <a:pt x="904875" y="409575"/>
                </a:lnTo>
                <a:lnTo>
                  <a:pt x="904875" y="419100"/>
                </a:lnTo>
                <a:lnTo>
                  <a:pt x="866775" y="419100"/>
                </a:lnTo>
                <a:close/>
                <a:moveTo>
                  <a:pt x="228600" y="419100"/>
                </a:moveTo>
                <a:lnTo>
                  <a:pt x="257175" y="419100"/>
                </a:lnTo>
                <a:lnTo>
                  <a:pt x="257175" y="438150"/>
                </a:lnTo>
                <a:lnTo>
                  <a:pt x="228600" y="438150"/>
                </a:lnTo>
                <a:close/>
                <a:moveTo>
                  <a:pt x="333375" y="419100"/>
                </a:moveTo>
                <a:lnTo>
                  <a:pt x="342900" y="419100"/>
                </a:lnTo>
                <a:lnTo>
                  <a:pt x="342900" y="428625"/>
                </a:lnTo>
                <a:lnTo>
                  <a:pt x="333375" y="428625"/>
                </a:lnTo>
                <a:close/>
                <a:moveTo>
                  <a:pt x="390525" y="419100"/>
                </a:moveTo>
                <a:lnTo>
                  <a:pt x="400050" y="419100"/>
                </a:lnTo>
                <a:lnTo>
                  <a:pt x="400050" y="428625"/>
                </a:lnTo>
                <a:lnTo>
                  <a:pt x="390525" y="428625"/>
                </a:lnTo>
                <a:close/>
                <a:moveTo>
                  <a:pt x="533400" y="419100"/>
                </a:moveTo>
                <a:lnTo>
                  <a:pt x="542925" y="419100"/>
                </a:lnTo>
                <a:lnTo>
                  <a:pt x="542925" y="428625"/>
                </a:lnTo>
                <a:lnTo>
                  <a:pt x="533400" y="428625"/>
                </a:lnTo>
                <a:close/>
                <a:moveTo>
                  <a:pt x="666750" y="419100"/>
                </a:moveTo>
                <a:lnTo>
                  <a:pt x="676275" y="419100"/>
                </a:lnTo>
                <a:lnTo>
                  <a:pt x="676275" y="428625"/>
                </a:lnTo>
                <a:lnTo>
                  <a:pt x="666750" y="428625"/>
                </a:lnTo>
                <a:close/>
                <a:moveTo>
                  <a:pt x="790575" y="419100"/>
                </a:moveTo>
                <a:lnTo>
                  <a:pt x="800100" y="419100"/>
                </a:lnTo>
                <a:lnTo>
                  <a:pt x="800100" y="428625"/>
                </a:lnTo>
                <a:lnTo>
                  <a:pt x="790575" y="428625"/>
                </a:lnTo>
                <a:close/>
                <a:moveTo>
                  <a:pt x="847725" y="419100"/>
                </a:moveTo>
                <a:lnTo>
                  <a:pt x="857250" y="419100"/>
                </a:lnTo>
                <a:lnTo>
                  <a:pt x="857250" y="428625"/>
                </a:lnTo>
                <a:lnTo>
                  <a:pt x="847725" y="428625"/>
                </a:lnTo>
                <a:close/>
                <a:moveTo>
                  <a:pt x="904875" y="419100"/>
                </a:moveTo>
                <a:lnTo>
                  <a:pt x="914400" y="419100"/>
                </a:lnTo>
                <a:lnTo>
                  <a:pt x="914400" y="428625"/>
                </a:lnTo>
                <a:lnTo>
                  <a:pt x="904875" y="428625"/>
                </a:lnTo>
                <a:close/>
                <a:moveTo>
                  <a:pt x="1828800" y="419100"/>
                </a:moveTo>
                <a:lnTo>
                  <a:pt x="1838325" y="419100"/>
                </a:lnTo>
                <a:lnTo>
                  <a:pt x="1838325" y="428625"/>
                </a:lnTo>
                <a:lnTo>
                  <a:pt x="1828800" y="428625"/>
                </a:lnTo>
                <a:close/>
                <a:moveTo>
                  <a:pt x="323850" y="428625"/>
                </a:moveTo>
                <a:lnTo>
                  <a:pt x="333375" y="428625"/>
                </a:lnTo>
                <a:lnTo>
                  <a:pt x="333375" y="438150"/>
                </a:lnTo>
                <a:lnTo>
                  <a:pt x="323850" y="438150"/>
                </a:lnTo>
                <a:close/>
                <a:moveTo>
                  <a:pt x="942975" y="428625"/>
                </a:moveTo>
                <a:lnTo>
                  <a:pt x="952500" y="428625"/>
                </a:lnTo>
                <a:lnTo>
                  <a:pt x="952500" y="438150"/>
                </a:lnTo>
                <a:lnTo>
                  <a:pt x="942975" y="438150"/>
                </a:lnTo>
                <a:close/>
                <a:moveTo>
                  <a:pt x="952500" y="438150"/>
                </a:moveTo>
                <a:lnTo>
                  <a:pt x="962025" y="438150"/>
                </a:lnTo>
                <a:lnTo>
                  <a:pt x="962025" y="466725"/>
                </a:lnTo>
                <a:lnTo>
                  <a:pt x="952500" y="466725"/>
                </a:lnTo>
                <a:close/>
                <a:moveTo>
                  <a:pt x="942975" y="466725"/>
                </a:moveTo>
                <a:lnTo>
                  <a:pt x="952500" y="466725"/>
                </a:lnTo>
                <a:lnTo>
                  <a:pt x="952500" y="476250"/>
                </a:lnTo>
                <a:lnTo>
                  <a:pt x="942975" y="476250"/>
                </a:lnTo>
                <a:close/>
                <a:moveTo>
                  <a:pt x="276225" y="485775"/>
                </a:moveTo>
                <a:lnTo>
                  <a:pt x="285750" y="485775"/>
                </a:lnTo>
                <a:lnTo>
                  <a:pt x="285750" y="504825"/>
                </a:lnTo>
                <a:lnTo>
                  <a:pt x="276225" y="504825"/>
                </a:lnTo>
                <a:close/>
                <a:moveTo>
                  <a:pt x="142875" y="581025"/>
                </a:moveTo>
                <a:lnTo>
                  <a:pt x="161925" y="581025"/>
                </a:lnTo>
                <a:lnTo>
                  <a:pt x="161925" y="695325"/>
                </a:lnTo>
                <a:lnTo>
                  <a:pt x="180975" y="695325"/>
                </a:lnTo>
                <a:lnTo>
                  <a:pt x="180975" y="704850"/>
                </a:lnTo>
                <a:lnTo>
                  <a:pt x="161925" y="704850"/>
                </a:lnTo>
                <a:lnTo>
                  <a:pt x="161925" y="771525"/>
                </a:lnTo>
                <a:lnTo>
                  <a:pt x="142875" y="771525"/>
                </a:lnTo>
                <a:lnTo>
                  <a:pt x="142875" y="733425"/>
                </a:lnTo>
                <a:lnTo>
                  <a:pt x="133350" y="733425"/>
                </a:lnTo>
                <a:lnTo>
                  <a:pt x="133350" y="695325"/>
                </a:lnTo>
                <a:lnTo>
                  <a:pt x="142875" y="695325"/>
                </a:lnTo>
                <a:close/>
                <a:moveTo>
                  <a:pt x="219075" y="638175"/>
                </a:moveTo>
                <a:lnTo>
                  <a:pt x="238125" y="638175"/>
                </a:lnTo>
                <a:lnTo>
                  <a:pt x="238125" y="647700"/>
                </a:lnTo>
                <a:lnTo>
                  <a:pt x="219075" y="647700"/>
                </a:lnTo>
                <a:close/>
                <a:moveTo>
                  <a:pt x="257175" y="647700"/>
                </a:moveTo>
                <a:lnTo>
                  <a:pt x="285750" y="647700"/>
                </a:lnTo>
                <a:lnTo>
                  <a:pt x="285750" y="657225"/>
                </a:lnTo>
                <a:lnTo>
                  <a:pt x="276225" y="657225"/>
                </a:lnTo>
                <a:lnTo>
                  <a:pt x="276225" y="676275"/>
                </a:lnTo>
                <a:lnTo>
                  <a:pt x="266700" y="676275"/>
                </a:lnTo>
                <a:lnTo>
                  <a:pt x="266700" y="666750"/>
                </a:lnTo>
                <a:lnTo>
                  <a:pt x="257175" y="666750"/>
                </a:lnTo>
                <a:close/>
                <a:moveTo>
                  <a:pt x="371475" y="647700"/>
                </a:moveTo>
                <a:lnTo>
                  <a:pt x="390525" y="647700"/>
                </a:lnTo>
                <a:lnTo>
                  <a:pt x="390525" y="657225"/>
                </a:lnTo>
                <a:lnTo>
                  <a:pt x="371475" y="657225"/>
                </a:lnTo>
                <a:close/>
                <a:moveTo>
                  <a:pt x="742950" y="647700"/>
                </a:moveTo>
                <a:lnTo>
                  <a:pt x="752475" y="647700"/>
                </a:lnTo>
                <a:lnTo>
                  <a:pt x="752475" y="657225"/>
                </a:lnTo>
                <a:lnTo>
                  <a:pt x="742950" y="657225"/>
                </a:lnTo>
                <a:close/>
                <a:moveTo>
                  <a:pt x="866775" y="647700"/>
                </a:moveTo>
                <a:lnTo>
                  <a:pt x="876300" y="647700"/>
                </a:lnTo>
                <a:lnTo>
                  <a:pt x="876300" y="657225"/>
                </a:lnTo>
                <a:lnTo>
                  <a:pt x="866775" y="657225"/>
                </a:lnTo>
                <a:close/>
                <a:moveTo>
                  <a:pt x="1114425" y="647700"/>
                </a:moveTo>
                <a:lnTo>
                  <a:pt x="1123950" y="647700"/>
                </a:lnTo>
                <a:lnTo>
                  <a:pt x="1123950" y="657225"/>
                </a:lnTo>
                <a:lnTo>
                  <a:pt x="1114425" y="657225"/>
                </a:lnTo>
                <a:close/>
                <a:moveTo>
                  <a:pt x="390525" y="657225"/>
                </a:moveTo>
                <a:lnTo>
                  <a:pt x="409575" y="657225"/>
                </a:lnTo>
                <a:lnTo>
                  <a:pt x="409575" y="666750"/>
                </a:lnTo>
                <a:lnTo>
                  <a:pt x="400050" y="666750"/>
                </a:lnTo>
                <a:lnTo>
                  <a:pt x="400050" y="676275"/>
                </a:lnTo>
                <a:lnTo>
                  <a:pt x="390525" y="676275"/>
                </a:lnTo>
                <a:lnTo>
                  <a:pt x="390525" y="685800"/>
                </a:lnTo>
                <a:lnTo>
                  <a:pt x="400050" y="685800"/>
                </a:lnTo>
                <a:lnTo>
                  <a:pt x="400050" y="676275"/>
                </a:lnTo>
                <a:lnTo>
                  <a:pt x="419100" y="676275"/>
                </a:lnTo>
                <a:lnTo>
                  <a:pt x="419100" y="657225"/>
                </a:lnTo>
                <a:lnTo>
                  <a:pt x="428625" y="657225"/>
                </a:lnTo>
                <a:lnTo>
                  <a:pt x="428625" y="676275"/>
                </a:lnTo>
                <a:lnTo>
                  <a:pt x="419100" y="676275"/>
                </a:lnTo>
                <a:lnTo>
                  <a:pt x="419100" y="685800"/>
                </a:lnTo>
                <a:lnTo>
                  <a:pt x="409575" y="685800"/>
                </a:lnTo>
                <a:lnTo>
                  <a:pt x="409575" y="695325"/>
                </a:lnTo>
                <a:lnTo>
                  <a:pt x="400050" y="695325"/>
                </a:lnTo>
                <a:lnTo>
                  <a:pt x="400050" y="704850"/>
                </a:lnTo>
                <a:lnTo>
                  <a:pt x="390525" y="704850"/>
                </a:lnTo>
                <a:lnTo>
                  <a:pt x="390525" y="695325"/>
                </a:lnTo>
                <a:lnTo>
                  <a:pt x="381000" y="695325"/>
                </a:lnTo>
                <a:lnTo>
                  <a:pt x="381000" y="666750"/>
                </a:lnTo>
                <a:lnTo>
                  <a:pt x="390525" y="666750"/>
                </a:lnTo>
                <a:close/>
                <a:moveTo>
                  <a:pt x="752475" y="657225"/>
                </a:moveTo>
                <a:lnTo>
                  <a:pt x="762000" y="657225"/>
                </a:lnTo>
                <a:lnTo>
                  <a:pt x="762000" y="666750"/>
                </a:lnTo>
                <a:lnTo>
                  <a:pt x="752475" y="666750"/>
                </a:lnTo>
                <a:close/>
                <a:moveTo>
                  <a:pt x="857250" y="657225"/>
                </a:moveTo>
                <a:lnTo>
                  <a:pt x="866775" y="657225"/>
                </a:lnTo>
                <a:lnTo>
                  <a:pt x="866775" y="666750"/>
                </a:lnTo>
                <a:lnTo>
                  <a:pt x="857250" y="666750"/>
                </a:lnTo>
                <a:close/>
                <a:moveTo>
                  <a:pt x="1104900" y="657225"/>
                </a:moveTo>
                <a:lnTo>
                  <a:pt x="1114425" y="657225"/>
                </a:lnTo>
                <a:lnTo>
                  <a:pt x="1114425" y="666750"/>
                </a:lnTo>
                <a:lnTo>
                  <a:pt x="1104900" y="666750"/>
                </a:lnTo>
                <a:close/>
                <a:moveTo>
                  <a:pt x="1123950" y="657225"/>
                </a:moveTo>
                <a:lnTo>
                  <a:pt x="1133475" y="657225"/>
                </a:lnTo>
                <a:lnTo>
                  <a:pt x="1133475" y="695325"/>
                </a:lnTo>
                <a:lnTo>
                  <a:pt x="1123950" y="695325"/>
                </a:lnTo>
                <a:close/>
                <a:moveTo>
                  <a:pt x="285750" y="676275"/>
                </a:moveTo>
                <a:lnTo>
                  <a:pt x="295275" y="676275"/>
                </a:lnTo>
                <a:lnTo>
                  <a:pt x="295275" y="685800"/>
                </a:lnTo>
                <a:lnTo>
                  <a:pt x="285750" y="685800"/>
                </a:lnTo>
                <a:close/>
                <a:moveTo>
                  <a:pt x="447675" y="685800"/>
                </a:moveTo>
                <a:lnTo>
                  <a:pt x="457200" y="685800"/>
                </a:lnTo>
                <a:lnTo>
                  <a:pt x="457200" y="695325"/>
                </a:lnTo>
                <a:lnTo>
                  <a:pt x="447675" y="695325"/>
                </a:lnTo>
                <a:close/>
                <a:moveTo>
                  <a:pt x="581025" y="685800"/>
                </a:moveTo>
                <a:lnTo>
                  <a:pt x="590550" y="685800"/>
                </a:lnTo>
                <a:lnTo>
                  <a:pt x="590550" y="695325"/>
                </a:lnTo>
                <a:lnTo>
                  <a:pt x="581025" y="695325"/>
                </a:lnTo>
                <a:close/>
                <a:moveTo>
                  <a:pt x="676275" y="685800"/>
                </a:moveTo>
                <a:lnTo>
                  <a:pt x="685800" y="685800"/>
                </a:lnTo>
                <a:lnTo>
                  <a:pt x="685800" y="695325"/>
                </a:lnTo>
                <a:lnTo>
                  <a:pt x="676275" y="695325"/>
                </a:lnTo>
                <a:close/>
                <a:moveTo>
                  <a:pt x="971550" y="685800"/>
                </a:moveTo>
                <a:lnTo>
                  <a:pt x="981075" y="685800"/>
                </a:lnTo>
                <a:lnTo>
                  <a:pt x="981075" y="695325"/>
                </a:lnTo>
                <a:lnTo>
                  <a:pt x="971550" y="695325"/>
                </a:lnTo>
                <a:close/>
                <a:moveTo>
                  <a:pt x="1028700" y="685800"/>
                </a:moveTo>
                <a:lnTo>
                  <a:pt x="1038225" y="685800"/>
                </a:lnTo>
                <a:lnTo>
                  <a:pt x="1038225" y="695325"/>
                </a:lnTo>
                <a:lnTo>
                  <a:pt x="1028700" y="695325"/>
                </a:lnTo>
                <a:close/>
                <a:moveTo>
                  <a:pt x="114300" y="695325"/>
                </a:moveTo>
                <a:lnTo>
                  <a:pt x="123825" y="695325"/>
                </a:lnTo>
                <a:lnTo>
                  <a:pt x="123825" y="733425"/>
                </a:lnTo>
                <a:lnTo>
                  <a:pt x="114300" y="733425"/>
                </a:lnTo>
                <a:close/>
                <a:moveTo>
                  <a:pt x="457200" y="695325"/>
                </a:moveTo>
                <a:lnTo>
                  <a:pt x="466725" y="695325"/>
                </a:lnTo>
                <a:lnTo>
                  <a:pt x="466725" y="714375"/>
                </a:lnTo>
                <a:lnTo>
                  <a:pt x="457200" y="714375"/>
                </a:lnTo>
                <a:close/>
                <a:moveTo>
                  <a:pt x="666750" y="695325"/>
                </a:moveTo>
                <a:lnTo>
                  <a:pt x="676275" y="695325"/>
                </a:lnTo>
                <a:lnTo>
                  <a:pt x="676275" y="704850"/>
                </a:lnTo>
                <a:lnTo>
                  <a:pt x="666750" y="704850"/>
                </a:lnTo>
                <a:close/>
                <a:moveTo>
                  <a:pt x="962025" y="695325"/>
                </a:moveTo>
                <a:lnTo>
                  <a:pt x="971550" y="695325"/>
                </a:lnTo>
                <a:lnTo>
                  <a:pt x="971550" y="704850"/>
                </a:lnTo>
                <a:lnTo>
                  <a:pt x="962025" y="704850"/>
                </a:lnTo>
                <a:close/>
                <a:moveTo>
                  <a:pt x="1019175" y="695325"/>
                </a:moveTo>
                <a:lnTo>
                  <a:pt x="1028700" y="695325"/>
                </a:lnTo>
                <a:lnTo>
                  <a:pt x="1028700" y="704850"/>
                </a:lnTo>
                <a:lnTo>
                  <a:pt x="1019175" y="704850"/>
                </a:lnTo>
                <a:close/>
                <a:moveTo>
                  <a:pt x="219075" y="704850"/>
                </a:moveTo>
                <a:lnTo>
                  <a:pt x="228600" y="704850"/>
                </a:lnTo>
                <a:lnTo>
                  <a:pt x="228600" y="714375"/>
                </a:lnTo>
                <a:lnTo>
                  <a:pt x="219075" y="714375"/>
                </a:lnTo>
                <a:close/>
                <a:moveTo>
                  <a:pt x="952500" y="704850"/>
                </a:moveTo>
                <a:lnTo>
                  <a:pt x="962025" y="704850"/>
                </a:lnTo>
                <a:lnTo>
                  <a:pt x="962025" y="714375"/>
                </a:lnTo>
                <a:lnTo>
                  <a:pt x="952500" y="714375"/>
                </a:lnTo>
                <a:close/>
                <a:moveTo>
                  <a:pt x="219075" y="723900"/>
                </a:moveTo>
                <a:lnTo>
                  <a:pt x="228600" y="723900"/>
                </a:lnTo>
                <a:lnTo>
                  <a:pt x="228600" y="733425"/>
                </a:lnTo>
                <a:lnTo>
                  <a:pt x="219075" y="733425"/>
                </a:lnTo>
                <a:close/>
                <a:moveTo>
                  <a:pt x="619125" y="723900"/>
                </a:moveTo>
                <a:lnTo>
                  <a:pt x="628650" y="723900"/>
                </a:lnTo>
                <a:lnTo>
                  <a:pt x="628650" y="742950"/>
                </a:lnTo>
                <a:lnTo>
                  <a:pt x="619125" y="742950"/>
                </a:lnTo>
                <a:close/>
                <a:moveTo>
                  <a:pt x="542925" y="733425"/>
                </a:moveTo>
                <a:lnTo>
                  <a:pt x="571500" y="733425"/>
                </a:lnTo>
                <a:lnTo>
                  <a:pt x="571500" y="742950"/>
                </a:lnTo>
                <a:lnTo>
                  <a:pt x="542925" y="742950"/>
                </a:lnTo>
                <a:close/>
                <a:moveTo>
                  <a:pt x="600075" y="733425"/>
                </a:moveTo>
                <a:lnTo>
                  <a:pt x="609600" y="733425"/>
                </a:lnTo>
                <a:lnTo>
                  <a:pt x="609600" y="742950"/>
                </a:lnTo>
                <a:lnTo>
                  <a:pt x="600075" y="742950"/>
                </a:lnTo>
                <a:close/>
                <a:moveTo>
                  <a:pt x="895350" y="733425"/>
                </a:moveTo>
                <a:lnTo>
                  <a:pt x="904875" y="733425"/>
                </a:lnTo>
                <a:lnTo>
                  <a:pt x="904875" y="742950"/>
                </a:lnTo>
                <a:lnTo>
                  <a:pt x="895350" y="742950"/>
                </a:lnTo>
                <a:close/>
                <a:moveTo>
                  <a:pt x="923925" y="733425"/>
                </a:moveTo>
                <a:lnTo>
                  <a:pt x="933450" y="733425"/>
                </a:lnTo>
                <a:lnTo>
                  <a:pt x="933450" y="742950"/>
                </a:lnTo>
                <a:lnTo>
                  <a:pt x="923925" y="742950"/>
                </a:lnTo>
                <a:close/>
                <a:moveTo>
                  <a:pt x="1104900" y="733425"/>
                </a:moveTo>
                <a:lnTo>
                  <a:pt x="1123950" y="733425"/>
                </a:lnTo>
                <a:lnTo>
                  <a:pt x="1123950" y="742950"/>
                </a:lnTo>
                <a:lnTo>
                  <a:pt x="1104900" y="742950"/>
                </a:lnTo>
                <a:close/>
                <a:moveTo>
                  <a:pt x="1162050" y="733425"/>
                </a:moveTo>
                <a:lnTo>
                  <a:pt x="1181100" y="733425"/>
                </a:lnTo>
                <a:lnTo>
                  <a:pt x="1181100" y="742950"/>
                </a:lnTo>
                <a:lnTo>
                  <a:pt x="1162050" y="742950"/>
                </a:lnTo>
                <a:close/>
                <a:moveTo>
                  <a:pt x="457200" y="742950"/>
                </a:moveTo>
                <a:lnTo>
                  <a:pt x="466725" y="742950"/>
                </a:lnTo>
                <a:lnTo>
                  <a:pt x="466725" y="752475"/>
                </a:lnTo>
                <a:lnTo>
                  <a:pt x="457200" y="752475"/>
                </a:lnTo>
                <a:close/>
                <a:moveTo>
                  <a:pt x="714375" y="742950"/>
                </a:moveTo>
                <a:lnTo>
                  <a:pt x="723900" y="742950"/>
                </a:lnTo>
                <a:lnTo>
                  <a:pt x="723900" y="752475"/>
                </a:lnTo>
                <a:lnTo>
                  <a:pt x="714375" y="752475"/>
                </a:lnTo>
                <a:close/>
                <a:moveTo>
                  <a:pt x="876300" y="742950"/>
                </a:moveTo>
                <a:lnTo>
                  <a:pt x="885825" y="742950"/>
                </a:lnTo>
                <a:lnTo>
                  <a:pt x="885825" y="752475"/>
                </a:lnTo>
                <a:lnTo>
                  <a:pt x="876300" y="752475"/>
                </a:lnTo>
                <a:close/>
                <a:moveTo>
                  <a:pt x="942975" y="742950"/>
                </a:moveTo>
                <a:lnTo>
                  <a:pt x="952500" y="742950"/>
                </a:lnTo>
                <a:lnTo>
                  <a:pt x="952500" y="752475"/>
                </a:lnTo>
                <a:lnTo>
                  <a:pt x="942975" y="752475"/>
                </a:lnTo>
                <a:close/>
                <a:moveTo>
                  <a:pt x="962025" y="742950"/>
                </a:moveTo>
                <a:lnTo>
                  <a:pt x="981075" y="742950"/>
                </a:lnTo>
                <a:lnTo>
                  <a:pt x="981075" y="752475"/>
                </a:lnTo>
                <a:lnTo>
                  <a:pt x="962025" y="752475"/>
                </a:lnTo>
                <a:close/>
                <a:moveTo>
                  <a:pt x="1000125" y="742950"/>
                </a:moveTo>
                <a:lnTo>
                  <a:pt x="1009650" y="742950"/>
                </a:lnTo>
                <a:lnTo>
                  <a:pt x="1009650" y="752475"/>
                </a:lnTo>
                <a:lnTo>
                  <a:pt x="1000125" y="752475"/>
                </a:lnTo>
                <a:close/>
                <a:moveTo>
                  <a:pt x="161925" y="800100"/>
                </a:moveTo>
                <a:lnTo>
                  <a:pt x="171450" y="800100"/>
                </a:lnTo>
                <a:lnTo>
                  <a:pt x="171450" y="809625"/>
                </a:lnTo>
                <a:lnTo>
                  <a:pt x="161925" y="809625"/>
                </a:lnTo>
                <a:close/>
                <a:moveTo>
                  <a:pt x="485775" y="800100"/>
                </a:moveTo>
                <a:lnTo>
                  <a:pt x="561975" y="800100"/>
                </a:lnTo>
                <a:lnTo>
                  <a:pt x="561975" y="809625"/>
                </a:lnTo>
                <a:lnTo>
                  <a:pt x="485775" y="809625"/>
                </a:lnTo>
                <a:close/>
                <a:moveTo>
                  <a:pt x="152400" y="809625"/>
                </a:moveTo>
                <a:lnTo>
                  <a:pt x="161925" y="809625"/>
                </a:lnTo>
                <a:lnTo>
                  <a:pt x="161925" y="828675"/>
                </a:lnTo>
                <a:lnTo>
                  <a:pt x="190500" y="828675"/>
                </a:lnTo>
                <a:lnTo>
                  <a:pt x="190500" y="838200"/>
                </a:lnTo>
                <a:lnTo>
                  <a:pt x="171450" y="838200"/>
                </a:lnTo>
                <a:lnTo>
                  <a:pt x="171450" y="847725"/>
                </a:lnTo>
                <a:lnTo>
                  <a:pt x="161925" y="847725"/>
                </a:lnTo>
                <a:lnTo>
                  <a:pt x="161925" y="838200"/>
                </a:lnTo>
                <a:lnTo>
                  <a:pt x="152400" y="838200"/>
                </a:lnTo>
                <a:close/>
                <a:moveTo>
                  <a:pt x="657225" y="809625"/>
                </a:moveTo>
                <a:lnTo>
                  <a:pt x="666750" y="809625"/>
                </a:lnTo>
                <a:lnTo>
                  <a:pt x="666750" y="819150"/>
                </a:lnTo>
                <a:lnTo>
                  <a:pt x="657225" y="819150"/>
                </a:lnTo>
                <a:close/>
                <a:moveTo>
                  <a:pt x="600075" y="819150"/>
                </a:moveTo>
                <a:lnTo>
                  <a:pt x="619125" y="819150"/>
                </a:lnTo>
                <a:lnTo>
                  <a:pt x="619125" y="828675"/>
                </a:lnTo>
                <a:lnTo>
                  <a:pt x="600075" y="828675"/>
                </a:lnTo>
                <a:close/>
                <a:moveTo>
                  <a:pt x="161925" y="876300"/>
                </a:moveTo>
                <a:lnTo>
                  <a:pt x="171450" y="876300"/>
                </a:lnTo>
                <a:lnTo>
                  <a:pt x="171450" y="885825"/>
                </a:lnTo>
                <a:lnTo>
                  <a:pt x="161925" y="885825"/>
                </a:lnTo>
                <a:close/>
                <a:moveTo>
                  <a:pt x="438150" y="876300"/>
                </a:moveTo>
                <a:lnTo>
                  <a:pt x="457200" y="876300"/>
                </a:lnTo>
                <a:lnTo>
                  <a:pt x="457200" y="885825"/>
                </a:lnTo>
                <a:lnTo>
                  <a:pt x="438150" y="885825"/>
                </a:lnTo>
                <a:close/>
                <a:moveTo>
                  <a:pt x="590550" y="876300"/>
                </a:moveTo>
                <a:lnTo>
                  <a:pt x="609600" y="876300"/>
                </a:lnTo>
                <a:lnTo>
                  <a:pt x="609600" y="885825"/>
                </a:lnTo>
                <a:lnTo>
                  <a:pt x="590550" y="885825"/>
                </a:lnTo>
                <a:close/>
                <a:moveTo>
                  <a:pt x="152400" y="885825"/>
                </a:moveTo>
                <a:lnTo>
                  <a:pt x="161925" y="885825"/>
                </a:lnTo>
                <a:lnTo>
                  <a:pt x="161925" y="895350"/>
                </a:lnTo>
                <a:lnTo>
                  <a:pt x="152400" y="895350"/>
                </a:lnTo>
                <a:close/>
                <a:moveTo>
                  <a:pt x="409575" y="885825"/>
                </a:moveTo>
                <a:lnTo>
                  <a:pt x="419100" y="885825"/>
                </a:lnTo>
                <a:lnTo>
                  <a:pt x="419100" y="904875"/>
                </a:lnTo>
                <a:lnTo>
                  <a:pt x="409575" y="904875"/>
                </a:lnTo>
                <a:close/>
                <a:moveTo>
                  <a:pt x="495300" y="885825"/>
                </a:moveTo>
                <a:lnTo>
                  <a:pt x="504825" y="885825"/>
                </a:lnTo>
                <a:lnTo>
                  <a:pt x="504825" y="895350"/>
                </a:lnTo>
                <a:lnTo>
                  <a:pt x="495300" y="895350"/>
                </a:lnTo>
                <a:close/>
                <a:moveTo>
                  <a:pt x="152400" y="914400"/>
                </a:moveTo>
                <a:lnTo>
                  <a:pt x="161925" y="914400"/>
                </a:lnTo>
                <a:lnTo>
                  <a:pt x="161925" y="923925"/>
                </a:lnTo>
                <a:lnTo>
                  <a:pt x="152400" y="923925"/>
                </a:lnTo>
                <a:close/>
                <a:moveTo>
                  <a:pt x="238125" y="914400"/>
                </a:moveTo>
                <a:lnTo>
                  <a:pt x="266700" y="914400"/>
                </a:lnTo>
                <a:lnTo>
                  <a:pt x="266700" y="923925"/>
                </a:lnTo>
                <a:lnTo>
                  <a:pt x="238125" y="923925"/>
                </a:lnTo>
                <a:close/>
                <a:moveTo>
                  <a:pt x="628650" y="914400"/>
                </a:moveTo>
                <a:lnTo>
                  <a:pt x="657225" y="914400"/>
                </a:lnTo>
                <a:lnTo>
                  <a:pt x="657225" y="923925"/>
                </a:lnTo>
                <a:lnTo>
                  <a:pt x="628650" y="923925"/>
                </a:lnTo>
                <a:close/>
                <a:moveTo>
                  <a:pt x="161925" y="923925"/>
                </a:moveTo>
                <a:lnTo>
                  <a:pt x="171450" y="923925"/>
                </a:lnTo>
                <a:lnTo>
                  <a:pt x="171450" y="933450"/>
                </a:lnTo>
                <a:lnTo>
                  <a:pt x="161925" y="933450"/>
                </a:lnTo>
                <a:close/>
                <a:moveTo>
                  <a:pt x="323850" y="923925"/>
                </a:moveTo>
                <a:lnTo>
                  <a:pt x="333375" y="923925"/>
                </a:lnTo>
                <a:lnTo>
                  <a:pt x="333375" y="933450"/>
                </a:lnTo>
                <a:lnTo>
                  <a:pt x="323850" y="933450"/>
                </a:lnTo>
                <a:close/>
                <a:moveTo>
                  <a:pt x="142875" y="952500"/>
                </a:moveTo>
                <a:lnTo>
                  <a:pt x="161925" y="952500"/>
                </a:lnTo>
                <a:lnTo>
                  <a:pt x="161925" y="1047750"/>
                </a:lnTo>
                <a:lnTo>
                  <a:pt x="171450" y="1047750"/>
                </a:lnTo>
                <a:lnTo>
                  <a:pt x="171450" y="1085850"/>
                </a:lnTo>
                <a:lnTo>
                  <a:pt x="161925" y="1085850"/>
                </a:lnTo>
                <a:lnTo>
                  <a:pt x="161925" y="1152525"/>
                </a:lnTo>
                <a:lnTo>
                  <a:pt x="142875" y="1152525"/>
                </a:lnTo>
                <a:lnTo>
                  <a:pt x="142875" y="1066800"/>
                </a:lnTo>
                <a:lnTo>
                  <a:pt x="133350" y="1066800"/>
                </a:lnTo>
                <a:lnTo>
                  <a:pt x="133350" y="1047750"/>
                </a:lnTo>
                <a:lnTo>
                  <a:pt x="142875" y="1047750"/>
                </a:lnTo>
                <a:close/>
                <a:moveTo>
                  <a:pt x="114300" y="1047750"/>
                </a:moveTo>
                <a:lnTo>
                  <a:pt x="123825" y="1047750"/>
                </a:lnTo>
                <a:lnTo>
                  <a:pt x="123825" y="1066800"/>
                </a:lnTo>
                <a:lnTo>
                  <a:pt x="114300" y="1066800"/>
                </a:lnTo>
                <a:close/>
                <a:moveTo>
                  <a:pt x="228600" y="1076325"/>
                </a:moveTo>
                <a:lnTo>
                  <a:pt x="247650" y="1076325"/>
                </a:lnTo>
                <a:lnTo>
                  <a:pt x="247650" y="1085850"/>
                </a:lnTo>
                <a:lnTo>
                  <a:pt x="228600" y="1085850"/>
                </a:lnTo>
                <a:close/>
                <a:moveTo>
                  <a:pt x="323850" y="1076325"/>
                </a:moveTo>
                <a:lnTo>
                  <a:pt x="352425" y="1076325"/>
                </a:lnTo>
                <a:lnTo>
                  <a:pt x="352425" y="1085850"/>
                </a:lnTo>
                <a:lnTo>
                  <a:pt x="323850" y="1085850"/>
                </a:lnTo>
                <a:close/>
                <a:moveTo>
                  <a:pt x="428625" y="1076325"/>
                </a:moveTo>
                <a:lnTo>
                  <a:pt x="447675" y="1076325"/>
                </a:lnTo>
                <a:lnTo>
                  <a:pt x="447675" y="1085850"/>
                </a:lnTo>
                <a:lnTo>
                  <a:pt x="428625" y="1085850"/>
                </a:lnTo>
                <a:close/>
                <a:moveTo>
                  <a:pt x="495300" y="1076325"/>
                </a:moveTo>
                <a:lnTo>
                  <a:pt x="514350" y="1076325"/>
                </a:lnTo>
                <a:lnTo>
                  <a:pt x="514350" y="1085850"/>
                </a:lnTo>
                <a:lnTo>
                  <a:pt x="495300" y="1085850"/>
                </a:lnTo>
                <a:close/>
                <a:moveTo>
                  <a:pt x="542925" y="1076325"/>
                </a:moveTo>
                <a:lnTo>
                  <a:pt x="590550" y="1076325"/>
                </a:lnTo>
                <a:lnTo>
                  <a:pt x="590550" y="1085850"/>
                </a:lnTo>
                <a:lnTo>
                  <a:pt x="542925" y="1085850"/>
                </a:lnTo>
                <a:close/>
                <a:moveTo>
                  <a:pt x="647700" y="1076325"/>
                </a:moveTo>
                <a:lnTo>
                  <a:pt x="676275" y="1076325"/>
                </a:lnTo>
                <a:lnTo>
                  <a:pt x="676275" y="1085850"/>
                </a:lnTo>
                <a:lnTo>
                  <a:pt x="647700" y="1085850"/>
                </a:lnTo>
                <a:close/>
                <a:moveTo>
                  <a:pt x="352425" y="1085850"/>
                </a:moveTo>
                <a:lnTo>
                  <a:pt x="361950" y="1085850"/>
                </a:lnTo>
                <a:lnTo>
                  <a:pt x="361950" y="1095375"/>
                </a:lnTo>
                <a:lnTo>
                  <a:pt x="352425" y="1095375"/>
                </a:lnTo>
                <a:close/>
                <a:moveTo>
                  <a:pt x="419100" y="1085850"/>
                </a:moveTo>
                <a:lnTo>
                  <a:pt x="428625" y="1085850"/>
                </a:lnTo>
                <a:lnTo>
                  <a:pt x="428625" y="1095375"/>
                </a:lnTo>
                <a:lnTo>
                  <a:pt x="419100" y="1095375"/>
                </a:lnTo>
                <a:close/>
                <a:moveTo>
                  <a:pt x="447675" y="1085850"/>
                </a:moveTo>
                <a:lnTo>
                  <a:pt x="457200" y="1085850"/>
                </a:lnTo>
                <a:lnTo>
                  <a:pt x="457200" y="1095375"/>
                </a:lnTo>
                <a:lnTo>
                  <a:pt x="447675" y="1095375"/>
                </a:lnTo>
                <a:close/>
                <a:moveTo>
                  <a:pt x="485775" y="1085850"/>
                </a:moveTo>
                <a:lnTo>
                  <a:pt x="495300" y="1085850"/>
                </a:lnTo>
                <a:lnTo>
                  <a:pt x="495300" y="1095375"/>
                </a:lnTo>
                <a:lnTo>
                  <a:pt x="485775" y="1095375"/>
                </a:lnTo>
                <a:close/>
                <a:moveTo>
                  <a:pt x="590550" y="1085850"/>
                </a:moveTo>
                <a:lnTo>
                  <a:pt x="600075" y="1085850"/>
                </a:lnTo>
                <a:lnTo>
                  <a:pt x="600075" y="1095375"/>
                </a:lnTo>
                <a:lnTo>
                  <a:pt x="590550" y="1095375"/>
                </a:lnTo>
                <a:close/>
                <a:moveTo>
                  <a:pt x="733425" y="1085850"/>
                </a:moveTo>
                <a:lnTo>
                  <a:pt x="742950" y="1085850"/>
                </a:lnTo>
                <a:lnTo>
                  <a:pt x="742950" y="1095375"/>
                </a:lnTo>
                <a:lnTo>
                  <a:pt x="733425" y="1095375"/>
                </a:lnTo>
                <a:close/>
                <a:moveTo>
                  <a:pt x="400050" y="1095375"/>
                </a:moveTo>
                <a:lnTo>
                  <a:pt x="419100" y="1095375"/>
                </a:lnTo>
                <a:lnTo>
                  <a:pt x="419100" y="1104900"/>
                </a:lnTo>
                <a:lnTo>
                  <a:pt x="400050" y="1104900"/>
                </a:lnTo>
                <a:close/>
                <a:moveTo>
                  <a:pt x="476250" y="1095375"/>
                </a:moveTo>
                <a:lnTo>
                  <a:pt x="485775" y="1095375"/>
                </a:lnTo>
                <a:lnTo>
                  <a:pt x="485775" y="1133475"/>
                </a:lnTo>
                <a:lnTo>
                  <a:pt x="476250" y="1133475"/>
                </a:lnTo>
                <a:lnTo>
                  <a:pt x="476250" y="1123950"/>
                </a:lnTo>
                <a:lnTo>
                  <a:pt x="466725" y="1123950"/>
                </a:lnTo>
                <a:lnTo>
                  <a:pt x="466725" y="1114425"/>
                </a:lnTo>
                <a:lnTo>
                  <a:pt x="457200" y="1114425"/>
                </a:lnTo>
                <a:lnTo>
                  <a:pt x="457200" y="1104900"/>
                </a:lnTo>
                <a:lnTo>
                  <a:pt x="476250" y="1104900"/>
                </a:lnTo>
                <a:close/>
                <a:moveTo>
                  <a:pt x="600075" y="1095375"/>
                </a:moveTo>
                <a:lnTo>
                  <a:pt x="609600" y="1095375"/>
                </a:lnTo>
                <a:lnTo>
                  <a:pt x="609600" y="1114425"/>
                </a:lnTo>
                <a:lnTo>
                  <a:pt x="600075" y="1114425"/>
                </a:lnTo>
                <a:close/>
                <a:moveTo>
                  <a:pt x="609600" y="1114425"/>
                </a:moveTo>
                <a:lnTo>
                  <a:pt x="619125" y="1114425"/>
                </a:lnTo>
                <a:lnTo>
                  <a:pt x="619125" y="1123950"/>
                </a:lnTo>
                <a:lnTo>
                  <a:pt x="609600" y="1123950"/>
                </a:lnTo>
                <a:close/>
                <a:moveTo>
                  <a:pt x="628650" y="1123950"/>
                </a:moveTo>
                <a:lnTo>
                  <a:pt x="638175" y="1123950"/>
                </a:lnTo>
                <a:lnTo>
                  <a:pt x="638175" y="1133475"/>
                </a:lnTo>
                <a:lnTo>
                  <a:pt x="628650" y="1133475"/>
                </a:lnTo>
                <a:close/>
                <a:moveTo>
                  <a:pt x="200025" y="1133475"/>
                </a:moveTo>
                <a:lnTo>
                  <a:pt x="228600" y="1133475"/>
                </a:lnTo>
                <a:lnTo>
                  <a:pt x="228600" y="1143000"/>
                </a:lnTo>
                <a:lnTo>
                  <a:pt x="200025" y="1143000"/>
                </a:lnTo>
                <a:close/>
                <a:moveTo>
                  <a:pt x="485775" y="1133475"/>
                </a:moveTo>
                <a:lnTo>
                  <a:pt x="495300" y="1133475"/>
                </a:lnTo>
                <a:lnTo>
                  <a:pt x="495300" y="1143000"/>
                </a:lnTo>
                <a:lnTo>
                  <a:pt x="485775" y="1143000"/>
                </a:lnTo>
                <a:close/>
                <a:moveTo>
                  <a:pt x="209550" y="1190625"/>
                </a:moveTo>
                <a:lnTo>
                  <a:pt x="228600" y="1190625"/>
                </a:lnTo>
                <a:lnTo>
                  <a:pt x="228600" y="1200150"/>
                </a:lnTo>
                <a:lnTo>
                  <a:pt x="209550" y="1200150"/>
                </a:lnTo>
                <a:close/>
                <a:moveTo>
                  <a:pt x="200025" y="1200150"/>
                </a:moveTo>
                <a:lnTo>
                  <a:pt x="209550" y="1200150"/>
                </a:lnTo>
                <a:lnTo>
                  <a:pt x="209550" y="1209675"/>
                </a:lnTo>
                <a:lnTo>
                  <a:pt x="200025" y="1209675"/>
                </a:lnTo>
                <a:close/>
                <a:moveTo>
                  <a:pt x="238125" y="1200150"/>
                </a:moveTo>
                <a:lnTo>
                  <a:pt x="247650" y="1200150"/>
                </a:lnTo>
                <a:lnTo>
                  <a:pt x="247650" y="1209675"/>
                </a:lnTo>
                <a:lnTo>
                  <a:pt x="238125" y="1209675"/>
                </a:lnTo>
                <a:close/>
                <a:moveTo>
                  <a:pt x="590550" y="1200150"/>
                </a:moveTo>
                <a:lnTo>
                  <a:pt x="600075" y="1200150"/>
                </a:lnTo>
                <a:lnTo>
                  <a:pt x="600075" y="1209675"/>
                </a:lnTo>
                <a:lnTo>
                  <a:pt x="590550" y="1209675"/>
                </a:lnTo>
                <a:close/>
                <a:moveTo>
                  <a:pt x="438150" y="1209675"/>
                </a:moveTo>
                <a:lnTo>
                  <a:pt x="447675" y="1209675"/>
                </a:lnTo>
                <a:lnTo>
                  <a:pt x="447675" y="1219200"/>
                </a:lnTo>
                <a:lnTo>
                  <a:pt x="438150" y="1219200"/>
                </a:lnTo>
                <a:close/>
                <a:moveTo>
                  <a:pt x="514350" y="1209675"/>
                </a:moveTo>
                <a:lnTo>
                  <a:pt x="523875" y="1209675"/>
                </a:lnTo>
                <a:lnTo>
                  <a:pt x="523875" y="1219200"/>
                </a:lnTo>
                <a:lnTo>
                  <a:pt x="514350" y="1219200"/>
                </a:lnTo>
                <a:close/>
                <a:moveTo>
                  <a:pt x="581025" y="1209675"/>
                </a:moveTo>
                <a:lnTo>
                  <a:pt x="590550" y="1209675"/>
                </a:lnTo>
                <a:lnTo>
                  <a:pt x="590550" y="1219200"/>
                </a:lnTo>
                <a:lnTo>
                  <a:pt x="581025" y="1219200"/>
                </a:lnTo>
                <a:close/>
                <a:moveTo>
                  <a:pt x="714375" y="1209675"/>
                </a:moveTo>
                <a:lnTo>
                  <a:pt x="723900" y="1209675"/>
                </a:lnTo>
                <a:lnTo>
                  <a:pt x="723900" y="1219200"/>
                </a:lnTo>
                <a:lnTo>
                  <a:pt x="714375" y="1219200"/>
                </a:lnTo>
                <a:close/>
                <a:moveTo>
                  <a:pt x="161925" y="1219200"/>
                </a:moveTo>
                <a:lnTo>
                  <a:pt x="171450" y="1219200"/>
                </a:lnTo>
                <a:lnTo>
                  <a:pt x="171450" y="1276350"/>
                </a:lnTo>
                <a:lnTo>
                  <a:pt x="180975" y="1276350"/>
                </a:lnTo>
                <a:lnTo>
                  <a:pt x="180975" y="1285875"/>
                </a:lnTo>
                <a:lnTo>
                  <a:pt x="171450" y="1285875"/>
                </a:lnTo>
                <a:lnTo>
                  <a:pt x="171450" y="1314450"/>
                </a:lnTo>
                <a:lnTo>
                  <a:pt x="180975" y="1314450"/>
                </a:lnTo>
                <a:lnTo>
                  <a:pt x="180975" y="1323975"/>
                </a:lnTo>
                <a:lnTo>
                  <a:pt x="161925" y="1323975"/>
                </a:lnTo>
                <a:lnTo>
                  <a:pt x="161925" y="1304925"/>
                </a:lnTo>
                <a:lnTo>
                  <a:pt x="152400" y="1304925"/>
                </a:lnTo>
                <a:lnTo>
                  <a:pt x="152400" y="1285875"/>
                </a:lnTo>
                <a:lnTo>
                  <a:pt x="161925" y="1285875"/>
                </a:lnTo>
                <a:lnTo>
                  <a:pt x="161925" y="1257300"/>
                </a:lnTo>
                <a:lnTo>
                  <a:pt x="152400" y="1257300"/>
                </a:lnTo>
                <a:lnTo>
                  <a:pt x="152400" y="1238250"/>
                </a:lnTo>
                <a:lnTo>
                  <a:pt x="161925" y="1238250"/>
                </a:lnTo>
                <a:close/>
                <a:moveTo>
                  <a:pt x="419100" y="1219200"/>
                </a:moveTo>
                <a:lnTo>
                  <a:pt x="438150" y="1219200"/>
                </a:lnTo>
                <a:lnTo>
                  <a:pt x="438150" y="1228725"/>
                </a:lnTo>
                <a:lnTo>
                  <a:pt x="428625" y="1228725"/>
                </a:lnTo>
                <a:lnTo>
                  <a:pt x="428625" y="1238250"/>
                </a:lnTo>
                <a:lnTo>
                  <a:pt x="419100" y="1238250"/>
                </a:lnTo>
                <a:close/>
                <a:moveTo>
                  <a:pt x="523875" y="1219200"/>
                </a:moveTo>
                <a:lnTo>
                  <a:pt x="533400" y="1219200"/>
                </a:lnTo>
                <a:lnTo>
                  <a:pt x="533400" y="1228725"/>
                </a:lnTo>
                <a:lnTo>
                  <a:pt x="523875" y="1228725"/>
                </a:lnTo>
                <a:close/>
                <a:moveTo>
                  <a:pt x="704850" y="1219200"/>
                </a:moveTo>
                <a:lnTo>
                  <a:pt x="714375" y="1219200"/>
                </a:lnTo>
                <a:lnTo>
                  <a:pt x="714375" y="1228725"/>
                </a:lnTo>
                <a:lnTo>
                  <a:pt x="704850" y="1228725"/>
                </a:lnTo>
                <a:close/>
                <a:moveTo>
                  <a:pt x="1019175" y="1228725"/>
                </a:moveTo>
                <a:lnTo>
                  <a:pt x="1028700" y="1228725"/>
                </a:lnTo>
                <a:lnTo>
                  <a:pt x="1028700" y="1238250"/>
                </a:lnTo>
                <a:lnTo>
                  <a:pt x="1019175" y="1238250"/>
                </a:lnTo>
                <a:close/>
                <a:moveTo>
                  <a:pt x="476250" y="1238250"/>
                </a:moveTo>
                <a:lnTo>
                  <a:pt x="485775" y="1238250"/>
                </a:lnTo>
                <a:lnTo>
                  <a:pt x="485775" y="1257300"/>
                </a:lnTo>
                <a:lnTo>
                  <a:pt x="476250" y="1257300"/>
                </a:lnTo>
                <a:close/>
                <a:moveTo>
                  <a:pt x="781050" y="1238250"/>
                </a:moveTo>
                <a:lnTo>
                  <a:pt x="800100" y="1238250"/>
                </a:lnTo>
                <a:lnTo>
                  <a:pt x="800100" y="1247775"/>
                </a:lnTo>
                <a:lnTo>
                  <a:pt x="781050" y="1247775"/>
                </a:lnTo>
                <a:close/>
                <a:moveTo>
                  <a:pt x="542925" y="1257300"/>
                </a:moveTo>
                <a:lnTo>
                  <a:pt x="561975" y="1257300"/>
                </a:lnTo>
                <a:lnTo>
                  <a:pt x="561975" y="1266825"/>
                </a:lnTo>
                <a:lnTo>
                  <a:pt x="542925" y="1266825"/>
                </a:lnTo>
                <a:close/>
                <a:moveTo>
                  <a:pt x="857250" y="1257300"/>
                </a:moveTo>
                <a:lnTo>
                  <a:pt x="866775" y="1257300"/>
                </a:lnTo>
                <a:lnTo>
                  <a:pt x="866775" y="1285875"/>
                </a:lnTo>
                <a:lnTo>
                  <a:pt x="857250" y="1285875"/>
                </a:lnTo>
                <a:close/>
                <a:moveTo>
                  <a:pt x="1476375" y="1257300"/>
                </a:moveTo>
                <a:lnTo>
                  <a:pt x="1485900" y="1257300"/>
                </a:lnTo>
                <a:lnTo>
                  <a:pt x="1485900" y="1276350"/>
                </a:lnTo>
                <a:lnTo>
                  <a:pt x="1476375" y="1276350"/>
                </a:lnTo>
                <a:close/>
                <a:moveTo>
                  <a:pt x="1514475" y="1257300"/>
                </a:moveTo>
                <a:lnTo>
                  <a:pt x="1524000" y="1257300"/>
                </a:lnTo>
                <a:lnTo>
                  <a:pt x="1524000" y="1266825"/>
                </a:lnTo>
                <a:lnTo>
                  <a:pt x="1514475" y="1266825"/>
                </a:lnTo>
                <a:close/>
                <a:moveTo>
                  <a:pt x="1581150" y="1257300"/>
                </a:moveTo>
                <a:lnTo>
                  <a:pt x="1600200" y="1257300"/>
                </a:lnTo>
                <a:lnTo>
                  <a:pt x="1600200" y="1266825"/>
                </a:lnTo>
                <a:lnTo>
                  <a:pt x="1581150" y="1266825"/>
                </a:lnTo>
                <a:close/>
                <a:moveTo>
                  <a:pt x="266700" y="1266825"/>
                </a:moveTo>
                <a:lnTo>
                  <a:pt x="276225" y="1266825"/>
                </a:lnTo>
                <a:lnTo>
                  <a:pt x="276225" y="1276350"/>
                </a:lnTo>
                <a:lnTo>
                  <a:pt x="266700" y="1276350"/>
                </a:lnTo>
                <a:close/>
                <a:moveTo>
                  <a:pt x="314325" y="1266825"/>
                </a:moveTo>
                <a:lnTo>
                  <a:pt x="323850" y="1266825"/>
                </a:lnTo>
                <a:lnTo>
                  <a:pt x="323850" y="1304925"/>
                </a:lnTo>
                <a:lnTo>
                  <a:pt x="314325" y="1304925"/>
                </a:lnTo>
                <a:close/>
                <a:moveTo>
                  <a:pt x="647700" y="1276350"/>
                </a:moveTo>
                <a:lnTo>
                  <a:pt x="657225" y="1276350"/>
                </a:lnTo>
                <a:lnTo>
                  <a:pt x="657225" y="1285875"/>
                </a:lnTo>
                <a:lnTo>
                  <a:pt x="647700" y="1285875"/>
                </a:lnTo>
                <a:close/>
                <a:moveTo>
                  <a:pt x="847725" y="1285875"/>
                </a:moveTo>
                <a:lnTo>
                  <a:pt x="857250" y="1285875"/>
                </a:lnTo>
                <a:lnTo>
                  <a:pt x="857250" y="1295400"/>
                </a:lnTo>
                <a:lnTo>
                  <a:pt x="847725" y="1295400"/>
                </a:lnTo>
                <a:close/>
                <a:moveTo>
                  <a:pt x="666750" y="1295400"/>
                </a:moveTo>
                <a:lnTo>
                  <a:pt x="676275" y="1295400"/>
                </a:lnTo>
                <a:lnTo>
                  <a:pt x="676275" y="1304925"/>
                </a:lnTo>
                <a:lnTo>
                  <a:pt x="666750" y="1304925"/>
                </a:lnTo>
                <a:close/>
                <a:moveTo>
                  <a:pt x="781050" y="1295400"/>
                </a:moveTo>
                <a:lnTo>
                  <a:pt x="800100" y="1295400"/>
                </a:lnTo>
                <a:lnTo>
                  <a:pt x="800100" y="1304925"/>
                </a:lnTo>
                <a:lnTo>
                  <a:pt x="781050" y="1304925"/>
                </a:lnTo>
                <a:close/>
                <a:moveTo>
                  <a:pt x="904875" y="1295400"/>
                </a:moveTo>
                <a:lnTo>
                  <a:pt x="914400" y="1295400"/>
                </a:lnTo>
                <a:lnTo>
                  <a:pt x="914400" y="1304925"/>
                </a:lnTo>
                <a:lnTo>
                  <a:pt x="904875" y="1304925"/>
                </a:lnTo>
                <a:close/>
                <a:moveTo>
                  <a:pt x="704850" y="1304925"/>
                </a:moveTo>
                <a:lnTo>
                  <a:pt x="714375" y="1304925"/>
                </a:lnTo>
                <a:lnTo>
                  <a:pt x="714375" y="1323975"/>
                </a:lnTo>
                <a:lnTo>
                  <a:pt x="704850" y="1323975"/>
                </a:lnTo>
                <a:close/>
                <a:moveTo>
                  <a:pt x="723900" y="1304925"/>
                </a:moveTo>
                <a:lnTo>
                  <a:pt x="733425" y="1304925"/>
                </a:lnTo>
                <a:lnTo>
                  <a:pt x="733425" y="1323975"/>
                </a:lnTo>
                <a:lnTo>
                  <a:pt x="723900" y="1323975"/>
                </a:lnTo>
                <a:close/>
                <a:moveTo>
                  <a:pt x="895350" y="1304925"/>
                </a:moveTo>
                <a:lnTo>
                  <a:pt x="904875" y="1304925"/>
                </a:lnTo>
                <a:lnTo>
                  <a:pt x="904875" y="1314450"/>
                </a:lnTo>
                <a:lnTo>
                  <a:pt x="895350" y="1314450"/>
                </a:lnTo>
                <a:close/>
                <a:moveTo>
                  <a:pt x="323850" y="1314450"/>
                </a:moveTo>
                <a:lnTo>
                  <a:pt x="333375" y="1314450"/>
                </a:lnTo>
                <a:lnTo>
                  <a:pt x="333375" y="1323975"/>
                </a:lnTo>
                <a:lnTo>
                  <a:pt x="323850" y="1323975"/>
                </a:lnTo>
                <a:close/>
                <a:moveTo>
                  <a:pt x="647700" y="1314450"/>
                </a:moveTo>
                <a:lnTo>
                  <a:pt x="666750" y="1314450"/>
                </a:lnTo>
                <a:lnTo>
                  <a:pt x="666750" y="1323975"/>
                </a:lnTo>
                <a:lnTo>
                  <a:pt x="647700" y="1323975"/>
                </a:lnTo>
                <a:close/>
                <a:moveTo>
                  <a:pt x="1009650" y="1314450"/>
                </a:moveTo>
                <a:lnTo>
                  <a:pt x="1019175" y="1314450"/>
                </a:lnTo>
                <a:lnTo>
                  <a:pt x="1019175" y="1323975"/>
                </a:lnTo>
                <a:lnTo>
                  <a:pt x="1009650" y="1323975"/>
                </a:lnTo>
                <a:close/>
                <a:moveTo>
                  <a:pt x="180975" y="1323975"/>
                </a:moveTo>
                <a:lnTo>
                  <a:pt x="190500" y="1323975"/>
                </a:lnTo>
                <a:lnTo>
                  <a:pt x="190500" y="1333500"/>
                </a:lnTo>
                <a:lnTo>
                  <a:pt x="180975" y="1333500"/>
                </a:lnTo>
                <a:close/>
                <a:moveTo>
                  <a:pt x="333375" y="1323975"/>
                </a:moveTo>
                <a:lnTo>
                  <a:pt x="342900" y="1323975"/>
                </a:lnTo>
                <a:lnTo>
                  <a:pt x="342900" y="1333500"/>
                </a:lnTo>
                <a:lnTo>
                  <a:pt x="333375" y="1333500"/>
                </a:lnTo>
                <a:close/>
                <a:moveTo>
                  <a:pt x="447675" y="1323975"/>
                </a:moveTo>
                <a:lnTo>
                  <a:pt x="457200" y="1323975"/>
                </a:lnTo>
                <a:lnTo>
                  <a:pt x="457200" y="1333500"/>
                </a:lnTo>
                <a:lnTo>
                  <a:pt x="447675" y="1333500"/>
                </a:lnTo>
                <a:close/>
                <a:moveTo>
                  <a:pt x="666750" y="1323975"/>
                </a:moveTo>
                <a:lnTo>
                  <a:pt x="676275" y="1323975"/>
                </a:lnTo>
                <a:lnTo>
                  <a:pt x="676275" y="1333500"/>
                </a:lnTo>
                <a:lnTo>
                  <a:pt x="666750" y="1333500"/>
                </a:lnTo>
                <a:close/>
                <a:moveTo>
                  <a:pt x="1000125" y="1323975"/>
                </a:moveTo>
                <a:lnTo>
                  <a:pt x="1009650" y="1323975"/>
                </a:lnTo>
                <a:lnTo>
                  <a:pt x="1009650" y="1333500"/>
                </a:lnTo>
                <a:lnTo>
                  <a:pt x="1000125" y="1333500"/>
                </a:lnTo>
                <a:close/>
                <a:moveTo>
                  <a:pt x="838200" y="1333500"/>
                </a:moveTo>
                <a:lnTo>
                  <a:pt x="866775" y="1333500"/>
                </a:lnTo>
                <a:lnTo>
                  <a:pt x="866775" y="1343025"/>
                </a:lnTo>
                <a:lnTo>
                  <a:pt x="838200" y="1343025"/>
                </a:lnTo>
                <a:close/>
                <a:moveTo>
                  <a:pt x="952500" y="1333500"/>
                </a:moveTo>
                <a:lnTo>
                  <a:pt x="962025" y="1333500"/>
                </a:lnTo>
                <a:lnTo>
                  <a:pt x="962025" y="1343025"/>
                </a:lnTo>
                <a:lnTo>
                  <a:pt x="952500" y="1343025"/>
                </a:lnTo>
                <a:close/>
                <a:moveTo>
                  <a:pt x="161925" y="1400175"/>
                </a:moveTo>
                <a:lnTo>
                  <a:pt x="171450" y="1400175"/>
                </a:lnTo>
                <a:lnTo>
                  <a:pt x="171450" y="1419225"/>
                </a:lnTo>
                <a:lnTo>
                  <a:pt x="161925" y="1419225"/>
                </a:lnTo>
                <a:close/>
                <a:moveTo>
                  <a:pt x="457200" y="1400175"/>
                </a:moveTo>
                <a:lnTo>
                  <a:pt x="476250" y="1400175"/>
                </a:lnTo>
                <a:lnTo>
                  <a:pt x="476250" y="1409700"/>
                </a:lnTo>
                <a:lnTo>
                  <a:pt x="457200" y="1409700"/>
                </a:lnTo>
                <a:close/>
                <a:moveTo>
                  <a:pt x="190500" y="1409700"/>
                </a:moveTo>
                <a:lnTo>
                  <a:pt x="200025" y="1409700"/>
                </a:lnTo>
                <a:lnTo>
                  <a:pt x="200025" y="1419225"/>
                </a:lnTo>
                <a:lnTo>
                  <a:pt x="209550" y="1419225"/>
                </a:lnTo>
                <a:lnTo>
                  <a:pt x="209550" y="1409700"/>
                </a:lnTo>
                <a:lnTo>
                  <a:pt x="219075" y="1409700"/>
                </a:lnTo>
                <a:lnTo>
                  <a:pt x="219075" y="1419225"/>
                </a:lnTo>
                <a:lnTo>
                  <a:pt x="209550" y="1419225"/>
                </a:lnTo>
                <a:lnTo>
                  <a:pt x="209550" y="1438275"/>
                </a:lnTo>
                <a:lnTo>
                  <a:pt x="190500" y="1438275"/>
                </a:lnTo>
                <a:close/>
                <a:moveTo>
                  <a:pt x="352425" y="1409700"/>
                </a:moveTo>
                <a:lnTo>
                  <a:pt x="361950" y="1409700"/>
                </a:lnTo>
                <a:lnTo>
                  <a:pt x="361950" y="1419225"/>
                </a:lnTo>
                <a:lnTo>
                  <a:pt x="352425" y="1419225"/>
                </a:lnTo>
                <a:close/>
                <a:moveTo>
                  <a:pt x="390525" y="1409700"/>
                </a:moveTo>
                <a:lnTo>
                  <a:pt x="400050" y="1409700"/>
                </a:lnTo>
                <a:lnTo>
                  <a:pt x="400050" y="1419225"/>
                </a:lnTo>
                <a:lnTo>
                  <a:pt x="390525" y="1419225"/>
                </a:lnTo>
                <a:close/>
                <a:moveTo>
                  <a:pt x="409575" y="1409700"/>
                </a:moveTo>
                <a:lnTo>
                  <a:pt x="438150" y="1409700"/>
                </a:lnTo>
                <a:lnTo>
                  <a:pt x="438150" y="1419225"/>
                </a:lnTo>
                <a:lnTo>
                  <a:pt x="409575" y="1419225"/>
                </a:lnTo>
                <a:close/>
                <a:moveTo>
                  <a:pt x="152400" y="1419225"/>
                </a:moveTo>
                <a:lnTo>
                  <a:pt x="161925" y="1419225"/>
                </a:lnTo>
                <a:lnTo>
                  <a:pt x="161925" y="1438275"/>
                </a:lnTo>
                <a:lnTo>
                  <a:pt x="152400" y="1438275"/>
                </a:lnTo>
                <a:close/>
                <a:moveTo>
                  <a:pt x="361950" y="1419225"/>
                </a:moveTo>
                <a:lnTo>
                  <a:pt x="381000" y="1419225"/>
                </a:lnTo>
                <a:lnTo>
                  <a:pt x="381000" y="1428750"/>
                </a:lnTo>
                <a:lnTo>
                  <a:pt x="361950" y="1428750"/>
                </a:lnTo>
                <a:close/>
                <a:moveTo>
                  <a:pt x="161925" y="1438275"/>
                </a:moveTo>
                <a:lnTo>
                  <a:pt x="171450" y="1438275"/>
                </a:lnTo>
                <a:lnTo>
                  <a:pt x="171450" y="1447800"/>
                </a:lnTo>
                <a:lnTo>
                  <a:pt x="161925" y="1447800"/>
                </a:lnTo>
                <a:close/>
                <a:moveTo>
                  <a:pt x="180975" y="1438275"/>
                </a:moveTo>
                <a:lnTo>
                  <a:pt x="190500" y="1438275"/>
                </a:lnTo>
                <a:lnTo>
                  <a:pt x="190500" y="1447800"/>
                </a:lnTo>
                <a:lnTo>
                  <a:pt x="180975" y="1447800"/>
                </a:lnTo>
                <a:close/>
                <a:moveTo>
                  <a:pt x="647700" y="1438275"/>
                </a:moveTo>
                <a:lnTo>
                  <a:pt x="657225" y="1438275"/>
                </a:lnTo>
                <a:lnTo>
                  <a:pt x="657225" y="1447800"/>
                </a:lnTo>
                <a:lnTo>
                  <a:pt x="647700" y="1447800"/>
                </a:lnTo>
                <a:close/>
                <a:moveTo>
                  <a:pt x="419100" y="1447800"/>
                </a:moveTo>
                <a:lnTo>
                  <a:pt x="428625" y="1447800"/>
                </a:lnTo>
                <a:lnTo>
                  <a:pt x="428625" y="1457325"/>
                </a:lnTo>
                <a:lnTo>
                  <a:pt x="419100" y="1457325"/>
                </a:lnTo>
                <a:close/>
                <a:moveTo>
                  <a:pt x="161925" y="1504950"/>
                </a:moveTo>
                <a:lnTo>
                  <a:pt x="171450" y="1504950"/>
                </a:lnTo>
                <a:lnTo>
                  <a:pt x="171450" y="1514475"/>
                </a:lnTo>
                <a:lnTo>
                  <a:pt x="1647825" y="1514475"/>
                </a:lnTo>
                <a:lnTo>
                  <a:pt x="1647825" y="1533525"/>
                </a:lnTo>
                <a:lnTo>
                  <a:pt x="171450" y="1533525"/>
                </a:lnTo>
                <a:lnTo>
                  <a:pt x="171450" y="1543050"/>
                </a:lnTo>
                <a:lnTo>
                  <a:pt x="161925" y="1543050"/>
                </a:lnTo>
                <a:lnTo>
                  <a:pt x="161925" y="1533525"/>
                </a:lnTo>
                <a:lnTo>
                  <a:pt x="152400" y="1533525"/>
                </a:lnTo>
                <a:lnTo>
                  <a:pt x="152400" y="1514475"/>
                </a:lnTo>
                <a:lnTo>
                  <a:pt x="161925" y="1514475"/>
                </a:lnTo>
                <a:close/>
                <a:moveTo>
                  <a:pt x="276225" y="1571625"/>
                </a:moveTo>
                <a:lnTo>
                  <a:pt x="285750" y="1571625"/>
                </a:lnTo>
                <a:lnTo>
                  <a:pt x="285750" y="1581150"/>
                </a:lnTo>
                <a:lnTo>
                  <a:pt x="276225" y="1581150"/>
                </a:lnTo>
                <a:close/>
                <a:moveTo>
                  <a:pt x="266700" y="1581150"/>
                </a:moveTo>
                <a:lnTo>
                  <a:pt x="276225" y="1581150"/>
                </a:lnTo>
                <a:lnTo>
                  <a:pt x="276225" y="1590675"/>
                </a:lnTo>
                <a:lnTo>
                  <a:pt x="266700" y="1590675"/>
                </a:lnTo>
                <a:close/>
                <a:moveTo>
                  <a:pt x="438150" y="1581150"/>
                </a:moveTo>
                <a:lnTo>
                  <a:pt x="447675" y="1581150"/>
                </a:lnTo>
                <a:lnTo>
                  <a:pt x="447675" y="1590675"/>
                </a:lnTo>
                <a:lnTo>
                  <a:pt x="438150" y="1590675"/>
                </a:lnTo>
                <a:close/>
                <a:moveTo>
                  <a:pt x="904875" y="1581150"/>
                </a:moveTo>
                <a:lnTo>
                  <a:pt x="923925" y="1581150"/>
                </a:lnTo>
                <a:lnTo>
                  <a:pt x="923925" y="1695450"/>
                </a:lnTo>
                <a:lnTo>
                  <a:pt x="904875" y="1695450"/>
                </a:lnTo>
                <a:close/>
                <a:moveTo>
                  <a:pt x="1171575" y="1581150"/>
                </a:moveTo>
                <a:lnTo>
                  <a:pt x="1181100" y="1581150"/>
                </a:lnTo>
                <a:lnTo>
                  <a:pt x="1181100" y="1590675"/>
                </a:lnTo>
                <a:lnTo>
                  <a:pt x="1171575" y="1590675"/>
                </a:lnTo>
                <a:close/>
                <a:moveTo>
                  <a:pt x="447675" y="1590675"/>
                </a:moveTo>
                <a:lnTo>
                  <a:pt x="457200" y="1590675"/>
                </a:lnTo>
                <a:lnTo>
                  <a:pt x="457200" y="1600200"/>
                </a:lnTo>
                <a:lnTo>
                  <a:pt x="447675" y="1600200"/>
                </a:lnTo>
                <a:close/>
                <a:moveTo>
                  <a:pt x="971550" y="1600200"/>
                </a:moveTo>
                <a:lnTo>
                  <a:pt x="1000125" y="1600200"/>
                </a:lnTo>
                <a:lnTo>
                  <a:pt x="1000125" y="1609725"/>
                </a:lnTo>
                <a:lnTo>
                  <a:pt x="971550" y="1609725"/>
                </a:lnTo>
                <a:close/>
                <a:moveTo>
                  <a:pt x="161925" y="1609725"/>
                </a:moveTo>
                <a:lnTo>
                  <a:pt x="180975" y="1609725"/>
                </a:lnTo>
                <a:lnTo>
                  <a:pt x="180975" y="1619250"/>
                </a:lnTo>
                <a:lnTo>
                  <a:pt x="161925" y="1619250"/>
                </a:lnTo>
                <a:close/>
                <a:moveTo>
                  <a:pt x="228600" y="1609725"/>
                </a:moveTo>
                <a:lnTo>
                  <a:pt x="238125" y="1609725"/>
                </a:lnTo>
                <a:lnTo>
                  <a:pt x="238125" y="1619250"/>
                </a:lnTo>
                <a:lnTo>
                  <a:pt x="228600" y="1619250"/>
                </a:lnTo>
                <a:close/>
                <a:moveTo>
                  <a:pt x="152400" y="1619250"/>
                </a:moveTo>
                <a:lnTo>
                  <a:pt x="161925" y="1619250"/>
                </a:lnTo>
                <a:lnTo>
                  <a:pt x="161925" y="1638300"/>
                </a:lnTo>
                <a:lnTo>
                  <a:pt x="152400" y="1638300"/>
                </a:lnTo>
                <a:close/>
                <a:moveTo>
                  <a:pt x="238125" y="1619250"/>
                </a:moveTo>
                <a:lnTo>
                  <a:pt x="247650" y="1619250"/>
                </a:lnTo>
                <a:lnTo>
                  <a:pt x="247650" y="1647825"/>
                </a:lnTo>
                <a:lnTo>
                  <a:pt x="238125" y="1647825"/>
                </a:lnTo>
                <a:close/>
                <a:moveTo>
                  <a:pt x="409575" y="1638300"/>
                </a:moveTo>
                <a:lnTo>
                  <a:pt x="419100" y="1638300"/>
                </a:lnTo>
                <a:lnTo>
                  <a:pt x="419100" y="1647825"/>
                </a:lnTo>
                <a:lnTo>
                  <a:pt x="409575" y="1647825"/>
                </a:lnTo>
                <a:close/>
                <a:moveTo>
                  <a:pt x="142875" y="1647825"/>
                </a:moveTo>
                <a:lnTo>
                  <a:pt x="161925" y="1647825"/>
                </a:lnTo>
                <a:lnTo>
                  <a:pt x="161925" y="1657350"/>
                </a:lnTo>
                <a:lnTo>
                  <a:pt x="171450" y="1657350"/>
                </a:lnTo>
                <a:lnTo>
                  <a:pt x="171450" y="1666875"/>
                </a:lnTo>
                <a:lnTo>
                  <a:pt x="161925" y="1666875"/>
                </a:lnTo>
                <a:lnTo>
                  <a:pt x="161925" y="1724025"/>
                </a:lnTo>
                <a:lnTo>
                  <a:pt x="171450" y="1724025"/>
                </a:lnTo>
                <a:lnTo>
                  <a:pt x="171450" y="1733550"/>
                </a:lnTo>
                <a:lnTo>
                  <a:pt x="1647825" y="1733550"/>
                </a:lnTo>
                <a:lnTo>
                  <a:pt x="1647825" y="1752600"/>
                </a:lnTo>
                <a:lnTo>
                  <a:pt x="171450" y="1752600"/>
                </a:lnTo>
                <a:lnTo>
                  <a:pt x="171450" y="1762125"/>
                </a:lnTo>
                <a:lnTo>
                  <a:pt x="161925" y="1762125"/>
                </a:lnTo>
                <a:lnTo>
                  <a:pt x="161925" y="1752600"/>
                </a:lnTo>
                <a:lnTo>
                  <a:pt x="152400" y="1752600"/>
                </a:lnTo>
                <a:lnTo>
                  <a:pt x="152400" y="1724025"/>
                </a:lnTo>
                <a:lnTo>
                  <a:pt x="142875" y="1724025"/>
                </a:lnTo>
                <a:close/>
                <a:moveTo>
                  <a:pt x="228600" y="1647825"/>
                </a:moveTo>
                <a:lnTo>
                  <a:pt x="238125" y="1647825"/>
                </a:lnTo>
                <a:lnTo>
                  <a:pt x="238125" y="1657350"/>
                </a:lnTo>
                <a:lnTo>
                  <a:pt x="228600" y="1657350"/>
                </a:lnTo>
                <a:close/>
                <a:moveTo>
                  <a:pt x="419100" y="1647825"/>
                </a:moveTo>
                <a:lnTo>
                  <a:pt x="428625" y="1647825"/>
                </a:lnTo>
                <a:lnTo>
                  <a:pt x="428625" y="1657350"/>
                </a:lnTo>
                <a:lnTo>
                  <a:pt x="419100" y="1657350"/>
                </a:lnTo>
                <a:close/>
                <a:moveTo>
                  <a:pt x="438150" y="1647825"/>
                </a:moveTo>
                <a:lnTo>
                  <a:pt x="447675" y="1647825"/>
                </a:lnTo>
                <a:lnTo>
                  <a:pt x="447675" y="1657350"/>
                </a:lnTo>
                <a:lnTo>
                  <a:pt x="438150" y="1657350"/>
                </a:lnTo>
                <a:close/>
                <a:moveTo>
                  <a:pt x="1104900" y="1647825"/>
                </a:moveTo>
                <a:lnTo>
                  <a:pt x="1114425" y="1647825"/>
                </a:lnTo>
                <a:lnTo>
                  <a:pt x="1114425" y="1657350"/>
                </a:lnTo>
                <a:lnTo>
                  <a:pt x="1104900" y="1657350"/>
                </a:lnTo>
                <a:close/>
                <a:moveTo>
                  <a:pt x="981075" y="1666875"/>
                </a:moveTo>
                <a:lnTo>
                  <a:pt x="990600" y="1666875"/>
                </a:lnTo>
                <a:lnTo>
                  <a:pt x="990600" y="1676400"/>
                </a:lnTo>
                <a:lnTo>
                  <a:pt x="981075" y="1676400"/>
                </a:lnTo>
                <a:close/>
                <a:moveTo>
                  <a:pt x="1066800" y="1676400"/>
                </a:moveTo>
                <a:lnTo>
                  <a:pt x="1076325" y="1676400"/>
                </a:lnTo>
                <a:lnTo>
                  <a:pt x="1076325" y="1685925"/>
                </a:lnTo>
                <a:lnTo>
                  <a:pt x="1066800" y="1685925"/>
                </a:lnTo>
                <a:close/>
                <a:moveTo>
                  <a:pt x="1143000" y="1676400"/>
                </a:moveTo>
                <a:lnTo>
                  <a:pt x="1152525" y="1676400"/>
                </a:lnTo>
                <a:lnTo>
                  <a:pt x="1152525" y="1685925"/>
                </a:lnTo>
                <a:lnTo>
                  <a:pt x="1143000" y="1685925"/>
                </a:lnTo>
                <a:close/>
                <a:moveTo>
                  <a:pt x="142875" y="1809750"/>
                </a:moveTo>
                <a:lnTo>
                  <a:pt x="161925" y="1809750"/>
                </a:lnTo>
                <a:lnTo>
                  <a:pt x="161925" y="1828800"/>
                </a:lnTo>
                <a:lnTo>
                  <a:pt x="142875" y="1828800"/>
                </a:lnTo>
                <a:close/>
                <a:moveTo>
                  <a:pt x="542925" y="1847850"/>
                </a:moveTo>
                <a:lnTo>
                  <a:pt x="552450" y="1847850"/>
                </a:lnTo>
                <a:lnTo>
                  <a:pt x="552450" y="1857375"/>
                </a:lnTo>
                <a:lnTo>
                  <a:pt x="542925" y="1857375"/>
                </a:lnTo>
                <a:close/>
                <a:moveTo>
                  <a:pt x="142875" y="1857375"/>
                </a:moveTo>
                <a:lnTo>
                  <a:pt x="161925" y="1857375"/>
                </a:lnTo>
                <a:lnTo>
                  <a:pt x="161925" y="1866900"/>
                </a:lnTo>
                <a:lnTo>
                  <a:pt x="171450" y="1866900"/>
                </a:lnTo>
                <a:lnTo>
                  <a:pt x="171450" y="1885950"/>
                </a:lnTo>
                <a:lnTo>
                  <a:pt x="161925" y="1885950"/>
                </a:lnTo>
                <a:lnTo>
                  <a:pt x="161925" y="1914525"/>
                </a:lnTo>
                <a:lnTo>
                  <a:pt x="171450" y="1914525"/>
                </a:lnTo>
                <a:lnTo>
                  <a:pt x="171450" y="1924050"/>
                </a:lnTo>
                <a:lnTo>
                  <a:pt x="161925" y="1924050"/>
                </a:lnTo>
                <a:lnTo>
                  <a:pt x="161925" y="1971675"/>
                </a:lnTo>
                <a:lnTo>
                  <a:pt x="171450" y="1971675"/>
                </a:lnTo>
                <a:lnTo>
                  <a:pt x="171450" y="1981200"/>
                </a:lnTo>
                <a:lnTo>
                  <a:pt x="180975" y="1981200"/>
                </a:lnTo>
                <a:lnTo>
                  <a:pt x="180975" y="1990725"/>
                </a:lnTo>
                <a:lnTo>
                  <a:pt x="171450" y="1990725"/>
                </a:lnTo>
                <a:lnTo>
                  <a:pt x="171450" y="2200275"/>
                </a:lnTo>
                <a:lnTo>
                  <a:pt x="180975" y="2200275"/>
                </a:lnTo>
                <a:lnTo>
                  <a:pt x="180975" y="2209800"/>
                </a:lnTo>
                <a:lnTo>
                  <a:pt x="190500" y="2209800"/>
                </a:lnTo>
                <a:lnTo>
                  <a:pt x="190500" y="2219325"/>
                </a:lnTo>
                <a:lnTo>
                  <a:pt x="161925" y="2219325"/>
                </a:lnTo>
                <a:lnTo>
                  <a:pt x="161925" y="2209800"/>
                </a:lnTo>
                <a:lnTo>
                  <a:pt x="152400" y="2209800"/>
                </a:lnTo>
                <a:lnTo>
                  <a:pt x="152400" y="2152650"/>
                </a:lnTo>
                <a:lnTo>
                  <a:pt x="142875" y="2152650"/>
                </a:lnTo>
                <a:lnTo>
                  <a:pt x="142875" y="2038350"/>
                </a:lnTo>
                <a:lnTo>
                  <a:pt x="152400" y="2038350"/>
                </a:lnTo>
                <a:lnTo>
                  <a:pt x="152400" y="1990725"/>
                </a:lnTo>
                <a:lnTo>
                  <a:pt x="142875" y="1990725"/>
                </a:lnTo>
                <a:close/>
                <a:moveTo>
                  <a:pt x="400050" y="1857375"/>
                </a:moveTo>
                <a:lnTo>
                  <a:pt x="409575" y="1857375"/>
                </a:lnTo>
                <a:lnTo>
                  <a:pt x="409575" y="1866900"/>
                </a:lnTo>
                <a:lnTo>
                  <a:pt x="400050" y="1866900"/>
                </a:lnTo>
                <a:close/>
                <a:moveTo>
                  <a:pt x="514350" y="1857375"/>
                </a:moveTo>
                <a:lnTo>
                  <a:pt x="542925" y="1857375"/>
                </a:lnTo>
                <a:lnTo>
                  <a:pt x="542925" y="1866900"/>
                </a:lnTo>
                <a:lnTo>
                  <a:pt x="514350" y="1866900"/>
                </a:lnTo>
                <a:close/>
                <a:moveTo>
                  <a:pt x="638175" y="1857375"/>
                </a:moveTo>
                <a:lnTo>
                  <a:pt x="647700" y="1857375"/>
                </a:lnTo>
                <a:lnTo>
                  <a:pt x="647700" y="1866900"/>
                </a:lnTo>
                <a:lnTo>
                  <a:pt x="638175" y="1866900"/>
                </a:lnTo>
                <a:close/>
                <a:moveTo>
                  <a:pt x="409575" y="1866900"/>
                </a:moveTo>
                <a:lnTo>
                  <a:pt x="419100" y="1866900"/>
                </a:lnTo>
                <a:lnTo>
                  <a:pt x="419100" y="1876425"/>
                </a:lnTo>
                <a:lnTo>
                  <a:pt x="409575" y="1876425"/>
                </a:lnTo>
                <a:close/>
                <a:moveTo>
                  <a:pt x="428625" y="1885950"/>
                </a:moveTo>
                <a:lnTo>
                  <a:pt x="438150" y="1885950"/>
                </a:lnTo>
                <a:lnTo>
                  <a:pt x="438150" y="1895475"/>
                </a:lnTo>
                <a:lnTo>
                  <a:pt x="428625" y="1895475"/>
                </a:lnTo>
                <a:close/>
                <a:moveTo>
                  <a:pt x="180975" y="1895475"/>
                </a:moveTo>
                <a:lnTo>
                  <a:pt x="200025" y="1895475"/>
                </a:lnTo>
                <a:lnTo>
                  <a:pt x="200025" y="1905000"/>
                </a:lnTo>
                <a:lnTo>
                  <a:pt x="180975" y="1905000"/>
                </a:lnTo>
                <a:close/>
                <a:moveTo>
                  <a:pt x="323850" y="1895475"/>
                </a:moveTo>
                <a:lnTo>
                  <a:pt x="333375" y="1895475"/>
                </a:lnTo>
                <a:lnTo>
                  <a:pt x="333375" y="1905000"/>
                </a:lnTo>
                <a:lnTo>
                  <a:pt x="323850" y="1905000"/>
                </a:lnTo>
                <a:close/>
                <a:moveTo>
                  <a:pt x="342900" y="1895475"/>
                </a:moveTo>
                <a:lnTo>
                  <a:pt x="352425" y="1895475"/>
                </a:lnTo>
                <a:lnTo>
                  <a:pt x="352425" y="1905000"/>
                </a:lnTo>
                <a:lnTo>
                  <a:pt x="342900" y="1905000"/>
                </a:lnTo>
                <a:close/>
                <a:moveTo>
                  <a:pt x="438150" y="1895475"/>
                </a:moveTo>
                <a:lnTo>
                  <a:pt x="447675" y="1895475"/>
                </a:lnTo>
                <a:lnTo>
                  <a:pt x="447675" y="1905000"/>
                </a:lnTo>
                <a:lnTo>
                  <a:pt x="438150" y="1905000"/>
                </a:lnTo>
                <a:close/>
                <a:moveTo>
                  <a:pt x="1638300" y="1981200"/>
                </a:moveTo>
                <a:lnTo>
                  <a:pt x="1657350" y="1981200"/>
                </a:lnTo>
                <a:lnTo>
                  <a:pt x="1657350" y="2000250"/>
                </a:lnTo>
                <a:lnTo>
                  <a:pt x="1647825" y="2000250"/>
                </a:lnTo>
                <a:lnTo>
                  <a:pt x="1647825" y="1990725"/>
                </a:lnTo>
                <a:lnTo>
                  <a:pt x="1638300" y="1990725"/>
                </a:lnTo>
                <a:close/>
                <a:moveTo>
                  <a:pt x="238125" y="2038350"/>
                </a:moveTo>
                <a:lnTo>
                  <a:pt x="257175" y="2038350"/>
                </a:lnTo>
                <a:lnTo>
                  <a:pt x="257175" y="2047875"/>
                </a:lnTo>
                <a:lnTo>
                  <a:pt x="238125" y="2047875"/>
                </a:lnTo>
                <a:close/>
                <a:moveTo>
                  <a:pt x="295275" y="2038350"/>
                </a:moveTo>
                <a:lnTo>
                  <a:pt x="304800" y="2038350"/>
                </a:lnTo>
                <a:lnTo>
                  <a:pt x="304800" y="2047875"/>
                </a:lnTo>
                <a:lnTo>
                  <a:pt x="295275" y="2047875"/>
                </a:lnTo>
                <a:close/>
                <a:moveTo>
                  <a:pt x="228600" y="2047875"/>
                </a:moveTo>
                <a:lnTo>
                  <a:pt x="238125" y="2047875"/>
                </a:lnTo>
                <a:lnTo>
                  <a:pt x="238125" y="2057400"/>
                </a:lnTo>
                <a:lnTo>
                  <a:pt x="228600" y="2057400"/>
                </a:lnTo>
                <a:close/>
                <a:moveTo>
                  <a:pt x="219075" y="2057400"/>
                </a:moveTo>
                <a:lnTo>
                  <a:pt x="228600" y="2057400"/>
                </a:lnTo>
                <a:lnTo>
                  <a:pt x="228600" y="2076450"/>
                </a:lnTo>
                <a:lnTo>
                  <a:pt x="219075" y="2076450"/>
                </a:lnTo>
                <a:close/>
                <a:moveTo>
                  <a:pt x="323850" y="2066925"/>
                </a:moveTo>
                <a:lnTo>
                  <a:pt x="333375" y="2066925"/>
                </a:lnTo>
                <a:lnTo>
                  <a:pt x="333375" y="2133600"/>
                </a:lnTo>
                <a:lnTo>
                  <a:pt x="323850" y="2133600"/>
                </a:lnTo>
                <a:close/>
                <a:moveTo>
                  <a:pt x="209550" y="2076450"/>
                </a:moveTo>
                <a:lnTo>
                  <a:pt x="219075" y="2076450"/>
                </a:lnTo>
                <a:lnTo>
                  <a:pt x="219075" y="2124075"/>
                </a:lnTo>
                <a:lnTo>
                  <a:pt x="209550" y="2124075"/>
                </a:lnTo>
                <a:close/>
                <a:moveTo>
                  <a:pt x="381000" y="2076450"/>
                </a:moveTo>
                <a:lnTo>
                  <a:pt x="390525" y="2076450"/>
                </a:lnTo>
                <a:lnTo>
                  <a:pt x="390525" y="2085975"/>
                </a:lnTo>
                <a:lnTo>
                  <a:pt x="381000" y="2085975"/>
                </a:lnTo>
                <a:close/>
                <a:moveTo>
                  <a:pt x="552450" y="2076450"/>
                </a:moveTo>
                <a:lnTo>
                  <a:pt x="571500" y="2076450"/>
                </a:lnTo>
                <a:lnTo>
                  <a:pt x="571500" y="2085975"/>
                </a:lnTo>
                <a:lnTo>
                  <a:pt x="552450" y="2085975"/>
                </a:lnTo>
                <a:close/>
                <a:moveTo>
                  <a:pt x="647700" y="2076450"/>
                </a:moveTo>
                <a:lnTo>
                  <a:pt x="657225" y="2076450"/>
                </a:lnTo>
                <a:lnTo>
                  <a:pt x="657225" y="2085975"/>
                </a:lnTo>
                <a:lnTo>
                  <a:pt x="647700" y="2085975"/>
                </a:lnTo>
                <a:close/>
                <a:moveTo>
                  <a:pt x="571500" y="2085975"/>
                </a:moveTo>
                <a:lnTo>
                  <a:pt x="581025" y="2085975"/>
                </a:lnTo>
                <a:lnTo>
                  <a:pt x="581025" y="2095500"/>
                </a:lnTo>
                <a:lnTo>
                  <a:pt x="571500" y="2095500"/>
                </a:lnTo>
                <a:close/>
                <a:moveTo>
                  <a:pt x="371475" y="2095500"/>
                </a:moveTo>
                <a:lnTo>
                  <a:pt x="381000" y="2095500"/>
                </a:lnTo>
                <a:lnTo>
                  <a:pt x="381000" y="2114550"/>
                </a:lnTo>
                <a:lnTo>
                  <a:pt x="390525" y="2114550"/>
                </a:lnTo>
                <a:lnTo>
                  <a:pt x="390525" y="2124075"/>
                </a:lnTo>
                <a:lnTo>
                  <a:pt x="371475" y="2124075"/>
                </a:lnTo>
                <a:close/>
                <a:moveTo>
                  <a:pt x="571500" y="2114550"/>
                </a:moveTo>
                <a:lnTo>
                  <a:pt x="581025" y="2114550"/>
                </a:lnTo>
                <a:lnTo>
                  <a:pt x="581025" y="2124075"/>
                </a:lnTo>
                <a:lnTo>
                  <a:pt x="571500" y="2124075"/>
                </a:lnTo>
                <a:close/>
                <a:moveTo>
                  <a:pt x="781050" y="2114550"/>
                </a:moveTo>
                <a:lnTo>
                  <a:pt x="790575" y="2114550"/>
                </a:lnTo>
                <a:lnTo>
                  <a:pt x="790575" y="2124075"/>
                </a:lnTo>
                <a:lnTo>
                  <a:pt x="781050" y="2124075"/>
                </a:lnTo>
                <a:close/>
                <a:moveTo>
                  <a:pt x="438150" y="2124075"/>
                </a:moveTo>
                <a:lnTo>
                  <a:pt x="495300" y="2124075"/>
                </a:lnTo>
                <a:lnTo>
                  <a:pt x="495300" y="2133600"/>
                </a:lnTo>
                <a:lnTo>
                  <a:pt x="438150" y="2133600"/>
                </a:lnTo>
                <a:close/>
                <a:moveTo>
                  <a:pt x="552450" y="2124075"/>
                </a:moveTo>
                <a:lnTo>
                  <a:pt x="571500" y="2124075"/>
                </a:lnTo>
                <a:lnTo>
                  <a:pt x="571500" y="2133600"/>
                </a:lnTo>
                <a:lnTo>
                  <a:pt x="552450" y="2133600"/>
                </a:lnTo>
                <a:close/>
                <a:moveTo>
                  <a:pt x="742950" y="2124075"/>
                </a:moveTo>
                <a:lnTo>
                  <a:pt x="781050" y="2124075"/>
                </a:lnTo>
                <a:lnTo>
                  <a:pt x="781050" y="2133600"/>
                </a:lnTo>
                <a:lnTo>
                  <a:pt x="742950" y="2133600"/>
                </a:lnTo>
                <a:close/>
                <a:moveTo>
                  <a:pt x="219075" y="2133600"/>
                </a:moveTo>
                <a:lnTo>
                  <a:pt x="228600" y="2133600"/>
                </a:lnTo>
                <a:lnTo>
                  <a:pt x="228600" y="2143125"/>
                </a:lnTo>
                <a:lnTo>
                  <a:pt x="219075" y="2143125"/>
                </a:lnTo>
                <a:close/>
                <a:moveTo>
                  <a:pt x="228600" y="2143125"/>
                </a:moveTo>
                <a:lnTo>
                  <a:pt x="238125" y="2143125"/>
                </a:lnTo>
                <a:lnTo>
                  <a:pt x="238125" y="2152650"/>
                </a:lnTo>
                <a:lnTo>
                  <a:pt x="228600" y="2152650"/>
                </a:lnTo>
                <a:close/>
                <a:moveTo>
                  <a:pt x="247650" y="2152650"/>
                </a:moveTo>
                <a:lnTo>
                  <a:pt x="257175" y="2152650"/>
                </a:lnTo>
                <a:lnTo>
                  <a:pt x="257175" y="2162175"/>
                </a:lnTo>
                <a:lnTo>
                  <a:pt x="247650" y="2162175"/>
                </a:lnTo>
                <a:close/>
                <a:moveTo>
                  <a:pt x="295275" y="2152650"/>
                </a:moveTo>
                <a:lnTo>
                  <a:pt x="304800" y="2152650"/>
                </a:lnTo>
                <a:lnTo>
                  <a:pt x="304800" y="2162175"/>
                </a:lnTo>
                <a:lnTo>
                  <a:pt x="295275" y="2162175"/>
                </a:lnTo>
                <a:close/>
                <a:moveTo>
                  <a:pt x="1647825" y="2200275"/>
                </a:moveTo>
                <a:lnTo>
                  <a:pt x="1657350" y="2200275"/>
                </a:lnTo>
                <a:lnTo>
                  <a:pt x="1657350" y="2219325"/>
                </a:lnTo>
                <a:lnTo>
                  <a:pt x="1638300" y="2219325"/>
                </a:lnTo>
                <a:lnTo>
                  <a:pt x="1638300" y="2209800"/>
                </a:lnTo>
                <a:lnTo>
                  <a:pt x="1647825" y="2209800"/>
                </a:lnTo>
                <a:close/>
                <a:moveTo>
                  <a:pt x="238125" y="2247900"/>
                </a:moveTo>
                <a:lnTo>
                  <a:pt x="876300" y="2247900"/>
                </a:lnTo>
                <a:lnTo>
                  <a:pt x="876300" y="2257425"/>
                </a:lnTo>
                <a:lnTo>
                  <a:pt x="885825" y="2257425"/>
                </a:lnTo>
                <a:lnTo>
                  <a:pt x="885825" y="2266950"/>
                </a:lnTo>
                <a:lnTo>
                  <a:pt x="904875" y="2266950"/>
                </a:lnTo>
                <a:lnTo>
                  <a:pt x="904875" y="2286000"/>
                </a:lnTo>
                <a:lnTo>
                  <a:pt x="885825" y="2286000"/>
                </a:lnTo>
                <a:lnTo>
                  <a:pt x="885825" y="2276475"/>
                </a:lnTo>
                <a:lnTo>
                  <a:pt x="876300" y="2276475"/>
                </a:lnTo>
                <a:lnTo>
                  <a:pt x="876300" y="2266950"/>
                </a:lnTo>
                <a:lnTo>
                  <a:pt x="238125" y="2266950"/>
                </a:lnTo>
                <a:close/>
                <a:moveTo>
                  <a:pt x="952500" y="2247900"/>
                </a:moveTo>
                <a:lnTo>
                  <a:pt x="1476375" y="2247900"/>
                </a:lnTo>
                <a:lnTo>
                  <a:pt x="1476375" y="2266950"/>
                </a:lnTo>
                <a:lnTo>
                  <a:pt x="952500" y="2266950"/>
                </a:lnTo>
                <a:lnTo>
                  <a:pt x="952500" y="2276475"/>
                </a:lnTo>
                <a:lnTo>
                  <a:pt x="942975" y="2276475"/>
                </a:lnTo>
                <a:lnTo>
                  <a:pt x="942975" y="2390775"/>
                </a:lnTo>
                <a:lnTo>
                  <a:pt x="923925" y="2390775"/>
                </a:lnTo>
                <a:lnTo>
                  <a:pt x="923925" y="2276475"/>
                </a:lnTo>
                <a:lnTo>
                  <a:pt x="933450" y="2276475"/>
                </a:lnTo>
                <a:lnTo>
                  <a:pt x="933450" y="2266950"/>
                </a:lnTo>
                <a:lnTo>
                  <a:pt x="942975" y="2266950"/>
                </a:lnTo>
                <a:lnTo>
                  <a:pt x="942975" y="2257425"/>
                </a:lnTo>
                <a:lnTo>
                  <a:pt x="952500" y="2257425"/>
                </a:lnTo>
                <a:close/>
                <a:moveTo>
                  <a:pt x="1504950" y="2247900"/>
                </a:moveTo>
                <a:lnTo>
                  <a:pt x="1533525" y="2247900"/>
                </a:lnTo>
                <a:lnTo>
                  <a:pt x="1533525" y="2266950"/>
                </a:lnTo>
                <a:lnTo>
                  <a:pt x="1504950" y="2266950"/>
                </a:lnTo>
                <a:close/>
                <a:moveTo>
                  <a:pt x="1543050" y="2247900"/>
                </a:moveTo>
                <a:lnTo>
                  <a:pt x="1600200" y="2247900"/>
                </a:lnTo>
                <a:lnTo>
                  <a:pt x="1600200" y="2266950"/>
                </a:lnTo>
                <a:lnTo>
                  <a:pt x="1543050" y="2266950"/>
                </a:lnTo>
                <a:close/>
                <a:moveTo>
                  <a:pt x="1619250" y="2247900"/>
                </a:moveTo>
                <a:lnTo>
                  <a:pt x="1647825" y="2247900"/>
                </a:lnTo>
                <a:lnTo>
                  <a:pt x="1647825" y="2266950"/>
                </a:lnTo>
                <a:lnTo>
                  <a:pt x="1657350" y="2266950"/>
                </a:lnTo>
                <a:lnTo>
                  <a:pt x="1657350" y="2276475"/>
                </a:lnTo>
                <a:lnTo>
                  <a:pt x="1638300" y="2276475"/>
                </a:lnTo>
                <a:lnTo>
                  <a:pt x="1638300" y="2266950"/>
                </a:lnTo>
                <a:lnTo>
                  <a:pt x="1619250" y="2266950"/>
                </a:lnTo>
                <a:close/>
                <a:moveTo>
                  <a:pt x="161925" y="2257425"/>
                </a:moveTo>
                <a:lnTo>
                  <a:pt x="190500" y="2257425"/>
                </a:lnTo>
                <a:lnTo>
                  <a:pt x="190500" y="2266950"/>
                </a:lnTo>
                <a:lnTo>
                  <a:pt x="180975" y="2266950"/>
                </a:lnTo>
                <a:lnTo>
                  <a:pt x="180975" y="2276475"/>
                </a:lnTo>
                <a:lnTo>
                  <a:pt x="171450" y="2276475"/>
                </a:lnTo>
                <a:lnTo>
                  <a:pt x="171450" y="2286000"/>
                </a:lnTo>
                <a:lnTo>
                  <a:pt x="152400" y="2286000"/>
                </a:lnTo>
                <a:lnTo>
                  <a:pt x="152400" y="2266950"/>
                </a:lnTo>
                <a:lnTo>
                  <a:pt x="161925" y="2266950"/>
                </a:lnTo>
                <a:close/>
                <a:moveTo>
                  <a:pt x="142875" y="2286000"/>
                </a:moveTo>
                <a:lnTo>
                  <a:pt x="152400" y="2286000"/>
                </a:lnTo>
                <a:lnTo>
                  <a:pt x="152400" y="2390775"/>
                </a:lnTo>
                <a:lnTo>
                  <a:pt x="142875" y="2390775"/>
                </a:lnTo>
                <a:close/>
                <a:moveTo>
                  <a:pt x="238125" y="2286000"/>
                </a:moveTo>
                <a:lnTo>
                  <a:pt x="304800" y="2286000"/>
                </a:lnTo>
                <a:lnTo>
                  <a:pt x="304800" y="2295525"/>
                </a:lnTo>
                <a:lnTo>
                  <a:pt x="238125" y="2295525"/>
                </a:lnTo>
                <a:close/>
                <a:moveTo>
                  <a:pt x="228600" y="2295525"/>
                </a:moveTo>
                <a:lnTo>
                  <a:pt x="238125" y="2295525"/>
                </a:lnTo>
                <a:lnTo>
                  <a:pt x="238125" y="2305050"/>
                </a:lnTo>
                <a:lnTo>
                  <a:pt x="228600" y="2305050"/>
                </a:lnTo>
                <a:close/>
                <a:moveTo>
                  <a:pt x="304800" y="2295525"/>
                </a:moveTo>
                <a:lnTo>
                  <a:pt x="314325" y="2295525"/>
                </a:lnTo>
                <a:lnTo>
                  <a:pt x="314325" y="2305050"/>
                </a:lnTo>
                <a:lnTo>
                  <a:pt x="304800" y="2305050"/>
                </a:lnTo>
                <a:close/>
                <a:moveTo>
                  <a:pt x="219075" y="2305050"/>
                </a:moveTo>
                <a:lnTo>
                  <a:pt x="228600" y="2305050"/>
                </a:lnTo>
                <a:lnTo>
                  <a:pt x="228600" y="2314575"/>
                </a:lnTo>
                <a:lnTo>
                  <a:pt x="219075" y="2314575"/>
                </a:lnTo>
                <a:close/>
                <a:moveTo>
                  <a:pt x="314325" y="2305050"/>
                </a:moveTo>
                <a:lnTo>
                  <a:pt x="323850" y="2305050"/>
                </a:lnTo>
                <a:lnTo>
                  <a:pt x="323850" y="2314575"/>
                </a:lnTo>
                <a:lnTo>
                  <a:pt x="333375" y="2314575"/>
                </a:lnTo>
                <a:lnTo>
                  <a:pt x="333375" y="2390775"/>
                </a:lnTo>
                <a:lnTo>
                  <a:pt x="323850" y="2390775"/>
                </a:lnTo>
                <a:lnTo>
                  <a:pt x="323850" y="2400300"/>
                </a:lnTo>
                <a:lnTo>
                  <a:pt x="314325" y="2400300"/>
                </a:lnTo>
                <a:lnTo>
                  <a:pt x="314325" y="2352675"/>
                </a:lnTo>
                <a:lnTo>
                  <a:pt x="323850" y="2352675"/>
                </a:lnTo>
                <a:lnTo>
                  <a:pt x="323850" y="2333625"/>
                </a:lnTo>
                <a:lnTo>
                  <a:pt x="314325" y="2333625"/>
                </a:lnTo>
                <a:close/>
                <a:moveTo>
                  <a:pt x="209550" y="2324100"/>
                </a:moveTo>
                <a:lnTo>
                  <a:pt x="219075" y="2324100"/>
                </a:lnTo>
                <a:lnTo>
                  <a:pt x="219075" y="2390775"/>
                </a:lnTo>
                <a:lnTo>
                  <a:pt x="209550" y="2390775"/>
                </a:lnTo>
                <a:close/>
                <a:moveTo>
                  <a:pt x="409575" y="2324100"/>
                </a:moveTo>
                <a:lnTo>
                  <a:pt x="447675" y="2324100"/>
                </a:lnTo>
                <a:lnTo>
                  <a:pt x="447675" y="2333625"/>
                </a:lnTo>
                <a:lnTo>
                  <a:pt x="409575" y="2333625"/>
                </a:lnTo>
                <a:close/>
                <a:moveTo>
                  <a:pt x="1647825" y="2352675"/>
                </a:moveTo>
                <a:lnTo>
                  <a:pt x="1666875" y="2352675"/>
                </a:lnTo>
                <a:lnTo>
                  <a:pt x="1666875" y="2438400"/>
                </a:lnTo>
                <a:lnTo>
                  <a:pt x="1647825" y="2438400"/>
                </a:lnTo>
                <a:lnTo>
                  <a:pt x="1647825" y="2447925"/>
                </a:lnTo>
                <a:lnTo>
                  <a:pt x="1638300" y="2447925"/>
                </a:lnTo>
                <a:lnTo>
                  <a:pt x="1638300" y="2457450"/>
                </a:lnTo>
                <a:lnTo>
                  <a:pt x="952500" y="2457450"/>
                </a:lnTo>
                <a:lnTo>
                  <a:pt x="952500" y="2447925"/>
                </a:lnTo>
                <a:lnTo>
                  <a:pt x="942975" y="2447925"/>
                </a:lnTo>
                <a:lnTo>
                  <a:pt x="942975" y="2438400"/>
                </a:lnTo>
                <a:lnTo>
                  <a:pt x="933450" y="2438400"/>
                </a:lnTo>
                <a:lnTo>
                  <a:pt x="933450" y="2428875"/>
                </a:lnTo>
                <a:lnTo>
                  <a:pt x="923925" y="2428875"/>
                </a:lnTo>
                <a:lnTo>
                  <a:pt x="923925" y="2409825"/>
                </a:lnTo>
                <a:lnTo>
                  <a:pt x="942975" y="2409825"/>
                </a:lnTo>
                <a:lnTo>
                  <a:pt x="942975" y="2428875"/>
                </a:lnTo>
                <a:lnTo>
                  <a:pt x="952500" y="2428875"/>
                </a:lnTo>
                <a:lnTo>
                  <a:pt x="952500" y="2438400"/>
                </a:lnTo>
                <a:lnTo>
                  <a:pt x="1638300" y="2438400"/>
                </a:lnTo>
                <a:lnTo>
                  <a:pt x="1638300" y="2428875"/>
                </a:lnTo>
                <a:lnTo>
                  <a:pt x="1647825" y="2428875"/>
                </a:lnTo>
                <a:close/>
                <a:moveTo>
                  <a:pt x="419100" y="2371725"/>
                </a:moveTo>
                <a:lnTo>
                  <a:pt x="428625" y="2371725"/>
                </a:lnTo>
                <a:lnTo>
                  <a:pt x="428625" y="2381250"/>
                </a:lnTo>
                <a:lnTo>
                  <a:pt x="419100" y="2381250"/>
                </a:lnTo>
                <a:close/>
                <a:moveTo>
                  <a:pt x="1171575" y="2371725"/>
                </a:moveTo>
                <a:lnTo>
                  <a:pt x="1257300" y="2371725"/>
                </a:lnTo>
                <a:lnTo>
                  <a:pt x="1257300" y="2381250"/>
                </a:lnTo>
                <a:lnTo>
                  <a:pt x="1171575" y="2381250"/>
                </a:lnTo>
                <a:close/>
                <a:moveTo>
                  <a:pt x="1285875" y="2371725"/>
                </a:moveTo>
                <a:lnTo>
                  <a:pt x="1304925" y="2371725"/>
                </a:lnTo>
                <a:lnTo>
                  <a:pt x="1304925" y="2381250"/>
                </a:lnTo>
                <a:lnTo>
                  <a:pt x="1285875" y="2381250"/>
                </a:lnTo>
                <a:close/>
                <a:moveTo>
                  <a:pt x="447675" y="2381250"/>
                </a:moveTo>
                <a:lnTo>
                  <a:pt x="466725" y="2381250"/>
                </a:lnTo>
                <a:lnTo>
                  <a:pt x="466725" y="2390775"/>
                </a:lnTo>
                <a:lnTo>
                  <a:pt x="447675" y="2390775"/>
                </a:lnTo>
                <a:close/>
                <a:moveTo>
                  <a:pt x="1047750" y="2381250"/>
                </a:moveTo>
                <a:lnTo>
                  <a:pt x="1057275" y="2381250"/>
                </a:lnTo>
                <a:lnTo>
                  <a:pt x="1057275" y="2390775"/>
                </a:lnTo>
                <a:lnTo>
                  <a:pt x="1047750" y="2390775"/>
                </a:lnTo>
                <a:close/>
                <a:moveTo>
                  <a:pt x="1257300" y="2381250"/>
                </a:moveTo>
                <a:lnTo>
                  <a:pt x="1276350" y="2381250"/>
                </a:lnTo>
                <a:lnTo>
                  <a:pt x="1276350" y="2390775"/>
                </a:lnTo>
                <a:lnTo>
                  <a:pt x="1257300" y="2390775"/>
                </a:lnTo>
                <a:close/>
                <a:moveTo>
                  <a:pt x="219075" y="2390775"/>
                </a:moveTo>
                <a:lnTo>
                  <a:pt x="228600" y="2390775"/>
                </a:lnTo>
                <a:lnTo>
                  <a:pt x="228600" y="2400300"/>
                </a:lnTo>
                <a:lnTo>
                  <a:pt x="219075" y="2400300"/>
                </a:lnTo>
                <a:close/>
                <a:moveTo>
                  <a:pt x="228600" y="2400300"/>
                </a:moveTo>
                <a:lnTo>
                  <a:pt x="257175" y="2400300"/>
                </a:lnTo>
                <a:lnTo>
                  <a:pt x="257175" y="2409825"/>
                </a:lnTo>
                <a:lnTo>
                  <a:pt x="228600" y="2409825"/>
                </a:lnTo>
                <a:close/>
                <a:moveTo>
                  <a:pt x="295275" y="2400300"/>
                </a:moveTo>
                <a:lnTo>
                  <a:pt x="314325" y="2400300"/>
                </a:lnTo>
                <a:lnTo>
                  <a:pt x="314325" y="2409825"/>
                </a:lnTo>
                <a:lnTo>
                  <a:pt x="295275" y="2409825"/>
                </a:lnTo>
                <a:close/>
                <a:moveTo>
                  <a:pt x="152400" y="2419350"/>
                </a:moveTo>
                <a:lnTo>
                  <a:pt x="161925" y="2419350"/>
                </a:lnTo>
                <a:lnTo>
                  <a:pt x="161925" y="2428875"/>
                </a:lnTo>
                <a:lnTo>
                  <a:pt x="180975" y="2428875"/>
                </a:lnTo>
                <a:lnTo>
                  <a:pt x="180975" y="2438400"/>
                </a:lnTo>
                <a:lnTo>
                  <a:pt x="171450" y="2438400"/>
                </a:lnTo>
                <a:lnTo>
                  <a:pt x="171450" y="2447925"/>
                </a:lnTo>
                <a:lnTo>
                  <a:pt x="161925" y="2447925"/>
                </a:lnTo>
                <a:lnTo>
                  <a:pt x="161925" y="2438400"/>
                </a:lnTo>
                <a:lnTo>
                  <a:pt x="152400" y="2438400"/>
                </a:lnTo>
                <a:close/>
                <a:moveTo>
                  <a:pt x="876300" y="2428875"/>
                </a:moveTo>
                <a:lnTo>
                  <a:pt x="895350" y="2428875"/>
                </a:lnTo>
                <a:lnTo>
                  <a:pt x="895350" y="2438400"/>
                </a:lnTo>
                <a:lnTo>
                  <a:pt x="885825" y="2438400"/>
                </a:lnTo>
                <a:lnTo>
                  <a:pt x="885825" y="2447925"/>
                </a:lnTo>
                <a:lnTo>
                  <a:pt x="876300" y="2447925"/>
                </a:lnTo>
                <a:lnTo>
                  <a:pt x="876300" y="2457450"/>
                </a:lnTo>
                <a:lnTo>
                  <a:pt x="200025" y="2457450"/>
                </a:lnTo>
                <a:lnTo>
                  <a:pt x="200025" y="2438400"/>
                </a:lnTo>
                <a:lnTo>
                  <a:pt x="876300" y="2438400"/>
                </a:lnTo>
                <a:close/>
                <a:moveTo>
                  <a:pt x="180975" y="2438400"/>
                </a:moveTo>
                <a:lnTo>
                  <a:pt x="190500" y="2438400"/>
                </a:lnTo>
                <a:lnTo>
                  <a:pt x="190500" y="2447925"/>
                </a:lnTo>
                <a:lnTo>
                  <a:pt x="180975" y="2447925"/>
                </a:lnTo>
                <a:close/>
                <a:moveTo>
                  <a:pt x="352425" y="2476500"/>
                </a:moveTo>
                <a:lnTo>
                  <a:pt x="428625" y="2476500"/>
                </a:lnTo>
                <a:lnTo>
                  <a:pt x="428625" y="2495550"/>
                </a:lnTo>
                <a:lnTo>
                  <a:pt x="333375" y="2495550"/>
                </a:lnTo>
                <a:lnTo>
                  <a:pt x="333375" y="2486025"/>
                </a:lnTo>
                <a:lnTo>
                  <a:pt x="352425" y="2486025"/>
                </a:lnTo>
                <a:close/>
                <a:moveTo>
                  <a:pt x="438150" y="2476500"/>
                </a:moveTo>
                <a:lnTo>
                  <a:pt x="447675" y="2476500"/>
                </a:lnTo>
                <a:lnTo>
                  <a:pt x="447675" y="2495550"/>
                </a:lnTo>
                <a:lnTo>
                  <a:pt x="438150" y="2495550"/>
                </a:lnTo>
                <a:close/>
                <a:moveTo>
                  <a:pt x="457200" y="2476500"/>
                </a:moveTo>
                <a:lnTo>
                  <a:pt x="504825" y="2476500"/>
                </a:lnTo>
                <a:lnTo>
                  <a:pt x="504825" y="2495550"/>
                </a:lnTo>
                <a:lnTo>
                  <a:pt x="457200" y="2495550"/>
                </a:lnTo>
                <a:close/>
                <a:moveTo>
                  <a:pt x="581025" y="2476500"/>
                </a:moveTo>
                <a:lnTo>
                  <a:pt x="590550" y="2476500"/>
                </a:lnTo>
                <a:lnTo>
                  <a:pt x="590550" y="2495550"/>
                </a:lnTo>
                <a:lnTo>
                  <a:pt x="581025" y="2495550"/>
                </a:lnTo>
                <a:close/>
                <a:moveTo>
                  <a:pt x="752475" y="2476500"/>
                </a:moveTo>
                <a:lnTo>
                  <a:pt x="781050" y="2476500"/>
                </a:lnTo>
                <a:lnTo>
                  <a:pt x="781050" y="2495550"/>
                </a:lnTo>
                <a:lnTo>
                  <a:pt x="752475" y="2495550"/>
                </a:lnTo>
                <a:close/>
                <a:moveTo>
                  <a:pt x="866775" y="2476500"/>
                </a:moveTo>
                <a:lnTo>
                  <a:pt x="885825" y="2476500"/>
                </a:lnTo>
                <a:lnTo>
                  <a:pt x="885825" y="2495550"/>
                </a:lnTo>
                <a:lnTo>
                  <a:pt x="895350" y="2495550"/>
                </a:lnTo>
                <a:lnTo>
                  <a:pt x="895350" y="2505075"/>
                </a:lnTo>
                <a:lnTo>
                  <a:pt x="876300" y="2505075"/>
                </a:lnTo>
                <a:lnTo>
                  <a:pt x="876300" y="2495550"/>
                </a:lnTo>
                <a:lnTo>
                  <a:pt x="866775" y="2495550"/>
                </a:lnTo>
                <a:close/>
                <a:moveTo>
                  <a:pt x="952500" y="2476500"/>
                </a:moveTo>
                <a:lnTo>
                  <a:pt x="981075" y="2476500"/>
                </a:lnTo>
                <a:lnTo>
                  <a:pt x="981075" y="2495550"/>
                </a:lnTo>
                <a:lnTo>
                  <a:pt x="952500" y="2495550"/>
                </a:lnTo>
                <a:lnTo>
                  <a:pt x="952500" y="2505075"/>
                </a:lnTo>
                <a:lnTo>
                  <a:pt x="942975" y="2505075"/>
                </a:lnTo>
                <a:lnTo>
                  <a:pt x="942975" y="2590800"/>
                </a:lnTo>
                <a:lnTo>
                  <a:pt x="923925" y="2590800"/>
                </a:lnTo>
                <a:lnTo>
                  <a:pt x="923925" y="2505075"/>
                </a:lnTo>
                <a:lnTo>
                  <a:pt x="933450" y="2505075"/>
                </a:lnTo>
                <a:lnTo>
                  <a:pt x="933450" y="2495550"/>
                </a:lnTo>
                <a:lnTo>
                  <a:pt x="942975" y="2495550"/>
                </a:lnTo>
                <a:lnTo>
                  <a:pt x="942975" y="2486025"/>
                </a:lnTo>
                <a:lnTo>
                  <a:pt x="952500" y="2486025"/>
                </a:lnTo>
                <a:close/>
                <a:moveTo>
                  <a:pt x="1000125" y="2476500"/>
                </a:moveTo>
                <a:lnTo>
                  <a:pt x="1009650" y="2476500"/>
                </a:lnTo>
                <a:lnTo>
                  <a:pt x="1009650" y="2495550"/>
                </a:lnTo>
                <a:lnTo>
                  <a:pt x="1000125" y="2495550"/>
                </a:lnTo>
                <a:close/>
                <a:moveTo>
                  <a:pt x="1028700" y="2476500"/>
                </a:moveTo>
                <a:lnTo>
                  <a:pt x="1047750" y="2476500"/>
                </a:lnTo>
                <a:lnTo>
                  <a:pt x="1047750" y="2495550"/>
                </a:lnTo>
                <a:lnTo>
                  <a:pt x="1028700" y="2495550"/>
                </a:lnTo>
                <a:close/>
                <a:moveTo>
                  <a:pt x="1066800" y="2476500"/>
                </a:moveTo>
                <a:lnTo>
                  <a:pt x="1152525" y="2476500"/>
                </a:lnTo>
                <a:lnTo>
                  <a:pt x="1152525" y="2495550"/>
                </a:lnTo>
                <a:lnTo>
                  <a:pt x="1066800" y="2495550"/>
                </a:lnTo>
                <a:close/>
                <a:moveTo>
                  <a:pt x="1181100" y="2476500"/>
                </a:moveTo>
                <a:lnTo>
                  <a:pt x="1200150" y="2476500"/>
                </a:lnTo>
                <a:lnTo>
                  <a:pt x="1200150" y="2495550"/>
                </a:lnTo>
                <a:lnTo>
                  <a:pt x="1181100" y="2495550"/>
                </a:lnTo>
                <a:close/>
                <a:moveTo>
                  <a:pt x="1257300" y="2476500"/>
                </a:moveTo>
                <a:lnTo>
                  <a:pt x="1295400" y="2476500"/>
                </a:lnTo>
                <a:lnTo>
                  <a:pt x="1295400" y="2495550"/>
                </a:lnTo>
                <a:lnTo>
                  <a:pt x="1257300" y="2495550"/>
                </a:lnTo>
                <a:close/>
                <a:moveTo>
                  <a:pt x="1333500" y="2476500"/>
                </a:moveTo>
                <a:lnTo>
                  <a:pt x="1371600" y="2476500"/>
                </a:lnTo>
                <a:lnTo>
                  <a:pt x="1371600" y="2495550"/>
                </a:lnTo>
                <a:lnTo>
                  <a:pt x="1333500" y="2495550"/>
                </a:lnTo>
                <a:close/>
                <a:moveTo>
                  <a:pt x="1552575" y="2476500"/>
                </a:moveTo>
                <a:lnTo>
                  <a:pt x="1581150" y="2476500"/>
                </a:lnTo>
                <a:lnTo>
                  <a:pt x="1581150" y="2495550"/>
                </a:lnTo>
                <a:lnTo>
                  <a:pt x="1552575" y="2495550"/>
                </a:lnTo>
                <a:close/>
                <a:moveTo>
                  <a:pt x="1619250" y="2476500"/>
                </a:moveTo>
                <a:lnTo>
                  <a:pt x="1647825" y="2476500"/>
                </a:lnTo>
                <a:lnTo>
                  <a:pt x="1647825" y="2486025"/>
                </a:lnTo>
                <a:lnTo>
                  <a:pt x="1657350" y="2486025"/>
                </a:lnTo>
                <a:lnTo>
                  <a:pt x="1657350" y="2495550"/>
                </a:lnTo>
                <a:lnTo>
                  <a:pt x="1666875" y="2495550"/>
                </a:lnTo>
                <a:lnTo>
                  <a:pt x="1666875" y="2667000"/>
                </a:lnTo>
                <a:lnTo>
                  <a:pt x="1647825" y="2667000"/>
                </a:lnTo>
                <a:lnTo>
                  <a:pt x="1647825" y="2676525"/>
                </a:lnTo>
                <a:lnTo>
                  <a:pt x="1638300" y="2676525"/>
                </a:lnTo>
                <a:lnTo>
                  <a:pt x="1638300" y="2686050"/>
                </a:lnTo>
                <a:lnTo>
                  <a:pt x="952500" y="2686050"/>
                </a:lnTo>
                <a:lnTo>
                  <a:pt x="952500" y="2667000"/>
                </a:lnTo>
                <a:lnTo>
                  <a:pt x="1638300" y="2667000"/>
                </a:lnTo>
                <a:lnTo>
                  <a:pt x="1638300" y="2657475"/>
                </a:lnTo>
                <a:lnTo>
                  <a:pt x="1647825" y="2657475"/>
                </a:lnTo>
                <a:lnTo>
                  <a:pt x="1647825" y="2505075"/>
                </a:lnTo>
                <a:lnTo>
                  <a:pt x="1638300" y="2505075"/>
                </a:lnTo>
                <a:lnTo>
                  <a:pt x="1638300" y="2495550"/>
                </a:lnTo>
                <a:lnTo>
                  <a:pt x="1619250" y="2495550"/>
                </a:lnTo>
                <a:close/>
                <a:moveTo>
                  <a:pt x="161925" y="2486025"/>
                </a:moveTo>
                <a:lnTo>
                  <a:pt x="190500" y="2486025"/>
                </a:lnTo>
                <a:lnTo>
                  <a:pt x="190500" y="2495550"/>
                </a:lnTo>
                <a:lnTo>
                  <a:pt x="180975" y="2495550"/>
                </a:lnTo>
                <a:lnTo>
                  <a:pt x="180975" y="2505075"/>
                </a:lnTo>
                <a:lnTo>
                  <a:pt x="171450" y="2505075"/>
                </a:lnTo>
                <a:lnTo>
                  <a:pt x="171450" y="2571750"/>
                </a:lnTo>
                <a:lnTo>
                  <a:pt x="152400" y="2571750"/>
                </a:lnTo>
                <a:lnTo>
                  <a:pt x="152400" y="2495550"/>
                </a:lnTo>
                <a:lnTo>
                  <a:pt x="161925" y="2495550"/>
                </a:lnTo>
                <a:close/>
                <a:moveTo>
                  <a:pt x="247650" y="2533650"/>
                </a:moveTo>
                <a:lnTo>
                  <a:pt x="257175" y="2533650"/>
                </a:lnTo>
                <a:lnTo>
                  <a:pt x="257175" y="2543175"/>
                </a:lnTo>
                <a:lnTo>
                  <a:pt x="247650" y="2543175"/>
                </a:lnTo>
                <a:close/>
                <a:moveTo>
                  <a:pt x="228600" y="2543175"/>
                </a:moveTo>
                <a:lnTo>
                  <a:pt x="247650" y="2543175"/>
                </a:lnTo>
                <a:lnTo>
                  <a:pt x="247650" y="2552700"/>
                </a:lnTo>
                <a:lnTo>
                  <a:pt x="238125" y="2552700"/>
                </a:lnTo>
                <a:lnTo>
                  <a:pt x="238125" y="2562225"/>
                </a:lnTo>
                <a:lnTo>
                  <a:pt x="228600" y="2562225"/>
                </a:lnTo>
                <a:close/>
                <a:moveTo>
                  <a:pt x="1066800" y="2552700"/>
                </a:moveTo>
                <a:lnTo>
                  <a:pt x="1076325" y="2552700"/>
                </a:lnTo>
                <a:lnTo>
                  <a:pt x="1076325" y="2562225"/>
                </a:lnTo>
                <a:lnTo>
                  <a:pt x="1066800" y="2562225"/>
                </a:lnTo>
                <a:close/>
                <a:moveTo>
                  <a:pt x="1143000" y="2552700"/>
                </a:moveTo>
                <a:lnTo>
                  <a:pt x="1152525" y="2552700"/>
                </a:lnTo>
                <a:lnTo>
                  <a:pt x="1152525" y="2562225"/>
                </a:lnTo>
                <a:lnTo>
                  <a:pt x="1143000" y="2562225"/>
                </a:lnTo>
                <a:close/>
                <a:moveTo>
                  <a:pt x="1295400" y="2552700"/>
                </a:moveTo>
                <a:lnTo>
                  <a:pt x="1323975" y="2552700"/>
                </a:lnTo>
                <a:lnTo>
                  <a:pt x="1323975" y="2562225"/>
                </a:lnTo>
                <a:lnTo>
                  <a:pt x="1295400" y="2562225"/>
                </a:lnTo>
                <a:close/>
                <a:moveTo>
                  <a:pt x="1362075" y="2552700"/>
                </a:moveTo>
                <a:lnTo>
                  <a:pt x="1390650" y="2552700"/>
                </a:lnTo>
                <a:lnTo>
                  <a:pt x="1390650" y="2562225"/>
                </a:lnTo>
                <a:lnTo>
                  <a:pt x="1362075" y="2562225"/>
                </a:lnTo>
                <a:close/>
                <a:moveTo>
                  <a:pt x="457200" y="2562225"/>
                </a:moveTo>
                <a:lnTo>
                  <a:pt x="476250" y="2562225"/>
                </a:lnTo>
                <a:lnTo>
                  <a:pt x="476250" y="2571750"/>
                </a:lnTo>
                <a:lnTo>
                  <a:pt x="457200" y="2571750"/>
                </a:lnTo>
                <a:close/>
                <a:moveTo>
                  <a:pt x="523875" y="2562225"/>
                </a:moveTo>
                <a:lnTo>
                  <a:pt x="533400" y="2562225"/>
                </a:lnTo>
                <a:lnTo>
                  <a:pt x="533400" y="2571750"/>
                </a:lnTo>
                <a:lnTo>
                  <a:pt x="523875" y="2571750"/>
                </a:lnTo>
                <a:close/>
                <a:moveTo>
                  <a:pt x="600075" y="2562225"/>
                </a:moveTo>
                <a:lnTo>
                  <a:pt x="628650" y="2562225"/>
                </a:lnTo>
                <a:lnTo>
                  <a:pt x="628650" y="2571750"/>
                </a:lnTo>
                <a:lnTo>
                  <a:pt x="600075" y="2571750"/>
                </a:lnTo>
                <a:close/>
                <a:moveTo>
                  <a:pt x="1133475" y="2562225"/>
                </a:moveTo>
                <a:lnTo>
                  <a:pt x="1143000" y="2562225"/>
                </a:lnTo>
                <a:lnTo>
                  <a:pt x="1143000" y="2581275"/>
                </a:lnTo>
                <a:lnTo>
                  <a:pt x="1133475" y="2581275"/>
                </a:lnTo>
                <a:close/>
                <a:moveTo>
                  <a:pt x="314325" y="2571750"/>
                </a:moveTo>
                <a:lnTo>
                  <a:pt x="323850" y="2571750"/>
                </a:lnTo>
                <a:lnTo>
                  <a:pt x="323850" y="2600325"/>
                </a:lnTo>
                <a:lnTo>
                  <a:pt x="314325" y="2600325"/>
                </a:lnTo>
                <a:close/>
                <a:moveTo>
                  <a:pt x="219075" y="2581275"/>
                </a:moveTo>
                <a:lnTo>
                  <a:pt x="228600" y="2581275"/>
                </a:lnTo>
                <a:lnTo>
                  <a:pt x="228600" y="2590800"/>
                </a:lnTo>
                <a:lnTo>
                  <a:pt x="238125" y="2590800"/>
                </a:lnTo>
                <a:lnTo>
                  <a:pt x="238125" y="2600325"/>
                </a:lnTo>
                <a:lnTo>
                  <a:pt x="247650" y="2600325"/>
                </a:lnTo>
                <a:lnTo>
                  <a:pt x="247650" y="2619375"/>
                </a:lnTo>
                <a:lnTo>
                  <a:pt x="266700" y="2619375"/>
                </a:lnTo>
                <a:lnTo>
                  <a:pt x="266700" y="2628900"/>
                </a:lnTo>
                <a:lnTo>
                  <a:pt x="238125" y="2628900"/>
                </a:lnTo>
                <a:lnTo>
                  <a:pt x="238125" y="2619375"/>
                </a:lnTo>
                <a:lnTo>
                  <a:pt x="228600" y="2619375"/>
                </a:lnTo>
                <a:lnTo>
                  <a:pt x="228600" y="2609850"/>
                </a:lnTo>
                <a:lnTo>
                  <a:pt x="219075" y="2609850"/>
                </a:lnTo>
                <a:close/>
                <a:moveTo>
                  <a:pt x="647700" y="2581275"/>
                </a:moveTo>
                <a:lnTo>
                  <a:pt x="657225" y="2581275"/>
                </a:lnTo>
                <a:lnTo>
                  <a:pt x="657225" y="2600325"/>
                </a:lnTo>
                <a:lnTo>
                  <a:pt x="647700" y="2600325"/>
                </a:lnTo>
                <a:close/>
                <a:moveTo>
                  <a:pt x="419100" y="2600325"/>
                </a:moveTo>
                <a:lnTo>
                  <a:pt x="447675" y="2600325"/>
                </a:lnTo>
                <a:lnTo>
                  <a:pt x="447675" y="2609850"/>
                </a:lnTo>
                <a:lnTo>
                  <a:pt x="419100" y="2609850"/>
                </a:lnTo>
                <a:close/>
                <a:moveTo>
                  <a:pt x="457200" y="2600325"/>
                </a:moveTo>
                <a:lnTo>
                  <a:pt x="476250" y="2600325"/>
                </a:lnTo>
                <a:lnTo>
                  <a:pt x="476250" y="2609850"/>
                </a:lnTo>
                <a:lnTo>
                  <a:pt x="457200" y="2609850"/>
                </a:lnTo>
                <a:close/>
                <a:moveTo>
                  <a:pt x="495300" y="2600325"/>
                </a:moveTo>
                <a:lnTo>
                  <a:pt x="542925" y="2600325"/>
                </a:lnTo>
                <a:lnTo>
                  <a:pt x="542925" y="2609850"/>
                </a:lnTo>
                <a:lnTo>
                  <a:pt x="495300" y="2609850"/>
                </a:lnTo>
                <a:close/>
                <a:moveTo>
                  <a:pt x="561975" y="2600325"/>
                </a:moveTo>
                <a:lnTo>
                  <a:pt x="590550" y="2600325"/>
                </a:lnTo>
                <a:lnTo>
                  <a:pt x="590550" y="2609850"/>
                </a:lnTo>
                <a:lnTo>
                  <a:pt x="561975" y="2609850"/>
                </a:lnTo>
                <a:close/>
                <a:moveTo>
                  <a:pt x="600075" y="2600325"/>
                </a:moveTo>
                <a:lnTo>
                  <a:pt x="628650" y="2600325"/>
                </a:lnTo>
                <a:lnTo>
                  <a:pt x="628650" y="2609850"/>
                </a:lnTo>
                <a:lnTo>
                  <a:pt x="600075" y="2609850"/>
                </a:lnTo>
                <a:close/>
                <a:moveTo>
                  <a:pt x="638175" y="2600325"/>
                </a:moveTo>
                <a:lnTo>
                  <a:pt x="647700" y="2600325"/>
                </a:lnTo>
                <a:lnTo>
                  <a:pt x="647700" y="2609850"/>
                </a:lnTo>
                <a:lnTo>
                  <a:pt x="638175" y="2609850"/>
                </a:lnTo>
                <a:close/>
                <a:moveTo>
                  <a:pt x="1152525" y="2600325"/>
                </a:moveTo>
                <a:lnTo>
                  <a:pt x="1209675" y="2600325"/>
                </a:lnTo>
                <a:lnTo>
                  <a:pt x="1209675" y="2609850"/>
                </a:lnTo>
                <a:lnTo>
                  <a:pt x="1152525" y="2609850"/>
                </a:lnTo>
                <a:close/>
                <a:moveTo>
                  <a:pt x="1219200" y="2600325"/>
                </a:moveTo>
                <a:lnTo>
                  <a:pt x="1228725" y="2600325"/>
                </a:lnTo>
                <a:lnTo>
                  <a:pt x="1228725" y="2609850"/>
                </a:lnTo>
                <a:lnTo>
                  <a:pt x="1219200" y="2609850"/>
                </a:lnTo>
                <a:close/>
                <a:moveTo>
                  <a:pt x="1238250" y="2600325"/>
                </a:moveTo>
                <a:lnTo>
                  <a:pt x="1257300" y="2600325"/>
                </a:lnTo>
                <a:lnTo>
                  <a:pt x="1257300" y="2609850"/>
                </a:lnTo>
                <a:lnTo>
                  <a:pt x="1238250" y="2609850"/>
                </a:lnTo>
                <a:close/>
                <a:moveTo>
                  <a:pt x="1285875" y="2600325"/>
                </a:moveTo>
                <a:lnTo>
                  <a:pt x="1381125" y="2600325"/>
                </a:lnTo>
                <a:lnTo>
                  <a:pt x="1381125" y="2609850"/>
                </a:lnTo>
                <a:lnTo>
                  <a:pt x="1285875" y="2609850"/>
                </a:lnTo>
                <a:close/>
                <a:moveTo>
                  <a:pt x="1400175" y="2600325"/>
                </a:moveTo>
                <a:lnTo>
                  <a:pt x="1447800" y="2600325"/>
                </a:lnTo>
                <a:lnTo>
                  <a:pt x="1447800" y="2609850"/>
                </a:lnTo>
                <a:lnTo>
                  <a:pt x="1400175" y="2609850"/>
                </a:lnTo>
                <a:close/>
                <a:moveTo>
                  <a:pt x="304800" y="2609850"/>
                </a:moveTo>
                <a:lnTo>
                  <a:pt x="314325" y="2609850"/>
                </a:lnTo>
                <a:lnTo>
                  <a:pt x="314325" y="2619375"/>
                </a:lnTo>
                <a:lnTo>
                  <a:pt x="304800" y="2619375"/>
                </a:lnTo>
                <a:close/>
                <a:moveTo>
                  <a:pt x="295275" y="2619375"/>
                </a:moveTo>
                <a:lnTo>
                  <a:pt x="304800" y="2619375"/>
                </a:lnTo>
                <a:lnTo>
                  <a:pt x="304800" y="2628900"/>
                </a:lnTo>
                <a:lnTo>
                  <a:pt x="295275" y="2628900"/>
                </a:lnTo>
                <a:close/>
                <a:moveTo>
                  <a:pt x="152400" y="2647950"/>
                </a:moveTo>
                <a:lnTo>
                  <a:pt x="161925" y="2647950"/>
                </a:lnTo>
                <a:lnTo>
                  <a:pt x="161925" y="2657475"/>
                </a:lnTo>
                <a:lnTo>
                  <a:pt x="171450" y="2657475"/>
                </a:lnTo>
                <a:lnTo>
                  <a:pt x="171450" y="2647950"/>
                </a:lnTo>
                <a:lnTo>
                  <a:pt x="180975" y="2647950"/>
                </a:lnTo>
                <a:lnTo>
                  <a:pt x="180975" y="2657475"/>
                </a:lnTo>
                <a:lnTo>
                  <a:pt x="190500" y="2657475"/>
                </a:lnTo>
                <a:lnTo>
                  <a:pt x="190500" y="2667000"/>
                </a:lnTo>
                <a:lnTo>
                  <a:pt x="876300" y="2667000"/>
                </a:lnTo>
                <a:lnTo>
                  <a:pt x="876300" y="2657475"/>
                </a:lnTo>
                <a:lnTo>
                  <a:pt x="885825" y="2657475"/>
                </a:lnTo>
                <a:lnTo>
                  <a:pt x="885825" y="2647950"/>
                </a:lnTo>
                <a:lnTo>
                  <a:pt x="904875" y="2647950"/>
                </a:lnTo>
                <a:lnTo>
                  <a:pt x="904875" y="2667000"/>
                </a:lnTo>
                <a:lnTo>
                  <a:pt x="885825" y="2667000"/>
                </a:lnTo>
                <a:lnTo>
                  <a:pt x="885825" y="2676525"/>
                </a:lnTo>
                <a:lnTo>
                  <a:pt x="876300" y="2676525"/>
                </a:lnTo>
                <a:lnTo>
                  <a:pt x="876300" y="2686050"/>
                </a:lnTo>
                <a:lnTo>
                  <a:pt x="180975" y="2686050"/>
                </a:lnTo>
                <a:lnTo>
                  <a:pt x="180975" y="2676525"/>
                </a:lnTo>
                <a:lnTo>
                  <a:pt x="161925" y="2676525"/>
                </a:lnTo>
                <a:lnTo>
                  <a:pt x="161925" y="2667000"/>
                </a:lnTo>
                <a:lnTo>
                  <a:pt x="152400" y="2667000"/>
                </a:lnTo>
                <a:close/>
                <a:moveTo>
                  <a:pt x="1438275" y="2790825"/>
                </a:moveTo>
                <a:lnTo>
                  <a:pt x="1447800" y="2790825"/>
                </a:lnTo>
                <a:lnTo>
                  <a:pt x="1447800" y="2800350"/>
                </a:lnTo>
                <a:lnTo>
                  <a:pt x="1438275" y="2800350"/>
                </a:lnTo>
                <a:close/>
                <a:moveTo>
                  <a:pt x="1428750" y="2800350"/>
                </a:moveTo>
                <a:lnTo>
                  <a:pt x="1438275" y="2800350"/>
                </a:lnTo>
                <a:lnTo>
                  <a:pt x="1438275" y="2809875"/>
                </a:lnTo>
                <a:lnTo>
                  <a:pt x="1428750" y="2809875"/>
                </a:lnTo>
                <a:close/>
                <a:moveTo>
                  <a:pt x="247650" y="2809875"/>
                </a:moveTo>
                <a:lnTo>
                  <a:pt x="257175" y="2809875"/>
                </a:lnTo>
                <a:lnTo>
                  <a:pt x="257175" y="2819400"/>
                </a:lnTo>
                <a:lnTo>
                  <a:pt x="247650" y="2819400"/>
                </a:lnTo>
                <a:close/>
                <a:moveTo>
                  <a:pt x="1362075" y="2809875"/>
                </a:moveTo>
                <a:lnTo>
                  <a:pt x="1371600" y="2809875"/>
                </a:lnTo>
                <a:lnTo>
                  <a:pt x="1371600" y="2828925"/>
                </a:lnTo>
                <a:lnTo>
                  <a:pt x="1362075" y="2828925"/>
                </a:lnTo>
                <a:close/>
                <a:moveTo>
                  <a:pt x="295275" y="2819400"/>
                </a:moveTo>
                <a:lnTo>
                  <a:pt x="323850" y="2819400"/>
                </a:lnTo>
                <a:lnTo>
                  <a:pt x="323850" y="2828925"/>
                </a:lnTo>
                <a:lnTo>
                  <a:pt x="295275" y="2828925"/>
                </a:lnTo>
                <a:close/>
                <a:moveTo>
                  <a:pt x="361950" y="2819400"/>
                </a:moveTo>
                <a:lnTo>
                  <a:pt x="371475" y="2819400"/>
                </a:lnTo>
                <a:lnTo>
                  <a:pt x="371475" y="2828925"/>
                </a:lnTo>
                <a:lnTo>
                  <a:pt x="361950" y="2828925"/>
                </a:lnTo>
                <a:close/>
                <a:moveTo>
                  <a:pt x="504825" y="2819400"/>
                </a:moveTo>
                <a:lnTo>
                  <a:pt x="523875" y="2819400"/>
                </a:lnTo>
                <a:lnTo>
                  <a:pt x="523875" y="2828925"/>
                </a:lnTo>
                <a:lnTo>
                  <a:pt x="504825" y="2828925"/>
                </a:lnTo>
                <a:close/>
                <a:moveTo>
                  <a:pt x="561975" y="2819400"/>
                </a:moveTo>
                <a:lnTo>
                  <a:pt x="581025" y="2819400"/>
                </a:lnTo>
                <a:lnTo>
                  <a:pt x="581025" y="2828925"/>
                </a:lnTo>
                <a:lnTo>
                  <a:pt x="561975" y="2828925"/>
                </a:lnTo>
                <a:close/>
                <a:moveTo>
                  <a:pt x="657225" y="2819400"/>
                </a:moveTo>
                <a:lnTo>
                  <a:pt x="666750" y="2819400"/>
                </a:lnTo>
                <a:lnTo>
                  <a:pt x="666750" y="2828925"/>
                </a:lnTo>
                <a:lnTo>
                  <a:pt x="657225" y="2828925"/>
                </a:lnTo>
                <a:close/>
                <a:moveTo>
                  <a:pt x="695325" y="2819400"/>
                </a:moveTo>
                <a:lnTo>
                  <a:pt x="714375" y="2819400"/>
                </a:lnTo>
                <a:lnTo>
                  <a:pt x="714375" y="2828925"/>
                </a:lnTo>
                <a:lnTo>
                  <a:pt x="695325" y="2828925"/>
                </a:lnTo>
                <a:close/>
                <a:moveTo>
                  <a:pt x="523875" y="2828925"/>
                </a:moveTo>
                <a:lnTo>
                  <a:pt x="533400" y="2828925"/>
                </a:lnTo>
                <a:lnTo>
                  <a:pt x="533400" y="2838450"/>
                </a:lnTo>
                <a:lnTo>
                  <a:pt x="523875" y="2838450"/>
                </a:lnTo>
                <a:close/>
                <a:moveTo>
                  <a:pt x="1371600" y="2828925"/>
                </a:moveTo>
                <a:lnTo>
                  <a:pt x="1381125" y="2828925"/>
                </a:lnTo>
                <a:lnTo>
                  <a:pt x="1381125" y="2838450"/>
                </a:lnTo>
                <a:lnTo>
                  <a:pt x="1371600" y="2838450"/>
                </a:lnTo>
                <a:close/>
                <a:moveTo>
                  <a:pt x="1495425" y="2828925"/>
                </a:moveTo>
                <a:lnTo>
                  <a:pt x="1514475" y="2828925"/>
                </a:lnTo>
                <a:lnTo>
                  <a:pt x="1514475" y="2838450"/>
                </a:lnTo>
                <a:lnTo>
                  <a:pt x="1495425" y="2838450"/>
                </a:lnTo>
                <a:close/>
                <a:moveTo>
                  <a:pt x="1466850" y="2838450"/>
                </a:moveTo>
                <a:lnTo>
                  <a:pt x="1495425" y="2838450"/>
                </a:lnTo>
                <a:lnTo>
                  <a:pt x="1495425" y="2847975"/>
                </a:lnTo>
                <a:lnTo>
                  <a:pt x="1466850" y="2847975"/>
                </a:lnTo>
                <a:close/>
                <a:moveTo>
                  <a:pt x="523875" y="2857500"/>
                </a:moveTo>
                <a:lnTo>
                  <a:pt x="533400" y="2857500"/>
                </a:lnTo>
                <a:lnTo>
                  <a:pt x="533400" y="2867025"/>
                </a:lnTo>
                <a:lnTo>
                  <a:pt x="523875" y="2867025"/>
                </a:lnTo>
                <a:close/>
                <a:moveTo>
                  <a:pt x="819150" y="2857500"/>
                </a:moveTo>
                <a:lnTo>
                  <a:pt x="828675" y="2857500"/>
                </a:lnTo>
                <a:lnTo>
                  <a:pt x="828675" y="2867025"/>
                </a:lnTo>
                <a:lnTo>
                  <a:pt x="819150" y="2867025"/>
                </a:lnTo>
                <a:close/>
                <a:moveTo>
                  <a:pt x="1457325" y="2857500"/>
                </a:moveTo>
                <a:lnTo>
                  <a:pt x="1466850" y="2857500"/>
                </a:lnTo>
                <a:lnTo>
                  <a:pt x="1466850" y="2867025"/>
                </a:lnTo>
                <a:lnTo>
                  <a:pt x="1457325" y="2867025"/>
                </a:lnTo>
                <a:close/>
                <a:moveTo>
                  <a:pt x="247650" y="2867025"/>
                </a:moveTo>
                <a:lnTo>
                  <a:pt x="276225" y="2867025"/>
                </a:lnTo>
                <a:lnTo>
                  <a:pt x="276225" y="2876550"/>
                </a:lnTo>
                <a:lnTo>
                  <a:pt x="247650" y="2876550"/>
                </a:lnTo>
                <a:close/>
                <a:moveTo>
                  <a:pt x="323850" y="2867025"/>
                </a:moveTo>
                <a:lnTo>
                  <a:pt x="409575" y="2867025"/>
                </a:lnTo>
                <a:lnTo>
                  <a:pt x="409575" y="2876550"/>
                </a:lnTo>
                <a:lnTo>
                  <a:pt x="323850" y="2876550"/>
                </a:lnTo>
                <a:close/>
                <a:moveTo>
                  <a:pt x="438150" y="2867025"/>
                </a:moveTo>
                <a:lnTo>
                  <a:pt x="466725" y="2867025"/>
                </a:lnTo>
                <a:lnTo>
                  <a:pt x="466725" y="2876550"/>
                </a:lnTo>
                <a:lnTo>
                  <a:pt x="438150" y="2876550"/>
                </a:lnTo>
                <a:close/>
                <a:moveTo>
                  <a:pt x="495300" y="2867025"/>
                </a:moveTo>
                <a:lnTo>
                  <a:pt x="523875" y="2867025"/>
                </a:lnTo>
                <a:lnTo>
                  <a:pt x="523875" y="2876550"/>
                </a:lnTo>
                <a:lnTo>
                  <a:pt x="495300" y="2876550"/>
                </a:lnTo>
                <a:close/>
                <a:moveTo>
                  <a:pt x="561975" y="2867025"/>
                </a:moveTo>
                <a:lnTo>
                  <a:pt x="581025" y="2867025"/>
                </a:lnTo>
                <a:lnTo>
                  <a:pt x="581025" y="2876550"/>
                </a:lnTo>
                <a:lnTo>
                  <a:pt x="561975" y="2876550"/>
                </a:lnTo>
                <a:close/>
                <a:moveTo>
                  <a:pt x="600075" y="2867025"/>
                </a:moveTo>
                <a:lnTo>
                  <a:pt x="628650" y="2867025"/>
                </a:lnTo>
                <a:lnTo>
                  <a:pt x="628650" y="2876550"/>
                </a:lnTo>
                <a:lnTo>
                  <a:pt x="600075" y="2876550"/>
                </a:lnTo>
                <a:close/>
                <a:moveTo>
                  <a:pt x="685800" y="2867025"/>
                </a:moveTo>
                <a:lnTo>
                  <a:pt x="733425" y="2867025"/>
                </a:lnTo>
                <a:lnTo>
                  <a:pt x="733425" y="2876550"/>
                </a:lnTo>
                <a:lnTo>
                  <a:pt x="685800" y="2876550"/>
                </a:lnTo>
                <a:close/>
                <a:moveTo>
                  <a:pt x="742950" y="2867025"/>
                </a:moveTo>
                <a:lnTo>
                  <a:pt x="752475" y="2867025"/>
                </a:lnTo>
                <a:lnTo>
                  <a:pt x="752475" y="2876550"/>
                </a:lnTo>
                <a:lnTo>
                  <a:pt x="742950" y="2876550"/>
                </a:lnTo>
                <a:close/>
                <a:moveTo>
                  <a:pt x="762000" y="2867025"/>
                </a:moveTo>
                <a:lnTo>
                  <a:pt x="819150" y="2867025"/>
                </a:lnTo>
                <a:lnTo>
                  <a:pt x="819150" y="2876550"/>
                </a:lnTo>
                <a:lnTo>
                  <a:pt x="762000" y="2876550"/>
                </a:lnTo>
                <a:close/>
                <a:moveTo>
                  <a:pt x="1419225" y="2867025"/>
                </a:moveTo>
                <a:lnTo>
                  <a:pt x="1428750" y="2867025"/>
                </a:lnTo>
                <a:lnTo>
                  <a:pt x="1428750" y="2876550"/>
                </a:lnTo>
                <a:lnTo>
                  <a:pt x="1419225" y="2876550"/>
                </a:lnTo>
                <a:close/>
                <a:moveTo>
                  <a:pt x="1590675" y="2867025"/>
                </a:moveTo>
                <a:lnTo>
                  <a:pt x="1600200" y="2867025"/>
                </a:lnTo>
                <a:lnTo>
                  <a:pt x="1600200" y="2876550"/>
                </a:lnTo>
                <a:lnTo>
                  <a:pt x="1590675" y="2876550"/>
                </a:lnTo>
                <a:close/>
                <a:moveTo>
                  <a:pt x="1600200" y="2876550"/>
                </a:moveTo>
                <a:lnTo>
                  <a:pt x="1609725" y="2876550"/>
                </a:lnTo>
                <a:lnTo>
                  <a:pt x="1609725" y="2886075"/>
                </a:lnTo>
                <a:lnTo>
                  <a:pt x="1600200" y="2886075"/>
                </a:lnTo>
                <a:close/>
                <a:moveTo>
                  <a:pt x="1419225" y="2886075"/>
                </a:moveTo>
                <a:lnTo>
                  <a:pt x="1428750" y="2886075"/>
                </a:lnTo>
                <a:lnTo>
                  <a:pt x="1428750" y="2895600"/>
                </a:lnTo>
                <a:lnTo>
                  <a:pt x="1419225" y="2895600"/>
                </a:lnTo>
                <a:close/>
                <a:moveTo>
                  <a:pt x="1495425" y="2895600"/>
                </a:moveTo>
                <a:lnTo>
                  <a:pt x="1514475" y="2895600"/>
                </a:lnTo>
                <a:lnTo>
                  <a:pt x="1514475" y="2905125"/>
                </a:lnTo>
                <a:lnTo>
                  <a:pt x="1495425" y="2905125"/>
                </a:lnTo>
                <a:close/>
                <a:moveTo>
                  <a:pt x="1543050" y="2895600"/>
                </a:moveTo>
                <a:lnTo>
                  <a:pt x="1552575" y="2895600"/>
                </a:lnTo>
                <a:lnTo>
                  <a:pt x="1552575" y="2905125"/>
                </a:lnTo>
                <a:lnTo>
                  <a:pt x="1543050" y="2905125"/>
                </a:lnTo>
                <a:close/>
                <a:moveTo>
                  <a:pt x="390525" y="2914650"/>
                </a:moveTo>
                <a:lnTo>
                  <a:pt x="400050" y="2914650"/>
                </a:lnTo>
                <a:lnTo>
                  <a:pt x="400050" y="2924175"/>
                </a:lnTo>
                <a:lnTo>
                  <a:pt x="390525" y="2924175"/>
                </a:lnTo>
                <a:close/>
                <a:moveTo>
                  <a:pt x="371475" y="2924175"/>
                </a:moveTo>
                <a:lnTo>
                  <a:pt x="390525" y="2924175"/>
                </a:lnTo>
                <a:lnTo>
                  <a:pt x="390525" y="2933700"/>
                </a:lnTo>
                <a:lnTo>
                  <a:pt x="371475" y="2933700"/>
                </a:lnTo>
                <a:close/>
                <a:moveTo>
                  <a:pt x="419100" y="2924175"/>
                </a:moveTo>
                <a:lnTo>
                  <a:pt x="428625" y="2924175"/>
                </a:lnTo>
                <a:lnTo>
                  <a:pt x="428625" y="2952750"/>
                </a:lnTo>
                <a:lnTo>
                  <a:pt x="381000" y="2952750"/>
                </a:lnTo>
                <a:lnTo>
                  <a:pt x="381000" y="2943225"/>
                </a:lnTo>
                <a:lnTo>
                  <a:pt x="409575" y="2943225"/>
                </a:lnTo>
                <a:lnTo>
                  <a:pt x="409575" y="2933700"/>
                </a:lnTo>
                <a:lnTo>
                  <a:pt x="419100" y="2933700"/>
                </a:lnTo>
                <a:close/>
                <a:moveTo>
                  <a:pt x="266700" y="2952750"/>
                </a:moveTo>
                <a:lnTo>
                  <a:pt x="333375" y="2952750"/>
                </a:lnTo>
                <a:lnTo>
                  <a:pt x="333375" y="2962275"/>
                </a:lnTo>
                <a:lnTo>
                  <a:pt x="266700" y="2962275"/>
                </a:lnTo>
                <a:close/>
                <a:moveTo>
                  <a:pt x="428625" y="2952750"/>
                </a:moveTo>
                <a:lnTo>
                  <a:pt x="466725" y="2952750"/>
                </a:lnTo>
                <a:lnTo>
                  <a:pt x="466725" y="2962275"/>
                </a:lnTo>
                <a:lnTo>
                  <a:pt x="428625" y="2962275"/>
                </a:lnTo>
                <a:close/>
                <a:moveTo>
                  <a:pt x="1476375" y="2990850"/>
                </a:moveTo>
                <a:lnTo>
                  <a:pt x="1495425" y="2990850"/>
                </a:lnTo>
                <a:lnTo>
                  <a:pt x="1495425" y="3000375"/>
                </a:lnTo>
                <a:lnTo>
                  <a:pt x="1476375" y="3000375"/>
                </a:lnTo>
                <a:close/>
                <a:moveTo>
                  <a:pt x="1466850" y="3000375"/>
                </a:moveTo>
                <a:lnTo>
                  <a:pt x="1476375" y="3000375"/>
                </a:lnTo>
                <a:lnTo>
                  <a:pt x="1476375" y="3009900"/>
                </a:lnTo>
                <a:lnTo>
                  <a:pt x="1466850" y="3009900"/>
                </a:lnTo>
                <a:close/>
                <a:moveTo>
                  <a:pt x="1495425" y="3000375"/>
                </a:moveTo>
                <a:lnTo>
                  <a:pt x="1504950" y="3000375"/>
                </a:lnTo>
                <a:lnTo>
                  <a:pt x="1504950" y="3009900"/>
                </a:lnTo>
                <a:lnTo>
                  <a:pt x="1495425" y="3009900"/>
                </a:lnTo>
                <a:close/>
                <a:moveTo>
                  <a:pt x="1504950" y="3009900"/>
                </a:moveTo>
                <a:lnTo>
                  <a:pt x="1514475" y="3009900"/>
                </a:lnTo>
                <a:lnTo>
                  <a:pt x="1514475" y="3019425"/>
                </a:lnTo>
                <a:lnTo>
                  <a:pt x="1504950" y="3019425"/>
                </a:lnTo>
                <a:close/>
                <a:moveTo>
                  <a:pt x="1457325" y="3028950"/>
                </a:moveTo>
                <a:lnTo>
                  <a:pt x="1466850" y="3028950"/>
                </a:lnTo>
                <a:lnTo>
                  <a:pt x="1466850" y="3086100"/>
                </a:lnTo>
                <a:lnTo>
                  <a:pt x="1457325" y="3086100"/>
                </a:lnTo>
                <a:close/>
                <a:moveTo>
                  <a:pt x="1457325" y="3124200"/>
                </a:moveTo>
                <a:lnTo>
                  <a:pt x="1466850" y="3124200"/>
                </a:lnTo>
                <a:lnTo>
                  <a:pt x="1466850" y="3152775"/>
                </a:lnTo>
                <a:lnTo>
                  <a:pt x="1457325" y="3152775"/>
                </a:lnTo>
                <a:close/>
                <a:moveTo>
                  <a:pt x="1457325" y="3190875"/>
                </a:moveTo>
                <a:lnTo>
                  <a:pt x="1466850" y="3190875"/>
                </a:lnTo>
                <a:lnTo>
                  <a:pt x="1466850" y="3219450"/>
                </a:lnTo>
                <a:lnTo>
                  <a:pt x="1457325" y="3219450"/>
                </a:lnTo>
                <a:close/>
                <a:moveTo>
                  <a:pt x="1457325" y="3267075"/>
                </a:moveTo>
                <a:lnTo>
                  <a:pt x="1466850" y="3267075"/>
                </a:lnTo>
                <a:lnTo>
                  <a:pt x="1466850" y="3276600"/>
                </a:lnTo>
                <a:lnTo>
                  <a:pt x="1457325" y="3276600"/>
                </a:lnTo>
                <a:close/>
                <a:moveTo>
                  <a:pt x="1466850" y="3276600"/>
                </a:moveTo>
                <a:lnTo>
                  <a:pt x="1476375" y="3276600"/>
                </a:lnTo>
                <a:lnTo>
                  <a:pt x="1476375" y="3286125"/>
                </a:lnTo>
                <a:lnTo>
                  <a:pt x="1466850" y="3286125"/>
                </a:lnTo>
                <a:close/>
                <a:moveTo>
                  <a:pt x="1504950" y="3276600"/>
                </a:moveTo>
                <a:lnTo>
                  <a:pt x="1514475" y="3276600"/>
                </a:lnTo>
                <a:lnTo>
                  <a:pt x="1514475" y="3286125"/>
                </a:lnTo>
                <a:lnTo>
                  <a:pt x="1504950" y="3286125"/>
                </a:lnTo>
                <a:close/>
                <a:moveTo>
                  <a:pt x="1476375" y="3286125"/>
                </a:moveTo>
                <a:lnTo>
                  <a:pt x="1504950" y="3286125"/>
                </a:lnTo>
                <a:lnTo>
                  <a:pt x="1504950" y="3295650"/>
                </a:lnTo>
                <a:lnTo>
                  <a:pt x="1476375" y="3295650"/>
                </a:lnTo>
                <a:close/>
                <a:moveTo>
                  <a:pt x="257175" y="3295650"/>
                </a:moveTo>
                <a:lnTo>
                  <a:pt x="285750" y="3295650"/>
                </a:lnTo>
                <a:lnTo>
                  <a:pt x="285750" y="3305175"/>
                </a:lnTo>
                <a:lnTo>
                  <a:pt x="304800" y="3305175"/>
                </a:lnTo>
                <a:lnTo>
                  <a:pt x="304800" y="3324225"/>
                </a:lnTo>
                <a:lnTo>
                  <a:pt x="238125" y="3324225"/>
                </a:lnTo>
                <a:lnTo>
                  <a:pt x="238125" y="3314700"/>
                </a:lnTo>
                <a:lnTo>
                  <a:pt x="200025" y="3314700"/>
                </a:lnTo>
                <a:lnTo>
                  <a:pt x="200025" y="3333750"/>
                </a:lnTo>
                <a:lnTo>
                  <a:pt x="209550" y="3333750"/>
                </a:lnTo>
                <a:lnTo>
                  <a:pt x="209550" y="3324225"/>
                </a:lnTo>
                <a:lnTo>
                  <a:pt x="219075" y="3324225"/>
                </a:lnTo>
                <a:lnTo>
                  <a:pt x="219075" y="3352800"/>
                </a:lnTo>
                <a:lnTo>
                  <a:pt x="209550" y="3352800"/>
                </a:lnTo>
                <a:lnTo>
                  <a:pt x="209550" y="3371850"/>
                </a:lnTo>
                <a:lnTo>
                  <a:pt x="219075" y="3371850"/>
                </a:lnTo>
                <a:lnTo>
                  <a:pt x="219075" y="3419475"/>
                </a:lnTo>
                <a:lnTo>
                  <a:pt x="200025" y="3419475"/>
                </a:lnTo>
                <a:lnTo>
                  <a:pt x="200025" y="3409950"/>
                </a:lnTo>
                <a:lnTo>
                  <a:pt x="180975" y="3409950"/>
                </a:lnTo>
                <a:lnTo>
                  <a:pt x="180975" y="3400425"/>
                </a:lnTo>
                <a:lnTo>
                  <a:pt x="171450" y="3400425"/>
                </a:lnTo>
                <a:lnTo>
                  <a:pt x="171450" y="3409950"/>
                </a:lnTo>
                <a:lnTo>
                  <a:pt x="142875" y="3409950"/>
                </a:lnTo>
                <a:lnTo>
                  <a:pt x="142875" y="3419475"/>
                </a:lnTo>
                <a:lnTo>
                  <a:pt x="133350" y="3419475"/>
                </a:lnTo>
                <a:lnTo>
                  <a:pt x="133350" y="3429000"/>
                </a:lnTo>
                <a:lnTo>
                  <a:pt x="123825" y="3429000"/>
                </a:lnTo>
                <a:lnTo>
                  <a:pt x="123825" y="3419475"/>
                </a:lnTo>
                <a:lnTo>
                  <a:pt x="114300" y="3419475"/>
                </a:lnTo>
                <a:lnTo>
                  <a:pt x="114300" y="3305175"/>
                </a:lnTo>
                <a:lnTo>
                  <a:pt x="152400" y="3305175"/>
                </a:lnTo>
                <a:lnTo>
                  <a:pt x="152400" y="3324225"/>
                </a:lnTo>
                <a:lnTo>
                  <a:pt x="161925" y="3324225"/>
                </a:lnTo>
                <a:lnTo>
                  <a:pt x="161925" y="3305175"/>
                </a:lnTo>
                <a:lnTo>
                  <a:pt x="257175" y="3305175"/>
                </a:lnTo>
                <a:close/>
                <a:moveTo>
                  <a:pt x="333375" y="3295650"/>
                </a:moveTo>
                <a:lnTo>
                  <a:pt x="409575" y="3295650"/>
                </a:lnTo>
                <a:lnTo>
                  <a:pt x="409575" y="3305175"/>
                </a:lnTo>
                <a:lnTo>
                  <a:pt x="333375" y="3305175"/>
                </a:lnTo>
                <a:close/>
                <a:moveTo>
                  <a:pt x="409575" y="3305175"/>
                </a:moveTo>
                <a:lnTo>
                  <a:pt x="419100" y="3305175"/>
                </a:lnTo>
                <a:lnTo>
                  <a:pt x="419100" y="3314700"/>
                </a:lnTo>
                <a:lnTo>
                  <a:pt x="409575" y="3314700"/>
                </a:lnTo>
                <a:close/>
                <a:moveTo>
                  <a:pt x="409575" y="3324225"/>
                </a:moveTo>
                <a:lnTo>
                  <a:pt x="419100" y="3324225"/>
                </a:lnTo>
                <a:lnTo>
                  <a:pt x="419100" y="3333750"/>
                </a:lnTo>
                <a:lnTo>
                  <a:pt x="409575" y="3333750"/>
                </a:lnTo>
                <a:close/>
                <a:moveTo>
                  <a:pt x="904875" y="3324225"/>
                </a:moveTo>
                <a:lnTo>
                  <a:pt x="923925" y="3324225"/>
                </a:lnTo>
                <a:lnTo>
                  <a:pt x="923925" y="3333750"/>
                </a:lnTo>
                <a:lnTo>
                  <a:pt x="904875" y="3333750"/>
                </a:lnTo>
                <a:close/>
                <a:moveTo>
                  <a:pt x="1247775" y="3324225"/>
                </a:moveTo>
                <a:lnTo>
                  <a:pt x="1276350" y="3324225"/>
                </a:lnTo>
                <a:lnTo>
                  <a:pt x="1276350" y="3333750"/>
                </a:lnTo>
                <a:lnTo>
                  <a:pt x="1247775" y="3333750"/>
                </a:lnTo>
                <a:close/>
                <a:moveTo>
                  <a:pt x="1209675" y="3333750"/>
                </a:moveTo>
                <a:lnTo>
                  <a:pt x="1219200" y="3333750"/>
                </a:lnTo>
                <a:lnTo>
                  <a:pt x="1219200" y="3343275"/>
                </a:lnTo>
                <a:lnTo>
                  <a:pt x="1209675" y="3343275"/>
                </a:lnTo>
                <a:close/>
                <a:moveTo>
                  <a:pt x="409575" y="3343275"/>
                </a:moveTo>
                <a:lnTo>
                  <a:pt x="419100" y="3343275"/>
                </a:lnTo>
                <a:lnTo>
                  <a:pt x="419100" y="3352800"/>
                </a:lnTo>
                <a:lnTo>
                  <a:pt x="409575" y="3352800"/>
                </a:lnTo>
                <a:close/>
                <a:moveTo>
                  <a:pt x="1200150" y="3343275"/>
                </a:moveTo>
                <a:lnTo>
                  <a:pt x="1209675" y="3343275"/>
                </a:lnTo>
                <a:lnTo>
                  <a:pt x="1209675" y="3362325"/>
                </a:lnTo>
                <a:lnTo>
                  <a:pt x="1200150" y="3362325"/>
                </a:lnTo>
                <a:close/>
                <a:moveTo>
                  <a:pt x="904875" y="3352800"/>
                </a:moveTo>
                <a:lnTo>
                  <a:pt x="923925" y="3352800"/>
                </a:lnTo>
                <a:lnTo>
                  <a:pt x="923925" y="3371850"/>
                </a:lnTo>
                <a:lnTo>
                  <a:pt x="904875" y="3371850"/>
                </a:lnTo>
                <a:close/>
                <a:moveTo>
                  <a:pt x="1590675" y="3362325"/>
                </a:moveTo>
                <a:lnTo>
                  <a:pt x="1600200" y="3362325"/>
                </a:lnTo>
                <a:lnTo>
                  <a:pt x="1600200" y="3371850"/>
                </a:lnTo>
                <a:lnTo>
                  <a:pt x="1609725" y="3371850"/>
                </a:lnTo>
                <a:lnTo>
                  <a:pt x="1609725" y="3381375"/>
                </a:lnTo>
                <a:lnTo>
                  <a:pt x="1600200" y="3381375"/>
                </a:lnTo>
                <a:lnTo>
                  <a:pt x="1600200" y="3390900"/>
                </a:lnTo>
                <a:lnTo>
                  <a:pt x="1590675" y="3390900"/>
                </a:lnTo>
                <a:lnTo>
                  <a:pt x="1590675" y="3381375"/>
                </a:lnTo>
                <a:lnTo>
                  <a:pt x="1562100" y="3381375"/>
                </a:lnTo>
                <a:lnTo>
                  <a:pt x="1562100" y="3371850"/>
                </a:lnTo>
                <a:lnTo>
                  <a:pt x="1590675" y="3371850"/>
                </a:lnTo>
                <a:close/>
                <a:moveTo>
                  <a:pt x="1257300" y="3371850"/>
                </a:moveTo>
                <a:lnTo>
                  <a:pt x="1266825" y="3371850"/>
                </a:lnTo>
                <a:lnTo>
                  <a:pt x="1266825" y="3400425"/>
                </a:lnTo>
                <a:lnTo>
                  <a:pt x="1257300" y="3400425"/>
                </a:lnTo>
                <a:close/>
                <a:moveTo>
                  <a:pt x="1514475" y="3371850"/>
                </a:moveTo>
                <a:lnTo>
                  <a:pt x="1524000" y="3371850"/>
                </a:lnTo>
                <a:lnTo>
                  <a:pt x="1524000" y="3381375"/>
                </a:lnTo>
                <a:lnTo>
                  <a:pt x="1514475" y="3381375"/>
                </a:lnTo>
                <a:close/>
                <a:moveTo>
                  <a:pt x="866775" y="3400425"/>
                </a:moveTo>
                <a:lnTo>
                  <a:pt x="876300" y="3400425"/>
                </a:lnTo>
                <a:lnTo>
                  <a:pt x="876300" y="3409950"/>
                </a:lnTo>
                <a:lnTo>
                  <a:pt x="866775" y="3409950"/>
                </a:lnTo>
                <a:close/>
                <a:moveTo>
                  <a:pt x="409575" y="3409950"/>
                </a:moveTo>
                <a:lnTo>
                  <a:pt x="419100" y="3409950"/>
                </a:lnTo>
                <a:lnTo>
                  <a:pt x="419100" y="3429000"/>
                </a:lnTo>
                <a:lnTo>
                  <a:pt x="409575" y="3429000"/>
                </a:lnTo>
                <a:close/>
                <a:moveTo>
                  <a:pt x="581025" y="3409950"/>
                </a:moveTo>
                <a:lnTo>
                  <a:pt x="609600" y="3409950"/>
                </a:lnTo>
                <a:lnTo>
                  <a:pt x="609600" y="3419475"/>
                </a:lnTo>
                <a:lnTo>
                  <a:pt x="581025" y="3419475"/>
                </a:lnTo>
                <a:close/>
                <a:moveTo>
                  <a:pt x="876300" y="3409950"/>
                </a:moveTo>
                <a:lnTo>
                  <a:pt x="885825" y="3409950"/>
                </a:lnTo>
                <a:lnTo>
                  <a:pt x="885825" y="3419475"/>
                </a:lnTo>
                <a:lnTo>
                  <a:pt x="876300" y="3419475"/>
                </a:lnTo>
                <a:close/>
                <a:moveTo>
                  <a:pt x="1704975" y="3419475"/>
                </a:moveTo>
                <a:lnTo>
                  <a:pt x="1714500" y="3419475"/>
                </a:lnTo>
                <a:lnTo>
                  <a:pt x="1714500" y="3429000"/>
                </a:lnTo>
                <a:lnTo>
                  <a:pt x="1704975" y="3429000"/>
                </a:lnTo>
                <a:close/>
                <a:moveTo>
                  <a:pt x="809625" y="3438525"/>
                </a:moveTo>
                <a:lnTo>
                  <a:pt x="828675" y="3438525"/>
                </a:lnTo>
                <a:lnTo>
                  <a:pt x="828675" y="3448050"/>
                </a:lnTo>
                <a:lnTo>
                  <a:pt x="809625" y="3448050"/>
                </a:lnTo>
                <a:close/>
                <a:moveTo>
                  <a:pt x="1562100" y="3438525"/>
                </a:moveTo>
                <a:lnTo>
                  <a:pt x="1581150" y="3438525"/>
                </a:lnTo>
                <a:lnTo>
                  <a:pt x="1581150" y="3448050"/>
                </a:lnTo>
                <a:lnTo>
                  <a:pt x="1562100" y="3448050"/>
                </a:lnTo>
                <a:close/>
                <a:moveTo>
                  <a:pt x="581025" y="3448050"/>
                </a:moveTo>
                <a:lnTo>
                  <a:pt x="590550" y="3448050"/>
                </a:lnTo>
                <a:lnTo>
                  <a:pt x="590550" y="3457575"/>
                </a:lnTo>
                <a:lnTo>
                  <a:pt x="581025" y="3457575"/>
                </a:lnTo>
                <a:close/>
                <a:moveTo>
                  <a:pt x="619125" y="3448050"/>
                </a:moveTo>
                <a:lnTo>
                  <a:pt x="628650" y="3448050"/>
                </a:lnTo>
                <a:lnTo>
                  <a:pt x="628650" y="3457575"/>
                </a:lnTo>
                <a:lnTo>
                  <a:pt x="619125" y="3457575"/>
                </a:lnTo>
                <a:close/>
                <a:moveTo>
                  <a:pt x="638175" y="3448050"/>
                </a:moveTo>
                <a:lnTo>
                  <a:pt x="657225" y="3448050"/>
                </a:lnTo>
                <a:lnTo>
                  <a:pt x="657225" y="3457575"/>
                </a:lnTo>
                <a:lnTo>
                  <a:pt x="638175" y="3457575"/>
                </a:lnTo>
                <a:close/>
                <a:moveTo>
                  <a:pt x="857250" y="3448050"/>
                </a:moveTo>
                <a:lnTo>
                  <a:pt x="885825" y="3448050"/>
                </a:lnTo>
                <a:lnTo>
                  <a:pt x="885825" y="3457575"/>
                </a:lnTo>
                <a:lnTo>
                  <a:pt x="857250" y="3457575"/>
                </a:lnTo>
                <a:close/>
                <a:moveTo>
                  <a:pt x="904875" y="3448050"/>
                </a:moveTo>
                <a:lnTo>
                  <a:pt x="942975" y="3448050"/>
                </a:lnTo>
                <a:lnTo>
                  <a:pt x="942975" y="3457575"/>
                </a:lnTo>
                <a:lnTo>
                  <a:pt x="904875" y="3457575"/>
                </a:lnTo>
                <a:close/>
                <a:moveTo>
                  <a:pt x="981075" y="3448050"/>
                </a:moveTo>
                <a:lnTo>
                  <a:pt x="1019175" y="3448050"/>
                </a:lnTo>
                <a:lnTo>
                  <a:pt x="1019175" y="3457575"/>
                </a:lnTo>
                <a:lnTo>
                  <a:pt x="981075" y="3457575"/>
                </a:lnTo>
                <a:close/>
                <a:moveTo>
                  <a:pt x="1190625" y="3448050"/>
                </a:moveTo>
                <a:lnTo>
                  <a:pt x="1285875" y="3448050"/>
                </a:lnTo>
                <a:lnTo>
                  <a:pt x="1285875" y="3457575"/>
                </a:lnTo>
                <a:lnTo>
                  <a:pt x="1190625" y="3457575"/>
                </a:lnTo>
                <a:close/>
                <a:moveTo>
                  <a:pt x="1295400" y="3448050"/>
                </a:moveTo>
                <a:lnTo>
                  <a:pt x="1323975" y="3448050"/>
                </a:lnTo>
                <a:lnTo>
                  <a:pt x="1323975" y="3457575"/>
                </a:lnTo>
                <a:lnTo>
                  <a:pt x="1295400" y="3457575"/>
                </a:lnTo>
                <a:close/>
                <a:moveTo>
                  <a:pt x="1514475" y="3448050"/>
                </a:moveTo>
                <a:lnTo>
                  <a:pt x="1524000" y="3448050"/>
                </a:lnTo>
                <a:lnTo>
                  <a:pt x="1524000" y="3457575"/>
                </a:lnTo>
                <a:lnTo>
                  <a:pt x="1514475" y="3457575"/>
                </a:lnTo>
                <a:close/>
                <a:moveTo>
                  <a:pt x="1590675" y="3448050"/>
                </a:moveTo>
                <a:lnTo>
                  <a:pt x="1600200" y="3448050"/>
                </a:lnTo>
                <a:lnTo>
                  <a:pt x="1600200" y="3457575"/>
                </a:lnTo>
                <a:lnTo>
                  <a:pt x="1590675" y="3457575"/>
                </a:lnTo>
                <a:close/>
                <a:moveTo>
                  <a:pt x="1019175" y="3457575"/>
                </a:moveTo>
                <a:lnTo>
                  <a:pt x="1028700" y="3457575"/>
                </a:lnTo>
                <a:lnTo>
                  <a:pt x="1028700" y="3467100"/>
                </a:lnTo>
                <a:lnTo>
                  <a:pt x="1019175" y="3467100"/>
                </a:lnTo>
                <a:close/>
                <a:moveTo>
                  <a:pt x="514350" y="3467100"/>
                </a:moveTo>
                <a:lnTo>
                  <a:pt x="523875" y="3467100"/>
                </a:lnTo>
                <a:lnTo>
                  <a:pt x="523875" y="3476625"/>
                </a:lnTo>
                <a:lnTo>
                  <a:pt x="514350" y="3476625"/>
                </a:lnTo>
                <a:close/>
                <a:moveTo>
                  <a:pt x="1333500" y="3467100"/>
                </a:moveTo>
                <a:lnTo>
                  <a:pt x="1343025" y="3467100"/>
                </a:lnTo>
                <a:lnTo>
                  <a:pt x="1343025" y="3476625"/>
                </a:lnTo>
                <a:lnTo>
                  <a:pt x="1333500" y="3476625"/>
                </a:lnTo>
                <a:close/>
                <a:moveTo>
                  <a:pt x="523875" y="3476625"/>
                </a:moveTo>
                <a:lnTo>
                  <a:pt x="533400" y="3476625"/>
                </a:lnTo>
                <a:lnTo>
                  <a:pt x="533400" y="3486150"/>
                </a:lnTo>
                <a:lnTo>
                  <a:pt x="523875" y="3486150"/>
                </a:lnTo>
                <a:close/>
                <a:moveTo>
                  <a:pt x="800100" y="3476625"/>
                </a:moveTo>
                <a:lnTo>
                  <a:pt x="838200" y="3476625"/>
                </a:lnTo>
                <a:lnTo>
                  <a:pt x="838200" y="3486150"/>
                </a:lnTo>
                <a:lnTo>
                  <a:pt x="800100" y="3486150"/>
                </a:lnTo>
                <a:close/>
                <a:moveTo>
                  <a:pt x="1514475" y="3476625"/>
                </a:moveTo>
                <a:lnTo>
                  <a:pt x="1524000" y="3476625"/>
                </a:lnTo>
                <a:lnTo>
                  <a:pt x="1524000" y="3486150"/>
                </a:lnTo>
                <a:lnTo>
                  <a:pt x="1514475" y="3486150"/>
                </a:lnTo>
                <a:close/>
                <a:moveTo>
                  <a:pt x="409575" y="3486150"/>
                </a:moveTo>
                <a:lnTo>
                  <a:pt x="419100" y="3486150"/>
                </a:lnTo>
                <a:lnTo>
                  <a:pt x="419100" y="3533775"/>
                </a:lnTo>
                <a:lnTo>
                  <a:pt x="409575" y="3533775"/>
                </a:lnTo>
                <a:close/>
                <a:moveTo>
                  <a:pt x="1695450" y="3486150"/>
                </a:moveTo>
                <a:lnTo>
                  <a:pt x="1704975" y="3486150"/>
                </a:lnTo>
                <a:lnTo>
                  <a:pt x="1704975" y="3495675"/>
                </a:lnTo>
                <a:lnTo>
                  <a:pt x="1695450" y="3495675"/>
                </a:lnTo>
                <a:close/>
                <a:moveTo>
                  <a:pt x="400050" y="3533775"/>
                </a:moveTo>
                <a:lnTo>
                  <a:pt x="409575" y="3533775"/>
                </a:lnTo>
                <a:lnTo>
                  <a:pt x="409575" y="3543300"/>
                </a:lnTo>
                <a:lnTo>
                  <a:pt x="400050" y="3543300"/>
                </a:lnTo>
                <a:close/>
                <a:moveTo>
                  <a:pt x="1666875" y="3562350"/>
                </a:moveTo>
                <a:lnTo>
                  <a:pt x="1676400" y="3562350"/>
                </a:lnTo>
                <a:lnTo>
                  <a:pt x="1676400" y="3571875"/>
                </a:lnTo>
                <a:lnTo>
                  <a:pt x="1666875" y="3571875"/>
                </a:lnTo>
                <a:close/>
                <a:moveTo>
                  <a:pt x="1828800" y="3571875"/>
                </a:moveTo>
                <a:lnTo>
                  <a:pt x="1838325" y="3571875"/>
                </a:lnTo>
                <a:lnTo>
                  <a:pt x="1838325" y="3590925"/>
                </a:lnTo>
                <a:lnTo>
                  <a:pt x="1828800" y="3590925"/>
                </a:lnTo>
                <a:close/>
                <a:moveTo>
                  <a:pt x="1828800" y="3619500"/>
                </a:moveTo>
                <a:lnTo>
                  <a:pt x="1838325" y="3619500"/>
                </a:lnTo>
                <a:lnTo>
                  <a:pt x="1838325" y="3743325"/>
                </a:lnTo>
                <a:lnTo>
                  <a:pt x="1828800" y="3743325"/>
                </a:lnTo>
                <a:lnTo>
                  <a:pt x="1828800" y="3771900"/>
                </a:lnTo>
                <a:lnTo>
                  <a:pt x="1819275" y="3771900"/>
                </a:lnTo>
                <a:lnTo>
                  <a:pt x="1819275" y="3790950"/>
                </a:lnTo>
                <a:lnTo>
                  <a:pt x="1752600" y="3790950"/>
                </a:lnTo>
                <a:lnTo>
                  <a:pt x="1752600" y="3762375"/>
                </a:lnTo>
                <a:lnTo>
                  <a:pt x="1762125" y="3762375"/>
                </a:lnTo>
                <a:lnTo>
                  <a:pt x="1762125" y="3752850"/>
                </a:lnTo>
                <a:lnTo>
                  <a:pt x="1771650" y="3752850"/>
                </a:lnTo>
                <a:lnTo>
                  <a:pt x="1771650" y="3733800"/>
                </a:lnTo>
                <a:lnTo>
                  <a:pt x="1781175" y="3733800"/>
                </a:lnTo>
                <a:lnTo>
                  <a:pt x="1781175" y="3724275"/>
                </a:lnTo>
                <a:lnTo>
                  <a:pt x="1790700" y="3724275"/>
                </a:lnTo>
                <a:lnTo>
                  <a:pt x="1790700" y="3705225"/>
                </a:lnTo>
                <a:lnTo>
                  <a:pt x="1809750" y="3705225"/>
                </a:lnTo>
                <a:lnTo>
                  <a:pt x="1809750" y="3676650"/>
                </a:lnTo>
                <a:lnTo>
                  <a:pt x="1819275" y="3676650"/>
                </a:lnTo>
                <a:lnTo>
                  <a:pt x="1819275" y="3648075"/>
                </a:lnTo>
                <a:lnTo>
                  <a:pt x="1828800" y="3648075"/>
                </a:lnTo>
                <a:close/>
                <a:moveTo>
                  <a:pt x="1581150" y="3638550"/>
                </a:moveTo>
                <a:lnTo>
                  <a:pt x="1590675" y="3638550"/>
                </a:lnTo>
                <a:lnTo>
                  <a:pt x="1590675" y="3648075"/>
                </a:lnTo>
                <a:lnTo>
                  <a:pt x="1581150" y="3648075"/>
                </a:lnTo>
                <a:close/>
                <a:moveTo>
                  <a:pt x="1524000" y="3657600"/>
                </a:moveTo>
                <a:lnTo>
                  <a:pt x="1533525" y="3657600"/>
                </a:lnTo>
                <a:lnTo>
                  <a:pt x="1533525" y="3667125"/>
                </a:lnTo>
                <a:lnTo>
                  <a:pt x="1524000" y="3667125"/>
                </a:lnTo>
                <a:close/>
                <a:moveTo>
                  <a:pt x="1457325" y="3667125"/>
                </a:moveTo>
                <a:lnTo>
                  <a:pt x="1466850" y="3667125"/>
                </a:lnTo>
                <a:lnTo>
                  <a:pt x="1466850" y="3676650"/>
                </a:lnTo>
                <a:lnTo>
                  <a:pt x="1457325" y="3676650"/>
                </a:lnTo>
                <a:close/>
                <a:moveTo>
                  <a:pt x="0" y="3686175"/>
                </a:moveTo>
                <a:lnTo>
                  <a:pt x="9525" y="3686175"/>
                </a:lnTo>
                <a:lnTo>
                  <a:pt x="9525" y="3695700"/>
                </a:lnTo>
                <a:lnTo>
                  <a:pt x="19050" y="3695700"/>
                </a:lnTo>
                <a:lnTo>
                  <a:pt x="19050" y="3733800"/>
                </a:lnTo>
                <a:lnTo>
                  <a:pt x="28575" y="3733800"/>
                </a:lnTo>
                <a:lnTo>
                  <a:pt x="28575" y="3743325"/>
                </a:lnTo>
                <a:lnTo>
                  <a:pt x="38100" y="3743325"/>
                </a:lnTo>
                <a:lnTo>
                  <a:pt x="38100" y="3752850"/>
                </a:lnTo>
                <a:lnTo>
                  <a:pt x="47625" y="3752850"/>
                </a:lnTo>
                <a:lnTo>
                  <a:pt x="47625" y="3771900"/>
                </a:lnTo>
                <a:lnTo>
                  <a:pt x="57150" y="3771900"/>
                </a:lnTo>
                <a:lnTo>
                  <a:pt x="57150" y="3781425"/>
                </a:lnTo>
                <a:lnTo>
                  <a:pt x="66675" y="3781425"/>
                </a:lnTo>
                <a:lnTo>
                  <a:pt x="66675" y="3790950"/>
                </a:lnTo>
                <a:lnTo>
                  <a:pt x="0" y="3790950"/>
                </a:lnTo>
                <a:close/>
                <a:moveTo>
                  <a:pt x="1828800" y="3781425"/>
                </a:moveTo>
                <a:lnTo>
                  <a:pt x="1838325" y="3781425"/>
                </a:lnTo>
                <a:lnTo>
                  <a:pt x="1838325" y="3790950"/>
                </a:lnTo>
                <a:lnTo>
                  <a:pt x="1828800" y="3790950"/>
                </a:lnTo>
                <a:close/>
              </a:path>
            </a:pathLst>
          </a:custGeom>
          <a:solidFill xmlns:a="http://schemas.openxmlformats.org/drawingml/2006/main">
            <a:srgbClr val="E8E7DA"/>
          </a:solidFill>
          <a:ln xmlns:a="http://schemas.openxmlformats.org/drawingml/2006/main" w="0">
            <a:noFill/>
          </a:ln>
        </p:spPr>
      </p:sp>
      <p:sp>
        <p:nvSpPr>
          <p:cNvPr id="29" name="dashboard vector #dcdacd">
            <a:extLst xmlns:a="http://schemas.openxmlformats.org/drawingml/2006/main">
              <a:ext uri="{FF2B5EF4-FFF2-40B4-BE49-F238E27FC236}">
                <a16:creationId xmlns:a16="http://schemas.microsoft.com/office/drawing/2014/main" id="{8D91E63F-3B37-4C20-BC54-331D604845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14400" y="1447800"/>
            <a:ext cx="2171700" cy="4467225"/>
          </a:xfrm>
          <a:custGeom xmlns:a="http://schemas.openxmlformats.org/drawingml/2006/main">
            <a:pathLst>
              <a:path w="1838325" h="3790950">
                <a:moveTo>
                  <a:pt x="323850" y="47625"/>
                </a:moveTo>
                <a:lnTo>
                  <a:pt x="342900" y="47625"/>
                </a:lnTo>
                <a:lnTo>
                  <a:pt x="342900" y="57150"/>
                </a:lnTo>
                <a:lnTo>
                  <a:pt x="323850" y="57150"/>
                </a:lnTo>
                <a:close/>
                <a:moveTo>
                  <a:pt x="1476375" y="47625"/>
                </a:moveTo>
                <a:lnTo>
                  <a:pt x="1495425" y="47625"/>
                </a:lnTo>
                <a:lnTo>
                  <a:pt x="1495425" y="57150"/>
                </a:lnTo>
                <a:lnTo>
                  <a:pt x="1476375" y="57150"/>
                </a:lnTo>
                <a:close/>
                <a:moveTo>
                  <a:pt x="276225" y="57150"/>
                </a:moveTo>
                <a:lnTo>
                  <a:pt x="285750" y="57150"/>
                </a:lnTo>
                <a:lnTo>
                  <a:pt x="285750" y="66675"/>
                </a:lnTo>
                <a:lnTo>
                  <a:pt x="276225" y="66675"/>
                </a:lnTo>
                <a:close/>
                <a:moveTo>
                  <a:pt x="1543050" y="57150"/>
                </a:moveTo>
                <a:lnTo>
                  <a:pt x="1552575" y="57150"/>
                </a:lnTo>
                <a:lnTo>
                  <a:pt x="1552575" y="66675"/>
                </a:lnTo>
                <a:lnTo>
                  <a:pt x="1543050" y="66675"/>
                </a:lnTo>
                <a:close/>
                <a:moveTo>
                  <a:pt x="238125" y="66675"/>
                </a:moveTo>
                <a:lnTo>
                  <a:pt x="247650" y="66675"/>
                </a:lnTo>
                <a:lnTo>
                  <a:pt x="247650" y="76200"/>
                </a:lnTo>
                <a:lnTo>
                  <a:pt x="238125" y="76200"/>
                </a:lnTo>
                <a:close/>
                <a:moveTo>
                  <a:pt x="1571625" y="66675"/>
                </a:moveTo>
                <a:lnTo>
                  <a:pt x="1581150" y="66675"/>
                </a:lnTo>
                <a:lnTo>
                  <a:pt x="1581150" y="76200"/>
                </a:lnTo>
                <a:lnTo>
                  <a:pt x="1571625" y="76200"/>
                </a:lnTo>
                <a:close/>
                <a:moveTo>
                  <a:pt x="219075" y="76200"/>
                </a:moveTo>
                <a:lnTo>
                  <a:pt x="228600" y="76200"/>
                </a:lnTo>
                <a:lnTo>
                  <a:pt x="228600" y="85725"/>
                </a:lnTo>
                <a:lnTo>
                  <a:pt x="219075" y="85725"/>
                </a:lnTo>
                <a:close/>
                <a:moveTo>
                  <a:pt x="1600200" y="76200"/>
                </a:moveTo>
                <a:lnTo>
                  <a:pt x="1609725" y="76200"/>
                </a:lnTo>
                <a:lnTo>
                  <a:pt x="1609725" y="85725"/>
                </a:lnTo>
                <a:lnTo>
                  <a:pt x="1600200" y="85725"/>
                </a:lnTo>
                <a:close/>
                <a:moveTo>
                  <a:pt x="1619250" y="85725"/>
                </a:moveTo>
                <a:lnTo>
                  <a:pt x="1628775" y="85725"/>
                </a:lnTo>
                <a:lnTo>
                  <a:pt x="1628775" y="95250"/>
                </a:lnTo>
                <a:lnTo>
                  <a:pt x="1619250" y="95250"/>
                </a:lnTo>
                <a:close/>
                <a:moveTo>
                  <a:pt x="180975" y="95250"/>
                </a:moveTo>
                <a:lnTo>
                  <a:pt x="190500" y="95250"/>
                </a:lnTo>
                <a:lnTo>
                  <a:pt x="190500" y="104775"/>
                </a:lnTo>
                <a:lnTo>
                  <a:pt x="180975" y="104775"/>
                </a:lnTo>
                <a:close/>
                <a:moveTo>
                  <a:pt x="152400" y="114300"/>
                </a:moveTo>
                <a:lnTo>
                  <a:pt x="161925" y="114300"/>
                </a:lnTo>
                <a:lnTo>
                  <a:pt x="161925" y="123825"/>
                </a:lnTo>
                <a:lnTo>
                  <a:pt x="152400" y="123825"/>
                </a:lnTo>
                <a:close/>
                <a:moveTo>
                  <a:pt x="400050" y="123825"/>
                </a:moveTo>
                <a:lnTo>
                  <a:pt x="723900" y="123825"/>
                </a:lnTo>
                <a:lnTo>
                  <a:pt x="723900" y="133350"/>
                </a:lnTo>
                <a:lnTo>
                  <a:pt x="400050" y="133350"/>
                </a:lnTo>
                <a:close/>
                <a:moveTo>
                  <a:pt x="742950" y="123825"/>
                </a:moveTo>
                <a:lnTo>
                  <a:pt x="800100" y="123825"/>
                </a:lnTo>
                <a:lnTo>
                  <a:pt x="800100" y="133350"/>
                </a:lnTo>
                <a:lnTo>
                  <a:pt x="742950" y="133350"/>
                </a:lnTo>
                <a:close/>
                <a:moveTo>
                  <a:pt x="933450" y="123825"/>
                </a:moveTo>
                <a:lnTo>
                  <a:pt x="1019175" y="123825"/>
                </a:lnTo>
                <a:lnTo>
                  <a:pt x="1019175" y="133350"/>
                </a:lnTo>
                <a:lnTo>
                  <a:pt x="933450" y="133350"/>
                </a:lnTo>
                <a:close/>
                <a:moveTo>
                  <a:pt x="1114425" y="123825"/>
                </a:moveTo>
                <a:lnTo>
                  <a:pt x="1409700" y="123825"/>
                </a:lnTo>
                <a:lnTo>
                  <a:pt x="1409700" y="133350"/>
                </a:lnTo>
                <a:lnTo>
                  <a:pt x="1114425" y="133350"/>
                </a:lnTo>
                <a:close/>
                <a:moveTo>
                  <a:pt x="1676400" y="123825"/>
                </a:moveTo>
                <a:lnTo>
                  <a:pt x="1685925" y="123825"/>
                </a:lnTo>
                <a:lnTo>
                  <a:pt x="1685925" y="133350"/>
                </a:lnTo>
                <a:lnTo>
                  <a:pt x="1676400" y="133350"/>
                </a:lnTo>
                <a:close/>
                <a:moveTo>
                  <a:pt x="295275" y="133350"/>
                </a:moveTo>
                <a:lnTo>
                  <a:pt x="304800" y="133350"/>
                </a:lnTo>
                <a:lnTo>
                  <a:pt x="304800" y="142875"/>
                </a:lnTo>
                <a:lnTo>
                  <a:pt x="295275" y="142875"/>
                </a:lnTo>
                <a:close/>
                <a:moveTo>
                  <a:pt x="1514475" y="133350"/>
                </a:moveTo>
                <a:lnTo>
                  <a:pt x="1524000" y="133350"/>
                </a:lnTo>
                <a:lnTo>
                  <a:pt x="1524000" y="142875"/>
                </a:lnTo>
                <a:lnTo>
                  <a:pt x="1514475" y="142875"/>
                </a:lnTo>
                <a:close/>
                <a:moveTo>
                  <a:pt x="1685925" y="133350"/>
                </a:moveTo>
                <a:lnTo>
                  <a:pt x="1695450" y="133350"/>
                </a:lnTo>
                <a:lnTo>
                  <a:pt x="1695450" y="142875"/>
                </a:lnTo>
                <a:lnTo>
                  <a:pt x="1685925" y="142875"/>
                </a:lnTo>
                <a:close/>
                <a:moveTo>
                  <a:pt x="1552575" y="142875"/>
                </a:moveTo>
                <a:lnTo>
                  <a:pt x="1562100" y="142875"/>
                </a:lnTo>
                <a:lnTo>
                  <a:pt x="1562100" y="152400"/>
                </a:lnTo>
                <a:lnTo>
                  <a:pt x="1552575" y="152400"/>
                </a:lnTo>
                <a:close/>
                <a:moveTo>
                  <a:pt x="1695450" y="142875"/>
                </a:moveTo>
                <a:lnTo>
                  <a:pt x="1704975" y="142875"/>
                </a:lnTo>
                <a:lnTo>
                  <a:pt x="1704975" y="152400"/>
                </a:lnTo>
                <a:lnTo>
                  <a:pt x="1695450" y="152400"/>
                </a:lnTo>
                <a:close/>
                <a:moveTo>
                  <a:pt x="238125" y="152400"/>
                </a:moveTo>
                <a:lnTo>
                  <a:pt x="247650" y="152400"/>
                </a:lnTo>
                <a:lnTo>
                  <a:pt x="247650" y="161925"/>
                </a:lnTo>
                <a:lnTo>
                  <a:pt x="238125" y="161925"/>
                </a:lnTo>
                <a:close/>
                <a:moveTo>
                  <a:pt x="1704975" y="152400"/>
                </a:moveTo>
                <a:lnTo>
                  <a:pt x="1714500" y="152400"/>
                </a:lnTo>
                <a:lnTo>
                  <a:pt x="1714500" y="161925"/>
                </a:lnTo>
                <a:lnTo>
                  <a:pt x="1704975" y="161925"/>
                </a:lnTo>
                <a:close/>
                <a:moveTo>
                  <a:pt x="95250" y="171450"/>
                </a:moveTo>
                <a:lnTo>
                  <a:pt x="104775" y="171450"/>
                </a:lnTo>
                <a:lnTo>
                  <a:pt x="104775" y="180975"/>
                </a:lnTo>
                <a:lnTo>
                  <a:pt x="95250" y="180975"/>
                </a:lnTo>
                <a:close/>
                <a:moveTo>
                  <a:pt x="714375" y="171450"/>
                </a:moveTo>
                <a:lnTo>
                  <a:pt x="723900" y="171450"/>
                </a:lnTo>
                <a:lnTo>
                  <a:pt x="723900" y="180975"/>
                </a:lnTo>
                <a:lnTo>
                  <a:pt x="714375" y="180975"/>
                </a:lnTo>
                <a:close/>
                <a:moveTo>
                  <a:pt x="1104900" y="171450"/>
                </a:moveTo>
                <a:lnTo>
                  <a:pt x="1114425" y="171450"/>
                </a:lnTo>
                <a:lnTo>
                  <a:pt x="1114425" y="180975"/>
                </a:lnTo>
                <a:lnTo>
                  <a:pt x="1104900" y="180975"/>
                </a:lnTo>
                <a:close/>
                <a:moveTo>
                  <a:pt x="76200" y="200025"/>
                </a:moveTo>
                <a:lnTo>
                  <a:pt x="85725" y="200025"/>
                </a:lnTo>
                <a:lnTo>
                  <a:pt x="85725" y="209550"/>
                </a:lnTo>
                <a:lnTo>
                  <a:pt x="76200" y="209550"/>
                </a:lnTo>
                <a:close/>
                <a:moveTo>
                  <a:pt x="1152525" y="209550"/>
                </a:moveTo>
                <a:lnTo>
                  <a:pt x="1162050" y="209550"/>
                </a:lnTo>
                <a:lnTo>
                  <a:pt x="1162050" y="219075"/>
                </a:lnTo>
                <a:lnTo>
                  <a:pt x="1152525" y="219075"/>
                </a:lnTo>
                <a:close/>
                <a:moveTo>
                  <a:pt x="1743075" y="209550"/>
                </a:moveTo>
                <a:lnTo>
                  <a:pt x="1752600" y="209550"/>
                </a:lnTo>
                <a:lnTo>
                  <a:pt x="1752600" y="219075"/>
                </a:lnTo>
                <a:lnTo>
                  <a:pt x="1743075" y="219075"/>
                </a:lnTo>
                <a:close/>
                <a:moveTo>
                  <a:pt x="66675" y="219075"/>
                </a:moveTo>
                <a:lnTo>
                  <a:pt x="76200" y="219075"/>
                </a:lnTo>
                <a:lnTo>
                  <a:pt x="76200" y="228600"/>
                </a:lnTo>
                <a:lnTo>
                  <a:pt x="66675" y="228600"/>
                </a:lnTo>
                <a:close/>
                <a:moveTo>
                  <a:pt x="1657350" y="219075"/>
                </a:moveTo>
                <a:lnTo>
                  <a:pt x="1666875" y="219075"/>
                </a:lnTo>
                <a:lnTo>
                  <a:pt x="1666875" y="228600"/>
                </a:lnTo>
                <a:lnTo>
                  <a:pt x="1657350" y="228600"/>
                </a:lnTo>
                <a:close/>
                <a:moveTo>
                  <a:pt x="323850" y="228600"/>
                </a:moveTo>
                <a:lnTo>
                  <a:pt x="333375" y="228600"/>
                </a:lnTo>
                <a:lnTo>
                  <a:pt x="333375" y="238125"/>
                </a:lnTo>
                <a:lnTo>
                  <a:pt x="323850" y="238125"/>
                </a:lnTo>
                <a:close/>
                <a:moveTo>
                  <a:pt x="342900" y="228600"/>
                </a:moveTo>
                <a:lnTo>
                  <a:pt x="361950" y="228600"/>
                </a:lnTo>
                <a:lnTo>
                  <a:pt x="361950" y="238125"/>
                </a:lnTo>
                <a:lnTo>
                  <a:pt x="342900" y="238125"/>
                </a:lnTo>
                <a:close/>
                <a:moveTo>
                  <a:pt x="381000" y="228600"/>
                </a:moveTo>
                <a:lnTo>
                  <a:pt x="390525" y="228600"/>
                </a:lnTo>
                <a:lnTo>
                  <a:pt x="390525" y="238125"/>
                </a:lnTo>
                <a:lnTo>
                  <a:pt x="381000" y="238125"/>
                </a:lnTo>
                <a:close/>
                <a:moveTo>
                  <a:pt x="419100" y="228600"/>
                </a:moveTo>
                <a:lnTo>
                  <a:pt x="428625" y="228600"/>
                </a:lnTo>
                <a:lnTo>
                  <a:pt x="428625" y="238125"/>
                </a:lnTo>
                <a:lnTo>
                  <a:pt x="419100" y="238125"/>
                </a:lnTo>
                <a:close/>
                <a:moveTo>
                  <a:pt x="1162050" y="228600"/>
                </a:moveTo>
                <a:lnTo>
                  <a:pt x="1171575" y="228600"/>
                </a:lnTo>
                <a:lnTo>
                  <a:pt x="1171575" y="238125"/>
                </a:lnTo>
                <a:lnTo>
                  <a:pt x="1162050" y="238125"/>
                </a:lnTo>
                <a:close/>
                <a:moveTo>
                  <a:pt x="1476375" y="228600"/>
                </a:moveTo>
                <a:lnTo>
                  <a:pt x="1485900" y="228600"/>
                </a:lnTo>
                <a:lnTo>
                  <a:pt x="1485900" y="238125"/>
                </a:lnTo>
                <a:lnTo>
                  <a:pt x="1476375" y="238125"/>
                </a:lnTo>
                <a:close/>
                <a:moveTo>
                  <a:pt x="1752600" y="228600"/>
                </a:moveTo>
                <a:lnTo>
                  <a:pt x="1762125" y="228600"/>
                </a:lnTo>
                <a:lnTo>
                  <a:pt x="1762125" y="238125"/>
                </a:lnTo>
                <a:lnTo>
                  <a:pt x="1752600" y="238125"/>
                </a:lnTo>
                <a:close/>
                <a:moveTo>
                  <a:pt x="57150" y="238125"/>
                </a:moveTo>
                <a:lnTo>
                  <a:pt x="66675" y="238125"/>
                </a:lnTo>
                <a:lnTo>
                  <a:pt x="66675" y="247650"/>
                </a:lnTo>
                <a:lnTo>
                  <a:pt x="57150" y="247650"/>
                </a:lnTo>
                <a:close/>
                <a:moveTo>
                  <a:pt x="400050" y="238125"/>
                </a:moveTo>
                <a:lnTo>
                  <a:pt x="409575" y="238125"/>
                </a:lnTo>
                <a:lnTo>
                  <a:pt x="409575" y="247650"/>
                </a:lnTo>
                <a:lnTo>
                  <a:pt x="400050" y="247650"/>
                </a:lnTo>
                <a:close/>
                <a:moveTo>
                  <a:pt x="1466850" y="238125"/>
                </a:moveTo>
                <a:lnTo>
                  <a:pt x="1476375" y="238125"/>
                </a:lnTo>
                <a:lnTo>
                  <a:pt x="1476375" y="247650"/>
                </a:lnTo>
                <a:lnTo>
                  <a:pt x="1466850" y="247650"/>
                </a:lnTo>
                <a:close/>
                <a:moveTo>
                  <a:pt x="1676400" y="247650"/>
                </a:moveTo>
                <a:lnTo>
                  <a:pt x="1685925" y="247650"/>
                </a:lnTo>
                <a:lnTo>
                  <a:pt x="1685925" y="257175"/>
                </a:lnTo>
                <a:lnTo>
                  <a:pt x="1676400" y="257175"/>
                </a:lnTo>
                <a:close/>
                <a:moveTo>
                  <a:pt x="323850" y="257175"/>
                </a:moveTo>
                <a:lnTo>
                  <a:pt x="333375" y="257175"/>
                </a:lnTo>
                <a:lnTo>
                  <a:pt x="333375" y="266700"/>
                </a:lnTo>
                <a:lnTo>
                  <a:pt x="323850" y="266700"/>
                </a:lnTo>
                <a:close/>
                <a:moveTo>
                  <a:pt x="47625" y="266700"/>
                </a:moveTo>
                <a:lnTo>
                  <a:pt x="57150" y="266700"/>
                </a:lnTo>
                <a:lnTo>
                  <a:pt x="57150" y="276225"/>
                </a:lnTo>
                <a:lnTo>
                  <a:pt x="47625" y="276225"/>
                </a:lnTo>
                <a:close/>
                <a:moveTo>
                  <a:pt x="1466850" y="266700"/>
                </a:moveTo>
                <a:lnTo>
                  <a:pt x="1476375" y="266700"/>
                </a:lnTo>
                <a:lnTo>
                  <a:pt x="1476375" y="276225"/>
                </a:lnTo>
                <a:lnTo>
                  <a:pt x="1466850" y="276225"/>
                </a:lnTo>
                <a:close/>
                <a:moveTo>
                  <a:pt x="333375" y="276225"/>
                </a:moveTo>
                <a:lnTo>
                  <a:pt x="361950" y="276225"/>
                </a:lnTo>
                <a:lnTo>
                  <a:pt x="361950" y="285750"/>
                </a:lnTo>
                <a:lnTo>
                  <a:pt x="333375" y="285750"/>
                </a:lnTo>
                <a:close/>
                <a:moveTo>
                  <a:pt x="1476375" y="276225"/>
                </a:moveTo>
                <a:lnTo>
                  <a:pt x="1485900" y="276225"/>
                </a:lnTo>
                <a:lnTo>
                  <a:pt x="1485900" y="285750"/>
                </a:lnTo>
                <a:lnTo>
                  <a:pt x="1476375" y="285750"/>
                </a:lnTo>
                <a:close/>
                <a:moveTo>
                  <a:pt x="1771650" y="285750"/>
                </a:moveTo>
                <a:lnTo>
                  <a:pt x="1781175" y="285750"/>
                </a:lnTo>
                <a:lnTo>
                  <a:pt x="1781175" y="295275"/>
                </a:lnTo>
                <a:lnTo>
                  <a:pt x="1771650" y="295275"/>
                </a:lnTo>
                <a:close/>
                <a:moveTo>
                  <a:pt x="666750" y="295275"/>
                </a:moveTo>
                <a:lnTo>
                  <a:pt x="676275" y="295275"/>
                </a:lnTo>
                <a:lnTo>
                  <a:pt x="676275" y="304800"/>
                </a:lnTo>
                <a:lnTo>
                  <a:pt x="666750" y="304800"/>
                </a:lnTo>
                <a:close/>
                <a:moveTo>
                  <a:pt x="38100" y="304800"/>
                </a:moveTo>
                <a:lnTo>
                  <a:pt x="47625" y="304800"/>
                </a:lnTo>
                <a:lnTo>
                  <a:pt x="47625" y="323850"/>
                </a:lnTo>
                <a:lnTo>
                  <a:pt x="38100" y="323850"/>
                </a:lnTo>
                <a:close/>
                <a:moveTo>
                  <a:pt x="676275" y="304800"/>
                </a:moveTo>
                <a:lnTo>
                  <a:pt x="685800" y="304800"/>
                </a:lnTo>
                <a:lnTo>
                  <a:pt x="685800" y="314325"/>
                </a:lnTo>
                <a:lnTo>
                  <a:pt x="676275" y="314325"/>
                </a:lnTo>
                <a:close/>
                <a:moveTo>
                  <a:pt x="1695450" y="304800"/>
                </a:moveTo>
                <a:lnTo>
                  <a:pt x="1704975" y="304800"/>
                </a:lnTo>
                <a:lnTo>
                  <a:pt x="1704975" y="314325"/>
                </a:lnTo>
                <a:lnTo>
                  <a:pt x="1695450" y="314325"/>
                </a:lnTo>
                <a:close/>
                <a:moveTo>
                  <a:pt x="1781175" y="304800"/>
                </a:moveTo>
                <a:lnTo>
                  <a:pt x="1790700" y="304800"/>
                </a:lnTo>
                <a:lnTo>
                  <a:pt x="1790700" y="314325"/>
                </a:lnTo>
                <a:lnTo>
                  <a:pt x="1800225" y="314325"/>
                </a:lnTo>
                <a:lnTo>
                  <a:pt x="1800225" y="323850"/>
                </a:lnTo>
                <a:lnTo>
                  <a:pt x="1809750" y="323850"/>
                </a:lnTo>
                <a:lnTo>
                  <a:pt x="1809750" y="333375"/>
                </a:lnTo>
                <a:lnTo>
                  <a:pt x="1819275" y="333375"/>
                </a:lnTo>
                <a:lnTo>
                  <a:pt x="1819275" y="371475"/>
                </a:lnTo>
                <a:lnTo>
                  <a:pt x="1828800" y="371475"/>
                </a:lnTo>
                <a:lnTo>
                  <a:pt x="1828800" y="390525"/>
                </a:lnTo>
                <a:lnTo>
                  <a:pt x="1838325" y="390525"/>
                </a:lnTo>
                <a:lnTo>
                  <a:pt x="1838325" y="419100"/>
                </a:lnTo>
                <a:lnTo>
                  <a:pt x="1828800" y="419100"/>
                </a:lnTo>
                <a:lnTo>
                  <a:pt x="1828800" y="428625"/>
                </a:lnTo>
                <a:lnTo>
                  <a:pt x="1838325" y="428625"/>
                </a:lnTo>
                <a:lnTo>
                  <a:pt x="1838325" y="781050"/>
                </a:lnTo>
                <a:lnTo>
                  <a:pt x="1800225" y="781050"/>
                </a:lnTo>
                <a:lnTo>
                  <a:pt x="1800225" y="771525"/>
                </a:lnTo>
                <a:lnTo>
                  <a:pt x="1790700" y="771525"/>
                </a:lnTo>
                <a:lnTo>
                  <a:pt x="1790700" y="342900"/>
                </a:lnTo>
                <a:lnTo>
                  <a:pt x="1781175" y="342900"/>
                </a:lnTo>
                <a:close/>
                <a:moveTo>
                  <a:pt x="685800" y="314325"/>
                </a:moveTo>
                <a:lnTo>
                  <a:pt x="695325" y="314325"/>
                </a:lnTo>
                <a:lnTo>
                  <a:pt x="695325" y="323850"/>
                </a:lnTo>
                <a:lnTo>
                  <a:pt x="685800" y="323850"/>
                </a:lnTo>
                <a:close/>
                <a:moveTo>
                  <a:pt x="1114425" y="323850"/>
                </a:moveTo>
                <a:lnTo>
                  <a:pt x="1123950" y="323850"/>
                </a:lnTo>
                <a:lnTo>
                  <a:pt x="1123950" y="333375"/>
                </a:lnTo>
                <a:lnTo>
                  <a:pt x="1114425" y="333375"/>
                </a:lnTo>
                <a:close/>
                <a:moveTo>
                  <a:pt x="28575" y="333375"/>
                </a:moveTo>
                <a:lnTo>
                  <a:pt x="38100" y="333375"/>
                </a:lnTo>
                <a:lnTo>
                  <a:pt x="38100" y="342900"/>
                </a:lnTo>
                <a:lnTo>
                  <a:pt x="28575" y="342900"/>
                </a:lnTo>
                <a:close/>
                <a:moveTo>
                  <a:pt x="19050" y="361950"/>
                </a:moveTo>
                <a:lnTo>
                  <a:pt x="38100" y="361950"/>
                </a:lnTo>
                <a:lnTo>
                  <a:pt x="38100" y="438150"/>
                </a:lnTo>
                <a:lnTo>
                  <a:pt x="28575" y="438150"/>
                </a:lnTo>
                <a:lnTo>
                  <a:pt x="28575" y="704850"/>
                </a:lnTo>
                <a:lnTo>
                  <a:pt x="19050" y="704850"/>
                </a:lnTo>
                <a:lnTo>
                  <a:pt x="19050" y="838200"/>
                </a:lnTo>
                <a:lnTo>
                  <a:pt x="28575" y="838200"/>
                </a:lnTo>
                <a:lnTo>
                  <a:pt x="28575" y="857250"/>
                </a:lnTo>
                <a:lnTo>
                  <a:pt x="38100" y="857250"/>
                </a:lnTo>
                <a:lnTo>
                  <a:pt x="38100" y="885825"/>
                </a:lnTo>
                <a:lnTo>
                  <a:pt x="28575" y="885825"/>
                </a:lnTo>
                <a:lnTo>
                  <a:pt x="28575" y="962025"/>
                </a:lnTo>
                <a:lnTo>
                  <a:pt x="19050" y="962025"/>
                </a:lnTo>
                <a:lnTo>
                  <a:pt x="19050" y="1219200"/>
                </a:lnTo>
                <a:lnTo>
                  <a:pt x="28575" y="1219200"/>
                </a:lnTo>
                <a:lnTo>
                  <a:pt x="28575" y="1276350"/>
                </a:lnTo>
                <a:lnTo>
                  <a:pt x="19050" y="1276350"/>
                </a:lnTo>
                <a:lnTo>
                  <a:pt x="19050" y="1543050"/>
                </a:lnTo>
                <a:lnTo>
                  <a:pt x="28575" y="1543050"/>
                </a:lnTo>
                <a:lnTo>
                  <a:pt x="28575" y="1857375"/>
                </a:lnTo>
                <a:lnTo>
                  <a:pt x="19050" y="1857375"/>
                </a:lnTo>
                <a:lnTo>
                  <a:pt x="19050" y="1866900"/>
                </a:lnTo>
                <a:lnTo>
                  <a:pt x="0" y="1866900"/>
                </a:lnTo>
                <a:lnTo>
                  <a:pt x="0" y="381000"/>
                </a:lnTo>
                <a:lnTo>
                  <a:pt x="9525" y="381000"/>
                </a:lnTo>
                <a:lnTo>
                  <a:pt x="9525" y="371475"/>
                </a:lnTo>
                <a:lnTo>
                  <a:pt x="19050" y="371475"/>
                </a:lnTo>
                <a:close/>
                <a:moveTo>
                  <a:pt x="1704975" y="361950"/>
                </a:moveTo>
                <a:lnTo>
                  <a:pt x="1714500" y="361950"/>
                </a:lnTo>
                <a:lnTo>
                  <a:pt x="1714500" y="371475"/>
                </a:lnTo>
                <a:lnTo>
                  <a:pt x="1704975" y="371475"/>
                </a:lnTo>
                <a:close/>
                <a:moveTo>
                  <a:pt x="200025" y="419100"/>
                </a:moveTo>
                <a:lnTo>
                  <a:pt x="209550" y="419100"/>
                </a:lnTo>
                <a:lnTo>
                  <a:pt x="209550" y="438150"/>
                </a:lnTo>
                <a:lnTo>
                  <a:pt x="200025" y="438150"/>
                </a:lnTo>
                <a:close/>
                <a:moveTo>
                  <a:pt x="552450" y="419100"/>
                </a:moveTo>
                <a:lnTo>
                  <a:pt x="571500" y="419100"/>
                </a:lnTo>
                <a:lnTo>
                  <a:pt x="571500" y="428625"/>
                </a:lnTo>
                <a:lnTo>
                  <a:pt x="552450" y="428625"/>
                </a:lnTo>
                <a:close/>
                <a:moveTo>
                  <a:pt x="638175" y="419100"/>
                </a:moveTo>
                <a:lnTo>
                  <a:pt x="647700" y="419100"/>
                </a:lnTo>
                <a:lnTo>
                  <a:pt x="647700" y="428625"/>
                </a:lnTo>
                <a:lnTo>
                  <a:pt x="638175" y="428625"/>
                </a:lnTo>
                <a:close/>
                <a:moveTo>
                  <a:pt x="657225" y="419100"/>
                </a:moveTo>
                <a:lnTo>
                  <a:pt x="666750" y="419100"/>
                </a:lnTo>
                <a:lnTo>
                  <a:pt x="666750" y="428625"/>
                </a:lnTo>
                <a:lnTo>
                  <a:pt x="657225" y="428625"/>
                </a:lnTo>
                <a:close/>
                <a:moveTo>
                  <a:pt x="800100" y="419100"/>
                </a:moveTo>
                <a:lnTo>
                  <a:pt x="828675" y="419100"/>
                </a:lnTo>
                <a:lnTo>
                  <a:pt x="828675" y="428625"/>
                </a:lnTo>
                <a:lnTo>
                  <a:pt x="800100" y="428625"/>
                </a:lnTo>
                <a:close/>
                <a:moveTo>
                  <a:pt x="438150" y="428625"/>
                </a:moveTo>
                <a:lnTo>
                  <a:pt x="457200" y="428625"/>
                </a:lnTo>
                <a:lnTo>
                  <a:pt x="457200" y="438150"/>
                </a:lnTo>
                <a:lnTo>
                  <a:pt x="438150" y="438150"/>
                </a:lnTo>
                <a:close/>
                <a:moveTo>
                  <a:pt x="476250" y="428625"/>
                </a:moveTo>
                <a:lnTo>
                  <a:pt x="495300" y="428625"/>
                </a:lnTo>
                <a:lnTo>
                  <a:pt x="495300" y="438150"/>
                </a:lnTo>
                <a:lnTo>
                  <a:pt x="476250" y="438150"/>
                </a:lnTo>
                <a:close/>
                <a:moveTo>
                  <a:pt x="514350" y="428625"/>
                </a:moveTo>
                <a:lnTo>
                  <a:pt x="533400" y="428625"/>
                </a:lnTo>
                <a:lnTo>
                  <a:pt x="533400" y="438150"/>
                </a:lnTo>
                <a:lnTo>
                  <a:pt x="514350" y="438150"/>
                </a:lnTo>
                <a:close/>
                <a:moveTo>
                  <a:pt x="247650" y="438150"/>
                </a:moveTo>
                <a:lnTo>
                  <a:pt x="257175" y="438150"/>
                </a:lnTo>
                <a:lnTo>
                  <a:pt x="257175" y="447675"/>
                </a:lnTo>
                <a:lnTo>
                  <a:pt x="247650" y="447675"/>
                </a:lnTo>
                <a:close/>
                <a:moveTo>
                  <a:pt x="942975" y="438150"/>
                </a:moveTo>
                <a:lnTo>
                  <a:pt x="952500" y="438150"/>
                </a:lnTo>
                <a:lnTo>
                  <a:pt x="952500" y="447675"/>
                </a:lnTo>
                <a:lnTo>
                  <a:pt x="942975" y="447675"/>
                </a:lnTo>
                <a:close/>
                <a:moveTo>
                  <a:pt x="609600" y="457200"/>
                </a:moveTo>
                <a:lnTo>
                  <a:pt x="619125" y="457200"/>
                </a:lnTo>
                <a:lnTo>
                  <a:pt x="619125" y="466725"/>
                </a:lnTo>
                <a:lnTo>
                  <a:pt x="609600" y="466725"/>
                </a:lnTo>
                <a:close/>
                <a:moveTo>
                  <a:pt x="704850" y="457200"/>
                </a:moveTo>
                <a:lnTo>
                  <a:pt x="714375" y="457200"/>
                </a:lnTo>
                <a:lnTo>
                  <a:pt x="714375" y="466725"/>
                </a:lnTo>
                <a:lnTo>
                  <a:pt x="704850" y="466725"/>
                </a:lnTo>
                <a:close/>
                <a:moveTo>
                  <a:pt x="942975" y="457200"/>
                </a:moveTo>
                <a:lnTo>
                  <a:pt x="952500" y="457200"/>
                </a:lnTo>
                <a:lnTo>
                  <a:pt x="952500" y="466725"/>
                </a:lnTo>
                <a:lnTo>
                  <a:pt x="942975" y="466725"/>
                </a:lnTo>
                <a:close/>
                <a:moveTo>
                  <a:pt x="333375" y="466725"/>
                </a:moveTo>
                <a:lnTo>
                  <a:pt x="352425" y="466725"/>
                </a:lnTo>
                <a:lnTo>
                  <a:pt x="352425" y="476250"/>
                </a:lnTo>
                <a:lnTo>
                  <a:pt x="333375" y="476250"/>
                </a:lnTo>
                <a:close/>
                <a:moveTo>
                  <a:pt x="514350" y="466725"/>
                </a:moveTo>
                <a:lnTo>
                  <a:pt x="533400" y="466725"/>
                </a:lnTo>
                <a:lnTo>
                  <a:pt x="533400" y="476250"/>
                </a:lnTo>
                <a:lnTo>
                  <a:pt x="514350" y="476250"/>
                </a:lnTo>
                <a:close/>
                <a:moveTo>
                  <a:pt x="571500" y="466725"/>
                </a:moveTo>
                <a:lnTo>
                  <a:pt x="600075" y="466725"/>
                </a:lnTo>
                <a:lnTo>
                  <a:pt x="600075" y="476250"/>
                </a:lnTo>
                <a:lnTo>
                  <a:pt x="571500" y="476250"/>
                </a:lnTo>
                <a:close/>
                <a:moveTo>
                  <a:pt x="657225" y="466725"/>
                </a:moveTo>
                <a:lnTo>
                  <a:pt x="676275" y="466725"/>
                </a:lnTo>
                <a:lnTo>
                  <a:pt x="676275" y="476250"/>
                </a:lnTo>
                <a:lnTo>
                  <a:pt x="657225" y="476250"/>
                </a:lnTo>
                <a:close/>
                <a:moveTo>
                  <a:pt x="752475" y="466725"/>
                </a:moveTo>
                <a:lnTo>
                  <a:pt x="771525" y="466725"/>
                </a:lnTo>
                <a:lnTo>
                  <a:pt x="771525" y="476250"/>
                </a:lnTo>
                <a:lnTo>
                  <a:pt x="752475" y="476250"/>
                </a:lnTo>
                <a:close/>
                <a:moveTo>
                  <a:pt x="790575" y="466725"/>
                </a:moveTo>
                <a:lnTo>
                  <a:pt x="819150" y="466725"/>
                </a:lnTo>
                <a:lnTo>
                  <a:pt x="819150" y="476250"/>
                </a:lnTo>
                <a:lnTo>
                  <a:pt x="790575" y="476250"/>
                </a:lnTo>
                <a:close/>
                <a:moveTo>
                  <a:pt x="171450" y="476250"/>
                </a:moveTo>
                <a:lnTo>
                  <a:pt x="180975" y="476250"/>
                </a:lnTo>
                <a:lnTo>
                  <a:pt x="180975" y="485775"/>
                </a:lnTo>
                <a:lnTo>
                  <a:pt x="171450" y="485775"/>
                </a:lnTo>
                <a:close/>
                <a:moveTo>
                  <a:pt x="266700" y="504825"/>
                </a:moveTo>
                <a:lnTo>
                  <a:pt x="276225" y="504825"/>
                </a:lnTo>
                <a:lnTo>
                  <a:pt x="276225" y="514350"/>
                </a:lnTo>
                <a:lnTo>
                  <a:pt x="266700" y="514350"/>
                </a:lnTo>
                <a:close/>
                <a:moveTo>
                  <a:pt x="238125" y="638175"/>
                </a:moveTo>
                <a:lnTo>
                  <a:pt x="257175" y="638175"/>
                </a:lnTo>
                <a:lnTo>
                  <a:pt x="257175" y="647700"/>
                </a:lnTo>
                <a:lnTo>
                  <a:pt x="238125" y="647700"/>
                </a:lnTo>
                <a:close/>
                <a:moveTo>
                  <a:pt x="285750" y="647700"/>
                </a:moveTo>
                <a:lnTo>
                  <a:pt x="295275" y="647700"/>
                </a:lnTo>
                <a:lnTo>
                  <a:pt x="295275" y="657225"/>
                </a:lnTo>
                <a:lnTo>
                  <a:pt x="285750" y="657225"/>
                </a:lnTo>
                <a:close/>
                <a:moveTo>
                  <a:pt x="409575" y="657225"/>
                </a:moveTo>
                <a:lnTo>
                  <a:pt x="419100" y="657225"/>
                </a:lnTo>
                <a:lnTo>
                  <a:pt x="419100" y="666750"/>
                </a:lnTo>
                <a:lnTo>
                  <a:pt x="409575" y="666750"/>
                </a:lnTo>
                <a:close/>
                <a:moveTo>
                  <a:pt x="1114425" y="657225"/>
                </a:moveTo>
                <a:lnTo>
                  <a:pt x="1123950" y="657225"/>
                </a:lnTo>
                <a:lnTo>
                  <a:pt x="1123950" y="666750"/>
                </a:lnTo>
                <a:lnTo>
                  <a:pt x="1114425" y="666750"/>
                </a:lnTo>
                <a:close/>
                <a:moveTo>
                  <a:pt x="400050" y="666750"/>
                </a:moveTo>
                <a:lnTo>
                  <a:pt x="409575" y="666750"/>
                </a:lnTo>
                <a:lnTo>
                  <a:pt x="409575" y="676275"/>
                </a:lnTo>
                <a:lnTo>
                  <a:pt x="400050" y="676275"/>
                </a:lnTo>
                <a:close/>
                <a:moveTo>
                  <a:pt x="876300" y="666750"/>
                </a:moveTo>
                <a:lnTo>
                  <a:pt x="885825" y="666750"/>
                </a:lnTo>
                <a:lnTo>
                  <a:pt x="885825" y="685800"/>
                </a:lnTo>
                <a:lnTo>
                  <a:pt x="876300" y="685800"/>
                </a:lnTo>
                <a:close/>
                <a:moveTo>
                  <a:pt x="1104900" y="666750"/>
                </a:moveTo>
                <a:lnTo>
                  <a:pt x="1114425" y="666750"/>
                </a:lnTo>
                <a:lnTo>
                  <a:pt x="1114425" y="676275"/>
                </a:lnTo>
                <a:lnTo>
                  <a:pt x="1104900" y="676275"/>
                </a:lnTo>
                <a:close/>
                <a:moveTo>
                  <a:pt x="723900" y="676275"/>
                </a:moveTo>
                <a:lnTo>
                  <a:pt x="733425" y="676275"/>
                </a:lnTo>
                <a:lnTo>
                  <a:pt x="733425" y="685800"/>
                </a:lnTo>
                <a:lnTo>
                  <a:pt x="723900" y="685800"/>
                </a:lnTo>
                <a:close/>
                <a:moveTo>
                  <a:pt x="742950" y="676275"/>
                </a:moveTo>
                <a:lnTo>
                  <a:pt x="752475" y="676275"/>
                </a:lnTo>
                <a:lnTo>
                  <a:pt x="752475" y="685800"/>
                </a:lnTo>
                <a:lnTo>
                  <a:pt x="742950" y="685800"/>
                </a:lnTo>
                <a:close/>
                <a:moveTo>
                  <a:pt x="1114425" y="676275"/>
                </a:moveTo>
                <a:lnTo>
                  <a:pt x="1123950" y="676275"/>
                </a:lnTo>
                <a:lnTo>
                  <a:pt x="1123950" y="695325"/>
                </a:lnTo>
                <a:lnTo>
                  <a:pt x="1114425" y="695325"/>
                </a:lnTo>
                <a:close/>
                <a:moveTo>
                  <a:pt x="428625" y="685800"/>
                </a:moveTo>
                <a:lnTo>
                  <a:pt x="447675" y="685800"/>
                </a:lnTo>
                <a:lnTo>
                  <a:pt x="447675" y="695325"/>
                </a:lnTo>
                <a:lnTo>
                  <a:pt x="428625" y="695325"/>
                </a:lnTo>
                <a:close/>
                <a:moveTo>
                  <a:pt x="523875" y="685800"/>
                </a:moveTo>
                <a:lnTo>
                  <a:pt x="533400" y="685800"/>
                </a:lnTo>
                <a:lnTo>
                  <a:pt x="533400" y="695325"/>
                </a:lnTo>
                <a:lnTo>
                  <a:pt x="523875" y="695325"/>
                </a:lnTo>
                <a:close/>
                <a:moveTo>
                  <a:pt x="714375" y="685800"/>
                </a:moveTo>
                <a:lnTo>
                  <a:pt x="723900" y="685800"/>
                </a:lnTo>
                <a:lnTo>
                  <a:pt x="723900" y="695325"/>
                </a:lnTo>
                <a:lnTo>
                  <a:pt x="714375" y="695325"/>
                </a:lnTo>
                <a:close/>
                <a:moveTo>
                  <a:pt x="819150" y="685800"/>
                </a:moveTo>
                <a:lnTo>
                  <a:pt x="828675" y="685800"/>
                </a:lnTo>
                <a:lnTo>
                  <a:pt x="828675" y="695325"/>
                </a:lnTo>
                <a:lnTo>
                  <a:pt x="819150" y="695325"/>
                </a:lnTo>
                <a:close/>
                <a:moveTo>
                  <a:pt x="847725" y="685800"/>
                </a:moveTo>
                <a:lnTo>
                  <a:pt x="857250" y="685800"/>
                </a:lnTo>
                <a:lnTo>
                  <a:pt x="857250" y="695325"/>
                </a:lnTo>
                <a:lnTo>
                  <a:pt x="847725" y="695325"/>
                </a:lnTo>
                <a:close/>
                <a:moveTo>
                  <a:pt x="1143000" y="685800"/>
                </a:moveTo>
                <a:lnTo>
                  <a:pt x="1152525" y="685800"/>
                </a:lnTo>
                <a:lnTo>
                  <a:pt x="1152525" y="695325"/>
                </a:lnTo>
                <a:lnTo>
                  <a:pt x="1143000" y="695325"/>
                </a:lnTo>
                <a:close/>
                <a:moveTo>
                  <a:pt x="381000" y="695325"/>
                </a:moveTo>
                <a:lnTo>
                  <a:pt x="390525" y="695325"/>
                </a:lnTo>
                <a:lnTo>
                  <a:pt x="390525" y="704850"/>
                </a:lnTo>
                <a:lnTo>
                  <a:pt x="381000" y="704850"/>
                </a:lnTo>
                <a:close/>
                <a:moveTo>
                  <a:pt x="419100" y="695325"/>
                </a:moveTo>
                <a:lnTo>
                  <a:pt x="428625" y="695325"/>
                </a:lnTo>
                <a:lnTo>
                  <a:pt x="428625" y="704850"/>
                </a:lnTo>
                <a:lnTo>
                  <a:pt x="419100" y="704850"/>
                </a:lnTo>
                <a:close/>
                <a:moveTo>
                  <a:pt x="514350" y="695325"/>
                </a:moveTo>
                <a:lnTo>
                  <a:pt x="523875" y="695325"/>
                </a:lnTo>
                <a:lnTo>
                  <a:pt x="523875" y="704850"/>
                </a:lnTo>
                <a:lnTo>
                  <a:pt x="514350" y="704850"/>
                </a:lnTo>
                <a:close/>
                <a:moveTo>
                  <a:pt x="561975" y="695325"/>
                </a:moveTo>
                <a:lnTo>
                  <a:pt x="571500" y="695325"/>
                </a:lnTo>
                <a:lnTo>
                  <a:pt x="571500" y="704850"/>
                </a:lnTo>
                <a:lnTo>
                  <a:pt x="561975" y="704850"/>
                </a:lnTo>
                <a:close/>
                <a:moveTo>
                  <a:pt x="600075" y="695325"/>
                </a:moveTo>
                <a:lnTo>
                  <a:pt x="609600" y="695325"/>
                </a:lnTo>
                <a:lnTo>
                  <a:pt x="609600" y="704850"/>
                </a:lnTo>
                <a:lnTo>
                  <a:pt x="600075" y="704850"/>
                </a:lnTo>
                <a:close/>
                <a:moveTo>
                  <a:pt x="828675" y="695325"/>
                </a:moveTo>
                <a:lnTo>
                  <a:pt x="847725" y="695325"/>
                </a:lnTo>
                <a:lnTo>
                  <a:pt x="847725" y="714375"/>
                </a:lnTo>
                <a:lnTo>
                  <a:pt x="828675" y="714375"/>
                </a:lnTo>
                <a:close/>
                <a:moveTo>
                  <a:pt x="904875" y="695325"/>
                </a:moveTo>
                <a:lnTo>
                  <a:pt x="923925" y="695325"/>
                </a:lnTo>
                <a:lnTo>
                  <a:pt x="923925" y="704850"/>
                </a:lnTo>
                <a:lnTo>
                  <a:pt x="904875" y="704850"/>
                </a:lnTo>
                <a:close/>
                <a:moveTo>
                  <a:pt x="1066800" y="695325"/>
                </a:moveTo>
                <a:lnTo>
                  <a:pt x="1076325" y="695325"/>
                </a:lnTo>
                <a:lnTo>
                  <a:pt x="1076325" y="704850"/>
                </a:lnTo>
                <a:lnTo>
                  <a:pt x="1066800" y="704850"/>
                </a:lnTo>
                <a:close/>
                <a:moveTo>
                  <a:pt x="1123950" y="695325"/>
                </a:moveTo>
                <a:lnTo>
                  <a:pt x="1133475" y="695325"/>
                </a:lnTo>
                <a:lnTo>
                  <a:pt x="1133475" y="704850"/>
                </a:lnTo>
                <a:lnTo>
                  <a:pt x="1123950" y="704850"/>
                </a:lnTo>
                <a:close/>
                <a:moveTo>
                  <a:pt x="1162050" y="695325"/>
                </a:moveTo>
                <a:lnTo>
                  <a:pt x="1171575" y="695325"/>
                </a:lnTo>
                <a:lnTo>
                  <a:pt x="1171575" y="704850"/>
                </a:lnTo>
                <a:lnTo>
                  <a:pt x="1162050" y="704850"/>
                </a:lnTo>
                <a:close/>
                <a:moveTo>
                  <a:pt x="161925" y="704850"/>
                </a:moveTo>
                <a:lnTo>
                  <a:pt x="171450" y="704850"/>
                </a:lnTo>
                <a:lnTo>
                  <a:pt x="171450" y="742950"/>
                </a:lnTo>
                <a:lnTo>
                  <a:pt x="161925" y="742950"/>
                </a:lnTo>
                <a:close/>
                <a:moveTo>
                  <a:pt x="400050" y="704850"/>
                </a:moveTo>
                <a:lnTo>
                  <a:pt x="419100" y="704850"/>
                </a:lnTo>
                <a:lnTo>
                  <a:pt x="419100" y="714375"/>
                </a:lnTo>
                <a:lnTo>
                  <a:pt x="400050" y="714375"/>
                </a:lnTo>
                <a:close/>
                <a:moveTo>
                  <a:pt x="733425" y="704850"/>
                </a:moveTo>
                <a:lnTo>
                  <a:pt x="742950" y="704850"/>
                </a:lnTo>
                <a:lnTo>
                  <a:pt x="742950" y="714375"/>
                </a:lnTo>
                <a:lnTo>
                  <a:pt x="733425" y="714375"/>
                </a:lnTo>
                <a:close/>
                <a:moveTo>
                  <a:pt x="781050" y="704850"/>
                </a:moveTo>
                <a:lnTo>
                  <a:pt x="790575" y="704850"/>
                </a:lnTo>
                <a:lnTo>
                  <a:pt x="790575" y="714375"/>
                </a:lnTo>
                <a:lnTo>
                  <a:pt x="781050" y="714375"/>
                </a:lnTo>
                <a:close/>
                <a:moveTo>
                  <a:pt x="933450" y="704850"/>
                </a:moveTo>
                <a:lnTo>
                  <a:pt x="942975" y="704850"/>
                </a:lnTo>
                <a:lnTo>
                  <a:pt x="942975" y="714375"/>
                </a:lnTo>
                <a:lnTo>
                  <a:pt x="933450" y="714375"/>
                </a:lnTo>
                <a:close/>
                <a:moveTo>
                  <a:pt x="457200" y="714375"/>
                </a:moveTo>
                <a:lnTo>
                  <a:pt x="466725" y="714375"/>
                </a:lnTo>
                <a:lnTo>
                  <a:pt x="466725" y="723900"/>
                </a:lnTo>
                <a:lnTo>
                  <a:pt x="457200" y="723900"/>
                </a:lnTo>
                <a:close/>
                <a:moveTo>
                  <a:pt x="542925" y="714375"/>
                </a:moveTo>
                <a:lnTo>
                  <a:pt x="552450" y="714375"/>
                </a:lnTo>
                <a:lnTo>
                  <a:pt x="552450" y="733425"/>
                </a:lnTo>
                <a:lnTo>
                  <a:pt x="542925" y="733425"/>
                </a:lnTo>
                <a:close/>
                <a:moveTo>
                  <a:pt x="1047750" y="714375"/>
                </a:moveTo>
                <a:lnTo>
                  <a:pt x="1057275" y="714375"/>
                </a:lnTo>
                <a:lnTo>
                  <a:pt x="1057275" y="723900"/>
                </a:lnTo>
                <a:lnTo>
                  <a:pt x="1047750" y="723900"/>
                </a:lnTo>
                <a:close/>
                <a:moveTo>
                  <a:pt x="1104900" y="714375"/>
                </a:moveTo>
                <a:lnTo>
                  <a:pt x="1123950" y="714375"/>
                </a:lnTo>
                <a:lnTo>
                  <a:pt x="1123950" y="733425"/>
                </a:lnTo>
                <a:lnTo>
                  <a:pt x="1104900" y="733425"/>
                </a:lnTo>
                <a:close/>
                <a:moveTo>
                  <a:pt x="190500" y="723900"/>
                </a:moveTo>
                <a:lnTo>
                  <a:pt x="200025" y="723900"/>
                </a:lnTo>
                <a:lnTo>
                  <a:pt x="200025" y="733425"/>
                </a:lnTo>
                <a:lnTo>
                  <a:pt x="190500" y="733425"/>
                </a:lnTo>
                <a:close/>
                <a:moveTo>
                  <a:pt x="228600" y="723900"/>
                </a:moveTo>
                <a:lnTo>
                  <a:pt x="247650" y="723900"/>
                </a:lnTo>
                <a:lnTo>
                  <a:pt x="247650" y="733425"/>
                </a:lnTo>
                <a:lnTo>
                  <a:pt x="228600" y="733425"/>
                </a:lnTo>
                <a:close/>
                <a:moveTo>
                  <a:pt x="695325" y="723900"/>
                </a:moveTo>
                <a:lnTo>
                  <a:pt x="704850" y="723900"/>
                </a:lnTo>
                <a:lnTo>
                  <a:pt x="704850" y="733425"/>
                </a:lnTo>
                <a:lnTo>
                  <a:pt x="714375" y="733425"/>
                </a:lnTo>
                <a:lnTo>
                  <a:pt x="714375" y="752475"/>
                </a:lnTo>
                <a:lnTo>
                  <a:pt x="695325" y="752475"/>
                </a:lnTo>
                <a:close/>
                <a:moveTo>
                  <a:pt x="266700" y="733425"/>
                </a:moveTo>
                <a:lnTo>
                  <a:pt x="276225" y="733425"/>
                </a:lnTo>
                <a:lnTo>
                  <a:pt x="276225" y="742950"/>
                </a:lnTo>
                <a:lnTo>
                  <a:pt x="266700" y="742950"/>
                </a:lnTo>
                <a:close/>
                <a:moveTo>
                  <a:pt x="371475" y="733425"/>
                </a:moveTo>
                <a:lnTo>
                  <a:pt x="390525" y="733425"/>
                </a:lnTo>
                <a:lnTo>
                  <a:pt x="390525" y="742950"/>
                </a:lnTo>
                <a:lnTo>
                  <a:pt x="381000" y="742950"/>
                </a:lnTo>
                <a:lnTo>
                  <a:pt x="381000" y="752475"/>
                </a:lnTo>
                <a:lnTo>
                  <a:pt x="361950" y="752475"/>
                </a:lnTo>
                <a:lnTo>
                  <a:pt x="361950" y="742950"/>
                </a:lnTo>
                <a:lnTo>
                  <a:pt x="371475" y="742950"/>
                </a:lnTo>
                <a:close/>
                <a:moveTo>
                  <a:pt x="457200" y="733425"/>
                </a:moveTo>
                <a:lnTo>
                  <a:pt x="466725" y="733425"/>
                </a:lnTo>
                <a:lnTo>
                  <a:pt x="466725" y="742950"/>
                </a:lnTo>
                <a:lnTo>
                  <a:pt x="457200" y="742950"/>
                </a:lnTo>
                <a:close/>
                <a:moveTo>
                  <a:pt x="504825" y="733425"/>
                </a:moveTo>
                <a:lnTo>
                  <a:pt x="514350" y="733425"/>
                </a:lnTo>
                <a:lnTo>
                  <a:pt x="514350" y="742950"/>
                </a:lnTo>
                <a:lnTo>
                  <a:pt x="504825" y="742950"/>
                </a:lnTo>
                <a:close/>
                <a:moveTo>
                  <a:pt x="609600" y="733425"/>
                </a:moveTo>
                <a:lnTo>
                  <a:pt x="619125" y="733425"/>
                </a:lnTo>
                <a:lnTo>
                  <a:pt x="619125" y="742950"/>
                </a:lnTo>
                <a:lnTo>
                  <a:pt x="609600" y="742950"/>
                </a:lnTo>
                <a:close/>
                <a:moveTo>
                  <a:pt x="857250" y="733425"/>
                </a:moveTo>
                <a:lnTo>
                  <a:pt x="895350" y="733425"/>
                </a:lnTo>
                <a:lnTo>
                  <a:pt x="895350" y="742950"/>
                </a:lnTo>
                <a:lnTo>
                  <a:pt x="857250" y="742950"/>
                </a:lnTo>
                <a:close/>
                <a:moveTo>
                  <a:pt x="904875" y="733425"/>
                </a:moveTo>
                <a:lnTo>
                  <a:pt x="914400" y="733425"/>
                </a:lnTo>
                <a:lnTo>
                  <a:pt x="914400" y="742950"/>
                </a:lnTo>
                <a:lnTo>
                  <a:pt x="904875" y="742950"/>
                </a:lnTo>
                <a:close/>
                <a:moveTo>
                  <a:pt x="933450" y="733425"/>
                </a:moveTo>
                <a:lnTo>
                  <a:pt x="942975" y="733425"/>
                </a:lnTo>
                <a:lnTo>
                  <a:pt x="942975" y="742950"/>
                </a:lnTo>
                <a:lnTo>
                  <a:pt x="933450" y="742950"/>
                </a:lnTo>
                <a:close/>
                <a:moveTo>
                  <a:pt x="1057275" y="733425"/>
                </a:moveTo>
                <a:lnTo>
                  <a:pt x="1066800" y="733425"/>
                </a:lnTo>
                <a:lnTo>
                  <a:pt x="1066800" y="742950"/>
                </a:lnTo>
                <a:lnTo>
                  <a:pt x="1057275" y="742950"/>
                </a:lnTo>
                <a:close/>
                <a:moveTo>
                  <a:pt x="1123950" y="733425"/>
                </a:moveTo>
                <a:lnTo>
                  <a:pt x="1133475" y="733425"/>
                </a:lnTo>
                <a:lnTo>
                  <a:pt x="1133475" y="742950"/>
                </a:lnTo>
                <a:lnTo>
                  <a:pt x="1123950" y="742950"/>
                </a:lnTo>
                <a:close/>
                <a:moveTo>
                  <a:pt x="238125" y="742950"/>
                </a:moveTo>
                <a:lnTo>
                  <a:pt x="266700" y="742950"/>
                </a:lnTo>
                <a:lnTo>
                  <a:pt x="266700" y="752475"/>
                </a:lnTo>
                <a:lnTo>
                  <a:pt x="238125" y="752475"/>
                </a:lnTo>
                <a:close/>
                <a:moveTo>
                  <a:pt x="323850" y="742950"/>
                </a:moveTo>
                <a:lnTo>
                  <a:pt x="352425" y="742950"/>
                </a:lnTo>
                <a:lnTo>
                  <a:pt x="352425" y="752475"/>
                </a:lnTo>
                <a:lnTo>
                  <a:pt x="323850" y="752475"/>
                </a:lnTo>
                <a:close/>
                <a:moveTo>
                  <a:pt x="409575" y="742950"/>
                </a:moveTo>
                <a:lnTo>
                  <a:pt x="428625" y="742950"/>
                </a:lnTo>
                <a:lnTo>
                  <a:pt x="428625" y="752475"/>
                </a:lnTo>
                <a:lnTo>
                  <a:pt x="409575" y="752475"/>
                </a:lnTo>
                <a:close/>
                <a:moveTo>
                  <a:pt x="514350" y="742950"/>
                </a:moveTo>
                <a:lnTo>
                  <a:pt x="523875" y="742950"/>
                </a:lnTo>
                <a:lnTo>
                  <a:pt x="523875" y="752475"/>
                </a:lnTo>
                <a:lnTo>
                  <a:pt x="514350" y="752475"/>
                </a:lnTo>
                <a:close/>
                <a:moveTo>
                  <a:pt x="781050" y="742950"/>
                </a:moveTo>
                <a:lnTo>
                  <a:pt x="800100" y="742950"/>
                </a:lnTo>
                <a:lnTo>
                  <a:pt x="800100" y="752475"/>
                </a:lnTo>
                <a:lnTo>
                  <a:pt x="781050" y="752475"/>
                </a:lnTo>
                <a:close/>
                <a:moveTo>
                  <a:pt x="828675" y="742950"/>
                </a:moveTo>
                <a:lnTo>
                  <a:pt x="838200" y="742950"/>
                </a:lnTo>
                <a:lnTo>
                  <a:pt x="838200" y="752475"/>
                </a:lnTo>
                <a:lnTo>
                  <a:pt x="828675" y="752475"/>
                </a:lnTo>
                <a:close/>
                <a:moveTo>
                  <a:pt x="952500" y="742950"/>
                </a:moveTo>
                <a:lnTo>
                  <a:pt x="962025" y="742950"/>
                </a:lnTo>
                <a:lnTo>
                  <a:pt x="962025" y="752475"/>
                </a:lnTo>
                <a:lnTo>
                  <a:pt x="952500" y="752475"/>
                </a:lnTo>
                <a:close/>
                <a:moveTo>
                  <a:pt x="1009650" y="742950"/>
                </a:moveTo>
                <a:lnTo>
                  <a:pt x="1019175" y="742950"/>
                </a:lnTo>
                <a:lnTo>
                  <a:pt x="1019175" y="752475"/>
                </a:lnTo>
                <a:lnTo>
                  <a:pt x="1009650" y="752475"/>
                </a:lnTo>
                <a:close/>
                <a:moveTo>
                  <a:pt x="1047750" y="742950"/>
                </a:moveTo>
                <a:lnTo>
                  <a:pt x="1057275" y="742950"/>
                </a:lnTo>
                <a:lnTo>
                  <a:pt x="1057275" y="752475"/>
                </a:lnTo>
                <a:lnTo>
                  <a:pt x="1047750" y="752475"/>
                </a:lnTo>
                <a:close/>
                <a:moveTo>
                  <a:pt x="1076325" y="742950"/>
                </a:moveTo>
                <a:lnTo>
                  <a:pt x="1085850" y="742950"/>
                </a:lnTo>
                <a:lnTo>
                  <a:pt x="1085850" y="752475"/>
                </a:lnTo>
                <a:lnTo>
                  <a:pt x="1076325" y="752475"/>
                </a:lnTo>
                <a:close/>
                <a:moveTo>
                  <a:pt x="190500" y="752475"/>
                </a:moveTo>
                <a:lnTo>
                  <a:pt x="219075" y="752475"/>
                </a:lnTo>
                <a:lnTo>
                  <a:pt x="219075" y="762000"/>
                </a:lnTo>
                <a:lnTo>
                  <a:pt x="190500" y="762000"/>
                </a:lnTo>
                <a:close/>
                <a:moveTo>
                  <a:pt x="561975" y="800100"/>
                </a:moveTo>
                <a:lnTo>
                  <a:pt x="657225" y="800100"/>
                </a:lnTo>
                <a:lnTo>
                  <a:pt x="657225" y="819150"/>
                </a:lnTo>
                <a:lnTo>
                  <a:pt x="600075" y="819150"/>
                </a:lnTo>
                <a:lnTo>
                  <a:pt x="600075" y="828675"/>
                </a:lnTo>
                <a:lnTo>
                  <a:pt x="495300" y="828675"/>
                </a:lnTo>
                <a:lnTo>
                  <a:pt x="495300" y="809625"/>
                </a:lnTo>
                <a:lnTo>
                  <a:pt x="561975" y="809625"/>
                </a:lnTo>
                <a:close/>
                <a:moveTo>
                  <a:pt x="1800225" y="800100"/>
                </a:moveTo>
                <a:lnTo>
                  <a:pt x="1838325" y="800100"/>
                </a:lnTo>
                <a:lnTo>
                  <a:pt x="1838325" y="1866900"/>
                </a:lnTo>
                <a:lnTo>
                  <a:pt x="1800225" y="1866900"/>
                </a:lnTo>
                <a:lnTo>
                  <a:pt x="1800225" y="1857375"/>
                </a:lnTo>
                <a:lnTo>
                  <a:pt x="1790700" y="1857375"/>
                </a:lnTo>
                <a:lnTo>
                  <a:pt x="1790700" y="1543050"/>
                </a:lnTo>
                <a:lnTo>
                  <a:pt x="1800225" y="1543050"/>
                </a:lnTo>
                <a:lnTo>
                  <a:pt x="1800225" y="1524000"/>
                </a:lnTo>
                <a:lnTo>
                  <a:pt x="1809750" y="1524000"/>
                </a:lnTo>
                <a:lnTo>
                  <a:pt x="1809750" y="1123950"/>
                </a:lnTo>
                <a:lnTo>
                  <a:pt x="1800225" y="1123950"/>
                </a:lnTo>
                <a:lnTo>
                  <a:pt x="1800225" y="1114425"/>
                </a:lnTo>
                <a:lnTo>
                  <a:pt x="1790700" y="1114425"/>
                </a:lnTo>
                <a:lnTo>
                  <a:pt x="1790700" y="809625"/>
                </a:lnTo>
                <a:lnTo>
                  <a:pt x="1800225" y="809625"/>
                </a:lnTo>
                <a:close/>
                <a:moveTo>
                  <a:pt x="161925" y="809625"/>
                </a:moveTo>
                <a:lnTo>
                  <a:pt x="190500" y="809625"/>
                </a:lnTo>
                <a:lnTo>
                  <a:pt x="190500" y="828675"/>
                </a:lnTo>
                <a:lnTo>
                  <a:pt x="161925" y="828675"/>
                </a:lnTo>
                <a:close/>
                <a:moveTo>
                  <a:pt x="361950" y="876300"/>
                </a:moveTo>
                <a:lnTo>
                  <a:pt x="400050" y="876300"/>
                </a:lnTo>
                <a:lnTo>
                  <a:pt x="400050" y="885825"/>
                </a:lnTo>
                <a:lnTo>
                  <a:pt x="361950" y="885825"/>
                </a:lnTo>
                <a:close/>
                <a:moveTo>
                  <a:pt x="161925" y="885825"/>
                </a:moveTo>
                <a:lnTo>
                  <a:pt x="171450" y="885825"/>
                </a:lnTo>
                <a:lnTo>
                  <a:pt x="171450" y="895350"/>
                </a:lnTo>
                <a:lnTo>
                  <a:pt x="161925" y="895350"/>
                </a:lnTo>
                <a:close/>
                <a:moveTo>
                  <a:pt x="238125" y="885825"/>
                </a:moveTo>
                <a:lnTo>
                  <a:pt x="247650" y="885825"/>
                </a:lnTo>
                <a:lnTo>
                  <a:pt x="247650" y="895350"/>
                </a:lnTo>
                <a:lnTo>
                  <a:pt x="238125" y="895350"/>
                </a:lnTo>
                <a:close/>
                <a:moveTo>
                  <a:pt x="257175" y="885825"/>
                </a:moveTo>
                <a:lnTo>
                  <a:pt x="266700" y="885825"/>
                </a:lnTo>
                <a:lnTo>
                  <a:pt x="266700" y="895350"/>
                </a:lnTo>
                <a:lnTo>
                  <a:pt x="257175" y="895350"/>
                </a:lnTo>
                <a:close/>
                <a:moveTo>
                  <a:pt x="304800" y="885825"/>
                </a:moveTo>
                <a:lnTo>
                  <a:pt x="314325" y="885825"/>
                </a:lnTo>
                <a:lnTo>
                  <a:pt x="314325" y="895350"/>
                </a:lnTo>
                <a:lnTo>
                  <a:pt x="304800" y="895350"/>
                </a:lnTo>
                <a:close/>
                <a:moveTo>
                  <a:pt x="352425" y="885825"/>
                </a:moveTo>
                <a:lnTo>
                  <a:pt x="361950" y="885825"/>
                </a:lnTo>
                <a:lnTo>
                  <a:pt x="361950" y="895350"/>
                </a:lnTo>
                <a:lnTo>
                  <a:pt x="352425" y="895350"/>
                </a:lnTo>
                <a:close/>
                <a:moveTo>
                  <a:pt x="466725" y="885825"/>
                </a:moveTo>
                <a:lnTo>
                  <a:pt x="476250" y="885825"/>
                </a:lnTo>
                <a:lnTo>
                  <a:pt x="476250" y="895350"/>
                </a:lnTo>
                <a:lnTo>
                  <a:pt x="466725" y="895350"/>
                </a:lnTo>
                <a:close/>
                <a:moveTo>
                  <a:pt x="504825" y="885825"/>
                </a:moveTo>
                <a:lnTo>
                  <a:pt x="542925" y="885825"/>
                </a:lnTo>
                <a:lnTo>
                  <a:pt x="542925" y="895350"/>
                </a:lnTo>
                <a:lnTo>
                  <a:pt x="504825" y="895350"/>
                </a:lnTo>
                <a:close/>
                <a:moveTo>
                  <a:pt x="571500" y="885825"/>
                </a:moveTo>
                <a:lnTo>
                  <a:pt x="590550" y="885825"/>
                </a:lnTo>
                <a:lnTo>
                  <a:pt x="590550" y="895350"/>
                </a:lnTo>
                <a:lnTo>
                  <a:pt x="571500" y="895350"/>
                </a:lnTo>
                <a:close/>
                <a:moveTo>
                  <a:pt x="619125" y="885825"/>
                </a:moveTo>
                <a:lnTo>
                  <a:pt x="647700" y="885825"/>
                </a:lnTo>
                <a:lnTo>
                  <a:pt x="647700" y="895350"/>
                </a:lnTo>
                <a:lnTo>
                  <a:pt x="619125" y="895350"/>
                </a:lnTo>
                <a:close/>
                <a:moveTo>
                  <a:pt x="657225" y="885825"/>
                </a:moveTo>
                <a:lnTo>
                  <a:pt x="666750" y="885825"/>
                </a:lnTo>
                <a:lnTo>
                  <a:pt x="666750" y="895350"/>
                </a:lnTo>
                <a:lnTo>
                  <a:pt x="657225" y="895350"/>
                </a:lnTo>
                <a:close/>
                <a:moveTo>
                  <a:pt x="152400" y="895350"/>
                </a:moveTo>
                <a:lnTo>
                  <a:pt x="161925" y="895350"/>
                </a:lnTo>
                <a:lnTo>
                  <a:pt x="161925" y="904875"/>
                </a:lnTo>
                <a:lnTo>
                  <a:pt x="171450" y="904875"/>
                </a:lnTo>
                <a:lnTo>
                  <a:pt x="171450" y="914400"/>
                </a:lnTo>
                <a:lnTo>
                  <a:pt x="200025" y="914400"/>
                </a:lnTo>
                <a:lnTo>
                  <a:pt x="200025" y="923925"/>
                </a:lnTo>
                <a:lnTo>
                  <a:pt x="161925" y="923925"/>
                </a:lnTo>
                <a:lnTo>
                  <a:pt x="161925" y="914400"/>
                </a:lnTo>
                <a:lnTo>
                  <a:pt x="152400" y="914400"/>
                </a:lnTo>
                <a:close/>
                <a:moveTo>
                  <a:pt x="314325" y="895350"/>
                </a:moveTo>
                <a:lnTo>
                  <a:pt x="323850" y="895350"/>
                </a:lnTo>
                <a:lnTo>
                  <a:pt x="323850" y="904875"/>
                </a:lnTo>
                <a:lnTo>
                  <a:pt x="314325" y="904875"/>
                </a:lnTo>
                <a:close/>
                <a:moveTo>
                  <a:pt x="400050" y="895350"/>
                </a:moveTo>
                <a:lnTo>
                  <a:pt x="409575" y="895350"/>
                </a:lnTo>
                <a:lnTo>
                  <a:pt x="409575" y="904875"/>
                </a:lnTo>
                <a:lnTo>
                  <a:pt x="400050" y="904875"/>
                </a:lnTo>
                <a:close/>
                <a:moveTo>
                  <a:pt x="476250" y="895350"/>
                </a:moveTo>
                <a:lnTo>
                  <a:pt x="495300" y="895350"/>
                </a:lnTo>
                <a:lnTo>
                  <a:pt x="495300" y="914400"/>
                </a:lnTo>
                <a:lnTo>
                  <a:pt x="476250" y="914400"/>
                </a:lnTo>
                <a:close/>
                <a:moveTo>
                  <a:pt x="238125" y="904875"/>
                </a:moveTo>
                <a:lnTo>
                  <a:pt x="257175" y="904875"/>
                </a:lnTo>
                <a:lnTo>
                  <a:pt x="257175" y="914400"/>
                </a:lnTo>
                <a:lnTo>
                  <a:pt x="238125" y="914400"/>
                </a:lnTo>
                <a:close/>
                <a:moveTo>
                  <a:pt x="323850" y="904875"/>
                </a:moveTo>
                <a:lnTo>
                  <a:pt x="333375" y="904875"/>
                </a:lnTo>
                <a:lnTo>
                  <a:pt x="333375" y="923925"/>
                </a:lnTo>
                <a:lnTo>
                  <a:pt x="323850" y="923925"/>
                </a:lnTo>
                <a:close/>
                <a:moveTo>
                  <a:pt x="390525" y="904875"/>
                </a:moveTo>
                <a:lnTo>
                  <a:pt x="400050" y="904875"/>
                </a:lnTo>
                <a:lnTo>
                  <a:pt x="400050" y="914400"/>
                </a:lnTo>
                <a:lnTo>
                  <a:pt x="390525" y="914400"/>
                </a:lnTo>
                <a:close/>
                <a:moveTo>
                  <a:pt x="228600" y="914400"/>
                </a:moveTo>
                <a:lnTo>
                  <a:pt x="238125" y="914400"/>
                </a:lnTo>
                <a:lnTo>
                  <a:pt x="238125" y="923925"/>
                </a:lnTo>
                <a:lnTo>
                  <a:pt x="228600" y="923925"/>
                </a:lnTo>
                <a:close/>
                <a:moveTo>
                  <a:pt x="371475" y="914400"/>
                </a:moveTo>
                <a:lnTo>
                  <a:pt x="390525" y="914400"/>
                </a:lnTo>
                <a:lnTo>
                  <a:pt x="390525" y="923925"/>
                </a:lnTo>
                <a:lnTo>
                  <a:pt x="371475" y="923925"/>
                </a:lnTo>
                <a:close/>
                <a:moveTo>
                  <a:pt x="495300" y="914400"/>
                </a:moveTo>
                <a:lnTo>
                  <a:pt x="504825" y="914400"/>
                </a:lnTo>
                <a:lnTo>
                  <a:pt x="504825" y="923925"/>
                </a:lnTo>
                <a:lnTo>
                  <a:pt x="495300" y="923925"/>
                </a:lnTo>
                <a:close/>
                <a:moveTo>
                  <a:pt x="523875" y="914400"/>
                </a:moveTo>
                <a:lnTo>
                  <a:pt x="552450" y="914400"/>
                </a:lnTo>
                <a:lnTo>
                  <a:pt x="552450" y="923925"/>
                </a:lnTo>
                <a:lnTo>
                  <a:pt x="523875" y="923925"/>
                </a:lnTo>
                <a:close/>
                <a:moveTo>
                  <a:pt x="704850" y="1066800"/>
                </a:moveTo>
                <a:lnTo>
                  <a:pt x="714375" y="1066800"/>
                </a:lnTo>
                <a:lnTo>
                  <a:pt x="714375" y="1076325"/>
                </a:lnTo>
                <a:lnTo>
                  <a:pt x="704850" y="1076325"/>
                </a:lnTo>
                <a:close/>
                <a:moveTo>
                  <a:pt x="695325" y="1076325"/>
                </a:moveTo>
                <a:lnTo>
                  <a:pt x="704850" y="1076325"/>
                </a:lnTo>
                <a:lnTo>
                  <a:pt x="704850" y="1085850"/>
                </a:lnTo>
                <a:lnTo>
                  <a:pt x="695325" y="1085850"/>
                </a:lnTo>
                <a:close/>
                <a:moveTo>
                  <a:pt x="714375" y="1076325"/>
                </a:moveTo>
                <a:lnTo>
                  <a:pt x="723900" y="1076325"/>
                </a:lnTo>
                <a:lnTo>
                  <a:pt x="723900" y="1085850"/>
                </a:lnTo>
                <a:lnTo>
                  <a:pt x="714375" y="1085850"/>
                </a:lnTo>
                <a:close/>
                <a:moveTo>
                  <a:pt x="161925" y="1085850"/>
                </a:moveTo>
                <a:lnTo>
                  <a:pt x="200025" y="1085850"/>
                </a:lnTo>
                <a:lnTo>
                  <a:pt x="200025" y="1095375"/>
                </a:lnTo>
                <a:lnTo>
                  <a:pt x="161925" y="1095375"/>
                </a:lnTo>
                <a:close/>
                <a:moveTo>
                  <a:pt x="247650" y="1085850"/>
                </a:moveTo>
                <a:lnTo>
                  <a:pt x="304800" y="1085850"/>
                </a:lnTo>
                <a:lnTo>
                  <a:pt x="304800" y="1095375"/>
                </a:lnTo>
                <a:lnTo>
                  <a:pt x="247650" y="1095375"/>
                </a:lnTo>
                <a:close/>
                <a:moveTo>
                  <a:pt x="647700" y="1085850"/>
                </a:moveTo>
                <a:lnTo>
                  <a:pt x="657225" y="1085850"/>
                </a:lnTo>
                <a:lnTo>
                  <a:pt x="657225" y="1095375"/>
                </a:lnTo>
                <a:lnTo>
                  <a:pt x="647700" y="1095375"/>
                </a:lnTo>
                <a:close/>
                <a:moveTo>
                  <a:pt x="723900" y="1085850"/>
                </a:moveTo>
                <a:lnTo>
                  <a:pt x="733425" y="1085850"/>
                </a:lnTo>
                <a:lnTo>
                  <a:pt x="733425" y="1095375"/>
                </a:lnTo>
                <a:lnTo>
                  <a:pt x="723900" y="1095375"/>
                </a:lnTo>
                <a:close/>
                <a:moveTo>
                  <a:pt x="752475" y="1085850"/>
                </a:moveTo>
                <a:lnTo>
                  <a:pt x="762000" y="1085850"/>
                </a:lnTo>
                <a:lnTo>
                  <a:pt x="762000" y="1095375"/>
                </a:lnTo>
                <a:lnTo>
                  <a:pt x="752475" y="1095375"/>
                </a:lnTo>
                <a:close/>
                <a:moveTo>
                  <a:pt x="638175" y="1095375"/>
                </a:moveTo>
                <a:lnTo>
                  <a:pt x="647700" y="1095375"/>
                </a:lnTo>
                <a:lnTo>
                  <a:pt x="647700" y="1133475"/>
                </a:lnTo>
                <a:lnTo>
                  <a:pt x="638175" y="1133475"/>
                </a:lnTo>
                <a:close/>
                <a:moveTo>
                  <a:pt x="762000" y="1095375"/>
                </a:moveTo>
                <a:lnTo>
                  <a:pt x="771525" y="1095375"/>
                </a:lnTo>
                <a:lnTo>
                  <a:pt x="771525" y="1104900"/>
                </a:lnTo>
                <a:lnTo>
                  <a:pt x="762000" y="1104900"/>
                </a:lnTo>
                <a:close/>
                <a:moveTo>
                  <a:pt x="161925" y="1104900"/>
                </a:moveTo>
                <a:lnTo>
                  <a:pt x="171450" y="1104900"/>
                </a:lnTo>
                <a:lnTo>
                  <a:pt x="171450" y="1143000"/>
                </a:lnTo>
                <a:lnTo>
                  <a:pt x="161925" y="1143000"/>
                </a:lnTo>
                <a:close/>
                <a:moveTo>
                  <a:pt x="400050" y="1104900"/>
                </a:moveTo>
                <a:lnTo>
                  <a:pt x="419100" y="1104900"/>
                </a:lnTo>
                <a:lnTo>
                  <a:pt x="419100" y="1114425"/>
                </a:lnTo>
                <a:lnTo>
                  <a:pt x="400050" y="1114425"/>
                </a:lnTo>
                <a:close/>
                <a:moveTo>
                  <a:pt x="314325" y="1114425"/>
                </a:moveTo>
                <a:lnTo>
                  <a:pt x="333375" y="1114425"/>
                </a:lnTo>
                <a:lnTo>
                  <a:pt x="333375" y="1133475"/>
                </a:lnTo>
                <a:lnTo>
                  <a:pt x="314325" y="1133475"/>
                </a:lnTo>
                <a:close/>
                <a:moveTo>
                  <a:pt x="457200" y="1114425"/>
                </a:moveTo>
                <a:lnTo>
                  <a:pt x="466725" y="1114425"/>
                </a:lnTo>
                <a:lnTo>
                  <a:pt x="466725" y="1133475"/>
                </a:lnTo>
                <a:lnTo>
                  <a:pt x="457200" y="1133475"/>
                </a:lnTo>
                <a:close/>
                <a:moveTo>
                  <a:pt x="200025" y="1123950"/>
                </a:moveTo>
                <a:lnTo>
                  <a:pt x="219075" y="1123950"/>
                </a:lnTo>
                <a:lnTo>
                  <a:pt x="219075" y="1133475"/>
                </a:lnTo>
                <a:lnTo>
                  <a:pt x="200025" y="1133475"/>
                </a:lnTo>
                <a:close/>
                <a:moveTo>
                  <a:pt x="609600" y="1123950"/>
                </a:moveTo>
                <a:lnTo>
                  <a:pt x="619125" y="1123950"/>
                </a:lnTo>
                <a:lnTo>
                  <a:pt x="619125" y="1143000"/>
                </a:lnTo>
                <a:lnTo>
                  <a:pt x="609600" y="1143000"/>
                </a:lnTo>
                <a:close/>
                <a:moveTo>
                  <a:pt x="771525" y="1123950"/>
                </a:moveTo>
                <a:lnTo>
                  <a:pt x="781050" y="1123950"/>
                </a:lnTo>
                <a:lnTo>
                  <a:pt x="781050" y="1133475"/>
                </a:lnTo>
                <a:lnTo>
                  <a:pt x="771525" y="1133475"/>
                </a:lnTo>
                <a:close/>
                <a:moveTo>
                  <a:pt x="190500" y="1133475"/>
                </a:moveTo>
                <a:lnTo>
                  <a:pt x="200025" y="1133475"/>
                </a:lnTo>
                <a:lnTo>
                  <a:pt x="200025" y="1143000"/>
                </a:lnTo>
                <a:lnTo>
                  <a:pt x="190500" y="1143000"/>
                </a:lnTo>
                <a:close/>
                <a:moveTo>
                  <a:pt x="247650" y="1133475"/>
                </a:moveTo>
                <a:lnTo>
                  <a:pt x="295275" y="1133475"/>
                </a:lnTo>
                <a:lnTo>
                  <a:pt x="295275" y="1143000"/>
                </a:lnTo>
                <a:lnTo>
                  <a:pt x="247650" y="1143000"/>
                </a:lnTo>
                <a:close/>
                <a:moveTo>
                  <a:pt x="400050" y="1133475"/>
                </a:moveTo>
                <a:lnTo>
                  <a:pt x="428625" y="1133475"/>
                </a:lnTo>
                <a:lnTo>
                  <a:pt x="428625" y="1143000"/>
                </a:lnTo>
                <a:lnTo>
                  <a:pt x="400050" y="1143000"/>
                </a:lnTo>
                <a:close/>
                <a:moveTo>
                  <a:pt x="447675" y="1133475"/>
                </a:moveTo>
                <a:lnTo>
                  <a:pt x="457200" y="1133475"/>
                </a:lnTo>
                <a:lnTo>
                  <a:pt x="457200" y="1143000"/>
                </a:lnTo>
                <a:lnTo>
                  <a:pt x="447675" y="1143000"/>
                </a:lnTo>
                <a:close/>
                <a:moveTo>
                  <a:pt x="523875" y="1133475"/>
                </a:moveTo>
                <a:lnTo>
                  <a:pt x="542925" y="1133475"/>
                </a:lnTo>
                <a:lnTo>
                  <a:pt x="542925" y="1143000"/>
                </a:lnTo>
                <a:lnTo>
                  <a:pt x="523875" y="1143000"/>
                </a:lnTo>
                <a:close/>
                <a:moveTo>
                  <a:pt x="647700" y="1133475"/>
                </a:moveTo>
                <a:lnTo>
                  <a:pt x="657225" y="1133475"/>
                </a:lnTo>
                <a:lnTo>
                  <a:pt x="657225" y="1143000"/>
                </a:lnTo>
                <a:lnTo>
                  <a:pt x="647700" y="1143000"/>
                </a:lnTo>
                <a:close/>
                <a:moveTo>
                  <a:pt x="676275" y="1133475"/>
                </a:moveTo>
                <a:lnTo>
                  <a:pt x="704850" y="1133475"/>
                </a:lnTo>
                <a:lnTo>
                  <a:pt x="704850" y="1143000"/>
                </a:lnTo>
                <a:lnTo>
                  <a:pt x="676275" y="1143000"/>
                </a:lnTo>
                <a:close/>
                <a:moveTo>
                  <a:pt x="762000" y="1133475"/>
                </a:moveTo>
                <a:lnTo>
                  <a:pt x="771525" y="1133475"/>
                </a:lnTo>
                <a:lnTo>
                  <a:pt x="771525" y="1143000"/>
                </a:lnTo>
                <a:lnTo>
                  <a:pt x="762000" y="1143000"/>
                </a:lnTo>
                <a:close/>
                <a:moveTo>
                  <a:pt x="457200" y="1200150"/>
                </a:moveTo>
                <a:lnTo>
                  <a:pt x="466725" y="1200150"/>
                </a:lnTo>
                <a:lnTo>
                  <a:pt x="466725" y="1209675"/>
                </a:lnTo>
                <a:lnTo>
                  <a:pt x="457200" y="1209675"/>
                </a:lnTo>
                <a:close/>
                <a:moveTo>
                  <a:pt x="733425" y="1200150"/>
                </a:moveTo>
                <a:lnTo>
                  <a:pt x="742950" y="1200150"/>
                </a:lnTo>
                <a:lnTo>
                  <a:pt x="742950" y="1209675"/>
                </a:lnTo>
                <a:lnTo>
                  <a:pt x="733425" y="1209675"/>
                </a:lnTo>
                <a:close/>
                <a:moveTo>
                  <a:pt x="866775" y="1200150"/>
                </a:moveTo>
                <a:lnTo>
                  <a:pt x="876300" y="1200150"/>
                </a:lnTo>
                <a:lnTo>
                  <a:pt x="876300" y="1209675"/>
                </a:lnTo>
                <a:lnTo>
                  <a:pt x="866775" y="1209675"/>
                </a:lnTo>
                <a:close/>
                <a:moveTo>
                  <a:pt x="942975" y="1200150"/>
                </a:moveTo>
                <a:lnTo>
                  <a:pt x="952500" y="1200150"/>
                </a:lnTo>
                <a:lnTo>
                  <a:pt x="952500" y="1209675"/>
                </a:lnTo>
                <a:lnTo>
                  <a:pt x="942975" y="1209675"/>
                </a:lnTo>
                <a:close/>
                <a:moveTo>
                  <a:pt x="990600" y="1200150"/>
                </a:moveTo>
                <a:lnTo>
                  <a:pt x="1000125" y="1200150"/>
                </a:lnTo>
                <a:lnTo>
                  <a:pt x="1000125" y="1209675"/>
                </a:lnTo>
                <a:lnTo>
                  <a:pt x="990600" y="1209675"/>
                </a:lnTo>
                <a:close/>
                <a:moveTo>
                  <a:pt x="180975" y="1209675"/>
                </a:moveTo>
                <a:lnTo>
                  <a:pt x="190500" y="1209675"/>
                </a:lnTo>
                <a:lnTo>
                  <a:pt x="190500" y="1219200"/>
                </a:lnTo>
                <a:lnTo>
                  <a:pt x="180975" y="1219200"/>
                </a:lnTo>
                <a:close/>
                <a:moveTo>
                  <a:pt x="809625" y="1209675"/>
                </a:moveTo>
                <a:lnTo>
                  <a:pt x="819150" y="1209675"/>
                </a:lnTo>
                <a:lnTo>
                  <a:pt x="819150" y="1219200"/>
                </a:lnTo>
                <a:lnTo>
                  <a:pt x="809625" y="1219200"/>
                </a:lnTo>
                <a:close/>
                <a:moveTo>
                  <a:pt x="171450" y="1219200"/>
                </a:moveTo>
                <a:lnTo>
                  <a:pt x="180975" y="1219200"/>
                </a:lnTo>
                <a:lnTo>
                  <a:pt x="180975" y="1228725"/>
                </a:lnTo>
                <a:lnTo>
                  <a:pt x="171450" y="1228725"/>
                </a:lnTo>
                <a:close/>
                <a:moveTo>
                  <a:pt x="800100" y="1219200"/>
                </a:moveTo>
                <a:lnTo>
                  <a:pt x="809625" y="1219200"/>
                </a:lnTo>
                <a:lnTo>
                  <a:pt x="809625" y="1228725"/>
                </a:lnTo>
                <a:lnTo>
                  <a:pt x="800100" y="1228725"/>
                </a:lnTo>
                <a:close/>
                <a:moveTo>
                  <a:pt x="1524000" y="1219200"/>
                </a:moveTo>
                <a:lnTo>
                  <a:pt x="1619250" y="1219200"/>
                </a:lnTo>
                <a:lnTo>
                  <a:pt x="1619250" y="1228725"/>
                </a:lnTo>
                <a:lnTo>
                  <a:pt x="1524000" y="1228725"/>
                </a:lnTo>
                <a:close/>
                <a:moveTo>
                  <a:pt x="1638300" y="1219200"/>
                </a:moveTo>
                <a:lnTo>
                  <a:pt x="1647825" y="1219200"/>
                </a:lnTo>
                <a:lnTo>
                  <a:pt x="1647825" y="1228725"/>
                </a:lnTo>
                <a:lnTo>
                  <a:pt x="1638300" y="1228725"/>
                </a:lnTo>
                <a:close/>
                <a:moveTo>
                  <a:pt x="266700" y="1228725"/>
                </a:moveTo>
                <a:lnTo>
                  <a:pt x="276225" y="1228725"/>
                </a:lnTo>
                <a:lnTo>
                  <a:pt x="276225" y="1247775"/>
                </a:lnTo>
                <a:lnTo>
                  <a:pt x="266700" y="1247775"/>
                </a:lnTo>
                <a:close/>
                <a:moveTo>
                  <a:pt x="571500" y="1228725"/>
                </a:moveTo>
                <a:lnTo>
                  <a:pt x="581025" y="1228725"/>
                </a:lnTo>
                <a:lnTo>
                  <a:pt x="581025" y="1238250"/>
                </a:lnTo>
                <a:lnTo>
                  <a:pt x="571500" y="1238250"/>
                </a:lnTo>
                <a:close/>
                <a:moveTo>
                  <a:pt x="895350" y="1228725"/>
                </a:moveTo>
                <a:lnTo>
                  <a:pt x="904875" y="1228725"/>
                </a:lnTo>
                <a:lnTo>
                  <a:pt x="904875" y="1238250"/>
                </a:lnTo>
                <a:lnTo>
                  <a:pt x="895350" y="1238250"/>
                </a:lnTo>
                <a:close/>
                <a:moveTo>
                  <a:pt x="914400" y="1228725"/>
                </a:moveTo>
                <a:lnTo>
                  <a:pt x="923925" y="1228725"/>
                </a:lnTo>
                <a:lnTo>
                  <a:pt x="923925" y="1238250"/>
                </a:lnTo>
                <a:lnTo>
                  <a:pt x="914400" y="1238250"/>
                </a:lnTo>
                <a:close/>
                <a:moveTo>
                  <a:pt x="1514475" y="1228725"/>
                </a:moveTo>
                <a:lnTo>
                  <a:pt x="1524000" y="1228725"/>
                </a:lnTo>
                <a:lnTo>
                  <a:pt x="1524000" y="1238250"/>
                </a:lnTo>
                <a:lnTo>
                  <a:pt x="1514475" y="1238250"/>
                </a:lnTo>
                <a:close/>
                <a:moveTo>
                  <a:pt x="1619250" y="1228725"/>
                </a:moveTo>
                <a:lnTo>
                  <a:pt x="1628775" y="1228725"/>
                </a:lnTo>
                <a:lnTo>
                  <a:pt x="1628775" y="1238250"/>
                </a:lnTo>
                <a:lnTo>
                  <a:pt x="1619250" y="1238250"/>
                </a:lnTo>
                <a:close/>
                <a:moveTo>
                  <a:pt x="400050" y="1238250"/>
                </a:moveTo>
                <a:lnTo>
                  <a:pt x="409575" y="1238250"/>
                </a:lnTo>
                <a:lnTo>
                  <a:pt x="409575" y="1247775"/>
                </a:lnTo>
                <a:lnTo>
                  <a:pt x="400050" y="1247775"/>
                </a:lnTo>
                <a:close/>
                <a:moveTo>
                  <a:pt x="847725" y="1238250"/>
                </a:moveTo>
                <a:lnTo>
                  <a:pt x="857250" y="1238250"/>
                </a:lnTo>
                <a:lnTo>
                  <a:pt x="857250" y="1247775"/>
                </a:lnTo>
                <a:lnTo>
                  <a:pt x="847725" y="1247775"/>
                </a:lnTo>
                <a:close/>
                <a:moveTo>
                  <a:pt x="904875" y="1238250"/>
                </a:moveTo>
                <a:lnTo>
                  <a:pt x="914400" y="1238250"/>
                </a:lnTo>
                <a:lnTo>
                  <a:pt x="914400" y="1247775"/>
                </a:lnTo>
                <a:lnTo>
                  <a:pt x="904875" y="1247775"/>
                </a:lnTo>
                <a:close/>
                <a:moveTo>
                  <a:pt x="962025" y="1238250"/>
                </a:moveTo>
                <a:lnTo>
                  <a:pt x="971550" y="1238250"/>
                </a:lnTo>
                <a:lnTo>
                  <a:pt x="971550" y="1247775"/>
                </a:lnTo>
                <a:lnTo>
                  <a:pt x="962025" y="1247775"/>
                </a:lnTo>
                <a:close/>
                <a:moveTo>
                  <a:pt x="1647825" y="1238250"/>
                </a:moveTo>
                <a:lnTo>
                  <a:pt x="1657350" y="1238250"/>
                </a:lnTo>
                <a:lnTo>
                  <a:pt x="1657350" y="1247775"/>
                </a:lnTo>
                <a:lnTo>
                  <a:pt x="1647825" y="1247775"/>
                </a:lnTo>
                <a:close/>
                <a:moveTo>
                  <a:pt x="257175" y="1247775"/>
                </a:moveTo>
                <a:lnTo>
                  <a:pt x="266700" y="1247775"/>
                </a:lnTo>
                <a:lnTo>
                  <a:pt x="266700" y="1266825"/>
                </a:lnTo>
                <a:lnTo>
                  <a:pt x="257175" y="1266825"/>
                </a:lnTo>
                <a:close/>
                <a:moveTo>
                  <a:pt x="533400" y="1247775"/>
                </a:moveTo>
                <a:lnTo>
                  <a:pt x="542925" y="1247775"/>
                </a:lnTo>
                <a:lnTo>
                  <a:pt x="542925" y="1257300"/>
                </a:lnTo>
                <a:lnTo>
                  <a:pt x="533400" y="1257300"/>
                </a:lnTo>
                <a:close/>
                <a:moveTo>
                  <a:pt x="781050" y="1247775"/>
                </a:moveTo>
                <a:lnTo>
                  <a:pt x="800100" y="1247775"/>
                </a:lnTo>
                <a:lnTo>
                  <a:pt x="800100" y="1257300"/>
                </a:lnTo>
                <a:lnTo>
                  <a:pt x="781050" y="1257300"/>
                </a:lnTo>
                <a:close/>
                <a:moveTo>
                  <a:pt x="857250" y="1247775"/>
                </a:moveTo>
                <a:lnTo>
                  <a:pt x="866775" y="1247775"/>
                </a:lnTo>
                <a:lnTo>
                  <a:pt x="866775" y="1257300"/>
                </a:lnTo>
                <a:lnTo>
                  <a:pt x="857250" y="1257300"/>
                </a:lnTo>
                <a:close/>
                <a:moveTo>
                  <a:pt x="952500" y="1247775"/>
                </a:moveTo>
                <a:lnTo>
                  <a:pt x="962025" y="1247775"/>
                </a:lnTo>
                <a:lnTo>
                  <a:pt x="962025" y="1285875"/>
                </a:lnTo>
                <a:lnTo>
                  <a:pt x="952500" y="1285875"/>
                </a:lnTo>
                <a:close/>
                <a:moveTo>
                  <a:pt x="1504950" y="1247775"/>
                </a:moveTo>
                <a:lnTo>
                  <a:pt x="1514475" y="1247775"/>
                </a:lnTo>
                <a:lnTo>
                  <a:pt x="1514475" y="1266825"/>
                </a:lnTo>
                <a:lnTo>
                  <a:pt x="1504950" y="1266825"/>
                </a:lnTo>
                <a:close/>
                <a:moveTo>
                  <a:pt x="1628775" y="1247775"/>
                </a:moveTo>
                <a:lnTo>
                  <a:pt x="1638300" y="1247775"/>
                </a:lnTo>
                <a:lnTo>
                  <a:pt x="1638300" y="1266825"/>
                </a:lnTo>
                <a:lnTo>
                  <a:pt x="1619250" y="1266825"/>
                </a:lnTo>
                <a:lnTo>
                  <a:pt x="1619250" y="1257300"/>
                </a:lnTo>
                <a:lnTo>
                  <a:pt x="1628775" y="1257300"/>
                </a:lnTo>
                <a:close/>
                <a:moveTo>
                  <a:pt x="419100" y="1257300"/>
                </a:moveTo>
                <a:lnTo>
                  <a:pt x="428625" y="1257300"/>
                </a:lnTo>
                <a:lnTo>
                  <a:pt x="428625" y="1266825"/>
                </a:lnTo>
                <a:lnTo>
                  <a:pt x="419100" y="1266825"/>
                </a:lnTo>
                <a:close/>
                <a:moveTo>
                  <a:pt x="1571625" y="1257300"/>
                </a:moveTo>
                <a:lnTo>
                  <a:pt x="1581150" y="1257300"/>
                </a:lnTo>
                <a:lnTo>
                  <a:pt x="1581150" y="1266825"/>
                </a:lnTo>
                <a:lnTo>
                  <a:pt x="1571625" y="1266825"/>
                </a:lnTo>
                <a:close/>
                <a:moveTo>
                  <a:pt x="428625" y="1266825"/>
                </a:moveTo>
                <a:lnTo>
                  <a:pt x="438150" y="1266825"/>
                </a:lnTo>
                <a:lnTo>
                  <a:pt x="438150" y="1276350"/>
                </a:lnTo>
                <a:lnTo>
                  <a:pt x="447675" y="1276350"/>
                </a:lnTo>
                <a:lnTo>
                  <a:pt x="447675" y="1304925"/>
                </a:lnTo>
                <a:lnTo>
                  <a:pt x="438150" y="1304925"/>
                </a:lnTo>
                <a:lnTo>
                  <a:pt x="438150" y="1314450"/>
                </a:lnTo>
                <a:lnTo>
                  <a:pt x="419100" y="1314450"/>
                </a:lnTo>
                <a:lnTo>
                  <a:pt x="419100" y="1304925"/>
                </a:lnTo>
                <a:lnTo>
                  <a:pt x="428625" y="1304925"/>
                </a:lnTo>
                <a:close/>
                <a:moveTo>
                  <a:pt x="542925" y="1266825"/>
                </a:moveTo>
                <a:lnTo>
                  <a:pt x="552450" y="1266825"/>
                </a:lnTo>
                <a:lnTo>
                  <a:pt x="552450" y="1276350"/>
                </a:lnTo>
                <a:lnTo>
                  <a:pt x="542925" y="1276350"/>
                </a:lnTo>
                <a:close/>
                <a:moveTo>
                  <a:pt x="104775" y="1276350"/>
                </a:moveTo>
                <a:lnTo>
                  <a:pt x="114300" y="1276350"/>
                </a:lnTo>
                <a:lnTo>
                  <a:pt x="114300" y="1295400"/>
                </a:lnTo>
                <a:lnTo>
                  <a:pt x="104775" y="1295400"/>
                </a:lnTo>
                <a:close/>
                <a:moveTo>
                  <a:pt x="371475" y="1276350"/>
                </a:moveTo>
                <a:lnTo>
                  <a:pt x="381000" y="1276350"/>
                </a:lnTo>
                <a:lnTo>
                  <a:pt x="381000" y="1295400"/>
                </a:lnTo>
                <a:lnTo>
                  <a:pt x="371475" y="1295400"/>
                </a:lnTo>
                <a:close/>
                <a:moveTo>
                  <a:pt x="171450" y="1285875"/>
                </a:moveTo>
                <a:lnTo>
                  <a:pt x="180975" y="1285875"/>
                </a:lnTo>
                <a:lnTo>
                  <a:pt x="180975" y="1295400"/>
                </a:lnTo>
                <a:lnTo>
                  <a:pt x="171450" y="1295400"/>
                </a:lnTo>
                <a:close/>
                <a:moveTo>
                  <a:pt x="781050" y="1285875"/>
                </a:moveTo>
                <a:lnTo>
                  <a:pt x="800100" y="1285875"/>
                </a:lnTo>
                <a:lnTo>
                  <a:pt x="800100" y="1295400"/>
                </a:lnTo>
                <a:lnTo>
                  <a:pt x="781050" y="1295400"/>
                </a:lnTo>
                <a:close/>
                <a:moveTo>
                  <a:pt x="838200" y="1285875"/>
                </a:moveTo>
                <a:lnTo>
                  <a:pt x="847725" y="1285875"/>
                </a:lnTo>
                <a:lnTo>
                  <a:pt x="847725" y="1295400"/>
                </a:lnTo>
                <a:lnTo>
                  <a:pt x="838200" y="1295400"/>
                </a:lnTo>
                <a:close/>
                <a:moveTo>
                  <a:pt x="857250" y="1285875"/>
                </a:moveTo>
                <a:lnTo>
                  <a:pt x="866775" y="1285875"/>
                </a:lnTo>
                <a:lnTo>
                  <a:pt x="866775" y="1295400"/>
                </a:lnTo>
                <a:lnTo>
                  <a:pt x="857250" y="1295400"/>
                </a:lnTo>
                <a:close/>
                <a:moveTo>
                  <a:pt x="962025" y="1285875"/>
                </a:moveTo>
                <a:lnTo>
                  <a:pt x="981075" y="1285875"/>
                </a:lnTo>
                <a:lnTo>
                  <a:pt x="981075" y="1295400"/>
                </a:lnTo>
                <a:lnTo>
                  <a:pt x="962025" y="1295400"/>
                </a:lnTo>
                <a:close/>
                <a:moveTo>
                  <a:pt x="409575" y="1314450"/>
                </a:moveTo>
                <a:lnTo>
                  <a:pt x="419100" y="1314450"/>
                </a:lnTo>
                <a:lnTo>
                  <a:pt x="419100" y="1323975"/>
                </a:lnTo>
                <a:lnTo>
                  <a:pt x="409575" y="1323975"/>
                </a:lnTo>
                <a:close/>
                <a:moveTo>
                  <a:pt x="438150" y="1314450"/>
                </a:moveTo>
                <a:lnTo>
                  <a:pt x="447675" y="1314450"/>
                </a:lnTo>
                <a:lnTo>
                  <a:pt x="447675" y="1323975"/>
                </a:lnTo>
                <a:lnTo>
                  <a:pt x="438150" y="1323975"/>
                </a:lnTo>
                <a:close/>
                <a:moveTo>
                  <a:pt x="590550" y="1314450"/>
                </a:moveTo>
                <a:lnTo>
                  <a:pt x="600075" y="1314450"/>
                </a:lnTo>
                <a:lnTo>
                  <a:pt x="600075" y="1323975"/>
                </a:lnTo>
                <a:lnTo>
                  <a:pt x="590550" y="1323975"/>
                </a:lnTo>
                <a:close/>
                <a:moveTo>
                  <a:pt x="885825" y="1314450"/>
                </a:moveTo>
                <a:lnTo>
                  <a:pt x="895350" y="1314450"/>
                </a:lnTo>
                <a:lnTo>
                  <a:pt x="895350" y="1323975"/>
                </a:lnTo>
                <a:lnTo>
                  <a:pt x="885825" y="1323975"/>
                </a:lnTo>
                <a:close/>
                <a:moveTo>
                  <a:pt x="923925" y="1314450"/>
                </a:moveTo>
                <a:lnTo>
                  <a:pt x="933450" y="1314450"/>
                </a:lnTo>
                <a:lnTo>
                  <a:pt x="933450" y="1323975"/>
                </a:lnTo>
                <a:lnTo>
                  <a:pt x="923925" y="1323975"/>
                </a:lnTo>
                <a:close/>
                <a:moveTo>
                  <a:pt x="247650" y="1323975"/>
                </a:moveTo>
                <a:lnTo>
                  <a:pt x="257175" y="1323975"/>
                </a:lnTo>
                <a:lnTo>
                  <a:pt x="257175" y="1333500"/>
                </a:lnTo>
                <a:lnTo>
                  <a:pt x="247650" y="1333500"/>
                </a:lnTo>
                <a:close/>
                <a:moveTo>
                  <a:pt x="400050" y="1323975"/>
                </a:moveTo>
                <a:lnTo>
                  <a:pt x="409575" y="1323975"/>
                </a:lnTo>
                <a:lnTo>
                  <a:pt x="409575" y="1333500"/>
                </a:lnTo>
                <a:lnTo>
                  <a:pt x="400050" y="1333500"/>
                </a:lnTo>
                <a:close/>
                <a:moveTo>
                  <a:pt x="609600" y="1323975"/>
                </a:moveTo>
                <a:lnTo>
                  <a:pt x="619125" y="1323975"/>
                </a:lnTo>
                <a:lnTo>
                  <a:pt x="619125" y="1333500"/>
                </a:lnTo>
                <a:lnTo>
                  <a:pt x="609600" y="1333500"/>
                </a:lnTo>
                <a:close/>
                <a:moveTo>
                  <a:pt x="876300" y="1323975"/>
                </a:moveTo>
                <a:lnTo>
                  <a:pt x="885825" y="1323975"/>
                </a:lnTo>
                <a:lnTo>
                  <a:pt x="885825" y="1333500"/>
                </a:lnTo>
                <a:lnTo>
                  <a:pt x="876300" y="1333500"/>
                </a:lnTo>
                <a:close/>
                <a:moveTo>
                  <a:pt x="933450" y="1323975"/>
                </a:moveTo>
                <a:lnTo>
                  <a:pt x="942975" y="1323975"/>
                </a:lnTo>
                <a:lnTo>
                  <a:pt x="942975" y="1333500"/>
                </a:lnTo>
                <a:lnTo>
                  <a:pt x="933450" y="1333500"/>
                </a:lnTo>
                <a:close/>
                <a:moveTo>
                  <a:pt x="962025" y="1333500"/>
                </a:moveTo>
                <a:lnTo>
                  <a:pt x="981075" y="1333500"/>
                </a:lnTo>
                <a:lnTo>
                  <a:pt x="981075" y="1343025"/>
                </a:lnTo>
                <a:lnTo>
                  <a:pt x="962025" y="1343025"/>
                </a:lnTo>
                <a:close/>
                <a:moveTo>
                  <a:pt x="1485900" y="1343025"/>
                </a:moveTo>
                <a:lnTo>
                  <a:pt x="1495425" y="1343025"/>
                </a:lnTo>
                <a:lnTo>
                  <a:pt x="1495425" y="1352550"/>
                </a:lnTo>
                <a:lnTo>
                  <a:pt x="1485900" y="1352550"/>
                </a:lnTo>
                <a:close/>
                <a:moveTo>
                  <a:pt x="171450" y="1409700"/>
                </a:moveTo>
                <a:lnTo>
                  <a:pt x="190500" y="1409700"/>
                </a:lnTo>
                <a:lnTo>
                  <a:pt x="190500" y="1419225"/>
                </a:lnTo>
                <a:lnTo>
                  <a:pt x="171450" y="1419225"/>
                </a:lnTo>
                <a:close/>
                <a:moveTo>
                  <a:pt x="219075" y="1409700"/>
                </a:moveTo>
                <a:lnTo>
                  <a:pt x="285750" y="1409700"/>
                </a:lnTo>
                <a:lnTo>
                  <a:pt x="285750" y="1419225"/>
                </a:lnTo>
                <a:lnTo>
                  <a:pt x="219075" y="1419225"/>
                </a:lnTo>
                <a:close/>
                <a:moveTo>
                  <a:pt x="323850" y="1409700"/>
                </a:moveTo>
                <a:lnTo>
                  <a:pt x="352425" y="1409700"/>
                </a:lnTo>
                <a:lnTo>
                  <a:pt x="352425" y="1419225"/>
                </a:lnTo>
                <a:lnTo>
                  <a:pt x="323850" y="1419225"/>
                </a:lnTo>
                <a:close/>
                <a:moveTo>
                  <a:pt x="400050" y="1409700"/>
                </a:moveTo>
                <a:lnTo>
                  <a:pt x="409575" y="1409700"/>
                </a:lnTo>
                <a:lnTo>
                  <a:pt x="409575" y="1419225"/>
                </a:lnTo>
                <a:lnTo>
                  <a:pt x="400050" y="1419225"/>
                </a:lnTo>
                <a:close/>
                <a:moveTo>
                  <a:pt x="438150" y="1409700"/>
                </a:moveTo>
                <a:lnTo>
                  <a:pt x="476250" y="1409700"/>
                </a:lnTo>
                <a:lnTo>
                  <a:pt x="476250" y="1419225"/>
                </a:lnTo>
                <a:lnTo>
                  <a:pt x="438150" y="1419225"/>
                </a:lnTo>
                <a:close/>
                <a:moveTo>
                  <a:pt x="485775" y="1409700"/>
                </a:moveTo>
                <a:lnTo>
                  <a:pt x="514350" y="1409700"/>
                </a:lnTo>
                <a:lnTo>
                  <a:pt x="514350" y="1419225"/>
                </a:lnTo>
                <a:lnTo>
                  <a:pt x="485775" y="1419225"/>
                </a:lnTo>
                <a:close/>
                <a:moveTo>
                  <a:pt x="523875" y="1409700"/>
                </a:moveTo>
                <a:lnTo>
                  <a:pt x="581025" y="1409700"/>
                </a:lnTo>
                <a:lnTo>
                  <a:pt x="581025" y="1419225"/>
                </a:lnTo>
                <a:lnTo>
                  <a:pt x="523875" y="1419225"/>
                </a:lnTo>
                <a:close/>
                <a:moveTo>
                  <a:pt x="609600" y="1409700"/>
                </a:moveTo>
                <a:lnTo>
                  <a:pt x="647700" y="1409700"/>
                </a:lnTo>
                <a:lnTo>
                  <a:pt x="647700" y="1419225"/>
                </a:lnTo>
                <a:lnTo>
                  <a:pt x="609600" y="1419225"/>
                </a:lnTo>
                <a:close/>
                <a:moveTo>
                  <a:pt x="161925" y="1419225"/>
                </a:moveTo>
                <a:lnTo>
                  <a:pt x="171450" y="1419225"/>
                </a:lnTo>
                <a:lnTo>
                  <a:pt x="171450" y="1438275"/>
                </a:lnTo>
                <a:lnTo>
                  <a:pt x="161925" y="1438275"/>
                </a:lnTo>
                <a:close/>
                <a:moveTo>
                  <a:pt x="209550" y="1419225"/>
                </a:moveTo>
                <a:lnTo>
                  <a:pt x="219075" y="1419225"/>
                </a:lnTo>
                <a:lnTo>
                  <a:pt x="219075" y="1438275"/>
                </a:lnTo>
                <a:lnTo>
                  <a:pt x="209550" y="1438275"/>
                </a:lnTo>
                <a:close/>
                <a:moveTo>
                  <a:pt x="381000" y="1419225"/>
                </a:moveTo>
                <a:lnTo>
                  <a:pt x="390525" y="1419225"/>
                </a:lnTo>
                <a:lnTo>
                  <a:pt x="390525" y="1428750"/>
                </a:lnTo>
                <a:lnTo>
                  <a:pt x="381000" y="1428750"/>
                </a:lnTo>
                <a:close/>
                <a:moveTo>
                  <a:pt x="647700" y="1419225"/>
                </a:moveTo>
                <a:lnTo>
                  <a:pt x="657225" y="1419225"/>
                </a:lnTo>
                <a:lnTo>
                  <a:pt x="657225" y="1428750"/>
                </a:lnTo>
                <a:lnTo>
                  <a:pt x="647700" y="1428750"/>
                </a:lnTo>
                <a:close/>
                <a:moveTo>
                  <a:pt x="361950" y="1428750"/>
                </a:moveTo>
                <a:lnTo>
                  <a:pt x="381000" y="1428750"/>
                </a:lnTo>
                <a:lnTo>
                  <a:pt x="381000" y="1438275"/>
                </a:lnTo>
                <a:lnTo>
                  <a:pt x="361950" y="1438275"/>
                </a:lnTo>
                <a:close/>
                <a:moveTo>
                  <a:pt x="219075" y="1438275"/>
                </a:moveTo>
                <a:lnTo>
                  <a:pt x="228600" y="1438275"/>
                </a:lnTo>
                <a:lnTo>
                  <a:pt x="228600" y="1447800"/>
                </a:lnTo>
                <a:lnTo>
                  <a:pt x="219075" y="1447800"/>
                </a:lnTo>
                <a:close/>
                <a:moveTo>
                  <a:pt x="266700" y="1438275"/>
                </a:moveTo>
                <a:lnTo>
                  <a:pt x="295275" y="1438275"/>
                </a:lnTo>
                <a:lnTo>
                  <a:pt x="295275" y="1447800"/>
                </a:lnTo>
                <a:lnTo>
                  <a:pt x="266700" y="1447800"/>
                </a:lnTo>
                <a:close/>
                <a:moveTo>
                  <a:pt x="352425" y="1438275"/>
                </a:moveTo>
                <a:lnTo>
                  <a:pt x="361950" y="1438275"/>
                </a:lnTo>
                <a:lnTo>
                  <a:pt x="361950" y="1447800"/>
                </a:lnTo>
                <a:lnTo>
                  <a:pt x="352425" y="1447800"/>
                </a:lnTo>
                <a:close/>
                <a:moveTo>
                  <a:pt x="390525" y="1438275"/>
                </a:moveTo>
                <a:lnTo>
                  <a:pt x="409575" y="1438275"/>
                </a:lnTo>
                <a:lnTo>
                  <a:pt x="409575" y="1447800"/>
                </a:lnTo>
                <a:lnTo>
                  <a:pt x="390525" y="1447800"/>
                </a:lnTo>
                <a:close/>
                <a:moveTo>
                  <a:pt x="523875" y="1438275"/>
                </a:moveTo>
                <a:lnTo>
                  <a:pt x="552450" y="1438275"/>
                </a:lnTo>
                <a:lnTo>
                  <a:pt x="552450" y="1447800"/>
                </a:lnTo>
                <a:lnTo>
                  <a:pt x="523875" y="1447800"/>
                </a:lnTo>
                <a:close/>
                <a:moveTo>
                  <a:pt x="428625" y="1447800"/>
                </a:moveTo>
                <a:lnTo>
                  <a:pt x="447675" y="1447800"/>
                </a:lnTo>
                <a:lnTo>
                  <a:pt x="447675" y="1457325"/>
                </a:lnTo>
                <a:lnTo>
                  <a:pt x="457200" y="1457325"/>
                </a:lnTo>
                <a:lnTo>
                  <a:pt x="457200" y="1447800"/>
                </a:lnTo>
                <a:lnTo>
                  <a:pt x="466725" y="1447800"/>
                </a:lnTo>
                <a:lnTo>
                  <a:pt x="466725" y="1457325"/>
                </a:lnTo>
                <a:lnTo>
                  <a:pt x="457200" y="1457325"/>
                </a:lnTo>
                <a:lnTo>
                  <a:pt x="457200" y="1466850"/>
                </a:lnTo>
                <a:lnTo>
                  <a:pt x="438150" y="1466850"/>
                </a:lnTo>
                <a:lnTo>
                  <a:pt x="438150" y="1457325"/>
                </a:lnTo>
                <a:lnTo>
                  <a:pt x="428625" y="1457325"/>
                </a:lnTo>
                <a:close/>
                <a:moveTo>
                  <a:pt x="1076325" y="1571625"/>
                </a:moveTo>
                <a:lnTo>
                  <a:pt x="1095375" y="1571625"/>
                </a:lnTo>
                <a:lnTo>
                  <a:pt x="1095375" y="1581150"/>
                </a:lnTo>
                <a:lnTo>
                  <a:pt x="1114425" y="1581150"/>
                </a:lnTo>
                <a:lnTo>
                  <a:pt x="1114425" y="1590675"/>
                </a:lnTo>
                <a:lnTo>
                  <a:pt x="1085850" y="1590675"/>
                </a:lnTo>
                <a:lnTo>
                  <a:pt x="1085850" y="1581150"/>
                </a:lnTo>
                <a:lnTo>
                  <a:pt x="1076325" y="1581150"/>
                </a:lnTo>
                <a:close/>
                <a:moveTo>
                  <a:pt x="276225" y="1581150"/>
                </a:moveTo>
                <a:lnTo>
                  <a:pt x="285750" y="1581150"/>
                </a:lnTo>
                <a:lnTo>
                  <a:pt x="285750" y="1590675"/>
                </a:lnTo>
                <a:lnTo>
                  <a:pt x="276225" y="1590675"/>
                </a:lnTo>
                <a:close/>
                <a:moveTo>
                  <a:pt x="295275" y="1581150"/>
                </a:moveTo>
                <a:lnTo>
                  <a:pt x="323850" y="1581150"/>
                </a:lnTo>
                <a:lnTo>
                  <a:pt x="323850" y="1590675"/>
                </a:lnTo>
                <a:lnTo>
                  <a:pt x="295275" y="1590675"/>
                </a:lnTo>
                <a:close/>
                <a:moveTo>
                  <a:pt x="361950" y="1581150"/>
                </a:moveTo>
                <a:lnTo>
                  <a:pt x="400050" y="1581150"/>
                </a:lnTo>
                <a:lnTo>
                  <a:pt x="400050" y="1590675"/>
                </a:lnTo>
                <a:lnTo>
                  <a:pt x="361950" y="1590675"/>
                </a:lnTo>
                <a:close/>
                <a:moveTo>
                  <a:pt x="409575" y="1581150"/>
                </a:moveTo>
                <a:lnTo>
                  <a:pt x="438150" y="1581150"/>
                </a:lnTo>
                <a:lnTo>
                  <a:pt x="438150" y="1590675"/>
                </a:lnTo>
                <a:lnTo>
                  <a:pt x="409575" y="1590675"/>
                </a:lnTo>
                <a:close/>
                <a:moveTo>
                  <a:pt x="1123950" y="1581150"/>
                </a:moveTo>
                <a:lnTo>
                  <a:pt x="1133475" y="1581150"/>
                </a:lnTo>
                <a:lnTo>
                  <a:pt x="1133475" y="1590675"/>
                </a:lnTo>
                <a:lnTo>
                  <a:pt x="1123950" y="1590675"/>
                </a:lnTo>
                <a:close/>
                <a:moveTo>
                  <a:pt x="1143000" y="1581150"/>
                </a:moveTo>
                <a:lnTo>
                  <a:pt x="1171575" y="1581150"/>
                </a:lnTo>
                <a:lnTo>
                  <a:pt x="1171575" y="1590675"/>
                </a:lnTo>
                <a:lnTo>
                  <a:pt x="1143000" y="1590675"/>
                </a:lnTo>
                <a:close/>
                <a:moveTo>
                  <a:pt x="1181100" y="1581150"/>
                </a:moveTo>
                <a:lnTo>
                  <a:pt x="1228725" y="1581150"/>
                </a:lnTo>
                <a:lnTo>
                  <a:pt x="1228725" y="1590675"/>
                </a:lnTo>
                <a:lnTo>
                  <a:pt x="1181100" y="1590675"/>
                </a:lnTo>
                <a:close/>
                <a:moveTo>
                  <a:pt x="266700" y="1590675"/>
                </a:moveTo>
                <a:lnTo>
                  <a:pt x="276225" y="1590675"/>
                </a:lnTo>
                <a:lnTo>
                  <a:pt x="276225" y="1609725"/>
                </a:lnTo>
                <a:lnTo>
                  <a:pt x="266700" y="1609725"/>
                </a:lnTo>
                <a:close/>
                <a:moveTo>
                  <a:pt x="1228725" y="1590675"/>
                </a:moveTo>
                <a:lnTo>
                  <a:pt x="1238250" y="1590675"/>
                </a:lnTo>
                <a:lnTo>
                  <a:pt x="1238250" y="1609725"/>
                </a:lnTo>
                <a:lnTo>
                  <a:pt x="1228725" y="1609725"/>
                </a:lnTo>
                <a:close/>
                <a:moveTo>
                  <a:pt x="180975" y="1600200"/>
                </a:moveTo>
                <a:lnTo>
                  <a:pt x="190500" y="1600200"/>
                </a:lnTo>
                <a:lnTo>
                  <a:pt x="190500" y="1609725"/>
                </a:lnTo>
                <a:lnTo>
                  <a:pt x="180975" y="1609725"/>
                </a:lnTo>
                <a:close/>
                <a:moveTo>
                  <a:pt x="200025" y="1600200"/>
                </a:moveTo>
                <a:lnTo>
                  <a:pt x="209550" y="1600200"/>
                </a:lnTo>
                <a:lnTo>
                  <a:pt x="209550" y="1609725"/>
                </a:lnTo>
                <a:lnTo>
                  <a:pt x="200025" y="1609725"/>
                </a:lnTo>
                <a:close/>
                <a:moveTo>
                  <a:pt x="219075" y="1600200"/>
                </a:moveTo>
                <a:lnTo>
                  <a:pt x="228600" y="1600200"/>
                </a:lnTo>
                <a:lnTo>
                  <a:pt x="228600" y="1609725"/>
                </a:lnTo>
                <a:lnTo>
                  <a:pt x="219075" y="1609725"/>
                </a:lnTo>
                <a:close/>
                <a:moveTo>
                  <a:pt x="447675" y="1600200"/>
                </a:moveTo>
                <a:lnTo>
                  <a:pt x="457200" y="1600200"/>
                </a:lnTo>
                <a:lnTo>
                  <a:pt x="457200" y="1609725"/>
                </a:lnTo>
                <a:lnTo>
                  <a:pt x="447675" y="1609725"/>
                </a:lnTo>
                <a:close/>
                <a:moveTo>
                  <a:pt x="1000125" y="1600200"/>
                </a:moveTo>
                <a:lnTo>
                  <a:pt x="1019175" y="1600200"/>
                </a:lnTo>
                <a:lnTo>
                  <a:pt x="1019175" y="1609725"/>
                </a:lnTo>
                <a:lnTo>
                  <a:pt x="1028700" y="1609725"/>
                </a:lnTo>
                <a:lnTo>
                  <a:pt x="1028700" y="1628775"/>
                </a:lnTo>
                <a:lnTo>
                  <a:pt x="1038225" y="1628775"/>
                </a:lnTo>
                <a:lnTo>
                  <a:pt x="1038225" y="1647825"/>
                </a:lnTo>
                <a:lnTo>
                  <a:pt x="1028700" y="1647825"/>
                </a:lnTo>
                <a:lnTo>
                  <a:pt x="1028700" y="1657350"/>
                </a:lnTo>
                <a:lnTo>
                  <a:pt x="1019175" y="1657350"/>
                </a:lnTo>
                <a:lnTo>
                  <a:pt x="1019175" y="1628775"/>
                </a:lnTo>
                <a:lnTo>
                  <a:pt x="971550" y="1628775"/>
                </a:lnTo>
                <a:lnTo>
                  <a:pt x="971550" y="1657350"/>
                </a:lnTo>
                <a:lnTo>
                  <a:pt x="962025" y="1657350"/>
                </a:lnTo>
                <a:lnTo>
                  <a:pt x="962025" y="1609725"/>
                </a:lnTo>
                <a:lnTo>
                  <a:pt x="1000125" y="1609725"/>
                </a:lnTo>
                <a:close/>
                <a:moveTo>
                  <a:pt x="276225" y="1609725"/>
                </a:moveTo>
                <a:lnTo>
                  <a:pt x="314325" y="1609725"/>
                </a:lnTo>
                <a:lnTo>
                  <a:pt x="314325" y="1619250"/>
                </a:lnTo>
                <a:lnTo>
                  <a:pt x="276225" y="1619250"/>
                </a:lnTo>
                <a:close/>
                <a:moveTo>
                  <a:pt x="342900" y="1609725"/>
                </a:moveTo>
                <a:lnTo>
                  <a:pt x="371475" y="1609725"/>
                </a:lnTo>
                <a:lnTo>
                  <a:pt x="371475" y="1619250"/>
                </a:lnTo>
                <a:lnTo>
                  <a:pt x="342900" y="1619250"/>
                </a:lnTo>
                <a:close/>
                <a:moveTo>
                  <a:pt x="1123950" y="1609725"/>
                </a:moveTo>
                <a:lnTo>
                  <a:pt x="1152525" y="1609725"/>
                </a:lnTo>
                <a:lnTo>
                  <a:pt x="1152525" y="1619250"/>
                </a:lnTo>
                <a:lnTo>
                  <a:pt x="1123950" y="1619250"/>
                </a:lnTo>
                <a:close/>
                <a:moveTo>
                  <a:pt x="1171575" y="1609725"/>
                </a:moveTo>
                <a:lnTo>
                  <a:pt x="1181100" y="1609725"/>
                </a:lnTo>
                <a:lnTo>
                  <a:pt x="1181100" y="1619250"/>
                </a:lnTo>
                <a:lnTo>
                  <a:pt x="1171575" y="1619250"/>
                </a:lnTo>
                <a:close/>
                <a:moveTo>
                  <a:pt x="1219200" y="1609725"/>
                </a:moveTo>
                <a:lnTo>
                  <a:pt x="1228725" y="1609725"/>
                </a:lnTo>
                <a:lnTo>
                  <a:pt x="1228725" y="1619250"/>
                </a:lnTo>
                <a:lnTo>
                  <a:pt x="1219200" y="1619250"/>
                </a:lnTo>
                <a:close/>
                <a:moveTo>
                  <a:pt x="161925" y="1619250"/>
                </a:moveTo>
                <a:lnTo>
                  <a:pt x="180975" y="1619250"/>
                </a:lnTo>
                <a:lnTo>
                  <a:pt x="180975" y="1657350"/>
                </a:lnTo>
                <a:lnTo>
                  <a:pt x="161925" y="1657350"/>
                </a:lnTo>
                <a:lnTo>
                  <a:pt x="161925" y="1647825"/>
                </a:lnTo>
                <a:lnTo>
                  <a:pt x="152400" y="1647825"/>
                </a:lnTo>
                <a:lnTo>
                  <a:pt x="152400" y="1638300"/>
                </a:lnTo>
                <a:lnTo>
                  <a:pt x="161925" y="1638300"/>
                </a:lnTo>
                <a:close/>
                <a:moveTo>
                  <a:pt x="228600" y="1619250"/>
                </a:moveTo>
                <a:lnTo>
                  <a:pt x="238125" y="1619250"/>
                </a:lnTo>
                <a:lnTo>
                  <a:pt x="238125" y="1647825"/>
                </a:lnTo>
                <a:lnTo>
                  <a:pt x="228600" y="1647825"/>
                </a:lnTo>
                <a:close/>
                <a:moveTo>
                  <a:pt x="314325" y="1619250"/>
                </a:moveTo>
                <a:lnTo>
                  <a:pt x="333375" y="1619250"/>
                </a:lnTo>
                <a:lnTo>
                  <a:pt x="333375" y="1628775"/>
                </a:lnTo>
                <a:lnTo>
                  <a:pt x="314325" y="1628775"/>
                </a:lnTo>
                <a:close/>
                <a:moveTo>
                  <a:pt x="276225" y="1638300"/>
                </a:moveTo>
                <a:lnTo>
                  <a:pt x="285750" y="1638300"/>
                </a:lnTo>
                <a:lnTo>
                  <a:pt x="285750" y="1647825"/>
                </a:lnTo>
                <a:lnTo>
                  <a:pt x="276225" y="1647825"/>
                </a:lnTo>
                <a:close/>
                <a:moveTo>
                  <a:pt x="323850" y="1638300"/>
                </a:moveTo>
                <a:lnTo>
                  <a:pt x="333375" y="1638300"/>
                </a:lnTo>
                <a:lnTo>
                  <a:pt x="333375" y="1647825"/>
                </a:lnTo>
                <a:lnTo>
                  <a:pt x="323850" y="1647825"/>
                </a:lnTo>
                <a:close/>
                <a:moveTo>
                  <a:pt x="447675" y="1638300"/>
                </a:moveTo>
                <a:lnTo>
                  <a:pt x="457200" y="1638300"/>
                </a:lnTo>
                <a:lnTo>
                  <a:pt x="457200" y="1647825"/>
                </a:lnTo>
                <a:lnTo>
                  <a:pt x="447675" y="1647825"/>
                </a:lnTo>
                <a:close/>
                <a:moveTo>
                  <a:pt x="495300" y="1638300"/>
                </a:moveTo>
                <a:lnTo>
                  <a:pt x="514350" y="1638300"/>
                </a:lnTo>
                <a:lnTo>
                  <a:pt x="514350" y="1647825"/>
                </a:lnTo>
                <a:lnTo>
                  <a:pt x="495300" y="1647825"/>
                </a:lnTo>
                <a:close/>
                <a:moveTo>
                  <a:pt x="1085850" y="1638300"/>
                </a:moveTo>
                <a:lnTo>
                  <a:pt x="1095375" y="1638300"/>
                </a:lnTo>
                <a:lnTo>
                  <a:pt x="1095375" y="1647825"/>
                </a:lnTo>
                <a:lnTo>
                  <a:pt x="1085850" y="1647825"/>
                </a:lnTo>
                <a:close/>
                <a:moveTo>
                  <a:pt x="266700" y="1647825"/>
                </a:moveTo>
                <a:lnTo>
                  <a:pt x="276225" y="1647825"/>
                </a:lnTo>
                <a:lnTo>
                  <a:pt x="276225" y="1676400"/>
                </a:lnTo>
                <a:lnTo>
                  <a:pt x="266700" y="1676400"/>
                </a:lnTo>
                <a:close/>
                <a:moveTo>
                  <a:pt x="304800" y="1647825"/>
                </a:moveTo>
                <a:lnTo>
                  <a:pt x="323850" y="1647825"/>
                </a:lnTo>
                <a:lnTo>
                  <a:pt x="323850" y="1676400"/>
                </a:lnTo>
                <a:lnTo>
                  <a:pt x="333375" y="1676400"/>
                </a:lnTo>
                <a:lnTo>
                  <a:pt x="333375" y="1685925"/>
                </a:lnTo>
                <a:lnTo>
                  <a:pt x="295275" y="1685925"/>
                </a:lnTo>
                <a:lnTo>
                  <a:pt x="295275" y="1676400"/>
                </a:lnTo>
                <a:lnTo>
                  <a:pt x="304800" y="1676400"/>
                </a:lnTo>
                <a:close/>
                <a:moveTo>
                  <a:pt x="1095375" y="1647825"/>
                </a:moveTo>
                <a:lnTo>
                  <a:pt x="1104900" y="1647825"/>
                </a:lnTo>
                <a:lnTo>
                  <a:pt x="1104900" y="1657350"/>
                </a:lnTo>
                <a:lnTo>
                  <a:pt x="1095375" y="1657350"/>
                </a:lnTo>
                <a:close/>
                <a:moveTo>
                  <a:pt x="180975" y="1657350"/>
                </a:moveTo>
                <a:lnTo>
                  <a:pt x="190500" y="1657350"/>
                </a:lnTo>
                <a:lnTo>
                  <a:pt x="190500" y="1666875"/>
                </a:lnTo>
                <a:lnTo>
                  <a:pt x="180975" y="1666875"/>
                </a:lnTo>
                <a:close/>
                <a:moveTo>
                  <a:pt x="200025" y="1657350"/>
                </a:moveTo>
                <a:lnTo>
                  <a:pt x="209550" y="1657350"/>
                </a:lnTo>
                <a:lnTo>
                  <a:pt x="209550" y="1666875"/>
                </a:lnTo>
                <a:lnTo>
                  <a:pt x="219075" y="1666875"/>
                </a:lnTo>
                <a:lnTo>
                  <a:pt x="219075" y="1657350"/>
                </a:lnTo>
                <a:lnTo>
                  <a:pt x="228600" y="1657350"/>
                </a:lnTo>
                <a:lnTo>
                  <a:pt x="228600" y="1666875"/>
                </a:lnTo>
                <a:lnTo>
                  <a:pt x="219075" y="1666875"/>
                </a:lnTo>
                <a:lnTo>
                  <a:pt x="219075" y="1676400"/>
                </a:lnTo>
                <a:lnTo>
                  <a:pt x="190500" y="1676400"/>
                </a:lnTo>
                <a:lnTo>
                  <a:pt x="190500" y="1666875"/>
                </a:lnTo>
                <a:lnTo>
                  <a:pt x="200025" y="1666875"/>
                </a:lnTo>
                <a:close/>
                <a:moveTo>
                  <a:pt x="428625" y="1657350"/>
                </a:moveTo>
                <a:lnTo>
                  <a:pt x="447675" y="1657350"/>
                </a:lnTo>
                <a:lnTo>
                  <a:pt x="447675" y="1666875"/>
                </a:lnTo>
                <a:lnTo>
                  <a:pt x="438150" y="1666875"/>
                </a:lnTo>
                <a:lnTo>
                  <a:pt x="438150" y="1685925"/>
                </a:lnTo>
                <a:lnTo>
                  <a:pt x="428625" y="1685925"/>
                </a:lnTo>
                <a:close/>
                <a:moveTo>
                  <a:pt x="971550" y="1657350"/>
                </a:moveTo>
                <a:lnTo>
                  <a:pt x="1019175" y="1657350"/>
                </a:lnTo>
                <a:lnTo>
                  <a:pt x="1019175" y="1666875"/>
                </a:lnTo>
                <a:lnTo>
                  <a:pt x="1009650" y="1666875"/>
                </a:lnTo>
                <a:lnTo>
                  <a:pt x="1009650" y="1676400"/>
                </a:lnTo>
                <a:lnTo>
                  <a:pt x="990600" y="1676400"/>
                </a:lnTo>
                <a:lnTo>
                  <a:pt x="990600" y="1666875"/>
                </a:lnTo>
                <a:lnTo>
                  <a:pt x="971550" y="1666875"/>
                </a:lnTo>
                <a:close/>
                <a:moveTo>
                  <a:pt x="1104900" y="1666875"/>
                </a:moveTo>
                <a:lnTo>
                  <a:pt x="1114425" y="1666875"/>
                </a:lnTo>
                <a:lnTo>
                  <a:pt x="1114425" y="1676400"/>
                </a:lnTo>
                <a:lnTo>
                  <a:pt x="1104900" y="1676400"/>
                </a:lnTo>
                <a:close/>
                <a:moveTo>
                  <a:pt x="276225" y="1676400"/>
                </a:moveTo>
                <a:lnTo>
                  <a:pt x="285750" y="1676400"/>
                </a:lnTo>
                <a:lnTo>
                  <a:pt x="285750" y="1685925"/>
                </a:lnTo>
                <a:lnTo>
                  <a:pt x="276225" y="1685925"/>
                </a:lnTo>
                <a:close/>
                <a:moveTo>
                  <a:pt x="390525" y="1676400"/>
                </a:moveTo>
                <a:lnTo>
                  <a:pt x="419100" y="1676400"/>
                </a:lnTo>
                <a:lnTo>
                  <a:pt x="419100" y="1685925"/>
                </a:lnTo>
                <a:lnTo>
                  <a:pt x="390525" y="1685925"/>
                </a:lnTo>
                <a:close/>
                <a:moveTo>
                  <a:pt x="190500" y="1838325"/>
                </a:moveTo>
                <a:lnTo>
                  <a:pt x="209550" y="1838325"/>
                </a:lnTo>
                <a:lnTo>
                  <a:pt x="209550" y="1847850"/>
                </a:lnTo>
                <a:lnTo>
                  <a:pt x="190500" y="1847850"/>
                </a:lnTo>
                <a:close/>
                <a:moveTo>
                  <a:pt x="180975" y="1847850"/>
                </a:moveTo>
                <a:lnTo>
                  <a:pt x="190500" y="1847850"/>
                </a:lnTo>
                <a:lnTo>
                  <a:pt x="190500" y="1857375"/>
                </a:lnTo>
                <a:lnTo>
                  <a:pt x="180975" y="1857375"/>
                </a:lnTo>
                <a:close/>
                <a:moveTo>
                  <a:pt x="209550" y="1847850"/>
                </a:moveTo>
                <a:lnTo>
                  <a:pt x="219075" y="1847850"/>
                </a:lnTo>
                <a:lnTo>
                  <a:pt x="219075" y="1857375"/>
                </a:lnTo>
                <a:lnTo>
                  <a:pt x="228600" y="1857375"/>
                </a:lnTo>
                <a:lnTo>
                  <a:pt x="228600" y="1876425"/>
                </a:lnTo>
                <a:lnTo>
                  <a:pt x="219075" y="1876425"/>
                </a:lnTo>
                <a:lnTo>
                  <a:pt x="219075" y="1866900"/>
                </a:lnTo>
                <a:lnTo>
                  <a:pt x="209550" y="1866900"/>
                </a:lnTo>
                <a:close/>
                <a:moveTo>
                  <a:pt x="495300" y="1847850"/>
                </a:moveTo>
                <a:lnTo>
                  <a:pt x="504825" y="1847850"/>
                </a:lnTo>
                <a:lnTo>
                  <a:pt x="504825" y="1857375"/>
                </a:lnTo>
                <a:lnTo>
                  <a:pt x="495300" y="1857375"/>
                </a:lnTo>
                <a:close/>
                <a:moveTo>
                  <a:pt x="581025" y="1847850"/>
                </a:moveTo>
                <a:lnTo>
                  <a:pt x="600075" y="1847850"/>
                </a:lnTo>
                <a:lnTo>
                  <a:pt x="600075" y="1857375"/>
                </a:lnTo>
                <a:lnTo>
                  <a:pt x="581025" y="1857375"/>
                </a:lnTo>
                <a:close/>
                <a:moveTo>
                  <a:pt x="295275" y="1857375"/>
                </a:moveTo>
                <a:lnTo>
                  <a:pt x="304800" y="1857375"/>
                </a:lnTo>
                <a:lnTo>
                  <a:pt x="304800" y="1866900"/>
                </a:lnTo>
                <a:lnTo>
                  <a:pt x="295275" y="1866900"/>
                </a:lnTo>
                <a:close/>
                <a:moveTo>
                  <a:pt x="476250" y="1857375"/>
                </a:moveTo>
                <a:lnTo>
                  <a:pt x="485775" y="1857375"/>
                </a:lnTo>
                <a:lnTo>
                  <a:pt x="485775" y="1866900"/>
                </a:lnTo>
                <a:lnTo>
                  <a:pt x="476250" y="1866900"/>
                </a:lnTo>
                <a:close/>
                <a:moveTo>
                  <a:pt x="504825" y="1857375"/>
                </a:moveTo>
                <a:lnTo>
                  <a:pt x="514350" y="1857375"/>
                </a:lnTo>
                <a:lnTo>
                  <a:pt x="514350" y="1866900"/>
                </a:lnTo>
                <a:lnTo>
                  <a:pt x="504825" y="1866900"/>
                </a:lnTo>
                <a:close/>
                <a:moveTo>
                  <a:pt x="342900" y="1866900"/>
                </a:moveTo>
                <a:lnTo>
                  <a:pt x="361950" y="1866900"/>
                </a:lnTo>
                <a:lnTo>
                  <a:pt x="361950" y="1876425"/>
                </a:lnTo>
                <a:lnTo>
                  <a:pt x="342900" y="1876425"/>
                </a:lnTo>
                <a:close/>
                <a:moveTo>
                  <a:pt x="609600" y="1866900"/>
                </a:moveTo>
                <a:lnTo>
                  <a:pt x="638175" y="1866900"/>
                </a:lnTo>
                <a:lnTo>
                  <a:pt x="638175" y="1876425"/>
                </a:lnTo>
                <a:lnTo>
                  <a:pt x="609600" y="1876425"/>
                </a:lnTo>
                <a:close/>
                <a:moveTo>
                  <a:pt x="647700" y="1866900"/>
                </a:moveTo>
                <a:lnTo>
                  <a:pt x="657225" y="1866900"/>
                </a:lnTo>
                <a:lnTo>
                  <a:pt x="657225" y="1885950"/>
                </a:lnTo>
                <a:lnTo>
                  <a:pt x="647700" y="1885950"/>
                </a:lnTo>
                <a:close/>
                <a:moveTo>
                  <a:pt x="0" y="1885950"/>
                </a:moveTo>
                <a:lnTo>
                  <a:pt x="19050" y="1885950"/>
                </a:lnTo>
                <a:lnTo>
                  <a:pt x="19050" y="1895475"/>
                </a:lnTo>
                <a:lnTo>
                  <a:pt x="28575" y="1895475"/>
                </a:lnTo>
                <a:lnTo>
                  <a:pt x="28575" y="2819400"/>
                </a:lnTo>
                <a:lnTo>
                  <a:pt x="9525" y="2819400"/>
                </a:lnTo>
                <a:lnTo>
                  <a:pt x="9525" y="2838450"/>
                </a:lnTo>
                <a:lnTo>
                  <a:pt x="19050" y="2838450"/>
                </a:lnTo>
                <a:lnTo>
                  <a:pt x="19050" y="2847975"/>
                </a:lnTo>
                <a:lnTo>
                  <a:pt x="28575" y="2847975"/>
                </a:lnTo>
                <a:lnTo>
                  <a:pt x="28575" y="3409950"/>
                </a:lnTo>
                <a:lnTo>
                  <a:pt x="38100" y="3409950"/>
                </a:lnTo>
                <a:lnTo>
                  <a:pt x="38100" y="3505200"/>
                </a:lnTo>
                <a:lnTo>
                  <a:pt x="47625" y="3505200"/>
                </a:lnTo>
                <a:lnTo>
                  <a:pt x="47625" y="3581400"/>
                </a:lnTo>
                <a:lnTo>
                  <a:pt x="57150" y="3581400"/>
                </a:lnTo>
                <a:lnTo>
                  <a:pt x="57150" y="3590925"/>
                </a:lnTo>
                <a:lnTo>
                  <a:pt x="66675" y="3590925"/>
                </a:lnTo>
                <a:lnTo>
                  <a:pt x="66675" y="3619500"/>
                </a:lnTo>
                <a:lnTo>
                  <a:pt x="76200" y="3619500"/>
                </a:lnTo>
                <a:lnTo>
                  <a:pt x="76200" y="3657600"/>
                </a:lnTo>
                <a:lnTo>
                  <a:pt x="85725" y="3657600"/>
                </a:lnTo>
                <a:lnTo>
                  <a:pt x="85725" y="3676650"/>
                </a:lnTo>
                <a:lnTo>
                  <a:pt x="95250" y="3676650"/>
                </a:lnTo>
                <a:lnTo>
                  <a:pt x="95250" y="3695700"/>
                </a:lnTo>
                <a:lnTo>
                  <a:pt x="104775" y="3695700"/>
                </a:lnTo>
                <a:lnTo>
                  <a:pt x="104775" y="3705225"/>
                </a:lnTo>
                <a:lnTo>
                  <a:pt x="114300" y="3705225"/>
                </a:lnTo>
                <a:lnTo>
                  <a:pt x="114300" y="3724275"/>
                </a:lnTo>
                <a:lnTo>
                  <a:pt x="123825" y="3724275"/>
                </a:lnTo>
                <a:lnTo>
                  <a:pt x="123825" y="3733800"/>
                </a:lnTo>
                <a:lnTo>
                  <a:pt x="133350" y="3733800"/>
                </a:lnTo>
                <a:lnTo>
                  <a:pt x="133350" y="3743325"/>
                </a:lnTo>
                <a:lnTo>
                  <a:pt x="142875" y="3743325"/>
                </a:lnTo>
                <a:lnTo>
                  <a:pt x="142875" y="3752850"/>
                </a:lnTo>
                <a:lnTo>
                  <a:pt x="152400" y="3752850"/>
                </a:lnTo>
                <a:lnTo>
                  <a:pt x="152400" y="3762375"/>
                </a:lnTo>
                <a:lnTo>
                  <a:pt x="161925" y="3762375"/>
                </a:lnTo>
                <a:lnTo>
                  <a:pt x="161925" y="3771900"/>
                </a:lnTo>
                <a:lnTo>
                  <a:pt x="171450" y="3771900"/>
                </a:lnTo>
                <a:lnTo>
                  <a:pt x="171450" y="3781425"/>
                </a:lnTo>
                <a:lnTo>
                  <a:pt x="180975" y="3781425"/>
                </a:lnTo>
                <a:lnTo>
                  <a:pt x="180975" y="3790950"/>
                </a:lnTo>
                <a:lnTo>
                  <a:pt x="66675" y="3790950"/>
                </a:lnTo>
                <a:lnTo>
                  <a:pt x="66675" y="3781425"/>
                </a:lnTo>
                <a:lnTo>
                  <a:pt x="57150" y="3781425"/>
                </a:lnTo>
                <a:lnTo>
                  <a:pt x="57150" y="3771900"/>
                </a:lnTo>
                <a:lnTo>
                  <a:pt x="47625" y="3771900"/>
                </a:lnTo>
                <a:lnTo>
                  <a:pt x="47625" y="3752850"/>
                </a:lnTo>
                <a:lnTo>
                  <a:pt x="38100" y="3752850"/>
                </a:lnTo>
                <a:lnTo>
                  <a:pt x="38100" y="3743325"/>
                </a:lnTo>
                <a:lnTo>
                  <a:pt x="28575" y="3743325"/>
                </a:lnTo>
                <a:lnTo>
                  <a:pt x="28575" y="3733800"/>
                </a:lnTo>
                <a:lnTo>
                  <a:pt x="19050" y="3733800"/>
                </a:lnTo>
                <a:lnTo>
                  <a:pt x="19050" y="3695700"/>
                </a:lnTo>
                <a:lnTo>
                  <a:pt x="9525" y="3695700"/>
                </a:lnTo>
                <a:lnTo>
                  <a:pt x="9525" y="3686175"/>
                </a:lnTo>
                <a:lnTo>
                  <a:pt x="0" y="3686175"/>
                </a:lnTo>
                <a:close/>
                <a:moveTo>
                  <a:pt x="1800225" y="1885950"/>
                </a:moveTo>
                <a:lnTo>
                  <a:pt x="1838325" y="1885950"/>
                </a:lnTo>
                <a:lnTo>
                  <a:pt x="1838325" y="3571875"/>
                </a:lnTo>
                <a:lnTo>
                  <a:pt x="1828800" y="3571875"/>
                </a:lnTo>
                <a:lnTo>
                  <a:pt x="1828800" y="3590925"/>
                </a:lnTo>
                <a:lnTo>
                  <a:pt x="1838325" y="3590925"/>
                </a:lnTo>
                <a:lnTo>
                  <a:pt x="1838325" y="3619500"/>
                </a:lnTo>
                <a:lnTo>
                  <a:pt x="1828800" y="3619500"/>
                </a:lnTo>
                <a:lnTo>
                  <a:pt x="1828800" y="3648075"/>
                </a:lnTo>
                <a:lnTo>
                  <a:pt x="1819275" y="3648075"/>
                </a:lnTo>
                <a:lnTo>
                  <a:pt x="1819275" y="3676650"/>
                </a:lnTo>
                <a:lnTo>
                  <a:pt x="1809750" y="3676650"/>
                </a:lnTo>
                <a:lnTo>
                  <a:pt x="1809750" y="3705225"/>
                </a:lnTo>
                <a:lnTo>
                  <a:pt x="1790700" y="3705225"/>
                </a:lnTo>
                <a:lnTo>
                  <a:pt x="1790700" y="3724275"/>
                </a:lnTo>
                <a:lnTo>
                  <a:pt x="1781175" y="3724275"/>
                </a:lnTo>
                <a:lnTo>
                  <a:pt x="1781175" y="3733800"/>
                </a:lnTo>
                <a:lnTo>
                  <a:pt x="1771650" y="3733800"/>
                </a:lnTo>
                <a:lnTo>
                  <a:pt x="1771650" y="3752850"/>
                </a:lnTo>
                <a:lnTo>
                  <a:pt x="1762125" y="3752850"/>
                </a:lnTo>
                <a:lnTo>
                  <a:pt x="1762125" y="3762375"/>
                </a:lnTo>
                <a:lnTo>
                  <a:pt x="1752600" y="3762375"/>
                </a:lnTo>
                <a:lnTo>
                  <a:pt x="1752600" y="3790950"/>
                </a:lnTo>
                <a:lnTo>
                  <a:pt x="1628775" y="3790950"/>
                </a:lnTo>
                <a:lnTo>
                  <a:pt x="1628775" y="3781425"/>
                </a:lnTo>
                <a:lnTo>
                  <a:pt x="1638300" y="3781425"/>
                </a:lnTo>
                <a:lnTo>
                  <a:pt x="1638300" y="3771900"/>
                </a:lnTo>
                <a:lnTo>
                  <a:pt x="1647825" y="3771900"/>
                </a:lnTo>
                <a:lnTo>
                  <a:pt x="1647825" y="3762375"/>
                </a:lnTo>
                <a:lnTo>
                  <a:pt x="1657350" y="3762375"/>
                </a:lnTo>
                <a:lnTo>
                  <a:pt x="1657350" y="3752850"/>
                </a:lnTo>
                <a:lnTo>
                  <a:pt x="1666875" y="3752850"/>
                </a:lnTo>
                <a:lnTo>
                  <a:pt x="1666875" y="3743325"/>
                </a:lnTo>
                <a:lnTo>
                  <a:pt x="1676400" y="3743325"/>
                </a:lnTo>
                <a:lnTo>
                  <a:pt x="1676400" y="3724275"/>
                </a:lnTo>
                <a:lnTo>
                  <a:pt x="1685925" y="3724275"/>
                </a:lnTo>
                <a:lnTo>
                  <a:pt x="1685925" y="3705225"/>
                </a:lnTo>
                <a:lnTo>
                  <a:pt x="1695450" y="3705225"/>
                </a:lnTo>
                <a:lnTo>
                  <a:pt x="1695450" y="3695700"/>
                </a:lnTo>
                <a:lnTo>
                  <a:pt x="1714500" y="3695700"/>
                </a:lnTo>
                <a:lnTo>
                  <a:pt x="1714500" y="3686175"/>
                </a:lnTo>
                <a:lnTo>
                  <a:pt x="1724025" y="3686175"/>
                </a:lnTo>
                <a:lnTo>
                  <a:pt x="1724025" y="3676650"/>
                </a:lnTo>
                <a:lnTo>
                  <a:pt x="1733550" y="3676650"/>
                </a:lnTo>
                <a:lnTo>
                  <a:pt x="1733550" y="3667125"/>
                </a:lnTo>
                <a:lnTo>
                  <a:pt x="1743075" y="3667125"/>
                </a:lnTo>
                <a:lnTo>
                  <a:pt x="1743075" y="3648075"/>
                </a:lnTo>
                <a:lnTo>
                  <a:pt x="1752600" y="3648075"/>
                </a:lnTo>
                <a:lnTo>
                  <a:pt x="1752600" y="3629025"/>
                </a:lnTo>
                <a:lnTo>
                  <a:pt x="1762125" y="3629025"/>
                </a:lnTo>
                <a:lnTo>
                  <a:pt x="1762125" y="3562350"/>
                </a:lnTo>
                <a:lnTo>
                  <a:pt x="1771650" y="3562350"/>
                </a:lnTo>
                <a:lnTo>
                  <a:pt x="1771650" y="3533775"/>
                </a:lnTo>
                <a:lnTo>
                  <a:pt x="1781175" y="3533775"/>
                </a:lnTo>
                <a:lnTo>
                  <a:pt x="1781175" y="3486150"/>
                </a:lnTo>
                <a:lnTo>
                  <a:pt x="1790700" y="3486150"/>
                </a:lnTo>
                <a:lnTo>
                  <a:pt x="1790700" y="2847975"/>
                </a:lnTo>
                <a:lnTo>
                  <a:pt x="1800225" y="2847975"/>
                </a:lnTo>
                <a:lnTo>
                  <a:pt x="1800225" y="2838450"/>
                </a:lnTo>
                <a:lnTo>
                  <a:pt x="1819275" y="2838450"/>
                </a:lnTo>
                <a:lnTo>
                  <a:pt x="1819275" y="2819400"/>
                </a:lnTo>
                <a:lnTo>
                  <a:pt x="1800225" y="2819400"/>
                </a:lnTo>
                <a:lnTo>
                  <a:pt x="1800225" y="2809875"/>
                </a:lnTo>
                <a:lnTo>
                  <a:pt x="1790700" y="2809875"/>
                </a:lnTo>
                <a:lnTo>
                  <a:pt x="1790700" y="1895475"/>
                </a:lnTo>
                <a:lnTo>
                  <a:pt x="1800225" y="1895475"/>
                </a:lnTo>
                <a:close/>
                <a:moveTo>
                  <a:pt x="161925" y="1895475"/>
                </a:moveTo>
                <a:lnTo>
                  <a:pt x="180975" y="1895475"/>
                </a:lnTo>
                <a:lnTo>
                  <a:pt x="180975" y="1905000"/>
                </a:lnTo>
                <a:lnTo>
                  <a:pt x="171450" y="1905000"/>
                </a:lnTo>
                <a:lnTo>
                  <a:pt x="171450" y="1914525"/>
                </a:lnTo>
                <a:lnTo>
                  <a:pt x="161925" y="1914525"/>
                </a:lnTo>
                <a:close/>
                <a:moveTo>
                  <a:pt x="276225" y="1895475"/>
                </a:moveTo>
                <a:lnTo>
                  <a:pt x="285750" y="1895475"/>
                </a:lnTo>
                <a:lnTo>
                  <a:pt x="285750" y="1905000"/>
                </a:lnTo>
                <a:lnTo>
                  <a:pt x="276225" y="1905000"/>
                </a:lnTo>
                <a:close/>
                <a:moveTo>
                  <a:pt x="314325" y="1895475"/>
                </a:moveTo>
                <a:lnTo>
                  <a:pt x="323850" y="1895475"/>
                </a:lnTo>
                <a:lnTo>
                  <a:pt x="323850" y="1905000"/>
                </a:lnTo>
                <a:lnTo>
                  <a:pt x="314325" y="1905000"/>
                </a:lnTo>
                <a:close/>
                <a:moveTo>
                  <a:pt x="333375" y="1895475"/>
                </a:moveTo>
                <a:lnTo>
                  <a:pt x="342900" y="1895475"/>
                </a:lnTo>
                <a:lnTo>
                  <a:pt x="342900" y="1905000"/>
                </a:lnTo>
                <a:lnTo>
                  <a:pt x="333375" y="1905000"/>
                </a:lnTo>
                <a:close/>
                <a:moveTo>
                  <a:pt x="533400" y="1895475"/>
                </a:moveTo>
                <a:lnTo>
                  <a:pt x="542925" y="1895475"/>
                </a:lnTo>
                <a:lnTo>
                  <a:pt x="542925" y="1905000"/>
                </a:lnTo>
                <a:lnTo>
                  <a:pt x="533400" y="1905000"/>
                </a:lnTo>
                <a:close/>
                <a:moveTo>
                  <a:pt x="485775" y="1905000"/>
                </a:moveTo>
                <a:lnTo>
                  <a:pt x="495300" y="1905000"/>
                </a:lnTo>
                <a:lnTo>
                  <a:pt x="495300" y="1914525"/>
                </a:lnTo>
                <a:lnTo>
                  <a:pt x="485775" y="1914525"/>
                </a:lnTo>
                <a:close/>
                <a:moveTo>
                  <a:pt x="257175" y="2038350"/>
                </a:moveTo>
                <a:lnTo>
                  <a:pt x="295275" y="2038350"/>
                </a:lnTo>
                <a:lnTo>
                  <a:pt x="295275" y="2047875"/>
                </a:lnTo>
                <a:lnTo>
                  <a:pt x="314325" y="2047875"/>
                </a:lnTo>
                <a:lnTo>
                  <a:pt x="314325" y="2057400"/>
                </a:lnTo>
                <a:lnTo>
                  <a:pt x="323850" y="2057400"/>
                </a:lnTo>
                <a:lnTo>
                  <a:pt x="323850" y="2143125"/>
                </a:lnTo>
                <a:lnTo>
                  <a:pt x="314325" y="2143125"/>
                </a:lnTo>
                <a:lnTo>
                  <a:pt x="314325" y="2152650"/>
                </a:lnTo>
                <a:lnTo>
                  <a:pt x="295275" y="2152650"/>
                </a:lnTo>
                <a:lnTo>
                  <a:pt x="295275" y="2162175"/>
                </a:lnTo>
                <a:lnTo>
                  <a:pt x="257175" y="2162175"/>
                </a:lnTo>
                <a:lnTo>
                  <a:pt x="257175" y="2152650"/>
                </a:lnTo>
                <a:lnTo>
                  <a:pt x="238125" y="2152650"/>
                </a:lnTo>
                <a:lnTo>
                  <a:pt x="238125" y="2143125"/>
                </a:lnTo>
                <a:lnTo>
                  <a:pt x="228600" y="2143125"/>
                </a:lnTo>
                <a:lnTo>
                  <a:pt x="228600" y="2133600"/>
                </a:lnTo>
                <a:lnTo>
                  <a:pt x="219075" y="2133600"/>
                </a:lnTo>
                <a:lnTo>
                  <a:pt x="219075" y="2076450"/>
                </a:lnTo>
                <a:lnTo>
                  <a:pt x="228600" y="2076450"/>
                </a:lnTo>
                <a:lnTo>
                  <a:pt x="228600" y="2057400"/>
                </a:lnTo>
                <a:lnTo>
                  <a:pt x="238125" y="2057400"/>
                </a:lnTo>
                <a:lnTo>
                  <a:pt x="238125" y="2047875"/>
                </a:lnTo>
                <a:lnTo>
                  <a:pt x="257175" y="2047875"/>
                </a:lnTo>
                <a:close/>
                <a:moveTo>
                  <a:pt x="600075" y="2076450"/>
                </a:moveTo>
                <a:lnTo>
                  <a:pt x="609600" y="2076450"/>
                </a:lnTo>
                <a:lnTo>
                  <a:pt x="609600" y="2085975"/>
                </a:lnTo>
                <a:lnTo>
                  <a:pt x="600075" y="2085975"/>
                </a:lnTo>
                <a:close/>
                <a:moveTo>
                  <a:pt x="628650" y="2076450"/>
                </a:moveTo>
                <a:lnTo>
                  <a:pt x="647700" y="2076450"/>
                </a:lnTo>
                <a:lnTo>
                  <a:pt x="647700" y="2085975"/>
                </a:lnTo>
                <a:lnTo>
                  <a:pt x="628650" y="2085975"/>
                </a:lnTo>
                <a:close/>
                <a:moveTo>
                  <a:pt x="238125" y="2085975"/>
                </a:moveTo>
                <a:lnTo>
                  <a:pt x="247650" y="2085975"/>
                </a:lnTo>
                <a:lnTo>
                  <a:pt x="247650" y="2124075"/>
                </a:lnTo>
                <a:lnTo>
                  <a:pt x="257175" y="2124075"/>
                </a:lnTo>
                <a:lnTo>
                  <a:pt x="257175" y="2133600"/>
                </a:lnTo>
                <a:lnTo>
                  <a:pt x="295275" y="2133600"/>
                </a:lnTo>
                <a:lnTo>
                  <a:pt x="295275" y="2124075"/>
                </a:lnTo>
                <a:lnTo>
                  <a:pt x="304800" y="2124075"/>
                </a:lnTo>
                <a:lnTo>
                  <a:pt x="304800" y="2095500"/>
                </a:lnTo>
                <a:lnTo>
                  <a:pt x="314325" y="2095500"/>
                </a:lnTo>
                <a:lnTo>
                  <a:pt x="314325" y="2076450"/>
                </a:lnTo>
                <a:lnTo>
                  <a:pt x="304800" y="2076450"/>
                </a:lnTo>
                <a:lnTo>
                  <a:pt x="304800" y="2066925"/>
                </a:lnTo>
                <a:lnTo>
                  <a:pt x="247650" y="2066925"/>
                </a:lnTo>
                <a:lnTo>
                  <a:pt x="247650" y="2076450"/>
                </a:lnTo>
                <a:lnTo>
                  <a:pt x="238125" y="2076450"/>
                </a:lnTo>
                <a:close/>
                <a:moveTo>
                  <a:pt x="771525" y="2085975"/>
                </a:moveTo>
                <a:lnTo>
                  <a:pt x="781050" y="2085975"/>
                </a:lnTo>
                <a:lnTo>
                  <a:pt x="781050" y="2095500"/>
                </a:lnTo>
                <a:lnTo>
                  <a:pt x="771525" y="2095500"/>
                </a:lnTo>
                <a:close/>
                <a:moveTo>
                  <a:pt x="781050" y="2095500"/>
                </a:moveTo>
                <a:lnTo>
                  <a:pt x="790575" y="2095500"/>
                </a:lnTo>
                <a:lnTo>
                  <a:pt x="790575" y="2114550"/>
                </a:lnTo>
                <a:lnTo>
                  <a:pt x="781050" y="2114550"/>
                </a:lnTo>
                <a:close/>
                <a:moveTo>
                  <a:pt x="600075" y="2105025"/>
                </a:moveTo>
                <a:lnTo>
                  <a:pt x="609600" y="2105025"/>
                </a:lnTo>
                <a:lnTo>
                  <a:pt x="609600" y="2114550"/>
                </a:lnTo>
                <a:lnTo>
                  <a:pt x="600075" y="2114550"/>
                </a:lnTo>
                <a:close/>
                <a:moveTo>
                  <a:pt x="495300" y="2114550"/>
                </a:moveTo>
                <a:lnTo>
                  <a:pt x="523875" y="2114550"/>
                </a:lnTo>
                <a:lnTo>
                  <a:pt x="523875" y="2124075"/>
                </a:lnTo>
                <a:lnTo>
                  <a:pt x="495300" y="2124075"/>
                </a:lnTo>
                <a:close/>
                <a:moveTo>
                  <a:pt x="609600" y="2114550"/>
                </a:moveTo>
                <a:lnTo>
                  <a:pt x="619125" y="2114550"/>
                </a:lnTo>
                <a:lnTo>
                  <a:pt x="619125" y="2124075"/>
                </a:lnTo>
                <a:lnTo>
                  <a:pt x="609600" y="2124075"/>
                </a:lnTo>
                <a:close/>
                <a:moveTo>
                  <a:pt x="628650" y="2114550"/>
                </a:moveTo>
                <a:lnTo>
                  <a:pt x="647700" y="2114550"/>
                </a:lnTo>
                <a:lnTo>
                  <a:pt x="647700" y="2124075"/>
                </a:lnTo>
                <a:lnTo>
                  <a:pt x="628650" y="2124075"/>
                </a:lnTo>
                <a:close/>
                <a:moveTo>
                  <a:pt x="685800" y="2114550"/>
                </a:moveTo>
                <a:lnTo>
                  <a:pt x="714375" y="2114550"/>
                </a:lnTo>
                <a:lnTo>
                  <a:pt x="714375" y="2124075"/>
                </a:lnTo>
                <a:lnTo>
                  <a:pt x="685800" y="2124075"/>
                </a:lnTo>
                <a:close/>
                <a:moveTo>
                  <a:pt x="152400" y="2286000"/>
                </a:moveTo>
                <a:lnTo>
                  <a:pt x="171450" y="2286000"/>
                </a:lnTo>
                <a:lnTo>
                  <a:pt x="171450" y="2428875"/>
                </a:lnTo>
                <a:lnTo>
                  <a:pt x="161925" y="2428875"/>
                </a:lnTo>
                <a:lnTo>
                  <a:pt x="161925" y="2419350"/>
                </a:lnTo>
                <a:lnTo>
                  <a:pt x="152400" y="2419350"/>
                </a:lnTo>
                <a:close/>
                <a:moveTo>
                  <a:pt x="238125" y="2295525"/>
                </a:moveTo>
                <a:lnTo>
                  <a:pt x="304800" y="2295525"/>
                </a:lnTo>
                <a:lnTo>
                  <a:pt x="304800" y="2305050"/>
                </a:lnTo>
                <a:lnTo>
                  <a:pt x="314325" y="2305050"/>
                </a:lnTo>
                <a:lnTo>
                  <a:pt x="314325" y="2333625"/>
                </a:lnTo>
                <a:lnTo>
                  <a:pt x="323850" y="2333625"/>
                </a:lnTo>
                <a:lnTo>
                  <a:pt x="323850" y="2352675"/>
                </a:lnTo>
                <a:lnTo>
                  <a:pt x="314325" y="2352675"/>
                </a:lnTo>
                <a:lnTo>
                  <a:pt x="314325" y="2400300"/>
                </a:lnTo>
                <a:lnTo>
                  <a:pt x="295275" y="2400300"/>
                </a:lnTo>
                <a:lnTo>
                  <a:pt x="295275" y="2409825"/>
                </a:lnTo>
                <a:lnTo>
                  <a:pt x="257175" y="2409825"/>
                </a:lnTo>
                <a:lnTo>
                  <a:pt x="257175" y="2400300"/>
                </a:lnTo>
                <a:lnTo>
                  <a:pt x="228600" y="2400300"/>
                </a:lnTo>
                <a:lnTo>
                  <a:pt x="228600" y="2390775"/>
                </a:lnTo>
                <a:lnTo>
                  <a:pt x="219075" y="2390775"/>
                </a:lnTo>
                <a:lnTo>
                  <a:pt x="219075" y="2314575"/>
                </a:lnTo>
                <a:lnTo>
                  <a:pt x="228600" y="2314575"/>
                </a:lnTo>
                <a:lnTo>
                  <a:pt x="228600" y="2305050"/>
                </a:lnTo>
                <a:lnTo>
                  <a:pt x="238125" y="2305050"/>
                </a:lnTo>
                <a:close/>
                <a:moveTo>
                  <a:pt x="1028700" y="2314575"/>
                </a:moveTo>
                <a:lnTo>
                  <a:pt x="1047750" y="2314575"/>
                </a:lnTo>
                <a:lnTo>
                  <a:pt x="1047750" y="2324100"/>
                </a:lnTo>
                <a:lnTo>
                  <a:pt x="1028700" y="2324100"/>
                </a:lnTo>
                <a:close/>
                <a:moveTo>
                  <a:pt x="390525" y="2324100"/>
                </a:moveTo>
                <a:lnTo>
                  <a:pt x="409575" y="2324100"/>
                </a:lnTo>
                <a:lnTo>
                  <a:pt x="409575" y="2333625"/>
                </a:lnTo>
                <a:lnTo>
                  <a:pt x="390525" y="2333625"/>
                </a:lnTo>
                <a:close/>
                <a:moveTo>
                  <a:pt x="447675" y="2324100"/>
                </a:moveTo>
                <a:lnTo>
                  <a:pt x="466725" y="2324100"/>
                </a:lnTo>
                <a:lnTo>
                  <a:pt x="466725" y="2333625"/>
                </a:lnTo>
                <a:lnTo>
                  <a:pt x="447675" y="2333625"/>
                </a:lnTo>
                <a:close/>
                <a:moveTo>
                  <a:pt x="1019175" y="2324100"/>
                </a:moveTo>
                <a:lnTo>
                  <a:pt x="1028700" y="2324100"/>
                </a:lnTo>
                <a:lnTo>
                  <a:pt x="1028700" y="2333625"/>
                </a:lnTo>
                <a:lnTo>
                  <a:pt x="1019175" y="2333625"/>
                </a:lnTo>
                <a:close/>
                <a:moveTo>
                  <a:pt x="1047750" y="2324100"/>
                </a:moveTo>
                <a:lnTo>
                  <a:pt x="1066800" y="2324100"/>
                </a:lnTo>
                <a:lnTo>
                  <a:pt x="1066800" y="2333625"/>
                </a:lnTo>
                <a:lnTo>
                  <a:pt x="1076325" y="2333625"/>
                </a:lnTo>
                <a:lnTo>
                  <a:pt x="1076325" y="2343150"/>
                </a:lnTo>
                <a:lnTo>
                  <a:pt x="1057275" y="2343150"/>
                </a:lnTo>
                <a:lnTo>
                  <a:pt x="1057275" y="2333625"/>
                </a:lnTo>
                <a:lnTo>
                  <a:pt x="1047750" y="2333625"/>
                </a:lnTo>
                <a:close/>
                <a:moveTo>
                  <a:pt x="1190625" y="2333625"/>
                </a:moveTo>
                <a:lnTo>
                  <a:pt x="1219200" y="2333625"/>
                </a:lnTo>
                <a:lnTo>
                  <a:pt x="1219200" y="2343150"/>
                </a:lnTo>
                <a:lnTo>
                  <a:pt x="1190625" y="2343150"/>
                </a:lnTo>
                <a:close/>
                <a:moveTo>
                  <a:pt x="1285875" y="2333625"/>
                </a:moveTo>
                <a:lnTo>
                  <a:pt x="1304925" y="2333625"/>
                </a:lnTo>
                <a:lnTo>
                  <a:pt x="1304925" y="2343150"/>
                </a:lnTo>
                <a:lnTo>
                  <a:pt x="1285875" y="2343150"/>
                </a:lnTo>
                <a:close/>
                <a:moveTo>
                  <a:pt x="371475" y="2343150"/>
                </a:moveTo>
                <a:lnTo>
                  <a:pt x="381000" y="2343150"/>
                </a:lnTo>
                <a:lnTo>
                  <a:pt x="381000" y="2362200"/>
                </a:lnTo>
                <a:lnTo>
                  <a:pt x="371475" y="2362200"/>
                </a:lnTo>
                <a:close/>
                <a:moveTo>
                  <a:pt x="1133475" y="2343150"/>
                </a:moveTo>
                <a:lnTo>
                  <a:pt x="1143000" y="2343150"/>
                </a:lnTo>
                <a:lnTo>
                  <a:pt x="1143000" y="2362200"/>
                </a:lnTo>
                <a:lnTo>
                  <a:pt x="1133475" y="2362200"/>
                </a:lnTo>
                <a:close/>
                <a:moveTo>
                  <a:pt x="1000125" y="2362200"/>
                </a:moveTo>
                <a:lnTo>
                  <a:pt x="1009650" y="2362200"/>
                </a:lnTo>
                <a:lnTo>
                  <a:pt x="1009650" y="2371725"/>
                </a:lnTo>
                <a:lnTo>
                  <a:pt x="1000125" y="2371725"/>
                </a:lnTo>
                <a:close/>
                <a:moveTo>
                  <a:pt x="1066800" y="2362200"/>
                </a:moveTo>
                <a:lnTo>
                  <a:pt x="1076325" y="2362200"/>
                </a:lnTo>
                <a:lnTo>
                  <a:pt x="1076325" y="2371725"/>
                </a:lnTo>
                <a:lnTo>
                  <a:pt x="1066800" y="2371725"/>
                </a:lnTo>
                <a:close/>
                <a:moveTo>
                  <a:pt x="1343025" y="2362200"/>
                </a:moveTo>
                <a:lnTo>
                  <a:pt x="1352550" y="2362200"/>
                </a:lnTo>
                <a:lnTo>
                  <a:pt x="1352550" y="2371725"/>
                </a:lnTo>
                <a:lnTo>
                  <a:pt x="1343025" y="2371725"/>
                </a:lnTo>
                <a:close/>
                <a:moveTo>
                  <a:pt x="476250" y="2371725"/>
                </a:moveTo>
                <a:lnTo>
                  <a:pt x="485775" y="2371725"/>
                </a:lnTo>
                <a:lnTo>
                  <a:pt x="485775" y="2381250"/>
                </a:lnTo>
                <a:lnTo>
                  <a:pt x="476250" y="2381250"/>
                </a:lnTo>
                <a:close/>
                <a:moveTo>
                  <a:pt x="1009650" y="2371725"/>
                </a:moveTo>
                <a:lnTo>
                  <a:pt x="1019175" y="2371725"/>
                </a:lnTo>
                <a:lnTo>
                  <a:pt x="1019175" y="2381250"/>
                </a:lnTo>
                <a:lnTo>
                  <a:pt x="1009650" y="2381250"/>
                </a:lnTo>
                <a:close/>
                <a:moveTo>
                  <a:pt x="1057275" y="2371725"/>
                </a:moveTo>
                <a:lnTo>
                  <a:pt x="1066800" y="2371725"/>
                </a:lnTo>
                <a:lnTo>
                  <a:pt x="1066800" y="2381250"/>
                </a:lnTo>
                <a:lnTo>
                  <a:pt x="1057275" y="2381250"/>
                </a:lnTo>
                <a:close/>
                <a:moveTo>
                  <a:pt x="1152525" y="2371725"/>
                </a:moveTo>
                <a:lnTo>
                  <a:pt x="1171575" y="2371725"/>
                </a:lnTo>
                <a:lnTo>
                  <a:pt x="1171575" y="2381250"/>
                </a:lnTo>
                <a:lnTo>
                  <a:pt x="1152525" y="2381250"/>
                </a:lnTo>
                <a:close/>
                <a:moveTo>
                  <a:pt x="1276350" y="2371725"/>
                </a:moveTo>
                <a:lnTo>
                  <a:pt x="1285875" y="2371725"/>
                </a:lnTo>
                <a:lnTo>
                  <a:pt x="1285875" y="2381250"/>
                </a:lnTo>
                <a:lnTo>
                  <a:pt x="1276350" y="2381250"/>
                </a:lnTo>
                <a:close/>
                <a:moveTo>
                  <a:pt x="1323975" y="2371725"/>
                </a:moveTo>
                <a:lnTo>
                  <a:pt x="1343025" y="2371725"/>
                </a:lnTo>
                <a:lnTo>
                  <a:pt x="1343025" y="2381250"/>
                </a:lnTo>
                <a:lnTo>
                  <a:pt x="1323975" y="2381250"/>
                </a:lnTo>
                <a:close/>
                <a:moveTo>
                  <a:pt x="238125" y="2381250"/>
                </a:moveTo>
                <a:lnTo>
                  <a:pt x="247650" y="2381250"/>
                </a:lnTo>
                <a:lnTo>
                  <a:pt x="247650" y="2390775"/>
                </a:lnTo>
                <a:lnTo>
                  <a:pt x="295275" y="2390775"/>
                </a:lnTo>
                <a:lnTo>
                  <a:pt x="295275" y="2381250"/>
                </a:lnTo>
                <a:lnTo>
                  <a:pt x="304800" y="2381250"/>
                </a:lnTo>
                <a:lnTo>
                  <a:pt x="304800" y="2324100"/>
                </a:lnTo>
                <a:lnTo>
                  <a:pt x="295275" y="2324100"/>
                </a:lnTo>
                <a:lnTo>
                  <a:pt x="295275" y="2314575"/>
                </a:lnTo>
                <a:lnTo>
                  <a:pt x="247650" y="2314575"/>
                </a:lnTo>
                <a:lnTo>
                  <a:pt x="247650" y="2324100"/>
                </a:lnTo>
                <a:lnTo>
                  <a:pt x="238125" y="2324100"/>
                </a:lnTo>
                <a:close/>
                <a:moveTo>
                  <a:pt x="1019175" y="2381250"/>
                </a:moveTo>
                <a:lnTo>
                  <a:pt x="1047750" y="2381250"/>
                </a:lnTo>
                <a:lnTo>
                  <a:pt x="1047750" y="2390775"/>
                </a:lnTo>
                <a:lnTo>
                  <a:pt x="1019175" y="2390775"/>
                </a:lnTo>
                <a:close/>
                <a:moveTo>
                  <a:pt x="276225" y="2486025"/>
                </a:moveTo>
                <a:lnTo>
                  <a:pt x="333375" y="2486025"/>
                </a:lnTo>
                <a:lnTo>
                  <a:pt x="333375" y="2495550"/>
                </a:lnTo>
                <a:lnTo>
                  <a:pt x="276225" y="2495550"/>
                </a:lnTo>
                <a:close/>
                <a:moveTo>
                  <a:pt x="333375" y="2495550"/>
                </a:moveTo>
                <a:lnTo>
                  <a:pt x="342900" y="2495550"/>
                </a:lnTo>
                <a:lnTo>
                  <a:pt x="342900" y="2505075"/>
                </a:lnTo>
                <a:lnTo>
                  <a:pt x="333375" y="2505075"/>
                </a:lnTo>
                <a:close/>
                <a:moveTo>
                  <a:pt x="342900" y="2505075"/>
                </a:moveTo>
                <a:lnTo>
                  <a:pt x="352425" y="2505075"/>
                </a:lnTo>
                <a:lnTo>
                  <a:pt x="352425" y="2514600"/>
                </a:lnTo>
                <a:lnTo>
                  <a:pt x="342900" y="2514600"/>
                </a:lnTo>
                <a:close/>
                <a:moveTo>
                  <a:pt x="257175" y="2514600"/>
                </a:moveTo>
                <a:lnTo>
                  <a:pt x="266700" y="2514600"/>
                </a:lnTo>
                <a:lnTo>
                  <a:pt x="266700" y="2533650"/>
                </a:lnTo>
                <a:lnTo>
                  <a:pt x="257175" y="2533650"/>
                </a:lnTo>
                <a:close/>
                <a:moveTo>
                  <a:pt x="323850" y="2552700"/>
                </a:moveTo>
                <a:lnTo>
                  <a:pt x="333375" y="2552700"/>
                </a:lnTo>
                <a:lnTo>
                  <a:pt x="333375" y="2562225"/>
                </a:lnTo>
                <a:lnTo>
                  <a:pt x="323850" y="2562225"/>
                </a:lnTo>
                <a:close/>
                <a:moveTo>
                  <a:pt x="381000" y="2552700"/>
                </a:moveTo>
                <a:lnTo>
                  <a:pt x="400050" y="2552700"/>
                </a:lnTo>
                <a:lnTo>
                  <a:pt x="400050" y="2562225"/>
                </a:lnTo>
                <a:lnTo>
                  <a:pt x="390525" y="2562225"/>
                </a:lnTo>
                <a:lnTo>
                  <a:pt x="390525" y="2571750"/>
                </a:lnTo>
                <a:lnTo>
                  <a:pt x="381000" y="2571750"/>
                </a:lnTo>
                <a:lnTo>
                  <a:pt x="381000" y="2590800"/>
                </a:lnTo>
                <a:lnTo>
                  <a:pt x="390525" y="2590800"/>
                </a:lnTo>
                <a:lnTo>
                  <a:pt x="390525" y="2600325"/>
                </a:lnTo>
                <a:lnTo>
                  <a:pt x="371475" y="2600325"/>
                </a:lnTo>
                <a:lnTo>
                  <a:pt x="371475" y="2562225"/>
                </a:lnTo>
                <a:lnTo>
                  <a:pt x="381000" y="2562225"/>
                </a:lnTo>
                <a:close/>
                <a:moveTo>
                  <a:pt x="485775" y="2552700"/>
                </a:moveTo>
                <a:lnTo>
                  <a:pt x="504825" y="2552700"/>
                </a:lnTo>
                <a:lnTo>
                  <a:pt x="504825" y="2562225"/>
                </a:lnTo>
                <a:lnTo>
                  <a:pt x="485775" y="2562225"/>
                </a:lnTo>
                <a:close/>
                <a:moveTo>
                  <a:pt x="1057275" y="2552700"/>
                </a:moveTo>
                <a:lnTo>
                  <a:pt x="1066800" y="2552700"/>
                </a:lnTo>
                <a:lnTo>
                  <a:pt x="1066800" y="2562225"/>
                </a:lnTo>
                <a:lnTo>
                  <a:pt x="1057275" y="2562225"/>
                </a:lnTo>
                <a:close/>
                <a:moveTo>
                  <a:pt x="1152525" y="2552700"/>
                </a:moveTo>
                <a:lnTo>
                  <a:pt x="1171575" y="2552700"/>
                </a:lnTo>
                <a:lnTo>
                  <a:pt x="1171575" y="2562225"/>
                </a:lnTo>
                <a:lnTo>
                  <a:pt x="1152525" y="2562225"/>
                </a:lnTo>
                <a:close/>
                <a:moveTo>
                  <a:pt x="1323975" y="2552700"/>
                </a:moveTo>
                <a:lnTo>
                  <a:pt x="1333500" y="2552700"/>
                </a:lnTo>
                <a:lnTo>
                  <a:pt x="1333500" y="2562225"/>
                </a:lnTo>
                <a:lnTo>
                  <a:pt x="1323975" y="2562225"/>
                </a:lnTo>
                <a:close/>
                <a:moveTo>
                  <a:pt x="1390650" y="2552700"/>
                </a:moveTo>
                <a:lnTo>
                  <a:pt x="1409700" y="2552700"/>
                </a:lnTo>
                <a:lnTo>
                  <a:pt x="1409700" y="2562225"/>
                </a:lnTo>
                <a:lnTo>
                  <a:pt x="1390650" y="2562225"/>
                </a:lnTo>
                <a:close/>
                <a:moveTo>
                  <a:pt x="228600" y="2562225"/>
                </a:moveTo>
                <a:lnTo>
                  <a:pt x="238125" y="2562225"/>
                </a:lnTo>
                <a:lnTo>
                  <a:pt x="238125" y="2571750"/>
                </a:lnTo>
                <a:lnTo>
                  <a:pt x="228600" y="2571750"/>
                </a:lnTo>
                <a:close/>
                <a:moveTo>
                  <a:pt x="314325" y="2562225"/>
                </a:moveTo>
                <a:lnTo>
                  <a:pt x="323850" y="2562225"/>
                </a:lnTo>
                <a:lnTo>
                  <a:pt x="323850" y="2571750"/>
                </a:lnTo>
                <a:lnTo>
                  <a:pt x="314325" y="2571750"/>
                </a:lnTo>
                <a:close/>
                <a:moveTo>
                  <a:pt x="419100" y="2562225"/>
                </a:moveTo>
                <a:lnTo>
                  <a:pt x="457200" y="2562225"/>
                </a:lnTo>
                <a:lnTo>
                  <a:pt x="457200" y="2571750"/>
                </a:lnTo>
                <a:lnTo>
                  <a:pt x="419100" y="2571750"/>
                </a:lnTo>
                <a:close/>
                <a:moveTo>
                  <a:pt x="504825" y="2562225"/>
                </a:moveTo>
                <a:lnTo>
                  <a:pt x="523875" y="2562225"/>
                </a:lnTo>
                <a:lnTo>
                  <a:pt x="523875" y="2571750"/>
                </a:lnTo>
                <a:lnTo>
                  <a:pt x="504825" y="2571750"/>
                </a:lnTo>
                <a:close/>
                <a:moveTo>
                  <a:pt x="533400" y="2562225"/>
                </a:moveTo>
                <a:lnTo>
                  <a:pt x="600075" y="2562225"/>
                </a:lnTo>
                <a:lnTo>
                  <a:pt x="600075" y="2571750"/>
                </a:lnTo>
                <a:lnTo>
                  <a:pt x="533400" y="2571750"/>
                </a:lnTo>
                <a:close/>
                <a:moveTo>
                  <a:pt x="628650" y="2562225"/>
                </a:moveTo>
                <a:lnTo>
                  <a:pt x="638175" y="2562225"/>
                </a:lnTo>
                <a:lnTo>
                  <a:pt x="638175" y="2571750"/>
                </a:lnTo>
                <a:lnTo>
                  <a:pt x="628650" y="2571750"/>
                </a:lnTo>
                <a:close/>
                <a:moveTo>
                  <a:pt x="1038225" y="2562225"/>
                </a:moveTo>
                <a:lnTo>
                  <a:pt x="1057275" y="2562225"/>
                </a:lnTo>
                <a:lnTo>
                  <a:pt x="1057275" y="2571750"/>
                </a:lnTo>
                <a:lnTo>
                  <a:pt x="1038225" y="2571750"/>
                </a:lnTo>
                <a:close/>
                <a:moveTo>
                  <a:pt x="1066800" y="2562225"/>
                </a:moveTo>
                <a:lnTo>
                  <a:pt x="1076325" y="2562225"/>
                </a:lnTo>
                <a:lnTo>
                  <a:pt x="1076325" y="2571750"/>
                </a:lnTo>
                <a:lnTo>
                  <a:pt x="1066800" y="2571750"/>
                </a:lnTo>
                <a:close/>
                <a:moveTo>
                  <a:pt x="1171575" y="2562225"/>
                </a:moveTo>
                <a:lnTo>
                  <a:pt x="1228725" y="2562225"/>
                </a:lnTo>
                <a:lnTo>
                  <a:pt x="1228725" y="2571750"/>
                </a:lnTo>
                <a:lnTo>
                  <a:pt x="1171575" y="2571750"/>
                </a:lnTo>
                <a:close/>
                <a:moveTo>
                  <a:pt x="1257300" y="2562225"/>
                </a:moveTo>
                <a:lnTo>
                  <a:pt x="1285875" y="2562225"/>
                </a:lnTo>
                <a:lnTo>
                  <a:pt x="1285875" y="2571750"/>
                </a:lnTo>
                <a:lnTo>
                  <a:pt x="1257300" y="2571750"/>
                </a:lnTo>
                <a:close/>
                <a:moveTo>
                  <a:pt x="1419225" y="2562225"/>
                </a:moveTo>
                <a:lnTo>
                  <a:pt x="1447800" y="2562225"/>
                </a:lnTo>
                <a:lnTo>
                  <a:pt x="1447800" y="2571750"/>
                </a:lnTo>
                <a:lnTo>
                  <a:pt x="1419225" y="2571750"/>
                </a:lnTo>
                <a:close/>
                <a:moveTo>
                  <a:pt x="152400" y="2571750"/>
                </a:moveTo>
                <a:lnTo>
                  <a:pt x="171450" y="2571750"/>
                </a:lnTo>
                <a:lnTo>
                  <a:pt x="171450" y="2657475"/>
                </a:lnTo>
                <a:lnTo>
                  <a:pt x="161925" y="2657475"/>
                </a:lnTo>
                <a:lnTo>
                  <a:pt x="161925" y="2647950"/>
                </a:lnTo>
                <a:lnTo>
                  <a:pt x="152400" y="2647950"/>
                </a:lnTo>
                <a:close/>
                <a:moveTo>
                  <a:pt x="638175" y="2571750"/>
                </a:moveTo>
                <a:lnTo>
                  <a:pt x="647700" y="2571750"/>
                </a:lnTo>
                <a:lnTo>
                  <a:pt x="647700" y="2581275"/>
                </a:lnTo>
                <a:lnTo>
                  <a:pt x="638175" y="2581275"/>
                </a:lnTo>
                <a:close/>
                <a:moveTo>
                  <a:pt x="1133475" y="2581275"/>
                </a:moveTo>
                <a:lnTo>
                  <a:pt x="1143000" y="2581275"/>
                </a:lnTo>
                <a:lnTo>
                  <a:pt x="1143000" y="2590800"/>
                </a:lnTo>
                <a:lnTo>
                  <a:pt x="1152525" y="2590800"/>
                </a:lnTo>
                <a:lnTo>
                  <a:pt x="1152525" y="2600325"/>
                </a:lnTo>
                <a:lnTo>
                  <a:pt x="1133475" y="2600325"/>
                </a:lnTo>
                <a:close/>
                <a:moveTo>
                  <a:pt x="304800" y="2590800"/>
                </a:moveTo>
                <a:lnTo>
                  <a:pt x="314325" y="2590800"/>
                </a:lnTo>
                <a:lnTo>
                  <a:pt x="314325" y="2609850"/>
                </a:lnTo>
                <a:lnTo>
                  <a:pt x="304800" y="2609850"/>
                </a:lnTo>
                <a:lnTo>
                  <a:pt x="304800" y="2619375"/>
                </a:lnTo>
                <a:lnTo>
                  <a:pt x="295275" y="2619375"/>
                </a:lnTo>
                <a:lnTo>
                  <a:pt x="295275" y="2628900"/>
                </a:lnTo>
                <a:lnTo>
                  <a:pt x="266700" y="2628900"/>
                </a:lnTo>
                <a:lnTo>
                  <a:pt x="266700" y="2619375"/>
                </a:lnTo>
                <a:lnTo>
                  <a:pt x="285750" y="2619375"/>
                </a:lnTo>
                <a:lnTo>
                  <a:pt x="285750" y="2609850"/>
                </a:lnTo>
                <a:lnTo>
                  <a:pt x="295275" y="2609850"/>
                </a:lnTo>
                <a:lnTo>
                  <a:pt x="295275" y="2600325"/>
                </a:lnTo>
                <a:lnTo>
                  <a:pt x="304800" y="2600325"/>
                </a:lnTo>
                <a:close/>
                <a:moveTo>
                  <a:pt x="419100" y="2590800"/>
                </a:moveTo>
                <a:lnTo>
                  <a:pt x="447675" y="2590800"/>
                </a:lnTo>
                <a:lnTo>
                  <a:pt x="447675" y="2600325"/>
                </a:lnTo>
                <a:lnTo>
                  <a:pt x="419100" y="2600325"/>
                </a:lnTo>
                <a:close/>
                <a:moveTo>
                  <a:pt x="552450" y="2590800"/>
                </a:moveTo>
                <a:lnTo>
                  <a:pt x="581025" y="2590800"/>
                </a:lnTo>
                <a:lnTo>
                  <a:pt x="581025" y="2600325"/>
                </a:lnTo>
                <a:lnTo>
                  <a:pt x="561975" y="2600325"/>
                </a:lnTo>
                <a:lnTo>
                  <a:pt x="561975" y="2609850"/>
                </a:lnTo>
                <a:lnTo>
                  <a:pt x="542925" y="2609850"/>
                </a:lnTo>
                <a:lnTo>
                  <a:pt x="542925" y="2600325"/>
                </a:lnTo>
                <a:lnTo>
                  <a:pt x="552450" y="2600325"/>
                </a:lnTo>
                <a:close/>
                <a:moveTo>
                  <a:pt x="638175" y="2590800"/>
                </a:moveTo>
                <a:lnTo>
                  <a:pt x="647700" y="2590800"/>
                </a:lnTo>
                <a:lnTo>
                  <a:pt x="647700" y="2600325"/>
                </a:lnTo>
                <a:lnTo>
                  <a:pt x="638175" y="2600325"/>
                </a:lnTo>
                <a:close/>
                <a:moveTo>
                  <a:pt x="1000125" y="2590800"/>
                </a:moveTo>
                <a:lnTo>
                  <a:pt x="1009650" y="2590800"/>
                </a:lnTo>
                <a:lnTo>
                  <a:pt x="1009650" y="2600325"/>
                </a:lnTo>
                <a:lnTo>
                  <a:pt x="1000125" y="2600325"/>
                </a:lnTo>
                <a:close/>
                <a:moveTo>
                  <a:pt x="1019175" y="2590800"/>
                </a:moveTo>
                <a:lnTo>
                  <a:pt x="1047750" y="2590800"/>
                </a:lnTo>
                <a:lnTo>
                  <a:pt x="1047750" y="2600325"/>
                </a:lnTo>
                <a:lnTo>
                  <a:pt x="1019175" y="2600325"/>
                </a:lnTo>
                <a:close/>
                <a:moveTo>
                  <a:pt x="1466850" y="2590800"/>
                </a:moveTo>
                <a:lnTo>
                  <a:pt x="1476375" y="2590800"/>
                </a:lnTo>
                <a:lnTo>
                  <a:pt x="1476375" y="2600325"/>
                </a:lnTo>
                <a:lnTo>
                  <a:pt x="1466850" y="2600325"/>
                </a:lnTo>
                <a:close/>
                <a:moveTo>
                  <a:pt x="447675" y="2600325"/>
                </a:moveTo>
                <a:lnTo>
                  <a:pt x="457200" y="2600325"/>
                </a:lnTo>
                <a:lnTo>
                  <a:pt x="457200" y="2609850"/>
                </a:lnTo>
                <a:lnTo>
                  <a:pt x="447675" y="2609850"/>
                </a:lnTo>
                <a:close/>
                <a:moveTo>
                  <a:pt x="476250" y="2600325"/>
                </a:moveTo>
                <a:lnTo>
                  <a:pt x="495300" y="2600325"/>
                </a:lnTo>
                <a:lnTo>
                  <a:pt x="495300" y="2609850"/>
                </a:lnTo>
                <a:lnTo>
                  <a:pt x="476250" y="2609850"/>
                </a:lnTo>
                <a:close/>
                <a:moveTo>
                  <a:pt x="590550" y="2600325"/>
                </a:moveTo>
                <a:lnTo>
                  <a:pt x="600075" y="2600325"/>
                </a:lnTo>
                <a:lnTo>
                  <a:pt x="600075" y="2609850"/>
                </a:lnTo>
                <a:lnTo>
                  <a:pt x="590550" y="2609850"/>
                </a:lnTo>
                <a:close/>
                <a:moveTo>
                  <a:pt x="628650" y="2600325"/>
                </a:moveTo>
                <a:lnTo>
                  <a:pt x="638175" y="2600325"/>
                </a:lnTo>
                <a:lnTo>
                  <a:pt x="638175" y="2609850"/>
                </a:lnTo>
                <a:lnTo>
                  <a:pt x="628650" y="2609850"/>
                </a:lnTo>
                <a:close/>
                <a:moveTo>
                  <a:pt x="1257300" y="2600325"/>
                </a:moveTo>
                <a:lnTo>
                  <a:pt x="1285875" y="2600325"/>
                </a:lnTo>
                <a:lnTo>
                  <a:pt x="1285875" y="2609850"/>
                </a:lnTo>
                <a:lnTo>
                  <a:pt x="1257300" y="2609850"/>
                </a:lnTo>
                <a:close/>
                <a:moveTo>
                  <a:pt x="1381125" y="2600325"/>
                </a:moveTo>
                <a:lnTo>
                  <a:pt x="1400175" y="2600325"/>
                </a:lnTo>
                <a:lnTo>
                  <a:pt x="1400175" y="2609850"/>
                </a:lnTo>
                <a:lnTo>
                  <a:pt x="1381125" y="2609850"/>
                </a:lnTo>
                <a:close/>
                <a:moveTo>
                  <a:pt x="1447800" y="2600325"/>
                </a:moveTo>
                <a:lnTo>
                  <a:pt x="1466850" y="2600325"/>
                </a:lnTo>
                <a:lnTo>
                  <a:pt x="1466850" y="2609850"/>
                </a:lnTo>
                <a:lnTo>
                  <a:pt x="1447800" y="2609850"/>
                </a:lnTo>
                <a:close/>
                <a:moveTo>
                  <a:pt x="247650" y="2609850"/>
                </a:moveTo>
                <a:lnTo>
                  <a:pt x="257175" y="2609850"/>
                </a:lnTo>
                <a:lnTo>
                  <a:pt x="257175" y="2619375"/>
                </a:lnTo>
                <a:lnTo>
                  <a:pt x="247650" y="2619375"/>
                </a:lnTo>
                <a:close/>
                <a:moveTo>
                  <a:pt x="1381125" y="2790825"/>
                </a:moveTo>
                <a:lnTo>
                  <a:pt x="1400175" y="2790825"/>
                </a:lnTo>
                <a:lnTo>
                  <a:pt x="1400175" y="2800350"/>
                </a:lnTo>
                <a:lnTo>
                  <a:pt x="1381125" y="2800350"/>
                </a:lnTo>
                <a:close/>
                <a:moveTo>
                  <a:pt x="1400175" y="2800350"/>
                </a:moveTo>
                <a:lnTo>
                  <a:pt x="1409700" y="2800350"/>
                </a:lnTo>
                <a:lnTo>
                  <a:pt x="1409700" y="2809875"/>
                </a:lnTo>
                <a:lnTo>
                  <a:pt x="1400175" y="2809875"/>
                </a:lnTo>
                <a:close/>
                <a:moveTo>
                  <a:pt x="1447800" y="2800350"/>
                </a:moveTo>
                <a:lnTo>
                  <a:pt x="1466850" y="2800350"/>
                </a:lnTo>
                <a:lnTo>
                  <a:pt x="1466850" y="2809875"/>
                </a:lnTo>
                <a:lnTo>
                  <a:pt x="1447800" y="2809875"/>
                </a:lnTo>
                <a:close/>
                <a:moveTo>
                  <a:pt x="1543050" y="2800350"/>
                </a:moveTo>
                <a:lnTo>
                  <a:pt x="1581150" y="2800350"/>
                </a:lnTo>
                <a:lnTo>
                  <a:pt x="1581150" y="2809875"/>
                </a:lnTo>
                <a:lnTo>
                  <a:pt x="1543050" y="2809875"/>
                </a:lnTo>
                <a:close/>
                <a:moveTo>
                  <a:pt x="1590675" y="2800350"/>
                </a:moveTo>
                <a:lnTo>
                  <a:pt x="1600200" y="2800350"/>
                </a:lnTo>
                <a:lnTo>
                  <a:pt x="1600200" y="2809875"/>
                </a:lnTo>
                <a:lnTo>
                  <a:pt x="1590675" y="2809875"/>
                </a:lnTo>
                <a:close/>
                <a:moveTo>
                  <a:pt x="342900" y="2809875"/>
                </a:moveTo>
                <a:lnTo>
                  <a:pt x="352425" y="2809875"/>
                </a:lnTo>
                <a:lnTo>
                  <a:pt x="352425" y="2819400"/>
                </a:lnTo>
                <a:lnTo>
                  <a:pt x="342900" y="2819400"/>
                </a:lnTo>
                <a:close/>
                <a:moveTo>
                  <a:pt x="438150" y="2809875"/>
                </a:moveTo>
                <a:lnTo>
                  <a:pt x="447675" y="2809875"/>
                </a:lnTo>
                <a:lnTo>
                  <a:pt x="447675" y="2819400"/>
                </a:lnTo>
                <a:lnTo>
                  <a:pt x="438150" y="2819400"/>
                </a:lnTo>
                <a:close/>
                <a:moveTo>
                  <a:pt x="809625" y="2809875"/>
                </a:moveTo>
                <a:lnTo>
                  <a:pt x="819150" y="2809875"/>
                </a:lnTo>
                <a:lnTo>
                  <a:pt x="819150" y="2819400"/>
                </a:lnTo>
                <a:lnTo>
                  <a:pt x="809625" y="2819400"/>
                </a:lnTo>
                <a:close/>
                <a:moveTo>
                  <a:pt x="257175" y="2819400"/>
                </a:moveTo>
                <a:lnTo>
                  <a:pt x="266700" y="2819400"/>
                </a:lnTo>
                <a:lnTo>
                  <a:pt x="266700" y="2828925"/>
                </a:lnTo>
                <a:lnTo>
                  <a:pt x="257175" y="2828925"/>
                </a:lnTo>
                <a:close/>
                <a:moveTo>
                  <a:pt x="419100" y="2819400"/>
                </a:moveTo>
                <a:lnTo>
                  <a:pt x="428625" y="2819400"/>
                </a:lnTo>
                <a:lnTo>
                  <a:pt x="428625" y="2828925"/>
                </a:lnTo>
                <a:lnTo>
                  <a:pt x="419100" y="2828925"/>
                </a:lnTo>
                <a:close/>
                <a:moveTo>
                  <a:pt x="790575" y="2819400"/>
                </a:moveTo>
                <a:lnTo>
                  <a:pt x="800100" y="2819400"/>
                </a:lnTo>
                <a:lnTo>
                  <a:pt x="800100" y="2828925"/>
                </a:lnTo>
                <a:lnTo>
                  <a:pt x="790575" y="2828925"/>
                </a:lnTo>
                <a:close/>
                <a:moveTo>
                  <a:pt x="1428750" y="2819400"/>
                </a:moveTo>
                <a:lnTo>
                  <a:pt x="1438275" y="2819400"/>
                </a:lnTo>
                <a:lnTo>
                  <a:pt x="1438275" y="2828925"/>
                </a:lnTo>
                <a:lnTo>
                  <a:pt x="1428750" y="2828925"/>
                </a:lnTo>
                <a:close/>
                <a:moveTo>
                  <a:pt x="552450" y="2828925"/>
                </a:moveTo>
                <a:lnTo>
                  <a:pt x="561975" y="2828925"/>
                </a:lnTo>
                <a:lnTo>
                  <a:pt x="561975" y="2838450"/>
                </a:lnTo>
                <a:lnTo>
                  <a:pt x="552450" y="2838450"/>
                </a:lnTo>
                <a:close/>
                <a:moveTo>
                  <a:pt x="1438275" y="2828925"/>
                </a:moveTo>
                <a:lnTo>
                  <a:pt x="1466850" y="2828925"/>
                </a:lnTo>
                <a:lnTo>
                  <a:pt x="1466850" y="2838450"/>
                </a:lnTo>
                <a:lnTo>
                  <a:pt x="1438275" y="2838450"/>
                </a:lnTo>
                <a:close/>
                <a:moveTo>
                  <a:pt x="1543050" y="2828925"/>
                </a:moveTo>
                <a:lnTo>
                  <a:pt x="1600200" y="2828925"/>
                </a:lnTo>
                <a:lnTo>
                  <a:pt x="1600200" y="2838450"/>
                </a:lnTo>
                <a:lnTo>
                  <a:pt x="1543050" y="2838450"/>
                </a:lnTo>
                <a:close/>
                <a:moveTo>
                  <a:pt x="219075" y="2857500"/>
                </a:moveTo>
                <a:lnTo>
                  <a:pt x="228600" y="2857500"/>
                </a:lnTo>
                <a:lnTo>
                  <a:pt x="228600" y="2867025"/>
                </a:lnTo>
                <a:lnTo>
                  <a:pt x="219075" y="2867025"/>
                </a:lnTo>
                <a:close/>
                <a:moveTo>
                  <a:pt x="247650" y="2857500"/>
                </a:moveTo>
                <a:lnTo>
                  <a:pt x="276225" y="2857500"/>
                </a:lnTo>
                <a:lnTo>
                  <a:pt x="276225" y="2867025"/>
                </a:lnTo>
                <a:lnTo>
                  <a:pt x="247650" y="2867025"/>
                </a:lnTo>
                <a:close/>
                <a:moveTo>
                  <a:pt x="552450" y="2857500"/>
                </a:moveTo>
                <a:lnTo>
                  <a:pt x="561975" y="2857500"/>
                </a:lnTo>
                <a:lnTo>
                  <a:pt x="561975" y="2867025"/>
                </a:lnTo>
                <a:lnTo>
                  <a:pt x="552450" y="2867025"/>
                </a:lnTo>
                <a:close/>
                <a:moveTo>
                  <a:pt x="1390650" y="2857500"/>
                </a:moveTo>
                <a:lnTo>
                  <a:pt x="1409700" y="2857500"/>
                </a:lnTo>
                <a:lnTo>
                  <a:pt x="1409700" y="2867025"/>
                </a:lnTo>
                <a:lnTo>
                  <a:pt x="1390650" y="2867025"/>
                </a:lnTo>
                <a:close/>
                <a:moveTo>
                  <a:pt x="1438275" y="2857500"/>
                </a:moveTo>
                <a:lnTo>
                  <a:pt x="1457325" y="2857500"/>
                </a:lnTo>
                <a:lnTo>
                  <a:pt x="1457325" y="2867025"/>
                </a:lnTo>
                <a:lnTo>
                  <a:pt x="1447800" y="2867025"/>
                </a:lnTo>
                <a:lnTo>
                  <a:pt x="1447800" y="2876550"/>
                </a:lnTo>
                <a:lnTo>
                  <a:pt x="1438275" y="2876550"/>
                </a:lnTo>
                <a:lnTo>
                  <a:pt x="1438275" y="2886075"/>
                </a:lnTo>
                <a:lnTo>
                  <a:pt x="1447800" y="2886075"/>
                </a:lnTo>
                <a:lnTo>
                  <a:pt x="1447800" y="2895600"/>
                </a:lnTo>
                <a:lnTo>
                  <a:pt x="1457325" y="2895600"/>
                </a:lnTo>
                <a:lnTo>
                  <a:pt x="1457325" y="2905125"/>
                </a:lnTo>
                <a:lnTo>
                  <a:pt x="1438275" y="2905125"/>
                </a:lnTo>
                <a:lnTo>
                  <a:pt x="1438275" y="2895600"/>
                </a:lnTo>
                <a:lnTo>
                  <a:pt x="1428750" y="2895600"/>
                </a:lnTo>
                <a:lnTo>
                  <a:pt x="1428750" y="2886075"/>
                </a:lnTo>
                <a:lnTo>
                  <a:pt x="1419225" y="2886075"/>
                </a:lnTo>
                <a:lnTo>
                  <a:pt x="1419225" y="2876550"/>
                </a:lnTo>
                <a:lnTo>
                  <a:pt x="1409700" y="2876550"/>
                </a:lnTo>
                <a:lnTo>
                  <a:pt x="1409700" y="2867025"/>
                </a:lnTo>
                <a:lnTo>
                  <a:pt x="1419225" y="2867025"/>
                </a:lnTo>
                <a:lnTo>
                  <a:pt x="1419225" y="2876550"/>
                </a:lnTo>
                <a:lnTo>
                  <a:pt x="1428750" y="2876550"/>
                </a:lnTo>
                <a:lnTo>
                  <a:pt x="1428750" y="2867025"/>
                </a:lnTo>
                <a:lnTo>
                  <a:pt x="1438275" y="2867025"/>
                </a:lnTo>
                <a:close/>
                <a:moveTo>
                  <a:pt x="228600" y="2867025"/>
                </a:moveTo>
                <a:lnTo>
                  <a:pt x="247650" y="2867025"/>
                </a:lnTo>
                <a:lnTo>
                  <a:pt x="247650" y="2876550"/>
                </a:lnTo>
                <a:lnTo>
                  <a:pt x="228600" y="2876550"/>
                </a:lnTo>
                <a:close/>
                <a:moveTo>
                  <a:pt x="304800" y="2867025"/>
                </a:moveTo>
                <a:lnTo>
                  <a:pt x="323850" y="2867025"/>
                </a:lnTo>
                <a:lnTo>
                  <a:pt x="323850" y="2876550"/>
                </a:lnTo>
                <a:lnTo>
                  <a:pt x="304800" y="2876550"/>
                </a:lnTo>
                <a:close/>
                <a:moveTo>
                  <a:pt x="409575" y="2867025"/>
                </a:moveTo>
                <a:lnTo>
                  <a:pt x="438150" y="2867025"/>
                </a:lnTo>
                <a:lnTo>
                  <a:pt x="438150" y="2876550"/>
                </a:lnTo>
                <a:lnTo>
                  <a:pt x="409575" y="2876550"/>
                </a:lnTo>
                <a:close/>
                <a:moveTo>
                  <a:pt x="466725" y="2867025"/>
                </a:moveTo>
                <a:lnTo>
                  <a:pt x="495300" y="2867025"/>
                </a:lnTo>
                <a:lnTo>
                  <a:pt x="495300" y="2876550"/>
                </a:lnTo>
                <a:lnTo>
                  <a:pt x="466725" y="2876550"/>
                </a:lnTo>
                <a:close/>
                <a:moveTo>
                  <a:pt x="1381125" y="2867025"/>
                </a:moveTo>
                <a:lnTo>
                  <a:pt x="1390650" y="2867025"/>
                </a:lnTo>
                <a:lnTo>
                  <a:pt x="1390650" y="2876550"/>
                </a:lnTo>
                <a:lnTo>
                  <a:pt x="1381125" y="2876550"/>
                </a:lnTo>
                <a:close/>
                <a:moveTo>
                  <a:pt x="1495425" y="2867025"/>
                </a:moveTo>
                <a:lnTo>
                  <a:pt x="1552575" y="2867025"/>
                </a:lnTo>
                <a:lnTo>
                  <a:pt x="1552575" y="2876550"/>
                </a:lnTo>
                <a:lnTo>
                  <a:pt x="1495425" y="2876550"/>
                </a:lnTo>
                <a:close/>
                <a:moveTo>
                  <a:pt x="1562100" y="2867025"/>
                </a:moveTo>
                <a:lnTo>
                  <a:pt x="1590675" y="2867025"/>
                </a:lnTo>
                <a:lnTo>
                  <a:pt x="1590675" y="2876550"/>
                </a:lnTo>
                <a:lnTo>
                  <a:pt x="1562100" y="2876550"/>
                </a:lnTo>
                <a:close/>
                <a:moveTo>
                  <a:pt x="1381125" y="2886075"/>
                </a:moveTo>
                <a:lnTo>
                  <a:pt x="1390650" y="2886075"/>
                </a:lnTo>
                <a:lnTo>
                  <a:pt x="1390650" y="2895600"/>
                </a:lnTo>
                <a:lnTo>
                  <a:pt x="1381125" y="2895600"/>
                </a:lnTo>
                <a:close/>
                <a:moveTo>
                  <a:pt x="1409700" y="2886075"/>
                </a:moveTo>
                <a:lnTo>
                  <a:pt x="1419225" y="2886075"/>
                </a:lnTo>
                <a:lnTo>
                  <a:pt x="1419225" y="2895600"/>
                </a:lnTo>
                <a:lnTo>
                  <a:pt x="1409700" y="2895600"/>
                </a:lnTo>
                <a:close/>
                <a:moveTo>
                  <a:pt x="1600200" y="2886075"/>
                </a:moveTo>
                <a:lnTo>
                  <a:pt x="1609725" y="2886075"/>
                </a:lnTo>
                <a:lnTo>
                  <a:pt x="1609725" y="2895600"/>
                </a:lnTo>
                <a:lnTo>
                  <a:pt x="1600200" y="2895600"/>
                </a:lnTo>
                <a:close/>
                <a:moveTo>
                  <a:pt x="1390650" y="2895600"/>
                </a:moveTo>
                <a:lnTo>
                  <a:pt x="1409700" y="2895600"/>
                </a:lnTo>
                <a:lnTo>
                  <a:pt x="1409700" y="2905125"/>
                </a:lnTo>
                <a:lnTo>
                  <a:pt x="1390650" y="2905125"/>
                </a:lnTo>
                <a:close/>
                <a:moveTo>
                  <a:pt x="1514475" y="2895600"/>
                </a:moveTo>
                <a:lnTo>
                  <a:pt x="1543050" y="2895600"/>
                </a:lnTo>
                <a:lnTo>
                  <a:pt x="1543050" y="2905125"/>
                </a:lnTo>
                <a:lnTo>
                  <a:pt x="1514475" y="2905125"/>
                </a:lnTo>
                <a:close/>
                <a:moveTo>
                  <a:pt x="1552575" y="2895600"/>
                </a:moveTo>
                <a:lnTo>
                  <a:pt x="1600200" y="2895600"/>
                </a:lnTo>
                <a:lnTo>
                  <a:pt x="1600200" y="2905125"/>
                </a:lnTo>
                <a:lnTo>
                  <a:pt x="1552575" y="2905125"/>
                </a:lnTo>
                <a:close/>
                <a:moveTo>
                  <a:pt x="1466850" y="2905125"/>
                </a:moveTo>
                <a:lnTo>
                  <a:pt x="1485900" y="2905125"/>
                </a:lnTo>
                <a:lnTo>
                  <a:pt x="1485900" y="2914650"/>
                </a:lnTo>
                <a:lnTo>
                  <a:pt x="1466850" y="2914650"/>
                </a:lnTo>
                <a:close/>
                <a:moveTo>
                  <a:pt x="228600" y="2914650"/>
                </a:moveTo>
                <a:lnTo>
                  <a:pt x="276225" y="2914650"/>
                </a:lnTo>
                <a:lnTo>
                  <a:pt x="276225" y="2924175"/>
                </a:lnTo>
                <a:lnTo>
                  <a:pt x="247650" y="2924175"/>
                </a:lnTo>
                <a:lnTo>
                  <a:pt x="247650" y="2933700"/>
                </a:lnTo>
                <a:lnTo>
                  <a:pt x="228600" y="2933700"/>
                </a:lnTo>
                <a:lnTo>
                  <a:pt x="228600" y="2943225"/>
                </a:lnTo>
                <a:lnTo>
                  <a:pt x="247650" y="2943225"/>
                </a:lnTo>
                <a:lnTo>
                  <a:pt x="247650" y="2962275"/>
                </a:lnTo>
                <a:lnTo>
                  <a:pt x="228600" y="2962275"/>
                </a:lnTo>
                <a:lnTo>
                  <a:pt x="228600" y="2952750"/>
                </a:lnTo>
                <a:lnTo>
                  <a:pt x="219075" y="2952750"/>
                </a:lnTo>
                <a:lnTo>
                  <a:pt x="219075" y="2924175"/>
                </a:lnTo>
                <a:lnTo>
                  <a:pt x="228600" y="2924175"/>
                </a:lnTo>
                <a:close/>
                <a:moveTo>
                  <a:pt x="400050" y="2914650"/>
                </a:moveTo>
                <a:lnTo>
                  <a:pt x="409575" y="2914650"/>
                </a:lnTo>
                <a:lnTo>
                  <a:pt x="409575" y="2924175"/>
                </a:lnTo>
                <a:lnTo>
                  <a:pt x="400050" y="2924175"/>
                </a:lnTo>
                <a:close/>
                <a:moveTo>
                  <a:pt x="438150" y="2914650"/>
                </a:moveTo>
                <a:lnTo>
                  <a:pt x="466725" y="2914650"/>
                </a:lnTo>
                <a:lnTo>
                  <a:pt x="466725" y="2924175"/>
                </a:lnTo>
                <a:lnTo>
                  <a:pt x="438150" y="2924175"/>
                </a:lnTo>
                <a:close/>
                <a:moveTo>
                  <a:pt x="361950" y="2924175"/>
                </a:moveTo>
                <a:lnTo>
                  <a:pt x="371475" y="2924175"/>
                </a:lnTo>
                <a:lnTo>
                  <a:pt x="371475" y="2933700"/>
                </a:lnTo>
                <a:lnTo>
                  <a:pt x="361950" y="2933700"/>
                </a:lnTo>
                <a:close/>
                <a:moveTo>
                  <a:pt x="390525" y="2924175"/>
                </a:moveTo>
                <a:lnTo>
                  <a:pt x="400050" y="2924175"/>
                </a:lnTo>
                <a:lnTo>
                  <a:pt x="400050" y="2933700"/>
                </a:lnTo>
                <a:lnTo>
                  <a:pt x="409575" y="2933700"/>
                </a:lnTo>
                <a:lnTo>
                  <a:pt x="409575" y="2924175"/>
                </a:lnTo>
                <a:lnTo>
                  <a:pt x="419100" y="2924175"/>
                </a:lnTo>
                <a:lnTo>
                  <a:pt x="419100" y="2933700"/>
                </a:lnTo>
                <a:lnTo>
                  <a:pt x="409575" y="2933700"/>
                </a:lnTo>
                <a:lnTo>
                  <a:pt x="409575" y="2943225"/>
                </a:lnTo>
                <a:lnTo>
                  <a:pt x="381000" y="2943225"/>
                </a:lnTo>
                <a:lnTo>
                  <a:pt x="381000" y="2952750"/>
                </a:lnTo>
                <a:lnTo>
                  <a:pt x="371475" y="2952750"/>
                </a:lnTo>
                <a:lnTo>
                  <a:pt x="371475" y="2933700"/>
                </a:lnTo>
                <a:lnTo>
                  <a:pt x="390525" y="2933700"/>
                </a:lnTo>
                <a:close/>
                <a:moveTo>
                  <a:pt x="428625" y="2924175"/>
                </a:moveTo>
                <a:lnTo>
                  <a:pt x="438150" y="2924175"/>
                </a:lnTo>
                <a:lnTo>
                  <a:pt x="438150" y="2933700"/>
                </a:lnTo>
                <a:lnTo>
                  <a:pt x="428625" y="2933700"/>
                </a:lnTo>
                <a:close/>
                <a:moveTo>
                  <a:pt x="495300" y="2924175"/>
                </a:moveTo>
                <a:lnTo>
                  <a:pt x="504825" y="2924175"/>
                </a:lnTo>
                <a:lnTo>
                  <a:pt x="504825" y="2933700"/>
                </a:lnTo>
                <a:lnTo>
                  <a:pt x="495300" y="2933700"/>
                </a:lnTo>
                <a:close/>
                <a:moveTo>
                  <a:pt x="428625" y="2943225"/>
                </a:moveTo>
                <a:lnTo>
                  <a:pt x="438150" y="2943225"/>
                </a:lnTo>
                <a:lnTo>
                  <a:pt x="438150" y="2952750"/>
                </a:lnTo>
                <a:lnTo>
                  <a:pt x="428625" y="2952750"/>
                </a:lnTo>
                <a:close/>
                <a:moveTo>
                  <a:pt x="504825" y="2943225"/>
                </a:moveTo>
                <a:lnTo>
                  <a:pt x="514350" y="2943225"/>
                </a:lnTo>
                <a:lnTo>
                  <a:pt x="514350" y="2952750"/>
                </a:lnTo>
                <a:lnTo>
                  <a:pt x="504825" y="2952750"/>
                </a:lnTo>
                <a:close/>
                <a:moveTo>
                  <a:pt x="333375" y="2952750"/>
                </a:moveTo>
                <a:lnTo>
                  <a:pt x="371475" y="2952750"/>
                </a:lnTo>
                <a:lnTo>
                  <a:pt x="371475" y="2962275"/>
                </a:lnTo>
                <a:lnTo>
                  <a:pt x="333375" y="2962275"/>
                </a:lnTo>
                <a:close/>
                <a:moveTo>
                  <a:pt x="466725" y="2952750"/>
                </a:moveTo>
                <a:lnTo>
                  <a:pt x="504825" y="2952750"/>
                </a:lnTo>
                <a:lnTo>
                  <a:pt x="504825" y="2962275"/>
                </a:lnTo>
                <a:lnTo>
                  <a:pt x="466725" y="2962275"/>
                </a:lnTo>
                <a:close/>
                <a:moveTo>
                  <a:pt x="1504950" y="3019425"/>
                </a:moveTo>
                <a:lnTo>
                  <a:pt x="1514475" y="3019425"/>
                </a:lnTo>
                <a:lnTo>
                  <a:pt x="1514475" y="3276600"/>
                </a:lnTo>
                <a:lnTo>
                  <a:pt x="1504950" y="3276600"/>
                </a:lnTo>
                <a:close/>
                <a:moveTo>
                  <a:pt x="1495425" y="3276600"/>
                </a:moveTo>
                <a:lnTo>
                  <a:pt x="1504950" y="3276600"/>
                </a:lnTo>
                <a:lnTo>
                  <a:pt x="1504950" y="3286125"/>
                </a:lnTo>
                <a:lnTo>
                  <a:pt x="1495425" y="3286125"/>
                </a:lnTo>
                <a:close/>
                <a:moveTo>
                  <a:pt x="152400" y="3305175"/>
                </a:moveTo>
                <a:lnTo>
                  <a:pt x="161925" y="3305175"/>
                </a:lnTo>
                <a:lnTo>
                  <a:pt x="161925" y="3324225"/>
                </a:lnTo>
                <a:lnTo>
                  <a:pt x="152400" y="3324225"/>
                </a:lnTo>
                <a:close/>
                <a:moveTo>
                  <a:pt x="304800" y="3305175"/>
                </a:moveTo>
                <a:lnTo>
                  <a:pt x="409575" y="3305175"/>
                </a:lnTo>
                <a:lnTo>
                  <a:pt x="409575" y="3314700"/>
                </a:lnTo>
                <a:lnTo>
                  <a:pt x="419100" y="3314700"/>
                </a:lnTo>
                <a:lnTo>
                  <a:pt x="419100" y="3324225"/>
                </a:lnTo>
                <a:lnTo>
                  <a:pt x="409575" y="3324225"/>
                </a:lnTo>
                <a:lnTo>
                  <a:pt x="409575" y="3333750"/>
                </a:lnTo>
                <a:lnTo>
                  <a:pt x="419100" y="3333750"/>
                </a:lnTo>
                <a:lnTo>
                  <a:pt x="419100" y="3343275"/>
                </a:lnTo>
                <a:lnTo>
                  <a:pt x="409575" y="3343275"/>
                </a:lnTo>
                <a:lnTo>
                  <a:pt x="409575" y="3352800"/>
                </a:lnTo>
                <a:lnTo>
                  <a:pt x="419100" y="3352800"/>
                </a:lnTo>
                <a:lnTo>
                  <a:pt x="419100" y="3409950"/>
                </a:lnTo>
                <a:lnTo>
                  <a:pt x="409575" y="3409950"/>
                </a:lnTo>
                <a:lnTo>
                  <a:pt x="409575" y="3429000"/>
                </a:lnTo>
                <a:lnTo>
                  <a:pt x="419100" y="3429000"/>
                </a:lnTo>
                <a:lnTo>
                  <a:pt x="419100" y="3486150"/>
                </a:lnTo>
                <a:lnTo>
                  <a:pt x="409575" y="3486150"/>
                </a:lnTo>
                <a:lnTo>
                  <a:pt x="409575" y="3533775"/>
                </a:lnTo>
                <a:lnTo>
                  <a:pt x="400050" y="3533775"/>
                </a:lnTo>
                <a:lnTo>
                  <a:pt x="400050" y="3543300"/>
                </a:lnTo>
                <a:lnTo>
                  <a:pt x="152400" y="3543300"/>
                </a:lnTo>
                <a:lnTo>
                  <a:pt x="152400" y="3562350"/>
                </a:lnTo>
                <a:lnTo>
                  <a:pt x="142875" y="3562350"/>
                </a:lnTo>
                <a:lnTo>
                  <a:pt x="142875" y="3533775"/>
                </a:lnTo>
                <a:lnTo>
                  <a:pt x="133350" y="3533775"/>
                </a:lnTo>
                <a:lnTo>
                  <a:pt x="133350" y="3505200"/>
                </a:lnTo>
                <a:lnTo>
                  <a:pt x="123825" y="3505200"/>
                </a:lnTo>
                <a:lnTo>
                  <a:pt x="123825" y="3457575"/>
                </a:lnTo>
                <a:lnTo>
                  <a:pt x="114300" y="3457575"/>
                </a:lnTo>
                <a:lnTo>
                  <a:pt x="114300" y="3419475"/>
                </a:lnTo>
                <a:lnTo>
                  <a:pt x="123825" y="3419475"/>
                </a:lnTo>
                <a:lnTo>
                  <a:pt x="123825" y="3429000"/>
                </a:lnTo>
                <a:lnTo>
                  <a:pt x="133350" y="3429000"/>
                </a:lnTo>
                <a:lnTo>
                  <a:pt x="133350" y="3419475"/>
                </a:lnTo>
                <a:lnTo>
                  <a:pt x="142875" y="3419475"/>
                </a:lnTo>
                <a:lnTo>
                  <a:pt x="142875" y="3409950"/>
                </a:lnTo>
                <a:lnTo>
                  <a:pt x="171450" y="3409950"/>
                </a:lnTo>
                <a:lnTo>
                  <a:pt x="171450" y="3400425"/>
                </a:lnTo>
                <a:lnTo>
                  <a:pt x="180975" y="3400425"/>
                </a:lnTo>
                <a:lnTo>
                  <a:pt x="180975" y="3409950"/>
                </a:lnTo>
                <a:lnTo>
                  <a:pt x="200025" y="3409950"/>
                </a:lnTo>
                <a:lnTo>
                  <a:pt x="200025" y="3419475"/>
                </a:lnTo>
                <a:lnTo>
                  <a:pt x="228600" y="3419475"/>
                </a:lnTo>
                <a:lnTo>
                  <a:pt x="228600" y="3429000"/>
                </a:lnTo>
                <a:lnTo>
                  <a:pt x="304800" y="3429000"/>
                </a:lnTo>
                <a:lnTo>
                  <a:pt x="304800" y="3419475"/>
                </a:lnTo>
                <a:lnTo>
                  <a:pt x="314325" y="3419475"/>
                </a:lnTo>
                <a:lnTo>
                  <a:pt x="314325" y="3352800"/>
                </a:lnTo>
                <a:lnTo>
                  <a:pt x="304800" y="3352800"/>
                </a:lnTo>
                <a:lnTo>
                  <a:pt x="304800" y="3333750"/>
                </a:lnTo>
                <a:lnTo>
                  <a:pt x="228600" y="3333750"/>
                </a:lnTo>
                <a:lnTo>
                  <a:pt x="228600" y="3343275"/>
                </a:lnTo>
                <a:lnTo>
                  <a:pt x="219075" y="3343275"/>
                </a:lnTo>
                <a:lnTo>
                  <a:pt x="219075" y="3324225"/>
                </a:lnTo>
                <a:lnTo>
                  <a:pt x="209550" y="3324225"/>
                </a:lnTo>
                <a:lnTo>
                  <a:pt x="209550" y="3333750"/>
                </a:lnTo>
                <a:lnTo>
                  <a:pt x="200025" y="3333750"/>
                </a:lnTo>
                <a:lnTo>
                  <a:pt x="200025" y="3314700"/>
                </a:lnTo>
                <a:lnTo>
                  <a:pt x="238125" y="3314700"/>
                </a:lnTo>
                <a:lnTo>
                  <a:pt x="238125" y="3324225"/>
                </a:lnTo>
                <a:lnTo>
                  <a:pt x="304800" y="3324225"/>
                </a:lnTo>
                <a:close/>
                <a:moveTo>
                  <a:pt x="552450" y="3333750"/>
                </a:moveTo>
                <a:lnTo>
                  <a:pt x="571500" y="3333750"/>
                </a:lnTo>
                <a:lnTo>
                  <a:pt x="571500" y="3343275"/>
                </a:lnTo>
                <a:lnTo>
                  <a:pt x="552450" y="3343275"/>
                </a:lnTo>
                <a:close/>
                <a:moveTo>
                  <a:pt x="895350" y="3333750"/>
                </a:moveTo>
                <a:lnTo>
                  <a:pt x="904875" y="3333750"/>
                </a:lnTo>
                <a:lnTo>
                  <a:pt x="904875" y="3343275"/>
                </a:lnTo>
                <a:lnTo>
                  <a:pt x="895350" y="3343275"/>
                </a:lnTo>
                <a:close/>
                <a:moveTo>
                  <a:pt x="1276350" y="3333750"/>
                </a:moveTo>
                <a:lnTo>
                  <a:pt x="1285875" y="3333750"/>
                </a:lnTo>
                <a:lnTo>
                  <a:pt x="1285875" y="3343275"/>
                </a:lnTo>
                <a:lnTo>
                  <a:pt x="1276350" y="3343275"/>
                </a:lnTo>
                <a:close/>
                <a:moveTo>
                  <a:pt x="542925" y="3343275"/>
                </a:moveTo>
                <a:lnTo>
                  <a:pt x="552450" y="3343275"/>
                </a:lnTo>
                <a:lnTo>
                  <a:pt x="552450" y="3352800"/>
                </a:lnTo>
                <a:lnTo>
                  <a:pt x="542925" y="3352800"/>
                </a:lnTo>
                <a:close/>
                <a:moveTo>
                  <a:pt x="571500" y="3343275"/>
                </a:moveTo>
                <a:lnTo>
                  <a:pt x="619125" y="3343275"/>
                </a:lnTo>
                <a:lnTo>
                  <a:pt x="619125" y="3352800"/>
                </a:lnTo>
                <a:lnTo>
                  <a:pt x="609600" y="3352800"/>
                </a:lnTo>
                <a:lnTo>
                  <a:pt x="609600" y="3362325"/>
                </a:lnTo>
                <a:lnTo>
                  <a:pt x="619125" y="3362325"/>
                </a:lnTo>
                <a:lnTo>
                  <a:pt x="619125" y="3371850"/>
                </a:lnTo>
                <a:lnTo>
                  <a:pt x="581025" y="3371850"/>
                </a:lnTo>
                <a:lnTo>
                  <a:pt x="581025" y="3352800"/>
                </a:lnTo>
                <a:lnTo>
                  <a:pt x="571500" y="3352800"/>
                </a:lnTo>
                <a:close/>
                <a:moveTo>
                  <a:pt x="876300" y="3343275"/>
                </a:moveTo>
                <a:lnTo>
                  <a:pt x="885825" y="3343275"/>
                </a:lnTo>
                <a:lnTo>
                  <a:pt x="885825" y="3352800"/>
                </a:lnTo>
                <a:lnTo>
                  <a:pt x="876300" y="3352800"/>
                </a:lnTo>
                <a:close/>
                <a:moveTo>
                  <a:pt x="1285875" y="3343275"/>
                </a:moveTo>
                <a:lnTo>
                  <a:pt x="1295400" y="3343275"/>
                </a:lnTo>
                <a:lnTo>
                  <a:pt x="1295400" y="3419475"/>
                </a:lnTo>
                <a:lnTo>
                  <a:pt x="1285875" y="3419475"/>
                </a:lnTo>
                <a:lnTo>
                  <a:pt x="1285875" y="3429000"/>
                </a:lnTo>
                <a:lnTo>
                  <a:pt x="1190625" y="3429000"/>
                </a:lnTo>
                <a:lnTo>
                  <a:pt x="1190625" y="3419475"/>
                </a:lnTo>
                <a:lnTo>
                  <a:pt x="1181100" y="3419475"/>
                </a:lnTo>
                <a:lnTo>
                  <a:pt x="1181100" y="3400425"/>
                </a:lnTo>
                <a:lnTo>
                  <a:pt x="1190625" y="3400425"/>
                </a:lnTo>
                <a:lnTo>
                  <a:pt x="1190625" y="3390900"/>
                </a:lnTo>
                <a:lnTo>
                  <a:pt x="1200150" y="3390900"/>
                </a:lnTo>
                <a:lnTo>
                  <a:pt x="1200150" y="3400425"/>
                </a:lnTo>
                <a:lnTo>
                  <a:pt x="1190625" y="3400425"/>
                </a:lnTo>
                <a:lnTo>
                  <a:pt x="1190625" y="3409950"/>
                </a:lnTo>
                <a:lnTo>
                  <a:pt x="1209675" y="3409950"/>
                </a:lnTo>
                <a:lnTo>
                  <a:pt x="1209675" y="3390900"/>
                </a:lnTo>
                <a:lnTo>
                  <a:pt x="1219200" y="3390900"/>
                </a:lnTo>
                <a:lnTo>
                  <a:pt x="1219200" y="3400425"/>
                </a:lnTo>
                <a:lnTo>
                  <a:pt x="1228725" y="3400425"/>
                </a:lnTo>
                <a:lnTo>
                  <a:pt x="1228725" y="3419475"/>
                </a:lnTo>
                <a:lnTo>
                  <a:pt x="1276350" y="3419475"/>
                </a:lnTo>
                <a:lnTo>
                  <a:pt x="1276350" y="3400425"/>
                </a:lnTo>
                <a:lnTo>
                  <a:pt x="1266825" y="3400425"/>
                </a:lnTo>
                <a:lnTo>
                  <a:pt x="1266825" y="3390900"/>
                </a:lnTo>
                <a:lnTo>
                  <a:pt x="1276350" y="3390900"/>
                </a:lnTo>
                <a:lnTo>
                  <a:pt x="1276350" y="3362325"/>
                </a:lnTo>
                <a:lnTo>
                  <a:pt x="1285875" y="3362325"/>
                </a:lnTo>
                <a:close/>
                <a:moveTo>
                  <a:pt x="209550" y="3352800"/>
                </a:moveTo>
                <a:lnTo>
                  <a:pt x="219075" y="3352800"/>
                </a:lnTo>
                <a:lnTo>
                  <a:pt x="219075" y="3371850"/>
                </a:lnTo>
                <a:lnTo>
                  <a:pt x="209550" y="3371850"/>
                </a:lnTo>
                <a:close/>
                <a:moveTo>
                  <a:pt x="866775" y="3352800"/>
                </a:moveTo>
                <a:lnTo>
                  <a:pt x="876300" y="3352800"/>
                </a:lnTo>
                <a:lnTo>
                  <a:pt x="876300" y="3371850"/>
                </a:lnTo>
                <a:lnTo>
                  <a:pt x="866775" y="3371850"/>
                </a:lnTo>
                <a:close/>
                <a:moveTo>
                  <a:pt x="1209675" y="3352800"/>
                </a:moveTo>
                <a:lnTo>
                  <a:pt x="1219200" y="3352800"/>
                </a:lnTo>
                <a:lnTo>
                  <a:pt x="1219200" y="3381375"/>
                </a:lnTo>
                <a:lnTo>
                  <a:pt x="1209675" y="3381375"/>
                </a:lnTo>
                <a:close/>
                <a:moveTo>
                  <a:pt x="952500" y="3362325"/>
                </a:moveTo>
                <a:lnTo>
                  <a:pt x="962025" y="3362325"/>
                </a:lnTo>
                <a:lnTo>
                  <a:pt x="962025" y="3371850"/>
                </a:lnTo>
                <a:lnTo>
                  <a:pt x="952500" y="3371850"/>
                </a:lnTo>
                <a:close/>
                <a:moveTo>
                  <a:pt x="619125" y="3371850"/>
                </a:moveTo>
                <a:lnTo>
                  <a:pt x="628650" y="3371850"/>
                </a:lnTo>
                <a:lnTo>
                  <a:pt x="628650" y="3381375"/>
                </a:lnTo>
                <a:lnTo>
                  <a:pt x="619125" y="3381375"/>
                </a:lnTo>
                <a:close/>
                <a:moveTo>
                  <a:pt x="1228725" y="3371850"/>
                </a:moveTo>
                <a:lnTo>
                  <a:pt x="1238250" y="3371850"/>
                </a:lnTo>
                <a:lnTo>
                  <a:pt x="1238250" y="3381375"/>
                </a:lnTo>
                <a:lnTo>
                  <a:pt x="1228725" y="3381375"/>
                </a:lnTo>
                <a:close/>
                <a:moveTo>
                  <a:pt x="1524000" y="3371850"/>
                </a:moveTo>
                <a:lnTo>
                  <a:pt x="1562100" y="3371850"/>
                </a:lnTo>
                <a:lnTo>
                  <a:pt x="1562100" y="3390900"/>
                </a:lnTo>
                <a:lnTo>
                  <a:pt x="1524000" y="3390900"/>
                </a:lnTo>
                <a:close/>
                <a:moveTo>
                  <a:pt x="885825" y="3381375"/>
                </a:moveTo>
                <a:lnTo>
                  <a:pt x="904875" y="3381375"/>
                </a:lnTo>
                <a:lnTo>
                  <a:pt x="904875" y="3400425"/>
                </a:lnTo>
                <a:lnTo>
                  <a:pt x="885825" y="3400425"/>
                </a:lnTo>
                <a:close/>
                <a:moveTo>
                  <a:pt x="923925" y="3381375"/>
                </a:moveTo>
                <a:lnTo>
                  <a:pt x="942975" y="3381375"/>
                </a:lnTo>
                <a:lnTo>
                  <a:pt x="942975" y="3400425"/>
                </a:lnTo>
                <a:lnTo>
                  <a:pt x="952500" y="3400425"/>
                </a:lnTo>
                <a:lnTo>
                  <a:pt x="952500" y="3390900"/>
                </a:lnTo>
                <a:lnTo>
                  <a:pt x="962025" y="3390900"/>
                </a:lnTo>
                <a:lnTo>
                  <a:pt x="962025" y="3400425"/>
                </a:lnTo>
                <a:lnTo>
                  <a:pt x="952500" y="3400425"/>
                </a:lnTo>
                <a:lnTo>
                  <a:pt x="952500" y="3409950"/>
                </a:lnTo>
                <a:lnTo>
                  <a:pt x="942975" y="3409950"/>
                </a:lnTo>
                <a:lnTo>
                  <a:pt x="942975" y="3419475"/>
                </a:lnTo>
                <a:lnTo>
                  <a:pt x="933450" y="3419475"/>
                </a:lnTo>
                <a:lnTo>
                  <a:pt x="933450" y="3400425"/>
                </a:lnTo>
                <a:lnTo>
                  <a:pt x="923925" y="3400425"/>
                </a:lnTo>
                <a:close/>
                <a:moveTo>
                  <a:pt x="590550" y="3400425"/>
                </a:moveTo>
                <a:lnTo>
                  <a:pt x="600075" y="3400425"/>
                </a:lnTo>
                <a:lnTo>
                  <a:pt x="600075" y="3409950"/>
                </a:lnTo>
                <a:lnTo>
                  <a:pt x="590550" y="3409950"/>
                </a:lnTo>
                <a:close/>
                <a:moveTo>
                  <a:pt x="1257300" y="3400425"/>
                </a:moveTo>
                <a:lnTo>
                  <a:pt x="1266825" y="3400425"/>
                </a:lnTo>
                <a:lnTo>
                  <a:pt x="1266825" y="3409950"/>
                </a:lnTo>
                <a:lnTo>
                  <a:pt x="1257300" y="3409950"/>
                </a:lnTo>
                <a:close/>
                <a:moveTo>
                  <a:pt x="571500" y="3409950"/>
                </a:moveTo>
                <a:lnTo>
                  <a:pt x="581025" y="3409950"/>
                </a:lnTo>
                <a:lnTo>
                  <a:pt x="581025" y="3419475"/>
                </a:lnTo>
                <a:lnTo>
                  <a:pt x="571500" y="3419475"/>
                </a:lnTo>
                <a:close/>
                <a:moveTo>
                  <a:pt x="609600" y="3409950"/>
                </a:moveTo>
                <a:lnTo>
                  <a:pt x="619125" y="3409950"/>
                </a:lnTo>
                <a:lnTo>
                  <a:pt x="619125" y="3419475"/>
                </a:lnTo>
                <a:lnTo>
                  <a:pt x="609600" y="3419475"/>
                </a:lnTo>
                <a:close/>
                <a:moveTo>
                  <a:pt x="885825" y="3409950"/>
                </a:moveTo>
                <a:lnTo>
                  <a:pt x="895350" y="3409950"/>
                </a:lnTo>
                <a:lnTo>
                  <a:pt x="895350" y="3419475"/>
                </a:lnTo>
                <a:lnTo>
                  <a:pt x="885825" y="3419475"/>
                </a:lnTo>
                <a:close/>
                <a:moveTo>
                  <a:pt x="1704975" y="3429000"/>
                </a:moveTo>
                <a:lnTo>
                  <a:pt x="1714500" y="3429000"/>
                </a:lnTo>
                <a:lnTo>
                  <a:pt x="1714500" y="3448050"/>
                </a:lnTo>
                <a:lnTo>
                  <a:pt x="1704975" y="3448050"/>
                </a:lnTo>
                <a:close/>
                <a:moveTo>
                  <a:pt x="542925" y="3448050"/>
                </a:moveTo>
                <a:lnTo>
                  <a:pt x="561975" y="3448050"/>
                </a:lnTo>
                <a:lnTo>
                  <a:pt x="561975" y="3457575"/>
                </a:lnTo>
                <a:lnTo>
                  <a:pt x="542925" y="3457575"/>
                </a:lnTo>
                <a:close/>
                <a:moveTo>
                  <a:pt x="590550" y="3448050"/>
                </a:moveTo>
                <a:lnTo>
                  <a:pt x="619125" y="3448050"/>
                </a:lnTo>
                <a:lnTo>
                  <a:pt x="619125" y="3457575"/>
                </a:lnTo>
                <a:lnTo>
                  <a:pt x="590550" y="3457575"/>
                </a:lnTo>
                <a:close/>
                <a:moveTo>
                  <a:pt x="800100" y="3448050"/>
                </a:moveTo>
                <a:lnTo>
                  <a:pt x="809625" y="3448050"/>
                </a:lnTo>
                <a:lnTo>
                  <a:pt x="809625" y="3457575"/>
                </a:lnTo>
                <a:lnTo>
                  <a:pt x="800100" y="3457575"/>
                </a:lnTo>
                <a:close/>
                <a:moveTo>
                  <a:pt x="828675" y="3448050"/>
                </a:moveTo>
                <a:lnTo>
                  <a:pt x="857250" y="3448050"/>
                </a:lnTo>
                <a:lnTo>
                  <a:pt x="857250" y="3457575"/>
                </a:lnTo>
                <a:lnTo>
                  <a:pt x="828675" y="3457575"/>
                </a:lnTo>
                <a:close/>
                <a:moveTo>
                  <a:pt x="942975" y="3448050"/>
                </a:moveTo>
                <a:lnTo>
                  <a:pt x="981075" y="3448050"/>
                </a:lnTo>
                <a:lnTo>
                  <a:pt x="981075" y="3457575"/>
                </a:lnTo>
                <a:lnTo>
                  <a:pt x="952500" y="3457575"/>
                </a:lnTo>
                <a:lnTo>
                  <a:pt x="952500" y="3467100"/>
                </a:lnTo>
                <a:lnTo>
                  <a:pt x="942975" y="3467100"/>
                </a:lnTo>
                <a:close/>
                <a:moveTo>
                  <a:pt x="1143000" y="3448050"/>
                </a:moveTo>
                <a:lnTo>
                  <a:pt x="1181100" y="3448050"/>
                </a:lnTo>
                <a:lnTo>
                  <a:pt x="1181100" y="3457575"/>
                </a:lnTo>
                <a:lnTo>
                  <a:pt x="1143000" y="3457575"/>
                </a:lnTo>
                <a:close/>
                <a:moveTo>
                  <a:pt x="1285875" y="3448050"/>
                </a:moveTo>
                <a:lnTo>
                  <a:pt x="1295400" y="3448050"/>
                </a:lnTo>
                <a:lnTo>
                  <a:pt x="1295400" y="3467100"/>
                </a:lnTo>
                <a:lnTo>
                  <a:pt x="1285875" y="3467100"/>
                </a:lnTo>
                <a:lnTo>
                  <a:pt x="1285875" y="3476625"/>
                </a:lnTo>
                <a:lnTo>
                  <a:pt x="1304925" y="3476625"/>
                </a:lnTo>
                <a:lnTo>
                  <a:pt x="1304925" y="3486150"/>
                </a:lnTo>
                <a:lnTo>
                  <a:pt x="1257300" y="3486150"/>
                </a:lnTo>
                <a:lnTo>
                  <a:pt x="1257300" y="3476625"/>
                </a:lnTo>
                <a:lnTo>
                  <a:pt x="1276350" y="3476625"/>
                </a:lnTo>
                <a:lnTo>
                  <a:pt x="1276350" y="3457575"/>
                </a:lnTo>
                <a:lnTo>
                  <a:pt x="1285875" y="3457575"/>
                </a:lnTo>
                <a:close/>
                <a:moveTo>
                  <a:pt x="1524000" y="3448050"/>
                </a:moveTo>
                <a:lnTo>
                  <a:pt x="1590675" y="3448050"/>
                </a:lnTo>
                <a:lnTo>
                  <a:pt x="1590675" y="3457575"/>
                </a:lnTo>
                <a:lnTo>
                  <a:pt x="1524000" y="3457575"/>
                </a:lnTo>
                <a:close/>
                <a:moveTo>
                  <a:pt x="657225" y="3457575"/>
                </a:moveTo>
                <a:lnTo>
                  <a:pt x="666750" y="3457575"/>
                </a:lnTo>
                <a:lnTo>
                  <a:pt x="666750" y="3467100"/>
                </a:lnTo>
                <a:lnTo>
                  <a:pt x="657225" y="3467100"/>
                </a:lnTo>
                <a:close/>
                <a:moveTo>
                  <a:pt x="1323975" y="3457575"/>
                </a:moveTo>
                <a:lnTo>
                  <a:pt x="1333500" y="3457575"/>
                </a:lnTo>
                <a:lnTo>
                  <a:pt x="1333500" y="3467100"/>
                </a:lnTo>
                <a:lnTo>
                  <a:pt x="1323975" y="3467100"/>
                </a:lnTo>
                <a:close/>
                <a:moveTo>
                  <a:pt x="1600200" y="3457575"/>
                </a:moveTo>
                <a:lnTo>
                  <a:pt x="1609725" y="3457575"/>
                </a:lnTo>
                <a:lnTo>
                  <a:pt x="1609725" y="3476625"/>
                </a:lnTo>
                <a:lnTo>
                  <a:pt x="1600200" y="3476625"/>
                </a:lnTo>
                <a:close/>
                <a:moveTo>
                  <a:pt x="1019175" y="3467100"/>
                </a:moveTo>
                <a:lnTo>
                  <a:pt x="1028700" y="3467100"/>
                </a:lnTo>
                <a:lnTo>
                  <a:pt x="1028700" y="3476625"/>
                </a:lnTo>
                <a:lnTo>
                  <a:pt x="1019175" y="3476625"/>
                </a:lnTo>
                <a:close/>
                <a:moveTo>
                  <a:pt x="209550" y="3476625"/>
                </a:moveTo>
                <a:lnTo>
                  <a:pt x="219075" y="3476625"/>
                </a:lnTo>
                <a:lnTo>
                  <a:pt x="219075" y="3486150"/>
                </a:lnTo>
                <a:lnTo>
                  <a:pt x="266700" y="3486150"/>
                </a:lnTo>
                <a:lnTo>
                  <a:pt x="266700" y="3476625"/>
                </a:lnTo>
                <a:lnTo>
                  <a:pt x="276225" y="3476625"/>
                </a:lnTo>
                <a:lnTo>
                  <a:pt x="276225" y="3486150"/>
                </a:lnTo>
                <a:lnTo>
                  <a:pt x="323850" y="3486150"/>
                </a:lnTo>
                <a:lnTo>
                  <a:pt x="323850" y="3476625"/>
                </a:lnTo>
                <a:lnTo>
                  <a:pt x="333375" y="3476625"/>
                </a:lnTo>
                <a:lnTo>
                  <a:pt x="333375" y="3457575"/>
                </a:lnTo>
                <a:lnTo>
                  <a:pt x="323850" y="3457575"/>
                </a:lnTo>
                <a:lnTo>
                  <a:pt x="323850" y="3448050"/>
                </a:lnTo>
                <a:lnTo>
                  <a:pt x="257175" y="3448050"/>
                </a:lnTo>
                <a:lnTo>
                  <a:pt x="257175" y="3457575"/>
                </a:lnTo>
                <a:lnTo>
                  <a:pt x="247650" y="3457575"/>
                </a:lnTo>
                <a:lnTo>
                  <a:pt x="247650" y="3448050"/>
                </a:lnTo>
                <a:lnTo>
                  <a:pt x="219075" y="3448050"/>
                </a:lnTo>
                <a:lnTo>
                  <a:pt x="219075" y="3457575"/>
                </a:lnTo>
                <a:lnTo>
                  <a:pt x="209550" y="3457575"/>
                </a:lnTo>
                <a:close/>
                <a:moveTo>
                  <a:pt x="533400" y="3476625"/>
                </a:moveTo>
                <a:lnTo>
                  <a:pt x="542925" y="3476625"/>
                </a:lnTo>
                <a:lnTo>
                  <a:pt x="542925" y="3486150"/>
                </a:lnTo>
                <a:lnTo>
                  <a:pt x="533400" y="3486150"/>
                </a:lnTo>
                <a:close/>
                <a:moveTo>
                  <a:pt x="552450" y="3476625"/>
                </a:moveTo>
                <a:lnTo>
                  <a:pt x="561975" y="3476625"/>
                </a:lnTo>
                <a:lnTo>
                  <a:pt x="561975" y="3486150"/>
                </a:lnTo>
                <a:lnTo>
                  <a:pt x="552450" y="3486150"/>
                </a:lnTo>
                <a:close/>
                <a:moveTo>
                  <a:pt x="571500" y="3476625"/>
                </a:moveTo>
                <a:lnTo>
                  <a:pt x="609600" y="3476625"/>
                </a:lnTo>
                <a:lnTo>
                  <a:pt x="609600" y="3486150"/>
                </a:lnTo>
                <a:lnTo>
                  <a:pt x="571500" y="3486150"/>
                </a:lnTo>
                <a:close/>
                <a:moveTo>
                  <a:pt x="838200" y="3476625"/>
                </a:moveTo>
                <a:lnTo>
                  <a:pt x="857250" y="3476625"/>
                </a:lnTo>
                <a:lnTo>
                  <a:pt x="857250" y="3486150"/>
                </a:lnTo>
                <a:lnTo>
                  <a:pt x="838200" y="3486150"/>
                </a:lnTo>
                <a:close/>
                <a:moveTo>
                  <a:pt x="876300" y="3476625"/>
                </a:moveTo>
                <a:lnTo>
                  <a:pt x="885825" y="3476625"/>
                </a:lnTo>
                <a:lnTo>
                  <a:pt x="885825" y="3486150"/>
                </a:lnTo>
                <a:lnTo>
                  <a:pt x="876300" y="3486150"/>
                </a:lnTo>
                <a:close/>
                <a:moveTo>
                  <a:pt x="942975" y="3476625"/>
                </a:moveTo>
                <a:lnTo>
                  <a:pt x="971550" y="3476625"/>
                </a:lnTo>
                <a:lnTo>
                  <a:pt x="971550" y="3486150"/>
                </a:lnTo>
                <a:lnTo>
                  <a:pt x="942975" y="3486150"/>
                </a:lnTo>
                <a:close/>
                <a:moveTo>
                  <a:pt x="1009650" y="3476625"/>
                </a:moveTo>
                <a:lnTo>
                  <a:pt x="1019175" y="3476625"/>
                </a:lnTo>
                <a:lnTo>
                  <a:pt x="1019175" y="3486150"/>
                </a:lnTo>
                <a:lnTo>
                  <a:pt x="1009650" y="3486150"/>
                </a:lnTo>
                <a:close/>
                <a:moveTo>
                  <a:pt x="1162050" y="3476625"/>
                </a:moveTo>
                <a:lnTo>
                  <a:pt x="1190625" y="3476625"/>
                </a:lnTo>
                <a:lnTo>
                  <a:pt x="1190625" y="3486150"/>
                </a:lnTo>
                <a:lnTo>
                  <a:pt x="1162050" y="3486150"/>
                </a:lnTo>
                <a:close/>
                <a:moveTo>
                  <a:pt x="1219200" y="3476625"/>
                </a:moveTo>
                <a:lnTo>
                  <a:pt x="1228725" y="3476625"/>
                </a:lnTo>
                <a:lnTo>
                  <a:pt x="1228725" y="3486150"/>
                </a:lnTo>
                <a:lnTo>
                  <a:pt x="1219200" y="3486150"/>
                </a:lnTo>
                <a:close/>
                <a:moveTo>
                  <a:pt x="1238250" y="3476625"/>
                </a:moveTo>
                <a:lnTo>
                  <a:pt x="1247775" y="3476625"/>
                </a:lnTo>
                <a:lnTo>
                  <a:pt x="1247775" y="3486150"/>
                </a:lnTo>
                <a:lnTo>
                  <a:pt x="1257300" y="3486150"/>
                </a:lnTo>
                <a:lnTo>
                  <a:pt x="1257300" y="3495675"/>
                </a:lnTo>
                <a:lnTo>
                  <a:pt x="1238250" y="3495675"/>
                </a:lnTo>
                <a:close/>
                <a:moveTo>
                  <a:pt x="1323975" y="3476625"/>
                </a:moveTo>
                <a:lnTo>
                  <a:pt x="1333500" y="3476625"/>
                </a:lnTo>
                <a:lnTo>
                  <a:pt x="1333500" y="3486150"/>
                </a:lnTo>
                <a:lnTo>
                  <a:pt x="1323975" y="3486150"/>
                </a:lnTo>
                <a:close/>
                <a:moveTo>
                  <a:pt x="1685925" y="3524250"/>
                </a:moveTo>
                <a:lnTo>
                  <a:pt x="1695450" y="3524250"/>
                </a:lnTo>
                <a:lnTo>
                  <a:pt x="1695450" y="3533775"/>
                </a:lnTo>
                <a:lnTo>
                  <a:pt x="1685925" y="3533775"/>
                </a:lnTo>
                <a:close/>
                <a:moveTo>
                  <a:pt x="171450" y="3590925"/>
                </a:moveTo>
                <a:lnTo>
                  <a:pt x="180975" y="3590925"/>
                </a:lnTo>
                <a:lnTo>
                  <a:pt x="180975" y="3600450"/>
                </a:lnTo>
                <a:lnTo>
                  <a:pt x="171450" y="3600450"/>
                </a:lnTo>
                <a:close/>
                <a:moveTo>
                  <a:pt x="180975" y="3600450"/>
                </a:moveTo>
                <a:lnTo>
                  <a:pt x="190500" y="3600450"/>
                </a:lnTo>
                <a:lnTo>
                  <a:pt x="190500" y="3609975"/>
                </a:lnTo>
                <a:lnTo>
                  <a:pt x="180975" y="3609975"/>
                </a:lnTo>
                <a:close/>
                <a:moveTo>
                  <a:pt x="219075" y="3629025"/>
                </a:moveTo>
                <a:lnTo>
                  <a:pt x="228600" y="3629025"/>
                </a:lnTo>
                <a:lnTo>
                  <a:pt x="228600" y="3638550"/>
                </a:lnTo>
                <a:lnTo>
                  <a:pt x="219075" y="3638550"/>
                </a:lnTo>
                <a:close/>
                <a:moveTo>
                  <a:pt x="1600200" y="3629025"/>
                </a:moveTo>
                <a:lnTo>
                  <a:pt x="1609725" y="3629025"/>
                </a:lnTo>
                <a:lnTo>
                  <a:pt x="1609725" y="3638550"/>
                </a:lnTo>
                <a:lnTo>
                  <a:pt x="1600200" y="3638550"/>
                </a:lnTo>
                <a:close/>
                <a:moveTo>
                  <a:pt x="238125" y="3638550"/>
                </a:moveTo>
                <a:lnTo>
                  <a:pt x="247650" y="3638550"/>
                </a:lnTo>
                <a:lnTo>
                  <a:pt x="247650" y="3648075"/>
                </a:lnTo>
                <a:lnTo>
                  <a:pt x="238125" y="3648075"/>
                </a:lnTo>
                <a:close/>
                <a:moveTo>
                  <a:pt x="342900" y="3667125"/>
                </a:moveTo>
                <a:lnTo>
                  <a:pt x="352425" y="3667125"/>
                </a:lnTo>
                <a:lnTo>
                  <a:pt x="352425" y="3676650"/>
                </a:lnTo>
                <a:lnTo>
                  <a:pt x="342900" y="3676650"/>
                </a:lnTo>
                <a:close/>
                <a:moveTo>
                  <a:pt x="1466850" y="3667125"/>
                </a:moveTo>
                <a:lnTo>
                  <a:pt x="1476375" y="3667125"/>
                </a:lnTo>
                <a:lnTo>
                  <a:pt x="1476375" y="3676650"/>
                </a:lnTo>
                <a:lnTo>
                  <a:pt x="1466850" y="3676650"/>
                </a:lnTo>
                <a:close/>
              </a:path>
            </a:pathLst>
          </a:custGeom>
          <a:solidFill xmlns:a="http://schemas.openxmlformats.org/drawingml/2006/main">
            <a:srgbClr val="DCDACD"/>
          </a:solidFill>
          <a:ln xmlns:a="http://schemas.openxmlformats.org/drawingml/2006/main" w="0">
            <a:noFill/>
          </a:ln>
        </p:spPr>
      </p:sp>
      <p:sp>
        <p:nvSpPr>
          <p:cNvPr id="30" name="dashboard vector #c4c3b7">
            <a:extLst xmlns:a="http://schemas.openxmlformats.org/drawingml/2006/main">
              <a:ext uri="{FF2B5EF4-FFF2-40B4-BE49-F238E27FC236}">
                <a16:creationId xmlns:a16="http://schemas.microsoft.com/office/drawing/2014/main" id="{058EAF9C-748D-47A8-841C-273F4266506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14400" y="1447800"/>
            <a:ext cx="2171700" cy="4467225"/>
          </a:xfrm>
          <a:custGeom xmlns:a="http://schemas.openxmlformats.org/drawingml/2006/main">
            <a:pathLst>
              <a:path w="1838325" h="3790950">
                <a:moveTo>
                  <a:pt x="342900" y="47625"/>
                </a:moveTo>
                <a:lnTo>
                  <a:pt x="1476375" y="47625"/>
                </a:lnTo>
                <a:lnTo>
                  <a:pt x="1476375" y="57150"/>
                </a:lnTo>
                <a:lnTo>
                  <a:pt x="342900" y="57150"/>
                </a:lnTo>
                <a:close/>
                <a:moveTo>
                  <a:pt x="285750" y="57150"/>
                </a:moveTo>
                <a:lnTo>
                  <a:pt x="295275" y="57150"/>
                </a:lnTo>
                <a:lnTo>
                  <a:pt x="295275" y="66675"/>
                </a:lnTo>
                <a:lnTo>
                  <a:pt x="285750" y="66675"/>
                </a:lnTo>
                <a:close/>
                <a:moveTo>
                  <a:pt x="1524000" y="57150"/>
                </a:moveTo>
                <a:lnTo>
                  <a:pt x="1543050" y="57150"/>
                </a:lnTo>
                <a:lnTo>
                  <a:pt x="1543050" y="66675"/>
                </a:lnTo>
                <a:lnTo>
                  <a:pt x="1524000" y="66675"/>
                </a:lnTo>
                <a:close/>
                <a:moveTo>
                  <a:pt x="247650" y="66675"/>
                </a:moveTo>
                <a:lnTo>
                  <a:pt x="257175" y="66675"/>
                </a:lnTo>
                <a:lnTo>
                  <a:pt x="257175" y="76200"/>
                </a:lnTo>
                <a:lnTo>
                  <a:pt x="247650" y="76200"/>
                </a:lnTo>
                <a:close/>
                <a:moveTo>
                  <a:pt x="1562100" y="66675"/>
                </a:moveTo>
                <a:lnTo>
                  <a:pt x="1571625" y="66675"/>
                </a:lnTo>
                <a:lnTo>
                  <a:pt x="1571625" y="76200"/>
                </a:lnTo>
                <a:lnTo>
                  <a:pt x="1562100" y="76200"/>
                </a:lnTo>
                <a:close/>
                <a:moveTo>
                  <a:pt x="228600" y="76200"/>
                </a:moveTo>
                <a:lnTo>
                  <a:pt x="238125" y="76200"/>
                </a:lnTo>
                <a:lnTo>
                  <a:pt x="238125" y="85725"/>
                </a:lnTo>
                <a:lnTo>
                  <a:pt x="228600" y="85725"/>
                </a:lnTo>
                <a:close/>
                <a:moveTo>
                  <a:pt x="1590675" y="76200"/>
                </a:moveTo>
                <a:lnTo>
                  <a:pt x="1600200" y="76200"/>
                </a:lnTo>
                <a:lnTo>
                  <a:pt x="1600200" y="85725"/>
                </a:lnTo>
                <a:lnTo>
                  <a:pt x="1590675" y="85725"/>
                </a:lnTo>
                <a:close/>
                <a:moveTo>
                  <a:pt x="200025" y="85725"/>
                </a:moveTo>
                <a:lnTo>
                  <a:pt x="209550" y="85725"/>
                </a:lnTo>
                <a:lnTo>
                  <a:pt x="209550" y="95250"/>
                </a:lnTo>
                <a:lnTo>
                  <a:pt x="200025" y="95250"/>
                </a:lnTo>
                <a:close/>
                <a:moveTo>
                  <a:pt x="1609725" y="85725"/>
                </a:moveTo>
                <a:lnTo>
                  <a:pt x="1619250" y="85725"/>
                </a:lnTo>
                <a:lnTo>
                  <a:pt x="1619250" y="95250"/>
                </a:lnTo>
                <a:lnTo>
                  <a:pt x="1609725" y="95250"/>
                </a:lnTo>
                <a:close/>
                <a:moveTo>
                  <a:pt x="1628775" y="95250"/>
                </a:moveTo>
                <a:lnTo>
                  <a:pt x="1638300" y="95250"/>
                </a:lnTo>
                <a:lnTo>
                  <a:pt x="1638300" y="104775"/>
                </a:lnTo>
                <a:lnTo>
                  <a:pt x="1628775" y="104775"/>
                </a:lnTo>
                <a:close/>
                <a:moveTo>
                  <a:pt x="171450" y="104775"/>
                </a:moveTo>
                <a:lnTo>
                  <a:pt x="180975" y="104775"/>
                </a:lnTo>
                <a:lnTo>
                  <a:pt x="180975" y="114300"/>
                </a:lnTo>
                <a:lnTo>
                  <a:pt x="171450" y="114300"/>
                </a:lnTo>
                <a:close/>
                <a:moveTo>
                  <a:pt x="1647825" y="104775"/>
                </a:moveTo>
                <a:lnTo>
                  <a:pt x="1657350" y="104775"/>
                </a:lnTo>
                <a:lnTo>
                  <a:pt x="1657350" y="114300"/>
                </a:lnTo>
                <a:lnTo>
                  <a:pt x="1647825" y="114300"/>
                </a:lnTo>
                <a:close/>
                <a:moveTo>
                  <a:pt x="1657350" y="114300"/>
                </a:moveTo>
                <a:lnTo>
                  <a:pt x="1666875" y="114300"/>
                </a:lnTo>
                <a:lnTo>
                  <a:pt x="1666875" y="123825"/>
                </a:lnTo>
                <a:lnTo>
                  <a:pt x="1657350" y="123825"/>
                </a:lnTo>
                <a:close/>
                <a:moveTo>
                  <a:pt x="142875" y="123825"/>
                </a:moveTo>
                <a:lnTo>
                  <a:pt x="152400" y="123825"/>
                </a:lnTo>
                <a:lnTo>
                  <a:pt x="152400" y="133350"/>
                </a:lnTo>
                <a:lnTo>
                  <a:pt x="142875" y="133350"/>
                </a:lnTo>
                <a:close/>
                <a:moveTo>
                  <a:pt x="352425" y="123825"/>
                </a:moveTo>
                <a:lnTo>
                  <a:pt x="400050" y="123825"/>
                </a:lnTo>
                <a:lnTo>
                  <a:pt x="400050" y="133350"/>
                </a:lnTo>
                <a:lnTo>
                  <a:pt x="352425" y="133350"/>
                </a:lnTo>
                <a:close/>
                <a:moveTo>
                  <a:pt x="1409700" y="123825"/>
                </a:moveTo>
                <a:lnTo>
                  <a:pt x="1476375" y="123825"/>
                </a:lnTo>
                <a:lnTo>
                  <a:pt x="1476375" y="133350"/>
                </a:lnTo>
                <a:lnTo>
                  <a:pt x="1409700" y="133350"/>
                </a:lnTo>
                <a:close/>
                <a:moveTo>
                  <a:pt x="133350" y="133350"/>
                </a:moveTo>
                <a:lnTo>
                  <a:pt x="142875" y="133350"/>
                </a:lnTo>
                <a:lnTo>
                  <a:pt x="142875" y="142875"/>
                </a:lnTo>
                <a:lnTo>
                  <a:pt x="133350" y="142875"/>
                </a:lnTo>
                <a:close/>
                <a:moveTo>
                  <a:pt x="285750" y="133350"/>
                </a:moveTo>
                <a:lnTo>
                  <a:pt x="295275" y="133350"/>
                </a:lnTo>
                <a:lnTo>
                  <a:pt x="295275" y="142875"/>
                </a:lnTo>
                <a:lnTo>
                  <a:pt x="285750" y="142875"/>
                </a:lnTo>
                <a:close/>
                <a:moveTo>
                  <a:pt x="1524000" y="133350"/>
                </a:moveTo>
                <a:lnTo>
                  <a:pt x="1533525" y="133350"/>
                </a:lnTo>
                <a:lnTo>
                  <a:pt x="1533525" y="142875"/>
                </a:lnTo>
                <a:lnTo>
                  <a:pt x="1524000" y="142875"/>
                </a:lnTo>
                <a:close/>
                <a:moveTo>
                  <a:pt x="123825" y="142875"/>
                </a:moveTo>
                <a:lnTo>
                  <a:pt x="133350" y="142875"/>
                </a:lnTo>
                <a:lnTo>
                  <a:pt x="133350" y="152400"/>
                </a:lnTo>
                <a:lnTo>
                  <a:pt x="123825" y="152400"/>
                </a:lnTo>
                <a:close/>
                <a:moveTo>
                  <a:pt x="257175" y="142875"/>
                </a:moveTo>
                <a:lnTo>
                  <a:pt x="266700" y="142875"/>
                </a:lnTo>
                <a:lnTo>
                  <a:pt x="266700" y="152400"/>
                </a:lnTo>
                <a:lnTo>
                  <a:pt x="257175" y="152400"/>
                </a:lnTo>
                <a:close/>
                <a:moveTo>
                  <a:pt x="1562100" y="142875"/>
                </a:moveTo>
                <a:lnTo>
                  <a:pt x="1571625" y="142875"/>
                </a:lnTo>
                <a:lnTo>
                  <a:pt x="1571625" y="152400"/>
                </a:lnTo>
                <a:lnTo>
                  <a:pt x="1562100" y="152400"/>
                </a:lnTo>
                <a:close/>
                <a:moveTo>
                  <a:pt x="114300" y="152400"/>
                </a:moveTo>
                <a:lnTo>
                  <a:pt x="123825" y="152400"/>
                </a:lnTo>
                <a:lnTo>
                  <a:pt x="123825" y="161925"/>
                </a:lnTo>
                <a:lnTo>
                  <a:pt x="114300" y="161925"/>
                </a:lnTo>
                <a:close/>
                <a:moveTo>
                  <a:pt x="1581150" y="152400"/>
                </a:moveTo>
                <a:lnTo>
                  <a:pt x="1590675" y="152400"/>
                </a:lnTo>
                <a:lnTo>
                  <a:pt x="1590675" y="161925"/>
                </a:lnTo>
                <a:lnTo>
                  <a:pt x="1581150" y="161925"/>
                </a:lnTo>
                <a:close/>
                <a:moveTo>
                  <a:pt x="104775" y="161925"/>
                </a:moveTo>
                <a:lnTo>
                  <a:pt x="114300" y="161925"/>
                </a:lnTo>
                <a:lnTo>
                  <a:pt x="114300" y="171450"/>
                </a:lnTo>
                <a:lnTo>
                  <a:pt x="104775" y="171450"/>
                </a:lnTo>
                <a:close/>
                <a:moveTo>
                  <a:pt x="219075" y="161925"/>
                </a:moveTo>
                <a:lnTo>
                  <a:pt x="228600" y="161925"/>
                </a:lnTo>
                <a:lnTo>
                  <a:pt x="228600" y="171450"/>
                </a:lnTo>
                <a:lnTo>
                  <a:pt x="219075" y="171450"/>
                </a:lnTo>
                <a:close/>
                <a:moveTo>
                  <a:pt x="723900" y="171450"/>
                </a:moveTo>
                <a:lnTo>
                  <a:pt x="1104900" y="171450"/>
                </a:lnTo>
                <a:lnTo>
                  <a:pt x="1104900" y="180975"/>
                </a:lnTo>
                <a:lnTo>
                  <a:pt x="723900" y="180975"/>
                </a:lnTo>
                <a:close/>
                <a:moveTo>
                  <a:pt x="1609725" y="171450"/>
                </a:moveTo>
                <a:lnTo>
                  <a:pt x="1619250" y="171450"/>
                </a:lnTo>
                <a:lnTo>
                  <a:pt x="1619250" y="180975"/>
                </a:lnTo>
                <a:lnTo>
                  <a:pt x="1609725" y="180975"/>
                </a:lnTo>
                <a:close/>
                <a:moveTo>
                  <a:pt x="1714500" y="171450"/>
                </a:moveTo>
                <a:lnTo>
                  <a:pt x="1724025" y="171450"/>
                </a:lnTo>
                <a:lnTo>
                  <a:pt x="1724025" y="180975"/>
                </a:lnTo>
                <a:lnTo>
                  <a:pt x="1714500" y="180975"/>
                </a:lnTo>
                <a:close/>
                <a:moveTo>
                  <a:pt x="190500" y="180975"/>
                </a:moveTo>
                <a:lnTo>
                  <a:pt x="200025" y="180975"/>
                </a:lnTo>
                <a:lnTo>
                  <a:pt x="200025" y="190500"/>
                </a:lnTo>
                <a:lnTo>
                  <a:pt x="190500" y="190500"/>
                </a:lnTo>
                <a:close/>
                <a:moveTo>
                  <a:pt x="695325" y="180975"/>
                </a:moveTo>
                <a:lnTo>
                  <a:pt x="704850" y="180975"/>
                </a:lnTo>
                <a:lnTo>
                  <a:pt x="704850" y="190500"/>
                </a:lnTo>
                <a:lnTo>
                  <a:pt x="695325" y="190500"/>
                </a:lnTo>
                <a:close/>
                <a:moveTo>
                  <a:pt x="1123950" y="180975"/>
                </a:moveTo>
                <a:lnTo>
                  <a:pt x="1133475" y="180975"/>
                </a:lnTo>
                <a:lnTo>
                  <a:pt x="1133475" y="190500"/>
                </a:lnTo>
                <a:lnTo>
                  <a:pt x="1123950" y="190500"/>
                </a:lnTo>
                <a:close/>
                <a:moveTo>
                  <a:pt x="1724025" y="180975"/>
                </a:moveTo>
                <a:lnTo>
                  <a:pt x="1733550" y="180975"/>
                </a:lnTo>
                <a:lnTo>
                  <a:pt x="1733550" y="190500"/>
                </a:lnTo>
                <a:lnTo>
                  <a:pt x="1724025" y="190500"/>
                </a:lnTo>
                <a:close/>
                <a:moveTo>
                  <a:pt x="85725" y="190500"/>
                </a:moveTo>
                <a:lnTo>
                  <a:pt x="95250" y="190500"/>
                </a:lnTo>
                <a:lnTo>
                  <a:pt x="95250" y="200025"/>
                </a:lnTo>
                <a:lnTo>
                  <a:pt x="85725" y="200025"/>
                </a:lnTo>
                <a:close/>
                <a:moveTo>
                  <a:pt x="180975" y="190500"/>
                </a:moveTo>
                <a:lnTo>
                  <a:pt x="190500" y="190500"/>
                </a:lnTo>
                <a:lnTo>
                  <a:pt x="190500" y="200025"/>
                </a:lnTo>
                <a:lnTo>
                  <a:pt x="180975" y="200025"/>
                </a:lnTo>
                <a:close/>
                <a:moveTo>
                  <a:pt x="171450" y="200025"/>
                </a:moveTo>
                <a:lnTo>
                  <a:pt x="180975" y="200025"/>
                </a:lnTo>
                <a:lnTo>
                  <a:pt x="180975" y="209550"/>
                </a:lnTo>
                <a:lnTo>
                  <a:pt x="171450" y="209550"/>
                </a:lnTo>
                <a:close/>
                <a:moveTo>
                  <a:pt x="1733550" y="200025"/>
                </a:moveTo>
                <a:lnTo>
                  <a:pt x="1743075" y="200025"/>
                </a:lnTo>
                <a:lnTo>
                  <a:pt x="1743075" y="209550"/>
                </a:lnTo>
                <a:lnTo>
                  <a:pt x="1733550" y="209550"/>
                </a:lnTo>
                <a:close/>
                <a:moveTo>
                  <a:pt x="76200" y="209550"/>
                </a:moveTo>
                <a:lnTo>
                  <a:pt x="85725" y="209550"/>
                </a:lnTo>
                <a:lnTo>
                  <a:pt x="85725" y="219075"/>
                </a:lnTo>
                <a:lnTo>
                  <a:pt x="76200" y="219075"/>
                </a:lnTo>
                <a:close/>
                <a:moveTo>
                  <a:pt x="666750" y="209550"/>
                </a:moveTo>
                <a:lnTo>
                  <a:pt x="676275" y="209550"/>
                </a:lnTo>
                <a:lnTo>
                  <a:pt x="676275" y="219075"/>
                </a:lnTo>
                <a:lnTo>
                  <a:pt x="666750" y="219075"/>
                </a:lnTo>
                <a:close/>
                <a:moveTo>
                  <a:pt x="1743075" y="219075"/>
                </a:moveTo>
                <a:lnTo>
                  <a:pt x="1752600" y="219075"/>
                </a:lnTo>
                <a:lnTo>
                  <a:pt x="1752600" y="228600"/>
                </a:lnTo>
                <a:lnTo>
                  <a:pt x="1743075" y="228600"/>
                </a:lnTo>
                <a:close/>
                <a:moveTo>
                  <a:pt x="66675" y="228600"/>
                </a:moveTo>
                <a:lnTo>
                  <a:pt x="76200" y="228600"/>
                </a:lnTo>
                <a:lnTo>
                  <a:pt x="76200" y="238125"/>
                </a:lnTo>
                <a:lnTo>
                  <a:pt x="66675" y="238125"/>
                </a:lnTo>
                <a:close/>
                <a:moveTo>
                  <a:pt x="333375" y="228600"/>
                </a:moveTo>
                <a:lnTo>
                  <a:pt x="342900" y="228600"/>
                </a:lnTo>
                <a:lnTo>
                  <a:pt x="342900" y="276225"/>
                </a:lnTo>
                <a:lnTo>
                  <a:pt x="333375" y="276225"/>
                </a:lnTo>
                <a:lnTo>
                  <a:pt x="333375" y="257175"/>
                </a:lnTo>
                <a:lnTo>
                  <a:pt x="323850" y="257175"/>
                </a:lnTo>
                <a:lnTo>
                  <a:pt x="323850" y="238125"/>
                </a:lnTo>
                <a:lnTo>
                  <a:pt x="333375" y="238125"/>
                </a:lnTo>
                <a:close/>
                <a:moveTo>
                  <a:pt x="428625" y="228600"/>
                </a:moveTo>
                <a:lnTo>
                  <a:pt x="447675" y="228600"/>
                </a:lnTo>
                <a:lnTo>
                  <a:pt x="447675" y="238125"/>
                </a:lnTo>
                <a:lnTo>
                  <a:pt x="428625" y="238125"/>
                </a:lnTo>
                <a:close/>
                <a:moveTo>
                  <a:pt x="466725" y="228600"/>
                </a:moveTo>
                <a:lnTo>
                  <a:pt x="476250" y="228600"/>
                </a:lnTo>
                <a:lnTo>
                  <a:pt x="476250" y="238125"/>
                </a:lnTo>
                <a:lnTo>
                  <a:pt x="485775" y="238125"/>
                </a:lnTo>
                <a:lnTo>
                  <a:pt x="485775" y="247650"/>
                </a:lnTo>
                <a:lnTo>
                  <a:pt x="457200" y="247650"/>
                </a:lnTo>
                <a:lnTo>
                  <a:pt x="457200" y="257175"/>
                </a:lnTo>
                <a:lnTo>
                  <a:pt x="485775" y="257175"/>
                </a:lnTo>
                <a:lnTo>
                  <a:pt x="485775" y="276225"/>
                </a:lnTo>
                <a:lnTo>
                  <a:pt x="447675" y="276225"/>
                </a:lnTo>
                <a:lnTo>
                  <a:pt x="447675" y="266700"/>
                </a:lnTo>
                <a:lnTo>
                  <a:pt x="428625" y="266700"/>
                </a:lnTo>
                <a:lnTo>
                  <a:pt x="428625" y="276225"/>
                </a:lnTo>
                <a:lnTo>
                  <a:pt x="447675" y="276225"/>
                </a:lnTo>
                <a:lnTo>
                  <a:pt x="447675" y="285750"/>
                </a:lnTo>
                <a:lnTo>
                  <a:pt x="409575" y="285750"/>
                </a:lnTo>
                <a:lnTo>
                  <a:pt x="409575" y="276225"/>
                </a:lnTo>
                <a:lnTo>
                  <a:pt x="400050" y="276225"/>
                </a:lnTo>
                <a:lnTo>
                  <a:pt x="400050" y="285750"/>
                </a:lnTo>
                <a:lnTo>
                  <a:pt x="361950" y="285750"/>
                </a:lnTo>
                <a:lnTo>
                  <a:pt x="361950" y="276225"/>
                </a:lnTo>
                <a:lnTo>
                  <a:pt x="381000" y="276225"/>
                </a:lnTo>
                <a:lnTo>
                  <a:pt x="381000" y="257175"/>
                </a:lnTo>
                <a:lnTo>
                  <a:pt x="390525" y="257175"/>
                </a:lnTo>
                <a:lnTo>
                  <a:pt x="390525" y="238125"/>
                </a:lnTo>
                <a:lnTo>
                  <a:pt x="400050" y="238125"/>
                </a:lnTo>
                <a:lnTo>
                  <a:pt x="400050" y="247650"/>
                </a:lnTo>
                <a:lnTo>
                  <a:pt x="409575" y="247650"/>
                </a:lnTo>
                <a:lnTo>
                  <a:pt x="409575" y="238125"/>
                </a:lnTo>
                <a:lnTo>
                  <a:pt x="428625" y="238125"/>
                </a:lnTo>
                <a:lnTo>
                  <a:pt x="428625" y="257175"/>
                </a:lnTo>
                <a:lnTo>
                  <a:pt x="447675" y="257175"/>
                </a:lnTo>
                <a:lnTo>
                  <a:pt x="447675" y="238125"/>
                </a:lnTo>
                <a:lnTo>
                  <a:pt x="466725" y="238125"/>
                </a:lnTo>
                <a:close/>
                <a:moveTo>
                  <a:pt x="657225" y="228600"/>
                </a:moveTo>
                <a:lnTo>
                  <a:pt x="666750" y="228600"/>
                </a:lnTo>
                <a:lnTo>
                  <a:pt x="666750" y="238125"/>
                </a:lnTo>
                <a:lnTo>
                  <a:pt x="657225" y="238125"/>
                </a:lnTo>
                <a:close/>
                <a:moveTo>
                  <a:pt x="1381125" y="228600"/>
                </a:moveTo>
                <a:lnTo>
                  <a:pt x="1390650" y="228600"/>
                </a:lnTo>
                <a:lnTo>
                  <a:pt x="1390650" y="238125"/>
                </a:lnTo>
                <a:lnTo>
                  <a:pt x="1381125" y="238125"/>
                </a:lnTo>
                <a:close/>
                <a:moveTo>
                  <a:pt x="1419225" y="228600"/>
                </a:moveTo>
                <a:lnTo>
                  <a:pt x="1428750" y="228600"/>
                </a:lnTo>
                <a:lnTo>
                  <a:pt x="1428750" y="238125"/>
                </a:lnTo>
                <a:lnTo>
                  <a:pt x="1419225" y="238125"/>
                </a:lnTo>
                <a:close/>
                <a:moveTo>
                  <a:pt x="1485900" y="228600"/>
                </a:moveTo>
                <a:lnTo>
                  <a:pt x="1562100" y="228600"/>
                </a:lnTo>
                <a:lnTo>
                  <a:pt x="1562100" y="238125"/>
                </a:lnTo>
                <a:lnTo>
                  <a:pt x="1571625" y="238125"/>
                </a:lnTo>
                <a:lnTo>
                  <a:pt x="1571625" y="247650"/>
                </a:lnTo>
                <a:lnTo>
                  <a:pt x="1581150" y="247650"/>
                </a:lnTo>
                <a:lnTo>
                  <a:pt x="1581150" y="266700"/>
                </a:lnTo>
                <a:lnTo>
                  <a:pt x="1571625" y="266700"/>
                </a:lnTo>
                <a:lnTo>
                  <a:pt x="1571625" y="276225"/>
                </a:lnTo>
                <a:lnTo>
                  <a:pt x="1562100" y="276225"/>
                </a:lnTo>
                <a:lnTo>
                  <a:pt x="1562100" y="285750"/>
                </a:lnTo>
                <a:lnTo>
                  <a:pt x="1485900" y="285750"/>
                </a:lnTo>
                <a:lnTo>
                  <a:pt x="1485900" y="276225"/>
                </a:lnTo>
                <a:lnTo>
                  <a:pt x="1476375" y="276225"/>
                </a:lnTo>
                <a:lnTo>
                  <a:pt x="1476375" y="266700"/>
                </a:lnTo>
                <a:lnTo>
                  <a:pt x="1466850" y="266700"/>
                </a:lnTo>
                <a:lnTo>
                  <a:pt x="1466850" y="247650"/>
                </a:lnTo>
                <a:lnTo>
                  <a:pt x="1476375" y="247650"/>
                </a:lnTo>
                <a:lnTo>
                  <a:pt x="1476375" y="238125"/>
                </a:lnTo>
                <a:lnTo>
                  <a:pt x="1485900" y="238125"/>
                </a:lnTo>
                <a:close/>
                <a:moveTo>
                  <a:pt x="1666875" y="228600"/>
                </a:moveTo>
                <a:lnTo>
                  <a:pt x="1676400" y="228600"/>
                </a:lnTo>
                <a:lnTo>
                  <a:pt x="1676400" y="238125"/>
                </a:lnTo>
                <a:lnTo>
                  <a:pt x="1666875" y="238125"/>
                </a:lnTo>
                <a:close/>
                <a:moveTo>
                  <a:pt x="142875" y="238125"/>
                </a:moveTo>
                <a:lnTo>
                  <a:pt x="152400" y="238125"/>
                </a:lnTo>
                <a:lnTo>
                  <a:pt x="152400" y="247650"/>
                </a:lnTo>
                <a:lnTo>
                  <a:pt x="142875" y="247650"/>
                </a:lnTo>
                <a:close/>
                <a:moveTo>
                  <a:pt x="1162050" y="238125"/>
                </a:moveTo>
                <a:lnTo>
                  <a:pt x="1171575" y="238125"/>
                </a:lnTo>
                <a:lnTo>
                  <a:pt x="1171575" y="276225"/>
                </a:lnTo>
                <a:lnTo>
                  <a:pt x="1162050" y="276225"/>
                </a:lnTo>
                <a:close/>
                <a:moveTo>
                  <a:pt x="1371600" y="238125"/>
                </a:moveTo>
                <a:lnTo>
                  <a:pt x="1381125" y="238125"/>
                </a:lnTo>
                <a:lnTo>
                  <a:pt x="1381125" y="257175"/>
                </a:lnTo>
                <a:lnTo>
                  <a:pt x="1371600" y="257175"/>
                </a:lnTo>
                <a:close/>
                <a:moveTo>
                  <a:pt x="1428750" y="238125"/>
                </a:moveTo>
                <a:lnTo>
                  <a:pt x="1438275" y="238125"/>
                </a:lnTo>
                <a:lnTo>
                  <a:pt x="1438275" y="257175"/>
                </a:lnTo>
                <a:lnTo>
                  <a:pt x="1428750" y="257175"/>
                </a:lnTo>
                <a:close/>
                <a:moveTo>
                  <a:pt x="1752600" y="238125"/>
                </a:moveTo>
                <a:lnTo>
                  <a:pt x="1762125" y="238125"/>
                </a:lnTo>
                <a:lnTo>
                  <a:pt x="1762125" y="247650"/>
                </a:lnTo>
                <a:lnTo>
                  <a:pt x="1752600" y="247650"/>
                </a:lnTo>
                <a:close/>
                <a:moveTo>
                  <a:pt x="57150" y="247650"/>
                </a:moveTo>
                <a:lnTo>
                  <a:pt x="66675" y="247650"/>
                </a:lnTo>
                <a:lnTo>
                  <a:pt x="66675" y="257175"/>
                </a:lnTo>
                <a:lnTo>
                  <a:pt x="57150" y="257175"/>
                </a:lnTo>
                <a:close/>
                <a:moveTo>
                  <a:pt x="133350" y="257175"/>
                </a:moveTo>
                <a:lnTo>
                  <a:pt x="142875" y="257175"/>
                </a:lnTo>
                <a:lnTo>
                  <a:pt x="142875" y="266700"/>
                </a:lnTo>
                <a:lnTo>
                  <a:pt x="133350" y="266700"/>
                </a:lnTo>
                <a:close/>
                <a:moveTo>
                  <a:pt x="1762125" y="257175"/>
                </a:moveTo>
                <a:lnTo>
                  <a:pt x="1771650" y="257175"/>
                </a:lnTo>
                <a:lnTo>
                  <a:pt x="1771650" y="276225"/>
                </a:lnTo>
                <a:lnTo>
                  <a:pt x="1762125" y="276225"/>
                </a:lnTo>
                <a:close/>
                <a:moveTo>
                  <a:pt x="1476375" y="266700"/>
                </a:moveTo>
                <a:lnTo>
                  <a:pt x="1485900" y="266700"/>
                </a:lnTo>
                <a:lnTo>
                  <a:pt x="1485900" y="276225"/>
                </a:lnTo>
                <a:lnTo>
                  <a:pt x="1552575" y="276225"/>
                </a:lnTo>
                <a:lnTo>
                  <a:pt x="1552575" y="266700"/>
                </a:lnTo>
                <a:lnTo>
                  <a:pt x="1562100" y="266700"/>
                </a:lnTo>
                <a:lnTo>
                  <a:pt x="1562100" y="247650"/>
                </a:lnTo>
                <a:lnTo>
                  <a:pt x="1552575" y="247650"/>
                </a:lnTo>
                <a:lnTo>
                  <a:pt x="1552575" y="238125"/>
                </a:lnTo>
                <a:lnTo>
                  <a:pt x="1485900" y="238125"/>
                </a:lnTo>
                <a:lnTo>
                  <a:pt x="1485900" y="247650"/>
                </a:lnTo>
                <a:lnTo>
                  <a:pt x="1476375" y="247650"/>
                </a:lnTo>
                <a:close/>
                <a:moveTo>
                  <a:pt x="1685925" y="266700"/>
                </a:moveTo>
                <a:lnTo>
                  <a:pt x="1695450" y="266700"/>
                </a:lnTo>
                <a:lnTo>
                  <a:pt x="1695450" y="276225"/>
                </a:lnTo>
                <a:lnTo>
                  <a:pt x="1685925" y="276225"/>
                </a:lnTo>
                <a:close/>
                <a:moveTo>
                  <a:pt x="47625" y="276225"/>
                </a:moveTo>
                <a:lnTo>
                  <a:pt x="57150" y="276225"/>
                </a:lnTo>
                <a:lnTo>
                  <a:pt x="57150" y="295275"/>
                </a:lnTo>
                <a:lnTo>
                  <a:pt x="47625" y="295275"/>
                </a:lnTo>
                <a:close/>
                <a:moveTo>
                  <a:pt x="657225" y="276225"/>
                </a:moveTo>
                <a:lnTo>
                  <a:pt x="666750" y="276225"/>
                </a:lnTo>
                <a:lnTo>
                  <a:pt x="666750" y="285750"/>
                </a:lnTo>
                <a:lnTo>
                  <a:pt x="657225" y="285750"/>
                </a:lnTo>
                <a:close/>
                <a:moveTo>
                  <a:pt x="1400175" y="276225"/>
                </a:moveTo>
                <a:lnTo>
                  <a:pt x="1409700" y="276225"/>
                </a:lnTo>
                <a:lnTo>
                  <a:pt x="1409700" y="285750"/>
                </a:lnTo>
                <a:lnTo>
                  <a:pt x="1400175" y="285750"/>
                </a:lnTo>
                <a:close/>
                <a:moveTo>
                  <a:pt x="123825" y="285750"/>
                </a:moveTo>
                <a:lnTo>
                  <a:pt x="133350" y="285750"/>
                </a:lnTo>
                <a:lnTo>
                  <a:pt x="133350" y="295275"/>
                </a:lnTo>
                <a:lnTo>
                  <a:pt x="123825" y="295275"/>
                </a:lnTo>
                <a:close/>
                <a:moveTo>
                  <a:pt x="1695450" y="295275"/>
                </a:moveTo>
                <a:lnTo>
                  <a:pt x="1704975" y="295275"/>
                </a:lnTo>
                <a:lnTo>
                  <a:pt x="1704975" y="304800"/>
                </a:lnTo>
                <a:lnTo>
                  <a:pt x="1695450" y="304800"/>
                </a:lnTo>
                <a:close/>
                <a:moveTo>
                  <a:pt x="1771650" y="295275"/>
                </a:moveTo>
                <a:lnTo>
                  <a:pt x="1781175" y="295275"/>
                </a:lnTo>
                <a:lnTo>
                  <a:pt x="1781175" y="314325"/>
                </a:lnTo>
                <a:lnTo>
                  <a:pt x="1771650" y="314325"/>
                </a:lnTo>
                <a:close/>
                <a:moveTo>
                  <a:pt x="38100" y="323850"/>
                </a:moveTo>
                <a:lnTo>
                  <a:pt x="47625" y="323850"/>
                </a:lnTo>
                <a:lnTo>
                  <a:pt x="47625" y="342900"/>
                </a:lnTo>
                <a:lnTo>
                  <a:pt x="38100" y="342900"/>
                </a:lnTo>
                <a:close/>
                <a:moveTo>
                  <a:pt x="114300" y="323850"/>
                </a:moveTo>
                <a:lnTo>
                  <a:pt x="123825" y="323850"/>
                </a:lnTo>
                <a:lnTo>
                  <a:pt x="123825" y="333375"/>
                </a:lnTo>
                <a:lnTo>
                  <a:pt x="114300" y="333375"/>
                </a:lnTo>
                <a:close/>
                <a:moveTo>
                  <a:pt x="704850" y="323850"/>
                </a:moveTo>
                <a:lnTo>
                  <a:pt x="714375" y="323850"/>
                </a:lnTo>
                <a:lnTo>
                  <a:pt x="714375" y="333375"/>
                </a:lnTo>
                <a:lnTo>
                  <a:pt x="704850" y="333375"/>
                </a:lnTo>
                <a:close/>
                <a:moveTo>
                  <a:pt x="1704975" y="342900"/>
                </a:moveTo>
                <a:lnTo>
                  <a:pt x="1714500" y="342900"/>
                </a:lnTo>
                <a:lnTo>
                  <a:pt x="1714500" y="361950"/>
                </a:lnTo>
                <a:lnTo>
                  <a:pt x="1704975" y="361950"/>
                </a:lnTo>
                <a:close/>
                <a:moveTo>
                  <a:pt x="1781175" y="342900"/>
                </a:moveTo>
                <a:lnTo>
                  <a:pt x="1790700" y="342900"/>
                </a:lnTo>
                <a:lnTo>
                  <a:pt x="1790700" y="381000"/>
                </a:lnTo>
                <a:lnTo>
                  <a:pt x="1781175" y="381000"/>
                </a:lnTo>
                <a:close/>
                <a:moveTo>
                  <a:pt x="104775" y="390525"/>
                </a:moveTo>
                <a:lnTo>
                  <a:pt x="114300" y="390525"/>
                </a:lnTo>
                <a:lnTo>
                  <a:pt x="114300" y="1276350"/>
                </a:lnTo>
                <a:lnTo>
                  <a:pt x="104775" y="1276350"/>
                </a:lnTo>
                <a:close/>
                <a:moveTo>
                  <a:pt x="190500" y="400050"/>
                </a:moveTo>
                <a:lnTo>
                  <a:pt x="266700" y="400050"/>
                </a:lnTo>
                <a:lnTo>
                  <a:pt x="266700" y="409575"/>
                </a:lnTo>
                <a:lnTo>
                  <a:pt x="276225" y="409575"/>
                </a:lnTo>
                <a:lnTo>
                  <a:pt x="276225" y="428625"/>
                </a:lnTo>
                <a:lnTo>
                  <a:pt x="285750" y="428625"/>
                </a:lnTo>
                <a:lnTo>
                  <a:pt x="285750" y="457200"/>
                </a:lnTo>
                <a:lnTo>
                  <a:pt x="276225" y="457200"/>
                </a:lnTo>
                <a:lnTo>
                  <a:pt x="276225" y="438150"/>
                </a:lnTo>
                <a:lnTo>
                  <a:pt x="257175" y="438150"/>
                </a:lnTo>
                <a:lnTo>
                  <a:pt x="257175" y="419100"/>
                </a:lnTo>
                <a:lnTo>
                  <a:pt x="200025" y="419100"/>
                </a:lnTo>
                <a:lnTo>
                  <a:pt x="200025" y="438150"/>
                </a:lnTo>
                <a:lnTo>
                  <a:pt x="180975" y="438150"/>
                </a:lnTo>
                <a:lnTo>
                  <a:pt x="180975" y="457200"/>
                </a:lnTo>
                <a:lnTo>
                  <a:pt x="171450" y="457200"/>
                </a:lnTo>
                <a:lnTo>
                  <a:pt x="171450" y="419100"/>
                </a:lnTo>
                <a:lnTo>
                  <a:pt x="180975" y="419100"/>
                </a:lnTo>
                <a:lnTo>
                  <a:pt x="180975" y="409575"/>
                </a:lnTo>
                <a:lnTo>
                  <a:pt x="190500" y="409575"/>
                </a:lnTo>
                <a:close/>
                <a:moveTo>
                  <a:pt x="342900" y="419100"/>
                </a:moveTo>
                <a:lnTo>
                  <a:pt x="352425" y="419100"/>
                </a:lnTo>
                <a:lnTo>
                  <a:pt x="352425" y="428625"/>
                </a:lnTo>
                <a:lnTo>
                  <a:pt x="342900" y="428625"/>
                </a:lnTo>
                <a:close/>
                <a:moveTo>
                  <a:pt x="381000" y="419100"/>
                </a:moveTo>
                <a:lnTo>
                  <a:pt x="390525" y="419100"/>
                </a:lnTo>
                <a:lnTo>
                  <a:pt x="390525" y="428625"/>
                </a:lnTo>
                <a:lnTo>
                  <a:pt x="381000" y="428625"/>
                </a:lnTo>
                <a:close/>
                <a:moveTo>
                  <a:pt x="542925" y="419100"/>
                </a:moveTo>
                <a:lnTo>
                  <a:pt x="552450" y="419100"/>
                </a:lnTo>
                <a:lnTo>
                  <a:pt x="552450" y="428625"/>
                </a:lnTo>
                <a:lnTo>
                  <a:pt x="542925" y="428625"/>
                </a:lnTo>
                <a:close/>
                <a:moveTo>
                  <a:pt x="647700" y="419100"/>
                </a:moveTo>
                <a:lnTo>
                  <a:pt x="657225" y="419100"/>
                </a:lnTo>
                <a:lnTo>
                  <a:pt x="657225" y="428625"/>
                </a:lnTo>
                <a:lnTo>
                  <a:pt x="647700" y="428625"/>
                </a:lnTo>
                <a:close/>
                <a:moveTo>
                  <a:pt x="723900" y="419100"/>
                </a:moveTo>
                <a:lnTo>
                  <a:pt x="733425" y="419100"/>
                </a:lnTo>
                <a:lnTo>
                  <a:pt x="733425" y="428625"/>
                </a:lnTo>
                <a:lnTo>
                  <a:pt x="723900" y="428625"/>
                </a:lnTo>
                <a:close/>
                <a:moveTo>
                  <a:pt x="742950" y="419100"/>
                </a:moveTo>
                <a:lnTo>
                  <a:pt x="752475" y="419100"/>
                </a:lnTo>
                <a:lnTo>
                  <a:pt x="752475" y="428625"/>
                </a:lnTo>
                <a:lnTo>
                  <a:pt x="742950" y="428625"/>
                </a:lnTo>
                <a:close/>
                <a:moveTo>
                  <a:pt x="857250" y="419100"/>
                </a:moveTo>
                <a:lnTo>
                  <a:pt x="876300" y="419100"/>
                </a:lnTo>
                <a:lnTo>
                  <a:pt x="876300" y="428625"/>
                </a:lnTo>
                <a:lnTo>
                  <a:pt x="866775" y="428625"/>
                </a:lnTo>
                <a:lnTo>
                  <a:pt x="866775" y="438150"/>
                </a:lnTo>
                <a:lnTo>
                  <a:pt x="828675" y="438150"/>
                </a:lnTo>
                <a:lnTo>
                  <a:pt x="828675" y="428625"/>
                </a:lnTo>
                <a:lnTo>
                  <a:pt x="857250" y="428625"/>
                </a:lnTo>
                <a:close/>
                <a:moveTo>
                  <a:pt x="428625" y="428625"/>
                </a:moveTo>
                <a:lnTo>
                  <a:pt x="438150" y="428625"/>
                </a:lnTo>
                <a:lnTo>
                  <a:pt x="438150" y="438150"/>
                </a:lnTo>
                <a:lnTo>
                  <a:pt x="428625" y="438150"/>
                </a:lnTo>
                <a:close/>
                <a:moveTo>
                  <a:pt x="457200" y="428625"/>
                </a:moveTo>
                <a:lnTo>
                  <a:pt x="466725" y="428625"/>
                </a:lnTo>
                <a:lnTo>
                  <a:pt x="466725" y="438150"/>
                </a:lnTo>
                <a:lnTo>
                  <a:pt x="457200" y="438150"/>
                </a:lnTo>
                <a:close/>
                <a:moveTo>
                  <a:pt x="495300" y="428625"/>
                </a:moveTo>
                <a:lnTo>
                  <a:pt x="514350" y="428625"/>
                </a:lnTo>
                <a:lnTo>
                  <a:pt x="514350" y="438150"/>
                </a:lnTo>
                <a:lnTo>
                  <a:pt x="495300" y="438150"/>
                </a:lnTo>
                <a:close/>
                <a:moveTo>
                  <a:pt x="561975" y="428625"/>
                </a:moveTo>
                <a:lnTo>
                  <a:pt x="600075" y="428625"/>
                </a:lnTo>
                <a:lnTo>
                  <a:pt x="600075" y="438150"/>
                </a:lnTo>
                <a:lnTo>
                  <a:pt x="609600" y="438150"/>
                </a:lnTo>
                <a:lnTo>
                  <a:pt x="609600" y="447675"/>
                </a:lnTo>
                <a:lnTo>
                  <a:pt x="619125" y="447675"/>
                </a:lnTo>
                <a:lnTo>
                  <a:pt x="619125" y="438150"/>
                </a:lnTo>
                <a:lnTo>
                  <a:pt x="628650" y="438150"/>
                </a:lnTo>
                <a:lnTo>
                  <a:pt x="628650" y="428625"/>
                </a:lnTo>
                <a:lnTo>
                  <a:pt x="638175" y="428625"/>
                </a:lnTo>
                <a:lnTo>
                  <a:pt x="638175" y="438150"/>
                </a:lnTo>
                <a:lnTo>
                  <a:pt x="628650" y="438150"/>
                </a:lnTo>
                <a:lnTo>
                  <a:pt x="628650" y="466725"/>
                </a:lnTo>
                <a:lnTo>
                  <a:pt x="619125" y="466725"/>
                </a:lnTo>
                <a:lnTo>
                  <a:pt x="619125" y="457200"/>
                </a:lnTo>
                <a:lnTo>
                  <a:pt x="609600" y="457200"/>
                </a:lnTo>
                <a:lnTo>
                  <a:pt x="609600" y="466725"/>
                </a:lnTo>
                <a:lnTo>
                  <a:pt x="571500" y="466725"/>
                </a:lnTo>
                <a:lnTo>
                  <a:pt x="571500" y="457200"/>
                </a:lnTo>
                <a:lnTo>
                  <a:pt x="590550" y="457200"/>
                </a:lnTo>
                <a:lnTo>
                  <a:pt x="590550" y="438150"/>
                </a:lnTo>
                <a:lnTo>
                  <a:pt x="561975" y="438150"/>
                </a:lnTo>
                <a:close/>
                <a:moveTo>
                  <a:pt x="657225" y="428625"/>
                </a:moveTo>
                <a:lnTo>
                  <a:pt x="695325" y="428625"/>
                </a:lnTo>
                <a:lnTo>
                  <a:pt x="695325" y="438150"/>
                </a:lnTo>
                <a:lnTo>
                  <a:pt x="657225" y="438150"/>
                </a:lnTo>
                <a:close/>
                <a:moveTo>
                  <a:pt x="714375" y="428625"/>
                </a:moveTo>
                <a:lnTo>
                  <a:pt x="723900" y="428625"/>
                </a:lnTo>
                <a:lnTo>
                  <a:pt x="723900" y="438150"/>
                </a:lnTo>
                <a:lnTo>
                  <a:pt x="733425" y="438150"/>
                </a:lnTo>
                <a:lnTo>
                  <a:pt x="733425" y="447675"/>
                </a:lnTo>
                <a:lnTo>
                  <a:pt x="723900" y="447675"/>
                </a:lnTo>
                <a:lnTo>
                  <a:pt x="723900" y="466725"/>
                </a:lnTo>
                <a:lnTo>
                  <a:pt x="714375" y="466725"/>
                </a:lnTo>
                <a:lnTo>
                  <a:pt x="714375" y="457200"/>
                </a:lnTo>
                <a:lnTo>
                  <a:pt x="704850" y="457200"/>
                </a:lnTo>
                <a:lnTo>
                  <a:pt x="704850" y="466725"/>
                </a:lnTo>
                <a:lnTo>
                  <a:pt x="695325" y="466725"/>
                </a:lnTo>
                <a:lnTo>
                  <a:pt x="695325" y="438150"/>
                </a:lnTo>
                <a:lnTo>
                  <a:pt x="714375" y="438150"/>
                </a:lnTo>
                <a:close/>
                <a:moveTo>
                  <a:pt x="752475" y="428625"/>
                </a:moveTo>
                <a:lnTo>
                  <a:pt x="819150" y="428625"/>
                </a:lnTo>
                <a:lnTo>
                  <a:pt x="819150" y="438150"/>
                </a:lnTo>
                <a:lnTo>
                  <a:pt x="752475" y="438150"/>
                </a:lnTo>
                <a:close/>
                <a:moveTo>
                  <a:pt x="923925" y="428625"/>
                </a:moveTo>
                <a:lnTo>
                  <a:pt x="942975" y="428625"/>
                </a:lnTo>
                <a:lnTo>
                  <a:pt x="942975" y="438150"/>
                </a:lnTo>
                <a:lnTo>
                  <a:pt x="923925" y="438150"/>
                </a:lnTo>
                <a:close/>
                <a:moveTo>
                  <a:pt x="28575" y="438150"/>
                </a:moveTo>
                <a:lnTo>
                  <a:pt x="38100" y="438150"/>
                </a:lnTo>
                <a:lnTo>
                  <a:pt x="38100" y="704850"/>
                </a:lnTo>
                <a:lnTo>
                  <a:pt x="28575" y="704850"/>
                </a:lnTo>
                <a:close/>
                <a:moveTo>
                  <a:pt x="228600" y="438150"/>
                </a:moveTo>
                <a:lnTo>
                  <a:pt x="247650" y="438150"/>
                </a:lnTo>
                <a:lnTo>
                  <a:pt x="247650" y="447675"/>
                </a:lnTo>
                <a:lnTo>
                  <a:pt x="228600" y="447675"/>
                </a:lnTo>
                <a:close/>
                <a:moveTo>
                  <a:pt x="323850" y="438150"/>
                </a:moveTo>
                <a:lnTo>
                  <a:pt x="333375" y="438150"/>
                </a:lnTo>
                <a:lnTo>
                  <a:pt x="333375" y="457200"/>
                </a:lnTo>
                <a:lnTo>
                  <a:pt x="342900" y="457200"/>
                </a:lnTo>
                <a:lnTo>
                  <a:pt x="342900" y="466725"/>
                </a:lnTo>
                <a:lnTo>
                  <a:pt x="323850" y="466725"/>
                </a:lnTo>
                <a:close/>
                <a:moveTo>
                  <a:pt x="438150" y="438150"/>
                </a:moveTo>
                <a:lnTo>
                  <a:pt x="447675" y="438150"/>
                </a:lnTo>
                <a:lnTo>
                  <a:pt x="447675" y="447675"/>
                </a:lnTo>
                <a:lnTo>
                  <a:pt x="438150" y="447675"/>
                </a:lnTo>
                <a:close/>
                <a:moveTo>
                  <a:pt x="514350" y="438150"/>
                </a:moveTo>
                <a:lnTo>
                  <a:pt x="523875" y="438150"/>
                </a:lnTo>
                <a:lnTo>
                  <a:pt x="523875" y="447675"/>
                </a:lnTo>
                <a:lnTo>
                  <a:pt x="514350" y="447675"/>
                </a:lnTo>
                <a:close/>
                <a:moveTo>
                  <a:pt x="352425" y="457200"/>
                </a:moveTo>
                <a:lnTo>
                  <a:pt x="361950" y="457200"/>
                </a:lnTo>
                <a:lnTo>
                  <a:pt x="361950" y="466725"/>
                </a:lnTo>
                <a:lnTo>
                  <a:pt x="390525" y="466725"/>
                </a:lnTo>
                <a:lnTo>
                  <a:pt x="390525" y="457200"/>
                </a:lnTo>
                <a:lnTo>
                  <a:pt x="419100" y="457200"/>
                </a:lnTo>
                <a:lnTo>
                  <a:pt x="419100" y="466725"/>
                </a:lnTo>
                <a:lnTo>
                  <a:pt x="438150" y="466725"/>
                </a:lnTo>
                <a:lnTo>
                  <a:pt x="438150" y="457200"/>
                </a:lnTo>
                <a:lnTo>
                  <a:pt x="447675" y="457200"/>
                </a:lnTo>
                <a:lnTo>
                  <a:pt x="447675" y="466725"/>
                </a:lnTo>
                <a:lnTo>
                  <a:pt x="514350" y="466725"/>
                </a:lnTo>
                <a:lnTo>
                  <a:pt x="514350" y="476250"/>
                </a:lnTo>
                <a:lnTo>
                  <a:pt x="352425" y="476250"/>
                </a:lnTo>
                <a:close/>
                <a:moveTo>
                  <a:pt x="809625" y="457200"/>
                </a:moveTo>
                <a:lnTo>
                  <a:pt x="828675" y="457200"/>
                </a:lnTo>
                <a:lnTo>
                  <a:pt x="828675" y="466725"/>
                </a:lnTo>
                <a:lnTo>
                  <a:pt x="923925" y="466725"/>
                </a:lnTo>
                <a:lnTo>
                  <a:pt x="923925" y="476250"/>
                </a:lnTo>
                <a:lnTo>
                  <a:pt x="819150" y="476250"/>
                </a:lnTo>
                <a:lnTo>
                  <a:pt x="819150" y="466725"/>
                </a:lnTo>
                <a:lnTo>
                  <a:pt x="809625" y="466725"/>
                </a:lnTo>
                <a:close/>
                <a:moveTo>
                  <a:pt x="533400" y="466725"/>
                </a:moveTo>
                <a:lnTo>
                  <a:pt x="571500" y="466725"/>
                </a:lnTo>
                <a:lnTo>
                  <a:pt x="571500" y="476250"/>
                </a:lnTo>
                <a:lnTo>
                  <a:pt x="533400" y="476250"/>
                </a:lnTo>
                <a:close/>
                <a:moveTo>
                  <a:pt x="628650" y="466725"/>
                </a:moveTo>
                <a:lnTo>
                  <a:pt x="657225" y="466725"/>
                </a:lnTo>
                <a:lnTo>
                  <a:pt x="657225" y="476250"/>
                </a:lnTo>
                <a:lnTo>
                  <a:pt x="628650" y="476250"/>
                </a:lnTo>
                <a:close/>
                <a:moveTo>
                  <a:pt x="676275" y="466725"/>
                </a:moveTo>
                <a:lnTo>
                  <a:pt x="695325" y="466725"/>
                </a:lnTo>
                <a:lnTo>
                  <a:pt x="695325" y="476250"/>
                </a:lnTo>
                <a:lnTo>
                  <a:pt x="676275" y="476250"/>
                </a:lnTo>
                <a:close/>
                <a:moveTo>
                  <a:pt x="723900" y="466725"/>
                </a:moveTo>
                <a:lnTo>
                  <a:pt x="733425" y="466725"/>
                </a:lnTo>
                <a:lnTo>
                  <a:pt x="733425" y="476250"/>
                </a:lnTo>
                <a:lnTo>
                  <a:pt x="723900" y="476250"/>
                </a:lnTo>
                <a:close/>
                <a:moveTo>
                  <a:pt x="742950" y="466725"/>
                </a:moveTo>
                <a:lnTo>
                  <a:pt x="752475" y="466725"/>
                </a:lnTo>
                <a:lnTo>
                  <a:pt x="752475" y="476250"/>
                </a:lnTo>
                <a:lnTo>
                  <a:pt x="742950" y="476250"/>
                </a:lnTo>
                <a:close/>
                <a:moveTo>
                  <a:pt x="771525" y="466725"/>
                </a:moveTo>
                <a:lnTo>
                  <a:pt x="790575" y="466725"/>
                </a:lnTo>
                <a:lnTo>
                  <a:pt x="790575" y="476250"/>
                </a:lnTo>
                <a:lnTo>
                  <a:pt x="771525" y="476250"/>
                </a:lnTo>
                <a:close/>
                <a:moveTo>
                  <a:pt x="247650" y="476250"/>
                </a:moveTo>
                <a:lnTo>
                  <a:pt x="257175" y="476250"/>
                </a:lnTo>
                <a:lnTo>
                  <a:pt x="257175" y="495300"/>
                </a:lnTo>
                <a:lnTo>
                  <a:pt x="276225" y="495300"/>
                </a:lnTo>
                <a:lnTo>
                  <a:pt x="276225" y="504825"/>
                </a:lnTo>
                <a:lnTo>
                  <a:pt x="266700" y="504825"/>
                </a:lnTo>
                <a:lnTo>
                  <a:pt x="266700" y="514350"/>
                </a:lnTo>
                <a:lnTo>
                  <a:pt x="180975" y="514350"/>
                </a:lnTo>
                <a:lnTo>
                  <a:pt x="180975" y="504825"/>
                </a:lnTo>
                <a:lnTo>
                  <a:pt x="171450" y="504825"/>
                </a:lnTo>
                <a:lnTo>
                  <a:pt x="171450" y="485775"/>
                </a:lnTo>
                <a:lnTo>
                  <a:pt x="180975" y="485775"/>
                </a:lnTo>
                <a:lnTo>
                  <a:pt x="180975" y="495300"/>
                </a:lnTo>
                <a:lnTo>
                  <a:pt x="190500" y="495300"/>
                </a:lnTo>
                <a:lnTo>
                  <a:pt x="190500" y="504825"/>
                </a:lnTo>
                <a:lnTo>
                  <a:pt x="238125" y="504825"/>
                </a:lnTo>
                <a:lnTo>
                  <a:pt x="238125" y="495300"/>
                </a:lnTo>
                <a:lnTo>
                  <a:pt x="247650" y="495300"/>
                </a:lnTo>
                <a:close/>
                <a:moveTo>
                  <a:pt x="266700" y="476250"/>
                </a:moveTo>
                <a:lnTo>
                  <a:pt x="276225" y="476250"/>
                </a:lnTo>
                <a:lnTo>
                  <a:pt x="276225" y="485775"/>
                </a:lnTo>
                <a:lnTo>
                  <a:pt x="266700" y="485775"/>
                </a:lnTo>
                <a:close/>
                <a:moveTo>
                  <a:pt x="333375" y="495300"/>
                </a:moveTo>
                <a:lnTo>
                  <a:pt x="447675" y="495300"/>
                </a:lnTo>
                <a:lnTo>
                  <a:pt x="447675" y="514350"/>
                </a:lnTo>
                <a:lnTo>
                  <a:pt x="333375" y="514350"/>
                </a:lnTo>
                <a:close/>
                <a:moveTo>
                  <a:pt x="228600" y="647700"/>
                </a:moveTo>
                <a:lnTo>
                  <a:pt x="257175" y="647700"/>
                </a:lnTo>
                <a:lnTo>
                  <a:pt x="257175" y="666750"/>
                </a:lnTo>
                <a:lnTo>
                  <a:pt x="228600" y="666750"/>
                </a:lnTo>
                <a:close/>
                <a:moveTo>
                  <a:pt x="200025" y="657225"/>
                </a:moveTo>
                <a:lnTo>
                  <a:pt x="209550" y="657225"/>
                </a:lnTo>
                <a:lnTo>
                  <a:pt x="209550" y="666750"/>
                </a:lnTo>
                <a:lnTo>
                  <a:pt x="200025" y="666750"/>
                </a:lnTo>
                <a:close/>
                <a:moveTo>
                  <a:pt x="276225" y="657225"/>
                </a:moveTo>
                <a:lnTo>
                  <a:pt x="295275" y="657225"/>
                </a:lnTo>
                <a:lnTo>
                  <a:pt x="295275" y="676275"/>
                </a:lnTo>
                <a:lnTo>
                  <a:pt x="285750" y="676275"/>
                </a:lnTo>
                <a:lnTo>
                  <a:pt x="285750" y="704850"/>
                </a:lnTo>
                <a:lnTo>
                  <a:pt x="276225" y="704850"/>
                </a:lnTo>
                <a:lnTo>
                  <a:pt x="276225" y="733425"/>
                </a:lnTo>
                <a:lnTo>
                  <a:pt x="266700" y="733425"/>
                </a:lnTo>
                <a:lnTo>
                  <a:pt x="266700" y="742950"/>
                </a:lnTo>
                <a:lnTo>
                  <a:pt x="238125" y="742950"/>
                </a:lnTo>
                <a:lnTo>
                  <a:pt x="238125" y="752475"/>
                </a:lnTo>
                <a:lnTo>
                  <a:pt x="180975" y="752475"/>
                </a:lnTo>
                <a:lnTo>
                  <a:pt x="180975" y="742950"/>
                </a:lnTo>
                <a:lnTo>
                  <a:pt x="171450" y="742950"/>
                </a:lnTo>
                <a:lnTo>
                  <a:pt x="171450" y="733425"/>
                </a:lnTo>
                <a:lnTo>
                  <a:pt x="180975" y="733425"/>
                </a:lnTo>
                <a:lnTo>
                  <a:pt x="180975" y="742950"/>
                </a:lnTo>
                <a:lnTo>
                  <a:pt x="200025" y="742950"/>
                </a:lnTo>
                <a:lnTo>
                  <a:pt x="200025" y="733425"/>
                </a:lnTo>
                <a:lnTo>
                  <a:pt x="247650" y="733425"/>
                </a:lnTo>
                <a:lnTo>
                  <a:pt x="247650" y="723900"/>
                </a:lnTo>
                <a:lnTo>
                  <a:pt x="257175" y="723900"/>
                </a:lnTo>
                <a:lnTo>
                  <a:pt x="257175" y="704850"/>
                </a:lnTo>
                <a:lnTo>
                  <a:pt x="266700" y="704850"/>
                </a:lnTo>
                <a:lnTo>
                  <a:pt x="266700" y="676275"/>
                </a:lnTo>
                <a:lnTo>
                  <a:pt x="276225" y="676275"/>
                </a:lnTo>
                <a:close/>
                <a:moveTo>
                  <a:pt x="371475" y="657225"/>
                </a:moveTo>
                <a:lnTo>
                  <a:pt x="390525" y="657225"/>
                </a:lnTo>
                <a:lnTo>
                  <a:pt x="390525" y="666750"/>
                </a:lnTo>
                <a:lnTo>
                  <a:pt x="371475" y="666750"/>
                </a:lnTo>
                <a:close/>
                <a:moveTo>
                  <a:pt x="733425" y="657225"/>
                </a:moveTo>
                <a:lnTo>
                  <a:pt x="752475" y="657225"/>
                </a:lnTo>
                <a:lnTo>
                  <a:pt x="752475" y="676275"/>
                </a:lnTo>
                <a:lnTo>
                  <a:pt x="733425" y="676275"/>
                </a:lnTo>
                <a:close/>
                <a:moveTo>
                  <a:pt x="866775" y="657225"/>
                </a:moveTo>
                <a:lnTo>
                  <a:pt x="885825" y="657225"/>
                </a:lnTo>
                <a:lnTo>
                  <a:pt x="885825" y="666750"/>
                </a:lnTo>
                <a:lnTo>
                  <a:pt x="866775" y="666750"/>
                </a:lnTo>
                <a:close/>
                <a:moveTo>
                  <a:pt x="190500" y="666750"/>
                </a:moveTo>
                <a:lnTo>
                  <a:pt x="200025" y="666750"/>
                </a:lnTo>
                <a:lnTo>
                  <a:pt x="200025" y="676275"/>
                </a:lnTo>
                <a:lnTo>
                  <a:pt x="219075" y="676275"/>
                </a:lnTo>
                <a:lnTo>
                  <a:pt x="219075" y="685800"/>
                </a:lnTo>
                <a:lnTo>
                  <a:pt x="238125" y="685800"/>
                </a:lnTo>
                <a:lnTo>
                  <a:pt x="238125" y="704850"/>
                </a:lnTo>
                <a:lnTo>
                  <a:pt x="219075" y="704850"/>
                </a:lnTo>
                <a:lnTo>
                  <a:pt x="219075" y="714375"/>
                </a:lnTo>
                <a:lnTo>
                  <a:pt x="209550" y="714375"/>
                </a:lnTo>
                <a:lnTo>
                  <a:pt x="209550" y="685800"/>
                </a:lnTo>
                <a:lnTo>
                  <a:pt x="190500" y="685800"/>
                </a:lnTo>
                <a:close/>
                <a:moveTo>
                  <a:pt x="361950" y="666750"/>
                </a:moveTo>
                <a:lnTo>
                  <a:pt x="371475" y="666750"/>
                </a:lnTo>
                <a:lnTo>
                  <a:pt x="371475" y="676275"/>
                </a:lnTo>
                <a:lnTo>
                  <a:pt x="381000" y="676275"/>
                </a:lnTo>
                <a:lnTo>
                  <a:pt x="381000" y="704850"/>
                </a:lnTo>
                <a:lnTo>
                  <a:pt x="400050" y="704850"/>
                </a:lnTo>
                <a:lnTo>
                  <a:pt x="400050" y="714375"/>
                </a:lnTo>
                <a:lnTo>
                  <a:pt x="419100" y="714375"/>
                </a:lnTo>
                <a:lnTo>
                  <a:pt x="419100" y="704850"/>
                </a:lnTo>
                <a:lnTo>
                  <a:pt x="428625" y="704850"/>
                </a:lnTo>
                <a:lnTo>
                  <a:pt x="428625" y="695325"/>
                </a:lnTo>
                <a:lnTo>
                  <a:pt x="457200" y="695325"/>
                </a:lnTo>
                <a:lnTo>
                  <a:pt x="457200" y="704850"/>
                </a:lnTo>
                <a:lnTo>
                  <a:pt x="428625" y="704850"/>
                </a:lnTo>
                <a:lnTo>
                  <a:pt x="428625" y="714375"/>
                </a:lnTo>
                <a:lnTo>
                  <a:pt x="419100" y="714375"/>
                </a:lnTo>
                <a:lnTo>
                  <a:pt x="419100" y="723900"/>
                </a:lnTo>
                <a:lnTo>
                  <a:pt x="409575" y="723900"/>
                </a:lnTo>
                <a:lnTo>
                  <a:pt x="409575" y="733425"/>
                </a:lnTo>
                <a:lnTo>
                  <a:pt x="457200" y="733425"/>
                </a:lnTo>
                <a:lnTo>
                  <a:pt x="457200" y="723900"/>
                </a:lnTo>
                <a:lnTo>
                  <a:pt x="466725" y="723900"/>
                </a:lnTo>
                <a:lnTo>
                  <a:pt x="466725" y="733425"/>
                </a:lnTo>
                <a:lnTo>
                  <a:pt x="457200" y="733425"/>
                </a:lnTo>
                <a:lnTo>
                  <a:pt x="457200" y="742950"/>
                </a:lnTo>
                <a:lnTo>
                  <a:pt x="390525" y="742950"/>
                </a:lnTo>
                <a:lnTo>
                  <a:pt x="390525" y="733425"/>
                </a:lnTo>
                <a:lnTo>
                  <a:pt x="371475" y="733425"/>
                </a:lnTo>
                <a:lnTo>
                  <a:pt x="371475" y="742950"/>
                </a:lnTo>
                <a:lnTo>
                  <a:pt x="361950" y="742950"/>
                </a:lnTo>
                <a:lnTo>
                  <a:pt x="361950" y="752475"/>
                </a:lnTo>
                <a:lnTo>
                  <a:pt x="352425" y="752475"/>
                </a:lnTo>
                <a:lnTo>
                  <a:pt x="352425" y="723900"/>
                </a:lnTo>
                <a:lnTo>
                  <a:pt x="361950" y="723900"/>
                </a:lnTo>
                <a:lnTo>
                  <a:pt x="361950" y="714375"/>
                </a:lnTo>
                <a:lnTo>
                  <a:pt x="371475" y="714375"/>
                </a:lnTo>
                <a:lnTo>
                  <a:pt x="371475" y="685800"/>
                </a:lnTo>
                <a:lnTo>
                  <a:pt x="361950" y="685800"/>
                </a:lnTo>
                <a:close/>
                <a:moveTo>
                  <a:pt x="409575" y="666750"/>
                </a:moveTo>
                <a:lnTo>
                  <a:pt x="419100" y="666750"/>
                </a:lnTo>
                <a:lnTo>
                  <a:pt x="419100" y="676275"/>
                </a:lnTo>
                <a:lnTo>
                  <a:pt x="409575" y="676275"/>
                </a:lnTo>
                <a:close/>
                <a:moveTo>
                  <a:pt x="857250" y="666750"/>
                </a:moveTo>
                <a:lnTo>
                  <a:pt x="866775" y="666750"/>
                </a:lnTo>
                <a:lnTo>
                  <a:pt x="866775" y="676275"/>
                </a:lnTo>
                <a:lnTo>
                  <a:pt x="876300" y="676275"/>
                </a:lnTo>
                <a:lnTo>
                  <a:pt x="876300" y="685800"/>
                </a:lnTo>
                <a:lnTo>
                  <a:pt x="885825" y="685800"/>
                </a:lnTo>
                <a:lnTo>
                  <a:pt x="885825" y="695325"/>
                </a:lnTo>
                <a:lnTo>
                  <a:pt x="904875" y="695325"/>
                </a:lnTo>
                <a:lnTo>
                  <a:pt x="904875" y="704850"/>
                </a:lnTo>
                <a:lnTo>
                  <a:pt x="876300" y="704850"/>
                </a:lnTo>
                <a:lnTo>
                  <a:pt x="876300" y="733425"/>
                </a:lnTo>
                <a:lnTo>
                  <a:pt x="857250" y="733425"/>
                </a:lnTo>
                <a:lnTo>
                  <a:pt x="857250" y="742950"/>
                </a:lnTo>
                <a:lnTo>
                  <a:pt x="847725" y="742950"/>
                </a:lnTo>
                <a:lnTo>
                  <a:pt x="847725" y="752475"/>
                </a:lnTo>
                <a:lnTo>
                  <a:pt x="838200" y="752475"/>
                </a:lnTo>
                <a:lnTo>
                  <a:pt x="838200" y="742950"/>
                </a:lnTo>
                <a:lnTo>
                  <a:pt x="771525" y="742950"/>
                </a:lnTo>
                <a:lnTo>
                  <a:pt x="771525" y="723900"/>
                </a:lnTo>
                <a:lnTo>
                  <a:pt x="781050" y="723900"/>
                </a:lnTo>
                <a:lnTo>
                  <a:pt x="781050" y="714375"/>
                </a:lnTo>
                <a:lnTo>
                  <a:pt x="790575" y="714375"/>
                </a:lnTo>
                <a:lnTo>
                  <a:pt x="790575" y="723900"/>
                </a:lnTo>
                <a:lnTo>
                  <a:pt x="781050" y="723900"/>
                </a:lnTo>
                <a:lnTo>
                  <a:pt x="781050" y="733425"/>
                </a:lnTo>
                <a:lnTo>
                  <a:pt x="847725" y="733425"/>
                </a:lnTo>
                <a:lnTo>
                  <a:pt x="847725" y="723900"/>
                </a:lnTo>
                <a:lnTo>
                  <a:pt x="828675" y="723900"/>
                </a:lnTo>
                <a:lnTo>
                  <a:pt x="828675" y="714375"/>
                </a:lnTo>
                <a:lnTo>
                  <a:pt x="847725" y="714375"/>
                </a:lnTo>
                <a:lnTo>
                  <a:pt x="847725" y="695325"/>
                </a:lnTo>
                <a:lnTo>
                  <a:pt x="857250" y="695325"/>
                </a:lnTo>
                <a:close/>
                <a:moveTo>
                  <a:pt x="1114425" y="666750"/>
                </a:moveTo>
                <a:lnTo>
                  <a:pt x="1123950" y="666750"/>
                </a:lnTo>
                <a:lnTo>
                  <a:pt x="1123950" y="676275"/>
                </a:lnTo>
                <a:lnTo>
                  <a:pt x="1114425" y="676275"/>
                </a:lnTo>
                <a:close/>
                <a:moveTo>
                  <a:pt x="1095375" y="676275"/>
                </a:moveTo>
                <a:lnTo>
                  <a:pt x="1114425" y="676275"/>
                </a:lnTo>
                <a:lnTo>
                  <a:pt x="1114425" y="695325"/>
                </a:lnTo>
                <a:lnTo>
                  <a:pt x="1123950" y="695325"/>
                </a:lnTo>
                <a:lnTo>
                  <a:pt x="1123950" y="704850"/>
                </a:lnTo>
                <a:lnTo>
                  <a:pt x="1133475" y="704850"/>
                </a:lnTo>
                <a:lnTo>
                  <a:pt x="1133475" y="695325"/>
                </a:lnTo>
                <a:lnTo>
                  <a:pt x="1162050" y="695325"/>
                </a:lnTo>
                <a:lnTo>
                  <a:pt x="1162050" y="704850"/>
                </a:lnTo>
                <a:lnTo>
                  <a:pt x="1133475" y="704850"/>
                </a:lnTo>
                <a:lnTo>
                  <a:pt x="1133475" y="714375"/>
                </a:lnTo>
                <a:lnTo>
                  <a:pt x="1104900" y="714375"/>
                </a:lnTo>
                <a:lnTo>
                  <a:pt x="1104900" y="695325"/>
                </a:lnTo>
                <a:lnTo>
                  <a:pt x="1085850" y="695325"/>
                </a:lnTo>
                <a:lnTo>
                  <a:pt x="1085850" y="685800"/>
                </a:lnTo>
                <a:lnTo>
                  <a:pt x="1095375" y="685800"/>
                </a:lnTo>
                <a:close/>
                <a:moveTo>
                  <a:pt x="180975" y="685800"/>
                </a:moveTo>
                <a:lnTo>
                  <a:pt x="190500" y="685800"/>
                </a:lnTo>
                <a:lnTo>
                  <a:pt x="190500" y="695325"/>
                </a:lnTo>
                <a:lnTo>
                  <a:pt x="180975" y="695325"/>
                </a:lnTo>
                <a:close/>
                <a:moveTo>
                  <a:pt x="542925" y="685800"/>
                </a:moveTo>
                <a:lnTo>
                  <a:pt x="552450" y="685800"/>
                </a:lnTo>
                <a:lnTo>
                  <a:pt x="552450" y="695325"/>
                </a:lnTo>
                <a:lnTo>
                  <a:pt x="542925" y="695325"/>
                </a:lnTo>
                <a:close/>
                <a:moveTo>
                  <a:pt x="723900" y="685800"/>
                </a:moveTo>
                <a:lnTo>
                  <a:pt x="742950" y="685800"/>
                </a:lnTo>
                <a:lnTo>
                  <a:pt x="742950" y="704850"/>
                </a:lnTo>
                <a:lnTo>
                  <a:pt x="733425" y="704850"/>
                </a:lnTo>
                <a:lnTo>
                  <a:pt x="733425" y="714375"/>
                </a:lnTo>
                <a:lnTo>
                  <a:pt x="723900" y="714375"/>
                </a:lnTo>
                <a:close/>
                <a:moveTo>
                  <a:pt x="800100" y="685800"/>
                </a:moveTo>
                <a:lnTo>
                  <a:pt x="819150" y="685800"/>
                </a:lnTo>
                <a:lnTo>
                  <a:pt x="819150" y="695325"/>
                </a:lnTo>
                <a:lnTo>
                  <a:pt x="800100" y="695325"/>
                </a:lnTo>
                <a:close/>
                <a:moveTo>
                  <a:pt x="981075" y="685800"/>
                </a:moveTo>
                <a:lnTo>
                  <a:pt x="1000125" y="685800"/>
                </a:lnTo>
                <a:lnTo>
                  <a:pt x="1000125" y="695325"/>
                </a:lnTo>
                <a:lnTo>
                  <a:pt x="1009650" y="695325"/>
                </a:lnTo>
                <a:lnTo>
                  <a:pt x="1009650" y="704850"/>
                </a:lnTo>
                <a:lnTo>
                  <a:pt x="990600" y="704850"/>
                </a:lnTo>
                <a:lnTo>
                  <a:pt x="990600" y="695325"/>
                </a:lnTo>
                <a:lnTo>
                  <a:pt x="981075" y="695325"/>
                </a:lnTo>
                <a:close/>
                <a:moveTo>
                  <a:pt x="1038225" y="685800"/>
                </a:moveTo>
                <a:lnTo>
                  <a:pt x="1057275" y="685800"/>
                </a:lnTo>
                <a:lnTo>
                  <a:pt x="1057275" y="695325"/>
                </a:lnTo>
                <a:lnTo>
                  <a:pt x="1038225" y="695325"/>
                </a:lnTo>
                <a:close/>
                <a:moveTo>
                  <a:pt x="333375" y="695325"/>
                </a:moveTo>
                <a:lnTo>
                  <a:pt x="342900" y="695325"/>
                </a:lnTo>
                <a:lnTo>
                  <a:pt x="342900" y="704850"/>
                </a:lnTo>
                <a:lnTo>
                  <a:pt x="333375" y="704850"/>
                </a:lnTo>
                <a:close/>
                <a:moveTo>
                  <a:pt x="523875" y="695325"/>
                </a:moveTo>
                <a:lnTo>
                  <a:pt x="533400" y="695325"/>
                </a:lnTo>
                <a:lnTo>
                  <a:pt x="533400" y="704850"/>
                </a:lnTo>
                <a:lnTo>
                  <a:pt x="523875" y="704850"/>
                </a:lnTo>
                <a:close/>
                <a:moveTo>
                  <a:pt x="552450" y="695325"/>
                </a:moveTo>
                <a:lnTo>
                  <a:pt x="561975" y="695325"/>
                </a:lnTo>
                <a:lnTo>
                  <a:pt x="561975" y="704850"/>
                </a:lnTo>
                <a:lnTo>
                  <a:pt x="571500" y="704850"/>
                </a:lnTo>
                <a:lnTo>
                  <a:pt x="571500" y="695325"/>
                </a:lnTo>
                <a:lnTo>
                  <a:pt x="600075" y="695325"/>
                </a:lnTo>
                <a:lnTo>
                  <a:pt x="600075" y="704850"/>
                </a:lnTo>
                <a:lnTo>
                  <a:pt x="571500" y="704850"/>
                </a:lnTo>
                <a:lnTo>
                  <a:pt x="571500" y="714375"/>
                </a:lnTo>
                <a:lnTo>
                  <a:pt x="561975" y="714375"/>
                </a:lnTo>
                <a:lnTo>
                  <a:pt x="561975" y="733425"/>
                </a:lnTo>
                <a:lnTo>
                  <a:pt x="552450" y="733425"/>
                </a:lnTo>
                <a:lnTo>
                  <a:pt x="552450" y="714375"/>
                </a:lnTo>
                <a:lnTo>
                  <a:pt x="542925" y="714375"/>
                </a:lnTo>
                <a:lnTo>
                  <a:pt x="542925" y="704850"/>
                </a:lnTo>
                <a:lnTo>
                  <a:pt x="552450" y="704850"/>
                </a:lnTo>
                <a:close/>
                <a:moveTo>
                  <a:pt x="790575" y="695325"/>
                </a:moveTo>
                <a:lnTo>
                  <a:pt x="800100" y="695325"/>
                </a:lnTo>
                <a:lnTo>
                  <a:pt x="800100" y="704850"/>
                </a:lnTo>
                <a:lnTo>
                  <a:pt x="790575" y="704850"/>
                </a:lnTo>
                <a:close/>
                <a:moveTo>
                  <a:pt x="819150" y="695325"/>
                </a:moveTo>
                <a:lnTo>
                  <a:pt x="828675" y="695325"/>
                </a:lnTo>
                <a:lnTo>
                  <a:pt x="828675" y="704850"/>
                </a:lnTo>
                <a:lnTo>
                  <a:pt x="819150" y="704850"/>
                </a:lnTo>
                <a:close/>
                <a:moveTo>
                  <a:pt x="971550" y="695325"/>
                </a:moveTo>
                <a:lnTo>
                  <a:pt x="981075" y="695325"/>
                </a:lnTo>
                <a:lnTo>
                  <a:pt x="981075" y="704850"/>
                </a:lnTo>
                <a:lnTo>
                  <a:pt x="971550" y="704850"/>
                </a:lnTo>
                <a:close/>
                <a:moveTo>
                  <a:pt x="1028700" y="695325"/>
                </a:moveTo>
                <a:lnTo>
                  <a:pt x="1038225" y="695325"/>
                </a:lnTo>
                <a:lnTo>
                  <a:pt x="1038225" y="704850"/>
                </a:lnTo>
                <a:lnTo>
                  <a:pt x="1028700" y="704850"/>
                </a:lnTo>
                <a:close/>
                <a:moveTo>
                  <a:pt x="1057275" y="695325"/>
                </a:moveTo>
                <a:lnTo>
                  <a:pt x="1066800" y="695325"/>
                </a:lnTo>
                <a:lnTo>
                  <a:pt x="1066800" y="704850"/>
                </a:lnTo>
                <a:lnTo>
                  <a:pt x="1076325" y="704850"/>
                </a:lnTo>
                <a:lnTo>
                  <a:pt x="1076325" y="695325"/>
                </a:lnTo>
                <a:lnTo>
                  <a:pt x="1085850" y="695325"/>
                </a:lnTo>
                <a:lnTo>
                  <a:pt x="1085850" y="704850"/>
                </a:lnTo>
                <a:lnTo>
                  <a:pt x="1076325" y="704850"/>
                </a:lnTo>
                <a:lnTo>
                  <a:pt x="1076325" y="733425"/>
                </a:lnTo>
                <a:lnTo>
                  <a:pt x="1085850" y="733425"/>
                </a:lnTo>
                <a:lnTo>
                  <a:pt x="1085850" y="742950"/>
                </a:lnTo>
                <a:lnTo>
                  <a:pt x="1066800" y="742950"/>
                </a:lnTo>
                <a:lnTo>
                  <a:pt x="1066800" y="733425"/>
                </a:lnTo>
                <a:lnTo>
                  <a:pt x="1057275" y="733425"/>
                </a:lnTo>
                <a:lnTo>
                  <a:pt x="1057275" y="742950"/>
                </a:lnTo>
                <a:lnTo>
                  <a:pt x="1047750" y="742950"/>
                </a:lnTo>
                <a:lnTo>
                  <a:pt x="1047750" y="752475"/>
                </a:lnTo>
                <a:lnTo>
                  <a:pt x="1019175" y="752475"/>
                </a:lnTo>
                <a:lnTo>
                  <a:pt x="1019175" y="742950"/>
                </a:lnTo>
                <a:lnTo>
                  <a:pt x="1038225" y="742950"/>
                </a:lnTo>
                <a:lnTo>
                  <a:pt x="1038225" y="733425"/>
                </a:lnTo>
                <a:lnTo>
                  <a:pt x="1047750" y="733425"/>
                </a:lnTo>
                <a:lnTo>
                  <a:pt x="1047750" y="723900"/>
                </a:lnTo>
                <a:lnTo>
                  <a:pt x="1038225" y="723900"/>
                </a:lnTo>
                <a:lnTo>
                  <a:pt x="1038225" y="714375"/>
                </a:lnTo>
                <a:lnTo>
                  <a:pt x="1047750" y="714375"/>
                </a:lnTo>
                <a:lnTo>
                  <a:pt x="1047750" y="704850"/>
                </a:lnTo>
                <a:lnTo>
                  <a:pt x="1057275" y="704850"/>
                </a:lnTo>
                <a:close/>
                <a:moveTo>
                  <a:pt x="19050" y="704850"/>
                </a:moveTo>
                <a:lnTo>
                  <a:pt x="28575" y="704850"/>
                </a:lnTo>
                <a:lnTo>
                  <a:pt x="28575" y="714375"/>
                </a:lnTo>
                <a:lnTo>
                  <a:pt x="19050" y="714375"/>
                </a:lnTo>
                <a:close/>
                <a:moveTo>
                  <a:pt x="171450" y="704850"/>
                </a:moveTo>
                <a:lnTo>
                  <a:pt x="180975" y="704850"/>
                </a:lnTo>
                <a:lnTo>
                  <a:pt x="180975" y="714375"/>
                </a:lnTo>
                <a:lnTo>
                  <a:pt x="171450" y="714375"/>
                </a:lnTo>
                <a:close/>
                <a:moveTo>
                  <a:pt x="323850" y="704850"/>
                </a:moveTo>
                <a:lnTo>
                  <a:pt x="333375" y="704850"/>
                </a:lnTo>
                <a:lnTo>
                  <a:pt x="333375" y="714375"/>
                </a:lnTo>
                <a:lnTo>
                  <a:pt x="323850" y="714375"/>
                </a:lnTo>
                <a:close/>
                <a:moveTo>
                  <a:pt x="514350" y="704850"/>
                </a:moveTo>
                <a:lnTo>
                  <a:pt x="523875" y="704850"/>
                </a:lnTo>
                <a:lnTo>
                  <a:pt x="523875" y="714375"/>
                </a:lnTo>
                <a:lnTo>
                  <a:pt x="514350" y="714375"/>
                </a:lnTo>
                <a:close/>
                <a:moveTo>
                  <a:pt x="609600" y="704850"/>
                </a:moveTo>
                <a:lnTo>
                  <a:pt x="619125" y="704850"/>
                </a:lnTo>
                <a:lnTo>
                  <a:pt x="619125" y="714375"/>
                </a:lnTo>
                <a:lnTo>
                  <a:pt x="609600" y="714375"/>
                </a:lnTo>
                <a:close/>
                <a:moveTo>
                  <a:pt x="962025" y="704850"/>
                </a:moveTo>
                <a:lnTo>
                  <a:pt x="971550" y="704850"/>
                </a:lnTo>
                <a:lnTo>
                  <a:pt x="971550" y="714375"/>
                </a:lnTo>
                <a:lnTo>
                  <a:pt x="962025" y="714375"/>
                </a:lnTo>
                <a:close/>
                <a:moveTo>
                  <a:pt x="1009650" y="704850"/>
                </a:moveTo>
                <a:lnTo>
                  <a:pt x="1019175" y="704850"/>
                </a:lnTo>
                <a:lnTo>
                  <a:pt x="1019175" y="714375"/>
                </a:lnTo>
                <a:lnTo>
                  <a:pt x="1009650" y="714375"/>
                </a:lnTo>
                <a:close/>
                <a:moveTo>
                  <a:pt x="1171575" y="704850"/>
                </a:moveTo>
                <a:lnTo>
                  <a:pt x="1181100" y="704850"/>
                </a:lnTo>
                <a:lnTo>
                  <a:pt x="1181100" y="714375"/>
                </a:lnTo>
                <a:lnTo>
                  <a:pt x="1171575" y="714375"/>
                </a:lnTo>
                <a:close/>
                <a:moveTo>
                  <a:pt x="314325" y="714375"/>
                </a:moveTo>
                <a:lnTo>
                  <a:pt x="323850" y="714375"/>
                </a:lnTo>
                <a:lnTo>
                  <a:pt x="323850" y="733425"/>
                </a:lnTo>
                <a:lnTo>
                  <a:pt x="342900" y="733425"/>
                </a:lnTo>
                <a:lnTo>
                  <a:pt x="342900" y="742950"/>
                </a:lnTo>
                <a:lnTo>
                  <a:pt x="314325" y="742950"/>
                </a:lnTo>
                <a:close/>
                <a:moveTo>
                  <a:pt x="504825" y="714375"/>
                </a:moveTo>
                <a:lnTo>
                  <a:pt x="514350" y="714375"/>
                </a:lnTo>
                <a:lnTo>
                  <a:pt x="514350" y="733425"/>
                </a:lnTo>
                <a:lnTo>
                  <a:pt x="504825" y="733425"/>
                </a:lnTo>
                <a:close/>
                <a:moveTo>
                  <a:pt x="533400" y="714375"/>
                </a:moveTo>
                <a:lnTo>
                  <a:pt x="542925" y="714375"/>
                </a:lnTo>
                <a:lnTo>
                  <a:pt x="542925" y="723900"/>
                </a:lnTo>
                <a:lnTo>
                  <a:pt x="533400" y="723900"/>
                </a:lnTo>
                <a:close/>
                <a:moveTo>
                  <a:pt x="695325" y="714375"/>
                </a:moveTo>
                <a:lnTo>
                  <a:pt x="704850" y="714375"/>
                </a:lnTo>
                <a:lnTo>
                  <a:pt x="704850" y="723900"/>
                </a:lnTo>
                <a:lnTo>
                  <a:pt x="695325" y="723900"/>
                </a:lnTo>
                <a:close/>
                <a:moveTo>
                  <a:pt x="942975" y="714375"/>
                </a:moveTo>
                <a:lnTo>
                  <a:pt x="962025" y="714375"/>
                </a:lnTo>
                <a:lnTo>
                  <a:pt x="962025" y="723900"/>
                </a:lnTo>
                <a:lnTo>
                  <a:pt x="942975" y="723900"/>
                </a:lnTo>
                <a:close/>
                <a:moveTo>
                  <a:pt x="1095375" y="714375"/>
                </a:moveTo>
                <a:lnTo>
                  <a:pt x="1104900" y="714375"/>
                </a:lnTo>
                <a:lnTo>
                  <a:pt x="1104900" y="723900"/>
                </a:lnTo>
                <a:lnTo>
                  <a:pt x="1095375" y="723900"/>
                </a:lnTo>
                <a:close/>
                <a:moveTo>
                  <a:pt x="581025" y="723900"/>
                </a:moveTo>
                <a:lnTo>
                  <a:pt x="600075" y="723900"/>
                </a:lnTo>
                <a:lnTo>
                  <a:pt x="600075" y="733425"/>
                </a:lnTo>
                <a:lnTo>
                  <a:pt x="581025" y="733425"/>
                </a:lnTo>
                <a:close/>
                <a:moveTo>
                  <a:pt x="981075" y="723900"/>
                </a:moveTo>
                <a:lnTo>
                  <a:pt x="990600" y="723900"/>
                </a:lnTo>
                <a:lnTo>
                  <a:pt x="990600" y="733425"/>
                </a:lnTo>
                <a:lnTo>
                  <a:pt x="1009650" y="733425"/>
                </a:lnTo>
                <a:lnTo>
                  <a:pt x="1009650" y="742950"/>
                </a:lnTo>
                <a:lnTo>
                  <a:pt x="971550" y="742950"/>
                </a:lnTo>
                <a:lnTo>
                  <a:pt x="971550" y="733425"/>
                </a:lnTo>
                <a:lnTo>
                  <a:pt x="981075" y="733425"/>
                </a:lnTo>
                <a:close/>
                <a:moveTo>
                  <a:pt x="1047750" y="723900"/>
                </a:moveTo>
                <a:lnTo>
                  <a:pt x="1057275" y="723900"/>
                </a:lnTo>
                <a:lnTo>
                  <a:pt x="1057275" y="714375"/>
                </a:lnTo>
                <a:lnTo>
                  <a:pt x="1047750" y="714375"/>
                </a:lnTo>
                <a:close/>
                <a:moveTo>
                  <a:pt x="1143000" y="723900"/>
                </a:moveTo>
                <a:lnTo>
                  <a:pt x="1152525" y="723900"/>
                </a:lnTo>
                <a:lnTo>
                  <a:pt x="1152525" y="733425"/>
                </a:lnTo>
                <a:lnTo>
                  <a:pt x="1143000" y="733425"/>
                </a:lnTo>
                <a:close/>
                <a:moveTo>
                  <a:pt x="514350" y="733425"/>
                </a:moveTo>
                <a:lnTo>
                  <a:pt x="542925" y="733425"/>
                </a:lnTo>
                <a:lnTo>
                  <a:pt x="542925" y="752475"/>
                </a:lnTo>
                <a:lnTo>
                  <a:pt x="523875" y="752475"/>
                </a:lnTo>
                <a:lnTo>
                  <a:pt x="523875" y="742950"/>
                </a:lnTo>
                <a:lnTo>
                  <a:pt x="514350" y="742950"/>
                </a:lnTo>
                <a:close/>
                <a:moveTo>
                  <a:pt x="571500" y="733425"/>
                </a:moveTo>
                <a:lnTo>
                  <a:pt x="581025" y="733425"/>
                </a:lnTo>
                <a:lnTo>
                  <a:pt x="581025" y="742950"/>
                </a:lnTo>
                <a:lnTo>
                  <a:pt x="571500" y="742950"/>
                </a:lnTo>
                <a:close/>
                <a:moveTo>
                  <a:pt x="666750" y="733425"/>
                </a:moveTo>
                <a:lnTo>
                  <a:pt x="676275" y="733425"/>
                </a:lnTo>
                <a:lnTo>
                  <a:pt x="676275" y="742950"/>
                </a:lnTo>
                <a:lnTo>
                  <a:pt x="666750" y="742950"/>
                </a:lnTo>
                <a:close/>
                <a:moveTo>
                  <a:pt x="685800" y="733425"/>
                </a:moveTo>
                <a:lnTo>
                  <a:pt x="695325" y="733425"/>
                </a:lnTo>
                <a:lnTo>
                  <a:pt x="695325" y="752475"/>
                </a:lnTo>
                <a:lnTo>
                  <a:pt x="676275" y="752475"/>
                </a:lnTo>
                <a:lnTo>
                  <a:pt x="676275" y="742950"/>
                </a:lnTo>
                <a:lnTo>
                  <a:pt x="685800" y="742950"/>
                </a:lnTo>
                <a:close/>
                <a:moveTo>
                  <a:pt x="714375" y="733425"/>
                </a:moveTo>
                <a:lnTo>
                  <a:pt x="733425" y="733425"/>
                </a:lnTo>
                <a:lnTo>
                  <a:pt x="733425" y="742950"/>
                </a:lnTo>
                <a:lnTo>
                  <a:pt x="714375" y="742950"/>
                </a:lnTo>
                <a:close/>
                <a:moveTo>
                  <a:pt x="1095375" y="733425"/>
                </a:moveTo>
                <a:lnTo>
                  <a:pt x="1104900" y="733425"/>
                </a:lnTo>
                <a:lnTo>
                  <a:pt x="1104900" y="752475"/>
                </a:lnTo>
                <a:lnTo>
                  <a:pt x="1085850" y="752475"/>
                </a:lnTo>
                <a:lnTo>
                  <a:pt x="1085850" y="742950"/>
                </a:lnTo>
                <a:lnTo>
                  <a:pt x="1095375" y="742950"/>
                </a:lnTo>
                <a:close/>
                <a:moveTo>
                  <a:pt x="1133475" y="733425"/>
                </a:moveTo>
                <a:lnTo>
                  <a:pt x="1143000" y="733425"/>
                </a:lnTo>
                <a:lnTo>
                  <a:pt x="1143000" y="742950"/>
                </a:lnTo>
                <a:lnTo>
                  <a:pt x="1133475" y="742950"/>
                </a:lnTo>
                <a:close/>
                <a:moveTo>
                  <a:pt x="1790700" y="771525"/>
                </a:moveTo>
                <a:lnTo>
                  <a:pt x="1800225" y="771525"/>
                </a:lnTo>
                <a:lnTo>
                  <a:pt x="1800225" y="781050"/>
                </a:lnTo>
                <a:lnTo>
                  <a:pt x="1838325" y="781050"/>
                </a:lnTo>
                <a:lnTo>
                  <a:pt x="1838325" y="800100"/>
                </a:lnTo>
                <a:lnTo>
                  <a:pt x="1800225" y="800100"/>
                </a:lnTo>
                <a:lnTo>
                  <a:pt x="1800225" y="809625"/>
                </a:lnTo>
                <a:lnTo>
                  <a:pt x="1790700" y="809625"/>
                </a:lnTo>
                <a:close/>
                <a:moveTo>
                  <a:pt x="190500" y="809625"/>
                </a:moveTo>
                <a:lnTo>
                  <a:pt x="495300" y="809625"/>
                </a:lnTo>
                <a:lnTo>
                  <a:pt x="495300" y="828675"/>
                </a:lnTo>
                <a:lnTo>
                  <a:pt x="190500" y="828675"/>
                </a:lnTo>
                <a:close/>
                <a:moveTo>
                  <a:pt x="28575" y="847725"/>
                </a:moveTo>
                <a:lnTo>
                  <a:pt x="38100" y="847725"/>
                </a:lnTo>
                <a:lnTo>
                  <a:pt x="38100" y="857250"/>
                </a:lnTo>
                <a:lnTo>
                  <a:pt x="28575" y="857250"/>
                </a:lnTo>
                <a:close/>
                <a:moveTo>
                  <a:pt x="28575" y="885825"/>
                </a:moveTo>
                <a:lnTo>
                  <a:pt x="38100" y="885825"/>
                </a:lnTo>
                <a:lnTo>
                  <a:pt x="38100" y="952500"/>
                </a:lnTo>
                <a:lnTo>
                  <a:pt x="28575" y="952500"/>
                </a:lnTo>
                <a:close/>
                <a:moveTo>
                  <a:pt x="171450" y="885825"/>
                </a:moveTo>
                <a:lnTo>
                  <a:pt x="238125" y="885825"/>
                </a:lnTo>
                <a:lnTo>
                  <a:pt x="238125" y="895350"/>
                </a:lnTo>
                <a:lnTo>
                  <a:pt x="247650" y="895350"/>
                </a:lnTo>
                <a:lnTo>
                  <a:pt x="247650" y="885825"/>
                </a:lnTo>
                <a:lnTo>
                  <a:pt x="257175" y="885825"/>
                </a:lnTo>
                <a:lnTo>
                  <a:pt x="257175" y="895350"/>
                </a:lnTo>
                <a:lnTo>
                  <a:pt x="266700" y="895350"/>
                </a:lnTo>
                <a:lnTo>
                  <a:pt x="266700" y="885825"/>
                </a:lnTo>
                <a:lnTo>
                  <a:pt x="304800" y="885825"/>
                </a:lnTo>
                <a:lnTo>
                  <a:pt x="304800" y="895350"/>
                </a:lnTo>
                <a:lnTo>
                  <a:pt x="314325" y="895350"/>
                </a:lnTo>
                <a:lnTo>
                  <a:pt x="314325" y="904875"/>
                </a:lnTo>
                <a:lnTo>
                  <a:pt x="323850" y="904875"/>
                </a:lnTo>
                <a:lnTo>
                  <a:pt x="323850" y="923925"/>
                </a:lnTo>
                <a:lnTo>
                  <a:pt x="266700" y="923925"/>
                </a:lnTo>
                <a:lnTo>
                  <a:pt x="266700" y="914400"/>
                </a:lnTo>
                <a:lnTo>
                  <a:pt x="257175" y="914400"/>
                </a:lnTo>
                <a:lnTo>
                  <a:pt x="257175" y="904875"/>
                </a:lnTo>
                <a:lnTo>
                  <a:pt x="238125" y="904875"/>
                </a:lnTo>
                <a:lnTo>
                  <a:pt x="238125" y="914400"/>
                </a:lnTo>
                <a:lnTo>
                  <a:pt x="228600" y="914400"/>
                </a:lnTo>
                <a:lnTo>
                  <a:pt x="228600" y="923925"/>
                </a:lnTo>
                <a:lnTo>
                  <a:pt x="200025" y="923925"/>
                </a:lnTo>
                <a:lnTo>
                  <a:pt x="200025" y="914400"/>
                </a:lnTo>
                <a:lnTo>
                  <a:pt x="171450" y="914400"/>
                </a:lnTo>
                <a:lnTo>
                  <a:pt x="171450" y="904875"/>
                </a:lnTo>
                <a:lnTo>
                  <a:pt x="161925" y="904875"/>
                </a:lnTo>
                <a:lnTo>
                  <a:pt x="161925" y="895350"/>
                </a:lnTo>
                <a:lnTo>
                  <a:pt x="171450" y="895350"/>
                </a:lnTo>
                <a:close/>
                <a:moveTo>
                  <a:pt x="361950" y="885825"/>
                </a:moveTo>
                <a:lnTo>
                  <a:pt x="409575" y="885825"/>
                </a:lnTo>
                <a:lnTo>
                  <a:pt x="409575" y="895350"/>
                </a:lnTo>
                <a:lnTo>
                  <a:pt x="400050" y="895350"/>
                </a:lnTo>
                <a:lnTo>
                  <a:pt x="400050" y="904875"/>
                </a:lnTo>
                <a:lnTo>
                  <a:pt x="390525" y="904875"/>
                </a:lnTo>
                <a:lnTo>
                  <a:pt x="390525" y="914400"/>
                </a:lnTo>
                <a:lnTo>
                  <a:pt x="371475" y="914400"/>
                </a:lnTo>
                <a:lnTo>
                  <a:pt x="371475" y="923925"/>
                </a:lnTo>
                <a:lnTo>
                  <a:pt x="361950" y="923925"/>
                </a:lnTo>
                <a:lnTo>
                  <a:pt x="361950" y="914400"/>
                </a:lnTo>
                <a:lnTo>
                  <a:pt x="352425" y="914400"/>
                </a:lnTo>
                <a:lnTo>
                  <a:pt x="352425" y="895350"/>
                </a:lnTo>
                <a:lnTo>
                  <a:pt x="361950" y="895350"/>
                </a:lnTo>
                <a:close/>
                <a:moveTo>
                  <a:pt x="428625" y="885825"/>
                </a:moveTo>
                <a:lnTo>
                  <a:pt x="466725" y="885825"/>
                </a:lnTo>
                <a:lnTo>
                  <a:pt x="466725" y="895350"/>
                </a:lnTo>
                <a:lnTo>
                  <a:pt x="476250" y="895350"/>
                </a:lnTo>
                <a:lnTo>
                  <a:pt x="476250" y="914400"/>
                </a:lnTo>
                <a:lnTo>
                  <a:pt x="466725" y="914400"/>
                </a:lnTo>
                <a:lnTo>
                  <a:pt x="466725" y="923925"/>
                </a:lnTo>
                <a:lnTo>
                  <a:pt x="428625" y="923925"/>
                </a:lnTo>
                <a:lnTo>
                  <a:pt x="428625" y="914400"/>
                </a:lnTo>
                <a:lnTo>
                  <a:pt x="419100" y="914400"/>
                </a:lnTo>
                <a:lnTo>
                  <a:pt x="419100" y="895350"/>
                </a:lnTo>
                <a:lnTo>
                  <a:pt x="428625" y="895350"/>
                </a:lnTo>
                <a:close/>
                <a:moveTo>
                  <a:pt x="542925" y="885825"/>
                </a:moveTo>
                <a:lnTo>
                  <a:pt x="571500" y="885825"/>
                </a:lnTo>
                <a:lnTo>
                  <a:pt x="571500" y="895350"/>
                </a:lnTo>
                <a:lnTo>
                  <a:pt x="590550" y="895350"/>
                </a:lnTo>
                <a:lnTo>
                  <a:pt x="590550" y="885825"/>
                </a:lnTo>
                <a:lnTo>
                  <a:pt x="619125" y="885825"/>
                </a:lnTo>
                <a:lnTo>
                  <a:pt x="619125" y="895350"/>
                </a:lnTo>
                <a:lnTo>
                  <a:pt x="647700" y="895350"/>
                </a:lnTo>
                <a:lnTo>
                  <a:pt x="647700" y="885825"/>
                </a:lnTo>
                <a:lnTo>
                  <a:pt x="657225" y="885825"/>
                </a:lnTo>
                <a:lnTo>
                  <a:pt x="657225" y="895350"/>
                </a:lnTo>
                <a:lnTo>
                  <a:pt x="676275" y="895350"/>
                </a:lnTo>
                <a:lnTo>
                  <a:pt x="676275" y="914400"/>
                </a:lnTo>
                <a:lnTo>
                  <a:pt x="666750" y="914400"/>
                </a:lnTo>
                <a:lnTo>
                  <a:pt x="666750" y="923925"/>
                </a:lnTo>
                <a:lnTo>
                  <a:pt x="657225" y="923925"/>
                </a:lnTo>
                <a:lnTo>
                  <a:pt x="657225" y="914400"/>
                </a:lnTo>
                <a:lnTo>
                  <a:pt x="628650" y="914400"/>
                </a:lnTo>
                <a:lnTo>
                  <a:pt x="628650" y="923925"/>
                </a:lnTo>
                <a:lnTo>
                  <a:pt x="552450" y="923925"/>
                </a:lnTo>
                <a:lnTo>
                  <a:pt x="552450" y="914400"/>
                </a:lnTo>
                <a:lnTo>
                  <a:pt x="523875" y="914400"/>
                </a:lnTo>
                <a:lnTo>
                  <a:pt x="523875" y="923925"/>
                </a:lnTo>
                <a:lnTo>
                  <a:pt x="504825" y="923925"/>
                </a:lnTo>
                <a:lnTo>
                  <a:pt x="504825" y="914400"/>
                </a:lnTo>
                <a:lnTo>
                  <a:pt x="495300" y="914400"/>
                </a:lnTo>
                <a:lnTo>
                  <a:pt x="495300" y="895350"/>
                </a:lnTo>
                <a:lnTo>
                  <a:pt x="542925" y="895350"/>
                </a:lnTo>
                <a:close/>
                <a:moveTo>
                  <a:pt x="704850" y="1076325"/>
                </a:moveTo>
                <a:lnTo>
                  <a:pt x="714375" y="1076325"/>
                </a:lnTo>
                <a:lnTo>
                  <a:pt x="714375" y="1085850"/>
                </a:lnTo>
                <a:lnTo>
                  <a:pt x="723900" y="1085850"/>
                </a:lnTo>
                <a:lnTo>
                  <a:pt x="723900" y="1095375"/>
                </a:lnTo>
                <a:lnTo>
                  <a:pt x="733425" y="1095375"/>
                </a:lnTo>
                <a:lnTo>
                  <a:pt x="733425" y="1133475"/>
                </a:lnTo>
                <a:lnTo>
                  <a:pt x="762000" y="1133475"/>
                </a:lnTo>
                <a:lnTo>
                  <a:pt x="762000" y="1143000"/>
                </a:lnTo>
                <a:lnTo>
                  <a:pt x="704850" y="1143000"/>
                </a:lnTo>
                <a:lnTo>
                  <a:pt x="704850" y="1133475"/>
                </a:lnTo>
                <a:lnTo>
                  <a:pt x="685800" y="1133475"/>
                </a:lnTo>
                <a:lnTo>
                  <a:pt x="685800" y="1123950"/>
                </a:lnTo>
                <a:lnTo>
                  <a:pt x="704850" y="1123950"/>
                </a:lnTo>
                <a:lnTo>
                  <a:pt x="704850" y="1104900"/>
                </a:lnTo>
                <a:lnTo>
                  <a:pt x="685800" y="1104900"/>
                </a:lnTo>
                <a:lnTo>
                  <a:pt x="685800" y="1095375"/>
                </a:lnTo>
                <a:lnTo>
                  <a:pt x="676275" y="1095375"/>
                </a:lnTo>
                <a:lnTo>
                  <a:pt x="676275" y="1085850"/>
                </a:lnTo>
                <a:lnTo>
                  <a:pt x="704850" y="1085850"/>
                </a:lnTo>
                <a:close/>
                <a:moveTo>
                  <a:pt x="200025" y="1085850"/>
                </a:moveTo>
                <a:lnTo>
                  <a:pt x="228600" y="1085850"/>
                </a:lnTo>
                <a:lnTo>
                  <a:pt x="228600" y="1095375"/>
                </a:lnTo>
                <a:lnTo>
                  <a:pt x="200025" y="1095375"/>
                </a:lnTo>
                <a:close/>
                <a:moveTo>
                  <a:pt x="304800" y="1085850"/>
                </a:moveTo>
                <a:lnTo>
                  <a:pt x="323850" y="1085850"/>
                </a:lnTo>
                <a:lnTo>
                  <a:pt x="323850" y="1095375"/>
                </a:lnTo>
                <a:lnTo>
                  <a:pt x="304800" y="1095375"/>
                </a:lnTo>
                <a:close/>
                <a:moveTo>
                  <a:pt x="381000" y="1085850"/>
                </a:moveTo>
                <a:lnTo>
                  <a:pt x="390525" y="1085850"/>
                </a:lnTo>
                <a:lnTo>
                  <a:pt x="390525" y="1095375"/>
                </a:lnTo>
                <a:lnTo>
                  <a:pt x="381000" y="1095375"/>
                </a:lnTo>
                <a:close/>
                <a:moveTo>
                  <a:pt x="514350" y="1085850"/>
                </a:moveTo>
                <a:lnTo>
                  <a:pt x="552450" y="1085850"/>
                </a:lnTo>
                <a:lnTo>
                  <a:pt x="552450" y="1095375"/>
                </a:lnTo>
                <a:lnTo>
                  <a:pt x="542925" y="1095375"/>
                </a:lnTo>
                <a:lnTo>
                  <a:pt x="542925" y="1104900"/>
                </a:lnTo>
                <a:lnTo>
                  <a:pt x="523875" y="1104900"/>
                </a:lnTo>
                <a:lnTo>
                  <a:pt x="523875" y="1095375"/>
                </a:lnTo>
                <a:lnTo>
                  <a:pt x="514350" y="1095375"/>
                </a:lnTo>
                <a:close/>
                <a:moveTo>
                  <a:pt x="561975" y="1085850"/>
                </a:moveTo>
                <a:lnTo>
                  <a:pt x="590550" y="1085850"/>
                </a:lnTo>
                <a:lnTo>
                  <a:pt x="590550" y="1095375"/>
                </a:lnTo>
                <a:lnTo>
                  <a:pt x="561975" y="1095375"/>
                </a:lnTo>
                <a:close/>
                <a:moveTo>
                  <a:pt x="247650" y="1095375"/>
                </a:moveTo>
                <a:lnTo>
                  <a:pt x="266700" y="1095375"/>
                </a:lnTo>
                <a:lnTo>
                  <a:pt x="266700" y="1123950"/>
                </a:lnTo>
                <a:lnTo>
                  <a:pt x="257175" y="1123950"/>
                </a:lnTo>
                <a:lnTo>
                  <a:pt x="257175" y="1133475"/>
                </a:lnTo>
                <a:lnTo>
                  <a:pt x="247650" y="1133475"/>
                </a:lnTo>
                <a:close/>
                <a:moveTo>
                  <a:pt x="352425" y="1095375"/>
                </a:moveTo>
                <a:lnTo>
                  <a:pt x="371475" y="1095375"/>
                </a:lnTo>
                <a:lnTo>
                  <a:pt x="371475" y="1133475"/>
                </a:lnTo>
                <a:lnTo>
                  <a:pt x="342900" y="1133475"/>
                </a:lnTo>
                <a:lnTo>
                  <a:pt x="342900" y="1143000"/>
                </a:lnTo>
                <a:lnTo>
                  <a:pt x="333375" y="1143000"/>
                </a:lnTo>
                <a:lnTo>
                  <a:pt x="333375" y="1114425"/>
                </a:lnTo>
                <a:lnTo>
                  <a:pt x="314325" y="1114425"/>
                </a:lnTo>
                <a:lnTo>
                  <a:pt x="314325" y="1104900"/>
                </a:lnTo>
                <a:lnTo>
                  <a:pt x="333375" y="1104900"/>
                </a:lnTo>
                <a:lnTo>
                  <a:pt x="333375" y="1114425"/>
                </a:lnTo>
                <a:lnTo>
                  <a:pt x="342900" y="1114425"/>
                </a:lnTo>
                <a:lnTo>
                  <a:pt x="342900" y="1104900"/>
                </a:lnTo>
                <a:lnTo>
                  <a:pt x="352425" y="1104900"/>
                </a:lnTo>
                <a:close/>
                <a:moveTo>
                  <a:pt x="447675" y="1095375"/>
                </a:moveTo>
                <a:lnTo>
                  <a:pt x="457200" y="1095375"/>
                </a:lnTo>
                <a:lnTo>
                  <a:pt x="457200" y="1104900"/>
                </a:lnTo>
                <a:lnTo>
                  <a:pt x="447675" y="1104900"/>
                </a:lnTo>
                <a:close/>
                <a:moveTo>
                  <a:pt x="419100" y="1104900"/>
                </a:moveTo>
                <a:lnTo>
                  <a:pt x="428625" y="1104900"/>
                </a:lnTo>
                <a:lnTo>
                  <a:pt x="428625" y="1133475"/>
                </a:lnTo>
                <a:lnTo>
                  <a:pt x="400050" y="1133475"/>
                </a:lnTo>
                <a:lnTo>
                  <a:pt x="400050" y="1114425"/>
                </a:lnTo>
                <a:lnTo>
                  <a:pt x="419100" y="1114425"/>
                </a:lnTo>
                <a:close/>
                <a:moveTo>
                  <a:pt x="561975" y="1104900"/>
                </a:moveTo>
                <a:lnTo>
                  <a:pt x="571500" y="1104900"/>
                </a:lnTo>
                <a:lnTo>
                  <a:pt x="571500" y="1123950"/>
                </a:lnTo>
                <a:lnTo>
                  <a:pt x="581025" y="1123950"/>
                </a:lnTo>
                <a:lnTo>
                  <a:pt x="581025" y="1133475"/>
                </a:lnTo>
                <a:lnTo>
                  <a:pt x="590550" y="1133475"/>
                </a:lnTo>
                <a:lnTo>
                  <a:pt x="590550" y="1143000"/>
                </a:lnTo>
                <a:lnTo>
                  <a:pt x="561975" y="1143000"/>
                </a:lnTo>
                <a:close/>
                <a:moveTo>
                  <a:pt x="647700" y="1104900"/>
                </a:moveTo>
                <a:lnTo>
                  <a:pt x="657225" y="1104900"/>
                </a:lnTo>
                <a:lnTo>
                  <a:pt x="657225" y="1133475"/>
                </a:lnTo>
                <a:lnTo>
                  <a:pt x="647700" y="1133475"/>
                </a:lnTo>
                <a:close/>
                <a:moveTo>
                  <a:pt x="762000" y="1104900"/>
                </a:moveTo>
                <a:lnTo>
                  <a:pt x="771525" y="1104900"/>
                </a:lnTo>
                <a:lnTo>
                  <a:pt x="771525" y="1114425"/>
                </a:lnTo>
                <a:lnTo>
                  <a:pt x="762000" y="1114425"/>
                </a:lnTo>
                <a:close/>
                <a:moveTo>
                  <a:pt x="171450" y="1114425"/>
                </a:moveTo>
                <a:lnTo>
                  <a:pt x="180975" y="1114425"/>
                </a:lnTo>
                <a:lnTo>
                  <a:pt x="180975" y="1133475"/>
                </a:lnTo>
                <a:lnTo>
                  <a:pt x="171450" y="1133475"/>
                </a:lnTo>
                <a:close/>
                <a:moveTo>
                  <a:pt x="200025" y="1114425"/>
                </a:moveTo>
                <a:lnTo>
                  <a:pt x="219075" y="1114425"/>
                </a:lnTo>
                <a:lnTo>
                  <a:pt x="219075" y="1123950"/>
                </a:lnTo>
                <a:lnTo>
                  <a:pt x="200025" y="1123950"/>
                </a:lnTo>
                <a:close/>
                <a:moveTo>
                  <a:pt x="304800" y="1114425"/>
                </a:moveTo>
                <a:lnTo>
                  <a:pt x="314325" y="1114425"/>
                </a:lnTo>
                <a:lnTo>
                  <a:pt x="314325" y="1133475"/>
                </a:lnTo>
                <a:lnTo>
                  <a:pt x="304800" y="1133475"/>
                </a:lnTo>
                <a:close/>
                <a:moveTo>
                  <a:pt x="1790700" y="1114425"/>
                </a:moveTo>
                <a:lnTo>
                  <a:pt x="1800225" y="1114425"/>
                </a:lnTo>
                <a:lnTo>
                  <a:pt x="1800225" y="1123950"/>
                </a:lnTo>
                <a:lnTo>
                  <a:pt x="1790700" y="1123950"/>
                </a:lnTo>
                <a:close/>
                <a:moveTo>
                  <a:pt x="266700" y="1123950"/>
                </a:moveTo>
                <a:lnTo>
                  <a:pt x="276225" y="1123950"/>
                </a:lnTo>
                <a:lnTo>
                  <a:pt x="276225" y="1133475"/>
                </a:lnTo>
                <a:lnTo>
                  <a:pt x="266700" y="1133475"/>
                </a:lnTo>
                <a:close/>
                <a:moveTo>
                  <a:pt x="523875" y="1123950"/>
                </a:moveTo>
                <a:lnTo>
                  <a:pt x="542925" y="1123950"/>
                </a:lnTo>
                <a:lnTo>
                  <a:pt x="542925" y="1133475"/>
                </a:lnTo>
                <a:lnTo>
                  <a:pt x="523875" y="1133475"/>
                </a:lnTo>
                <a:close/>
                <a:moveTo>
                  <a:pt x="1800225" y="1123950"/>
                </a:moveTo>
                <a:lnTo>
                  <a:pt x="1809750" y="1123950"/>
                </a:lnTo>
                <a:lnTo>
                  <a:pt x="1809750" y="1524000"/>
                </a:lnTo>
                <a:lnTo>
                  <a:pt x="1800225" y="1524000"/>
                </a:lnTo>
                <a:close/>
                <a:moveTo>
                  <a:pt x="180975" y="1133475"/>
                </a:moveTo>
                <a:lnTo>
                  <a:pt x="190500" y="1133475"/>
                </a:lnTo>
                <a:lnTo>
                  <a:pt x="190500" y="1143000"/>
                </a:lnTo>
                <a:lnTo>
                  <a:pt x="180975" y="1143000"/>
                </a:lnTo>
                <a:close/>
                <a:moveTo>
                  <a:pt x="295275" y="1133475"/>
                </a:moveTo>
                <a:lnTo>
                  <a:pt x="304800" y="1133475"/>
                </a:lnTo>
                <a:lnTo>
                  <a:pt x="304800" y="1143000"/>
                </a:lnTo>
                <a:lnTo>
                  <a:pt x="295275" y="1143000"/>
                </a:lnTo>
                <a:close/>
                <a:moveTo>
                  <a:pt x="371475" y="1133475"/>
                </a:moveTo>
                <a:lnTo>
                  <a:pt x="400050" y="1133475"/>
                </a:lnTo>
                <a:lnTo>
                  <a:pt x="400050" y="1143000"/>
                </a:lnTo>
                <a:lnTo>
                  <a:pt x="371475" y="1143000"/>
                </a:lnTo>
                <a:close/>
                <a:moveTo>
                  <a:pt x="514350" y="1133475"/>
                </a:moveTo>
                <a:lnTo>
                  <a:pt x="523875" y="1133475"/>
                </a:lnTo>
                <a:lnTo>
                  <a:pt x="523875" y="1143000"/>
                </a:lnTo>
                <a:lnTo>
                  <a:pt x="514350" y="1143000"/>
                </a:lnTo>
                <a:close/>
                <a:moveTo>
                  <a:pt x="542925" y="1133475"/>
                </a:moveTo>
                <a:lnTo>
                  <a:pt x="552450" y="1133475"/>
                </a:lnTo>
                <a:lnTo>
                  <a:pt x="552450" y="1143000"/>
                </a:lnTo>
                <a:lnTo>
                  <a:pt x="542925" y="1143000"/>
                </a:lnTo>
                <a:close/>
                <a:moveTo>
                  <a:pt x="228600" y="1200150"/>
                </a:moveTo>
                <a:lnTo>
                  <a:pt x="238125" y="1200150"/>
                </a:lnTo>
                <a:lnTo>
                  <a:pt x="238125" y="1209675"/>
                </a:lnTo>
                <a:lnTo>
                  <a:pt x="228600" y="1209675"/>
                </a:lnTo>
                <a:close/>
                <a:moveTo>
                  <a:pt x="333375" y="1200150"/>
                </a:moveTo>
                <a:lnTo>
                  <a:pt x="409575" y="1200150"/>
                </a:lnTo>
                <a:lnTo>
                  <a:pt x="409575" y="1209675"/>
                </a:lnTo>
                <a:lnTo>
                  <a:pt x="419100" y="1209675"/>
                </a:lnTo>
                <a:lnTo>
                  <a:pt x="419100" y="1228725"/>
                </a:lnTo>
                <a:lnTo>
                  <a:pt x="409575" y="1228725"/>
                </a:lnTo>
                <a:lnTo>
                  <a:pt x="409575" y="1219200"/>
                </a:lnTo>
                <a:lnTo>
                  <a:pt x="400050" y="1219200"/>
                </a:lnTo>
                <a:lnTo>
                  <a:pt x="400050" y="1209675"/>
                </a:lnTo>
                <a:lnTo>
                  <a:pt x="333375" y="1209675"/>
                </a:lnTo>
                <a:close/>
                <a:moveTo>
                  <a:pt x="466725" y="1200150"/>
                </a:moveTo>
                <a:lnTo>
                  <a:pt x="476250" y="1200150"/>
                </a:lnTo>
                <a:lnTo>
                  <a:pt x="476250" y="1209675"/>
                </a:lnTo>
                <a:lnTo>
                  <a:pt x="466725" y="1209675"/>
                </a:lnTo>
                <a:close/>
                <a:moveTo>
                  <a:pt x="495300" y="1200150"/>
                </a:moveTo>
                <a:lnTo>
                  <a:pt x="504825" y="1200150"/>
                </a:lnTo>
                <a:lnTo>
                  <a:pt x="504825" y="1209675"/>
                </a:lnTo>
                <a:lnTo>
                  <a:pt x="495300" y="1209675"/>
                </a:lnTo>
                <a:close/>
                <a:moveTo>
                  <a:pt x="600075" y="1200150"/>
                </a:moveTo>
                <a:lnTo>
                  <a:pt x="638175" y="1200150"/>
                </a:lnTo>
                <a:lnTo>
                  <a:pt x="638175" y="1209675"/>
                </a:lnTo>
                <a:lnTo>
                  <a:pt x="647700" y="1209675"/>
                </a:lnTo>
                <a:lnTo>
                  <a:pt x="647700" y="1276350"/>
                </a:lnTo>
                <a:lnTo>
                  <a:pt x="638175" y="1276350"/>
                </a:lnTo>
                <a:lnTo>
                  <a:pt x="638175" y="1219200"/>
                </a:lnTo>
                <a:lnTo>
                  <a:pt x="628650" y="1219200"/>
                </a:lnTo>
                <a:lnTo>
                  <a:pt x="628650" y="1209675"/>
                </a:lnTo>
                <a:lnTo>
                  <a:pt x="600075" y="1209675"/>
                </a:lnTo>
                <a:close/>
                <a:moveTo>
                  <a:pt x="742950" y="1200150"/>
                </a:moveTo>
                <a:lnTo>
                  <a:pt x="771525" y="1200150"/>
                </a:lnTo>
                <a:lnTo>
                  <a:pt x="771525" y="1209675"/>
                </a:lnTo>
                <a:lnTo>
                  <a:pt x="781050" y="1209675"/>
                </a:lnTo>
                <a:lnTo>
                  <a:pt x="781050" y="1257300"/>
                </a:lnTo>
                <a:lnTo>
                  <a:pt x="800100" y="1257300"/>
                </a:lnTo>
                <a:lnTo>
                  <a:pt x="800100" y="1285875"/>
                </a:lnTo>
                <a:lnTo>
                  <a:pt x="781050" y="1285875"/>
                </a:lnTo>
                <a:lnTo>
                  <a:pt x="781050" y="1323975"/>
                </a:lnTo>
                <a:lnTo>
                  <a:pt x="771525" y="1323975"/>
                </a:lnTo>
                <a:lnTo>
                  <a:pt x="771525" y="1219200"/>
                </a:lnTo>
                <a:lnTo>
                  <a:pt x="762000" y="1219200"/>
                </a:lnTo>
                <a:lnTo>
                  <a:pt x="762000" y="1209675"/>
                </a:lnTo>
                <a:lnTo>
                  <a:pt x="742950" y="1209675"/>
                </a:lnTo>
                <a:close/>
                <a:moveTo>
                  <a:pt x="828675" y="1200150"/>
                </a:moveTo>
                <a:lnTo>
                  <a:pt x="838200" y="1200150"/>
                </a:lnTo>
                <a:lnTo>
                  <a:pt x="838200" y="1209675"/>
                </a:lnTo>
                <a:lnTo>
                  <a:pt x="828675" y="1209675"/>
                </a:lnTo>
                <a:close/>
                <a:moveTo>
                  <a:pt x="952500" y="1200150"/>
                </a:moveTo>
                <a:lnTo>
                  <a:pt x="962025" y="1200150"/>
                </a:lnTo>
                <a:lnTo>
                  <a:pt x="962025" y="1209675"/>
                </a:lnTo>
                <a:lnTo>
                  <a:pt x="952500" y="1209675"/>
                </a:lnTo>
                <a:close/>
                <a:moveTo>
                  <a:pt x="981075" y="1200150"/>
                </a:moveTo>
                <a:lnTo>
                  <a:pt x="990600" y="1200150"/>
                </a:lnTo>
                <a:lnTo>
                  <a:pt x="990600" y="1209675"/>
                </a:lnTo>
                <a:lnTo>
                  <a:pt x="981075" y="1209675"/>
                </a:lnTo>
                <a:close/>
                <a:moveTo>
                  <a:pt x="1514475" y="1200150"/>
                </a:moveTo>
                <a:lnTo>
                  <a:pt x="1628775" y="1200150"/>
                </a:lnTo>
                <a:lnTo>
                  <a:pt x="1628775" y="1209675"/>
                </a:lnTo>
                <a:lnTo>
                  <a:pt x="1638300" y="1209675"/>
                </a:lnTo>
                <a:lnTo>
                  <a:pt x="1638300" y="1219200"/>
                </a:lnTo>
                <a:lnTo>
                  <a:pt x="1524000" y="1219200"/>
                </a:lnTo>
                <a:lnTo>
                  <a:pt x="1524000" y="1209675"/>
                </a:lnTo>
                <a:lnTo>
                  <a:pt x="1514475" y="1209675"/>
                </a:lnTo>
                <a:close/>
                <a:moveTo>
                  <a:pt x="19050" y="1209675"/>
                </a:moveTo>
                <a:lnTo>
                  <a:pt x="28575" y="1209675"/>
                </a:lnTo>
                <a:lnTo>
                  <a:pt x="28575" y="1219200"/>
                </a:lnTo>
                <a:lnTo>
                  <a:pt x="19050" y="1219200"/>
                </a:lnTo>
                <a:close/>
                <a:moveTo>
                  <a:pt x="323850" y="1209675"/>
                </a:moveTo>
                <a:lnTo>
                  <a:pt x="333375" y="1209675"/>
                </a:lnTo>
                <a:lnTo>
                  <a:pt x="333375" y="1219200"/>
                </a:lnTo>
                <a:lnTo>
                  <a:pt x="323850" y="1219200"/>
                </a:lnTo>
                <a:close/>
                <a:moveTo>
                  <a:pt x="933450" y="1209675"/>
                </a:moveTo>
                <a:lnTo>
                  <a:pt x="942975" y="1209675"/>
                </a:lnTo>
                <a:lnTo>
                  <a:pt x="942975" y="1219200"/>
                </a:lnTo>
                <a:lnTo>
                  <a:pt x="933450" y="1219200"/>
                </a:lnTo>
                <a:close/>
                <a:moveTo>
                  <a:pt x="1000125" y="1209675"/>
                </a:moveTo>
                <a:lnTo>
                  <a:pt x="1009650" y="1209675"/>
                </a:lnTo>
                <a:lnTo>
                  <a:pt x="1009650" y="1219200"/>
                </a:lnTo>
                <a:lnTo>
                  <a:pt x="1000125" y="1219200"/>
                </a:lnTo>
                <a:close/>
                <a:moveTo>
                  <a:pt x="1504950" y="1209675"/>
                </a:moveTo>
                <a:lnTo>
                  <a:pt x="1514475" y="1209675"/>
                </a:lnTo>
                <a:lnTo>
                  <a:pt x="1514475" y="1219200"/>
                </a:lnTo>
                <a:lnTo>
                  <a:pt x="1504950" y="1219200"/>
                </a:lnTo>
                <a:close/>
                <a:moveTo>
                  <a:pt x="28575" y="1219200"/>
                </a:moveTo>
                <a:lnTo>
                  <a:pt x="38100" y="1219200"/>
                </a:lnTo>
                <a:lnTo>
                  <a:pt x="38100" y="1266825"/>
                </a:lnTo>
                <a:lnTo>
                  <a:pt x="28575" y="1266825"/>
                </a:lnTo>
                <a:close/>
                <a:moveTo>
                  <a:pt x="923925" y="1219200"/>
                </a:moveTo>
                <a:lnTo>
                  <a:pt x="933450" y="1219200"/>
                </a:lnTo>
                <a:lnTo>
                  <a:pt x="933450" y="1228725"/>
                </a:lnTo>
                <a:lnTo>
                  <a:pt x="923925" y="1228725"/>
                </a:lnTo>
                <a:close/>
                <a:moveTo>
                  <a:pt x="1009650" y="1219200"/>
                </a:moveTo>
                <a:lnTo>
                  <a:pt x="1019175" y="1219200"/>
                </a:lnTo>
                <a:lnTo>
                  <a:pt x="1019175" y="1228725"/>
                </a:lnTo>
                <a:lnTo>
                  <a:pt x="1009650" y="1228725"/>
                </a:lnTo>
                <a:close/>
                <a:moveTo>
                  <a:pt x="1495425" y="1219200"/>
                </a:moveTo>
                <a:lnTo>
                  <a:pt x="1504950" y="1219200"/>
                </a:lnTo>
                <a:lnTo>
                  <a:pt x="1504950" y="1228725"/>
                </a:lnTo>
                <a:lnTo>
                  <a:pt x="1495425" y="1228725"/>
                </a:lnTo>
                <a:close/>
                <a:moveTo>
                  <a:pt x="400050" y="1228725"/>
                </a:moveTo>
                <a:lnTo>
                  <a:pt x="409575" y="1228725"/>
                </a:lnTo>
                <a:lnTo>
                  <a:pt x="409575" y="1238250"/>
                </a:lnTo>
                <a:lnTo>
                  <a:pt x="400050" y="1238250"/>
                </a:lnTo>
                <a:close/>
                <a:moveTo>
                  <a:pt x="428625" y="1228725"/>
                </a:moveTo>
                <a:lnTo>
                  <a:pt x="438150" y="1228725"/>
                </a:lnTo>
                <a:lnTo>
                  <a:pt x="438150" y="1238250"/>
                </a:lnTo>
                <a:lnTo>
                  <a:pt x="428625" y="1238250"/>
                </a:lnTo>
                <a:close/>
                <a:moveTo>
                  <a:pt x="257175" y="1238250"/>
                </a:moveTo>
                <a:lnTo>
                  <a:pt x="266700" y="1238250"/>
                </a:lnTo>
                <a:lnTo>
                  <a:pt x="266700" y="1247775"/>
                </a:lnTo>
                <a:lnTo>
                  <a:pt x="257175" y="1247775"/>
                </a:lnTo>
                <a:close/>
                <a:moveTo>
                  <a:pt x="485775" y="1238250"/>
                </a:moveTo>
                <a:lnTo>
                  <a:pt x="495300" y="1238250"/>
                </a:lnTo>
                <a:lnTo>
                  <a:pt x="495300" y="1266825"/>
                </a:lnTo>
                <a:lnTo>
                  <a:pt x="476250" y="1266825"/>
                </a:lnTo>
                <a:lnTo>
                  <a:pt x="476250" y="1257300"/>
                </a:lnTo>
                <a:lnTo>
                  <a:pt x="466725" y="1257300"/>
                </a:lnTo>
                <a:lnTo>
                  <a:pt x="466725" y="1247775"/>
                </a:lnTo>
                <a:lnTo>
                  <a:pt x="476250" y="1247775"/>
                </a:lnTo>
                <a:lnTo>
                  <a:pt x="476250" y="1257300"/>
                </a:lnTo>
                <a:lnTo>
                  <a:pt x="485775" y="1257300"/>
                </a:lnTo>
                <a:close/>
                <a:moveTo>
                  <a:pt x="704850" y="1238250"/>
                </a:moveTo>
                <a:lnTo>
                  <a:pt x="714375" y="1238250"/>
                </a:lnTo>
                <a:lnTo>
                  <a:pt x="714375" y="1247775"/>
                </a:lnTo>
                <a:lnTo>
                  <a:pt x="704850" y="1247775"/>
                </a:lnTo>
                <a:close/>
                <a:moveTo>
                  <a:pt x="838200" y="1238250"/>
                </a:moveTo>
                <a:lnTo>
                  <a:pt x="847725" y="1238250"/>
                </a:lnTo>
                <a:lnTo>
                  <a:pt x="847725" y="1247775"/>
                </a:lnTo>
                <a:lnTo>
                  <a:pt x="838200" y="1247775"/>
                </a:lnTo>
                <a:close/>
                <a:moveTo>
                  <a:pt x="914400" y="1238250"/>
                </a:moveTo>
                <a:lnTo>
                  <a:pt x="923925" y="1238250"/>
                </a:lnTo>
                <a:lnTo>
                  <a:pt x="923925" y="1247775"/>
                </a:lnTo>
                <a:lnTo>
                  <a:pt x="914400" y="1247775"/>
                </a:lnTo>
                <a:close/>
                <a:moveTo>
                  <a:pt x="971550" y="1238250"/>
                </a:moveTo>
                <a:lnTo>
                  <a:pt x="981075" y="1238250"/>
                </a:lnTo>
                <a:lnTo>
                  <a:pt x="981075" y="1247775"/>
                </a:lnTo>
                <a:lnTo>
                  <a:pt x="971550" y="1247775"/>
                </a:lnTo>
                <a:close/>
                <a:moveTo>
                  <a:pt x="1019175" y="1238250"/>
                </a:moveTo>
                <a:lnTo>
                  <a:pt x="1028700" y="1238250"/>
                </a:lnTo>
                <a:lnTo>
                  <a:pt x="1028700" y="1247775"/>
                </a:lnTo>
                <a:lnTo>
                  <a:pt x="1019175" y="1247775"/>
                </a:lnTo>
                <a:close/>
                <a:moveTo>
                  <a:pt x="1485900" y="1238250"/>
                </a:moveTo>
                <a:lnTo>
                  <a:pt x="1495425" y="1238250"/>
                </a:lnTo>
                <a:lnTo>
                  <a:pt x="1495425" y="1247775"/>
                </a:lnTo>
                <a:lnTo>
                  <a:pt x="1485900" y="1247775"/>
                </a:lnTo>
                <a:close/>
                <a:moveTo>
                  <a:pt x="247650" y="1247775"/>
                </a:moveTo>
                <a:lnTo>
                  <a:pt x="257175" y="1247775"/>
                </a:lnTo>
                <a:lnTo>
                  <a:pt x="257175" y="1257300"/>
                </a:lnTo>
                <a:lnTo>
                  <a:pt x="247650" y="1257300"/>
                </a:lnTo>
                <a:close/>
                <a:moveTo>
                  <a:pt x="400050" y="1247775"/>
                </a:moveTo>
                <a:lnTo>
                  <a:pt x="409575" y="1247775"/>
                </a:lnTo>
                <a:lnTo>
                  <a:pt x="409575" y="1257300"/>
                </a:lnTo>
                <a:lnTo>
                  <a:pt x="400050" y="1257300"/>
                </a:lnTo>
                <a:close/>
                <a:moveTo>
                  <a:pt x="561975" y="1247775"/>
                </a:moveTo>
                <a:lnTo>
                  <a:pt x="571500" y="1247775"/>
                </a:lnTo>
                <a:lnTo>
                  <a:pt x="571500" y="1257300"/>
                </a:lnTo>
                <a:lnTo>
                  <a:pt x="561975" y="1257300"/>
                </a:lnTo>
                <a:close/>
                <a:moveTo>
                  <a:pt x="714375" y="1247775"/>
                </a:moveTo>
                <a:lnTo>
                  <a:pt x="733425" y="1247775"/>
                </a:lnTo>
                <a:lnTo>
                  <a:pt x="733425" y="1257300"/>
                </a:lnTo>
                <a:lnTo>
                  <a:pt x="714375" y="1257300"/>
                </a:lnTo>
                <a:close/>
                <a:moveTo>
                  <a:pt x="828675" y="1247775"/>
                </a:moveTo>
                <a:lnTo>
                  <a:pt x="838200" y="1247775"/>
                </a:lnTo>
                <a:lnTo>
                  <a:pt x="838200" y="1285875"/>
                </a:lnTo>
                <a:lnTo>
                  <a:pt x="828675" y="1285875"/>
                </a:lnTo>
                <a:close/>
                <a:moveTo>
                  <a:pt x="981075" y="1247775"/>
                </a:moveTo>
                <a:lnTo>
                  <a:pt x="990600" y="1247775"/>
                </a:lnTo>
                <a:lnTo>
                  <a:pt x="990600" y="1295400"/>
                </a:lnTo>
                <a:lnTo>
                  <a:pt x="981075" y="1295400"/>
                </a:lnTo>
                <a:close/>
                <a:moveTo>
                  <a:pt x="409575" y="1257300"/>
                </a:moveTo>
                <a:lnTo>
                  <a:pt x="419100" y="1257300"/>
                </a:lnTo>
                <a:lnTo>
                  <a:pt x="419100" y="1266825"/>
                </a:lnTo>
                <a:lnTo>
                  <a:pt x="409575" y="1266825"/>
                </a:lnTo>
                <a:close/>
                <a:moveTo>
                  <a:pt x="428625" y="1257300"/>
                </a:moveTo>
                <a:lnTo>
                  <a:pt x="438150" y="1257300"/>
                </a:lnTo>
                <a:lnTo>
                  <a:pt x="438150" y="1266825"/>
                </a:lnTo>
                <a:lnTo>
                  <a:pt x="428625" y="1266825"/>
                </a:lnTo>
                <a:close/>
                <a:moveTo>
                  <a:pt x="533400" y="1257300"/>
                </a:moveTo>
                <a:lnTo>
                  <a:pt x="542925" y="1257300"/>
                </a:lnTo>
                <a:lnTo>
                  <a:pt x="542925" y="1276350"/>
                </a:lnTo>
                <a:lnTo>
                  <a:pt x="552450" y="1276350"/>
                </a:lnTo>
                <a:lnTo>
                  <a:pt x="552450" y="1285875"/>
                </a:lnTo>
                <a:lnTo>
                  <a:pt x="533400" y="1285875"/>
                </a:lnTo>
                <a:close/>
                <a:moveTo>
                  <a:pt x="590550" y="1257300"/>
                </a:moveTo>
                <a:lnTo>
                  <a:pt x="609600" y="1257300"/>
                </a:lnTo>
                <a:lnTo>
                  <a:pt x="609600" y="1276350"/>
                </a:lnTo>
                <a:lnTo>
                  <a:pt x="600075" y="1276350"/>
                </a:lnTo>
                <a:lnTo>
                  <a:pt x="600075" y="1285875"/>
                </a:lnTo>
                <a:lnTo>
                  <a:pt x="590550" y="1285875"/>
                </a:lnTo>
                <a:close/>
                <a:moveTo>
                  <a:pt x="733425" y="1257300"/>
                </a:moveTo>
                <a:lnTo>
                  <a:pt x="742950" y="1257300"/>
                </a:lnTo>
                <a:lnTo>
                  <a:pt x="742950" y="1323975"/>
                </a:lnTo>
                <a:lnTo>
                  <a:pt x="733425" y="1323975"/>
                </a:lnTo>
                <a:close/>
                <a:moveTo>
                  <a:pt x="1524000" y="1257300"/>
                </a:moveTo>
                <a:lnTo>
                  <a:pt x="1533525" y="1257300"/>
                </a:lnTo>
                <a:lnTo>
                  <a:pt x="1533525" y="1266825"/>
                </a:lnTo>
                <a:lnTo>
                  <a:pt x="1524000" y="1266825"/>
                </a:lnTo>
                <a:close/>
                <a:moveTo>
                  <a:pt x="1543050" y="1257300"/>
                </a:moveTo>
                <a:lnTo>
                  <a:pt x="1562100" y="1257300"/>
                </a:lnTo>
                <a:lnTo>
                  <a:pt x="1562100" y="1266825"/>
                </a:lnTo>
                <a:lnTo>
                  <a:pt x="1543050" y="1266825"/>
                </a:lnTo>
                <a:close/>
                <a:moveTo>
                  <a:pt x="1600200" y="1257300"/>
                </a:moveTo>
                <a:lnTo>
                  <a:pt x="1619250" y="1257300"/>
                </a:lnTo>
                <a:lnTo>
                  <a:pt x="1619250" y="1266825"/>
                </a:lnTo>
                <a:lnTo>
                  <a:pt x="1600200" y="1266825"/>
                </a:lnTo>
                <a:close/>
                <a:moveTo>
                  <a:pt x="419100" y="1266825"/>
                </a:moveTo>
                <a:lnTo>
                  <a:pt x="428625" y="1266825"/>
                </a:lnTo>
                <a:lnTo>
                  <a:pt x="428625" y="1304925"/>
                </a:lnTo>
                <a:lnTo>
                  <a:pt x="419100" y="1304925"/>
                </a:lnTo>
                <a:close/>
                <a:moveTo>
                  <a:pt x="19050" y="1276350"/>
                </a:moveTo>
                <a:lnTo>
                  <a:pt x="28575" y="1276350"/>
                </a:lnTo>
                <a:lnTo>
                  <a:pt x="28575" y="1285875"/>
                </a:lnTo>
                <a:lnTo>
                  <a:pt x="19050" y="1285875"/>
                </a:lnTo>
                <a:close/>
                <a:moveTo>
                  <a:pt x="180975" y="1276350"/>
                </a:moveTo>
                <a:lnTo>
                  <a:pt x="200025" y="1276350"/>
                </a:lnTo>
                <a:lnTo>
                  <a:pt x="200025" y="1285875"/>
                </a:lnTo>
                <a:lnTo>
                  <a:pt x="209550" y="1285875"/>
                </a:lnTo>
                <a:lnTo>
                  <a:pt x="209550" y="1295400"/>
                </a:lnTo>
                <a:lnTo>
                  <a:pt x="180975" y="1295400"/>
                </a:lnTo>
                <a:close/>
                <a:moveTo>
                  <a:pt x="323850" y="1276350"/>
                </a:moveTo>
                <a:lnTo>
                  <a:pt x="333375" y="1276350"/>
                </a:lnTo>
                <a:lnTo>
                  <a:pt x="333375" y="1295400"/>
                </a:lnTo>
                <a:lnTo>
                  <a:pt x="323850" y="1295400"/>
                </a:lnTo>
                <a:close/>
                <a:moveTo>
                  <a:pt x="352425" y="1276350"/>
                </a:moveTo>
                <a:lnTo>
                  <a:pt x="361950" y="1276350"/>
                </a:lnTo>
                <a:lnTo>
                  <a:pt x="361950" y="1295400"/>
                </a:lnTo>
                <a:lnTo>
                  <a:pt x="352425" y="1295400"/>
                </a:lnTo>
                <a:close/>
                <a:moveTo>
                  <a:pt x="1647825" y="1276350"/>
                </a:moveTo>
                <a:lnTo>
                  <a:pt x="1657350" y="1276350"/>
                </a:lnTo>
                <a:lnTo>
                  <a:pt x="1657350" y="1285875"/>
                </a:lnTo>
                <a:lnTo>
                  <a:pt x="1647825" y="1285875"/>
                </a:lnTo>
                <a:close/>
                <a:moveTo>
                  <a:pt x="381000" y="1285875"/>
                </a:moveTo>
                <a:lnTo>
                  <a:pt x="390525" y="1285875"/>
                </a:lnTo>
                <a:lnTo>
                  <a:pt x="390525" y="1295400"/>
                </a:lnTo>
                <a:lnTo>
                  <a:pt x="381000" y="1295400"/>
                </a:lnTo>
                <a:close/>
                <a:moveTo>
                  <a:pt x="485775" y="1285875"/>
                </a:moveTo>
                <a:lnTo>
                  <a:pt x="495300" y="1285875"/>
                </a:lnTo>
                <a:lnTo>
                  <a:pt x="495300" y="1304925"/>
                </a:lnTo>
                <a:lnTo>
                  <a:pt x="485775" y="1304925"/>
                </a:lnTo>
                <a:close/>
                <a:moveTo>
                  <a:pt x="904875" y="1285875"/>
                </a:moveTo>
                <a:lnTo>
                  <a:pt x="914400" y="1285875"/>
                </a:lnTo>
                <a:lnTo>
                  <a:pt x="914400" y="1295400"/>
                </a:lnTo>
                <a:lnTo>
                  <a:pt x="904875" y="1295400"/>
                </a:lnTo>
                <a:close/>
                <a:moveTo>
                  <a:pt x="952500" y="1285875"/>
                </a:moveTo>
                <a:lnTo>
                  <a:pt x="962025" y="1285875"/>
                </a:lnTo>
                <a:lnTo>
                  <a:pt x="962025" y="1295400"/>
                </a:lnTo>
                <a:lnTo>
                  <a:pt x="952500" y="1295400"/>
                </a:lnTo>
                <a:close/>
                <a:moveTo>
                  <a:pt x="104775" y="1295400"/>
                </a:moveTo>
                <a:lnTo>
                  <a:pt x="114300" y="1295400"/>
                </a:lnTo>
                <a:lnTo>
                  <a:pt x="114300" y="3390900"/>
                </a:lnTo>
                <a:lnTo>
                  <a:pt x="104775" y="3390900"/>
                </a:lnTo>
                <a:close/>
                <a:moveTo>
                  <a:pt x="171450" y="1295400"/>
                </a:moveTo>
                <a:lnTo>
                  <a:pt x="180975" y="1295400"/>
                </a:lnTo>
                <a:lnTo>
                  <a:pt x="180975" y="1304925"/>
                </a:lnTo>
                <a:lnTo>
                  <a:pt x="171450" y="1304925"/>
                </a:lnTo>
                <a:close/>
                <a:moveTo>
                  <a:pt x="361950" y="1295400"/>
                </a:moveTo>
                <a:lnTo>
                  <a:pt x="381000" y="1295400"/>
                </a:lnTo>
                <a:lnTo>
                  <a:pt x="381000" y="1304925"/>
                </a:lnTo>
                <a:lnTo>
                  <a:pt x="361950" y="1304925"/>
                </a:lnTo>
                <a:close/>
                <a:moveTo>
                  <a:pt x="657225" y="1295400"/>
                </a:moveTo>
                <a:lnTo>
                  <a:pt x="666750" y="1295400"/>
                </a:lnTo>
                <a:lnTo>
                  <a:pt x="666750" y="1314450"/>
                </a:lnTo>
                <a:lnTo>
                  <a:pt x="647700" y="1314450"/>
                </a:lnTo>
                <a:lnTo>
                  <a:pt x="647700" y="1304925"/>
                </a:lnTo>
                <a:lnTo>
                  <a:pt x="657225" y="1304925"/>
                </a:lnTo>
                <a:close/>
                <a:moveTo>
                  <a:pt x="847725" y="1295400"/>
                </a:moveTo>
                <a:lnTo>
                  <a:pt x="857250" y="1295400"/>
                </a:lnTo>
                <a:lnTo>
                  <a:pt x="857250" y="1304925"/>
                </a:lnTo>
                <a:lnTo>
                  <a:pt x="847725" y="1304925"/>
                </a:lnTo>
                <a:close/>
                <a:moveTo>
                  <a:pt x="895350" y="1295400"/>
                </a:moveTo>
                <a:lnTo>
                  <a:pt x="904875" y="1295400"/>
                </a:lnTo>
                <a:lnTo>
                  <a:pt x="904875" y="1304925"/>
                </a:lnTo>
                <a:lnTo>
                  <a:pt x="895350" y="1304925"/>
                </a:lnTo>
                <a:close/>
                <a:moveTo>
                  <a:pt x="914400" y="1295400"/>
                </a:moveTo>
                <a:lnTo>
                  <a:pt x="923925" y="1295400"/>
                </a:lnTo>
                <a:lnTo>
                  <a:pt x="923925" y="1304925"/>
                </a:lnTo>
                <a:lnTo>
                  <a:pt x="914400" y="1304925"/>
                </a:lnTo>
                <a:close/>
                <a:moveTo>
                  <a:pt x="962025" y="1295400"/>
                </a:moveTo>
                <a:lnTo>
                  <a:pt x="981075" y="1295400"/>
                </a:lnTo>
                <a:lnTo>
                  <a:pt x="981075" y="1304925"/>
                </a:lnTo>
                <a:lnTo>
                  <a:pt x="962025" y="1304925"/>
                </a:lnTo>
                <a:close/>
                <a:moveTo>
                  <a:pt x="1019175" y="1295400"/>
                </a:moveTo>
                <a:lnTo>
                  <a:pt x="1028700" y="1295400"/>
                </a:lnTo>
                <a:lnTo>
                  <a:pt x="1028700" y="1304925"/>
                </a:lnTo>
                <a:lnTo>
                  <a:pt x="1019175" y="1304925"/>
                </a:lnTo>
                <a:close/>
                <a:moveTo>
                  <a:pt x="266700" y="1304925"/>
                </a:moveTo>
                <a:lnTo>
                  <a:pt x="276225" y="1304925"/>
                </a:lnTo>
                <a:lnTo>
                  <a:pt x="276225" y="1314450"/>
                </a:lnTo>
                <a:lnTo>
                  <a:pt x="266700" y="1314450"/>
                </a:lnTo>
                <a:close/>
                <a:moveTo>
                  <a:pt x="523875" y="1304925"/>
                </a:moveTo>
                <a:lnTo>
                  <a:pt x="533400" y="1304925"/>
                </a:lnTo>
                <a:lnTo>
                  <a:pt x="533400" y="1314450"/>
                </a:lnTo>
                <a:lnTo>
                  <a:pt x="523875" y="1314450"/>
                </a:lnTo>
                <a:close/>
                <a:moveTo>
                  <a:pt x="800100" y="1304925"/>
                </a:moveTo>
                <a:lnTo>
                  <a:pt x="809625" y="1304925"/>
                </a:lnTo>
                <a:lnTo>
                  <a:pt x="809625" y="1314450"/>
                </a:lnTo>
                <a:lnTo>
                  <a:pt x="800100" y="1314450"/>
                </a:lnTo>
                <a:close/>
                <a:moveTo>
                  <a:pt x="1590675" y="1304925"/>
                </a:moveTo>
                <a:lnTo>
                  <a:pt x="1609725" y="1304925"/>
                </a:lnTo>
                <a:lnTo>
                  <a:pt x="1609725" y="1343025"/>
                </a:lnTo>
                <a:lnTo>
                  <a:pt x="1590675" y="1343025"/>
                </a:lnTo>
                <a:close/>
                <a:moveTo>
                  <a:pt x="257175" y="1314450"/>
                </a:moveTo>
                <a:lnTo>
                  <a:pt x="266700" y="1314450"/>
                </a:lnTo>
                <a:lnTo>
                  <a:pt x="266700" y="1323975"/>
                </a:lnTo>
                <a:lnTo>
                  <a:pt x="257175" y="1323975"/>
                </a:lnTo>
                <a:close/>
                <a:moveTo>
                  <a:pt x="514350" y="1314450"/>
                </a:moveTo>
                <a:lnTo>
                  <a:pt x="523875" y="1314450"/>
                </a:lnTo>
                <a:lnTo>
                  <a:pt x="523875" y="1323975"/>
                </a:lnTo>
                <a:lnTo>
                  <a:pt x="514350" y="1323975"/>
                </a:lnTo>
                <a:close/>
                <a:moveTo>
                  <a:pt x="809625" y="1314450"/>
                </a:moveTo>
                <a:lnTo>
                  <a:pt x="819150" y="1314450"/>
                </a:lnTo>
                <a:lnTo>
                  <a:pt x="819150" y="1323975"/>
                </a:lnTo>
                <a:lnTo>
                  <a:pt x="809625" y="1323975"/>
                </a:lnTo>
                <a:close/>
                <a:moveTo>
                  <a:pt x="1533525" y="1314450"/>
                </a:moveTo>
                <a:lnTo>
                  <a:pt x="1552575" y="1314450"/>
                </a:lnTo>
                <a:lnTo>
                  <a:pt x="1552575" y="1323975"/>
                </a:lnTo>
                <a:lnTo>
                  <a:pt x="1533525" y="1323975"/>
                </a:lnTo>
                <a:close/>
                <a:moveTo>
                  <a:pt x="190500" y="1323975"/>
                </a:moveTo>
                <a:lnTo>
                  <a:pt x="200025" y="1323975"/>
                </a:lnTo>
                <a:lnTo>
                  <a:pt x="200025" y="1333500"/>
                </a:lnTo>
                <a:lnTo>
                  <a:pt x="190500" y="1333500"/>
                </a:lnTo>
                <a:close/>
                <a:moveTo>
                  <a:pt x="238125" y="1323975"/>
                </a:moveTo>
                <a:lnTo>
                  <a:pt x="247650" y="1323975"/>
                </a:lnTo>
                <a:lnTo>
                  <a:pt x="247650" y="1333500"/>
                </a:lnTo>
                <a:lnTo>
                  <a:pt x="238125" y="1333500"/>
                </a:lnTo>
                <a:close/>
                <a:moveTo>
                  <a:pt x="342900" y="1323975"/>
                </a:moveTo>
                <a:lnTo>
                  <a:pt x="352425" y="1323975"/>
                </a:lnTo>
                <a:lnTo>
                  <a:pt x="352425" y="1333500"/>
                </a:lnTo>
                <a:lnTo>
                  <a:pt x="342900" y="1333500"/>
                </a:lnTo>
                <a:close/>
                <a:moveTo>
                  <a:pt x="504825" y="1323975"/>
                </a:moveTo>
                <a:lnTo>
                  <a:pt x="514350" y="1323975"/>
                </a:lnTo>
                <a:lnTo>
                  <a:pt x="514350" y="1333500"/>
                </a:lnTo>
                <a:lnTo>
                  <a:pt x="504825" y="1333500"/>
                </a:lnTo>
                <a:close/>
                <a:moveTo>
                  <a:pt x="628650" y="1323975"/>
                </a:moveTo>
                <a:lnTo>
                  <a:pt x="638175" y="1323975"/>
                </a:lnTo>
                <a:lnTo>
                  <a:pt x="638175" y="1333500"/>
                </a:lnTo>
                <a:lnTo>
                  <a:pt x="628650" y="1333500"/>
                </a:lnTo>
                <a:close/>
                <a:moveTo>
                  <a:pt x="742950" y="1323975"/>
                </a:moveTo>
                <a:lnTo>
                  <a:pt x="752475" y="1323975"/>
                </a:lnTo>
                <a:lnTo>
                  <a:pt x="752475" y="1333500"/>
                </a:lnTo>
                <a:lnTo>
                  <a:pt x="742950" y="1333500"/>
                </a:lnTo>
                <a:close/>
                <a:moveTo>
                  <a:pt x="762000" y="1323975"/>
                </a:moveTo>
                <a:lnTo>
                  <a:pt x="771525" y="1323975"/>
                </a:lnTo>
                <a:lnTo>
                  <a:pt x="771525" y="1333500"/>
                </a:lnTo>
                <a:lnTo>
                  <a:pt x="762000" y="1333500"/>
                </a:lnTo>
                <a:close/>
                <a:moveTo>
                  <a:pt x="819150" y="1323975"/>
                </a:moveTo>
                <a:lnTo>
                  <a:pt x="828675" y="1323975"/>
                </a:lnTo>
                <a:lnTo>
                  <a:pt x="828675" y="1333500"/>
                </a:lnTo>
                <a:lnTo>
                  <a:pt x="819150" y="1333500"/>
                </a:lnTo>
                <a:close/>
                <a:moveTo>
                  <a:pt x="228600" y="1333500"/>
                </a:moveTo>
                <a:lnTo>
                  <a:pt x="238125" y="1333500"/>
                </a:lnTo>
                <a:lnTo>
                  <a:pt x="238125" y="1343025"/>
                </a:lnTo>
                <a:lnTo>
                  <a:pt x="228600" y="1343025"/>
                </a:lnTo>
                <a:close/>
                <a:moveTo>
                  <a:pt x="1485900" y="1352550"/>
                </a:moveTo>
                <a:lnTo>
                  <a:pt x="1495425" y="1352550"/>
                </a:lnTo>
                <a:lnTo>
                  <a:pt x="1495425" y="1362075"/>
                </a:lnTo>
                <a:lnTo>
                  <a:pt x="1485900" y="1362075"/>
                </a:lnTo>
                <a:close/>
                <a:moveTo>
                  <a:pt x="1647825" y="1352550"/>
                </a:moveTo>
                <a:lnTo>
                  <a:pt x="1657350" y="1352550"/>
                </a:lnTo>
                <a:lnTo>
                  <a:pt x="1657350" y="1362075"/>
                </a:lnTo>
                <a:lnTo>
                  <a:pt x="1647825" y="1362075"/>
                </a:lnTo>
                <a:close/>
                <a:moveTo>
                  <a:pt x="1495425" y="1362075"/>
                </a:moveTo>
                <a:lnTo>
                  <a:pt x="1504950" y="1362075"/>
                </a:lnTo>
                <a:lnTo>
                  <a:pt x="1504950" y="1371600"/>
                </a:lnTo>
                <a:lnTo>
                  <a:pt x="1495425" y="1371600"/>
                </a:lnTo>
                <a:close/>
                <a:moveTo>
                  <a:pt x="1638300" y="1362075"/>
                </a:moveTo>
                <a:lnTo>
                  <a:pt x="1647825" y="1362075"/>
                </a:lnTo>
                <a:lnTo>
                  <a:pt x="1647825" y="1371600"/>
                </a:lnTo>
                <a:lnTo>
                  <a:pt x="1638300" y="1371600"/>
                </a:lnTo>
                <a:close/>
                <a:moveTo>
                  <a:pt x="285750" y="1409700"/>
                </a:moveTo>
                <a:lnTo>
                  <a:pt x="323850" y="1409700"/>
                </a:lnTo>
                <a:lnTo>
                  <a:pt x="323850" y="1419225"/>
                </a:lnTo>
                <a:lnTo>
                  <a:pt x="361950" y="1419225"/>
                </a:lnTo>
                <a:lnTo>
                  <a:pt x="361950" y="1438275"/>
                </a:lnTo>
                <a:lnTo>
                  <a:pt x="352425" y="1438275"/>
                </a:lnTo>
                <a:lnTo>
                  <a:pt x="352425" y="1447800"/>
                </a:lnTo>
                <a:lnTo>
                  <a:pt x="295275" y="1447800"/>
                </a:lnTo>
                <a:lnTo>
                  <a:pt x="295275" y="1438275"/>
                </a:lnTo>
                <a:lnTo>
                  <a:pt x="266700" y="1438275"/>
                </a:lnTo>
                <a:lnTo>
                  <a:pt x="266700" y="1447800"/>
                </a:lnTo>
                <a:lnTo>
                  <a:pt x="228600" y="1447800"/>
                </a:lnTo>
                <a:lnTo>
                  <a:pt x="228600" y="1438275"/>
                </a:lnTo>
                <a:lnTo>
                  <a:pt x="219075" y="1438275"/>
                </a:lnTo>
                <a:lnTo>
                  <a:pt x="219075" y="1419225"/>
                </a:lnTo>
                <a:lnTo>
                  <a:pt x="285750" y="1419225"/>
                </a:lnTo>
                <a:close/>
                <a:moveTo>
                  <a:pt x="476250" y="1409700"/>
                </a:moveTo>
                <a:lnTo>
                  <a:pt x="485775" y="1409700"/>
                </a:lnTo>
                <a:lnTo>
                  <a:pt x="485775" y="1419225"/>
                </a:lnTo>
                <a:lnTo>
                  <a:pt x="514350" y="1419225"/>
                </a:lnTo>
                <a:lnTo>
                  <a:pt x="514350" y="1409700"/>
                </a:lnTo>
                <a:lnTo>
                  <a:pt x="523875" y="1409700"/>
                </a:lnTo>
                <a:lnTo>
                  <a:pt x="523875" y="1419225"/>
                </a:lnTo>
                <a:lnTo>
                  <a:pt x="581025" y="1419225"/>
                </a:lnTo>
                <a:lnTo>
                  <a:pt x="581025" y="1409700"/>
                </a:lnTo>
                <a:lnTo>
                  <a:pt x="609600" y="1409700"/>
                </a:lnTo>
                <a:lnTo>
                  <a:pt x="609600" y="1419225"/>
                </a:lnTo>
                <a:lnTo>
                  <a:pt x="647700" y="1419225"/>
                </a:lnTo>
                <a:lnTo>
                  <a:pt x="647700" y="1428750"/>
                </a:lnTo>
                <a:lnTo>
                  <a:pt x="657225" y="1428750"/>
                </a:lnTo>
                <a:lnTo>
                  <a:pt x="657225" y="1438275"/>
                </a:lnTo>
                <a:lnTo>
                  <a:pt x="647700" y="1438275"/>
                </a:lnTo>
                <a:lnTo>
                  <a:pt x="647700" y="1447800"/>
                </a:lnTo>
                <a:lnTo>
                  <a:pt x="552450" y="1447800"/>
                </a:lnTo>
                <a:lnTo>
                  <a:pt x="552450" y="1438275"/>
                </a:lnTo>
                <a:lnTo>
                  <a:pt x="523875" y="1438275"/>
                </a:lnTo>
                <a:lnTo>
                  <a:pt x="523875" y="1447800"/>
                </a:lnTo>
                <a:lnTo>
                  <a:pt x="457200" y="1447800"/>
                </a:lnTo>
                <a:lnTo>
                  <a:pt x="457200" y="1457325"/>
                </a:lnTo>
                <a:lnTo>
                  <a:pt x="447675" y="1457325"/>
                </a:lnTo>
                <a:lnTo>
                  <a:pt x="447675" y="1447800"/>
                </a:lnTo>
                <a:lnTo>
                  <a:pt x="409575" y="1447800"/>
                </a:lnTo>
                <a:lnTo>
                  <a:pt x="409575" y="1438275"/>
                </a:lnTo>
                <a:lnTo>
                  <a:pt x="381000" y="1438275"/>
                </a:lnTo>
                <a:lnTo>
                  <a:pt x="381000" y="1428750"/>
                </a:lnTo>
                <a:lnTo>
                  <a:pt x="390525" y="1428750"/>
                </a:lnTo>
                <a:lnTo>
                  <a:pt x="390525" y="1419225"/>
                </a:lnTo>
                <a:lnTo>
                  <a:pt x="476250" y="1419225"/>
                </a:lnTo>
                <a:close/>
                <a:moveTo>
                  <a:pt x="171450" y="1419225"/>
                </a:moveTo>
                <a:lnTo>
                  <a:pt x="190500" y="1419225"/>
                </a:lnTo>
                <a:lnTo>
                  <a:pt x="190500" y="1438275"/>
                </a:lnTo>
                <a:lnTo>
                  <a:pt x="180975" y="1438275"/>
                </a:lnTo>
                <a:lnTo>
                  <a:pt x="180975" y="1447800"/>
                </a:lnTo>
                <a:lnTo>
                  <a:pt x="171450" y="1447800"/>
                </a:lnTo>
                <a:close/>
                <a:moveTo>
                  <a:pt x="600075" y="1438275"/>
                </a:moveTo>
                <a:lnTo>
                  <a:pt x="609600" y="1438275"/>
                </a:lnTo>
                <a:lnTo>
                  <a:pt x="609600" y="1428750"/>
                </a:lnTo>
                <a:lnTo>
                  <a:pt x="600075" y="1428750"/>
                </a:lnTo>
                <a:close/>
                <a:moveTo>
                  <a:pt x="19050" y="1533525"/>
                </a:moveTo>
                <a:lnTo>
                  <a:pt x="28575" y="1533525"/>
                </a:lnTo>
                <a:lnTo>
                  <a:pt x="28575" y="1543050"/>
                </a:lnTo>
                <a:lnTo>
                  <a:pt x="19050" y="1543050"/>
                </a:lnTo>
                <a:close/>
                <a:moveTo>
                  <a:pt x="1790700" y="1533525"/>
                </a:moveTo>
                <a:lnTo>
                  <a:pt x="1800225" y="1533525"/>
                </a:lnTo>
                <a:lnTo>
                  <a:pt x="1800225" y="1543050"/>
                </a:lnTo>
                <a:lnTo>
                  <a:pt x="1790700" y="1543050"/>
                </a:lnTo>
                <a:close/>
                <a:moveTo>
                  <a:pt x="28575" y="1543050"/>
                </a:moveTo>
                <a:lnTo>
                  <a:pt x="38100" y="1543050"/>
                </a:lnTo>
                <a:lnTo>
                  <a:pt x="38100" y="3409950"/>
                </a:lnTo>
                <a:lnTo>
                  <a:pt x="28575" y="3409950"/>
                </a:lnTo>
                <a:lnTo>
                  <a:pt x="28575" y="2847975"/>
                </a:lnTo>
                <a:lnTo>
                  <a:pt x="19050" y="2847975"/>
                </a:lnTo>
                <a:lnTo>
                  <a:pt x="19050" y="2838450"/>
                </a:lnTo>
                <a:lnTo>
                  <a:pt x="9525" y="2838450"/>
                </a:lnTo>
                <a:lnTo>
                  <a:pt x="9525" y="2819400"/>
                </a:lnTo>
                <a:lnTo>
                  <a:pt x="28575" y="2819400"/>
                </a:lnTo>
                <a:lnTo>
                  <a:pt x="28575" y="1895475"/>
                </a:lnTo>
                <a:lnTo>
                  <a:pt x="19050" y="1895475"/>
                </a:lnTo>
                <a:lnTo>
                  <a:pt x="19050" y="1885950"/>
                </a:lnTo>
                <a:lnTo>
                  <a:pt x="0" y="1885950"/>
                </a:lnTo>
                <a:lnTo>
                  <a:pt x="0" y="1866900"/>
                </a:lnTo>
                <a:lnTo>
                  <a:pt x="19050" y="1866900"/>
                </a:lnTo>
                <a:lnTo>
                  <a:pt x="19050" y="1857375"/>
                </a:lnTo>
                <a:lnTo>
                  <a:pt x="28575" y="1857375"/>
                </a:lnTo>
                <a:close/>
                <a:moveTo>
                  <a:pt x="285750" y="1581150"/>
                </a:moveTo>
                <a:lnTo>
                  <a:pt x="295275" y="1581150"/>
                </a:lnTo>
                <a:lnTo>
                  <a:pt x="295275" y="1590675"/>
                </a:lnTo>
                <a:lnTo>
                  <a:pt x="323850" y="1590675"/>
                </a:lnTo>
                <a:lnTo>
                  <a:pt x="323850" y="1581150"/>
                </a:lnTo>
                <a:lnTo>
                  <a:pt x="361950" y="1581150"/>
                </a:lnTo>
                <a:lnTo>
                  <a:pt x="361950" y="1590675"/>
                </a:lnTo>
                <a:lnTo>
                  <a:pt x="400050" y="1590675"/>
                </a:lnTo>
                <a:lnTo>
                  <a:pt x="400050" y="1581150"/>
                </a:lnTo>
                <a:lnTo>
                  <a:pt x="409575" y="1581150"/>
                </a:lnTo>
                <a:lnTo>
                  <a:pt x="409575" y="1590675"/>
                </a:lnTo>
                <a:lnTo>
                  <a:pt x="447675" y="1590675"/>
                </a:lnTo>
                <a:lnTo>
                  <a:pt x="447675" y="1619250"/>
                </a:lnTo>
                <a:lnTo>
                  <a:pt x="371475" y="1619250"/>
                </a:lnTo>
                <a:lnTo>
                  <a:pt x="371475" y="1609725"/>
                </a:lnTo>
                <a:lnTo>
                  <a:pt x="342900" y="1609725"/>
                </a:lnTo>
                <a:lnTo>
                  <a:pt x="342900" y="1619250"/>
                </a:lnTo>
                <a:lnTo>
                  <a:pt x="314325" y="1619250"/>
                </a:lnTo>
                <a:lnTo>
                  <a:pt x="314325" y="1609725"/>
                </a:lnTo>
                <a:lnTo>
                  <a:pt x="276225" y="1609725"/>
                </a:lnTo>
                <a:lnTo>
                  <a:pt x="276225" y="1590675"/>
                </a:lnTo>
                <a:lnTo>
                  <a:pt x="285750" y="1590675"/>
                </a:lnTo>
                <a:close/>
                <a:moveTo>
                  <a:pt x="1066800" y="1581150"/>
                </a:moveTo>
                <a:lnTo>
                  <a:pt x="1085850" y="1581150"/>
                </a:lnTo>
                <a:lnTo>
                  <a:pt x="1085850" y="1590675"/>
                </a:lnTo>
                <a:lnTo>
                  <a:pt x="1114425" y="1590675"/>
                </a:lnTo>
                <a:lnTo>
                  <a:pt x="1114425" y="1581150"/>
                </a:lnTo>
                <a:lnTo>
                  <a:pt x="1123950" y="1581150"/>
                </a:lnTo>
                <a:lnTo>
                  <a:pt x="1123950" y="1590675"/>
                </a:lnTo>
                <a:lnTo>
                  <a:pt x="1133475" y="1590675"/>
                </a:lnTo>
                <a:lnTo>
                  <a:pt x="1133475" y="1581150"/>
                </a:lnTo>
                <a:lnTo>
                  <a:pt x="1143000" y="1581150"/>
                </a:lnTo>
                <a:lnTo>
                  <a:pt x="1143000" y="1590675"/>
                </a:lnTo>
                <a:lnTo>
                  <a:pt x="1228725" y="1590675"/>
                </a:lnTo>
                <a:lnTo>
                  <a:pt x="1228725" y="1609725"/>
                </a:lnTo>
                <a:lnTo>
                  <a:pt x="1219200" y="1609725"/>
                </a:lnTo>
                <a:lnTo>
                  <a:pt x="1219200" y="1619250"/>
                </a:lnTo>
                <a:lnTo>
                  <a:pt x="1181100" y="1619250"/>
                </a:lnTo>
                <a:lnTo>
                  <a:pt x="1181100" y="1609725"/>
                </a:lnTo>
                <a:lnTo>
                  <a:pt x="1171575" y="1609725"/>
                </a:lnTo>
                <a:lnTo>
                  <a:pt x="1171575" y="1619250"/>
                </a:lnTo>
                <a:lnTo>
                  <a:pt x="1152525" y="1619250"/>
                </a:lnTo>
                <a:lnTo>
                  <a:pt x="1152525" y="1609725"/>
                </a:lnTo>
                <a:lnTo>
                  <a:pt x="1123950" y="1609725"/>
                </a:lnTo>
                <a:lnTo>
                  <a:pt x="1123950" y="1619250"/>
                </a:lnTo>
                <a:lnTo>
                  <a:pt x="1076325" y="1619250"/>
                </a:lnTo>
                <a:lnTo>
                  <a:pt x="1076325" y="1609725"/>
                </a:lnTo>
                <a:lnTo>
                  <a:pt x="1066800" y="1609725"/>
                </a:lnTo>
                <a:close/>
                <a:moveTo>
                  <a:pt x="190500" y="1600200"/>
                </a:moveTo>
                <a:lnTo>
                  <a:pt x="200025" y="1600200"/>
                </a:lnTo>
                <a:lnTo>
                  <a:pt x="200025" y="1609725"/>
                </a:lnTo>
                <a:lnTo>
                  <a:pt x="209550" y="1609725"/>
                </a:lnTo>
                <a:lnTo>
                  <a:pt x="209550" y="1600200"/>
                </a:lnTo>
                <a:lnTo>
                  <a:pt x="219075" y="1600200"/>
                </a:lnTo>
                <a:lnTo>
                  <a:pt x="219075" y="1609725"/>
                </a:lnTo>
                <a:lnTo>
                  <a:pt x="228600" y="1609725"/>
                </a:lnTo>
                <a:lnTo>
                  <a:pt x="228600" y="1657350"/>
                </a:lnTo>
                <a:lnTo>
                  <a:pt x="219075" y="1657350"/>
                </a:lnTo>
                <a:lnTo>
                  <a:pt x="219075" y="1666875"/>
                </a:lnTo>
                <a:lnTo>
                  <a:pt x="209550" y="1666875"/>
                </a:lnTo>
                <a:lnTo>
                  <a:pt x="209550" y="1657350"/>
                </a:lnTo>
                <a:lnTo>
                  <a:pt x="200025" y="1657350"/>
                </a:lnTo>
                <a:lnTo>
                  <a:pt x="200025" y="1666875"/>
                </a:lnTo>
                <a:lnTo>
                  <a:pt x="190500" y="1666875"/>
                </a:lnTo>
                <a:lnTo>
                  <a:pt x="190500" y="1657350"/>
                </a:lnTo>
                <a:lnTo>
                  <a:pt x="180975" y="1657350"/>
                </a:lnTo>
                <a:lnTo>
                  <a:pt x="180975" y="1609725"/>
                </a:lnTo>
                <a:lnTo>
                  <a:pt x="190500" y="1609725"/>
                </a:lnTo>
                <a:close/>
                <a:moveTo>
                  <a:pt x="971550" y="1628775"/>
                </a:moveTo>
                <a:lnTo>
                  <a:pt x="1019175" y="1628775"/>
                </a:lnTo>
                <a:lnTo>
                  <a:pt x="1019175" y="1657350"/>
                </a:lnTo>
                <a:lnTo>
                  <a:pt x="971550" y="1657350"/>
                </a:lnTo>
                <a:close/>
                <a:moveTo>
                  <a:pt x="285750" y="1638300"/>
                </a:moveTo>
                <a:lnTo>
                  <a:pt x="295275" y="1638300"/>
                </a:lnTo>
                <a:lnTo>
                  <a:pt x="295275" y="1647825"/>
                </a:lnTo>
                <a:lnTo>
                  <a:pt x="285750" y="1647825"/>
                </a:lnTo>
                <a:close/>
                <a:moveTo>
                  <a:pt x="333375" y="1638300"/>
                </a:moveTo>
                <a:lnTo>
                  <a:pt x="361950" y="1638300"/>
                </a:lnTo>
                <a:lnTo>
                  <a:pt x="361950" y="1647825"/>
                </a:lnTo>
                <a:lnTo>
                  <a:pt x="333375" y="1647825"/>
                </a:lnTo>
                <a:close/>
                <a:moveTo>
                  <a:pt x="457200" y="1638300"/>
                </a:moveTo>
                <a:lnTo>
                  <a:pt x="485775" y="1638300"/>
                </a:lnTo>
                <a:lnTo>
                  <a:pt x="485775" y="1647825"/>
                </a:lnTo>
                <a:lnTo>
                  <a:pt x="457200" y="1647825"/>
                </a:lnTo>
                <a:close/>
                <a:moveTo>
                  <a:pt x="1076325" y="1638300"/>
                </a:moveTo>
                <a:lnTo>
                  <a:pt x="1085850" y="1638300"/>
                </a:lnTo>
                <a:lnTo>
                  <a:pt x="1085850" y="1647825"/>
                </a:lnTo>
                <a:lnTo>
                  <a:pt x="1076325" y="1647825"/>
                </a:lnTo>
                <a:close/>
                <a:moveTo>
                  <a:pt x="1123950" y="1638300"/>
                </a:moveTo>
                <a:lnTo>
                  <a:pt x="1133475" y="1638300"/>
                </a:lnTo>
                <a:lnTo>
                  <a:pt x="1133475" y="1647825"/>
                </a:lnTo>
                <a:lnTo>
                  <a:pt x="1123950" y="1647825"/>
                </a:lnTo>
                <a:close/>
                <a:moveTo>
                  <a:pt x="295275" y="1647825"/>
                </a:moveTo>
                <a:lnTo>
                  <a:pt x="304800" y="1647825"/>
                </a:lnTo>
                <a:lnTo>
                  <a:pt x="304800" y="1657350"/>
                </a:lnTo>
                <a:lnTo>
                  <a:pt x="295275" y="1657350"/>
                </a:lnTo>
                <a:close/>
                <a:moveTo>
                  <a:pt x="409575" y="1647825"/>
                </a:moveTo>
                <a:lnTo>
                  <a:pt x="419100" y="1647825"/>
                </a:lnTo>
                <a:lnTo>
                  <a:pt x="419100" y="1657350"/>
                </a:lnTo>
                <a:lnTo>
                  <a:pt x="409575" y="1657350"/>
                </a:lnTo>
                <a:close/>
                <a:moveTo>
                  <a:pt x="447675" y="1647825"/>
                </a:moveTo>
                <a:lnTo>
                  <a:pt x="457200" y="1647825"/>
                </a:lnTo>
                <a:lnTo>
                  <a:pt x="457200" y="1657350"/>
                </a:lnTo>
                <a:lnTo>
                  <a:pt x="447675" y="1657350"/>
                </a:lnTo>
                <a:close/>
                <a:moveTo>
                  <a:pt x="533400" y="1647825"/>
                </a:moveTo>
                <a:lnTo>
                  <a:pt x="542925" y="1647825"/>
                </a:lnTo>
                <a:lnTo>
                  <a:pt x="542925" y="1657350"/>
                </a:lnTo>
                <a:lnTo>
                  <a:pt x="533400" y="1657350"/>
                </a:lnTo>
                <a:close/>
                <a:moveTo>
                  <a:pt x="1066800" y="1647825"/>
                </a:moveTo>
                <a:lnTo>
                  <a:pt x="1076325" y="1647825"/>
                </a:lnTo>
                <a:lnTo>
                  <a:pt x="1076325" y="1676400"/>
                </a:lnTo>
                <a:lnTo>
                  <a:pt x="1066800" y="1676400"/>
                </a:lnTo>
                <a:close/>
                <a:moveTo>
                  <a:pt x="1085850" y="1647825"/>
                </a:moveTo>
                <a:lnTo>
                  <a:pt x="1095375" y="1647825"/>
                </a:lnTo>
                <a:lnTo>
                  <a:pt x="1095375" y="1657350"/>
                </a:lnTo>
                <a:lnTo>
                  <a:pt x="1085850" y="1657350"/>
                </a:lnTo>
                <a:close/>
                <a:moveTo>
                  <a:pt x="1114425" y="1647825"/>
                </a:moveTo>
                <a:lnTo>
                  <a:pt x="1123950" y="1647825"/>
                </a:lnTo>
                <a:lnTo>
                  <a:pt x="1123950" y="1657350"/>
                </a:lnTo>
                <a:lnTo>
                  <a:pt x="1114425" y="1657350"/>
                </a:lnTo>
                <a:close/>
                <a:moveTo>
                  <a:pt x="1143000" y="1647825"/>
                </a:moveTo>
                <a:lnTo>
                  <a:pt x="1152525" y="1647825"/>
                </a:lnTo>
                <a:lnTo>
                  <a:pt x="1152525" y="1657350"/>
                </a:lnTo>
                <a:lnTo>
                  <a:pt x="1143000" y="1657350"/>
                </a:lnTo>
                <a:close/>
                <a:moveTo>
                  <a:pt x="419100" y="1657350"/>
                </a:moveTo>
                <a:lnTo>
                  <a:pt x="428625" y="1657350"/>
                </a:lnTo>
                <a:lnTo>
                  <a:pt x="428625" y="1685925"/>
                </a:lnTo>
                <a:lnTo>
                  <a:pt x="419100" y="1685925"/>
                </a:lnTo>
                <a:close/>
                <a:moveTo>
                  <a:pt x="1095375" y="1657350"/>
                </a:moveTo>
                <a:lnTo>
                  <a:pt x="1114425" y="1657350"/>
                </a:lnTo>
                <a:lnTo>
                  <a:pt x="1114425" y="1666875"/>
                </a:lnTo>
                <a:lnTo>
                  <a:pt x="1104900" y="1666875"/>
                </a:lnTo>
                <a:lnTo>
                  <a:pt x="1104900" y="1676400"/>
                </a:lnTo>
                <a:lnTo>
                  <a:pt x="1095375" y="1676400"/>
                </a:lnTo>
                <a:close/>
                <a:moveTo>
                  <a:pt x="438150" y="1666875"/>
                </a:moveTo>
                <a:lnTo>
                  <a:pt x="457200" y="1666875"/>
                </a:lnTo>
                <a:lnTo>
                  <a:pt x="457200" y="1676400"/>
                </a:lnTo>
                <a:lnTo>
                  <a:pt x="476250" y="1676400"/>
                </a:lnTo>
                <a:lnTo>
                  <a:pt x="476250" y="1685925"/>
                </a:lnTo>
                <a:lnTo>
                  <a:pt x="438150" y="1685925"/>
                </a:lnTo>
                <a:close/>
                <a:moveTo>
                  <a:pt x="533400" y="1666875"/>
                </a:moveTo>
                <a:lnTo>
                  <a:pt x="542925" y="1666875"/>
                </a:lnTo>
                <a:lnTo>
                  <a:pt x="542925" y="1676400"/>
                </a:lnTo>
                <a:lnTo>
                  <a:pt x="533400" y="1676400"/>
                </a:lnTo>
                <a:close/>
                <a:moveTo>
                  <a:pt x="1143000" y="1666875"/>
                </a:moveTo>
                <a:lnTo>
                  <a:pt x="1152525" y="1666875"/>
                </a:lnTo>
                <a:lnTo>
                  <a:pt x="1152525" y="1676400"/>
                </a:lnTo>
                <a:lnTo>
                  <a:pt x="1143000" y="1676400"/>
                </a:lnTo>
                <a:close/>
                <a:moveTo>
                  <a:pt x="285750" y="1676400"/>
                </a:moveTo>
                <a:lnTo>
                  <a:pt x="295275" y="1676400"/>
                </a:lnTo>
                <a:lnTo>
                  <a:pt x="295275" y="1685925"/>
                </a:lnTo>
                <a:lnTo>
                  <a:pt x="285750" y="1685925"/>
                </a:lnTo>
                <a:close/>
                <a:moveTo>
                  <a:pt x="342900" y="1676400"/>
                </a:moveTo>
                <a:lnTo>
                  <a:pt x="361950" y="1676400"/>
                </a:lnTo>
                <a:lnTo>
                  <a:pt x="361950" y="1685925"/>
                </a:lnTo>
                <a:lnTo>
                  <a:pt x="342900" y="1685925"/>
                </a:lnTo>
                <a:close/>
                <a:moveTo>
                  <a:pt x="381000" y="1676400"/>
                </a:moveTo>
                <a:lnTo>
                  <a:pt x="390525" y="1676400"/>
                </a:lnTo>
                <a:lnTo>
                  <a:pt x="390525" y="1685925"/>
                </a:lnTo>
                <a:lnTo>
                  <a:pt x="381000" y="1685925"/>
                </a:lnTo>
                <a:close/>
                <a:moveTo>
                  <a:pt x="495300" y="1676400"/>
                </a:moveTo>
                <a:lnTo>
                  <a:pt x="514350" y="1676400"/>
                </a:lnTo>
                <a:lnTo>
                  <a:pt x="514350" y="1685925"/>
                </a:lnTo>
                <a:lnTo>
                  <a:pt x="495300" y="1685925"/>
                </a:lnTo>
                <a:close/>
                <a:moveTo>
                  <a:pt x="1076325" y="1676400"/>
                </a:moveTo>
                <a:lnTo>
                  <a:pt x="1085850" y="1676400"/>
                </a:lnTo>
                <a:lnTo>
                  <a:pt x="1085850" y="1685925"/>
                </a:lnTo>
                <a:lnTo>
                  <a:pt x="1076325" y="1685925"/>
                </a:lnTo>
                <a:close/>
                <a:moveTo>
                  <a:pt x="190500" y="1847850"/>
                </a:moveTo>
                <a:lnTo>
                  <a:pt x="209550" y="1847850"/>
                </a:lnTo>
                <a:lnTo>
                  <a:pt x="209550" y="1866900"/>
                </a:lnTo>
                <a:lnTo>
                  <a:pt x="200025" y="1866900"/>
                </a:lnTo>
                <a:lnTo>
                  <a:pt x="200025" y="1857375"/>
                </a:lnTo>
                <a:lnTo>
                  <a:pt x="190500" y="1857375"/>
                </a:lnTo>
                <a:close/>
                <a:moveTo>
                  <a:pt x="180975" y="1857375"/>
                </a:moveTo>
                <a:lnTo>
                  <a:pt x="190500" y="1857375"/>
                </a:lnTo>
                <a:lnTo>
                  <a:pt x="190500" y="1866900"/>
                </a:lnTo>
                <a:lnTo>
                  <a:pt x="180975" y="1866900"/>
                </a:lnTo>
                <a:close/>
                <a:moveTo>
                  <a:pt x="266700" y="1857375"/>
                </a:moveTo>
                <a:lnTo>
                  <a:pt x="295275" y="1857375"/>
                </a:lnTo>
                <a:lnTo>
                  <a:pt x="295275" y="1876425"/>
                </a:lnTo>
                <a:lnTo>
                  <a:pt x="285750" y="1876425"/>
                </a:lnTo>
                <a:lnTo>
                  <a:pt x="285750" y="1895475"/>
                </a:lnTo>
                <a:lnTo>
                  <a:pt x="276225" y="1895475"/>
                </a:lnTo>
                <a:lnTo>
                  <a:pt x="276225" y="1905000"/>
                </a:lnTo>
                <a:lnTo>
                  <a:pt x="200025" y="1905000"/>
                </a:lnTo>
                <a:lnTo>
                  <a:pt x="200025" y="1895475"/>
                </a:lnTo>
                <a:lnTo>
                  <a:pt x="228600" y="1895475"/>
                </a:lnTo>
                <a:lnTo>
                  <a:pt x="228600" y="1885950"/>
                </a:lnTo>
                <a:lnTo>
                  <a:pt x="238125" y="1885950"/>
                </a:lnTo>
                <a:lnTo>
                  <a:pt x="238125" y="1876425"/>
                </a:lnTo>
                <a:lnTo>
                  <a:pt x="228600" y="1876425"/>
                </a:lnTo>
                <a:lnTo>
                  <a:pt x="228600" y="1866900"/>
                </a:lnTo>
                <a:lnTo>
                  <a:pt x="266700" y="1866900"/>
                </a:lnTo>
                <a:close/>
                <a:moveTo>
                  <a:pt x="485775" y="1857375"/>
                </a:moveTo>
                <a:lnTo>
                  <a:pt x="504825" y="1857375"/>
                </a:lnTo>
                <a:lnTo>
                  <a:pt x="504825" y="1866900"/>
                </a:lnTo>
                <a:lnTo>
                  <a:pt x="542925" y="1866900"/>
                </a:lnTo>
                <a:lnTo>
                  <a:pt x="542925" y="1857375"/>
                </a:lnTo>
                <a:lnTo>
                  <a:pt x="571500" y="1857375"/>
                </a:lnTo>
                <a:lnTo>
                  <a:pt x="571500" y="1876425"/>
                </a:lnTo>
                <a:lnTo>
                  <a:pt x="495300" y="1876425"/>
                </a:lnTo>
                <a:lnTo>
                  <a:pt x="495300" y="1866900"/>
                </a:lnTo>
                <a:lnTo>
                  <a:pt x="485775" y="1866900"/>
                </a:lnTo>
                <a:close/>
                <a:moveTo>
                  <a:pt x="581025" y="1857375"/>
                </a:moveTo>
                <a:lnTo>
                  <a:pt x="600075" y="1857375"/>
                </a:lnTo>
                <a:lnTo>
                  <a:pt x="600075" y="1866900"/>
                </a:lnTo>
                <a:lnTo>
                  <a:pt x="581025" y="1866900"/>
                </a:lnTo>
                <a:close/>
                <a:moveTo>
                  <a:pt x="1790700" y="1857375"/>
                </a:moveTo>
                <a:lnTo>
                  <a:pt x="1800225" y="1857375"/>
                </a:lnTo>
                <a:lnTo>
                  <a:pt x="1800225" y="1866900"/>
                </a:lnTo>
                <a:lnTo>
                  <a:pt x="1838325" y="1866900"/>
                </a:lnTo>
                <a:lnTo>
                  <a:pt x="1838325" y="1885950"/>
                </a:lnTo>
                <a:lnTo>
                  <a:pt x="1800225" y="1885950"/>
                </a:lnTo>
                <a:lnTo>
                  <a:pt x="1800225" y="1895475"/>
                </a:lnTo>
                <a:lnTo>
                  <a:pt x="1790700" y="1895475"/>
                </a:lnTo>
                <a:close/>
                <a:moveTo>
                  <a:pt x="171450" y="1866900"/>
                </a:moveTo>
                <a:lnTo>
                  <a:pt x="180975" y="1866900"/>
                </a:lnTo>
                <a:lnTo>
                  <a:pt x="180975" y="1895475"/>
                </a:lnTo>
                <a:lnTo>
                  <a:pt x="161925" y="1895475"/>
                </a:lnTo>
                <a:lnTo>
                  <a:pt x="161925" y="1885950"/>
                </a:lnTo>
                <a:lnTo>
                  <a:pt x="171450" y="1885950"/>
                </a:lnTo>
                <a:close/>
                <a:moveTo>
                  <a:pt x="314325" y="1866900"/>
                </a:moveTo>
                <a:lnTo>
                  <a:pt x="342900" y="1866900"/>
                </a:lnTo>
                <a:lnTo>
                  <a:pt x="342900" y="1876425"/>
                </a:lnTo>
                <a:lnTo>
                  <a:pt x="314325" y="1876425"/>
                </a:lnTo>
                <a:close/>
                <a:moveTo>
                  <a:pt x="361950" y="1866900"/>
                </a:moveTo>
                <a:lnTo>
                  <a:pt x="409575" y="1866900"/>
                </a:lnTo>
                <a:lnTo>
                  <a:pt x="409575" y="1895475"/>
                </a:lnTo>
                <a:lnTo>
                  <a:pt x="400050" y="1895475"/>
                </a:lnTo>
                <a:lnTo>
                  <a:pt x="400050" y="1905000"/>
                </a:lnTo>
                <a:lnTo>
                  <a:pt x="352425" y="1905000"/>
                </a:lnTo>
                <a:lnTo>
                  <a:pt x="352425" y="1895475"/>
                </a:lnTo>
                <a:lnTo>
                  <a:pt x="371475" y="1895475"/>
                </a:lnTo>
                <a:lnTo>
                  <a:pt x="371475" y="1885950"/>
                </a:lnTo>
                <a:lnTo>
                  <a:pt x="390525" y="1885950"/>
                </a:lnTo>
                <a:lnTo>
                  <a:pt x="390525" y="1876425"/>
                </a:lnTo>
                <a:lnTo>
                  <a:pt x="361950" y="1876425"/>
                </a:lnTo>
                <a:close/>
                <a:moveTo>
                  <a:pt x="447675" y="1866900"/>
                </a:moveTo>
                <a:lnTo>
                  <a:pt x="476250" y="1866900"/>
                </a:lnTo>
                <a:lnTo>
                  <a:pt x="476250" y="1876425"/>
                </a:lnTo>
                <a:lnTo>
                  <a:pt x="447675" y="1876425"/>
                </a:lnTo>
                <a:close/>
                <a:moveTo>
                  <a:pt x="438150" y="1876425"/>
                </a:moveTo>
                <a:lnTo>
                  <a:pt x="447675" y="1876425"/>
                </a:lnTo>
                <a:lnTo>
                  <a:pt x="447675" y="1885950"/>
                </a:lnTo>
                <a:lnTo>
                  <a:pt x="476250" y="1885950"/>
                </a:lnTo>
                <a:lnTo>
                  <a:pt x="476250" y="1895475"/>
                </a:lnTo>
                <a:lnTo>
                  <a:pt x="438150" y="1895475"/>
                </a:lnTo>
                <a:close/>
                <a:moveTo>
                  <a:pt x="523875" y="1885950"/>
                </a:moveTo>
                <a:lnTo>
                  <a:pt x="542925" y="1885950"/>
                </a:lnTo>
                <a:lnTo>
                  <a:pt x="542925" y="1895475"/>
                </a:lnTo>
                <a:lnTo>
                  <a:pt x="533400" y="1895475"/>
                </a:lnTo>
                <a:lnTo>
                  <a:pt x="533400" y="1905000"/>
                </a:lnTo>
                <a:lnTo>
                  <a:pt x="514350" y="1905000"/>
                </a:lnTo>
                <a:lnTo>
                  <a:pt x="514350" y="1895475"/>
                </a:lnTo>
                <a:lnTo>
                  <a:pt x="523875" y="1895475"/>
                </a:lnTo>
                <a:close/>
                <a:moveTo>
                  <a:pt x="571500" y="1885950"/>
                </a:moveTo>
                <a:lnTo>
                  <a:pt x="600075" y="1885950"/>
                </a:lnTo>
                <a:lnTo>
                  <a:pt x="600075" y="1895475"/>
                </a:lnTo>
                <a:lnTo>
                  <a:pt x="609600" y="1895475"/>
                </a:lnTo>
                <a:lnTo>
                  <a:pt x="609600" y="1885950"/>
                </a:lnTo>
                <a:lnTo>
                  <a:pt x="619125" y="1885950"/>
                </a:lnTo>
                <a:lnTo>
                  <a:pt x="619125" y="1895475"/>
                </a:lnTo>
                <a:lnTo>
                  <a:pt x="628650" y="1895475"/>
                </a:lnTo>
                <a:lnTo>
                  <a:pt x="628650" y="1885950"/>
                </a:lnTo>
                <a:lnTo>
                  <a:pt x="647700" y="1885950"/>
                </a:lnTo>
                <a:lnTo>
                  <a:pt x="647700" y="1895475"/>
                </a:lnTo>
                <a:lnTo>
                  <a:pt x="638175" y="1895475"/>
                </a:lnTo>
                <a:lnTo>
                  <a:pt x="638175" y="1905000"/>
                </a:lnTo>
                <a:lnTo>
                  <a:pt x="542925" y="1905000"/>
                </a:lnTo>
                <a:lnTo>
                  <a:pt x="542925" y="1895475"/>
                </a:lnTo>
                <a:lnTo>
                  <a:pt x="571500" y="1895475"/>
                </a:lnTo>
                <a:close/>
                <a:moveTo>
                  <a:pt x="285750" y="1895475"/>
                </a:moveTo>
                <a:lnTo>
                  <a:pt x="314325" y="1895475"/>
                </a:lnTo>
                <a:lnTo>
                  <a:pt x="314325" y="1905000"/>
                </a:lnTo>
                <a:lnTo>
                  <a:pt x="285750" y="1905000"/>
                </a:lnTo>
                <a:close/>
                <a:moveTo>
                  <a:pt x="476250" y="1895475"/>
                </a:moveTo>
                <a:lnTo>
                  <a:pt x="485775" y="1895475"/>
                </a:lnTo>
                <a:lnTo>
                  <a:pt x="485775" y="1905000"/>
                </a:lnTo>
                <a:lnTo>
                  <a:pt x="476250" y="1905000"/>
                </a:lnTo>
                <a:close/>
                <a:moveTo>
                  <a:pt x="495300" y="1905000"/>
                </a:moveTo>
                <a:lnTo>
                  <a:pt x="514350" y="1905000"/>
                </a:lnTo>
                <a:lnTo>
                  <a:pt x="514350" y="1914525"/>
                </a:lnTo>
                <a:lnTo>
                  <a:pt x="495300" y="1914525"/>
                </a:lnTo>
                <a:close/>
                <a:moveTo>
                  <a:pt x="247650" y="2066925"/>
                </a:moveTo>
                <a:lnTo>
                  <a:pt x="304800" y="2066925"/>
                </a:lnTo>
                <a:lnTo>
                  <a:pt x="304800" y="2076450"/>
                </a:lnTo>
                <a:lnTo>
                  <a:pt x="314325" y="2076450"/>
                </a:lnTo>
                <a:lnTo>
                  <a:pt x="314325" y="2095500"/>
                </a:lnTo>
                <a:lnTo>
                  <a:pt x="304800" y="2095500"/>
                </a:lnTo>
                <a:lnTo>
                  <a:pt x="304800" y="2085975"/>
                </a:lnTo>
                <a:lnTo>
                  <a:pt x="285750" y="2085975"/>
                </a:lnTo>
                <a:lnTo>
                  <a:pt x="285750" y="2105025"/>
                </a:lnTo>
                <a:lnTo>
                  <a:pt x="266700" y="2105025"/>
                </a:lnTo>
                <a:lnTo>
                  <a:pt x="266700" y="2076450"/>
                </a:lnTo>
                <a:lnTo>
                  <a:pt x="247650" y="2076450"/>
                </a:lnTo>
                <a:close/>
                <a:moveTo>
                  <a:pt x="238125" y="2076450"/>
                </a:moveTo>
                <a:lnTo>
                  <a:pt x="247650" y="2076450"/>
                </a:lnTo>
                <a:lnTo>
                  <a:pt x="247650" y="2085975"/>
                </a:lnTo>
                <a:lnTo>
                  <a:pt x="238125" y="2085975"/>
                </a:lnTo>
                <a:close/>
                <a:moveTo>
                  <a:pt x="390525" y="2076450"/>
                </a:moveTo>
                <a:lnTo>
                  <a:pt x="419100" y="2076450"/>
                </a:lnTo>
                <a:lnTo>
                  <a:pt x="419100" y="2085975"/>
                </a:lnTo>
                <a:lnTo>
                  <a:pt x="390525" y="2085975"/>
                </a:lnTo>
                <a:close/>
                <a:moveTo>
                  <a:pt x="609600" y="2076450"/>
                </a:moveTo>
                <a:lnTo>
                  <a:pt x="628650" y="2076450"/>
                </a:lnTo>
                <a:lnTo>
                  <a:pt x="628650" y="2085975"/>
                </a:lnTo>
                <a:lnTo>
                  <a:pt x="609600" y="2085975"/>
                </a:lnTo>
                <a:close/>
                <a:moveTo>
                  <a:pt x="723900" y="2076450"/>
                </a:moveTo>
                <a:lnTo>
                  <a:pt x="742950" y="2076450"/>
                </a:lnTo>
                <a:lnTo>
                  <a:pt x="742950" y="2085975"/>
                </a:lnTo>
                <a:lnTo>
                  <a:pt x="723900" y="2085975"/>
                </a:lnTo>
                <a:close/>
                <a:moveTo>
                  <a:pt x="438150" y="2085975"/>
                </a:moveTo>
                <a:lnTo>
                  <a:pt x="466725" y="2085975"/>
                </a:lnTo>
                <a:lnTo>
                  <a:pt x="466725" y="2095500"/>
                </a:lnTo>
                <a:lnTo>
                  <a:pt x="438150" y="2095500"/>
                </a:lnTo>
                <a:close/>
                <a:moveTo>
                  <a:pt x="504825" y="2085975"/>
                </a:moveTo>
                <a:lnTo>
                  <a:pt x="561975" y="2085975"/>
                </a:lnTo>
                <a:lnTo>
                  <a:pt x="561975" y="2095500"/>
                </a:lnTo>
                <a:lnTo>
                  <a:pt x="504825" y="2095500"/>
                </a:lnTo>
                <a:close/>
                <a:moveTo>
                  <a:pt x="666750" y="2085975"/>
                </a:moveTo>
                <a:lnTo>
                  <a:pt x="695325" y="2085975"/>
                </a:lnTo>
                <a:lnTo>
                  <a:pt x="695325" y="2095500"/>
                </a:lnTo>
                <a:lnTo>
                  <a:pt x="666750" y="2095500"/>
                </a:lnTo>
                <a:close/>
                <a:moveTo>
                  <a:pt x="704850" y="2085975"/>
                </a:moveTo>
                <a:lnTo>
                  <a:pt x="714375" y="2085975"/>
                </a:lnTo>
                <a:lnTo>
                  <a:pt x="714375" y="2114550"/>
                </a:lnTo>
                <a:lnTo>
                  <a:pt x="704850" y="2114550"/>
                </a:lnTo>
                <a:close/>
                <a:moveTo>
                  <a:pt x="752475" y="2085975"/>
                </a:moveTo>
                <a:lnTo>
                  <a:pt x="762000" y="2085975"/>
                </a:lnTo>
                <a:lnTo>
                  <a:pt x="762000" y="2095500"/>
                </a:lnTo>
                <a:lnTo>
                  <a:pt x="752475" y="2095500"/>
                </a:lnTo>
                <a:close/>
                <a:moveTo>
                  <a:pt x="295275" y="2095500"/>
                </a:moveTo>
                <a:lnTo>
                  <a:pt x="304800" y="2095500"/>
                </a:lnTo>
                <a:lnTo>
                  <a:pt x="304800" y="2124075"/>
                </a:lnTo>
                <a:lnTo>
                  <a:pt x="295275" y="2124075"/>
                </a:lnTo>
                <a:close/>
                <a:moveTo>
                  <a:pt x="381000" y="2105025"/>
                </a:moveTo>
                <a:lnTo>
                  <a:pt x="390525" y="2105025"/>
                </a:lnTo>
                <a:lnTo>
                  <a:pt x="390525" y="2114550"/>
                </a:lnTo>
                <a:lnTo>
                  <a:pt x="381000" y="2114550"/>
                </a:lnTo>
                <a:close/>
                <a:moveTo>
                  <a:pt x="247650" y="2114550"/>
                </a:moveTo>
                <a:lnTo>
                  <a:pt x="257175" y="2114550"/>
                </a:lnTo>
                <a:lnTo>
                  <a:pt x="257175" y="2124075"/>
                </a:lnTo>
                <a:lnTo>
                  <a:pt x="247650" y="2124075"/>
                </a:lnTo>
                <a:close/>
                <a:moveTo>
                  <a:pt x="390525" y="2114550"/>
                </a:moveTo>
                <a:lnTo>
                  <a:pt x="419100" y="2114550"/>
                </a:lnTo>
                <a:lnTo>
                  <a:pt x="419100" y="2124075"/>
                </a:lnTo>
                <a:lnTo>
                  <a:pt x="390525" y="2124075"/>
                </a:lnTo>
                <a:close/>
                <a:moveTo>
                  <a:pt x="523875" y="2114550"/>
                </a:moveTo>
                <a:lnTo>
                  <a:pt x="552450" y="2114550"/>
                </a:lnTo>
                <a:lnTo>
                  <a:pt x="552450" y="2124075"/>
                </a:lnTo>
                <a:lnTo>
                  <a:pt x="523875" y="2124075"/>
                </a:lnTo>
                <a:close/>
                <a:moveTo>
                  <a:pt x="619125" y="2114550"/>
                </a:moveTo>
                <a:lnTo>
                  <a:pt x="628650" y="2114550"/>
                </a:lnTo>
                <a:lnTo>
                  <a:pt x="628650" y="2124075"/>
                </a:lnTo>
                <a:lnTo>
                  <a:pt x="619125" y="2124075"/>
                </a:lnTo>
                <a:close/>
                <a:moveTo>
                  <a:pt x="666750" y="2114550"/>
                </a:moveTo>
                <a:lnTo>
                  <a:pt x="685800" y="2114550"/>
                </a:lnTo>
                <a:lnTo>
                  <a:pt x="685800" y="2124075"/>
                </a:lnTo>
                <a:lnTo>
                  <a:pt x="666750" y="2124075"/>
                </a:lnTo>
                <a:close/>
                <a:moveTo>
                  <a:pt x="714375" y="2114550"/>
                </a:moveTo>
                <a:lnTo>
                  <a:pt x="762000" y="2114550"/>
                </a:lnTo>
                <a:lnTo>
                  <a:pt x="762000" y="2124075"/>
                </a:lnTo>
                <a:lnTo>
                  <a:pt x="714375" y="2124075"/>
                </a:lnTo>
                <a:close/>
                <a:moveTo>
                  <a:pt x="771525" y="2114550"/>
                </a:moveTo>
                <a:lnTo>
                  <a:pt x="781050" y="2114550"/>
                </a:lnTo>
                <a:lnTo>
                  <a:pt x="781050" y="2124075"/>
                </a:lnTo>
                <a:lnTo>
                  <a:pt x="771525" y="2124075"/>
                </a:lnTo>
                <a:close/>
                <a:moveTo>
                  <a:pt x="257175" y="2124075"/>
                </a:moveTo>
                <a:lnTo>
                  <a:pt x="295275" y="2124075"/>
                </a:lnTo>
                <a:lnTo>
                  <a:pt x="295275" y="2133600"/>
                </a:lnTo>
                <a:lnTo>
                  <a:pt x="257175" y="2133600"/>
                </a:lnTo>
                <a:close/>
                <a:moveTo>
                  <a:pt x="247650" y="2314575"/>
                </a:moveTo>
                <a:lnTo>
                  <a:pt x="257175" y="2314575"/>
                </a:lnTo>
                <a:lnTo>
                  <a:pt x="257175" y="2324100"/>
                </a:lnTo>
                <a:lnTo>
                  <a:pt x="247650" y="2324100"/>
                </a:lnTo>
                <a:close/>
                <a:moveTo>
                  <a:pt x="238125" y="2324100"/>
                </a:moveTo>
                <a:lnTo>
                  <a:pt x="247650" y="2324100"/>
                </a:lnTo>
                <a:lnTo>
                  <a:pt x="247650" y="2381250"/>
                </a:lnTo>
                <a:lnTo>
                  <a:pt x="238125" y="2381250"/>
                </a:lnTo>
                <a:close/>
                <a:moveTo>
                  <a:pt x="295275" y="2324100"/>
                </a:moveTo>
                <a:lnTo>
                  <a:pt x="304800" y="2324100"/>
                </a:lnTo>
                <a:lnTo>
                  <a:pt x="304800" y="2352675"/>
                </a:lnTo>
                <a:lnTo>
                  <a:pt x="295275" y="2352675"/>
                </a:lnTo>
                <a:close/>
                <a:moveTo>
                  <a:pt x="1028700" y="2324100"/>
                </a:moveTo>
                <a:lnTo>
                  <a:pt x="1047750" y="2324100"/>
                </a:lnTo>
                <a:lnTo>
                  <a:pt x="1047750" y="2333625"/>
                </a:lnTo>
                <a:lnTo>
                  <a:pt x="1028700" y="2333625"/>
                </a:lnTo>
                <a:close/>
                <a:moveTo>
                  <a:pt x="1152525" y="2324100"/>
                </a:moveTo>
                <a:lnTo>
                  <a:pt x="1171575" y="2324100"/>
                </a:lnTo>
                <a:lnTo>
                  <a:pt x="1171575" y="2333625"/>
                </a:lnTo>
                <a:lnTo>
                  <a:pt x="1190625" y="2333625"/>
                </a:lnTo>
                <a:lnTo>
                  <a:pt x="1190625" y="2352675"/>
                </a:lnTo>
                <a:lnTo>
                  <a:pt x="1171575" y="2352675"/>
                </a:lnTo>
                <a:lnTo>
                  <a:pt x="1171575" y="2362200"/>
                </a:lnTo>
                <a:lnTo>
                  <a:pt x="1209675" y="2362200"/>
                </a:lnTo>
                <a:lnTo>
                  <a:pt x="1209675" y="2371725"/>
                </a:lnTo>
                <a:lnTo>
                  <a:pt x="1143000" y="2371725"/>
                </a:lnTo>
                <a:lnTo>
                  <a:pt x="1143000" y="2333625"/>
                </a:lnTo>
                <a:lnTo>
                  <a:pt x="1152525" y="2333625"/>
                </a:lnTo>
                <a:close/>
                <a:moveTo>
                  <a:pt x="381000" y="2333625"/>
                </a:moveTo>
                <a:lnTo>
                  <a:pt x="485775" y="2333625"/>
                </a:lnTo>
                <a:lnTo>
                  <a:pt x="485775" y="2343150"/>
                </a:lnTo>
                <a:lnTo>
                  <a:pt x="476250" y="2343150"/>
                </a:lnTo>
                <a:lnTo>
                  <a:pt x="476250" y="2352675"/>
                </a:lnTo>
                <a:lnTo>
                  <a:pt x="466725" y="2352675"/>
                </a:lnTo>
                <a:lnTo>
                  <a:pt x="466725" y="2343150"/>
                </a:lnTo>
                <a:lnTo>
                  <a:pt x="457200" y="2343150"/>
                </a:lnTo>
                <a:lnTo>
                  <a:pt x="457200" y="2352675"/>
                </a:lnTo>
                <a:lnTo>
                  <a:pt x="447675" y="2352675"/>
                </a:lnTo>
                <a:lnTo>
                  <a:pt x="447675" y="2343150"/>
                </a:lnTo>
                <a:lnTo>
                  <a:pt x="428625" y="2343150"/>
                </a:lnTo>
                <a:lnTo>
                  <a:pt x="428625" y="2352675"/>
                </a:lnTo>
                <a:lnTo>
                  <a:pt x="419100" y="2352675"/>
                </a:lnTo>
                <a:lnTo>
                  <a:pt x="419100" y="2362200"/>
                </a:lnTo>
                <a:lnTo>
                  <a:pt x="428625" y="2362200"/>
                </a:lnTo>
                <a:lnTo>
                  <a:pt x="428625" y="2371725"/>
                </a:lnTo>
                <a:lnTo>
                  <a:pt x="419100" y="2371725"/>
                </a:lnTo>
                <a:lnTo>
                  <a:pt x="419100" y="2381250"/>
                </a:lnTo>
                <a:lnTo>
                  <a:pt x="390525" y="2381250"/>
                </a:lnTo>
                <a:lnTo>
                  <a:pt x="390525" y="2371725"/>
                </a:lnTo>
                <a:lnTo>
                  <a:pt x="381000" y="2371725"/>
                </a:lnTo>
                <a:close/>
                <a:moveTo>
                  <a:pt x="1009650" y="2333625"/>
                </a:moveTo>
                <a:lnTo>
                  <a:pt x="1019175" y="2333625"/>
                </a:lnTo>
                <a:lnTo>
                  <a:pt x="1019175" y="2352675"/>
                </a:lnTo>
                <a:lnTo>
                  <a:pt x="1028700" y="2352675"/>
                </a:lnTo>
                <a:lnTo>
                  <a:pt x="1028700" y="2343150"/>
                </a:lnTo>
                <a:lnTo>
                  <a:pt x="1047750" y="2343150"/>
                </a:lnTo>
                <a:lnTo>
                  <a:pt x="1047750" y="2333625"/>
                </a:lnTo>
                <a:lnTo>
                  <a:pt x="1057275" y="2333625"/>
                </a:lnTo>
                <a:lnTo>
                  <a:pt x="1057275" y="2343150"/>
                </a:lnTo>
                <a:lnTo>
                  <a:pt x="1076325" y="2343150"/>
                </a:lnTo>
                <a:lnTo>
                  <a:pt x="1076325" y="2362200"/>
                </a:lnTo>
                <a:lnTo>
                  <a:pt x="1066800" y="2362200"/>
                </a:lnTo>
                <a:lnTo>
                  <a:pt x="1066800" y="2371725"/>
                </a:lnTo>
                <a:lnTo>
                  <a:pt x="1057275" y="2371725"/>
                </a:lnTo>
                <a:lnTo>
                  <a:pt x="1057275" y="2381250"/>
                </a:lnTo>
                <a:lnTo>
                  <a:pt x="1019175" y="2381250"/>
                </a:lnTo>
                <a:lnTo>
                  <a:pt x="1019175" y="2371725"/>
                </a:lnTo>
                <a:lnTo>
                  <a:pt x="1009650" y="2371725"/>
                </a:lnTo>
                <a:lnTo>
                  <a:pt x="1009650" y="2362200"/>
                </a:lnTo>
                <a:lnTo>
                  <a:pt x="1000125" y="2362200"/>
                </a:lnTo>
                <a:lnTo>
                  <a:pt x="1000125" y="2343150"/>
                </a:lnTo>
                <a:lnTo>
                  <a:pt x="1009650" y="2343150"/>
                </a:lnTo>
                <a:close/>
                <a:moveTo>
                  <a:pt x="1219200" y="2333625"/>
                </a:moveTo>
                <a:lnTo>
                  <a:pt x="1285875" y="2333625"/>
                </a:lnTo>
                <a:lnTo>
                  <a:pt x="1285875" y="2343150"/>
                </a:lnTo>
                <a:lnTo>
                  <a:pt x="1276350" y="2343150"/>
                </a:lnTo>
                <a:lnTo>
                  <a:pt x="1276350" y="2352675"/>
                </a:lnTo>
                <a:lnTo>
                  <a:pt x="1266825" y="2352675"/>
                </a:lnTo>
                <a:lnTo>
                  <a:pt x="1266825" y="2343150"/>
                </a:lnTo>
                <a:lnTo>
                  <a:pt x="1219200" y="2343150"/>
                </a:lnTo>
                <a:close/>
                <a:moveTo>
                  <a:pt x="1304925" y="2333625"/>
                </a:moveTo>
                <a:lnTo>
                  <a:pt x="1343025" y="2333625"/>
                </a:lnTo>
                <a:lnTo>
                  <a:pt x="1343025" y="2343150"/>
                </a:lnTo>
                <a:lnTo>
                  <a:pt x="1352550" y="2343150"/>
                </a:lnTo>
                <a:lnTo>
                  <a:pt x="1352550" y="2362200"/>
                </a:lnTo>
                <a:lnTo>
                  <a:pt x="1343025" y="2362200"/>
                </a:lnTo>
                <a:lnTo>
                  <a:pt x="1343025" y="2352675"/>
                </a:lnTo>
                <a:lnTo>
                  <a:pt x="1323975" y="2352675"/>
                </a:lnTo>
                <a:lnTo>
                  <a:pt x="1323975" y="2362200"/>
                </a:lnTo>
                <a:lnTo>
                  <a:pt x="1343025" y="2362200"/>
                </a:lnTo>
                <a:lnTo>
                  <a:pt x="1343025" y="2371725"/>
                </a:lnTo>
                <a:lnTo>
                  <a:pt x="1295400" y="2371725"/>
                </a:lnTo>
                <a:lnTo>
                  <a:pt x="1295400" y="2362200"/>
                </a:lnTo>
                <a:lnTo>
                  <a:pt x="1304925" y="2362200"/>
                </a:lnTo>
                <a:close/>
                <a:moveTo>
                  <a:pt x="485775" y="2343150"/>
                </a:moveTo>
                <a:lnTo>
                  <a:pt x="495300" y="2343150"/>
                </a:lnTo>
                <a:lnTo>
                  <a:pt x="495300" y="2352675"/>
                </a:lnTo>
                <a:lnTo>
                  <a:pt x="485775" y="2352675"/>
                </a:lnTo>
                <a:close/>
                <a:moveTo>
                  <a:pt x="390525" y="2362200"/>
                </a:moveTo>
                <a:lnTo>
                  <a:pt x="400050" y="2362200"/>
                </a:lnTo>
                <a:lnTo>
                  <a:pt x="400050" y="2343150"/>
                </a:lnTo>
                <a:lnTo>
                  <a:pt x="390525" y="2343150"/>
                </a:lnTo>
                <a:close/>
                <a:moveTo>
                  <a:pt x="447675" y="2362200"/>
                </a:moveTo>
                <a:lnTo>
                  <a:pt x="457200" y="2362200"/>
                </a:lnTo>
                <a:lnTo>
                  <a:pt x="457200" y="2371725"/>
                </a:lnTo>
                <a:lnTo>
                  <a:pt x="466725" y="2371725"/>
                </a:lnTo>
                <a:lnTo>
                  <a:pt x="466725" y="2362200"/>
                </a:lnTo>
                <a:lnTo>
                  <a:pt x="476250" y="2362200"/>
                </a:lnTo>
                <a:lnTo>
                  <a:pt x="476250" y="2381250"/>
                </a:lnTo>
                <a:lnTo>
                  <a:pt x="428625" y="2381250"/>
                </a:lnTo>
                <a:lnTo>
                  <a:pt x="428625" y="2371725"/>
                </a:lnTo>
                <a:lnTo>
                  <a:pt x="447675" y="2371725"/>
                </a:lnTo>
                <a:close/>
                <a:moveTo>
                  <a:pt x="485775" y="2362200"/>
                </a:moveTo>
                <a:lnTo>
                  <a:pt x="495300" y="2362200"/>
                </a:lnTo>
                <a:lnTo>
                  <a:pt x="495300" y="2371725"/>
                </a:lnTo>
                <a:lnTo>
                  <a:pt x="485775" y="2371725"/>
                </a:lnTo>
                <a:close/>
                <a:moveTo>
                  <a:pt x="1152525" y="2362200"/>
                </a:moveTo>
                <a:lnTo>
                  <a:pt x="1162050" y="2362200"/>
                </a:lnTo>
                <a:lnTo>
                  <a:pt x="1162050" y="2333625"/>
                </a:lnTo>
                <a:lnTo>
                  <a:pt x="1152525" y="2333625"/>
                </a:lnTo>
                <a:close/>
                <a:moveTo>
                  <a:pt x="1247775" y="2362200"/>
                </a:moveTo>
                <a:lnTo>
                  <a:pt x="1257300" y="2362200"/>
                </a:lnTo>
                <a:lnTo>
                  <a:pt x="1257300" y="2371725"/>
                </a:lnTo>
                <a:lnTo>
                  <a:pt x="1247775" y="2371725"/>
                </a:lnTo>
                <a:close/>
                <a:moveTo>
                  <a:pt x="1257300" y="2371725"/>
                </a:moveTo>
                <a:lnTo>
                  <a:pt x="1276350" y="2371725"/>
                </a:lnTo>
                <a:lnTo>
                  <a:pt x="1276350" y="2381250"/>
                </a:lnTo>
                <a:lnTo>
                  <a:pt x="1257300" y="2381250"/>
                </a:lnTo>
                <a:close/>
                <a:moveTo>
                  <a:pt x="247650" y="2381250"/>
                </a:moveTo>
                <a:lnTo>
                  <a:pt x="257175" y="2381250"/>
                </a:lnTo>
                <a:lnTo>
                  <a:pt x="257175" y="2390775"/>
                </a:lnTo>
                <a:lnTo>
                  <a:pt x="247650" y="2390775"/>
                </a:lnTo>
                <a:close/>
                <a:moveTo>
                  <a:pt x="276225" y="2495550"/>
                </a:moveTo>
                <a:lnTo>
                  <a:pt x="333375" y="2495550"/>
                </a:lnTo>
                <a:lnTo>
                  <a:pt x="333375" y="2505075"/>
                </a:lnTo>
                <a:lnTo>
                  <a:pt x="295275" y="2505075"/>
                </a:lnTo>
                <a:lnTo>
                  <a:pt x="295275" y="2514600"/>
                </a:lnTo>
                <a:lnTo>
                  <a:pt x="285750" y="2514600"/>
                </a:lnTo>
                <a:lnTo>
                  <a:pt x="285750" y="2524125"/>
                </a:lnTo>
                <a:lnTo>
                  <a:pt x="276225" y="2524125"/>
                </a:lnTo>
                <a:lnTo>
                  <a:pt x="276225" y="2533650"/>
                </a:lnTo>
                <a:lnTo>
                  <a:pt x="266700" y="2533650"/>
                </a:lnTo>
                <a:lnTo>
                  <a:pt x="266700" y="2505075"/>
                </a:lnTo>
                <a:lnTo>
                  <a:pt x="276225" y="2505075"/>
                </a:lnTo>
                <a:close/>
                <a:moveTo>
                  <a:pt x="333375" y="2505075"/>
                </a:moveTo>
                <a:lnTo>
                  <a:pt x="342900" y="2505075"/>
                </a:lnTo>
                <a:lnTo>
                  <a:pt x="342900" y="2514600"/>
                </a:lnTo>
                <a:lnTo>
                  <a:pt x="333375" y="2514600"/>
                </a:lnTo>
                <a:close/>
                <a:moveTo>
                  <a:pt x="257175" y="2533650"/>
                </a:moveTo>
                <a:lnTo>
                  <a:pt x="266700" y="2533650"/>
                </a:lnTo>
                <a:lnTo>
                  <a:pt x="266700" y="2543175"/>
                </a:lnTo>
                <a:lnTo>
                  <a:pt x="257175" y="2543175"/>
                </a:lnTo>
                <a:close/>
                <a:moveTo>
                  <a:pt x="342900" y="2533650"/>
                </a:moveTo>
                <a:lnTo>
                  <a:pt x="352425" y="2533650"/>
                </a:lnTo>
                <a:lnTo>
                  <a:pt x="352425" y="2543175"/>
                </a:lnTo>
                <a:lnTo>
                  <a:pt x="342900" y="2543175"/>
                </a:lnTo>
                <a:close/>
                <a:moveTo>
                  <a:pt x="247650" y="2543175"/>
                </a:moveTo>
                <a:lnTo>
                  <a:pt x="257175" y="2543175"/>
                </a:lnTo>
                <a:lnTo>
                  <a:pt x="257175" y="2552700"/>
                </a:lnTo>
                <a:lnTo>
                  <a:pt x="247650" y="2552700"/>
                </a:lnTo>
                <a:close/>
                <a:moveTo>
                  <a:pt x="323850" y="2543175"/>
                </a:moveTo>
                <a:lnTo>
                  <a:pt x="342900" y="2543175"/>
                </a:lnTo>
                <a:lnTo>
                  <a:pt x="342900" y="2552700"/>
                </a:lnTo>
                <a:lnTo>
                  <a:pt x="323850" y="2552700"/>
                </a:lnTo>
                <a:close/>
                <a:moveTo>
                  <a:pt x="238125" y="2552700"/>
                </a:moveTo>
                <a:lnTo>
                  <a:pt x="247650" y="2552700"/>
                </a:lnTo>
                <a:lnTo>
                  <a:pt x="247650" y="2562225"/>
                </a:lnTo>
                <a:lnTo>
                  <a:pt x="238125" y="2562225"/>
                </a:lnTo>
                <a:close/>
                <a:moveTo>
                  <a:pt x="314325" y="2552700"/>
                </a:moveTo>
                <a:lnTo>
                  <a:pt x="323850" y="2552700"/>
                </a:lnTo>
                <a:lnTo>
                  <a:pt x="323850" y="2562225"/>
                </a:lnTo>
                <a:lnTo>
                  <a:pt x="314325" y="2562225"/>
                </a:lnTo>
                <a:close/>
                <a:moveTo>
                  <a:pt x="1333500" y="2552700"/>
                </a:moveTo>
                <a:lnTo>
                  <a:pt x="1362075" y="2552700"/>
                </a:lnTo>
                <a:lnTo>
                  <a:pt x="1362075" y="2562225"/>
                </a:lnTo>
                <a:lnTo>
                  <a:pt x="1343025" y="2562225"/>
                </a:lnTo>
                <a:lnTo>
                  <a:pt x="1343025" y="2571750"/>
                </a:lnTo>
                <a:lnTo>
                  <a:pt x="1314450" y="2571750"/>
                </a:lnTo>
                <a:lnTo>
                  <a:pt x="1314450" y="2562225"/>
                </a:lnTo>
                <a:lnTo>
                  <a:pt x="1333500" y="2562225"/>
                </a:lnTo>
                <a:close/>
                <a:moveTo>
                  <a:pt x="1457325" y="2552700"/>
                </a:moveTo>
                <a:lnTo>
                  <a:pt x="1466850" y="2552700"/>
                </a:lnTo>
                <a:lnTo>
                  <a:pt x="1466850" y="2562225"/>
                </a:lnTo>
                <a:lnTo>
                  <a:pt x="1476375" y="2562225"/>
                </a:lnTo>
                <a:lnTo>
                  <a:pt x="1476375" y="2590800"/>
                </a:lnTo>
                <a:lnTo>
                  <a:pt x="1466850" y="2590800"/>
                </a:lnTo>
                <a:lnTo>
                  <a:pt x="1466850" y="2571750"/>
                </a:lnTo>
                <a:lnTo>
                  <a:pt x="1447800" y="2571750"/>
                </a:lnTo>
                <a:lnTo>
                  <a:pt x="1447800" y="2562225"/>
                </a:lnTo>
                <a:lnTo>
                  <a:pt x="1457325" y="2562225"/>
                </a:lnTo>
                <a:close/>
                <a:moveTo>
                  <a:pt x="266700" y="2562225"/>
                </a:moveTo>
                <a:lnTo>
                  <a:pt x="285750" y="2562225"/>
                </a:lnTo>
                <a:lnTo>
                  <a:pt x="285750" y="2581275"/>
                </a:lnTo>
                <a:lnTo>
                  <a:pt x="276225" y="2581275"/>
                </a:lnTo>
                <a:lnTo>
                  <a:pt x="276225" y="2590800"/>
                </a:lnTo>
                <a:lnTo>
                  <a:pt x="266700" y="2590800"/>
                </a:lnTo>
                <a:lnTo>
                  <a:pt x="266700" y="2600325"/>
                </a:lnTo>
                <a:lnTo>
                  <a:pt x="276225" y="2600325"/>
                </a:lnTo>
                <a:lnTo>
                  <a:pt x="276225" y="2609850"/>
                </a:lnTo>
                <a:lnTo>
                  <a:pt x="285750" y="2609850"/>
                </a:lnTo>
                <a:lnTo>
                  <a:pt x="285750" y="2600325"/>
                </a:lnTo>
                <a:lnTo>
                  <a:pt x="295275" y="2600325"/>
                </a:lnTo>
                <a:lnTo>
                  <a:pt x="295275" y="2562225"/>
                </a:lnTo>
                <a:lnTo>
                  <a:pt x="314325" y="2562225"/>
                </a:lnTo>
                <a:lnTo>
                  <a:pt x="314325" y="2590800"/>
                </a:lnTo>
                <a:lnTo>
                  <a:pt x="304800" y="2590800"/>
                </a:lnTo>
                <a:lnTo>
                  <a:pt x="304800" y="2600325"/>
                </a:lnTo>
                <a:lnTo>
                  <a:pt x="295275" y="2600325"/>
                </a:lnTo>
                <a:lnTo>
                  <a:pt x="295275" y="2609850"/>
                </a:lnTo>
                <a:lnTo>
                  <a:pt x="285750" y="2609850"/>
                </a:lnTo>
                <a:lnTo>
                  <a:pt x="285750" y="2619375"/>
                </a:lnTo>
                <a:lnTo>
                  <a:pt x="257175" y="2619375"/>
                </a:lnTo>
                <a:lnTo>
                  <a:pt x="257175" y="2609850"/>
                </a:lnTo>
                <a:lnTo>
                  <a:pt x="247650" y="2609850"/>
                </a:lnTo>
                <a:lnTo>
                  <a:pt x="247650" y="2600325"/>
                </a:lnTo>
                <a:lnTo>
                  <a:pt x="238125" y="2600325"/>
                </a:lnTo>
                <a:lnTo>
                  <a:pt x="238125" y="2590800"/>
                </a:lnTo>
                <a:lnTo>
                  <a:pt x="228600" y="2590800"/>
                </a:lnTo>
                <a:lnTo>
                  <a:pt x="228600" y="2571750"/>
                </a:lnTo>
                <a:lnTo>
                  <a:pt x="238125" y="2571750"/>
                </a:lnTo>
                <a:lnTo>
                  <a:pt x="238125" y="2581275"/>
                </a:lnTo>
                <a:lnTo>
                  <a:pt x="257175" y="2581275"/>
                </a:lnTo>
                <a:lnTo>
                  <a:pt x="257175" y="2571750"/>
                </a:lnTo>
                <a:lnTo>
                  <a:pt x="266700" y="2571750"/>
                </a:lnTo>
                <a:close/>
                <a:moveTo>
                  <a:pt x="409575" y="2562225"/>
                </a:moveTo>
                <a:lnTo>
                  <a:pt x="419100" y="2562225"/>
                </a:lnTo>
                <a:lnTo>
                  <a:pt x="419100" y="2571750"/>
                </a:lnTo>
                <a:lnTo>
                  <a:pt x="409575" y="2571750"/>
                </a:lnTo>
                <a:close/>
                <a:moveTo>
                  <a:pt x="476250" y="2562225"/>
                </a:moveTo>
                <a:lnTo>
                  <a:pt x="485775" y="2562225"/>
                </a:lnTo>
                <a:lnTo>
                  <a:pt x="485775" y="2571750"/>
                </a:lnTo>
                <a:lnTo>
                  <a:pt x="476250" y="2571750"/>
                </a:lnTo>
                <a:close/>
                <a:moveTo>
                  <a:pt x="1019175" y="2562225"/>
                </a:moveTo>
                <a:lnTo>
                  <a:pt x="1038225" y="2562225"/>
                </a:lnTo>
                <a:lnTo>
                  <a:pt x="1038225" y="2571750"/>
                </a:lnTo>
                <a:lnTo>
                  <a:pt x="1057275" y="2571750"/>
                </a:lnTo>
                <a:lnTo>
                  <a:pt x="1057275" y="2562225"/>
                </a:lnTo>
                <a:lnTo>
                  <a:pt x="1066800" y="2562225"/>
                </a:lnTo>
                <a:lnTo>
                  <a:pt x="1066800" y="2581275"/>
                </a:lnTo>
                <a:lnTo>
                  <a:pt x="1057275" y="2581275"/>
                </a:lnTo>
                <a:lnTo>
                  <a:pt x="1057275" y="2590800"/>
                </a:lnTo>
                <a:lnTo>
                  <a:pt x="1019175" y="2590800"/>
                </a:lnTo>
                <a:lnTo>
                  <a:pt x="1019175" y="2600325"/>
                </a:lnTo>
                <a:lnTo>
                  <a:pt x="1009650" y="2600325"/>
                </a:lnTo>
                <a:lnTo>
                  <a:pt x="1009650" y="2590800"/>
                </a:lnTo>
                <a:lnTo>
                  <a:pt x="1000125" y="2590800"/>
                </a:lnTo>
                <a:lnTo>
                  <a:pt x="1000125" y="2581275"/>
                </a:lnTo>
                <a:lnTo>
                  <a:pt x="1009650" y="2581275"/>
                </a:lnTo>
                <a:lnTo>
                  <a:pt x="1009650" y="2571750"/>
                </a:lnTo>
                <a:lnTo>
                  <a:pt x="1019175" y="2571750"/>
                </a:lnTo>
                <a:close/>
                <a:moveTo>
                  <a:pt x="1143000" y="2562225"/>
                </a:moveTo>
                <a:lnTo>
                  <a:pt x="1152525" y="2562225"/>
                </a:lnTo>
                <a:lnTo>
                  <a:pt x="1152525" y="2571750"/>
                </a:lnTo>
                <a:lnTo>
                  <a:pt x="1143000" y="2571750"/>
                </a:lnTo>
                <a:close/>
                <a:moveTo>
                  <a:pt x="1228725" y="2562225"/>
                </a:moveTo>
                <a:lnTo>
                  <a:pt x="1257300" y="2562225"/>
                </a:lnTo>
                <a:lnTo>
                  <a:pt x="1257300" y="2571750"/>
                </a:lnTo>
                <a:lnTo>
                  <a:pt x="1228725" y="2571750"/>
                </a:lnTo>
                <a:close/>
                <a:moveTo>
                  <a:pt x="1285875" y="2562225"/>
                </a:moveTo>
                <a:lnTo>
                  <a:pt x="1295400" y="2562225"/>
                </a:lnTo>
                <a:lnTo>
                  <a:pt x="1295400" y="2571750"/>
                </a:lnTo>
                <a:lnTo>
                  <a:pt x="1285875" y="2571750"/>
                </a:lnTo>
                <a:close/>
                <a:moveTo>
                  <a:pt x="1371600" y="2562225"/>
                </a:moveTo>
                <a:lnTo>
                  <a:pt x="1390650" y="2562225"/>
                </a:lnTo>
                <a:lnTo>
                  <a:pt x="1390650" y="2571750"/>
                </a:lnTo>
                <a:lnTo>
                  <a:pt x="1371600" y="2571750"/>
                </a:lnTo>
                <a:close/>
                <a:moveTo>
                  <a:pt x="1409700" y="2562225"/>
                </a:moveTo>
                <a:lnTo>
                  <a:pt x="1419225" y="2562225"/>
                </a:lnTo>
                <a:lnTo>
                  <a:pt x="1419225" y="2571750"/>
                </a:lnTo>
                <a:lnTo>
                  <a:pt x="1409700" y="2571750"/>
                </a:lnTo>
                <a:close/>
                <a:moveTo>
                  <a:pt x="514350" y="2571750"/>
                </a:moveTo>
                <a:lnTo>
                  <a:pt x="533400" y="2571750"/>
                </a:lnTo>
                <a:lnTo>
                  <a:pt x="533400" y="2581275"/>
                </a:lnTo>
                <a:lnTo>
                  <a:pt x="514350" y="2581275"/>
                </a:lnTo>
                <a:close/>
                <a:moveTo>
                  <a:pt x="542925" y="2571750"/>
                </a:moveTo>
                <a:lnTo>
                  <a:pt x="581025" y="2571750"/>
                </a:lnTo>
                <a:lnTo>
                  <a:pt x="581025" y="2581275"/>
                </a:lnTo>
                <a:lnTo>
                  <a:pt x="542925" y="2581275"/>
                </a:lnTo>
                <a:close/>
                <a:moveTo>
                  <a:pt x="590550" y="2571750"/>
                </a:moveTo>
                <a:lnTo>
                  <a:pt x="600075" y="2571750"/>
                </a:lnTo>
                <a:lnTo>
                  <a:pt x="600075" y="2581275"/>
                </a:lnTo>
                <a:lnTo>
                  <a:pt x="590550" y="2581275"/>
                </a:lnTo>
                <a:close/>
                <a:moveTo>
                  <a:pt x="1266825" y="2571750"/>
                </a:moveTo>
                <a:lnTo>
                  <a:pt x="1276350" y="2571750"/>
                </a:lnTo>
                <a:lnTo>
                  <a:pt x="1276350" y="2581275"/>
                </a:lnTo>
                <a:lnTo>
                  <a:pt x="1266825" y="2581275"/>
                </a:lnTo>
                <a:close/>
                <a:moveTo>
                  <a:pt x="390525" y="2590800"/>
                </a:moveTo>
                <a:lnTo>
                  <a:pt x="419100" y="2590800"/>
                </a:lnTo>
                <a:lnTo>
                  <a:pt x="419100" y="2600325"/>
                </a:lnTo>
                <a:lnTo>
                  <a:pt x="390525" y="2600325"/>
                </a:lnTo>
                <a:close/>
                <a:moveTo>
                  <a:pt x="504825" y="2590800"/>
                </a:moveTo>
                <a:lnTo>
                  <a:pt x="514350" y="2590800"/>
                </a:lnTo>
                <a:lnTo>
                  <a:pt x="514350" y="2600325"/>
                </a:lnTo>
                <a:lnTo>
                  <a:pt x="504825" y="2600325"/>
                </a:lnTo>
                <a:close/>
                <a:moveTo>
                  <a:pt x="523875" y="2590800"/>
                </a:moveTo>
                <a:lnTo>
                  <a:pt x="533400" y="2590800"/>
                </a:lnTo>
                <a:lnTo>
                  <a:pt x="533400" y="2600325"/>
                </a:lnTo>
                <a:lnTo>
                  <a:pt x="523875" y="2600325"/>
                </a:lnTo>
                <a:close/>
                <a:moveTo>
                  <a:pt x="542925" y="2590800"/>
                </a:moveTo>
                <a:lnTo>
                  <a:pt x="552450" y="2590800"/>
                </a:lnTo>
                <a:lnTo>
                  <a:pt x="552450" y="2600325"/>
                </a:lnTo>
                <a:lnTo>
                  <a:pt x="542925" y="2600325"/>
                </a:lnTo>
                <a:close/>
                <a:moveTo>
                  <a:pt x="590550" y="2590800"/>
                </a:moveTo>
                <a:lnTo>
                  <a:pt x="600075" y="2590800"/>
                </a:lnTo>
                <a:lnTo>
                  <a:pt x="600075" y="2600325"/>
                </a:lnTo>
                <a:lnTo>
                  <a:pt x="590550" y="2600325"/>
                </a:lnTo>
                <a:close/>
                <a:moveTo>
                  <a:pt x="609600" y="2590800"/>
                </a:moveTo>
                <a:lnTo>
                  <a:pt x="619125" y="2590800"/>
                </a:lnTo>
                <a:lnTo>
                  <a:pt x="619125" y="2600325"/>
                </a:lnTo>
                <a:lnTo>
                  <a:pt x="609600" y="2600325"/>
                </a:lnTo>
                <a:close/>
                <a:moveTo>
                  <a:pt x="1209675" y="2590800"/>
                </a:moveTo>
                <a:lnTo>
                  <a:pt x="1238250" y="2590800"/>
                </a:lnTo>
                <a:lnTo>
                  <a:pt x="1238250" y="2600325"/>
                </a:lnTo>
                <a:lnTo>
                  <a:pt x="1209675" y="2600325"/>
                </a:lnTo>
                <a:close/>
                <a:moveTo>
                  <a:pt x="1247775" y="2590800"/>
                </a:moveTo>
                <a:lnTo>
                  <a:pt x="1276350" y="2590800"/>
                </a:lnTo>
                <a:lnTo>
                  <a:pt x="1276350" y="2600325"/>
                </a:lnTo>
                <a:lnTo>
                  <a:pt x="1247775" y="2600325"/>
                </a:lnTo>
                <a:close/>
                <a:moveTo>
                  <a:pt x="1314450" y="2590800"/>
                </a:moveTo>
                <a:lnTo>
                  <a:pt x="1323975" y="2590800"/>
                </a:lnTo>
                <a:lnTo>
                  <a:pt x="1323975" y="2600325"/>
                </a:lnTo>
                <a:lnTo>
                  <a:pt x="1314450" y="2600325"/>
                </a:lnTo>
                <a:close/>
                <a:moveTo>
                  <a:pt x="1438275" y="2590800"/>
                </a:moveTo>
                <a:lnTo>
                  <a:pt x="1466850" y="2590800"/>
                </a:lnTo>
                <a:lnTo>
                  <a:pt x="1466850" y="2600325"/>
                </a:lnTo>
                <a:lnTo>
                  <a:pt x="1438275" y="2600325"/>
                </a:lnTo>
                <a:close/>
                <a:moveTo>
                  <a:pt x="1371600" y="2800350"/>
                </a:moveTo>
                <a:lnTo>
                  <a:pt x="1381125" y="2800350"/>
                </a:lnTo>
                <a:lnTo>
                  <a:pt x="1381125" y="2809875"/>
                </a:lnTo>
                <a:lnTo>
                  <a:pt x="1371600" y="2809875"/>
                </a:lnTo>
                <a:close/>
                <a:moveTo>
                  <a:pt x="1438275" y="2800350"/>
                </a:moveTo>
                <a:lnTo>
                  <a:pt x="1447800" y="2800350"/>
                </a:lnTo>
                <a:lnTo>
                  <a:pt x="1447800" y="2809875"/>
                </a:lnTo>
                <a:lnTo>
                  <a:pt x="1466850" y="2809875"/>
                </a:lnTo>
                <a:lnTo>
                  <a:pt x="1466850" y="2800350"/>
                </a:lnTo>
                <a:lnTo>
                  <a:pt x="1543050" y="2800350"/>
                </a:lnTo>
                <a:lnTo>
                  <a:pt x="1543050" y="2809875"/>
                </a:lnTo>
                <a:lnTo>
                  <a:pt x="1581150" y="2809875"/>
                </a:lnTo>
                <a:lnTo>
                  <a:pt x="1581150" y="2800350"/>
                </a:lnTo>
                <a:lnTo>
                  <a:pt x="1590675" y="2800350"/>
                </a:lnTo>
                <a:lnTo>
                  <a:pt x="1590675" y="2809875"/>
                </a:lnTo>
                <a:lnTo>
                  <a:pt x="1609725" y="2809875"/>
                </a:lnTo>
                <a:lnTo>
                  <a:pt x="1609725" y="2828925"/>
                </a:lnTo>
                <a:lnTo>
                  <a:pt x="1543050" y="2828925"/>
                </a:lnTo>
                <a:lnTo>
                  <a:pt x="1543050" y="2838450"/>
                </a:lnTo>
                <a:lnTo>
                  <a:pt x="1514475" y="2838450"/>
                </a:lnTo>
                <a:lnTo>
                  <a:pt x="1514475" y="2828925"/>
                </a:lnTo>
                <a:lnTo>
                  <a:pt x="1495425" y="2828925"/>
                </a:lnTo>
                <a:lnTo>
                  <a:pt x="1495425" y="2838450"/>
                </a:lnTo>
                <a:lnTo>
                  <a:pt x="1466850" y="2838450"/>
                </a:lnTo>
                <a:lnTo>
                  <a:pt x="1466850" y="2828925"/>
                </a:lnTo>
                <a:lnTo>
                  <a:pt x="1438275" y="2828925"/>
                </a:lnTo>
                <a:lnTo>
                  <a:pt x="1438275" y="2819400"/>
                </a:lnTo>
                <a:lnTo>
                  <a:pt x="1428750" y="2819400"/>
                </a:lnTo>
                <a:lnTo>
                  <a:pt x="1428750" y="2809875"/>
                </a:lnTo>
                <a:lnTo>
                  <a:pt x="1438275" y="2809875"/>
                </a:lnTo>
                <a:close/>
                <a:moveTo>
                  <a:pt x="228600" y="2809875"/>
                </a:moveTo>
                <a:lnTo>
                  <a:pt x="247650" y="2809875"/>
                </a:lnTo>
                <a:lnTo>
                  <a:pt x="247650" y="2819400"/>
                </a:lnTo>
                <a:lnTo>
                  <a:pt x="257175" y="2819400"/>
                </a:lnTo>
                <a:lnTo>
                  <a:pt x="257175" y="2828925"/>
                </a:lnTo>
                <a:lnTo>
                  <a:pt x="238125" y="2828925"/>
                </a:lnTo>
                <a:lnTo>
                  <a:pt x="238125" y="2819400"/>
                </a:lnTo>
                <a:lnTo>
                  <a:pt x="228600" y="2819400"/>
                </a:lnTo>
                <a:close/>
                <a:moveTo>
                  <a:pt x="1400175" y="2809875"/>
                </a:moveTo>
                <a:lnTo>
                  <a:pt x="1409700" y="2809875"/>
                </a:lnTo>
                <a:lnTo>
                  <a:pt x="1409700" y="2828925"/>
                </a:lnTo>
                <a:lnTo>
                  <a:pt x="1400175" y="2828925"/>
                </a:lnTo>
                <a:close/>
                <a:moveTo>
                  <a:pt x="1790700" y="2809875"/>
                </a:moveTo>
                <a:lnTo>
                  <a:pt x="1800225" y="2809875"/>
                </a:lnTo>
                <a:lnTo>
                  <a:pt x="1800225" y="2819400"/>
                </a:lnTo>
                <a:lnTo>
                  <a:pt x="1819275" y="2819400"/>
                </a:lnTo>
                <a:lnTo>
                  <a:pt x="1819275" y="2838450"/>
                </a:lnTo>
                <a:lnTo>
                  <a:pt x="1800225" y="2838450"/>
                </a:lnTo>
                <a:lnTo>
                  <a:pt x="1800225" y="2847975"/>
                </a:lnTo>
                <a:lnTo>
                  <a:pt x="1790700" y="2847975"/>
                </a:lnTo>
                <a:close/>
                <a:moveTo>
                  <a:pt x="219075" y="2819400"/>
                </a:moveTo>
                <a:lnTo>
                  <a:pt x="228600" y="2819400"/>
                </a:lnTo>
                <a:lnTo>
                  <a:pt x="228600" y="2828925"/>
                </a:lnTo>
                <a:lnTo>
                  <a:pt x="219075" y="2828925"/>
                </a:lnTo>
                <a:close/>
                <a:moveTo>
                  <a:pt x="323850" y="2819400"/>
                </a:moveTo>
                <a:lnTo>
                  <a:pt x="333375" y="2819400"/>
                </a:lnTo>
                <a:lnTo>
                  <a:pt x="333375" y="2828925"/>
                </a:lnTo>
                <a:lnTo>
                  <a:pt x="323850" y="2828925"/>
                </a:lnTo>
                <a:close/>
                <a:moveTo>
                  <a:pt x="352425" y="2819400"/>
                </a:moveTo>
                <a:lnTo>
                  <a:pt x="361950" y="2819400"/>
                </a:lnTo>
                <a:lnTo>
                  <a:pt x="361950" y="2828925"/>
                </a:lnTo>
                <a:lnTo>
                  <a:pt x="352425" y="2828925"/>
                </a:lnTo>
                <a:close/>
                <a:moveTo>
                  <a:pt x="428625" y="2819400"/>
                </a:moveTo>
                <a:lnTo>
                  <a:pt x="466725" y="2819400"/>
                </a:lnTo>
                <a:lnTo>
                  <a:pt x="466725" y="2828925"/>
                </a:lnTo>
                <a:lnTo>
                  <a:pt x="428625" y="2828925"/>
                </a:lnTo>
                <a:close/>
                <a:moveTo>
                  <a:pt x="485775" y="2819400"/>
                </a:moveTo>
                <a:lnTo>
                  <a:pt x="495300" y="2819400"/>
                </a:lnTo>
                <a:lnTo>
                  <a:pt x="495300" y="2828925"/>
                </a:lnTo>
                <a:lnTo>
                  <a:pt x="485775" y="2828925"/>
                </a:lnTo>
                <a:close/>
                <a:moveTo>
                  <a:pt x="800100" y="2819400"/>
                </a:moveTo>
                <a:lnTo>
                  <a:pt x="828675" y="2819400"/>
                </a:lnTo>
                <a:lnTo>
                  <a:pt x="828675" y="2857500"/>
                </a:lnTo>
                <a:lnTo>
                  <a:pt x="819150" y="2857500"/>
                </a:lnTo>
                <a:lnTo>
                  <a:pt x="819150" y="2838450"/>
                </a:lnTo>
                <a:lnTo>
                  <a:pt x="809625" y="2838450"/>
                </a:lnTo>
                <a:lnTo>
                  <a:pt x="809625" y="2828925"/>
                </a:lnTo>
                <a:lnTo>
                  <a:pt x="800100" y="2828925"/>
                </a:lnTo>
                <a:close/>
                <a:moveTo>
                  <a:pt x="266700" y="2828925"/>
                </a:moveTo>
                <a:lnTo>
                  <a:pt x="276225" y="2828925"/>
                </a:lnTo>
                <a:lnTo>
                  <a:pt x="276225" y="2838450"/>
                </a:lnTo>
                <a:lnTo>
                  <a:pt x="266700" y="2838450"/>
                </a:lnTo>
                <a:close/>
                <a:moveTo>
                  <a:pt x="285750" y="2828925"/>
                </a:moveTo>
                <a:lnTo>
                  <a:pt x="295275" y="2828925"/>
                </a:lnTo>
                <a:lnTo>
                  <a:pt x="295275" y="2838450"/>
                </a:lnTo>
                <a:lnTo>
                  <a:pt x="285750" y="2838450"/>
                </a:lnTo>
                <a:close/>
                <a:moveTo>
                  <a:pt x="304800" y="2828925"/>
                </a:moveTo>
                <a:lnTo>
                  <a:pt x="314325" y="2828925"/>
                </a:lnTo>
                <a:lnTo>
                  <a:pt x="314325" y="2838450"/>
                </a:lnTo>
                <a:lnTo>
                  <a:pt x="304800" y="2838450"/>
                </a:lnTo>
                <a:close/>
                <a:moveTo>
                  <a:pt x="361950" y="2828925"/>
                </a:moveTo>
                <a:lnTo>
                  <a:pt x="390525" y="2828925"/>
                </a:lnTo>
                <a:lnTo>
                  <a:pt x="390525" y="2838450"/>
                </a:lnTo>
                <a:lnTo>
                  <a:pt x="361950" y="2838450"/>
                </a:lnTo>
                <a:close/>
                <a:moveTo>
                  <a:pt x="400050" y="2828925"/>
                </a:moveTo>
                <a:lnTo>
                  <a:pt x="428625" y="2828925"/>
                </a:lnTo>
                <a:lnTo>
                  <a:pt x="428625" y="2857500"/>
                </a:lnTo>
                <a:lnTo>
                  <a:pt x="447675" y="2857500"/>
                </a:lnTo>
                <a:lnTo>
                  <a:pt x="447675" y="2867025"/>
                </a:lnTo>
                <a:lnTo>
                  <a:pt x="419100" y="2867025"/>
                </a:lnTo>
                <a:lnTo>
                  <a:pt x="419100" y="2838450"/>
                </a:lnTo>
                <a:lnTo>
                  <a:pt x="400050" y="2838450"/>
                </a:lnTo>
                <a:close/>
                <a:moveTo>
                  <a:pt x="571500" y="2828925"/>
                </a:moveTo>
                <a:lnTo>
                  <a:pt x="600075" y="2828925"/>
                </a:lnTo>
                <a:lnTo>
                  <a:pt x="600075" y="2838450"/>
                </a:lnTo>
                <a:lnTo>
                  <a:pt x="571500" y="2838450"/>
                </a:lnTo>
                <a:close/>
                <a:moveTo>
                  <a:pt x="676275" y="2828925"/>
                </a:moveTo>
                <a:lnTo>
                  <a:pt x="704850" y="2828925"/>
                </a:lnTo>
                <a:lnTo>
                  <a:pt x="704850" y="2838450"/>
                </a:lnTo>
                <a:lnTo>
                  <a:pt x="676275" y="2838450"/>
                </a:lnTo>
                <a:close/>
                <a:moveTo>
                  <a:pt x="752475" y="2828925"/>
                </a:moveTo>
                <a:lnTo>
                  <a:pt x="781050" y="2828925"/>
                </a:lnTo>
                <a:lnTo>
                  <a:pt x="781050" y="2838450"/>
                </a:lnTo>
                <a:lnTo>
                  <a:pt x="752475" y="2838450"/>
                </a:lnTo>
                <a:close/>
                <a:moveTo>
                  <a:pt x="1381125" y="2828925"/>
                </a:moveTo>
                <a:lnTo>
                  <a:pt x="1400175" y="2828925"/>
                </a:lnTo>
                <a:lnTo>
                  <a:pt x="1400175" y="2838450"/>
                </a:lnTo>
                <a:lnTo>
                  <a:pt x="1381125" y="2838450"/>
                </a:lnTo>
                <a:close/>
                <a:moveTo>
                  <a:pt x="247650" y="2838450"/>
                </a:moveTo>
                <a:lnTo>
                  <a:pt x="257175" y="2838450"/>
                </a:lnTo>
                <a:lnTo>
                  <a:pt x="257175" y="2857500"/>
                </a:lnTo>
                <a:lnTo>
                  <a:pt x="247650" y="2857500"/>
                </a:lnTo>
                <a:close/>
                <a:moveTo>
                  <a:pt x="752475" y="2847975"/>
                </a:moveTo>
                <a:lnTo>
                  <a:pt x="762000" y="2847975"/>
                </a:lnTo>
                <a:lnTo>
                  <a:pt x="762000" y="2867025"/>
                </a:lnTo>
                <a:lnTo>
                  <a:pt x="733425" y="2867025"/>
                </a:lnTo>
                <a:lnTo>
                  <a:pt x="733425" y="2857500"/>
                </a:lnTo>
                <a:lnTo>
                  <a:pt x="752475" y="2857500"/>
                </a:lnTo>
                <a:close/>
                <a:moveTo>
                  <a:pt x="238125" y="2857500"/>
                </a:moveTo>
                <a:lnTo>
                  <a:pt x="247650" y="2857500"/>
                </a:lnTo>
                <a:lnTo>
                  <a:pt x="247650" y="2867025"/>
                </a:lnTo>
                <a:lnTo>
                  <a:pt x="238125" y="2867025"/>
                </a:lnTo>
                <a:close/>
                <a:moveTo>
                  <a:pt x="276225" y="2857500"/>
                </a:moveTo>
                <a:lnTo>
                  <a:pt x="304800" y="2857500"/>
                </a:lnTo>
                <a:lnTo>
                  <a:pt x="304800" y="2867025"/>
                </a:lnTo>
                <a:lnTo>
                  <a:pt x="276225" y="2867025"/>
                </a:lnTo>
                <a:close/>
                <a:moveTo>
                  <a:pt x="342900" y="2857500"/>
                </a:moveTo>
                <a:lnTo>
                  <a:pt x="352425" y="2857500"/>
                </a:lnTo>
                <a:lnTo>
                  <a:pt x="352425" y="2867025"/>
                </a:lnTo>
                <a:lnTo>
                  <a:pt x="342900" y="2867025"/>
                </a:lnTo>
                <a:close/>
                <a:moveTo>
                  <a:pt x="495300" y="2857500"/>
                </a:moveTo>
                <a:lnTo>
                  <a:pt x="523875" y="2857500"/>
                </a:lnTo>
                <a:lnTo>
                  <a:pt x="523875" y="2867025"/>
                </a:lnTo>
                <a:lnTo>
                  <a:pt x="495300" y="2867025"/>
                </a:lnTo>
                <a:close/>
                <a:moveTo>
                  <a:pt x="609600" y="2857500"/>
                </a:moveTo>
                <a:lnTo>
                  <a:pt x="638175" y="2857500"/>
                </a:lnTo>
                <a:lnTo>
                  <a:pt x="638175" y="2867025"/>
                </a:lnTo>
                <a:lnTo>
                  <a:pt x="609600" y="2867025"/>
                </a:lnTo>
                <a:close/>
                <a:moveTo>
                  <a:pt x="676275" y="2857500"/>
                </a:moveTo>
                <a:lnTo>
                  <a:pt x="685800" y="2857500"/>
                </a:lnTo>
                <a:lnTo>
                  <a:pt x="685800" y="2867025"/>
                </a:lnTo>
                <a:lnTo>
                  <a:pt x="676275" y="2867025"/>
                </a:lnTo>
                <a:close/>
                <a:moveTo>
                  <a:pt x="809625" y="2857500"/>
                </a:moveTo>
                <a:lnTo>
                  <a:pt x="819150" y="2857500"/>
                </a:lnTo>
                <a:lnTo>
                  <a:pt x="819150" y="2867025"/>
                </a:lnTo>
                <a:lnTo>
                  <a:pt x="809625" y="2867025"/>
                </a:lnTo>
                <a:close/>
                <a:moveTo>
                  <a:pt x="1390650" y="2867025"/>
                </a:moveTo>
                <a:lnTo>
                  <a:pt x="1409700" y="2867025"/>
                </a:lnTo>
                <a:lnTo>
                  <a:pt x="1409700" y="2876550"/>
                </a:lnTo>
                <a:lnTo>
                  <a:pt x="1419225" y="2876550"/>
                </a:lnTo>
                <a:lnTo>
                  <a:pt x="1419225" y="2886075"/>
                </a:lnTo>
                <a:lnTo>
                  <a:pt x="1409700" y="2886075"/>
                </a:lnTo>
                <a:lnTo>
                  <a:pt x="1409700" y="2895600"/>
                </a:lnTo>
                <a:lnTo>
                  <a:pt x="1390650" y="2895600"/>
                </a:lnTo>
                <a:lnTo>
                  <a:pt x="1390650" y="2886075"/>
                </a:lnTo>
                <a:lnTo>
                  <a:pt x="1381125" y="2886075"/>
                </a:lnTo>
                <a:lnTo>
                  <a:pt x="1381125" y="2876550"/>
                </a:lnTo>
                <a:lnTo>
                  <a:pt x="1390650" y="2876550"/>
                </a:lnTo>
                <a:close/>
                <a:moveTo>
                  <a:pt x="1447800" y="2867025"/>
                </a:moveTo>
                <a:lnTo>
                  <a:pt x="1495425" y="2867025"/>
                </a:lnTo>
                <a:lnTo>
                  <a:pt x="1495425" y="2876550"/>
                </a:lnTo>
                <a:lnTo>
                  <a:pt x="1552575" y="2876550"/>
                </a:lnTo>
                <a:lnTo>
                  <a:pt x="1552575" y="2867025"/>
                </a:lnTo>
                <a:lnTo>
                  <a:pt x="1562100" y="2867025"/>
                </a:lnTo>
                <a:lnTo>
                  <a:pt x="1562100" y="2876550"/>
                </a:lnTo>
                <a:lnTo>
                  <a:pt x="1600200" y="2876550"/>
                </a:lnTo>
                <a:lnTo>
                  <a:pt x="1600200" y="2895600"/>
                </a:lnTo>
                <a:lnTo>
                  <a:pt x="1495425" y="2895600"/>
                </a:lnTo>
                <a:lnTo>
                  <a:pt x="1495425" y="2905125"/>
                </a:lnTo>
                <a:lnTo>
                  <a:pt x="1457325" y="2905125"/>
                </a:lnTo>
                <a:lnTo>
                  <a:pt x="1457325" y="2895600"/>
                </a:lnTo>
                <a:lnTo>
                  <a:pt x="1447800" y="2895600"/>
                </a:lnTo>
                <a:lnTo>
                  <a:pt x="1447800" y="2886075"/>
                </a:lnTo>
                <a:lnTo>
                  <a:pt x="1438275" y="2886075"/>
                </a:lnTo>
                <a:lnTo>
                  <a:pt x="1438275" y="2876550"/>
                </a:lnTo>
                <a:lnTo>
                  <a:pt x="1447800" y="2876550"/>
                </a:lnTo>
                <a:close/>
                <a:moveTo>
                  <a:pt x="247650" y="2924175"/>
                </a:moveTo>
                <a:lnTo>
                  <a:pt x="361950" y="2924175"/>
                </a:lnTo>
                <a:lnTo>
                  <a:pt x="361950" y="2933700"/>
                </a:lnTo>
                <a:lnTo>
                  <a:pt x="371475" y="2933700"/>
                </a:lnTo>
                <a:lnTo>
                  <a:pt x="371475" y="2952750"/>
                </a:lnTo>
                <a:lnTo>
                  <a:pt x="247650" y="2952750"/>
                </a:lnTo>
                <a:lnTo>
                  <a:pt x="247650" y="2943225"/>
                </a:lnTo>
                <a:lnTo>
                  <a:pt x="228600" y="2943225"/>
                </a:lnTo>
                <a:lnTo>
                  <a:pt x="228600" y="2933700"/>
                </a:lnTo>
                <a:lnTo>
                  <a:pt x="247650" y="2933700"/>
                </a:lnTo>
                <a:close/>
                <a:moveTo>
                  <a:pt x="400050" y="2924175"/>
                </a:moveTo>
                <a:lnTo>
                  <a:pt x="409575" y="2924175"/>
                </a:lnTo>
                <a:lnTo>
                  <a:pt x="409575" y="2933700"/>
                </a:lnTo>
                <a:lnTo>
                  <a:pt x="400050" y="2933700"/>
                </a:lnTo>
                <a:close/>
                <a:moveTo>
                  <a:pt x="438150" y="2924175"/>
                </a:moveTo>
                <a:lnTo>
                  <a:pt x="495300" y="2924175"/>
                </a:lnTo>
                <a:lnTo>
                  <a:pt x="495300" y="2933700"/>
                </a:lnTo>
                <a:lnTo>
                  <a:pt x="514350" y="2933700"/>
                </a:lnTo>
                <a:lnTo>
                  <a:pt x="514350" y="2943225"/>
                </a:lnTo>
                <a:lnTo>
                  <a:pt x="504825" y="2943225"/>
                </a:lnTo>
                <a:lnTo>
                  <a:pt x="504825" y="2952750"/>
                </a:lnTo>
                <a:lnTo>
                  <a:pt x="438150" y="2952750"/>
                </a:lnTo>
                <a:lnTo>
                  <a:pt x="438150" y="2943225"/>
                </a:lnTo>
                <a:lnTo>
                  <a:pt x="428625" y="2943225"/>
                </a:lnTo>
                <a:lnTo>
                  <a:pt x="428625" y="2933700"/>
                </a:lnTo>
                <a:lnTo>
                  <a:pt x="438150" y="2933700"/>
                </a:lnTo>
                <a:close/>
                <a:moveTo>
                  <a:pt x="228600" y="3333750"/>
                </a:moveTo>
                <a:lnTo>
                  <a:pt x="304800" y="3333750"/>
                </a:lnTo>
                <a:lnTo>
                  <a:pt x="304800" y="3343275"/>
                </a:lnTo>
                <a:lnTo>
                  <a:pt x="295275" y="3343275"/>
                </a:lnTo>
                <a:lnTo>
                  <a:pt x="295275" y="3362325"/>
                </a:lnTo>
                <a:lnTo>
                  <a:pt x="285750" y="3362325"/>
                </a:lnTo>
                <a:lnTo>
                  <a:pt x="285750" y="3371850"/>
                </a:lnTo>
                <a:lnTo>
                  <a:pt x="257175" y="3371850"/>
                </a:lnTo>
                <a:lnTo>
                  <a:pt x="257175" y="3362325"/>
                </a:lnTo>
                <a:lnTo>
                  <a:pt x="228600" y="3362325"/>
                </a:lnTo>
                <a:lnTo>
                  <a:pt x="228600" y="3419475"/>
                </a:lnTo>
                <a:lnTo>
                  <a:pt x="219075" y="3419475"/>
                </a:lnTo>
                <a:lnTo>
                  <a:pt x="219075" y="3343275"/>
                </a:lnTo>
                <a:lnTo>
                  <a:pt x="228600" y="3343275"/>
                </a:lnTo>
                <a:close/>
                <a:moveTo>
                  <a:pt x="904875" y="3333750"/>
                </a:moveTo>
                <a:lnTo>
                  <a:pt x="933450" y="3333750"/>
                </a:lnTo>
                <a:lnTo>
                  <a:pt x="933450" y="3343275"/>
                </a:lnTo>
                <a:lnTo>
                  <a:pt x="942975" y="3343275"/>
                </a:lnTo>
                <a:lnTo>
                  <a:pt x="942975" y="3352800"/>
                </a:lnTo>
                <a:lnTo>
                  <a:pt x="952500" y="3352800"/>
                </a:lnTo>
                <a:lnTo>
                  <a:pt x="952500" y="3371850"/>
                </a:lnTo>
                <a:lnTo>
                  <a:pt x="962025" y="3371850"/>
                </a:lnTo>
                <a:lnTo>
                  <a:pt x="962025" y="3390900"/>
                </a:lnTo>
                <a:lnTo>
                  <a:pt x="952500" y="3390900"/>
                </a:lnTo>
                <a:lnTo>
                  <a:pt x="952500" y="3400425"/>
                </a:lnTo>
                <a:lnTo>
                  <a:pt x="942975" y="3400425"/>
                </a:lnTo>
                <a:lnTo>
                  <a:pt x="942975" y="3381375"/>
                </a:lnTo>
                <a:lnTo>
                  <a:pt x="923925" y="3381375"/>
                </a:lnTo>
                <a:lnTo>
                  <a:pt x="923925" y="3400425"/>
                </a:lnTo>
                <a:lnTo>
                  <a:pt x="933450" y="3400425"/>
                </a:lnTo>
                <a:lnTo>
                  <a:pt x="933450" y="3419475"/>
                </a:lnTo>
                <a:lnTo>
                  <a:pt x="923925" y="3419475"/>
                </a:lnTo>
                <a:lnTo>
                  <a:pt x="923925" y="3429000"/>
                </a:lnTo>
                <a:lnTo>
                  <a:pt x="904875" y="3429000"/>
                </a:lnTo>
                <a:lnTo>
                  <a:pt x="904875" y="3419475"/>
                </a:lnTo>
                <a:lnTo>
                  <a:pt x="895350" y="3419475"/>
                </a:lnTo>
                <a:lnTo>
                  <a:pt x="895350" y="3409950"/>
                </a:lnTo>
                <a:lnTo>
                  <a:pt x="876300" y="3409950"/>
                </a:lnTo>
                <a:lnTo>
                  <a:pt x="876300" y="3400425"/>
                </a:lnTo>
                <a:lnTo>
                  <a:pt x="866775" y="3400425"/>
                </a:lnTo>
                <a:lnTo>
                  <a:pt x="866775" y="3371850"/>
                </a:lnTo>
                <a:lnTo>
                  <a:pt x="876300" y="3371850"/>
                </a:lnTo>
                <a:lnTo>
                  <a:pt x="876300" y="3352800"/>
                </a:lnTo>
                <a:lnTo>
                  <a:pt x="885825" y="3352800"/>
                </a:lnTo>
                <a:lnTo>
                  <a:pt x="885825" y="3343275"/>
                </a:lnTo>
                <a:lnTo>
                  <a:pt x="904875" y="3343275"/>
                </a:lnTo>
                <a:close/>
                <a:moveTo>
                  <a:pt x="1219200" y="3333750"/>
                </a:moveTo>
                <a:lnTo>
                  <a:pt x="1276350" y="3333750"/>
                </a:lnTo>
                <a:lnTo>
                  <a:pt x="1276350" y="3343275"/>
                </a:lnTo>
                <a:lnTo>
                  <a:pt x="1285875" y="3343275"/>
                </a:lnTo>
                <a:lnTo>
                  <a:pt x="1285875" y="3362325"/>
                </a:lnTo>
                <a:lnTo>
                  <a:pt x="1276350" y="3362325"/>
                </a:lnTo>
                <a:lnTo>
                  <a:pt x="1276350" y="3390900"/>
                </a:lnTo>
                <a:lnTo>
                  <a:pt x="1266825" y="3390900"/>
                </a:lnTo>
                <a:lnTo>
                  <a:pt x="1266825" y="3371850"/>
                </a:lnTo>
                <a:lnTo>
                  <a:pt x="1257300" y="3371850"/>
                </a:lnTo>
                <a:lnTo>
                  <a:pt x="1257300" y="3409950"/>
                </a:lnTo>
                <a:lnTo>
                  <a:pt x="1266825" y="3409950"/>
                </a:lnTo>
                <a:lnTo>
                  <a:pt x="1266825" y="3400425"/>
                </a:lnTo>
                <a:lnTo>
                  <a:pt x="1276350" y="3400425"/>
                </a:lnTo>
                <a:lnTo>
                  <a:pt x="1276350" y="3419475"/>
                </a:lnTo>
                <a:lnTo>
                  <a:pt x="1228725" y="3419475"/>
                </a:lnTo>
                <a:lnTo>
                  <a:pt x="1228725" y="3400425"/>
                </a:lnTo>
                <a:lnTo>
                  <a:pt x="1219200" y="3400425"/>
                </a:lnTo>
                <a:lnTo>
                  <a:pt x="1219200" y="3390900"/>
                </a:lnTo>
                <a:lnTo>
                  <a:pt x="1209675" y="3390900"/>
                </a:lnTo>
                <a:lnTo>
                  <a:pt x="1209675" y="3409950"/>
                </a:lnTo>
                <a:lnTo>
                  <a:pt x="1190625" y="3409950"/>
                </a:lnTo>
                <a:lnTo>
                  <a:pt x="1190625" y="3400425"/>
                </a:lnTo>
                <a:lnTo>
                  <a:pt x="1200150" y="3400425"/>
                </a:lnTo>
                <a:lnTo>
                  <a:pt x="1200150" y="3381375"/>
                </a:lnTo>
                <a:lnTo>
                  <a:pt x="1219200" y="3381375"/>
                </a:lnTo>
                <a:lnTo>
                  <a:pt x="1219200" y="3352800"/>
                </a:lnTo>
                <a:lnTo>
                  <a:pt x="1209675" y="3352800"/>
                </a:lnTo>
                <a:lnTo>
                  <a:pt x="1209675" y="3343275"/>
                </a:lnTo>
                <a:lnTo>
                  <a:pt x="1219200" y="3343275"/>
                </a:lnTo>
                <a:close/>
                <a:moveTo>
                  <a:pt x="552450" y="3343275"/>
                </a:moveTo>
                <a:lnTo>
                  <a:pt x="571500" y="3343275"/>
                </a:lnTo>
                <a:lnTo>
                  <a:pt x="571500" y="3352800"/>
                </a:lnTo>
                <a:lnTo>
                  <a:pt x="581025" y="3352800"/>
                </a:lnTo>
                <a:lnTo>
                  <a:pt x="581025" y="3371850"/>
                </a:lnTo>
                <a:lnTo>
                  <a:pt x="619125" y="3371850"/>
                </a:lnTo>
                <a:lnTo>
                  <a:pt x="619125" y="3362325"/>
                </a:lnTo>
                <a:lnTo>
                  <a:pt x="609600" y="3362325"/>
                </a:lnTo>
                <a:lnTo>
                  <a:pt x="609600" y="3352800"/>
                </a:lnTo>
                <a:lnTo>
                  <a:pt x="619125" y="3352800"/>
                </a:lnTo>
                <a:lnTo>
                  <a:pt x="619125" y="3343275"/>
                </a:lnTo>
                <a:lnTo>
                  <a:pt x="628650" y="3343275"/>
                </a:lnTo>
                <a:lnTo>
                  <a:pt x="628650" y="3352800"/>
                </a:lnTo>
                <a:lnTo>
                  <a:pt x="638175" y="3352800"/>
                </a:lnTo>
                <a:lnTo>
                  <a:pt x="638175" y="3362325"/>
                </a:lnTo>
                <a:lnTo>
                  <a:pt x="628650" y="3362325"/>
                </a:lnTo>
                <a:lnTo>
                  <a:pt x="628650" y="3371850"/>
                </a:lnTo>
                <a:lnTo>
                  <a:pt x="619125" y="3371850"/>
                </a:lnTo>
                <a:lnTo>
                  <a:pt x="619125" y="3381375"/>
                </a:lnTo>
                <a:lnTo>
                  <a:pt x="628650" y="3381375"/>
                </a:lnTo>
                <a:lnTo>
                  <a:pt x="628650" y="3409950"/>
                </a:lnTo>
                <a:lnTo>
                  <a:pt x="600075" y="3409950"/>
                </a:lnTo>
                <a:lnTo>
                  <a:pt x="600075" y="3400425"/>
                </a:lnTo>
                <a:lnTo>
                  <a:pt x="590550" y="3400425"/>
                </a:lnTo>
                <a:lnTo>
                  <a:pt x="590550" y="3409950"/>
                </a:lnTo>
                <a:lnTo>
                  <a:pt x="561975" y="3409950"/>
                </a:lnTo>
                <a:lnTo>
                  <a:pt x="561975" y="3371850"/>
                </a:lnTo>
                <a:lnTo>
                  <a:pt x="552450" y="3371850"/>
                </a:lnTo>
                <a:close/>
                <a:moveTo>
                  <a:pt x="904875" y="3371850"/>
                </a:moveTo>
                <a:lnTo>
                  <a:pt x="923925" y="3371850"/>
                </a:lnTo>
                <a:lnTo>
                  <a:pt x="923925" y="3352800"/>
                </a:lnTo>
                <a:lnTo>
                  <a:pt x="904875" y="3352800"/>
                </a:lnTo>
                <a:close/>
                <a:moveTo>
                  <a:pt x="1228725" y="3381375"/>
                </a:moveTo>
                <a:lnTo>
                  <a:pt x="1238250" y="3381375"/>
                </a:lnTo>
                <a:lnTo>
                  <a:pt x="1238250" y="3371850"/>
                </a:lnTo>
                <a:lnTo>
                  <a:pt x="1228725" y="3371850"/>
                </a:lnTo>
                <a:close/>
                <a:moveTo>
                  <a:pt x="885825" y="3400425"/>
                </a:moveTo>
                <a:lnTo>
                  <a:pt x="904875" y="3400425"/>
                </a:lnTo>
                <a:lnTo>
                  <a:pt x="904875" y="3381375"/>
                </a:lnTo>
                <a:lnTo>
                  <a:pt x="885825" y="3381375"/>
                </a:lnTo>
                <a:close/>
                <a:moveTo>
                  <a:pt x="228600" y="3419475"/>
                </a:moveTo>
                <a:lnTo>
                  <a:pt x="238125" y="3419475"/>
                </a:lnTo>
                <a:lnTo>
                  <a:pt x="238125" y="3429000"/>
                </a:lnTo>
                <a:lnTo>
                  <a:pt x="228600" y="3429000"/>
                </a:lnTo>
                <a:close/>
                <a:moveTo>
                  <a:pt x="219075" y="3448050"/>
                </a:moveTo>
                <a:lnTo>
                  <a:pt x="247650" y="3448050"/>
                </a:lnTo>
                <a:lnTo>
                  <a:pt x="247650" y="3457575"/>
                </a:lnTo>
                <a:lnTo>
                  <a:pt x="219075" y="3457575"/>
                </a:lnTo>
                <a:close/>
                <a:moveTo>
                  <a:pt x="257175" y="3448050"/>
                </a:moveTo>
                <a:lnTo>
                  <a:pt x="323850" y="3448050"/>
                </a:lnTo>
                <a:lnTo>
                  <a:pt x="323850" y="3457575"/>
                </a:lnTo>
                <a:lnTo>
                  <a:pt x="333375" y="3457575"/>
                </a:lnTo>
                <a:lnTo>
                  <a:pt x="333375" y="3476625"/>
                </a:lnTo>
                <a:lnTo>
                  <a:pt x="323850" y="3476625"/>
                </a:lnTo>
                <a:lnTo>
                  <a:pt x="323850" y="3467100"/>
                </a:lnTo>
                <a:lnTo>
                  <a:pt x="314325" y="3467100"/>
                </a:lnTo>
                <a:lnTo>
                  <a:pt x="314325" y="3457575"/>
                </a:lnTo>
                <a:lnTo>
                  <a:pt x="295275" y="3457575"/>
                </a:lnTo>
                <a:lnTo>
                  <a:pt x="295275" y="3467100"/>
                </a:lnTo>
                <a:lnTo>
                  <a:pt x="266700" y="3467100"/>
                </a:lnTo>
                <a:lnTo>
                  <a:pt x="266700" y="3457575"/>
                </a:lnTo>
                <a:lnTo>
                  <a:pt x="257175" y="3457575"/>
                </a:lnTo>
                <a:close/>
                <a:moveTo>
                  <a:pt x="523875" y="3448050"/>
                </a:moveTo>
                <a:lnTo>
                  <a:pt x="542925" y="3448050"/>
                </a:lnTo>
                <a:lnTo>
                  <a:pt x="542925" y="3457575"/>
                </a:lnTo>
                <a:lnTo>
                  <a:pt x="657225" y="3457575"/>
                </a:lnTo>
                <a:lnTo>
                  <a:pt x="657225" y="3467100"/>
                </a:lnTo>
                <a:lnTo>
                  <a:pt x="666750" y="3467100"/>
                </a:lnTo>
                <a:lnTo>
                  <a:pt x="666750" y="3476625"/>
                </a:lnTo>
                <a:lnTo>
                  <a:pt x="657225" y="3476625"/>
                </a:lnTo>
                <a:lnTo>
                  <a:pt x="657225" y="3486150"/>
                </a:lnTo>
                <a:lnTo>
                  <a:pt x="609600" y="3486150"/>
                </a:lnTo>
                <a:lnTo>
                  <a:pt x="609600" y="3476625"/>
                </a:lnTo>
                <a:lnTo>
                  <a:pt x="571500" y="3476625"/>
                </a:lnTo>
                <a:lnTo>
                  <a:pt x="571500" y="3486150"/>
                </a:lnTo>
                <a:lnTo>
                  <a:pt x="561975" y="3486150"/>
                </a:lnTo>
                <a:lnTo>
                  <a:pt x="561975" y="3476625"/>
                </a:lnTo>
                <a:lnTo>
                  <a:pt x="552450" y="3476625"/>
                </a:lnTo>
                <a:lnTo>
                  <a:pt x="552450" y="3486150"/>
                </a:lnTo>
                <a:lnTo>
                  <a:pt x="542925" y="3486150"/>
                </a:lnTo>
                <a:lnTo>
                  <a:pt x="542925" y="3476625"/>
                </a:lnTo>
                <a:lnTo>
                  <a:pt x="523875" y="3476625"/>
                </a:lnTo>
                <a:lnTo>
                  <a:pt x="523875" y="3467100"/>
                </a:lnTo>
                <a:lnTo>
                  <a:pt x="514350" y="3467100"/>
                </a:lnTo>
                <a:lnTo>
                  <a:pt x="514350" y="3457575"/>
                </a:lnTo>
                <a:lnTo>
                  <a:pt x="523875" y="3457575"/>
                </a:lnTo>
                <a:close/>
                <a:moveTo>
                  <a:pt x="809625" y="3448050"/>
                </a:moveTo>
                <a:lnTo>
                  <a:pt x="828675" y="3448050"/>
                </a:lnTo>
                <a:lnTo>
                  <a:pt x="828675" y="3457575"/>
                </a:lnTo>
                <a:lnTo>
                  <a:pt x="885825" y="3457575"/>
                </a:lnTo>
                <a:lnTo>
                  <a:pt x="885825" y="3448050"/>
                </a:lnTo>
                <a:lnTo>
                  <a:pt x="904875" y="3448050"/>
                </a:lnTo>
                <a:lnTo>
                  <a:pt x="904875" y="3457575"/>
                </a:lnTo>
                <a:lnTo>
                  <a:pt x="942975" y="3457575"/>
                </a:lnTo>
                <a:lnTo>
                  <a:pt x="942975" y="3467100"/>
                </a:lnTo>
                <a:lnTo>
                  <a:pt x="952500" y="3467100"/>
                </a:lnTo>
                <a:lnTo>
                  <a:pt x="952500" y="3457575"/>
                </a:lnTo>
                <a:lnTo>
                  <a:pt x="1019175" y="3457575"/>
                </a:lnTo>
                <a:lnTo>
                  <a:pt x="1019175" y="3476625"/>
                </a:lnTo>
                <a:lnTo>
                  <a:pt x="1009650" y="3476625"/>
                </a:lnTo>
                <a:lnTo>
                  <a:pt x="1009650" y="3486150"/>
                </a:lnTo>
                <a:lnTo>
                  <a:pt x="971550" y="3486150"/>
                </a:lnTo>
                <a:lnTo>
                  <a:pt x="971550" y="3476625"/>
                </a:lnTo>
                <a:lnTo>
                  <a:pt x="942975" y="3476625"/>
                </a:lnTo>
                <a:lnTo>
                  <a:pt x="942975" y="3486150"/>
                </a:lnTo>
                <a:lnTo>
                  <a:pt x="885825" y="3486150"/>
                </a:lnTo>
                <a:lnTo>
                  <a:pt x="885825" y="3476625"/>
                </a:lnTo>
                <a:lnTo>
                  <a:pt x="876300" y="3476625"/>
                </a:lnTo>
                <a:lnTo>
                  <a:pt x="876300" y="3486150"/>
                </a:lnTo>
                <a:lnTo>
                  <a:pt x="857250" y="3486150"/>
                </a:lnTo>
                <a:lnTo>
                  <a:pt x="857250" y="3476625"/>
                </a:lnTo>
                <a:lnTo>
                  <a:pt x="800100" y="3476625"/>
                </a:lnTo>
                <a:lnTo>
                  <a:pt x="800100" y="3457575"/>
                </a:lnTo>
                <a:lnTo>
                  <a:pt x="809625" y="3457575"/>
                </a:lnTo>
                <a:close/>
                <a:moveTo>
                  <a:pt x="1704975" y="3448050"/>
                </a:moveTo>
                <a:lnTo>
                  <a:pt x="1714500" y="3448050"/>
                </a:lnTo>
                <a:lnTo>
                  <a:pt x="1714500" y="3467100"/>
                </a:lnTo>
                <a:lnTo>
                  <a:pt x="1704975" y="3467100"/>
                </a:lnTo>
                <a:close/>
                <a:moveTo>
                  <a:pt x="114300" y="3457575"/>
                </a:moveTo>
                <a:lnTo>
                  <a:pt x="123825" y="3457575"/>
                </a:lnTo>
                <a:lnTo>
                  <a:pt x="123825" y="3476625"/>
                </a:lnTo>
                <a:lnTo>
                  <a:pt x="114300" y="3476625"/>
                </a:lnTo>
                <a:close/>
                <a:moveTo>
                  <a:pt x="1133475" y="3457575"/>
                </a:moveTo>
                <a:lnTo>
                  <a:pt x="1276350" y="3457575"/>
                </a:lnTo>
                <a:lnTo>
                  <a:pt x="1276350" y="3476625"/>
                </a:lnTo>
                <a:lnTo>
                  <a:pt x="1257300" y="3476625"/>
                </a:lnTo>
                <a:lnTo>
                  <a:pt x="1257300" y="3486150"/>
                </a:lnTo>
                <a:lnTo>
                  <a:pt x="1247775" y="3486150"/>
                </a:lnTo>
                <a:lnTo>
                  <a:pt x="1247775" y="3476625"/>
                </a:lnTo>
                <a:lnTo>
                  <a:pt x="1238250" y="3476625"/>
                </a:lnTo>
                <a:lnTo>
                  <a:pt x="1238250" y="3486150"/>
                </a:lnTo>
                <a:lnTo>
                  <a:pt x="1228725" y="3486150"/>
                </a:lnTo>
                <a:lnTo>
                  <a:pt x="1228725" y="3476625"/>
                </a:lnTo>
                <a:lnTo>
                  <a:pt x="1219200" y="3476625"/>
                </a:lnTo>
                <a:lnTo>
                  <a:pt x="1219200" y="3486150"/>
                </a:lnTo>
                <a:lnTo>
                  <a:pt x="1190625" y="3486150"/>
                </a:lnTo>
                <a:lnTo>
                  <a:pt x="1190625" y="3476625"/>
                </a:lnTo>
                <a:lnTo>
                  <a:pt x="1162050" y="3476625"/>
                </a:lnTo>
                <a:lnTo>
                  <a:pt x="1162050" y="3486150"/>
                </a:lnTo>
                <a:lnTo>
                  <a:pt x="1152525" y="3486150"/>
                </a:lnTo>
                <a:lnTo>
                  <a:pt x="1152525" y="3476625"/>
                </a:lnTo>
                <a:lnTo>
                  <a:pt x="1133475" y="3476625"/>
                </a:lnTo>
                <a:close/>
                <a:moveTo>
                  <a:pt x="1295400" y="3457575"/>
                </a:moveTo>
                <a:lnTo>
                  <a:pt x="1323975" y="3457575"/>
                </a:lnTo>
                <a:lnTo>
                  <a:pt x="1323975" y="3467100"/>
                </a:lnTo>
                <a:lnTo>
                  <a:pt x="1333500" y="3467100"/>
                </a:lnTo>
                <a:lnTo>
                  <a:pt x="1333500" y="3476625"/>
                </a:lnTo>
                <a:lnTo>
                  <a:pt x="1323975" y="3476625"/>
                </a:lnTo>
                <a:lnTo>
                  <a:pt x="1323975" y="3486150"/>
                </a:lnTo>
                <a:lnTo>
                  <a:pt x="1304925" y="3486150"/>
                </a:lnTo>
                <a:lnTo>
                  <a:pt x="1304925" y="3476625"/>
                </a:lnTo>
                <a:lnTo>
                  <a:pt x="1285875" y="3476625"/>
                </a:lnTo>
                <a:lnTo>
                  <a:pt x="1285875" y="3467100"/>
                </a:lnTo>
                <a:lnTo>
                  <a:pt x="1295400" y="3467100"/>
                </a:lnTo>
                <a:close/>
                <a:moveTo>
                  <a:pt x="1514475" y="3457575"/>
                </a:moveTo>
                <a:lnTo>
                  <a:pt x="1524000" y="3457575"/>
                </a:lnTo>
                <a:lnTo>
                  <a:pt x="1524000" y="3476625"/>
                </a:lnTo>
                <a:lnTo>
                  <a:pt x="1514475" y="3476625"/>
                </a:lnTo>
                <a:close/>
                <a:moveTo>
                  <a:pt x="1533525" y="3457575"/>
                </a:moveTo>
                <a:lnTo>
                  <a:pt x="1600200" y="3457575"/>
                </a:lnTo>
                <a:lnTo>
                  <a:pt x="1600200" y="3486150"/>
                </a:lnTo>
                <a:lnTo>
                  <a:pt x="1524000" y="3486150"/>
                </a:lnTo>
                <a:lnTo>
                  <a:pt x="1524000" y="3476625"/>
                </a:lnTo>
                <a:lnTo>
                  <a:pt x="1533525" y="3476625"/>
                </a:lnTo>
                <a:close/>
                <a:moveTo>
                  <a:pt x="1781175" y="3457575"/>
                </a:moveTo>
                <a:lnTo>
                  <a:pt x="1790700" y="3457575"/>
                </a:lnTo>
                <a:lnTo>
                  <a:pt x="1790700" y="3486150"/>
                </a:lnTo>
                <a:lnTo>
                  <a:pt x="1781175" y="3486150"/>
                </a:lnTo>
                <a:close/>
                <a:moveTo>
                  <a:pt x="209550" y="3467100"/>
                </a:moveTo>
                <a:lnTo>
                  <a:pt x="219075" y="3467100"/>
                </a:lnTo>
                <a:lnTo>
                  <a:pt x="219075" y="3476625"/>
                </a:lnTo>
                <a:lnTo>
                  <a:pt x="209550" y="3476625"/>
                </a:lnTo>
                <a:close/>
                <a:moveTo>
                  <a:pt x="219075" y="3476625"/>
                </a:moveTo>
                <a:lnTo>
                  <a:pt x="266700" y="3476625"/>
                </a:lnTo>
                <a:lnTo>
                  <a:pt x="266700" y="3486150"/>
                </a:lnTo>
                <a:lnTo>
                  <a:pt x="219075" y="3486150"/>
                </a:lnTo>
                <a:close/>
                <a:moveTo>
                  <a:pt x="276225" y="3476625"/>
                </a:moveTo>
                <a:lnTo>
                  <a:pt x="323850" y="3476625"/>
                </a:lnTo>
                <a:lnTo>
                  <a:pt x="323850" y="3486150"/>
                </a:lnTo>
                <a:lnTo>
                  <a:pt x="276225" y="3486150"/>
                </a:lnTo>
                <a:close/>
                <a:moveTo>
                  <a:pt x="38100" y="3486150"/>
                </a:moveTo>
                <a:lnTo>
                  <a:pt x="47625" y="3486150"/>
                </a:lnTo>
                <a:lnTo>
                  <a:pt x="47625" y="3505200"/>
                </a:lnTo>
                <a:lnTo>
                  <a:pt x="38100" y="3505200"/>
                </a:lnTo>
                <a:close/>
                <a:moveTo>
                  <a:pt x="1695450" y="3495675"/>
                </a:moveTo>
                <a:lnTo>
                  <a:pt x="1704975" y="3495675"/>
                </a:lnTo>
                <a:lnTo>
                  <a:pt x="1704975" y="3505200"/>
                </a:lnTo>
                <a:lnTo>
                  <a:pt x="1695450" y="3505200"/>
                </a:lnTo>
                <a:close/>
                <a:moveTo>
                  <a:pt x="123825" y="3505200"/>
                </a:moveTo>
                <a:lnTo>
                  <a:pt x="133350" y="3505200"/>
                </a:lnTo>
                <a:lnTo>
                  <a:pt x="133350" y="3514725"/>
                </a:lnTo>
                <a:lnTo>
                  <a:pt x="123825" y="3514725"/>
                </a:lnTo>
                <a:close/>
                <a:moveTo>
                  <a:pt x="1771650" y="3514725"/>
                </a:moveTo>
                <a:lnTo>
                  <a:pt x="1781175" y="3514725"/>
                </a:lnTo>
                <a:lnTo>
                  <a:pt x="1781175" y="3533775"/>
                </a:lnTo>
                <a:lnTo>
                  <a:pt x="1771650" y="3533775"/>
                </a:lnTo>
                <a:close/>
                <a:moveTo>
                  <a:pt x="47625" y="3524250"/>
                </a:moveTo>
                <a:lnTo>
                  <a:pt x="57150" y="3524250"/>
                </a:lnTo>
                <a:lnTo>
                  <a:pt x="57150" y="3552825"/>
                </a:lnTo>
                <a:lnTo>
                  <a:pt x="66675" y="3552825"/>
                </a:lnTo>
                <a:lnTo>
                  <a:pt x="66675" y="3581400"/>
                </a:lnTo>
                <a:lnTo>
                  <a:pt x="76200" y="3581400"/>
                </a:lnTo>
                <a:lnTo>
                  <a:pt x="76200" y="3600450"/>
                </a:lnTo>
                <a:lnTo>
                  <a:pt x="85725" y="3600450"/>
                </a:lnTo>
                <a:lnTo>
                  <a:pt x="85725" y="3609975"/>
                </a:lnTo>
                <a:lnTo>
                  <a:pt x="95250" y="3609975"/>
                </a:lnTo>
                <a:lnTo>
                  <a:pt x="95250" y="3629025"/>
                </a:lnTo>
                <a:lnTo>
                  <a:pt x="104775" y="3629025"/>
                </a:lnTo>
                <a:lnTo>
                  <a:pt x="104775" y="3638550"/>
                </a:lnTo>
                <a:lnTo>
                  <a:pt x="114300" y="3638550"/>
                </a:lnTo>
                <a:lnTo>
                  <a:pt x="114300" y="3648075"/>
                </a:lnTo>
                <a:lnTo>
                  <a:pt x="123825" y="3648075"/>
                </a:lnTo>
                <a:lnTo>
                  <a:pt x="123825" y="3657600"/>
                </a:lnTo>
                <a:lnTo>
                  <a:pt x="133350" y="3657600"/>
                </a:lnTo>
                <a:lnTo>
                  <a:pt x="133350" y="3667125"/>
                </a:lnTo>
                <a:lnTo>
                  <a:pt x="142875" y="3667125"/>
                </a:lnTo>
                <a:lnTo>
                  <a:pt x="142875" y="3676650"/>
                </a:lnTo>
                <a:lnTo>
                  <a:pt x="152400" y="3676650"/>
                </a:lnTo>
                <a:lnTo>
                  <a:pt x="152400" y="3686175"/>
                </a:lnTo>
                <a:lnTo>
                  <a:pt x="161925" y="3686175"/>
                </a:lnTo>
                <a:lnTo>
                  <a:pt x="161925" y="3695700"/>
                </a:lnTo>
                <a:lnTo>
                  <a:pt x="180975" y="3695700"/>
                </a:lnTo>
                <a:lnTo>
                  <a:pt x="180975" y="3705225"/>
                </a:lnTo>
                <a:lnTo>
                  <a:pt x="190500" y="3705225"/>
                </a:lnTo>
                <a:lnTo>
                  <a:pt x="190500" y="3714750"/>
                </a:lnTo>
                <a:lnTo>
                  <a:pt x="209550" y="3714750"/>
                </a:lnTo>
                <a:lnTo>
                  <a:pt x="209550" y="3724275"/>
                </a:lnTo>
                <a:lnTo>
                  <a:pt x="238125" y="3724275"/>
                </a:lnTo>
                <a:lnTo>
                  <a:pt x="238125" y="3733800"/>
                </a:lnTo>
                <a:lnTo>
                  <a:pt x="266700" y="3733800"/>
                </a:lnTo>
                <a:lnTo>
                  <a:pt x="266700" y="3743325"/>
                </a:lnTo>
                <a:lnTo>
                  <a:pt x="304800" y="3743325"/>
                </a:lnTo>
                <a:lnTo>
                  <a:pt x="304800" y="3752850"/>
                </a:lnTo>
                <a:lnTo>
                  <a:pt x="1514475" y="3752850"/>
                </a:lnTo>
                <a:lnTo>
                  <a:pt x="1514475" y="3743325"/>
                </a:lnTo>
                <a:lnTo>
                  <a:pt x="1562100" y="3743325"/>
                </a:lnTo>
                <a:lnTo>
                  <a:pt x="1562100" y="3733800"/>
                </a:lnTo>
                <a:lnTo>
                  <a:pt x="1590675" y="3733800"/>
                </a:lnTo>
                <a:lnTo>
                  <a:pt x="1590675" y="3724275"/>
                </a:lnTo>
                <a:lnTo>
                  <a:pt x="1609725" y="3724275"/>
                </a:lnTo>
                <a:lnTo>
                  <a:pt x="1609725" y="3714750"/>
                </a:lnTo>
                <a:lnTo>
                  <a:pt x="1628775" y="3714750"/>
                </a:lnTo>
                <a:lnTo>
                  <a:pt x="1628775" y="3705225"/>
                </a:lnTo>
                <a:lnTo>
                  <a:pt x="1647825" y="3705225"/>
                </a:lnTo>
                <a:lnTo>
                  <a:pt x="1647825" y="3695700"/>
                </a:lnTo>
                <a:lnTo>
                  <a:pt x="1657350" y="3695700"/>
                </a:lnTo>
                <a:lnTo>
                  <a:pt x="1657350" y="3686175"/>
                </a:lnTo>
                <a:lnTo>
                  <a:pt x="1676400" y="3686175"/>
                </a:lnTo>
                <a:lnTo>
                  <a:pt x="1676400" y="3676650"/>
                </a:lnTo>
                <a:lnTo>
                  <a:pt x="1685925" y="3676650"/>
                </a:lnTo>
                <a:lnTo>
                  <a:pt x="1685925" y="3667125"/>
                </a:lnTo>
                <a:lnTo>
                  <a:pt x="1695450" y="3667125"/>
                </a:lnTo>
                <a:lnTo>
                  <a:pt x="1695450" y="3657600"/>
                </a:lnTo>
                <a:lnTo>
                  <a:pt x="1704975" y="3657600"/>
                </a:lnTo>
                <a:lnTo>
                  <a:pt x="1704975" y="3648075"/>
                </a:lnTo>
                <a:lnTo>
                  <a:pt x="1714500" y="3648075"/>
                </a:lnTo>
                <a:lnTo>
                  <a:pt x="1714500" y="3629025"/>
                </a:lnTo>
                <a:lnTo>
                  <a:pt x="1724025" y="3629025"/>
                </a:lnTo>
                <a:lnTo>
                  <a:pt x="1724025" y="3619500"/>
                </a:lnTo>
                <a:lnTo>
                  <a:pt x="1733550" y="3619500"/>
                </a:lnTo>
                <a:lnTo>
                  <a:pt x="1733550" y="3609975"/>
                </a:lnTo>
                <a:lnTo>
                  <a:pt x="1743075" y="3609975"/>
                </a:lnTo>
                <a:lnTo>
                  <a:pt x="1743075" y="3590925"/>
                </a:lnTo>
                <a:lnTo>
                  <a:pt x="1752600" y="3590925"/>
                </a:lnTo>
                <a:lnTo>
                  <a:pt x="1752600" y="3571875"/>
                </a:lnTo>
                <a:lnTo>
                  <a:pt x="1762125" y="3571875"/>
                </a:lnTo>
                <a:lnTo>
                  <a:pt x="1762125" y="3629025"/>
                </a:lnTo>
                <a:lnTo>
                  <a:pt x="1752600" y="3629025"/>
                </a:lnTo>
                <a:lnTo>
                  <a:pt x="1752600" y="3648075"/>
                </a:lnTo>
                <a:lnTo>
                  <a:pt x="1743075" y="3648075"/>
                </a:lnTo>
                <a:lnTo>
                  <a:pt x="1743075" y="3667125"/>
                </a:lnTo>
                <a:lnTo>
                  <a:pt x="1733550" y="3667125"/>
                </a:lnTo>
                <a:lnTo>
                  <a:pt x="1733550" y="3676650"/>
                </a:lnTo>
                <a:lnTo>
                  <a:pt x="1724025" y="3676650"/>
                </a:lnTo>
                <a:lnTo>
                  <a:pt x="1724025" y="3686175"/>
                </a:lnTo>
                <a:lnTo>
                  <a:pt x="1714500" y="3686175"/>
                </a:lnTo>
                <a:lnTo>
                  <a:pt x="1714500" y="3695700"/>
                </a:lnTo>
                <a:lnTo>
                  <a:pt x="1695450" y="3695700"/>
                </a:lnTo>
                <a:lnTo>
                  <a:pt x="1695450" y="3705225"/>
                </a:lnTo>
                <a:lnTo>
                  <a:pt x="1685925" y="3705225"/>
                </a:lnTo>
                <a:lnTo>
                  <a:pt x="1685925" y="3724275"/>
                </a:lnTo>
                <a:lnTo>
                  <a:pt x="1676400" y="3724275"/>
                </a:lnTo>
                <a:lnTo>
                  <a:pt x="1676400" y="3743325"/>
                </a:lnTo>
                <a:lnTo>
                  <a:pt x="1666875" y="3743325"/>
                </a:lnTo>
                <a:lnTo>
                  <a:pt x="1666875" y="3752850"/>
                </a:lnTo>
                <a:lnTo>
                  <a:pt x="1657350" y="3752850"/>
                </a:lnTo>
                <a:lnTo>
                  <a:pt x="1657350" y="3762375"/>
                </a:lnTo>
                <a:lnTo>
                  <a:pt x="1647825" y="3762375"/>
                </a:lnTo>
                <a:lnTo>
                  <a:pt x="1647825" y="3771900"/>
                </a:lnTo>
                <a:lnTo>
                  <a:pt x="1638300" y="3771900"/>
                </a:lnTo>
                <a:lnTo>
                  <a:pt x="1638300" y="3781425"/>
                </a:lnTo>
                <a:lnTo>
                  <a:pt x="1628775" y="3781425"/>
                </a:lnTo>
                <a:lnTo>
                  <a:pt x="1628775" y="3790950"/>
                </a:lnTo>
                <a:lnTo>
                  <a:pt x="180975" y="3790950"/>
                </a:lnTo>
                <a:lnTo>
                  <a:pt x="180975" y="3781425"/>
                </a:lnTo>
                <a:lnTo>
                  <a:pt x="171450" y="3781425"/>
                </a:lnTo>
                <a:lnTo>
                  <a:pt x="171450" y="3771900"/>
                </a:lnTo>
                <a:lnTo>
                  <a:pt x="161925" y="3771900"/>
                </a:lnTo>
                <a:lnTo>
                  <a:pt x="161925" y="3762375"/>
                </a:lnTo>
                <a:lnTo>
                  <a:pt x="152400" y="3762375"/>
                </a:lnTo>
                <a:lnTo>
                  <a:pt x="152400" y="3752850"/>
                </a:lnTo>
                <a:lnTo>
                  <a:pt x="142875" y="3752850"/>
                </a:lnTo>
                <a:lnTo>
                  <a:pt x="142875" y="3743325"/>
                </a:lnTo>
                <a:lnTo>
                  <a:pt x="133350" y="3743325"/>
                </a:lnTo>
                <a:lnTo>
                  <a:pt x="133350" y="3733800"/>
                </a:lnTo>
                <a:lnTo>
                  <a:pt x="123825" y="3733800"/>
                </a:lnTo>
                <a:lnTo>
                  <a:pt x="123825" y="3724275"/>
                </a:lnTo>
                <a:lnTo>
                  <a:pt x="114300" y="3724275"/>
                </a:lnTo>
                <a:lnTo>
                  <a:pt x="114300" y="3705225"/>
                </a:lnTo>
                <a:lnTo>
                  <a:pt x="104775" y="3705225"/>
                </a:lnTo>
                <a:lnTo>
                  <a:pt x="104775" y="3695700"/>
                </a:lnTo>
                <a:lnTo>
                  <a:pt x="95250" y="3695700"/>
                </a:lnTo>
                <a:lnTo>
                  <a:pt x="95250" y="3676650"/>
                </a:lnTo>
                <a:lnTo>
                  <a:pt x="85725" y="3676650"/>
                </a:lnTo>
                <a:lnTo>
                  <a:pt x="85725" y="3657600"/>
                </a:lnTo>
                <a:lnTo>
                  <a:pt x="76200" y="3657600"/>
                </a:lnTo>
                <a:lnTo>
                  <a:pt x="76200" y="3619500"/>
                </a:lnTo>
                <a:lnTo>
                  <a:pt x="66675" y="3619500"/>
                </a:lnTo>
                <a:lnTo>
                  <a:pt x="66675" y="3590925"/>
                </a:lnTo>
                <a:lnTo>
                  <a:pt x="57150" y="3590925"/>
                </a:lnTo>
                <a:lnTo>
                  <a:pt x="57150" y="3581400"/>
                </a:lnTo>
                <a:lnTo>
                  <a:pt x="47625" y="3581400"/>
                </a:lnTo>
                <a:close/>
                <a:moveTo>
                  <a:pt x="133350" y="3533775"/>
                </a:moveTo>
                <a:lnTo>
                  <a:pt x="142875" y="3533775"/>
                </a:lnTo>
                <a:lnTo>
                  <a:pt x="142875" y="3543300"/>
                </a:lnTo>
                <a:lnTo>
                  <a:pt x="133350" y="3543300"/>
                </a:lnTo>
                <a:close/>
                <a:moveTo>
                  <a:pt x="1762125" y="3543300"/>
                </a:moveTo>
                <a:lnTo>
                  <a:pt x="1771650" y="3543300"/>
                </a:lnTo>
                <a:lnTo>
                  <a:pt x="1771650" y="3562350"/>
                </a:lnTo>
                <a:lnTo>
                  <a:pt x="1762125" y="3562350"/>
                </a:lnTo>
                <a:close/>
                <a:moveTo>
                  <a:pt x="161925" y="3581400"/>
                </a:moveTo>
                <a:lnTo>
                  <a:pt x="171450" y="3581400"/>
                </a:lnTo>
                <a:lnTo>
                  <a:pt x="171450" y="3590925"/>
                </a:lnTo>
                <a:lnTo>
                  <a:pt x="161925" y="3590925"/>
                </a:lnTo>
                <a:close/>
                <a:moveTo>
                  <a:pt x="1647825" y="3590925"/>
                </a:moveTo>
                <a:lnTo>
                  <a:pt x="1657350" y="3590925"/>
                </a:lnTo>
                <a:lnTo>
                  <a:pt x="1657350" y="3600450"/>
                </a:lnTo>
                <a:lnTo>
                  <a:pt x="1647825" y="3600450"/>
                </a:lnTo>
                <a:close/>
                <a:moveTo>
                  <a:pt x="1638300" y="3600450"/>
                </a:moveTo>
                <a:lnTo>
                  <a:pt x="1647825" y="3600450"/>
                </a:lnTo>
                <a:lnTo>
                  <a:pt x="1647825" y="3609975"/>
                </a:lnTo>
                <a:lnTo>
                  <a:pt x="1638300" y="3609975"/>
                </a:lnTo>
                <a:close/>
                <a:moveTo>
                  <a:pt x="190500" y="3609975"/>
                </a:moveTo>
                <a:lnTo>
                  <a:pt x="200025" y="3609975"/>
                </a:lnTo>
                <a:lnTo>
                  <a:pt x="200025" y="3619500"/>
                </a:lnTo>
                <a:lnTo>
                  <a:pt x="190500" y="3619500"/>
                </a:lnTo>
                <a:close/>
                <a:moveTo>
                  <a:pt x="1628775" y="3609975"/>
                </a:moveTo>
                <a:lnTo>
                  <a:pt x="1638300" y="3609975"/>
                </a:lnTo>
                <a:lnTo>
                  <a:pt x="1638300" y="3619500"/>
                </a:lnTo>
                <a:lnTo>
                  <a:pt x="1628775" y="3619500"/>
                </a:lnTo>
                <a:close/>
                <a:moveTo>
                  <a:pt x="200025" y="3619500"/>
                </a:moveTo>
                <a:lnTo>
                  <a:pt x="209550" y="3619500"/>
                </a:lnTo>
                <a:lnTo>
                  <a:pt x="209550" y="3629025"/>
                </a:lnTo>
                <a:lnTo>
                  <a:pt x="200025" y="3629025"/>
                </a:lnTo>
                <a:close/>
                <a:moveTo>
                  <a:pt x="257175" y="3648075"/>
                </a:moveTo>
                <a:lnTo>
                  <a:pt x="266700" y="3648075"/>
                </a:lnTo>
                <a:lnTo>
                  <a:pt x="266700" y="3657600"/>
                </a:lnTo>
                <a:lnTo>
                  <a:pt x="257175" y="3657600"/>
                </a:lnTo>
                <a:close/>
                <a:moveTo>
                  <a:pt x="1562100" y="3648075"/>
                </a:moveTo>
                <a:lnTo>
                  <a:pt x="1571625" y="3648075"/>
                </a:lnTo>
                <a:lnTo>
                  <a:pt x="1571625" y="3657600"/>
                </a:lnTo>
                <a:lnTo>
                  <a:pt x="1562100" y="3657600"/>
                </a:lnTo>
                <a:close/>
                <a:moveTo>
                  <a:pt x="285750" y="3657600"/>
                </a:moveTo>
                <a:lnTo>
                  <a:pt x="295275" y="3657600"/>
                </a:lnTo>
                <a:lnTo>
                  <a:pt x="295275" y="3667125"/>
                </a:lnTo>
                <a:lnTo>
                  <a:pt x="285750" y="3667125"/>
                </a:lnTo>
                <a:close/>
                <a:moveTo>
                  <a:pt x="1533525" y="3657600"/>
                </a:moveTo>
                <a:lnTo>
                  <a:pt x="1543050" y="3657600"/>
                </a:lnTo>
                <a:lnTo>
                  <a:pt x="1543050" y="3667125"/>
                </a:lnTo>
                <a:lnTo>
                  <a:pt x="1533525" y="3667125"/>
                </a:lnTo>
                <a:close/>
                <a:moveTo>
                  <a:pt x="323850" y="3667125"/>
                </a:moveTo>
                <a:lnTo>
                  <a:pt x="342900" y="3667125"/>
                </a:lnTo>
                <a:lnTo>
                  <a:pt x="342900" y="3676650"/>
                </a:lnTo>
                <a:lnTo>
                  <a:pt x="323850" y="3676650"/>
                </a:lnTo>
                <a:close/>
                <a:moveTo>
                  <a:pt x="1476375" y="3667125"/>
                </a:moveTo>
                <a:lnTo>
                  <a:pt x="1495425" y="3667125"/>
                </a:lnTo>
                <a:lnTo>
                  <a:pt x="1495425" y="3676650"/>
                </a:lnTo>
                <a:lnTo>
                  <a:pt x="1476375" y="3676650"/>
                </a:lnTo>
                <a:close/>
              </a:path>
            </a:pathLst>
          </a:custGeom>
          <a:solidFill xmlns:a="http://schemas.openxmlformats.org/drawingml/2006/main">
            <a:srgbClr val="C4C3B7"/>
          </a:solidFill>
          <a:ln xmlns:a="http://schemas.openxmlformats.org/drawingml/2006/main" w="0">
            <a:noFill/>
          </a:ln>
        </p:spPr>
      </p:sp>
      <p:sp>
        <p:nvSpPr>
          <p:cNvPr id="31" name="dashboard vector #818579">
            <a:extLst xmlns:a="http://schemas.openxmlformats.org/drawingml/2006/main">
              <a:ext uri="{FF2B5EF4-FFF2-40B4-BE49-F238E27FC236}">
                <a16:creationId xmlns:a16="http://schemas.microsoft.com/office/drawing/2014/main" id="{147FD9B4-4D42-479C-B90A-DF1C2B5028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14400" y="1447800"/>
            <a:ext cx="2171700" cy="4467225"/>
          </a:xfrm>
          <a:custGeom xmlns:a="http://schemas.openxmlformats.org/drawingml/2006/main">
            <a:pathLst>
              <a:path w="1838325" h="3790950">
                <a:moveTo>
                  <a:pt x="295275" y="57150"/>
                </a:moveTo>
                <a:lnTo>
                  <a:pt x="371475" y="57150"/>
                </a:lnTo>
                <a:lnTo>
                  <a:pt x="371475" y="66675"/>
                </a:lnTo>
                <a:lnTo>
                  <a:pt x="295275" y="66675"/>
                </a:lnTo>
                <a:close/>
                <a:moveTo>
                  <a:pt x="1457325" y="57150"/>
                </a:moveTo>
                <a:lnTo>
                  <a:pt x="1524000" y="57150"/>
                </a:lnTo>
                <a:lnTo>
                  <a:pt x="1524000" y="66675"/>
                </a:lnTo>
                <a:lnTo>
                  <a:pt x="1457325" y="66675"/>
                </a:lnTo>
                <a:close/>
                <a:moveTo>
                  <a:pt x="257175" y="66675"/>
                </a:moveTo>
                <a:lnTo>
                  <a:pt x="285750" y="66675"/>
                </a:lnTo>
                <a:lnTo>
                  <a:pt x="285750" y="76200"/>
                </a:lnTo>
                <a:lnTo>
                  <a:pt x="257175" y="76200"/>
                </a:lnTo>
                <a:close/>
                <a:moveTo>
                  <a:pt x="1533525" y="66675"/>
                </a:moveTo>
                <a:lnTo>
                  <a:pt x="1562100" y="66675"/>
                </a:lnTo>
                <a:lnTo>
                  <a:pt x="1562100" y="76200"/>
                </a:lnTo>
                <a:lnTo>
                  <a:pt x="1533525" y="76200"/>
                </a:lnTo>
                <a:close/>
                <a:moveTo>
                  <a:pt x="238125" y="76200"/>
                </a:moveTo>
                <a:lnTo>
                  <a:pt x="247650" y="76200"/>
                </a:lnTo>
                <a:lnTo>
                  <a:pt x="247650" y="85725"/>
                </a:lnTo>
                <a:lnTo>
                  <a:pt x="238125" y="85725"/>
                </a:lnTo>
                <a:close/>
                <a:moveTo>
                  <a:pt x="1571625" y="76200"/>
                </a:moveTo>
                <a:lnTo>
                  <a:pt x="1590675" y="76200"/>
                </a:lnTo>
                <a:lnTo>
                  <a:pt x="1590675" y="85725"/>
                </a:lnTo>
                <a:lnTo>
                  <a:pt x="1571625" y="85725"/>
                </a:lnTo>
                <a:close/>
                <a:moveTo>
                  <a:pt x="209550" y="85725"/>
                </a:moveTo>
                <a:lnTo>
                  <a:pt x="228600" y="85725"/>
                </a:lnTo>
                <a:lnTo>
                  <a:pt x="228600" y="95250"/>
                </a:lnTo>
                <a:lnTo>
                  <a:pt x="209550" y="95250"/>
                </a:lnTo>
                <a:close/>
                <a:moveTo>
                  <a:pt x="1590675" y="85725"/>
                </a:moveTo>
                <a:lnTo>
                  <a:pt x="1609725" y="85725"/>
                </a:lnTo>
                <a:lnTo>
                  <a:pt x="1609725" y="95250"/>
                </a:lnTo>
                <a:lnTo>
                  <a:pt x="1590675" y="95250"/>
                </a:lnTo>
                <a:close/>
                <a:moveTo>
                  <a:pt x="190500" y="95250"/>
                </a:moveTo>
                <a:lnTo>
                  <a:pt x="209550" y="95250"/>
                </a:lnTo>
                <a:lnTo>
                  <a:pt x="209550" y="104775"/>
                </a:lnTo>
                <a:lnTo>
                  <a:pt x="190500" y="104775"/>
                </a:lnTo>
                <a:close/>
                <a:moveTo>
                  <a:pt x="1609725" y="95250"/>
                </a:moveTo>
                <a:lnTo>
                  <a:pt x="1628775" y="95250"/>
                </a:lnTo>
                <a:lnTo>
                  <a:pt x="1628775" y="104775"/>
                </a:lnTo>
                <a:lnTo>
                  <a:pt x="1609725" y="104775"/>
                </a:lnTo>
                <a:close/>
                <a:moveTo>
                  <a:pt x="180975" y="104775"/>
                </a:moveTo>
                <a:lnTo>
                  <a:pt x="190500" y="104775"/>
                </a:lnTo>
                <a:lnTo>
                  <a:pt x="190500" y="114300"/>
                </a:lnTo>
                <a:lnTo>
                  <a:pt x="180975" y="114300"/>
                </a:lnTo>
                <a:close/>
                <a:moveTo>
                  <a:pt x="1638300" y="104775"/>
                </a:moveTo>
                <a:lnTo>
                  <a:pt x="1647825" y="104775"/>
                </a:lnTo>
                <a:lnTo>
                  <a:pt x="1647825" y="114300"/>
                </a:lnTo>
                <a:lnTo>
                  <a:pt x="1638300" y="114300"/>
                </a:lnTo>
                <a:close/>
                <a:moveTo>
                  <a:pt x="161925" y="114300"/>
                </a:moveTo>
                <a:lnTo>
                  <a:pt x="171450" y="114300"/>
                </a:lnTo>
                <a:lnTo>
                  <a:pt x="171450" y="123825"/>
                </a:lnTo>
                <a:lnTo>
                  <a:pt x="161925" y="123825"/>
                </a:lnTo>
                <a:close/>
                <a:moveTo>
                  <a:pt x="1647825" y="114300"/>
                </a:moveTo>
                <a:lnTo>
                  <a:pt x="1657350" y="114300"/>
                </a:lnTo>
                <a:lnTo>
                  <a:pt x="1657350" y="123825"/>
                </a:lnTo>
                <a:lnTo>
                  <a:pt x="1647825" y="123825"/>
                </a:lnTo>
                <a:close/>
                <a:moveTo>
                  <a:pt x="152400" y="123825"/>
                </a:moveTo>
                <a:lnTo>
                  <a:pt x="161925" y="123825"/>
                </a:lnTo>
                <a:lnTo>
                  <a:pt x="161925" y="133350"/>
                </a:lnTo>
                <a:lnTo>
                  <a:pt x="152400" y="133350"/>
                </a:lnTo>
                <a:close/>
                <a:moveTo>
                  <a:pt x="314325" y="123825"/>
                </a:moveTo>
                <a:lnTo>
                  <a:pt x="352425" y="123825"/>
                </a:lnTo>
                <a:lnTo>
                  <a:pt x="352425" y="133350"/>
                </a:lnTo>
                <a:lnTo>
                  <a:pt x="314325" y="133350"/>
                </a:lnTo>
                <a:close/>
                <a:moveTo>
                  <a:pt x="1476375" y="123825"/>
                </a:moveTo>
                <a:lnTo>
                  <a:pt x="1514475" y="123825"/>
                </a:lnTo>
                <a:lnTo>
                  <a:pt x="1514475" y="133350"/>
                </a:lnTo>
                <a:lnTo>
                  <a:pt x="1476375" y="133350"/>
                </a:lnTo>
                <a:close/>
                <a:moveTo>
                  <a:pt x="1666875" y="123825"/>
                </a:moveTo>
                <a:lnTo>
                  <a:pt x="1676400" y="123825"/>
                </a:lnTo>
                <a:lnTo>
                  <a:pt x="1676400" y="133350"/>
                </a:lnTo>
                <a:lnTo>
                  <a:pt x="1666875" y="133350"/>
                </a:lnTo>
                <a:close/>
                <a:moveTo>
                  <a:pt x="142875" y="133350"/>
                </a:moveTo>
                <a:lnTo>
                  <a:pt x="152400" y="133350"/>
                </a:lnTo>
                <a:lnTo>
                  <a:pt x="152400" y="142875"/>
                </a:lnTo>
                <a:lnTo>
                  <a:pt x="142875" y="142875"/>
                </a:lnTo>
                <a:close/>
                <a:moveTo>
                  <a:pt x="276225" y="133350"/>
                </a:moveTo>
                <a:lnTo>
                  <a:pt x="285750" y="133350"/>
                </a:lnTo>
                <a:lnTo>
                  <a:pt x="285750" y="142875"/>
                </a:lnTo>
                <a:lnTo>
                  <a:pt x="276225" y="142875"/>
                </a:lnTo>
                <a:close/>
                <a:moveTo>
                  <a:pt x="1533525" y="133350"/>
                </a:moveTo>
                <a:lnTo>
                  <a:pt x="1552575" y="133350"/>
                </a:lnTo>
                <a:lnTo>
                  <a:pt x="1552575" y="142875"/>
                </a:lnTo>
                <a:lnTo>
                  <a:pt x="1533525" y="142875"/>
                </a:lnTo>
                <a:close/>
                <a:moveTo>
                  <a:pt x="1676400" y="133350"/>
                </a:moveTo>
                <a:lnTo>
                  <a:pt x="1685925" y="133350"/>
                </a:lnTo>
                <a:lnTo>
                  <a:pt x="1685925" y="142875"/>
                </a:lnTo>
                <a:lnTo>
                  <a:pt x="1676400" y="142875"/>
                </a:lnTo>
                <a:close/>
                <a:moveTo>
                  <a:pt x="133350" y="142875"/>
                </a:moveTo>
                <a:lnTo>
                  <a:pt x="142875" y="142875"/>
                </a:lnTo>
                <a:lnTo>
                  <a:pt x="142875" y="152400"/>
                </a:lnTo>
                <a:lnTo>
                  <a:pt x="133350" y="152400"/>
                </a:lnTo>
                <a:close/>
                <a:moveTo>
                  <a:pt x="247650" y="142875"/>
                </a:moveTo>
                <a:lnTo>
                  <a:pt x="257175" y="142875"/>
                </a:lnTo>
                <a:lnTo>
                  <a:pt x="257175" y="152400"/>
                </a:lnTo>
                <a:lnTo>
                  <a:pt x="247650" y="152400"/>
                </a:lnTo>
                <a:close/>
                <a:moveTo>
                  <a:pt x="1685925" y="142875"/>
                </a:moveTo>
                <a:lnTo>
                  <a:pt x="1695450" y="142875"/>
                </a:lnTo>
                <a:lnTo>
                  <a:pt x="1695450" y="152400"/>
                </a:lnTo>
                <a:lnTo>
                  <a:pt x="1685925" y="152400"/>
                </a:lnTo>
                <a:close/>
                <a:moveTo>
                  <a:pt x="123825" y="152400"/>
                </a:moveTo>
                <a:lnTo>
                  <a:pt x="133350" y="152400"/>
                </a:lnTo>
                <a:lnTo>
                  <a:pt x="133350" y="161925"/>
                </a:lnTo>
                <a:lnTo>
                  <a:pt x="123825" y="161925"/>
                </a:lnTo>
                <a:close/>
                <a:moveTo>
                  <a:pt x="228600" y="152400"/>
                </a:moveTo>
                <a:lnTo>
                  <a:pt x="238125" y="152400"/>
                </a:lnTo>
                <a:lnTo>
                  <a:pt x="238125" y="161925"/>
                </a:lnTo>
                <a:lnTo>
                  <a:pt x="228600" y="161925"/>
                </a:lnTo>
                <a:close/>
                <a:moveTo>
                  <a:pt x="1695450" y="152400"/>
                </a:moveTo>
                <a:lnTo>
                  <a:pt x="1704975" y="152400"/>
                </a:lnTo>
                <a:lnTo>
                  <a:pt x="1704975" y="161925"/>
                </a:lnTo>
                <a:lnTo>
                  <a:pt x="1695450" y="161925"/>
                </a:lnTo>
                <a:close/>
                <a:moveTo>
                  <a:pt x="114300" y="161925"/>
                </a:moveTo>
                <a:lnTo>
                  <a:pt x="123825" y="161925"/>
                </a:lnTo>
                <a:lnTo>
                  <a:pt x="123825" y="171450"/>
                </a:lnTo>
                <a:lnTo>
                  <a:pt x="114300" y="171450"/>
                </a:lnTo>
                <a:close/>
                <a:moveTo>
                  <a:pt x="1600200" y="161925"/>
                </a:moveTo>
                <a:lnTo>
                  <a:pt x="1609725" y="161925"/>
                </a:lnTo>
                <a:lnTo>
                  <a:pt x="1609725" y="171450"/>
                </a:lnTo>
                <a:lnTo>
                  <a:pt x="1600200" y="171450"/>
                </a:lnTo>
                <a:close/>
                <a:moveTo>
                  <a:pt x="1704975" y="161925"/>
                </a:moveTo>
                <a:lnTo>
                  <a:pt x="1714500" y="161925"/>
                </a:lnTo>
                <a:lnTo>
                  <a:pt x="1714500" y="171450"/>
                </a:lnTo>
                <a:lnTo>
                  <a:pt x="1704975" y="171450"/>
                </a:lnTo>
                <a:close/>
                <a:moveTo>
                  <a:pt x="104775" y="171450"/>
                </a:moveTo>
                <a:lnTo>
                  <a:pt x="114300" y="171450"/>
                </a:lnTo>
                <a:lnTo>
                  <a:pt x="114300" y="180975"/>
                </a:lnTo>
                <a:lnTo>
                  <a:pt x="104775" y="180975"/>
                </a:lnTo>
                <a:close/>
                <a:moveTo>
                  <a:pt x="200025" y="171450"/>
                </a:moveTo>
                <a:lnTo>
                  <a:pt x="209550" y="171450"/>
                </a:lnTo>
                <a:lnTo>
                  <a:pt x="209550" y="180975"/>
                </a:lnTo>
                <a:lnTo>
                  <a:pt x="200025" y="180975"/>
                </a:lnTo>
                <a:close/>
                <a:moveTo>
                  <a:pt x="95250" y="180975"/>
                </a:moveTo>
                <a:lnTo>
                  <a:pt x="104775" y="180975"/>
                </a:lnTo>
                <a:lnTo>
                  <a:pt x="104775" y="190500"/>
                </a:lnTo>
                <a:lnTo>
                  <a:pt x="95250" y="190500"/>
                </a:lnTo>
                <a:close/>
                <a:moveTo>
                  <a:pt x="704850" y="180975"/>
                </a:moveTo>
                <a:lnTo>
                  <a:pt x="714375" y="180975"/>
                </a:lnTo>
                <a:lnTo>
                  <a:pt x="714375" y="190500"/>
                </a:lnTo>
                <a:lnTo>
                  <a:pt x="704850" y="190500"/>
                </a:lnTo>
                <a:close/>
                <a:moveTo>
                  <a:pt x="1114425" y="180975"/>
                </a:moveTo>
                <a:lnTo>
                  <a:pt x="1123950" y="180975"/>
                </a:lnTo>
                <a:lnTo>
                  <a:pt x="1123950" y="190500"/>
                </a:lnTo>
                <a:lnTo>
                  <a:pt x="1114425" y="190500"/>
                </a:lnTo>
                <a:close/>
                <a:moveTo>
                  <a:pt x="1628775" y="180975"/>
                </a:moveTo>
                <a:lnTo>
                  <a:pt x="1638300" y="180975"/>
                </a:lnTo>
                <a:lnTo>
                  <a:pt x="1638300" y="190500"/>
                </a:lnTo>
                <a:lnTo>
                  <a:pt x="1628775" y="190500"/>
                </a:lnTo>
                <a:close/>
                <a:moveTo>
                  <a:pt x="1714500" y="180975"/>
                </a:moveTo>
                <a:lnTo>
                  <a:pt x="1724025" y="180975"/>
                </a:lnTo>
                <a:lnTo>
                  <a:pt x="1724025" y="190500"/>
                </a:lnTo>
                <a:lnTo>
                  <a:pt x="1714500" y="190500"/>
                </a:lnTo>
                <a:close/>
                <a:moveTo>
                  <a:pt x="685800" y="190500"/>
                </a:moveTo>
                <a:lnTo>
                  <a:pt x="695325" y="190500"/>
                </a:lnTo>
                <a:lnTo>
                  <a:pt x="695325" y="200025"/>
                </a:lnTo>
                <a:lnTo>
                  <a:pt x="685800" y="200025"/>
                </a:lnTo>
                <a:close/>
                <a:moveTo>
                  <a:pt x="1133475" y="190500"/>
                </a:moveTo>
                <a:lnTo>
                  <a:pt x="1143000" y="190500"/>
                </a:lnTo>
                <a:lnTo>
                  <a:pt x="1143000" y="200025"/>
                </a:lnTo>
                <a:lnTo>
                  <a:pt x="1133475" y="200025"/>
                </a:lnTo>
                <a:close/>
                <a:moveTo>
                  <a:pt x="1638300" y="190500"/>
                </a:moveTo>
                <a:lnTo>
                  <a:pt x="1647825" y="190500"/>
                </a:lnTo>
                <a:lnTo>
                  <a:pt x="1647825" y="200025"/>
                </a:lnTo>
                <a:lnTo>
                  <a:pt x="1638300" y="200025"/>
                </a:lnTo>
                <a:close/>
                <a:moveTo>
                  <a:pt x="1724025" y="190500"/>
                </a:moveTo>
                <a:lnTo>
                  <a:pt x="1733550" y="190500"/>
                </a:lnTo>
                <a:lnTo>
                  <a:pt x="1733550" y="200025"/>
                </a:lnTo>
                <a:lnTo>
                  <a:pt x="1724025" y="200025"/>
                </a:lnTo>
                <a:close/>
                <a:moveTo>
                  <a:pt x="85725" y="200025"/>
                </a:moveTo>
                <a:lnTo>
                  <a:pt x="95250" y="200025"/>
                </a:lnTo>
                <a:lnTo>
                  <a:pt x="95250" y="209550"/>
                </a:lnTo>
                <a:lnTo>
                  <a:pt x="85725" y="209550"/>
                </a:lnTo>
                <a:close/>
                <a:moveTo>
                  <a:pt x="676275" y="200025"/>
                </a:moveTo>
                <a:lnTo>
                  <a:pt x="685800" y="200025"/>
                </a:lnTo>
                <a:lnTo>
                  <a:pt x="685800" y="209550"/>
                </a:lnTo>
                <a:lnTo>
                  <a:pt x="676275" y="209550"/>
                </a:lnTo>
                <a:close/>
                <a:moveTo>
                  <a:pt x="1143000" y="200025"/>
                </a:moveTo>
                <a:lnTo>
                  <a:pt x="1152525" y="200025"/>
                </a:lnTo>
                <a:lnTo>
                  <a:pt x="1152525" y="209550"/>
                </a:lnTo>
                <a:lnTo>
                  <a:pt x="1143000" y="209550"/>
                </a:lnTo>
                <a:close/>
                <a:moveTo>
                  <a:pt x="1647825" y="200025"/>
                </a:moveTo>
                <a:lnTo>
                  <a:pt x="1657350" y="200025"/>
                </a:lnTo>
                <a:lnTo>
                  <a:pt x="1657350" y="209550"/>
                </a:lnTo>
                <a:lnTo>
                  <a:pt x="1647825" y="209550"/>
                </a:lnTo>
                <a:close/>
                <a:moveTo>
                  <a:pt x="161925" y="209550"/>
                </a:moveTo>
                <a:lnTo>
                  <a:pt x="171450" y="209550"/>
                </a:lnTo>
                <a:lnTo>
                  <a:pt x="171450" y="219075"/>
                </a:lnTo>
                <a:lnTo>
                  <a:pt x="161925" y="219075"/>
                </a:lnTo>
                <a:close/>
                <a:moveTo>
                  <a:pt x="1733550" y="209550"/>
                </a:moveTo>
                <a:lnTo>
                  <a:pt x="1743075" y="209550"/>
                </a:lnTo>
                <a:lnTo>
                  <a:pt x="1743075" y="219075"/>
                </a:lnTo>
                <a:lnTo>
                  <a:pt x="1733550" y="219075"/>
                </a:lnTo>
                <a:close/>
                <a:moveTo>
                  <a:pt x="76200" y="219075"/>
                </a:moveTo>
                <a:lnTo>
                  <a:pt x="85725" y="219075"/>
                </a:lnTo>
                <a:lnTo>
                  <a:pt x="85725" y="228600"/>
                </a:lnTo>
                <a:lnTo>
                  <a:pt x="76200" y="228600"/>
                </a:lnTo>
                <a:close/>
                <a:moveTo>
                  <a:pt x="152400" y="219075"/>
                </a:moveTo>
                <a:lnTo>
                  <a:pt x="161925" y="219075"/>
                </a:lnTo>
                <a:lnTo>
                  <a:pt x="161925" y="228600"/>
                </a:lnTo>
                <a:lnTo>
                  <a:pt x="152400" y="228600"/>
                </a:lnTo>
                <a:close/>
                <a:moveTo>
                  <a:pt x="1152525" y="219075"/>
                </a:moveTo>
                <a:lnTo>
                  <a:pt x="1162050" y="219075"/>
                </a:lnTo>
                <a:lnTo>
                  <a:pt x="1162050" y="228600"/>
                </a:lnTo>
                <a:lnTo>
                  <a:pt x="1152525" y="228600"/>
                </a:lnTo>
                <a:close/>
                <a:moveTo>
                  <a:pt x="361950" y="228600"/>
                </a:moveTo>
                <a:lnTo>
                  <a:pt x="381000" y="228600"/>
                </a:lnTo>
                <a:lnTo>
                  <a:pt x="381000" y="238125"/>
                </a:lnTo>
                <a:lnTo>
                  <a:pt x="390525" y="238125"/>
                </a:lnTo>
                <a:lnTo>
                  <a:pt x="390525" y="257175"/>
                </a:lnTo>
                <a:lnTo>
                  <a:pt x="381000" y="257175"/>
                </a:lnTo>
                <a:lnTo>
                  <a:pt x="381000" y="276225"/>
                </a:lnTo>
                <a:lnTo>
                  <a:pt x="342900" y="276225"/>
                </a:lnTo>
                <a:lnTo>
                  <a:pt x="342900" y="238125"/>
                </a:lnTo>
                <a:lnTo>
                  <a:pt x="361950" y="238125"/>
                </a:lnTo>
                <a:close/>
                <a:moveTo>
                  <a:pt x="1390650" y="228600"/>
                </a:moveTo>
                <a:lnTo>
                  <a:pt x="1419225" y="228600"/>
                </a:lnTo>
                <a:lnTo>
                  <a:pt x="1419225" y="238125"/>
                </a:lnTo>
                <a:lnTo>
                  <a:pt x="1428750" y="238125"/>
                </a:lnTo>
                <a:lnTo>
                  <a:pt x="1428750" y="266700"/>
                </a:lnTo>
                <a:lnTo>
                  <a:pt x="1419225" y="266700"/>
                </a:lnTo>
                <a:lnTo>
                  <a:pt x="1419225" y="276225"/>
                </a:lnTo>
                <a:lnTo>
                  <a:pt x="1390650" y="276225"/>
                </a:lnTo>
                <a:lnTo>
                  <a:pt x="1390650" y="266700"/>
                </a:lnTo>
                <a:lnTo>
                  <a:pt x="1381125" y="266700"/>
                </a:lnTo>
                <a:lnTo>
                  <a:pt x="1381125" y="238125"/>
                </a:lnTo>
                <a:lnTo>
                  <a:pt x="1390650" y="238125"/>
                </a:lnTo>
                <a:close/>
                <a:moveTo>
                  <a:pt x="1743075" y="228600"/>
                </a:moveTo>
                <a:lnTo>
                  <a:pt x="1752600" y="228600"/>
                </a:lnTo>
                <a:lnTo>
                  <a:pt x="1752600" y="238125"/>
                </a:lnTo>
                <a:lnTo>
                  <a:pt x="1743075" y="238125"/>
                </a:lnTo>
                <a:close/>
                <a:moveTo>
                  <a:pt x="66675" y="238125"/>
                </a:moveTo>
                <a:lnTo>
                  <a:pt x="76200" y="238125"/>
                </a:lnTo>
                <a:lnTo>
                  <a:pt x="76200" y="247650"/>
                </a:lnTo>
                <a:lnTo>
                  <a:pt x="66675" y="247650"/>
                </a:lnTo>
                <a:close/>
                <a:moveTo>
                  <a:pt x="428625" y="238125"/>
                </a:moveTo>
                <a:lnTo>
                  <a:pt x="447675" y="238125"/>
                </a:lnTo>
                <a:lnTo>
                  <a:pt x="447675" y="257175"/>
                </a:lnTo>
                <a:lnTo>
                  <a:pt x="428625" y="257175"/>
                </a:lnTo>
                <a:close/>
                <a:moveTo>
                  <a:pt x="657225" y="238125"/>
                </a:moveTo>
                <a:lnTo>
                  <a:pt x="666750" y="238125"/>
                </a:lnTo>
                <a:lnTo>
                  <a:pt x="666750" y="276225"/>
                </a:lnTo>
                <a:lnTo>
                  <a:pt x="657225" y="276225"/>
                </a:lnTo>
                <a:close/>
                <a:moveTo>
                  <a:pt x="1676400" y="238125"/>
                </a:moveTo>
                <a:lnTo>
                  <a:pt x="1685925" y="238125"/>
                </a:lnTo>
                <a:lnTo>
                  <a:pt x="1685925" y="247650"/>
                </a:lnTo>
                <a:lnTo>
                  <a:pt x="1676400" y="247650"/>
                </a:lnTo>
                <a:close/>
                <a:moveTo>
                  <a:pt x="133350" y="247650"/>
                </a:moveTo>
                <a:lnTo>
                  <a:pt x="142875" y="247650"/>
                </a:lnTo>
                <a:lnTo>
                  <a:pt x="142875" y="257175"/>
                </a:lnTo>
                <a:lnTo>
                  <a:pt x="133350" y="257175"/>
                </a:lnTo>
                <a:close/>
                <a:moveTo>
                  <a:pt x="457200" y="247650"/>
                </a:moveTo>
                <a:lnTo>
                  <a:pt x="485775" y="247650"/>
                </a:lnTo>
                <a:lnTo>
                  <a:pt x="485775" y="257175"/>
                </a:lnTo>
                <a:lnTo>
                  <a:pt x="457200" y="257175"/>
                </a:lnTo>
                <a:close/>
                <a:moveTo>
                  <a:pt x="1752600" y="247650"/>
                </a:moveTo>
                <a:lnTo>
                  <a:pt x="1762125" y="247650"/>
                </a:lnTo>
                <a:lnTo>
                  <a:pt x="1762125" y="266700"/>
                </a:lnTo>
                <a:lnTo>
                  <a:pt x="1752600" y="266700"/>
                </a:lnTo>
                <a:close/>
                <a:moveTo>
                  <a:pt x="57150" y="257175"/>
                </a:moveTo>
                <a:lnTo>
                  <a:pt x="66675" y="257175"/>
                </a:lnTo>
                <a:lnTo>
                  <a:pt x="66675" y="276225"/>
                </a:lnTo>
                <a:lnTo>
                  <a:pt x="57150" y="276225"/>
                </a:lnTo>
                <a:close/>
                <a:moveTo>
                  <a:pt x="1685925" y="257175"/>
                </a:moveTo>
                <a:lnTo>
                  <a:pt x="1695450" y="257175"/>
                </a:lnTo>
                <a:lnTo>
                  <a:pt x="1695450" y="266700"/>
                </a:lnTo>
                <a:lnTo>
                  <a:pt x="1685925" y="266700"/>
                </a:lnTo>
                <a:close/>
                <a:moveTo>
                  <a:pt x="428625" y="266700"/>
                </a:moveTo>
                <a:lnTo>
                  <a:pt x="447675" y="266700"/>
                </a:lnTo>
                <a:lnTo>
                  <a:pt x="447675" y="276225"/>
                </a:lnTo>
                <a:lnTo>
                  <a:pt x="428625" y="276225"/>
                </a:lnTo>
                <a:close/>
                <a:moveTo>
                  <a:pt x="123825" y="276225"/>
                </a:moveTo>
                <a:lnTo>
                  <a:pt x="133350" y="276225"/>
                </a:lnTo>
                <a:lnTo>
                  <a:pt x="133350" y="285750"/>
                </a:lnTo>
                <a:lnTo>
                  <a:pt x="123825" y="285750"/>
                </a:lnTo>
                <a:close/>
                <a:moveTo>
                  <a:pt x="1762125" y="276225"/>
                </a:moveTo>
                <a:lnTo>
                  <a:pt x="1771650" y="276225"/>
                </a:lnTo>
                <a:lnTo>
                  <a:pt x="1771650" y="295275"/>
                </a:lnTo>
                <a:lnTo>
                  <a:pt x="1762125" y="295275"/>
                </a:lnTo>
                <a:close/>
                <a:moveTo>
                  <a:pt x="666750" y="285750"/>
                </a:moveTo>
                <a:lnTo>
                  <a:pt x="676275" y="285750"/>
                </a:lnTo>
                <a:lnTo>
                  <a:pt x="676275" y="295275"/>
                </a:lnTo>
                <a:lnTo>
                  <a:pt x="666750" y="295275"/>
                </a:lnTo>
                <a:close/>
                <a:moveTo>
                  <a:pt x="1152525" y="285750"/>
                </a:moveTo>
                <a:lnTo>
                  <a:pt x="1162050" y="285750"/>
                </a:lnTo>
                <a:lnTo>
                  <a:pt x="1162050" y="295275"/>
                </a:lnTo>
                <a:lnTo>
                  <a:pt x="1152525" y="295275"/>
                </a:lnTo>
                <a:close/>
                <a:moveTo>
                  <a:pt x="1695450" y="285750"/>
                </a:moveTo>
                <a:lnTo>
                  <a:pt x="1704975" y="285750"/>
                </a:lnTo>
                <a:lnTo>
                  <a:pt x="1704975" y="295275"/>
                </a:lnTo>
                <a:lnTo>
                  <a:pt x="1695450" y="295275"/>
                </a:lnTo>
                <a:close/>
                <a:moveTo>
                  <a:pt x="47625" y="295275"/>
                </a:moveTo>
                <a:lnTo>
                  <a:pt x="57150" y="295275"/>
                </a:lnTo>
                <a:lnTo>
                  <a:pt x="57150" y="323850"/>
                </a:lnTo>
                <a:lnTo>
                  <a:pt x="47625" y="323850"/>
                </a:lnTo>
                <a:close/>
                <a:moveTo>
                  <a:pt x="114300" y="304800"/>
                </a:moveTo>
                <a:lnTo>
                  <a:pt x="123825" y="304800"/>
                </a:lnTo>
                <a:lnTo>
                  <a:pt x="123825" y="323850"/>
                </a:lnTo>
                <a:lnTo>
                  <a:pt x="114300" y="323850"/>
                </a:lnTo>
                <a:close/>
                <a:moveTo>
                  <a:pt x="1123950" y="314325"/>
                </a:moveTo>
                <a:lnTo>
                  <a:pt x="1133475" y="314325"/>
                </a:lnTo>
                <a:lnTo>
                  <a:pt x="1133475" y="323850"/>
                </a:lnTo>
                <a:lnTo>
                  <a:pt x="1123950" y="323850"/>
                </a:lnTo>
                <a:close/>
                <a:moveTo>
                  <a:pt x="1704975" y="314325"/>
                </a:moveTo>
                <a:lnTo>
                  <a:pt x="1714500" y="314325"/>
                </a:lnTo>
                <a:lnTo>
                  <a:pt x="1714500" y="342900"/>
                </a:lnTo>
                <a:lnTo>
                  <a:pt x="1704975" y="342900"/>
                </a:lnTo>
                <a:close/>
                <a:moveTo>
                  <a:pt x="1771650" y="314325"/>
                </a:moveTo>
                <a:lnTo>
                  <a:pt x="1781175" y="314325"/>
                </a:lnTo>
                <a:lnTo>
                  <a:pt x="1781175" y="352425"/>
                </a:lnTo>
                <a:lnTo>
                  <a:pt x="1771650" y="352425"/>
                </a:lnTo>
                <a:close/>
                <a:moveTo>
                  <a:pt x="714375" y="323850"/>
                </a:moveTo>
                <a:lnTo>
                  <a:pt x="723900" y="323850"/>
                </a:lnTo>
                <a:lnTo>
                  <a:pt x="723900" y="333375"/>
                </a:lnTo>
                <a:lnTo>
                  <a:pt x="714375" y="333375"/>
                </a:lnTo>
                <a:close/>
                <a:moveTo>
                  <a:pt x="1095375" y="323850"/>
                </a:moveTo>
                <a:lnTo>
                  <a:pt x="1114425" y="323850"/>
                </a:lnTo>
                <a:lnTo>
                  <a:pt x="1114425" y="333375"/>
                </a:lnTo>
                <a:lnTo>
                  <a:pt x="1095375" y="333375"/>
                </a:lnTo>
                <a:close/>
                <a:moveTo>
                  <a:pt x="38100" y="342900"/>
                </a:moveTo>
                <a:lnTo>
                  <a:pt x="47625" y="342900"/>
                </a:lnTo>
                <a:lnTo>
                  <a:pt x="47625" y="695325"/>
                </a:lnTo>
                <a:lnTo>
                  <a:pt x="38100" y="695325"/>
                </a:lnTo>
                <a:close/>
                <a:moveTo>
                  <a:pt x="104775" y="352425"/>
                </a:moveTo>
                <a:lnTo>
                  <a:pt x="114300" y="352425"/>
                </a:lnTo>
                <a:lnTo>
                  <a:pt x="114300" y="390525"/>
                </a:lnTo>
                <a:lnTo>
                  <a:pt x="104775" y="390525"/>
                </a:lnTo>
                <a:close/>
                <a:moveTo>
                  <a:pt x="1781175" y="381000"/>
                </a:moveTo>
                <a:lnTo>
                  <a:pt x="1790700" y="381000"/>
                </a:lnTo>
                <a:lnTo>
                  <a:pt x="1790700" y="1114425"/>
                </a:lnTo>
                <a:lnTo>
                  <a:pt x="1781175" y="1114425"/>
                </a:lnTo>
                <a:close/>
                <a:moveTo>
                  <a:pt x="733425" y="419100"/>
                </a:moveTo>
                <a:lnTo>
                  <a:pt x="742950" y="419100"/>
                </a:lnTo>
                <a:lnTo>
                  <a:pt x="742950" y="428625"/>
                </a:lnTo>
                <a:lnTo>
                  <a:pt x="752475" y="428625"/>
                </a:lnTo>
                <a:lnTo>
                  <a:pt x="752475" y="438150"/>
                </a:lnTo>
                <a:lnTo>
                  <a:pt x="819150" y="438150"/>
                </a:lnTo>
                <a:lnTo>
                  <a:pt x="819150" y="428625"/>
                </a:lnTo>
                <a:lnTo>
                  <a:pt x="828675" y="428625"/>
                </a:lnTo>
                <a:lnTo>
                  <a:pt x="828675" y="438150"/>
                </a:lnTo>
                <a:lnTo>
                  <a:pt x="866775" y="438150"/>
                </a:lnTo>
                <a:lnTo>
                  <a:pt x="866775" y="428625"/>
                </a:lnTo>
                <a:lnTo>
                  <a:pt x="876300" y="428625"/>
                </a:lnTo>
                <a:lnTo>
                  <a:pt x="876300" y="419100"/>
                </a:lnTo>
                <a:lnTo>
                  <a:pt x="904875" y="419100"/>
                </a:lnTo>
                <a:lnTo>
                  <a:pt x="904875" y="428625"/>
                </a:lnTo>
                <a:lnTo>
                  <a:pt x="923925" y="428625"/>
                </a:lnTo>
                <a:lnTo>
                  <a:pt x="923925" y="438150"/>
                </a:lnTo>
                <a:lnTo>
                  <a:pt x="942975" y="438150"/>
                </a:lnTo>
                <a:lnTo>
                  <a:pt x="942975" y="447675"/>
                </a:lnTo>
                <a:lnTo>
                  <a:pt x="952500" y="447675"/>
                </a:lnTo>
                <a:lnTo>
                  <a:pt x="952500" y="457200"/>
                </a:lnTo>
                <a:lnTo>
                  <a:pt x="942975" y="457200"/>
                </a:lnTo>
                <a:lnTo>
                  <a:pt x="942975" y="476250"/>
                </a:lnTo>
                <a:lnTo>
                  <a:pt x="923925" y="476250"/>
                </a:lnTo>
                <a:lnTo>
                  <a:pt x="923925" y="466725"/>
                </a:lnTo>
                <a:lnTo>
                  <a:pt x="828675" y="466725"/>
                </a:lnTo>
                <a:lnTo>
                  <a:pt x="828675" y="457200"/>
                </a:lnTo>
                <a:lnTo>
                  <a:pt x="809625" y="457200"/>
                </a:lnTo>
                <a:lnTo>
                  <a:pt x="809625" y="466725"/>
                </a:lnTo>
                <a:lnTo>
                  <a:pt x="742950" y="466725"/>
                </a:lnTo>
                <a:lnTo>
                  <a:pt x="742950" y="476250"/>
                </a:lnTo>
                <a:lnTo>
                  <a:pt x="733425" y="476250"/>
                </a:lnTo>
                <a:lnTo>
                  <a:pt x="733425" y="466725"/>
                </a:lnTo>
                <a:lnTo>
                  <a:pt x="723900" y="466725"/>
                </a:lnTo>
                <a:lnTo>
                  <a:pt x="723900" y="447675"/>
                </a:lnTo>
                <a:lnTo>
                  <a:pt x="733425" y="447675"/>
                </a:lnTo>
                <a:lnTo>
                  <a:pt x="733425" y="438150"/>
                </a:lnTo>
                <a:lnTo>
                  <a:pt x="723900" y="438150"/>
                </a:lnTo>
                <a:lnTo>
                  <a:pt x="723900" y="428625"/>
                </a:lnTo>
                <a:lnTo>
                  <a:pt x="733425" y="428625"/>
                </a:lnTo>
                <a:close/>
                <a:moveTo>
                  <a:pt x="333375" y="428625"/>
                </a:moveTo>
                <a:lnTo>
                  <a:pt x="428625" y="428625"/>
                </a:lnTo>
                <a:lnTo>
                  <a:pt x="428625" y="438150"/>
                </a:lnTo>
                <a:lnTo>
                  <a:pt x="438150" y="438150"/>
                </a:lnTo>
                <a:lnTo>
                  <a:pt x="438150" y="447675"/>
                </a:lnTo>
                <a:lnTo>
                  <a:pt x="447675" y="447675"/>
                </a:lnTo>
                <a:lnTo>
                  <a:pt x="447675" y="438150"/>
                </a:lnTo>
                <a:lnTo>
                  <a:pt x="466725" y="438150"/>
                </a:lnTo>
                <a:lnTo>
                  <a:pt x="466725" y="428625"/>
                </a:lnTo>
                <a:lnTo>
                  <a:pt x="476250" y="428625"/>
                </a:lnTo>
                <a:lnTo>
                  <a:pt x="476250" y="438150"/>
                </a:lnTo>
                <a:lnTo>
                  <a:pt x="514350" y="438150"/>
                </a:lnTo>
                <a:lnTo>
                  <a:pt x="514350" y="447675"/>
                </a:lnTo>
                <a:lnTo>
                  <a:pt x="523875" y="447675"/>
                </a:lnTo>
                <a:lnTo>
                  <a:pt x="523875" y="438150"/>
                </a:lnTo>
                <a:lnTo>
                  <a:pt x="533400" y="438150"/>
                </a:lnTo>
                <a:lnTo>
                  <a:pt x="533400" y="428625"/>
                </a:lnTo>
                <a:lnTo>
                  <a:pt x="561975" y="428625"/>
                </a:lnTo>
                <a:lnTo>
                  <a:pt x="561975" y="438150"/>
                </a:lnTo>
                <a:lnTo>
                  <a:pt x="590550" y="438150"/>
                </a:lnTo>
                <a:lnTo>
                  <a:pt x="590550" y="457200"/>
                </a:lnTo>
                <a:lnTo>
                  <a:pt x="571500" y="457200"/>
                </a:lnTo>
                <a:lnTo>
                  <a:pt x="571500" y="466725"/>
                </a:lnTo>
                <a:lnTo>
                  <a:pt x="447675" y="466725"/>
                </a:lnTo>
                <a:lnTo>
                  <a:pt x="447675" y="457200"/>
                </a:lnTo>
                <a:lnTo>
                  <a:pt x="438150" y="457200"/>
                </a:lnTo>
                <a:lnTo>
                  <a:pt x="438150" y="466725"/>
                </a:lnTo>
                <a:lnTo>
                  <a:pt x="419100" y="466725"/>
                </a:lnTo>
                <a:lnTo>
                  <a:pt x="419100" y="457200"/>
                </a:lnTo>
                <a:lnTo>
                  <a:pt x="390525" y="457200"/>
                </a:lnTo>
                <a:lnTo>
                  <a:pt x="390525" y="466725"/>
                </a:lnTo>
                <a:lnTo>
                  <a:pt x="361950" y="466725"/>
                </a:lnTo>
                <a:lnTo>
                  <a:pt x="361950" y="457200"/>
                </a:lnTo>
                <a:lnTo>
                  <a:pt x="352425" y="457200"/>
                </a:lnTo>
                <a:lnTo>
                  <a:pt x="352425" y="466725"/>
                </a:lnTo>
                <a:lnTo>
                  <a:pt x="342900" y="466725"/>
                </a:lnTo>
                <a:lnTo>
                  <a:pt x="342900" y="457200"/>
                </a:lnTo>
                <a:lnTo>
                  <a:pt x="333375" y="457200"/>
                </a:lnTo>
                <a:close/>
                <a:moveTo>
                  <a:pt x="638175" y="428625"/>
                </a:moveTo>
                <a:lnTo>
                  <a:pt x="657225" y="428625"/>
                </a:lnTo>
                <a:lnTo>
                  <a:pt x="657225" y="438150"/>
                </a:lnTo>
                <a:lnTo>
                  <a:pt x="695325" y="438150"/>
                </a:lnTo>
                <a:lnTo>
                  <a:pt x="695325" y="466725"/>
                </a:lnTo>
                <a:lnTo>
                  <a:pt x="628650" y="466725"/>
                </a:lnTo>
                <a:lnTo>
                  <a:pt x="628650" y="438150"/>
                </a:lnTo>
                <a:lnTo>
                  <a:pt x="638175" y="438150"/>
                </a:lnTo>
                <a:close/>
                <a:moveTo>
                  <a:pt x="180975" y="438150"/>
                </a:moveTo>
                <a:lnTo>
                  <a:pt x="228600" y="438150"/>
                </a:lnTo>
                <a:lnTo>
                  <a:pt x="228600" y="447675"/>
                </a:lnTo>
                <a:lnTo>
                  <a:pt x="257175" y="447675"/>
                </a:lnTo>
                <a:lnTo>
                  <a:pt x="257175" y="438150"/>
                </a:lnTo>
                <a:lnTo>
                  <a:pt x="276225" y="438150"/>
                </a:lnTo>
                <a:lnTo>
                  <a:pt x="276225" y="476250"/>
                </a:lnTo>
                <a:lnTo>
                  <a:pt x="266700" y="476250"/>
                </a:lnTo>
                <a:lnTo>
                  <a:pt x="266700" y="485775"/>
                </a:lnTo>
                <a:lnTo>
                  <a:pt x="276225" y="485775"/>
                </a:lnTo>
                <a:lnTo>
                  <a:pt x="276225" y="495300"/>
                </a:lnTo>
                <a:lnTo>
                  <a:pt x="257175" y="495300"/>
                </a:lnTo>
                <a:lnTo>
                  <a:pt x="257175" y="476250"/>
                </a:lnTo>
                <a:lnTo>
                  <a:pt x="247650" y="476250"/>
                </a:lnTo>
                <a:lnTo>
                  <a:pt x="247650" y="495300"/>
                </a:lnTo>
                <a:lnTo>
                  <a:pt x="238125" y="495300"/>
                </a:lnTo>
                <a:lnTo>
                  <a:pt x="238125" y="504825"/>
                </a:lnTo>
                <a:lnTo>
                  <a:pt x="190500" y="504825"/>
                </a:lnTo>
                <a:lnTo>
                  <a:pt x="190500" y="495300"/>
                </a:lnTo>
                <a:lnTo>
                  <a:pt x="180975" y="495300"/>
                </a:lnTo>
                <a:close/>
                <a:moveTo>
                  <a:pt x="1714500" y="466725"/>
                </a:moveTo>
                <a:lnTo>
                  <a:pt x="1724025" y="466725"/>
                </a:lnTo>
                <a:lnTo>
                  <a:pt x="1724025" y="495300"/>
                </a:lnTo>
                <a:lnTo>
                  <a:pt x="1714500" y="495300"/>
                </a:lnTo>
                <a:close/>
                <a:moveTo>
                  <a:pt x="1714500" y="590550"/>
                </a:moveTo>
                <a:lnTo>
                  <a:pt x="1724025" y="590550"/>
                </a:lnTo>
                <a:lnTo>
                  <a:pt x="1724025" y="3371850"/>
                </a:lnTo>
                <a:lnTo>
                  <a:pt x="1714500" y="3371850"/>
                </a:lnTo>
                <a:close/>
                <a:moveTo>
                  <a:pt x="209550" y="647700"/>
                </a:moveTo>
                <a:lnTo>
                  <a:pt x="228600" y="647700"/>
                </a:lnTo>
                <a:lnTo>
                  <a:pt x="228600" y="666750"/>
                </a:lnTo>
                <a:lnTo>
                  <a:pt x="219075" y="666750"/>
                </a:lnTo>
                <a:lnTo>
                  <a:pt x="219075" y="676275"/>
                </a:lnTo>
                <a:lnTo>
                  <a:pt x="200025" y="676275"/>
                </a:lnTo>
                <a:lnTo>
                  <a:pt x="200025" y="666750"/>
                </a:lnTo>
                <a:lnTo>
                  <a:pt x="209550" y="666750"/>
                </a:lnTo>
                <a:close/>
                <a:moveTo>
                  <a:pt x="371475" y="666750"/>
                </a:moveTo>
                <a:lnTo>
                  <a:pt x="381000" y="666750"/>
                </a:lnTo>
                <a:lnTo>
                  <a:pt x="381000" y="676275"/>
                </a:lnTo>
                <a:lnTo>
                  <a:pt x="371475" y="676275"/>
                </a:lnTo>
                <a:close/>
                <a:moveTo>
                  <a:pt x="866775" y="666750"/>
                </a:moveTo>
                <a:lnTo>
                  <a:pt x="876300" y="666750"/>
                </a:lnTo>
                <a:lnTo>
                  <a:pt x="876300" y="676275"/>
                </a:lnTo>
                <a:lnTo>
                  <a:pt x="866775" y="676275"/>
                </a:lnTo>
                <a:close/>
                <a:moveTo>
                  <a:pt x="733425" y="676275"/>
                </a:moveTo>
                <a:lnTo>
                  <a:pt x="742950" y="676275"/>
                </a:lnTo>
                <a:lnTo>
                  <a:pt x="742950" y="685800"/>
                </a:lnTo>
                <a:lnTo>
                  <a:pt x="733425" y="685800"/>
                </a:lnTo>
                <a:close/>
                <a:moveTo>
                  <a:pt x="190500" y="685800"/>
                </a:moveTo>
                <a:lnTo>
                  <a:pt x="209550" y="685800"/>
                </a:lnTo>
                <a:lnTo>
                  <a:pt x="209550" y="695325"/>
                </a:lnTo>
                <a:lnTo>
                  <a:pt x="190500" y="695325"/>
                </a:lnTo>
                <a:close/>
                <a:moveTo>
                  <a:pt x="352425" y="685800"/>
                </a:moveTo>
                <a:lnTo>
                  <a:pt x="371475" y="685800"/>
                </a:lnTo>
                <a:lnTo>
                  <a:pt x="371475" y="714375"/>
                </a:lnTo>
                <a:lnTo>
                  <a:pt x="361950" y="714375"/>
                </a:lnTo>
                <a:lnTo>
                  <a:pt x="361950" y="723900"/>
                </a:lnTo>
                <a:lnTo>
                  <a:pt x="352425" y="723900"/>
                </a:lnTo>
                <a:lnTo>
                  <a:pt x="352425" y="742950"/>
                </a:lnTo>
                <a:lnTo>
                  <a:pt x="342900" y="742950"/>
                </a:lnTo>
                <a:lnTo>
                  <a:pt x="342900" y="733425"/>
                </a:lnTo>
                <a:lnTo>
                  <a:pt x="323850" y="733425"/>
                </a:lnTo>
                <a:lnTo>
                  <a:pt x="323850" y="714375"/>
                </a:lnTo>
                <a:lnTo>
                  <a:pt x="333375" y="714375"/>
                </a:lnTo>
                <a:lnTo>
                  <a:pt x="333375" y="704850"/>
                </a:lnTo>
                <a:lnTo>
                  <a:pt x="342900" y="704850"/>
                </a:lnTo>
                <a:lnTo>
                  <a:pt x="342900" y="695325"/>
                </a:lnTo>
                <a:lnTo>
                  <a:pt x="352425" y="695325"/>
                </a:lnTo>
                <a:close/>
                <a:moveTo>
                  <a:pt x="533400" y="685800"/>
                </a:moveTo>
                <a:lnTo>
                  <a:pt x="542925" y="685800"/>
                </a:lnTo>
                <a:lnTo>
                  <a:pt x="542925" y="695325"/>
                </a:lnTo>
                <a:lnTo>
                  <a:pt x="552450" y="695325"/>
                </a:lnTo>
                <a:lnTo>
                  <a:pt x="552450" y="704850"/>
                </a:lnTo>
                <a:lnTo>
                  <a:pt x="542925" y="704850"/>
                </a:lnTo>
                <a:lnTo>
                  <a:pt x="542925" y="714375"/>
                </a:lnTo>
                <a:lnTo>
                  <a:pt x="533400" y="714375"/>
                </a:lnTo>
                <a:lnTo>
                  <a:pt x="533400" y="723900"/>
                </a:lnTo>
                <a:lnTo>
                  <a:pt x="542925" y="723900"/>
                </a:lnTo>
                <a:lnTo>
                  <a:pt x="542925" y="733425"/>
                </a:lnTo>
                <a:lnTo>
                  <a:pt x="514350" y="733425"/>
                </a:lnTo>
                <a:lnTo>
                  <a:pt x="514350" y="714375"/>
                </a:lnTo>
                <a:lnTo>
                  <a:pt x="523875" y="714375"/>
                </a:lnTo>
                <a:lnTo>
                  <a:pt x="523875" y="704850"/>
                </a:lnTo>
                <a:lnTo>
                  <a:pt x="533400" y="704850"/>
                </a:lnTo>
                <a:close/>
                <a:moveTo>
                  <a:pt x="685800" y="685800"/>
                </a:moveTo>
                <a:lnTo>
                  <a:pt x="704850" y="685800"/>
                </a:lnTo>
                <a:lnTo>
                  <a:pt x="704850" y="695325"/>
                </a:lnTo>
                <a:lnTo>
                  <a:pt x="723900" y="695325"/>
                </a:lnTo>
                <a:lnTo>
                  <a:pt x="723900" y="714375"/>
                </a:lnTo>
                <a:lnTo>
                  <a:pt x="733425" y="714375"/>
                </a:lnTo>
                <a:lnTo>
                  <a:pt x="733425" y="733425"/>
                </a:lnTo>
                <a:lnTo>
                  <a:pt x="704850" y="733425"/>
                </a:lnTo>
                <a:lnTo>
                  <a:pt x="704850" y="714375"/>
                </a:lnTo>
                <a:lnTo>
                  <a:pt x="695325" y="714375"/>
                </a:lnTo>
                <a:lnTo>
                  <a:pt x="695325" y="733425"/>
                </a:lnTo>
                <a:lnTo>
                  <a:pt x="685800" y="733425"/>
                </a:lnTo>
                <a:lnTo>
                  <a:pt x="685800" y="742950"/>
                </a:lnTo>
                <a:lnTo>
                  <a:pt x="676275" y="742950"/>
                </a:lnTo>
                <a:lnTo>
                  <a:pt x="676275" y="733425"/>
                </a:lnTo>
                <a:lnTo>
                  <a:pt x="666750" y="733425"/>
                </a:lnTo>
                <a:lnTo>
                  <a:pt x="666750" y="704850"/>
                </a:lnTo>
                <a:lnTo>
                  <a:pt x="676275" y="704850"/>
                </a:lnTo>
                <a:lnTo>
                  <a:pt x="676275" y="695325"/>
                </a:lnTo>
                <a:lnTo>
                  <a:pt x="685800" y="695325"/>
                </a:lnTo>
                <a:close/>
                <a:moveTo>
                  <a:pt x="180975" y="695325"/>
                </a:moveTo>
                <a:lnTo>
                  <a:pt x="190500" y="695325"/>
                </a:lnTo>
                <a:lnTo>
                  <a:pt x="190500" y="704850"/>
                </a:lnTo>
                <a:lnTo>
                  <a:pt x="209550" y="704850"/>
                </a:lnTo>
                <a:lnTo>
                  <a:pt x="209550" y="714375"/>
                </a:lnTo>
                <a:lnTo>
                  <a:pt x="200025" y="714375"/>
                </a:lnTo>
                <a:lnTo>
                  <a:pt x="200025" y="723900"/>
                </a:lnTo>
                <a:lnTo>
                  <a:pt x="190500" y="723900"/>
                </a:lnTo>
                <a:lnTo>
                  <a:pt x="190500" y="733425"/>
                </a:lnTo>
                <a:lnTo>
                  <a:pt x="200025" y="733425"/>
                </a:lnTo>
                <a:lnTo>
                  <a:pt x="200025" y="742950"/>
                </a:lnTo>
                <a:lnTo>
                  <a:pt x="180975" y="742950"/>
                </a:lnTo>
                <a:lnTo>
                  <a:pt x="180975" y="733425"/>
                </a:lnTo>
                <a:lnTo>
                  <a:pt x="171450" y="733425"/>
                </a:lnTo>
                <a:lnTo>
                  <a:pt x="171450" y="714375"/>
                </a:lnTo>
                <a:lnTo>
                  <a:pt x="180975" y="714375"/>
                </a:lnTo>
                <a:close/>
                <a:moveTo>
                  <a:pt x="800100" y="695325"/>
                </a:moveTo>
                <a:lnTo>
                  <a:pt x="819150" y="695325"/>
                </a:lnTo>
                <a:lnTo>
                  <a:pt x="819150" y="704850"/>
                </a:lnTo>
                <a:lnTo>
                  <a:pt x="809625" y="704850"/>
                </a:lnTo>
                <a:lnTo>
                  <a:pt x="809625" y="714375"/>
                </a:lnTo>
                <a:lnTo>
                  <a:pt x="819150" y="714375"/>
                </a:lnTo>
                <a:lnTo>
                  <a:pt x="819150" y="704850"/>
                </a:lnTo>
                <a:lnTo>
                  <a:pt x="828675" y="704850"/>
                </a:lnTo>
                <a:lnTo>
                  <a:pt x="828675" y="723900"/>
                </a:lnTo>
                <a:lnTo>
                  <a:pt x="847725" y="723900"/>
                </a:lnTo>
                <a:lnTo>
                  <a:pt x="847725" y="733425"/>
                </a:lnTo>
                <a:lnTo>
                  <a:pt x="781050" y="733425"/>
                </a:lnTo>
                <a:lnTo>
                  <a:pt x="781050" y="723900"/>
                </a:lnTo>
                <a:lnTo>
                  <a:pt x="790575" y="723900"/>
                </a:lnTo>
                <a:lnTo>
                  <a:pt x="790575" y="704850"/>
                </a:lnTo>
                <a:lnTo>
                  <a:pt x="800100" y="704850"/>
                </a:lnTo>
                <a:close/>
                <a:moveTo>
                  <a:pt x="981075" y="695325"/>
                </a:moveTo>
                <a:lnTo>
                  <a:pt x="990600" y="695325"/>
                </a:lnTo>
                <a:lnTo>
                  <a:pt x="990600" y="704850"/>
                </a:lnTo>
                <a:lnTo>
                  <a:pt x="1009650" y="704850"/>
                </a:lnTo>
                <a:lnTo>
                  <a:pt x="1009650" y="714375"/>
                </a:lnTo>
                <a:lnTo>
                  <a:pt x="1019175" y="714375"/>
                </a:lnTo>
                <a:lnTo>
                  <a:pt x="1019175" y="704850"/>
                </a:lnTo>
                <a:lnTo>
                  <a:pt x="1038225" y="704850"/>
                </a:lnTo>
                <a:lnTo>
                  <a:pt x="1038225" y="695325"/>
                </a:lnTo>
                <a:lnTo>
                  <a:pt x="1057275" y="695325"/>
                </a:lnTo>
                <a:lnTo>
                  <a:pt x="1057275" y="704850"/>
                </a:lnTo>
                <a:lnTo>
                  <a:pt x="1047750" y="704850"/>
                </a:lnTo>
                <a:lnTo>
                  <a:pt x="1047750" y="714375"/>
                </a:lnTo>
                <a:lnTo>
                  <a:pt x="1038225" y="714375"/>
                </a:lnTo>
                <a:lnTo>
                  <a:pt x="1038225" y="723900"/>
                </a:lnTo>
                <a:lnTo>
                  <a:pt x="1047750" y="723900"/>
                </a:lnTo>
                <a:lnTo>
                  <a:pt x="1047750" y="733425"/>
                </a:lnTo>
                <a:lnTo>
                  <a:pt x="1038225" y="733425"/>
                </a:lnTo>
                <a:lnTo>
                  <a:pt x="1038225" y="742950"/>
                </a:lnTo>
                <a:lnTo>
                  <a:pt x="1009650" y="742950"/>
                </a:lnTo>
                <a:lnTo>
                  <a:pt x="1009650" y="733425"/>
                </a:lnTo>
                <a:lnTo>
                  <a:pt x="990600" y="733425"/>
                </a:lnTo>
                <a:lnTo>
                  <a:pt x="990600" y="723900"/>
                </a:lnTo>
                <a:lnTo>
                  <a:pt x="981075" y="723900"/>
                </a:lnTo>
                <a:lnTo>
                  <a:pt x="981075" y="733425"/>
                </a:lnTo>
                <a:lnTo>
                  <a:pt x="971550" y="733425"/>
                </a:lnTo>
                <a:lnTo>
                  <a:pt x="971550" y="742950"/>
                </a:lnTo>
                <a:lnTo>
                  <a:pt x="942975" y="742950"/>
                </a:lnTo>
                <a:lnTo>
                  <a:pt x="942975" y="733425"/>
                </a:lnTo>
                <a:lnTo>
                  <a:pt x="876300" y="733425"/>
                </a:lnTo>
                <a:lnTo>
                  <a:pt x="876300" y="704850"/>
                </a:lnTo>
                <a:lnTo>
                  <a:pt x="933450" y="704850"/>
                </a:lnTo>
                <a:lnTo>
                  <a:pt x="933450" y="714375"/>
                </a:lnTo>
                <a:lnTo>
                  <a:pt x="942975" y="714375"/>
                </a:lnTo>
                <a:lnTo>
                  <a:pt x="942975" y="723900"/>
                </a:lnTo>
                <a:lnTo>
                  <a:pt x="962025" y="723900"/>
                </a:lnTo>
                <a:lnTo>
                  <a:pt x="962025" y="714375"/>
                </a:lnTo>
                <a:lnTo>
                  <a:pt x="971550" y="714375"/>
                </a:lnTo>
                <a:lnTo>
                  <a:pt x="971550" y="704850"/>
                </a:lnTo>
                <a:lnTo>
                  <a:pt x="981075" y="704850"/>
                </a:lnTo>
                <a:close/>
                <a:moveTo>
                  <a:pt x="1085850" y="695325"/>
                </a:moveTo>
                <a:lnTo>
                  <a:pt x="1104900" y="695325"/>
                </a:lnTo>
                <a:lnTo>
                  <a:pt x="1104900" y="714375"/>
                </a:lnTo>
                <a:lnTo>
                  <a:pt x="1095375" y="714375"/>
                </a:lnTo>
                <a:lnTo>
                  <a:pt x="1095375" y="723900"/>
                </a:lnTo>
                <a:lnTo>
                  <a:pt x="1104900" y="723900"/>
                </a:lnTo>
                <a:lnTo>
                  <a:pt x="1104900" y="733425"/>
                </a:lnTo>
                <a:lnTo>
                  <a:pt x="1095375" y="733425"/>
                </a:lnTo>
                <a:lnTo>
                  <a:pt x="1095375" y="742950"/>
                </a:lnTo>
                <a:lnTo>
                  <a:pt x="1085850" y="742950"/>
                </a:lnTo>
                <a:lnTo>
                  <a:pt x="1085850" y="733425"/>
                </a:lnTo>
                <a:lnTo>
                  <a:pt x="1076325" y="733425"/>
                </a:lnTo>
                <a:lnTo>
                  <a:pt x="1076325" y="704850"/>
                </a:lnTo>
                <a:lnTo>
                  <a:pt x="1085850" y="704850"/>
                </a:lnTo>
                <a:close/>
                <a:moveTo>
                  <a:pt x="28575" y="704850"/>
                </a:moveTo>
                <a:lnTo>
                  <a:pt x="38100" y="704850"/>
                </a:lnTo>
                <a:lnTo>
                  <a:pt x="38100" y="714375"/>
                </a:lnTo>
                <a:lnTo>
                  <a:pt x="28575" y="714375"/>
                </a:lnTo>
                <a:close/>
                <a:moveTo>
                  <a:pt x="428625" y="704850"/>
                </a:moveTo>
                <a:lnTo>
                  <a:pt x="457200" y="704850"/>
                </a:lnTo>
                <a:lnTo>
                  <a:pt x="457200" y="733425"/>
                </a:lnTo>
                <a:lnTo>
                  <a:pt x="409575" y="733425"/>
                </a:lnTo>
                <a:lnTo>
                  <a:pt x="409575" y="723900"/>
                </a:lnTo>
                <a:lnTo>
                  <a:pt x="419100" y="723900"/>
                </a:lnTo>
                <a:lnTo>
                  <a:pt x="419100" y="714375"/>
                </a:lnTo>
                <a:lnTo>
                  <a:pt x="428625" y="714375"/>
                </a:lnTo>
                <a:close/>
                <a:moveTo>
                  <a:pt x="571500" y="704850"/>
                </a:moveTo>
                <a:lnTo>
                  <a:pt x="581025" y="704850"/>
                </a:lnTo>
                <a:lnTo>
                  <a:pt x="581025" y="733425"/>
                </a:lnTo>
                <a:lnTo>
                  <a:pt x="561975" y="733425"/>
                </a:lnTo>
                <a:lnTo>
                  <a:pt x="561975" y="714375"/>
                </a:lnTo>
                <a:lnTo>
                  <a:pt x="571500" y="714375"/>
                </a:lnTo>
                <a:close/>
                <a:moveTo>
                  <a:pt x="590550" y="704850"/>
                </a:moveTo>
                <a:lnTo>
                  <a:pt x="609600" y="704850"/>
                </a:lnTo>
                <a:lnTo>
                  <a:pt x="609600" y="714375"/>
                </a:lnTo>
                <a:lnTo>
                  <a:pt x="619125" y="714375"/>
                </a:lnTo>
                <a:lnTo>
                  <a:pt x="619125" y="733425"/>
                </a:lnTo>
                <a:lnTo>
                  <a:pt x="600075" y="733425"/>
                </a:lnTo>
                <a:lnTo>
                  <a:pt x="600075" y="723900"/>
                </a:lnTo>
                <a:lnTo>
                  <a:pt x="590550" y="723900"/>
                </a:lnTo>
                <a:close/>
                <a:moveTo>
                  <a:pt x="1133475" y="704850"/>
                </a:moveTo>
                <a:lnTo>
                  <a:pt x="1171575" y="704850"/>
                </a:lnTo>
                <a:lnTo>
                  <a:pt x="1171575" y="714375"/>
                </a:lnTo>
                <a:lnTo>
                  <a:pt x="1181100" y="714375"/>
                </a:lnTo>
                <a:lnTo>
                  <a:pt x="1181100" y="733425"/>
                </a:lnTo>
                <a:lnTo>
                  <a:pt x="1152525" y="733425"/>
                </a:lnTo>
                <a:lnTo>
                  <a:pt x="1152525" y="714375"/>
                </a:lnTo>
                <a:lnTo>
                  <a:pt x="1133475" y="714375"/>
                </a:lnTo>
                <a:close/>
                <a:moveTo>
                  <a:pt x="19050" y="714375"/>
                </a:moveTo>
                <a:lnTo>
                  <a:pt x="28575" y="714375"/>
                </a:lnTo>
                <a:lnTo>
                  <a:pt x="28575" y="828675"/>
                </a:lnTo>
                <a:lnTo>
                  <a:pt x="38100" y="828675"/>
                </a:lnTo>
                <a:lnTo>
                  <a:pt x="38100" y="847725"/>
                </a:lnTo>
                <a:lnTo>
                  <a:pt x="28575" y="847725"/>
                </a:lnTo>
                <a:lnTo>
                  <a:pt x="28575" y="838200"/>
                </a:lnTo>
                <a:lnTo>
                  <a:pt x="19050" y="838200"/>
                </a:lnTo>
                <a:close/>
                <a:moveTo>
                  <a:pt x="1123950" y="714375"/>
                </a:moveTo>
                <a:lnTo>
                  <a:pt x="1133475" y="714375"/>
                </a:lnTo>
                <a:lnTo>
                  <a:pt x="1133475" y="723900"/>
                </a:lnTo>
                <a:lnTo>
                  <a:pt x="1143000" y="723900"/>
                </a:lnTo>
                <a:lnTo>
                  <a:pt x="1143000" y="733425"/>
                </a:lnTo>
                <a:lnTo>
                  <a:pt x="1123950" y="733425"/>
                </a:lnTo>
                <a:close/>
                <a:moveTo>
                  <a:pt x="38100" y="847725"/>
                </a:moveTo>
                <a:lnTo>
                  <a:pt x="47625" y="847725"/>
                </a:lnTo>
                <a:lnTo>
                  <a:pt x="47625" y="952500"/>
                </a:lnTo>
                <a:lnTo>
                  <a:pt x="38100" y="952500"/>
                </a:lnTo>
                <a:close/>
                <a:moveTo>
                  <a:pt x="28575" y="952500"/>
                </a:moveTo>
                <a:lnTo>
                  <a:pt x="38100" y="952500"/>
                </a:lnTo>
                <a:lnTo>
                  <a:pt x="38100" y="962025"/>
                </a:lnTo>
                <a:lnTo>
                  <a:pt x="28575" y="962025"/>
                </a:lnTo>
                <a:close/>
                <a:moveTo>
                  <a:pt x="19050" y="962025"/>
                </a:moveTo>
                <a:lnTo>
                  <a:pt x="28575" y="962025"/>
                </a:lnTo>
                <a:lnTo>
                  <a:pt x="28575" y="1209675"/>
                </a:lnTo>
                <a:lnTo>
                  <a:pt x="19050" y="1209675"/>
                </a:lnTo>
                <a:close/>
                <a:moveTo>
                  <a:pt x="228600" y="1085850"/>
                </a:moveTo>
                <a:lnTo>
                  <a:pt x="247650" y="1085850"/>
                </a:lnTo>
                <a:lnTo>
                  <a:pt x="247650" y="1143000"/>
                </a:lnTo>
                <a:lnTo>
                  <a:pt x="228600" y="1143000"/>
                </a:lnTo>
                <a:lnTo>
                  <a:pt x="228600" y="1133475"/>
                </a:lnTo>
                <a:lnTo>
                  <a:pt x="219075" y="1133475"/>
                </a:lnTo>
                <a:lnTo>
                  <a:pt x="219075" y="1114425"/>
                </a:lnTo>
                <a:lnTo>
                  <a:pt x="200025" y="1114425"/>
                </a:lnTo>
                <a:lnTo>
                  <a:pt x="200025" y="1133475"/>
                </a:lnTo>
                <a:lnTo>
                  <a:pt x="180975" y="1133475"/>
                </a:lnTo>
                <a:lnTo>
                  <a:pt x="180975" y="1114425"/>
                </a:lnTo>
                <a:lnTo>
                  <a:pt x="171450" y="1114425"/>
                </a:lnTo>
                <a:lnTo>
                  <a:pt x="171450" y="1104900"/>
                </a:lnTo>
                <a:lnTo>
                  <a:pt x="161925" y="1104900"/>
                </a:lnTo>
                <a:lnTo>
                  <a:pt x="161925" y="1095375"/>
                </a:lnTo>
                <a:lnTo>
                  <a:pt x="228600" y="1095375"/>
                </a:lnTo>
                <a:close/>
                <a:moveTo>
                  <a:pt x="323850" y="1085850"/>
                </a:moveTo>
                <a:lnTo>
                  <a:pt x="352425" y="1085850"/>
                </a:lnTo>
                <a:lnTo>
                  <a:pt x="352425" y="1104900"/>
                </a:lnTo>
                <a:lnTo>
                  <a:pt x="342900" y="1104900"/>
                </a:lnTo>
                <a:lnTo>
                  <a:pt x="342900" y="1114425"/>
                </a:lnTo>
                <a:lnTo>
                  <a:pt x="333375" y="1114425"/>
                </a:lnTo>
                <a:lnTo>
                  <a:pt x="333375" y="1104900"/>
                </a:lnTo>
                <a:lnTo>
                  <a:pt x="314325" y="1104900"/>
                </a:lnTo>
                <a:lnTo>
                  <a:pt x="314325" y="1114425"/>
                </a:lnTo>
                <a:lnTo>
                  <a:pt x="304800" y="1114425"/>
                </a:lnTo>
                <a:lnTo>
                  <a:pt x="304800" y="1133475"/>
                </a:lnTo>
                <a:lnTo>
                  <a:pt x="276225" y="1133475"/>
                </a:lnTo>
                <a:lnTo>
                  <a:pt x="276225" y="1123950"/>
                </a:lnTo>
                <a:lnTo>
                  <a:pt x="266700" y="1123950"/>
                </a:lnTo>
                <a:lnTo>
                  <a:pt x="266700" y="1095375"/>
                </a:lnTo>
                <a:lnTo>
                  <a:pt x="323850" y="1095375"/>
                </a:lnTo>
                <a:close/>
                <a:moveTo>
                  <a:pt x="428625" y="1085850"/>
                </a:moveTo>
                <a:lnTo>
                  <a:pt x="447675" y="1085850"/>
                </a:lnTo>
                <a:lnTo>
                  <a:pt x="447675" y="1104900"/>
                </a:lnTo>
                <a:lnTo>
                  <a:pt x="457200" y="1104900"/>
                </a:lnTo>
                <a:lnTo>
                  <a:pt x="457200" y="1133475"/>
                </a:lnTo>
                <a:lnTo>
                  <a:pt x="447675" y="1133475"/>
                </a:lnTo>
                <a:lnTo>
                  <a:pt x="447675" y="1143000"/>
                </a:lnTo>
                <a:lnTo>
                  <a:pt x="428625" y="1143000"/>
                </a:lnTo>
                <a:lnTo>
                  <a:pt x="428625" y="1104900"/>
                </a:lnTo>
                <a:lnTo>
                  <a:pt x="419100" y="1104900"/>
                </a:lnTo>
                <a:lnTo>
                  <a:pt x="419100" y="1095375"/>
                </a:lnTo>
                <a:lnTo>
                  <a:pt x="428625" y="1095375"/>
                </a:lnTo>
                <a:close/>
                <a:moveTo>
                  <a:pt x="495300" y="1085850"/>
                </a:moveTo>
                <a:lnTo>
                  <a:pt x="514350" y="1085850"/>
                </a:lnTo>
                <a:lnTo>
                  <a:pt x="514350" y="1095375"/>
                </a:lnTo>
                <a:lnTo>
                  <a:pt x="523875" y="1095375"/>
                </a:lnTo>
                <a:lnTo>
                  <a:pt x="523875" y="1104900"/>
                </a:lnTo>
                <a:lnTo>
                  <a:pt x="542925" y="1104900"/>
                </a:lnTo>
                <a:lnTo>
                  <a:pt x="542925" y="1095375"/>
                </a:lnTo>
                <a:lnTo>
                  <a:pt x="552450" y="1095375"/>
                </a:lnTo>
                <a:lnTo>
                  <a:pt x="552450" y="1085850"/>
                </a:lnTo>
                <a:lnTo>
                  <a:pt x="561975" y="1085850"/>
                </a:lnTo>
                <a:lnTo>
                  <a:pt x="561975" y="1095375"/>
                </a:lnTo>
                <a:lnTo>
                  <a:pt x="600075" y="1095375"/>
                </a:lnTo>
                <a:lnTo>
                  <a:pt x="600075" y="1114425"/>
                </a:lnTo>
                <a:lnTo>
                  <a:pt x="609600" y="1114425"/>
                </a:lnTo>
                <a:lnTo>
                  <a:pt x="609600" y="1143000"/>
                </a:lnTo>
                <a:lnTo>
                  <a:pt x="590550" y="1143000"/>
                </a:lnTo>
                <a:lnTo>
                  <a:pt x="590550" y="1133475"/>
                </a:lnTo>
                <a:lnTo>
                  <a:pt x="581025" y="1133475"/>
                </a:lnTo>
                <a:lnTo>
                  <a:pt x="581025" y="1123950"/>
                </a:lnTo>
                <a:lnTo>
                  <a:pt x="571500" y="1123950"/>
                </a:lnTo>
                <a:lnTo>
                  <a:pt x="571500" y="1104900"/>
                </a:lnTo>
                <a:lnTo>
                  <a:pt x="561975" y="1104900"/>
                </a:lnTo>
                <a:lnTo>
                  <a:pt x="561975" y="1143000"/>
                </a:lnTo>
                <a:lnTo>
                  <a:pt x="552450" y="1143000"/>
                </a:lnTo>
                <a:lnTo>
                  <a:pt x="552450" y="1133475"/>
                </a:lnTo>
                <a:lnTo>
                  <a:pt x="542925" y="1133475"/>
                </a:lnTo>
                <a:lnTo>
                  <a:pt x="542925" y="1123950"/>
                </a:lnTo>
                <a:lnTo>
                  <a:pt x="523875" y="1123950"/>
                </a:lnTo>
                <a:lnTo>
                  <a:pt x="523875" y="1133475"/>
                </a:lnTo>
                <a:lnTo>
                  <a:pt x="514350" y="1133475"/>
                </a:lnTo>
                <a:lnTo>
                  <a:pt x="514350" y="1143000"/>
                </a:lnTo>
                <a:lnTo>
                  <a:pt x="495300" y="1143000"/>
                </a:lnTo>
                <a:lnTo>
                  <a:pt x="495300" y="1133475"/>
                </a:lnTo>
                <a:lnTo>
                  <a:pt x="485775" y="1133475"/>
                </a:lnTo>
                <a:lnTo>
                  <a:pt x="485775" y="1095375"/>
                </a:lnTo>
                <a:lnTo>
                  <a:pt x="495300" y="1095375"/>
                </a:lnTo>
                <a:close/>
                <a:moveTo>
                  <a:pt x="657225" y="1085850"/>
                </a:moveTo>
                <a:lnTo>
                  <a:pt x="676275" y="1085850"/>
                </a:lnTo>
                <a:lnTo>
                  <a:pt x="676275" y="1095375"/>
                </a:lnTo>
                <a:lnTo>
                  <a:pt x="685800" y="1095375"/>
                </a:lnTo>
                <a:lnTo>
                  <a:pt x="685800" y="1104900"/>
                </a:lnTo>
                <a:lnTo>
                  <a:pt x="704850" y="1104900"/>
                </a:lnTo>
                <a:lnTo>
                  <a:pt x="704850" y="1123950"/>
                </a:lnTo>
                <a:lnTo>
                  <a:pt x="685800" y="1123950"/>
                </a:lnTo>
                <a:lnTo>
                  <a:pt x="685800" y="1133475"/>
                </a:lnTo>
                <a:lnTo>
                  <a:pt x="676275" y="1133475"/>
                </a:lnTo>
                <a:lnTo>
                  <a:pt x="676275" y="1143000"/>
                </a:lnTo>
                <a:lnTo>
                  <a:pt x="657225" y="1143000"/>
                </a:lnTo>
                <a:lnTo>
                  <a:pt x="657225" y="1104900"/>
                </a:lnTo>
                <a:lnTo>
                  <a:pt x="647700" y="1104900"/>
                </a:lnTo>
                <a:lnTo>
                  <a:pt x="647700" y="1095375"/>
                </a:lnTo>
                <a:lnTo>
                  <a:pt x="657225" y="1095375"/>
                </a:lnTo>
                <a:close/>
                <a:moveTo>
                  <a:pt x="742950" y="1085850"/>
                </a:moveTo>
                <a:lnTo>
                  <a:pt x="752475" y="1085850"/>
                </a:lnTo>
                <a:lnTo>
                  <a:pt x="752475" y="1095375"/>
                </a:lnTo>
                <a:lnTo>
                  <a:pt x="762000" y="1095375"/>
                </a:lnTo>
                <a:lnTo>
                  <a:pt x="762000" y="1114425"/>
                </a:lnTo>
                <a:lnTo>
                  <a:pt x="771525" y="1114425"/>
                </a:lnTo>
                <a:lnTo>
                  <a:pt x="771525" y="1133475"/>
                </a:lnTo>
                <a:lnTo>
                  <a:pt x="733425" y="1133475"/>
                </a:lnTo>
                <a:lnTo>
                  <a:pt x="733425" y="1095375"/>
                </a:lnTo>
                <a:lnTo>
                  <a:pt x="742950" y="1095375"/>
                </a:lnTo>
                <a:close/>
                <a:moveTo>
                  <a:pt x="371475" y="1095375"/>
                </a:moveTo>
                <a:lnTo>
                  <a:pt x="400050" y="1095375"/>
                </a:lnTo>
                <a:lnTo>
                  <a:pt x="400050" y="1133475"/>
                </a:lnTo>
                <a:lnTo>
                  <a:pt x="371475" y="1133475"/>
                </a:lnTo>
                <a:close/>
                <a:moveTo>
                  <a:pt x="257175" y="1123950"/>
                </a:moveTo>
                <a:lnTo>
                  <a:pt x="266700" y="1123950"/>
                </a:lnTo>
                <a:lnTo>
                  <a:pt x="266700" y="1133475"/>
                </a:lnTo>
                <a:lnTo>
                  <a:pt x="257175" y="1133475"/>
                </a:lnTo>
                <a:close/>
                <a:moveTo>
                  <a:pt x="276225" y="1123950"/>
                </a:moveTo>
                <a:lnTo>
                  <a:pt x="295275" y="1123950"/>
                </a:lnTo>
                <a:lnTo>
                  <a:pt x="295275" y="1104900"/>
                </a:lnTo>
                <a:lnTo>
                  <a:pt x="276225" y="1104900"/>
                </a:lnTo>
                <a:close/>
                <a:moveTo>
                  <a:pt x="381000" y="1123950"/>
                </a:moveTo>
                <a:lnTo>
                  <a:pt x="390525" y="1123950"/>
                </a:lnTo>
                <a:lnTo>
                  <a:pt x="390525" y="1104900"/>
                </a:lnTo>
                <a:lnTo>
                  <a:pt x="381000" y="1104900"/>
                </a:lnTo>
                <a:close/>
                <a:moveTo>
                  <a:pt x="742950" y="1123950"/>
                </a:moveTo>
                <a:lnTo>
                  <a:pt x="752475" y="1123950"/>
                </a:lnTo>
                <a:lnTo>
                  <a:pt x="752475" y="1104900"/>
                </a:lnTo>
                <a:lnTo>
                  <a:pt x="742950" y="1104900"/>
                </a:lnTo>
                <a:close/>
                <a:moveTo>
                  <a:pt x="1790700" y="1123950"/>
                </a:moveTo>
                <a:lnTo>
                  <a:pt x="1800225" y="1123950"/>
                </a:lnTo>
                <a:lnTo>
                  <a:pt x="1800225" y="1133475"/>
                </a:lnTo>
                <a:lnTo>
                  <a:pt x="1790700" y="1133475"/>
                </a:lnTo>
                <a:close/>
                <a:moveTo>
                  <a:pt x="209550" y="1200150"/>
                </a:moveTo>
                <a:lnTo>
                  <a:pt x="228600" y="1200150"/>
                </a:lnTo>
                <a:lnTo>
                  <a:pt x="228600" y="1209675"/>
                </a:lnTo>
                <a:lnTo>
                  <a:pt x="209550" y="1209675"/>
                </a:lnTo>
                <a:close/>
                <a:moveTo>
                  <a:pt x="476250" y="1200150"/>
                </a:moveTo>
                <a:lnTo>
                  <a:pt x="495300" y="1200150"/>
                </a:lnTo>
                <a:lnTo>
                  <a:pt x="495300" y="1209675"/>
                </a:lnTo>
                <a:lnTo>
                  <a:pt x="476250" y="1209675"/>
                </a:lnTo>
                <a:close/>
                <a:moveTo>
                  <a:pt x="838200" y="1200150"/>
                </a:moveTo>
                <a:lnTo>
                  <a:pt x="866775" y="1200150"/>
                </a:lnTo>
                <a:lnTo>
                  <a:pt x="866775" y="1209675"/>
                </a:lnTo>
                <a:lnTo>
                  <a:pt x="838200" y="1209675"/>
                </a:lnTo>
                <a:close/>
                <a:moveTo>
                  <a:pt x="962025" y="1200150"/>
                </a:moveTo>
                <a:lnTo>
                  <a:pt x="981075" y="1200150"/>
                </a:lnTo>
                <a:lnTo>
                  <a:pt x="981075" y="1209675"/>
                </a:lnTo>
                <a:lnTo>
                  <a:pt x="962025" y="1209675"/>
                </a:lnTo>
                <a:close/>
                <a:moveTo>
                  <a:pt x="28575" y="1209675"/>
                </a:moveTo>
                <a:lnTo>
                  <a:pt x="38100" y="1209675"/>
                </a:lnTo>
                <a:lnTo>
                  <a:pt x="38100" y="1219200"/>
                </a:lnTo>
                <a:lnTo>
                  <a:pt x="28575" y="1219200"/>
                </a:lnTo>
                <a:close/>
                <a:moveTo>
                  <a:pt x="190500" y="1209675"/>
                </a:moveTo>
                <a:lnTo>
                  <a:pt x="209550" y="1209675"/>
                </a:lnTo>
                <a:lnTo>
                  <a:pt x="209550" y="1219200"/>
                </a:lnTo>
                <a:lnTo>
                  <a:pt x="190500" y="1219200"/>
                </a:lnTo>
                <a:close/>
                <a:moveTo>
                  <a:pt x="238125" y="1209675"/>
                </a:moveTo>
                <a:lnTo>
                  <a:pt x="257175" y="1209675"/>
                </a:lnTo>
                <a:lnTo>
                  <a:pt x="257175" y="1219200"/>
                </a:lnTo>
                <a:lnTo>
                  <a:pt x="238125" y="1219200"/>
                </a:lnTo>
                <a:close/>
                <a:moveTo>
                  <a:pt x="333375" y="1209675"/>
                </a:moveTo>
                <a:lnTo>
                  <a:pt x="342900" y="1209675"/>
                </a:lnTo>
                <a:lnTo>
                  <a:pt x="342900" y="1219200"/>
                </a:lnTo>
                <a:lnTo>
                  <a:pt x="333375" y="1219200"/>
                </a:lnTo>
                <a:close/>
                <a:moveTo>
                  <a:pt x="447675" y="1209675"/>
                </a:moveTo>
                <a:lnTo>
                  <a:pt x="457200" y="1209675"/>
                </a:lnTo>
                <a:lnTo>
                  <a:pt x="457200" y="1219200"/>
                </a:lnTo>
                <a:lnTo>
                  <a:pt x="447675" y="1219200"/>
                </a:lnTo>
                <a:close/>
                <a:moveTo>
                  <a:pt x="504825" y="1209675"/>
                </a:moveTo>
                <a:lnTo>
                  <a:pt x="514350" y="1209675"/>
                </a:lnTo>
                <a:lnTo>
                  <a:pt x="514350" y="1219200"/>
                </a:lnTo>
                <a:lnTo>
                  <a:pt x="504825" y="1219200"/>
                </a:lnTo>
                <a:close/>
                <a:moveTo>
                  <a:pt x="590550" y="1209675"/>
                </a:moveTo>
                <a:lnTo>
                  <a:pt x="600075" y="1209675"/>
                </a:lnTo>
                <a:lnTo>
                  <a:pt x="600075" y="1219200"/>
                </a:lnTo>
                <a:lnTo>
                  <a:pt x="590550" y="1219200"/>
                </a:lnTo>
                <a:close/>
                <a:moveTo>
                  <a:pt x="723900" y="1209675"/>
                </a:moveTo>
                <a:lnTo>
                  <a:pt x="733425" y="1209675"/>
                </a:lnTo>
                <a:lnTo>
                  <a:pt x="733425" y="1219200"/>
                </a:lnTo>
                <a:lnTo>
                  <a:pt x="723900" y="1219200"/>
                </a:lnTo>
                <a:close/>
                <a:moveTo>
                  <a:pt x="819150" y="1209675"/>
                </a:moveTo>
                <a:lnTo>
                  <a:pt x="828675" y="1209675"/>
                </a:lnTo>
                <a:lnTo>
                  <a:pt x="828675" y="1219200"/>
                </a:lnTo>
                <a:lnTo>
                  <a:pt x="819150" y="1219200"/>
                </a:lnTo>
                <a:close/>
                <a:moveTo>
                  <a:pt x="876300" y="1209675"/>
                </a:moveTo>
                <a:lnTo>
                  <a:pt x="885825" y="1209675"/>
                </a:lnTo>
                <a:lnTo>
                  <a:pt x="885825" y="1219200"/>
                </a:lnTo>
                <a:lnTo>
                  <a:pt x="876300" y="1219200"/>
                </a:lnTo>
                <a:close/>
                <a:moveTo>
                  <a:pt x="1514475" y="1209675"/>
                </a:moveTo>
                <a:lnTo>
                  <a:pt x="1524000" y="1209675"/>
                </a:lnTo>
                <a:lnTo>
                  <a:pt x="1524000" y="1228725"/>
                </a:lnTo>
                <a:lnTo>
                  <a:pt x="1514475" y="1228725"/>
                </a:lnTo>
                <a:lnTo>
                  <a:pt x="1514475" y="1247775"/>
                </a:lnTo>
                <a:lnTo>
                  <a:pt x="1504950" y="1247775"/>
                </a:lnTo>
                <a:lnTo>
                  <a:pt x="1504950" y="1266825"/>
                </a:lnTo>
                <a:lnTo>
                  <a:pt x="1533525" y="1266825"/>
                </a:lnTo>
                <a:lnTo>
                  <a:pt x="1533525" y="1257300"/>
                </a:lnTo>
                <a:lnTo>
                  <a:pt x="1543050" y="1257300"/>
                </a:lnTo>
                <a:lnTo>
                  <a:pt x="1543050" y="1266825"/>
                </a:lnTo>
                <a:lnTo>
                  <a:pt x="1562100" y="1266825"/>
                </a:lnTo>
                <a:lnTo>
                  <a:pt x="1562100" y="1257300"/>
                </a:lnTo>
                <a:lnTo>
                  <a:pt x="1571625" y="1257300"/>
                </a:lnTo>
                <a:lnTo>
                  <a:pt x="1571625" y="1266825"/>
                </a:lnTo>
                <a:lnTo>
                  <a:pt x="1600200" y="1266825"/>
                </a:lnTo>
                <a:lnTo>
                  <a:pt x="1600200" y="1285875"/>
                </a:lnTo>
                <a:lnTo>
                  <a:pt x="1609725" y="1285875"/>
                </a:lnTo>
                <a:lnTo>
                  <a:pt x="1609725" y="1295400"/>
                </a:lnTo>
                <a:lnTo>
                  <a:pt x="1619250" y="1295400"/>
                </a:lnTo>
                <a:lnTo>
                  <a:pt x="1619250" y="1314450"/>
                </a:lnTo>
                <a:lnTo>
                  <a:pt x="1628775" y="1314450"/>
                </a:lnTo>
                <a:lnTo>
                  <a:pt x="1628775" y="1304925"/>
                </a:lnTo>
                <a:lnTo>
                  <a:pt x="1638300" y="1304925"/>
                </a:lnTo>
                <a:lnTo>
                  <a:pt x="1638300" y="1285875"/>
                </a:lnTo>
                <a:lnTo>
                  <a:pt x="1647825" y="1285875"/>
                </a:lnTo>
                <a:lnTo>
                  <a:pt x="1647825" y="1362075"/>
                </a:lnTo>
                <a:lnTo>
                  <a:pt x="1638300" y="1362075"/>
                </a:lnTo>
                <a:lnTo>
                  <a:pt x="1638300" y="1371600"/>
                </a:lnTo>
                <a:lnTo>
                  <a:pt x="1504950" y="1371600"/>
                </a:lnTo>
                <a:lnTo>
                  <a:pt x="1504950" y="1362075"/>
                </a:lnTo>
                <a:lnTo>
                  <a:pt x="1495425" y="1362075"/>
                </a:lnTo>
                <a:lnTo>
                  <a:pt x="1495425" y="1295400"/>
                </a:lnTo>
                <a:lnTo>
                  <a:pt x="1524000" y="1295400"/>
                </a:lnTo>
                <a:lnTo>
                  <a:pt x="1524000" y="1276350"/>
                </a:lnTo>
                <a:lnTo>
                  <a:pt x="1495425" y="1276350"/>
                </a:lnTo>
                <a:lnTo>
                  <a:pt x="1495425" y="1285875"/>
                </a:lnTo>
                <a:lnTo>
                  <a:pt x="1485900" y="1285875"/>
                </a:lnTo>
                <a:lnTo>
                  <a:pt x="1485900" y="1247775"/>
                </a:lnTo>
                <a:lnTo>
                  <a:pt x="1495425" y="1247775"/>
                </a:lnTo>
                <a:lnTo>
                  <a:pt x="1495425" y="1228725"/>
                </a:lnTo>
                <a:lnTo>
                  <a:pt x="1504950" y="1228725"/>
                </a:lnTo>
                <a:lnTo>
                  <a:pt x="1504950" y="1219200"/>
                </a:lnTo>
                <a:lnTo>
                  <a:pt x="1514475" y="1219200"/>
                </a:lnTo>
                <a:close/>
                <a:moveTo>
                  <a:pt x="180975" y="1219200"/>
                </a:moveTo>
                <a:lnTo>
                  <a:pt x="190500" y="1219200"/>
                </a:lnTo>
                <a:lnTo>
                  <a:pt x="190500" y="1228725"/>
                </a:lnTo>
                <a:lnTo>
                  <a:pt x="180975" y="1228725"/>
                </a:lnTo>
                <a:close/>
                <a:moveTo>
                  <a:pt x="257175" y="1219200"/>
                </a:moveTo>
                <a:lnTo>
                  <a:pt x="266700" y="1219200"/>
                </a:lnTo>
                <a:lnTo>
                  <a:pt x="266700" y="1228725"/>
                </a:lnTo>
                <a:lnTo>
                  <a:pt x="257175" y="1228725"/>
                </a:lnTo>
                <a:close/>
                <a:moveTo>
                  <a:pt x="323850" y="1219200"/>
                </a:moveTo>
                <a:lnTo>
                  <a:pt x="333375" y="1219200"/>
                </a:lnTo>
                <a:lnTo>
                  <a:pt x="333375" y="1266825"/>
                </a:lnTo>
                <a:lnTo>
                  <a:pt x="342900" y="1266825"/>
                </a:lnTo>
                <a:lnTo>
                  <a:pt x="342900" y="1276350"/>
                </a:lnTo>
                <a:lnTo>
                  <a:pt x="352425" y="1276350"/>
                </a:lnTo>
                <a:lnTo>
                  <a:pt x="352425" y="1295400"/>
                </a:lnTo>
                <a:lnTo>
                  <a:pt x="333375" y="1295400"/>
                </a:lnTo>
                <a:lnTo>
                  <a:pt x="333375" y="1276350"/>
                </a:lnTo>
                <a:lnTo>
                  <a:pt x="323850" y="1276350"/>
                </a:lnTo>
                <a:close/>
                <a:moveTo>
                  <a:pt x="400050" y="1219200"/>
                </a:moveTo>
                <a:lnTo>
                  <a:pt x="409575" y="1219200"/>
                </a:lnTo>
                <a:lnTo>
                  <a:pt x="409575" y="1228725"/>
                </a:lnTo>
                <a:lnTo>
                  <a:pt x="400050" y="1228725"/>
                </a:lnTo>
                <a:close/>
                <a:moveTo>
                  <a:pt x="438150" y="1219200"/>
                </a:moveTo>
                <a:lnTo>
                  <a:pt x="447675" y="1219200"/>
                </a:lnTo>
                <a:lnTo>
                  <a:pt x="447675" y="1228725"/>
                </a:lnTo>
                <a:lnTo>
                  <a:pt x="438150" y="1228725"/>
                </a:lnTo>
                <a:close/>
                <a:moveTo>
                  <a:pt x="514350" y="1219200"/>
                </a:moveTo>
                <a:lnTo>
                  <a:pt x="523875" y="1219200"/>
                </a:lnTo>
                <a:lnTo>
                  <a:pt x="523875" y="1228725"/>
                </a:lnTo>
                <a:lnTo>
                  <a:pt x="514350" y="1228725"/>
                </a:lnTo>
                <a:close/>
                <a:moveTo>
                  <a:pt x="581025" y="1219200"/>
                </a:moveTo>
                <a:lnTo>
                  <a:pt x="590550" y="1219200"/>
                </a:lnTo>
                <a:lnTo>
                  <a:pt x="590550" y="1228725"/>
                </a:lnTo>
                <a:lnTo>
                  <a:pt x="581025" y="1228725"/>
                </a:lnTo>
                <a:close/>
                <a:moveTo>
                  <a:pt x="714375" y="1219200"/>
                </a:moveTo>
                <a:lnTo>
                  <a:pt x="723900" y="1219200"/>
                </a:lnTo>
                <a:lnTo>
                  <a:pt x="723900" y="1238250"/>
                </a:lnTo>
                <a:lnTo>
                  <a:pt x="733425" y="1238250"/>
                </a:lnTo>
                <a:lnTo>
                  <a:pt x="733425" y="1247775"/>
                </a:lnTo>
                <a:lnTo>
                  <a:pt x="714375" y="1247775"/>
                </a:lnTo>
                <a:lnTo>
                  <a:pt x="714375" y="1238250"/>
                </a:lnTo>
                <a:lnTo>
                  <a:pt x="704850" y="1238250"/>
                </a:lnTo>
                <a:lnTo>
                  <a:pt x="704850" y="1228725"/>
                </a:lnTo>
                <a:lnTo>
                  <a:pt x="714375" y="1228725"/>
                </a:lnTo>
                <a:close/>
                <a:moveTo>
                  <a:pt x="809625" y="1219200"/>
                </a:moveTo>
                <a:lnTo>
                  <a:pt x="819150" y="1219200"/>
                </a:lnTo>
                <a:lnTo>
                  <a:pt x="819150" y="1228725"/>
                </a:lnTo>
                <a:lnTo>
                  <a:pt x="809625" y="1228725"/>
                </a:lnTo>
                <a:close/>
                <a:moveTo>
                  <a:pt x="885825" y="1219200"/>
                </a:moveTo>
                <a:lnTo>
                  <a:pt x="895350" y="1219200"/>
                </a:lnTo>
                <a:lnTo>
                  <a:pt x="895350" y="1228725"/>
                </a:lnTo>
                <a:lnTo>
                  <a:pt x="885825" y="1228725"/>
                </a:lnTo>
                <a:close/>
                <a:moveTo>
                  <a:pt x="1619250" y="1219200"/>
                </a:moveTo>
                <a:lnTo>
                  <a:pt x="1638300" y="1219200"/>
                </a:lnTo>
                <a:lnTo>
                  <a:pt x="1638300" y="1228725"/>
                </a:lnTo>
                <a:lnTo>
                  <a:pt x="1647825" y="1228725"/>
                </a:lnTo>
                <a:lnTo>
                  <a:pt x="1647825" y="1247775"/>
                </a:lnTo>
                <a:lnTo>
                  <a:pt x="1657350" y="1247775"/>
                </a:lnTo>
                <a:lnTo>
                  <a:pt x="1657350" y="1276350"/>
                </a:lnTo>
                <a:lnTo>
                  <a:pt x="1647825" y="1276350"/>
                </a:lnTo>
                <a:lnTo>
                  <a:pt x="1647825" y="1266825"/>
                </a:lnTo>
                <a:lnTo>
                  <a:pt x="1638300" y="1266825"/>
                </a:lnTo>
                <a:lnTo>
                  <a:pt x="1638300" y="1247775"/>
                </a:lnTo>
                <a:lnTo>
                  <a:pt x="1628775" y="1247775"/>
                </a:lnTo>
                <a:lnTo>
                  <a:pt x="1628775" y="1228725"/>
                </a:lnTo>
                <a:lnTo>
                  <a:pt x="1619250" y="1228725"/>
                </a:lnTo>
                <a:close/>
                <a:moveTo>
                  <a:pt x="171450" y="1228725"/>
                </a:moveTo>
                <a:lnTo>
                  <a:pt x="180975" y="1228725"/>
                </a:lnTo>
                <a:lnTo>
                  <a:pt x="180975" y="1266825"/>
                </a:lnTo>
                <a:lnTo>
                  <a:pt x="171450" y="1266825"/>
                </a:lnTo>
                <a:close/>
                <a:moveTo>
                  <a:pt x="361950" y="1228725"/>
                </a:moveTo>
                <a:lnTo>
                  <a:pt x="400050" y="1228725"/>
                </a:lnTo>
                <a:lnTo>
                  <a:pt x="400050" y="1257300"/>
                </a:lnTo>
                <a:lnTo>
                  <a:pt x="390525" y="1257300"/>
                </a:lnTo>
                <a:lnTo>
                  <a:pt x="390525" y="1247775"/>
                </a:lnTo>
                <a:lnTo>
                  <a:pt x="371475" y="1247775"/>
                </a:lnTo>
                <a:lnTo>
                  <a:pt x="371475" y="1257300"/>
                </a:lnTo>
                <a:lnTo>
                  <a:pt x="361950" y="1257300"/>
                </a:lnTo>
                <a:lnTo>
                  <a:pt x="361950" y="1247775"/>
                </a:lnTo>
                <a:lnTo>
                  <a:pt x="352425" y="1247775"/>
                </a:lnTo>
                <a:lnTo>
                  <a:pt x="352425" y="1238250"/>
                </a:lnTo>
                <a:lnTo>
                  <a:pt x="361950" y="1238250"/>
                </a:lnTo>
                <a:close/>
                <a:moveTo>
                  <a:pt x="523875" y="1228725"/>
                </a:moveTo>
                <a:lnTo>
                  <a:pt x="533400" y="1228725"/>
                </a:lnTo>
                <a:lnTo>
                  <a:pt x="533400" y="1238250"/>
                </a:lnTo>
                <a:lnTo>
                  <a:pt x="523875" y="1238250"/>
                </a:lnTo>
                <a:close/>
                <a:moveTo>
                  <a:pt x="800100" y="1228725"/>
                </a:moveTo>
                <a:lnTo>
                  <a:pt x="809625" y="1228725"/>
                </a:lnTo>
                <a:lnTo>
                  <a:pt x="809625" y="1247775"/>
                </a:lnTo>
                <a:lnTo>
                  <a:pt x="800100" y="1247775"/>
                </a:lnTo>
                <a:close/>
                <a:moveTo>
                  <a:pt x="838200" y="1228725"/>
                </a:moveTo>
                <a:lnTo>
                  <a:pt x="857250" y="1228725"/>
                </a:lnTo>
                <a:lnTo>
                  <a:pt x="857250" y="1238250"/>
                </a:lnTo>
                <a:lnTo>
                  <a:pt x="838200" y="1238250"/>
                </a:lnTo>
                <a:close/>
                <a:moveTo>
                  <a:pt x="962025" y="1228725"/>
                </a:moveTo>
                <a:lnTo>
                  <a:pt x="981075" y="1228725"/>
                </a:lnTo>
                <a:lnTo>
                  <a:pt x="981075" y="1238250"/>
                </a:lnTo>
                <a:lnTo>
                  <a:pt x="962025" y="1238250"/>
                </a:lnTo>
                <a:close/>
                <a:moveTo>
                  <a:pt x="1009650" y="1228725"/>
                </a:moveTo>
                <a:lnTo>
                  <a:pt x="1019175" y="1228725"/>
                </a:lnTo>
                <a:lnTo>
                  <a:pt x="1019175" y="1238250"/>
                </a:lnTo>
                <a:lnTo>
                  <a:pt x="1009650" y="1238250"/>
                </a:lnTo>
                <a:close/>
                <a:moveTo>
                  <a:pt x="238125" y="1238250"/>
                </a:moveTo>
                <a:lnTo>
                  <a:pt x="247650" y="1238250"/>
                </a:lnTo>
                <a:lnTo>
                  <a:pt x="247650" y="1257300"/>
                </a:lnTo>
                <a:lnTo>
                  <a:pt x="257175" y="1257300"/>
                </a:lnTo>
                <a:lnTo>
                  <a:pt x="257175" y="1266825"/>
                </a:lnTo>
                <a:lnTo>
                  <a:pt x="238125" y="1266825"/>
                </a:lnTo>
                <a:lnTo>
                  <a:pt x="238125" y="1257300"/>
                </a:lnTo>
                <a:lnTo>
                  <a:pt x="228600" y="1257300"/>
                </a:lnTo>
                <a:lnTo>
                  <a:pt x="228600" y="1247775"/>
                </a:lnTo>
                <a:lnTo>
                  <a:pt x="238125" y="1247775"/>
                </a:lnTo>
                <a:close/>
                <a:moveTo>
                  <a:pt x="428625" y="1238250"/>
                </a:moveTo>
                <a:lnTo>
                  <a:pt x="438150" y="1238250"/>
                </a:lnTo>
                <a:lnTo>
                  <a:pt x="438150" y="1257300"/>
                </a:lnTo>
                <a:lnTo>
                  <a:pt x="428625" y="1257300"/>
                </a:lnTo>
                <a:close/>
                <a:moveTo>
                  <a:pt x="466725" y="1238250"/>
                </a:moveTo>
                <a:lnTo>
                  <a:pt x="476250" y="1238250"/>
                </a:lnTo>
                <a:lnTo>
                  <a:pt x="476250" y="1247775"/>
                </a:lnTo>
                <a:lnTo>
                  <a:pt x="466725" y="1247775"/>
                </a:lnTo>
                <a:close/>
                <a:moveTo>
                  <a:pt x="571500" y="1238250"/>
                </a:moveTo>
                <a:lnTo>
                  <a:pt x="581025" y="1238250"/>
                </a:lnTo>
                <a:lnTo>
                  <a:pt x="581025" y="1247775"/>
                </a:lnTo>
                <a:lnTo>
                  <a:pt x="571500" y="1247775"/>
                </a:lnTo>
                <a:close/>
                <a:moveTo>
                  <a:pt x="828675" y="1238250"/>
                </a:moveTo>
                <a:lnTo>
                  <a:pt x="838200" y="1238250"/>
                </a:lnTo>
                <a:lnTo>
                  <a:pt x="838200" y="1247775"/>
                </a:lnTo>
                <a:lnTo>
                  <a:pt x="828675" y="1247775"/>
                </a:lnTo>
                <a:close/>
                <a:moveTo>
                  <a:pt x="857250" y="1238250"/>
                </a:moveTo>
                <a:lnTo>
                  <a:pt x="866775" y="1238250"/>
                </a:lnTo>
                <a:lnTo>
                  <a:pt x="866775" y="1247775"/>
                </a:lnTo>
                <a:lnTo>
                  <a:pt x="857250" y="1247775"/>
                </a:lnTo>
                <a:close/>
                <a:moveTo>
                  <a:pt x="895350" y="1238250"/>
                </a:moveTo>
                <a:lnTo>
                  <a:pt x="904875" y="1238250"/>
                </a:lnTo>
                <a:lnTo>
                  <a:pt x="904875" y="1247775"/>
                </a:lnTo>
                <a:lnTo>
                  <a:pt x="923925" y="1247775"/>
                </a:lnTo>
                <a:lnTo>
                  <a:pt x="923925" y="1295400"/>
                </a:lnTo>
                <a:lnTo>
                  <a:pt x="914400" y="1295400"/>
                </a:lnTo>
                <a:lnTo>
                  <a:pt x="914400" y="1285875"/>
                </a:lnTo>
                <a:lnTo>
                  <a:pt x="904875" y="1285875"/>
                </a:lnTo>
                <a:lnTo>
                  <a:pt x="904875" y="1295400"/>
                </a:lnTo>
                <a:lnTo>
                  <a:pt x="895350" y="1295400"/>
                </a:lnTo>
                <a:close/>
                <a:moveTo>
                  <a:pt x="952500" y="1238250"/>
                </a:moveTo>
                <a:lnTo>
                  <a:pt x="962025" y="1238250"/>
                </a:lnTo>
                <a:lnTo>
                  <a:pt x="962025" y="1247775"/>
                </a:lnTo>
                <a:lnTo>
                  <a:pt x="952500" y="1247775"/>
                </a:lnTo>
                <a:close/>
                <a:moveTo>
                  <a:pt x="981075" y="1238250"/>
                </a:moveTo>
                <a:lnTo>
                  <a:pt x="990600" y="1238250"/>
                </a:lnTo>
                <a:lnTo>
                  <a:pt x="990600" y="1247775"/>
                </a:lnTo>
                <a:lnTo>
                  <a:pt x="981075" y="1247775"/>
                </a:lnTo>
                <a:close/>
                <a:moveTo>
                  <a:pt x="495300" y="1247775"/>
                </a:moveTo>
                <a:lnTo>
                  <a:pt x="504825" y="1247775"/>
                </a:lnTo>
                <a:lnTo>
                  <a:pt x="504825" y="1257300"/>
                </a:lnTo>
                <a:lnTo>
                  <a:pt x="495300" y="1257300"/>
                </a:lnTo>
                <a:close/>
                <a:moveTo>
                  <a:pt x="590550" y="1247775"/>
                </a:moveTo>
                <a:lnTo>
                  <a:pt x="609600" y="1247775"/>
                </a:lnTo>
                <a:lnTo>
                  <a:pt x="609600" y="1257300"/>
                </a:lnTo>
                <a:lnTo>
                  <a:pt x="590550" y="1257300"/>
                </a:lnTo>
                <a:close/>
                <a:moveTo>
                  <a:pt x="733425" y="1247775"/>
                </a:moveTo>
                <a:lnTo>
                  <a:pt x="742950" y="1247775"/>
                </a:lnTo>
                <a:lnTo>
                  <a:pt x="742950" y="1257300"/>
                </a:lnTo>
                <a:lnTo>
                  <a:pt x="733425" y="1257300"/>
                </a:lnTo>
                <a:close/>
                <a:moveTo>
                  <a:pt x="1019175" y="1247775"/>
                </a:moveTo>
                <a:lnTo>
                  <a:pt x="1028700" y="1247775"/>
                </a:lnTo>
                <a:lnTo>
                  <a:pt x="1028700" y="1295400"/>
                </a:lnTo>
                <a:lnTo>
                  <a:pt x="1019175" y="1295400"/>
                </a:lnTo>
                <a:close/>
                <a:moveTo>
                  <a:pt x="561975" y="1257300"/>
                </a:moveTo>
                <a:lnTo>
                  <a:pt x="571500" y="1257300"/>
                </a:lnTo>
                <a:lnTo>
                  <a:pt x="571500" y="1266825"/>
                </a:lnTo>
                <a:lnTo>
                  <a:pt x="561975" y="1266825"/>
                </a:lnTo>
                <a:close/>
                <a:moveTo>
                  <a:pt x="866775" y="1257300"/>
                </a:moveTo>
                <a:lnTo>
                  <a:pt x="876300" y="1257300"/>
                </a:lnTo>
                <a:lnTo>
                  <a:pt x="876300" y="1285875"/>
                </a:lnTo>
                <a:lnTo>
                  <a:pt x="866775" y="1285875"/>
                </a:lnTo>
                <a:close/>
                <a:moveTo>
                  <a:pt x="28575" y="1266825"/>
                </a:moveTo>
                <a:lnTo>
                  <a:pt x="38100" y="1266825"/>
                </a:lnTo>
                <a:lnTo>
                  <a:pt x="38100" y="1276350"/>
                </a:lnTo>
                <a:lnTo>
                  <a:pt x="28575" y="1276350"/>
                </a:lnTo>
                <a:close/>
                <a:moveTo>
                  <a:pt x="180975" y="1266825"/>
                </a:moveTo>
                <a:lnTo>
                  <a:pt x="190500" y="1266825"/>
                </a:lnTo>
                <a:lnTo>
                  <a:pt x="190500" y="1276350"/>
                </a:lnTo>
                <a:lnTo>
                  <a:pt x="180975" y="1276350"/>
                </a:lnTo>
                <a:close/>
                <a:moveTo>
                  <a:pt x="257175" y="1266825"/>
                </a:moveTo>
                <a:lnTo>
                  <a:pt x="266700" y="1266825"/>
                </a:lnTo>
                <a:lnTo>
                  <a:pt x="266700" y="1276350"/>
                </a:lnTo>
                <a:lnTo>
                  <a:pt x="257175" y="1276350"/>
                </a:lnTo>
                <a:close/>
                <a:moveTo>
                  <a:pt x="361950" y="1266825"/>
                </a:moveTo>
                <a:lnTo>
                  <a:pt x="381000" y="1266825"/>
                </a:lnTo>
                <a:lnTo>
                  <a:pt x="381000" y="1276350"/>
                </a:lnTo>
                <a:lnTo>
                  <a:pt x="361950" y="1276350"/>
                </a:lnTo>
                <a:close/>
                <a:moveTo>
                  <a:pt x="438150" y="1266825"/>
                </a:moveTo>
                <a:lnTo>
                  <a:pt x="447675" y="1266825"/>
                </a:lnTo>
                <a:lnTo>
                  <a:pt x="447675" y="1276350"/>
                </a:lnTo>
                <a:lnTo>
                  <a:pt x="438150" y="1276350"/>
                </a:lnTo>
                <a:close/>
                <a:moveTo>
                  <a:pt x="552450" y="1266825"/>
                </a:moveTo>
                <a:lnTo>
                  <a:pt x="561975" y="1266825"/>
                </a:lnTo>
                <a:lnTo>
                  <a:pt x="561975" y="1276350"/>
                </a:lnTo>
                <a:lnTo>
                  <a:pt x="552450" y="1276350"/>
                </a:lnTo>
                <a:close/>
                <a:moveTo>
                  <a:pt x="581025" y="1266825"/>
                </a:moveTo>
                <a:lnTo>
                  <a:pt x="590550" y="1266825"/>
                </a:lnTo>
                <a:lnTo>
                  <a:pt x="590550" y="1276350"/>
                </a:lnTo>
                <a:lnTo>
                  <a:pt x="581025" y="1276350"/>
                </a:lnTo>
                <a:close/>
                <a:moveTo>
                  <a:pt x="1619250" y="1266825"/>
                </a:moveTo>
                <a:lnTo>
                  <a:pt x="1638300" y="1266825"/>
                </a:lnTo>
                <a:lnTo>
                  <a:pt x="1638300" y="1276350"/>
                </a:lnTo>
                <a:lnTo>
                  <a:pt x="1619250" y="1276350"/>
                </a:lnTo>
                <a:close/>
                <a:moveTo>
                  <a:pt x="200025" y="1276350"/>
                </a:moveTo>
                <a:lnTo>
                  <a:pt x="219075" y="1276350"/>
                </a:lnTo>
                <a:lnTo>
                  <a:pt x="219075" y="1285875"/>
                </a:lnTo>
                <a:lnTo>
                  <a:pt x="238125" y="1285875"/>
                </a:lnTo>
                <a:lnTo>
                  <a:pt x="238125" y="1304925"/>
                </a:lnTo>
                <a:lnTo>
                  <a:pt x="209550" y="1304925"/>
                </a:lnTo>
                <a:lnTo>
                  <a:pt x="209550" y="1285875"/>
                </a:lnTo>
                <a:lnTo>
                  <a:pt x="200025" y="1285875"/>
                </a:lnTo>
                <a:close/>
                <a:moveTo>
                  <a:pt x="266700" y="1276350"/>
                </a:moveTo>
                <a:lnTo>
                  <a:pt x="276225" y="1276350"/>
                </a:lnTo>
                <a:lnTo>
                  <a:pt x="276225" y="1304925"/>
                </a:lnTo>
                <a:lnTo>
                  <a:pt x="266700" y="1304925"/>
                </a:lnTo>
                <a:close/>
                <a:moveTo>
                  <a:pt x="381000" y="1276350"/>
                </a:moveTo>
                <a:lnTo>
                  <a:pt x="390525" y="1276350"/>
                </a:lnTo>
                <a:lnTo>
                  <a:pt x="390525" y="1285875"/>
                </a:lnTo>
                <a:lnTo>
                  <a:pt x="381000" y="1285875"/>
                </a:lnTo>
                <a:close/>
                <a:moveTo>
                  <a:pt x="447675" y="1276350"/>
                </a:moveTo>
                <a:lnTo>
                  <a:pt x="457200" y="1276350"/>
                </a:lnTo>
                <a:lnTo>
                  <a:pt x="457200" y="1285875"/>
                </a:lnTo>
                <a:lnTo>
                  <a:pt x="485775" y="1285875"/>
                </a:lnTo>
                <a:lnTo>
                  <a:pt x="485775" y="1304925"/>
                </a:lnTo>
                <a:lnTo>
                  <a:pt x="466725" y="1304925"/>
                </a:lnTo>
                <a:lnTo>
                  <a:pt x="466725" y="1295400"/>
                </a:lnTo>
                <a:lnTo>
                  <a:pt x="457200" y="1295400"/>
                </a:lnTo>
                <a:lnTo>
                  <a:pt x="457200" y="1304925"/>
                </a:lnTo>
                <a:lnTo>
                  <a:pt x="447675" y="1304925"/>
                </a:lnTo>
                <a:close/>
                <a:moveTo>
                  <a:pt x="638175" y="1276350"/>
                </a:moveTo>
                <a:lnTo>
                  <a:pt x="647700" y="1276350"/>
                </a:lnTo>
                <a:lnTo>
                  <a:pt x="647700" y="1285875"/>
                </a:lnTo>
                <a:lnTo>
                  <a:pt x="638175" y="1285875"/>
                </a:lnTo>
                <a:close/>
                <a:moveTo>
                  <a:pt x="19050" y="1285875"/>
                </a:moveTo>
                <a:lnTo>
                  <a:pt x="28575" y="1285875"/>
                </a:lnTo>
                <a:lnTo>
                  <a:pt x="28575" y="1533525"/>
                </a:lnTo>
                <a:lnTo>
                  <a:pt x="19050" y="1533525"/>
                </a:lnTo>
                <a:close/>
                <a:moveTo>
                  <a:pt x="495300" y="1285875"/>
                </a:moveTo>
                <a:lnTo>
                  <a:pt x="504825" y="1285875"/>
                </a:lnTo>
                <a:lnTo>
                  <a:pt x="504825" y="1295400"/>
                </a:lnTo>
                <a:lnTo>
                  <a:pt x="495300" y="1295400"/>
                </a:lnTo>
                <a:close/>
                <a:moveTo>
                  <a:pt x="533400" y="1285875"/>
                </a:moveTo>
                <a:lnTo>
                  <a:pt x="552450" y="1285875"/>
                </a:lnTo>
                <a:lnTo>
                  <a:pt x="552450" y="1295400"/>
                </a:lnTo>
                <a:lnTo>
                  <a:pt x="561975" y="1295400"/>
                </a:lnTo>
                <a:lnTo>
                  <a:pt x="561975" y="1304925"/>
                </a:lnTo>
                <a:lnTo>
                  <a:pt x="600075" y="1304925"/>
                </a:lnTo>
                <a:lnTo>
                  <a:pt x="600075" y="1314450"/>
                </a:lnTo>
                <a:lnTo>
                  <a:pt x="552450" y="1314450"/>
                </a:lnTo>
                <a:lnTo>
                  <a:pt x="552450" y="1304925"/>
                </a:lnTo>
                <a:lnTo>
                  <a:pt x="523875" y="1304925"/>
                </a:lnTo>
                <a:lnTo>
                  <a:pt x="523875" y="1295400"/>
                </a:lnTo>
                <a:lnTo>
                  <a:pt x="533400" y="1295400"/>
                </a:lnTo>
                <a:close/>
                <a:moveTo>
                  <a:pt x="647700" y="1285875"/>
                </a:moveTo>
                <a:lnTo>
                  <a:pt x="657225" y="1285875"/>
                </a:lnTo>
                <a:lnTo>
                  <a:pt x="657225" y="1304925"/>
                </a:lnTo>
                <a:lnTo>
                  <a:pt x="647700" y="1304925"/>
                </a:lnTo>
                <a:close/>
                <a:moveTo>
                  <a:pt x="828675" y="1285875"/>
                </a:moveTo>
                <a:lnTo>
                  <a:pt x="838200" y="1285875"/>
                </a:lnTo>
                <a:lnTo>
                  <a:pt x="838200" y="1295400"/>
                </a:lnTo>
                <a:lnTo>
                  <a:pt x="828675" y="1295400"/>
                </a:lnTo>
                <a:close/>
                <a:moveTo>
                  <a:pt x="323850" y="1295400"/>
                </a:moveTo>
                <a:lnTo>
                  <a:pt x="333375" y="1295400"/>
                </a:lnTo>
                <a:lnTo>
                  <a:pt x="333375" y="1314450"/>
                </a:lnTo>
                <a:lnTo>
                  <a:pt x="323850" y="1314450"/>
                </a:lnTo>
                <a:close/>
                <a:moveTo>
                  <a:pt x="352425" y="1295400"/>
                </a:moveTo>
                <a:lnTo>
                  <a:pt x="361950" y="1295400"/>
                </a:lnTo>
                <a:lnTo>
                  <a:pt x="361950" y="1304925"/>
                </a:lnTo>
                <a:lnTo>
                  <a:pt x="352425" y="1304925"/>
                </a:lnTo>
                <a:close/>
                <a:moveTo>
                  <a:pt x="676275" y="1295400"/>
                </a:moveTo>
                <a:lnTo>
                  <a:pt x="695325" y="1295400"/>
                </a:lnTo>
                <a:lnTo>
                  <a:pt x="695325" y="1304925"/>
                </a:lnTo>
                <a:lnTo>
                  <a:pt x="704850" y="1304925"/>
                </a:lnTo>
                <a:lnTo>
                  <a:pt x="704850" y="1323975"/>
                </a:lnTo>
                <a:lnTo>
                  <a:pt x="695325" y="1323975"/>
                </a:lnTo>
                <a:lnTo>
                  <a:pt x="695325" y="1333500"/>
                </a:lnTo>
                <a:lnTo>
                  <a:pt x="676275" y="1333500"/>
                </a:lnTo>
                <a:lnTo>
                  <a:pt x="676275" y="1323975"/>
                </a:lnTo>
                <a:lnTo>
                  <a:pt x="666750" y="1323975"/>
                </a:lnTo>
                <a:lnTo>
                  <a:pt x="666750" y="1304925"/>
                </a:lnTo>
                <a:lnTo>
                  <a:pt x="676275" y="1304925"/>
                </a:lnTo>
                <a:close/>
                <a:moveTo>
                  <a:pt x="800100" y="1295400"/>
                </a:moveTo>
                <a:lnTo>
                  <a:pt x="809625" y="1295400"/>
                </a:lnTo>
                <a:lnTo>
                  <a:pt x="809625" y="1304925"/>
                </a:lnTo>
                <a:lnTo>
                  <a:pt x="800100" y="1304925"/>
                </a:lnTo>
                <a:close/>
                <a:moveTo>
                  <a:pt x="838200" y="1295400"/>
                </a:moveTo>
                <a:lnTo>
                  <a:pt x="847725" y="1295400"/>
                </a:lnTo>
                <a:lnTo>
                  <a:pt x="847725" y="1304925"/>
                </a:lnTo>
                <a:lnTo>
                  <a:pt x="838200" y="1304925"/>
                </a:lnTo>
                <a:close/>
                <a:moveTo>
                  <a:pt x="1533525" y="1295400"/>
                </a:moveTo>
                <a:lnTo>
                  <a:pt x="1543050" y="1295400"/>
                </a:lnTo>
                <a:lnTo>
                  <a:pt x="1543050" y="1285875"/>
                </a:lnTo>
                <a:lnTo>
                  <a:pt x="1533525" y="1285875"/>
                </a:lnTo>
                <a:close/>
                <a:moveTo>
                  <a:pt x="171450" y="1304925"/>
                </a:moveTo>
                <a:lnTo>
                  <a:pt x="180975" y="1304925"/>
                </a:lnTo>
                <a:lnTo>
                  <a:pt x="180975" y="1314450"/>
                </a:lnTo>
                <a:lnTo>
                  <a:pt x="171450" y="1314450"/>
                </a:lnTo>
                <a:close/>
                <a:moveTo>
                  <a:pt x="409575" y="1304925"/>
                </a:moveTo>
                <a:lnTo>
                  <a:pt x="419100" y="1304925"/>
                </a:lnTo>
                <a:lnTo>
                  <a:pt x="419100" y="1314450"/>
                </a:lnTo>
                <a:lnTo>
                  <a:pt x="409575" y="1314450"/>
                </a:lnTo>
                <a:close/>
                <a:moveTo>
                  <a:pt x="438150" y="1304925"/>
                </a:moveTo>
                <a:lnTo>
                  <a:pt x="447675" y="1304925"/>
                </a:lnTo>
                <a:lnTo>
                  <a:pt x="447675" y="1314450"/>
                </a:lnTo>
                <a:lnTo>
                  <a:pt x="438150" y="1314450"/>
                </a:lnTo>
                <a:close/>
                <a:moveTo>
                  <a:pt x="638175" y="1304925"/>
                </a:moveTo>
                <a:lnTo>
                  <a:pt x="647700" y="1304925"/>
                </a:lnTo>
                <a:lnTo>
                  <a:pt x="647700" y="1323975"/>
                </a:lnTo>
                <a:lnTo>
                  <a:pt x="628650" y="1323975"/>
                </a:lnTo>
                <a:lnTo>
                  <a:pt x="628650" y="1314450"/>
                </a:lnTo>
                <a:lnTo>
                  <a:pt x="638175" y="1314450"/>
                </a:lnTo>
                <a:close/>
                <a:moveTo>
                  <a:pt x="885825" y="1304925"/>
                </a:moveTo>
                <a:lnTo>
                  <a:pt x="895350" y="1304925"/>
                </a:lnTo>
                <a:lnTo>
                  <a:pt x="895350" y="1314450"/>
                </a:lnTo>
                <a:lnTo>
                  <a:pt x="885825" y="1314450"/>
                </a:lnTo>
                <a:close/>
                <a:moveTo>
                  <a:pt x="923925" y="1304925"/>
                </a:moveTo>
                <a:lnTo>
                  <a:pt x="933450" y="1304925"/>
                </a:lnTo>
                <a:lnTo>
                  <a:pt x="933450" y="1314450"/>
                </a:lnTo>
                <a:lnTo>
                  <a:pt x="923925" y="1314450"/>
                </a:lnTo>
                <a:close/>
                <a:moveTo>
                  <a:pt x="1009650" y="1304925"/>
                </a:moveTo>
                <a:lnTo>
                  <a:pt x="1019175" y="1304925"/>
                </a:lnTo>
                <a:lnTo>
                  <a:pt x="1019175" y="1314450"/>
                </a:lnTo>
                <a:lnTo>
                  <a:pt x="1009650" y="1314450"/>
                </a:lnTo>
                <a:close/>
                <a:moveTo>
                  <a:pt x="180975" y="1314450"/>
                </a:moveTo>
                <a:lnTo>
                  <a:pt x="190500" y="1314450"/>
                </a:lnTo>
                <a:lnTo>
                  <a:pt x="190500" y="1323975"/>
                </a:lnTo>
                <a:lnTo>
                  <a:pt x="180975" y="1323975"/>
                </a:lnTo>
                <a:close/>
                <a:moveTo>
                  <a:pt x="333375" y="1314450"/>
                </a:moveTo>
                <a:lnTo>
                  <a:pt x="342900" y="1314450"/>
                </a:lnTo>
                <a:lnTo>
                  <a:pt x="342900" y="1323975"/>
                </a:lnTo>
                <a:lnTo>
                  <a:pt x="333375" y="1323975"/>
                </a:lnTo>
                <a:close/>
                <a:moveTo>
                  <a:pt x="400050" y="1314450"/>
                </a:moveTo>
                <a:lnTo>
                  <a:pt x="409575" y="1314450"/>
                </a:lnTo>
                <a:lnTo>
                  <a:pt x="409575" y="1323975"/>
                </a:lnTo>
                <a:lnTo>
                  <a:pt x="400050" y="1323975"/>
                </a:lnTo>
                <a:close/>
                <a:moveTo>
                  <a:pt x="447675" y="1314450"/>
                </a:moveTo>
                <a:lnTo>
                  <a:pt x="457200" y="1314450"/>
                </a:lnTo>
                <a:lnTo>
                  <a:pt x="457200" y="1323975"/>
                </a:lnTo>
                <a:lnTo>
                  <a:pt x="447675" y="1323975"/>
                </a:lnTo>
                <a:close/>
                <a:moveTo>
                  <a:pt x="600075" y="1314450"/>
                </a:moveTo>
                <a:lnTo>
                  <a:pt x="619125" y="1314450"/>
                </a:lnTo>
                <a:lnTo>
                  <a:pt x="619125" y="1323975"/>
                </a:lnTo>
                <a:lnTo>
                  <a:pt x="600075" y="1323975"/>
                </a:lnTo>
                <a:close/>
                <a:moveTo>
                  <a:pt x="742950" y="1314450"/>
                </a:moveTo>
                <a:lnTo>
                  <a:pt x="752475" y="1314450"/>
                </a:lnTo>
                <a:lnTo>
                  <a:pt x="752475" y="1323975"/>
                </a:lnTo>
                <a:lnTo>
                  <a:pt x="742950" y="1323975"/>
                </a:lnTo>
                <a:close/>
                <a:moveTo>
                  <a:pt x="762000" y="1314450"/>
                </a:moveTo>
                <a:lnTo>
                  <a:pt x="771525" y="1314450"/>
                </a:lnTo>
                <a:lnTo>
                  <a:pt x="771525" y="1323975"/>
                </a:lnTo>
                <a:lnTo>
                  <a:pt x="762000" y="1323975"/>
                </a:lnTo>
                <a:close/>
                <a:moveTo>
                  <a:pt x="876300" y="1314450"/>
                </a:moveTo>
                <a:lnTo>
                  <a:pt x="885825" y="1314450"/>
                </a:lnTo>
                <a:lnTo>
                  <a:pt x="885825" y="1323975"/>
                </a:lnTo>
                <a:lnTo>
                  <a:pt x="876300" y="1323975"/>
                </a:lnTo>
                <a:close/>
                <a:moveTo>
                  <a:pt x="933450" y="1314450"/>
                </a:moveTo>
                <a:lnTo>
                  <a:pt x="942975" y="1314450"/>
                </a:lnTo>
                <a:lnTo>
                  <a:pt x="942975" y="1323975"/>
                </a:lnTo>
                <a:lnTo>
                  <a:pt x="933450" y="1323975"/>
                </a:lnTo>
                <a:close/>
                <a:moveTo>
                  <a:pt x="1000125" y="1314450"/>
                </a:moveTo>
                <a:lnTo>
                  <a:pt x="1009650" y="1314450"/>
                </a:lnTo>
                <a:lnTo>
                  <a:pt x="1009650" y="1323975"/>
                </a:lnTo>
                <a:lnTo>
                  <a:pt x="1000125" y="1323975"/>
                </a:lnTo>
                <a:close/>
                <a:moveTo>
                  <a:pt x="1552575" y="1314450"/>
                </a:moveTo>
                <a:lnTo>
                  <a:pt x="1533525" y="1314450"/>
                </a:lnTo>
                <a:lnTo>
                  <a:pt x="1533525" y="1323975"/>
                </a:lnTo>
                <a:lnTo>
                  <a:pt x="1514475" y="1323975"/>
                </a:lnTo>
                <a:lnTo>
                  <a:pt x="1514475" y="1314450"/>
                </a:lnTo>
                <a:lnTo>
                  <a:pt x="1504950" y="1314450"/>
                </a:lnTo>
                <a:lnTo>
                  <a:pt x="1504950" y="1352550"/>
                </a:lnTo>
                <a:lnTo>
                  <a:pt x="1514475" y="1352550"/>
                </a:lnTo>
                <a:lnTo>
                  <a:pt x="1514475" y="1333500"/>
                </a:lnTo>
                <a:lnTo>
                  <a:pt x="1524000" y="1333500"/>
                </a:lnTo>
                <a:lnTo>
                  <a:pt x="1524000" y="1352550"/>
                </a:lnTo>
                <a:lnTo>
                  <a:pt x="1533525" y="1352550"/>
                </a:lnTo>
                <a:lnTo>
                  <a:pt x="1533525" y="1323975"/>
                </a:lnTo>
                <a:lnTo>
                  <a:pt x="1552575" y="1323975"/>
                </a:lnTo>
                <a:close/>
                <a:moveTo>
                  <a:pt x="1552575" y="1314450"/>
                </a:moveTo>
                <a:lnTo>
                  <a:pt x="1571625" y="1314450"/>
                </a:lnTo>
                <a:lnTo>
                  <a:pt x="1571625" y="1295400"/>
                </a:lnTo>
                <a:lnTo>
                  <a:pt x="1552575" y="1295400"/>
                </a:lnTo>
                <a:close/>
                <a:moveTo>
                  <a:pt x="200025" y="1323975"/>
                </a:moveTo>
                <a:lnTo>
                  <a:pt x="209550" y="1323975"/>
                </a:lnTo>
                <a:lnTo>
                  <a:pt x="209550" y="1333500"/>
                </a:lnTo>
                <a:lnTo>
                  <a:pt x="200025" y="1333500"/>
                </a:lnTo>
                <a:close/>
                <a:moveTo>
                  <a:pt x="352425" y="1323975"/>
                </a:moveTo>
                <a:lnTo>
                  <a:pt x="361950" y="1323975"/>
                </a:lnTo>
                <a:lnTo>
                  <a:pt x="361950" y="1333500"/>
                </a:lnTo>
                <a:lnTo>
                  <a:pt x="352425" y="1333500"/>
                </a:lnTo>
                <a:close/>
                <a:moveTo>
                  <a:pt x="381000" y="1323975"/>
                </a:moveTo>
                <a:lnTo>
                  <a:pt x="400050" y="1323975"/>
                </a:lnTo>
                <a:lnTo>
                  <a:pt x="400050" y="1333500"/>
                </a:lnTo>
                <a:lnTo>
                  <a:pt x="381000" y="1333500"/>
                </a:lnTo>
                <a:close/>
                <a:moveTo>
                  <a:pt x="457200" y="1323975"/>
                </a:moveTo>
                <a:lnTo>
                  <a:pt x="476250" y="1323975"/>
                </a:lnTo>
                <a:lnTo>
                  <a:pt x="476250" y="1333500"/>
                </a:lnTo>
                <a:lnTo>
                  <a:pt x="457200" y="1333500"/>
                </a:lnTo>
                <a:close/>
                <a:moveTo>
                  <a:pt x="495300" y="1323975"/>
                </a:moveTo>
                <a:lnTo>
                  <a:pt x="504825" y="1323975"/>
                </a:lnTo>
                <a:lnTo>
                  <a:pt x="504825" y="1333500"/>
                </a:lnTo>
                <a:lnTo>
                  <a:pt x="495300" y="1333500"/>
                </a:lnTo>
                <a:close/>
                <a:moveTo>
                  <a:pt x="619125" y="1323975"/>
                </a:moveTo>
                <a:lnTo>
                  <a:pt x="628650" y="1323975"/>
                </a:lnTo>
                <a:lnTo>
                  <a:pt x="628650" y="1333500"/>
                </a:lnTo>
                <a:lnTo>
                  <a:pt x="619125" y="1333500"/>
                </a:lnTo>
                <a:close/>
                <a:moveTo>
                  <a:pt x="676275" y="1323975"/>
                </a:moveTo>
                <a:lnTo>
                  <a:pt x="685800" y="1323975"/>
                </a:lnTo>
                <a:lnTo>
                  <a:pt x="685800" y="1304925"/>
                </a:lnTo>
                <a:lnTo>
                  <a:pt x="676275" y="1304925"/>
                </a:lnTo>
                <a:close/>
                <a:moveTo>
                  <a:pt x="752475" y="1323975"/>
                </a:moveTo>
                <a:lnTo>
                  <a:pt x="762000" y="1323975"/>
                </a:lnTo>
                <a:lnTo>
                  <a:pt x="762000" y="1333500"/>
                </a:lnTo>
                <a:lnTo>
                  <a:pt x="752475" y="1333500"/>
                </a:lnTo>
                <a:close/>
                <a:moveTo>
                  <a:pt x="828675" y="1323975"/>
                </a:moveTo>
                <a:lnTo>
                  <a:pt x="838200" y="1323975"/>
                </a:lnTo>
                <a:lnTo>
                  <a:pt x="838200" y="1333500"/>
                </a:lnTo>
                <a:lnTo>
                  <a:pt x="828675" y="1333500"/>
                </a:lnTo>
                <a:close/>
                <a:moveTo>
                  <a:pt x="866775" y="1323975"/>
                </a:moveTo>
                <a:lnTo>
                  <a:pt x="876300" y="1323975"/>
                </a:lnTo>
                <a:lnTo>
                  <a:pt x="876300" y="1333500"/>
                </a:lnTo>
                <a:lnTo>
                  <a:pt x="866775" y="1333500"/>
                </a:lnTo>
                <a:close/>
                <a:moveTo>
                  <a:pt x="942975" y="1323975"/>
                </a:moveTo>
                <a:lnTo>
                  <a:pt x="952500" y="1323975"/>
                </a:lnTo>
                <a:lnTo>
                  <a:pt x="952500" y="1333500"/>
                </a:lnTo>
                <a:lnTo>
                  <a:pt x="942975" y="1333500"/>
                </a:lnTo>
                <a:close/>
                <a:moveTo>
                  <a:pt x="990600" y="1323975"/>
                </a:moveTo>
                <a:lnTo>
                  <a:pt x="1000125" y="1323975"/>
                </a:lnTo>
                <a:lnTo>
                  <a:pt x="1000125" y="1333500"/>
                </a:lnTo>
                <a:lnTo>
                  <a:pt x="990600" y="1333500"/>
                </a:lnTo>
                <a:close/>
                <a:moveTo>
                  <a:pt x="209550" y="1333500"/>
                </a:moveTo>
                <a:lnTo>
                  <a:pt x="228600" y="1333500"/>
                </a:lnTo>
                <a:lnTo>
                  <a:pt x="228600" y="1343025"/>
                </a:lnTo>
                <a:lnTo>
                  <a:pt x="209550" y="1343025"/>
                </a:lnTo>
                <a:close/>
                <a:moveTo>
                  <a:pt x="1590675" y="1343025"/>
                </a:moveTo>
                <a:lnTo>
                  <a:pt x="1609725" y="1343025"/>
                </a:lnTo>
                <a:lnTo>
                  <a:pt x="1609725" y="1304925"/>
                </a:lnTo>
                <a:lnTo>
                  <a:pt x="1590675" y="1304925"/>
                </a:lnTo>
                <a:close/>
                <a:moveTo>
                  <a:pt x="1543050" y="1352550"/>
                </a:moveTo>
                <a:lnTo>
                  <a:pt x="1552575" y="1352550"/>
                </a:lnTo>
                <a:lnTo>
                  <a:pt x="1552575" y="1343025"/>
                </a:lnTo>
                <a:lnTo>
                  <a:pt x="1543050" y="1343025"/>
                </a:lnTo>
                <a:close/>
                <a:moveTo>
                  <a:pt x="1619250" y="1352550"/>
                </a:moveTo>
                <a:lnTo>
                  <a:pt x="1638300" y="1352550"/>
                </a:lnTo>
                <a:lnTo>
                  <a:pt x="1638300" y="1343025"/>
                </a:lnTo>
                <a:lnTo>
                  <a:pt x="1619250" y="1343025"/>
                </a:lnTo>
                <a:close/>
                <a:moveTo>
                  <a:pt x="600075" y="1428750"/>
                </a:moveTo>
                <a:lnTo>
                  <a:pt x="609600" y="1428750"/>
                </a:lnTo>
                <a:lnTo>
                  <a:pt x="609600" y="1438275"/>
                </a:lnTo>
                <a:lnTo>
                  <a:pt x="600075" y="1438275"/>
                </a:lnTo>
                <a:close/>
                <a:moveTo>
                  <a:pt x="1790700" y="1514475"/>
                </a:moveTo>
                <a:lnTo>
                  <a:pt x="1800225" y="1514475"/>
                </a:lnTo>
                <a:lnTo>
                  <a:pt x="1800225" y="1533525"/>
                </a:lnTo>
                <a:lnTo>
                  <a:pt x="1790700" y="1533525"/>
                </a:lnTo>
                <a:close/>
                <a:moveTo>
                  <a:pt x="28575" y="1533525"/>
                </a:moveTo>
                <a:lnTo>
                  <a:pt x="38100" y="1533525"/>
                </a:lnTo>
                <a:lnTo>
                  <a:pt x="38100" y="1543050"/>
                </a:lnTo>
                <a:lnTo>
                  <a:pt x="28575" y="1543050"/>
                </a:lnTo>
                <a:close/>
                <a:moveTo>
                  <a:pt x="1781175" y="1533525"/>
                </a:moveTo>
                <a:lnTo>
                  <a:pt x="1790700" y="1533525"/>
                </a:lnTo>
                <a:lnTo>
                  <a:pt x="1790700" y="3457575"/>
                </a:lnTo>
                <a:lnTo>
                  <a:pt x="1781175" y="3457575"/>
                </a:lnTo>
                <a:close/>
                <a:moveTo>
                  <a:pt x="38100" y="1543050"/>
                </a:moveTo>
                <a:lnTo>
                  <a:pt x="47625" y="1543050"/>
                </a:lnTo>
                <a:lnTo>
                  <a:pt x="47625" y="1847850"/>
                </a:lnTo>
                <a:lnTo>
                  <a:pt x="38100" y="1847850"/>
                </a:lnTo>
                <a:close/>
                <a:moveTo>
                  <a:pt x="361950" y="1638300"/>
                </a:moveTo>
                <a:lnTo>
                  <a:pt x="381000" y="1638300"/>
                </a:lnTo>
                <a:lnTo>
                  <a:pt x="381000" y="1647825"/>
                </a:lnTo>
                <a:lnTo>
                  <a:pt x="409575" y="1647825"/>
                </a:lnTo>
                <a:lnTo>
                  <a:pt x="409575" y="1657350"/>
                </a:lnTo>
                <a:lnTo>
                  <a:pt x="419100" y="1657350"/>
                </a:lnTo>
                <a:lnTo>
                  <a:pt x="419100" y="1676400"/>
                </a:lnTo>
                <a:lnTo>
                  <a:pt x="381000" y="1676400"/>
                </a:lnTo>
                <a:lnTo>
                  <a:pt x="381000" y="1685925"/>
                </a:lnTo>
                <a:lnTo>
                  <a:pt x="361950" y="1685925"/>
                </a:lnTo>
                <a:lnTo>
                  <a:pt x="361950" y="1676400"/>
                </a:lnTo>
                <a:lnTo>
                  <a:pt x="342900" y="1676400"/>
                </a:lnTo>
                <a:lnTo>
                  <a:pt x="342900" y="1685925"/>
                </a:lnTo>
                <a:lnTo>
                  <a:pt x="333375" y="1685925"/>
                </a:lnTo>
                <a:lnTo>
                  <a:pt x="333375" y="1676400"/>
                </a:lnTo>
                <a:lnTo>
                  <a:pt x="323850" y="1676400"/>
                </a:lnTo>
                <a:lnTo>
                  <a:pt x="323850" y="1647825"/>
                </a:lnTo>
                <a:lnTo>
                  <a:pt x="361950" y="1647825"/>
                </a:lnTo>
                <a:close/>
                <a:moveTo>
                  <a:pt x="485775" y="1638300"/>
                </a:moveTo>
                <a:lnTo>
                  <a:pt x="495300" y="1638300"/>
                </a:lnTo>
                <a:lnTo>
                  <a:pt x="495300" y="1647825"/>
                </a:lnTo>
                <a:lnTo>
                  <a:pt x="514350" y="1647825"/>
                </a:lnTo>
                <a:lnTo>
                  <a:pt x="514350" y="1638300"/>
                </a:lnTo>
                <a:lnTo>
                  <a:pt x="533400" y="1638300"/>
                </a:lnTo>
                <a:lnTo>
                  <a:pt x="533400" y="1657350"/>
                </a:lnTo>
                <a:lnTo>
                  <a:pt x="542925" y="1657350"/>
                </a:lnTo>
                <a:lnTo>
                  <a:pt x="542925" y="1666875"/>
                </a:lnTo>
                <a:lnTo>
                  <a:pt x="533400" y="1666875"/>
                </a:lnTo>
                <a:lnTo>
                  <a:pt x="533400" y="1685925"/>
                </a:lnTo>
                <a:lnTo>
                  <a:pt x="514350" y="1685925"/>
                </a:lnTo>
                <a:lnTo>
                  <a:pt x="514350" y="1676400"/>
                </a:lnTo>
                <a:lnTo>
                  <a:pt x="495300" y="1676400"/>
                </a:lnTo>
                <a:lnTo>
                  <a:pt x="495300" y="1685925"/>
                </a:lnTo>
                <a:lnTo>
                  <a:pt x="476250" y="1685925"/>
                </a:lnTo>
                <a:lnTo>
                  <a:pt x="476250" y="1676400"/>
                </a:lnTo>
                <a:lnTo>
                  <a:pt x="457200" y="1676400"/>
                </a:lnTo>
                <a:lnTo>
                  <a:pt x="457200" y="1666875"/>
                </a:lnTo>
                <a:lnTo>
                  <a:pt x="447675" y="1666875"/>
                </a:lnTo>
                <a:lnTo>
                  <a:pt x="447675" y="1657350"/>
                </a:lnTo>
                <a:lnTo>
                  <a:pt x="457200" y="1657350"/>
                </a:lnTo>
                <a:lnTo>
                  <a:pt x="457200" y="1647825"/>
                </a:lnTo>
                <a:lnTo>
                  <a:pt x="485775" y="1647825"/>
                </a:lnTo>
                <a:close/>
                <a:moveTo>
                  <a:pt x="1133475" y="1638300"/>
                </a:moveTo>
                <a:lnTo>
                  <a:pt x="1143000" y="1638300"/>
                </a:lnTo>
                <a:lnTo>
                  <a:pt x="1143000" y="1657350"/>
                </a:lnTo>
                <a:lnTo>
                  <a:pt x="1152525" y="1657350"/>
                </a:lnTo>
                <a:lnTo>
                  <a:pt x="1152525" y="1666875"/>
                </a:lnTo>
                <a:lnTo>
                  <a:pt x="1143000" y="1666875"/>
                </a:lnTo>
                <a:lnTo>
                  <a:pt x="1143000" y="1685925"/>
                </a:lnTo>
                <a:lnTo>
                  <a:pt x="1123950" y="1685925"/>
                </a:lnTo>
                <a:lnTo>
                  <a:pt x="1123950" y="1676400"/>
                </a:lnTo>
                <a:lnTo>
                  <a:pt x="1114425" y="1676400"/>
                </a:lnTo>
                <a:lnTo>
                  <a:pt x="1114425" y="1657350"/>
                </a:lnTo>
                <a:lnTo>
                  <a:pt x="1123950" y="1657350"/>
                </a:lnTo>
                <a:lnTo>
                  <a:pt x="1123950" y="1647825"/>
                </a:lnTo>
                <a:lnTo>
                  <a:pt x="1133475" y="1647825"/>
                </a:lnTo>
                <a:close/>
                <a:moveTo>
                  <a:pt x="276225" y="1647825"/>
                </a:moveTo>
                <a:lnTo>
                  <a:pt x="295275" y="1647825"/>
                </a:lnTo>
                <a:lnTo>
                  <a:pt x="295275" y="1657350"/>
                </a:lnTo>
                <a:lnTo>
                  <a:pt x="304800" y="1657350"/>
                </a:lnTo>
                <a:lnTo>
                  <a:pt x="304800" y="1676400"/>
                </a:lnTo>
                <a:lnTo>
                  <a:pt x="276225" y="1676400"/>
                </a:lnTo>
                <a:close/>
                <a:moveTo>
                  <a:pt x="1076325" y="1647825"/>
                </a:moveTo>
                <a:lnTo>
                  <a:pt x="1085850" y="1647825"/>
                </a:lnTo>
                <a:lnTo>
                  <a:pt x="1085850" y="1657350"/>
                </a:lnTo>
                <a:lnTo>
                  <a:pt x="1095375" y="1657350"/>
                </a:lnTo>
                <a:lnTo>
                  <a:pt x="1095375" y="1685925"/>
                </a:lnTo>
                <a:lnTo>
                  <a:pt x="1085850" y="1685925"/>
                </a:lnTo>
                <a:lnTo>
                  <a:pt x="1085850" y="1676400"/>
                </a:lnTo>
                <a:lnTo>
                  <a:pt x="1076325" y="1676400"/>
                </a:lnTo>
                <a:close/>
                <a:moveTo>
                  <a:pt x="190500" y="1857375"/>
                </a:moveTo>
                <a:lnTo>
                  <a:pt x="200025" y="1857375"/>
                </a:lnTo>
                <a:lnTo>
                  <a:pt x="200025" y="1866900"/>
                </a:lnTo>
                <a:lnTo>
                  <a:pt x="219075" y="1866900"/>
                </a:lnTo>
                <a:lnTo>
                  <a:pt x="219075" y="1876425"/>
                </a:lnTo>
                <a:lnTo>
                  <a:pt x="238125" y="1876425"/>
                </a:lnTo>
                <a:lnTo>
                  <a:pt x="238125" y="1885950"/>
                </a:lnTo>
                <a:lnTo>
                  <a:pt x="228600" y="1885950"/>
                </a:lnTo>
                <a:lnTo>
                  <a:pt x="228600" y="1895475"/>
                </a:lnTo>
                <a:lnTo>
                  <a:pt x="180975" y="1895475"/>
                </a:lnTo>
                <a:lnTo>
                  <a:pt x="180975" y="1866900"/>
                </a:lnTo>
                <a:lnTo>
                  <a:pt x="190500" y="1866900"/>
                </a:lnTo>
                <a:close/>
                <a:moveTo>
                  <a:pt x="571500" y="1857375"/>
                </a:moveTo>
                <a:lnTo>
                  <a:pt x="581025" y="1857375"/>
                </a:lnTo>
                <a:lnTo>
                  <a:pt x="581025" y="1866900"/>
                </a:lnTo>
                <a:lnTo>
                  <a:pt x="609600" y="1866900"/>
                </a:lnTo>
                <a:lnTo>
                  <a:pt x="609600" y="1876425"/>
                </a:lnTo>
                <a:lnTo>
                  <a:pt x="638175" y="1876425"/>
                </a:lnTo>
                <a:lnTo>
                  <a:pt x="638175" y="1866900"/>
                </a:lnTo>
                <a:lnTo>
                  <a:pt x="647700" y="1866900"/>
                </a:lnTo>
                <a:lnTo>
                  <a:pt x="647700" y="1885950"/>
                </a:lnTo>
                <a:lnTo>
                  <a:pt x="628650" y="1885950"/>
                </a:lnTo>
                <a:lnTo>
                  <a:pt x="628650" y="1895475"/>
                </a:lnTo>
                <a:lnTo>
                  <a:pt x="619125" y="1895475"/>
                </a:lnTo>
                <a:lnTo>
                  <a:pt x="619125" y="1885950"/>
                </a:lnTo>
                <a:lnTo>
                  <a:pt x="609600" y="1885950"/>
                </a:lnTo>
                <a:lnTo>
                  <a:pt x="609600" y="1895475"/>
                </a:lnTo>
                <a:lnTo>
                  <a:pt x="600075" y="1895475"/>
                </a:lnTo>
                <a:lnTo>
                  <a:pt x="600075" y="1885950"/>
                </a:lnTo>
                <a:lnTo>
                  <a:pt x="571500" y="1885950"/>
                </a:lnTo>
                <a:lnTo>
                  <a:pt x="571500" y="1895475"/>
                </a:lnTo>
                <a:lnTo>
                  <a:pt x="542925" y="1895475"/>
                </a:lnTo>
                <a:lnTo>
                  <a:pt x="542925" y="1885950"/>
                </a:lnTo>
                <a:lnTo>
                  <a:pt x="523875" y="1885950"/>
                </a:lnTo>
                <a:lnTo>
                  <a:pt x="523875" y="1895475"/>
                </a:lnTo>
                <a:lnTo>
                  <a:pt x="514350" y="1895475"/>
                </a:lnTo>
                <a:lnTo>
                  <a:pt x="514350" y="1905000"/>
                </a:lnTo>
                <a:lnTo>
                  <a:pt x="485775" y="1905000"/>
                </a:lnTo>
                <a:lnTo>
                  <a:pt x="485775" y="1895475"/>
                </a:lnTo>
                <a:lnTo>
                  <a:pt x="476250" y="1895475"/>
                </a:lnTo>
                <a:lnTo>
                  <a:pt x="476250" y="1885950"/>
                </a:lnTo>
                <a:lnTo>
                  <a:pt x="447675" y="1885950"/>
                </a:lnTo>
                <a:lnTo>
                  <a:pt x="447675" y="1876425"/>
                </a:lnTo>
                <a:lnTo>
                  <a:pt x="476250" y="1876425"/>
                </a:lnTo>
                <a:lnTo>
                  <a:pt x="476250" y="1866900"/>
                </a:lnTo>
                <a:lnTo>
                  <a:pt x="495300" y="1866900"/>
                </a:lnTo>
                <a:lnTo>
                  <a:pt x="495300" y="1876425"/>
                </a:lnTo>
                <a:lnTo>
                  <a:pt x="571500" y="1876425"/>
                </a:lnTo>
                <a:close/>
                <a:moveTo>
                  <a:pt x="295275" y="1866900"/>
                </a:moveTo>
                <a:lnTo>
                  <a:pt x="314325" y="1866900"/>
                </a:lnTo>
                <a:lnTo>
                  <a:pt x="314325" y="1876425"/>
                </a:lnTo>
                <a:lnTo>
                  <a:pt x="390525" y="1876425"/>
                </a:lnTo>
                <a:lnTo>
                  <a:pt x="390525" y="1885950"/>
                </a:lnTo>
                <a:lnTo>
                  <a:pt x="371475" y="1885950"/>
                </a:lnTo>
                <a:lnTo>
                  <a:pt x="371475" y="1895475"/>
                </a:lnTo>
                <a:lnTo>
                  <a:pt x="285750" y="1895475"/>
                </a:lnTo>
                <a:lnTo>
                  <a:pt x="285750" y="1876425"/>
                </a:lnTo>
                <a:lnTo>
                  <a:pt x="295275" y="1876425"/>
                </a:lnTo>
                <a:close/>
                <a:moveTo>
                  <a:pt x="38100" y="1914525"/>
                </a:moveTo>
                <a:lnTo>
                  <a:pt x="47625" y="1914525"/>
                </a:lnTo>
                <a:lnTo>
                  <a:pt x="47625" y="2543175"/>
                </a:lnTo>
                <a:lnTo>
                  <a:pt x="38100" y="2543175"/>
                </a:lnTo>
                <a:close/>
                <a:moveTo>
                  <a:pt x="247650" y="2076450"/>
                </a:moveTo>
                <a:lnTo>
                  <a:pt x="266700" y="2076450"/>
                </a:lnTo>
                <a:lnTo>
                  <a:pt x="266700" y="2105025"/>
                </a:lnTo>
                <a:lnTo>
                  <a:pt x="285750" y="2105025"/>
                </a:lnTo>
                <a:lnTo>
                  <a:pt x="285750" y="2085975"/>
                </a:lnTo>
                <a:lnTo>
                  <a:pt x="304800" y="2085975"/>
                </a:lnTo>
                <a:lnTo>
                  <a:pt x="304800" y="2095500"/>
                </a:lnTo>
                <a:lnTo>
                  <a:pt x="295275" y="2095500"/>
                </a:lnTo>
                <a:lnTo>
                  <a:pt x="295275" y="2124075"/>
                </a:lnTo>
                <a:lnTo>
                  <a:pt x="257175" y="2124075"/>
                </a:lnTo>
                <a:lnTo>
                  <a:pt x="257175" y="2114550"/>
                </a:lnTo>
                <a:lnTo>
                  <a:pt x="247650" y="2114550"/>
                </a:lnTo>
                <a:close/>
                <a:moveTo>
                  <a:pt x="419100" y="2076450"/>
                </a:moveTo>
                <a:lnTo>
                  <a:pt x="428625" y="2076450"/>
                </a:lnTo>
                <a:lnTo>
                  <a:pt x="428625" y="2085975"/>
                </a:lnTo>
                <a:lnTo>
                  <a:pt x="438150" y="2085975"/>
                </a:lnTo>
                <a:lnTo>
                  <a:pt x="438150" y="2095500"/>
                </a:lnTo>
                <a:lnTo>
                  <a:pt x="466725" y="2095500"/>
                </a:lnTo>
                <a:lnTo>
                  <a:pt x="466725" y="2085975"/>
                </a:lnTo>
                <a:lnTo>
                  <a:pt x="504825" y="2085975"/>
                </a:lnTo>
                <a:lnTo>
                  <a:pt x="504825" y="2095500"/>
                </a:lnTo>
                <a:lnTo>
                  <a:pt x="561975" y="2095500"/>
                </a:lnTo>
                <a:lnTo>
                  <a:pt x="561975" y="2085975"/>
                </a:lnTo>
                <a:lnTo>
                  <a:pt x="571500" y="2085975"/>
                </a:lnTo>
                <a:lnTo>
                  <a:pt x="571500" y="2095500"/>
                </a:lnTo>
                <a:lnTo>
                  <a:pt x="581025" y="2095500"/>
                </a:lnTo>
                <a:lnTo>
                  <a:pt x="581025" y="2114550"/>
                </a:lnTo>
                <a:lnTo>
                  <a:pt x="571500" y="2114550"/>
                </a:lnTo>
                <a:lnTo>
                  <a:pt x="571500" y="2124075"/>
                </a:lnTo>
                <a:lnTo>
                  <a:pt x="552450" y="2124075"/>
                </a:lnTo>
                <a:lnTo>
                  <a:pt x="552450" y="2114550"/>
                </a:lnTo>
                <a:lnTo>
                  <a:pt x="495300" y="2114550"/>
                </a:lnTo>
                <a:lnTo>
                  <a:pt x="495300" y="2124075"/>
                </a:lnTo>
                <a:lnTo>
                  <a:pt x="419100" y="2124075"/>
                </a:lnTo>
                <a:lnTo>
                  <a:pt x="419100" y="2114550"/>
                </a:lnTo>
                <a:lnTo>
                  <a:pt x="390525" y="2114550"/>
                </a:lnTo>
                <a:lnTo>
                  <a:pt x="390525" y="2105025"/>
                </a:lnTo>
                <a:lnTo>
                  <a:pt x="381000" y="2105025"/>
                </a:lnTo>
                <a:lnTo>
                  <a:pt x="381000" y="2085975"/>
                </a:lnTo>
                <a:lnTo>
                  <a:pt x="419100" y="2085975"/>
                </a:lnTo>
                <a:close/>
                <a:moveTo>
                  <a:pt x="600075" y="2085975"/>
                </a:moveTo>
                <a:lnTo>
                  <a:pt x="666750" y="2085975"/>
                </a:lnTo>
                <a:lnTo>
                  <a:pt x="666750" y="2095500"/>
                </a:lnTo>
                <a:lnTo>
                  <a:pt x="695325" y="2095500"/>
                </a:lnTo>
                <a:lnTo>
                  <a:pt x="695325" y="2085975"/>
                </a:lnTo>
                <a:lnTo>
                  <a:pt x="704850" y="2085975"/>
                </a:lnTo>
                <a:lnTo>
                  <a:pt x="704850" y="2095500"/>
                </a:lnTo>
                <a:lnTo>
                  <a:pt x="695325" y="2095500"/>
                </a:lnTo>
                <a:lnTo>
                  <a:pt x="695325" y="2105025"/>
                </a:lnTo>
                <a:lnTo>
                  <a:pt x="704850" y="2105025"/>
                </a:lnTo>
                <a:lnTo>
                  <a:pt x="704850" y="2114550"/>
                </a:lnTo>
                <a:lnTo>
                  <a:pt x="666750" y="2114550"/>
                </a:lnTo>
                <a:lnTo>
                  <a:pt x="666750" y="2124075"/>
                </a:lnTo>
                <a:lnTo>
                  <a:pt x="647700" y="2124075"/>
                </a:lnTo>
                <a:lnTo>
                  <a:pt x="647700" y="2114550"/>
                </a:lnTo>
                <a:lnTo>
                  <a:pt x="609600" y="2114550"/>
                </a:lnTo>
                <a:lnTo>
                  <a:pt x="609600" y="2105025"/>
                </a:lnTo>
                <a:lnTo>
                  <a:pt x="600075" y="2105025"/>
                </a:lnTo>
                <a:close/>
                <a:moveTo>
                  <a:pt x="714375" y="2085975"/>
                </a:moveTo>
                <a:lnTo>
                  <a:pt x="752475" y="2085975"/>
                </a:lnTo>
                <a:lnTo>
                  <a:pt x="752475" y="2095500"/>
                </a:lnTo>
                <a:lnTo>
                  <a:pt x="762000" y="2095500"/>
                </a:lnTo>
                <a:lnTo>
                  <a:pt x="762000" y="2085975"/>
                </a:lnTo>
                <a:lnTo>
                  <a:pt x="771525" y="2085975"/>
                </a:lnTo>
                <a:lnTo>
                  <a:pt x="771525" y="2095500"/>
                </a:lnTo>
                <a:lnTo>
                  <a:pt x="781050" y="2095500"/>
                </a:lnTo>
                <a:lnTo>
                  <a:pt x="781050" y="2114550"/>
                </a:lnTo>
                <a:lnTo>
                  <a:pt x="771525" y="2114550"/>
                </a:lnTo>
                <a:lnTo>
                  <a:pt x="771525" y="2124075"/>
                </a:lnTo>
                <a:lnTo>
                  <a:pt x="762000" y="2124075"/>
                </a:lnTo>
                <a:lnTo>
                  <a:pt x="762000" y="2114550"/>
                </a:lnTo>
                <a:lnTo>
                  <a:pt x="714375" y="2114550"/>
                </a:lnTo>
                <a:lnTo>
                  <a:pt x="714375" y="2105025"/>
                </a:lnTo>
                <a:lnTo>
                  <a:pt x="723900" y="2105025"/>
                </a:lnTo>
                <a:lnTo>
                  <a:pt x="723900" y="2095500"/>
                </a:lnTo>
                <a:lnTo>
                  <a:pt x="714375" y="2095500"/>
                </a:lnTo>
                <a:close/>
                <a:moveTo>
                  <a:pt x="257175" y="2314575"/>
                </a:moveTo>
                <a:lnTo>
                  <a:pt x="295275" y="2314575"/>
                </a:lnTo>
                <a:lnTo>
                  <a:pt x="295275" y="2352675"/>
                </a:lnTo>
                <a:lnTo>
                  <a:pt x="304800" y="2352675"/>
                </a:lnTo>
                <a:lnTo>
                  <a:pt x="304800" y="2381250"/>
                </a:lnTo>
                <a:lnTo>
                  <a:pt x="295275" y="2381250"/>
                </a:lnTo>
                <a:lnTo>
                  <a:pt x="295275" y="2390775"/>
                </a:lnTo>
                <a:lnTo>
                  <a:pt x="257175" y="2390775"/>
                </a:lnTo>
                <a:lnTo>
                  <a:pt x="257175" y="2381250"/>
                </a:lnTo>
                <a:lnTo>
                  <a:pt x="247650" y="2381250"/>
                </a:lnTo>
                <a:lnTo>
                  <a:pt x="247650" y="2324100"/>
                </a:lnTo>
                <a:lnTo>
                  <a:pt x="257175" y="2324100"/>
                </a:lnTo>
                <a:close/>
                <a:moveTo>
                  <a:pt x="1019175" y="2333625"/>
                </a:moveTo>
                <a:lnTo>
                  <a:pt x="1047750" y="2333625"/>
                </a:lnTo>
                <a:lnTo>
                  <a:pt x="1047750" y="2343150"/>
                </a:lnTo>
                <a:lnTo>
                  <a:pt x="1028700" y="2343150"/>
                </a:lnTo>
                <a:lnTo>
                  <a:pt x="1028700" y="2352675"/>
                </a:lnTo>
                <a:lnTo>
                  <a:pt x="1019175" y="2352675"/>
                </a:lnTo>
                <a:close/>
                <a:moveTo>
                  <a:pt x="1152525" y="2333625"/>
                </a:moveTo>
                <a:lnTo>
                  <a:pt x="1162050" y="2333625"/>
                </a:lnTo>
                <a:lnTo>
                  <a:pt x="1162050" y="2362200"/>
                </a:lnTo>
                <a:lnTo>
                  <a:pt x="1152525" y="2362200"/>
                </a:lnTo>
                <a:close/>
                <a:moveTo>
                  <a:pt x="390525" y="2343150"/>
                </a:moveTo>
                <a:lnTo>
                  <a:pt x="400050" y="2343150"/>
                </a:lnTo>
                <a:lnTo>
                  <a:pt x="400050" y="2362200"/>
                </a:lnTo>
                <a:lnTo>
                  <a:pt x="390525" y="2362200"/>
                </a:lnTo>
                <a:close/>
                <a:moveTo>
                  <a:pt x="428625" y="2343150"/>
                </a:moveTo>
                <a:lnTo>
                  <a:pt x="447675" y="2343150"/>
                </a:lnTo>
                <a:lnTo>
                  <a:pt x="447675" y="2352675"/>
                </a:lnTo>
                <a:lnTo>
                  <a:pt x="457200" y="2352675"/>
                </a:lnTo>
                <a:lnTo>
                  <a:pt x="457200" y="2343150"/>
                </a:lnTo>
                <a:lnTo>
                  <a:pt x="466725" y="2343150"/>
                </a:lnTo>
                <a:lnTo>
                  <a:pt x="466725" y="2352675"/>
                </a:lnTo>
                <a:lnTo>
                  <a:pt x="476250" y="2352675"/>
                </a:lnTo>
                <a:lnTo>
                  <a:pt x="476250" y="2343150"/>
                </a:lnTo>
                <a:lnTo>
                  <a:pt x="485775" y="2343150"/>
                </a:lnTo>
                <a:lnTo>
                  <a:pt x="485775" y="2352675"/>
                </a:lnTo>
                <a:lnTo>
                  <a:pt x="495300" y="2352675"/>
                </a:lnTo>
                <a:lnTo>
                  <a:pt x="495300" y="2362200"/>
                </a:lnTo>
                <a:lnTo>
                  <a:pt x="485775" y="2362200"/>
                </a:lnTo>
                <a:lnTo>
                  <a:pt x="485775" y="2371725"/>
                </a:lnTo>
                <a:lnTo>
                  <a:pt x="476250" y="2371725"/>
                </a:lnTo>
                <a:lnTo>
                  <a:pt x="476250" y="2362200"/>
                </a:lnTo>
                <a:lnTo>
                  <a:pt x="466725" y="2362200"/>
                </a:lnTo>
                <a:lnTo>
                  <a:pt x="466725" y="2371725"/>
                </a:lnTo>
                <a:lnTo>
                  <a:pt x="457200" y="2371725"/>
                </a:lnTo>
                <a:lnTo>
                  <a:pt x="457200" y="2362200"/>
                </a:lnTo>
                <a:lnTo>
                  <a:pt x="447675" y="2362200"/>
                </a:lnTo>
                <a:lnTo>
                  <a:pt x="447675" y="2371725"/>
                </a:lnTo>
                <a:lnTo>
                  <a:pt x="428625" y="2371725"/>
                </a:lnTo>
                <a:lnTo>
                  <a:pt x="428625" y="2362200"/>
                </a:lnTo>
                <a:lnTo>
                  <a:pt x="419100" y="2362200"/>
                </a:lnTo>
                <a:lnTo>
                  <a:pt x="419100" y="2352675"/>
                </a:lnTo>
                <a:lnTo>
                  <a:pt x="428625" y="2352675"/>
                </a:lnTo>
                <a:close/>
                <a:moveTo>
                  <a:pt x="1190625" y="2343150"/>
                </a:moveTo>
                <a:lnTo>
                  <a:pt x="1266825" y="2343150"/>
                </a:lnTo>
                <a:lnTo>
                  <a:pt x="1266825" y="2352675"/>
                </a:lnTo>
                <a:lnTo>
                  <a:pt x="1276350" y="2352675"/>
                </a:lnTo>
                <a:lnTo>
                  <a:pt x="1276350" y="2343150"/>
                </a:lnTo>
                <a:lnTo>
                  <a:pt x="1304925" y="2343150"/>
                </a:lnTo>
                <a:lnTo>
                  <a:pt x="1304925" y="2362200"/>
                </a:lnTo>
                <a:lnTo>
                  <a:pt x="1295400" y="2362200"/>
                </a:lnTo>
                <a:lnTo>
                  <a:pt x="1295400" y="2371725"/>
                </a:lnTo>
                <a:lnTo>
                  <a:pt x="1257300" y="2371725"/>
                </a:lnTo>
                <a:lnTo>
                  <a:pt x="1257300" y="2362200"/>
                </a:lnTo>
                <a:lnTo>
                  <a:pt x="1247775" y="2362200"/>
                </a:lnTo>
                <a:lnTo>
                  <a:pt x="1247775" y="2371725"/>
                </a:lnTo>
                <a:lnTo>
                  <a:pt x="1209675" y="2371725"/>
                </a:lnTo>
                <a:lnTo>
                  <a:pt x="1209675" y="2362200"/>
                </a:lnTo>
                <a:lnTo>
                  <a:pt x="1171575" y="2362200"/>
                </a:lnTo>
                <a:lnTo>
                  <a:pt x="1171575" y="2352675"/>
                </a:lnTo>
                <a:lnTo>
                  <a:pt x="1190625" y="2352675"/>
                </a:lnTo>
                <a:close/>
                <a:moveTo>
                  <a:pt x="1323975" y="2352675"/>
                </a:moveTo>
                <a:lnTo>
                  <a:pt x="1343025" y="2352675"/>
                </a:lnTo>
                <a:lnTo>
                  <a:pt x="1343025" y="2362200"/>
                </a:lnTo>
                <a:lnTo>
                  <a:pt x="1323975" y="2362200"/>
                </a:lnTo>
                <a:close/>
                <a:moveTo>
                  <a:pt x="295275" y="2505075"/>
                </a:moveTo>
                <a:lnTo>
                  <a:pt x="333375" y="2505075"/>
                </a:lnTo>
                <a:lnTo>
                  <a:pt x="333375" y="2514600"/>
                </a:lnTo>
                <a:lnTo>
                  <a:pt x="352425" y="2514600"/>
                </a:lnTo>
                <a:lnTo>
                  <a:pt x="352425" y="2533650"/>
                </a:lnTo>
                <a:lnTo>
                  <a:pt x="342900" y="2533650"/>
                </a:lnTo>
                <a:lnTo>
                  <a:pt x="342900" y="2543175"/>
                </a:lnTo>
                <a:lnTo>
                  <a:pt x="323850" y="2543175"/>
                </a:lnTo>
                <a:lnTo>
                  <a:pt x="323850" y="2552700"/>
                </a:lnTo>
                <a:lnTo>
                  <a:pt x="314325" y="2552700"/>
                </a:lnTo>
                <a:lnTo>
                  <a:pt x="314325" y="2562225"/>
                </a:lnTo>
                <a:lnTo>
                  <a:pt x="295275" y="2562225"/>
                </a:lnTo>
                <a:lnTo>
                  <a:pt x="295275" y="2600325"/>
                </a:lnTo>
                <a:lnTo>
                  <a:pt x="285750" y="2600325"/>
                </a:lnTo>
                <a:lnTo>
                  <a:pt x="285750" y="2609850"/>
                </a:lnTo>
                <a:lnTo>
                  <a:pt x="276225" y="2609850"/>
                </a:lnTo>
                <a:lnTo>
                  <a:pt x="276225" y="2600325"/>
                </a:lnTo>
                <a:lnTo>
                  <a:pt x="266700" y="2600325"/>
                </a:lnTo>
                <a:lnTo>
                  <a:pt x="266700" y="2590800"/>
                </a:lnTo>
                <a:lnTo>
                  <a:pt x="276225" y="2590800"/>
                </a:lnTo>
                <a:lnTo>
                  <a:pt x="276225" y="2581275"/>
                </a:lnTo>
                <a:lnTo>
                  <a:pt x="285750" y="2581275"/>
                </a:lnTo>
                <a:lnTo>
                  <a:pt x="285750" y="2562225"/>
                </a:lnTo>
                <a:lnTo>
                  <a:pt x="266700" y="2562225"/>
                </a:lnTo>
                <a:lnTo>
                  <a:pt x="266700" y="2571750"/>
                </a:lnTo>
                <a:lnTo>
                  <a:pt x="257175" y="2571750"/>
                </a:lnTo>
                <a:lnTo>
                  <a:pt x="257175" y="2581275"/>
                </a:lnTo>
                <a:lnTo>
                  <a:pt x="238125" y="2581275"/>
                </a:lnTo>
                <a:lnTo>
                  <a:pt x="238125" y="2562225"/>
                </a:lnTo>
                <a:lnTo>
                  <a:pt x="247650" y="2562225"/>
                </a:lnTo>
                <a:lnTo>
                  <a:pt x="247650" y="2552700"/>
                </a:lnTo>
                <a:lnTo>
                  <a:pt x="257175" y="2552700"/>
                </a:lnTo>
                <a:lnTo>
                  <a:pt x="257175" y="2543175"/>
                </a:lnTo>
                <a:lnTo>
                  <a:pt x="266700" y="2543175"/>
                </a:lnTo>
                <a:lnTo>
                  <a:pt x="266700" y="2533650"/>
                </a:lnTo>
                <a:lnTo>
                  <a:pt x="276225" y="2533650"/>
                </a:lnTo>
                <a:lnTo>
                  <a:pt x="276225" y="2524125"/>
                </a:lnTo>
                <a:lnTo>
                  <a:pt x="285750" y="2524125"/>
                </a:lnTo>
                <a:lnTo>
                  <a:pt x="285750" y="2514600"/>
                </a:lnTo>
                <a:lnTo>
                  <a:pt x="295275" y="2514600"/>
                </a:lnTo>
                <a:close/>
                <a:moveTo>
                  <a:pt x="390525" y="2562225"/>
                </a:moveTo>
                <a:lnTo>
                  <a:pt x="409575" y="2562225"/>
                </a:lnTo>
                <a:lnTo>
                  <a:pt x="409575" y="2571750"/>
                </a:lnTo>
                <a:lnTo>
                  <a:pt x="485775" y="2571750"/>
                </a:lnTo>
                <a:lnTo>
                  <a:pt x="485775" y="2562225"/>
                </a:lnTo>
                <a:lnTo>
                  <a:pt x="504825" y="2562225"/>
                </a:lnTo>
                <a:lnTo>
                  <a:pt x="504825" y="2571750"/>
                </a:lnTo>
                <a:lnTo>
                  <a:pt x="514350" y="2571750"/>
                </a:lnTo>
                <a:lnTo>
                  <a:pt x="514350" y="2581275"/>
                </a:lnTo>
                <a:lnTo>
                  <a:pt x="533400" y="2581275"/>
                </a:lnTo>
                <a:lnTo>
                  <a:pt x="533400" y="2571750"/>
                </a:lnTo>
                <a:lnTo>
                  <a:pt x="542925" y="2571750"/>
                </a:lnTo>
                <a:lnTo>
                  <a:pt x="542925" y="2581275"/>
                </a:lnTo>
                <a:lnTo>
                  <a:pt x="581025" y="2581275"/>
                </a:lnTo>
                <a:lnTo>
                  <a:pt x="581025" y="2571750"/>
                </a:lnTo>
                <a:lnTo>
                  <a:pt x="590550" y="2571750"/>
                </a:lnTo>
                <a:lnTo>
                  <a:pt x="590550" y="2581275"/>
                </a:lnTo>
                <a:lnTo>
                  <a:pt x="600075" y="2581275"/>
                </a:lnTo>
                <a:lnTo>
                  <a:pt x="600075" y="2571750"/>
                </a:lnTo>
                <a:lnTo>
                  <a:pt x="638175" y="2571750"/>
                </a:lnTo>
                <a:lnTo>
                  <a:pt x="638175" y="2581275"/>
                </a:lnTo>
                <a:lnTo>
                  <a:pt x="647700" y="2581275"/>
                </a:lnTo>
                <a:lnTo>
                  <a:pt x="647700" y="2590800"/>
                </a:lnTo>
                <a:lnTo>
                  <a:pt x="638175" y="2590800"/>
                </a:lnTo>
                <a:lnTo>
                  <a:pt x="638175" y="2600325"/>
                </a:lnTo>
                <a:lnTo>
                  <a:pt x="619125" y="2600325"/>
                </a:lnTo>
                <a:lnTo>
                  <a:pt x="619125" y="2590800"/>
                </a:lnTo>
                <a:lnTo>
                  <a:pt x="609600" y="2590800"/>
                </a:lnTo>
                <a:lnTo>
                  <a:pt x="609600" y="2600325"/>
                </a:lnTo>
                <a:lnTo>
                  <a:pt x="600075" y="2600325"/>
                </a:lnTo>
                <a:lnTo>
                  <a:pt x="600075" y="2590800"/>
                </a:lnTo>
                <a:lnTo>
                  <a:pt x="590550" y="2590800"/>
                </a:lnTo>
                <a:lnTo>
                  <a:pt x="590550" y="2600325"/>
                </a:lnTo>
                <a:lnTo>
                  <a:pt x="581025" y="2600325"/>
                </a:lnTo>
                <a:lnTo>
                  <a:pt x="581025" y="2590800"/>
                </a:lnTo>
                <a:lnTo>
                  <a:pt x="542925" y="2590800"/>
                </a:lnTo>
                <a:lnTo>
                  <a:pt x="542925" y="2600325"/>
                </a:lnTo>
                <a:lnTo>
                  <a:pt x="533400" y="2600325"/>
                </a:lnTo>
                <a:lnTo>
                  <a:pt x="533400" y="2590800"/>
                </a:lnTo>
                <a:lnTo>
                  <a:pt x="523875" y="2590800"/>
                </a:lnTo>
                <a:lnTo>
                  <a:pt x="523875" y="2600325"/>
                </a:lnTo>
                <a:lnTo>
                  <a:pt x="514350" y="2600325"/>
                </a:lnTo>
                <a:lnTo>
                  <a:pt x="514350" y="2590800"/>
                </a:lnTo>
                <a:lnTo>
                  <a:pt x="504825" y="2590800"/>
                </a:lnTo>
                <a:lnTo>
                  <a:pt x="504825" y="2600325"/>
                </a:lnTo>
                <a:lnTo>
                  <a:pt x="447675" y="2600325"/>
                </a:lnTo>
                <a:lnTo>
                  <a:pt x="447675" y="2590800"/>
                </a:lnTo>
                <a:lnTo>
                  <a:pt x="381000" y="2590800"/>
                </a:lnTo>
                <a:lnTo>
                  <a:pt x="381000" y="2571750"/>
                </a:lnTo>
                <a:lnTo>
                  <a:pt x="390525" y="2571750"/>
                </a:lnTo>
                <a:close/>
                <a:moveTo>
                  <a:pt x="1152525" y="2562225"/>
                </a:moveTo>
                <a:lnTo>
                  <a:pt x="1171575" y="2562225"/>
                </a:lnTo>
                <a:lnTo>
                  <a:pt x="1171575" y="2571750"/>
                </a:lnTo>
                <a:lnTo>
                  <a:pt x="1266825" y="2571750"/>
                </a:lnTo>
                <a:lnTo>
                  <a:pt x="1266825" y="2581275"/>
                </a:lnTo>
                <a:lnTo>
                  <a:pt x="1276350" y="2581275"/>
                </a:lnTo>
                <a:lnTo>
                  <a:pt x="1276350" y="2571750"/>
                </a:lnTo>
                <a:lnTo>
                  <a:pt x="1295400" y="2571750"/>
                </a:lnTo>
                <a:lnTo>
                  <a:pt x="1295400" y="2562225"/>
                </a:lnTo>
                <a:lnTo>
                  <a:pt x="1314450" y="2562225"/>
                </a:lnTo>
                <a:lnTo>
                  <a:pt x="1314450" y="2571750"/>
                </a:lnTo>
                <a:lnTo>
                  <a:pt x="1343025" y="2571750"/>
                </a:lnTo>
                <a:lnTo>
                  <a:pt x="1343025" y="2562225"/>
                </a:lnTo>
                <a:lnTo>
                  <a:pt x="1371600" y="2562225"/>
                </a:lnTo>
                <a:lnTo>
                  <a:pt x="1371600" y="2571750"/>
                </a:lnTo>
                <a:lnTo>
                  <a:pt x="1390650" y="2571750"/>
                </a:lnTo>
                <a:lnTo>
                  <a:pt x="1390650" y="2562225"/>
                </a:lnTo>
                <a:lnTo>
                  <a:pt x="1409700" y="2562225"/>
                </a:lnTo>
                <a:lnTo>
                  <a:pt x="1409700" y="2571750"/>
                </a:lnTo>
                <a:lnTo>
                  <a:pt x="1466850" y="2571750"/>
                </a:lnTo>
                <a:lnTo>
                  <a:pt x="1466850" y="2590800"/>
                </a:lnTo>
                <a:lnTo>
                  <a:pt x="1438275" y="2590800"/>
                </a:lnTo>
                <a:lnTo>
                  <a:pt x="1438275" y="2600325"/>
                </a:lnTo>
                <a:lnTo>
                  <a:pt x="1323975" y="2600325"/>
                </a:lnTo>
                <a:lnTo>
                  <a:pt x="1323975" y="2590800"/>
                </a:lnTo>
                <a:lnTo>
                  <a:pt x="1314450" y="2590800"/>
                </a:lnTo>
                <a:lnTo>
                  <a:pt x="1314450" y="2600325"/>
                </a:lnTo>
                <a:lnTo>
                  <a:pt x="1276350" y="2600325"/>
                </a:lnTo>
                <a:lnTo>
                  <a:pt x="1276350" y="2590800"/>
                </a:lnTo>
                <a:lnTo>
                  <a:pt x="1247775" y="2590800"/>
                </a:lnTo>
                <a:lnTo>
                  <a:pt x="1247775" y="2600325"/>
                </a:lnTo>
                <a:lnTo>
                  <a:pt x="1238250" y="2600325"/>
                </a:lnTo>
                <a:lnTo>
                  <a:pt x="1238250" y="2590800"/>
                </a:lnTo>
                <a:lnTo>
                  <a:pt x="1209675" y="2590800"/>
                </a:lnTo>
                <a:lnTo>
                  <a:pt x="1209675" y="2600325"/>
                </a:lnTo>
                <a:lnTo>
                  <a:pt x="1152525" y="2600325"/>
                </a:lnTo>
                <a:lnTo>
                  <a:pt x="1152525" y="2590800"/>
                </a:lnTo>
                <a:lnTo>
                  <a:pt x="1143000" y="2590800"/>
                </a:lnTo>
                <a:lnTo>
                  <a:pt x="1143000" y="2571750"/>
                </a:lnTo>
                <a:lnTo>
                  <a:pt x="1152525" y="2571750"/>
                </a:lnTo>
                <a:close/>
                <a:moveTo>
                  <a:pt x="38100" y="2571750"/>
                </a:moveTo>
                <a:lnTo>
                  <a:pt x="47625" y="2571750"/>
                </a:lnTo>
                <a:lnTo>
                  <a:pt x="47625" y="2590800"/>
                </a:lnTo>
                <a:lnTo>
                  <a:pt x="38100" y="2590800"/>
                </a:lnTo>
                <a:close/>
                <a:moveTo>
                  <a:pt x="38100" y="2800350"/>
                </a:moveTo>
                <a:lnTo>
                  <a:pt x="47625" y="2800350"/>
                </a:lnTo>
                <a:lnTo>
                  <a:pt x="47625" y="3486150"/>
                </a:lnTo>
                <a:lnTo>
                  <a:pt x="38100" y="3486150"/>
                </a:lnTo>
                <a:close/>
                <a:moveTo>
                  <a:pt x="1381125" y="2800350"/>
                </a:moveTo>
                <a:lnTo>
                  <a:pt x="1400175" y="2800350"/>
                </a:lnTo>
                <a:lnTo>
                  <a:pt x="1400175" y="2828925"/>
                </a:lnTo>
                <a:lnTo>
                  <a:pt x="1371600" y="2828925"/>
                </a:lnTo>
                <a:lnTo>
                  <a:pt x="1371600" y="2809875"/>
                </a:lnTo>
                <a:lnTo>
                  <a:pt x="1381125" y="2809875"/>
                </a:lnTo>
                <a:close/>
                <a:moveTo>
                  <a:pt x="228600" y="2819400"/>
                </a:moveTo>
                <a:lnTo>
                  <a:pt x="238125" y="2819400"/>
                </a:lnTo>
                <a:lnTo>
                  <a:pt x="238125" y="2828925"/>
                </a:lnTo>
                <a:lnTo>
                  <a:pt x="228600" y="2828925"/>
                </a:lnTo>
                <a:close/>
                <a:moveTo>
                  <a:pt x="333375" y="2819400"/>
                </a:moveTo>
                <a:lnTo>
                  <a:pt x="352425" y="2819400"/>
                </a:lnTo>
                <a:lnTo>
                  <a:pt x="352425" y="2847975"/>
                </a:lnTo>
                <a:lnTo>
                  <a:pt x="361950" y="2847975"/>
                </a:lnTo>
                <a:lnTo>
                  <a:pt x="361950" y="2838450"/>
                </a:lnTo>
                <a:lnTo>
                  <a:pt x="371475" y="2838450"/>
                </a:lnTo>
                <a:lnTo>
                  <a:pt x="371475" y="2857500"/>
                </a:lnTo>
                <a:lnTo>
                  <a:pt x="381000" y="2857500"/>
                </a:lnTo>
                <a:lnTo>
                  <a:pt x="381000" y="2838450"/>
                </a:lnTo>
                <a:lnTo>
                  <a:pt x="390525" y="2838450"/>
                </a:lnTo>
                <a:lnTo>
                  <a:pt x="390525" y="2828925"/>
                </a:lnTo>
                <a:lnTo>
                  <a:pt x="400050" y="2828925"/>
                </a:lnTo>
                <a:lnTo>
                  <a:pt x="400050" y="2838450"/>
                </a:lnTo>
                <a:lnTo>
                  <a:pt x="419100" y="2838450"/>
                </a:lnTo>
                <a:lnTo>
                  <a:pt x="419100" y="2867025"/>
                </a:lnTo>
                <a:lnTo>
                  <a:pt x="352425" y="2867025"/>
                </a:lnTo>
                <a:lnTo>
                  <a:pt x="352425" y="2857500"/>
                </a:lnTo>
                <a:lnTo>
                  <a:pt x="342900" y="2857500"/>
                </a:lnTo>
                <a:lnTo>
                  <a:pt x="342900" y="2867025"/>
                </a:lnTo>
                <a:lnTo>
                  <a:pt x="304800" y="2867025"/>
                </a:lnTo>
                <a:lnTo>
                  <a:pt x="304800" y="2857500"/>
                </a:lnTo>
                <a:lnTo>
                  <a:pt x="257175" y="2857500"/>
                </a:lnTo>
                <a:lnTo>
                  <a:pt x="257175" y="2838450"/>
                </a:lnTo>
                <a:lnTo>
                  <a:pt x="247650" y="2838450"/>
                </a:lnTo>
                <a:lnTo>
                  <a:pt x="247650" y="2828925"/>
                </a:lnTo>
                <a:lnTo>
                  <a:pt x="266700" y="2828925"/>
                </a:lnTo>
                <a:lnTo>
                  <a:pt x="266700" y="2838450"/>
                </a:lnTo>
                <a:lnTo>
                  <a:pt x="276225" y="2838450"/>
                </a:lnTo>
                <a:lnTo>
                  <a:pt x="276225" y="2828925"/>
                </a:lnTo>
                <a:lnTo>
                  <a:pt x="285750" y="2828925"/>
                </a:lnTo>
                <a:lnTo>
                  <a:pt x="285750" y="2838450"/>
                </a:lnTo>
                <a:lnTo>
                  <a:pt x="295275" y="2838450"/>
                </a:lnTo>
                <a:lnTo>
                  <a:pt x="295275" y="2828925"/>
                </a:lnTo>
                <a:lnTo>
                  <a:pt x="304800" y="2828925"/>
                </a:lnTo>
                <a:lnTo>
                  <a:pt x="304800" y="2838450"/>
                </a:lnTo>
                <a:lnTo>
                  <a:pt x="314325" y="2838450"/>
                </a:lnTo>
                <a:lnTo>
                  <a:pt x="314325" y="2828925"/>
                </a:lnTo>
                <a:lnTo>
                  <a:pt x="333375" y="2828925"/>
                </a:lnTo>
                <a:close/>
                <a:moveTo>
                  <a:pt x="466725" y="2819400"/>
                </a:moveTo>
                <a:lnTo>
                  <a:pt x="485775" y="2819400"/>
                </a:lnTo>
                <a:lnTo>
                  <a:pt x="485775" y="2828925"/>
                </a:lnTo>
                <a:lnTo>
                  <a:pt x="523875" y="2828925"/>
                </a:lnTo>
                <a:lnTo>
                  <a:pt x="523875" y="2838450"/>
                </a:lnTo>
                <a:lnTo>
                  <a:pt x="533400" y="2838450"/>
                </a:lnTo>
                <a:lnTo>
                  <a:pt x="533400" y="2857500"/>
                </a:lnTo>
                <a:lnTo>
                  <a:pt x="495300" y="2857500"/>
                </a:lnTo>
                <a:lnTo>
                  <a:pt x="495300" y="2867025"/>
                </a:lnTo>
                <a:lnTo>
                  <a:pt x="447675" y="2867025"/>
                </a:lnTo>
                <a:lnTo>
                  <a:pt x="447675" y="2857500"/>
                </a:lnTo>
                <a:lnTo>
                  <a:pt x="428625" y="2857500"/>
                </a:lnTo>
                <a:lnTo>
                  <a:pt x="428625" y="2828925"/>
                </a:lnTo>
                <a:lnTo>
                  <a:pt x="466725" y="2828925"/>
                </a:lnTo>
                <a:close/>
                <a:moveTo>
                  <a:pt x="219075" y="2828925"/>
                </a:moveTo>
                <a:lnTo>
                  <a:pt x="228600" y="2828925"/>
                </a:lnTo>
                <a:lnTo>
                  <a:pt x="228600" y="2838450"/>
                </a:lnTo>
                <a:lnTo>
                  <a:pt x="247650" y="2838450"/>
                </a:lnTo>
                <a:lnTo>
                  <a:pt x="247650" y="2847975"/>
                </a:lnTo>
                <a:lnTo>
                  <a:pt x="228600" y="2847975"/>
                </a:lnTo>
                <a:lnTo>
                  <a:pt x="228600" y="2857500"/>
                </a:lnTo>
                <a:lnTo>
                  <a:pt x="219075" y="2857500"/>
                </a:lnTo>
                <a:close/>
                <a:moveTo>
                  <a:pt x="561975" y="2828925"/>
                </a:moveTo>
                <a:lnTo>
                  <a:pt x="571500" y="2828925"/>
                </a:lnTo>
                <a:lnTo>
                  <a:pt x="571500" y="2838450"/>
                </a:lnTo>
                <a:lnTo>
                  <a:pt x="600075" y="2838450"/>
                </a:lnTo>
                <a:lnTo>
                  <a:pt x="600075" y="2828925"/>
                </a:lnTo>
                <a:lnTo>
                  <a:pt x="676275" y="2828925"/>
                </a:lnTo>
                <a:lnTo>
                  <a:pt x="676275" y="2838450"/>
                </a:lnTo>
                <a:lnTo>
                  <a:pt x="695325" y="2838450"/>
                </a:lnTo>
                <a:lnTo>
                  <a:pt x="695325" y="2847975"/>
                </a:lnTo>
                <a:lnTo>
                  <a:pt x="704850" y="2847975"/>
                </a:lnTo>
                <a:lnTo>
                  <a:pt x="704850" y="2857500"/>
                </a:lnTo>
                <a:lnTo>
                  <a:pt x="714375" y="2857500"/>
                </a:lnTo>
                <a:lnTo>
                  <a:pt x="714375" y="2847975"/>
                </a:lnTo>
                <a:lnTo>
                  <a:pt x="733425" y="2847975"/>
                </a:lnTo>
                <a:lnTo>
                  <a:pt x="733425" y="2838450"/>
                </a:lnTo>
                <a:lnTo>
                  <a:pt x="704850" y="2838450"/>
                </a:lnTo>
                <a:lnTo>
                  <a:pt x="704850" y="2828925"/>
                </a:lnTo>
                <a:lnTo>
                  <a:pt x="752475" y="2828925"/>
                </a:lnTo>
                <a:lnTo>
                  <a:pt x="752475" y="2838450"/>
                </a:lnTo>
                <a:lnTo>
                  <a:pt x="742950" y="2838450"/>
                </a:lnTo>
                <a:lnTo>
                  <a:pt x="742950" y="2847975"/>
                </a:lnTo>
                <a:lnTo>
                  <a:pt x="752475" y="2847975"/>
                </a:lnTo>
                <a:lnTo>
                  <a:pt x="752475" y="2838450"/>
                </a:lnTo>
                <a:lnTo>
                  <a:pt x="781050" y="2838450"/>
                </a:lnTo>
                <a:lnTo>
                  <a:pt x="781050" y="2828925"/>
                </a:lnTo>
                <a:lnTo>
                  <a:pt x="809625" y="2828925"/>
                </a:lnTo>
                <a:lnTo>
                  <a:pt x="809625" y="2838450"/>
                </a:lnTo>
                <a:lnTo>
                  <a:pt x="800100" y="2838450"/>
                </a:lnTo>
                <a:lnTo>
                  <a:pt x="800100" y="2857500"/>
                </a:lnTo>
                <a:lnTo>
                  <a:pt x="809625" y="2857500"/>
                </a:lnTo>
                <a:lnTo>
                  <a:pt x="809625" y="2838450"/>
                </a:lnTo>
                <a:lnTo>
                  <a:pt x="819150" y="2838450"/>
                </a:lnTo>
                <a:lnTo>
                  <a:pt x="819150" y="2857500"/>
                </a:lnTo>
                <a:lnTo>
                  <a:pt x="809625" y="2857500"/>
                </a:lnTo>
                <a:lnTo>
                  <a:pt x="809625" y="2867025"/>
                </a:lnTo>
                <a:lnTo>
                  <a:pt x="762000" y="2867025"/>
                </a:lnTo>
                <a:lnTo>
                  <a:pt x="762000" y="2847975"/>
                </a:lnTo>
                <a:lnTo>
                  <a:pt x="752475" y="2847975"/>
                </a:lnTo>
                <a:lnTo>
                  <a:pt x="752475" y="2857500"/>
                </a:lnTo>
                <a:lnTo>
                  <a:pt x="733425" y="2857500"/>
                </a:lnTo>
                <a:lnTo>
                  <a:pt x="733425" y="2867025"/>
                </a:lnTo>
                <a:lnTo>
                  <a:pt x="685800" y="2867025"/>
                </a:lnTo>
                <a:lnTo>
                  <a:pt x="685800" y="2857500"/>
                </a:lnTo>
                <a:lnTo>
                  <a:pt x="676275" y="2857500"/>
                </a:lnTo>
                <a:lnTo>
                  <a:pt x="676275" y="2867025"/>
                </a:lnTo>
                <a:lnTo>
                  <a:pt x="638175" y="2867025"/>
                </a:lnTo>
                <a:lnTo>
                  <a:pt x="638175" y="2857500"/>
                </a:lnTo>
                <a:lnTo>
                  <a:pt x="609600" y="2857500"/>
                </a:lnTo>
                <a:lnTo>
                  <a:pt x="609600" y="2867025"/>
                </a:lnTo>
                <a:lnTo>
                  <a:pt x="561975" y="2867025"/>
                </a:lnTo>
                <a:lnTo>
                  <a:pt x="561975" y="2857500"/>
                </a:lnTo>
                <a:lnTo>
                  <a:pt x="552450" y="2857500"/>
                </a:lnTo>
                <a:lnTo>
                  <a:pt x="552450" y="2838450"/>
                </a:lnTo>
                <a:lnTo>
                  <a:pt x="561975" y="2838450"/>
                </a:lnTo>
                <a:close/>
                <a:moveTo>
                  <a:pt x="333375" y="2847975"/>
                </a:moveTo>
                <a:lnTo>
                  <a:pt x="342900" y="2847975"/>
                </a:lnTo>
                <a:lnTo>
                  <a:pt x="342900" y="2838450"/>
                </a:lnTo>
                <a:lnTo>
                  <a:pt x="333375" y="2838450"/>
                </a:lnTo>
                <a:close/>
                <a:moveTo>
                  <a:pt x="600075" y="2847975"/>
                </a:moveTo>
                <a:lnTo>
                  <a:pt x="609600" y="2847975"/>
                </a:lnTo>
                <a:lnTo>
                  <a:pt x="609600" y="2838450"/>
                </a:lnTo>
                <a:lnTo>
                  <a:pt x="600075" y="2838450"/>
                </a:lnTo>
                <a:close/>
                <a:moveTo>
                  <a:pt x="228600" y="2857500"/>
                </a:moveTo>
                <a:lnTo>
                  <a:pt x="238125" y="2857500"/>
                </a:lnTo>
                <a:lnTo>
                  <a:pt x="238125" y="2867025"/>
                </a:lnTo>
                <a:lnTo>
                  <a:pt x="228600" y="2867025"/>
                </a:lnTo>
                <a:close/>
                <a:moveTo>
                  <a:pt x="466725" y="2857500"/>
                </a:moveTo>
                <a:lnTo>
                  <a:pt x="476250" y="2857500"/>
                </a:lnTo>
                <a:lnTo>
                  <a:pt x="476250" y="2838450"/>
                </a:lnTo>
                <a:lnTo>
                  <a:pt x="466725" y="2838450"/>
                </a:lnTo>
                <a:close/>
                <a:moveTo>
                  <a:pt x="1476375" y="3000375"/>
                </a:moveTo>
                <a:lnTo>
                  <a:pt x="1495425" y="3000375"/>
                </a:lnTo>
                <a:lnTo>
                  <a:pt x="1495425" y="3009900"/>
                </a:lnTo>
                <a:lnTo>
                  <a:pt x="1504950" y="3009900"/>
                </a:lnTo>
                <a:lnTo>
                  <a:pt x="1504950" y="3276600"/>
                </a:lnTo>
                <a:lnTo>
                  <a:pt x="1495425" y="3276600"/>
                </a:lnTo>
                <a:lnTo>
                  <a:pt x="1495425" y="3286125"/>
                </a:lnTo>
                <a:lnTo>
                  <a:pt x="1476375" y="3286125"/>
                </a:lnTo>
                <a:lnTo>
                  <a:pt x="1476375" y="3276600"/>
                </a:lnTo>
                <a:lnTo>
                  <a:pt x="1466850" y="3276600"/>
                </a:lnTo>
                <a:lnTo>
                  <a:pt x="1466850" y="3009900"/>
                </a:lnTo>
                <a:lnTo>
                  <a:pt x="1476375" y="3009900"/>
                </a:lnTo>
                <a:close/>
                <a:moveTo>
                  <a:pt x="295275" y="3343275"/>
                </a:moveTo>
                <a:lnTo>
                  <a:pt x="304800" y="3343275"/>
                </a:lnTo>
                <a:lnTo>
                  <a:pt x="304800" y="3352800"/>
                </a:lnTo>
                <a:lnTo>
                  <a:pt x="314325" y="3352800"/>
                </a:lnTo>
                <a:lnTo>
                  <a:pt x="314325" y="3419475"/>
                </a:lnTo>
                <a:lnTo>
                  <a:pt x="304800" y="3419475"/>
                </a:lnTo>
                <a:lnTo>
                  <a:pt x="304800" y="3429000"/>
                </a:lnTo>
                <a:lnTo>
                  <a:pt x="238125" y="3429000"/>
                </a:lnTo>
                <a:lnTo>
                  <a:pt x="238125" y="3419475"/>
                </a:lnTo>
                <a:lnTo>
                  <a:pt x="228600" y="3419475"/>
                </a:lnTo>
                <a:lnTo>
                  <a:pt x="228600" y="3362325"/>
                </a:lnTo>
                <a:lnTo>
                  <a:pt x="257175" y="3362325"/>
                </a:lnTo>
                <a:lnTo>
                  <a:pt x="257175" y="3371850"/>
                </a:lnTo>
                <a:lnTo>
                  <a:pt x="285750" y="3371850"/>
                </a:lnTo>
                <a:lnTo>
                  <a:pt x="285750" y="3362325"/>
                </a:lnTo>
                <a:lnTo>
                  <a:pt x="295275" y="3362325"/>
                </a:lnTo>
                <a:close/>
                <a:moveTo>
                  <a:pt x="104775" y="3390900"/>
                </a:moveTo>
                <a:lnTo>
                  <a:pt x="114300" y="3390900"/>
                </a:lnTo>
                <a:lnTo>
                  <a:pt x="114300" y="3438525"/>
                </a:lnTo>
                <a:lnTo>
                  <a:pt x="104775" y="3438525"/>
                </a:lnTo>
                <a:close/>
                <a:moveTo>
                  <a:pt x="209550" y="3457575"/>
                </a:moveTo>
                <a:lnTo>
                  <a:pt x="266700" y="3457575"/>
                </a:lnTo>
                <a:lnTo>
                  <a:pt x="266700" y="3467100"/>
                </a:lnTo>
                <a:lnTo>
                  <a:pt x="295275" y="3467100"/>
                </a:lnTo>
                <a:lnTo>
                  <a:pt x="295275" y="3457575"/>
                </a:lnTo>
                <a:lnTo>
                  <a:pt x="314325" y="3457575"/>
                </a:lnTo>
                <a:lnTo>
                  <a:pt x="314325" y="3467100"/>
                </a:lnTo>
                <a:lnTo>
                  <a:pt x="323850" y="3467100"/>
                </a:lnTo>
                <a:lnTo>
                  <a:pt x="323850" y="3476625"/>
                </a:lnTo>
                <a:lnTo>
                  <a:pt x="219075" y="3476625"/>
                </a:lnTo>
                <a:lnTo>
                  <a:pt x="219075" y="3467100"/>
                </a:lnTo>
                <a:lnTo>
                  <a:pt x="209550" y="3467100"/>
                </a:lnTo>
                <a:close/>
                <a:moveTo>
                  <a:pt x="1524000" y="3457575"/>
                </a:moveTo>
                <a:lnTo>
                  <a:pt x="1533525" y="3457575"/>
                </a:lnTo>
                <a:lnTo>
                  <a:pt x="1533525" y="3476625"/>
                </a:lnTo>
                <a:lnTo>
                  <a:pt x="1524000" y="3476625"/>
                </a:lnTo>
                <a:close/>
                <a:moveTo>
                  <a:pt x="1704975" y="3467100"/>
                </a:moveTo>
                <a:lnTo>
                  <a:pt x="1714500" y="3467100"/>
                </a:lnTo>
                <a:lnTo>
                  <a:pt x="1714500" y="3486150"/>
                </a:lnTo>
                <a:lnTo>
                  <a:pt x="1704975" y="3486150"/>
                </a:lnTo>
                <a:close/>
                <a:moveTo>
                  <a:pt x="114300" y="3476625"/>
                </a:moveTo>
                <a:lnTo>
                  <a:pt x="123825" y="3476625"/>
                </a:lnTo>
                <a:lnTo>
                  <a:pt x="123825" y="3495675"/>
                </a:lnTo>
                <a:lnTo>
                  <a:pt x="114300" y="3495675"/>
                </a:lnTo>
                <a:close/>
                <a:moveTo>
                  <a:pt x="1771650" y="3486150"/>
                </a:moveTo>
                <a:lnTo>
                  <a:pt x="1781175" y="3486150"/>
                </a:lnTo>
                <a:lnTo>
                  <a:pt x="1781175" y="3514725"/>
                </a:lnTo>
                <a:lnTo>
                  <a:pt x="1771650" y="3514725"/>
                </a:lnTo>
                <a:close/>
                <a:moveTo>
                  <a:pt x="47625" y="3505200"/>
                </a:moveTo>
                <a:lnTo>
                  <a:pt x="57150" y="3505200"/>
                </a:lnTo>
                <a:lnTo>
                  <a:pt x="57150" y="3524250"/>
                </a:lnTo>
                <a:lnTo>
                  <a:pt x="47625" y="3524250"/>
                </a:lnTo>
                <a:close/>
                <a:moveTo>
                  <a:pt x="1695450" y="3505200"/>
                </a:moveTo>
                <a:lnTo>
                  <a:pt x="1704975" y="3505200"/>
                </a:lnTo>
                <a:lnTo>
                  <a:pt x="1704975" y="3524250"/>
                </a:lnTo>
                <a:lnTo>
                  <a:pt x="1695450" y="3524250"/>
                </a:lnTo>
                <a:close/>
                <a:moveTo>
                  <a:pt x="123825" y="3514725"/>
                </a:moveTo>
                <a:lnTo>
                  <a:pt x="133350" y="3514725"/>
                </a:lnTo>
                <a:lnTo>
                  <a:pt x="133350" y="3524250"/>
                </a:lnTo>
                <a:lnTo>
                  <a:pt x="123825" y="3524250"/>
                </a:lnTo>
                <a:close/>
                <a:moveTo>
                  <a:pt x="1762125" y="3524250"/>
                </a:moveTo>
                <a:lnTo>
                  <a:pt x="1771650" y="3524250"/>
                </a:lnTo>
                <a:lnTo>
                  <a:pt x="1771650" y="3543300"/>
                </a:lnTo>
                <a:lnTo>
                  <a:pt x="1762125" y="3543300"/>
                </a:lnTo>
                <a:close/>
                <a:moveTo>
                  <a:pt x="1685925" y="3533775"/>
                </a:moveTo>
                <a:lnTo>
                  <a:pt x="1695450" y="3533775"/>
                </a:lnTo>
                <a:lnTo>
                  <a:pt x="1695450" y="3543300"/>
                </a:lnTo>
                <a:lnTo>
                  <a:pt x="1685925" y="3543300"/>
                </a:lnTo>
                <a:close/>
                <a:moveTo>
                  <a:pt x="57150" y="3543300"/>
                </a:moveTo>
                <a:lnTo>
                  <a:pt x="66675" y="3543300"/>
                </a:lnTo>
                <a:lnTo>
                  <a:pt x="66675" y="3552825"/>
                </a:lnTo>
                <a:lnTo>
                  <a:pt x="57150" y="3552825"/>
                </a:lnTo>
                <a:close/>
                <a:moveTo>
                  <a:pt x="133350" y="3543300"/>
                </a:moveTo>
                <a:lnTo>
                  <a:pt x="142875" y="3543300"/>
                </a:lnTo>
                <a:lnTo>
                  <a:pt x="142875" y="3552825"/>
                </a:lnTo>
                <a:lnTo>
                  <a:pt x="133350" y="3552825"/>
                </a:lnTo>
                <a:close/>
                <a:moveTo>
                  <a:pt x="1676400" y="3552825"/>
                </a:moveTo>
                <a:lnTo>
                  <a:pt x="1685925" y="3552825"/>
                </a:lnTo>
                <a:lnTo>
                  <a:pt x="1685925" y="3562350"/>
                </a:lnTo>
                <a:lnTo>
                  <a:pt x="1676400" y="3562350"/>
                </a:lnTo>
                <a:close/>
                <a:moveTo>
                  <a:pt x="1752600" y="3552825"/>
                </a:moveTo>
                <a:lnTo>
                  <a:pt x="1762125" y="3552825"/>
                </a:lnTo>
                <a:lnTo>
                  <a:pt x="1762125" y="3571875"/>
                </a:lnTo>
                <a:lnTo>
                  <a:pt x="1752600" y="3571875"/>
                </a:lnTo>
                <a:close/>
                <a:moveTo>
                  <a:pt x="66675" y="3562350"/>
                </a:moveTo>
                <a:lnTo>
                  <a:pt x="76200" y="3562350"/>
                </a:lnTo>
                <a:lnTo>
                  <a:pt x="76200" y="3581400"/>
                </a:lnTo>
                <a:lnTo>
                  <a:pt x="66675" y="3581400"/>
                </a:lnTo>
                <a:close/>
                <a:moveTo>
                  <a:pt x="142875" y="3562350"/>
                </a:moveTo>
                <a:lnTo>
                  <a:pt x="152400" y="3562350"/>
                </a:lnTo>
                <a:lnTo>
                  <a:pt x="152400" y="3571875"/>
                </a:lnTo>
                <a:lnTo>
                  <a:pt x="142875" y="3571875"/>
                </a:lnTo>
                <a:close/>
                <a:moveTo>
                  <a:pt x="152400" y="3571875"/>
                </a:moveTo>
                <a:lnTo>
                  <a:pt x="161925" y="3571875"/>
                </a:lnTo>
                <a:lnTo>
                  <a:pt x="161925" y="3581400"/>
                </a:lnTo>
                <a:lnTo>
                  <a:pt x="152400" y="3581400"/>
                </a:lnTo>
                <a:close/>
                <a:moveTo>
                  <a:pt x="1666875" y="3571875"/>
                </a:moveTo>
                <a:lnTo>
                  <a:pt x="1676400" y="3571875"/>
                </a:lnTo>
                <a:lnTo>
                  <a:pt x="1676400" y="3581400"/>
                </a:lnTo>
                <a:lnTo>
                  <a:pt x="1666875" y="3581400"/>
                </a:lnTo>
                <a:close/>
                <a:moveTo>
                  <a:pt x="76200" y="3581400"/>
                </a:moveTo>
                <a:lnTo>
                  <a:pt x="85725" y="3581400"/>
                </a:lnTo>
                <a:lnTo>
                  <a:pt x="85725" y="3600450"/>
                </a:lnTo>
                <a:lnTo>
                  <a:pt x="76200" y="3600450"/>
                </a:lnTo>
                <a:close/>
                <a:moveTo>
                  <a:pt x="1657350" y="3581400"/>
                </a:moveTo>
                <a:lnTo>
                  <a:pt x="1666875" y="3581400"/>
                </a:lnTo>
                <a:lnTo>
                  <a:pt x="1666875" y="3590925"/>
                </a:lnTo>
                <a:lnTo>
                  <a:pt x="1657350" y="3590925"/>
                </a:lnTo>
                <a:close/>
                <a:moveTo>
                  <a:pt x="1743075" y="3581400"/>
                </a:moveTo>
                <a:lnTo>
                  <a:pt x="1752600" y="3581400"/>
                </a:lnTo>
                <a:lnTo>
                  <a:pt x="1752600" y="3590925"/>
                </a:lnTo>
                <a:lnTo>
                  <a:pt x="1743075" y="3590925"/>
                </a:lnTo>
                <a:close/>
                <a:moveTo>
                  <a:pt x="1733550" y="3590925"/>
                </a:moveTo>
                <a:lnTo>
                  <a:pt x="1743075" y="3590925"/>
                </a:lnTo>
                <a:lnTo>
                  <a:pt x="1743075" y="3609975"/>
                </a:lnTo>
                <a:lnTo>
                  <a:pt x="1733550" y="3609975"/>
                </a:lnTo>
                <a:close/>
                <a:moveTo>
                  <a:pt x="85725" y="3600450"/>
                </a:moveTo>
                <a:lnTo>
                  <a:pt x="95250" y="3600450"/>
                </a:lnTo>
                <a:lnTo>
                  <a:pt x="95250" y="3609975"/>
                </a:lnTo>
                <a:lnTo>
                  <a:pt x="85725" y="3609975"/>
                </a:lnTo>
                <a:close/>
                <a:moveTo>
                  <a:pt x="1724025" y="3609975"/>
                </a:moveTo>
                <a:lnTo>
                  <a:pt x="1733550" y="3609975"/>
                </a:lnTo>
                <a:lnTo>
                  <a:pt x="1733550" y="3619500"/>
                </a:lnTo>
                <a:lnTo>
                  <a:pt x="1724025" y="3619500"/>
                </a:lnTo>
                <a:close/>
                <a:moveTo>
                  <a:pt x="95250" y="3619500"/>
                </a:moveTo>
                <a:lnTo>
                  <a:pt x="104775" y="3619500"/>
                </a:lnTo>
                <a:lnTo>
                  <a:pt x="104775" y="3629025"/>
                </a:lnTo>
                <a:lnTo>
                  <a:pt x="95250" y="3629025"/>
                </a:lnTo>
                <a:close/>
                <a:moveTo>
                  <a:pt x="1619250" y="3619500"/>
                </a:moveTo>
                <a:lnTo>
                  <a:pt x="1628775" y="3619500"/>
                </a:lnTo>
                <a:lnTo>
                  <a:pt x="1628775" y="3629025"/>
                </a:lnTo>
                <a:lnTo>
                  <a:pt x="1619250" y="3629025"/>
                </a:lnTo>
                <a:close/>
                <a:moveTo>
                  <a:pt x="1714500" y="3619500"/>
                </a:moveTo>
                <a:lnTo>
                  <a:pt x="1724025" y="3619500"/>
                </a:lnTo>
                <a:lnTo>
                  <a:pt x="1724025" y="3629025"/>
                </a:lnTo>
                <a:lnTo>
                  <a:pt x="1714500" y="3629025"/>
                </a:lnTo>
                <a:close/>
                <a:moveTo>
                  <a:pt x="104775" y="3629025"/>
                </a:moveTo>
                <a:lnTo>
                  <a:pt x="114300" y="3629025"/>
                </a:lnTo>
                <a:lnTo>
                  <a:pt x="114300" y="3638550"/>
                </a:lnTo>
                <a:lnTo>
                  <a:pt x="104775" y="3638550"/>
                </a:lnTo>
                <a:close/>
                <a:moveTo>
                  <a:pt x="209550" y="3629025"/>
                </a:moveTo>
                <a:lnTo>
                  <a:pt x="219075" y="3629025"/>
                </a:lnTo>
                <a:lnTo>
                  <a:pt x="219075" y="3638550"/>
                </a:lnTo>
                <a:lnTo>
                  <a:pt x="209550" y="3638550"/>
                </a:lnTo>
                <a:close/>
                <a:moveTo>
                  <a:pt x="1609725" y="3629025"/>
                </a:moveTo>
                <a:lnTo>
                  <a:pt x="1619250" y="3629025"/>
                </a:lnTo>
                <a:lnTo>
                  <a:pt x="1619250" y="3638550"/>
                </a:lnTo>
                <a:lnTo>
                  <a:pt x="1609725" y="3638550"/>
                </a:lnTo>
                <a:close/>
                <a:moveTo>
                  <a:pt x="114300" y="3638550"/>
                </a:moveTo>
                <a:lnTo>
                  <a:pt x="123825" y="3638550"/>
                </a:lnTo>
                <a:lnTo>
                  <a:pt x="123825" y="3648075"/>
                </a:lnTo>
                <a:lnTo>
                  <a:pt x="114300" y="3648075"/>
                </a:lnTo>
                <a:close/>
                <a:moveTo>
                  <a:pt x="228600" y="3638550"/>
                </a:moveTo>
                <a:lnTo>
                  <a:pt x="238125" y="3638550"/>
                </a:lnTo>
                <a:lnTo>
                  <a:pt x="238125" y="3648075"/>
                </a:lnTo>
                <a:lnTo>
                  <a:pt x="228600" y="3648075"/>
                </a:lnTo>
                <a:close/>
                <a:moveTo>
                  <a:pt x="1590675" y="3638550"/>
                </a:moveTo>
                <a:lnTo>
                  <a:pt x="1600200" y="3638550"/>
                </a:lnTo>
                <a:lnTo>
                  <a:pt x="1600200" y="3648075"/>
                </a:lnTo>
                <a:lnTo>
                  <a:pt x="1590675" y="3648075"/>
                </a:lnTo>
                <a:close/>
                <a:moveTo>
                  <a:pt x="1704975" y="3638550"/>
                </a:moveTo>
                <a:lnTo>
                  <a:pt x="1714500" y="3638550"/>
                </a:lnTo>
                <a:lnTo>
                  <a:pt x="1714500" y="3648075"/>
                </a:lnTo>
                <a:lnTo>
                  <a:pt x="1704975" y="3648075"/>
                </a:lnTo>
                <a:close/>
                <a:moveTo>
                  <a:pt x="123825" y="3648075"/>
                </a:moveTo>
                <a:lnTo>
                  <a:pt x="133350" y="3648075"/>
                </a:lnTo>
                <a:lnTo>
                  <a:pt x="133350" y="3657600"/>
                </a:lnTo>
                <a:lnTo>
                  <a:pt x="123825" y="3657600"/>
                </a:lnTo>
                <a:close/>
                <a:moveTo>
                  <a:pt x="247650" y="3648075"/>
                </a:moveTo>
                <a:lnTo>
                  <a:pt x="257175" y="3648075"/>
                </a:lnTo>
                <a:lnTo>
                  <a:pt x="257175" y="3657600"/>
                </a:lnTo>
                <a:lnTo>
                  <a:pt x="247650" y="3657600"/>
                </a:lnTo>
                <a:close/>
                <a:moveTo>
                  <a:pt x="1571625" y="3648075"/>
                </a:moveTo>
                <a:lnTo>
                  <a:pt x="1581150" y="3648075"/>
                </a:lnTo>
                <a:lnTo>
                  <a:pt x="1581150" y="3657600"/>
                </a:lnTo>
                <a:lnTo>
                  <a:pt x="1571625" y="3657600"/>
                </a:lnTo>
                <a:close/>
                <a:moveTo>
                  <a:pt x="1695450" y="3648075"/>
                </a:moveTo>
                <a:lnTo>
                  <a:pt x="1704975" y="3648075"/>
                </a:lnTo>
                <a:lnTo>
                  <a:pt x="1704975" y="3657600"/>
                </a:lnTo>
                <a:lnTo>
                  <a:pt x="1695450" y="3657600"/>
                </a:lnTo>
                <a:close/>
                <a:moveTo>
                  <a:pt x="133350" y="3657600"/>
                </a:moveTo>
                <a:lnTo>
                  <a:pt x="142875" y="3657600"/>
                </a:lnTo>
                <a:lnTo>
                  <a:pt x="142875" y="3667125"/>
                </a:lnTo>
                <a:lnTo>
                  <a:pt x="133350" y="3667125"/>
                </a:lnTo>
                <a:close/>
                <a:moveTo>
                  <a:pt x="266700" y="3657600"/>
                </a:moveTo>
                <a:lnTo>
                  <a:pt x="285750" y="3657600"/>
                </a:lnTo>
                <a:lnTo>
                  <a:pt x="285750" y="3667125"/>
                </a:lnTo>
                <a:lnTo>
                  <a:pt x="266700" y="3667125"/>
                </a:lnTo>
                <a:close/>
                <a:moveTo>
                  <a:pt x="1543050" y="3657600"/>
                </a:moveTo>
                <a:lnTo>
                  <a:pt x="1562100" y="3657600"/>
                </a:lnTo>
                <a:lnTo>
                  <a:pt x="1562100" y="3667125"/>
                </a:lnTo>
                <a:lnTo>
                  <a:pt x="1543050" y="3667125"/>
                </a:lnTo>
                <a:close/>
                <a:moveTo>
                  <a:pt x="1685925" y="3657600"/>
                </a:moveTo>
                <a:lnTo>
                  <a:pt x="1695450" y="3657600"/>
                </a:lnTo>
                <a:lnTo>
                  <a:pt x="1695450" y="3667125"/>
                </a:lnTo>
                <a:lnTo>
                  <a:pt x="1685925" y="3667125"/>
                </a:lnTo>
                <a:close/>
                <a:moveTo>
                  <a:pt x="142875" y="3667125"/>
                </a:moveTo>
                <a:lnTo>
                  <a:pt x="152400" y="3667125"/>
                </a:lnTo>
                <a:lnTo>
                  <a:pt x="152400" y="3676650"/>
                </a:lnTo>
                <a:lnTo>
                  <a:pt x="142875" y="3676650"/>
                </a:lnTo>
                <a:close/>
                <a:moveTo>
                  <a:pt x="304800" y="3667125"/>
                </a:moveTo>
                <a:lnTo>
                  <a:pt x="323850" y="3667125"/>
                </a:lnTo>
                <a:lnTo>
                  <a:pt x="323850" y="3676650"/>
                </a:lnTo>
                <a:lnTo>
                  <a:pt x="304800" y="3676650"/>
                </a:lnTo>
                <a:close/>
                <a:moveTo>
                  <a:pt x="1495425" y="3667125"/>
                </a:moveTo>
                <a:lnTo>
                  <a:pt x="1514475" y="3667125"/>
                </a:lnTo>
                <a:lnTo>
                  <a:pt x="1514475" y="3676650"/>
                </a:lnTo>
                <a:lnTo>
                  <a:pt x="1495425" y="3676650"/>
                </a:lnTo>
                <a:close/>
                <a:moveTo>
                  <a:pt x="1676400" y="3667125"/>
                </a:moveTo>
                <a:lnTo>
                  <a:pt x="1685925" y="3667125"/>
                </a:lnTo>
                <a:lnTo>
                  <a:pt x="1685925" y="3676650"/>
                </a:lnTo>
                <a:lnTo>
                  <a:pt x="1676400" y="3676650"/>
                </a:lnTo>
                <a:close/>
                <a:moveTo>
                  <a:pt x="152400" y="3676650"/>
                </a:moveTo>
                <a:lnTo>
                  <a:pt x="161925" y="3676650"/>
                </a:lnTo>
                <a:lnTo>
                  <a:pt x="161925" y="3686175"/>
                </a:lnTo>
                <a:lnTo>
                  <a:pt x="152400" y="3686175"/>
                </a:lnTo>
                <a:close/>
                <a:moveTo>
                  <a:pt x="419100" y="3676650"/>
                </a:moveTo>
                <a:lnTo>
                  <a:pt x="1400175" y="3676650"/>
                </a:lnTo>
                <a:lnTo>
                  <a:pt x="1400175" y="3686175"/>
                </a:lnTo>
                <a:lnTo>
                  <a:pt x="419100" y="3686175"/>
                </a:lnTo>
                <a:close/>
                <a:moveTo>
                  <a:pt x="1657350" y="3676650"/>
                </a:moveTo>
                <a:lnTo>
                  <a:pt x="1676400" y="3676650"/>
                </a:lnTo>
                <a:lnTo>
                  <a:pt x="1676400" y="3686175"/>
                </a:lnTo>
                <a:lnTo>
                  <a:pt x="1657350" y="3686175"/>
                </a:lnTo>
                <a:close/>
                <a:moveTo>
                  <a:pt x="161925" y="3686175"/>
                </a:moveTo>
                <a:lnTo>
                  <a:pt x="180975" y="3686175"/>
                </a:lnTo>
                <a:lnTo>
                  <a:pt x="180975" y="3695700"/>
                </a:lnTo>
                <a:lnTo>
                  <a:pt x="161925" y="3695700"/>
                </a:lnTo>
                <a:close/>
                <a:moveTo>
                  <a:pt x="1647825" y="3686175"/>
                </a:moveTo>
                <a:lnTo>
                  <a:pt x="1657350" y="3686175"/>
                </a:lnTo>
                <a:lnTo>
                  <a:pt x="1657350" y="3695700"/>
                </a:lnTo>
                <a:lnTo>
                  <a:pt x="1647825" y="3695700"/>
                </a:lnTo>
                <a:close/>
                <a:moveTo>
                  <a:pt x="180975" y="3695700"/>
                </a:moveTo>
                <a:lnTo>
                  <a:pt x="190500" y="3695700"/>
                </a:lnTo>
                <a:lnTo>
                  <a:pt x="190500" y="3705225"/>
                </a:lnTo>
                <a:lnTo>
                  <a:pt x="180975" y="3705225"/>
                </a:lnTo>
                <a:close/>
                <a:moveTo>
                  <a:pt x="1628775" y="3695700"/>
                </a:moveTo>
                <a:lnTo>
                  <a:pt x="1647825" y="3695700"/>
                </a:lnTo>
                <a:lnTo>
                  <a:pt x="1647825" y="3705225"/>
                </a:lnTo>
                <a:lnTo>
                  <a:pt x="1628775" y="3705225"/>
                </a:lnTo>
                <a:close/>
                <a:moveTo>
                  <a:pt x="190500" y="3705225"/>
                </a:moveTo>
                <a:lnTo>
                  <a:pt x="209550" y="3705225"/>
                </a:lnTo>
                <a:lnTo>
                  <a:pt x="209550" y="3714750"/>
                </a:lnTo>
                <a:lnTo>
                  <a:pt x="190500" y="3714750"/>
                </a:lnTo>
                <a:close/>
                <a:moveTo>
                  <a:pt x="1609725" y="3705225"/>
                </a:moveTo>
                <a:lnTo>
                  <a:pt x="1628775" y="3705225"/>
                </a:lnTo>
                <a:lnTo>
                  <a:pt x="1628775" y="3714750"/>
                </a:lnTo>
                <a:lnTo>
                  <a:pt x="1609725" y="3714750"/>
                </a:lnTo>
                <a:close/>
                <a:moveTo>
                  <a:pt x="209550" y="3714750"/>
                </a:moveTo>
                <a:lnTo>
                  <a:pt x="228600" y="3714750"/>
                </a:lnTo>
                <a:lnTo>
                  <a:pt x="228600" y="3724275"/>
                </a:lnTo>
                <a:lnTo>
                  <a:pt x="209550" y="3724275"/>
                </a:lnTo>
                <a:close/>
                <a:moveTo>
                  <a:pt x="1590675" y="3714750"/>
                </a:moveTo>
                <a:lnTo>
                  <a:pt x="1609725" y="3714750"/>
                </a:lnTo>
                <a:lnTo>
                  <a:pt x="1609725" y="3724275"/>
                </a:lnTo>
                <a:lnTo>
                  <a:pt x="1590675" y="3724275"/>
                </a:lnTo>
                <a:close/>
                <a:moveTo>
                  <a:pt x="238125" y="3724275"/>
                </a:moveTo>
                <a:lnTo>
                  <a:pt x="257175" y="3724275"/>
                </a:lnTo>
                <a:lnTo>
                  <a:pt x="257175" y="3733800"/>
                </a:lnTo>
                <a:lnTo>
                  <a:pt x="238125" y="3733800"/>
                </a:lnTo>
                <a:close/>
                <a:moveTo>
                  <a:pt x="1562100" y="3724275"/>
                </a:moveTo>
                <a:lnTo>
                  <a:pt x="1590675" y="3724275"/>
                </a:lnTo>
                <a:lnTo>
                  <a:pt x="1590675" y="3733800"/>
                </a:lnTo>
                <a:lnTo>
                  <a:pt x="1562100" y="3733800"/>
                </a:lnTo>
                <a:close/>
                <a:moveTo>
                  <a:pt x="266700" y="3733800"/>
                </a:moveTo>
                <a:lnTo>
                  <a:pt x="295275" y="3733800"/>
                </a:lnTo>
                <a:lnTo>
                  <a:pt x="295275" y="3743325"/>
                </a:lnTo>
                <a:lnTo>
                  <a:pt x="266700" y="3743325"/>
                </a:lnTo>
                <a:close/>
                <a:moveTo>
                  <a:pt x="1524000" y="3733800"/>
                </a:moveTo>
                <a:lnTo>
                  <a:pt x="1562100" y="3733800"/>
                </a:lnTo>
                <a:lnTo>
                  <a:pt x="1562100" y="3743325"/>
                </a:lnTo>
                <a:lnTo>
                  <a:pt x="1524000" y="3743325"/>
                </a:lnTo>
                <a:close/>
                <a:moveTo>
                  <a:pt x="304800" y="3743325"/>
                </a:moveTo>
                <a:lnTo>
                  <a:pt x="1514475" y="3743325"/>
                </a:lnTo>
                <a:lnTo>
                  <a:pt x="1514475" y="3752850"/>
                </a:lnTo>
                <a:lnTo>
                  <a:pt x="304800" y="3752850"/>
                </a:lnTo>
                <a:close/>
              </a:path>
            </a:pathLst>
          </a:custGeom>
          <a:solidFill xmlns:a="http://schemas.openxmlformats.org/drawingml/2006/main">
            <a:srgbClr val="818579"/>
          </a:solidFill>
          <a:ln xmlns:a="http://schemas.openxmlformats.org/drawingml/2006/main" w="0">
            <a:noFill/>
          </a:ln>
        </p:spPr>
      </p:sp>
      <p:sp>
        <p:nvSpPr>
          <p:cNvPr id="32" name="dashboard vector #2a2c27">
            <a:extLst xmlns:a="http://schemas.openxmlformats.org/drawingml/2006/main">
              <a:ext uri="{FF2B5EF4-FFF2-40B4-BE49-F238E27FC236}">
                <a16:creationId xmlns:a16="http://schemas.microsoft.com/office/drawing/2014/main" id="{5A7A893C-0BFE-4AB5-A45D-4CB29349BB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14400" y="1447800"/>
            <a:ext cx="2171700" cy="4467225"/>
          </a:xfrm>
          <a:custGeom xmlns:a="http://schemas.openxmlformats.org/drawingml/2006/main">
            <a:pathLst>
              <a:path w="1838325" h="3790950">
                <a:moveTo>
                  <a:pt x="371475" y="57150"/>
                </a:moveTo>
                <a:lnTo>
                  <a:pt x="1457325" y="57150"/>
                </a:lnTo>
                <a:lnTo>
                  <a:pt x="1457325" y="66675"/>
                </a:lnTo>
                <a:lnTo>
                  <a:pt x="1533525" y="66675"/>
                </a:lnTo>
                <a:lnTo>
                  <a:pt x="1533525" y="76200"/>
                </a:lnTo>
                <a:lnTo>
                  <a:pt x="1571625" y="76200"/>
                </a:lnTo>
                <a:lnTo>
                  <a:pt x="1571625" y="85725"/>
                </a:lnTo>
                <a:lnTo>
                  <a:pt x="1590675" y="85725"/>
                </a:lnTo>
                <a:lnTo>
                  <a:pt x="1590675" y="95250"/>
                </a:lnTo>
                <a:lnTo>
                  <a:pt x="1609725" y="95250"/>
                </a:lnTo>
                <a:lnTo>
                  <a:pt x="1609725" y="104775"/>
                </a:lnTo>
                <a:lnTo>
                  <a:pt x="1638300" y="104775"/>
                </a:lnTo>
                <a:lnTo>
                  <a:pt x="1638300" y="114300"/>
                </a:lnTo>
                <a:lnTo>
                  <a:pt x="1647825" y="114300"/>
                </a:lnTo>
                <a:lnTo>
                  <a:pt x="1647825" y="123825"/>
                </a:lnTo>
                <a:lnTo>
                  <a:pt x="1666875" y="123825"/>
                </a:lnTo>
                <a:lnTo>
                  <a:pt x="1666875" y="133350"/>
                </a:lnTo>
                <a:lnTo>
                  <a:pt x="1676400" y="133350"/>
                </a:lnTo>
                <a:lnTo>
                  <a:pt x="1676400" y="142875"/>
                </a:lnTo>
                <a:lnTo>
                  <a:pt x="1685925" y="142875"/>
                </a:lnTo>
                <a:lnTo>
                  <a:pt x="1685925" y="152400"/>
                </a:lnTo>
                <a:lnTo>
                  <a:pt x="1695450" y="152400"/>
                </a:lnTo>
                <a:lnTo>
                  <a:pt x="1695450" y="161925"/>
                </a:lnTo>
                <a:lnTo>
                  <a:pt x="1704975" y="161925"/>
                </a:lnTo>
                <a:lnTo>
                  <a:pt x="1704975" y="171450"/>
                </a:lnTo>
                <a:lnTo>
                  <a:pt x="1714500" y="171450"/>
                </a:lnTo>
                <a:lnTo>
                  <a:pt x="1714500" y="190500"/>
                </a:lnTo>
                <a:lnTo>
                  <a:pt x="1724025" y="190500"/>
                </a:lnTo>
                <a:lnTo>
                  <a:pt x="1724025" y="200025"/>
                </a:lnTo>
                <a:lnTo>
                  <a:pt x="1733550" y="200025"/>
                </a:lnTo>
                <a:lnTo>
                  <a:pt x="1733550" y="219075"/>
                </a:lnTo>
                <a:lnTo>
                  <a:pt x="1743075" y="219075"/>
                </a:lnTo>
                <a:lnTo>
                  <a:pt x="1743075" y="238125"/>
                </a:lnTo>
                <a:lnTo>
                  <a:pt x="1752600" y="238125"/>
                </a:lnTo>
                <a:lnTo>
                  <a:pt x="1752600" y="266700"/>
                </a:lnTo>
                <a:lnTo>
                  <a:pt x="1762125" y="266700"/>
                </a:lnTo>
                <a:lnTo>
                  <a:pt x="1762125" y="295275"/>
                </a:lnTo>
                <a:lnTo>
                  <a:pt x="1771650" y="295275"/>
                </a:lnTo>
                <a:lnTo>
                  <a:pt x="1771650" y="352425"/>
                </a:lnTo>
                <a:lnTo>
                  <a:pt x="1781175" y="352425"/>
                </a:lnTo>
                <a:lnTo>
                  <a:pt x="1781175" y="1114425"/>
                </a:lnTo>
                <a:lnTo>
                  <a:pt x="1790700" y="1114425"/>
                </a:lnTo>
                <a:lnTo>
                  <a:pt x="1790700" y="1133475"/>
                </a:lnTo>
                <a:lnTo>
                  <a:pt x="1800225" y="1133475"/>
                </a:lnTo>
                <a:lnTo>
                  <a:pt x="1800225" y="1514475"/>
                </a:lnTo>
                <a:lnTo>
                  <a:pt x="1790700" y="1514475"/>
                </a:lnTo>
                <a:lnTo>
                  <a:pt x="1790700" y="1533525"/>
                </a:lnTo>
                <a:lnTo>
                  <a:pt x="1781175" y="1533525"/>
                </a:lnTo>
                <a:lnTo>
                  <a:pt x="1781175" y="3486150"/>
                </a:lnTo>
                <a:lnTo>
                  <a:pt x="1771650" y="3486150"/>
                </a:lnTo>
                <a:lnTo>
                  <a:pt x="1771650" y="3524250"/>
                </a:lnTo>
                <a:lnTo>
                  <a:pt x="1762125" y="3524250"/>
                </a:lnTo>
                <a:lnTo>
                  <a:pt x="1762125" y="3552825"/>
                </a:lnTo>
                <a:lnTo>
                  <a:pt x="1752600" y="3552825"/>
                </a:lnTo>
                <a:lnTo>
                  <a:pt x="1752600" y="3581400"/>
                </a:lnTo>
                <a:lnTo>
                  <a:pt x="1743075" y="3581400"/>
                </a:lnTo>
                <a:lnTo>
                  <a:pt x="1743075" y="3590925"/>
                </a:lnTo>
                <a:lnTo>
                  <a:pt x="1733550" y="3590925"/>
                </a:lnTo>
                <a:lnTo>
                  <a:pt x="1733550" y="3609975"/>
                </a:lnTo>
                <a:lnTo>
                  <a:pt x="1724025" y="3609975"/>
                </a:lnTo>
                <a:lnTo>
                  <a:pt x="1724025" y="3619500"/>
                </a:lnTo>
                <a:lnTo>
                  <a:pt x="1714500" y="3619500"/>
                </a:lnTo>
                <a:lnTo>
                  <a:pt x="1714500" y="3638550"/>
                </a:lnTo>
                <a:lnTo>
                  <a:pt x="1704975" y="3638550"/>
                </a:lnTo>
                <a:lnTo>
                  <a:pt x="1704975" y="3648075"/>
                </a:lnTo>
                <a:lnTo>
                  <a:pt x="1695450" y="3648075"/>
                </a:lnTo>
                <a:lnTo>
                  <a:pt x="1695450" y="3657600"/>
                </a:lnTo>
                <a:lnTo>
                  <a:pt x="1685925" y="3657600"/>
                </a:lnTo>
                <a:lnTo>
                  <a:pt x="1685925" y="3667125"/>
                </a:lnTo>
                <a:lnTo>
                  <a:pt x="1676400" y="3667125"/>
                </a:lnTo>
                <a:lnTo>
                  <a:pt x="1676400" y="3676650"/>
                </a:lnTo>
                <a:lnTo>
                  <a:pt x="1657350" y="3676650"/>
                </a:lnTo>
                <a:lnTo>
                  <a:pt x="1657350" y="3686175"/>
                </a:lnTo>
                <a:lnTo>
                  <a:pt x="1647825" y="3686175"/>
                </a:lnTo>
                <a:lnTo>
                  <a:pt x="1647825" y="3695700"/>
                </a:lnTo>
                <a:lnTo>
                  <a:pt x="1628775" y="3695700"/>
                </a:lnTo>
                <a:lnTo>
                  <a:pt x="1628775" y="3705225"/>
                </a:lnTo>
                <a:lnTo>
                  <a:pt x="1609725" y="3705225"/>
                </a:lnTo>
                <a:lnTo>
                  <a:pt x="1609725" y="3714750"/>
                </a:lnTo>
                <a:lnTo>
                  <a:pt x="1590675" y="3714750"/>
                </a:lnTo>
                <a:lnTo>
                  <a:pt x="1590675" y="3724275"/>
                </a:lnTo>
                <a:lnTo>
                  <a:pt x="1562100" y="3724275"/>
                </a:lnTo>
                <a:lnTo>
                  <a:pt x="1562100" y="3733800"/>
                </a:lnTo>
                <a:lnTo>
                  <a:pt x="1524000" y="3733800"/>
                </a:lnTo>
                <a:lnTo>
                  <a:pt x="1524000" y="3743325"/>
                </a:lnTo>
                <a:lnTo>
                  <a:pt x="295275" y="3743325"/>
                </a:lnTo>
                <a:lnTo>
                  <a:pt x="295275" y="3733800"/>
                </a:lnTo>
                <a:lnTo>
                  <a:pt x="257175" y="3733800"/>
                </a:lnTo>
                <a:lnTo>
                  <a:pt x="257175" y="3724275"/>
                </a:lnTo>
                <a:lnTo>
                  <a:pt x="228600" y="3724275"/>
                </a:lnTo>
                <a:lnTo>
                  <a:pt x="228600" y="3714750"/>
                </a:lnTo>
                <a:lnTo>
                  <a:pt x="209550" y="3714750"/>
                </a:lnTo>
                <a:lnTo>
                  <a:pt x="209550" y="3705225"/>
                </a:lnTo>
                <a:lnTo>
                  <a:pt x="190500" y="3705225"/>
                </a:lnTo>
                <a:lnTo>
                  <a:pt x="190500" y="3695700"/>
                </a:lnTo>
                <a:lnTo>
                  <a:pt x="180975" y="3695700"/>
                </a:lnTo>
                <a:lnTo>
                  <a:pt x="180975" y="3686175"/>
                </a:lnTo>
                <a:lnTo>
                  <a:pt x="161925" y="3686175"/>
                </a:lnTo>
                <a:lnTo>
                  <a:pt x="161925" y="3676650"/>
                </a:lnTo>
                <a:lnTo>
                  <a:pt x="152400" y="3676650"/>
                </a:lnTo>
                <a:lnTo>
                  <a:pt x="152400" y="3667125"/>
                </a:lnTo>
                <a:lnTo>
                  <a:pt x="142875" y="3667125"/>
                </a:lnTo>
                <a:lnTo>
                  <a:pt x="142875" y="3657600"/>
                </a:lnTo>
                <a:lnTo>
                  <a:pt x="133350" y="3657600"/>
                </a:lnTo>
                <a:lnTo>
                  <a:pt x="133350" y="3648075"/>
                </a:lnTo>
                <a:lnTo>
                  <a:pt x="123825" y="3648075"/>
                </a:lnTo>
                <a:lnTo>
                  <a:pt x="123825" y="3638550"/>
                </a:lnTo>
                <a:lnTo>
                  <a:pt x="114300" y="3638550"/>
                </a:lnTo>
                <a:lnTo>
                  <a:pt x="114300" y="3629025"/>
                </a:lnTo>
                <a:lnTo>
                  <a:pt x="104775" y="3629025"/>
                </a:lnTo>
                <a:lnTo>
                  <a:pt x="104775" y="3619500"/>
                </a:lnTo>
                <a:lnTo>
                  <a:pt x="95250" y="3619500"/>
                </a:lnTo>
                <a:lnTo>
                  <a:pt x="95250" y="3600450"/>
                </a:lnTo>
                <a:lnTo>
                  <a:pt x="85725" y="3600450"/>
                </a:lnTo>
                <a:lnTo>
                  <a:pt x="85725" y="3581400"/>
                </a:lnTo>
                <a:lnTo>
                  <a:pt x="76200" y="3581400"/>
                </a:lnTo>
                <a:lnTo>
                  <a:pt x="76200" y="3562350"/>
                </a:lnTo>
                <a:lnTo>
                  <a:pt x="66675" y="3562350"/>
                </a:lnTo>
                <a:lnTo>
                  <a:pt x="66675" y="3543300"/>
                </a:lnTo>
                <a:lnTo>
                  <a:pt x="57150" y="3543300"/>
                </a:lnTo>
                <a:lnTo>
                  <a:pt x="57150" y="3505200"/>
                </a:lnTo>
                <a:lnTo>
                  <a:pt x="47625" y="3505200"/>
                </a:lnTo>
                <a:lnTo>
                  <a:pt x="47625" y="2800350"/>
                </a:lnTo>
                <a:lnTo>
                  <a:pt x="38100" y="2800350"/>
                </a:lnTo>
                <a:lnTo>
                  <a:pt x="38100" y="2590800"/>
                </a:lnTo>
                <a:lnTo>
                  <a:pt x="47625" y="2590800"/>
                </a:lnTo>
                <a:lnTo>
                  <a:pt x="47625" y="2571750"/>
                </a:lnTo>
                <a:lnTo>
                  <a:pt x="38100" y="2571750"/>
                </a:lnTo>
                <a:lnTo>
                  <a:pt x="38100" y="2543175"/>
                </a:lnTo>
                <a:lnTo>
                  <a:pt x="47625" y="2543175"/>
                </a:lnTo>
                <a:lnTo>
                  <a:pt x="47625" y="1914525"/>
                </a:lnTo>
                <a:lnTo>
                  <a:pt x="38100" y="1914525"/>
                </a:lnTo>
                <a:lnTo>
                  <a:pt x="38100" y="1847850"/>
                </a:lnTo>
                <a:lnTo>
                  <a:pt x="47625" y="1847850"/>
                </a:lnTo>
                <a:lnTo>
                  <a:pt x="47625" y="1543050"/>
                </a:lnTo>
                <a:lnTo>
                  <a:pt x="38100" y="1543050"/>
                </a:lnTo>
                <a:lnTo>
                  <a:pt x="38100" y="1533525"/>
                </a:lnTo>
                <a:lnTo>
                  <a:pt x="28575" y="1533525"/>
                </a:lnTo>
                <a:lnTo>
                  <a:pt x="28575" y="1276350"/>
                </a:lnTo>
                <a:lnTo>
                  <a:pt x="38100" y="1276350"/>
                </a:lnTo>
                <a:lnTo>
                  <a:pt x="38100" y="1209675"/>
                </a:lnTo>
                <a:lnTo>
                  <a:pt x="28575" y="1209675"/>
                </a:lnTo>
                <a:lnTo>
                  <a:pt x="28575" y="962025"/>
                </a:lnTo>
                <a:lnTo>
                  <a:pt x="38100" y="962025"/>
                </a:lnTo>
                <a:lnTo>
                  <a:pt x="38100" y="952500"/>
                </a:lnTo>
                <a:lnTo>
                  <a:pt x="47625" y="952500"/>
                </a:lnTo>
                <a:lnTo>
                  <a:pt x="47625" y="847725"/>
                </a:lnTo>
                <a:lnTo>
                  <a:pt x="38100" y="847725"/>
                </a:lnTo>
                <a:lnTo>
                  <a:pt x="38100" y="828675"/>
                </a:lnTo>
                <a:lnTo>
                  <a:pt x="28575" y="828675"/>
                </a:lnTo>
                <a:lnTo>
                  <a:pt x="28575" y="714375"/>
                </a:lnTo>
                <a:lnTo>
                  <a:pt x="38100" y="714375"/>
                </a:lnTo>
                <a:lnTo>
                  <a:pt x="38100" y="695325"/>
                </a:lnTo>
                <a:lnTo>
                  <a:pt x="47625" y="695325"/>
                </a:lnTo>
                <a:lnTo>
                  <a:pt x="47625" y="323850"/>
                </a:lnTo>
                <a:lnTo>
                  <a:pt x="57150" y="323850"/>
                </a:lnTo>
                <a:lnTo>
                  <a:pt x="57150" y="276225"/>
                </a:lnTo>
                <a:lnTo>
                  <a:pt x="66675" y="276225"/>
                </a:lnTo>
                <a:lnTo>
                  <a:pt x="66675" y="247650"/>
                </a:lnTo>
                <a:lnTo>
                  <a:pt x="76200" y="247650"/>
                </a:lnTo>
                <a:lnTo>
                  <a:pt x="76200" y="228600"/>
                </a:lnTo>
                <a:lnTo>
                  <a:pt x="85725" y="228600"/>
                </a:lnTo>
                <a:lnTo>
                  <a:pt x="85725" y="209550"/>
                </a:lnTo>
                <a:lnTo>
                  <a:pt x="95250" y="209550"/>
                </a:lnTo>
                <a:lnTo>
                  <a:pt x="95250" y="190500"/>
                </a:lnTo>
                <a:lnTo>
                  <a:pt x="104775" y="190500"/>
                </a:lnTo>
                <a:lnTo>
                  <a:pt x="104775" y="180975"/>
                </a:lnTo>
                <a:lnTo>
                  <a:pt x="114300" y="180975"/>
                </a:lnTo>
                <a:lnTo>
                  <a:pt x="114300" y="171450"/>
                </a:lnTo>
                <a:lnTo>
                  <a:pt x="123825" y="171450"/>
                </a:lnTo>
                <a:lnTo>
                  <a:pt x="123825" y="161925"/>
                </a:lnTo>
                <a:lnTo>
                  <a:pt x="133350" y="161925"/>
                </a:lnTo>
                <a:lnTo>
                  <a:pt x="133350" y="152400"/>
                </a:lnTo>
                <a:lnTo>
                  <a:pt x="142875" y="152400"/>
                </a:lnTo>
                <a:lnTo>
                  <a:pt x="142875" y="142875"/>
                </a:lnTo>
                <a:lnTo>
                  <a:pt x="152400" y="142875"/>
                </a:lnTo>
                <a:lnTo>
                  <a:pt x="152400" y="133350"/>
                </a:lnTo>
                <a:lnTo>
                  <a:pt x="161925" y="133350"/>
                </a:lnTo>
                <a:lnTo>
                  <a:pt x="161925" y="123825"/>
                </a:lnTo>
                <a:lnTo>
                  <a:pt x="171450" y="123825"/>
                </a:lnTo>
                <a:lnTo>
                  <a:pt x="171450" y="114300"/>
                </a:lnTo>
                <a:lnTo>
                  <a:pt x="190500" y="114300"/>
                </a:lnTo>
                <a:lnTo>
                  <a:pt x="190500" y="104775"/>
                </a:lnTo>
                <a:lnTo>
                  <a:pt x="209550" y="104775"/>
                </a:lnTo>
                <a:lnTo>
                  <a:pt x="209550" y="95250"/>
                </a:lnTo>
                <a:lnTo>
                  <a:pt x="228600" y="95250"/>
                </a:lnTo>
                <a:lnTo>
                  <a:pt x="228600" y="85725"/>
                </a:lnTo>
                <a:lnTo>
                  <a:pt x="247650" y="85725"/>
                </a:lnTo>
                <a:lnTo>
                  <a:pt x="247650" y="76200"/>
                </a:lnTo>
                <a:lnTo>
                  <a:pt x="285750" y="76200"/>
                </a:lnTo>
                <a:lnTo>
                  <a:pt x="285750" y="66675"/>
                </a:lnTo>
                <a:lnTo>
                  <a:pt x="371475" y="66675"/>
                </a:lnTo>
                <a:close/>
                <a:moveTo>
                  <a:pt x="361950" y="114300"/>
                </a:moveTo>
                <a:lnTo>
                  <a:pt x="1466850" y="114300"/>
                </a:lnTo>
                <a:lnTo>
                  <a:pt x="1466850" y="123825"/>
                </a:lnTo>
                <a:lnTo>
                  <a:pt x="361950" y="123825"/>
                </a:lnTo>
                <a:close/>
                <a:moveTo>
                  <a:pt x="295275" y="123825"/>
                </a:moveTo>
                <a:lnTo>
                  <a:pt x="314325" y="123825"/>
                </a:lnTo>
                <a:lnTo>
                  <a:pt x="314325" y="133350"/>
                </a:lnTo>
                <a:lnTo>
                  <a:pt x="295275" y="133350"/>
                </a:lnTo>
                <a:close/>
                <a:moveTo>
                  <a:pt x="1514475" y="123825"/>
                </a:moveTo>
                <a:lnTo>
                  <a:pt x="1533525" y="123825"/>
                </a:lnTo>
                <a:lnTo>
                  <a:pt x="1533525" y="133350"/>
                </a:lnTo>
                <a:lnTo>
                  <a:pt x="1514475" y="133350"/>
                </a:lnTo>
                <a:close/>
                <a:moveTo>
                  <a:pt x="266700" y="133350"/>
                </a:moveTo>
                <a:lnTo>
                  <a:pt x="276225" y="133350"/>
                </a:lnTo>
                <a:lnTo>
                  <a:pt x="276225" y="142875"/>
                </a:lnTo>
                <a:lnTo>
                  <a:pt x="266700" y="142875"/>
                </a:lnTo>
                <a:close/>
                <a:moveTo>
                  <a:pt x="1552575" y="133350"/>
                </a:moveTo>
                <a:lnTo>
                  <a:pt x="1562100" y="133350"/>
                </a:lnTo>
                <a:lnTo>
                  <a:pt x="1562100" y="142875"/>
                </a:lnTo>
                <a:lnTo>
                  <a:pt x="1552575" y="142875"/>
                </a:lnTo>
                <a:close/>
                <a:moveTo>
                  <a:pt x="238125" y="142875"/>
                </a:moveTo>
                <a:lnTo>
                  <a:pt x="247650" y="142875"/>
                </a:lnTo>
                <a:lnTo>
                  <a:pt x="247650" y="152400"/>
                </a:lnTo>
                <a:lnTo>
                  <a:pt x="238125" y="152400"/>
                </a:lnTo>
                <a:close/>
                <a:moveTo>
                  <a:pt x="1571625" y="142875"/>
                </a:moveTo>
                <a:lnTo>
                  <a:pt x="1581150" y="142875"/>
                </a:lnTo>
                <a:lnTo>
                  <a:pt x="1581150" y="152400"/>
                </a:lnTo>
                <a:lnTo>
                  <a:pt x="1571625" y="152400"/>
                </a:lnTo>
                <a:close/>
                <a:moveTo>
                  <a:pt x="1590675" y="152400"/>
                </a:moveTo>
                <a:lnTo>
                  <a:pt x="1600200" y="152400"/>
                </a:lnTo>
                <a:lnTo>
                  <a:pt x="1600200" y="161925"/>
                </a:lnTo>
                <a:lnTo>
                  <a:pt x="1590675" y="161925"/>
                </a:lnTo>
                <a:close/>
                <a:moveTo>
                  <a:pt x="209550" y="161925"/>
                </a:moveTo>
                <a:lnTo>
                  <a:pt x="219075" y="161925"/>
                </a:lnTo>
                <a:lnTo>
                  <a:pt x="219075" y="171450"/>
                </a:lnTo>
                <a:lnTo>
                  <a:pt x="209550" y="171450"/>
                </a:lnTo>
                <a:close/>
                <a:moveTo>
                  <a:pt x="1609725" y="161925"/>
                </a:moveTo>
                <a:lnTo>
                  <a:pt x="1619250" y="161925"/>
                </a:lnTo>
                <a:lnTo>
                  <a:pt x="1619250" y="171450"/>
                </a:lnTo>
                <a:lnTo>
                  <a:pt x="1609725" y="171450"/>
                </a:lnTo>
                <a:close/>
                <a:moveTo>
                  <a:pt x="190500" y="171450"/>
                </a:moveTo>
                <a:lnTo>
                  <a:pt x="200025" y="171450"/>
                </a:lnTo>
                <a:lnTo>
                  <a:pt x="200025" y="180975"/>
                </a:lnTo>
                <a:lnTo>
                  <a:pt x="190500" y="180975"/>
                </a:lnTo>
                <a:close/>
                <a:moveTo>
                  <a:pt x="1619250" y="171450"/>
                </a:moveTo>
                <a:lnTo>
                  <a:pt x="1628775" y="171450"/>
                </a:lnTo>
                <a:lnTo>
                  <a:pt x="1628775" y="180975"/>
                </a:lnTo>
                <a:lnTo>
                  <a:pt x="1619250" y="180975"/>
                </a:lnTo>
                <a:close/>
                <a:moveTo>
                  <a:pt x="180975" y="180975"/>
                </a:moveTo>
                <a:lnTo>
                  <a:pt x="190500" y="180975"/>
                </a:lnTo>
                <a:lnTo>
                  <a:pt x="190500" y="190500"/>
                </a:lnTo>
                <a:lnTo>
                  <a:pt x="180975" y="190500"/>
                </a:lnTo>
                <a:close/>
                <a:moveTo>
                  <a:pt x="714375" y="180975"/>
                </a:moveTo>
                <a:lnTo>
                  <a:pt x="733425" y="180975"/>
                </a:lnTo>
                <a:lnTo>
                  <a:pt x="733425" y="190500"/>
                </a:lnTo>
                <a:lnTo>
                  <a:pt x="714375" y="190500"/>
                </a:lnTo>
                <a:close/>
                <a:moveTo>
                  <a:pt x="1095375" y="180975"/>
                </a:moveTo>
                <a:lnTo>
                  <a:pt x="1114425" y="180975"/>
                </a:lnTo>
                <a:lnTo>
                  <a:pt x="1114425" y="190500"/>
                </a:lnTo>
                <a:lnTo>
                  <a:pt x="1095375" y="190500"/>
                </a:lnTo>
                <a:close/>
                <a:moveTo>
                  <a:pt x="171450" y="190500"/>
                </a:moveTo>
                <a:lnTo>
                  <a:pt x="180975" y="190500"/>
                </a:lnTo>
                <a:lnTo>
                  <a:pt x="180975" y="200025"/>
                </a:lnTo>
                <a:lnTo>
                  <a:pt x="171450" y="200025"/>
                </a:lnTo>
                <a:close/>
                <a:moveTo>
                  <a:pt x="695325" y="190500"/>
                </a:moveTo>
                <a:lnTo>
                  <a:pt x="704850" y="190500"/>
                </a:lnTo>
                <a:lnTo>
                  <a:pt x="704850" y="200025"/>
                </a:lnTo>
                <a:lnTo>
                  <a:pt x="695325" y="200025"/>
                </a:lnTo>
                <a:close/>
                <a:moveTo>
                  <a:pt x="1123950" y="190500"/>
                </a:moveTo>
                <a:lnTo>
                  <a:pt x="1133475" y="190500"/>
                </a:lnTo>
                <a:lnTo>
                  <a:pt x="1133475" y="200025"/>
                </a:lnTo>
                <a:lnTo>
                  <a:pt x="1123950" y="200025"/>
                </a:lnTo>
                <a:close/>
                <a:moveTo>
                  <a:pt x="161925" y="200025"/>
                </a:moveTo>
                <a:lnTo>
                  <a:pt x="171450" y="200025"/>
                </a:lnTo>
                <a:lnTo>
                  <a:pt x="171450" y="209550"/>
                </a:lnTo>
                <a:lnTo>
                  <a:pt x="161925" y="209550"/>
                </a:lnTo>
                <a:close/>
                <a:moveTo>
                  <a:pt x="1657350" y="209550"/>
                </a:moveTo>
                <a:lnTo>
                  <a:pt x="1666875" y="209550"/>
                </a:lnTo>
                <a:lnTo>
                  <a:pt x="1666875" y="219075"/>
                </a:lnTo>
                <a:lnTo>
                  <a:pt x="1657350" y="219075"/>
                </a:lnTo>
                <a:close/>
                <a:moveTo>
                  <a:pt x="666750" y="219075"/>
                </a:moveTo>
                <a:lnTo>
                  <a:pt x="676275" y="219075"/>
                </a:lnTo>
                <a:lnTo>
                  <a:pt x="676275" y="228600"/>
                </a:lnTo>
                <a:lnTo>
                  <a:pt x="666750" y="228600"/>
                </a:lnTo>
                <a:close/>
                <a:moveTo>
                  <a:pt x="1666875" y="219075"/>
                </a:moveTo>
                <a:lnTo>
                  <a:pt x="1676400" y="219075"/>
                </a:lnTo>
                <a:lnTo>
                  <a:pt x="1676400" y="228600"/>
                </a:lnTo>
                <a:lnTo>
                  <a:pt x="1666875" y="228600"/>
                </a:lnTo>
                <a:close/>
                <a:moveTo>
                  <a:pt x="142875" y="228600"/>
                </a:moveTo>
                <a:lnTo>
                  <a:pt x="152400" y="228600"/>
                </a:lnTo>
                <a:lnTo>
                  <a:pt x="152400" y="238125"/>
                </a:lnTo>
                <a:lnTo>
                  <a:pt x="142875" y="238125"/>
                </a:lnTo>
                <a:close/>
                <a:moveTo>
                  <a:pt x="1152525" y="228600"/>
                </a:moveTo>
                <a:lnTo>
                  <a:pt x="1162050" y="228600"/>
                </a:lnTo>
                <a:lnTo>
                  <a:pt x="1162050" y="238125"/>
                </a:lnTo>
                <a:lnTo>
                  <a:pt x="1152525" y="238125"/>
                </a:lnTo>
                <a:close/>
                <a:moveTo>
                  <a:pt x="1485900" y="238125"/>
                </a:moveTo>
                <a:lnTo>
                  <a:pt x="1552575" y="238125"/>
                </a:lnTo>
                <a:lnTo>
                  <a:pt x="1552575" y="247650"/>
                </a:lnTo>
                <a:lnTo>
                  <a:pt x="1562100" y="247650"/>
                </a:lnTo>
                <a:lnTo>
                  <a:pt x="1562100" y="266700"/>
                </a:lnTo>
                <a:lnTo>
                  <a:pt x="1552575" y="266700"/>
                </a:lnTo>
                <a:lnTo>
                  <a:pt x="1552575" y="257175"/>
                </a:lnTo>
                <a:lnTo>
                  <a:pt x="1543050" y="257175"/>
                </a:lnTo>
                <a:lnTo>
                  <a:pt x="1543050" y="247650"/>
                </a:lnTo>
                <a:lnTo>
                  <a:pt x="1485900" y="247650"/>
                </a:lnTo>
                <a:close/>
                <a:moveTo>
                  <a:pt x="1476375" y="247650"/>
                </a:moveTo>
                <a:lnTo>
                  <a:pt x="1485900" y="247650"/>
                </a:lnTo>
                <a:lnTo>
                  <a:pt x="1485900" y="257175"/>
                </a:lnTo>
                <a:lnTo>
                  <a:pt x="1476375" y="257175"/>
                </a:lnTo>
                <a:close/>
                <a:moveTo>
                  <a:pt x="123825" y="266700"/>
                </a:moveTo>
                <a:lnTo>
                  <a:pt x="133350" y="266700"/>
                </a:lnTo>
                <a:lnTo>
                  <a:pt x="133350" y="276225"/>
                </a:lnTo>
                <a:lnTo>
                  <a:pt x="123825" y="276225"/>
                </a:lnTo>
                <a:close/>
                <a:moveTo>
                  <a:pt x="1543050" y="266700"/>
                </a:moveTo>
                <a:lnTo>
                  <a:pt x="1552575" y="266700"/>
                </a:lnTo>
                <a:lnTo>
                  <a:pt x="1552575" y="276225"/>
                </a:lnTo>
                <a:lnTo>
                  <a:pt x="1543050" y="276225"/>
                </a:lnTo>
                <a:close/>
                <a:moveTo>
                  <a:pt x="666750" y="276225"/>
                </a:moveTo>
                <a:lnTo>
                  <a:pt x="676275" y="276225"/>
                </a:lnTo>
                <a:lnTo>
                  <a:pt x="676275" y="285750"/>
                </a:lnTo>
                <a:lnTo>
                  <a:pt x="666750" y="285750"/>
                </a:lnTo>
                <a:close/>
                <a:moveTo>
                  <a:pt x="1152525" y="276225"/>
                </a:moveTo>
                <a:lnTo>
                  <a:pt x="1162050" y="276225"/>
                </a:lnTo>
                <a:lnTo>
                  <a:pt x="1162050" y="285750"/>
                </a:lnTo>
                <a:lnTo>
                  <a:pt x="1152525" y="285750"/>
                </a:lnTo>
                <a:close/>
                <a:moveTo>
                  <a:pt x="1695450" y="276225"/>
                </a:moveTo>
                <a:lnTo>
                  <a:pt x="1704975" y="276225"/>
                </a:lnTo>
                <a:lnTo>
                  <a:pt x="1704975" y="285750"/>
                </a:lnTo>
                <a:lnTo>
                  <a:pt x="1695450" y="285750"/>
                </a:lnTo>
                <a:close/>
                <a:moveTo>
                  <a:pt x="114300" y="285750"/>
                </a:moveTo>
                <a:lnTo>
                  <a:pt x="123825" y="285750"/>
                </a:lnTo>
                <a:lnTo>
                  <a:pt x="123825" y="304800"/>
                </a:lnTo>
                <a:lnTo>
                  <a:pt x="114300" y="304800"/>
                </a:lnTo>
                <a:close/>
                <a:moveTo>
                  <a:pt x="676275" y="295275"/>
                </a:moveTo>
                <a:lnTo>
                  <a:pt x="685800" y="295275"/>
                </a:lnTo>
                <a:lnTo>
                  <a:pt x="685800" y="304800"/>
                </a:lnTo>
                <a:lnTo>
                  <a:pt x="676275" y="304800"/>
                </a:lnTo>
                <a:close/>
                <a:moveTo>
                  <a:pt x="1143000" y="295275"/>
                </a:moveTo>
                <a:lnTo>
                  <a:pt x="1152525" y="295275"/>
                </a:lnTo>
                <a:lnTo>
                  <a:pt x="1152525" y="304800"/>
                </a:lnTo>
                <a:lnTo>
                  <a:pt x="1143000" y="304800"/>
                </a:lnTo>
                <a:close/>
                <a:moveTo>
                  <a:pt x="685800" y="304800"/>
                </a:moveTo>
                <a:lnTo>
                  <a:pt x="695325" y="304800"/>
                </a:lnTo>
                <a:lnTo>
                  <a:pt x="695325" y="314325"/>
                </a:lnTo>
                <a:lnTo>
                  <a:pt x="685800" y="314325"/>
                </a:lnTo>
                <a:close/>
                <a:moveTo>
                  <a:pt x="1133475" y="304800"/>
                </a:moveTo>
                <a:lnTo>
                  <a:pt x="1143000" y="304800"/>
                </a:lnTo>
                <a:lnTo>
                  <a:pt x="1143000" y="314325"/>
                </a:lnTo>
                <a:lnTo>
                  <a:pt x="1133475" y="314325"/>
                </a:lnTo>
                <a:close/>
                <a:moveTo>
                  <a:pt x="1704975" y="304800"/>
                </a:moveTo>
                <a:lnTo>
                  <a:pt x="1714500" y="304800"/>
                </a:lnTo>
                <a:lnTo>
                  <a:pt x="1714500" y="314325"/>
                </a:lnTo>
                <a:lnTo>
                  <a:pt x="1704975" y="314325"/>
                </a:lnTo>
                <a:close/>
                <a:moveTo>
                  <a:pt x="695325" y="314325"/>
                </a:moveTo>
                <a:lnTo>
                  <a:pt x="704850" y="314325"/>
                </a:lnTo>
                <a:lnTo>
                  <a:pt x="704850" y="323850"/>
                </a:lnTo>
                <a:lnTo>
                  <a:pt x="695325" y="323850"/>
                </a:lnTo>
                <a:close/>
                <a:moveTo>
                  <a:pt x="723900" y="323850"/>
                </a:moveTo>
                <a:lnTo>
                  <a:pt x="1095375" y="323850"/>
                </a:lnTo>
                <a:lnTo>
                  <a:pt x="1095375" y="333375"/>
                </a:lnTo>
                <a:lnTo>
                  <a:pt x="723900" y="333375"/>
                </a:lnTo>
                <a:close/>
                <a:moveTo>
                  <a:pt x="104775" y="333375"/>
                </a:moveTo>
                <a:lnTo>
                  <a:pt x="114300" y="333375"/>
                </a:lnTo>
                <a:lnTo>
                  <a:pt x="114300" y="352425"/>
                </a:lnTo>
                <a:lnTo>
                  <a:pt x="104775" y="352425"/>
                </a:lnTo>
                <a:close/>
                <a:moveTo>
                  <a:pt x="1714500" y="352425"/>
                </a:moveTo>
                <a:lnTo>
                  <a:pt x="1724025" y="352425"/>
                </a:lnTo>
                <a:lnTo>
                  <a:pt x="1724025" y="466725"/>
                </a:lnTo>
                <a:lnTo>
                  <a:pt x="1714500" y="466725"/>
                </a:lnTo>
                <a:close/>
                <a:moveTo>
                  <a:pt x="1714500" y="495300"/>
                </a:moveTo>
                <a:lnTo>
                  <a:pt x="1724025" y="495300"/>
                </a:lnTo>
                <a:lnTo>
                  <a:pt x="1724025" y="590550"/>
                </a:lnTo>
                <a:lnTo>
                  <a:pt x="1714500" y="590550"/>
                </a:lnTo>
                <a:close/>
                <a:moveTo>
                  <a:pt x="190500" y="695325"/>
                </a:moveTo>
                <a:lnTo>
                  <a:pt x="209550" y="695325"/>
                </a:lnTo>
                <a:lnTo>
                  <a:pt x="209550" y="704850"/>
                </a:lnTo>
                <a:lnTo>
                  <a:pt x="190500" y="704850"/>
                </a:lnTo>
                <a:close/>
                <a:moveTo>
                  <a:pt x="581025" y="704850"/>
                </a:moveTo>
                <a:lnTo>
                  <a:pt x="590550" y="704850"/>
                </a:lnTo>
                <a:lnTo>
                  <a:pt x="590550" y="723900"/>
                </a:lnTo>
                <a:lnTo>
                  <a:pt x="581025" y="723900"/>
                </a:lnTo>
                <a:close/>
                <a:moveTo>
                  <a:pt x="809625" y="704850"/>
                </a:moveTo>
                <a:lnTo>
                  <a:pt x="819150" y="704850"/>
                </a:lnTo>
                <a:lnTo>
                  <a:pt x="819150" y="714375"/>
                </a:lnTo>
                <a:lnTo>
                  <a:pt x="809625" y="714375"/>
                </a:lnTo>
                <a:close/>
                <a:moveTo>
                  <a:pt x="1133475" y="714375"/>
                </a:moveTo>
                <a:lnTo>
                  <a:pt x="1152525" y="714375"/>
                </a:lnTo>
                <a:lnTo>
                  <a:pt x="1152525" y="723900"/>
                </a:lnTo>
                <a:lnTo>
                  <a:pt x="1133475" y="723900"/>
                </a:lnTo>
                <a:close/>
                <a:moveTo>
                  <a:pt x="276225" y="1104900"/>
                </a:moveTo>
                <a:lnTo>
                  <a:pt x="295275" y="1104900"/>
                </a:lnTo>
                <a:lnTo>
                  <a:pt x="295275" y="1123950"/>
                </a:lnTo>
                <a:lnTo>
                  <a:pt x="276225" y="1123950"/>
                </a:lnTo>
                <a:close/>
                <a:moveTo>
                  <a:pt x="381000" y="1104900"/>
                </a:moveTo>
                <a:lnTo>
                  <a:pt x="390525" y="1104900"/>
                </a:lnTo>
                <a:lnTo>
                  <a:pt x="390525" y="1123950"/>
                </a:lnTo>
                <a:lnTo>
                  <a:pt x="381000" y="1123950"/>
                </a:lnTo>
                <a:close/>
                <a:moveTo>
                  <a:pt x="742950" y="1104900"/>
                </a:moveTo>
                <a:lnTo>
                  <a:pt x="752475" y="1104900"/>
                </a:lnTo>
                <a:lnTo>
                  <a:pt x="752475" y="1123950"/>
                </a:lnTo>
                <a:lnTo>
                  <a:pt x="742950" y="1123950"/>
                </a:lnTo>
                <a:close/>
                <a:moveTo>
                  <a:pt x="209550" y="1209675"/>
                </a:moveTo>
                <a:lnTo>
                  <a:pt x="238125" y="1209675"/>
                </a:lnTo>
                <a:lnTo>
                  <a:pt x="238125" y="1219200"/>
                </a:lnTo>
                <a:lnTo>
                  <a:pt x="257175" y="1219200"/>
                </a:lnTo>
                <a:lnTo>
                  <a:pt x="257175" y="1228725"/>
                </a:lnTo>
                <a:lnTo>
                  <a:pt x="266700" y="1228725"/>
                </a:lnTo>
                <a:lnTo>
                  <a:pt x="266700" y="1238250"/>
                </a:lnTo>
                <a:lnTo>
                  <a:pt x="257175" y="1238250"/>
                </a:lnTo>
                <a:lnTo>
                  <a:pt x="257175" y="1247775"/>
                </a:lnTo>
                <a:lnTo>
                  <a:pt x="247650" y="1247775"/>
                </a:lnTo>
                <a:lnTo>
                  <a:pt x="247650" y="1238250"/>
                </a:lnTo>
                <a:lnTo>
                  <a:pt x="238125" y="1238250"/>
                </a:lnTo>
                <a:lnTo>
                  <a:pt x="238125" y="1247775"/>
                </a:lnTo>
                <a:lnTo>
                  <a:pt x="228600" y="1247775"/>
                </a:lnTo>
                <a:lnTo>
                  <a:pt x="228600" y="1257300"/>
                </a:lnTo>
                <a:lnTo>
                  <a:pt x="238125" y="1257300"/>
                </a:lnTo>
                <a:lnTo>
                  <a:pt x="238125" y="1266825"/>
                </a:lnTo>
                <a:lnTo>
                  <a:pt x="257175" y="1266825"/>
                </a:lnTo>
                <a:lnTo>
                  <a:pt x="257175" y="1276350"/>
                </a:lnTo>
                <a:lnTo>
                  <a:pt x="266700" y="1276350"/>
                </a:lnTo>
                <a:lnTo>
                  <a:pt x="266700" y="1314450"/>
                </a:lnTo>
                <a:lnTo>
                  <a:pt x="257175" y="1314450"/>
                </a:lnTo>
                <a:lnTo>
                  <a:pt x="257175" y="1323975"/>
                </a:lnTo>
                <a:lnTo>
                  <a:pt x="238125" y="1323975"/>
                </a:lnTo>
                <a:lnTo>
                  <a:pt x="238125" y="1333500"/>
                </a:lnTo>
                <a:lnTo>
                  <a:pt x="209550" y="1333500"/>
                </a:lnTo>
                <a:lnTo>
                  <a:pt x="209550" y="1323975"/>
                </a:lnTo>
                <a:lnTo>
                  <a:pt x="190500" y="1323975"/>
                </a:lnTo>
                <a:lnTo>
                  <a:pt x="190500" y="1314450"/>
                </a:lnTo>
                <a:lnTo>
                  <a:pt x="180975" y="1314450"/>
                </a:lnTo>
                <a:lnTo>
                  <a:pt x="180975" y="1295400"/>
                </a:lnTo>
                <a:lnTo>
                  <a:pt x="209550" y="1295400"/>
                </a:lnTo>
                <a:lnTo>
                  <a:pt x="209550" y="1304925"/>
                </a:lnTo>
                <a:lnTo>
                  <a:pt x="238125" y="1304925"/>
                </a:lnTo>
                <a:lnTo>
                  <a:pt x="238125" y="1285875"/>
                </a:lnTo>
                <a:lnTo>
                  <a:pt x="219075" y="1285875"/>
                </a:lnTo>
                <a:lnTo>
                  <a:pt x="219075" y="1276350"/>
                </a:lnTo>
                <a:lnTo>
                  <a:pt x="190500" y="1276350"/>
                </a:lnTo>
                <a:lnTo>
                  <a:pt x="190500" y="1266825"/>
                </a:lnTo>
                <a:lnTo>
                  <a:pt x="180975" y="1266825"/>
                </a:lnTo>
                <a:lnTo>
                  <a:pt x="180975" y="1228725"/>
                </a:lnTo>
                <a:lnTo>
                  <a:pt x="190500" y="1228725"/>
                </a:lnTo>
                <a:lnTo>
                  <a:pt x="190500" y="1219200"/>
                </a:lnTo>
                <a:lnTo>
                  <a:pt x="209550" y="1219200"/>
                </a:lnTo>
                <a:close/>
                <a:moveTo>
                  <a:pt x="342900" y="1209675"/>
                </a:moveTo>
                <a:lnTo>
                  <a:pt x="400050" y="1209675"/>
                </a:lnTo>
                <a:lnTo>
                  <a:pt x="400050" y="1228725"/>
                </a:lnTo>
                <a:lnTo>
                  <a:pt x="361950" y="1228725"/>
                </a:lnTo>
                <a:lnTo>
                  <a:pt x="361950" y="1238250"/>
                </a:lnTo>
                <a:lnTo>
                  <a:pt x="352425" y="1238250"/>
                </a:lnTo>
                <a:lnTo>
                  <a:pt x="352425" y="1247775"/>
                </a:lnTo>
                <a:lnTo>
                  <a:pt x="361950" y="1247775"/>
                </a:lnTo>
                <a:lnTo>
                  <a:pt x="361950" y="1257300"/>
                </a:lnTo>
                <a:lnTo>
                  <a:pt x="371475" y="1257300"/>
                </a:lnTo>
                <a:lnTo>
                  <a:pt x="371475" y="1247775"/>
                </a:lnTo>
                <a:lnTo>
                  <a:pt x="390525" y="1247775"/>
                </a:lnTo>
                <a:lnTo>
                  <a:pt x="390525" y="1257300"/>
                </a:lnTo>
                <a:lnTo>
                  <a:pt x="409575" y="1257300"/>
                </a:lnTo>
                <a:lnTo>
                  <a:pt x="409575" y="1266825"/>
                </a:lnTo>
                <a:lnTo>
                  <a:pt x="419100" y="1266825"/>
                </a:lnTo>
                <a:lnTo>
                  <a:pt x="419100" y="1304925"/>
                </a:lnTo>
                <a:lnTo>
                  <a:pt x="409575" y="1304925"/>
                </a:lnTo>
                <a:lnTo>
                  <a:pt x="409575" y="1314450"/>
                </a:lnTo>
                <a:lnTo>
                  <a:pt x="400050" y="1314450"/>
                </a:lnTo>
                <a:lnTo>
                  <a:pt x="400050" y="1323975"/>
                </a:lnTo>
                <a:lnTo>
                  <a:pt x="381000" y="1323975"/>
                </a:lnTo>
                <a:lnTo>
                  <a:pt x="381000" y="1333500"/>
                </a:lnTo>
                <a:lnTo>
                  <a:pt x="361950" y="1333500"/>
                </a:lnTo>
                <a:lnTo>
                  <a:pt x="361950" y="1323975"/>
                </a:lnTo>
                <a:lnTo>
                  <a:pt x="342900" y="1323975"/>
                </a:lnTo>
                <a:lnTo>
                  <a:pt x="342900" y="1314450"/>
                </a:lnTo>
                <a:lnTo>
                  <a:pt x="333375" y="1314450"/>
                </a:lnTo>
                <a:lnTo>
                  <a:pt x="333375" y="1295400"/>
                </a:lnTo>
                <a:lnTo>
                  <a:pt x="352425" y="1295400"/>
                </a:lnTo>
                <a:lnTo>
                  <a:pt x="352425" y="1304925"/>
                </a:lnTo>
                <a:lnTo>
                  <a:pt x="381000" y="1304925"/>
                </a:lnTo>
                <a:lnTo>
                  <a:pt x="381000" y="1295400"/>
                </a:lnTo>
                <a:lnTo>
                  <a:pt x="390525" y="1295400"/>
                </a:lnTo>
                <a:lnTo>
                  <a:pt x="390525" y="1276350"/>
                </a:lnTo>
                <a:lnTo>
                  <a:pt x="381000" y="1276350"/>
                </a:lnTo>
                <a:lnTo>
                  <a:pt x="381000" y="1266825"/>
                </a:lnTo>
                <a:lnTo>
                  <a:pt x="361950" y="1266825"/>
                </a:lnTo>
                <a:lnTo>
                  <a:pt x="361950" y="1276350"/>
                </a:lnTo>
                <a:lnTo>
                  <a:pt x="342900" y="1276350"/>
                </a:lnTo>
                <a:lnTo>
                  <a:pt x="342900" y="1266825"/>
                </a:lnTo>
                <a:lnTo>
                  <a:pt x="333375" y="1266825"/>
                </a:lnTo>
                <a:lnTo>
                  <a:pt x="333375" y="1219200"/>
                </a:lnTo>
                <a:lnTo>
                  <a:pt x="342900" y="1219200"/>
                </a:lnTo>
                <a:close/>
                <a:moveTo>
                  <a:pt x="457200" y="1209675"/>
                </a:moveTo>
                <a:lnTo>
                  <a:pt x="504825" y="1209675"/>
                </a:lnTo>
                <a:lnTo>
                  <a:pt x="504825" y="1219200"/>
                </a:lnTo>
                <a:lnTo>
                  <a:pt x="514350" y="1219200"/>
                </a:lnTo>
                <a:lnTo>
                  <a:pt x="514350" y="1228725"/>
                </a:lnTo>
                <a:lnTo>
                  <a:pt x="523875" y="1228725"/>
                </a:lnTo>
                <a:lnTo>
                  <a:pt x="523875" y="1238250"/>
                </a:lnTo>
                <a:lnTo>
                  <a:pt x="533400" y="1238250"/>
                </a:lnTo>
                <a:lnTo>
                  <a:pt x="533400" y="1295400"/>
                </a:lnTo>
                <a:lnTo>
                  <a:pt x="523875" y="1295400"/>
                </a:lnTo>
                <a:lnTo>
                  <a:pt x="523875" y="1314450"/>
                </a:lnTo>
                <a:lnTo>
                  <a:pt x="514350" y="1314450"/>
                </a:lnTo>
                <a:lnTo>
                  <a:pt x="514350" y="1323975"/>
                </a:lnTo>
                <a:lnTo>
                  <a:pt x="495300" y="1323975"/>
                </a:lnTo>
                <a:lnTo>
                  <a:pt x="495300" y="1333500"/>
                </a:lnTo>
                <a:lnTo>
                  <a:pt x="476250" y="1333500"/>
                </a:lnTo>
                <a:lnTo>
                  <a:pt x="476250" y="1323975"/>
                </a:lnTo>
                <a:lnTo>
                  <a:pt x="457200" y="1323975"/>
                </a:lnTo>
                <a:lnTo>
                  <a:pt x="457200" y="1314450"/>
                </a:lnTo>
                <a:lnTo>
                  <a:pt x="447675" y="1314450"/>
                </a:lnTo>
                <a:lnTo>
                  <a:pt x="447675" y="1304925"/>
                </a:lnTo>
                <a:lnTo>
                  <a:pt x="457200" y="1304925"/>
                </a:lnTo>
                <a:lnTo>
                  <a:pt x="457200" y="1295400"/>
                </a:lnTo>
                <a:lnTo>
                  <a:pt x="466725" y="1295400"/>
                </a:lnTo>
                <a:lnTo>
                  <a:pt x="466725" y="1304925"/>
                </a:lnTo>
                <a:lnTo>
                  <a:pt x="495300" y="1304925"/>
                </a:lnTo>
                <a:lnTo>
                  <a:pt x="495300" y="1295400"/>
                </a:lnTo>
                <a:lnTo>
                  <a:pt x="504825" y="1295400"/>
                </a:lnTo>
                <a:lnTo>
                  <a:pt x="504825" y="1285875"/>
                </a:lnTo>
                <a:lnTo>
                  <a:pt x="457200" y="1285875"/>
                </a:lnTo>
                <a:lnTo>
                  <a:pt x="457200" y="1276350"/>
                </a:lnTo>
                <a:lnTo>
                  <a:pt x="447675" y="1276350"/>
                </a:lnTo>
                <a:lnTo>
                  <a:pt x="447675" y="1266825"/>
                </a:lnTo>
                <a:lnTo>
                  <a:pt x="438150" y="1266825"/>
                </a:lnTo>
                <a:lnTo>
                  <a:pt x="438150" y="1228725"/>
                </a:lnTo>
                <a:lnTo>
                  <a:pt x="447675" y="1228725"/>
                </a:lnTo>
                <a:lnTo>
                  <a:pt x="447675" y="1219200"/>
                </a:lnTo>
                <a:lnTo>
                  <a:pt x="457200" y="1219200"/>
                </a:lnTo>
                <a:close/>
                <a:moveTo>
                  <a:pt x="600075" y="1209675"/>
                </a:moveTo>
                <a:lnTo>
                  <a:pt x="628650" y="1209675"/>
                </a:lnTo>
                <a:lnTo>
                  <a:pt x="628650" y="1219200"/>
                </a:lnTo>
                <a:lnTo>
                  <a:pt x="638175" y="1219200"/>
                </a:lnTo>
                <a:lnTo>
                  <a:pt x="638175" y="1285875"/>
                </a:lnTo>
                <a:lnTo>
                  <a:pt x="647700" y="1285875"/>
                </a:lnTo>
                <a:lnTo>
                  <a:pt x="647700" y="1304925"/>
                </a:lnTo>
                <a:lnTo>
                  <a:pt x="638175" y="1304925"/>
                </a:lnTo>
                <a:lnTo>
                  <a:pt x="638175" y="1314450"/>
                </a:lnTo>
                <a:lnTo>
                  <a:pt x="628650" y="1314450"/>
                </a:lnTo>
                <a:lnTo>
                  <a:pt x="628650" y="1323975"/>
                </a:lnTo>
                <a:lnTo>
                  <a:pt x="619125" y="1323975"/>
                </a:lnTo>
                <a:lnTo>
                  <a:pt x="619125" y="1314450"/>
                </a:lnTo>
                <a:lnTo>
                  <a:pt x="600075" y="1314450"/>
                </a:lnTo>
                <a:lnTo>
                  <a:pt x="600075" y="1304925"/>
                </a:lnTo>
                <a:lnTo>
                  <a:pt x="561975" y="1304925"/>
                </a:lnTo>
                <a:lnTo>
                  <a:pt x="561975" y="1295400"/>
                </a:lnTo>
                <a:lnTo>
                  <a:pt x="552450" y="1295400"/>
                </a:lnTo>
                <a:lnTo>
                  <a:pt x="552450" y="1276350"/>
                </a:lnTo>
                <a:lnTo>
                  <a:pt x="561975" y="1276350"/>
                </a:lnTo>
                <a:lnTo>
                  <a:pt x="561975" y="1266825"/>
                </a:lnTo>
                <a:lnTo>
                  <a:pt x="571500" y="1266825"/>
                </a:lnTo>
                <a:lnTo>
                  <a:pt x="571500" y="1247775"/>
                </a:lnTo>
                <a:lnTo>
                  <a:pt x="581025" y="1247775"/>
                </a:lnTo>
                <a:lnTo>
                  <a:pt x="581025" y="1228725"/>
                </a:lnTo>
                <a:lnTo>
                  <a:pt x="590550" y="1228725"/>
                </a:lnTo>
                <a:lnTo>
                  <a:pt x="590550" y="1219200"/>
                </a:lnTo>
                <a:lnTo>
                  <a:pt x="600075" y="1219200"/>
                </a:lnTo>
                <a:close/>
                <a:moveTo>
                  <a:pt x="733425" y="1209675"/>
                </a:moveTo>
                <a:lnTo>
                  <a:pt x="762000" y="1209675"/>
                </a:lnTo>
                <a:lnTo>
                  <a:pt x="762000" y="1219200"/>
                </a:lnTo>
                <a:lnTo>
                  <a:pt x="771525" y="1219200"/>
                </a:lnTo>
                <a:lnTo>
                  <a:pt x="771525" y="1314450"/>
                </a:lnTo>
                <a:lnTo>
                  <a:pt x="762000" y="1314450"/>
                </a:lnTo>
                <a:lnTo>
                  <a:pt x="762000" y="1323975"/>
                </a:lnTo>
                <a:lnTo>
                  <a:pt x="752475" y="1323975"/>
                </a:lnTo>
                <a:lnTo>
                  <a:pt x="752475" y="1314450"/>
                </a:lnTo>
                <a:lnTo>
                  <a:pt x="742950" y="1314450"/>
                </a:lnTo>
                <a:lnTo>
                  <a:pt x="742950" y="1247775"/>
                </a:lnTo>
                <a:lnTo>
                  <a:pt x="733425" y="1247775"/>
                </a:lnTo>
                <a:lnTo>
                  <a:pt x="733425" y="1238250"/>
                </a:lnTo>
                <a:lnTo>
                  <a:pt x="723900" y="1238250"/>
                </a:lnTo>
                <a:lnTo>
                  <a:pt x="723900" y="1219200"/>
                </a:lnTo>
                <a:lnTo>
                  <a:pt x="733425" y="1219200"/>
                </a:lnTo>
                <a:close/>
                <a:moveTo>
                  <a:pt x="828675" y="1209675"/>
                </a:moveTo>
                <a:lnTo>
                  <a:pt x="876300" y="1209675"/>
                </a:lnTo>
                <a:lnTo>
                  <a:pt x="876300" y="1219200"/>
                </a:lnTo>
                <a:lnTo>
                  <a:pt x="885825" y="1219200"/>
                </a:lnTo>
                <a:lnTo>
                  <a:pt x="885825" y="1228725"/>
                </a:lnTo>
                <a:lnTo>
                  <a:pt x="895350" y="1228725"/>
                </a:lnTo>
                <a:lnTo>
                  <a:pt x="895350" y="1304925"/>
                </a:lnTo>
                <a:lnTo>
                  <a:pt x="885825" y="1304925"/>
                </a:lnTo>
                <a:lnTo>
                  <a:pt x="885825" y="1314450"/>
                </a:lnTo>
                <a:lnTo>
                  <a:pt x="876300" y="1314450"/>
                </a:lnTo>
                <a:lnTo>
                  <a:pt x="876300" y="1323975"/>
                </a:lnTo>
                <a:lnTo>
                  <a:pt x="866775" y="1323975"/>
                </a:lnTo>
                <a:lnTo>
                  <a:pt x="866775" y="1333500"/>
                </a:lnTo>
                <a:lnTo>
                  <a:pt x="838200" y="1333500"/>
                </a:lnTo>
                <a:lnTo>
                  <a:pt x="838200" y="1323975"/>
                </a:lnTo>
                <a:lnTo>
                  <a:pt x="819150" y="1323975"/>
                </a:lnTo>
                <a:lnTo>
                  <a:pt x="819150" y="1314450"/>
                </a:lnTo>
                <a:lnTo>
                  <a:pt x="809625" y="1314450"/>
                </a:lnTo>
                <a:lnTo>
                  <a:pt x="809625" y="1295400"/>
                </a:lnTo>
                <a:lnTo>
                  <a:pt x="800100" y="1295400"/>
                </a:lnTo>
                <a:lnTo>
                  <a:pt x="800100" y="1247775"/>
                </a:lnTo>
                <a:lnTo>
                  <a:pt x="809625" y="1247775"/>
                </a:lnTo>
                <a:lnTo>
                  <a:pt x="809625" y="1228725"/>
                </a:lnTo>
                <a:lnTo>
                  <a:pt x="819150" y="1228725"/>
                </a:lnTo>
                <a:lnTo>
                  <a:pt x="819150" y="1219200"/>
                </a:lnTo>
                <a:lnTo>
                  <a:pt x="828675" y="1219200"/>
                </a:lnTo>
                <a:close/>
                <a:moveTo>
                  <a:pt x="942975" y="1209675"/>
                </a:moveTo>
                <a:lnTo>
                  <a:pt x="1000125" y="1209675"/>
                </a:lnTo>
                <a:lnTo>
                  <a:pt x="1000125" y="1219200"/>
                </a:lnTo>
                <a:lnTo>
                  <a:pt x="1009650" y="1219200"/>
                </a:lnTo>
                <a:lnTo>
                  <a:pt x="1009650" y="1238250"/>
                </a:lnTo>
                <a:lnTo>
                  <a:pt x="1019175" y="1238250"/>
                </a:lnTo>
                <a:lnTo>
                  <a:pt x="1019175" y="1304925"/>
                </a:lnTo>
                <a:lnTo>
                  <a:pt x="1009650" y="1304925"/>
                </a:lnTo>
                <a:lnTo>
                  <a:pt x="1009650" y="1314450"/>
                </a:lnTo>
                <a:lnTo>
                  <a:pt x="1000125" y="1314450"/>
                </a:lnTo>
                <a:lnTo>
                  <a:pt x="1000125" y="1323975"/>
                </a:lnTo>
                <a:lnTo>
                  <a:pt x="990600" y="1323975"/>
                </a:lnTo>
                <a:lnTo>
                  <a:pt x="990600" y="1333500"/>
                </a:lnTo>
                <a:lnTo>
                  <a:pt x="952500" y="1333500"/>
                </a:lnTo>
                <a:lnTo>
                  <a:pt x="952500" y="1323975"/>
                </a:lnTo>
                <a:lnTo>
                  <a:pt x="942975" y="1323975"/>
                </a:lnTo>
                <a:lnTo>
                  <a:pt x="942975" y="1314450"/>
                </a:lnTo>
                <a:lnTo>
                  <a:pt x="933450" y="1314450"/>
                </a:lnTo>
                <a:lnTo>
                  <a:pt x="933450" y="1304925"/>
                </a:lnTo>
                <a:lnTo>
                  <a:pt x="923925" y="1304925"/>
                </a:lnTo>
                <a:lnTo>
                  <a:pt x="923925" y="1228725"/>
                </a:lnTo>
                <a:lnTo>
                  <a:pt x="933450" y="1228725"/>
                </a:lnTo>
                <a:lnTo>
                  <a:pt x="933450" y="1219200"/>
                </a:lnTo>
                <a:lnTo>
                  <a:pt x="942975" y="1219200"/>
                </a:lnTo>
                <a:close/>
                <a:moveTo>
                  <a:pt x="466725" y="1257300"/>
                </a:moveTo>
                <a:lnTo>
                  <a:pt x="476250" y="1257300"/>
                </a:lnTo>
                <a:lnTo>
                  <a:pt x="476250" y="1266825"/>
                </a:lnTo>
                <a:lnTo>
                  <a:pt x="495300" y="1266825"/>
                </a:lnTo>
                <a:lnTo>
                  <a:pt x="495300" y="1257300"/>
                </a:lnTo>
                <a:lnTo>
                  <a:pt x="504825" y="1257300"/>
                </a:lnTo>
                <a:lnTo>
                  <a:pt x="504825" y="1247775"/>
                </a:lnTo>
                <a:lnTo>
                  <a:pt x="495300" y="1247775"/>
                </a:lnTo>
                <a:lnTo>
                  <a:pt x="495300" y="1238250"/>
                </a:lnTo>
                <a:lnTo>
                  <a:pt x="466725" y="1238250"/>
                </a:lnTo>
                <a:close/>
                <a:moveTo>
                  <a:pt x="1600200" y="1266825"/>
                </a:moveTo>
                <a:lnTo>
                  <a:pt x="1619250" y="1266825"/>
                </a:lnTo>
                <a:lnTo>
                  <a:pt x="1619250" y="1276350"/>
                </a:lnTo>
                <a:lnTo>
                  <a:pt x="1638300" y="1276350"/>
                </a:lnTo>
                <a:lnTo>
                  <a:pt x="1638300" y="1266825"/>
                </a:lnTo>
                <a:lnTo>
                  <a:pt x="1647825" y="1266825"/>
                </a:lnTo>
                <a:lnTo>
                  <a:pt x="1647825" y="1285875"/>
                </a:lnTo>
                <a:lnTo>
                  <a:pt x="1638300" y="1285875"/>
                </a:lnTo>
                <a:lnTo>
                  <a:pt x="1638300" y="1304925"/>
                </a:lnTo>
                <a:lnTo>
                  <a:pt x="1628775" y="1304925"/>
                </a:lnTo>
                <a:lnTo>
                  <a:pt x="1628775" y="1314450"/>
                </a:lnTo>
                <a:lnTo>
                  <a:pt x="1619250" y="1314450"/>
                </a:lnTo>
                <a:lnTo>
                  <a:pt x="1619250" y="1295400"/>
                </a:lnTo>
                <a:lnTo>
                  <a:pt x="1609725" y="1295400"/>
                </a:lnTo>
                <a:lnTo>
                  <a:pt x="1609725" y="1285875"/>
                </a:lnTo>
                <a:lnTo>
                  <a:pt x="1600200" y="1285875"/>
                </a:lnTo>
                <a:close/>
                <a:moveTo>
                  <a:pt x="581025" y="1276350"/>
                </a:moveTo>
                <a:lnTo>
                  <a:pt x="590550" y="1276350"/>
                </a:lnTo>
                <a:lnTo>
                  <a:pt x="590550" y="1285875"/>
                </a:lnTo>
                <a:lnTo>
                  <a:pt x="600075" y="1285875"/>
                </a:lnTo>
                <a:lnTo>
                  <a:pt x="600075" y="1276350"/>
                </a:lnTo>
                <a:lnTo>
                  <a:pt x="609600" y="1276350"/>
                </a:lnTo>
                <a:lnTo>
                  <a:pt x="609600" y="1247775"/>
                </a:lnTo>
                <a:lnTo>
                  <a:pt x="590550" y="1247775"/>
                </a:lnTo>
                <a:lnTo>
                  <a:pt x="590550" y="1266825"/>
                </a:lnTo>
                <a:lnTo>
                  <a:pt x="581025" y="1266825"/>
                </a:lnTo>
                <a:close/>
                <a:moveTo>
                  <a:pt x="1495425" y="1276350"/>
                </a:moveTo>
                <a:lnTo>
                  <a:pt x="1524000" y="1276350"/>
                </a:lnTo>
                <a:lnTo>
                  <a:pt x="1524000" y="1295400"/>
                </a:lnTo>
                <a:lnTo>
                  <a:pt x="1495425" y="1295400"/>
                </a:lnTo>
                <a:close/>
                <a:moveTo>
                  <a:pt x="866775" y="1285875"/>
                </a:moveTo>
                <a:lnTo>
                  <a:pt x="876300" y="1285875"/>
                </a:lnTo>
                <a:lnTo>
                  <a:pt x="876300" y="1257300"/>
                </a:lnTo>
                <a:lnTo>
                  <a:pt x="866775" y="1257300"/>
                </a:lnTo>
                <a:lnTo>
                  <a:pt x="866775" y="1238250"/>
                </a:lnTo>
                <a:lnTo>
                  <a:pt x="857250" y="1238250"/>
                </a:lnTo>
                <a:lnTo>
                  <a:pt x="857250" y="1228725"/>
                </a:lnTo>
                <a:lnTo>
                  <a:pt x="838200" y="1228725"/>
                </a:lnTo>
                <a:lnTo>
                  <a:pt x="838200" y="1238250"/>
                </a:lnTo>
                <a:lnTo>
                  <a:pt x="828675" y="1238250"/>
                </a:lnTo>
                <a:lnTo>
                  <a:pt x="828675" y="1295400"/>
                </a:lnTo>
                <a:lnTo>
                  <a:pt x="838200" y="1295400"/>
                </a:lnTo>
                <a:lnTo>
                  <a:pt x="838200" y="1304925"/>
                </a:lnTo>
                <a:lnTo>
                  <a:pt x="857250" y="1304925"/>
                </a:lnTo>
                <a:lnTo>
                  <a:pt x="857250" y="1295400"/>
                </a:lnTo>
                <a:lnTo>
                  <a:pt x="866775" y="1295400"/>
                </a:lnTo>
                <a:close/>
                <a:moveTo>
                  <a:pt x="1533525" y="1285875"/>
                </a:moveTo>
                <a:lnTo>
                  <a:pt x="1543050" y="1285875"/>
                </a:lnTo>
                <a:lnTo>
                  <a:pt x="1543050" y="1295400"/>
                </a:lnTo>
                <a:lnTo>
                  <a:pt x="1533525" y="1295400"/>
                </a:lnTo>
                <a:close/>
                <a:moveTo>
                  <a:pt x="952500" y="1295400"/>
                </a:moveTo>
                <a:lnTo>
                  <a:pt x="962025" y="1295400"/>
                </a:lnTo>
                <a:lnTo>
                  <a:pt x="962025" y="1304925"/>
                </a:lnTo>
                <a:lnTo>
                  <a:pt x="981075" y="1304925"/>
                </a:lnTo>
                <a:lnTo>
                  <a:pt x="981075" y="1295400"/>
                </a:lnTo>
                <a:lnTo>
                  <a:pt x="990600" y="1295400"/>
                </a:lnTo>
                <a:lnTo>
                  <a:pt x="990600" y="1238250"/>
                </a:lnTo>
                <a:lnTo>
                  <a:pt x="981075" y="1238250"/>
                </a:lnTo>
                <a:lnTo>
                  <a:pt x="981075" y="1228725"/>
                </a:lnTo>
                <a:lnTo>
                  <a:pt x="962025" y="1228725"/>
                </a:lnTo>
                <a:lnTo>
                  <a:pt x="962025" y="1238250"/>
                </a:lnTo>
                <a:lnTo>
                  <a:pt x="952500" y="1238250"/>
                </a:lnTo>
                <a:close/>
                <a:moveTo>
                  <a:pt x="1552575" y="1295400"/>
                </a:moveTo>
                <a:lnTo>
                  <a:pt x="1571625" y="1295400"/>
                </a:lnTo>
                <a:lnTo>
                  <a:pt x="1571625" y="1314450"/>
                </a:lnTo>
                <a:lnTo>
                  <a:pt x="1552575" y="1314450"/>
                </a:lnTo>
                <a:close/>
                <a:moveTo>
                  <a:pt x="676275" y="1304925"/>
                </a:moveTo>
                <a:lnTo>
                  <a:pt x="685800" y="1304925"/>
                </a:lnTo>
                <a:lnTo>
                  <a:pt x="685800" y="1323975"/>
                </a:lnTo>
                <a:lnTo>
                  <a:pt x="676275" y="1323975"/>
                </a:lnTo>
                <a:close/>
                <a:moveTo>
                  <a:pt x="1504950" y="1314450"/>
                </a:moveTo>
                <a:lnTo>
                  <a:pt x="1514475" y="1314450"/>
                </a:lnTo>
                <a:lnTo>
                  <a:pt x="1514475" y="1323975"/>
                </a:lnTo>
                <a:lnTo>
                  <a:pt x="1533525" y="1323975"/>
                </a:lnTo>
                <a:lnTo>
                  <a:pt x="1533525" y="1352550"/>
                </a:lnTo>
                <a:lnTo>
                  <a:pt x="1524000" y="1352550"/>
                </a:lnTo>
                <a:lnTo>
                  <a:pt x="1524000" y="1333500"/>
                </a:lnTo>
                <a:lnTo>
                  <a:pt x="1514475" y="1333500"/>
                </a:lnTo>
                <a:lnTo>
                  <a:pt x="1514475" y="1352550"/>
                </a:lnTo>
                <a:lnTo>
                  <a:pt x="1504950" y="1352550"/>
                </a:lnTo>
                <a:close/>
                <a:moveTo>
                  <a:pt x="1543050" y="1343025"/>
                </a:moveTo>
                <a:lnTo>
                  <a:pt x="1552575" y="1343025"/>
                </a:lnTo>
                <a:lnTo>
                  <a:pt x="1552575" y="1352550"/>
                </a:lnTo>
                <a:lnTo>
                  <a:pt x="1543050" y="1352550"/>
                </a:lnTo>
                <a:close/>
                <a:moveTo>
                  <a:pt x="1619250" y="1343025"/>
                </a:moveTo>
                <a:lnTo>
                  <a:pt x="1638300" y="1343025"/>
                </a:lnTo>
                <a:lnTo>
                  <a:pt x="1638300" y="1352550"/>
                </a:lnTo>
                <a:lnTo>
                  <a:pt x="1619250" y="1352550"/>
                </a:lnTo>
                <a:close/>
                <a:moveTo>
                  <a:pt x="695325" y="2095500"/>
                </a:moveTo>
                <a:lnTo>
                  <a:pt x="704850" y="2095500"/>
                </a:lnTo>
                <a:lnTo>
                  <a:pt x="704850" y="2105025"/>
                </a:lnTo>
                <a:lnTo>
                  <a:pt x="695325" y="2105025"/>
                </a:lnTo>
                <a:close/>
                <a:moveTo>
                  <a:pt x="714375" y="2095500"/>
                </a:moveTo>
                <a:lnTo>
                  <a:pt x="723900" y="2095500"/>
                </a:lnTo>
                <a:lnTo>
                  <a:pt x="723900" y="2105025"/>
                </a:lnTo>
                <a:lnTo>
                  <a:pt x="714375" y="2105025"/>
                </a:lnTo>
                <a:close/>
                <a:moveTo>
                  <a:pt x="228600" y="2828925"/>
                </a:moveTo>
                <a:lnTo>
                  <a:pt x="247650" y="2828925"/>
                </a:lnTo>
                <a:lnTo>
                  <a:pt x="247650" y="2838450"/>
                </a:lnTo>
                <a:lnTo>
                  <a:pt x="228600" y="2838450"/>
                </a:lnTo>
                <a:close/>
                <a:moveTo>
                  <a:pt x="352425" y="2828925"/>
                </a:moveTo>
                <a:lnTo>
                  <a:pt x="361950" y="2828925"/>
                </a:lnTo>
                <a:lnTo>
                  <a:pt x="361950" y="2847975"/>
                </a:lnTo>
                <a:lnTo>
                  <a:pt x="352425" y="2847975"/>
                </a:lnTo>
                <a:close/>
                <a:moveTo>
                  <a:pt x="333375" y="2838450"/>
                </a:moveTo>
                <a:lnTo>
                  <a:pt x="342900" y="2838450"/>
                </a:lnTo>
                <a:lnTo>
                  <a:pt x="342900" y="2847975"/>
                </a:lnTo>
                <a:lnTo>
                  <a:pt x="333375" y="2847975"/>
                </a:lnTo>
                <a:close/>
                <a:moveTo>
                  <a:pt x="371475" y="2838450"/>
                </a:moveTo>
                <a:lnTo>
                  <a:pt x="381000" y="2838450"/>
                </a:lnTo>
                <a:lnTo>
                  <a:pt x="381000" y="2857500"/>
                </a:lnTo>
                <a:lnTo>
                  <a:pt x="371475" y="2857500"/>
                </a:lnTo>
                <a:close/>
                <a:moveTo>
                  <a:pt x="466725" y="2838450"/>
                </a:moveTo>
                <a:lnTo>
                  <a:pt x="476250" y="2838450"/>
                </a:lnTo>
                <a:lnTo>
                  <a:pt x="476250" y="2857500"/>
                </a:lnTo>
                <a:lnTo>
                  <a:pt x="466725" y="2857500"/>
                </a:lnTo>
                <a:close/>
                <a:moveTo>
                  <a:pt x="600075" y="2838450"/>
                </a:moveTo>
                <a:lnTo>
                  <a:pt x="609600" y="2838450"/>
                </a:lnTo>
                <a:lnTo>
                  <a:pt x="609600" y="2847975"/>
                </a:lnTo>
                <a:lnTo>
                  <a:pt x="600075" y="2847975"/>
                </a:lnTo>
                <a:close/>
                <a:moveTo>
                  <a:pt x="695325" y="2838450"/>
                </a:moveTo>
                <a:lnTo>
                  <a:pt x="733425" y="2838450"/>
                </a:lnTo>
                <a:lnTo>
                  <a:pt x="733425" y="2847975"/>
                </a:lnTo>
                <a:lnTo>
                  <a:pt x="714375" y="2847975"/>
                </a:lnTo>
                <a:lnTo>
                  <a:pt x="714375" y="2857500"/>
                </a:lnTo>
                <a:lnTo>
                  <a:pt x="704850" y="2857500"/>
                </a:lnTo>
                <a:lnTo>
                  <a:pt x="704850" y="2847975"/>
                </a:lnTo>
                <a:lnTo>
                  <a:pt x="695325" y="2847975"/>
                </a:lnTo>
                <a:close/>
                <a:moveTo>
                  <a:pt x="742950" y="2838450"/>
                </a:moveTo>
                <a:lnTo>
                  <a:pt x="752475" y="2838450"/>
                </a:lnTo>
                <a:lnTo>
                  <a:pt x="752475" y="2847975"/>
                </a:lnTo>
                <a:lnTo>
                  <a:pt x="742950" y="2847975"/>
                </a:lnTo>
                <a:close/>
                <a:moveTo>
                  <a:pt x="800100" y="2838450"/>
                </a:moveTo>
                <a:lnTo>
                  <a:pt x="809625" y="2838450"/>
                </a:lnTo>
                <a:lnTo>
                  <a:pt x="809625" y="2857500"/>
                </a:lnTo>
                <a:lnTo>
                  <a:pt x="800100" y="2857500"/>
                </a:lnTo>
                <a:close/>
                <a:moveTo>
                  <a:pt x="228600" y="2847975"/>
                </a:moveTo>
                <a:lnTo>
                  <a:pt x="247650" y="2847975"/>
                </a:lnTo>
                <a:lnTo>
                  <a:pt x="247650" y="2857500"/>
                </a:lnTo>
                <a:lnTo>
                  <a:pt x="228600" y="2857500"/>
                </a:lnTo>
                <a:close/>
                <a:moveTo>
                  <a:pt x="1714500" y="3371850"/>
                </a:moveTo>
                <a:lnTo>
                  <a:pt x="1724025" y="3371850"/>
                </a:lnTo>
                <a:lnTo>
                  <a:pt x="1724025" y="3457575"/>
                </a:lnTo>
                <a:lnTo>
                  <a:pt x="1714500" y="3457575"/>
                </a:lnTo>
                <a:close/>
                <a:moveTo>
                  <a:pt x="104775" y="3438525"/>
                </a:moveTo>
                <a:lnTo>
                  <a:pt x="114300" y="3438525"/>
                </a:lnTo>
                <a:lnTo>
                  <a:pt x="114300" y="3467100"/>
                </a:lnTo>
                <a:lnTo>
                  <a:pt x="104775" y="3467100"/>
                </a:lnTo>
                <a:close/>
                <a:moveTo>
                  <a:pt x="1752600" y="3457575"/>
                </a:moveTo>
                <a:lnTo>
                  <a:pt x="1762125" y="3457575"/>
                </a:lnTo>
                <a:lnTo>
                  <a:pt x="1762125" y="381000"/>
                </a:lnTo>
                <a:lnTo>
                  <a:pt x="1752600" y="381000"/>
                </a:lnTo>
                <a:lnTo>
                  <a:pt x="1752600" y="314325"/>
                </a:lnTo>
                <a:lnTo>
                  <a:pt x="1743075" y="314325"/>
                </a:lnTo>
                <a:lnTo>
                  <a:pt x="1743075" y="285750"/>
                </a:lnTo>
                <a:lnTo>
                  <a:pt x="1733550" y="285750"/>
                </a:lnTo>
                <a:lnTo>
                  <a:pt x="1733550" y="257175"/>
                </a:lnTo>
                <a:lnTo>
                  <a:pt x="1724025" y="257175"/>
                </a:lnTo>
                <a:lnTo>
                  <a:pt x="1724025" y="238125"/>
                </a:lnTo>
                <a:lnTo>
                  <a:pt x="1714500" y="238125"/>
                </a:lnTo>
                <a:lnTo>
                  <a:pt x="1714500" y="219075"/>
                </a:lnTo>
                <a:lnTo>
                  <a:pt x="1704975" y="219075"/>
                </a:lnTo>
                <a:lnTo>
                  <a:pt x="1704975" y="200025"/>
                </a:lnTo>
                <a:lnTo>
                  <a:pt x="1695450" y="200025"/>
                </a:lnTo>
                <a:lnTo>
                  <a:pt x="1695450" y="190500"/>
                </a:lnTo>
                <a:lnTo>
                  <a:pt x="1685925" y="190500"/>
                </a:lnTo>
                <a:lnTo>
                  <a:pt x="1685925" y="171450"/>
                </a:lnTo>
                <a:lnTo>
                  <a:pt x="1676400" y="171450"/>
                </a:lnTo>
                <a:lnTo>
                  <a:pt x="1676400" y="161925"/>
                </a:lnTo>
                <a:lnTo>
                  <a:pt x="1666875" y="161925"/>
                </a:lnTo>
                <a:lnTo>
                  <a:pt x="1666875" y="152400"/>
                </a:lnTo>
                <a:lnTo>
                  <a:pt x="1657350" y="152400"/>
                </a:lnTo>
                <a:lnTo>
                  <a:pt x="1657350" y="142875"/>
                </a:lnTo>
                <a:lnTo>
                  <a:pt x="1638300" y="142875"/>
                </a:lnTo>
                <a:lnTo>
                  <a:pt x="1638300" y="133350"/>
                </a:lnTo>
                <a:lnTo>
                  <a:pt x="1619250" y="133350"/>
                </a:lnTo>
                <a:lnTo>
                  <a:pt x="1619250" y="123825"/>
                </a:lnTo>
                <a:lnTo>
                  <a:pt x="1600200" y="123825"/>
                </a:lnTo>
                <a:lnTo>
                  <a:pt x="1600200" y="114300"/>
                </a:lnTo>
                <a:lnTo>
                  <a:pt x="1581150" y="114300"/>
                </a:lnTo>
                <a:lnTo>
                  <a:pt x="1581150" y="104775"/>
                </a:lnTo>
                <a:lnTo>
                  <a:pt x="1552575" y="104775"/>
                </a:lnTo>
                <a:lnTo>
                  <a:pt x="1552575" y="95250"/>
                </a:lnTo>
                <a:lnTo>
                  <a:pt x="1514475" y="95250"/>
                </a:lnTo>
                <a:lnTo>
                  <a:pt x="1514475" y="85725"/>
                </a:lnTo>
                <a:lnTo>
                  <a:pt x="304800" y="85725"/>
                </a:lnTo>
                <a:lnTo>
                  <a:pt x="304800" y="95250"/>
                </a:lnTo>
                <a:lnTo>
                  <a:pt x="266700" y="95250"/>
                </a:lnTo>
                <a:lnTo>
                  <a:pt x="266700" y="104775"/>
                </a:lnTo>
                <a:lnTo>
                  <a:pt x="238125" y="104775"/>
                </a:lnTo>
                <a:lnTo>
                  <a:pt x="238125" y="114300"/>
                </a:lnTo>
                <a:lnTo>
                  <a:pt x="219075" y="114300"/>
                </a:lnTo>
                <a:lnTo>
                  <a:pt x="219075" y="123825"/>
                </a:lnTo>
                <a:lnTo>
                  <a:pt x="200025" y="123825"/>
                </a:lnTo>
                <a:lnTo>
                  <a:pt x="200025" y="133350"/>
                </a:lnTo>
                <a:lnTo>
                  <a:pt x="180975" y="133350"/>
                </a:lnTo>
                <a:lnTo>
                  <a:pt x="180975" y="142875"/>
                </a:lnTo>
                <a:lnTo>
                  <a:pt x="171450" y="142875"/>
                </a:lnTo>
                <a:lnTo>
                  <a:pt x="171450" y="152400"/>
                </a:lnTo>
                <a:lnTo>
                  <a:pt x="161925" y="152400"/>
                </a:lnTo>
                <a:lnTo>
                  <a:pt x="161925" y="161925"/>
                </a:lnTo>
                <a:lnTo>
                  <a:pt x="152400" y="161925"/>
                </a:lnTo>
                <a:lnTo>
                  <a:pt x="152400" y="171450"/>
                </a:lnTo>
                <a:lnTo>
                  <a:pt x="142875" y="171450"/>
                </a:lnTo>
                <a:lnTo>
                  <a:pt x="142875" y="180975"/>
                </a:lnTo>
                <a:lnTo>
                  <a:pt x="133350" y="180975"/>
                </a:lnTo>
                <a:lnTo>
                  <a:pt x="133350" y="190500"/>
                </a:lnTo>
                <a:lnTo>
                  <a:pt x="123825" y="190500"/>
                </a:lnTo>
                <a:lnTo>
                  <a:pt x="123825" y="209550"/>
                </a:lnTo>
                <a:lnTo>
                  <a:pt x="114300" y="209550"/>
                </a:lnTo>
                <a:lnTo>
                  <a:pt x="114300" y="219075"/>
                </a:lnTo>
                <a:lnTo>
                  <a:pt x="104775" y="219075"/>
                </a:lnTo>
                <a:lnTo>
                  <a:pt x="104775" y="238125"/>
                </a:lnTo>
                <a:lnTo>
                  <a:pt x="95250" y="238125"/>
                </a:lnTo>
                <a:lnTo>
                  <a:pt x="95250" y="257175"/>
                </a:lnTo>
                <a:lnTo>
                  <a:pt x="85725" y="257175"/>
                </a:lnTo>
                <a:lnTo>
                  <a:pt x="85725" y="285750"/>
                </a:lnTo>
                <a:lnTo>
                  <a:pt x="76200" y="285750"/>
                </a:lnTo>
                <a:lnTo>
                  <a:pt x="76200" y="333375"/>
                </a:lnTo>
                <a:lnTo>
                  <a:pt x="66675" y="333375"/>
                </a:lnTo>
                <a:lnTo>
                  <a:pt x="66675" y="3476625"/>
                </a:lnTo>
                <a:lnTo>
                  <a:pt x="76200" y="3476625"/>
                </a:lnTo>
                <a:lnTo>
                  <a:pt x="76200" y="3524250"/>
                </a:lnTo>
                <a:lnTo>
                  <a:pt x="85725" y="3524250"/>
                </a:lnTo>
                <a:lnTo>
                  <a:pt x="85725" y="3552825"/>
                </a:lnTo>
                <a:lnTo>
                  <a:pt x="95250" y="3552825"/>
                </a:lnTo>
                <a:lnTo>
                  <a:pt x="95250" y="3571875"/>
                </a:lnTo>
                <a:lnTo>
                  <a:pt x="104775" y="3571875"/>
                </a:lnTo>
                <a:lnTo>
                  <a:pt x="104775" y="3590925"/>
                </a:lnTo>
                <a:lnTo>
                  <a:pt x="114300" y="3590925"/>
                </a:lnTo>
                <a:lnTo>
                  <a:pt x="114300" y="3600450"/>
                </a:lnTo>
                <a:lnTo>
                  <a:pt x="123825" y="3600450"/>
                </a:lnTo>
                <a:lnTo>
                  <a:pt x="123825" y="3619500"/>
                </a:lnTo>
                <a:lnTo>
                  <a:pt x="133350" y="3619500"/>
                </a:lnTo>
                <a:lnTo>
                  <a:pt x="133350" y="3629025"/>
                </a:lnTo>
                <a:lnTo>
                  <a:pt x="142875" y="3629025"/>
                </a:lnTo>
                <a:lnTo>
                  <a:pt x="142875" y="3638550"/>
                </a:lnTo>
                <a:lnTo>
                  <a:pt x="152400" y="3638550"/>
                </a:lnTo>
                <a:lnTo>
                  <a:pt x="152400" y="3648075"/>
                </a:lnTo>
                <a:lnTo>
                  <a:pt x="161925" y="3648075"/>
                </a:lnTo>
                <a:lnTo>
                  <a:pt x="161925" y="3657600"/>
                </a:lnTo>
                <a:lnTo>
                  <a:pt x="171450" y="3657600"/>
                </a:lnTo>
                <a:lnTo>
                  <a:pt x="171450" y="3667125"/>
                </a:lnTo>
                <a:lnTo>
                  <a:pt x="190500" y="3667125"/>
                </a:lnTo>
                <a:lnTo>
                  <a:pt x="190500" y="3676650"/>
                </a:lnTo>
                <a:lnTo>
                  <a:pt x="200025" y="3676650"/>
                </a:lnTo>
                <a:lnTo>
                  <a:pt x="200025" y="3686175"/>
                </a:lnTo>
                <a:lnTo>
                  <a:pt x="219075" y="3686175"/>
                </a:lnTo>
                <a:lnTo>
                  <a:pt x="219075" y="3695700"/>
                </a:lnTo>
                <a:lnTo>
                  <a:pt x="247650" y="3695700"/>
                </a:lnTo>
                <a:lnTo>
                  <a:pt x="247650" y="3705225"/>
                </a:lnTo>
                <a:lnTo>
                  <a:pt x="285750" y="3705225"/>
                </a:lnTo>
                <a:lnTo>
                  <a:pt x="285750" y="3714750"/>
                </a:lnTo>
                <a:lnTo>
                  <a:pt x="333375" y="3714750"/>
                </a:lnTo>
                <a:lnTo>
                  <a:pt x="333375" y="3724275"/>
                </a:lnTo>
                <a:lnTo>
                  <a:pt x="1495425" y="3724275"/>
                </a:lnTo>
                <a:lnTo>
                  <a:pt x="1495425" y="3714750"/>
                </a:lnTo>
                <a:lnTo>
                  <a:pt x="1543050" y="3714750"/>
                </a:lnTo>
                <a:lnTo>
                  <a:pt x="1543050" y="3705225"/>
                </a:lnTo>
                <a:lnTo>
                  <a:pt x="1571625" y="3705225"/>
                </a:lnTo>
                <a:lnTo>
                  <a:pt x="1571625" y="3695700"/>
                </a:lnTo>
                <a:lnTo>
                  <a:pt x="1600200" y="3695700"/>
                </a:lnTo>
                <a:lnTo>
                  <a:pt x="1600200" y="3686175"/>
                </a:lnTo>
                <a:lnTo>
                  <a:pt x="1619250" y="3686175"/>
                </a:lnTo>
                <a:lnTo>
                  <a:pt x="1619250" y="3676650"/>
                </a:lnTo>
                <a:lnTo>
                  <a:pt x="1638300" y="3676650"/>
                </a:lnTo>
                <a:lnTo>
                  <a:pt x="1638300" y="3667125"/>
                </a:lnTo>
                <a:lnTo>
                  <a:pt x="1647825" y="3667125"/>
                </a:lnTo>
                <a:lnTo>
                  <a:pt x="1647825" y="3657600"/>
                </a:lnTo>
                <a:lnTo>
                  <a:pt x="1666875" y="3657600"/>
                </a:lnTo>
                <a:lnTo>
                  <a:pt x="1666875" y="3648075"/>
                </a:lnTo>
                <a:lnTo>
                  <a:pt x="1676400" y="3648075"/>
                </a:lnTo>
                <a:lnTo>
                  <a:pt x="1676400" y="3638550"/>
                </a:lnTo>
                <a:lnTo>
                  <a:pt x="1685925" y="3638550"/>
                </a:lnTo>
                <a:lnTo>
                  <a:pt x="1685925" y="3629025"/>
                </a:lnTo>
                <a:lnTo>
                  <a:pt x="1695450" y="3629025"/>
                </a:lnTo>
                <a:lnTo>
                  <a:pt x="1695450" y="3609975"/>
                </a:lnTo>
                <a:lnTo>
                  <a:pt x="1704975" y="3609975"/>
                </a:lnTo>
                <a:lnTo>
                  <a:pt x="1704975" y="3600450"/>
                </a:lnTo>
                <a:lnTo>
                  <a:pt x="1714500" y="3600450"/>
                </a:lnTo>
                <a:lnTo>
                  <a:pt x="1714500" y="3581400"/>
                </a:lnTo>
                <a:lnTo>
                  <a:pt x="1724025" y="3581400"/>
                </a:lnTo>
                <a:lnTo>
                  <a:pt x="1724025" y="3562350"/>
                </a:lnTo>
                <a:lnTo>
                  <a:pt x="1733550" y="3562350"/>
                </a:lnTo>
                <a:lnTo>
                  <a:pt x="1733550" y="3533775"/>
                </a:lnTo>
                <a:lnTo>
                  <a:pt x="1743075" y="3533775"/>
                </a:lnTo>
                <a:lnTo>
                  <a:pt x="1743075" y="3505200"/>
                </a:lnTo>
                <a:lnTo>
                  <a:pt x="1752600" y="3505200"/>
                </a:lnTo>
                <a:close/>
                <a:moveTo>
                  <a:pt x="1704975" y="3486150"/>
                </a:moveTo>
                <a:lnTo>
                  <a:pt x="1714500" y="3486150"/>
                </a:lnTo>
                <a:lnTo>
                  <a:pt x="1714500" y="3505200"/>
                </a:lnTo>
                <a:lnTo>
                  <a:pt x="1704975" y="3505200"/>
                </a:lnTo>
                <a:close/>
                <a:moveTo>
                  <a:pt x="114300" y="3495675"/>
                </a:moveTo>
                <a:lnTo>
                  <a:pt x="123825" y="3495675"/>
                </a:lnTo>
                <a:lnTo>
                  <a:pt x="123825" y="3514725"/>
                </a:lnTo>
                <a:lnTo>
                  <a:pt x="114300" y="3514725"/>
                </a:lnTo>
                <a:close/>
                <a:moveTo>
                  <a:pt x="123825" y="3524250"/>
                </a:moveTo>
                <a:lnTo>
                  <a:pt x="133350" y="3524250"/>
                </a:lnTo>
                <a:lnTo>
                  <a:pt x="133350" y="3533775"/>
                </a:lnTo>
                <a:lnTo>
                  <a:pt x="123825" y="3533775"/>
                </a:lnTo>
                <a:close/>
                <a:moveTo>
                  <a:pt x="1695450" y="3524250"/>
                </a:moveTo>
                <a:lnTo>
                  <a:pt x="1704975" y="3524250"/>
                </a:lnTo>
                <a:lnTo>
                  <a:pt x="1704975" y="3533775"/>
                </a:lnTo>
                <a:lnTo>
                  <a:pt x="1695450" y="3533775"/>
                </a:lnTo>
                <a:close/>
                <a:moveTo>
                  <a:pt x="1685925" y="3543300"/>
                </a:moveTo>
                <a:lnTo>
                  <a:pt x="1695450" y="3543300"/>
                </a:lnTo>
                <a:lnTo>
                  <a:pt x="1695450" y="3552825"/>
                </a:lnTo>
                <a:lnTo>
                  <a:pt x="1685925" y="3552825"/>
                </a:lnTo>
                <a:close/>
                <a:moveTo>
                  <a:pt x="133350" y="3552825"/>
                </a:moveTo>
                <a:lnTo>
                  <a:pt x="142875" y="3552825"/>
                </a:lnTo>
                <a:lnTo>
                  <a:pt x="142875" y="3562350"/>
                </a:lnTo>
                <a:lnTo>
                  <a:pt x="133350" y="3562350"/>
                </a:lnTo>
                <a:close/>
                <a:moveTo>
                  <a:pt x="1676400" y="3562350"/>
                </a:moveTo>
                <a:lnTo>
                  <a:pt x="1685925" y="3562350"/>
                </a:lnTo>
                <a:lnTo>
                  <a:pt x="1685925" y="3571875"/>
                </a:lnTo>
                <a:lnTo>
                  <a:pt x="1676400" y="3571875"/>
                </a:lnTo>
                <a:close/>
                <a:moveTo>
                  <a:pt x="161925" y="3590925"/>
                </a:moveTo>
                <a:lnTo>
                  <a:pt x="171450" y="3590925"/>
                </a:lnTo>
                <a:lnTo>
                  <a:pt x="171450" y="3600450"/>
                </a:lnTo>
                <a:lnTo>
                  <a:pt x="161925" y="3600450"/>
                </a:lnTo>
                <a:close/>
                <a:moveTo>
                  <a:pt x="1657350" y="3590925"/>
                </a:moveTo>
                <a:lnTo>
                  <a:pt x="1666875" y="3590925"/>
                </a:lnTo>
                <a:lnTo>
                  <a:pt x="1666875" y="3600450"/>
                </a:lnTo>
                <a:lnTo>
                  <a:pt x="1657350" y="3600450"/>
                </a:lnTo>
                <a:close/>
                <a:moveTo>
                  <a:pt x="171450" y="3600450"/>
                </a:moveTo>
                <a:lnTo>
                  <a:pt x="180975" y="3600450"/>
                </a:lnTo>
                <a:lnTo>
                  <a:pt x="180975" y="3609975"/>
                </a:lnTo>
                <a:lnTo>
                  <a:pt x="171450" y="3609975"/>
                </a:lnTo>
                <a:close/>
                <a:moveTo>
                  <a:pt x="1647825" y="3600450"/>
                </a:moveTo>
                <a:lnTo>
                  <a:pt x="1657350" y="3600450"/>
                </a:lnTo>
                <a:lnTo>
                  <a:pt x="1657350" y="3609975"/>
                </a:lnTo>
                <a:lnTo>
                  <a:pt x="1647825" y="3609975"/>
                </a:lnTo>
                <a:close/>
                <a:moveTo>
                  <a:pt x="180975" y="3609975"/>
                </a:moveTo>
                <a:lnTo>
                  <a:pt x="190500" y="3609975"/>
                </a:lnTo>
                <a:lnTo>
                  <a:pt x="190500" y="3619500"/>
                </a:lnTo>
                <a:lnTo>
                  <a:pt x="180975" y="3619500"/>
                </a:lnTo>
                <a:close/>
                <a:moveTo>
                  <a:pt x="1638300" y="3609975"/>
                </a:moveTo>
                <a:lnTo>
                  <a:pt x="1647825" y="3609975"/>
                </a:lnTo>
                <a:lnTo>
                  <a:pt x="1647825" y="3619500"/>
                </a:lnTo>
                <a:lnTo>
                  <a:pt x="1638300" y="3619500"/>
                </a:lnTo>
                <a:close/>
                <a:moveTo>
                  <a:pt x="190500" y="3619500"/>
                </a:moveTo>
                <a:lnTo>
                  <a:pt x="200025" y="3619500"/>
                </a:lnTo>
                <a:lnTo>
                  <a:pt x="200025" y="3629025"/>
                </a:lnTo>
                <a:lnTo>
                  <a:pt x="190500" y="3629025"/>
                </a:lnTo>
                <a:close/>
                <a:moveTo>
                  <a:pt x="219075" y="3638550"/>
                </a:moveTo>
                <a:lnTo>
                  <a:pt x="228600" y="3638550"/>
                </a:lnTo>
                <a:lnTo>
                  <a:pt x="228600" y="3648075"/>
                </a:lnTo>
                <a:lnTo>
                  <a:pt x="219075" y="3648075"/>
                </a:lnTo>
                <a:close/>
                <a:moveTo>
                  <a:pt x="1600200" y="3638550"/>
                </a:moveTo>
                <a:lnTo>
                  <a:pt x="1609725" y="3638550"/>
                </a:lnTo>
                <a:lnTo>
                  <a:pt x="1609725" y="3648075"/>
                </a:lnTo>
                <a:lnTo>
                  <a:pt x="1600200" y="3648075"/>
                </a:lnTo>
                <a:close/>
                <a:moveTo>
                  <a:pt x="238125" y="3648075"/>
                </a:moveTo>
                <a:lnTo>
                  <a:pt x="247650" y="3648075"/>
                </a:lnTo>
                <a:lnTo>
                  <a:pt x="247650" y="3657600"/>
                </a:lnTo>
                <a:lnTo>
                  <a:pt x="238125" y="3657600"/>
                </a:lnTo>
                <a:close/>
                <a:moveTo>
                  <a:pt x="1581150" y="3648075"/>
                </a:moveTo>
                <a:lnTo>
                  <a:pt x="1590675" y="3648075"/>
                </a:lnTo>
                <a:lnTo>
                  <a:pt x="1590675" y="3657600"/>
                </a:lnTo>
                <a:lnTo>
                  <a:pt x="1581150" y="3657600"/>
                </a:lnTo>
                <a:close/>
                <a:moveTo>
                  <a:pt x="257175" y="3657600"/>
                </a:moveTo>
                <a:lnTo>
                  <a:pt x="266700" y="3657600"/>
                </a:lnTo>
                <a:lnTo>
                  <a:pt x="266700" y="3667125"/>
                </a:lnTo>
                <a:lnTo>
                  <a:pt x="257175" y="3667125"/>
                </a:lnTo>
                <a:close/>
                <a:moveTo>
                  <a:pt x="1562100" y="3657600"/>
                </a:moveTo>
                <a:lnTo>
                  <a:pt x="1571625" y="3657600"/>
                </a:lnTo>
                <a:lnTo>
                  <a:pt x="1571625" y="3667125"/>
                </a:lnTo>
                <a:lnTo>
                  <a:pt x="1562100" y="3667125"/>
                </a:lnTo>
                <a:close/>
                <a:moveTo>
                  <a:pt x="285750" y="3667125"/>
                </a:moveTo>
                <a:lnTo>
                  <a:pt x="304800" y="3667125"/>
                </a:lnTo>
                <a:lnTo>
                  <a:pt x="304800" y="3676650"/>
                </a:lnTo>
                <a:lnTo>
                  <a:pt x="285750" y="3676650"/>
                </a:lnTo>
                <a:close/>
                <a:moveTo>
                  <a:pt x="1514475" y="3667125"/>
                </a:moveTo>
                <a:lnTo>
                  <a:pt x="1543050" y="3667125"/>
                </a:lnTo>
                <a:lnTo>
                  <a:pt x="1543050" y="3676650"/>
                </a:lnTo>
                <a:lnTo>
                  <a:pt x="1514475" y="3676650"/>
                </a:lnTo>
                <a:close/>
                <a:moveTo>
                  <a:pt x="342900" y="3676650"/>
                </a:moveTo>
                <a:lnTo>
                  <a:pt x="419100" y="3676650"/>
                </a:lnTo>
                <a:lnTo>
                  <a:pt x="419100" y="3686175"/>
                </a:lnTo>
                <a:lnTo>
                  <a:pt x="342900" y="3686175"/>
                </a:lnTo>
                <a:close/>
                <a:moveTo>
                  <a:pt x="1400175" y="3676650"/>
                </a:moveTo>
                <a:lnTo>
                  <a:pt x="1476375" y="3676650"/>
                </a:lnTo>
                <a:lnTo>
                  <a:pt x="1476375" y="3686175"/>
                </a:lnTo>
                <a:lnTo>
                  <a:pt x="1400175" y="3686175"/>
                </a:lnTo>
                <a:close/>
              </a:path>
            </a:pathLst>
          </a:custGeom>
          <a:solidFill xmlns:a="http://schemas.openxmlformats.org/drawingml/2006/main">
            <a:srgbClr val="2A2C27"/>
          </a:solidFill>
          <a:ln xmlns:a="http://schemas.openxmlformats.org/drawingml/2006/main" w="0">
            <a:noFill/>
          </a:ln>
        </p:spPr>
      </p:sp>
      <p:sp>
        <p:nvSpPr>
          <p:cNvPr id="33" name="dashboard vector #020201">
            <a:extLst xmlns:a="http://schemas.openxmlformats.org/drawingml/2006/main">
              <a:ext uri="{FF2B5EF4-FFF2-40B4-BE49-F238E27FC236}">
                <a16:creationId xmlns:a16="http://schemas.microsoft.com/office/drawing/2014/main" id="{8AD849ED-62B0-45CA-B9B8-BB3790884E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14400" y="1447800"/>
            <a:ext cx="2171700" cy="4467225"/>
          </a:xfrm>
          <a:custGeom xmlns:a="http://schemas.openxmlformats.org/drawingml/2006/main">
            <a:pathLst>
              <a:path w="1838325" h="3790950">
                <a:moveTo>
                  <a:pt x="304800" y="85725"/>
                </a:moveTo>
                <a:lnTo>
                  <a:pt x="1514475" y="85725"/>
                </a:lnTo>
                <a:lnTo>
                  <a:pt x="1514475" y="95250"/>
                </a:lnTo>
                <a:lnTo>
                  <a:pt x="1552575" y="95250"/>
                </a:lnTo>
                <a:lnTo>
                  <a:pt x="1552575" y="104775"/>
                </a:lnTo>
                <a:lnTo>
                  <a:pt x="1581150" y="104775"/>
                </a:lnTo>
                <a:lnTo>
                  <a:pt x="1581150" y="114300"/>
                </a:lnTo>
                <a:lnTo>
                  <a:pt x="1600200" y="114300"/>
                </a:lnTo>
                <a:lnTo>
                  <a:pt x="1600200" y="123825"/>
                </a:lnTo>
                <a:lnTo>
                  <a:pt x="1619250" y="123825"/>
                </a:lnTo>
                <a:lnTo>
                  <a:pt x="1619250" y="133350"/>
                </a:lnTo>
                <a:lnTo>
                  <a:pt x="1638300" y="133350"/>
                </a:lnTo>
                <a:lnTo>
                  <a:pt x="1638300" y="142875"/>
                </a:lnTo>
                <a:lnTo>
                  <a:pt x="1657350" y="142875"/>
                </a:lnTo>
                <a:lnTo>
                  <a:pt x="1657350" y="152400"/>
                </a:lnTo>
                <a:lnTo>
                  <a:pt x="1666875" y="152400"/>
                </a:lnTo>
                <a:lnTo>
                  <a:pt x="1666875" y="161925"/>
                </a:lnTo>
                <a:lnTo>
                  <a:pt x="1676400" y="161925"/>
                </a:lnTo>
                <a:lnTo>
                  <a:pt x="1676400" y="171450"/>
                </a:lnTo>
                <a:lnTo>
                  <a:pt x="1685925" y="171450"/>
                </a:lnTo>
                <a:lnTo>
                  <a:pt x="1685925" y="190500"/>
                </a:lnTo>
                <a:lnTo>
                  <a:pt x="1695450" y="190500"/>
                </a:lnTo>
                <a:lnTo>
                  <a:pt x="1695450" y="200025"/>
                </a:lnTo>
                <a:lnTo>
                  <a:pt x="1704975" y="200025"/>
                </a:lnTo>
                <a:lnTo>
                  <a:pt x="1704975" y="219075"/>
                </a:lnTo>
                <a:lnTo>
                  <a:pt x="1714500" y="219075"/>
                </a:lnTo>
                <a:lnTo>
                  <a:pt x="1714500" y="238125"/>
                </a:lnTo>
                <a:lnTo>
                  <a:pt x="1724025" y="238125"/>
                </a:lnTo>
                <a:lnTo>
                  <a:pt x="1724025" y="257175"/>
                </a:lnTo>
                <a:lnTo>
                  <a:pt x="1733550" y="257175"/>
                </a:lnTo>
                <a:lnTo>
                  <a:pt x="1733550" y="285750"/>
                </a:lnTo>
                <a:lnTo>
                  <a:pt x="1743075" y="285750"/>
                </a:lnTo>
                <a:lnTo>
                  <a:pt x="1743075" y="314325"/>
                </a:lnTo>
                <a:lnTo>
                  <a:pt x="1752600" y="314325"/>
                </a:lnTo>
                <a:lnTo>
                  <a:pt x="1752600" y="381000"/>
                </a:lnTo>
                <a:lnTo>
                  <a:pt x="1762125" y="381000"/>
                </a:lnTo>
                <a:lnTo>
                  <a:pt x="1762125" y="3457575"/>
                </a:lnTo>
                <a:lnTo>
                  <a:pt x="1752600" y="3457575"/>
                </a:lnTo>
                <a:lnTo>
                  <a:pt x="1752600" y="3505200"/>
                </a:lnTo>
                <a:lnTo>
                  <a:pt x="1743075" y="3505200"/>
                </a:lnTo>
                <a:lnTo>
                  <a:pt x="1743075" y="3533775"/>
                </a:lnTo>
                <a:lnTo>
                  <a:pt x="1733550" y="3533775"/>
                </a:lnTo>
                <a:lnTo>
                  <a:pt x="1733550" y="3562350"/>
                </a:lnTo>
                <a:lnTo>
                  <a:pt x="1724025" y="3562350"/>
                </a:lnTo>
                <a:lnTo>
                  <a:pt x="1724025" y="3581400"/>
                </a:lnTo>
                <a:lnTo>
                  <a:pt x="1714500" y="3581400"/>
                </a:lnTo>
                <a:lnTo>
                  <a:pt x="1714500" y="3600450"/>
                </a:lnTo>
                <a:lnTo>
                  <a:pt x="1704975" y="3600450"/>
                </a:lnTo>
                <a:lnTo>
                  <a:pt x="1704975" y="3609975"/>
                </a:lnTo>
                <a:lnTo>
                  <a:pt x="1695450" y="3609975"/>
                </a:lnTo>
                <a:lnTo>
                  <a:pt x="1695450" y="3629025"/>
                </a:lnTo>
                <a:lnTo>
                  <a:pt x="1685925" y="3629025"/>
                </a:lnTo>
                <a:lnTo>
                  <a:pt x="1685925" y="3638550"/>
                </a:lnTo>
                <a:lnTo>
                  <a:pt x="1676400" y="3638550"/>
                </a:lnTo>
                <a:lnTo>
                  <a:pt x="1676400" y="3648075"/>
                </a:lnTo>
                <a:lnTo>
                  <a:pt x="1666875" y="3648075"/>
                </a:lnTo>
                <a:lnTo>
                  <a:pt x="1666875" y="3657600"/>
                </a:lnTo>
                <a:lnTo>
                  <a:pt x="1647825" y="3657600"/>
                </a:lnTo>
                <a:lnTo>
                  <a:pt x="1647825" y="3667125"/>
                </a:lnTo>
                <a:lnTo>
                  <a:pt x="1638300" y="3667125"/>
                </a:lnTo>
                <a:lnTo>
                  <a:pt x="1638300" y="3676650"/>
                </a:lnTo>
                <a:lnTo>
                  <a:pt x="1619250" y="3676650"/>
                </a:lnTo>
                <a:lnTo>
                  <a:pt x="1619250" y="3686175"/>
                </a:lnTo>
                <a:lnTo>
                  <a:pt x="1600200" y="3686175"/>
                </a:lnTo>
                <a:lnTo>
                  <a:pt x="1600200" y="3695700"/>
                </a:lnTo>
                <a:lnTo>
                  <a:pt x="1571625" y="3695700"/>
                </a:lnTo>
                <a:lnTo>
                  <a:pt x="1571625" y="3705225"/>
                </a:lnTo>
                <a:lnTo>
                  <a:pt x="1543050" y="3705225"/>
                </a:lnTo>
                <a:lnTo>
                  <a:pt x="1543050" y="3714750"/>
                </a:lnTo>
                <a:lnTo>
                  <a:pt x="1495425" y="3714750"/>
                </a:lnTo>
                <a:lnTo>
                  <a:pt x="1495425" y="3724275"/>
                </a:lnTo>
                <a:lnTo>
                  <a:pt x="333375" y="3724275"/>
                </a:lnTo>
                <a:lnTo>
                  <a:pt x="333375" y="3714750"/>
                </a:lnTo>
                <a:lnTo>
                  <a:pt x="285750" y="3714750"/>
                </a:lnTo>
                <a:lnTo>
                  <a:pt x="285750" y="3705225"/>
                </a:lnTo>
                <a:lnTo>
                  <a:pt x="247650" y="3705225"/>
                </a:lnTo>
                <a:lnTo>
                  <a:pt x="247650" y="3695700"/>
                </a:lnTo>
                <a:lnTo>
                  <a:pt x="219075" y="3695700"/>
                </a:lnTo>
                <a:lnTo>
                  <a:pt x="219075" y="3686175"/>
                </a:lnTo>
                <a:lnTo>
                  <a:pt x="200025" y="3686175"/>
                </a:lnTo>
                <a:lnTo>
                  <a:pt x="200025" y="3676650"/>
                </a:lnTo>
                <a:lnTo>
                  <a:pt x="190500" y="3676650"/>
                </a:lnTo>
                <a:lnTo>
                  <a:pt x="190500" y="3667125"/>
                </a:lnTo>
                <a:lnTo>
                  <a:pt x="171450" y="3667125"/>
                </a:lnTo>
                <a:lnTo>
                  <a:pt x="171450" y="3657600"/>
                </a:lnTo>
                <a:lnTo>
                  <a:pt x="161925" y="3657600"/>
                </a:lnTo>
                <a:lnTo>
                  <a:pt x="161925" y="3648075"/>
                </a:lnTo>
                <a:lnTo>
                  <a:pt x="152400" y="3648075"/>
                </a:lnTo>
                <a:lnTo>
                  <a:pt x="152400" y="3638550"/>
                </a:lnTo>
                <a:lnTo>
                  <a:pt x="142875" y="3638550"/>
                </a:lnTo>
                <a:lnTo>
                  <a:pt x="142875" y="3629025"/>
                </a:lnTo>
                <a:lnTo>
                  <a:pt x="133350" y="3629025"/>
                </a:lnTo>
                <a:lnTo>
                  <a:pt x="133350" y="3619500"/>
                </a:lnTo>
                <a:lnTo>
                  <a:pt x="123825" y="3619500"/>
                </a:lnTo>
                <a:lnTo>
                  <a:pt x="123825" y="3600450"/>
                </a:lnTo>
                <a:lnTo>
                  <a:pt x="114300" y="3600450"/>
                </a:lnTo>
                <a:lnTo>
                  <a:pt x="114300" y="3590925"/>
                </a:lnTo>
                <a:lnTo>
                  <a:pt x="104775" y="3590925"/>
                </a:lnTo>
                <a:lnTo>
                  <a:pt x="104775" y="3571875"/>
                </a:lnTo>
                <a:lnTo>
                  <a:pt x="95250" y="3571875"/>
                </a:lnTo>
                <a:lnTo>
                  <a:pt x="95250" y="3552825"/>
                </a:lnTo>
                <a:lnTo>
                  <a:pt x="85725" y="3552825"/>
                </a:lnTo>
                <a:lnTo>
                  <a:pt x="85725" y="3524250"/>
                </a:lnTo>
                <a:lnTo>
                  <a:pt x="76200" y="3524250"/>
                </a:lnTo>
                <a:lnTo>
                  <a:pt x="76200" y="3476625"/>
                </a:lnTo>
                <a:lnTo>
                  <a:pt x="66675" y="3476625"/>
                </a:lnTo>
                <a:lnTo>
                  <a:pt x="66675" y="333375"/>
                </a:lnTo>
                <a:lnTo>
                  <a:pt x="76200" y="333375"/>
                </a:lnTo>
                <a:lnTo>
                  <a:pt x="76200" y="285750"/>
                </a:lnTo>
                <a:lnTo>
                  <a:pt x="85725" y="285750"/>
                </a:lnTo>
                <a:lnTo>
                  <a:pt x="85725" y="257175"/>
                </a:lnTo>
                <a:lnTo>
                  <a:pt x="95250" y="257175"/>
                </a:lnTo>
                <a:lnTo>
                  <a:pt x="95250" y="238125"/>
                </a:lnTo>
                <a:lnTo>
                  <a:pt x="104775" y="238125"/>
                </a:lnTo>
                <a:lnTo>
                  <a:pt x="104775" y="219075"/>
                </a:lnTo>
                <a:lnTo>
                  <a:pt x="114300" y="219075"/>
                </a:lnTo>
                <a:lnTo>
                  <a:pt x="114300" y="209550"/>
                </a:lnTo>
                <a:lnTo>
                  <a:pt x="123825" y="209550"/>
                </a:lnTo>
                <a:lnTo>
                  <a:pt x="123825" y="190500"/>
                </a:lnTo>
                <a:lnTo>
                  <a:pt x="133350" y="190500"/>
                </a:lnTo>
                <a:lnTo>
                  <a:pt x="133350" y="180975"/>
                </a:lnTo>
                <a:lnTo>
                  <a:pt x="142875" y="180975"/>
                </a:lnTo>
                <a:lnTo>
                  <a:pt x="142875" y="171450"/>
                </a:lnTo>
                <a:lnTo>
                  <a:pt x="152400" y="171450"/>
                </a:lnTo>
                <a:lnTo>
                  <a:pt x="152400" y="161925"/>
                </a:lnTo>
                <a:lnTo>
                  <a:pt x="161925" y="161925"/>
                </a:lnTo>
                <a:lnTo>
                  <a:pt x="161925" y="152400"/>
                </a:lnTo>
                <a:lnTo>
                  <a:pt x="171450" y="152400"/>
                </a:lnTo>
                <a:lnTo>
                  <a:pt x="171450" y="142875"/>
                </a:lnTo>
                <a:lnTo>
                  <a:pt x="180975" y="142875"/>
                </a:lnTo>
                <a:lnTo>
                  <a:pt x="180975" y="133350"/>
                </a:lnTo>
                <a:lnTo>
                  <a:pt x="200025" y="133350"/>
                </a:lnTo>
                <a:lnTo>
                  <a:pt x="200025" y="123825"/>
                </a:lnTo>
                <a:lnTo>
                  <a:pt x="219075" y="123825"/>
                </a:lnTo>
                <a:lnTo>
                  <a:pt x="219075" y="114300"/>
                </a:lnTo>
                <a:lnTo>
                  <a:pt x="238125" y="114300"/>
                </a:lnTo>
                <a:lnTo>
                  <a:pt x="238125" y="104775"/>
                </a:lnTo>
                <a:lnTo>
                  <a:pt x="266700" y="104775"/>
                </a:lnTo>
                <a:lnTo>
                  <a:pt x="266700" y="95250"/>
                </a:lnTo>
                <a:lnTo>
                  <a:pt x="304800" y="95250"/>
                </a:lnTo>
                <a:close/>
                <a:moveTo>
                  <a:pt x="733425" y="180975"/>
                </a:moveTo>
                <a:lnTo>
                  <a:pt x="1095375" y="180975"/>
                </a:lnTo>
                <a:lnTo>
                  <a:pt x="1095375" y="190500"/>
                </a:lnTo>
                <a:lnTo>
                  <a:pt x="1123950" y="190500"/>
                </a:lnTo>
                <a:lnTo>
                  <a:pt x="1123950" y="200025"/>
                </a:lnTo>
                <a:lnTo>
                  <a:pt x="1143000" y="200025"/>
                </a:lnTo>
                <a:lnTo>
                  <a:pt x="1143000" y="209550"/>
                </a:lnTo>
                <a:lnTo>
                  <a:pt x="1152525" y="209550"/>
                </a:lnTo>
                <a:lnTo>
                  <a:pt x="1152525" y="238125"/>
                </a:lnTo>
                <a:lnTo>
                  <a:pt x="1162050" y="238125"/>
                </a:lnTo>
                <a:lnTo>
                  <a:pt x="1162050" y="276225"/>
                </a:lnTo>
                <a:lnTo>
                  <a:pt x="1152525" y="276225"/>
                </a:lnTo>
                <a:lnTo>
                  <a:pt x="1152525" y="295275"/>
                </a:lnTo>
                <a:lnTo>
                  <a:pt x="1143000" y="295275"/>
                </a:lnTo>
                <a:lnTo>
                  <a:pt x="1143000" y="304800"/>
                </a:lnTo>
                <a:lnTo>
                  <a:pt x="1133475" y="304800"/>
                </a:lnTo>
                <a:lnTo>
                  <a:pt x="1133475" y="314325"/>
                </a:lnTo>
                <a:lnTo>
                  <a:pt x="1123950" y="314325"/>
                </a:lnTo>
                <a:lnTo>
                  <a:pt x="1123950" y="323850"/>
                </a:lnTo>
                <a:lnTo>
                  <a:pt x="704850" y="323850"/>
                </a:lnTo>
                <a:lnTo>
                  <a:pt x="704850" y="314325"/>
                </a:lnTo>
                <a:lnTo>
                  <a:pt x="695325" y="314325"/>
                </a:lnTo>
                <a:lnTo>
                  <a:pt x="695325" y="304800"/>
                </a:lnTo>
                <a:lnTo>
                  <a:pt x="685800" y="304800"/>
                </a:lnTo>
                <a:lnTo>
                  <a:pt x="685800" y="295275"/>
                </a:lnTo>
                <a:lnTo>
                  <a:pt x="676275" y="295275"/>
                </a:lnTo>
                <a:lnTo>
                  <a:pt x="676275" y="276225"/>
                </a:lnTo>
                <a:lnTo>
                  <a:pt x="666750" y="276225"/>
                </a:lnTo>
                <a:lnTo>
                  <a:pt x="666750" y="228600"/>
                </a:lnTo>
                <a:lnTo>
                  <a:pt x="676275" y="228600"/>
                </a:lnTo>
                <a:lnTo>
                  <a:pt x="676275" y="209550"/>
                </a:lnTo>
                <a:lnTo>
                  <a:pt x="685800" y="209550"/>
                </a:lnTo>
                <a:lnTo>
                  <a:pt x="685800" y="200025"/>
                </a:lnTo>
                <a:lnTo>
                  <a:pt x="704850" y="200025"/>
                </a:lnTo>
                <a:lnTo>
                  <a:pt x="704850" y="190500"/>
                </a:lnTo>
                <a:lnTo>
                  <a:pt x="733425" y="190500"/>
                </a:lnTo>
                <a:close/>
                <a:moveTo>
                  <a:pt x="1485900" y="247650"/>
                </a:moveTo>
                <a:lnTo>
                  <a:pt x="1543050" y="247650"/>
                </a:lnTo>
                <a:lnTo>
                  <a:pt x="1543050" y="257175"/>
                </a:lnTo>
                <a:lnTo>
                  <a:pt x="1552575" y="257175"/>
                </a:lnTo>
                <a:lnTo>
                  <a:pt x="1552575" y="266700"/>
                </a:lnTo>
                <a:lnTo>
                  <a:pt x="1543050" y="266700"/>
                </a:lnTo>
                <a:lnTo>
                  <a:pt x="1543050" y="276225"/>
                </a:lnTo>
                <a:lnTo>
                  <a:pt x="1485900" y="276225"/>
                </a:lnTo>
                <a:lnTo>
                  <a:pt x="1485900" y="266700"/>
                </a:lnTo>
                <a:lnTo>
                  <a:pt x="1476375" y="266700"/>
                </a:lnTo>
                <a:lnTo>
                  <a:pt x="1476375" y="257175"/>
                </a:lnTo>
                <a:lnTo>
                  <a:pt x="1485900" y="257175"/>
                </a:lnTo>
                <a:close/>
                <a:moveTo>
                  <a:pt x="1714500" y="3457575"/>
                </a:moveTo>
                <a:lnTo>
                  <a:pt x="1724025" y="3457575"/>
                </a:lnTo>
                <a:lnTo>
                  <a:pt x="1724025" y="352425"/>
                </a:lnTo>
                <a:lnTo>
                  <a:pt x="1714500" y="352425"/>
                </a:lnTo>
                <a:lnTo>
                  <a:pt x="1714500" y="304800"/>
                </a:lnTo>
                <a:lnTo>
                  <a:pt x="1704975" y="304800"/>
                </a:lnTo>
                <a:lnTo>
                  <a:pt x="1704975" y="276225"/>
                </a:lnTo>
                <a:lnTo>
                  <a:pt x="1695450" y="276225"/>
                </a:lnTo>
                <a:lnTo>
                  <a:pt x="1695450" y="257175"/>
                </a:lnTo>
                <a:lnTo>
                  <a:pt x="1685925" y="257175"/>
                </a:lnTo>
                <a:lnTo>
                  <a:pt x="1685925" y="238125"/>
                </a:lnTo>
                <a:lnTo>
                  <a:pt x="1676400" y="238125"/>
                </a:lnTo>
                <a:lnTo>
                  <a:pt x="1676400" y="219075"/>
                </a:lnTo>
                <a:lnTo>
                  <a:pt x="1666875" y="219075"/>
                </a:lnTo>
                <a:lnTo>
                  <a:pt x="1666875" y="209550"/>
                </a:lnTo>
                <a:lnTo>
                  <a:pt x="1657350" y="209550"/>
                </a:lnTo>
                <a:lnTo>
                  <a:pt x="1657350" y="200025"/>
                </a:lnTo>
                <a:lnTo>
                  <a:pt x="1647825" y="200025"/>
                </a:lnTo>
                <a:lnTo>
                  <a:pt x="1647825" y="190500"/>
                </a:lnTo>
                <a:lnTo>
                  <a:pt x="1638300" y="190500"/>
                </a:lnTo>
                <a:lnTo>
                  <a:pt x="1638300" y="180975"/>
                </a:lnTo>
                <a:lnTo>
                  <a:pt x="1628775" y="180975"/>
                </a:lnTo>
                <a:lnTo>
                  <a:pt x="1628775" y="171450"/>
                </a:lnTo>
                <a:lnTo>
                  <a:pt x="1619250" y="171450"/>
                </a:lnTo>
                <a:lnTo>
                  <a:pt x="1619250" y="161925"/>
                </a:lnTo>
                <a:lnTo>
                  <a:pt x="1600200" y="161925"/>
                </a:lnTo>
                <a:lnTo>
                  <a:pt x="1600200" y="152400"/>
                </a:lnTo>
                <a:lnTo>
                  <a:pt x="1581150" y="152400"/>
                </a:lnTo>
                <a:lnTo>
                  <a:pt x="1581150" y="142875"/>
                </a:lnTo>
                <a:lnTo>
                  <a:pt x="1562100" y="142875"/>
                </a:lnTo>
                <a:lnTo>
                  <a:pt x="1562100" y="133350"/>
                </a:lnTo>
                <a:lnTo>
                  <a:pt x="1533525" y="133350"/>
                </a:lnTo>
                <a:lnTo>
                  <a:pt x="1533525" y="123825"/>
                </a:lnTo>
                <a:lnTo>
                  <a:pt x="1466850" y="123825"/>
                </a:lnTo>
                <a:lnTo>
                  <a:pt x="1466850" y="114300"/>
                </a:lnTo>
                <a:lnTo>
                  <a:pt x="361950" y="114300"/>
                </a:lnTo>
                <a:lnTo>
                  <a:pt x="361950" y="123825"/>
                </a:lnTo>
                <a:lnTo>
                  <a:pt x="295275" y="123825"/>
                </a:lnTo>
                <a:lnTo>
                  <a:pt x="295275" y="133350"/>
                </a:lnTo>
                <a:lnTo>
                  <a:pt x="266700" y="133350"/>
                </a:lnTo>
                <a:lnTo>
                  <a:pt x="266700" y="142875"/>
                </a:lnTo>
                <a:lnTo>
                  <a:pt x="238125" y="142875"/>
                </a:lnTo>
                <a:lnTo>
                  <a:pt x="238125" y="152400"/>
                </a:lnTo>
                <a:lnTo>
                  <a:pt x="228600" y="152400"/>
                </a:lnTo>
                <a:lnTo>
                  <a:pt x="228600" y="161925"/>
                </a:lnTo>
                <a:lnTo>
                  <a:pt x="209550" y="161925"/>
                </a:lnTo>
                <a:lnTo>
                  <a:pt x="209550" y="171450"/>
                </a:lnTo>
                <a:lnTo>
                  <a:pt x="190500" y="171450"/>
                </a:lnTo>
                <a:lnTo>
                  <a:pt x="190500" y="180975"/>
                </a:lnTo>
                <a:lnTo>
                  <a:pt x="180975" y="180975"/>
                </a:lnTo>
                <a:lnTo>
                  <a:pt x="180975" y="190500"/>
                </a:lnTo>
                <a:lnTo>
                  <a:pt x="171450" y="190500"/>
                </a:lnTo>
                <a:lnTo>
                  <a:pt x="171450" y="200025"/>
                </a:lnTo>
                <a:lnTo>
                  <a:pt x="161925" y="200025"/>
                </a:lnTo>
                <a:lnTo>
                  <a:pt x="161925" y="219075"/>
                </a:lnTo>
                <a:lnTo>
                  <a:pt x="152400" y="219075"/>
                </a:lnTo>
                <a:lnTo>
                  <a:pt x="152400" y="228600"/>
                </a:lnTo>
                <a:lnTo>
                  <a:pt x="142875" y="228600"/>
                </a:lnTo>
                <a:lnTo>
                  <a:pt x="142875" y="247650"/>
                </a:lnTo>
                <a:lnTo>
                  <a:pt x="133350" y="247650"/>
                </a:lnTo>
                <a:lnTo>
                  <a:pt x="133350" y="266700"/>
                </a:lnTo>
                <a:lnTo>
                  <a:pt x="123825" y="266700"/>
                </a:lnTo>
                <a:lnTo>
                  <a:pt x="123825" y="285750"/>
                </a:lnTo>
                <a:lnTo>
                  <a:pt x="114300" y="285750"/>
                </a:lnTo>
                <a:lnTo>
                  <a:pt x="114300" y="333375"/>
                </a:lnTo>
                <a:lnTo>
                  <a:pt x="104775" y="333375"/>
                </a:lnTo>
                <a:lnTo>
                  <a:pt x="104775" y="3467100"/>
                </a:lnTo>
                <a:lnTo>
                  <a:pt x="114300" y="3467100"/>
                </a:lnTo>
                <a:lnTo>
                  <a:pt x="114300" y="3514725"/>
                </a:lnTo>
                <a:lnTo>
                  <a:pt x="123825" y="3514725"/>
                </a:lnTo>
                <a:lnTo>
                  <a:pt x="123825" y="3533775"/>
                </a:lnTo>
                <a:lnTo>
                  <a:pt x="133350" y="3533775"/>
                </a:lnTo>
                <a:lnTo>
                  <a:pt x="133350" y="3562350"/>
                </a:lnTo>
                <a:lnTo>
                  <a:pt x="142875" y="3562350"/>
                </a:lnTo>
                <a:lnTo>
                  <a:pt x="142875" y="3571875"/>
                </a:lnTo>
                <a:lnTo>
                  <a:pt x="152400" y="3571875"/>
                </a:lnTo>
                <a:lnTo>
                  <a:pt x="152400" y="3581400"/>
                </a:lnTo>
                <a:lnTo>
                  <a:pt x="161925" y="3581400"/>
                </a:lnTo>
                <a:lnTo>
                  <a:pt x="161925" y="3600450"/>
                </a:lnTo>
                <a:lnTo>
                  <a:pt x="171450" y="3600450"/>
                </a:lnTo>
                <a:lnTo>
                  <a:pt x="171450" y="3609975"/>
                </a:lnTo>
                <a:lnTo>
                  <a:pt x="180975" y="3609975"/>
                </a:lnTo>
                <a:lnTo>
                  <a:pt x="180975" y="3619500"/>
                </a:lnTo>
                <a:lnTo>
                  <a:pt x="190500" y="3619500"/>
                </a:lnTo>
                <a:lnTo>
                  <a:pt x="190500" y="3629025"/>
                </a:lnTo>
                <a:lnTo>
                  <a:pt x="209550" y="3629025"/>
                </a:lnTo>
                <a:lnTo>
                  <a:pt x="209550" y="3638550"/>
                </a:lnTo>
                <a:lnTo>
                  <a:pt x="219075" y="3638550"/>
                </a:lnTo>
                <a:lnTo>
                  <a:pt x="219075" y="3648075"/>
                </a:lnTo>
                <a:lnTo>
                  <a:pt x="238125" y="3648075"/>
                </a:lnTo>
                <a:lnTo>
                  <a:pt x="238125" y="3657600"/>
                </a:lnTo>
                <a:lnTo>
                  <a:pt x="257175" y="3657600"/>
                </a:lnTo>
                <a:lnTo>
                  <a:pt x="257175" y="3667125"/>
                </a:lnTo>
                <a:lnTo>
                  <a:pt x="285750" y="3667125"/>
                </a:lnTo>
                <a:lnTo>
                  <a:pt x="285750" y="3676650"/>
                </a:lnTo>
                <a:lnTo>
                  <a:pt x="342900" y="3676650"/>
                </a:lnTo>
                <a:lnTo>
                  <a:pt x="342900" y="3686175"/>
                </a:lnTo>
                <a:lnTo>
                  <a:pt x="1476375" y="3686175"/>
                </a:lnTo>
                <a:lnTo>
                  <a:pt x="1476375" y="3676650"/>
                </a:lnTo>
                <a:lnTo>
                  <a:pt x="1543050" y="3676650"/>
                </a:lnTo>
                <a:lnTo>
                  <a:pt x="1543050" y="3667125"/>
                </a:lnTo>
                <a:lnTo>
                  <a:pt x="1571625" y="3667125"/>
                </a:lnTo>
                <a:lnTo>
                  <a:pt x="1571625" y="3657600"/>
                </a:lnTo>
                <a:lnTo>
                  <a:pt x="1590675" y="3657600"/>
                </a:lnTo>
                <a:lnTo>
                  <a:pt x="1590675" y="3648075"/>
                </a:lnTo>
                <a:lnTo>
                  <a:pt x="1609725" y="3648075"/>
                </a:lnTo>
                <a:lnTo>
                  <a:pt x="1609725" y="3638550"/>
                </a:lnTo>
                <a:lnTo>
                  <a:pt x="1619250" y="3638550"/>
                </a:lnTo>
                <a:lnTo>
                  <a:pt x="1619250" y="3629025"/>
                </a:lnTo>
                <a:lnTo>
                  <a:pt x="1628775" y="3629025"/>
                </a:lnTo>
                <a:lnTo>
                  <a:pt x="1628775" y="3619500"/>
                </a:lnTo>
                <a:lnTo>
                  <a:pt x="1647825" y="3619500"/>
                </a:lnTo>
                <a:lnTo>
                  <a:pt x="1647825" y="3609975"/>
                </a:lnTo>
                <a:lnTo>
                  <a:pt x="1657350" y="3609975"/>
                </a:lnTo>
                <a:lnTo>
                  <a:pt x="1657350" y="3600450"/>
                </a:lnTo>
                <a:lnTo>
                  <a:pt x="1666875" y="3600450"/>
                </a:lnTo>
                <a:lnTo>
                  <a:pt x="1666875" y="3581400"/>
                </a:lnTo>
                <a:lnTo>
                  <a:pt x="1676400" y="3581400"/>
                </a:lnTo>
                <a:lnTo>
                  <a:pt x="1676400" y="3571875"/>
                </a:lnTo>
                <a:lnTo>
                  <a:pt x="1685925" y="3571875"/>
                </a:lnTo>
                <a:lnTo>
                  <a:pt x="1685925" y="3552825"/>
                </a:lnTo>
                <a:lnTo>
                  <a:pt x="1695450" y="3552825"/>
                </a:lnTo>
                <a:lnTo>
                  <a:pt x="1695450" y="3533775"/>
                </a:lnTo>
                <a:lnTo>
                  <a:pt x="1704975" y="3533775"/>
                </a:lnTo>
                <a:lnTo>
                  <a:pt x="1704975" y="3505200"/>
                </a:lnTo>
                <a:lnTo>
                  <a:pt x="1714500" y="3505200"/>
                </a:lnTo>
                <a:close/>
              </a:path>
            </a:pathLst>
          </a:custGeom>
          <a:solidFill xmlns:a="http://schemas.openxmlformats.org/drawingml/2006/main">
            <a:srgbClr val="020201"/>
          </a:solidFill>
          <a:ln xmlns:a="http://schemas.openxmlformats.org/drawingml/2006/main" w="0">
            <a:noFill/>
          </a:ln>
        </p:spPr>
      </p:sp>
      <p:sp>
        <p:nvSpPr>
          <p:cNvPr id="34" name="">
            <a:extLst xmlns:a="http://schemas.openxmlformats.org/drawingml/2006/main">
              <a:ext uri="{FF2B5EF4-FFF2-40B4-BE49-F238E27FC236}">
                <a16:creationId xmlns:a16="http://schemas.microsoft.com/office/drawing/2014/main" id="{86B54E0D-EEAE-4EF3-A89D-0D35023218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029825" y="1447800"/>
            <a:ext cx="2200275" cy="4467225"/>
          </a:xfrm>
          <a:prstGeom xmlns:a="http://schemas.openxmlformats.org/drawingml/2006/main" prst="rect">
            <a:avLst/>
          </a:prstGeom>
          <a:solidFill xmlns:a="http://schemas.openxmlformats.org/drawingml/2006/main">
            <a:srgbClr val="F5F2E8"/>
          </a:solidFill>
          <a:ln xmlns:a="http://schemas.openxmlformats.org/drawingml/2006/main" w="0">
            <a:noFill/>
          </a:ln>
        </p:spPr>
      </p:sp>
      <p:sp>
        <p:nvSpPr>
          <p:cNvPr id="35" name="profit vector #f4f0e4">
            <a:extLst xmlns:a="http://schemas.openxmlformats.org/drawingml/2006/main">
              <a:ext uri="{FF2B5EF4-FFF2-40B4-BE49-F238E27FC236}">
                <a16:creationId xmlns:a16="http://schemas.microsoft.com/office/drawing/2014/main" id="{EA5A7595-1FB9-4F95-A138-AEF6F58BE0F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29825" y="1447800"/>
            <a:ext cx="2200275" cy="4467225"/>
          </a:xfrm>
          <a:custGeom xmlns:a="http://schemas.openxmlformats.org/drawingml/2006/main">
            <a:pathLst>
              <a:path w="1866900" h="3790950">
                <a:moveTo>
                  <a:pt x="0" y="0"/>
                </a:moveTo>
                <a:lnTo>
                  <a:pt x="76200" y="0"/>
                </a:lnTo>
                <a:lnTo>
                  <a:pt x="76200" y="19050"/>
                </a:lnTo>
                <a:lnTo>
                  <a:pt x="95250" y="19050"/>
                </a:lnTo>
                <a:lnTo>
                  <a:pt x="95250" y="47625"/>
                </a:lnTo>
                <a:lnTo>
                  <a:pt x="66675" y="47625"/>
                </a:lnTo>
                <a:lnTo>
                  <a:pt x="66675" y="38100"/>
                </a:lnTo>
                <a:lnTo>
                  <a:pt x="57150" y="38100"/>
                </a:lnTo>
                <a:lnTo>
                  <a:pt x="57150" y="19050"/>
                </a:lnTo>
                <a:lnTo>
                  <a:pt x="47625" y="19050"/>
                </a:lnTo>
                <a:lnTo>
                  <a:pt x="47625" y="28575"/>
                </a:lnTo>
                <a:lnTo>
                  <a:pt x="28575" y="28575"/>
                </a:lnTo>
                <a:lnTo>
                  <a:pt x="28575" y="38100"/>
                </a:lnTo>
                <a:lnTo>
                  <a:pt x="38100" y="38100"/>
                </a:lnTo>
                <a:lnTo>
                  <a:pt x="38100" y="47625"/>
                </a:lnTo>
                <a:lnTo>
                  <a:pt x="47625" y="47625"/>
                </a:lnTo>
                <a:lnTo>
                  <a:pt x="47625" y="57150"/>
                </a:lnTo>
                <a:lnTo>
                  <a:pt x="57150" y="57150"/>
                </a:lnTo>
                <a:lnTo>
                  <a:pt x="57150" y="66675"/>
                </a:lnTo>
                <a:lnTo>
                  <a:pt x="38100" y="66675"/>
                </a:lnTo>
                <a:lnTo>
                  <a:pt x="38100" y="57150"/>
                </a:lnTo>
                <a:lnTo>
                  <a:pt x="0" y="57150"/>
                </a:lnTo>
                <a:close/>
                <a:moveTo>
                  <a:pt x="85725" y="0"/>
                </a:moveTo>
                <a:lnTo>
                  <a:pt x="95250" y="0"/>
                </a:lnTo>
                <a:lnTo>
                  <a:pt x="95250" y="9525"/>
                </a:lnTo>
                <a:lnTo>
                  <a:pt x="85725" y="9525"/>
                </a:lnTo>
                <a:close/>
                <a:moveTo>
                  <a:pt x="123825" y="0"/>
                </a:moveTo>
                <a:lnTo>
                  <a:pt x="142875" y="0"/>
                </a:lnTo>
                <a:lnTo>
                  <a:pt x="142875" y="9525"/>
                </a:lnTo>
                <a:lnTo>
                  <a:pt x="123825" y="9525"/>
                </a:lnTo>
                <a:close/>
                <a:moveTo>
                  <a:pt x="1828800" y="0"/>
                </a:moveTo>
                <a:lnTo>
                  <a:pt x="1866900" y="0"/>
                </a:lnTo>
                <a:lnTo>
                  <a:pt x="1866900" y="85725"/>
                </a:lnTo>
                <a:lnTo>
                  <a:pt x="1857375" y="85725"/>
                </a:lnTo>
                <a:lnTo>
                  <a:pt x="1857375" y="76200"/>
                </a:lnTo>
                <a:lnTo>
                  <a:pt x="1847850" y="76200"/>
                </a:lnTo>
                <a:lnTo>
                  <a:pt x="1847850" y="66675"/>
                </a:lnTo>
                <a:lnTo>
                  <a:pt x="1838325" y="66675"/>
                </a:lnTo>
                <a:lnTo>
                  <a:pt x="1838325" y="57150"/>
                </a:lnTo>
                <a:lnTo>
                  <a:pt x="1819275" y="57150"/>
                </a:lnTo>
                <a:lnTo>
                  <a:pt x="1819275" y="66675"/>
                </a:lnTo>
                <a:lnTo>
                  <a:pt x="1809750" y="66675"/>
                </a:lnTo>
                <a:lnTo>
                  <a:pt x="1809750" y="28575"/>
                </a:lnTo>
                <a:lnTo>
                  <a:pt x="1800225" y="28575"/>
                </a:lnTo>
                <a:lnTo>
                  <a:pt x="1800225" y="19050"/>
                </a:lnTo>
                <a:lnTo>
                  <a:pt x="1809750" y="19050"/>
                </a:lnTo>
                <a:lnTo>
                  <a:pt x="1809750" y="9525"/>
                </a:lnTo>
                <a:lnTo>
                  <a:pt x="1819275" y="9525"/>
                </a:lnTo>
                <a:lnTo>
                  <a:pt x="1819275" y="19050"/>
                </a:lnTo>
                <a:lnTo>
                  <a:pt x="1828800" y="19050"/>
                </a:lnTo>
                <a:close/>
                <a:moveTo>
                  <a:pt x="0" y="85725"/>
                </a:moveTo>
                <a:lnTo>
                  <a:pt x="19050" y="85725"/>
                </a:lnTo>
                <a:lnTo>
                  <a:pt x="19050" y="95250"/>
                </a:lnTo>
                <a:lnTo>
                  <a:pt x="9525" y="95250"/>
                </a:lnTo>
                <a:lnTo>
                  <a:pt x="9525" y="104775"/>
                </a:lnTo>
                <a:lnTo>
                  <a:pt x="0" y="104775"/>
                </a:lnTo>
                <a:close/>
                <a:moveTo>
                  <a:pt x="1819275" y="95250"/>
                </a:moveTo>
                <a:lnTo>
                  <a:pt x="1828800" y="95250"/>
                </a:lnTo>
                <a:lnTo>
                  <a:pt x="1828800" y="104775"/>
                </a:lnTo>
                <a:lnTo>
                  <a:pt x="1819275" y="104775"/>
                </a:lnTo>
                <a:close/>
                <a:moveTo>
                  <a:pt x="323850" y="142875"/>
                </a:moveTo>
                <a:lnTo>
                  <a:pt x="381000" y="142875"/>
                </a:lnTo>
                <a:lnTo>
                  <a:pt x="381000" y="152400"/>
                </a:lnTo>
                <a:lnTo>
                  <a:pt x="333375" y="152400"/>
                </a:lnTo>
                <a:lnTo>
                  <a:pt x="333375" y="161925"/>
                </a:lnTo>
                <a:lnTo>
                  <a:pt x="323850" y="161925"/>
                </a:lnTo>
                <a:close/>
                <a:moveTo>
                  <a:pt x="390525" y="142875"/>
                </a:moveTo>
                <a:lnTo>
                  <a:pt x="400050" y="142875"/>
                </a:lnTo>
                <a:lnTo>
                  <a:pt x="400050" y="152400"/>
                </a:lnTo>
                <a:lnTo>
                  <a:pt x="390525" y="152400"/>
                </a:lnTo>
                <a:close/>
                <a:moveTo>
                  <a:pt x="1190625" y="142875"/>
                </a:moveTo>
                <a:lnTo>
                  <a:pt x="1219200" y="142875"/>
                </a:lnTo>
                <a:lnTo>
                  <a:pt x="1219200" y="152400"/>
                </a:lnTo>
                <a:lnTo>
                  <a:pt x="1190625" y="152400"/>
                </a:lnTo>
                <a:close/>
                <a:moveTo>
                  <a:pt x="285750" y="152400"/>
                </a:moveTo>
                <a:lnTo>
                  <a:pt x="304800" y="152400"/>
                </a:lnTo>
                <a:lnTo>
                  <a:pt x="304800" y="161925"/>
                </a:lnTo>
                <a:lnTo>
                  <a:pt x="285750" y="161925"/>
                </a:lnTo>
                <a:close/>
                <a:moveTo>
                  <a:pt x="1181100" y="161925"/>
                </a:moveTo>
                <a:lnTo>
                  <a:pt x="1209675" y="161925"/>
                </a:lnTo>
                <a:lnTo>
                  <a:pt x="1209675" y="190500"/>
                </a:lnTo>
                <a:lnTo>
                  <a:pt x="1190625" y="190500"/>
                </a:lnTo>
                <a:lnTo>
                  <a:pt x="1190625" y="200025"/>
                </a:lnTo>
                <a:lnTo>
                  <a:pt x="1162050" y="200025"/>
                </a:lnTo>
                <a:lnTo>
                  <a:pt x="1162050" y="190500"/>
                </a:lnTo>
                <a:lnTo>
                  <a:pt x="1152525" y="190500"/>
                </a:lnTo>
                <a:lnTo>
                  <a:pt x="1152525" y="180975"/>
                </a:lnTo>
                <a:lnTo>
                  <a:pt x="1143000" y="180975"/>
                </a:lnTo>
                <a:lnTo>
                  <a:pt x="1143000" y="171450"/>
                </a:lnTo>
                <a:lnTo>
                  <a:pt x="1181100" y="171450"/>
                </a:lnTo>
                <a:close/>
                <a:moveTo>
                  <a:pt x="457200" y="200025"/>
                </a:moveTo>
                <a:lnTo>
                  <a:pt x="476250" y="200025"/>
                </a:lnTo>
                <a:lnTo>
                  <a:pt x="476250" y="209550"/>
                </a:lnTo>
                <a:lnTo>
                  <a:pt x="495300" y="209550"/>
                </a:lnTo>
                <a:lnTo>
                  <a:pt x="495300" y="200025"/>
                </a:lnTo>
                <a:lnTo>
                  <a:pt x="514350" y="200025"/>
                </a:lnTo>
                <a:lnTo>
                  <a:pt x="514350" y="209550"/>
                </a:lnTo>
                <a:lnTo>
                  <a:pt x="523875" y="209550"/>
                </a:lnTo>
                <a:lnTo>
                  <a:pt x="523875" y="228600"/>
                </a:lnTo>
                <a:lnTo>
                  <a:pt x="542925" y="228600"/>
                </a:lnTo>
                <a:lnTo>
                  <a:pt x="542925" y="257175"/>
                </a:lnTo>
                <a:lnTo>
                  <a:pt x="561975" y="257175"/>
                </a:lnTo>
                <a:lnTo>
                  <a:pt x="561975" y="276225"/>
                </a:lnTo>
                <a:lnTo>
                  <a:pt x="523875" y="276225"/>
                </a:lnTo>
                <a:lnTo>
                  <a:pt x="523875" y="285750"/>
                </a:lnTo>
                <a:lnTo>
                  <a:pt x="495300" y="285750"/>
                </a:lnTo>
                <a:lnTo>
                  <a:pt x="495300" y="276225"/>
                </a:lnTo>
                <a:lnTo>
                  <a:pt x="504825" y="276225"/>
                </a:lnTo>
                <a:lnTo>
                  <a:pt x="504825" y="238125"/>
                </a:lnTo>
                <a:lnTo>
                  <a:pt x="495300" y="238125"/>
                </a:lnTo>
                <a:lnTo>
                  <a:pt x="495300" y="228600"/>
                </a:lnTo>
                <a:lnTo>
                  <a:pt x="428625" y="228600"/>
                </a:lnTo>
                <a:lnTo>
                  <a:pt x="428625" y="238125"/>
                </a:lnTo>
                <a:lnTo>
                  <a:pt x="419100" y="238125"/>
                </a:lnTo>
                <a:lnTo>
                  <a:pt x="419100" y="228600"/>
                </a:lnTo>
                <a:lnTo>
                  <a:pt x="381000" y="228600"/>
                </a:lnTo>
                <a:lnTo>
                  <a:pt x="381000" y="209550"/>
                </a:lnTo>
                <a:lnTo>
                  <a:pt x="457200" y="209550"/>
                </a:lnTo>
                <a:close/>
                <a:moveTo>
                  <a:pt x="1390650" y="200025"/>
                </a:moveTo>
                <a:lnTo>
                  <a:pt x="1438275" y="200025"/>
                </a:lnTo>
                <a:lnTo>
                  <a:pt x="1438275" y="209550"/>
                </a:lnTo>
                <a:lnTo>
                  <a:pt x="1457325" y="209550"/>
                </a:lnTo>
                <a:lnTo>
                  <a:pt x="1457325" y="219075"/>
                </a:lnTo>
                <a:lnTo>
                  <a:pt x="1419225" y="219075"/>
                </a:lnTo>
                <a:lnTo>
                  <a:pt x="1419225" y="228600"/>
                </a:lnTo>
                <a:lnTo>
                  <a:pt x="1400175" y="228600"/>
                </a:lnTo>
                <a:lnTo>
                  <a:pt x="1400175" y="238125"/>
                </a:lnTo>
                <a:lnTo>
                  <a:pt x="1390650" y="238125"/>
                </a:lnTo>
                <a:lnTo>
                  <a:pt x="1390650" y="276225"/>
                </a:lnTo>
                <a:lnTo>
                  <a:pt x="1371600" y="276225"/>
                </a:lnTo>
                <a:lnTo>
                  <a:pt x="1371600" y="266700"/>
                </a:lnTo>
                <a:lnTo>
                  <a:pt x="1362075" y="266700"/>
                </a:lnTo>
                <a:lnTo>
                  <a:pt x="1362075" y="257175"/>
                </a:lnTo>
                <a:lnTo>
                  <a:pt x="1352550" y="257175"/>
                </a:lnTo>
                <a:lnTo>
                  <a:pt x="1352550" y="247650"/>
                </a:lnTo>
                <a:lnTo>
                  <a:pt x="1362075" y="247650"/>
                </a:lnTo>
                <a:lnTo>
                  <a:pt x="1362075" y="228600"/>
                </a:lnTo>
                <a:lnTo>
                  <a:pt x="1371600" y="228600"/>
                </a:lnTo>
                <a:lnTo>
                  <a:pt x="1371600" y="219075"/>
                </a:lnTo>
                <a:lnTo>
                  <a:pt x="1362075" y="219075"/>
                </a:lnTo>
                <a:lnTo>
                  <a:pt x="1362075" y="209550"/>
                </a:lnTo>
                <a:lnTo>
                  <a:pt x="1390650" y="209550"/>
                </a:lnTo>
                <a:close/>
                <a:moveTo>
                  <a:pt x="180975" y="228600"/>
                </a:moveTo>
                <a:lnTo>
                  <a:pt x="200025" y="228600"/>
                </a:lnTo>
                <a:lnTo>
                  <a:pt x="200025" y="238125"/>
                </a:lnTo>
                <a:lnTo>
                  <a:pt x="209550" y="238125"/>
                </a:lnTo>
                <a:lnTo>
                  <a:pt x="209550" y="266700"/>
                </a:lnTo>
                <a:lnTo>
                  <a:pt x="200025" y="266700"/>
                </a:lnTo>
                <a:lnTo>
                  <a:pt x="200025" y="276225"/>
                </a:lnTo>
                <a:lnTo>
                  <a:pt x="180975" y="276225"/>
                </a:lnTo>
                <a:lnTo>
                  <a:pt x="180975" y="304800"/>
                </a:lnTo>
                <a:lnTo>
                  <a:pt x="161925" y="304800"/>
                </a:lnTo>
                <a:lnTo>
                  <a:pt x="161925" y="314325"/>
                </a:lnTo>
                <a:lnTo>
                  <a:pt x="152400" y="314325"/>
                </a:lnTo>
                <a:lnTo>
                  <a:pt x="152400" y="304800"/>
                </a:lnTo>
                <a:lnTo>
                  <a:pt x="142875" y="304800"/>
                </a:lnTo>
                <a:lnTo>
                  <a:pt x="142875" y="285750"/>
                </a:lnTo>
                <a:lnTo>
                  <a:pt x="152400" y="285750"/>
                </a:lnTo>
                <a:lnTo>
                  <a:pt x="152400" y="276225"/>
                </a:lnTo>
                <a:lnTo>
                  <a:pt x="161925" y="276225"/>
                </a:lnTo>
                <a:lnTo>
                  <a:pt x="161925" y="257175"/>
                </a:lnTo>
                <a:lnTo>
                  <a:pt x="171450" y="257175"/>
                </a:lnTo>
                <a:lnTo>
                  <a:pt x="171450" y="238125"/>
                </a:lnTo>
                <a:lnTo>
                  <a:pt x="180975" y="238125"/>
                </a:lnTo>
                <a:close/>
                <a:moveTo>
                  <a:pt x="657225" y="228600"/>
                </a:moveTo>
                <a:lnTo>
                  <a:pt x="666750" y="228600"/>
                </a:lnTo>
                <a:lnTo>
                  <a:pt x="666750" y="247650"/>
                </a:lnTo>
                <a:lnTo>
                  <a:pt x="676275" y="247650"/>
                </a:lnTo>
                <a:lnTo>
                  <a:pt x="676275" y="266700"/>
                </a:lnTo>
                <a:lnTo>
                  <a:pt x="666750" y="266700"/>
                </a:lnTo>
                <a:lnTo>
                  <a:pt x="666750" y="285750"/>
                </a:lnTo>
                <a:lnTo>
                  <a:pt x="638175" y="285750"/>
                </a:lnTo>
                <a:lnTo>
                  <a:pt x="638175" y="276225"/>
                </a:lnTo>
                <a:lnTo>
                  <a:pt x="628650" y="276225"/>
                </a:lnTo>
                <a:lnTo>
                  <a:pt x="628650" y="266700"/>
                </a:lnTo>
                <a:lnTo>
                  <a:pt x="619125" y="266700"/>
                </a:lnTo>
                <a:lnTo>
                  <a:pt x="619125" y="257175"/>
                </a:lnTo>
                <a:lnTo>
                  <a:pt x="638175" y="257175"/>
                </a:lnTo>
                <a:lnTo>
                  <a:pt x="638175" y="238125"/>
                </a:lnTo>
                <a:lnTo>
                  <a:pt x="647700" y="238125"/>
                </a:lnTo>
                <a:lnTo>
                  <a:pt x="647700" y="247650"/>
                </a:lnTo>
                <a:lnTo>
                  <a:pt x="657225" y="247650"/>
                </a:lnTo>
                <a:close/>
                <a:moveTo>
                  <a:pt x="1600200" y="257175"/>
                </a:moveTo>
                <a:lnTo>
                  <a:pt x="1628775" y="257175"/>
                </a:lnTo>
                <a:lnTo>
                  <a:pt x="1628775" y="266700"/>
                </a:lnTo>
                <a:lnTo>
                  <a:pt x="1619250" y="266700"/>
                </a:lnTo>
                <a:lnTo>
                  <a:pt x="1619250" y="276225"/>
                </a:lnTo>
                <a:lnTo>
                  <a:pt x="1609725" y="276225"/>
                </a:lnTo>
                <a:lnTo>
                  <a:pt x="1609725" y="285750"/>
                </a:lnTo>
                <a:lnTo>
                  <a:pt x="1600200" y="285750"/>
                </a:lnTo>
                <a:close/>
                <a:moveTo>
                  <a:pt x="466725" y="276225"/>
                </a:moveTo>
                <a:lnTo>
                  <a:pt x="485775" y="276225"/>
                </a:lnTo>
                <a:lnTo>
                  <a:pt x="485775" y="285750"/>
                </a:lnTo>
                <a:lnTo>
                  <a:pt x="466725" y="285750"/>
                </a:lnTo>
                <a:close/>
                <a:moveTo>
                  <a:pt x="1190625" y="276225"/>
                </a:moveTo>
                <a:lnTo>
                  <a:pt x="1209675" y="276225"/>
                </a:lnTo>
                <a:lnTo>
                  <a:pt x="1209675" y="285750"/>
                </a:lnTo>
                <a:lnTo>
                  <a:pt x="1238250" y="285750"/>
                </a:lnTo>
                <a:lnTo>
                  <a:pt x="1238250" y="295275"/>
                </a:lnTo>
                <a:lnTo>
                  <a:pt x="1257300" y="295275"/>
                </a:lnTo>
                <a:lnTo>
                  <a:pt x="1257300" y="285750"/>
                </a:lnTo>
                <a:lnTo>
                  <a:pt x="1266825" y="285750"/>
                </a:lnTo>
                <a:lnTo>
                  <a:pt x="1266825" y="276225"/>
                </a:lnTo>
                <a:lnTo>
                  <a:pt x="1285875" y="276225"/>
                </a:lnTo>
                <a:lnTo>
                  <a:pt x="1285875" y="295275"/>
                </a:lnTo>
                <a:lnTo>
                  <a:pt x="1314450" y="295275"/>
                </a:lnTo>
                <a:lnTo>
                  <a:pt x="1314450" y="285750"/>
                </a:lnTo>
                <a:lnTo>
                  <a:pt x="1333500" y="285750"/>
                </a:lnTo>
                <a:lnTo>
                  <a:pt x="1333500" y="304800"/>
                </a:lnTo>
                <a:lnTo>
                  <a:pt x="1276350" y="304800"/>
                </a:lnTo>
                <a:lnTo>
                  <a:pt x="1276350" y="323850"/>
                </a:lnTo>
                <a:lnTo>
                  <a:pt x="1266825" y="323850"/>
                </a:lnTo>
                <a:lnTo>
                  <a:pt x="1266825" y="314325"/>
                </a:lnTo>
                <a:lnTo>
                  <a:pt x="1238250" y="314325"/>
                </a:lnTo>
                <a:lnTo>
                  <a:pt x="1238250" y="323850"/>
                </a:lnTo>
                <a:lnTo>
                  <a:pt x="1228725" y="323850"/>
                </a:lnTo>
                <a:lnTo>
                  <a:pt x="1228725" y="333375"/>
                </a:lnTo>
                <a:lnTo>
                  <a:pt x="1219200" y="333375"/>
                </a:lnTo>
                <a:lnTo>
                  <a:pt x="1219200" y="342900"/>
                </a:lnTo>
                <a:lnTo>
                  <a:pt x="1190625" y="342900"/>
                </a:lnTo>
                <a:lnTo>
                  <a:pt x="1190625" y="323850"/>
                </a:lnTo>
                <a:lnTo>
                  <a:pt x="1181100" y="323850"/>
                </a:lnTo>
                <a:lnTo>
                  <a:pt x="1181100" y="285750"/>
                </a:lnTo>
                <a:lnTo>
                  <a:pt x="1190625" y="285750"/>
                </a:lnTo>
                <a:close/>
                <a:moveTo>
                  <a:pt x="1590675" y="285750"/>
                </a:moveTo>
                <a:lnTo>
                  <a:pt x="1600200" y="285750"/>
                </a:lnTo>
                <a:lnTo>
                  <a:pt x="1600200" y="295275"/>
                </a:lnTo>
                <a:lnTo>
                  <a:pt x="1590675" y="295275"/>
                </a:lnTo>
                <a:close/>
                <a:moveTo>
                  <a:pt x="781050" y="333375"/>
                </a:moveTo>
                <a:lnTo>
                  <a:pt x="857250" y="333375"/>
                </a:lnTo>
                <a:lnTo>
                  <a:pt x="857250" y="352425"/>
                </a:lnTo>
                <a:lnTo>
                  <a:pt x="781050" y="352425"/>
                </a:lnTo>
                <a:close/>
                <a:moveTo>
                  <a:pt x="990600" y="333375"/>
                </a:moveTo>
                <a:lnTo>
                  <a:pt x="1019175" y="333375"/>
                </a:lnTo>
                <a:lnTo>
                  <a:pt x="1019175" y="352425"/>
                </a:lnTo>
                <a:lnTo>
                  <a:pt x="990600" y="352425"/>
                </a:lnTo>
                <a:close/>
                <a:moveTo>
                  <a:pt x="1247775" y="333375"/>
                </a:moveTo>
                <a:lnTo>
                  <a:pt x="1257300" y="333375"/>
                </a:lnTo>
                <a:lnTo>
                  <a:pt x="1257300" y="352425"/>
                </a:lnTo>
                <a:lnTo>
                  <a:pt x="1247775" y="352425"/>
                </a:lnTo>
                <a:close/>
                <a:moveTo>
                  <a:pt x="742950" y="342900"/>
                </a:moveTo>
                <a:lnTo>
                  <a:pt x="771525" y="342900"/>
                </a:lnTo>
                <a:lnTo>
                  <a:pt x="771525" y="352425"/>
                </a:lnTo>
                <a:lnTo>
                  <a:pt x="742950" y="352425"/>
                </a:lnTo>
                <a:close/>
                <a:moveTo>
                  <a:pt x="238125" y="381000"/>
                </a:moveTo>
                <a:lnTo>
                  <a:pt x="314325" y="381000"/>
                </a:lnTo>
                <a:lnTo>
                  <a:pt x="314325" y="390525"/>
                </a:lnTo>
                <a:lnTo>
                  <a:pt x="323850" y="390525"/>
                </a:lnTo>
                <a:lnTo>
                  <a:pt x="323850" y="400050"/>
                </a:lnTo>
                <a:lnTo>
                  <a:pt x="333375" y="400050"/>
                </a:lnTo>
                <a:lnTo>
                  <a:pt x="333375" y="409575"/>
                </a:lnTo>
                <a:lnTo>
                  <a:pt x="342900" y="409575"/>
                </a:lnTo>
                <a:lnTo>
                  <a:pt x="342900" y="419100"/>
                </a:lnTo>
                <a:lnTo>
                  <a:pt x="352425" y="419100"/>
                </a:lnTo>
                <a:lnTo>
                  <a:pt x="352425" y="438150"/>
                </a:lnTo>
                <a:lnTo>
                  <a:pt x="361950" y="438150"/>
                </a:lnTo>
                <a:lnTo>
                  <a:pt x="361950" y="495300"/>
                </a:lnTo>
                <a:lnTo>
                  <a:pt x="352425" y="495300"/>
                </a:lnTo>
                <a:lnTo>
                  <a:pt x="352425" y="514350"/>
                </a:lnTo>
                <a:lnTo>
                  <a:pt x="342900" y="514350"/>
                </a:lnTo>
                <a:lnTo>
                  <a:pt x="342900" y="533400"/>
                </a:lnTo>
                <a:lnTo>
                  <a:pt x="333375" y="533400"/>
                </a:lnTo>
                <a:lnTo>
                  <a:pt x="333375" y="542925"/>
                </a:lnTo>
                <a:lnTo>
                  <a:pt x="314325" y="542925"/>
                </a:lnTo>
                <a:lnTo>
                  <a:pt x="314325" y="552450"/>
                </a:lnTo>
                <a:lnTo>
                  <a:pt x="276225" y="552450"/>
                </a:lnTo>
                <a:lnTo>
                  <a:pt x="276225" y="561975"/>
                </a:lnTo>
                <a:lnTo>
                  <a:pt x="266700" y="561975"/>
                </a:lnTo>
                <a:lnTo>
                  <a:pt x="266700" y="552450"/>
                </a:lnTo>
                <a:lnTo>
                  <a:pt x="228600" y="552450"/>
                </a:lnTo>
                <a:lnTo>
                  <a:pt x="228600" y="542925"/>
                </a:lnTo>
                <a:lnTo>
                  <a:pt x="219075" y="542925"/>
                </a:lnTo>
                <a:lnTo>
                  <a:pt x="219075" y="533400"/>
                </a:lnTo>
                <a:lnTo>
                  <a:pt x="209550" y="533400"/>
                </a:lnTo>
                <a:lnTo>
                  <a:pt x="209550" y="523875"/>
                </a:lnTo>
                <a:lnTo>
                  <a:pt x="200025" y="523875"/>
                </a:lnTo>
                <a:lnTo>
                  <a:pt x="200025" y="514350"/>
                </a:lnTo>
                <a:lnTo>
                  <a:pt x="190500" y="514350"/>
                </a:lnTo>
                <a:lnTo>
                  <a:pt x="190500" y="485775"/>
                </a:lnTo>
                <a:lnTo>
                  <a:pt x="180975" y="485775"/>
                </a:lnTo>
                <a:lnTo>
                  <a:pt x="180975" y="466725"/>
                </a:lnTo>
                <a:lnTo>
                  <a:pt x="190500" y="466725"/>
                </a:lnTo>
                <a:lnTo>
                  <a:pt x="190500" y="428625"/>
                </a:lnTo>
                <a:lnTo>
                  <a:pt x="200025" y="428625"/>
                </a:lnTo>
                <a:lnTo>
                  <a:pt x="200025" y="409575"/>
                </a:lnTo>
                <a:lnTo>
                  <a:pt x="209550" y="409575"/>
                </a:lnTo>
                <a:lnTo>
                  <a:pt x="209550" y="400050"/>
                </a:lnTo>
                <a:lnTo>
                  <a:pt x="219075" y="400050"/>
                </a:lnTo>
                <a:lnTo>
                  <a:pt x="219075" y="390525"/>
                </a:lnTo>
                <a:lnTo>
                  <a:pt x="238125" y="390525"/>
                </a:lnTo>
                <a:close/>
                <a:moveTo>
                  <a:pt x="1590675" y="381000"/>
                </a:moveTo>
                <a:lnTo>
                  <a:pt x="1600200" y="381000"/>
                </a:lnTo>
                <a:lnTo>
                  <a:pt x="1600200" y="409575"/>
                </a:lnTo>
                <a:lnTo>
                  <a:pt x="1590675" y="409575"/>
                </a:lnTo>
                <a:close/>
                <a:moveTo>
                  <a:pt x="1666875" y="409575"/>
                </a:moveTo>
                <a:lnTo>
                  <a:pt x="1676400" y="409575"/>
                </a:lnTo>
                <a:lnTo>
                  <a:pt x="1676400" y="428625"/>
                </a:lnTo>
                <a:lnTo>
                  <a:pt x="1666875" y="428625"/>
                </a:lnTo>
                <a:close/>
                <a:moveTo>
                  <a:pt x="904875" y="419100"/>
                </a:moveTo>
                <a:lnTo>
                  <a:pt x="942975" y="419100"/>
                </a:lnTo>
                <a:lnTo>
                  <a:pt x="942975" y="447675"/>
                </a:lnTo>
                <a:lnTo>
                  <a:pt x="933450" y="447675"/>
                </a:lnTo>
                <a:lnTo>
                  <a:pt x="933450" y="457200"/>
                </a:lnTo>
                <a:lnTo>
                  <a:pt x="923925" y="457200"/>
                </a:lnTo>
                <a:lnTo>
                  <a:pt x="923925" y="447675"/>
                </a:lnTo>
                <a:lnTo>
                  <a:pt x="904875" y="447675"/>
                </a:lnTo>
                <a:lnTo>
                  <a:pt x="904875" y="457200"/>
                </a:lnTo>
                <a:lnTo>
                  <a:pt x="895350" y="457200"/>
                </a:lnTo>
                <a:lnTo>
                  <a:pt x="895350" y="447675"/>
                </a:lnTo>
                <a:lnTo>
                  <a:pt x="885825" y="447675"/>
                </a:lnTo>
                <a:lnTo>
                  <a:pt x="885825" y="428625"/>
                </a:lnTo>
                <a:lnTo>
                  <a:pt x="904875" y="428625"/>
                </a:lnTo>
                <a:close/>
                <a:moveTo>
                  <a:pt x="1095375" y="438150"/>
                </a:moveTo>
                <a:lnTo>
                  <a:pt x="1104900" y="438150"/>
                </a:lnTo>
                <a:lnTo>
                  <a:pt x="1104900" y="457200"/>
                </a:lnTo>
                <a:lnTo>
                  <a:pt x="1095375" y="457200"/>
                </a:lnTo>
                <a:close/>
                <a:moveTo>
                  <a:pt x="285750" y="447675"/>
                </a:moveTo>
                <a:lnTo>
                  <a:pt x="295275" y="447675"/>
                </a:lnTo>
                <a:lnTo>
                  <a:pt x="295275" y="438150"/>
                </a:lnTo>
                <a:lnTo>
                  <a:pt x="285750" y="438150"/>
                </a:lnTo>
                <a:lnTo>
                  <a:pt x="285750" y="428625"/>
                </a:lnTo>
                <a:lnTo>
                  <a:pt x="276225" y="428625"/>
                </a:lnTo>
                <a:lnTo>
                  <a:pt x="276225" y="438150"/>
                </a:lnTo>
                <a:lnTo>
                  <a:pt x="266700" y="438150"/>
                </a:lnTo>
                <a:lnTo>
                  <a:pt x="266700" y="447675"/>
                </a:lnTo>
                <a:lnTo>
                  <a:pt x="257175" y="447675"/>
                </a:lnTo>
                <a:lnTo>
                  <a:pt x="257175" y="457200"/>
                </a:lnTo>
                <a:lnTo>
                  <a:pt x="247650" y="457200"/>
                </a:lnTo>
                <a:lnTo>
                  <a:pt x="247650" y="485775"/>
                </a:lnTo>
                <a:lnTo>
                  <a:pt x="257175" y="485775"/>
                </a:lnTo>
                <a:lnTo>
                  <a:pt x="257175" y="495300"/>
                </a:lnTo>
                <a:lnTo>
                  <a:pt x="266700" y="495300"/>
                </a:lnTo>
                <a:lnTo>
                  <a:pt x="266700" y="504825"/>
                </a:lnTo>
                <a:lnTo>
                  <a:pt x="276225" y="504825"/>
                </a:lnTo>
                <a:lnTo>
                  <a:pt x="276225" y="514350"/>
                </a:lnTo>
                <a:lnTo>
                  <a:pt x="285750" y="514350"/>
                </a:lnTo>
                <a:lnTo>
                  <a:pt x="285750" y="504825"/>
                </a:lnTo>
                <a:lnTo>
                  <a:pt x="295275" y="504825"/>
                </a:lnTo>
                <a:lnTo>
                  <a:pt x="295275" y="495300"/>
                </a:lnTo>
                <a:lnTo>
                  <a:pt x="285750" y="495300"/>
                </a:lnTo>
                <a:lnTo>
                  <a:pt x="285750" y="485775"/>
                </a:lnTo>
                <a:lnTo>
                  <a:pt x="276225" y="485775"/>
                </a:lnTo>
                <a:lnTo>
                  <a:pt x="276225" y="457200"/>
                </a:lnTo>
                <a:lnTo>
                  <a:pt x="285750" y="457200"/>
                </a:lnTo>
                <a:close/>
                <a:moveTo>
                  <a:pt x="1171575" y="476250"/>
                </a:moveTo>
                <a:lnTo>
                  <a:pt x="1181100" y="476250"/>
                </a:lnTo>
                <a:lnTo>
                  <a:pt x="1181100" y="485775"/>
                </a:lnTo>
                <a:lnTo>
                  <a:pt x="1171575" y="485775"/>
                </a:lnTo>
                <a:close/>
                <a:moveTo>
                  <a:pt x="123825" y="485775"/>
                </a:moveTo>
                <a:lnTo>
                  <a:pt x="142875" y="485775"/>
                </a:lnTo>
                <a:lnTo>
                  <a:pt x="142875" y="495300"/>
                </a:lnTo>
                <a:lnTo>
                  <a:pt x="123825" y="495300"/>
                </a:lnTo>
                <a:close/>
                <a:moveTo>
                  <a:pt x="952500" y="504825"/>
                </a:moveTo>
                <a:lnTo>
                  <a:pt x="981075" y="504825"/>
                </a:lnTo>
                <a:lnTo>
                  <a:pt x="981075" y="523875"/>
                </a:lnTo>
                <a:lnTo>
                  <a:pt x="952500" y="523875"/>
                </a:lnTo>
                <a:close/>
                <a:moveTo>
                  <a:pt x="1009650" y="504825"/>
                </a:moveTo>
                <a:lnTo>
                  <a:pt x="1057275" y="504825"/>
                </a:lnTo>
                <a:lnTo>
                  <a:pt x="1057275" y="514350"/>
                </a:lnTo>
                <a:lnTo>
                  <a:pt x="1066800" y="514350"/>
                </a:lnTo>
                <a:lnTo>
                  <a:pt x="1066800" y="504825"/>
                </a:lnTo>
                <a:lnTo>
                  <a:pt x="1076325" y="504825"/>
                </a:lnTo>
                <a:lnTo>
                  <a:pt x="1076325" y="514350"/>
                </a:lnTo>
                <a:lnTo>
                  <a:pt x="1085850" y="514350"/>
                </a:lnTo>
                <a:lnTo>
                  <a:pt x="1085850" y="504825"/>
                </a:lnTo>
                <a:lnTo>
                  <a:pt x="1123950" y="504825"/>
                </a:lnTo>
                <a:lnTo>
                  <a:pt x="1123950" y="514350"/>
                </a:lnTo>
                <a:lnTo>
                  <a:pt x="1143000" y="514350"/>
                </a:lnTo>
                <a:lnTo>
                  <a:pt x="1143000" y="523875"/>
                </a:lnTo>
                <a:lnTo>
                  <a:pt x="1123950" y="523875"/>
                </a:lnTo>
                <a:lnTo>
                  <a:pt x="1123950" y="533400"/>
                </a:lnTo>
                <a:lnTo>
                  <a:pt x="1000125" y="533400"/>
                </a:lnTo>
                <a:lnTo>
                  <a:pt x="1000125" y="523875"/>
                </a:lnTo>
                <a:lnTo>
                  <a:pt x="1009650" y="523875"/>
                </a:lnTo>
                <a:close/>
                <a:moveTo>
                  <a:pt x="1009650" y="552450"/>
                </a:moveTo>
                <a:lnTo>
                  <a:pt x="1019175" y="552450"/>
                </a:lnTo>
                <a:lnTo>
                  <a:pt x="1019175" y="561975"/>
                </a:lnTo>
                <a:lnTo>
                  <a:pt x="1028700" y="561975"/>
                </a:lnTo>
                <a:lnTo>
                  <a:pt x="1028700" y="552450"/>
                </a:lnTo>
                <a:lnTo>
                  <a:pt x="1038225" y="552450"/>
                </a:lnTo>
                <a:lnTo>
                  <a:pt x="1038225" y="581025"/>
                </a:lnTo>
                <a:lnTo>
                  <a:pt x="1028700" y="581025"/>
                </a:lnTo>
                <a:lnTo>
                  <a:pt x="1028700" y="571500"/>
                </a:lnTo>
                <a:lnTo>
                  <a:pt x="1009650" y="571500"/>
                </a:lnTo>
                <a:close/>
                <a:moveTo>
                  <a:pt x="1057275" y="590550"/>
                </a:moveTo>
                <a:lnTo>
                  <a:pt x="1066800" y="590550"/>
                </a:lnTo>
                <a:lnTo>
                  <a:pt x="1066800" y="619125"/>
                </a:lnTo>
                <a:lnTo>
                  <a:pt x="1057275" y="619125"/>
                </a:lnTo>
                <a:lnTo>
                  <a:pt x="1057275" y="609600"/>
                </a:lnTo>
                <a:lnTo>
                  <a:pt x="1047750" y="609600"/>
                </a:lnTo>
                <a:lnTo>
                  <a:pt x="1047750" y="600075"/>
                </a:lnTo>
                <a:lnTo>
                  <a:pt x="1057275" y="600075"/>
                </a:lnTo>
                <a:close/>
                <a:moveTo>
                  <a:pt x="1181100" y="590550"/>
                </a:moveTo>
                <a:lnTo>
                  <a:pt x="1200150" y="590550"/>
                </a:lnTo>
                <a:lnTo>
                  <a:pt x="1200150" y="600075"/>
                </a:lnTo>
                <a:lnTo>
                  <a:pt x="1209675" y="600075"/>
                </a:lnTo>
                <a:lnTo>
                  <a:pt x="1209675" y="609600"/>
                </a:lnTo>
                <a:lnTo>
                  <a:pt x="1219200" y="609600"/>
                </a:lnTo>
                <a:lnTo>
                  <a:pt x="1219200" y="628650"/>
                </a:lnTo>
                <a:lnTo>
                  <a:pt x="1200150" y="628650"/>
                </a:lnTo>
                <a:lnTo>
                  <a:pt x="1200150" y="619125"/>
                </a:lnTo>
                <a:lnTo>
                  <a:pt x="1190625" y="619125"/>
                </a:lnTo>
                <a:lnTo>
                  <a:pt x="1190625" y="609600"/>
                </a:lnTo>
                <a:lnTo>
                  <a:pt x="1181100" y="609600"/>
                </a:lnTo>
                <a:close/>
                <a:moveTo>
                  <a:pt x="866775" y="638175"/>
                </a:moveTo>
                <a:lnTo>
                  <a:pt x="885825" y="638175"/>
                </a:lnTo>
                <a:lnTo>
                  <a:pt x="885825" y="647700"/>
                </a:lnTo>
                <a:lnTo>
                  <a:pt x="895350" y="647700"/>
                </a:lnTo>
                <a:lnTo>
                  <a:pt x="895350" y="657225"/>
                </a:lnTo>
                <a:lnTo>
                  <a:pt x="923925" y="657225"/>
                </a:lnTo>
                <a:lnTo>
                  <a:pt x="923925" y="647700"/>
                </a:lnTo>
                <a:lnTo>
                  <a:pt x="952500" y="647700"/>
                </a:lnTo>
                <a:lnTo>
                  <a:pt x="952500" y="666750"/>
                </a:lnTo>
                <a:lnTo>
                  <a:pt x="971550" y="666750"/>
                </a:lnTo>
                <a:lnTo>
                  <a:pt x="971550" y="695325"/>
                </a:lnTo>
                <a:lnTo>
                  <a:pt x="981075" y="695325"/>
                </a:lnTo>
                <a:lnTo>
                  <a:pt x="981075" y="714375"/>
                </a:lnTo>
                <a:lnTo>
                  <a:pt x="895350" y="714375"/>
                </a:lnTo>
                <a:lnTo>
                  <a:pt x="895350" y="704850"/>
                </a:lnTo>
                <a:lnTo>
                  <a:pt x="866775" y="704850"/>
                </a:lnTo>
                <a:lnTo>
                  <a:pt x="866775" y="714375"/>
                </a:lnTo>
                <a:lnTo>
                  <a:pt x="838200" y="714375"/>
                </a:lnTo>
                <a:lnTo>
                  <a:pt x="838200" y="685800"/>
                </a:lnTo>
                <a:lnTo>
                  <a:pt x="847725" y="685800"/>
                </a:lnTo>
                <a:lnTo>
                  <a:pt x="847725" y="666750"/>
                </a:lnTo>
                <a:lnTo>
                  <a:pt x="838200" y="666750"/>
                </a:lnTo>
                <a:lnTo>
                  <a:pt x="838200" y="657225"/>
                </a:lnTo>
                <a:lnTo>
                  <a:pt x="828675" y="657225"/>
                </a:lnTo>
                <a:lnTo>
                  <a:pt x="828675" y="647700"/>
                </a:lnTo>
                <a:lnTo>
                  <a:pt x="838200" y="647700"/>
                </a:lnTo>
                <a:lnTo>
                  <a:pt x="838200" y="657225"/>
                </a:lnTo>
                <a:lnTo>
                  <a:pt x="866775" y="657225"/>
                </a:lnTo>
                <a:close/>
                <a:moveTo>
                  <a:pt x="1619250" y="647700"/>
                </a:moveTo>
                <a:lnTo>
                  <a:pt x="1628775" y="647700"/>
                </a:lnTo>
                <a:lnTo>
                  <a:pt x="1628775" y="666750"/>
                </a:lnTo>
                <a:lnTo>
                  <a:pt x="1619250" y="666750"/>
                </a:lnTo>
                <a:close/>
                <a:moveTo>
                  <a:pt x="1162050" y="657225"/>
                </a:moveTo>
                <a:lnTo>
                  <a:pt x="1171575" y="657225"/>
                </a:lnTo>
                <a:lnTo>
                  <a:pt x="1171575" y="685800"/>
                </a:lnTo>
                <a:lnTo>
                  <a:pt x="1162050" y="685800"/>
                </a:lnTo>
                <a:close/>
                <a:moveTo>
                  <a:pt x="781050" y="666750"/>
                </a:moveTo>
                <a:lnTo>
                  <a:pt x="819150" y="666750"/>
                </a:lnTo>
                <a:lnTo>
                  <a:pt x="819150" y="685800"/>
                </a:lnTo>
                <a:lnTo>
                  <a:pt x="828675" y="685800"/>
                </a:lnTo>
                <a:lnTo>
                  <a:pt x="828675" y="695325"/>
                </a:lnTo>
                <a:lnTo>
                  <a:pt x="819150" y="695325"/>
                </a:lnTo>
                <a:lnTo>
                  <a:pt x="819150" y="704850"/>
                </a:lnTo>
                <a:lnTo>
                  <a:pt x="809625" y="704850"/>
                </a:lnTo>
                <a:lnTo>
                  <a:pt x="809625" y="714375"/>
                </a:lnTo>
                <a:lnTo>
                  <a:pt x="800100" y="714375"/>
                </a:lnTo>
                <a:lnTo>
                  <a:pt x="800100" y="704850"/>
                </a:lnTo>
                <a:lnTo>
                  <a:pt x="790575" y="704850"/>
                </a:lnTo>
                <a:lnTo>
                  <a:pt x="790575" y="714375"/>
                </a:lnTo>
                <a:lnTo>
                  <a:pt x="781050" y="714375"/>
                </a:lnTo>
                <a:lnTo>
                  <a:pt x="781050" y="704850"/>
                </a:lnTo>
                <a:lnTo>
                  <a:pt x="771525" y="704850"/>
                </a:lnTo>
                <a:lnTo>
                  <a:pt x="771525" y="695325"/>
                </a:lnTo>
                <a:lnTo>
                  <a:pt x="762000" y="695325"/>
                </a:lnTo>
                <a:lnTo>
                  <a:pt x="762000" y="685800"/>
                </a:lnTo>
                <a:lnTo>
                  <a:pt x="771525" y="685800"/>
                </a:lnTo>
                <a:lnTo>
                  <a:pt x="771525" y="676275"/>
                </a:lnTo>
                <a:lnTo>
                  <a:pt x="781050" y="676275"/>
                </a:lnTo>
                <a:close/>
                <a:moveTo>
                  <a:pt x="981075" y="666750"/>
                </a:moveTo>
                <a:lnTo>
                  <a:pt x="1009650" y="666750"/>
                </a:lnTo>
                <a:lnTo>
                  <a:pt x="1009650" y="695325"/>
                </a:lnTo>
                <a:lnTo>
                  <a:pt x="1028700" y="695325"/>
                </a:lnTo>
                <a:lnTo>
                  <a:pt x="1028700" y="704850"/>
                </a:lnTo>
                <a:lnTo>
                  <a:pt x="1019175" y="704850"/>
                </a:lnTo>
                <a:lnTo>
                  <a:pt x="1019175" y="714375"/>
                </a:lnTo>
                <a:lnTo>
                  <a:pt x="1000125" y="714375"/>
                </a:lnTo>
                <a:lnTo>
                  <a:pt x="1000125" y="704850"/>
                </a:lnTo>
                <a:lnTo>
                  <a:pt x="990600" y="704850"/>
                </a:lnTo>
                <a:lnTo>
                  <a:pt x="990600" y="695325"/>
                </a:lnTo>
                <a:lnTo>
                  <a:pt x="1000125" y="695325"/>
                </a:lnTo>
                <a:lnTo>
                  <a:pt x="1000125" y="685800"/>
                </a:lnTo>
                <a:lnTo>
                  <a:pt x="990600" y="685800"/>
                </a:lnTo>
                <a:lnTo>
                  <a:pt x="990600" y="676275"/>
                </a:lnTo>
                <a:lnTo>
                  <a:pt x="981075" y="676275"/>
                </a:lnTo>
                <a:close/>
                <a:moveTo>
                  <a:pt x="552450" y="704850"/>
                </a:moveTo>
                <a:lnTo>
                  <a:pt x="561975" y="704850"/>
                </a:lnTo>
                <a:lnTo>
                  <a:pt x="561975" y="714375"/>
                </a:lnTo>
                <a:lnTo>
                  <a:pt x="590550" y="714375"/>
                </a:lnTo>
                <a:lnTo>
                  <a:pt x="590550" y="704850"/>
                </a:lnTo>
                <a:lnTo>
                  <a:pt x="600075" y="704850"/>
                </a:lnTo>
                <a:lnTo>
                  <a:pt x="600075" y="733425"/>
                </a:lnTo>
                <a:lnTo>
                  <a:pt x="590550" y="733425"/>
                </a:lnTo>
                <a:lnTo>
                  <a:pt x="590550" y="723900"/>
                </a:lnTo>
                <a:lnTo>
                  <a:pt x="581025" y="723900"/>
                </a:lnTo>
                <a:lnTo>
                  <a:pt x="581025" y="733425"/>
                </a:lnTo>
                <a:lnTo>
                  <a:pt x="590550" y="733425"/>
                </a:lnTo>
                <a:lnTo>
                  <a:pt x="590550" y="762000"/>
                </a:lnTo>
                <a:lnTo>
                  <a:pt x="581025" y="762000"/>
                </a:lnTo>
                <a:lnTo>
                  <a:pt x="581025" y="752475"/>
                </a:lnTo>
                <a:lnTo>
                  <a:pt x="552450" y="752475"/>
                </a:lnTo>
                <a:lnTo>
                  <a:pt x="552450" y="742950"/>
                </a:lnTo>
                <a:lnTo>
                  <a:pt x="542925" y="742950"/>
                </a:lnTo>
                <a:lnTo>
                  <a:pt x="542925" y="714375"/>
                </a:lnTo>
                <a:lnTo>
                  <a:pt x="552450" y="714375"/>
                </a:lnTo>
                <a:close/>
                <a:moveTo>
                  <a:pt x="133350" y="714375"/>
                </a:moveTo>
                <a:lnTo>
                  <a:pt x="142875" y="714375"/>
                </a:lnTo>
                <a:lnTo>
                  <a:pt x="142875" y="742950"/>
                </a:lnTo>
                <a:lnTo>
                  <a:pt x="133350" y="742950"/>
                </a:lnTo>
                <a:close/>
                <a:moveTo>
                  <a:pt x="190500" y="714375"/>
                </a:moveTo>
                <a:lnTo>
                  <a:pt x="200025" y="714375"/>
                </a:lnTo>
                <a:lnTo>
                  <a:pt x="200025" y="723900"/>
                </a:lnTo>
                <a:lnTo>
                  <a:pt x="190500" y="723900"/>
                </a:lnTo>
                <a:close/>
                <a:moveTo>
                  <a:pt x="238125" y="733425"/>
                </a:moveTo>
                <a:lnTo>
                  <a:pt x="257175" y="733425"/>
                </a:lnTo>
                <a:lnTo>
                  <a:pt x="257175" y="742950"/>
                </a:lnTo>
                <a:lnTo>
                  <a:pt x="238125" y="742950"/>
                </a:lnTo>
                <a:close/>
                <a:moveTo>
                  <a:pt x="657225" y="733425"/>
                </a:moveTo>
                <a:lnTo>
                  <a:pt x="685800" y="733425"/>
                </a:lnTo>
                <a:lnTo>
                  <a:pt x="685800" y="742950"/>
                </a:lnTo>
                <a:lnTo>
                  <a:pt x="676275" y="742950"/>
                </a:lnTo>
                <a:lnTo>
                  <a:pt x="676275" y="752475"/>
                </a:lnTo>
                <a:lnTo>
                  <a:pt x="666750" y="752475"/>
                </a:lnTo>
                <a:lnTo>
                  <a:pt x="666750" y="762000"/>
                </a:lnTo>
                <a:lnTo>
                  <a:pt x="638175" y="762000"/>
                </a:lnTo>
                <a:lnTo>
                  <a:pt x="638175" y="752475"/>
                </a:lnTo>
                <a:lnTo>
                  <a:pt x="647700" y="752475"/>
                </a:lnTo>
                <a:lnTo>
                  <a:pt x="647700" y="742950"/>
                </a:lnTo>
                <a:lnTo>
                  <a:pt x="657225" y="742950"/>
                </a:lnTo>
                <a:close/>
                <a:moveTo>
                  <a:pt x="885825" y="733425"/>
                </a:moveTo>
                <a:lnTo>
                  <a:pt x="933450" y="733425"/>
                </a:lnTo>
                <a:lnTo>
                  <a:pt x="933450" y="752475"/>
                </a:lnTo>
                <a:lnTo>
                  <a:pt x="885825" y="752475"/>
                </a:lnTo>
                <a:close/>
                <a:moveTo>
                  <a:pt x="495300" y="742950"/>
                </a:moveTo>
                <a:lnTo>
                  <a:pt x="504825" y="742950"/>
                </a:lnTo>
                <a:lnTo>
                  <a:pt x="504825" y="752475"/>
                </a:lnTo>
                <a:lnTo>
                  <a:pt x="495300" y="752475"/>
                </a:lnTo>
                <a:close/>
                <a:moveTo>
                  <a:pt x="190500" y="752475"/>
                </a:moveTo>
                <a:lnTo>
                  <a:pt x="200025" y="752475"/>
                </a:lnTo>
                <a:lnTo>
                  <a:pt x="200025" y="781050"/>
                </a:lnTo>
                <a:lnTo>
                  <a:pt x="180975" y="781050"/>
                </a:lnTo>
                <a:lnTo>
                  <a:pt x="180975" y="762000"/>
                </a:lnTo>
                <a:lnTo>
                  <a:pt x="190500" y="762000"/>
                </a:lnTo>
                <a:close/>
                <a:moveTo>
                  <a:pt x="838200" y="781050"/>
                </a:moveTo>
                <a:lnTo>
                  <a:pt x="847725" y="781050"/>
                </a:lnTo>
                <a:lnTo>
                  <a:pt x="847725" y="809625"/>
                </a:lnTo>
                <a:lnTo>
                  <a:pt x="838200" y="809625"/>
                </a:lnTo>
                <a:close/>
                <a:moveTo>
                  <a:pt x="857250" y="800100"/>
                </a:moveTo>
                <a:lnTo>
                  <a:pt x="866775" y="800100"/>
                </a:lnTo>
                <a:lnTo>
                  <a:pt x="866775" y="809625"/>
                </a:lnTo>
                <a:lnTo>
                  <a:pt x="857250" y="809625"/>
                </a:lnTo>
                <a:close/>
                <a:moveTo>
                  <a:pt x="219075" y="809625"/>
                </a:moveTo>
                <a:lnTo>
                  <a:pt x="228600" y="809625"/>
                </a:lnTo>
                <a:lnTo>
                  <a:pt x="228600" y="819150"/>
                </a:lnTo>
                <a:lnTo>
                  <a:pt x="219075" y="819150"/>
                </a:lnTo>
                <a:close/>
                <a:moveTo>
                  <a:pt x="133350" y="819150"/>
                </a:moveTo>
                <a:lnTo>
                  <a:pt x="152400" y="819150"/>
                </a:lnTo>
                <a:lnTo>
                  <a:pt x="152400" y="847725"/>
                </a:lnTo>
                <a:lnTo>
                  <a:pt x="133350" y="847725"/>
                </a:lnTo>
                <a:close/>
                <a:moveTo>
                  <a:pt x="133350" y="952500"/>
                </a:moveTo>
                <a:lnTo>
                  <a:pt x="142875" y="952500"/>
                </a:lnTo>
                <a:lnTo>
                  <a:pt x="142875" y="962025"/>
                </a:lnTo>
                <a:lnTo>
                  <a:pt x="152400" y="962025"/>
                </a:lnTo>
                <a:lnTo>
                  <a:pt x="152400" y="981075"/>
                </a:lnTo>
                <a:lnTo>
                  <a:pt x="142875" y="981075"/>
                </a:lnTo>
                <a:lnTo>
                  <a:pt x="142875" y="1009650"/>
                </a:lnTo>
                <a:lnTo>
                  <a:pt x="152400" y="1009650"/>
                </a:lnTo>
                <a:lnTo>
                  <a:pt x="152400" y="1038225"/>
                </a:lnTo>
                <a:lnTo>
                  <a:pt x="161925" y="1038225"/>
                </a:lnTo>
                <a:lnTo>
                  <a:pt x="161925" y="1057275"/>
                </a:lnTo>
                <a:lnTo>
                  <a:pt x="152400" y="1057275"/>
                </a:lnTo>
                <a:lnTo>
                  <a:pt x="152400" y="1066800"/>
                </a:lnTo>
                <a:lnTo>
                  <a:pt x="133350" y="1066800"/>
                </a:lnTo>
                <a:lnTo>
                  <a:pt x="133350" y="990600"/>
                </a:lnTo>
                <a:lnTo>
                  <a:pt x="123825" y="990600"/>
                </a:lnTo>
                <a:lnTo>
                  <a:pt x="123825" y="971550"/>
                </a:lnTo>
                <a:lnTo>
                  <a:pt x="133350" y="971550"/>
                </a:lnTo>
                <a:close/>
                <a:moveTo>
                  <a:pt x="190500" y="981075"/>
                </a:moveTo>
                <a:lnTo>
                  <a:pt x="209550" y="981075"/>
                </a:lnTo>
                <a:lnTo>
                  <a:pt x="209550" y="990600"/>
                </a:lnTo>
                <a:lnTo>
                  <a:pt x="219075" y="990600"/>
                </a:lnTo>
                <a:lnTo>
                  <a:pt x="219075" y="1000125"/>
                </a:lnTo>
                <a:lnTo>
                  <a:pt x="180975" y="1000125"/>
                </a:lnTo>
                <a:lnTo>
                  <a:pt x="180975" y="990600"/>
                </a:lnTo>
                <a:lnTo>
                  <a:pt x="190500" y="990600"/>
                </a:lnTo>
                <a:close/>
                <a:moveTo>
                  <a:pt x="1104900" y="1000125"/>
                </a:moveTo>
                <a:lnTo>
                  <a:pt x="1114425" y="1000125"/>
                </a:lnTo>
                <a:lnTo>
                  <a:pt x="1114425" y="1019175"/>
                </a:lnTo>
                <a:lnTo>
                  <a:pt x="1104900" y="1019175"/>
                </a:lnTo>
                <a:close/>
                <a:moveTo>
                  <a:pt x="190500" y="1057275"/>
                </a:moveTo>
                <a:lnTo>
                  <a:pt x="219075" y="1057275"/>
                </a:lnTo>
                <a:lnTo>
                  <a:pt x="219075" y="1076325"/>
                </a:lnTo>
                <a:lnTo>
                  <a:pt x="200025" y="1076325"/>
                </a:lnTo>
                <a:lnTo>
                  <a:pt x="200025" y="1085850"/>
                </a:lnTo>
                <a:lnTo>
                  <a:pt x="190500" y="1085850"/>
                </a:lnTo>
                <a:lnTo>
                  <a:pt x="190500" y="1076325"/>
                </a:lnTo>
                <a:lnTo>
                  <a:pt x="180975" y="1076325"/>
                </a:lnTo>
                <a:lnTo>
                  <a:pt x="180975" y="1066800"/>
                </a:lnTo>
                <a:lnTo>
                  <a:pt x="190500" y="1066800"/>
                </a:lnTo>
                <a:close/>
                <a:moveTo>
                  <a:pt x="247650" y="1057275"/>
                </a:moveTo>
                <a:lnTo>
                  <a:pt x="257175" y="1057275"/>
                </a:lnTo>
                <a:lnTo>
                  <a:pt x="257175" y="1076325"/>
                </a:lnTo>
                <a:lnTo>
                  <a:pt x="228600" y="1076325"/>
                </a:lnTo>
                <a:lnTo>
                  <a:pt x="228600" y="1066800"/>
                </a:lnTo>
                <a:lnTo>
                  <a:pt x="247650" y="1066800"/>
                </a:lnTo>
                <a:close/>
                <a:moveTo>
                  <a:pt x="1066800" y="1057275"/>
                </a:moveTo>
                <a:lnTo>
                  <a:pt x="1076325" y="1057275"/>
                </a:lnTo>
                <a:lnTo>
                  <a:pt x="1076325" y="1066800"/>
                </a:lnTo>
                <a:lnTo>
                  <a:pt x="1066800" y="1066800"/>
                </a:lnTo>
                <a:close/>
                <a:moveTo>
                  <a:pt x="819150" y="1076325"/>
                </a:moveTo>
                <a:lnTo>
                  <a:pt x="828675" y="1076325"/>
                </a:lnTo>
                <a:lnTo>
                  <a:pt x="828675" y="1085850"/>
                </a:lnTo>
                <a:lnTo>
                  <a:pt x="819150" y="1085850"/>
                </a:lnTo>
                <a:close/>
                <a:moveTo>
                  <a:pt x="1714500" y="1143000"/>
                </a:moveTo>
                <a:lnTo>
                  <a:pt x="1724025" y="1143000"/>
                </a:lnTo>
                <a:lnTo>
                  <a:pt x="1724025" y="1152525"/>
                </a:lnTo>
                <a:lnTo>
                  <a:pt x="1714500" y="1152525"/>
                </a:lnTo>
                <a:close/>
                <a:moveTo>
                  <a:pt x="1685925" y="1228725"/>
                </a:moveTo>
                <a:lnTo>
                  <a:pt x="1695450" y="1228725"/>
                </a:lnTo>
                <a:lnTo>
                  <a:pt x="1695450" y="1238250"/>
                </a:lnTo>
                <a:lnTo>
                  <a:pt x="1704975" y="1238250"/>
                </a:lnTo>
                <a:lnTo>
                  <a:pt x="1704975" y="1276350"/>
                </a:lnTo>
                <a:lnTo>
                  <a:pt x="1685925" y="1276350"/>
                </a:lnTo>
                <a:close/>
                <a:moveTo>
                  <a:pt x="1714500" y="1228725"/>
                </a:moveTo>
                <a:lnTo>
                  <a:pt x="1724025" y="1228725"/>
                </a:lnTo>
                <a:lnTo>
                  <a:pt x="1724025" y="1257300"/>
                </a:lnTo>
                <a:lnTo>
                  <a:pt x="1714500" y="1257300"/>
                </a:lnTo>
                <a:close/>
                <a:moveTo>
                  <a:pt x="142875" y="1295400"/>
                </a:moveTo>
                <a:lnTo>
                  <a:pt x="161925" y="1295400"/>
                </a:lnTo>
                <a:lnTo>
                  <a:pt x="161925" y="1304925"/>
                </a:lnTo>
                <a:lnTo>
                  <a:pt x="171450" y="1304925"/>
                </a:lnTo>
                <a:lnTo>
                  <a:pt x="171450" y="1362075"/>
                </a:lnTo>
                <a:lnTo>
                  <a:pt x="161925" y="1362075"/>
                </a:lnTo>
                <a:lnTo>
                  <a:pt x="161925" y="1371600"/>
                </a:lnTo>
                <a:lnTo>
                  <a:pt x="142875" y="1371600"/>
                </a:lnTo>
                <a:lnTo>
                  <a:pt x="142875" y="1333500"/>
                </a:lnTo>
                <a:lnTo>
                  <a:pt x="133350" y="1333500"/>
                </a:lnTo>
                <a:lnTo>
                  <a:pt x="133350" y="1323975"/>
                </a:lnTo>
                <a:lnTo>
                  <a:pt x="142875" y="1323975"/>
                </a:lnTo>
                <a:close/>
                <a:moveTo>
                  <a:pt x="571500" y="1390650"/>
                </a:moveTo>
                <a:lnTo>
                  <a:pt x="581025" y="1390650"/>
                </a:lnTo>
                <a:lnTo>
                  <a:pt x="581025" y="1400175"/>
                </a:lnTo>
                <a:lnTo>
                  <a:pt x="571500" y="1400175"/>
                </a:lnTo>
                <a:close/>
                <a:moveTo>
                  <a:pt x="276225" y="1400175"/>
                </a:moveTo>
                <a:lnTo>
                  <a:pt x="285750" y="1400175"/>
                </a:lnTo>
                <a:lnTo>
                  <a:pt x="285750" y="1419225"/>
                </a:lnTo>
                <a:lnTo>
                  <a:pt x="276225" y="1419225"/>
                </a:lnTo>
                <a:close/>
                <a:moveTo>
                  <a:pt x="857250" y="1400175"/>
                </a:moveTo>
                <a:lnTo>
                  <a:pt x="876300" y="1400175"/>
                </a:lnTo>
                <a:lnTo>
                  <a:pt x="876300" y="1428750"/>
                </a:lnTo>
                <a:lnTo>
                  <a:pt x="857250" y="1428750"/>
                </a:lnTo>
                <a:close/>
                <a:moveTo>
                  <a:pt x="981075" y="1409700"/>
                </a:moveTo>
                <a:lnTo>
                  <a:pt x="1000125" y="1409700"/>
                </a:lnTo>
                <a:lnTo>
                  <a:pt x="1000125" y="1438275"/>
                </a:lnTo>
                <a:lnTo>
                  <a:pt x="990600" y="1438275"/>
                </a:lnTo>
                <a:lnTo>
                  <a:pt x="990600" y="1447800"/>
                </a:lnTo>
                <a:lnTo>
                  <a:pt x="981075" y="1447800"/>
                </a:lnTo>
                <a:close/>
                <a:moveTo>
                  <a:pt x="466725" y="1438275"/>
                </a:moveTo>
                <a:lnTo>
                  <a:pt x="485775" y="1438275"/>
                </a:lnTo>
                <a:lnTo>
                  <a:pt x="485775" y="1457325"/>
                </a:lnTo>
                <a:lnTo>
                  <a:pt x="466725" y="1457325"/>
                </a:lnTo>
                <a:close/>
                <a:moveTo>
                  <a:pt x="819150" y="1438275"/>
                </a:moveTo>
                <a:lnTo>
                  <a:pt x="828675" y="1438275"/>
                </a:lnTo>
                <a:lnTo>
                  <a:pt x="828675" y="1447800"/>
                </a:lnTo>
                <a:lnTo>
                  <a:pt x="819150" y="1447800"/>
                </a:lnTo>
                <a:close/>
                <a:moveTo>
                  <a:pt x="857250" y="1438275"/>
                </a:moveTo>
                <a:lnTo>
                  <a:pt x="866775" y="1438275"/>
                </a:lnTo>
                <a:lnTo>
                  <a:pt x="866775" y="1447800"/>
                </a:lnTo>
                <a:lnTo>
                  <a:pt x="857250" y="1447800"/>
                </a:lnTo>
                <a:close/>
                <a:moveTo>
                  <a:pt x="942975" y="1438275"/>
                </a:moveTo>
                <a:lnTo>
                  <a:pt x="952500" y="1438275"/>
                </a:lnTo>
                <a:lnTo>
                  <a:pt x="952500" y="1447800"/>
                </a:lnTo>
                <a:lnTo>
                  <a:pt x="942975" y="1447800"/>
                </a:lnTo>
                <a:close/>
                <a:moveTo>
                  <a:pt x="1028700" y="1438275"/>
                </a:moveTo>
                <a:lnTo>
                  <a:pt x="1038225" y="1438275"/>
                </a:lnTo>
                <a:lnTo>
                  <a:pt x="1038225" y="1447800"/>
                </a:lnTo>
                <a:lnTo>
                  <a:pt x="1028700" y="1447800"/>
                </a:lnTo>
                <a:close/>
                <a:moveTo>
                  <a:pt x="1066800" y="1438275"/>
                </a:moveTo>
                <a:lnTo>
                  <a:pt x="1076325" y="1438275"/>
                </a:lnTo>
                <a:lnTo>
                  <a:pt x="1076325" y="1447800"/>
                </a:lnTo>
                <a:lnTo>
                  <a:pt x="1066800" y="1447800"/>
                </a:lnTo>
                <a:close/>
                <a:moveTo>
                  <a:pt x="142875" y="1581150"/>
                </a:moveTo>
                <a:lnTo>
                  <a:pt x="152400" y="1581150"/>
                </a:lnTo>
                <a:lnTo>
                  <a:pt x="152400" y="1609725"/>
                </a:lnTo>
                <a:lnTo>
                  <a:pt x="161925" y="1609725"/>
                </a:lnTo>
                <a:lnTo>
                  <a:pt x="161925" y="1676400"/>
                </a:lnTo>
                <a:lnTo>
                  <a:pt x="152400" y="1676400"/>
                </a:lnTo>
                <a:lnTo>
                  <a:pt x="152400" y="1695450"/>
                </a:lnTo>
                <a:lnTo>
                  <a:pt x="133350" y="1695450"/>
                </a:lnTo>
                <a:lnTo>
                  <a:pt x="133350" y="1685925"/>
                </a:lnTo>
                <a:lnTo>
                  <a:pt x="123825" y="1685925"/>
                </a:lnTo>
                <a:lnTo>
                  <a:pt x="123825" y="1657350"/>
                </a:lnTo>
                <a:lnTo>
                  <a:pt x="133350" y="1657350"/>
                </a:lnTo>
                <a:lnTo>
                  <a:pt x="133350" y="1609725"/>
                </a:lnTo>
                <a:lnTo>
                  <a:pt x="142875" y="1609725"/>
                </a:lnTo>
                <a:close/>
                <a:moveTo>
                  <a:pt x="381000" y="1790700"/>
                </a:moveTo>
                <a:lnTo>
                  <a:pt x="400050" y="1790700"/>
                </a:lnTo>
                <a:lnTo>
                  <a:pt x="400050" y="1809750"/>
                </a:lnTo>
                <a:lnTo>
                  <a:pt x="371475" y="1809750"/>
                </a:lnTo>
                <a:lnTo>
                  <a:pt x="371475" y="1800225"/>
                </a:lnTo>
                <a:lnTo>
                  <a:pt x="381000" y="1800225"/>
                </a:lnTo>
                <a:close/>
                <a:moveTo>
                  <a:pt x="342900" y="1800225"/>
                </a:moveTo>
                <a:lnTo>
                  <a:pt x="352425" y="1800225"/>
                </a:lnTo>
                <a:lnTo>
                  <a:pt x="352425" y="1809750"/>
                </a:lnTo>
                <a:lnTo>
                  <a:pt x="342900" y="1809750"/>
                </a:lnTo>
                <a:close/>
                <a:moveTo>
                  <a:pt x="228600" y="1838325"/>
                </a:moveTo>
                <a:lnTo>
                  <a:pt x="266700" y="1838325"/>
                </a:lnTo>
                <a:lnTo>
                  <a:pt x="266700" y="1847850"/>
                </a:lnTo>
                <a:lnTo>
                  <a:pt x="276225" y="1847850"/>
                </a:lnTo>
                <a:lnTo>
                  <a:pt x="276225" y="1857375"/>
                </a:lnTo>
                <a:lnTo>
                  <a:pt x="314325" y="1857375"/>
                </a:lnTo>
                <a:lnTo>
                  <a:pt x="314325" y="1866900"/>
                </a:lnTo>
                <a:lnTo>
                  <a:pt x="361950" y="1866900"/>
                </a:lnTo>
                <a:lnTo>
                  <a:pt x="361950" y="1895475"/>
                </a:lnTo>
                <a:lnTo>
                  <a:pt x="333375" y="1895475"/>
                </a:lnTo>
                <a:lnTo>
                  <a:pt x="333375" y="1885950"/>
                </a:lnTo>
                <a:lnTo>
                  <a:pt x="266700" y="1885950"/>
                </a:lnTo>
                <a:lnTo>
                  <a:pt x="266700" y="1876425"/>
                </a:lnTo>
                <a:lnTo>
                  <a:pt x="257175" y="1876425"/>
                </a:lnTo>
                <a:lnTo>
                  <a:pt x="257175" y="1866900"/>
                </a:lnTo>
                <a:lnTo>
                  <a:pt x="219075" y="1866900"/>
                </a:lnTo>
                <a:lnTo>
                  <a:pt x="219075" y="1847850"/>
                </a:lnTo>
                <a:lnTo>
                  <a:pt x="228600" y="1847850"/>
                </a:lnTo>
                <a:close/>
                <a:moveTo>
                  <a:pt x="142875" y="1866900"/>
                </a:moveTo>
                <a:lnTo>
                  <a:pt x="152400" y="1866900"/>
                </a:lnTo>
                <a:lnTo>
                  <a:pt x="152400" y="1885950"/>
                </a:lnTo>
                <a:lnTo>
                  <a:pt x="171450" y="1885950"/>
                </a:lnTo>
                <a:lnTo>
                  <a:pt x="171450" y="1914525"/>
                </a:lnTo>
                <a:lnTo>
                  <a:pt x="161925" y="1914525"/>
                </a:lnTo>
                <a:lnTo>
                  <a:pt x="161925" y="2019300"/>
                </a:lnTo>
                <a:lnTo>
                  <a:pt x="152400" y="2019300"/>
                </a:lnTo>
                <a:lnTo>
                  <a:pt x="152400" y="2047875"/>
                </a:lnTo>
                <a:lnTo>
                  <a:pt x="142875" y="2047875"/>
                </a:lnTo>
                <a:lnTo>
                  <a:pt x="142875" y="2057400"/>
                </a:lnTo>
                <a:lnTo>
                  <a:pt x="133350" y="2057400"/>
                </a:lnTo>
                <a:lnTo>
                  <a:pt x="133350" y="2009775"/>
                </a:lnTo>
                <a:lnTo>
                  <a:pt x="123825" y="2009775"/>
                </a:lnTo>
                <a:lnTo>
                  <a:pt x="123825" y="1990725"/>
                </a:lnTo>
                <a:lnTo>
                  <a:pt x="133350" y="1990725"/>
                </a:lnTo>
                <a:lnTo>
                  <a:pt x="133350" y="1876425"/>
                </a:lnTo>
                <a:lnTo>
                  <a:pt x="142875" y="1876425"/>
                </a:lnTo>
                <a:close/>
                <a:moveTo>
                  <a:pt x="333375" y="1905000"/>
                </a:moveTo>
                <a:lnTo>
                  <a:pt x="352425" y="1905000"/>
                </a:lnTo>
                <a:lnTo>
                  <a:pt x="352425" y="1914525"/>
                </a:lnTo>
                <a:lnTo>
                  <a:pt x="342900" y="1914525"/>
                </a:lnTo>
                <a:lnTo>
                  <a:pt x="342900" y="1924050"/>
                </a:lnTo>
                <a:lnTo>
                  <a:pt x="333375" y="1924050"/>
                </a:lnTo>
                <a:close/>
                <a:moveTo>
                  <a:pt x="209550" y="1924050"/>
                </a:moveTo>
                <a:lnTo>
                  <a:pt x="257175" y="1924050"/>
                </a:lnTo>
                <a:lnTo>
                  <a:pt x="257175" y="1933575"/>
                </a:lnTo>
                <a:lnTo>
                  <a:pt x="323850" y="1933575"/>
                </a:lnTo>
                <a:lnTo>
                  <a:pt x="323850" y="1943100"/>
                </a:lnTo>
                <a:lnTo>
                  <a:pt x="314325" y="1943100"/>
                </a:lnTo>
                <a:lnTo>
                  <a:pt x="314325" y="1952625"/>
                </a:lnTo>
                <a:lnTo>
                  <a:pt x="304800" y="1952625"/>
                </a:lnTo>
                <a:lnTo>
                  <a:pt x="304800" y="1943100"/>
                </a:lnTo>
                <a:lnTo>
                  <a:pt x="247650" y="1943100"/>
                </a:lnTo>
                <a:lnTo>
                  <a:pt x="247650" y="1971675"/>
                </a:lnTo>
                <a:lnTo>
                  <a:pt x="238125" y="1971675"/>
                </a:lnTo>
                <a:lnTo>
                  <a:pt x="238125" y="1981200"/>
                </a:lnTo>
                <a:lnTo>
                  <a:pt x="228600" y="1981200"/>
                </a:lnTo>
                <a:lnTo>
                  <a:pt x="228600" y="1990725"/>
                </a:lnTo>
                <a:lnTo>
                  <a:pt x="209550" y="1990725"/>
                </a:lnTo>
                <a:lnTo>
                  <a:pt x="209550" y="2000250"/>
                </a:lnTo>
                <a:lnTo>
                  <a:pt x="180975" y="2000250"/>
                </a:lnTo>
                <a:lnTo>
                  <a:pt x="180975" y="1990725"/>
                </a:lnTo>
                <a:lnTo>
                  <a:pt x="190500" y="1990725"/>
                </a:lnTo>
                <a:lnTo>
                  <a:pt x="190500" y="1981200"/>
                </a:lnTo>
                <a:lnTo>
                  <a:pt x="180975" y="1981200"/>
                </a:lnTo>
                <a:lnTo>
                  <a:pt x="180975" y="1933575"/>
                </a:lnTo>
                <a:lnTo>
                  <a:pt x="209550" y="1933575"/>
                </a:lnTo>
                <a:close/>
                <a:moveTo>
                  <a:pt x="600075" y="1924050"/>
                </a:moveTo>
                <a:lnTo>
                  <a:pt x="609600" y="1924050"/>
                </a:lnTo>
                <a:lnTo>
                  <a:pt x="609600" y="1943100"/>
                </a:lnTo>
                <a:lnTo>
                  <a:pt x="600075" y="1943100"/>
                </a:lnTo>
                <a:close/>
                <a:moveTo>
                  <a:pt x="638175" y="1933575"/>
                </a:moveTo>
                <a:lnTo>
                  <a:pt x="647700" y="1933575"/>
                </a:lnTo>
                <a:lnTo>
                  <a:pt x="647700" y="1943100"/>
                </a:lnTo>
                <a:lnTo>
                  <a:pt x="638175" y="1943100"/>
                </a:lnTo>
                <a:close/>
                <a:moveTo>
                  <a:pt x="438150" y="2038350"/>
                </a:moveTo>
                <a:lnTo>
                  <a:pt x="523875" y="2038350"/>
                </a:lnTo>
                <a:lnTo>
                  <a:pt x="523875" y="2047875"/>
                </a:lnTo>
                <a:lnTo>
                  <a:pt x="533400" y="2047875"/>
                </a:lnTo>
                <a:lnTo>
                  <a:pt x="533400" y="2038350"/>
                </a:lnTo>
                <a:lnTo>
                  <a:pt x="552450" y="2038350"/>
                </a:lnTo>
                <a:lnTo>
                  <a:pt x="552450" y="2047875"/>
                </a:lnTo>
                <a:lnTo>
                  <a:pt x="542925" y="2047875"/>
                </a:lnTo>
                <a:lnTo>
                  <a:pt x="542925" y="2057400"/>
                </a:lnTo>
                <a:lnTo>
                  <a:pt x="447675" y="2057400"/>
                </a:lnTo>
                <a:lnTo>
                  <a:pt x="447675" y="2047875"/>
                </a:lnTo>
                <a:lnTo>
                  <a:pt x="438150" y="2047875"/>
                </a:lnTo>
                <a:close/>
                <a:moveTo>
                  <a:pt x="666750" y="2038350"/>
                </a:moveTo>
                <a:lnTo>
                  <a:pt x="714375" y="2038350"/>
                </a:lnTo>
                <a:lnTo>
                  <a:pt x="714375" y="2057400"/>
                </a:lnTo>
                <a:lnTo>
                  <a:pt x="666750" y="2057400"/>
                </a:lnTo>
                <a:close/>
                <a:moveTo>
                  <a:pt x="733425" y="2038350"/>
                </a:moveTo>
                <a:lnTo>
                  <a:pt x="809625" y="2038350"/>
                </a:lnTo>
                <a:lnTo>
                  <a:pt x="809625" y="2047875"/>
                </a:lnTo>
                <a:lnTo>
                  <a:pt x="800100" y="2047875"/>
                </a:lnTo>
                <a:lnTo>
                  <a:pt x="800100" y="2057400"/>
                </a:lnTo>
                <a:lnTo>
                  <a:pt x="733425" y="2057400"/>
                </a:lnTo>
                <a:close/>
                <a:moveTo>
                  <a:pt x="371475" y="2105025"/>
                </a:moveTo>
                <a:lnTo>
                  <a:pt x="390525" y="2105025"/>
                </a:lnTo>
                <a:lnTo>
                  <a:pt x="390525" y="2114550"/>
                </a:lnTo>
                <a:lnTo>
                  <a:pt x="400050" y="2114550"/>
                </a:lnTo>
                <a:lnTo>
                  <a:pt x="400050" y="2124075"/>
                </a:lnTo>
                <a:lnTo>
                  <a:pt x="361950" y="2124075"/>
                </a:lnTo>
                <a:lnTo>
                  <a:pt x="361950" y="2114550"/>
                </a:lnTo>
                <a:lnTo>
                  <a:pt x="371475" y="2114550"/>
                </a:lnTo>
                <a:close/>
                <a:moveTo>
                  <a:pt x="447675" y="2105025"/>
                </a:moveTo>
                <a:lnTo>
                  <a:pt x="466725" y="2105025"/>
                </a:lnTo>
                <a:lnTo>
                  <a:pt x="466725" y="2114550"/>
                </a:lnTo>
                <a:lnTo>
                  <a:pt x="476250" y="2114550"/>
                </a:lnTo>
                <a:lnTo>
                  <a:pt x="476250" y="2124075"/>
                </a:lnTo>
                <a:lnTo>
                  <a:pt x="466725" y="2124075"/>
                </a:lnTo>
                <a:lnTo>
                  <a:pt x="466725" y="2133600"/>
                </a:lnTo>
                <a:lnTo>
                  <a:pt x="438150" y="2133600"/>
                </a:lnTo>
                <a:lnTo>
                  <a:pt x="438150" y="2114550"/>
                </a:lnTo>
                <a:lnTo>
                  <a:pt x="447675" y="2114550"/>
                </a:lnTo>
                <a:close/>
                <a:moveTo>
                  <a:pt x="628650" y="2105025"/>
                </a:moveTo>
                <a:lnTo>
                  <a:pt x="657225" y="2105025"/>
                </a:lnTo>
                <a:lnTo>
                  <a:pt x="657225" y="2124075"/>
                </a:lnTo>
                <a:lnTo>
                  <a:pt x="609600" y="2124075"/>
                </a:lnTo>
                <a:lnTo>
                  <a:pt x="609600" y="2114550"/>
                </a:lnTo>
                <a:lnTo>
                  <a:pt x="628650" y="2114550"/>
                </a:lnTo>
                <a:close/>
                <a:moveTo>
                  <a:pt x="1466850" y="2133600"/>
                </a:moveTo>
                <a:lnTo>
                  <a:pt x="1543050" y="2133600"/>
                </a:lnTo>
                <a:lnTo>
                  <a:pt x="1543050" y="2143125"/>
                </a:lnTo>
                <a:lnTo>
                  <a:pt x="1533525" y="2143125"/>
                </a:lnTo>
                <a:lnTo>
                  <a:pt x="1533525" y="2152650"/>
                </a:lnTo>
                <a:lnTo>
                  <a:pt x="1466850" y="2152650"/>
                </a:lnTo>
                <a:close/>
                <a:moveTo>
                  <a:pt x="342900" y="2143125"/>
                </a:moveTo>
                <a:lnTo>
                  <a:pt x="352425" y="2143125"/>
                </a:lnTo>
                <a:lnTo>
                  <a:pt x="352425" y="2162175"/>
                </a:lnTo>
                <a:lnTo>
                  <a:pt x="371475" y="2162175"/>
                </a:lnTo>
                <a:lnTo>
                  <a:pt x="371475" y="2171700"/>
                </a:lnTo>
                <a:lnTo>
                  <a:pt x="400050" y="2171700"/>
                </a:lnTo>
                <a:lnTo>
                  <a:pt x="400050" y="2181225"/>
                </a:lnTo>
                <a:lnTo>
                  <a:pt x="409575" y="2181225"/>
                </a:lnTo>
                <a:lnTo>
                  <a:pt x="409575" y="2190750"/>
                </a:lnTo>
                <a:lnTo>
                  <a:pt x="400050" y="2190750"/>
                </a:lnTo>
                <a:lnTo>
                  <a:pt x="400050" y="2219325"/>
                </a:lnTo>
                <a:lnTo>
                  <a:pt x="390525" y="2219325"/>
                </a:lnTo>
                <a:lnTo>
                  <a:pt x="390525" y="2209800"/>
                </a:lnTo>
                <a:lnTo>
                  <a:pt x="381000" y="2209800"/>
                </a:lnTo>
                <a:lnTo>
                  <a:pt x="381000" y="2200275"/>
                </a:lnTo>
                <a:lnTo>
                  <a:pt x="361950" y="2200275"/>
                </a:lnTo>
                <a:lnTo>
                  <a:pt x="361950" y="2219325"/>
                </a:lnTo>
                <a:lnTo>
                  <a:pt x="323850" y="2219325"/>
                </a:lnTo>
                <a:lnTo>
                  <a:pt x="323850" y="2209800"/>
                </a:lnTo>
                <a:lnTo>
                  <a:pt x="314325" y="2209800"/>
                </a:lnTo>
                <a:lnTo>
                  <a:pt x="314325" y="2219325"/>
                </a:lnTo>
                <a:lnTo>
                  <a:pt x="247650" y="2219325"/>
                </a:lnTo>
                <a:lnTo>
                  <a:pt x="247650" y="2190750"/>
                </a:lnTo>
                <a:lnTo>
                  <a:pt x="295275" y="2190750"/>
                </a:lnTo>
                <a:lnTo>
                  <a:pt x="295275" y="2181225"/>
                </a:lnTo>
                <a:lnTo>
                  <a:pt x="304800" y="2181225"/>
                </a:lnTo>
                <a:lnTo>
                  <a:pt x="304800" y="2171700"/>
                </a:lnTo>
                <a:lnTo>
                  <a:pt x="314325" y="2171700"/>
                </a:lnTo>
                <a:lnTo>
                  <a:pt x="314325" y="2162175"/>
                </a:lnTo>
                <a:lnTo>
                  <a:pt x="323850" y="2162175"/>
                </a:lnTo>
                <a:lnTo>
                  <a:pt x="323850" y="2152650"/>
                </a:lnTo>
                <a:lnTo>
                  <a:pt x="342900" y="2152650"/>
                </a:lnTo>
                <a:close/>
                <a:moveTo>
                  <a:pt x="533400" y="2162175"/>
                </a:moveTo>
                <a:lnTo>
                  <a:pt x="561975" y="2162175"/>
                </a:lnTo>
                <a:lnTo>
                  <a:pt x="561975" y="2171700"/>
                </a:lnTo>
                <a:lnTo>
                  <a:pt x="581025" y="2171700"/>
                </a:lnTo>
                <a:lnTo>
                  <a:pt x="581025" y="2190750"/>
                </a:lnTo>
                <a:lnTo>
                  <a:pt x="561975" y="2190750"/>
                </a:lnTo>
                <a:lnTo>
                  <a:pt x="561975" y="2181225"/>
                </a:lnTo>
                <a:lnTo>
                  <a:pt x="542925" y="2181225"/>
                </a:lnTo>
                <a:lnTo>
                  <a:pt x="542925" y="2190750"/>
                </a:lnTo>
                <a:lnTo>
                  <a:pt x="428625" y="2190750"/>
                </a:lnTo>
                <a:lnTo>
                  <a:pt x="428625" y="2181225"/>
                </a:lnTo>
                <a:lnTo>
                  <a:pt x="438150" y="2181225"/>
                </a:lnTo>
                <a:lnTo>
                  <a:pt x="438150" y="2171700"/>
                </a:lnTo>
                <a:lnTo>
                  <a:pt x="533400" y="2171700"/>
                </a:lnTo>
                <a:close/>
                <a:moveTo>
                  <a:pt x="847725" y="2171700"/>
                </a:moveTo>
                <a:lnTo>
                  <a:pt x="895350" y="2171700"/>
                </a:lnTo>
                <a:lnTo>
                  <a:pt x="895350" y="2190750"/>
                </a:lnTo>
                <a:lnTo>
                  <a:pt x="866775" y="2190750"/>
                </a:lnTo>
                <a:lnTo>
                  <a:pt x="866775" y="2200275"/>
                </a:lnTo>
                <a:lnTo>
                  <a:pt x="847725" y="2200275"/>
                </a:lnTo>
                <a:lnTo>
                  <a:pt x="847725" y="2190750"/>
                </a:lnTo>
                <a:lnTo>
                  <a:pt x="838200" y="2190750"/>
                </a:lnTo>
                <a:lnTo>
                  <a:pt x="838200" y="2181225"/>
                </a:lnTo>
                <a:lnTo>
                  <a:pt x="847725" y="2181225"/>
                </a:lnTo>
                <a:close/>
                <a:moveTo>
                  <a:pt x="942975" y="2171700"/>
                </a:moveTo>
                <a:lnTo>
                  <a:pt x="952500" y="2171700"/>
                </a:lnTo>
                <a:lnTo>
                  <a:pt x="952500" y="2190750"/>
                </a:lnTo>
                <a:lnTo>
                  <a:pt x="942975" y="2190750"/>
                </a:lnTo>
                <a:lnTo>
                  <a:pt x="942975" y="2200275"/>
                </a:lnTo>
                <a:lnTo>
                  <a:pt x="923925" y="2200275"/>
                </a:lnTo>
                <a:lnTo>
                  <a:pt x="923925" y="2181225"/>
                </a:lnTo>
                <a:lnTo>
                  <a:pt x="942975" y="2181225"/>
                </a:lnTo>
                <a:close/>
                <a:moveTo>
                  <a:pt x="1685925" y="2171700"/>
                </a:moveTo>
                <a:lnTo>
                  <a:pt x="1695450" y="2171700"/>
                </a:lnTo>
                <a:lnTo>
                  <a:pt x="1695450" y="2181225"/>
                </a:lnTo>
                <a:lnTo>
                  <a:pt x="1704975" y="2181225"/>
                </a:lnTo>
                <a:lnTo>
                  <a:pt x="1704975" y="2190750"/>
                </a:lnTo>
                <a:lnTo>
                  <a:pt x="1695450" y="2190750"/>
                </a:lnTo>
                <a:lnTo>
                  <a:pt x="1695450" y="2200275"/>
                </a:lnTo>
                <a:lnTo>
                  <a:pt x="1685925" y="2200275"/>
                </a:lnTo>
                <a:close/>
                <a:moveTo>
                  <a:pt x="1514475" y="2181225"/>
                </a:moveTo>
                <a:lnTo>
                  <a:pt x="1533525" y="2181225"/>
                </a:lnTo>
                <a:lnTo>
                  <a:pt x="1533525" y="2190750"/>
                </a:lnTo>
                <a:lnTo>
                  <a:pt x="1514475" y="2190750"/>
                </a:lnTo>
                <a:close/>
                <a:moveTo>
                  <a:pt x="1457325" y="2209800"/>
                </a:moveTo>
                <a:lnTo>
                  <a:pt x="1466850" y="2209800"/>
                </a:lnTo>
                <a:lnTo>
                  <a:pt x="1466850" y="2228850"/>
                </a:lnTo>
                <a:lnTo>
                  <a:pt x="1457325" y="2228850"/>
                </a:lnTo>
                <a:close/>
                <a:moveTo>
                  <a:pt x="1638300" y="2209800"/>
                </a:moveTo>
                <a:lnTo>
                  <a:pt x="1647825" y="2209800"/>
                </a:lnTo>
                <a:lnTo>
                  <a:pt x="1647825" y="2219325"/>
                </a:lnTo>
                <a:lnTo>
                  <a:pt x="1638300" y="2219325"/>
                </a:lnTo>
                <a:close/>
                <a:moveTo>
                  <a:pt x="1590675" y="2343150"/>
                </a:moveTo>
                <a:lnTo>
                  <a:pt x="1600200" y="2343150"/>
                </a:lnTo>
                <a:lnTo>
                  <a:pt x="1600200" y="2352675"/>
                </a:lnTo>
                <a:lnTo>
                  <a:pt x="1590675" y="2352675"/>
                </a:lnTo>
                <a:close/>
                <a:moveTo>
                  <a:pt x="409575" y="2362200"/>
                </a:moveTo>
                <a:lnTo>
                  <a:pt x="419100" y="2362200"/>
                </a:lnTo>
                <a:lnTo>
                  <a:pt x="419100" y="2371725"/>
                </a:lnTo>
                <a:lnTo>
                  <a:pt x="438150" y="2371725"/>
                </a:lnTo>
                <a:lnTo>
                  <a:pt x="438150" y="2381250"/>
                </a:lnTo>
                <a:lnTo>
                  <a:pt x="400050" y="2381250"/>
                </a:lnTo>
                <a:lnTo>
                  <a:pt x="400050" y="2371725"/>
                </a:lnTo>
                <a:lnTo>
                  <a:pt x="409575" y="2371725"/>
                </a:lnTo>
                <a:close/>
                <a:moveTo>
                  <a:pt x="552450" y="2362200"/>
                </a:moveTo>
                <a:lnTo>
                  <a:pt x="619125" y="2362200"/>
                </a:lnTo>
                <a:lnTo>
                  <a:pt x="619125" y="2371725"/>
                </a:lnTo>
                <a:lnTo>
                  <a:pt x="647700" y="2371725"/>
                </a:lnTo>
                <a:lnTo>
                  <a:pt x="647700" y="2362200"/>
                </a:lnTo>
                <a:lnTo>
                  <a:pt x="666750" y="2362200"/>
                </a:lnTo>
                <a:lnTo>
                  <a:pt x="666750" y="2371725"/>
                </a:lnTo>
                <a:lnTo>
                  <a:pt x="733425" y="2371725"/>
                </a:lnTo>
                <a:lnTo>
                  <a:pt x="733425" y="2381250"/>
                </a:lnTo>
                <a:lnTo>
                  <a:pt x="676275" y="2381250"/>
                </a:lnTo>
                <a:lnTo>
                  <a:pt x="676275" y="2400300"/>
                </a:lnTo>
                <a:lnTo>
                  <a:pt x="647700" y="2400300"/>
                </a:lnTo>
                <a:lnTo>
                  <a:pt x="647700" y="2390775"/>
                </a:lnTo>
                <a:lnTo>
                  <a:pt x="600075" y="2390775"/>
                </a:lnTo>
                <a:lnTo>
                  <a:pt x="600075" y="2381250"/>
                </a:lnTo>
                <a:lnTo>
                  <a:pt x="581025" y="2381250"/>
                </a:lnTo>
                <a:lnTo>
                  <a:pt x="581025" y="2371725"/>
                </a:lnTo>
                <a:lnTo>
                  <a:pt x="571500" y="2371725"/>
                </a:lnTo>
                <a:lnTo>
                  <a:pt x="571500" y="2381250"/>
                </a:lnTo>
                <a:lnTo>
                  <a:pt x="523875" y="2381250"/>
                </a:lnTo>
                <a:lnTo>
                  <a:pt x="523875" y="2371725"/>
                </a:lnTo>
                <a:lnTo>
                  <a:pt x="552450" y="2371725"/>
                </a:lnTo>
                <a:close/>
                <a:moveTo>
                  <a:pt x="333375" y="2381250"/>
                </a:moveTo>
                <a:lnTo>
                  <a:pt x="342900" y="2381250"/>
                </a:lnTo>
                <a:lnTo>
                  <a:pt x="342900" y="2390775"/>
                </a:lnTo>
                <a:lnTo>
                  <a:pt x="352425" y="2390775"/>
                </a:lnTo>
                <a:lnTo>
                  <a:pt x="352425" y="2409825"/>
                </a:lnTo>
                <a:lnTo>
                  <a:pt x="333375" y="2409825"/>
                </a:lnTo>
                <a:close/>
                <a:moveTo>
                  <a:pt x="1400175" y="2381250"/>
                </a:moveTo>
                <a:lnTo>
                  <a:pt x="1409700" y="2381250"/>
                </a:lnTo>
                <a:lnTo>
                  <a:pt x="1409700" y="2390775"/>
                </a:lnTo>
                <a:lnTo>
                  <a:pt x="1400175" y="2390775"/>
                </a:lnTo>
                <a:close/>
                <a:moveTo>
                  <a:pt x="1343025" y="2390775"/>
                </a:moveTo>
                <a:lnTo>
                  <a:pt x="1371600" y="2390775"/>
                </a:lnTo>
                <a:lnTo>
                  <a:pt x="1371600" y="2400300"/>
                </a:lnTo>
                <a:lnTo>
                  <a:pt x="1343025" y="2400300"/>
                </a:lnTo>
                <a:close/>
                <a:moveTo>
                  <a:pt x="409575" y="2428875"/>
                </a:moveTo>
                <a:lnTo>
                  <a:pt x="419100" y="2428875"/>
                </a:lnTo>
                <a:lnTo>
                  <a:pt x="419100" y="2447925"/>
                </a:lnTo>
                <a:lnTo>
                  <a:pt x="409575" y="2447925"/>
                </a:lnTo>
                <a:close/>
                <a:moveTo>
                  <a:pt x="466725" y="2428875"/>
                </a:moveTo>
                <a:lnTo>
                  <a:pt x="476250" y="2428875"/>
                </a:lnTo>
                <a:lnTo>
                  <a:pt x="476250" y="2438400"/>
                </a:lnTo>
                <a:lnTo>
                  <a:pt x="485775" y="2438400"/>
                </a:lnTo>
                <a:lnTo>
                  <a:pt x="485775" y="2447925"/>
                </a:lnTo>
                <a:lnTo>
                  <a:pt x="457200" y="2447925"/>
                </a:lnTo>
                <a:lnTo>
                  <a:pt x="457200" y="2438400"/>
                </a:lnTo>
                <a:lnTo>
                  <a:pt x="466725" y="2438400"/>
                </a:lnTo>
                <a:close/>
                <a:moveTo>
                  <a:pt x="514350" y="2428875"/>
                </a:moveTo>
                <a:lnTo>
                  <a:pt x="533400" y="2428875"/>
                </a:lnTo>
                <a:lnTo>
                  <a:pt x="533400" y="2447925"/>
                </a:lnTo>
                <a:lnTo>
                  <a:pt x="523875" y="2447925"/>
                </a:lnTo>
                <a:lnTo>
                  <a:pt x="523875" y="2438400"/>
                </a:lnTo>
                <a:lnTo>
                  <a:pt x="514350" y="2438400"/>
                </a:lnTo>
                <a:close/>
                <a:moveTo>
                  <a:pt x="552450" y="2438400"/>
                </a:moveTo>
                <a:lnTo>
                  <a:pt x="571500" y="2438400"/>
                </a:lnTo>
                <a:lnTo>
                  <a:pt x="571500" y="2447925"/>
                </a:lnTo>
                <a:lnTo>
                  <a:pt x="552450" y="2447925"/>
                </a:lnTo>
                <a:close/>
                <a:moveTo>
                  <a:pt x="1019175" y="2438400"/>
                </a:moveTo>
                <a:lnTo>
                  <a:pt x="1038225" y="2438400"/>
                </a:lnTo>
                <a:lnTo>
                  <a:pt x="1038225" y="2447925"/>
                </a:lnTo>
                <a:lnTo>
                  <a:pt x="1019175" y="2447925"/>
                </a:lnTo>
                <a:close/>
                <a:moveTo>
                  <a:pt x="1619250" y="2438400"/>
                </a:moveTo>
                <a:lnTo>
                  <a:pt x="1638300" y="2438400"/>
                </a:lnTo>
                <a:lnTo>
                  <a:pt x="1638300" y="2447925"/>
                </a:lnTo>
                <a:lnTo>
                  <a:pt x="1619250" y="2447925"/>
                </a:lnTo>
                <a:close/>
                <a:moveTo>
                  <a:pt x="1304925" y="2466975"/>
                </a:moveTo>
                <a:lnTo>
                  <a:pt x="1323975" y="2466975"/>
                </a:lnTo>
                <a:lnTo>
                  <a:pt x="1323975" y="2476500"/>
                </a:lnTo>
                <a:lnTo>
                  <a:pt x="1304925" y="2476500"/>
                </a:lnTo>
                <a:close/>
                <a:moveTo>
                  <a:pt x="1657350" y="2466975"/>
                </a:moveTo>
                <a:lnTo>
                  <a:pt x="1685925" y="2466975"/>
                </a:lnTo>
                <a:lnTo>
                  <a:pt x="1685925" y="2476500"/>
                </a:lnTo>
                <a:lnTo>
                  <a:pt x="1657350" y="2476500"/>
                </a:lnTo>
                <a:close/>
                <a:moveTo>
                  <a:pt x="342900" y="2581275"/>
                </a:moveTo>
                <a:lnTo>
                  <a:pt x="361950" y="2581275"/>
                </a:lnTo>
                <a:lnTo>
                  <a:pt x="361950" y="2609850"/>
                </a:lnTo>
                <a:lnTo>
                  <a:pt x="371475" y="2609850"/>
                </a:lnTo>
                <a:lnTo>
                  <a:pt x="371475" y="2628900"/>
                </a:lnTo>
                <a:lnTo>
                  <a:pt x="400050" y="2628900"/>
                </a:lnTo>
                <a:lnTo>
                  <a:pt x="400050" y="2638425"/>
                </a:lnTo>
                <a:lnTo>
                  <a:pt x="342900" y="2638425"/>
                </a:lnTo>
                <a:lnTo>
                  <a:pt x="342900" y="2600325"/>
                </a:lnTo>
                <a:lnTo>
                  <a:pt x="333375" y="2600325"/>
                </a:lnTo>
                <a:lnTo>
                  <a:pt x="333375" y="2590800"/>
                </a:lnTo>
                <a:lnTo>
                  <a:pt x="342900" y="2590800"/>
                </a:lnTo>
                <a:close/>
                <a:moveTo>
                  <a:pt x="142875" y="2600325"/>
                </a:moveTo>
                <a:lnTo>
                  <a:pt x="152400" y="2600325"/>
                </a:lnTo>
                <a:lnTo>
                  <a:pt x="152400" y="2638425"/>
                </a:lnTo>
                <a:lnTo>
                  <a:pt x="161925" y="2638425"/>
                </a:lnTo>
                <a:lnTo>
                  <a:pt x="161925" y="2695575"/>
                </a:lnTo>
                <a:lnTo>
                  <a:pt x="152400" y="2695575"/>
                </a:lnTo>
                <a:lnTo>
                  <a:pt x="152400" y="2714625"/>
                </a:lnTo>
                <a:lnTo>
                  <a:pt x="142875" y="2714625"/>
                </a:lnTo>
                <a:lnTo>
                  <a:pt x="142875" y="2705100"/>
                </a:lnTo>
                <a:lnTo>
                  <a:pt x="133350" y="2705100"/>
                </a:lnTo>
                <a:lnTo>
                  <a:pt x="133350" y="2609850"/>
                </a:lnTo>
                <a:lnTo>
                  <a:pt x="142875" y="2609850"/>
                </a:lnTo>
                <a:close/>
                <a:moveTo>
                  <a:pt x="428625" y="2619375"/>
                </a:moveTo>
                <a:lnTo>
                  <a:pt x="447675" y="2619375"/>
                </a:lnTo>
                <a:lnTo>
                  <a:pt x="447675" y="2628900"/>
                </a:lnTo>
                <a:lnTo>
                  <a:pt x="438150" y="2628900"/>
                </a:lnTo>
                <a:lnTo>
                  <a:pt x="438150" y="2638425"/>
                </a:lnTo>
                <a:lnTo>
                  <a:pt x="428625" y="2638425"/>
                </a:lnTo>
                <a:lnTo>
                  <a:pt x="428625" y="2647950"/>
                </a:lnTo>
                <a:lnTo>
                  <a:pt x="400050" y="2647950"/>
                </a:lnTo>
                <a:lnTo>
                  <a:pt x="400050" y="2638425"/>
                </a:lnTo>
                <a:lnTo>
                  <a:pt x="419100" y="2638425"/>
                </a:lnTo>
                <a:lnTo>
                  <a:pt x="419100" y="2628900"/>
                </a:lnTo>
                <a:lnTo>
                  <a:pt x="428625" y="2628900"/>
                </a:lnTo>
                <a:close/>
                <a:moveTo>
                  <a:pt x="504825" y="2619375"/>
                </a:moveTo>
                <a:lnTo>
                  <a:pt x="514350" y="2619375"/>
                </a:lnTo>
                <a:lnTo>
                  <a:pt x="514350" y="2638425"/>
                </a:lnTo>
                <a:lnTo>
                  <a:pt x="495300" y="2638425"/>
                </a:lnTo>
                <a:lnTo>
                  <a:pt x="495300" y="2657475"/>
                </a:lnTo>
                <a:lnTo>
                  <a:pt x="476250" y="2657475"/>
                </a:lnTo>
                <a:lnTo>
                  <a:pt x="476250" y="2638425"/>
                </a:lnTo>
                <a:lnTo>
                  <a:pt x="485775" y="2638425"/>
                </a:lnTo>
                <a:lnTo>
                  <a:pt x="485775" y="2628900"/>
                </a:lnTo>
                <a:lnTo>
                  <a:pt x="504825" y="2628900"/>
                </a:lnTo>
                <a:close/>
                <a:moveTo>
                  <a:pt x="523875" y="2619375"/>
                </a:moveTo>
                <a:lnTo>
                  <a:pt x="552450" y="2619375"/>
                </a:lnTo>
                <a:lnTo>
                  <a:pt x="552450" y="2628900"/>
                </a:lnTo>
                <a:lnTo>
                  <a:pt x="561975" y="2628900"/>
                </a:lnTo>
                <a:lnTo>
                  <a:pt x="561975" y="2638425"/>
                </a:lnTo>
                <a:lnTo>
                  <a:pt x="523875" y="2638425"/>
                </a:lnTo>
                <a:close/>
                <a:moveTo>
                  <a:pt x="781050" y="2638425"/>
                </a:moveTo>
                <a:lnTo>
                  <a:pt x="790575" y="2638425"/>
                </a:lnTo>
                <a:lnTo>
                  <a:pt x="790575" y="2647950"/>
                </a:lnTo>
                <a:lnTo>
                  <a:pt x="781050" y="2647950"/>
                </a:lnTo>
                <a:close/>
                <a:moveTo>
                  <a:pt x="1057275" y="2686050"/>
                </a:moveTo>
                <a:lnTo>
                  <a:pt x="1066800" y="2686050"/>
                </a:lnTo>
                <a:lnTo>
                  <a:pt x="1066800" y="2705100"/>
                </a:lnTo>
                <a:lnTo>
                  <a:pt x="1057275" y="2705100"/>
                </a:lnTo>
                <a:close/>
                <a:moveTo>
                  <a:pt x="1628775" y="2686050"/>
                </a:moveTo>
                <a:lnTo>
                  <a:pt x="1647825" y="2686050"/>
                </a:lnTo>
                <a:lnTo>
                  <a:pt x="1647825" y="2695575"/>
                </a:lnTo>
                <a:lnTo>
                  <a:pt x="1657350" y="2695575"/>
                </a:lnTo>
                <a:lnTo>
                  <a:pt x="1657350" y="2705100"/>
                </a:lnTo>
                <a:lnTo>
                  <a:pt x="1666875" y="2705100"/>
                </a:lnTo>
                <a:lnTo>
                  <a:pt x="1666875" y="2714625"/>
                </a:lnTo>
                <a:lnTo>
                  <a:pt x="1695450" y="2714625"/>
                </a:lnTo>
                <a:lnTo>
                  <a:pt x="1695450" y="2724150"/>
                </a:lnTo>
                <a:lnTo>
                  <a:pt x="1685925" y="2724150"/>
                </a:lnTo>
                <a:lnTo>
                  <a:pt x="1685925" y="2733675"/>
                </a:lnTo>
                <a:lnTo>
                  <a:pt x="1647825" y="2733675"/>
                </a:lnTo>
                <a:lnTo>
                  <a:pt x="1647825" y="2724150"/>
                </a:lnTo>
                <a:lnTo>
                  <a:pt x="1628775" y="2724150"/>
                </a:lnTo>
                <a:close/>
                <a:moveTo>
                  <a:pt x="800100" y="2695575"/>
                </a:moveTo>
                <a:lnTo>
                  <a:pt x="838200" y="2695575"/>
                </a:lnTo>
                <a:lnTo>
                  <a:pt x="838200" y="2705100"/>
                </a:lnTo>
                <a:lnTo>
                  <a:pt x="866775" y="2705100"/>
                </a:lnTo>
                <a:lnTo>
                  <a:pt x="866775" y="2695575"/>
                </a:lnTo>
                <a:lnTo>
                  <a:pt x="895350" y="2695575"/>
                </a:lnTo>
                <a:lnTo>
                  <a:pt x="895350" y="2705100"/>
                </a:lnTo>
                <a:lnTo>
                  <a:pt x="904875" y="2705100"/>
                </a:lnTo>
                <a:lnTo>
                  <a:pt x="904875" y="2695575"/>
                </a:lnTo>
                <a:lnTo>
                  <a:pt x="914400" y="2695575"/>
                </a:lnTo>
                <a:lnTo>
                  <a:pt x="914400" y="2705100"/>
                </a:lnTo>
                <a:lnTo>
                  <a:pt x="923925" y="2705100"/>
                </a:lnTo>
                <a:lnTo>
                  <a:pt x="923925" y="2695575"/>
                </a:lnTo>
                <a:lnTo>
                  <a:pt x="981075" y="2695575"/>
                </a:lnTo>
                <a:lnTo>
                  <a:pt x="981075" y="2714625"/>
                </a:lnTo>
                <a:lnTo>
                  <a:pt x="952500" y="2714625"/>
                </a:lnTo>
                <a:lnTo>
                  <a:pt x="952500" y="2705100"/>
                </a:lnTo>
                <a:lnTo>
                  <a:pt x="923925" y="2705100"/>
                </a:lnTo>
                <a:lnTo>
                  <a:pt x="923925" y="2714625"/>
                </a:lnTo>
                <a:lnTo>
                  <a:pt x="857250" y="2714625"/>
                </a:lnTo>
                <a:lnTo>
                  <a:pt x="857250" y="2724150"/>
                </a:lnTo>
                <a:lnTo>
                  <a:pt x="847725" y="2724150"/>
                </a:lnTo>
                <a:lnTo>
                  <a:pt x="847725" y="2714625"/>
                </a:lnTo>
                <a:lnTo>
                  <a:pt x="828675" y="2714625"/>
                </a:lnTo>
                <a:lnTo>
                  <a:pt x="828675" y="2724150"/>
                </a:lnTo>
                <a:lnTo>
                  <a:pt x="819150" y="2724150"/>
                </a:lnTo>
                <a:lnTo>
                  <a:pt x="819150" y="2733675"/>
                </a:lnTo>
                <a:lnTo>
                  <a:pt x="771525" y="2733675"/>
                </a:lnTo>
                <a:lnTo>
                  <a:pt x="771525" y="2705100"/>
                </a:lnTo>
                <a:lnTo>
                  <a:pt x="781050" y="2705100"/>
                </a:lnTo>
                <a:lnTo>
                  <a:pt x="781050" y="2714625"/>
                </a:lnTo>
                <a:lnTo>
                  <a:pt x="790575" y="2714625"/>
                </a:lnTo>
                <a:lnTo>
                  <a:pt x="790575" y="2705100"/>
                </a:lnTo>
                <a:lnTo>
                  <a:pt x="800100" y="2705100"/>
                </a:lnTo>
                <a:close/>
                <a:moveTo>
                  <a:pt x="1019175" y="2695575"/>
                </a:moveTo>
                <a:lnTo>
                  <a:pt x="1028700" y="2695575"/>
                </a:lnTo>
                <a:lnTo>
                  <a:pt x="1028700" y="2705100"/>
                </a:lnTo>
                <a:lnTo>
                  <a:pt x="1019175" y="2705100"/>
                </a:lnTo>
                <a:close/>
                <a:moveTo>
                  <a:pt x="1295400" y="2695575"/>
                </a:moveTo>
                <a:lnTo>
                  <a:pt x="1314450" y="2695575"/>
                </a:lnTo>
                <a:lnTo>
                  <a:pt x="1314450" y="2705100"/>
                </a:lnTo>
                <a:lnTo>
                  <a:pt x="1295400" y="2705100"/>
                </a:lnTo>
                <a:close/>
                <a:moveTo>
                  <a:pt x="1524000" y="2695575"/>
                </a:moveTo>
                <a:lnTo>
                  <a:pt x="1543050" y="2695575"/>
                </a:lnTo>
                <a:lnTo>
                  <a:pt x="1543050" y="2705100"/>
                </a:lnTo>
                <a:lnTo>
                  <a:pt x="1533525" y="2705100"/>
                </a:lnTo>
                <a:lnTo>
                  <a:pt x="1533525" y="2714625"/>
                </a:lnTo>
                <a:lnTo>
                  <a:pt x="1524000" y="2714625"/>
                </a:lnTo>
                <a:close/>
                <a:moveTo>
                  <a:pt x="1600200" y="2724150"/>
                </a:moveTo>
                <a:lnTo>
                  <a:pt x="1609725" y="2724150"/>
                </a:lnTo>
                <a:lnTo>
                  <a:pt x="1609725" y="2733675"/>
                </a:lnTo>
                <a:lnTo>
                  <a:pt x="1600200" y="2733675"/>
                </a:lnTo>
                <a:close/>
                <a:moveTo>
                  <a:pt x="133350" y="2781300"/>
                </a:moveTo>
                <a:lnTo>
                  <a:pt x="152400" y="2781300"/>
                </a:lnTo>
                <a:lnTo>
                  <a:pt x="152400" y="2809875"/>
                </a:lnTo>
                <a:lnTo>
                  <a:pt x="161925" y="2809875"/>
                </a:lnTo>
                <a:lnTo>
                  <a:pt x="161925" y="2914650"/>
                </a:lnTo>
                <a:lnTo>
                  <a:pt x="152400" y="2914650"/>
                </a:lnTo>
                <a:lnTo>
                  <a:pt x="152400" y="2924175"/>
                </a:lnTo>
                <a:lnTo>
                  <a:pt x="133350" y="2924175"/>
                </a:lnTo>
                <a:close/>
                <a:moveTo>
                  <a:pt x="285750" y="2781300"/>
                </a:moveTo>
                <a:lnTo>
                  <a:pt x="295275" y="2781300"/>
                </a:lnTo>
                <a:lnTo>
                  <a:pt x="295275" y="2790825"/>
                </a:lnTo>
                <a:lnTo>
                  <a:pt x="285750" y="2790825"/>
                </a:lnTo>
                <a:close/>
                <a:moveTo>
                  <a:pt x="304800" y="2781300"/>
                </a:moveTo>
                <a:lnTo>
                  <a:pt x="333375" y="2781300"/>
                </a:lnTo>
                <a:lnTo>
                  <a:pt x="333375" y="2790825"/>
                </a:lnTo>
                <a:lnTo>
                  <a:pt x="304800" y="2790825"/>
                </a:lnTo>
                <a:close/>
                <a:moveTo>
                  <a:pt x="1647825" y="2838450"/>
                </a:moveTo>
                <a:lnTo>
                  <a:pt x="1666875" y="2838450"/>
                </a:lnTo>
                <a:lnTo>
                  <a:pt x="1666875" y="2847975"/>
                </a:lnTo>
                <a:lnTo>
                  <a:pt x="1647825" y="2847975"/>
                </a:lnTo>
                <a:close/>
                <a:moveTo>
                  <a:pt x="581025" y="2847975"/>
                </a:moveTo>
                <a:lnTo>
                  <a:pt x="600075" y="2847975"/>
                </a:lnTo>
                <a:lnTo>
                  <a:pt x="600075" y="2886075"/>
                </a:lnTo>
                <a:lnTo>
                  <a:pt x="590550" y="2886075"/>
                </a:lnTo>
                <a:lnTo>
                  <a:pt x="590550" y="2895600"/>
                </a:lnTo>
                <a:lnTo>
                  <a:pt x="600075" y="2895600"/>
                </a:lnTo>
                <a:lnTo>
                  <a:pt x="600075" y="2905125"/>
                </a:lnTo>
                <a:lnTo>
                  <a:pt x="495300" y="2905125"/>
                </a:lnTo>
                <a:lnTo>
                  <a:pt x="495300" y="2914650"/>
                </a:lnTo>
                <a:lnTo>
                  <a:pt x="466725" y="2914650"/>
                </a:lnTo>
                <a:lnTo>
                  <a:pt x="466725" y="2905125"/>
                </a:lnTo>
                <a:lnTo>
                  <a:pt x="447675" y="2905125"/>
                </a:lnTo>
                <a:lnTo>
                  <a:pt x="447675" y="2914650"/>
                </a:lnTo>
                <a:lnTo>
                  <a:pt x="409575" y="2914650"/>
                </a:lnTo>
                <a:lnTo>
                  <a:pt x="409575" y="2895600"/>
                </a:lnTo>
                <a:lnTo>
                  <a:pt x="428625" y="2895600"/>
                </a:lnTo>
                <a:lnTo>
                  <a:pt x="428625" y="2886075"/>
                </a:lnTo>
                <a:lnTo>
                  <a:pt x="476250" y="2886075"/>
                </a:lnTo>
                <a:lnTo>
                  <a:pt x="476250" y="2876550"/>
                </a:lnTo>
                <a:lnTo>
                  <a:pt x="514350" y="2876550"/>
                </a:lnTo>
                <a:lnTo>
                  <a:pt x="514350" y="2886075"/>
                </a:lnTo>
                <a:lnTo>
                  <a:pt x="552450" y="2886075"/>
                </a:lnTo>
                <a:lnTo>
                  <a:pt x="552450" y="2895600"/>
                </a:lnTo>
                <a:lnTo>
                  <a:pt x="571500" y="2895600"/>
                </a:lnTo>
                <a:lnTo>
                  <a:pt x="571500" y="2876550"/>
                </a:lnTo>
                <a:lnTo>
                  <a:pt x="581025" y="2876550"/>
                </a:lnTo>
                <a:close/>
                <a:moveTo>
                  <a:pt x="781050" y="2895600"/>
                </a:moveTo>
                <a:lnTo>
                  <a:pt x="800100" y="2895600"/>
                </a:lnTo>
                <a:lnTo>
                  <a:pt x="800100" y="2905125"/>
                </a:lnTo>
                <a:lnTo>
                  <a:pt x="781050" y="2905125"/>
                </a:lnTo>
                <a:close/>
                <a:moveTo>
                  <a:pt x="361950" y="2952750"/>
                </a:moveTo>
                <a:lnTo>
                  <a:pt x="409575" y="2952750"/>
                </a:lnTo>
                <a:lnTo>
                  <a:pt x="409575" y="2962275"/>
                </a:lnTo>
                <a:lnTo>
                  <a:pt x="419100" y="2962275"/>
                </a:lnTo>
                <a:lnTo>
                  <a:pt x="419100" y="2952750"/>
                </a:lnTo>
                <a:lnTo>
                  <a:pt x="428625" y="2952750"/>
                </a:lnTo>
                <a:lnTo>
                  <a:pt x="428625" y="2962275"/>
                </a:lnTo>
                <a:lnTo>
                  <a:pt x="457200" y="2962275"/>
                </a:lnTo>
                <a:lnTo>
                  <a:pt x="457200" y="2952750"/>
                </a:lnTo>
                <a:lnTo>
                  <a:pt x="476250" y="2952750"/>
                </a:lnTo>
                <a:lnTo>
                  <a:pt x="476250" y="2962275"/>
                </a:lnTo>
                <a:lnTo>
                  <a:pt x="485775" y="2962275"/>
                </a:lnTo>
                <a:lnTo>
                  <a:pt x="485775" y="2971800"/>
                </a:lnTo>
                <a:lnTo>
                  <a:pt x="476250" y="2971800"/>
                </a:lnTo>
                <a:lnTo>
                  <a:pt x="476250" y="2990850"/>
                </a:lnTo>
                <a:lnTo>
                  <a:pt x="447675" y="2990850"/>
                </a:lnTo>
                <a:lnTo>
                  <a:pt x="447675" y="2971800"/>
                </a:lnTo>
                <a:lnTo>
                  <a:pt x="428625" y="2971800"/>
                </a:lnTo>
                <a:lnTo>
                  <a:pt x="428625" y="2981325"/>
                </a:lnTo>
                <a:lnTo>
                  <a:pt x="419100" y="2981325"/>
                </a:lnTo>
                <a:lnTo>
                  <a:pt x="419100" y="2990850"/>
                </a:lnTo>
                <a:lnTo>
                  <a:pt x="428625" y="2990850"/>
                </a:lnTo>
                <a:lnTo>
                  <a:pt x="428625" y="3000375"/>
                </a:lnTo>
                <a:lnTo>
                  <a:pt x="409575" y="3000375"/>
                </a:lnTo>
                <a:lnTo>
                  <a:pt x="409575" y="2981325"/>
                </a:lnTo>
                <a:lnTo>
                  <a:pt x="400050" y="2981325"/>
                </a:lnTo>
                <a:lnTo>
                  <a:pt x="400050" y="2990850"/>
                </a:lnTo>
                <a:lnTo>
                  <a:pt x="390525" y="2990850"/>
                </a:lnTo>
                <a:lnTo>
                  <a:pt x="390525" y="2981325"/>
                </a:lnTo>
                <a:lnTo>
                  <a:pt x="381000" y="2981325"/>
                </a:lnTo>
                <a:lnTo>
                  <a:pt x="381000" y="3000375"/>
                </a:lnTo>
                <a:lnTo>
                  <a:pt x="304800" y="3000375"/>
                </a:lnTo>
                <a:lnTo>
                  <a:pt x="304800" y="2990850"/>
                </a:lnTo>
                <a:lnTo>
                  <a:pt x="352425" y="2990850"/>
                </a:lnTo>
                <a:lnTo>
                  <a:pt x="352425" y="2981325"/>
                </a:lnTo>
                <a:lnTo>
                  <a:pt x="342900" y="2981325"/>
                </a:lnTo>
                <a:lnTo>
                  <a:pt x="342900" y="2971800"/>
                </a:lnTo>
                <a:lnTo>
                  <a:pt x="352425" y="2971800"/>
                </a:lnTo>
                <a:lnTo>
                  <a:pt x="352425" y="2962275"/>
                </a:lnTo>
                <a:lnTo>
                  <a:pt x="361950" y="2962275"/>
                </a:lnTo>
                <a:close/>
                <a:moveTo>
                  <a:pt x="142875" y="3028950"/>
                </a:moveTo>
                <a:lnTo>
                  <a:pt x="152400" y="3028950"/>
                </a:lnTo>
                <a:lnTo>
                  <a:pt x="152400" y="3057525"/>
                </a:lnTo>
                <a:lnTo>
                  <a:pt x="142875" y="3057525"/>
                </a:lnTo>
                <a:lnTo>
                  <a:pt x="142875" y="3076575"/>
                </a:lnTo>
                <a:lnTo>
                  <a:pt x="152400" y="3076575"/>
                </a:lnTo>
                <a:lnTo>
                  <a:pt x="152400" y="3095625"/>
                </a:lnTo>
                <a:lnTo>
                  <a:pt x="161925" y="3095625"/>
                </a:lnTo>
                <a:lnTo>
                  <a:pt x="161925" y="3162300"/>
                </a:lnTo>
                <a:lnTo>
                  <a:pt x="152400" y="3162300"/>
                </a:lnTo>
                <a:lnTo>
                  <a:pt x="152400" y="3181350"/>
                </a:lnTo>
                <a:lnTo>
                  <a:pt x="142875" y="3181350"/>
                </a:lnTo>
                <a:lnTo>
                  <a:pt x="142875" y="3171825"/>
                </a:lnTo>
                <a:lnTo>
                  <a:pt x="133350" y="3171825"/>
                </a:lnTo>
                <a:lnTo>
                  <a:pt x="133350" y="3048000"/>
                </a:lnTo>
                <a:lnTo>
                  <a:pt x="142875" y="3048000"/>
                </a:lnTo>
                <a:close/>
                <a:moveTo>
                  <a:pt x="514350" y="3086100"/>
                </a:moveTo>
                <a:lnTo>
                  <a:pt x="552450" y="3086100"/>
                </a:lnTo>
                <a:lnTo>
                  <a:pt x="552450" y="3095625"/>
                </a:lnTo>
                <a:lnTo>
                  <a:pt x="514350" y="3095625"/>
                </a:lnTo>
                <a:close/>
                <a:moveTo>
                  <a:pt x="552450" y="3114675"/>
                </a:moveTo>
                <a:lnTo>
                  <a:pt x="571500" y="3114675"/>
                </a:lnTo>
                <a:lnTo>
                  <a:pt x="571500" y="3133725"/>
                </a:lnTo>
                <a:lnTo>
                  <a:pt x="552450" y="3133725"/>
                </a:lnTo>
                <a:close/>
                <a:moveTo>
                  <a:pt x="1476375" y="3114675"/>
                </a:moveTo>
                <a:lnTo>
                  <a:pt x="1504950" y="3114675"/>
                </a:lnTo>
                <a:lnTo>
                  <a:pt x="1504950" y="3124200"/>
                </a:lnTo>
                <a:lnTo>
                  <a:pt x="1495425" y="3124200"/>
                </a:lnTo>
                <a:lnTo>
                  <a:pt x="1495425" y="3133725"/>
                </a:lnTo>
                <a:lnTo>
                  <a:pt x="1466850" y="3133725"/>
                </a:lnTo>
                <a:lnTo>
                  <a:pt x="1466850" y="3124200"/>
                </a:lnTo>
                <a:lnTo>
                  <a:pt x="1476375" y="3124200"/>
                </a:lnTo>
                <a:close/>
                <a:moveTo>
                  <a:pt x="1590675" y="3114675"/>
                </a:moveTo>
                <a:lnTo>
                  <a:pt x="1609725" y="3114675"/>
                </a:lnTo>
                <a:lnTo>
                  <a:pt x="1609725" y="3124200"/>
                </a:lnTo>
                <a:lnTo>
                  <a:pt x="1619250" y="3124200"/>
                </a:lnTo>
                <a:lnTo>
                  <a:pt x="1619250" y="3133725"/>
                </a:lnTo>
                <a:lnTo>
                  <a:pt x="1590675" y="3133725"/>
                </a:lnTo>
                <a:close/>
                <a:moveTo>
                  <a:pt x="371475" y="3143250"/>
                </a:moveTo>
                <a:lnTo>
                  <a:pt x="504825" y="3143250"/>
                </a:lnTo>
                <a:lnTo>
                  <a:pt x="504825" y="3152775"/>
                </a:lnTo>
                <a:lnTo>
                  <a:pt x="533400" y="3152775"/>
                </a:lnTo>
                <a:lnTo>
                  <a:pt x="533400" y="3143250"/>
                </a:lnTo>
                <a:lnTo>
                  <a:pt x="552450" y="3143250"/>
                </a:lnTo>
                <a:lnTo>
                  <a:pt x="552450" y="3152775"/>
                </a:lnTo>
                <a:lnTo>
                  <a:pt x="561975" y="3152775"/>
                </a:lnTo>
                <a:lnTo>
                  <a:pt x="561975" y="3162300"/>
                </a:lnTo>
                <a:lnTo>
                  <a:pt x="552450" y="3162300"/>
                </a:lnTo>
                <a:lnTo>
                  <a:pt x="552450" y="3171825"/>
                </a:lnTo>
                <a:lnTo>
                  <a:pt x="523875" y="3171825"/>
                </a:lnTo>
                <a:lnTo>
                  <a:pt x="523875" y="3162300"/>
                </a:lnTo>
                <a:lnTo>
                  <a:pt x="485775" y="3162300"/>
                </a:lnTo>
                <a:lnTo>
                  <a:pt x="485775" y="3171825"/>
                </a:lnTo>
                <a:lnTo>
                  <a:pt x="476250" y="3171825"/>
                </a:lnTo>
                <a:lnTo>
                  <a:pt x="476250" y="3162300"/>
                </a:lnTo>
                <a:lnTo>
                  <a:pt x="447675" y="3162300"/>
                </a:lnTo>
                <a:lnTo>
                  <a:pt x="447675" y="3171825"/>
                </a:lnTo>
                <a:lnTo>
                  <a:pt x="400050" y="3171825"/>
                </a:lnTo>
                <a:lnTo>
                  <a:pt x="400050" y="3162300"/>
                </a:lnTo>
                <a:lnTo>
                  <a:pt x="371475" y="3162300"/>
                </a:lnTo>
                <a:close/>
                <a:moveTo>
                  <a:pt x="1695450" y="3152775"/>
                </a:moveTo>
                <a:lnTo>
                  <a:pt x="1704975" y="3152775"/>
                </a:lnTo>
                <a:lnTo>
                  <a:pt x="1704975" y="3171825"/>
                </a:lnTo>
                <a:lnTo>
                  <a:pt x="1724025" y="3171825"/>
                </a:lnTo>
                <a:lnTo>
                  <a:pt x="1724025" y="3267075"/>
                </a:lnTo>
                <a:lnTo>
                  <a:pt x="1676400" y="3267075"/>
                </a:lnTo>
                <a:lnTo>
                  <a:pt x="1676400" y="3248025"/>
                </a:lnTo>
                <a:lnTo>
                  <a:pt x="1685925" y="3248025"/>
                </a:lnTo>
                <a:lnTo>
                  <a:pt x="1685925" y="3238500"/>
                </a:lnTo>
                <a:lnTo>
                  <a:pt x="1695450" y="3238500"/>
                </a:lnTo>
                <a:lnTo>
                  <a:pt x="1695450" y="3219450"/>
                </a:lnTo>
                <a:lnTo>
                  <a:pt x="1704975" y="3219450"/>
                </a:lnTo>
                <a:lnTo>
                  <a:pt x="1704975" y="3238500"/>
                </a:lnTo>
                <a:lnTo>
                  <a:pt x="1714500" y="3238500"/>
                </a:lnTo>
                <a:lnTo>
                  <a:pt x="1714500" y="3181350"/>
                </a:lnTo>
                <a:lnTo>
                  <a:pt x="1704975" y="3181350"/>
                </a:lnTo>
                <a:lnTo>
                  <a:pt x="1704975" y="3190875"/>
                </a:lnTo>
                <a:lnTo>
                  <a:pt x="1695450" y="3190875"/>
                </a:lnTo>
                <a:lnTo>
                  <a:pt x="1695450" y="3181350"/>
                </a:lnTo>
                <a:lnTo>
                  <a:pt x="1685925" y="3181350"/>
                </a:lnTo>
                <a:lnTo>
                  <a:pt x="1685925" y="3162300"/>
                </a:lnTo>
                <a:lnTo>
                  <a:pt x="1695450" y="3162300"/>
                </a:lnTo>
                <a:close/>
                <a:moveTo>
                  <a:pt x="342900" y="3200400"/>
                </a:moveTo>
                <a:lnTo>
                  <a:pt x="361950" y="3200400"/>
                </a:lnTo>
                <a:lnTo>
                  <a:pt x="361950" y="3209925"/>
                </a:lnTo>
                <a:lnTo>
                  <a:pt x="381000" y="3209925"/>
                </a:lnTo>
                <a:lnTo>
                  <a:pt x="381000" y="3228975"/>
                </a:lnTo>
                <a:lnTo>
                  <a:pt x="371475" y="3228975"/>
                </a:lnTo>
                <a:lnTo>
                  <a:pt x="371475" y="3238500"/>
                </a:lnTo>
                <a:lnTo>
                  <a:pt x="342900" y="3238500"/>
                </a:lnTo>
                <a:lnTo>
                  <a:pt x="342900" y="3219450"/>
                </a:lnTo>
                <a:lnTo>
                  <a:pt x="333375" y="3219450"/>
                </a:lnTo>
                <a:lnTo>
                  <a:pt x="333375" y="3209925"/>
                </a:lnTo>
                <a:lnTo>
                  <a:pt x="342900" y="3209925"/>
                </a:lnTo>
                <a:close/>
                <a:moveTo>
                  <a:pt x="400050" y="3209925"/>
                </a:moveTo>
                <a:lnTo>
                  <a:pt x="419100" y="3209925"/>
                </a:lnTo>
                <a:lnTo>
                  <a:pt x="419100" y="3219450"/>
                </a:lnTo>
                <a:lnTo>
                  <a:pt x="438150" y="3219450"/>
                </a:lnTo>
                <a:lnTo>
                  <a:pt x="438150" y="3228975"/>
                </a:lnTo>
                <a:lnTo>
                  <a:pt x="419100" y="3228975"/>
                </a:lnTo>
                <a:lnTo>
                  <a:pt x="419100" y="3238500"/>
                </a:lnTo>
                <a:lnTo>
                  <a:pt x="409575" y="3238500"/>
                </a:lnTo>
                <a:lnTo>
                  <a:pt x="409575" y="3228975"/>
                </a:lnTo>
                <a:lnTo>
                  <a:pt x="390525" y="3228975"/>
                </a:lnTo>
                <a:lnTo>
                  <a:pt x="390525" y="3219450"/>
                </a:lnTo>
                <a:lnTo>
                  <a:pt x="400050" y="3219450"/>
                </a:lnTo>
                <a:close/>
                <a:moveTo>
                  <a:pt x="295275" y="3248025"/>
                </a:moveTo>
                <a:lnTo>
                  <a:pt x="352425" y="3248025"/>
                </a:lnTo>
                <a:lnTo>
                  <a:pt x="352425" y="3257550"/>
                </a:lnTo>
                <a:lnTo>
                  <a:pt x="342900" y="3257550"/>
                </a:lnTo>
                <a:lnTo>
                  <a:pt x="342900" y="3267075"/>
                </a:lnTo>
                <a:lnTo>
                  <a:pt x="304800" y="3267075"/>
                </a:lnTo>
                <a:lnTo>
                  <a:pt x="304800" y="3257550"/>
                </a:lnTo>
                <a:lnTo>
                  <a:pt x="295275" y="3257550"/>
                </a:lnTo>
                <a:close/>
                <a:moveTo>
                  <a:pt x="390525" y="3248025"/>
                </a:moveTo>
                <a:lnTo>
                  <a:pt x="409575" y="3248025"/>
                </a:lnTo>
                <a:lnTo>
                  <a:pt x="409575" y="3267075"/>
                </a:lnTo>
                <a:lnTo>
                  <a:pt x="400050" y="3267075"/>
                </a:lnTo>
                <a:lnTo>
                  <a:pt x="400050" y="3257550"/>
                </a:lnTo>
                <a:lnTo>
                  <a:pt x="390525" y="3257550"/>
                </a:lnTo>
                <a:close/>
                <a:moveTo>
                  <a:pt x="304800" y="3305175"/>
                </a:moveTo>
                <a:lnTo>
                  <a:pt x="314325" y="3305175"/>
                </a:lnTo>
                <a:lnTo>
                  <a:pt x="314325" y="3314700"/>
                </a:lnTo>
                <a:lnTo>
                  <a:pt x="304800" y="3314700"/>
                </a:lnTo>
                <a:close/>
                <a:moveTo>
                  <a:pt x="561975" y="3305175"/>
                </a:moveTo>
                <a:lnTo>
                  <a:pt x="581025" y="3305175"/>
                </a:lnTo>
                <a:lnTo>
                  <a:pt x="581025" y="3314700"/>
                </a:lnTo>
                <a:lnTo>
                  <a:pt x="590550" y="3314700"/>
                </a:lnTo>
                <a:lnTo>
                  <a:pt x="590550" y="3324225"/>
                </a:lnTo>
                <a:lnTo>
                  <a:pt x="619125" y="3324225"/>
                </a:lnTo>
                <a:lnTo>
                  <a:pt x="619125" y="3343275"/>
                </a:lnTo>
                <a:lnTo>
                  <a:pt x="590550" y="3343275"/>
                </a:lnTo>
                <a:lnTo>
                  <a:pt x="590550" y="3333750"/>
                </a:lnTo>
                <a:lnTo>
                  <a:pt x="571500" y="3333750"/>
                </a:lnTo>
                <a:lnTo>
                  <a:pt x="571500" y="3343275"/>
                </a:lnTo>
                <a:lnTo>
                  <a:pt x="561975" y="3343275"/>
                </a:lnTo>
                <a:lnTo>
                  <a:pt x="561975" y="3362325"/>
                </a:lnTo>
                <a:lnTo>
                  <a:pt x="533400" y="3362325"/>
                </a:lnTo>
                <a:lnTo>
                  <a:pt x="533400" y="3371850"/>
                </a:lnTo>
                <a:lnTo>
                  <a:pt x="504825" y="3371850"/>
                </a:lnTo>
                <a:lnTo>
                  <a:pt x="504825" y="3362325"/>
                </a:lnTo>
                <a:lnTo>
                  <a:pt x="514350" y="3362325"/>
                </a:lnTo>
                <a:lnTo>
                  <a:pt x="514350" y="3343275"/>
                </a:lnTo>
                <a:lnTo>
                  <a:pt x="542925" y="3343275"/>
                </a:lnTo>
                <a:lnTo>
                  <a:pt x="542925" y="3333750"/>
                </a:lnTo>
                <a:lnTo>
                  <a:pt x="552450" y="3333750"/>
                </a:lnTo>
                <a:lnTo>
                  <a:pt x="552450" y="3324225"/>
                </a:lnTo>
                <a:lnTo>
                  <a:pt x="561975" y="3324225"/>
                </a:lnTo>
                <a:close/>
                <a:moveTo>
                  <a:pt x="1238250" y="3305175"/>
                </a:moveTo>
                <a:lnTo>
                  <a:pt x="1257300" y="3305175"/>
                </a:lnTo>
                <a:lnTo>
                  <a:pt x="1257300" y="3314700"/>
                </a:lnTo>
                <a:lnTo>
                  <a:pt x="1238250" y="3314700"/>
                </a:lnTo>
                <a:close/>
                <a:moveTo>
                  <a:pt x="314325" y="3314700"/>
                </a:moveTo>
                <a:lnTo>
                  <a:pt x="352425" y="3314700"/>
                </a:lnTo>
                <a:lnTo>
                  <a:pt x="352425" y="3333750"/>
                </a:lnTo>
                <a:lnTo>
                  <a:pt x="333375" y="3333750"/>
                </a:lnTo>
                <a:lnTo>
                  <a:pt x="333375" y="3324225"/>
                </a:lnTo>
                <a:lnTo>
                  <a:pt x="314325" y="3324225"/>
                </a:lnTo>
                <a:close/>
                <a:moveTo>
                  <a:pt x="409575" y="3314700"/>
                </a:moveTo>
                <a:lnTo>
                  <a:pt x="438150" y="3314700"/>
                </a:lnTo>
                <a:lnTo>
                  <a:pt x="438150" y="3324225"/>
                </a:lnTo>
                <a:lnTo>
                  <a:pt x="409575" y="3324225"/>
                </a:lnTo>
                <a:close/>
                <a:moveTo>
                  <a:pt x="361950" y="3324225"/>
                </a:moveTo>
                <a:lnTo>
                  <a:pt x="371475" y="3324225"/>
                </a:lnTo>
                <a:lnTo>
                  <a:pt x="371475" y="3333750"/>
                </a:lnTo>
                <a:lnTo>
                  <a:pt x="361950" y="3333750"/>
                </a:lnTo>
                <a:close/>
                <a:moveTo>
                  <a:pt x="381000" y="3324225"/>
                </a:moveTo>
                <a:lnTo>
                  <a:pt x="390525" y="3324225"/>
                </a:lnTo>
                <a:lnTo>
                  <a:pt x="390525" y="3333750"/>
                </a:lnTo>
                <a:lnTo>
                  <a:pt x="381000" y="3333750"/>
                </a:lnTo>
                <a:close/>
                <a:moveTo>
                  <a:pt x="400050" y="3324225"/>
                </a:moveTo>
                <a:lnTo>
                  <a:pt x="409575" y="3324225"/>
                </a:lnTo>
                <a:lnTo>
                  <a:pt x="409575" y="3333750"/>
                </a:lnTo>
                <a:lnTo>
                  <a:pt x="400050" y="3333750"/>
                </a:lnTo>
                <a:close/>
                <a:moveTo>
                  <a:pt x="1304925" y="3352800"/>
                </a:moveTo>
                <a:lnTo>
                  <a:pt x="1323975" y="3352800"/>
                </a:lnTo>
                <a:lnTo>
                  <a:pt x="1323975" y="3362325"/>
                </a:lnTo>
                <a:lnTo>
                  <a:pt x="1333500" y="3362325"/>
                </a:lnTo>
                <a:lnTo>
                  <a:pt x="1333500" y="3371850"/>
                </a:lnTo>
                <a:lnTo>
                  <a:pt x="1343025" y="3371850"/>
                </a:lnTo>
                <a:lnTo>
                  <a:pt x="1343025" y="3381375"/>
                </a:lnTo>
                <a:lnTo>
                  <a:pt x="1333500" y="3381375"/>
                </a:lnTo>
                <a:lnTo>
                  <a:pt x="1333500" y="3390900"/>
                </a:lnTo>
                <a:lnTo>
                  <a:pt x="1323975" y="3390900"/>
                </a:lnTo>
                <a:lnTo>
                  <a:pt x="1323975" y="3400425"/>
                </a:lnTo>
                <a:lnTo>
                  <a:pt x="1314450" y="3400425"/>
                </a:lnTo>
                <a:lnTo>
                  <a:pt x="1314450" y="3390900"/>
                </a:lnTo>
                <a:lnTo>
                  <a:pt x="1304925" y="3390900"/>
                </a:lnTo>
                <a:close/>
                <a:moveTo>
                  <a:pt x="1200150" y="3362325"/>
                </a:moveTo>
                <a:lnTo>
                  <a:pt x="1209675" y="3362325"/>
                </a:lnTo>
                <a:lnTo>
                  <a:pt x="1209675" y="3390900"/>
                </a:lnTo>
                <a:lnTo>
                  <a:pt x="1200150" y="3390900"/>
                </a:lnTo>
                <a:lnTo>
                  <a:pt x="1200150" y="3409950"/>
                </a:lnTo>
                <a:lnTo>
                  <a:pt x="1181100" y="3409950"/>
                </a:lnTo>
                <a:lnTo>
                  <a:pt x="1181100" y="3381375"/>
                </a:lnTo>
                <a:lnTo>
                  <a:pt x="1200150" y="3381375"/>
                </a:lnTo>
                <a:close/>
                <a:moveTo>
                  <a:pt x="523875" y="3409950"/>
                </a:moveTo>
                <a:lnTo>
                  <a:pt x="542925" y="3409950"/>
                </a:lnTo>
                <a:lnTo>
                  <a:pt x="542925" y="3419475"/>
                </a:lnTo>
                <a:lnTo>
                  <a:pt x="561975" y="3419475"/>
                </a:lnTo>
                <a:lnTo>
                  <a:pt x="561975" y="3409950"/>
                </a:lnTo>
                <a:lnTo>
                  <a:pt x="590550" y="3409950"/>
                </a:lnTo>
                <a:lnTo>
                  <a:pt x="590550" y="3419475"/>
                </a:lnTo>
                <a:lnTo>
                  <a:pt x="600075" y="3419475"/>
                </a:lnTo>
                <a:lnTo>
                  <a:pt x="600075" y="3409950"/>
                </a:lnTo>
                <a:lnTo>
                  <a:pt x="619125" y="3409950"/>
                </a:lnTo>
                <a:lnTo>
                  <a:pt x="619125" y="3419475"/>
                </a:lnTo>
                <a:lnTo>
                  <a:pt x="628650" y="3419475"/>
                </a:lnTo>
                <a:lnTo>
                  <a:pt x="628650" y="3429000"/>
                </a:lnTo>
                <a:lnTo>
                  <a:pt x="647700" y="3429000"/>
                </a:lnTo>
                <a:lnTo>
                  <a:pt x="647700" y="3438525"/>
                </a:lnTo>
                <a:lnTo>
                  <a:pt x="619125" y="3438525"/>
                </a:lnTo>
                <a:lnTo>
                  <a:pt x="619125" y="3448050"/>
                </a:lnTo>
                <a:lnTo>
                  <a:pt x="571500" y="3448050"/>
                </a:lnTo>
                <a:lnTo>
                  <a:pt x="571500" y="3438525"/>
                </a:lnTo>
                <a:lnTo>
                  <a:pt x="533400" y="3438525"/>
                </a:lnTo>
                <a:lnTo>
                  <a:pt x="533400" y="3476625"/>
                </a:lnTo>
                <a:lnTo>
                  <a:pt x="514350" y="3476625"/>
                </a:lnTo>
                <a:lnTo>
                  <a:pt x="514350" y="3429000"/>
                </a:lnTo>
                <a:lnTo>
                  <a:pt x="523875" y="3429000"/>
                </a:lnTo>
                <a:close/>
                <a:moveTo>
                  <a:pt x="638175" y="3409950"/>
                </a:moveTo>
                <a:lnTo>
                  <a:pt x="647700" y="3409950"/>
                </a:lnTo>
                <a:lnTo>
                  <a:pt x="647700" y="3419475"/>
                </a:lnTo>
                <a:lnTo>
                  <a:pt x="638175" y="3419475"/>
                </a:lnTo>
                <a:close/>
                <a:moveTo>
                  <a:pt x="876300" y="3409950"/>
                </a:moveTo>
                <a:lnTo>
                  <a:pt x="895350" y="3409950"/>
                </a:lnTo>
                <a:lnTo>
                  <a:pt x="895350" y="3419475"/>
                </a:lnTo>
                <a:lnTo>
                  <a:pt x="923925" y="3419475"/>
                </a:lnTo>
                <a:lnTo>
                  <a:pt x="923925" y="3429000"/>
                </a:lnTo>
                <a:lnTo>
                  <a:pt x="962025" y="3429000"/>
                </a:lnTo>
                <a:lnTo>
                  <a:pt x="962025" y="3438525"/>
                </a:lnTo>
                <a:lnTo>
                  <a:pt x="904875" y="3438525"/>
                </a:lnTo>
                <a:lnTo>
                  <a:pt x="904875" y="3448050"/>
                </a:lnTo>
                <a:lnTo>
                  <a:pt x="857250" y="3448050"/>
                </a:lnTo>
                <a:lnTo>
                  <a:pt x="857250" y="3429000"/>
                </a:lnTo>
                <a:lnTo>
                  <a:pt x="866775" y="3429000"/>
                </a:lnTo>
                <a:lnTo>
                  <a:pt x="866775" y="3419475"/>
                </a:lnTo>
                <a:lnTo>
                  <a:pt x="876300" y="3419475"/>
                </a:lnTo>
                <a:close/>
                <a:moveTo>
                  <a:pt x="1390650" y="3419475"/>
                </a:moveTo>
                <a:lnTo>
                  <a:pt x="1409700" y="3419475"/>
                </a:lnTo>
                <a:lnTo>
                  <a:pt x="1409700" y="3429000"/>
                </a:lnTo>
                <a:lnTo>
                  <a:pt x="1419225" y="3429000"/>
                </a:lnTo>
                <a:lnTo>
                  <a:pt x="1419225" y="3495675"/>
                </a:lnTo>
                <a:lnTo>
                  <a:pt x="1409700" y="3495675"/>
                </a:lnTo>
                <a:lnTo>
                  <a:pt x="1409700" y="3505200"/>
                </a:lnTo>
                <a:lnTo>
                  <a:pt x="1400175" y="3505200"/>
                </a:lnTo>
                <a:lnTo>
                  <a:pt x="1400175" y="3476625"/>
                </a:lnTo>
                <a:lnTo>
                  <a:pt x="1381125" y="3476625"/>
                </a:lnTo>
                <a:lnTo>
                  <a:pt x="1381125" y="3486150"/>
                </a:lnTo>
                <a:lnTo>
                  <a:pt x="1352550" y="3486150"/>
                </a:lnTo>
                <a:lnTo>
                  <a:pt x="1352550" y="3448050"/>
                </a:lnTo>
                <a:lnTo>
                  <a:pt x="1362075" y="3448050"/>
                </a:lnTo>
                <a:lnTo>
                  <a:pt x="1362075" y="3438525"/>
                </a:lnTo>
                <a:lnTo>
                  <a:pt x="1381125" y="3438525"/>
                </a:lnTo>
                <a:lnTo>
                  <a:pt x="1381125" y="3429000"/>
                </a:lnTo>
                <a:lnTo>
                  <a:pt x="1390650" y="3429000"/>
                </a:lnTo>
                <a:close/>
                <a:moveTo>
                  <a:pt x="1228725" y="3429000"/>
                </a:moveTo>
                <a:lnTo>
                  <a:pt x="1304925" y="3429000"/>
                </a:lnTo>
                <a:lnTo>
                  <a:pt x="1304925" y="3438525"/>
                </a:lnTo>
                <a:lnTo>
                  <a:pt x="1295400" y="3438525"/>
                </a:lnTo>
                <a:lnTo>
                  <a:pt x="1295400" y="3448050"/>
                </a:lnTo>
                <a:lnTo>
                  <a:pt x="1228725" y="3448050"/>
                </a:lnTo>
                <a:close/>
                <a:moveTo>
                  <a:pt x="342900" y="3457575"/>
                </a:moveTo>
                <a:lnTo>
                  <a:pt x="361950" y="3457575"/>
                </a:lnTo>
                <a:lnTo>
                  <a:pt x="361950" y="3476625"/>
                </a:lnTo>
                <a:lnTo>
                  <a:pt x="352425" y="3476625"/>
                </a:lnTo>
                <a:lnTo>
                  <a:pt x="352425" y="3486150"/>
                </a:lnTo>
                <a:lnTo>
                  <a:pt x="333375" y="3486150"/>
                </a:lnTo>
                <a:lnTo>
                  <a:pt x="333375" y="3476625"/>
                </a:lnTo>
                <a:lnTo>
                  <a:pt x="342900" y="3476625"/>
                </a:lnTo>
                <a:close/>
                <a:moveTo>
                  <a:pt x="276225" y="3514725"/>
                </a:moveTo>
                <a:lnTo>
                  <a:pt x="285750" y="3514725"/>
                </a:lnTo>
                <a:lnTo>
                  <a:pt x="285750" y="3524250"/>
                </a:lnTo>
                <a:lnTo>
                  <a:pt x="295275" y="3524250"/>
                </a:lnTo>
                <a:lnTo>
                  <a:pt x="295275" y="3533775"/>
                </a:lnTo>
                <a:lnTo>
                  <a:pt x="285750" y="3533775"/>
                </a:lnTo>
                <a:lnTo>
                  <a:pt x="285750" y="3543300"/>
                </a:lnTo>
                <a:lnTo>
                  <a:pt x="276225" y="3543300"/>
                </a:lnTo>
                <a:lnTo>
                  <a:pt x="276225" y="3562350"/>
                </a:lnTo>
                <a:lnTo>
                  <a:pt x="285750" y="3562350"/>
                </a:lnTo>
                <a:lnTo>
                  <a:pt x="285750" y="3571875"/>
                </a:lnTo>
                <a:lnTo>
                  <a:pt x="276225" y="3571875"/>
                </a:lnTo>
                <a:lnTo>
                  <a:pt x="276225" y="3581400"/>
                </a:lnTo>
                <a:lnTo>
                  <a:pt x="266700" y="3581400"/>
                </a:lnTo>
                <a:lnTo>
                  <a:pt x="266700" y="3590925"/>
                </a:lnTo>
                <a:lnTo>
                  <a:pt x="257175" y="3590925"/>
                </a:lnTo>
                <a:lnTo>
                  <a:pt x="257175" y="3609975"/>
                </a:lnTo>
                <a:lnTo>
                  <a:pt x="247650" y="3609975"/>
                </a:lnTo>
                <a:lnTo>
                  <a:pt x="247650" y="3619500"/>
                </a:lnTo>
                <a:lnTo>
                  <a:pt x="228600" y="3619500"/>
                </a:lnTo>
                <a:lnTo>
                  <a:pt x="228600" y="3609975"/>
                </a:lnTo>
                <a:lnTo>
                  <a:pt x="209550" y="3609975"/>
                </a:lnTo>
                <a:lnTo>
                  <a:pt x="209550" y="3600450"/>
                </a:lnTo>
                <a:lnTo>
                  <a:pt x="200025" y="3600450"/>
                </a:lnTo>
                <a:lnTo>
                  <a:pt x="200025" y="3590925"/>
                </a:lnTo>
                <a:lnTo>
                  <a:pt x="190500" y="3590925"/>
                </a:lnTo>
                <a:lnTo>
                  <a:pt x="190500" y="3581400"/>
                </a:lnTo>
                <a:lnTo>
                  <a:pt x="180975" y="3581400"/>
                </a:lnTo>
                <a:lnTo>
                  <a:pt x="180975" y="3562350"/>
                </a:lnTo>
                <a:lnTo>
                  <a:pt x="200025" y="3562350"/>
                </a:lnTo>
                <a:lnTo>
                  <a:pt x="200025" y="3552825"/>
                </a:lnTo>
                <a:lnTo>
                  <a:pt x="219075" y="3552825"/>
                </a:lnTo>
                <a:lnTo>
                  <a:pt x="219075" y="3562350"/>
                </a:lnTo>
                <a:lnTo>
                  <a:pt x="247650" y="3562350"/>
                </a:lnTo>
                <a:lnTo>
                  <a:pt x="247650" y="3524250"/>
                </a:lnTo>
                <a:lnTo>
                  <a:pt x="276225" y="3524250"/>
                </a:lnTo>
                <a:close/>
                <a:moveTo>
                  <a:pt x="1666875" y="3571875"/>
                </a:moveTo>
                <a:lnTo>
                  <a:pt x="1676400" y="3571875"/>
                </a:lnTo>
                <a:lnTo>
                  <a:pt x="1676400" y="3590925"/>
                </a:lnTo>
                <a:lnTo>
                  <a:pt x="1666875" y="3590925"/>
                </a:lnTo>
                <a:close/>
                <a:moveTo>
                  <a:pt x="390525" y="3657600"/>
                </a:moveTo>
                <a:lnTo>
                  <a:pt x="409575" y="3657600"/>
                </a:lnTo>
                <a:lnTo>
                  <a:pt x="409575" y="3676650"/>
                </a:lnTo>
                <a:lnTo>
                  <a:pt x="390525" y="3676650"/>
                </a:lnTo>
                <a:close/>
              </a:path>
            </a:pathLst>
          </a:custGeom>
          <a:solidFill xmlns:a="http://schemas.openxmlformats.org/drawingml/2006/main">
            <a:srgbClr val="F4F0E4"/>
          </a:solidFill>
          <a:ln xmlns:a="http://schemas.openxmlformats.org/drawingml/2006/main" w="0">
            <a:noFill/>
          </a:ln>
        </p:spPr>
      </p:sp>
      <p:sp>
        <p:nvSpPr>
          <p:cNvPr id="36" name="profit vector #f4eee2">
            <a:extLst xmlns:a="http://schemas.openxmlformats.org/drawingml/2006/main">
              <a:ext uri="{FF2B5EF4-FFF2-40B4-BE49-F238E27FC236}">
                <a16:creationId xmlns:a16="http://schemas.microsoft.com/office/drawing/2014/main" id="{8F24AEEB-383E-4212-AB5D-9E79D6DC25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29825" y="1447800"/>
            <a:ext cx="2200275" cy="4467225"/>
          </a:xfrm>
          <a:custGeom xmlns:a="http://schemas.openxmlformats.org/drawingml/2006/main">
            <a:pathLst>
              <a:path w="1866900" h="3790950">
                <a:moveTo>
                  <a:pt x="161925" y="0"/>
                </a:moveTo>
                <a:lnTo>
                  <a:pt x="180975" y="0"/>
                </a:lnTo>
                <a:lnTo>
                  <a:pt x="180975" y="9525"/>
                </a:lnTo>
                <a:lnTo>
                  <a:pt x="161925" y="9525"/>
                </a:lnTo>
                <a:close/>
                <a:moveTo>
                  <a:pt x="1704975" y="0"/>
                </a:moveTo>
                <a:lnTo>
                  <a:pt x="1743075" y="0"/>
                </a:lnTo>
                <a:lnTo>
                  <a:pt x="1743075" y="19050"/>
                </a:lnTo>
                <a:lnTo>
                  <a:pt x="1724025" y="19050"/>
                </a:lnTo>
                <a:lnTo>
                  <a:pt x="1724025" y="9525"/>
                </a:lnTo>
                <a:lnTo>
                  <a:pt x="1704975" y="9525"/>
                </a:lnTo>
                <a:close/>
                <a:moveTo>
                  <a:pt x="1771650" y="0"/>
                </a:moveTo>
                <a:lnTo>
                  <a:pt x="1800225" y="0"/>
                </a:lnTo>
                <a:lnTo>
                  <a:pt x="1800225" y="28575"/>
                </a:lnTo>
                <a:lnTo>
                  <a:pt x="1809750" y="28575"/>
                </a:lnTo>
                <a:lnTo>
                  <a:pt x="1809750" y="66675"/>
                </a:lnTo>
                <a:lnTo>
                  <a:pt x="1800225" y="66675"/>
                </a:lnTo>
                <a:lnTo>
                  <a:pt x="1800225" y="57150"/>
                </a:lnTo>
                <a:lnTo>
                  <a:pt x="1790700" y="57150"/>
                </a:lnTo>
                <a:lnTo>
                  <a:pt x="1790700" y="47625"/>
                </a:lnTo>
                <a:lnTo>
                  <a:pt x="1752600" y="47625"/>
                </a:lnTo>
                <a:lnTo>
                  <a:pt x="1752600" y="19050"/>
                </a:lnTo>
                <a:lnTo>
                  <a:pt x="1762125" y="19050"/>
                </a:lnTo>
                <a:lnTo>
                  <a:pt x="1762125" y="9525"/>
                </a:lnTo>
                <a:lnTo>
                  <a:pt x="1771650" y="9525"/>
                </a:lnTo>
                <a:close/>
                <a:moveTo>
                  <a:pt x="1819275" y="9525"/>
                </a:moveTo>
                <a:lnTo>
                  <a:pt x="1828800" y="9525"/>
                </a:lnTo>
                <a:lnTo>
                  <a:pt x="1828800" y="19050"/>
                </a:lnTo>
                <a:lnTo>
                  <a:pt x="1819275" y="19050"/>
                </a:lnTo>
                <a:close/>
                <a:moveTo>
                  <a:pt x="0" y="57150"/>
                </a:moveTo>
                <a:lnTo>
                  <a:pt x="38100" y="57150"/>
                </a:lnTo>
                <a:lnTo>
                  <a:pt x="38100" y="66675"/>
                </a:lnTo>
                <a:lnTo>
                  <a:pt x="28575" y="66675"/>
                </a:lnTo>
                <a:lnTo>
                  <a:pt x="28575" y="104775"/>
                </a:lnTo>
                <a:lnTo>
                  <a:pt x="9525" y="104775"/>
                </a:lnTo>
                <a:lnTo>
                  <a:pt x="9525" y="95250"/>
                </a:lnTo>
                <a:lnTo>
                  <a:pt x="19050" y="95250"/>
                </a:lnTo>
                <a:lnTo>
                  <a:pt x="19050" y="85725"/>
                </a:lnTo>
                <a:lnTo>
                  <a:pt x="9525" y="85725"/>
                </a:lnTo>
                <a:lnTo>
                  <a:pt x="9525" y="66675"/>
                </a:lnTo>
                <a:lnTo>
                  <a:pt x="0" y="66675"/>
                </a:lnTo>
                <a:close/>
                <a:moveTo>
                  <a:pt x="1819275" y="57150"/>
                </a:moveTo>
                <a:lnTo>
                  <a:pt x="1838325" y="57150"/>
                </a:lnTo>
                <a:lnTo>
                  <a:pt x="1838325" y="66675"/>
                </a:lnTo>
                <a:lnTo>
                  <a:pt x="1847850" y="66675"/>
                </a:lnTo>
                <a:lnTo>
                  <a:pt x="1847850" y="76200"/>
                </a:lnTo>
                <a:lnTo>
                  <a:pt x="1857375" y="76200"/>
                </a:lnTo>
                <a:lnTo>
                  <a:pt x="1857375" y="85725"/>
                </a:lnTo>
                <a:lnTo>
                  <a:pt x="1866900" y="85725"/>
                </a:lnTo>
                <a:lnTo>
                  <a:pt x="1866900" y="114300"/>
                </a:lnTo>
                <a:lnTo>
                  <a:pt x="1857375" y="114300"/>
                </a:lnTo>
                <a:lnTo>
                  <a:pt x="1857375" y="104775"/>
                </a:lnTo>
                <a:lnTo>
                  <a:pt x="1847850" y="104775"/>
                </a:lnTo>
                <a:lnTo>
                  <a:pt x="1847850" y="95250"/>
                </a:lnTo>
                <a:lnTo>
                  <a:pt x="1819275" y="95250"/>
                </a:lnTo>
                <a:close/>
                <a:moveTo>
                  <a:pt x="38100" y="66675"/>
                </a:moveTo>
                <a:lnTo>
                  <a:pt x="57150" y="66675"/>
                </a:lnTo>
                <a:lnTo>
                  <a:pt x="57150" y="95250"/>
                </a:lnTo>
                <a:lnTo>
                  <a:pt x="47625" y="95250"/>
                </a:lnTo>
                <a:lnTo>
                  <a:pt x="47625" y="76200"/>
                </a:lnTo>
                <a:lnTo>
                  <a:pt x="38100" y="76200"/>
                </a:lnTo>
                <a:close/>
                <a:moveTo>
                  <a:pt x="0" y="114300"/>
                </a:moveTo>
                <a:lnTo>
                  <a:pt x="9525" y="114300"/>
                </a:lnTo>
                <a:lnTo>
                  <a:pt x="9525" y="133350"/>
                </a:lnTo>
                <a:lnTo>
                  <a:pt x="0" y="133350"/>
                </a:lnTo>
                <a:close/>
                <a:moveTo>
                  <a:pt x="1533525" y="152400"/>
                </a:moveTo>
                <a:lnTo>
                  <a:pt x="1581150" y="152400"/>
                </a:lnTo>
                <a:lnTo>
                  <a:pt x="1581150" y="161925"/>
                </a:lnTo>
                <a:lnTo>
                  <a:pt x="1571625" y="161925"/>
                </a:lnTo>
                <a:lnTo>
                  <a:pt x="1571625" y="171450"/>
                </a:lnTo>
                <a:lnTo>
                  <a:pt x="1552575" y="171450"/>
                </a:lnTo>
                <a:lnTo>
                  <a:pt x="1552575" y="180975"/>
                </a:lnTo>
                <a:lnTo>
                  <a:pt x="1524000" y="180975"/>
                </a:lnTo>
                <a:lnTo>
                  <a:pt x="1524000" y="171450"/>
                </a:lnTo>
                <a:lnTo>
                  <a:pt x="1533525" y="171450"/>
                </a:lnTo>
                <a:close/>
                <a:moveTo>
                  <a:pt x="1352550" y="209550"/>
                </a:moveTo>
                <a:lnTo>
                  <a:pt x="1362075" y="209550"/>
                </a:lnTo>
                <a:lnTo>
                  <a:pt x="1362075" y="219075"/>
                </a:lnTo>
                <a:lnTo>
                  <a:pt x="1371600" y="219075"/>
                </a:lnTo>
                <a:lnTo>
                  <a:pt x="1371600" y="228600"/>
                </a:lnTo>
                <a:lnTo>
                  <a:pt x="1352550" y="228600"/>
                </a:lnTo>
                <a:close/>
                <a:moveTo>
                  <a:pt x="1657350" y="209550"/>
                </a:moveTo>
                <a:lnTo>
                  <a:pt x="1676400" y="209550"/>
                </a:lnTo>
                <a:lnTo>
                  <a:pt x="1676400" y="228600"/>
                </a:lnTo>
                <a:lnTo>
                  <a:pt x="1666875" y="228600"/>
                </a:lnTo>
                <a:lnTo>
                  <a:pt x="1666875" y="295275"/>
                </a:lnTo>
                <a:lnTo>
                  <a:pt x="1628775" y="295275"/>
                </a:lnTo>
                <a:lnTo>
                  <a:pt x="1628775" y="342900"/>
                </a:lnTo>
                <a:lnTo>
                  <a:pt x="1619250" y="342900"/>
                </a:lnTo>
                <a:lnTo>
                  <a:pt x="1619250" y="352425"/>
                </a:lnTo>
                <a:lnTo>
                  <a:pt x="1590675" y="352425"/>
                </a:lnTo>
                <a:lnTo>
                  <a:pt x="1590675" y="314325"/>
                </a:lnTo>
                <a:lnTo>
                  <a:pt x="1581150" y="314325"/>
                </a:lnTo>
                <a:lnTo>
                  <a:pt x="1581150" y="304800"/>
                </a:lnTo>
                <a:lnTo>
                  <a:pt x="1562100" y="304800"/>
                </a:lnTo>
                <a:lnTo>
                  <a:pt x="1562100" y="295275"/>
                </a:lnTo>
                <a:lnTo>
                  <a:pt x="1581150" y="295275"/>
                </a:lnTo>
                <a:lnTo>
                  <a:pt x="1581150" y="285750"/>
                </a:lnTo>
                <a:lnTo>
                  <a:pt x="1590675" y="285750"/>
                </a:lnTo>
                <a:lnTo>
                  <a:pt x="1590675" y="276225"/>
                </a:lnTo>
                <a:lnTo>
                  <a:pt x="1600200" y="276225"/>
                </a:lnTo>
                <a:lnTo>
                  <a:pt x="1600200" y="285750"/>
                </a:lnTo>
                <a:lnTo>
                  <a:pt x="1590675" y="285750"/>
                </a:lnTo>
                <a:lnTo>
                  <a:pt x="1590675" y="295275"/>
                </a:lnTo>
                <a:lnTo>
                  <a:pt x="1600200" y="295275"/>
                </a:lnTo>
                <a:lnTo>
                  <a:pt x="1600200" y="285750"/>
                </a:lnTo>
                <a:lnTo>
                  <a:pt x="1609725" y="285750"/>
                </a:lnTo>
                <a:lnTo>
                  <a:pt x="1609725" y="276225"/>
                </a:lnTo>
                <a:lnTo>
                  <a:pt x="1619250" y="276225"/>
                </a:lnTo>
                <a:lnTo>
                  <a:pt x="1619250" y="266700"/>
                </a:lnTo>
                <a:lnTo>
                  <a:pt x="1628775" y="266700"/>
                </a:lnTo>
                <a:lnTo>
                  <a:pt x="1628775" y="257175"/>
                </a:lnTo>
                <a:lnTo>
                  <a:pt x="1600200" y="257175"/>
                </a:lnTo>
                <a:lnTo>
                  <a:pt x="1600200" y="247650"/>
                </a:lnTo>
                <a:lnTo>
                  <a:pt x="1609725" y="247650"/>
                </a:lnTo>
                <a:lnTo>
                  <a:pt x="1609725" y="238125"/>
                </a:lnTo>
                <a:lnTo>
                  <a:pt x="1628775" y="238125"/>
                </a:lnTo>
                <a:lnTo>
                  <a:pt x="1628775" y="228600"/>
                </a:lnTo>
                <a:lnTo>
                  <a:pt x="1638300" y="228600"/>
                </a:lnTo>
                <a:lnTo>
                  <a:pt x="1638300" y="238125"/>
                </a:lnTo>
                <a:lnTo>
                  <a:pt x="1647825" y="238125"/>
                </a:lnTo>
                <a:lnTo>
                  <a:pt x="1647825" y="228600"/>
                </a:lnTo>
                <a:lnTo>
                  <a:pt x="1657350" y="228600"/>
                </a:lnTo>
                <a:close/>
                <a:moveTo>
                  <a:pt x="552450" y="219075"/>
                </a:moveTo>
                <a:lnTo>
                  <a:pt x="571500" y="219075"/>
                </a:lnTo>
                <a:lnTo>
                  <a:pt x="571500" y="238125"/>
                </a:lnTo>
                <a:lnTo>
                  <a:pt x="552450" y="238125"/>
                </a:lnTo>
                <a:lnTo>
                  <a:pt x="552450" y="257175"/>
                </a:lnTo>
                <a:lnTo>
                  <a:pt x="542925" y="257175"/>
                </a:lnTo>
                <a:lnTo>
                  <a:pt x="542925" y="228600"/>
                </a:lnTo>
                <a:lnTo>
                  <a:pt x="552450" y="228600"/>
                </a:lnTo>
                <a:close/>
                <a:moveTo>
                  <a:pt x="657225" y="219075"/>
                </a:moveTo>
                <a:lnTo>
                  <a:pt x="666750" y="219075"/>
                </a:lnTo>
                <a:lnTo>
                  <a:pt x="666750" y="228600"/>
                </a:lnTo>
                <a:lnTo>
                  <a:pt x="657225" y="228600"/>
                </a:lnTo>
                <a:close/>
                <a:moveTo>
                  <a:pt x="200025" y="228600"/>
                </a:moveTo>
                <a:lnTo>
                  <a:pt x="209550" y="228600"/>
                </a:lnTo>
                <a:lnTo>
                  <a:pt x="209550" y="238125"/>
                </a:lnTo>
                <a:lnTo>
                  <a:pt x="200025" y="238125"/>
                </a:lnTo>
                <a:close/>
                <a:moveTo>
                  <a:pt x="619125" y="228600"/>
                </a:moveTo>
                <a:lnTo>
                  <a:pt x="628650" y="228600"/>
                </a:lnTo>
                <a:lnTo>
                  <a:pt x="628650" y="238125"/>
                </a:lnTo>
                <a:lnTo>
                  <a:pt x="638175" y="238125"/>
                </a:lnTo>
                <a:lnTo>
                  <a:pt x="638175" y="257175"/>
                </a:lnTo>
                <a:lnTo>
                  <a:pt x="619125" y="257175"/>
                </a:lnTo>
                <a:lnTo>
                  <a:pt x="619125" y="266700"/>
                </a:lnTo>
                <a:lnTo>
                  <a:pt x="628650" y="266700"/>
                </a:lnTo>
                <a:lnTo>
                  <a:pt x="628650" y="276225"/>
                </a:lnTo>
                <a:lnTo>
                  <a:pt x="638175" y="276225"/>
                </a:lnTo>
                <a:lnTo>
                  <a:pt x="638175" y="285750"/>
                </a:lnTo>
                <a:lnTo>
                  <a:pt x="666750" y="285750"/>
                </a:lnTo>
                <a:lnTo>
                  <a:pt x="666750" y="295275"/>
                </a:lnTo>
                <a:lnTo>
                  <a:pt x="619125" y="295275"/>
                </a:lnTo>
                <a:lnTo>
                  <a:pt x="619125" y="304800"/>
                </a:lnTo>
                <a:lnTo>
                  <a:pt x="600075" y="304800"/>
                </a:lnTo>
                <a:lnTo>
                  <a:pt x="600075" y="314325"/>
                </a:lnTo>
                <a:lnTo>
                  <a:pt x="581025" y="314325"/>
                </a:lnTo>
                <a:lnTo>
                  <a:pt x="581025" y="323850"/>
                </a:lnTo>
                <a:lnTo>
                  <a:pt x="561975" y="323850"/>
                </a:lnTo>
                <a:lnTo>
                  <a:pt x="561975" y="314325"/>
                </a:lnTo>
                <a:lnTo>
                  <a:pt x="523875" y="314325"/>
                </a:lnTo>
                <a:lnTo>
                  <a:pt x="523875" y="304800"/>
                </a:lnTo>
                <a:lnTo>
                  <a:pt x="485775" y="304800"/>
                </a:lnTo>
                <a:lnTo>
                  <a:pt x="485775" y="295275"/>
                </a:lnTo>
                <a:lnTo>
                  <a:pt x="466725" y="295275"/>
                </a:lnTo>
                <a:lnTo>
                  <a:pt x="466725" y="285750"/>
                </a:lnTo>
                <a:lnTo>
                  <a:pt x="485775" y="285750"/>
                </a:lnTo>
                <a:lnTo>
                  <a:pt x="485775" y="295275"/>
                </a:lnTo>
                <a:lnTo>
                  <a:pt x="495300" y="295275"/>
                </a:lnTo>
                <a:lnTo>
                  <a:pt x="495300" y="285750"/>
                </a:lnTo>
                <a:lnTo>
                  <a:pt x="523875" y="285750"/>
                </a:lnTo>
                <a:lnTo>
                  <a:pt x="523875" y="276225"/>
                </a:lnTo>
                <a:lnTo>
                  <a:pt x="561975" y="276225"/>
                </a:lnTo>
                <a:lnTo>
                  <a:pt x="561975" y="257175"/>
                </a:lnTo>
                <a:lnTo>
                  <a:pt x="600075" y="257175"/>
                </a:lnTo>
                <a:lnTo>
                  <a:pt x="600075" y="247650"/>
                </a:lnTo>
                <a:lnTo>
                  <a:pt x="609600" y="247650"/>
                </a:lnTo>
                <a:lnTo>
                  <a:pt x="609600" y="238125"/>
                </a:lnTo>
                <a:lnTo>
                  <a:pt x="619125" y="238125"/>
                </a:lnTo>
                <a:close/>
                <a:moveTo>
                  <a:pt x="209550" y="238125"/>
                </a:moveTo>
                <a:lnTo>
                  <a:pt x="219075" y="238125"/>
                </a:lnTo>
                <a:lnTo>
                  <a:pt x="219075" y="247650"/>
                </a:lnTo>
                <a:lnTo>
                  <a:pt x="209550" y="247650"/>
                </a:lnTo>
                <a:close/>
                <a:moveTo>
                  <a:pt x="1285875" y="247650"/>
                </a:moveTo>
                <a:lnTo>
                  <a:pt x="1295400" y="247650"/>
                </a:lnTo>
                <a:lnTo>
                  <a:pt x="1295400" y="257175"/>
                </a:lnTo>
                <a:lnTo>
                  <a:pt x="1285875" y="257175"/>
                </a:lnTo>
                <a:close/>
                <a:moveTo>
                  <a:pt x="1266825" y="257175"/>
                </a:moveTo>
                <a:lnTo>
                  <a:pt x="1276350" y="257175"/>
                </a:lnTo>
                <a:lnTo>
                  <a:pt x="1276350" y="276225"/>
                </a:lnTo>
                <a:lnTo>
                  <a:pt x="1266825" y="276225"/>
                </a:lnTo>
                <a:lnTo>
                  <a:pt x="1266825" y="285750"/>
                </a:lnTo>
                <a:lnTo>
                  <a:pt x="1257300" y="285750"/>
                </a:lnTo>
                <a:lnTo>
                  <a:pt x="1257300" y="295275"/>
                </a:lnTo>
                <a:lnTo>
                  <a:pt x="1238250" y="295275"/>
                </a:lnTo>
                <a:lnTo>
                  <a:pt x="1238250" y="285750"/>
                </a:lnTo>
                <a:lnTo>
                  <a:pt x="1209675" y="285750"/>
                </a:lnTo>
                <a:lnTo>
                  <a:pt x="1209675" y="276225"/>
                </a:lnTo>
                <a:lnTo>
                  <a:pt x="1257300" y="276225"/>
                </a:lnTo>
                <a:lnTo>
                  <a:pt x="1257300" y="266700"/>
                </a:lnTo>
                <a:lnTo>
                  <a:pt x="1266825" y="266700"/>
                </a:lnTo>
                <a:close/>
                <a:moveTo>
                  <a:pt x="1362075" y="266700"/>
                </a:moveTo>
                <a:lnTo>
                  <a:pt x="1371600" y="266700"/>
                </a:lnTo>
                <a:lnTo>
                  <a:pt x="1371600" y="276225"/>
                </a:lnTo>
                <a:lnTo>
                  <a:pt x="1400175" y="276225"/>
                </a:lnTo>
                <a:lnTo>
                  <a:pt x="1400175" y="285750"/>
                </a:lnTo>
                <a:lnTo>
                  <a:pt x="1390650" y="285750"/>
                </a:lnTo>
                <a:lnTo>
                  <a:pt x="1390650" y="295275"/>
                </a:lnTo>
                <a:lnTo>
                  <a:pt x="1400175" y="295275"/>
                </a:lnTo>
                <a:lnTo>
                  <a:pt x="1400175" y="304800"/>
                </a:lnTo>
                <a:lnTo>
                  <a:pt x="1333500" y="304800"/>
                </a:lnTo>
                <a:lnTo>
                  <a:pt x="1333500" y="285750"/>
                </a:lnTo>
                <a:lnTo>
                  <a:pt x="1362075" y="285750"/>
                </a:lnTo>
                <a:close/>
                <a:moveTo>
                  <a:pt x="1285875" y="285750"/>
                </a:moveTo>
                <a:lnTo>
                  <a:pt x="1314450" y="285750"/>
                </a:lnTo>
                <a:lnTo>
                  <a:pt x="1314450" y="295275"/>
                </a:lnTo>
                <a:lnTo>
                  <a:pt x="1285875" y="295275"/>
                </a:lnTo>
                <a:close/>
                <a:moveTo>
                  <a:pt x="1438275" y="285750"/>
                </a:moveTo>
                <a:lnTo>
                  <a:pt x="1447800" y="285750"/>
                </a:lnTo>
                <a:lnTo>
                  <a:pt x="1447800" y="304800"/>
                </a:lnTo>
                <a:lnTo>
                  <a:pt x="1438275" y="304800"/>
                </a:lnTo>
                <a:close/>
                <a:moveTo>
                  <a:pt x="1276350" y="304800"/>
                </a:moveTo>
                <a:lnTo>
                  <a:pt x="1323975" y="304800"/>
                </a:lnTo>
                <a:lnTo>
                  <a:pt x="1323975" y="314325"/>
                </a:lnTo>
                <a:lnTo>
                  <a:pt x="1276350" y="314325"/>
                </a:lnTo>
                <a:close/>
                <a:moveTo>
                  <a:pt x="1238250" y="314325"/>
                </a:moveTo>
                <a:lnTo>
                  <a:pt x="1266825" y="314325"/>
                </a:lnTo>
                <a:lnTo>
                  <a:pt x="1266825" y="333375"/>
                </a:lnTo>
                <a:lnTo>
                  <a:pt x="1247775" y="333375"/>
                </a:lnTo>
                <a:lnTo>
                  <a:pt x="1247775" y="352425"/>
                </a:lnTo>
                <a:lnTo>
                  <a:pt x="1219200" y="352425"/>
                </a:lnTo>
                <a:lnTo>
                  <a:pt x="1219200" y="361950"/>
                </a:lnTo>
                <a:lnTo>
                  <a:pt x="1209675" y="361950"/>
                </a:lnTo>
                <a:lnTo>
                  <a:pt x="1209675" y="371475"/>
                </a:lnTo>
                <a:lnTo>
                  <a:pt x="1190625" y="371475"/>
                </a:lnTo>
                <a:lnTo>
                  <a:pt x="1190625" y="352425"/>
                </a:lnTo>
                <a:lnTo>
                  <a:pt x="1181100" y="352425"/>
                </a:lnTo>
                <a:lnTo>
                  <a:pt x="1181100" y="342900"/>
                </a:lnTo>
                <a:lnTo>
                  <a:pt x="1171575" y="342900"/>
                </a:lnTo>
                <a:lnTo>
                  <a:pt x="1171575" y="323850"/>
                </a:lnTo>
                <a:lnTo>
                  <a:pt x="1190625" y="323850"/>
                </a:lnTo>
                <a:lnTo>
                  <a:pt x="1190625" y="342900"/>
                </a:lnTo>
                <a:lnTo>
                  <a:pt x="1219200" y="342900"/>
                </a:lnTo>
                <a:lnTo>
                  <a:pt x="1219200" y="333375"/>
                </a:lnTo>
                <a:lnTo>
                  <a:pt x="1228725" y="333375"/>
                </a:lnTo>
                <a:lnTo>
                  <a:pt x="1228725" y="323850"/>
                </a:lnTo>
                <a:lnTo>
                  <a:pt x="1238250" y="323850"/>
                </a:lnTo>
                <a:close/>
                <a:moveTo>
                  <a:pt x="762000" y="333375"/>
                </a:moveTo>
                <a:lnTo>
                  <a:pt x="781050" y="333375"/>
                </a:lnTo>
                <a:lnTo>
                  <a:pt x="781050" y="352425"/>
                </a:lnTo>
                <a:lnTo>
                  <a:pt x="771525" y="352425"/>
                </a:lnTo>
                <a:lnTo>
                  <a:pt x="771525" y="342900"/>
                </a:lnTo>
                <a:lnTo>
                  <a:pt x="762000" y="342900"/>
                </a:lnTo>
                <a:close/>
                <a:moveTo>
                  <a:pt x="857250" y="333375"/>
                </a:moveTo>
                <a:lnTo>
                  <a:pt x="876300" y="333375"/>
                </a:lnTo>
                <a:lnTo>
                  <a:pt x="876300" y="352425"/>
                </a:lnTo>
                <a:lnTo>
                  <a:pt x="857250" y="352425"/>
                </a:lnTo>
                <a:close/>
                <a:moveTo>
                  <a:pt x="1019175" y="333375"/>
                </a:moveTo>
                <a:lnTo>
                  <a:pt x="1028700" y="333375"/>
                </a:lnTo>
                <a:lnTo>
                  <a:pt x="1028700" y="352425"/>
                </a:lnTo>
                <a:lnTo>
                  <a:pt x="1019175" y="352425"/>
                </a:lnTo>
                <a:close/>
                <a:moveTo>
                  <a:pt x="695325" y="352425"/>
                </a:moveTo>
                <a:lnTo>
                  <a:pt x="704850" y="352425"/>
                </a:lnTo>
                <a:lnTo>
                  <a:pt x="704850" y="371475"/>
                </a:lnTo>
                <a:lnTo>
                  <a:pt x="714375" y="371475"/>
                </a:lnTo>
                <a:lnTo>
                  <a:pt x="714375" y="381000"/>
                </a:lnTo>
                <a:lnTo>
                  <a:pt x="704850" y="381000"/>
                </a:lnTo>
                <a:lnTo>
                  <a:pt x="704850" y="400050"/>
                </a:lnTo>
                <a:lnTo>
                  <a:pt x="685800" y="400050"/>
                </a:lnTo>
                <a:lnTo>
                  <a:pt x="685800" y="428625"/>
                </a:lnTo>
                <a:lnTo>
                  <a:pt x="676275" y="428625"/>
                </a:lnTo>
                <a:lnTo>
                  <a:pt x="676275" y="390525"/>
                </a:lnTo>
                <a:lnTo>
                  <a:pt x="695325" y="390525"/>
                </a:lnTo>
                <a:close/>
                <a:moveTo>
                  <a:pt x="1590675" y="371475"/>
                </a:moveTo>
                <a:lnTo>
                  <a:pt x="1619250" y="371475"/>
                </a:lnTo>
                <a:lnTo>
                  <a:pt x="1619250" y="390525"/>
                </a:lnTo>
                <a:lnTo>
                  <a:pt x="1628775" y="390525"/>
                </a:lnTo>
                <a:lnTo>
                  <a:pt x="1628775" y="400050"/>
                </a:lnTo>
                <a:lnTo>
                  <a:pt x="1638300" y="400050"/>
                </a:lnTo>
                <a:lnTo>
                  <a:pt x="1638300" y="390525"/>
                </a:lnTo>
                <a:lnTo>
                  <a:pt x="1647825" y="390525"/>
                </a:lnTo>
                <a:lnTo>
                  <a:pt x="1647825" y="400050"/>
                </a:lnTo>
                <a:lnTo>
                  <a:pt x="1638300" y="400050"/>
                </a:lnTo>
                <a:lnTo>
                  <a:pt x="1638300" y="409575"/>
                </a:lnTo>
                <a:lnTo>
                  <a:pt x="1647825" y="409575"/>
                </a:lnTo>
                <a:lnTo>
                  <a:pt x="1647825" y="400050"/>
                </a:lnTo>
                <a:lnTo>
                  <a:pt x="1685925" y="400050"/>
                </a:lnTo>
                <a:lnTo>
                  <a:pt x="1685925" y="438150"/>
                </a:lnTo>
                <a:lnTo>
                  <a:pt x="1695450" y="438150"/>
                </a:lnTo>
                <a:lnTo>
                  <a:pt x="1695450" y="447675"/>
                </a:lnTo>
                <a:lnTo>
                  <a:pt x="1704975" y="447675"/>
                </a:lnTo>
                <a:lnTo>
                  <a:pt x="1704975" y="466725"/>
                </a:lnTo>
                <a:lnTo>
                  <a:pt x="1695450" y="466725"/>
                </a:lnTo>
                <a:lnTo>
                  <a:pt x="1695450" y="485775"/>
                </a:lnTo>
                <a:lnTo>
                  <a:pt x="1704975" y="485775"/>
                </a:lnTo>
                <a:lnTo>
                  <a:pt x="1704975" y="495300"/>
                </a:lnTo>
                <a:lnTo>
                  <a:pt x="1695450" y="495300"/>
                </a:lnTo>
                <a:lnTo>
                  <a:pt x="1695450" y="504825"/>
                </a:lnTo>
                <a:lnTo>
                  <a:pt x="1704975" y="504825"/>
                </a:lnTo>
                <a:lnTo>
                  <a:pt x="1704975" y="514350"/>
                </a:lnTo>
                <a:lnTo>
                  <a:pt x="1695450" y="514350"/>
                </a:lnTo>
                <a:lnTo>
                  <a:pt x="1695450" y="523875"/>
                </a:lnTo>
                <a:lnTo>
                  <a:pt x="1704975" y="523875"/>
                </a:lnTo>
                <a:lnTo>
                  <a:pt x="1704975" y="542925"/>
                </a:lnTo>
                <a:lnTo>
                  <a:pt x="1695450" y="542925"/>
                </a:lnTo>
                <a:lnTo>
                  <a:pt x="1695450" y="552450"/>
                </a:lnTo>
                <a:lnTo>
                  <a:pt x="1676400" y="552450"/>
                </a:lnTo>
                <a:lnTo>
                  <a:pt x="1676400" y="561975"/>
                </a:lnTo>
                <a:lnTo>
                  <a:pt x="1666875" y="561975"/>
                </a:lnTo>
                <a:lnTo>
                  <a:pt x="1666875" y="571500"/>
                </a:lnTo>
                <a:lnTo>
                  <a:pt x="1657350" y="571500"/>
                </a:lnTo>
                <a:lnTo>
                  <a:pt x="1657350" y="581025"/>
                </a:lnTo>
                <a:lnTo>
                  <a:pt x="1647825" y="581025"/>
                </a:lnTo>
                <a:lnTo>
                  <a:pt x="1647825" y="600075"/>
                </a:lnTo>
                <a:lnTo>
                  <a:pt x="1638300" y="600075"/>
                </a:lnTo>
                <a:lnTo>
                  <a:pt x="1638300" y="609600"/>
                </a:lnTo>
                <a:lnTo>
                  <a:pt x="1628775" y="609600"/>
                </a:lnTo>
                <a:lnTo>
                  <a:pt x="1628775" y="628650"/>
                </a:lnTo>
                <a:lnTo>
                  <a:pt x="1619250" y="628650"/>
                </a:lnTo>
                <a:lnTo>
                  <a:pt x="1619250" y="638175"/>
                </a:lnTo>
                <a:lnTo>
                  <a:pt x="1638300" y="638175"/>
                </a:lnTo>
                <a:lnTo>
                  <a:pt x="1638300" y="647700"/>
                </a:lnTo>
                <a:lnTo>
                  <a:pt x="1647825" y="647700"/>
                </a:lnTo>
                <a:lnTo>
                  <a:pt x="1647825" y="657225"/>
                </a:lnTo>
                <a:lnTo>
                  <a:pt x="1666875" y="657225"/>
                </a:lnTo>
                <a:lnTo>
                  <a:pt x="1666875" y="685800"/>
                </a:lnTo>
                <a:lnTo>
                  <a:pt x="1676400" y="685800"/>
                </a:lnTo>
                <a:lnTo>
                  <a:pt x="1676400" y="704850"/>
                </a:lnTo>
                <a:lnTo>
                  <a:pt x="1657350" y="704850"/>
                </a:lnTo>
                <a:lnTo>
                  <a:pt x="1657350" y="676275"/>
                </a:lnTo>
                <a:lnTo>
                  <a:pt x="1647825" y="676275"/>
                </a:lnTo>
                <a:lnTo>
                  <a:pt x="1647825" y="685800"/>
                </a:lnTo>
                <a:lnTo>
                  <a:pt x="1638300" y="685800"/>
                </a:lnTo>
                <a:lnTo>
                  <a:pt x="1638300" y="704850"/>
                </a:lnTo>
                <a:lnTo>
                  <a:pt x="1600200" y="704850"/>
                </a:lnTo>
                <a:lnTo>
                  <a:pt x="1600200" y="714375"/>
                </a:lnTo>
                <a:lnTo>
                  <a:pt x="1571625" y="714375"/>
                </a:lnTo>
                <a:lnTo>
                  <a:pt x="1571625" y="695325"/>
                </a:lnTo>
                <a:lnTo>
                  <a:pt x="1581150" y="695325"/>
                </a:lnTo>
                <a:lnTo>
                  <a:pt x="1581150" y="685800"/>
                </a:lnTo>
                <a:lnTo>
                  <a:pt x="1571625" y="685800"/>
                </a:lnTo>
                <a:lnTo>
                  <a:pt x="1571625" y="676275"/>
                </a:lnTo>
                <a:lnTo>
                  <a:pt x="1562100" y="676275"/>
                </a:lnTo>
                <a:lnTo>
                  <a:pt x="1562100" y="647700"/>
                </a:lnTo>
                <a:lnTo>
                  <a:pt x="1571625" y="647700"/>
                </a:lnTo>
                <a:lnTo>
                  <a:pt x="1571625" y="638175"/>
                </a:lnTo>
                <a:lnTo>
                  <a:pt x="1581150" y="638175"/>
                </a:lnTo>
                <a:lnTo>
                  <a:pt x="1581150" y="619125"/>
                </a:lnTo>
                <a:lnTo>
                  <a:pt x="1590675" y="619125"/>
                </a:lnTo>
                <a:lnTo>
                  <a:pt x="1590675" y="609600"/>
                </a:lnTo>
                <a:lnTo>
                  <a:pt x="1600200" y="609600"/>
                </a:lnTo>
                <a:lnTo>
                  <a:pt x="1600200" y="600075"/>
                </a:lnTo>
                <a:lnTo>
                  <a:pt x="1609725" y="600075"/>
                </a:lnTo>
                <a:lnTo>
                  <a:pt x="1609725" y="581025"/>
                </a:lnTo>
                <a:lnTo>
                  <a:pt x="1562100" y="581025"/>
                </a:lnTo>
                <a:lnTo>
                  <a:pt x="1562100" y="571500"/>
                </a:lnTo>
                <a:lnTo>
                  <a:pt x="1552575" y="571500"/>
                </a:lnTo>
                <a:lnTo>
                  <a:pt x="1552575" y="561975"/>
                </a:lnTo>
                <a:lnTo>
                  <a:pt x="1562100" y="561975"/>
                </a:lnTo>
                <a:lnTo>
                  <a:pt x="1562100" y="552450"/>
                </a:lnTo>
                <a:lnTo>
                  <a:pt x="1571625" y="552450"/>
                </a:lnTo>
                <a:lnTo>
                  <a:pt x="1571625" y="533400"/>
                </a:lnTo>
                <a:lnTo>
                  <a:pt x="1600200" y="533400"/>
                </a:lnTo>
                <a:lnTo>
                  <a:pt x="1600200" y="542925"/>
                </a:lnTo>
                <a:lnTo>
                  <a:pt x="1581150" y="542925"/>
                </a:lnTo>
                <a:lnTo>
                  <a:pt x="1581150" y="552450"/>
                </a:lnTo>
                <a:lnTo>
                  <a:pt x="1600200" y="552450"/>
                </a:lnTo>
                <a:lnTo>
                  <a:pt x="1600200" y="571500"/>
                </a:lnTo>
                <a:lnTo>
                  <a:pt x="1609725" y="571500"/>
                </a:lnTo>
                <a:lnTo>
                  <a:pt x="1609725" y="552450"/>
                </a:lnTo>
                <a:lnTo>
                  <a:pt x="1619250" y="552450"/>
                </a:lnTo>
                <a:lnTo>
                  <a:pt x="1619250" y="561975"/>
                </a:lnTo>
                <a:lnTo>
                  <a:pt x="1628775" y="561975"/>
                </a:lnTo>
                <a:lnTo>
                  <a:pt x="1628775" y="514350"/>
                </a:lnTo>
                <a:lnTo>
                  <a:pt x="1638300" y="514350"/>
                </a:lnTo>
                <a:lnTo>
                  <a:pt x="1638300" y="523875"/>
                </a:lnTo>
                <a:lnTo>
                  <a:pt x="1647825" y="523875"/>
                </a:lnTo>
                <a:lnTo>
                  <a:pt x="1647825" y="514350"/>
                </a:lnTo>
                <a:lnTo>
                  <a:pt x="1657350" y="514350"/>
                </a:lnTo>
                <a:lnTo>
                  <a:pt x="1657350" y="504825"/>
                </a:lnTo>
                <a:lnTo>
                  <a:pt x="1647825" y="504825"/>
                </a:lnTo>
                <a:lnTo>
                  <a:pt x="1647825" y="476250"/>
                </a:lnTo>
                <a:lnTo>
                  <a:pt x="1657350" y="476250"/>
                </a:lnTo>
                <a:lnTo>
                  <a:pt x="1657350" y="466725"/>
                </a:lnTo>
                <a:lnTo>
                  <a:pt x="1638300" y="466725"/>
                </a:lnTo>
                <a:lnTo>
                  <a:pt x="1638300" y="476250"/>
                </a:lnTo>
                <a:lnTo>
                  <a:pt x="1619250" y="476250"/>
                </a:lnTo>
                <a:lnTo>
                  <a:pt x="1619250" y="466725"/>
                </a:lnTo>
                <a:lnTo>
                  <a:pt x="1628775" y="466725"/>
                </a:lnTo>
                <a:lnTo>
                  <a:pt x="1628775" y="457200"/>
                </a:lnTo>
                <a:lnTo>
                  <a:pt x="1619250" y="457200"/>
                </a:lnTo>
                <a:lnTo>
                  <a:pt x="1619250" y="447675"/>
                </a:lnTo>
                <a:lnTo>
                  <a:pt x="1609725" y="447675"/>
                </a:lnTo>
                <a:lnTo>
                  <a:pt x="1609725" y="457200"/>
                </a:lnTo>
                <a:lnTo>
                  <a:pt x="1600200" y="457200"/>
                </a:lnTo>
                <a:lnTo>
                  <a:pt x="1600200" y="447675"/>
                </a:lnTo>
                <a:lnTo>
                  <a:pt x="1590675" y="447675"/>
                </a:lnTo>
                <a:lnTo>
                  <a:pt x="1590675" y="466725"/>
                </a:lnTo>
                <a:lnTo>
                  <a:pt x="1609725" y="466725"/>
                </a:lnTo>
                <a:lnTo>
                  <a:pt x="1609725" y="476250"/>
                </a:lnTo>
                <a:lnTo>
                  <a:pt x="1600200" y="476250"/>
                </a:lnTo>
                <a:lnTo>
                  <a:pt x="1600200" y="514350"/>
                </a:lnTo>
                <a:lnTo>
                  <a:pt x="1619250" y="514350"/>
                </a:lnTo>
                <a:lnTo>
                  <a:pt x="1619250" y="542925"/>
                </a:lnTo>
                <a:lnTo>
                  <a:pt x="1609725" y="542925"/>
                </a:lnTo>
                <a:lnTo>
                  <a:pt x="1609725" y="523875"/>
                </a:lnTo>
                <a:lnTo>
                  <a:pt x="1562100" y="523875"/>
                </a:lnTo>
                <a:lnTo>
                  <a:pt x="1562100" y="514350"/>
                </a:lnTo>
                <a:lnTo>
                  <a:pt x="1543050" y="514350"/>
                </a:lnTo>
                <a:lnTo>
                  <a:pt x="1543050" y="542925"/>
                </a:lnTo>
                <a:lnTo>
                  <a:pt x="1524000" y="542925"/>
                </a:lnTo>
                <a:lnTo>
                  <a:pt x="1524000" y="495300"/>
                </a:lnTo>
                <a:lnTo>
                  <a:pt x="1533525" y="495300"/>
                </a:lnTo>
                <a:lnTo>
                  <a:pt x="1533525" y="485775"/>
                </a:lnTo>
                <a:lnTo>
                  <a:pt x="1562100" y="485775"/>
                </a:lnTo>
                <a:lnTo>
                  <a:pt x="1562100" y="400050"/>
                </a:lnTo>
                <a:lnTo>
                  <a:pt x="1571625" y="400050"/>
                </a:lnTo>
                <a:lnTo>
                  <a:pt x="1571625" y="390525"/>
                </a:lnTo>
                <a:lnTo>
                  <a:pt x="1581150" y="390525"/>
                </a:lnTo>
                <a:lnTo>
                  <a:pt x="1581150" y="381000"/>
                </a:lnTo>
                <a:lnTo>
                  <a:pt x="1590675" y="381000"/>
                </a:lnTo>
                <a:close/>
                <a:moveTo>
                  <a:pt x="714375" y="381000"/>
                </a:moveTo>
                <a:lnTo>
                  <a:pt x="723900" y="381000"/>
                </a:lnTo>
                <a:lnTo>
                  <a:pt x="723900" y="390525"/>
                </a:lnTo>
                <a:lnTo>
                  <a:pt x="714375" y="390525"/>
                </a:lnTo>
                <a:close/>
                <a:moveTo>
                  <a:pt x="1190625" y="390525"/>
                </a:moveTo>
                <a:lnTo>
                  <a:pt x="1200150" y="390525"/>
                </a:lnTo>
                <a:lnTo>
                  <a:pt x="1200150" y="400050"/>
                </a:lnTo>
                <a:lnTo>
                  <a:pt x="1209675" y="400050"/>
                </a:lnTo>
                <a:lnTo>
                  <a:pt x="1209675" y="428625"/>
                </a:lnTo>
                <a:lnTo>
                  <a:pt x="1219200" y="428625"/>
                </a:lnTo>
                <a:lnTo>
                  <a:pt x="1219200" y="447675"/>
                </a:lnTo>
                <a:lnTo>
                  <a:pt x="1200150" y="447675"/>
                </a:lnTo>
                <a:lnTo>
                  <a:pt x="1200150" y="438150"/>
                </a:lnTo>
                <a:lnTo>
                  <a:pt x="1171575" y="438150"/>
                </a:lnTo>
                <a:lnTo>
                  <a:pt x="1171575" y="419100"/>
                </a:lnTo>
                <a:lnTo>
                  <a:pt x="1181100" y="419100"/>
                </a:lnTo>
                <a:lnTo>
                  <a:pt x="1181100" y="400050"/>
                </a:lnTo>
                <a:lnTo>
                  <a:pt x="1190625" y="400050"/>
                </a:lnTo>
                <a:close/>
                <a:moveTo>
                  <a:pt x="1590675" y="409575"/>
                </a:moveTo>
                <a:lnTo>
                  <a:pt x="1600200" y="409575"/>
                </a:lnTo>
                <a:lnTo>
                  <a:pt x="1600200" y="381000"/>
                </a:lnTo>
                <a:lnTo>
                  <a:pt x="1590675" y="381000"/>
                </a:lnTo>
                <a:close/>
                <a:moveTo>
                  <a:pt x="1600200" y="428625"/>
                </a:moveTo>
                <a:lnTo>
                  <a:pt x="1619250" y="428625"/>
                </a:lnTo>
                <a:lnTo>
                  <a:pt x="1619250" y="400050"/>
                </a:lnTo>
                <a:lnTo>
                  <a:pt x="1609725" y="400050"/>
                </a:lnTo>
                <a:lnTo>
                  <a:pt x="1609725" y="409575"/>
                </a:lnTo>
                <a:lnTo>
                  <a:pt x="1600200" y="409575"/>
                </a:lnTo>
                <a:close/>
                <a:moveTo>
                  <a:pt x="1666875" y="428625"/>
                </a:moveTo>
                <a:lnTo>
                  <a:pt x="1676400" y="428625"/>
                </a:lnTo>
                <a:lnTo>
                  <a:pt x="1676400" y="409575"/>
                </a:lnTo>
                <a:lnTo>
                  <a:pt x="1666875" y="409575"/>
                </a:lnTo>
                <a:close/>
                <a:moveTo>
                  <a:pt x="1209675" y="466725"/>
                </a:moveTo>
                <a:lnTo>
                  <a:pt x="1219200" y="466725"/>
                </a:lnTo>
                <a:lnTo>
                  <a:pt x="1219200" y="476250"/>
                </a:lnTo>
                <a:lnTo>
                  <a:pt x="1209675" y="476250"/>
                </a:lnTo>
                <a:close/>
                <a:moveTo>
                  <a:pt x="1171575" y="485775"/>
                </a:moveTo>
                <a:lnTo>
                  <a:pt x="1181100" y="485775"/>
                </a:lnTo>
                <a:lnTo>
                  <a:pt x="1181100" y="495300"/>
                </a:lnTo>
                <a:lnTo>
                  <a:pt x="1171575" y="495300"/>
                </a:lnTo>
                <a:close/>
                <a:moveTo>
                  <a:pt x="1657350" y="485775"/>
                </a:moveTo>
                <a:lnTo>
                  <a:pt x="1676400" y="485775"/>
                </a:lnTo>
                <a:lnTo>
                  <a:pt x="1676400" y="476250"/>
                </a:lnTo>
                <a:lnTo>
                  <a:pt x="1657350" y="476250"/>
                </a:lnTo>
                <a:close/>
                <a:moveTo>
                  <a:pt x="1714500" y="485775"/>
                </a:moveTo>
                <a:lnTo>
                  <a:pt x="1724025" y="485775"/>
                </a:lnTo>
                <a:lnTo>
                  <a:pt x="1724025" y="504825"/>
                </a:lnTo>
                <a:lnTo>
                  <a:pt x="1714500" y="504825"/>
                </a:lnTo>
                <a:close/>
                <a:moveTo>
                  <a:pt x="552450" y="495300"/>
                </a:moveTo>
                <a:lnTo>
                  <a:pt x="561975" y="495300"/>
                </a:lnTo>
                <a:lnTo>
                  <a:pt x="561975" y="504825"/>
                </a:lnTo>
                <a:lnTo>
                  <a:pt x="571500" y="504825"/>
                </a:lnTo>
                <a:lnTo>
                  <a:pt x="571500" y="523875"/>
                </a:lnTo>
                <a:lnTo>
                  <a:pt x="561975" y="523875"/>
                </a:lnTo>
                <a:lnTo>
                  <a:pt x="561975" y="514350"/>
                </a:lnTo>
                <a:lnTo>
                  <a:pt x="552450" y="514350"/>
                </a:lnTo>
                <a:lnTo>
                  <a:pt x="552450" y="533400"/>
                </a:lnTo>
                <a:lnTo>
                  <a:pt x="542925" y="533400"/>
                </a:lnTo>
                <a:lnTo>
                  <a:pt x="542925" y="523875"/>
                </a:lnTo>
                <a:lnTo>
                  <a:pt x="533400" y="523875"/>
                </a:lnTo>
                <a:lnTo>
                  <a:pt x="533400" y="504825"/>
                </a:lnTo>
                <a:lnTo>
                  <a:pt x="552450" y="504825"/>
                </a:lnTo>
                <a:close/>
                <a:moveTo>
                  <a:pt x="600075" y="495300"/>
                </a:moveTo>
                <a:lnTo>
                  <a:pt x="609600" y="495300"/>
                </a:lnTo>
                <a:lnTo>
                  <a:pt x="609600" y="504825"/>
                </a:lnTo>
                <a:lnTo>
                  <a:pt x="619125" y="504825"/>
                </a:lnTo>
                <a:lnTo>
                  <a:pt x="619125" y="514350"/>
                </a:lnTo>
                <a:lnTo>
                  <a:pt x="609600" y="514350"/>
                </a:lnTo>
                <a:lnTo>
                  <a:pt x="609600" y="523875"/>
                </a:lnTo>
                <a:lnTo>
                  <a:pt x="600075" y="523875"/>
                </a:lnTo>
                <a:lnTo>
                  <a:pt x="600075" y="514350"/>
                </a:lnTo>
                <a:lnTo>
                  <a:pt x="590550" y="514350"/>
                </a:lnTo>
                <a:lnTo>
                  <a:pt x="590550" y="504825"/>
                </a:lnTo>
                <a:lnTo>
                  <a:pt x="600075" y="504825"/>
                </a:lnTo>
                <a:close/>
                <a:moveTo>
                  <a:pt x="1295400" y="504825"/>
                </a:moveTo>
                <a:lnTo>
                  <a:pt x="1314450" y="504825"/>
                </a:lnTo>
                <a:lnTo>
                  <a:pt x="1314450" y="514350"/>
                </a:lnTo>
                <a:lnTo>
                  <a:pt x="1295400" y="514350"/>
                </a:lnTo>
                <a:close/>
                <a:moveTo>
                  <a:pt x="942975" y="514350"/>
                </a:moveTo>
                <a:lnTo>
                  <a:pt x="952500" y="514350"/>
                </a:lnTo>
                <a:lnTo>
                  <a:pt x="952500" y="523875"/>
                </a:lnTo>
                <a:lnTo>
                  <a:pt x="981075" y="523875"/>
                </a:lnTo>
                <a:lnTo>
                  <a:pt x="981075" y="533400"/>
                </a:lnTo>
                <a:lnTo>
                  <a:pt x="942975" y="533400"/>
                </a:lnTo>
                <a:close/>
                <a:moveTo>
                  <a:pt x="990600" y="523875"/>
                </a:moveTo>
                <a:lnTo>
                  <a:pt x="1000125" y="523875"/>
                </a:lnTo>
                <a:lnTo>
                  <a:pt x="1000125" y="533400"/>
                </a:lnTo>
                <a:lnTo>
                  <a:pt x="1057275" y="533400"/>
                </a:lnTo>
                <a:lnTo>
                  <a:pt x="1057275" y="542925"/>
                </a:lnTo>
                <a:lnTo>
                  <a:pt x="1047750" y="542925"/>
                </a:lnTo>
                <a:lnTo>
                  <a:pt x="1047750" y="561975"/>
                </a:lnTo>
                <a:lnTo>
                  <a:pt x="1038225" y="561975"/>
                </a:lnTo>
                <a:lnTo>
                  <a:pt x="1038225" y="552450"/>
                </a:lnTo>
                <a:lnTo>
                  <a:pt x="1028700" y="552450"/>
                </a:lnTo>
                <a:lnTo>
                  <a:pt x="1028700" y="561975"/>
                </a:lnTo>
                <a:lnTo>
                  <a:pt x="1019175" y="561975"/>
                </a:lnTo>
                <a:lnTo>
                  <a:pt x="1019175" y="552450"/>
                </a:lnTo>
                <a:lnTo>
                  <a:pt x="1009650" y="552450"/>
                </a:lnTo>
                <a:lnTo>
                  <a:pt x="1009650" y="571500"/>
                </a:lnTo>
                <a:lnTo>
                  <a:pt x="1028700" y="571500"/>
                </a:lnTo>
                <a:lnTo>
                  <a:pt x="1028700" y="581025"/>
                </a:lnTo>
                <a:lnTo>
                  <a:pt x="1038225" y="581025"/>
                </a:lnTo>
                <a:lnTo>
                  <a:pt x="1038225" y="571500"/>
                </a:lnTo>
                <a:lnTo>
                  <a:pt x="1047750" y="571500"/>
                </a:lnTo>
                <a:lnTo>
                  <a:pt x="1047750" y="581025"/>
                </a:lnTo>
                <a:lnTo>
                  <a:pt x="1066800" y="581025"/>
                </a:lnTo>
                <a:lnTo>
                  <a:pt x="1066800" y="590550"/>
                </a:lnTo>
                <a:lnTo>
                  <a:pt x="1057275" y="590550"/>
                </a:lnTo>
                <a:lnTo>
                  <a:pt x="1057275" y="600075"/>
                </a:lnTo>
                <a:lnTo>
                  <a:pt x="1047750" y="600075"/>
                </a:lnTo>
                <a:lnTo>
                  <a:pt x="1047750" y="609600"/>
                </a:lnTo>
                <a:lnTo>
                  <a:pt x="1057275" y="609600"/>
                </a:lnTo>
                <a:lnTo>
                  <a:pt x="1057275" y="619125"/>
                </a:lnTo>
                <a:lnTo>
                  <a:pt x="1066800" y="619125"/>
                </a:lnTo>
                <a:lnTo>
                  <a:pt x="1066800" y="590550"/>
                </a:lnTo>
                <a:lnTo>
                  <a:pt x="1076325" y="590550"/>
                </a:lnTo>
                <a:lnTo>
                  <a:pt x="1076325" y="609600"/>
                </a:lnTo>
                <a:lnTo>
                  <a:pt x="1095375" y="609600"/>
                </a:lnTo>
                <a:lnTo>
                  <a:pt x="1095375" y="600075"/>
                </a:lnTo>
                <a:lnTo>
                  <a:pt x="1123950" y="600075"/>
                </a:lnTo>
                <a:lnTo>
                  <a:pt x="1123950" y="609600"/>
                </a:lnTo>
                <a:lnTo>
                  <a:pt x="1133475" y="609600"/>
                </a:lnTo>
                <a:lnTo>
                  <a:pt x="1133475" y="600075"/>
                </a:lnTo>
                <a:lnTo>
                  <a:pt x="1152525" y="600075"/>
                </a:lnTo>
                <a:lnTo>
                  <a:pt x="1152525" y="609600"/>
                </a:lnTo>
                <a:lnTo>
                  <a:pt x="1171575" y="609600"/>
                </a:lnTo>
                <a:lnTo>
                  <a:pt x="1171575" y="600075"/>
                </a:lnTo>
                <a:lnTo>
                  <a:pt x="1181100" y="600075"/>
                </a:lnTo>
                <a:lnTo>
                  <a:pt x="1181100" y="609600"/>
                </a:lnTo>
                <a:lnTo>
                  <a:pt x="1190625" y="609600"/>
                </a:lnTo>
                <a:lnTo>
                  <a:pt x="1190625" y="619125"/>
                </a:lnTo>
                <a:lnTo>
                  <a:pt x="1200150" y="619125"/>
                </a:lnTo>
                <a:lnTo>
                  <a:pt x="1200150" y="628650"/>
                </a:lnTo>
                <a:lnTo>
                  <a:pt x="1219200" y="628650"/>
                </a:lnTo>
                <a:lnTo>
                  <a:pt x="1219200" y="695325"/>
                </a:lnTo>
                <a:lnTo>
                  <a:pt x="1200150" y="695325"/>
                </a:lnTo>
                <a:lnTo>
                  <a:pt x="1200150" y="685800"/>
                </a:lnTo>
                <a:lnTo>
                  <a:pt x="1181100" y="685800"/>
                </a:lnTo>
                <a:lnTo>
                  <a:pt x="1181100" y="695325"/>
                </a:lnTo>
                <a:lnTo>
                  <a:pt x="1171575" y="695325"/>
                </a:lnTo>
                <a:lnTo>
                  <a:pt x="1171575" y="704850"/>
                </a:lnTo>
                <a:lnTo>
                  <a:pt x="1152525" y="704850"/>
                </a:lnTo>
                <a:lnTo>
                  <a:pt x="1152525" y="714375"/>
                </a:lnTo>
                <a:lnTo>
                  <a:pt x="1143000" y="714375"/>
                </a:lnTo>
                <a:lnTo>
                  <a:pt x="1143000" y="704850"/>
                </a:lnTo>
                <a:lnTo>
                  <a:pt x="1066800" y="704850"/>
                </a:lnTo>
                <a:lnTo>
                  <a:pt x="1066800" y="695325"/>
                </a:lnTo>
                <a:lnTo>
                  <a:pt x="1076325" y="695325"/>
                </a:lnTo>
                <a:lnTo>
                  <a:pt x="1076325" y="685800"/>
                </a:lnTo>
                <a:lnTo>
                  <a:pt x="1047750" y="685800"/>
                </a:lnTo>
                <a:lnTo>
                  <a:pt x="1047750" y="638175"/>
                </a:lnTo>
                <a:lnTo>
                  <a:pt x="1057275" y="638175"/>
                </a:lnTo>
                <a:lnTo>
                  <a:pt x="1057275" y="628650"/>
                </a:lnTo>
                <a:lnTo>
                  <a:pt x="1047750" y="628650"/>
                </a:lnTo>
                <a:lnTo>
                  <a:pt x="1047750" y="619125"/>
                </a:lnTo>
                <a:lnTo>
                  <a:pt x="1038225" y="619125"/>
                </a:lnTo>
                <a:lnTo>
                  <a:pt x="1038225" y="590550"/>
                </a:lnTo>
                <a:lnTo>
                  <a:pt x="1019175" y="590550"/>
                </a:lnTo>
                <a:lnTo>
                  <a:pt x="1019175" y="600075"/>
                </a:lnTo>
                <a:lnTo>
                  <a:pt x="1009650" y="600075"/>
                </a:lnTo>
                <a:lnTo>
                  <a:pt x="1009650" y="590550"/>
                </a:lnTo>
                <a:lnTo>
                  <a:pt x="1000125" y="590550"/>
                </a:lnTo>
                <a:lnTo>
                  <a:pt x="1000125" y="581025"/>
                </a:lnTo>
                <a:lnTo>
                  <a:pt x="990600" y="581025"/>
                </a:lnTo>
                <a:close/>
                <a:moveTo>
                  <a:pt x="1123950" y="523875"/>
                </a:moveTo>
                <a:lnTo>
                  <a:pt x="1143000" y="523875"/>
                </a:lnTo>
                <a:lnTo>
                  <a:pt x="1143000" y="542925"/>
                </a:lnTo>
                <a:lnTo>
                  <a:pt x="1152525" y="542925"/>
                </a:lnTo>
                <a:lnTo>
                  <a:pt x="1152525" y="561975"/>
                </a:lnTo>
                <a:lnTo>
                  <a:pt x="1133475" y="561975"/>
                </a:lnTo>
                <a:lnTo>
                  <a:pt x="1133475" y="552450"/>
                </a:lnTo>
                <a:lnTo>
                  <a:pt x="1123950" y="552450"/>
                </a:lnTo>
                <a:lnTo>
                  <a:pt x="1123950" y="561975"/>
                </a:lnTo>
                <a:lnTo>
                  <a:pt x="1114425" y="561975"/>
                </a:lnTo>
                <a:lnTo>
                  <a:pt x="1114425" y="571500"/>
                </a:lnTo>
                <a:lnTo>
                  <a:pt x="1095375" y="571500"/>
                </a:lnTo>
                <a:lnTo>
                  <a:pt x="1095375" y="561975"/>
                </a:lnTo>
                <a:lnTo>
                  <a:pt x="1085850" y="561975"/>
                </a:lnTo>
                <a:lnTo>
                  <a:pt x="1085850" y="542925"/>
                </a:lnTo>
                <a:lnTo>
                  <a:pt x="1076325" y="542925"/>
                </a:lnTo>
                <a:lnTo>
                  <a:pt x="1076325" y="533400"/>
                </a:lnTo>
                <a:lnTo>
                  <a:pt x="1123950" y="533400"/>
                </a:lnTo>
                <a:close/>
                <a:moveTo>
                  <a:pt x="1666875" y="533400"/>
                </a:moveTo>
                <a:lnTo>
                  <a:pt x="1676400" y="533400"/>
                </a:lnTo>
                <a:lnTo>
                  <a:pt x="1676400" y="523875"/>
                </a:lnTo>
                <a:lnTo>
                  <a:pt x="1666875" y="523875"/>
                </a:lnTo>
                <a:close/>
                <a:moveTo>
                  <a:pt x="523875" y="552450"/>
                </a:moveTo>
                <a:lnTo>
                  <a:pt x="552450" y="552450"/>
                </a:lnTo>
                <a:lnTo>
                  <a:pt x="552450" y="561975"/>
                </a:lnTo>
                <a:lnTo>
                  <a:pt x="542925" y="561975"/>
                </a:lnTo>
                <a:lnTo>
                  <a:pt x="542925" y="571500"/>
                </a:lnTo>
                <a:lnTo>
                  <a:pt x="523875" y="571500"/>
                </a:lnTo>
                <a:close/>
                <a:moveTo>
                  <a:pt x="609600" y="552450"/>
                </a:moveTo>
                <a:lnTo>
                  <a:pt x="628650" y="552450"/>
                </a:lnTo>
                <a:lnTo>
                  <a:pt x="628650" y="561975"/>
                </a:lnTo>
                <a:lnTo>
                  <a:pt x="619125" y="561975"/>
                </a:lnTo>
                <a:lnTo>
                  <a:pt x="619125" y="571500"/>
                </a:lnTo>
                <a:lnTo>
                  <a:pt x="609600" y="571500"/>
                </a:lnTo>
                <a:close/>
                <a:moveTo>
                  <a:pt x="1304925" y="552450"/>
                </a:moveTo>
                <a:lnTo>
                  <a:pt x="1314450" y="552450"/>
                </a:lnTo>
                <a:lnTo>
                  <a:pt x="1314450" y="571500"/>
                </a:lnTo>
                <a:lnTo>
                  <a:pt x="1304925" y="571500"/>
                </a:lnTo>
                <a:close/>
                <a:moveTo>
                  <a:pt x="1200150" y="561975"/>
                </a:moveTo>
                <a:lnTo>
                  <a:pt x="1219200" y="561975"/>
                </a:lnTo>
                <a:lnTo>
                  <a:pt x="1219200" y="571500"/>
                </a:lnTo>
                <a:lnTo>
                  <a:pt x="1200150" y="571500"/>
                </a:lnTo>
                <a:close/>
                <a:moveTo>
                  <a:pt x="1638300" y="571500"/>
                </a:moveTo>
                <a:lnTo>
                  <a:pt x="1647825" y="571500"/>
                </a:lnTo>
                <a:lnTo>
                  <a:pt x="1647825" y="552450"/>
                </a:lnTo>
                <a:lnTo>
                  <a:pt x="1638300" y="552450"/>
                </a:lnTo>
                <a:close/>
                <a:moveTo>
                  <a:pt x="933450" y="581025"/>
                </a:moveTo>
                <a:lnTo>
                  <a:pt x="942975" y="581025"/>
                </a:lnTo>
                <a:lnTo>
                  <a:pt x="942975" y="609600"/>
                </a:lnTo>
                <a:lnTo>
                  <a:pt x="933450" y="609600"/>
                </a:lnTo>
                <a:lnTo>
                  <a:pt x="933450" y="600075"/>
                </a:lnTo>
                <a:lnTo>
                  <a:pt x="923925" y="600075"/>
                </a:lnTo>
                <a:lnTo>
                  <a:pt x="923925" y="590550"/>
                </a:lnTo>
                <a:lnTo>
                  <a:pt x="933450" y="590550"/>
                </a:lnTo>
                <a:close/>
                <a:moveTo>
                  <a:pt x="828675" y="590550"/>
                </a:moveTo>
                <a:lnTo>
                  <a:pt x="847725" y="590550"/>
                </a:lnTo>
                <a:lnTo>
                  <a:pt x="847725" y="609600"/>
                </a:lnTo>
                <a:lnTo>
                  <a:pt x="819150" y="609600"/>
                </a:lnTo>
                <a:lnTo>
                  <a:pt x="819150" y="600075"/>
                </a:lnTo>
                <a:lnTo>
                  <a:pt x="828675" y="600075"/>
                </a:lnTo>
                <a:close/>
                <a:moveTo>
                  <a:pt x="533400" y="600075"/>
                </a:moveTo>
                <a:lnTo>
                  <a:pt x="552450" y="600075"/>
                </a:lnTo>
                <a:lnTo>
                  <a:pt x="552450" y="619125"/>
                </a:lnTo>
                <a:lnTo>
                  <a:pt x="533400" y="619125"/>
                </a:lnTo>
                <a:close/>
                <a:moveTo>
                  <a:pt x="885825" y="600075"/>
                </a:moveTo>
                <a:lnTo>
                  <a:pt x="914400" y="600075"/>
                </a:lnTo>
                <a:lnTo>
                  <a:pt x="914400" y="619125"/>
                </a:lnTo>
                <a:lnTo>
                  <a:pt x="904875" y="619125"/>
                </a:lnTo>
                <a:lnTo>
                  <a:pt x="904875" y="628650"/>
                </a:lnTo>
                <a:lnTo>
                  <a:pt x="933450" y="628650"/>
                </a:lnTo>
                <a:lnTo>
                  <a:pt x="933450" y="619125"/>
                </a:lnTo>
                <a:lnTo>
                  <a:pt x="942975" y="619125"/>
                </a:lnTo>
                <a:lnTo>
                  <a:pt x="942975" y="628650"/>
                </a:lnTo>
                <a:lnTo>
                  <a:pt x="952500" y="628650"/>
                </a:lnTo>
                <a:lnTo>
                  <a:pt x="952500" y="638175"/>
                </a:lnTo>
                <a:lnTo>
                  <a:pt x="942975" y="638175"/>
                </a:lnTo>
                <a:lnTo>
                  <a:pt x="942975" y="647700"/>
                </a:lnTo>
                <a:lnTo>
                  <a:pt x="923925" y="647700"/>
                </a:lnTo>
                <a:lnTo>
                  <a:pt x="923925" y="657225"/>
                </a:lnTo>
                <a:lnTo>
                  <a:pt x="895350" y="657225"/>
                </a:lnTo>
                <a:lnTo>
                  <a:pt x="895350" y="647700"/>
                </a:lnTo>
                <a:lnTo>
                  <a:pt x="885825" y="647700"/>
                </a:lnTo>
                <a:lnTo>
                  <a:pt x="885825" y="638175"/>
                </a:lnTo>
                <a:lnTo>
                  <a:pt x="866775" y="638175"/>
                </a:lnTo>
                <a:lnTo>
                  <a:pt x="866775" y="657225"/>
                </a:lnTo>
                <a:lnTo>
                  <a:pt x="838200" y="657225"/>
                </a:lnTo>
                <a:lnTo>
                  <a:pt x="838200" y="647700"/>
                </a:lnTo>
                <a:lnTo>
                  <a:pt x="828675" y="647700"/>
                </a:lnTo>
                <a:lnTo>
                  <a:pt x="828675" y="657225"/>
                </a:lnTo>
                <a:lnTo>
                  <a:pt x="809625" y="657225"/>
                </a:lnTo>
                <a:lnTo>
                  <a:pt x="809625" y="647700"/>
                </a:lnTo>
                <a:lnTo>
                  <a:pt x="800100" y="647700"/>
                </a:lnTo>
                <a:lnTo>
                  <a:pt x="800100" y="638175"/>
                </a:lnTo>
                <a:lnTo>
                  <a:pt x="838200" y="638175"/>
                </a:lnTo>
                <a:lnTo>
                  <a:pt x="838200" y="628650"/>
                </a:lnTo>
                <a:lnTo>
                  <a:pt x="866775" y="628650"/>
                </a:lnTo>
                <a:lnTo>
                  <a:pt x="866775" y="619125"/>
                </a:lnTo>
                <a:lnTo>
                  <a:pt x="885825" y="619125"/>
                </a:lnTo>
                <a:close/>
                <a:moveTo>
                  <a:pt x="952500" y="600075"/>
                </a:moveTo>
                <a:lnTo>
                  <a:pt x="971550" y="600075"/>
                </a:lnTo>
                <a:lnTo>
                  <a:pt x="971550" y="609600"/>
                </a:lnTo>
                <a:lnTo>
                  <a:pt x="990600" y="609600"/>
                </a:lnTo>
                <a:lnTo>
                  <a:pt x="990600" y="628650"/>
                </a:lnTo>
                <a:lnTo>
                  <a:pt x="981075" y="628650"/>
                </a:lnTo>
                <a:lnTo>
                  <a:pt x="981075" y="619125"/>
                </a:lnTo>
                <a:lnTo>
                  <a:pt x="952500" y="619125"/>
                </a:lnTo>
                <a:close/>
                <a:moveTo>
                  <a:pt x="1000125" y="628650"/>
                </a:moveTo>
                <a:lnTo>
                  <a:pt x="1019175" y="628650"/>
                </a:lnTo>
                <a:lnTo>
                  <a:pt x="1019175" y="647700"/>
                </a:lnTo>
                <a:lnTo>
                  <a:pt x="1038225" y="647700"/>
                </a:lnTo>
                <a:lnTo>
                  <a:pt x="1038225" y="695325"/>
                </a:lnTo>
                <a:lnTo>
                  <a:pt x="1047750" y="695325"/>
                </a:lnTo>
                <a:lnTo>
                  <a:pt x="1047750" y="704850"/>
                </a:lnTo>
                <a:lnTo>
                  <a:pt x="1038225" y="704850"/>
                </a:lnTo>
                <a:lnTo>
                  <a:pt x="1038225" y="714375"/>
                </a:lnTo>
                <a:lnTo>
                  <a:pt x="1019175" y="714375"/>
                </a:lnTo>
                <a:lnTo>
                  <a:pt x="1019175" y="704850"/>
                </a:lnTo>
                <a:lnTo>
                  <a:pt x="1028700" y="704850"/>
                </a:lnTo>
                <a:lnTo>
                  <a:pt x="1028700" y="695325"/>
                </a:lnTo>
                <a:lnTo>
                  <a:pt x="1009650" y="695325"/>
                </a:lnTo>
                <a:lnTo>
                  <a:pt x="1009650" y="666750"/>
                </a:lnTo>
                <a:lnTo>
                  <a:pt x="981075" y="666750"/>
                </a:lnTo>
                <a:lnTo>
                  <a:pt x="981075" y="676275"/>
                </a:lnTo>
                <a:lnTo>
                  <a:pt x="971550" y="676275"/>
                </a:lnTo>
                <a:lnTo>
                  <a:pt x="971550" y="666750"/>
                </a:lnTo>
                <a:lnTo>
                  <a:pt x="952500" y="666750"/>
                </a:lnTo>
                <a:lnTo>
                  <a:pt x="952500" y="657225"/>
                </a:lnTo>
                <a:lnTo>
                  <a:pt x="962025" y="657225"/>
                </a:lnTo>
                <a:lnTo>
                  <a:pt x="962025" y="647700"/>
                </a:lnTo>
                <a:lnTo>
                  <a:pt x="971550" y="647700"/>
                </a:lnTo>
                <a:lnTo>
                  <a:pt x="971550" y="657225"/>
                </a:lnTo>
                <a:lnTo>
                  <a:pt x="1000125" y="657225"/>
                </a:lnTo>
                <a:close/>
                <a:moveTo>
                  <a:pt x="1095375" y="638175"/>
                </a:moveTo>
                <a:lnTo>
                  <a:pt x="1104900" y="638175"/>
                </a:lnTo>
                <a:lnTo>
                  <a:pt x="1104900" y="647700"/>
                </a:lnTo>
                <a:lnTo>
                  <a:pt x="1133475" y="647700"/>
                </a:lnTo>
                <a:lnTo>
                  <a:pt x="1133475" y="638175"/>
                </a:lnTo>
                <a:lnTo>
                  <a:pt x="1123950" y="638175"/>
                </a:lnTo>
                <a:lnTo>
                  <a:pt x="1123950" y="628650"/>
                </a:lnTo>
                <a:lnTo>
                  <a:pt x="1104900" y="628650"/>
                </a:lnTo>
                <a:lnTo>
                  <a:pt x="1104900" y="619125"/>
                </a:lnTo>
                <a:lnTo>
                  <a:pt x="1085850" y="619125"/>
                </a:lnTo>
                <a:lnTo>
                  <a:pt x="1085850" y="628650"/>
                </a:lnTo>
                <a:lnTo>
                  <a:pt x="1076325" y="628650"/>
                </a:lnTo>
                <a:lnTo>
                  <a:pt x="1076325" y="638175"/>
                </a:lnTo>
                <a:lnTo>
                  <a:pt x="1066800" y="638175"/>
                </a:lnTo>
                <a:lnTo>
                  <a:pt x="1066800" y="647700"/>
                </a:lnTo>
                <a:lnTo>
                  <a:pt x="1085850" y="647700"/>
                </a:lnTo>
                <a:lnTo>
                  <a:pt x="1085850" y="657225"/>
                </a:lnTo>
                <a:lnTo>
                  <a:pt x="1095375" y="657225"/>
                </a:lnTo>
                <a:close/>
                <a:moveTo>
                  <a:pt x="657225" y="647700"/>
                </a:moveTo>
                <a:lnTo>
                  <a:pt x="666750" y="647700"/>
                </a:lnTo>
                <a:lnTo>
                  <a:pt x="666750" y="657225"/>
                </a:lnTo>
                <a:lnTo>
                  <a:pt x="657225" y="657225"/>
                </a:lnTo>
                <a:close/>
                <a:moveTo>
                  <a:pt x="781050" y="647700"/>
                </a:moveTo>
                <a:lnTo>
                  <a:pt x="790575" y="647700"/>
                </a:lnTo>
                <a:lnTo>
                  <a:pt x="790575" y="666750"/>
                </a:lnTo>
                <a:lnTo>
                  <a:pt x="781050" y="666750"/>
                </a:lnTo>
                <a:lnTo>
                  <a:pt x="781050" y="676275"/>
                </a:lnTo>
                <a:lnTo>
                  <a:pt x="771525" y="676275"/>
                </a:lnTo>
                <a:lnTo>
                  <a:pt x="771525" y="685800"/>
                </a:lnTo>
                <a:lnTo>
                  <a:pt x="762000" y="685800"/>
                </a:lnTo>
                <a:lnTo>
                  <a:pt x="762000" y="695325"/>
                </a:lnTo>
                <a:lnTo>
                  <a:pt x="771525" y="695325"/>
                </a:lnTo>
                <a:lnTo>
                  <a:pt x="771525" y="704850"/>
                </a:lnTo>
                <a:lnTo>
                  <a:pt x="781050" y="704850"/>
                </a:lnTo>
                <a:lnTo>
                  <a:pt x="781050" y="714375"/>
                </a:lnTo>
                <a:lnTo>
                  <a:pt x="790575" y="714375"/>
                </a:lnTo>
                <a:lnTo>
                  <a:pt x="790575" y="704850"/>
                </a:lnTo>
                <a:lnTo>
                  <a:pt x="800100" y="704850"/>
                </a:lnTo>
                <a:lnTo>
                  <a:pt x="800100" y="714375"/>
                </a:lnTo>
                <a:lnTo>
                  <a:pt x="790575" y="714375"/>
                </a:lnTo>
                <a:lnTo>
                  <a:pt x="790575" y="723900"/>
                </a:lnTo>
                <a:lnTo>
                  <a:pt x="762000" y="723900"/>
                </a:lnTo>
                <a:lnTo>
                  <a:pt x="762000" y="704850"/>
                </a:lnTo>
                <a:lnTo>
                  <a:pt x="752475" y="704850"/>
                </a:lnTo>
                <a:lnTo>
                  <a:pt x="752475" y="695325"/>
                </a:lnTo>
                <a:lnTo>
                  <a:pt x="742950" y="695325"/>
                </a:lnTo>
                <a:lnTo>
                  <a:pt x="742950" y="685800"/>
                </a:lnTo>
                <a:lnTo>
                  <a:pt x="733425" y="685800"/>
                </a:lnTo>
                <a:lnTo>
                  <a:pt x="733425" y="676275"/>
                </a:lnTo>
                <a:lnTo>
                  <a:pt x="742950" y="676275"/>
                </a:lnTo>
                <a:lnTo>
                  <a:pt x="742950" y="666750"/>
                </a:lnTo>
                <a:lnTo>
                  <a:pt x="714375" y="666750"/>
                </a:lnTo>
                <a:lnTo>
                  <a:pt x="714375" y="657225"/>
                </a:lnTo>
                <a:lnTo>
                  <a:pt x="752475" y="657225"/>
                </a:lnTo>
                <a:lnTo>
                  <a:pt x="752475" y="666750"/>
                </a:lnTo>
                <a:lnTo>
                  <a:pt x="762000" y="666750"/>
                </a:lnTo>
                <a:lnTo>
                  <a:pt x="762000" y="657225"/>
                </a:lnTo>
                <a:lnTo>
                  <a:pt x="781050" y="657225"/>
                </a:lnTo>
                <a:close/>
                <a:moveTo>
                  <a:pt x="1676400" y="647700"/>
                </a:moveTo>
                <a:lnTo>
                  <a:pt x="1685925" y="647700"/>
                </a:lnTo>
                <a:lnTo>
                  <a:pt x="1685925" y="666750"/>
                </a:lnTo>
                <a:lnTo>
                  <a:pt x="1676400" y="666750"/>
                </a:lnTo>
                <a:close/>
                <a:moveTo>
                  <a:pt x="1238250" y="666750"/>
                </a:moveTo>
                <a:lnTo>
                  <a:pt x="1257300" y="666750"/>
                </a:lnTo>
                <a:lnTo>
                  <a:pt x="1257300" y="685800"/>
                </a:lnTo>
                <a:lnTo>
                  <a:pt x="1238250" y="685800"/>
                </a:lnTo>
                <a:close/>
                <a:moveTo>
                  <a:pt x="1619250" y="666750"/>
                </a:moveTo>
                <a:lnTo>
                  <a:pt x="1628775" y="666750"/>
                </a:lnTo>
                <a:lnTo>
                  <a:pt x="1628775" y="647700"/>
                </a:lnTo>
                <a:lnTo>
                  <a:pt x="1619250" y="647700"/>
                </a:lnTo>
                <a:close/>
                <a:moveTo>
                  <a:pt x="600075" y="676275"/>
                </a:moveTo>
                <a:lnTo>
                  <a:pt x="619125" y="676275"/>
                </a:lnTo>
                <a:lnTo>
                  <a:pt x="619125" y="695325"/>
                </a:lnTo>
                <a:lnTo>
                  <a:pt x="609600" y="695325"/>
                </a:lnTo>
                <a:lnTo>
                  <a:pt x="609600" y="714375"/>
                </a:lnTo>
                <a:lnTo>
                  <a:pt x="600075" y="714375"/>
                </a:lnTo>
                <a:lnTo>
                  <a:pt x="600075" y="704850"/>
                </a:lnTo>
                <a:lnTo>
                  <a:pt x="590550" y="704850"/>
                </a:lnTo>
                <a:lnTo>
                  <a:pt x="590550" y="714375"/>
                </a:lnTo>
                <a:lnTo>
                  <a:pt x="561975" y="714375"/>
                </a:lnTo>
                <a:lnTo>
                  <a:pt x="561975" y="704850"/>
                </a:lnTo>
                <a:lnTo>
                  <a:pt x="552450" y="704850"/>
                </a:lnTo>
                <a:lnTo>
                  <a:pt x="552450" y="685800"/>
                </a:lnTo>
                <a:lnTo>
                  <a:pt x="571500" y="685800"/>
                </a:lnTo>
                <a:lnTo>
                  <a:pt x="571500" y="695325"/>
                </a:lnTo>
                <a:lnTo>
                  <a:pt x="600075" y="695325"/>
                </a:lnTo>
                <a:close/>
                <a:moveTo>
                  <a:pt x="628650" y="676275"/>
                </a:moveTo>
                <a:lnTo>
                  <a:pt x="638175" y="676275"/>
                </a:lnTo>
                <a:lnTo>
                  <a:pt x="638175" y="685800"/>
                </a:lnTo>
                <a:lnTo>
                  <a:pt x="628650" y="685800"/>
                </a:lnTo>
                <a:close/>
                <a:moveTo>
                  <a:pt x="981075" y="676275"/>
                </a:moveTo>
                <a:lnTo>
                  <a:pt x="990600" y="676275"/>
                </a:lnTo>
                <a:lnTo>
                  <a:pt x="990600" y="685800"/>
                </a:lnTo>
                <a:lnTo>
                  <a:pt x="981075" y="685800"/>
                </a:lnTo>
                <a:close/>
                <a:moveTo>
                  <a:pt x="638175" y="685800"/>
                </a:moveTo>
                <a:lnTo>
                  <a:pt x="685800" y="685800"/>
                </a:lnTo>
                <a:lnTo>
                  <a:pt x="685800" y="695325"/>
                </a:lnTo>
                <a:lnTo>
                  <a:pt x="666750" y="695325"/>
                </a:lnTo>
                <a:lnTo>
                  <a:pt x="666750" y="704850"/>
                </a:lnTo>
                <a:lnTo>
                  <a:pt x="638175" y="704850"/>
                </a:lnTo>
                <a:close/>
                <a:moveTo>
                  <a:pt x="990600" y="685800"/>
                </a:moveTo>
                <a:lnTo>
                  <a:pt x="1000125" y="685800"/>
                </a:lnTo>
                <a:lnTo>
                  <a:pt x="1000125" y="695325"/>
                </a:lnTo>
                <a:lnTo>
                  <a:pt x="990600" y="695325"/>
                </a:lnTo>
                <a:close/>
                <a:moveTo>
                  <a:pt x="1162050" y="685800"/>
                </a:moveTo>
                <a:lnTo>
                  <a:pt x="1171575" y="685800"/>
                </a:lnTo>
                <a:lnTo>
                  <a:pt x="1171575" y="657225"/>
                </a:lnTo>
                <a:lnTo>
                  <a:pt x="1162050" y="657225"/>
                </a:lnTo>
                <a:close/>
                <a:moveTo>
                  <a:pt x="190500" y="695325"/>
                </a:moveTo>
                <a:lnTo>
                  <a:pt x="200025" y="695325"/>
                </a:lnTo>
                <a:lnTo>
                  <a:pt x="200025" y="714375"/>
                </a:lnTo>
                <a:lnTo>
                  <a:pt x="190500" y="714375"/>
                </a:lnTo>
                <a:close/>
                <a:moveTo>
                  <a:pt x="981075" y="695325"/>
                </a:moveTo>
                <a:lnTo>
                  <a:pt x="990600" y="695325"/>
                </a:lnTo>
                <a:lnTo>
                  <a:pt x="990600" y="704850"/>
                </a:lnTo>
                <a:lnTo>
                  <a:pt x="981075" y="704850"/>
                </a:lnTo>
                <a:close/>
                <a:moveTo>
                  <a:pt x="133350" y="704850"/>
                </a:moveTo>
                <a:lnTo>
                  <a:pt x="142875" y="704850"/>
                </a:lnTo>
                <a:lnTo>
                  <a:pt x="142875" y="714375"/>
                </a:lnTo>
                <a:lnTo>
                  <a:pt x="133350" y="714375"/>
                </a:lnTo>
                <a:close/>
                <a:moveTo>
                  <a:pt x="142875" y="723900"/>
                </a:moveTo>
                <a:lnTo>
                  <a:pt x="152400" y="723900"/>
                </a:lnTo>
                <a:lnTo>
                  <a:pt x="152400" y="752475"/>
                </a:lnTo>
                <a:lnTo>
                  <a:pt x="142875" y="752475"/>
                </a:lnTo>
                <a:lnTo>
                  <a:pt x="142875" y="762000"/>
                </a:lnTo>
                <a:lnTo>
                  <a:pt x="152400" y="762000"/>
                </a:lnTo>
                <a:lnTo>
                  <a:pt x="152400" y="781050"/>
                </a:lnTo>
                <a:lnTo>
                  <a:pt x="133350" y="781050"/>
                </a:lnTo>
                <a:lnTo>
                  <a:pt x="133350" y="742950"/>
                </a:lnTo>
                <a:lnTo>
                  <a:pt x="142875" y="742950"/>
                </a:lnTo>
                <a:close/>
                <a:moveTo>
                  <a:pt x="190500" y="723900"/>
                </a:moveTo>
                <a:lnTo>
                  <a:pt x="200025" y="723900"/>
                </a:lnTo>
                <a:lnTo>
                  <a:pt x="200025" y="733425"/>
                </a:lnTo>
                <a:lnTo>
                  <a:pt x="190500" y="733425"/>
                </a:lnTo>
                <a:close/>
                <a:moveTo>
                  <a:pt x="1076325" y="762000"/>
                </a:moveTo>
                <a:lnTo>
                  <a:pt x="1095375" y="762000"/>
                </a:lnTo>
                <a:lnTo>
                  <a:pt x="1095375" y="790575"/>
                </a:lnTo>
                <a:lnTo>
                  <a:pt x="1104900" y="790575"/>
                </a:lnTo>
                <a:lnTo>
                  <a:pt x="1104900" y="800100"/>
                </a:lnTo>
                <a:lnTo>
                  <a:pt x="1114425" y="800100"/>
                </a:lnTo>
                <a:lnTo>
                  <a:pt x="1114425" y="838200"/>
                </a:lnTo>
                <a:lnTo>
                  <a:pt x="1104900" y="838200"/>
                </a:lnTo>
                <a:lnTo>
                  <a:pt x="1104900" y="828675"/>
                </a:lnTo>
                <a:lnTo>
                  <a:pt x="1085850" y="828675"/>
                </a:lnTo>
                <a:lnTo>
                  <a:pt x="1085850" y="838200"/>
                </a:lnTo>
                <a:lnTo>
                  <a:pt x="1066800" y="838200"/>
                </a:lnTo>
                <a:lnTo>
                  <a:pt x="1066800" y="809625"/>
                </a:lnTo>
                <a:lnTo>
                  <a:pt x="1057275" y="809625"/>
                </a:lnTo>
                <a:lnTo>
                  <a:pt x="1057275" y="800100"/>
                </a:lnTo>
                <a:lnTo>
                  <a:pt x="1066800" y="800100"/>
                </a:lnTo>
                <a:lnTo>
                  <a:pt x="1066800" y="781050"/>
                </a:lnTo>
                <a:lnTo>
                  <a:pt x="1076325" y="781050"/>
                </a:lnTo>
                <a:close/>
                <a:moveTo>
                  <a:pt x="895350" y="781050"/>
                </a:moveTo>
                <a:lnTo>
                  <a:pt x="923925" y="781050"/>
                </a:lnTo>
                <a:lnTo>
                  <a:pt x="923925" y="790575"/>
                </a:lnTo>
                <a:lnTo>
                  <a:pt x="914400" y="790575"/>
                </a:lnTo>
                <a:lnTo>
                  <a:pt x="914400" y="800100"/>
                </a:lnTo>
                <a:lnTo>
                  <a:pt x="923925" y="800100"/>
                </a:lnTo>
                <a:lnTo>
                  <a:pt x="923925" y="819150"/>
                </a:lnTo>
                <a:lnTo>
                  <a:pt x="914400" y="819150"/>
                </a:lnTo>
                <a:lnTo>
                  <a:pt x="914400" y="828675"/>
                </a:lnTo>
                <a:lnTo>
                  <a:pt x="895350" y="828675"/>
                </a:lnTo>
                <a:lnTo>
                  <a:pt x="895350" y="819150"/>
                </a:lnTo>
                <a:lnTo>
                  <a:pt x="885825" y="819150"/>
                </a:lnTo>
                <a:lnTo>
                  <a:pt x="885825" y="800100"/>
                </a:lnTo>
                <a:lnTo>
                  <a:pt x="895350" y="800100"/>
                </a:lnTo>
                <a:close/>
                <a:moveTo>
                  <a:pt x="133350" y="800100"/>
                </a:moveTo>
                <a:lnTo>
                  <a:pt x="152400" y="800100"/>
                </a:lnTo>
                <a:lnTo>
                  <a:pt x="152400" y="809625"/>
                </a:lnTo>
                <a:lnTo>
                  <a:pt x="161925" y="809625"/>
                </a:lnTo>
                <a:lnTo>
                  <a:pt x="161925" y="838200"/>
                </a:lnTo>
                <a:lnTo>
                  <a:pt x="152400" y="838200"/>
                </a:lnTo>
                <a:lnTo>
                  <a:pt x="152400" y="819150"/>
                </a:lnTo>
                <a:lnTo>
                  <a:pt x="133350" y="819150"/>
                </a:lnTo>
                <a:close/>
                <a:moveTo>
                  <a:pt x="323850" y="819150"/>
                </a:moveTo>
                <a:lnTo>
                  <a:pt x="333375" y="819150"/>
                </a:lnTo>
                <a:lnTo>
                  <a:pt x="333375" y="847725"/>
                </a:lnTo>
                <a:lnTo>
                  <a:pt x="342900" y="847725"/>
                </a:lnTo>
                <a:lnTo>
                  <a:pt x="342900" y="857250"/>
                </a:lnTo>
                <a:lnTo>
                  <a:pt x="304800" y="857250"/>
                </a:lnTo>
                <a:lnTo>
                  <a:pt x="304800" y="847725"/>
                </a:lnTo>
                <a:lnTo>
                  <a:pt x="314325" y="847725"/>
                </a:lnTo>
                <a:lnTo>
                  <a:pt x="314325" y="838200"/>
                </a:lnTo>
                <a:lnTo>
                  <a:pt x="323850" y="838200"/>
                </a:lnTo>
                <a:close/>
                <a:moveTo>
                  <a:pt x="523875" y="819150"/>
                </a:moveTo>
                <a:lnTo>
                  <a:pt x="533400" y="819150"/>
                </a:lnTo>
                <a:lnTo>
                  <a:pt x="533400" y="828675"/>
                </a:lnTo>
                <a:lnTo>
                  <a:pt x="523875" y="828675"/>
                </a:lnTo>
                <a:close/>
                <a:moveTo>
                  <a:pt x="180975" y="838200"/>
                </a:moveTo>
                <a:lnTo>
                  <a:pt x="200025" y="838200"/>
                </a:lnTo>
                <a:lnTo>
                  <a:pt x="200025" y="857250"/>
                </a:lnTo>
                <a:lnTo>
                  <a:pt x="180975" y="857250"/>
                </a:lnTo>
                <a:close/>
                <a:moveTo>
                  <a:pt x="685800" y="838200"/>
                </a:moveTo>
                <a:lnTo>
                  <a:pt x="695325" y="838200"/>
                </a:lnTo>
                <a:lnTo>
                  <a:pt x="695325" y="847725"/>
                </a:lnTo>
                <a:lnTo>
                  <a:pt x="685800" y="847725"/>
                </a:lnTo>
                <a:close/>
                <a:moveTo>
                  <a:pt x="142875" y="847725"/>
                </a:moveTo>
                <a:lnTo>
                  <a:pt x="152400" y="847725"/>
                </a:lnTo>
                <a:lnTo>
                  <a:pt x="152400" y="857250"/>
                </a:lnTo>
                <a:lnTo>
                  <a:pt x="142875" y="857250"/>
                </a:lnTo>
                <a:close/>
                <a:moveTo>
                  <a:pt x="581025" y="847725"/>
                </a:moveTo>
                <a:lnTo>
                  <a:pt x="590550" y="847725"/>
                </a:lnTo>
                <a:lnTo>
                  <a:pt x="590550" y="857250"/>
                </a:lnTo>
                <a:lnTo>
                  <a:pt x="581025" y="857250"/>
                </a:lnTo>
                <a:close/>
                <a:moveTo>
                  <a:pt x="695325" y="866775"/>
                </a:moveTo>
                <a:lnTo>
                  <a:pt x="723900" y="866775"/>
                </a:lnTo>
                <a:lnTo>
                  <a:pt x="723900" y="885825"/>
                </a:lnTo>
                <a:lnTo>
                  <a:pt x="685800" y="885825"/>
                </a:lnTo>
                <a:lnTo>
                  <a:pt x="685800" y="876300"/>
                </a:lnTo>
                <a:lnTo>
                  <a:pt x="695325" y="876300"/>
                </a:lnTo>
                <a:close/>
                <a:moveTo>
                  <a:pt x="1009650" y="866775"/>
                </a:moveTo>
                <a:lnTo>
                  <a:pt x="1057275" y="866775"/>
                </a:lnTo>
                <a:lnTo>
                  <a:pt x="1057275" y="895350"/>
                </a:lnTo>
                <a:lnTo>
                  <a:pt x="1028700" y="895350"/>
                </a:lnTo>
                <a:lnTo>
                  <a:pt x="1028700" y="885825"/>
                </a:lnTo>
                <a:lnTo>
                  <a:pt x="990600" y="885825"/>
                </a:lnTo>
                <a:lnTo>
                  <a:pt x="990600" y="876300"/>
                </a:lnTo>
                <a:lnTo>
                  <a:pt x="1009650" y="876300"/>
                </a:lnTo>
                <a:close/>
                <a:moveTo>
                  <a:pt x="1085850" y="866775"/>
                </a:moveTo>
                <a:lnTo>
                  <a:pt x="1095375" y="866775"/>
                </a:lnTo>
                <a:lnTo>
                  <a:pt x="1095375" y="885825"/>
                </a:lnTo>
                <a:lnTo>
                  <a:pt x="1066800" y="885825"/>
                </a:lnTo>
                <a:lnTo>
                  <a:pt x="1066800" y="876300"/>
                </a:lnTo>
                <a:lnTo>
                  <a:pt x="1085850" y="876300"/>
                </a:lnTo>
                <a:close/>
                <a:moveTo>
                  <a:pt x="742950" y="876300"/>
                </a:moveTo>
                <a:lnTo>
                  <a:pt x="771525" y="876300"/>
                </a:lnTo>
                <a:lnTo>
                  <a:pt x="771525" y="885825"/>
                </a:lnTo>
                <a:lnTo>
                  <a:pt x="790575" y="885825"/>
                </a:lnTo>
                <a:lnTo>
                  <a:pt x="790575" y="895350"/>
                </a:lnTo>
                <a:lnTo>
                  <a:pt x="800100" y="895350"/>
                </a:lnTo>
                <a:lnTo>
                  <a:pt x="800100" y="904875"/>
                </a:lnTo>
                <a:lnTo>
                  <a:pt x="790575" y="904875"/>
                </a:lnTo>
                <a:lnTo>
                  <a:pt x="790575" y="914400"/>
                </a:lnTo>
                <a:lnTo>
                  <a:pt x="781050" y="914400"/>
                </a:lnTo>
                <a:lnTo>
                  <a:pt x="781050" y="923925"/>
                </a:lnTo>
                <a:lnTo>
                  <a:pt x="790575" y="923925"/>
                </a:lnTo>
                <a:lnTo>
                  <a:pt x="790575" y="933450"/>
                </a:lnTo>
                <a:lnTo>
                  <a:pt x="762000" y="933450"/>
                </a:lnTo>
                <a:lnTo>
                  <a:pt x="762000" y="923925"/>
                </a:lnTo>
                <a:lnTo>
                  <a:pt x="752475" y="923925"/>
                </a:lnTo>
                <a:lnTo>
                  <a:pt x="752475" y="904875"/>
                </a:lnTo>
                <a:lnTo>
                  <a:pt x="762000" y="904875"/>
                </a:lnTo>
                <a:lnTo>
                  <a:pt x="762000" y="885825"/>
                </a:lnTo>
                <a:lnTo>
                  <a:pt x="742950" y="885825"/>
                </a:lnTo>
                <a:close/>
                <a:moveTo>
                  <a:pt x="885825" y="876300"/>
                </a:moveTo>
                <a:lnTo>
                  <a:pt x="895350" y="876300"/>
                </a:lnTo>
                <a:lnTo>
                  <a:pt x="895350" y="885825"/>
                </a:lnTo>
                <a:lnTo>
                  <a:pt x="885825" y="885825"/>
                </a:lnTo>
                <a:close/>
                <a:moveTo>
                  <a:pt x="1343025" y="876300"/>
                </a:moveTo>
                <a:lnTo>
                  <a:pt x="1352550" y="876300"/>
                </a:lnTo>
                <a:lnTo>
                  <a:pt x="1352550" y="895350"/>
                </a:lnTo>
                <a:lnTo>
                  <a:pt x="1343025" y="895350"/>
                </a:lnTo>
                <a:close/>
                <a:moveTo>
                  <a:pt x="847725" y="885825"/>
                </a:moveTo>
                <a:lnTo>
                  <a:pt x="857250" y="885825"/>
                </a:lnTo>
                <a:lnTo>
                  <a:pt x="857250" y="904875"/>
                </a:lnTo>
                <a:lnTo>
                  <a:pt x="847725" y="904875"/>
                </a:lnTo>
                <a:close/>
                <a:moveTo>
                  <a:pt x="1447800" y="885825"/>
                </a:moveTo>
                <a:lnTo>
                  <a:pt x="1485900" y="885825"/>
                </a:lnTo>
                <a:lnTo>
                  <a:pt x="1485900" y="895350"/>
                </a:lnTo>
                <a:lnTo>
                  <a:pt x="1447800" y="895350"/>
                </a:lnTo>
                <a:close/>
                <a:moveTo>
                  <a:pt x="390525" y="895350"/>
                </a:moveTo>
                <a:lnTo>
                  <a:pt x="419100" y="895350"/>
                </a:lnTo>
                <a:lnTo>
                  <a:pt x="419100" y="904875"/>
                </a:lnTo>
                <a:lnTo>
                  <a:pt x="390525" y="904875"/>
                </a:lnTo>
                <a:close/>
                <a:moveTo>
                  <a:pt x="866775" y="895350"/>
                </a:moveTo>
                <a:lnTo>
                  <a:pt x="895350" y="895350"/>
                </a:lnTo>
                <a:lnTo>
                  <a:pt x="895350" y="914400"/>
                </a:lnTo>
                <a:lnTo>
                  <a:pt x="876300" y="914400"/>
                </a:lnTo>
                <a:lnTo>
                  <a:pt x="876300" y="904875"/>
                </a:lnTo>
                <a:lnTo>
                  <a:pt x="866775" y="904875"/>
                </a:lnTo>
                <a:close/>
                <a:moveTo>
                  <a:pt x="133350" y="904875"/>
                </a:moveTo>
                <a:lnTo>
                  <a:pt x="152400" y="904875"/>
                </a:lnTo>
                <a:lnTo>
                  <a:pt x="152400" y="962025"/>
                </a:lnTo>
                <a:lnTo>
                  <a:pt x="142875" y="962025"/>
                </a:lnTo>
                <a:lnTo>
                  <a:pt x="142875" y="952500"/>
                </a:lnTo>
                <a:lnTo>
                  <a:pt x="133350" y="952500"/>
                </a:lnTo>
                <a:close/>
                <a:moveTo>
                  <a:pt x="190500" y="904875"/>
                </a:moveTo>
                <a:lnTo>
                  <a:pt x="200025" y="904875"/>
                </a:lnTo>
                <a:lnTo>
                  <a:pt x="200025" y="914400"/>
                </a:lnTo>
                <a:lnTo>
                  <a:pt x="190500" y="914400"/>
                </a:lnTo>
                <a:close/>
                <a:moveTo>
                  <a:pt x="1295400" y="904875"/>
                </a:moveTo>
                <a:lnTo>
                  <a:pt x="1304925" y="904875"/>
                </a:lnTo>
                <a:lnTo>
                  <a:pt x="1304925" y="914400"/>
                </a:lnTo>
                <a:lnTo>
                  <a:pt x="1295400" y="914400"/>
                </a:lnTo>
                <a:close/>
                <a:moveTo>
                  <a:pt x="1381125" y="914400"/>
                </a:moveTo>
                <a:lnTo>
                  <a:pt x="1390650" y="914400"/>
                </a:lnTo>
                <a:lnTo>
                  <a:pt x="1390650" y="923925"/>
                </a:lnTo>
                <a:lnTo>
                  <a:pt x="1381125" y="923925"/>
                </a:lnTo>
                <a:close/>
                <a:moveTo>
                  <a:pt x="1485900" y="923925"/>
                </a:moveTo>
                <a:lnTo>
                  <a:pt x="1495425" y="923925"/>
                </a:lnTo>
                <a:lnTo>
                  <a:pt x="1495425" y="933450"/>
                </a:lnTo>
                <a:lnTo>
                  <a:pt x="1485900" y="933450"/>
                </a:lnTo>
                <a:close/>
                <a:moveTo>
                  <a:pt x="1514475" y="942975"/>
                </a:moveTo>
                <a:lnTo>
                  <a:pt x="1524000" y="942975"/>
                </a:lnTo>
                <a:lnTo>
                  <a:pt x="1524000" y="962025"/>
                </a:lnTo>
                <a:lnTo>
                  <a:pt x="1533525" y="962025"/>
                </a:lnTo>
                <a:lnTo>
                  <a:pt x="1533525" y="971550"/>
                </a:lnTo>
                <a:lnTo>
                  <a:pt x="1524000" y="971550"/>
                </a:lnTo>
                <a:lnTo>
                  <a:pt x="1524000" y="981075"/>
                </a:lnTo>
                <a:lnTo>
                  <a:pt x="1514475" y="981075"/>
                </a:lnTo>
                <a:lnTo>
                  <a:pt x="1514475" y="971550"/>
                </a:lnTo>
                <a:lnTo>
                  <a:pt x="1504950" y="971550"/>
                </a:lnTo>
                <a:lnTo>
                  <a:pt x="1504950" y="952500"/>
                </a:lnTo>
                <a:lnTo>
                  <a:pt x="1514475" y="952500"/>
                </a:lnTo>
                <a:close/>
                <a:moveTo>
                  <a:pt x="142875" y="981075"/>
                </a:moveTo>
                <a:lnTo>
                  <a:pt x="152400" y="981075"/>
                </a:lnTo>
                <a:lnTo>
                  <a:pt x="152400" y="1009650"/>
                </a:lnTo>
                <a:lnTo>
                  <a:pt x="142875" y="1009650"/>
                </a:lnTo>
                <a:close/>
                <a:moveTo>
                  <a:pt x="1114425" y="990600"/>
                </a:moveTo>
                <a:lnTo>
                  <a:pt x="1133475" y="990600"/>
                </a:lnTo>
                <a:lnTo>
                  <a:pt x="1133475" y="1000125"/>
                </a:lnTo>
                <a:lnTo>
                  <a:pt x="1143000" y="1000125"/>
                </a:lnTo>
                <a:lnTo>
                  <a:pt x="1143000" y="1009650"/>
                </a:lnTo>
                <a:lnTo>
                  <a:pt x="1133475" y="1009650"/>
                </a:lnTo>
                <a:lnTo>
                  <a:pt x="1133475" y="1019175"/>
                </a:lnTo>
                <a:lnTo>
                  <a:pt x="1114425" y="1019175"/>
                </a:lnTo>
                <a:close/>
                <a:moveTo>
                  <a:pt x="695325" y="1000125"/>
                </a:moveTo>
                <a:lnTo>
                  <a:pt x="733425" y="1000125"/>
                </a:lnTo>
                <a:lnTo>
                  <a:pt x="733425" y="1009650"/>
                </a:lnTo>
                <a:lnTo>
                  <a:pt x="790575" y="1009650"/>
                </a:lnTo>
                <a:lnTo>
                  <a:pt x="790575" y="1028700"/>
                </a:lnTo>
                <a:lnTo>
                  <a:pt x="809625" y="1028700"/>
                </a:lnTo>
                <a:lnTo>
                  <a:pt x="809625" y="1019175"/>
                </a:lnTo>
                <a:lnTo>
                  <a:pt x="819150" y="1019175"/>
                </a:lnTo>
                <a:lnTo>
                  <a:pt x="819150" y="1009650"/>
                </a:lnTo>
                <a:lnTo>
                  <a:pt x="828675" y="1009650"/>
                </a:lnTo>
                <a:lnTo>
                  <a:pt x="828675" y="1019175"/>
                </a:lnTo>
                <a:lnTo>
                  <a:pt x="838200" y="1019175"/>
                </a:lnTo>
                <a:lnTo>
                  <a:pt x="838200" y="1009650"/>
                </a:lnTo>
                <a:lnTo>
                  <a:pt x="847725" y="1009650"/>
                </a:lnTo>
                <a:lnTo>
                  <a:pt x="847725" y="1028700"/>
                </a:lnTo>
                <a:lnTo>
                  <a:pt x="857250" y="1028700"/>
                </a:lnTo>
                <a:lnTo>
                  <a:pt x="857250" y="1019175"/>
                </a:lnTo>
                <a:lnTo>
                  <a:pt x="885825" y="1019175"/>
                </a:lnTo>
                <a:lnTo>
                  <a:pt x="885825" y="1028700"/>
                </a:lnTo>
                <a:lnTo>
                  <a:pt x="952500" y="1028700"/>
                </a:lnTo>
                <a:lnTo>
                  <a:pt x="952500" y="1038225"/>
                </a:lnTo>
                <a:lnTo>
                  <a:pt x="962025" y="1038225"/>
                </a:lnTo>
                <a:lnTo>
                  <a:pt x="962025" y="1028700"/>
                </a:lnTo>
                <a:lnTo>
                  <a:pt x="981075" y="1028700"/>
                </a:lnTo>
                <a:lnTo>
                  <a:pt x="981075" y="1019175"/>
                </a:lnTo>
                <a:lnTo>
                  <a:pt x="990600" y="1019175"/>
                </a:lnTo>
                <a:lnTo>
                  <a:pt x="990600" y="1028700"/>
                </a:lnTo>
                <a:lnTo>
                  <a:pt x="1038225" y="1028700"/>
                </a:lnTo>
                <a:lnTo>
                  <a:pt x="1038225" y="1019175"/>
                </a:lnTo>
                <a:lnTo>
                  <a:pt x="1076325" y="1019175"/>
                </a:lnTo>
                <a:lnTo>
                  <a:pt x="1076325" y="1028700"/>
                </a:lnTo>
                <a:lnTo>
                  <a:pt x="1085850" y="1028700"/>
                </a:lnTo>
                <a:lnTo>
                  <a:pt x="1085850" y="1038225"/>
                </a:lnTo>
                <a:lnTo>
                  <a:pt x="1076325" y="1038225"/>
                </a:lnTo>
                <a:lnTo>
                  <a:pt x="1076325" y="1047750"/>
                </a:lnTo>
                <a:lnTo>
                  <a:pt x="1095375" y="1047750"/>
                </a:lnTo>
                <a:lnTo>
                  <a:pt x="1095375" y="1076325"/>
                </a:lnTo>
                <a:lnTo>
                  <a:pt x="1085850" y="1076325"/>
                </a:lnTo>
                <a:lnTo>
                  <a:pt x="1085850" y="1085850"/>
                </a:lnTo>
                <a:lnTo>
                  <a:pt x="1066800" y="1085850"/>
                </a:lnTo>
                <a:lnTo>
                  <a:pt x="1066800" y="1095375"/>
                </a:lnTo>
                <a:lnTo>
                  <a:pt x="1047750" y="1095375"/>
                </a:lnTo>
                <a:lnTo>
                  <a:pt x="1047750" y="1104900"/>
                </a:lnTo>
                <a:lnTo>
                  <a:pt x="1009650" y="1104900"/>
                </a:lnTo>
                <a:lnTo>
                  <a:pt x="1009650" y="1095375"/>
                </a:lnTo>
                <a:lnTo>
                  <a:pt x="1000125" y="1095375"/>
                </a:lnTo>
                <a:lnTo>
                  <a:pt x="1000125" y="1104900"/>
                </a:lnTo>
                <a:lnTo>
                  <a:pt x="942975" y="1104900"/>
                </a:lnTo>
                <a:lnTo>
                  <a:pt x="942975" y="1095375"/>
                </a:lnTo>
                <a:lnTo>
                  <a:pt x="876300" y="1095375"/>
                </a:lnTo>
                <a:lnTo>
                  <a:pt x="876300" y="1104900"/>
                </a:lnTo>
                <a:lnTo>
                  <a:pt x="828675" y="1104900"/>
                </a:lnTo>
                <a:lnTo>
                  <a:pt x="828675" y="1095375"/>
                </a:lnTo>
                <a:lnTo>
                  <a:pt x="809625" y="1095375"/>
                </a:lnTo>
                <a:lnTo>
                  <a:pt x="809625" y="1104900"/>
                </a:lnTo>
                <a:lnTo>
                  <a:pt x="800100" y="1104900"/>
                </a:lnTo>
                <a:lnTo>
                  <a:pt x="800100" y="1095375"/>
                </a:lnTo>
                <a:lnTo>
                  <a:pt x="790575" y="1095375"/>
                </a:lnTo>
                <a:lnTo>
                  <a:pt x="790575" y="1085850"/>
                </a:lnTo>
                <a:lnTo>
                  <a:pt x="781050" y="1085850"/>
                </a:lnTo>
                <a:lnTo>
                  <a:pt x="781050" y="1057275"/>
                </a:lnTo>
                <a:lnTo>
                  <a:pt x="800100" y="1057275"/>
                </a:lnTo>
                <a:lnTo>
                  <a:pt x="800100" y="1047750"/>
                </a:lnTo>
                <a:lnTo>
                  <a:pt x="771525" y="1047750"/>
                </a:lnTo>
                <a:lnTo>
                  <a:pt x="771525" y="1038225"/>
                </a:lnTo>
                <a:lnTo>
                  <a:pt x="752475" y="1038225"/>
                </a:lnTo>
                <a:lnTo>
                  <a:pt x="752475" y="1019175"/>
                </a:lnTo>
                <a:lnTo>
                  <a:pt x="742950" y="1019175"/>
                </a:lnTo>
                <a:lnTo>
                  <a:pt x="742950" y="1028700"/>
                </a:lnTo>
                <a:lnTo>
                  <a:pt x="685800" y="1028700"/>
                </a:lnTo>
                <a:lnTo>
                  <a:pt x="685800" y="1009650"/>
                </a:lnTo>
                <a:lnTo>
                  <a:pt x="695325" y="1009650"/>
                </a:lnTo>
                <a:close/>
                <a:moveTo>
                  <a:pt x="1381125" y="1000125"/>
                </a:moveTo>
                <a:lnTo>
                  <a:pt x="1390650" y="1000125"/>
                </a:lnTo>
                <a:lnTo>
                  <a:pt x="1390650" y="1019175"/>
                </a:lnTo>
                <a:lnTo>
                  <a:pt x="1381125" y="1019175"/>
                </a:lnTo>
                <a:close/>
                <a:moveTo>
                  <a:pt x="600075" y="1009650"/>
                </a:moveTo>
                <a:lnTo>
                  <a:pt x="647700" y="1009650"/>
                </a:lnTo>
                <a:lnTo>
                  <a:pt x="647700" y="1019175"/>
                </a:lnTo>
                <a:lnTo>
                  <a:pt x="600075" y="1019175"/>
                </a:lnTo>
                <a:close/>
                <a:moveTo>
                  <a:pt x="666750" y="1009650"/>
                </a:moveTo>
                <a:lnTo>
                  <a:pt x="676275" y="1009650"/>
                </a:lnTo>
                <a:lnTo>
                  <a:pt x="676275" y="1019175"/>
                </a:lnTo>
                <a:lnTo>
                  <a:pt x="666750" y="1019175"/>
                </a:lnTo>
                <a:close/>
                <a:moveTo>
                  <a:pt x="1085850" y="1009650"/>
                </a:moveTo>
                <a:lnTo>
                  <a:pt x="1104900" y="1009650"/>
                </a:lnTo>
                <a:lnTo>
                  <a:pt x="1104900" y="1019175"/>
                </a:lnTo>
                <a:lnTo>
                  <a:pt x="1085850" y="1019175"/>
                </a:lnTo>
                <a:close/>
                <a:moveTo>
                  <a:pt x="1171575" y="1009650"/>
                </a:moveTo>
                <a:lnTo>
                  <a:pt x="1209675" y="1009650"/>
                </a:lnTo>
                <a:lnTo>
                  <a:pt x="1209675" y="1019175"/>
                </a:lnTo>
                <a:lnTo>
                  <a:pt x="1171575" y="1019175"/>
                </a:lnTo>
                <a:close/>
                <a:moveTo>
                  <a:pt x="1266825" y="1009650"/>
                </a:moveTo>
                <a:lnTo>
                  <a:pt x="1276350" y="1009650"/>
                </a:lnTo>
                <a:lnTo>
                  <a:pt x="1276350" y="1019175"/>
                </a:lnTo>
                <a:lnTo>
                  <a:pt x="1266825" y="1019175"/>
                </a:lnTo>
                <a:close/>
                <a:moveTo>
                  <a:pt x="1400175" y="1009650"/>
                </a:moveTo>
                <a:lnTo>
                  <a:pt x="1409700" y="1009650"/>
                </a:lnTo>
                <a:lnTo>
                  <a:pt x="1409700" y="1019175"/>
                </a:lnTo>
                <a:lnTo>
                  <a:pt x="1400175" y="1019175"/>
                </a:lnTo>
                <a:close/>
                <a:moveTo>
                  <a:pt x="152400" y="1019175"/>
                </a:moveTo>
                <a:lnTo>
                  <a:pt x="161925" y="1019175"/>
                </a:lnTo>
                <a:lnTo>
                  <a:pt x="161925" y="1038225"/>
                </a:lnTo>
                <a:lnTo>
                  <a:pt x="152400" y="1038225"/>
                </a:lnTo>
                <a:close/>
                <a:moveTo>
                  <a:pt x="552450" y="1019175"/>
                </a:moveTo>
                <a:lnTo>
                  <a:pt x="561975" y="1019175"/>
                </a:lnTo>
                <a:lnTo>
                  <a:pt x="561975" y="1028700"/>
                </a:lnTo>
                <a:lnTo>
                  <a:pt x="552450" y="1028700"/>
                </a:lnTo>
                <a:close/>
                <a:moveTo>
                  <a:pt x="1219200" y="1019175"/>
                </a:moveTo>
                <a:lnTo>
                  <a:pt x="1228725" y="1019175"/>
                </a:lnTo>
                <a:lnTo>
                  <a:pt x="1228725" y="1028700"/>
                </a:lnTo>
                <a:lnTo>
                  <a:pt x="1219200" y="1028700"/>
                </a:lnTo>
                <a:close/>
                <a:moveTo>
                  <a:pt x="1190625" y="1028700"/>
                </a:moveTo>
                <a:lnTo>
                  <a:pt x="1209675" y="1028700"/>
                </a:lnTo>
                <a:lnTo>
                  <a:pt x="1209675" y="1038225"/>
                </a:lnTo>
                <a:lnTo>
                  <a:pt x="1200150" y="1038225"/>
                </a:lnTo>
                <a:lnTo>
                  <a:pt x="1200150" y="1057275"/>
                </a:lnTo>
                <a:lnTo>
                  <a:pt x="1190625" y="1057275"/>
                </a:lnTo>
                <a:lnTo>
                  <a:pt x="1190625" y="1066800"/>
                </a:lnTo>
                <a:lnTo>
                  <a:pt x="1171575" y="1066800"/>
                </a:lnTo>
                <a:lnTo>
                  <a:pt x="1171575" y="1057275"/>
                </a:lnTo>
                <a:lnTo>
                  <a:pt x="1162050" y="1057275"/>
                </a:lnTo>
                <a:lnTo>
                  <a:pt x="1162050" y="1066800"/>
                </a:lnTo>
                <a:lnTo>
                  <a:pt x="1152525" y="1066800"/>
                </a:lnTo>
                <a:lnTo>
                  <a:pt x="1152525" y="1076325"/>
                </a:lnTo>
                <a:lnTo>
                  <a:pt x="1143000" y="1076325"/>
                </a:lnTo>
                <a:lnTo>
                  <a:pt x="1143000" y="1066800"/>
                </a:lnTo>
                <a:lnTo>
                  <a:pt x="1104900" y="1066800"/>
                </a:lnTo>
                <a:lnTo>
                  <a:pt x="1104900" y="1057275"/>
                </a:lnTo>
                <a:lnTo>
                  <a:pt x="1114425" y="1057275"/>
                </a:lnTo>
                <a:lnTo>
                  <a:pt x="1114425" y="1047750"/>
                </a:lnTo>
                <a:lnTo>
                  <a:pt x="1123950" y="1047750"/>
                </a:lnTo>
                <a:lnTo>
                  <a:pt x="1123950" y="1038225"/>
                </a:lnTo>
                <a:lnTo>
                  <a:pt x="1181100" y="1038225"/>
                </a:lnTo>
                <a:lnTo>
                  <a:pt x="1181100" y="1047750"/>
                </a:lnTo>
                <a:lnTo>
                  <a:pt x="1190625" y="1047750"/>
                </a:lnTo>
                <a:close/>
                <a:moveTo>
                  <a:pt x="1400175" y="1028700"/>
                </a:moveTo>
                <a:lnTo>
                  <a:pt x="1409700" y="1028700"/>
                </a:lnTo>
                <a:lnTo>
                  <a:pt x="1409700" y="1038225"/>
                </a:lnTo>
                <a:lnTo>
                  <a:pt x="1400175" y="1038225"/>
                </a:lnTo>
                <a:close/>
                <a:moveTo>
                  <a:pt x="1438275" y="1028700"/>
                </a:moveTo>
                <a:lnTo>
                  <a:pt x="1447800" y="1028700"/>
                </a:lnTo>
                <a:lnTo>
                  <a:pt x="1447800" y="1038225"/>
                </a:lnTo>
                <a:lnTo>
                  <a:pt x="1438275" y="1038225"/>
                </a:lnTo>
                <a:close/>
                <a:moveTo>
                  <a:pt x="704850" y="1038225"/>
                </a:moveTo>
                <a:lnTo>
                  <a:pt x="723900" y="1038225"/>
                </a:lnTo>
                <a:lnTo>
                  <a:pt x="723900" y="1047750"/>
                </a:lnTo>
                <a:lnTo>
                  <a:pt x="704850" y="1047750"/>
                </a:lnTo>
                <a:close/>
                <a:moveTo>
                  <a:pt x="714375" y="1057275"/>
                </a:moveTo>
                <a:lnTo>
                  <a:pt x="742950" y="1057275"/>
                </a:lnTo>
                <a:lnTo>
                  <a:pt x="742950" y="1066800"/>
                </a:lnTo>
                <a:lnTo>
                  <a:pt x="714375" y="1066800"/>
                </a:lnTo>
                <a:close/>
                <a:moveTo>
                  <a:pt x="809625" y="1057275"/>
                </a:moveTo>
                <a:lnTo>
                  <a:pt x="819150" y="1057275"/>
                </a:lnTo>
                <a:lnTo>
                  <a:pt x="819150" y="1047750"/>
                </a:lnTo>
                <a:lnTo>
                  <a:pt x="809625" y="1047750"/>
                </a:lnTo>
                <a:close/>
                <a:moveTo>
                  <a:pt x="133350" y="1066800"/>
                </a:moveTo>
                <a:lnTo>
                  <a:pt x="152400" y="1066800"/>
                </a:lnTo>
                <a:lnTo>
                  <a:pt x="152400" y="1076325"/>
                </a:lnTo>
                <a:lnTo>
                  <a:pt x="133350" y="1076325"/>
                </a:lnTo>
                <a:close/>
                <a:moveTo>
                  <a:pt x="219075" y="1066800"/>
                </a:moveTo>
                <a:lnTo>
                  <a:pt x="228600" y="1066800"/>
                </a:lnTo>
                <a:lnTo>
                  <a:pt x="228600" y="1076325"/>
                </a:lnTo>
                <a:lnTo>
                  <a:pt x="219075" y="1076325"/>
                </a:lnTo>
                <a:close/>
                <a:moveTo>
                  <a:pt x="1066800" y="1066800"/>
                </a:moveTo>
                <a:lnTo>
                  <a:pt x="1076325" y="1066800"/>
                </a:lnTo>
                <a:lnTo>
                  <a:pt x="1076325" y="1057275"/>
                </a:lnTo>
                <a:lnTo>
                  <a:pt x="1066800" y="1057275"/>
                </a:lnTo>
                <a:close/>
                <a:moveTo>
                  <a:pt x="600075" y="1076325"/>
                </a:moveTo>
                <a:lnTo>
                  <a:pt x="609600" y="1076325"/>
                </a:lnTo>
                <a:lnTo>
                  <a:pt x="609600" y="1095375"/>
                </a:lnTo>
                <a:lnTo>
                  <a:pt x="600075" y="1095375"/>
                </a:lnTo>
                <a:close/>
                <a:moveTo>
                  <a:pt x="1000125" y="1076325"/>
                </a:moveTo>
                <a:lnTo>
                  <a:pt x="1019175" y="1076325"/>
                </a:lnTo>
                <a:lnTo>
                  <a:pt x="1019175" y="1066800"/>
                </a:lnTo>
                <a:lnTo>
                  <a:pt x="1000125" y="1066800"/>
                </a:lnTo>
                <a:close/>
                <a:moveTo>
                  <a:pt x="190500" y="1085850"/>
                </a:moveTo>
                <a:lnTo>
                  <a:pt x="200025" y="1085850"/>
                </a:lnTo>
                <a:lnTo>
                  <a:pt x="200025" y="1095375"/>
                </a:lnTo>
                <a:lnTo>
                  <a:pt x="190500" y="1095375"/>
                </a:lnTo>
                <a:close/>
                <a:moveTo>
                  <a:pt x="352425" y="1085850"/>
                </a:moveTo>
                <a:lnTo>
                  <a:pt x="371475" y="1085850"/>
                </a:lnTo>
                <a:lnTo>
                  <a:pt x="371475" y="1104900"/>
                </a:lnTo>
                <a:lnTo>
                  <a:pt x="361950" y="1104900"/>
                </a:lnTo>
                <a:lnTo>
                  <a:pt x="361950" y="1095375"/>
                </a:lnTo>
                <a:lnTo>
                  <a:pt x="352425" y="1095375"/>
                </a:lnTo>
                <a:close/>
                <a:moveTo>
                  <a:pt x="657225" y="1085850"/>
                </a:moveTo>
                <a:lnTo>
                  <a:pt x="695325" y="1085850"/>
                </a:lnTo>
                <a:lnTo>
                  <a:pt x="695325" y="1104900"/>
                </a:lnTo>
                <a:lnTo>
                  <a:pt x="666750" y="1104900"/>
                </a:lnTo>
                <a:lnTo>
                  <a:pt x="666750" y="1095375"/>
                </a:lnTo>
                <a:lnTo>
                  <a:pt x="657225" y="1095375"/>
                </a:lnTo>
                <a:close/>
                <a:moveTo>
                  <a:pt x="819150" y="1085850"/>
                </a:moveTo>
                <a:lnTo>
                  <a:pt x="828675" y="1085850"/>
                </a:lnTo>
                <a:lnTo>
                  <a:pt x="828675" y="1076325"/>
                </a:lnTo>
                <a:lnTo>
                  <a:pt x="819150" y="1076325"/>
                </a:lnTo>
                <a:close/>
                <a:moveTo>
                  <a:pt x="1714500" y="1085850"/>
                </a:moveTo>
                <a:lnTo>
                  <a:pt x="1724025" y="1085850"/>
                </a:lnTo>
                <a:lnTo>
                  <a:pt x="1724025" y="1104900"/>
                </a:lnTo>
                <a:lnTo>
                  <a:pt x="1714500" y="1104900"/>
                </a:lnTo>
                <a:close/>
                <a:moveTo>
                  <a:pt x="304800" y="1133475"/>
                </a:moveTo>
                <a:lnTo>
                  <a:pt x="314325" y="1133475"/>
                </a:lnTo>
                <a:lnTo>
                  <a:pt x="314325" y="1152525"/>
                </a:lnTo>
                <a:lnTo>
                  <a:pt x="323850" y="1152525"/>
                </a:lnTo>
                <a:lnTo>
                  <a:pt x="323850" y="1162050"/>
                </a:lnTo>
                <a:lnTo>
                  <a:pt x="304800" y="1162050"/>
                </a:lnTo>
                <a:close/>
                <a:moveTo>
                  <a:pt x="342900" y="1133475"/>
                </a:moveTo>
                <a:lnTo>
                  <a:pt x="381000" y="1133475"/>
                </a:lnTo>
                <a:lnTo>
                  <a:pt x="381000" y="1152525"/>
                </a:lnTo>
                <a:lnTo>
                  <a:pt x="361950" y="1152525"/>
                </a:lnTo>
                <a:lnTo>
                  <a:pt x="361950" y="1162050"/>
                </a:lnTo>
                <a:lnTo>
                  <a:pt x="333375" y="1162050"/>
                </a:lnTo>
                <a:lnTo>
                  <a:pt x="333375" y="1143000"/>
                </a:lnTo>
                <a:lnTo>
                  <a:pt x="342900" y="1143000"/>
                </a:lnTo>
                <a:close/>
                <a:moveTo>
                  <a:pt x="381000" y="1152525"/>
                </a:moveTo>
                <a:lnTo>
                  <a:pt x="390525" y="1152525"/>
                </a:lnTo>
                <a:lnTo>
                  <a:pt x="390525" y="1162050"/>
                </a:lnTo>
                <a:lnTo>
                  <a:pt x="381000" y="1162050"/>
                </a:lnTo>
                <a:close/>
                <a:moveTo>
                  <a:pt x="400050" y="1152525"/>
                </a:moveTo>
                <a:lnTo>
                  <a:pt x="409575" y="1152525"/>
                </a:lnTo>
                <a:lnTo>
                  <a:pt x="409575" y="1162050"/>
                </a:lnTo>
                <a:lnTo>
                  <a:pt x="400050" y="1162050"/>
                </a:lnTo>
                <a:close/>
                <a:moveTo>
                  <a:pt x="428625" y="1152525"/>
                </a:moveTo>
                <a:lnTo>
                  <a:pt x="438150" y="1152525"/>
                </a:lnTo>
                <a:lnTo>
                  <a:pt x="438150" y="1162050"/>
                </a:lnTo>
                <a:lnTo>
                  <a:pt x="428625" y="1162050"/>
                </a:lnTo>
                <a:close/>
                <a:moveTo>
                  <a:pt x="781050" y="1152525"/>
                </a:moveTo>
                <a:lnTo>
                  <a:pt x="790575" y="1152525"/>
                </a:lnTo>
                <a:lnTo>
                  <a:pt x="790575" y="1162050"/>
                </a:lnTo>
                <a:lnTo>
                  <a:pt x="781050" y="1162050"/>
                </a:lnTo>
                <a:close/>
                <a:moveTo>
                  <a:pt x="1714500" y="1152525"/>
                </a:moveTo>
                <a:lnTo>
                  <a:pt x="1724025" y="1152525"/>
                </a:lnTo>
                <a:lnTo>
                  <a:pt x="1724025" y="1162050"/>
                </a:lnTo>
                <a:lnTo>
                  <a:pt x="1733550" y="1162050"/>
                </a:lnTo>
                <a:lnTo>
                  <a:pt x="1733550" y="1171575"/>
                </a:lnTo>
                <a:lnTo>
                  <a:pt x="1714500" y="1171575"/>
                </a:lnTo>
                <a:close/>
                <a:moveTo>
                  <a:pt x="133350" y="1266825"/>
                </a:moveTo>
                <a:lnTo>
                  <a:pt x="152400" y="1266825"/>
                </a:lnTo>
                <a:lnTo>
                  <a:pt x="152400" y="1285875"/>
                </a:lnTo>
                <a:lnTo>
                  <a:pt x="161925" y="1285875"/>
                </a:lnTo>
                <a:lnTo>
                  <a:pt x="161925" y="1295400"/>
                </a:lnTo>
                <a:lnTo>
                  <a:pt x="142875" y="1295400"/>
                </a:lnTo>
                <a:lnTo>
                  <a:pt x="142875" y="1323975"/>
                </a:lnTo>
                <a:lnTo>
                  <a:pt x="133350" y="1323975"/>
                </a:lnTo>
                <a:close/>
                <a:moveTo>
                  <a:pt x="133350" y="1333500"/>
                </a:moveTo>
                <a:lnTo>
                  <a:pt x="142875" y="1333500"/>
                </a:lnTo>
                <a:lnTo>
                  <a:pt x="142875" y="1362075"/>
                </a:lnTo>
                <a:lnTo>
                  <a:pt x="133350" y="1362075"/>
                </a:lnTo>
                <a:close/>
                <a:moveTo>
                  <a:pt x="161925" y="1362075"/>
                </a:moveTo>
                <a:lnTo>
                  <a:pt x="171450" y="1362075"/>
                </a:lnTo>
                <a:lnTo>
                  <a:pt x="171450" y="1371600"/>
                </a:lnTo>
                <a:lnTo>
                  <a:pt x="161925" y="1371600"/>
                </a:lnTo>
                <a:close/>
                <a:moveTo>
                  <a:pt x="142875" y="1571625"/>
                </a:moveTo>
                <a:lnTo>
                  <a:pt x="152400" y="1571625"/>
                </a:lnTo>
                <a:lnTo>
                  <a:pt x="152400" y="1581150"/>
                </a:lnTo>
                <a:lnTo>
                  <a:pt x="142875" y="1581150"/>
                </a:lnTo>
                <a:close/>
                <a:moveTo>
                  <a:pt x="133350" y="1590675"/>
                </a:moveTo>
                <a:lnTo>
                  <a:pt x="142875" y="1590675"/>
                </a:lnTo>
                <a:lnTo>
                  <a:pt x="142875" y="1609725"/>
                </a:lnTo>
                <a:lnTo>
                  <a:pt x="133350" y="1609725"/>
                </a:lnTo>
                <a:close/>
                <a:moveTo>
                  <a:pt x="152400" y="1590675"/>
                </a:moveTo>
                <a:lnTo>
                  <a:pt x="161925" y="1590675"/>
                </a:lnTo>
                <a:lnTo>
                  <a:pt x="161925" y="1609725"/>
                </a:lnTo>
                <a:lnTo>
                  <a:pt x="152400" y="1609725"/>
                </a:lnTo>
                <a:close/>
                <a:moveTo>
                  <a:pt x="152400" y="1676400"/>
                </a:moveTo>
                <a:lnTo>
                  <a:pt x="161925" y="1676400"/>
                </a:lnTo>
                <a:lnTo>
                  <a:pt x="161925" y="1695450"/>
                </a:lnTo>
                <a:lnTo>
                  <a:pt x="152400" y="1695450"/>
                </a:lnTo>
                <a:close/>
                <a:moveTo>
                  <a:pt x="133350" y="1695450"/>
                </a:moveTo>
                <a:lnTo>
                  <a:pt x="152400" y="1695450"/>
                </a:lnTo>
                <a:lnTo>
                  <a:pt x="152400" y="1704975"/>
                </a:lnTo>
                <a:lnTo>
                  <a:pt x="133350" y="1704975"/>
                </a:lnTo>
                <a:close/>
                <a:moveTo>
                  <a:pt x="133350" y="1866900"/>
                </a:moveTo>
                <a:lnTo>
                  <a:pt x="142875" y="1866900"/>
                </a:lnTo>
                <a:lnTo>
                  <a:pt x="142875" y="1876425"/>
                </a:lnTo>
                <a:lnTo>
                  <a:pt x="133350" y="1876425"/>
                </a:lnTo>
                <a:close/>
                <a:moveTo>
                  <a:pt x="152400" y="1876425"/>
                </a:moveTo>
                <a:lnTo>
                  <a:pt x="161925" y="1876425"/>
                </a:lnTo>
                <a:lnTo>
                  <a:pt x="161925" y="1885950"/>
                </a:lnTo>
                <a:lnTo>
                  <a:pt x="152400" y="1885950"/>
                </a:lnTo>
                <a:close/>
                <a:moveTo>
                  <a:pt x="590550" y="1924050"/>
                </a:moveTo>
                <a:lnTo>
                  <a:pt x="600075" y="1924050"/>
                </a:lnTo>
                <a:lnTo>
                  <a:pt x="600075" y="1943100"/>
                </a:lnTo>
                <a:lnTo>
                  <a:pt x="590550" y="1943100"/>
                </a:lnTo>
                <a:close/>
                <a:moveTo>
                  <a:pt x="333375" y="1933575"/>
                </a:moveTo>
                <a:lnTo>
                  <a:pt x="342900" y="1933575"/>
                </a:lnTo>
                <a:lnTo>
                  <a:pt x="342900" y="1952625"/>
                </a:lnTo>
                <a:lnTo>
                  <a:pt x="314325" y="1952625"/>
                </a:lnTo>
                <a:lnTo>
                  <a:pt x="314325" y="1943100"/>
                </a:lnTo>
                <a:lnTo>
                  <a:pt x="333375" y="1943100"/>
                </a:lnTo>
                <a:close/>
                <a:moveTo>
                  <a:pt x="266700" y="1952625"/>
                </a:moveTo>
                <a:lnTo>
                  <a:pt x="276225" y="1952625"/>
                </a:lnTo>
                <a:lnTo>
                  <a:pt x="276225" y="1962150"/>
                </a:lnTo>
                <a:lnTo>
                  <a:pt x="266700" y="1962150"/>
                </a:lnTo>
                <a:close/>
                <a:moveTo>
                  <a:pt x="285750" y="1952625"/>
                </a:moveTo>
                <a:lnTo>
                  <a:pt x="314325" y="1952625"/>
                </a:lnTo>
                <a:lnTo>
                  <a:pt x="314325" y="1962150"/>
                </a:lnTo>
                <a:lnTo>
                  <a:pt x="285750" y="1962150"/>
                </a:lnTo>
                <a:close/>
                <a:moveTo>
                  <a:pt x="295275" y="1971675"/>
                </a:moveTo>
                <a:lnTo>
                  <a:pt x="304800" y="1971675"/>
                </a:lnTo>
                <a:lnTo>
                  <a:pt x="304800" y="1990725"/>
                </a:lnTo>
                <a:lnTo>
                  <a:pt x="295275" y="1990725"/>
                </a:lnTo>
                <a:lnTo>
                  <a:pt x="295275" y="2000250"/>
                </a:lnTo>
                <a:lnTo>
                  <a:pt x="209550" y="2000250"/>
                </a:lnTo>
                <a:lnTo>
                  <a:pt x="209550" y="1990725"/>
                </a:lnTo>
                <a:lnTo>
                  <a:pt x="228600" y="1990725"/>
                </a:lnTo>
                <a:lnTo>
                  <a:pt x="228600" y="1981200"/>
                </a:lnTo>
                <a:lnTo>
                  <a:pt x="238125" y="1981200"/>
                </a:lnTo>
                <a:lnTo>
                  <a:pt x="238125" y="1990725"/>
                </a:lnTo>
                <a:lnTo>
                  <a:pt x="285750" y="1990725"/>
                </a:lnTo>
                <a:lnTo>
                  <a:pt x="285750" y="1981200"/>
                </a:lnTo>
                <a:lnTo>
                  <a:pt x="295275" y="1981200"/>
                </a:lnTo>
                <a:close/>
                <a:moveTo>
                  <a:pt x="304800" y="1990725"/>
                </a:moveTo>
                <a:lnTo>
                  <a:pt x="323850" y="1990725"/>
                </a:lnTo>
                <a:lnTo>
                  <a:pt x="323850" y="2000250"/>
                </a:lnTo>
                <a:lnTo>
                  <a:pt x="304800" y="2000250"/>
                </a:lnTo>
                <a:close/>
                <a:moveTo>
                  <a:pt x="190500" y="2000250"/>
                </a:moveTo>
                <a:lnTo>
                  <a:pt x="200025" y="2000250"/>
                </a:lnTo>
                <a:lnTo>
                  <a:pt x="200025" y="2009775"/>
                </a:lnTo>
                <a:lnTo>
                  <a:pt x="190500" y="2009775"/>
                </a:lnTo>
                <a:close/>
                <a:moveTo>
                  <a:pt x="152400" y="2019300"/>
                </a:moveTo>
                <a:lnTo>
                  <a:pt x="161925" y="2019300"/>
                </a:lnTo>
                <a:lnTo>
                  <a:pt x="161925" y="2066925"/>
                </a:lnTo>
                <a:lnTo>
                  <a:pt x="152400" y="2066925"/>
                </a:lnTo>
                <a:lnTo>
                  <a:pt x="152400" y="2076450"/>
                </a:lnTo>
                <a:lnTo>
                  <a:pt x="142875" y="2076450"/>
                </a:lnTo>
                <a:lnTo>
                  <a:pt x="142875" y="2085975"/>
                </a:lnTo>
                <a:lnTo>
                  <a:pt x="133350" y="2085975"/>
                </a:lnTo>
                <a:lnTo>
                  <a:pt x="133350" y="2057400"/>
                </a:lnTo>
                <a:lnTo>
                  <a:pt x="142875" y="2057400"/>
                </a:lnTo>
                <a:lnTo>
                  <a:pt x="142875" y="2047875"/>
                </a:lnTo>
                <a:lnTo>
                  <a:pt x="152400" y="2047875"/>
                </a:lnTo>
                <a:close/>
                <a:moveTo>
                  <a:pt x="971550" y="2038350"/>
                </a:moveTo>
                <a:lnTo>
                  <a:pt x="981075" y="2038350"/>
                </a:lnTo>
                <a:lnTo>
                  <a:pt x="981075" y="2047875"/>
                </a:lnTo>
                <a:lnTo>
                  <a:pt x="971550" y="2047875"/>
                </a:lnTo>
                <a:close/>
                <a:moveTo>
                  <a:pt x="590550" y="2095500"/>
                </a:moveTo>
                <a:lnTo>
                  <a:pt x="609600" y="2095500"/>
                </a:lnTo>
                <a:lnTo>
                  <a:pt x="609600" y="2105025"/>
                </a:lnTo>
                <a:lnTo>
                  <a:pt x="619125" y="2105025"/>
                </a:lnTo>
                <a:lnTo>
                  <a:pt x="619125" y="2114550"/>
                </a:lnTo>
                <a:lnTo>
                  <a:pt x="609600" y="2114550"/>
                </a:lnTo>
                <a:lnTo>
                  <a:pt x="609600" y="2124075"/>
                </a:lnTo>
                <a:lnTo>
                  <a:pt x="590550" y="2124075"/>
                </a:lnTo>
                <a:close/>
                <a:moveTo>
                  <a:pt x="609600" y="2124075"/>
                </a:moveTo>
                <a:lnTo>
                  <a:pt x="619125" y="2124075"/>
                </a:lnTo>
                <a:lnTo>
                  <a:pt x="619125" y="2133600"/>
                </a:lnTo>
                <a:lnTo>
                  <a:pt x="609600" y="2133600"/>
                </a:lnTo>
                <a:close/>
                <a:moveTo>
                  <a:pt x="333375" y="2133600"/>
                </a:moveTo>
                <a:lnTo>
                  <a:pt x="352425" y="2133600"/>
                </a:lnTo>
                <a:lnTo>
                  <a:pt x="352425" y="2143125"/>
                </a:lnTo>
                <a:lnTo>
                  <a:pt x="342900" y="2143125"/>
                </a:lnTo>
                <a:lnTo>
                  <a:pt x="342900" y="2152650"/>
                </a:lnTo>
                <a:lnTo>
                  <a:pt x="323850" y="2152650"/>
                </a:lnTo>
                <a:lnTo>
                  <a:pt x="323850" y="2143125"/>
                </a:lnTo>
                <a:lnTo>
                  <a:pt x="333375" y="2143125"/>
                </a:lnTo>
                <a:close/>
                <a:moveTo>
                  <a:pt x="1714500" y="2162175"/>
                </a:moveTo>
                <a:lnTo>
                  <a:pt x="1724025" y="2162175"/>
                </a:lnTo>
                <a:lnTo>
                  <a:pt x="1724025" y="2171700"/>
                </a:lnTo>
                <a:lnTo>
                  <a:pt x="1714500" y="2171700"/>
                </a:lnTo>
                <a:close/>
                <a:moveTo>
                  <a:pt x="400050" y="2171700"/>
                </a:moveTo>
                <a:lnTo>
                  <a:pt x="438150" y="2171700"/>
                </a:lnTo>
                <a:lnTo>
                  <a:pt x="438150" y="2181225"/>
                </a:lnTo>
                <a:lnTo>
                  <a:pt x="428625" y="2181225"/>
                </a:lnTo>
                <a:lnTo>
                  <a:pt x="428625" y="2200275"/>
                </a:lnTo>
                <a:lnTo>
                  <a:pt x="409575" y="2200275"/>
                </a:lnTo>
                <a:lnTo>
                  <a:pt x="409575" y="2219325"/>
                </a:lnTo>
                <a:lnTo>
                  <a:pt x="400050" y="2219325"/>
                </a:lnTo>
                <a:lnTo>
                  <a:pt x="400050" y="2190750"/>
                </a:lnTo>
                <a:lnTo>
                  <a:pt x="409575" y="2190750"/>
                </a:lnTo>
                <a:lnTo>
                  <a:pt x="409575" y="2181225"/>
                </a:lnTo>
                <a:lnTo>
                  <a:pt x="400050" y="2181225"/>
                </a:lnTo>
                <a:close/>
                <a:moveTo>
                  <a:pt x="952500" y="2171700"/>
                </a:moveTo>
                <a:lnTo>
                  <a:pt x="962025" y="2171700"/>
                </a:lnTo>
                <a:lnTo>
                  <a:pt x="962025" y="2181225"/>
                </a:lnTo>
                <a:lnTo>
                  <a:pt x="990600" y="2181225"/>
                </a:lnTo>
                <a:lnTo>
                  <a:pt x="990600" y="2200275"/>
                </a:lnTo>
                <a:lnTo>
                  <a:pt x="971550" y="2200275"/>
                </a:lnTo>
                <a:lnTo>
                  <a:pt x="971550" y="2219325"/>
                </a:lnTo>
                <a:lnTo>
                  <a:pt x="962025" y="2219325"/>
                </a:lnTo>
                <a:lnTo>
                  <a:pt x="962025" y="2228850"/>
                </a:lnTo>
                <a:lnTo>
                  <a:pt x="952500" y="2228850"/>
                </a:lnTo>
                <a:lnTo>
                  <a:pt x="952500" y="2219325"/>
                </a:lnTo>
                <a:lnTo>
                  <a:pt x="914400" y="2219325"/>
                </a:lnTo>
                <a:lnTo>
                  <a:pt x="914400" y="2209800"/>
                </a:lnTo>
                <a:lnTo>
                  <a:pt x="923925" y="2209800"/>
                </a:lnTo>
                <a:lnTo>
                  <a:pt x="923925" y="2200275"/>
                </a:lnTo>
                <a:lnTo>
                  <a:pt x="942975" y="2200275"/>
                </a:lnTo>
                <a:lnTo>
                  <a:pt x="942975" y="2190750"/>
                </a:lnTo>
                <a:lnTo>
                  <a:pt x="952500" y="2190750"/>
                </a:lnTo>
                <a:close/>
                <a:moveTo>
                  <a:pt x="1695450" y="2171700"/>
                </a:moveTo>
                <a:lnTo>
                  <a:pt x="1704975" y="2171700"/>
                </a:lnTo>
                <a:lnTo>
                  <a:pt x="1704975" y="2181225"/>
                </a:lnTo>
                <a:lnTo>
                  <a:pt x="1695450" y="2181225"/>
                </a:lnTo>
                <a:close/>
                <a:moveTo>
                  <a:pt x="190500" y="2181225"/>
                </a:moveTo>
                <a:lnTo>
                  <a:pt x="200025" y="2181225"/>
                </a:lnTo>
                <a:lnTo>
                  <a:pt x="200025" y="2200275"/>
                </a:lnTo>
                <a:lnTo>
                  <a:pt x="190500" y="2200275"/>
                </a:lnTo>
                <a:close/>
                <a:moveTo>
                  <a:pt x="542925" y="2181225"/>
                </a:moveTo>
                <a:lnTo>
                  <a:pt x="561975" y="2181225"/>
                </a:lnTo>
                <a:lnTo>
                  <a:pt x="561975" y="2190750"/>
                </a:lnTo>
                <a:lnTo>
                  <a:pt x="542925" y="2190750"/>
                </a:lnTo>
                <a:close/>
                <a:moveTo>
                  <a:pt x="238125" y="2190750"/>
                </a:moveTo>
                <a:lnTo>
                  <a:pt x="247650" y="2190750"/>
                </a:lnTo>
                <a:lnTo>
                  <a:pt x="247650" y="2219325"/>
                </a:lnTo>
                <a:lnTo>
                  <a:pt x="228600" y="2219325"/>
                </a:lnTo>
                <a:lnTo>
                  <a:pt x="228600" y="2209800"/>
                </a:lnTo>
                <a:lnTo>
                  <a:pt x="219075" y="2209800"/>
                </a:lnTo>
                <a:lnTo>
                  <a:pt x="219075" y="2200275"/>
                </a:lnTo>
                <a:lnTo>
                  <a:pt x="238125" y="2200275"/>
                </a:lnTo>
                <a:close/>
                <a:moveTo>
                  <a:pt x="561975" y="2190750"/>
                </a:moveTo>
                <a:lnTo>
                  <a:pt x="571500" y="2190750"/>
                </a:lnTo>
                <a:lnTo>
                  <a:pt x="571500" y="2200275"/>
                </a:lnTo>
                <a:lnTo>
                  <a:pt x="561975" y="2200275"/>
                </a:lnTo>
                <a:close/>
                <a:moveTo>
                  <a:pt x="809625" y="2190750"/>
                </a:moveTo>
                <a:lnTo>
                  <a:pt x="847725" y="2190750"/>
                </a:lnTo>
                <a:lnTo>
                  <a:pt x="847725" y="2200275"/>
                </a:lnTo>
                <a:lnTo>
                  <a:pt x="828675" y="2200275"/>
                </a:lnTo>
                <a:lnTo>
                  <a:pt x="828675" y="2209800"/>
                </a:lnTo>
                <a:lnTo>
                  <a:pt x="847725" y="2209800"/>
                </a:lnTo>
                <a:lnTo>
                  <a:pt x="847725" y="2219325"/>
                </a:lnTo>
                <a:lnTo>
                  <a:pt x="819150" y="2219325"/>
                </a:lnTo>
                <a:lnTo>
                  <a:pt x="819150" y="2228850"/>
                </a:lnTo>
                <a:lnTo>
                  <a:pt x="809625" y="2228850"/>
                </a:lnTo>
                <a:lnTo>
                  <a:pt x="809625" y="2219325"/>
                </a:lnTo>
                <a:lnTo>
                  <a:pt x="800100" y="2219325"/>
                </a:lnTo>
                <a:lnTo>
                  <a:pt x="800100" y="2209800"/>
                </a:lnTo>
                <a:lnTo>
                  <a:pt x="809625" y="2209800"/>
                </a:lnTo>
                <a:close/>
                <a:moveTo>
                  <a:pt x="866775" y="2190750"/>
                </a:moveTo>
                <a:lnTo>
                  <a:pt x="885825" y="2190750"/>
                </a:lnTo>
                <a:lnTo>
                  <a:pt x="885825" y="2200275"/>
                </a:lnTo>
                <a:lnTo>
                  <a:pt x="866775" y="2200275"/>
                </a:lnTo>
                <a:close/>
                <a:moveTo>
                  <a:pt x="1676400" y="2190750"/>
                </a:moveTo>
                <a:lnTo>
                  <a:pt x="1685925" y="2190750"/>
                </a:lnTo>
                <a:lnTo>
                  <a:pt x="1685925" y="2200275"/>
                </a:lnTo>
                <a:lnTo>
                  <a:pt x="1676400" y="2200275"/>
                </a:lnTo>
                <a:close/>
                <a:moveTo>
                  <a:pt x="1695450" y="2190750"/>
                </a:moveTo>
                <a:lnTo>
                  <a:pt x="1704975" y="2190750"/>
                </a:lnTo>
                <a:lnTo>
                  <a:pt x="1704975" y="2200275"/>
                </a:lnTo>
                <a:lnTo>
                  <a:pt x="1695450" y="2200275"/>
                </a:lnTo>
                <a:close/>
                <a:moveTo>
                  <a:pt x="361950" y="2200275"/>
                </a:moveTo>
                <a:lnTo>
                  <a:pt x="381000" y="2200275"/>
                </a:lnTo>
                <a:lnTo>
                  <a:pt x="381000" y="2209800"/>
                </a:lnTo>
                <a:lnTo>
                  <a:pt x="390525" y="2209800"/>
                </a:lnTo>
                <a:lnTo>
                  <a:pt x="390525" y="2219325"/>
                </a:lnTo>
                <a:lnTo>
                  <a:pt x="381000" y="2219325"/>
                </a:lnTo>
                <a:lnTo>
                  <a:pt x="381000" y="2228850"/>
                </a:lnTo>
                <a:lnTo>
                  <a:pt x="371475" y="2228850"/>
                </a:lnTo>
                <a:lnTo>
                  <a:pt x="371475" y="2219325"/>
                </a:lnTo>
                <a:lnTo>
                  <a:pt x="361950" y="2219325"/>
                </a:lnTo>
                <a:close/>
                <a:moveTo>
                  <a:pt x="857250" y="2200275"/>
                </a:moveTo>
                <a:lnTo>
                  <a:pt x="866775" y="2200275"/>
                </a:lnTo>
                <a:lnTo>
                  <a:pt x="866775" y="2209800"/>
                </a:lnTo>
                <a:lnTo>
                  <a:pt x="857250" y="2209800"/>
                </a:lnTo>
                <a:close/>
                <a:moveTo>
                  <a:pt x="314325" y="2209800"/>
                </a:moveTo>
                <a:lnTo>
                  <a:pt x="323850" y="2209800"/>
                </a:lnTo>
                <a:lnTo>
                  <a:pt x="323850" y="2219325"/>
                </a:lnTo>
                <a:lnTo>
                  <a:pt x="361950" y="2219325"/>
                </a:lnTo>
                <a:lnTo>
                  <a:pt x="361950" y="2228850"/>
                </a:lnTo>
                <a:lnTo>
                  <a:pt x="276225" y="2228850"/>
                </a:lnTo>
                <a:lnTo>
                  <a:pt x="276225" y="2219325"/>
                </a:lnTo>
                <a:lnTo>
                  <a:pt x="314325" y="2219325"/>
                </a:lnTo>
                <a:close/>
                <a:moveTo>
                  <a:pt x="723900" y="2209800"/>
                </a:moveTo>
                <a:lnTo>
                  <a:pt x="771525" y="2209800"/>
                </a:lnTo>
                <a:lnTo>
                  <a:pt x="771525" y="2228850"/>
                </a:lnTo>
                <a:lnTo>
                  <a:pt x="723900" y="2228850"/>
                </a:lnTo>
                <a:close/>
                <a:moveTo>
                  <a:pt x="1485900" y="2209800"/>
                </a:moveTo>
                <a:lnTo>
                  <a:pt x="1514475" y="2209800"/>
                </a:lnTo>
                <a:lnTo>
                  <a:pt x="1514475" y="2219325"/>
                </a:lnTo>
                <a:lnTo>
                  <a:pt x="1485900" y="2219325"/>
                </a:lnTo>
                <a:close/>
                <a:moveTo>
                  <a:pt x="142875" y="2238375"/>
                </a:moveTo>
                <a:lnTo>
                  <a:pt x="152400" y="2238375"/>
                </a:lnTo>
                <a:lnTo>
                  <a:pt x="152400" y="2257425"/>
                </a:lnTo>
                <a:lnTo>
                  <a:pt x="142875" y="2257425"/>
                </a:lnTo>
                <a:close/>
                <a:moveTo>
                  <a:pt x="190500" y="2257425"/>
                </a:moveTo>
                <a:lnTo>
                  <a:pt x="200025" y="2257425"/>
                </a:lnTo>
                <a:lnTo>
                  <a:pt x="200025" y="2286000"/>
                </a:lnTo>
                <a:lnTo>
                  <a:pt x="180975" y="2286000"/>
                </a:lnTo>
                <a:lnTo>
                  <a:pt x="180975" y="2266950"/>
                </a:lnTo>
                <a:lnTo>
                  <a:pt x="190500" y="2266950"/>
                </a:lnTo>
                <a:close/>
                <a:moveTo>
                  <a:pt x="142875" y="2276475"/>
                </a:moveTo>
                <a:lnTo>
                  <a:pt x="152400" y="2276475"/>
                </a:lnTo>
                <a:lnTo>
                  <a:pt x="152400" y="2428875"/>
                </a:lnTo>
                <a:lnTo>
                  <a:pt x="142875" y="2428875"/>
                </a:lnTo>
                <a:lnTo>
                  <a:pt x="142875" y="2400300"/>
                </a:lnTo>
                <a:lnTo>
                  <a:pt x="133350" y="2400300"/>
                </a:lnTo>
                <a:lnTo>
                  <a:pt x="133350" y="2390775"/>
                </a:lnTo>
                <a:lnTo>
                  <a:pt x="142875" y="2390775"/>
                </a:lnTo>
                <a:lnTo>
                  <a:pt x="142875" y="2295525"/>
                </a:lnTo>
                <a:lnTo>
                  <a:pt x="133350" y="2295525"/>
                </a:lnTo>
                <a:lnTo>
                  <a:pt x="133350" y="2286000"/>
                </a:lnTo>
                <a:lnTo>
                  <a:pt x="142875" y="2286000"/>
                </a:lnTo>
                <a:close/>
                <a:moveTo>
                  <a:pt x="342900" y="2324100"/>
                </a:moveTo>
                <a:lnTo>
                  <a:pt x="352425" y="2324100"/>
                </a:lnTo>
                <a:lnTo>
                  <a:pt x="352425" y="2352675"/>
                </a:lnTo>
                <a:lnTo>
                  <a:pt x="342900" y="2352675"/>
                </a:lnTo>
                <a:close/>
                <a:moveTo>
                  <a:pt x="495300" y="2362200"/>
                </a:moveTo>
                <a:lnTo>
                  <a:pt x="514350" y="2362200"/>
                </a:lnTo>
                <a:lnTo>
                  <a:pt x="514350" y="2371725"/>
                </a:lnTo>
                <a:lnTo>
                  <a:pt x="523875" y="2371725"/>
                </a:lnTo>
                <a:lnTo>
                  <a:pt x="523875" y="2400300"/>
                </a:lnTo>
                <a:lnTo>
                  <a:pt x="495300" y="2400300"/>
                </a:lnTo>
                <a:lnTo>
                  <a:pt x="495300" y="2381250"/>
                </a:lnTo>
                <a:lnTo>
                  <a:pt x="476250" y="2381250"/>
                </a:lnTo>
                <a:lnTo>
                  <a:pt x="476250" y="2371725"/>
                </a:lnTo>
                <a:lnTo>
                  <a:pt x="495300" y="2371725"/>
                </a:lnTo>
                <a:close/>
                <a:moveTo>
                  <a:pt x="771525" y="2362200"/>
                </a:moveTo>
                <a:lnTo>
                  <a:pt x="781050" y="2362200"/>
                </a:lnTo>
                <a:lnTo>
                  <a:pt x="781050" y="2381250"/>
                </a:lnTo>
                <a:lnTo>
                  <a:pt x="771525" y="2381250"/>
                </a:lnTo>
                <a:close/>
                <a:moveTo>
                  <a:pt x="542925" y="2381250"/>
                </a:moveTo>
                <a:lnTo>
                  <a:pt x="561975" y="2381250"/>
                </a:lnTo>
                <a:lnTo>
                  <a:pt x="561975" y="2390775"/>
                </a:lnTo>
                <a:lnTo>
                  <a:pt x="542925" y="2390775"/>
                </a:lnTo>
                <a:close/>
                <a:moveTo>
                  <a:pt x="657225" y="2428875"/>
                </a:moveTo>
                <a:lnTo>
                  <a:pt x="695325" y="2428875"/>
                </a:lnTo>
                <a:lnTo>
                  <a:pt x="695325" y="2438400"/>
                </a:lnTo>
                <a:lnTo>
                  <a:pt x="704850" y="2438400"/>
                </a:lnTo>
                <a:lnTo>
                  <a:pt x="704850" y="2457450"/>
                </a:lnTo>
                <a:lnTo>
                  <a:pt x="685800" y="2457450"/>
                </a:lnTo>
                <a:lnTo>
                  <a:pt x="685800" y="2466975"/>
                </a:lnTo>
                <a:lnTo>
                  <a:pt x="714375" y="2466975"/>
                </a:lnTo>
                <a:lnTo>
                  <a:pt x="714375" y="2476500"/>
                </a:lnTo>
                <a:lnTo>
                  <a:pt x="676275" y="2476500"/>
                </a:lnTo>
                <a:lnTo>
                  <a:pt x="676275" y="2457450"/>
                </a:lnTo>
                <a:lnTo>
                  <a:pt x="647700" y="2457450"/>
                </a:lnTo>
                <a:lnTo>
                  <a:pt x="647700" y="2447925"/>
                </a:lnTo>
                <a:lnTo>
                  <a:pt x="638175" y="2447925"/>
                </a:lnTo>
                <a:lnTo>
                  <a:pt x="638175" y="2438400"/>
                </a:lnTo>
                <a:lnTo>
                  <a:pt x="657225" y="2438400"/>
                </a:lnTo>
                <a:close/>
                <a:moveTo>
                  <a:pt x="1666875" y="2428875"/>
                </a:moveTo>
                <a:lnTo>
                  <a:pt x="1695450" y="2428875"/>
                </a:lnTo>
                <a:lnTo>
                  <a:pt x="1695450" y="2438400"/>
                </a:lnTo>
                <a:lnTo>
                  <a:pt x="1704975" y="2438400"/>
                </a:lnTo>
                <a:lnTo>
                  <a:pt x="1704975" y="2447925"/>
                </a:lnTo>
                <a:lnTo>
                  <a:pt x="1695450" y="2447925"/>
                </a:lnTo>
                <a:lnTo>
                  <a:pt x="1695450" y="2457450"/>
                </a:lnTo>
                <a:lnTo>
                  <a:pt x="1685925" y="2457450"/>
                </a:lnTo>
                <a:lnTo>
                  <a:pt x="1685925" y="2466975"/>
                </a:lnTo>
                <a:lnTo>
                  <a:pt x="1657350" y="2466975"/>
                </a:lnTo>
                <a:lnTo>
                  <a:pt x="1657350" y="2457450"/>
                </a:lnTo>
                <a:lnTo>
                  <a:pt x="1666875" y="2457450"/>
                </a:lnTo>
                <a:lnTo>
                  <a:pt x="1666875" y="2447925"/>
                </a:lnTo>
                <a:lnTo>
                  <a:pt x="1657350" y="2447925"/>
                </a:lnTo>
                <a:lnTo>
                  <a:pt x="1657350" y="2438400"/>
                </a:lnTo>
                <a:lnTo>
                  <a:pt x="1666875" y="2438400"/>
                </a:lnTo>
                <a:close/>
                <a:moveTo>
                  <a:pt x="400050" y="2438400"/>
                </a:moveTo>
                <a:lnTo>
                  <a:pt x="409575" y="2438400"/>
                </a:lnTo>
                <a:lnTo>
                  <a:pt x="409575" y="2447925"/>
                </a:lnTo>
                <a:lnTo>
                  <a:pt x="400050" y="2447925"/>
                </a:lnTo>
                <a:close/>
                <a:moveTo>
                  <a:pt x="419100" y="2438400"/>
                </a:moveTo>
                <a:lnTo>
                  <a:pt x="428625" y="2438400"/>
                </a:lnTo>
                <a:lnTo>
                  <a:pt x="428625" y="2447925"/>
                </a:lnTo>
                <a:lnTo>
                  <a:pt x="419100" y="2447925"/>
                </a:lnTo>
                <a:close/>
                <a:moveTo>
                  <a:pt x="504825" y="2438400"/>
                </a:moveTo>
                <a:lnTo>
                  <a:pt x="523875" y="2438400"/>
                </a:lnTo>
                <a:lnTo>
                  <a:pt x="523875" y="2447925"/>
                </a:lnTo>
                <a:lnTo>
                  <a:pt x="533400" y="2447925"/>
                </a:lnTo>
                <a:lnTo>
                  <a:pt x="533400" y="2438400"/>
                </a:lnTo>
                <a:lnTo>
                  <a:pt x="552450" y="2438400"/>
                </a:lnTo>
                <a:lnTo>
                  <a:pt x="552450" y="2447925"/>
                </a:lnTo>
                <a:lnTo>
                  <a:pt x="533400" y="2447925"/>
                </a:lnTo>
                <a:lnTo>
                  <a:pt x="533400" y="2466975"/>
                </a:lnTo>
                <a:lnTo>
                  <a:pt x="542925" y="2466975"/>
                </a:lnTo>
                <a:lnTo>
                  <a:pt x="542925" y="2486025"/>
                </a:lnTo>
                <a:lnTo>
                  <a:pt x="523875" y="2486025"/>
                </a:lnTo>
                <a:lnTo>
                  <a:pt x="523875" y="2457450"/>
                </a:lnTo>
                <a:lnTo>
                  <a:pt x="514350" y="2457450"/>
                </a:lnTo>
                <a:lnTo>
                  <a:pt x="514350" y="2447925"/>
                </a:lnTo>
                <a:lnTo>
                  <a:pt x="504825" y="2447925"/>
                </a:lnTo>
                <a:close/>
                <a:moveTo>
                  <a:pt x="1238250" y="2438400"/>
                </a:moveTo>
                <a:lnTo>
                  <a:pt x="1285875" y="2438400"/>
                </a:lnTo>
                <a:lnTo>
                  <a:pt x="1285875" y="2447925"/>
                </a:lnTo>
                <a:lnTo>
                  <a:pt x="1295400" y="2447925"/>
                </a:lnTo>
                <a:lnTo>
                  <a:pt x="1295400" y="2457450"/>
                </a:lnTo>
                <a:lnTo>
                  <a:pt x="1314450" y="2457450"/>
                </a:lnTo>
                <a:lnTo>
                  <a:pt x="1314450" y="2466975"/>
                </a:lnTo>
                <a:lnTo>
                  <a:pt x="1304925" y="2466975"/>
                </a:lnTo>
                <a:lnTo>
                  <a:pt x="1304925" y="2476500"/>
                </a:lnTo>
                <a:lnTo>
                  <a:pt x="1323975" y="2476500"/>
                </a:lnTo>
                <a:lnTo>
                  <a:pt x="1323975" y="2466975"/>
                </a:lnTo>
                <a:lnTo>
                  <a:pt x="1333500" y="2466975"/>
                </a:lnTo>
                <a:lnTo>
                  <a:pt x="1333500" y="2476500"/>
                </a:lnTo>
                <a:lnTo>
                  <a:pt x="1323975" y="2476500"/>
                </a:lnTo>
                <a:lnTo>
                  <a:pt x="1323975" y="2486025"/>
                </a:lnTo>
                <a:lnTo>
                  <a:pt x="1266825" y="2486025"/>
                </a:lnTo>
                <a:lnTo>
                  <a:pt x="1266825" y="2476500"/>
                </a:lnTo>
                <a:lnTo>
                  <a:pt x="1228725" y="2476500"/>
                </a:lnTo>
                <a:lnTo>
                  <a:pt x="1228725" y="2466975"/>
                </a:lnTo>
                <a:lnTo>
                  <a:pt x="1238250" y="2466975"/>
                </a:lnTo>
                <a:close/>
                <a:moveTo>
                  <a:pt x="1638300" y="2438400"/>
                </a:moveTo>
                <a:lnTo>
                  <a:pt x="1647825" y="2438400"/>
                </a:lnTo>
                <a:lnTo>
                  <a:pt x="1647825" y="2447925"/>
                </a:lnTo>
                <a:lnTo>
                  <a:pt x="1638300" y="2447925"/>
                </a:lnTo>
                <a:close/>
                <a:moveTo>
                  <a:pt x="238125" y="2447925"/>
                </a:moveTo>
                <a:lnTo>
                  <a:pt x="266700" y="2447925"/>
                </a:lnTo>
                <a:lnTo>
                  <a:pt x="266700" y="2457450"/>
                </a:lnTo>
                <a:lnTo>
                  <a:pt x="295275" y="2457450"/>
                </a:lnTo>
                <a:lnTo>
                  <a:pt x="295275" y="2466975"/>
                </a:lnTo>
                <a:lnTo>
                  <a:pt x="333375" y="2466975"/>
                </a:lnTo>
                <a:lnTo>
                  <a:pt x="333375" y="2486025"/>
                </a:lnTo>
                <a:lnTo>
                  <a:pt x="209550" y="2486025"/>
                </a:lnTo>
                <a:lnTo>
                  <a:pt x="209550" y="2476500"/>
                </a:lnTo>
                <a:lnTo>
                  <a:pt x="190500" y="2476500"/>
                </a:lnTo>
                <a:lnTo>
                  <a:pt x="190500" y="2466975"/>
                </a:lnTo>
                <a:lnTo>
                  <a:pt x="219075" y="2466975"/>
                </a:lnTo>
                <a:lnTo>
                  <a:pt x="219075" y="2457450"/>
                </a:lnTo>
                <a:lnTo>
                  <a:pt x="238125" y="2457450"/>
                </a:lnTo>
                <a:close/>
                <a:moveTo>
                  <a:pt x="1428750" y="2466975"/>
                </a:moveTo>
                <a:lnTo>
                  <a:pt x="1447800" y="2466975"/>
                </a:lnTo>
                <a:lnTo>
                  <a:pt x="1447800" y="2486025"/>
                </a:lnTo>
                <a:lnTo>
                  <a:pt x="1428750" y="2486025"/>
                </a:lnTo>
                <a:close/>
                <a:moveTo>
                  <a:pt x="1666875" y="2476500"/>
                </a:moveTo>
                <a:lnTo>
                  <a:pt x="1676400" y="2476500"/>
                </a:lnTo>
                <a:lnTo>
                  <a:pt x="1676400" y="2486025"/>
                </a:lnTo>
                <a:lnTo>
                  <a:pt x="1666875" y="2486025"/>
                </a:lnTo>
                <a:close/>
                <a:moveTo>
                  <a:pt x="142875" y="2533650"/>
                </a:moveTo>
                <a:lnTo>
                  <a:pt x="152400" y="2533650"/>
                </a:lnTo>
                <a:lnTo>
                  <a:pt x="152400" y="2590800"/>
                </a:lnTo>
                <a:lnTo>
                  <a:pt x="161925" y="2590800"/>
                </a:lnTo>
                <a:lnTo>
                  <a:pt x="161925" y="2638425"/>
                </a:lnTo>
                <a:lnTo>
                  <a:pt x="152400" y="2638425"/>
                </a:lnTo>
                <a:lnTo>
                  <a:pt x="152400" y="2600325"/>
                </a:lnTo>
                <a:lnTo>
                  <a:pt x="142875" y="2600325"/>
                </a:lnTo>
                <a:lnTo>
                  <a:pt x="142875" y="2609850"/>
                </a:lnTo>
                <a:lnTo>
                  <a:pt x="133350" y="2609850"/>
                </a:lnTo>
                <a:lnTo>
                  <a:pt x="133350" y="2590800"/>
                </a:lnTo>
                <a:lnTo>
                  <a:pt x="142875" y="2590800"/>
                </a:lnTo>
                <a:close/>
                <a:moveTo>
                  <a:pt x="333375" y="2581275"/>
                </a:moveTo>
                <a:lnTo>
                  <a:pt x="342900" y="2581275"/>
                </a:lnTo>
                <a:lnTo>
                  <a:pt x="342900" y="2590800"/>
                </a:lnTo>
                <a:lnTo>
                  <a:pt x="333375" y="2590800"/>
                </a:lnTo>
                <a:close/>
                <a:moveTo>
                  <a:pt x="1438275" y="2590800"/>
                </a:moveTo>
                <a:lnTo>
                  <a:pt x="1447800" y="2590800"/>
                </a:lnTo>
                <a:lnTo>
                  <a:pt x="1447800" y="2600325"/>
                </a:lnTo>
                <a:lnTo>
                  <a:pt x="1438275" y="2600325"/>
                </a:lnTo>
                <a:close/>
                <a:moveTo>
                  <a:pt x="1638300" y="2590800"/>
                </a:moveTo>
                <a:lnTo>
                  <a:pt x="1657350" y="2590800"/>
                </a:lnTo>
                <a:lnTo>
                  <a:pt x="1657350" y="2600325"/>
                </a:lnTo>
                <a:lnTo>
                  <a:pt x="1638300" y="2600325"/>
                </a:lnTo>
                <a:close/>
                <a:moveTo>
                  <a:pt x="333375" y="2600325"/>
                </a:moveTo>
                <a:lnTo>
                  <a:pt x="342900" y="2600325"/>
                </a:lnTo>
                <a:lnTo>
                  <a:pt x="342900" y="2638425"/>
                </a:lnTo>
                <a:lnTo>
                  <a:pt x="333375" y="2638425"/>
                </a:lnTo>
                <a:close/>
                <a:moveTo>
                  <a:pt x="1295400" y="2600325"/>
                </a:moveTo>
                <a:lnTo>
                  <a:pt x="1314450" y="2600325"/>
                </a:lnTo>
                <a:lnTo>
                  <a:pt x="1314450" y="2609850"/>
                </a:lnTo>
                <a:lnTo>
                  <a:pt x="1295400" y="2609850"/>
                </a:lnTo>
                <a:close/>
                <a:moveTo>
                  <a:pt x="1600200" y="2600325"/>
                </a:moveTo>
                <a:lnTo>
                  <a:pt x="1609725" y="2600325"/>
                </a:lnTo>
                <a:lnTo>
                  <a:pt x="1609725" y="2609850"/>
                </a:lnTo>
                <a:lnTo>
                  <a:pt x="1600200" y="2609850"/>
                </a:lnTo>
                <a:close/>
                <a:moveTo>
                  <a:pt x="514350" y="2628900"/>
                </a:moveTo>
                <a:lnTo>
                  <a:pt x="523875" y="2628900"/>
                </a:lnTo>
                <a:lnTo>
                  <a:pt x="523875" y="2638425"/>
                </a:lnTo>
                <a:lnTo>
                  <a:pt x="514350" y="2638425"/>
                </a:lnTo>
                <a:close/>
                <a:moveTo>
                  <a:pt x="342900" y="2638425"/>
                </a:moveTo>
                <a:lnTo>
                  <a:pt x="352425" y="2638425"/>
                </a:lnTo>
                <a:lnTo>
                  <a:pt x="352425" y="2647950"/>
                </a:lnTo>
                <a:lnTo>
                  <a:pt x="342900" y="2647950"/>
                </a:lnTo>
                <a:close/>
                <a:moveTo>
                  <a:pt x="495300" y="2638425"/>
                </a:moveTo>
                <a:lnTo>
                  <a:pt x="514350" y="2638425"/>
                </a:lnTo>
                <a:lnTo>
                  <a:pt x="514350" y="2647950"/>
                </a:lnTo>
                <a:lnTo>
                  <a:pt x="495300" y="2647950"/>
                </a:lnTo>
                <a:close/>
                <a:moveTo>
                  <a:pt x="1381125" y="2657475"/>
                </a:moveTo>
                <a:lnTo>
                  <a:pt x="1400175" y="2657475"/>
                </a:lnTo>
                <a:lnTo>
                  <a:pt x="1400175" y="2667000"/>
                </a:lnTo>
                <a:lnTo>
                  <a:pt x="1381125" y="2667000"/>
                </a:lnTo>
                <a:close/>
                <a:moveTo>
                  <a:pt x="1428750" y="2657475"/>
                </a:moveTo>
                <a:lnTo>
                  <a:pt x="1447800" y="2657475"/>
                </a:lnTo>
                <a:lnTo>
                  <a:pt x="1447800" y="2667000"/>
                </a:lnTo>
                <a:lnTo>
                  <a:pt x="1428750" y="2667000"/>
                </a:lnTo>
                <a:close/>
                <a:moveTo>
                  <a:pt x="1476375" y="2657475"/>
                </a:moveTo>
                <a:lnTo>
                  <a:pt x="1485900" y="2657475"/>
                </a:lnTo>
                <a:lnTo>
                  <a:pt x="1485900" y="2667000"/>
                </a:lnTo>
                <a:lnTo>
                  <a:pt x="1476375" y="2667000"/>
                </a:lnTo>
                <a:close/>
                <a:moveTo>
                  <a:pt x="1552575" y="2657475"/>
                </a:moveTo>
                <a:lnTo>
                  <a:pt x="1571625" y="2657475"/>
                </a:lnTo>
                <a:lnTo>
                  <a:pt x="1571625" y="2667000"/>
                </a:lnTo>
                <a:lnTo>
                  <a:pt x="1552575" y="2667000"/>
                </a:lnTo>
                <a:close/>
                <a:moveTo>
                  <a:pt x="1638300" y="2657475"/>
                </a:moveTo>
                <a:lnTo>
                  <a:pt x="1647825" y="2657475"/>
                </a:lnTo>
                <a:lnTo>
                  <a:pt x="1647825" y="2667000"/>
                </a:lnTo>
                <a:lnTo>
                  <a:pt x="1638300" y="2667000"/>
                </a:lnTo>
                <a:close/>
                <a:moveTo>
                  <a:pt x="942975" y="2686050"/>
                </a:moveTo>
                <a:lnTo>
                  <a:pt x="1019175" y="2686050"/>
                </a:lnTo>
                <a:lnTo>
                  <a:pt x="1019175" y="2705100"/>
                </a:lnTo>
                <a:lnTo>
                  <a:pt x="1028700" y="2705100"/>
                </a:lnTo>
                <a:lnTo>
                  <a:pt x="1028700" y="2695575"/>
                </a:lnTo>
                <a:lnTo>
                  <a:pt x="1057275" y="2695575"/>
                </a:lnTo>
                <a:lnTo>
                  <a:pt x="1057275" y="2705100"/>
                </a:lnTo>
                <a:lnTo>
                  <a:pt x="1066800" y="2705100"/>
                </a:lnTo>
                <a:lnTo>
                  <a:pt x="1066800" y="2686050"/>
                </a:lnTo>
                <a:lnTo>
                  <a:pt x="1095375" y="2686050"/>
                </a:lnTo>
                <a:lnTo>
                  <a:pt x="1095375" y="2695575"/>
                </a:lnTo>
                <a:lnTo>
                  <a:pt x="1114425" y="2695575"/>
                </a:lnTo>
                <a:lnTo>
                  <a:pt x="1114425" y="2686050"/>
                </a:lnTo>
                <a:lnTo>
                  <a:pt x="1123950" y="2686050"/>
                </a:lnTo>
                <a:lnTo>
                  <a:pt x="1123950" y="2695575"/>
                </a:lnTo>
                <a:lnTo>
                  <a:pt x="1143000" y="2695575"/>
                </a:lnTo>
                <a:lnTo>
                  <a:pt x="1143000" y="2686050"/>
                </a:lnTo>
                <a:lnTo>
                  <a:pt x="1171575" y="2686050"/>
                </a:lnTo>
                <a:lnTo>
                  <a:pt x="1171575" y="2695575"/>
                </a:lnTo>
                <a:lnTo>
                  <a:pt x="1190625" y="2695575"/>
                </a:lnTo>
                <a:lnTo>
                  <a:pt x="1190625" y="2705100"/>
                </a:lnTo>
                <a:lnTo>
                  <a:pt x="1162050" y="2705100"/>
                </a:lnTo>
                <a:lnTo>
                  <a:pt x="1162050" y="2714625"/>
                </a:lnTo>
                <a:lnTo>
                  <a:pt x="1152525" y="2714625"/>
                </a:lnTo>
                <a:lnTo>
                  <a:pt x="1152525" y="2705100"/>
                </a:lnTo>
                <a:lnTo>
                  <a:pt x="1123950" y="2705100"/>
                </a:lnTo>
                <a:lnTo>
                  <a:pt x="1123950" y="2724150"/>
                </a:lnTo>
                <a:lnTo>
                  <a:pt x="1114425" y="2724150"/>
                </a:lnTo>
                <a:lnTo>
                  <a:pt x="1114425" y="2733675"/>
                </a:lnTo>
                <a:lnTo>
                  <a:pt x="1057275" y="2733675"/>
                </a:lnTo>
                <a:lnTo>
                  <a:pt x="1057275" y="2724150"/>
                </a:lnTo>
                <a:lnTo>
                  <a:pt x="1047750" y="2724150"/>
                </a:lnTo>
                <a:lnTo>
                  <a:pt x="1047750" y="2714625"/>
                </a:lnTo>
                <a:lnTo>
                  <a:pt x="1038225" y="2714625"/>
                </a:lnTo>
                <a:lnTo>
                  <a:pt x="1038225" y="2724150"/>
                </a:lnTo>
                <a:lnTo>
                  <a:pt x="1019175" y="2724150"/>
                </a:lnTo>
                <a:lnTo>
                  <a:pt x="1019175" y="2733675"/>
                </a:lnTo>
                <a:lnTo>
                  <a:pt x="942975" y="2733675"/>
                </a:lnTo>
                <a:lnTo>
                  <a:pt x="942975" y="2724150"/>
                </a:lnTo>
                <a:lnTo>
                  <a:pt x="914400" y="2724150"/>
                </a:lnTo>
                <a:lnTo>
                  <a:pt x="914400" y="2714625"/>
                </a:lnTo>
                <a:lnTo>
                  <a:pt x="923925" y="2714625"/>
                </a:lnTo>
                <a:lnTo>
                  <a:pt x="923925" y="2705100"/>
                </a:lnTo>
                <a:lnTo>
                  <a:pt x="952500" y="2705100"/>
                </a:lnTo>
                <a:lnTo>
                  <a:pt x="952500" y="2714625"/>
                </a:lnTo>
                <a:lnTo>
                  <a:pt x="981075" y="2714625"/>
                </a:lnTo>
                <a:lnTo>
                  <a:pt x="981075" y="2695575"/>
                </a:lnTo>
                <a:lnTo>
                  <a:pt x="942975" y="2695575"/>
                </a:lnTo>
                <a:close/>
                <a:moveTo>
                  <a:pt x="1647825" y="2686050"/>
                </a:moveTo>
                <a:lnTo>
                  <a:pt x="1657350" y="2686050"/>
                </a:lnTo>
                <a:lnTo>
                  <a:pt x="1657350" y="2695575"/>
                </a:lnTo>
                <a:lnTo>
                  <a:pt x="1647825" y="2695575"/>
                </a:lnTo>
                <a:close/>
                <a:moveTo>
                  <a:pt x="1676400" y="2686050"/>
                </a:moveTo>
                <a:lnTo>
                  <a:pt x="1695450" y="2686050"/>
                </a:lnTo>
                <a:lnTo>
                  <a:pt x="1695450" y="2695575"/>
                </a:lnTo>
                <a:lnTo>
                  <a:pt x="1704975" y="2695575"/>
                </a:lnTo>
                <a:lnTo>
                  <a:pt x="1704975" y="2705100"/>
                </a:lnTo>
                <a:lnTo>
                  <a:pt x="1695450" y="2705100"/>
                </a:lnTo>
                <a:lnTo>
                  <a:pt x="1695450" y="2714625"/>
                </a:lnTo>
                <a:lnTo>
                  <a:pt x="1666875" y="2714625"/>
                </a:lnTo>
                <a:lnTo>
                  <a:pt x="1666875" y="2705100"/>
                </a:lnTo>
                <a:lnTo>
                  <a:pt x="1657350" y="2705100"/>
                </a:lnTo>
                <a:lnTo>
                  <a:pt x="1657350" y="2695575"/>
                </a:lnTo>
                <a:lnTo>
                  <a:pt x="1676400" y="2695575"/>
                </a:lnTo>
                <a:close/>
                <a:moveTo>
                  <a:pt x="152400" y="2695575"/>
                </a:moveTo>
                <a:lnTo>
                  <a:pt x="161925" y="2695575"/>
                </a:lnTo>
                <a:lnTo>
                  <a:pt x="161925" y="2714625"/>
                </a:lnTo>
                <a:lnTo>
                  <a:pt x="152400" y="2714625"/>
                </a:lnTo>
                <a:close/>
                <a:moveTo>
                  <a:pt x="838200" y="2695575"/>
                </a:moveTo>
                <a:lnTo>
                  <a:pt x="847725" y="2695575"/>
                </a:lnTo>
                <a:lnTo>
                  <a:pt x="847725" y="2705100"/>
                </a:lnTo>
                <a:lnTo>
                  <a:pt x="838200" y="2705100"/>
                </a:lnTo>
                <a:close/>
                <a:moveTo>
                  <a:pt x="1590675" y="2695575"/>
                </a:moveTo>
                <a:lnTo>
                  <a:pt x="1628775" y="2695575"/>
                </a:lnTo>
                <a:lnTo>
                  <a:pt x="1628775" y="2724150"/>
                </a:lnTo>
                <a:lnTo>
                  <a:pt x="1590675" y="2724150"/>
                </a:lnTo>
                <a:lnTo>
                  <a:pt x="1590675" y="2714625"/>
                </a:lnTo>
                <a:lnTo>
                  <a:pt x="1600200" y="2714625"/>
                </a:lnTo>
                <a:lnTo>
                  <a:pt x="1600200" y="2705100"/>
                </a:lnTo>
                <a:lnTo>
                  <a:pt x="1590675" y="2705100"/>
                </a:lnTo>
                <a:close/>
                <a:moveTo>
                  <a:pt x="133350" y="2705100"/>
                </a:moveTo>
                <a:lnTo>
                  <a:pt x="142875" y="2705100"/>
                </a:lnTo>
                <a:lnTo>
                  <a:pt x="142875" y="2714625"/>
                </a:lnTo>
                <a:lnTo>
                  <a:pt x="133350" y="2714625"/>
                </a:lnTo>
                <a:close/>
                <a:moveTo>
                  <a:pt x="304800" y="2705100"/>
                </a:moveTo>
                <a:lnTo>
                  <a:pt x="314325" y="2705100"/>
                </a:lnTo>
                <a:lnTo>
                  <a:pt x="314325" y="2714625"/>
                </a:lnTo>
                <a:lnTo>
                  <a:pt x="304800" y="2714625"/>
                </a:lnTo>
                <a:close/>
                <a:moveTo>
                  <a:pt x="762000" y="2705100"/>
                </a:moveTo>
                <a:lnTo>
                  <a:pt x="771525" y="2705100"/>
                </a:lnTo>
                <a:lnTo>
                  <a:pt x="771525" y="2733675"/>
                </a:lnTo>
                <a:lnTo>
                  <a:pt x="809625" y="2733675"/>
                </a:lnTo>
                <a:lnTo>
                  <a:pt x="809625" y="2743200"/>
                </a:lnTo>
                <a:lnTo>
                  <a:pt x="752475" y="2743200"/>
                </a:lnTo>
                <a:lnTo>
                  <a:pt x="752475" y="2714625"/>
                </a:lnTo>
                <a:lnTo>
                  <a:pt x="762000" y="2714625"/>
                </a:lnTo>
                <a:close/>
                <a:moveTo>
                  <a:pt x="781050" y="2705100"/>
                </a:moveTo>
                <a:lnTo>
                  <a:pt x="790575" y="2705100"/>
                </a:lnTo>
                <a:lnTo>
                  <a:pt x="790575" y="2714625"/>
                </a:lnTo>
                <a:lnTo>
                  <a:pt x="781050" y="2714625"/>
                </a:lnTo>
                <a:close/>
                <a:moveTo>
                  <a:pt x="142875" y="2714625"/>
                </a:moveTo>
                <a:lnTo>
                  <a:pt x="152400" y="2714625"/>
                </a:lnTo>
                <a:lnTo>
                  <a:pt x="152400" y="2733675"/>
                </a:lnTo>
                <a:lnTo>
                  <a:pt x="142875" y="2733675"/>
                </a:lnTo>
                <a:close/>
                <a:moveTo>
                  <a:pt x="190500" y="2714625"/>
                </a:moveTo>
                <a:lnTo>
                  <a:pt x="200025" y="2714625"/>
                </a:lnTo>
                <a:lnTo>
                  <a:pt x="200025" y="2724150"/>
                </a:lnTo>
                <a:lnTo>
                  <a:pt x="190500" y="2724150"/>
                </a:lnTo>
                <a:close/>
                <a:moveTo>
                  <a:pt x="828675" y="2714625"/>
                </a:moveTo>
                <a:lnTo>
                  <a:pt x="847725" y="2714625"/>
                </a:lnTo>
                <a:lnTo>
                  <a:pt x="847725" y="2724150"/>
                </a:lnTo>
                <a:lnTo>
                  <a:pt x="857250" y="2724150"/>
                </a:lnTo>
                <a:lnTo>
                  <a:pt x="857250" y="2733675"/>
                </a:lnTo>
                <a:lnTo>
                  <a:pt x="847725" y="2733675"/>
                </a:lnTo>
                <a:lnTo>
                  <a:pt x="847725" y="2743200"/>
                </a:lnTo>
                <a:lnTo>
                  <a:pt x="828675" y="2743200"/>
                </a:lnTo>
                <a:lnTo>
                  <a:pt x="828675" y="2733675"/>
                </a:lnTo>
                <a:lnTo>
                  <a:pt x="819150" y="2733675"/>
                </a:lnTo>
                <a:lnTo>
                  <a:pt x="819150" y="2724150"/>
                </a:lnTo>
                <a:lnTo>
                  <a:pt x="828675" y="2724150"/>
                </a:lnTo>
                <a:close/>
                <a:moveTo>
                  <a:pt x="1171575" y="2714625"/>
                </a:moveTo>
                <a:lnTo>
                  <a:pt x="1200150" y="2714625"/>
                </a:lnTo>
                <a:lnTo>
                  <a:pt x="1200150" y="2724150"/>
                </a:lnTo>
                <a:lnTo>
                  <a:pt x="1171575" y="2724150"/>
                </a:lnTo>
                <a:close/>
                <a:moveTo>
                  <a:pt x="1447800" y="2714625"/>
                </a:moveTo>
                <a:lnTo>
                  <a:pt x="1457325" y="2714625"/>
                </a:lnTo>
                <a:lnTo>
                  <a:pt x="1457325" y="2724150"/>
                </a:lnTo>
                <a:lnTo>
                  <a:pt x="1476375" y="2724150"/>
                </a:lnTo>
                <a:lnTo>
                  <a:pt x="1476375" y="2733675"/>
                </a:lnTo>
                <a:lnTo>
                  <a:pt x="1466850" y="2733675"/>
                </a:lnTo>
                <a:lnTo>
                  <a:pt x="1466850" y="2743200"/>
                </a:lnTo>
                <a:lnTo>
                  <a:pt x="1447800" y="2743200"/>
                </a:lnTo>
                <a:lnTo>
                  <a:pt x="1447800" y="2733675"/>
                </a:lnTo>
                <a:lnTo>
                  <a:pt x="1438275" y="2733675"/>
                </a:lnTo>
                <a:lnTo>
                  <a:pt x="1438275" y="2724150"/>
                </a:lnTo>
                <a:lnTo>
                  <a:pt x="1447800" y="2724150"/>
                </a:lnTo>
                <a:close/>
                <a:moveTo>
                  <a:pt x="142875" y="2752725"/>
                </a:moveTo>
                <a:lnTo>
                  <a:pt x="152400" y="2752725"/>
                </a:lnTo>
                <a:lnTo>
                  <a:pt x="152400" y="2771775"/>
                </a:lnTo>
                <a:lnTo>
                  <a:pt x="161925" y="2771775"/>
                </a:lnTo>
                <a:lnTo>
                  <a:pt x="161925" y="2781300"/>
                </a:lnTo>
                <a:lnTo>
                  <a:pt x="133350" y="2781300"/>
                </a:lnTo>
                <a:lnTo>
                  <a:pt x="133350" y="2762250"/>
                </a:lnTo>
                <a:lnTo>
                  <a:pt x="142875" y="2762250"/>
                </a:lnTo>
                <a:close/>
                <a:moveTo>
                  <a:pt x="152400" y="2790825"/>
                </a:moveTo>
                <a:lnTo>
                  <a:pt x="161925" y="2790825"/>
                </a:lnTo>
                <a:lnTo>
                  <a:pt x="161925" y="2809875"/>
                </a:lnTo>
                <a:lnTo>
                  <a:pt x="152400" y="2809875"/>
                </a:lnTo>
                <a:close/>
                <a:moveTo>
                  <a:pt x="581025" y="2838450"/>
                </a:moveTo>
                <a:lnTo>
                  <a:pt x="600075" y="2838450"/>
                </a:lnTo>
                <a:lnTo>
                  <a:pt x="600075" y="2847975"/>
                </a:lnTo>
                <a:lnTo>
                  <a:pt x="581025" y="2847975"/>
                </a:lnTo>
                <a:close/>
                <a:moveTo>
                  <a:pt x="876300" y="2838450"/>
                </a:moveTo>
                <a:lnTo>
                  <a:pt x="904875" y="2838450"/>
                </a:lnTo>
                <a:lnTo>
                  <a:pt x="904875" y="2857500"/>
                </a:lnTo>
                <a:lnTo>
                  <a:pt x="923925" y="2857500"/>
                </a:lnTo>
                <a:lnTo>
                  <a:pt x="923925" y="2895600"/>
                </a:lnTo>
                <a:lnTo>
                  <a:pt x="914400" y="2895600"/>
                </a:lnTo>
                <a:lnTo>
                  <a:pt x="914400" y="2905125"/>
                </a:lnTo>
                <a:lnTo>
                  <a:pt x="866775" y="2905125"/>
                </a:lnTo>
                <a:lnTo>
                  <a:pt x="866775" y="2914650"/>
                </a:lnTo>
                <a:lnTo>
                  <a:pt x="847725" y="2914650"/>
                </a:lnTo>
                <a:lnTo>
                  <a:pt x="847725" y="2905125"/>
                </a:lnTo>
                <a:lnTo>
                  <a:pt x="819150" y="2905125"/>
                </a:lnTo>
                <a:lnTo>
                  <a:pt x="819150" y="2914650"/>
                </a:lnTo>
                <a:lnTo>
                  <a:pt x="781050" y="2914650"/>
                </a:lnTo>
                <a:lnTo>
                  <a:pt x="781050" y="2905125"/>
                </a:lnTo>
                <a:lnTo>
                  <a:pt x="676275" y="2905125"/>
                </a:lnTo>
                <a:lnTo>
                  <a:pt x="676275" y="2914650"/>
                </a:lnTo>
                <a:lnTo>
                  <a:pt x="638175" y="2914650"/>
                </a:lnTo>
                <a:lnTo>
                  <a:pt x="638175" y="2905125"/>
                </a:lnTo>
                <a:lnTo>
                  <a:pt x="600075" y="2905125"/>
                </a:lnTo>
                <a:lnTo>
                  <a:pt x="600075" y="2895600"/>
                </a:lnTo>
                <a:lnTo>
                  <a:pt x="590550" y="2895600"/>
                </a:lnTo>
                <a:lnTo>
                  <a:pt x="590550" y="2886075"/>
                </a:lnTo>
                <a:lnTo>
                  <a:pt x="600075" y="2886075"/>
                </a:lnTo>
                <a:lnTo>
                  <a:pt x="600075" y="2847975"/>
                </a:lnTo>
                <a:lnTo>
                  <a:pt x="609600" y="2847975"/>
                </a:lnTo>
                <a:lnTo>
                  <a:pt x="609600" y="2895600"/>
                </a:lnTo>
                <a:lnTo>
                  <a:pt x="657225" y="2895600"/>
                </a:lnTo>
                <a:lnTo>
                  <a:pt x="657225" y="2886075"/>
                </a:lnTo>
                <a:lnTo>
                  <a:pt x="676275" y="2886075"/>
                </a:lnTo>
                <a:lnTo>
                  <a:pt x="676275" y="2895600"/>
                </a:lnTo>
                <a:lnTo>
                  <a:pt x="695325" y="2895600"/>
                </a:lnTo>
                <a:lnTo>
                  <a:pt x="695325" y="2886075"/>
                </a:lnTo>
                <a:lnTo>
                  <a:pt x="704850" y="2886075"/>
                </a:lnTo>
                <a:lnTo>
                  <a:pt x="704850" y="2895600"/>
                </a:lnTo>
                <a:lnTo>
                  <a:pt x="714375" y="2895600"/>
                </a:lnTo>
                <a:lnTo>
                  <a:pt x="714375" y="2867025"/>
                </a:lnTo>
                <a:lnTo>
                  <a:pt x="695325" y="2867025"/>
                </a:lnTo>
                <a:lnTo>
                  <a:pt x="695325" y="2847975"/>
                </a:lnTo>
                <a:lnTo>
                  <a:pt x="723900" y="2847975"/>
                </a:lnTo>
                <a:lnTo>
                  <a:pt x="723900" y="2876550"/>
                </a:lnTo>
                <a:lnTo>
                  <a:pt x="733425" y="2876550"/>
                </a:lnTo>
                <a:lnTo>
                  <a:pt x="733425" y="2867025"/>
                </a:lnTo>
                <a:lnTo>
                  <a:pt x="742950" y="2867025"/>
                </a:lnTo>
                <a:lnTo>
                  <a:pt x="742950" y="2876550"/>
                </a:lnTo>
                <a:lnTo>
                  <a:pt x="762000" y="2876550"/>
                </a:lnTo>
                <a:lnTo>
                  <a:pt x="762000" y="2895600"/>
                </a:lnTo>
                <a:lnTo>
                  <a:pt x="781050" y="2895600"/>
                </a:lnTo>
                <a:lnTo>
                  <a:pt x="781050" y="2905125"/>
                </a:lnTo>
                <a:lnTo>
                  <a:pt x="800100" y="2905125"/>
                </a:lnTo>
                <a:lnTo>
                  <a:pt x="800100" y="2895600"/>
                </a:lnTo>
                <a:lnTo>
                  <a:pt x="819150" y="2895600"/>
                </a:lnTo>
                <a:lnTo>
                  <a:pt x="819150" y="2886075"/>
                </a:lnTo>
                <a:lnTo>
                  <a:pt x="847725" y="2886075"/>
                </a:lnTo>
                <a:lnTo>
                  <a:pt x="847725" y="2876550"/>
                </a:lnTo>
                <a:lnTo>
                  <a:pt x="866775" y="2876550"/>
                </a:lnTo>
                <a:lnTo>
                  <a:pt x="866775" y="2867025"/>
                </a:lnTo>
                <a:lnTo>
                  <a:pt x="876300" y="2867025"/>
                </a:lnTo>
                <a:lnTo>
                  <a:pt x="876300" y="2876550"/>
                </a:lnTo>
                <a:lnTo>
                  <a:pt x="904875" y="2876550"/>
                </a:lnTo>
                <a:lnTo>
                  <a:pt x="904875" y="2867025"/>
                </a:lnTo>
                <a:lnTo>
                  <a:pt x="885825" y="2867025"/>
                </a:lnTo>
                <a:lnTo>
                  <a:pt x="885825" y="2847975"/>
                </a:lnTo>
                <a:lnTo>
                  <a:pt x="876300" y="2847975"/>
                </a:lnTo>
                <a:close/>
                <a:moveTo>
                  <a:pt x="1609725" y="2838450"/>
                </a:moveTo>
                <a:lnTo>
                  <a:pt x="1647825" y="2838450"/>
                </a:lnTo>
                <a:lnTo>
                  <a:pt x="1647825" y="2847975"/>
                </a:lnTo>
                <a:lnTo>
                  <a:pt x="1666875" y="2847975"/>
                </a:lnTo>
                <a:lnTo>
                  <a:pt x="1666875" y="2838450"/>
                </a:lnTo>
                <a:lnTo>
                  <a:pt x="1676400" y="2838450"/>
                </a:lnTo>
                <a:lnTo>
                  <a:pt x="1676400" y="2847975"/>
                </a:lnTo>
                <a:lnTo>
                  <a:pt x="1685925" y="2847975"/>
                </a:lnTo>
                <a:lnTo>
                  <a:pt x="1685925" y="2867025"/>
                </a:lnTo>
                <a:lnTo>
                  <a:pt x="1676400" y="2867025"/>
                </a:lnTo>
                <a:lnTo>
                  <a:pt x="1676400" y="2857500"/>
                </a:lnTo>
                <a:lnTo>
                  <a:pt x="1657350" y="2857500"/>
                </a:lnTo>
                <a:lnTo>
                  <a:pt x="1657350" y="2867025"/>
                </a:lnTo>
                <a:lnTo>
                  <a:pt x="1638300" y="2867025"/>
                </a:lnTo>
                <a:lnTo>
                  <a:pt x="1638300" y="2857500"/>
                </a:lnTo>
                <a:lnTo>
                  <a:pt x="1619250" y="2857500"/>
                </a:lnTo>
                <a:lnTo>
                  <a:pt x="1619250" y="2867025"/>
                </a:lnTo>
                <a:lnTo>
                  <a:pt x="1590675" y="2867025"/>
                </a:lnTo>
                <a:lnTo>
                  <a:pt x="1590675" y="2857500"/>
                </a:lnTo>
                <a:lnTo>
                  <a:pt x="1562100" y="2857500"/>
                </a:lnTo>
                <a:lnTo>
                  <a:pt x="1562100" y="2847975"/>
                </a:lnTo>
                <a:lnTo>
                  <a:pt x="1609725" y="2847975"/>
                </a:lnTo>
                <a:close/>
                <a:moveTo>
                  <a:pt x="1504950" y="2847975"/>
                </a:moveTo>
                <a:lnTo>
                  <a:pt x="1514475" y="2847975"/>
                </a:lnTo>
                <a:lnTo>
                  <a:pt x="1514475" y="2857500"/>
                </a:lnTo>
                <a:lnTo>
                  <a:pt x="1504950" y="2857500"/>
                </a:lnTo>
                <a:close/>
                <a:moveTo>
                  <a:pt x="1533525" y="2847975"/>
                </a:moveTo>
                <a:lnTo>
                  <a:pt x="1543050" y="2847975"/>
                </a:lnTo>
                <a:lnTo>
                  <a:pt x="1543050" y="2857500"/>
                </a:lnTo>
                <a:lnTo>
                  <a:pt x="1533525" y="2857500"/>
                </a:lnTo>
                <a:close/>
                <a:moveTo>
                  <a:pt x="1485900" y="2857500"/>
                </a:moveTo>
                <a:lnTo>
                  <a:pt x="1495425" y="2857500"/>
                </a:lnTo>
                <a:lnTo>
                  <a:pt x="1495425" y="2867025"/>
                </a:lnTo>
                <a:lnTo>
                  <a:pt x="1485900" y="2867025"/>
                </a:lnTo>
                <a:close/>
                <a:moveTo>
                  <a:pt x="952500" y="2876550"/>
                </a:moveTo>
                <a:lnTo>
                  <a:pt x="962025" y="2876550"/>
                </a:lnTo>
                <a:lnTo>
                  <a:pt x="962025" y="2886075"/>
                </a:lnTo>
                <a:lnTo>
                  <a:pt x="990600" y="2886075"/>
                </a:lnTo>
                <a:lnTo>
                  <a:pt x="990600" y="2876550"/>
                </a:lnTo>
                <a:lnTo>
                  <a:pt x="1000125" y="2876550"/>
                </a:lnTo>
                <a:lnTo>
                  <a:pt x="1000125" y="2886075"/>
                </a:lnTo>
                <a:lnTo>
                  <a:pt x="1019175" y="2886075"/>
                </a:lnTo>
                <a:lnTo>
                  <a:pt x="1019175" y="2905125"/>
                </a:lnTo>
                <a:lnTo>
                  <a:pt x="1000125" y="2905125"/>
                </a:lnTo>
                <a:lnTo>
                  <a:pt x="1000125" y="2895600"/>
                </a:lnTo>
                <a:lnTo>
                  <a:pt x="952500" y="2895600"/>
                </a:lnTo>
                <a:close/>
                <a:moveTo>
                  <a:pt x="1085850" y="2876550"/>
                </a:moveTo>
                <a:lnTo>
                  <a:pt x="1104900" y="2876550"/>
                </a:lnTo>
                <a:lnTo>
                  <a:pt x="1104900" y="2886075"/>
                </a:lnTo>
                <a:lnTo>
                  <a:pt x="1085850" y="2886075"/>
                </a:lnTo>
                <a:close/>
                <a:moveTo>
                  <a:pt x="152400" y="2914650"/>
                </a:moveTo>
                <a:lnTo>
                  <a:pt x="161925" y="2914650"/>
                </a:lnTo>
                <a:lnTo>
                  <a:pt x="161925" y="2924175"/>
                </a:lnTo>
                <a:lnTo>
                  <a:pt x="152400" y="2924175"/>
                </a:lnTo>
                <a:close/>
                <a:moveTo>
                  <a:pt x="1419225" y="2914650"/>
                </a:moveTo>
                <a:lnTo>
                  <a:pt x="1447800" y="2914650"/>
                </a:lnTo>
                <a:lnTo>
                  <a:pt x="1447800" y="2933700"/>
                </a:lnTo>
                <a:lnTo>
                  <a:pt x="1438275" y="2933700"/>
                </a:lnTo>
                <a:lnTo>
                  <a:pt x="1438275" y="2924175"/>
                </a:lnTo>
                <a:lnTo>
                  <a:pt x="1419225" y="2924175"/>
                </a:lnTo>
                <a:close/>
                <a:moveTo>
                  <a:pt x="133350" y="2924175"/>
                </a:moveTo>
                <a:lnTo>
                  <a:pt x="152400" y="2924175"/>
                </a:lnTo>
                <a:lnTo>
                  <a:pt x="152400" y="2952750"/>
                </a:lnTo>
                <a:lnTo>
                  <a:pt x="142875" y="2952750"/>
                </a:lnTo>
                <a:lnTo>
                  <a:pt x="142875" y="2933700"/>
                </a:lnTo>
                <a:lnTo>
                  <a:pt x="133350" y="2933700"/>
                </a:lnTo>
                <a:close/>
                <a:moveTo>
                  <a:pt x="438150" y="2952750"/>
                </a:moveTo>
                <a:lnTo>
                  <a:pt x="457200" y="2952750"/>
                </a:lnTo>
                <a:lnTo>
                  <a:pt x="457200" y="2962275"/>
                </a:lnTo>
                <a:lnTo>
                  <a:pt x="438150" y="2962275"/>
                </a:lnTo>
                <a:close/>
                <a:moveTo>
                  <a:pt x="657225" y="2962275"/>
                </a:moveTo>
                <a:lnTo>
                  <a:pt x="676275" y="2962275"/>
                </a:lnTo>
                <a:lnTo>
                  <a:pt x="676275" y="2971800"/>
                </a:lnTo>
                <a:lnTo>
                  <a:pt x="657225" y="2971800"/>
                </a:lnTo>
                <a:close/>
                <a:moveTo>
                  <a:pt x="314325" y="2971800"/>
                </a:moveTo>
                <a:lnTo>
                  <a:pt x="323850" y="2971800"/>
                </a:lnTo>
                <a:lnTo>
                  <a:pt x="323850" y="2981325"/>
                </a:lnTo>
                <a:lnTo>
                  <a:pt x="352425" y="2981325"/>
                </a:lnTo>
                <a:lnTo>
                  <a:pt x="352425" y="2990850"/>
                </a:lnTo>
                <a:lnTo>
                  <a:pt x="304800" y="2990850"/>
                </a:lnTo>
                <a:lnTo>
                  <a:pt x="304800" y="2981325"/>
                </a:lnTo>
                <a:lnTo>
                  <a:pt x="314325" y="2981325"/>
                </a:lnTo>
                <a:close/>
                <a:moveTo>
                  <a:pt x="428625" y="2971800"/>
                </a:moveTo>
                <a:lnTo>
                  <a:pt x="447675" y="2971800"/>
                </a:lnTo>
                <a:lnTo>
                  <a:pt x="447675" y="2990850"/>
                </a:lnTo>
                <a:lnTo>
                  <a:pt x="457200" y="2990850"/>
                </a:lnTo>
                <a:lnTo>
                  <a:pt x="457200" y="3000375"/>
                </a:lnTo>
                <a:lnTo>
                  <a:pt x="447675" y="3000375"/>
                </a:lnTo>
                <a:lnTo>
                  <a:pt x="447675" y="3009900"/>
                </a:lnTo>
                <a:lnTo>
                  <a:pt x="419100" y="3009900"/>
                </a:lnTo>
                <a:lnTo>
                  <a:pt x="419100" y="3000375"/>
                </a:lnTo>
                <a:lnTo>
                  <a:pt x="428625" y="3000375"/>
                </a:lnTo>
                <a:lnTo>
                  <a:pt x="428625" y="2990850"/>
                </a:lnTo>
                <a:lnTo>
                  <a:pt x="419100" y="2990850"/>
                </a:lnTo>
                <a:lnTo>
                  <a:pt x="419100" y="2981325"/>
                </a:lnTo>
                <a:lnTo>
                  <a:pt x="428625" y="2981325"/>
                </a:lnTo>
                <a:close/>
                <a:moveTo>
                  <a:pt x="381000" y="2981325"/>
                </a:moveTo>
                <a:lnTo>
                  <a:pt x="390525" y="2981325"/>
                </a:lnTo>
                <a:lnTo>
                  <a:pt x="390525" y="2990850"/>
                </a:lnTo>
                <a:lnTo>
                  <a:pt x="400050" y="2990850"/>
                </a:lnTo>
                <a:lnTo>
                  <a:pt x="400050" y="2981325"/>
                </a:lnTo>
                <a:lnTo>
                  <a:pt x="409575" y="2981325"/>
                </a:lnTo>
                <a:lnTo>
                  <a:pt x="409575" y="3000375"/>
                </a:lnTo>
                <a:lnTo>
                  <a:pt x="390525" y="3000375"/>
                </a:lnTo>
                <a:lnTo>
                  <a:pt x="390525" y="3009900"/>
                </a:lnTo>
                <a:lnTo>
                  <a:pt x="381000" y="3009900"/>
                </a:lnTo>
                <a:close/>
                <a:moveTo>
                  <a:pt x="638175" y="2981325"/>
                </a:moveTo>
                <a:lnTo>
                  <a:pt x="647700" y="2981325"/>
                </a:lnTo>
                <a:lnTo>
                  <a:pt x="647700" y="2990850"/>
                </a:lnTo>
                <a:lnTo>
                  <a:pt x="695325" y="2990850"/>
                </a:lnTo>
                <a:lnTo>
                  <a:pt x="695325" y="3009900"/>
                </a:lnTo>
                <a:lnTo>
                  <a:pt x="657225" y="3009900"/>
                </a:lnTo>
                <a:lnTo>
                  <a:pt x="657225" y="3000375"/>
                </a:lnTo>
                <a:lnTo>
                  <a:pt x="638175" y="3000375"/>
                </a:lnTo>
                <a:close/>
                <a:moveTo>
                  <a:pt x="1171575" y="2981325"/>
                </a:moveTo>
                <a:lnTo>
                  <a:pt x="1190625" y="2981325"/>
                </a:lnTo>
                <a:lnTo>
                  <a:pt x="1190625" y="2990850"/>
                </a:lnTo>
                <a:lnTo>
                  <a:pt x="1200150" y="2990850"/>
                </a:lnTo>
                <a:lnTo>
                  <a:pt x="1200150" y="3000375"/>
                </a:lnTo>
                <a:lnTo>
                  <a:pt x="1171575" y="3000375"/>
                </a:lnTo>
                <a:close/>
                <a:moveTo>
                  <a:pt x="295275" y="2990850"/>
                </a:moveTo>
                <a:lnTo>
                  <a:pt x="304800" y="2990850"/>
                </a:lnTo>
                <a:lnTo>
                  <a:pt x="304800" y="3000375"/>
                </a:lnTo>
                <a:lnTo>
                  <a:pt x="295275" y="3000375"/>
                </a:lnTo>
                <a:close/>
                <a:moveTo>
                  <a:pt x="809625" y="2990850"/>
                </a:moveTo>
                <a:lnTo>
                  <a:pt x="828675" y="2990850"/>
                </a:lnTo>
                <a:lnTo>
                  <a:pt x="828675" y="3000375"/>
                </a:lnTo>
                <a:lnTo>
                  <a:pt x="809625" y="3000375"/>
                </a:lnTo>
                <a:close/>
                <a:moveTo>
                  <a:pt x="1514475" y="2990850"/>
                </a:moveTo>
                <a:lnTo>
                  <a:pt x="1524000" y="2990850"/>
                </a:lnTo>
                <a:lnTo>
                  <a:pt x="1524000" y="3009900"/>
                </a:lnTo>
                <a:lnTo>
                  <a:pt x="1514475" y="3009900"/>
                </a:lnTo>
                <a:close/>
                <a:moveTo>
                  <a:pt x="304800" y="3000375"/>
                </a:moveTo>
                <a:lnTo>
                  <a:pt x="352425" y="3000375"/>
                </a:lnTo>
                <a:lnTo>
                  <a:pt x="352425" y="3009900"/>
                </a:lnTo>
                <a:lnTo>
                  <a:pt x="304800" y="3009900"/>
                </a:lnTo>
                <a:close/>
                <a:moveTo>
                  <a:pt x="142875" y="3009900"/>
                </a:moveTo>
                <a:lnTo>
                  <a:pt x="152400" y="3009900"/>
                </a:lnTo>
                <a:lnTo>
                  <a:pt x="152400" y="3028950"/>
                </a:lnTo>
                <a:lnTo>
                  <a:pt x="142875" y="3028950"/>
                </a:lnTo>
                <a:lnTo>
                  <a:pt x="142875" y="3048000"/>
                </a:lnTo>
                <a:lnTo>
                  <a:pt x="133350" y="3048000"/>
                </a:lnTo>
                <a:lnTo>
                  <a:pt x="133350" y="3019425"/>
                </a:lnTo>
                <a:lnTo>
                  <a:pt x="142875" y="3019425"/>
                </a:lnTo>
                <a:close/>
                <a:moveTo>
                  <a:pt x="152400" y="3028950"/>
                </a:moveTo>
                <a:lnTo>
                  <a:pt x="161925" y="3028950"/>
                </a:lnTo>
                <a:lnTo>
                  <a:pt x="161925" y="3038475"/>
                </a:lnTo>
                <a:lnTo>
                  <a:pt x="152400" y="3038475"/>
                </a:lnTo>
                <a:close/>
                <a:moveTo>
                  <a:pt x="495300" y="3038475"/>
                </a:moveTo>
                <a:lnTo>
                  <a:pt x="542925" y="3038475"/>
                </a:lnTo>
                <a:lnTo>
                  <a:pt x="542925" y="3048000"/>
                </a:lnTo>
                <a:lnTo>
                  <a:pt x="495300" y="3048000"/>
                </a:lnTo>
                <a:close/>
                <a:moveTo>
                  <a:pt x="552450" y="3038475"/>
                </a:moveTo>
                <a:lnTo>
                  <a:pt x="561975" y="3038475"/>
                </a:lnTo>
                <a:lnTo>
                  <a:pt x="561975" y="3057525"/>
                </a:lnTo>
                <a:lnTo>
                  <a:pt x="552450" y="3057525"/>
                </a:lnTo>
                <a:close/>
                <a:moveTo>
                  <a:pt x="571500" y="3038475"/>
                </a:moveTo>
                <a:lnTo>
                  <a:pt x="590550" y="3038475"/>
                </a:lnTo>
                <a:lnTo>
                  <a:pt x="590550" y="3048000"/>
                </a:lnTo>
                <a:lnTo>
                  <a:pt x="581025" y="3048000"/>
                </a:lnTo>
                <a:lnTo>
                  <a:pt x="581025" y="3057525"/>
                </a:lnTo>
                <a:lnTo>
                  <a:pt x="571500" y="3057525"/>
                </a:lnTo>
                <a:close/>
                <a:moveTo>
                  <a:pt x="742950" y="3038475"/>
                </a:moveTo>
                <a:lnTo>
                  <a:pt x="771525" y="3038475"/>
                </a:lnTo>
                <a:lnTo>
                  <a:pt x="771525" y="3048000"/>
                </a:lnTo>
                <a:lnTo>
                  <a:pt x="742950" y="3048000"/>
                </a:lnTo>
                <a:close/>
                <a:moveTo>
                  <a:pt x="142875" y="3057525"/>
                </a:moveTo>
                <a:lnTo>
                  <a:pt x="152400" y="3057525"/>
                </a:lnTo>
                <a:lnTo>
                  <a:pt x="152400" y="3076575"/>
                </a:lnTo>
                <a:lnTo>
                  <a:pt x="142875" y="3076575"/>
                </a:lnTo>
                <a:close/>
                <a:moveTo>
                  <a:pt x="152400" y="3076575"/>
                </a:moveTo>
                <a:lnTo>
                  <a:pt x="161925" y="3076575"/>
                </a:lnTo>
                <a:lnTo>
                  <a:pt x="161925" y="3095625"/>
                </a:lnTo>
                <a:lnTo>
                  <a:pt x="152400" y="3095625"/>
                </a:lnTo>
                <a:close/>
                <a:moveTo>
                  <a:pt x="533400" y="3076575"/>
                </a:moveTo>
                <a:lnTo>
                  <a:pt x="561975" y="3076575"/>
                </a:lnTo>
                <a:lnTo>
                  <a:pt x="561975" y="3086100"/>
                </a:lnTo>
                <a:lnTo>
                  <a:pt x="571500" y="3086100"/>
                </a:lnTo>
                <a:lnTo>
                  <a:pt x="571500" y="3114675"/>
                </a:lnTo>
                <a:lnTo>
                  <a:pt x="552450" y="3114675"/>
                </a:lnTo>
                <a:lnTo>
                  <a:pt x="552450" y="3105150"/>
                </a:lnTo>
                <a:lnTo>
                  <a:pt x="542925" y="3105150"/>
                </a:lnTo>
                <a:lnTo>
                  <a:pt x="542925" y="3095625"/>
                </a:lnTo>
                <a:lnTo>
                  <a:pt x="552450" y="3095625"/>
                </a:lnTo>
                <a:lnTo>
                  <a:pt x="552450" y="3086100"/>
                </a:lnTo>
                <a:lnTo>
                  <a:pt x="533400" y="3086100"/>
                </a:lnTo>
                <a:close/>
                <a:moveTo>
                  <a:pt x="552450" y="3133725"/>
                </a:moveTo>
                <a:lnTo>
                  <a:pt x="571500" y="3133725"/>
                </a:lnTo>
                <a:lnTo>
                  <a:pt x="571500" y="3143250"/>
                </a:lnTo>
                <a:lnTo>
                  <a:pt x="561975" y="3143250"/>
                </a:lnTo>
                <a:lnTo>
                  <a:pt x="561975" y="3152775"/>
                </a:lnTo>
                <a:lnTo>
                  <a:pt x="552450" y="3152775"/>
                </a:lnTo>
                <a:close/>
                <a:moveTo>
                  <a:pt x="504825" y="3143250"/>
                </a:moveTo>
                <a:lnTo>
                  <a:pt x="533400" y="3143250"/>
                </a:lnTo>
                <a:lnTo>
                  <a:pt x="533400" y="3152775"/>
                </a:lnTo>
                <a:lnTo>
                  <a:pt x="504825" y="3152775"/>
                </a:lnTo>
                <a:close/>
                <a:moveTo>
                  <a:pt x="733425" y="3143250"/>
                </a:moveTo>
                <a:lnTo>
                  <a:pt x="762000" y="3143250"/>
                </a:lnTo>
                <a:lnTo>
                  <a:pt x="762000" y="3152775"/>
                </a:lnTo>
                <a:lnTo>
                  <a:pt x="790575" y="3152775"/>
                </a:lnTo>
                <a:lnTo>
                  <a:pt x="790575" y="3162300"/>
                </a:lnTo>
                <a:lnTo>
                  <a:pt x="762000" y="3162300"/>
                </a:lnTo>
                <a:lnTo>
                  <a:pt x="762000" y="3171825"/>
                </a:lnTo>
                <a:lnTo>
                  <a:pt x="742950" y="3171825"/>
                </a:lnTo>
                <a:lnTo>
                  <a:pt x="742950" y="3162300"/>
                </a:lnTo>
                <a:lnTo>
                  <a:pt x="704850" y="3162300"/>
                </a:lnTo>
                <a:lnTo>
                  <a:pt x="704850" y="3152775"/>
                </a:lnTo>
                <a:lnTo>
                  <a:pt x="733425" y="3152775"/>
                </a:lnTo>
                <a:close/>
                <a:moveTo>
                  <a:pt x="857250" y="3143250"/>
                </a:moveTo>
                <a:lnTo>
                  <a:pt x="866775" y="3143250"/>
                </a:lnTo>
                <a:lnTo>
                  <a:pt x="866775" y="3162300"/>
                </a:lnTo>
                <a:lnTo>
                  <a:pt x="857250" y="3162300"/>
                </a:lnTo>
                <a:close/>
                <a:moveTo>
                  <a:pt x="666750" y="3152775"/>
                </a:moveTo>
                <a:lnTo>
                  <a:pt x="676275" y="3152775"/>
                </a:lnTo>
                <a:lnTo>
                  <a:pt x="676275" y="3162300"/>
                </a:lnTo>
                <a:lnTo>
                  <a:pt x="666750" y="3162300"/>
                </a:lnTo>
                <a:close/>
                <a:moveTo>
                  <a:pt x="885825" y="3152775"/>
                </a:moveTo>
                <a:lnTo>
                  <a:pt x="895350" y="3152775"/>
                </a:lnTo>
                <a:lnTo>
                  <a:pt x="895350" y="3162300"/>
                </a:lnTo>
                <a:lnTo>
                  <a:pt x="885825" y="3162300"/>
                </a:lnTo>
                <a:close/>
                <a:moveTo>
                  <a:pt x="923925" y="3152775"/>
                </a:moveTo>
                <a:lnTo>
                  <a:pt x="933450" y="3152775"/>
                </a:lnTo>
                <a:lnTo>
                  <a:pt x="933450" y="3162300"/>
                </a:lnTo>
                <a:lnTo>
                  <a:pt x="923925" y="3162300"/>
                </a:lnTo>
                <a:close/>
                <a:moveTo>
                  <a:pt x="152400" y="3162300"/>
                </a:moveTo>
                <a:lnTo>
                  <a:pt x="161925" y="3162300"/>
                </a:lnTo>
                <a:lnTo>
                  <a:pt x="161925" y="3181350"/>
                </a:lnTo>
                <a:lnTo>
                  <a:pt x="152400" y="3181350"/>
                </a:lnTo>
                <a:close/>
                <a:moveTo>
                  <a:pt x="485775" y="3162300"/>
                </a:moveTo>
                <a:lnTo>
                  <a:pt x="495300" y="3162300"/>
                </a:lnTo>
                <a:lnTo>
                  <a:pt x="495300" y="3171825"/>
                </a:lnTo>
                <a:lnTo>
                  <a:pt x="485775" y="3171825"/>
                </a:lnTo>
                <a:close/>
                <a:moveTo>
                  <a:pt x="514350" y="3162300"/>
                </a:moveTo>
                <a:lnTo>
                  <a:pt x="523875" y="3162300"/>
                </a:lnTo>
                <a:lnTo>
                  <a:pt x="523875" y="3171825"/>
                </a:lnTo>
                <a:lnTo>
                  <a:pt x="514350" y="3171825"/>
                </a:lnTo>
                <a:close/>
                <a:moveTo>
                  <a:pt x="133350" y="3171825"/>
                </a:moveTo>
                <a:lnTo>
                  <a:pt x="142875" y="3171825"/>
                </a:lnTo>
                <a:lnTo>
                  <a:pt x="142875" y="3181350"/>
                </a:lnTo>
                <a:lnTo>
                  <a:pt x="133350" y="3181350"/>
                </a:lnTo>
                <a:close/>
                <a:moveTo>
                  <a:pt x="142875" y="3181350"/>
                </a:moveTo>
                <a:lnTo>
                  <a:pt x="152400" y="3181350"/>
                </a:lnTo>
                <a:lnTo>
                  <a:pt x="152400" y="3190875"/>
                </a:lnTo>
                <a:lnTo>
                  <a:pt x="142875" y="3190875"/>
                </a:lnTo>
                <a:close/>
                <a:moveTo>
                  <a:pt x="342900" y="3181350"/>
                </a:moveTo>
                <a:lnTo>
                  <a:pt x="352425" y="3181350"/>
                </a:lnTo>
                <a:lnTo>
                  <a:pt x="352425" y="3190875"/>
                </a:lnTo>
                <a:lnTo>
                  <a:pt x="361950" y="3190875"/>
                </a:lnTo>
                <a:lnTo>
                  <a:pt x="361950" y="3200400"/>
                </a:lnTo>
                <a:lnTo>
                  <a:pt x="342900" y="3200400"/>
                </a:lnTo>
                <a:lnTo>
                  <a:pt x="342900" y="3209925"/>
                </a:lnTo>
                <a:lnTo>
                  <a:pt x="333375" y="3209925"/>
                </a:lnTo>
                <a:lnTo>
                  <a:pt x="333375" y="3219450"/>
                </a:lnTo>
                <a:lnTo>
                  <a:pt x="342900" y="3219450"/>
                </a:lnTo>
                <a:lnTo>
                  <a:pt x="342900" y="3238500"/>
                </a:lnTo>
                <a:lnTo>
                  <a:pt x="371475" y="3238500"/>
                </a:lnTo>
                <a:lnTo>
                  <a:pt x="371475" y="3228975"/>
                </a:lnTo>
                <a:lnTo>
                  <a:pt x="381000" y="3228975"/>
                </a:lnTo>
                <a:lnTo>
                  <a:pt x="381000" y="3209925"/>
                </a:lnTo>
                <a:lnTo>
                  <a:pt x="390525" y="3209925"/>
                </a:lnTo>
                <a:lnTo>
                  <a:pt x="390525" y="3228975"/>
                </a:lnTo>
                <a:lnTo>
                  <a:pt x="409575" y="3228975"/>
                </a:lnTo>
                <a:lnTo>
                  <a:pt x="409575" y="3238500"/>
                </a:lnTo>
                <a:lnTo>
                  <a:pt x="419100" y="3238500"/>
                </a:lnTo>
                <a:lnTo>
                  <a:pt x="419100" y="3228975"/>
                </a:lnTo>
                <a:lnTo>
                  <a:pt x="438150" y="3228975"/>
                </a:lnTo>
                <a:lnTo>
                  <a:pt x="438150" y="3219450"/>
                </a:lnTo>
                <a:lnTo>
                  <a:pt x="504825" y="3219450"/>
                </a:lnTo>
                <a:lnTo>
                  <a:pt x="504825" y="3228975"/>
                </a:lnTo>
                <a:lnTo>
                  <a:pt x="466725" y="3228975"/>
                </a:lnTo>
                <a:lnTo>
                  <a:pt x="466725" y="3267075"/>
                </a:lnTo>
                <a:lnTo>
                  <a:pt x="438150" y="3267075"/>
                </a:lnTo>
                <a:lnTo>
                  <a:pt x="438150" y="3257550"/>
                </a:lnTo>
                <a:lnTo>
                  <a:pt x="428625" y="3257550"/>
                </a:lnTo>
                <a:lnTo>
                  <a:pt x="428625" y="3267075"/>
                </a:lnTo>
                <a:lnTo>
                  <a:pt x="409575" y="3267075"/>
                </a:lnTo>
                <a:lnTo>
                  <a:pt x="409575" y="3248025"/>
                </a:lnTo>
                <a:lnTo>
                  <a:pt x="390525" y="3248025"/>
                </a:lnTo>
                <a:lnTo>
                  <a:pt x="390525" y="3257550"/>
                </a:lnTo>
                <a:lnTo>
                  <a:pt x="400050" y="3257550"/>
                </a:lnTo>
                <a:lnTo>
                  <a:pt x="400050" y="3267075"/>
                </a:lnTo>
                <a:lnTo>
                  <a:pt x="342900" y="3267075"/>
                </a:lnTo>
                <a:lnTo>
                  <a:pt x="342900" y="3257550"/>
                </a:lnTo>
                <a:lnTo>
                  <a:pt x="352425" y="3257550"/>
                </a:lnTo>
                <a:lnTo>
                  <a:pt x="352425" y="3248025"/>
                </a:lnTo>
                <a:lnTo>
                  <a:pt x="295275" y="3248025"/>
                </a:lnTo>
                <a:lnTo>
                  <a:pt x="295275" y="3228975"/>
                </a:lnTo>
                <a:lnTo>
                  <a:pt x="304800" y="3228975"/>
                </a:lnTo>
                <a:lnTo>
                  <a:pt x="304800" y="3219450"/>
                </a:lnTo>
                <a:lnTo>
                  <a:pt x="314325" y="3219450"/>
                </a:lnTo>
                <a:lnTo>
                  <a:pt x="314325" y="3209925"/>
                </a:lnTo>
                <a:lnTo>
                  <a:pt x="323850" y="3209925"/>
                </a:lnTo>
                <a:lnTo>
                  <a:pt x="323850" y="3200400"/>
                </a:lnTo>
                <a:lnTo>
                  <a:pt x="333375" y="3200400"/>
                </a:lnTo>
                <a:lnTo>
                  <a:pt x="333375" y="3190875"/>
                </a:lnTo>
                <a:lnTo>
                  <a:pt x="342900" y="3190875"/>
                </a:lnTo>
                <a:close/>
                <a:moveTo>
                  <a:pt x="1704975" y="3181350"/>
                </a:moveTo>
                <a:lnTo>
                  <a:pt x="1714500" y="3181350"/>
                </a:lnTo>
                <a:lnTo>
                  <a:pt x="1714500" y="3190875"/>
                </a:lnTo>
                <a:lnTo>
                  <a:pt x="1704975" y="3190875"/>
                </a:lnTo>
                <a:close/>
                <a:moveTo>
                  <a:pt x="1695450" y="3190875"/>
                </a:moveTo>
                <a:lnTo>
                  <a:pt x="1704975" y="3190875"/>
                </a:lnTo>
                <a:lnTo>
                  <a:pt x="1704975" y="3200400"/>
                </a:lnTo>
                <a:lnTo>
                  <a:pt x="1695450" y="3200400"/>
                </a:lnTo>
                <a:close/>
                <a:moveTo>
                  <a:pt x="361950" y="3200400"/>
                </a:moveTo>
                <a:lnTo>
                  <a:pt x="371475" y="3200400"/>
                </a:lnTo>
                <a:lnTo>
                  <a:pt x="371475" y="3209925"/>
                </a:lnTo>
                <a:lnTo>
                  <a:pt x="361950" y="3209925"/>
                </a:lnTo>
                <a:close/>
                <a:moveTo>
                  <a:pt x="1466850" y="3209925"/>
                </a:moveTo>
                <a:lnTo>
                  <a:pt x="1495425" y="3209925"/>
                </a:lnTo>
                <a:lnTo>
                  <a:pt x="1495425" y="3219450"/>
                </a:lnTo>
                <a:lnTo>
                  <a:pt x="1514475" y="3219450"/>
                </a:lnTo>
                <a:lnTo>
                  <a:pt x="1514475" y="3209925"/>
                </a:lnTo>
                <a:lnTo>
                  <a:pt x="1524000" y="3209925"/>
                </a:lnTo>
                <a:lnTo>
                  <a:pt x="1524000" y="3219450"/>
                </a:lnTo>
                <a:lnTo>
                  <a:pt x="1543050" y="3219450"/>
                </a:lnTo>
                <a:lnTo>
                  <a:pt x="1543050" y="3257550"/>
                </a:lnTo>
                <a:lnTo>
                  <a:pt x="1533525" y="3257550"/>
                </a:lnTo>
                <a:lnTo>
                  <a:pt x="1533525" y="3267075"/>
                </a:lnTo>
                <a:lnTo>
                  <a:pt x="1457325" y="3267075"/>
                </a:lnTo>
                <a:lnTo>
                  <a:pt x="1457325" y="3248025"/>
                </a:lnTo>
                <a:lnTo>
                  <a:pt x="1466850" y="3248025"/>
                </a:lnTo>
                <a:lnTo>
                  <a:pt x="1466850" y="3238500"/>
                </a:lnTo>
                <a:lnTo>
                  <a:pt x="1476375" y="3238500"/>
                </a:lnTo>
                <a:lnTo>
                  <a:pt x="1476375" y="3228975"/>
                </a:lnTo>
                <a:lnTo>
                  <a:pt x="1466850" y="3228975"/>
                </a:lnTo>
                <a:close/>
                <a:moveTo>
                  <a:pt x="1676400" y="3209925"/>
                </a:moveTo>
                <a:lnTo>
                  <a:pt x="1685925" y="3209925"/>
                </a:lnTo>
                <a:lnTo>
                  <a:pt x="1685925" y="3219450"/>
                </a:lnTo>
                <a:lnTo>
                  <a:pt x="1695450" y="3219450"/>
                </a:lnTo>
                <a:lnTo>
                  <a:pt x="1695450" y="3238500"/>
                </a:lnTo>
                <a:lnTo>
                  <a:pt x="1685925" y="3238500"/>
                </a:lnTo>
                <a:lnTo>
                  <a:pt x="1685925" y="3248025"/>
                </a:lnTo>
                <a:lnTo>
                  <a:pt x="1676400" y="3248025"/>
                </a:lnTo>
                <a:lnTo>
                  <a:pt x="1676400" y="3267075"/>
                </a:lnTo>
                <a:lnTo>
                  <a:pt x="1571625" y="3267075"/>
                </a:lnTo>
                <a:lnTo>
                  <a:pt x="1571625" y="3248025"/>
                </a:lnTo>
                <a:lnTo>
                  <a:pt x="1581150" y="3248025"/>
                </a:lnTo>
                <a:lnTo>
                  <a:pt x="1581150" y="3238500"/>
                </a:lnTo>
                <a:lnTo>
                  <a:pt x="1619250" y="3238500"/>
                </a:lnTo>
                <a:lnTo>
                  <a:pt x="1619250" y="3228975"/>
                </a:lnTo>
                <a:lnTo>
                  <a:pt x="1609725" y="3228975"/>
                </a:lnTo>
                <a:lnTo>
                  <a:pt x="1609725" y="3219450"/>
                </a:lnTo>
                <a:lnTo>
                  <a:pt x="1676400" y="3219450"/>
                </a:lnTo>
                <a:close/>
                <a:moveTo>
                  <a:pt x="657225" y="3219450"/>
                </a:moveTo>
                <a:lnTo>
                  <a:pt x="685800" y="3219450"/>
                </a:lnTo>
                <a:lnTo>
                  <a:pt x="685800" y="3228975"/>
                </a:lnTo>
                <a:lnTo>
                  <a:pt x="657225" y="3228975"/>
                </a:lnTo>
                <a:close/>
                <a:moveTo>
                  <a:pt x="1171575" y="3219450"/>
                </a:moveTo>
                <a:lnTo>
                  <a:pt x="1190625" y="3219450"/>
                </a:lnTo>
                <a:lnTo>
                  <a:pt x="1190625" y="3267075"/>
                </a:lnTo>
                <a:lnTo>
                  <a:pt x="1181100" y="3267075"/>
                </a:lnTo>
                <a:lnTo>
                  <a:pt x="1181100" y="3257550"/>
                </a:lnTo>
                <a:lnTo>
                  <a:pt x="1162050" y="3257550"/>
                </a:lnTo>
                <a:lnTo>
                  <a:pt x="1162050" y="3248025"/>
                </a:lnTo>
                <a:lnTo>
                  <a:pt x="1171575" y="3248025"/>
                </a:lnTo>
                <a:close/>
                <a:moveTo>
                  <a:pt x="1590675" y="3219450"/>
                </a:moveTo>
                <a:lnTo>
                  <a:pt x="1600200" y="3219450"/>
                </a:lnTo>
                <a:lnTo>
                  <a:pt x="1600200" y="3228975"/>
                </a:lnTo>
                <a:lnTo>
                  <a:pt x="1590675" y="3228975"/>
                </a:lnTo>
                <a:close/>
                <a:moveTo>
                  <a:pt x="533400" y="3228975"/>
                </a:moveTo>
                <a:lnTo>
                  <a:pt x="552450" y="3228975"/>
                </a:lnTo>
                <a:lnTo>
                  <a:pt x="552450" y="3238500"/>
                </a:lnTo>
                <a:lnTo>
                  <a:pt x="533400" y="3238500"/>
                </a:lnTo>
                <a:close/>
                <a:moveTo>
                  <a:pt x="1085850" y="3228975"/>
                </a:moveTo>
                <a:lnTo>
                  <a:pt x="1095375" y="3228975"/>
                </a:lnTo>
                <a:lnTo>
                  <a:pt x="1095375" y="3238500"/>
                </a:lnTo>
                <a:lnTo>
                  <a:pt x="1085850" y="3238500"/>
                </a:lnTo>
                <a:close/>
                <a:moveTo>
                  <a:pt x="1362075" y="3228975"/>
                </a:moveTo>
                <a:lnTo>
                  <a:pt x="1390650" y="3228975"/>
                </a:lnTo>
                <a:lnTo>
                  <a:pt x="1390650" y="3238500"/>
                </a:lnTo>
                <a:lnTo>
                  <a:pt x="1400175" y="3238500"/>
                </a:lnTo>
                <a:lnTo>
                  <a:pt x="1400175" y="3228975"/>
                </a:lnTo>
                <a:lnTo>
                  <a:pt x="1409700" y="3228975"/>
                </a:lnTo>
                <a:lnTo>
                  <a:pt x="1409700" y="3238500"/>
                </a:lnTo>
                <a:lnTo>
                  <a:pt x="1419225" y="3238500"/>
                </a:lnTo>
                <a:lnTo>
                  <a:pt x="1419225" y="3248025"/>
                </a:lnTo>
                <a:lnTo>
                  <a:pt x="1428750" y="3248025"/>
                </a:lnTo>
                <a:lnTo>
                  <a:pt x="1428750" y="3257550"/>
                </a:lnTo>
                <a:lnTo>
                  <a:pt x="1419225" y="3257550"/>
                </a:lnTo>
                <a:lnTo>
                  <a:pt x="1419225" y="3267075"/>
                </a:lnTo>
                <a:lnTo>
                  <a:pt x="1314450" y="3267075"/>
                </a:lnTo>
                <a:lnTo>
                  <a:pt x="1314450" y="3248025"/>
                </a:lnTo>
                <a:lnTo>
                  <a:pt x="1323975" y="3248025"/>
                </a:lnTo>
                <a:lnTo>
                  <a:pt x="1323975" y="3238500"/>
                </a:lnTo>
                <a:lnTo>
                  <a:pt x="1362075" y="3238500"/>
                </a:lnTo>
                <a:close/>
                <a:moveTo>
                  <a:pt x="552450" y="3238500"/>
                </a:moveTo>
                <a:lnTo>
                  <a:pt x="561975" y="3238500"/>
                </a:lnTo>
                <a:lnTo>
                  <a:pt x="561975" y="3257550"/>
                </a:lnTo>
                <a:lnTo>
                  <a:pt x="523875" y="3257550"/>
                </a:lnTo>
                <a:lnTo>
                  <a:pt x="523875" y="3267075"/>
                </a:lnTo>
                <a:lnTo>
                  <a:pt x="504825" y="3267075"/>
                </a:lnTo>
                <a:lnTo>
                  <a:pt x="504825" y="3248025"/>
                </a:lnTo>
                <a:lnTo>
                  <a:pt x="552450" y="3248025"/>
                </a:lnTo>
                <a:close/>
                <a:moveTo>
                  <a:pt x="685800" y="3238500"/>
                </a:moveTo>
                <a:lnTo>
                  <a:pt x="695325" y="3238500"/>
                </a:lnTo>
                <a:lnTo>
                  <a:pt x="695325" y="3248025"/>
                </a:lnTo>
                <a:lnTo>
                  <a:pt x="723900" y="3248025"/>
                </a:lnTo>
                <a:lnTo>
                  <a:pt x="723900" y="3267075"/>
                </a:lnTo>
                <a:lnTo>
                  <a:pt x="676275" y="3267075"/>
                </a:lnTo>
                <a:lnTo>
                  <a:pt x="676275" y="3257550"/>
                </a:lnTo>
                <a:lnTo>
                  <a:pt x="666750" y="3257550"/>
                </a:lnTo>
                <a:lnTo>
                  <a:pt x="666750" y="3248025"/>
                </a:lnTo>
                <a:lnTo>
                  <a:pt x="685800" y="3248025"/>
                </a:lnTo>
                <a:close/>
                <a:moveTo>
                  <a:pt x="190500" y="3248025"/>
                </a:moveTo>
                <a:lnTo>
                  <a:pt x="200025" y="3248025"/>
                </a:lnTo>
                <a:lnTo>
                  <a:pt x="200025" y="3257550"/>
                </a:lnTo>
                <a:lnTo>
                  <a:pt x="190500" y="3257550"/>
                </a:lnTo>
                <a:close/>
                <a:moveTo>
                  <a:pt x="285750" y="3248025"/>
                </a:moveTo>
                <a:lnTo>
                  <a:pt x="295275" y="3248025"/>
                </a:lnTo>
                <a:lnTo>
                  <a:pt x="295275" y="3257550"/>
                </a:lnTo>
                <a:lnTo>
                  <a:pt x="285750" y="3257550"/>
                </a:lnTo>
                <a:close/>
                <a:moveTo>
                  <a:pt x="476250" y="3248025"/>
                </a:moveTo>
                <a:lnTo>
                  <a:pt x="485775" y="3248025"/>
                </a:lnTo>
                <a:lnTo>
                  <a:pt x="485775" y="3257550"/>
                </a:lnTo>
                <a:lnTo>
                  <a:pt x="476250" y="3257550"/>
                </a:lnTo>
                <a:close/>
                <a:moveTo>
                  <a:pt x="1695450" y="3267075"/>
                </a:moveTo>
                <a:lnTo>
                  <a:pt x="1704975" y="3267075"/>
                </a:lnTo>
                <a:lnTo>
                  <a:pt x="1704975" y="3276600"/>
                </a:lnTo>
                <a:lnTo>
                  <a:pt x="1695450" y="3276600"/>
                </a:lnTo>
                <a:close/>
                <a:moveTo>
                  <a:pt x="1714500" y="3267075"/>
                </a:moveTo>
                <a:lnTo>
                  <a:pt x="1724025" y="3267075"/>
                </a:lnTo>
                <a:lnTo>
                  <a:pt x="1724025" y="3276600"/>
                </a:lnTo>
                <a:lnTo>
                  <a:pt x="1714500" y="3276600"/>
                </a:lnTo>
                <a:close/>
                <a:moveTo>
                  <a:pt x="304800" y="3295650"/>
                </a:moveTo>
                <a:lnTo>
                  <a:pt x="323850" y="3295650"/>
                </a:lnTo>
                <a:lnTo>
                  <a:pt x="323850" y="3305175"/>
                </a:lnTo>
                <a:lnTo>
                  <a:pt x="333375" y="3305175"/>
                </a:lnTo>
                <a:lnTo>
                  <a:pt x="333375" y="3314700"/>
                </a:lnTo>
                <a:lnTo>
                  <a:pt x="314325" y="3314700"/>
                </a:lnTo>
                <a:lnTo>
                  <a:pt x="314325" y="3305175"/>
                </a:lnTo>
                <a:lnTo>
                  <a:pt x="304800" y="3305175"/>
                </a:lnTo>
                <a:close/>
                <a:moveTo>
                  <a:pt x="371475" y="3295650"/>
                </a:moveTo>
                <a:lnTo>
                  <a:pt x="390525" y="3295650"/>
                </a:lnTo>
                <a:lnTo>
                  <a:pt x="390525" y="3305175"/>
                </a:lnTo>
                <a:lnTo>
                  <a:pt x="495300" y="3305175"/>
                </a:lnTo>
                <a:lnTo>
                  <a:pt x="495300" y="3314700"/>
                </a:lnTo>
                <a:lnTo>
                  <a:pt x="504825" y="3314700"/>
                </a:lnTo>
                <a:lnTo>
                  <a:pt x="504825" y="3305175"/>
                </a:lnTo>
                <a:lnTo>
                  <a:pt x="542925" y="3305175"/>
                </a:lnTo>
                <a:lnTo>
                  <a:pt x="542925" y="3314700"/>
                </a:lnTo>
                <a:lnTo>
                  <a:pt x="552450" y="3314700"/>
                </a:lnTo>
                <a:lnTo>
                  <a:pt x="552450" y="3305175"/>
                </a:lnTo>
                <a:lnTo>
                  <a:pt x="561975" y="3305175"/>
                </a:lnTo>
                <a:lnTo>
                  <a:pt x="561975" y="3324225"/>
                </a:lnTo>
                <a:lnTo>
                  <a:pt x="552450" y="3324225"/>
                </a:lnTo>
                <a:lnTo>
                  <a:pt x="552450" y="3333750"/>
                </a:lnTo>
                <a:lnTo>
                  <a:pt x="542925" y="3333750"/>
                </a:lnTo>
                <a:lnTo>
                  <a:pt x="542925" y="3343275"/>
                </a:lnTo>
                <a:lnTo>
                  <a:pt x="514350" y="3343275"/>
                </a:lnTo>
                <a:lnTo>
                  <a:pt x="514350" y="3362325"/>
                </a:lnTo>
                <a:lnTo>
                  <a:pt x="504825" y="3362325"/>
                </a:lnTo>
                <a:lnTo>
                  <a:pt x="504825" y="3371850"/>
                </a:lnTo>
                <a:lnTo>
                  <a:pt x="523875" y="3371850"/>
                </a:lnTo>
                <a:lnTo>
                  <a:pt x="523875" y="3390900"/>
                </a:lnTo>
                <a:lnTo>
                  <a:pt x="514350" y="3390900"/>
                </a:lnTo>
                <a:lnTo>
                  <a:pt x="514350" y="3400425"/>
                </a:lnTo>
                <a:lnTo>
                  <a:pt x="542925" y="3400425"/>
                </a:lnTo>
                <a:lnTo>
                  <a:pt x="542925" y="3390900"/>
                </a:lnTo>
                <a:lnTo>
                  <a:pt x="552450" y="3390900"/>
                </a:lnTo>
                <a:lnTo>
                  <a:pt x="552450" y="3371850"/>
                </a:lnTo>
                <a:lnTo>
                  <a:pt x="533400" y="3371850"/>
                </a:lnTo>
                <a:lnTo>
                  <a:pt x="533400" y="3362325"/>
                </a:lnTo>
                <a:lnTo>
                  <a:pt x="561975" y="3362325"/>
                </a:lnTo>
                <a:lnTo>
                  <a:pt x="561975" y="3381375"/>
                </a:lnTo>
                <a:lnTo>
                  <a:pt x="571500" y="3381375"/>
                </a:lnTo>
                <a:lnTo>
                  <a:pt x="571500" y="3390900"/>
                </a:lnTo>
                <a:lnTo>
                  <a:pt x="581025" y="3390900"/>
                </a:lnTo>
                <a:lnTo>
                  <a:pt x="581025" y="3409950"/>
                </a:lnTo>
                <a:lnTo>
                  <a:pt x="561975" y="3409950"/>
                </a:lnTo>
                <a:lnTo>
                  <a:pt x="561975" y="3419475"/>
                </a:lnTo>
                <a:lnTo>
                  <a:pt x="542925" y="3419475"/>
                </a:lnTo>
                <a:lnTo>
                  <a:pt x="542925" y="3409950"/>
                </a:lnTo>
                <a:lnTo>
                  <a:pt x="523875" y="3409950"/>
                </a:lnTo>
                <a:lnTo>
                  <a:pt x="523875" y="3429000"/>
                </a:lnTo>
                <a:lnTo>
                  <a:pt x="514350" y="3429000"/>
                </a:lnTo>
                <a:lnTo>
                  <a:pt x="514350" y="3476625"/>
                </a:lnTo>
                <a:lnTo>
                  <a:pt x="504825" y="3476625"/>
                </a:lnTo>
                <a:lnTo>
                  <a:pt x="504825" y="3495675"/>
                </a:lnTo>
                <a:lnTo>
                  <a:pt x="457200" y="3495675"/>
                </a:lnTo>
                <a:lnTo>
                  <a:pt x="457200" y="3505200"/>
                </a:lnTo>
                <a:lnTo>
                  <a:pt x="419100" y="3505200"/>
                </a:lnTo>
                <a:lnTo>
                  <a:pt x="419100" y="3514725"/>
                </a:lnTo>
                <a:lnTo>
                  <a:pt x="409575" y="3514725"/>
                </a:lnTo>
                <a:lnTo>
                  <a:pt x="409575" y="3533775"/>
                </a:lnTo>
                <a:lnTo>
                  <a:pt x="400050" y="3533775"/>
                </a:lnTo>
                <a:lnTo>
                  <a:pt x="400050" y="3524250"/>
                </a:lnTo>
                <a:lnTo>
                  <a:pt x="381000" y="3524250"/>
                </a:lnTo>
                <a:lnTo>
                  <a:pt x="381000" y="3543300"/>
                </a:lnTo>
                <a:lnTo>
                  <a:pt x="371475" y="3543300"/>
                </a:lnTo>
                <a:lnTo>
                  <a:pt x="371475" y="3552825"/>
                </a:lnTo>
                <a:lnTo>
                  <a:pt x="304800" y="3552825"/>
                </a:lnTo>
                <a:lnTo>
                  <a:pt x="304800" y="3562350"/>
                </a:lnTo>
                <a:lnTo>
                  <a:pt x="295275" y="3562350"/>
                </a:lnTo>
                <a:lnTo>
                  <a:pt x="295275" y="3581400"/>
                </a:lnTo>
                <a:lnTo>
                  <a:pt x="285750" y="3581400"/>
                </a:lnTo>
                <a:lnTo>
                  <a:pt x="285750" y="3600450"/>
                </a:lnTo>
                <a:lnTo>
                  <a:pt x="276225" y="3600450"/>
                </a:lnTo>
                <a:lnTo>
                  <a:pt x="276225" y="3609975"/>
                </a:lnTo>
                <a:lnTo>
                  <a:pt x="257175" y="3609975"/>
                </a:lnTo>
                <a:lnTo>
                  <a:pt x="257175" y="3590925"/>
                </a:lnTo>
                <a:lnTo>
                  <a:pt x="266700" y="3590925"/>
                </a:lnTo>
                <a:lnTo>
                  <a:pt x="266700" y="3581400"/>
                </a:lnTo>
                <a:lnTo>
                  <a:pt x="276225" y="3581400"/>
                </a:lnTo>
                <a:lnTo>
                  <a:pt x="276225" y="3571875"/>
                </a:lnTo>
                <a:lnTo>
                  <a:pt x="285750" y="3571875"/>
                </a:lnTo>
                <a:lnTo>
                  <a:pt x="285750" y="3562350"/>
                </a:lnTo>
                <a:lnTo>
                  <a:pt x="276225" y="3562350"/>
                </a:lnTo>
                <a:lnTo>
                  <a:pt x="276225" y="3543300"/>
                </a:lnTo>
                <a:lnTo>
                  <a:pt x="285750" y="3543300"/>
                </a:lnTo>
                <a:lnTo>
                  <a:pt x="285750" y="3533775"/>
                </a:lnTo>
                <a:lnTo>
                  <a:pt x="295275" y="3533775"/>
                </a:lnTo>
                <a:lnTo>
                  <a:pt x="295275" y="3524250"/>
                </a:lnTo>
                <a:lnTo>
                  <a:pt x="285750" y="3524250"/>
                </a:lnTo>
                <a:lnTo>
                  <a:pt x="285750" y="3514725"/>
                </a:lnTo>
                <a:lnTo>
                  <a:pt x="276225" y="3514725"/>
                </a:lnTo>
                <a:lnTo>
                  <a:pt x="276225" y="3524250"/>
                </a:lnTo>
                <a:lnTo>
                  <a:pt x="247650" y="3524250"/>
                </a:lnTo>
                <a:lnTo>
                  <a:pt x="247650" y="3562350"/>
                </a:lnTo>
                <a:lnTo>
                  <a:pt x="219075" y="3562350"/>
                </a:lnTo>
                <a:lnTo>
                  <a:pt x="219075" y="3552825"/>
                </a:lnTo>
                <a:lnTo>
                  <a:pt x="200025" y="3552825"/>
                </a:lnTo>
                <a:lnTo>
                  <a:pt x="200025" y="3524250"/>
                </a:lnTo>
                <a:lnTo>
                  <a:pt x="209550" y="3524250"/>
                </a:lnTo>
                <a:lnTo>
                  <a:pt x="209550" y="3514725"/>
                </a:lnTo>
                <a:lnTo>
                  <a:pt x="257175" y="3514725"/>
                </a:lnTo>
                <a:lnTo>
                  <a:pt x="257175" y="3495675"/>
                </a:lnTo>
                <a:lnTo>
                  <a:pt x="295275" y="3495675"/>
                </a:lnTo>
                <a:lnTo>
                  <a:pt x="295275" y="3486150"/>
                </a:lnTo>
                <a:lnTo>
                  <a:pt x="352425" y="3486150"/>
                </a:lnTo>
                <a:lnTo>
                  <a:pt x="352425" y="3476625"/>
                </a:lnTo>
                <a:lnTo>
                  <a:pt x="361950" y="3476625"/>
                </a:lnTo>
                <a:lnTo>
                  <a:pt x="361950" y="3457575"/>
                </a:lnTo>
                <a:lnTo>
                  <a:pt x="371475" y="3457575"/>
                </a:lnTo>
                <a:lnTo>
                  <a:pt x="371475" y="3448050"/>
                </a:lnTo>
                <a:lnTo>
                  <a:pt x="390525" y="3448050"/>
                </a:lnTo>
                <a:lnTo>
                  <a:pt x="390525" y="3457575"/>
                </a:lnTo>
                <a:lnTo>
                  <a:pt x="409575" y="3457575"/>
                </a:lnTo>
                <a:lnTo>
                  <a:pt x="409575" y="3467100"/>
                </a:lnTo>
                <a:lnTo>
                  <a:pt x="419100" y="3467100"/>
                </a:lnTo>
                <a:lnTo>
                  <a:pt x="419100" y="3457575"/>
                </a:lnTo>
                <a:lnTo>
                  <a:pt x="428625" y="3457575"/>
                </a:lnTo>
                <a:lnTo>
                  <a:pt x="428625" y="3448050"/>
                </a:lnTo>
                <a:lnTo>
                  <a:pt x="457200" y="3448050"/>
                </a:lnTo>
                <a:lnTo>
                  <a:pt x="457200" y="3438525"/>
                </a:lnTo>
                <a:lnTo>
                  <a:pt x="466725" y="3438525"/>
                </a:lnTo>
                <a:lnTo>
                  <a:pt x="466725" y="3429000"/>
                </a:lnTo>
                <a:lnTo>
                  <a:pt x="419100" y="3429000"/>
                </a:lnTo>
                <a:lnTo>
                  <a:pt x="419100" y="3409950"/>
                </a:lnTo>
                <a:lnTo>
                  <a:pt x="457200" y="3409950"/>
                </a:lnTo>
                <a:lnTo>
                  <a:pt x="457200" y="3419475"/>
                </a:lnTo>
                <a:lnTo>
                  <a:pt x="485775" y="3419475"/>
                </a:lnTo>
                <a:lnTo>
                  <a:pt x="485775" y="3409950"/>
                </a:lnTo>
                <a:lnTo>
                  <a:pt x="495300" y="3409950"/>
                </a:lnTo>
                <a:lnTo>
                  <a:pt x="495300" y="3400425"/>
                </a:lnTo>
                <a:lnTo>
                  <a:pt x="485775" y="3400425"/>
                </a:lnTo>
                <a:lnTo>
                  <a:pt x="485775" y="3390900"/>
                </a:lnTo>
                <a:lnTo>
                  <a:pt x="476250" y="3390900"/>
                </a:lnTo>
                <a:lnTo>
                  <a:pt x="476250" y="3352800"/>
                </a:lnTo>
                <a:lnTo>
                  <a:pt x="457200" y="3352800"/>
                </a:lnTo>
                <a:lnTo>
                  <a:pt x="457200" y="3362325"/>
                </a:lnTo>
                <a:lnTo>
                  <a:pt x="447675" y="3362325"/>
                </a:lnTo>
                <a:lnTo>
                  <a:pt x="447675" y="3371850"/>
                </a:lnTo>
                <a:lnTo>
                  <a:pt x="438150" y="3371850"/>
                </a:lnTo>
                <a:lnTo>
                  <a:pt x="438150" y="3352800"/>
                </a:lnTo>
                <a:lnTo>
                  <a:pt x="447675" y="3352800"/>
                </a:lnTo>
                <a:lnTo>
                  <a:pt x="447675" y="3343275"/>
                </a:lnTo>
                <a:lnTo>
                  <a:pt x="419100" y="3343275"/>
                </a:lnTo>
                <a:lnTo>
                  <a:pt x="419100" y="3352800"/>
                </a:lnTo>
                <a:lnTo>
                  <a:pt x="371475" y="3352800"/>
                </a:lnTo>
                <a:lnTo>
                  <a:pt x="371475" y="3343275"/>
                </a:lnTo>
                <a:lnTo>
                  <a:pt x="352425" y="3343275"/>
                </a:lnTo>
                <a:lnTo>
                  <a:pt x="352425" y="3305175"/>
                </a:lnTo>
                <a:lnTo>
                  <a:pt x="371475" y="3305175"/>
                </a:lnTo>
                <a:close/>
                <a:moveTo>
                  <a:pt x="657225" y="3295650"/>
                </a:moveTo>
                <a:lnTo>
                  <a:pt x="666750" y="3295650"/>
                </a:lnTo>
                <a:lnTo>
                  <a:pt x="666750" y="3305175"/>
                </a:lnTo>
                <a:lnTo>
                  <a:pt x="704850" y="3305175"/>
                </a:lnTo>
                <a:lnTo>
                  <a:pt x="704850" y="3314700"/>
                </a:lnTo>
                <a:lnTo>
                  <a:pt x="695325" y="3314700"/>
                </a:lnTo>
                <a:lnTo>
                  <a:pt x="695325" y="3352800"/>
                </a:lnTo>
                <a:lnTo>
                  <a:pt x="714375" y="3352800"/>
                </a:lnTo>
                <a:lnTo>
                  <a:pt x="714375" y="3362325"/>
                </a:lnTo>
                <a:lnTo>
                  <a:pt x="733425" y="3362325"/>
                </a:lnTo>
                <a:lnTo>
                  <a:pt x="733425" y="3352800"/>
                </a:lnTo>
                <a:lnTo>
                  <a:pt x="742950" y="3352800"/>
                </a:lnTo>
                <a:lnTo>
                  <a:pt x="742950" y="3343275"/>
                </a:lnTo>
                <a:lnTo>
                  <a:pt x="762000" y="3343275"/>
                </a:lnTo>
                <a:lnTo>
                  <a:pt x="762000" y="3333750"/>
                </a:lnTo>
                <a:lnTo>
                  <a:pt x="771525" y="3333750"/>
                </a:lnTo>
                <a:lnTo>
                  <a:pt x="771525" y="3324225"/>
                </a:lnTo>
                <a:lnTo>
                  <a:pt x="781050" y="3324225"/>
                </a:lnTo>
                <a:lnTo>
                  <a:pt x="781050" y="3314700"/>
                </a:lnTo>
                <a:lnTo>
                  <a:pt x="790575" y="3314700"/>
                </a:lnTo>
                <a:lnTo>
                  <a:pt x="790575" y="3324225"/>
                </a:lnTo>
                <a:lnTo>
                  <a:pt x="809625" y="3324225"/>
                </a:lnTo>
                <a:lnTo>
                  <a:pt x="809625" y="3352800"/>
                </a:lnTo>
                <a:lnTo>
                  <a:pt x="800100" y="3352800"/>
                </a:lnTo>
                <a:lnTo>
                  <a:pt x="800100" y="3362325"/>
                </a:lnTo>
                <a:lnTo>
                  <a:pt x="790575" y="3362325"/>
                </a:lnTo>
                <a:lnTo>
                  <a:pt x="790575" y="3371850"/>
                </a:lnTo>
                <a:lnTo>
                  <a:pt x="781050" y="3371850"/>
                </a:lnTo>
                <a:lnTo>
                  <a:pt x="781050" y="3381375"/>
                </a:lnTo>
                <a:lnTo>
                  <a:pt x="800100" y="3381375"/>
                </a:lnTo>
                <a:lnTo>
                  <a:pt x="800100" y="3390900"/>
                </a:lnTo>
                <a:lnTo>
                  <a:pt x="819150" y="3390900"/>
                </a:lnTo>
                <a:lnTo>
                  <a:pt x="819150" y="3381375"/>
                </a:lnTo>
                <a:lnTo>
                  <a:pt x="828675" y="3381375"/>
                </a:lnTo>
                <a:lnTo>
                  <a:pt x="828675" y="3390900"/>
                </a:lnTo>
                <a:lnTo>
                  <a:pt x="838200" y="3390900"/>
                </a:lnTo>
                <a:lnTo>
                  <a:pt x="838200" y="3400425"/>
                </a:lnTo>
                <a:lnTo>
                  <a:pt x="828675" y="3400425"/>
                </a:lnTo>
                <a:lnTo>
                  <a:pt x="828675" y="3409950"/>
                </a:lnTo>
                <a:lnTo>
                  <a:pt x="819150" y="3409950"/>
                </a:lnTo>
                <a:lnTo>
                  <a:pt x="819150" y="3429000"/>
                </a:lnTo>
                <a:lnTo>
                  <a:pt x="809625" y="3429000"/>
                </a:lnTo>
                <a:lnTo>
                  <a:pt x="809625" y="3486150"/>
                </a:lnTo>
                <a:lnTo>
                  <a:pt x="800100" y="3486150"/>
                </a:lnTo>
                <a:lnTo>
                  <a:pt x="800100" y="3505200"/>
                </a:lnTo>
                <a:lnTo>
                  <a:pt x="781050" y="3505200"/>
                </a:lnTo>
                <a:lnTo>
                  <a:pt x="781050" y="3514725"/>
                </a:lnTo>
                <a:lnTo>
                  <a:pt x="800100" y="3514725"/>
                </a:lnTo>
                <a:lnTo>
                  <a:pt x="800100" y="3524250"/>
                </a:lnTo>
                <a:lnTo>
                  <a:pt x="781050" y="3524250"/>
                </a:lnTo>
                <a:lnTo>
                  <a:pt x="781050" y="3533775"/>
                </a:lnTo>
                <a:lnTo>
                  <a:pt x="762000" y="3533775"/>
                </a:lnTo>
                <a:lnTo>
                  <a:pt x="762000" y="3524250"/>
                </a:lnTo>
                <a:lnTo>
                  <a:pt x="733425" y="3524250"/>
                </a:lnTo>
                <a:lnTo>
                  <a:pt x="733425" y="3514725"/>
                </a:lnTo>
                <a:lnTo>
                  <a:pt x="714375" y="3514725"/>
                </a:lnTo>
                <a:lnTo>
                  <a:pt x="714375" y="3495675"/>
                </a:lnTo>
                <a:lnTo>
                  <a:pt x="704850" y="3495675"/>
                </a:lnTo>
                <a:lnTo>
                  <a:pt x="704850" y="3486150"/>
                </a:lnTo>
                <a:lnTo>
                  <a:pt x="685800" y="3486150"/>
                </a:lnTo>
                <a:lnTo>
                  <a:pt x="685800" y="3476625"/>
                </a:lnTo>
                <a:lnTo>
                  <a:pt x="714375" y="3476625"/>
                </a:lnTo>
                <a:lnTo>
                  <a:pt x="714375" y="3486150"/>
                </a:lnTo>
                <a:lnTo>
                  <a:pt x="752475" y="3486150"/>
                </a:lnTo>
                <a:lnTo>
                  <a:pt x="752475" y="3476625"/>
                </a:lnTo>
                <a:lnTo>
                  <a:pt x="742950" y="3476625"/>
                </a:lnTo>
                <a:lnTo>
                  <a:pt x="742950" y="3467100"/>
                </a:lnTo>
                <a:lnTo>
                  <a:pt x="733425" y="3467100"/>
                </a:lnTo>
                <a:lnTo>
                  <a:pt x="733425" y="3457575"/>
                </a:lnTo>
                <a:lnTo>
                  <a:pt x="723900" y="3457575"/>
                </a:lnTo>
                <a:lnTo>
                  <a:pt x="723900" y="3438525"/>
                </a:lnTo>
                <a:lnTo>
                  <a:pt x="704850" y="3438525"/>
                </a:lnTo>
                <a:lnTo>
                  <a:pt x="704850" y="3429000"/>
                </a:lnTo>
                <a:lnTo>
                  <a:pt x="695325" y="3429000"/>
                </a:lnTo>
                <a:lnTo>
                  <a:pt x="695325" y="3438525"/>
                </a:lnTo>
                <a:lnTo>
                  <a:pt x="685800" y="3438525"/>
                </a:lnTo>
                <a:lnTo>
                  <a:pt x="685800" y="3419475"/>
                </a:lnTo>
                <a:lnTo>
                  <a:pt x="676275" y="3419475"/>
                </a:lnTo>
                <a:lnTo>
                  <a:pt x="676275" y="3438525"/>
                </a:lnTo>
                <a:lnTo>
                  <a:pt x="647700" y="3438525"/>
                </a:lnTo>
                <a:lnTo>
                  <a:pt x="647700" y="3429000"/>
                </a:lnTo>
                <a:lnTo>
                  <a:pt x="628650" y="3429000"/>
                </a:lnTo>
                <a:lnTo>
                  <a:pt x="628650" y="3419475"/>
                </a:lnTo>
                <a:lnTo>
                  <a:pt x="647700" y="3419475"/>
                </a:lnTo>
                <a:lnTo>
                  <a:pt x="647700" y="3390900"/>
                </a:lnTo>
                <a:lnTo>
                  <a:pt x="657225" y="3390900"/>
                </a:lnTo>
                <a:lnTo>
                  <a:pt x="657225" y="3381375"/>
                </a:lnTo>
                <a:lnTo>
                  <a:pt x="647700" y="3381375"/>
                </a:lnTo>
                <a:lnTo>
                  <a:pt x="647700" y="3371850"/>
                </a:lnTo>
                <a:lnTo>
                  <a:pt x="657225" y="3371850"/>
                </a:lnTo>
                <a:lnTo>
                  <a:pt x="657225" y="3352800"/>
                </a:lnTo>
                <a:lnTo>
                  <a:pt x="647700" y="3352800"/>
                </a:lnTo>
                <a:lnTo>
                  <a:pt x="647700" y="3343275"/>
                </a:lnTo>
                <a:lnTo>
                  <a:pt x="657225" y="3343275"/>
                </a:lnTo>
                <a:lnTo>
                  <a:pt x="657225" y="3324225"/>
                </a:lnTo>
                <a:lnTo>
                  <a:pt x="666750" y="3324225"/>
                </a:lnTo>
                <a:lnTo>
                  <a:pt x="666750" y="3314700"/>
                </a:lnTo>
                <a:lnTo>
                  <a:pt x="657225" y="3314700"/>
                </a:lnTo>
                <a:close/>
                <a:moveTo>
                  <a:pt x="866775" y="3295650"/>
                </a:moveTo>
                <a:lnTo>
                  <a:pt x="885825" y="3295650"/>
                </a:lnTo>
                <a:lnTo>
                  <a:pt x="885825" y="3305175"/>
                </a:lnTo>
                <a:lnTo>
                  <a:pt x="895350" y="3305175"/>
                </a:lnTo>
                <a:lnTo>
                  <a:pt x="895350" y="3314700"/>
                </a:lnTo>
                <a:lnTo>
                  <a:pt x="866775" y="3314700"/>
                </a:lnTo>
                <a:close/>
                <a:moveTo>
                  <a:pt x="142875" y="3305175"/>
                </a:moveTo>
                <a:lnTo>
                  <a:pt x="152400" y="3305175"/>
                </a:lnTo>
                <a:lnTo>
                  <a:pt x="152400" y="3371850"/>
                </a:lnTo>
                <a:lnTo>
                  <a:pt x="142875" y="3371850"/>
                </a:lnTo>
                <a:lnTo>
                  <a:pt x="142875" y="3352800"/>
                </a:lnTo>
                <a:lnTo>
                  <a:pt x="133350" y="3352800"/>
                </a:lnTo>
                <a:lnTo>
                  <a:pt x="133350" y="3314700"/>
                </a:lnTo>
                <a:lnTo>
                  <a:pt x="142875" y="3314700"/>
                </a:lnTo>
                <a:close/>
                <a:moveTo>
                  <a:pt x="228600" y="3305175"/>
                </a:moveTo>
                <a:lnTo>
                  <a:pt x="238125" y="3305175"/>
                </a:lnTo>
                <a:lnTo>
                  <a:pt x="238125" y="3314700"/>
                </a:lnTo>
                <a:lnTo>
                  <a:pt x="228600" y="3314700"/>
                </a:lnTo>
                <a:close/>
                <a:moveTo>
                  <a:pt x="266700" y="3305175"/>
                </a:moveTo>
                <a:lnTo>
                  <a:pt x="304800" y="3305175"/>
                </a:lnTo>
                <a:lnTo>
                  <a:pt x="304800" y="3314700"/>
                </a:lnTo>
                <a:lnTo>
                  <a:pt x="314325" y="3314700"/>
                </a:lnTo>
                <a:lnTo>
                  <a:pt x="314325" y="3324225"/>
                </a:lnTo>
                <a:lnTo>
                  <a:pt x="295275" y="3324225"/>
                </a:lnTo>
                <a:lnTo>
                  <a:pt x="295275" y="3314700"/>
                </a:lnTo>
                <a:lnTo>
                  <a:pt x="266700" y="3314700"/>
                </a:lnTo>
                <a:close/>
                <a:moveTo>
                  <a:pt x="581025" y="3305175"/>
                </a:moveTo>
                <a:lnTo>
                  <a:pt x="600075" y="3305175"/>
                </a:lnTo>
                <a:lnTo>
                  <a:pt x="600075" y="3314700"/>
                </a:lnTo>
                <a:lnTo>
                  <a:pt x="609600" y="3314700"/>
                </a:lnTo>
                <a:lnTo>
                  <a:pt x="609600" y="3305175"/>
                </a:lnTo>
                <a:lnTo>
                  <a:pt x="638175" y="3305175"/>
                </a:lnTo>
                <a:lnTo>
                  <a:pt x="638175" y="3333750"/>
                </a:lnTo>
                <a:lnTo>
                  <a:pt x="619125" y="3333750"/>
                </a:lnTo>
                <a:lnTo>
                  <a:pt x="619125" y="3324225"/>
                </a:lnTo>
                <a:lnTo>
                  <a:pt x="590550" y="3324225"/>
                </a:lnTo>
                <a:lnTo>
                  <a:pt x="590550" y="3314700"/>
                </a:lnTo>
                <a:lnTo>
                  <a:pt x="581025" y="3314700"/>
                </a:lnTo>
                <a:close/>
                <a:moveTo>
                  <a:pt x="180975" y="3314700"/>
                </a:moveTo>
                <a:lnTo>
                  <a:pt x="190500" y="3314700"/>
                </a:lnTo>
                <a:lnTo>
                  <a:pt x="190500" y="3324225"/>
                </a:lnTo>
                <a:lnTo>
                  <a:pt x="209550" y="3324225"/>
                </a:lnTo>
                <a:lnTo>
                  <a:pt x="209550" y="3333750"/>
                </a:lnTo>
                <a:lnTo>
                  <a:pt x="200025" y="3333750"/>
                </a:lnTo>
                <a:lnTo>
                  <a:pt x="200025" y="3343275"/>
                </a:lnTo>
                <a:lnTo>
                  <a:pt x="190500" y="3343275"/>
                </a:lnTo>
                <a:lnTo>
                  <a:pt x="190500" y="3333750"/>
                </a:lnTo>
                <a:lnTo>
                  <a:pt x="180975" y="3333750"/>
                </a:lnTo>
                <a:close/>
                <a:moveTo>
                  <a:pt x="409575" y="3324225"/>
                </a:moveTo>
                <a:lnTo>
                  <a:pt x="400050" y="3324225"/>
                </a:lnTo>
                <a:lnTo>
                  <a:pt x="400050" y="3333750"/>
                </a:lnTo>
                <a:lnTo>
                  <a:pt x="409575" y="3333750"/>
                </a:lnTo>
                <a:close/>
                <a:moveTo>
                  <a:pt x="409575" y="3324225"/>
                </a:moveTo>
                <a:lnTo>
                  <a:pt x="438150" y="3324225"/>
                </a:lnTo>
                <a:lnTo>
                  <a:pt x="438150" y="3314700"/>
                </a:lnTo>
                <a:lnTo>
                  <a:pt x="409575" y="3314700"/>
                </a:lnTo>
                <a:close/>
                <a:moveTo>
                  <a:pt x="619125" y="3324225"/>
                </a:moveTo>
                <a:lnTo>
                  <a:pt x="628650" y="3324225"/>
                </a:lnTo>
                <a:lnTo>
                  <a:pt x="628650" y="3314700"/>
                </a:lnTo>
                <a:lnTo>
                  <a:pt x="619125" y="3314700"/>
                </a:lnTo>
                <a:close/>
                <a:moveTo>
                  <a:pt x="990600" y="3324225"/>
                </a:moveTo>
                <a:lnTo>
                  <a:pt x="1000125" y="3324225"/>
                </a:lnTo>
                <a:lnTo>
                  <a:pt x="1000125" y="3333750"/>
                </a:lnTo>
                <a:lnTo>
                  <a:pt x="990600" y="3333750"/>
                </a:lnTo>
                <a:close/>
                <a:moveTo>
                  <a:pt x="1104900" y="3324225"/>
                </a:moveTo>
                <a:lnTo>
                  <a:pt x="1114425" y="3324225"/>
                </a:lnTo>
                <a:lnTo>
                  <a:pt x="1114425" y="3343275"/>
                </a:lnTo>
                <a:lnTo>
                  <a:pt x="1104900" y="3343275"/>
                </a:lnTo>
                <a:close/>
                <a:moveTo>
                  <a:pt x="1162050" y="3324225"/>
                </a:moveTo>
                <a:lnTo>
                  <a:pt x="1181100" y="3324225"/>
                </a:lnTo>
                <a:lnTo>
                  <a:pt x="1181100" y="3343275"/>
                </a:lnTo>
                <a:lnTo>
                  <a:pt x="1162050" y="3343275"/>
                </a:lnTo>
                <a:lnTo>
                  <a:pt x="1162050" y="3362325"/>
                </a:lnTo>
                <a:lnTo>
                  <a:pt x="1152525" y="3362325"/>
                </a:lnTo>
                <a:lnTo>
                  <a:pt x="1152525" y="3333750"/>
                </a:lnTo>
                <a:lnTo>
                  <a:pt x="1162050" y="3333750"/>
                </a:lnTo>
                <a:close/>
                <a:moveTo>
                  <a:pt x="1200150" y="3324225"/>
                </a:moveTo>
                <a:lnTo>
                  <a:pt x="1209675" y="3324225"/>
                </a:lnTo>
                <a:lnTo>
                  <a:pt x="1209675" y="3333750"/>
                </a:lnTo>
                <a:lnTo>
                  <a:pt x="1219200" y="3333750"/>
                </a:lnTo>
                <a:lnTo>
                  <a:pt x="1219200" y="3343275"/>
                </a:lnTo>
                <a:lnTo>
                  <a:pt x="1209675" y="3343275"/>
                </a:lnTo>
                <a:lnTo>
                  <a:pt x="1209675" y="3352800"/>
                </a:lnTo>
                <a:lnTo>
                  <a:pt x="1219200" y="3352800"/>
                </a:lnTo>
                <a:lnTo>
                  <a:pt x="1219200" y="3371850"/>
                </a:lnTo>
                <a:lnTo>
                  <a:pt x="1209675" y="3371850"/>
                </a:lnTo>
                <a:lnTo>
                  <a:pt x="1209675" y="3362325"/>
                </a:lnTo>
                <a:lnTo>
                  <a:pt x="1200150" y="3362325"/>
                </a:lnTo>
                <a:close/>
                <a:moveTo>
                  <a:pt x="361950" y="3333750"/>
                </a:moveTo>
                <a:lnTo>
                  <a:pt x="371475" y="3333750"/>
                </a:lnTo>
                <a:lnTo>
                  <a:pt x="371475" y="3324225"/>
                </a:lnTo>
                <a:lnTo>
                  <a:pt x="361950" y="3324225"/>
                </a:lnTo>
                <a:close/>
                <a:moveTo>
                  <a:pt x="381000" y="3333750"/>
                </a:moveTo>
                <a:lnTo>
                  <a:pt x="390525" y="3333750"/>
                </a:lnTo>
                <a:lnTo>
                  <a:pt x="390525" y="3324225"/>
                </a:lnTo>
                <a:lnTo>
                  <a:pt x="381000" y="3324225"/>
                </a:lnTo>
                <a:close/>
                <a:moveTo>
                  <a:pt x="1381125" y="3333750"/>
                </a:moveTo>
                <a:lnTo>
                  <a:pt x="1400175" y="3333750"/>
                </a:lnTo>
                <a:lnTo>
                  <a:pt x="1400175" y="3343275"/>
                </a:lnTo>
                <a:lnTo>
                  <a:pt x="1409700" y="3343275"/>
                </a:lnTo>
                <a:lnTo>
                  <a:pt x="1409700" y="3362325"/>
                </a:lnTo>
                <a:lnTo>
                  <a:pt x="1419225" y="3362325"/>
                </a:lnTo>
                <a:lnTo>
                  <a:pt x="1419225" y="3390900"/>
                </a:lnTo>
                <a:lnTo>
                  <a:pt x="1409700" y="3390900"/>
                </a:lnTo>
                <a:lnTo>
                  <a:pt x="1409700" y="3419475"/>
                </a:lnTo>
                <a:lnTo>
                  <a:pt x="1390650" y="3419475"/>
                </a:lnTo>
                <a:lnTo>
                  <a:pt x="1390650" y="3429000"/>
                </a:lnTo>
                <a:lnTo>
                  <a:pt x="1381125" y="3429000"/>
                </a:lnTo>
                <a:lnTo>
                  <a:pt x="1381125" y="3438525"/>
                </a:lnTo>
                <a:lnTo>
                  <a:pt x="1362075" y="3438525"/>
                </a:lnTo>
                <a:lnTo>
                  <a:pt x="1362075" y="3448050"/>
                </a:lnTo>
                <a:lnTo>
                  <a:pt x="1352550" y="3448050"/>
                </a:lnTo>
                <a:lnTo>
                  <a:pt x="1352550" y="3390900"/>
                </a:lnTo>
                <a:lnTo>
                  <a:pt x="1333500" y="3390900"/>
                </a:lnTo>
                <a:lnTo>
                  <a:pt x="1333500" y="3381375"/>
                </a:lnTo>
                <a:lnTo>
                  <a:pt x="1371600" y="3381375"/>
                </a:lnTo>
                <a:lnTo>
                  <a:pt x="1371600" y="3371850"/>
                </a:lnTo>
                <a:lnTo>
                  <a:pt x="1390650" y="3371850"/>
                </a:lnTo>
                <a:lnTo>
                  <a:pt x="1390650" y="3352800"/>
                </a:lnTo>
                <a:lnTo>
                  <a:pt x="1381125" y="3352800"/>
                </a:lnTo>
                <a:close/>
                <a:moveTo>
                  <a:pt x="200025" y="3343275"/>
                </a:moveTo>
                <a:lnTo>
                  <a:pt x="219075" y="3343275"/>
                </a:lnTo>
                <a:lnTo>
                  <a:pt x="219075" y="3400425"/>
                </a:lnTo>
                <a:lnTo>
                  <a:pt x="209550" y="3400425"/>
                </a:lnTo>
                <a:lnTo>
                  <a:pt x="209550" y="3381375"/>
                </a:lnTo>
                <a:lnTo>
                  <a:pt x="200025" y="3381375"/>
                </a:lnTo>
                <a:close/>
                <a:moveTo>
                  <a:pt x="1095375" y="3352800"/>
                </a:moveTo>
                <a:lnTo>
                  <a:pt x="1104900" y="3352800"/>
                </a:lnTo>
                <a:lnTo>
                  <a:pt x="1104900" y="3362325"/>
                </a:lnTo>
                <a:lnTo>
                  <a:pt x="1123950" y="3362325"/>
                </a:lnTo>
                <a:lnTo>
                  <a:pt x="1123950" y="3371850"/>
                </a:lnTo>
                <a:lnTo>
                  <a:pt x="1114425" y="3371850"/>
                </a:lnTo>
                <a:lnTo>
                  <a:pt x="1114425" y="3390900"/>
                </a:lnTo>
                <a:lnTo>
                  <a:pt x="1104900" y="3390900"/>
                </a:lnTo>
                <a:lnTo>
                  <a:pt x="1104900" y="3371850"/>
                </a:lnTo>
                <a:lnTo>
                  <a:pt x="1095375" y="3371850"/>
                </a:lnTo>
                <a:close/>
                <a:moveTo>
                  <a:pt x="1181100" y="3362325"/>
                </a:moveTo>
                <a:lnTo>
                  <a:pt x="1200150" y="3362325"/>
                </a:lnTo>
                <a:lnTo>
                  <a:pt x="1200150" y="3381375"/>
                </a:lnTo>
                <a:lnTo>
                  <a:pt x="1181100" y="3381375"/>
                </a:lnTo>
                <a:lnTo>
                  <a:pt x="1181100" y="3400425"/>
                </a:lnTo>
                <a:lnTo>
                  <a:pt x="1171575" y="3400425"/>
                </a:lnTo>
                <a:lnTo>
                  <a:pt x="1171575" y="3371850"/>
                </a:lnTo>
                <a:lnTo>
                  <a:pt x="1181100" y="3371850"/>
                </a:lnTo>
                <a:close/>
                <a:moveTo>
                  <a:pt x="142875" y="3381375"/>
                </a:moveTo>
                <a:lnTo>
                  <a:pt x="152400" y="3381375"/>
                </a:lnTo>
                <a:lnTo>
                  <a:pt x="152400" y="3409950"/>
                </a:lnTo>
                <a:lnTo>
                  <a:pt x="142875" y="3409950"/>
                </a:lnTo>
                <a:close/>
                <a:moveTo>
                  <a:pt x="381000" y="3390900"/>
                </a:moveTo>
                <a:lnTo>
                  <a:pt x="390525" y="3390900"/>
                </a:lnTo>
                <a:lnTo>
                  <a:pt x="390525" y="3409950"/>
                </a:lnTo>
                <a:lnTo>
                  <a:pt x="400050" y="3409950"/>
                </a:lnTo>
                <a:lnTo>
                  <a:pt x="400050" y="3419475"/>
                </a:lnTo>
                <a:lnTo>
                  <a:pt x="381000" y="3419475"/>
                </a:lnTo>
                <a:close/>
                <a:moveTo>
                  <a:pt x="666750" y="3409950"/>
                </a:moveTo>
                <a:lnTo>
                  <a:pt x="685800" y="3409950"/>
                </a:lnTo>
                <a:lnTo>
                  <a:pt x="685800" y="3371850"/>
                </a:lnTo>
                <a:lnTo>
                  <a:pt x="676275" y="3371850"/>
                </a:lnTo>
                <a:lnTo>
                  <a:pt x="676275" y="3381375"/>
                </a:lnTo>
                <a:lnTo>
                  <a:pt x="666750" y="3381375"/>
                </a:lnTo>
                <a:close/>
                <a:moveTo>
                  <a:pt x="1095375" y="3409950"/>
                </a:moveTo>
                <a:lnTo>
                  <a:pt x="1114425" y="3409950"/>
                </a:lnTo>
                <a:lnTo>
                  <a:pt x="1114425" y="3419475"/>
                </a:lnTo>
                <a:lnTo>
                  <a:pt x="1095375" y="3419475"/>
                </a:lnTo>
                <a:close/>
                <a:moveTo>
                  <a:pt x="1181100" y="3409950"/>
                </a:moveTo>
                <a:lnTo>
                  <a:pt x="1200150" y="3409950"/>
                </a:lnTo>
                <a:lnTo>
                  <a:pt x="1200150" y="3419475"/>
                </a:lnTo>
                <a:lnTo>
                  <a:pt x="1181100" y="3419475"/>
                </a:lnTo>
                <a:close/>
                <a:moveTo>
                  <a:pt x="1362075" y="3419475"/>
                </a:moveTo>
                <a:lnTo>
                  <a:pt x="1371600" y="3419475"/>
                </a:lnTo>
                <a:lnTo>
                  <a:pt x="1371600" y="3409950"/>
                </a:lnTo>
                <a:lnTo>
                  <a:pt x="1362075" y="3409950"/>
                </a:lnTo>
                <a:close/>
                <a:moveTo>
                  <a:pt x="1381125" y="3476625"/>
                </a:moveTo>
                <a:lnTo>
                  <a:pt x="1400175" y="3476625"/>
                </a:lnTo>
                <a:lnTo>
                  <a:pt x="1400175" y="3505200"/>
                </a:lnTo>
                <a:lnTo>
                  <a:pt x="1409700" y="3505200"/>
                </a:lnTo>
                <a:lnTo>
                  <a:pt x="1409700" y="3514725"/>
                </a:lnTo>
                <a:lnTo>
                  <a:pt x="1381125" y="3514725"/>
                </a:lnTo>
                <a:lnTo>
                  <a:pt x="1381125" y="3505200"/>
                </a:lnTo>
                <a:lnTo>
                  <a:pt x="1362075" y="3505200"/>
                </a:lnTo>
                <a:lnTo>
                  <a:pt x="1362075" y="3495675"/>
                </a:lnTo>
                <a:lnTo>
                  <a:pt x="1352550" y="3495675"/>
                </a:lnTo>
                <a:lnTo>
                  <a:pt x="1352550" y="3486150"/>
                </a:lnTo>
                <a:lnTo>
                  <a:pt x="1381125" y="3486150"/>
                </a:lnTo>
                <a:close/>
                <a:moveTo>
                  <a:pt x="190500" y="3552825"/>
                </a:moveTo>
                <a:lnTo>
                  <a:pt x="200025" y="3552825"/>
                </a:lnTo>
                <a:lnTo>
                  <a:pt x="200025" y="3562350"/>
                </a:lnTo>
                <a:lnTo>
                  <a:pt x="190500" y="3562350"/>
                </a:lnTo>
                <a:close/>
                <a:moveTo>
                  <a:pt x="628650" y="3552825"/>
                </a:moveTo>
                <a:lnTo>
                  <a:pt x="638175" y="3552825"/>
                </a:lnTo>
                <a:lnTo>
                  <a:pt x="638175" y="3562350"/>
                </a:lnTo>
                <a:lnTo>
                  <a:pt x="628650" y="3562350"/>
                </a:lnTo>
                <a:close/>
                <a:moveTo>
                  <a:pt x="1485900" y="3552825"/>
                </a:moveTo>
                <a:lnTo>
                  <a:pt x="1504950" y="3552825"/>
                </a:lnTo>
                <a:lnTo>
                  <a:pt x="1504950" y="3562350"/>
                </a:lnTo>
                <a:lnTo>
                  <a:pt x="1485900" y="3562350"/>
                </a:lnTo>
                <a:close/>
                <a:moveTo>
                  <a:pt x="1562100" y="3552825"/>
                </a:moveTo>
                <a:lnTo>
                  <a:pt x="1571625" y="3552825"/>
                </a:lnTo>
                <a:lnTo>
                  <a:pt x="1571625" y="3562350"/>
                </a:lnTo>
                <a:lnTo>
                  <a:pt x="1562100" y="3562350"/>
                </a:lnTo>
                <a:close/>
                <a:moveTo>
                  <a:pt x="1600200" y="3562350"/>
                </a:moveTo>
                <a:lnTo>
                  <a:pt x="1619250" y="3562350"/>
                </a:lnTo>
                <a:lnTo>
                  <a:pt x="1619250" y="3581400"/>
                </a:lnTo>
                <a:lnTo>
                  <a:pt x="1628775" y="3581400"/>
                </a:lnTo>
                <a:lnTo>
                  <a:pt x="1628775" y="3562350"/>
                </a:lnTo>
                <a:lnTo>
                  <a:pt x="1647825" y="3562350"/>
                </a:lnTo>
                <a:lnTo>
                  <a:pt x="1647825" y="3571875"/>
                </a:lnTo>
                <a:lnTo>
                  <a:pt x="1638300" y="3571875"/>
                </a:lnTo>
                <a:lnTo>
                  <a:pt x="1638300" y="3590925"/>
                </a:lnTo>
                <a:lnTo>
                  <a:pt x="1628775" y="3590925"/>
                </a:lnTo>
                <a:lnTo>
                  <a:pt x="1628775" y="3600450"/>
                </a:lnTo>
                <a:lnTo>
                  <a:pt x="1600200" y="3600450"/>
                </a:lnTo>
                <a:lnTo>
                  <a:pt x="1600200" y="3581400"/>
                </a:lnTo>
                <a:lnTo>
                  <a:pt x="1609725" y="3581400"/>
                </a:lnTo>
                <a:lnTo>
                  <a:pt x="1609725" y="3571875"/>
                </a:lnTo>
                <a:lnTo>
                  <a:pt x="1600200" y="3571875"/>
                </a:lnTo>
                <a:close/>
                <a:moveTo>
                  <a:pt x="628650" y="3571875"/>
                </a:moveTo>
                <a:lnTo>
                  <a:pt x="657225" y="3571875"/>
                </a:lnTo>
                <a:lnTo>
                  <a:pt x="657225" y="3581400"/>
                </a:lnTo>
                <a:lnTo>
                  <a:pt x="628650" y="3581400"/>
                </a:lnTo>
                <a:close/>
                <a:moveTo>
                  <a:pt x="742950" y="3571875"/>
                </a:moveTo>
                <a:lnTo>
                  <a:pt x="752475" y="3571875"/>
                </a:lnTo>
                <a:lnTo>
                  <a:pt x="752475" y="3590925"/>
                </a:lnTo>
                <a:lnTo>
                  <a:pt x="742950" y="3590925"/>
                </a:lnTo>
                <a:lnTo>
                  <a:pt x="742950" y="3600450"/>
                </a:lnTo>
                <a:lnTo>
                  <a:pt x="733425" y="3600450"/>
                </a:lnTo>
                <a:lnTo>
                  <a:pt x="733425" y="3581400"/>
                </a:lnTo>
                <a:lnTo>
                  <a:pt x="742950" y="3581400"/>
                </a:lnTo>
                <a:close/>
                <a:moveTo>
                  <a:pt x="1095375" y="3609975"/>
                </a:moveTo>
                <a:lnTo>
                  <a:pt x="1104900" y="3609975"/>
                </a:lnTo>
                <a:lnTo>
                  <a:pt x="1104900" y="3619500"/>
                </a:lnTo>
                <a:lnTo>
                  <a:pt x="1095375" y="3619500"/>
                </a:lnTo>
                <a:close/>
                <a:moveTo>
                  <a:pt x="1200150" y="3609975"/>
                </a:moveTo>
                <a:lnTo>
                  <a:pt x="1219200" y="3609975"/>
                </a:lnTo>
                <a:lnTo>
                  <a:pt x="1219200" y="3619500"/>
                </a:lnTo>
                <a:lnTo>
                  <a:pt x="1200150" y="3619500"/>
                </a:lnTo>
                <a:close/>
                <a:moveTo>
                  <a:pt x="1133475" y="3657600"/>
                </a:moveTo>
                <a:lnTo>
                  <a:pt x="1143000" y="3657600"/>
                </a:lnTo>
                <a:lnTo>
                  <a:pt x="1143000" y="3667125"/>
                </a:lnTo>
                <a:lnTo>
                  <a:pt x="1133475" y="3667125"/>
                </a:lnTo>
                <a:close/>
              </a:path>
            </a:pathLst>
          </a:custGeom>
          <a:solidFill xmlns:a="http://schemas.openxmlformats.org/drawingml/2006/main">
            <a:srgbClr val="F4EEE2"/>
          </a:solidFill>
          <a:ln xmlns:a="http://schemas.openxmlformats.org/drawingml/2006/main" w="0">
            <a:noFill/>
          </a:ln>
        </p:spPr>
      </p:sp>
      <p:sp>
        <p:nvSpPr>
          <p:cNvPr id="37" name="profit vector #f2eee2">
            <a:extLst xmlns:a="http://schemas.openxmlformats.org/drawingml/2006/main">
              <a:ext uri="{FF2B5EF4-FFF2-40B4-BE49-F238E27FC236}">
                <a16:creationId xmlns:a16="http://schemas.microsoft.com/office/drawing/2014/main" id="{1C35BE36-AC00-46A5-8785-016C960F77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29825" y="1447800"/>
            <a:ext cx="2200275" cy="4467225"/>
          </a:xfrm>
          <a:custGeom xmlns:a="http://schemas.openxmlformats.org/drawingml/2006/main">
            <a:pathLst>
              <a:path w="1866900" h="3790950">
                <a:moveTo>
                  <a:pt x="76200" y="0"/>
                </a:moveTo>
                <a:lnTo>
                  <a:pt x="85725" y="0"/>
                </a:lnTo>
                <a:lnTo>
                  <a:pt x="85725" y="9525"/>
                </a:lnTo>
                <a:lnTo>
                  <a:pt x="95250" y="9525"/>
                </a:lnTo>
                <a:lnTo>
                  <a:pt x="95250" y="0"/>
                </a:lnTo>
                <a:lnTo>
                  <a:pt x="123825" y="0"/>
                </a:lnTo>
                <a:lnTo>
                  <a:pt x="123825" y="9525"/>
                </a:lnTo>
                <a:lnTo>
                  <a:pt x="142875" y="9525"/>
                </a:lnTo>
                <a:lnTo>
                  <a:pt x="142875" y="0"/>
                </a:lnTo>
                <a:lnTo>
                  <a:pt x="161925" y="0"/>
                </a:lnTo>
                <a:lnTo>
                  <a:pt x="161925" y="19050"/>
                </a:lnTo>
                <a:lnTo>
                  <a:pt x="152400" y="19050"/>
                </a:lnTo>
                <a:lnTo>
                  <a:pt x="152400" y="28575"/>
                </a:lnTo>
                <a:lnTo>
                  <a:pt x="142875" y="28575"/>
                </a:lnTo>
                <a:lnTo>
                  <a:pt x="142875" y="38100"/>
                </a:lnTo>
                <a:lnTo>
                  <a:pt x="123825" y="38100"/>
                </a:lnTo>
                <a:lnTo>
                  <a:pt x="123825" y="57150"/>
                </a:lnTo>
                <a:lnTo>
                  <a:pt x="114300" y="57150"/>
                </a:lnTo>
                <a:lnTo>
                  <a:pt x="114300" y="66675"/>
                </a:lnTo>
                <a:lnTo>
                  <a:pt x="104775" y="66675"/>
                </a:lnTo>
                <a:lnTo>
                  <a:pt x="104775" y="57150"/>
                </a:lnTo>
                <a:lnTo>
                  <a:pt x="76200" y="57150"/>
                </a:lnTo>
                <a:lnTo>
                  <a:pt x="76200" y="66675"/>
                </a:lnTo>
                <a:lnTo>
                  <a:pt x="66675" y="66675"/>
                </a:lnTo>
                <a:lnTo>
                  <a:pt x="66675" y="76200"/>
                </a:lnTo>
                <a:lnTo>
                  <a:pt x="57150" y="76200"/>
                </a:lnTo>
                <a:lnTo>
                  <a:pt x="57150" y="57150"/>
                </a:lnTo>
                <a:lnTo>
                  <a:pt x="47625" y="57150"/>
                </a:lnTo>
                <a:lnTo>
                  <a:pt x="47625" y="47625"/>
                </a:lnTo>
                <a:lnTo>
                  <a:pt x="38100" y="47625"/>
                </a:lnTo>
                <a:lnTo>
                  <a:pt x="38100" y="38100"/>
                </a:lnTo>
                <a:lnTo>
                  <a:pt x="28575" y="38100"/>
                </a:lnTo>
                <a:lnTo>
                  <a:pt x="28575" y="28575"/>
                </a:lnTo>
                <a:lnTo>
                  <a:pt x="47625" y="28575"/>
                </a:lnTo>
                <a:lnTo>
                  <a:pt x="47625" y="19050"/>
                </a:lnTo>
                <a:lnTo>
                  <a:pt x="57150" y="19050"/>
                </a:lnTo>
                <a:lnTo>
                  <a:pt x="57150" y="38100"/>
                </a:lnTo>
                <a:lnTo>
                  <a:pt x="66675" y="38100"/>
                </a:lnTo>
                <a:lnTo>
                  <a:pt x="66675" y="47625"/>
                </a:lnTo>
                <a:lnTo>
                  <a:pt x="95250" y="47625"/>
                </a:lnTo>
                <a:lnTo>
                  <a:pt x="95250" y="19050"/>
                </a:lnTo>
                <a:lnTo>
                  <a:pt x="76200" y="19050"/>
                </a:lnTo>
                <a:close/>
                <a:moveTo>
                  <a:pt x="200025" y="0"/>
                </a:moveTo>
                <a:lnTo>
                  <a:pt x="209550" y="0"/>
                </a:lnTo>
                <a:lnTo>
                  <a:pt x="209550" y="9525"/>
                </a:lnTo>
                <a:lnTo>
                  <a:pt x="200025" y="9525"/>
                </a:lnTo>
                <a:close/>
                <a:moveTo>
                  <a:pt x="1676400" y="0"/>
                </a:moveTo>
                <a:lnTo>
                  <a:pt x="1704975" y="0"/>
                </a:lnTo>
                <a:lnTo>
                  <a:pt x="1704975" y="9525"/>
                </a:lnTo>
                <a:lnTo>
                  <a:pt x="1724025" y="9525"/>
                </a:lnTo>
                <a:lnTo>
                  <a:pt x="1724025" y="19050"/>
                </a:lnTo>
                <a:lnTo>
                  <a:pt x="1743075" y="19050"/>
                </a:lnTo>
                <a:lnTo>
                  <a:pt x="1743075" y="0"/>
                </a:lnTo>
                <a:lnTo>
                  <a:pt x="1771650" y="0"/>
                </a:lnTo>
                <a:lnTo>
                  <a:pt x="1771650" y="9525"/>
                </a:lnTo>
                <a:lnTo>
                  <a:pt x="1762125" y="9525"/>
                </a:lnTo>
                <a:lnTo>
                  <a:pt x="1762125" y="19050"/>
                </a:lnTo>
                <a:lnTo>
                  <a:pt x="1752600" y="19050"/>
                </a:lnTo>
                <a:lnTo>
                  <a:pt x="1752600" y="47625"/>
                </a:lnTo>
                <a:lnTo>
                  <a:pt x="1743075" y="47625"/>
                </a:lnTo>
                <a:lnTo>
                  <a:pt x="1743075" y="38100"/>
                </a:lnTo>
                <a:lnTo>
                  <a:pt x="1733550" y="38100"/>
                </a:lnTo>
                <a:lnTo>
                  <a:pt x="1733550" y="28575"/>
                </a:lnTo>
                <a:lnTo>
                  <a:pt x="1695450" y="28575"/>
                </a:lnTo>
                <a:lnTo>
                  <a:pt x="1695450" y="19050"/>
                </a:lnTo>
                <a:lnTo>
                  <a:pt x="1685925" y="19050"/>
                </a:lnTo>
                <a:lnTo>
                  <a:pt x="1685925" y="9525"/>
                </a:lnTo>
                <a:lnTo>
                  <a:pt x="1676400" y="9525"/>
                </a:lnTo>
                <a:close/>
                <a:moveTo>
                  <a:pt x="1800225" y="0"/>
                </a:moveTo>
                <a:lnTo>
                  <a:pt x="1828800" y="0"/>
                </a:lnTo>
                <a:lnTo>
                  <a:pt x="1828800" y="9525"/>
                </a:lnTo>
                <a:lnTo>
                  <a:pt x="1809750" y="9525"/>
                </a:lnTo>
                <a:lnTo>
                  <a:pt x="1809750" y="19050"/>
                </a:lnTo>
                <a:lnTo>
                  <a:pt x="1800225" y="19050"/>
                </a:lnTo>
                <a:close/>
                <a:moveTo>
                  <a:pt x="1752600" y="47625"/>
                </a:moveTo>
                <a:lnTo>
                  <a:pt x="1790700" y="47625"/>
                </a:lnTo>
                <a:lnTo>
                  <a:pt x="1790700" y="57150"/>
                </a:lnTo>
                <a:lnTo>
                  <a:pt x="1771650" y="57150"/>
                </a:lnTo>
                <a:lnTo>
                  <a:pt x="1771650" y="66675"/>
                </a:lnTo>
                <a:lnTo>
                  <a:pt x="1762125" y="66675"/>
                </a:lnTo>
                <a:lnTo>
                  <a:pt x="1762125" y="57150"/>
                </a:lnTo>
                <a:lnTo>
                  <a:pt x="1752600" y="57150"/>
                </a:lnTo>
                <a:close/>
                <a:moveTo>
                  <a:pt x="1790700" y="57150"/>
                </a:moveTo>
                <a:lnTo>
                  <a:pt x="1800225" y="57150"/>
                </a:lnTo>
                <a:lnTo>
                  <a:pt x="1800225" y="66675"/>
                </a:lnTo>
                <a:lnTo>
                  <a:pt x="1819275" y="66675"/>
                </a:lnTo>
                <a:lnTo>
                  <a:pt x="1819275" y="104775"/>
                </a:lnTo>
                <a:lnTo>
                  <a:pt x="1809750" y="104775"/>
                </a:lnTo>
                <a:lnTo>
                  <a:pt x="1809750" y="95250"/>
                </a:lnTo>
                <a:lnTo>
                  <a:pt x="1800225" y="95250"/>
                </a:lnTo>
                <a:lnTo>
                  <a:pt x="1800225" y="85725"/>
                </a:lnTo>
                <a:lnTo>
                  <a:pt x="1790700" y="85725"/>
                </a:lnTo>
                <a:close/>
                <a:moveTo>
                  <a:pt x="28575" y="66675"/>
                </a:moveTo>
                <a:lnTo>
                  <a:pt x="38100" y="66675"/>
                </a:lnTo>
                <a:lnTo>
                  <a:pt x="38100" y="76200"/>
                </a:lnTo>
                <a:lnTo>
                  <a:pt x="47625" y="76200"/>
                </a:lnTo>
                <a:lnTo>
                  <a:pt x="47625" y="95250"/>
                </a:lnTo>
                <a:lnTo>
                  <a:pt x="38100" y="95250"/>
                </a:lnTo>
                <a:lnTo>
                  <a:pt x="38100" y="104775"/>
                </a:lnTo>
                <a:lnTo>
                  <a:pt x="28575" y="104775"/>
                </a:lnTo>
                <a:close/>
                <a:moveTo>
                  <a:pt x="1828800" y="95250"/>
                </a:moveTo>
                <a:lnTo>
                  <a:pt x="1847850" y="95250"/>
                </a:lnTo>
                <a:lnTo>
                  <a:pt x="1847850" y="104775"/>
                </a:lnTo>
                <a:lnTo>
                  <a:pt x="1857375" y="104775"/>
                </a:lnTo>
                <a:lnTo>
                  <a:pt x="1857375" y="114300"/>
                </a:lnTo>
                <a:lnTo>
                  <a:pt x="1866900" y="114300"/>
                </a:lnTo>
                <a:lnTo>
                  <a:pt x="1866900" y="123825"/>
                </a:lnTo>
                <a:lnTo>
                  <a:pt x="1847850" y="123825"/>
                </a:lnTo>
                <a:lnTo>
                  <a:pt x="1847850" y="133350"/>
                </a:lnTo>
                <a:lnTo>
                  <a:pt x="1838325" y="133350"/>
                </a:lnTo>
                <a:lnTo>
                  <a:pt x="1838325" y="114300"/>
                </a:lnTo>
                <a:lnTo>
                  <a:pt x="1828800" y="114300"/>
                </a:lnTo>
                <a:close/>
                <a:moveTo>
                  <a:pt x="19050" y="104775"/>
                </a:moveTo>
                <a:lnTo>
                  <a:pt x="28575" y="104775"/>
                </a:lnTo>
                <a:lnTo>
                  <a:pt x="28575" y="123825"/>
                </a:lnTo>
                <a:lnTo>
                  <a:pt x="19050" y="123825"/>
                </a:lnTo>
                <a:lnTo>
                  <a:pt x="19050" y="133350"/>
                </a:lnTo>
                <a:lnTo>
                  <a:pt x="9525" y="133350"/>
                </a:lnTo>
                <a:lnTo>
                  <a:pt x="9525" y="114300"/>
                </a:lnTo>
                <a:lnTo>
                  <a:pt x="19050" y="114300"/>
                </a:lnTo>
                <a:close/>
                <a:moveTo>
                  <a:pt x="295275" y="142875"/>
                </a:moveTo>
                <a:lnTo>
                  <a:pt x="314325" y="142875"/>
                </a:lnTo>
                <a:lnTo>
                  <a:pt x="314325" y="152400"/>
                </a:lnTo>
                <a:lnTo>
                  <a:pt x="323850" y="152400"/>
                </a:lnTo>
                <a:lnTo>
                  <a:pt x="323850" y="161925"/>
                </a:lnTo>
                <a:lnTo>
                  <a:pt x="314325" y="161925"/>
                </a:lnTo>
                <a:lnTo>
                  <a:pt x="314325" y="171450"/>
                </a:lnTo>
                <a:lnTo>
                  <a:pt x="295275" y="171450"/>
                </a:lnTo>
                <a:lnTo>
                  <a:pt x="295275" y="161925"/>
                </a:lnTo>
                <a:lnTo>
                  <a:pt x="304800" y="161925"/>
                </a:lnTo>
                <a:lnTo>
                  <a:pt x="304800" y="152400"/>
                </a:lnTo>
                <a:lnTo>
                  <a:pt x="295275" y="152400"/>
                </a:lnTo>
                <a:close/>
                <a:moveTo>
                  <a:pt x="381000" y="142875"/>
                </a:moveTo>
                <a:lnTo>
                  <a:pt x="390525" y="142875"/>
                </a:lnTo>
                <a:lnTo>
                  <a:pt x="390525" y="152400"/>
                </a:lnTo>
                <a:lnTo>
                  <a:pt x="381000" y="152400"/>
                </a:lnTo>
                <a:close/>
                <a:moveTo>
                  <a:pt x="457200" y="142875"/>
                </a:moveTo>
                <a:lnTo>
                  <a:pt x="476250" y="142875"/>
                </a:lnTo>
                <a:lnTo>
                  <a:pt x="476250" y="161925"/>
                </a:lnTo>
                <a:lnTo>
                  <a:pt x="495300" y="161925"/>
                </a:lnTo>
                <a:lnTo>
                  <a:pt x="495300" y="190500"/>
                </a:lnTo>
                <a:lnTo>
                  <a:pt x="504825" y="190500"/>
                </a:lnTo>
                <a:lnTo>
                  <a:pt x="504825" y="200025"/>
                </a:lnTo>
                <a:lnTo>
                  <a:pt x="495300" y="200025"/>
                </a:lnTo>
                <a:lnTo>
                  <a:pt x="495300" y="209550"/>
                </a:lnTo>
                <a:lnTo>
                  <a:pt x="476250" y="209550"/>
                </a:lnTo>
                <a:lnTo>
                  <a:pt x="476250" y="190500"/>
                </a:lnTo>
                <a:lnTo>
                  <a:pt x="466725" y="190500"/>
                </a:lnTo>
                <a:lnTo>
                  <a:pt x="466725" y="171450"/>
                </a:lnTo>
                <a:lnTo>
                  <a:pt x="457200" y="171450"/>
                </a:lnTo>
                <a:lnTo>
                  <a:pt x="457200" y="161925"/>
                </a:lnTo>
                <a:lnTo>
                  <a:pt x="466725" y="161925"/>
                </a:lnTo>
                <a:lnTo>
                  <a:pt x="466725" y="152400"/>
                </a:lnTo>
                <a:lnTo>
                  <a:pt x="457200" y="152400"/>
                </a:lnTo>
                <a:close/>
                <a:moveTo>
                  <a:pt x="1143000" y="142875"/>
                </a:moveTo>
                <a:lnTo>
                  <a:pt x="1162050" y="142875"/>
                </a:lnTo>
                <a:lnTo>
                  <a:pt x="1162050" y="152400"/>
                </a:lnTo>
                <a:lnTo>
                  <a:pt x="1143000" y="152400"/>
                </a:lnTo>
                <a:close/>
                <a:moveTo>
                  <a:pt x="1181100" y="142875"/>
                </a:moveTo>
                <a:lnTo>
                  <a:pt x="1190625" y="142875"/>
                </a:lnTo>
                <a:lnTo>
                  <a:pt x="1190625" y="152400"/>
                </a:lnTo>
                <a:lnTo>
                  <a:pt x="1219200" y="152400"/>
                </a:lnTo>
                <a:lnTo>
                  <a:pt x="1219200" y="142875"/>
                </a:lnTo>
                <a:lnTo>
                  <a:pt x="1257300" y="142875"/>
                </a:lnTo>
                <a:lnTo>
                  <a:pt x="1257300" y="152400"/>
                </a:lnTo>
                <a:lnTo>
                  <a:pt x="1219200" y="152400"/>
                </a:lnTo>
                <a:lnTo>
                  <a:pt x="1219200" y="161925"/>
                </a:lnTo>
                <a:lnTo>
                  <a:pt x="1228725" y="161925"/>
                </a:lnTo>
                <a:lnTo>
                  <a:pt x="1228725" y="171450"/>
                </a:lnTo>
                <a:lnTo>
                  <a:pt x="1219200" y="171450"/>
                </a:lnTo>
                <a:lnTo>
                  <a:pt x="1219200" y="190500"/>
                </a:lnTo>
                <a:lnTo>
                  <a:pt x="1209675" y="190500"/>
                </a:lnTo>
                <a:lnTo>
                  <a:pt x="1209675" y="161925"/>
                </a:lnTo>
                <a:lnTo>
                  <a:pt x="1181100" y="161925"/>
                </a:lnTo>
                <a:close/>
                <a:moveTo>
                  <a:pt x="1428750" y="142875"/>
                </a:moveTo>
                <a:lnTo>
                  <a:pt x="1447800" y="142875"/>
                </a:lnTo>
                <a:lnTo>
                  <a:pt x="1447800" y="152400"/>
                </a:lnTo>
                <a:lnTo>
                  <a:pt x="1428750" y="152400"/>
                </a:lnTo>
                <a:close/>
                <a:moveTo>
                  <a:pt x="1504950" y="142875"/>
                </a:moveTo>
                <a:lnTo>
                  <a:pt x="1571625" y="142875"/>
                </a:lnTo>
                <a:lnTo>
                  <a:pt x="1571625" y="152400"/>
                </a:lnTo>
                <a:lnTo>
                  <a:pt x="1533525" y="152400"/>
                </a:lnTo>
                <a:lnTo>
                  <a:pt x="1533525" y="171450"/>
                </a:lnTo>
                <a:lnTo>
                  <a:pt x="1524000" y="171450"/>
                </a:lnTo>
                <a:lnTo>
                  <a:pt x="1524000" y="180975"/>
                </a:lnTo>
                <a:lnTo>
                  <a:pt x="1533525" y="180975"/>
                </a:lnTo>
                <a:lnTo>
                  <a:pt x="1533525" y="190500"/>
                </a:lnTo>
                <a:lnTo>
                  <a:pt x="1524000" y="190500"/>
                </a:lnTo>
                <a:lnTo>
                  <a:pt x="1524000" y="200025"/>
                </a:lnTo>
                <a:lnTo>
                  <a:pt x="1495425" y="200025"/>
                </a:lnTo>
                <a:lnTo>
                  <a:pt x="1495425" y="190500"/>
                </a:lnTo>
                <a:lnTo>
                  <a:pt x="1485900" y="190500"/>
                </a:lnTo>
                <a:lnTo>
                  <a:pt x="1485900" y="161925"/>
                </a:lnTo>
                <a:lnTo>
                  <a:pt x="1504950" y="161925"/>
                </a:lnTo>
                <a:close/>
                <a:moveTo>
                  <a:pt x="333375" y="152400"/>
                </a:moveTo>
                <a:lnTo>
                  <a:pt x="342900" y="152400"/>
                </a:lnTo>
                <a:lnTo>
                  <a:pt x="342900" y="161925"/>
                </a:lnTo>
                <a:lnTo>
                  <a:pt x="333375" y="161925"/>
                </a:lnTo>
                <a:close/>
                <a:moveTo>
                  <a:pt x="409575" y="161925"/>
                </a:moveTo>
                <a:lnTo>
                  <a:pt x="438150" y="161925"/>
                </a:lnTo>
                <a:lnTo>
                  <a:pt x="438150" y="180975"/>
                </a:lnTo>
                <a:lnTo>
                  <a:pt x="428625" y="180975"/>
                </a:lnTo>
                <a:lnTo>
                  <a:pt x="428625" y="190500"/>
                </a:lnTo>
                <a:lnTo>
                  <a:pt x="438150" y="190500"/>
                </a:lnTo>
                <a:lnTo>
                  <a:pt x="438150" y="200025"/>
                </a:lnTo>
                <a:lnTo>
                  <a:pt x="457200" y="200025"/>
                </a:lnTo>
                <a:lnTo>
                  <a:pt x="457200" y="209550"/>
                </a:lnTo>
                <a:lnTo>
                  <a:pt x="381000" y="209550"/>
                </a:lnTo>
                <a:lnTo>
                  <a:pt x="381000" y="190500"/>
                </a:lnTo>
                <a:lnTo>
                  <a:pt x="390525" y="190500"/>
                </a:lnTo>
                <a:lnTo>
                  <a:pt x="390525" y="180975"/>
                </a:lnTo>
                <a:lnTo>
                  <a:pt x="409575" y="180975"/>
                </a:lnTo>
                <a:close/>
                <a:moveTo>
                  <a:pt x="1133475" y="161925"/>
                </a:moveTo>
                <a:lnTo>
                  <a:pt x="1181100" y="161925"/>
                </a:lnTo>
                <a:lnTo>
                  <a:pt x="1181100" y="171450"/>
                </a:lnTo>
                <a:lnTo>
                  <a:pt x="1143000" y="171450"/>
                </a:lnTo>
                <a:lnTo>
                  <a:pt x="1143000" y="180975"/>
                </a:lnTo>
                <a:lnTo>
                  <a:pt x="1133475" y="180975"/>
                </a:lnTo>
                <a:close/>
                <a:moveTo>
                  <a:pt x="1447800" y="161925"/>
                </a:moveTo>
                <a:lnTo>
                  <a:pt x="1457325" y="161925"/>
                </a:lnTo>
                <a:lnTo>
                  <a:pt x="1457325" y="171450"/>
                </a:lnTo>
                <a:lnTo>
                  <a:pt x="1476375" y="171450"/>
                </a:lnTo>
                <a:lnTo>
                  <a:pt x="1476375" y="190500"/>
                </a:lnTo>
                <a:lnTo>
                  <a:pt x="1466850" y="190500"/>
                </a:lnTo>
                <a:lnTo>
                  <a:pt x="1466850" y="209550"/>
                </a:lnTo>
                <a:lnTo>
                  <a:pt x="1438275" y="209550"/>
                </a:lnTo>
                <a:lnTo>
                  <a:pt x="1438275" y="200025"/>
                </a:lnTo>
                <a:lnTo>
                  <a:pt x="1390650" y="200025"/>
                </a:lnTo>
                <a:lnTo>
                  <a:pt x="1390650" y="209550"/>
                </a:lnTo>
                <a:lnTo>
                  <a:pt x="1352550" y="209550"/>
                </a:lnTo>
                <a:lnTo>
                  <a:pt x="1352550" y="200025"/>
                </a:lnTo>
                <a:lnTo>
                  <a:pt x="1371600" y="200025"/>
                </a:lnTo>
                <a:lnTo>
                  <a:pt x="1371600" y="190500"/>
                </a:lnTo>
                <a:lnTo>
                  <a:pt x="1438275" y="190500"/>
                </a:lnTo>
                <a:lnTo>
                  <a:pt x="1438275" y="180975"/>
                </a:lnTo>
                <a:lnTo>
                  <a:pt x="1447800" y="180975"/>
                </a:lnTo>
                <a:close/>
                <a:moveTo>
                  <a:pt x="1190625" y="190500"/>
                </a:moveTo>
                <a:lnTo>
                  <a:pt x="1209675" y="190500"/>
                </a:lnTo>
                <a:lnTo>
                  <a:pt x="1209675" y="200025"/>
                </a:lnTo>
                <a:lnTo>
                  <a:pt x="1200150" y="200025"/>
                </a:lnTo>
                <a:lnTo>
                  <a:pt x="1200150" y="209550"/>
                </a:lnTo>
                <a:lnTo>
                  <a:pt x="1171575" y="209550"/>
                </a:lnTo>
                <a:lnTo>
                  <a:pt x="1171575" y="200025"/>
                </a:lnTo>
                <a:lnTo>
                  <a:pt x="1190625" y="200025"/>
                </a:lnTo>
                <a:close/>
                <a:moveTo>
                  <a:pt x="514350" y="200025"/>
                </a:moveTo>
                <a:lnTo>
                  <a:pt x="552450" y="200025"/>
                </a:lnTo>
                <a:lnTo>
                  <a:pt x="552450" y="209550"/>
                </a:lnTo>
                <a:lnTo>
                  <a:pt x="561975" y="209550"/>
                </a:lnTo>
                <a:lnTo>
                  <a:pt x="561975" y="219075"/>
                </a:lnTo>
                <a:lnTo>
                  <a:pt x="552450" y="219075"/>
                </a:lnTo>
                <a:lnTo>
                  <a:pt x="552450" y="228600"/>
                </a:lnTo>
                <a:lnTo>
                  <a:pt x="523875" y="228600"/>
                </a:lnTo>
                <a:lnTo>
                  <a:pt x="523875" y="209550"/>
                </a:lnTo>
                <a:lnTo>
                  <a:pt x="514350" y="209550"/>
                </a:lnTo>
                <a:close/>
                <a:moveTo>
                  <a:pt x="1343025" y="209550"/>
                </a:moveTo>
                <a:lnTo>
                  <a:pt x="1352550" y="209550"/>
                </a:lnTo>
                <a:lnTo>
                  <a:pt x="1352550" y="228600"/>
                </a:lnTo>
                <a:lnTo>
                  <a:pt x="1343025" y="228600"/>
                </a:lnTo>
                <a:close/>
                <a:moveTo>
                  <a:pt x="190500" y="219075"/>
                </a:moveTo>
                <a:lnTo>
                  <a:pt x="200025" y="219075"/>
                </a:lnTo>
                <a:lnTo>
                  <a:pt x="200025" y="228600"/>
                </a:lnTo>
                <a:lnTo>
                  <a:pt x="190500" y="228600"/>
                </a:lnTo>
                <a:close/>
                <a:moveTo>
                  <a:pt x="638175" y="219075"/>
                </a:moveTo>
                <a:lnTo>
                  <a:pt x="647700" y="219075"/>
                </a:lnTo>
                <a:lnTo>
                  <a:pt x="647700" y="228600"/>
                </a:lnTo>
                <a:lnTo>
                  <a:pt x="657225" y="228600"/>
                </a:lnTo>
                <a:lnTo>
                  <a:pt x="657225" y="247650"/>
                </a:lnTo>
                <a:lnTo>
                  <a:pt x="647700" y="247650"/>
                </a:lnTo>
                <a:lnTo>
                  <a:pt x="647700" y="238125"/>
                </a:lnTo>
                <a:lnTo>
                  <a:pt x="628650" y="238125"/>
                </a:lnTo>
                <a:lnTo>
                  <a:pt x="628650" y="228600"/>
                </a:lnTo>
                <a:lnTo>
                  <a:pt x="638175" y="228600"/>
                </a:lnTo>
                <a:close/>
                <a:moveTo>
                  <a:pt x="1438275" y="219075"/>
                </a:moveTo>
                <a:lnTo>
                  <a:pt x="1457325" y="219075"/>
                </a:lnTo>
                <a:lnTo>
                  <a:pt x="1457325" y="228600"/>
                </a:lnTo>
                <a:lnTo>
                  <a:pt x="1438275" y="228600"/>
                </a:lnTo>
                <a:close/>
                <a:moveTo>
                  <a:pt x="171450" y="228600"/>
                </a:moveTo>
                <a:lnTo>
                  <a:pt x="180975" y="228600"/>
                </a:lnTo>
                <a:lnTo>
                  <a:pt x="180975" y="238125"/>
                </a:lnTo>
                <a:lnTo>
                  <a:pt x="171450" y="238125"/>
                </a:lnTo>
                <a:close/>
                <a:moveTo>
                  <a:pt x="1352550" y="228600"/>
                </a:moveTo>
                <a:lnTo>
                  <a:pt x="1362075" y="228600"/>
                </a:lnTo>
                <a:lnTo>
                  <a:pt x="1362075" y="247650"/>
                </a:lnTo>
                <a:lnTo>
                  <a:pt x="1352550" y="247650"/>
                </a:lnTo>
                <a:lnTo>
                  <a:pt x="1352550" y="257175"/>
                </a:lnTo>
                <a:lnTo>
                  <a:pt x="1362075" y="257175"/>
                </a:lnTo>
                <a:lnTo>
                  <a:pt x="1362075" y="266700"/>
                </a:lnTo>
                <a:lnTo>
                  <a:pt x="1343025" y="266700"/>
                </a:lnTo>
                <a:lnTo>
                  <a:pt x="1343025" y="238125"/>
                </a:lnTo>
                <a:lnTo>
                  <a:pt x="1352550" y="238125"/>
                </a:lnTo>
                <a:close/>
                <a:moveTo>
                  <a:pt x="219075" y="238125"/>
                </a:moveTo>
                <a:lnTo>
                  <a:pt x="228600" y="238125"/>
                </a:lnTo>
                <a:lnTo>
                  <a:pt x="228600" y="257175"/>
                </a:lnTo>
                <a:lnTo>
                  <a:pt x="247650" y="257175"/>
                </a:lnTo>
                <a:lnTo>
                  <a:pt x="247650" y="285750"/>
                </a:lnTo>
                <a:lnTo>
                  <a:pt x="238125" y="285750"/>
                </a:lnTo>
                <a:lnTo>
                  <a:pt x="238125" y="304800"/>
                </a:lnTo>
                <a:lnTo>
                  <a:pt x="200025" y="304800"/>
                </a:lnTo>
                <a:lnTo>
                  <a:pt x="200025" y="295275"/>
                </a:lnTo>
                <a:lnTo>
                  <a:pt x="190500" y="295275"/>
                </a:lnTo>
                <a:lnTo>
                  <a:pt x="190500" y="323850"/>
                </a:lnTo>
                <a:lnTo>
                  <a:pt x="171450" y="323850"/>
                </a:lnTo>
                <a:lnTo>
                  <a:pt x="171450" y="314325"/>
                </a:lnTo>
                <a:lnTo>
                  <a:pt x="161925" y="314325"/>
                </a:lnTo>
                <a:lnTo>
                  <a:pt x="161925" y="304800"/>
                </a:lnTo>
                <a:lnTo>
                  <a:pt x="180975" y="304800"/>
                </a:lnTo>
                <a:lnTo>
                  <a:pt x="180975" y="276225"/>
                </a:lnTo>
                <a:lnTo>
                  <a:pt x="200025" y="276225"/>
                </a:lnTo>
                <a:lnTo>
                  <a:pt x="200025" y="266700"/>
                </a:lnTo>
                <a:lnTo>
                  <a:pt x="209550" y="266700"/>
                </a:lnTo>
                <a:lnTo>
                  <a:pt x="209550" y="247650"/>
                </a:lnTo>
                <a:lnTo>
                  <a:pt x="219075" y="247650"/>
                </a:lnTo>
                <a:close/>
                <a:moveTo>
                  <a:pt x="552450" y="238125"/>
                </a:moveTo>
                <a:lnTo>
                  <a:pt x="581025" y="238125"/>
                </a:lnTo>
                <a:lnTo>
                  <a:pt x="581025" y="247650"/>
                </a:lnTo>
                <a:lnTo>
                  <a:pt x="600075" y="247650"/>
                </a:lnTo>
                <a:lnTo>
                  <a:pt x="600075" y="238125"/>
                </a:lnTo>
                <a:lnTo>
                  <a:pt x="609600" y="238125"/>
                </a:lnTo>
                <a:lnTo>
                  <a:pt x="609600" y="247650"/>
                </a:lnTo>
                <a:lnTo>
                  <a:pt x="600075" y="247650"/>
                </a:lnTo>
                <a:lnTo>
                  <a:pt x="600075" y="257175"/>
                </a:lnTo>
                <a:lnTo>
                  <a:pt x="552450" y="257175"/>
                </a:lnTo>
                <a:close/>
                <a:moveTo>
                  <a:pt x="666750" y="238125"/>
                </a:moveTo>
                <a:lnTo>
                  <a:pt x="676275" y="238125"/>
                </a:lnTo>
                <a:lnTo>
                  <a:pt x="676275" y="247650"/>
                </a:lnTo>
                <a:lnTo>
                  <a:pt x="666750" y="247650"/>
                </a:lnTo>
                <a:close/>
                <a:moveTo>
                  <a:pt x="1276350" y="238125"/>
                </a:moveTo>
                <a:lnTo>
                  <a:pt x="1295400" y="238125"/>
                </a:lnTo>
                <a:lnTo>
                  <a:pt x="1295400" y="247650"/>
                </a:lnTo>
                <a:lnTo>
                  <a:pt x="1285875" y="247650"/>
                </a:lnTo>
                <a:lnTo>
                  <a:pt x="1285875" y="257175"/>
                </a:lnTo>
                <a:lnTo>
                  <a:pt x="1295400" y="257175"/>
                </a:lnTo>
                <a:lnTo>
                  <a:pt x="1295400" y="247650"/>
                </a:lnTo>
                <a:lnTo>
                  <a:pt x="1304925" y="247650"/>
                </a:lnTo>
                <a:lnTo>
                  <a:pt x="1304925" y="266700"/>
                </a:lnTo>
                <a:lnTo>
                  <a:pt x="1285875" y="266700"/>
                </a:lnTo>
                <a:lnTo>
                  <a:pt x="1285875" y="276225"/>
                </a:lnTo>
                <a:lnTo>
                  <a:pt x="1276350" y="276225"/>
                </a:lnTo>
                <a:lnTo>
                  <a:pt x="1276350" y="257175"/>
                </a:lnTo>
                <a:lnTo>
                  <a:pt x="1266825" y="257175"/>
                </a:lnTo>
                <a:lnTo>
                  <a:pt x="1266825" y="247650"/>
                </a:lnTo>
                <a:lnTo>
                  <a:pt x="1276350" y="247650"/>
                </a:lnTo>
                <a:close/>
                <a:moveTo>
                  <a:pt x="1666875" y="238125"/>
                </a:moveTo>
                <a:lnTo>
                  <a:pt x="1676400" y="238125"/>
                </a:lnTo>
                <a:lnTo>
                  <a:pt x="1676400" y="247650"/>
                </a:lnTo>
                <a:lnTo>
                  <a:pt x="1666875" y="247650"/>
                </a:lnTo>
                <a:close/>
                <a:moveTo>
                  <a:pt x="1390650" y="257175"/>
                </a:moveTo>
                <a:lnTo>
                  <a:pt x="1400175" y="257175"/>
                </a:lnTo>
                <a:lnTo>
                  <a:pt x="1400175" y="276225"/>
                </a:lnTo>
                <a:lnTo>
                  <a:pt x="1390650" y="276225"/>
                </a:lnTo>
                <a:close/>
                <a:moveTo>
                  <a:pt x="1181100" y="276225"/>
                </a:moveTo>
                <a:lnTo>
                  <a:pt x="1190625" y="276225"/>
                </a:lnTo>
                <a:lnTo>
                  <a:pt x="1190625" y="285750"/>
                </a:lnTo>
                <a:lnTo>
                  <a:pt x="1181100" y="285750"/>
                </a:lnTo>
                <a:close/>
                <a:moveTo>
                  <a:pt x="666750" y="285750"/>
                </a:moveTo>
                <a:lnTo>
                  <a:pt x="676275" y="285750"/>
                </a:lnTo>
                <a:lnTo>
                  <a:pt x="676275" y="295275"/>
                </a:lnTo>
                <a:lnTo>
                  <a:pt x="666750" y="295275"/>
                </a:lnTo>
                <a:close/>
                <a:moveTo>
                  <a:pt x="1447800" y="295275"/>
                </a:moveTo>
                <a:lnTo>
                  <a:pt x="1466850" y="295275"/>
                </a:lnTo>
                <a:lnTo>
                  <a:pt x="1466850" y="304800"/>
                </a:lnTo>
                <a:lnTo>
                  <a:pt x="1485900" y="304800"/>
                </a:lnTo>
                <a:lnTo>
                  <a:pt x="1485900" y="295275"/>
                </a:lnTo>
                <a:lnTo>
                  <a:pt x="1495425" y="295275"/>
                </a:lnTo>
                <a:lnTo>
                  <a:pt x="1495425" y="304800"/>
                </a:lnTo>
                <a:lnTo>
                  <a:pt x="1533525" y="304800"/>
                </a:lnTo>
                <a:lnTo>
                  <a:pt x="1533525" y="314325"/>
                </a:lnTo>
                <a:lnTo>
                  <a:pt x="1562100" y="314325"/>
                </a:lnTo>
                <a:lnTo>
                  <a:pt x="1562100" y="304800"/>
                </a:lnTo>
                <a:lnTo>
                  <a:pt x="1581150" y="304800"/>
                </a:lnTo>
                <a:lnTo>
                  <a:pt x="1581150" y="314325"/>
                </a:lnTo>
                <a:lnTo>
                  <a:pt x="1590675" y="314325"/>
                </a:lnTo>
                <a:lnTo>
                  <a:pt x="1590675" y="381000"/>
                </a:lnTo>
                <a:lnTo>
                  <a:pt x="1581150" y="381000"/>
                </a:lnTo>
                <a:lnTo>
                  <a:pt x="1581150" y="390525"/>
                </a:lnTo>
                <a:lnTo>
                  <a:pt x="1571625" y="390525"/>
                </a:lnTo>
                <a:lnTo>
                  <a:pt x="1571625" y="400050"/>
                </a:lnTo>
                <a:lnTo>
                  <a:pt x="1562100" y="400050"/>
                </a:lnTo>
                <a:lnTo>
                  <a:pt x="1562100" y="485775"/>
                </a:lnTo>
                <a:lnTo>
                  <a:pt x="1533525" y="485775"/>
                </a:lnTo>
                <a:lnTo>
                  <a:pt x="1533525" y="495300"/>
                </a:lnTo>
                <a:lnTo>
                  <a:pt x="1524000" y="495300"/>
                </a:lnTo>
                <a:lnTo>
                  <a:pt x="1524000" y="542925"/>
                </a:lnTo>
                <a:lnTo>
                  <a:pt x="1543050" y="542925"/>
                </a:lnTo>
                <a:lnTo>
                  <a:pt x="1543050" y="514350"/>
                </a:lnTo>
                <a:lnTo>
                  <a:pt x="1562100" y="514350"/>
                </a:lnTo>
                <a:lnTo>
                  <a:pt x="1562100" y="561975"/>
                </a:lnTo>
                <a:lnTo>
                  <a:pt x="1552575" y="561975"/>
                </a:lnTo>
                <a:lnTo>
                  <a:pt x="1552575" y="571500"/>
                </a:lnTo>
                <a:lnTo>
                  <a:pt x="1562100" y="571500"/>
                </a:lnTo>
                <a:lnTo>
                  <a:pt x="1562100" y="581025"/>
                </a:lnTo>
                <a:lnTo>
                  <a:pt x="1609725" y="581025"/>
                </a:lnTo>
                <a:lnTo>
                  <a:pt x="1609725" y="600075"/>
                </a:lnTo>
                <a:lnTo>
                  <a:pt x="1600200" y="600075"/>
                </a:lnTo>
                <a:lnTo>
                  <a:pt x="1600200" y="609600"/>
                </a:lnTo>
                <a:lnTo>
                  <a:pt x="1590675" y="609600"/>
                </a:lnTo>
                <a:lnTo>
                  <a:pt x="1590675" y="619125"/>
                </a:lnTo>
                <a:lnTo>
                  <a:pt x="1581150" y="619125"/>
                </a:lnTo>
                <a:lnTo>
                  <a:pt x="1581150" y="638175"/>
                </a:lnTo>
                <a:lnTo>
                  <a:pt x="1571625" y="638175"/>
                </a:lnTo>
                <a:lnTo>
                  <a:pt x="1571625" y="647700"/>
                </a:lnTo>
                <a:lnTo>
                  <a:pt x="1562100" y="647700"/>
                </a:lnTo>
                <a:lnTo>
                  <a:pt x="1562100" y="676275"/>
                </a:lnTo>
                <a:lnTo>
                  <a:pt x="1571625" y="676275"/>
                </a:lnTo>
                <a:lnTo>
                  <a:pt x="1571625" y="685800"/>
                </a:lnTo>
                <a:lnTo>
                  <a:pt x="1581150" y="685800"/>
                </a:lnTo>
                <a:lnTo>
                  <a:pt x="1581150" y="695325"/>
                </a:lnTo>
                <a:lnTo>
                  <a:pt x="1571625" y="695325"/>
                </a:lnTo>
                <a:lnTo>
                  <a:pt x="1571625" y="714375"/>
                </a:lnTo>
                <a:lnTo>
                  <a:pt x="1409700" y="714375"/>
                </a:lnTo>
                <a:lnTo>
                  <a:pt x="1409700" y="704850"/>
                </a:lnTo>
                <a:lnTo>
                  <a:pt x="1390650" y="704850"/>
                </a:lnTo>
                <a:lnTo>
                  <a:pt x="1390650" y="714375"/>
                </a:lnTo>
                <a:lnTo>
                  <a:pt x="1152525" y="714375"/>
                </a:lnTo>
                <a:lnTo>
                  <a:pt x="1152525" y="704850"/>
                </a:lnTo>
                <a:lnTo>
                  <a:pt x="1171575" y="704850"/>
                </a:lnTo>
                <a:lnTo>
                  <a:pt x="1171575" y="695325"/>
                </a:lnTo>
                <a:lnTo>
                  <a:pt x="1181100" y="695325"/>
                </a:lnTo>
                <a:lnTo>
                  <a:pt x="1181100" y="685800"/>
                </a:lnTo>
                <a:lnTo>
                  <a:pt x="1200150" y="685800"/>
                </a:lnTo>
                <a:lnTo>
                  <a:pt x="1200150" y="695325"/>
                </a:lnTo>
                <a:lnTo>
                  <a:pt x="1219200" y="695325"/>
                </a:lnTo>
                <a:lnTo>
                  <a:pt x="1219200" y="619125"/>
                </a:lnTo>
                <a:lnTo>
                  <a:pt x="1238250" y="619125"/>
                </a:lnTo>
                <a:lnTo>
                  <a:pt x="1238250" y="600075"/>
                </a:lnTo>
                <a:lnTo>
                  <a:pt x="1219200" y="600075"/>
                </a:lnTo>
                <a:lnTo>
                  <a:pt x="1219200" y="609600"/>
                </a:lnTo>
                <a:lnTo>
                  <a:pt x="1209675" y="609600"/>
                </a:lnTo>
                <a:lnTo>
                  <a:pt x="1209675" y="600075"/>
                </a:lnTo>
                <a:lnTo>
                  <a:pt x="1200150" y="600075"/>
                </a:lnTo>
                <a:lnTo>
                  <a:pt x="1200150" y="590550"/>
                </a:lnTo>
                <a:lnTo>
                  <a:pt x="1181100" y="590550"/>
                </a:lnTo>
                <a:lnTo>
                  <a:pt x="1181100" y="600075"/>
                </a:lnTo>
                <a:lnTo>
                  <a:pt x="1171575" y="600075"/>
                </a:lnTo>
                <a:lnTo>
                  <a:pt x="1171575" y="609600"/>
                </a:lnTo>
                <a:lnTo>
                  <a:pt x="1152525" y="609600"/>
                </a:lnTo>
                <a:lnTo>
                  <a:pt x="1152525" y="600075"/>
                </a:lnTo>
                <a:lnTo>
                  <a:pt x="1133475" y="600075"/>
                </a:lnTo>
                <a:lnTo>
                  <a:pt x="1133475" y="609600"/>
                </a:lnTo>
                <a:lnTo>
                  <a:pt x="1123950" y="609600"/>
                </a:lnTo>
                <a:lnTo>
                  <a:pt x="1123950" y="600075"/>
                </a:lnTo>
                <a:lnTo>
                  <a:pt x="1095375" y="600075"/>
                </a:lnTo>
                <a:lnTo>
                  <a:pt x="1095375" y="609600"/>
                </a:lnTo>
                <a:lnTo>
                  <a:pt x="1076325" y="609600"/>
                </a:lnTo>
                <a:lnTo>
                  <a:pt x="1076325" y="590550"/>
                </a:lnTo>
                <a:lnTo>
                  <a:pt x="1066800" y="590550"/>
                </a:lnTo>
                <a:lnTo>
                  <a:pt x="1066800" y="581025"/>
                </a:lnTo>
                <a:lnTo>
                  <a:pt x="1047750" y="581025"/>
                </a:lnTo>
                <a:lnTo>
                  <a:pt x="1047750" y="571500"/>
                </a:lnTo>
                <a:lnTo>
                  <a:pt x="1038225" y="571500"/>
                </a:lnTo>
                <a:lnTo>
                  <a:pt x="1038225" y="561975"/>
                </a:lnTo>
                <a:lnTo>
                  <a:pt x="1047750" y="561975"/>
                </a:lnTo>
                <a:lnTo>
                  <a:pt x="1047750" y="542925"/>
                </a:lnTo>
                <a:lnTo>
                  <a:pt x="1057275" y="542925"/>
                </a:lnTo>
                <a:lnTo>
                  <a:pt x="1057275" y="533400"/>
                </a:lnTo>
                <a:lnTo>
                  <a:pt x="1076325" y="533400"/>
                </a:lnTo>
                <a:lnTo>
                  <a:pt x="1076325" y="542925"/>
                </a:lnTo>
                <a:lnTo>
                  <a:pt x="1057275" y="542925"/>
                </a:lnTo>
                <a:lnTo>
                  <a:pt x="1057275" y="571500"/>
                </a:lnTo>
                <a:lnTo>
                  <a:pt x="1076325" y="571500"/>
                </a:lnTo>
                <a:lnTo>
                  <a:pt x="1076325" y="542925"/>
                </a:lnTo>
                <a:lnTo>
                  <a:pt x="1085850" y="542925"/>
                </a:lnTo>
                <a:lnTo>
                  <a:pt x="1085850" y="561975"/>
                </a:lnTo>
                <a:lnTo>
                  <a:pt x="1095375" y="561975"/>
                </a:lnTo>
                <a:lnTo>
                  <a:pt x="1095375" y="571500"/>
                </a:lnTo>
                <a:lnTo>
                  <a:pt x="1114425" y="571500"/>
                </a:lnTo>
                <a:lnTo>
                  <a:pt x="1114425" y="561975"/>
                </a:lnTo>
                <a:lnTo>
                  <a:pt x="1123950" y="561975"/>
                </a:lnTo>
                <a:lnTo>
                  <a:pt x="1123950" y="552450"/>
                </a:lnTo>
                <a:lnTo>
                  <a:pt x="1133475" y="552450"/>
                </a:lnTo>
                <a:lnTo>
                  <a:pt x="1133475" y="561975"/>
                </a:lnTo>
                <a:lnTo>
                  <a:pt x="1152525" y="561975"/>
                </a:lnTo>
                <a:lnTo>
                  <a:pt x="1152525" y="542925"/>
                </a:lnTo>
                <a:lnTo>
                  <a:pt x="1143000" y="542925"/>
                </a:lnTo>
                <a:lnTo>
                  <a:pt x="1143000" y="514350"/>
                </a:lnTo>
                <a:lnTo>
                  <a:pt x="1171575" y="514350"/>
                </a:lnTo>
                <a:lnTo>
                  <a:pt x="1171575" y="504825"/>
                </a:lnTo>
                <a:lnTo>
                  <a:pt x="1219200" y="504825"/>
                </a:lnTo>
                <a:lnTo>
                  <a:pt x="1219200" y="514350"/>
                </a:lnTo>
                <a:lnTo>
                  <a:pt x="1228725" y="514350"/>
                </a:lnTo>
                <a:lnTo>
                  <a:pt x="1228725" y="504825"/>
                </a:lnTo>
                <a:lnTo>
                  <a:pt x="1238250" y="504825"/>
                </a:lnTo>
                <a:lnTo>
                  <a:pt x="1238250" y="514350"/>
                </a:lnTo>
                <a:lnTo>
                  <a:pt x="1247775" y="514350"/>
                </a:lnTo>
                <a:lnTo>
                  <a:pt x="1247775" y="485775"/>
                </a:lnTo>
                <a:lnTo>
                  <a:pt x="1266825" y="485775"/>
                </a:lnTo>
                <a:lnTo>
                  <a:pt x="1266825" y="514350"/>
                </a:lnTo>
                <a:lnTo>
                  <a:pt x="1257300" y="514350"/>
                </a:lnTo>
                <a:lnTo>
                  <a:pt x="1257300" y="523875"/>
                </a:lnTo>
                <a:lnTo>
                  <a:pt x="1247775" y="523875"/>
                </a:lnTo>
                <a:lnTo>
                  <a:pt x="1247775" y="533400"/>
                </a:lnTo>
                <a:lnTo>
                  <a:pt x="1266825" y="533400"/>
                </a:lnTo>
                <a:lnTo>
                  <a:pt x="1266825" y="514350"/>
                </a:lnTo>
                <a:lnTo>
                  <a:pt x="1276350" y="514350"/>
                </a:lnTo>
                <a:lnTo>
                  <a:pt x="1276350" y="476250"/>
                </a:lnTo>
                <a:lnTo>
                  <a:pt x="1285875" y="476250"/>
                </a:lnTo>
                <a:lnTo>
                  <a:pt x="1285875" y="466725"/>
                </a:lnTo>
                <a:lnTo>
                  <a:pt x="1276350" y="466725"/>
                </a:lnTo>
                <a:lnTo>
                  <a:pt x="1276350" y="447675"/>
                </a:lnTo>
                <a:lnTo>
                  <a:pt x="1285875" y="447675"/>
                </a:lnTo>
                <a:lnTo>
                  <a:pt x="1285875" y="428625"/>
                </a:lnTo>
                <a:lnTo>
                  <a:pt x="1295400" y="428625"/>
                </a:lnTo>
                <a:lnTo>
                  <a:pt x="1295400" y="409575"/>
                </a:lnTo>
                <a:lnTo>
                  <a:pt x="1304925" y="409575"/>
                </a:lnTo>
                <a:lnTo>
                  <a:pt x="1304925" y="381000"/>
                </a:lnTo>
                <a:lnTo>
                  <a:pt x="1314450" y="381000"/>
                </a:lnTo>
                <a:lnTo>
                  <a:pt x="1314450" y="352425"/>
                </a:lnTo>
                <a:lnTo>
                  <a:pt x="1362075" y="352425"/>
                </a:lnTo>
                <a:lnTo>
                  <a:pt x="1362075" y="333375"/>
                </a:lnTo>
                <a:lnTo>
                  <a:pt x="1371600" y="333375"/>
                </a:lnTo>
                <a:lnTo>
                  <a:pt x="1371600" y="304800"/>
                </a:lnTo>
                <a:lnTo>
                  <a:pt x="1390650" y="304800"/>
                </a:lnTo>
                <a:lnTo>
                  <a:pt x="1390650" y="342900"/>
                </a:lnTo>
                <a:lnTo>
                  <a:pt x="1400175" y="342900"/>
                </a:lnTo>
                <a:lnTo>
                  <a:pt x="1400175" y="333375"/>
                </a:lnTo>
                <a:lnTo>
                  <a:pt x="1409700" y="333375"/>
                </a:lnTo>
                <a:lnTo>
                  <a:pt x="1409700" y="314325"/>
                </a:lnTo>
                <a:lnTo>
                  <a:pt x="1428750" y="314325"/>
                </a:lnTo>
                <a:lnTo>
                  <a:pt x="1428750" y="304800"/>
                </a:lnTo>
                <a:lnTo>
                  <a:pt x="1447800" y="304800"/>
                </a:lnTo>
                <a:close/>
                <a:moveTo>
                  <a:pt x="1171575" y="304800"/>
                </a:moveTo>
                <a:lnTo>
                  <a:pt x="1181100" y="304800"/>
                </a:lnTo>
                <a:lnTo>
                  <a:pt x="1181100" y="323850"/>
                </a:lnTo>
                <a:lnTo>
                  <a:pt x="1171575" y="323850"/>
                </a:lnTo>
                <a:lnTo>
                  <a:pt x="1171575" y="342900"/>
                </a:lnTo>
                <a:lnTo>
                  <a:pt x="1162050" y="342900"/>
                </a:lnTo>
                <a:lnTo>
                  <a:pt x="1162050" y="314325"/>
                </a:lnTo>
                <a:lnTo>
                  <a:pt x="1171575" y="314325"/>
                </a:lnTo>
                <a:close/>
                <a:moveTo>
                  <a:pt x="1323975" y="304800"/>
                </a:moveTo>
                <a:lnTo>
                  <a:pt x="1362075" y="304800"/>
                </a:lnTo>
                <a:lnTo>
                  <a:pt x="1362075" y="314325"/>
                </a:lnTo>
                <a:lnTo>
                  <a:pt x="1343025" y="314325"/>
                </a:lnTo>
                <a:lnTo>
                  <a:pt x="1343025" y="323850"/>
                </a:lnTo>
                <a:lnTo>
                  <a:pt x="1304925" y="323850"/>
                </a:lnTo>
                <a:lnTo>
                  <a:pt x="1304925" y="333375"/>
                </a:lnTo>
                <a:lnTo>
                  <a:pt x="1295400" y="333375"/>
                </a:lnTo>
                <a:lnTo>
                  <a:pt x="1295400" y="352425"/>
                </a:lnTo>
                <a:lnTo>
                  <a:pt x="1276350" y="352425"/>
                </a:lnTo>
                <a:lnTo>
                  <a:pt x="1276350" y="342900"/>
                </a:lnTo>
                <a:lnTo>
                  <a:pt x="1266825" y="342900"/>
                </a:lnTo>
                <a:lnTo>
                  <a:pt x="1266825" y="381000"/>
                </a:lnTo>
                <a:lnTo>
                  <a:pt x="1276350" y="381000"/>
                </a:lnTo>
                <a:lnTo>
                  <a:pt x="1276350" y="390525"/>
                </a:lnTo>
                <a:lnTo>
                  <a:pt x="1285875" y="390525"/>
                </a:lnTo>
                <a:lnTo>
                  <a:pt x="1285875" y="400050"/>
                </a:lnTo>
                <a:lnTo>
                  <a:pt x="1276350" y="400050"/>
                </a:lnTo>
                <a:lnTo>
                  <a:pt x="1276350" y="409575"/>
                </a:lnTo>
                <a:lnTo>
                  <a:pt x="1266825" y="409575"/>
                </a:lnTo>
                <a:lnTo>
                  <a:pt x="1266825" y="419100"/>
                </a:lnTo>
                <a:lnTo>
                  <a:pt x="1238250" y="419100"/>
                </a:lnTo>
                <a:lnTo>
                  <a:pt x="1238250" y="400050"/>
                </a:lnTo>
                <a:lnTo>
                  <a:pt x="1228725" y="400050"/>
                </a:lnTo>
                <a:lnTo>
                  <a:pt x="1228725" y="381000"/>
                </a:lnTo>
                <a:lnTo>
                  <a:pt x="1219200" y="381000"/>
                </a:lnTo>
                <a:lnTo>
                  <a:pt x="1219200" y="371475"/>
                </a:lnTo>
                <a:lnTo>
                  <a:pt x="1209675" y="371475"/>
                </a:lnTo>
                <a:lnTo>
                  <a:pt x="1209675" y="361950"/>
                </a:lnTo>
                <a:lnTo>
                  <a:pt x="1219200" y="361950"/>
                </a:lnTo>
                <a:lnTo>
                  <a:pt x="1219200" y="352425"/>
                </a:lnTo>
                <a:lnTo>
                  <a:pt x="1257300" y="352425"/>
                </a:lnTo>
                <a:lnTo>
                  <a:pt x="1257300" y="333375"/>
                </a:lnTo>
                <a:lnTo>
                  <a:pt x="1266825" y="333375"/>
                </a:lnTo>
                <a:lnTo>
                  <a:pt x="1266825" y="323850"/>
                </a:lnTo>
                <a:lnTo>
                  <a:pt x="1276350" y="323850"/>
                </a:lnTo>
                <a:lnTo>
                  <a:pt x="1276350" y="314325"/>
                </a:lnTo>
                <a:lnTo>
                  <a:pt x="1285875" y="314325"/>
                </a:lnTo>
                <a:lnTo>
                  <a:pt x="1285875" y="323850"/>
                </a:lnTo>
                <a:lnTo>
                  <a:pt x="1295400" y="323850"/>
                </a:lnTo>
                <a:lnTo>
                  <a:pt x="1295400" y="314325"/>
                </a:lnTo>
                <a:lnTo>
                  <a:pt x="1323975" y="314325"/>
                </a:lnTo>
                <a:close/>
                <a:moveTo>
                  <a:pt x="733425" y="333375"/>
                </a:moveTo>
                <a:lnTo>
                  <a:pt x="762000" y="333375"/>
                </a:lnTo>
                <a:lnTo>
                  <a:pt x="762000" y="342900"/>
                </a:lnTo>
                <a:lnTo>
                  <a:pt x="742950" y="342900"/>
                </a:lnTo>
                <a:lnTo>
                  <a:pt x="742950" y="371475"/>
                </a:lnTo>
                <a:lnTo>
                  <a:pt x="733425" y="371475"/>
                </a:lnTo>
                <a:lnTo>
                  <a:pt x="733425" y="381000"/>
                </a:lnTo>
                <a:lnTo>
                  <a:pt x="742950" y="381000"/>
                </a:lnTo>
                <a:lnTo>
                  <a:pt x="742950" y="390525"/>
                </a:lnTo>
                <a:lnTo>
                  <a:pt x="723900" y="390525"/>
                </a:lnTo>
                <a:lnTo>
                  <a:pt x="723900" y="381000"/>
                </a:lnTo>
                <a:lnTo>
                  <a:pt x="714375" y="381000"/>
                </a:lnTo>
                <a:lnTo>
                  <a:pt x="714375" y="371475"/>
                </a:lnTo>
                <a:lnTo>
                  <a:pt x="704850" y="371475"/>
                </a:lnTo>
                <a:lnTo>
                  <a:pt x="704850" y="342900"/>
                </a:lnTo>
                <a:lnTo>
                  <a:pt x="733425" y="342900"/>
                </a:lnTo>
                <a:close/>
                <a:moveTo>
                  <a:pt x="895350" y="333375"/>
                </a:moveTo>
                <a:lnTo>
                  <a:pt x="990600" y="333375"/>
                </a:lnTo>
                <a:lnTo>
                  <a:pt x="990600" y="352425"/>
                </a:lnTo>
                <a:lnTo>
                  <a:pt x="895350" y="352425"/>
                </a:lnTo>
                <a:close/>
                <a:moveTo>
                  <a:pt x="1028700" y="333375"/>
                </a:moveTo>
                <a:lnTo>
                  <a:pt x="1038225" y="333375"/>
                </a:lnTo>
                <a:lnTo>
                  <a:pt x="1038225" y="352425"/>
                </a:lnTo>
                <a:lnTo>
                  <a:pt x="1028700" y="352425"/>
                </a:lnTo>
                <a:close/>
                <a:moveTo>
                  <a:pt x="800100" y="352425"/>
                </a:moveTo>
                <a:lnTo>
                  <a:pt x="847725" y="352425"/>
                </a:lnTo>
                <a:lnTo>
                  <a:pt x="847725" y="361950"/>
                </a:lnTo>
                <a:lnTo>
                  <a:pt x="838200" y="361950"/>
                </a:lnTo>
                <a:lnTo>
                  <a:pt x="838200" y="371475"/>
                </a:lnTo>
                <a:lnTo>
                  <a:pt x="819150" y="371475"/>
                </a:lnTo>
                <a:lnTo>
                  <a:pt x="819150" y="361950"/>
                </a:lnTo>
                <a:lnTo>
                  <a:pt x="800100" y="361950"/>
                </a:lnTo>
                <a:close/>
                <a:moveTo>
                  <a:pt x="1543050" y="361950"/>
                </a:moveTo>
                <a:lnTo>
                  <a:pt x="1571625" y="361950"/>
                </a:lnTo>
                <a:lnTo>
                  <a:pt x="1571625" y="342900"/>
                </a:lnTo>
                <a:lnTo>
                  <a:pt x="1552575" y="342900"/>
                </a:lnTo>
                <a:lnTo>
                  <a:pt x="1552575" y="352425"/>
                </a:lnTo>
                <a:lnTo>
                  <a:pt x="1543050" y="352425"/>
                </a:lnTo>
                <a:close/>
                <a:moveTo>
                  <a:pt x="1714500" y="361950"/>
                </a:moveTo>
                <a:lnTo>
                  <a:pt x="1733550" y="361950"/>
                </a:lnTo>
                <a:lnTo>
                  <a:pt x="1733550" y="381000"/>
                </a:lnTo>
                <a:lnTo>
                  <a:pt x="1724025" y="381000"/>
                </a:lnTo>
                <a:lnTo>
                  <a:pt x="1724025" y="390525"/>
                </a:lnTo>
                <a:lnTo>
                  <a:pt x="1714500" y="390525"/>
                </a:lnTo>
                <a:close/>
                <a:moveTo>
                  <a:pt x="1381125" y="371475"/>
                </a:moveTo>
                <a:lnTo>
                  <a:pt x="1390650" y="371475"/>
                </a:lnTo>
                <a:lnTo>
                  <a:pt x="1390650" y="361950"/>
                </a:lnTo>
                <a:lnTo>
                  <a:pt x="1381125" y="361950"/>
                </a:lnTo>
                <a:lnTo>
                  <a:pt x="1381125" y="352425"/>
                </a:lnTo>
                <a:lnTo>
                  <a:pt x="1371600" y="352425"/>
                </a:lnTo>
                <a:lnTo>
                  <a:pt x="1371600" y="361950"/>
                </a:lnTo>
                <a:lnTo>
                  <a:pt x="1352550" y="361950"/>
                </a:lnTo>
                <a:lnTo>
                  <a:pt x="1352550" y="381000"/>
                </a:lnTo>
                <a:lnTo>
                  <a:pt x="1333500" y="381000"/>
                </a:lnTo>
                <a:lnTo>
                  <a:pt x="1333500" y="390525"/>
                </a:lnTo>
                <a:lnTo>
                  <a:pt x="1352550" y="390525"/>
                </a:lnTo>
                <a:lnTo>
                  <a:pt x="1352550" y="400050"/>
                </a:lnTo>
                <a:lnTo>
                  <a:pt x="1362075" y="400050"/>
                </a:lnTo>
                <a:lnTo>
                  <a:pt x="1362075" y="390525"/>
                </a:lnTo>
                <a:lnTo>
                  <a:pt x="1381125" y="390525"/>
                </a:lnTo>
                <a:close/>
                <a:moveTo>
                  <a:pt x="781050" y="381000"/>
                </a:moveTo>
                <a:lnTo>
                  <a:pt x="800100" y="381000"/>
                </a:lnTo>
                <a:lnTo>
                  <a:pt x="800100" y="390525"/>
                </a:lnTo>
                <a:lnTo>
                  <a:pt x="819150" y="390525"/>
                </a:lnTo>
                <a:lnTo>
                  <a:pt x="819150" y="409575"/>
                </a:lnTo>
                <a:lnTo>
                  <a:pt x="809625" y="409575"/>
                </a:lnTo>
                <a:lnTo>
                  <a:pt x="809625" y="400050"/>
                </a:lnTo>
                <a:lnTo>
                  <a:pt x="800100" y="400050"/>
                </a:lnTo>
                <a:lnTo>
                  <a:pt x="800100" y="409575"/>
                </a:lnTo>
                <a:lnTo>
                  <a:pt x="790575" y="409575"/>
                </a:lnTo>
                <a:lnTo>
                  <a:pt x="790575" y="400050"/>
                </a:lnTo>
                <a:lnTo>
                  <a:pt x="781050" y="400050"/>
                </a:lnTo>
                <a:close/>
                <a:moveTo>
                  <a:pt x="1076325" y="381000"/>
                </a:moveTo>
                <a:lnTo>
                  <a:pt x="1095375" y="381000"/>
                </a:lnTo>
                <a:lnTo>
                  <a:pt x="1095375" y="390525"/>
                </a:lnTo>
                <a:lnTo>
                  <a:pt x="1085850" y="390525"/>
                </a:lnTo>
                <a:lnTo>
                  <a:pt x="1085850" y="400050"/>
                </a:lnTo>
                <a:lnTo>
                  <a:pt x="1076325" y="400050"/>
                </a:lnTo>
                <a:close/>
                <a:moveTo>
                  <a:pt x="857250" y="390525"/>
                </a:moveTo>
                <a:lnTo>
                  <a:pt x="876300" y="390525"/>
                </a:lnTo>
                <a:lnTo>
                  <a:pt x="876300" y="419100"/>
                </a:lnTo>
                <a:lnTo>
                  <a:pt x="904875" y="419100"/>
                </a:lnTo>
                <a:lnTo>
                  <a:pt x="904875" y="428625"/>
                </a:lnTo>
                <a:lnTo>
                  <a:pt x="885825" y="428625"/>
                </a:lnTo>
                <a:lnTo>
                  <a:pt x="885825" y="447675"/>
                </a:lnTo>
                <a:lnTo>
                  <a:pt x="876300" y="447675"/>
                </a:lnTo>
                <a:lnTo>
                  <a:pt x="876300" y="428625"/>
                </a:lnTo>
                <a:lnTo>
                  <a:pt x="866775" y="428625"/>
                </a:lnTo>
                <a:lnTo>
                  <a:pt x="866775" y="438150"/>
                </a:lnTo>
                <a:lnTo>
                  <a:pt x="857250" y="438150"/>
                </a:lnTo>
                <a:close/>
                <a:moveTo>
                  <a:pt x="1200150" y="390525"/>
                </a:moveTo>
                <a:lnTo>
                  <a:pt x="1219200" y="390525"/>
                </a:lnTo>
                <a:lnTo>
                  <a:pt x="1219200" y="419100"/>
                </a:lnTo>
                <a:lnTo>
                  <a:pt x="1209675" y="419100"/>
                </a:lnTo>
                <a:lnTo>
                  <a:pt x="1209675" y="400050"/>
                </a:lnTo>
                <a:lnTo>
                  <a:pt x="1200150" y="400050"/>
                </a:lnTo>
                <a:close/>
                <a:moveTo>
                  <a:pt x="819150" y="409575"/>
                </a:moveTo>
                <a:lnTo>
                  <a:pt x="828675" y="409575"/>
                </a:lnTo>
                <a:lnTo>
                  <a:pt x="828675" y="428625"/>
                </a:lnTo>
                <a:lnTo>
                  <a:pt x="819150" y="428625"/>
                </a:lnTo>
                <a:close/>
                <a:moveTo>
                  <a:pt x="190500" y="419100"/>
                </a:moveTo>
                <a:lnTo>
                  <a:pt x="200025" y="419100"/>
                </a:lnTo>
                <a:lnTo>
                  <a:pt x="200025" y="428625"/>
                </a:lnTo>
                <a:lnTo>
                  <a:pt x="190500" y="428625"/>
                </a:lnTo>
                <a:close/>
                <a:moveTo>
                  <a:pt x="942975" y="419100"/>
                </a:moveTo>
                <a:lnTo>
                  <a:pt x="952500" y="419100"/>
                </a:lnTo>
                <a:lnTo>
                  <a:pt x="952500" y="428625"/>
                </a:lnTo>
                <a:lnTo>
                  <a:pt x="942975" y="428625"/>
                </a:lnTo>
                <a:close/>
                <a:moveTo>
                  <a:pt x="1466850" y="419100"/>
                </a:moveTo>
                <a:lnTo>
                  <a:pt x="1476375" y="419100"/>
                </a:lnTo>
                <a:lnTo>
                  <a:pt x="1476375" y="409575"/>
                </a:lnTo>
                <a:lnTo>
                  <a:pt x="1466850" y="409575"/>
                </a:lnTo>
                <a:close/>
                <a:moveTo>
                  <a:pt x="352425" y="428625"/>
                </a:moveTo>
                <a:lnTo>
                  <a:pt x="361950" y="428625"/>
                </a:lnTo>
                <a:lnTo>
                  <a:pt x="361950" y="438150"/>
                </a:lnTo>
                <a:lnTo>
                  <a:pt x="352425" y="438150"/>
                </a:lnTo>
                <a:close/>
                <a:moveTo>
                  <a:pt x="781050" y="438150"/>
                </a:moveTo>
                <a:lnTo>
                  <a:pt x="790575" y="438150"/>
                </a:lnTo>
                <a:lnTo>
                  <a:pt x="790575" y="447675"/>
                </a:lnTo>
                <a:lnTo>
                  <a:pt x="781050" y="447675"/>
                </a:lnTo>
                <a:close/>
                <a:moveTo>
                  <a:pt x="1181100" y="438150"/>
                </a:moveTo>
                <a:lnTo>
                  <a:pt x="1200150" y="438150"/>
                </a:lnTo>
                <a:lnTo>
                  <a:pt x="1200150" y="466725"/>
                </a:lnTo>
                <a:lnTo>
                  <a:pt x="1190625" y="466725"/>
                </a:lnTo>
                <a:lnTo>
                  <a:pt x="1190625" y="447675"/>
                </a:lnTo>
                <a:lnTo>
                  <a:pt x="1181100" y="447675"/>
                </a:lnTo>
                <a:close/>
                <a:moveTo>
                  <a:pt x="1504950" y="438150"/>
                </a:moveTo>
                <a:lnTo>
                  <a:pt x="1514475" y="438150"/>
                </a:lnTo>
                <a:lnTo>
                  <a:pt x="1514475" y="400050"/>
                </a:lnTo>
                <a:lnTo>
                  <a:pt x="1504950" y="400050"/>
                </a:lnTo>
                <a:close/>
                <a:moveTo>
                  <a:pt x="1514475" y="447675"/>
                </a:moveTo>
                <a:lnTo>
                  <a:pt x="1524000" y="447675"/>
                </a:lnTo>
                <a:lnTo>
                  <a:pt x="1524000" y="457200"/>
                </a:lnTo>
                <a:lnTo>
                  <a:pt x="1533525" y="457200"/>
                </a:lnTo>
                <a:lnTo>
                  <a:pt x="1533525" y="428625"/>
                </a:lnTo>
                <a:lnTo>
                  <a:pt x="1524000" y="428625"/>
                </a:lnTo>
                <a:lnTo>
                  <a:pt x="1524000" y="438150"/>
                </a:lnTo>
                <a:lnTo>
                  <a:pt x="1514475" y="438150"/>
                </a:lnTo>
                <a:close/>
                <a:moveTo>
                  <a:pt x="180975" y="457200"/>
                </a:moveTo>
                <a:lnTo>
                  <a:pt x="190500" y="457200"/>
                </a:lnTo>
                <a:lnTo>
                  <a:pt x="190500" y="466725"/>
                </a:lnTo>
                <a:lnTo>
                  <a:pt x="180975" y="466725"/>
                </a:lnTo>
                <a:close/>
                <a:moveTo>
                  <a:pt x="1704975" y="457200"/>
                </a:moveTo>
                <a:lnTo>
                  <a:pt x="1724025" y="457200"/>
                </a:lnTo>
                <a:lnTo>
                  <a:pt x="1724025" y="485775"/>
                </a:lnTo>
                <a:lnTo>
                  <a:pt x="1714500" y="485775"/>
                </a:lnTo>
                <a:lnTo>
                  <a:pt x="1714500" y="466725"/>
                </a:lnTo>
                <a:lnTo>
                  <a:pt x="1704975" y="466725"/>
                </a:lnTo>
                <a:close/>
                <a:moveTo>
                  <a:pt x="1171575" y="466725"/>
                </a:moveTo>
                <a:lnTo>
                  <a:pt x="1181100" y="466725"/>
                </a:lnTo>
                <a:lnTo>
                  <a:pt x="1181100" y="476250"/>
                </a:lnTo>
                <a:lnTo>
                  <a:pt x="1171575" y="476250"/>
                </a:lnTo>
                <a:close/>
                <a:moveTo>
                  <a:pt x="123825" y="476250"/>
                </a:moveTo>
                <a:lnTo>
                  <a:pt x="142875" y="476250"/>
                </a:lnTo>
                <a:lnTo>
                  <a:pt x="142875" y="485775"/>
                </a:lnTo>
                <a:lnTo>
                  <a:pt x="123825" y="485775"/>
                </a:lnTo>
                <a:close/>
                <a:moveTo>
                  <a:pt x="1162050" y="476250"/>
                </a:moveTo>
                <a:lnTo>
                  <a:pt x="1171575" y="476250"/>
                </a:lnTo>
                <a:lnTo>
                  <a:pt x="1171575" y="485775"/>
                </a:lnTo>
                <a:lnTo>
                  <a:pt x="1162050" y="485775"/>
                </a:lnTo>
                <a:close/>
                <a:moveTo>
                  <a:pt x="1400175" y="476250"/>
                </a:moveTo>
                <a:lnTo>
                  <a:pt x="1409700" y="476250"/>
                </a:lnTo>
                <a:lnTo>
                  <a:pt x="1409700" y="457200"/>
                </a:lnTo>
                <a:lnTo>
                  <a:pt x="1400175" y="457200"/>
                </a:lnTo>
                <a:close/>
                <a:moveTo>
                  <a:pt x="352425" y="495300"/>
                </a:moveTo>
                <a:lnTo>
                  <a:pt x="361950" y="495300"/>
                </a:lnTo>
                <a:lnTo>
                  <a:pt x="361950" y="504825"/>
                </a:lnTo>
                <a:lnTo>
                  <a:pt x="352425" y="504825"/>
                </a:lnTo>
                <a:close/>
                <a:moveTo>
                  <a:pt x="1714500" y="504825"/>
                </a:moveTo>
                <a:lnTo>
                  <a:pt x="1724025" y="504825"/>
                </a:lnTo>
                <a:lnTo>
                  <a:pt x="1724025" y="514350"/>
                </a:lnTo>
                <a:lnTo>
                  <a:pt x="1714500" y="514350"/>
                </a:lnTo>
                <a:close/>
                <a:moveTo>
                  <a:pt x="552450" y="514350"/>
                </a:moveTo>
                <a:lnTo>
                  <a:pt x="561975" y="514350"/>
                </a:lnTo>
                <a:lnTo>
                  <a:pt x="561975" y="533400"/>
                </a:lnTo>
                <a:lnTo>
                  <a:pt x="552450" y="533400"/>
                </a:lnTo>
                <a:close/>
                <a:moveTo>
                  <a:pt x="923925" y="514350"/>
                </a:moveTo>
                <a:lnTo>
                  <a:pt x="942975" y="514350"/>
                </a:lnTo>
                <a:lnTo>
                  <a:pt x="942975" y="523875"/>
                </a:lnTo>
                <a:lnTo>
                  <a:pt x="923925" y="523875"/>
                </a:lnTo>
                <a:close/>
                <a:moveTo>
                  <a:pt x="981075" y="514350"/>
                </a:moveTo>
                <a:lnTo>
                  <a:pt x="1009650" y="514350"/>
                </a:lnTo>
                <a:lnTo>
                  <a:pt x="1009650" y="523875"/>
                </a:lnTo>
                <a:lnTo>
                  <a:pt x="990600" y="523875"/>
                </a:lnTo>
                <a:lnTo>
                  <a:pt x="990600" y="533400"/>
                </a:lnTo>
                <a:lnTo>
                  <a:pt x="981075" y="533400"/>
                </a:lnTo>
                <a:close/>
                <a:moveTo>
                  <a:pt x="1295400" y="514350"/>
                </a:moveTo>
                <a:lnTo>
                  <a:pt x="1314450" y="514350"/>
                </a:lnTo>
                <a:lnTo>
                  <a:pt x="1314450" y="504825"/>
                </a:lnTo>
                <a:lnTo>
                  <a:pt x="1295400" y="504825"/>
                </a:lnTo>
                <a:close/>
                <a:moveTo>
                  <a:pt x="714375" y="523875"/>
                </a:moveTo>
                <a:lnTo>
                  <a:pt x="723900" y="523875"/>
                </a:lnTo>
                <a:lnTo>
                  <a:pt x="723900" y="542925"/>
                </a:lnTo>
                <a:lnTo>
                  <a:pt x="704850" y="542925"/>
                </a:lnTo>
                <a:lnTo>
                  <a:pt x="704850" y="533400"/>
                </a:lnTo>
                <a:lnTo>
                  <a:pt x="714375" y="533400"/>
                </a:lnTo>
                <a:close/>
                <a:moveTo>
                  <a:pt x="1714500" y="523875"/>
                </a:moveTo>
                <a:lnTo>
                  <a:pt x="1724025" y="523875"/>
                </a:lnTo>
                <a:lnTo>
                  <a:pt x="1724025" y="628650"/>
                </a:lnTo>
                <a:lnTo>
                  <a:pt x="1714500" y="628650"/>
                </a:lnTo>
                <a:lnTo>
                  <a:pt x="1714500" y="619125"/>
                </a:lnTo>
                <a:lnTo>
                  <a:pt x="1704975" y="619125"/>
                </a:lnTo>
                <a:lnTo>
                  <a:pt x="1704975" y="628650"/>
                </a:lnTo>
                <a:lnTo>
                  <a:pt x="1695450" y="628650"/>
                </a:lnTo>
                <a:lnTo>
                  <a:pt x="1695450" y="647700"/>
                </a:lnTo>
                <a:lnTo>
                  <a:pt x="1704975" y="647700"/>
                </a:lnTo>
                <a:lnTo>
                  <a:pt x="1704975" y="657225"/>
                </a:lnTo>
                <a:lnTo>
                  <a:pt x="1714500" y="657225"/>
                </a:lnTo>
                <a:lnTo>
                  <a:pt x="1714500" y="647700"/>
                </a:lnTo>
                <a:lnTo>
                  <a:pt x="1724025" y="647700"/>
                </a:lnTo>
                <a:lnTo>
                  <a:pt x="1724025" y="676275"/>
                </a:lnTo>
                <a:lnTo>
                  <a:pt x="1704975" y="676275"/>
                </a:lnTo>
                <a:lnTo>
                  <a:pt x="1704975" y="695325"/>
                </a:lnTo>
                <a:lnTo>
                  <a:pt x="1724025" y="695325"/>
                </a:lnTo>
                <a:lnTo>
                  <a:pt x="1724025" y="714375"/>
                </a:lnTo>
                <a:lnTo>
                  <a:pt x="1714500" y="714375"/>
                </a:lnTo>
                <a:lnTo>
                  <a:pt x="1714500" y="704850"/>
                </a:lnTo>
                <a:lnTo>
                  <a:pt x="1704975" y="704850"/>
                </a:lnTo>
                <a:lnTo>
                  <a:pt x="1704975" y="714375"/>
                </a:lnTo>
                <a:lnTo>
                  <a:pt x="1600200" y="714375"/>
                </a:lnTo>
                <a:lnTo>
                  <a:pt x="1600200" y="704850"/>
                </a:lnTo>
                <a:lnTo>
                  <a:pt x="1638300" y="704850"/>
                </a:lnTo>
                <a:lnTo>
                  <a:pt x="1638300" y="685800"/>
                </a:lnTo>
                <a:lnTo>
                  <a:pt x="1647825" y="685800"/>
                </a:lnTo>
                <a:lnTo>
                  <a:pt x="1647825" y="676275"/>
                </a:lnTo>
                <a:lnTo>
                  <a:pt x="1657350" y="676275"/>
                </a:lnTo>
                <a:lnTo>
                  <a:pt x="1657350" y="704850"/>
                </a:lnTo>
                <a:lnTo>
                  <a:pt x="1676400" y="704850"/>
                </a:lnTo>
                <a:lnTo>
                  <a:pt x="1676400" y="685800"/>
                </a:lnTo>
                <a:lnTo>
                  <a:pt x="1666875" y="685800"/>
                </a:lnTo>
                <a:lnTo>
                  <a:pt x="1666875" y="657225"/>
                </a:lnTo>
                <a:lnTo>
                  <a:pt x="1647825" y="657225"/>
                </a:lnTo>
                <a:lnTo>
                  <a:pt x="1647825" y="647700"/>
                </a:lnTo>
                <a:lnTo>
                  <a:pt x="1638300" y="647700"/>
                </a:lnTo>
                <a:lnTo>
                  <a:pt x="1638300" y="638175"/>
                </a:lnTo>
                <a:lnTo>
                  <a:pt x="1619250" y="638175"/>
                </a:lnTo>
                <a:lnTo>
                  <a:pt x="1619250" y="628650"/>
                </a:lnTo>
                <a:lnTo>
                  <a:pt x="1628775" y="628650"/>
                </a:lnTo>
                <a:lnTo>
                  <a:pt x="1628775" y="609600"/>
                </a:lnTo>
                <a:lnTo>
                  <a:pt x="1638300" y="609600"/>
                </a:lnTo>
                <a:lnTo>
                  <a:pt x="1638300" y="600075"/>
                </a:lnTo>
                <a:lnTo>
                  <a:pt x="1647825" y="600075"/>
                </a:lnTo>
                <a:lnTo>
                  <a:pt x="1647825" y="581025"/>
                </a:lnTo>
                <a:lnTo>
                  <a:pt x="1657350" y="581025"/>
                </a:lnTo>
                <a:lnTo>
                  <a:pt x="1657350" y="571500"/>
                </a:lnTo>
                <a:lnTo>
                  <a:pt x="1666875" y="571500"/>
                </a:lnTo>
                <a:lnTo>
                  <a:pt x="1666875" y="561975"/>
                </a:lnTo>
                <a:lnTo>
                  <a:pt x="1676400" y="561975"/>
                </a:lnTo>
                <a:lnTo>
                  <a:pt x="1676400" y="552450"/>
                </a:lnTo>
                <a:lnTo>
                  <a:pt x="1695450" y="552450"/>
                </a:lnTo>
                <a:lnTo>
                  <a:pt x="1695450" y="542925"/>
                </a:lnTo>
                <a:lnTo>
                  <a:pt x="1714500" y="542925"/>
                </a:lnTo>
                <a:close/>
                <a:moveTo>
                  <a:pt x="1219200" y="533400"/>
                </a:moveTo>
                <a:lnTo>
                  <a:pt x="1228725" y="533400"/>
                </a:lnTo>
                <a:lnTo>
                  <a:pt x="1228725" y="523875"/>
                </a:lnTo>
                <a:lnTo>
                  <a:pt x="1209675" y="523875"/>
                </a:lnTo>
                <a:lnTo>
                  <a:pt x="1209675" y="533400"/>
                </a:lnTo>
                <a:lnTo>
                  <a:pt x="1181100" y="533400"/>
                </a:lnTo>
                <a:lnTo>
                  <a:pt x="1181100" y="552450"/>
                </a:lnTo>
                <a:lnTo>
                  <a:pt x="1209675" y="552450"/>
                </a:lnTo>
                <a:lnTo>
                  <a:pt x="1209675" y="542925"/>
                </a:lnTo>
                <a:lnTo>
                  <a:pt x="1219200" y="542925"/>
                </a:lnTo>
                <a:close/>
                <a:moveTo>
                  <a:pt x="1200150" y="571500"/>
                </a:moveTo>
                <a:lnTo>
                  <a:pt x="1219200" y="571500"/>
                </a:lnTo>
                <a:lnTo>
                  <a:pt x="1219200" y="561975"/>
                </a:lnTo>
                <a:lnTo>
                  <a:pt x="1200150" y="561975"/>
                </a:lnTo>
                <a:close/>
                <a:moveTo>
                  <a:pt x="1304925" y="571500"/>
                </a:moveTo>
                <a:lnTo>
                  <a:pt x="1314450" y="571500"/>
                </a:lnTo>
                <a:lnTo>
                  <a:pt x="1314450" y="552450"/>
                </a:lnTo>
                <a:lnTo>
                  <a:pt x="1304925" y="552450"/>
                </a:lnTo>
                <a:close/>
                <a:moveTo>
                  <a:pt x="1276350" y="581025"/>
                </a:moveTo>
                <a:lnTo>
                  <a:pt x="1285875" y="581025"/>
                </a:lnTo>
                <a:lnTo>
                  <a:pt x="1285875" y="571500"/>
                </a:lnTo>
                <a:lnTo>
                  <a:pt x="1276350" y="571500"/>
                </a:lnTo>
                <a:lnTo>
                  <a:pt x="1276350" y="561975"/>
                </a:lnTo>
                <a:lnTo>
                  <a:pt x="1266825" y="561975"/>
                </a:lnTo>
                <a:lnTo>
                  <a:pt x="1266825" y="590550"/>
                </a:lnTo>
                <a:lnTo>
                  <a:pt x="1276350" y="590550"/>
                </a:lnTo>
                <a:close/>
                <a:moveTo>
                  <a:pt x="1695450" y="581025"/>
                </a:moveTo>
                <a:lnTo>
                  <a:pt x="1704975" y="581025"/>
                </a:lnTo>
                <a:lnTo>
                  <a:pt x="1704975" y="600075"/>
                </a:lnTo>
                <a:lnTo>
                  <a:pt x="1714500" y="600075"/>
                </a:lnTo>
                <a:lnTo>
                  <a:pt x="1714500" y="552450"/>
                </a:lnTo>
                <a:lnTo>
                  <a:pt x="1704975" y="552450"/>
                </a:lnTo>
                <a:lnTo>
                  <a:pt x="1704975" y="571500"/>
                </a:lnTo>
                <a:lnTo>
                  <a:pt x="1695450" y="571500"/>
                </a:lnTo>
                <a:close/>
                <a:moveTo>
                  <a:pt x="942975" y="590550"/>
                </a:moveTo>
                <a:lnTo>
                  <a:pt x="962025" y="590550"/>
                </a:lnTo>
                <a:lnTo>
                  <a:pt x="962025" y="600075"/>
                </a:lnTo>
                <a:lnTo>
                  <a:pt x="952500" y="600075"/>
                </a:lnTo>
                <a:lnTo>
                  <a:pt x="952500" y="609600"/>
                </a:lnTo>
                <a:lnTo>
                  <a:pt x="942975" y="609600"/>
                </a:lnTo>
                <a:close/>
                <a:moveTo>
                  <a:pt x="542925" y="619125"/>
                </a:moveTo>
                <a:lnTo>
                  <a:pt x="552450" y="619125"/>
                </a:lnTo>
                <a:lnTo>
                  <a:pt x="552450" y="628650"/>
                </a:lnTo>
                <a:lnTo>
                  <a:pt x="542925" y="628650"/>
                </a:lnTo>
                <a:close/>
                <a:moveTo>
                  <a:pt x="981075" y="628650"/>
                </a:moveTo>
                <a:lnTo>
                  <a:pt x="990600" y="628650"/>
                </a:lnTo>
                <a:lnTo>
                  <a:pt x="990600" y="638175"/>
                </a:lnTo>
                <a:lnTo>
                  <a:pt x="981075" y="638175"/>
                </a:lnTo>
                <a:close/>
                <a:moveTo>
                  <a:pt x="1114425" y="628650"/>
                </a:moveTo>
                <a:lnTo>
                  <a:pt x="1123950" y="628650"/>
                </a:lnTo>
                <a:lnTo>
                  <a:pt x="1123950" y="647700"/>
                </a:lnTo>
                <a:lnTo>
                  <a:pt x="1114425" y="647700"/>
                </a:lnTo>
                <a:close/>
                <a:moveTo>
                  <a:pt x="1390650" y="628650"/>
                </a:moveTo>
                <a:lnTo>
                  <a:pt x="1419225" y="628650"/>
                </a:lnTo>
                <a:lnTo>
                  <a:pt x="1419225" y="619125"/>
                </a:lnTo>
                <a:lnTo>
                  <a:pt x="1390650" y="619125"/>
                </a:lnTo>
                <a:close/>
                <a:moveTo>
                  <a:pt x="942975" y="638175"/>
                </a:moveTo>
                <a:lnTo>
                  <a:pt x="971550" y="638175"/>
                </a:lnTo>
                <a:lnTo>
                  <a:pt x="971550" y="647700"/>
                </a:lnTo>
                <a:lnTo>
                  <a:pt x="962025" y="647700"/>
                </a:lnTo>
                <a:lnTo>
                  <a:pt x="962025" y="657225"/>
                </a:lnTo>
                <a:lnTo>
                  <a:pt x="952500" y="657225"/>
                </a:lnTo>
                <a:lnTo>
                  <a:pt x="952500" y="647700"/>
                </a:lnTo>
                <a:lnTo>
                  <a:pt x="942975" y="647700"/>
                </a:lnTo>
                <a:close/>
                <a:moveTo>
                  <a:pt x="790575" y="647700"/>
                </a:moveTo>
                <a:lnTo>
                  <a:pt x="809625" y="647700"/>
                </a:lnTo>
                <a:lnTo>
                  <a:pt x="809625" y="657225"/>
                </a:lnTo>
                <a:lnTo>
                  <a:pt x="838200" y="657225"/>
                </a:lnTo>
                <a:lnTo>
                  <a:pt x="838200" y="666750"/>
                </a:lnTo>
                <a:lnTo>
                  <a:pt x="847725" y="666750"/>
                </a:lnTo>
                <a:lnTo>
                  <a:pt x="847725" y="685800"/>
                </a:lnTo>
                <a:lnTo>
                  <a:pt x="838200" y="685800"/>
                </a:lnTo>
                <a:lnTo>
                  <a:pt x="838200" y="704850"/>
                </a:lnTo>
                <a:lnTo>
                  <a:pt x="828675" y="704850"/>
                </a:lnTo>
                <a:lnTo>
                  <a:pt x="828675" y="714375"/>
                </a:lnTo>
                <a:lnTo>
                  <a:pt x="809625" y="714375"/>
                </a:lnTo>
                <a:lnTo>
                  <a:pt x="809625" y="704850"/>
                </a:lnTo>
                <a:lnTo>
                  <a:pt x="819150" y="704850"/>
                </a:lnTo>
                <a:lnTo>
                  <a:pt x="819150" y="695325"/>
                </a:lnTo>
                <a:lnTo>
                  <a:pt x="828675" y="695325"/>
                </a:lnTo>
                <a:lnTo>
                  <a:pt x="828675" y="685800"/>
                </a:lnTo>
                <a:lnTo>
                  <a:pt x="819150" y="685800"/>
                </a:lnTo>
                <a:lnTo>
                  <a:pt x="819150" y="666750"/>
                </a:lnTo>
                <a:lnTo>
                  <a:pt x="790575" y="666750"/>
                </a:lnTo>
                <a:close/>
                <a:moveTo>
                  <a:pt x="1038225" y="657225"/>
                </a:moveTo>
                <a:lnTo>
                  <a:pt x="1047750" y="657225"/>
                </a:lnTo>
                <a:lnTo>
                  <a:pt x="1047750" y="685800"/>
                </a:lnTo>
                <a:lnTo>
                  <a:pt x="1038225" y="685800"/>
                </a:lnTo>
                <a:close/>
                <a:moveTo>
                  <a:pt x="1676400" y="666750"/>
                </a:moveTo>
                <a:lnTo>
                  <a:pt x="1685925" y="666750"/>
                </a:lnTo>
                <a:lnTo>
                  <a:pt x="1685925" y="647700"/>
                </a:lnTo>
                <a:lnTo>
                  <a:pt x="1676400" y="647700"/>
                </a:lnTo>
                <a:close/>
                <a:moveTo>
                  <a:pt x="971550" y="676275"/>
                </a:moveTo>
                <a:lnTo>
                  <a:pt x="981075" y="676275"/>
                </a:lnTo>
                <a:lnTo>
                  <a:pt x="981075" y="685800"/>
                </a:lnTo>
                <a:lnTo>
                  <a:pt x="990600" y="685800"/>
                </a:lnTo>
                <a:lnTo>
                  <a:pt x="990600" y="695325"/>
                </a:lnTo>
                <a:lnTo>
                  <a:pt x="971550" y="695325"/>
                </a:lnTo>
                <a:close/>
                <a:moveTo>
                  <a:pt x="190500" y="685800"/>
                </a:moveTo>
                <a:lnTo>
                  <a:pt x="200025" y="685800"/>
                </a:lnTo>
                <a:lnTo>
                  <a:pt x="200025" y="695325"/>
                </a:lnTo>
                <a:lnTo>
                  <a:pt x="190500" y="695325"/>
                </a:lnTo>
                <a:close/>
                <a:moveTo>
                  <a:pt x="619125" y="685800"/>
                </a:moveTo>
                <a:lnTo>
                  <a:pt x="638175" y="685800"/>
                </a:lnTo>
                <a:lnTo>
                  <a:pt x="638175" y="704850"/>
                </a:lnTo>
                <a:lnTo>
                  <a:pt x="609600" y="704850"/>
                </a:lnTo>
                <a:lnTo>
                  <a:pt x="609600" y="695325"/>
                </a:lnTo>
                <a:lnTo>
                  <a:pt x="619125" y="695325"/>
                </a:lnTo>
                <a:close/>
                <a:moveTo>
                  <a:pt x="1238250" y="685800"/>
                </a:moveTo>
                <a:lnTo>
                  <a:pt x="1257300" y="685800"/>
                </a:lnTo>
                <a:lnTo>
                  <a:pt x="1257300" y="666750"/>
                </a:lnTo>
                <a:lnTo>
                  <a:pt x="1238250" y="666750"/>
                </a:lnTo>
                <a:close/>
                <a:moveTo>
                  <a:pt x="542925" y="695325"/>
                </a:moveTo>
                <a:lnTo>
                  <a:pt x="552450" y="695325"/>
                </a:lnTo>
                <a:lnTo>
                  <a:pt x="552450" y="704850"/>
                </a:lnTo>
                <a:lnTo>
                  <a:pt x="542925" y="704850"/>
                </a:lnTo>
                <a:close/>
                <a:moveTo>
                  <a:pt x="742950" y="695325"/>
                </a:moveTo>
                <a:lnTo>
                  <a:pt x="752475" y="695325"/>
                </a:lnTo>
                <a:lnTo>
                  <a:pt x="752475" y="704850"/>
                </a:lnTo>
                <a:lnTo>
                  <a:pt x="742950" y="704850"/>
                </a:lnTo>
                <a:close/>
                <a:moveTo>
                  <a:pt x="1057275" y="695325"/>
                </a:moveTo>
                <a:lnTo>
                  <a:pt x="1066800" y="695325"/>
                </a:lnTo>
                <a:lnTo>
                  <a:pt x="1066800" y="704850"/>
                </a:lnTo>
                <a:lnTo>
                  <a:pt x="1085850" y="704850"/>
                </a:lnTo>
                <a:lnTo>
                  <a:pt x="1085850" y="714375"/>
                </a:lnTo>
                <a:lnTo>
                  <a:pt x="1047750" y="714375"/>
                </a:lnTo>
                <a:lnTo>
                  <a:pt x="1047750" y="704850"/>
                </a:lnTo>
                <a:lnTo>
                  <a:pt x="1057275" y="704850"/>
                </a:lnTo>
                <a:close/>
                <a:moveTo>
                  <a:pt x="200025" y="704850"/>
                </a:moveTo>
                <a:lnTo>
                  <a:pt x="209550" y="704850"/>
                </a:lnTo>
                <a:lnTo>
                  <a:pt x="209550" y="723900"/>
                </a:lnTo>
                <a:lnTo>
                  <a:pt x="200025" y="723900"/>
                </a:lnTo>
                <a:close/>
                <a:moveTo>
                  <a:pt x="419100" y="704850"/>
                </a:moveTo>
                <a:lnTo>
                  <a:pt x="438150" y="704850"/>
                </a:lnTo>
                <a:lnTo>
                  <a:pt x="438150" y="723900"/>
                </a:lnTo>
                <a:lnTo>
                  <a:pt x="419100" y="723900"/>
                </a:lnTo>
                <a:close/>
                <a:moveTo>
                  <a:pt x="638175" y="704850"/>
                </a:moveTo>
                <a:lnTo>
                  <a:pt x="666750" y="704850"/>
                </a:lnTo>
                <a:lnTo>
                  <a:pt x="666750" y="714375"/>
                </a:lnTo>
                <a:lnTo>
                  <a:pt x="638175" y="714375"/>
                </a:lnTo>
                <a:close/>
                <a:moveTo>
                  <a:pt x="752475" y="704850"/>
                </a:moveTo>
                <a:lnTo>
                  <a:pt x="762000" y="704850"/>
                </a:lnTo>
                <a:lnTo>
                  <a:pt x="762000" y="723900"/>
                </a:lnTo>
                <a:lnTo>
                  <a:pt x="752475" y="723900"/>
                </a:lnTo>
                <a:close/>
                <a:moveTo>
                  <a:pt x="866775" y="704850"/>
                </a:moveTo>
                <a:lnTo>
                  <a:pt x="895350" y="704850"/>
                </a:lnTo>
                <a:lnTo>
                  <a:pt x="895350" y="714375"/>
                </a:lnTo>
                <a:lnTo>
                  <a:pt x="866775" y="714375"/>
                </a:lnTo>
                <a:close/>
                <a:moveTo>
                  <a:pt x="981075" y="704850"/>
                </a:moveTo>
                <a:lnTo>
                  <a:pt x="1000125" y="704850"/>
                </a:lnTo>
                <a:lnTo>
                  <a:pt x="1000125" y="714375"/>
                </a:lnTo>
                <a:lnTo>
                  <a:pt x="990600" y="714375"/>
                </a:lnTo>
                <a:lnTo>
                  <a:pt x="990600" y="733425"/>
                </a:lnTo>
                <a:lnTo>
                  <a:pt x="1057275" y="733425"/>
                </a:lnTo>
                <a:lnTo>
                  <a:pt x="1057275" y="742950"/>
                </a:lnTo>
                <a:lnTo>
                  <a:pt x="1076325" y="742950"/>
                </a:lnTo>
                <a:lnTo>
                  <a:pt x="1076325" y="752475"/>
                </a:lnTo>
                <a:lnTo>
                  <a:pt x="1095375" y="752475"/>
                </a:lnTo>
                <a:lnTo>
                  <a:pt x="1095375" y="762000"/>
                </a:lnTo>
                <a:lnTo>
                  <a:pt x="1076325" y="762000"/>
                </a:lnTo>
                <a:lnTo>
                  <a:pt x="1076325" y="781050"/>
                </a:lnTo>
                <a:lnTo>
                  <a:pt x="1066800" y="781050"/>
                </a:lnTo>
                <a:lnTo>
                  <a:pt x="1066800" y="800100"/>
                </a:lnTo>
                <a:lnTo>
                  <a:pt x="1057275" y="800100"/>
                </a:lnTo>
                <a:lnTo>
                  <a:pt x="1057275" y="809625"/>
                </a:lnTo>
                <a:lnTo>
                  <a:pt x="1066800" y="809625"/>
                </a:lnTo>
                <a:lnTo>
                  <a:pt x="1066800" y="838200"/>
                </a:lnTo>
                <a:lnTo>
                  <a:pt x="1038225" y="838200"/>
                </a:lnTo>
                <a:lnTo>
                  <a:pt x="1038225" y="847725"/>
                </a:lnTo>
                <a:lnTo>
                  <a:pt x="1028700" y="847725"/>
                </a:lnTo>
                <a:lnTo>
                  <a:pt x="1028700" y="838200"/>
                </a:lnTo>
                <a:lnTo>
                  <a:pt x="1009650" y="838200"/>
                </a:lnTo>
                <a:lnTo>
                  <a:pt x="1009650" y="819150"/>
                </a:lnTo>
                <a:lnTo>
                  <a:pt x="1000125" y="819150"/>
                </a:lnTo>
                <a:lnTo>
                  <a:pt x="1000125" y="828675"/>
                </a:lnTo>
                <a:lnTo>
                  <a:pt x="990600" y="828675"/>
                </a:lnTo>
                <a:lnTo>
                  <a:pt x="990600" y="838200"/>
                </a:lnTo>
                <a:lnTo>
                  <a:pt x="971550" y="838200"/>
                </a:lnTo>
                <a:lnTo>
                  <a:pt x="971550" y="847725"/>
                </a:lnTo>
                <a:lnTo>
                  <a:pt x="952500" y="847725"/>
                </a:lnTo>
                <a:lnTo>
                  <a:pt x="952500" y="838200"/>
                </a:lnTo>
                <a:lnTo>
                  <a:pt x="933450" y="838200"/>
                </a:lnTo>
                <a:lnTo>
                  <a:pt x="933450" y="847725"/>
                </a:lnTo>
                <a:lnTo>
                  <a:pt x="885825" y="847725"/>
                </a:lnTo>
                <a:lnTo>
                  <a:pt x="885825" y="838200"/>
                </a:lnTo>
                <a:lnTo>
                  <a:pt x="857250" y="838200"/>
                </a:lnTo>
                <a:lnTo>
                  <a:pt x="857250" y="847725"/>
                </a:lnTo>
                <a:lnTo>
                  <a:pt x="762000" y="847725"/>
                </a:lnTo>
                <a:lnTo>
                  <a:pt x="762000" y="838200"/>
                </a:lnTo>
                <a:lnTo>
                  <a:pt x="742950" y="838200"/>
                </a:lnTo>
                <a:lnTo>
                  <a:pt x="742950" y="847725"/>
                </a:lnTo>
                <a:lnTo>
                  <a:pt x="695325" y="847725"/>
                </a:lnTo>
                <a:lnTo>
                  <a:pt x="695325" y="838200"/>
                </a:lnTo>
                <a:lnTo>
                  <a:pt x="676275" y="838200"/>
                </a:lnTo>
                <a:lnTo>
                  <a:pt x="676275" y="828675"/>
                </a:lnTo>
                <a:lnTo>
                  <a:pt x="685800" y="828675"/>
                </a:lnTo>
                <a:lnTo>
                  <a:pt x="685800" y="819150"/>
                </a:lnTo>
                <a:lnTo>
                  <a:pt x="733425" y="819150"/>
                </a:lnTo>
                <a:lnTo>
                  <a:pt x="733425" y="828675"/>
                </a:lnTo>
                <a:lnTo>
                  <a:pt x="752475" y="828675"/>
                </a:lnTo>
                <a:lnTo>
                  <a:pt x="752475" y="819150"/>
                </a:lnTo>
                <a:lnTo>
                  <a:pt x="819150" y="819150"/>
                </a:lnTo>
                <a:lnTo>
                  <a:pt x="819150" y="809625"/>
                </a:lnTo>
                <a:lnTo>
                  <a:pt x="828675" y="809625"/>
                </a:lnTo>
                <a:lnTo>
                  <a:pt x="828675" y="800100"/>
                </a:lnTo>
                <a:lnTo>
                  <a:pt x="838200" y="800100"/>
                </a:lnTo>
                <a:lnTo>
                  <a:pt x="838200" y="809625"/>
                </a:lnTo>
                <a:lnTo>
                  <a:pt x="847725" y="809625"/>
                </a:lnTo>
                <a:lnTo>
                  <a:pt x="847725" y="790575"/>
                </a:lnTo>
                <a:lnTo>
                  <a:pt x="857250" y="790575"/>
                </a:lnTo>
                <a:lnTo>
                  <a:pt x="857250" y="771525"/>
                </a:lnTo>
                <a:lnTo>
                  <a:pt x="847725" y="771525"/>
                </a:lnTo>
                <a:lnTo>
                  <a:pt x="847725" y="781050"/>
                </a:lnTo>
                <a:lnTo>
                  <a:pt x="838200" y="781050"/>
                </a:lnTo>
                <a:lnTo>
                  <a:pt x="838200" y="762000"/>
                </a:lnTo>
                <a:lnTo>
                  <a:pt x="847725" y="762000"/>
                </a:lnTo>
                <a:lnTo>
                  <a:pt x="847725" y="733425"/>
                </a:lnTo>
                <a:lnTo>
                  <a:pt x="885825" y="733425"/>
                </a:lnTo>
                <a:lnTo>
                  <a:pt x="885825" y="752475"/>
                </a:lnTo>
                <a:lnTo>
                  <a:pt x="933450" y="752475"/>
                </a:lnTo>
                <a:lnTo>
                  <a:pt x="933450" y="714375"/>
                </a:lnTo>
                <a:lnTo>
                  <a:pt x="981075" y="714375"/>
                </a:lnTo>
                <a:close/>
                <a:moveTo>
                  <a:pt x="1095375" y="704850"/>
                </a:moveTo>
                <a:lnTo>
                  <a:pt x="1143000" y="704850"/>
                </a:lnTo>
                <a:lnTo>
                  <a:pt x="1143000" y="714375"/>
                </a:lnTo>
                <a:lnTo>
                  <a:pt x="1095375" y="714375"/>
                </a:lnTo>
                <a:close/>
                <a:moveTo>
                  <a:pt x="857250" y="714375"/>
                </a:moveTo>
                <a:lnTo>
                  <a:pt x="866775" y="714375"/>
                </a:lnTo>
                <a:lnTo>
                  <a:pt x="866775" y="723900"/>
                </a:lnTo>
                <a:lnTo>
                  <a:pt x="857250" y="723900"/>
                </a:lnTo>
                <a:close/>
                <a:moveTo>
                  <a:pt x="180975" y="723900"/>
                </a:moveTo>
                <a:lnTo>
                  <a:pt x="190500" y="723900"/>
                </a:lnTo>
                <a:lnTo>
                  <a:pt x="190500" y="733425"/>
                </a:lnTo>
                <a:lnTo>
                  <a:pt x="180975" y="733425"/>
                </a:lnTo>
                <a:close/>
                <a:moveTo>
                  <a:pt x="581025" y="723900"/>
                </a:moveTo>
                <a:lnTo>
                  <a:pt x="590550" y="723900"/>
                </a:lnTo>
                <a:lnTo>
                  <a:pt x="590550" y="733425"/>
                </a:lnTo>
                <a:lnTo>
                  <a:pt x="581025" y="733425"/>
                </a:lnTo>
                <a:close/>
                <a:moveTo>
                  <a:pt x="447675" y="733425"/>
                </a:moveTo>
                <a:lnTo>
                  <a:pt x="457200" y="733425"/>
                </a:lnTo>
                <a:lnTo>
                  <a:pt x="457200" y="752475"/>
                </a:lnTo>
                <a:lnTo>
                  <a:pt x="447675" y="752475"/>
                </a:lnTo>
                <a:close/>
                <a:moveTo>
                  <a:pt x="495300" y="733425"/>
                </a:moveTo>
                <a:lnTo>
                  <a:pt x="514350" y="733425"/>
                </a:lnTo>
                <a:lnTo>
                  <a:pt x="514350" y="752475"/>
                </a:lnTo>
                <a:lnTo>
                  <a:pt x="504825" y="752475"/>
                </a:lnTo>
                <a:lnTo>
                  <a:pt x="504825" y="742950"/>
                </a:lnTo>
                <a:lnTo>
                  <a:pt x="495300" y="742950"/>
                </a:lnTo>
                <a:close/>
                <a:moveTo>
                  <a:pt x="914400" y="790575"/>
                </a:moveTo>
                <a:lnTo>
                  <a:pt x="923925" y="790575"/>
                </a:lnTo>
                <a:lnTo>
                  <a:pt x="923925" y="781050"/>
                </a:lnTo>
                <a:lnTo>
                  <a:pt x="895350" y="781050"/>
                </a:lnTo>
                <a:lnTo>
                  <a:pt x="895350" y="800100"/>
                </a:lnTo>
                <a:lnTo>
                  <a:pt x="885825" y="800100"/>
                </a:lnTo>
                <a:lnTo>
                  <a:pt x="885825" y="819150"/>
                </a:lnTo>
                <a:lnTo>
                  <a:pt x="895350" y="819150"/>
                </a:lnTo>
                <a:lnTo>
                  <a:pt x="895350" y="828675"/>
                </a:lnTo>
                <a:lnTo>
                  <a:pt x="914400" y="828675"/>
                </a:lnTo>
                <a:lnTo>
                  <a:pt x="914400" y="819150"/>
                </a:lnTo>
                <a:lnTo>
                  <a:pt x="923925" y="819150"/>
                </a:lnTo>
                <a:lnTo>
                  <a:pt x="923925" y="800100"/>
                </a:lnTo>
                <a:lnTo>
                  <a:pt x="914400" y="800100"/>
                </a:lnTo>
                <a:close/>
                <a:moveTo>
                  <a:pt x="857250" y="809625"/>
                </a:moveTo>
                <a:lnTo>
                  <a:pt x="866775" y="809625"/>
                </a:lnTo>
                <a:lnTo>
                  <a:pt x="866775" y="800100"/>
                </a:lnTo>
                <a:lnTo>
                  <a:pt x="857250" y="800100"/>
                </a:lnTo>
                <a:close/>
                <a:moveTo>
                  <a:pt x="933450" y="809625"/>
                </a:moveTo>
                <a:lnTo>
                  <a:pt x="942975" y="809625"/>
                </a:lnTo>
                <a:lnTo>
                  <a:pt x="942975" y="800100"/>
                </a:lnTo>
                <a:lnTo>
                  <a:pt x="933450" y="800100"/>
                </a:lnTo>
                <a:close/>
                <a:moveTo>
                  <a:pt x="1028700" y="809625"/>
                </a:moveTo>
                <a:lnTo>
                  <a:pt x="1047750" y="809625"/>
                </a:lnTo>
                <a:lnTo>
                  <a:pt x="1047750" y="800100"/>
                </a:lnTo>
                <a:lnTo>
                  <a:pt x="1019175" y="800100"/>
                </a:lnTo>
                <a:lnTo>
                  <a:pt x="1019175" y="828675"/>
                </a:lnTo>
                <a:lnTo>
                  <a:pt x="1028700" y="828675"/>
                </a:lnTo>
                <a:close/>
                <a:moveTo>
                  <a:pt x="295275" y="819150"/>
                </a:moveTo>
                <a:lnTo>
                  <a:pt x="314325" y="819150"/>
                </a:lnTo>
                <a:lnTo>
                  <a:pt x="314325" y="828675"/>
                </a:lnTo>
                <a:lnTo>
                  <a:pt x="295275" y="828675"/>
                </a:lnTo>
                <a:close/>
                <a:moveTo>
                  <a:pt x="571500" y="819150"/>
                </a:moveTo>
                <a:lnTo>
                  <a:pt x="581025" y="819150"/>
                </a:lnTo>
                <a:lnTo>
                  <a:pt x="581025" y="828675"/>
                </a:lnTo>
                <a:lnTo>
                  <a:pt x="571500" y="828675"/>
                </a:lnTo>
                <a:close/>
                <a:moveTo>
                  <a:pt x="190500" y="828675"/>
                </a:moveTo>
                <a:lnTo>
                  <a:pt x="200025" y="828675"/>
                </a:lnTo>
                <a:lnTo>
                  <a:pt x="200025" y="838200"/>
                </a:lnTo>
                <a:lnTo>
                  <a:pt x="190500" y="838200"/>
                </a:lnTo>
                <a:close/>
                <a:moveTo>
                  <a:pt x="238125" y="828675"/>
                </a:moveTo>
                <a:lnTo>
                  <a:pt x="257175" y="828675"/>
                </a:lnTo>
                <a:lnTo>
                  <a:pt x="257175" y="838200"/>
                </a:lnTo>
                <a:lnTo>
                  <a:pt x="238125" y="838200"/>
                </a:lnTo>
                <a:close/>
                <a:moveTo>
                  <a:pt x="1038225" y="828675"/>
                </a:moveTo>
                <a:lnTo>
                  <a:pt x="1047750" y="828675"/>
                </a:lnTo>
                <a:lnTo>
                  <a:pt x="1047750" y="819150"/>
                </a:lnTo>
                <a:lnTo>
                  <a:pt x="1038225" y="819150"/>
                </a:lnTo>
                <a:close/>
                <a:moveTo>
                  <a:pt x="1085850" y="828675"/>
                </a:moveTo>
                <a:lnTo>
                  <a:pt x="1104900" y="828675"/>
                </a:lnTo>
                <a:lnTo>
                  <a:pt x="1104900" y="838200"/>
                </a:lnTo>
                <a:lnTo>
                  <a:pt x="1085850" y="838200"/>
                </a:lnTo>
                <a:close/>
                <a:moveTo>
                  <a:pt x="1066800" y="838200"/>
                </a:moveTo>
                <a:lnTo>
                  <a:pt x="1076325" y="838200"/>
                </a:lnTo>
                <a:lnTo>
                  <a:pt x="1076325" y="847725"/>
                </a:lnTo>
                <a:lnTo>
                  <a:pt x="1066800" y="847725"/>
                </a:lnTo>
                <a:close/>
                <a:moveTo>
                  <a:pt x="762000" y="866775"/>
                </a:moveTo>
                <a:lnTo>
                  <a:pt x="800100" y="866775"/>
                </a:lnTo>
                <a:lnTo>
                  <a:pt x="800100" y="876300"/>
                </a:lnTo>
                <a:lnTo>
                  <a:pt x="819150" y="876300"/>
                </a:lnTo>
                <a:lnTo>
                  <a:pt x="819150" y="895350"/>
                </a:lnTo>
                <a:lnTo>
                  <a:pt x="838200" y="895350"/>
                </a:lnTo>
                <a:lnTo>
                  <a:pt x="838200" y="885825"/>
                </a:lnTo>
                <a:lnTo>
                  <a:pt x="847725" y="885825"/>
                </a:lnTo>
                <a:lnTo>
                  <a:pt x="847725" y="876300"/>
                </a:lnTo>
                <a:lnTo>
                  <a:pt x="885825" y="876300"/>
                </a:lnTo>
                <a:lnTo>
                  <a:pt x="885825" y="885825"/>
                </a:lnTo>
                <a:lnTo>
                  <a:pt x="895350" y="885825"/>
                </a:lnTo>
                <a:lnTo>
                  <a:pt x="895350" y="876300"/>
                </a:lnTo>
                <a:lnTo>
                  <a:pt x="904875" y="876300"/>
                </a:lnTo>
                <a:lnTo>
                  <a:pt x="904875" y="895350"/>
                </a:lnTo>
                <a:lnTo>
                  <a:pt x="933450" y="895350"/>
                </a:lnTo>
                <a:lnTo>
                  <a:pt x="933450" y="933450"/>
                </a:lnTo>
                <a:lnTo>
                  <a:pt x="923925" y="933450"/>
                </a:lnTo>
                <a:lnTo>
                  <a:pt x="923925" y="942975"/>
                </a:lnTo>
                <a:lnTo>
                  <a:pt x="904875" y="942975"/>
                </a:lnTo>
                <a:lnTo>
                  <a:pt x="904875" y="933450"/>
                </a:lnTo>
                <a:lnTo>
                  <a:pt x="866775" y="933450"/>
                </a:lnTo>
                <a:lnTo>
                  <a:pt x="866775" y="923925"/>
                </a:lnTo>
                <a:lnTo>
                  <a:pt x="876300" y="923925"/>
                </a:lnTo>
                <a:lnTo>
                  <a:pt x="876300" y="914400"/>
                </a:lnTo>
                <a:lnTo>
                  <a:pt x="866775" y="914400"/>
                </a:lnTo>
                <a:lnTo>
                  <a:pt x="866775" y="904875"/>
                </a:lnTo>
                <a:lnTo>
                  <a:pt x="876300" y="904875"/>
                </a:lnTo>
                <a:lnTo>
                  <a:pt x="876300" y="914400"/>
                </a:lnTo>
                <a:lnTo>
                  <a:pt x="895350" y="914400"/>
                </a:lnTo>
                <a:lnTo>
                  <a:pt x="895350" y="895350"/>
                </a:lnTo>
                <a:lnTo>
                  <a:pt x="866775" y="895350"/>
                </a:lnTo>
                <a:lnTo>
                  <a:pt x="866775" y="885825"/>
                </a:lnTo>
                <a:lnTo>
                  <a:pt x="847725" y="885825"/>
                </a:lnTo>
                <a:lnTo>
                  <a:pt x="847725" y="904875"/>
                </a:lnTo>
                <a:lnTo>
                  <a:pt x="857250" y="904875"/>
                </a:lnTo>
                <a:lnTo>
                  <a:pt x="857250" y="914400"/>
                </a:lnTo>
                <a:lnTo>
                  <a:pt x="847725" y="914400"/>
                </a:lnTo>
                <a:lnTo>
                  <a:pt x="847725" y="933450"/>
                </a:lnTo>
                <a:lnTo>
                  <a:pt x="790575" y="933450"/>
                </a:lnTo>
                <a:lnTo>
                  <a:pt x="790575" y="923925"/>
                </a:lnTo>
                <a:lnTo>
                  <a:pt x="781050" y="923925"/>
                </a:lnTo>
                <a:lnTo>
                  <a:pt x="781050" y="914400"/>
                </a:lnTo>
                <a:lnTo>
                  <a:pt x="790575" y="914400"/>
                </a:lnTo>
                <a:lnTo>
                  <a:pt x="790575" y="904875"/>
                </a:lnTo>
                <a:lnTo>
                  <a:pt x="800100" y="904875"/>
                </a:lnTo>
                <a:lnTo>
                  <a:pt x="800100" y="895350"/>
                </a:lnTo>
                <a:lnTo>
                  <a:pt x="790575" y="895350"/>
                </a:lnTo>
                <a:lnTo>
                  <a:pt x="790575" y="885825"/>
                </a:lnTo>
                <a:lnTo>
                  <a:pt x="771525" y="885825"/>
                </a:lnTo>
                <a:lnTo>
                  <a:pt x="771525" y="876300"/>
                </a:lnTo>
                <a:lnTo>
                  <a:pt x="762000" y="876300"/>
                </a:lnTo>
                <a:close/>
                <a:moveTo>
                  <a:pt x="952500" y="866775"/>
                </a:moveTo>
                <a:lnTo>
                  <a:pt x="981075" y="866775"/>
                </a:lnTo>
                <a:lnTo>
                  <a:pt x="981075" y="885825"/>
                </a:lnTo>
                <a:lnTo>
                  <a:pt x="971550" y="885825"/>
                </a:lnTo>
                <a:lnTo>
                  <a:pt x="971550" y="895350"/>
                </a:lnTo>
                <a:lnTo>
                  <a:pt x="942975" y="895350"/>
                </a:lnTo>
                <a:lnTo>
                  <a:pt x="942975" y="885825"/>
                </a:lnTo>
                <a:lnTo>
                  <a:pt x="933450" y="885825"/>
                </a:lnTo>
                <a:lnTo>
                  <a:pt x="933450" y="876300"/>
                </a:lnTo>
                <a:lnTo>
                  <a:pt x="952500" y="876300"/>
                </a:lnTo>
                <a:close/>
                <a:moveTo>
                  <a:pt x="1485900" y="885825"/>
                </a:moveTo>
                <a:lnTo>
                  <a:pt x="1495425" y="885825"/>
                </a:lnTo>
                <a:lnTo>
                  <a:pt x="1495425" y="895350"/>
                </a:lnTo>
                <a:lnTo>
                  <a:pt x="1485900" y="895350"/>
                </a:lnTo>
                <a:close/>
                <a:moveTo>
                  <a:pt x="200025" y="904875"/>
                </a:moveTo>
                <a:lnTo>
                  <a:pt x="219075" y="904875"/>
                </a:lnTo>
                <a:lnTo>
                  <a:pt x="219075" y="923925"/>
                </a:lnTo>
                <a:lnTo>
                  <a:pt x="190500" y="923925"/>
                </a:lnTo>
                <a:lnTo>
                  <a:pt x="190500" y="914400"/>
                </a:lnTo>
                <a:lnTo>
                  <a:pt x="200025" y="914400"/>
                </a:lnTo>
                <a:close/>
                <a:moveTo>
                  <a:pt x="1343025" y="914400"/>
                </a:moveTo>
                <a:lnTo>
                  <a:pt x="1362075" y="914400"/>
                </a:lnTo>
                <a:lnTo>
                  <a:pt x="1362075" y="923925"/>
                </a:lnTo>
                <a:lnTo>
                  <a:pt x="1390650" y="923925"/>
                </a:lnTo>
                <a:lnTo>
                  <a:pt x="1390650" y="933450"/>
                </a:lnTo>
                <a:lnTo>
                  <a:pt x="1381125" y="933450"/>
                </a:lnTo>
                <a:lnTo>
                  <a:pt x="1381125" y="942975"/>
                </a:lnTo>
                <a:lnTo>
                  <a:pt x="1362075" y="942975"/>
                </a:lnTo>
                <a:lnTo>
                  <a:pt x="1362075" y="933450"/>
                </a:lnTo>
                <a:lnTo>
                  <a:pt x="1333500" y="933450"/>
                </a:lnTo>
                <a:lnTo>
                  <a:pt x="1333500" y="923925"/>
                </a:lnTo>
                <a:lnTo>
                  <a:pt x="1343025" y="923925"/>
                </a:lnTo>
                <a:close/>
                <a:moveTo>
                  <a:pt x="1400175" y="914400"/>
                </a:moveTo>
                <a:lnTo>
                  <a:pt x="1409700" y="914400"/>
                </a:lnTo>
                <a:lnTo>
                  <a:pt x="1409700" y="923925"/>
                </a:lnTo>
                <a:lnTo>
                  <a:pt x="1447800" y="923925"/>
                </a:lnTo>
                <a:lnTo>
                  <a:pt x="1447800" y="933450"/>
                </a:lnTo>
                <a:lnTo>
                  <a:pt x="1400175" y="933450"/>
                </a:lnTo>
                <a:close/>
                <a:moveTo>
                  <a:pt x="180975" y="923925"/>
                </a:moveTo>
                <a:lnTo>
                  <a:pt x="190500" y="923925"/>
                </a:lnTo>
                <a:lnTo>
                  <a:pt x="190500" y="933450"/>
                </a:lnTo>
                <a:lnTo>
                  <a:pt x="180975" y="933450"/>
                </a:lnTo>
                <a:close/>
                <a:moveTo>
                  <a:pt x="752475" y="923925"/>
                </a:moveTo>
                <a:lnTo>
                  <a:pt x="762000" y="923925"/>
                </a:lnTo>
                <a:lnTo>
                  <a:pt x="762000" y="933450"/>
                </a:lnTo>
                <a:lnTo>
                  <a:pt x="752475" y="933450"/>
                </a:lnTo>
                <a:close/>
                <a:moveTo>
                  <a:pt x="962025" y="923925"/>
                </a:moveTo>
                <a:lnTo>
                  <a:pt x="981075" y="923925"/>
                </a:lnTo>
                <a:lnTo>
                  <a:pt x="981075" y="933450"/>
                </a:lnTo>
                <a:lnTo>
                  <a:pt x="962025" y="933450"/>
                </a:lnTo>
                <a:close/>
                <a:moveTo>
                  <a:pt x="1200150" y="923925"/>
                </a:moveTo>
                <a:lnTo>
                  <a:pt x="1219200" y="923925"/>
                </a:lnTo>
                <a:lnTo>
                  <a:pt x="1219200" y="933450"/>
                </a:lnTo>
                <a:lnTo>
                  <a:pt x="1200150" y="933450"/>
                </a:lnTo>
                <a:close/>
                <a:moveTo>
                  <a:pt x="1304925" y="923925"/>
                </a:moveTo>
                <a:lnTo>
                  <a:pt x="1323975" y="923925"/>
                </a:lnTo>
                <a:lnTo>
                  <a:pt x="1323975" y="933450"/>
                </a:lnTo>
                <a:lnTo>
                  <a:pt x="1333500" y="933450"/>
                </a:lnTo>
                <a:lnTo>
                  <a:pt x="1333500" y="952500"/>
                </a:lnTo>
                <a:lnTo>
                  <a:pt x="1314450" y="952500"/>
                </a:lnTo>
                <a:lnTo>
                  <a:pt x="1314450" y="942975"/>
                </a:lnTo>
                <a:lnTo>
                  <a:pt x="1304925" y="942975"/>
                </a:lnTo>
                <a:close/>
                <a:moveTo>
                  <a:pt x="1466850" y="923925"/>
                </a:moveTo>
                <a:lnTo>
                  <a:pt x="1485900" y="923925"/>
                </a:lnTo>
                <a:lnTo>
                  <a:pt x="1485900" y="933450"/>
                </a:lnTo>
                <a:lnTo>
                  <a:pt x="1514475" y="933450"/>
                </a:lnTo>
                <a:lnTo>
                  <a:pt x="1514475" y="952500"/>
                </a:lnTo>
                <a:lnTo>
                  <a:pt x="1495425" y="952500"/>
                </a:lnTo>
                <a:lnTo>
                  <a:pt x="1495425" y="942975"/>
                </a:lnTo>
                <a:lnTo>
                  <a:pt x="1476375" y="942975"/>
                </a:lnTo>
                <a:lnTo>
                  <a:pt x="1476375" y="933450"/>
                </a:lnTo>
                <a:lnTo>
                  <a:pt x="1466850" y="933450"/>
                </a:lnTo>
                <a:close/>
                <a:moveTo>
                  <a:pt x="1028700" y="933450"/>
                </a:moveTo>
                <a:lnTo>
                  <a:pt x="1047750" y="933450"/>
                </a:lnTo>
                <a:lnTo>
                  <a:pt x="1047750" y="942975"/>
                </a:lnTo>
                <a:lnTo>
                  <a:pt x="1028700" y="942975"/>
                </a:lnTo>
                <a:close/>
                <a:moveTo>
                  <a:pt x="942975" y="990600"/>
                </a:moveTo>
                <a:lnTo>
                  <a:pt x="962025" y="990600"/>
                </a:lnTo>
                <a:lnTo>
                  <a:pt x="962025" y="1000125"/>
                </a:lnTo>
                <a:lnTo>
                  <a:pt x="1009650" y="1000125"/>
                </a:lnTo>
                <a:lnTo>
                  <a:pt x="1009650" y="1009650"/>
                </a:lnTo>
                <a:lnTo>
                  <a:pt x="1019175" y="1009650"/>
                </a:lnTo>
                <a:lnTo>
                  <a:pt x="1019175" y="1019175"/>
                </a:lnTo>
                <a:lnTo>
                  <a:pt x="1028700" y="1019175"/>
                </a:lnTo>
                <a:lnTo>
                  <a:pt x="1028700" y="1009650"/>
                </a:lnTo>
                <a:lnTo>
                  <a:pt x="1047750" y="1009650"/>
                </a:lnTo>
                <a:lnTo>
                  <a:pt x="1047750" y="1000125"/>
                </a:lnTo>
                <a:lnTo>
                  <a:pt x="1076325" y="1000125"/>
                </a:lnTo>
                <a:lnTo>
                  <a:pt x="1076325" y="1009650"/>
                </a:lnTo>
                <a:lnTo>
                  <a:pt x="1085850" y="1009650"/>
                </a:lnTo>
                <a:lnTo>
                  <a:pt x="1085850" y="1000125"/>
                </a:lnTo>
                <a:lnTo>
                  <a:pt x="1104900" y="1000125"/>
                </a:lnTo>
                <a:lnTo>
                  <a:pt x="1104900" y="1009650"/>
                </a:lnTo>
                <a:lnTo>
                  <a:pt x="1085850" y="1009650"/>
                </a:lnTo>
                <a:lnTo>
                  <a:pt x="1085850" y="1019175"/>
                </a:lnTo>
                <a:lnTo>
                  <a:pt x="1038225" y="1019175"/>
                </a:lnTo>
                <a:lnTo>
                  <a:pt x="1038225" y="1028700"/>
                </a:lnTo>
                <a:lnTo>
                  <a:pt x="990600" y="1028700"/>
                </a:lnTo>
                <a:lnTo>
                  <a:pt x="990600" y="1019175"/>
                </a:lnTo>
                <a:lnTo>
                  <a:pt x="981075" y="1019175"/>
                </a:lnTo>
                <a:lnTo>
                  <a:pt x="981075" y="1028700"/>
                </a:lnTo>
                <a:lnTo>
                  <a:pt x="962025" y="1028700"/>
                </a:lnTo>
                <a:lnTo>
                  <a:pt x="962025" y="1038225"/>
                </a:lnTo>
                <a:lnTo>
                  <a:pt x="952500" y="1038225"/>
                </a:lnTo>
                <a:lnTo>
                  <a:pt x="952500" y="1028700"/>
                </a:lnTo>
                <a:lnTo>
                  <a:pt x="885825" y="1028700"/>
                </a:lnTo>
                <a:lnTo>
                  <a:pt x="885825" y="1019175"/>
                </a:lnTo>
                <a:lnTo>
                  <a:pt x="857250" y="1019175"/>
                </a:lnTo>
                <a:lnTo>
                  <a:pt x="857250" y="1028700"/>
                </a:lnTo>
                <a:lnTo>
                  <a:pt x="847725" y="1028700"/>
                </a:lnTo>
                <a:lnTo>
                  <a:pt x="847725" y="1009650"/>
                </a:lnTo>
                <a:lnTo>
                  <a:pt x="838200" y="1009650"/>
                </a:lnTo>
                <a:lnTo>
                  <a:pt x="838200" y="1000125"/>
                </a:lnTo>
                <a:lnTo>
                  <a:pt x="876300" y="1000125"/>
                </a:lnTo>
                <a:lnTo>
                  <a:pt x="876300" y="1009650"/>
                </a:lnTo>
                <a:lnTo>
                  <a:pt x="895350" y="1009650"/>
                </a:lnTo>
                <a:lnTo>
                  <a:pt x="895350" y="1019175"/>
                </a:lnTo>
                <a:lnTo>
                  <a:pt x="904875" y="1019175"/>
                </a:lnTo>
                <a:lnTo>
                  <a:pt x="904875" y="1009650"/>
                </a:lnTo>
                <a:lnTo>
                  <a:pt x="933450" y="1009650"/>
                </a:lnTo>
                <a:lnTo>
                  <a:pt x="933450" y="1000125"/>
                </a:lnTo>
                <a:lnTo>
                  <a:pt x="942975" y="1000125"/>
                </a:lnTo>
                <a:close/>
                <a:moveTo>
                  <a:pt x="1133475" y="990600"/>
                </a:moveTo>
                <a:lnTo>
                  <a:pt x="1143000" y="990600"/>
                </a:lnTo>
                <a:lnTo>
                  <a:pt x="1143000" y="1000125"/>
                </a:lnTo>
                <a:lnTo>
                  <a:pt x="1133475" y="1000125"/>
                </a:lnTo>
                <a:close/>
                <a:moveTo>
                  <a:pt x="590550" y="1000125"/>
                </a:moveTo>
                <a:lnTo>
                  <a:pt x="628650" y="1000125"/>
                </a:lnTo>
                <a:lnTo>
                  <a:pt x="628650" y="1009650"/>
                </a:lnTo>
                <a:lnTo>
                  <a:pt x="590550" y="1009650"/>
                </a:lnTo>
                <a:close/>
                <a:moveTo>
                  <a:pt x="657225" y="1000125"/>
                </a:moveTo>
                <a:lnTo>
                  <a:pt x="695325" y="1000125"/>
                </a:lnTo>
                <a:lnTo>
                  <a:pt x="695325" y="1009650"/>
                </a:lnTo>
                <a:lnTo>
                  <a:pt x="685800" y="1009650"/>
                </a:lnTo>
                <a:lnTo>
                  <a:pt x="685800" y="1019175"/>
                </a:lnTo>
                <a:lnTo>
                  <a:pt x="676275" y="1019175"/>
                </a:lnTo>
                <a:lnTo>
                  <a:pt x="676275" y="1009650"/>
                </a:lnTo>
                <a:lnTo>
                  <a:pt x="657225" y="1009650"/>
                </a:lnTo>
                <a:close/>
                <a:moveTo>
                  <a:pt x="762000" y="1000125"/>
                </a:moveTo>
                <a:lnTo>
                  <a:pt x="819150" y="1000125"/>
                </a:lnTo>
                <a:lnTo>
                  <a:pt x="819150" y="1019175"/>
                </a:lnTo>
                <a:lnTo>
                  <a:pt x="809625" y="1019175"/>
                </a:lnTo>
                <a:lnTo>
                  <a:pt x="809625" y="1028700"/>
                </a:lnTo>
                <a:lnTo>
                  <a:pt x="790575" y="1028700"/>
                </a:lnTo>
                <a:lnTo>
                  <a:pt x="790575" y="1009650"/>
                </a:lnTo>
                <a:lnTo>
                  <a:pt x="762000" y="1009650"/>
                </a:lnTo>
                <a:close/>
                <a:moveTo>
                  <a:pt x="1143000" y="1000125"/>
                </a:moveTo>
                <a:lnTo>
                  <a:pt x="1152525" y="1000125"/>
                </a:lnTo>
                <a:lnTo>
                  <a:pt x="1152525" y="1009650"/>
                </a:lnTo>
                <a:lnTo>
                  <a:pt x="1143000" y="1009650"/>
                </a:lnTo>
                <a:close/>
                <a:moveTo>
                  <a:pt x="1209675" y="1000125"/>
                </a:moveTo>
                <a:lnTo>
                  <a:pt x="1219200" y="1000125"/>
                </a:lnTo>
                <a:lnTo>
                  <a:pt x="1219200" y="1009650"/>
                </a:lnTo>
                <a:lnTo>
                  <a:pt x="1209675" y="1009650"/>
                </a:lnTo>
                <a:close/>
                <a:moveTo>
                  <a:pt x="1400175" y="1000125"/>
                </a:moveTo>
                <a:lnTo>
                  <a:pt x="1409700" y="1000125"/>
                </a:lnTo>
                <a:lnTo>
                  <a:pt x="1409700" y="1009650"/>
                </a:lnTo>
                <a:lnTo>
                  <a:pt x="1400175" y="1009650"/>
                </a:lnTo>
                <a:close/>
                <a:moveTo>
                  <a:pt x="514350" y="1009650"/>
                </a:moveTo>
                <a:lnTo>
                  <a:pt x="533400" y="1009650"/>
                </a:lnTo>
                <a:lnTo>
                  <a:pt x="533400" y="1019175"/>
                </a:lnTo>
                <a:lnTo>
                  <a:pt x="514350" y="1019175"/>
                </a:lnTo>
                <a:close/>
                <a:moveTo>
                  <a:pt x="552450" y="1009650"/>
                </a:moveTo>
                <a:lnTo>
                  <a:pt x="561975" y="1009650"/>
                </a:lnTo>
                <a:lnTo>
                  <a:pt x="561975" y="1019175"/>
                </a:lnTo>
                <a:lnTo>
                  <a:pt x="552450" y="1019175"/>
                </a:lnTo>
                <a:close/>
                <a:moveTo>
                  <a:pt x="828675" y="1009650"/>
                </a:moveTo>
                <a:lnTo>
                  <a:pt x="838200" y="1009650"/>
                </a:lnTo>
                <a:lnTo>
                  <a:pt x="838200" y="1019175"/>
                </a:lnTo>
                <a:lnTo>
                  <a:pt x="828675" y="1019175"/>
                </a:lnTo>
                <a:close/>
                <a:moveTo>
                  <a:pt x="1104900" y="1028700"/>
                </a:moveTo>
                <a:lnTo>
                  <a:pt x="1114425" y="1028700"/>
                </a:lnTo>
                <a:lnTo>
                  <a:pt x="1114425" y="1047750"/>
                </a:lnTo>
                <a:lnTo>
                  <a:pt x="1104900" y="1047750"/>
                </a:lnTo>
                <a:close/>
                <a:moveTo>
                  <a:pt x="219075" y="1057275"/>
                </a:moveTo>
                <a:lnTo>
                  <a:pt x="238125" y="1057275"/>
                </a:lnTo>
                <a:lnTo>
                  <a:pt x="238125" y="1066800"/>
                </a:lnTo>
                <a:lnTo>
                  <a:pt x="219075" y="1066800"/>
                </a:lnTo>
                <a:close/>
                <a:moveTo>
                  <a:pt x="257175" y="1066800"/>
                </a:moveTo>
                <a:lnTo>
                  <a:pt x="276225" y="1066800"/>
                </a:lnTo>
                <a:lnTo>
                  <a:pt x="276225" y="1076325"/>
                </a:lnTo>
                <a:lnTo>
                  <a:pt x="285750" y="1076325"/>
                </a:lnTo>
                <a:lnTo>
                  <a:pt x="285750" y="1085850"/>
                </a:lnTo>
                <a:lnTo>
                  <a:pt x="295275" y="1085850"/>
                </a:lnTo>
                <a:lnTo>
                  <a:pt x="295275" y="1104900"/>
                </a:lnTo>
                <a:lnTo>
                  <a:pt x="276225" y="1104900"/>
                </a:lnTo>
                <a:lnTo>
                  <a:pt x="276225" y="1095375"/>
                </a:lnTo>
                <a:lnTo>
                  <a:pt x="257175" y="1095375"/>
                </a:lnTo>
                <a:lnTo>
                  <a:pt x="257175" y="1085850"/>
                </a:lnTo>
                <a:lnTo>
                  <a:pt x="247650" y="1085850"/>
                </a:lnTo>
                <a:lnTo>
                  <a:pt x="247650" y="1095375"/>
                </a:lnTo>
                <a:lnTo>
                  <a:pt x="228600" y="1095375"/>
                </a:lnTo>
                <a:lnTo>
                  <a:pt x="228600" y="1104900"/>
                </a:lnTo>
                <a:lnTo>
                  <a:pt x="209550" y="1104900"/>
                </a:lnTo>
                <a:lnTo>
                  <a:pt x="209550" y="1095375"/>
                </a:lnTo>
                <a:lnTo>
                  <a:pt x="200025" y="1095375"/>
                </a:lnTo>
                <a:lnTo>
                  <a:pt x="200025" y="1076325"/>
                </a:lnTo>
                <a:lnTo>
                  <a:pt x="257175" y="1076325"/>
                </a:lnTo>
                <a:close/>
                <a:moveTo>
                  <a:pt x="390525" y="1066800"/>
                </a:moveTo>
                <a:lnTo>
                  <a:pt x="400050" y="1066800"/>
                </a:lnTo>
                <a:lnTo>
                  <a:pt x="400050" y="1076325"/>
                </a:lnTo>
                <a:lnTo>
                  <a:pt x="390525" y="1076325"/>
                </a:lnTo>
                <a:close/>
                <a:moveTo>
                  <a:pt x="504825" y="1076325"/>
                </a:moveTo>
                <a:lnTo>
                  <a:pt x="514350" y="1076325"/>
                </a:lnTo>
                <a:lnTo>
                  <a:pt x="514350" y="1095375"/>
                </a:lnTo>
                <a:lnTo>
                  <a:pt x="495300" y="1095375"/>
                </a:lnTo>
                <a:lnTo>
                  <a:pt x="495300" y="1085850"/>
                </a:lnTo>
                <a:lnTo>
                  <a:pt x="504825" y="1085850"/>
                </a:lnTo>
                <a:close/>
                <a:moveTo>
                  <a:pt x="1085850" y="1076325"/>
                </a:moveTo>
                <a:lnTo>
                  <a:pt x="1104900" y="1076325"/>
                </a:lnTo>
                <a:lnTo>
                  <a:pt x="1104900" y="1085850"/>
                </a:lnTo>
                <a:lnTo>
                  <a:pt x="1114425" y="1085850"/>
                </a:lnTo>
                <a:lnTo>
                  <a:pt x="1114425" y="1095375"/>
                </a:lnTo>
                <a:lnTo>
                  <a:pt x="1085850" y="1095375"/>
                </a:lnTo>
                <a:lnTo>
                  <a:pt x="1085850" y="1104900"/>
                </a:lnTo>
                <a:lnTo>
                  <a:pt x="1076325" y="1104900"/>
                </a:lnTo>
                <a:lnTo>
                  <a:pt x="1076325" y="1085850"/>
                </a:lnTo>
                <a:lnTo>
                  <a:pt x="1085850" y="1085850"/>
                </a:lnTo>
                <a:close/>
                <a:moveTo>
                  <a:pt x="1695450" y="1085850"/>
                </a:moveTo>
                <a:lnTo>
                  <a:pt x="1704975" y="1085850"/>
                </a:lnTo>
                <a:lnTo>
                  <a:pt x="1704975" y="1104900"/>
                </a:lnTo>
                <a:lnTo>
                  <a:pt x="1695450" y="1104900"/>
                </a:lnTo>
                <a:close/>
                <a:moveTo>
                  <a:pt x="809625" y="1095375"/>
                </a:moveTo>
                <a:lnTo>
                  <a:pt x="828675" y="1095375"/>
                </a:lnTo>
                <a:lnTo>
                  <a:pt x="828675" y="1104900"/>
                </a:lnTo>
                <a:lnTo>
                  <a:pt x="809625" y="1104900"/>
                </a:lnTo>
                <a:close/>
                <a:moveTo>
                  <a:pt x="895350" y="1095375"/>
                </a:moveTo>
                <a:lnTo>
                  <a:pt x="914400" y="1095375"/>
                </a:lnTo>
                <a:lnTo>
                  <a:pt x="914400" y="1104900"/>
                </a:lnTo>
                <a:lnTo>
                  <a:pt x="895350" y="1104900"/>
                </a:lnTo>
                <a:close/>
                <a:moveTo>
                  <a:pt x="314325" y="1123950"/>
                </a:moveTo>
                <a:lnTo>
                  <a:pt x="342900" y="1123950"/>
                </a:lnTo>
                <a:lnTo>
                  <a:pt x="342900" y="1143000"/>
                </a:lnTo>
                <a:lnTo>
                  <a:pt x="333375" y="1143000"/>
                </a:lnTo>
                <a:lnTo>
                  <a:pt x="333375" y="1162050"/>
                </a:lnTo>
                <a:lnTo>
                  <a:pt x="361950" y="1162050"/>
                </a:lnTo>
                <a:lnTo>
                  <a:pt x="361950" y="1152525"/>
                </a:lnTo>
                <a:lnTo>
                  <a:pt x="381000" y="1152525"/>
                </a:lnTo>
                <a:lnTo>
                  <a:pt x="381000" y="1162050"/>
                </a:lnTo>
                <a:lnTo>
                  <a:pt x="361950" y="1162050"/>
                </a:lnTo>
                <a:lnTo>
                  <a:pt x="361950" y="1171575"/>
                </a:lnTo>
                <a:lnTo>
                  <a:pt x="304800" y="1171575"/>
                </a:lnTo>
                <a:lnTo>
                  <a:pt x="304800" y="1162050"/>
                </a:lnTo>
                <a:lnTo>
                  <a:pt x="285750" y="1162050"/>
                </a:lnTo>
                <a:lnTo>
                  <a:pt x="285750" y="1152525"/>
                </a:lnTo>
                <a:lnTo>
                  <a:pt x="276225" y="1152525"/>
                </a:lnTo>
                <a:lnTo>
                  <a:pt x="276225" y="1133475"/>
                </a:lnTo>
                <a:lnTo>
                  <a:pt x="304800" y="1133475"/>
                </a:lnTo>
                <a:lnTo>
                  <a:pt x="304800" y="1162050"/>
                </a:lnTo>
                <a:lnTo>
                  <a:pt x="323850" y="1162050"/>
                </a:lnTo>
                <a:lnTo>
                  <a:pt x="323850" y="1152525"/>
                </a:lnTo>
                <a:lnTo>
                  <a:pt x="314325" y="1152525"/>
                </a:lnTo>
                <a:close/>
                <a:moveTo>
                  <a:pt x="352425" y="1123950"/>
                </a:moveTo>
                <a:lnTo>
                  <a:pt x="361950" y="1123950"/>
                </a:lnTo>
                <a:lnTo>
                  <a:pt x="361950" y="1133475"/>
                </a:lnTo>
                <a:lnTo>
                  <a:pt x="352425" y="1133475"/>
                </a:lnTo>
                <a:close/>
                <a:moveTo>
                  <a:pt x="1695450" y="1123950"/>
                </a:moveTo>
                <a:lnTo>
                  <a:pt x="1704975" y="1123950"/>
                </a:lnTo>
                <a:lnTo>
                  <a:pt x="1704975" y="1133475"/>
                </a:lnTo>
                <a:lnTo>
                  <a:pt x="1714500" y="1133475"/>
                </a:lnTo>
                <a:lnTo>
                  <a:pt x="1714500" y="1123950"/>
                </a:lnTo>
                <a:lnTo>
                  <a:pt x="1724025" y="1123950"/>
                </a:lnTo>
                <a:lnTo>
                  <a:pt x="1724025" y="1143000"/>
                </a:lnTo>
                <a:lnTo>
                  <a:pt x="1714500" y="1143000"/>
                </a:lnTo>
                <a:lnTo>
                  <a:pt x="1714500" y="1171575"/>
                </a:lnTo>
                <a:lnTo>
                  <a:pt x="1733550" y="1171575"/>
                </a:lnTo>
                <a:lnTo>
                  <a:pt x="1733550" y="1228725"/>
                </a:lnTo>
                <a:lnTo>
                  <a:pt x="1714500" y="1228725"/>
                </a:lnTo>
                <a:lnTo>
                  <a:pt x="1714500" y="1257300"/>
                </a:lnTo>
                <a:lnTo>
                  <a:pt x="1724025" y="1257300"/>
                </a:lnTo>
                <a:lnTo>
                  <a:pt x="1724025" y="1266825"/>
                </a:lnTo>
                <a:lnTo>
                  <a:pt x="1704975" y="1266825"/>
                </a:lnTo>
                <a:lnTo>
                  <a:pt x="1704975" y="1238250"/>
                </a:lnTo>
                <a:lnTo>
                  <a:pt x="1695450" y="1238250"/>
                </a:lnTo>
                <a:lnTo>
                  <a:pt x="1695450" y="1162050"/>
                </a:lnTo>
                <a:lnTo>
                  <a:pt x="1685925" y="1162050"/>
                </a:lnTo>
                <a:lnTo>
                  <a:pt x="1685925" y="1133475"/>
                </a:lnTo>
                <a:lnTo>
                  <a:pt x="1695450" y="1133475"/>
                </a:lnTo>
                <a:close/>
                <a:moveTo>
                  <a:pt x="381000" y="1133475"/>
                </a:moveTo>
                <a:lnTo>
                  <a:pt x="400050" y="1133475"/>
                </a:lnTo>
                <a:lnTo>
                  <a:pt x="400050" y="1143000"/>
                </a:lnTo>
                <a:lnTo>
                  <a:pt x="381000" y="1143000"/>
                </a:lnTo>
                <a:close/>
                <a:moveTo>
                  <a:pt x="923925" y="1133475"/>
                </a:moveTo>
                <a:lnTo>
                  <a:pt x="942975" y="1133475"/>
                </a:lnTo>
                <a:lnTo>
                  <a:pt x="942975" y="1143000"/>
                </a:lnTo>
                <a:lnTo>
                  <a:pt x="923925" y="1143000"/>
                </a:lnTo>
                <a:close/>
                <a:moveTo>
                  <a:pt x="990600" y="1133475"/>
                </a:moveTo>
                <a:lnTo>
                  <a:pt x="1009650" y="1133475"/>
                </a:lnTo>
                <a:lnTo>
                  <a:pt x="1009650" y="1143000"/>
                </a:lnTo>
                <a:lnTo>
                  <a:pt x="990600" y="1143000"/>
                </a:lnTo>
                <a:close/>
                <a:moveTo>
                  <a:pt x="1171575" y="1133475"/>
                </a:moveTo>
                <a:lnTo>
                  <a:pt x="1181100" y="1133475"/>
                </a:lnTo>
                <a:lnTo>
                  <a:pt x="1181100" y="1152525"/>
                </a:lnTo>
                <a:lnTo>
                  <a:pt x="1190625" y="1152525"/>
                </a:lnTo>
                <a:lnTo>
                  <a:pt x="1190625" y="1162050"/>
                </a:lnTo>
                <a:lnTo>
                  <a:pt x="1162050" y="1162050"/>
                </a:lnTo>
                <a:lnTo>
                  <a:pt x="1162050" y="1152525"/>
                </a:lnTo>
                <a:lnTo>
                  <a:pt x="1171575" y="1152525"/>
                </a:lnTo>
                <a:close/>
                <a:moveTo>
                  <a:pt x="1247775" y="1133475"/>
                </a:moveTo>
                <a:lnTo>
                  <a:pt x="1257300" y="1133475"/>
                </a:lnTo>
                <a:lnTo>
                  <a:pt x="1257300" y="1143000"/>
                </a:lnTo>
                <a:lnTo>
                  <a:pt x="1247775" y="1143000"/>
                </a:lnTo>
                <a:close/>
                <a:moveTo>
                  <a:pt x="438150" y="1143000"/>
                </a:moveTo>
                <a:lnTo>
                  <a:pt x="447675" y="1143000"/>
                </a:lnTo>
                <a:lnTo>
                  <a:pt x="447675" y="1152525"/>
                </a:lnTo>
                <a:lnTo>
                  <a:pt x="438150" y="1152525"/>
                </a:lnTo>
                <a:close/>
                <a:moveTo>
                  <a:pt x="790575" y="1143000"/>
                </a:moveTo>
                <a:lnTo>
                  <a:pt x="809625" y="1143000"/>
                </a:lnTo>
                <a:lnTo>
                  <a:pt x="809625" y="1152525"/>
                </a:lnTo>
                <a:lnTo>
                  <a:pt x="800100" y="1152525"/>
                </a:lnTo>
                <a:lnTo>
                  <a:pt x="800100" y="1162050"/>
                </a:lnTo>
                <a:lnTo>
                  <a:pt x="790575" y="1162050"/>
                </a:lnTo>
                <a:close/>
                <a:moveTo>
                  <a:pt x="1209675" y="1143000"/>
                </a:moveTo>
                <a:lnTo>
                  <a:pt x="1219200" y="1143000"/>
                </a:lnTo>
                <a:lnTo>
                  <a:pt x="1219200" y="1152525"/>
                </a:lnTo>
                <a:lnTo>
                  <a:pt x="1209675" y="1152525"/>
                </a:lnTo>
                <a:close/>
                <a:moveTo>
                  <a:pt x="409575" y="1152525"/>
                </a:moveTo>
                <a:lnTo>
                  <a:pt x="428625" y="1152525"/>
                </a:lnTo>
                <a:lnTo>
                  <a:pt x="428625" y="1162050"/>
                </a:lnTo>
                <a:lnTo>
                  <a:pt x="409575" y="1162050"/>
                </a:lnTo>
                <a:close/>
                <a:moveTo>
                  <a:pt x="514350" y="1152525"/>
                </a:moveTo>
                <a:lnTo>
                  <a:pt x="533400" y="1152525"/>
                </a:lnTo>
                <a:lnTo>
                  <a:pt x="533400" y="1171575"/>
                </a:lnTo>
                <a:lnTo>
                  <a:pt x="495300" y="1171575"/>
                </a:lnTo>
                <a:lnTo>
                  <a:pt x="495300" y="1162050"/>
                </a:lnTo>
                <a:lnTo>
                  <a:pt x="514350" y="1162050"/>
                </a:lnTo>
                <a:close/>
                <a:moveTo>
                  <a:pt x="561975" y="1152525"/>
                </a:moveTo>
                <a:lnTo>
                  <a:pt x="571500" y="1152525"/>
                </a:lnTo>
                <a:lnTo>
                  <a:pt x="571500" y="1162050"/>
                </a:lnTo>
                <a:lnTo>
                  <a:pt x="561975" y="1162050"/>
                </a:lnTo>
                <a:close/>
                <a:moveTo>
                  <a:pt x="581025" y="1152525"/>
                </a:moveTo>
                <a:lnTo>
                  <a:pt x="609600" y="1152525"/>
                </a:lnTo>
                <a:lnTo>
                  <a:pt x="609600" y="1162050"/>
                </a:lnTo>
                <a:lnTo>
                  <a:pt x="590550" y="1162050"/>
                </a:lnTo>
                <a:lnTo>
                  <a:pt x="590550" y="1171575"/>
                </a:lnTo>
                <a:lnTo>
                  <a:pt x="581025" y="1171575"/>
                </a:lnTo>
                <a:close/>
                <a:moveTo>
                  <a:pt x="638175" y="1152525"/>
                </a:moveTo>
                <a:lnTo>
                  <a:pt x="647700" y="1152525"/>
                </a:lnTo>
                <a:lnTo>
                  <a:pt x="647700" y="1162050"/>
                </a:lnTo>
                <a:lnTo>
                  <a:pt x="638175" y="1162050"/>
                </a:lnTo>
                <a:close/>
                <a:moveTo>
                  <a:pt x="657225" y="1152525"/>
                </a:moveTo>
                <a:lnTo>
                  <a:pt x="723900" y="1152525"/>
                </a:lnTo>
                <a:lnTo>
                  <a:pt x="723900" y="1162050"/>
                </a:lnTo>
                <a:lnTo>
                  <a:pt x="695325" y="1162050"/>
                </a:lnTo>
                <a:lnTo>
                  <a:pt x="695325" y="1171575"/>
                </a:lnTo>
                <a:lnTo>
                  <a:pt x="685800" y="1171575"/>
                </a:lnTo>
                <a:lnTo>
                  <a:pt x="685800" y="1162050"/>
                </a:lnTo>
                <a:lnTo>
                  <a:pt x="657225" y="1162050"/>
                </a:lnTo>
                <a:close/>
                <a:moveTo>
                  <a:pt x="742950" y="1152525"/>
                </a:moveTo>
                <a:lnTo>
                  <a:pt x="781050" y="1152525"/>
                </a:lnTo>
                <a:lnTo>
                  <a:pt x="781050" y="1162050"/>
                </a:lnTo>
                <a:lnTo>
                  <a:pt x="742950" y="1162050"/>
                </a:lnTo>
                <a:close/>
                <a:moveTo>
                  <a:pt x="914400" y="1152525"/>
                </a:moveTo>
                <a:lnTo>
                  <a:pt x="942975" y="1152525"/>
                </a:lnTo>
                <a:lnTo>
                  <a:pt x="942975" y="1162050"/>
                </a:lnTo>
                <a:lnTo>
                  <a:pt x="914400" y="1162050"/>
                </a:lnTo>
                <a:close/>
                <a:moveTo>
                  <a:pt x="1228725" y="1152525"/>
                </a:moveTo>
                <a:lnTo>
                  <a:pt x="1247775" y="1152525"/>
                </a:lnTo>
                <a:lnTo>
                  <a:pt x="1247775" y="1162050"/>
                </a:lnTo>
                <a:lnTo>
                  <a:pt x="1228725" y="1162050"/>
                </a:lnTo>
                <a:close/>
                <a:moveTo>
                  <a:pt x="1438275" y="1152525"/>
                </a:moveTo>
                <a:lnTo>
                  <a:pt x="1447800" y="1152525"/>
                </a:lnTo>
                <a:lnTo>
                  <a:pt x="1447800" y="1162050"/>
                </a:lnTo>
                <a:lnTo>
                  <a:pt x="1438275" y="1162050"/>
                </a:lnTo>
                <a:close/>
                <a:moveTo>
                  <a:pt x="1457325" y="1152525"/>
                </a:moveTo>
                <a:lnTo>
                  <a:pt x="1466850" y="1152525"/>
                </a:lnTo>
                <a:lnTo>
                  <a:pt x="1466850" y="1162050"/>
                </a:lnTo>
                <a:lnTo>
                  <a:pt x="1457325" y="1162050"/>
                </a:lnTo>
                <a:close/>
                <a:moveTo>
                  <a:pt x="1724025" y="1152525"/>
                </a:moveTo>
                <a:lnTo>
                  <a:pt x="1733550" y="1152525"/>
                </a:lnTo>
                <a:lnTo>
                  <a:pt x="1733550" y="1162050"/>
                </a:lnTo>
                <a:lnTo>
                  <a:pt x="1724025" y="1162050"/>
                </a:lnTo>
                <a:close/>
                <a:moveTo>
                  <a:pt x="390525" y="1162050"/>
                </a:moveTo>
                <a:lnTo>
                  <a:pt x="409575" y="1162050"/>
                </a:lnTo>
                <a:lnTo>
                  <a:pt x="409575" y="1171575"/>
                </a:lnTo>
                <a:lnTo>
                  <a:pt x="390525" y="1171575"/>
                </a:lnTo>
                <a:close/>
                <a:moveTo>
                  <a:pt x="781050" y="1162050"/>
                </a:moveTo>
                <a:lnTo>
                  <a:pt x="790575" y="1162050"/>
                </a:lnTo>
                <a:lnTo>
                  <a:pt x="790575" y="1171575"/>
                </a:lnTo>
                <a:lnTo>
                  <a:pt x="781050" y="1171575"/>
                </a:lnTo>
                <a:close/>
                <a:moveTo>
                  <a:pt x="152400" y="1571625"/>
                </a:moveTo>
                <a:lnTo>
                  <a:pt x="161925" y="1571625"/>
                </a:lnTo>
                <a:lnTo>
                  <a:pt x="161925" y="1590675"/>
                </a:lnTo>
                <a:lnTo>
                  <a:pt x="152400" y="1590675"/>
                </a:lnTo>
                <a:close/>
                <a:moveTo>
                  <a:pt x="1685925" y="1724025"/>
                </a:moveTo>
                <a:lnTo>
                  <a:pt x="1695450" y="1724025"/>
                </a:lnTo>
                <a:lnTo>
                  <a:pt x="1695450" y="1733550"/>
                </a:lnTo>
                <a:lnTo>
                  <a:pt x="1685925" y="1733550"/>
                </a:lnTo>
                <a:close/>
                <a:moveTo>
                  <a:pt x="276225" y="1800225"/>
                </a:moveTo>
                <a:lnTo>
                  <a:pt x="342900" y="1800225"/>
                </a:lnTo>
                <a:lnTo>
                  <a:pt x="342900" y="1809750"/>
                </a:lnTo>
                <a:lnTo>
                  <a:pt x="352425" y="1809750"/>
                </a:lnTo>
                <a:lnTo>
                  <a:pt x="352425" y="1828800"/>
                </a:lnTo>
                <a:lnTo>
                  <a:pt x="342900" y="1828800"/>
                </a:lnTo>
                <a:lnTo>
                  <a:pt x="342900" y="1847850"/>
                </a:lnTo>
                <a:lnTo>
                  <a:pt x="333375" y="1847850"/>
                </a:lnTo>
                <a:lnTo>
                  <a:pt x="333375" y="1857375"/>
                </a:lnTo>
                <a:lnTo>
                  <a:pt x="314325" y="1857375"/>
                </a:lnTo>
                <a:lnTo>
                  <a:pt x="314325" y="1838325"/>
                </a:lnTo>
                <a:lnTo>
                  <a:pt x="304800" y="1838325"/>
                </a:lnTo>
                <a:lnTo>
                  <a:pt x="304800" y="1828800"/>
                </a:lnTo>
                <a:lnTo>
                  <a:pt x="276225" y="1828800"/>
                </a:lnTo>
                <a:close/>
                <a:moveTo>
                  <a:pt x="400050" y="1800225"/>
                </a:moveTo>
                <a:lnTo>
                  <a:pt x="409575" y="1800225"/>
                </a:lnTo>
                <a:lnTo>
                  <a:pt x="409575" y="1828800"/>
                </a:lnTo>
                <a:lnTo>
                  <a:pt x="400050" y="1828800"/>
                </a:lnTo>
                <a:lnTo>
                  <a:pt x="400050" y="1838325"/>
                </a:lnTo>
                <a:lnTo>
                  <a:pt x="381000" y="1838325"/>
                </a:lnTo>
                <a:lnTo>
                  <a:pt x="381000" y="1809750"/>
                </a:lnTo>
                <a:lnTo>
                  <a:pt x="400050" y="1809750"/>
                </a:lnTo>
                <a:close/>
                <a:moveTo>
                  <a:pt x="238125" y="1828800"/>
                </a:moveTo>
                <a:lnTo>
                  <a:pt x="257175" y="1828800"/>
                </a:lnTo>
                <a:lnTo>
                  <a:pt x="257175" y="1838325"/>
                </a:lnTo>
                <a:lnTo>
                  <a:pt x="238125" y="1838325"/>
                </a:lnTo>
                <a:close/>
                <a:moveTo>
                  <a:pt x="609600" y="1828800"/>
                </a:moveTo>
                <a:lnTo>
                  <a:pt x="619125" y="1828800"/>
                </a:lnTo>
                <a:lnTo>
                  <a:pt x="619125" y="1847850"/>
                </a:lnTo>
                <a:lnTo>
                  <a:pt x="600075" y="1847850"/>
                </a:lnTo>
                <a:lnTo>
                  <a:pt x="600075" y="1838325"/>
                </a:lnTo>
                <a:lnTo>
                  <a:pt x="609600" y="1838325"/>
                </a:lnTo>
                <a:close/>
                <a:moveTo>
                  <a:pt x="809625" y="1828800"/>
                </a:moveTo>
                <a:lnTo>
                  <a:pt x="819150" y="1828800"/>
                </a:lnTo>
                <a:lnTo>
                  <a:pt x="819150" y="1838325"/>
                </a:lnTo>
                <a:lnTo>
                  <a:pt x="809625" y="1838325"/>
                </a:lnTo>
                <a:close/>
                <a:moveTo>
                  <a:pt x="190500" y="1857375"/>
                </a:moveTo>
                <a:lnTo>
                  <a:pt x="200025" y="1857375"/>
                </a:lnTo>
                <a:lnTo>
                  <a:pt x="200025" y="1866900"/>
                </a:lnTo>
                <a:lnTo>
                  <a:pt x="190500" y="1866900"/>
                </a:lnTo>
                <a:close/>
                <a:moveTo>
                  <a:pt x="361950" y="1857375"/>
                </a:moveTo>
                <a:lnTo>
                  <a:pt x="381000" y="1857375"/>
                </a:lnTo>
                <a:lnTo>
                  <a:pt x="381000" y="1876425"/>
                </a:lnTo>
                <a:lnTo>
                  <a:pt x="361950" y="1876425"/>
                </a:lnTo>
                <a:close/>
                <a:moveTo>
                  <a:pt x="1714500" y="1866900"/>
                </a:moveTo>
                <a:lnTo>
                  <a:pt x="1724025" y="1866900"/>
                </a:lnTo>
                <a:lnTo>
                  <a:pt x="1724025" y="1885950"/>
                </a:lnTo>
                <a:lnTo>
                  <a:pt x="1714500" y="1885950"/>
                </a:lnTo>
                <a:close/>
                <a:moveTo>
                  <a:pt x="257175" y="1924050"/>
                </a:moveTo>
                <a:lnTo>
                  <a:pt x="266700" y="1924050"/>
                </a:lnTo>
                <a:lnTo>
                  <a:pt x="266700" y="1933575"/>
                </a:lnTo>
                <a:lnTo>
                  <a:pt x="257175" y="1933575"/>
                </a:lnTo>
                <a:close/>
                <a:moveTo>
                  <a:pt x="314325" y="1924050"/>
                </a:moveTo>
                <a:lnTo>
                  <a:pt x="352425" y="1924050"/>
                </a:lnTo>
                <a:lnTo>
                  <a:pt x="352425" y="1943100"/>
                </a:lnTo>
                <a:lnTo>
                  <a:pt x="342900" y="1943100"/>
                </a:lnTo>
                <a:lnTo>
                  <a:pt x="342900" y="1933575"/>
                </a:lnTo>
                <a:lnTo>
                  <a:pt x="333375" y="1933575"/>
                </a:lnTo>
                <a:lnTo>
                  <a:pt x="333375" y="1943100"/>
                </a:lnTo>
                <a:lnTo>
                  <a:pt x="323850" y="1943100"/>
                </a:lnTo>
                <a:lnTo>
                  <a:pt x="323850" y="1933575"/>
                </a:lnTo>
                <a:lnTo>
                  <a:pt x="314325" y="1933575"/>
                </a:lnTo>
                <a:close/>
                <a:moveTo>
                  <a:pt x="609600" y="1924050"/>
                </a:moveTo>
                <a:lnTo>
                  <a:pt x="638175" y="1924050"/>
                </a:lnTo>
                <a:lnTo>
                  <a:pt x="638175" y="1943100"/>
                </a:lnTo>
                <a:lnTo>
                  <a:pt x="647700" y="1943100"/>
                </a:lnTo>
                <a:lnTo>
                  <a:pt x="647700" y="1933575"/>
                </a:lnTo>
                <a:lnTo>
                  <a:pt x="666750" y="1933575"/>
                </a:lnTo>
                <a:lnTo>
                  <a:pt x="666750" y="1943100"/>
                </a:lnTo>
                <a:lnTo>
                  <a:pt x="657225" y="1943100"/>
                </a:lnTo>
                <a:lnTo>
                  <a:pt x="657225" y="1952625"/>
                </a:lnTo>
                <a:lnTo>
                  <a:pt x="666750" y="1952625"/>
                </a:lnTo>
                <a:lnTo>
                  <a:pt x="666750" y="1971675"/>
                </a:lnTo>
                <a:lnTo>
                  <a:pt x="676275" y="1971675"/>
                </a:lnTo>
                <a:lnTo>
                  <a:pt x="676275" y="1962150"/>
                </a:lnTo>
                <a:lnTo>
                  <a:pt x="695325" y="1962150"/>
                </a:lnTo>
                <a:lnTo>
                  <a:pt x="695325" y="1952625"/>
                </a:lnTo>
                <a:lnTo>
                  <a:pt x="714375" y="1952625"/>
                </a:lnTo>
                <a:lnTo>
                  <a:pt x="714375" y="1962150"/>
                </a:lnTo>
                <a:lnTo>
                  <a:pt x="723900" y="1962150"/>
                </a:lnTo>
                <a:lnTo>
                  <a:pt x="723900" y="1990725"/>
                </a:lnTo>
                <a:lnTo>
                  <a:pt x="676275" y="1990725"/>
                </a:lnTo>
                <a:lnTo>
                  <a:pt x="676275" y="2000250"/>
                </a:lnTo>
                <a:lnTo>
                  <a:pt x="638175" y="2000250"/>
                </a:lnTo>
                <a:lnTo>
                  <a:pt x="638175" y="1990725"/>
                </a:lnTo>
                <a:lnTo>
                  <a:pt x="647700" y="1990725"/>
                </a:lnTo>
                <a:lnTo>
                  <a:pt x="647700" y="1981200"/>
                </a:lnTo>
                <a:lnTo>
                  <a:pt x="657225" y="1981200"/>
                </a:lnTo>
                <a:lnTo>
                  <a:pt x="657225" y="1962150"/>
                </a:lnTo>
                <a:lnTo>
                  <a:pt x="647700" y="1962150"/>
                </a:lnTo>
                <a:lnTo>
                  <a:pt x="647700" y="1971675"/>
                </a:lnTo>
                <a:lnTo>
                  <a:pt x="638175" y="1971675"/>
                </a:lnTo>
                <a:lnTo>
                  <a:pt x="638175" y="1962150"/>
                </a:lnTo>
                <a:lnTo>
                  <a:pt x="628650" y="1962150"/>
                </a:lnTo>
                <a:lnTo>
                  <a:pt x="628650" y="1971675"/>
                </a:lnTo>
                <a:lnTo>
                  <a:pt x="619125" y="1971675"/>
                </a:lnTo>
                <a:lnTo>
                  <a:pt x="619125" y="1952625"/>
                </a:lnTo>
                <a:lnTo>
                  <a:pt x="609600" y="1952625"/>
                </a:lnTo>
                <a:lnTo>
                  <a:pt x="609600" y="1962150"/>
                </a:lnTo>
                <a:lnTo>
                  <a:pt x="600075" y="1962150"/>
                </a:lnTo>
                <a:lnTo>
                  <a:pt x="600075" y="1952625"/>
                </a:lnTo>
                <a:lnTo>
                  <a:pt x="590550" y="1952625"/>
                </a:lnTo>
                <a:lnTo>
                  <a:pt x="590550" y="1943100"/>
                </a:lnTo>
                <a:lnTo>
                  <a:pt x="581025" y="1943100"/>
                </a:lnTo>
                <a:lnTo>
                  <a:pt x="581025" y="1933575"/>
                </a:lnTo>
                <a:lnTo>
                  <a:pt x="590550" y="1933575"/>
                </a:lnTo>
                <a:lnTo>
                  <a:pt x="590550" y="1943100"/>
                </a:lnTo>
                <a:lnTo>
                  <a:pt x="609600" y="1943100"/>
                </a:lnTo>
                <a:close/>
                <a:moveTo>
                  <a:pt x="1695450" y="1924050"/>
                </a:moveTo>
                <a:lnTo>
                  <a:pt x="1704975" y="1924050"/>
                </a:lnTo>
                <a:lnTo>
                  <a:pt x="1704975" y="1943100"/>
                </a:lnTo>
                <a:lnTo>
                  <a:pt x="1695450" y="1943100"/>
                </a:lnTo>
                <a:close/>
                <a:moveTo>
                  <a:pt x="247650" y="1943100"/>
                </a:moveTo>
                <a:lnTo>
                  <a:pt x="304800" y="1943100"/>
                </a:lnTo>
                <a:lnTo>
                  <a:pt x="304800" y="1952625"/>
                </a:lnTo>
                <a:lnTo>
                  <a:pt x="266700" y="1952625"/>
                </a:lnTo>
                <a:lnTo>
                  <a:pt x="266700" y="1962150"/>
                </a:lnTo>
                <a:lnTo>
                  <a:pt x="257175" y="1962150"/>
                </a:lnTo>
                <a:lnTo>
                  <a:pt x="257175" y="1990725"/>
                </a:lnTo>
                <a:lnTo>
                  <a:pt x="238125" y="1990725"/>
                </a:lnTo>
                <a:lnTo>
                  <a:pt x="238125" y="1971675"/>
                </a:lnTo>
                <a:lnTo>
                  <a:pt x="247650" y="1971675"/>
                </a:lnTo>
                <a:close/>
                <a:moveTo>
                  <a:pt x="180975" y="1981200"/>
                </a:moveTo>
                <a:lnTo>
                  <a:pt x="190500" y="1981200"/>
                </a:lnTo>
                <a:lnTo>
                  <a:pt x="190500" y="1990725"/>
                </a:lnTo>
                <a:lnTo>
                  <a:pt x="180975" y="1990725"/>
                </a:lnTo>
                <a:close/>
                <a:moveTo>
                  <a:pt x="561975" y="1990725"/>
                </a:moveTo>
                <a:lnTo>
                  <a:pt x="609600" y="1990725"/>
                </a:lnTo>
                <a:lnTo>
                  <a:pt x="609600" y="2000250"/>
                </a:lnTo>
                <a:lnTo>
                  <a:pt x="628650" y="2000250"/>
                </a:lnTo>
                <a:lnTo>
                  <a:pt x="628650" y="2019300"/>
                </a:lnTo>
                <a:lnTo>
                  <a:pt x="590550" y="2019300"/>
                </a:lnTo>
                <a:lnTo>
                  <a:pt x="590550" y="2009775"/>
                </a:lnTo>
                <a:lnTo>
                  <a:pt x="581025" y="2009775"/>
                </a:lnTo>
                <a:lnTo>
                  <a:pt x="581025" y="2000250"/>
                </a:lnTo>
                <a:lnTo>
                  <a:pt x="561975" y="2000250"/>
                </a:lnTo>
                <a:close/>
                <a:moveTo>
                  <a:pt x="981075" y="1990725"/>
                </a:moveTo>
                <a:lnTo>
                  <a:pt x="990600" y="1990725"/>
                </a:lnTo>
                <a:lnTo>
                  <a:pt x="990600" y="2000250"/>
                </a:lnTo>
                <a:lnTo>
                  <a:pt x="981075" y="2000250"/>
                </a:lnTo>
                <a:close/>
                <a:moveTo>
                  <a:pt x="200025" y="2000250"/>
                </a:moveTo>
                <a:lnTo>
                  <a:pt x="228600" y="2000250"/>
                </a:lnTo>
                <a:lnTo>
                  <a:pt x="228600" y="2009775"/>
                </a:lnTo>
                <a:lnTo>
                  <a:pt x="200025" y="2009775"/>
                </a:lnTo>
                <a:close/>
                <a:moveTo>
                  <a:pt x="876300" y="2000250"/>
                </a:moveTo>
                <a:lnTo>
                  <a:pt x="885825" y="2000250"/>
                </a:lnTo>
                <a:lnTo>
                  <a:pt x="885825" y="2009775"/>
                </a:lnTo>
                <a:lnTo>
                  <a:pt x="876300" y="2009775"/>
                </a:lnTo>
                <a:close/>
                <a:moveTo>
                  <a:pt x="990600" y="2000250"/>
                </a:moveTo>
                <a:lnTo>
                  <a:pt x="1009650" y="2000250"/>
                </a:lnTo>
                <a:lnTo>
                  <a:pt x="1009650" y="2009775"/>
                </a:lnTo>
                <a:lnTo>
                  <a:pt x="990600" y="2009775"/>
                </a:lnTo>
                <a:close/>
                <a:moveTo>
                  <a:pt x="1162050" y="2000250"/>
                </a:moveTo>
                <a:lnTo>
                  <a:pt x="1171575" y="2000250"/>
                </a:lnTo>
                <a:lnTo>
                  <a:pt x="1171575" y="2009775"/>
                </a:lnTo>
                <a:lnTo>
                  <a:pt x="1162050" y="2009775"/>
                </a:lnTo>
                <a:close/>
                <a:moveTo>
                  <a:pt x="1181100" y="2000250"/>
                </a:moveTo>
                <a:lnTo>
                  <a:pt x="1190625" y="2000250"/>
                </a:lnTo>
                <a:lnTo>
                  <a:pt x="1190625" y="2009775"/>
                </a:lnTo>
                <a:lnTo>
                  <a:pt x="1181100" y="2009775"/>
                </a:lnTo>
                <a:close/>
                <a:moveTo>
                  <a:pt x="447675" y="2028825"/>
                </a:moveTo>
                <a:lnTo>
                  <a:pt x="466725" y="2028825"/>
                </a:lnTo>
                <a:lnTo>
                  <a:pt x="466725" y="2038350"/>
                </a:lnTo>
                <a:lnTo>
                  <a:pt x="447675" y="2038350"/>
                </a:lnTo>
                <a:close/>
                <a:moveTo>
                  <a:pt x="523875" y="2028825"/>
                </a:moveTo>
                <a:lnTo>
                  <a:pt x="533400" y="2028825"/>
                </a:lnTo>
                <a:lnTo>
                  <a:pt x="533400" y="2047875"/>
                </a:lnTo>
                <a:lnTo>
                  <a:pt x="523875" y="2047875"/>
                </a:lnTo>
                <a:close/>
                <a:moveTo>
                  <a:pt x="657225" y="2038350"/>
                </a:moveTo>
                <a:lnTo>
                  <a:pt x="666750" y="2038350"/>
                </a:lnTo>
                <a:lnTo>
                  <a:pt x="666750" y="2057400"/>
                </a:lnTo>
                <a:lnTo>
                  <a:pt x="657225" y="2057400"/>
                </a:lnTo>
                <a:close/>
                <a:moveTo>
                  <a:pt x="847725" y="2038350"/>
                </a:moveTo>
                <a:lnTo>
                  <a:pt x="866775" y="2038350"/>
                </a:lnTo>
                <a:lnTo>
                  <a:pt x="866775" y="2057400"/>
                </a:lnTo>
                <a:lnTo>
                  <a:pt x="847725" y="2057400"/>
                </a:lnTo>
                <a:close/>
                <a:moveTo>
                  <a:pt x="1495425" y="2038350"/>
                </a:moveTo>
                <a:lnTo>
                  <a:pt x="1504950" y="2038350"/>
                </a:lnTo>
                <a:lnTo>
                  <a:pt x="1504950" y="2057400"/>
                </a:lnTo>
                <a:lnTo>
                  <a:pt x="1495425" y="2057400"/>
                </a:lnTo>
                <a:close/>
                <a:moveTo>
                  <a:pt x="438150" y="2047875"/>
                </a:moveTo>
                <a:lnTo>
                  <a:pt x="447675" y="2047875"/>
                </a:lnTo>
                <a:lnTo>
                  <a:pt x="447675" y="2057400"/>
                </a:lnTo>
                <a:lnTo>
                  <a:pt x="438150" y="2057400"/>
                </a:lnTo>
                <a:close/>
                <a:moveTo>
                  <a:pt x="581025" y="2047875"/>
                </a:moveTo>
                <a:lnTo>
                  <a:pt x="609600" y="2047875"/>
                </a:lnTo>
                <a:lnTo>
                  <a:pt x="609600" y="2066925"/>
                </a:lnTo>
                <a:lnTo>
                  <a:pt x="581025" y="2066925"/>
                </a:lnTo>
                <a:close/>
                <a:moveTo>
                  <a:pt x="1304925" y="2076450"/>
                </a:moveTo>
                <a:lnTo>
                  <a:pt x="1314450" y="2076450"/>
                </a:lnTo>
                <a:lnTo>
                  <a:pt x="1314450" y="2085975"/>
                </a:lnTo>
                <a:lnTo>
                  <a:pt x="1304925" y="2085975"/>
                </a:lnTo>
                <a:close/>
                <a:moveTo>
                  <a:pt x="581025" y="2095500"/>
                </a:moveTo>
                <a:lnTo>
                  <a:pt x="590550" y="2095500"/>
                </a:lnTo>
                <a:lnTo>
                  <a:pt x="590550" y="2114550"/>
                </a:lnTo>
                <a:lnTo>
                  <a:pt x="581025" y="2114550"/>
                </a:lnTo>
                <a:close/>
                <a:moveTo>
                  <a:pt x="390525" y="2105025"/>
                </a:moveTo>
                <a:lnTo>
                  <a:pt x="400050" y="2105025"/>
                </a:lnTo>
                <a:lnTo>
                  <a:pt x="400050" y="2114550"/>
                </a:lnTo>
                <a:lnTo>
                  <a:pt x="390525" y="2114550"/>
                </a:lnTo>
                <a:close/>
                <a:moveTo>
                  <a:pt x="466725" y="2105025"/>
                </a:moveTo>
                <a:lnTo>
                  <a:pt x="504825" y="2105025"/>
                </a:lnTo>
                <a:lnTo>
                  <a:pt x="504825" y="2114550"/>
                </a:lnTo>
                <a:lnTo>
                  <a:pt x="533400" y="2114550"/>
                </a:lnTo>
                <a:lnTo>
                  <a:pt x="533400" y="2124075"/>
                </a:lnTo>
                <a:lnTo>
                  <a:pt x="476250" y="2124075"/>
                </a:lnTo>
                <a:lnTo>
                  <a:pt x="476250" y="2114550"/>
                </a:lnTo>
                <a:lnTo>
                  <a:pt x="466725" y="2114550"/>
                </a:lnTo>
                <a:close/>
                <a:moveTo>
                  <a:pt x="619125" y="2105025"/>
                </a:moveTo>
                <a:lnTo>
                  <a:pt x="628650" y="2105025"/>
                </a:lnTo>
                <a:lnTo>
                  <a:pt x="628650" y="2114550"/>
                </a:lnTo>
                <a:lnTo>
                  <a:pt x="619125" y="2114550"/>
                </a:lnTo>
                <a:close/>
                <a:moveTo>
                  <a:pt x="400050" y="2114550"/>
                </a:moveTo>
                <a:lnTo>
                  <a:pt x="409575" y="2114550"/>
                </a:lnTo>
                <a:lnTo>
                  <a:pt x="409575" y="2124075"/>
                </a:lnTo>
                <a:lnTo>
                  <a:pt x="400050" y="2124075"/>
                </a:lnTo>
                <a:close/>
                <a:moveTo>
                  <a:pt x="428625" y="2114550"/>
                </a:moveTo>
                <a:lnTo>
                  <a:pt x="438150" y="2114550"/>
                </a:lnTo>
                <a:lnTo>
                  <a:pt x="438150" y="2133600"/>
                </a:lnTo>
                <a:lnTo>
                  <a:pt x="428625" y="2133600"/>
                </a:lnTo>
                <a:close/>
                <a:moveTo>
                  <a:pt x="466725" y="2124075"/>
                </a:moveTo>
                <a:lnTo>
                  <a:pt x="476250" y="2124075"/>
                </a:lnTo>
                <a:lnTo>
                  <a:pt x="476250" y="2133600"/>
                </a:lnTo>
                <a:lnTo>
                  <a:pt x="466725" y="2133600"/>
                </a:lnTo>
                <a:close/>
                <a:moveTo>
                  <a:pt x="619125" y="2124075"/>
                </a:moveTo>
                <a:lnTo>
                  <a:pt x="628650" y="2124075"/>
                </a:lnTo>
                <a:lnTo>
                  <a:pt x="628650" y="2133600"/>
                </a:lnTo>
                <a:lnTo>
                  <a:pt x="619125" y="2133600"/>
                </a:lnTo>
                <a:close/>
                <a:moveTo>
                  <a:pt x="352425" y="2143125"/>
                </a:moveTo>
                <a:lnTo>
                  <a:pt x="361950" y="2143125"/>
                </a:lnTo>
                <a:lnTo>
                  <a:pt x="361950" y="2162175"/>
                </a:lnTo>
                <a:lnTo>
                  <a:pt x="352425" y="2162175"/>
                </a:lnTo>
                <a:close/>
                <a:moveTo>
                  <a:pt x="1638300" y="2162175"/>
                </a:moveTo>
                <a:lnTo>
                  <a:pt x="1704975" y="2162175"/>
                </a:lnTo>
                <a:lnTo>
                  <a:pt x="1704975" y="2171700"/>
                </a:lnTo>
                <a:lnTo>
                  <a:pt x="1685925" y="2171700"/>
                </a:lnTo>
                <a:lnTo>
                  <a:pt x="1685925" y="2190750"/>
                </a:lnTo>
                <a:lnTo>
                  <a:pt x="1676400" y="2190750"/>
                </a:lnTo>
                <a:lnTo>
                  <a:pt x="1676400" y="2200275"/>
                </a:lnTo>
                <a:lnTo>
                  <a:pt x="1704975" y="2200275"/>
                </a:lnTo>
                <a:lnTo>
                  <a:pt x="1704975" y="2171700"/>
                </a:lnTo>
                <a:lnTo>
                  <a:pt x="1724025" y="2171700"/>
                </a:lnTo>
                <a:lnTo>
                  <a:pt x="1724025" y="2209800"/>
                </a:lnTo>
                <a:lnTo>
                  <a:pt x="1704975" y="2209800"/>
                </a:lnTo>
                <a:lnTo>
                  <a:pt x="1704975" y="2228850"/>
                </a:lnTo>
                <a:lnTo>
                  <a:pt x="1695450" y="2228850"/>
                </a:lnTo>
                <a:lnTo>
                  <a:pt x="1695450" y="2238375"/>
                </a:lnTo>
                <a:lnTo>
                  <a:pt x="1685925" y="2238375"/>
                </a:lnTo>
                <a:lnTo>
                  <a:pt x="1685925" y="2228850"/>
                </a:lnTo>
                <a:lnTo>
                  <a:pt x="1638300" y="2228850"/>
                </a:lnTo>
                <a:lnTo>
                  <a:pt x="1638300" y="2219325"/>
                </a:lnTo>
                <a:lnTo>
                  <a:pt x="1552575" y="2219325"/>
                </a:lnTo>
                <a:lnTo>
                  <a:pt x="1552575" y="2209800"/>
                </a:lnTo>
                <a:lnTo>
                  <a:pt x="1581150" y="2209800"/>
                </a:lnTo>
                <a:lnTo>
                  <a:pt x="1581150" y="2200275"/>
                </a:lnTo>
                <a:lnTo>
                  <a:pt x="1571625" y="2200275"/>
                </a:lnTo>
                <a:lnTo>
                  <a:pt x="1571625" y="2190750"/>
                </a:lnTo>
                <a:lnTo>
                  <a:pt x="1590675" y="2190750"/>
                </a:lnTo>
                <a:lnTo>
                  <a:pt x="1590675" y="2181225"/>
                </a:lnTo>
                <a:lnTo>
                  <a:pt x="1628775" y="2181225"/>
                </a:lnTo>
                <a:lnTo>
                  <a:pt x="1628775" y="2171700"/>
                </a:lnTo>
                <a:lnTo>
                  <a:pt x="1638300" y="2171700"/>
                </a:lnTo>
                <a:close/>
                <a:moveTo>
                  <a:pt x="581025" y="2171700"/>
                </a:moveTo>
                <a:lnTo>
                  <a:pt x="609600" y="2171700"/>
                </a:lnTo>
                <a:lnTo>
                  <a:pt x="609600" y="2181225"/>
                </a:lnTo>
                <a:lnTo>
                  <a:pt x="600075" y="2181225"/>
                </a:lnTo>
                <a:lnTo>
                  <a:pt x="600075" y="2190750"/>
                </a:lnTo>
                <a:lnTo>
                  <a:pt x="581025" y="2190750"/>
                </a:lnTo>
                <a:close/>
                <a:moveTo>
                  <a:pt x="838200" y="2171700"/>
                </a:moveTo>
                <a:lnTo>
                  <a:pt x="847725" y="2171700"/>
                </a:lnTo>
                <a:lnTo>
                  <a:pt x="847725" y="2181225"/>
                </a:lnTo>
                <a:lnTo>
                  <a:pt x="838200" y="2181225"/>
                </a:lnTo>
                <a:close/>
                <a:moveTo>
                  <a:pt x="895350" y="2171700"/>
                </a:moveTo>
                <a:lnTo>
                  <a:pt x="914400" y="2171700"/>
                </a:lnTo>
                <a:lnTo>
                  <a:pt x="914400" y="2181225"/>
                </a:lnTo>
                <a:lnTo>
                  <a:pt x="923925" y="2181225"/>
                </a:lnTo>
                <a:lnTo>
                  <a:pt x="923925" y="2171700"/>
                </a:lnTo>
                <a:lnTo>
                  <a:pt x="942975" y="2171700"/>
                </a:lnTo>
                <a:lnTo>
                  <a:pt x="942975" y="2181225"/>
                </a:lnTo>
                <a:lnTo>
                  <a:pt x="923925" y="2181225"/>
                </a:lnTo>
                <a:lnTo>
                  <a:pt x="923925" y="2209800"/>
                </a:lnTo>
                <a:lnTo>
                  <a:pt x="914400" y="2209800"/>
                </a:lnTo>
                <a:lnTo>
                  <a:pt x="914400" y="2219325"/>
                </a:lnTo>
                <a:lnTo>
                  <a:pt x="847725" y="2219325"/>
                </a:lnTo>
                <a:lnTo>
                  <a:pt x="847725" y="2209800"/>
                </a:lnTo>
                <a:lnTo>
                  <a:pt x="828675" y="2209800"/>
                </a:lnTo>
                <a:lnTo>
                  <a:pt x="828675" y="2200275"/>
                </a:lnTo>
                <a:lnTo>
                  <a:pt x="857250" y="2200275"/>
                </a:lnTo>
                <a:lnTo>
                  <a:pt x="857250" y="2209800"/>
                </a:lnTo>
                <a:lnTo>
                  <a:pt x="866775" y="2209800"/>
                </a:lnTo>
                <a:lnTo>
                  <a:pt x="866775" y="2200275"/>
                </a:lnTo>
                <a:lnTo>
                  <a:pt x="885825" y="2200275"/>
                </a:lnTo>
                <a:lnTo>
                  <a:pt x="885825" y="2190750"/>
                </a:lnTo>
                <a:lnTo>
                  <a:pt x="895350" y="2190750"/>
                </a:lnTo>
                <a:close/>
                <a:moveTo>
                  <a:pt x="1428750" y="2171700"/>
                </a:moveTo>
                <a:lnTo>
                  <a:pt x="1466850" y="2171700"/>
                </a:lnTo>
                <a:lnTo>
                  <a:pt x="1466850" y="2190750"/>
                </a:lnTo>
                <a:lnTo>
                  <a:pt x="1438275" y="2190750"/>
                </a:lnTo>
                <a:lnTo>
                  <a:pt x="1438275" y="2181225"/>
                </a:lnTo>
                <a:lnTo>
                  <a:pt x="1428750" y="2181225"/>
                </a:lnTo>
                <a:close/>
                <a:moveTo>
                  <a:pt x="1495425" y="2171700"/>
                </a:moveTo>
                <a:lnTo>
                  <a:pt x="1543050" y="2171700"/>
                </a:lnTo>
                <a:lnTo>
                  <a:pt x="1543050" y="2190750"/>
                </a:lnTo>
                <a:lnTo>
                  <a:pt x="1533525" y="2190750"/>
                </a:lnTo>
                <a:lnTo>
                  <a:pt x="1533525" y="2181225"/>
                </a:lnTo>
                <a:lnTo>
                  <a:pt x="1514475" y="2181225"/>
                </a:lnTo>
                <a:lnTo>
                  <a:pt x="1514475" y="2190750"/>
                </a:lnTo>
                <a:lnTo>
                  <a:pt x="1533525" y="2190750"/>
                </a:lnTo>
                <a:lnTo>
                  <a:pt x="1533525" y="2200275"/>
                </a:lnTo>
                <a:lnTo>
                  <a:pt x="1514475" y="2200275"/>
                </a:lnTo>
                <a:lnTo>
                  <a:pt x="1514475" y="2209800"/>
                </a:lnTo>
                <a:lnTo>
                  <a:pt x="1504950" y="2209800"/>
                </a:lnTo>
                <a:lnTo>
                  <a:pt x="1504950" y="2190750"/>
                </a:lnTo>
                <a:lnTo>
                  <a:pt x="1485900" y="2190750"/>
                </a:lnTo>
                <a:lnTo>
                  <a:pt x="1485900" y="2181225"/>
                </a:lnTo>
                <a:lnTo>
                  <a:pt x="1495425" y="2181225"/>
                </a:lnTo>
                <a:close/>
                <a:moveTo>
                  <a:pt x="266700" y="2181225"/>
                </a:moveTo>
                <a:lnTo>
                  <a:pt x="295275" y="2181225"/>
                </a:lnTo>
                <a:lnTo>
                  <a:pt x="295275" y="2190750"/>
                </a:lnTo>
                <a:lnTo>
                  <a:pt x="266700" y="2190750"/>
                </a:lnTo>
                <a:close/>
                <a:moveTo>
                  <a:pt x="800100" y="2181225"/>
                </a:moveTo>
                <a:lnTo>
                  <a:pt x="838200" y="2181225"/>
                </a:lnTo>
                <a:lnTo>
                  <a:pt x="838200" y="2190750"/>
                </a:lnTo>
                <a:lnTo>
                  <a:pt x="800100" y="2190750"/>
                </a:lnTo>
                <a:close/>
                <a:moveTo>
                  <a:pt x="200025" y="2190750"/>
                </a:moveTo>
                <a:lnTo>
                  <a:pt x="238125" y="2190750"/>
                </a:lnTo>
                <a:lnTo>
                  <a:pt x="238125" y="2200275"/>
                </a:lnTo>
                <a:lnTo>
                  <a:pt x="219075" y="2200275"/>
                </a:lnTo>
                <a:lnTo>
                  <a:pt x="219075" y="2209800"/>
                </a:lnTo>
                <a:lnTo>
                  <a:pt x="209550" y="2209800"/>
                </a:lnTo>
                <a:lnTo>
                  <a:pt x="209550" y="2200275"/>
                </a:lnTo>
                <a:lnTo>
                  <a:pt x="200025" y="2200275"/>
                </a:lnTo>
                <a:close/>
                <a:moveTo>
                  <a:pt x="428625" y="2190750"/>
                </a:moveTo>
                <a:lnTo>
                  <a:pt x="504825" y="2190750"/>
                </a:lnTo>
                <a:lnTo>
                  <a:pt x="504825" y="2200275"/>
                </a:lnTo>
                <a:lnTo>
                  <a:pt x="428625" y="2200275"/>
                </a:lnTo>
                <a:close/>
                <a:moveTo>
                  <a:pt x="523875" y="2190750"/>
                </a:moveTo>
                <a:lnTo>
                  <a:pt x="561975" y="2190750"/>
                </a:lnTo>
                <a:lnTo>
                  <a:pt x="561975" y="2200275"/>
                </a:lnTo>
                <a:lnTo>
                  <a:pt x="523875" y="2200275"/>
                </a:lnTo>
                <a:close/>
                <a:moveTo>
                  <a:pt x="981075" y="2200275"/>
                </a:moveTo>
                <a:lnTo>
                  <a:pt x="990600" y="2200275"/>
                </a:lnTo>
                <a:lnTo>
                  <a:pt x="990600" y="2209800"/>
                </a:lnTo>
                <a:lnTo>
                  <a:pt x="981075" y="2209800"/>
                </a:lnTo>
                <a:close/>
                <a:moveTo>
                  <a:pt x="1466850" y="2200275"/>
                </a:moveTo>
                <a:lnTo>
                  <a:pt x="1495425" y="2200275"/>
                </a:lnTo>
                <a:lnTo>
                  <a:pt x="1495425" y="2209800"/>
                </a:lnTo>
                <a:lnTo>
                  <a:pt x="1485900" y="2209800"/>
                </a:lnTo>
                <a:lnTo>
                  <a:pt x="1485900" y="2219325"/>
                </a:lnTo>
                <a:lnTo>
                  <a:pt x="1514475" y="2219325"/>
                </a:lnTo>
                <a:lnTo>
                  <a:pt x="1514475" y="2209800"/>
                </a:lnTo>
                <a:lnTo>
                  <a:pt x="1524000" y="2209800"/>
                </a:lnTo>
                <a:lnTo>
                  <a:pt x="1524000" y="2219325"/>
                </a:lnTo>
                <a:lnTo>
                  <a:pt x="1514475" y="2219325"/>
                </a:lnTo>
                <a:lnTo>
                  <a:pt x="1514475" y="2228850"/>
                </a:lnTo>
                <a:lnTo>
                  <a:pt x="1466850" y="2228850"/>
                </a:lnTo>
                <a:close/>
                <a:moveTo>
                  <a:pt x="409575" y="2209800"/>
                </a:moveTo>
                <a:lnTo>
                  <a:pt x="419100" y="2209800"/>
                </a:lnTo>
                <a:lnTo>
                  <a:pt x="419100" y="2219325"/>
                </a:lnTo>
                <a:lnTo>
                  <a:pt x="409575" y="2219325"/>
                </a:lnTo>
                <a:close/>
                <a:moveTo>
                  <a:pt x="438150" y="2209800"/>
                </a:moveTo>
                <a:lnTo>
                  <a:pt x="457200" y="2209800"/>
                </a:lnTo>
                <a:lnTo>
                  <a:pt x="457200" y="2219325"/>
                </a:lnTo>
                <a:lnTo>
                  <a:pt x="438150" y="2219325"/>
                </a:lnTo>
                <a:close/>
                <a:moveTo>
                  <a:pt x="561975" y="2209800"/>
                </a:moveTo>
                <a:lnTo>
                  <a:pt x="590550" y="2209800"/>
                </a:lnTo>
                <a:lnTo>
                  <a:pt x="590550" y="2219325"/>
                </a:lnTo>
                <a:lnTo>
                  <a:pt x="561975" y="2219325"/>
                </a:lnTo>
                <a:close/>
                <a:moveTo>
                  <a:pt x="619125" y="2209800"/>
                </a:moveTo>
                <a:lnTo>
                  <a:pt x="647700" y="2209800"/>
                </a:lnTo>
                <a:lnTo>
                  <a:pt x="647700" y="2219325"/>
                </a:lnTo>
                <a:lnTo>
                  <a:pt x="638175" y="2219325"/>
                </a:lnTo>
                <a:lnTo>
                  <a:pt x="638175" y="2228850"/>
                </a:lnTo>
                <a:lnTo>
                  <a:pt x="619125" y="2228850"/>
                </a:lnTo>
                <a:close/>
                <a:moveTo>
                  <a:pt x="714375" y="2209800"/>
                </a:moveTo>
                <a:lnTo>
                  <a:pt x="723900" y="2209800"/>
                </a:lnTo>
                <a:lnTo>
                  <a:pt x="723900" y="2228850"/>
                </a:lnTo>
                <a:lnTo>
                  <a:pt x="714375" y="2228850"/>
                </a:lnTo>
                <a:close/>
                <a:moveTo>
                  <a:pt x="990600" y="2209800"/>
                </a:moveTo>
                <a:lnTo>
                  <a:pt x="1000125" y="2209800"/>
                </a:lnTo>
                <a:lnTo>
                  <a:pt x="1000125" y="2219325"/>
                </a:lnTo>
                <a:lnTo>
                  <a:pt x="990600" y="2219325"/>
                </a:lnTo>
                <a:close/>
                <a:moveTo>
                  <a:pt x="1352550" y="2209800"/>
                </a:moveTo>
                <a:lnTo>
                  <a:pt x="1371600" y="2209800"/>
                </a:lnTo>
                <a:lnTo>
                  <a:pt x="1371600" y="2228850"/>
                </a:lnTo>
                <a:lnTo>
                  <a:pt x="1352550" y="2228850"/>
                </a:lnTo>
                <a:close/>
                <a:moveTo>
                  <a:pt x="1400175" y="2209800"/>
                </a:moveTo>
                <a:lnTo>
                  <a:pt x="1457325" y="2209800"/>
                </a:lnTo>
                <a:lnTo>
                  <a:pt x="1457325" y="2228850"/>
                </a:lnTo>
                <a:lnTo>
                  <a:pt x="1400175" y="2228850"/>
                </a:lnTo>
                <a:close/>
                <a:moveTo>
                  <a:pt x="942975" y="2219325"/>
                </a:moveTo>
                <a:lnTo>
                  <a:pt x="952500" y="2219325"/>
                </a:lnTo>
                <a:lnTo>
                  <a:pt x="952500" y="2228850"/>
                </a:lnTo>
                <a:lnTo>
                  <a:pt x="942975" y="2228850"/>
                </a:lnTo>
                <a:close/>
                <a:moveTo>
                  <a:pt x="1638300" y="2219325"/>
                </a:moveTo>
                <a:lnTo>
                  <a:pt x="1647825" y="2219325"/>
                </a:lnTo>
                <a:lnTo>
                  <a:pt x="1647825" y="2209800"/>
                </a:lnTo>
                <a:lnTo>
                  <a:pt x="1638300" y="2209800"/>
                </a:lnTo>
                <a:close/>
                <a:moveTo>
                  <a:pt x="752475" y="2247900"/>
                </a:moveTo>
                <a:lnTo>
                  <a:pt x="781050" y="2247900"/>
                </a:lnTo>
                <a:lnTo>
                  <a:pt x="781050" y="2257425"/>
                </a:lnTo>
                <a:lnTo>
                  <a:pt x="933450" y="2257425"/>
                </a:lnTo>
                <a:lnTo>
                  <a:pt x="933450" y="2247900"/>
                </a:lnTo>
                <a:lnTo>
                  <a:pt x="1000125" y="2247900"/>
                </a:lnTo>
                <a:lnTo>
                  <a:pt x="1000125" y="2257425"/>
                </a:lnTo>
                <a:lnTo>
                  <a:pt x="1019175" y="2257425"/>
                </a:lnTo>
                <a:lnTo>
                  <a:pt x="1019175" y="2266950"/>
                </a:lnTo>
                <a:lnTo>
                  <a:pt x="1000125" y="2266950"/>
                </a:lnTo>
                <a:lnTo>
                  <a:pt x="1000125" y="2276475"/>
                </a:lnTo>
                <a:lnTo>
                  <a:pt x="933450" y="2276475"/>
                </a:lnTo>
                <a:lnTo>
                  <a:pt x="933450" y="2266950"/>
                </a:lnTo>
                <a:lnTo>
                  <a:pt x="771525" y="2266950"/>
                </a:lnTo>
                <a:lnTo>
                  <a:pt x="771525" y="2276475"/>
                </a:lnTo>
                <a:lnTo>
                  <a:pt x="752475" y="2276475"/>
                </a:lnTo>
                <a:lnTo>
                  <a:pt x="752475" y="2266950"/>
                </a:lnTo>
                <a:lnTo>
                  <a:pt x="666750" y="2266950"/>
                </a:lnTo>
                <a:lnTo>
                  <a:pt x="666750" y="2257425"/>
                </a:lnTo>
                <a:lnTo>
                  <a:pt x="752475" y="2257425"/>
                </a:lnTo>
                <a:close/>
                <a:moveTo>
                  <a:pt x="1247775" y="2247900"/>
                </a:moveTo>
                <a:lnTo>
                  <a:pt x="1266825" y="2247900"/>
                </a:lnTo>
                <a:lnTo>
                  <a:pt x="1266825" y="2257425"/>
                </a:lnTo>
                <a:lnTo>
                  <a:pt x="1285875" y="2257425"/>
                </a:lnTo>
                <a:lnTo>
                  <a:pt x="1285875" y="2247900"/>
                </a:lnTo>
                <a:lnTo>
                  <a:pt x="1304925" y="2247900"/>
                </a:lnTo>
                <a:lnTo>
                  <a:pt x="1304925" y="2257425"/>
                </a:lnTo>
                <a:lnTo>
                  <a:pt x="1314450" y="2257425"/>
                </a:lnTo>
                <a:lnTo>
                  <a:pt x="1314450" y="2266950"/>
                </a:lnTo>
                <a:lnTo>
                  <a:pt x="1238250" y="2266950"/>
                </a:lnTo>
                <a:lnTo>
                  <a:pt x="1238250" y="2257425"/>
                </a:lnTo>
                <a:lnTo>
                  <a:pt x="1247775" y="2257425"/>
                </a:lnTo>
                <a:close/>
                <a:moveTo>
                  <a:pt x="1362075" y="2247900"/>
                </a:moveTo>
                <a:lnTo>
                  <a:pt x="1381125" y="2247900"/>
                </a:lnTo>
                <a:lnTo>
                  <a:pt x="1381125" y="2266950"/>
                </a:lnTo>
                <a:lnTo>
                  <a:pt x="1362075" y="2266950"/>
                </a:lnTo>
                <a:close/>
                <a:moveTo>
                  <a:pt x="1409700" y="2247900"/>
                </a:moveTo>
                <a:lnTo>
                  <a:pt x="1447800" y="2247900"/>
                </a:lnTo>
                <a:lnTo>
                  <a:pt x="1447800" y="2266950"/>
                </a:lnTo>
                <a:lnTo>
                  <a:pt x="1390650" y="2266950"/>
                </a:lnTo>
                <a:lnTo>
                  <a:pt x="1390650" y="2257425"/>
                </a:lnTo>
                <a:lnTo>
                  <a:pt x="1409700" y="2257425"/>
                </a:lnTo>
                <a:close/>
                <a:moveTo>
                  <a:pt x="1647825" y="2247900"/>
                </a:moveTo>
                <a:lnTo>
                  <a:pt x="1666875" y="2247900"/>
                </a:lnTo>
                <a:lnTo>
                  <a:pt x="1666875" y="2266950"/>
                </a:lnTo>
                <a:lnTo>
                  <a:pt x="1647825" y="2266950"/>
                </a:lnTo>
                <a:close/>
                <a:moveTo>
                  <a:pt x="590550" y="2257425"/>
                </a:moveTo>
                <a:lnTo>
                  <a:pt x="619125" y="2257425"/>
                </a:lnTo>
                <a:lnTo>
                  <a:pt x="619125" y="2266950"/>
                </a:lnTo>
                <a:lnTo>
                  <a:pt x="590550" y="2266950"/>
                </a:lnTo>
                <a:close/>
                <a:moveTo>
                  <a:pt x="1200150" y="2257425"/>
                </a:moveTo>
                <a:lnTo>
                  <a:pt x="1219200" y="2257425"/>
                </a:lnTo>
                <a:lnTo>
                  <a:pt x="1219200" y="2266950"/>
                </a:lnTo>
                <a:lnTo>
                  <a:pt x="1200150" y="2266950"/>
                </a:lnTo>
                <a:close/>
                <a:moveTo>
                  <a:pt x="781050" y="2305050"/>
                </a:moveTo>
                <a:lnTo>
                  <a:pt x="790575" y="2305050"/>
                </a:lnTo>
                <a:lnTo>
                  <a:pt x="790575" y="2314575"/>
                </a:lnTo>
                <a:lnTo>
                  <a:pt x="781050" y="2314575"/>
                </a:lnTo>
                <a:close/>
                <a:moveTo>
                  <a:pt x="333375" y="2314575"/>
                </a:moveTo>
                <a:lnTo>
                  <a:pt x="342900" y="2314575"/>
                </a:lnTo>
                <a:lnTo>
                  <a:pt x="342900" y="2333625"/>
                </a:lnTo>
                <a:lnTo>
                  <a:pt x="333375" y="2333625"/>
                </a:lnTo>
                <a:close/>
                <a:moveTo>
                  <a:pt x="790575" y="2314575"/>
                </a:moveTo>
                <a:lnTo>
                  <a:pt x="800100" y="2314575"/>
                </a:lnTo>
                <a:lnTo>
                  <a:pt x="800100" y="2324100"/>
                </a:lnTo>
                <a:lnTo>
                  <a:pt x="790575" y="2324100"/>
                </a:lnTo>
                <a:close/>
                <a:moveTo>
                  <a:pt x="800100" y="2324100"/>
                </a:moveTo>
                <a:lnTo>
                  <a:pt x="809625" y="2324100"/>
                </a:lnTo>
                <a:lnTo>
                  <a:pt x="809625" y="2333625"/>
                </a:lnTo>
                <a:lnTo>
                  <a:pt x="819150" y="2333625"/>
                </a:lnTo>
                <a:lnTo>
                  <a:pt x="819150" y="2352675"/>
                </a:lnTo>
                <a:lnTo>
                  <a:pt x="809625" y="2352675"/>
                </a:lnTo>
                <a:lnTo>
                  <a:pt x="809625" y="2362200"/>
                </a:lnTo>
                <a:lnTo>
                  <a:pt x="800100" y="2362200"/>
                </a:lnTo>
                <a:close/>
                <a:moveTo>
                  <a:pt x="1333500" y="2333625"/>
                </a:moveTo>
                <a:lnTo>
                  <a:pt x="1343025" y="2333625"/>
                </a:lnTo>
                <a:lnTo>
                  <a:pt x="1343025" y="2343150"/>
                </a:lnTo>
                <a:lnTo>
                  <a:pt x="1333500" y="2343150"/>
                </a:lnTo>
                <a:close/>
                <a:moveTo>
                  <a:pt x="1323975" y="2352675"/>
                </a:moveTo>
                <a:lnTo>
                  <a:pt x="1333500" y="2352675"/>
                </a:lnTo>
                <a:lnTo>
                  <a:pt x="1333500" y="2362200"/>
                </a:lnTo>
                <a:lnTo>
                  <a:pt x="1323975" y="2362200"/>
                </a:lnTo>
                <a:close/>
                <a:moveTo>
                  <a:pt x="428625" y="2362200"/>
                </a:moveTo>
                <a:lnTo>
                  <a:pt x="438150" y="2362200"/>
                </a:lnTo>
                <a:lnTo>
                  <a:pt x="438150" y="2371725"/>
                </a:lnTo>
                <a:lnTo>
                  <a:pt x="428625" y="2371725"/>
                </a:lnTo>
                <a:close/>
                <a:moveTo>
                  <a:pt x="466725" y="2362200"/>
                </a:moveTo>
                <a:lnTo>
                  <a:pt x="495300" y="2362200"/>
                </a:lnTo>
                <a:lnTo>
                  <a:pt x="495300" y="2371725"/>
                </a:lnTo>
                <a:lnTo>
                  <a:pt x="476250" y="2371725"/>
                </a:lnTo>
                <a:lnTo>
                  <a:pt x="476250" y="2381250"/>
                </a:lnTo>
                <a:lnTo>
                  <a:pt x="457200" y="2381250"/>
                </a:lnTo>
                <a:lnTo>
                  <a:pt x="457200" y="2371725"/>
                </a:lnTo>
                <a:lnTo>
                  <a:pt x="466725" y="2371725"/>
                </a:lnTo>
                <a:close/>
                <a:moveTo>
                  <a:pt x="514350" y="2362200"/>
                </a:moveTo>
                <a:lnTo>
                  <a:pt x="552450" y="2362200"/>
                </a:lnTo>
                <a:lnTo>
                  <a:pt x="552450" y="2371725"/>
                </a:lnTo>
                <a:lnTo>
                  <a:pt x="514350" y="2371725"/>
                </a:lnTo>
                <a:close/>
                <a:moveTo>
                  <a:pt x="666750" y="2362200"/>
                </a:moveTo>
                <a:lnTo>
                  <a:pt x="685800" y="2362200"/>
                </a:lnTo>
                <a:lnTo>
                  <a:pt x="685800" y="2371725"/>
                </a:lnTo>
                <a:lnTo>
                  <a:pt x="666750" y="2371725"/>
                </a:lnTo>
                <a:close/>
                <a:moveTo>
                  <a:pt x="438150" y="2371725"/>
                </a:moveTo>
                <a:lnTo>
                  <a:pt x="447675" y="2371725"/>
                </a:lnTo>
                <a:lnTo>
                  <a:pt x="447675" y="2381250"/>
                </a:lnTo>
                <a:lnTo>
                  <a:pt x="438150" y="2381250"/>
                </a:lnTo>
                <a:close/>
                <a:moveTo>
                  <a:pt x="571500" y="2371725"/>
                </a:moveTo>
                <a:lnTo>
                  <a:pt x="581025" y="2371725"/>
                </a:lnTo>
                <a:lnTo>
                  <a:pt x="581025" y="2381250"/>
                </a:lnTo>
                <a:lnTo>
                  <a:pt x="571500" y="2381250"/>
                </a:lnTo>
                <a:close/>
                <a:moveTo>
                  <a:pt x="981075" y="2371725"/>
                </a:moveTo>
                <a:lnTo>
                  <a:pt x="1009650" y="2371725"/>
                </a:lnTo>
                <a:lnTo>
                  <a:pt x="1009650" y="2381250"/>
                </a:lnTo>
                <a:lnTo>
                  <a:pt x="981075" y="2381250"/>
                </a:lnTo>
                <a:close/>
                <a:moveTo>
                  <a:pt x="1019175" y="2371725"/>
                </a:moveTo>
                <a:lnTo>
                  <a:pt x="1028700" y="2371725"/>
                </a:lnTo>
                <a:lnTo>
                  <a:pt x="1028700" y="2381250"/>
                </a:lnTo>
                <a:lnTo>
                  <a:pt x="1019175" y="2381250"/>
                </a:lnTo>
                <a:close/>
                <a:moveTo>
                  <a:pt x="1181100" y="2371725"/>
                </a:moveTo>
                <a:lnTo>
                  <a:pt x="1190625" y="2371725"/>
                </a:lnTo>
                <a:lnTo>
                  <a:pt x="1190625" y="2381250"/>
                </a:lnTo>
                <a:lnTo>
                  <a:pt x="1181100" y="2381250"/>
                </a:lnTo>
                <a:close/>
                <a:moveTo>
                  <a:pt x="342900" y="2381250"/>
                </a:moveTo>
                <a:lnTo>
                  <a:pt x="352425" y="2381250"/>
                </a:lnTo>
                <a:lnTo>
                  <a:pt x="352425" y="2390775"/>
                </a:lnTo>
                <a:lnTo>
                  <a:pt x="342900" y="2390775"/>
                </a:lnTo>
                <a:close/>
                <a:moveTo>
                  <a:pt x="409575" y="2381250"/>
                </a:moveTo>
                <a:lnTo>
                  <a:pt x="438150" y="2381250"/>
                </a:lnTo>
                <a:lnTo>
                  <a:pt x="438150" y="2390775"/>
                </a:lnTo>
                <a:lnTo>
                  <a:pt x="409575" y="2390775"/>
                </a:lnTo>
                <a:close/>
                <a:moveTo>
                  <a:pt x="476250" y="2381250"/>
                </a:moveTo>
                <a:lnTo>
                  <a:pt x="495300" y="2381250"/>
                </a:lnTo>
                <a:lnTo>
                  <a:pt x="495300" y="2390775"/>
                </a:lnTo>
                <a:lnTo>
                  <a:pt x="476250" y="2390775"/>
                </a:lnTo>
                <a:close/>
                <a:moveTo>
                  <a:pt x="523875" y="2381250"/>
                </a:moveTo>
                <a:lnTo>
                  <a:pt x="542925" y="2381250"/>
                </a:lnTo>
                <a:lnTo>
                  <a:pt x="542925" y="2390775"/>
                </a:lnTo>
                <a:lnTo>
                  <a:pt x="523875" y="2390775"/>
                </a:lnTo>
                <a:close/>
                <a:moveTo>
                  <a:pt x="676275" y="2381250"/>
                </a:moveTo>
                <a:lnTo>
                  <a:pt x="685800" y="2381250"/>
                </a:lnTo>
                <a:lnTo>
                  <a:pt x="685800" y="2390775"/>
                </a:lnTo>
                <a:lnTo>
                  <a:pt x="676275" y="2390775"/>
                </a:lnTo>
                <a:close/>
                <a:moveTo>
                  <a:pt x="352425" y="2390775"/>
                </a:moveTo>
                <a:lnTo>
                  <a:pt x="361950" y="2390775"/>
                </a:lnTo>
                <a:lnTo>
                  <a:pt x="361950" y="2409825"/>
                </a:lnTo>
                <a:lnTo>
                  <a:pt x="352425" y="2409825"/>
                </a:lnTo>
                <a:close/>
                <a:moveTo>
                  <a:pt x="1323975" y="2390775"/>
                </a:moveTo>
                <a:lnTo>
                  <a:pt x="1343025" y="2390775"/>
                </a:lnTo>
                <a:lnTo>
                  <a:pt x="1343025" y="2409825"/>
                </a:lnTo>
                <a:lnTo>
                  <a:pt x="1333500" y="2409825"/>
                </a:lnTo>
                <a:lnTo>
                  <a:pt x="1333500" y="2400300"/>
                </a:lnTo>
                <a:lnTo>
                  <a:pt x="1323975" y="2400300"/>
                </a:lnTo>
                <a:close/>
                <a:moveTo>
                  <a:pt x="342900" y="2409825"/>
                </a:moveTo>
                <a:lnTo>
                  <a:pt x="352425" y="2409825"/>
                </a:lnTo>
                <a:lnTo>
                  <a:pt x="352425" y="2419350"/>
                </a:lnTo>
                <a:lnTo>
                  <a:pt x="371475" y="2419350"/>
                </a:lnTo>
                <a:lnTo>
                  <a:pt x="371475" y="2447925"/>
                </a:lnTo>
                <a:lnTo>
                  <a:pt x="361950" y="2447925"/>
                </a:lnTo>
                <a:lnTo>
                  <a:pt x="361950" y="2438400"/>
                </a:lnTo>
                <a:lnTo>
                  <a:pt x="352425" y="2438400"/>
                </a:lnTo>
                <a:lnTo>
                  <a:pt x="352425" y="2428875"/>
                </a:lnTo>
                <a:lnTo>
                  <a:pt x="342900" y="2428875"/>
                </a:lnTo>
                <a:close/>
                <a:moveTo>
                  <a:pt x="400050" y="2428875"/>
                </a:moveTo>
                <a:lnTo>
                  <a:pt x="409575" y="2428875"/>
                </a:lnTo>
                <a:lnTo>
                  <a:pt x="409575" y="2438400"/>
                </a:lnTo>
                <a:lnTo>
                  <a:pt x="400050" y="2438400"/>
                </a:lnTo>
                <a:close/>
                <a:moveTo>
                  <a:pt x="419100" y="2428875"/>
                </a:moveTo>
                <a:lnTo>
                  <a:pt x="428625" y="2428875"/>
                </a:lnTo>
                <a:lnTo>
                  <a:pt x="428625" y="2438400"/>
                </a:lnTo>
                <a:lnTo>
                  <a:pt x="419100" y="2438400"/>
                </a:lnTo>
                <a:close/>
                <a:moveTo>
                  <a:pt x="447675" y="2428875"/>
                </a:moveTo>
                <a:lnTo>
                  <a:pt x="466725" y="2428875"/>
                </a:lnTo>
                <a:lnTo>
                  <a:pt x="466725" y="2438400"/>
                </a:lnTo>
                <a:lnTo>
                  <a:pt x="457200" y="2438400"/>
                </a:lnTo>
                <a:lnTo>
                  <a:pt x="457200" y="2447925"/>
                </a:lnTo>
                <a:lnTo>
                  <a:pt x="438150" y="2447925"/>
                </a:lnTo>
                <a:lnTo>
                  <a:pt x="438150" y="2438400"/>
                </a:lnTo>
                <a:lnTo>
                  <a:pt x="447675" y="2438400"/>
                </a:lnTo>
                <a:close/>
                <a:moveTo>
                  <a:pt x="476250" y="2428875"/>
                </a:moveTo>
                <a:lnTo>
                  <a:pt x="514350" y="2428875"/>
                </a:lnTo>
                <a:lnTo>
                  <a:pt x="514350" y="2438400"/>
                </a:lnTo>
                <a:lnTo>
                  <a:pt x="504825" y="2438400"/>
                </a:lnTo>
                <a:lnTo>
                  <a:pt x="504825" y="2447925"/>
                </a:lnTo>
                <a:lnTo>
                  <a:pt x="485775" y="2447925"/>
                </a:lnTo>
                <a:lnTo>
                  <a:pt x="485775" y="2438400"/>
                </a:lnTo>
                <a:lnTo>
                  <a:pt x="476250" y="2438400"/>
                </a:lnTo>
                <a:close/>
                <a:moveTo>
                  <a:pt x="600075" y="2428875"/>
                </a:moveTo>
                <a:lnTo>
                  <a:pt x="657225" y="2428875"/>
                </a:lnTo>
                <a:lnTo>
                  <a:pt x="657225" y="2438400"/>
                </a:lnTo>
                <a:lnTo>
                  <a:pt x="638175" y="2438400"/>
                </a:lnTo>
                <a:lnTo>
                  <a:pt x="638175" y="2457450"/>
                </a:lnTo>
                <a:lnTo>
                  <a:pt x="628650" y="2457450"/>
                </a:lnTo>
                <a:lnTo>
                  <a:pt x="628650" y="2447925"/>
                </a:lnTo>
                <a:lnTo>
                  <a:pt x="600075" y="2447925"/>
                </a:lnTo>
                <a:close/>
                <a:moveTo>
                  <a:pt x="695325" y="2428875"/>
                </a:moveTo>
                <a:lnTo>
                  <a:pt x="723900" y="2428875"/>
                </a:lnTo>
                <a:lnTo>
                  <a:pt x="723900" y="2438400"/>
                </a:lnTo>
                <a:lnTo>
                  <a:pt x="733425" y="2438400"/>
                </a:lnTo>
                <a:lnTo>
                  <a:pt x="733425" y="2447925"/>
                </a:lnTo>
                <a:lnTo>
                  <a:pt x="714375" y="2447925"/>
                </a:lnTo>
                <a:lnTo>
                  <a:pt x="714375" y="2466975"/>
                </a:lnTo>
                <a:lnTo>
                  <a:pt x="704850" y="2466975"/>
                </a:lnTo>
                <a:lnTo>
                  <a:pt x="704850" y="2438400"/>
                </a:lnTo>
                <a:lnTo>
                  <a:pt x="695325" y="2438400"/>
                </a:lnTo>
                <a:close/>
                <a:moveTo>
                  <a:pt x="866775" y="2428875"/>
                </a:moveTo>
                <a:lnTo>
                  <a:pt x="885825" y="2428875"/>
                </a:lnTo>
                <a:lnTo>
                  <a:pt x="885825" y="2447925"/>
                </a:lnTo>
                <a:lnTo>
                  <a:pt x="866775" y="2447925"/>
                </a:lnTo>
                <a:close/>
                <a:moveTo>
                  <a:pt x="923925" y="2428875"/>
                </a:moveTo>
                <a:lnTo>
                  <a:pt x="933450" y="2428875"/>
                </a:lnTo>
                <a:lnTo>
                  <a:pt x="933450" y="2438400"/>
                </a:lnTo>
                <a:lnTo>
                  <a:pt x="923925" y="2438400"/>
                </a:lnTo>
                <a:close/>
                <a:moveTo>
                  <a:pt x="1019175" y="2428875"/>
                </a:moveTo>
                <a:lnTo>
                  <a:pt x="1057275" y="2428875"/>
                </a:lnTo>
                <a:lnTo>
                  <a:pt x="1057275" y="2447925"/>
                </a:lnTo>
                <a:lnTo>
                  <a:pt x="1047750" y="2447925"/>
                </a:lnTo>
                <a:lnTo>
                  <a:pt x="1047750" y="2457450"/>
                </a:lnTo>
                <a:lnTo>
                  <a:pt x="1028700" y="2457450"/>
                </a:lnTo>
                <a:lnTo>
                  <a:pt x="1028700" y="2466975"/>
                </a:lnTo>
                <a:lnTo>
                  <a:pt x="1038225" y="2466975"/>
                </a:lnTo>
                <a:lnTo>
                  <a:pt x="1038225" y="2476500"/>
                </a:lnTo>
                <a:lnTo>
                  <a:pt x="1019175" y="2476500"/>
                </a:lnTo>
                <a:lnTo>
                  <a:pt x="1019175" y="2486025"/>
                </a:lnTo>
                <a:lnTo>
                  <a:pt x="990600" y="2486025"/>
                </a:lnTo>
                <a:lnTo>
                  <a:pt x="990600" y="2476500"/>
                </a:lnTo>
                <a:lnTo>
                  <a:pt x="981075" y="2476500"/>
                </a:lnTo>
                <a:lnTo>
                  <a:pt x="981075" y="2466975"/>
                </a:lnTo>
                <a:lnTo>
                  <a:pt x="1000125" y="2466975"/>
                </a:lnTo>
                <a:lnTo>
                  <a:pt x="1000125" y="2447925"/>
                </a:lnTo>
                <a:lnTo>
                  <a:pt x="1009650" y="2447925"/>
                </a:lnTo>
                <a:lnTo>
                  <a:pt x="1009650" y="2438400"/>
                </a:lnTo>
                <a:lnTo>
                  <a:pt x="1019175" y="2438400"/>
                </a:lnTo>
                <a:close/>
                <a:moveTo>
                  <a:pt x="1143000" y="2428875"/>
                </a:moveTo>
                <a:lnTo>
                  <a:pt x="1276350" y="2428875"/>
                </a:lnTo>
                <a:lnTo>
                  <a:pt x="1276350" y="2438400"/>
                </a:lnTo>
                <a:lnTo>
                  <a:pt x="1238250" y="2438400"/>
                </a:lnTo>
                <a:lnTo>
                  <a:pt x="1238250" y="2466975"/>
                </a:lnTo>
                <a:lnTo>
                  <a:pt x="1228725" y="2466975"/>
                </a:lnTo>
                <a:lnTo>
                  <a:pt x="1228725" y="2476500"/>
                </a:lnTo>
                <a:lnTo>
                  <a:pt x="1238250" y="2476500"/>
                </a:lnTo>
                <a:lnTo>
                  <a:pt x="1238250" y="2486025"/>
                </a:lnTo>
                <a:lnTo>
                  <a:pt x="1200150" y="2486025"/>
                </a:lnTo>
                <a:lnTo>
                  <a:pt x="1200150" y="2476500"/>
                </a:lnTo>
                <a:lnTo>
                  <a:pt x="1171575" y="2476500"/>
                </a:lnTo>
                <a:lnTo>
                  <a:pt x="1171575" y="2466975"/>
                </a:lnTo>
                <a:lnTo>
                  <a:pt x="1200150" y="2466975"/>
                </a:lnTo>
                <a:lnTo>
                  <a:pt x="1200150" y="2457450"/>
                </a:lnTo>
                <a:lnTo>
                  <a:pt x="1171575" y="2457450"/>
                </a:lnTo>
                <a:lnTo>
                  <a:pt x="1171575" y="2447925"/>
                </a:lnTo>
                <a:lnTo>
                  <a:pt x="1143000" y="2447925"/>
                </a:lnTo>
                <a:close/>
                <a:moveTo>
                  <a:pt x="1304925" y="2428875"/>
                </a:moveTo>
                <a:lnTo>
                  <a:pt x="1381125" y="2428875"/>
                </a:lnTo>
                <a:lnTo>
                  <a:pt x="1381125" y="2438400"/>
                </a:lnTo>
                <a:lnTo>
                  <a:pt x="1390650" y="2438400"/>
                </a:lnTo>
                <a:lnTo>
                  <a:pt x="1390650" y="2428875"/>
                </a:lnTo>
                <a:lnTo>
                  <a:pt x="1447800" y="2428875"/>
                </a:lnTo>
                <a:lnTo>
                  <a:pt x="1447800" y="2438400"/>
                </a:lnTo>
                <a:lnTo>
                  <a:pt x="1457325" y="2438400"/>
                </a:lnTo>
                <a:lnTo>
                  <a:pt x="1457325" y="2447925"/>
                </a:lnTo>
                <a:lnTo>
                  <a:pt x="1447800" y="2447925"/>
                </a:lnTo>
                <a:lnTo>
                  <a:pt x="1447800" y="2457450"/>
                </a:lnTo>
                <a:lnTo>
                  <a:pt x="1457325" y="2457450"/>
                </a:lnTo>
                <a:lnTo>
                  <a:pt x="1457325" y="2466975"/>
                </a:lnTo>
                <a:lnTo>
                  <a:pt x="1476375" y="2466975"/>
                </a:lnTo>
                <a:lnTo>
                  <a:pt x="1476375" y="2457450"/>
                </a:lnTo>
                <a:lnTo>
                  <a:pt x="1485900" y="2457450"/>
                </a:lnTo>
                <a:lnTo>
                  <a:pt x="1485900" y="2447925"/>
                </a:lnTo>
                <a:lnTo>
                  <a:pt x="1466850" y="2447925"/>
                </a:lnTo>
                <a:lnTo>
                  <a:pt x="1466850" y="2438400"/>
                </a:lnTo>
                <a:lnTo>
                  <a:pt x="1504950" y="2438400"/>
                </a:lnTo>
                <a:lnTo>
                  <a:pt x="1504950" y="2428875"/>
                </a:lnTo>
                <a:lnTo>
                  <a:pt x="1524000" y="2428875"/>
                </a:lnTo>
                <a:lnTo>
                  <a:pt x="1524000" y="2457450"/>
                </a:lnTo>
                <a:lnTo>
                  <a:pt x="1543050" y="2457450"/>
                </a:lnTo>
                <a:lnTo>
                  <a:pt x="1543050" y="2466975"/>
                </a:lnTo>
                <a:lnTo>
                  <a:pt x="1581150" y="2466975"/>
                </a:lnTo>
                <a:lnTo>
                  <a:pt x="1581150" y="2486025"/>
                </a:lnTo>
                <a:lnTo>
                  <a:pt x="1571625" y="2486025"/>
                </a:lnTo>
                <a:lnTo>
                  <a:pt x="1571625" y="2476500"/>
                </a:lnTo>
                <a:lnTo>
                  <a:pt x="1543050" y="2476500"/>
                </a:lnTo>
                <a:lnTo>
                  <a:pt x="1543050" y="2486025"/>
                </a:lnTo>
                <a:lnTo>
                  <a:pt x="1485900" y="2486025"/>
                </a:lnTo>
                <a:lnTo>
                  <a:pt x="1485900" y="2476500"/>
                </a:lnTo>
                <a:lnTo>
                  <a:pt x="1466850" y="2476500"/>
                </a:lnTo>
                <a:lnTo>
                  <a:pt x="1466850" y="2486025"/>
                </a:lnTo>
                <a:lnTo>
                  <a:pt x="1447800" y="2486025"/>
                </a:lnTo>
                <a:lnTo>
                  <a:pt x="1447800" y="2466975"/>
                </a:lnTo>
                <a:lnTo>
                  <a:pt x="1428750" y="2466975"/>
                </a:lnTo>
                <a:lnTo>
                  <a:pt x="1428750" y="2486025"/>
                </a:lnTo>
                <a:lnTo>
                  <a:pt x="1323975" y="2486025"/>
                </a:lnTo>
                <a:lnTo>
                  <a:pt x="1323975" y="2476500"/>
                </a:lnTo>
                <a:lnTo>
                  <a:pt x="1333500" y="2476500"/>
                </a:lnTo>
                <a:lnTo>
                  <a:pt x="1333500" y="2466975"/>
                </a:lnTo>
                <a:lnTo>
                  <a:pt x="1314450" y="2466975"/>
                </a:lnTo>
                <a:lnTo>
                  <a:pt x="1314450" y="2457450"/>
                </a:lnTo>
                <a:lnTo>
                  <a:pt x="1295400" y="2457450"/>
                </a:lnTo>
                <a:lnTo>
                  <a:pt x="1295400" y="2447925"/>
                </a:lnTo>
                <a:lnTo>
                  <a:pt x="1285875" y="2447925"/>
                </a:lnTo>
                <a:lnTo>
                  <a:pt x="1285875" y="2438400"/>
                </a:lnTo>
                <a:lnTo>
                  <a:pt x="1304925" y="2438400"/>
                </a:lnTo>
                <a:close/>
                <a:moveTo>
                  <a:pt x="1552575" y="2428875"/>
                </a:moveTo>
                <a:lnTo>
                  <a:pt x="1571625" y="2428875"/>
                </a:lnTo>
                <a:lnTo>
                  <a:pt x="1571625" y="2438400"/>
                </a:lnTo>
                <a:lnTo>
                  <a:pt x="1619250" y="2438400"/>
                </a:lnTo>
                <a:lnTo>
                  <a:pt x="1619250" y="2428875"/>
                </a:lnTo>
                <a:lnTo>
                  <a:pt x="1666875" y="2428875"/>
                </a:lnTo>
                <a:lnTo>
                  <a:pt x="1666875" y="2438400"/>
                </a:lnTo>
                <a:lnTo>
                  <a:pt x="1657350" y="2438400"/>
                </a:lnTo>
                <a:lnTo>
                  <a:pt x="1657350" y="2447925"/>
                </a:lnTo>
                <a:lnTo>
                  <a:pt x="1666875" y="2447925"/>
                </a:lnTo>
                <a:lnTo>
                  <a:pt x="1666875" y="2457450"/>
                </a:lnTo>
                <a:lnTo>
                  <a:pt x="1657350" y="2457450"/>
                </a:lnTo>
                <a:lnTo>
                  <a:pt x="1657350" y="2476500"/>
                </a:lnTo>
                <a:lnTo>
                  <a:pt x="1628775" y="2476500"/>
                </a:lnTo>
                <a:lnTo>
                  <a:pt x="1628775" y="2486025"/>
                </a:lnTo>
                <a:lnTo>
                  <a:pt x="1590675" y="2486025"/>
                </a:lnTo>
                <a:lnTo>
                  <a:pt x="1590675" y="2457450"/>
                </a:lnTo>
                <a:lnTo>
                  <a:pt x="1600200" y="2457450"/>
                </a:lnTo>
                <a:lnTo>
                  <a:pt x="1600200" y="2447925"/>
                </a:lnTo>
                <a:lnTo>
                  <a:pt x="1552575" y="2447925"/>
                </a:lnTo>
                <a:close/>
                <a:moveTo>
                  <a:pt x="180975" y="2447925"/>
                </a:moveTo>
                <a:lnTo>
                  <a:pt x="238125" y="2447925"/>
                </a:lnTo>
                <a:lnTo>
                  <a:pt x="238125" y="2457450"/>
                </a:lnTo>
                <a:lnTo>
                  <a:pt x="219075" y="2457450"/>
                </a:lnTo>
                <a:lnTo>
                  <a:pt x="219075" y="2466975"/>
                </a:lnTo>
                <a:lnTo>
                  <a:pt x="190500" y="2466975"/>
                </a:lnTo>
                <a:lnTo>
                  <a:pt x="190500" y="2457450"/>
                </a:lnTo>
                <a:lnTo>
                  <a:pt x="180975" y="2457450"/>
                </a:lnTo>
                <a:close/>
                <a:moveTo>
                  <a:pt x="276225" y="2447925"/>
                </a:moveTo>
                <a:lnTo>
                  <a:pt x="285750" y="2447925"/>
                </a:lnTo>
                <a:lnTo>
                  <a:pt x="285750" y="2457450"/>
                </a:lnTo>
                <a:lnTo>
                  <a:pt x="276225" y="2457450"/>
                </a:lnTo>
                <a:close/>
                <a:moveTo>
                  <a:pt x="304800" y="2447925"/>
                </a:moveTo>
                <a:lnTo>
                  <a:pt x="323850" y="2447925"/>
                </a:lnTo>
                <a:lnTo>
                  <a:pt x="323850" y="2457450"/>
                </a:lnTo>
                <a:lnTo>
                  <a:pt x="304800" y="2457450"/>
                </a:lnTo>
                <a:close/>
                <a:moveTo>
                  <a:pt x="1019175" y="2447925"/>
                </a:moveTo>
                <a:lnTo>
                  <a:pt x="1038225" y="2447925"/>
                </a:lnTo>
                <a:lnTo>
                  <a:pt x="1038225" y="2438400"/>
                </a:lnTo>
                <a:lnTo>
                  <a:pt x="1019175" y="2438400"/>
                </a:lnTo>
                <a:close/>
                <a:moveTo>
                  <a:pt x="1619250" y="2447925"/>
                </a:moveTo>
                <a:lnTo>
                  <a:pt x="1647825" y="2447925"/>
                </a:lnTo>
                <a:lnTo>
                  <a:pt x="1647825" y="2438400"/>
                </a:lnTo>
                <a:lnTo>
                  <a:pt x="1619250" y="2438400"/>
                </a:lnTo>
                <a:close/>
                <a:moveTo>
                  <a:pt x="1695450" y="2447925"/>
                </a:moveTo>
                <a:lnTo>
                  <a:pt x="1704975" y="2447925"/>
                </a:lnTo>
                <a:lnTo>
                  <a:pt x="1704975" y="2486025"/>
                </a:lnTo>
                <a:lnTo>
                  <a:pt x="1676400" y="2486025"/>
                </a:lnTo>
                <a:lnTo>
                  <a:pt x="1676400" y="2476500"/>
                </a:lnTo>
                <a:lnTo>
                  <a:pt x="1685925" y="2476500"/>
                </a:lnTo>
                <a:lnTo>
                  <a:pt x="1685925" y="2457450"/>
                </a:lnTo>
                <a:lnTo>
                  <a:pt x="1695450" y="2457450"/>
                </a:lnTo>
                <a:close/>
                <a:moveTo>
                  <a:pt x="323850" y="2457450"/>
                </a:moveTo>
                <a:lnTo>
                  <a:pt x="333375" y="2457450"/>
                </a:lnTo>
                <a:lnTo>
                  <a:pt x="333375" y="2466975"/>
                </a:lnTo>
                <a:lnTo>
                  <a:pt x="323850" y="2466975"/>
                </a:lnTo>
                <a:close/>
                <a:moveTo>
                  <a:pt x="533400" y="2457450"/>
                </a:moveTo>
                <a:lnTo>
                  <a:pt x="542925" y="2457450"/>
                </a:lnTo>
                <a:lnTo>
                  <a:pt x="542925" y="2466975"/>
                </a:lnTo>
                <a:lnTo>
                  <a:pt x="533400" y="2466975"/>
                </a:lnTo>
                <a:close/>
                <a:moveTo>
                  <a:pt x="552450" y="2457450"/>
                </a:moveTo>
                <a:lnTo>
                  <a:pt x="561975" y="2457450"/>
                </a:lnTo>
                <a:lnTo>
                  <a:pt x="561975" y="2466975"/>
                </a:lnTo>
                <a:lnTo>
                  <a:pt x="647700" y="2466975"/>
                </a:lnTo>
                <a:lnTo>
                  <a:pt x="647700" y="2457450"/>
                </a:lnTo>
                <a:lnTo>
                  <a:pt x="676275" y="2457450"/>
                </a:lnTo>
                <a:lnTo>
                  <a:pt x="676275" y="2476500"/>
                </a:lnTo>
                <a:lnTo>
                  <a:pt x="685800" y="2476500"/>
                </a:lnTo>
                <a:lnTo>
                  <a:pt x="685800" y="2486025"/>
                </a:lnTo>
                <a:lnTo>
                  <a:pt x="619125" y="2486025"/>
                </a:lnTo>
                <a:lnTo>
                  <a:pt x="619125" y="2476500"/>
                </a:lnTo>
                <a:lnTo>
                  <a:pt x="609600" y="2476500"/>
                </a:lnTo>
                <a:lnTo>
                  <a:pt x="609600" y="2486025"/>
                </a:lnTo>
                <a:lnTo>
                  <a:pt x="581025" y="2486025"/>
                </a:lnTo>
                <a:lnTo>
                  <a:pt x="581025" y="2476500"/>
                </a:lnTo>
                <a:lnTo>
                  <a:pt x="552450" y="2476500"/>
                </a:lnTo>
                <a:lnTo>
                  <a:pt x="552450" y="2486025"/>
                </a:lnTo>
                <a:lnTo>
                  <a:pt x="542925" y="2486025"/>
                </a:lnTo>
                <a:lnTo>
                  <a:pt x="542925" y="2466975"/>
                </a:lnTo>
                <a:lnTo>
                  <a:pt x="552450" y="2466975"/>
                </a:lnTo>
                <a:close/>
                <a:moveTo>
                  <a:pt x="333375" y="2466975"/>
                </a:moveTo>
                <a:lnTo>
                  <a:pt x="361950" y="2466975"/>
                </a:lnTo>
                <a:lnTo>
                  <a:pt x="361950" y="2476500"/>
                </a:lnTo>
                <a:lnTo>
                  <a:pt x="352425" y="2476500"/>
                </a:lnTo>
                <a:lnTo>
                  <a:pt x="352425" y="2486025"/>
                </a:lnTo>
                <a:lnTo>
                  <a:pt x="333375" y="2486025"/>
                </a:lnTo>
                <a:close/>
                <a:moveTo>
                  <a:pt x="438150" y="2466975"/>
                </a:moveTo>
                <a:lnTo>
                  <a:pt x="457200" y="2466975"/>
                </a:lnTo>
                <a:lnTo>
                  <a:pt x="457200" y="2486025"/>
                </a:lnTo>
                <a:lnTo>
                  <a:pt x="438150" y="2486025"/>
                </a:lnTo>
                <a:close/>
                <a:moveTo>
                  <a:pt x="476250" y="2466975"/>
                </a:moveTo>
                <a:lnTo>
                  <a:pt x="523875" y="2466975"/>
                </a:lnTo>
                <a:lnTo>
                  <a:pt x="523875" y="2486025"/>
                </a:lnTo>
                <a:lnTo>
                  <a:pt x="476250" y="2486025"/>
                </a:lnTo>
                <a:close/>
                <a:moveTo>
                  <a:pt x="714375" y="2466975"/>
                </a:moveTo>
                <a:lnTo>
                  <a:pt x="733425" y="2466975"/>
                </a:lnTo>
                <a:lnTo>
                  <a:pt x="733425" y="2476500"/>
                </a:lnTo>
                <a:lnTo>
                  <a:pt x="723900" y="2476500"/>
                </a:lnTo>
                <a:lnTo>
                  <a:pt x="723900" y="2486025"/>
                </a:lnTo>
                <a:lnTo>
                  <a:pt x="704850" y="2486025"/>
                </a:lnTo>
                <a:lnTo>
                  <a:pt x="704850" y="2476500"/>
                </a:lnTo>
                <a:lnTo>
                  <a:pt x="714375" y="2476500"/>
                </a:lnTo>
                <a:close/>
                <a:moveTo>
                  <a:pt x="1257300" y="2476500"/>
                </a:moveTo>
                <a:lnTo>
                  <a:pt x="1266825" y="2476500"/>
                </a:lnTo>
                <a:lnTo>
                  <a:pt x="1266825" y="2486025"/>
                </a:lnTo>
                <a:lnTo>
                  <a:pt x="1257300" y="2486025"/>
                </a:lnTo>
                <a:close/>
                <a:moveTo>
                  <a:pt x="1524000" y="2505075"/>
                </a:moveTo>
                <a:lnTo>
                  <a:pt x="1533525" y="2505075"/>
                </a:lnTo>
                <a:lnTo>
                  <a:pt x="1533525" y="2524125"/>
                </a:lnTo>
                <a:lnTo>
                  <a:pt x="1504950" y="2524125"/>
                </a:lnTo>
                <a:lnTo>
                  <a:pt x="1504950" y="2514600"/>
                </a:lnTo>
                <a:lnTo>
                  <a:pt x="1524000" y="2514600"/>
                </a:lnTo>
                <a:close/>
                <a:moveTo>
                  <a:pt x="1600200" y="2505075"/>
                </a:moveTo>
                <a:lnTo>
                  <a:pt x="1609725" y="2505075"/>
                </a:lnTo>
                <a:lnTo>
                  <a:pt x="1609725" y="2514600"/>
                </a:lnTo>
                <a:lnTo>
                  <a:pt x="1619250" y="2514600"/>
                </a:lnTo>
                <a:lnTo>
                  <a:pt x="1619250" y="2524125"/>
                </a:lnTo>
                <a:lnTo>
                  <a:pt x="1600200" y="2524125"/>
                </a:lnTo>
                <a:close/>
                <a:moveTo>
                  <a:pt x="285750" y="2514600"/>
                </a:moveTo>
                <a:lnTo>
                  <a:pt x="295275" y="2514600"/>
                </a:lnTo>
                <a:lnTo>
                  <a:pt x="295275" y="2524125"/>
                </a:lnTo>
                <a:lnTo>
                  <a:pt x="285750" y="2524125"/>
                </a:lnTo>
                <a:close/>
                <a:moveTo>
                  <a:pt x="533400" y="2514600"/>
                </a:moveTo>
                <a:lnTo>
                  <a:pt x="542925" y="2514600"/>
                </a:lnTo>
                <a:lnTo>
                  <a:pt x="542925" y="2524125"/>
                </a:lnTo>
                <a:lnTo>
                  <a:pt x="533400" y="2524125"/>
                </a:lnTo>
                <a:close/>
                <a:moveTo>
                  <a:pt x="1057275" y="2514600"/>
                </a:moveTo>
                <a:lnTo>
                  <a:pt x="1085850" y="2514600"/>
                </a:lnTo>
                <a:lnTo>
                  <a:pt x="1085850" y="2524125"/>
                </a:lnTo>
                <a:lnTo>
                  <a:pt x="1057275" y="2524125"/>
                </a:lnTo>
                <a:close/>
                <a:moveTo>
                  <a:pt x="1362075" y="2514600"/>
                </a:moveTo>
                <a:lnTo>
                  <a:pt x="1381125" y="2514600"/>
                </a:lnTo>
                <a:lnTo>
                  <a:pt x="1381125" y="2524125"/>
                </a:lnTo>
                <a:lnTo>
                  <a:pt x="1362075" y="2524125"/>
                </a:lnTo>
                <a:close/>
                <a:moveTo>
                  <a:pt x="438150" y="2552700"/>
                </a:moveTo>
                <a:lnTo>
                  <a:pt x="457200" y="2552700"/>
                </a:lnTo>
                <a:lnTo>
                  <a:pt x="457200" y="2562225"/>
                </a:lnTo>
                <a:lnTo>
                  <a:pt x="466725" y="2562225"/>
                </a:lnTo>
                <a:lnTo>
                  <a:pt x="466725" y="2581275"/>
                </a:lnTo>
                <a:lnTo>
                  <a:pt x="438150" y="2581275"/>
                </a:lnTo>
                <a:lnTo>
                  <a:pt x="438150" y="2571750"/>
                </a:lnTo>
                <a:lnTo>
                  <a:pt x="428625" y="2571750"/>
                </a:lnTo>
                <a:lnTo>
                  <a:pt x="428625" y="2562225"/>
                </a:lnTo>
                <a:lnTo>
                  <a:pt x="438150" y="2562225"/>
                </a:lnTo>
                <a:close/>
                <a:moveTo>
                  <a:pt x="504825" y="2552700"/>
                </a:moveTo>
                <a:lnTo>
                  <a:pt x="523875" y="2552700"/>
                </a:lnTo>
                <a:lnTo>
                  <a:pt x="523875" y="2562225"/>
                </a:lnTo>
                <a:lnTo>
                  <a:pt x="561975" y="2562225"/>
                </a:lnTo>
                <a:lnTo>
                  <a:pt x="561975" y="2571750"/>
                </a:lnTo>
                <a:lnTo>
                  <a:pt x="504825" y="2571750"/>
                </a:lnTo>
                <a:close/>
                <a:moveTo>
                  <a:pt x="361950" y="2562225"/>
                </a:moveTo>
                <a:lnTo>
                  <a:pt x="371475" y="2562225"/>
                </a:lnTo>
                <a:lnTo>
                  <a:pt x="371475" y="2571750"/>
                </a:lnTo>
                <a:lnTo>
                  <a:pt x="361950" y="2571750"/>
                </a:lnTo>
                <a:close/>
                <a:moveTo>
                  <a:pt x="342900" y="2571750"/>
                </a:moveTo>
                <a:lnTo>
                  <a:pt x="361950" y="2571750"/>
                </a:lnTo>
                <a:lnTo>
                  <a:pt x="361950" y="2581275"/>
                </a:lnTo>
                <a:lnTo>
                  <a:pt x="342900" y="2581275"/>
                </a:lnTo>
                <a:close/>
                <a:moveTo>
                  <a:pt x="571500" y="2609850"/>
                </a:moveTo>
                <a:lnTo>
                  <a:pt x="581025" y="2609850"/>
                </a:lnTo>
                <a:lnTo>
                  <a:pt x="581025" y="2619375"/>
                </a:lnTo>
                <a:lnTo>
                  <a:pt x="600075" y="2619375"/>
                </a:lnTo>
                <a:lnTo>
                  <a:pt x="600075" y="2628900"/>
                </a:lnTo>
                <a:lnTo>
                  <a:pt x="590550" y="2628900"/>
                </a:lnTo>
                <a:lnTo>
                  <a:pt x="590550" y="2657475"/>
                </a:lnTo>
                <a:lnTo>
                  <a:pt x="561975" y="2657475"/>
                </a:lnTo>
                <a:lnTo>
                  <a:pt x="561975" y="2628900"/>
                </a:lnTo>
                <a:lnTo>
                  <a:pt x="552450" y="2628900"/>
                </a:lnTo>
                <a:lnTo>
                  <a:pt x="552450" y="2619375"/>
                </a:lnTo>
                <a:lnTo>
                  <a:pt x="571500" y="2619375"/>
                </a:lnTo>
                <a:close/>
                <a:moveTo>
                  <a:pt x="495300" y="2619375"/>
                </a:moveTo>
                <a:lnTo>
                  <a:pt x="504825" y="2619375"/>
                </a:lnTo>
                <a:lnTo>
                  <a:pt x="504825" y="2628900"/>
                </a:lnTo>
                <a:lnTo>
                  <a:pt x="495300" y="2628900"/>
                </a:lnTo>
                <a:close/>
                <a:moveTo>
                  <a:pt x="514350" y="2619375"/>
                </a:moveTo>
                <a:lnTo>
                  <a:pt x="523875" y="2619375"/>
                </a:lnTo>
                <a:lnTo>
                  <a:pt x="523875" y="2628900"/>
                </a:lnTo>
                <a:lnTo>
                  <a:pt x="514350" y="2628900"/>
                </a:lnTo>
                <a:close/>
                <a:moveTo>
                  <a:pt x="438150" y="2628900"/>
                </a:moveTo>
                <a:lnTo>
                  <a:pt x="485775" y="2628900"/>
                </a:lnTo>
                <a:lnTo>
                  <a:pt x="485775" y="2638425"/>
                </a:lnTo>
                <a:lnTo>
                  <a:pt x="476250" y="2638425"/>
                </a:lnTo>
                <a:lnTo>
                  <a:pt x="476250" y="2657475"/>
                </a:lnTo>
                <a:lnTo>
                  <a:pt x="466725" y="2657475"/>
                </a:lnTo>
                <a:lnTo>
                  <a:pt x="466725" y="2647950"/>
                </a:lnTo>
                <a:lnTo>
                  <a:pt x="457200" y="2647950"/>
                </a:lnTo>
                <a:lnTo>
                  <a:pt x="457200" y="2638425"/>
                </a:lnTo>
                <a:lnTo>
                  <a:pt x="438150" y="2638425"/>
                </a:lnTo>
                <a:close/>
                <a:moveTo>
                  <a:pt x="771525" y="2628900"/>
                </a:moveTo>
                <a:lnTo>
                  <a:pt x="828675" y="2628900"/>
                </a:lnTo>
                <a:lnTo>
                  <a:pt x="828675" y="2638425"/>
                </a:lnTo>
                <a:lnTo>
                  <a:pt x="857250" y="2638425"/>
                </a:lnTo>
                <a:lnTo>
                  <a:pt x="857250" y="2647950"/>
                </a:lnTo>
                <a:lnTo>
                  <a:pt x="790575" y="2647950"/>
                </a:lnTo>
                <a:lnTo>
                  <a:pt x="790575" y="2638425"/>
                </a:lnTo>
                <a:lnTo>
                  <a:pt x="781050" y="2638425"/>
                </a:lnTo>
                <a:lnTo>
                  <a:pt x="781050" y="2647950"/>
                </a:lnTo>
                <a:lnTo>
                  <a:pt x="790575" y="2647950"/>
                </a:lnTo>
                <a:lnTo>
                  <a:pt x="790575" y="2657475"/>
                </a:lnTo>
                <a:lnTo>
                  <a:pt x="762000" y="2657475"/>
                </a:lnTo>
                <a:lnTo>
                  <a:pt x="762000" y="2647950"/>
                </a:lnTo>
                <a:lnTo>
                  <a:pt x="733425" y="2647950"/>
                </a:lnTo>
                <a:lnTo>
                  <a:pt x="733425" y="2638425"/>
                </a:lnTo>
                <a:lnTo>
                  <a:pt x="771525" y="2638425"/>
                </a:lnTo>
                <a:close/>
                <a:moveTo>
                  <a:pt x="542925" y="2638425"/>
                </a:moveTo>
                <a:lnTo>
                  <a:pt x="552450" y="2638425"/>
                </a:lnTo>
                <a:lnTo>
                  <a:pt x="552450" y="2647950"/>
                </a:lnTo>
                <a:lnTo>
                  <a:pt x="542925" y="2647950"/>
                </a:lnTo>
                <a:close/>
                <a:moveTo>
                  <a:pt x="885825" y="2638425"/>
                </a:moveTo>
                <a:lnTo>
                  <a:pt x="923925" y="2638425"/>
                </a:lnTo>
                <a:lnTo>
                  <a:pt x="923925" y="2647950"/>
                </a:lnTo>
                <a:lnTo>
                  <a:pt x="942975" y="2647950"/>
                </a:lnTo>
                <a:lnTo>
                  <a:pt x="942975" y="2657475"/>
                </a:lnTo>
                <a:lnTo>
                  <a:pt x="895350" y="2657475"/>
                </a:lnTo>
                <a:lnTo>
                  <a:pt x="895350" y="2647950"/>
                </a:lnTo>
                <a:lnTo>
                  <a:pt x="885825" y="2647950"/>
                </a:lnTo>
                <a:close/>
                <a:moveTo>
                  <a:pt x="971550" y="2638425"/>
                </a:moveTo>
                <a:lnTo>
                  <a:pt x="981075" y="2638425"/>
                </a:lnTo>
                <a:lnTo>
                  <a:pt x="981075" y="2657475"/>
                </a:lnTo>
                <a:lnTo>
                  <a:pt x="971550" y="2657475"/>
                </a:lnTo>
                <a:close/>
                <a:moveTo>
                  <a:pt x="1514475" y="2657475"/>
                </a:moveTo>
                <a:lnTo>
                  <a:pt x="1533525" y="2657475"/>
                </a:lnTo>
                <a:lnTo>
                  <a:pt x="1533525" y="2667000"/>
                </a:lnTo>
                <a:lnTo>
                  <a:pt x="1514475" y="2667000"/>
                </a:lnTo>
                <a:close/>
                <a:moveTo>
                  <a:pt x="933450" y="2676525"/>
                </a:moveTo>
                <a:lnTo>
                  <a:pt x="942975" y="2676525"/>
                </a:lnTo>
                <a:lnTo>
                  <a:pt x="942975" y="2695575"/>
                </a:lnTo>
                <a:lnTo>
                  <a:pt x="923925" y="2695575"/>
                </a:lnTo>
                <a:lnTo>
                  <a:pt x="923925" y="2686050"/>
                </a:lnTo>
                <a:lnTo>
                  <a:pt x="933450" y="2686050"/>
                </a:lnTo>
                <a:close/>
                <a:moveTo>
                  <a:pt x="504825" y="2686050"/>
                </a:moveTo>
                <a:lnTo>
                  <a:pt x="533400" y="2686050"/>
                </a:lnTo>
                <a:lnTo>
                  <a:pt x="533400" y="2695575"/>
                </a:lnTo>
                <a:lnTo>
                  <a:pt x="523875" y="2695575"/>
                </a:lnTo>
                <a:lnTo>
                  <a:pt x="523875" y="2705100"/>
                </a:lnTo>
                <a:lnTo>
                  <a:pt x="542925" y="2705100"/>
                </a:lnTo>
                <a:lnTo>
                  <a:pt x="542925" y="2743200"/>
                </a:lnTo>
                <a:lnTo>
                  <a:pt x="514350" y="2743200"/>
                </a:lnTo>
                <a:lnTo>
                  <a:pt x="514350" y="2733675"/>
                </a:lnTo>
                <a:lnTo>
                  <a:pt x="504825" y="2733675"/>
                </a:lnTo>
                <a:lnTo>
                  <a:pt x="504825" y="2724150"/>
                </a:lnTo>
                <a:lnTo>
                  <a:pt x="514350" y="2724150"/>
                </a:lnTo>
                <a:lnTo>
                  <a:pt x="514350" y="2714625"/>
                </a:lnTo>
                <a:lnTo>
                  <a:pt x="495300" y="2714625"/>
                </a:lnTo>
                <a:lnTo>
                  <a:pt x="495300" y="2705100"/>
                </a:lnTo>
                <a:lnTo>
                  <a:pt x="504825" y="2705100"/>
                </a:lnTo>
                <a:close/>
                <a:moveTo>
                  <a:pt x="1047750" y="2686050"/>
                </a:moveTo>
                <a:lnTo>
                  <a:pt x="1057275" y="2686050"/>
                </a:lnTo>
                <a:lnTo>
                  <a:pt x="1057275" y="2695575"/>
                </a:lnTo>
                <a:lnTo>
                  <a:pt x="1047750" y="2695575"/>
                </a:lnTo>
                <a:close/>
                <a:moveTo>
                  <a:pt x="1295400" y="2686050"/>
                </a:moveTo>
                <a:lnTo>
                  <a:pt x="1343025" y="2686050"/>
                </a:lnTo>
                <a:lnTo>
                  <a:pt x="1343025" y="2695575"/>
                </a:lnTo>
                <a:lnTo>
                  <a:pt x="1352550" y="2695575"/>
                </a:lnTo>
                <a:lnTo>
                  <a:pt x="1352550" y="2686050"/>
                </a:lnTo>
                <a:lnTo>
                  <a:pt x="1362075" y="2686050"/>
                </a:lnTo>
                <a:lnTo>
                  <a:pt x="1362075" y="2695575"/>
                </a:lnTo>
                <a:lnTo>
                  <a:pt x="1381125" y="2695575"/>
                </a:lnTo>
                <a:lnTo>
                  <a:pt x="1381125" y="2705100"/>
                </a:lnTo>
                <a:lnTo>
                  <a:pt x="1371600" y="2705100"/>
                </a:lnTo>
                <a:lnTo>
                  <a:pt x="1371600" y="2714625"/>
                </a:lnTo>
                <a:lnTo>
                  <a:pt x="1390650" y="2714625"/>
                </a:lnTo>
                <a:lnTo>
                  <a:pt x="1390650" y="2705100"/>
                </a:lnTo>
                <a:lnTo>
                  <a:pt x="1400175" y="2705100"/>
                </a:lnTo>
                <a:lnTo>
                  <a:pt x="1400175" y="2686050"/>
                </a:lnTo>
                <a:lnTo>
                  <a:pt x="1543050" y="2686050"/>
                </a:lnTo>
                <a:lnTo>
                  <a:pt x="1543050" y="2695575"/>
                </a:lnTo>
                <a:lnTo>
                  <a:pt x="1524000" y="2695575"/>
                </a:lnTo>
                <a:lnTo>
                  <a:pt x="1524000" y="2714625"/>
                </a:lnTo>
                <a:lnTo>
                  <a:pt x="1533525" y="2714625"/>
                </a:lnTo>
                <a:lnTo>
                  <a:pt x="1533525" y="2705100"/>
                </a:lnTo>
                <a:lnTo>
                  <a:pt x="1543050" y="2705100"/>
                </a:lnTo>
                <a:lnTo>
                  <a:pt x="1543050" y="2695575"/>
                </a:lnTo>
                <a:lnTo>
                  <a:pt x="1552575" y="2695575"/>
                </a:lnTo>
                <a:lnTo>
                  <a:pt x="1552575" y="2714625"/>
                </a:lnTo>
                <a:lnTo>
                  <a:pt x="1581150" y="2714625"/>
                </a:lnTo>
                <a:lnTo>
                  <a:pt x="1581150" y="2705100"/>
                </a:lnTo>
                <a:lnTo>
                  <a:pt x="1571625" y="2705100"/>
                </a:lnTo>
                <a:lnTo>
                  <a:pt x="1571625" y="2695575"/>
                </a:lnTo>
                <a:lnTo>
                  <a:pt x="1590675" y="2695575"/>
                </a:lnTo>
                <a:lnTo>
                  <a:pt x="1590675" y="2705100"/>
                </a:lnTo>
                <a:lnTo>
                  <a:pt x="1600200" y="2705100"/>
                </a:lnTo>
                <a:lnTo>
                  <a:pt x="1600200" y="2714625"/>
                </a:lnTo>
                <a:lnTo>
                  <a:pt x="1590675" y="2714625"/>
                </a:lnTo>
                <a:lnTo>
                  <a:pt x="1590675" y="2724150"/>
                </a:lnTo>
                <a:lnTo>
                  <a:pt x="1600200" y="2724150"/>
                </a:lnTo>
                <a:lnTo>
                  <a:pt x="1600200" y="2733675"/>
                </a:lnTo>
                <a:lnTo>
                  <a:pt x="1609725" y="2733675"/>
                </a:lnTo>
                <a:lnTo>
                  <a:pt x="1609725" y="2724150"/>
                </a:lnTo>
                <a:lnTo>
                  <a:pt x="1647825" y="2724150"/>
                </a:lnTo>
                <a:lnTo>
                  <a:pt x="1647825" y="2733675"/>
                </a:lnTo>
                <a:lnTo>
                  <a:pt x="1638300" y="2733675"/>
                </a:lnTo>
                <a:lnTo>
                  <a:pt x="1638300" y="2743200"/>
                </a:lnTo>
                <a:lnTo>
                  <a:pt x="1466850" y="2743200"/>
                </a:lnTo>
                <a:lnTo>
                  <a:pt x="1466850" y="2733675"/>
                </a:lnTo>
                <a:lnTo>
                  <a:pt x="1476375" y="2733675"/>
                </a:lnTo>
                <a:lnTo>
                  <a:pt x="1476375" y="2724150"/>
                </a:lnTo>
                <a:lnTo>
                  <a:pt x="1457325" y="2724150"/>
                </a:lnTo>
                <a:lnTo>
                  <a:pt x="1457325" y="2714625"/>
                </a:lnTo>
                <a:lnTo>
                  <a:pt x="1447800" y="2714625"/>
                </a:lnTo>
                <a:lnTo>
                  <a:pt x="1447800" y="2724150"/>
                </a:lnTo>
                <a:lnTo>
                  <a:pt x="1438275" y="2724150"/>
                </a:lnTo>
                <a:lnTo>
                  <a:pt x="1438275" y="2733675"/>
                </a:lnTo>
                <a:lnTo>
                  <a:pt x="1419225" y="2733675"/>
                </a:lnTo>
                <a:lnTo>
                  <a:pt x="1419225" y="2743200"/>
                </a:lnTo>
                <a:lnTo>
                  <a:pt x="1276350" y="2743200"/>
                </a:lnTo>
                <a:lnTo>
                  <a:pt x="1276350" y="2733675"/>
                </a:lnTo>
                <a:lnTo>
                  <a:pt x="1257300" y="2733675"/>
                </a:lnTo>
                <a:lnTo>
                  <a:pt x="1257300" y="2743200"/>
                </a:lnTo>
                <a:lnTo>
                  <a:pt x="1181100" y="2743200"/>
                </a:lnTo>
                <a:lnTo>
                  <a:pt x="1181100" y="2733675"/>
                </a:lnTo>
                <a:lnTo>
                  <a:pt x="1171575" y="2733675"/>
                </a:lnTo>
                <a:lnTo>
                  <a:pt x="1171575" y="2724150"/>
                </a:lnTo>
                <a:lnTo>
                  <a:pt x="1200150" y="2724150"/>
                </a:lnTo>
                <a:lnTo>
                  <a:pt x="1200150" y="2714625"/>
                </a:lnTo>
                <a:lnTo>
                  <a:pt x="1190625" y="2714625"/>
                </a:lnTo>
                <a:lnTo>
                  <a:pt x="1190625" y="2695575"/>
                </a:lnTo>
                <a:lnTo>
                  <a:pt x="1238250" y="2695575"/>
                </a:lnTo>
                <a:lnTo>
                  <a:pt x="1238250" y="2705100"/>
                </a:lnTo>
                <a:lnTo>
                  <a:pt x="1228725" y="2705100"/>
                </a:lnTo>
                <a:lnTo>
                  <a:pt x="1228725" y="2724150"/>
                </a:lnTo>
                <a:lnTo>
                  <a:pt x="1276350" y="2724150"/>
                </a:lnTo>
                <a:lnTo>
                  <a:pt x="1276350" y="2714625"/>
                </a:lnTo>
                <a:lnTo>
                  <a:pt x="1295400" y="2714625"/>
                </a:lnTo>
                <a:lnTo>
                  <a:pt x="1295400" y="2705100"/>
                </a:lnTo>
                <a:lnTo>
                  <a:pt x="1285875" y="2705100"/>
                </a:lnTo>
                <a:lnTo>
                  <a:pt x="1285875" y="2695575"/>
                </a:lnTo>
                <a:lnTo>
                  <a:pt x="1295400" y="2695575"/>
                </a:lnTo>
                <a:close/>
                <a:moveTo>
                  <a:pt x="1619250" y="2686050"/>
                </a:moveTo>
                <a:lnTo>
                  <a:pt x="1628775" y="2686050"/>
                </a:lnTo>
                <a:lnTo>
                  <a:pt x="1628775" y="2695575"/>
                </a:lnTo>
                <a:lnTo>
                  <a:pt x="1619250" y="2695575"/>
                </a:lnTo>
                <a:close/>
                <a:moveTo>
                  <a:pt x="1657350" y="2686050"/>
                </a:moveTo>
                <a:lnTo>
                  <a:pt x="1676400" y="2686050"/>
                </a:lnTo>
                <a:lnTo>
                  <a:pt x="1676400" y="2695575"/>
                </a:lnTo>
                <a:lnTo>
                  <a:pt x="1657350" y="2695575"/>
                </a:lnTo>
                <a:close/>
                <a:moveTo>
                  <a:pt x="314325" y="2695575"/>
                </a:moveTo>
                <a:lnTo>
                  <a:pt x="323850" y="2695575"/>
                </a:lnTo>
                <a:lnTo>
                  <a:pt x="323850" y="2705100"/>
                </a:lnTo>
                <a:lnTo>
                  <a:pt x="314325" y="2705100"/>
                </a:lnTo>
                <a:close/>
                <a:moveTo>
                  <a:pt x="409575" y="2695575"/>
                </a:moveTo>
                <a:lnTo>
                  <a:pt x="457200" y="2695575"/>
                </a:lnTo>
                <a:lnTo>
                  <a:pt x="457200" y="2724150"/>
                </a:lnTo>
                <a:lnTo>
                  <a:pt x="476250" y="2724150"/>
                </a:lnTo>
                <a:lnTo>
                  <a:pt x="476250" y="2743200"/>
                </a:lnTo>
                <a:lnTo>
                  <a:pt x="390525" y="2743200"/>
                </a:lnTo>
                <a:lnTo>
                  <a:pt x="390525" y="2724150"/>
                </a:lnTo>
                <a:lnTo>
                  <a:pt x="400050" y="2724150"/>
                </a:lnTo>
                <a:lnTo>
                  <a:pt x="400050" y="2714625"/>
                </a:lnTo>
                <a:lnTo>
                  <a:pt x="409575" y="2714625"/>
                </a:lnTo>
                <a:close/>
                <a:moveTo>
                  <a:pt x="847725" y="2695575"/>
                </a:moveTo>
                <a:lnTo>
                  <a:pt x="866775" y="2695575"/>
                </a:lnTo>
                <a:lnTo>
                  <a:pt x="866775" y="2705100"/>
                </a:lnTo>
                <a:lnTo>
                  <a:pt x="847725" y="2705100"/>
                </a:lnTo>
                <a:close/>
                <a:moveTo>
                  <a:pt x="895350" y="2695575"/>
                </a:moveTo>
                <a:lnTo>
                  <a:pt x="904875" y="2695575"/>
                </a:lnTo>
                <a:lnTo>
                  <a:pt x="904875" y="2705100"/>
                </a:lnTo>
                <a:lnTo>
                  <a:pt x="895350" y="2705100"/>
                </a:lnTo>
                <a:close/>
                <a:moveTo>
                  <a:pt x="914400" y="2695575"/>
                </a:moveTo>
                <a:lnTo>
                  <a:pt x="923925" y="2695575"/>
                </a:lnTo>
                <a:lnTo>
                  <a:pt x="923925" y="2705100"/>
                </a:lnTo>
                <a:lnTo>
                  <a:pt x="914400" y="2705100"/>
                </a:lnTo>
                <a:close/>
                <a:moveTo>
                  <a:pt x="1295400" y="2705100"/>
                </a:moveTo>
                <a:lnTo>
                  <a:pt x="1314450" y="2705100"/>
                </a:lnTo>
                <a:lnTo>
                  <a:pt x="1314450" y="2695575"/>
                </a:lnTo>
                <a:lnTo>
                  <a:pt x="1295400" y="2695575"/>
                </a:lnTo>
                <a:close/>
                <a:moveTo>
                  <a:pt x="180975" y="2714625"/>
                </a:moveTo>
                <a:lnTo>
                  <a:pt x="190500" y="2714625"/>
                </a:lnTo>
                <a:lnTo>
                  <a:pt x="190500" y="2724150"/>
                </a:lnTo>
                <a:lnTo>
                  <a:pt x="180975" y="2724150"/>
                </a:lnTo>
                <a:close/>
                <a:moveTo>
                  <a:pt x="200025" y="2714625"/>
                </a:moveTo>
                <a:lnTo>
                  <a:pt x="219075" y="2714625"/>
                </a:lnTo>
                <a:lnTo>
                  <a:pt x="219075" y="2733675"/>
                </a:lnTo>
                <a:lnTo>
                  <a:pt x="190500" y="2733675"/>
                </a:lnTo>
                <a:lnTo>
                  <a:pt x="190500" y="2724150"/>
                </a:lnTo>
                <a:lnTo>
                  <a:pt x="200025" y="2724150"/>
                </a:lnTo>
                <a:close/>
                <a:moveTo>
                  <a:pt x="266700" y="2714625"/>
                </a:moveTo>
                <a:lnTo>
                  <a:pt x="295275" y="2714625"/>
                </a:lnTo>
                <a:lnTo>
                  <a:pt x="295275" y="2743200"/>
                </a:lnTo>
                <a:lnTo>
                  <a:pt x="285750" y="2743200"/>
                </a:lnTo>
                <a:lnTo>
                  <a:pt x="285750" y="2733675"/>
                </a:lnTo>
                <a:lnTo>
                  <a:pt x="276225" y="2733675"/>
                </a:lnTo>
                <a:lnTo>
                  <a:pt x="276225" y="2743200"/>
                </a:lnTo>
                <a:lnTo>
                  <a:pt x="266700" y="2743200"/>
                </a:lnTo>
                <a:lnTo>
                  <a:pt x="266700" y="2733675"/>
                </a:lnTo>
                <a:lnTo>
                  <a:pt x="257175" y="2733675"/>
                </a:lnTo>
                <a:lnTo>
                  <a:pt x="257175" y="2724150"/>
                </a:lnTo>
                <a:lnTo>
                  <a:pt x="266700" y="2724150"/>
                </a:lnTo>
                <a:close/>
                <a:moveTo>
                  <a:pt x="857250" y="2714625"/>
                </a:moveTo>
                <a:lnTo>
                  <a:pt x="914400" y="2714625"/>
                </a:lnTo>
                <a:lnTo>
                  <a:pt x="914400" y="2724150"/>
                </a:lnTo>
                <a:lnTo>
                  <a:pt x="923925" y="2724150"/>
                </a:lnTo>
                <a:lnTo>
                  <a:pt x="923925" y="2733675"/>
                </a:lnTo>
                <a:lnTo>
                  <a:pt x="895350" y="2733675"/>
                </a:lnTo>
                <a:lnTo>
                  <a:pt x="895350" y="2743200"/>
                </a:lnTo>
                <a:lnTo>
                  <a:pt x="847725" y="2743200"/>
                </a:lnTo>
                <a:lnTo>
                  <a:pt x="847725" y="2733675"/>
                </a:lnTo>
                <a:lnTo>
                  <a:pt x="857250" y="2733675"/>
                </a:lnTo>
                <a:close/>
                <a:moveTo>
                  <a:pt x="1200150" y="2714625"/>
                </a:moveTo>
                <a:lnTo>
                  <a:pt x="1209675" y="2714625"/>
                </a:lnTo>
                <a:lnTo>
                  <a:pt x="1209675" y="2705100"/>
                </a:lnTo>
                <a:lnTo>
                  <a:pt x="1200150" y="2705100"/>
                </a:lnTo>
                <a:close/>
                <a:moveTo>
                  <a:pt x="352425" y="2724150"/>
                </a:moveTo>
                <a:lnTo>
                  <a:pt x="361950" y="2724150"/>
                </a:lnTo>
                <a:lnTo>
                  <a:pt x="361950" y="2743200"/>
                </a:lnTo>
                <a:lnTo>
                  <a:pt x="352425" y="2743200"/>
                </a:lnTo>
                <a:close/>
                <a:moveTo>
                  <a:pt x="1114425" y="2724150"/>
                </a:moveTo>
                <a:lnTo>
                  <a:pt x="1152525" y="2724150"/>
                </a:lnTo>
                <a:lnTo>
                  <a:pt x="1152525" y="2743200"/>
                </a:lnTo>
                <a:lnTo>
                  <a:pt x="1047750" y="2743200"/>
                </a:lnTo>
                <a:lnTo>
                  <a:pt x="1047750" y="2733675"/>
                </a:lnTo>
                <a:lnTo>
                  <a:pt x="1114425" y="2733675"/>
                </a:lnTo>
                <a:close/>
                <a:moveTo>
                  <a:pt x="1504950" y="2724150"/>
                </a:moveTo>
                <a:lnTo>
                  <a:pt x="1514475" y="2724150"/>
                </a:lnTo>
                <a:lnTo>
                  <a:pt x="1514475" y="2714625"/>
                </a:lnTo>
                <a:lnTo>
                  <a:pt x="1504950" y="2714625"/>
                </a:lnTo>
                <a:close/>
                <a:moveTo>
                  <a:pt x="1685925" y="2724150"/>
                </a:moveTo>
                <a:lnTo>
                  <a:pt x="1704975" y="2724150"/>
                </a:lnTo>
                <a:lnTo>
                  <a:pt x="1704975" y="2733675"/>
                </a:lnTo>
                <a:lnTo>
                  <a:pt x="1695450" y="2733675"/>
                </a:lnTo>
                <a:lnTo>
                  <a:pt x="1695450" y="2743200"/>
                </a:lnTo>
                <a:lnTo>
                  <a:pt x="1704975" y="2743200"/>
                </a:lnTo>
                <a:lnTo>
                  <a:pt x="1704975" y="2762250"/>
                </a:lnTo>
                <a:lnTo>
                  <a:pt x="1714500" y="2762250"/>
                </a:lnTo>
                <a:lnTo>
                  <a:pt x="1714500" y="2752725"/>
                </a:lnTo>
                <a:lnTo>
                  <a:pt x="1724025" y="2752725"/>
                </a:lnTo>
                <a:lnTo>
                  <a:pt x="1724025" y="2790825"/>
                </a:lnTo>
                <a:lnTo>
                  <a:pt x="1714500" y="2790825"/>
                </a:lnTo>
                <a:lnTo>
                  <a:pt x="1714500" y="2781300"/>
                </a:lnTo>
                <a:lnTo>
                  <a:pt x="1704975" y="2781300"/>
                </a:lnTo>
                <a:lnTo>
                  <a:pt x="1704975" y="2790825"/>
                </a:lnTo>
                <a:lnTo>
                  <a:pt x="1695450" y="2790825"/>
                </a:lnTo>
                <a:lnTo>
                  <a:pt x="1695450" y="2752725"/>
                </a:lnTo>
                <a:lnTo>
                  <a:pt x="1676400" y="2752725"/>
                </a:lnTo>
                <a:lnTo>
                  <a:pt x="1676400" y="2743200"/>
                </a:lnTo>
                <a:lnTo>
                  <a:pt x="1657350" y="2743200"/>
                </a:lnTo>
                <a:lnTo>
                  <a:pt x="1657350" y="2733675"/>
                </a:lnTo>
                <a:lnTo>
                  <a:pt x="1685925" y="2733675"/>
                </a:lnTo>
                <a:close/>
                <a:moveTo>
                  <a:pt x="809625" y="2733675"/>
                </a:moveTo>
                <a:lnTo>
                  <a:pt x="828675" y="2733675"/>
                </a:lnTo>
                <a:lnTo>
                  <a:pt x="828675" y="2743200"/>
                </a:lnTo>
                <a:lnTo>
                  <a:pt x="809625" y="2743200"/>
                </a:lnTo>
                <a:close/>
                <a:moveTo>
                  <a:pt x="952500" y="2733675"/>
                </a:moveTo>
                <a:lnTo>
                  <a:pt x="1019175" y="2733675"/>
                </a:lnTo>
                <a:lnTo>
                  <a:pt x="1019175" y="2743200"/>
                </a:lnTo>
                <a:lnTo>
                  <a:pt x="952500" y="2743200"/>
                </a:lnTo>
                <a:close/>
                <a:moveTo>
                  <a:pt x="1438275" y="2733675"/>
                </a:moveTo>
                <a:lnTo>
                  <a:pt x="1447800" y="2733675"/>
                </a:lnTo>
                <a:lnTo>
                  <a:pt x="1447800" y="2743200"/>
                </a:lnTo>
                <a:lnTo>
                  <a:pt x="1438275" y="2743200"/>
                </a:lnTo>
                <a:close/>
                <a:moveTo>
                  <a:pt x="190500" y="2771775"/>
                </a:moveTo>
                <a:lnTo>
                  <a:pt x="219075" y="2771775"/>
                </a:lnTo>
                <a:lnTo>
                  <a:pt x="219075" y="2781300"/>
                </a:lnTo>
                <a:lnTo>
                  <a:pt x="228600" y="2781300"/>
                </a:lnTo>
                <a:lnTo>
                  <a:pt x="228600" y="2800350"/>
                </a:lnTo>
                <a:lnTo>
                  <a:pt x="219075" y="2800350"/>
                </a:lnTo>
                <a:lnTo>
                  <a:pt x="219075" y="2809875"/>
                </a:lnTo>
                <a:lnTo>
                  <a:pt x="200025" y="2809875"/>
                </a:lnTo>
                <a:lnTo>
                  <a:pt x="200025" y="2800350"/>
                </a:lnTo>
                <a:lnTo>
                  <a:pt x="180975" y="2800350"/>
                </a:lnTo>
                <a:lnTo>
                  <a:pt x="180975" y="2781300"/>
                </a:lnTo>
                <a:lnTo>
                  <a:pt x="190500" y="2781300"/>
                </a:lnTo>
                <a:close/>
                <a:moveTo>
                  <a:pt x="247650" y="2771775"/>
                </a:moveTo>
                <a:lnTo>
                  <a:pt x="285750" y="2771775"/>
                </a:lnTo>
                <a:lnTo>
                  <a:pt x="285750" y="2800350"/>
                </a:lnTo>
                <a:lnTo>
                  <a:pt x="257175" y="2800350"/>
                </a:lnTo>
                <a:lnTo>
                  <a:pt x="257175" y="2790825"/>
                </a:lnTo>
                <a:lnTo>
                  <a:pt x="247650" y="2790825"/>
                </a:lnTo>
                <a:close/>
                <a:moveTo>
                  <a:pt x="333375" y="2771775"/>
                </a:moveTo>
                <a:lnTo>
                  <a:pt x="342900" y="2771775"/>
                </a:lnTo>
                <a:lnTo>
                  <a:pt x="342900" y="2781300"/>
                </a:lnTo>
                <a:lnTo>
                  <a:pt x="352425" y="2781300"/>
                </a:lnTo>
                <a:lnTo>
                  <a:pt x="352425" y="2771775"/>
                </a:lnTo>
                <a:lnTo>
                  <a:pt x="381000" y="2771775"/>
                </a:lnTo>
                <a:lnTo>
                  <a:pt x="381000" y="2790825"/>
                </a:lnTo>
                <a:lnTo>
                  <a:pt x="333375" y="2790825"/>
                </a:lnTo>
                <a:close/>
                <a:moveTo>
                  <a:pt x="638175" y="2771775"/>
                </a:moveTo>
                <a:lnTo>
                  <a:pt x="666750" y="2771775"/>
                </a:lnTo>
                <a:lnTo>
                  <a:pt x="666750" y="2781300"/>
                </a:lnTo>
                <a:lnTo>
                  <a:pt x="685800" y="2781300"/>
                </a:lnTo>
                <a:lnTo>
                  <a:pt x="685800" y="2790825"/>
                </a:lnTo>
                <a:lnTo>
                  <a:pt x="619125" y="2790825"/>
                </a:lnTo>
                <a:lnTo>
                  <a:pt x="619125" y="2781300"/>
                </a:lnTo>
                <a:lnTo>
                  <a:pt x="638175" y="2781300"/>
                </a:lnTo>
                <a:close/>
                <a:moveTo>
                  <a:pt x="695325" y="2771775"/>
                </a:moveTo>
                <a:lnTo>
                  <a:pt x="704850" y="2771775"/>
                </a:lnTo>
                <a:lnTo>
                  <a:pt x="704850" y="2790825"/>
                </a:lnTo>
                <a:lnTo>
                  <a:pt x="695325" y="2790825"/>
                </a:lnTo>
                <a:close/>
                <a:moveTo>
                  <a:pt x="752475" y="2771775"/>
                </a:moveTo>
                <a:lnTo>
                  <a:pt x="771525" y="2771775"/>
                </a:lnTo>
                <a:lnTo>
                  <a:pt x="771525" y="2790825"/>
                </a:lnTo>
                <a:lnTo>
                  <a:pt x="752475" y="2790825"/>
                </a:lnTo>
                <a:close/>
                <a:moveTo>
                  <a:pt x="828675" y="2771775"/>
                </a:moveTo>
                <a:lnTo>
                  <a:pt x="847725" y="2771775"/>
                </a:lnTo>
                <a:lnTo>
                  <a:pt x="847725" y="2781300"/>
                </a:lnTo>
                <a:lnTo>
                  <a:pt x="866775" y="2781300"/>
                </a:lnTo>
                <a:lnTo>
                  <a:pt x="866775" y="2771775"/>
                </a:lnTo>
                <a:lnTo>
                  <a:pt x="876300" y="2771775"/>
                </a:lnTo>
                <a:lnTo>
                  <a:pt x="876300" y="2781300"/>
                </a:lnTo>
                <a:lnTo>
                  <a:pt x="904875" y="2781300"/>
                </a:lnTo>
                <a:lnTo>
                  <a:pt x="904875" y="2790825"/>
                </a:lnTo>
                <a:lnTo>
                  <a:pt x="857250" y="2790825"/>
                </a:lnTo>
                <a:lnTo>
                  <a:pt x="857250" y="2800350"/>
                </a:lnTo>
                <a:lnTo>
                  <a:pt x="838200" y="2800350"/>
                </a:lnTo>
                <a:lnTo>
                  <a:pt x="838200" y="2790825"/>
                </a:lnTo>
                <a:lnTo>
                  <a:pt x="828675" y="2790825"/>
                </a:lnTo>
                <a:close/>
                <a:moveTo>
                  <a:pt x="1619250" y="2771775"/>
                </a:moveTo>
                <a:lnTo>
                  <a:pt x="1647825" y="2771775"/>
                </a:lnTo>
                <a:lnTo>
                  <a:pt x="1647825" y="2781300"/>
                </a:lnTo>
                <a:lnTo>
                  <a:pt x="1657350" y="2781300"/>
                </a:lnTo>
                <a:lnTo>
                  <a:pt x="1657350" y="2790825"/>
                </a:lnTo>
                <a:lnTo>
                  <a:pt x="1619250" y="2790825"/>
                </a:lnTo>
                <a:close/>
                <a:moveTo>
                  <a:pt x="571500" y="2809875"/>
                </a:moveTo>
                <a:lnTo>
                  <a:pt x="581025" y="2809875"/>
                </a:lnTo>
                <a:lnTo>
                  <a:pt x="581025" y="2819400"/>
                </a:lnTo>
                <a:lnTo>
                  <a:pt x="590550" y="2819400"/>
                </a:lnTo>
                <a:lnTo>
                  <a:pt x="590550" y="2838450"/>
                </a:lnTo>
                <a:lnTo>
                  <a:pt x="581025" y="2838450"/>
                </a:lnTo>
                <a:lnTo>
                  <a:pt x="581025" y="2847975"/>
                </a:lnTo>
                <a:lnTo>
                  <a:pt x="571500" y="2847975"/>
                </a:lnTo>
                <a:lnTo>
                  <a:pt x="571500" y="2838450"/>
                </a:lnTo>
                <a:lnTo>
                  <a:pt x="561975" y="2838450"/>
                </a:lnTo>
                <a:lnTo>
                  <a:pt x="561975" y="2819400"/>
                </a:lnTo>
                <a:lnTo>
                  <a:pt x="571500" y="2819400"/>
                </a:lnTo>
                <a:close/>
                <a:moveTo>
                  <a:pt x="666750" y="2809875"/>
                </a:moveTo>
                <a:lnTo>
                  <a:pt x="695325" y="2809875"/>
                </a:lnTo>
                <a:lnTo>
                  <a:pt x="695325" y="2819400"/>
                </a:lnTo>
                <a:lnTo>
                  <a:pt x="704850" y="2819400"/>
                </a:lnTo>
                <a:lnTo>
                  <a:pt x="704850" y="2828925"/>
                </a:lnTo>
                <a:lnTo>
                  <a:pt x="714375" y="2828925"/>
                </a:lnTo>
                <a:lnTo>
                  <a:pt x="714375" y="2847975"/>
                </a:lnTo>
                <a:lnTo>
                  <a:pt x="695325" y="2847975"/>
                </a:lnTo>
                <a:lnTo>
                  <a:pt x="695325" y="2857500"/>
                </a:lnTo>
                <a:lnTo>
                  <a:pt x="685800" y="2857500"/>
                </a:lnTo>
                <a:lnTo>
                  <a:pt x="685800" y="2847975"/>
                </a:lnTo>
                <a:lnTo>
                  <a:pt x="676275" y="2847975"/>
                </a:lnTo>
                <a:lnTo>
                  <a:pt x="676275" y="2828925"/>
                </a:lnTo>
                <a:lnTo>
                  <a:pt x="666750" y="2828925"/>
                </a:lnTo>
                <a:close/>
                <a:moveTo>
                  <a:pt x="447675" y="2819400"/>
                </a:moveTo>
                <a:lnTo>
                  <a:pt x="457200" y="2819400"/>
                </a:lnTo>
                <a:lnTo>
                  <a:pt x="457200" y="2838450"/>
                </a:lnTo>
                <a:lnTo>
                  <a:pt x="447675" y="2838450"/>
                </a:lnTo>
                <a:close/>
                <a:moveTo>
                  <a:pt x="781050" y="2828925"/>
                </a:moveTo>
                <a:lnTo>
                  <a:pt x="790575" y="2828925"/>
                </a:lnTo>
                <a:lnTo>
                  <a:pt x="790575" y="2838450"/>
                </a:lnTo>
                <a:lnTo>
                  <a:pt x="781050" y="2838450"/>
                </a:lnTo>
                <a:close/>
                <a:moveTo>
                  <a:pt x="1600200" y="2828925"/>
                </a:moveTo>
                <a:lnTo>
                  <a:pt x="1619250" y="2828925"/>
                </a:lnTo>
                <a:lnTo>
                  <a:pt x="1619250" y="2838450"/>
                </a:lnTo>
                <a:lnTo>
                  <a:pt x="1609725" y="2838450"/>
                </a:lnTo>
                <a:lnTo>
                  <a:pt x="1609725" y="2847975"/>
                </a:lnTo>
                <a:lnTo>
                  <a:pt x="1600200" y="2847975"/>
                </a:lnTo>
                <a:close/>
                <a:moveTo>
                  <a:pt x="1628775" y="2828925"/>
                </a:moveTo>
                <a:lnTo>
                  <a:pt x="1657350" y="2828925"/>
                </a:lnTo>
                <a:lnTo>
                  <a:pt x="1657350" y="2838450"/>
                </a:lnTo>
                <a:lnTo>
                  <a:pt x="1628775" y="2838450"/>
                </a:lnTo>
                <a:close/>
                <a:moveTo>
                  <a:pt x="1676400" y="2828925"/>
                </a:moveTo>
                <a:lnTo>
                  <a:pt x="1685925" y="2828925"/>
                </a:lnTo>
                <a:lnTo>
                  <a:pt x="1685925" y="2847975"/>
                </a:lnTo>
                <a:lnTo>
                  <a:pt x="1676400" y="2847975"/>
                </a:lnTo>
                <a:close/>
                <a:moveTo>
                  <a:pt x="1714500" y="2828925"/>
                </a:moveTo>
                <a:lnTo>
                  <a:pt x="1724025" y="2828925"/>
                </a:lnTo>
                <a:lnTo>
                  <a:pt x="1724025" y="2847975"/>
                </a:lnTo>
                <a:lnTo>
                  <a:pt x="1714500" y="2847975"/>
                </a:lnTo>
                <a:close/>
                <a:moveTo>
                  <a:pt x="1495425" y="2838450"/>
                </a:moveTo>
                <a:lnTo>
                  <a:pt x="1504950" y="2838450"/>
                </a:lnTo>
                <a:lnTo>
                  <a:pt x="1504950" y="2847975"/>
                </a:lnTo>
                <a:lnTo>
                  <a:pt x="1495425" y="2847975"/>
                </a:lnTo>
                <a:close/>
                <a:moveTo>
                  <a:pt x="342900" y="2876550"/>
                </a:moveTo>
                <a:lnTo>
                  <a:pt x="352425" y="2876550"/>
                </a:lnTo>
                <a:lnTo>
                  <a:pt x="352425" y="2895600"/>
                </a:lnTo>
                <a:lnTo>
                  <a:pt x="342900" y="2895600"/>
                </a:lnTo>
                <a:close/>
                <a:moveTo>
                  <a:pt x="1028700" y="2876550"/>
                </a:moveTo>
                <a:lnTo>
                  <a:pt x="1038225" y="2876550"/>
                </a:lnTo>
                <a:lnTo>
                  <a:pt x="1038225" y="2886075"/>
                </a:lnTo>
                <a:lnTo>
                  <a:pt x="1057275" y="2886075"/>
                </a:lnTo>
                <a:lnTo>
                  <a:pt x="1057275" y="2895600"/>
                </a:lnTo>
                <a:lnTo>
                  <a:pt x="1028700" y="2895600"/>
                </a:lnTo>
                <a:close/>
                <a:moveTo>
                  <a:pt x="1076325" y="2876550"/>
                </a:moveTo>
                <a:lnTo>
                  <a:pt x="1085850" y="2876550"/>
                </a:lnTo>
                <a:lnTo>
                  <a:pt x="1085850" y="2886075"/>
                </a:lnTo>
                <a:lnTo>
                  <a:pt x="1076325" y="2886075"/>
                </a:lnTo>
                <a:close/>
                <a:moveTo>
                  <a:pt x="1104900" y="2876550"/>
                </a:moveTo>
                <a:lnTo>
                  <a:pt x="1123950" y="2876550"/>
                </a:lnTo>
                <a:lnTo>
                  <a:pt x="1123950" y="2886075"/>
                </a:lnTo>
                <a:lnTo>
                  <a:pt x="1143000" y="2886075"/>
                </a:lnTo>
                <a:lnTo>
                  <a:pt x="1143000" y="2895600"/>
                </a:lnTo>
                <a:lnTo>
                  <a:pt x="1114425" y="2895600"/>
                </a:lnTo>
                <a:lnTo>
                  <a:pt x="1114425" y="2905125"/>
                </a:lnTo>
                <a:lnTo>
                  <a:pt x="1095375" y="2905125"/>
                </a:lnTo>
                <a:lnTo>
                  <a:pt x="1095375" y="2895600"/>
                </a:lnTo>
                <a:lnTo>
                  <a:pt x="1085850" y="2895600"/>
                </a:lnTo>
                <a:lnTo>
                  <a:pt x="1085850" y="2886075"/>
                </a:lnTo>
                <a:lnTo>
                  <a:pt x="1104900" y="2886075"/>
                </a:lnTo>
                <a:close/>
                <a:moveTo>
                  <a:pt x="552450" y="2886075"/>
                </a:moveTo>
                <a:lnTo>
                  <a:pt x="571500" y="2886075"/>
                </a:lnTo>
                <a:lnTo>
                  <a:pt x="571500" y="2895600"/>
                </a:lnTo>
                <a:lnTo>
                  <a:pt x="552450" y="2895600"/>
                </a:lnTo>
                <a:close/>
                <a:moveTo>
                  <a:pt x="609600" y="2886075"/>
                </a:moveTo>
                <a:lnTo>
                  <a:pt x="619125" y="2886075"/>
                </a:lnTo>
                <a:lnTo>
                  <a:pt x="619125" y="2895600"/>
                </a:lnTo>
                <a:lnTo>
                  <a:pt x="609600" y="2895600"/>
                </a:lnTo>
                <a:close/>
                <a:moveTo>
                  <a:pt x="676275" y="2886075"/>
                </a:moveTo>
                <a:lnTo>
                  <a:pt x="695325" y="2886075"/>
                </a:lnTo>
                <a:lnTo>
                  <a:pt x="695325" y="2895600"/>
                </a:lnTo>
                <a:lnTo>
                  <a:pt x="676275" y="2895600"/>
                </a:lnTo>
                <a:close/>
                <a:moveTo>
                  <a:pt x="704850" y="2886075"/>
                </a:moveTo>
                <a:lnTo>
                  <a:pt x="714375" y="2886075"/>
                </a:lnTo>
                <a:lnTo>
                  <a:pt x="714375" y="2895600"/>
                </a:lnTo>
                <a:lnTo>
                  <a:pt x="704850" y="2895600"/>
                </a:lnTo>
                <a:close/>
                <a:moveTo>
                  <a:pt x="923925" y="2886075"/>
                </a:moveTo>
                <a:lnTo>
                  <a:pt x="952500" y="2886075"/>
                </a:lnTo>
                <a:lnTo>
                  <a:pt x="952500" y="2895600"/>
                </a:lnTo>
                <a:lnTo>
                  <a:pt x="1000125" y="2895600"/>
                </a:lnTo>
                <a:lnTo>
                  <a:pt x="1000125" y="2905125"/>
                </a:lnTo>
                <a:lnTo>
                  <a:pt x="971550" y="2905125"/>
                </a:lnTo>
                <a:lnTo>
                  <a:pt x="971550" y="2914650"/>
                </a:lnTo>
                <a:lnTo>
                  <a:pt x="952500" y="2914650"/>
                </a:lnTo>
                <a:lnTo>
                  <a:pt x="952500" y="2905125"/>
                </a:lnTo>
                <a:lnTo>
                  <a:pt x="942975" y="2905125"/>
                </a:lnTo>
                <a:lnTo>
                  <a:pt x="942975" y="2895600"/>
                </a:lnTo>
                <a:lnTo>
                  <a:pt x="923925" y="2895600"/>
                </a:lnTo>
                <a:close/>
                <a:moveTo>
                  <a:pt x="914400" y="2895600"/>
                </a:moveTo>
                <a:lnTo>
                  <a:pt x="923925" y="2895600"/>
                </a:lnTo>
                <a:lnTo>
                  <a:pt x="923925" y="2905125"/>
                </a:lnTo>
                <a:lnTo>
                  <a:pt x="914400" y="2905125"/>
                </a:lnTo>
                <a:close/>
                <a:moveTo>
                  <a:pt x="542925" y="2905125"/>
                </a:moveTo>
                <a:lnTo>
                  <a:pt x="628650" y="2905125"/>
                </a:lnTo>
                <a:lnTo>
                  <a:pt x="628650" y="2914650"/>
                </a:lnTo>
                <a:lnTo>
                  <a:pt x="542925" y="2914650"/>
                </a:lnTo>
                <a:close/>
                <a:moveTo>
                  <a:pt x="676275" y="2905125"/>
                </a:moveTo>
                <a:lnTo>
                  <a:pt x="714375" y="2905125"/>
                </a:lnTo>
                <a:lnTo>
                  <a:pt x="714375" y="2914650"/>
                </a:lnTo>
                <a:lnTo>
                  <a:pt x="676275" y="2914650"/>
                </a:lnTo>
                <a:close/>
                <a:moveTo>
                  <a:pt x="742950" y="2905125"/>
                </a:moveTo>
                <a:lnTo>
                  <a:pt x="781050" y="2905125"/>
                </a:lnTo>
                <a:lnTo>
                  <a:pt x="781050" y="2914650"/>
                </a:lnTo>
                <a:lnTo>
                  <a:pt x="742950" y="2914650"/>
                </a:lnTo>
                <a:close/>
                <a:moveTo>
                  <a:pt x="819150" y="2905125"/>
                </a:moveTo>
                <a:lnTo>
                  <a:pt x="847725" y="2905125"/>
                </a:lnTo>
                <a:lnTo>
                  <a:pt x="847725" y="2914650"/>
                </a:lnTo>
                <a:lnTo>
                  <a:pt x="819150" y="2914650"/>
                </a:lnTo>
                <a:close/>
                <a:moveTo>
                  <a:pt x="866775" y="2905125"/>
                </a:moveTo>
                <a:lnTo>
                  <a:pt x="876300" y="2905125"/>
                </a:lnTo>
                <a:lnTo>
                  <a:pt x="876300" y="2914650"/>
                </a:lnTo>
                <a:lnTo>
                  <a:pt x="866775" y="2914650"/>
                </a:lnTo>
                <a:close/>
                <a:moveTo>
                  <a:pt x="885825" y="2905125"/>
                </a:moveTo>
                <a:lnTo>
                  <a:pt x="914400" y="2905125"/>
                </a:lnTo>
                <a:lnTo>
                  <a:pt x="914400" y="2914650"/>
                </a:lnTo>
                <a:lnTo>
                  <a:pt x="885825" y="2914650"/>
                </a:lnTo>
                <a:close/>
                <a:moveTo>
                  <a:pt x="1143000" y="2905125"/>
                </a:moveTo>
                <a:lnTo>
                  <a:pt x="1162050" y="2905125"/>
                </a:lnTo>
                <a:lnTo>
                  <a:pt x="1162050" y="2914650"/>
                </a:lnTo>
                <a:lnTo>
                  <a:pt x="1143000" y="2914650"/>
                </a:lnTo>
                <a:close/>
                <a:moveTo>
                  <a:pt x="1038225" y="2924175"/>
                </a:moveTo>
                <a:lnTo>
                  <a:pt x="1047750" y="2924175"/>
                </a:lnTo>
                <a:lnTo>
                  <a:pt x="1047750" y="2933700"/>
                </a:lnTo>
                <a:lnTo>
                  <a:pt x="1038225" y="2933700"/>
                </a:lnTo>
                <a:close/>
                <a:moveTo>
                  <a:pt x="342900" y="2933700"/>
                </a:moveTo>
                <a:lnTo>
                  <a:pt x="352425" y="2933700"/>
                </a:lnTo>
                <a:lnTo>
                  <a:pt x="352425" y="2952750"/>
                </a:lnTo>
                <a:lnTo>
                  <a:pt x="361950" y="2952750"/>
                </a:lnTo>
                <a:lnTo>
                  <a:pt x="361950" y="2943225"/>
                </a:lnTo>
                <a:lnTo>
                  <a:pt x="371475" y="2943225"/>
                </a:lnTo>
                <a:lnTo>
                  <a:pt x="371475" y="2952750"/>
                </a:lnTo>
                <a:lnTo>
                  <a:pt x="361950" y="2952750"/>
                </a:lnTo>
                <a:lnTo>
                  <a:pt x="361950" y="2962275"/>
                </a:lnTo>
                <a:lnTo>
                  <a:pt x="352425" y="2962275"/>
                </a:lnTo>
                <a:lnTo>
                  <a:pt x="352425" y="2971800"/>
                </a:lnTo>
                <a:lnTo>
                  <a:pt x="342900" y="2971800"/>
                </a:lnTo>
                <a:lnTo>
                  <a:pt x="342900" y="2981325"/>
                </a:lnTo>
                <a:lnTo>
                  <a:pt x="323850" y="2981325"/>
                </a:lnTo>
                <a:lnTo>
                  <a:pt x="323850" y="2962275"/>
                </a:lnTo>
                <a:lnTo>
                  <a:pt x="333375" y="2962275"/>
                </a:lnTo>
                <a:lnTo>
                  <a:pt x="333375" y="2943225"/>
                </a:lnTo>
                <a:lnTo>
                  <a:pt x="342900" y="2943225"/>
                </a:lnTo>
                <a:close/>
                <a:moveTo>
                  <a:pt x="1285875" y="2943225"/>
                </a:moveTo>
                <a:lnTo>
                  <a:pt x="1295400" y="2943225"/>
                </a:lnTo>
                <a:lnTo>
                  <a:pt x="1295400" y="2971800"/>
                </a:lnTo>
                <a:lnTo>
                  <a:pt x="1285875" y="2971800"/>
                </a:lnTo>
                <a:close/>
                <a:moveTo>
                  <a:pt x="1371600" y="2943225"/>
                </a:moveTo>
                <a:lnTo>
                  <a:pt x="1390650" y="2943225"/>
                </a:lnTo>
                <a:lnTo>
                  <a:pt x="1390650" y="2952750"/>
                </a:lnTo>
                <a:lnTo>
                  <a:pt x="1428750" y="2952750"/>
                </a:lnTo>
                <a:lnTo>
                  <a:pt x="1428750" y="2943225"/>
                </a:lnTo>
                <a:lnTo>
                  <a:pt x="1457325" y="2943225"/>
                </a:lnTo>
                <a:lnTo>
                  <a:pt x="1457325" y="2952750"/>
                </a:lnTo>
                <a:lnTo>
                  <a:pt x="1476375" y="2952750"/>
                </a:lnTo>
                <a:lnTo>
                  <a:pt x="1476375" y="2962275"/>
                </a:lnTo>
                <a:lnTo>
                  <a:pt x="1485900" y="2962275"/>
                </a:lnTo>
                <a:lnTo>
                  <a:pt x="1485900" y="2952750"/>
                </a:lnTo>
                <a:lnTo>
                  <a:pt x="1514475" y="2952750"/>
                </a:lnTo>
                <a:lnTo>
                  <a:pt x="1514475" y="2962275"/>
                </a:lnTo>
                <a:lnTo>
                  <a:pt x="1524000" y="2962275"/>
                </a:lnTo>
                <a:lnTo>
                  <a:pt x="1524000" y="2952750"/>
                </a:lnTo>
                <a:lnTo>
                  <a:pt x="1533525" y="2952750"/>
                </a:lnTo>
                <a:lnTo>
                  <a:pt x="1533525" y="2962275"/>
                </a:lnTo>
                <a:lnTo>
                  <a:pt x="1524000" y="2962275"/>
                </a:lnTo>
                <a:lnTo>
                  <a:pt x="1524000" y="2981325"/>
                </a:lnTo>
                <a:lnTo>
                  <a:pt x="1533525" y="2981325"/>
                </a:lnTo>
                <a:lnTo>
                  <a:pt x="1533525" y="2990850"/>
                </a:lnTo>
                <a:lnTo>
                  <a:pt x="1552575" y="2990850"/>
                </a:lnTo>
                <a:lnTo>
                  <a:pt x="1552575" y="2981325"/>
                </a:lnTo>
                <a:lnTo>
                  <a:pt x="1562100" y="2981325"/>
                </a:lnTo>
                <a:lnTo>
                  <a:pt x="1562100" y="2962275"/>
                </a:lnTo>
                <a:lnTo>
                  <a:pt x="1581150" y="2962275"/>
                </a:lnTo>
                <a:lnTo>
                  <a:pt x="1581150" y="2952750"/>
                </a:lnTo>
                <a:lnTo>
                  <a:pt x="1590675" y="2952750"/>
                </a:lnTo>
                <a:lnTo>
                  <a:pt x="1590675" y="2971800"/>
                </a:lnTo>
                <a:lnTo>
                  <a:pt x="1609725" y="2971800"/>
                </a:lnTo>
                <a:lnTo>
                  <a:pt x="1609725" y="2990850"/>
                </a:lnTo>
                <a:lnTo>
                  <a:pt x="1619250" y="2990850"/>
                </a:lnTo>
                <a:lnTo>
                  <a:pt x="1619250" y="3000375"/>
                </a:lnTo>
                <a:lnTo>
                  <a:pt x="1609725" y="3000375"/>
                </a:lnTo>
                <a:lnTo>
                  <a:pt x="1609725" y="3009900"/>
                </a:lnTo>
                <a:lnTo>
                  <a:pt x="1571625" y="3009900"/>
                </a:lnTo>
                <a:lnTo>
                  <a:pt x="1571625" y="3000375"/>
                </a:lnTo>
                <a:lnTo>
                  <a:pt x="1543050" y="3000375"/>
                </a:lnTo>
                <a:lnTo>
                  <a:pt x="1543050" y="3009900"/>
                </a:lnTo>
                <a:lnTo>
                  <a:pt x="1524000" y="3009900"/>
                </a:lnTo>
                <a:lnTo>
                  <a:pt x="1524000" y="2990850"/>
                </a:lnTo>
                <a:lnTo>
                  <a:pt x="1514475" y="2990850"/>
                </a:lnTo>
                <a:lnTo>
                  <a:pt x="1514475" y="3009900"/>
                </a:lnTo>
                <a:lnTo>
                  <a:pt x="1466850" y="3009900"/>
                </a:lnTo>
                <a:lnTo>
                  <a:pt x="1466850" y="3000375"/>
                </a:lnTo>
                <a:lnTo>
                  <a:pt x="1428750" y="3000375"/>
                </a:lnTo>
                <a:lnTo>
                  <a:pt x="1428750" y="3009900"/>
                </a:lnTo>
                <a:lnTo>
                  <a:pt x="1333500" y="3009900"/>
                </a:lnTo>
                <a:lnTo>
                  <a:pt x="1333500" y="3000375"/>
                </a:lnTo>
                <a:lnTo>
                  <a:pt x="1314450" y="3000375"/>
                </a:lnTo>
                <a:lnTo>
                  <a:pt x="1314450" y="2990850"/>
                </a:lnTo>
                <a:lnTo>
                  <a:pt x="1304925" y="2990850"/>
                </a:lnTo>
                <a:lnTo>
                  <a:pt x="1304925" y="2962275"/>
                </a:lnTo>
                <a:lnTo>
                  <a:pt x="1323975" y="2962275"/>
                </a:lnTo>
                <a:lnTo>
                  <a:pt x="1323975" y="2952750"/>
                </a:lnTo>
                <a:lnTo>
                  <a:pt x="1371600" y="2952750"/>
                </a:lnTo>
                <a:close/>
                <a:moveTo>
                  <a:pt x="409575" y="2952750"/>
                </a:moveTo>
                <a:lnTo>
                  <a:pt x="419100" y="2952750"/>
                </a:lnTo>
                <a:lnTo>
                  <a:pt x="419100" y="2962275"/>
                </a:lnTo>
                <a:lnTo>
                  <a:pt x="409575" y="2962275"/>
                </a:lnTo>
                <a:close/>
                <a:moveTo>
                  <a:pt x="428625" y="2952750"/>
                </a:moveTo>
                <a:lnTo>
                  <a:pt x="438150" y="2952750"/>
                </a:lnTo>
                <a:lnTo>
                  <a:pt x="438150" y="2962275"/>
                </a:lnTo>
                <a:lnTo>
                  <a:pt x="428625" y="2962275"/>
                </a:lnTo>
                <a:close/>
                <a:moveTo>
                  <a:pt x="752475" y="2952750"/>
                </a:moveTo>
                <a:lnTo>
                  <a:pt x="762000" y="2952750"/>
                </a:lnTo>
                <a:lnTo>
                  <a:pt x="762000" y="2962275"/>
                </a:lnTo>
                <a:lnTo>
                  <a:pt x="752475" y="2962275"/>
                </a:lnTo>
                <a:close/>
                <a:moveTo>
                  <a:pt x="790575" y="2952750"/>
                </a:moveTo>
                <a:lnTo>
                  <a:pt x="809625" y="2952750"/>
                </a:lnTo>
                <a:lnTo>
                  <a:pt x="809625" y="2971800"/>
                </a:lnTo>
                <a:lnTo>
                  <a:pt x="781050" y="2971800"/>
                </a:lnTo>
                <a:lnTo>
                  <a:pt x="781050" y="2962275"/>
                </a:lnTo>
                <a:lnTo>
                  <a:pt x="790575" y="2962275"/>
                </a:lnTo>
                <a:close/>
                <a:moveTo>
                  <a:pt x="885825" y="2952750"/>
                </a:moveTo>
                <a:lnTo>
                  <a:pt x="914400" y="2952750"/>
                </a:lnTo>
                <a:lnTo>
                  <a:pt x="914400" y="2971800"/>
                </a:lnTo>
                <a:lnTo>
                  <a:pt x="895350" y="2971800"/>
                </a:lnTo>
                <a:lnTo>
                  <a:pt x="895350" y="2962275"/>
                </a:lnTo>
                <a:lnTo>
                  <a:pt x="885825" y="2962275"/>
                </a:lnTo>
                <a:close/>
                <a:moveTo>
                  <a:pt x="485775" y="2962275"/>
                </a:moveTo>
                <a:lnTo>
                  <a:pt x="495300" y="2962275"/>
                </a:lnTo>
                <a:lnTo>
                  <a:pt x="495300" y="2971800"/>
                </a:lnTo>
                <a:lnTo>
                  <a:pt x="485775" y="2971800"/>
                </a:lnTo>
                <a:close/>
                <a:moveTo>
                  <a:pt x="1181100" y="2962275"/>
                </a:moveTo>
                <a:lnTo>
                  <a:pt x="1200150" y="2962275"/>
                </a:lnTo>
                <a:lnTo>
                  <a:pt x="1200150" y="2981325"/>
                </a:lnTo>
                <a:lnTo>
                  <a:pt x="1171575" y="2981325"/>
                </a:lnTo>
                <a:lnTo>
                  <a:pt x="1171575" y="2971800"/>
                </a:lnTo>
                <a:lnTo>
                  <a:pt x="1181100" y="2971800"/>
                </a:lnTo>
                <a:close/>
                <a:moveTo>
                  <a:pt x="1228725" y="2962275"/>
                </a:moveTo>
                <a:lnTo>
                  <a:pt x="1257300" y="2962275"/>
                </a:lnTo>
                <a:lnTo>
                  <a:pt x="1257300" y="2981325"/>
                </a:lnTo>
                <a:lnTo>
                  <a:pt x="1276350" y="2981325"/>
                </a:lnTo>
                <a:lnTo>
                  <a:pt x="1276350" y="2990850"/>
                </a:lnTo>
                <a:lnTo>
                  <a:pt x="1285875" y="2990850"/>
                </a:lnTo>
                <a:lnTo>
                  <a:pt x="1285875" y="3000375"/>
                </a:lnTo>
                <a:lnTo>
                  <a:pt x="1228725" y="3000375"/>
                </a:lnTo>
                <a:lnTo>
                  <a:pt x="1228725" y="2981325"/>
                </a:lnTo>
                <a:lnTo>
                  <a:pt x="1238250" y="2981325"/>
                </a:lnTo>
                <a:lnTo>
                  <a:pt x="1238250" y="2971800"/>
                </a:lnTo>
                <a:lnTo>
                  <a:pt x="1228725" y="2971800"/>
                </a:lnTo>
                <a:close/>
                <a:moveTo>
                  <a:pt x="1628775" y="2962275"/>
                </a:moveTo>
                <a:lnTo>
                  <a:pt x="1638300" y="2962275"/>
                </a:lnTo>
                <a:lnTo>
                  <a:pt x="1638300" y="2971800"/>
                </a:lnTo>
                <a:lnTo>
                  <a:pt x="1628775" y="2971800"/>
                </a:lnTo>
                <a:close/>
                <a:moveTo>
                  <a:pt x="1657350" y="2962275"/>
                </a:moveTo>
                <a:lnTo>
                  <a:pt x="1666875" y="2962275"/>
                </a:lnTo>
                <a:lnTo>
                  <a:pt x="1666875" y="2981325"/>
                </a:lnTo>
                <a:lnTo>
                  <a:pt x="1657350" y="2981325"/>
                </a:lnTo>
                <a:close/>
                <a:moveTo>
                  <a:pt x="476250" y="2971800"/>
                </a:moveTo>
                <a:lnTo>
                  <a:pt x="485775" y="2971800"/>
                </a:lnTo>
                <a:lnTo>
                  <a:pt x="485775" y="2990850"/>
                </a:lnTo>
                <a:lnTo>
                  <a:pt x="476250" y="2990850"/>
                </a:lnTo>
                <a:close/>
                <a:moveTo>
                  <a:pt x="1419225" y="2971800"/>
                </a:moveTo>
                <a:lnTo>
                  <a:pt x="1428750" y="2971800"/>
                </a:lnTo>
                <a:lnTo>
                  <a:pt x="1428750" y="2990850"/>
                </a:lnTo>
                <a:lnTo>
                  <a:pt x="1447800" y="2990850"/>
                </a:lnTo>
                <a:lnTo>
                  <a:pt x="1447800" y="2971800"/>
                </a:lnTo>
                <a:lnTo>
                  <a:pt x="1438275" y="2971800"/>
                </a:lnTo>
                <a:lnTo>
                  <a:pt x="1438275" y="2962275"/>
                </a:lnTo>
                <a:lnTo>
                  <a:pt x="1419225" y="2962275"/>
                </a:lnTo>
                <a:close/>
                <a:moveTo>
                  <a:pt x="295275" y="2981325"/>
                </a:moveTo>
                <a:lnTo>
                  <a:pt x="304800" y="2981325"/>
                </a:lnTo>
                <a:lnTo>
                  <a:pt x="304800" y="2990850"/>
                </a:lnTo>
                <a:lnTo>
                  <a:pt x="295275" y="2990850"/>
                </a:lnTo>
                <a:close/>
                <a:moveTo>
                  <a:pt x="819150" y="2981325"/>
                </a:moveTo>
                <a:lnTo>
                  <a:pt x="838200" y="2981325"/>
                </a:lnTo>
                <a:lnTo>
                  <a:pt x="838200" y="2990850"/>
                </a:lnTo>
                <a:lnTo>
                  <a:pt x="857250" y="2990850"/>
                </a:lnTo>
                <a:lnTo>
                  <a:pt x="857250" y="3000375"/>
                </a:lnTo>
                <a:lnTo>
                  <a:pt x="828675" y="3000375"/>
                </a:lnTo>
                <a:lnTo>
                  <a:pt x="828675" y="2990850"/>
                </a:lnTo>
                <a:lnTo>
                  <a:pt x="819150" y="2990850"/>
                </a:lnTo>
                <a:close/>
                <a:moveTo>
                  <a:pt x="1647825" y="2981325"/>
                </a:moveTo>
                <a:lnTo>
                  <a:pt x="1657350" y="2981325"/>
                </a:lnTo>
                <a:lnTo>
                  <a:pt x="1657350" y="2990850"/>
                </a:lnTo>
                <a:lnTo>
                  <a:pt x="1647825" y="2990850"/>
                </a:lnTo>
                <a:close/>
                <a:moveTo>
                  <a:pt x="457200" y="2990850"/>
                </a:moveTo>
                <a:lnTo>
                  <a:pt x="466725" y="2990850"/>
                </a:lnTo>
                <a:lnTo>
                  <a:pt x="466725" y="3000375"/>
                </a:lnTo>
                <a:lnTo>
                  <a:pt x="457200" y="3000375"/>
                </a:lnTo>
                <a:close/>
                <a:moveTo>
                  <a:pt x="523875" y="2990850"/>
                </a:moveTo>
                <a:lnTo>
                  <a:pt x="533400" y="2990850"/>
                </a:lnTo>
                <a:lnTo>
                  <a:pt x="533400" y="3000375"/>
                </a:lnTo>
                <a:lnTo>
                  <a:pt x="523875" y="3000375"/>
                </a:lnTo>
                <a:close/>
                <a:moveTo>
                  <a:pt x="600075" y="2990850"/>
                </a:moveTo>
                <a:lnTo>
                  <a:pt x="609600" y="2990850"/>
                </a:lnTo>
                <a:lnTo>
                  <a:pt x="609600" y="3000375"/>
                </a:lnTo>
                <a:lnTo>
                  <a:pt x="600075" y="3000375"/>
                </a:lnTo>
                <a:close/>
                <a:moveTo>
                  <a:pt x="762000" y="2990850"/>
                </a:moveTo>
                <a:lnTo>
                  <a:pt x="790575" y="2990850"/>
                </a:lnTo>
                <a:lnTo>
                  <a:pt x="790575" y="3000375"/>
                </a:lnTo>
                <a:lnTo>
                  <a:pt x="762000" y="3000375"/>
                </a:lnTo>
                <a:close/>
                <a:moveTo>
                  <a:pt x="923925" y="2990850"/>
                </a:moveTo>
                <a:lnTo>
                  <a:pt x="962025" y="2990850"/>
                </a:lnTo>
                <a:lnTo>
                  <a:pt x="962025" y="3000375"/>
                </a:lnTo>
                <a:lnTo>
                  <a:pt x="933450" y="3000375"/>
                </a:lnTo>
                <a:lnTo>
                  <a:pt x="933450" y="3009900"/>
                </a:lnTo>
                <a:lnTo>
                  <a:pt x="923925" y="3009900"/>
                </a:lnTo>
                <a:close/>
                <a:moveTo>
                  <a:pt x="1162050" y="2990850"/>
                </a:moveTo>
                <a:lnTo>
                  <a:pt x="1171575" y="2990850"/>
                </a:lnTo>
                <a:lnTo>
                  <a:pt x="1171575" y="3000375"/>
                </a:lnTo>
                <a:lnTo>
                  <a:pt x="1200150" y="3000375"/>
                </a:lnTo>
                <a:lnTo>
                  <a:pt x="1200150" y="3009900"/>
                </a:lnTo>
                <a:lnTo>
                  <a:pt x="1162050" y="3009900"/>
                </a:lnTo>
                <a:close/>
                <a:moveTo>
                  <a:pt x="295275" y="3000375"/>
                </a:moveTo>
                <a:lnTo>
                  <a:pt x="304800" y="3000375"/>
                </a:lnTo>
                <a:lnTo>
                  <a:pt x="304800" y="3009900"/>
                </a:lnTo>
                <a:lnTo>
                  <a:pt x="295275" y="3009900"/>
                </a:lnTo>
                <a:close/>
                <a:moveTo>
                  <a:pt x="352425" y="3000375"/>
                </a:moveTo>
                <a:lnTo>
                  <a:pt x="381000" y="3000375"/>
                </a:lnTo>
                <a:lnTo>
                  <a:pt x="381000" y="3009900"/>
                </a:lnTo>
                <a:lnTo>
                  <a:pt x="352425" y="3009900"/>
                </a:lnTo>
                <a:close/>
                <a:moveTo>
                  <a:pt x="390525" y="3000375"/>
                </a:moveTo>
                <a:lnTo>
                  <a:pt x="419100" y="3000375"/>
                </a:lnTo>
                <a:lnTo>
                  <a:pt x="419100" y="3009900"/>
                </a:lnTo>
                <a:lnTo>
                  <a:pt x="390525" y="3009900"/>
                </a:lnTo>
                <a:close/>
                <a:moveTo>
                  <a:pt x="447675" y="3000375"/>
                </a:moveTo>
                <a:lnTo>
                  <a:pt x="457200" y="3000375"/>
                </a:lnTo>
                <a:lnTo>
                  <a:pt x="457200" y="3009900"/>
                </a:lnTo>
                <a:lnTo>
                  <a:pt x="447675" y="3009900"/>
                </a:lnTo>
                <a:close/>
                <a:moveTo>
                  <a:pt x="647700" y="3000375"/>
                </a:moveTo>
                <a:lnTo>
                  <a:pt x="657225" y="3000375"/>
                </a:lnTo>
                <a:lnTo>
                  <a:pt x="657225" y="3009900"/>
                </a:lnTo>
                <a:lnTo>
                  <a:pt x="647700" y="3009900"/>
                </a:lnTo>
                <a:close/>
                <a:moveTo>
                  <a:pt x="304800" y="3028950"/>
                </a:moveTo>
                <a:lnTo>
                  <a:pt x="314325" y="3028950"/>
                </a:lnTo>
                <a:lnTo>
                  <a:pt x="314325" y="3048000"/>
                </a:lnTo>
                <a:lnTo>
                  <a:pt x="304800" y="3048000"/>
                </a:lnTo>
                <a:close/>
                <a:moveTo>
                  <a:pt x="504825" y="3028950"/>
                </a:moveTo>
                <a:lnTo>
                  <a:pt x="523875" y="3028950"/>
                </a:lnTo>
                <a:lnTo>
                  <a:pt x="523875" y="3038475"/>
                </a:lnTo>
                <a:lnTo>
                  <a:pt x="504825" y="3038475"/>
                </a:lnTo>
                <a:close/>
                <a:moveTo>
                  <a:pt x="590550" y="3028950"/>
                </a:moveTo>
                <a:lnTo>
                  <a:pt x="600075" y="3028950"/>
                </a:lnTo>
                <a:lnTo>
                  <a:pt x="600075" y="3038475"/>
                </a:lnTo>
                <a:lnTo>
                  <a:pt x="647700" y="3038475"/>
                </a:lnTo>
                <a:lnTo>
                  <a:pt x="647700" y="3028950"/>
                </a:lnTo>
                <a:lnTo>
                  <a:pt x="666750" y="3028950"/>
                </a:lnTo>
                <a:lnTo>
                  <a:pt x="666750" y="3048000"/>
                </a:lnTo>
                <a:lnTo>
                  <a:pt x="647700" y="3048000"/>
                </a:lnTo>
                <a:lnTo>
                  <a:pt x="647700" y="3057525"/>
                </a:lnTo>
                <a:lnTo>
                  <a:pt x="628650" y="3057525"/>
                </a:lnTo>
                <a:lnTo>
                  <a:pt x="628650" y="3048000"/>
                </a:lnTo>
                <a:lnTo>
                  <a:pt x="600075" y="3048000"/>
                </a:lnTo>
                <a:lnTo>
                  <a:pt x="600075" y="3057525"/>
                </a:lnTo>
                <a:lnTo>
                  <a:pt x="581025" y="3057525"/>
                </a:lnTo>
                <a:lnTo>
                  <a:pt x="581025" y="3048000"/>
                </a:lnTo>
                <a:lnTo>
                  <a:pt x="590550" y="3048000"/>
                </a:lnTo>
                <a:close/>
                <a:moveTo>
                  <a:pt x="714375" y="3028950"/>
                </a:moveTo>
                <a:lnTo>
                  <a:pt x="733425" y="3028950"/>
                </a:lnTo>
                <a:lnTo>
                  <a:pt x="733425" y="3038475"/>
                </a:lnTo>
                <a:lnTo>
                  <a:pt x="723900" y="3038475"/>
                </a:lnTo>
                <a:lnTo>
                  <a:pt x="723900" y="3048000"/>
                </a:lnTo>
                <a:lnTo>
                  <a:pt x="676275" y="3048000"/>
                </a:lnTo>
                <a:lnTo>
                  <a:pt x="676275" y="3038475"/>
                </a:lnTo>
                <a:lnTo>
                  <a:pt x="714375" y="3038475"/>
                </a:lnTo>
                <a:close/>
                <a:moveTo>
                  <a:pt x="762000" y="3028950"/>
                </a:moveTo>
                <a:lnTo>
                  <a:pt x="828675" y="3028950"/>
                </a:lnTo>
                <a:lnTo>
                  <a:pt x="828675" y="3038475"/>
                </a:lnTo>
                <a:lnTo>
                  <a:pt x="847725" y="3038475"/>
                </a:lnTo>
                <a:lnTo>
                  <a:pt x="847725" y="3028950"/>
                </a:lnTo>
                <a:lnTo>
                  <a:pt x="857250" y="3028950"/>
                </a:lnTo>
                <a:lnTo>
                  <a:pt x="857250" y="3048000"/>
                </a:lnTo>
                <a:lnTo>
                  <a:pt x="771525" y="3048000"/>
                </a:lnTo>
                <a:lnTo>
                  <a:pt x="771525" y="3038475"/>
                </a:lnTo>
                <a:lnTo>
                  <a:pt x="762000" y="3038475"/>
                </a:lnTo>
                <a:close/>
                <a:moveTo>
                  <a:pt x="895350" y="3028950"/>
                </a:moveTo>
                <a:lnTo>
                  <a:pt x="962025" y="3028950"/>
                </a:lnTo>
                <a:lnTo>
                  <a:pt x="962025" y="3048000"/>
                </a:lnTo>
                <a:lnTo>
                  <a:pt x="895350" y="3048000"/>
                </a:lnTo>
                <a:close/>
                <a:moveTo>
                  <a:pt x="190500" y="3038475"/>
                </a:moveTo>
                <a:lnTo>
                  <a:pt x="200025" y="3038475"/>
                </a:lnTo>
                <a:lnTo>
                  <a:pt x="200025" y="3048000"/>
                </a:lnTo>
                <a:lnTo>
                  <a:pt x="190500" y="3048000"/>
                </a:lnTo>
                <a:close/>
                <a:moveTo>
                  <a:pt x="457200" y="3038475"/>
                </a:moveTo>
                <a:lnTo>
                  <a:pt x="485775" y="3038475"/>
                </a:lnTo>
                <a:lnTo>
                  <a:pt x="485775" y="3057525"/>
                </a:lnTo>
                <a:lnTo>
                  <a:pt x="476250" y="3057525"/>
                </a:lnTo>
                <a:lnTo>
                  <a:pt x="476250" y="3048000"/>
                </a:lnTo>
                <a:lnTo>
                  <a:pt x="457200" y="3048000"/>
                </a:lnTo>
                <a:close/>
                <a:moveTo>
                  <a:pt x="1009650" y="3038475"/>
                </a:moveTo>
                <a:lnTo>
                  <a:pt x="1038225" y="3038475"/>
                </a:lnTo>
                <a:lnTo>
                  <a:pt x="1038225" y="3048000"/>
                </a:lnTo>
                <a:lnTo>
                  <a:pt x="1009650" y="3048000"/>
                </a:lnTo>
                <a:close/>
                <a:moveTo>
                  <a:pt x="1276350" y="3038475"/>
                </a:moveTo>
                <a:lnTo>
                  <a:pt x="1285875" y="3038475"/>
                </a:lnTo>
                <a:lnTo>
                  <a:pt x="1285875" y="3048000"/>
                </a:lnTo>
                <a:lnTo>
                  <a:pt x="1276350" y="3048000"/>
                </a:lnTo>
                <a:close/>
                <a:moveTo>
                  <a:pt x="1314450" y="3038475"/>
                </a:moveTo>
                <a:lnTo>
                  <a:pt x="1343025" y="3038475"/>
                </a:lnTo>
                <a:lnTo>
                  <a:pt x="1343025" y="3048000"/>
                </a:lnTo>
                <a:lnTo>
                  <a:pt x="1314450" y="3048000"/>
                </a:lnTo>
                <a:close/>
                <a:moveTo>
                  <a:pt x="561975" y="3076575"/>
                </a:moveTo>
                <a:lnTo>
                  <a:pt x="571500" y="3076575"/>
                </a:lnTo>
                <a:lnTo>
                  <a:pt x="571500" y="3086100"/>
                </a:lnTo>
                <a:lnTo>
                  <a:pt x="561975" y="3086100"/>
                </a:lnTo>
                <a:close/>
                <a:moveTo>
                  <a:pt x="647700" y="3076575"/>
                </a:moveTo>
                <a:lnTo>
                  <a:pt x="657225" y="3076575"/>
                </a:lnTo>
                <a:lnTo>
                  <a:pt x="657225" y="3086100"/>
                </a:lnTo>
                <a:lnTo>
                  <a:pt x="676275" y="3086100"/>
                </a:lnTo>
                <a:lnTo>
                  <a:pt x="676275" y="3095625"/>
                </a:lnTo>
                <a:lnTo>
                  <a:pt x="666750" y="3095625"/>
                </a:lnTo>
                <a:lnTo>
                  <a:pt x="666750" y="3105150"/>
                </a:lnTo>
                <a:lnTo>
                  <a:pt x="657225" y="3105150"/>
                </a:lnTo>
                <a:lnTo>
                  <a:pt x="657225" y="3114675"/>
                </a:lnTo>
                <a:lnTo>
                  <a:pt x="647700" y="3114675"/>
                </a:lnTo>
                <a:lnTo>
                  <a:pt x="647700" y="3105150"/>
                </a:lnTo>
                <a:lnTo>
                  <a:pt x="638175" y="3105150"/>
                </a:lnTo>
                <a:lnTo>
                  <a:pt x="638175" y="3095625"/>
                </a:lnTo>
                <a:lnTo>
                  <a:pt x="628650" y="3095625"/>
                </a:lnTo>
                <a:lnTo>
                  <a:pt x="628650" y="3086100"/>
                </a:lnTo>
                <a:lnTo>
                  <a:pt x="647700" y="3086100"/>
                </a:lnTo>
                <a:close/>
                <a:moveTo>
                  <a:pt x="1400175" y="3105150"/>
                </a:moveTo>
                <a:lnTo>
                  <a:pt x="1438275" y="3105150"/>
                </a:lnTo>
                <a:lnTo>
                  <a:pt x="1438275" y="3114675"/>
                </a:lnTo>
                <a:lnTo>
                  <a:pt x="1400175" y="3114675"/>
                </a:lnTo>
                <a:close/>
                <a:moveTo>
                  <a:pt x="1495425" y="3105150"/>
                </a:moveTo>
                <a:lnTo>
                  <a:pt x="1504950" y="3105150"/>
                </a:lnTo>
                <a:lnTo>
                  <a:pt x="1504950" y="3114675"/>
                </a:lnTo>
                <a:lnTo>
                  <a:pt x="1495425" y="3114675"/>
                </a:lnTo>
                <a:close/>
                <a:moveTo>
                  <a:pt x="1628775" y="3105150"/>
                </a:moveTo>
                <a:lnTo>
                  <a:pt x="1638300" y="3105150"/>
                </a:lnTo>
                <a:lnTo>
                  <a:pt x="1638300" y="3114675"/>
                </a:lnTo>
                <a:lnTo>
                  <a:pt x="1628775" y="3114675"/>
                </a:lnTo>
                <a:close/>
                <a:moveTo>
                  <a:pt x="1647825" y="3105150"/>
                </a:moveTo>
                <a:lnTo>
                  <a:pt x="1676400" y="3105150"/>
                </a:lnTo>
                <a:lnTo>
                  <a:pt x="1676400" y="3124200"/>
                </a:lnTo>
                <a:lnTo>
                  <a:pt x="1666875" y="3124200"/>
                </a:lnTo>
                <a:lnTo>
                  <a:pt x="1666875" y="3114675"/>
                </a:lnTo>
                <a:lnTo>
                  <a:pt x="1647825" y="3114675"/>
                </a:lnTo>
                <a:close/>
                <a:moveTo>
                  <a:pt x="123825" y="3114675"/>
                </a:moveTo>
                <a:lnTo>
                  <a:pt x="133350" y="3114675"/>
                </a:lnTo>
                <a:lnTo>
                  <a:pt x="133350" y="3143250"/>
                </a:lnTo>
                <a:lnTo>
                  <a:pt x="123825" y="3143250"/>
                </a:lnTo>
                <a:close/>
                <a:moveTo>
                  <a:pt x="1609725" y="3114675"/>
                </a:moveTo>
                <a:lnTo>
                  <a:pt x="1619250" y="3114675"/>
                </a:lnTo>
                <a:lnTo>
                  <a:pt x="1619250" y="3124200"/>
                </a:lnTo>
                <a:lnTo>
                  <a:pt x="1609725" y="3124200"/>
                </a:lnTo>
                <a:close/>
                <a:moveTo>
                  <a:pt x="542925" y="3133725"/>
                </a:moveTo>
                <a:lnTo>
                  <a:pt x="552450" y="3133725"/>
                </a:lnTo>
                <a:lnTo>
                  <a:pt x="552450" y="3143250"/>
                </a:lnTo>
                <a:lnTo>
                  <a:pt x="542925" y="3143250"/>
                </a:lnTo>
                <a:close/>
                <a:moveTo>
                  <a:pt x="857250" y="3133725"/>
                </a:moveTo>
                <a:lnTo>
                  <a:pt x="876300" y="3133725"/>
                </a:lnTo>
                <a:lnTo>
                  <a:pt x="876300" y="3152775"/>
                </a:lnTo>
                <a:lnTo>
                  <a:pt x="885825" y="3152775"/>
                </a:lnTo>
                <a:lnTo>
                  <a:pt x="885825" y="3162300"/>
                </a:lnTo>
                <a:lnTo>
                  <a:pt x="866775" y="3162300"/>
                </a:lnTo>
                <a:lnTo>
                  <a:pt x="866775" y="3143250"/>
                </a:lnTo>
                <a:lnTo>
                  <a:pt x="857250" y="3143250"/>
                </a:lnTo>
                <a:close/>
                <a:moveTo>
                  <a:pt x="361950" y="3143250"/>
                </a:moveTo>
                <a:lnTo>
                  <a:pt x="371475" y="3143250"/>
                </a:lnTo>
                <a:lnTo>
                  <a:pt x="371475" y="3162300"/>
                </a:lnTo>
                <a:lnTo>
                  <a:pt x="361950" y="3162300"/>
                </a:lnTo>
                <a:close/>
                <a:moveTo>
                  <a:pt x="561975" y="3143250"/>
                </a:moveTo>
                <a:lnTo>
                  <a:pt x="581025" y="3143250"/>
                </a:lnTo>
                <a:lnTo>
                  <a:pt x="581025" y="3152775"/>
                </a:lnTo>
                <a:lnTo>
                  <a:pt x="609600" y="3152775"/>
                </a:lnTo>
                <a:lnTo>
                  <a:pt x="609600" y="3162300"/>
                </a:lnTo>
                <a:lnTo>
                  <a:pt x="590550" y="3162300"/>
                </a:lnTo>
                <a:lnTo>
                  <a:pt x="590550" y="3171825"/>
                </a:lnTo>
                <a:lnTo>
                  <a:pt x="552450" y="3171825"/>
                </a:lnTo>
                <a:lnTo>
                  <a:pt x="552450" y="3162300"/>
                </a:lnTo>
                <a:lnTo>
                  <a:pt x="561975" y="3162300"/>
                </a:lnTo>
                <a:close/>
                <a:moveTo>
                  <a:pt x="933450" y="3152775"/>
                </a:moveTo>
                <a:lnTo>
                  <a:pt x="942975" y="3152775"/>
                </a:lnTo>
                <a:lnTo>
                  <a:pt x="942975" y="3171825"/>
                </a:lnTo>
                <a:lnTo>
                  <a:pt x="933450" y="3171825"/>
                </a:lnTo>
                <a:close/>
                <a:moveTo>
                  <a:pt x="466725" y="3162300"/>
                </a:moveTo>
                <a:lnTo>
                  <a:pt x="476250" y="3162300"/>
                </a:lnTo>
                <a:lnTo>
                  <a:pt x="476250" y="3171825"/>
                </a:lnTo>
                <a:lnTo>
                  <a:pt x="466725" y="3171825"/>
                </a:lnTo>
                <a:close/>
                <a:moveTo>
                  <a:pt x="1714500" y="3162300"/>
                </a:moveTo>
                <a:lnTo>
                  <a:pt x="1724025" y="3162300"/>
                </a:lnTo>
                <a:lnTo>
                  <a:pt x="1724025" y="3171825"/>
                </a:lnTo>
                <a:lnTo>
                  <a:pt x="1714500" y="3171825"/>
                </a:lnTo>
                <a:close/>
                <a:moveTo>
                  <a:pt x="1095375" y="3171825"/>
                </a:moveTo>
                <a:lnTo>
                  <a:pt x="1123950" y="3171825"/>
                </a:lnTo>
                <a:lnTo>
                  <a:pt x="1123950" y="3190875"/>
                </a:lnTo>
                <a:lnTo>
                  <a:pt x="1095375" y="3190875"/>
                </a:lnTo>
                <a:close/>
                <a:moveTo>
                  <a:pt x="1428750" y="3171825"/>
                </a:moveTo>
                <a:lnTo>
                  <a:pt x="1447800" y="3171825"/>
                </a:lnTo>
                <a:lnTo>
                  <a:pt x="1447800" y="3190875"/>
                </a:lnTo>
                <a:lnTo>
                  <a:pt x="1428750" y="3190875"/>
                </a:lnTo>
                <a:close/>
                <a:moveTo>
                  <a:pt x="962025" y="3190875"/>
                </a:moveTo>
                <a:lnTo>
                  <a:pt x="971550" y="3190875"/>
                </a:lnTo>
                <a:lnTo>
                  <a:pt x="971550" y="3200400"/>
                </a:lnTo>
                <a:lnTo>
                  <a:pt x="962025" y="3200400"/>
                </a:lnTo>
                <a:close/>
                <a:moveTo>
                  <a:pt x="1704975" y="3190875"/>
                </a:moveTo>
                <a:lnTo>
                  <a:pt x="1714500" y="3190875"/>
                </a:lnTo>
                <a:lnTo>
                  <a:pt x="1714500" y="3238500"/>
                </a:lnTo>
                <a:lnTo>
                  <a:pt x="1704975" y="3238500"/>
                </a:lnTo>
                <a:lnTo>
                  <a:pt x="1704975" y="3219450"/>
                </a:lnTo>
                <a:lnTo>
                  <a:pt x="1685925" y="3219450"/>
                </a:lnTo>
                <a:lnTo>
                  <a:pt x="1685925" y="3209925"/>
                </a:lnTo>
                <a:lnTo>
                  <a:pt x="1695450" y="3209925"/>
                </a:lnTo>
                <a:lnTo>
                  <a:pt x="1695450" y="3200400"/>
                </a:lnTo>
                <a:lnTo>
                  <a:pt x="1704975" y="3200400"/>
                </a:lnTo>
                <a:close/>
                <a:moveTo>
                  <a:pt x="390525" y="3209925"/>
                </a:moveTo>
                <a:lnTo>
                  <a:pt x="400050" y="3209925"/>
                </a:lnTo>
                <a:lnTo>
                  <a:pt x="400050" y="3219450"/>
                </a:lnTo>
                <a:lnTo>
                  <a:pt x="390525" y="3219450"/>
                </a:lnTo>
                <a:close/>
                <a:moveTo>
                  <a:pt x="447675" y="3209925"/>
                </a:moveTo>
                <a:lnTo>
                  <a:pt x="466725" y="3209925"/>
                </a:lnTo>
                <a:lnTo>
                  <a:pt x="466725" y="3219450"/>
                </a:lnTo>
                <a:lnTo>
                  <a:pt x="447675" y="3219450"/>
                </a:lnTo>
                <a:close/>
                <a:moveTo>
                  <a:pt x="476250" y="3209925"/>
                </a:moveTo>
                <a:lnTo>
                  <a:pt x="514350" y="3209925"/>
                </a:lnTo>
                <a:lnTo>
                  <a:pt x="514350" y="3219450"/>
                </a:lnTo>
                <a:lnTo>
                  <a:pt x="542925" y="3219450"/>
                </a:lnTo>
                <a:lnTo>
                  <a:pt x="542925" y="3209925"/>
                </a:lnTo>
                <a:lnTo>
                  <a:pt x="590550" y="3209925"/>
                </a:lnTo>
                <a:lnTo>
                  <a:pt x="590550" y="3219450"/>
                </a:lnTo>
                <a:lnTo>
                  <a:pt x="619125" y="3219450"/>
                </a:lnTo>
                <a:lnTo>
                  <a:pt x="619125" y="3209925"/>
                </a:lnTo>
                <a:lnTo>
                  <a:pt x="638175" y="3209925"/>
                </a:lnTo>
                <a:lnTo>
                  <a:pt x="638175" y="3228975"/>
                </a:lnTo>
                <a:lnTo>
                  <a:pt x="581025" y="3228975"/>
                </a:lnTo>
                <a:lnTo>
                  <a:pt x="581025" y="3238500"/>
                </a:lnTo>
                <a:lnTo>
                  <a:pt x="552450" y="3238500"/>
                </a:lnTo>
                <a:lnTo>
                  <a:pt x="552450" y="3228975"/>
                </a:lnTo>
                <a:lnTo>
                  <a:pt x="533400" y="3228975"/>
                </a:lnTo>
                <a:lnTo>
                  <a:pt x="533400" y="3238500"/>
                </a:lnTo>
                <a:lnTo>
                  <a:pt x="523875" y="3238500"/>
                </a:lnTo>
                <a:lnTo>
                  <a:pt x="523875" y="3228975"/>
                </a:lnTo>
                <a:lnTo>
                  <a:pt x="504825" y="3228975"/>
                </a:lnTo>
                <a:lnTo>
                  <a:pt x="504825" y="3219450"/>
                </a:lnTo>
                <a:lnTo>
                  <a:pt x="476250" y="3219450"/>
                </a:lnTo>
                <a:close/>
                <a:moveTo>
                  <a:pt x="666750" y="3209925"/>
                </a:moveTo>
                <a:lnTo>
                  <a:pt x="685800" y="3209925"/>
                </a:lnTo>
                <a:lnTo>
                  <a:pt x="685800" y="3219450"/>
                </a:lnTo>
                <a:lnTo>
                  <a:pt x="666750" y="3219450"/>
                </a:lnTo>
                <a:close/>
                <a:moveTo>
                  <a:pt x="828675" y="3209925"/>
                </a:moveTo>
                <a:lnTo>
                  <a:pt x="838200" y="3209925"/>
                </a:lnTo>
                <a:lnTo>
                  <a:pt x="838200" y="3228975"/>
                </a:lnTo>
                <a:lnTo>
                  <a:pt x="828675" y="3228975"/>
                </a:lnTo>
                <a:close/>
                <a:moveTo>
                  <a:pt x="1238250" y="3209925"/>
                </a:moveTo>
                <a:lnTo>
                  <a:pt x="1247775" y="3209925"/>
                </a:lnTo>
                <a:lnTo>
                  <a:pt x="1247775" y="3228975"/>
                </a:lnTo>
                <a:lnTo>
                  <a:pt x="1238250" y="3228975"/>
                </a:lnTo>
                <a:close/>
                <a:moveTo>
                  <a:pt x="1295400" y="3209925"/>
                </a:moveTo>
                <a:lnTo>
                  <a:pt x="1304925" y="3209925"/>
                </a:lnTo>
                <a:lnTo>
                  <a:pt x="1304925" y="3219450"/>
                </a:lnTo>
                <a:lnTo>
                  <a:pt x="1295400" y="3219450"/>
                </a:lnTo>
                <a:close/>
                <a:moveTo>
                  <a:pt x="1400175" y="3209925"/>
                </a:moveTo>
                <a:lnTo>
                  <a:pt x="1419225" y="3209925"/>
                </a:lnTo>
                <a:lnTo>
                  <a:pt x="1419225" y="3219450"/>
                </a:lnTo>
                <a:lnTo>
                  <a:pt x="1438275" y="3219450"/>
                </a:lnTo>
                <a:lnTo>
                  <a:pt x="1438275" y="3228975"/>
                </a:lnTo>
                <a:lnTo>
                  <a:pt x="1419225" y="3228975"/>
                </a:lnTo>
                <a:lnTo>
                  <a:pt x="1419225" y="3238500"/>
                </a:lnTo>
                <a:lnTo>
                  <a:pt x="1409700" y="3238500"/>
                </a:lnTo>
                <a:lnTo>
                  <a:pt x="1409700" y="3228975"/>
                </a:lnTo>
                <a:lnTo>
                  <a:pt x="1362075" y="3228975"/>
                </a:lnTo>
                <a:lnTo>
                  <a:pt x="1362075" y="3238500"/>
                </a:lnTo>
                <a:lnTo>
                  <a:pt x="1333500" y="3238500"/>
                </a:lnTo>
                <a:lnTo>
                  <a:pt x="1333500" y="3228975"/>
                </a:lnTo>
                <a:lnTo>
                  <a:pt x="1343025" y="3228975"/>
                </a:lnTo>
                <a:lnTo>
                  <a:pt x="1343025" y="3219450"/>
                </a:lnTo>
                <a:lnTo>
                  <a:pt x="1400175" y="3219450"/>
                </a:lnTo>
                <a:close/>
                <a:moveTo>
                  <a:pt x="1524000" y="3209925"/>
                </a:moveTo>
                <a:lnTo>
                  <a:pt x="1543050" y="3209925"/>
                </a:lnTo>
                <a:lnTo>
                  <a:pt x="1543050" y="3219450"/>
                </a:lnTo>
                <a:lnTo>
                  <a:pt x="1524000" y="3219450"/>
                </a:lnTo>
                <a:close/>
                <a:moveTo>
                  <a:pt x="1619250" y="3209925"/>
                </a:moveTo>
                <a:lnTo>
                  <a:pt x="1647825" y="3209925"/>
                </a:lnTo>
                <a:lnTo>
                  <a:pt x="1647825" y="3219450"/>
                </a:lnTo>
                <a:lnTo>
                  <a:pt x="1619250" y="3219450"/>
                </a:lnTo>
                <a:close/>
                <a:moveTo>
                  <a:pt x="685800" y="3219450"/>
                </a:moveTo>
                <a:lnTo>
                  <a:pt x="723900" y="3219450"/>
                </a:lnTo>
                <a:lnTo>
                  <a:pt x="723900" y="3228975"/>
                </a:lnTo>
                <a:lnTo>
                  <a:pt x="714375" y="3228975"/>
                </a:lnTo>
                <a:lnTo>
                  <a:pt x="714375" y="3248025"/>
                </a:lnTo>
                <a:lnTo>
                  <a:pt x="695325" y="3248025"/>
                </a:lnTo>
                <a:lnTo>
                  <a:pt x="695325" y="3228975"/>
                </a:lnTo>
                <a:lnTo>
                  <a:pt x="685800" y="3228975"/>
                </a:lnTo>
                <a:close/>
                <a:moveTo>
                  <a:pt x="1104900" y="3219450"/>
                </a:moveTo>
                <a:lnTo>
                  <a:pt x="1123950" y="3219450"/>
                </a:lnTo>
                <a:lnTo>
                  <a:pt x="1123950" y="3228975"/>
                </a:lnTo>
                <a:lnTo>
                  <a:pt x="1114425" y="3228975"/>
                </a:lnTo>
                <a:lnTo>
                  <a:pt x="1114425" y="3248025"/>
                </a:lnTo>
                <a:lnTo>
                  <a:pt x="1123950" y="3248025"/>
                </a:lnTo>
                <a:lnTo>
                  <a:pt x="1123950" y="3257550"/>
                </a:lnTo>
                <a:lnTo>
                  <a:pt x="1095375" y="3257550"/>
                </a:lnTo>
                <a:lnTo>
                  <a:pt x="1095375" y="3228975"/>
                </a:lnTo>
                <a:lnTo>
                  <a:pt x="1104900" y="3228975"/>
                </a:lnTo>
                <a:close/>
                <a:moveTo>
                  <a:pt x="1152525" y="3219450"/>
                </a:moveTo>
                <a:lnTo>
                  <a:pt x="1171575" y="3219450"/>
                </a:lnTo>
                <a:lnTo>
                  <a:pt x="1171575" y="3248025"/>
                </a:lnTo>
                <a:lnTo>
                  <a:pt x="1162050" y="3248025"/>
                </a:lnTo>
                <a:lnTo>
                  <a:pt x="1162050" y="3257550"/>
                </a:lnTo>
                <a:lnTo>
                  <a:pt x="1143000" y="3257550"/>
                </a:lnTo>
                <a:lnTo>
                  <a:pt x="1143000" y="3248025"/>
                </a:lnTo>
                <a:lnTo>
                  <a:pt x="1152525" y="3248025"/>
                </a:lnTo>
                <a:lnTo>
                  <a:pt x="1152525" y="3238500"/>
                </a:lnTo>
                <a:lnTo>
                  <a:pt x="1162050" y="3238500"/>
                </a:lnTo>
                <a:lnTo>
                  <a:pt x="1162050" y="3228975"/>
                </a:lnTo>
                <a:lnTo>
                  <a:pt x="1152525" y="3228975"/>
                </a:lnTo>
                <a:close/>
                <a:moveTo>
                  <a:pt x="1190625" y="3219450"/>
                </a:moveTo>
                <a:lnTo>
                  <a:pt x="1200150" y="3219450"/>
                </a:lnTo>
                <a:lnTo>
                  <a:pt x="1200150" y="3248025"/>
                </a:lnTo>
                <a:lnTo>
                  <a:pt x="1209675" y="3248025"/>
                </a:lnTo>
                <a:lnTo>
                  <a:pt x="1209675" y="3257550"/>
                </a:lnTo>
                <a:lnTo>
                  <a:pt x="1190625" y="3257550"/>
                </a:lnTo>
                <a:close/>
                <a:moveTo>
                  <a:pt x="1209675" y="3219450"/>
                </a:moveTo>
                <a:lnTo>
                  <a:pt x="1219200" y="3219450"/>
                </a:lnTo>
                <a:lnTo>
                  <a:pt x="1219200" y="3228975"/>
                </a:lnTo>
                <a:lnTo>
                  <a:pt x="1209675" y="3228975"/>
                </a:lnTo>
                <a:close/>
                <a:moveTo>
                  <a:pt x="1447800" y="3219450"/>
                </a:moveTo>
                <a:lnTo>
                  <a:pt x="1466850" y="3219450"/>
                </a:lnTo>
                <a:lnTo>
                  <a:pt x="1466850" y="3228975"/>
                </a:lnTo>
                <a:lnTo>
                  <a:pt x="1447800" y="3228975"/>
                </a:lnTo>
                <a:close/>
                <a:moveTo>
                  <a:pt x="1543050" y="3219450"/>
                </a:moveTo>
                <a:lnTo>
                  <a:pt x="1590675" y="3219450"/>
                </a:lnTo>
                <a:lnTo>
                  <a:pt x="1590675" y="3228975"/>
                </a:lnTo>
                <a:lnTo>
                  <a:pt x="1600200" y="3228975"/>
                </a:lnTo>
                <a:lnTo>
                  <a:pt x="1600200" y="3219450"/>
                </a:lnTo>
                <a:lnTo>
                  <a:pt x="1609725" y="3219450"/>
                </a:lnTo>
                <a:lnTo>
                  <a:pt x="1609725" y="3228975"/>
                </a:lnTo>
                <a:lnTo>
                  <a:pt x="1619250" y="3228975"/>
                </a:lnTo>
                <a:lnTo>
                  <a:pt x="1619250" y="3238500"/>
                </a:lnTo>
                <a:lnTo>
                  <a:pt x="1581150" y="3238500"/>
                </a:lnTo>
                <a:lnTo>
                  <a:pt x="1581150" y="3228975"/>
                </a:lnTo>
                <a:lnTo>
                  <a:pt x="1562100" y="3228975"/>
                </a:lnTo>
                <a:lnTo>
                  <a:pt x="1562100" y="3238500"/>
                </a:lnTo>
                <a:lnTo>
                  <a:pt x="1581150" y="3238500"/>
                </a:lnTo>
                <a:lnTo>
                  <a:pt x="1581150" y="3248025"/>
                </a:lnTo>
                <a:lnTo>
                  <a:pt x="1571625" y="3248025"/>
                </a:lnTo>
                <a:lnTo>
                  <a:pt x="1571625" y="3267075"/>
                </a:lnTo>
                <a:lnTo>
                  <a:pt x="1533525" y="3267075"/>
                </a:lnTo>
                <a:lnTo>
                  <a:pt x="1533525" y="3257550"/>
                </a:lnTo>
                <a:lnTo>
                  <a:pt x="1543050" y="3257550"/>
                </a:lnTo>
                <a:close/>
                <a:moveTo>
                  <a:pt x="200025" y="3228975"/>
                </a:moveTo>
                <a:lnTo>
                  <a:pt x="209550" y="3228975"/>
                </a:lnTo>
                <a:lnTo>
                  <a:pt x="209550" y="3238500"/>
                </a:lnTo>
                <a:lnTo>
                  <a:pt x="200025" y="3238500"/>
                </a:lnTo>
                <a:close/>
                <a:moveTo>
                  <a:pt x="247650" y="3228975"/>
                </a:moveTo>
                <a:lnTo>
                  <a:pt x="266700" y="3228975"/>
                </a:lnTo>
                <a:lnTo>
                  <a:pt x="266700" y="3238500"/>
                </a:lnTo>
                <a:lnTo>
                  <a:pt x="285750" y="3238500"/>
                </a:lnTo>
                <a:lnTo>
                  <a:pt x="285750" y="3257550"/>
                </a:lnTo>
                <a:lnTo>
                  <a:pt x="257175" y="3257550"/>
                </a:lnTo>
                <a:lnTo>
                  <a:pt x="257175" y="3248025"/>
                </a:lnTo>
                <a:lnTo>
                  <a:pt x="228600" y="3248025"/>
                </a:lnTo>
                <a:lnTo>
                  <a:pt x="228600" y="3238500"/>
                </a:lnTo>
                <a:lnTo>
                  <a:pt x="247650" y="3238500"/>
                </a:lnTo>
                <a:close/>
                <a:moveTo>
                  <a:pt x="1466850" y="3228975"/>
                </a:moveTo>
                <a:lnTo>
                  <a:pt x="1476375" y="3228975"/>
                </a:lnTo>
                <a:lnTo>
                  <a:pt x="1476375" y="3238500"/>
                </a:lnTo>
                <a:lnTo>
                  <a:pt x="1466850" y="3238500"/>
                </a:lnTo>
                <a:close/>
                <a:moveTo>
                  <a:pt x="1447800" y="3238500"/>
                </a:moveTo>
                <a:lnTo>
                  <a:pt x="1466850" y="3238500"/>
                </a:lnTo>
                <a:lnTo>
                  <a:pt x="1466850" y="3248025"/>
                </a:lnTo>
                <a:lnTo>
                  <a:pt x="1457325" y="3248025"/>
                </a:lnTo>
                <a:lnTo>
                  <a:pt x="1457325" y="3267075"/>
                </a:lnTo>
                <a:lnTo>
                  <a:pt x="1438275" y="3267075"/>
                </a:lnTo>
                <a:lnTo>
                  <a:pt x="1438275" y="3257550"/>
                </a:lnTo>
                <a:lnTo>
                  <a:pt x="1428750" y="3257550"/>
                </a:lnTo>
                <a:lnTo>
                  <a:pt x="1428750" y="3248025"/>
                </a:lnTo>
                <a:lnTo>
                  <a:pt x="1447800" y="3248025"/>
                </a:lnTo>
                <a:close/>
                <a:moveTo>
                  <a:pt x="847725" y="3248025"/>
                </a:moveTo>
                <a:lnTo>
                  <a:pt x="866775" y="3248025"/>
                </a:lnTo>
                <a:lnTo>
                  <a:pt x="866775" y="3267075"/>
                </a:lnTo>
                <a:lnTo>
                  <a:pt x="847725" y="3267075"/>
                </a:lnTo>
                <a:close/>
                <a:moveTo>
                  <a:pt x="285750" y="3257550"/>
                </a:moveTo>
                <a:lnTo>
                  <a:pt x="304800" y="3257550"/>
                </a:lnTo>
                <a:lnTo>
                  <a:pt x="304800" y="3267075"/>
                </a:lnTo>
                <a:lnTo>
                  <a:pt x="285750" y="3267075"/>
                </a:lnTo>
                <a:close/>
                <a:moveTo>
                  <a:pt x="1171575" y="3257550"/>
                </a:moveTo>
                <a:lnTo>
                  <a:pt x="1181100" y="3257550"/>
                </a:lnTo>
                <a:lnTo>
                  <a:pt x="1181100" y="3267075"/>
                </a:lnTo>
                <a:lnTo>
                  <a:pt x="1171575" y="3267075"/>
                </a:lnTo>
                <a:close/>
                <a:moveTo>
                  <a:pt x="1685925" y="3267075"/>
                </a:moveTo>
                <a:lnTo>
                  <a:pt x="1695450" y="3267075"/>
                </a:lnTo>
                <a:lnTo>
                  <a:pt x="1695450" y="3276600"/>
                </a:lnTo>
                <a:lnTo>
                  <a:pt x="1685925" y="3276600"/>
                </a:lnTo>
                <a:close/>
                <a:moveTo>
                  <a:pt x="1704975" y="3267075"/>
                </a:moveTo>
                <a:lnTo>
                  <a:pt x="1714500" y="3267075"/>
                </a:lnTo>
                <a:lnTo>
                  <a:pt x="1714500" y="3276600"/>
                </a:lnTo>
                <a:lnTo>
                  <a:pt x="1704975" y="3276600"/>
                </a:lnTo>
                <a:close/>
                <a:moveTo>
                  <a:pt x="142875" y="3295650"/>
                </a:moveTo>
                <a:lnTo>
                  <a:pt x="152400" y="3295650"/>
                </a:lnTo>
                <a:lnTo>
                  <a:pt x="152400" y="3305175"/>
                </a:lnTo>
                <a:lnTo>
                  <a:pt x="142875" y="3305175"/>
                </a:lnTo>
                <a:close/>
                <a:moveTo>
                  <a:pt x="323850" y="3295650"/>
                </a:moveTo>
                <a:lnTo>
                  <a:pt x="333375" y="3295650"/>
                </a:lnTo>
                <a:lnTo>
                  <a:pt x="333375" y="3305175"/>
                </a:lnTo>
                <a:lnTo>
                  <a:pt x="323850" y="3305175"/>
                </a:lnTo>
                <a:close/>
                <a:moveTo>
                  <a:pt x="352425" y="3295650"/>
                </a:moveTo>
                <a:lnTo>
                  <a:pt x="371475" y="3295650"/>
                </a:lnTo>
                <a:lnTo>
                  <a:pt x="371475" y="3305175"/>
                </a:lnTo>
                <a:lnTo>
                  <a:pt x="352425" y="3305175"/>
                </a:lnTo>
                <a:close/>
                <a:moveTo>
                  <a:pt x="390525" y="3295650"/>
                </a:moveTo>
                <a:lnTo>
                  <a:pt x="571500" y="3295650"/>
                </a:lnTo>
                <a:lnTo>
                  <a:pt x="571500" y="3305175"/>
                </a:lnTo>
                <a:lnTo>
                  <a:pt x="552450" y="3305175"/>
                </a:lnTo>
                <a:lnTo>
                  <a:pt x="552450" y="3314700"/>
                </a:lnTo>
                <a:lnTo>
                  <a:pt x="542925" y="3314700"/>
                </a:lnTo>
                <a:lnTo>
                  <a:pt x="542925" y="3305175"/>
                </a:lnTo>
                <a:lnTo>
                  <a:pt x="504825" y="3305175"/>
                </a:lnTo>
                <a:lnTo>
                  <a:pt x="504825" y="3314700"/>
                </a:lnTo>
                <a:lnTo>
                  <a:pt x="495300" y="3314700"/>
                </a:lnTo>
                <a:lnTo>
                  <a:pt x="495300" y="3305175"/>
                </a:lnTo>
                <a:lnTo>
                  <a:pt x="390525" y="3305175"/>
                </a:lnTo>
                <a:close/>
                <a:moveTo>
                  <a:pt x="666750" y="3295650"/>
                </a:moveTo>
                <a:lnTo>
                  <a:pt x="809625" y="3295650"/>
                </a:lnTo>
                <a:lnTo>
                  <a:pt x="809625" y="3314700"/>
                </a:lnTo>
                <a:lnTo>
                  <a:pt x="800100" y="3314700"/>
                </a:lnTo>
                <a:lnTo>
                  <a:pt x="800100" y="3324225"/>
                </a:lnTo>
                <a:lnTo>
                  <a:pt x="790575" y="3324225"/>
                </a:lnTo>
                <a:lnTo>
                  <a:pt x="790575" y="3314700"/>
                </a:lnTo>
                <a:lnTo>
                  <a:pt x="781050" y="3314700"/>
                </a:lnTo>
                <a:lnTo>
                  <a:pt x="781050" y="3324225"/>
                </a:lnTo>
                <a:lnTo>
                  <a:pt x="771525" y="3324225"/>
                </a:lnTo>
                <a:lnTo>
                  <a:pt x="771525" y="3333750"/>
                </a:lnTo>
                <a:lnTo>
                  <a:pt x="762000" y="3333750"/>
                </a:lnTo>
                <a:lnTo>
                  <a:pt x="762000" y="3343275"/>
                </a:lnTo>
                <a:lnTo>
                  <a:pt x="742950" y="3343275"/>
                </a:lnTo>
                <a:lnTo>
                  <a:pt x="742950" y="3352800"/>
                </a:lnTo>
                <a:lnTo>
                  <a:pt x="733425" y="3352800"/>
                </a:lnTo>
                <a:lnTo>
                  <a:pt x="733425" y="3362325"/>
                </a:lnTo>
                <a:lnTo>
                  <a:pt x="714375" y="3362325"/>
                </a:lnTo>
                <a:lnTo>
                  <a:pt x="714375" y="3352800"/>
                </a:lnTo>
                <a:lnTo>
                  <a:pt x="695325" y="3352800"/>
                </a:lnTo>
                <a:lnTo>
                  <a:pt x="695325" y="3314700"/>
                </a:lnTo>
                <a:lnTo>
                  <a:pt x="704850" y="3314700"/>
                </a:lnTo>
                <a:lnTo>
                  <a:pt x="704850" y="3305175"/>
                </a:lnTo>
                <a:lnTo>
                  <a:pt x="666750" y="3305175"/>
                </a:lnTo>
                <a:close/>
                <a:moveTo>
                  <a:pt x="1190625" y="3295650"/>
                </a:moveTo>
                <a:lnTo>
                  <a:pt x="1247775" y="3295650"/>
                </a:lnTo>
                <a:lnTo>
                  <a:pt x="1247775" y="3305175"/>
                </a:lnTo>
                <a:lnTo>
                  <a:pt x="1238250" y="3305175"/>
                </a:lnTo>
                <a:lnTo>
                  <a:pt x="1238250" y="3314700"/>
                </a:lnTo>
                <a:lnTo>
                  <a:pt x="1247775" y="3314700"/>
                </a:lnTo>
                <a:lnTo>
                  <a:pt x="1247775" y="3324225"/>
                </a:lnTo>
                <a:lnTo>
                  <a:pt x="1228725" y="3324225"/>
                </a:lnTo>
                <a:lnTo>
                  <a:pt x="1228725" y="3333750"/>
                </a:lnTo>
                <a:lnTo>
                  <a:pt x="1209675" y="3333750"/>
                </a:lnTo>
                <a:lnTo>
                  <a:pt x="1209675" y="3324225"/>
                </a:lnTo>
                <a:lnTo>
                  <a:pt x="1133475" y="3324225"/>
                </a:lnTo>
                <a:lnTo>
                  <a:pt x="1133475" y="3333750"/>
                </a:lnTo>
                <a:lnTo>
                  <a:pt x="1123950" y="3333750"/>
                </a:lnTo>
                <a:lnTo>
                  <a:pt x="1123950" y="3314700"/>
                </a:lnTo>
                <a:lnTo>
                  <a:pt x="1114425" y="3314700"/>
                </a:lnTo>
                <a:lnTo>
                  <a:pt x="1114425" y="3305175"/>
                </a:lnTo>
                <a:lnTo>
                  <a:pt x="1190625" y="3305175"/>
                </a:lnTo>
                <a:close/>
                <a:moveTo>
                  <a:pt x="1276350" y="3295650"/>
                </a:moveTo>
                <a:lnTo>
                  <a:pt x="1295400" y="3295650"/>
                </a:lnTo>
                <a:lnTo>
                  <a:pt x="1295400" y="3305175"/>
                </a:lnTo>
                <a:lnTo>
                  <a:pt x="1304925" y="3305175"/>
                </a:lnTo>
                <a:lnTo>
                  <a:pt x="1304925" y="3314700"/>
                </a:lnTo>
                <a:lnTo>
                  <a:pt x="1285875" y="3314700"/>
                </a:lnTo>
                <a:lnTo>
                  <a:pt x="1285875" y="3324225"/>
                </a:lnTo>
                <a:lnTo>
                  <a:pt x="1266825" y="3324225"/>
                </a:lnTo>
                <a:lnTo>
                  <a:pt x="1266825" y="3314700"/>
                </a:lnTo>
                <a:lnTo>
                  <a:pt x="1257300" y="3314700"/>
                </a:lnTo>
                <a:lnTo>
                  <a:pt x="1257300" y="3305175"/>
                </a:lnTo>
                <a:lnTo>
                  <a:pt x="1276350" y="3305175"/>
                </a:lnTo>
                <a:close/>
                <a:moveTo>
                  <a:pt x="133350" y="3305175"/>
                </a:moveTo>
                <a:lnTo>
                  <a:pt x="142875" y="3305175"/>
                </a:lnTo>
                <a:lnTo>
                  <a:pt x="142875" y="3314700"/>
                </a:lnTo>
                <a:lnTo>
                  <a:pt x="133350" y="3314700"/>
                </a:lnTo>
                <a:close/>
                <a:moveTo>
                  <a:pt x="238125" y="3305175"/>
                </a:moveTo>
                <a:lnTo>
                  <a:pt x="257175" y="3305175"/>
                </a:lnTo>
                <a:lnTo>
                  <a:pt x="257175" y="3314700"/>
                </a:lnTo>
                <a:lnTo>
                  <a:pt x="238125" y="3314700"/>
                </a:lnTo>
                <a:close/>
                <a:moveTo>
                  <a:pt x="333375" y="3305175"/>
                </a:moveTo>
                <a:lnTo>
                  <a:pt x="352425" y="3305175"/>
                </a:lnTo>
                <a:lnTo>
                  <a:pt x="352425" y="3314700"/>
                </a:lnTo>
                <a:lnTo>
                  <a:pt x="333375" y="3314700"/>
                </a:lnTo>
                <a:close/>
                <a:moveTo>
                  <a:pt x="828675" y="3305175"/>
                </a:moveTo>
                <a:lnTo>
                  <a:pt x="857250" y="3305175"/>
                </a:lnTo>
                <a:lnTo>
                  <a:pt x="857250" y="3314700"/>
                </a:lnTo>
                <a:lnTo>
                  <a:pt x="828675" y="3314700"/>
                </a:lnTo>
                <a:close/>
                <a:moveTo>
                  <a:pt x="895350" y="3305175"/>
                </a:moveTo>
                <a:lnTo>
                  <a:pt x="952500" y="3305175"/>
                </a:lnTo>
                <a:lnTo>
                  <a:pt x="952500" y="3324225"/>
                </a:lnTo>
                <a:lnTo>
                  <a:pt x="962025" y="3324225"/>
                </a:lnTo>
                <a:lnTo>
                  <a:pt x="962025" y="3333750"/>
                </a:lnTo>
                <a:lnTo>
                  <a:pt x="942975" y="3333750"/>
                </a:lnTo>
                <a:lnTo>
                  <a:pt x="942975" y="3324225"/>
                </a:lnTo>
                <a:lnTo>
                  <a:pt x="933450" y="3324225"/>
                </a:lnTo>
                <a:lnTo>
                  <a:pt x="933450" y="3314700"/>
                </a:lnTo>
                <a:lnTo>
                  <a:pt x="895350" y="3314700"/>
                </a:lnTo>
                <a:close/>
                <a:moveTo>
                  <a:pt x="228600" y="3314700"/>
                </a:moveTo>
                <a:lnTo>
                  <a:pt x="238125" y="3314700"/>
                </a:lnTo>
                <a:lnTo>
                  <a:pt x="238125" y="3324225"/>
                </a:lnTo>
                <a:lnTo>
                  <a:pt x="247650" y="3324225"/>
                </a:lnTo>
                <a:lnTo>
                  <a:pt x="247650" y="3333750"/>
                </a:lnTo>
                <a:lnTo>
                  <a:pt x="238125" y="3333750"/>
                </a:lnTo>
                <a:lnTo>
                  <a:pt x="238125" y="3343275"/>
                </a:lnTo>
                <a:lnTo>
                  <a:pt x="228600" y="3343275"/>
                </a:lnTo>
                <a:lnTo>
                  <a:pt x="228600" y="3390900"/>
                </a:lnTo>
                <a:lnTo>
                  <a:pt x="219075" y="3390900"/>
                </a:lnTo>
                <a:lnTo>
                  <a:pt x="219075" y="3333750"/>
                </a:lnTo>
                <a:lnTo>
                  <a:pt x="228600" y="3333750"/>
                </a:lnTo>
                <a:close/>
                <a:moveTo>
                  <a:pt x="619125" y="3314700"/>
                </a:moveTo>
                <a:lnTo>
                  <a:pt x="628650" y="3314700"/>
                </a:lnTo>
                <a:lnTo>
                  <a:pt x="628650" y="3324225"/>
                </a:lnTo>
                <a:lnTo>
                  <a:pt x="619125" y="3324225"/>
                </a:lnTo>
                <a:close/>
                <a:moveTo>
                  <a:pt x="990600" y="3314700"/>
                </a:moveTo>
                <a:lnTo>
                  <a:pt x="1000125" y="3314700"/>
                </a:lnTo>
                <a:lnTo>
                  <a:pt x="1000125" y="3324225"/>
                </a:lnTo>
                <a:lnTo>
                  <a:pt x="990600" y="3324225"/>
                </a:lnTo>
                <a:close/>
                <a:moveTo>
                  <a:pt x="1104900" y="3314700"/>
                </a:moveTo>
                <a:lnTo>
                  <a:pt x="1114425" y="3314700"/>
                </a:lnTo>
                <a:lnTo>
                  <a:pt x="1114425" y="3324225"/>
                </a:lnTo>
                <a:lnTo>
                  <a:pt x="1104900" y="3324225"/>
                </a:lnTo>
                <a:close/>
                <a:moveTo>
                  <a:pt x="314325" y="3324225"/>
                </a:moveTo>
                <a:lnTo>
                  <a:pt x="333375" y="3324225"/>
                </a:lnTo>
                <a:lnTo>
                  <a:pt x="333375" y="3333750"/>
                </a:lnTo>
                <a:lnTo>
                  <a:pt x="314325" y="3333750"/>
                </a:lnTo>
                <a:close/>
                <a:moveTo>
                  <a:pt x="885825" y="3324225"/>
                </a:moveTo>
                <a:lnTo>
                  <a:pt x="904875" y="3324225"/>
                </a:lnTo>
                <a:lnTo>
                  <a:pt x="904875" y="3333750"/>
                </a:lnTo>
                <a:lnTo>
                  <a:pt x="885825" y="3333750"/>
                </a:lnTo>
                <a:close/>
                <a:moveTo>
                  <a:pt x="333375" y="3333750"/>
                </a:moveTo>
                <a:lnTo>
                  <a:pt x="352425" y="3333750"/>
                </a:lnTo>
                <a:lnTo>
                  <a:pt x="352425" y="3352800"/>
                </a:lnTo>
                <a:lnTo>
                  <a:pt x="342900" y="3352800"/>
                </a:lnTo>
                <a:lnTo>
                  <a:pt x="342900" y="3343275"/>
                </a:lnTo>
                <a:lnTo>
                  <a:pt x="333375" y="3343275"/>
                </a:lnTo>
                <a:close/>
                <a:moveTo>
                  <a:pt x="1304925" y="3333750"/>
                </a:moveTo>
                <a:lnTo>
                  <a:pt x="1323975" y="3333750"/>
                </a:lnTo>
                <a:lnTo>
                  <a:pt x="1323975" y="3352800"/>
                </a:lnTo>
                <a:lnTo>
                  <a:pt x="1304925" y="3352800"/>
                </a:lnTo>
                <a:close/>
                <a:moveTo>
                  <a:pt x="1409700" y="3333750"/>
                </a:moveTo>
                <a:lnTo>
                  <a:pt x="1419225" y="3333750"/>
                </a:lnTo>
                <a:lnTo>
                  <a:pt x="1419225" y="3362325"/>
                </a:lnTo>
                <a:lnTo>
                  <a:pt x="1409700" y="3362325"/>
                </a:lnTo>
                <a:close/>
                <a:moveTo>
                  <a:pt x="866775" y="3362325"/>
                </a:moveTo>
                <a:lnTo>
                  <a:pt x="876300" y="3362325"/>
                </a:lnTo>
                <a:lnTo>
                  <a:pt x="876300" y="3371850"/>
                </a:lnTo>
                <a:lnTo>
                  <a:pt x="866775" y="3371850"/>
                </a:lnTo>
                <a:close/>
                <a:moveTo>
                  <a:pt x="1343025" y="3362325"/>
                </a:moveTo>
                <a:lnTo>
                  <a:pt x="1352550" y="3362325"/>
                </a:lnTo>
                <a:lnTo>
                  <a:pt x="1352550" y="3371850"/>
                </a:lnTo>
                <a:lnTo>
                  <a:pt x="1362075" y="3371850"/>
                </a:lnTo>
                <a:lnTo>
                  <a:pt x="1362075" y="3381375"/>
                </a:lnTo>
                <a:lnTo>
                  <a:pt x="1343025" y="3381375"/>
                </a:lnTo>
                <a:close/>
                <a:moveTo>
                  <a:pt x="561975" y="3371850"/>
                </a:moveTo>
                <a:lnTo>
                  <a:pt x="571500" y="3371850"/>
                </a:lnTo>
                <a:lnTo>
                  <a:pt x="571500" y="3381375"/>
                </a:lnTo>
                <a:lnTo>
                  <a:pt x="561975" y="3381375"/>
                </a:lnTo>
                <a:close/>
                <a:moveTo>
                  <a:pt x="1114425" y="3371850"/>
                </a:moveTo>
                <a:lnTo>
                  <a:pt x="1123950" y="3371850"/>
                </a:lnTo>
                <a:lnTo>
                  <a:pt x="1123950" y="3381375"/>
                </a:lnTo>
                <a:lnTo>
                  <a:pt x="1114425" y="3381375"/>
                </a:lnTo>
                <a:close/>
                <a:moveTo>
                  <a:pt x="571500" y="3381375"/>
                </a:moveTo>
                <a:lnTo>
                  <a:pt x="581025" y="3381375"/>
                </a:lnTo>
                <a:lnTo>
                  <a:pt x="581025" y="3390900"/>
                </a:lnTo>
                <a:lnTo>
                  <a:pt x="571500" y="3390900"/>
                </a:lnTo>
                <a:close/>
                <a:moveTo>
                  <a:pt x="838200" y="3390900"/>
                </a:moveTo>
                <a:lnTo>
                  <a:pt x="847725" y="3390900"/>
                </a:lnTo>
                <a:lnTo>
                  <a:pt x="847725" y="3400425"/>
                </a:lnTo>
                <a:lnTo>
                  <a:pt x="838200" y="3400425"/>
                </a:lnTo>
                <a:close/>
                <a:moveTo>
                  <a:pt x="1304925" y="3390900"/>
                </a:moveTo>
                <a:lnTo>
                  <a:pt x="1314450" y="3390900"/>
                </a:lnTo>
                <a:lnTo>
                  <a:pt x="1314450" y="3400425"/>
                </a:lnTo>
                <a:lnTo>
                  <a:pt x="1304925" y="3400425"/>
                </a:lnTo>
                <a:close/>
                <a:moveTo>
                  <a:pt x="1409700" y="3390900"/>
                </a:moveTo>
                <a:lnTo>
                  <a:pt x="1419225" y="3390900"/>
                </a:lnTo>
                <a:lnTo>
                  <a:pt x="1419225" y="3429000"/>
                </a:lnTo>
                <a:lnTo>
                  <a:pt x="1409700" y="3429000"/>
                </a:lnTo>
                <a:close/>
                <a:moveTo>
                  <a:pt x="876300" y="3400425"/>
                </a:moveTo>
                <a:lnTo>
                  <a:pt x="885825" y="3400425"/>
                </a:lnTo>
                <a:lnTo>
                  <a:pt x="885825" y="3409950"/>
                </a:lnTo>
                <a:lnTo>
                  <a:pt x="876300" y="3409950"/>
                </a:lnTo>
                <a:close/>
                <a:moveTo>
                  <a:pt x="866775" y="3409950"/>
                </a:moveTo>
                <a:lnTo>
                  <a:pt x="876300" y="3409950"/>
                </a:lnTo>
                <a:lnTo>
                  <a:pt x="876300" y="3419475"/>
                </a:lnTo>
                <a:lnTo>
                  <a:pt x="866775" y="3419475"/>
                </a:lnTo>
                <a:close/>
                <a:moveTo>
                  <a:pt x="1362075" y="3409950"/>
                </a:moveTo>
                <a:lnTo>
                  <a:pt x="1371600" y="3409950"/>
                </a:lnTo>
                <a:lnTo>
                  <a:pt x="1371600" y="3419475"/>
                </a:lnTo>
                <a:lnTo>
                  <a:pt x="1362075" y="3419475"/>
                </a:lnTo>
                <a:close/>
                <a:moveTo>
                  <a:pt x="828675" y="3419475"/>
                </a:moveTo>
                <a:lnTo>
                  <a:pt x="838200" y="3419475"/>
                </a:lnTo>
                <a:lnTo>
                  <a:pt x="838200" y="3429000"/>
                </a:lnTo>
                <a:lnTo>
                  <a:pt x="828675" y="3429000"/>
                </a:lnTo>
                <a:close/>
                <a:moveTo>
                  <a:pt x="857250" y="3419475"/>
                </a:moveTo>
                <a:lnTo>
                  <a:pt x="866775" y="3419475"/>
                </a:lnTo>
                <a:lnTo>
                  <a:pt x="866775" y="3429000"/>
                </a:lnTo>
                <a:lnTo>
                  <a:pt x="857250" y="3429000"/>
                </a:lnTo>
                <a:close/>
                <a:moveTo>
                  <a:pt x="1295400" y="3419475"/>
                </a:moveTo>
                <a:lnTo>
                  <a:pt x="1304925" y="3419475"/>
                </a:lnTo>
                <a:lnTo>
                  <a:pt x="1304925" y="3429000"/>
                </a:lnTo>
                <a:lnTo>
                  <a:pt x="1295400" y="3429000"/>
                </a:lnTo>
                <a:close/>
                <a:moveTo>
                  <a:pt x="323850" y="3429000"/>
                </a:moveTo>
                <a:lnTo>
                  <a:pt x="333375" y="3429000"/>
                </a:lnTo>
                <a:lnTo>
                  <a:pt x="333375" y="3438525"/>
                </a:lnTo>
                <a:lnTo>
                  <a:pt x="323850" y="3438525"/>
                </a:lnTo>
                <a:close/>
                <a:moveTo>
                  <a:pt x="809625" y="3429000"/>
                </a:moveTo>
                <a:lnTo>
                  <a:pt x="828675" y="3429000"/>
                </a:lnTo>
                <a:lnTo>
                  <a:pt x="828675" y="3438525"/>
                </a:lnTo>
                <a:lnTo>
                  <a:pt x="819150" y="3438525"/>
                </a:lnTo>
                <a:lnTo>
                  <a:pt x="819150" y="3448050"/>
                </a:lnTo>
                <a:lnTo>
                  <a:pt x="809625" y="3448050"/>
                </a:lnTo>
                <a:close/>
                <a:moveTo>
                  <a:pt x="847725" y="3429000"/>
                </a:moveTo>
                <a:lnTo>
                  <a:pt x="857250" y="3429000"/>
                </a:lnTo>
                <a:lnTo>
                  <a:pt x="857250" y="3438525"/>
                </a:lnTo>
                <a:lnTo>
                  <a:pt x="847725" y="3438525"/>
                </a:lnTo>
                <a:close/>
                <a:moveTo>
                  <a:pt x="962025" y="3429000"/>
                </a:moveTo>
                <a:lnTo>
                  <a:pt x="971550" y="3429000"/>
                </a:lnTo>
                <a:lnTo>
                  <a:pt x="971550" y="3438525"/>
                </a:lnTo>
                <a:lnTo>
                  <a:pt x="962025" y="3438525"/>
                </a:lnTo>
                <a:close/>
                <a:moveTo>
                  <a:pt x="1200150" y="3429000"/>
                </a:moveTo>
                <a:lnTo>
                  <a:pt x="1209675" y="3429000"/>
                </a:lnTo>
                <a:lnTo>
                  <a:pt x="1209675" y="3438525"/>
                </a:lnTo>
                <a:lnTo>
                  <a:pt x="1200150" y="3438525"/>
                </a:lnTo>
                <a:close/>
                <a:moveTo>
                  <a:pt x="1219200" y="3429000"/>
                </a:moveTo>
                <a:lnTo>
                  <a:pt x="1228725" y="3429000"/>
                </a:lnTo>
                <a:lnTo>
                  <a:pt x="1228725" y="3448050"/>
                </a:lnTo>
                <a:lnTo>
                  <a:pt x="1219200" y="3448050"/>
                </a:lnTo>
                <a:close/>
                <a:moveTo>
                  <a:pt x="1304925" y="3429000"/>
                </a:moveTo>
                <a:lnTo>
                  <a:pt x="1323975" y="3429000"/>
                </a:lnTo>
                <a:lnTo>
                  <a:pt x="1323975" y="3438525"/>
                </a:lnTo>
                <a:lnTo>
                  <a:pt x="1314450" y="3438525"/>
                </a:lnTo>
                <a:lnTo>
                  <a:pt x="1314450" y="3448050"/>
                </a:lnTo>
                <a:lnTo>
                  <a:pt x="1295400" y="3448050"/>
                </a:lnTo>
                <a:lnTo>
                  <a:pt x="1295400" y="3438525"/>
                </a:lnTo>
                <a:lnTo>
                  <a:pt x="1304925" y="3438525"/>
                </a:lnTo>
                <a:close/>
                <a:moveTo>
                  <a:pt x="533400" y="3438525"/>
                </a:moveTo>
                <a:lnTo>
                  <a:pt x="542925" y="3438525"/>
                </a:lnTo>
                <a:lnTo>
                  <a:pt x="542925" y="3448050"/>
                </a:lnTo>
                <a:lnTo>
                  <a:pt x="533400" y="3448050"/>
                </a:lnTo>
                <a:close/>
                <a:moveTo>
                  <a:pt x="552450" y="3438525"/>
                </a:moveTo>
                <a:lnTo>
                  <a:pt x="571500" y="3438525"/>
                </a:lnTo>
                <a:lnTo>
                  <a:pt x="571500" y="3448050"/>
                </a:lnTo>
                <a:lnTo>
                  <a:pt x="552450" y="3448050"/>
                </a:lnTo>
                <a:close/>
                <a:moveTo>
                  <a:pt x="619125" y="3438525"/>
                </a:moveTo>
                <a:lnTo>
                  <a:pt x="628650" y="3438525"/>
                </a:lnTo>
                <a:lnTo>
                  <a:pt x="628650" y="3448050"/>
                </a:lnTo>
                <a:lnTo>
                  <a:pt x="619125" y="3448050"/>
                </a:lnTo>
                <a:close/>
                <a:moveTo>
                  <a:pt x="1343025" y="3438525"/>
                </a:moveTo>
                <a:lnTo>
                  <a:pt x="1352550" y="3438525"/>
                </a:lnTo>
                <a:lnTo>
                  <a:pt x="1352550" y="3457575"/>
                </a:lnTo>
                <a:lnTo>
                  <a:pt x="1343025" y="3457575"/>
                </a:lnTo>
                <a:close/>
                <a:moveTo>
                  <a:pt x="1343025" y="3476625"/>
                </a:moveTo>
                <a:lnTo>
                  <a:pt x="1352550" y="3476625"/>
                </a:lnTo>
                <a:lnTo>
                  <a:pt x="1352550" y="3495675"/>
                </a:lnTo>
                <a:lnTo>
                  <a:pt x="1362075" y="3495675"/>
                </a:lnTo>
                <a:lnTo>
                  <a:pt x="1362075" y="3505200"/>
                </a:lnTo>
                <a:lnTo>
                  <a:pt x="1343025" y="3505200"/>
                </a:lnTo>
                <a:close/>
                <a:moveTo>
                  <a:pt x="285750" y="3486150"/>
                </a:moveTo>
                <a:lnTo>
                  <a:pt x="295275" y="3486150"/>
                </a:lnTo>
                <a:lnTo>
                  <a:pt x="295275" y="3495675"/>
                </a:lnTo>
                <a:lnTo>
                  <a:pt x="285750" y="3495675"/>
                </a:lnTo>
                <a:close/>
                <a:moveTo>
                  <a:pt x="695325" y="3495675"/>
                </a:moveTo>
                <a:lnTo>
                  <a:pt x="704850" y="3495675"/>
                </a:lnTo>
                <a:lnTo>
                  <a:pt x="704850" y="3505200"/>
                </a:lnTo>
                <a:lnTo>
                  <a:pt x="695325" y="3505200"/>
                </a:lnTo>
                <a:close/>
                <a:moveTo>
                  <a:pt x="1409700" y="3495675"/>
                </a:moveTo>
                <a:lnTo>
                  <a:pt x="1419225" y="3495675"/>
                </a:lnTo>
                <a:lnTo>
                  <a:pt x="1419225" y="3514725"/>
                </a:lnTo>
                <a:lnTo>
                  <a:pt x="1409700" y="3514725"/>
                </a:lnTo>
                <a:close/>
                <a:moveTo>
                  <a:pt x="1400175" y="3514725"/>
                </a:moveTo>
                <a:lnTo>
                  <a:pt x="1409700" y="3514725"/>
                </a:lnTo>
                <a:lnTo>
                  <a:pt x="1409700" y="3524250"/>
                </a:lnTo>
                <a:lnTo>
                  <a:pt x="1400175" y="3524250"/>
                </a:lnTo>
                <a:close/>
                <a:moveTo>
                  <a:pt x="190500" y="3543300"/>
                </a:moveTo>
                <a:lnTo>
                  <a:pt x="200025" y="3543300"/>
                </a:lnTo>
                <a:lnTo>
                  <a:pt x="200025" y="3552825"/>
                </a:lnTo>
                <a:lnTo>
                  <a:pt x="190500" y="3552825"/>
                </a:lnTo>
                <a:close/>
                <a:moveTo>
                  <a:pt x="171450" y="3552825"/>
                </a:moveTo>
                <a:lnTo>
                  <a:pt x="190500" y="3552825"/>
                </a:lnTo>
                <a:lnTo>
                  <a:pt x="190500" y="3562350"/>
                </a:lnTo>
                <a:lnTo>
                  <a:pt x="180975" y="3562350"/>
                </a:lnTo>
                <a:lnTo>
                  <a:pt x="180975" y="3571875"/>
                </a:lnTo>
                <a:lnTo>
                  <a:pt x="171450" y="3571875"/>
                </a:lnTo>
                <a:close/>
                <a:moveTo>
                  <a:pt x="1504950" y="3552825"/>
                </a:moveTo>
                <a:lnTo>
                  <a:pt x="1514475" y="3552825"/>
                </a:lnTo>
                <a:lnTo>
                  <a:pt x="1514475" y="3562350"/>
                </a:lnTo>
                <a:lnTo>
                  <a:pt x="1504950" y="3562350"/>
                </a:lnTo>
                <a:close/>
                <a:moveTo>
                  <a:pt x="1571625" y="3552825"/>
                </a:moveTo>
                <a:lnTo>
                  <a:pt x="1609725" y="3552825"/>
                </a:lnTo>
                <a:lnTo>
                  <a:pt x="1609725" y="3562350"/>
                </a:lnTo>
                <a:lnTo>
                  <a:pt x="1600200" y="3562350"/>
                </a:lnTo>
                <a:lnTo>
                  <a:pt x="1600200" y="3571875"/>
                </a:lnTo>
                <a:lnTo>
                  <a:pt x="1590675" y="3571875"/>
                </a:lnTo>
                <a:lnTo>
                  <a:pt x="1590675" y="3562350"/>
                </a:lnTo>
                <a:lnTo>
                  <a:pt x="1571625" y="3562350"/>
                </a:lnTo>
                <a:close/>
                <a:moveTo>
                  <a:pt x="1638300" y="3552825"/>
                </a:moveTo>
                <a:lnTo>
                  <a:pt x="1647825" y="3552825"/>
                </a:lnTo>
                <a:lnTo>
                  <a:pt x="1647825" y="3562350"/>
                </a:lnTo>
                <a:lnTo>
                  <a:pt x="1638300" y="3562350"/>
                </a:lnTo>
                <a:close/>
                <a:moveTo>
                  <a:pt x="1647825" y="3562350"/>
                </a:moveTo>
                <a:lnTo>
                  <a:pt x="1666875" y="3562350"/>
                </a:lnTo>
                <a:lnTo>
                  <a:pt x="1666875" y="3590925"/>
                </a:lnTo>
                <a:lnTo>
                  <a:pt x="1657350" y="3590925"/>
                </a:lnTo>
                <a:lnTo>
                  <a:pt x="1657350" y="3609975"/>
                </a:lnTo>
                <a:lnTo>
                  <a:pt x="1647825" y="3609975"/>
                </a:lnTo>
                <a:lnTo>
                  <a:pt x="1647825" y="3619500"/>
                </a:lnTo>
                <a:lnTo>
                  <a:pt x="1619250" y="3619500"/>
                </a:lnTo>
                <a:lnTo>
                  <a:pt x="1619250" y="3609975"/>
                </a:lnTo>
                <a:lnTo>
                  <a:pt x="1600200" y="3609975"/>
                </a:lnTo>
                <a:lnTo>
                  <a:pt x="1600200" y="3600450"/>
                </a:lnTo>
                <a:lnTo>
                  <a:pt x="1628775" y="3600450"/>
                </a:lnTo>
                <a:lnTo>
                  <a:pt x="1628775" y="3590925"/>
                </a:lnTo>
                <a:lnTo>
                  <a:pt x="1638300" y="3590925"/>
                </a:lnTo>
                <a:lnTo>
                  <a:pt x="1638300" y="3571875"/>
                </a:lnTo>
                <a:lnTo>
                  <a:pt x="1647825" y="3571875"/>
                </a:lnTo>
                <a:close/>
                <a:moveTo>
                  <a:pt x="1676400" y="3562350"/>
                </a:moveTo>
                <a:lnTo>
                  <a:pt x="1685925" y="3562350"/>
                </a:lnTo>
                <a:lnTo>
                  <a:pt x="1685925" y="3571875"/>
                </a:lnTo>
                <a:lnTo>
                  <a:pt x="1676400" y="3571875"/>
                </a:lnTo>
                <a:close/>
                <a:moveTo>
                  <a:pt x="247650" y="3609975"/>
                </a:moveTo>
                <a:lnTo>
                  <a:pt x="276225" y="3609975"/>
                </a:lnTo>
                <a:lnTo>
                  <a:pt x="276225" y="3619500"/>
                </a:lnTo>
                <a:lnTo>
                  <a:pt x="257175" y="3619500"/>
                </a:lnTo>
                <a:lnTo>
                  <a:pt x="257175" y="3629025"/>
                </a:lnTo>
                <a:lnTo>
                  <a:pt x="238125" y="3629025"/>
                </a:lnTo>
                <a:lnTo>
                  <a:pt x="238125" y="3619500"/>
                </a:lnTo>
                <a:lnTo>
                  <a:pt x="247650" y="3619500"/>
                </a:lnTo>
                <a:close/>
                <a:moveTo>
                  <a:pt x="514350" y="3609975"/>
                </a:moveTo>
                <a:lnTo>
                  <a:pt x="523875" y="3609975"/>
                </a:lnTo>
                <a:lnTo>
                  <a:pt x="523875" y="3619500"/>
                </a:lnTo>
                <a:lnTo>
                  <a:pt x="514350" y="3619500"/>
                </a:lnTo>
                <a:close/>
                <a:moveTo>
                  <a:pt x="495300" y="3629025"/>
                </a:moveTo>
                <a:lnTo>
                  <a:pt x="504825" y="3629025"/>
                </a:lnTo>
                <a:lnTo>
                  <a:pt x="504825" y="3638550"/>
                </a:lnTo>
                <a:lnTo>
                  <a:pt x="495300" y="3638550"/>
                </a:lnTo>
                <a:close/>
                <a:moveTo>
                  <a:pt x="390525" y="3648075"/>
                </a:moveTo>
                <a:lnTo>
                  <a:pt x="400050" y="3648075"/>
                </a:lnTo>
                <a:lnTo>
                  <a:pt x="400050" y="3657600"/>
                </a:lnTo>
                <a:lnTo>
                  <a:pt x="390525" y="3657600"/>
                </a:lnTo>
                <a:close/>
                <a:moveTo>
                  <a:pt x="419100" y="3657600"/>
                </a:moveTo>
                <a:lnTo>
                  <a:pt x="447675" y="3657600"/>
                </a:lnTo>
                <a:lnTo>
                  <a:pt x="447675" y="3667125"/>
                </a:lnTo>
                <a:lnTo>
                  <a:pt x="419100" y="3667125"/>
                </a:lnTo>
                <a:close/>
                <a:moveTo>
                  <a:pt x="514350" y="3657600"/>
                </a:moveTo>
                <a:lnTo>
                  <a:pt x="552450" y="3657600"/>
                </a:lnTo>
                <a:lnTo>
                  <a:pt x="552450" y="3667125"/>
                </a:lnTo>
                <a:lnTo>
                  <a:pt x="542925" y="3667125"/>
                </a:lnTo>
                <a:lnTo>
                  <a:pt x="542925" y="3676650"/>
                </a:lnTo>
                <a:lnTo>
                  <a:pt x="514350" y="3676650"/>
                </a:lnTo>
                <a:close/>
                <a:moveTo>
                  <a:pt x="590550" y="3657600"/>
                </a:moveTo>
                <a:lnTo>
                  <a:pt x="600075" y="3657600"/>
                </a:lnTo>
                <a:lnTo>
                  <a:pt x="600075" y="3667125"/>
                </a:lnTo>
                <a:lnTo>
                  <a:pt x="590550" y="3667125"/>
                </a:lnTo>
                <a:close/>
                <a:moveTo>
                  <a:pt x="857250" y="3657600"/>
                </a:moveTo>
                <a:lnTo>
                  <a:pt x="866775" y="3657600"/>
                </a:lnTo>
                <a:lnTo>
                  <a:pt x="866775" y="3667125"/>
                </a:lnTo>
                <a:lnTo>
                  <a:pt x="857250" y="3667125"/>
                </a:lnTo>
                <a:close/>
                <a:moveTo>
                  <a:pt x="914400" y="3657600"/>
                </a:moveTo>
                <a:lnTo>
                  <a:pt x="942975" y="3657600"/>
                </a:lnTo>
                <a:lnTo>
                  <a:pt x="942975" y="3667125"/>
                </a:lnTo>
                <a:lnTo>
                  <a:pt x="914400" y="3667125"/>
                </a:lnTo>
                <a:close/>
                <a:moveTo>
                  <a:pt x="1047750" y="3657600"/>
                </a:moveTo>
                <a:lnTo>
                  <a:pt x="1057275" y="3657600"/>
                </a:lnTo>
                <a:lnTo>
                  <a:pt x="1057275" y="3667125"/>
                </a:lnTo>
                <a:lnTo>
                  <a:pt x="1047750" y="3667125"/>
                </a:lnTo>
                <a:close/>
                <a:moveTo>
                  <a:pt x="1143000" y="3657600"/>
                </a:moveTo>
                <a:lnTo>
                  <a:pt x="1152525" y="3657600"/>
                </a:lnTo>
                <a:lnTo>
                  <a:pt x="1152525" y="3667125"/>
                </a:lnTo>
                <a:lnTo>
                  <a:pt x="1143000" y="3667125"/>
                </a:lnTo>
                <a:close/>
                <a:moveTo>
                  <a:pt x="1304925" y="3657600"/>
                </a:moveTo>
                <a:lnTo>
                  <a:pt x="1333500" y="3657600"/>
                </a:lnTo>
                <a:lnTo>
                  <a:pt x="1333500" y="3667125"/>
                </a:lnTo>
                <a:lnTo>
                  <a:pt x="1304925" y="3667125"/>
                </a:lnTo>
                <a:close/>
              </a:path>
            </a:pathLst>
          </a:custGeom>
          <a:solidFill xmlns:a="http://schemas.openxmlformats.org/drawingml/2006/main">
            <a:srgbClr val="F2EEE2"/>
          </a:solidFill>
          <a:ln xmlns:a="http://schemas.openxmlformats.org/drawingml/2006/main" w="0">
            <a:noFill/>
          </a:ln>
        </p:spPr>
      </p:sp>
      <p:sp>
        <p:nvSpPr>
          <p:cNvPr id="38" name="profit vector #f1eee2">
            <a:extLst xmlns:a="http://schemas.openxmlformats.org/drawingml/2006/main">
              <a:ext uri="{FF2B5EF4-FFF2-40B4-BE49-F238E27FC236}">
                <a16:creationId xmlns:a16="http://schemas.microsoft.com/office/drawing/2014/main" id="{DB3109B2-36F2-4E51-A9C6-C2C3FD2325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29825" y="1447800"/>
            <a:ext cx="2200275" cy="4467225"/>
          </a:xfrm>
          <a:custGeom xmlns:a="http://schemas.openxmlformats.org/drawingml/2006/main">
            <a:pathLst>
              <a:path w="1866900" h="3790950">
                <a:moveTo>
                  <a:pt x="1771650" y="57150"/>
                </a:moveTo>
                <a:lnTo>
                  <a:pt x="1790700" y="57150"/>
                </a:lnTo>
                <a:lnTo>
                  <a:pt x="1790700" y="85725"/>
                </a:lnTo>
                <a:lnTo>
                  <a:pt x="1781175" y="85725"/>
                </a:lnTo>
                <a:lnTo>
                  <a:pt x="1781175" y="76200"/>
                </a:lnTo>
                <a:lnTo>
                  <a:pt x="1771650" y="76200"/>
                </a:lnTo>
                <a:close/>
                <a:moveTo>
                  <a:pt x="19050" y="123825"/>
                </a:moveTo>
                <a:lnTo>
                  <a:pt x="28575" y="123825"/>
                </a:lnTo>
                <a:lnTo>
                  <a:pt x="28575" y="133350"/>
                </a:lnTo>
                <a:lnTo>
                  <a:pt x="19050" y="133350"/>
                </a:lnTo>
                <a:close/>
                <a:moveTo>
                  <a:pt x="1847850" y="123825"/>
                </a:moveTo>
                <a:lnTo>
                  <a:pt x="1857375" y="123825"/>
                </a:lnTo>
                <a:lnTo>
                  <a:pt x="1857375" y="133350"/>
                </a:lnTo>
                <a:lnTo>
                  <a:pt x="1847850" y="133350"/>
                </a:lnTo>
                <a:close/>
                <a:moveTo>
                  <a:pt x="323850" y="133350"/>
                </a:moveTo>
                <a:lnTo>
                  <a:pt x="428625" y="133350"/>
                </a:lnTo>
                <a:lnTo>
                  <a:pt x="428625" y="142875"/>
                </a:lnTo>
                <a:lnTo>
                  <a:pt x="457200" y="142875"/>
                </a:lnTo>
                <a:lnTo>
                  <a:pt x="457200" y="152400"/>
                </a:lnTo>
                <a:lnTo>
                  <a:pt x="466725" y="152400"/>
                </a:lnTo>
                <a:lnTo>
                  <a:pt x="466725" y="161925"/>
                </a:lnTo>
                <a:lnTo>
                  <a:pt x="457200" y="161925"/>
                </a:lnTo>
                <a:lnTo>
                  <a:pt x="457200" y="171450"/>
                </a:lnTo>
                <a:lnTo>
                  <a:pt x="466725" y="171450"/>
                </a:lnTo>
                <a:lnTo>
                  <a:pt x="466725" y="190500"/>
                </a:lnTo>
                <a:lnTo>
                  <a:pt x="476250" y="190500"/>
                </a:lnTo>
                <a:lnTo>
                  <a:pt x="476250" y="200025"/>
                </a:lnTo>
                <a:lnTo>
                  <a:pt x="438150" y="200025"/>
                </a:lnTo>
                <a:lnTo>
                  <a:pt x="438150" y="190500"/>
                </a:lnTo>
                <a:lnTo>
                  <a:pt x="428625" y="190500"/>
                </a:lnTo>
                <a:lnTo>
                  <a:pt x="428625" y="180975"/>
                </a:lnTo>
                <a:lnTo>
                  <a:pt x="438150" y="180975"/>
                </a:lnTo>
                <a:lnTo>
                  <a:pt x="438150" y="161925"/>
                </a:lnTo>
                <a:lnTo>
                  <a:pt x="409575" y="161925"/>
                </a:lnTo>
                <a:lnTo>
                  <a:pt x="409575" y="180975"/>
                </a:lnTo>
                <a:lnTo>
                  <a:pt x="390525" y="180975"/>
                </a:lnTo>
                <a:lnTo>
                  <a:pt x="390525" y="190500"/>
                </a:lnTo>
                <a:lnTo>
                  <a:pt x="381000" y="190500"/>
                </a:lnTo>
                <a:lnTo>
                  <a:pt x="381000" y="219075"/>
                </a:lnTo>
                <a:lnTo>
                  <a:pt x="371475" y="219075"/>
                </a:lnTo>
                <a:lnTo>
                  <a:pt x="371475" y="200025"/>
                </a:lnTo>
                <a:lnTo>
                  <a:pt x="352425" y="200025"/>
                </a:lnTo>
                <a:lnTo>
                  <a:pt x="352425" y="180975"/>
                </a:lnTo>
                <a:lnTo>
                  <a:pt x="304800" y="180975"/>
                </a:lnTo>
                <a:lnTo>
                  <a:pt x="304800" y="171450"/>
                </a:lnTo>
                <a:lnTo>
                  <a:pt x="314325" y="171450"/>
                </a:lnTo>
                <a:lnTo>
                  <a:pt x="314325" y="161925"/>
                </a:lnTo>
                <a:lnTo>
                  <a:pt x="342900" y="161925"/>
                </a:lnTo>
                <a:lnTo>
                  <a:pt x="342900" y="152400"/>
                </a:lnTo>
                <a:lnTo>
                  <a:pt x="400050" y="152400"/>
                </a:lnTo>
                <a:lnTo>
                  <a:pt x="400050" y="142875"/>
                </a:lnTo>
                <a:lnTo>
                  <a:pt x="323850" y="142875"/>
                </a:lnTo>
                <a:close/>
                <a:moveTo>
                  <a:pt x="1200150" y="133350"/>
                </a:moveTo>
                <a:lnTo>
                  <a:pt x="1219200" y="133350"/>
                </a:lnTo>
                <a:lnTo>
                  <a:pt x="1219200" y="142875"/>
                </a:lnTo>
                <a:lnTo>
                  <a:pt x="1200150" y="142875"/>
                </a:lnTo>
                <a:close/>
                <a:moveTo>
                  <a:pt x="314325" y="142875"/>
                </a:moveTo>
                <a:lnTo>
                  <a:pt x="323850" y="142875"/>
                </a:lnTo>
                <a:lnTo>
                  <a:pt x="323850" y="152400"/>
                </a:lnTo>
                <a:lnTo>
                  <a:pt x="314325" y="152400"/>
                </a:lnTo>
                <a:close/>
                <a:moveTo>
                  <a:pt x="476250" y="142875"/>
                </a:moveTo>
                <a:lnTo>
                  <a:pt x="495300" y="142875"/>
                </a:lnTo>
                <a:lnTo>
                  <a:pt x="495300" y="152400"/>
                </a:lnTo>
                <a:lnTo>
                  <a:pt x="485775" y="152400"/>
                </a:lnTo>
                <a:lnTo>
                  <a:pt x="485775" y="161925"/>
                </a:lnTo>
                <a:lnTo>
                  <a:pt x="476250" y="161925"/>
                </a:lnTo>
                <a:close/>
                <a:moveTo>
                  <a:pt x="1447800" y="142875"/>
                </a:moveTo>
                <a:lnTo>
                  <a:pt x="1476375" y="142875"/>
                </a:lnTo>
                <a:lnTo>
                  <a:pt x="1476375" y="152400"/>
                </a:lnTo>
                <a:lnTo>
                  <a:pt x="1466850" y="152400"/>
                </a:lnTo>
                <a:lnTo>
                  <a:pt x="1466850" y="161925"/>
                </a:lnTo>
                <a:lnTo>
                  <a:pt x="1476375" y="161925"/>
                </a:lnTo>
                <a:lnTo>
                  <a:pt x="1476375" y="171450"/>
                </a:lnTo>
                <a:lnTo>
                  <a:pt x="1457325" y="171450"/>
                </a:lnTo>
                <a:lnTo>
                  <a:pt x="1457325" y="161925"/>
                </a:lnTo>
                <a:lnTo>
                  <a:pt x="1447800" y="161925"/>
                </a:lnTo>
                <a:close/>
                <a:moveTo>
                  <a:pt x="1485900" y="142875"/>
                </a:moveTo>
                <a:lnTo>
                  <a:pt x="1504950" y="142875"/>
                </a:lnTo>
                <a:lnTo>
                  <a:pt x="1504950" y="152400"/>
                </a:lnTo>
                <a:lnTo>
                  <a:pt x="1485900" y="152400"/>
                </a:lnTo>
                <a:close/>
                <a:moveTo>
                  <a:pt x="1143000" y="152400"/>
                </a:moveTo>
                <a:lnTo>
                  <a:pt x="1162050" y="152400"/>
                </a:lnTo>
                <a:lnTo>
                  <a:pt x="1162050" y="161925"/>
                </a:lnTo>
                <a:lnTo>
                  <a:pt x="1143000" y="161925"/>
                </a:lnTo>
                <a:close/>
                <a:moveTo>
                  <a:pt x="1219200" y="152400"/>
                </a:moveTo>
                <a:lnTo>
                  <a:pt x="1247775" y="152400"/>
                </a:lnTo>
                <a:lnTo>
                  <a:pt x="1247775" y="180975"/>
                </a:lnTo>
                <a:lnTo>
                  <a:pt x="1238250" y="180975"/>
                </a:lnTo>
                <a:lnTo>
                  <a:pt x="1238250" y="161925"/>
                </a:lnTo>
                <a:lnTo>
                  <a:pt x="1219200" y="161925"/>
                </a:lnTo>
                <a:close/>
                <a:moveTo>
                  <a:pt x="495300" y="161925"/>
                </a:moveTo>
                <a:lnTo>
                  <a:pt x="504825" y="161925"/>
                </a:lnTo>
                <a:lnTo>
                  <a:pt x="504825" y="171450"/>
                </a:lnTo>
                <a:lnTo>
                  <a:pt x="514350" y="171450"/>
                </a:lnTo>
                <a:lnTo>
                  <a:pt x="514350" y="190500"/>
                </a:lnTo>
                <a:lnTo>
                  <a:pt x="552450" y="190500"/>
                </a:lnTo>
                <a:lnTo>
                  <a:pt x="552450" y="200025"/>
                </a:lnTo>
                <a:lnTo>
                  <a:pt x="504825" y="200025"/>
                </a:lnTo>
                <a:lnTo>
                  <a:pt x="504825" y="190500"/>
                </a:lnTo>
                <a:lnTo>
                  <a:pt x="495300" y="190500"/>
                </a:lnTo>
                <a:close/>
                <a:moveTo>
                  <a:pt x="1438275" y="161925"/>
                </a:moveTo>
                <a:lnTo>
                  <a:pt x="1447800" y="161925"/>
                </a:lnTo>
                <a:lnTo>
                  <a:pt x="1447800" y="180975"/>
                </a:lnTo>
                <a:lnTo>
                  <a:pt x="1438275" y="180975"/>
                </a:lnTo>
                <a:close/>
                <a:moveTo>
                  <a:pt x="1476375" y="171450"/>
                </a:moveTo>
                <a:lnTo>
                  <a:pt x="1485900" y="171450"/>
                </a:lnTo>
                <a:lnTo>
                  <a:pt x="1485900" y="180975"/>
                </a:lnTo>
                <a:lnTo>
                  <a:pt x="1476375" y="180975"/>
                </a:lnTo>
                <a:close/>
                <a:moveTo>
                  <a:pt x="1371600" y="180975"/>
                </a:moveTo>
                <a:lnTo>
                  <a:pt x="1390650" y="180975"/>
                </a:lnTo>
                <a:lnTo>
                  <a:pt x="1390650" y="190500"/>
                </a:lnTo>
                <a:lnTo>
                  <a:pt x="1371600" y="190500"/>
                </a:lnTo>
                <a:close/>
                <a:moveTo>
                  <a:pt x="1419225" y="180975"/>
                </a:moveTo>
                <a:lnTo>
                  <a:pt x="1438275" y="180975"/>
                </a:lnTo>
                <a:lnTo>
                  <a:pt x="1438275" y="190500"/>
                </a:lnTo>
                <a:lnTo>
                  <a:pt x="1419225" y="190500"/>
                </a:lnTo>
                <a:close/>
                <a:moveTo>
                  <a:pt x="1352550" y="190500"/>
                </a:moveTo>
                <a:lnTo>
                  <a:pt x="1371600" y="190500"/>
                </a:lnTo>
                <a:lnTo>
                  <a:pt x="1371600" y="200025"/>
                </a:lnTo>
                <a:lnTo>
                  <a:pt x="1352550" y="200025"/>
                </a:lnTo>
                <a:close/>
                <a:moveTo>
                  <a:pt x="1638300" y="190500"/>
                </a:moveTo>
                <a:lnTo>
                  <a:pt x="1657350" y="190500"/>
                </a:lnTo>
                <a:lnTo>
                  <a:pt x="1657350" y="200025"/>
                </a:lnTo>
                <a:lnTo>
                  <a:pt x="1666875" y="200025"/>
                </a:lnTo>
                <a:lnTo>
                  <a:pt x="1666875" y="209550"/>
                </a:lnTo>
                <a:lnTo>
                  <a:pt x="1647825" y="209550"/>
                </a:lnTo>
                <a:lnTo>
                  <a:pt x="1647825" y="200025"/>
                </a:lnTo>
                <a:lnTo>
                  <a:pt x="1638300" y="200025"/>
                </a:lnTo>
                <a:close/>
                <a:moveTo>
                  <a:pt x="552450" y="200025"/>
                </a:moveTo>
                <a:lnTo>
                  <a:pt x="561975" y="200025"/>
                </a:lnTo>
                <a:lnTo>
                  <a:pt x="561975" y="209550"/>
                </a:lnTo>
                <a:lnTo>
                  <a:pt x="552450" y="209550"/>
                </a:lnTo>
                <a:close/>
                <a:moveTo>
                  <a:pt x="1343025" y="200025"/>
                </a:moveTo>
                <a:lnTo>
                  <a:pt x="1352550" y="200025"/>
                </a:lnTo>
                <a:lnTo>
                  <a:pt x="1352550" y="209550"/>
                </a:lnTo>
                <a:lnTo>
                  <a:pt x="1343025" y="209550"/>
                </a:lnTo>
                <a:close/>
                <a:moveTo>
                  <a:pt x="180975" y="219075"/>
                </a:moveTo>
                <a:lnTo>
                  <a:pt x="190500" y="219075"/>
                </a:lnTo>
                <a:lnTo>
                  <a:pt x="190500" y="228600"/>
                </a:lnTo>
                <a:lnTo>
                  <a:pt x="180975" y="228600"/>
                </a:lnTo>
                <a:close/>
                <a:moveTo>
                  <a:pt x="428625" y="228600"/>
                </a:moveTo>
                <a:lnTo>
                  <a:pt x="438150" y="228600"/>
                </a:lnTo>
                <a:lnTo>
                  <a:pt x="438150" y="238125"/>
                </a:lnTo>
                <a:lnTo>
                  <a:pt x="428625" y="238125"/>
                </a:lnTo>
                <a:close/>
                <a:moveTo>
                  <a:pt x="581025" y="228600"/>
                </a:moveTo>
                <a:lnTo>
                  <a:pt x="609600" y="228600"/>
                </a:lnTo>
                <a:lnTo>
                  <a:pt x="609600" y="238125"/>
                </a:lnTo>
                <a:lnTo>
                  <a:pt x="600075" y="238125"/>
                </a:lnTo>
                <a:lnTo>
                  <a:pt x="600075" y="247650"/>
                </a:lnTo>
                <a:lnTo>
                  <a:pt x="581025" y="247650"/>
                </a:lnTo>
                <a:close/>
                <a:moveTo>
                  <a:pt x="1323975" y="228600"/>
                </a:moveTo>
                <a:lnTo>
                  <a:pt x="1352550" y="228600"/>
                </a:lnTo>
                <a:lnTo>
                  <a:pt x="1352550" y="238125"/>
                </a:lnTo>
                <a:lnTo>
                  <a:pt x="1343025" y="238125"/>
                </a:lnTo>
                <a:lnTo>
                  <a:pt x="1343025" y="257175"/>
                </a:lnTo>
                <a:lnTo>
                  <a:pt x="1314450" y="257175"/>
                </a:lnTo>
                <a:lnTo>
                  <a:pt x="1314450" y="266700"/>
                </a:lnTo>
                <a:lnTo>
                  <a:pt x="1304925" y="266700"/>
                </a:lnTo>
                <a:lnTo>
                  <a:pt x="1304925" y="238125"/>
                </a:lnTo>
                <a:lnTo>
                  <a:pt x="1323975" y="238125"/>
                </a:lnTo>
                <a:close/>
                <a:moveTo>
                  <a:pt x="161925" y="247650"/>
                </a:moveTo>
                <a:lnTo>
                  <a:pt x="171450" y="247650"/>
                </a:lnTo>
                <a:lnTo>
                  <a:pt x="171450" y="257175"/>
                </a:lnTo>
                <a:lnTo>
                  <a:pt x="161925" y="257175"/>
                </a:lnTo>
                <a:close/>
                <a:moveTo>
                  <a:pt x="152400" y="266700"/>
                </a:moveTo>
                <a:lnTo>
                  <a:pt x="161925" y="266700"/>
                </a:lnTo>
                <a:lnTo>
                  <a:pt x="161925" y="276225"/>
                </a:lnTo>
                <a:lnTo>
                  <a:pt x="152400" y="276225"/>
                </a:lnTo>
                <a:close/>
                <a:moveTo>
                  <a:pt x="666750" y="266700"/>
                </a:moveTo>
                <a:lnTo>
                  <a:pt x="676275" y="266700"/>
                </a:lnTo>
                <a:lnTo>
                  <a:pt x="676275" y="285750"/>
                </a:lnTo>
                <a:lnTo>
                  <a:pt x="666750" y="285750"/>
                </a:lnTo>
                <a:close/>
                <a:moveTo>
                  <a:pt x="238125" y="285750"/>
                </a:moveTo>
                <a:lnTo>
                  <a:pt x="247650" y="285750"/>
                </a:lnTo>
                <a:lnTo>
                  <a:pt x="247650" y="314325"/>
                </a:lnTo>
                <a:lnTo>
                  <a:pt x="219075" y="314325"/>
                </a:lnTo>
                <a:lnTo>
                  <a:pt x="219075" y="304800"/>
                </a:lnTo>
                <a:lnTo>
                  <a:pt x="238125" y="304800"/>
                </a:lnTo>
                <a:close/>
                <a:moveTo>
                  <a:pt x="190500" y="295275"/>
                </a:moveTo>
                <a:lnTo>
                  <a:pt x="200025" y="295275"/>
                </a:lnTo>
                <a:lnTo>
                  <a:pt x="200025" y="304800"/>
                </a:lnTo>
                <a:lnTo>
                  <a:pt x="209550" y="304800"/>
                </a:lnTo>
                <a:lnTo>
                  <a:pt x="209550" y="314325"/>
                </a:lnTo>
                <a:lnTo>
                  <a:pt x="200025" y="314325"/>
                </a:lnTo>
                <a:lnTo>
                  <a:pt x="200025" y="323850"/>
                </a:lnTo>
                <a:lnTo>
                  <a:pt x="190500" y="323850"/>
                </a:lnTo>
                <a:close/>
                <a:moveTo>
                  <a:pt x="1171575" y="295275"/>
                </a:moveTo>
                <a:lnTo>
                  <a:pt x="1181100" y="295275"/>
                </a:lnTo>
                <a:lnTo>
                  <a:pt x="1181100" y="304800"/>
                </a:lnTo>
                <a:lnTo>
                  <a:pt x="1171575" y="304800"/>
                </a:lnTo>
                <a:close/>
                <a:moveTo>
                  <a:pt x="1533525" y="295275"/>
                </a:moveTo>
                <a:lnTo>
                  <a:pt x="1562100" y="295275"/>
                </a:lnTo>
                <a:lnTo>
                  <a:pt x="1562100" y="314325"/>
                </a:lnTo>
                <a:lnTo>
                  <a:pt x="1533525" y="314325"/>
                </a:lnTo>
                <a:close/>
                <a:moveTo>
                  <a:pt x="142875" y="304800"/>
                </a:moveTo>
                <a:lnTo>
                  <a:pt x="152400" y="304800"/>
                </a:lnTo>
                <a:lnTo>
                  <a:pt x="152400" y="314325"/>
                </a:lnTo>
                <a:lnTo>
                  <a:pt x="142875" y="314325"/>
                </a:lnTo>
                <a:close/>
                <a:moveTo>
                  <a:pt x="152400" y="314325"/>
                </a:moveTo>
                <a:lnTo>
                  <a:pt x="171450" y="314325"/>
                </a:lnTo>
                <a:lnTo>
                  <a:pt x="171450" y="323850"/>
                </a:lnTo>
                <a:lnTo>
                  <a:pt x="152400" y="323850"/>
                </a:lnTo>
                <a:close/>
                <a:moveTo>
                  <a:pt x="1343025" y="314325"/>
                </a:moveTo>
                <a:lnTo>
                  <a:pt x="1352550" y="314325"/>
                </a:lnTo>
                <a:lnTo>
                  <a:pt x="1352550" y="323850"/>
                </a:lnTo>
                <a:lnTo>
                  <a:pt x="1343025" y="323850"/>
                </a:lnTo>
                <a:close/>
                <a:moveTo>
                  <a:pt x="171450" y="323850"/>
                </a:moveTo>
                <a:lnTo>
                  <a:pt x="190500" y="323850"/>
                </a:lnTo>
                <a:lnTo>
                  <a:pt x="190500" y="333375"/>
                </a:lnTo>
                <a:lnTo>
                  <a:pt x="171450" y="333375"/>
                </a:lnTo>
                <a:close/>
                <a:moveTo>
                  <a:pt x="1333500" y="323850"/>
                </a:moveTo>
                <a:lnTo>
                  <a:pt x="1343025" y="323850"/>
                </a:lnTo>
                <a:lnTo>
                  <a:pt x="1343025" y="342900"/>
                </a:lnTo>
                <a:lnTo>
                  <a:pt x="1352550" y="342900"/>
                </a:lnTo>
                <a:lnTo>
                  <a:pt x="1352550" y="333375"/>
                </a:lnTo>
                <a:lnTo>
                  <a:pt x="1362075" y="333375"/>
                </a:lnTo>
                <a:lnTo>
                  <a:pt x="1362075" y="323850"/>
                </a:lnTo>
                <a:lnTo>
                  <a:pt x="1371600" y="323850"/>
                </a:lnTo>
                <a:lnTo>
                  <a:pt x="1371600" y="333375"/>
                </a:lnTo>
                <a:lnTo>
                  <a:pt x="1362075" y="333375"/>
                </a:lnTo>
                <a:lnTo>
                  <a:pt x="1362075" y="352425"/>
                </a:lnTo>
                <a:lnTo>
                  <a:pt x="1323975" y="352425"/>
                </a:lnTo>
                <a:lnTo>
                  <a:pt x="1323975" y="342900"/>
                </a:lnTo>
                <a:lnTo>
                  <a:pt x="1333500" y="342900"/>
                </a:lnTo>
                <a:close/>
                <a:moveTo>
                  <a:pt x="1057275" y="333375"/>
                </a:moveTo>
                <a:lnTo>
                  <a:pt x="1066800" y="333375"/>
                </a:lnTo>
                <a:lnTo>
                  <a:pt x="1066800" y="352425"/>
                </a:lnTo>
                <a:lnTo>
                  <a:pt x="1057275" y="352425"/>
                </a:lnTo>
                <a:close/>
                <a:moveTo>
                  <a:pt x="1266825" y="342900"/>
                </a:moveTo>
                <a:lnTo>
                  <a:pt x="1276350" y="342900"/>
                </a:lnTo>
                <a:lnTo>
                  <a:pt x="1276350" y="361950"/>
                </a:lnTo>
                <a:lnTo>
                  <a:pt x="1266825" y="361950"/>
                </a:lnTo>
                <a:close/>
                <a:moveTo>
                  <a:pt x="742950" y="352425"/>
                </a:moveTo>
                <a:lnTo>
                  <a:pt x="800100" y="352425"/>
                </a:lnTo>
                <a:lnTo>
                  <a:pt x="800100" y="361950"/>
                </a:lnTo>
                <a:lnTo>
                  <a:pt x="819150" y="361950"/>
                </a:lnTo>
                <a:lnTo>
                  <a:pt x="819150" y="371475"/>
                </a:lnTo>
                <a:lnTo>
                  <a:pt x="838200" y="371475"/>
                </a:lnTo>
                <a:lnTo>
                  <a:pt x="838200" y="361950"/>
                </a:lnTo>
                <a:lnTo>
                  <a:pt x="847725" y="361950"/>
                </a:lnTo>
                <a:lnTo>
                  <a:pt x="847725" y="381000"/>
                </a:lnTo>
                <a:lnTo>
                  <a:pt x="866775" y="381000"/>
                </a:lnTo>
                <a:lnTo>
                  <a:pt x="866775" y="390525"/>
                </a:lnTo>
                <a:lnTo>
                  <a:pt x="857250" y="390525"/>
                </a:lnTo>
                <a:lnTo>
                  <a:pt x="857250" y="438150"/>
                </a:lnTo>
                <a:lnTo>
                  <a:pt x="866775" y="438150"/>
                </a:lnTo>
                <a:lnTo>
                  <a:pt x="866775" y="428625"/>
                </a:lnTo>
                <a:lnTo>
                  <a:pt x="876300" y="428625"/>
                </a:lnTo>
                <a:lnTo>
                  <a:pt x="876300" y="438150"/>
                </a:lnTo>
                <a:lnTo>
                  <a:pt x="866775" y="438150"/>
                </a:lnTo>
                <a:lnTo>
                  <a:pt x="866775" y="447675"/>
                </a:lnTo>
                <a:lnTo>
                  <a:pt x="847725" y="447675"/>
                </a:lnTo>
                <a:lnTo>
                  <a:pt x="847725" y="438150"/>
                </a:lnTo>
                <a:lnTo>
                  <a:pt x="838200" y="438150"/>
                </a:lnTo>
                <a:lnTo>
                  <a:pt x="838200" y="428625"/>
                </a:lnTo>
                <a:lnTo>
                  <a:pt x="828675" y="428625"/>
                </a:lnTo>
                <a:lnTo>
                  <a:pt x="828675" y="409575"/>
                </a:lnTo>
                <a:lnTo>
                  <a:pt x="819150" y="409575"/>
                </a:lnTo>
                <a:lnTo>
                  <a:pt x="819150" y="390525"/>
                </a:lnTo>
                <a:lnTo>
                  <a:pt x="800100" y="390525"/>
                </a:lnTo>
                <a:lnTo>
                  <a:pt x="800100" y="381000"/>
                </a:lnTo>
                <a:lnTo>
                  <a:pt x="781050" y="381000"/>
                </a:lnTo>
                <a:lnTo>
                  <a:pt x="781050" y="400050"/>
                </a:lnTo>
                <a:lnTo>
                  <a:pt x="790575" y="400050"/>
                </a:lnTo>
                <a:lnTo>
                  <a:pt x="790575" y="409575"/>
                </a:lnTo>
                <a:lnTo>
                  <a:pt x="771525" y="409575"/>
                </a:lnTo>
                <a:lnTo>
                  <a:pt x="771525" y="381000"/>
                </a:lnTo>
                <a:lnTo>
                  <a:pt x="733425" y="381000"/>
                </a:lnTo>
                <a:lnTo>
                  <a:pt x="733425" y="371475"/>
                </a:lnTo>
                <a:lnTo>
                  <a:pt x="742950" y="371475"/>
                </a:lnTo>
                <a:close/>
                <a:moveTo>
                  <a:pt x="1152525" y="352425"/>
                </a:moveTo>
                <a:lnTo>
                  <a:pt x="1171575" y="352425"/>
                </a:lnTo>
                <a:lnTo>
                  <a:pt x="1171575" y="361950"/>
                </a:lnTo>
                <a:lnTo>
                  <a:pt x="1152525" y="361950"/>
                </a:lnTo>
                <a:close/>
                <a:moveTo>
                  <a:pt x="1304925" y="361950"/>
                </a:moveTo>
                <a:lnTo>
                  <a:pt x="1314450" y="361950"/>
                </a:lnTo>
                <a:lnTo>
                  <a:pt x="1314450" y="381000"/>
                </a:lnTo>
                <a:lnTo>
                  <a:pt x="1304925" y="381000"/>
                </a:lnTo>
                <a:close/>
                <a:moveTo>
                  <a:pt x="1266825" y="371475"/>
                </a:moveTo>
                <a:lnTo>
                  <a:pt x="1276350" y="371475"/>
                </a:lnTo>
                <a:lnTo>
                  <a:pt x="1276350" y="381000"/>
                </a:lnTo>
                <a:lnTo>
                  <a:pt x="1266825" y="381000"/>
                </a:lnTo>
                <a:close/>
                <a:moveTo>
                  <a:pt x="1704975" y="371475"/>
                </a:moveTo>
                <a:lnTo>
                  <a:pt x="1714500" y="371475"/>
                </a:lnTo>
                <a:lnTo>
                  <a:pt x="1714500" y="381000"/>
                </a:lnTo>
                <a:lnTo>
                  <a:pt x="1704975" y="381000"/>
                </a:lnTo>
                <a:close/>
                <a:moveTo>
                  <a:pt x="1219200" y="381000"/>
                </a:moveTo>
                <a:lnTo>
                  <a:pt x="1228725" y="381000"/>
                </a:lnTo>
                <a:lnTo>
                  <a:pt x="1228725" y="400050"/>
                </a:lnTo>
                <a:lnTo>
                  <a:pt x="1238250" y="400050"/>
                </a:lnTo>
                <a:lnTo>
                  <a:pt x="1238250" y="419100"/>
                </a:lnTo>
                <a:lnTo>
                  <a:pt x="1228725" y="419100"/>
                </a:lnTo>
                <a:lnTo>
                  <a:pt x="1228725" y="428625"/>
                </a:lnTo>
                <a:lnTo>
                  <a:pt x="1219200" y="428625"/>
                </a:lnTo>
                <a:close/>
                <a:moveTo>
                  <a:pt x="1276350" y="381000"/>
                </a:moveTo>
                <a:lnTo>
                  <a:pt x="1285875" y="381000"/>
                </a:lnTo>
                <a:lnTo>
                  <a:pt x="1285875" y="390525"/>
                </a:lnTo>
                <a:lnTo>
                  <a:pt x="1276350" y="390525"/>
                </a:lnTo>
                <a:close/>
                <a:moveTo>
                  <a:pt x="876300" y="390525"/>
                </a:moveTo>
                <a:lnTo>
                  <a:pt x="885825" y="390525"/>
                </a:lnTo>
                <a:lnTo>
                  <a:pt x="885825" y="409575"/>
                </a:lnTo>
                <a:lnTo>
                  <a:pt x="904875" y="409575"/>
                </a:lnTo>
                <a:lnTo>
                  <a:pt x="904875" y="419100"/>
                </a:lnTo>
                <a:lnTo>
                  <a:pt x="876300" y="419100"/>
                </a:lnTo>
                <a:close/>
                <a:moveTo>
                  <a:pt x="1066800" y="390525"/>
                </a:moveTo>
                <a:lnTo>
                  <a:pt x="1076325" y="390525"/>
                </a:lnTo>
                <a:lnTo>
                  <a:pt x="1076325" y="400050"/>
                </a:lnTo>
                <a:lnTo>
                  <a:pt x="1066800" y="400050"/>
                </a:lnTo>
                <a:close/>
                <a:moveTo>
                  <a:pt x="1085850" y="390525"/>
                </a:moveTo>
                <a:lnTo>
                  <a:pt x="1095375" y="390525"/>
                </a:lnTo>
                <a:lnTo>
                  <a:pt x="1095375" y="400050"/>
                </a:lnTo>
                <a:lnTo>
                  <a:pt x="1085850" y="400050"/>
                </a:lnTo>
                <a:close/>
                <a:moveTo>
                  <a:pt x="1285875" y="390525"/>
                </a:moveTo>
                <a:lnTo>
                  <a:pt x="1304925" y="390525"/>
                </a:lnTo>
                <a:lnTo>
                  <a:pt x="1304925" y="409575"/>
                </a:lnTo>
                <a:lnTo>
                  <a:pt x="1295400" y="409575"/>
                </a:lnTo>
                <a:lnTo>
                  <a:pt x="1295400" y="428625"/>
                </a:lnTo>
                <a:lnTo>
                  <a:pt x="1285875" y="428625"/>
                </a:lnTo>
                <a:lnTo>
                  <a:pt x="1285875" y="419100"/>
                </a:lnTo>
                <a:lnTo>
                  <a:pt x="1276350" y="419100"/>
                </a:lnTo>
                <a:lnTo>
                  <a:pt x="1276350" y="400050"/>
                </a:lnTo>
                <a:lnTo>
                  <a:pt x="1285875" y="400050"/>
                </a:lnTo>
                <a:close/>
                <a:moveTo>
                  <a:pt x="1714500" y="390525"/>
                </a:moveTo>
                <a:lnTo>
                  <a:pt x="1724025" y="390525"/>
                </a:lnTo>
                <a:lnTo>
                  <a:pt x="1724025" y="428625"/>
                </a:lnTo>
                <a:lnTo>
                  <a:pt x="1714500" y="428625"/>
                </a:lnTo>
                <a:close/>
                <a:moveTo>
                  <a:pt x="800100" y="400050"/>
                </a:moveTo>
                <a:lnTo>
                  <a:pt x="809625" y="400050"/>
                </a:lnTo>
                <a:lnTo>
                  <a:pt x="809625" y="409575"/>
                </a:lnTo>
                <a:lnTo>
                  <a:pt x="800100" y="409575"/>
                </a:lnTo>
                <a:close/>
                <a:moveTo>
                  <a:pt x="1504950" y="400050"/>
                </a:moveTo>
                <a:lnTo>
                  <a:pt x="1514475" y="400050"/>
                </a:lnTo>
                <a:lnTo>
                  <a:pt x="1514475" y="438150"/>
                </a:lnTo>
                <a:lnTo>
                  <a:pt x="1504950" y="438150"/>
                </a:lnTo>
                <a:close/>
                <a:moveTo>
                  <a:pt x="762000" y="409575"/>
                </a:moveTo>
                <a:lnTo>
                  <a:pt x="771525" y="409575"/>
                </a:lnTo>
                <a:lnTo>
                  <a:pt x="771525" y="419100"/>
                </a:lnTo>
                <a:lnTo>
                  <a:pt x="762000" y="419100"/>
                </a:lnTo>
                <a:close/>
                <a:moveTo>
                  <a:pt x="952500" y="419100"/>
                </a:moveTo>
                <a:lnTo>
                  <a:pt x="1000125" y="419100"/>
                </a:lnTo>
                <a:lnTo>
                  <a:pt x="1000125" y="438150"/>
                </a:lnTo>
                <a:lnTo>
                  <a:pt x="990600" y="438150"/>
                </a:lnTo>
                <a:lnTo>
                  <a:pt x="990600" y="447675"/>
                </a:lnTo>
                <a:lnTo>
                  <a:pt x="981075" y="447675"/>
                </a:lnTo>
                <a:lnTo>
                  <a:pt x="981075" y="457200"/>
                </a:lnTo>
                <a:lnTo>
                  <a:pt x="971550" y="457200"/>
                </a:lnTo>
                <a:lnTo>
                  <a:pt x="971550" y="447675"/>
                </a:lnTo>
                <a:lnTo>
                  <a:pt x="962025" y="447675"/>
                </a:lnTo>
                <a:lnTo>
                  <a:pt x="962025" y="428625"/>
                </a:lnTo>
                <a:lnTo>
                  <a:pt x="952500" y="428625"/>
                </a:lnTo>
                <a:close/>
                <a:moveTo>
                  <a:pt x="1238250" y="419100"/>
                </a:moveTo>
                <a:lnTo>
                  <a:pt x="1247775" y="419100"/>
                </a:lnTo>
                <a:lnTo>
                  <a:pt x="1247775" y="428625"/>
                </a:lnTo>
                <a:lnTo>
                  <a:pt x="1238250" y="428625"/>
                </a:lnTo>
                <a:close/>
                <a:moveTo>
                  <a:pt x="942975" y="428625"/>
                </a:moveTo>
                <a:lnTo>
                  <a:pt x="952500" y="428625"/>
                </a:lnTo>
                <a:lnTo>
                  <a:pt x="952500" y="438150"/>
                </a:lnTo>
                <a:lnTo>
                  <a:pt x="942975" y="438150"/>
                </a:lnTo>
                <a:close/>
                <a:moveTo>
                  <a:pt x="1524000" y="428625"/>
                </a:moveTo>
                <a:lnTo>
                  <a:pt x="1533525" y="428625"/>
                </a:lnTo>
                <a:lnTo>
                  <a:pt x="1533525" y="457200"/>
                </a:lnTo>
                <a:lnTo>
                  <a:pt x="1524000" y="457200"/>
                </a:lnTo>
                <a:lnTo>
                  <a:pt x="1524000" y="447675"/>
                </a:lnTo>
                <a:lnTo>
                  <a:pt x="1514475" y="447675"/>
                </a:lnTo>
                <a:lnTo>
                  <a:pt x="1514475" y="438150"/>
                </a:lnTo>
                <a:lnTo>
                  <a:pt x="1524000" y="438150"/>
                </a:lnTo>
                <a:close/>
                <a:moveTo>
                  <a:pt x="1104900" y="438150"/>
                </a:moveTo>
                <a:lnTo>
                  <a:pt x="1114425" y="438150"/>
                </a:lnTo>
                <a:lnTo>
                  <a:pt x="1114425" y="447675"/>
                </a:lnTo>
                <a:lnTo>
                  <a:pt x="1104900" y="447675"/>
                </a:lnTo>
                <a:close/>
                <a:moveTo>
                  <a:pt x="904875" y="447675"/>
                </a:moveTo>
                <a:lnTo>
                  <a:pt x="923925" y="447675"/>
                </a:lnTo>
                <a:lnTo>
                  <a:pt x="923925" y="457200"/>
                </a:lnTo>
                <a:lnTo>
                  <a:pt x="904875" y="457200"/>
                </a:lnTo>
                <a:close/>
                <a:moveTo>
                  <a:pt x="933450" y="447675"/>
                </a:moveTo>
                <a:lnTo>
                  <a:pt x="942975" y="447675"/>
                </a:lnTo>
                <a:lnTo>
                  <a:pt x="942975" y="457200"/>
                </a:lnTo>
                <a:lnTo>
                  <a:pt x="933450" y="457200"/>
                </a:lnTo>
                <a:close/>
                <a:moveTo>
                  <a:pt x="1266825" y="447675"/>
                </a:moveTo>
                <a:lnTo>
                  <a:pt x="1276350" y="447675"/>
                </a:lnTo>
                <a:lnTo>
                  <a:pt x="1276350" y="466725"/>
                </a:lnTo>
                <a:lnTo>
                  <a:pt x="1266825" y="466725"/>
                </a:lnTo>
                <a:close/>
                <a:moveTo>
                  <a:pt x="1162050" y="466725"/>
                </a:moveTo>
                <a:lnTo>
                  <a:pt x="1171575" y="466725"/>
                </a:lnTo>
                <a:lnTo>
                  <a:pt x="1171575" y="476250"/>
                </a:lnTo>
                <a:lnTo>
                  <a:pt x="1162050" y="476250"/>
                </a:lnTo>
                <a:close/>
                <a:moveTo>
                  <a:pt x="1276350" y="466725"/>
                </a:moveTo>
                <a:lnTo>
                  <a:pt x="1285875" y="466725"/>
                </a:lnTo>
                <a:lnTo>
                  <a:pt x="1285875" y="476250"/>
                </a:lnTo>
                <a:lnTo>
                  <a:pt x="1276350" y="476250"/>
                </a:lnTo>
                <a:close/>
                <a:moveTo>
                  <a:pt x="1257300" y="476250"/>
                </a:moveTo>
                <a:lnTo>
                  <a:pt x="1266825" y="476250"/>
                </a:lnTo>
                <a:lnTo>
                  <a:pt x="1266825" y="485775"/>
                </a:lnTo>
                <a:lnTo>
                  <a:pt x="1257300" y="485775"/>
                </a:lnTo>
                <a:close/>
                <a:moveTo>
                  <a:pt x="1266825" y="485775"/>
                </a:moveTo>
                <a:lnTo>
                  <a:pt x="1276350" y="485775"/>
                </a:lnTo>
                <a:lnTo>
                  <a:pt x="1276350" y="514350"/>
                </a:lnTo>
                <a:lnTo>
                  <a:pt x="1266825" y="514350"/>
                </a:lnTo>
                <a:close/>
                <a:moveTo>
                  <a:pt x="123825" y="495300"/>
                </a:moveTo>
                <a:lnTo>
                  <a:pt x="142875" y="495300"/>
                </a:lnTo>
                <a:lnTo>
                  <a:pt x="142875" y="514350"/>
                </a:lnTo>
                <a:lnTo>
                  <a:pt x="123825" y="514350"/>
                </a:lnTo>
                <a:close/>
                <a:moveTo>
                  <a:pt x="981075" y="504825"/>
                </a:moveTo>
                <a:lnTo>
                  <a:pt x="1009650" y="504825"/>
                </a:lnTo>
                <a:lnTo>
                  <a:pt x="1009650" y="514350"/>
                </a:lnTo>
                <a:lnTo>
                  <a:pt x="981075" y="514350"/>
                </a:lnTo>
                <a:close/>
                <a:moveTo>
                  <a:pt x="1219200" y="504825"/>
                </a:moveTo>
                <a:lnTo>
                  <a:pt x="1228725" y="504825"/>
                </a:lnTo>
                <a:lnTo>
                  <a:pt x="1228725" y="514350"/>
                </a:lnTo>
                <a:lnTo>
                  <a:pt x="1219200" y="514350"/>
                </a:lnTo>
                <a:close/>
                <a:moveTo>
                  <a:pt x="914400" y="514350"/>
                </a:moveTo>
                <a:lnTo>
                  <a:pt x="923925" y="514350"/>
                </a:lnTo>
                <a:lnTo>
                  <a:pt x="923925" y="523875"/>
                </a:lnTo>
                <a:lnTo>
                  <a:pt x="914400" y="523875"/>
                </a:lnTo>
                <a:close/>
                <a:moveTo>
                  <a:pt x="1257300" y="514350"/>
                </a:moveTo>
                <a:lnTo>
                  <a:pt x="1266825" y="514350"/>
                </a:lnTo>
                <a:lnTo>
                  <a:pt x="1266825" y="533400"/>
                </a:lnTo>
                <a:lnTo>
                  <a:pt x="1247775" y="533400"/>
                </a:lnTo>
                <a:lnTo>
                  <a:pt x="1247775" y="523875"/>
                </a:lnTo>
                <a:lnTo>
                  <a:pt x="1257300" y="523875"/>
                </a:lnTo>
                <a:close/>
                <a:moveTo>
                  <a:pt x="1209675" y="523875"/>
                </a:moveTo>
                <a:lnTo>
                  <a:pt x="1228725" y="523875"/>
                </a:lnTo>
                <a:lnTo>
                  <a:pt x="1228725" y="533400"/>
                </a:lnTo>
                <a:lnTo>
                  <a:pt x="1219200" y="533400"/>
                </a:lnTo>
                <a:lnTo>
                  <a:pt x="1219200" y="542925"/>
                </a:lnTo>
                <a:lnTo>
                  <a:pt x="1209675" y="542925"/>
                </a:lnTo>
                <a:lnTo>
                  <a:pt x="1209675" y="552450"/>
                </a:lnTo>
                <a:lnTo>
                  <a:pt x="1181100" y="552450"/>
                </a:lnTo>
                <a:lnTo>
                  <a:pt x="1181100" y="533400"/>
                </a:lnTo>
                <a:lnTo>
                  <a:pt x="1209675" y="533400"/>
                </a:lnTo>
                <a:close/>
                <a:moveTo>
                  <a:pt x="457200" y="542925"/>
                </a:moveTo>
                <a:lnTo>
                  <a:pt x="466725" y="542925"/>
                </a:lnTo>
                <a:lnTo>
                  <a:pt x="466725" y="552450"/>
                </a:lnTo>
                <a:lnTo>
                  <a:pt x="457200" y="552450"/>
                </a:lnTo>
                <a:close/>
                <a:moveTo>
                  <a:pt x="1057275" y="542925"/>
                </a:moveTo>
                <a:lnTo>
                  <a:pt x="1076325" y="542925"/>
                </a:lnTo>
                <a:lnTo>
                  <a:pt x="1076325" y="571500"/>
                </a:lnTo>
                <a:lnTo>
                  <a:pt x="1057275" y="571500"/>
                </a:lnTo>
                <a:close/>
                <a:moveTo>
                  <a:pt x="257175" y="552450"/>
                </a:moveTo>
                <a:lnTo>
                  <a:pt x="266700" y="552450"/>
                </a:lnTo>
                <a:lnTo>
                  <a:pt x="266700" y="561975"/>
                </a:lnTo>
                <a:lnTo>
                  <a:pt x="257175" y="561975"/>
                </a:lnTo>
                <a:close/>
                <a:moveTo>
                  <a:pt x="276225" y="552450"/>
                </a:moveTo>
                <a:lnTo>
                  <a:pt x="285750" y="552450"/>
                </a:lnTo>
                <a:lnTo>
                  <a:pt x="285750" y="561975"/>
                </a:lnTo>
                <a:lnTo>
                  <a:pt x="276225" y="561975"/>
                </a:lnTo>
                <a:close/>
                <a:moveTo>
                  <a:pt x="1704975" y="552450"/>
                </a:moveTo>
                <a:lnTo>
                  <a:pt x="1714500" y="552450"/>
                </a:lnTo>
                <a:lnTo>
                  <a:pt x="1714500" y="600075"/>
                </a:lnTo>
                <a:lnTo>
                  <a:pt x="1704975" y="600075"/>
                </a:lnTo>
                <a:lnTo>
                  <a:pt x="1704975" y="581025"/>
                </a:lnTo>
                <a:lnTo>
                  <a:pt x="1695450" y="581025"/>
                </a:lnTo>
                <a:lnTo>
                  <a:pt x="1695450" y="571500"/>
                </a:lnTo>
                <a:lnTo>
                  <a:pt x="1704975" y="571500"/>
                </a:lnTo>
                <a:close/>
                <a:moveTo>
                  <a:pt x="1266825" y="561975"/>
                </a:moveTo>
                <a:lnTo>
                  <a:pt x="1276350" y="561975"/>
                </a:lnTo>
                <a:lnTo>
                  <a:pt x="1276350" y="571500"/>
                </a:lnTo>
                <a:lnTo>
                  <a:pt x="1285875" y="571500"/>
                </a:lnTo>
                <a:lnTo>
                  <a:pt x="1285875" y="581025"/>
                </a:lnTo>
                <a:lnTo>
                  <a:pt x="1276350" y="581025"/>
                </a:lnTo>
                <a:lnTo>
                  <a:pt x="1276350" y="590550"/>
                </a:lnTo>
                <a:lnTo>
                  <a:pt x="1266825" y="590550"/>
                </a:lnTo>
                <a:close/>
                <a:moveTo>
                  <a:pt x="1219200" y="600075"/>
                </a:moveTo>
                <a:lnTo>
                  <a:pt x="1238250" y="600075"/>
                </a:lnTo>
                <a:lnTo>
                  <a:pt x="1238250" y="619125"/>
                </a:lnTo>
                <a:lnTo>
                  <a:pt x="1219200" y="619125"/>
                </a:lnTo>
                <a:close/>
                <a:moveTo>
                  <a:pt x="1704975" y="619125"/>
                </a:moveTo>
                <a:lnTo>
                  <a:pt x="1714500" y="619125"/>
                </a:lnTo>
                <a:lnTo>
                  <a:pt x="1714500" y="628650"/>
                </a:lnTo>
                <a:lnTo>
                  <a:pt x="1724025" y="628650"/>
                </a:lnTo>
                <a:lnTo>
                  <a:pt x="1724025" y="647700"/>
                </a:lnTo>
                <a:lnTo>
                  <a:pt x="1714500" y="647700"/>
                </a:lnTo>
                <a:lnTo>
                  <a:pt x="1714500" y="657225"/>
                </a:lnTo>
                <a:lnTo>
                  <a:pt x="1704975" y="657225"/>
                </a:lnTo>
                <a:lnTo>
                  <a:pt x="1704975" y="647700"/>
                </a:lnTo>
                <a:lnTo>
                  <a:pt x="1695450" y="647700"/>
                </a:lnTo>
                <a:lnTo>
                  <a:pt x="1695450" y="628650"/>
                </a:lnTo>
                <a:lnTo>
                  <a:pt x="1704975" y="628650"/>
                </a:lnTo>
                <a:close/>
                <a:moveTo>
                  <a:pt x="457200" y="647700"/>
                </a:moveTo>
                <a:lnTo>
                  <a:pt x="476250" y="647700"/>
                </a:lnTo>
                <a:lnTo>
                  <a:pt x="476250" y="657225"/>
                </a:lnTo>
                <a:lnTo>
                  <a:pt x="466725" y="657225"/>
                </a:lnTo>
                <a:lnTo>
                  <a:pt x="466725" y="676275"/>
                </a:lnTo>
                <a:lnTo>
                  <a:pt x="457200" y="676275"/>
                </a:lnTo>
                <a:close/>
                <a:moveTo>
                  <a:pt x="476250" y="657225"/>
                </a:moveTo>
                <a:lnTo>
                  <a:pt x="485775" y="657225"/>
                </a:lnTo>
                <a:lnTo>
                  <a:pt x="485775" y="666750"/>
                </a:lnTo>
                <a:lnTo>
                  <a:pt x="476250" y="666750"/>
                </a:lnTo>
                <a:close/>
                <a:moveTo>
                  <a:pt x="1704975" y="676275"/>
                </a:moveTo>
                <a:lnTo>
                  <a:pt x="1724025" y="676275"/>
                </a:lnTo>
                <a:lnTo>
                  <a:pt x="1724025" y="695325"/>
                </a:lnTo>
                <a:lnTo>
                  <a:pt x="1704975" y="695325"/>
                </a:lnTo>
                <a:close/>
                <a:moveTo>
                  <a:pt x="123825" y="704850"/>
                </a:moveTo>
                <a:lnTo>
                  <a:pt x="133350" y="704850"/>
                </a:lnTo>
                <a:lnTo>
                  <a:pt x="133350" y="771525"/>
                </a:lnTo>
                <a:lnTo>
                  <a:pt x="123825" y="771525"/>
                </a:lnTo>
                <a:close/>
                <a:moveTo>
                  <a:pt x="209550" y="704850"/>
                </a:moveTo>
                <a:lnTo>
                  <a:pt x="219075" y="704850"/>
                </a:lnTo>
                <a:lnTo>
                  <a:pt x="219075" y="723900"/>
                </a:lnTo>
                <a:lnTo>
                  <a:pt x="209550" y="723900"/>
                </a:lnTo>
                <a:close/>
                <a:moveTo>
                  <a:pt x="266700" y="704850"/>
                </a:moveTo>
                <a:lnTo>
                  <a:pt x="276225" y="704850"/>
                </a:lnTo>
                <a:lnTo>
                  <a:pt x="276225" y="714375"/>
                </a:lnTo>
                <a:lnTo>
                  <a:pt x="266700" y="714375"/>
                </a:lnTo>
                <a:close/>
                <a:moveTo>
                  <a:pt x="504825" y="704850"/>
                </a:moveTo>
                <a:lnTo>
                  <a:pt x="533400" y="704850"/>
                </a:lnTo>
                <a:lnTo>
                  <a:pt x="533400" y="714375"/>
                </a:lnTo>
                <a:lnTo>
                  <a:pt x="504825" y="714375"/>
                </a:lnTo>
                <a:close/>
                <a:moveTo>
                  <a:pt x="542925" y="704850"/>
                </a:moveTo>
                <a:lnTo>
                  <a:pt x="552450" y="704850"/>
                </a:lnTo>
                <a:lnTo>
                  <a:pt x="552450" y="714375"/>
                </a:lnTo>
                <a:lnTo>
                  <a:pt x="542925" y="714375"/>
                </a:lnTo>
                <a:close/>
                <a:moveTo>
                  <a:pt x="609600" y="704850"/>
                </a:moveTo>
                <a:lnTo>
                  <a:pt x="619125" y="704850"/>
                </a:lnTo>
                <a:lnTo>
                  <a:pt x="619125" y="714375"/>
                </a:lnTo>
                <a:lnTo>
                  <a:pt x="609600" y="714375"/>
                </a:lnTo>
                <a:close/>
                <a:moveTo>
                  <a:pt x="600075" y="714375"/>
                </a:moveTo>
                <a:lnTo>
                  <a:pt x="609600" y="714375"/>
                </a:lnTo>
                <a:lnTo>
                  <a:pt x="609600" y="723900"/>
                </a:lnTo>
                <a:lnTo>
                  <a:pt x="600075" y="723900"/>
                </a:lnTo>
                <a:close/>
                <a:moveTo>
                  <a:pt x="647700" y="714375"/>
                </a:moveTo>
                <a:lnTo>
                  <a:pt x="657225" y="714375"/>
                </a:lnTo>
                <a:lnTo>
                  <a:pt x="657225" y="723900"/>
                </a:lnTo>
                <a:lnTo>
                  <a:pt x="647700" y="723900"/>
                </a:lnTo>
                <a:close/>
                <a:moveTo>
                  <a:pt x="790575" y="714375"/>
                </a:moveTo>
                <a:lnTo>
                  <a:pt x="819150" y="714375"/>
                </a:lnTo>
                <a:lnTo>
                  <a:pt x="819150" y="723900"/>
                </a:lnTo>
                <a:lnTo>
                  <a:pt x="790575" y="723900"/>
                </a:lnTo>
                <a:close/>
                <a:moveTo>
                  <a:pt x="200025" y="723900"/>
                </a:moveTo>
                <a:lnTo>
                  <a:pt x="209550" y="723900"/>
                </a:lnTo>
                <a:lnTo>
                  <a:pt x="209550" y="733425"/>
                </a:lnTo>
                <a:lnTo>
                  <a:pt x="200025" y="733425"/>
                </a:lnTo>
                <a:close/>
                <a:moveTo>
                  <a:pt x="657225" y="723900"/>
                </a:moveTo>
                <a:lnTo>
                  <a:pt x="685800" y="723900"/>
                </a:lnTo>
                <a:lnTo>
                  <a:pt x="685800" y="733425"/>
                </a:lnTo>
                <a:lnTo>
                  <a:pt x="657225" y="733425"/>
                </a:lnTo>
                <a:close/>
                <a:moveTo>
                  <a:pt x="762000" y="723900"/>
                </a:moveTo>
                <a:lnTo>
                  <a:pt x="781050" y="723900"/>
                </a:lnTo>
                <a:lnTo>
                  <a:pt x="781050" y="733425"/>
                </a:lnTo>
                <a:lnTo>
                  <a:pt x="762000" y="733425"/>
                </a:lnTo>
                <a:close/>
                <a:moveTo>
                  <a:pt x="847725" y="723900"/>
                </a:moveTo>
                <a:lnTo>
                  <a:pt x="866775" y="723900"/>
                </a:lnTo>
                <a:lnTo>
                  <a:pt x="866775" y="733425"/>
                </a:lnTo>
                <a:lnTo>
                  <a:pt x="847725" y="733425"/>
                </a:lnTo>
                <a:close/>
                <a:moveTo>
                  <a:pt x="180975" y="733425"/>
                </a:moveTo>
                <a:lnTo>
                  <a:pt x="200025" y="733425"/>
                </a:lnTo>
                <a:lnTo>
                  <a:pt x="200025" y="752475"/>
                </a:lnTo>
                <a:lnTo>
                  <a:pt x="190500" y="752475"/>
                </a:lnTo>
                <a:lnTo>
                  <a:pt x="190500" y="762000"/>
                </a:lnTo>
                <a:lnTo>
                  <a:pt x="180975" y="762000"/>
                </a:lnTo>
                <a:close/>
                <a:moveTo>
                  <a:pt x="647700" y="733425"/>
                </a:moveTo>
                <a:lnTo>
                  <a:pt x="657225" y="733425"/>
                </a:lnTo>
                <a:lnTo>
                  <a:pt x="657225" y="742950"/>
                </a:lnTo>
                <a:lnTo>
                  <a:pt x="647700" y="742950"/>
                </a:lnTo>
                <a:close/>
                <a:moveTo>
                  <a:pt x="685800" y="733425"/>
                </a:moveTo>
                <a:lnTo>
                  <a:pt x="695325" y="733425"/>
                </a:lnTo>
                <a:lnTo>
                  <a:pt x="695325" y="742950"/>
                </a:lnTo>
                <a:lnTo>
                  <a:pt x="685800" y="742950"/>
                </a:lnTo>
                <a:close/>
                <a:moveTo>
                  <a:pt x="676275" y="742950"/>
                </a:moveTo>
                <a:lnTo>
                  <a:pt x="685800" y="742950"/>
                </a:lnTo>
                <a:lnTo>
                  <a:pt x="685800" y="752475"/>
                </a:lnTo>
                <a:lnTo>
                  <a:pt x="676275" y="752475"/>
                </a:lnTo>
                <a:close/>
                <a:moveTo>
                  <a:pt x="1076325" y="742950"/>
                </a:moveTo>
                <a:lnTo>
                  <a:pt x="1085850" y="742950"/>
                </a:lnTo>
                <a:lnTo>
                  <a:pt x="1085850" y="752475"/>
                </a:lnTo>
                <a:lnTo>
                  <a:pt x="1076325" y="752475"/>
                </a:lnTo>
                <a:close/>
                <a:moveTo>
                  <a:pt x="495300" y="752475"/>
                </a:moveTo>
                <a:lnTo>
                  <a:pt x="504825" y="752475"/>
                </a:lnTo>
                <a:lnTo>
                  <a:pt x="504825" y="762000"/>
                </a:lnTo>
                <a:lnTo>
                  <a:pt x="495300" y="762000"/>
                </a:lnTo>
                <a:close/>
                <a:moveTo>
                  <a:pt x="838200" y="752475"/>
                </a:moveTo>
                <a:lnTo>
                  <a:pt x="847725" y="752475"/>
                </a:lnTo>
                <a:lnTo>
                  <a:pt x="847725" y="762000"/>
                </a:lnTo>
                <a:lnTo>
                  <a:pt x="838200" y="762000"/>
                </a:lnTo>
                <a:close/>
                <a:moveTo>
                  <a:pt x="828675" y="762000"/>
                </a:moveTo>
                <a:lnTo>
                  <a:pt x="838200" y="762000"/>
                </a:lnTo>
                <a:lnTo>
                  <a:pt x="838200" y="800100"/>
                </a:lnTo>
                <a:lnTo>
                  <a:pt x="828675" y="800100"/>
                </a:lnTo>
                <a:close/>
                <a:moveTo>
                  <a:pt x="428625" y="771525"/>
                </a:moveTo>
                <a:lnTo>
                  <a:pt x="438150" y="771525"/>
                </a:lnTo>
                <a:lnTo>
                  <a:pt x="438150" y="781050"/>
                </a:lnTo>
                <a:lnTo>
                  <a:pt x="428625" y="781050"/>
                </a:lnTo>
                <a:close/>
                <a:moveTo>
                  <a:pt x="847725" y="771525"/>
                </a:moveTo>
                <a:lnTo>
                  <a:pt x="857250" y="771525"/>
                </a:lnTo>
                <a:lnTo>
                  <a:pt x="857250" y="790575"/>
                </a:lnTo>
                <a:lnTo>
                  <a:pt x="847725" y="790575"/>
                </a:lnTo>
                <a:close/>
                <a:moveTo>
                  <a:pt x="342900" y="800100"/>
                </a:moveTo>
                <a:lnTo>
                  <a:pt x="361950" y="800100"/>
                </a:lnTo>
                <a:lnTo>
                  <a:pt x="361950" y="809625"/>
                </a:lnTo>
                <a:lnTo>
                  <a:pt x="342900" y="809625"/>
                </a:lnTo>
                <a:close/>
                <a:moveTo>
                  <a:pt x="628650" y="800100"/>
                </a:moveTo>
                <a:lnTo>
                  <a:pt x="657225" y="800100"/>
                </a:lnTo>
                <a:lnTo>
                  <a:pt x="657225" y="809625"/>
                </a:lnTo>
                <a:lnTo>
                  <a:pt x="628650" y="809625"/>
                </a:lnTo>
                <a:close/>
                <a:moveTo>
                  <a:pt x="209550" y="809625"/>
                </a:moveTo>
                <a:lnTo>
                  <a:pt x="219075" y="809625"/>
                </a:lnTo>
                <a:lnTo>
                  <a:pt x="219075" y="819150"/>
                </a:lnTo>
                <a:lnTo>
                  <a:pt x="238125" y="819150"/>
                </a:lnTo>
                <a:lnTo>
                  <a:pt x="238125" y="838200"/>
                </a:lnTo>
                <a:lnTo>
                  <a:pt x="200025" y="838200"/>
                </a:lnTo>
                <a:lnTo>
                  <a:pt x="200025" y="819150"/>
                </a:lnTo>
                <a:lnTo>
                  <a:pt x="209550" y="819150"/>
                </a:lnTo>
                <a:close/>
                <a:moveTo>
                  <a:pt x="276225" y="809625"/>
                </a:moveTo>
                <a:lnTo>
                  <a:pt x="285750" y="809625"/>
                </a:lnTo>
                <a:lnTo>
                  <a:pt x="285750" y="819150"/>
                </a:lnTo>
                <a:lnTo>
                  <a:pt x="295275" y="819150"/>
                </a:lnTo>
                <a:lnTo>
                  <a:pt x="295275" y="828675"/>
                </a:lnTo>
                <a:lnTo>
                  <a:pt x="276225" y="828675"/>
                </a:lnTo>
                <a:close/>
                <a:moveTo>
                  <a:pt x="685800" y="809625"/>
                </a:moveTo>
                <a:lnTo>
                  <a:pt x="800100" y="809625"/>
                </a:lnTo>
                <a:lnTo>
                  <a:pt x="800100" y="819150"/>
                </a:lnTo>
                <a:lnTo>
                  <a:pt x="752475" y="819150"/>
                </a:lnTo>
                <a:lnTo>
                  <a:pt x="752475" y="828675"/>
                </a:lnTo>
                <a:lnTo>
                  <a:pt x="733425" y="828675"/>
                </a:lnTo>
                <a:lnTo>
                  <a:pt x="733425" y="819150"/>
                </a:lnTo>
                <a:lnTo>
                  <a:pt x="685800" y="819150"/>
                </a:lnTo>
                <a:close/>
                <a:moveTo>
                  <a:pt x="590550" y="819150"/>
                </a:moveTo>
                <a:lnTo>
                  <a:pt x="600075" y="819150"/>
                </a:lnTo>
                <a:lnTo>
                  <a:pt x="600075" y="838200"/>
                </a:lnTo>
                <a:lnTo>
                  <a:pt x="581025" y="838200"/>
                </a:lnTo>
                <a:lnTo>
                  <a:pt x="581025" y="828675"/>
                </a:lnTo>
                <a:lnTo>
                  <a:pt x="590550" y="828675"/>
                </a:lnTo>
                <a:close/>
                <a:moveTo>
                  <a:pt x="666750" y="819150"/>
                </a:moveTo>
                <a:lnTo>
                  <a:pt x="685800" y="819150"/>
                </a:lnTo>
                <a:lnTo>
                  <a:pt x="685800" y="828675"/>
                </a:lnTo>
                <a:lnTo>
                  <a:pt x="666750" y="828675"/>
                </a:lnTo>
                <a:close/>
                <a:moveTo>
                  <a:pt x="180975" y="828675"/>
                </a:moveTo>
                <a:lnTo>
                  <a:pt x="190500" y="828675"/>
                </a:lnTo>
                <a:lnTo>
                  <a:pt x="190500" y="838200"/>
                </a:lnTo>
                <a:lnTo>
                  <a:pt x="180975" y="838200"/>
                </a:lnTo>
                <a:close/>
                <a:moveTo>
                  <a:pt x="933450" y="838200"/>
                </a:moveTo>
                <a:lnTo>
                  <a:pt x="952500" y="838200"/>
                </a:lnTo>
                <a:lnTo>
                  <a:pt x="952500" y="847725"/>
                </a:lnTo>
                <a:lnTo>
                  <a:pt x="933450" y="847725"/>
                </a:lnTo>
                <a:close/>
                <a:moveTo>
                  <a:pt x="847725" y="866775"/>
                </a:moveTo>
                <a:lnTo>
                  <a:pt x="857250" y="866775"/>
                </a:lnTo>
                <a:lnTo>
                  <a:pt x="857250" y="876300"/>
                </a:lnTo>
                <a:lnTo>
                  <a:pt x="847725" y="876300"/>
                </a:lnTo>
                <a:close/>
                <a:moveTo>
                  <a:pt x="828675" y="885825"/>
                </a:moveTo>
                <a:lnTo>
                  <a:pt x="838200" y="885825"/>
                </a:lnTo>
                <a:lnTo>
                  <a:pt x="838200" y="895350"/>
                </a:lnTo>
                <a:lnTo>
                  <a:pt x="828675" y="895350"/>
                </a:lnTo>
                <a:close/>
                <a:moveTo>
                  <a:pt x="866775" y="914400"/>
                </a:moveTo>
                <a:lnTo>
                  <a:pt x="876300" y="914400"/>
                </a:lnTo>
                <a:lnTo>
                  <a:pt x="876300" y="923925"/>
                </a:lnTo>
                <a:lnTo>
                  <a:pt x="866775" y="923925"/>
                </a:lnTo>
                <a:close/>
                <a:moveTo>
                  <a:pt x="933450" y="914400"/>
                </a:moveTo>
                <a:lnTo>
                  <a:pt x="942975" y="914400"/>
                </a:lnTo>
                <a:lnTo>
                  <a:pt x="942975" y="923925"/>
                </a:lnTo>
                <a:lnTo>
                  <a:pt x="962025" y="923925"/>
                </a:lnTo>
                <a:lnTo>
                  <a:pt x="962025" y="933450"/>
                </a:lnTo>
                <a:lnTo>
                  <a:pt x="933450" y="933450"/>
                </a:lnTo>
                <a:close/>
                <a:moveTo>
                  <a:pt x="1057275" y="914400"/>
                </a:moveTo>
                <a:lnTo>
                  <a:pt x="1076325" y="914400"/>
                </a:lnTo>
                <a:lnTo>
                  <a:pt x="1076325" y="923925"/>
                </a:lnTo>
                <a:lnTo>
                  <a:pt x="1057275" y="923925"/>
                </a:lnTo>
                <a:close/>
                <a:moveTo>
                  <a:pt x="190500" y="923925"/>
                </a:moveTo>
                <a:lnTo>
                  <a:pt x="209550" y="923925"/>
                </a:lnTo>
                <a:lnTo>
                  <a:pt x="209550" y="933450"/>
                </a:lnTo>
                <a:lnTo>
                  <a:pt x="190500" y="933450"/>
                </a:lnTo>
                <a:close/>
                <a:moveTo>
                  <a:pt x="600075" y="923925"/>
                </a:moveTo>
                <a:lnTo>
                  <a:pt x="609600" y="923925"/>
                </a:lnTo>
                <a:lnTo>
                  <a:pt x="609600" y="933450"/>
                </a:lnTo>
                <a:lnTo>
                  <a:pt x="600075" y="933450"/>
                </a:lnTo>
                <a:close/>
                <a:moveTo>
                  <a:pt x="857250" y="923925"/>
                </a:moveTo>
                <a:lnTo>
                  <a:pt x="866775" y="923925"/>
                </a:lnTo>
                <a:lnTo>
                  <a:pt x="866775" y="933450"/>
                </a:lnTo>
                <a:lnTo>
                  <a:pt x="857250" y="933450"/>
                </a:lnTo>
                <a:close/>
                <a:moveTo>
                  <a:pt x="1162050" y="923925"/>
                </a:moveTo>
                <a:lnTo>
                  <a:pt x="1181100" y="923925"/>
                </a:lnTo>
                <a:lnTo>
                  <a:pt x="1181100" y="933450"/>
                </a:lnTo>
                <a:lnTo>
                  <a:pt x="1162050" y="933450"/>
                </a:lnTo>
                <a:close/>
                <a:moveTo>
                  <a:pt x="1447800" y="923925"/>
                </a:moveTo>
                <a:lnTo>
                  <a:pt x="1466850" y="923925"/>
                </a:lnTo>
                <a:lnTo>
                  <a:pt x="1466850" y="933450"/>
                </a:lnTo>
                <a:lnTo>
                  <a:pt x="1476375" y="933450"/>
                </a:lnTo>
                <a:lnTo>
                  <a:pt x="1476375" y="942975"/>
                </a:lnTo>
                <a:lnTo>
                  <a:pt x="1457325" y="942975"/>
                </a:lnTo>
                <a:lnTo>
                  <a:pt x="1457325" y="933450"/>
                </a:lnTo>
                <a:lnTo>
                  <a:pt x="1447800" y="933450"/>
                </a:lnTo>
                <a:close/>
                <a:moveTo>
                  <a:pt x="866775" y="933450"/>
                </a:moveTo>
                <a:lnTo>
                  <a:pt x="904875" y="933450"/>
                </a:lnTo>
                <a:lnTo>
                  <a:pt x="904875" y="942975"/>
                </a:lnTo>
                <a:lnTo>
                  <a:pt x="866775" y="942975"/>
                </a:lnTo>
                <a:close/>
                <a:moveTo>
                  <a:pt x="962025" y="933450"/>
                </a:moveTo>
                <a:lnTo>
                  <a:pt x="981075" y="933450"/>
                </a:lnTo>
                <a:lnTo>
                  <a:pt x="981075" y="942975"/>
                </a:lnTo>
                <a:lnTo>
                  <a:pt x="962025" y="942975"/>
                </a:lnTo>
                <a:close/>
                <a:moveTo>
                  <a:pt x="1333500" y="933450"/>
                </a:moveTo>
                <a:lnTo>
                  <a:pt x="1362075" y="933450"/>
                </a:lnTo>
                <a:lnTo>
                  <a:pt x="1362075" y="942975"/>
                </a:lnTo>
                <a:lnTo>
                  <a:pt x="1343025" y="942975"/>
                </a:lnTo>
                <a:lnTo>
                  <a:pt x="1343025" y="952500"/>
                </a:lnTo>
                <a:lnTo>
                  <a:pt x="1333500" y="952500"/>
                </a:lnTo>
                <a:close/>
                <a:moveTo>
                  <a:pt x="1409700" y="933450"/>
                </a:moveTo>
                <a:lnTo>
                  <a:pt x="1447800" y="933450"/>
                </a:lnTo>
                <a:lnTo>
                  <a:pt x="1447800" y="942975"/>
                </a:lnTo>
                <a:lnTo>
                  <a:pt x="1409700" y="942975"/>
                </a:lnTo>
                <a:close/>
                <a:moveTo>
                  <a:pt x="466725" y="942975"/>
                </a:moveTo>
                <a:lnTo>
                  <a:pt x="476250" y="942975"/>
                </a:lnTo>
                <a:lnTo>
                  <a:pt x="476250" y="952500"/>
                </a:lnTo>
                <a:lnTo>
                  <a:pt x="466725" y="952500"/>
                </a:lnTo>
                <a:close/>
                <a:moveTo>
                  <a:pt x="1019175" y="942975"/>
                </a:moveTo>
                <a:lnTo>
                  <a:pt x="1047750" y="942975"/>
                </a:lnTo>
                <a:lnTo>
                  <a:pt x="1047750" y="952500"/>
                </a:lnTo>
                <a:lnTo>
                  <a:pt x="1019175" y="952500"/>
                </a:lnTo>
                <a:close/>
                <a:moveTo>
                  <a:pt x="123825" y="962025"/>
                </a:moveTo>
                <a:lnTo>
                  <a:pt x="133350" y="962025"/>
                </a:lnTo>
                <a:lnTo>
                  <a:pt x="133350" y="971550"/>
                </a:lnTo>
                <a:lnTo>
                  <a:pt x="123825" y="971550"/>
                </a:lnTo>
                <a:close/>
                <a:moveTo>
                  <a:pt x="209550" y="981075"/>
                </a:moveTo>
                <a:lnTo>
                  <a:pt x="247650" y="981075"/>
                </a:lnTo>
                <a:lnTo>
                  <a:pt x="247650" y="1000125"/>
                </a:lnTo>
                <a:lnTo>
                  <a:pt x="228600" y="1000125"/>
                </a:lnTo>
                <a:lnTo>
                  <a:pt x="228600" y="1009650"/>
                </a:lnTo>
                <a:lnTo>
                  <a:pt x="180975" y="1009650"/>
                </a:lnTo>
                <a:lnTo>
                  <a:pt x="180975" y="1000125"/>
                </a:lnTo>
                <a:lnTo>
                  <a:pt x="219075" y="1000125"/>
                </a:lnTo>
                <a:lnTo>
                  <a:pt x="219075" y="990600"/>
                </a:lnTo>
                <a:lnTo>
                  <a:pt x="209550" y="990600"/>
                </a:lnTo>
                <a:close/>
                <a:moveTo>
                  <a:pt x="457200" y="981075"/>
                </a:moveTo>
                <a:lnTo>
                  <a:pt x="466725" y="981075"/>
                </a:lnTo>
                <a:lnTo>
                  <a:pt x="466725" y="1000125"/>
                </a:lnTo>
                <a:lnTo>
                  <a:pt x="447675" y="1000125"/>
                </a:lnTo>
                <a:lnTo>
                  <a:pt x="447675" y="990600"/>
                </a:lnTo>
                <a:lnTo>
                  <a:pt x="457200" y="990600"/>
                </a:lnTo>
                <a:close/>
                <a:moveTo>
                  <a:pt x="1371600" y="981075"/>
                </a:moveTo>
                <a:lnTo>
                  <a:pt x="1381125" y="981075"/>
                </a:lnTo>
                <a:lnTo>
                  <a:pt x="1381125" y="990600"/>
                </a:lnTo>
                <a:lnTo>
                  <a:pt x="1390650" y="990600"/>
                </a:lnTo>
                <a:lnTo>
                  <a:pt x="1390650" y="1000125"/>
                </a:lnTo>
                <a:lnTo>
                  <a:pt x="1381125" y="1000125"/>
                </a:lnTo>
                <a:lnTo>
                  <a:pt x="1381125" y="1009650"/>
                </a:lnTo>
                <a:lnTo>
                  <a:pt x="1362075" y="1009650"/>
                </a:lnTo>
                <a:lnTo>
                  <a:pt x="1362075" y="1000125"/>
                </a:lnTo>
                <a:lnTo>
                  <a:pt x="1352550" y="1000125"/>
                </a:lnTo>
                <a:lnTo>
                  <a:pt x="1352550" y="990600"/>
                </a:lnTo>
                <a:lnTo>
                  <a:pt x="1371600" y="990600"/>
                </a:lnTo>
                <a:close/>
                <a:moveTo>
                  <a:pt x="123825" y="990600"/>
                </a:moveTo>
                <a:lnTo>
                  <a:pt x="133350" y="990600"/>
                </a:lnTo>
                <a:lnTo>
                  <a:pt x="133350" y="1047750"/>
                </a:lnTo>
                <a:lnTo>
                  <a:pt x="123825" y="1047750"/>
                </a:lnTo>
                <a:close/>
                <a:moveTo>
                  <a:pt x="581025" y="990600"/>
                </a:moveTo>
                <a:lnTo>
                  <a:pt x="628650" y="990600"/>
                </a:lnTo>
                <a:lnTo>
                  <a:pt x="628650" y="1000125"/>
                </a:lnTo>
                <a:lnTo>
                  <a:pt x="581025" y="1000125"/>
                </a:lnTo>
                <a:close/>
                <a:moveTo>
                  <a:pt x="762000" y="990600"/>
                </a:moveTo>
                <a:lnTo>
                  <a:pt x="790575" y="990600"/>
                </a:lnTo>
                <a:lnTo>
                  <a:pt x="790575" y="1000125"/>
                </a:lnTo>
                <a:lnTo>
                  <a:pt x="762000" y="1000125"/>
                </a:lnTo>
                <a:close/>
                <a:moveTo>
                  <a:pt x="866775" y="990600"/>
                </a:moveTo>
                <a:lnTo>
                  <a:pt x="895350" y="990600"/>
                </a:lnTo>
                <a:lnTo>
                  <a:pt x="895350" y="1000125"/>
                </a:lnTo>
                <a:lnTo>
                  <a:pt x="904875" y="1000125"/>
                </a:lnTo>
                <a:lnTo>
                  <a:pt x="904875" y="990600"/>
                </a:lnTo>
                <a:lnTo>
                  <a:pt x="942975" y="990600"/>
                </a:lnTo>
                <a:lnTo>
                  <a:pt x="942975" y="1000125"/>
                </a:lnTo>
                <a:lnTo>
                  <a:pt x="933450" y="1000125"/>
                </a:lnTo>
                <a:lnTo>
                  <a:pt x="933450" y="1009650"/>
                </a:lnTo>
                <a:lnTo>
                  <a:pt x="904875" y="1009650"/>
                </a:lnTo>
                <a:lnTo>
                  <a:pt x="904875" y="1019175"/>
                </a:lnTo>
                <a:lnTo>
                  <a:pt x="895350" y="1019175"/>
                </a:lnTo>
                <a:lnTo>
                  <a:pt x="895350" y="1009650"/>
                </a:lnTo>
                <a:lnTo>
                  <a:pt x="876300" y="1009650"/>
                </a:lnTo>
                <a:lnTo>
                  <a:pt x="876300" y="1000125"/>
                </a:lnTo>
                <a:lnTo>
                  <a:pt x="866775" y="1000125"/>
                </a:lnTo>
                <a:close/>
                <a:moveTo>
                  <a:pt x="981075" y="990600"/>
                </a:moveTo>
                <a:lnTo>
                  <a:pt x="1019175" y="990600"/>
                </a:lnTo>
                <a:lnTo>
                  <a:pt x="1019175" y="1000125"/>
                </a:lnTo>
                <a:lnTo>
                  <a:pt x="1038225" y="1000125"/>
                </a:lnTo>
                <a:lnTo>
                  <a:pt x="1038225" y="990600"/>
                </a:lnTo>
                <a:lnTo>
                  <a:pt x="1076325" y="990600"/>
                </a:lnTo>
                <a:lnTo>
                  <a:pt x="1076325" y="1000125"/>
                </a:lnTo>
                <a:lnTo>
                  <a:pt x="1047750" y="1000125"/>
                </a:lnTo>
                <a:lnTo>
                  <a:pt x="1047750" y="1009650"/>
                </a:lnTo>
                <a:lnTo>
                  <a:pt x="1028700" y="1009650"/>
                </a:lnTo>
                <a:lnTo>
                  <a:pt x="1028700" y="1019175"/>
                </a:lnTo>
                <a:lnTo>
                  <a:pt x="1019175" y="1019175"/>
                </a:lnTo>
                <a:lnTo>
                  <a:pt x="1019175" y="1009650"/>
                </a:lnTo>
                <a:lnTo>
                  <a:pt x="1009650" y="1009650"/>
                </a:lnTo>
                <a:lnTo>
                  <a:pt x="1009650" y="1000125"/>
                </a:lnTo>
                <a:lnTo>
                  <a:pt x="981075" y="1000125"/>
                </a:lnTo>
                <a:close/>
                <a:moveTo>
                  <a:pt x="1143000" y="990600"/>
                </a:moveTo>
                <a:lnTo>
                  <a:pt x="1162050" y="990600"/>
                </a:lnTo>
                <a:lnTo>
                  <a:pt x="1162050" y="1000125"/>
                </a:lnTo>
                <a:lnTo>
                  <a:pt x="1143000" y="1000125"/>
                </a:lnTo>
                <a:close/>
                <a:moveTo>
                  <a:pt x="571500" y="1000125"/>
                </a:moveTo>
                <a:lnTo>
                  <a:pt x="581025" y="1000125"/>
                </a:lnTo>
                <a:lnTo>
                  <a:pt x="581025" y="1009650"/>
                </a:lnTo>
                <a:lnTo>
                  <a:pt x="571500" y="1009650"/>
                </a:lnTo>
                <a:close/>
                <a:moveTo>
                  <a:pt x="819150" y="1000125"/>
                </a:moveTo>
                <a:lnTo>
                  <a:pt x="838200" y="1000125"/>
                </a:lnTo>
                <a:lnTo>
                  <a:pt x="838200" y="1009650"/>
                </a:lnTo>
                <a:lnTo>
                  <a:pt x="819150" y="1009650"/>
                </a:lnTo>
                <a:close/>
                <a:moveTo>
                  <a:pt x="1076325" y="1000125"/>
                </a:moveTo>
                <a:lnTo>
                  <a:pt x="1085850" y="1000125"/>
                </a:lnTo>
                <a:lnTo>
                  <a:pt x="1085850" y="1009650"/>
                </a:lnTo>
                <a:lnTo>
                  <a:pt x="1076325" y="1009650"/>
                </a:lnTo>
                <a:close/>
                <a:moveTo>
                  <a:pt x="428625" y="1019175"/>
                </a:moveTo>
                <a:lnTo>
                  <a:pt x="438150" y="1019175"/>
                </a:lnTo>
                <a:lnTo>
                  <a:pt x="438150" y="1038225"/>
                </a:lnTo>
                <a:lnTo>
                  <a:pt x="428625" y="1038225"/>
                </a:lnTo>
                <a:close/>
                <a:moveTo>
                  <a:pt x="238125" y="1057275"/>
                </a:moveTo>
                <a:lnTo>
                  <a:pt x="247650" y="1057275"/>
                </a:lnTo>
                <a:lnTo>
                  <a:pt x="247650" y="1066800"/>
                </a:lnTo>
                <a:lnTo>
                  <a:pt x="238125" y="1066800"/>
                </a:lnTo>
                <a:close/>
                <a:moveTo>
                  <a:pt x="257175" y="1057275"/>
                </a:moveTo>
                <a:lnTo>
                  <a:pt x="314325" y="1057275"/>
                </a:lnTo>
                <a:lnTo>
                  <a:pt x="314325" y="1104900"/>
                </a:lnTo>
                <a:lnTo>
                  <a:pt x="295275" y="1104900"/>
                </a:lnTo>
                <a:lnTo>
                  <a:pt x="295275" y="1085850"/>
                </a:lnTo>
                <a:lnTo>
                  <a:pt x="285750" y="1085850"/>
                </a:lnTo>
                <a:lnTo>
                  <a:pt x="285750" y="1076325"/>
                </a:lnTo>
                <a:lnTo>
                  <a:pt x="276225" y="1076325"/>
                </a:lnTo>
                <a:lnTo>
                  <a:pt x="276225" y="1066800"/>
                </a:lnTo>
                <a:lnTo>
                  <a:pt x="257175" y="1066800"/>
                </a:lnTo>
                <a:close/>
                <a:moveTo>
                  <a:pt x="1714500" y="1057275"/>
                </a:moveTo>
                <a:lnTo>
                  <a:pt x="1724025" y="1057275"/>
                </a:lnTo>
                <a:lnTo>
                  <a:pt x="1724025" y="1066800"/>
                </a:lnTo>
                <a:lnTo>
                  <a:pt x="1714500" y="1066800"/>
                </a:lnTo>
                <a:close/>
                <a:moveTo>
                  <a:pt x="333375" y="1066800"/>
                </a:moveTo>
                <a:lnTo>
                  <a:pt x="342900" y="1066800"/>
                </a:lnTo>
                <a:lnTo>
                  <a:pt x="342900" y="1076325"/>
                </a:lnTo>
                <a:lnTo>
                  <a:pt x="333375" y="1076325"/>
                </a:lnTo>
                <a:close/>
                <a:moveTo>
                  <a:pt x="247650" y="1085850"/>
                </a:moveTo>
                <a:lnTo>
                  <a:pt x="257175" y="1085850"/>
                </a:lnTo>
                <a:lnTo>
                  <a:pt x="257175" y="1095375"/>
                </a:lnTo>
                <a:lnTo>
                  <a:pt x="247650" y="1095375"/>
                </a:lnTo>
                <a:close/>
                <a:moveTo>
                  <a:pt x="342900" y="1085850"/>
                </a:moveTo>
                <a:lnTo>
                  <a:pt x="352425" y="1085850"/>
                </a:lnTo>
                <a:lnTo>
                  <a:pt x="352425" y="1095375"/>
                </a:lnTo>
                <a:lnTo>
                  <a:pt x="342900" y="1095375"/>
                </a:lnTo>
                <a:close/>
                <a:moveTo>
                  <a:pt x="257175" y="1095375"/>
                </a:moveTo>
                <a:lnTo>
                  <a:pt x="276225" y="1095375"/>
                </a:lnTo>
                <a:lnTo>
                  <a:pt x="276225" y="1104900"/>
                </a:lnTo>
                <a:lnTo>
                  <a:pt x="257175" y="1104900"/>
                </a:lnTo>
                <a:close/>
                <a:moveTo>
                  <a:pt x="1714500" y="1114425"/>
                </a:moveTo>
                <a:lnTo>
                  <a:pt x="1724025" y="1114425"/>
                </a:lnTo>
                <a:lnTo>
                  <a:pt x="1724025" y="1123950"/>
                </a:lnTo>
                <a:lnTo>
                  <a:pt x="1714500" y="1123950"/>
                </a:lnTo>
                <a:close/>
                <a:moveTo>
                  <a:pt x="342900" y="1123950"/>
                </a:moveTo>
                <a:lnTo>
                  <a:pt x="352425" y="1123950"/>
                </a:lnTo>
                <a:lnTo>
                  <a:pt x="352425" y="1133475"/>
                </a:lnTo>
                <a:lnTo>
                  <a:pt x="342900" y="1133475"/>
                </a:lnTo>
                <a:close/>
                <a:moveTo>
                  <a:pt x="1704975" y="1123950"/>
                </a:moveTo>
                <a:lnTo>
                  <a:pt x="1714500" y="1123950"/>
                </a:lnTo>
                <a:lnTo>
                  <a:pt x="1714500" y="1133475"/>
                </a:lnTo>
                <a:lnTo>
                  <a:pt x="1704975" y="1133475"/>
                </a:lnTo>
                <a:close/>
                <a:moveTo>
                  <a:pt x="1724025" y="1123950"/>
                </a:moveTo>
                <a:lnTo>
                  <a:pt x="1733550" y="1123950"/>
                </a:lnTo>
                <a:lnTo>
                  <a:pt x="1733550" y="1152525"/>
                </a:lnTo>
                <a:lnTo>
                  <a:pt x="1724025" y="1152525"/>
                </a:lnTo>
                <a:close/>
                <a:moveTo>
                  <a:pt x="457200" y="1133475"/>
                </a:moveTo>
                <a:lnTo>
                  <a:pt x="466725" y="1133475"/>
                </a:lnTo>
                <a:lnTo>
                  <a:pt x="466725" y="1143000"/>
                </a:lnTo>
                <a:lnTo>
                  <a:pt x="476250" y="1143000"/>
                </a:lnTo>
                <a:lnTo>
                  <a:pt x="476250" y="1162050"/>
                </a:lnTo>
                <a:lnTo>
                  <a:pt x="447675" y="1162050"/>
                </a:lnTo>
                <a:lnTo>
                  <a:pt x="447675" y="1143000"/>
                </a:lnTo>
                <a:lnTo>
                  <a:pt x="457200" y="1143000"/>
                </a:lnTo>
                <a:close/>
                <a:moveTo>
                  <a:pt x="733425" y="1143000"/>
                </a:moveTo>
                <a:lnTo>
                  <a:pt x="742950" y="1143000"/>
                </a:lnTo>
                <a:lnTo>
                  <a:pt x="742950" y="1162050"/>
                </a:lnTo>
                <a:lnTo>
                  <a:pt x="733425" y="1162050"/>
                </a:lnTo>
                <a:lnTo>
                  <a:pt x="733425" y="1171575"/>
                </a:lnTo>
                <a:lnTo>
                  <a:pt x="695325" y="1171575"/>
                </a:lnTo>
                <a:lnTo>
                  <a:pt x="695325" y="1162050"/>
                </a:lnTo>
                <a:lnTo>
                  <a:pt x="723900" y="1162050"/>
                </a:lnTo>
                <a:lnTo>
                  <a:pt x="723900" y="1152525"/>
                </a:lnTo>
                <a:lnTo>
                  <a:pt x="733425" y="1152525"/>
                </a:lnTo>
                <a:close/>
                <a:moveTo>
                  <a:pt x="857250" y="1143000"/>
                </a:moveTo>
                <a:lnTo>
                  <a:pt x="885825" y="1143000"/>
                </a:lnTo>
                <a:lnTo>
                  <a:pt x="885825" y="1162050"/>
                </a:lnTo>
                <a:lnTo>
                  <a:pt x="847725" y="1162050"/>
                </a:lnTo>
                <a:lnTo>
                  <a:pt x="847725" y="1152525"/>
                </a:lnTo>
                <a:lnTo>
                  <a:pt x="857250" y="1152525"/>
                </a:lnTo>
                <a:close/>
                <a:moveTo>
                  <a:pt x="990600" y="1143000"/>
                </a:moveTo>
                <a:lnTo>
                  <a:pt x="1009650" y="1143000"/>
                </a:lnTo>
                <a:lnTo>
                  <a:pt x="1009650" y="1152525"/>
                </a:lnTo>
                <a:lnTo>
                  <a:pt x="990600" y="1152525"/>
                </a:lnTo>
                <a:close/>
                <a:moveTo>
                  <a:pt x="1028700" y="1143000"/>
                </a:moveTo>
                <a:lnTo>
                  <a:pt x="1038225" y="1143000"/>
                </a:lnTo>
                <a:lnTo>
                  <a:pt x="1038225" y="1171575"/>
                </a:lnTo>
                <a:lnTo>
                  <a:pt x="1028700" y="1171575"/>
                </a:lnTo>
                <a:lnTo>
                  <a:pt x="1028700" y="1162050"/>
                </a:lnTo>
                <a:lnTo>
                  <a:pt x="1009650" y="1162050"/>
                </a:lnTo>
                <a:lnTo>
                  <a:pt x="1009650" y="1152525"/>
                </a:lnTo>
                <a:lnTo>
                  <a:pt x="1028700" y="1152525"/>
                </a:lnTo>
                <a:close/>
                <a:moveTo>
                  <a:pt x="485775" y="1152525"/>
                </a:moveTo>
                <a:lnTo>
                  <a:pt x="495300" y="1152525"/>
                </a:lnTo>
                <a:lnTo>
                  <a:pt x="495300" y="1162050"/>
                </a:lnTo>
                <a:lnTo>
                  <a:pt x="485775" y="1162050"/>
                </a:lnTo>
                <a:close/>
                <a:moveTo>
                  <a:pt x="800100" y="1152525"/>
                </a:moveTo>
                <a:lnTo>
                  <a:pt x="828675" y="1152525"/>
                </a:lnTo>
                <a:lnTo>
                  <a:pt x="828675" y="1162050"/>
                </a:lnTo>
                <a:lnTo>
                  <a:pt x="800100" y="1162050"/>
                </a:lnTo>
                <a:close/>
                <a:moveTo>
                  <a:pt x="942975" y="1152525"/>
                </a:moveTo>
                <a:lnTo>
                  <a:pt x="990600" y="1152525"/>
                </a:lnTo>
                <a:lnTo>
                  <a:pt x="990600" y="1162050"/>
                </a:lnTo>
                <a:lnTo>
                  <a:pt x="942975" y="1162050"/>
                </a:lnTo>
                <a:close/>
                <a:moveTo>
                  <a:pt x="1047750" y="1152525"/>
                </a:moveTo>
                <a:lnTo>
                  <a:pt x="1057275" y="1152525"/>
                </a:lnTo>
                <a:lnTo>
                  <a:pt x="1057275" y="1171575"/>
                </a:lnTo>
                <a:lnTo>
                  <a:pt x="1047750" y="1171575"/>
                </a:lnTo>
                <a:close/>
                <a:moveTo>
                  <a:pt x="1085850" y="1152525"/>
                </a:moveTo>
                <a:lnTo>
                  <a:pt x="1095375" y="1152525"/>
                </a:lnTo>
                <a:lnTo>
                  <a:pt x="1095375" y="1162050"/>
                </a:lnTo>
                <a:lnTo>
                  <a:pt x="1085850" y="1162050"/>
                </a:lnTo>
                <a:close/>
                <a:moveTo>
                  <a:pt x="1200150" y="1152525"/>
                </a:moveTo>
                <a:lnTo>
                  <a:pt x="1209675" y="1152525"/>
                </a:lnTo>
                <a:lnTo>
                  <a:pt x="1209675" y="1162050"/>
                </a:lnTo>
                <a:lnTo>
                  <a:pt x="1200150" y="1162050"/>
                </a:lnTo>
                <a:close/>
                <a:moveTo>
                  <a:pt x="1266825" y="1152525"/>
                </a:moveTo>
                <a:lnTo>
                  <a:pt x="1295400" y="1152525"/>
                </a:lnTo>
                <a:lnTo>
                  <a:pt x="1295400" y="1162050"/>
                </a:lnTo>
                <a:lnTo>
                  <a:pt x="1266825" y="1162050"/>
                </a:lnTo>
                <a:close/>
                <a:moveTo>
                  <a:pt x="1466850" y="1152525"/>
                </a:moveTo>
                <a:lnTo>
                  <a:pt x="1495425" y="1152525"/>
                </a:lnTo>
                <a:lnTo>
                  <a:pt x="1495425" y="1162050"/>
                </a:lnTo>
                <a:lnTo>
                  <a:pt x="1466850" y="1162050"/>
                </a:lnTo>
                <a:close/>
                <a:moveTo>
                  <a:pt x="1514475" y="1152525"/>
                </a:moveTo>
                <a:lnTo>
                  <a:pt x="1524000" y="1152525"/>
                </a:lnTo>
                <a:lnTo>
                  <a:pt x="1524000" y="1162050"/>
                </a:lnTo>
                <a:lnTo>
                  <a:pt x="1514475" y="1162050"/>
                </a:lnTo>
                <a:close/>
                <a:moveTo>
                  <a:pt x="361950" y="1162050"/>
                </a:moveTo>
                <a:lnTo>
                  <a:pt x="390525" y="1162050"/>
                </a:lnTo>
                <a:lnTo>
                  <a:pt x="390525" y="1171575"/>
                </a:lnTo>
                <a:lnTo>
                  <a:pt x="361950" y="1171575"/>
                </a:lnTo>
                <a:close/>
                <a:moveTo>
                  <a:pt x="409575" y="1162050"/>
                </a:moveTo>
                <a:lnTo>
                  <a:pt x="447675" y="1162050"/>
                </a:lnTo>
                <a:lnTo>
                  <a:pt x="447675" y="1171575"/>
                </a:lnTo>
                <a:lnTo>
                  <a:pt x="409575" y="1171575"/>
                </a:lnTo>
                <a:close/>
                <a:moveTo>
                  <a:pt x="790575" y="1162050"/>
                </a:moveTo>
                <a:lnTo>
                  <a:pt x="800100" y="1162050"/>
                </a:lnTo>
                <a:lnTo>
                  <a:pt x="800100" y="1171575"/>
                </a:lnTo>
                <a:lnTo>
                  <a:pt x="790575" y="1171575"/>
                </a:lnTo>
                <a:close/>
                <a:moveTo>
                  <a:pt x="1438275" y="1162050"/>
                </a:moveTo>
                <a:lnTo>
                  <a:pt x="1447800" y="1162050"/>
                </a:lnTo>
                <a:lnTo>
                  <a:pt x="1447800" y="1171575"/>
                </a:lnTo>
                <a:lnTo>
                  <a:pt x="1438275" y="1171575"/>
                </a:lnTo>
                <a:close/>
                <a:moveTo>
                  <a:pt x="1685925" y="1162050"/>
                </a:moveTo>
                <a:lnTo>
                  <a:pt x="1695450" y="1162050"/>
                </a:lnTo>
                <a:lnTo>
                  <a:pt x="1695450" y="1171575"/>
                </a:lnTo>
                <a:lnTo>
                  <a:pt x="1685925" y="1171575"/>
                </a:lnTo>
                <a:close/>
                <a:moveTo>
                  <a:pt x="1676400" y="1219200"/>
                </a:moveTo>
                <a:lnTo>
                  <a:pt x="1695450" y="1219200"/>
                </a:lnTo>
                <a:lnTo>
                  <a:pt x="1695450" y="1228725"/>
                </a:lnTo>
                <a:lnTo>
                  <a:pt x="1685925" y="1228725"/>
                </a:lnTo>
                <a:lnTo>
                  <a:pt x="1685925" y="1247775"/>
                </a:lnTo>
                <a:lnTo>
                  <a:pt x="1676400" y="1247775"/>
                </a:lnTo>
                <a:close/>
                <a:moveTo>
                  <a:pt x="1724025" y="1228725"/>
                </a:moveTo>
                <a:lnTo>
                  <a:pt x="1733550" y="1228725"/>
                </a:lnTo>
                <a:lnTo>
                  <a:pt x="1733550" y="1238250"/>
                </a:lnTo>
                <a:lnTo>
                  <a:pt x="1724025" y="1238250"/>
                </a:lnTo>
                <a:close/>
                <a:moveTo>
                  <a:pt x="1695450" y="1276350"/>
                </a:moveTo>
                <a:lnTo>
                  <a:pt x="1704975" y="1276350"/>
                </a:lnTo>
                <a:lnTo>
                  <a:pt x="1704975" y="1285875"/>
                </a:lnTo>
                <a:lnTo>
                  <a:pt x="1695450" y="1285875"/>
                </a:lnTo>
                <a:close/>
                <a:moveTo>
                  <a:pt x="161925" y="1285875"/>
                </a:moveTo>
                <a:lnTo>
                  <a:pt x="171450" y="1285875"/>
                </a:lnTo>
                <a:lnTo>
                  <a:pt x="171450" y="1304925"/>
                </a:lnTo>
                <a:lnTo>
                  <a:pt x="161925" y="1304925"/>
                </a:lnTo>
                <a:close/>
                <a:moveTo>
                  <a:pt x="123825" y="1295400"/>
                </a:moveTo>
                <a:lnTo>
                  <a:pt x="133350" y="1295400"/>
                </a:lnTo>
                <a:lnTo>
                  <a:pt x="133350" y="1333500"/>
                </a:lnTo>
                <a:lnTo>
                  <a:pt x="123825" y="1333500"/>
                </a:lnTo>
                <a:close/>
                <a:moveTo>
                  <a:pt x="742950" y="1390650"/>
                </a:moveTo>
                <a:lnTo>
                  <a:pt x="752475" y="1390650"/>
                </a:lnTo>
                <a:lnTo>
                  <a:pt x="752475" y="1400175"/>
                </a:lnTo>
                <a:lnTo>
                  <a:pt x="742950" y="1400175"/>
                </a:lnTo>
                <a:close/>
                <a:moveTo>
                  <a:pt x="857250" y="1428750"/>
                </a:moveTo>
                <a:lnTo>
                  <a:pt x="876300" y="1428750"/>
                </a:lnTo>
                <a:lnTo>
                  <a:pt x="876300" y="1438275"/>
                </a:lnTo>
                <a:lnTo>
                  <a:pt x="857250" y="1438275"/>
                </a:lnTo>
                <a:close/>
                <a:moveTo>
                  <a:pt x="390525" y="1438275"/>
                </a:moveTo>
                <a:lnTo>
                  <a:pt x="400050" y="1438275"/>
                </a:lnTo>
                <a:lnTo>
                  <a:pt x="400050" y="1447800"/>
                </a:lnTo>
                <a:lnTo>
                  <a:pt x="390525" y="1447800"/>
                </a:lnTo>
                <a:close/>
                <a:moveTo>
                  <a:pt x="771525" y="1438275"/>
                </a:moveTo>
                <a:lnTo>
                  <a:pt x="781050" y="1438275"/>
                </a:lnTo>
                <a:lnTo>
                  <a:pt x="781050" y="1447800"/>
                </a:lnTo>
                <a:lnTo>
                  <a:pt x="771525" y="1447800"/>
                </a:lnTo>
                <a:close/>
                <a:moveTo>
                  <a:pt x="161925" y="1571625"/>
                </a:moveTo>
                <a:lnTo>
                  <a:pt x="171450" y="1571625"/>
                </a:lnTo>
                <a:lnTo>
                  <a:pt x="171450" y="1590675"/>
                </a:lnTo>
                <a:lnTo>
                  <a:pt x="161925" y="1590675"/>
                </a:lnTo>
                <a:close/>
                <a:moveTo>
                  <a:pt x="1704975" y="1590675"/>
                </a:moveTo>
                <a:lnTo>
                  <a:pt x="1724025" y="1590675"/>
                </a:lnTo>
                <a:lnTo>
                  <a:pt x="1724025" y="1619250"/>
                </a:lnTo>
                <a:lnTo>
                  <a:pt x="1704975" y="1619250"/>
                </a:lnTo>
                <a:close/>
                <a:moveTo>
                  <a:pt x="123825" y="1619250"/>
                </a:moveTo>
                <a:lnTo>
                  <a:pt x="133350" y="1619250"/>
                </a:lnTo>
                <a:lnTo>
                  <a:pt x="133350" y="1657350"/>
                </a:lnTo>
                <a:lnTo>
                  <a:pt x="123825" y="1657350"/>
                </a:lnTo>
                <a:close/>
                <a:moveTo>
                  <a:pt x="1685925" y="1714500"/>
                </a:moveTo>
                <a:lnTo>
                  <a:pt x="1695450" y="1714500"/>
                </a:lnTo>
                <a:lnTo>
                  <a:pt x="1695450" y="1724025"/>
                </a:lnTo>
                <a:lnTo>
                  <a:pt x="1685925" y="1724025"/>
                </a:lnTo>
                <a:close/>
                <a:moveTo>
                  <a:pt x="1676400" y="1724025"/>
                </a:moveTo>
                <a:lnTo>
                  <a:pt x="1685925" y="1724025"/>
                </a:lnTo>
                <a:lnTo>
                  <a:pt x="1685925" y="1733550"/>
                </a:lnTo>
                <a:lnTo>
                  <a:pt x="1676400" y="1733550"/>
                </a:lnTo>
                <a:close/>
                <a:moveTo>
                  <a:pt x="1628775" y="1771650"/>
                </a:moveTo>
                <a:lnTo>
                  <a:pt x="1638300" y="1771650"/>
                </a:lnTo>
                <a:lnTo>
                  <a:pt x="1638300" y="1790700"/>
                </a:lnTo>
                <a:lnTo>
                  <a:pt x="1619250" y="1790700"/>
                </a:lnTo>
                <a:lnTo>
                  <a:pt x="1619250" y="1781175"/>
                </a:lnTo>
                <a:lnTo>
                  <a:pt x="1628775" y="1781175"/>
                </a:lnTo>
                <a:close/>
                <a:moveTo>
                  <a:pt x="314325" y="1790700"/>
                </a:moveTo>
                <a:lnTo>
                  <a:pt x="381000" y="1790700"/>
                </a:lnTo>
                <a:lnTo>
                  <a:pt x="381000" y="1800225"/>
                </a:lnTo>
                <a:lnTo>
                  <a:pt x="371475" y="1800225"/>
                </a:lnTo>
                <a:lnTo>
                  <a:pt x="371475" y="1809750"/>
                </a:lnTo>
                <a:lnTo>
                  <a:pt x="381000" y="1809750"/>
                </a:lnTo>
                <a:lnTo>
                  <a:pt x="381000" y="1838325"/>
                </a:lnTo>
                <a:lnTo>
                  <a:pt x="400050" y="1838325"/>
                </a:lnTo>
                <a:lnTo>
                  <a:pt x="400050" y="1828800"/>
                </a:lnTo>
                <a:lnTo>
                  <a:pt x="409575" y="1828800"/>
                </a:lnTo>
                <a:lnTo>
                  <a:pt x="409575" y="1800225"/>
                </a:lnTo>
                <a:lnTo>
                  <a:pt x="400050" y="1800225"/>
                </a:lnTo>
                <a:lnTo>
                  <a:pt x="400050" y="1790700"/>
                </a:lnTo>
                <a:lnTo>
                  <a:pt x="466725" y="1790700"/>
                </a:lnTo>
                <a:lnTo>
                  <a:pt x="466725" y="1800225"/>
                </a:lnTo>
                <a:lnTo>
                  <a:pt x="476250" y="1800225"/>
                </a:lnTo>
                <a:lnTo>
                  <a:pt x="476250" y="1809750"/>
                </a:lnTo>
                <a:lnTo>
                  <a:pt x="466725" y="1809750"/>
                </a:lnTo>
                <a:lnTo>
                  <a:pt x="466725" y="1838325"/>
                </a:lnTo>
                <a:lnTo>
                  <a:pt x="457200" y="1838325"/>
                </a:lnTo>
                <a:lnTo>
                  <a:pt x="457200" y="1847850"/>
                </a:lnTo>
                <a:lnTo>
                  <a:pt x="419100" y="1847850"/>
                </a:lnTo>
                <a:lnTo>
                  <a:pt x="419100" y="1838325"/>
                </a:lnTo>
                <a:lnTo>
                  <a:pt x="409575" y="1838325"/>
                </a:lnTo>
                <a:lnTo>
                  <a:pt x="409575" y="1847850"/>
                </a:lnTo>
                <a:lnTo>
                  <a:pt x="390525" y="1847850"/>
                </a:lnTo>
                <a:lnTo>
                  <a:pt x="390525" y="1857375"/>
                </a:lnTo>
                <a:lnTo>
                  <a:pt x="361950" y="1857375"/>
                </a:lnTo>
                <a:lnTo>
                  <a:pt x="361950" y="1866900"/>
                </a:lnTo>
                <a:lnTo>
                  <a:pt x="314325" y="1866900"/>
                </a:lnTo>
                <a:lnTo>
                  <a:pt x="314325" y="1857375"/>
                </a:lnTo>
                <a:lnTo>
                  <a:pt x="276225" y="1857375"/>
                </a:lnTo>
                <a:lnTo>
                  <a:pt x="276225" y="1847850"/>
                </a:lnTo>
                <a:lnTo>
                  <a:pt x="266700" y="1847850"/>
                </a:lnTo>
                <a:lnTo>
                  <a:pt x="266700" y="1828800"/>
                </a:lnTo>
                <a:lnTo>
                  <a:pt x="304800" y="1828800"/>
                </a:lnTo>
                <a:lnTo>
                  <a:pt x="304800" y="1838325"/>
                </a:lnTo>
                <a:lnTo>
                  <a:pt x="314325" y="1838325"/>
                </a:lnTo>
                <a:lnTo>
                  <a:pt x="314325" y="1857375"/>
                </a:lnTo>
                <a:lnTo>
                  <a:pt x="333375" y="1857375"/>
                </a:lnTo>
                <a:lnTo>
                  <a:pt x="333375" y="1847850"/>
                </a:lnTo>
                <a:lnTo>
                  <a:pt x="342900" y="1847850"/>
                </a:lnTo>
                <a:lnTo>
                  <a:pt x="342900" y="1828800"/>
                </a:lnTo>
                <a:lnTo>
                  <a:pt x="352425" y="1828800"/>
                </a:lnTo>
                <a:lnTo>
                  <a:pt x="352425" y="1800225"/>
                </a:lnTo>
                <a:lnTo>
                  <a:pt x="314325" y="1800225"/>
                </a:lnTo>
                <a:close/>
                <a:moveTo>
                  <a:pt x="1581150" y="1790700"/>
                </a:moveTo>
                <a:lnTo>
                  <a:pt x="1590675" y="1790700"/>
                </a:lnTo>
                <a:lnTo>
                  <a:pt x="1590675" y="1809750"/>
                </a:lnTo>
                <a:lnTo>
                  <a:pt x="1562100" y="1809750"/>
                </a:lnTo>
                <a:lnTo>
                  <a:pt x="1562100" y="1800225"/>
                </a:lnTo>
                <a:lnTo>
                  <a:pt x="1581150" y="1800225"/>
                </a:lnTo>
                <a:close/>
                <a:moveTo>
                  <a:pt x="1600200" y="1790700"/>
                </a:moveTo>
                <a:lnTo>
                  <a:pt x="1609725" y="1790700"/>
                </a:lnTo>
                <a:lnTo>
                  <a:pt x="1609725" y="1800225"/>
                </a:lnTo>
                <a:lnTo>
                  <a:pt x="1600200" y="1800225"/>
                </a:lnTo>
                <a:close/>
                <a:moveTo>
                  <a:pt x="733425" y="1800225"/>
                </a:moveTo>
                <a:lnTo>
                  <a:pt x="781050" y="1800225"/>
                </a:lnTo>
                <a:lnTo>
                  <a:pt x="781050" y="1809750"/>
                </a:lnTo>
                <a:lnTo>
                  <a:pt x="733425" y="1809750"/>
                </a:lnTo>
                <a:close/>
                <a:moveTo>
                  <a:pt x="838200" y="1800225"/>
                </a:moveTo>
                <a:lnTo>
                  <a:pt x="847725" y="1800225"/>
                </a:lnTo>
                <a:lnTo>
                  <a:pt x="847725" y="1809750"/>
                </a:lnTo>
                <a:lnTo>
                  <a:pt x="838200" y="1809750"/>
                </a:lnTo>
                <a:close/>
                <a:moveTo>
                  <a:pt x="885825" y="1800225"/>
                </a:moveTo>
                <a:lnTo>
                  <a:pt x="962025" y="1800225"/>
                </a:lnTo>
                <a:lnTo>
                  <a:pt x="962025" y="1819275"/>
                </a:lnTo>
                <a:lnTo>
                  <a:pt x="952500" y="1819275"/>
                </a:lnTo>
                <a:lnTo>
                  <a:pt x="952500" y="1809750"/>
                </a:lnTo>
                <a:lnTo>
                  <a:pt x="923925" y="1809750"/>
                </a:lnTo>
                <a:lnTo>
                  <a:pt x="923925" y="1819275"/>
                </a:lnTo>
                <a:lnTo>
                  <a:pt x="914400" y="1819275"/>
                </a:lnTo>
                <a:lnTo>
                  <a:pt x="914400" y="1828800"/>
                </a:lnTo>
                <a:lnTo>
                  <a:pt x="895350" y="1828800"/>
                </a:lnTo>
                <a:lnTo>
                  <a:pt x="895350" y="1809750"/>
                </a:lnTo>
                <a:lnTo>
                  <a:pt x="885825" y="1809750"/>
                </a:lnTo>
                <a:close/>
                <a:moveTo>
                  <a:pt x="971550" y="1800225"/>
                </a:moveTo>
                <a:lnTo>
                  <a:pt x="1000125" y="1800225"/>
                </a:lnTo>
                <a:lnTo>
                  <a:pt x="1000125" y="1809750"/>
                </a:lnTo>
                <a:lnTo>
                  <a:pt x="990600" y="1809750"/>
                </a:lnTo>
                <a:lnTo>
                  <a:pt x="990600" y="1819275"/>
                </a:lnTo>
                <a:lnTo>
                  <a:pt x="981075" y="1819275"/>
                </a:lnTo>
                <a:lnTo>
                  <a:pt x="981075" y="1809750"/>
                </a:lnTo>
                <a:lnTo>
                  <a:pt x="971550" y="1809750"/>
                </a:lnTo>
                <a:close/>
                <a:moveTo>
                  <a:pt x="1066800" y="1800225"/>
                </a:moveTo>
                <a:lnTo>
                  <a:pt x="1152525" y="1800225"/>
                </a:lnTo>
                <a:lnTo>
                  <a:pt x="1152525" y="1809750"/>
                </a:lnTo>
                <a:lnTo>
                  <a:pt x="1066800" y="1809750"/>
                </a:lnTo>
                <a:close/>
                <a:moveTo>
                  <a:pt x="1171575" y="1800225"/>
                </a:moveTo>
                <a:lnTo>
                  <a:pt x="1209675" y="1800225"/>
                </a:lnTo>
                <a:lnTo>
                  <a:pt x="1209675" y="1809750"/>
                </a:lnTo>
                <a:lnTo>
                  <a:pt x="1171575" y="1809750"/>
                </a:lnTo>
                <a:close/>
                <a:moveTo>
                  <a:pt x="1228725" y="1800225"/>
                </a:moveTo>
                <a:lnTo>
                  <a:pt x="1238250" y="1800225"/>
                </a:lnTo>
                <a:lnTo>
                  <a:pt x="1238250" y="1809750"/>
                </a:lnTo>
                <a:lnTo>
                  <a:pt x="1228725" y="1809750"/>
                </a:lnTo>
                <a:close/>
                <a:moveTo>
                  <a:pt x="1657350" y="1800225"/>
                </a:moveTo>
                <a:lnTo>
                  <a:pt x="1676400" y="1800225"/>
                </a:lnTo>
                <a:lnTo>
                  <a:pt x="1676400" y="1809750"/>
                </a:lnTo>
                <a:lnTo>
                  <a:pt x="1666875" y="1809750"/>
                </a:lnTo>
                <a:lnTo>
                  <a:pt x="1666875" y="1828800"/>
                </a:lnTo>
                <a:lnTo>
                  <a:pt x="1657350" y="1828800"/>
                </a:lnTo>
                <a:close/>
                <a:moveTo>
                  <a:pt x="1685925" y="1809750"/>
                </a:moveTo>
                <a:lnTo>
                  <a:pt x="1695450" y="1809750"/>
                </a:lnTo>
                <a:lnTo>
                  <a:pt x="1695450" y="1828800"/>
                </a:lnTo>
                <a:lnTo>
                  <a:pt x="1685925" y="1828800"/>
                </a:lnTo>
                <a:close/>
                <a:moveTo>
                  <a:pt x="809625" y="1819275"/>
                </a:moveTo>
                <a:lnTo>
                  <a:pt x="819150" y="1819275"/>
                </a:lnTo>
                <a:lnTo>
                  <a:pt x="819150" y="1828800"/>
                </a:lnTo>
                <a:lnTo>
                  <a:pt x="809625" y="1828800"/>
                </a:lnTo>
                <a:close/>
                <a:moveTo>
                  <a:pt x="962025" y="1819275"/>
                </a:moveTo>
                <a:lnTo>
                  <a:pt x="981075" y="1819275"/>
                </a:lnTo>
                <a:lnTo>
                  <a:pt x="981075" y="1828800"/>
                </a:lnTo>
                <a:lnTo>
                  <a:pt x="962025" y="1828800"/>
                </a:lnTo>
                <a:close/>
                <a:moveTo>
                  <a:pt x="209550" y="1828800"/>
                </a:moveTo>
                <a:lnTo>
                  <a:pt x="238125" y="1828800"/>
                </a:lnTo>
                <a:lnTo>
                  <a:pt x="238125" y="1838325"/>
                </a:lnTo>
                <a:lnTo>
                  <a:pt x="228600" y="1838325"/>
                </a:lnTo>
                <a:lnTo>
                  <a:pt x="228600" y="1847850"/>
                </a:lnTo>
                <a:lnTo>
                  <a:pt x="219075" y="1847850"/>
                </a:lnTo>
                <a:lnTo>
                  <a:pt x="219075" y="1857375"/>
                </a:lnTo>
                <a:lnTo>
                  <a:pt x="209550" y="1857375"/>
                </a:lnTo>
                <a:close/>
                <a:moveTo>
                  <a:pt x="600075" y="1828800"/>
                </a:moveTo>
                <a:lnTo>
                  <a:pt x="609600" y="1828800"/>
                </a:lnTo>
                <a:lnTo>
                  <a:pt x="609600" y="1838325"/>
                </a:lnTo>
                <a:lnTo>
                  <a:pt x="600075" y="1838325"/>
                </a:lnTo>
                <a:close/>
                <a:moveTo>
                  <a:pt x="800100" y="1828800"/>
                </a:moveTo>
                <a:lnTo>
                  <a:pt x="809625" y="1828800"/>
                </a:lnTo>
                <a:lnTo>
                  <a:pt x="809625" y="1838325"/>
                </a:lnTo>
                <a:lnTo>
                  <a:pt x="800100" y="1838325"/>
                </a:lnTo>
                <a:close/>
                <a:moveTo>
                  <a:pt x="819150" y="1828800"/>
                </a:moveTo>
                <a:lnTo>
                  <a:pt x="828675" y="1828800"/>
                </a:lnTo>
                <a:lnTo>
                  <a:pt x="828675" y="1838325"/>
                </a:lnTo>
                <a:lnTo>
                  <a:pt x="819150" y="1838325"/>
                </a:lnTo>
                <a:close/>
                <a:moveTo>
                  <a:pt x="1638300" y="1847850"/>
                </a:moveTo>
                <a:lnTo>
                  <a:pt x="1647825" y="1847850"/>
                </a:lnTo>
                <a:lnTo>
                  <a:pt x="1647825" y="1857375"/>
                </a:lnTo>
                <a:lnTo>
                  <a:pt x="1638300" y="1857375"/>
                </a:lnTo>
                <a:close/>
                <a:moveTo>
                  <a:pt x="942975" y="1857375"/>
                </a:moveTo>
                <a:lnTo>
                  <a:pt x="971550" y="1857375"/>
                </a:lnTo>
                <a:lnTo>
                  <a:pt x="971550" y="1876425"/>
                </a:lnTo>
                <a:lnTo>
                  <a:pt x="923925" y="1876425"/>
                </a:lnTo>
                <a:lnTo>
                  <a:pt x="923925" y="1866900"/>
                </a:lnTo>
                <a:lnTo>
                  <a:pt x="942975" y="1866900"/>
                </a:lnTo>
                <a:close/>
                <a:moveTo>
                  <a:pt x="400050" y="1866900"/>
                </a:moveTo>
                <a:lnTo>
                  <a:pt x="409575" y="1866900"/>
                </a:lnTo>
                <a:lnTo>
                  <a:pt x="409575" y="1876425"/>
                </a:lnTo>
                <a:lnTo>
                  <a:pt x="400050" y="1876425"/>
                </a:lnTo>
                <a:close/>
                <a:moveTo>
                  <a:pt x="361950" y="1876425"/>
                </a:moveTo>
                <a:lnTo>
                  <a:pt x="371475" y="1876425"/>
                </a:lnTo>
                <a:lnTo>
                  <a:pt x="371475" y="1885950"/>
                </a:lnTo>
                <a:lnTo>
                  <a:pt x="361950" y="1885950"/>
                </a:lnTo>
                <a:close/>
                <a:moveTo>
                  <a:pt x="123825" y="1885950"/>
                </a:moveTo>
                <a:lnTo>
                  <a:pt x="133350" y="1885950"/>
                </a:lnTo>
                <a:lnTo>
                  <a:pt x="133350" y="1914525"/>
                </a:lnTo>
                <a:lnTo>
                  <a:pt x="123825" y="1914525"/>
                </a:lnTo>
                <a:close/>
                <a:moveTo>
                  <a:pt x="1257300" y="1905000"/>
                </a:moveTo>
                <a:lnTo>
                  <a:pt x="1266825" y="1905000"/>
                </a:lnTo>
                <a:lnTo>
                  <a:pt x="1266825" y="1924050"/>
                </a:lnTo>
                <a:lnTo>
                  <a:pt x="1247775" y="1924050"/>
                </a:lnTo>
                <a:lnTo>
                  <a:pt x="1247775" y="1914525"/>
                </a:lnTo>
                <a:lnTo>
                  <a:pt x="1257300" y="1914525"/>
                </a:lnTo>
                <a:close/>
                <a:moveTo>
                  <a:pt x="323850" y="1914525"/>
                </a:moveTo>
                <a:lnTo>
                  <a:pt x="333375" y="1914525"/>
                </a:lnTo>
                <a:lnTo>
                  <a:pt x="333375" y="1924050"/>
                </a:lnTo>
                <a:lnTo>
                  <a:pt x="323850" y="1924050"/>
                </a:lnTo>
                <a:close/>
                <a:moveTo>
                  <a:pt x="342900" y="1914525"/>
                </a:moveTo>
                <a:lnTo>
                  <a:pt x="352425" y="1914525"/>
                </a:lnTo>
                <a:lnTo>
                  <a:pt x="352425" y="1924050"/>
                </a:lnTo>
                <a:lnTo>
                  <a:pt x="342900" y="1924050"/>
                </a:lnTo>
                <a:close/>
                <a:moveTo>
                  <a:pt x="781050" y="1914525"/>
                </a:moveTo>
                <a:lnTo>
                  <a:pt x="790575" y="1914525"/>
                </a:lnTo>
                <a:lnTo>
                  <a:pt x="790575" y="1924050"/>
                </a:lnTo>
                <a:lnTo>
                  <a:pt x="800100" y="1924050"/>
                </a:lnTo>
                <a:lnTo>
                  <a:pt x="800100" y="1943100"/>
                </a:lnTo>
                <a:lnTo>
                  <a:pt x="781050" y="1943100"/>
                </a:lnTo>
                <a:close/>
                <a:moveTo>
                  <a:pt x="1171575" y="1914525"/>
                </a:moveTo>
                <a:lnTo>
                  <a:pt x="1181100" y="1914525"/>
                </a:lnTo>
                <a:lnTo>
                  <a:pt x="1181100" y="1924050"/>
                </a:lnTo>
                <a:lnTo>
                  <a:pt x="1171575" y="1924050"/>
                </a:lnTo>
                <a:close/>
                <a:moveTo>
                  <a:pt x="1638300" y="1914525"/>
                </a:moveTo>
                <a:lnTo>
                  <a:pt x="1676400" y="1914525"/>
                </a:lnTo>
                <a:lnTo>
                  <a:pt x="1676400" y="1924050"/>
                </a:lnTo>
                <a:lnTo>
                  <a:pt x="1638300" y="1924050"/>
                </a:lnTo>
                <a:close/>
                <a:moveTo>
                  <a:pt x="266700" y="1924050"/>
                </a:moveTo>
                <a:lnTo>
                  <a:pt x="314325" y="1924050"/>
                </a:lnTo>
                <a:lnTo>
                  <a:pt x="314325" y="1933575"/>
                </a:lnTo>
                <a:lnTo>
                  <a:pt x="266700" y="1933575"/>
                </a:lnTo>
                <a:close/>
                <a:moveTo>
                  <a:pt x="561975" y="1924050"/>
                </a:moveTo>
                <a:lnTo>
                  <a:pt x="590550" y="1924050"/>
                </a:lnTo>
                <a:lnTo>
                  <a:pt x="590550" y="1933575"/>
                </a:lnTo>
                <a:lnTo>
                  <a:pt x="581025" y="1933575"/>
                </a:lnTo>
                <a:lnTo>
                  <a:pt x="581025" y="1943100"/>
                </a:lnTo>
                <a:lnTo>
                  <a:pt x="590550" y="1943100"/>
                </a:lnTo>
                <a:lnTo>
                  <a:pt x="590550" y="1952625"/>
                </a:lnTo>
                <a:lnTo>
                  <a:pt x="600075" y="1952625"/>
                </a:lnTo>
                <a:lnTo>
                  <a:pt x="600075" y="1962150"/>
                </a:lnTo>
                <a:lnTo>
                  <a:pt x="609600" y="1962150"/>
                </a:lnTo>
                <a:lnTo>
                  <a:pt x="609600" y="1952625"/>
                </a:lnTo>
                <a:lnTo>
                  <a:pt x="619125" y="1952625"/>
                </a:lnTo>
                <a:lnTo>
                  <a:pt x="619125" y="1971675"/>
                </a:lnTo>
                <a:lnTo>
                  <a:pt x="628650" y="1971675"/>
                </a:lnTo>
                <a:lnTo>
                  <a:pt x="628650" y="1990725"/>
                </a:lnTo>
                <a:lnTo>
                  <a:pt x="638175" y="1990725"/>
                </a:lnTo>
                <a:lnTo>
                  <a:pt x="638175" y="2000250"/>
                </a:lnTo>
                <a:lnTo>
                  <a:pt x="609600" y="2000250"/>
                </a:lnTo>
                <a:lnTo>
                  <a:pt x="609600" y="1990725"/>
                </a:lnTo>
                <a:lnTo>
                  <a:pt x="600075" y="1990725"/>
                </a:lnTo>
                <a:lnTo>
                  <a:pt x="600075" y="1981200"/>
                </a:lnTo>
                <a:lnTo>
                  <a:pt x="590550" y="1981200"/>
                </a:lnTo>
                <a:lnTo>
                  <a:pt x="590550" y="1971675"/>
                </a:lnTo>
                <a:lnTo>
                  <a:pt x="581025" y="1971675"/>
                </a:lnTo>
                <a:lnTo>
                  <a:pt x="581025" y="1981200"/>
                </a:lnTo>
                <a:lnTo>
                  <a:pt x="571500" y="1981200"/>
                </a:lnTo>
                <a:lnTo>
                  <a:pt x="571500" y="1990725"/>
                </a:lnTo>
                <a:lnTo>
                  <a:pt x="561975" y="1990725"/>
                </a:lnTo>
                <a:lnTo>
                  <a:pt x="561975" y="2000250"/>
                </a:lnTo>
                <a:lnTo>
                  <a:pt x="581025" y="2000250"/>
                </a:lnTo>
                <a:lnTo>
                  <a:pt x="581025" y="2009775"/>
                </a:lnTo>
                <a:lnTo>
                  <a:pt x="590550" y="2009775"/>
                </a:lnTo>
                <a:lnTo>
                  <a:pt x="590550" y="2019300"/>
                </a:lnTo>
                <a:lnTo>
                  <a:pt x="628650" y="2019300"/>
                </a:lnTo>
                <a:lnTo>
                  <a:pt x="628650" y="2028825"/>
                </a:lnTo>
                <a:lnTo>
                  <a:pt x="609600" y="2028825"/>
                </a:lnTo>
                <a:lnTo>
                  <a:pt x="609600" y="2038350"/>
                </a:lnTo>
                <a:lnTo>
                  <a:pt x="638175" y="2038350"/>
                </a:lnTo>
                <a:lnTo>
                  <a:pt x="638175" y="2028825"/>
                </a:lnTo>
                <a:lnTo>
                  <a:pt x="647700" y="2028825"/>
                </a:lnTo>
                <a:lnTo>
                  <a:pt x="647700" y="2019300"/>
                </a:lnTo>
                <a:lnTo>
                  <a:pt x="657225" y="2019300"/>
                </a:lnTo>
                <a:lnTo>
                  <a:pt x="657225" y="2009775"/>
                </a:lnTo>
                <a:lnTo>
                  <a:pt x="647700" y="2009775"/>
                </a:lnTo>
                <a:lnTo>
                  <a:pt x="647700" y="2000250"/>
                </a:lnTo>
                <a:lnTo>
                  <a:pt x="676275" y="2000250"/>
                </a:lnTo>
                <a:lnTo>
                  <a:pt x="676275" y="1990725"/>
                </a:lnTo>
                <a:lnTo>
                  <a:pt x="714375" y="1990725"/>
                </a:lnTo>
                <a:lnTo>
                  <a:pt x="714375" y="2000250"/>
                </a:lnTo>
                <a:lnTo>
                  <a:pt x="752475" y="2000250"/>
                </a:lnTo>
                <a:lnTo>
                  <a:pt x="752475" y="1990725"/>
                </a:lnTo>
                <a:lnTo>
                  <a:pt x="762000" y="1990725"/>
                </a:lnTo>
                <a:lnTo>
                  <a:pt x="762000" y="2000250"/>
                </a:lnTo>
                <a:lnTo>
                  <a:pt x="800100" y="2000250"/>
                </a:lnTo>
                <a:lnTo>
                  <a:pt x="800100" y="2009775"/>
                </a:lnTo>
                <a:lnTo>
                  <a:pt x="781050" y="2009775"/>
                </a:lnTo>
                <a:lnTo>
                  <a:pt x="781050" y="2019300"/>
                </a:lnTo>
                <a:lnTo>
                  <a:pt x="828675" y="2019300"/>
                </a:lnTo>
                <a:lnTo>
                  <a:pt x="828675" y="2028825"/>
                </a:lnTo>
                <a:lnTo>
                  <a:pt x="857250" y="2028825"/>
                </a:lnTo>
                <a:lnTo>
                  <a:pt x="857250" y="2038350"/>
                </a:lnTo>
                <a:lnTo>
                  <a:pt x="847725" y="2038350"/>
                </a:lnTo>
                <a:lnTo>
                  <a:pt x="847725" y="2057400"/>
                </a:lnTo>
                <a:lnTo>
                  <a:pt x="838200" y="2057400"/>
                </a:lnTo>
                <a:lnTo>
                  <a:pt x="838200" y="2047875"/>
                </a:lnTo>
                <a:lnTo>
                  <a:pt x="809625" y="2047875"/>
                </a:lnTo>
                <a:lnTo>
                  <a:pt x="809625" y="2038350"/>
                </a:lnTo>
                <a:lnTo>
                  <a:pt x="771525" y="2038350"/>
                </a:lnTo>
                <a:lnTo>
                  <a:pt x="771525" y="2019300"/>
                </a:lnTo>
                <a:lnTo>
                  <a:pt x="723900" y="2019300"/>
                </a:lnTo>
                <a:lnTo>
                  <a:pt x="723900" y="2009775"/>
                </a:lnTo>
                <a:lnTo>
                  <a:pt x="714375" y="2009775"/>
                </a:lnTo>
                <a:lnTo>
                  <a:pt x="714375" y="2038350"/>
                </a:lnTo>
                <a:lnTo>
                  <a:pt x="657225" y="2038350"/>
                </a:lnTo>
                <a:lnTo>
                  <a:pt x="657225" y="2057400"/>
                </a:lnTo>
                <a:lnTo>
                  <a:pt x="638175" y="2057400"/>
                </a:lnTo>
                <a:lnTo>
                  <a:pt x="638175" y="2047875"/>
                </a:lnTo>
                <a:lnTo>
                  <a:pt x="619125" y="2047875"/>
                </a:lnTo>
                <a:lnTo>
                  <a:pt x="619125" y="2057400"/>
                </a:lnTo>
                <a:lnTo>
                  <a:pt x="609600" y="2057400"/>
                </a:lnTo>
                <a:lnTo>
                  <a:pt x="609600" y="2047875"/>
                </a:lnTo>
                <a:lnTo>
                  <a:pt x="571500" y="2047875"/>
                </a:lnTo>
                <a:lnTo>
                  <a:pt x="571500" y="2057400"/>
                </a:lnTo>
                <a:lnTo>
                  <a:pt x="542925" y="2057400"/>
                </a:lnTo>
                <a:lnTo>
                  <a:pt x="542925" y="2047875"/>
                </a:lnTo>
                <a:lnTo>
                  <a:pt x="552450" y="2047875"/>
                </a:lnTo>
                <a:lnTo>
                  <a:pt x="552450" y="2038350"/>
                </a:lnTo>
                <a:lnTo>
                  <a:pt x="533400" y="2038350"/>
                </a:lnTo>
                <a:lnTo>
                  <a:pt x="533400" y="2000250"/>
                </a:lnTo>
                <a:lnTo>
                  <a:pt x="542925" y="2000250"/>
                </a:lnTo>
                <a:lnTo>
                  <a:pt x="542925" y="1981200"/>
                </a:lnTo>
                <a:lnTo>
                  <a:pt x="552450" y="1981200"/>
                </a:lnTo>
                <a:lnTo>
                  <a:pt x="552450" y="1971675"/>
                </a:lnTo>
                <a:lnTo>
                  <a:pt x="571500" y="1971675"/>
                </a:lnTo>
                <a:lnTo>
                  <a:pt x="571500" y="1952625"/>
                </a:lnTo>
                <a:lnTo>
                  <a:pt x="542925" y="1952625"/>
                </a:lnTo>
                <a:lnTo>
                  <a:pt x="542925" y="1943100"/>
                </a:lnTo>
                <a:lnTo>
                  <a:pt x="552450" y="1943100"/>
                </a:lnTo>
                <a:lnTo>
                  <a:pt x="552450" y="1933575"/>
                </a:lnTo>
                <a:lnTo>
                  <a:pt x="561975" y="1933575"/>
                </a:lnTo>
                <a:close/>
                <a:moveTo>
                  <a:pt x="638175" y="1924050"/>
                </a:moveTo>
                <a:lnTo>
                  <a:pt x="676275" y="1924050"/>
                </a:lnTo>
                <a:lnTo>
                  <a:pt x="676275" y="1933575"/>
                </a:lnTo>
                <a:lnTo>
                  <a:pt x="685800" y="1933575"/>
                </a:lnTo>
                <a:lnTo>
                  <a:pt x="685800" y="1943100"/>
                </a:lnTo>
                <a:lnTo>
                  <a:pt x="695325" y="1943100"/>
                </a:lnTo>
                <a:lnTo>
                  <a:pt x="695325" y="1962150"/>
                </a:lnTo>
                <a:lnTo>
                  <a:pt x="676275" y="1962150"/>
                </a:lnTo>
                <a:lnTo>
                  <a:pt x="676275" y="1971675"/>
                </a:lnTo>
                <a:lnTo>
                  <a:pt x="666750" y="1971675"/>
                </a:lnTo>
                <a:lnTo>
                  <a:pt x="666750" y="1952625"/>
                </a:lnTo>
                <a:lnTo>
                  <a:pt x="657225" y="1952625"/>
                </a:lnTo>
                <a:lnTo>
                  <a:pt x="657225" y="1943100"/>
                </a:lnTo>
                <a:lnTo>
                  <a:pt x="666750" y="1943100"/>
                </a:lnTo>
                <a:lnTo>
                  <a:pt x="666750" y="1933575"/>
                </a:lnTo>
                <a:lnTo>
                  <a:pt x="638175" y="1933575"/>
                </a:lnTo>
                <a:close/>
                <a:moveTo>
                  <a:pt x="1685925" y="1943100"/>
                </a:moveTo>
                <a:lnTo>
                  <a:pt x="1695450" y="1943100"/>
                </a:lnTo>
                <a:lnTo>
                  <a:pt x="1695450" y="1952625"/>
                </a:lnTo>
                <a:lnTo>
                  <a:pt x="1685925" y="1952625"/>
                </a:lnTo>
                <a:close/>
                <a:moveTo>
                  <a:pt x="1276350" y="1952625"/>
                </a:moveTo>
                <a:lnTo>
                  <a:pt x="1285875" y="1952625"/>
                </a:lnTo>
                <a:lnTo>
                  <a:pt x="1285875" y="1962150"/>
                </a:lnTo>
                <a:lnTo>
                  <a:pt x="1276350" y="1962150"/>
                </a:lnTo>
                <a:close/>
                <a:moveTo>
                  <a:pt x="123825" y="1962150"/>
                </a:moveTo>
                <a:lnTo>
                  <a:pt x="133350" y="1962150"/>
                </a:lnTo>
                <a:lnTo>
                  <a:pt x="133350" y="1990725"/>
                </a:lnTo>
                <a:lnTo>
                  <a:pt x="123825" y="1990725"/>
                </a:lnTo>
                <a:close/>
                <a:moveTo>
                  <a:pt x="1409700" y="1962150"/>
                </a:moveTo>
                <a:lnTo>
                  <a:pt x="1419225" y="1962150"/>
                </a:lnTo>
                <a:lnTo>
                  <a:pt x="1419225" y="1981200"/>
                </a:lnTo>
                <a:lnTo>
                  <a:pt x="1409700" y="1981200"/>
                </a:lnTo>
                <a:close/>
                <a:moveTo>
                  <a:pt x="981075" y="1981200"/>
                </a:moveTo>
                <a:lnTo>
                  <a:pt x="1000125" y="1981200"/>
                </a:lnTo>
                <a:lnTo>
                  <a:pt x="1000125" y="1990725"/>
                </a:lnTo>
                <a:lnTo>
                  <a:pt x="1019175" y="1990725"/>
                </a:lnTo>
                <a:lnTo>
                  <a:pt x="1019175" y="1981200"/>
                </a:lnTo>
                <a:lnTo>
                  <a:pt x="1038225" y="1981200"/>
                </a:lnTo>
                <a:lnTo>
                  <a:pt x="1038225" y="2009775"/>
                </a:lnTo>
                <a:lnTo>
                  <a:pt x="1009650" y="2009775"/>
                </a:lnTo>
                <a:lnTo>
                  <a:pt x="1009650" y="2000250"/>
                </a:lnTo>
                <a:lnTo>
                  <a:pt x="990600" y="2000250"/>
                </a:lnTo>
                <a:lnTo>
                  <a:pt x="990600" y="1990725"/>
                </a:lnTo>
                <a:lnTo>
                  <a:pt x="981075" y="1990725"/>
                </a:lnTo>
                <a:close/>
                <a:moveTo>
                  <a:pt x="1047750" y="1990725"/>
                </a:moveTo>
                <a:lnTo>
                  <a:pt x="1057275" y="1990725"/>
                </a:lnTo>
                <a:lnTo>
                  <a:pt x="1057275" y="2000250"/>
                </a:lnTo>
                <a:lnTo>
                  <a:pt x="1047750" y="2000250"/>
                </a:lnTo>
                <a:close/>
                <a:moveTo>
                  <a:pt x="1571625" y="2000250"/>
                </a:moveTo>
                <a:lnTo>
                  <a:pt x="1581150" y="2000250"/>
                </a:lnTo>
                <a:lnTo>
                  <a:pt x="1581150" y="2009775"/>
                </a:lnTo>
                <a:lnTo>
                  <a:pt x="1571625" y="2009775"/>
                </a:lnTo>
                <a:close/>
                <a:moveTo>
                  <a:pt x="123825" y="2009775"/>
                </a:moveTo>
                <a:lnTo>
                  <a:pt x="133350" y="2009775"/>
                </a:lnTo>
                <a:lnTo>
                  <a:pt x="133350" y="2028825"/>
                </a:lnTo>
                <a:lnTo>
                  <a:pt x="123825" y="2028825"/>
                </a:lnTo>
                <a:close/>
                <a:moveTo>
                  <a:pt x="885825" y="2019300"/>
                </a:moveTo>
                <a:lnTo>
                  <a:pt x="895350" y="2019300"/>
                </a:lnTo>
                <a:lnTo>
                  <a:pt x="895350" y="2028825"/>
                </a:lnTo>
                <a:lnTo>
                  <a:pt x="885825" y="2028825"/>
                </a:lnTo>
                <a:close/>
                <a:moveTo>
                  <a:pt x="1571625" y="2019300"/>
                </a:moveTo>
                <a:lnTo>
                  <a:pt x="1581150" y="2019300"/>
                </a:lnTo>
                <a:lnTo>
                  <a:pt x="1581150" y="2028825"/>
                </a:lnTo>
                <a:lnTo>
                  <a:pt x="1571625" y="2028825"/>
                </a:lnTo>
                <a:close/>
                <a:moveTo>
                  <a:pt x="476250" y="2028825"/>
                </a:moveTo>
                <a:lnTo>
                  <a:pt x="523875" y="2028825"/>
                </a:lnTo>
                <a:lnTo>
                  <a:pt x="523875" y="2038350"/>
                </a:lnTo>
                <a:lnTo>
                  <a:pt x="476250" y="2038350"/>
                </a:lnTo>
                <a:close/>
                <a:moveTo>
                  <a:pt x="571500" y="2038350"/>
                </a:moveTo>
                <a:lnTo>
                  <a:pt x="600075" y="2038350"/>
                </a:lnTo>
                <a:lnTo>
                  <a:pt x="600075" y="2028825"/>
                </a:lnTo>
                <a:lnTo>
                  <a:pt x="571500" y="2028825"/>
                </a:lnTo>
                <a:close/>
                <a:moveTo>
                  <a:pt x="714375" y="2038350"/>
                </a:moveTo>
                <a:lnTo>
                  <a:pt x="723900" y="2038350"/>
                </a:lnTo>
                <a:lnTo>
                  <a:pt x="723900" y="2047875"/>
                </a:lnTo>
                <a:lnTo>
                  <a:pt x="714375" y="2047875"/>
                </a:lnTo>
                <a:close/>
                <a:moveTo>
                  <a:pt x="866775" y="2038350"/>
                </a:moveTo>
                <a:lnTo>
                  <a:pt x="895350" y="2038350"/>
                </a:lnTo>
                <a:lnTo>
                  <a:pt x="895350" y="2047875"/>
                </a:lnTo>
                <a:lnTo>
                  <a:pt x="876300" y="2047875"/>
                </a:lnTo>
                <a:lnTo>
                  <a:pt x="876300" y="2057400"/>
                </a:lnTo>
                <a:lnTo>
                  <a:pt x="866775" y="2057400"/>
                </a:lnTo>
                <a:close/>
                <a:moveTo>
                  <a:pt x="1371600" y="2038350"/>
                </a:moveTo>
                <a:lnTo>
                  <a:pt x="1381125" y="2038350"/>
                </a:lnTo>
                <a:lnTo>
                  <a:pt x="1381125" y="2057400"/>
                </a:lnTo>
                <a:lnTo>
                  <a:pt x="1400175" y="2057400"/>
                </a:lnTo>
                <a:lnTo>
                  <a:pt x="1400175" y="2076450"/>
                </a:lnTo>
                <a:lnTo>
                  <a:pt x="1390650" y="2076450"/>
                </a:lnTo>
                <a:lnTo>
                  <a:pt x="1390650" y="2085975"/>
                </a:lnTo>
                <a:lnTo>
                  <a:pt x="1371600" y="2085975"/>
                </a:lnTo>
                <a:close/>
                <a:moveTo>
                  <a:pt x="1390650" y="2038350"/>
                </a:moveTo>
                <a:lnTo>
                  <a:pt x="1419225" y="2038350"/>
                </a:lnTo>
                <a:lnTo>
                  <a:pt x="1419225" y="2047875"/>
                </a:lnTo>
                <a:lnTo>
                  <a:pt x="1390650" y="2047875"/>
                </a:lnTo>
                <a:close/>
                <a:moveTo>
                  <a:pt x="1485900" y="2038350"/>
                </a:moveTo>
                <a:lnTo>
                  <a:pt x="1495425" y="2038350"/>
                </a:lnTo>
                <a:lnTo>
                  <a:pt x="1495425" y="2047875"/>
                </a:lnTo>
                <a:lnTo>
                  <a:pt x="1485900" y="2047875"/>
                </a:lnTo>
                <a:close/>
                <a:moveTo>
                  <a:pt x="1504950" y="2047875"/>
                </a:moveTo>
                <a:lnTo>
                  <a:pt x="1514475" y="2047875"/>
                </a:lnTo>
                <a:lnTo>
                  <a:pt x="1514475" y="2057400"/>
                </a:lnTo>
                <a:lnTo>
                  <a:pt x="1504950" y="2057400"/>
                </a:lnTo>
                <a:close/>
                <a:moveTo>
                  <a:pt x="666750" y="2057400"/>
                </a:moveTo>
                <a:lnTo>
                  <a:pt x="685800" y="2057400"/>
                </a:lnTo>
                <a:lnTo>
                  <a:pt x="685800" y="2066925"/>
                </a:lnTo>
                <a:lnTo>
                  <a:pt x="666750" y="2066925"/>
                </a:lnTo>
                <a:close/>
                <a:moveTo>
                  <a:pt x="1352550" y="2057400"/>
                </a:moveTo>
                <a:lnTo>
                  <a:pt x="1362075" y="2057400"/>
                </a:lnTo>
                <a:lnTo>
                  <a:pt x="1362075" y="2066925"/>
                </a:lnTo>
                <a:lnTo>
                  <a:pt x="1352550" y="2066925"/>
                </a:lnTo>
                <a:close/>
                <a:moveTo>
                  <a:pt x="1409700" y="2057400"/>
                </a:moveTo>
                <a:lnTo>
                  <a:pt x="1419225" y="2057400"/>
                </a:lnTo>
                <a:lnTo>
                  <a:pt x="1419225" y="2066925"/>
                </a:lnTo>
                <a:lnTo>
                  <a:pt x="1409700" y="2066925"/>
                </a:lnTo>
                <a:close/>
                <a:moveTo>
                  <a:pt x="1304925" y="2066925"/>
                </a:moveTo>
                <a:lnTo>
                  <a:pt x="1333500" y="2066925"/>
                </a:lnTo>
                <a:lnTo>
                  <a:pt x="1333500" y="2076450"/>
                </a:lnTo>
                <a:lnTo>
                  <a:pt x="1323975" y="2076450"/>
                </a:lnTo>
                <a:lnTo>
                  <a:pt x="1323975" y="2085975"/>
                </a:lnTo>
                <a:lnTo>
                  <a:pt x="1314450" y="2085975"/>
                </a:lnTo>
                <a:lnTo>
                  <a:pt x="1314450" y="2076450"/>
                </a:lnTo>
                <a:lnTo>
                  <a:pt x="1304925" y="2076450"/>
                </a:lnTo>
                <a:close/>
                <a:moveTo>
                  <a:pt x="1447800" y="2066925"/>
                </a:moveTo>
                <a:lnTo>
                  <a:pt x="1466850" y="2066925"/>
                </a:lnTo>
                <a:lnTo>
                  <a:pt x="1466850" y="2076450"/>
                </a:lnTo>
                <a:lnTo>
                  <a:pt x="1447800" y="2076450"/>
                </a:lnTo>
                <a:close/>
                <a:moveTo>
                  <a:pt x="1285875" y="2076450"/>
                </a:moveTo>
                <a:lnTo>
                  <a:pt x="1304925" y="2076450"/>
                </a:lnTo>
                <a:lnTo>
                  <a:pt x="1304925" y="2085975"/>
                </a:lnTo>
                <a:lnTo>
                  <a:pt x="1314450" y="2085975"/>
                </a:lnTo>
                <a:lnTo>
                  <a:pt x="1314450" y="2095500"/>
                </a:lnTo>
                <a:lnTo>
                  <a:pt x="1295400" y="2095500"/>
                </a:lnTo>
                <a:lnTo>
                  <a:pt x="1295400" y="2114550"/>
                </a:lnTo>
                <a:lnTo>
                  <a:pt x="1276350" y="2114550"/>
                </a:lnTo>
                <a:lnTo>
                  <a:pt x="1276350" y="2105025"/>
                </a:lnTo>
                <a:lnTo>
                  <a:pt x="1285875" y="2105025"/>
                </a:lnTo>
                <a:close/>
                <a:moveTo>
                  <a:pt x="1466850" y="2076450"/>
                </a:moveTo>
                <a:lnTo>
                  <a:pt x="1476375" y="2076450"/>
                </a:lnTo>
                <a:lnTo>
                  <a:pt x="1476375" y="2085975"/>
                </a:lnTo>
                <a:lnTo>
                  <a:pt x="1485900" y="2085975"/>
                </a:lnTo>
                <a:lnTo>
                  <a:pt x="1485900" y="2076450"/>
                </a:lnTo>
                <a:lnTo>
                  <a:pt x="1495425" y="2076450"/>
                </a:lnTo>
                <a:lnTo>
                  <a:pt x="1495425" y="2085975"/>
                </a:lnTo>
                <a:lnTo>
                  <a:pt x="1485900" y="2085975"/>
                </a:lnTo>
                <a:lnTo>
                  <a:pt x="1485900" y="2095500"/>
                </a:lnTo>
                <a:lnTo>
                  <a:pt x="1466850" y="2095500"/>
                </a:lnTo>
                <a:close/>
                <a:moveTo>
                  <a:pt x="400050" y="2105025"/>
                </a:moveTo>
                <a:lnTo>
                  <a:pt x="409575" y="2105025"/>
                </a:lnTo>
                <a:lnTo>
                  <a:pt x="409575" y="2114550"/>
                </a:lnTo>
                <a:lnTo>
                  <a:pt x="400050" y="2114550"/>
                </a:lnTo>
                <a:close/>
                <a:moveTo>
                  <a:pt x="561975" y="2105025"/>
                </a:moveTo>
                <a:lnTo>
                  <a:pt x="571500" y="2105025"/>
                </a:lnTo>
                <a:lnTo>
                  <a:pt x="571500" y="2114550"/>
                </a:lnTo>
                <a:lnTo>
                  <a:pt x="561975" y="2114550"/>
                </a:lnTo>
                <a:close/>
                <a:moveTo>
                  <a:pt x="657225" y="2105025"/>
                </a:moveTo>
                <a:lnTo>
                  <a:pt x="695325" y="2105025"/>
                </a:lnTo>
                <a:lnTo>
                  <a:pt x="695325" y="2124075"/>
                </a:lnTo>
                <a:lnTo>
                  <a:pt x="657225" y="2124075"/>
                </a:lnTo>
                <a:close/>
                <a:moveTo>
                  <a:pt x="409575" y="2114550"/>
                </a:moveTo>
                <a:lnTo>
                  <a:pt x="428625" y="2114550"/>
                </a:lnTo>
                <a:lnTo>
                  <a:pt x="428625" y="2124075"/>
                </a:lnTo>
                <a:lnTo>
                  <a:pt x="409575" y="2124075"/>
                </a:lnTo>
                <a:close/>
                <a:moveTo>
                  <a:pt x="581025" y="2114550"/>
                </a:moveTo>
                <a:lnTo>
                  <a:pt x="590550" y="2114550"/>
                </a:lnTo>
                <a:lnTo>
                  <a:pt x="590550" y="2124075"/>
                </a:lnTo>
                <a:lnTo>
                  <a:pt x="581025" y="2124075"/>
                </a:lnTo>
                <a:close/>
                <a:moveTo>
                  <a:pt x="628650" y="2124075"/>
                </a:moveTo>
                <a:lnTo>
                  <a:pt x="638175" y="2124075"/>
                </a:lnTo>
                <a:lnTo>
                  <a:pt x="638175" y="2133600"/>
                </a:lnTo>
                <a:lnTo>
                  <a:pt x="628650" y="2133600"/>
                </a:lnTo>
                <a:close/>
                <a:moveTo>
                  <a:pt x="1285875" y="2124075"/>
                </a:moveTo>
                <a:lnTo>
                  <a:pt x="1304925" y="2124075"/>
                </a:lnTo>
                <a:lnTo>
                  <a:pt x="1304925" y="2133600"/>
                </a:lnTo>
                <a:lnTo>
                  <a:pt x="1352550" y="2133600"/>
                </a:lnTo>
                <a:lnTo>
                  <a:pt x="1352550" y="2152650"/>
                </a:lnTo>
                <a:lnTo>
                  <a:pt x="1295400" y="2152650"/>
                </a:lnTo>
                <a:lnTo>
                  <a:pt x="1295400" y="2143125"/>
                </a:lnTo>
                <a:lnTo>
                  <a:pt x="1285875" y="2143125"/>
                </a:lnTo>
                <a:close/>
                <a:moveTo>
                  <a:pt x="1390650" y="2133600"/>
                </a:moveTo>
                <a:lnTo>
                  <a:pt x="1409700" y="2133600"/>
                </a:lnTo>
                <a:lnTo>
                  <a:pt x="1409700" y="2152650"/>
                </a:lnTo>
                <a:lnTo>
                  <a:pt x="1390650" y="2152650"/>
                </a:lnTo>
                <a:close/>
                <a:moveTo>
                  <a:pt x="1457325" y="2133600"/>
                </a:moveTo>
                <a:lnTo>
                  <a:pt x="1466850" y="2133600"/>
                </a:lnTo>
                <a:lnTo>
                  <a:pt x="1466850" y="2152650"/>
                </a:lnTo>
                <a:lnTo>
                  <a:pt x="1514475" y="2152650"/>
                </a:lnTo>
                <a:lnTo>
                  <a:pt x="1514475" y="2171700"/>
                </a:lnTo>
                <a:lnTo>
                  <a:pt x="1495425" y="2171700"/>
                </a:lnTo>
                <a:lnTo>
                  <a:pt x="1495425" y="2181225"/>
                </a:lnTo>
                <a:lnTo>
                  <a:pt x="1466850" y="2181225"/>
                </a:lnTo>
                <a:lnTo>
                  <a:pt x="1466850" y="2171700"/>
                </a:lnTo>
                <a:lnTo>
                  <a:pt x="1428750" y="2171700"/>
                </a:lnTo>
                <a:lnTo>
                  <a:pt x="1428750" y="2162175"/>
                </a:lnTo>
                <a:lnTo>
                  <a:pt x="1457325" y="2162175"/>
                </a:lnTo>
                <a:close/>
                <a:moveTo>
                  <a:pt x="1543050" y="2133600"/>
                </a:moveTo>
                <a:lnTo>
                  <a:pt x="1581150" y="2133600"/>
                </a:lnTo>
                <a:lnTo>
                  <a:pt x="1581150" y="2152650"/>
                </a:lnTo>
                <a:lnTo>
                  <a:pt x="1571625" y="2152650"/>
                </a:lnTo>
                <a:lnTo>
                  <a:pt x="1571625" y="2162175"/>
                </a:lnTo>
                <a:lnTo>
                  <a:pt x="1562100" y="2162175"/>
                </a:lnTo>
                <a:lnTo>
                  <a:pt x="1562100" y="2171700"/>
                </a:lnTo>
                <a:lnTo>
                  <a:pt x="1581150" y="2171700"/>
                </a:lnTo>
                <a:lnTo>
                  <a:pt x="1581150" y="2181225"/>
                </a:lnTo>
                <a:lnTo>
                  <a:pt x="1590675" y="2181225"/>
                </a:lnTo>
                <a:lnTo>
                  <a:pt x="1590675" y="2190750"/>
                </a:lnTo>
                <a:lnTo>
                  <a:pt x="1571625" y="2190750"/>
                </a:lnTo>
                <a:lnTo>
                  <a:pt x="1571625" y="2200275"/>
                </a:lnTo>
                <a:lnTo>
                  <a:pt x="1581150" y="2200275"/>
                </a:lnTo>
                <a:lnTo>
                  <a:pt x="1581150" y="2209800"/>
                </a:lnTo>
                <a:lnTo>
                  <a:pt x="1552575" y="2209800"/>
                </a:lnTo>
                <a:lnTo>
                  <a:pt x="1552575" y="2190750"/>
                </a:lnTo>
                <a:lnTo>
                  <a:pt x="1543050" y="2190750"/>
                </a:lnTo>
                <a:lnTo>
                  <a:pt x="1543050" y="2171700"/>
                </a:lnTo>
                <a:lnTo>
                  <a:pt x="1524000" y="2171700"/>
                </a:lnTo>
                <a:lnTo>
                  <a:pt x="1524000" y="2152650"/>
                </a:lnTo>
                <a:lnTo>
                  <a:pt x="1533525" y="2152650"/>
                </a:lnTo>
                <a:lnTo>
                  <a:pt x="1533525" y="2143125"/>
                </a:lnTo>
                <a:lnTo>
                  <a:pt x="1543050" y="2143125"/>
                </a:lnTo>
                <a:close/>
                <a:moveTo>
                  <a:pt x="914400" y="2171700"/>
                </a:moveTo>
                <a:lnTo>
                  <a:pt x="923925" y="2171700"/>
                </a:lnTo>
                <a:lnTo>
                  <a:pt x="923925" y="2181225"/>
                </a:lnTo>
                <a:lnTo>
                  <a:pt x="914400" y="2181225"/>
                </a:lnTo>
                <a:close/>
                <a:moveTo>
                  <a:pt x="962025" y="2171700"/>
                </a:moveTo>
                <a:lnTo>
                  <a:pt x="971550" y="2171700"/>
                </a:lnTo>
                <a:lnTo>
                  <a:pt x="971550" y="2181225"/>
                </a:lnTo>
                <a:lnTo>
                  <a:pt x="962025" y="2181225"/>
                </a:lnTo>
                <a:close/>
                <a:moveTo>
                  <a:pt x="1295400" y="2171700"/>
                </a:moveTo>
                <a:lnTo>
                  <a:pt x="1304925" y="2171700"/>
                </a:lnTo>
                <a:lnTo>
                  <a:pt x="1304925" y="2181225"/>
                </a:lnTo>
                <a:lnTo>
                  <a:pt x="1314450" y="2181225"/>
                </a:lnTo>
                <a:lnTo>
                  <a:pt x="1314450" y="2190750"/>
                </a:lnTo>
                <a:lnTo>
                  <a:pt x="1295400" y="2190750"/>
                </a:lnTo>
                <a:close/>
                <a:moveTo>
                  <a:pt x="1619250" y="2171700"/>
                </a:moveTo>
                <a:lnTo>
                  <a:pt x="1628775" y="2171700"/>
                </a:lnTo>
                <a:lnTo>
                  <a:pt x="1628775" y="2181225"/>
                </a:lnTo>
                <a:lnTo>
                  <a:pt x="1619250" y="2181225"/>
                </a:lnTo>
                <a:close/>
                <a:moveTo>
                  <a:pt x="257175" y="2181225"/>
                </a:moveTo>
                <a:lnTo>
                  <a:pt x="266700" y="2181225"/>
                </a:lnTo>
                <a:lnTo>
                  <a:pt x="266700" y="2190750"/>
                </a:lnTo>
                <a:lnTo>
                  <a:pt x="257175" y="2190750"/>
                </a:lnTo>
                <a:close/>
                <a:moveTo>
                  <a:pt x="1514475" y="2200275"/>
                </a:moveTo>
                <a:lnTo>
                  <a:pt x="1533525" y="2200275"/>
                </a:lnTo>
                <a:lnTo>
                  <a:pt x="1533525" y="2209800"/>
                </a:lnTo>
                <a:lnTo>
                  <a:pt x="1552575" y="2209800"/>
                </a:lnTo>
                <a:lnTo>
                  <a:pt x="1552575" y="2219325"/>
                </a:lnTo>
                <a:lnTo>
                  <a:pt x="1562100" y="2219325"/>
                </a:lnTo>
                <a:lnTo>
                  <a:pt x="1562100" y="2228850"/>
                </a:lnTo>
                <a:lnTo>
                  <a:pt x="1514475" y="2228850"/>
                </a:lnTo>
                <a:lnTo>
                  <a:pt x="1514475" y="2219325"/>
                </a:lnTo>
                <a:lnTo>
                  <a:pt x="1524000" y="2219325"/>
                </a:lnTo>
                <a:lnTo>
                  <a:pt x="1524000" y="2209800"/>
                </a:lnTo>
                <a:lnTo>
                  <a:pt x="1514475" y="2209800"/>
                </a:lnTo>
                <a:close/>
                <a:moveTo>
                  <a:pt x="1704975" y="2209800"/>
                </a:moveTo>
                <a:lnTo>
                  <a:pt x="1724025" y="2209800"/>
                </a:lnTo>
                <a:lnTo>
                  <a:pt x="1724025" y="2228850"/>
                </a:lnTo>
                <a:lnTo>
                  <a:pt x="1704975" y="2228850"/>
                </a:lnTo>
                <a:close/>
                <a:moveTo>
                  <a:pt x="1619250" y="2219325"/>
                </a:moveTo>
                <a:lnTo>
                  <a:pt x="1638300" y="2219325"/>
                </a:lnTo>
                <a:lnTo>
                  <a:pt x="1638300" y="2228850"/>
                </a:lnTo>
                <a:lnTo>
                  <a:pt x="1619250" y="2228850"/>
                </a:lnTo>
                <a:close/>
                <a:moveTo>
                  <a:pt x="1695450" y="2228850"/>
                </a:moveTo>
                <a:lnTo>
                  <a:pt x="1704975" y="2228850"/>
                </a:lnTo>
                <a:lnTo>
                  <a:pt x="1704975" y="2247900"/>
                </a:lnTo>
                <a:lnTo>
                  <a:pt x="1695450" y="2247900"/>
                </a:lnTo>
                <a:close/>
                <a:moveTo>
                  <a:pt x="447675" y="2247900"/>
                </a:moveTo>
                <a:lnTo>
                  <a:pt x="466725" y="2247900"/>
                </a:lnTo>
                <a:lnTo>
                  <a:pt x="466725" y="2257425"/>
                </a:lnTo>
                <a:lnTo>
                  <a:pt x="476250" y="2257425"/>
                </a:lnTo>
                <a:lnTo>
                  <a:pt x="476250" y="2266950"/>
                </a:lnTo>
                <a:lnTo>
                  <a:pt x="381000" y="2266950"/>
                </a:lnTo>
                <a:lnTo>
                  <a:pt x="381000" y="2276475"/>
                </a:lnTo>
                <a:lnTo>
                  <a:pt x="361950" y="2276475"/>
                </a:lnTo>
                <a:lnTo>
                  <a:pt x="361950" y="2266950"/>
                </a:lnTo>
                <a:lnTo>
                  <a:pt x="352425" y="2266950"/>
                </a:lnTo>
                <a:lnTo>
                  <a:pt x="352425" y="2257425"/>
                </a:lnTo>
                <a:lnTo>
                  <a:pt x="447675" y="2257425"/>
                </a:lnTo>
                <a:close/>
                <a:moveTo>
                  <a:pt x="657225" y="2247900"/>
                </a:moveTo>
                <a:lnTo>
                  <a:pt x="733425" y="2247900"/>
                </a:lnTo>
                <a:lnTo>
                  <a:pt x="733425" y="2257425"/>
                </a:lnTo>
                <a:lnTo>
                  <a:pt x="666750" y="2257425"/>
                </a:lnTo>
                <a:lnTo>
                  <a:pt x="666750" y="2266950"/>
                </a:lnTo>
                <a:lnTo>
                  <a:pt x="733425" y="2266950"/>
                </a:lnTo>
                <a:lnTo>
                  <a:pt x="733425" y="2276475"/>
                </a:lnTo>
                <a:lnTo>
                  <a:pt x="657225" y="2276475"/>
                </a:lnTo>
                <a:lnTo>
                  <a:pt x="657225" y="2266950"/>
                </a:lnTo>
                <a:lnTo>
                  <a:pt x="619125" y="2266950"/>
                </a:lnTo>
                <a:lnTo>
                  <a:pt x="619125" y="2257425"/>
                </a:lnTo>
                <a:lnTo>
                  <a:pt x="657225" y="2257425"/>
                </a:lnTo>
                <a:close/>
                <a:moveTo>
                  <a:pt x="1304925" y="2247900"/>
                </a:moveTo>
                <a:lnTo>
                  <a:pt x="1362075" y="2247900"/>
                </a:lnTo>
                <a:lnTo>
                  <a:pt x="1362075" y="2266950"/>
                </a:lnTo>
                <a:lnTo>
                  <a:pt x="1371600" y="2266950"/>
                </a:lnTo>
                <a:lnTo>
                  <a:pt x="1371600" y="2276475"/>
                </a:lnTo>
                <a:lnTo>
                  <a:pt x="1343025" y="2276475"/>
                </a:lnTo>
                <a:lnTo>
                  <a:pt x="1343025" y="2266950"/>
                </a:lnTo>
                <a:lnTo>
                  <a:pt x="1314450" y="2266950"/>
                </a:lnTo>
                <a:lnTo>
                  <a:pt x="1314450" y="2257425"/>
                </a:lnTo>
                <a:lnTo>
                  <a:pt x="1304925" y="2257425"/>
                </a:lnTo>
                <a:close/>
                <a:moveTo>
                  <a:pt x="1381125" y="2247900"/>
                </a:moveTo>
                <a:lnTo>
                  <a:pt x="1409700" y="2247900"/>
                </a:lnTo>
                <a:lnTo>
                  <a:pt x="1409700" y="2257425"/>
                </a:lnTo>
                <a:lnTo>
                  <a:pt x="1390650" y="2257425"/>
                </a:lnTo>
                <a:lnTo>
                  <a:pt x="1390650" y="2266950"/>
                </a:lnTo>
                <a:lnTo>
                  <a:pt x="1381125" y="2266950"/>
                </a:lnTo>
                <a:close/>
                <a:moveTo>
                  <a:pt x="1447800" y="2247900"/>
                </a:moveTo>
                <a:lnTo>
                  <a:pt x="1533525" y="2247900"/>
                </a:lnTo>
                <a:lnTo>
                  <a:pt x="1533525" y="2257425"/>
                </a:lnTo>
                <a:lnTo>
                  <a:pt x="1543050" y="2257425"/>
                </a:lnTo>
                <a:lnTo>
                  <a:pt x="1543050" y="2266950"/>
                </a:lnTo>
                <a:lnTo>
                  <a:pt x="1524000" y="2266950"/>
                </a:lnTo>
                <a:lnTo>
                  <a:pt x="1524000" y="2276475"/>
                </a:lnTo>
                <a:lnTo>
                  <a:pt x="1495425" y="2276475"/>
                </a:lnTo>
                <a:lnTo>
                  <a:pt x="1495425" y="2266950"/>
                </a:lnTo>
                <a:lnTo>
                  <a:pt x="1447800" y="2266950"/>
                </a:lnTo>
                <a:close/>
                <a:moveTo>
                  <a:pt x="1714500" y="2247900"/>
                </a:moveTo>
                <a:lnTo>
                  <a:pt x="1724025" y="2247900"/>
                </a:lnTo>
                <a:lnTo>
                  <a:pt x="1724025" y="2257425"/>
                </a:lnTo>
                <a:lnTo>
                  <a:pt x="1714500" y="2257425"/>
                </a:lnTo>
                <a:close/>
                <a:moveTo>
                  <a:pt x="314325" y="2257425"/>
                </a:moveTo>
                <a:lnTo>
                  <a:pt x="333375" y="2257425"/>
                </a:lnTo>
                <a:lnTo>
                  <a:pt x="333375" y="2266950"/>
                </a:lnTo>
                <a:lnTo>
                  <a:pt x="314325" y="2266950"/>
                </a:lnTo>
                <a:close/>
                <a:moveTo>
                  <a:pt x="514350" y="2257425"/>
                </a:moveTo>
                <a:lnTo>
                  <a:pt x="571500" y="2257425"/>
                </a:lnTo>
                <a:lnTo>
                  <a:pt x="571500" y="2266950"/>
                </a:lnTo>
                <a:lnTo>
                  <a:pt x="514350" y="2266950"/>
                </a:lnTo>
                <a:close/>
                <a:moveTo>
                  <a:pt x="581025" y="2257425"/>
                </a:moveTo>
                <a:lnTo>
                  <a:pt x="590550" y="2257425"/>
                </a:lnTo>
                <a:lnTo>
                  <a:pt x="590550" y="2266950"/>
                </a:lnTo>
                <a:lnTo>
                  <a:pt x="581025" y="2266950"/>
                </a:lnTo>
                <a:close/>
                <a:moveTo>
                  <a:pt x="1133475" y="2257425"/>
                </a:moveTo>
                <a:lnTo>
                  <a:pt x="1162050" y="2257425"/>
                </a:lnTo>
                <a:lnTo>
                  <a:pt x="1162050" y="2266950"/>
                </a:lnTo>
                <a:lnTo>
                  <a:pt x="1133475" y="2266950"/>
                </a:lnTo>
                <a:close/>
                <a:moveTo>
                  <a:pt x="600075" y="2266950"/>
                </a:moveTo>
                <a:lnTo>
                  <a:pt x="609600" y="2266950"/>
                </a:lnTo>
                <a:lnTo>
                  <a:pt x="609600" y="2276475"/>
                </a:lnTo>
                <a:lnTo>
                  <a:pt x="600075" y="2276475"/>
                </a:lnTo>
                <a:close/>
                <a:moveTo>
                  <a:pt x="771525" y="2266950"/>
                </a:moveTo>
                <a:lnTo>
                  <a:pt x="781050" y="2266950"/>
                </a:lnTo>
                <a:lnTo>
                  <a:pt x="781050" y="2276475"/>
                </a:lnTo>
                <a:lnTo>
                  <a:pt x="771525" y="2276475"/>
                </a:lnTo>
                <a:close/>
                <a:moveTo>
                  <a:pt x="1295400" y="2266950"/>
                </a:moveTo>
                <a:lnTo>
                  <a:pt x="1304925" y="2266950"/>
                </a:lnTo>
                <a:lnTo>
                  <a:pt x="1304925" y="2276475"/>
                </a:lnTo>
                <a:lnTo>
                  <a:pt x="1295400" y="2276475"/>
                </a:lnTo>
                <a:close/>
                <a:moveTo>
                  <a:pt x="1400175" y="2266950"/>
                </a:moveTo>
                <a:lnTo>
                  <a:pt x="1419225" y="2266950"/>
                </a:lnTo>
                <a:lnTo>
                  <a:pt x="1419225" y="2276475"/>
                </a:lnTo>
                <a:lnTo>
                  <a:pt x="1400175" y="2276475"/>
                </a:lnTo>
                <a:close/>
                <a:moveTo>
                  <a:pt x="238125" y="2276475"/>
                </a:moveTo>
                <a:lnTo>
                  <a:pt x="266700" y="2276475"/>
                </a:lnTo>
                <a:lnTo>
                  <a:pt x="266700" y="2286000"/>
                </a:lnTo>
                <a:lnTo>
                  <a:pt x="238125" y="2286000"/>
                </a:lnTo>
                <a:close/>
                <a:moveTo>
                  <a:pt x="828675" y="2276475"/>
                </a:moveTo>
                <a:lnTo>
                  <a:pt x="876300" y="2276475"/>
                </a:lnTo>
                <a:lnTo>
                  <a:pt x="876300" y="2286000"/>
                </a:lnTo>
                <a:lnTo>
                  <a:pt x="866775" y="2286000"/>
                </a:lnTo>
                <a:lnTo>
                  <a:pt x="866775" y="2295525"/>
                </a:lnTo>
                <a:lnTo>
                  <a:pt x="876300" y="2295525"/>
                </a:lnTo>
                <a:lnTo>
                  <a:pt x="876300" y="2314575"/>
                </a:lnTo>
                <a:lnTo>
                  <a:pt x="857250" y="2314575"/>
                </a:lnTo>
                <a:lnTo>
                  <a:pt x="857250" y="2324100"/>
                </a:lnTo>
                <a:lnTo>
                  <a:pt x="847725" y="2324100"/>
                </a:lnTo>
                <a:lnTo>
                  <a:pt x="847725" y="2314575"/>
                </a:lnTo>
                <a:lnTo>
                  <a:pt x="828675" y="2314575"/>
                </a:lnTo>
                <a:lnTo>
                  <a:pt x="828675" y="2295525"/>
                </a:lnTo>
                <a:lnTo>
                  <a:pt x="838200" y="2295525"/>
                </a:lnTo>
                <a:lnTo>
                  <a:pt x="838200" y="2286000"/>
                </a:lnTo>
                <a:lnTo>
                  <a:pt x="828675" y="2286000"/>
                </a:lnTo>
                <a:close/>
                <a:moveTo>
                  <a:pt x="409575" y="2295525"/>
                </a:moveTo>
                <a:lnTo>
                  <a:pt x="428625" y="2295525"/>
                </a:lnTo>
                <a:lnTo>
                  <a:pt x="428625" y="2314575"/>
                </a:lnTo>
                <a:lnTo>
                  <a:pt x="409575" y="2314575"/>
                </a:lnTo>
                <a:close/>
                <a:moveTo>
                  <a:pt x="466725" y="2295525"/>
                </a:moveTo>
                <a:lnTo>
                  <a:pt x="581025" y="2295525"/>
                </a:lnTo>
                <a:lnTo>
                  <a:pt x="581025" y="2314575"/>
                </a:lnTo>
                <a:lnTo>
                  <a:pt x="466725" y="2314575"/>
                </a:lnTo>
                <a:close/>
                <a:moveTo>
                  <a:pt x="619125" y="2295525"/>
                </a:moveTo>
                <a:lnTo>
                  <a:pt x="647700" y="2295525"/>
                </a:lnTo>
                <a:lnTo>
                  <a:pt x="647700" y="2305050"/>
                </a:lnTo>
                <a:lnTo>
                  <a:pt x="638175" y="2305050"/>
                </a:lnTo>
                <a:lnTo>
                  <a:pt x="638175" y="2314575"/>
                </a:lnTo>
                <a:lnTo>
                  <a:pt x="619125" y="2314575"/>
                </a:lnTo>
                <a:close/>
                <a:moveTo>
                  <a:pt x="666750" y="2295525"/>
                </a:moveTo>
                <a:lnTo>
                  <a:pt x="685800" y="2295525"/>
                </a:lnTo>
                <a:lnTo>
                  <a:pt x="685800" y="2305050"/>
                </a:lnTo>
                <a:lnTo>
                  <a:pt x="666750" y="2305050"/>
                </a:lnTo>
                <a:close/>
                <a:moveTo>
                  <a:pt x="771525" y="2295525"/>
                </a:moveTo>
                <a:lnTo>
                  <a:pt x="790575" y="2295525"/>
                </a:lnTo>
                <a:lnTo>
                  <a:pt x="790575" y="2305050"/>
                </a:lnTo>
                <a:lnTo>
                  <a:pt x="771525" y="2305050"/>
                </a:lnTo>
                <a:close/>
                <a:moveTo>
                  <a:pt x="904875" y="2295525"/>
                </a:moveTo>
                <a:lnTo>
                  <a:pt x="914400" y="2295525"/>
                </a:lnTo>
                <a:lnTo>
                  <a:pt x="914400" y="2324100"/>
                </a:lnTo>
                <a:lnTo>
                  <a:pt x="885825" y="2324100"/>
                </a:lnTo>
                <a:lnTo>
                  <a:pt x="885825" y="2305050"/>
                </a:lnTo>
                <a:lnTo>
                  <a:pt x="904875" y="2305050"/>
                </a:lnTo>
                <a:close/>
                <a:moveTo>
                  <a:pt x="1038225" y="2295525"/>
                </a:moveTo>
                <a:lnTo>
                  <a:pt x="1057275" y="2295525"/>
                </a:lnTo>
                <a:lnTo>
                  <a:pt x="1057275" y="2305050"/>
                </a:lnTo>
                <a:lnTo>
                  <a:pt x="1038225" y="2305050"/>
                </a:lnTo>
                <a:close/>
                <a:moveTo>
                  <a:pt x="742950" y="2305050"/>
                </a:moveTo>
                <a:lnTo>
                  <a:pt x="752475" y="2305050"/>
                </a:lnTo>
                <a:lnTo>
                  <a:pt x="752475" y="2314575"/>
                </a:lnTo>
                <a:lnTo>
                  <a:pt x="742950" y="2314575"/>
                </a:lnTo>
                <a:close/>
                <a:moveTo>
                  <a:pt x="762000" y="2305050"/>
                </a:moveTo>
                <a:lnTo>
                  <a:pt x="771525" y="2305050"/>
                </a:lnTo>
                <a:lnTo>
                  <a:pt x="771525" y="2314575"/>
                </a:lnTo>
                <a:lnTo>
                  <a:pt x="762000" y="2314575"/>
                </a:lnTo>
                <a:close/>
                <a:moveTo>
                  <a:pt x="1352550" y="2305050"/>
                </a:moveTo>
                <a:lnTo>
                  <a:pt x="1362075" y="2305050"/>
                </a:lnTo>
                <a:lnTo>
                  <a:pt x="1362075" y="2324100"/>
                </a:lnTo>
                <a:lnTo>
                  <a:pt x="1352550" y="2324100"/>
                </a:lnTo>
                <a:close/>
                <a:moveTo>
                  <a:pt x="1409700" y="2305050"/>
                </a:moveTo>
                <a:lnTo>
                  <a:pt x="1428750" y="2305050"/>
                </a:lnTo>
                <a:lnTo>
                  <a:pt x="1428750" y="2314575"/>
                </a:lnTo>
                <a:lnTo>
                  <a:pt x="1409700" y="2314575"/>
                </a:lnTo>
                <a:close/>
                <a:moveTo>
                  <a:pt x="1647825" y="2305050"/>
                </a:moveTo>
                <a:lnTo>
                  <a:pt x="1657350" y="2305050"/>
                </a:lnTo>
                <a:lnTo>
                  <a:pt x="1657350" y="2314575"/>
                </a:lnTo>
                <a:lnTo>
                  <a:pt x="1647825" y="2314575"/>
                </a:lnTo>
                <a:close/>
                <a:moveTo>
                  <a:pt x="1714500" y="2305050"/>
                </a:moveTo>
                <a:lnTo>
                  <a:pt x="1724025" y="2305050"/>
                </a:lnTo>
                <a:lnTo>
                  <a:pt x="1724025" y="2314575"/>
                </a:lnTo>
                <a:lnTo>
                  <a:pt x="1714500" y="2314575"/>
                </a:lnTo>
                <a:close/>
                <a:moveTo>
                  <a:pt x="323850" y="2314575"/>
                </a:moveTo>
                <a:lnTo>
                  <a:pt x="333375" y="2314575"/>
                </a:lnTo>
                <a:lnTo>
                  <a:pt x="333375" y="2324100"/>
                </a:lnTo>
                <a:lnTo>
                  <a:pt x="323850" y="2324100"/>
                </a:lnTo>
                <a:close/>
                <a:moveTo>
                  <a:pt x="1047750" y="2314575"/>
                </a:moveTo>
                <a:lnTo>
                  <a:pt x="1057275" y="2314575"/>
                </a:lnTo>
                <a:lnTo>
                  <a:pt x="1057275" y="2324100"/>
                </a:lnTo>
                <a:lnTo>
                  <a:pt x="1047750" y="2324100"/>
                </a:lnTo>
                <a:close/>
                <a:moveTo>
                  <a:pt x="1381125" y="2314575"/>
                </a:moveTo>
                <a:lnTo>
                  <a:pt x="1390650" y="2314575"/>
                </a:lnTo>
                <a:lnTo>
                  <a:pt x="1390650" y="2324100"/>
                </a:lnTo>
                <a:lnTo>
                  <a:pt x="1447800" y="2324100"/>
                </a:lnTo>
                <a:lnTo>
                  <a:pt x="1447800" y="2343150"/>
                </a:lnTo>
                <a:lnTo>
                  <a:pt x="1381125" y="2343150"/>
                </a:lnTo>
                <a:lnTo>
                  <a:pt x="1381125" y="2333625"/>
                </a:lnTo>
                <a:lnTo>
                  <a:pt x="1362075" y="2333625"/>
                </a:lnTo>
                <a:lnTo>
                  <a:pt x="1362075" y="2324100"/>
                </a:lnTo>
                <a:lnTo>
                  <a:pt x="1381125" y="2324100"/>
                </a:lnTo>
                <a:close/>
                <a:moveTo>
                  <a:pt x="1104900" y="2324100"/>
                </a:moveTo>
                <a:lnTo>
                  <a:pt x="1114425" y="2324100"/>
                </a:lnTo>
                <a:lnTo>
                  <a:pt x="1114425" y="2333625"/>
                </a:lnTo>
                <a:lnTo>
                  <a:pt x="1104900" y="2333625"/>
                </a:lnTo>
                <a:close/>
                <a:moveTo>
                  <a:pt x="1524000" y="2324100"/>
                </a:moveTo>
                <a:lnTo>
                  <a:pt x="1533525" y="2324100"/>
                </a:lnTo>
                <a:lnTo>
                  <a:pt x="1533525" y="2333625"/>
                </a:lnTo>
                <a:lnTo>
                  <a:pt x="1552575" y="2333625"/>
                </a:lnTo>
                <a:lnTo>
                  <a:pt x="1552575" y="2343150"/>
                </a:lnTo>
                <a:lnTo>
                  <a:pt x="1514475" y="2343150"/>
                </a:lnTo>
                <a:lnTo>
                  <a:pt x="1514475" y="2333625"/>
                </a:lnTo>
                <a:lnTo>
                  <a:pt x="1524000" y="2333625"/>
                </a:lnTo>
                <a:close/>
                <a:moveTo>
                  <a:pt x="1571625" y="2324100"/>
                </a:moveTo>
                <a:lnTo>
                  <a:pt x="1590675" y="2324100"/>
                </a:lnTo>
                <a:lnTo>
                  <a:pt x="1590675" y="2333625"/>
                </a:lnTo>
                <a:lnTo>
                  <a:pt x="1609725" y="2333625"/>
                </a:lnTo>
                <a:lnTo>
                  <a:pt x="1609725" y="2343150"/>
                </a:lnTo>
                <a:lnTo>
                  <a:pt x="1619250" y="2343150"/>
                </a:lnTo>
                <a:lnTo>
                  <a:pt x="1619250" y="2352675"/>
                </a:lnTo>
                <a:lnTo>
                  <a:pt x="1600200" y="2352675"/>
                </a:lnTo>
                <a:lnTo>
                  <a:pt x="1600200" y="2343150"/>
                </a:lnTo>
                <a:lnTo>
                  <a:pt x="1562100" y="2343150"/>
                </a:lnTo>
                <a:lnTo>
                  <a:pt x="1562100" y="2333625"/>
                </a:lnTo>
                <a:lnTo>
                  <a:pt x="1571625" y="2333625"/>
                </a:lnTo>
                <a:close/>
                <a:moveTo>
                  <a:pt x="1647825" y="2324100"/>
                </a:moveTo>
                <a:lnTo>
                  <a:pt x="1676400" y="2324100"/>
                </a:lnTo>
                <a:lnTo>
                  <a:pt x="1676400" y="2333625"/>
                </a:lnTo>
                <a:lnTo>
                  <a:pt x="1647825" y="2333625"/>
                </a:lnTo>
                <a:close/>
                <a:moveTo>
                  <a:pt x="333375" y="2333625"/>
                </a:moveTo>
                <a:lnTo>
                  <a:pt x="342900" y="2333625"/>
                </a:lnTo>
                <a:lnTo>
                  <a:pt x="342900" y="2352675"/>
                </a:lnTo>
                <a:lnTo>
                  <a:pt x="352425" y="2352675"/>
                </a:lnTo>
                <a:lnTo>
                  <a:pt x="352425" y="2333625"/>
                </a:lnTo>
                <a:lnTo>
                  <a:pt x="361950" y="2333625"/>
                </a:lnTo>
                <a:lnTo>
                  <a:pt x="361950" y="2352675"/>
                </a:lnTo>
                <a:lnTo>
                  <a:pt x="352425" y="2352675"/>
                </a:lnTo>
                <a:lnTo>
                  <a:pt x="352425" y="2362200"/>
                </a:lnTo>
                <a:lnTo>
                  <a:pt x="342900" y="2362200"/>
                </a:lnTo>
                <a:lnTo>
                  <a:pt x="342900" y="2371725"/>
                </a:lnTo>
                <a:lnTo>
                  <a:pt x="352425" y="2371725"/>
                </a:lnTo>
                <a:lnTo>
                  <a:pt x="352425" y="2381250"/>
                </a:lnTo>
                <a:lnTo>
                  <a:pt x="333375" y="2381250"/>
                </a:lnTo>
                <a:lnTo>
                  <a:pt x="333375" y="2409825"/>
                </a:lnTo>
                <a:lnTo>
                  <a:pt x="323850" y="2409825"/>
                </a:lnTo>
                <a:lnTo>
                  <a:pt x="323850" y="2371725"/>
                </a:lnTo>
                <a:lnTo>
                  <a:pt x="333375" y="2371725"/>
                </a:lnTo>
                <a:close/>
                <a:moveTo>
                  <a:pt x="1466850" y="2333625"/>
                </a:moveTo>
                <a:lnTo>
                  <a:pt x="1495425" y="2333625"/>
                </a:lnTo>
                <a:lnTo>
                  <a:pt x="1495425" y="2352675"/>
                </a:lnTo>
                <a:lnTo>
                  <a:pt x="1466850" y="2352675"/>
                </a:lnTo>
                <a:close/>
                <a:moveTo>
                  <a:pt x="1104900" y="2343150"/>
                </a:moveTo>
                <a:lnTo>
                  <a:pt x="1114425" y="2343150"/>
                </a:lnTo>
                <a:lnTo>
                  <a:pt x="1114425" y="2352675"/>
                </a:lnTo>
                <a:lnTo>
                  <a:pt x="1104900" y="2352675"/>
                </a:lnTo>
                <a:close/>
                <a:moveTo>
                  <a:pt x="542925" y="2352675"/>
                </a:moveTo>
                <a:lnTo>
                  <a:pt x="571500" y="2352675"/>
                </a:lnTo>
                <a:lnTo>
                  <a:pt x="571500" y="2362200"/>
                </a:lnTo>
                <a:lnTo>
                  <a:pt x="542925" y="2362200"/>
                </a:lnTo>
                <a:close/>
                <a:moveTo>
                  <a:pt x="1000125" y="2352675"/>
                </a:moveTo>
                <a:lnTo>
                  <a:pt x="1009650" y="2352675"/>
                </a:lnTo>
                <a:lnTo>
                  <a:pt x="1009650" y="2371725"/>
                </a:lnTo>
                <a:lnTo>
                  <a:pt x="1000125" y="2371725"/>
                </a:lnTo>
                <a:close/>
                <a:moveTo>
                  <a:pt x="390525" y="2362200"/>
                </a:moveTo>
                <a:lnTo>
                  <a:pt x="409575" y="2362200"/>
                </a:lnTo>
                <a:lnTo>
                  <a:pt x="409575" y="2371725"/>
                </a:lnTo>
                <a:lnTo>
                  <a:pt x="400050" y="2371725"/>
                </a:lnTo>
                <a:lnTo>
                  <a:pt x="400050" y="2381250"/>
                </a:lnTo>
                <a:lnTo>
                  <a:pt x="381000" y="2381250"/>
                </a:lnTo>
                <a:lnTo>
                  <a:pt x="381000" y="2371725"/>
                </a:lnTo>
                <a:lnTo>
                  <a:pt x="390525" y="2371725"/>
                </a:lnTo>
                <a:close/>
                <a:moveTo>
                  <a:pt x="419100" y="2362200"/>
                </a:moveTo>
                <a:lnTo>
                  <a:pt x="428625" y="2362200"/>
                </a:lnTo>
                <a:lnTo>
                  <a:pt x="428625" y="2371725"/>
                </a:lnTo>
                <a:lnTo>
                  <a:pt x="419100" y="2371725"/>
                </a:lnTo>
                <a:close/>
                <a:moveTo>
                  <a:pt x="438150" y="2362200"/>
                </a:moveTo>
                <a:lnTo>
                  <a:pt x="447675" y="2362200"/>
                </a:lnTo>
                <a:lnTo>
                  <a:pt x="447675" y="2371725"/>
                </a:lnTo>
                <a:lnTo>
                  <a:pt x="438150" y="2371725"/>
                </a:lnTo>
                <a:close/>
                <a:moveTo>
                  <a:pt x="723900" y="2362200"/>
                </a:moveTo>
                <a:lnTo>
                  <a:pt x="733425" y="2362200"/>
                </a:lnTo>
                <a:lnTo>
                  <a:pt x="733425" y="2371725"/>
                </a:lnTo>
                <a:lnTo>
                  <a:pt x="723900" y="2371725"/>
                </a:lnTo>
                <a:close/>
                <a:moveTo>
                  <a:pt x="762000" y="2362200"/>
                </a:moveTo>
                <a:lnTo>
                  <a:pt x="771525" y="2362200"/>
                </a:lnTo>
                <a:lnTo>
                  <a:pt x="771525" y="2381250"/>
                </a:lnTo>
                <a:lnTo>
                  <a:pt x="762000" y="2381250"/>
                </a:lnTo>
                <a:close/>
                <a:moveTo>
                  <a:pt x="781050" y="2362200"/>
                </a:moveTo>
                <a:lnTo>
                  <a:pt x="790575" y="2362200"/>
                </a:lnTo>
                <a:lnTo>
                  <a:pt x="790575" y="2371725"/>
                </a:lnTo>
                <a:lnTo>
                  <a:pt x="781050" y="2371725"/>
                </a:lnTo>
                <a:close/>
                <a:moveTo>
                  <a:pt x="923925" y="2362200"/>
                </a:moveTo>
                <a:lnTo>
                  <a:pt x="952500" y="2362200"/>
                </a:lnTo>
                <a:lnTo>
                  <a:pt x="952500" y="2390775"/>
                </a:lnTo>
                <a:lnTo>
                  <a:pt x="923925" y="2390775"/>
                </a:lnTo>
                <a:close/>
                <a:moveTo>
                  <a:pt x="1085850" y="2362200"/>
                </a:moveTo>
                <a:lnTo>
                  <a:pt x="1162050" y="2362200"/>
                </a:lnTo>
                <a:lnTo>
                  <a:pt x="1162050" y="2371725"/>
                </a:lnTo>
                <a:lnTo>
                  <a:pt x="1085850" y="2371725"/>
                </a:lnTo>
                <a:close/>
                <a:moveTo>
                  <a:pt x="733425" y="2371725"/>
                </a:moveTo>
                <a:lnTo>
                  <a:pt x="752475" y="2371725"/>
                </a:lnTo>
                <a:lnTo>
                  <a:pt x="752475" y="2381250"/>
                </a:lnTo>
                <a:lnTo>
                  <a:pt x="742950" y="2381250"/>
                </a:lnTo>
                <a:lnTo>
                  <a:pt x="742950" y="2390775"/>
                </a:lnTo>
                <a:lnTo>
                  <a:pt x="733425" y="2390775"/>
                </a:lnTo>
                <a:close/>
                <a:moveTo>
                  <a:pt x="1009650" y="2371725"/>
                </a:moveTo>
                <a:lnTo>
                  <a:pt x="1019175" y="2371725"/>
                </a:lnTo>
                <a:lnTo>
                  <a:pt x="1019175" y="2381250"/>
                </a:lnTo>
                <a:lnTo>
                  <a:pt x="1009650" y="2381250"/>
                </a:lnTo>
                <a:close/>
                <a:moveTo>
                  <a:pt x="1314450" y="2371725"/>
                </a:moveTo>
                <a:lnTo>
                  <a:pt x="1323975" y="2371725"/>
                </a:lnTo>
                <a:lnTo>
                  <a:pt x="1323975" y="2381250"/>
                </a:lnTo>
                <a:lnTo>
                  <a:pt x="1333500" y="2381250"/>
                </a:lnTo>
                <a:lnTo>
                  <a:pt x="1333500" y="2390775"/>
                </a:lnTo>
                <a:lnTo>
                  <a:pt x="1323975" y="2390775"/>
                </a:lnTo>
                <a:lnTo>
                  <a:pt x="1323975" y="2400300"/>
                </a:lnTo>
                <a:lnTo>
                  <a:pt x="1314450" y="2400300"/>
                </a:lnTo>
                <a:lnTo>
                  <a:pt x="1314450" y="2419350"/>
                </a:lnTo>
                <a:lnTo>
                  <a:pt x="1285875" y="2419350"/>
                </a:lnTo>
                <a:lnTo>
                  <a:pt x="1285875" y="2428875"/>
                </a:lnTo>
                <a:lnTo>
                  <a:pt x="1304925" y="2428875"/>
                </a:lnTo>
                <a:lnTo>
                  <a:pt x="1304925" y="2438400"/>
                </a:lnTo>
                <a:lnTo>
                  <a:pt x="1276350" y="2438400"/>
                </a:lnTo>
                <a:lnTo>
                  <a:pt x="1276350" y="2428875"/>
                </a:lnTo>
                <a:lnTo>
                  <a:pt x="1247775" y="2428875"/>
                </a:lnTo>
                <a:lnTo>
                  <a:pt x="1247775" y="2419350"/>
                </a:lnTo>
                <a:lnTo>
                  <a:pt x="1238250" y="2419350"/>
                </a:lnTo>
                <a:lnTo>
                  <a:pt x="1238250" y="2409825"/>
                </a:lnTo>
                <a:lnTo>
                  <a:pt x="1247775" y="2409825"/>
                </a:lnTo>
                <a:lnTo>
                  <a:pt x="1247775" y="2419350"/>
                </a:lnTo>
                <a:lnTo>
                  <a:pt x="1276350" y="2419350"/>
                </a:lnTo>
                <a:lnTo>
                  <a:pt x="1276350" y="2409825"/>
                </a:lnTo>
                <a:lnTo>
                  <a:pt x="1304925" y="2409825"/>
                </a:lnTo>
                <a:lnTo>
                  <a:pt x="1304925" y="2400300"/>
                </a:lnTo>
                <a:lnTo>
                  <a:pt x="1295400" y="2400300"/>
                </a:lnTo>
                <a:lnTo>
                  <a:pt x="1295400" y="2390775"/>
                </a:lnTo>
                <a:lnTo>
                  <a:pt x="1304925" y="2390775"/>
                </a:lnTo>
                <a:lnTo>
                  <a:pt x="1304925" y="2381250"/>
                </a:lnTo>
                <a:lnTo>
                  <a:pt x="1314450" y="2381250"/>
                </a:lnTo>
                <a:close/>
                <a:moveTo>
                  <a:pt x="352425" y="2381250"/>
                </a:moveTo>
                <a:lnTo>
                  <a:pt x="361950" y="2381250"/>
                </a:lnTo>
                <a:lnTo>
                  <a:pt x="361950" y="2390775"/>
                </a:lnTo>
                <a:lnTo>
                  <a:pt x="352425" y="2390775"/>
                </a:lnTo>
                <a:close/>
                <a:moveTo>
                  <a:pt x="400050" y="2381250"/>
                </a:moveTo>
                <a:lnTo>
                  <a:pt x="409575" y="2381250"/>
                </a:lnTo>
                <a:lnTo>
                  <a:pt x="409575" y="2390775"/>
                </a:lnTo>
                <a:lnTo>
                  <a:pt x="400050" y="2390775"/>
                </a:lnTo>
                <a:close/>
                <a:moveTo>
                  <a:pt x="466725" y="2381250"/>
                </a:moveTo>
                <a:lnTo>
                  <a:pt x="476250" y="2381250"/>
                </a:lnTo>
                <a:lnTo>
                  <a:pt x="476250" y="2390775"/>
                </a:lnTo>
                <a:lnTo>
                  <a:pt x="466725" y="2390775"/>
                </a:lnTo>
                <a:close/>
                <a:moveTo>
                  <a:pt x="1019175" y="2381250"/>
                </a:moveTo>
                <a:lnTo>
                  <a:pt x="1028700" y="2381250"/>
                </a:lnTo>
                <a:lnTo>
                  <a:pt x="1028700" y="2390775"/>
                </a:lnTo>
                <a:lnTo>
                  <a:pt x="1019175" y="2390775"/>
                </a:lnTo>
                <a:close/>
                <a:moveTo>
                  <a:pt x="1181100" y="2381250"/>
                </a:moveTo>
                <a:lnTo>
                  <a:pt x="1190625" y="2381250"/>
                </a:lnTo>
                <a:lnTo>
                  <a:pt x="1190625" y="2390775"/>
                </a:lnTo>
                <a:lnTo>
                  <a:pt x="1181100" y="2390775"/>
                </a:lnTo>
                <a:close/>
                <a:moveTo>
                  <a:pt x="1390650" y="2390775"/>
                </a:moveTo>
                <a:lnTo>
                  <a:pt x="1419225" y="2390775"/>
                </a:lnTo>
                <a:lnTo>
                  <a:pt x="1419225" y="2400300"/>
                </a:lnTo>
                <a:lnTo>
                  <a:pt x="1390650" y="2400300"/>
                </a:lnTo>
                <a:close/>
                <a:moveTo>
                  <a:pt x="1514475" y="2390775"/>
                </a:moveTo>
                <a:lnTo>
                  <a:pt x="1533525" y="2390775"/>
                </a:lnTo>
                <a:lnTo>
                  <a:pt x="1533525" y="2409825"/>
                </a:lnTo>
                <a:lnTo>
                  <a:pt x="1514475" y="2409825"/>
                </a:lnTo>
                <a:close/>
                <a:moveTo>
                  <a:pt x="1638300" y="2390775"/>
                </a:moveTo>
                <a:lnTo>
                  <a:pt x="1657350" y="2390775"/>
                </a:lnTo>
                <a:lnTo>
                  <a:pt x="1657350" y="2409825"/>
                </a:lnTo>
                <a:lnTo>
                  <a:pt x="1676400" y="2409825"/>
                </a:lnTo>
                <a:lnTo>
                  <a:pt x="1676400" y="2419350"/>
                </a:lnTo>
                <a:lnTo>
                  <a:pt x="1685925" y="2419350"/>
                </a:lnTo>
                <a:lnTo>
                  <a:pt x="1685925" y="2428875"/>
                </a:lnTo>
                <a:lnTo>
                  <a:pt x="1638300" y="2428875"/>
                </a:lnTo>
                <a:close/>
                <a:moveTo>
                  <a:pt x="1323975" y="2400300"/>
                </a:moveTo>
                <a:lnTo>
                  <a:pt x="1333500" y="2400300"/>
                </a:lnTo>
                <a:lnTo>
                  <a:pt x="1333500" y="2409825"/>
                </a:lnTo>
                <a:lnTo>
                  <a:pt x="1323975" y="2409825"/>
                </a:lnTo>
                <a:close/>
                <a:moveTo>
                  <a:pt x="1343025" y="2400300"/>
                </a:moveTo>
                <a:lnTo>
                  <a:pt x="1371600" y="2400300"/>
                </a:lnTo>
                <a:lnTo>
                  <a:pt x="1371600" y="2409825"/>
                </a:lnTo>
                <a:lnTo>
                  <a:pt x="1343025" y="2409825"/>
                </a:lnTo>
                <a:close/>
                <a:moveTo>
                  <a:pt x="333375" y="2409825"/>
                </a:moveTo>
                <a:lnTo>
                  <a:pt x="342900" y="2409825"/>
                </a:lnTo>
                <a:lnTo>
                  <a:pt x="342900" y="2428875"/>
                </a:lnTo>
                <a:lnTo>
                  <a:pt x="352425" y="2428875"/>
                </a:lnTo>
                <a:lnTo>
                  <a:pt x="352425" y="2466975"/>
                </a:lnTo>
                <a:lnTo>
                  <a:pt x="333375" y="2466975"/>
                </a:lnTo>
                <a:lnTo>
                  <a:pt x="333375" y="2457450"/>
                </a:lnTo>
                <a:lnTo>
                  <a:pt x="323850" y="2457450"/>
                </a:lnTo>
                <a:lnTo>
                  <a:pt x="323850" y="2447925"/>
                </a:lnTo>
                <a:lnTo>
                  <a:pt x="314325" y="2447925"/>
                </a:lnTo>
                <a:lnTo>
                  <a:pt x="314325" y="2438400"/>
                </a:lnTo>
                <a:lnTo>
                  <a:pt x="323850" y="2438400"/>
                </a:lnTo>
                <a:lnTo>
                  <a:pt x="323850" y="2419350"/>
                </a:lnTo>
                <a:lnTo>
                  <a:pt x="333375" y="2419350"/>
                </a:lnTo>
                <a:close/>
                <a:moveTo>
                  <a:pt x="352425" y="2409825"/>
                </a:moveTo>
                <a:lnTo>
                  <a:pt x="371475" y="2409825"/>
                </a:lnTo>
                <a:lnTo>
                  <a:pt x="371475" y="2419350"/>
                </a:lnTo>
                <a:lnTo>
                  <a:pt x="352425" y="2419350"/>
                </a:lnTo>
                <a:close/>
                <a:moveTo>
                  <a:pt x="371475" y="2419350"/>
                </a:moveTo>
                <a:lnTo>
                  <a:pt x="381000" y="2419350"/>
                </a:lnTo>
                <a:lnTo>
                  <a:pt x="381000" y="2428875"/>
                </a:lnTo>
                <a:lnTo>
                  <a:pt x="371475" y="2428875"/>
                </a:lnTo>
                <a:close/>
                <a:moveTo>
                  <a:pt x="923925" y="2419350"/>
                </a:moveTo>
                <a:lnTo>
                  <a:pt x="952500" y="2419350"/>
                </a:lnTo>
                <a:lnTo>
                  <a:pt x="952500" y="2428875"/>
                </a:lnTo>
                <a:lnTo>
                  <a:pt x="990600" y="2428875"/>
                </a:lnTo>
                <a:lnTo>
                  <a:pt x="990600" y="2447925"/>
                </a:lnTo>
                <a:lnTo>
                  <a:pt x="981075" y="2447925"/>
                </a:lnTo>
                <a:lnTo>
                  <a:pt x="981075" y="2457450"/>
                </a:lnTo>
                <a:lnTo>
                  <a:pt x="962025" y="2457450"/>
                </a:lnTo>
                <a:lnTo>
                  <a:pt x="962025" y="2447925"/>
                </a:lnTo>
                <a:lnTo>
                  <a:pt x="895350" y="2447925"/>
                </a:lnTo>
                <a:lnTo>
                  <a:pt x="895350" y="2457450"/>
                </a:lnTo>
                <a:lnTo>
                  <a:pt x="876300" y="2457450"/>
                </a:lnTo>
                <a:lnTo>
                  <a:pt x="876300" y="2447925"/>
                </a:lnTo>
                <a:lnTo>
                  <a:pt x="885825" y="2447925"/>
                </a:lnTo>
                <a:lnTo>
                  <a:pt x="885825" y="2428875"/>
                </a:lnTo>
                <a:lnTo>
                  <a:pt x="923925" y="2428875"/>
                </a:lnTo>
                <a:close/>
                <a:moveTo>
                  <a:pt x="1038225" y="2419350"/>
                </a:moveTo>
                <a:lnTo>
                  <a:pt x="1047750" y="2419350"/>
                </a:lnTo>
                <a:lnTo>
                  <a:pt x="1047750" y="2428875"/>
                </a:lnTo>
                <a:lnTo>
                  <a:pt x="1038225" y="2428875"/>
                </a:lnTo>
                <a:close/>
                <a:moveTo>
                  <a:pt x="552450" y="2428875"/>
                </a:moveTo>
                <a:lnTo>
                  <a:pt x="600075" y="2428875"/>
                </a:lnTo>
                <a:lnTo>
                  <a:pt x="600075" y="2447925"/>
                </a:lnTo>
                <a:lnTo>
                  <a:pt x="581025" y="2447925"/>
                </a:lnTo>
                <a:lnTo>
                  <a:pt x="581025" y="2457450"/>
                </a:lnTo>
                <a:lnTo>
                  <a:pt x="571500" y="2457450"/>
                </a:lnTo>
                <a:lnTo>
                  <a:pt x="571500" y="2466975"/>
                </a:lnTo>
                <a:lnTo>
                  <a:pt x="561975" y="2466975"/>
                </a:lnTo>
                <a:lnTo>
                  <a:pt x="561975" y="2457450"/>
                </a:lnTo>
                <a:lnTo>
                  <a:pt x="552450" y="2457450"/>
                </a:lnTo>
                <a:lnTo>
                  <a:pt x="552450" y="2447925"/>
                </a:lnTo>
                <a:lnTo>
                  <a:pt x="571500" y="2447925"/>
                </a:lnTo>
                <a:lnTo>
                  <a:pt x="571500" y="2438400"/>
                </a:lnTo>
                <a:lnTo>
                  <a:pt x="552450" y="2438400"/>
                </a:lnTo>
                <a:close/>
                <a:moveTo>
                  <a:pt x="790575" y="2428875"/>
                </a:moveTo>
                <a:lnTo>
                  <a:pt x="866775" y="2428875"/>
                </a:lnTo>
                <a:lnTo>
                  <a:pt x="866775" y="2447925"/>
                </a:lnTo>
                <a:lnTo>
                  <a:pt x="781050" y="2447925"/>
                </a:lnTo>
                <a:lnTo>
                  <a:pt x="781050" y="2438400"/>
                </a:lnTo>
                <a:lnTo>
                  <a:pt x="790575" y="2438400"/>
                </a:lnTo>
                <a:close/>
                <a:moveTo>
                  <a:pt x="1057275" y="2428875"/>
                </a:moveTo>
                <a:lnTo>
                  <a:pt x="1066800" y="2428875"/>
                </a:lnTo>
                <a:lnTo>
                  <a:pt x="1066800" y="2438400"/>
                </a:lnTo>
                <a:lnTo>
                  <a:pt x="1057275" y="2438400"/>
                </a:lnTo>
                <a:close/>
                <a:moveTo>
                  <a:pt x="1076325" y="2428875"/>
                </a:moveTo>
                <a:lnTo>
                  <a:pt x="1114425" y="2428875"/>
                </a:lnTo>
                <a:lnTo>
                  <a:pt x="1114425" y="2438400"/>
                </a:lnTo>
                <a:lnTo>
                  <a:pt x="1123950" y="2438400"/>
                </a:lnTo>
                <a:lnTo>
                  <a:pt x="1123950" y="2428875"/>
                </a:lnTo>
                <a:lnTo>
                  <a:pt x="1143000" y="2428875"/>
                </a:lnTo>
                <a:lnTo>
                  <a:pt x="1143000" y="2457450"/>
                </a:lnTo>
                <a:lnTo>
                  <a:pt x="1133475" y="2457450"/>
                </a:lnTo>
                <a:lnTo>
                  <a:pt x="1133475" y="2447925"/>
                </a:lnTo>
                <a:lnTo>
                  <a:pt x="1085850" y="2447925"/>
                </a:lnTo>
                <a:lnTo>
                  <a:pt x="1085850" y="2438400"/>
                </a:lnTo>
                <a:lnTo>
                  <a:pt x="1076325" y="2438400"/>
                </a:lnTo>
                <a:close/>
                <a:moveTo>
                  <a:pt x="1590675" y="2428875"/>
                </a:moveTo>
                <a:lnTo>
                  <a:pt x="1619250" y="2428875"/>
                </a:lnTo>
                <a:lnTo>
                  <a:pt x="1619250" y="2438400"/>
                </a:lnTo>
                <a:lnTo>
                  <a:pt x="1590675" y="2438400"/>
                </a:lnTo>
                <a:close/>
                <a:moveTo>
                  <a:pt x="1695450" y="2428875"/>
                </a:moveTo>
                <a:lnTo>
                  <a:pt x="1704975" y="2428875"/>
                </a:lnTo>
                <a:lnTo>
                  <a:pt x="1704975" y="2438400"/>
                </a:lnTo>
                <a:lnTo>
                  <a:pt x="1695450" y="2438400"/>
                </a:lnTo>
                <a:close/>
                <a:moveTo>
                  <a:pt x="180975" y="2438400"/>
                </a:moveTo>
                <a:lnTo>
                  <a:pt x="200025" y="2438400"/>
                </a:lnTo>
                <a:lnTo>
                  <a:pt x="200025" y="2447925"/>
                </a:lnTo>
                <a:lnTo>
                  <a:pt x="180975" y="2447925"/>
                </a:lnTo>
                <a:close/>
                <a:moveTo>
                  <a:pt x="733425" y="2438400"/>
                </a:moveTo>
                <a:lnTo>
                  <a:pt x="742950" y="2438400"/>
                </a:lnTo>
                <a:lnTo>
                  <a:pt x="742950" y="2447925"/>
                </a:lnTo>
                <a:lnTo>
                  <a:pt x="733425" y="2447925"/>
                </a:lnTo>
                <a:close/>
                <a:moveTo>
                  <a:pt x="923925" y="2438400"/>
                </a:moveTo>
                <a:lnTo>
                  <a:pt x="933450" y="2438400"/>
                </a:lnTo>
                <a:lnTo>
                  <a:pt x="933450" y="2428875"/>
                </a:lnTo>
                <a:lnTo>
                  <a:pt x="923925" y="2428875"/>
                </a:lnTo>
                <a:close/>
                <a:moveTo>
                  <a:pt x="714375" y="2447925"/>
                </a:moveTo>
                <a:lnTo>
                  <a:pt x="733425" y="2447925"/>
                </a:lnTo>
                <a:lnTo>
                  <a:pt x="733425" y="2457450"/>
                </a:lnTo>
                <a:lnTo>
                  <a:pt x="714375" y="2457450"/>
                </a:lnTo>
                <a:close/>
                <a:moveTo>
                  <a:pt x="542925" y="2457450"/>
                </a:moveTo>
                <a:lnTo>
                  <a:pt x="552450" y="2457450"/>
                </a:lnTo>
                <a:lnTo>
                  <a:pt x="552450" y="2466975"/>
                </a:lnTo>
                <a:lnTo>
                  <a:pt x="542925" y="2466975"/>
                </a:lnTo>
                <a:close/>
                <a:moveTo>
                  <a:pt x="838200" y="2466975"/>
                </a:moveTo>
                <a:lnTo>
                  <a:pt x="876300" y="2466975"/>
                </a:lnTo>
                <a:lnTo>
                  <a:pt x="876300" y="2476500"/>
                </a:lnTo>
                <a:lnTo>
                  <a:pt x="838200" y="2476500"/>
                </a:lnTo>
                <a:close/>
                <a:moveTo>
                  <a:pt x="962025" y="2466975"/>
                </a:moveTo>
                <a:lnTo>
                  <a:pt x="981075" y="2466975"/>
                </a:lnTo>
                <a:lnTo>
                  <a:pt x="981075" y="2476500"/>
                </a:lnTo>
                <a:lnTo>
                  <a:pt x="962025" y="2476500"/>
                </a:lnTo>
                <a:close/>
                <a:moveTo>
                  <a:pt x="1038225" y="2466975"/>
                </a:moveTo>
                <a:lnTo>
                  <a:pt x="1066800" y="2466975"/>
                </a:lnTo>
                <a:lnTo>
                  <a:pt x="1066800" y="2486025"/>
                </a:lnTo>
                <a:lnTo>
                  <a:pt x="1047750" y="2486025"/>
                </a:lnTo>
                <a:lnTo>
                  <a:pt x="1047750" y="2476500"/>
                </a:lnTo>
                <a:lnTo>
                  <a:pt x="1038225" y="2476500"/>
                </a:lnTo>
                <a:close/>
                <a:moveTo>
                  <a:pt x="1114425" y="2466975"/>
                </a:moveTo>
                <a:lnTo>
                  <a:pt x="1133475" y="2466975"/>
                </a:lnTo>
                <a:lnTo>
                  <a:pt x="1133475" y="2476500"/>
                </a:lnTo>
                <a:lnTo>
                  <a:pt x="1114425" y="2476500"/>
                </a:lnTo>
                <a:close/>
                <a:moveTo>
                  <a:pt x="1143000" y="2466975"/>
                </a:moveTo>
                <a:lnTo>
                  <a:pt x="1152525" y="2466975"/>
                </a:lnTo>
                <a:lnTo>
                  <a:pt x="1152525" y="2476500"/>
                </a:lnTo>
                <a:lnTo>
                  <a:pt x="1143000" y="2476500"/>
                </a:lnTo>
                <a:close/>
                <a:moveTo>
                  <a:pt x="1162050" y="2466975"/>
                </a:moveTo>
                <a:lnTo>
                  <a:pt x="1171575" y="2466975"/>
                </a:lnTo>
                <a:lnTo>
                  <a:pt x="1171575" y="2476500"/>
                </a:lnTo>
                <a:lnTo>
                  <a:pt x="1181100" y="2476500"/>
                </a:lnTo>
                <a:lnTo>
                  <a:pt x="1181100" y="2486025"/>
                </a:lnTo>
                <a:lnTo>
                  <a:pt x="1162050" y="2486025"/>
                </a:lnTo>
                <a:close/>
                <a:moveTo>
                  <a:pt x="981075" y="2476500"/>
                </a:moveTo>
                <a:lnTo>
                  <a:pt x="990600" y="2476500"/>
                </a:lnTo>
                <a:lnTo>
                  <a:pt x="990600" y="2486025"/>
                </a:lnTo>
                <a:lnTo>
                  <a:pt x="981075" y="2486025"/>
                </a:lnTo>
                <a:close/>
                <a:moveTo>
                  <a:pt x="1628775" y="2476500"/>
                </a:moveTo>
                <a:lnTo>
                  <a:pt x="1666875" y="2476500"/>
                </a:lnTo>
                <a:lnTo>
                  <a:pt x="1666875" y="2486025"/>
                </a:lnTo>
                <a:lnTo>
                  <a:pt x="1628775" y="2486025"/>
                </a:lnTo>
                <a:close/>
                <a:moveTo>
                  <a:pt x="361950" y="2505075"/>
                </a:moveTo>
                <a:lnTo>
                  <a:pt x="381000" y="2505075"/>
                </a:lnTo>
                <a:lnTo>
                  <a:pt x="381000" y="2514600"/>
                </a:lnTo>
                <a:lnTo>
                  <a:pt x="390525" y="2514600"/>
                </a:lnTo>
                <a:lnTo>
                  <a:pt x="390525" y="2524125"/>
                </a:lnTo>
                <a:lnTo>
                  <a:pt x="400050" y="2524125"/>
                </a:lnTo>
                <a:lnTo>
                  <a:pt x="400050" y="2533650"/>
                </a:lnTo>
                <a:lnTo>
                  <a:pt x="390525" y="2533650"/>
                </a:lnTo>
                <a:lnTo>
                  <a:pt x="390525" y="2562225"/>
                </a:lnTo>
                <a:lnTo>
                  <a:pt x="428625" y="2562225"/>
                </a:lnTo>
                <a:lnTo>
                  <a:pt x="428625" y="2571750"/>
                </a:lnTo>
                <a:lnTo>
                  <a:pt x="438150" y="2571750"/>
                </a:lnTo>
                <a:lnTo>
                  <a:pt x="438150" y="2581275"/>
                </a:lnTo>
                <a:lnTo>
                  <a:pt x="400050" y="2581275"/>
                </a:lnTo>
                <a:lnTo>
                  <a:pt x="400050" y="2571750"/>
                </a:lnTo>
                <a:lnTo>
                  <a:pt x="371475" y="2571750"/>
                </a:lnTo>
                <a:lnTo>
                  <a:pt x="371475" y="2562225"/>
                </a:lnTo>
                <a:lnTo>
                  <a:pt x="361950" y="2562225"/>
                </a:lnTo>
                <a:lnTo>
                  <a:pt x="361950" y="2543175"/>
                </a:lnTo>
                <a:lnTo>
                  <a:pt x="342900" y="2543175"/>
                </a:lnTo>
                <a:lnTo>
                  <a:pt x="342900" y="2524125"/>
                </a:lnTo>
                <a:lnTo>
                  <a:pt x="352425" y="2524125"/>
                </a:lnTo>
                <a:lnTo>
                  <a:pt x="352425" y="2514600"/>
                </a:lnTo>
                <a:lnTo>
                  <a:pt x="361950" y="2514600"/>
                </a:lnTo>
                <a:close/>
                <a:moveTo>
                  <a:pt x="466725" y="2505075"/>
                </a:moveTo>
                <a:lnTo>
                  <a:pt x="485775" y="2505075"/>
                </a:lnTo>
                <a:lnTo>
                  <a:pt x="485775" y="2514600"/>
                </a:lnTo>
                <a:lnTo>
                  <a:pt x="514350" y="2514600"/>
                </a:lnTo>
                <a:lnTo>
                  <a:pt x="514350" y="2505075"/>
                </a:lnTo>
                <a:lnTo>
                  <a:pt x="523875" y="2505075"/>
                </a:lnTo>
                <a:lnTo>
                  <a:pt x="523875" y="2514600"/>
                </a:lnTo>
                <a:lnTo>
                  <a:pt x="533400" y="2514600"/>
                </a:lnTo>
                <a:lnTo>
                  <a:pt x="533400" y="2524125"/>
                </a:lnTo>
                <a:lnTo>
                  <a:pt x="495300" y="2524125"/>
                </a:lnTo>
                <a:lnTo>
                  <a:pt x="495300" y="2533650"/>
                </a:lnTo>
                <a:lnTo>
                  <a:pt x="476250" y="2533650"/>
                </a:lnTo>
                <a:lnTo>
                  <a:pt x="476250" y="2524125"/>
                </a:lnTo>
                <a:lnTo>
                  <a:pt x="466725" y="2524125"/>
                </a:lnTo>
                <a:close/>
                <a:moveTo>
                  <a:pt x="1609725" y="2505075"/>
                </a:moveTo>
                <a:lnTo>
                  <a:pt x="1638300" y="2505075"/>
                </a:lnTo>
                <a:lnTo>
                  <a:pt x="1638300" y="2524125"/>
                </a:lnTo>
                <a:lnTo>
                  <a:pt x="1619250" y="2524125"/>
                </a:lnTo>
                <a:lnTo>
                  <a:pt x="1619250" y="2514600"/>
                </a:lnTo>
                <a:lnTo>
                  <a:pt x="1609725" y="2514600"/>
                </a:lnTo>
                <a:close/>
                <a:moveTo>
                  <a:pt x="180975" y="2514600"/>
                </a:moveTo>
                <a:lnTo>
                  <a:pt x="200025" y="2514600"/>
                </a:lnTo>
                <a:lnTo>
                  <a:pt x="200025" y="2533650"/>
                </a:lnTo>
                <a:lnTo>
                  <a:pt x="190500" y="2533650"/>
                </a:lnTo>
                <a:lnTo>
                  <a:pt x="190500" y="2543175"/>
                </a:lnTo>
                <a:lnTo>
                  <a:pt x="180975" y="2543175"/>
                </a:lnTo>
                <a:close/>
                <a:moveTo>
                  <a:pt x="219075" y="2514600"/>
                </a:moveTo>
                <a:lnTo>
                  <a:pt x="238125" y="2514600"/>
                </a:lnTo>
                <a:lnTo>
                  <a:pt x="238125" y="2524125"/>
                </a:lnTo>
                <a:lnTo>
                  <a:pt x="219075" y="2524125"/>
                </a:lnTo>
                <a:close/>
                <a:moveTo>
                  <a:pt x="257175" y="2514600"/>
                </a:moveTo>
                <a:lnTo>
                  <a:pt x="285750" y="2514600"/>
                </a:lnTo>
                <a:lnTo>
                  <a:pt x="285750" y="2524125"/>
                </a:lnTo>
                <a:lnTo>
                  <a:pt x="266700" y="2524125"/>
                </a:lnTo>
                <a:lnTo>
                  <a:pt x="266700" y="2533650"/>
                </a:lnTo>
                <a:lnTo>
                  <a:pt x="247650" y="2533650"/>
                </a:lnTo>
                <a:lnTo>
                  <a:pt x="247650" y="2524125"/>
                </a:lnTo>
                <a:lnTo>
                  <a:pt x="257175" y="2524125"/>
                </a:lnTo>
                <a:close/>
                <a:moveTo>
                  <a:pt x="295275" y="2514600"/>
                </a:moveTo>
                <a:lnTo>
                  <a:pt x="304800" y="2514600"/>
                </a:lnTo>
                <a:lnTo>
                  <a:pt x="304800" y="2524125"/>
                </a:lnTo>
                <a:lnTo>
                  <a:pt x="295275" y="2524125"/>
                </a:lnTo>
                <a:close/>
                <a:moveTo>
                  <a:pt x="542925" y="2514600"/>
                </a:moveTo>
                <a:lnTo>
                  <a:pt x="561975" y="2514600"/>
                </a:lnTo>
                <a:lnTo>
                  <a:pt x="561975" y="2524125"/>
                </a:lnTo>
                <a:lnTo>
                  <a:pt x="542925" y="2524125"/>
                </a:lnTo>
                <a:close/>
                <a:moveTo>
                  <a:pt x="1133475" y="2514600"/>
                </a:moveTo>
                <a:lnTo>
                  <a:pt x="1162050" y="2514600"/>
                </a:lnTo>
                <a:lnTo>
                  <a:pt x="1162050" y="2524125"/>
                </a:lnTo>
                <a:lnTo>
                  <a:pt x="1133475" y="2524125"/>
                </a:lnTo>
                <a:close/>
                <a:moveTo>
                  <a:pt x="1381125" y="2514600"/>
                </a:moveTo>
                <a:lnTo>
                  <a:pt x="1400175" y="2514600"/>
                </a:lnTo>
                <a:lnTo>
                  <a:pt x="1400175" y="2524125"/>
                </a:lnTo>
                <a:lnTo>
                  <a:pt x="1381125" y="2524125"/>
                </a:lnTo>
                <a:close/>
                <a:moveTo>
                  <a:pt x="1533525" y="2514600"/>
                </a:moveTo>
                <a:lnTo>
                  <a:pt x="1543050" y="2514600"/>
                </a:lnTo>
                <a:lnTo>
                  <a:pt x="1543050" y="2524125"/>
                </a:lnTo>
                <a:lnTo>
                  <a:pt x="1533525" y="2524125"/>
                </a:lnTo>
                <a:close/>
                <a:moveTo>
                  <a:pt x="1524000" y="2524125"/>
                </a:moveTo>
                <a:lnTo>
                  <a:pt x="1533525" y="2524125"/>
                </a:lnTo>
                <a:lnTo>
                  <a:pt x="1533525" y="2533650"/>
                </a:lnTo>
                <a:lnTo>
                  <a:pt x="1524000" y="2533650"/>
                </a:lnTo>
                <a:close/>
                <a:moveTo>
                  <a:pt x="476250" y="2552700"/>
                </a:moveTo>
                <a:lnTo>
                  <a:pt x="504825" y="2552700"/>
                </a:lnTo>
                <a:lnTo>
                  <a:pt x="504825" y="2571750"/>
                </a:lnTo>
                <a:lnTo>
                  <a:pt x="552450" y="2571750"/>
                </a:lnTo>
                <a:lnTo>
                  <a:pt x="552450" y="2581275"/>
                </a:lnTo>
                <a:lnTo>
                  <a:pt x="466725" y="2581275"/>
                </a:lnTo>
                <a:lnTo>
                  <a:pt x="466725" y="2562225"/>
                </a:lnTo>
                <a:lnTo>
                  <a:pt x="476250" y="2562225"/>
                </a:lnTo>
                <a:close/>
                <a:moveTo>
                  <a:pt x="523875" y="2552700"/>
                </a:moveTo>
                <a:lnTo>
                  <a:pt x="561975" y="2552700"/>
                </a:lnTo>
                <a:lnTo>
                  <a:pt x="561975" y="2562225"/>
                </a:lnTo>
                <a:lnTo>
                  <a:pt x="523875" y="2562225"/>
                </a:lnTo>
                <a:close/>
                <a:moveTo>
                  <a:pt x="352425" y="2562225"/>
                </a:moveTo>
                <a:lnTo>
                  <a:pt x="361950" y="2562225"/>
                </a:lnTo>
                <a:lnTo>
                  <a:pt x="361950" y="2571750"/>
                </a:lnTo>
                <a:lnTo>
                  <a:pt x="352425" y="2571750"/>
                </a:lnTo>
                <a:close/>
                <a:moveTo>
                  <a:pt x="561975" y="2562225"/>
                </a:moveTo>
                <a:lnTo>
                  <a:pt x="571500" y="2562225"/>
                </a:lnTo>
                <a:lnTo>
                  <a:pt x="571500" y="2571750"/>
                </a:lnTo>
                <a:lnTo>
                  <a:pt x="561975" y="2571750"/>
                </a:lnTo>
                <a:close/>
                <a:moveTo>
                  <a:pt x="361950" y="2571750"/>
                </a:moveTo>
                <a:lnTo>
                  <a:pt x="371475" y="2571750"/>
                </a:lnTo>
                <a:lnTo>
                  <a:pt x="371475" y="2581275"/>
                </a:lnTo>
                <a:lnTo>
                  <a:pt x="361950" y="2581275"/>
                </a:lnTo>
                <a:close/>
                <a:moveTo>
                  <a:pt x="1238250" y="2571750"/>
                </a:moveTo>
                <a:lnTo>
                  <a:pt x="1247775" y="2571750"/>
                </a:lnTo>
                <a:lnTo>
                  <a:pt x="1247775" y="2581275"/>
                </a:lnTo>
                <a:lnTo>
                  <a:pt x="1238250" y="2581275"/>
                </a:lnTo>
                <a:close/>
                <a:moveTo>
                  <a:pt x="619125" y="2590800"/>
                </a:moveTo>
                <a:lnTo>
                  <a:pt x="638175" y="2590800"/>
                </a:lnTo>
                <a:lnTo>
                  <a:pt x="638175" y="2600325"/>
                </a:lnTo>
                <a:lnTo>
                  <a:pt x="628650" y="2600325"/>
                </a:lnTo>
                <a:lnTo>
                  <a:pt x="628650" y="2609850"/>
                </a:lnTo>
                <a:lnTo>
                  <a:pt x="619125" y="2609850"/>
                </a:lnTo>
                <a:close/>
                <a:moveTo>
                  <a:pt x="371475" y="2619375"/>
                </a:moveTo>
                <a:lnTo>
                  <a:pt x="400050" y="2619375"/>
                </a:lnTo>
                <a:lnTo>
                  <a:pt x="400050" y="2628900"/>
                </a:lnTo>
                <a:lnTo>
                  <a:pt x="371475" y="2628900"/>
                </a:lnTo>
                <a:close/>
                <a:moveTo>
                  <a:pt x="447675" y="2619375"/>
                </a:moveTo>
                <a:lnTo>
                  <a:pt x="466725" y="2619375"/>
                </a:lnTo>
                <a:lnTo>
                  <a:pt x="466725" y="2628900"/>
                </a:lnTo>
                <a:lnTo>
                  <a:pt x="447675" y="2628900"/>
                </a:lnTo>
                <a:close/>
                <a:moveTo>
                  <a:pt x="600075" y="2619375"/>
                </a:moveTo>
                <a:lnTo>
                  <a:pt x="619125" y="2619375"/>
                </a:lnTo>
                <a:lnTo>
                  <a:pt x="619125" y="2638425"/>
                </a:lnTo>
                <a:lnTo>
                  <a:pt x="609600" y="2638425"/>
                </a:lnTo>
                <a:lnTo>
                  <a:pt x="609600" y="2647950"/>
                </a:lnTo>
                <a:lnTo>
                  <a:pt x="590550" y="2647950"/>
                </a:lnTo>
                <a:lnTo>
                  <a:pt x="590550" y="2628900"/>
                </a:lnTo>
                <a:lnTo>
                  <a:pt x="600075" y="2628900"/>
                </a:lnTo>
                <a:close/>
                <a:moveTo>
                  <a:pt x="400050" y="2628900"/>
                </a:moveTo>
                <a:lnTo>
                  <a:pt x="419100" y="2628900"/>
                </a:lnTo>
                <a:lnTo>
                  <a:pt x="419100" y="2638425"/>
                </a:lnTo>
                <a:lnTo>
                  <a:pt x="400050" y="2638425"/>
                </a:lnTo>
                <a:close/>
                <a:moveTo>
                  <a:pt x="857250" y="2628900"/>
                </a:moveTo>
                <a:lnTo>
                  <a:pt x="885825" y="2628900"/>
                </a:lnTo>
                <a:lnTo>
                  <a:pt x="885825" y="2647950"/>
                </a:lnTo>
                <a:lnTo>
                  <a:pt x="895350" y="2647950"/>
                </a:lnTo>
                <a:lnTo>
                  <a:pt x="895350" y="2657475"/>
                </a:lnTo>
                <a:lnTo>
                  <a:pt x="847725" y="2657475"/>
                </a:lnTo>
                <a:lnTo>
                  <a:pt x="847725" y="2647950"/>
                </a:lnTo>
                <a:lnTo>
                  <a:pt x="857250" y="2647950"/>
                </a:lnTo>
                <a:close/>
                <a:moveTo>
                  <a:pt x="352425" y="2638425"/>
                </a:moveTo>
                <a:lnTo>
                  <a:pt x="371475" y="2638425"/>
                </a:lnTo>
                <a:lnTo>
                  <a:pt x="371475" y="2647950"/>
                </a:lnTo>
                <a:lnTo>
                  <a:pt x="352425" y="2647950"/>
                </a:lnTo>
                <a:close/>
                <a:moveTo>
                  <a:pt x="381000" y="2638425"/>
                </a:moveTo>
                <a:lnTo>
                  <a:pt x="400050" y="2638425"/>
                </a:lnTo>
                <a:lnTo>
                  <a:pt x="400050" y="2647950"/>
                </a:lnTo>
                <a:lnTo>
                  <a:pt x="381000" y="2647950"/>
                </a:lnTo>
                <a:close/>
                <a:moveTo>
                  <a:pt x="428625" y="2638425"/>
                </a:moveTo>
                <a:lnTo>
                  <a:pt x="457200" y="2638425"/>
                </a:lnTo>
                <a:lnTo>
                  <a:pt x="457200" y="2647950"/>
                </a:lnTo>
                <a:lnTo>
                  <a:pt x="428625" y="2647950"/>
                </a:lnTo>
                <a:close/>
                <a:moveTo>
                  <a:pt x="552450" y="2638425"/>
                </a:moveTo>
                <a:lnTo>
                  <a:pt x="561975" y="2638425"/>
                </a:lnTo>
                <a:lnTo>
                  <a:pt x="561975" y="2647950"/>
                </a:lnTo>
                <a:lnTo>
                  <a:pt x="552450" y="2647950"/>
                </a:lnTo>
                <a:close/>
                <a:moveTo>
                  <a:pt x="619125" y="2638425"/>
                </a:moveTo>
                <a:lnTo>
                  <a:pt x="628650" y="2638425"/>
                </a:lnTo>
                <a:lnTo>
                  <a:pt x="628650" y="2647950"/>
                </a:lnTo>
                <a:lnTo>
                  <a:pt x="619125" y="2647950"/>
                </a:lnTo>
                <a:close/>
                <a:moveTo>
                  <a:pt x="676275" y="2638425"/>
                </a:moveTo>
                <a:lnTo>
                  <a:pt x="695325" y="2638425"/>
                </a:lnTo>
                <a:lnTo>
                  <a:pt x="695325" y="2657475"/>
                </a:lnTo>
                <a:lnTo>
                  <a:pt x="676275" y="2657475"/>
                </a:lnTo>
                <a:close/>
                <a:moveTo>
                  <a:pt x="923925" y="2638425"/>
                </a:moveTo>
                <a:lnTo>
                  <a:pt x="933450" y="2638425"/>
                </a:lnTo>
                <a:lnTo>
                  <a:pt x="933450" y="2647950"/>
                </a:lnTo>
                <a:lnTo>
                  <a:pt x="923925" y="2647950"/>
                </a:lnTo>
                <a:close/>
                <a:moveTo>
                  <a:pt x="400050" y="2647950"/>
                </a:moveTo>
                <a:lnTo>
                  <a:pt x="419100" y="2647950"/>
                </a:lnTo>
                <a:lnTo>
                  <a:pt x="419100" y="2657475"/>
                </a:lnTo>
                <a:lnTo>
                  <a:pt x="400050" y="2657475"/>
                </a:lnTo>
                <a:close/>
                <a:moveTo>
                  <a:pt x="752475" y="2647950"/>
                </a:moveTo>
                <a:lnTo>
                  <a:pt x="762000" y="2647950"/>
                </a:lnTo>
                <a:lnTo>
                  <a:pt x="762000" y="2657475"/>
                </a:lnTo>
                <a:lnTo>
                  <a:pt x="752475" y="2657475"/>
                </a:lnTo>
                <a:close/>
                <a:moveTo>
                  <a:pt x="790575" y="2647950"/>
                </a:moveTo>
                <a:lnTo>
                  <a:pt x="809625" y="2647950"/>
                </a:lnTo>
                <a:lnTo>
                  <a:pt x="809625" y="2657475"/>
                </a:lnTo>
                <a:lnTo>
                  <a:pt x="790575" y="2657475"/>
                </a:lnTo>
                <a:close/>
                <a:moveTo>
                  <a:pt x="942975" y="2647950"/>
                </a:moveTo>
                <a:lnTo>
                  <a:pt x="952500" y="2647950"/>
                </a:lnTo>
                <a:lnTo>
                  <a:pt x="952500" y="2657475"/>
                </a:lnTo>
                <a:lnTo>
                  <a:pt x="942975" y="2657475"/>
                </a:lnTo>
                <a:close/>
                <a:moveTo>
                  <a:pt x="914400" y="2657475"/>
                </a:moveTo>
                <a:lnTo>
                  <a:pt x="942975" y="2657475"/>
                </a:lnTo>
                <a:lnTo>
                  <a:pt x="942975" y="2676525"/>
                </a:lnTo>
                <a:lnTo>
                  <a:pt x="933450" y="2676525"/>
                </a:lnTo>
                <a:lnTo>
                  <a:pt x="933450" y="2686050"/>
                </a:lnTo>
                <a:lnTo>
                  <a:pt x="923925" y="2686050"/>
                </a:lnTo>
                <a:lnTo>
                  <a:pt x="923925" y="2667000"/>
                </a:lnTo>
                <a:lnTo>
                  <a:pt x="914400" y="2667000"/>
                </a:lnTo>
                <a:close/>
                <a:moveTo>
                  <a:pt x="1533525" y="2657475"/>
                </a:moveTo>
                <a:lnTo>
                  <a:pt x="1552575" y="2657475"/>
                </a:lnTo>
                <a:lnTo>
                  <a:pt x="1552575" y="2686050"/>
                </a:lnTo>
                <a:lnTo>
                  <a:pt x="1562100" y="2686050"/>
                </a:lnTo>
                <a:lnTo>
                  <a:pt x="1562100" y="2695575"/>
                </a:lnTo>
                <a:lnTo>
                  <a:pt x="1571625" y="2695575"/>
                </a:lnTo>
                <a:lnTo>
                  <a:pt x="1571625" y="2705100"/>
                </a:lnTo>
                <a:lnTo>
                  <a:pt x="1581150" y="2705100"/>
                </a:lnTo>
                <a:lnTo>
                  <a:pt x="1581150" y="2714625"/>
                </a:lnTo>
                <a:lnTo>
                  <a:pt x="1552575" y="2714625"/>
                </a:lnTo>
                <a:lnTo>
                  <a:pt x="1552575" y="2695575"/>
                </a:lnTo>
                <a:lnTo>
                  <a:pt x="1543050" y="2695575"/>
                </a:lnTo>
                <a:lnTo>
                  <a:pt x="1543050" y="2686050"/>
                </a:lnTo>
                <a:lnTo>
                  <a:pt x="1514475" y="2686050"/>
                </a:lnTo>
                <a:lnTo>
                  <a:pt x="1514475" y="2667000"/>
                </a:lnTo>
                <a:lnTo>
                  <a:pt x="1533525" y="2667000"/>
                </a:lnTo>
                <a:close/>
                <a:moveTo>
                  <a:pt x="1447800" y="2667000"/>
                </a:moveTo>
                <a:lnTo>
                  <a:pt x="1466850" y="2667000"/>
                </a:lnTo>
                <a:lnTo>
                  <a:pt x="1466850" y="2686050"/>
                </a:lnTo>
                <a:lnTo>
                  <a:pt x="1447800" y="2686050"/>
                </a:lnTo>
                <a:close/>
                <a:moveTo>
                  <a:pt x="323850" y="2676525"/>
                </a:moveTo>
                <a:lnTo>
                  <a:pt x="352425" y="2676525"/>
                </a:lnTo>
                <a:lnTo>
                  <a:pt x="352425" y="2686050"/>
                </a:lnTo>
                <a:lnTo>
                  <a:pt x="371475" y="2686050"/>
                </a:lnTo>
                <a:lnTo>
                  <a:pt x="371475" y="2695575"/>
                </a:lnTo>
                <a:lnTo>
                  <a:pt x="361950" y="2695575"/>
                </a:lnTo>
                <a:lnTo>
                  <a:pt x="361950" y="2724150"/>
                </a:lnTo>
                <a:lnTo>
                  <a:pt x="352425" y="2724150"/>
                </a:lnTo>
                <a:lnTo>
                  <a:pt x="352425" y="2714625"/>
                </a:lnTo>
                <a:lnTo>
                  <a:pt x="342900" y="2714625"/>
                </a:lnTo>
                <a:lnTo>
                  <a:pt x="342900" y="2705100"/>
                </a:lnTo>
                <a:lnTo>
                  <a:pt x="333375" y="2705100"/>
                </a:lnTo>
                <a:lnTo>
                  <a:pt x="333375" y="2714625"/>
                </a:lnTo>
                <a:lnTo>
                  <a:pt x="314325" y="2714625"/>
                </a:lnTo>
                <a:lnTo>
                  <a:pt x="314325" y="2705100"/>
                </a:lnTo>
                <a:lnTo>
                  <a:pt x="323850" y="2705100"/>
                </a:lnTo>
                <a:close/>
                <a:moveTo>
                  <a:pt x="1066800" y="2676525"/>
                </a:moveTo>
                <a:lnTo>
                  <a:pt x="1076325" y="2676525"/>
                </a:lnTo>
                <a:lnTo>
                  <a:pt x="1076325" y="2686050"/>
                </a:lnTo>
                <a:lnTo>
                  <a:pt x="1066800" y="2686050"/>
                </a:lnTo>
                <a:close/>
                <a:moveTo>
                  <a:pt x="1343025" y="2686050"/>
                </a:moveTo>
                <a:lnTo>
                  <a:pt x="1352550" y="2686050"/>
                </a:lnTo>
                <a:lnTo>
                  <a:pt x="1352550" y="2695575"/>
                </a:lnTo>
                <a:lnTo>
                  <a:pt x="1343025" y="2695575"/>
                </a:lnTo>
                <a:close/>
                <a:moveTo>
                  <a:pt x="1362075" y="2686050"/>
                </a:moveTo>
                <a:lnTo>
                  <a:pt x="1400175" y="2686050"/>
                </a:lnTo>
                <a:lnTo>
                  <a:pt x="1400175" y="2705100"/>
                </a:lnTo>
                <a:lnTo>
                  <a:pt x="1390650" y="2705100"/>
                </a:lnTo>
                <a:lnTo>
                  <a:pt x="1390650" y="2714625"/>
                </a:lnTo>
                <a:lnTo>
                  <a:pt x="1371600" y="2714625"/>
                </a:lnTo>
                <a:lnTo>
                  <a:pt x="1371600" y="2705100"/>
                </a:lnTo>
                <a:lnTo>
                  <a:pt x="1381125" y="2705100"/>
                </a:lnTo>
                <a:lnTo>
                  <a:pt x="1381125" y="2695575"/>
                </a:lnTo>
                <a:lnTo>
                  <a:pt x="1362075" y="2695575"/>
                </a:lnTo>
                <a:close/>
                <a:moveTo>
                  <a:pt x="1695450" y="2686050"/>
                </a:moveTo>
                <a:lnTo>
                  <a:pt x="1704975" y="2686050"/>
                </a:lnTo>
                <a:lnTo>
                  <a:pt x="1704975" y="2695575"/>
                </a:lnTo>
                <a:lnTo>
                  <a:pt x="1695450" y="2695575"/>
                </a:lnTo>
                <a:close/>
                <a:moveTo>
                  <a:pt x="542925" y="2695575"/>
                </a:moveTo>
                <a:lnTo>
                  <a:pt x="561975" y="2695575"/>
                </a:lnTo>
                <a:lnTo>
                  <a:pt x="561975" y="2714625"/>
                </a:lnTo>
                <a:lnTo>
                  <a:pt x="542925" y="2714625"/>
                </a:lnTo>
                <a:close/>
                <a:moveTo>
                  <a:pt x="762000" y="2695575"/>
                </a:moveTo>
                <a:lnTo>
                  <a:pt x="781050" y="2695575"/>
                </a:lnTo>
                <a:lnTo>
                  <a:pt x="781050" y="2705100"/>
                </a:lnTo>
                <a:lnTo>
                  <a:pt x="762000" y="2705100"/>
                </a:lnTo>
                <a:close/>
                <a:moveTo>
                  <a:pt x="790575" y="2695575"/>
                </a:moveTo>
                <a:lnTo>
                  <a:pt x="800100" y="2695575"/>
                </a:lnTo>
                <a:lnTo>
                  <a:pt x="800100" y="2705100"/>
                </a:lnTo>
                <a:lnTo>
                  <a:pt x="790575" y="2705100"/>
                </a:lnTo>
                <a:close/>
                <a:moveTo>
                  <a:pt x="1238250" y="2695575"/>
                </a:moveTo>
                <a:lnTo>
                  <a:pt x="1285875" y="2695575"/>
                </a:lnTo>
                <a:lnTo>
                  <a:pt x="1285875" y="2705100"/>
                </a:lnTo>
                <a:lnTo>
                  <a:pt x="1276350" y="2705100"/>
                </a:lnTo>
                <a:lnTo>
                  <a:pt x="1276350" y="2724150"/>
                </a:lnTo>
                <a:lnTo>
                  <a:pt x="1228725" y="2724150"/>
                </a:lnTo>
                <a:lnTo>
                  <a:pt x="1228725" y="2705100"/>
                </a:lnTo>
                <a:lnTo>
                  <a:pt x="1238250" y="2705100"/>
                </a:lnTo>
                <a:close/>
                <a:moveTo>
                  <a:pt x="400050" y="2705100"/>
                </a:moveTo>
                <a:lnTo>
                  <a:pt x="409575" y="2705100"/>
                </a:lnTo>
                <a:lnTo>
                  <a:pt x="409575" y="2714625"/>
                </a:lnTo>
                <a:lnTo>
                  <a:pt x="400050" y="2714625"/>
                </a:lnTo>
                <a:close/>
                <a:moveTo>
                  <a:pt x="295275" y="2714625"/>
                </a:moveTo>
                <a:lnTo>
                  <a:pt x="314325" y="2714625"/>
                </a:lnTo>
                <a:lnTo>
                  <a:pt x="314325" y="2724150"/>
                </a:lnTo>
                <a:lnTo>
                  <a:pt x="333375" y="2724150"/>
                </a:lnTo>
                <a:lnTo>
                  <a:pt x="333375" y="2733675"/>
                </a:lnTo>
                <a:lnTo>
                  <a:pt x="314325" y="2733675"/>
                </a:lnTo>
                <a:lnTo>
                  <a:pt x="314325" y="2743200"/>
                </a:lnTo>
                <a:lnTo>
                  <a:pt x="295275" y="2743200"/>
                </a:lnTo>
                <a:close/>
                <a:moveTo>
                  <a:pt x="1504950" y="2714625"/>
                </a:moveTo>
                <a:lnTo>
                  <a:pt x="1514475" y="2714625"/>
                </a:lnTo>
                <a:lnTo>
                  <a:pt x="1514475" y="2724150"/>
                </a:lnTo>
                <a:lnTo>
                  <a:pt x="1504950" y="2724150"/>
                </a:lnTo>
                <a:close/>
                <a:moveTo>
                  <a:pt x="361950" y="2724150"/>
                </a:moveTo>
                <a:lnTo>
                  <a:pt x="371475" y="2724150"/>
                </a:lnTo>
                <a:lnTo>
                  <a:pt x="371475" y="2743200"/>
                </a:lnTo>
                <a:lnTo>
                  <a:pt x="361950" y="2743200"/>
                </a:lnTo>
                <a:close/>
                <a:moveTo>
                  <a:pt x="257175" y="2733675"/>
                </a:moveTo>
                <a:lnTo>
                  <a:pt x="266700" y="2733675"/>
                </a:lnTo>
                <a:lnTo>
                  <a:pt x="266700" y="2743200"/>
                </a:lnTo>
                <a:lnTo>
                  <a:pt x="257175" y="2743200"/>
                </a:lnTo>
                <a:close/>
                <a:moveTo>
                  <a:pt x="276225" y="2733675"/>
                </a:moveTo>
                <a:lnTo>
                  <a:pt x="285750" y="2733675"/>
                </a:lnTo>
                <a:lnTo>
                  <a:pt x="285750" y="2743200"/>
                </a:lnTo>
                <a:lnTo>
                  <a:pt x="276225" y="2743200"/>
                </a:lnTo>
                <a:close/>
                <a:moveTo>
                  <a:pt x="1257300" y="2733675"/>
                </a:moveTo>
                <a:lnTo>
                  <a:pt x="1276350" y="2733675"/>
                </a:lnTo>
                <a:lnTo>
                  <a:pt x="1276350" y="2743200"/>
                </a:lnTo>
                <a:lnTo>
                  <a:pt x="1257300" y="2743200"/>
                </a:lnTo>
                <a:close/>
                <a:moveTo>
                  <a:pt x="1638300" y="2733675"/>
                </a:moveTo>
                <a:lnTo>
                  <a:pt x="1657350" y="2733675"/>
                </a:lnTo>
                <a:lnTo>
                  <a:pt x="1657350" y="2743200"/>
                </a:lnTo>
                <a:lnTo>
                  <a:pt x="1647825" y="2743200"/>
                </a:lnTo>
                <a:lnTo>
                  <a:pt x="1647825" y="2752725"/>
                </a:lnTo>
                <a:lnTo>
                  <a:pt x="1638300" y="2752725"/>
                </a:lnTo>
                <a:close/>
                <a:moveTo>
                  <a:pt x="1695450" y="2733675"/>
                </a:moveTo>
                <a:lnTo>
                  <a:pt x="1704975" y="2733675"/>
                </a:lnTo>
                <a:lnTo>
                  <a:pt x="1704975" y="2743200"/>
                </a:lnTo>
                <a:lnTo>
                  <a:pt x="1695450" y="2743200"/>
                </a:lnTo>
                <a:close/>
                <a:moveTo>
                  <a:pt x="1714500" y="2733675"/>
                </a:moveTo>
                <a:lnTo>
                  <a:pt x="1724025" y="2733675"/>
                </a:lnTo>
                <a:lnTo>
                  <a:pt x="1724025" y="2752725"/>
                </a:lnTo>
                <a:lnTo>
                  <a:pt x="1714500" y="2752725"/>
                </a:lnTo>
                <a:lnTo>
                  <a:pt x="1714500" y="2762250"/>
                </a:lnTo>
                <a:lnTo>
                  <a:pt x="1704975" y="2762250"/>
                </a:lnTo>
                <a:lnTo>
                  <a:pt x="1704975" y="2743200"/>
                </a:lnTo>
                <a:lnTo>
                  <a:pt x="1714500" y="2743200"/>
                </a:lnTo>
                <a:close/>
                <a:moveTo>
                  <a:pt x="1685925" y="2752725"/>
                </a:moveTo>
                <a:lnTo>
                  <a:pt x="1695450" y="2752725"/>
                </a:lnTo>
                <a:lnTo>
                  <a:pt x="1695450" y="2800350"/>
                </a:lnTo>
                <a:lnTo>
                  <a:pt x="1666875" y="2800350"/>
                </a:lnTo>
                <a:lnTo>
                  <a:pt x="1666875" y="2790825"/>
                </a:lnTo>
                <a:lnTo>
                  <a:pt x="1657350" y="2790825"/>
                </a:lnTo>
                <a:lnTo>
                  <a:pt x="1657350" y="2781300"/>
                </a:lnTo>
                <a:lnTo>
                  <a:pt x="1647825" y="2781300"/>
                </a:lnTo>
                <a:lnTo>
                  <a:pt x="1647825" y="2771775"/>
                </a:lnTo>
                <a:lnTo>
                  <a:pt x="1657350" y="2771775"/>
                </a:lnTo>
                <a:lnTo>
                  <a:pt x="1657350" y="2781300"/>
                </a:lnTo>
                <a:lnTo>
                  <a:pt x="1676400" y="2781300"/>
                </a:lnTo>
                <a:lnTo>
                  <a:pt x="1676400" y="2771775"/>
                </a:lnTo>
                <a:lnTo>
                  <a:pt x="1685925" y="2771775"/>
                </a:lnTo>
                <a:close/>
                <a:moveTo>
                  <a:pt x="219075" y="2771775"/>
                </a:moveTo>
                <a:lnTo>
                  <a:pt x="247650" y="2771775"/>
                </a:lnTo>
                <a:lnTo>
                  <a:pt x="247650" y="2790825"/>
                </a:lnTo>
                <a:lnTo>
                  <a:pt x="257175" y="2790825"/>
                </a:lnTo>
                <a:lnTo>
                  <a:pt x="257175" y="2800350"/>
                </a:lnTo>
                <a:lnTo>
                  <a:pt x="228600" y="2800350"/>
                </a:lnTo>
                <a:lnTo>
                  <a:pt x="228600" y="2781300"/>
                </a:lnTo>
                <a:lnTo>
                  <a:pt x="219075" y="2781300"/>
                </a:lnTo>
                <a:close/>
                <a:moveTo>
                  <a:pt x="285750" y="2771775"/>
                </a:moveTo>
                <a:lnTo>
                  <a:pt x="333375" y="2771775"/>
                </a:lnTo>
                <a:lnTo>
                  <a:pt x="333375" y="2781300"/>
                </a:lnTo>
                <a:lnTo>
                  <a:pt x="304800" y="2781300"/>
                </a:lnTo>
                <a:lnTo>
                  <a:pt x="304800" y="2790825"/>
                </a:lnTo>
                <a:lnTo>
                  <a:pt x="381000" y="2790825"/>
                </a:lnTo>
                <a:lnTo>
                  <a:pt x="381000" y="2771775"/>
                </a:lnTo>
                <a:lnTo>
                  <a:pt x="390525" y="2771775"/>
                </a:lnTo>
                <a:lnTo>
                  <a:pt x="390525" y="2781300"/>
                </a:lnTo>
                <a:lnTo>
                  <a:pt x="400050" y="2781300"/>
                </a:lnTo>
                <a:lnTo>
                  <a:pt x="400050" y="2790825"/>
                </a:lnTo>
                <a:lnTo>
                  <a:pt x="381000" y="2790825"/>
                </a:lnTo>
                <a:lnTo>
                  <a:pt x="381000" y="2800350"/>
                </a:lnTo>
                <a:lnTo>
                  <a:pt x="285750" y="2800350"/>
                </a:lnTo>
                <a:lnTo>
                  <a:pt x="285750" y="2790825"/>
                </a:lnTo>
                <a:lnTo>
                  <a:pt x="295275" y="2790825"/>
                </a:lnTo>
                <a:lnTo>
                  <a:pt x="295275" y="2781300"/>
                </a:lnTo>
                <a:lnTo>
                  <a:pt x="285750" y="2781300"/>
                </a:lnTo>
                <a:close/>
                <a:moveTo>
                  <a:pt x="342900" y="2771775"/>
                </a:moveTo>
                <a:lnTo>
                  <a:pt x="352425" y="2771775"/>
                </a:lnTo>
                <a:lnTo>
                  <a:pt x="352425" y="2781300"/>
                </a:lnTo>
                <a:lnTo>
                  <a:pt x="342900" y="2781300"/>
                </a:lnTo>
                <a:close/>
                <a:moveTo>
                  <a:pt x="523875" y="2771775"/>
                </a:moveTo>
                <a:lnTo>
                  <a:pt x="533400" y="2771775"/>
                </a:lnTo>
                <a:lnTo>
                  <a:pt x="533400" y="2790825"/>
                </a:lnTo>
                <a:lnTo>
                  <a:pt x="514350" y="2790825"/>
                </a:lnTo>
                <a:lnTo>
                  <a:pt x="514350" y="2781300"/>
                </a:lnTo>
                <a:lnTo>
                  <a:pt x="523875" y="2781300"/>
                </a:lnTo>
                <a:close/>
                <a:moveTo>
                  <a:pt x="619125" y="2771775"/>
                </a:moveTo>
                <a:lnTo>
                  <a:pt x="628650" y="2771775"/>
                </a:lnTo>
                <a:lnTo>
                  <a:pt x="628650" y="2781300"/>
                </a:lnTo>
                <a:lnTo>
                  <a:pt x="619125" y="2781300"/>
                </a:lnTo>
                <a:close/>
                <a:moveTo>
                  <a:pt x="666750" y="2771775"/>
                </a:moveTo>
                <a:lnTo>
                  <a:pt x="695325" y="2771775"/>
                </a:lnTo>
                <a:lnTo>
                  <a:pt x="695325" y="2790825"/>
                </a:lnTo>
                <a:lnTo>
                  <a:pt x="704850" y="2790825"/>
                </a:lnTo>
                <a:lnTo>
                  <a:pt x="704850" y="2771775"/>
                </a:lnTo>
                <a:lnTo>
                  <a:pt x="723900" y="2771775"/>
                </a:lnTo>
                <a:lnTo>
                  <a:pt x="723900" y="2781300"/>
                </a:lnTo>
                <a:lnTo>
                  <a:pt x="733425" y="2781300"/>
                </a:lnTo>
                <a:lnTo>
                  <a:pt x="733425" y="2790825"/>
                </a:lnTo>
                <a:lnTo>
                  <a:pt x="723900" y="2790825"/>
                </a:lnTo>
                <a:lnTo>
                  <a:pt x="723900" y="2800350"/>
                </a:lnTo>
                <a:lnTo>
                  <a:pt x="733425" y="2800350"/>
                </a:lnTo>
                <a:lnTo>
                  <a:pt x="733425" y="2809875"/>
                </a:lnTo>
                <a:lnTo>
                  <a:pt x="723900" y="2809875"/>
                </a:lnTo>
                <a:lnTo>
                  <a:pt x="723900" y="2819400"/>
                </a:lnTo>
                <a:lnTo>
                  <a:pt x="733425" y="2819400"/>
                </a:lnTo>
                <a:lnTo>
                  <a:pt x="733425" y="2828925"/>
                </a:lnTo>
                <a:lnTo>
                  <a:pt x="704850" y="2828925"/>
                </a:lnTo>
                <a:lnTo>
                  <a:pt x="704850" y="2819400"/>
                </a:lnTo>
                <a:lnTo>
                  <a:pt x="695325" y="2819400"/>
                </a:lnTo>
                <a:lnTo>
                  <a:pt x="695325" y="2809875"/>
                </a:lnTo>
                <a:lnTo>
                  <a:pt x="666750" y="2809875"/>
                </a:lnTo>
                <a:lnTo>
                  <a:pt x="666750" y="2790825"/>
                </a:lnTo>
                <a:lnTo>
                  <a:pt x="685800" y="2790825"/>
                </a:lnTo>
                <a:lnTo>
                  <a:pt x="685800" y="2781300"/>
                </a:lnTo>
                <a:lnTo>
                  <a:pt x="666750" y="2781300"/>
                </a:lnTo>
                <a:close/>
                <a:moveTo>
                  <a:pt x="809625" y="2771775"/>
                </a:moveTo>
                <a:lnTo>
                  <a:pt x="828675" y="2771775"/>
                </a:lnTo>
                <a:lnTo>
                  <a:pt x="828675" y="2790825"/>
                </a:lnTo>
                <a:lnTo>
                  <a:pt x="838200" y="2790825"/>
                </a:lnTo>
                <a:lnTo>
                  <a:pt x="838200" y="2800350"/>
                </a:lnTo>
                <a:lnTo>
                  <a:pt x="828675" y="2800350"/>
                </a:lnTo>
                <a:lnTo>
                  <a:pt x="828675" y="2809875"/>
                </a:lnTo>
                <a:lnTo>
                  <a:pt x="819150" y="2809875"/>
                </a:lnTo>
                <a:lnTo>
                  <a:pt x="819150" y="2800350"/>
                </a:lnTo>
                <a:lnTo>
                  <a:pt x="809625" y="2800350"/>
                </a:lnTo>
                <a:lnTo>
                  <a:pt x="809625" y="2809875"/>
                </a:lnTo>
                <a:lnTo>
                  <a:pt x="800100" y="2809875"/>
                </a:lnTo>
                <a:lnTo>
                  <a:pt x="800100" y="2781300"/>
                </a:lnTo>
                <a:lnTo>
                  <a:pt x="809625" y="2781300"/>
                </a:lnTo>
                <a:close/>
                <a:moveTo>
                  <a:pt x="847725" y="2771775"/>
                </a:moveTo>
                <a:lnTo>
                  <a:pt x="866775" y="2771775"/>
                </a:lnTo>
                <a:lnTo>
                  <a:pt x="866775" y="2781300"/>
                </a:lnTo>
                <a:lnTo>
                  <a:pt x="847725" y="2781300"/>
                </a:lnTo>
                <a:close/>
                <a:moveTo>
                  <a:pt x="1495425" y="2771775"/>
                </a:moveTo>
                <a:lnTo>
                  <a:pt x="1514475" y="2771775"/>
                </a:lnTo>
                <a:lnTo>
                  <a:pt x="1514475" y="2790825"/>
                </a:lnTo>
                <a:lnTo>
                  <a:pt x="1495425" y="2790825"/>
                </a:lnTo>
                <a:close/>
                <a:moveTo>
                  <a:pt x="1600200" y="2771775"/>
                </a:moveTo>
                <a:lnTo>
                  <a:pt x="1619250" y="2771775"/>
                </a:lnTo>
                <a:lnTo>
                  <a:pt x="1619250" y="2790825"/>
                </a:lnTo>
                <a:lnTo>
                  <a:pt x="1590675" y="2790825"/>
                </a:lnTo>
                <a:lnTo>
                  <a:pt x="1590675" y="2781300"/>
                </a:lnTo>
                <a:lnTo>
                  <a:pt x="1600200" y="2781300"/>
                </a:lnTo>
                <a:close/>
                <a:moveTo>
                  <a:pt x="561975" y="2781300"/>
                </a:moveTo>
                <a:lnTo>
                  <a:pt x="571500" y="2781300"/>
                </a:lnTo>
                <a:lnTo>
                  <a:pt x="571500" y="2790825"/>
                </a:lnTo>
                <a:lnTo>
                  <a:pt x="561975" y="2790825"/>
                </a:lnTo>
                <a:close/>
                <a:moveTo>
                  <a:pt x="590550" y="2781300"/>
                </a:moveTo>
                <a:lnTo>
                  <a:pt x="600075" y="2781300"/>
                </a:lnTo>
                <a:lnTo>
                  <a:pt x="600075" y="2790825"/>
                </a:lnTo>
                <a:lnTo>
                  <a:pt x="590550" y="2790825"/>
                </a:lnTo>
                <a:close/>
                <a:moveTo>
                  <a:pt x="609600" y="2781300"/>
                </a:moveTo>
                <a:lnTo>
                  <a:pt x="619125" y="2781300"/>
                </a:lnTo>
                <a:lnTo>
                  <a:pt x="619125" y="2790825"/>
                </a:lnTo>
                <a:lnTo>
                  <a:pt x="609600" y="2790825"/>
                </a:lnTo>
                <a:close/>
                <a:moveTo>
                  <a:pt x="742950" y="2781300"/>
                </a:moveTo>
                <a:lnTo>
                  <a:pt x="752475" y="2781300"/>
                </a:lnTo>
                <a:lnTo>
                  <a:pt x="752475" y="2790825"/>
                </a:lnTo>
                <a:lnTo>
                  <a:pt x="742950" y="2790825"/>
                </a:lnTo>
                <a:close/>
                <a:moveTo>
                  <a:pt x="771525" y="2781300"/>
                </a:moveTo>
                <a:lnTo>
                  <a:pt x="781050" y="2781300"/>
                </a:lnTo>
                <a:lnTo>
                  <a:pt x="781050" y="2790825"/>
                </a:lnTo>
                <a:lnTo>
                  <a:pt x="771525" y="2790825"/>
                </a:lnTo>
                <a:close/>
                <a:moveTo>
                  <a:pt x="952500" y="2781300"/>
                </a:moveTo>
                <a:lnTo>
                  <a:pt x="981075" y="2781300"/>
                </a:lnTo>
                <a:lnTo>
                  <a:pt x="981075" y="2790825"/>
                </a:lnTo>
                <a:lnTo>
                  <a:pt x="952500" y="2790825"/>
                </a:lnTo>
                <a:close/>
                <a:moveTo>
                  <a:pt x="1123950" y="2781300"/>
                </a:moveTo>
                <a:lnTo>
                  <a:pt x="1162050" y="2781300"/>
                </a:lnTo>
                <a:lnTo>
                  <a:pt x="1162050" y="2790825"/>
                </a:lnTo>
                <a:lnTo>
                  <a:pt x="1123950" y="2790825"/>
                </a:lnTo>
                <a:close/>
                <a:moveTo>
                  <a:pt x="1352550" y="2781300"/>
                </a:moveTo>
                <a:lnTo>
                  <a:pt x="1371600" y="2781300"/>
                </a:lnTo>
                <a:lnTo>
                  <a:pt x="1371600" y="2790825"/>
                </a:lnTo>
                <a:lnTo>
                  <a:pt x="1352550" y="2790825"/>
                </a:lnTo>
                <a:close/>
                <a:moveTo>
                  <a:pt x="1552575" y="2781300"/>
                </a:moveTo>
                <a:lnTo>
                  <a:pt x="1562100" y="2781300"/>
                </a:lnTo>
                <a:lnTo>
                  <a:pt x="1562100" y="2790825"/>
                </a:lnTo>
                <a:lnTo>
                  <a:pt x="1552575" y="2790825"/>
                </a:lnTo>
                <a:close/>
                <a:moveTo>
                  <a:pt x="762000" y="2790825"/>
                </a:moveTo>
                <a:lnTo>
                  <a:pt x="771525" y="2790825"/>
                </a:lnTo>
                <a:lnTo>
                  <a:pt x="771525" y="2800350"/>
                </a:lnTo>
                <a:lnTo>
                  <a:pt x="762000" y="2800350"/>
                </a:lnTo>
                <a:close/>
                <a:moveTo>
                  <a:pt x="1628775" y="2790825"/>
                </a:moveTo>
                <a:lnTo>
                  <a:pt x="1638300" y="2790825"/>
                </a:lnTo>
                <a:lnTo>
                  <a:pt x="1638300" y="2800350"/>
                </a:lnTo>
                <a:lnTo>
                  <a:pt x="1628775" y="2800350"/>
                </a:lnTo>
                <a:close/>
                <a:moveTo>
                  <a:pt x="1647825" y="2790825"/>
                </a:moveTo>
                <a:lnTo>
                  <a:pt x="1657350" y="2790825"/>
                </a:lnTo>
                <a:lnTo>
                  <a:pt x="1657350" y="2800350"/>
                </a:lnTo>
                <a:lnTo>
                  <a:pt x="1647825" y="2800350"/>
                </a:lnTo>
                <a:close/>
                <a:moveTo>
                  <a:pt x="219075" y="2800350"/>
                </a:moveTo>
                <a:lnTo>
                  <a:pt x="228600" y="2800350"/>
                </a:lnTo>
                <a:lnTo>
                  <a:pt x="228600" y="2809875"/>
                </a:lnTo>
                <a:lnTo>
                  <a:pt x="219075" y="2809875"/>
                </a:lnTo>
                <a:close/>
                <a:moveTo>
                  <a:pt x="447675" y="2809875"/>
                </a:moveTo>
                <a:lnTo>
                  <a:pt x="485775" y="2809875"/>
                </a:lnTo>
                <a:lnTo>
                  <a:pt x="485775" y="2819400"/>
                </a:lnTo>
                <a:lnTo>
                  <a:pt x="495300" y="2819400"/>
                </a:lnTo>
                <a:lnTo>
                  <a:pt x="495300" y="2828925"/>
                </a:lnTo>
                <a:lnTo>
                  <a:pt x="485775" y="2828925"/>
                </a:lnTo>
                <a:lnTo>
                  <a:pt x="485775" y="2838450"/>
                </a:lnTo>
                <a:lnTo>
                  <a:pt x="457200" y="2838450"/>
                </a:lnTo>
                <a:lnTo>
                  <a:pt x="457200" y="2819400"/>
                </a:lnTo>
                <a:lnTo>
                  <a:pt x="447675" y="2819400"/>
                </a:lnTo>
                <a:close/>
                <a:moveTo>
                  <a:pt x="561975" y="2809875"/>
                </a:moveTo>
                <a:lnTo>
                  <a:pt x="571500" y="2809875"/>
                </a:lnTo>
                <a:lnTo>
                  <a:pt x="571500" y="2819400"/>
                </a:lnTo>
                <a:lnTo>
                  <a:pt x="561975" y="2819400"/>
                </a:lnTo>
                <a:close/>
                <a:moveTo>
                  <a:pt x="781050" y="2809875"/>
                </a:moveTo>
                <a:lnTo>
                  <a:pt x="800100" y="2809875"/>
                </a:lnTo>
                <a:lnTo>
                  <a:pt x="800100" y="2828925"/>
                </a:lnTo>
                <a:lnTo>
                  <a:pt x="762000" y="2828925"/>
                </a:lnTo>
                <a:lnTo>
                  <a:pt x="762000" y="2819400"/>
                </a:lnTo>
                <a:lnTo>
                  <a:pt x="781050" y="2819400"/>
                </a:lnTo>
                <a:close/>
                <a:moveTo>
                  <a:pt x="1219200" y="2809875"/>
                </a:moveTo>
                <a:lnTo>
                  <a:pt x="1228725" y="2809875"/>
                </a:lnTo>
                <a:lnTo>
                  <a:pt x="1228725" y="2819400"/>
                </a:lnTo>
                <a:lnTo>
                  <a:pt x="1238250" y="2819400"/>
                </a:lnTo>
                <a:lnTo>
                  <a:pt x="1238250" y="2828925"/>
                </a:lnTo>
                <a:lnTo>
                  <a:pt x="1228725" y="2828925"/>
                </a:lnTo>
                <a:lnTo>
                  <a:pt x="1228725" y="2838450"/>
                </a:lnTo>
                <a:lnTo>
                  <a:pt x="1200150" y="2838450"/>
                </a:lnTo>
                <a:lnTo>
                  <a:pt x="1200150" y="2819400"/>
                </a:lnTo>
                <a:lnTo>
                  <a:pt x="1219200" y="2819400"/>
                </a:lnTo>
                <a:close/>
                <a:moveTo>
                  <a:pt x="1600200" y="2809875"/>
                </a:moveTo>
                <a:lnTo>
                  <a:pt x="1619250" y="2809875"/>
                </a:lnTo>
                <a:lnTo>
                  <a:pt x="1619250" y="2819400"/>
                </a:lnTo>
                <a:lnTo>
                  <a:pt x="1638300" y="2819400"/>
                </a:lnTo>
                <a:lnTo>
                  <a:pt x="1638300" y="2828925"/>
                </a:lnTo>
                <a:lnTo>
                  <a:pt x="1600200" y="2828925"/>
                </a:lnTo>
                <a:close/>
                <a:moveTo>
                  <a:pt x="352425" y="2819400"/>
                </a:moveTo>
                <a:lnTo>
                  <a:pt x="371475" y="2819400"/>
                </a:lnTo>
                <a:lnTo>
                  <a:pt x="371475" y="2828925"/>
                </a:lnTo>
                <a:lnTo>
                  <a:pt x="381000" y="2828925"/>
                </a:lnTo>
                <a:lnTo>
                  <a:pt x="381000" y="2838450"/>
                </a:lnTo>
                <a:lnTo>
                  <a:pt x="342900" y="2838450"/>
                </a:lnTo>
                <a:lnTo>
                  <a:pt x="342900" y="2828925"/>
                </a:lnTo>
                <a:lnTo>
                  <a:pt x="352425" y="2828925"/>
                </a:lnTo>
                <a:close/>
                <a:moveTo>
                  <a:pt x="419100" y="2819400"/>
                </a:moveTo>
                <a:lnTo>
                  <a:pt x="447675" y="2819400"/>
                </a:lnTo>
                <a:lnTo>
                  <a:pt x="447675" y="2838450"/>
                </a:lnTo>
                <a:lnTo>
                  <a:pt x="428625" y="2838450"/>
                </a:lnTo>
                <a:lnTo>
                  <a:pt x="428625" y="2828925"/>
                </a:lnTo>
                <a:lnTo>
                  <a:pt x="419100" y="2828925"/>
                </a:lnTo>
                <a:close/>
                <a:moveTo>
                  <a:pt x="514350" y="2819400"/>
                </a:moveTo>
                <a:lnTo>
                  <a:pt x="561975" y="2819400"/>
                </a:lnTo>
                <a:lnTo>
                  <a:pt x="561975" y="2838450"/>
                </a:lnTo>
                <a:lnTo>
                  <a:pt x="514350" y="2838450"/>
                </a:lnTo>
                <a:close/>
                <a:moveTo>
                  <a:pt x="742950" y="2819400"/>
                </a:moveTo>
                <a:lnTo>
                  <a:pt x="752475" y="2819400"/>
                </a:lnTo>
                <a:lnTo>
                  <a:pt x="752475" y="2828925"/>
                </a:lnTo>
                <a:lnTo>
                  <a:pt x="742950" y="2828925"/>
                </a:lnTo>
                <a:close/>
                <a:moveTo>
                  <a:pt x="1647825" y="2819400"/>
                </a:moveTo>
                <a:lnTo>
                  <a:pt x="1676400" y="2819400"/>
                </a:lnTo>
                <a:lnTo>
                  <a:pt x="1676400" y="2838450"/>
                </a:lnTo>
                <a:lnTo>
                  <a:pt x="1657350" y="2838450"/>
                </a:lnTo>
                <a:lnTo>
                  <a:pt x="1657350" y="2828925"/>
                </a:lnTo>
                <a:lnTo>
                  <a:pt x="1647825" y="2828925"/>
                </a:lnTo>
                <a:close/>
                <a:moveTo>
                  <a:pt x="1000125" y="2828925"/>
                </a:moveTo>
                <a:lnTo>
                  <a:pt x="1019175" y="2828925"/>
                </a:lnTo>
                <a:lnTo>
                  <a:pt x="1019175" y="2838450"/>
                </a:lnTo>
                <a:lnTo>
                  <a:pt x="1000125" y="2838450"/>
                </a:lnTo>
                <a:close/>
                <a:moveTo>
                  <a:pt x="1685925" y="2828925"/>
                </a:moveTo>
                <a:lnTo>
                  <a:pt x="1704975" y="2828925"/>
                </a:lnTo>
                <a:lnTo>
                  <a:pt x="1704975" y="2847975"/>
                </a:lnTo>
                <a:lnTo>
                  <a:pt x="1695450" y="2847975"/>
                </a:lnTo>
                <a:lnTo>
                  <a:pt x="1695450" y="2838450"/>
                </a:lnTo>
                <a:lnTo>
                  <a:pt x="1685925" y="2838450"/>
                </a:lnTo>
                <a:close/>
                <a:moveTo>
                  <a:pt x="123825" y="2857500"/>
                </a:moveTo>
                <a:lnTo>
                  <a:pt x="133350" y="2857500"/>
                </a:lnTo>
                <a:lnTo>
                  <a:pt x="133350" y="2886075"/>
                </a:lnTo>
                <a:lnTo>
                  <a:pt x="123825" y="2886075"/>
                </a:lnTo>
                <a:close/>
                <a:moveTo>
                  <a:pt x="476250" y="2867025"/>
                </a:moveTo>
                <a:lnTo>
                  <a:pt x="495300" y="2867025"/>
                </a:lnTo>
                <a:lnTo>
                  <a:pt x="495300" y="2876550"/>
                </a:lnTo>
                <a:lnTo>
                  <a:pt x="476250" y="2876550"/>
                </a:lnTo>
                <a:close/>
                <a:moveTo>
                  <a:pt x="1047750" y="2867025"/>
                </a:moveTo>
                <a:lnTo>
                  <a:pt x="1057275" y="2867025"/>
                </a:lnTo>
                <a:lnTo>
                  <a:pt x="1057275" y="2886075"/>
                </a:lnTo>
                <a:lnTo>
                  <a:pt x="1038225" y="2886075"/>
                </a:lnTo>
                <a:lnTo>
                  <a:pt x="1038225" y="2876550"/>
                </a:lnTo>
                <a:lnTo>
                  <a:pt x="1047750" y="2876550"/>
                </a:lnTo>
                <a:close/>
                <a:moveTo>
                  <a:pt x="352425" y="2876550"/>
                </a:moveTo>
                <a:lnTo>
                  <a:pt x="361950" y="2876550"/>
                </a:lnTo>
                <a:lnTo>
                  <a:pt x="361950" y="2886075"/>
                </a:lnTo>
                <a:lnTo>
                  <a:pt x="352425" y="2886075"/>
                </a:lnTo>
                <a:close/>
                <a:moveTo>
                  <a:pt x="428625" y="2876550"/>
                </a:moveTo>
                <a:lnTo>
                  <a:pt x="476250" y="2876550"/>
                </a:lnTo>
                <a:lnTo>
                  <a:pt x="476250" y="2886075"/>
                </a:lnTo>
                <a:lnTo>
                  <a:pt x="428625" y="2886075"/>
                </a:lnTo>
                <a:close/>
                <a:moveTo>
                  <a:pt x="514350" y="2876550"/>
                </a:moveTo>
                <a:lnTo>
                  <a:pt x="552450" y="2876550"/>
                </a:lnTo>
                <a:lnTo>
                  <a:pt x="552450" y="2886075"/>
                </a:lnTo>
                <a:lnTo>
                  <a:pt x="514350" y="2886075"/>
                </a:lnTo>
                <a:close/>
                <a:moveTo>
                  <a:pt x="933450" y="2876550"/>
                </a:moveTo>
                <a:lnTo>
                  <a:pt x="952500" y="2876550"/>
                </a:lnTo>
                <a:lnTo>
                  <a:pt x="952500" y="2886075"/>
                </a:lnTo>
                <a:lnTo>
                  <a:pt x="933450" y="2886075"/>
                </a:lnTo>
                <a:close/>
                <a:moveTo>
                  <a:pt x="419100" y="2886075"/>
                </a:moveTo>
                <a:lnTo>
                  <a:pt x="428625" y="2886075"/>
                </a:lnTo>
                <a:lnTo>
                  <a:pt x="428625" y="2895600"/>
                </a:lnTo>
                <a:lnTo>
                  <a:pt x="419100" y="2895600"/>
                </a:lnTo>
                <a:close/>
                <a:moveTo>
                  <a:pt x="400050" y="2895600"/>
                </a:moveTo>
                <a:lnTo>
                  <a:pt x="409575" y="2895600"/>
                </a:lnTo>
                <a:lnTo>
                  <a:pt x="409575" y="2905125"/>
                </a:lnTo>
                <a:lnTo>
                  <a:pt x="400050" y="2905125"/>
                </a:lnTo>
                <a:close/>
                <a:moveTo>
                  <a:pt x="923925" y="2895600"/>
                </a:moveTo>
                <a:lnTo>
                  <a:pt x="942975" y="2895600"/>
                </a:lnTo>
                <a:lnTo>
                  <a:pt x="942975" y="2905125"/>
                </a:lnTo>
                <a:lnTo>
                  <a:pt x="952500" y="2905125"/>
                </a:lnTo>
                <a:lnTo>
                  <a:pt x="952500" y="2914650"/>
                </a:lnTo>
                <a:lnTo>
                  <a:pt x="933450" y="2914650"/>
                </a:lnTo>
                <a:lnTo>
                  <a:pt x="933450" y="2905125"/>
                </a:lnTo>
                <a:lnTo>
                  <a:pt x="923925" y="2905125"/>
                </a:lnTo>
                <a:close/>
                <a:moveTo>
                  <a:pt x="533400" y="2905125"/>
                </a:moveTo>
                <a:lnTo>
                  <a:pt x="542925" y="2905125"/>
                </a:lnTo>
                <a:lnTo>
                  <a:pt x="542925" y="2914650"/>
                </a:lnTo>
                <a:lnTo>
                  <a:pt x="533400" y="2914650"/>
                </a:lnTo>
                <a:close/>
                <a:moveTo>
                  <a:pt x="971550" y="2905125"/>
                </a:moveTo>
                <a:lnTo>
                  <a:pt x="981075" y="2905125"/>
                </a:lnTo>
                <a:lnTo>
                  <a:pt x="981075" y="2914650"/>
                </a:lnTo>
                <a:lnTo>
                  <a:pt x="971550" y="2914650"/>
                </a:lnTo>
                <a:close/>
                <a:moveTo>
                  <a:pt x="1095375" y="2905125"/>
                </a:moveTo>
                <a:lnTo>
                  <a:pt x="1104900" y="2905125"/>
                </a:lnTo>
                <a:lnTo>
                  <a:pt x="1104900" y="2924175"/>
                </a:lnTo>
                <a:lnTo>
                  <a:pt x="1095375" y="2924175"/>
                </a:lnTo>
                <a:lnTo>
                  <a:pt x="1095375" y="2933700"/>
                </a:lnTo>
                <a:lnTo>
                  <a:pt x="1076325" y="2933700"/>
                </a:lnTo>
                <a:lnTo>
                  <a:pt x="1076325" y="2924175"/>
                </a:lnTo>
                <a:lnTo>
                  <a:pt x="1066800" y="2924175"/>
                </a:lnTo>
                <a:lnTo>
                  <a:pt x="1066800" y="2933700"/>
                </a:lnTo>
                <a:lnTo>
                  <a:pt x="1057275" y="2933700"/>
                </a:lnTo>
                <a:lnTo>
                  <a:pt x="1057275" y="2943225"/>
                </a:lnTo>
                <a:lnTo>
                  <a:pt x="1047750" y="2943225"/>
                </a:lnTo>
                <a:lnTo>
                  <a:pt x="1047750" y="2971800"/>
                </a:lnTo>
                <a:lnTo>
                  <a:pt x="1038225" y="2971800"/>
                </a:lnTo>
                <a:lnTo>
                  <a:pt x="1038225" y="2952750"/>
                </a:lnTo>
                <a:lnTo>
                  <a:pt x="1028700" y="2952750"/>
                </a:lnTo>
                <a:lnTo>
                  <a:pt x="1028700" y="2943225"/>
                </a:lnTo>
                <a:lnTo>
                  <a:pt x="1038225" y="2943225"/>
                </a:lnTo>
                <a:lnTo>
                  <a:pt x="1038225" y="2933700"/>
                </a:lnTo>
                <a:lnTo>
                  <a:pt x="1047750" y="2933700"/>
                </a:lnTo>
                <a:lnTo>
                  <a:pt x="1047750" y="2924175"/>
                </a:lnTo>
                <a:lnTo>
                  <a:pt x="1038225" y="2924175"/>
                </a:lnTo>
                <a:lnTo>
                  <a:pt x="1038225" y="2914650"/>
                </a:lnTo>
                <a:lnTo>
                  <a:pt x="1095375" y="2914650"/>
                </a:lnTo>
                <a:close/>
                <a:moveTo>
                  <a:pt x="1114425" y="2905125"/>
                </a:moveTo>
                <a:lnTo>
                  <a:pt x="1133475" y="2905125"/>
                </a:lnTo>
                <a:lnTo>
                  <a:pt x="1133475" y="2914650"/>
                </a:lnTo>
                <a:lnTo>
                  <a:pt x="1181100" y="2914650"/>
                </a:lnTo>
                <a:lnTo>
                  <a:pt x="1181100" y="2933700"/>
                </a:lnTo>
                <a:lnTo>
                  <a:pt x="1123950" y="2933700"/>
                </a:lnTo>
                <a:lnTo>
                  <a:pt x="1123950" y="2914650"/>
                </a:lnTo>
                <a:lnTo>
                  <a:pt x="1114425" y="2914650"/>
                </a:lnTo>
                <a:close/>
                <a:moveTo>
                  <a:pt x="352425" y="2933700"/>
                </a:moveTo>
                <a:lnTo>
                  <a:pt x="361950" y="2933700"/>
                </a:lnTo>
                <a:lnTo>
                  <a:pt x="361950" y="2952750"/>
                </a:lnTo>
                <a:lnTo>
                  <a:pt x="352425" y="2952750"/>
                </a:lnTo>
                <a:close/>
                <a:moveTo>
                  <a:pt x="838200" y="2943225"/>
                </a:moveTo>
                <a:lnTo>
                  <a:pt x="857250" y="2943225"/>
                </a:lnTo>
                <a:lnTo>
                  <a:pt x="857250" y="2962275"/>
                </a:lnTo>
                <a:lnTo>
                  <a:pt x="847725" y="2962275"/>
                </a:lnTo>
                <a:lnTo>
                  <a:pt x="847725" y="2971800"/>
                </a:lnTo>
                <a:lnTo>
                  <a:pt x="838200" y="2971800"/>
                </a:lnTo>
                <a:lnTo>
                  <a:pt x="838200" y="2981325"/>
                </a:lnTo>
                <a:lnTo>
                  <a:pt x="828675" y="2981325"/>
                </a:lnTo>
                <a:lnTo>
                  <a:pt x="828675" y="2971800"/>
                </a:lnTo>
                <a:lnTo>
                  <a:pt x="809625" y="2971800"/>
                </a:lnTo>
                <a:lnTo>
                  <a:pt x="809625" y="2952750"/>
                </a:lnTo>
                <a:lnTo>
                  <a:pt x="838200" y="2952750"/>
                </a:lnTo>
                <a:close/>
                <a:moveTo>
                  <a:pt x="885825" y="2943225"/>
                </a:moveTo>
                <a:lnTo>
                  <a:pt x="904875" y="2943225"/>
                </a:lnTo>
                <a:lnTo>
                  <a:pt x="904875" y="2952750"/>
                </a:lnTo>
                <a:lnTo>
                  <a:pt x="885825" y="2952750"/>
                </a:lnTo>
                <a:close/>
                <a:moveTo>
                  <a:pt x="1266825" y="2943225"/>
                </a:moveTo>
                <a:lnTo>
                  <a:pt x="1276350" y="2943225"/>
                </a:lnTo>
                <a:lnTo>
                  <a:pt x="1276350" y="2952750"/>
                </a:lnTo>
                <a:lnTo>
                  <a:pt x="1285875" y="2952750"/>
                </a:lnTo>
                <a:lnTo>
                  <a:pt x="1285875" y="2971800"/>
                </a:lnTo>
                <a:lnTo>
                  <a:pt x="1295400" y="2971800"/>
                </a:lnTo>
                <a:lnTo>
                  <a:pt x="1295400" y="2943225"/>
                </a:lnTo>
                <a:lnTo>
                  <a:pt x="1304925" y="2943225"/>
                </a:lnTo>
                <a:lnTo>
                  <a:pt x="1304925" y="2952750"/>
                </a:lnTo>
                <a:lnTo>
                  <a:pt x="1323975" y="2952750"/>
                </a:lnTo>
                <a:lnTo>
                  <a:pt x="1323975" y="2962275"/>
                </a:lnTo>
                <a:lnTo>
                  <a:pt x="1304925" y="2962275"/>
                </a:lnTo>
                <a:lnTo>
                  <a:pt x="1304925" y="2990850"/>
                </a:lnTo>
                <a:lnTo>
                  <a:pt x="1314450" y="2990850"/>
                </a:lnTo>
                <a:lnTo>
                  <a:pt x="1314450" y="3000375"/>
                </a:lnTo>
                <a:lnTo>
                  <a:pt x="1285875" y="3000375"/>
                </a:lnTo>
                <a:lnTo>
                  <a:pt x="1285875" y="2990850"/>
                </a:lnTo>
                <a:lnTo>
                  <a:pt x="1276350" y="2990850"/>
                </a:lnTo>
                <a:lnTo>
                  <a:pt x="1276350" y="2981325"/>
                </a:lnTo>
                <a:lnTo>
                  <a:pt x="1257300" y="2981325"/>
                </a:lnTo>
                <a:lnTo>
                  <a:pt x="1257300" y="2952750"/>
                </a:lnTo>
                <a:lnTo>
                  <a:pt x="1266825" y="2952750"/>
                </a:lnTo>
                <a:close/>
                <a:moveTo>
                  <a:pt x="514350" y="2952750"/>
                </a:moveTo>
                <a:lnTo>
                  <a:pt x="533400" y="2952750"/>
                </a:lnTo>
                <a:lnTo>
                  <a:pt x="533400" y="2962275"/>
                </a:lnTo>
                <a:lnTo>
                  <a:pt x="542925" y="2962275"/>
                </a:lnTo>
                <a:lnTo>
                  <a:pt x="542925" y="2971800"/>
                </a:lnTo>
                <a:lnTo>
                  <a:pt x="533400" y="2971800"/>
                </a:lnTo>
                <a:lnTo>
                  <a:pt x="533400" y="2981325"/>
                </a:lnTo>
                <a:lnTo>
                  <a:pt x="523875" y="2981325"/>
                </a:lnTo>
                <a:lnTo>
                  <a:pt x="523875" y="3000375"/>
                </a:lnTo>
                <a:lnTo>
                  <a:pt x="495300" y="3000375"/>
                </a:lnTo>
                <a:lnTo>
                  <a:pt x="495300" y="2990850"/>
                </a:lnTo>
                <a:lnTo>
                  <a:pt x="504825" y="2990850"/>
                </a:lnTo>
                <a:lnTo>
                  <a:pt x="504825" y="2971800"/>
                </a:lnTo>
                <a:lnTo>
                  <a:pt x="495300" y="2971800"/>
                </a:lnTo>
                <a:lnTo>
                  <a:pt x="495300" y="2962275"/>
                </a:lnTo>
                <a:lnTo>
                  <a:pt x="514350" y="2962275"/>
                </a:lnTo>
                <a:close/>
                <a:moveTo>
                  <a:pt x="942975" y="2952750"/>
                </a:moveTo>
                <a:lnTo>
                  <a:pt x="971550" y="2952750"/>
                </a:lnTo>
                <a:lnTo>
                  <a:pt x="971550" y="2981325"/>
                </a:lnTo>
                <a:lnTo>
                  <a:pt x="952500" y="2981325"/>
                </a:lnTo>
                <a:lnTo>
                  <a:pt x="952500" y="2990850"/>
                </a:lnTo>
                <a:lnTo>
                  <a:pt x="942975" y="2990850"/>
                </a:lnTo>
                <a:close/>
                <a:moveTo>
                  <a:pt x="771525" y="2962275"/>
                </a:moveTo>
                <a:lnTo>
                  <a:pt x="781050" y="2962275"/>
                </a:lnTo>
                <a:lnTo>
                  <a:pt x="781050" y="2971800"/>
                </a:lnTo>
                <a:lnTo>
                  <a:pt x="800100" y="2971800"/>
                </a:lnTo>
                <a:lnTo>
                  <a:pt x="800100" y="2981325"/>
                </a:lnTo>
                <a:lnTo>
                  <a:pt x="790575" y="2981325"/>
                </a:lnTo>
                <a:lnTo>
                  <a:pt x="790575" y="2990850"/>
                </a:lnTo>
                <a:lnTo>
                  <a:pt x="771525" y="2990850"/>
                </a:lnTo>
                <a:close/>
                <a:moveTo>
                  <a:pt x="981075" y="2962275"/>
                </a:moveTo>
                <a:lnTo>
                  <a:pt x="1000125" y="2962275"/>
                </a:lnTo>
                <a:lnTo>
                  <a:pt x="1000125" y="2971800"/>
                </a:lnTo>
                <a:lnTo>
                  <a:pt x="981075" y="2971800"/>
                </a:lnTo>
                <a:close/>
                <a:moveTo>
                  <a:pt x="1009650" y="2962275"/>
                </a:moveTo>
                <a:lnTo>
                  <a:pt x="1019175" y="2962275"/>
                </a:lnTo>
                <a:lnTo>
                  <a:pt x="1019175" y="2971800"/>
                </a:lnTo>
                <a:lnTo>
                  <a:pt x="1009650" y="2971800"/>
                </a:lnTo>
                <a:close/>
                <a:moveTo>
                  <a:pt x="1200150" y="2962275"/>
                </a:moveTo>
                <a:lnTo>
                  <a:pt x="1228725" y="2962275"/>
                </a:lnTo>
                <a:lnTo>
                  <a:pt x="1228725" y="2971800"/>
                </a:lnTo>
                <a:lnTo>
                  <a:pt x="1200150" y="2971800"/>
                </a:lnTo>
                <a:close/>
                <a:moveTo>
                  <a:pt x="1419225" y="2962275"/>
                </a:moveTo>
                <a:lnTo>
                  <a:pt x="1438275" y="2962275"/>
                </a:lnTo>
                <a:lnTo>
                  <a:pt x="1438275" y="2971800"/>
                </a:lnTo>
                <a:lnTo>
                  <a:pt x="1447800" y="2971800"/>
                </a:lnTo>
                <a:lnTo>
                  <a:pt x="1447800" y="2990850"/>
                </a:lnTo>
                <a:lnTo>
                  <a:pt x="1428750" y="2990850"/>
                </a:lnTo>
                <a:lnTo>
                  <a:pt x="1428750" y="2971800"/>
                </a:lnTo>
                <a:lnTo>
                  <a:pt x="1419225" y="2971800"/>
                </a:lnTo>
                <a:close/>
                <a:moveTo>
                  <a:pt x="1524000" y="2962275"/>
                </a:moveTo>
                <a:lnTo>
                  <a:pt x="1533525" y="2962275"/>
                </a:lnTo>
                <a:lnTo>
                  <a:pt x="1533525" y="2981325"/>
                </a:lnTo>
                <a:lnTo>
                  <a:pt x="1524000" y="2981325"/>
                </a:lnTo>
                <a:close/>
                <a:moveTo>
                  <a:pt x="1190625" y="2981325"/>
                </a:moveTo>
                <a:lnTo>
                  <a:pt x="1200150" y="2981325"/>
                </a:lnTo>
                <a:lnTo>
                  <a:pt x="1200150" y="2990850"/>
                </a:lnTo>
                <a:lnTo>
                  <a:pt x="1190625" y="2990850"/>
                </a:lnTo>
                <a:close/>
                <a:moveTo>
                  <a:pt x="1533525" y="2981325"/>
                </a:moveTo>
                <a:lnTo>
                  <a:pt x="1552575" y="2981325"/>
                </a:lnTo>
                <a:lnTo>
                  <a:pt x="1552575" y="2990850"/>
                </a:lnTo>
                <a:lnTo>
                  <a:pt x="1533525" y="2990850"/>
                </a:lnTo>
                <a:close/>
                <a:moveTo>
                  <a:pt x="1609725" y="2981325"/>
                </a:moveTo>
                <a:lnTo>
                  <a:pt x="1619250" y="2981325"/>
                </a:lnTo>
                <a:lnTo>
                  <a:pt x="1619250" y="2990850"/>
                </a:lnTo>
                <a:lnTo>
                  <a:pt x="1609725" y="2990850"/>
                </a:lnTo>
                <a:close/>
                <a:moveTo>
                  <a:pt x="466725" y="2990850"/>
                </a:moveTo>
                <a:lnTo>
                  <a:pt x="485775" y="2990850"/>
                </a:lnTo>
                <a:lnTo>
                  <a:pt x="485775" y="3000375"/>
                </a:lnTo>
                <a:lnTo>
                  <a:pt x="476250" y="3000375"/>
                </a:lnTo>
                <a:lnTo>
                  <a:pt x="476250" y="3009900"/>
                </a:lnTo>
                <a:lnTo>
                  <a:pt x="457200" y="3009900"/>
                </a:lnTo>
                <a:lnTo>
                  <a:pt x="457200" y="3000375"/>
                </a:lnTo>
                <a:lnTo>
                  <a:pt x="466725" y="3000375"/>
                </a:lnTo>
                <a:close/>
                <a:moveTo>
                  <a:pt x="1619250" y="2990850"/>
                </a:moveTo>
                <a:lnTo>
                  <a:pt x="1647825" y="2990850"/>
                </a:lnTo>
                <a:lnTo>
                  <a:pt x="1647825" y="3000375"/>
                </a:lnTo>
                <a:lnTo>
                  <a:pt x="1619250" y="3000375"/>
                </a:lnTo>
                <a:close/>
                <a:moveTo>
                  <a:pt x="1314450" y="3000375"/>
                </a:moveTo>
                <a:lnTo>
                  <a:pt x="1333500" y="3000375"/>
                </a:lnTo>
                <a:lnTo>
                  <a:pt x="1333500" y="3009900"/>
                </a:lnTo>
                <a:lnTo>
                  <a:pt x="1314450" y="3009900"/>
                </a:lnTo>
                <a:close/>
                <a:moveTo>
                  <a:pt x="1438275" y="3000375"/>
                </a:moveTo>
                <a:lnTo>
                  <a:pt x="1466850" y="3000375"/>
                </a:lnTo>
                <a:lnTo>
                  <a:pt x="1466850" y="3009900"/>
                </a:lnTo>
                <a:lnTo>
                  <a:pt x="1438275" y="3009900"/>
                </a:lnTo>
                <a:close/>
                <a:moveTo>
                  <a:pt x="1543050" y="3000375"/>
                </a:moveTo>
                <a:lnTo>
                  <a:pt x="1571625" y="3000375"/>
                </a:lnTo>
                <a:lnTo>
                  <a:pt x="1571625" y="3009900"/>
                </a:lnTo>
                <a:lnTo>
                  <a:pt x="1543050" y="3009900"/>
                </a:lnTo>
                <a:close/>
                <a:moveTo>
                  <a:pt x="285750" y="3028950"/>
                </a:moveTo>
                <a:lnTo>
                  <a:pt x="304800" y="3028950"/>
                </a:lnTo>
                <a:lnTo>
                  <a:pt x="304800" y="3048000"/>
                </a:lnTo>
                <a:lnTo>
                  <a:pt x="295275" y="3048000"/>
                </a:lnTo>
                <a:lnTo>
                  <a:pt x="295275" y="3067050"/>
                </a:lnTo>
                <a:lnTo>
                  <a:pt x="276225" y="3067050"/>
                </a:lnTo>
                <a:lnTo>
                  <a:pt x="276225" y="3057525"/>
                </a:lnTo>
                <a:lnTo>
                  <a:pt x="257175" y="3057525"/>
                </a:lnTo>
                <a:lnTo>
                  <a:pt x="257175" y="3048000"/>
                </a:lnTo>
                <a:lnTo>
                  <a:pt x="247650" y="3048000"/>
                </a:lnTo>
                <a:lnTo>
                  <a:pt x="247650" y="3038475"/>
                </a:lnTo>
                <a:lnTo>
                  <a:pt x="285750" y="3038475"/>
                </a:lnTo>
                <a:close/>
                <a:moveTo>
                  <a:pt x="666750" y="3028950"/>
                </a:moveTo>
                <a:lnTo>
                  <a:pt x="685800" y="3028950"/>
                </a:lnTo>
                <a:lnTo>
                  <a:pt x="685800" y="3038475"/>
                </a:lnTo>
                <a:lnTo>
                  <a:pt x="676275" y="3038475"/>
                </a:lnTo>
                <a:lnTo>
                  <a:pt x="676275" y="3048000"/>
                </a:lnTo>
                <a:lnTo>
                  <a:pt x="695325" y="3048000"/>
                </a:lnTo>
                <a:lnTo>
                  <a:pt x="695325" y="3067050"/>
                </a:lnTo>
                <a:lnTo>
                  <a:pt x="676275" y="3067050"/>
                </a:lnTo>
                <a:lnTo>
                  <a:pt x="676275" y="3057525"/>
                </a:lnTo>
                <a:lnTo>
                  <a:pt x="666750" y="3057525"/>
                </a:lnTo>
                <a:close/>
                <a:moveTo>
                  <a:pt x="857250" y="3028950"/>
                </a:moveTo>
                <a:lnTo>
                  <a:pt x="866775" y="3028950"/>
                </a:lnTo>
                <a:lnTo>
                  <a:pt x="866775" y="3048000"/>
                </a:lnTo>
                <a:lnTo>
                  <a:pt x="857250" y="3048000"/>
                </a:lnTo>
                <a:close/>
                <a:moveTo>
                  <a:pt x="962025" y="3028950"/>
                </a:moveTo>
                <a:lnTo>
                  <a:pt x="990600" y="3028950"/>
                </a:lnTo>
                <a:lnTo>
                  <a:pt x="990600" y="3048000"/>
                </a:lnTo>
                <a:lnTo>
                  <a:pt x="971550" y="3048000"/>
                </a:lnTo>
                <a:lnTo>
                  <a:pt x="971550" y="3057525"/>
                </a:lnTo>
                <a:lnTo>
                  <a:pt x="942975" y="3057525"/>
                </a:lnTo>
                <a:lnTo>
                  <a:pt x="942975" y="3048000"/>
                </a:lnTo>
                <a:lnTo>
                  <a:pt x="962025" y="3048000"/>
                </a:lnTo>
                <a:close/>
                <a:moveTo>
                  <a:pt x="1323975" y="3028950"/>
                </a:moveTo>
                <a:lnTo>
                  <a:pt x="1333500" y="3028950"/>
                </a:lnTo>
                <a:lnTo>
                  <a:pt x="1333500" y="3038475"/>
                </a:lnTo>
                <a:lnTo>
                  <a:pt x="1323975" y="3038475"/>
                </a:lnTo>
                <a:close/>
                <a:moveTo>
                  <a:pt x="1495425" y="3028950"/>
                </a:moveTo>
                <a:lnTo>
                  <a:pt x="1514475" y="3028950"/>
                </a:lnTo>
                <a:lnTo>
                  <a:pt x="1514475" y="3038475"/>
                </a:lnTo>
                <a:lnTo>
                  <a:pt x="1524000" y="3038475"/>
                </a:lnTo>
                <a:lnTo>
                  <a:pt x="1524000" y="3048000"/>
                </a:lnTo>
                <a:lnTo>
                  <a:pt x="1485900" y="3048000"/>
                </a:lnTo>
                <a:lnTo>
                  <a:pt x="1485900" y="3038475"/>
                </a:lnTo>
                <a:lnTo>
                  <a:pt x="1495425" y="3038475"/>
                </a:lnTo>
                <a:close/>
                <a:moveTo>
                  <a:pt x="1343025" y="3038475"/>
                </a:moveTo>
                <a:lnTo>
                  <a:pt x="1352550" y="3038475"/>
                </a:lnTo>
                <a:lnTo>
                  <a:pt x="1352550" y="3048000"/>
                </a:lnTo>
                <a:lnTo>
                  <a:pt x="1343025" y="3048000"/>
                </a:lnTo>
                <a:close/>
                <a:moveTo>
                  <a:pt x="1362075" y="3038475"/>
                </a:moveTo>
                <a:lnTo>
                  <a:pt x="1371600" y="3038475"/>
                </a:lnTo>
                <a:lnTo>
                  <a:pt x="1371600" y="3048000"/>
                </a:lnTo>
                <a:lnTo>
                  <a:pt x="1362075" y="3048000"/>
                </a:lnTo>
                <a:close/>
                <a:moveTo>
                  <a:pt x="1390650" y="3038475"/>
                </a:moveTo>
                <a:lnTo>
                  <a:pt x="1400175" y="3038475"/>
                </a:lnTo>
                <a:lnTo>
                  <a:pt x="1400175" y="3048000"/>
                </a:lnTo>
                <a:lnTo>
                  <a:pt x="1390650" y="3048000"/>
                </a:lnTo>
                <a:close/>
                <a:moveTo>
                  <a:pt x="1409700" y="3038475"/>
                </a:moveTo>
                <a:lnTo>
                  <a:pt x="1457325" y="3038475"/>
                </a:lnTo>
                <a:lnTo>
                  <a:pt x="1457325" y="3048000"/>
                </a:lnTo>
                <a:lnTo>
                  <a:pt x="1438275" y="3048000"/>
                </a:lnTo>
                <a:lnTo>
                  <a:pt x="1438275" y="3057525"/>
                </a:lnTo>
                <a:lnTo>
                  <a:pt x="1428750" y="3057525"/>
                </a:lnTo>
                <a:lnTo>
                  <a:pt x="1428750" y="3048000"/>
                </a:lnTo>
                <a:lnTo>
                  <a:pt x="1409700" y="3048000"/>
                </a:lnTo>
                <a:close/>
                <a:moveTo>
                  <a:pt x="1581150" y="3038475"/>
                </a:moveTo>
                <a:lnTo>
                  <a:pt x="1600200" y="3038475"/>
                </a:lnTo>
                <a:lnTo>
                  <a:pt x="1600200" y="3048000"/>
                </a:lnTo>
                <a:lnTo>
                  <a:pt x="1581150" y="3048000"/>
                </a:lnTo>
                <a:close/>
                <a:moveTo>
                  <a:pt x="1619250" y="3038475"/>
                </a:moveTo>
                <a:lnTo>
                  <a:pt x="1638300" y="3038475"/>
                </a:lnTo>
                <a:lnTo>
                  <a:pt x="1638300" y="3048000"/>
                </a:lnTo>
                <a:lnTo>
                  <a:pt x="1619250" y="3048000"/>
                </a:lnTo>
                <a:close/>
                <a:moveTo>
                  <a:pt x="457200" y="3048000"/>
                </a:moveTo>
                <a:lnTo>
                  <a:pt x="466725" y="3048000"/>
                </a:lnTo>
                <a:lnTo>
                  <a:pt x="466725" y="3057525"/>
                </a:lnTo>
                <a:lnTo>
                  <a:pt x="457200" y="3057525"/>
                </a:lnTo>
                <a:close/>
                <a:moveTo>
                  <a:pt x="600075" y="3048000"/>
                </a:moveTo>
                <a:lnTo>
                  <a:pt x="619125" y="3048000"/>
                </a:lnTo>
                <a:lnTo>
                  <a:pt x="619125" y="3057525"/>
                </a:lnTo>
                <a:lnTo>
                  <a:pt x="600075" y="3057525"/>
                </a:lnTo>
                <a:close/>
                <a:moveTo>
                  <a:pt x="1323975" y="3048000"/>
                </a:moveTo>
                <a:lnTo>
                  <a:pt x="1333500" y="3048000"/>
                </a:lnTo>
                <a:lnTo>
                  <a:pt x="1333500" y="3057525"/>
                </a:lnTo>
                <a:lnTo>
                  <a:pt x="1323975" y="3057525"/>
                </a:lnTo>
                <a:close/>
                <a:moveTo>
                  <a:pt x="581025" y="3057525"/>
                </a:moveTo>
                <a:lnTo>
                  <a:pt x="600075" y="3057525"/>
                </a:lnTo>
                <a:lnTo>
                  <a:pt x="600075" y="3067050"/>
                </a:lnTo>
                <a:lnTo>
                  <a:pt x="581025" y="3067050"/>
                </a:lnTo>
                <a:close/>
                <a:moveTo>
                  <a:pt x="123825" y="3076575"/>
                </a:moveTo>
                <a:lnTo>
                  <a:pt x="133350" y="3076575"/>
                </a:lnTo>
                <a:lnTo>
                  <a:pt x="133350" y="3114675"/>
                </a:lnTo>
                <a:lnTo>
                  <a:pt x="123825" y="3114675"/>
                </a:lnTo>
                <a:close/>
                <a:moveTo>
                  <a:pt x="619125" y="3076575"/>
                </a:moveTo>
                <a:lnTo>
                  <a:pt x="647700" y="3076575"/>
                </a:lnTo>
                <a:lnTo>
                  <a:pt x="647700" y="3086100"/>
                </a:lnTo>
                <a:lnTo>
                  <a:pt x="628650" y="3086100"/>
                </a:lnTo>
                <a:lnTo>
                  <a:pt x="628650" y="3095625"/>
                </a:lnTo>
                <a:lnTo>
                  <a:pt x="619125" y="3095625"/>
                </a:lnTo>
                <a:close/>
                <a:moveTo>
                  <a:pt x="466725" y="3086100"/>
                </a:moveTo>
                <a:lnTo>
                  <a:pt x="495300" y="3086100"/>
                </a:lnTo>
                <a:lnTo>
                  <a:pt x="495300" y="3095625"/>
                </a:lnTo>
                <a:lnTo>
                  <a:pt x="466725" y="3095625"/>
                </a:lnTo>
                <a:close/>
                <a:moveTo>
                  <a:pt x="504825" y="3086100"/>
                </a:moveTo>
                <a:lnTo>
                  <a:pt x="514350" y="3086100"/>
                </a:lnTo>
                <a:lnTo>
                  <a:pt x="514350" y="3095625"/>
                </a:lnTo>
                <a:lnTo>
                  <a:pt x="504825" y="3095625"/>
                </a:lnTo>
                <a:close/>
                <a:moveTo>
                  <a:pt x="514350" y="3095625"/>
                </a:moveTo>
                <a:lnTo>
                  <a:pt x="542925" y="3095625"/>
                </a:lnTo>
                <a:lnTo>
                  <a:pt x="542925" y="3105150"/>
                </a:lnTo>
                <a:lnTo>
                  <a:pt x="514350" y="3105150"/>
                </a:lnTo>
                <a:close/>
                <a:moveTo>
                  <a:pt x="628650" y="3095625"/>
                </a:moveTo>
                <a:lnTo>
                  <a:pt x="638175" y="3095625"/>
                </a:lnTo>
                <a:lnTo>
                  <a:pt x="638175" y="3105150"/>
                </a:lnTo>
                <a:lnTo>
                  <a:pt x="628650" y="3105150"/>
                </a:lnTo>
                <a:close/>
                <a:moveTo>
                  <a:pt x="1400175" y="3095625"/>
                </a:moveTo>
                <a:lnTo>
                  <a:pt x="1447800" y="3095625"/>
                </a:lnTo>
                <a:lnTo>
                  <a:pt x="1447800" y="3105150"/>
                </a:lnTo>
                <a:lnTo>
                  <a:pt x="1495425" y="3105150"/>
                </a:lnTo>
                <a:lnTo>
                  <a:pt x="1495425" y="3095625"/>
                </a:lnTo>
                <a:lnTo>
                  <a:pt x="1524000" y="3095625"/>
                </a:lnTo>
                <a:lnTo>
                  <a:pt x="1524000" y="3105150"/>
                </a:lnTo>
                <a:lnTo>
                  <a:pt x="1581150" y="3105150"/>
                </a:lnTo>
                <a:lnTo>
                  <a:pt x="1581150" y="3114675"/>
                </a:lnTo>
                <a:lnTo>
                  <a:pt x="1590675" y="3114675"/>
                </a:lnTo>
                <a:lnTo>
                  <a:pt x="1590675" y="3124200"/>
                </a:lnTo>
                <a:lnTo>
                  <a:pt x="1504950" y="3124200"/>
                </a:lnTo>
                <a:lnTo>
                  <a:pt x="1504950" y="3105150"/>
                </a:lnTo>
                <a:lnTo>
                  <a:pt x="1495425" y="3105150"/>
                </a:lnTo>
                <a:lnTo>
                  <a:pt x="1495425" y="3114675"/>
                </a:lnTo>
                <a:lnTo>
                  <a:pt x="1476375" y="3114675"/>
                </a:lnTo>
                <a:lnTo>
                  <a:pt x="1476375" y="3124200"/>
                </a:lnTo>
                <a:lnTo>
                  <a:pt x="1400175" y="3124200"/>
                </a:lnTo>
                <a:lnTo>
                  <a:pt x="1400175" y="3114675"/>
                </a:lnTo>
                <a:lnTo>
                  <a:pt x="1390650" y="3114675"/>
                </a:lnTo>
                <a:lnTo>
                  <a:pt x="1390650" y="3105150"/>
                </a:lnTo>
                <a:lnTo>
                  <a:pt x="1400175" y="3105150"/>
                </a:lnTo>
                <a:close/>
                <a:moveTo>
                  <a:pt x="1638300" y="3095625"/>
                </a:moveTo>
                <a:lnTo>
                  <a:pt x="1657350" y="3095625"/>
                </a:lnTo>
                <a:lnTo>
                  <a:pt x="1657350" y="3105150"/>
                </a:lnTo>
                <a:lnTo>
                  <a:pt x="1647825" y="3105150"/>
                </a:lnTo>
                <a:lnTo>
                  <a:pt x="1647825" y="3114675"/>
                </a:lnTo>
                <a:lnTo>
                  <a:pt x="1666875" y="3114675"/>
                </a:lnTo>
                <a:lnTo>
                  <a:pt x="1666875" y="3124200"/>
                </a:lnTo>
                <a:lnTo>
                  <a:pt x="1628775" y="3124200"/>
                </a:lnTo>
                <a:lnTo>
                  <a:pt x="1628775" y="3114675"/>
                </a:lnTo>
                <a:lnTo>
                  <a:pt x="1638300" y="3114675"/>
                </a:lnTo>
                <a:close/>
                <a:moveTo>
                  <a:pt x="1666875" y="3095625"/>
                </a:moveTo>
                <a:lnTo>
                  <a:pt x="1676400" y="3095625"/>
                </a:lnTo>
                <a:lnTo>
                  <a:pt x="1676400" y="3105150"/>
                </a:lnTo>
                <a:lnTo>
                  <a:pt x="1666875" y="3105150"/>
                </a:lnTo>
                <a:close/>
                <a:moveTo>
                  <a:pt x="638175" y="3105150"/>
                </a:moveTo>
                <a:lnTo>
                  <a:pt x="647700" y="3105150"/>
                </a:lnTo>
                <a:lnTo>
                  <a:pt x="647700" y="3114675"/>
                </a:lnTo>
                <a:lnTo>
                  <a:pt x="638175" y="3114675"/>
                </a:lnTo>
                <a:close/>
                <a:moveTo>
                  <a:pt x="1257300" y="3114675"/>
                </a:moveTo>
                <a:lnTo>
                  <a:pt x="1266825" y="3114675"/>
                </a:lnTo>
                <a:lnTo>
                  <a:pt x="1266825" y="3124200"/>
                </a:lnTo>
                <a:lnTo>
                  <a:pt x="1257300" y="3124200"/>
                </a:lnTo>
                <a:close/>
                <a:moveTo>
                  <a:pt x="1400175" y="3114675"/>
                </a:moveTo>
                <a:lnTo>
                  <a:pt x="1438275" y="3114675"/>
                </a:lnTo>
                <a:lnTo>
                  <a:pt x="1438275" y="3105150"/>
                </a:lnTo>
                <a:lnTo>
                  <a:pt x="1400175" y="3105150"/>
                </a:lnTo>
                <a:close/>
                <a:moveTo>
                  <a:pt x="1114425" y="3133725"/>
                </a:moveTo>
                <a:lnTo>
                  <a:pt x="1123950" y="3133725"/>
                </a:lnTo>
                <a:lnTo>
                  <a:pt x="1123950" y="3143250"/>
                </a:lnTo>
                <a:lnTo>
                  <a:pt x="1114425" y="3143250"/>
                </a:lnTo>
                <a:close/>
                <a:moveTo>
                  <a:pt x="1209675" y="3133725"/>
                </a:moveTo>
                <a:lnTo>
                  <a:pt x="1238250" y="3133725"/>
                </a:lnTo>
                <a:lnTo>
                  <a:pt x="1238250" y="3152775"/>
                </a:lnTo>
                <a:lnTo>
                  <a:pt x="1228725" y="3152775"/>
                </a:lnTo>
                <a:lnTo>
                  <a:pt x="1228725" y="3143250"/>
                </a:lnTo>
                <a:lnTo>
                  <a:pt x="1209675" y="3143250"/>
                </a:lnTo>
                <a:close/>
                <a:moveTo>
                  <a:pt x="1685925" y="3143250"/>
                </a:moveTo>
                <a:lnTo>
                  <a:pt x="1704975" y="3143250"/>
                </a:lnTo>
                <a:lnTo>
                  <a:pt x="1704975" y="3152775"/>
                </a:lnTo>
                <a:lnTo>
                  <a:pt x="1695450" y="3152775"/>
                </a:lnTo>
                <a:lnTo>
                  <a:pt x="1695450" y="3162300"/>
                </a:lnTo>
                <a:lnTo>
                  <a:pt x="1685925" y="3162300"/>
                </a:lnTo>
                <a:close/>
                <a:moveTo>
                  <a:pt x="1704975" y="3152775"/>
                </a:moveTo>
                <a:lnTo>
                  <a:pt x="1724025" y="3152775"/>
                </a:lnTo>
                <a:lnTo>
                  <a:pt x="1724025" y="3162300"/>
                </a:lnTo>
                <a:lnTo>
                  <a:pt x="1714500" y="3162300"/>
                </a:lnTo>
                <a:lnTo>
                  <a:pt x="1714500" y="3171825"/>
                </a:lnTo>
                <a:lnTo>
                  <a:pt x="1704975" y="3171825"/>
                </a:lnTo>
                <a:close/>
                <a:moveTo>
                  <a:pt x="685800" y="3162300"/>
                </a:moveTo>
                <a:lnTo>
                  <a:pt x="695325" y="3162300"/>
                </a:lnTo>
                <a:lnTo>
                  <a:pt x="695325" y="3171825"/>
                </a:lnTo>
                <a:lnTo>
                  <a:pt x="685800" y="3171825"/>
                </a:lnTo>
                <a:close/>
                <a:moveTo>
                  <a:pt x="1247775" y="3171825"/>
                </a:moveTo>
                <a:lnTo>
                  <a:pt x="1266825" y="3171825"/>
                </a:lnTo>
                <a:lnTo>
                  <a:pt x="1266825" y="3181350"/>
                </a:lnTo>
                <a:lnTo>
                  <a:pt x="1247775" y="3181350"/>
                </a:lnTo>
                <a:close/>
                <a:moveTo>
                  <a:pt x="1314450" y="3171825"/>
                </a:moveTo>
                <a:lnTo>
                  <a:pt x="1323975" y="3171825"/>
                </a:lnTo>
                <a:lnTo>
                  <a:pt x="1323975" y="3181350"/>
                </a:lnTo>
                <a:lnTo>
                  <a:pt x="1314450" y="3181350"/>
                </a:lnTo>
                <a:close/>
                <a:moveTo>
                  <a:pt x="1390650" y="3171825"/>
                </a:moveTo>
                <a:lnTo>
                  <a:pt x="1409700" y="3171825"/>
                </a:lnTo>
                <a:lnTo>
                  <a:pt x="1409700" y="3190875"/>
                </a:lnTo>
                <a:lnTo>
                  <a:pt x="1428750" y="3190875"/>
                </a:lnTo>
                <a:lnTo>
                  <a:pt x="1428750" y="3209925"/>
                </a:lnTo>
                <a:lnTo>
                  <a:pt x="1438275" y="3209925"/>
                </a:lnTo>
                <a:lnTo>
                  <a:pt x="1438275" y="3219450"/>
                </a:lnTo>
                <a:lnTo>
                  <a:pt x="1419225" y="3219450"/>
                </a:lnTo>
                <a:lnTo>
                  <a:pt x="1419225" y="3209925"/>
                </a:lnTo>
                <a:lnTo>
                  <a:pt x="1400175" y="3209925"/>
                </a:lnTo>
                <a:lnTo>
                  <a:pt x="1400175" y="3190875"/>
                </a:lnTo>
                <a:lnTo>
                  <a:pt x="1390650" y="3190875"/>
                </a:lnTo>
                <a:close/>
                <a:moveTo>
                  <a:pt x="1514475" y="3171825"/>
                </a:moveTo>
                <a:lnTo>
                  <a:pt x="1533525" y="3171825"/>
                </a:lnTo>
                <a:lnTo>
                  <a:pt x="1533525" y="3190875"/>
                </a:lnTo>
                <a:lnTo>
                  <a:pt x="1514475" y="3190875"/>
                </a:lnTo>
                <a:close/>
                <a:moveTo>
                  <a:pt x="1552575" y="3171825"/>
                </a:moveTo>
                <a:lnTo>
                  <a:pt x="1571625" y="3171825"/>
                </a:lnTo>
                <a:lnTo>
                  <a:pt x="1571625" y="3190875"/>
                </a:lnTo>
                <a:lnTo>
                  <a:pt x="1552575" y="3190875"/>
                </a:lnTo>
                <a:close/>
                <a:moveTo>
                  <a:pt x="1638300" y="3171825"/>
                </a:moveTo>
                <a:lnTo>
                  <a:pt x="1657350" y="3171825"/>
                </a:lnTo>
                <a:lnTo>
                  <a:pt x="1657350" y="3190875"/>
                </a:lnTo>
                <a:lnTo>
                  <a:pt x="1638300" y="3190875"/>
                </a:lnTo>
                <a:close/>
                <a:moveTo>
                  <a:pt x="1676400" y="3171825"/>
                </a:moveTo>
                <a:lnTo>
                  <a:pt x="1685925" y="3171825"/>
                </a:lnTo>
                <a:lnTo>
                  <a:pt x="1685925" y="3181350"/>
                </a:lnTo>
                <a:lnTo>
                  <a:pt x="1695450" y="3181350"/>
                </a:lnTo>
                <a:lnTo>
                  <a:pt x="1695450" y="3190875"/>
                </a:lnTo>
                <a:lnTo>
                  <a:pt x="1676400" y="3190875"/>
                </a:lnTo>
                <a:close/>
                <a:moveTo>
                  <a:pt x="1095375" y="3190875"/>
                </a:moveTo>
                <a:lnTo>
                  <a:pt x="1104900" y="3190875"/>
                </a:lnTo>
                <a:lnTo>
                  <a:pt x="1104900" y="3200400"/>
                </a:lnTo>
                <a:lnTo>
                  <a:pt x="1095375" y="3200400"/>
                </a:lnTo>
                <a:close/>
                <a:moveTo>
                  <a:pt x="1609725" y="3190875"/>
                </a:moveTo>
                <a:lnTo>
                  <a:pt x="1619250" y="3190875"/>
                </a:lnTo>
                <a:lnTo>
                  <a:pt x="1619250" y="3219450"/>
                </a:lnTo>
                <a:lnTo>
                  <a:pt x="1600200" y="3219450"/>
                </a:lnTo>
                <a:lnTo>
                  <a:pt x="1600200" y="3209925"/>
                </a:lnTo>
                <a:lnTo>
                  <a:pt x="1609725" y="3209925"/>
                </a:lnTo>
                <a:close/>
                <a:moveTo>
                  <a:pt x="438150" y="3209925"/>
                </a:moveTo>
                <a:lnTo>
                  <a:pt x="447675" y="3209925"/>
                </a:lnTo>
                <a:lnTo>
                  <a:pt x="447675" y="3219450"/>
                </a:lnTo>
                <a:lnTo>
                  <a:pt x="438150" y="3219450"/>
                </a:lnTo>
                <a:close/>
                <a:moveTo>
                  <a:pt x="514350" y="3209925"/>
                </a:moveTo>
                <a:lnTo>
                  <a:pt x="542925" y="3209925"/>
                </a:lnTo>
                <a:lnTo>
                  <a:pt x="542925" y="3219450"/>
                </a:lnTo>
                <a:lnTo>
                  <a:pt x="514350" y="3219450"/>
                </a:lnTo>
                <a:close/>
                <a:moveTo>
                  <a:pt x="590550" y="3209925"/>
                </a:moveTo>
                <a:lnTo>
                  <a:pt x="619125" y="3209925"/>
                </a:lnTo>
                <a:lnTo>
                  <a:pt x="619125" y="3219450"/>
                </a:lnTo>
                <a:lnTo>
                  <a:pt x="590550" y="3219450"/>
                </a:lnTo>
                <a:close/>
                <a:moveTo>
                  <a:pt x="657225" y="3209925"/>
                </a:moveTo>
                <a:lnTo>
                  <a:pt x="666750" y="3209925"/>
                </a:lnTo>
                <a:lnTo>
                  <a:pt x="666750" y="3219450"/>
                </a:lnTo>
                <a:lnTo>
                  <a:pt x="657225" y="3219450"/>
                </a:lnTo>
                <a:close/>
                <a:moveTo>
                  <a:pt x="762000" y="3209925"/>
                </a:moveTo>
                <a:lnTo>
                  <a:pt x="781050" y="3209925"/>
                </a:lnTo>
                <a:lnTo>
                  <a:pt x="781050" y="3228975"/>
                </a:lnTo>
                <a:lnTo>
                  <a:pt x="771525" y="3228975"/>
                </a:lnTo>
                <a:lnTo>
                  <a:pt x="771525" y="3219450"/>
                </a:lnTo>
                <a:lnTo>
                  <a:pt x="762000" y="3219450"/>
                </a:lnTo>
                <a:close/>
                <a:moveTo>
                  <a:pt x="809625" y="3209925"/>
                </a:moveTo>
                <a:lnTo>
                  <a:pt x="828675" y="3209925"/>
                </a:lnTo>
                <a:lnTo>
                  <a:pt x="828675" y="3228975"/>
                </a:lnTo>
                <a:lnTo>
                  <a:pt x="800100" y="3228975"/>
                </a:lnTo>
                <a:lnTo>
                  <a:pt x="800100" y="3219450"/>
                </a:lnTo>
                <a:lnTo>
                  <a:pt x="809625" y="3219450"/>
                </a:lnTo>
                <a:close/>
                <a:moveTo>
                  <a:pt x="838200" y="3209925"/>
                </a:moveTo>
                <a:lnTo>
                  <a:pt x="885825" y="3209925"/>
                </a:lnTo>
                <a:lnTo>
                  <a:pt x="885825" y="3219450"/>
                </a:lnTo>
                <a:lnTo>
                  <a:pt x="895350" y="3219450"/>
                </a:lnTo>
                <a:lnTo>
                  <a:pt x="895350" y="3228975"/>
                </a:lnTo>
                <a:lnTo>
                  <a:pt x="838200" y="3228975"/>
                </a:lnTo>
                <a:close/>
                <a:moveTo>
                  <a:pt x="1066800" y="3209925"/>
                </a:moveTo>
                <a:lnTo>
                  <a:pt x="1123950" y="3209925"/>
                </a:lnTo>
                <a:lnTo>
                  <a:pt x="1123950" y="3219450"/>
                </a:lnTo>
                <a:lnTo>
                  <a:pt x="1104900" y="3219450"/>
                </a:lnTo>
                <a:lnTo>
                  <a:pt x="1104900" y="3228975"/>
                </a:lnTo>
                <a:lnTo>
                  <a:pt x="1038225" y="3228975"/>
                </a:lnTo>
                <a:lnTo>
                  <a:pt x="1038225" y="3219450"/>
                </a:lnTo>
                <a:lnTo>
                  <a:pt x="1066800" y="3219450"/>
                </a:lnTo>
                <a:close/>
                <a:moveTo>
                  <a:pt x="1247775" y="3209925"/>
                </a:moveTo>
                <a:lnTo>
                  <a:pt x="1266825" y="3209925"/>
                </a:lnTo>
                <a:lnTo>
                  <a:pt x="1266825" y="3228975"/>
                </a:lnTo>
                <a:lnTo>
                  <a:pt x="1257300" y="3228975"/>
                </a:lnTo>
                <a:lnTo>
                  <a:pt x="1257300" y="3248025"/>
                </a:lnTo>
                <a:lnTo>
                  <a:pt x="1285875" y="3248025"/>
                </a:lnTo>
                <a:lnTo>
                  <a:pt x="1285875" y="3257550"/>
                </a:lnTo>
                <a:lnTo>
                  <a:pt x="1266825" y="3257550"/>
                </a:lnTo>
                <a:lnTo>
                  <a:pt x="1266825" y="3267075"/>
                </a:lnTo>
                <a:lnTo>
                  <a:pt x="1257300" y="3267075"/>
                </a:lnTo>
                <a:lnTo>
                  <a:pt x="1257300" y="3257550"/>
                </a:lnTo>
                <a:lnTo>
                  <a:pt x="1238250" y="3257550"/>
                </a:lnTo>
                <a:lnTo>
                  <a:pt x="1238250" y="3228975"/>
                </a:lnTo>
                <a:lnTo>
                  <a:pt x="1228725" y="3228975"/>
                </a:lnTo>
                <a:lnTo>
                  <a:pt x="1228725" y="3219450"/>
                </a:lnTo>
                <a:lnTo>
                  <a:pt x="1238250" y="3219450"/>
                </a:lnTo>
                <a:lnTo>
                  <a:pt x="1238250" y="3228975"/>
                </a:lnTo>
                <a:lnTo>
                  <a:pt x="1247775" y="3228975"/>
                </a:lnTo>
                <a:close/>
                <a:moveTo>
                  <a:pt x="1285875" y="3209925"/>
                </a:moveTo>
                <a:lnTo>
                  <a:pt x="1295400" y="3209925"/>
                </a:lnTo>
                <a:lnTo>
                  <a:pt x="1295400" y="3219450"/>
                </a:lnTo>
                <a:lnTo>
                  <a:pt x="1285875" y="3219450"/>
                </a:lnTo>
                <a:close/>
                <a:moveTo>
                  <a:pt x="1304925" y="3209925"/>
                </a:moveTo>
                <a:lnTo>
                  <a:pt x="1314450" y="3209925"/>
                </a:lnTo>
                <a:lnTo>
                  <a:pt x="1314450" y="3228975"/>
                </a:lnTo>
                <a:lnTo>
                  <a:pt x="1304925" y="3228975"/>
                </a:lnTo>
                <a:close/>
                <a:moveTo>
                  <a:pt x="1343025" y="3209925"/>
                </a:moveTo>
                <a:lnTo>
                  <a:pt x="1400175" y="3209925"/>
                </a:lnTo>
                <a:lnTo>
                  <a:pt x="1400175" y="3219450"/>
                </a:lnTo>
                <a:lnTo>
                  <a:pt x="1343025" y="3219450"/>
                </a:lnTo>
                <a:close/>
                <a:moveTo>
                  <a:pt x="1562100" y="3209925"/>
                </a:moveTo>
                <a:lnTo>
                  <a:pt x="1590675" y="3209925"/>
                </a:lnTo>
                <a:lnTo>
                  <a:pt x="1590675" y="3219450"/>
                </a:lnTo>
                <a:lnTo>
                  <a:pt x="1562100" y="3219450"/>
                </a:lnTo>
                <a:close/>
                <a:moveTo>
                  <a:pt x="1724025" y="3209925"/>
                </a:moveTo>
                <a:lnTo>
                  <a:pt x="1733550" y="3209925"/>
                </a:lnTo>
                <a:lnTo>
                  <a:pt x="1733550" y="3257550"/>
                </a:lnTo>
                <a:lnTo>
                  <a:pt x="1724025" y="3257550"/>
                </a:lnTo>
                <a:close/>
                <a:moveTo>
                  <a:pt x="190500" y="3219450"/>
                </a:moveTo>
                <a:lnTo>
                  <a:pt x="200025" y="3219450"/>
                </a:lnTo>
                <a:lnTo>
                  <a:pt x="200025" y="3228975"/>
                </a:lnTo>
                <a:lnTo>
                  <a:pt x="190500" y="3228975"/>
                </a:lnTo>
                <a:close/>
                <a:moveTo>
                  <a:pt x="1114425" y="3238500"/>
                </a:moveTo>
                <a:lnTo>
                  <a:pt x="1123950" y="3238500"/>
                </a:lnTo>
                <a:lnTo>
                  <a:pt x="1123950" y="3248025"/>
                </a:lnTo>
                <a:lnTo>
                  <a:pt x="1114425" y="3248025"/>
                </a:lnTo>
                <a:close/>
                <a:moveTo>
                  <a:pt x="1200150" y="3238500"/>
                </a:moveTo>
                <a:lnTo>
                  <a:pt x="1209675" y="3238500"/>
                </a:lnTo>
                <a:lnTo>
                  <a:pt x="1209675" y="3248025"/>
                </a:lnTo>
                <a:lnTo>
                  <a:pt x="1200150" y="3248025"/>
                </a:lnTo>
                <a:close/>
                <a:moveTo>
                  <a:pt x="895350" y="3248025"/>
                </a:moveTo>
                <a:lnTo>
                  <a:pt x="914400" y="3248025"/>
                </a:lnTo>
                <a:lnTo>
                  <a:pt x="914400" y="3257550"/>
                </a:lnTo>
                <a:lnTo>
                  <a:pt x="895350" y="3257550"/>
                </a:lnTo>
                <a:close/>
                <a:moveTo>
                  <a:pt x="1019175" y="3248025"/>
                </a:moveTo>
                <a:lnTo>
                  <a:pt x="1038225" y="3248025"/>
                </a:lnTo>
                <a:lnTo>
                  <a:pt x="1038225" y="3257550"/>
                </a:lnTo>
                <a:lnTo>
                  <a:pt x="1019175" y="3257550"/>
                </a:lnTo>
                <a:close/>
                <a:moveTo>
                  <a:pt x="1123950" y="3248025"/>
                </a:moveTo>
                <a:lnTo>
                  <a:pt x="1143000" y="3248025"/>
                </a:lnTo>
                <a:lnTo>
                  <a:pt x="1143000" y="3257550"/>
                </a:lnTo>
                <a:lnTo>
                  <a:pt x="1152525" y="3257550"/>
                </a:lnTo>
                <a:lnTo>
                  <a:pt x="1152525" y="3267075"/>
                </a:lnTo>
                <a:lnTo>
                  <a:pt x="1114425" y="3267075"/>
                </a:lnTo>
                <a:lnTo>
                  <a:pt x="1114425" y="3257550"/>
                </a:lnTo>
                <a:lnTo>
                  <a:pt x="1123950" y="3257550"/>
                </a:lnTo>
                <a:close/>
                <a:moveTo>
                  <a:pt x="1209675" y="3248025"/>
                </a:moveTo>
                <a:lnTo>
                  <a:pt x="1219200" y="3248025"/>
                </a:lnTo>
                <a:lnTo>
                  <a:pt x="1219200" y="3267075"/>
                </a:lnTo>
                <a:lnTo>
                  <a:pt x="1190625" y="3267075"/>
                </a:lnTo>
                <a:lnTo>
                  <a:pt x="1190625" y="3257550"/>
                </a:lnTo>
                <a:lnTo>
                  <a:pt x="1209675" y="3257550"/>
                </a:lnTo>
                <a:close/>
                <a:moveTo>
                  <a:pt x="133350" y="3295650"/>
                </a:moveTo>
                <a:lnTo>
                  <a:pt x="142875" y="3295650"/>
                </a:lnTo>
                <a:lnTo>
                  <a:pt x="142875" y="3305175"/>
                </a:lnTo>
                <a:lnTo>
                  <a:pt x="133350" y="3305175"/>
                </a:lnTo>
                <a:close/>
                <a:moveTo>
                  <a:pt x="1104900" y="3295650"/>
                </a:moveTo>
                <a:lnTo>
                  <a:pt x="1114425" y="3295650"/>
                </a:lnTo>
                <a:lnTo>
                  <a:pt x="1114425" y="3314700"/>
                </a:lnTo>
                <a:lnTo>
                  <a:pt x="1085850" y="3314700"/>
                </a:lnTo>
                <a:lnTo>
                  <a:pt x="1085850" y="3305175"/>
                </a:lnTo>
                <a:lnTo>
                  <a:pt x="1104900" y="3305175"/>
                </a:lnTo>
                <a:close/>
                <a:moveTo>
                  <a:pt x="1123950" y="3295650"/>
                </a:moveTo>
                <a:lnTo>
                  <a:pt x="1190625" y="3295650"/>
                </a:lnTo>
                <a:lnTo>
                  <a:pt x="1190625" y="3305175"/>
                </a:lnTo>
                <a:lnTo>
                  <a:pt x="1123950" y="3305175"/>
                </a:lnTo>
                <a:close/>
                <a:moveTo>
                  <a:pt x="1247775" y="3295650"/>
                </a:moveTo>
                <a:lnTo>
                  <a:pt x="1266825" y="3295650"/>
                </a:lnTo>
                <a:lnTo>
                  <a:pt x="1266825" y="3305175"/>
                </a:lnTo>
                <a:lnTo>
                  <a:pt x="1247775" y="3305175"/>
                </a:lnTo>
                <a:close/>
                <a:moveTo>
                  <a:pt x="1295400" y="3295650"/>
                </a:moveTo>
                <a:lnTo>
                  <a:pt x="1304925" y="3295650"/>
                </a:lnTo>
                <a:lnTo>
                  <a:pt x="1304925" y="3305175"/>
                </a:lnTo>
                <a:lnTo>
                  <a:pt x="1295400" y="3305175"/>
                </a:lnTo>
                <a:close/>
                <a:moveTo>
                  <a:pt x="952500" y="3305175"/>
                </a:moveTo>
                <a:lnTo>
                  <a:pt x="962025" y="3305175"/>
                </a:lnTo>
                <a:lnTo>
                  <a:pt x="962025" y="3324225"/>
                </a:lnTo>
                <a:lnTo>
                  <a:pt x="952500" y="3324225"/>
                </a:lnTo>
                <a:close/>
                <a:moveTo>
                  <a:pt x="1304925" y="3305175"/>
                </a:moveTo>
                <a:lnTo>
                  <a:pt x="1314450" y="3305175"/>
                </a:lnTo>
                <a:lnTo>
                  <a:pt x="1314450" y="3314700"/>
                </a:lnTo>
                <a:lnTo>
                  <a:pt x="1304925" y="3314700"/>
                </a:lnTo>
                <a:close/>
                <a:moveTo>
                  <a:pt x="914400" y="3314700"/>
                </a:moveTo>
                <a:lnTo>
                  <a:pt x="933450" y="3314700"/>
                </a:lnTo>
                <a:lnTo>
                  <a:pt x="933450" y="3324225"/>
                </a:lnTo>
                <a:lnTo>
                  <a:pt x="914400" y="3324225"/>
                </a:lnTo>
                <a:close/>
                <a:moveTo>
                  <a:pt x="1247775" y="3314700"/>
                </a:moveTo>
                <a:lnTo>
                  <a:pt x="1266825" y="3314700"/>
                </a:lnTo>
                <a:lnTo>
                  <a:pt x="1266825" y="3324225"/>
                </a:lnTo>
                <a:lnTo>
                  <a:pt x="1247775" y="3324225"/>
                </a:lnTo>
                <a:close/>
                <a:moveTo>
                  <a:pt x="638175" y="3324225"/>
                </a:moveTo>
                <a:lnTo>
                  <a:pt x="647700" y="3324225"/>
                </a:lnTo>
                <a:lnTo>
                  <a:pt x="647700" y="3343275"/>
                </a:lnTo>
                <a:lnTo>
                  <a:pt x="619125" y="3343275"/>
                </a:lnTo>
                <a:lnTo>
                  <a:pt x="619125" y="3333750"/>
                </a:lnTo>
                <a:lnTo>
                  <a:pt x="638175" y="3333750"/>
                </a:lnTo>
                <a:close/>
                <a:moveTo>
                  <a:pt x="904875" y="3324225"/>
                </a:moveTo>
                <a:lnTo>
                  <a:pt x="914400" y="3324225"/>
                </a:lnTo>
                <a:lnTo>
                  <a:pt x="914400" y="3333750"/>
                </a:lnTo>
                <a:lnTo>
                  <a:pt x="904875" y="3333750"/>
                </a:lnTo>
                <a:close/>
                <a:moveTo>
                  <a:pt x="323850" y="3333750"/>
                </a:moveTo>
                <a:lnTo>
                  <a:pt x="333375" y="3333750"/>
                </a:lnTo>
                <a:lnTo>
                  <a:pt x="333375" y="3343275"/>
                </a:lnTo>
                <a:lnTo>
                  <a:pt x="323850" y="3343275"/>
                </a:lnTo>
                <a:close/>
                <a:moveTo>
                  <a:pt x="866775" y="3352800"/>
                </a:moveTo>
                <a:lnTo>
                  <a:pt x="876300" y="3352800"/>
                </a:lnTo>
                <a:lnTo>
                  <a:pt x="876300" y="3362325"/>
                </a:lnTo>
                <a:lnTo>
                  <a:pt x="866775" y="3362325"/>
                </a:lnTo>
                <a:close/>
                <a:moveTo>
                  <a:pt x="857250" y="3362325"/>
                </a:moveTo>
                <a:lnTo>
                  <a:pt x="866775" y="3362325"/>
                </a:lnTo>
                <a:lnTo>
                  <a:pt x="866775" y="3371850"/>
                </a:lnTo>
                <a:lnTo>
                  <a:pt x="857250" y="3371850"/>
                </a:lnTo>
                <a:close/>
                <a:moveTo>
                  <a:pt x="876300" y="3362325"/>
                </a:moveTo>
                <a:lnTo>
                  <a:pt x="885825" y="3362325"/>
                </a:lnTo>
                <a:lnTo>
                  <a:pt x="885825" y="3390900"/>
                </a:lnTo>
                <a:lnTo>
                  <a:pt x="866775" y="3390900"/>
                </a:lnTo>
                <a:lnTo>
                  <a:pt x="866775" y="3371850"/>
                </a:lnTo>
                <a:lnTo>
                  <a:pt x="876300" y="3371850"/>
                </a:lnTo>
                <a:close/>
                <a:moveTo>
                  <a:pt x="1333500" y="3362325"/>
                </a:moveTo>
                <a:lnTo>
                  <a:pt x="1343025" y="3362325"/>
                </a:lnTo>
                <a:lnTo>
                  <a:pt x="1343025" y="3371850"/>
                </a:lnTo>
                <a:lnTo>
                  <a:pt x="1333500" y="3371850"/>
                </a:lnTo>
                <a:close/>
                <a:moveTo>
                  <a:pt x="1419225" y="3362325"/>
                </a:moveTo>
                <a:lnTo>
                  <a:pt x="1428750" y="3362325"/>
                </a:lnTo>
                <a:lnTo>
                  <a:pt x="1428750" y="3381375"/>
                </a:lnTo>
                <a:lnTo>
                  <a:pt x="1419225" y="3381375"/>
                </a:lnTo>
                <a:close/>
                <a:moveTo>
                  <a:pt x="219075" y="3390900"/>
                </a:moveTo>
                <a:lnTo>
                  <a:pt x="228600" y="3390900"/>
                </a:lnTo>
                <a:lnTo>
                  <a:pt x="228600" y="3400425"/>
                </a:lnTo>
                <a:lnTo>
                  <a:pt x="219075" y="3400425"/>
                </a:lnTo>
                <a:close/>
                <a:moveTo>
                  <a:pt x="866775" y="3400425"/>
                </a:moveTo>
                <a:lnTo>
                  <a:pt x="876300" y="3400425"/>
                </a:lnTo>
                <a:lnTo>
                  <a:pt x="876300" y="3409950"/>
                </a:lnTo>
                <a:lnTo>
                  <a:pt x="866775" y="3409950"/>
                </a:lnTo>
                <a:close/>
                <a:moveTo>
                  <a:pt x="885825" y="3400425"/>
                </a:moveTo>
                <a:lnTo>
                  <a:pt x="895350" y="3400425"/>
                </a:lnTo>
                <a:lnTo>
                  <a:pt x="895350" y="3409950"/>
                </a:lnTo>
                <a:lnTo>
                  <a:pt x="885825" y="3409950"/>
                </a:lnTo>
                <a:close/>
                <a:moveTo>
                  <a:pt x="895350" y="3409950"/>
                </a:moveTo>
                <a:lnTo>
                  <a:pt x="904875" y="3409950"/>
                </a:lnTo>
                <a:lnTo>
                  <a:pt x="904875" y="3419475"/>
                </a:lnTo>
                <a:lnTo>
                  <a:pt x="895350" y="3419475"/>
                </a:lnTo>
                <a:close/>
                <a:moveTo>
                  <a:pt x="1143000" y="3409950"/>
                </a:moveTo>
                <a:lnTo>
                  <a:pt x="1152525" y="3409950"/>
                </a:lnTo>
                <a:lnTo>
                  <a:pt x="1152525" y="3419475"/>
                </a:lnTo>
                <a:lnTo>
                  <a:pt x="1143000" y="3419475"/>
                </a:lnTo>
                <a:close/>
                <a:moveTo>
                  <a:pt x="228600" y="3419475"/>
                </a:moveTo>
                <a:lnTo>
                  <a:pt x="238125" y="3419475"/>
                </a:lnTo>
                <a:lnTo>
                  <a:pt x="238125" y="3438525"/>
                </a:lnTo>
                <a:lnTo>
                  <a:pt x="228600" y="3438525"/>
                </a:lnTo>
                <a:close/>
                <a:moveTo>
                  <a:pt x="952500" y="3419475"/>
                </a:moveTo>
                <a:lnTo>
                  <a:pt x="962025" y="3419475"/>
                </a:lnTo>
                <a:lnTo>
                  <a:pt x="962025" y="3429000"/>
                </a:lnTo>
                <a:lnTo>
                  <a:pt x="952500" y="3429000"/>
                </a:lnTo>
                <a:close/>
                <a:moveTo>
                  <a:pt x="1304925" y="3419475"/>
                </a:moveTo>
                <a:lnTo>
                  <a:pt x="1323975" y="3419475"/>
                </a:lnTo>
                <a:lnTo>
                  <a:pt x="1323975" y="3429000"/>
                </a:lnTo>
                <a:lnTo>
                  <a:pt x="1304925" y="3429000"/>
                </a:lnTo>
                <a:close/>
                <a:moveTo>
                  <a:pt x="828675" y="3429000"/>
                </a:moveTo>
                <a:lnTo>
                  <a:pt x="838200" y="3429000"/>
                </a:lnTo>
                <a:lnTo>
                  <a:pt x="838200" y="3438525"/>
                </a:lnTo>
                <a:lnTo>
                  <a:pt x="828675" y="3438525"/>
                </a:lnTo>
                <a:close/>
                <a:moveTo>
                  <a:pt x="1190625" y="3429000"/>
                </a:moveTo>
                <a:lnTo>
                  <a:pt x="1200150" y="3429000"/>
                </a:lnTo>
                <a:lnTo>
                  <a:pt x="1200150" y="3438525"/>
                </a:lnTo>
                <a:lnTo>
                  <a:pt x="1190625" y="3438525"/>
                </a:lnTo>
                <a:close/>
                <a:moveTo>
                  <a:pt x="1209675" y="3429000"/>
                </a:moveTo>
                <a:lnTo>
                  <a:pt x="1219200" y="3429000"/>
                </a:lnTo>
                <a:lnTo>
                  <a:pt x="1219200" y="3448050"/>
                </a:lnTo>
                <a:lnTo>
                  <a:pt x="1209675" y="3448050"/>
                </a:lnTo>
                <a:close/>
                <a:moveTo>
                  <a:pt x="1323975" y="3429000"/>
                </a:moveTo>
                <a:lnTo>
                  <a:pt x="1333500" y="3429000"/>
                </a:lnTo>
                <a:lnTo>
                  <a:pt x="1333500" y="3448050"/>
                </a:lnTo>
                <a:lnTo>
                  <a:pt x="1314450" y="3448050"/>
                </a:lnTo>
                <a:lnTo>
                  <a:pt x="1314450" y="3438525"/>
                </a:lnTo>
                <a:lnTo>
                  <a:pt x="1323975" y="3438525"/>
                </a:lnTo>
                <a:close/>
                <a:moveTo>
                  <a:pt x="1419225" y="3429000"/>
                </a:moveTo>
                <a:lnTo>
                  <a:pt x="1428750" y="3429000"/>
                </a:lnTo>
                <a:lnTo>
                  <a:pt x="1428750" y="3448050"/>
                </a:lnTo>
                <a:lnTo>
                  <a:pt x="1419225" y="3448050"/>
                </a:lnTo>
                <a:close/>
                <a:moveTo>
                  <a:pt x="923925" y="3438525"/>
                </a:moveTo>
                <a:lnTo>
                  <a:pt x="962025" y="3438525"/>
                </a:lnTo>
                <a:lnTo>
                  <a:pt x="962025" y="3448050"/>
                </a:lnTo>
                <a:lnTo>
                  <a:pt x="923925" y="3448050"/>
                </a:lnTo>
                <a:close/>
                <a:moveTo>
                  <a:pt x="876300" y="3514725"/>
                </a:moveTo>
                <a:lnTo>
                  <a:pt x="885825" y="3514725"/>
                </a:lnTo>
                <a:lnTo>
                  <a:pt x="885825" y="3524250"/>
                </a:lnTo>
                <a:lnTo>
                  <a:pt x="876300" y="3524250"/>
                </a:lnTo>
                <a:close/>
                <a:moveTo>
                  <a:pt x="1409700" y="3514725"/>
                </a:moveTo>
                <a:lnTo>
                  <a:pt x="1419225" y="3514725"/>
                </a:lnTo>
                <a:lnTo>
                  <a:pt x="1419225" y="3524250"/>
                </a:lnTo>
                <a:lnTo>
                  <a:pt x="1409700" y="3524250"/>
                </a:lnTo>
                <a:close/>
                <a:moveTo>
                  <a:pt x="885825" y="3524250"/>
                </a:moveTo>
                <a:lnTo>
                  <a:pt x="895350" y="3524250"/>
                </a:lnTo>
                <a:lnTo>
                  <a:pt x="895350" y="3533775"/>
                </a:lnTo>
                <a:lnTo>
                  <a:pt x="885825" y="3533775"/>
                </a:lnTo>
                <a:close/>
                <a:moveTo>
                  <a:pt x="942975" y="3524250"/>
                </a:moveTo>
                <a:lnTo>
                  <a:pt x="952500" y="3524250"/>
                </a:lnTo>
                <a:lnTo>
                  <a:pt x="952500" y="3533775"/>
                </a:lnTo>
                <a:lnTo>
                  <a:pt x="962025" y="3533775"/>
                </a:lnTo>
                <a:lnTo>
                  <a:pt x="962025" y="3543300"/>
                </a:lnTo>
                <a:lnTo>
                  <a:pt x="942975" y="3543300"/>
                </a:lnTo>
                <a:close/>
                <a:moveTo>
                  <a:pt x="828675" y="3533775"/>
                </a:moveTo>
                <a:lnTo>
                  <a:pt x="838200" y="3533775"/>
                </a:lnTo>
                <a:lnTo>
                  <a:pt x="838200" y="3543300"/>
                </a:lnTo>
                <a:lnTo>
                  <a:pt x="847725" y="3543300"/>
                </a:lnTo>
                <a:lnTo>
                  <a:pt x="847725" y="3552825"/>
                </a:lnTo>
                <a:lnTo>
                  <a:pt x="828675" y="3552825"/>
                </a:lnTo>
                <a:close/>
                <a:moveTo>
                  <a:pt x="1276350" y="3533775"/>
                </a:moveTo>
                <a:lnTo>
                  <a:pt x="1285875" y="3533775"/>
                </a:lnTo>
                <a:lnTo>
                  <a:pt x="1285875" y="3543300"/>
                </a:lnTo>
                <a:lnTo>
                  <a:pt x="1276350" y="3543300"/>
                </a:lnTo>
                <a:close/>
                <a:moveTo>
                  <a:pt x="1552575" y="3543300"/>
                </a:moveTo>
                <a:lnTo>
                  <a:pt x="1562100" y="3543300"/>
                </a:lnTo>
                <a:lnTo>
                  <a:pt x="1562100" y="3552825"/>
                </a:lnTo>
                <a:lnTo>
                  <a:pt x="1552575" y="3552825"/>
                </a:lnTo>
                <a:close/>
                <a:moveTo>
                  <a:pt x="1647825" y="3552825"/>
                </a:moveTo>
                <a:lnTo>
                  <a:pt x="1657350" y="3552825"/>
                </a:lnTo>
                <a:lnTo>
                  <a:pt x="1657350" y="3562350"/>
                </a:lnTo>
                <a:lnTo>
                  <a:pt x="1647825" y="3562350"/>
                </a:lnTo>
                <a:close/>
                <a:moveTo>
                  <a:pt x="828675" y="3562350"/>
                </a:moveTo>
                <a:lnTo>
                  <a:pt x="847725" y="3562350"/>
                </a:lnTo>
                <a:lnTo>
                  <a:pt x="847725" y="3571875"/>
                </a:lnTo>
                <a:lnTo>
                  <a:pt x="828675" y="3571875"/>
                </a:lnTo>
                <a:close/>
                <a:moveTo>
                  <a:pt x="1666875" y="3562350"/>
                </a:moveTo>
                <a:lnTo>
                  <a:pt x="1676400" y="3562350"/>
                </a:lnTo>
                <a:lnTo>
                  <a:pt x="1676400" y="3571875"/>
                </a:lnTo>
                <a:lnTo>
                  <a:pt x="1666875" y="3571875"/>
                </a:lnTo>
                <a:close/>
                <a:moveTo>
                  <a:pt x="1657350" y="3590925"/>
                </a:moveTo>
                <a:lnTo>
                  <a:pt x="1666875" y="3590925"/>
                </a:lnTo>
                <a:lnTo>
                  <a:pt x="1666875" y="3600450"/>
                </a:lnTo>
                <a:lnTo>
                  <a:pt x="1657350" y="3600450"/>
                </a:lnTo>
                <a:close/>
                <a:moveTo>
                  <a:pt x="219075" y="3609975"/>
                </a:moveTo>
                <a:lnTo>
                  <a:pt x="228600" y="3609975"/>
                </a:lnTo>
                <a:lnTo>
                  <a:pt x="228600" y="3619500"/>
                </a:lnTo>
                <a:lnTo>
                  <a:pt x="219075" y="3619500"/>
                </a:lnTo>
                <a:close/>
                <a:moveTo>
                  <a:pt x="409575" y="3609975"/>
                </a:moveTo>
                <a:lnTo>
                  <a:pt x="438150" y="3609975"/>
                </a:lnTo>
                <a:lnTo>
                  <a:pt x="438150" y="3619500"/>
                </a:lnTo>
                <a:lnTo>
                  <a:pt x="409575" y="3619500"/>
                </a:lnTo>
                <a:close/>
                <a:moveTo>
                  <a:pt x="228600" y="3619500"/>
                </a:moveTo>
                <a:lnTo>
                  <a:pt x="238125" y="3619500"/>
                </a:lnTo>
                <a:lnTo>
                  <a:pt x="238125" y="3629025"/>
                </a:lnTo>
                <a:lnTo>
                  <a:pt x="228600" y="3629025"/>
                </a:lnTo>
                <a:close/>
                <a:moveTo>
                  <a:pt x="257175" y="3619500"/>
                </a:moveTo>
                <a:lnTo>
                  <a:pt x="276225" y="3619500"/>
                </a:lnTo>
                <a:lnTo>
                  <a:pt x="276225" y="3629025"/>
                </a:lnTo>
                <a:lnTo>
                  <a:pt x="257175" y="3629025"/>
                </a:lnTo>
                <a:close/>
                <a:moveTo>
                  <a:pt x="447675" y="3638550"/>
                </a:moveTo>
                <a:lnTo>
                  <a:pt x="485775" y="3638550"/>
                </a:lnTo>
                <a:lnTo>
                  <a:pt x="485775" y="3648075"/>
                </a:lnTo>
                <a:lnTo>
                  <a:pt x="514350" y="3648075"/>
                </a:lnTo>
                <a:lnTo>
                  <a:pt x="514350" y="3676650"/>
                </a:lnTo>
                <a:lnTo>
                  <a:pt x="409575" y="3676650"/>
                </a:lnTo>
                <a:lnTo>
                  <a:pt x="409575" y="3657600"/>
                </a:lnTo>
                <a:lnTo>
                  <a:pt x="400050" y="3657600"/>
                </a:lnTo>
                <a:lnTo>
                  <a:pt x="400050" y="3648075"/>
                </a:lnTo>
                <a:lnTo>
                  <a:pt x="447675" y="3648075"/>
                </a:lnTo>
                <a:close/>
                <a:moveTo>
                  <a:pt x="371475" y="3648075"/>
                </a:moveTo>
                <a:lnTo>
                  <a:pt x="390525" y="3648075"/>
                </a:lnTo>
                <a:lnTo>
                  <a:pt x="390525" y="3667125"/>
                </a:lnTo>
                <a:lnTo>
                  <a:pt x="371475" y="3667125"/>
                </a:lnTo>
                <a:close/>
                <a:moveTo>
                  <a:pt x="533400" y="3648075"/>
                </a:moveTo>
                <a:lnTo>
                  <a:pt x="552450" y="3648075"/>
                </a:lnTo>
                <a:lnTo>
                  <a:pt x="552450" y="3657600"/>
                </a:lnTo>
                <a:lnTo>
                  <a:pt x="533400" y="3657600"/>
                </a:lnTo>
                <a:close/>
                <a:moveTo>
                  <a:pt x="600075" y="3648075"/>
                </a:moveTo>
                <a:lnTo>
                  <a:pt x="628650" y="3648075"/>
                </a:lnTo>
                <a:lnTo>
                  <a:pt x="628650" y="3667125"/>
                </a:lnTo>
                <a:lnTo>
                  <a:pt x="600075" y="3667125"/>
                </a:lnTo>
                <a:close/>
                <a:moveTo>
                  <a:pt x="552450" y="3657600"/>
                </a:moveTo>
                <a:lnTo>
                  <a:pt x="561975" y="3657600"/>
                </a:lnTo>
                <a:lnTo>
                  <a:pt x="561975" y="3667125"/>
                </a:lnTo>
                <a:lnTo>
                  <a:pt x="552450" y="3667125"/>
                </a:lnTo>
                <a:close/>
                <a:moveTo>
                  <a:pt x="1152525" y="3657600"/>
                </a:moveTo>
                <a:lnTo>
                  <a:pt x="1190625" y="3657600"/>
                </a:lnTo>
                <a:lnTo>
                  <a:pt x="1190625" y="3667125"/>
                </a:lnTo>
                <a:lnTo>
                  <a:pt x="1152525" y="3667125"/>
                </a:lnTo>
                <a:close/>
                <a:moveTo>
                  <a:pt x="1209675" y="3657600"/>
                </a:moveTo>
                <a:lnTo>
                  <a:pt x="1257300" y="3657600"/>
                </a:lnTo>
                <a:lnTo>
                  <a:pt x="1257300" y="3667125"/>
                </a:lnTo>
                <a:lnTo>
                  <a:pt x="1209675" y="3667125"/>
                </a:lnTo>
                <a:close/>
                <a:moveTo>
                  <a:pt x="1381125" y="3657600"/>
                </a:moveTo>
                <a:lnTo>
                  <a:pt x="1409700" y="3657600"/>
                </a:lnTo>
                <a:lnTo>
                  <a:pt x="1409700" y="3667125"/>
                </a:lnTo>
                <a:lnTo>
                  <a:pt x="1381125" y="3667125"/>
                </a:lnTo>
                <a:close/>
                <a:moveTo>
                  <a:pt x="419100" y="3667125"/>
                </a:moveTo>
                <a:lnTo>
                  <a:pt x="447675" y="3667125"/>
                </a:lnTo>
                <a:lnTo>
                  <a:pt x="447675" y="3657600"/>
                </a:lnTo>
                <a:lnTo>
                  <a:pt x="419100" y="3657600"/>
                </a:lnTo>
                <a:close/>
                <a:moveTo>
                  <a:pt x="542925" y="3667125"/>
                </a:moveTo>
                <a:lnTo>
                  <a:pt x="552450" y="3667125"/>
                </a:lnTo>
                <a:lnTo>
                  <a:pt x="552450" y="3676650"/>
                </a:lnTo>
                <a:lnTo>
                  <a:pt x="542925" y="3676650"/>
                </a:lnTo>
                <a:close/>
              </a:path>
            </a:pathLst>
          </a:custGeom>
          <a:solidFill xmlns:a="http://schemas.openxmlformats.org/drawingml/2006/main">
            <a:srgbClr val="F1EEE2"/>
          </a:solidFill>
          <a:ln xmlns:a="http://schemas.openxmlformats.org/drawingml/2006/main" w="0">
            <a:noFill/>
          </a:ln>
        </p:spPr>
      </p:sp>
      <p:sp>
        <p:nvSpPr>
          <p:cNvPr id="39" name="profit vector #f3ede1">
            <a:extLst xmlns:a="http://schemas.openxmlformats.org/drawingml/2006/main">
              <a:ext uri="{FF2B5EF4-FFF2-40B4-BE49-F238E27FC236}">
                <a16:creationId xmlns:a16="http://schemas.microsoft.com/office/drawing/2014/main" id="{0A8C052B-1D43-406D-AC66-8F4B3A5092E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29825" y="1447800"/>
            <a:ext cx="2200275" cy="4467225"/>
          </a:xfrm>
          <a:custGeom xmlns:a="http://schemas.openxmlformats.org/drawingml/2006/main">
            <a:pathLst>
              <a:path w="1866900" h="3790950">
                <a:moveTo>
                  <a:pt x="180975" y="0"/>
                </a:moveTo>
                <a:lnTo>
                  <a:pt x="190500" y="0"/>
                </a:lnTo>
                <a:lnTo>
                  <a:pt x="190500" y="9525"/>
                </a:lnTo>
                <a:lnTo>
                  <a:pt x="180975" y="9525"/>
                </a:lnTo>
                <a:close/>
                <a:moveTo>
                  <a:pt x="0" y="66675"/>
                </a:moveTo>
                <a:lnTo>
                  <a:pt x="9525" y="66675"/>
                </a:lnTo>
                <a:lnTo>
                  <a:pt x="9525" y="85725"/>
                </a:lnTo>
                <a:lnTo>
                  <a:pt x="0" y="85725"/>
                </a:lnTo>
                <a:close/>
                <a:moveTo>
                  <a:pt x="0" y="104775"/>
                </a:moveTo>
                <a:lnTo>
                  <a:pt x="19050" y="104775"/>
                </a:lnTo>
                <a:lnTo>
                  <a:pt x="19050" y="114300"/>
                </a:lnTo>
                <a:lnTo>
                  <a:pt x="0" y="114300"/>
                </a:lnTo>
                <a:close/>
                <a:moveTo>
                  <a:pt x="0" y="133350"/>
                </a:moveTo>
                <a:lnTo>
                  <a:pt x="9525" y="133350"/>
                </a:lnTo>
                <a:lnTo>
                  <a:pt x="9525" y="142875"/>
                </a:lnTo>
                <a:lnTo>
                  <a:pt x="0" y="142875"/>
                </a:lnTo>
                <a:close/>
                <a:moveTo>
                  <a:pt x="1571625" y="161925"/>
                </a:moveTo>
                <a:lnTo>
                  <a:pt x="1581150" y="161925"/>
                </a:lnTo>
                <a:lnTo>
                  <a:pt x="1581150" y="190500"/>
                </a:lnTo>
                <a:lnTo>
                  <a:pt x="1543050" y="190500"/>
                </a:lnTo>
                <a:lnTo>
                  <a:pt x="1543050" y="200025"/>
                </a:lnTo>
                <a:lnTo>
                  <a:pt x="1533525" y="200025"/>
                </a:lnTo>
                <a:lnTo>
                  <a:pt x="1533525" y="180975"/>
                </a:lnTo>
                <a:lnTo>
                  <a:pt x="1552575" y="180975"/>
                </a:lnTo>
                <a:lnTo>
                  <a:pt x="1552575" y="171450"/>
                </a:lnTo>
                <a:lnTo>
                  <a:pt x="1571625" y="171450"/>
                </a:lnTo>
                <a:close/>
                <a:moveTo>
                  <a:pt x="657225" y="209550"/>
                </a:moveTo>
                <a:lnTo>
                  <a:pt x="676275" y="209550"/>
                </a:lnTo>
                <a:lnTo>
                  <a:pt x="676275" y="228600"/>
                </a:lnTo>
                <a:lnTo>
                  <a:pt x="666750" y="228600"/>
                </a:lnTo>
                <a:lnTo>
                  <a:pt x="666750" y="219075"/>
                </a:lnTo>
                <a:lnTo>
                  <a:pt x="657225" y="219075"/>
                </a:lnTo>
                <a:close/>
                <a:moveTo>
                  <a:pt x="1647825" y="209550"/>
                </a:moveTo>
                <a:lnTo>
                  <a:pt x="1657350" y="209550"/>
                </a:lnTo>
                <a:lnTo>
                  <a:pt x="1657350" y="228600"/>
                </a:lnTo>
                <a:lnTo>
                  <a:pt x="1647825" y="228600"/>
                </a:lnTo>
                <a:lnTo>
                  <a:pt x="1647825" y="238125"/>
                </a:lnTo>
                <a:lnTo>
                  <a:pt x="1638300" y="238125"/>
                </a:lnTo>
                <a:lnTo>
                  <a:pt x="1638300" y="219075"/>
                </a:lnTo>
                <a:lnTo>
                  <a:pt x="1647825" y="219075"/>
                </a:lnTo>
                <a:close/>
                <a:moveTo>
                  <a:pt x="200025" y="219075"/>
                </a:moveTo>
                <a:lnTo>
                  <a:pt x="219075" y="219075"/>
                </a:lnTo>
                <a:lnTo>
                  <a:pt x="219075" y="238125"/>
                </a:lnTo>
                <a:lnTo>
                  <a:pt x="209550" y="238125"/>
                </a:lnTo>
                <a:lnTo>
                  <a:pt x="209550" y="228600"/>
                </a:lnTo>
                <a:lnTo>
                  <a:pt x="200025" y="228600"/>
                </a:lnTo>
                <a:close/>
                <a:moveTo>
                  <a:pt x="1619250" y="228600"/>
                </a:moveTo>
                <a:lnTo>
                  <a:pt x="1628775" y="228600"/>
                </a:lnTo>
                <a:lnTo>
                  <a:pt x="1628775" y="238125"/>
                </a:lnTo>
                <a:lnTo>
                  <a:pt x="1619250" y="238125"/>
                </a:lnTo>
                <a:close/>
                <a:moveTo>
                  <a:pt x="1600200" y="238125"/>
                </a:moveTo>
                <a:lnTo>
                  <a:pt x="1609725" y="238125"/>
                </a:lnTo>
                <a:lnTo>
                  <a:pt x="1609725" y="247650"/>
                </a:lnTo>
                <a:lnTo>
                  <a:pt x="1600200" y="247650"/>
                </a:lnTo>
                <a:close/>
                <a:moveTo>
                  <a:pt x="1257300" y="257175"/>
                </a:moveTo>
                <a:lnTo>
                  <a:pt x="1266825" y="257175"/>
                </a:lnTo>
                <a:lnTo>
                  <a:pt x="1266825" y="266700"/>
                </a:lnTo>
                <a:lnTo>
                  <a:pt x="1257300" y="266700"/>
                </a:lnTo>
                <a:close/>
                <a:moveTo>
                  <a:pt x="1200150" y="266700"/>
                </a:moveTo>
                <a:lnTo>
                  <a:pt x="1209675" y="266700"/>
                </a:lnTo>
                <a:lnTo>
                  <a:pt x="1209675" y="276225"/>
                </a:lnTo>
                <a:lnTo>
                  <a:pt x="1200150" y="276225"/>
                </a:lnTo>
                <a:close/>
                <a:moveTo>
                  <a:pt x="1238250" y="266700"/>
                </a:moveTo>
                <a:lnTo>
                  <a:pt x="1257300" y="266700"/>
                </a:lnTo>
                <a:lnTo>
                  <a:pt x="1257300" y="276225"/>
                </a:lnTo>
                <a:lnTo>
                  <a:pt x="1238250" y="276225"/>
                </a:lnTo>
                <a:close/>
                <a:moveTo>
                  <a:pt x="1666875" y="266700"/>
                </a:moveTo>
                <a:lnTo>
                  <a:pt x="1676400" y="266700"/>
                </a:lnTo>
                <a:lnTo>
                  <a:pt x="1676400" y="304800"/>
                </a:lnTo>
                <a:lnTo>
                  <a:pt x="1657350" y="304800"/>
                </a:lnTo>
                <a:lnTo>
                  <a:pt x="1657350" y="323850"/>
                </a:lnTo>
                <a:lnTo>
                  <a:pt x="1638300" y="323850"/>
                </a:lnTo>
                <a:lnTo>
                  <a:pt x="1638300" y="352425"/>
                </a:lnTo>
                <a:lnTo>
                  <a:pt x="1647825" y="352425"/>
                </a:lnTo>
                <a:lnTo>
                  <a:pt x="1647825" y="361950"/>
                </a:lnTo>
                <a:lnTo>
                  <a:pt x="1657350" y="361950"/>
                </a:lnTo>
                <a:lnTo>
                  <a:pt x="1657350" y="371475"/>
                </a:lnTo>
                <a:lnTo>
                  <a:pt x="1666875" y="371475"/>
                </a:lnTo>
                <a:lnTo>
                  <a:pt x="1666875" y="390525"/>
                </a:lnTo>
                <a:lnTo>
                  <a:pt x="1676400" y="390525"/>
                </a:lnTo>
                <a:lnTo>
                  <a:pt x="1676400" y="400050"/>
                </a:lnTo>
                <a:lnTo>
                  <a:pt x="1647825" y="400050"/>
                </a:lnTo>
                <a:lnTo>
                  <a:pt x="1647825" y="390525"/>
                </a:lnTo>
                <a:lnTo>
                  <a:pt x="1638300" y="390525"/>
                </a:lnTo>
                <a:lnTo>
                  <a:pt x="1638300" y="400050"/>
                </a:lnTo>
                <a:lnTo>
                  <a:pt x="1628775" y="400050"/>
                </a:lnTo>
                <a:lnTo>
                  <a:pt x="1628775" y="390525"/>
                </a:lnTo>
                <a:lnTo>
                  <a:pt x="1619250" y="390525"/>
                </a:lnTo>
                <a:lnTo>
                  <a:pt x="1619250" y="371475"/>
                </a:lnTo>
                <a:lnTo>
                  <a:pt x="1590675" y="371475"/>
                </a:lnTo>
                <a:lnTo>
                  <a:pt x="1590675" y="352425"/>
                </a:lnTo>
                <a:lnTo>
                  <a:pt x="1619250" y="352425"/>
                </a:lnTo>
                <a:lnTo>
                  <a:pt x="1619250" y="342900"/>
                </a:lnTo>
                <a:lnTo>
                  <a:pt x="1628775" y="342900"/>
                </a:lnTo>
                <a:lnTo>
                  <a:pt x="1628775" y="295275"/>
                </a:lnTo>
                <a:lnTo>
                  <a:pt x="1666875" y="295275"/>
                </a:lnTo>
                <a:close/>
                <a:moveTo>
                  <a:pt x="485775" y="276225"/>
                </a:moveTo>
                <a:lnTo>
                  <a:pt x="495300" y="276225"/>
                </a:lnTo>
                <a:lnTo>
                  <a:pt x="495300" y="295275"/>
                </a:lnTo>
                <a:lnTo>
                  <a:pt x="485775" y="295275"/>
                </a:lnTo>
                <a:close/>
                <a:moveTo>
                  <a:pt x="1390650" y="285750"/>
                </a:moveTo>
                <a:lnTo>
                  <a:pt x="1409700" y="285750"/>
                </a:lnTo>
                <a:lnTo>
                  <a:pt x="1409700" y="295275"/>
                </a:lnTo>
                <a:lnTo>
                  <a:pt x="1419225" y="295275"/>
                </a:lnTo>
                <a:lnTo>
                  <a:pt x="1419225" y="304800"/>
                </a:lnTo>
                <a:lnTo>
                  <a:pt x="1400175" y="304800"/>
                </a:lnTo>
                <a:lnTo>
                  <a:pt x="1400175" y="295275"/>
                </a:lnTo>
                <a:lnTo>
                  <a:pt x="1390650" y="295275"/>
                </a:lnTo>
                <a:close/>
                <a:moveTo>
                  <a:pt x="1428750" y="285750"/>
                </a:moveTo>
                <a:lnTo>
                  <a:pt x="1438275" y="285750"/>
                </a:lnTo>
                <a:lnTo>
                  <a:pt x="1438275" y="295275"/>
                </a:lnTo>
                <a:lnTo>
                  <a:pt x="1428750" y="295275"/>
                </a:lnTo>
                <a:close/>
                <a:moveTo>
                  <a:pt x="1447800" y="285750"/>
                </a:moveTo>
                <a:lnTo>
                  <a:pt x="1457325" y="285750"/>
                </a:lnTo>
                <a:lnTo>
                  <a:pt x="1457325" y="295275"/>
                </a:lnTo>
                <a:lnTo>
                  <a:pt x="1447800" y="295275"/>
                </a:lnTo>
                <a:close/>
                <a:moveTo>
                  <a:pt x="1571625" y="285750"/>
                </a:moveTo>
                <a:lnTo>
                  <a:pt x="1581150" y="285750"/>
                </a:lnTo>
                <a:lnTo>
                  <a:pt x="1581150" y="295275"/>
                </a:lnTo>
                <a:lnTo>
                  <a:pt x="1571625" y="295275"/>
                </a:lnTo>
                <a:close/>
                <a:moveTo>
                  <a:pt x="466725" y="295275"/>
                </a:moveTo>
                <a:lnTo>
                  <a:pt x="485775" y="295275"/>
                </a:lnTo>
                <a:lnTo>
                  <a:pt x="485775" y="304800"/>
                </a:lnTo>
                <a:lnTo>
                  <a:pt x="523875" y="304800"/>
                </a:lnTo>
                <a:lnTo>
                  <a:pt x="523875" y="314325"/>
                </a:lnTo>
                <a:lnTo>
                  <a:pt x="561975" y="314325"/>
                </a:lnTo>
                <a:lnTo>
                  <a:pt x="561975" y="323850"/>
                </a:lnTo>
                <a:lnTo>
                  <a:pt x="581025" y="323850"/>
                </a:lnTo>
                <a:lnTo>
                  <a:pt x="581025" y="314325"/>
                </a:lnTo>
                <a:lnTo>
                  <a:pt x="600075" y="314325"/>
                </a:lnTo>
                <a:lnTo>
                  <a:pt x="600075" y="304800"/>
                </a:lnTo>
                <a:lnTo>
                  <a:pt x="619125" y="304800"/>
                </a:lnTo>
                <a:lnTo>
                  <a:pt x="619125" y="295275"/>
                </a:lnTo>
                <a:lnTo>
                  <a:pt x="666750" y="295275"/>
                </a:lnTo>
                <a:lnTo>
                  <a:pt x="666750" y="304800"/>
                </a:lnTo>
                <a:lnTo>
                  <a:pt x="647700" y="304800"/>
                </a:lnTo>
                <a:lnTo>
                  <a:pt x="647700" y="314325"/>
                </a:lnTo>
                <a:lnTo>
                  <a:pt x="609600" y="314325"/>
                </a:lnTo>
                <a:lnTo>
                  <a:pt x="609600" y="323850"/>
                </a:lnTo>
                <a:lnTo>
                  <a:pt x="600075" y="323850"/>
                </a:lnTo>
                <a:lnTo>
                  <a:pt x="600075" y="342900"/>
                </a:lnTo>
                <a:lnTo>
                  <a:pt x="609600" y="342900"/>
                </a:lnTo>
                <a:lnTo>
                  <a:pt x="609600" y="352425"/>
                </a:lnTo>
                <a:lnTo>
                  <a:pt x="600075" y="352425"/>
                </a:lnTo>
                <a:lnTo>
                  <a:pt x="600075" y="371475"/>
                </a:lnTo>
                <a:lnTo>
                  <a:pt x="609600" y="371475"/>
                </a:lnTo>
                <a:lnTo>
                  <a:pt x="609600" y="400050"/>
                </a:lnTo>
                <a:lnTo>
                  <a:pt x="600075" y="400050"/>
                </a:lnTo>
                <a:lnTo>
                  <a:pt x="600075" y="409575"/>
                </a:lnTo>
                <a:lnTo>
                  <a:pt x="628650" y="409575"/>
                </a:lnTo>
                <a:lnTo>
                  <a:pt x="628650" y="390525"/>
                </a:lnTo>
                <a:lnTo>
                  <a:pt x="638175" y="390525"/>
                </a:lnTo>
                <a:lnTo>
                  <a:pt x="638175" y="400050"/>
                </a:lnTo>
                <a:lnTo>
                  <a:pt x="647700" y="400050"/>
                </a:lnTo>
                <a:lnTo>
                  <a:pt x="647700" y="390525"/>
                </a:lnTo>
                <a:lnTo>
                  <a:pt x="666750" y="390525"/>
                </a:lnTo>
                <a:lnTo>
                  <a:pt x="666750" y="381000"/>
                </a:lnTo>
                <a:lnTo>
                  <a:pt x="657225" y="381000"/>
                </a:lnTo>
                <a:lnTo>
                  <a:pt x="657225" y="371475"/>
                </a:lnTo>
                <a:lnTo>
                  <a:pt x="647700" y="371475"/>
                </a:lnTo>
                <a:lnTo>
                  <a:pt x="647700" y="381000"/>
                </a:lnTo>
                <a:lnTo>
                  <a:pt x="619125" y="381000"/>
                </a:lnTo>
                <a:lnTo>
                  <a:pt x="619125" y="371475"/>
                </a:lnTo>
                <a:lnTo>
                  <a:pt x="628650" y="371475"/>
                </a:lnTo>
                <a:lnTo>
                  <a:pt x="628650" y="361950"/>
                </a:lnTo>
                <a:lnTo>
                  <a:pt x="657225" y="361950"/>
                </a:lnTo>
                <a:lnTo>
                  <a:pt x="657225" y="342900"/>
                </a:lnTo>
                <a:lnTo>
                  <a:pt x="695325" y="342900"/>
                </a:lnTo>
                <a:lnTo>
                  <a:pt x="695325" y="390525"/>
                </a:lnTo>
                <a:lnTo>
                  <a:pt x="676275" y="390525"/>
                </a:lnTo>
                <a:lnTo>
                  <a:pt x="676275" y="428625"/>
                </a:lnTo>
                <a:lnTo>
                  <a:pt x="685800" y="428625"/>
                </a:lnTo>
                <a:lnTo>
                  <a:pt x="685800" y="400050"/>
                </a:lnTo>
                <a:lnTo>
                  <a:pt x="704850" y="400050"/>
                </a:lnTo>
                <a:lnTo>
                  <a:pt x="704850" y="381000"/>
                </a:lnTo>
                <a:lnTo>
                  <a:pt x="714375" y="381000"/>
                </a:lnTo>
                <a:lnTo>
                  <a:pt x="714375" y="390525"/>
                </a:lnTo>
                <a:lnTo>
                  <a:pt x="723900" y="390525"/>
                </a:lnTo>
                <a:lnTo>
                  <a:pt x="723900" y="409575"/>
                </a:lnTo>
                <a:lnTo>
                  <a:pt x="714375" y="409575"/>
                </a:lnTo>
                <a:lnTo>
                  <a:pt x="714375" y="419100"/>
                </a:lnTo>
                <a:lnTo>
                  <a:pt x="704850" y="419100"/>
                </a:lnTo>
                <a:lnTo>
                  <a:pt x="704850" y="428625"/>
                </a:lnTo>
                <a:lnTo>
                  <a:pt x="695325" y="428625"/>
                </a:lnTo>
                <a:lnTo>
                  <a:pt x="695325" y="447675"/>
                </a:lnTo>
                <a:lnTo>
                  <a:pt x="685800" y="447675"/>
                </a:lnTo>
                <a:lnTo>
                  <a:pt x="685800" y="457200"/>
                </a:lnTo>
                <a:lnTo>
                  <a:pt x="676275" y="457200"/>
                </a:lnTo>
                <a:lnTo>
                  <a:pt x="676275" y="466725"/>
                </a:lnTo>
                <a:lnTo>
                  <a:pt x="666750" y="466725"/>
                </a:lnTo>
                <a:lnTo>
                  <a:pt x="666750" y="495300"/>
                </a:lnTo>
                <a:lnTo>
                  <a:pt x="676275" y="495300"/>
                </a:lnTo>
                <a:lnTo>
                  <a:pt x="676275" y="504825"/>
                </a:lnTo>
                <a:lnTo>
                  <a:pt x="704850" y="504825"/>
                </a:lnTo>
                <a:lnTo>
                  <a:pt x="704850" y="514350"/>
                </a:lnTo>
                <a:lnTo>
                  <a:pt x="714375" y="514350"/>
                </a:lnTo>
                <a:lnTo>
                  <a:pt x="714375" y="533400"/>
                </a:lnTo>
                <a:lnTo>
                  <a:pt x="676275" y="533400"/>
                </a:lnTo>
                <a:lnTo>
                  <a:pt x="676275" y="523875"/>
                </a:lnTo>
                <a:lnTo>
                  <a:pt x="666750" y="523875"/>
                </a:lnTo>
                <a:lnTo>
                  <a:pt x="666750" y="504825"/>
                </a:lnTo>
                <a:lnTo>
                  <a:pt x="657225" y="504825"/>
                </a:lnTo>
                <a:lnTo>
                  <a:pt x="657225" y="514350"/>
                </a:lnTo>
                <a:lnTo>
                  <a:pt x="647700" y="514350"/>
                </a:lnTo>
                <a:lnTo>
                  <a:pt x="647700" y="533400"/>
                </a:lnTo>
                <a:lnTo>
                  <a:pt x="638175" y="533400"/>
                </a:lnTo>
                <a:lnTo>
                  <a:pt x="638175" y="542925"/>
                </a:lnTo>
                <a:lnTo>
                  <a:pt x="647700" y="542925"/>
                </a:lnTo>
                <a:lnTo>
                  <a:pt x="647700" y="552450"/>
                </a:lnTo>
                <a:lnTo>
                  <a:pt x="752475" y="552450"/>
                </a:lnTo>
                <a:lnTo>
                  <a:pt x="752475" y="523875"/>
                </a:lnTo>
                <a:lnTo>
                  <a:pt x="762000" y="523875"/>
                </a:lnTo>
                <a:lnTo>
                  <a:pt x="762000" y="533400"/>
                </a:lnTo>
                <a:lnTo>
                  <a:pt x="771525" y="533400"/>
                </a:lnTo>
                <a:lnTo>
                  <a:pt x="771525" y="523875"/>
                </a:lnTo>
                <a:lnTo>
                  <a:pt x="781050" y="523875"/>
                </a:lnTo>
                <a:lnTo>
                  <a:pt x="781050" y="514350"/>
                </a:lnTo>
                <a:lnTo>
                  <a:pt x="809625" y="514350"/>
                </a:lnTo>
                <a:lnTo>
                  <a:pt x="809625" y="523875"/>
                </a:lnTo>
                <a:lnTo>
                  <a:pt x="800100" y="523875"/>
                </a:lnTo>
                <a:lnTo>
                  <a:pt x="800100" y="533400"/>
                </a:lnTo>
                <a:lnTo>
                  <a:pt x="809625" y="533400"/>
                </a:lnTo>
                <a:lnTo>
                  <a:pt x="809625" y="552450"/>
                </a:lnTo>
                <a:lnTo>
                  <a:pt x="819150" y="552450"/>
                </a:lnTo>
                <a:lnTo>
                  <a:pt x="819150" y="542925"/>
                </a:lnTo>
                <a:lnTo>
                  <a:pt x="828675" y="542925"/>
                </a:lnTo>
                <a:lnTo>
                  <a:pt x="828675" y="552450"/>
                </a:lnTo>
                <a:lnTo>
                  <a:pt x="838200" y="552450"/>
                </a:lnTo>
                <a:lnTo>
                  <a:pt x="838200" y="561975"/>
                </a:lnTo>
                <a:lnTo>
                  <a:pt x="847725" y="561975"/>
                </a:lnTo>
                <a:lnTo>
                  <a:pt x="847725" y="571500"/>
                </a:lnTo>
                <a:lnTo>
                  <a:pt x="866775" y="571500"/>
                </a:lnTo>
                <a:lnTo>
                  <a:pt x="866775" y="581025"/>
                </a:lnTo>
                <a:lnTo>
                  <a:pt x="885825" y="581025"/>
                </a:lnTo>
                <a:lnTo>
                  <a:pt x="885825" y="571500"/>
                </a:lnTo>
                <a:lnTo>
                  <a:pt x="876300" y="571500"/>
                </a:lnTo>
                <a:lnTo>
                  <a:pt x="876300" y="533400"/>
                </a:lnTo>
                <a:lnTo>
                  <a:pt x="866775" y="533400"/>
                </a:lnTo>
                <a:lnTo>
                  <a:pt x="866775" y="523875"/>
                </a:lnTo>
                <a:lnTo>
                  <a:pt x="904875" y="523875"/>
                </a:lnTo>
                <a:lnTo>
                  <a:pt x="904875" y="533400"/>
                </a:lnTo>
                <a:lnTo>
                  <a:pt x="923925" y="533400"/>
                </a:lnTo>
                <a:lnTo>
                  <a:pt x="923925" y="523875"/>
                </a:lnTo>
                <a:lnTo>
                  <a:pt x="942975" y="523875"/>
                </a:lnTo>
                <a:lnTo>
                  <a:pt x="942975" y="533400"/>
                </a:lnTo>
                <a:lnTo>
                  <a:pt x="923925" y="533400"/>
                </a:lnTo>
                <a:lnTo>
                  <a:pt x="923925" y="542925"/>
                </a:lnTo>
                <a:lnTo>
                  <a:pt x="942975" y="542925"/>
                </a:lnTo>
                <a:lnTo>
                  <a:pt x="942975" y="533400"/>
                </a:lnTo>
                <a:lnTo>
                  <a:pt x="990600" y="533400"/>
                </a:lnTo>
                <a:lnTo>
                  <a:pt x="990600" y="581025"/>
                </a:lnTo>
                <a:lnTo>
                  <a:pt x="1000125" y="581025"/>
                </a:lnTo>
                <a:lnTo>
                  <a:pt x="1000125" y="590550"/>
                </a:lnTo>
                <a:lnTo>
                  <a:pt x="1009650" y="590550"/>
                </a:lnTo>
                <a:lnTo>
                  <a:pt x="1009650" y="600075"/>
                </a:lnTo>
                <a:lnTo>
                  <a:pt x="1019175" y="600075"/>
                </a:lnTo>
                <a:lnTo>
                  <a:pt x="1019175" y="590550"/>
                </a:lnTo>
                <a:lnTo>
                  <a:pt x="1038225" y="590550"/>
                </a:lnTo>
                <a:lnTo>
                  <a:pt x="1038225" y="619125"/>
                </a:lnTo>
                <a:lnTo>
                  <a:pt x="1047750" y="619125"/>
                </a:lnTo>
                <a:lnTo>
                  <a:pt x="1047750" y="628650"/>
                </a:lnTo>
                <a:lnTo>
                  <a:pt x="1057275" y="628650"/>
                </a:lnTo>
                <a:lnTo>
                  <a:pt x="1057275" y="638175"/>
                </a:lnTo>
                <a:lnTo>
                  <a:pt x="1047750" y="638175"/>
                </a:lnTo>
                <a:lnTo>
                  <a:pt x="1047750" y="657225"/>
                </a:lnTo>
                <a:lnTo>
                  <a:pt x="1038225" y="657225"/>
                </a:lnTo>
                <a:lnTo>
                  <a:pt x="1038225" y="647700"/>
                </a:lnTo>
                <a:lnTo>
                  <a:pt x="1019175" y="647700"/>
                </a:lnTo>
                <a:lnTo>
                  <a:pt x="1019175" y="628650"/>
                </a:lnTo>
                <a:lnTo>
                  <a:pt x="1000125" y="628650"/>
                </a:lnTo>
                <a:lnTo>
                  <a:pt x="1000125" y="657225"/>
                </a:lnTo>
                <a:lnTo>
                  <a:pt x="971550" y="657225"/>
                </a:lnTo>
                <a:lnTo>
                  <a:pt x="971550" y="647700"/>
                </a:lnTo>
                <a:lnTo>
                  <a:pt x="990600" y="647700"/>
                </a:lnTo>
                <a:lnTo>
                  <a:pt x="990600" y="609600"/>
                </a:lnTo>
                <a:lnTo>
                  <a:pt x="971550" y="609600"/>
                </a:lnTo>
                <a:lnTo>
                  <a:pt x="971550" y="600075"/>
                </a:lnTo>
                <a:lnTo>
                  <a:pt x="962025" y="600075"/>
                </a:lnTo>
                <a:lnTo>
                  <a:pt x="962025" y="581025"/>
                </a:lnTo>
                <a:lnTo>
                  <a:pt x="933450" y="581025"/>
                </a:lnTo>
                <a:lnTo>
                  <a:pt x="933450" y="590550"/>
                </a:lnTo>
                <a:lnTo>
                  <a:pt x="923925" y="590550"/>
                </a:lnTo>
                <a:lnTo>
                  <a:pt x="923925" y="600075"/>
                </a:lnTo>
                <a:lnTo>
                  <a:pt x="933450" y="600075"/>
                </a:lnTo>
                <a:lnTo>
                  <a:pt x="933450" y="628650"/>
                </a:lnTo>
                <a:lnTo>
                  <a:pt x="904875" y="628650"/>
                </a:lnTo>
                <a:lnTo>
                  <a:pt x="904875" y="619125"/>
                </a:lnTo>
                <a:lnTo>
                  <a:pt x="914400" y="619125"/>
                </a:lnTo>
                <a:lnTo>
                  <a:pt x="914400" y="600075"/>
                </a:lnTo>
                <a:lnTo>
                  <a:pt x="885825" y="600075"/>
                </a:lnTo>
                <a:lnTo>
                  <a:pt x="885825" y="619125"/>
                </a:lnTo>
                <a:lnTo>
                  <a:pt x="866775" y="619125"/>
                </a:lnTo>
                <a:lnTo>
                  <a:pt x="866775" y="628650"/>
                </a:lnTo>
                <a:lnTo>
                  <a:pt x="838200" y="628650"/>
                </a:lnTo>
                <a:lnTo>
                  <a:pt x="838200" y="638175"/>
                </a:lnTo>
                <a:lnTo>
                  <a:pt x="800100" y="638175"/>
                </a:lnTo>
                <a:lnTo>
                  <a:pt x="800100" y="647700"/>
                </a:lnTo>
                <a:lnTo>
                  <a:pt x="781050" y="647700"/>
                </a:lnTo>
                <a:lnTo>
                  <a:pt x="781050" y="657225"/>
                </a:lnTo>
                <a:lnTo>
                  <a:pt x="762000" y="657225"/>
                </a:lnTo>
                <a:lnTo>
                  <a:pt x="762000" y="666750"/>
                </a:lnTo>
                <a:lnTo>
                  <a:pt x="752475" y="666750"/>
                </a:lnTo>
                <a:lnTo>
                  <a:pt x="752475" y="657225"/>
                </a:lnTo>
                <a:lnTo>
                  <a:pt x="714375" y="657225"/>
                </a:lnTo>
                <a:lnTo>
                  <a:pt x="714375" y="666750"/>
                </a:lnTo>
                <a:lnTo>
                  <a:pt x="742950" y="666750"/>
                </a:lnTo>
                <a:lnTo>
                  <a:pt x="742950" y="676275"/>
                </a:lnTo>
                <a:lnTo>
                  <a:pt x="733425" y="676275"/>
                </a:lnTo>
                <a:lnTo>
                  <a:pt x="733425" y="685800"/>
                </a:lnTo>
                <a:lnTo>
                  <a:pt x="742950" y="685800"/>
                </a:lnTo>
                <a:lnTo>
                  <a:pt x="742950" y="714375"/>
                </a:lnTo>
                <a:lnTo>
                  <a:pt x="714375" y="714375"/>
                </a:lnTo>
                <a:lnTo>
                  <a:pt x="714375" y="704850"/>
                </a:lnTo>
                <a:lnTo>
                  <a:pt x="704850" y="704850"/>
                </a:lnTo>
                <a:lnTo>
                  <a:pt x="704850" y="695325"/>
                </a:lnTo>
                <a:lnTo>
                  <a:pt x="685800" y="695325"/>
                </a:lnTo>
                <a:lnTo>
                  <a:pt x="685800" y="685800"/>
                </a:lnTo>
                <a:lnTo>
                  <a:pt x="638175" y="685800"/>
                </a:lnTo>
                <a:lnTo>
                  <a:pt x="638175" y="676275"/>
                </a:lnTo>
                <a:lnTo>
                  <a:pt x="628650" y="676275"/>
                </a:lnTo>
                <a:lnTo>
                  <a:pt x="628650" y="685800"/>
                </a:lnTo>
                <a:lnTo>
                  <a:pt x="619125" y="685800"/>
                </a:lnTo>
                <a:lnTo>
                  <a:pt x="619125" y="676275"/>
                </a:lnTo>
                <a:lnTo>
                  <a:pt x="600075" y="676275"/>
                </a:lnTo>
                <a:lnTo>
                  <a:pt x="600075" y="695325"/>
                </a:lnTo>
                <a:lnTo>
                  <a:pt x="571500" y="695325"/>
                </a:lnTo>
                <a:lnTo>
                  <a:pt x="571500" y="685800"/>
                </a:lnTo>
                <a:lnTo>
                  <a:pt x="542925" y="685800"/>
                </a:lnTo>
                <a:lnTo>
                  <a:pt x="542925" y="676275"/>
                </a:lnTo>
                <a:lnTo>
                  <a:pt x="533400" y="676275"/>
                </a:lnTo>
                <a:lnTo>
                  <a:pt x="533400" y="666750"/>
                </a:lnTo>
                <a:lnTo>
                  <a:pt x="523875" y="666750"/>
                </a:lnTo>
                <a:lnTo>
                  <a:pt x="523875" y="609600"/>
                </a:lnTo>
                <a:lnTo>
                  <a:pt x="514350" y="609600"/>
                </a:lnTo>
                <a:lnTo>
                  <a:pt x="514350" y="600075"/>
                </a:lnTo>
                <a:lnTo>
                  <a:pt x="504825" y="600075"/>
                </a:lnTo>
                <a:lnTo>
                  <a:pt x="504825" y="581025"/>
                </a:lnTo>
                <a:lnTo>
                  <a:pt x="514350" y="581025"/>
                </a:lnTo>
                <a:lnTo>
                  <a:pt x="514350" y="571500"/>
                </a:lnTo>
                <a:lnTo>
                  <a:pt x="542925" y="571500"/>
                </a:lnTo>
                <a:lnTo>
                  <a:pt x="542925" y="561975"/>
                </a:lnTo>
                <a:lnTo>
                  <a:pt x="552450" y="561975"/>
                </a:lnTo>
                <a:lnTo>
                  <a:pt x="552450" y="552450"/>
                </a:lnTo>
                <a:lnTo>
                  <a:pt x="523875" y="552450"/>
                </a:lnTo>
                <a:lnTo>
                  <a:pt x="523875" y="361950"/>
                </a:lnTo>
                <a:lnTo>
                  <a:pt x="514350" y="361950"/>
                </a:lnTo>
                <a:lnTo>
                  <a:pt x="514350" y="333375"/>
                </a:lnTo>
                <a:lnTo>
                  <a:pt x="495300" y="333375"/>
                </a:lnTo>
                <a:lnTo>
                  <a:pt x="495300" y="323850"/>
                </a:lnTo>
                <a:lnTo>
                  <a:pt x="485775" y="323850"/>
                </a:lnTo>
                <a:lnTo>
                  <a:pt x="485775" y="314325"/>
                </a:lnTo>
                <a:lnTo>
                  <a:pt x="476250" y="314325"/>
                </a:lnTo>
                <a:lnTo>
                  <a:pt x="476250" y="304800"/>
                </a:lnTo>
                <a:lnTo>
                  <a:pt x="466725" y="304800"/>
                </a:lnTo>
                <a:close/>
                <a:moveTo>
                  <a:pt x="466725" y="314325"/>
                </a:moveTo>
                <a:lnTo>
                  <a:pt x="476250" y="314325"/>
                </a:lnTo>
                <a:lnTo>
                  <a:pt x="476250" y="323850"/>
                </a:lnTo>
                <a:lnTo>
                  <a:pt x="466725" y="323850"/>
                </a:lnTo>
                <a:close/>
                <a:moveTo>
                  <a:pt x="1704975" y="323850"/>
                </a:moveTo>
                <a:lnTo>
                  <a:pt x="1714500" y="323850"/>
                </a:lnTo>
                <a:lnTo>
                  <a:pt x="1714500" y="333375"/>
                </a:lnTo>
                <a:lnTo>
                  <a:pt x="1704975" y="333375"/>
                </a:lnTo>
                <a:close/>
                <a:moveTo>
                  <a:pt x="1171575" y="342900"/>
                </a:moveTo>
                <a:lnTo>
                  <a:pt x="1181100" y="342900"/>
                </a:lnTo>
                <a:lnTo>
                  <a:pt x="1181100" y="352425"/>
                </a:lnTo>
                <a:lnTo>
                  <a:pt x="1190625" y="352425"/>
                </a:lnTo>
                <a:lnTo>
                  <a:pt x="1190625" y="371475"/>
                </a:lnTo>
                <a:lnTo>
                  <a:pt x="1209675" y="371475"/>
                </a:lnTo>
                <a:lnTo>
                  <a:pt x="1209675" y="381000"/>
                </a:lnTo>
                <a:lnTo>
                  <a:pt x="1200150" y="381000"/>
                </a:lnTo>
                <a:lnTo>
                  <a:pt x="1200150" y="390525"/>
                </a:lnTo>
                <a:lnTo>
                  <a:pt x="1190625" y="390525"/>
                </a:lnTo>
                <a:lnTo>
                  <a:pt x="1190625" y="400050"/>
                </a:lnTo>
                <a:lnTo>
                  <a:pt x="1181100" y="400050"/>
                </a:lnTo>
                <a:lnTo>
                  <a:pt x="1181100" y="419100"/>
                </a:lnTo>
                <a:lnTo>
                  <a:pt x="1171575" y="419100"/>
                </a:lnTo>
                <a:lnTo>
                  <a:pt x="1171575" y="409575"/>
                </a:lnTo>
                <a:lnTo>
                  <a:pt x="1162050" y="409575"/>
                </a:lnTo>
                <a:lnTo>
                  <a:pt x="1162050" y="400050"/>
                </a:lnTo>
                <a:lnTo>
                  <a:pt x="1171575" y="400050"/>
                </a:lnTo>
                <a:lnTo>
                  <a:pt x="1171575" y="390525"/>
                </a:lnTo>
                <a:lnTo>
                  <a:pt x="1143000" y="390525"/>
                </a:lnTo>
                <a:lnTo>
                  <a:pt x="1143000" y="381000"/>
                </a:lnTo>
                <a:lnTo>
                  <a:pt x="1171575" y="381000"/>
                </a:lnTo>
                <a:lnTo>
                  <a:pt x="1171575" y="371475"/>
                </a:lnTo>
                <a:lnTo>
                  <a:pt x="1162050" y="371475"/>
                </a:lnTo>
                <a:lnTo>
                  <a:pt x="1162050" y="361950"/>
                </a:lnTo>
                <a:lnTo>
                  <a:pt x="1171575" y="361950"/>
                </a:lnTo>
                <a:close/>
                <a:moveTo>
                  <a:pt x="571500" y="361950"/>
                </a:moveTo>
                <a:lnTo>
                  <a:pt x="590550" y="361950"/>
                </a:lnTo>
                <a:lnTo>
                  <a:pt x="590550" y="352425"/>
                </a:lnTo>
                <a:lnTo>
                  <a:pt x="571500" y="352425"/>
                </a:lnTo>
                <a:close/>
                <a:moveTo>
                  <a:pt x="542925" y="371475"/>
                </a:moveTo>
                <a:lnTo>
                  <a:pt x="561975" y="371475"/>
                </a:lnTo>
                <a:lnTo>
                  <a:pt x="561975" y="361950"/>
                </a:lnTo>
                <a:lnTo>
                  <a:pt x="542925" y="361950"/>
                </a:lnTo>
                <a:close/>
                <a:moveTo>
                  <a:pt x="1114425" y="371475"/>
                </a:moveTo>
                <a:lnTo>
                  <a:pt x="1123950" y="371475"/>
                </a:lnTo>
                <a:lnTo>
                  <a:pt x="1123950" y="390525"/>
                </a:lnTo>
                <a:lnTo>
                  <a:pt x="1104900" y="390525"/>
                </a:lnTo>
                <a:lnTo>
                  <a:pt x="1104900" y="381000"/>
                </a:lnTo>
                <a:lnTo>
                  <a:pt x="1114425" y="381000"/>
                </a:lnTo>
                <a:close/>
                <a:moveTo>
                  <a:pt x="542925" y="390525"/>
                </a:moveTo>
                <a:lnTo>
                  <a:pt x="561975" y="390525"/>
                </a:lnTo>
                <a:lnTo>
                  <a:pt x="561975" y="381000"/>
                </a:lnTo>
                <a:lnTo>
                  <a:pt x="542925" y="381000"/>
                </a:lnTo>
                <a:close/>
                <a:moveTo>
                  <a:pt x="1609725" y="400050"/>
                </a:moveTo>
                <a:lnTo>
                  <a:pt x="1619250" y="400050"/>
                </a:lnTo>
                <a:lnTo>
                  <a:pt x="1619250" y="428625"/>
                </a:lnTo>
                <a:lnTo>
                  <a:pt x="1600200" y="428625"/>
                </a:lnTo>
                <a:lnTo>
                  <a:pt x="1600200" y="409575"/>
                </a:lnTo>
                <a:lnTo>
                  <a:pt x="1609725" y="409575"/>
                </a:lnTo>
                <a:close/>
                <a:moveTo>
                  <a:pt x="1638300" y="400050"/>
                </a:moveTo>
                <a:lnTo>
                  <a:pt x="1647825" y="400050"/>
                </a:lnTo>
                <a:lnTo>
                  <a:pt x="1647825" y="409575"/>
                </a:lnTo>
                <a:lnTo>
                  <a:pt x="1638300" y="409575"/>
                </a:lnTo>
                <a:close/>
                <a:moveTo>
                  <a:pt x="1209675" y="419100"/>
                </a:moveTo>
                <a:lnTo>
                  <a:pt x="1219200" y="419100"/>
                </a:lnTo>
                <a:lnTo>
                  <a:pt x="1219200" y="428625"/>
                </a:lnTo>
                <a:lnTo>
                  <a:pt x="1209675" y="428625"/>
                </a:lnTo>
                <a:close/>
                <a:moveTo>
                  <a:pt x="571500" y="428625"/>
                </a:moveTo>
                <a:lnTo>
                  <a:pt x="590550" y="428625"/>
                </a:lnTo>
                <a:lnTo>
                  <a:pt x="590550" y="419100"/>
                </a:lnTo>
                <a:lnTo>
                  <a:pt x="571500" y="419100"/>
                </a:lnTo>
                <a:close/>
                <a:moveTo>
                  <a:pt x="1685925" y="428625"/>
                </a:moveTo>
                <a:lnTo>
                  <a:pt x="1695450" y="428625"/>
                </a:lnTo>
                <a:lnTo>
                  <a:pt x="1695450" y="438150"/>
                </a:lnTo>
                <a:lnTo>
                  <a:pt x="1685925" y="438150"/>
                </a:lnTo>
                <a:close/>
                <a:moveTo>
                  <a:pt x="1200150" y="447675"/>
                </a:moveTo>
                <a:lnTo>
                  <a:pt x="1219200" y="447675"/>
                </a:lnTo>
                <a:lnTo>
                  <a:pt x="1219200" y="466725"/>
                </a:lnTo>
                <a:lnTo>
                  <a:pt x="1209675" y="466725"/>
                </a:lnTo>
                <a:lnTo>
                  <a:pt x="1209675" y="476250"/>
                </a:lnTo>
                <a:lnTo>
                  <a:pt x="1200150" y="476250"/>
                </a:lnTo>
                <a:lnTo>
                  <a:pt x="1200150" y="485775"/>
                </a:lnTo>
                <a:lnTo>
                  <a:pt x="1190625" y="485775"/>
                </a:lnTo>
                <a:lnTo>
                  <a:pt x="1190625" y="466725"/>
                </a:lnTo>
                <a:lnTo>
                  <a:pt x="1200150" y="466725"/>
                </a:lnTo>
                <a:close/>
                <a:moveTo>
                  <a:pt x="1590675" y="447675"/>
                </a:moveTo>
                <a:lnTo>
                  <a:pt x="1600200" y="447675"/>
                </a:lnTo>
                <a:lnTo>
                  <a:pt x="1600200" y="457200"/>
                </a:lnTo>
                <a:lnTo>
                  <a:pt x="1609725" y="457200"/>
                </a:lnTo>
                <a:lnTo>
                  <a:pt x="1609725" y="447675"/>
                </a:lnTo>
                <a:lnTo>
                  <a:pt x="1619250" y="447675"/>
                </a:lnTo>
                <a:lnTo>
                  <a:pt x="1619250" y="457200"/>
                </a:lnTo>
                <a:lnTo>
                  <a:pt x="1628775" y="457200"/>
                </a:lnTo>
                <a:lnTo>
                  <a:pt x="1628775" y="466725"/>
                </a:lnTo>
                <a:lnTo>
                  <a:pt x="1619250" y="466725"/>
                </a:lnTo>
                <a:lnTo>
                  <a:pt x="1619250" y="476250"/>
                </a:lnTo>
                <a:lnTo>
                  <a:pt x="1638300" y="476250"/>
                </a:lnTo>
                <a:lnTo>
                  <a:pt x="1638300" y="466725"/>
                </a:lnTo>
                <a:lnTo>
                  <a:pt x="1657350" y="466725"/>
                </a:lnTo>
                <a:lnTo>
                  <a:pt x="1657350" y="476250"/>
                </a:lnTo>
                <a:lnTo>
                  <a:pt x="1647825" y="476250"/>
                </a:lnTo>
                <a:lnTo>
                  <a:pt x="1647825" y="504825"/>
                </a:lnTo>
                <a:lnTo>
                  <a:pt x="1657350" y="504825"/>
                </a:lnTo>
                <a:lnTo>
                  <a:pt x="1657350" y="514350"/>
                </a:lnTo>
                <a:lnTo>
                  <a:pt x="1647825" y="514350"/>
                </a:lnTo>
                <a:lnTo>
                  <a:pt x="1647825" y="523875"/>
                </a:lnTo>
                <a:lnTo>
                  <a:pt x="1638300" y="523875"/>
                </a:lnTo>
                <a:lnTo>
                  <a:pt x="1638300" y="514350"/>
                </a:lnTo>
                <a:lnTo>
                  <a:pt x="1628775" y="514350"/>
                </a:lnTo>
                <a:lnTo>
                  <a:pt x="1628775" y="561975"/>
                </a:lnTo>
                <a:lnTo>
                  <a:pt x="1619250" y="561975"/>
                </a:lnTo>
                <a:lnTo>
                  <a:pt x="1619250" y="552450"/>
                </a:lnTo>
                <a:lnTo>
                  <a:pt x="1609725" y="552450"/>
                </a:lnTo>
                <a:lnTo>
                  <a:pt x="1609725" y="571500"/>
                </a:lnTo>
                <a:lnTo>
                  <a:pt x="1600200" y="571500"/>
                </a:lnTo>
                <a:lnTo>
                  <a:pt x="1600200" y="552450"/>
                </a:lnTo>
                <a:lnTo>
                  <a:pt x="1581150" y="552450"/>
                </a:lnTo>
                <a:lnTo>
                  <a:pt x="1581150" y="542925"/>
                </a:lnTo>
                <a:lnTo>
                  <a:pt x="1600200" y="542925"/>
                </a:lnTo>
                <a:lnTo>
                  <a:pt x="1600200" y="533400"/>
                </a:lnTo>
                <a:lnTo>
                  <a:pt x="1571625" y="533400"/>
                </a:lnTo>
                <a:lnTo>
                  <a:pt x="1571625" y="552450"/>
                </a:lnTo>
                <a:lnTo>
                  <a:pt x="1562100" y="552450"/>
                </a:lnTo>
                <a:lnTo>
                  <a:pt x="1562100" y="523875"/>
                </a:lnTo>
                <a:lnTo>
                  <a:pt x="1609725" y="523875"/>
                </a:lnTo>
                <a:lnTo>
                  <a:pt x="1609725" y="542925"/>
                </a:lnTo>
                <a:lnTo>
                  <a:pt x="1619250" y="542925"/>
                </a:lnTo>
                <a:lnTo>
                  <a:pt x="1619250" y="514350"/>
                </a:lnTo>
                <a:lnTo>
                  <a:pt x="1600200" y="514350"/>
                </a:lnTo>
                <a:lnTo>
                  <a:pt x="1600200" y="476250"/>
                </a:lnTo>
                <a:lnTo>
                  <a:pt x="1609725" y="476250"/>
                </a:lnTo>
                <a:lnTo>
                  <a:pt x="1609725" y="466725"/>
                </a:lnTo>
                <a:lnTo>
                  <a:pt x="1590675" y="466725"/>
                </a:lnTo>
                <a:close/>
                <a:moveTo>
                  <a:pt x="619125" y="457200"/>
                </a:moveTo>
                <a:lnTo>
                  <a:pt x="638175" y="457200"/>
                </a:lnTo>
                <a:lnTo>
                  <a:pt x="638175" y="466725"/>
                </a:lnTo>
                <a:lnTo>
                  <a:pt x="647700" y="466725"/>
                </a:lnTo>
                <a:lnTo>
                  <a:pt x="647700" y="457200"/>
                </a:lnTo>
                <a:lnTo>
                  <a:pt x="657225" y="457200"/>
                </a:lnTo>
                <a:lnTo>
                  <a:pt x="657225" y="419100"/>
                </a:lnTo>
                <a:lnTo>
                  <a:pt x="647700" y="419100"/>
                </a:lnTo>
                <a:lnTo>
                  <a:pt x="647700" y="428625"/>
                </a:lnTo>
                <a:lnTo>
                  <a:pt x="638175" y="428625"/>
                </a:lnTo>
                <a:lnTo>
                  <a:pt x="638175" y="447675"/>
                </a:lnTo>
                <a:lnTo>
                  <a:pt x="600075" y="447675"/>
                </a:lnTo>
                <a:lnTo>
                  <a:pt x="600075" y="466725"/>
                </a:lnTo>
                <a:lnTo>
                  <a:pt x="619125" y="466725"/>
                </a:lnTo>
                <a:close/>
                <a:moveTo>
                  <a:pt x="552450" y="466725"/>
                </a:moveTo>
                <a:lnTo>
                  <a:pt x="571500" y="466725"/>
                </a:lnTo>
                <a:lnTo>
                  <a:pt x="571500" y="447675"/>
                </a:lnTo>
                <a:lnTo>
                  <a:pt x="552450" y="447675"/>
                </a:lnTo>
                <a:close/>
                <a:moveTo>
                  <a:pt x="1695450" y="466725"/>
                </a:moveTo>
                <a:lnTo>
                  <a:pt x="1704975" y="466725"/>
                </a:lnTo>
                <a:lnTo>
                  <a:pt x="1704975" y="485775"/>
                </a:lnTo>
                <a:lnTo>
                  <a:pt x="1695450" y="485775"/>
                </a:lnTo>
                <a:close/>
                <a:moveTo>
                  <a:pt x="1657350" y="476250"/>
                </a:moveTo>
                <a:lnTo>
                  <a:pt x="1676400" y="476250"/>
                </a:lnTo>
                <a:lnTo>
                  <a:pt x="1676400" y="485775"/>
                </a:lnTo>
                <a:lnTo>
                  <a:pt x="1657350" y="485775"/>
                </a:lnTo>
                <a:close/>
                <a:moveTo>
                  <a:pt x="619125" y="485775"/>
                </a:moveTo>
                <a:lnTo>
                  <a:pt x="638175" y="485775"/>
                </a:lnTo>
                <a:lnTo>
                  <a:pt x="638175" y="476250"/>
                </a:lnTo>
                <a:lnTo>
                  <a:pt x="619125" y="476250"/>
                </a:lnTo>
                <a:close/>
                <a:moveTo>
                  <a:pt x="1704975" y="485775"/>
                </a:moveTo>
                <a:lnTo>
                  <a:pt x="1714500" y="485775"/>
                </a:lnTo>
                <a:lnTo>
                  <a:pt x="1714500" y="504825"/>
                </a:lnTo>
                <a:lnTo>
                  <a:pt x="1695450" y="504825"/>
                </a:lnTo>
                <a:lnTo>
                  <a:pt x="1695450" y="495300"/>
                </a:lnTo>
                <a:lnTo>
                  <a:pt x="1704975" y="495300"/>
                </a:lnTo>
                <a:close/>
                <a:moveTo>
                  <a:pt x="590550" y="514350"/>
                </a:moveTo>
                <a:lnTo>
                  <a:pt x="600075" y="514350"/>
                </a:lnTo>
                <a:lnTo>
                  <a:pt x="600075" y="523875"/>
                </a:lnTo>
                <a:lnTo>
                  <a:pt x="609600" y="523875"/>
                </a:lnTo>
                <a:lnTo>
                  <a:pt x="609600" y="514350"/>
                </a:lnTo>
                <a:lnTo>
                  <a:pt x="619125" y="514350"/>
                </a:lnTo>
                <a:lnTo>
                  <a:pt x="619125" y="504825"/>
                </a:lnTo>
                <a:lnTo>
                  <a:pt x="609600" y="504825"/>
                </a:lnTo>
                <a:lnTo>
                  <a:pt x="609600" y="495300"/>
                </a:lnTo>
                <a:lnTo>
                  <a:pt x="600075" y="495300"/>
                </a:lnTo>
                <a:lnTo>
                  <a:pt x="600075" y="504825"/>
                </a:lnTo>
                <a:lnTo>
                  <a:pt x="590550" y="504825"/>
                </a:lnTo>
                <a:close/>
                <a:moveTo>
                  <a:pt x="819150" y="514350"/>
                </a:moveTo>
                <a:lnTo>
                  <a:pt x="838200" y="514350"/>
                </a:lnTo>
                <a:lnTo>
                  <a:pt x="838200" y="533400"/>
                </a:lnTo>
                <a:lnTo>
                  <a:pt x="828675" y="533400"/>
                </a:lnTo>
                <a:lnTo>
                  <a:pt x="828675" y="523875"/>
                </a:lnTo>
                <a:lnTo>
                  <a:pt x="819150" y="523875"/>
                </a:lnTo>
                <a:close/>
                <a:moveTo>
                  <a:pt x="1695450" y="514350"/>
                </a:moveTo>
                <a:lnTo>
                  <a:pt x="1704975" y="514350"/>
                </a:lnTo>
                <a:lnTo>
                  <a:pt x="1704975" y="523875"/>
                </a:lnTo>
                <a:lnTo>
                  <a:pt x="1695450" y="523875"/>
                </a:lnTo>
                <a:close/>
                <a:moveTo>
                  <a:pt x="533400" y="523875"/>
                </a:moveTo>
                <a:lnTo>
                  <a:pt x="542925" y="523875"/>
                </a:lnTo>
                <a:lnTo>
                  <a:pt x="542925" y="533400"/>
                </a:lnTo>
                <a:lnTo>
                  <a:pt x="561975" y="533400"/>
                </a:lnTo>
                <a:lnTo>
                  <a:pt x="561975" y="523875"/>
                </a:lnTo>
                <a:lnTo>
                  <a:pt x="571500" y="523875"/>
                </a:lnTo>
                <a:lnTo>
                  <a:pt x="571500" y="504825"/>
                </a:lnTo>
                <a:lnTo>
                  <a:pt x="561975" y="504825"/>
                </a:lnTo>
                <a:lnTo>
                  <a:pt x="561975" y="495300"/>
                </a:lnTo>
                <a:lnTo>
                  <a:pt x="552450" y="495300"/>
                </a:lnTo>
                <a:lnTo>
                  <a:pt x="552450" y="504825"/>
                </a:lnTo>
                <a:lnTo>
                  <a:pt x="533400" y="504825"/>
                </a:lnTo>
                <a:close/>
                <a:moveTo>
                  <a:pt x="619125" y="523875"/>
                </a:moveTo>
                <a:lnTo>
                  <a:pt x="628650" y="523875"/>
                </a:lnTo>
                <a:lnTo>
                  <a:pt x="628650" y="514350"/>
                </a:lnTo>
                <a:lnTo>
                  <a:pt x="619125" y="514350"/>
                </a:lnTo>
                <a:close/>
                <a:moveTo>
                  <a:pt x="1666875" y="523875"/>
                </a:moveTo>
                <a:lnTo>
                  <a:pt x="1676400" y="523875"/>
                </a:lnTo>
                <a:lnTo>
                  <a:pt x="1676400" y="533400"/>
                </a:lnTo>
                <a:lnTo>
                  <a:pt x="1666875" y="533400"/>
                </a:lnTo>
                <a:close/>
                <a:moveTo>
                  <a:pt x="1638300" y="552450"/>
                </a:moveTo>
                <a:lnTo>
                  <a:pt x="1647825" y="552450"/>
                </a:lnTo>
                <a:lnTo>
                  <a:pt x="1647825" y="571500"/>
                </a:lnTo>
                <a:lnTo>
                  <a:pt x="1638300" y="571500"/>
                </a:lnTo>
                <a:close/>
                <a:moveTo>
                  <a:pt x="619125" y="561975"/>
                </a:moveTo>
                <a:lnTo>
                  <a:pt x="628650" y="561975"/>
                </a:lnTo>
                <a:lnTo>
                  <a:pt x="628650" y="552450"/>
                </a:lnTo>
                <a:lnTo>
                  <a:pt x="609600" y="552450"/>
                </a:lnTo>
                <a:lnTo>
                  <a:pt x="609600" y="571500"/>
                </a:lnTo>
                <a:lnTo>
                  <a:pt x="619125" y="571500"/>
                </a:lnTo>
                <a:close/>
                <a:moveTo>
                  <a:pt x="923925" y="561975"/>
                </a:moveTo>
                <a:lnTo>
                  <a:pt x="914400" y="561975"/>
                </a:lnTo>
                <a:lnTo>
                  <a:pt x="914400" y="552450"/>
                </a:lnTo>
                <a:lnTo>
                  <a:pt x="904875" y="552450"/>
                </a:lnTo>
                <a:lnTo>
                  <a:pt x="904875" y="561975"/>
                </a:lnTo>
                <a:lnTo>
                  <a:pt x="895350" y="561975"/>
                </a:lnTo>
                <a:lnTo>
                  <a:pt x="895350" y="571500"/>
                </a:lnTo>
                <a:lnTo>
                  <a:pt x="904875" y="571500"/>
                </a:lnTo>
                <a:lnTo>
                  <a:pt x="904875" y="581025"/>
                </a:lnTo>
                <a:lnTo>
                  <a:pt x="923925" y="581025"/>
                </a:lnTo>
                <a:close/>
                <a:moveTo>
                  <a:pt x="923925" y="561975"/>
                </a:moveTo>
                <a:lnTo>
                  <a:pt x="942975" y="561975"/>
                </a:lnTo>
                <a:lnTo>
                  <a:pt x="942975" y="552450"/>
                </a:lnTo>
                <a:lnTo>
                  <a:pt x="923925" y="552450"/>
                </a:lnTo>
                <a:close/>
                <a:moveTo>
                  <a:pt x="142875" y="600075"/>
                </a:moveTo>
                <a:lnTo>
                  <a:pt x="152400" y="600075"/>
                </a:lnTo>
                <a:lnTo>
                  <a:pt x="152400" y="619125"/>
                </a:lnTo>
                <a:lnTo>
                  <a:pt x="142875" y="619125"/>
                </a:lnTo>
                <a:close/>
                <a:moveTo>
                  <a:pt x="819150" y="609600"/>
                </a:moveTo>
                <a:lnTo>
                  <a:pt x="847725" y="609600"/>
                </a:lnTo>
                <a:lnTo>
                  <a:pt x="847725" y="590550"/>
                </a:lnTo>
                <a:lnTo>
                  <a:pt x="828675" y="590550"/>
                </a:lnTo>
                <a:lnTo>
                  <a:pt x="828675" y="600075"/>
                </a:lnTo>
                <a:lnTo>
                  <a:pt x="819150" y="600075"/>
                </a:lnTo>
                <a:close/>
                <a:moveTo>
                  <a:pt x="533400" y="619125"/>
                </a:moveTo>
                <a:lnTo>
                  <a:pt x="542925" y="619125"/>
                </a:lnTo>
                <a:lnTo>
                  <a:pt x="542925" y="638175"/>
                </a:lnTo>
                <a:lnTo>
                  <a:pt x="561975" y="638175"/>
                </a:lnTo>
                <a:lnTo>
                  <a:pt x="561975" y="619125"/>
                </a:lnTo>
                <a:lnTo>
                  <a:pt x="552450" y="619125"/>
                </a:lnTo>
                <a:lnTo>
                  <a:pt x="552450" y="600075"/>
                </a:lnTo>
                <a:lnTo>
                  <a:pt x="533400" y="600075"/>
                </a:lnTo>
                <a:close/>
                <a:moveTo>
                  <a:pt x="942975" y="619125"/>
                </a:moveTo>
                <a:lnTo>
                  <a:pt x="962025" y="619125"/>
                </a:lnTo>
                <a:lnTo>
                  <a:pt x="962025" y="628650"/>
                </a:lnTo>
                <a:lnTo>
                  <a:pt x="942975" y="628650"/>
                </a:lnTo>
                <a:close/>
                <a:moveTo>
                  <a:pt x="1085850" y="619125"/>
                </a:moveTo>
                <a:lnTo>
                  <a:pt x="1104900" y="619125"/>
                </a:lnTo>
                <a:lnTo>
                  <a:pt x="1104900" y="628650"/>
                </a:lnTo>
                <a:lnTo>
                  <a:pt x="1114425" y="628650"/>
                </a:lnTo>
                <a:lnTo>
                  <a:pt x="1114425" y="638175"/>
                </a:lnTo>
                <a:lnTo>
                  <a:pt x="1095375" y="638175"/>
                </a:lnTo>
                <a:lnTo>
                  <a:pt x="1095375" y="657225"/>
                </a:lnTo>
                <a:lnTo>
                  <a:pt x="1085850" y="657225"/>
                </a:lnTo>
                <a:lnTo>
                  <a:pt x="1085850" y="647700"/>
                </a:lnTo>
                <a:lnTo>
                  <a:pt x="1066800" y="647700"/>
                </a:lnTo>
                <a:lnTo>
                  <a:pt x="1066800" y="638175"/>
                </a:lnTo>
                <a:lnTo>
                  <a:pt x="1076325" y="638175"/>
                </a:lnTo>
                <a:lnTo>
                  <a:pt x="1076325" y="628650"/>
                </a:lnTo>
                <a:lnTo>
                  <a:pt x="1085850" y="628650"/>
                </a:lnTo>
                <a:close/>
                <a:moveTo>
                  <a:pt x="657225" y="657225"/>
                </a:moveTo>
                <a:lnTo>
                  <a:pt x="666750" y="657225"/>
                </a:lnTo>
                <a:lnTo>
                  <a:pt x="666750" y="647700"/>
                </a:lnTo>
                <a:lnTo>
                  <a:pt x="657225" y="647700"/>
                </a:lnTo>
                <a:close/>
                <a:moveTo>
                  <a:pt x="142875" y="666750"/>
                </a:moveTo>
                <a:lnTo>
                  <a:pt x="152400" y="666750"/>
                </a:lnTo>
                <a:lnTo>
                  <a:pt x="152400" y="714375"/>
                </a:lnTo>
                <a:lnTo>
                  <a:pt x="161925" y="714375"/>
                </a:lnTo>
                <a:lnTo>
                  <a:pt x="161925" y="771525"/>
                </a:lnTo>
                <a:lnTo>
                  <a:pt x="152400" y="771525"/>
                </a:lnTo>
                <a:lnTo>
                  <a:pt x="152400" y="762000"/>
                </a:lnTo>
                <a:lnTo>
                  <a:pt x="142875" y="762000"/>
                </a:lnTo>
                <a:lnTo>
                  <a:pt x="142875" y="752475"/>
                </a:lnTo>
                <a:lnTo>
                  <a:pt x="152400" y="752475"/>
                </a:lnTo>
                <a:lnTo>
                  <a:pt x="152400" y="723900"/>
                </a:lnTo>
                <a:lnTo>
                  <a:pt x="142875" y="723900"/>
                </a:lnTo>
                <a:close/>
                <a:moveTo>
                  <a:pt x="1038225" y="685800"/>
                </a:moveTo>
                <a:lnTo>
                  <a:pt x="1076325" y="685800"/>
                </a:lnTo>
                <a:lnTo>
                  <a:pt x="1076325" y="695325"/>
                </a:lnTo>
                <a:lnTo>
                  <a:pt x="1057275" y="695325"/>
                </a:lnTo>
                <a:lnTo>
                  <a:pt x="1057275" y="704850"/>
                </a:lnTo>
                <a:lnTo>
                  <a:pt x="1047750" y="704850"/>
                </a:lnTo>
                <a:lnTo>
                  <a:pt x="1047750" y="695325"/>
                </a:lnTo>
                <a:lnTo>
                  <a:pt x="1038225" y="695325"/>
                </a:lnTo>
                <a:close/>
                <a:moveTo>
                  <a:pt x="342900" y="695325"/>
                </a:moveTo>
                <a:lnTo>
                  <a:pt x="352425" y="695325"/>
                </a:lnTo>
                <a:lnTo>
                  <a:pt x="352425" y="714375"/>
                </a:lnTo>
                <a:lnTo>
                  <a:pt x="342900" y="714375"/>
                </a:lnTo>
                <a:close/>
                <a:moveTo>
                  <a:pt x="1038225" y="704850"/>
                </a:moveTo>
                <a:lnTo>
                  <a:pt x="1047750" y="704850"/>
                </a:lnTo>
                <a:lnTo>
                  <a:pt x="1047750" y="714375"/>
                </a:lnTo>
                <a:lnTo>
                  <a:pt x="1038225" y="714375"/>
                </a:lnTo>
                <a:close/>
                <a:moveTo>
                  <a:pt x="476250" y="714375"/>
                </a:moveTo>
                <a:lnTo>
                  <a:pt x="485775" y="714375"/>
                </a:lnTo>
                <a:lnTo>
                  <a:pt x="485775" y="733425"/>
                </a:lnTo>
                <a:lnTo>
                  <a:pt x="476250" y="733425"/>
                </a:lnTo>
                <a:close/>
                <a:moveTo>
                  <a:pt x="361950" y="733425"/>
                </a:moveTo>
                <a:lnTo>
                  <a:pt x="381000" y="733425"/>
                </a:lnTo>
                <a:lnTo>
                  <a:pt x="381000" y="742950"/>
                </a:lnTo>
                <a:lnTo>
                  <a:pt x="361950" y="742950"/>
                </a:lnTo>
                <a:close/>
                <a:moveTo>
                  <a:pt x="142875" y="781050"/>
                </a:moveTo>
                <a:lnTo>
                  <a:pt x="152400" y="781050"/>
                </a:lnTo>
                <a:lnTo>
                  <a:pt x="152400" y="790575"/>
                </a:lnTo>
                <a:lnTo>
                  <a:pt x="142875" y="790575"/>
                </a:lnTo>
                <a:close/>
                <a:moveTo>
                  <a:pt x="1095375" y="781050"/>
                </a:moveTo>
                <a:lnTo>
                  <a:pt x="1104900" y="781050"/>
                </a:lnTo>
                <a:lnTo>
                  <a:pt x="1104900" y="790575"/>
                </a:lnTo>
                <a:lnTo>
                  <a:pt x="1095375" y="790575"/>
                </a:lnTo>
                <a:close/>
                <a:moveTo>
                  <a:pt x="1428750" y="790575"/>
                </a:moveTo>
                <a:lnTo>
                  <a:pt x="1438275" y="790575"/>
                </a:lnTo>
                <a:lnTo>
                  <a:pt x="1438275" y="809625"/>
                </a:lnTo>
                <a:lnTo>
                  <a:pt x="1428750" y="809625"/>
                </a:lnTo>
                <a:close/>
                <a:moveTo>
                  <a:pt x="333375" y="819150"/>
                </a:moveTo>
                <a:lnTo>
                  <a:pt x="381000" y="819150"/>
                </a:lnTo>
                <a:lnTo>
                  <a:pt x="381000" y="828675"/>
                </a:lnTo>
                <a:lnTo>
                  <a:pt x="361950" y="828675"/>
                </a:lnTo>
                <a:lnTo>
                  <a:pt x="361950" y="838200"/>
                </a:lnTo>
                <a:lnTo>
                  <a:pt x="342900" y="838200"/>
                </a:lnTo>
                <a:lnTo>
                  <a:pt x="342900" y="847725"/>
                </a:lnTo>
                <a:lnTo>
                  <a:pt x="333375" y="847725"/>
                </a:lnTo>
                <a:close/>
                <a:moveTo>
                  <a:pt x="485775" y="819150"/>
                </a:moveTo>
                <a:lnTo>
                  <a:pt x="495300" y="819150"/>
                </a:lnTo>
                <a:lnTo>
                  <a:pt x="495300" y="828675"/>
                </a:lnTo>
                <a:lnTo>
                  <a:pt x="514350" y="828675"/>
                </a:lnTo>
                <a:lnTo>
                  <a:pt x="514350" y="819150"/>
                </a:lnTo>
                <a:lnTo>
                  <a:pt x="523875" y="819150"/>
                </a:lnTo>
                <a:lnTo>
                  <a:pt x="523875" y="828675"/>
                </a:lnTo>
                <a:lnTo>
                  <a:pt x="533400" y="828675"/>
                </a:lnTo>
                <a:lnTo>
                  <a:pt x="533400" y="819150"/>
                </a:lnTo>
                <a:lnTo>
                  <a:pt x="542925" y="819150"/>
                </a:lnTo>
                <a:lnTo>
                  <a:pt x="542925" y="828675"/>
                </a:lnTo>
                <a:lnTo>
                  <a:pt x="533400" y="828675"/>
                </a:lnTo>
                <a:lnTo>
                  <a:pt x="533400" y="847725"/>
                </a:lnTo>
                <a:lnTo>
                  <a:pt x="523875" y="847725"/>
                </a:lnTo>
                <a:lnTo>
                  <a:pt x="523875" y="838200"/>
                </a:lnTo>
                <a:lnTo>
                  <a:pt x="485775" y="838200"/>
                </a:lnTo>
                <a:close/>
                <a:moveTo>
                  <a:pt x="1114425" y="819150"/>
                </a:moveTo>
                <a:lnTo>
                  <a:pt x="1123950" y="819150"/>
                </a:lnTo>
                <a:lnTo>
                  <a:pt x="1123950" y="828675"/>
                </a:lnTo>
                <a:lnTo>
                  <a:pt x="1114425" y="828675"/>
                </a:lnTo>
                <a:close/>
                <a:moveTo>
                  <a:pt x="152400" y="838200"/>
                </a:moveTo>
                <a:lnTo>
                  <a:pt x="161925" y="838200"/>
                </a:lnTo>
                <a:lnTo>
                  <a:pt x="161925" y="847725"/>
                </a:lnTo>
                <a:lnTo>
                  <a:pt x="152400" y="847725"/>
                </a:lnTo>
                <a:close/>
                <a:moveTo>
                  <a:pt x="247650" y="838200"/>
                </a:moveTo>
                <a:lnTo>
                  <a:pt x="257175" y="838200"/>
                </a:lnTo>
                <a:lnTo>
                  <a:pt x="257175" y="857250"/>
                </a:lnTo>
                <a:lnTo>
                  <a:pt x="247650" y="857250"/>
                </a:lnTo>
                <a:lnTo>
                  <a:pt x="247650" y="866775"/>
                </a:lnTo>
                <a:lnTo>
                  <a:pt x="219075" y="866775"/>
                </a:lnTo>
                <a:lnTo>
                  <a:pt x="219075" y="847725"/>
                </a:lnTo>
                <a:lnTo>
                  <a:pt x="247650" y="847725"/>
                </a:lnTo>
                <a:close/>
                <a:moveTo>
                  <a:pt x="304800" y="838200"/>
                </a:moveTo>
                <a:lnTo>
                  <a:pt x="314325" y="838200"/>
                </a:lnTo>
                <a:lnTo>
                  <a:pt x="314325" y="847725"/>
                </a:lnTo>
                <a:lnTo>
                  <a:pt x="304800" y="847725"/>
                </a:lnTo>
                <a:close/>
                <a:moveTo>
                  <a:pt x="542925" y="838200"/>
                </a:moveTo>
                <a:lnTo>
                  <a:pt x="552450" y="838200"/>
                </a:lnTo>
                <a:lnTo>
                  <a:pt x="552450" y="847725"/>
                </a:lnTo>
                <a:lnTo>
                  <a:pt x="561975" y="847725"/>
                </a:lnTo>
                <a:lnTo>
                  <a:pt x="561975" y="838200"/>
                </a:lnTo>
                <a:lnTo>
                  <a:pt x="600075" y="838200"/>
                </a:lnTo>
                <a:lnTo>
                  <a:pt x="600075" y="857250"/>
                </a:lnTo>
                <a:lnTo>
                  <a:pt x="590550" y="857250"/>
                </a:lnTo>
                <a:lnTo>
                  <a:pt x="590550" y="847725"/>
                </a:lnTo>
                <a:lnTo>
                  <a:pt x="581025" y="847725"/>
                </a:lnTo>
                <a:lnTo>
                  <a:pt x="581025" y="857250"/>
                </a:lnTo>
                <a:lnTo>
                  <a:pt x="542925" y="857250"/>
                </a:lnTo>
                <a:close/>
                <a:moveTo>
                  <a:pt x="628650" y="838200"/>
                </a:moveTo>
                <a:lnTo>
                  <a:pt x="647700" y="838200"/>
                </a:lnTo>
                <a:lnTo>
                  <a:pt x="647700" y="847725"/>
                </a:lnTo>
                <a:lnTo>
                  <a:pt x="628650" y="847725"/>
                </a:lnTo>
                <a:close/>
                <a:moveTo>
                  <a:pt x="657225" y="838200"/>
                </a:moveTo>
                <a:lnTo>
                  <a:pt x="676275" y="838200"/>
                </a:lnTo>
                <a:lnTo>
                  <a:pt x="676275" y="847725"/>
                </a:lnTo>
                <a:lnTo>
                  <a:pt x="657225" y="847725"/>
                </a:lnTo>
                <a:close/>
                <a:moveTo>
                  <a:pt x="133350" y="847725"/>
                </a:moveTo>
                <a:lnTo>
                  <a:pt x="142875" y="847725"/>
                </a:lnTo>
                <a:lnTo>
                  <a:pt x="142875" y="857250"/>
                </a:lnTo>
                <a:lnTo>
                  <a:pt x="152400" y="857250"/>
                </a:lnTo>
                <a:lnTo>
                  <a:pt x="152400" y="866775"/>
                </a:lnTo>
                <a:lnTo>
                  <a:pt x="133350" y="866775"/>
                </a:lnTo>
                <a:close/>
                <a:moveTo>
                  <a:pt x="200025" y="847725"/>
                </a:moveTo>
                <a:lnTo>
                  <a:pt x="209550" y="847725"/>
                </a:lnTo>
                <a:lnTo>
                  <a:pt x="209550" y="866775"/>
                </a:lnTo>
                <a:lnTo>
                  <a:pt x="190500" y="866775"/>
                </a:lnTo>
                <a:lnTo>
                  <a:pt x="190500" y="857250"/>
                </a:lnTo>
                <a:lnTo>
                  <a:pt x="200025" y="857250"/>
                </a:lnTo>
                <a:close/>
                <a:moveTo>
                  <a:pt x="285750" y="847725"/>
                </a:moveTo>
                <a:lnTo>
                  <a:pt x="304800" y="847725"/>
                </a:lnTo>
                <a:lnTo>
                  <a:pt x="304800" y="857250"/>
                </a:lnTo>
                <a:lnTo>
                  <a:pt x="314325" y="857250"/>
                </a:lnTo>
                <a:lnTo>
                  <a:pt x="314325" y="866775"/>
                </a:lnTo>
                <a:lnTo>
                  <a:pt x="295275" y="866775"/>
                </a:lnTo>
                <a:lnTo>
                  <a:pt x="295275" y="857250"/>
                </a:lnTo>
                <a:lnTo>
                  <a:pt x="285750" y="857250"/>
                </a:lnTo>
                <a:close/>
                <a:moveTo>
                  <a:pt x="342900" y="847725"/>
                </a:moveTo>
                <a:lnTo>
                  <a:pt x="352425" y="847725"/>
                </a:lnTo>
                <a:lnTo>
                  <a:pt x="352425" y="857250"/>
                </a:lnTo>
                <a:lnTo>
                  <a:pt x="342900" y="857250"/>
                </a:lnTo>
                <a:close/>
                <a:moveTo>
                  <a:pt x="676275" y="847725"/>
                </a:moveTo>
                <a:lnTo>
                  <a:pt x="695325" y="847725"/>
                </a:lnTo>
                <a:lnTo>
                  <a:pt x="695325" y="857250"/>
                </a:lnTo>
                <a:lnTo>
                  <a:pt x="704850" y="857250"/>
                </a:lnTo>
                <a:lnTo>
                  <a:pt x="704850" y="866775"/>
                </a:lnTo>
                <a:lnTo>
                  <a:pt x="695325" y="866775"/>
                </a:lnTo>
                <a:lnTo>
                  <a:pt x="695325" y="876300"/>
                </a:lnTo>
                <a:lnTo>
                  <a:pt x="685800" y="876300"/>
                </a:lnTo>
                <a:lnTo>
                  <a:pt x="685800" y="857250"/>
                </a:lnTo>
                <a:lnTo>
                  <a:pt x="676275" y="857250"/>
                </a:lnTo>
                <a:close/>
                <a:moveTo>
                  <a:pt x="723900" y="866775"/>
                </a:moveTo>
                <a:lnTo>
                  <a:pt x="752475" y="866775"/>
                </a:lnTo>
                <a:lnTo>
                  <a:pt x="752475" y="876300"/>
                </a:lnTo>
                <a:lnTo>
                  <a:pt x="742950" y="876300"/>
                </a:lnTo>
                <a:lnTo>
                  <a:pt x="742950" y="885825"/>
                </a:lnTo>
                <a:lnTo>
                  <a:pt x="762000" y="885825"/>
                </a:lnTo>
                <a:lnTo>
                  <a:pt x="762000" y="904875"/>
                </a:lnTo>
                <a:lnTo>
                  <a:pt x="752475" y="904875"/>
                </a:lnTo>
                <a:lnTo>
                  <a:pt x="752475" y="914400"/>
                </a:lnTo>
                <a:lnTo>
                  <a:pt x="733425" y="914400"/>
                </a:lnTo>
                <a:lnTo>
                  <a:pt x="733425" y="904875"/>
                </a:lnTo>
                <a:lnTo>
                  <a:pt x="723900" y="904875"/>
                </a:lnTo>
                <a:lnTo>
                  <a:pt x="723900" y="895350"/>
                </a:lnTo>
                <a:lnTo>
                  <a:pt x="714375" y="895350"/>
                </a:lnTo>
                <a:lnTo>
                  <a:pt x="714375" y="885825"/>
                </a:lnTo>
                <a:lnTo>
                  <a:pt x="723900" y="885825"/>
                </a:lnTo>
                <a:close/>
                <a:moveTo>
                  <a:pt x="1057275" y="866775"/>
                </a:moveTo>
                <a:lnTo>
                  <a:pt x="1085850" y="866775"/>
                </a:lnTo>
                <a:lnTo>
                  <a:pt x="1085850" y="876300"/>
                </a:lnTo>
                <a:lnTo>
                  <a:pt x="1066800" y="876300"/>
                </a:lnTo>
                <a:lnTo>
                  <a:pt x="1066800" y="885825"/>
                </a:lnTo>
                <a:lnTo>
                  <a:pt x="1095375" y="885825"/>
                </a:lnTo>
                <a:lnTo>
                  <a:pt x="1095375" y="866775"/>
                </a:lnTo>
                <a:lnTo>
                  <a:pt x="1114425" y="866775"/>
                </a:lnTo>
                <a:lnTo>
                  <a:pt x="1114425" y="885825"/>
                </a:lnTo>
                <a:lnTo>
                  <a:pt x="1104900" y="885825"/>
                </a:lnTo>
                <a:lnTo>
                  <a:pt x="1104900" y="895350"/>
                </a:lnTo>
                <a:lnTo>
                  <a:pt x="1095375" y="895350"/>
                </a:lnTo>
                <a:lnTo>
                  <a:pt x="1095375" y="904875"/>
                </a:lnTo>
                <a:lnTo>
                  <a:pt x="1009650" y="904875"/>
                </a:lnTo>
                <a:lnTo>
                  <a:pt x="1009650" y="914400"/>
                </a:lnTo>
                <a:lnTo>
                  <a:pt x="990600" y="914400"/>
                </a:lnTo>
                <a:lnTo>
                  <a:pt x="990600" y="923925"/>
                </a:lnTo>
                <a:lnTo>
                  <a:pt x="971550" y="923925"/>
                </a:lnTo>
                <a:lnTo>
                  <a:pt x="971550" y="914400"/>
                </a:lnTo>
                <a:lnTo>
                  <a:pt x="962025" y="914400"/>
                </a:lnTo>
                <a:lnTo>
                  <a:pt x="962025" y="895350"/>
                </a:lnTo>
                <a:lnTo>
                  <a:pt x="971550" y="895350"/>
                </a:lnTo>
                <a:lnTo>
                  <a:pt x="971550" y="885825"/>
                </a:lnTo>
                <a:lnTo>
                  <a:pt x="981075" y="885825"/>
                </a:lnTo>
                <a:lnTo>
                  <a:pt x="981075" y="895350"/>
                </a:lnTo>
                <a:lnTo>
                  <a:pt x="990600" y="895350"/>
                </a:lnTo>
                <a:lnTo>
                  <a:pt x="990600" y="885825"/>
                </a:lnTo>
                <a:lnTo>
                  <a:pt x="1028700" y="885825"/>
                </a:lnTo>
                <a:lnTo>
                  <a:pt x="1028700" y="895350"/>
                </a:lnTo>
                <a:lnTo>
                  <a:pt x="1057275" y="895350"/>
                </a:lnTo>
                <a:close/>
                <a:moveTo>
                  <a:pt x="1152525" y="866775"/>
                </a:moveTo>
                <a:lnTo>
                  <a:pt x="1257300" y="866775"/>
                </a:lnTo>
                <a:lnTo>
                  <a:pt x="1257300" y="876300"/>
                </a:lnTo>
                <a:lnTo>
                  <a:pt x="1343025" y="876300"/>
                </a:lnTo>
                <a:lnTo>
                  <a:pt x="1343025" y="895350"/>
                </a:lnTo>
                <a:lnTo>
                  <a:pt x="1352550" y="895350"/>
                </a:lnTo>
                <a:lnTo>
                  <a:pt x="1352550" y="876300"/>
                </a:lnTo>
                <a:lnTo>
                  <a:pt x="1419225" y="876300"/>
                </a:lnTo>
                <a:lnTo>
                  <a:pt x="1419225" y="866775"/>
                </a:lnTo>
                <a:lnTo>
                  <a:pt x="1457325" y="866775"/>
                </a:lnTo>
                <a:lnTo>
                  <a:pt x="1457325" y="876300"/>
                </a:lnTo>
                <a:lnTo>
                  <a:pt x="1476375" y="876300"/>
                </a:lnTo>
                <a:lnTo>
                  <a:pt x="1476375" y="885825"/>
                </a:lnTo>
                <a:lnTo>
                  <a:pt x="1447800" y="885825"/>
                </a:lnTo>
                <a:lnTo>
                  <a:pt x="1447800" y="895350"/>
                </a:lnTo>
                <a:lnTo>
                  <a:pt x="1466850" y="895350"/>
                </a:lnTo>
                <a:lnTo>
                  <a:pt x="1466850" y="904875"/>
                </a:lnTo>
                <a:lnTo>
                  <a:pt x="1457325" y="904875"/>
                </a:lnTo>
                <a:lnTo>
                  <a:pt x="1457325" y="914400"/>
                </a:lnTo>
                <a:lnTo>
                  <a:pt x="1400175" y="914400"/>
                </a:lnTo>
                <a:lnTo>
                  <a:pt x="1400175" y="923925"/>
                </a:lnTo>
                <a:lnTo>
                  <a:pt x="1390650" y="923925"/>
                </a:lnTo>
                <a:lnTo>
                  <a:pt x="1390650" y="914400"/>
                </a:lnTo>
                <a:lnTo>
                  <a:pt x="1381125" y="914400"/>
                </a:lnTo>
                <a:lnTo>
                  <a:pt x="1381125" y="923925"/>
                </a:lnTo>
                <a:lnTo>
                  <a:pt x="1371600" y="923925"/>
                </a:lnTo>
                <a:lnTo>
                  <a:pt x="1371600" y="914400"/>
                </a:lnTo>
                <a:lnTo>
                  <a:pt x="1323975" y="914400"/>
                </a:lnTo>
                <a:lnTo>
                  <a:pt x="1323975" y="923925"/>
                </a:lnTo>
                <a:lnTo>
                  <a:pt x="1276350" y="923925"/>
                </a:lnTo>
                <a:lnTo>
                  <a:pt x="1276350" y="914400"/>
                </a:lnTo>
                <a:lnTo>
                  <a:pt x="1219200" y="914400"/>
                </a:lnTo>
                <a:lnTo>
                  <a:pt x="1219200" y="923925"/>
                </a:lnTo>
                <a:lnTo>
                  <a:pt x="1200150" y="923925"/>
                </a:lnTo>
                <a:lnTo>
                  <a:pt x="1200150" y="904875"/>
                </a:lnTo>
                <a:lnTo>
                  <a:pt x="1190625" y="904875"/>
                </a:lnTo>
                <a:lnTo>
                  <a:pt x="1190625" y="895350"/>
                </a:lnTo>
                <a:lnTo>
                  <a:pt x="1162050" y="895350"/>
                </a:lnTo>
                <a:lnTo>
                  <a:pt x="1162050" y="904875"/>
                </a:lnTo>
                <a:lnTo>
                  <a:pt x="1152525" y="904875"/>
                </a:lnTo>
                <a:lnTo>
                  <a:pt x="1152525" y="895350"/>
                </a:lnTo>
                <a:lnTo>
                  <a:pt x="1143000" y="895350"/>
                </a:lnTo>
                <a:lnTo>
                  <a:pt x="1143000" y="876300"/>
                </a:lnTo>
                <a:lnTo>
                  <a:pt x="1152525" y="876300"/>
                </a:lnTo>
                <a:close/>
                <a:moveTo>
                  <a:pt x="1504950" y="876300"/>
                </a:moveTo>
                <a:lnTo>
                  <a:pt x="1543050" y="876300"/>
                </a:lnTo>
                <a:lnTo>
                  <a:pt x="1543050" y="885825"/>
                </a:lnTo>
                <a:lnTo>
                  <a:pt x="1533525" y="885825"/>
                </a:lnTo>
                <a:lnTo>
                  <a:pt x="1533525" y="904875"/>
                </a:lnTo>
                <a:lnTo>
                  <a:pt x="1514475" y="904875"/>
                </a:lnTo>
                <a:lnTo>
                  <a:pt x="1514475" y="923925"/>
                </a:lnTo>
                <a:lnTo>
                  <a:pt x="1504950" y="923925"/>
                </a:lnTo>
                <a:lnTo>
                  <a:pt x="1504950" y="933450"/>
                </a:lnTo>
                <a:lnTo>
                  <a:pt x="1495425" y="933450"/>
                </a:lnTo>
                <a:lnTo>
                  <a:pt x="1495425" y="923925"/>
                </a:lnTo>
                <a:lnTo>
                  <a:pt x="1485900" y="923925"/>
                </a:lnTo>
                <a:lnTo>
                  <a:pt x="1485900" y="904875"/>
                </a:lnTo>
                <a:lnTo>
                  <a:pt x="1495425" y="904875"/>
                </a:lnTo>
                <a:lnTo>
                  <a:pt x="1495425" y="885825"/>
                </a:lnTo>
                <a:lnTo>
                  <a:pt x="1504950" y="885825"/>
                </a:lnTo>
                <a:close/>
                <a:moveTo>
                  <a:pt x="457200" y="885825"/>
                </a:moveTo>
                <a:lnTo>
                  <a:pt x="476250" y="885825"/>
                </a:lnTo>
                <a:lnTo>
                  <a:pt x="476250" y="895350"/>
                </a:lnTo>
                <a:lnTo>
                  <a:pt x="504825" y="895350"/>
                </a:lnTo>
                <a:lnTo>
                  <a:pt x="504825" y="904875"/>
                </a:lnTo>
                <a:lnTo>
                  <a:pt x="438150" y="904875"/>
                </a:lnTo>
                <a:lnTo>
                  <a:pt x="438150" y="895350"/>
                </a:lnTo>
                <a:lnTo>
                  <a:pt x="457200" y="895350"/>
                </a:lnTo>
                <a:close/>
                <a:moveTo>
                  <a:pt x="685800" y="885825"/>
                </a:moveTo>
                <a:lnTo>
                  <a:pt x="704850" y="885825"/>
                </a:lnTo>
                <a:lnTo>
                  <a:pt x="704850" y="895350"/>
                </a:lnTo>
                <a:lnTo>
                  <a:pt x="695325" y="895350"/>
                </a:lnTo>
                <a:lnTo>
                  <a:pt x="695325" y="904875"/>
                </a:lnTo>
                <a:lnTo>
                  <a:pt x="676275" y="904875"/>
                </a:lnTo>
                <a:lnTo>
                  <a:pt x="676275" y="895350"/>
                </a:lnTo>
                <a:lnTo>
                  <a:pt x="685800" y="895350"/>
                </a:lnTo>
                <a:close/>
                <a:moveTo>
                  <a:pt x="133350" y="895350"/>
                </a:moveTo>
                <a:lnTo>
                  <a:pt x="152400" y="895350"/>
                </a:lnTo>
                <a:lnTo>
                  <a:pt x="152400" y="904875"/>
                </a:lnTo>
                <a:lnTo>
                  <a:pt x="133350" y="904875"/>
                </a:lnTo>
                <a:close/>
                <a:moveTo>
                  <a:pt x="219075" y="895350"/>
                </a:moveTo>
                <a:lnTo>
                  <a:pt x="238125" y="895350"/>
                </a:lnTo>
                <a:lnTo>
                  <a:pt x="238125" y="914400"/>
                </a:lnTo>
                <a:lnTo>
                  <a:pt x="219075" y="914400"/>
                </a:lnTo>
                <a:close/>
                <a:moveTo>
                  <a:pt x="361950" y="895350"/>
                </a:moveTo>
                <a:lnTo>
                  <a:pt x="390525" y="895350"/>
                </a:lnTo>
                <a:lnTo>
                  <a:pt x="390525" y="904875"/>
                </a:lnTo>
                <a:lnTo>
                  <a:pt x="361950" y="904875"/>
                </a:lnTo>
                <a:close/>
                <a:moveTo>
                  <a:pt x="419100" y="895350"/>
                </a:moveTo>
                <a:lnTo>
                  <a:pt x="428625" y="895350"/>
                </a:lnTo>
                <a:lnTo>
                  <a:pt x="428625" y="904875"/>
                </a:lnTo>
                <a:lnTo>
                  <a:pt x="438150" y="904875"/>
                </a:lnTo>
                <a:lnTo>
                  <a:pt x="438150" y="914400"/>
                </a:lnTo>
                <a:lnTo>
                  <a:pt x="419100" y="914400"/>
                </a:lnTo>
                <a:close/>
                <a:moveTo>
                  <a:pt x="514350" y="895350"/>
                </a:moveTo>
                <a:lnTo>
                  <a:pt x="552450" y="895350"/>
                </a:lnTo>
                <a:lnTo>
                  <a:pt x="552450" y="904875"/>
                </a:lnTo>
                <a:lnTo>
                  <a:pt x="523875" y="904875"/>
                </a:lnTo>
                <a:lnTo>
                  <a:pt x="523875" y="914400"/>
                </a:lnTo>
                <a:lnTo>
                  <a:pt x="514350" y="914400"/>
                </a:lnTo>
                <a:close/>
                <a:moveTo>
                  <a:pt x="571500" y="895350"/>
                </a:moveTo>
                <a:lnTo>
                  <a:pt x="638175" y="895350"/>
                </a:lnTo>
                <a:lnTo>
                  <a:pt x="638175" y="904875"/>
                </a:lnTo>
                <a:lnTo>
                  <a:pt x="600075" y="904875"/>
                </a:lnTo>
                <a:lnTo>
                  <a:pt x="600075" y="914400"/>
                </a:lnTo>
                <a:lnTo>
                  <a:pt x="590550" y="914400"/>
                </a:lnTo>
                <a:lnTo>
                  <a:pt x="590550" y="904875"/>
                </a:lnTo>
                <a:lnTo>
                  <a:pt x="571500" y="904875"/>
                </a:lnTo>
                <a:close/>
                <a:moveTo>
                  <a:pt x="180975" y="904875"/>
                </a:moveTo>
                <a:lnTo>
                  <a:pt x="190500" y="904875"/>
                </a:lnTo>
                <a:lnTo>
                  <a:pt x="190500" y="914400"/>
                </a:lnTo>
                <a:lnTo>
                  <a:pt x="180975" y="914400"/>
                </a:lnTo>
                <a:close/>
                <a:moveTo>
                  <a:pt x="1295400" y="914400"/>
                </a:moveTo>
                <a:lnTo>
                  <a:pt x="1304925" y="914400"/>
                </a:lnTo>
                <a:lnTo>
                  <a:pt x="1304925" y="904875"/>
                </a:lnTo>
                <a:lnTo>
                  <a:pt x="1295400" y="904875"/>
                </a:lnTo>
                <a:close/>
                <a:moveTo>
                  <a:pt x="1524000" y="933450"/>
                </a:moveTo>
                <a:lnTo>
                  <a:pt x="1543050" y="933450"/>
                </a:lnTo>
                <a:lnTo>
                  <a:pt x="1543050" y="962025"/>
                </a:lnTo>
                <a:lnTo>
                  <a:pt x="1524000" y="962025"/>
                </a:lnTo>
                <a:close/>
                <a:moveTo>
                  <a:pt x="447675" y="1000125"/>
                </a:moveTo>
                <a:lnTo>
                  <a:pt x="457200" y="1000125"/>
                </a:lnTo>
                <a:lnTo>
                  <a:pt x="457200" y="1019175"/>
                </a:lnTo>
                <a:lnTo>
                  <a:pt x="447675" y="1019175"/>
                </a:lnTo>
                <a:close/>
                <a:moveTo>
                  <a:pt x="628650" y="1000125"/>
                </a:moveTo>
                <a:lnTo>
                  <a:pt x="657225" y="1000125"/>
                </a:lnTo>
                <a:lnTo>
                  <a:pt x="657225" y="1009650"/>
                </a:lnTo>
                <a:lnTo>
                  <a:pt x="666750" y="1009650"/>
                </a:lnTo>
                <a:lnTo>
                  <a:pt x="666750" y="1019175"/>
                </a:lnTo>
                <a:lnTo>
                  <a:pt x="685800" y="1019175"/>
                </a:lnTo>
                <a:lnTo>
                  <a:pt x="685800" y="1028700"/>
                </a:lnTo>
                <a:lnTo>
                  <a:pt x="742950" y="1028700"/>
                </a:lnTo>
                <a:lnTo>
                  <a:pt x="742950" y="1019175"/>
                </a:lnTo>
                <a:lnTo>
                  <a:pt x="752475" y="1019175"/>
                </a:lnTo>
                <a:lnTo>
                  <a:pt x="752475" y="1038225"/>
                </a:lnTo>
                <a:lnTo>
                  <a:pt x="771525" y="1038225"/>
                </a:lnTo>
                <a:lnTo>
                  <a:pt x="771525" y="1047750"/>
                </a:lnTo>
                <a:lnTo>
                  <a:pt x="800100" y="1047750"/>
                </a:lnTo>
                <a:lnTo>
                  <a:pt x="800100" y="1057275"/>
                </a:lnTo>
                <a:lnTo>
                  <a:pt x="781050" y="1057275"/>
                </a:lnTo>
                <a:lnTo>
                  <a:pt x="781050" y="1085850"/>
                </a:lnTo>
                <a:lnTo>
                  <a:pt x="790575" y="1085850"/>
                </a:lnTo>
                <a:lnTo>
                  <a:pt x="790575" y="1095375"/>
                </a:lnTo>
                <a:lnTo>
                  <a:pt x="800100" y="1095375"/>
                </a:lnTo>
                <a:lnTo>
                  <a:pt x="800100" y="1104900"/>
                </a:lnTo>
                <a:lnTo>
                  <a:pt x="781050" y="1104900"/>
                </a:lnTo>
                <a:lnTo>
                  <a:pt x="781050" y="1095375"/>
                </a:lnTo>
                <a:lnTo>
                  <a:pt x="762000" y="1095375"/>
                </a:lnTo>
                <a:lnTo>
                  <a:pt x="762000" y="1104900"/>
                </a:lnTo>
                <a:lnTo>
                  <a:pt x="752475" y="1104900"/>
                </a:lnTo>
                <a:lnTo>
                  <a:pt x="752475" y="1095375"/>
                </a:lnTo>
                <a:lnTo>
                  <a:pt x="733425" y="1095375"/>
                </a:lnTo>
                <a:lnTo>
                  <a:pt x="733425" y="1085850"/>
                </a:lnTo>
                <a:lnTo>
                  <a:pt x="714375" y="1085850"/>
                </a:lnTo>
                <a:lnTo>
                  <a:pt x="714375" y="1095375"/>
                </a:lnTo>
                <a:lnTo>
                  <a:pt x="695325" y="1095375"/>
                </a:lnTo>
                <a:lnTo>
                  <a:pt x="695325" y="1085850"/>
                </a:lnTo>
                <a:lnTo>
                  <a:pt x="657225" y="1085850"/>
                </a:lnTo>
                <a:lnTo>
                  <a:pt x="657225" y="1095375"/>
                </a:lnTo>
                <a:lnTo>
                  <a:pt x="609600" y="1095375"/>
                </a:lnTo>
                <a:lnTo>
                  <a:pt x="609600" y="1076325"/>
                </a:lnTo>
                <a:lnTo>
                  <a:pt x="600075" y="1076325"/>
                </a:lnTo>
                <a:lnTo>
                  <a:pt x="600075" y="1095375"/>
                </a:lnTo>
                <a:lnTo>
                  <a:pt x="552450" y="1095375"/>
                </a:lnTo>
                <a:lnTo>
                  <a:pt x="552450" y="1085850"/>
                </a:lnTo>
                <a:lnTo>
                  <a:pt x="542925" y="1085850"/>
                </a:lnTo>
                <a:lnTo>
                  <a:pt x="542925" y="1076325"/>
                </a:lnTo>
                <a:lnTo>
                  <a:pt x="533400" y="1076325"/>
                </a:lnTo>
                <a:lnTo>
                  <a:pt x="533400" y="1066800"/>
                </a:lnTo>
                <a:lnTo>
                  <a:pt x="514350" y="1066800"/>
                </a:lnTo>
                <a:lnTo>
                  <a:pt x="514350" y="1076325"/>
                </a:lnTo>
                <a:lnTo>
                  <a:pt x="495300" y="1076325"/>
                </a:lnTo>
                <a:lnTo>
                  <a:pt x="495300" y="1019175"/>
                </a:lnTo>
                <a:lnTo>
                  <a:pt x="504825" y="1019175"/>
                </a:lnTo>
                <a:lnTo>
                  <a:pt x="504825" y="1009650"/>
                </a:lnTo>
                <a:lnTo>
                  <a:pt x="514350" y="1009650"/>
                </a:lnTo>
                <a:lnTo>
                  <a:pt x="514350" y="1019175"/>
                </a:lnTo>
                <a:lnTo>
                  <a:pt x="552450" y="1019175"/>
                </a:lnTo>
                <a:lnTo>
                  <a:pt x="552450" y="1028700"/>
                </a:lnTo>
                <a:lnTo>
                  <a:pt x="561975" y="1028700"/>
                </a:lnTo>
                <a:lnTo>
                  <a:pt x="561975" y="1019175"/>
                </a:lnTo>
                <a:lnTo>
                  <a:pt x="571500" y="1019175"/>
                </a:lnTo>
                <a:lnTo>
                  <a:pt x="571500" y="1009650"/>
                </a:lnTo>
                <a:lnTo>
                  <a:pt x="600075" y="1009650"/>
                </a:lnTo>
                <a:lnTo>
                  <a:pt x="600075" y="1019175"/>
                </a:lnTo>
                <a:lnTo>
                  <a:pt x="647700" y="1019175"/>
                </a:lnTo>
                <a:lnTo>
                  <a:pt x="647700" y="1009650"/>
                </a:lnTo>
                <a:lnTo>
                  <a:pt x="628650" y="1009650"/>
                </a:lnTo>
                <a:close/>
                <a:moveTo>
                  <a:pt x="733425" y="1000125"/>
                </a:moveTo>
                <a:lnTo>
                  <a:pt x="762000" y="1000125"/>
                </a:lnTo>
                <a:lnTo>
                  <a:pt x="762000" y="1009650"/>
                </a:lnTo>
                <a:lnTo>
                  <a:pt x="733425" y="1009650"/>
                </a:lnTo>
                <a:close/>
                <a:moveTo>
                  <a:pt x="1219200" y="1000125"/>
                </a:moveTo>
                <a:lnTo>
                  <a:pt x="1304925" y="1000125"/>
                </a:lnTo>
                <a:lnTo>
                  <a:pt x="1304925" y="1009650"/>
                </a:lnTo>
                <a:lnTo>
                  <a:pt x="1381125" y="1009650"/>
                </a:lnTo>
                <a:lnTo>
                  <a:pt x="1381125" y="1019175"/>
                </a:lnTo>
                <a:lnTo>
                  <a:pt x="1390650" y="1019175"/>
                </a:lnTo>
                <a:lnTo>
                  <a:pt x="1390650" y="1000125"/>
                </a:lnTo>
                <a:lnTo>
                  <a:pt x="1400175" y="1000125"/>
                </a:lnTo>
                <a:lnTo>
                  <a:pt x="1400175" y="1019175"/>
                </a:lnTo>
                <a:lnTo>
                  <a:pt x="1409700" y="1019175"/>
                </a:lnTo>
                <a:lnTo>
                  <a:pt x="1409700" y="1009650"/>
                </a:lnTo>
                <a:lnTo>
                  <a:pt x="1447800" y="1009650"/>
                </a:lnTo>
                <a:lnTo>
                  <a:pt x="1447800" y="1019175"/>
                </a:lnTo>
                <a:lnTo>
                  <a:pt x="1457325" y="1019175"/>
                </a:lnTo>
                <a:lnTo>
                  <a:pt x="1457325" y="1009650"/>
                </a:lnTo>
                <a:lnTo>
                  <a:pt x="1476375" y="1009650"/>
                </a:lnTo>
                <a:lnTo>
                  <a:pt x="1476375" y="1000125"/>
                </a:lnTo>
                <a:lnTo>
                  <a:pt x="1514475" y="1000125"/>
                </a:lnTo>
                <a:lnTo>
                  <a:pt x="1514475" y="1009650"/>
                </a:lnTo>
                <a:lnTo>
                  <a:pt x="1524000" y="1009650"/>
                </a:lnTo>
                <a:lnTo>
                  <a:pt x="1524000" y="1019175"/>
                </a:lnTo>
                <a:lnTo>
                  <a:pt x="1514475" y="1019175"/>
                </a:lnTo>
                <a:lnTo>
                  <a:pt x="1514475" y="1028700"/>
                </a:lnTo>
                <a:lnTo>
                  <a:pt x="1543050" y="1028700"/>
                </a:lnTo>
                <a:lnTo>
                  <a:pt x="1543050" y="1038225"/>
                </a:lnTo>
                <a:lnTo>
                  <a:pt x="1514475" y="1038225"/>
                </a:lnTo>
                <a:lnTo>
                  <a:pt x="1514475" y="1047750"/>
                </a:lnTo>
                <a:lnTo>
                  <a:pt x="1485900" y="1047750"/>
                </a:lnTo>
                <a:lnTo>
                  <a:pt x="1485900" y="1057275"/>
                </a:lnTo>
                <a:lnTo>
                  <a:pt x="1466850" y="1057275"/>
                </a:lnTo>
                <a:lnTo>
                  <a:pt x="1466850" y="1047750"/>
                </a:lnTo>
                <a:lnTo>
                  <a:pt x="1447800" y="1047750"/>
                </a:lnTo>
                <a:lnTo>
                  <a:pt x="1447800" y="1057275"/>
                </a:lnTo>
                <a:lnTo>
                  <a:pt x="1438275" y="1057275"/>
                </a:lnTo>
                <a:lnTo>
                  <a:pt x="1438275" y="1066800"/>
                </a:lnTo>
                <a:lnTo>
                  <a:pt x="1419225" y="1066800"/>
                </a:lnTo>
                <a:lnTo>
                  <a:pt x="1419225" y="1057275"/>
                </a:lnTo>
                <a:lnTo>
                  <a:pt x="1409700" y="1057275"/>
                </a:lnTo>
                <a:lnTo>
                  <a:pt x="1409700" y="1047750"/>
                </a:lnTo>
                <a:lnTo>
                  <a:pt x="1390650" y="1047750"/>
                </a:lnTo>
                <a:lnTo>
                  <a:pt x="1390650" y="1057275"/>
                </a:lnTo>
                <a:lnTo>
                  <a:pt x="1371600" y="1057275"/>
                </a:lnTo>
                <a:lnTo>
                  <a:pt x="1371600" y="1076325"/>
                </a:lnTo>
                <a:lnTo>
                  <a:pt x="1362075" y="1076325"/>
                </a:lnTo>
                <a:lnTo>
                  <a:pt x="1362075" y="1066800"/>
                </a:lnTo>
                <a:lnTo>
                  <a:pt x="1352550" y="1066800"/>
                </a:lnTo>
                <a:lnTo>
                  <a:pt x="1352550" y="1076325"/>
                </a:lnTo>
                <a:lnTo>
                  <a:pt x="1343025" y="1076325"/>
                </a:lnTo>
                <a:lnTo>
                  <a:pt x="1343025" y="1095375"/>
                </a:lnTo>
                <a:lnTo>
                  <a:pt x="1314450" y="1095375"/>
                </a:lnTo>
                <a:lnTo>
                  <a:pt x="1314450" y="1066800"/>
                </a:lnTo>
                <a:lnTo>
                  <a:pt x="1295400" y="1066800"/>
                </a:lnTo>
                <a:lnTo>
                  <a:pt x="1295400" y="1076325"/>
                </a:lnTo>
                <a:lnTo>
                  <a:pt x="1285875" y="1076325"/>
                </a:lnTo>
                <a:lnTo>
                  <a:pt x="1285875" y="1095375"/>
                </a:lnTo>
                <a:lnTo>
                  <a:pt x="1276350" y="1095375"/>
                </a:lnTo>
                <a:lnTo>
                  <a:pt x="1276350" y="1104900"/>
                </a:lnTo>
                <a:lnTo>
                  <a:pt x="1266825" y="1104900"/>
                </a:lnTo>
                <a:lnTo>
                  <a:pt x="1266825" y="1095375"/>
                </a:lnTo>
                <a:lnTo>
                  <a:pt x="1257300" y="1095375"/>
                </a:lnTo>
                <a:lnTo>
                  <a:pt x="1257300" y="1085850"/>
                </a:lnTo>
                <a:lnTo>
                  <a:pt x="1247775" y="1085850"/>
                </a:lnTo>
                <a:lnTo>
                  <a:pt x="1247775" y="1095375"/>
                </a:lnTo>
                <a:lnTo>
                  <a:pt x="1219200" y="1095375"/>
                </a:lnTo>
                <a:lnTo>
                  <a:pt x="1219200" y="1057275"/>
                </a:lnTo>
                <a:lnTo>
                  <a:pt x="1200150" y="1057275"/>
                </a:lnTo>
                <a:lnTo>
                  <a:pt x="1200150" y="1038225"/>
                </a:lnTo>
                <a:lnTo>
                  <a:pt x="1209675" y="1038225"/>
                </a:lnTo>
                <a:lnTo>
                  <a:pt x="1209675" y="1028700"/>
                </a:lnTo>
                <a:lnTo>
                  <a:pt x="1190625" y="1028700"/>
                </a:lnTo>
                <a:lnTo>
                  <a:pt x="1190625" y="1047750"/>
                </a:lnTo>
                <a:lnTo>
                  <a:pt x="1181100" y="1047750"/>
                </a:lnTo>
                <a:lnTo>
                  <a:pt x="1181100" y="1038225"/>
                </a:lnTo>
                <a:lnTo>
                  <a:pt x="1123950" y="1038225"/>
                </a:lnTo>
                <a:lnTo>
                  <a:pt x="1123950" y="1047750"/>
                </a:lnTo>
                <a:lnTo>
                  <a:pt x="1114425" y="1047750"/>
                </a:lnTo>
                <a:lnTo>
                  <a:pt x="1114425" y="1028700"/>
                </a:lnTo>
                <a:lnTo>
                  <a:pt x="1104900" y="1028700"/>
                </a:lnTo>
                <a:lnTo>
                  <a:pt x="1104900" y="1047750"/>
                </a:lnTo>
                <a:lnTo>
                  <a:pt x="1114425" y="1047750"/>
                </a:lnTo>
                <a:lnTo>
                  <a:pt x="1114425" y="1057275"/>
                </a:lnTo>
                <a:lnTo>
                  <a:pt x="1104900" y="1057275"/>
                </a:lnTo>
                <a:lnTo>
                  <a:pt x="1104900" y="1066800"/>
                </a:lnTo>
                <a:lnTo>
                  <a:pt x="1143000" y="1066800"/>
                </a:lnTo>
                <a:lnTo>
                  <a:pt x="1143000" y="1076325"/>
                </a:lnTo>
                <a:lnTo>
                  <a:pt x="1152525" y="1076325"/>
                </a:lnTo>
                <a:lnTo>
                  <a:pt x="1152525" y="1066800"/>
                </a:lnTo>
                <a:lnTo>
                  <a:pt x="1162050" y="1066800"/>
                </a:lnTo>
                <a:lnTo>
                  <a:pt x="1162050" y="1057275"/>
                </a:lnTo>
                <a:lnTo>
                  <a:pt x="1171575" y="1057275"/>
                </a:lnTo>
                <a:lnTo>
                  <a:pt x="1171575" y="1085850"/>
                </a:lnTo>
                <a:lnTo>
                  <a:pt x="1181100" y="1085850"/>
                </a:lnTo>
                <a:lnTo>
                  <a:pt x="1181100" y="1095375"/>
                </a:lnTo>
                <a:lnTo>
                  <a:pt x="1114425" y="1095375"/>
                </a:lnTo>
                <a:lnTo>
                  <a:pt x="1114425" y="1085850"/>
                </a:lnTo>
                <a:lnTo>
                  <a:pt x="1104900" y="1085850"/>
                </a:lnTo>
                <a:lnTo>
                  <a:pt x="1104900" y="1076325"/>
                </a:lnTo>
                <a:lnTo>
                  <a:pt x="1095375" y="1076325"/>
                </a:lnTo>
                <a:lnTo>
                  <a:pt x="1095375" y="1047750"/>
                </a:lnTo>
                <a:lnTo>
                  <a:pt x="1076325" y="1047750"/>
                </a:lnTo>
                <a:lnTo>
                  <a:pt x="1076325" y="1038225"/>
                </a:lnTo>
                <a:lnTo>
                  <a:pt x="1085850" y="1038225"/>
                </a:lnTo>
                <a:lnTo>
                  <a:pt x="1085850" y="1028700"/>
                </a:lnTo>
                <a:lnTo>
                  <a:pt x="1076325" y="1028700"/>
                </a:lnTo>
                <a:lnTo>
                  <a:pt x="1076325" y="1019175"/>
                </a:lnTo>
                <a:lnTo>
                  <a:pt x="1133475" y="1019175"/>
                </a:lnTo>
                <a:lnTo>
                  <a:pt x="1133475" y="1009650"/>
                </a:lnTo>
                <a:lnTo>
                  <a:pt x="1152525" y="1009650"/>
                </a:lnTo>
                <a:lnTo>
                  <a:pt x="1152525" y="1019175"/>
                </a:lnTo>
                <a:lnTo>
                  <a:pt x="1162050" y="1019175"/>
                </a:lnTo>
                <a:lnTo>
                  <a:pt x="1162050" y="1009650"/>
                </a:lnTo>
                <a:lnTo>
                  <a:pt x="1171575" y="1009650"/>
                </a:lnTo>
                <a:lnTo>
                  <a:pt x="1171575" y="1019175"/>
                </a:lnTo>
                <a:lnTo>
                  <a:pt x="1209675" y="1019175"/>
                </a:lnTo>
                <a:lnTo>
                  <a:pt x="1209675" y="1009650"/>
                </a:lnTo>
                <a:lnTo>
                  <a:pt x="1219200" y="1009650"/>
                </a:lnTo>
                <a:close/>
                <a:moveTo>
                  <a:pt x="1266825" y="1019175"/>
                </a:moveTo>
                <a:lnTo>
                  <a:pt x="1276350" y="1019175"/>
                </a:lnTo>
                <a:lnTo>
                  <a:pt x="1276350" y="1009650"/>
                </a:lnTo>
                <a:lnTo>
                  <a:pt x="1266825" y="1009650"/>
                </a:lnTo>
                <a:close/>
                <a:moveTo>
                  <a:pt x="1219200" y="1028700"/>
                </a:moveTo>
                <a:lnTo>
                  <a:pt x="1228725" y="1028700"/>
                </a:lnTo>
                <a:lnTo>
                  <a:pt x="1228725" y="1019175"/>
                </a:lnTo>
                <a:lnTo>
                  <a:pt x="1219200" y="1019175"/>
                </a:lnTo>
                <a:close/>
                <a:moveTo>
                  <a:pt x="1400175" y="1038225"/>
                </a:moveTo>
                <a:lnTo>
                  <a:pt x="1409700" y="1038225"/>
                </a:lnTo>
                <a:lnTo>
                  <a:pt x="1409700" y="1028700"/>
                </a:lnTo>
                <a:lnTo>
                  <a:pt x="1400175" y="1028700"/>
                </a:lnTo>
                <a:close/>
                <a:moveTo>
                  <a:pt x="1438275" y="1038225"/>
                </a:moveTo>
                <a:lnTo>
                  <a:pt x="1447800" y="1038225"/>
                </a:lnTo>
                <a:lnTo>
                  <a:pt x="1447800" y="1028700"/>
                </a:lnTo>
                <a:lnTo>
                  <a:pt x="1438275" y="1028700"/>
                </a:lnTo>
                <a:close/>
                <a:moveTo>
                  <a:pt x="704850" y="1047750"/>
                </a:moveTo>
                <a:lnTo>
                  <a:pt x="723900" y="1047750"/>
                </a:lnTo>
                <a:lnTo>
                  <a:pt x="723900" y="1038225"/>
                </a:lnTo>
                <a:lnTo>
                  <a:pt x="704850" y="1038225"/>
                </a:lnTo>
                <a:close/>
                <a:moveTo>
                  <a:pt x="809625" y="1047750"/>
                </a:moveTo>
                <a:lnTo>
                  <a:pt x="819150" y="1047750"/>
                </a:lnTo>
                <a:lnTo>
                  <a:pt x="819150" y="1057275"/>
                </a:lnTo>
                <a:lnTo>
                  <a:pt x="809625" y="1057275"/>
                </a:lnTo>
                <a:close/>
                <a:moveTo>
                  <a:pt x="152400" y="1057275"/>
                </a:moveTo>
                <a:lnTo>
                  <a:pt x="161925" y="1057275"/>
                </a:lnTo>
                <a:lnTo>
                  <a:pt x="161925" y="1066800"/>
                </a:lnTo>
                <a:lnTo>
                  <a:pt x="152400" y="1066800"/>
                </a:lnTo>
                <a:close/>
                <a:moveTo>
                  <a:pt x="1190625" y="1057275"/>
                </a:moveTo>
                <a:lnTo>
                  <a:pt x="1200150" y="1057275"/>
                </a:lnTo>
                <a:lnTo>
                  <a:pt x="1200150" y="1066800"/>
                </a:lnTo>
                <a:lnTo>
                  <a:pt x="1190625" y="1066800"/>
                </a:lnTo>
                <a:close/>
                <a:moveTo>
                  <a:pt x="361950" y="1066800"/>
                </a:moveTo>
                <a:lnTo>
                  <a:pt x="371475" y="1066800"/>
                </a:lnTo>
                <a:lnTo>
                  <a:pt x="371475" y="1085850"/>
                </a:lnTo>
                <a:lnTo>
                  <a:pt x="352425" y="1085850"/>
                </a:lnTo>
                <a:lnTo>
                  <a:pt x="352425" y="1076325"/>
                </a:lnTo>
                <a:lnTo>
                  <a:pt x="361950" y="1076325"/>
                </a:lnTo>
                <a:close/>
                <a:moveTo>
                  <a:pt x="714375" y="1066800"/>
                </a:moveTo>
                <a:lnTo>
                  <a:pt x="742950" y="1066800"/>
                </a:lnTo>
                <a:lnTo>
                  <a:pt x="742950" y="1057275"/>
                </a:lnTo>
                <a:lnTo>
                  <a:pt x="714375" y="1057275"/>
                </a:lnTo>
                <a:close/>
                <a:moveTo>
                  <a:pt x="1000125" y="1066800"/>
                </a:moveTo>
                <a:lnTo>
                  <a:pt x="1019175" y="1066800"/>
                </a:lnTo>
                <a:lnTo>
                  <a:pt x="1019175" y="1076325"/>
                </a:lnTo>
                <a:lnTo>
                  <a:pt x="1000125" y="1076325"/>
                </a:lnTo>
                <a:close/>
                <a:moveTo>
                  <a:pt x="1181100" y="1066800"/>
                </a:moveTo>
                <a:lnTo>
                  <a:pt x="1190625" y="1066800"/>
                </a:lnTo>
                <a:lnTo>
                  <a:pt x="1190625" y="1076325"/>
                </a:lnTo>
                <a:lnTo>
                  <a:pt x="1181100" y="1076325"/>
                </a:lnTo>
                <a:close/>
                <a:moveTo>
                  <a:pt x="142875" y="1076325"/>
                </a:moveTo>
                <a:lnTo>
                  <a:pt x="152400" y="1076325"/>
                </a:lnTo>
                <a:lnTo>
                  <a:pt x="152400" y="1085850"/>
                </a:lnTo>
                <a:lnTo>
                  <a:pt x="142875" y="1085850"/>
                </a:lnTo>
                <a:close/>
                <a:moveTo>
                  <a:pt x="1247775" y="1076325"/>
                </a:moveTo>
                <a:lnTo>
                  <a:pt x="1266825" y="1076325"/>
                </a:lnTo>
                <a:lnTo>
                  <a:pt x="1266825" y="1066800"/>
                </a:lnTo>
                <a:lnTo>
                  <a:pt x="1247775" y="1066800"/>
                </a:lnTo>
                <a:close/>
                <a:moveTo>
                  <a:pt x="371475" y="1085850"/>
                </a:moveTo>
                <a:lnTo>
                  <a:pt x="381000" y="1085850"/>
                </a:lnTo>
                <a:lnTo>
                  <a:pt x="381000" y="1095375"/>
                </a:lnTo>
                <a:lnTo>
                  <a:pt x="371475" y="1095375"/>
                </a:lnTo>
                <a:close/>
                <a:moveTo>
                  <a:pt x="1066800" y="1085850"/>
                </a:moveTo>
                <a:lnTo>
                  <a:pt x="1076325" y="1085850"/>
                </a:lnTo>
                <a:lnTo>
                  <a:pt x="1076325" y="1095375"/>
                </a:lnTo>
                <a:lnTo>
                  <a:pt x="1066800" y="1095375"/>
                </a:lnTo>
                <a:close/>
                <a:moveTo>
                  <a:pt x="876300" y="1095375"/>
                </a:moveTo>
                <a:lnTo>
                  <a:pt x="895350" y="1095375"/>
                </a:lnTo>
                <a:lnTo>
                  <a:pt x="895350" y="1104900"/>
                </a:lnTo>
                <a:lnTo>
                  <a:pt x="876300" y="1104900"/>
                </a:lnTo>
                <a:close/>
                <a:moveTo>
                  <a:pt x="923925" y="1095375"/>
                </a:moveTo>
                <a:lnTo>
                  <a:pt x="942975" y="1095375"/>
                </a:lnTo>
                <a:lnTo>
                  <a:pt x="942975" y="1104900"/>
                </a:lnTo>
                <a:lnTo>
                  <a:pt x="923925" y="1104900"/>
                </a:lnTo>
                <a:close/>
                <a:moveTo>
                  <a:pt x="1000125" y="1095375"/>
                </a:moveTo>
                <a:lnTo>
                  <a:pt x="1009650" y="1095375"/>
                </a:lnTo>
                <a:lnTo>
                  <a:pt x="1009650" y="1104900"/>
                </a:lnTo>
                <a:lnTo>
                  <a:pt x="1000125" y="1104900"/>
                </a:lnTo>
                <a:close/>
                <a:moveTo>
                  <a:pt x="1047750" y="1095375"/>
                </a:moveTo>
                <a:lnTo>
                  <a:pt x="1066800" y="1095375"/>
                </a:lnTo>
                <a:lnTo>
                  <a:pt x="1066800" y="1104900"/>
                </a:lnTo>
                <a:lnTo>
                  <a:pt x="1047750" y="1104900"/>
                </a:lnTo>
                <a:close/>
                <a:moveTo>
                  <a:pt x="238125" y="1133475"/>
                </a:moveTo>
                <a:lnTo>
                  <a:pt x="276225" y="1133475"/>
                </a:lnTo>
                <a:lnTo>
                  <a:pt x="276225" y="1143000"/>
                </a:lnTo>
                <a:lnTo>
                  <a:pt x="247650" y="1143000"/>
                </a:lnTo>
                <a:lnTo>
                  <a:pt x="247650" y="1152525"/>
                </a:lnTo>
                <a:lnTo>
                  <a:pt x="238125" y="1152525"/>
                </a:lnTo>
                <a:close/>
                <a:moveTo>
                  <a:pt x="561975" y="1133475"/>
                </a:moveTo>
                <a:lnTo>
                  <a:pt x="571500" y="1133475"/>
                </a:lnTo>
                <a:lnTo>
                  <a:pt x="571500" y="1143000"/>
                </a:lnTo>
                <a:lnTo>
                  <a:pt x="561975" y="1143000"/>
                </a:lnTo>
                <a:close/>
                <a:moveTo>
                  <a:pt x="1181100" y="1133475"/>
                </a:moveTo>
                <a:lnTo>
                  <a:pt x="1190625" y="1133475"/>
                </a:lnTo>
                <a:lnTo>
                  <a:pt x="1190625" y="1143000"/>
                </a:lnTo>
                <a:lnTo>
                  <a:pt x="1181100" y="1143000"/>
                </a:lnTo>
                <a:close/>
                <a:moveTo>
                  <a:pt x="1219200" y="1133475"/>
                </a:moveTo>
                <a:lnTo>
                  <a:pt x="1247775" y="1133475"/>
                </a:lnTo>
                <a:lnTo>
                  <a:pt x="1247775" y="1152525"/>
                </a:lnTo>
                <a:lnTo>
                  <a:pt x="1219200" y="1152525"/>
                </a:lnTo>
                <a:close/>
                <a:moveTo>
                  <a:pt x="381000" y="1143000"/>
                </a:moveTo>
                <a:lnTo>
                  <a:pt x="400050" y="1143000"/>
                </a:lnTo>
                <a:lnTo>
                  <a:pt x="400050" y="1162050"/>
                </a:lnTo>
                <a:lnTo>
                  <a:pt x="390525" y="1162050"/>
                </a:lnTo>
                <a:lnTo>
                  <a:pt x="390525" y="1152525"/>
                </a:lnTo>
                <a:lnTo>
                  <a:pt x="381000" y="1152525"/>
                </a:lnTo>
                <a:close/>
                <a:moveTo>
                  <a:pt x="781050" y="1143000"/>
                </a:moveTo>
                <a:lnTo>
                  <a:pt x="790575" y="1143000"/>
                </a:lnTo>
                <a:lnTo>
                  <a:pt x="790575" y="1152525"/>
                </a:lnTo>
                <a:lnTo>
                  <a:pt x="781050" y="1152525"/>
                </a:lnTo>
                <a:close/>
                <a:moveTo>
                  <a:pt x="438150" y="1152525"/>
                </a:moveTo>
                <a:lnTo>
                  <a:pt x="447675" y="1152525"/>
                </a:lnTo>
                <a:lnTo>
                  <a:pt x="447675" y="1162050"/>
                </a:lnTo>
                <a:lnTo>
                  <a:pt x="438150" y="1162050"/>
                </a:lnTo>
                <a:close/>
                <a:moveTo>
                  <a:pt x="495300" y="1152525"/>
                </a:moveTo>
                <a:lnTo>
                  <a:pt x="514350" y="1152525"/>
                </a:lnTo>
                <a:lnTo>
                  <a:pt x="514350" y="1162050"/>
                </a:lnTo>
                <a:lnTo>
                  <a:pt x="495300" y="1162050"/>
                </a:lnTo>
                <a:close/>
                <a:moveTo>
                  <a:pt x="152400" y="1276350"/>
                </a:moveTo>
                <a:lnTo>
                  <a:pt x="161925" y="1276350"/>
                </a:lnTo>
                <a:lnTo>
                  <a:pt x="161925" y="1285875"/>
                </a:lnTo>
                <a:lnTo>
                  <a:pt x="152400" y="1285875"/>
                </a:lnTo>
                <a:close/>
                <a:moveTo>
                  <a:pt x="133350" y="1362075"/>
                </a:moveTo>
                <a:lnTo>
                  <a:pt x="142875" y="1362075"/>
                </a:lnTo>
                <a:lnTo>
                  <a:pt x="142875" y="1371600"/>
                </a:lnTo>
                <a:lnTo>
                  <a:pt x="133350" y="1371600"/>
                </a:lnTo>
                <a:close/>
                <a:moveTo>
                  <a:pt x="142875" y="1371600"/>
                </a:moveTo>
                <a:lnTo>
                  <a:pt x="161925" y="1371600"/>
                </a:lnTo>
                <a:lnTo>
                  <a:pt x="161925" y="1381125"/>
                </a:lnTo>
                <a:lnTo>
                  <a:pt x="142875" y="1381125"/>
                </a:lnTo>
                <a:close/>
                <a:moveTo>
                  <a:pt x="133350" y="1581150"/>
                </a:moveTo>
                <a:lnTo>
                  <a:pt x="142875" y="1581150"/>
                </a:lnTo>
                <a:lnTo>
                  <a:pt x="142875" y="1590675"/>
                </a:lnTo>
                <a:lnTo>
                  <a:pt x="133350" y="1590675"/>
                </a:lnTo>
                <a:close/>
                <a:moveTo>
                  <a:pt x="133350" y="1704975"/>
                </a:moveTo>
                <a:lnTo>
                  <a:pt x="152400" y="1704975"/>
                </a:lnTo>
                <a:lnTo>
                  <a:pt x="152400" y="1714500"/>
                </a:lnTo>
                <a:lnTo>
                  <a:pt x="133350" y="1714500"/>
                </a:lnTo>
                <a:close/>
                <a:moveTo>
                  <a:pt x="142875" y="1857375"/>
                </a:moveTo>
                <a:lnTo>
                  <a:pt x="152400" y="1857375"/>
                </a:lnTo>
                <a:lnTo>
                  <a:pt x="152400" y="1866900"/>
                </a:lnTo>
                <a:lnTo>
                  <a:pt x="142875" y="1866900"/>
                </a:lnTo>
                <a:close/>
                <a:moveTo>
                  <a:pt x="152400" y="1866900"/>
                </a:moveTo>
                <a:lnTo>
                  <a:pt x="161925" y="1866900"/>
                </a:lnTo>
                <a:lnTo>
                  <a:pt x="161925" y="1876425"/>
                </a:lnTo>
                <a:lnTo>
                  <a:pt x="152400" y="1876425"/>
                </a:lnTo>
                <a:close/>
                <a:moveTo>
                  <a:pt x="1714500" y="1905000"/>
                </a:moveTo>
                <a:lnTo>
                  <a:pt x="1724025" y="1905000"/>
                </a:lnTo>
                <a:lnTo>
                  <a:pt x="1724025" y="1924050"/>
                </a:lnTo>
                <a:lnTo>
                  <a:pt x="1714500" y="1924050"/>
                </a:lnTo>
                <a:close/>
                <a:moveTo>
                  <a:pt x="161925" y="1914525"/>
                </a:moveTo>
                <a:lnTo>
                  <a:pt x="171450" y="1914525"/>
                </a:lnTo>
                <a:lnTo>
                  <a:pt x="171450" y="1924050"/>
                </a:lnTo>
                <a:lnTo>
                  <a:pt x="161925" y="1924050"/>
                </a:lnTo>
                <a:close/>
                <a:moveTo>
                  <a:pt x="342900" y="1943100"/>
                </a:moveTo>
                <a:lnTo>
                  <a:pt x="361950" y="1943100"/>
                </a:lnTo>
                <a:lnTo>
                  <a:pt x="361950" y="1952625"/>
                </a:lnTo>
                <a:lnTo>
                  <a:pt x="352425" y="1952625"/>
                </a:lnTo>
                <a:lnTo>
                  <a:pt x="352425" y="1971675"/>
                </a:lnTo>
                <a:lnTo>
                  <a:pt x="371475" y="1971675"/>
                </a:lnTo>
                <a:lnTo>
                  <a:pt x="371475" y="1990725"/>
                </a:lnTo>
                <a:lnTo>
                  <a:pt x="400050" y="1990725"/>
                </a:lnTo>
                <a:lnTo>
                  <a:pt x="400050" y="2009775"/>
                </a:lnTo>
                <a:lnTo>
                  <a:pt x="361950" y="2009775"/>
                </a:lnTo>
                <a:lnTo>
                  <a:pt x="361950" y="2000250"/>
                </a:lnTo>
                <a:lnTo>
                  <a:pt x="333375" y="2000250"/>
                </a:lnTo>
                <a:lnTo>
                  <a:pt x="333375" y="2009775"/>
                </a:lnTo>
                <a:lnTo>
                  <a:pt x="228600" y="2009775"/>
                </a:lnTo>
                <a:lnTo>
                  <a:pt x="228600" y="2000250"/>
                </a:lnTo>
                <a:lnTo>
                  <a:pt x="295275" y="2000250"/>
                </a:lnTo>
                <a:lnTo>
                  <a:pt x="295275" y="1990725"/>
                </a:lnTo>
                <a:lnTo>
                  <a:pt x="304800" y="1990725"/>
                </a:lnTo>
                <a:lnTo>
                  <a:pt x="304800" y="1971675"/>
                </a:lnTo>
                <a:lnTo>
                  <a:pt x="295275" y="1971675"/>
                </a:lnTo>
                <a:lnTo>
                  <a:pt x="295275" y="1981200"/>
                </a:lnTo>
                <a:lnTo>
                  <a:pt x="285750" y="1981200"/>
                </a:lnTo>
                <a:lnTo>
                  <a:pt x="285750" y="1990725"/>
                </a:lnTo>
                <a:lnTo>
                  <a:pt x="257175" y="1990725"/>
                </a:lnTo>
                <a:lnTo>
                  <a:pt x="257175" y="1981200"/>
                </a:lnTo>
                <a:lnTo>
                  <a:pt x="266700" y="1981200"/>
                </a:lnTo>
                <a:lnTo>
                  <a:pt x="266700" y="1962150"/>
                </a:lnTo>
                <a:lnTo>
                  <a:pt x="276225" y="1962150"/>
                </a:lnTo>
                <a:lnTo>
                  <a:pt x="276225" y="1952625"/>
                </a:lnTo>
                <a:lnTo>
                  <a:pt x="285750" y="1952625"/>
                </a:lnTo>
                <a:lnTo>
                  <a:pt x="285750" y="1962150"/>
                </a:lnTo>
                <a:lnTo>
                  <a:pt x="314325" y="1962150"/>
                </a:lnTo>
                <a:lnTo>
                  <a:pt x="314325" y="1952625"/>
                </a:lnTo>
                <a:lnTo>
                  <a:pt x="342900" y="1952625"/>
                </a:lnTo>
                <a:close/>
                <a:moveTo>
                  <a:pt x="971550" y="1990725"/>
                </a:moveTo>
                <a:lnTo>
                  <a:pt x="981075" y="1990725"/>
                </a:lnTo>
                <a:lnTo>
                  <a:pt x="981075" y="2000250"/>
                </a:lnTo>
                <a:lnTo>
                  <a:pt x="990600" y="2000250"/>
                </a:lnTo>
                <a:lnTo>
                  <a:pt x="990600" y="2019300"/>
                </a:lnTo>
                <a:lnTo>
                  <a:pt x="962025" y="2019300"/>
                </a:lnTo>
                <a:lnTo>
                  <a:pt x="962025" y="2009775"/>
                </a:lnTo>
                <a:lnTo>
                  <a:pt x="952500" y="2009775"/>
                </a:lnTo>
                <a:lnTo>
                  <a:pt x="952500" y="2000250"/>
                </a:lnTo>
                <a:lnTo>
                  <a:pt x="971550" y="2000250"/>
                </a:lnTo>
                <a:close/>
                <a:moveTo>
                  <a:pt x="304800" y="2000250"/>
                </a:moveTo>
                <a:lnTo>
                  <a:pt x="323850" y="2000250"/>
                </a:lnTo>
                <a:lnTo>
                  <a:pt x="323850" y="1990725"/>
                </a:lnTo>
                <a:lnTo>
                  <a:pt x="304800" y="1990725"/>
                </a:lnTo>
                <a:close/>
                <a:moveTo>
                  <a:pt x="428625" y="2038350"/>
                </a:moveTo>
                <a:lnTo>
                  <a:pt x="438150" y="2038350"/>
                </a:lnTo>
                <a:lnTo>
                  <a:pt x="438150" y="2047875"/>
                </a:lnTo>
                <a:lnTo>
                  <a:pt x="428625" y="2047875"/>
                </a:lnTo>
                <a:close/>
                <a:moveTo>
                  <a:pt x="962025" y="2038350"/>
                </a:moveTo>
                <a:lnTo>
                  <a:pt x="971550" y="2038350"/>
                </a:lnTo>
                <a:lnTo>
                  <a:pt x="971550" y="2047875"/>
                </a:lnTo>
                <a:lnTo>
                  <a:pt x="981075" y="2047875"/>
                </a:lnTo>
                <a:lnTo>
                  <a:pt x="981075" y="2057400"/>
                </a:lnTo>
                <a:lnTo>
                  <a:pt x="952500" y="2057400"/>
                </a:lnTo>
                <a:lnTo>
                  <a:pt x="952500" y="2047875"/>
                </a:lnTo>
                <a:lnTo>
                  <a:pt x="962025" y="2047875"/>
                </a:lnTo>
                <a:close/>
                <a:moveTo>
                  <a:pt x="152400" y="2066925"/>
                </a:moveTo>
                <a:lnTo>
                  <a:pt x="161925" y="2066925"/>
                </a:lnTo>
                <a:lnTo>
                  <a:pt x="161925" y="2076450"/>
                </a:lnTo>
                <a:lnTo>
                  <a:pt x="152400" y="2076450"/>
                </a:lnTo>
                <a:close/>
                <a:moveTo>
                  <a:pt x="142875" y="2076450"/>
                </a:moveTo>
                <a:lnTo>
                  <a:pt x="152400" y="2076450"/>
                </a:lnTo>
                <a:lnTo>
                  <a:pt x="152400" y="2114550"/>
                </a:lnTo>
                <a:lnTo>
                  <a:pt x="142875" y="2114550"/>
                </a:lnTo>
                <a:lnTo>
                  <a:pt x="142875" y="2105025"/>
                </a:lnTo>
                <a:lnTo>
                  <a:pt x="133350" y="2105025"/>
                </a:lnTo>
                <a:lnTo>
                  <a:pt x="133350" y="2085975"/>
                </a:lnTo>
                <a:lnTo>
                  <a:pt x="142875" y="2085975"/>
                </a:lnTo>
                <a:close/>
                <a:moveTo>
                  <a:pt x="361950" y="2105025"/>
                </a:moveTo>
                <a:lnTo>
                  <a:pt x="371475" y="2105025"/>
                </a:lnTo>
                <a:lnTo>
                  <a:pt x="371475" y="2114550"/>
                </a:lnTo>
                <a:lnTo>
                  <a:pt x="361950" y="2114550"/>
                </a:lnTo>
                <a:close/>
                <a:moveTo>
                  <a:pt x="352425" y="2114550"/>
                </a:moveTo>
                <a:lnTo>
                  <a:pt x="361950" y="2114550"/>
                </a:lnTo>
                <a:lnTo>
                  <a:pt x="361950" y="2124075"/>
                </a:lnTo>
                <a:lnTo>
                  <a:pt x="371475" y="2124075"/>
                </a:lnTo>
                <a:lnTo>
                  <a:pt x="371475" y="2133600"/>
                </a:lnTo>
                <a:lnTo>
                  <a:pt x="361950" y="2133600"/>
                </a:lnTo>
                <a:lnTo>
                  <a:pt x="361950" y="2143125"/>
                </a:lnTo>
                <a:lnTo>
                  <a:pt x="352425" y="2143125"/>
                </a:lnTo>
                <a:lnTo>
                  <a:pt x="352425" y="2133600"/>
                </a:lnTo>
                <a:lnTo>
                  <a:pt x="333375" y="2133600"/>
                </a:lnTo>
                <a:lnTo>
                  <a:pt x="333375" y="2124075"/>
                </a:lnTo>
                <a:lnTo>
                  <a:pt x="352425" y="2124075"/>
                </a:lnTo>
                <a:close/>
                <a:moveTo>
                  <a:pt x="542925" y="2114550"/>
                </a:moveTo>
                <a:lnTo>
                  <a:pt x="571500" y="2114550"/>
                </a:lnTo>
                <a:lnTo>
                  <a:pt x="571500" y="2124075"/>
                </a:lnTo>
                <a:lnTo>
                  <a:pt x="561975" y="2124075"/>
                </a:lnTo>
                <a:lnTo>
                  <a:pt x="561975" y="2143125"/>
                </a:lnTo>
                <a:lnTo>
                  <a:pt x="542925" y="2143125"/>
                </a:lnTo>
                <a:close/>
                <a:moveTo>
                  <a:pt x="142875" y="2124075"/>
                </a:moveTo>
                <a:lnTo>
                  <a:pt x="152400" y="2124075"/>
                </a:lnTo>
                <a:lnTo>
                  <a:pt x="152400" y="2133600"/>
                </a:lnTo>
                <a:lnTo>
                  <a:pt x="142875" y="2133600"/>
                </a:lnTo>
                <a:close/>
                <a:moveTo>
                  <a:pt x="323850" y="2133600"/>
                </a:moveTo>
                <a:lnTo>
                  <a:pt x="333375" y="2133600"/>
                </a:lnTo>
                <a:lnTo>
                  <a:pt x="333375" y="2143125"/>
                </a:lnTo>
                <a:lnTo>
                  <a:pt x="323850" y="2143125"/>
                </a:lnTo>
                <a:close/>
                <a:moveTo>
                  <a:pt x="1714500" y="2143125"/>
                </a:moveTo>
                <a:lnTo>
                  <a:pt x="1724025" y="2143125"/>
                </a:lnTo>
                <a:lnTo>
                  <a:pt x="1724025" y="2162175"/>
                </a:lnTo>
                <a:lnTo>
                  <a:pt x="1714500" y="2162175"/>
                </a:lnTo>
                <a:close/>
                <a:moveTo>
                  <a:pt x="781050" y="2181225"/>
                </a:moveTo>
                <a:lnTo>
                  <a:pt x="800100" y="2181225"/>
                </a:lnTo>
                <a:lnTo>
                  <a:pt x="800100" y="2190750"/>
                </a:lnTo>
                <a:lnTo>
                  <a:pt x="809625" y="2190750"/>
                </a:lnTo>
                <a:lnTo>
                  <a:pt x="809625" y="2209800"/>
                </a:lnTo>
                <a:lnTo>
                  <a:pt x="800100" y="2209800"/>
                </a:lnTo>
                <a:lnTo>
                  <a:pt x="800100" y="2219325"/>
                </a:lnTo>
                <a:lnTo>
                  <a:pt x="790575" y="2219325"/>
                </a:lnTo>
                <a:lnTo>
                  <a:pt x="790575" y="2200275"/>
                </a:lnTo>
                <a:lnTo>
                  <a:pt x="781050" y="2200275"/>
                </a:lnTo>
                <a:close/>
                <a:moveTo>
                  <a:pt x="180975" y="2190750"/>
                </a:moveTo>
                <a:lnTo>
                  <a:pt x="190500" y="2190750"/>
                </a:lnTo>
                <a:lnTo>
                  <a:pt x="190500" y="2200275"/>
                </a:lnTo>
                <a:lnTo>
                  <a:pt x="200025" y="2200275"/>
                </a:lnTo>
                <a:lnTo>
                  <a:pt x="200025" y="2209800"/>
                </a:lnTo>
                <a:lnTo>
                  <a:pt x="209550" y="2209800"/>
                </a:lnTo>
                <a:lnTo>
                  <a:pt x="209550" y="2219325"/>
                </a:lnTo>
                <a:lnTo>
                  <a:pt x="200025" y="2219325"/>
                </a:lnTo>
                <a:lnTo>
                  <a:pt x="200025" y="2228850"/>
                </a:lnTo>
                <a:lnTo>
                  <a:pt x="190500" y="2228850"/>
                </a:lnTo>
                <a:lnTo>
                  <a:pt x="190500" y="2219325"/>
                </a:lnTo>
                <a:lnTo>
                  <a:pt x="180975" y="2219325"/>
                </a:lnTo>
                <a:close/>
                <a:moveTo>
                  <a:pt x="971550" y="2200275"/>
                </a:moveTo>
                <a:lnTo>
                  <a:pt x="981075" y="2200275"/>
                </a:lnTo>
                <a:lnTo>
                  <a:pt x="981075" y="2209800"/>
                </a:lnTo>
                <a:lnTo>
                  <a:pt x="990600" y="2209800"/>
                </a:lnTo>
                <a:lnTo>
                  <a:pt x="990600" y="2219325"/>
                </a:lnTo>
                <a:lnTo>
                  <a:pt x="971550" y="2219325"/>
                </a:lnTo>
                <a:close/>
                <a:moveTo>
                  <a:pt x="219075" y="2209800"/>
                </a:moveTo>
                <a:lnTo>
                  <a:pt x="228600" y="2209800"/>
                </a:lnTo>
                <a:lnTo>
                  <a:pt x="228600" y="2219325"/>
                </a:lnTo>
                <a:lnTo>
                  <a:pt x="219075" y="2219325"/>
                </a:lnTo>
                <a:close/>
                <a:moveTo>
                  <a:pt x="228600" y="2219325"/>
                </a:moveTo>
                <a:lnTo>
                  <a:pt x="276225" y="2219325"/>
                </a:lnTo>
                <a:lnTo>
                  <a:pt x="276225" y="2228850"/>
                </a:lnTo>
                <a:lnTo>
                  <a:pt x="228600" y="2228850"/>
                </a:lnTo>
                <a:close/>
                <a:moveTo>
                  <a:pt x="361950" y="2219325"/>
                </a:moveTo>
                <a:lnTo>
                  <a:pt x="371475" y="2219325"/>
                </a:lnTo>
                <a:lnTo>
                  <a:pt x="371475" y="2228850"/>
                </a:lnTo>
                <a:lnTo>
                  <a:pt x="361950" y="2228850"/>
                </a:lnTo>
                <a:close/>
                <a:moveTo>
                  <a:pt x="381000" y="2219325"/>
                </a:moveTo>
                <a:lnTo>
                  <a:pt x="400050" y="2219325"/>
                </a:lnTo>
                <a:lnTo>
                  <a:pt x="400050" y="2228850"/>
                </a:lnTo>
                <a:lnTo>
                  <a:pt x="381000" y="2228850"/>
                </a:lnTo>
                <a:close/>
                <a:moveTo>
                  <a:pt x="142875" y="2228850"/>
                </a:moveTo>
                <a:lnTo>
                  <a:pt x="152400" y="2228850"/>
                </a:lnTo>
                <a:lnTo>
                  <a:pt x="152400" y="2238375"/>
                </a:lnTo>
                <a:lnTo>
                  <a:pt x="142875" y="2238375"/>
                </a:lnTo>
                <a:close/>
                <a:moveTo>
                  <a:pt x="133350" y="2247900"/>
                </a:moveTo>
                <a:lnTo>
                  <a:pt x="142875" y="2247900"/>
                </a:lnTo>
                <a:lnTo>
                  <a:pt x="142875" y="2257425"/>
                </a:lnTo>
                <a:lnTo>
                  <a:pt x="152400" y="2257425"/>
                </a:lnTo>
                <a:lnTo>
                  <a:pt x="152400" y="2276475"/>
                </a:lnTo>
                <a:lnTo>
                  <a:pt x="142875" y="2276475"/>
                </a:lnTo>
                <a:lnTo>
                  <a:pt x="142875" y="2286000"/>
                </a:lnTo>
                <a:lnTo>
                  <a:pt x="133350" y="2286000"/>
                </a:lnTo>
                <a:close/>
                <a:moveTo>
                  <a:pt x="152400" y="2286000"/>
                </a:moveTo>
                <a:lnTo>
                  <a:pt x="161925" y="2286000"/>
                </a:lnTo>
                <a:lnTo>
                  <a:pt x="161925" y="2428875"/>
                </a:lnTo>
                <a:lnTo>
                  <a:pt x="152400" y="2428875"/>
                </a:lnTo>
                <a:close/>
                <a:moveTo>
                  <a:pt x="133350" y="2295525"/>
                </a:moveTo>
                <a:lnTo>
                  <a:pt x="142875" y="2295525"/>
                </a:lnTo>
                <a:lnTo>
                  <a:pt x="142875" y="2390775"/>
                </a:lnTo>
                <a:lnTo>
                  <a:pt x="133350" y="2390775"/>
                </a:lnTo>
                <a:close/>
                <a:moveTo>
                  <a:pt x="342900" y="2314575"/>
                </a:moveTo>
                <a:lnTo>
                  <a:pt x="352425" y="2314575"/>
                </a:lnTo>
                <a:lnTo>
                  <a:pt x="352425" y="2324100"/>
                </a:lnTo>
                <a:lnTo>
                  <a:pt x="342900" y="2324100"/>
                </a:lnTo>
                <a:close/>
                <a:moveTo>
                  <a:pt x="1057275" y="2371725"/>
                </a:moveTo>
                <a:lnTo>
                  <a:pt x="1076325" y="2371725"/>
                </a:lnTo>
                <a:lnTo>
                  <a:pt x="1076325" y="2381250"/>
                </a:lnTo>
                <a:lnTo>
                  <a:pt x="1057275" y="2381250"/>
                </a:lnTo>
                <a:close/>
                <a:moveTo>
                  <a:pt x="133350" y="2400300"/>
                </a:moveTo>
                <a:lnTo>
                  <a:pt x="142875" y="2400300"/>
                </a:lnTo>
                <a:lnTo>
                  <a:pt x="142875" y="2428875"/>
                </a:lnTo>
                <a:lnTo>
                  <a:pt x="152400" y="2428875"/>
                </a:lnTo>
                <a:lnTo>
                  <a:pt x="152400" y="2447925"/>
                </a:lnTo>
                <a:lnTo>
                  <a:pt x="142875" y="2447925"/>
                </a:lnTo>
                <a:lnTo>
                  <a:pt x="142875" y="2438400"/>
                </a:lnTo>
                <a:lnTo>
                  <a:pt x="133350" y="2438400"/>
                </a:lnTo>
                <a:close/>
                <a:moveTo>
                  <a:pt x="371475" y="2428875"/>
                </a:moveTo>
                <a:lnTo>
                  <a:pt x="381000" y="2428875"/>
                </a:lnTo>
                <a:lnTo>
                  <a:pt x="381000" y="2438400"/>
                </a:lnTo>
                <a:lnTo>
                  <a:pt x="400050" y="2438400"/>
                </a:lnTo>
                <a:lnTo>
                  <a:pt x="400050" y="2447925"/>
                </a:lnTo>
                <a:lnTo>
                  <a:pt x="381000" y="2447925"/>
                </a:lnTo>
                <a:lnTo>
                  <a:pt x="381000" y="2457450"/>
                </a:lnTo>
                <a:lnTo>
                  <a:pt x="361950" y="2457450"/>
                </a:lnTo>
                <a:lnTo>
                  <a:pt x="361950" y="2447925"/>
                </a:lnTo>
                <a:lnTo>
                  <a:pt x="371475" y="2447925"/>
                </a:lnTo>
                <a:close/>
                <a:moveTo>
                  <a:pt x="533400" y="2428875"/>
                </a:moveTo>
                <a:lnTo>
                  <a:pt x="552450" y="2428875"/>
                </a:lnTo>
                <a:lnTo>
                  <a:pt x="552450" y="2438400"/>
                </a:lnTo>
                <a:lnTo>
                  <a:pt x="533400" y="2438400"/>
                </a:lnTo>
                <a:close/>
                <a:moveTo>
                  <a:pt x="266700" y="2447925"/>
                </a:moveTo>
                <a:lnTo>
                  <a:pt x="276225" y="2447925"/>
                </a:lnTo>
                <a:lnTo>
                  <a:pt x="276225" y="2457450"/>
                </a:lnTo>
                <a:lnTo>
                  <a:pt x="266700" y="2457450"/>
                </a:lnTo>
                <a:close/>
                <a:moveTo>
                  <a:pt x="295275" y="2457450"/>
                </a:moveTo>
                <a:lnTo>
                  <a:pt x="323850" y="2457450"/>
                </a:lnTo>
                <a:lnTo>
                  <a:pt x="323850" y="2466975"/>
                </a:lnTo>
                <a:lnTo>
                  <a:pt x="295275" y="2466975"/>
                </a:lnTo>
                <a:close/>
                <a:moveTo>
                  <a:pt x="685800" y="2457450"/>
                </a:moveTo>
                <a:lnTo>
                  <a:pt x="704850" y="2457450"/>
                </a:lnTo>
                <a:lnTo>
                  <a:pt x="704850" y="2466975"/>
                </a:lnTo>
                <a:lnTo>
                  <a:pt x="685800" y="2466975"/>
                </a:lnTo>
                <a:close/>
                <a:moveTo>
                  <a:pt x="190500" y="2476500"/>
                </a:moveTo>
                <a:lnTo>
                  <a:pt x="209550" y="2476500"/>
                </a:lnTo>
                <a:lnTo>
                  <a:pt x="209550" y="2486025"/>
                </a:lnTo>
                <a:lnTo>
                  <a:pt x="190500" y="2486025"/>
                </a:lnTo>
                <a:close/>
                <a:moveTo>
                  <a:pt x="685800" y="2476500"/>
                </a:moveTo>
                <a:lnTo>
                  <a:pt x="704850" y="2476500"/>
                </a:lnTo>
                <a:lnTo>
                  <a:pt x="704850" y="2486025"/>
                </a:lnTo>
                <a:lnTo>
                  <a:pt x="685800" y="2486025"/>
                </a:lnTo>
                <a:close/>
                <a:moveTo>
                  <a:pt x="619125" y="2505075"/>
                </a:moveTo>
                <a:lnTo>
                  <a:pt x="647700" y="2505075"/>
                </a:lnTo>
                <a:lnTo>
                  <a:pt x="647700" y="2524125"/>
                </a:lnTo>
                <a:lnTo>
                  <a:pt x="619125" y="2524125"/>
                </a:lnTo>
                <a:close/>
                <a:moveTo>
                  <a:pt x="847725" y="2514600"/>
                </a:moveTo>
                <a:lnTo>
                  <a:pt x="866775" y="2514600"/>
                </a:lnTo>
                <a:lnTo>
                  <a:pt x="866775" y="2524125"/>
                </a:lnTo>
                <a:lnTo>
                  <a:pt x="847725" y="2524125"/>
                </a:lnTo>
                <a:close/>
                <a:moveTo>
                  <a:pt x="142875" y="2524125"/>
                </a:moveTo>
                <a:lnTo>
                  <a:pt x="152400" y="2524125"/>
                </a:lnTo>
                <a:lnTo>
                  <a:pt x="152400" y="2533650"/>
                </a:lnTo>
                <a:lnTo>
                  <a:pt x="142875" y="2533650"/>
                </a:lnTo>
                <a:close/>
                <a:moveTo>
                  <a:pt x="133350" y="2533650"/>
                </a:moveTo>
                <a:lnTo>
                  <a:pt x="142875" y="2533650"/>
                </a:lnTo>
                <a:lnTo>
                  <a:pt x="142875" y="2590800"/>
                </a:lnTo>
                <a:lnTo>
                  <a:pt x="133350" y="2590800"/>
                </a:lnTo>
                <a:close/>
                <a:moveTo>
                  <a:pt x="190500" y="2533650"/>
                </a:moveTo>
                <a:lnTo>
                  <a:pt x="200025" y="2533650"/>
                </a:lnTo>
                <a:lnTo>
                  <a:pt x="200025" y="2552700"/>
                </a:lnTo>
                <a:lnTo>
                  <a:pt x="190500" y="2552700"/>
                </a:lnTo>
                <a:close/>
                <a:moveTo>
                  <a:pt x="152400" y="2543175"/>
                </a:moveTo>
                <a:lnTo>
                  <a:pt x="161925" y="2543175"/>
                </a:lnTo>
                <a:lnTo>
                  <a:pt x="161925" y="2590800"/>
                </a:lnTo>
                <a:lnTo>
                  <a:pt x="152400" y="2590800"/>
                </a:lnTo>
                <a:close/>
                <a:moveTo>
                  <a:pt x="323850" y="2571750"/>
                </a:moveTo>
                <a:lnTo>
                  <a:pt x="333375" y="2571750"/>
                </a:lnTo>
                <a:lnTo>
                  <a:pt x="333375" y="2609850"/>
                </a:lnTo>
                <a:lnTo>
                  <a:pt x="323850" y="2609850"/>
                </a:lnTo>
                <a:close/>
                <a:moveTo>
                  <a:pt x="1323975" y="2581275"/>
                </a:moveTo>
                <a:lnTo>
                  <a:pt x="1362075" y="2581275"/>
                </a:lnTo>
                <a:lnTo>
                  <a:pt x="1362075" y="2600325"/>
                </a:lnTo>
                <a:lnTo>
                  <a:pt x="1333500" y="2600325"/>
                </a:lnTo>
                <a:lnTo>
                  <a:pt x="1333500" y="2590800"/>
                </a:lnTo>
                <a:lnTo>
                  <a:pt x="1323975" y="2590800"/>
                </a:lnTo>
                <a:close/>
                <a:moveTo>
                  <a:pt x="1485900" y="2581275"/>
                </a:moveTo>
                <a:lnTo>
                  <a:pt x="1504950" y="2581275"/>
                </a:lnTo>
                <a:lnTo>
                  <a:pt x="1504950" y="2590800"/>
                </a:lnTo>
                <a:lnTo>
                  <a:pt x="1495425" y="2590800"/>
                </a:lnTo>
                <a:lnTo>
                  <a:pt x="1495425" y="2609850"/>
                </a:lnTo>
                <a:lnTo>
                  <a:pt x="1476375" y="2609850"/>
                </a:lnTo>
                <a:lnTo>
                  <a:pt x="1476375" y="2600325"/>
                </a:lnTo>
                <a:lnTo>
                  <a:pt x="1466850" y="2600325"/>
                </a:lnTo>
                <a:lnTo>
                  <a:pt x="1466850" y="2590800"/>
                </a:lnTo>
                <a:lnTo>
                  <a:pt x="1485900" y="2590800"/>
                </a:lnTo>
                <a:close/>
                <a:moveTo>
                  <a:pt x="1524000" y="2581275"/>
                </a:moveTo>
                <a:lnTo>
                  <a:pt x="1581150" y="2581275"/>
                </a:lnTo>
                <a:lnTo>
                  <a:pt x="1581150" y="2590800"/>
                </a:lnTo>
                <a:lnTo>
                  <a:pt x="1533525" y="2590800"/>
                </a:lnTo>
                <a:lnTo>
                  <a:pt x="1533525" y="2600325"/>
                </a:lnTo>
                <a:lnTo>
                  <a:pt x="1524000" y="2600325"/>
                </a:lnTo>
                <a:close/>
                <a:moveTo>
                  <a:pt x="1428750" y="2590800"/>
                </a:moveTo>
                <a:lnTo>
                  <a:pt x="1438275" y="2590800"/>
                </a:lnTo>
                <a:lnTo>
                  <a:pt x="1438275" y="2600325"/>
                </a:lnTo>
                <a:lnTo>
                  <a:pt x="1428750" y="2600325"/>
                </a:lnTo>
                <a:close/>
                <a:moveTo>
                  <a:pt x="1581150" y="2590800"/>
                </a:moveTo>
                <a:lnTo>
                  <a:pt x="1619250" y="2590800"/>
                </a:lnTo>
                <a:lnTo>
                  <a:pt x="1619250" y="2609850"/>
                </a:lnTo>
                <a:lnTo>
                  <a:pt x="1609725" y="2609850"/>
                </a:lnTo>
                <a:lnTo>
                  <a:pt x="1609725" y="2600325"/>
                </a:lnTo>
                <a:lnTo>
                  <a:pt x="1600200" y="2600325"/>
                </a:lnTo>
                <a:lnTo>
                  <a:pt x="1600200" y="2609850"/>
                </a:lnTo>
                <a:lnTo>
                  <a:pt x="1590675" y="2609850"/>
                </a:lnTo>
                <a:lnTo>
                  <a:pt x="1590675" y="2600325"/>
                </a:lnTo>
                <a:lnTo>
                  <a:pt x="1581150" y="2600325"/>
                </a:lnTo>
                <a:close/>
                <a:moveTo>
                  <a:pt x="1200150" y="2600325"/>
                </a:moveTo>
                <a:lnTo>
                  <a:pt x="1209675" y="2600325"/>
                </a:lnTo>
                <a:lnTo>
                  <a:pt x="1209675" y="2619375"/>
                </a:lnTo>
                <a:lnTo>
                  <a:pt x="1200150" y="2619375"/>
                </a:lnTo>
                <a:close/>
                <a:moveTo>
                  <a:pt x="1285875" y="2600325"/>
                </a:moveTo>
                <a:lnTo>
                  <a:pt x="1295400" y="2600325"/>
                </a:lnTo>
                <a:lnTo>
                  <a:pt x="1295400" y="2609850"/>
                </a:lnTo>
                <a:lnTo>
                  <a:pt x="1304925" y="2609850"/>
                </a:lnTo>
                <a:lnTo>
                  <a:pt x="1304925" y="2619375"/>
                </a:lnTo>
                <a:lnTo>
                  <a:pt x="1285875" y="2619375"/>
                </a:lnTo>
                <a:close/>
                <a:moveTo>
                  <a:pt x="1314450" y="2600325"/>
                </a:moveTo>
                <a:lnTo>
                  <a:pt x="1323975" y="2600325"/>
                </a:lnTo>
                <a:lnTo>
                  <a:pt x="1323975" y="2609850"/>
                </a:lnTo>
                <a:lnTo>
                  <a:pt x="1314450" y="2609850"/>
                </a:lnTo>
                <a:close/>
                <a:moveTo>
                  <a:pt x="1362075" y="2600325"/>
                </a:moveTo>
                <a:lnTo>
                  <a:pt x="1371600" y="2600325"/>
                </a:lnTo>
                <a:lnTo>
                  <a:pt x="1371600" y="2619375"/>
                </a:lnTo>
                <a:lnTo>
                  <a:pt x="1362075" y="2619375"/>
                </a:lnTo>
                <a:close/>
                <a:moveTo>
                  <a:pt x="323850" y="2619375"/>
                </a:moveTo>
                <a:lnTo>
                  <a:pt x="333375" y="2619375"/>
                </a:lnTo>
                <a:lnTo>
                  <a:pt x="333375" y="2638425"/>
                </a:lnTo>
                <a:lnTo>
                  <a:pt x="323850" y="2638425"/>
                </a:lnTo>
                <a:close/>
                <a:moveTo>
                  <a:pt x="1266825" y="2619375"/>
                </a:moveTo>
                <a:lnTo>
                  <a:pt x="1285875" y="2619375"/>
                </a:lnTo>
                <a:lnTo>
                  <a:pt x="1285875" y="2628900"/>
                </a:lnTo>
                <a:lnTo>
                  <a:pt x="1276350" y="2628900"/>
                </a:lnTo>
                <a:lnTo>
                  <a:pt x="1276350" y="2638425"/>
                </a:lnTo>
                <a:lnTo>
                  <a:pt x="1295400" y="2638425"/>
                </a:lnTo>
                <a:lnTo>
                  <a:pt x="1295400" y="2647950"/>
                </a:lnTo>
                <a:lnTo>
                  <a:pt x="1323975" y="2647950"/>
                </a:lnTo>
                <a:lnTo>
                  <a:pt x="1323975" y="2667000"/>
                </a:lnTo>
                <a:lnTo>
                  <a:pt x="1295400" y="2667000"/>
                </a:lnTo>
                <a:lnTo>
                  <a:pt x="1295400" y="2657475"/>
                </a:lnTo>
                <a:lnTo>
                  <a:pt x="1276350" y="2657475"/>
                </a:lnTo>
                <a:lnTo>
                  <a:pt x="1276350" y="2647950"/>
                </a:lnTo>
                <a:lnTo>
                  <a:pt x="1266825" y="2647950"/>
                </a:lnTo>
                <a:close/>
                <a:moveTo>
                  <a:pt x="333375" y="2638425"/>
                </a:moveTo>
                <a:lnTo>
                  <a:pt x="342900" y="2638425"/>
                </a:lnTo>
                <a:lnTo>
                  <a:pt x="342900" y="2647950"/>
                </a:lnTo>
                <a:lnTo>
                  <a:pt x="333375" y="2647950"/>
                </a:lnTo>
                <a:close/>
                <a:moveTo>
                  <a:pt x="514350" y="2638425"/>
                </a:moveTo>
                <a:lnTo>
                  <a:pt x="542925" y="2638425"/>
                </a:lnTo>
                <a:lnTo>
                  <a:pt x="542925" y="2647950"/>
                </a:lnTo>
                <a:lnTo>
                  <a:pt x="533400" y="2647950"/>
                </a:lnTo>
                <a:lnTo>
                  <a:pt x="533400" y="2657475"/>
                </a:lnTo>
                <a:lnTo>
                  <a:pt x="495300" y="2657475"/>
                </a:lnTo>
                <a:lnTo>
                  <a:pt x="495300" y="2647950"/>
                </a:lnTo>
                <a:lnTo>
                  <a:pt x="514350" y="2647950"/>
                </a:lnTo>
                <a:close/>
                <a:moveTo>
                  <a:pt x="1333500" y="2657475"/>
                </a:moveTo>
                <a:lnTo>
                  <a:pt x="1343025" y="2657475"/>
                </a:lnTo>
                <a:lnTo>
                  <a:pt x="1343025" y="2667000"/>
                </a:lnTo>
                <a:lnTo>
                  <a:pt x="1333500" y="2667000"/>
                </a:lnTo>
                <a:close/>
                <a:moveTo>
                  <a:pt x="1352550" y="2657475"/>
                </a:moveTo>
                <a:lnTo>
                  <a:pt x="1381125" y="2657475"/>
                </a:lnTo>
                <a:lnTo>
                  <a:pt x="1381125" y="2667000"/>
                </a:lnTo>
                <a:lnTo>
                  <a:pt x="1352550" y="2667000"/>
                </a:lnTo>
                <a:close/>
                <a:moveTo>
                  <a:pt x="1571625" y="2657475"/>
                </a:moveTo>
                <a:lnTo>
                  <a:pt x="1581150" y="2657475"/>
                </a:lnTo>
                <a:lnTo>
                  <a:pt x="1581150" y="2667000"/>
                </a:lnTo>
                <a:lnTo>
                  <a:pt x="1571625" y="2667000"/>
                </a:lnTo>
                <a:close/>
                <a:moveTo>
                  <a:pt x="1647825" y="2657475"/>
                </a:moveTo>
                <a:lnTo>
                  <a:pt x="1657350" y="2657475"/>
                </a:lnTo>
                <a:lnTo>
                  <a:pt x="1657350" y="2667000"/>
                </a:lnTo>
                <a:lnTo>
                  <a:pt x="1647825" y="2667000"/>
                </a:lnTo>
                <a:close/>
                <a:moveTo>
                  <a:pt x="1590675" y="2676525"/>
                </a:moveTo>
                <a:lnTo>
                  <a:pt x="1600200" y="2676525"/>
                </a:lnTo>
                <a:lnTo>
                  <a:pt x="1600200" y="2686050"/>
                </a:lnTo>
                <a:lnTo>
                  <a:pt x="1590675" y="2686050"/>
                </a:lnTo>
                <a:close/>
                <a:moveTo>
                  <a:pt x="1095375" y="2686050"/>
                </a:moveTo>
                <a:lnTo>
                  <a:pt x="1114425" y="2686050"/>
                </a:lnTo>
                <a:lnTo>
                  <a:pt x="1114425" y="2695575"/>
                </a:lnTo>
                <a:lnTo>
                  <a:pt x="1095375" y="2695575"/>
                </a:lnTo>
                <a:close/>
                <a:moveTo>
                  <a:pt x="1123950" y="2686050"/>
                </a:moveTo>
                <a:lnTo>
                  <a:pt x="1143000" y="2686050"/>
                </a:lnTo>
                <a:lnTo>
                  <a:pt x="1143000" y="2695575"/>
                </a:lnTo>
                <a:lnTo>
                  <a:pt x="1123950" y="2695575"/>
                </a:lnTo>
                <a:close/>
                <a:moveTo>
                  <a:pt x="1171575" y="2686050"/>
                </a:moveTo>
                <a:lnTo>
                  <a:pt x="1181100" y="2686050"/>
                </a:lnTo>
                <a:lnTo>
                  <a:pt x="1181100" y="2695575"/>
                </a:lnTo>
                <a:lnTo>
                  <a:pt x="1171575" y="2695575"/>
                </a:lnTo>
                <a:close/>
                <a:moveTo>
                  <a:pt x="304800" y="2695575"/>
                </a:moveTo>
                <a:lnTo>
                  <a:pt x="314325" y="2695575"/>
                </a:lnTo>
                <a:lnTo>
                  <a:pt x="314325" y="2705100"/>
                </a:lnTo>
                <a:lnTo>
                  <a:pt x="304800" y="2705100"/>
                </a:lnTo>
                <a:close/>
                <a:moveTo>
                  <a:pt x="180975" y="2705100"/>
                </a:moveTo>
                <a:lnTo>
                  <a:pt x="200025" y="2705100"/>
                </a:lnTo>
                <a:lnTo>
                  <a:pt x="200025" y="2714625"/>
                </a:lnTo>
                <a:lnTo>
                  <a:pt x="180975" y="2714625"/>
                </a:lnTo>
                <a:close/>
                <a:moveTo>
                  <a:pt x="285750" y="2705100"/>
                </a:moveTo>
                <a:lnTo>
                  <a:pt x="304800" y="2705100"/>
                </a:lnTo>
                <a:lnTo>
                  <a:pt x="304800" y="2714625"/>
                </a:lnTo>
                <a:lnTo>
                  <a:pt x="285750" y="2714625"/>
                </a:lnTo>
                <a:close/>
                <a:moveTo>
                  <a:pt x="600075" y="2705100"/>
                </a:moveTo>
                <a:lnTo>
                  <a:pt x="609600" y="2705100"/>
                </a:lnTo>
                <a:lnTo>
                  <a:pt x="609600" y="2714625"/>
                </a:lnTo>
                <a:lnTo>
                  <a:pt x="600075" y="2714625"/>
                </a:lnTo>
                <a:close/>
                <a:moveTo>
                  <a:pt x="723900" y="2705100"/>
                </a:moveTo>
                <a:lnTo>
                  <a:pt x="762000" y="2705100"/>
                </a:lnTo>
                <a:lnTo>
                  <a:pt x="762000" y="2714625"/>
                </a:lnTo>
                <a:lnTo>
                  <a:pt x="752475" y="2714625"/>
                </a:lnTo>
                <a:lnTo>
                  <a:pt x="752475" y="2733675"/>
                </a:lnTo>
                <a:lnTo>
                  <a:pt x="704850" y="2733675"/>
                </a:lnTo>
                <a:lnTo>
                  <a:pt x="704850" y="2724150"/>
                </a:lnTo>
                <a:lnTo>
                  <a:pt x="714375" y="2724150"/>
                </a:lnTo>
                <a:lnTo>
                  <a:pt x="714375" y="2714625"/>
                </a:lnTo>
                <a:lnTo>
                  <a:pt x="723900" y="2714625"/>
                </a:lnTo>
                <a:close/>
                <a:moveTo>
                  <a:pt x="1123950" y="2705100"/>
                </a:moveTo>
                <a:lnTo>
                  <a:pt x="1152525" y="2705100"/>
                </a:lnTo>
                <a:lnTo>
                  <a:pt x="1152525" y="2714625"/>
                </a:lnTo>
                <a:lnTo>
                  <a:pt x="1162050" y="2714625"/>
                </a:lnTo>
                <a:lnTo>
                  <a:pt x="1162050" y="2705100"/>
                </a:lnTo>
                <a:lnTo>
                  <a:pt x="1190625" y="2705100"/>
                </a:lnTo>
                <a:lnTo>
                  <a:pt x="1190625" y="2714625"/>
                </a:lnTo>
                <a:lnTo>
                  <a:pt x="1171575" y="2714625"/>
                </a:lnTo>
                <a:lnTo>
                  <a:pt x="1171575" y="2724150"/>
                </a:lnTo>
                <a:lnTo>
                  <a:pt x="1123950" y="2724150"/>
                </a:lnTo>
                <a:close/>
                <a:moveTo>
                  <a:pt x="1695450" y="2705100"/>
                </a:moveTo>
                <a:lnTo>
                  <a:pt x="1704975" y="2705100"/>
                </a:lnTo>
                <a:lnTo>
                  <a:pt x="1704975" y="2724150"/>
                </a:lnTo>
                <a:lnTo>
                  <a:pt x="1695450" y="2724150"/>
                </a:lnTo>
                <a:close/>
                <a:moveTo>
                  <a:pt x="133350" y="2714625"/>
                </a:moveTo>
                <a:lnTo>
                  <a:pt x="142875" y="2714625"/>
                </a:lnTo>
                <a:lnTo>
                  <a:pt x="142875" y="2733675"/>
                </a:lnTo>
                <a:lnTo>
                  <a:pt x="152400" y="2733675"/>
                </a:lnTo>
                <a:lnTo>
                  <a:pt x="152400" y="2714625"/>
                </a:lnTo>
                <a:lnTo>
                  <a:pt x="161925" y="2714625"/>
                </a:lnTo>
                <a:lnTo>
                  <a:pt x="161925" y="2733675"/>
                </a:lnTo>
                <a:lnTo>
                  <a:pt x="152400" y="2733675"/>
                </a:lnTo>
                <a:lnTo>
                  <a:pt x="152400" y="2752725"/>
                </a:lnTo>
                <a:lnTo>
                  <a:pt x="142875" y="2752725"/>
                </a:lnTo>
                <a:lnTo>
                  <a:pt x="142875" y="2762250"/>
                </a:lnTo>
                <a:lnTo>
                  <a:pt x="133350" y="2762250"/>
                </a:lnTo>
                <a:close/>
                <a:moveTo>
                  <a:pt x="228600" y="2714625"/>
                </a:moveTo>
                <a:lnTo>
                  <a:pt x="247650" y="2714625"/>
                </a:lnTo>
                <a:lnTo>
                  <a:pt x="247650" y="2724150"/>
                </a:lnTo>
                <a:lnTo>
                  <a:pt x="228600" y="2724150"/>
                </a:lnTo>
                <a:close/>
                <a:moveTo>
                  <a:pt x="1038225" y="2714625"/>
                </a:moveTo>
                <a:lnTo>
                  <a:pt x="1047750" y="2714625"/>
                </a:lnTo>
                <a:lnTo>
                  <a:pt x="1047750" y="2724150"/>
                </a:lnTo>
                <a:lnTo>
                  <a:pt x="1057275" y="2724150"/>
                </a:lnTo>
                <a:lnTo>
                  <a:pt x="1057275" y="2733675"/>
                </a:lnTo>
                <a:lnTo>
                  <a:pt x="1047750" y="2733675"/>
                </a:lnTo>
                <a:lnTo>
                  <a:pt x="1047750" y="2743200"/>
                </a:lnTo>
                <a:lnTo>
                  <a:pt x="1028700" y="2743200"/>
                </a:lnTo>
                <a:lnTo>
                  <a:pt x="1028700" y="2733675"/>
                </a:lnTo>
                <a:lnTo>
                  <a:pt x="1019175" y="2733675"/>
                </a:lnTo>
                <a:lnTo>
                  <a:pt x="1019175" y="2724150"/>
                </a:lnTo>
                <a:lnTo>
                  <a:pt x="1038225" y="2724150"/>
                </a:lnTo>
                <a:close/>
                <a:moveTo>
                  <a:pt x="923925" y="2724150"/>
                </a:moveTo>
                <a:lnTo>
                  <a:pt x="942975" y="2724150"/>
                </a:lnTo>
                <a:lnTo>
                  <a:pt x="942975" y="2733675"/>
                </a:lnTo>
                <a:lnTo>
                  <a:pt x="923925" y="2733675"/>
                </a:lnTo>
                <a:close/>
                <a:moveTo>
                  <a:pt x="152400" y="2752725"/>
                </a:moveTo>
                <a:lnTo>
                  <a:pt x="161925" y="2752725"/>
                </a:lnTo>
                <a:lnTo>
                  <a:pt x="161925" y="2771775"/>
                </a:lnTo>
                <a:lnTo>
                  <a:pt x="152400" y="2771775"/>
                </a:lnTo>
                <a:close/>
                <a:moveTo>
                  <a:pt x="152400" y="2781300"/>
                </a:moveTo>
                <a:lnTo>
                  <a:pt x="161925" y="2781300"/>
                </a:lnTo>
                <a:lnTo>
                  <a:pt x="161925" y="2790825"/>
                </a:lnTo>
                <a:lnTo>
                  <a:pt x="152400" y="2790825"/>
                </a:lnTo>
                <a:close/>
                <a:moveTo>
                  <a:pt x="190500" y="2800350"/>
                </a:moveTo>
                <a:lnTo>
                  <a:pt x="200025" y="2800350"/>
                </a:lnTo>
                <a:lnTo>
                  <a:pt x="200025" y="2809875"/>
                </a:lnTo>
                <a:lnTo>
                  <a:pt x="190500" y="2809875"/>
                </a:lnTo>
                <a:close/>
                <a:moveTo>
                  <a:pt x="857250" y="2809875"/>
                </a:moveTo>
                <a:lnTo>
                  <a:pt x="866775" y="2809875"/>
                </a:lnTo>
                <a:lnTo>
                  <a:pt x="866775" y="2828925"/>
                </a:lnTo>
                <a:lnTo>
                  <a:pt x="885825" y="2828925"/>
                </a:lnTo>
                <a:lnTo>
                  <a:pt x="885825" y="2838450"/>
                </a:lnTo>
                <a:lnTo>
                  <a:pt x="876300" y="2838450"/>
                </a:lnTo>
                <a:lnTo>
                  <a:pt x="876300" y="2847975"/>
                </a:lnTo>
                <a:lnTo>
                  <a:pt x="885825" y="2847975"/>
                </a:lnTo>
                <a:lnTo>
                  <a:pt x="885825" y="2867025"/>
                </a:lnTo>
                <a:lnTo>
                  <a:pt x="904875" y="2867025"/>
                </a:lnTo>
                <a:lnTo>
                  <a:pt x="904875" y="2876550"/>
                </a:lnTo>
                <a:lnTo>
                  <a:pt x="876300" y="2876550"/>
                </a:lnTo>
                <a:lnTo>
                  <a:pt x="876300" y="2867025"/>
                </a:lnTo>
                <a:lnTo>
                  <a:pt x="866775" y="2867025"/>
                </a:lnTo>
                <a:lnTo>
                  <a:pt x="866775" y="2876550"/>
                </a:lnTo>
                <a:lnTo>
                  <a:pt x="847725" y="2876550"/>
                </a:lnTo>
                <a:lnTo>
                  <a:pt x="847725" y="2886075"/>
                </a:lnTo>
                <a:lnTo>
                  <a:pt x="819150" y="2886075"/>
                </a:lnTo>
                <a:lnTo>
                  <a:pt x="819150" y="2895600"/>
                </a:lnTo>
                <a:lnTo>
                  <a:pt x="762000" y="2895600"/>
                </a:lnTo>
                <a:lnTo>
                  <a:pt x="762000" y="2876550"/>
                </a:lnTo>
                <a:lnTo>
                  <a:pt x="742950" y="2876550"/>
                </a:lnTo>
                <a:lnTo>
                  <a:pt x="742950" y="2867025"/>
                </a:lnTo>
                <a:lnTo>
                  <a:pt x="752475" y="2867025"/>
                </a:lnTo>
                <a:lnTo>
                  <a:pt x="752475" y="2847975"/>
                </a:lnTo>
                <a:lnTo>
                  <a:pt x="781050" y="2847975"/>
                </a:lnTo>
                <a:lnTo>
                  <a:pt x="781050" y="2867025"/>
                </a:lnTo>
                <a:lnTo>
                  <a:pt x="790575" y="2867025"/>
                </a:lnTo>
                <a:lnTo>
                  <a:pt x="790575" y="2876550"/>
                </a:lnTo>
                <a:lnTo>
                  <a:pt x="809625" y="2876550"/>
                </a:lnTo>
                <a:lnTo>
                  <a:pt x="809625" y="2867025"/>
                </a:lnTo>
                <a:lnTo>
                  <a:pt x="800100" y="2867025"/>
                </a:lnTo>
                <a:lnTo>
                  <a:pt x="800100" y="2857500"/>
                </a:lnTo>
                <a:lnTo>
                  <a:pt x="790575" y="2857500"/>
                </a:lnTo>
                <a:lnTo>
                  <a:pt x="790575" y="2838450"/>
                </a:lnTo>
                <a:lnTo>
                  <a:pt x="847725" y="2838450"/>
                </a:lnTo>
                <a:lnTo>
                  <a:pt x="847725" y="2819400"/>
                </a:lnTo>
                <a:lnTo>
                  <a:pt x="857250" y="2819400"/>
                </a:lnTo>
                <a:close/>
                <a:moveTo>
                  <a:pt x="590550" y="2828925"/>
                </a:moveTo>
                <a:lnTo>
                  <a:pt x="628650" y="2828925"/>
                </a:lnTo>
                <a:lnTo>
                  <a:pt x="628650" y="2838450"/>
                </a:lnTo>
                <a:lnTo>
                  <a:pt x="638175" y="2838450"/>
                </a:lnTo>
                <a:lnTo>
                  <a:pt x="638175" y="2847975"/>
                </a:lnTo>
                <a:lnTo>
                  <a:pt x="666750" y="2847975"/>
                </a:lnTo>
                <a:lnTo>
                  <a:pt x="666750" y="2886075"/>
                </a:lnTo>
                <a:lnTo>
                  <a:pt x="657225" y="2886075"/>
                </a:lnTo>
                <a:lnTo>
                  <a:pt x="657225" y="2895600"/>
                </a:lnTo>
                <a:lnTo>
                  <a:pt x="647700" y="2895600"/>
                </a:lnTo>
                <a:lnTo>
                  <a:pt x="647700" y="2876550"/>
                </a:lnTo>
                <a:lnTo>
                  <a:pt x="619125" y="2876550"/>
                </a:lnTo>
                <a:lnTo>
                  <a:pt x="619125" y="2886075"/>
                </a:lnTo>
                <a:lnTo>
                  <a:pt x="609600" y="2886075"/>
                </a:lnTo>
                <a:lnTo>
                  <a:pt x="609600" y="2847975"/>
                </a:lnTo>
                <a:lnTo>
                  <a:pt x="600075" y="2847975"/>
                </a:lnTo>
                <a:lnTo>
                  <a:pt x="600075" y="2838450"/>
                </a:lnTo>
                <a:lnTo>
                  <a:pt x="590550" y="2838450"/>
                </a:lnTo>
                <a:close/>
                <a:moveTo>
                  <a:pt x="1276350" y="2828925"/>
                </a:moveTo>
                <a:lnTo>
                  <a:pt x="1295400" y="2828925"/>
                </a:lnTo>
                <a:lnTo>
                  <a:pt x="1295400" y="2838450"/>
                </a:lnTo>
                <a:lnTo>
                  <a:pt x="1304925" y="2838450"/>
                </a:lnTo>
                <a:lnTo>
                  <a:pt x="1304925" y="2847975"/>
                </a:lnTo>
                <a:lnTo>
                  <a:pt x="1276350" y="2847975"/>
                </a:lnTo>
                <a:close/>
                <a:moveTo>
                  <a:pt x="714375" y="2838450"/>
                </a:moveTo>
                <a:lnTo>
                  <a:pt x="733425" y="2838450"/>
                </a:lnTo>
                <a:lnTo>
                  <a:pt x="733425" y="2876550"/>
                </a:lnTo>
                <a:lnTo>
                  <a:pt x="723900" y="2876550"/>
                </a:lnTo>
                <a:lnTo>
                  <a:pt x="723900" y="2847975"/>
                </a:lnTo>
                <a:lnTo>
                  <a:pt x="714375" y="2847975"/>
                </a:lnTo>
                <a:close/>
                <a:moveTo>
                  <a:pt x="1076325" y="2838450"/>
                </a:moveTo>
                <a:lnTo>
                  <a:pt x="1095375" y="2838450"/>
                </a:lnTo>
                <a:lnTo>
                  <a:pt x="1095375" y="2847975"/>
                </a:lnTo>
                <a:lnTo>
                  <a:pt x="1104900" y="2847975"/>
                </a:lnTo>
                <a:lnTo>
                  <a:pt x="1104900" y="2876550"/>
                </a:lnTo>
                <a:lnTo>
                  <a:pt x="1076325" y="2876550"/>
                </a:lnTo>
                <a:close/>
                <a:moveTo>
                  <a:pt x="1543050" y="2838450"/>
                </a:moveTo>
                <a:lnTo>
                  <a:pt x="1552575" y="2838450"/>
                </a:lnTo>
                <a:lnTo>
                  <a:pt x="1552575" y="2847975"/>
                </a:lnTo>
                <a:lnTo>
                  <a:pt x="1562100" y="2847975"/>
                </a:lnTo>
                <a:lnTo>
                  <a:pt x="1562100" y="2857500"/>
                </a:lnTo>
                <a:lnTo>
                  <a:pt x="1543050" y="2857500"/>
                </a:lnTo>
                <a:close/>
                <a:moveTo>
                  <a:pt x="904875" y="2847975"/>
                </a:moveTo>
                <a:lnTo>
                  <a:pt x="914400" y="2847975"/>
                </a:lnTo>
                <a:lnTo>
                  <a:pt x="914400" y="2857500"/>
                </a:lnTo>
                <a:lnTo>
                  <a:pt x="904875" y="2857500"/>
                </a:lnTo>
                <a:close/>
                <a:moveTo>
                  <a:pt x="1323975" y="2847975"/>
                </a:moveTo>
                <a:lnTo>
                  <a:pt x="1343025" y="2847975"/>
                </a:lnTo>
                <a:lnTo>
                  <a:pt x="1343025" y="2857500"/>
                </a:lnTo>
                <a:lnTo>
                  <a:pt x="1323975" y="2857500"/>
                </a:lnTo>
                <a:close/>
                <a:moveTo>
                  <a:pt x="1447800" y="2847975"/>
                </a:moveTo>
                <a:lnTo>
                  <a:pt x="1504950" y="2847975"/>
                </a:lnTo>
                <a:lnTo>
                  <a:pt x="1504950" y="2857500"/>
                </a:lnTo>
                <a:lnTo>
                  <a:pt x="1476375" y="2857500"/>
                </a:lnTo>
                <a:lnTo>
                  <a:pt x="1476375" y="2867025"/>
                </a:lnTo>
                <a:lnTo>
                  <a:pt x="1466850" y="2867025"/>
                </a:lnTo>
                <a:lnTo>
                  <a:pt x="1466850" y="2857500"/>
                </a:lnTo>
                <a:lnTo>
                  <a:pt x="1447800" y="2857500"/>
                </a:lnTo>
                <a:close/>
                <a:moveTo>
                  <a:pt x="1514475" y="2847975"/>
                </a:moveTo>
                <a:lnTo>
                  <a:pt x="1533525" y="2847975"/>
                </a:lnTo>
                <a:lnTo>
                  <a:pt x="1533525" y="2867025"/>
                </a:lnTo>
                <a:lnTo>
                  <a:pt x="1514475" y="2867025"/>
                </a:lnTo>
                <a:close/>
                <a:moveTo>
                  <a:pt x="333375" y="2857500"/>
                </a:moveTo>
                <a:lnTo>
                  <a:pt x="342900" y="2857500"/>
                </a:lnTo>
                <a:lnTo>
                  <a:pt x="342900" y="2867025"/>
                </a:lnTo>
                <a:lnTo>
                  <a:pt x="352425" y="2867025"/>
                </a:lnTo>
                <a:lnTo>
                  <a:pt x="352425" y="2876550"/>
                </a:lnTo>
                <a:lnTo>
                  <a:pt x="342900" y="2876550"/>
                </a:lnTo>
                <a:lnTo>
                  <a:pt x="342900" y="2895600"/>
                </a:lnTo>
                <a:lnTo>
                  <a:pt x="333375" y="2895600"/>
                </a:lnTo>
                <a:close/>
                <a:moveTo>
                  <a:pt x="676275" y="2857500"/>
                </a:moveTo>
                <a:lnTo>
                  <a:pt x="695325" y="2857500"/>
                </a:lnTo>
                <a:lnTo>
                  <a:pt x="695325" y="2867025"/>
                </a:lnTo>
                <a:lnTo>
                  <a:pt x="714375" y="2867025"/>
                </a:lnTo>
                <a:lnTo>
                  <a:pt x="714375" y="2886075"/>
                </a:lnTo>
                <a:lnTo>
                  <a:pt x="685800" y="2886075"/>
                </a:lnTo>
                <a:lnTo>
                  <a:pt x="685800" y="2867025"/>
                </a:lnTo>
                <a:lnTo>
                  <a:pt x="676275" y="2867025"/>
                </a:lnTo>
                <a:close/>
                <a:moveTo>
                  <a:pt x="1238250" y="2857500"/>
                </a:moveTo>
                <a:lnTo>
                  <a:pt x="1257300" y="2857500"/>
                </a:lnTo>
                <a:lnTo>
                  <a:pt x="1257300" y="2876550"/>
                </a:lnTo>
                <a:lnTo>
                  <a:pt x="1247775" y="2876550"/>
                </a:lnTo>
                <a:lnTo>
                  <a:pt x="1247775" y="2886075"/>
                </a:lnTo>
                <a:lnTo>
                  <a:pt x="1238250" y="2886075"/>
                </a:lnTo>
                <a:lnTo>
                  <a:pt x="1238250" y="2895600"/>
                </a:lnTo>
                <a:lnTo>
                  <a:pt x="1247775" y="2895600"/>
                </a:lnTo>
                <a:lnTo>
                  <a:pt x="1247775" y="2914650"/>
                </a:lnTo>
                <a:lnTo>
                  <a:pt x="1257300" y="2914650"/>
                </a:lnTo>
                <a:lnTo>
                  <a:pt x="1257300" y="2924175"/>
                </a:lnTo>
                <a:lnTo>
                  <a:pt x="1228725" y="2924175"/>
                </a:lnTo>
                <a:lnTo>
                  <a:pt x="1228725" y="2914650"/>
                </a:lnTo>
                <a:lnTo>
                  <a:pt x="1219200" y="2914650"/>
                </a:lnTo>
                <a:lnTo>
                  <a:pt x="1219200" y="2905125"/>
                </a:lnTo>
                <a:lnTo>
                  <a:pt x="1209675" y="2905125"/>
                </a:lnTo>
                <a:lnTo>
                  <a:pt x="1209675" y="2886075"/>
                </a:lnTo>
                <a:lnTo>
                  <a:pt x="1219200" y="2886075"/>
                </a:lnTo>
                <a:lnTo>
                  <a:pt x="1219200" y="2876550"/>
                </a:lnTo>
                <a:lnTo>
                  <a:pt x="1228725" y="2876550"/>
                </a:lnTo>
                <a:lnTo>
                  <a:pt x="1228725" y="2867025"/>
                </a:lnTo>
                <a:lnTo>
                  <a:pt x="1238250" y="2867025"/>
                </a:lnTo>
                <a:close/>
                <a:moveTo>
                  <a:pt x="1685925" y="2857500"/>
                </a:moveTo>
                <a:lnTo>
                  <a:pt x="1695450" y="2857500"/>
                </a:lnTo>
                <a:lnTo>
                  <a:pt x="1695450" y="2876550"/>
                </a:lnTo>
                <a:lnTo>
                  <a:pt x="1704975" y="2876550"/>
                </a:lnTo>
                <a:lnTo>
                  <a:pt x="1704975" y="2905125"/>
                </a:lnTo>
                <a:lnTo>
                  <a:pt x="1695450" y="2905125"/>
                </a:lnTo>
                <a:lnTo>
                  <a:pt x="1695450" y="2914650"/>
                </a:lnTo>
                <a:lnTo>
                  <a:pt x="1676400" y="2914650"/>
                </a:lnTo>
                <a:lnTo>
                  <a:pt x="1676400" y="2905125"/>
                </a:lnTo>
                <a:lnTo>
                  <a:pt x="1685925" y="2905125"/>
                </a:lnTo>
                <a:close/>
                <a:moveTo>
                  <a:pt x="819150" y="2867025"/>
                </a:moveTo>
                <a:lnTo>
                  <a:pt x="828675" y="2867025"/>
                </a:lnTo>
                <a:lnTo>
                  <a:pt x="828675" y="2876550"/>
                </a:lnTo>
                <a:lnTo>
                  <a:pt x="838200" y="2876550"/>
                </a:lnTo>
                <a:lnTo>
                  <a:pt x="838200" y="2867025"/>
                </a:lnTo>
                <a:lnTo>
                  <a:pt x="847725" y="2867025"/>
                </a:lnTo>
                <a:lnTo>
                  <a:pt x="847725" y="2857500"/>
                </a:lnTo>
                <a:lnTo>
                  <a:pt x="838200" y="2857500"/>
                </a:lnTo>
                <a:lnTo>
                  <a:pt x="838200" y="2847975"/>
                </a:lnTo>
                <a:lnTo>
                  <a:pt x="828675" y="2847975"/>
                </a:lnTo>
                <a:lnTo>
                  <a:pt x="828675" y="2857500"/>
                </a:lnTo>
                <a:lnTo>
                  <a:pt x="819150" y="2857500"/>
                </a:lnTo>
                <a:close/>
                <a:moveTo>
                  <a:pt x="923925" y="2867025"/>
                </a:moveTo>
                <a:lnTo>
                  <a:pt x="933450" y="2867025"/>
                </a:lnTo>
                <a:lnTo>
                  <a:pt x="933450" y="2886075"/>
                </a:lnTo>
                <a:lnTo>
                  <a:pt x="923925" y="2886075"/>
                </a:lnTo>
                <a:close/>
                <a:moveTo>
                  <a:pt x="962025" y="2876550"/>
                </a:moveTo>
                <a:lnTo>
                  <a:pt x="990600" y="2876550"/>
                </a:lnTo>
                <a:lnTo>
                  <a:pt x="990600" y="2886075"/>
                </a:lnTo>
                <a:lnTo>
                  <a:pt x="962025" y="2886075"/>
                </a:lnTo>
                <a:close/>
                <a:moveTo>
                  <a:pt x="1000125" y="2876550"/>
                </a:moveTo>
                <a:lnTo>
                  <a:pt x="1019175" y="2876550"/>
                </a:lnTo>
                <a:lnTo>
                  <a:pt x="1019175" y="2886075"/>
                </a:lnTo>
                <a:lnTo>
                  <a:pt x="1000125" y="2886075"/>
                </a:lnTo>
                <a:close/>
                <a:moveTo>
                  <a:pt x="628650" y="2905125"/>
                </a:moveTo>
                <a:lnTo>
                  <a:pt x="638175" y="2905125"/>
                </a:lnTo>
                <a:lnTo>
                  <a:pt x="638175" y="2914650"/>
                </a:lnTo>
                <a:lnTo>
                  <a:pt x="628650" y="2914650"/>
                </a:lnTo>
                <a:close/>
                <a:moveTo>
                  <a:pt x="1295400" y="2914650"/>
                </a:moveTo>
                <a:lnTo>
                  <a:pt x="1304925" y="2914650"/>
                </a:lnTo>
                <a:lnTo>
                  <a:pt x="1304925" y="2924175"/>
                </a:lnTo>
                <a:lnTo>
                  <a:pt x="1295400" y="2924175"/>
                </a:lnTo>
                <a:close/>
                <a:moveTo>
                  <a:pt x="1314450" y="2914650"/>
                </a:moveTo>
                <a:lnTo>
                  <a:pt x="1323975" y="2914650"/>
                </a:lnTo>
                <a:lnTo>
                  <a:pt x="1323975" y="2924175"/>
                </a:lnTo>
                <a:lnTo>
                  <a:pt x="1314450" y="2924175"/>
                </a:lnTo>
                <a:close/>
                <a:moveTo>
                  <a:pt x="1333500" y="2914650"/>
                </a:moveTo>
                <a:lnTo>
                  <a:pt x="1409700" y="2914650"/>
                </a:lnTo>
                <a:lnTo>
                  <a:pt x="1409700" y="2924175"/>
                </a:lnTo>
                <a:lnTo>
                  <a:pt x="1400175" y="2924175"/>
                </a:lnTo>
                <a:lnTo>
                  <a:pt x="1400175" y="2933700"/>
                </a:lnTo>
                <a:lnTo>
                  <a:pt x="1333500" y="2933700"/>
                </a:lnTo>
                <a:close/>
                <a:moveTo>
                  <a:pt x="1447800" y="2914650"/>
                </a:moveTo>
                <a:lnTo>
                  <a:pt x="1476375" y="2914650"/>
                </a:lnTo>
                <a:lnTo>
                  <a:pt x="1476375" y="2933700"/>
                </a:lnTo>
                <a:lnTo>
                  <a:pt x="1447800" y="2933700"/>
                </a:lnTo>
                <a:close/>
                <a:moveTo>
                  <a:pt x="1504950" y="2914650"/>
                </a:moveTo>
                <a:lnTo>
                  <a:pt x="1524000" y="2914650"/>
                </a:lnTo>
                <a:lnTo>
                  <a:pt x="1524000" y="2962275"/>
                </a:lnTo>
                <a:lnTo>
                  <a:pt x="1514475" y="2962275"/>
                </a:lnTo>
                <a:lnTo>
                  <a:pt x="1514475" y="2933700"/>
                </a:lnTo>
                <a:lnTo>
                  <a:pt x="1504950" y="2933700"/>
                </a:lnTo>
                <a:close/>
                <a:moveTo>
                  <a:pt x="152400" y="2924175"/>
                </a:moveTo>
                <a:lnTo>
                  <a:pt x="161925" y="2924175"/>
                </a:lnTo>
                <a:lnTo>
                  <a:pt x="161925" y="2943225"/>
                </a:lnTo>
                <a:lnTo>
                  <a:pt x="152400" y="2943225"/>
                </a:lnTo>
                <a:close/>
                <a:moveTo>
                  <a:pt x="1428750" y="2924175"/>
                </a:moveTo>
                <a:lnTo>
                  <a:pt x="1438275" y="2924175"/>
                </a:lnTo>
                <a:lnTo>
                  <a:pt x="1438275" y="2933700"/>
                </a:lnTo>
                <a:lnTo>
                  <a:pt x="1428750" y="2933700"/>
                </a:lnTo>
                <a:close/>
                <a:moveTo>
                  <a:pt x="133350" y="2933700"/>
                </a:moveTo>
                <a:lnTo>
                  <a:pt x="142875" y="2933700"/>
                </a:lnTo>
                <a:lnTo>
                  <a:pt x="142875" y="2943225"/>
                </a:lnTo>
                <a:lnTo>
                  <a:pt x="133350" y="2943225"/>
                </a:lnTo>
                <a:close/>
                <a:moveTo>
                  <a:pt x="142875" y="2952750"/>
                </a:moveTo>
                <a:lnTo>
                  <a:pt x="152400" y="2952750"/>
                </a:lnTo>
                <a:lnTo>
                  <a:pt x="152400" y="2962275"/>
                </a:lnTo>
                <a:lnTo>
                  <a:pt x="142875" y="2962275"/>
                </a:lnTo>
                <a:close/>
                <a:moveTo>
                  <a:pt x="314325" y="2952750"/>
                </a:moveTo>
                <a:lnTo>
                  <a:pt x="323850" y="2952750"/>
                </a:lnTo>
                <a:lnTo>
                  <a:pt x="323850" y="2962275"/>
                </a:lnTo>
                <a:lnTo>
                  <a:pt x="314325" y="2962275"/>
                </a:lnTo>
                <a:close/>
                <a:moveTo>
                  <a:pt x="657225" y="2952750"/>
                </a:moveTo>
                <a:lnTo>
                  <a:pt x="695325" y="2952750"/>
                </a:lnTo>
                <a:lnTo>
                  <a:pt x="695325" y="2990850"/>
                </a:lnTo>
                <a:lnTo>
                  <a:pt x="647700" y="2990850"/>
                </a:lnTo>
                <a:lnTo>
                  <a:pt x="647700" y="2981325"/>
                </a:lnTo>
                <a:lnTo>
                  <a:pt x="638175" y="2981325"/>
                </a:lnTo>
                <a:lnTo>
                  <a:pt x="638175" y="3000375"/>
                </a:lnTo>
                <a:lnTo>
                  <a:pt x="619125" y="3000375"/>
                </a:lnTo>
                <a:lnTo>
                  <a:pt x="619125" y="2990850"/>
                </a:lnTo>
                <a:lnTo>
                  <a:pt x="628650" y="2990850"/>
                </a:lnTo>
                <a:lnTo>
                  <a:pt x="628650" y="2971800"/>
                </a:lnTo>
                <a:lnTo>
                  <a:pt x="638175" y="2971800"/>
                </a:lnTo>
                <a:lnTo>
                  <a:pt x="638175" y="2962275"/>
                </a:lnTo>
                <a:lnTo>
                  <a:pt x="657225" y="2962275"/>
                </a:lnTo>
                <a:close/>
                <a:moveTo>
                  <a:pt x="276225" y="2962275"/>
                </a:moveTo>
                <a:lnTo>
                  <a:pt x="314325" y="2962275"/>
                </a:lnTo>
                <a:lnTo>
                  <a:pt x="314325" y="2981325"/>
                </a:lnTo>
                <a:lnTo>
                  <a:pt x="276225" y="2981325"/>
                </a:lnTo>
                <a:close/>
                <a:moveTo>
                  <a:pt x="247650" y="2971800"/>
                </a:moveTo>
                <a:lnTo>
                  <a:pt x="257175" y="2971800"/>
                </a:lnTo>
                <a:lnTo>
                  <a:pt x="257175" y="2981325"/>
                </a:lnTo>
                <a:lnTo>
                  <a:pt x="247650" y="2981325"/>
                </a:lnTo>
                <a:close/>
                <a:moveTo>
                  <a:pt x="657225" y="2971800"/>
                </a:moveTo>
                <a:lnTo>
                  <a:pt x="676275" y="2971800"/>
                </a:lnTo>
                <a:lnTo>
                  <a:pt x="676275" y="2962275"/>
                </a:lnTo>
                <a:lnTo>
                  <a:pt x="657225" y="2962275"/>
                </a:lnTo>
                <a:close/>
                <a:moveTo>
                  <a:pt x="552450" y="2981325"/>
                </a:moveTo>
                <a:lnTo>
                  <a:pt x="571500" y="2981325"/>
                </a:lnTo>
                <a:lnTo>
                  <a:pt x="571500" y="2990850"/>
                </a:lnTo>
                <a:lnTo>
                  <a:pt x="600075" y="2990850"/>
                </a:lnTo>
                <a:lnTo>
                  <a:pt x="600075" y="3000375"/>
                </a:lnTo>
                <a:lnTo>
                  <a:pt x="542925" y="3000375"/>
                </a:lnTo>
                <a:lnTo>
                  <a:pt x="542925" y="3009900"/>
                </a:lnTo>
                <a:lnTo>
                  <a:pt x="533400" y="3009900"/>
                </a:lnTo>
                <a:lnTo>
                  <a:pt x="533400" y="2990850"/>
                </a:lnTo>
                <a:lnTo>
                  <a:pt x="552450" y="2990850"/>
                </a:lnTo>
                <a:close/>
                <a:moveTo>
                  <a:pt x="695325" y="2990850"/>
                </a:moveTo>
                <a:lnTo>
                  <a:pt x="704850" y="2990850"/>
                </a:lnTo>
                <a:lnTo>
                  <a:pt x="704850" y="3000375"/>
                </a:lnTo>
                <a:lnTo>
                  <a:pt x="695325" y="3000375"/>
                </a:lnTo>
                <a:close/>
                <a:moveTo>
                  <a:pt x="790575" y="2990850"/>
                </a:moveTo>
                <a:lnTo>
                  <a:pt x="809625" y="2990850"/>
                </a:lnTo>
                <a:lnTo>
                  <a:pt x="809625" y="3000375"/>
                </a:lnTo>
                <a:lnTo>
                  <a:pt x="828675" y="3000375"/>
                </a:lnTo>
                <a:lnTo>
                  <a:pt x="828675" y="3009900"/>
                </a:lnTo>
                <a:lnTo>
                  <a:pt x="790575" y="3009900"/>
                </a:lnTo>
                <a:close/>
                <a:moveTo>
                  <a:pt x="152400" y="3019425"/>
                </a:moveTo>
                <a:lnTo>
                  <a:pt x="161925" y="3019425"/>
                </a:lnTo>
                <a:lnTo>
                  <a:pt x="161925" y="3028950"/>
                </a:lnTo>
                <a:lnTo>
                  <a:pt x="152400" y="3028950"/>
                </a:lnTo>
                <a:close/>
                <a:moveTo>
                  <a:pt x="523875" y="3028950"/>
                </a:moveTo>
                <a:lnTo>
                  <a:pt x="542925" y="3028950"/>
                </a:lnTo>
                <a:lnTo>
                  <a:pt x="542925" y="3038475"/>
                </a:lnTo>
                <a:lnTo>
                  <a:pt x="523875" y="3038475"/>
                </a:lnTo>
                <a:close/>
                <a:moveTo>
                  <a:pt x="752475" y="3028950"/>
                </a:moveTo>
                <a:lnTo>
                  <a:pt x="762000" y="3028950"/>
                </a:lnTo>
                <a:lnTo>
                  <a:pt x="762000" y="3038475"/>
                </a:lnTo>
                <a:lnTo>
                  <a:pt x="752475" y="3038475"/>
                </a:lnTo>
                <a:close/>
                <a:moveTo>
                  <a:pt x="152400" y="3038475"/>
                </a:moveTo>
                <a:lnTo>
                  <a:pt x="161925" y="3038475"/>
                </a:lnTo>
                <a:lnTo>
                  <a:pt x="161925" y="3057525"/>
                </a:lnTo>
                <a:lnTo>
                  <a:pt x="152400" y="3057525"/>
                </a:lnTo>
                <a:close/>
                <a:moveTo>
                  <a:pt x="428625" y="3038475"/>
                </a:moveTo>
                <a:lnTo>
                  <a:pt x="447675" y="3038475"/>
                </a:lnTo>
                <a:lnTo>
                  <a:pt x="447675" y="3048000"/>
                </a:lnTo>
                <a:lnTo>
                  <a:pt x="428625" y="3048000"/>
                </a:lnTo>
                <a:close/>
                <a:moveTo>
                  <a:pt x="485775" y="3038475"/>
                </a:moveTo>
                <a:lnTo>
                  <a:pt x="495300" y="3038475"/>
                </a:lnTo>
                <a:lnTo>
                  <a:pt x="495300" y="3048000"/>
                </a:lnTo>
                <a:lnTo>
                  <a:pt x="485775" y="3048000"/>
                </a:lnTo>
                <a:close/>
                <a:moveTo>
                  <a:pt x="542925" y="3038475"/>
                </a:moveTo>
                <a:lnTo>
                  <a:pt x="552450" y="3038475"/>
                </a:lnTo>
                <a:lnTo>
                  <a:pt x="552450" y="3057525"/>
                </a:lnTo>
                <a:lnTo>
                  <a:pt x="533400" y="3057525"/>
                </a:lnTo>
                <a:lnTo>
                  <a:pt x="533400" y="3048000"/>
                </a:lnTo>
                <a:lnTo>
                  <a:pt x="542925" y="3048000"/>
                </a:lnTo>
                <a:close/>
                <a:moveTo>
                  <a:pt x="561975" y="3038475"/>
                </a:moveTo>
                <a:lnTo>
                  <a:pt x="571500" y="3038475"/>
                </a:lnTo>
                <a:lnTo>
                  <a:pt x="571500" y="3057525"/>
                </a:lnTo>
                <a:lnTo>
                  <a:pt x="561975" y="3057525"/>
                </a:lnTo>
                <a:close/>
                <a:moveTo>
                  <a:pt x="723900" y="3038475"/>
                </a:moveTo>
                <a:lnTo>
                  <a:pt x="742950" y="3038475"/>
                </a:lnTo>
                <a:lnTo>
                  <a:pt x="742950" y="3048000"/>
                </a:lnTo>
                <a:lnTo>
                  <a:pt x="723900" y="3048000"/>
                </a:lnTo>
                <a:close/>
                <a:moveTo>
                  <a:pt x="495300" y="3048000"/>
                </a:moveTo>
                <a:lnTo>
                  <a:pt x="523875" y="3048000"/>
                </a:lnTo>
                <a:lnTo>
                  <a:pt x="523875" y="3057525"/>
                </a:lnTo>
                <a:lnTo>
                  <a:pt x="495300" y="3057525"/>
                </a:lnTo>
                <a:close/>
                <a:moveTo>
                  <a:pt x="742950" y="3048000"/>
                </a:moveTo>
                <a:lnTo>
                  <a:pt x="752475" y="3048000"/>
                </a:lnTo>
                <a:lnTo>
                  <a:pt x="752475" y="3057525"/>
                </a:lnTo>
                <a:lnTo>
                  <a:pt x="742950" y="3057525"/>
                </a:lnTo>
                <a:close/>
                <a:moveTo>
                  <a:pt x="152400" y="3067050"/>
                </a:moveTo>
                <a:lnTo>
                  <a:pt x="161925" y="3067050"/>
                </a:lnTo>
                <a:lnTo>
                  <a:pt x="161925" y="3076575"/>
                </a:lnTo>
                <a:lnTo>
                  <a:pt x="152400" y="3076575"/>
                </a:lnTo>
                <a:close/>
                <a:moveTo>
                  <a:pt x="685800" y="3076575"/>
                </a:moveTo>
                <a:lnTo>
                  <a:pt x="695325" y="3076575"/>
                </a:lnTo>
                <a:lnTo>
                  <a:pt x="695325" y="3086100"/>
                </a:lnTo>
                <a:lnTo>
                  <a:pt x="704850" y="3086100"/>
                </a:lnTo>
                <a:lnTo>
                  <a:pt x="704850" y="3095625"/>
                </a:lnTo>
                <a:lnTo>
                  <a:pt x="714375" y="3095625"/>
                </a:lnTo>
                <a:lnTo>
                  <a:pt x="714375" y="3105150"/>
                </a:lnTo>
                <a:lnTo>
                  <a:pt x="723900" y="3105150"/>
                </a:lnTo>
                <a:lnTo>
                  <a:pt x="723900" y="3114675"/>
                </a:lnTo>
                <a:lnTo>
                  <a:pt x="733425" y="3114675"/>
                </a:lnTo>
                <a:lnTo>
                  <a:pt x="733425" y="3105150"/>
                </a:lnTo>
                <a:lnTo>
                  <a:pt x="742950" y="3105150"/>
                </a:lnTo>
                <a:lnTo>
                  <a:pt x="742950" y="3095625"/>
                </a:lnTo>
                <a:lnTo>
                  <a:pt x="771525" y="3095625"/>
                </a:lnTo>
                <a:lnTo>
                  <a:pt x="771525" y="3105150"/>
                </a:lnTo>
                <a:lnTo>
                  <a:pt x="781050" y="3105150"/>
                </a:lnTo>
                <a:lnTo>
                  <a:pt x="781050" y="3095625"/>
                </a:lnTo>
                <a:lnTo>
                  <a:pt x="790575" y="3095625"/>
                </a:lnTo>
                <a:lnTo>
                  <a:pt x="790575" y="3105150"/>
                </a:lnTo>
                <a:lnTo>
                  <a:pt x="800100" y="3105150"/>
                </a:lnTo>
                <a:lnTo>
                  <a:pt x="800100" y="3114675"/>
                </a:lnTo>
                <a:lnTo>
                  <a:pt x="828675" y="3114675"/>
                </a:lnTo>
                <a:lnTo>
                  <a:pt x="828675" y="3105150"/>
                </a:lnTo>
                <a:lnTo>
                  <a:pt x="838200" y="3105150"/>
                </a:lnTo>
                <a:lnTo>
                  <a:pt x="838200" y="3133725"/>
                </a:lnTo>
                <a:lnTo>
                  <a:pt x="828675" y="3133725"/>
                </a:lnTo>
                <a:lnTo>
                  <a:pt x="828675" y="3124200"/>
                </a:lnTo>
                <a:lnTo>
                  <a:pt x="809625" y="3124200"/>
                </a:lnTo>
                <a:lnTo>
                  <a:pt x="809625" y="3162300"/>
                </a:lnTo>
                <a:lnTo>
                  <a:pt x="828675" y="3162300"/>
                </a:lnTo>
                <a:lnTo>
                  <a:pt x="828675" y="3171825"/>
                </a:lnTo>
                <a:lnTo>
                  <a:pt x="800100" y="3171825"/>
                </a:lnTo>
                <a:lnTo>
                  <a:pt x="800100" y="3162300"/>
                </a:lnTo>
                <a:lnTo>
                  <a:pt x="790575" y="3162300"/>
                </a:lnTo>
                <a:lnTo>
                  <a:pt x="790575" y="3152775"/>
                </a:lnTo>
                <a:lnTo>
                  <a:pt x="762000" y="3152775"/>
                </a:lnTo>
                <a:lnTo>
                  <a:pt x="762000" y="3143250"/>
                </a:lnTo>
                <a:lnTo>
                  <a:pt x="733425" y="3143250"/>
                </a:lnTo>
                <a:lnTo>
                  <a:pt x="733425" y="3152775"/>
                </a:lnTo>
                <a:lnTo>
                  <a:pt x="704850" y="3152775"/>
                </a:lnTo>
                <a:lnTo>
                  <a:pt x="704850" y="3162300"/>
                </a:lnTo>
                <a:lnTo>
                  <a:pt x="695325" y="3162300"/>
                </a:lnTo>
                <a:lnTo>
                  <a:pt x="695325" y="3152775"/>
                </a:lnTo>
                <a:lnTo>
                  <a:pt x="666750" y="3152775"/>
                </a:lnTo>
                <a:lnTo>
                  <a:pt x="666750" y="3162300"/>
                </a:lnTo>
                <a:lnTo>
                  <a:pt x="647700" y="3162300"/>
                </a:lnTo>
                <a:lnTo>
                  <a:pt x="647700" y="3152775"/>
                </a:lnTo>
                <a:lnTo>
                  <a:pt x="638175" y="3152775"/>
                </a:lnTo>
                <a:lnTo>
                  <a:pt x="638175" y="3143250"/>
                </a:lnTo>
                <a:lnTo>
                  <a:pt x="647700" y="3143250"/>
                </a:lnTo>
                <a:lnTo>
                  <a:pt x="647700" y="3133725"/>
                </a:lnTo>
                <a:lnTo>
                  <a:pt x="685800" y="3133725"/>
                </a:lnTo>
                <a:lnTo>
                  <a:pt x="685800" y="3095625"/>
                </a:lnTo>
                <a:lnTo>
                  <a:pt x="676275" y="3095625"/>
                </a:lnTo>
                <a:lnTo>
                  <a:pt x="676275" y="3086100"/>
                </a:lnTo>
                <a:lnTo>
                  <a:pt x="685800" y="3086100"/>
                </a:lnTo>
                <a:close/>
                <a:moveTo>
                  <a:pt x="800100" y="3086100"/>
                </a:moveTo>
                <a:lnTo>
                  <a:pt x="809625" y="3086100"/>
                </a:lnTo>
                <a:lnTo>
                  <a:pt x="809625" y="3095625"/>
                </a:lnTo>
                <a:lnTo>
                  <a:pt x="800100" y="3095625"/>
                </a:lnTo>
                <a:close/>
                <a:moveTo>
                  <a:pt x="571500" y="3095625"/>
                </a:moveTo>
                <a:lnTo>
                  <a:pt x="581025" y="3095625"/>
                </a:lnTo>
                <a:lnTo>
                  <a:pt x="581025" y="3114675"/>
                </a:lnTo>
                <a:lnTo>
                  <a:pt x="590550" y="3114675"/>
                </a:lnTo>
                <a:lnTo>
                  <a:pt x="590550" y="3124200"/>
                </a:lnTo>
                <a:lnTo>
                  <a:pt x="581025" y="3124200"/>
                </a:lnTo>
                <a:lnTo>
                  <a:pt x="581025" y="3143250"/>
                </a:lnTo>
                <a:lnTo>
                  <a:pt x="571500" y="3143250"/>
                </a:lnTo>
                <a:close/>
                <a:moveTo>
                  <a:pt x="1609725" y="3105150"/>
                </a:moveTo>
                <a:lnTo>
                  <a:pt x="1628775" y="3105150"/>
                </a:lnTo>
                <a:lnTo>
                  <a:pt x="1628775" y="3114675"/>
                </a:lnTo>
                <a:lnTo>
                  <a:pt x="1609725" y="3114675"/>
                </a:lnTo>
                <a:close/>
                <a:moveTo>
                  <a:pt x="847725" y="3133725"/>
                </a:moveTo>
                <a:lnTo>
                  <a:pt x="857250" y="3133725"/>
                </a:lnTo>
                <a:lnTo>
                  <a:pt x="857250" y="3162300"/>
                </a:lnTo>
                <a:lnTo>
                  <a:pt x="847725" y="3162300"/>
                </a:lnTo>
                <a:close/>
                <a:moveTo>
                  <a:pt x="904875" y="3143250"/>
                </a:moveTo>
                <a:lnTo>
                  <a:pt x="933450" y="3143250"/>
                </a:lnTo>
                <a:lnTo>
                  <a:pt x="933450" y="3152775"/>
                </a:lnTo>
                <a:lnTo>
                  <a:pt x="923925" y="3152775"/>
                </a:lnTo>
                <a:lnTo>
                  <a:pt x="923925" y="3162300"/>
                </a:lnTo>
                <a:lnTo>
                  <a:pt x="914400" y="3162300"/>
                </a:lnTo>
                <a:lnTo>
                  <a:pt x="914400" y="3152775"/>
                </a:lnTo>
                <a:lnTo>
                  <a:pt x="904875" y="3152775"/>
                </a:lnTo>
                <a:close/>
                <a:moveTo>
                  <a:pt x="504825" y="3162300"/>
                </a:moveTo>
                <a:lnTo>
                  <a:pt x="514350" y="3162300"/>
                </a:lnTo>
                <a:lnTo>
                  <a:pt x="514350" y="3171825"/>
                </a:lnTo>
                <a:lnTo>
                  <a:pt x="504825" y="3171825"/>
                </a:lnTo>
                <a:close/>
                <a:moveTo>
                  <a:pt x="733425" y="3162300"/>
                </a:moveTo>
                <a:lnTo>
                  <a:pt x="742950" y="3162300"/>
                </a:lnTo>
                <a:lnTo>
                  <a:pt x="742950" y="3171825"/>
                </a:lnTo>
                <a:lnTo>
                  <a:pt x="733425" y="3171825"/>
                </a:lnTo>
                <a:close/>
                <a:moveTo>
                  <a:pt x="762000" y="3162300"/>
                </a:moveTo>
                <a:lnTo>
                  <a:pt x="790575" y="3162300"/>
                </a:lnTo>
                <a:lnTo>
                  <a:pt x="790575" y="3171825"/>
                </a:lnTo>
                <a:lnTo>
                  <a:pt x="762000" y="3171825"/>
                </a:lnTo>
                <a:close/>
                <a:moveTo>
                  <a:pt x="342900" y="3171825"/>
                </a:moveTo>
                <a:lnTo>
                  <a:pt x="361950" y="3171825"/>
                </a:lnTo>
                <a:lnTo>
                  <a:pt x="361950" y="3190875"/>
                </a:lnTo>
                <a:lnTo>
                  <a:pt x="352425" y="3190875"/>
                </a:lnTo>
                <a:lnTo>
                  <a:pt x="352425" y="3181350"/>
                </a:lnTo>
                <a:lnTo>
                  <a:pt x="342900" y="3181350"/>
                </a:lnTo>
                <a:close/>
                <a:moveTo>
                  <a:pt x="1047750" y="3171825"/>
                </a:moveTo>
                <a:lnTo>
                  <a:pt x="1057275" y="3171825"/>
                </a:lnTo>
                <a:lnTo>
                  <a:pt x="1057275" y="3190875"/>
                </a:lnTo>
                <a:lnTo>
                  <a:pt x="1047750" y="3190875"/>
                </a:lnTo>
                <a:close/>
                <a:moveTo>
                  <a:pt x="133350" y="3181350"/>
                </a:moveTo>
                <a:lnTo>
                  <a:pt x="142875" y="3181350"/>
                </a:lnTo>
                <a:lnTo>
                  <a:pt x="142875" y="3190875"/>
                </a:lnTo>
                <a:lnTo>
                  <a:pt x="152400" y="3190875"/>
                </a:lnTo>
                <a:lnTo>
                  <a:pt x="152400" y="3219450"/>
                </a:lnTo>
                <a:lnTo>
                  <a:pt x="142875" y="3219450"/>
                </a:lnTo>
                <a:lnTo>
                  <a:pt x="142875" y="3200400"/>
                </a:lnTo>
                <a:lnTo>
                  <a:pt x="133350" y="3200400"/>
                </a:lnTo>
                <a:close/>
                <a:moveTo>
                  <a:pt x="333375" y="3181350"/>
                </a:moveTo>
                <a:lnTo>
                  <a:pt x="342900" y="3181350"/>
                </a:lnTo>
                <a:lnTo>
                  <a:pt x="342900" y="3190875"/>
                </a:lnTo>
                <a:lnTo>
                  <a:pt x="333375" y="3190875"/>
                </a:lnTo>
                <a:close/>
                <a:moveTo>
                  <a:pt x="323850" y="3190875"/>
                </a:moveTo>
                <a:lnTo>
                  <a:pt x="333375" y="3190875"/>
                </a:lnTo>
                <a:lnTo>
                  <a:pt x="333375" y="3200400"/>
                </a:lnTo>
                <a:lnTo>
                  <a:pt x="323850" y="3200400"/>
                </a:lnTo>
                <a:close/>
                <a:moveTo>
                  <a:pt x="1171575" y="3209925"/>
                </a:moveTo>
                <a:lnTo>
                  <a:pt x="1190625" y="3209925"/>
                </a:lnTo>
                <a:lnTo>
                  <a:pt x="1190625" y="3219450"/>
                </a:lnTo>
                <a:lnTo>
                  <a:pt x="1171575" y="3219450"/>
                </a:lnTo>
                <a:close/>
                <a:moveTo>
                  <a:pt x="1495425" y="3209925"/>
                </a:moveTo>
                <a:lnTo>
                  <a:pt x="1514475" y="3209925"/>
                </a:lnTo>
                <a:lnTo>
                  <a:pt x="1514475" y="3219450"/>
                </a:lnTo>
                <a:lnTo>
                  <a:pt x="1495425" y="3219450"/>
                </a:lnTo>
                <a:close/>
                <a:moveTo>
                  <a:pt x="1666875" y="3209925"/>
                </a:moveTo>
                <a:lnTo>
                  <a:pt x="1676400" y="3209925"/>
                </a:lnTo>
                <a:lnTo>
                  <a:pt x="1676400" y="3219450"/>
                </a:lnTo>
                <a:lnTo>
                  <a:pt x="1666875" y="3219450"/>
                </a:lnTo>
                <a:close/>
                <a:moveTo>
                  <a:pt x="190500" y="3228975"/>
                </a:moveTo>
                <a:lnTo>
                  <a:pt x="200025" y="3228975"/>
                </a:lnTo>
                <a:lnTo>
                  <a:pt x="200025" y="3238500"/>
                </a:lnTo>
                <a:lnTo>
                  <a:pt x="219075" y="3238500"/>
                </a:lnTo>
                <a:lnTo>
                  <a:pt x="219075" y="3248025"/>
                </a:lnTo>
                <a:lnTo>
                  <a:pt x="257175" y="3248025"/>
                </a:lnTo>
                <a:lnTo>
                  <a:pt x="257175" y="3267075"/>
                </a:lnTo>
                <a:lnTo>
                  <a:pt x="190500" y="3267075"/>
                </a:lnTo>
                <a:lnTo>
                  <a:pt x="190500" y="3257550"/>
                </a:lnTo>
                <a:lnTo>
                  <a:pt x="180975" y="3257550"/>
                </a:lnTo>
                <a:lnTo>
                  <a:pt x="180975" y="3238500"/>
                </a:lnTo>
                <a:lnTo>
                  <a:pt x="190500" y="3238500"/>
                </a:lnTo>
                <a:close/>
                <a:moveTo>
                  <a:pt x="285750" y="3228975"/>
                </a:moveTo>
                <a:lnTo>
                  <a:pt x="295275" y="3228975"/>
                </a:lnTo>
                <a:lnTo>
                  <a:pt x="295275" y="3248025"/>
                </a:lnTo>
                <a:lnTo>
                  <a:pt x="285750" y="3248025"/>
                </a:lnTo>
                <a:close/>
                <a:moveTo>
                  <a:pt x="466725" y="3228975"/>
                </a:moveTo>
                <a:lnTo>
                  <a:pt x="514350" y="3228975"/>
                </a:lnTo>
                <a:lnTo>
                  <a:pt x="514350" y="3238500"/>
                </a:lnTo>
                <a:lnTo>
                  <a:pt x="552450" y="3238500"/>
                </a:lnTo>
                <a:lnTo>
                  <a:pt x="552450" y="3248025"/>
                </a:lnTo>
                <a:lnTo>
                  <a:pt x="504825" y="3248025"/>
                </a:lnTo>
                <a:lnTo>
                  <a:pt x="504825" y="3267075"/>
                </a:lnTo>
                <a:lnTo>
                  <a:pt x="495300" y="3267075"/>
                </a:lnTo>
                <a:lnTo>
                  <a:pt x="495300" y="3257550"/>
                </a:lnTo>
                <a:lnTo>
                  <a:pt x="485775" y="3257550"/>
                </a:lnTo>
                <a:lnTo>
                  <a:pt x="485775" y="3248025"/>
                </a:lnTo>
                <a:lnTo>
                  <a:pt x="476250" y="3248025"/>
                </a:lnTo>
                <a:lnTo>
                  <a:pt x="476250" y="3267075"/>
                </a:lnTo>
                <a:lnTo>
                  <a:pt x="466725" y="3267075"/>
                </a:lnTo>
                <a:close/>
                <a:moveTo>
                  <a:pt x="581025" y="3228975"/>
                </a:moveTo>
                <a:lnTo>
                  <a:pt x="600075" y="3228975"/>
                </a:lnTo>
                <a:lnTo>
                  <a:pt x="600075" y="3238500"/>
                </a:lnTo>
                <a:lnTo>
                  <a:pt x="609600" y="3238500"/>
                </a:lnTo>
                <a:lnTo>
                  <a:pt x="609600" y="3248025"/>
                </a:lnTo>
                <a:lnTo>
                  <a:pt x="647700" y="3248025"/>
                </a:lnTo>
                <a:lnTo>
                  <a:pt x="647700" y="3238500"/>
                </a:lnTo>
                <a:lnTo>
                  <a:pt x="657225" y="3238500"/>
                </a:lnTo>
                <a:lnTo>
                  <a:pt x="657225" y="3228975"/>
                </a:lnTo>
                <a:lnTo>
                  <a:pt x="685800" y="3228975"/>
                </a:lnTo>
                <a:lnTo>
                  <a:pt x="685800" y="3248025"/>
                </a:lnTo>
                <a:lnTo>
                  <a:pt x="666750" y="3248025"/>
                </a:lnTo>
                <a:lnTo>
                  <a:pt x="666750" y="3257550"/>
                </a:lnTo>
                <a:lnTo>
                  <a:pt x="676275" y="3257550"/>
                </a:lnTo>
                <a:lnTo>
                  <a:pt x="676275" y="3267075"/>
                </a:lnTo>
                <a:lnTo>
                  <a:pt x="590550" y="3267075"/>
                </a:lnTo>
                <a:lnTo>
                  <a:pt x="590550" y="3257550"/>
                </a:lnTo>
                <a:lnTo>
                  <a:pt x="561975" y="3257550"/>
                </a:lnTo>
                <a:lnTo>
                  <a:pt x="561975" y="3238500"/>
                </a:lnTo>
                <a:lnTo>
                  <a:pt x="581025" y="3238500"/>
                </a:lnTo>
                <a:close/>
                <a:moveTo>
                  <a:pt x="1390650" y="3228975"/>
                </a:moveTo>
                <a:lnTo>
                  <a:pt x="1400175" y="3228975"/>
                </a:lnTo>
                <a:lnTo>
                  <a:pt x="1400175" y="3238500"/>
                </a:lnTo>
                <a:lnTo>
                  <a:pt x="1390650" y="3238500"/>
                </a:lnTo>
                <a:close/>
                <a:moveTo>
                  <a:pt x="1085850" y="3238500"/>
                </a:moveTo>
                <a:lnTo>
                  <a:pt x="1095375" y="3238500"/>
                </a:lnTo>
                <a:lnTo>
                  <a:pt x="1095375" y="3248025"/>
                </a:lnTo>
                <a:lnTo>
                  <a:pt x="1085850" y="3248025"/>
                </a:lnTo>
                <a:close/>
                <a:moveTo>
                  <a:pt x="1314450" y="3238500"/>
                </a:moveTo>
                <a:lnTo>
                  <a:pt x="1323975" y="3238500"/>
                </a:lnTo>
                <a:lnTo>
                  <a:pt x="1323975" y="3248025"/>
                </a:lnTo>
                <a:lnTo>
                  <a:pt x="1314450" y="3248025"/>
                </a:lnTo>
                <a:close/>
                <a:moveTo>
                  <a:pt x="1304925" y="3248025"/>
                </a:moveTo>
                <a:lnTo>
                  <a:pt x="1314450" y="3248025"/>
                </a:lnTo>
                <a:lnTo>
                  <a:pt x="1314450" y="3267075"/>
                </a:lnTo>
                <a:lnTo>
                  <a:pt x="1304925" y="3267075"/>
                </a:lnTo>
                <a:close/>
                <a:moveTo>
                  <a:pt x="190500" y="3257550"/>
                </a:moveTo>
                <a:lnTo>
                  <a:pt x="200025" y="3257550"/>
                </a:lnTo>
                <a:lnTo>
                  <a:pt x="200025" y="3248025"/>
                </a:lnTo>
                <a:lnTo>
                  <a:pt x="190500" y="3248025"/>
                </a:lnTo>
                <a:close/>
                <a:moveTo>
                  <a:pt x="428625" y="3257550"/>
                </a:moveTo>
                <a:lnTo>
                  <a:pt x="438150" y="3257550"/>
                </a:lnTo>
                <a:lnTo>
                  <a:pt x="438150" y="3267075"/>
                </a:lnTo>
                <a:lnTo>
                  <a:pt x="428625" y="3267075"/>
                </a:lnTo>
                <a:close/>
                <a:moveTo>
                  <a:pt x="523875" y="3257550"/>
                </a:moveTo>
                <a:lnTo>
                  <a:pt x="561975" y="3257550"/>
                </a:lnTo>
                <a:lnTo>
                  <a:pt x="561975" y="3267075"/>
                </a:lnTo>
                <a:lnTo>
                  <a:pt x="523875" y="3267075"/>
                </a:lnTo>
                <a:close/>
                <a:moveTo>
                  <a:pt x="1419225" y="3257550"/>
                </a:moveTo>
                <a:lnTo>
                  <a:pt x="1428750" y="3257550"/>
                </a:lnTo>
                <a:lnTo>
                  <a:pt x="1428750" y="3267075"/>
                </a:lnTo>
                <a:lnTo>
                  <a:pt x="1419225" y="3267075"/>
                </a:lnTo>
                <a:close/>
                <a:moveTo>
                  <a:pt x="171450" y="3295650"/>
                </a:moveTo>
                <a:lnTo>
                  <a:pt x="200025" y="3295650"/>
                </a:lnTo>
                <a:lnTo>
                  <a:pt x="200025" y="3305175"/>
                </a:lnTo>
                <a:lnTo>
                  <a:pt x="228600" y="3305175"/>
                </a:lnTo>
                <a:lnTo>
                  <a:pt x="228600" y="3333750"/>
                </a:lnTo>
                <a:lnTo>
                  <a:pt x="219075" y="3333750"/>
                </a:lnTo>
                <a:lnTo>
                  <a:pt x="219075" y="3343275"/>
                </a:lnTo>
                <a:lnTo>
                  <a:pt x="200025" y="3343275"/>
                </a:lnTo>
                <a:lnTo>
                  <a:pt x="200025" y="3333750"/>
                </a:lnTo>
                <a:lnTo>
                  <a:pt x="209550" y="3333750"/>
                </a:lnTo>
                <a:lnTo>
                  <a:pt x="209550" y="3324225"/>
                </a:lnTo>
                <a:lnTo>
                  <a:pt x="190500" y="3324225"/>
                </a:lnTo>
                <a:lnTo>
                  <a:pt x="190500" y="3314700"/>
                </a:lnTo>
                <a:lnTo>
                  <a:pt x="180975" y="3314700"/>
                </a:lnTo>
                <a:lnTo>
                  <a:pt x="180975" y="3333750"/>
                </a:lnTo>
                <a:lnTo>
                  <a:pt x="190500" y="3333750"/>
                </a:lnTo>
                <a:lnTo>
                  <a:pt x="190500" y="3343275"/>
                </a:lnTo>
                <a:lnTo>
                  <a:pt x="200025" y="3343275"/>
                </a:lnTo>
                <a:lnTo>
                  <a:pt x="200025" y="3381375"/>
                </a:lnTo>
                <a:lnTo>
                  <a:pt x="209550" y="3381375"/>
                </a:lnTo>
                <a:lnTo>
                  <a:pt x="209550" y="3400425"/>
                </a:lnTo>
                <a:lnTo>
                  <a:pt x="219075" y="3400425"/>
                </a:lnTo>
                <a:lnTo>
                  <a:pt x="219075" y="3419475"/>
                </a:lnTo>
                <a:lnTo>
                  <a:pt x="200025" y="3419475"/>
                </a:lnTo>
                <a:lnTo>
                  <a:pt x="200025" y="3429000"/>
                </a:lnTo>
                <a:lnTo>
                  <a:pt x="190500" y="3429000"/>
                </a:lnTo>
                <a:lnTo>
                  <a:pt x="190500" y="3438525"/>
                </a:lnTo>
                <a:lnTo>
                  <a:pt x="180975" y="3438525"/>
                </a:lnTo>
                <a:lnTo>
                  <a:pt x="180975" y="3429000"/>
                </a:lnTo>
                <a:lnTo>
                  <a:pt x="171450" y="3429000"/>
                </a:lnTo>
                <a:lnTo>
                  <a:pt x="171450" y="3419475"/>
                </a:lnTo>
                <a:lnTo>
                  <a:pt x="161925" y="3419475"/>
                </a:lnTo>
                <a:lnTo>
                  <a:pt x="161925" y="3409950"/>
                </a:lnTo>
                <a:lnTo>
                  <a:pt x="152400" y="3409950"/>
                </a:lnTo>
                <a:lnTo>
                  <a:pt x="152400" y="3381375"/>
                </a:lnTo>
                <a:lnTo>
                  <a:pt x="142875" y="3381375"/>
                </a:lnTo>
                <a:lnTo>
                  <a:pt x="142875" y="3409950"/>
                </a:lnTo>
                <a:lnTo>
                  <a:pt x="133350" y="3409950"/>
                </a:lnTo>
                <a:lnTo>
                  <a:pt x="133350" y="3352800"/>
                </a:lnTo>
                <a:lnTo>
                  <a:pt x="142875" y="3352800"/>
                </a:lnTo>
                <a:lnTo>
                  <a:pt x="142875" y="3371850"/>
                </a:lnTo>
                <a:lnTo>
                  <a:pt x="152400" y="3371850"/>
                </a:lnTo>
                <a:lnTo>
                  <a:pt x="152400" y="3305175"/>
                </a:lnTo>
                <a:lnTo>
                  <a:pt x="171450" y="3305175"/>
                </a:lnTo>
                <a:close/>
                <a:moveTo>
                  <a:pt x="276225" y="3295650"/>
                </a:moveTo>
                <a:lnTo>
                  <a:pt x="304800" y="3295650"/>
                </a:lnTo>
                <a:lnTo>
                  <a:pt x="304800" y="3305175"/>
                </a:lnTo>
                <a:lnTo>
                  <a:pt x="276225" y="3305175"/>
                </a:lnTo>
                <a:close/>
                <a:moveTo>
                  <a:pt x="571500" y="3295650"/>
                </a:moveTo>
                <a:lnTo>
                  <a:pt x="600075" y="3295650"/>
                </a:lnTo>
                <a:lnTo>
                  <a:pt x="600075" y="3305175"/>
                </a:lnTo>
                <a:lnTo>
                  <a:pt x="571500" y="3305175"/>
                </a:lnTo>
                <a:close/>
                <a:moveTo>
                  <a:pt x="628650" y="3295650"/>
                </a:moveTo>
                <a:lnTo>
                  <a:pt x="657225" y="3295650"/>
                </a:lnTo>
                <a:lnTo>
                  <a:pt x="657225" y="3314700"/>
                </a:lnTo>
                <a:lnTo>
                  <a:pt x="666750" y="3314700"/>
                </a:lnTo>
                <a:lnTo>
                  <a:pt x="666750" y="3324225"/>
                </a:lnTo>
                <a:lnTo>
                  <a:pt x="657225" y="3324225"/>
                </a:lnTo>
                <a:lnTo>
                  <a:pt x="657225" y="3343275"/>
                </a:lnTo>
                <a:lnTo>
                  <a:pt x="647700" y="3343275"/>
                </a:lnTo>
                <a:lnTo>
                  <a:pt x="647700" y="3314700"/>
                </a:lnTo>
                <a:lnTo>
                  <a:pt x="638175" y="3314700"/>
                </a:lnTo>
                <a:lnTo>
                  <a:pt x="638175" y="3305175"/>
                </a:lnTo>
                <a:lnTo>
                  <a:pt x="628650" y="3305175"/>
                </a:lnTo>
                <a:close/>
                <a:moveTo>
                  <a:pt x="885825" y="3295650"/>
                </a:moveTo>
                <a:lnTo>
                  <a:pt x="895350" y="3295650"/>
                </a:lnTo>
                <a:lnTo>
                  <a:pt x="895350" y="3305175"/>
                </a:lnTo>
                <a:lnTo>
                  <a:pt x="885825" y="3305175"/>
                </a:lnTo>
                <a:close/>
                <a:moveTo>
                  <a:pt x="257175" y="3305175"/>
                </a:moveTo>
                <a:lnTo>
                  <a:pt x="266700" y="3305175"/>
                </a:lnTo>
                <a:lnTo>
                  <a:pt x="266700" y="3314700"/>
                </a:lnTo>
                <a:lnTo>
                  <a:pt x="257175" y="3314700"/>
                </a:lnTo>
                <a:close/>
                <a:moveTo>
                  <a:pt x="600075" y="3305175"/>
                </a:moveTo>
                <a:lnTo>
                  <a:pt x="609600" y="3305175"/>
                </a:lnTo>
                <a:lnTo>
                  <a:pt x="609600" y="3314700"/>
                </a:lnTo>
                <a:lnTo>
                  <a:pt x="600075" y="3314700"/>
                </a:lnTo>
                <a:close/>
                <a:moveTo>
                  <a:pt x="1371600" y="3305175"/>
                </a:moveTo>
                <a:lnTo>
                  <a:pt x="1409700" y="3305175"/>
                </a:lnTo>
                <a:lnTo>
                  <a:pt x="1409700" y="3343275"/>
                </a:lnTo>
                <a:lnTo>
                  <a:pt x="1400175" y="3343275"/>
                </a:lnTo>
                <a:lnTo>
                  <a:pt x="1400175" y="3333750"/>
                </a:lnTo>
                <a:lnTo>
                  <a:pt x="1381125" y="3333750"/>
                </a:lnTo>
                <a:lnTo>
                  <a:pt x="1381125" y="3352800"/>
                </a:lnTo>
                <a:lnTo>
                  <a:pt x="1390650" y="3352800"/>
                </a:lnTo>
                <a:lnTo>
                  <a:pt x="1390650" y="3371850"/>
                </a:lnTo>
                <a:lnTo>
                  <a:pt x="1371600" y="3371850"/>
                </a:lnTo>
                <a:lnTo>
                  <a:pt x="1371600" y="3381375"/>
                </a:lnTo>
                <a:lnTo>
                  <a:pt x="1362075" y="3381375"/>
                </a:lnTo>
                <a:lnTo>
                  <a:pt x="1362075" y="3362325"/>
                </a:lnTo>
                <a:lnTo>
                  <a:pt x="1352550" y="3362325"/>
                </a:lnTo>
                <a:lnTo>
                  <a:pt x="1352550" y="3352800"/>
                </a:lnTo>
                <a:lnTo>
                  <a:pt x="1343025" y="3352800"/>
                </a:lnTo>
                <a:lnTo>
                  <a:pt x="1343025" y="3333750"/>
                </a:lnTo>
                <a:lnTo>
                  <a:pt x="1362075" y="3333750"/>
                </a:lnTo>
                <a:lnTo>
                  <a:pt x="1362075" y="3324225"/>
                </a:lnTo>
                <a:lnTo>
                  <a:pt x="1381125" y="3324225"/>
                </a:lnTo>
                <a:lnTo>
                  <a:pt x="1381125" y="3314700"/>
                </a:lnTo>
                <a:lnTo>
                  <a:pt x="1371600" y="3314700"/>
                </a:lnTo>
                <a:close/>
                <a:moveTo>
                  <a:pt x="266700" y="3314700"/>
                </a:moveTo>
                <a:lnTo>
                  <a:pt x="295275" y="3314700"/>
                </a:lnTo>
                <a:lnTo>
                  <a:pt x="295275" y="3324225"/>
                </a:lnTo>
                <a:lnTo>
                  <a:pt x="266700" y="3324225"/>
                </a:lnTo>
                <a:close/>
                <a:moveTo>
                  <a:pt x="1000125" y="3324225"/>
                </a:moveTo>
                <a:lnTo>
                  <a:pt x="1009650" y="3324225"/>
                </a:lnTo>
                <a:lnTo>
                  <a:pt x="1009650" y="3333750"/>
                </a:lnTo>
                <a:lnTo>
                  <a:pt x="1000125" y="3333750"/>
                </a:lnTo>
                <a:close/>
                <a:moveTo>
                  <a:pt x="1114425" y="3324225"/>
                </a:moveTo>
                <a:lnTo>
                  <a:pt x="1123950" y="3324225"/>
                </a:lnTo>
                <a:lnTo>
                  <a:pt x="1123950" y="3333750"/>
                </a:lnTo>
                <a:lnTo>
                  <a:pt x="1152525" y="3333750"/>
                </a:lnTo>
                <a:lnTo>
                  <a:pt x="1152525" y="3362325"/>
                </a:lnTo>
                <a:lnTo>
                  <a:pt x="1133475" y="3362325"/>
                </a:lnTo>
                <a:lnTo>
                  <a:pt x="1133475" y="3371850"/>
                </a:lnTo>
                <a:lnTo>
                  <a:pt x="1123950" y="3371850"/>
                </a:lnTo>
                <a:lnTo>
                  <a:pt x="1123950" y="3362325"/>
                </a:lnTo>
                <a:lnTo>
                  <a:pt x="1104900" y="3362325"/>
                </a:lnTo>
                <a:lnTo>
                  <a:pt x="1104900" y="3352800"/>
                </a:lnTo>
                <a:lnTo>
                  <a:pt x="1095375" y="3352800"/>
                </a:lnTo>
                <a:lnTo>
                  <a:pt x="1095375" y="3371850"/>
                </a:lnTo>
                <a:lnTo>
                  <a:pt x="1104900" y="3371850"/>
                </a:lnTo>
                <a:lnTo>
                  <a:pt x="1104900" y="3390900"/>
                </a:lnTo>
                <a:lnTo>
                  <a:pt x="1114425" y="3390900"/>
                </a:lnTo>
                <a:lnTo>
                  <a:pt x="1114425" y="3381375"/>
                </a:lnTo>
                <a:lnTo>
                  <a:pt x="1123950" y="3381375"/>
                </a:lnTo>
                <a:lnTo>
                  <a:pt x="1123950" y="3390900"/>
                </a:lnTo>
                <a:lnTo>
                  <a:pt x="1133475" y="3390900"/>
                </a:lnTo>
                <a:lnTo>
                  <a:pt x="1133475" y="3419475"/>
                </a:lnTo>
                <a:lnTo>
                  <a:pt x="1123950" y="3419475"/>
                </a:lnTo>
                <a:lnTo>
                  <a:pt x="1123950" y="3438525"/>
                </a:lnTo>
                <a:lnTo>
                  <a:pt x="1114425" y="3438525"/>
                </a:lnTo>
                <a:lnTo>
                  <a:pt x="1114425" y="3448050"/>
                </a:lnTo>
                <a:lnTo>
                  <a:pt x="1095375" y="3448050"/>
                </a:lnTo>
                <a:lnTo>
                  <a:pt x="1095375" y="3438525"/>
                </a:lnTo>
                <a:lnTo>
                  <a:pt x="1085850" y="3438525"/>
                </a:lnTo>
                <a:lnTo>
                  <a:pt x="1085850" y="3429000"/>
                </a:lnTo>
                <a:lnTo>
                  <a:pt x="1047750" y="3429000"/>
                </a:lnTo>
                <a:lnTo>
                  <a:pt x="1047750" y="3438525"/>
                </a:lnTo>
                <a:lnTo>
                  <a:pt x="1028700" y="3438525"/>
                </a:lnTo>
                <a:lnTo>
                  <a:pt x="1028700" y="3429000"/>
                </a:lnTo>
                <a:lnTo>
                  <a:pt x="1038225" y="3429000"/>
                </a:lnTo>
                <a:lnTo>
                  <a:pt x="1038225" y="3419475"/>
                </a:lnTo>
                <a:lnTo>
                  <a:pt x="1047750" y="3419475"/>
                </a:lnTo>
                <a:lnTo>
                  <a:pt x="1047750" y="3409950"/>
                </a:lnTo>
                <a:lnTo>
                  <a:pt x="1057275" y="3409950"/>
                </a:lnTo>
                <a:lnTo>
                  <a:pt x="1057275" y="3400425"/>
                </a:lnTo>
                <a:lnTo>
                  <a:pt x="1047750" y="3400425"/>
                </a:lnTo>
                <a:lnTo>
                  <a:pt x="1047750" y="3390900"/>
                </a:lnTo>
                <a:lnTo>
                  <a:pt x="1076325" y="3390900"/>
                </a:lnTo>
                <a:lnTo>
                  <a:pt x="1076325" y="3343275"/>
                </a:lnTo>
                <a:lnTo>
                  <a:pt x="1095375" y="3343275"/>
                </a:lnTo>
                <a:lnTo>
                  <a:pt x="1095375" y="3333750"/>
                </a:lnTo>
                <a:lnTo>
                  <a:pt x="1104900" y="3333750"/>
                </a:lnTo>
                <a:lnTo>
                  <a:pt x="1104900" y="3343275"/>
                </a:lnTo>
                <a:lnTo>
                  <a:pt x="1114425" y="3343275"/>
                </a:lnTo>
                <a:close/>
                <a:moveTo>
                  <a:pt x="1181100" y="3324225"/>
                </a:moveTo>
                <a:lnTo>
                  <a:pt x="1200150" y="3324225"/>
                </a:lnTo>
                <a:lnTo>
                  <a:pt x="1200150" y="3362325"/>
                </a:lnTo>
                <a:lnTo>
                  <a:pt x="1181100" y="3362325"/>
                </a:lnTo>
                <a:lnTo>
                  <a:pt x="1181100" y="3371850"/>
                </a:lnTo>
                <a:lnTo>
                  <a:pt x="1171575" y="3371850"/>
                </a:lnTo>
                <a:lnTo>
                  <a:pt x="1171575" y="3400425"/>
                </a:lnTo>
                <a:lnTo>
                  <a:pt x="1181100" y="3400425"/>
                </a:lnTo>
                <a:lnTo>
                  <a:pt x="1181100" y="3419475"/>
                </a:lnTo>
                <a:lnTo>
                  <a:pt x="1190625" y="3419475"/>
                </a:lnTo>
                <a:lnTo>
                  <a:pt x="1190625" y="3429000"/>
                </a:lnTo>
                <a:lnTo>
                  <a:pt x="1171575" y="3429000"/>
                </a:lnTo>
                <a:lnTo>
                  <a:pt x="1171575" y="3409950"/>
                </a:lnTo>
                <a:lnTo>
                  <a:pt x="1143000" y="3409950"/>
                </a:lnTo>
                <a:lnTo>
                  <a:pt x="1143000" y="3390900"/>
                </a:lnTo>
                <a:lnTo>
                  <a:pt x="1152525" y="3390900"/>
                </a:lnTo>
                <a:lnTo>
                  <a:pt x="1152525" y="3362325"/>
                </a:lnTo>
                <a:lnTo>
                  <a:pt x="1162050" y="3362325"/>
                </a:lnTo>
                <a:lnTo>
                  <a:pt x="1162050" y="3343275"/>
                </a:lnTo>
                <a:lnTo>
                  <a:pt x="1181100" y="3343275"/>
                </a:lnTo>
                <a:close/>
                <a:moveTo>
                  <a:pt x="809625" y="3333750"/>
                </a:moveTo>
                <a:lnTo>
                  <a:pt x="819150" y="3333750"/>
                </a:lnTo>
                <a:lnTo>
                  <a:pt x="819150" y="3343275"/>
                </a:lnTo>
                <a:lnTo>
                  <a:pt x="828675" y="3343275"/>
                </a:lnTo>
                <a:lnTo>
                  <a:pt x="828675" y="3352800"/>
                </a:lnTo>
                <a:lnTo>
                  <a:pt x="819150" y="3352800"/>
                </a:lnTo>
                <a:lnTo>
                  <a:pt x="819150" y="3390900"/>
                </a:lnTo>
                <a:lnTo>
                  <a:pt x="800100" y="3390900"/>
                </a:lnTo>
                <a:lnTo>
                  <a:pt x="800100" y="3381375"/>
                </a:lnTo>
                <a:lnTo>
                  <a:pt x="781050" y="3381375"/>
                </a:lnTo>
                <a:lnTo>
                  <a:pt x="781050" y="3371850"/>
                </a:lnTo>
                <a:lnTo>
                  <a:pt x="790575" y="3371850"/>
                </a:lnTo>
                <a:lnTo>
                  <a:pt x="790575" y="3362325"/>
                </a:lnTo>
                <a:lnTo>
                  <a:pt x="800100" y="3362325"/>
                </a:lnTo>
                <a:lnTo>
                  <a:pt x="800100" y="3352800"/>
                </a:lnTo>
                <a:lnTo>
                  <a:pt x="809625" y="3352800"/>
                </a:lnTo>
                <a:close/>
                <a:moveTo>
                  <a:pt x="352425" y="3343275"/>
                </a:moveTo>
                <a:lnTo>
                  <a:pt x="371475" y="3343275"/>
                </a:lnTo>
                <a:lnTo>
                  <a:pt x="371475" y="3352800"/>
                </a:lnTo>
                <a:lnTo>
                  <a:pt x="419100" y="3352800"/>
                </a:lnTo>
                <a:lnTo>
                  <a:pt x="419100" y="3343275"/>
                </a:lnTo>
                <a:lnTo>
                  <a:pt x="447675" y="3343275"/>
                </a:lnTo>
                <a:lnTo>
                  <a:pt x="447675" y="3352800"/>
                </a:lnTo>
                <a:lnTo>
                  <a:pt x="438150" y="3352800"/>
                </a:lnTo>
                <a:lnTo>
                  <a:pt x="438150" y="3371850"/>
                </a:lnTo>
                <a:lnTo>
                  <a:pt x="447675" y="3371850"/>
                </a:lnTo>
                <a:lnTo>
                  <a:pt x="447675" y="3362325"/>
                </a:lnTo>
                <a:lnTo>
                  <a:pt x="457200" y="3362325"/>
                </a:lnTo>
                <a:lnTo>
                  <a:pt x="457200" y="3352800"/>
                </a:lnTo>
                <a:lnTo>
                  <a:pt x="476250" y="3352800"/>
                </a:lnTo>
                <a:lnTo>
                  <a:pt x="476250" y="3390900"/>
                </a:lnTo>
                <a:lnTo>
                  <a:pt x="485775" y="3390900"/>
                </a:lnTo>
                <a:lnTo>
                  <a:pt x="485775" y="3400425"/>
                </a:lnTo>
                <a:lnTo>
                  <a:pt x="495300" y="3400425"/>
                </a:lnTo>
                <a:lnTo>
                  <a:pt x="495300" y="3409950"/>
                </a:lnTo>
                <a:lnTo>
                  <a:pt x="485775" y="3409950"/>
                </a:lnTo>
                <a:lnTo>
                  <a:pt x="485775" y="3419475"/>
                </a:lnTo>
                <a:lnTo>
                  <a:pt x="457200" y="3419475"/>
                </a:lnTo>
                <a:lnTo>
                  <a:pt x="457200" y="3409950"/>
                </a:lnTo>
                <a:lnTo>
                  <a:pt x="419100" y="3409950"/>
                </a:lnTo>
                <a:lnTo>
                  <a:pt x="419100" y="3429000"/>
                </a:lnTo>
                <a:lnTo>
                  <a:pt x="466725" y="3429000"/>
                </a:lnTo>
                <a:lnTo>
                  <a:pt x="466725" y="3438525"/>
                </a:lnTo>
                <a:lnTo>
                  <a:pt x="457200" y="3438525"/>
                </a:lnTo>
                <a:lnTo>
                  <a:pt x="457200" y="3448050"/>
                </a:lnTo>
                <a:lnTo>
                  <a:pt x="428625" y="3448050"/>
                </a:lnTo>
                <a:lnTo>
                  <a:pt x="428625" y="3457575"/>
                </a:lnTo>
                <a:lnTo>
                  <a:pt x="419100" y="3457575"/>
                </a:lnTo>
                <a:lnTo>
                  <a:pt x="419100" y="3467100"/>
                </a:lnTo>
                <a:lnTo>
                  <a:pt x="409575" y="3467100"/>
                </a:lnTo>
                <a:lnTo>
                  <a:pt x="409575" y="3457575"/>
                </a:lnTo>
                <a:lnTo>
                  <a:pt x="390525" y="3457575"/>
                </a:lnTo>
                <a:lnTo>
                  <a:pt x="390525" y="3448050"/>
                </a:lnTo>
                <a:lnTo>
                  <a:pt x="371475" y="3448050"/>
                </a:lnTo>
                <a:lnTo>
                  <a:pt x="371475" y="3457575"/>
                </a:lnTo>
                <a:lnTo>
                  <a:pt x="352425" y="3457575"/>
                </a:lnTo>
                <a:lnTo>
                  <a:pt x="352425" y="3448050"/>
                </a:lnTo>
                <a:lnTo>
                  <a:pt x="361950" y="3448050"/>
                </a:lnTo>
                <a:lnTo>
                  <a:pt x="361950" y="3429000"/>
                </a:lnTo>
                <a:lnTo>
                  <a:pt x="352425" y="3429000"/>
                </a:lnTo>
                <a:lnTo>
                  <a:pt x="352425" y="3400425"/>
                </a:lnTo>
                <a:lnTo>
                  <a:pt x="361950" y="3400425"/>
                </a:lnTo>
                <a:lnTo>
                  <a:pt x="361950" y="3362325"/>
                </a:lnTo>
                <a:lnTo>
                  <a:pt x="342900" y="3362325"/>
                </a:lnTo>
                <a:lnTo>
                  <a:pt x="342900" y="3352800"/>
                </a:lnTo>
                <a:lnTo>
                  <a:pt x="352425" y="3352800"/>
                </a:lnTo>
                <a:close/>
                <a:moveTo>
                  <a:pt x="1209675" y="3343275"/>
                </a:moveTo>
                <a:lnTo>
                  <a:pt x="1219200" y="3343275"/>
                </a:lnTo>
                <a:lnTo>
                  <a:pt x="1219200" y="3352800"/>
                </a:lnTo>
                <a:lnTo>
                  <a:pt x="1209675" y="3352800"/>
                </a:lnTo>
                <a:close/>
                <a:moveTo>
                  <a:pt x="523875" y="3371850"/>
                </a:moveTo>
                <a:lnTo>
                  <a:pt x="552450" y="3371850"/>
                </a:lnTo>
                <a:lnTo>
                  <a:pt x="552450" y="3390900"/>
                </a:lnTo>
                <a:lnTo>
                  <a:pt x="542925" y="3390900"/>
                </a:lnTo>
                <a:lnTo>
                  <a:pt x="542925" y="3400425"/>
                </a:lnTo>
                <a:lnTo>
                  <a:pt x="514350" y="3400425"/>
                </a:lnTo>
                <a:lnTo>
                  <a:pt x="514350" y="3390900"/>
                </a:lnTo>
                <a:lnTo>
                  <a:pt x="523875" y="3390900"/>
                </a:lnTo>
                <a:close/>
                <a:moveTo>
                  <a:pt x="676275" y="3371850"/>
                </a:moveTo>
                <a:lnTo>
                  <a:pt x="685800" y="3371850"/>
                </a:lnTo>
                <a:lnTo>
                  <a:pt x="685800" y="3409950"/>
                </a:lnTo>
                <a:lnTo>
                  <a:pt x="666750" y="3409950"/>
                </a:lnTo>
                <a:lnTo>
                  <a:pt x="666750" y="3381375"/>
                </a:lnTo>
                <a:lnTo>
                  <a:pt x="676275" y="3381375"/>
                </a:lnTo>
                <a:close/>
                <a:moveTo>
                  <a:pt x="647700" y="3381375"/>
                </a:moveTo>
                <a:lnTo>
                  <a:pt x="657225" y="3381375"/>
                </a:lnTo>
                <a:lnTo>
                  <a:pt x="657225" y="3390900"/>
                </a:lnTo>
                <a:lnTo>
                  <a:pt x="647700" y="3390900"/>
                </a:lnTo>
                <a:close/>
                <a:moveTo>
                  <a:pt x="828675" y="3381375"/>
                </a:moveTo>
                <a:lnTo>
                  <a:pt x="838200" y="3381375"/>
                </a:lnTo>
                <a:lnTo>
                  <a:pt x="838200" y="3390900"/>
                </a:lnTo>
                <a:lnTo>
                  <a:pt x="828675" y="3390900"/>
                </a:lnTo>
                <a:close/>
                <a:moveTo>
                  <a:pt x="828675" y="3400425"/>
                </a:moveTo>
                <a:lnTo>
                  <a:pt x="838200" y="3400425"/>
                </a:lnTo>
                <a:lnTo>
                  <a:pt x="838200" y="3409950"/>
                </a:lnTo>
                <a:lnTo>
                  <a:pt x="828675" y="3409950"/>
                </a:lnTo>
                <a:close/>
                <a:moveTo>
                  <a:pt x="142875" y="3409950"/>
                </a:moveTo>
                <a:lnTo>
                  <a:pt x="152400" y="3409950"/>
                </a:lnTo>
                <a:lnTo>
                  <a:pt x="152400" y="3419475"/>
                </a:lnTo>
                <a:lnTo>
                  <a:pt x="142875" y="3419475"/>
                </a:lnTo>
                <a:close/>
                <a:moveTo>
                  <a:pt x="819150" y="3409950"/>
                </a:moveTo>
                <a:lnTo>
                  <a:pt x="828675" y="3409950"/>
                </a:lnTo>
                <a:lnTo>
                  <a:pt x="828675" y="3429000"/>
                </a:lnTo>
                <a:lnTo>
                  <a:pt x="819150" y="3429000"/>
                </a:lnTo>
                <a:close/>
                <a:moveTo>
                  <a:pt x="381000" y="3419475"/>
                </a:moveTo>
                <a:lnTo>
                  <a:pt x="400050" y="3419475"/>
                </a:lnTo>
                <a:lnTo>
                  <a:pt x="400050" y="3409950"/>
                </a:lnTo>
                <a:lnTo>
                  <a:pt x="390525" y="3409950"/>
                </a:lnTo>
                <a:lnTo>
                  <a:pt x="390525" y="3390900"/>
                </a:lnTo>
                <a:lnTo>
                  <a:pt x="381000" y="3390900"/>
                </a:lnTo>
                <a:close/>
                <a:moveTo>
                  <a:pt x="676275" y="3419475"/>
                </a:moveTo>
                <a:lnTo>
                  <a:pt x="685800" y="3419475"/>
                </a:lnTo>
                <a:lnTo>
                  <a:pt x="685800" y="3438525"/>
                </a:lnTo>
                <a:lnTo>
                  <a:pt x="695325" y="3438525"/>
                </a:lnTo>
                <a:lnTo>
                  <a:pt x="695325" y="3429000"/>
                </a:lnTo>
                <a:lnTo>
                  <a:pt x="704850" y="3429000"/>
                </a:lnTo>
                <a:lnTo>
                  <a:pt x="704850" y="3438525"/>
                </a:lnTo>
                <a:lnTo>
                  <a:pt x="695325" y="3438525"/>
                </a:lnTo>
                <a:lnTo>
                  <a:pt x="695325" y="3448050"/>
                </a:lnTo>
                <a:lnTo>
                  <a:pt x="657225" y="3448050"/>
                </a:lnTo>
                <a:lnTo>
                  <a:pt x="657225" y="3438525"/>
                </a:lnTo>
                <a:lnTo>
                  <a:pt x="676275" y="3438525"/>
                </a:lnTo>
                <a:close/>
                <a:moveTo>
                  <a:pt x="1095375" y="3419475"/>
                </a:moveTo>
                <a:lnTo>
                  <a:pt x="1114425" y="3419475"/>
                </a:lnTo>
                <a:lnTo>
                  <a:pt x="1114425" y="3409950"/>
                </a:lnTo>
                <a:lnTo>
                  <a:pt x="1095375" y="3409950"/>
                </a:lnTo>
                <a:close/>
                <a:moveTo>
                  <a:pt x="704850" y="3438525"/>
                </a:moveTo>
                <a:lnTo>
                  <a:pt x="723900" y="3438525"/>
                </a:lnTo>
                <a:lnTo>
                  <a:pt x="723900" y="3457575"/>
                </a:lnTo>
                <a:lnTo>
                  <a:pt x="733425" y="3457575"/>
                </a:lnTo>
                <a:lnTo>
                  <a:pt x="733425" y="3467100"/>
                </a:lnTo>
                <a:lnTo>
                  <a:pt x="742950" y="3467100"/>
                </a:lnTo>
                <a:lnTo>
                  <a:pt x="742950" y="3476625"/>
                </a:lnTo>
                <a:lnTo>
                  <a:pt x="752475" y="3476625"/>
                </a:lnTo>
                <a:lnTo>
                  <a:pt x="752475" y="3486150"/>
                </a:lnTo>
                <a:lnTo>
                  <a:pt x="714375" y="3486150"/>
                </a:lnTo>
                <a:lnTo>
                  <a:pt x="714375" y="3476625"/>
                </a:lnTo>
                <a:lnTo>
                  <a:pt x="685800" y="3476625"/>
                </a:lnTo>
                <a:lnTo>
                  <a:pt x="685800" y="3467100"/>
                </a:lnTo>
                <a:lnTo>
                  <a:pt x="695325" y="3467100"/>
                </a:lnTo>
                <a:lnTo>
                  <a:pt x="695325" y="3448050"/>
                </a:lnTo>
                <a:lnTo>
                  <a:pt x="704850" y="3448050"/>
                </a:lnTo>
                <a:close/>
                <a:moveTo>
                  <a:pt x="504825" y="3476625"/>
                </a:moveTo>
                <a:lnTo>
                  <a:pt x="514350" y="3476625"/>
                </a:lnTo>
                <a:lnTo>
                  <a:pt x="514350" y="3486150"/>
                </a:lnTo>
                <a:lnTo>
                  <a:pt x="504825" y="3486150"/>
                </a:lnTo>
                <a:close/>
                <a:moveTo>
                  <a:pt x="676275" y="3476625"/>
                </a:moveTo>
                <a:lnTo>
                  <a:pt x="685800" y="3476625"/>
                </a:lnTo>
                <a:lnTo>
                  <a:pt x="685800" y="3486150"/>
                </a:lnTo>
                <a:lnTo>
                  <a:pt x="704850" y="3486150"/>
                </a:lnTo>
                <a:lnTo>
                  <a:pt x="704850" y="3495675"/>
                </a:lnTo>
                <a:lnTo>
                  <a:pt x="695325" y="3495675"/>
                </a:lnTo>
                <a:lnTo>
                  <a:pt x="695325" y="3505200"/>
                </a:lnTo>
                <a:lnTo>
                  <a:pt x="685800" y="3505200"/>
                </a:lnTo>
                <a:lnTo>
                  <a:pt x="685800" y="3495675"/>
                </a:lnTo>
                <a:lnTo>
                  <a:pt x="676275" y="3495675"/>
                </a:lnTo>
                <a:close/>
                <a:moveTo>
                  <a:pt x="266700" y="3486150"/>
                </a:moveTo>
                <a:lnTo>
                  <a:pt x="276225" y="3486150"/>
                </a:lnTo>
                <a:lnTo>
                  <a:pt x="276225" y="3495675"/>
                </a:lnTo>
                <a:lnTo>
                  <a:pt x="266700" y="3495675"/>
                </a:lnTo>
                <a:close/>
                <a:moveTo>
                  <a:pt x="800100" y="3486150"/>
                </a:moveTo>
                <a:lnTo>
                  <a:pt x="809625" y="3486150"/>
                </a:lnTo>
                <a:lnTo>
                  <a:pt x="809625" y="3505200"/>
                </a:lnTo>
                <a:lnTo>
                  <a:pt x="800100" y="3505200"/>
                </a:lnTo>
                <a:close/>
                <a:moveTo>
                  <a:pt x="219075" y="3495675"/>
                </a:moveTo>
                <a:lnTo>
                  <a:pt x="257175" y="3495675"/>
                </a:lnTo>
                <a:lnTo>
                  <a:pt x="257175" y="3514725"/>
                </a:lnTo>
                <a:lnTo>
                  <a:pt x="209550" y="3514725"/>
                </a:lnTo>
                <a:lnTo>
                  <a:pt x="209550" y="3505200"/>
                </a:lnTo>
                <a:lnTo>
                  <a:pt x="219075" y="3505200"/>
                </a:lnTo>
                <a:close/>
                <a:moveTo>
                  <a:pt x="457200" y="3495675"/>
                </a:moveTo>
                <a:lnTo>
                  <a:pt x="514350" y="3495675"/>
                </a:lnTo>
                <a:lnTo>
                  <a:pt x="514350" y="3505200"/>
                </a:lnTo>
                <a:lnTo>
                  <a:pt x="523875" y="3505200"/>
                </a:lnTo>
                <a:lnTo>
                  <a:pt x="523875" y="3514725"/>
                </a:lnTo>
                <a:lnTo>
                  <a:pt x="533400" y="3514725"/>
                </a:lnTo>
                <a:lnTo>
                  <a:pt x="533400" y="3524250"/>
                </a:lnTo>
                <a:lnTo>
                  <a:pt x="542925" y="3524250"/>
                </a:lnTo>
                <a:lnTo>
                  <a:pt x="542925" y="3543300"/>
                </a:lnTo>
                <a:lnTo>
                  <a:pt x="571500" y="3543300"/>
                </a:lnTo>
                <a:lnTo>
                  <a:pt x="571500" y="3552825"/>
                </a:lnTo>
                <a:lnTo>
                  <a:pt x="590550" y="3552825"/>
                </a:lnTo>
                <a:lnTo>
                  <a:pt x="590550" y="3524250"/>
                </a:lnTo>
                <a:lnTo>
                  <a:pt x="609600" y="3524250"/>
                </a:lnTo>
                <a:lnTo>
                  <a:pt x="609600" y="3533775"/>
                </a:lnTo>
                <a:lnTo>
                  <a:pt x="619125" y="3533775"/>
                </a:lnTo>
                <a:lnTo>
                  <a:pt x="619125" y="3524250"/>
                </a:lnTo>
                <a:lnTo>
                  <a:pt x="628650" y="3524250"/>
                </a:lnTo>
                <a:lnTo>
                  <a:pt x="628650" y="3514725"/>
                </a:lnTo>
                <a:lnTo>
                  <a:pt x="638175" y="3514725"/>
                </a:lnTo>
                <a:lnTo>
                  <a:pt x="638175" y="3505200"/>
                </a:lnTo>
                <a:lnTo>
                  <a:pt x="647700" y="3505200"/>
                </a:lnTo>
                <a:lnTo>
                  <a:pt x="647700" y="3514725"/>
                </a:lnTo>
                <a:lnTo>
                  <a:pt x="704850" y="3514725"/>
                </a:lnTo>
                <a:lnTo>
                  <a:pt x="704850" y="3495675"/>
                </a:lnTo>
                <a:lnTo>
                  <a:pt x="714375" y="3495675"/>
                </a:lnTo>
                <a:lnTo>
                  <a:pt x="714375" y="3514725"/>
                </a:lnTo>
                <a:lnTo>
                  <a:pt x="733425" y="3514725"/>
                </a:lnTo>
                <a:lnTo>
                  <a:pt x="733425" y="3524250"/>
                </a:lnTo>
                <a:lnTo>
                  <a:pt x="762000" y="3524250"/>
                </a:lnTo>
                <a:lnTo>
                  <a:pt x="762000" y="3533775"/>
                </a:lnTo>
                <a:lnTo>
                  <a:pt x="781050" y="3533775"/>
                </a:lnTo>
                <a:lnTo>
                  <a:pt x="781050" y="3524250"/>
                </a:lnTo>
                <a:lnTo>
                  <a:pt x="800100" y="3524250"/>
                </a:lnTo>
                <a:lnTo>
                  <a:pt x="800100" y="3533775"/>
                </a:lnTo>
                <a:lnTo>
                  <a:pt x="809625" y="3533775"/>
                </a:lnTo>
                <a:lnTo>
                  <a:pt x="809625" y="3543300"/>
                </a:lnTo>
                <a:lnTo>
                  <a:pt x="819150" y="3543300"/>
                </a:lnTo>
                <a:lnTo>
                  <a:pt x="819150" y="3552825"/>
                </a:lnTo>
                <a:lnTo>
                  <a:pt x="809625" y="3552825"/>
                </a:lnTo>
                <a:lnTo>
                  <a:pt x="809625" y="3609975"/>
                </a:lnTo>
                <a:lnTo>
                  <a:pt x="800100" y="3609975"/>
                </a:lnTo>
                <a:lnTo>
                  <a:pt x="800100" y="3600450"/>
                </a:lnTo>
                <a:lnTo>
                  <a:pt x="790575" y="3600450"/>
                </a:lnTo>
                <a:lnTo>
                  <a:pt x="790575" y="3590925"/>
                </a:lnTo>
                <a:lnTo>
                  <a:pt x="771525" y="3590925"/>
                </a:lnTo>
                <a:lnTo>
                  <a:pt x="771525" y="3609975"/>
                </a:lnTo>
                <a:lnTo>
                  <a:pt x="781050" y="3609975"/>
                </a:lnTo>
                <a:lnTo>
                  <a:pt x="781050" y="3619500"/>
                </a:lnTo>
                <a:lnTo>
                  <a:pt x="800100" y="3619500"/>
                </a:lnTo>
                <a:lnTo>
                  <a:pt x="800100" y="3629025"/>
                </a:lnTo>
                <a:lnTo>
                  <a:pt x="790575" y="3629025"/>
                </a:lnTo>
                <a:lnTo>
                  <a:pt x="790575" y="3638550"/>
                </a:lnTo>
                <a:lnTo>
                  <a:pt x="742950" y="3638550"/>
                </a:lnTo>
                <a:lnTo>
                  <a:pt x="742950" y="3629025"/>
                </a:lnTo>
                <a:lnTo>
                  <a:pt x="733425" y="3629025"/>
                </a:lnTo>
                <a:lnTo>
                  <a:pt x="733425" y="3619500"/>
                </a:lnTo>
                <a:lnTo>
                  <a:pt x="723900" y="3619500"/>
                </a:lnTo>
                <a:lnTo>
                  <a:pt x="723900" y="3609975"/>
                </a:lnTo>
                <a:lnTo>
                  <a:pt x="714375" y="3609975"/>
                </a:lnTo>
                <a:lnTo>
                  <a:pt x="714375" y="3600450"/>
                </a:lnTo>
                <a:lnTo>
                  <a:pt x="685800" y="3600450"/>
                </a:lnTo>
                <a:lnTo>
                  <a:pt x="685800" y="3590925"/>
                </a:lnTo>
                <a:lnTo>
                  <a:pt x="647700" y="3590925"/>
                </a:lnTo>
                <a:lnTo>
                  <a:pt x="647700" y="3600450"/>
                </a:lnTo>
                <a:lnTo>
                  <a:pt x="619125" y="3600450"/>
                </a:lnTo>
                <a:lnTo>
                  <a:pt x="619125" y="3590925"/>
                </a:lnTo>
                <a:lnTo>
                  <a:pt x="609600" y="3590925"/>
                </a:lnTo>
                <a:lnTo>
                  <a:pt x="609600" y="3609975"/>
                </a:lnTo>
                <a:lnTo>
                  <a:pt x="590550" y="3609975"/>
                </a:lnTo>
                <a:lnTo>
                  <a:pt x="590550" y="3581400"/>
                </a:lnTo>
                <a:lnTo>
                  <a:pt x="571500" y="3581400"/>
                </a:lnTo>
                <a:lnTo>
                  <a:pt x="571500" y="3590925"/>
                </a:lnTo>
                <a:lnTo>
                  <a:pt x="542925" y="3590925"/>
                </a:lnTo>
                <a:lnTo>
                  <a:pt x="542925" y="3600450"/>
                </a:lnTo>
                <a:lnTo>
                  <a:pt x="504825" y="3600450"/>
                </a:lnTo>
                <a:lnTo>
                  <a:pt x="504825" y="3590925"/>
                </a:lnTo>
                <a:lnTo>
                  <a:pt x="476250" y="3590925"/>
                </a:lnTo>
                <a:lnTo>
                  <a:pt x="476250" y="3581400"/>
                </a:lnTo>
                <a:lnTo>
                  <a:pt x="457200" y="3581400"/>
                </a:lnTo>
                <a:lnTo>
                  <a:pt x="457200" y="3562350"/>
                </a:lnTo>
                <a:lnTo>
                  <a:pt x="485775" y="3562350"/>
                </a:lnTo>
                <a:lnTo>
                  <a:pt x="485775" y="3552825"/>
                </a:lnTo>
                <a:lnTo>
                  <a:pt x="495300" y="3552825"/>
                </a:lnTo>
                <a:lnTo>
                  <a:pt x="495300" y="3543300"/>
                </a:lnTo>
                <a:lnTo>
                  <a:pt x="485775" y="3543300"/>
                </a:lnTo>
                <a:lnTo>
                  <a:pt x="485775" y="3533775"/>
                </a:lnTo>
                <a:lnTo>
                  <a:pt x="466725" y="3533775"/>
                </a:lnTo>
                <a:lnTo>
                  <a:pt x="466725" y="3543300"/>
                </a:lnTo>
                <a:lnTo>
                  <a:pt x="457200" y="3543300"/>
                </a:lnTo>
                <a:lnTo>
                  <a:pt x="457200" y="3552825"/>
                </a:lnTo>
                <a:lnTo>
                  <a:pt x="447675" y="3552825"/>
                </a:lnTo>
                <a:lnTo>
                  <a:pt x="447675" y="3571875"/>
                </a:lnTo>
                <a:lnTo>
                  <a:pt x="438150" y="3571875"/>
                </a:lnTo>
                <a:lnTo>
                  <a:pt x="438150" y="3552825"/>
                </a:lnTo>
                <a:lnTo>
                  <a:pt x="428625" y="3552825"/>
                </a:lnTo>
                <a:lnTo>
                  <a:pt x="428625" y="3543300"/>
                </a:lnTo>
                <a:lnTo>
                  <a:pt x="409575" y="3543300"/>
                </a:lnTo>
                <a:lnTo>
                  <a:pt x="409575" y="3571875"/>
                </a:lnTo>
                <a:lnTo>
                  <a:pt x="390525" y="3571875"/>
                </a:lnTo>
                <a:lnTo>
                  <a:pt x="390525" y="3581400"/>
                </a:lnTo>
                <a:lnTo>
                  <a:pt x="361950" y="3581400"/>
                </a:lnTo>
                <a:lnTo>
                  <a:pt x="361950" y="3571875"/>
                </a:lnTo>
                <a:lnTo>
                  <a:pt x="352425" y="3571875"/>
                </a:lnTo>
                <a:lnTo>
                  <a:pt x="352425" y="3581400"/>
                </a:lnTo>
                <a:lnTo>
                  <a:pt x="361950" y="3581400"/>
                </a:lnTo>
                <a:lnTo>
                  <a:pt x="361950" y="3590925"/>
                </a:lnTo>
                <a:lnTo>
                  <a:pt x="352425" y="3590925"/>
                </a:lnTo>
                <a:lnTo>
                  <a:pt x="352425" y="3600450"/>
                </a:lnTo>
                <a:lnTo>
                  <a:pt x="333375" y="3600450"/>
                </a:lnTo>
                <a:lnTo>
                  <a:pt x="333375" y="3590925"/>
                </a:lnTo>
                <a:lnTo>
                  <a:pt x="314325" y="3590925"/>
                </a:lnTo>
                <a:lnTo>
                  <a:pt x="314325" y="3600450"/>
                </a:lnTo>
                <a:lnTo>
                  <a:pt x="295275" y="3600450"/>
                </a:lnTo>
                <a:lnTo>
                  <a:pt x="295275" y="3619500"/>
                </a:lnTo>
                <a:lnTo>
                  <a:pt x="276225" y="3619500"/>
                </a:lnTo>
                <a:lnTo>
                  <a:pt x="276225" y="3600450"/>
                </a:lnTo>
                <a:lnTo>
                  <a:pt x="285750" y="3600450"/>
                </a:lnTo>
                <a:lnTo>
                  <a:pt x="285750" y="3581400"/>
                </a:lnTo>
                <a:lnTo>
                  <a:pt x="295275" y="3581400"/>
                </a:lnTo>
                <a:lnTo>
                  <a:pt x="295275" y="3562350"/>
                </a:lnTo>
                <a:lnTo>
                  <a:pt x="304800" y="3562350"/>
                </a:lnTo>
                <a:lnTo>
                  <a:pt x="304800" y="3552825"/>
                </a:lnTo>
                <a:lnTo>
                  <a:pt x="371475" y="3552825"/>
                </a:lnTo>
                <a:lnTo>
                  <a:pt x="371475" y="3543300"/>
                </a:lnTo>
                <a:lnTo>
                  <a:pt x="381000" y="3543300"/>
                </a:lnTo>
                <a:lnTo>
                  <a:pt x="381000" y="3524250"/>
                </a:lnTo>
                <a:lnTo>
                  <a:pt x="400050" y="3524250"/>
                </a:lnTo>
                <a:lnTo>
                  <a:pt x="400050" y="3533775"/>
                </a:lnTo>
                <a:lnTo>
                  <a:pt x="409575" y="3533775"/>
                </a:lnTo>
                <a:lnTo>
                  <a:pt x="409575" y="3514725"/>
                </a:lnTo>
                <a:lnTo>
                  <a:pt x="419100" y="3514725"/>
                </a:lnTo>
                <a:lnTo>
                  <a:pt x="419100" y="3505200"/>
                </a:lnTo>
                <a:lnTo>
                  <a:pt x="457200" y="3505200"/>
                </a:lnTo>
                <a:close/>
                <a:moveTo>
                  <a:pt x="657225" y="3495675"/>
                </a:moveTo>
                <a:lnTo>
                  <a:pt x="666750" y="3495675"/>
                </a:lnTo>
                <a:lnTo>
                  <a:pt x="666750" y="3505200"/>
                </a:lnTo>
                <a:lnTo>
                  <a:pt x="657225" y="3505200"/>
                </a:lnTo>
                <a:close/>
                <a:moveTo>
                  <a:pt x="781050" y="3505200"/>
                </a:moveTo>
                <a:lnTo>
                  <a:pt x="800100" y="3505200"/>
                </a:lnTo>
                <a:lnTo>
                  <a:pt x="800100" y="3514725"/>
                </a:lnTo>
                <a:lnTo>
                  <a:pt x="781050" y="3514725"/>
                </a:lnTo>
                <a:close/>
                <a:moveTo>
                  <a:pt x="1362075" y="3505200"/>
                </a:moveTo>
                <a:lnTo>
                  <a:pt x="1381125" y="3505200"/>
                </a:lnTo>
                <a:lnTo>
                  <a:pt x="1381125" y="3514725"/>
                </a:lnTo>
                <a:lnTo>
                  <a:pt x="1400175" y="3514725"/>
                </a:lnTo>
                <a:lnTo>
                  <a:pt x="1400175" y="3524250"/>
                </a:lnTo>
                <a:lnTo>
                  <a:pt x="1390650" y="3524250"/>
                </a:lnTo>
                <a:lnTo>
                  <a:pt x="1390650" y="3533775"/>
                </a:lnTo>
                <a:lnTo>
                  <a:pt x="1381125" y="3533775"/>
                </a:lnTo>
                <a:lnTo>
                  <a:pt x="1381125" y="3552825"/>
                </a:lnTo>
                <a:lnTo>
                  <a:pt x="1409700" y="3552825"/>
                </a:lnTo>
                <a:lnTo>
                  <a:pt x="1409700" y="3581400"/>
                </a:lnTo>
                <a:lnTo>
                  <a:pt x="1428750" y="3581400"/>
                </a:lnTo>
                <a:lnTo>
                  <a:pt x="1428750" y="3590925"/>
                </a:lnTo>
                <a:lnTo>
                  <a:pt x="1438275" y="3590925"/>
                </a:lnTo>
                <a:lnTo>
                  <a:pt x="1438275" y="3609975"/>
                </a:lnTo>
                <a:lnTo>
                  <a:pt x="1447800" y="3609975"/>
                </a:lnTo>
                <a:lnTo>
                  <a:pt x="1447800" y="3619500"/>
                </a:lnTo>
                <a:lnTo>
                  <a:pt x="1428750" y="3619500"/>
                </a:lnTo>
                <a:lnTo>
                  <a:pt x="1428750" y="3638550"/>
                </a:lnTo>
                <a:lnTo>
                  <a:pt x="1438275" y="3638550"/>
                </a:lnTo>
                <a:lnTo>
                  <a:pt x="1438275" y="3648075"/>
                </a:lnTo>
                <a:lnTo>
                  <a:pt x="1419225" y="3648075"/>
                </a:lnTo>
                <a:lnTo>
                  <a:pt x="1419225" y="3638550"/>
                </a:lnTo>
                <a:lnTo>
                  <a:pt x="1409700" y="3638550"/>
                </a:lnTo>
                <a:lnTo>
                  <a:pt x="1409700" y="3609975"/>
                </a:lnTo>
                <a:lnTo>
                  <a:pt x="1390650" y="3609975"/>
                </a:lnTo>
                <a:lnTo>
                  <a:pt x="1390650" y="3600450"/>
                </a:lnTo>
                <a:lnTo>
                  <a:pt x="1381125" y="3600450"/>
                </a:lnTo>
                <a:lnTo>
                  <a:pt x="1381125" y="3629025"/>
                </a:lnTo>
                <a:lnTo>
                  <a:pt x="1390650" y="3629025"/>
                </a:lnTo>
                <a:lnTo>
                  <a:pt x="1390650" y="3638550"/>
                </a:lnTo>
                <a:lnTo>
                  <a:pt x="1371600" y="3638550"/>
                </a:lnTo>
                <a:lnTo>
                  <a:pt x="1371600" y="3648075"/>
                </a:lnTo>
                <a:lnTo>
                  <a:pt x="1352550" y="3648075"/>
                </a:lnTo>
                <a:lnTo>
                  <a:pt x="1352550" y="3629025"/>
                </a:lnTo>
                <a:lnTo>
                  <a:pt x="1343025" y="3629025"/>
                </a:lnTo>
                <a:lnTo>
                  <a:pt x="1343025" y="3581400"/>
                </a:lnTo>
                <a:lnTo>
                  <a:pt x="1333500" y="3581400"/>
                </a:lnTo>
                <a:lnTo>
                  <a:pt x="1333500" y="3552825"/>
                </a:lnTo>
                <a:lnTo>
                  <a:pt x="1362075" y="3552825"/>
                </a:lnTo>
                <a:lnTo>
                  <a:pt x="1362075" y="3524250"/>
                </a:lnTo>
                <a:lnTo>
                  <a:pt x="1371600" y="3524250"/>
                </a:lnTo>
                <a:lnTo>
                  <a:pt x="1371600" y="3514725"/>
                </a:lnTo>
                <a:lnTo>
                  <a:pt x="1362075" y="3514725"/>
                </a:lnTo>
                <a:close/>
                <a:moveTo>
                  <a:pt x="200025" y="3514725"/>
                </a:moveTo>
                <a:lnTo>
                  <a:pt x="209550" y="3514725"/>
                </a:lnTo>
                <a:lnTo>
                  <a:pt x="209550" y="3524250"/>
                </a:lnTo>
                <a:lnTo>
                  <a:pt x="200025" y="3524250"/>
                </a:lnTo>
                <a:close/>
                <a:moveTo>
                  <a:pt x="666750" y="3543300"/>
                </a:moveTo>
                <a:lnTo>
                  <a:pt x="685800" y="3543300"/>
                </a:lnTo>
                <a:lnTo>
                  <a:pt x="685800" y="3533775"/>
                </a:lnTo>
                <a:lnTo>
                  <a:pt x="676275" y="3533775"/>
                </a:lnTo>
                <a:lnTo>
                  <a:pt x="676275" y="3524250"/>
                </a:lnTo>
                <a:lnTo>
                  <a:pt x="666750" y="3524250"/>
                </a:lnTo>
                <a:close/>
                <a:moveTo>
                  <a:pt x="1438275" y="3552825"/>
                </a:moveTo>
                <a:lnTo>
                  <a:pt x="1485900" y="3552825"/>
                </a:lnTo>
                <a:lnTo>
                  <a:pt x="1485900" y="3562350"/>
                </a:lnTo>
                <a:lnTo>
                  <a:pt x="1495425" y="3562350"/>
                </a:lnTo>
                <a:lnTo>
                  <a:pt x="1495425" y="3571875"/>
                </a:lnTo>
                <a:lnTo>
                  <a:pt x="1476375" y="3571875"/>
                </a:lnTo>
                <a:lnTo>
                  <a:pt x="1476375" y="3562350"/>
                </a:lnTo>
                <a:lnTo>
                  <a:pt x="1447800" y="3562350"/>
                </a:lnTo>
                <a:lnTo>
                  <a:pt x="1447800" y="3571875"/>
                </a:lnTo>
                <a:lnTo>
                  <a:pt x="1438275" y="3571875"/>
                </a:lnTo>
                <a:close/>
                <a:moveTo>
                  <a:pt x="1533525" y="3552825"/>
                </a:moveTo>
                <a:lnTo>
                  <a:pt x="1562100" y="3552825"/>
                </a:lnTo>
                <a:lnTo>
                  <a:pt x="1562100" y="3562350"/>
                </a:lnTo>
                <a:lnTo>
                  <a:pt x="1590675" y="3562350"/>
                </a:lnTo>
                <a:lnTo>
                  <a:pt x="1590675" y="3571875"/>
                </a:lnTo>
                <a:lnTo>
                  <a:pt x="1609725" y="3571875"/>
                </a:lnTo>
                <a:lnTo>
                  <a:pt x="1609725" y="3581400"/>
                </a:lnTo>
                <a:lnTo>
                  <a:pt x="1600200" y="3581400"/>
                </a:lnTo>
                <a:lnTo>
                  <a:pt x="1600200" y="3609975"/>
                </a:lnTo>
                <a:lnTo>
                  <a:pt x="1562100" y="3609975"/>
                </a:lnTo>
                <a:lnTo>
                  <a:pt x="1562100" y="3581400"/>
                </a:lnTo>
                <a:lnTo>
                  <a:pt x="1543050" y="3581400"/>
                </a:lnTo>
                <a:lnTo>
                  <a:pt x="1543050" y="3562350"/>
                </a:lnTo>
                <a:lnTo>
                  <a:pt x="1533525" y="3562350"/>
                </a:lnTo>
                <a:close/>
                <a:moveTo>
                  <a:pt x="1609725" y="3552825"/>
                </a:moveTo>
                <a:lnTo>
                  <a:pt x="1638300" y="3552825"/>
                </a:lnTo>
                <a:lnTo>
                  <a:pt x="1638300" y="3562350"/>
                </a:lnTo>
                <a:lnTo>
                  <a:pt x="1628775" y="3562350"/>
                </a:lnTo>
                <a:lnTo>
                  <a:pt x="1628775" y="3581400"/>
                </a:lnTo>
                <a:lnTo>
                  <a:pt x="1619250" y="3581400"/>
                </a:lnTo>
                <a:lnTo>
                  <a:pt x="1619250" y="3562350"/>
                </a:lnTo>
                <a:lnTo>
                  <a:pt x="1609725" y="3562350"/>
                </a:lnTo>
                <a:close/>
                <a:moveTo>
                  <a:pt x="628650" y="3562350"/>
                </a:moveTo>
                <a:lnTo>
                  <a:pt x="638175" y="3562350"/>
                </a:lnTo>
                <a:lnTo>
                  <a:pt x="638175" y="3552825"/>
                </a:lnTo>
                <a:lnTo>
                  <a:pt x="628650" y="3552825"/>
                </a:lnTo>
                <a:close/>
                <a:moveTo>
                  <a:pt x="1114425" y="3562350"/>
                </a:moveTo>
                <a:lnTo>
                  <a:pt x="1123950" y="3562350"/>
                </a:lnTo>
                <a:lnTo>
                  <a:pt x="1123950" y="3581400"/>
                </a:lnTo>
                <a:lnTo>
                  <a:pt x="1133475" y="3581400"/>
                </a:lnTo>
                <a:lnTo>
                  <a:pt x="1133475" y="3590925"/>
                </a:lnTo>
                <a:lnTo>
                  <a:pt x="1152525" y="3590925"/>
                </a:lnTo>
                <a:lnTo>
                  <a:pt x="1152525" y="3609975"/>
                </a:lnTo>
                <a:lnTo>
                  <a:pt x="1162050" y="3609975"/>
                </a:lnTo>
                <a:lnTo>
                  <a:pt x="1162050" y="3619500"/>
                </a:lnTo>
                <a:lnTo>
                  <a:pt x="1171575" y="3619500"/>
                </a:lnTo>
                <a:lnTo>
                  <a:pt x="1171575" y="3629025"/>
                </a:lnTo>
                <a:lnTo>
                  <a:pt x="1181100" y="3629025"/>
                </a:lnTo>
                <a:lnTo>
                  <a:pt x="1181100" y="3638550"/>
                </a:lnTo>
                <a:lnTo>
                  <a:pt x="1162050" y="3638550"/>
                </a:lnTo>
                <a:lnTo>
                  <a:pt x="1162050" y="3648075"/>
                </a:lnTo>
                <a:lnTo>
                  <a:pt x="1123950" y="3648075"/>
                </a:lnTo>
                <a:lnTo>
                  <a:pt x="1123950" y="3657600"/>
                </a:lnTo>
                <a:lnTo>
                  <a:pt x="1133475" y="3657600"/>
                </a:lnTo>
                <a:lnTo>
                  <a:pt x="1133475" y="3667125"/>
                </a:lnTo>
                <a:lnTo>
                  <a:pt x="1095375" y="3667125"/>
                </a:lnTo>
                <a:lnTo>
                  <a:pt x="1095375" y="3648075"/>
                </a:lnTo>
                <a:lnTo>
                  <a:pt x="1085850" y="3648075"/>
                </a:lnTo>
                <a:lnTo>
                  <a:pt x="1085850" y="3667125"/>
                </a:lnTo>
                <a:lnTo>
                  <a:pt x="1057275" y="3667125"/>
                </a:lnTo>
                <a:lnTo>
                  <a:pt x="1057275" y="3648075"/>
                </a:lnTo>
                <a:lnTo>
                  <a:pt x="1047750" y="3648075"/>
                </a:lnTo>
                <a:lnTo>
                  <a:pt x="1047750" y="3638550"/>
                </a:lnTo>
                <a:lnTo>
                  <a:pt x="1028700" y="3638550"/>
                </a:lnTo>
                <a:lnTo>
                  <a:pt x="1028700" y="3648075"/>
                </a:lnTo>
                <a:lnTo>
                  <a:pt x="981075" y="3648075"/>
                </a:lnTo>
                <a:lnTo>
                  <a:pt x="981075" y="3629025"/>
                </a:lnTo>
                <a:lnTo>
                  <a:pt x="990600" y="3629025"/>
                </a:lnTo>
                <a:lnTo>
                  <a:pt x="990600" y="3619500"/>
                </a:lnTo>
                <a:lnTo>
                  <a:pt x="1009650" y="3619500"/>
                </a:lnTo>
                <a:lnTo>
                  <a:pt x="1009650" y="3600450"/>
                </a:lnTo>
                <a:lnTo>
                  <a:pt x="1028700" y="3600450"/>
                </a:lnTo>
                <a:lnTo>
                  <a:pt x="1028700" y="3609975"/>
                </a:lnTo>
                <a:lnTo>
                  <a:pt x="1038225" y="3609975"/>
                </a:lnTo>
                <a:lnTo>
                  <a:pt x="1038225" y="3619500"/>
                </a:lnTo>
                <a:lnTo>
                  <a:pt x="1047750" y="3619500"/>
                </a:lnTo>
                <a:lnTo>
                  <a:pt x="1047750" y="3609975"/>
                </a:lnTo>
                <a:lnTo>
                  <a:pt x="1066800" y="3609975"/>
                </a:lnTo>
                <a:lnTo>
                  <a:pt x="1066800" y="3600450"/>
                </a:lnTo>
                <a:lnTo>
                  <a:pt x="1085850" y="3600450"/>
                </a:lnTo>
                <a:lnTo>
                  <a:pt x="1085850" y="3590925"/>
                </a:lnTo>
                <a:lnTo>
                  <a:pt x="1095375" y="3590925"/>
                </a:lnTo>
                <a:lnTo>
                  <a:pt x="1095375" y="3581400"/>
                </a:lnTo>
                <a:lnTo>
                  <a:pt x="1104900" y="3581400"/>
                </a:lnTo>
                <a:lnTo>
                  <a:pt x="1104900" y="3571875"/>
                </a:lnTo>
                <a:lnTo>
                  <a:pt x="1114425" y="3571875"/>
                </a:lnTo>
                <a:close/>
                <a:moveTo>
                  <a:pt x="1504950" y="3562350"/>
                </a:moveTo>
                <a:lnTo>
                  <a:pt x="1514475" y="3562350"/>
                </a:lnTo>
                <a:lnTo>
                  <a:pt x="1514475" y="3571875"/>
                </a:lnTo>
                <a:lnTo>
                  <a:pt x="1504950" y="3571875"/>
                </a:lnTo>
                <a:close/>
                <a:moveTo>
                  <a:pt x="1524000" y="3562350"/>
                </a:moveTo>
                <a:lnTo>
                  <a:pt x="1533525" y="3562350"/>
                </a:lnTo>
                <a:lnTo>
                  <a:pt x="1533525" y="3571875"/>
                </a:lnTo>
                <a:lnTo>
                  <a:pt x="1524000" y="3571875"/>
                </a:lnTo>
                <a:close/>
                <a:moveTo>
                  <a:pt x="476250" y="3581400"/>
                </a:moveTo>
                <a:lnTo>
                  <a:pt x="495300" y="3581400"/>
                </a:lnTo>
                <a:lnTo>
                  <a:pt x="495300" y="3562350"/>
                </a:lnTo>
                <a:lnTo>
                  <a:pt x="485775" y="3562350"/>
                </a:lnTo>
                <a:lnTo>
                  <a:pt x="485775" y="3571875"/>
                </a:lnTo>
                <a:lnTo>
                  <a:pt x="476250" y="3571875"/>
                </a:lnTo>
                <a:close/>
                <a:moveTo>
                  <a:pt x="600075" y="3581400"/>
                </a:moveTo>
                <a:lnTo>
                  <a:pt x="619125" y="3581400"/>
                </a:lnTo>
                <a:lnTo>
                  <a:pt x="619125" y="3562350"/>
                </a:lnTo>
                <a:lnTo>
                  <a:pt x="600075" y="3562350"/>
                </a:lnTo>
                <a:close/>
                <a:moveTo>
                  <a:pt x="628650" y="3581400"/>
                </a:moveTo>
                <a:lnTo>
                  <a:pt x="657225" y="3581400"/>
                </a:lnTo>
                <a:lnTo>
                  <a:pt x="657225" y="3571875"/>
                </a:lnTo>
                <a:lnTo>
                  <a:pt x="628650" y="3571875"/>
                </a:lnTo>
                <a:close/>
                <a:moveTo>
                  <a:pt x="742950" y="3590925"/>
                </a:moveTo>
                <a:lnTo>
                  <a:pt x="752475" y="3590925"/>
                </a:lnTo>
                <a:lnTo>
                  <a:pt x="752475" y="3571875"/>
                </a:lnTo>
                <a:lnTo>
                  <a:pt x="742950" y="3571875"/>
                </a:lnTo>
                <a:lnTo>
                  <a:pt x="742950" y="3581400"/>
                </a:lnTo>
                <a:lnTo>
                  <a:pt x="733425" y="3581400"/>
                </a:lnTo>
                <a:lnTo>
                  <a:pt x="733425" y="3600450"/>
                </a:lnTo>
                <a:lnTo>
                  <a:pt x="742950" y="3600450"/>
                </a:lnTo>
                <a:close/>
                <a:moveTo>
                  <a:pt x="1371600" y="3590925"/>
                </a:moveTo>
                <a:lnTo>
                  <a:pt x="1381125" y="3590925"/>
                </a:lnTo>
                <a:lnTo>
                  <a:pt x="1381125" y="3581400"/>
                </a:lnTo>
                <a:lnTo>
                  <a:pt x="1371600" y="3581400"/>
                </a:lnTo>
                <a:close/>
                <a:moveTo>
                  <a:pt x="1266825" y="3600450"/>
                </a:moveTo>
                <a:lnTo>
                  <a:pt x="1285875" y="3600450"/>
                </a:lnTo>
                <a:lnTo>
                  <a:pt x="1285875" y="3619500"/>
                </a:lnTo>
                <a:lnTo>
                  <a:pt x="1304925" y="3619500"/>
                </a:lnTo>
                <a:lnTo>
                  <a:pt x="1304925" y="3638550"/>
                </a:lnTo>
                <a:lnTo>
                  <a:pt x="1285875" y="3638550"/>
                </a:lnTo>
                <a:lnTo>
                  <a:pt x="1285875" y="3648075"/>
                </a:lnTo>
                <a:lnTo>
                  <a:pt x="1276350" y="3648075"/>
                </a:lnTo>
                <a:lnTo>
                  <a:pt x="1276350" y="3629025"/>
                </a:lnTo>
                <a:lnTo>
                  <a:pt x="1266825" y="3629025"/>
                </a:lnTo>
                <a:close/>
                <a:moveTo>
                  <a:pt x="1219200" y="3609975"/>
                </a:moveTo>
                <a:lnTo>
                  <a:pt x="1228725" y="3609975"/>
                </a:lnTo>
                <a:lnTo>
                  <a:pt x="1228725" y="3638550"/>
                </a:lnTo>
                <a:lnTo>
                  <a:pt x="1209675" y="3638550"/>
                </a:lnTo>
                <a:lnTo>
                  <a:pt x="1209675" y="3629025"/>
                </a:lnTo>
                <a:lnTo>
                  <a:pt x="1200150" y="3629025"/>
                </a:lnTo>
                <a:lnTo>
                  <a:pt x="1200150" y="3619500"/>
                </a:lnTo>
                <a:lnTo>
                  <a:pt x="1219200" y="3619500"/>
                </a:lnTo>
                <a:close/>
                <a:moveTo>
                  <a:pt x="514350" y="3619500"/>
                </a:moveTo>
                <a:lnTo>
                  <a:pt x="533400" y="3619500"/>
                </a:lnTo>
                <a:lnTo>
                  <a:pt x="533400" y="3638550"/>
                </a:lnTo>
                <a:lnTo>
                  <a:pt x="514350" y="3638550"/>
                </a:lnTo>
                <a:close/>
                <a:moveTo>
                  <a:pt x="895350" y="3619500"/>
                </a:moveTo>
                <a:lnTo>
                  <a:pt x="914400" y="3619500"/>
                </a:lnTo>
                <a:lnTo>
                  <a:pt x="914400" y="3629025"/>
                </a:lnTo>
                <a:lnTo>
                  <a:pt x="923925" y="3629025"/>
                </a:lnTo>
                <a:lnTo>
                  <a:pt x="923925" y="3648075"/>
                </a:lnTo>
                <a:lnTo>
                  <a:pt x="885825" y="3648075"/>
                </a:lnTo>
                <a:lnTo>
                  <a:pt x="885825" y="3629025"/>
                </a:lnTo>
                <a:lnTo>
                  <a:pt x="895350" y="3629025"/>
                </a:lnTo>
                <a:close/>
                <a:moveTo>
                  <a:pt x="1095375" y="3619500"/>
                </a:moveTo>
                <a:lnTo>
                  <a:pt x="1104900" y="3619500"/>
                </a:lnTo>
                <a:lnTo>
                  <a:pt x="1104900" y="3609975"/>
                </a:lnTo>
                <a:lnTo>
                  <a:pt x="1095375" y="3609975"/>
                </a:lnTo>
                <a:close/>
                <a:moveTo>
                  <a:pt x="1457325" y="3619500"/>
                </a:moveTo>
                <a:lnTo>
                  <a:pt x="1476375" y="3619500"/>
                </a:lnTo>
                <a:lnTo>
                  <a:pt x="1476375" y="3638550"/>
                </a:lnTo>
                <a:lnTo>
                  <a:pt x="1447800" y="3638550"/>
                </a:lnTo>
                <a:lnTo>
                  <a:pt x="1447800" y="3629025"/>
                </a:lnTo>
                <a:lnTo>
                  <a:pt x="1457325" y="3629025"/>
                </a:lnTo>
                <a:close/>
                <a:moveTo>
                  <a:pt x="942975" y="3629025"/>
                </a:moveTo>
                <a:lnTo>
                  <a:pt x="962025" y="3629025"/>
                </a:lnTo>
                <a:lnTo>
                  <a:pt x="962025" y="3638550"/>
                </a:lnTo>
                <a:lnTo>
                  <a:pt x="942975" y="3638550"/>
                </a:lnTo>
                <a:close/>
                <a:moveTo>
                  <a:pt x="1123950" y="3638550"/>
                </a:moveTo>
                <a:lnTo>
                  <a:pt x="1143000" y="3638550"/>
                </a:lnTo>
                <a:lnTo>
                  <a:pt x="1143000" y="3629025"/>
                </a:lnTo>
                <a:lnTo>
                  <a:pt x="1123950" y="3629025"/>
                </a:lnTo>
                <a:close/>
              </a:path>
            </a:pathLst>
          </a:custGeom>
          <a:solidFill xmlns:a="http://schemas.openxmlformats.org/drawingml/2006/main">
            <a:srgbClr val="F3EDE1"/>
          </a:solidFill>
          <a:ln xmlns:a="http://schemas.openxmlformats.org/drawingml/2006/main" w="0">
            <a:noFill/>
          </a:ln>
        </p:spPr>
      </p:sp>
      <p:sp>
        <p:nvSpPr>
          <p:cNvPr id="40" name="profit vector #f2ede1">
            <a:extLst xmlns:a="http://schemas.openxmlformats.org/drawingml/2006/main">
              <a:ext uri="{FF2B5EF4-FFF2-40B4-BE49-F238E27FC236}">
                <a16:creationId xmlns:a16="http://schemas.microsoft.com/office/drawing/2014/main" id="{560D56AF-8CAE-4674-B881-D1C7FC4903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29825" y="1447800"/>
            <a:ext cx="2200275" cy="4467225"/>
          </a:xfrm>
          <a:custGeom xmlns:a="http://schemas.openxmlformats.org/drawingml/2006/main">
            <a:pathLst>
              <a:path w="1866900" h="3790950">
                <a:moveTo>
                  <a:pt x="190500" y="0"/>
                </a:moveTo>
                <a:lnTo>
                  <a:pt x="200025" y="0"/>
                </a:lnTo>
                <a:lnTo>
                  <a:pt x="200025" y="19050"/>
                </a:lnTo>
                <a:lnTo>
                  <a:pt x="161925" y="19050"/>
                </a:lnTo>
                <a:lnTo>
                  <a:pt x="161925" y="9525"/>
                </a:lnTo>
                <a:lnTo>
                  <a:pt x="190500" y="9525"/>
                </a:lnTo>
                <a:close/>
                <a:moveTo>
                  <a:pt x="1743075" y="47625"/>
                </a:moveTo>
                <a:lnTo>
                  <a:pt x="1752600" y="47625"/>
                </a:lnTo>
                <a:lnTo>
                  <a:pt x="1752600" y="57150"/>
                </a:lnTo>
                <a:lnTo>
                  <a:pt x="1762125" y="57150"/>
                </a:lnTo>
                <a:lnTo>
                  <a:pt x="1762125" y="66675"/>
                </a:lnTo>
                <a:lnTo>
                  <a:pt x="1733550" y="66675"/>
                </a:lnTo>
                <a:lnTo>
                  <a:pt x="1733550" y="57150"/>
                </a:lnTo>
                <a:lnTo>
                  <a:pt x="1743075" y="57150"/>
                </a:lnTo>
                <a:close/>
                <a:moveTo>
                  <a:pt x="57150" y="76200"/>
                </a:moveTo>
                <a:lnTo>
                  <a:pt x="66675" y="76200"/>
                </a:lnTo>
                <a:lnTo>
                  <a:pt x="66675" y="85725"/>
                </a:lnTo>
                <a:lnTo>
                  <a:pt x="76200" y="85725"/>
                </a:lnTo>
                <a:lnTo>
                  <a:pt x="76200" y="104775"/>
                </a:lnTo>
                <a:lnTo>
                  <a:pt x="38100" y="104775"/>
                </a:lnTo>
                <a:lnTo>
                  <a:pt x="38100" y="95250"/>
                </a:lnTo>
                <a:lnTo>
                  <a:pt x="57150" y="95250"/>
                </a:lnTo>
                <a:close/>
                <a:moveTo>
                  <a:pt x="1790700" y="85725"/>
                </a:moveTo>
                <a:lnTo>
                  <a:pt x="1800225" y="85725"/>
                </a:lnTo>
                <a:lnTo>
                  <a:pt x="1800225" y="95250"/>
                </a:lnTo>
                <a:lnTo>
                  <a:pt x="1790700" y="95250"/>
                </a:lnTo>
                <a:close/>
                <a:moveTo>
                  <a:pt x="1800225" y="95250"/>
                </a:moveTo>
                <a:lnTo>
                  <a:pt x="1809750" y="95250"/>
                </a:lnTo>
                <a:lnTo>
                  <a:pt x="1809750" y="104775"/>
                </a:lnTo>
                <a:lnTo>
                  <a:pt x="1800225" y="104775"/>
                </a:lnTo>
                <a:close/>
                <a:moveTo>
                  <a:pt x="28575" y="104775"/>
                </a:moveTo>
                <a:lnTo>
                  <a:pt x="38100" y="104775"/>
                </a:lnTo>
                <a:lnTo>
                  <a:pt x="38100" y="114300"/>
                </a:lnTo>
                <a:lnTo>
                  <a:pt x="28575" y="114300"/>
                </a:lnTo>
                <a:close/>
                <a:moveTo>
                  <a:pt x="9525" y="133350"/>
                </a:moveTo>
                <a:lnTo>
                  <a:pt x="19050" y="133350"/>
                </a:lnTo>
                <a:lnTo>
                  <a:pt x="19050" y="142875"/>
                </a:lnTo>
                <a:lnTo>
                  <a:pt x="9525" y="142875"/>
                </a:lnTo>
                <a:close/>
                <a:moveTo>
                  <a:pt x="1514475" y="133350"/>
                </a:moveTo>
                <a:lnTo>
                  <a:pt x="1533525" y="133350"/>
                </a:lnTo>
                <a:lnTo>
                  <a:pt x="1533525" y="142875"/>
                </a:lnTo>
                <a:lnTo>
                  <a:pt x="1514475" y="142875"/>
                </a:lnTo>
                <a:close/>
                <a:moveTo>
                  <a:pt x="1819275" y="142875"/>
                </a:moveTo>
                <a:lnTo>
                  <a:pt x="1828800" y="142875"/>
                </a:lnTo>
                <a:lnTo>
                  <a:pt x="1828800" y="152400"/>
                </a:lnTo>
                <a:lnTo>
                  <a:pt x="1819275" y="152400"/>
                </a:lnTo>
                <a:close/>
                <a:moveTo>
                  <a:pt x="523875" y="161925"/>
                </a:moveTo>
                <a:lnTo>
                  <a:pt x="533400" y="161925"/>
                </a:lnTo>
                <a:lnTo>
                  <a:pt x="533400" y="171450"/>
                </a:lnTo>
                <a:lnTo>
                  <a:pt x="523875" y="171450"/>
                </a:lnTo>
                <a:close/>
                <a:moveTo>
                  <a:pt x="1219200" y="180975"/>
                </a:moveTo>
                <a:lnTo>
                  <a:pt x="1228725" y="180975"/>
                </a:lnTo>
                <a:lnTo>
                  <a:pt x="1228725" y="190500"/>
                </a:lnTo>
                <a:lnTo>
                  <a:pt x="1238250" y="190500"/>
                </a:lnTo>
                <a:lnTo>
                  <a:pt x="1238250" y="200025"/>
                </a:lnTo>
                <a:lnTo>
                  <a:pt x="1219200" y="200025"/>
                </a:lnTo>
                <a:lnTo>
                  <a:pt x="1219200" y="209550"/>
                </a:lnTo>
                <a:lnTo>
                  <a:pt x="1209675" y="209550"/>
                </a:lnTo>
                <a:lnTo>
                  <a:pt x="1209675" y="190500"/>
                </a:lnTo>
                <a:lnTo>
                  <a:pt x="1219200" y="190500"/>
                </a:lnTo>
                <a:close/>
                <a:moveTo>
                  <a:pt x="1476375" y="180975"/>
                </a:moveTo>
                <a:lnTo>
                  <a:pt x="1485900" y="180975"/>
                </a:lnTo>
                <a:lnTo>
                  <a:pt x="1485900" y="190500"/>
                </a:lnTo>
                <a:lnTo>
                  <a:pt x="1495425" y="190500"/>
                </a:lnTo>
                <a:lnTo>
                  <a:pt x="1495425" y="200025"/>
                </a:lnTo>
                <a:lnTo>
                  <a:pt x="1504950" y="200025"/>
                </a:lnTo>
                <a:lnTo>
                  <a:pt x="1504950" y="209550"/>
                </a:lnTo>
                <a:lnTo>
                  <a:pt x="1485900" y="209550"/>
                </a:lnTo>
                <a:lnTo>
                  <a:pt x="1485900" y="200025"/>
                </a:lnTo>
                <a:lnTo>
                  <a:pt x="1466850" y="200025"/>
                </a:lnTo>
                <a:lnTo>
                  <a:pt x="1466850" y="190500"/>
                </a:lnTo>
                <a:lnTo>
                  <a:pt x="1476375" y="190500"/>
                </a:lnTo>
                <a:close/>
                <a:moveTo>
                  <a:pt x="1524000" y="190500"/>
                </a:moveTo>
                <a:lnTo>
                  <a:pt x="1533525" y="190500"/>
                </a:lnTo>
                <a:lnTo>
                  <a:pt x="1533525" y="200025"/>
                </a:lnTo>
                <a:lnTo>
                  <a:pt x="1524000" y="200025"/>
                </a:lnTo>
                <a:close/>
                <a:moveTo>
                  <a:pt x="657225" y="200025"/>
                </a:moveTo>
                <a:lnTo>
                  <a:pt x="666750" y="200025"/>
                </a:lnTo>
                <a:lnTo>
                  <a:pt x="666750" y="209550"/>
                </a:lnTo>
                <a:lnTo>
                  <a:pt x="657225" y="209550"/>
                </a:lnTo>
                <a:close/>
                <a:moveTo>
                  <a:pt x="647700" y="209550"/>
                </a:moveTo>
                <a:lnTo>
                  <a:pt x="657225" y="209550"/>
                </a:lnTo>
                <a:lnTo>
                  <a:pt x="657225" y="228600"/>
                </a:lnTo>
                <a:lnTo>
                  <a:pt x="647700" y="228600"/>
                </a:lnTo>
                <a:close/>
                <a:moveTo>
                  <a:pt x="628650" y="219075"/>
                </a:moveTo>
                <a:lnTo>
                  <a:pt x="638175" y="219075"/>
                </a:lnTo>
                <a:lnTo>
                  <a:pt x="638175" y="228600"/>
                </a:lnTo>
                <a:lnTo>
                  <a:pt x="628650" y="228600"/>
                </a:lnTo>
                <a:close/>
                <a:moveTo>
                  <a:pt x="219075" y="228600"/>
                </a:moveTo>
                <a:lnTo>
                  <a:pt x="228600" y="228600"/>
                </a:lnTo>
                <a:lnTo>
                  <a:pt x="228600" y="238125"/>
                </a:lnTo>
                <a:lnTo>
                  <a:pt x="219075" y="238125"/>
                </a:lnTo>
                <a:close/>
                <a:moveTo>
                  <a:pt x="1666875" y="228600"/>
                </a:moveTo>
                <a:lnTo>
                  <a:pt x="1676400" y="228600"/>
                </a:lnTo>
                <a:lnTo>
                  <a:pt x="1676400" y="238125"/>
                </a:lnTo>
                <a:lnTo>
                  <a:pt x="1666875" y="238125"/>
                </a:lnTo>
                <a:close/>
                <a:moveTo>
                  <a:pt x="1666875" y="247650"/>
                </a:moveTo>
                <a:lnTo>
                  <a:pt x="1676400" y="247650"/>
                </a:lnTo>
                <a:lnTo>
                  <a:pt x="1676400" y="266700"/>
                </a:lnTo>
                <a:lnTo>
                  <a:pt x="1666875" y="266700"/>
                </a:lnTo>
                <a:close/>
                <a:moveTo>
                  <a:pt x="1190625" y="266700"/>
                </a:moveTo>
                <a:lnTo>
                  <a:pt x="1200150" y="266700"/>
                </a:lnTo>
                <a:lnTo>
                  <a:pt x="1200150" y="276225"/>
                </a:lnTo>
                <a:lnTo>
                  <a:pt x="1190625" y="276225"/>
                </a:lnTo>
                <a:close/>
                <a:moveTo>
                  <a:pt x="1676400" y="266700"/>
                </a:moveTo>
                <a:lnTo>
                  <a:pt x="1695450" y="266700"/>
                </a:lnTo>
                <a:lnTo>
                  <a:pt x="1695450" y="285750"/>
                </a:lnTo>
                <a:lnTo>
                  <a:pt x="1685925" y="285750"/>
                </a:lnTo>
                <a:lnTo>
                  <a:pt x="1685925" y="295275"/>
                </a:lnTo>
                <a:lnTo>
                  <a:pt x="1676400" y="295275"/>
                </a:lnTo>
                <a:close/>
                <a:moveTo>
                  <a:pt x="1400175" y="276225"/>
                </a:moveTo>
                <a:lnTo>
                  <a:pt x="1419225" y="276225"/>
                </a:lnTo>
                <a:lnTo>
                  <a:pt x="1419225" y="295275"/>
                </a:lnTo>
                <a:lnTo>
                  <a:pt x="1409700" y="295275"/>
                </a:lnTo>
                <a:lnTo>
                  <a:pt x="1409700" y="285750"/>
                </a:lnTo>
                <a:lnTo>
                  <a:pt x="1400175" y="285750"/>
                </a:lnTo>
                <a:close/>
                <a:moveTo>
                  <a:pt x="1438275" y="276225"/>
                </a:moveTo>
                <a:lnTo>
                  <a:pt x="1457325" y="276225"/>
                </a:lnTo>
                <a:lnTo>
                  <a:pt x="1457325" y="285750"/>
                </a:lnTo>
                <a:lnTo>
                  <a:pt x="1438275" y="285750"/>
                </a:lnTo>
                <a:close/>
                <a:moveTo>
                  <a:pt x="1457325" y="285750"/>
                </a:moveTo>
                <a:lnTo>
                  <a:pt x="1466850" y="285750"/>
                </a:lnTo>
                <a:lnTo>
                  <a:pt x="1466850" y="295275"/>
                </a:lnTo>
                <a:lnTo>
                  <a:pt x="1457325" y="295275"/>
                </a:lnTo>
                <a:close/>
                <a:moveTo>
                  <a:pt x="438150" y="295275"/>
                </a:moveTo>
                <a:lnTo>
                  <a:pt x="447675" y="295275"/>
                </a:lnTo>
                <a:lnTo>
                  <a:pt x="447675" y="304800"/>
                </a:lnTo>
                <a:lnTo>
                  <a:pt x="438150" y="304800"/>
                </a:lnTo>
                <a:close/>
                <a:moveTo>
                  <a:pt x="666750" y="295275"/>
                </a:moveTo>
                <a:lnTo>
                  <a:pt x="676275" y="295275"/>
                </a:lnTo>
                <a:lnTo>
                  <a:pt x="676275" y="304800"/>
                </a:lnTo>
                <a:lnTo>
                  <a:pt x="666750" y="304800"/>
                </a:lnTo>
                <a:close/>
                <a:moveTo>
                  <a:pt x="1428750" y="295275"/>
                </a:moveTo>
                <a:lnTo>
                  <a:pt x="1438275" y="295275"/>
                </a:lnTo>
                <a:lnTo>
                  <a:pt x="1438275" y="304800"/>
                </a:lnTo>
                <a:lnTo>
                  <a:pt x="1428750" y="304800"/>
                </a:lnTo>
                <a:close/>
                <a:moveTo>
                  <a:pt x="1466850" y="295275"/>
                </a:moveTo>
                <a:lnTo>
                  <a:pt x="1485900" y="295275"/>
                </a:lnTo>
                <a:lnTo>
                  <a:pt x="1485900" y="304800"/>
                </a:lnTo>
                <a:lnTo>
                  <a:pt x="1466850" y="304800"/>
                </a:lnTo>
                <a:close/>
                <a:moveTo>
                  <a:pt x="1362075" y="304800"/>
                </a:moveTo>
                <a:lnTo>
                  <a:pt x="1371600" y="304800"/>
                </a:lnTo>
                <a:lnTo>
                  <a:pt x="1371600" y="323850"/>
                </a:lnTo>
                <a:lnTo>
                  <a:pt x="1362075" y="323850"/>
                </a:lnTo>
                <a:close/>
                <a:moveTo>
                  <a:pt x="1390650" y="304800"/>
                </a:moveTo>
                <a:lnTo>
                  <a:pt x="1409700" y="304800"/>
                </a:lnTo>
                <a:lnTo>
                  <a:pt x="1409700" y="314325"/>
                </a:lnTo>
                <a:lnTo>
                  <a:pt x="1390650" y="314325"/>
                </a:lnTo>
                <a:close/>
                <a:moveTo>
                  <a:pt x="1657350" y="304800"/>
                </a:moveTo>
                <a:lnTo>
                  <a:pt x="1676400" y="304800"/>
                </a:lnTo>
                <a:lnTo>
                  <a:pt x="1676400" y="314325"/>
                </a:lnTo>
                <a:lnTo>
                  <a:pt x="1666875" y="314325"/>
                </a:lnTo>
                <a:lnTo>
                  <a:pt x="1666875" y="323850"/>
                </a:lnTo>
                <a:lnTo>
                  <a:pt x="1685925" y="323850"/>
                </a:lnTo>
                <a:lnTo>
                  <a:pt x="1685925" y="314325"/>
                </a:lnTo>
                <a:lnTo>
                  <a:pt x="1704975" y="314325"/>
                </a:lnTo>
                <a:lnTo>
                  <a:pt x="1704975" y="323850"/>
                </a:lnTo>
                <a:lnTo>
                  <a:pt x="1695450" y="323850"/>
                </a:lnTo>
                <a:lnTo>
                  <a:pt x="1695450" y="333375"/>
                </a:lnTo>
                <a:lnTo>
                  <a:pt x="1638300" y="333375"/>
                </a:lnTo>
                <a:lnTo>
                  <a:pt x="1638300" y="323850"/>
                </a:lnTo>
                <a:lnTo>
                  <a:pt x="1657350" y="323850"/>
                </a:lnTo>
                <a:close/>
                <a:moveTo>
                  <a:pt x="476250" y="314325"/>
                </a:moveTo>
                <a:lnTo>
                  <a:pt x="485775" y="314325"/>
                </a:lnTo>
                <a:lnTo>
                  <a:pt x="485775" y="323850"/>
                </a:lnTo>
                <a:lnTo>
                  <a:pt x="476250" y="323850"/>
                </a:lnTo>
                <a:close/>
                <a:moveTo>
                  <a:pt x="1285875" y="314325"/>
                </a:moveTo>
                <a:lnTo>
                  <a:pt x="1295400" y="314325"/>
                </a:lnTo>
                <a:lnTo>
                  <a:pt x="1295400" y="323850"/>
                </a:lnTo>
                <a:lnTo>
                  <a:pt x="1285875" y="323850"/>
                </a:lnTo>
                <a:close/>
                <a:moveTo>
                  <a:pt x="657225" y="333375"/>
                </a:moveTo>
                <a:lnTo>
                  <a:pt x="666750" y="333375"/>
                </a:lnTo>
                <a:lnTo>
                  <a:pt x="666750" y="342900"/>
                </a:lnTo>
                <a:lnTo>
                  <a:pt x="657225" y="342900"/>
                </a:lnTo>
                <a:close/>
                <a:moveTo>
                  <a:pt x="704850" y="333375"/>
                </a:moveTo>
                <a:lnTo>
                  <a:pt x="714375" y="333375"/>
                </a:lnTo>
                <a:lnTo>
                  <a:pt x="714375" y="342900"/>
                </a:lnTo>
                <a:lnTo>
                  <a:pt x="704850" y="342900"/>
                </a:lnTo>
                <a:close/>
                <a:moveTo>
                  <a:pt x="876300" y="333375"/>
                </a:moveTo>
                <a:lnTo>
                  <a:pt x="895350" y="333375"/>
                </a:lnTo>
                <a:lnTo>
                  <a:pt x="895350" y="352425"/>
                </a:lnTo>
                <a:lnTo>
                  <a:pt x="876300" y="352425"/>
                </a:lnTo>
                <a:close/>
                <a:moveTo>
                  <a:pt x="1038225" y="333375"/>
                </a:moveTo>
                <a:lnTo>
                  <a:pt x="1047750" y="333375"/>
                </a:lnTo>
                <a:lnTo>
                  <a:pt x="1047750" y="352425"/>
                </a:lnTo>
                <a:lnTo>
                  <a:pt x="1038225" y="352425"/>
                </a:lnTo>
                <a:close/>
                <a:moveTo>
                  <a:pt x="1143000" y="333375"/>
                </a:moveTo>
                <a:lnTo>
                  <a:pt x="1152525" y="333375"/>
                </a:lnTo>
                <a:lnTo>
                  <a:pt x="1152525" y="342900"/>
                </a:lnTo>
                <a:lnTo>
                  <a:pt x="1143000" y="342900"/>
                </a:lnTo>
                <a:close/>
                <a:moveTo>
                  <a:pt x="438150" y="342900"/>
                </a:moveTo>
                <a:lnTo>
                  <a:pt x="447675" y="342900"/>
                </a:lnTo>
                <a:lnTo>
                  <a:pt x="447675" y="352425"/>
                </a:lnTo>
                <a:lnTo>
                  <a:pt x="438150" y="352425"/>
                </a:lnTo>
                <a:close/>
                <a:moveTo>
                  <a:pt x="504825" y="342900"/>
                </a:moveTo>
                <a:lnTo>
                  <a:pt x="514350" y="342900"/>
                </a:lnTo>
                <a:lnTo>
                  <a:pt x="514350" y="361950"/>
                </a:lnTo>
                <a:lnTo>
                  <a:pt x="504825" y="361950"/>
                </a:lnTo>
                <a:close/>
                <a:moveTo>
                  <a:pt x="695325" y="342900"/>
                </a:moveTo>
                <a:lnTo>
                  <a:pt x="704850" y="342900"/>
                </a:lnTo>
                <a:lnTo>
                  <a:pt x="704850" y="352425"/>
                </a:lnTo>
                <a:lnTo>
                  <a:pt x="695325" y="352425"/>
                </a:lnTo>
                <a:close/>
                <a:moveTo>
                  <a:pt x="1123950" y="342900"/>
                </a:moveTo>
                <a:lnTo>
                  <a:pt x="1143000" y="342900"/>
                </a:lnTo>
                <a:lnTo>
                  <a:pt x="1143000" y="371475"/>
                </a:lnTo>
                <a:lnTo>
                  <a:pt x="1123950" y="371475"/>
                </a:lnTo>
                <a:lnTo>
                  <a:pt x="1123950" y="361950"/>
                </a:lnTo>
                <a:lnTo>
                  <a:pt x="1133475" y="361950"/>
                </a:lnTo>
                <a:lnTo>
                  <a:pt x="1133475" y="352425"/>
                </a:lnTo>
                <a:lnTo>
                  <a:pt x="1123950" y="352425"/>
                </a:lnTo>
                <a:close/>
                <a:moveTo>
                  <a:pt x="1638300" y="342900"/>
                </a:moveTo>
                <a:lnTo>
                  <a:pt x="1647825" y="342900"/>
                </a:lnTo>
                <a:lnTo>
                  <a:pt x="1647825" y="352425"/>
                </a:lnTo>
                <a:lnTo>
                  <a:pt x="1638300" y="352425"/>
                </a:lnTo>
                <a:close/>
                <a:moveTo>
                  <a:pt x="1657350" y="342900"/>
                </a:moveTo>
                <a:lnTo>
                  <a:pt x="1676400" y="342900"/>
                </a:lnTo>
                <a:lnTo>
                  <a:pt x="1676400" y="352425"/>
                </a:lnTo>
                <a:lnTo>
                  <a:pt x="1685925" y="352425"/>
                </a:lnTo>
                <a:lnTo>
                  <a:pt x="1685925" y="371475"/>
                </a:lnTo>
                <a:lnTo>
                  <a:pt x="1657350" y="371475"/>
                </a:lnTo>
                <a:lnTo>
                  <a:pt x="1657350" y="361950"/>
                </a:lnTo>
                <a:lnTo>
                  <a:pt x="1647825" y="361950"/>
                </a:lnTo>
                <a:lnTo>
                  <a:pt x="1647825" y="352425"/>
                </a:lnTo>
                <a:lnTo>
                  <a:pt x="1657350" y="352425"/>
                </a:lnTo>
                <a:close/>
                <a:moveTo>
                  <a:pt x="904875" y="352425"/>
                </a:moveTo>
                <a:lnTo>
                  <a:pt x="933450" y="352425"/>
                </a:lnTo>
                <a:lnTo>
                  <a:pt x="933450" y="361950"/>
                </a:lnTo>
                <a:lnTo>
                  <a:pt x="904875" y="361950"/>
                </a:lnTo>
                <a:close/>
                <a:moveTo>
                  <a:pt x="1714500" y="352425"/>
                </a:moveTo>
                <a:lnTo>
                  <a:pt x="1724025" y="352425"/>
                </a:lnTo>
                <a:lnTo>
                  <a:pt x="1724025" y="361950"/>
                </a:lnTo>
                <a:lnTo>
                  <a:pt x="1714500" y="361950"/>
                </a:lnTo>
                <a:close/>
                <a:moveTo>
                  <a:pt x="514350" y="361950"/>
                </a:moveTo>
                <a:lnTo>
                  <a:pt x="523875" y="361950"/>
                </a:lnTo>
                <a:lnTo>
                  <a:pt x="523875" y="381000"/>
                </a:lnTo>
                <a:lnTo>
                  <a:pt x="514350" y="381000"/>
                </a:lnTo>
                <a:close/>
                <a:moveTo>
                  <a:pt x="1704975" y="361950"/>
                </a:moveTo>
                <a:lnTo>
                  <a:pt x="1714500" y="361950"/>
                </a:lnTo>
                <a:lnTo>
                  <a:pt x="1714500" y="371475"/>
                </a:lnTo>
                <a:lnTo>
                  <a:pt x="1704975" y="371475"/>
                </a:lnTo>
                <a:close/>
                <a:moveTo>
                  <a:pt x="1104900" y="371475"/>
                </a:moveTo>
                <a:lnTo>
                  <a:pt x="1114425" y="371475"/>
                </a:lnTo>
                <a:lnTo>
                  <a:pt x="1114425" y="381000"/>
                </a:lnTo>
                <a:lnTo>
                  <a:pt x="1104900" y="381000"/>
                </a:lnTo>
                <a:close/>
                <a:moveTo>
                  <a:pt x="1162050" y="371475"/>
                </a:moveTo>
                <a:lnTo>
                  <a:pt x="1171575" y="371475"/>
                </a:lnTo>
                <a:lnTo>
                  <a:pt x="1171575" y="381000"/>
                </a:lnTo>
                <a:lnTo>
                  <a:pt x="1162050" y="381000"/>
                </a:lnTo>
                <a:close/>
                <a:moveTo>
                  <a:pt x="1209675" y="371475"/>
                </a:moveTo>
                <a:lnTo>
                  <a:pt x="1219200" y="371475"/>
                </a:lnTo>
                <a:lnTo>
                  <a:pt x="1219200" y="390525"/>
                </a:lnTo>
                <a:lnTo>
                  <a:pt x="1200150" y="390525"/>
                </a:lnTo>
                <a:lnTo>
                  <a:pt x="1200150" y="381000"/>
                </a:lnTo>
                <a:lnTo>
                  <a:pt x="1209675" y="381000"/>
                </a:lnTo>
                <a:close/>
                <a:moveTo>
                  <a:pt x="1095375" y="381000"/>
                </a:moveTo>
                <a:lnTo>
                  <a:pt x="1104900" y="381000"/>
                </a:lnTo>
                <a:lnTo>
                  <a:pt x="1104900" y="390525"/>
                </a:lnTo>
                <a:lnTo>
                  <a:pt x="1095375" y="390525"/>
                </a:lnTo>
                <a:close/>
                <a:moveTo>
                  <a:pt x="723900" y="390525"/>
                </a:moveTo>
                <a:lnTo>
                  <a:pt x="742950" y="390525"/>
                </a:lnTo>
                <a:lnTo>
                  <a:pt x="742950" y="400050"/>
                </a:lnTo>
                <a:lnTo>
                  <a:pt x="733425" y="400050"/>
                </a:lnTo>
                <a:lnTo>
                  <a:pt x="733425" y="409575"/>
                </a:lnTo>
                <a:lnTo>
                  <a:pt x="723900" y="409575"/>
                </a:lnTo>
                <a:close/>
                <a:moveTo>
                  <a:pt x="1676400" y="390525"/>
                </a:moveTo>
                <a:lnTo>
                  <a:pt x="1685925" y="390525"/>
                </a:lnTo>
                <a:lnTo>
                  <a:pt x="1685925" y="400050"/>
                </a:lnTo>
                <a:lnTo>
                  <a:pt x="1676400" y="400050"/>
                </a:lnTo>
                <a:close/>
                <a:moveTo>
                  <a:pt x="1685925" y="400050"/>
                </a:moveTo>
                <a:lnTo>
                  <a:pt x="1695450" y="400050"/>
                </a:lnTo>
                <a:lnTo>
                  <a:pt x="1695450" y="409575"/>
                </a:lnTo>
                <a:lnTo>
                  <a:pt x="1685925" y="409575"/>
                </a:lnTo>
                <a:close/>
                <a:moveTo>
                  <a:pt x="809625" y="409575"/>
                </a:moveTo>
                <a:lnTo>
                  <a:pt x="819150" y="409575"/>
                </a:lnTo>
                <a:lnTo>
                  <a:pt x="819150" y="428625"/>
                </a:lnTo>
                <a:lnTo>
                  <a:pt x="809625" y="428625"/>
                </a:lnTo>
                <a:close/>
                <a:moveTo>
                  <a:pt x="923925" y="409575"/>
                </a:moveTo>
                <a:lnTo>
                  <a:pt x="952500" y="409575"/>
                </a:lnTo>
                <a:lnTo>
                  <a:pt x="952500" y="419100"/>
                </a:lnTo>
                <a:lnTo>
                  <a:pt x="923925" y="419100"/>
                </a:lnTo>
                <a:close/>
                <a:moveTo>
                  <a:pt x="438150" y="419100"/>
                </a:moveTo>
                <a:lnTo>
                  <a:pt x="457200" y="419100"/>
                </a:lnTo>
                <a:lnTo>
                  <a:pt x="457200" y="457200"/>
                </a:lnTo>
                <a:lnTo>
                  <a:pt x="447675" y="457200"/>
                </a:lnTo>
                <a:lnTo>
                  <a:pt x="447675" y="447675"/>
                </a:lnTo>
                <a:lnTo>
                  <a:pt x="438150" y="447675"/>
                </a:lnTo>
                <a:close/>
                <a:moveTo>
                  <a:pt x="476250" y="438150"/>
                </a:moveTo>
                <a:lnTo>
                  <a:pt x="485775" y="438150"/>
                </a:lnTo>
                <a:lnTo>
                  <a:pt x="485775" y="457200"/>
                </a:lnTo>
                <a:lnTo>
                  <a:pt x="476250" y="457200"/>
                </a:lnTo>
                <a:close/>
                <a:moveTo>
                  <a:pt x="1171575" y="438150"/>
                </a:moveTo>
                <a:lnTo>
                  <a:pt x="1181100" y="438150"/>
                </a:lnTo>
                <a:lnTo>
                  <a:pt x="1181100" y="447675"/>
                </a:lnTo>
                <a:lnTo>
                  <a:pt x="1171575" y="447675"/>
                </a:lnTo>
                <a:close/>
                <a:moveTo>
                  <a:pt x="180975" y="447675"/>
                </a:moveTo>
                <a:lnTo>
                  <a:pt x="190500" y="447675"/>
                </a:lnTo>
                <a:lnTo>
                  <a:pt x="190500" y="457200"/>
                </a:lnTo>
                <a:lnTo>
                  <a:pt x="180975" y="457200"/>
                </a:lnTo>
                <a:close/>
                <a:moveTo>
                  <a:pt x="552450" y="447675"/>
                </a:moveTo>
                <a:lnTo>
                  <a:pt x="571500" y="447675"/>
                </a:lnTo>
                <a:lnTo>
                  <a:pt x="571500" y="466725"/>
                </a:lnTo>
                <a:lnTo>
                  <a:pt x="552450" y="466725"/>
                </a:lnTo>
                <a:close/>
                <a:moveTo>
                  <a:pt x="1171575" y="457200"/>
                </a:moveTo>
                <a:lnTo>
                  <a:pt x="1181100" y="457200"/>
                </a:lnTo>
                <a:lnTo>
                  <a:pt x="1181100" y="466725"/>
                </a:lnTo>
                <a:lnTo>
                  <a:pt x="1171575" y="466725"/>
                </a:lnTo>
                <a:close/>
                <a:moveTo>
                  <a:pt x="695325" y="466725"/>
                </a:moveTo>
                <a:lnTo>
                  <a:pt x="704850" y="466725"/>
                </a:lnTo>
                <a:lnTo>
                  <a:pt x="704850" y="476250"/>
                </a:lnTo>
                <a:lnTo>
                  <a:pt x="695325" y="476250"/>
                </a:lnTo>
                <a:close/>
                <a:moveTo>
                  <a:pt x="1704975" y="466725"/>
                </a:moveTo>
                <a:lnTo>
                  <a:pt x="1714500" y="466725"/>
                </a:lnTo>
                <a:lnTo>
                  <a:pt x="1714500" y="485775"/>
                </a:lnTo>
                <a:lnTo>
                  <a:pt x="1704975" y="485775"/>
                </a:lnTo>
                <a:close/>
                <a:moveTo>
                  <a:pt x="619125" y="476250"/>
                </a:moveTo>
                <a:lnTo>
                  <a:pt x="638175" y="476250"/>
                </a:lnTo>
                <a:lnTo>
                  <a:pt x="638175" y="485775"/>
                </a:lnTo>
                <a:lnTo>
                  <a:pt x="619125" y="485775"/>
                </a:lnTo>
                <a:close/>
                <a:moveTo>
                  <a:pt x="1181100" y="476250"/>
                </a:moveTo>
                <a:lnTo>
                  <a:pt x="1190625" y="476250"/>
                </a:lnTo>
                <a:lnTo>
                  <a:pt x="1190625" y="485775"/>
                </a:lnTo>
                <a:lnTo>
                  <a:pt x="1200150" y="485775"/>
                </a:lnTo>
                <a:lnTo>
                  <a:pt x="1200150" y="504825"/>
                </a:lnTo>
                <a:lnTo>
                  <a:pt x="1171575" y="504825"/>
                </a:lnTo>
                <a:lnTo>
                  <a:pt x="1171575" y="495300"/>
                </a:lnTo>
                <a:lnTo>
                  <a:pt x="1181100" y="495300"/>
                </a:lnTo>
                <a:close/>
                <a:moveTo>
                  <a:pt x="685800" y="495300"/>
                </a:moveTo>
                <a:lnTo>
                  <a:pt x="695325" y="495300"/>
                </a:lnTo>
                <a:lnTo>
                  <a:pt x="695325" y="504825"/>
                </a:lnTo>
                <a:lnTo>
                  <a:pt x="685800" y="504825"/>
                </a:lnTo>
                <a:close/>
                <a:moveTo>
                  <a:pt x="1238250" y="495300"/>
                </a:moveTo>
                <a:lnTo>
                  <a:pt x="1247775" y="495300"/>
                </a:lnTo>
                <a:lnTo>
                  <a:pt x="1247775" y="514350"/>
                </a:lnTo>
                <a:lnTo>
                  <a:pt x="1238250" y="514350"/>
                </a:lnTo>
                <a:close/>
                <a:moveTo>
                  <a:pt x="476250" y="504825"/>
                </a:moveTo>
                <a:lnTo>
                  <a:pt x="485775" y="504825"/>
                </a:lnTo>
                <a:lnTo>
                  <a:pt x="485775" y="514350"/>
                </a:lnTo>
                <a:lnTo>
                  <a:pt x="476250" y="514350"/>
                </a:lnTo>
                <a:close/>
                <a:moveTo>
                  <a:pt x="657225" y="504825"/>
                </a:moveTo>
                <a:lnTo>
                  <a:pt x="666750" y="504825"/>
                </a:lnTo>
                <a:lnTo>
                  <a:pt x="666750" y="523875"/>
                </a:lnTo>
                <a:lnTo>
                  <a:pt x="676275" y="523875"/>
                </a:lnTo>
                <a:lnTo>
                  <a:pt x="676275" y="533400"/>
                </a:lnTo>
                <a:lnTo>
                  <a:pt x="704850" y="533400"/>
                </a:lnTo>
                <a:lnTo>
                  <a:pt x="704850" y="542925"/>
                </a:lnTo>
                <a:lnTo>
                  <a:pt x="723900" y="542925"/>
                </a:lnTo>
                <a:lnTo>
                  <a:pt x="723900" y="533400"/>
                </a:lnTo>
                <a:lnTo>
                  <a:pt x="733425" y="533400"/>
                </a:lnTo>
                <a:lnTo>
                  <a:pt x="733425" y="542925"/>
                </a:lnTo>
                <a:lnTo>
                  <a:pt x="742950" y="542925"/>
                </a:lnTo>
                <a:lnTo>
                  <a:pt x="742950" y="533400"/>
                </a:lnTo>
                <a:lnTo>
                  <a:pt x="752475" y="533400"/>
                </a:lnTo>
                <a:lnTo>
                  <a:pt x="752475" y="552450"/>
                </a:lnTo>
                <a:lnTo>
                  <a:pt x="666750" y="552450"/>
                </a:lnTo>
                <a:lnTo>
                  <a:pt x="666750" y="533400"/>
                </a:lnTo>
                <a:lnTo>
                  <a:pt x="657225" y="533400"/>
                </a:lnTo>
                <a:lnTo>
                  <a:pt x="657225" y="552450"/>
                </a:lnTo>
                <a:lnTo>
                  <a:pt x="647700" y="552450"/>
                </a:lnTo>
                <a:lnTo>
                  <a:pt x="647700" y="542925"/>
                </a:lnTo>
                <a:lnTo>
                  <a:pt x="638175" y="542925"/>
                </a:lnTo>
                <a:lnTo>
                  <a:pt x="638175" y="533400"/>
                </a:lnTo>
                <a:lnTo>
                  <a:pt x="647700" y="533400"/>
                </a:lnTo>
                <a:lnTo>
                  <a:pt x="647700" y="514350"/>
                </a:lnTo>
                <a:lnTo>
                  <a:pt x="657225" y="514350"/>
                </a:lnTo>
                <a:close/>
                <a:moveTo>
                  <a:pt x="1704975" y="504825"/>
                </a:moveTo>
                <a:lnTo>
                  <a:pt x="1714500" y="504825"/>
                </a:lnTo>
                <a:lnTo>
                  <a:pt x="1714500" y="514350"/>
                </a:lnTo>
                <a:lnTo>
                  <a:pt x="1704975" y="514350"/>
                </a:lnTo>
                <a:close/>
                <a:moveTo>
                  <a:pt x="838200" y="514350"/>
                </a:moveTo>
                <a:lnTo>
                  <a:pt x="857250" y="514350"/>
                </a:lnTo>
                <a:lnTo>
                  <a:pt x="857250" y="523875"/>
                </a:lnTo>
                <a:lnTo>
                  <a:pt x="847725" y="523875"/>
                </a:lnTo>
                <a:lnTo>
                  <a:pt x="847725" y="533400"/>
                </a:lnTo>
                <a:lnTo>
                  <a:pt x="838200" y="533400"/>
                </a:lnTo>
                <a:close/>
                <a:moveTo>
                  <a:pt x="895350" y="514350"/>
                </a:moveTo>
                <a:lnTo>
                  <a:pt x="914400" y="514350"/>
                </a:lnTo>
                <a:lnTo>
                  <a:pt x="914400" y="533400"/>
                </a:lnTo>
                <a:lnTo>
                  <a:pt x="904875" y="533400"/>
                </a:lnTo>
                <a:lnTo>
                  <a:pt x="904875" y="523875"/>
                </a:lnTo>
                <a:lnTo>
                  <a:pt x="895350" y="523875"/>
                </a:lnTo>
                <a:close/>
                <a:moveTo>
                  <a:pt x="457200" y="523875"/>
                </a:moveTo>
                <a:lnTo>
                  <a:pt x="476250" y="523875"/>
                </a:lnTo>
                <a:lnTo>
                  <a:pt x="476250" y="533400"/>
                </a:lnTo>
                <a:lnTo>
                  <a:pt x="457200" y="533400"/>
                </a:lnTo>
                <a:close/>
                <a:moveTo>
                  <a:pt x="1704975" y="523875"/>
                </a:moveTo>
                <a:lnTo>
                  <a:pt x="1714500" y="523875"/>
                </a:lnTo>
                <a:lnTo>
                  <a:pt x="1714500" y="542925"/>
                </a:lnTo>
                <a:lnTo>
                  <a:pt x="1704975" y="542925"/>
                </a:lnTo>
                <a:close/>
                <a:moveTo>
                  <a:pt x="923925" y="533400"/>
                </a:moveTo>
                <a:lnTo>
                  <a:pt x="942975" y="533400"/>
                </a:lnTo>
                <a:lnTo>
                  <a:pt x="942975" y="542925"/>
                </a:lnTo>
                <a:lnTo>
                  <a:pt x="923925" y="542925"/>
                </a:lnTo>
                <a:close/>
                <a:moveTo>
                  <a:pt x="923925" y="552450"/>
                </a:moveTo>
                <a:lnTo>
                  <a:pt x="942975" y="552450"/>
                </a:lnTo>
                <a:lnTo>
                  <a:pt x="942975" y="561975"/>
                </a:lnTo>
                <a:lnTo>
                  <a:pt x="923925" y="561975"/>
                </a:lnTo>
                <a:close/>
                <a:moveTo>
                  <a:pt x="847725" y="561975"/>
                </a:moveTo>
                <a:lnTo>
                  <a:pt x="876300" y="561975"/>
                </a:lnTo>
                <a:lnTo>
                  <a:pt x="876300" y="571500"/>
                </a:lnTo>
                <a:lnTo>
                  <a:pt x="885825" y="571500"/>
                </a:lnTo>
                <a:lnTo>
                  <a:pt x="885825" y="581025"/>
                </a:lnTo>
                <a:lnTo>
                  <a:pt x="866775" y="581025"/>
                </a:lnTo>
                <a:lnTo>
                  <a:pt x="866775" y="571500"/>
                </a:lnTo>
                <a:lnTo>
                  <a:pt x="847725" y="571500"/>
                </a:lnTo>
                <a:close/>
                <a:moveTo>
                  <a:pt x="495300" y="581025"/>
                </a:moveTo>
                <a:lnTo>
                  <a:pt x="504825" y="581025"/>
                </a:lnTo>
                <a:lnTo>
                  <a:pt x="504825" y="600075"/>
                </a:lnTo>
                <a:lnTo>
                  <a:pt x="495300" y="600075"/>
                </a:lnTo>
                <a:close/>
                <a:moveTo>
                  <a:pt x="942975" y="581025"/>
                </a:moveTo>
                <a:lnTo>
                  <a:pt x="962025" y="581025"/>
                </a:lnTo>
                <a:lnTo>
                  <a:pt x="962025" y="590550"/>
                </a:lnTo>
                <a:lnTo>
                  <a:pt x="942975" y="590550"/>
                </a:lnTo>
                <a:close/>
                <a:moveTo>
                  <a:pt x="504825" y="600075"/>
                </a:moveTo>
                <a:lnTo>
                  <a:pt x="514350" y="600075"/>
                </a:lnTo>
                <a:lnTo>
                  <a:pt x="514350" y="609600"/>
                </a:lnTo>
                <a:lnTo>
                  <a:pt x="504825" y="609600"/>
                </a:lnTo>
                <a:close/>
                <a:moveTo>
                  <a:pt x="514350" y="609600"/>
                </a:moveTo>
                <a:lnTo>
                  <a:pt x="523875" y="609600"/>
                </a:lnTo>
                <a:lnTo>
                  <a:pt x="523875" y="647700"/>
                </a:lnTo>
                <a:lnTo>
                  <a:pt x="514350" y="647700"/>
                </a:lnTo>
                <a:lnTo>
                  <a:pt x="514350" y="638175"/>
                </a:lnTo>
                <a:lnTo>
                  <a:pt x="504825" y="638175"/>
                </a:lnTo>
                <a:lnTo>
                  <a:pt x="504825" y="647700"/>
                </a:lnTo>
                <a:lnTo>
                  <a:pt x="485775" y="647700"/>
                </a:lnTo>
                <a:lnTo>
                  <a:pt x="485775" y="628650"/>
                </a:lnTo>
                <a:lnTo>
                  <a:pt x="495300" y="628650"/>
                </a:lnTo>
                <a:lnTo>
                  <a:pt x="495300" y="619125"/>
                </a:lnTo>
                <a:lnTo>
                  <a:pt x="514350" y="619125"/>
                </a:lnTo>
                <a:close/>
                <a:moveTo>
                  <a:pt x="933450" y="609600"/>
                </a:moveTo>
                <a:lnTo>
                  <a:pt x="952500" y="609600"/>
                </a:lnTo>
                <a:lnTo>
                  <a:pt x="952500" y="619125"/>
                </a:lnTo>
                <a:lnTo>
                  <a:pt x="933450" y="619125"/>
                </a:lnTo>
                <a:close/>
                <a:moveTo>
                  <a:pt x="552450" y="619125"/>
                </a:moveTo>
                <a:lnTo>
                  <a:pt x="561975" y="619125"/>
                </a:lnTo>
                <a:lnTo>
                  <a:pt x="561975" y="638175"/>
                </a:lnTo>
                <a:lnTo>
                  <a:pt x="542925" y="638175"/>
                </a:lnTo>
                <a:lnTo>
                  <a:pt x="542925" y="628650"/>
                </a:lnTo>
                <a:lnTo>
                  <a:pt x="552450" y="628650"/>
                </a:lnTo>
                <a:close/>
                <a:moveTo>
                  <a:pt x="962025" y="619125"/>
                </a:moveTo>
                <a:lnTo>
                  <a:pt x="981075" y="619125"/>
                </a:lnTo>
                <a:lnTo>
                  <a:pt x="981075" y="628650"/>
                </a:lnTo>
                <a:lnTo>
                  <a:pt x="971550" y="628650"/>
                </a:lnTo>
                <a:lnTo>
                  <a:pt x="971550" y="638175"/>
                </a:lnTo>
                <a:lnTo>
                  <a:pt x="952500" y="638175"/>
                </a:lnTo>
                <a:lnTo>
                  <a:pt x="952500" y="628650"/>
                </a:lnTo>
                <a:lnTo>
                  <a:pt x="962025" y="628650"/>
                </a:lnTo>
                <a:close/>
                <a:moveTo>
                  <a:pt x="971550" y="638175"/>
                </a:moveTo>
                <a:lnTo>
                  <a:pt x="990600" y="638175"/>
                </a:lnTo>
                <a:lnTo>
                  <a:pt x="990600" y="647700"/>
                </a:lnTo>
                <a:lnTo>
                  <a:pt x="971550" y="647700"/>
                </a:lnTo>
                <a:close/>
                <a:moveTo>
                  <a:pt x="1104900" y="638175"/>
                </a:moveTo>
                <a:lnTo>
                  <a:pt x="1114425" y="638175"/>
                </a:lnTo>
                <a:lnTo>
                  <a:pt x="1114425" y="647700"/>
                </a:lnTo>
                <a:lnTo>
                  <a:pt x="1104900" y="647700"/>
                </a:lnTo>
                <a:close/>
                <a:moveTo>
                  <a:pt x="1123950" y="638175"/>
                </a:moveTo>
                <a:lnTo>
                  <a:pt x="1133475" y="638175"/>
                </a:lnTo>
                <a:lnTo>
                  <a:pt x="1133475" y="647700"/>
                </a:lnTo>
                <a:lnTo>
                  <a:pt x="1123950" y="647700"/>
                </a:lnTo>
                <a:close/>
                <a:moveTo>
                  <a:pt x="142875" y="657225"/>
                </a:moveTo>
                <a:lnTo>
                  <a:pt x="152400" y="657225"/>
                </a:lnTo>
                <a:lnTo>
                  <a:pt x="152400" y="666750"/>
                </a:lnTo>
                <a:lnTo>
                  <a:pt x="142875" y="666750"/>
                </a:lnTo>
                <a:close/>
                <a:moveTo>
                  <a:pt x="190500" y="657225"/>
                </a:moveTo>
                <a:lnTo>
                  <a:pt x="200025" y="657225"/>
                </a:lnTo>
                <a:lnTo>
                  <a:pt x="200025" y="685800"/>
                </a:lnTo>
                <a:lnTo>
                  <a:pt x="190500" y="685800"/>
                </a:lnTo>
                <a:lnTo>
                  <a:pt x="190500" y="723900"/>
                </a:lnTo>
                <a:lnTo>
                  <a:pt x="180975" y="723900"/>
                </a:lnTo>
                <a:lnTo>
                  <a:pt x="180975" y="676275"/>
                </a:lnTo>
                <a:lnTo>
                  <a:pt x="190500" y="676275"/>
                </a:lnTo>
                <a:close/>
                <a:moveTo>
                  <a:pt x="523875" y="666750"/>
                </a:moveTo>
                <a:lnTo>
                  <a:pt x="533400" y="666750"/>
                </a:lnTo>
                <a:lnTo>
                  <a:pt x="533400" y="676275"/>
                </a:lnTo>
                <a:lnTo>
                  <a:pt x="542925" y="676275"/>
                </a:lnTo>
                <a:lnTo>
                  <a:pt x="542925" y="685800"/>
                </a:lnTo>
                <a:lnTo>
                  <a:pt x="552450" y="685800"/>
                </a:lnTo>
                <a:lnTo>
                  <a:pt x="552450" y="695325"/>
                </a:lnTo>
                <a:lnTo>
                  <a:pt x="523875" y="695325"/>
                </a:lnTo>
                <a:close/>
                <a:moveTo>
                  <a:pt x="200025" y="695325"/>
                </a:moveTo>
                <a:lnTo>
                  <a:pt x="209550" y="695325"/>
                </a:lnTo>
                <a:lnTo>
                  <a:pt x="209550" y="704850"/>
                </a:lnTo>
                <a:lnTo>
                  <a:pt x="200025" y="704850"/>
                </a:lnTo>
                <a:close/>
                <a:moveTo>
                  <a:pt x="333375" y="695325"/>
                </a:moveTo>
                <a:lnTo>
                  <a:pt x="342900" y="695325"/>
                </a:lnTo>
                <a:lnTo>
                  <a:pt x="342900" y="704850"/>
                </a:lnTo>
                <a:lnTo>
                  <a:pt x="333375" y="704850"/>
                </a:lnTo>
                <a:close/>
                <a:moveTo>
                  <a:pt x="428625" y="695325"/>
                </a:moveTo>
                <a:lnTo>
                  <a:pt x="438150" y="695325"/>
                </a:lnTo>
                <a:lnTo>
                  <a:pt x="438150" y="704850"/>
                </a:lnTo>
                <a:lnTo>
                  <a:pt x="428625" y="704850"/>
                </a:lnTo>
                <a:close/>
                <a:moveTo>
                  <a:pt x="666750" y="695325"/>
                </a:moveTo>
                <a:lnTo>
                  <a:pt x="704850" y="695325"/>
                </a:lnTo>
                <a:lnTo>
                  <a:pt x="704850" y="704850"/>
                </a:lnTo>
                <a:lnTo>
                  <a:pt x="676275" y="704850"/>
                </a:lnTo>
                <a:lnTo>
                  <a:pt x="676275" y="714375"/>
                </a:lnTo>
                <a:lnTo>
                  <a:pt x="666750" y="714375"/>
                </a:lnTo>
                <a:close/>
                <a:moveTo>
                  <a:pt x="352425" y="704850"/>
                </a:moveTo>
                <a:lnTo>
                  <a:pt x="361950" y="704850"/>
                </a:lnTo>
                <a:lnTo>
                  <a:pt x="361950" y="714375"/>
                </a:lnTo>
                <a:lnTo>
                  <a:pt x="352425" y="714375"/>
                </a:lnTo>
                <a:close/>
                <a:moveTo>
                  <a:pt x="438150" y="704850"/>
                </a:moveTo>
                <a:lnTo>
                  <a:pt x="447675" y="704850"/>
                </a:lnTo>
                <a:lnTo>
                  <a:pt x="447675" y="714375"/>
                </a:lnTo>
                <a:lnTo>
                  <a:pt x="438150" y="714375"/>
                </a:lnTo>
                <a:close/>
                <a:moveTo>
                  <a:pt x="466725" y="704850"/>
                </a:moveTo>
                <a:lnTo>
                  <a:pt x="485775" y="704850"/>
                </a:lnTo>
                <a:lnTo>
                  <a:pt x="485775" y="714375"/>
                </a:lnTo>
                <a:lnTo>
                  <a:pt x="476250" y="714375"/>
                </a:lnTo>
                <a:lnTo>
                  <a:pt x="476250" y="733425"/>
                </a:lnTo>
                <a:lnTo>
                  <a:pt x="485775" y="733425"/>
                </a:lnTo>
                <a:lnTo>
                  <a:pt x="485775" y="714375"/>
                </a:lnTo>
                <a:lnTo>
                  <a:pt x="495300" y="714375"/>
                </a:lnTo>
                <a:lnTo>
                  <a:pt x="495300" y="723900"/>
                </a:lnTo>
                <a:lnTo>
                  <a:pt x="514350" y="723900"/>
                </a:lnTo>
                <a:lnTo>
                  <a:pt x="514350" y="733425"/>
                </a:lnTo>
                <a:lnTo>
                  <a:pt x="495300" y="733425"/>
                </a:lnTo>
                <a:lnTo>
                  <a:pt x="495300" y="742950"/>
                </a:lnTo>
                <a:lnTo>
                  <a:pt x="466725" y="742950"/>
                </a:lnTo>
                <a:lnTo>
                  <a:pt x="466725" y="752475"/>
                </a:lnTo>
                <a:lnTo>
                  <a:pt x="457200" y="752475"/>
                </a:lnTo>
                <a:lnTo>
                  <a:pt x="457200" y="733425"/>
                </a:lnTo>
                <a:lnTo>
                  <a:pt x="447675" y="733425"/>
                </a:lnTo>
                <a:lnTo>
                  <a:pt x="447675" y="723900"/>
                </a:lnTo>
                <a:lnTo>
                  <a:pt x="457200" y="723900"/>
                </a:lnTo>
                <a:lnTo>
                  <a:pt x="457200" y="714375"/>
                </a:lnTo>
                <a:lnTo>
                  <a:pt x="466725" y="714375"/>
                </a:lnTo>
                <a:close/>
                <a:moveTo>
                  <a:pt x="742950" y="704850"/>
                </a:moveTo>
                <a:lnTo>
                  <a:pt x="752475" y="704850"/>
                </a:lnTo>
                <a:lnTo>
                  <a:pt x="752475" y="714375"/>
                </a:lnTo>
                <a:lnTo>
                  <a:pt x="742950" y="714375"/>
                </a:lnTo>
                <a:close/>
                <a:moveTo>
                  <a:pt x="1085850" y="704850"/>
                </a:moveTo>
                <a:lnTo>
                  <a:pt x="1095375" y="704850"/>
                </a:lnTo>
                <a:lnTo>
                  <a:pt x="1095375" y="714375"/>
                </a:lnTo>
                <a:lnTo>
                  <a:pt x="1085850" y="714375"/>
                </a:lnTo>
                <a:close/>
                <a:moveTo>
                  <a:pt x="361950" y="714375"/>
                </a:moveTo>
                <a:lnTo>
                  <a:pt x="371475" y="714375"/>
                </a:lnTo>
                <a:lnTo>
                  <a:pt x="371475" y="723900"/>
                </a:lnTo>
                <a:lnTo>
                  <a:pt x="381000" y="723900"/>
                </a:lnTo>
                <a:lnTo>
                  <a:pt x="381000" y="733425"/>
                </a:lnTo>
                <a:lnTo>
                  <a:pt x="361950" y="733425"/>
                </a:lnTo>
                <a:close/>
                <a:moveTo>
                  <a:pt x="657225" y="714375"/>
                </a:moveTo>
                <a:lnTo>
                  <a:pt x="666750" y="714375"/>
                </a:lnTo>
                <a:lnTo>
                  <a:pt x="666750" y="723900"/>
                </a:lnTo>
                <a:lnTo>
                  <a:pt x="657225" y="723900"/>
                </a:lnTo>
                <a:close/>
                <a:moveTo>
                  <a:pt x="352425" y="733425"/>
                </a:moveTo>
                <a:lnTo>
                  <a:pt x="361950" y="733425"/>
                </a:lnTo>
                <a:lnTo>
                  <a:pt x="361950" y="742950"/>
                </a:lnTo>
                <a:lnTo>
                  <a:pt x="352425" y="742950"/>
                </a:lnTo>
                <a:close/>
                <a:moveTo>
                  <a:pt x="381000" y="733425"/>
                </a:moveTo>
                <a:lnTo>
                  <a:pt x="390525" y="733425"/>
                </a:lnTo>
                <a:lnTo>
                  <a:pt x="390525" y="752475"/>
                </a:lnTo>
                <a:lnTo>
                  <a:pt x="361950" y="752475"/>
                </a:lnTo>
                <a:lnTo>
                  <a:pt x="361950" y="742950"/>
                </a:lnTo>
                <a:lnTo>
                  <a:pt x="381000" y="742950"/>
                </a:lnTo>
                <a:close/>
                <a:moveTo>
                  <a:pt x="1295400" y="742950"/>
                </a:moveTo>
                <a:lnTo>
                  <a:pt x="1323975" y="742950"/>
                </a:lnTo>
                <a:lnTo>
                  <a:pt x="1323975" y="762000"/>
                </a:lnTo>
                <a:lnTo>
                  <a:pt x="1314450" y="762000"/>
                </a:lnTo>
                <a:lnTo>
                  <a:pt x="1314450" y="771525"/>
                </a:lnTo>
                <a:lnTo>
                  <a:pt x="1304925" y="771525"/>
                </a:lnTo>
                <a:lnTo>
                  <a:pt x="1304925" y="762000"/>
                </a:lnTo>
                <a:lnTo>
                  <a:pt x="1295400" y="762000"/>
                </a:lnTo>
                <a:close/>
                <a:moveTo>
                  <a:pt x="1095375" y="762000"/>
                </a:moveTo>
                <a:lnTo>
                  <a:pt x="1104900" y="762000"/>
                </a:lnTo>
                <a:lnTo>
                  <a:pt x="1104900" y="771525"/>
                </a:lnTo>
                <a:lnTo>
                  <a:pt x="1114425" y="771525"/>
                </a:lnTo>
                <a:lnTo>
                  <a:pt x="1114425" y="800100"/>
                </a:lnTo>
                <a:lnTo>
                  <a:pt x="1104900" y="800100"/>
                </a:lnTo>
                <a:lnTo>
                  <a:pt x="1104900" y="781050"/>
                </a:lnTo>
                <a:lnTo>
                  <a:pt x="1095375" y="781050"/>
                </a:lnTo>
                <a:close/>
                <a:moveTo>
                  <a:pt x="1419225" y="762000"/>
                </a:moveTo>
                <a:lnTo>
                  <a:pt x="1438275" y="762000"/>
                </a:lnTo>
                <a:lnTo>
                  <a:pt x="1438275" y="790575"/>
                </a:lnTo>
                <a:lnTo>
                  <a:pt x="1428750" y="790575"/>
                </a:lnTo>
                <a:lnTo>
                  <a:pt x="1428750" y="809625"/>
                </a:lnTo>
                <a:lnTo>
                  <a:pt x="1438275" y="809625"/>
                </a:lnTo>
                <a:lnTo>
                  <a:pt x="1438275" y="819150"/>
                </a:lnTo>
                <a:lnTo>
                  <a:pt x="1428750" y="819150"/>
                </a:lnTo>
                <a:lnTo>
                  <a:pt x="1428750" y="828675"/>
                </a:lnTo>
                <a:lnTo>
                  <a:pt x="1457325" y="828675"/>
                </a:lnTo>
                <a:lnTo>
                  <a:pt x="1457325" y="838200"/>
                </a:lnTo>
                <a:lnTo>
                  <a:pt x="1419225" y="838200"/>
                </a:lnTo>
                <a:lnTo>
                  <a:pt x="1419225" y="828675"/>
                </a:lnTo>
                <a:lnTo>
                  <a:pt x="1400175" y="828675"/>
                </a:lnTo>
                <a:lnTo>
                  <a:pt x="1400175" y="809625"/>
                </a:lnTo>
                <a:lnTo>
                  <a:pt x="1409700" y="809625"/>
                </a:lnTo>
                <a:lnTo>
                  <a:pt x="1409700" y="800100"/>
                </a:lnTo>
                <a:lnTo>
                  <a:pt x="1419225" y="800100"/>
                </a:lnTo>
                <a:close/>
                <a:moveTo>
                  <a:pt x="333375" y="809625"/>
                </a:moveTo>
                <a:lnTo>
                  <a:pt x="361950" y="809625"/>
                </a:lnTo>
                <a:lnTo>
                  <a:pt x="361950" y="819150"/>
                </a:lnTo>
                <a:lnTo>
                  <a:pt x="333375" y="819150"/>
                </a:lnTo>
                <a:close/>
                <a:moveTo>
                  <a:pt x="514350" y="809625"/>
                </a:moveTo>
                <a:lnTo>
                  <a:pt x="552450" y="809625"/>
                </a:lnTo>
                <a:lnTo>
                  <a:pt x="552450" y="819150"/>
                </a:lnTo>
                <a:lnTo>
                  <a:pt x="571500" y="819150"/>
                </a:lnTo>
                <a:lnTo>
                  <a:pt x="571500" y="828675"/>
                </a:lnTo>
                <a:lnTo>
                  <a:pt x="581025" y="828675"/>
                </a:lnTo>
                <a:lnTo>
                  <a:pt x="581025" y="838200"/>
                </a:lnTo>
                <a:lnTo>
                  <a:pt x="542925" y="838200"/>
                </a:lnTo>
                <a:lnTo>
                  <a:pt x="542925" y="819150"/>
                </a:lnTo>
                <a:lnTo>
                  <a:pt x="514350" y="819150"/>
                </a:lnTo>
                <a:close/>
                <a:moveTo>
                  <a:pt x="1114425" y="809625"/>
                </a:moveTo>
                <a:lnTo>
                  <a:pt x="1123950" y="809625"/>
                </a:lnTo>
                <a:lnTo>
                  <a:pt x="1123950" y="819150"/>
                </a:lnTo>
                <a:lnTo>
                  <a:pt x="1114425" y="819150"/>
                </a:lnTo>
                <a:close/>
                <a:moveTo>
                  <a:pt x="314325" y="819150"/>
                </a:moveTo>
                <a:lnTo>
                  <a:pt x="323850" y="819150"/>
                </a:lnTo>
                <a:lnTo>
                  <a:pt x="323850" y="838200"/>
                </a:lnTo>
                <a:lnTo>
                  <a:pt x="295275" y="838200"/>
                </a:lnTo>
                <a:lnTo>
                  <a:pt x="295275" y="828675"/>
                </a:lnTo>
                <a:lnTo>
                  <a:pt x="314325" y="828675"/>
                </a:lnTo>
                <a:close/>
                <a:moveTo>
                  <a:pt x="438150" y="819150"/>
                </a:moveTo>
                <a:lnTo>
                  <a:pt x="485775" y="819150"/>
                </a:lnTo>
                <a:lnTo>
                  <a:pt x="485775" y="828675"/>
                </a:lnTo>
                <a:lnTo>
                  <a:pt x="457200" y="828675"/>
                </a:lnTo>
                <a:lnTo>
                  <a:pt x="457200" y="838200"/>
                </a:lnTo>
                <a:lnTo>
                  <a:pt x="447675" y="838200"/>
                </a:lnTo>
                <a:lnTo>
                  <a:pt x="447675" y="828675"/>
                </a:lnTo>
                <a:lnTo>
                  <a:pt x="438150" y="828675"/>
                </a:lnTo>
                <a:close/>
                <a:moveTo>
                  <a:pt x="495300" y="819150"/>
                </a:moveTo>
                <a:lnTo>
                  <a:pt x="514350" y="819150"/>
                </a:lnTo>
                <a:lnTo>
                  <a:pt x="514350" y="828675"/>
                </a:lnTo>
                <a:lnTo>
                  <a:pt x="495300" y="828675"/>
                </a:lnTo>
                <a:close/>
                <a:moveTo>
                  <a:pt x="628650" y="819150"/>
                </a:moveTo>
                <a:lnTo>
                  <a:pt x="647700" y="819150"/>
                </a:lnTo>
                <a:lnTo>
                  <a:pt x="647700" y="828675"/>
                </a:lnTo>
                <a:lnTo>
                  <a:pt x="657225" y="828675"/>
                </a:lnTo>
                <a:lnTo>
                  <a:pt x="657225" y="838200"/>
                </a:lnTo>
                <a:lnTo>
                  <a:pt x="619125" y="838200"/>
                </a:lnTo>
                <a:lnTo>
                  <a:pt x="619125" y="828675"/>
                </a:lnTo>
                <a:lnTo>
                  <a:pt x="628650" y="828675"/>
                </a:lnTo>
                <a:close/>
                <a:moveTo>
                  <a:pt x="1171575" y="819150"/>
                </a:moveTo>
                <a:lnTo>
                  <a:pt x="1181100" y="819150"/>
                </a:lnTo>
                <a:lnTo>
                  <a:pt x="1181100" y="838200"/>
                </a:lnTo>
                <a:lnTo>
                  <a:pt x="1171575" y="838200"/>
                </a:lnTo>
                <a:close/>
                <a:moveTo>
                  <a:pt x="1333500" y="819150"/>
                </a:moveTo>
                <a:lnTo>
                  <a:pt x="1381125" y="819150"/>
                </a:lnTo>
                <a:lnTo>
                  <a:pt x="1381125" y="838200"/>
                </a:lnTo>
                <a:lnTo>
                  <a:pt x="1362075" y="838200"/>
                </a:lnTo>
                <a:lnTo>
                  <a:pt x="1362075" y="828675"/>
                </a:lnTo>
                <a:lnTo>
                  <a:pt x="1333500" y="828675"/>
                </a:lnTo>
                <a:close/>
                <a:moveTo>
                  <a:pt x="1114425" y="828675"/>
                </a:moveTo>
                <a:lnTo>
                  <a:pt x="1143000" y="828675"/>
                </a:lnTo>
                <a:lnTo>
                  <a:pt x="1143000" y="838200"/>
                </a:lnTo>
                <a:lnTo>
                  <a:pt x="1123950" y="838200"/>
                </a:lnTo>
                <a:lnTo>
                  <a:pt x="1123950" y="847725"/>
                </a:lnTo>
                <a:lnTo>
                  <a:pt x="1104900" y="847725"/>
                </a:lnTo>
                <a:lnTo>
                  <a:pt x="1104900" y="838200"/>
                </a:lnTo>
                <a:lnTo>
                  <a:pt x="1114425" y="838200"/>
                </a:lnTo>
                <a:close/>
                <a:moveTo>
                  <a:pt x="1466850" y="828675"/>
                </a:moveTo>
                <a:lnTo>
                  <a:pt x="1476375" y="828675"/>
                </a:lnTo>
                <a:lnTo>
                  <a:pt x="1476375" y="838200"/>
                </a:lnTo>
                <a:lnTo>
                  <a:pt x="1466850" y="838200"/>
                </a:lnTo>
                <a:close/>
                <a:moveTo>
                  <a:pt x="200025" y="838200"/>
                </a:moveTo>
                <a:lnTo>
                  <a:pt x="209550" y="838200"/>
                </a:lnTo>
                <a:lnTo>
                  <a:pt x="209550" y="847725"/>
                </a:lnTo>
                <a:lnTo>
                  <a:pt x="200025" y="847725"/>
                </a:lnTo>
                <a:close/>
                <a:moveTo>
                  <a:pt x="219075" y="838200"/>
                </a:moveTo>
                <a:lnTo>
                  <a:pt x="247650" y="838200"/>
                </a:lnTo>
                <a:lnTo>
                  <a:pt x="247650" y="847725"/>
                </a:lnTo>
                <a:lnTo>
                  <a:pt x="219075" y="847725"/>
                </a:lnTo>
                <a:close/>
                <a:moveTo>
                  <a:pt x="285750" y="838200"/>
                </a:moveTo>
                <a:lnTo>
                  <a:pt x="295275" y="838200"/>
                </a:lnTo>
                <a:lnTo>
                  <a:pt x="295275" y="847725"/>
                </a:lnTo>
                <a:lnTo>
                  <a:pt x="285750" y="847725"/>
                </a:lnTo>
                <a:close/>
                <a:moveTo>
                  <a:pt x="600075" y="838200"/>
                </a:moveTo>
                <a:lnTo>
                  <a:pt x="619125" y="838200"/>
                </a:lnTo>
                <a:lnTo>
                  <a:pt x="619125" y="847725"/>
                </a:lnTo>
                <a:lnTo>
                  <a:pt x="600075" y="847725"/>
                </a:lnTo>
                <a:close/>
                <a:moveTo>
                  <a:pt x="676275" y="838200"/>
                </a:moveTo>
                <a:lnTo>
                  <a:pt x="685800" y="838200"/>
                </a:lnTo>
                <a:lnTo>
                  <a:pt x="685800" y="847725"/>
                </a:lnTo>
                <a:lnTo>
                  <a:pt x="676275" y="847725"/>
                </a:lnTo>
                <a:close/>
                <a:moveTo>
                  <a:pt x="742950" y="838200"/>
                </a:moveTo>
                <a:lnTo>
                  <a:pt x="762000" y="838200"/>
                </a:lnTo>
                <a:lnTo>
                  <a:pt x="762000" y="847725"/>
                </a:lnTo>
                <a:lnTo>
                  <a:pt x="742950" y="847725"/>
                </a:lnTo>
                <a:close/>
                <a:moveTo>
                  <a:pt x="1076325" y="838200"/>
                </a:moveTo>
                <a:lnTo>
                  <a:pt x="1085850" y="838200"/>
                </a:lnTo>
                <a:lnTo>
                  <a:pt x="1085850" y="847725"/>
                </a:lnTo>
                <a:lnTo>
                  <a:pt x="1076325" y="847725"/>
                </a:lnTo>
                <a:close/>
                <a:moveTo>
                  <a:pt x="209550" y="847725"/>
                </a:moveTo>
                <a:lnTo>
                  <a:pt x="219075" y="847725"/>
                </a:lnTo>
                <a:lnTo>
                  <a:pt x="219075" y="857250"/>
                </a:lnTo>
                <a:lnTo>
                  <a:pt x="209550" y="857250"/>
                </a:lnTo>
                <a:close/>
                <a:moveTo>
                  <a:pt x="695325" y="847725"/>
                </a:moveTo>
                <a:lnTo>
                  <a:pt x="704850" y="847725"/>
                </a:lnTo>
                <a:lnTo>
                  <a:pt x="704850" y="857250"/>
                </a:lnTo>
                <a:lnTo>
                  <a:pt x="695325" y="857250"/>
                </a:lnTo>
                <a:close/>
                <a:moveTo>
                  <a:pt x="752475" y="866775"/>
                </a:moveTo>
                <a:lnTo>
                  <a:pt x="762000" y="866775"/>
                </a:lnTo>
                <a:lnTo>
                  <a:pt x="762000" y="876300"/>
                </a:lnTo>
                <a:lnTo>
                  <a:pt x="752475" y="876300"/>
                </a:lnTo>
                <a:close/>
                <a:moveTo>
                  <a:pt x="876300" y="866775"/>
                </a:moveTo>
                <a:lnTo>
                  <a:pt x="904875" y="866775"/>
                </a:lnTo>
                <a:lnTo>
                  <a:pt x="904875" y="876300"/>
                </a:lnTo>
                <a:lnTo>
                  <a:pt x="876300" y="876300"/>
                </a:lnTo>
                <a:close/>
                <a:moveTo>
                  <a:pt x="981075" y="866775"/>
                </a:moveTo>
                <a:lnTo>
                  <a:pt x="1000125" y="866775"/>
                </a:lnTo>
                <a:lnTo>
                  <a:pt x="1000125" y="876300"/>
                </a:lnTo>
                <a:lnTo>
                  <a:pt x="990600" y="876300"/>
                </a:lnTo>
                <a:lnTo>
                  <a:pt x="990600" y="895350"/>
                </a:lnTo>
                <a:lnTo>
                  <a:pt x="981075" y="895350"/>
                </a:lnTo>
                <a:close/>
                <a:moveTo>
                  <a:pt x="1114425" y="866775"/>
                </a:moveTo>
                <a:lnTo>
                  <a:pt x="1123950" y="866775"/>
                </a:lnTo>
                <a:lnTo>
                  <a:pt x="1123950" y="885825"/>
                </a:lnTo>
                <a:lnTo>
                  <a:pt x="1114425" y="885825"/>
                </a:lnTo>
                <a:close/>
                <a:moveTo>
                  <a:pt x="1266825" y="866775"/>
                </a:moveTo>
                <a:lnTo>
                  <a:pt x="1323975" y="866775"/>
                </a:lnTo>
                <a:lnTo>
                  <a:pt x="1323975" y="876300"/>
                </a:lnTo>
                <a:lnTo>
                  <a:pt x="1266825" y="876300"/>
                </a:lnTo>
                <a:close/>
                <a:moveTo>
                  <a:pt x="1333500" y="866775"/>
                </a:moveTo>
                <a:lnTo>
                  <a:pt x="1352550" y="866775"/>
                </a:lnTo>
                <a:lnTo>
                  <a:pt x="1352550" y="876300"/>
                </a:lnTo>
                <a:lnTo>
                  <a:pt x="1333500" y="876300"/>
                </a:lnTo>
                <a:close/>
                <a:moveTo>
                  <a:pt x="1381125" y="866775"/>
                </a:moveTo>
                <a:lnTo>
                  <a:pt x="1419225" y="866775"/>
                </a:lnTo>
                <a:lnTo>
                  <a:pt x="1419225" y="876300"/>
                </a:lnTo>
                <a:lnTo>
                  <a:pt x="1381125" y="876300"/>
                </a:lnTo>
                <a:close/>
                <a:moveTo>
                  <a:pt x="1457325" y="866775"/>
                </a:moveTo>
                <a:lnTo>
                  <a:pt x="1533525" y="866775"/>
                </a:lnTo>
                <a:lnTo>
                  <a:pt x="1533525" y="876300"/>
                </a:lnTo>
                <a:lnTo>
                  <a:pt x="1504950" y="876300"/>
                </a:lnTo>
                <a:lnTo>
                  <a:pt x="1504950" y="885825"/>
                </a:lnTo>
                <a:lnTo>
                  <a:pt x="1476375" y="885825"/>
                </a:lnTo>
                <a:lnTo>
                  <a:pt x="1476375" y="876300"/>
                </a:lnTo>
                <a:lnTo>
                  <a:pt x="1457325" y="876300"/>
                </a:lnTo>
                <a:close/>
                <a:moveTo>
                  <a:pt x="1571625" y="876300"/>
                </a:moveTo>
                <a:lnTo>
                  <a:pt x="1581150" y="876300"/>
                </a:lnTo>
                <a:lnTo>
                  <a:pt x="1581150" y="885825"/>
                </a:lnTo>
                <a:lnTo>
                  <a:pt x="1571625" y="885825"/>
                </a:lnTo>
                <a:close/>
                <a:moveTo>
                  <a:pt x="704850" y="885825"/>
                </a:moveTo>
                <a:lnTo>
                  <a:pt x="714375" y="885825"/>
                </a:lnTo>
                <a:lnTo>
                  <a:pt x="714375" y="895350"/>
                </a:lnTo>
                <a:lnTo>
                  <a:pt x="723900" y="895350"/>
                </a:lnTo>
                <a:lnTo>
                  <a:pt x="723900" y="904875"/>
                </a:lnTo>
                <a:lnTo>
                  <a:pt x="733425" y="904875"/>
                </a:lnTo>
                <a:lnTo>
                  <a:pt x="733425" y="914400"/>
                </a:lnTo>
                <a:lnTo>
                  <a:pt x="714375" y="914400"/>
                </a:lnTo>
                <a:lnTo>
                  <a:pt x="714375" y="904875"/>
                </a:lnTo>
                <a:lnTo>
                  <a:pt x="704850" y="904875"/>
                </a:lnTo>
                <a:close/>
                <a:moveTo>
                  <a:pt x="857250" y="885825"/>
                </a:moveTo>
                <a:lnTo>
                  <a:pt x="866775" y="885825"/>
                </a:lnTo>
                <a:lnTo>
                  <a:pt x="866775" y="914400"/>
                </a:lnTo>
                <a:lnTo>
                  <a:pt x="857250" y="914400"/>
                </a:lnTo>
                <a:close/>
                <a:moveTo>
                  <a:pt x="933450" y="885825"/>
                </a:moveTo>
                <a:lnTo>
                  <a:pt x="942975" y="885825"/>
                </a:lnTo>
                <a:lnTo>
                  <a:pt x="942975" y="895350"/>
                </a:lnTo>
                <a:lnTo>
                  <a:pt x="933450" y="895350"/>
                </a:lnTo>
                <a:close/>
                <a:moveTo>
                  <a:pt x="1104900" y="885825"/>
                </a:moveTo>
                <a:lnTo>
                  <a:pt x="1114425" y="885825"/>
                </a:lnTo>
                <a:lnTo>
                  <a:pt x="1114425" y="895350"/>
                </a:lnTo>
                <a:lnTo>
                  <a:pt x="1104900" y="895350"/>
                </a:lnTo>
                <a:close/>
                <a:moveTo>
                  <a:pt x="1533525" y="885825"/>
                </a:moveTo>
                <a:lnTo>
                  <a:pt x="1543050" y="885825"/>
                </a:lnTo>
                <a:lnTo>
                  <a:pt x="1543050" y="904875"/>
                </a:lnTo>
                <a:lnTo>
                  <a:pt x="1533525" y="904875"/>
                </a:lnTo>
                <a:close/>
                <a:moveTo>
                  <a:pt x="209550" y="895350"/>
                </a:moveTo>
                <a:lnTo>
                  <a:pt x="219075" y="895350"/>
                </a:lnTo>
                <a:lnTo>
                  <a:pt x="219075" y="904875"/>
                </a:lnTo>
                <a:lnTo>
                  <a:pt x="209550" y="904875"/>
                </a:lnTo>
                <a:close/>
                <a:moveTo>
                  <a:pt x="552450" y="895350"/>
                </a:moveTo>
                <a:lnTo>
                  <a:pt x="571500" y="895350"/>
                </a:lnTo>
                <a:lnTo>
                  <a:pt x="571500" y="904875"/>
                </a:lnTo>
                <a:lnTo>
                  <a:pt x="552450" y="904875"/>
                </a:lnTo>
                <a:close/>
                <a:moveTo>
                  <a:pt x="638175" y="895350"/>
                </a:moveTo>
                <a:lnTo>
                  <a:pt x="676275" y="895350"/>
                </a:lnTo>
                <a:lnTo>
                  <a:pt x="676275" y="904875"/>
                </a:lnTo>
                <a:lnTo>
                  <a:pt x="638175" y="904875"/>
                </a:lnTo>
                <a:close/>
                <a:moveTo>
                  <a:pt x="952500" y="895350"/>
                </a:moveTo>
                <a:lnTo>
                  <a:pt x="962025" y="895350"/>
                </a:lnTo>
                <a:lnTo>
                  <a:pt x="962025" y="904875"/>
                </a:lnTo>
                <a:lnTo>
                  <a:pt x="952500" y="904875"/>
                </a:lnTo>
                <a:close/>
                <a:moveTo>
                  <a:pt x="1095375" y="895350"/>
                </a:moveTo>
                <a:lnTo>
                  <a:pt x="1104900" y="895350"/>
                </a:lnTo>
                <a:lnTo>
                  <a:pt x="1104900" y="904875"/>
                </a:lnTo>
                <a:lnTo>
                  <a:pt x="1095375" y="904875"/>
                </a:lnTo>
                <a:close/>
                <a:moveTo>
                  <a:pt x="1143000" y="895350"/>
                </a:moveTo>
                <a:lnTo>
                  <a:pt x="1152525" y="895350"/>
                </a:lnTo>
                <a:lnTo>
                  <a:pt x="1152525" y="904875"/>
                </a:lnTo>
                <a:lnTo>
                  <a:pt x="1143000" y="904875"/>
                </a:lnTo>
                <a:close/>
                <a:moveTo>
                  <a:pt x="1466850" y="895350"/>
                </a:moveTo>
                <a:lnTo>
                  <a:pt x="1495425" y="895350"/>
                </a:lnTo>
                <a:lnTo>
                  <a:pt x="1495425" y="904875"/>
                </a:lnTo>
                <a:lnTo>
                  <a:pt x="1485900" y="904875"/>
                </a:lnTo>
                <a:lnTo>
                  <a:pt x="1485900" y="923925"/>
                </a:lnTo>
                <a:lnTo>
                  <a:pt x="1476375" y="923925"/>
                </a:lnTo>
                <a:lnTo>
                  <a:pt x="1476375" y="904875"/>
                </a:lnTo>
                <a:lnTo>
                  <a:pt x="1466850" y="904875"/>
                </a:lnTo>
                <a:close/>
                <a:moveTo>
                  <a:pt x="409575" y="904875"/>
                </a:moveTo>
                <a:lnTo>
                  <a:pt x="419100" y="904875"/>
                </a:lnTo>
                <a:lnTo>
                  <a:pt x="419100" y="914400"/>
                </a:lnTo>
                <a:lnTo>
                  <a:pt x="409575" y="914400"/>
                </a:lnTo>
                <a:close/>
                <a:moveTo>
                  <a:pt x="571500" y="904875"/>
                </a:moveTo>
                <a:lnTo>
                  <a:pt x="590550" y="904875"/>
                </a:lnTo>
                <a:lnTo>
                  <a:pt x="590550" y="914400"/>
                </a:lnTo>
                <a:lnTo>
                  <a:pt x="600075" y="914400"/>
                </a:lnTo>
                <a:lnTo>
                  <a:pt x="600075" y="904875"/>
                </a:lnTo>
                <a:lnTo>
                  <a:pt x="628650" y="904875"/>
                </a:lnTo>
                <a:lnTo>
                  <a:pt x="628650" y="914400"/>
                </a:lnTo>
                <a:lnTo>
                  <a:pt x="609600" y="914400"/>
                </a:lnTo>
                <a:lnTo>
                  <a:pt x="609600" y="923925"/>
                </a:lnTo>
                <a:lnTo>
                  <a:pt x="581025" y="923925"/>
                </a:lnTo>
                <a:lnTo>
                  <a:pt x="581025" y="914400"/>
                </a:lnTo>
                <a:lnTo>
                  <a:pt x="571500" y="914400"/>
                </a:lnTo>
                <a:close/>
                <a:moveTo>
                  <a:pt x="1009650" y="904875"/>
                </a:moveTo>
                <a:lnTo>
                  <a:pt x="1019175" y="904875"/>
                </a:lnTo>
                <a:lnTo>
                  <a:pt x="1019175" y="914400"/>
                </a:lnTo>
                <a:lnTo>
                  <a:pt x="1009650" y="914400"/>
                </a:lnTo>
                <a:close/>
                <a:moveTo>
                  <a:pt x="1057275" y="904875"/>
                </a:moveTo>
                <a:lnTo>
                  <a:pt x="1076325" y="904875"/>
                </a:lnTo>
                <a:lnTo>
                  <a:pt x="1076325" y="914400"/>
                </a:lnTo>
                <a:lnTo>
                  <a:pt x="1057275" y="914400"/>
                </a:lnTo>
                <a:close/>
                <a:moveTo>
                  <a:pt x="1190625" y="904875"/>
                </a:moveTo>
                <a:lnTo>
                  <a:pt x="1200150" y="904875"/>
                </a:lnTo>
                <a:lnTo>
                  <a:pt x="1200150" y="923925"/>
                </a:lnTo>
                <a:lnTo>
                  <a:pt x="1190625" y="923925"/>
                </a:lnTo>
                <a:close/>
                <a:moveTo>
                  <a:pt x="1514475" y="904875"/>
                </a:moveTo>
                <a:lnTo>
                  <a:pt x="1533525" y="904875"/>
                </a:lnTo>
                <a:lnTo>
                  <a:pt x="1533525" y="923925"/>
                </a:lnTo>
                <a:lnTo>
                  <a:pt x="1543050" y="923925"/>
                </a:lnTo>
                <a:lnTo>
                  <a:pt x="1543050" y="933450"/>
                </a:lnTo>
                <a:lnTo>
                  <a:pt x="1524000" y="933450"/>
                </a:lnTo>
                <a:lnTo>
                  <a:pt x="1524000" y="942975"/>
                </a:lnTo>
                <a:lnTo>
                  <a:pt x="1514475" y="942975"/>
                </a:lnTo>
                <a:lnTo>
                  <a:pt x="1514475" y="933450"/>
                </a:lnTo>
                <a:lnTo>
                  <a:pt x="1504950" y="933450"/>
                </a:lnTo>
                <a:lnTo>
                  <a:pt x="1504950" y="923925"/>
                </a:lnTo>
                <a:lnTo>
                  <a:pt x="1514475" y="923925"/>
                </a:lnTo>
                <a:close/>
                <a:moveTo>
                  <a:pt x="180975" y="914400"/>
                </a:moveTo>
                <a:lnTo>
                  <a:pt x="190500" y="914400"/>
                </a:lnTo>
                <a:lnTo>
                  <a:pt x="190500" y="923925"/>
                </a:lnTo>
                <a:lnTo>
                  <a:pt x="180975" y="923925"/>
                </a:lnTo>
                <a:close/>
                <a:moveTo>
                  <a:pt x="476250" y="914400"/>
                </a:moveTo>
                <a:lnTo>
                  <a:pt x="514350" y="914400"/>
                </a:lnTo>
                <a:lnTo>
                  <a:pt x="514350" y="923925"/>
                </a:lnTo>
                <a:lnTo>
                  <a:pt x="476250" y="923925"/>
                </a:lnTo>
                <a:close/>
                <a:moveTo>
                  <a:pt x="742950" y="914400"/>
                </a:moveTo>
                <a:lnTo>
                  <a:pt x="752475" y="914400"/>
                </a:lnTo>
                <a:lnTo>
                  <a:pt x="752475" y="923925"/>
                </a:lnTo>
                <a:lnTo>
                  <a:pt x="742950" y="923925"/>
                </a:lnTo>
                <a:close/>
                <a:moveTo>
                  <a:pt x="962025" y="914400"/>
                </a:moveTo>
                <a:lnTo>
                  <a:pt x="971550" y="914400"/>
                </a:lnTo>
                <a:lnTo>
                  <a:pt x="971550" y="923925"/>
                </a:lnTo>
                <a:lnTo>
                  <a:pt x="962025" y="923925"/>
                </a:lnTo>
                <a:close/>
                <a:moveTo>
                  <a:pt x="990600" y="914400"/>
                </a:moveTo>
                <a:lnTo>
                  <a:pt x="1000125" y="914400"/>
                </a:lnTo>
                <a:lnTo>
                  <a:pt x="1000125" y="923925"/>
                </a:lnTo>
                <a:lnTo>
                  <a:pt x="990600" y="923925"/>
                </a:lnTo>
                <a:close/>
                <a:moveTo>
                  <a:pt x="1238250" y="914400"/>
                </a:moveTo>
                <a:lnTo>
                  <a:pt x="1257300" y="914400"/>
                </a:lnTo>
                <a:lnTo>
                  <a:pt x="1257300" y="923925"/>
                </a:lnTo>
                <a:lnTo>
                  <a:pt x="1238250" y="923925"/>
                </a:lnTo>
                <a:close/>
                <a:moveTo>
                  <a:pt x="1266825" y="914400"/>
                </a:moveTo>
                <a:lnTo>
                  <a:pt x="1276350" y="914400"/>
                </a:lnTo>
                <a:lnTo>
                  <a:pt x="1276350" y="923925"/>
                </a:lnTo>
                <a:lnTo>
                  <a:pt x="1304925" y="923925"/>
                </a:lnTo>
                <a:lnTo>
                  <a:pt x="1304925" y="933450"/>
                </a:lnTo>
                <a:lnTo>
                  <a:pt x="1266825" y="933450"/>
                </a:lnTo>
                <a:close/>
                <a:moveTo>
                  <a:pt x="1323975" y="914400"/>
                </a:moveTo>
                <a:lnTo>
                  <a:pt x="1343025" y="914400"/>
                </a:lnTo>
                <a:lnTo>
                  <a:pt x="1343025" y="923925"/>
                </a:lnTo>
                <a:lnTo>
                  <a:pt x="1333500" y="923925"/>
                </a:lnTo>
                <a:lnTo>
                  <a:pt x="1333500" y="933450"/>
                </a:lnTo>
                <a:lnTo>
                  <a:pt x="1323975" y="933450"/>
                </a:lnTo>
                <a:close/>
                <a:moveTo>
                  <a:pt x="1362075" y="914400"/>
                </a:moveTo>
                <a:lnTo>
                  <a:pt x="1371600" y="914400"/>
                </a:lnTo>
                <a:lnTo>
                  <a:pt x="1371600" y="923925"/>
                </a:lnTo>
                <a:lnTo>
                  <a:pt x="1362075" y="923925"/>
                </a:lnTo>
                <a:close/>
                <a:moveTo>
                  <a:pt x="1409700" y="914400"/>
                </a:moveTo>
                <a:lnTo>
                  <a:pt x="1447800" y="914400"/>
                </a:lnTo>
                <a:lnTo>
                  <a:pt x="1447800" y="923925"/>
                </a:lnTo>
                <a:lnTo>
                  <a:pt x="1409700" y="923925"/>
                </a:lnTo>
                <a:close/>
                <a:moveTo>
                  <a:pt x="981075" y="923925"/>
                </a:moveTo>
                <a:lnTo>
                  <a:pt x="990600" y="923925"/>
                </a:lnTo>
                <a:lnTo>
                  <a:pt x="990600" y="933450"/>
                </a:lnTo>
                <a:lnTo>
                  <a:pt x="981075" y="933450"/>
                </a:lnTo>
                <a:close/>
                <a:moveTo>
                  <a:pt x="1390650" y="923925"/>
                </a:moveTo>
                <a:lnTo>
                  <a:pt x="1400175" y="923925"/>
                </a:lnTo>
                <a:lnTo>
                  <a:pt x="1400175" y="933450"/>
                </a:lnTo>
                <a:lnTo>
                  <a:pt x="1390650" y="933450"/>
                </a:lnTo>
                <a:close/>
                <a:moveTo>
                  <a:pt x="752475" y="933450"/>
                </a:moveTo>
                <a:lnTo>
                  <a:pt x="762000" y="933450"/>
                </a:lnTo>
                <a:lnTo>
                  <a:pt x="762000" y="942975"/>
                </a:lnTo>
                <a:lnTo>
                  <a:pt x="752475" y="942975"/>
                </a:lnTo>
                <a:close/>
                <a:moveTo>
                  <a:pt x="1533525" y="962025"/>
                </a:moveTo>
                <a:lnTo>
                  <a:pt x="1543050" y="962025"/>
                </a:lnTo>
                <a:lnTo>
                  <a:pt x="1543050" y="971550"/>
                </a:lnTo>
                <a:lnTo>
                  <a:pt x="1533525" y="971550"/>
                </a:lnTo>
                <a:close/>
                <a:moveTo>
                  <a:pt x="1571625" y="962025"/>
                </a:moveTo>
                <a:lnTo>
                  <a:pt x="1581150" y="962025"/>
                </a:lnTo>
                <a:lnTo>
                  <a:pt x="1581150" y="971550"/>
                </a:lnTo>
                <a:lnTo>
                  <a:pt x="1571625" y="971550"/>
                </a:lnTo>
                <a:close/>
                <a:moveTo>
                  <a:pt x="1524000" y="971550"/>
                </a:moveTo>
                <a:lnTo>
                  <a:pt x="1533525" y="971550"/>
                </a:lnTo>
                <a:lnTo>
                  <a:pt x="1533525" y="981075"/>
                </a:lnTo>
                <a:lnTo>
                  <a:pt x="1524000" y="981075"/>
                </a:lnTo>
                <a:close/>
                <a:moveTo>
                  <a:pt x="438150" y="1000125"/>
                </a:moveTo>
                <a:lnTo>
                  <a:pt x="447675" y="1000125"/>
                </a:lnTo>
                <a:lnTo>
                  <a:pt x="447675" y="1019175"/>
                </a:lnTo>
                <a:lnTo>
                  <a:pt x="438150" y="1019175"/>
                </a:lnTo>
                <a:close/>
                <a:moveTo>
                  <a:pt x="457200" y="1000125"/>
                </a:moveTo>
                <a:lnTo>
                  <a:pt x="476250" y="1000125"/>
                </a:lnTo>
                <a:lnTo>
                  <a:pt x="476250" y="1009650"/>
                </a:lnTo>
                <a:lnTo>
                  <a:pt x="466725" y="1009650"/>
                </a:lnTo>
                <a:lnTo>
                  <a:pt x="466725" y="1019175"/>
                </a:lnTo>
                <a:lnTo>
                  <a:pt x="457200" y="1019175"/>
                </a:lnTo>
                <a:close/>
                <a:moveTo>
                  <a:pt x="504825" y="1000125"/>
                </a:moveTo>
                <a:lnTo>
                  <a:pt x="523875" y="1000125"/>
                </a:lnTo>
                <a:lnTo>
                  <a:pt x="523875" y="1009650"/>
                </a:lnTo>
                <a:lnTo>
                  <a:pt x="504825" y="1009650"/>
                </a:lnTo>
                <a:close/>
                <a:moveTo>
                  <a:pt x="581025" y="1000125"/>
                </a:moveTo>
                <a:lnTo>
                  <a:pt x="590550" y="1000125"/>
                </a:lnTo>
                <a:lnTo>
                  <a:pt x="590550" y="1009650"/>
                </a:lnTo>
                <a:lnTo>
                  <a:pt x="581025" y="1009650"/>
                </a:lnTo>
                <a:close/>
                <a:moveTo>
                  <a:pt x="1152525" y="1000125"/>
                </a:moveTo>
                <a:lnTo>
                  <a:pt x="1209675" y="1000125"/>
                </a:lnTo>
                <a:lnTo>
                  <a:pt x="1209675" y="1009650"/>
                </a:lnTo>
                <a:lnTo>
                  <a:pt x="1162050" y="1009650"/>
                </a:lnTo>
                <a:lnTo>
                  <a:pt x="1162050" y="1019175"/>
                </a:lnTo>
                <a:lnTo>
                  <a:pt x="1152525" y="1019175"/>
                </a:lnTo>
                <a:close/>
                <a:moveTo>
                  <a:pt x="1304925" y="1000125"/>
                </a:moveTo>
                <a:lnTo>
                  <a:pt x="1314450" y="1000125"/>
                </a:lnTo>
                <a:lnTo>
                  <a:pt x="1314450" y="1009650"/>
                </a:lnTo>
                <a:lnTo>
                  <a:pt x="1304925" y="1009650"/>
                </a:lnTo>
                <a:close/>
                <a:moveTo>
                  <a:pt x="1466850" y="1000125"/>
                </a:moveTo>
                <a:lnTo>
                  <a:pt x="1476375" y="1000125"/>
                </a:lnTo>
                <a:lnTo>
                  <a:pt x="1476375" y="1009650"/>
                </a:lnTo>
                <a:lnTo>
                  <a:pt x="1466850" y="1009650"/>
                </a:lnTo>
                <a:close/>
                <a:moveTo>
                  <a:pt x="1514475" y="1000125"/>
                </a:moveTo>
                <a:lnTo>
                  <a:pt x="1524000" y="1000125"/>
                </a:lnTo>
                <a:lnTo>
                  <a:pt x="1524000" y="1009650"/>
                </a:lnTo>
                <a:lnTo>
                  <a:pt x="1514475" y="1009650"/>
                </a:lnTo>
                <a:close/>
                <a:moveTo>
                  <a:pt x="495300" y="1009650"/>
                </a:moveTo>
                <a:lnTo>
                  <a:pt x="504825" y="1009650"/>
                </a:lnTo>
                <a:lnTo>
                  <a:pt x="504825" y="1019175"/>
                </a:lnTo>
                <a:lnTo>
                  <a:pt x="495300" y="1019175"/>
                </a:lnTo>
                <a:close/>
                <a:moveTo>
                  <a:pt x="533400" y="1009650"/>
                </a:moveTo>
                <a:lnTo>
                  <a:pt x="552450" y="1009650"/>
                </a:lnTo>
                <a:lnTo>
                  <a:pt x="552450" y="1019175"/>
                </a:lnTo>
                <a:lnTo>
                  <a:pt x="533400" y="1019175"/>
                </a:lnTo>
                <a:close/>
                <a:moveTo>
                  <a:pt x="561975" y="1009650"/>
                </a:moveTo>
                <a:lnTo>
                  <a:pt x="571500" y="1009650"/>
                </a:lnTo>
                <a:lnTo>
                  <a:pt x="571500" y="1019175"/>
                </a:lnTo>
                <a:lnTo>
                  <a:pt x="561975" y="1019175"/>
                </a:lnTo>
                <a:close/>
                <a:moveTo>
                  <a:pt x="1447800" y="1009650"/>
                </a:moveTo>
                <a:lnTo>
                  <a:pt x="1457325" y="1009650"/>
                </a:lnTo>
                <a:lnTo>
                  <a:pt x="1457325" y="1019175"/>
                </a:lnTo>
                <a:lnTo>
                  <a:pt x="1447800" y="1019175"/>
                </a:lnTo>
                <a:close/>
                <a:moveTo>
                  <a:pt x="1524000" y="1009650"/>
                </a:moveTo>
                <a:lnTo>
                  <a:pt x="1533525" y="1009650"/>
                </a:lnTo>
                <a:lnTo>
                  <a:pt x="1533525" y="1019175"/>
                </a:lnTo>
                <a:lnTo>
                  <a:pt x="1543050" y="1019175"/>
                </a:lnTo>
                <a:lnTo>
                  <a:pt x="1543050" y="1028700"/>
                </a:lnTo>
                <a:lnTo>
                  <a:pt x="1514475" y="1028700"/>
                </a:lnTo>
                <a:lnTo>
                  <a:pt x="1514475" y="1019175"/>
                </a:lnTo>
                <a:lnTo>
                  <a:pt x="1524000" y="1019175"/>
                </a:lnTo>
                <a:close/>
                <a:moveTo>
                  <a:pt x="1514475" y="1038225"/>
                </a:moveTo>
                <a:lnTo>
                  <a:pt x="1543050" y="1038225"/>
                </a:lnTo>
                <a:lnTo>
                  <a:pt x="1543050" y="1047750"/>
                </a:lnTo>
                <a:lnTo>
                  <a:pt x="1533525" y="1047750"/>
                </a:lnTo>
                <a:lnTo>
                  <a:pt x="1533525" y="1057275"/>
                </a:lnTo>
                <a:lnTo>
                  <a:pt x="1495425" y="1057275"/>
                </a:lnTo>
                <a:lnTo>
                  <a:pt x="1495425" y="1066800"/>
                </a:lnTo>
                <a:lnTo>
                  <a:pt x="1466850" y="1066800"/>
                </a:lnTo>
                <a:lnTo>
                  <a:pt x="1466850" y="1057275"/>
                </a:lnTo>
                <a:lnTo>
                  <a:pt x="1447800" y="1057275"/>
                </a:lnTo>
                <a:lnTo>
                  <a:pt x="1447800" y="1047750"/>
                </a:lnTo>
                <a:lnTo>
                  <a:pt x="1466850" y="1047750"/>
                </a:lnTo>
                <a:lnTo>
                  <a:pt x="1466850" y="1057275"/>
                </a:lnTo>
                <a:lnTo>
                  <a:pt x="1485900" y="1057275"/>
                </a:lnTo>
                <a:lnTo>
                  <a:pt x="1485900" y="1047750"/>
                </a:lnTo>
                <a:lnTo>
                  <a:pt x="1514475" y="1047750"/>
                </a:lnTo>
                <a:close/>
                <a:moveTo>
                  <a:pt x="1714500" y="1038225"/>
                </a:moveTo>
                <a:lnTo>
                  <a:pt x="1724025" y="1038225"/>
                </a:lnTo>
                <a:lnTo>
                  <a:pt x="1724025" y="1057275"/>
                </a:lnTo>
                <a:lnTo>
                  <a:pt x="1714500" y="1057275"/>
                </a:lnTo>
                <a:close/>
                <a:moveTo>
                  <a:pt x="1390650" y="1047750"/>
                </a:moveTo>
                <a:lnTo>
                  <a:pt x="1409700" y="1047750"/>
                </a:lnTo>
                <a:lnTo>
                  <a:pt x="1409700" y="1057275"/>
                </a:lnTo>
                <a:lnTo>
                  <a:pt x="1390650" y="1057275"/>
                </a:lnTo>
                <a:close/>
                <a:moveTo>
                  <a:pt x="1200150" y="1057275"/>
                </a:moveTo>
                <a:lnTo>
                  <a:pt x="1219200" y="1057275"/>
                </a:lnTo>
                <a:lnTo>
                  <a:pt x="1219200" y="1095375"/>
                </a:lnTo>
                <a:lnTo>
                  <a:pt x="1238250" y="1095375"/>
                </a:lnTo>
                <a:lnTo>
                  <a:pt x="1238250" y="1104900"/>
                </a:lnTo>
                <a:lnTo>
                  <a:pt x="1209675" y="1104900"/>
                </a:lnTo>
                <a:lnTo>
                  <a:pt x="1209675" y="1095375"/>
                </a:lnTo>
                <a:lnTo>
                  <a:pt x="1181100" y="1095375"/>
                </a:lnTo>
                <a:lnTo>
                  <a:pt x="1181100" y="1085850"/>
                </a:lnTo>
                <a:lnTo>
                  <a:pt x="1171575" y="1085850"/>
                </a:lnTo>
                <a:lnTo>
                  <a:pt x="1171575" y="1066800"/>
                </a:lnTo>
                <a:lnTo>
                  <a:pt x="1181100" y="1066800"/>
                </a:lnTo>
                <a:lnTo>
                  <a:pt x="1181100" y="1076325"/>
                </a:lnTo>
                <a:lnTo>
                  <a:pt x="1190625" y="1076325"/>
                </a:lnTo>
                <a:lnTo>
                  <a:pt x="1190625" y="1066800"/>
                </a:lnTo>
                <a:lnTo>
                  <a:pt x="1200150" y="1066800"/>
                </a:lnTo>
                <a:close/>
                <a:moveTo>
                  <a:pt x="1371600" y="1057275"/>
                </a:moveTo>
                <a:lnTo>
                  <a:pt x="1390650" y="1057275"/>
                </a:lnTo>
                <a:lnTo>
                  <a:pt x="1390650" y="1066800"/>
                </a:lnTo>
                <a:lnTo>
                  <a:pt x="1381125" y="1066800"/>
                </a:lnTo>
                <a:lnTo>
                  <a:pt x="1381125" y="1095375"/>
                </a:lnTo>
                <a:lnTo>
                  <a:pt x="1343025" y="1095375"/>
                </a:lnTo>
                <a:lnTo>
                  <a:pt x="1343025" y="1076325"/>
                </a:lnTo>
                <a:lnTo>
                  <a:pt x="1352550" y="1076325"/>
                </a:lnTo>
                <a:lnTo>
                  <a:pt x="1352550" y="1066800"/>
                </a:lnTo>
                <a:lnTo>
                  <a:pt x="1362075" y="1066800"/>
                </a:lnTo>
                <a:lnTo>
                  <a:pt x="1362075" y="1076325"/>
                </a:lnTo>
                <a:lnTo>
                  <a:pt x="1371600" y="1076325"/>
                </a:lnTo>
                <a:close/>
                <a:moveTo>
                  <a:pt x="1409700" y="1057275"/>
                </a:moveTo>
                <a:lnTo>
                  <a:pt x="1419225" y="1057275"/>
                </a:lnTo>
                <a:lnTo>
                  <a:pt x="1419225" y="1066800"/>
                </a:lnTo>
                <a:lnTo>
                  <a:pt x="1409700" y="1066800"/>
                </a:lnTo>
                <a:close/>
                <a:moveTo>
                  <a:pt x="342900" y="1066800"/>
                </a:moveTo>
                <a:lnTo>
                  <a:pt x="361950" y="1066800"/>
                </a:lnTo>
                <a:lnTo>
                  <a:pt x="361950" y="1076325"/>
                </a:lnTo>
                <a:lnTo>
                  <a:pt x="342900" y="1076325"/>
                </a:lnTo>
                <a:close/>
                <a:moveTo>
                  <a:pt x="371475" y="1066800"/>
                </a:moveTo>
                <a:lnTo>
                  <a:pt x="390525" y="1066800"/>
                </a:lnTo>
                <a:lnTo>
                  <a:pt x="390525" y="1076325"/>
                </a:lnTo>
                <a:lnTo>
                  <a:pt x="371475" y="1076325"/>
                </a:lnTo>
                <a:close/>
                <a:moveTo>
                  <a:pt x="400050" y="1066800"/>
                </a:moveTo>
                <a:lnTo>
                  <a:pt x="409575" y="1066800"/>
                </a:lnTo>
                <a:lnTo>
                  <a:pt x="409575" y="1085850"/>
                </a:lnTo>
                <a:lnTo>
                  <a:pt x="400050" y="1085850"/>
                </a:lnTo>
                <a:lnTo>
                  <a:pt x="400050" y="1095375"/>
                </a:lnTo>
                <a:lnTo>
                  <a:pt x="381000" y="1095375"/>
                </a:lnTo>
                <a:lnTo>
                  <a:pt x="381000" y="1085850"/>
                </a:lnTo>
                <a:lnTo>
                  <a:pt x="390525" y="1085850"/>
                </a:lnTo>
                <a:lnTo>
                  <a:pt x="390525" y="1076325"/>
                </a:lnTo>
                <a:lnTo>
                  <a:pt x="400050" y="1076325"/>
                </a:lnTo>
                <a:close/>
                <a:moveTo>
                  <a:pt x="514350" y="1066800"/>
                </a:moveTo>
                <a:lnTo>
                  <a:pt x="523875" y="1066800"/>
                </a:lnTo>
                <a:lnTo>
                  <a:pt x="523875" y="1076325"/>
                </a:lnTo>
                <a:lnTo>
                  <a:pt x="514350" y="1076325"/>
                </a:lnTo>
                <a:close/>
                <a:moveTo>
                  <a:pt x="1247775" y="1066800"/>
                </a:moveTo>
                <a:lnTo>
                  <a:pt x="1266825" y="1066800"/>
                </a:lnTo>
                <a:lnTo>
                  <a:pt x="1266825" y="1076325"/>
                </a:lnTo>
                <a:lnTo>
                  <a:pt x="1247775" y="1076325"/>
                </a:lnTo>
                <a:close/>
                <a:moveTo>
                  <a:pt x="1295400" y="1066800"/>
                </a:moveTo>
                <a:lnTo>
                  <a:pt x="1314450" y="1066800"/>
                </a:lnTo>
                <a:lnTo>
                  <a:pt x="1314450" y="1095375"/>
                </a:lnTo>
                <a:lnTo>
                  <a:pt x="1285875" y="1095375"/>
                </a:lnTo>
                <a:lnTo>
                  <a:pt x="1285875" y="1076325"/>
                </a:lnTo>
                <a:lnTo>
                  <a:pt x="1295400" y="1076325"/>
                </a:lnTo>
                <a:close/>
                <a:moveTo>
                  <a:pt x="180975" y="1076325"/>
                </a:moveTo>
                <a:lnTo>
                  <a:pt x="190500" y="1076325"/>
                </a:lnTo>
                <a:lnTo>
                  <a:pt x="190500" y="1095375"/>
                </a:lnTo>
                <a:lnTo>
                  <a:pt x="180975" y="1095375"/>
                </a:lnTo>
                <a:close/>
                <a:moveTo>
                  <a:pt x="457200" y="1076325"/>
                </a:moveTo>
                <a:lnTo>
                  <a:pt x="476250" y="1076325"/>
                </a:lnTo>
                <a:lnTo>
                  <a:pt x="476250" y="1095375"/>
                </a:lnTo>
                <a:lnTo>
                  <a:pt x="457200" y="1095375"/>
                </a:lnTo>
                <a:close/>
                <a:moveTo>
                  <a:pt x="495300" y="1076325"/>
                </a:moveTo>
                <a:lnTo>
                  <a:pt x="504825" y="1076325"/>
                </a:lnTo>
                <a:lnTo>
                  <a:pt x="504825" y="1085850"/>
                </a:lnTo>
                <a:lnTo>
                  <a:pt x="495300" y="1085850"/>
                </a:lnTo>
                <a:close/>
                <a:moveTo>
                  <a:pt x="1695450" y="1076325"/>
                </a:moveTo>
                <a:lnTo>
                  <a:pt x="1704975" y="1076325"/>
                </a:lnTo>
                <a:lnTo>
                  <a:pt x="1704975" y="1085850"/>
                </a:lnTo>
                <a:lnTo>
                  <a:pt x="1695450" y="1085850"/>
                </a:lnTo>
                <a:close/>
                <a:moveTo>
                  <a:pt x="1714500" y="1076325"/>
                </a:moveTo>
                <a:lnTo>
                  <a:pt x="1724025" y="1076325"/>
                </a:lnTo>
                <a:lnTo>
                  <a:pt x="1724025" y="1085850"/>
                </a:lnTo>
                <a:lnTo>
                  <a:pt x="1714500" y="1085850"/>
                </a:lnTo>
                <a:close/>
                <a:moveTo>
                  <a:pt x="714375" y="1085850"/>
                </a:moveTo>
                <a:lnTo>
                  <a:pt x="733425" y="1085850"/>
                </a:lnTo>
                <a:lnTo>
                  <a:pt x="733425" y="1095375"/>
                </a:lnTo>
                <a:lnTo>
                  <a:pt x="723900" y="1095375"/>
                </a:lnTo>
                <a:lnTo>
                  <a:pt x="723900" y="1104900"/>
                </a:lnTo>
                <a:lnTo>
                  <a:pt x="695325" y="1104900"/>
                </a:lnTo>
                <a:lnTo>
                  <a:pt x="695325" y="1095375"/>
                </a:lnTo>
                <a:lnTo>
                  <a:pt x="714375" y="1095375"/>
                </a:lnTo>
                <a:close/>
                <a:moveTo>
                  <a:pt x="1247775" y="1085850"/>
                </a:moveTo>
                <a:lnTo>
                  <a:pt x="1257300" y="1085850"/>
                </a:lnTo>
                <a:lnTo>
                  <a:pt x="1257300" y="1095375"/>
                </a:lnTo>
                <a:lnTo>
                  <a:pt x="1266825" y="1095375"/>
                </a:lnTo>
                <a:lnTo>
                  <a:pt x="1266825" y="1104900"/>
                </a:lnTo>
                <a:lnTo>
                  <a:pt x="1247775" y="1104900"/>
                </a:lnTo>
                <a:close/>
                <a:moveTo>
                  <a:pt x="1428750" y="1085850"/>
                </a:moveTo>
                <a:lnTo>
                  <a:pt x="1476375" y="1085850"/>
                </a:lnTo>
                <a:lnTo>
                  <a:pt x="1476375" y="1095375"/>
                </a:lnTo>
                <a:lnTo>
                  <a:pt x="1428750" y="1095375"/>
                </a:lnTo>
                <a:close/>
                <a:moveTo>
                  <a:pt x="1533525" y="1085850"/>
                </a:moveTo>
                <a:lnTo>
                  <a:pt x="1543050" y="1085850"/>
                </a:lnTo>
                <a:lnTo>
                  <a:pt x="1543050" y="1104900"/>
                </a:lnTo>
                <a:lnTo>
                  <a:pt x="1524000" y="1104900"/>
                </a:lnTo>
                <a:lnTo>
                  <a:pt x="1524000" y="1095375"/>
                </a:lnTo>
                <a:lnTo>
                  <a:pt x="1533525" y="1095375"/>
                </a:lnTo>
                <a:close/>
                <a:moveTo>
                  <a:pt x="1590675" y="1085850"/>
                </a:moveTo>
                <a:lnTo>
                  <a:pt x="1619250" y="1085850"/>
                </a:lnTo>
                <a:lnTo>
                  <a:pt x="1619250" y="1095375"/>
                </a:lnTo>
                <a:lnTo>
                  <a:pt x="1628775" y="1095375"/>
                </a:lnTo>
                <a:lnTo>
                  <a:pt x="1628775" y="1085850"/>
                </a:lnTo>
                <a:lnTo>
                  <a:pt x="1638300" y="1085850"/>
                </a:lnTo>
                <a:lnTo>
                  <a:pt x="1638300" y="1095375"/>
                </a:lnTo>
                <a:lnTo>
                  <a:pt x="1657350" y="1095375"/>
                </a:lnTo>
                <a:lnTo>
                  <a:pt x="1657350" y="1085850"/>
                </a:lnTo>
                <a:lnTo>
                  <a:pt x="1666875" y="1085850"/>
                </a:lnTo>
                <a:lnTo>
                  <a:pt x="1666875" y="1095375"/>
                </a:lnTo>
                <a:lnTo>
                  <a:pt x="1676400" y="1095375"/>
                </a:lnTo>
                <a:lnTo>
                  <a:pt x="1676400" y="1104900"/>
                </a:lnTo>
                <a:lnTo>
                  <a:pt x="1590675" y="1104900"/>
                </a:lnTo>
                <a:close/>
                <a:moveTo>
                  <a:pt x="1685925" y="1085850"/>
                </a:moveTo>
                <a:lnTo>
                  <a:pt x="1695450" y="1085850"/>
                </a:lnTo>
                <a:lnTo>
                  <a:pt x="1695450" y="1095375"/>
                </a:lnTo>
                <a:lnTo>
                  <a:pt x="1685925" y="1095375"/>
                </a:lnTo>
                <a:close/>
                <a:moveTo>
                  <a:pt x="1704975" y="1085850"/>
                </a:moveTo>
                <a:lnTo>
                  <a:pt x="1714500" y="1085850"/>
                </a:lnTo>
                <a:lnTo>
                  <a:pt x="1714500" y="1095375"/>
                </a:lnTo>
                <a:lnTo>
                  <a:pt x="1704975" y="1095375"/>
                </a:lnTo>
                <a:close/>
                <a:moveTo>
                  <a:pt x="190500" y="1095375"/>
                </a:moveTo>
                <a:lnTo>
                  <a:pt x="209550" y="1095375"/>
                </a:lnTo>
                <a:lnTo>
                  <a:pt x="209550" y="1104900"/>
                </a:lnTo>
                <a:lnTo>
                  <a:pt x="190500" y="1104900"/>
                </a:lnTo>
                <a:close/>
                <a:moveTo>
                  <a:pt x="371475" y="1095375"/>
                </a:moveTo>
                <a:lnTo>
                  <a:pt x="381000" y="1095375"/>
                </a:lnTo>
                <a:lnTo>
                  <a:pt x="381000" y="1104900"/>
                </a:lnTo>
                <a:lnTo>
                  <a:pt x="371475" y="1104900"/>
                </a:lnTo>
                <a:close/>
                <a:moveTo>
                  <a:pt x="638175" y="1095375"/>
                </a:moveTo>
                <a:lnTo>
                  <a:pt x="666750" y="1095375"/>
                </a:lnTo>
                <a:lnTo>
                  <a:pt x="666750" y="1104900"/>
                </a:lnTo>
                <a:lnTo>
                  <a:pt x="638175" y="1104900"/>
                </a:lnTo>
                <a:close/>
                <a:moveTo>
                  <a:pt x="742950" y="1095375"/>
                </a:moveTo>
                <a:lnTo>
                  <a:pt x="752475" y="1095375"/>
                </a:lnTo>
                <a:lnTo>
                  <a:pt x="752475" y="1104900"/>
                </a:lnTo>
                <a:lnTo>
                  <a:pt x="742950" y="1104900"/>
                </a:lnTo>
                <a:close/>
                <a:moveTo>
                  <a:pt x="762000" y="1095375"/>
                </a:moveTo>
                <a:lnTo>
                  <a:pt x="771525" y="1095375"/>
                </a:lnTo>
                <a:lnTo>
                  <a:pt x="771525" y="1104900"/>
                </a:lnTo>
                <a:lnTo>
                  <a:pt x="762000" y="1104900"/>
                </a:lnTo>
                <a:close/>
                <a:moveTo>
                  <a:pt x="914400" y="1095375"/>
                </a:moveTo>
                <a:lnTo>
                  <a:pt x="923925" y="1095375"/>
                </a:lnTo>
                <a:lnTo>
                  <a:pt x="923925" y="1104900"/>
                </a:lnTo>
                <a:lnTo>
                  <a:pt x="914400" y="1104900"/>
                </a:lnTo>
                <a:close/>
                <a:moveTo>
                  <a:pt x="1066800" y="1095375"/>
                </a:moveTo>
                <a:lnTo>
                  <a:pt x="1076325" y="1095375"/>
                </a:lnTo>
                <a:lnTo>
                  <a:pt x="1076325" y="1104900"/>
                </a:lnTo>
                <a:lnTo>
                  <a:pt x="1066800" y="1104900"/>
                </a:lnTo>
                <a:close/>
                <a:moveTo>
                  <a:pt x="1123950" y="1095375"/>
                </a:moveTo>
                <a:lnTo>
                  <a:pt x="1133475" y="1095375"/>
                </a:lnTo>
                <a:lnTo>
                  <a:pt x="1133475" y="1104900"/>
                </a:lnTo>
                <a:lnTo>
                  <a:pt x="1123950" y="1104900"/>
                </a:lnTo>
                <a:close/>
                <a:moveTo>
                  <a:pt x="1171575" y="1095375"/>
                </a:moveTo>
                <a:lnTo>
                  <a:pt x="1181100" y="1095375"/>
                </a:lnTo>
                <a:lnTo>
                  <a:pt x="1181100" y="1104900"/>
                </a:lnTo>
                <a:lnTo>
                  <a:pt x="1171575" y="1104900"/>
                </a:lnTo>
                <a:close/>
                <a:moveTo>
                  <a:pt x="1323975" y="1095375"/>
                </a:moveTo>
                <a:lnTo>
                  <a:pt x="1343025" y="1095375"/>
                </a:lnTo>
                <a:lnTo>
                  <a:pt x="1343025" y="1104900"/>
                </a:lnTo>
                <a:lnTo>
                  <a:pt x="1323975" y="1104900"/>
                </a:lnTo>
                <a:close/>
                <a:moveTo>
                  <a:pt x="304800" y="1123950"/>
                </a:moveTo>
                <a:lnTo>
                  <a:pt x="314325" y="1123950"/>
                </a:lnTo>
                <a:lnTo>
                  <a:pt x="314325" y="1133475"/>
                </a:lnTo>
                <a:lnTo>
                  <a:pt x="304800" y="1133475"/>
                </a:lnTo>
                <a:close/>
                <a:moveTo>
                  <a:pt x="371475" y="1123950"/>
                </a:moveTo>
                <a:lnTo>
                  <a:pt x="381000" y="1123950"/>
                </a:lnTo>
                <a:lnTo>
                  <a:pt x="381000" y="1133475"/>
                </a:lnTo>
                <a:lnTo>
                  <a:pt x="371475" y="1133475"/>
                </a:lnTo>
                <a:close/>
                <a:moveTo>
                  <a:pt x="819150" y="1123950"/>
                </a:moveTo>
                <a:lnTo>
                  <a:pt x="828675" y="1123950"/>
                </a:lnTo>
                <a:lnTo>
                  <a:pt x="828675" y="1143000"/>
                </a:lnTo>
                <a:lnTo>
                  <a:pt x="800100" y="1143000"/>
                </a:lnTo>
                <a:lnTo>
                  <a:pt x="800100" y="1133475"/>
                </a:lnTo>
                <a:lnTo>
                  <a:pt x="819150" y="1133475"/>
                </a:lnTo>
                <a:close/>
                <a:moveTo>
                  <a:pt x="933450" y="1123950"/>
                </a:moveTo>
                <a:lnTo>
                  <a:pt x="962025" y="1123950"/>
                </a:lnTo>
                <a:lnTo>
                  <a:pt x="962025" y="1143000"/>
                </a:lnTo>
                <a:lnTo>
                  <a:pt x="952500" y="1143000"/>
                </a:lnTo>
                <a:lnTo>
                  <a:pt x="952500" y="1152525"/>
                </a:lnTo>
                <a:lnTo>
                  <a:pt x="933450" y="1152525"/>
                </a:lnTo>
                <a:lnTo>
                  <a:pt x="933450" y="1143000"/>
                </a:lnTo>
                <a:lnTo>
                  <a:pt x="942975" y="1143000"/>
                </a:lnTo>
                <a:lnTo>
                  <a:pt x="942975" y="1133475"/>
                </a:lnTo>
                <a:lnTo>
                  <a:pt x="933450" y="1133475"/>
                </a:lnTo>
                <a:close/>
                <a:moveTo>
                  <a:pt x="1047750" y="1123950"/>
                </a:moveTo>
                <a:lnTo>
                  <a:pt x="1076325" y="1123950"/>
                </a:lnTo>
                <a:lnTo>
                  <a:pt x="1076325" y="1133475"/>
                </a:lnTo>
                <a:lnTo>
                  <a:pt x="1085850" y="1133475"/>
                </a:lnTo>
                <a:lnTo>
                  <a:pt x="1085850" y="1143000"/>
                </a:lnTo>
                <a:lnTo>
                  <a:pt x="1066800" y="1143000"/>
                </a:lnTo>
                <a:lnTo>
                  <a:pt x="1066800" y="1152525"/>
                </a:lnTo>
                <a:lnTo>
                  <a:pt x="1038225" y="1152525"/>
                </a:lnTo>
                <a:lnTo>
                  <a:pt x="1038225" y="1133475"/>
                </a:lnTo>
                <a:lnTo>
                  <a:pt x="1047750" y="1133475"/>
                </a:lnTo>
                <a:close/>
                <a:moveTo>
                  <a:pt x="1114425" y="1123950"/>
                </a:moveTo>
                <a:lnTo>
                  <a:pt x="1133475" y="1123950"/>
                </a:lnTo>
                <a:lnTo>
                  <a:pt x="1133475" y="1133475"/>
                </a:lnTo>
                <a:lnTo>
                  <a:pt x="1152525" y="1133475"/>
                </a:lnTo>
                <a:lnTo>
                  <a:pt x="1152525" y="1143000"/>
                </a:lnTo>
                <a:lnTo>
                  <a:pt x="1095375" y="1143000"/>
                </a:lnTo>
                <a:lnTo>
                  <a:pt x="1095375" y="1133475"/>
                </a:lnTo>
                <a:lnTo>
                  <a:pt x="1114425" y="1133475"/>
                </a:lnTo>
                <a:close/>
                <a:moveTo>
                  <a:pt x="1190625" y="1123950"/>
                </a:moveTo>
                <a:lnTo>
                  <a:pt x="1209675" y="1123950"/>
                </a:lnTo>
                <a:lnTo>
                  <a:pt x="1209675" y="1133475"/>
                </a:lnTo>
                <a:lnTo>
                  <a:pt x="1219200" y="1133475"/>
                </a:lnTo>
                <a:lnTo>
                  <a:pt x="1219200" y="1143000"/>
                </a:lnTo>
                <a:lnTo>
                  <a:pt x="1190625" y="1143000"/>
                </a:lnTo>
                <a:close/>
                <a:moveTo>
                  <a:pt x="1466850" y="1123950"/>
                </a:moveTo>
                <a:lnTo>
                  <a:pt x="1476375" y="1123950"/>
                </a:lnTo>
                <a:lnTo>
                  <a:pt x="1476375" y="1133475"/>
                </a:lnTo>
                <a:lnTo>
                  <a:pt x="1495425" y="1133475"/>
                </a:lnTo>
                <a:lnTo>
                  <a:pt x="1495425" y="1143000"/>
                </a:lnTo>
                <a:lnTo>
                  <a:pt x="1485900" y="1143000"/>
                </a:lnTo>
                <a:lnTo>
                  <a:pt x="1485900" y="1152525"/>
                </a:lnTo>
                <a:lnTo>
                  <a:pt x="1457325" y="1152525"/>
                </a:lnTo>
                <a:lnTo>
                  <a:pt x="1457325" y="1162050"/>
                </a:lnTo>
                <a:lnTo>
                  <a:pt x="1447800" y="1162050"/>
                </a:lnTo>
                <a:lnTo>
                  <a:pt x="1447800" y="1143000"/>
                </a:lnTo>
                <a:lnTo>
                  <a:pt x="1457325" y="1143000"/>
                </a:lnTo>
                <a:lnTo>
                  <a:pt x="1457325" y="1133475"/>
                </a:lnTo>
                <a:lnTo>
                  <a:pt x="1466850" y="1133475"/>
                </a:lnTo>
                <a:close/>
                <a:moveTo>
                  <a:pt x="190500" y="1133475"/>
                </a:moveTo>
                <a:lnTo>
                  <a:pt x="200025" y="1133475"/>
                </a:lnTo>
                <a:lnTo>
                  <a:pt x="200025" y="1143000"/>
                </a:lnTo>
                <a:lnTo>
                  <a:pt x="190500" y="1143000"/>
                </a:lnTo>
                <a:close/>
                <a:moveTo>
                  <a:pt x="523875" y="1133475"/>
                </a:moveTo>
                <a:lnTo>
                  <a:pt x="561975" y="1133475"/>
                </a:lnTo>
                <a:lnTo>
                  <a:pt x="561975" y="1143000"/>
                </a:lnTo>
                <a:lnTo>
                  <a:pt x="571500" y="1143000"/>
                </a:lnTo>
                <a:lnTo>
                  <a:pt x="571500" y="1133475"/>
                </a:lnTo>
                <a:lnTo>
                  <a:pt x="638175" y="1133475"/>
                </a:lnTo>
                <a:lnTo>
                  <a:pt x="638175" y="1143000"/>
                </a:lnTo>
                <a:lnTo>
                  <a:pt x="647700" y="1143000"/>
                </a:lnTo>
                <a:lnTo>
                  <a:pt x="647700" y="1133475"/>
                </a:lnTo>
                <a:lnTo>
                  <a:pt x="676275" y="1133475"/>
                </a:lnTo>
                <a:lnTo>
                  <a:pt x="676275" y="1143000"/>
                </a:lnTo>
                <a:lnTo>
                  <a:pt x="685800" y="1143000"/>
                </a:lnTo>
                <a:lnTo>
                  <a:pt x="685800" y="1133475"/>
                </a:lnTo>
                <a:lnTo>
                  <a:pt x="733425" y="1133475"/>
                </a:lnTo>
                <a:lnTo>
                  <a:pt x="733425" y="1152525"/>
                </a:lnTo>
                <a:lnTo>
                  <a:pt x="657225" y="1152525"/>
                </a:lnTo>
                <a:lnTo>
                  <a:pt x="657225" y="1162050"/>
                </a:lnTo>
                <a:lnTo>
                  <a:pt x="647700" y="1162050"/>
                </a:lnTo>
                <a:lnTo>
                  <a:pt x="647700" y="1152525"/>
                </a:lnTo>
                <a:lnTo>
                  <a:pt x="638175" y="1152525"/>
                </a:lnTo>
                <a:lnTo>
                  <a:pt x="638175" y="1162050"/>
                </a:lnTo>
                <a:lnTo>
                  <a:pt x="609600" y="1162050"/>
                </a:lnTo>
                <a:lnTo>
                  <a:pt x="609600" y="1152525"/>
                </a:lnTo>
                <a:lnTo>
                  <a:pt x="581025" y="1152525"/>
                </a:lnTo>
                <a:lnTo>
                  <a:pt x="581025" y="1171575"/>
                </a:lnTo>
                <a:lnTo>
                  <a:pt x="561975" y="1171575"/>
                </a:lnTo>
                <a:lnTo>
                  <a:pt x="561975" y="1162050"/>
                </a:lnTo>
                <a:lnTo>
                  <a:pt x="542925" y="1162050"/>
                </a:lnTo>
                <a:lnTo>
                  <a:pt x="542925" y="1171575"/>
                </a:lnTo>
                <a:lnTo>
                  <a:pt x="533400" y="1171575"/>
                </a:lnTo>
                <a:lnTo>
                  <a:pt x="533400" y="1152525"/>
                </a:lnTo>
                <a:lnTo>
                  <a:pt x="495300" y="1152525"/>
                </a:lnTo>
                <a:lnTo>
                  <a:pt x="495300" y="1143000"/>
                </a:lnTo>
                <a:lnTo>
                  <a:pt x="523875" y="1143000"/>
                </a:lnTo>
                <a:close/>
                <a:moveTo>
                  <a:pt x="752475" y="1133475"/>
                </a:moveTo>
                <a:lnTo>
                  <a:pt x="790575" y="1133475"/>
                </a:lnTo>
                <a:lnTo>
                  <a:pt x="790575" y="1143000"/>
                </a:lnTo>
                <a:lnTo>
                  <a:pt x="781050" y="1143000"/>
                </a:lnTo>
                <a:lnTo>
                  <a:pt x="781050" y="1152525"/>
                </a:lnTo>
                <a:lnTo>
                  <a:pt x="752475" y="1152525"/>
                </a:lnTo>
                <a:close/>
                <a:moveTo>
                  <a:pt x="847725" y="1133475"/>
                </a:moveTo>
                <a:lnTo>
                  <a:pt x="866775" y="1133475"/>
                </a:lnTo>
                <a:lnTo>
                  <a:pt x="866775" y="1143000"/>
                </a:lnTo>
                <a:lnTo>
                  <a:pt x="847725" y="1143000"/>
                </a:lnTo>
                <a:close/>
                <a:moveTo>
                  <a:pt x="1333500" y="1133475"/>
                </a:moveTo>
                <a:lnTo>
                  <a:pt x="1343025" y="1133475"/>
                </a:lnTo>
                <a:lnTo>
                  <a:pt x="1343025" y="1143000"/>
                </a:lnTo>
                <a:lnTo>
                  <a:pt x="1333500" y="1143000"/>
                </a:lnTo>
                <a:close/>
                <a:moveTo>
                  <a:pt x="1504950" y="1133475"/>
                </a:moveTo>
                <a:lnTo>
                  <a:pt x="1524000" y="1133475"/>
                </a:lnTo>
                <a:lnTo>
                  <a:pt x="1524000" y="1152525"/>
                </a:lnTo>
                <a:lnTo>
                  <a:pt x="1504950" y="1152525"/>
                </a:lnTo>
                <a:close/>
                <a:moveTo>
                  <a:pt x="1543050" y="1133475"/>
                </a:moveTo>
                <a:lnTo>
                  <a:pt x="1552575" y="1133475"/>
                </a:lnTo>
                <a:lnTo>
                  <a:pt x="1552575" y="1143000"/>
                </a:lnTo>
                <a:lnTo>
                  <a:pt x="1543050" y="1143000"/>
                </a:lnTo>
                <a:close/>
                <a:moveTo>
                  <a:pt x="400050" y="1143000"/>
                </a:moveTo>
                <a:lnTo>
                  <a:pt x="409575" y="1143000"/>
                </a:lnTo>
                <a:lnTo>
                  <a:pt x="409575" y="1152525"/>
                </a:lnTo>
                <a:lnTo>
                  <a:pt x="400050" y="1152525"/>
                </a:lnTo>
                <a:close/>
                <a:moveTo>
                  <a:pt x="428625" y="1143000"/>
                </a:moveTo>
                <a:lnTo>
                  <a:pt x="438150" y="1143000"/>
                </a:lnTo>
                <a:lnTo>
                  <a:pt x="438150" y="1152525"/>
                </a:lnTo>
                <a:lnTo>
                  <a:pt x="428625" y="1152525"/>
                </a:lnTo>
                <a:close/>
                <a:moveTo>
                  <a:pt x="1181100" y="1143000"/>
                </a:moveTo>
                <a:lnTo>
                  <a:pt x="1190625" y="1143000"/>
                </a:lnTo>
                <a:lnTo>
                  <a:pt x="1190625" y="1152525"/>
                </a:lnTo>
                <a:lnTo>
                  <a:pt x="1181100" y="1152525"/>
                </a:lnTo>
                <a:close/>
                <a:moveTo>
                  <a:pt x="1247775" y="1143000"/>
                </a:moveTo>
                <a:lnTo>
                  <a:pt x="1257300" y="1143000"/>
                </a:lnTo>
                <a:lnTo>
                  <a:pt x="1257300" y="1162050"/>
                </a:lnTo>
                <a:lnTo>
                  <a:pt x="1247775" y="1162050"/>
                </a:lnTo>
                <a:close/>
                <a:moveTo>
                  <a:pt x="1152525" y="1152525"/>
                </a:moveTo>
                <a:lnTo>
                  <a:pt x="1162050" y="1152525"/>
                </a:lnTo>
                <a:lnTo>
                  <a:pt x="1162050" y="1162050"/>
                </a:lnTo>
                <a:lnTo>
                  <a:pt x="1152525" y="1162050"/>
                </a:lnTo>
                <a:close/>
                <a:moveTo>
                  <a:pt x="561975" y="1162050"/>
                </a:moveTo>
                <a:lnTo>
                  <a:pt x="571500" y="1162050"/>
                </a:lnTo>
                <a:lnTo>
                  <a:pt x="571500" y="1152525"/>
                </a:lnTo>
                <a:lnTo>
                  <a:pt x="561975" y="1152525"/>
                </a:lnTo>
                <a:close/>
                <a:moveTo>
                  <a:pt x="590550" y="1162050"/>
                </a:moveTo>
                <a:lnTo>
                  <a:pt x="600075" y="1162050"/>
                </a:lnTo>
                <a:lnTo>
                  <a:pt x="600075" y="1171575"/>
                </a:lnTo>
                <a:lnTo>
                  <a:pt x="590550" y="1171575"/>
                </a:lnTo>
                <a:close/>
                <a:moveTo>
                  <a:pt x="657225" y="1162050"/>
                </a:moveTo>
                <a:lnTo>
                  <a:pt x="685800" y="1162050"/>
                </a:lnTo>
                <a:lnTo>
                  <a:pt x="685800" y="1171575"/>
                </a:lnTo>
                <a:lnTo>
                  <a:pt x="657225" y="1171575"/>
                </a:lnTo>
                <a:close/>
                <a:moveTo>
                  <a:pt x="762000" y="1162050"/>
                </a:moveTo>
                <a:lnTo>
                  <a:pt x="781050" y="1162050"/>
                </a:lnTo>
                <a:lnTo>
                  <a:pt x="781050" y="1171575"/>
                </a:lnTo>
                <a:lnTo>
                  <a:pt x="762000" y="1171575"/>
                </a:lnTo>
                <a:close/>
                <a:moveTo>
                  <a:pt x="914400" y="1162050"/>
                </a:moveTo>
                <a:lnTo>
                  <a:pt x="923925" y="1162050"/>
                </a:lnTo>
                <a:lnTo>
                  <a:pt x="923925" y="1171575"/>
                </a:lnTo>
                <a:lnTo>
                  <a:pt x="914400" y="1171575"/>
                </a:lnTo>
                <a:close/>
                <a:moveTo>
                  <a:pt x="1162050" y="1162050"/>
                </a:moveTo>
                <a:lnTo>
                  <a:pt x="1181100" y="1162050"/>
                </a:lnTo>
                <a:lnTo>
                  <a:pt x="1181100" y="1171575"/>
                </a:lnTo>
                <a:lnTo>
                  <a:pt x="1162050" y="1171575"/>
                </a:lnTo>
                <a:close/>
                <a:moveTo>
                  <a:pt x="1657350" y="1162050"/>
                </a:moveTo>
                <a:lnTo>
                  <a:pt x="1666875" y="1162050"/>
                </a:lnTo>
                <a:lnTo>
                  <a:pt x="1666875" y="1171575"/>
                </a:lnTo>
                <a:lnTo>
                  <a:pt x="1657350" y="1171575"/>
                </a:lnTo>
                <a:close/>
                <a:moveTo>
                  <a:pt x="1685925" y="1733550"/>
                </a:moveTo>
                <a:lnTo>
                  <a:pt x="1704975" y="1733550"/>
                </a:lnTo>
                <a:lnTo>
                  <a:pt x="1704975" y="1743075"/>
                </a:lnTo>
                <a:lnTo>
                  <a:pt x="1685925" y="1743075"/>
                </a:lnTo>
                <a:close/>
                <a:moveTo>
                  <a:pt x="190500" y="1743075"/>
                </a:moveTo>
                <a:lnTo>
                  <a:pt x="200025" y="1743075"/>
                </a:lnTo>
                <a:lnTo>
                  <a:pt x="200025" y="1762125"/>
                </a:lnTo>
                <a:lnTo>
                  <a:pt x="190500" y="1762125"/>
                </a:lnTo>
                <a:close/>
                <a:moveTo>
                  <a:pt x="1685925" y="1790700"/>
                </a:moveTo>
                <a:lnTo>
                  <a:pt x="1704975" y="1790700"/>
                </a:lnTo>
                <a:lnTo>
                  <a:pt x="1704975" y="1809750"/>
                </a:lnTo>
                <a:lnTo>
                  <a:pt x="1685925" y="1809750"/>
                </a:lnTo>
                <a:close/>
                <a:moveTo>
                  <a:pt x="666750" y="1828800"/>
                </a:moveTo>
                <a:lnTo>
                  <a:pt x="685800" y="1828800"/>
                </a:lnTo>
                <a:lnTo>
                  <a:pt x="685800" y="1847850"/>
                </a:lnTo>
                <a:lnTo>
                  <a:pt x="676275" y="1847850"/>
                </a:lnTo>
                <a:lnTo>
                  <a:pt x="676275" y="1857375"/>
                </a:lnTo>
                <a:lnTo>
                  <a:pt x="666750" y="1857375"/>
                </a:lnTo>
                <a:lnTo>
                  <a:pt x="666750" y="1866900"/>
                </a:lnTo>
                <a:lnTo>
                  <a:pt x="657225" y="1866900"/>
                </a:lnTo>
                <a:lnTo>
                  <a:pt x="657225" y="1838325"/>
                </a:lnTo>
                <a:lnTo>
                  <a:pt x="666750" y="1838325"/>
                </a:lnTo>
                <a:close/>
                <a:moveTo>
                  <a:pt x="1695450" y="1828800"/>
                </a:moveTo>
                <a:lnTo>
                  <a:pt x="1704975" y="1828800"/>
                </a:lnTo>
                <a:lnTo>
                  <a:pt x="1704975" y="1847850"/>
                </a:lnTo>
                <a:lnTo>
                  <a:pt x="1695450" y="1847850"/>
                </a:lnTo>
                <a:close/>
                <a:moveTo>
                  <a:pt x="190500" y="1838325"/>
                </a:moveTo>
                <a:lnTo>
                  <a:pt x="200025" y="1838325"/>
                </a:lnTo>
                <a:lnTo>
                  <a:pt x="200025" y="1857375"/>
                </a:lnTo>
                <a:lnTo>
                  <a:pt x="190500" y="1857375"/>
                </a:lnTo>
                <a:close/>
                <a:moveTo>
                  <a:pt x="561975" y="1838325"/>
                </a:moveTo>
                <a:lnTo>
                  <a:pt x="581025" y="1838325"/>
                </a:lnTo>
                <a:lnTo>
                  <a:pt x="581025" y="1857375"/>
                </a:lnTo>
                <a:lnTo>
                  <a:pt x="552450" y="1857375"/>
                </a:lnTo>
                <a:lnTo>
                  <a:pt x="552450" y="1847850"/>
                </a:lnTo>
                <a:lnTo>
                  <a:pt x="561975" y="1847850"/>
                </a:lnTo>
                <a:close/>
                <a:moveTo>
                  <a:pt x="590550" y="1838325"/>
                </a:moveTo>
                <a:lnTo>
                  <a:pt x="600075" y="1838325"/>
                </a:lnTo>
                <a:lnTo>
                  <a:pt x="600075" y="1847850"/>
                </a:lnTo>
                <a:lnTo>
                  <a:pt x="590550" y="1847850"/>
                </a:lnTo>
                <a:close/>
                <a:moveTo>
                  <a:pt x="352425" y="1933575"/>
                </a:moveTo>
                <a:lnTo>
                  <a:pt x="361950" y="1933575"/>
                </a:lnTo>
                <a:lnTo>
                  <a:pt x="361950" y="1943100"/>
                </a:lnTo>
                <a:lnTo>
                  <a:pt x="352425" y="1943100"/>
                </a:lnTo>
                <a:close/>
                <a:moveTo>
                  <a:pt x="752475" y="1933575"/>
                </a:moveTo>
                <a:lnTo>
                  <a:pt x="771525" y="1933575"/>
                </a:lnTo>
                <a:lnTo>
                  <a:pt x="771525" y="1952625"/>
                </a:lnTo>
                <a:lnTo>
                  <a:pt x="752475" y="1952625"/>
                </a:lnTo>
                <a:close/>
                <a:moveTo>
                  <a:pt x="1685925" y="1933575"/>
                </a:moveTo>
                <a:lnTo>
                  <a:pt x="1695450" y="1933575"/>
                </a:lnTo>
                <a:lnTo>
                  <a:pt x="1695450" y="1943100"/>
                </a:lnTo>
                <a:lnTo>
                  <a:pt x="1685925" y="1943100"/>
                </a:lnTo>
                <a:close/>
                <a:moveTo>
                  <a:pt x="1695450" y="1943100"/>
                </a:moveTo>
                <a:lnTo>
                  <a:pt x="1704975" y="1943100"/>
                </a:lnTo>
                <a:lnTo>
                  <a:pt x="1704975" y="1952625"/>
                </a:lnTo>
                <a:lnTo>
                  <a:pt x="1695450" y="1952625"/>
                </a:lnTo>
                <a:close/>
                <a:moveTo>
                  <a:pt x="781050" y="1952625"/>
                </a:moveTo>
                <a:lnTo>
                  <a:pt x="800100" y="1952625"/>
                </a:lnTo>
                <a:lnTo>
                  <a:pt x="800100" y="1971675"/>
                </a:lnTo>
                <a:lnTo>
                  <a:pt x="790575" y="1971675"/>
                </a:lnTo>
                <a:lnTo>
                  <a:pt x="790575" y="1962150"/>
                </a:lnTo>
                <a:lnTo>
                  <a:pt x="781050" y="1962150"/>
                </a:lnTo>
                <a:close/>
                <a:moveTo>
                  <a:pt x="257175" y="1962150"/>
                </a:moveTo>
                <a:lnTo>
                  <a:pt x="266700" y="1962150"/>
                </a:lnTo>
                <a:lnTo>
                  <a:pt x="266700" y="1981200"/>
                </a:lnTo>
                <a:lnTo>
                  <a:pt x="257175" y="1981200"/>
                </a:lnTo>
                <a:close/>
                <a:moveTo>
                  <a:pt x="647700" y="1962150"/>
                </a:moveTo>
                <a:lnTo>
                  <a:pt x="657225" y="1962150"/>
                </a:lnTo>
                <a:lnTo>
                  <a:pt x="657225" y="1971675"/>
                </a:lnTo>
                <a:lnTo>
                  <a:pt x="647700" y="1971675"/>
                </a:lnTo>
                <a:close/>
                <a:moveTo>
                  <a:pt x="1238250" y="1962150"/>
                </a:moveTo>
                <a:lnTo>
                  <a:pt x="1257300" y="1962150"/>
                </a:lnTo>
                <a:lnTo>
                  <a:pt x="1257300" y="1981200"/>
                </a:lnTo>
                <a:lnTo>
                  <a:pt x="1247775" y="1981200"/>
                </a:lnTo>
                <a:lnTo>
                  <a:pt x="1247775" y="1971675"/>
                </a:lnTo>
                <a:lnTo>
                  <a:pt x="1238250" y="1971675"/>
                </a:lnTo>
                <a:close/>
                <a:moveTo>
                  <a:pt x="371475" y="1981200"/>
                </a:moveTo>
                <a:lnTo>
                  <a:pt x="409575" y="1981200"/>
                </a:lnTo>
                <a:lnTo>
                  <a:pt x="409575" y="2000250"/>
                </a:lnTo>
                <a:lnTo>
                  <a:pt x="400050" y="2000250"/>
                </a:lnTo>
                <a:lnTo>
                  <a:pt x="400050" y="1990725"/>
                </a:lnTo>
                <a:lnTo>
                  <a:pt x="371475" y="1990725"/>
                </a:lnTo>
                <a:close/>
                <a:moveTo>
                  <a:pt x="962025" y="1981200"/>
                </a:moveTo>
                <a:lnTo>
                  <a:pt x="971550" y="1981200"/>
                </a:lnTo>
                <a:lnTo>
                  <a:pt x="971550" y="2000250"/>
                </a:lnTo>
                <a:lnTo>
                  <a:pt x="952500" y="2000250"/>
                </a:lnTo>
                <a:lnTo>
                  <a:pt x="952500" y="1990725"/>
                </a:lnTo>
                <a:lnTo>
                  <a:pt x="962025" y="1990725"/>
                </a:lnTo>
                <a:close/>
                <a:moveTo>
                  <a:pt x="1095375" y="1981200"/>
                </a:moveTo>
                <a:lnTo>
                  <a:pt x="1114425" y="1981200"/>
                </a:lnTo>
                <a:lnTo>
                  <a:pt x="1114425" y="1990725"/>
                </a:lnTo>
                <a:lnTo>
                  <a:pt x="1181100" y="1990725"/>
                </a:lnTo>
                <a:lnTo>
                  <a:pt x="1181100" y="2009775"/>
                </a:lnTo>
                <a:lnTo>
                  <a:pt x="1171575" y="2009775"/>
                </a:lnTo>
                <a:lnTo>
                  <a:pt x="1171575" y="2000250"/>
                </a:lnTo>
                <a:lnTo>
                  <a:pt x="1162050" y="2000250"/>
                </a:lnTo>
                <a:lnTo>
                  <a:pt x="1162050" y="2019300"/>
                </a:lnTo>
                <a:lnTo>
                  <a:pt x="1143000" y="2019300"/>
                </a:lnTo>
                <a:lnTo>
                  <a:pt x="1143000" y="2009775"/>
                </a:lnTo>
                <a:lnTo>
                  <a:pt x="1123950" y="2009775"/>
                </a:lnTo>
                <a:lnTo>
                  <a:pt x="1123950" y="2019300"/>
                </a:lnTo>
                <a:lnTo>
                  <a:pt x="1104900" y="2019300"/>
                </a:lnTo>
                <a:lnTo>
                  <a:pt x="1104900" y="2009775"/>
                </a:lnTo>
                <a:lnTo>
                  <a:pt x="1085850" y="2009775"/>
                </a:lnTo>
                <a:lnTo>
                  <a:pt x="1085850" y="1990725"/>
                </a:lnTo>
                <a:lnTo>
                  <a:pt x="1095375" y="1990725"/>
                </a:lnTo>
                <a:close/>
                <a:moveTo>
                  <a:pt x="828675" y="1990725"/>
                </a:moveTo>
                <a:lnTo>
                  <a:pt x="838200" y="1990725"/>
                </a:lnTo>
                <a:lnTo>
                  <a:pt x="838200" y="2000250"/>
                </a:lnTo>
                <a:lnTo>
                  <a:pt x="828675" y="2000250"/>
                </a:lnTo>
                <a:close/>
                <a:moveTo>
                  <a:pt x="866775" y="1990725"/>
                </a:moveTo>
                <a:lnTo>
                  <a:pt x="885825" y="1990725"/>
                </a:lnTo>
                <a:lnTo>
                  <a:pt x="885825" y="2000250"/>
                </a:lnTo>
                <a:lnTo>
                  <a:pt x="876300" y="2000250"/>
                </a:lnTo>
                <a:lnTo>
                  <a:pt x="876300" y="2009775"/>
                </a:lnTo>
                <a:lnTo>
                  <a:pt x="866775" y="2009775"/>
                </a:lnTo>
                <a:close/>
                <a:moveTo>
                  <a:pt x="1390650" y="1990725"/>
                </a:moveTo>
                <a:lnTo>
                  <a:pt x="1419225" y="1990725"/>
                </a:lnTo>
                <a:lnTo>
                  <a:pt x="1419225" y="2009775"/>
                </a:lnTo>
                <a:lnTo>
                  <a:pt x="1390650" y="2009775"/>
                </a:lnTo>
                <a:close/>
                <a:moveTo>
                  <a:pt x="333375" y="2000250"/>
                </a:moveTo>
                <a:lnTo>
                  <a:pt x="361950" y="2000250"/>
                </a:lnTo>
                <a:lnTo>
                  <a:pt x="361950" y="2009775"/>
                </a:lnTo>
                <a:lnTo>
                  <a:pt x="333375" y="2009775"/>
                </a:lnTo>
                <a:close/>
                <a:moveTo>
                  <a:pt x="438150" y="2000250"/>
                </a:moveTo>
                <a:lnTo>
                  <a:pt x="457200" y="2000250"/>
                </a:lnTo>
                <a:lnTo>
                  <a:pt x="457200" y="2009775"/>
                </a:lnTo>
                <a:lnTo>
                  <a:pt x="438150" y="2009775"/>
                </a:lnTo>
                <a:close/>
                <a:moveTo>
                  <a:pt x="885825" y="2000250"/>
                </a:moveTo>
                <a:lnTo>
                  <a:pt x="895350" y="2000250"/>
                </a:lnTo>
                <a:lnTo>
                  <a:pt x="895350" y="2009775"/>
                </a:lnTo>
                <a:lnTo>
                  <a:pt x="885825" y="2009775"/>
                </a:lnTo>
                <a:close/>
                <a:moveTo>
                  <a:pt x="942975" y="2000250"/>
                </a:moveTo>
                <a:lnTo>
                  <a:pt x="952500" y="2000250"/>
                </a:lnTo>
                <a:lnTo>
                  <a:pt x="952500" y="2009775"/>
                </a:lnTo>
                <a:lnTo>
                  <a:pt x="942975" y="2009775"/>
                </a:lnTo>
                <a:close/>
                <a:moveTo>
                  <a:pt x="1552575" y="2000250"/>
                </a:moveTo>
                <a:lnTo>
                  <a:pt x="1562100" y="2000250"/>
                </a:lnTo>
                <a:lnTo>
                  <a:pt x="1562100" y="2009775"/>
                </a:lnTo>
                <a:lnTo>
                  <a:pt x="1552575" y="2009775"/>
                </a:lnTo>
                <a:close/>
                <a:moveTo>
                  <a:pt x="952500" y="2009775"/>
                </a:moveTo>
                <a:lnTo>
                  <a:pt x="962025" y="2009775"/>
                </a:lnTo>
                <a:lnTo>
                  <a:pt x="962025" y="2019300"/>
                </a:lnTo>
                <a:lnTo>
                  <a:pt x="952500" y="2019300"/>
                </a:lnTo>
                <a:close/>
                <a:moveTo>
                  <a:pt x="971550" y="2019300"/>
                </a:moveTo>
                <a:lnTo>
                  <a:pt x="981075" y="2019300"/>
                </a:lnTo>
                <a:lnTo>
                  <a:pt x="981075" y="2038350"/>
                </a:lnTo>
                <a:lnTo>
                  <a:pt x="971550" y="2038350"/>
                </a:lnTo>
                <a:close/>
                <a:moveTo>
                  <a:pt x="438150" y="2028825"/>
                </a:moveTo>
                <a:lnTo>
                  <a:pt x="447675" y="2028825"/>
                </a:lnTo>
                <a:lnTo>
                  <a:pt x="447675" y="2038350"/>
                </a:lnTo>
                <a:lnTo>
                  <a:pt x="438150" y="2038350"/>
                </a:lnTo>
                <a:close/>
                <a:moveTo>
                  <a:pt x="952500" y="2038350"/>
                </a:moveTo>
                <a:lnTo>
                  <a:pt x="962025" y="2038350"/>
                </a:lnTo>
                <a:lnTo>
                  <a:pt x="962025" y="2047875"/>
                </a:lnTo>
                <a:lnTo>
                  <a:pt x="952500" y="2047875"/>
                </a:lnTo>
                <a:close/>
                <a:moveTo>
                  <a:pt x="981075" y="2038350"/>
                </a:moveTo>
                <a:lnTo>
                  <a:pt x="1000125" y="2038350"/>
                </a:lnTo>
                <a:lnTo>
                  <a:pt x="1000125" y="2047875"/>
                </a:lnTo>
                <a:lnTo>
                  <a:pt x="990600" y="2047875"/>
                </a:lnTo>
                <a:lnTo>
                  <a:pt x="990600" y="2057400"/>
                </a:lnTo>
                <a:lnTo>
                  <a:pt x="981075" y="2057400"/>
                </a:lnTo>
                <a:close/>
                <a:moveTo>
                  <a:pt x="1333500" y="2047875"/>
                </a:moveTo>
                <a:lnTo>
                  <a:pt x="1343025" y="2047875"/>
                </a:lnTo>
                <a:lnTo>
                  <a:pt x="1343025" y="2057400"/>
                </a:lnTo>
                <a:lnTo>
                  <a:pt x="1352550" y="2057400"/>
                </a:lnTo>
                <a:lnTo>
                  <a:pt x="1352550" y="2066925"/>
                </a:lnTo>
                <a:lnTo>
                  <a:pt x="1333500" y="2066925"/>
                </a:lnTo>
                <a:close/>
                <a:moveTo>
                  <a:pt x="1200150" y="2095500"/>
                </a:moveTo>
                <a:lnTo>
                  <a:pt x="1209675" y="2095500"/>
                </a:lnTo>
                <a:lnTo>
                  <a:pt x="1209675" y="2105025"/>
                </a:lnTo>
                <a:lnTo>
                  <a:pt x="1200150" y="2105025"/>
                </a:lnTo>
                <a:close/>
                <a:moveTo>
                  <a:pt x="504825" y="2105025"/>
                </a:moveTo>
                <a:lnTo>
                  <a:pt x="523875" y="2105025"/>
                </a:lnTo>
                <a:lnTo>
                  <a:pt x="523875" y="2114550"/>
                </a:lnTo>
                <a:lnTo>
                  <a:pt x="504825" y="2114550"/>
                </a:lnTo>
                <a:close/>
                <a:moveTo>
                  <a:pt x="542925" y="2105025"/>
                </a:moveTo>
                <a:lnTo>
                  <a:pt x="561975" y="2105025"/>
                </a:lnTo>
                <a:lnTo>
                  <a:pt x="561975" y="2114550"/>
                </a:lnTo>
                <a:lnTo>
                  <a:pt x="542925" y="2114550"/>
                </a:lnTo>
                <a:close/>
                <a:moveTo>
                  <a:pt x="533400" y="2114550"/>
                </a:moveTo>
                <a:lnTo>
                  <a:pt x="542925" y="2114550"/>
                </a:lnTo>
                <a:lnTo>
                  <a:pt x="542925" y="2124075"/>
                </a:lnTo>
                <a:lnTo>
                  <a:pt x="533400" y="2124075"/>
                </a:lnTo>
                <a:close/>
                <a:moveTo>
                  <a:pt x="504825" y="2124075"/>
                </a:moveTo>
                <a:lnTo>
                  <a:pt x="514350" y="2124075"/>
                </a:lnTo>
                <a:lnTo>
                  <a:pt x="514350" y="2133600"/>
                </a:lnTo>
                <a:lnTo>
                  <a:pt x="504825" y="2133600"/>
                </a:lnTo>
                <a:close/>
                <a:moveTo>
                  <a:pt x="600075" y="2124075"/>
                </a:moveTo>
                <a:lnTo>
                  <a:pt x="609600" y="2124075"/>
                </a:lnTo>
                <a:lnTo>
                  <a:pt x="609600" y="2133600"/>
                </a:lnTo>
                <a:lnTo>
                  <a:pt x="600075" y="2133600"/>
                </a:lnTo>
                <a:close/>
                <a:moveTo>
                  <a:pt x="1695450" y="2152650"/>
                </a:moveTo>
                <a:lnTo>
                  <a:pt x="1704975" y="2152650"/>
                </a:lnTo>
                <a:lnTo>
                  <a:pt x="1704975" y="2162175"/>
                </a:lnTo>
                <a:lnTo>
                  <a:pt x="1695450" y="2162175"/>
                </a:lnTo>
                <a:close/>
                <a:moveTo>
                  <a:pt x="1704975" y="2162175"/>
                </a:moveTo>
                <a:lnTo>
                  <a:pt x="1714500" y="2162175"/>
                </a:lnTo>
                <a:lnTo>
                  <a:pt x="1714500" y="2171700"/>
                </a:lnTo>
                <a:lnTo>
                  <a:pt x="1704975" y="2171700"/>
                </a:lnTo>
                <a:close/>
                <a:moveTo>
                  <a:pt x="781050" y="2171700"/>
                </a:moveTo>
                <a:lnTo>
                  <a:pt x="800100" y="2171700"/>
                </a:lnTo>
                <a:lnTo>
                  <a:pt x="800100" y="2181225"/>
                </a:lnTo>
                <a:lnTo>
                  <a:pt x="781050" y="2181225"/>
                </a:lnTo>
                <a:close/>
                <a:moveTo>
                  <a:pt x="981075" y="2171700"/>
                </a:moveTo>
                <a:lnTo>
                  <a:pt x="1000125" y="2171700"/>
                </a:lnTo>
                <a:lnTo>
                  <a:pt x="1000125" y="2181225"/>
                </a:lnTo>
                <a:lnTo>
                  <a:pt x="1009650" y="2181225"/>
                </a:lnTo>
                <a:lnTo>
                  <a:pt x="1009650" y="2190750"/>
                </a:lnTo>
                <a:lnTo>
                  <a:pt x="1000125" y="2190750"/>
                </a:lnTo>
                <a:lnTo>
                  <a:pt x="1000125" y="2209800"/>
                </a:lnTo>
                <a:lnTo>
                  <a:pt x="990600" y="2209800"/>
                </a:lnTo>
                <a:lnTo>
                  <a:pt x="990600" y="2181225"/>
                </a:lnTo>
                <a:lnTo>
                  <a:pt x="981075" y="2181225"/>
                </a:lnTo>
                <a:close/>
                <a:moveTo>
                  <a:pt x="762000" y="2181225"/>
                </a:moveTo>
                <a:lnTo>
                  <a:pt x="781050" y="2181225"/>
                </a:lnTo>
                <a:lnTo>
                  <a:pt x="781050" y="2200275"/>
                </a:lnTo>
                <a:lnTo>
                  <a:pt x="762000" y="2200275"/>
                </a:lnTo>
                <a:lnTo>
                  <a:pt x="762000" y="2209800"/>
                </a:lnTo>
                <a:lnTo>
                  <a:pt x="752475" y="2209800"/>
                </a:lnTo>
                <a:lnTo>
                  <a:pt x="752475" y="2190750"/>
                </a:lnTo>
                <a:lnTo>
                  <a:pt x="762000" y="2190750"/>
                </a:lnTo>
                <a:close/>
                <a:moveTo>
                  <a:pt x="1485900" y="2190750"/>
                </a:moveTo>
                <a:lnTo>
                  <a:pt x="1504950" y="2190750"/>
                </a:lnTo>
                <a:lnTo>
                  <a:pt x="1504950" y="2209800"/>
                </a:lnTo>
                <a:lnTo>
                  <a:pt x="1495425" y="2209800"/>
                </a:lnTo>
                <a:lnTo>
                  <a:pt x="1495425" y="2200275"/>
                </a:lnTo>
                <a:lnTo>
                  <a:pt x="1485900" y="2200275"/>
                </a:lnTo>
                <a:close/>
                <a:moveTo>
                  <a:pt x="200025" y="2200275"/>
                </a:moveTo>
                <a:lnTo>
                  <a:pt x="209550" y="2200275"/>
                </a:lnTo>
                <a:lnTo>
                  <a:pt x="209550" y="2209800"/>
                </a:lnTo>
                <a:lnTo>
                  <a:pt x="200025" y="2209800"/>
                </a:lnTo>
                <a:close/>
                <a:moveTo>
                  <a:pt x="409575" y="2200275"/>
                </a:moveTo>
                <a:lnTo>
                  <a:pt x="419100" y="2200275"/>
                </a:lnTo>
                <a:lnTo>
                  <a:pt x="419100" y="2209800"/>
                </a:lnTo>
                <a:lnTo>
                  <a:pt x="409575" y="2209800"/>
                </a:lnTo>
                <a:close/>
                <a:moveTo>
                  <a:pt x="552450" y="2200275"/>
                </a:moveTo>
                <a:lnTo>
                  <a:pt x="571500" y="2200275"/>
                </a:lnTo>
                <a:lnTo>
                  <a:pt x="571500" y="2209800"/>
                </a:lnTo>
                <a:lnTo>
                  <a:pt x="561975" y="2209800"/>
                </a:lnTo>
                <a:lnTo>
                  <a:pt x="561975" y="2219325"/>
                </a:lnTo>
                <a:lnTo>
                  <a:pt x="552450" y="2219325"/>
                </a:lnTo>
                <a:close/>
                <a:moveTo>
                  <a:pt x="714375" y="2200275"/>
                </a:moveTo>
                <a:lnTo>
                  <a:pt x="742950" y="2200275"/>
                </a:lnTo>
                <a:lnTo>
                  <a:pt x="742950" y="2209800"/>
                </a:lnTo>
                <a:lnTo>
                  <a:pt x="714375" y="2209800"/>
                </a:lnTo>
                <a:close/>
                <a:moveTo>
                  <a:pt x="781050" y="2200275"/>
                </a:moveTo>
                <a:lnTo>
                  <a:pt x="790575" y="2200275"/>
                </a:lnTo>
                <a:lnTo>
                  <a:pt x="790575" y="2219325"/>
                </a:lnTo>
                <a:lnTo>
                  <a:pt x="809625" y="2219325"/>
                </a:lnTo>
                <a:lnTo>
                  <a:pt x="809625" y="2228850"/>
                </a:lnTo>
                <a:lnTo>
                  <a:pt x="771525" y="2228850"/>
                </a:lnTo>
                <a:lnTo>
                  <a:pt x="771525" y="2209800"/>
                </a:lnTo>
                <a:lnTo>
                  <a:pt x="781050" y="2209800"/>
                </a:lnTo>
                <a:close/>
                <a:moveTo>
                  <a:pt x="1028700" y="2200275"/>
                </a:moveTo>
                <a:lnTo>
                  <a:pt x="1038225" y="2200275"/>
                </a:lnTo>
                <a:lnTo>
                  <a:pt x="1038225" y="2209800"/>
                </a:lnTo>
                <a:lnTo>
                  <a:pt x="1057275" y="2209800"/>
                </a:lnTo>
                <a:lnTo>
                  <a:pt x="1057275" y="2219325"/>
                </a:lnTo>
                <a:lnTo>
                  <a:pt x="1047750" y="2219325"/>
                </a:lnTo>
                <a:lnTo>
                  <a:pt x="1047750" y="2228850"/>
                </a:lnTo>
                <a:lnTo>
                  <a:pt x="1028700" y="2228850"/>
                </a:lnTo>
                <a:lnTo>
                  <a:pt x="1028700" y="2219325"/>
                </a:lnTo>
                <a:lnTo>
                  <a:pt x="1019175" y="2219325"/>
                </a:lnTo>
                <a:lnTo>
                  <a:pt x="1019175" y="2209800"/>
                </a:lnTo>
                <a:lnTo>
                  <a:pt x="1028700" y="2209800"/>
                </a:lnTo>
                <a:close/>
                <a:moveTo>
                  <a:pt x="209550" y="2209800"/>
                </a:moveTo>
                <a:lnTo>
                  <a:pt x="219075" y="2209800"/>
                </a:lnTo>
                <a:lnTo>
                  <a:pt x="219075" y="2219325"/>
                </a:lnTo>
                <a:lnTo>
                  <a:pt x="209550" y="2219325"/>
                </a:lnTo>
                <a:close/>
                <a:moveTo>
                  <a:pt x="590550" y="2209800"/>
                </a:moveTo>
                <a:lnTo>
                  <a:pt x="619125" y="2209800"/>
                </a:lnTo>
                <a:lnTo>
                  <a:pt x="619125" y="2228850"/>
                </a:lnTo>
                <a:lnTo>
                  <a:pt x="600075" y="2228850"/>
                </a:lnTo>
                <a:lnTo>
                  <a:pt x="600075" y="2219325"/>
                </a:lnTo>
                <a:lnTo>
                  <a:pt x="590550" y="2219325"/>
                </a:lnTo>
                <a:close/>
                <a:moveTo>
                  <a:pt x="647700" y="2209800"/>
                </a:moveTo>
                <a:lnTo>
                  <a:pt x="685800" y="2209800"/>
                </a:lnTo>
                <a:lnTo>
                  <a:pt x="685800" y="2228850"/>
                </a:lnTo>
                <a:lnTo>
                  <a:pt x="638175" y="2228850"/>
                </a:lnTo>
                <a:lnTo>
                  <a:pt x="638175" y="2219325"/>
                </a:lnTo>
                <a:lnTo>
                  <a:pt x="647700" y="2219325"/>
                </a:lnTo>
                <a:close/>
                <a:moveTo>
                  <a:pt x="704850" y="2209800"/>
                </a:moveTo>
                <a:lnTo>
                  <a:pt x="714375" y="2209800"/>
                </a:lnTo>
                <a:lnTo>
                  <a:pt x="714375" y="2228850"/>
                </a:lnTo>
                <a:lnTo>
                  <a:pt x="704850" y="2228850"/>
                </a:lnTo>
                <a:close/>
                <a:moveTo>
                  <a:pt x="400050" y="2219325"/>
                </a:moveTo>
                <a:lnTo>
                  <a:pt x="409575" y="2219325"/>
                </a:lnTo>
                <a:lnTo>
                  <a:pt x="409575" y="2228850"/>
                </a:lnTo>
                <a:lnTo>
                  <a:pt x="400050" y="2228850"/>
                </a:lnTo>
                <a:close/>
                <a:moveTo>
                  <a:pt x="561975" y="2219325"/>
                </a:moveTo>
                <a:lnTo>
                  <a:pt x="590550" y="2219325"/>
                </a:lnTo>
                <a:lnTo>
                  <a:pt x="590550" y="2228850"/>
                </a:lnTo>
                <a:lnTo>
                  <a:pt x="561975" y="2228850"/>
                </a:lnTo>
                <a:close/>
                <a:moveTo>
                  <a:pt x="819150" y="2219325"/>
                </a:moveTo>
                <a:lnTo>
                  <a:pt x="828675" y="2219325"/>
                </a:lnTo>
                <a:lnTo>
                  <a:pt x="828675" y="2228850"/>
                </a:lnTo>
                <a:lnTo>
                  <a:pt x="819150" y="2228850"/>
                </a:lnTo>
                <a:close/>
                <a:moveTo>
                  <a:pt x="847725" y="2219325"/>
                </a:moveTo>
                <a:lnTo>
                  <a:pt x="895350" y="2219325"/>
                </a:lnTo>
                <a:lnTo>
                  <a:pt x="895350" y="2228850"/>
                </a:lnTo>
                <a:lnTo>
                  <a:pt x="847725" y="2228850"/>
                </a:lnTo>
                <a:close/>
                <a:moveTo>
                  <a:pt x="914400" y="2219325"/>
                </a:moveTo>
                <a:lnTo>
                  <a:pt x="942975" y="2219325"/>
                </a:lnTo>
                <a:lnTo>
                  <a:pt x="942975" y="2228850"/>
                </a:lnTo>
                <a:lnTo>
                  <a:pt x="914400" y="2228850"/>
                </a:lnTo>
                <a:close/>
                <a:moveTo>
                  <a:pt x="962025" y="2219325"/>
                </a:moveTo>
                <a:lnTo>
                  <a:pt x="990600" y="2219325"/>
                </a:lnTo>
                <a:lnTo>
                  <a:pt x="990600" y="2228850"/>
                </a:lnTo>
                <a:lnTo>
                  <a:pt x="962025" y="2228850"/>
                </a:lnTo>
                <a:close/>
                <a:moveTo>
                  <a:pt x="190500" y="2247900"/>
                </a:moveTo>
                <a:lnTo>
                  <a:pt x="200025" y="2247900"/>
                </a:lnTo>
                <a:lnTo>
                  <a:pt x="200025" y="2257425"/>
                </a:lnTo>
                <a:lnTo>
                  <a:pt x="190500" y="2257425"/>
                </a:lnTo>
                <a:close/>
                <a:moveTo>
                  <a:pt x="819150" y="2247900"/>
                </a:moveTo>
                <a:lnTo>
                  <a:pt x="838200" y="2247900"/>
                </a:lnTo>
                <a:lnTo>
                  <a:pt x="838200" y="2257425"/>
                </a:lnTo>
                <a:lnTo>
                  <a:pt x="819150" y="2257425"/>
                </a:lnTo>
                <a:close/>
                <a:moveTo>
                  <a:pt x="1000125" y="2247900"/>
                </a:moveTo>
                <a:lnTo>
                  <a:pt x="1028700" y="2247900"/>
                </a:lnTo>
                <a:lnTo>
                  <a:pt x="1028700" y="2257425"/>
                </a:lnTo>
                <a:lnTo>
                  <a:pt x="1066800" y="2257425"/>
                </a:lnTo>
                <a:lnTo>
                  <a:pt x="1066800" y="2266950"/>
                </a:lnTo>
                <a:lnTo>
                  <a:pt x="1028700" y="2266950"/>
                </a:lnTo>
                <a:lnTo>
                  <a:pt x="1028700" y="2276475"/>
                </a:lnTo>
                <a:lnTo>
                  <a:pt x="1000125" y="2276475"/>
                </a:lnTo>
                <a:lnTo>
                  <a:pt x="1000125" y="2266950"/>
                </a:lnTo>
                <a:lnTo>
                  <a:pt x="1019175" y="2266950"/>
                </a:lnTo>
                <a:lnTo>
                  <a:pt x="1019175" y="2257425"/>
                </a:lnTo>
                <a:lnTo>
                  <a:pt x="1000125" y="2257425"/>
                </a:lnTo>
                <a:close/>
                <a:moveTo>
                  <a:pt x="180975" y="2257425"/>
                </a:moveTo>
                <a:lnTo>
                  <a:pt x="190500" y="2257425"/>
                </a:lnTo>
                <a:lnTo>
                  <a:pt x="190500" y="2266950"/>
                </a:lnTo>
                <a:lnTo>
                  <a:pt x="180975" y="2266950"/>
                </a:lnTo>
                <a:close/>
                <a:moveTo>
                  <a:pt x="200025" y="2257425"/>
                </a:moveTo>
                <a:lnTo>
                  <a:pt x="219075" y="2257425"/>
                </a:lnTo>
                <a:lnTo>
                  <a:pt x="219075" y="2266950"/>
                </a:lnTo>
                <a:lnTo>
                  <a:pt x="209550" y="2266950"/>
                </a:lnTo>
                <a:lnTo>
                  <a:pt x="209550" y="2276475"/>
                </a:lnTo>
                <a:lnTo>
                  <a:pt x="200025" y="2276475"/>
                </a:lnTo>
                <a:close/>
                <a:moveTo>
                  <a:pt x="1581150" y="2257425"/>
                </a:moveTo>
                <a:lnTo>
                  <a:pt x="1609725" y="2257425"/>
                </a:lnTo>
                <a:lnTo>
                  <a:pt x="1609725" y="2266950"/>
                </a:lnTo>
                <a:lnTo>
                  <a:pt x="1581150" y="2266950"/>
                </a:lnTo>
                <a:close/>
                <a:moveTo>
                  <a:pt x="1685925" y="2257425"/>
                </a:moveTo>
                <a:lnTo>
                  <a:pt x="1704975" y="2257425"/>
                </a:lnTo>
                <a:lnTo>
                  <a:pt x="1704975" y="2266950"/>
                </a:lnTo>
                <a:lnTo>
                  <a:pt x="1685925" y="2266950"/>
                </a:lnTo>
                <a:close/>
                <a:moveTo>
                  <a:pt x="828675" y="2266950"/>
                </a:moveTo>
                <a:lnTo>
                  <a:pt x="838200" y="2266950"/>
                </a:lnTo>
                <a:lnTo>
                  <a:pt x="838200" y="2276475"/>
                </a:lnTo>
                <a:lnTo>
                  <a:pt x="828675" y="2276475"/>
                </a:lnTo>
                <a:close/>
                <a:moveTo>
                  <a:pt x="333375" y="2305050"/>
                </a:moveTo>
                <a:lnTo>
                  <a:pt x="342900" y="2305050"/>
                </a:lnTo>
                <a:lnTo>
                  <a:pt x="342900" y="2314575"/>
                </a:lnTo>
                <a:lnTo>
                  <a:pt x="333375" y="2314575"/>
                </a:lnTo>
                <a:close/>
                <a:moveTo>
                  <a:pt x="790575" y="2305050"/>
                </a:moveTo>
                <a:lnTo>
                  <a:pt x="800100" y="2305050"/>
                </a:lnTo>
                <a:lnTo>
                  <a:pt x="800100" y="2314575"/>
                </a:lnTo>
                <a:lnTo>
                  <a:pt x="790575" y="2314575"/>
                </a:lnTo>
                <a:close/>
                <a:moveTo>
                  <a:pt x="352425" y="2314575"/>
                </a:moveTo>
                <a:lnTo>
                  <a:pt x="361950" y="2314575"/>
                </a:lnTo>
                <a:lnTo>
                  <a:pt x="361950" y="2333625"/>
                </a:lnTo>
                <a:lnTo>
                  <a:pt x="352425" y="2333625"/>
                </a:lnTo>
                <a:close/>
                <a:moveTo>
                  <a:pt x="1333500" y="2314575"/>
                </a:moveTo>
                <a:lnTo>
                  <a:pt x="1343025" y="2314575"/>
                </a:lnTo>
                <a:lnTo>
                  <a:pt x="1343025" y="2324100"/>
                </a:lnTo>
                <a:lnTo>
                  <a:pt x="1333500" y="2324100"/>
                </a:lnTo>
                <a:close/>
                <a:moveTo>
                  <a:pt x="1047750" y="2324100"/>
                </a:moveTo>
                <a:lnTo>
                  <a:pt x="1057275" y="2324100"/>
                </a:lnTo>
                <a:lnTo>
                  <a:pt x="1057275" y="2343150"/>
                </a:lnTo>
                <a:lnTo>
                  <a:pt x="1047750" y="2343150"/>
                </a:lnTo>
                <a:close/>
                <a:moveTo>
                  <a:pt x="1323975" y="2333625"/>
                </a:moveTo>
                <a:lnTo>
                  <a:pt x="1333500" y="2333625"/>
                </a:lnTo>
                <a:lnTo>
                  <a:pt x="1333500" y="2352675"/>
                </a:lnTo>
                <a:lnTo>
                  <a:pt x="1323975" y="2352675"/>
                </a:lnTo>
                <a:close/>
                <a:moveTo>
                  <a:pt x="981075" y="2343150"/>
                </a:moveTo>
                <a:lnTo>
                  <a:pt x="990600" y="2343150"/>
                </a:lnTo>
                <a:lnTo>
                  <a:pt x="990600" y="2352675"/>
                </a:lnTo>
                <a:lnTo>
                  <a:pt x="1000125" y="2352675"/>
                </a:lnTo>
                <a:lnTo>
                  <a:pt x="1000125" y="2371725"/>
                </a:lnTo>
                <a:lnTo>
                  <a:pt x="981075" y="2371725"/>
                </a:lnTo>
                <a:lnTo>
                  <a:pt x="981075" y="2381250"/>
                </a:lnTo>
                <a:lnTo>
                  <a:pt x="971550" y="2381250"/>
                </a:lnTo>
                <a:lnTo>
                  <a:pt x="971550" y="2371725"/>
                </a:lnTo>
                <a:lnTo>
                  <a:pt x="962025" y="2371725"/>
                </a:lnTo>
                <a:lnTo>
                  <a:pt x="962025" y="2362200"/>
                </a:lnTo>
                <a:lnTo>
                  <a:pt x="971550" y="2362200"/>
                </a:lnTo>
                <a:lnTo>
                  <a:pt x="971550" y="2352675"/>
                </a:lnTo>
                <a:lnTo>
                  <a:pt x="981075" y="2352675"/>
                </a:lnTo>
                <a:close/>
                <a:moveTo>
                  <a:pt x="1171575" y="2352675"/>
                </a:moveTo>
                <a:lnTo>
                  <a:pt x="1190625" y="2352675"/>
                </a:lnTo>
                <a:lnTo>
                  <a:pt x="1190625" y="2371725"/>
                </a:lnTo>
                <a:lnTo>
                  <a:pt x="1171575" y="2371725"/>
                </a:lnTo>
                <a:close/>
                <a:moveTo>
                  <a:pt x="714375" y="2362200"/>
                </a:moveTo>
                <a:lnTo>
                  <a:pt x="723900" y="2362200"/>
                </a:lnTo>
                <a:lnTo>
                  <a:pt x="723900" y="2371725"/>
                </a:lnTo>
                <a:lnTo>
                  <a:pt x="714375" y="2371725"/>
                </a:lnTo>
                <a:close/>
                <a:moveTo>
                  <a:pt x="1057275" y="2362200"/>
                </a:moveTo>
                <a:lnTo>
                  <a:pt x="1076325" y="2362200"/>
                </a:lnTo>
                <a:lnTo>
                  <a:pt x="1076325" y="2371725"/>
                </a:lnTo>
                <a:lnTo>
                  <a:pt x="1057275" y="2371725"/>
                </a:lnTo>
                <a:close/>
                <a:moveTo>
                  <a:pt x="1047750" y="2371725"/>
                </a:moveTo>
                <a:lnTo>
                  <a:pt x="1057275" y="2371725"/>
                </a:lnTo>
                <a:lnTo>
                  <a:pt x="1057275" y="2381250"/>
                </a:lnTo>
                <a:lnTo>
                  <a:pt x="1047750" y="2381250"/>
                </a:lnTo>
                <a:close/>
                <a:moveTo>
                  <a:pt x="714375" y="2381250"/>
                </a:moveTo>
                <a:lnTo>
                  <a:pt x="723900" y="2381250"/>
                </a:lnTo>
                <a:lnTo>
                  <a:pt x="723900" y="2390775"/>
                </a:lnTo>
                <a:lnTo>
                  <a:pt x="714375" y="2390775"/>
                </a:lnTo>
                <a:close/>
                <a:moveTo>
                  <a:pt x="1057275" y="2381250"/>
                </a:moveTo>
                <a:lnTo>
                  <a:pt x="1066800" y="2381250"/>
                </a:lnTo>
                <a:lnTo>
                  <a:pt x="1066800" y="2390775"/>
                </a:lnTo>
                <a:lnTo>
                  <a:pt x="1057275" y="2390775"/>
                </a:lnTo>
                <a:close/>
                <a:moveTo>
                  <a:pt x="1200150" y="2390775"/>
                </a:moveTo>
                <a:lnTo>
                  <a:pt x="1209675" y="2390775"/>
                </a:lnTo>
                <a:lnTo>
                  <a:pt x="1209675" y="2400300"/>
                </a:lnTo>
                <a:lnTo>
                  <a:pt x="1200150" y="2400300"/>
                </a:lnTo>
                <a:close/>
                <a:moveTo>
                  <a:pt x="1323975" y="2419350"/>
                </a:moveTo>
                <a:lnTo>
                  <a:pt x="1352550" y="2419350"/>
                </a:lnTo>
                <a:lnTo>
                  <a:pt x="1352550" y="2428875"/>
                </a:lnTo>
                <a:lnTo>
                  <a:pt x="1323975" y="2428875"/>
                </a:lnTo>
                <a:close/>
                <a:moveTo>
                  <a:pt x="381000" y="2428875"/>
                </a:moveTo>
                <a:lnTo>
                  <a:pt x="400050" y="2428875"/>
                </a:lnTo>
                <a:lnTo>
                  <a:pt x="400050" y="2438400"/>
                </a:lnTo>
                <a:lnTo>
                  <a:pt x="381000" y="2438400"/>
                </a:lnTo>
                <a:close/>
                <a:moveTo>
                  <a:pt x="352425" y="2438400"/>
                </a:moveTo>
                <a:lnTo>
                  <a:pt x="361950" y="2438400"/>
                </a:lnTo>
                <a:lnTo>
                  <a:pt x="361950" y="2447925"/>
                </a:lnTo>
                <a:lnTo>
                  <a:pt x="352425" y="2447925"/>
                </a:lnTo>
                <a:close/>
                <a:moveTo>
                  <a:pt x="428625" y="2438400"/>
                </a:moveTo>
                <a:lnTo>
                  <a:pt x="438150" y="2438400"/>
                </a:lnTo>
                <a:lnTo>
                  <a:pt x="438150" y="2486025"/>
                </a:lnTo>
                <a:lnTo>
                  <a:pt x="409575" y="2486025"/>
                </a:lnTo>
                <a:lnTo>
                  <a:pt x="409575" y="2476500"/>
                </a:lnTo>
                <a:lnTo>
                  <a:pt x="400050" y="2476500"/>
                </a:lnTo>
                <a:lnTo>
                  <a:pt x="400050" y="2466975"/>
                </a:lnTo>
                <a:lnTo>
                  <a:pt x="419100" y="2466975"/>
                </a:lnTo>
                <a:lnTo>
                  <a:pt x="419100" y="2457450"/>
                </a:lnTo>
                <a:lnTo>
                  <a:pt x="390525" y="2457450"/>
                </a:lnTo>
                <a:lnTo>
                  <a:pt x="390525" y="2476500"/>
                </a:lnTo>
                <a:lnTo>
                  <a:pt x="381000" y="2476500"/>
                </a:lnTo>
                <a:lnTo>
                  <a:pt x="381000" y="2486025"/>
                </a:lnTo>
                <a:lnTo>
                  <a:pt x="352425" y="2486025"/>
                </a:lnTo>
                <a:lnTo>
                  <a:pt x="352425" y="2476500"/>
                </a:lnTo>
                <a:lnTo>
                  <a:pt x="361950" y="2476500"/>
                </a:lnTo>
                <a:lnTo>
                  <a:pt x="361950" y="2457450"/>
                </a:lnTo>
                <a:lnTo>
                  <a:pt x="381000" y="2457450"/>
                </a:lnTo>
                <a:lnTo>
                  <a:pt x="381000" y="2447925"/>
                </a:lnTo>
                <a:lnTo>
                  <a:pt x="428625" y="2447925"/>
                </a:lnTo>
                <a:close/>
                <a:moveTo>
                  <a:pt x="285750" y="2447925"/>
                </a:moveTo>
                <a:lnTo>
                  <a:pt x="304800" y="2447925"/>
                </a:lnTo>
                <a:lnTo>
                  <a:pt x="304800" y="2457450"/>
                </a:lnTo>
                <a:lnTo>
                  <a:pt x="285750" y="2457450"/>
                </a:lnTo>
                <a:close/>
                <a:moveTo>
                  <a:pt x="457200" y="2447925"/>
                </a:moveTo>
                <a:lnTo>
                  <a:pt x="485775" y="2447925"/>
                </a:lnTo>
                <a:lnTo>
                  <a:pt x="485775" y="2457450"/>
                </a:lnTo>
                <a:lnTo>
                  <a:pt x="457200" y="2457450"/>
                </a:lnTo>
                <a:close/>
                <a:moveTo>
                  <a:pt x="495300" y="2447925"/>
                </a:moveTo>
                <a:lnTo>
                  <a:pt x="514350" y="2447925"/>
                </a:lnTo>
                <a:lnTo>
                  <a:pt x="514350" y="2457450"/>
                </a:lnTo>
                <a:lnTo>
                  <a:pt x="523875" y="2457450"/>
                </a:lnTo>
                <a:lnTo>
                  <a:pt x="523875" y="2466975"/>
                </a:lnTo>
                <a:lnTo>
                  <a:pt x="495300" y="2466975"/>
                </a:lnTo>
                <a:close/>
                <a:moveTo>
                  <a:pt x="533400" y="2447925"/>
                </a:moveTo>
                <a:lnTo>
                  <a:pt x="542925" y="2447925"/>
                </a:lnTo>
                <a:lnTo>
                  <a:pt x="542925" y="2457450"/>
                </a:lnTo>
                <a:lnTo>
                  <a:pt x="533400" y="2457450"/>
                </a:lnTo>
                <a:close/>
                <a:moveTo>
                  <a:pt x="638175" y="2447925"/>
                </a:moveTo>
                <a:lnTo>
                  <a:pt x="647700" y="2447925"/>
                </a:lnTo>
                <a:lnTo>
                  <a:pt x="647700" y="2466975"/>
                </a:lnTo>
                <a:lnTo>
                  <a:pt x="628650" y="2466975"/>
                </a:lnTo>
                <a:lnTo>
                  <a:pt x="628650" y="2457450"/>
                </a:lnTo>
                <a:lnTo>
                  <a:pt x="638175" y="2457450"/>
                </a:lnTo>
                <a:close/>
                <a:moveTo>
                  <a:pt x="180975" y="2457450"/>
                </a:moveTo>
                <a:lnTo>
                  <a:pt x="190500" y="2457450"/>
                </a:lnTo>
                <a:lnTo>
                  <a:pt x="190500" y="2476500"/>
                </a:lnTo>
                <a:lnTo>
                  <a:pt x="180975" y="2476500"/>
                </a:lnTo>
                <a:close/>
                <a:moveTo>
                  <a:pt x="1028700" y="2457450"/>
                </a:moveTo>
                <a:lnTo>
                  <a:pt x="1038225" y="2457450"/>
                </a:lnTo>
                <a:lnTo>
                  <a:pt x="1038225" y="2466975"/>
                </a:lnTo>
                <a:lnTo>
                  <a:pt x="1028700" y="2466975"/>
                </a:lnTo>
                <a:close/>
                <a:moveTo>
                  <a:pt x="552450" y="2476500"/>
                </a:moveTo>
                <a:lnTo>
                  <a:pt x="581025" y="2476500"/>
                </a:lnTo>
                <a:lnTo>
                  <a:pt x="581025" y="2486025"/>
                </a:lnTo>
                <a:lnTo>
                  <a:pt x="552450" y="2486025"/>
                </a:lnTo>
                <a:close/>
                <a:moveTo>
                  <a:pt x="609600" y="2476500"/>
                </a:moveTo>
                <a:lnTo>
                  <a:pt x="619125" y="2476500"/>
                </a:lnTo>
                <a:lnTo>
                  <a:pt x="619125" y="2486025"/>
                </a:lnTo>
                <a:lnTo>
                  <a:pt x="609600" y="2486025"/>
                </a:lnTo>
                <a:close/>
                <a:moveTo>
                  <a:pt x="1019175" y="2476500"/>
                </a:moveTo>
                <a:lnTo>
                  <a:pt x="1028700" y="2476500"/>
                </a:lnTo>
                <a:lnTo>
                  <a:pt x="1028700" y="2486025"/>
                </a:lnTo>
                <a:lnTo>
                  <a:pt x="1019175" y="2486025"/>
                </a:lnTo>
                <a:close/>
                <a:moveTo>
                  <a:pt x="1238250" y="2476500"/>
                </a:moveTo>
                <a:lnTo>
                  <a:pt x="1257300" y="2476500"/>
                </a:lnTo>
                <a:lnTo>
                  <a:pt x="1257300" y="2486025"/>
                </a:lnTo>
                <a:lnTo>
                  <a:pt x="1238250" y="2486025"/>
                </a:lnTo>
                <a:close/>
                <a:moveTo>
                  <a:pt x="609600" y="2505075"/>
                </a:moveTo>
                <a:lnTo>
                  <a:pt x="619125" y="2505075"/>
                </a:lnTo>
                <a:lnTo>
                  <a:pt x="619125" y="2524125"/>
                </a:lnTo>
                <a:lnTo>
                  <a:pt x="609600" y="2524125"/>
                </a:lnTo>
                <a:close/>
                <a:moveTo>
                  <a:pt x="1009650" y="2505075"/>
                </a:moveTo>
                <a:lnTo>
                  <a:pt x="1038225" y="2505075"/>
                </a:lnTo>
                <a:lnTo>
                  <a:pt x="1038225" y="2524125"/>
                </a:lnTo>
                <a:lnTo>
                  <a:pt x="1009650" y="2524125"/>
                </a:lnTo>
                <a:close/>
                <a:moveTo>
                  <a:pt x="1314450" y="2505075"/>
                </a:moveTo>
                <a:lnTo>
                  <a:pt x="1333500" y="2505075"/>
                </a:lnTo>
                <a:lnTo>
                  <a:pt x="1333500" y="2524125"/>
                </a:lnTo>
                <a:lnTo>
                  <a:pt x="1314450" y="2524125"/>
                </a:lnTo>
                <a:close/>
                <a:moveTo>
                  <a:pt x="1581150" y="2505075"/>
                </a:moveTo>
                <a:lnTo>
                  <a:pt x="1600200" y="2505075"/>
                </a:lnTo>
                <a:lnTo>
                  <a:pt x="1600200" y="2524125"/>
                </a:lnTo>
                <a:lnTo>
                  <a:pt x="1581150" y="2524125"/>
                </a:lnTo>
                <a:close/>
                <a:moveTo>
                  <a:pt x="333375" y="2514600"/>
                </a:moveTo>
                <a:lnTo>
                  <a:pt x="352425" y="2514600"/>
                </a:lnTo>
                <a:lnTo>
                  <a:pt x="352425" y="2524125"/>
                </a:lnTo>
                <a:lnTo>
                  <a:pt x="333375" y="2524125"/>
                </a:lnTo>
                <a:close/>
                <a:moveTo>
                  <a:pt x="561975" y="2514600"/>
                </a:moveTo>
                <a:lnTo>
                  <a:pt x="590550" y="2514600"/>
                </a:lnTo>
                <a:lnTo>
                  <a:pt x="590550" y="2524125"/>
                </a:lnTo>
                <a:lnTo>
                  <a:pt x="561975" y="2524125"/>
                </a:lnTo>
                <a:close/>
                <a:moveTo>
                  <a:pt x="647700" y="2514600"/>
                </a:moveTo>
                <a:lnTo>
                  <a:pt x="657225" y="2514600"/>
                </a:lnTo>
                <a:lnTo>
                  <a:pt x="657225" y="2524125"/>
                </a:lnTo>
                <a:lnTo>
                  <a:pt x="647700" y="2524125"/>
                </a:lnTo>
                <a:close/>
                <a:moveTo>
                  <a:pt x="866775" y="2514600"/>
                </a:moveTo>
                <a:lnTo>
                  <a:pt x="876300" y="2514600"/>
                </a:lnTo>
                <a:lnTo>
                  <a:pt x="876300" y="2524125"/>
                </a:lnTo>
                <a:lnTo>
                  <a:pt x="866775" y="2524125"/>
                </a:lnTo>
                <a:close/>
                <a:moveTo>
                  <a:pt x="1352550" y="2514600"/>
                </a:moveTo>
                <a:lnTo>
                  <a:pt x="1362075" y="2514600"/>
                </a:lnTo>
                <a:lnTo>
                  <a:pt x="1362075" y="2524125"/>
                </a:lnTo>
                <a:lnTo>
                  <a:pt x="1352550" y="2524125"/>
                </a:lnTo>
                <a:close/>
                <a:moveTo>
                  <a:pt x="1428750" y="2514600"/>
                </a:moveTo>
                <a:lnTo>
                  <a:pt x="1438275" y="2514600"/>
                </a:lnTo>
                <a:lnTo>
                  <a:pt x="1438275" y="2524125"/>
                </a:lnTo>
                <a:lnTo>
                  <a:pt x="1428750" y="2524125"/>
                </a:lnTo>
                <a:close/>
                <a:moveTo>
                  <a:pt x="1152525" y="2552700"/>
                </a:moveTo>
                <a:lnTo>
                  <a:pt x="1162050" y="2552700"/>
                </a:lnTo>
                <a:lnTo>
                  <a:pt x="1162050" y="2562225"/>
                </a:lnTo>
                <a:lnTo>
                  <a:pt x="1171575" y="2562225"/>
                </a:lnTo>
                <a:lnTo>
                  <a:pt x="1171575" y="2581275"/>
                </a:lnTo>
                <a:lnTo>
                  <a:pt x="1152525" y="2581275"/>
                </a:lnTo>
                <a:lnTo>
                  <a:pt x="1152525" y="2590800"/>
                </a:lnTo>
                <a:lnTo>
                  <a:pt x="1143000" y="2590800"/>
                </a:lnTo>
                <a:lnTo>
                  <a:pt x="1143000" y="2562225"/>
                </a:lnTo>
                <a:lnTo>
                  <a:pt x="1152525" y="2562225"/>
                </a:lnTo>
                <a:close/>
                <a:moveTo>
                  <a:pt x="333375" y="2571750"/>
                </a:moveTo>
                <a:lnTo>
                  <a:pt x="342900" y="2571750"/>
                </a:lnTo>
                <a:lnTo>
                  <a:pt x="342900" y="2581275"/>
                </a:lnTo>
                <a:lnTo>
                  <a:pt x="333375" y="2581275"/>
                </a:lnTo>
                <a:close/>
                <a:moveTo>
                  <a:pt x="1057275" y="2571750"/>
                </a:moveTo>
                <a:lnTo>
                  <a:pt x="1095375" y="2571750"/>
                </a:lnTo>
                <a:lnTo>
                  <a:pt x="1095375" y="2581275"/>
                </a:lnTo>
                <a:lnTo>
                  <a:pt x="1066800" y="2581275"/>
                </a:lnTo>
                <a:lnTo>
                  <a:pt x="1066800" y="2590800"/>
                </a:lnTo>
                <a:lnTo>
                  <a:pt x="1057275" y="2590800"/>
                </a:lnTo>
                <a:close/>
                <a:moveTo>
                  <a:pt x="1104900" y="2571750"/>
                </a:moveTo>
                <a:lnTo>
                  <a:pt x="1114425" y="2571750"/>
                </a:lnTo>
                <a:lnTo>
                  <a:pt x="1114425" y="2581275"/>
                </a:lnTo>
                <a:lnTo>
                  <a:pt x="1104900" y="2581275"/>
                </a:lnTo>
                <a:close/>
                <a:moveTo>
                  <a:pt x="1362075" y="2581275"/>
                </a:moveTo>
                <a:lnTo>
                  <a:pt x="1381125" y="2581275"/>
                </a:lnTo>
                <a:lnTo>
                  <a:pt x="1381125" y="2590800"/>
                </a:lnTo>
                <a:lnTo>
                  <a:pt x="1362075" y="2590800"/>
                </a:lnTo>
                <a:close/>
                <a:moveTo>
                  <a:pt x="1409700" y="2581275"/>
                </a:moveTo>
                <a:lnTo>
                  <a:pt x="1419225" y="2581275"/>
                </a:lnTo>
                <a:lnTo>
                  <a:pt x="1419225" y="2590800"/>
                </a:lnTo>
                <a:lnTo>
                  <a:pt x="1409700" y="2590800"/>
                </a:lnTo>
                <a:close/>
                <a:moveTo>
                  <a:pt x="1428750" y="2581275"/>
                </a:moveTo>
                <a:lnTo>
                  <a:pt x="1438275" y="2581275"/>
                </a:lnTo>
                <a:lnTo>
                  <a:pt x="1438275" y="2590800"/>
                </a:lnTo>
                <a:lnTo>
                  <a:pt x="1428750" y="2590800"/>
                </a:lnTo>
                <a:close/>
                <a:moveTo>
                  <a:pt x="1504950" y="2581275"/>
                </a:moveTo>
                <a:lnTo>
                  <a:pt x="1524000" y="2581275"/>
                </a:lnTo>
                <a:lnTo>
                  <a:pt x="1524000" y="2590800"/>
                </a:lnTo>
                <a:lnTo>
                  <a:pt x="1504950" y="2590800"/>
                </a:lnTo>
                <a:close/>
                <a:moveTo>
                  <a:pt x="1581150" y="2581275"/>
                </a:moveTo>
                <a:lnTo>
                  <a:pt x="1676400" y="2581275"/>
                </a:lnTo>
                <a:lnTo>
                  <a:pt x="1676400" y="2590800"/>
                </a:lnTo>
                <a:lnTo>
                  <a:pt x="1581150" y="2590800"/>
                </a:lnTo>
                <a:close/>
                <a:moveTo>
                  <a:pt x="1295400" y="2590800"/>
                </a:moveTo>
                <a:lnTo>
                  <a:pt x="1304925" y="2590800"/>
                </a:lnTo>
                <a:lnTo>
                  <a:pt x="1304925" y="2600325"/>
                </a:lnTo>
                <a:lnTo>
                  <a:pt x="1295400" y="2600325"/>
                </a:lnTo>
                <a:close/>
                <a:moveTo>
                  <a:pt x="1381125" y="2590800"/>
                </a:moveTo>
                <a:lnTo>
                  <a:pt x="1409700" y="2590800"/>
                </a:lnTo>
                <a:lnTo>
                  <a:pt x="1409700" y="2600325"/>
                </a:lnTo>
                <a:lnTo>
                  <a:pt x="1381125" y="2600325"/>
                </a:lnTo>
                <a:close/>
                <a:moveTo>
                  <a:pt x="1276350" y="2600325"/>
                </a:moveTo>
                <a:lnTo>
                  <a:pt x="1285875" y="2600325"/>
                </a:lnTo>
                <a:lnTo>
                  <a:pt x="1285875" y="2609850"/>
                </a:lnTo>
                <a:lnTo>
                  <a:pt x="1276350" y="2609850"/>
                </a:lnTo>
                <a:close/>
                <a:moveTo>
                  <a:pt x="1266825" y="2609850"/>
                </a:moveTo>
                <a:lnTo>
                  <a:pt x="1276350" y="2609850"/>
                </a:lnTo>
                <a:lnTo>
                  <a:pt x="1276350" y="2619375"/>
                </a:lnTo>
                <a:lnTo>
                  <a:pt x="1266825" y="2619375"/>
                </a:lnTo>
                <a:close/>
                <a:moveTo>
                  <a:pt x="476250" y="2619375"/>
                </a:moveTo>
                <a:lnTo>
                  <a:pt x="495300" y="2619375"/>
                </a:lnTo>
                <a:lnTo>
                  <a:pt x="495300" y="2628900"/>
                </a:lnTo>
                <a:lnTo>
                  <a:pt x="476250" y="2628900"/>
                </a:lnTo>
                <a:close/>
                <a:moveTo>
                  <a:pt x="1257300" y="2619375"/>
                </a:moveTo>
                <a:lnTo>
                  <a:pt x="1266825" y="2619375"/>
                </a:lnTo>
                <a:lnTo>
                  <a:pt x="1266825" y="2628900"/>
                </a:lnTo>
                <a:lnTo>
                  <a:pt x="1257300" y="2628900"/>
                </a:lnTo>
                <a:close/>
                <a:moveTo>
                  <a:pt x="828675" y="2628900"/>
                </a:moveTo>
                <a:lnTo>
                  <a:pt x="847725" y="2628900"/>
                </a:lnTo>
                <a:lnTo>
                  <a:pt x="847725" y="2638425"/>
                </a:lnTo>
                <a:lnTo>
                  <a:pt x="828675" y="2638425"/>
                </a:lnTo>
                <a:close/>
                <a:moveTo>
                  <a:pt x="723900" y="2638425"/>
                </a:moveTo>
                <a:lnTo>
                  <a:pt x="733425" y="2638425"/>
                </a:lnTo>
                <a:lnTo>
                  <a:pt x="733425" y="2657475"/>
                </a:lnTo>
                <a:lnTo>
                  <a:pt x="723900" y="2657475"/>
                </a:lnTo>
                <a:close/>
                <a:moveTo>
                  <a:pt x="1409700" y="2657475"/>
                </a:moveTo>
                <a:lnTo>
                  <a:pt x="1428750" y="2657475"/>
                </a:lnTo>
                <a:lnTo>
                  <a:pt x="1428750" y="2667000"/>
                </a:lnTo>
                <a:lnTo>
                  <a:pt x="1409700" y="2667000"/>
                </a:lnTo>
                <a:close/>
                <a:moveTo>
                  <a:pt x="1447800" y="2657475"/>
                </a:moveTo>
                <a:lnTo>
                  <a:pt x="1466850" y="2657475"/>
                </a:lnTo>
                <a:lnTo>
                  <a:pt x="1466850" y="2667000"/>
                </a:lnTo>
                <a:lnTo>
                  <a:pt x="1447800" y="2667000"/>
                </a:lnTo>
                <a:close/>
                <a:moveTo>
                  <a:pt x="1609725" y="2657475"/>
                </a:moveTo>
                <a:lnTo>
                  <a:pt x="1628775" y="2657475"/>
                </a:lnTo>
                <a:lnTo>
                  <a:pt x="1628775" y="2667000"/>
                </a:lnTo>
                <a:lnTo>
                  <a:pt x="1609725" y="2667000"/>
                </a:lnTo>
                <a:close/>
                <a:moveTo>
                  <a:pt x="1600200" y="2676525"/>
                </a:moveTo>
                <a:lnTo>
                  <a:pt x="1619250" y="2676525"/>
                </a:lnTo>
                <a:lnTo>
                  <a:pt x="1619250" y="2695575"/>
                </a:lnTo>
                <a:lnTo>
                  <a:pt x="1581150" y="2695575"/>
                </a:lnTo>
                <a:lnTo>
                  <a:pt x="1581150" y="2686050"/>
                </a:lnTo>
                <a:lnTo>
                  <a:pt x="1600200" y="2686050"/>
                </a:lnTo>
                <a:close/>
                <a:moveTo>
                  <a:pt x="1019175" y="2686050"/>
                </a:moveTo>
                <a:lnTo>
                  <a:pt x="1047750" y="2686050"/>
                </a:lnTo>
                <a:lnTo>
                  <a:pt x="1047750" y="2695575"/>
                </a:lnTo>
                <a:lnTo>
                  <a:pt x="1019175" y="2695575"/>
                </a:lnTo>
                <a:close/>
                <a:moveTo>
                  <a:pt x="1181100" y="2686050"/>
                </a:moveTo>
                <a:lnTo>
                  <a:pt x="1228725" y="2686050"/>
                </a:lnTo>
                <a:lnTo>
                  <a:pt x="1228725" y="2695575"/>
                </a:lnTo>
                <a:lnTo>
                  <a:pt x="1181100" y="2695575"/>
                </a:lnTo>
                <a:close/>
                <a:moveTo>
                  <a:pt x="457200" y="2695575"/>
                </a:moveTo>
                <a:lnTo>
                  <a:pt x="476250" y="2695575"/>
                </a:lnTo>
                <a:lnTo>
                  <a:pt x="476250" y="2714625"/>
                </a:lnTo>
                <a:lnTo>
                  <a:pt x="466725" y="2714625"/>
                </a:lnTo>
                <a:lnTo>
                  <a:pt x="466725" y="2724150"/>
                </a:lnTo>
                <a:lnTo>
                  <a:pt x="457200" y="2724150"/>
                </a:lnTo>
                <a:close/>
                <a:moveTo>
                  <a:pt x="523875" y="2695575"/>
                </a:moveTo>
                <a:lnTo>
                  <a:pt x="533400" y="2695575"/>
                </a:lnTo>
                <a:lnTo>
                  <a:pt x="533400" y="2705100"/>
                </a:lnTo>
                <a:lnTo>
                  <a:pt x="523875" y="2705100"/>
                </a:lnTo>
                <a:close/>
                <a:moveTo>
                  <a:pt x="733425" y="2695575"/>
                </a:moveTo>
                <a:lnTo>
                  <a:pt x="762000" y="2695575"/>
                </a:lnTo>
                <a:lnTo>
                  <a:pt x="762000" y="2705100"/>
                </a:lnTo>
                <a:lnTo>
                  <a:pt x="733425" y="2705100"/>
                </a:lnTo>
                <a:close/>
                <a:moveTo>
                  <a:pt x="200025" y="2705100"/>
                </a:moveTo>
                <a:lnTo>
                  <a:pt x="209550" y="2705100"/>
                </a:lnTo>
                <a:lnTo>
                  <a:pt x="209550" y="2714625"/>
                </a:lnTo>
                <a:lnTo>
                  <a:pt x="200025" y="2714625"/>
                </a:lnTo>
                <a:close/>
                <a:moveTo>
                  <a:pt x="590550" y="2705100"/>
                </a:moveTo>
                <a:lnTo>
                  <a:pt x="600075" y="2705100"/>
                </a:lnTo>
                <a:lnTo>
                  <a:pt x="600075" y="2714625"/>
                </a:lnTo>
                <a:lnTo>
                  <a:pt x="590550" y="2714625"/>
                </a:lnTo>
                <a:close/>
                <a:moveTo>
                  <a:pt x="695325" y="2705100"/>
                </a:moveTo>
                <a:lnTo>
                  <a:pt x="714375" y="2705100"/>
                </a:lnTo>
                <a:lnTo>
                  <a:pt x="714375" y="2714625"/>
                </a:lnTo>
                <a:lnTo>
                  <a:pt x="695325" y="2714625"/>
                </a:lnTo>
                <a:close/>
                <a:moveTo>
                  <a:pt x="1200150" y="2705100"/>
                </a:moveTo>
                <a:lnTo>
                  <a:pt x="1209675" y="2705100"/>
                </a:lnTo>
                <a:lnTo>
                  <a:pt x="1209675" y="2714625"/>
                </a:lnTo>
                <a:lnTo>
                  <a:pt x="1200150" y="2714625"/>
                </a:lnTo>
                <a:close/>
                <a:moveTo>
                  <a:pt x="219075" y="2714625"/>
                </a:moveTo>
                <a:lnTo>
                  <a:pt x="228600" y="2714625"/>
                </a:lnTo>
                <a:lnTo>
                  <a:pt x="228600" y="2724150"/>
                </a:lnTo>
                <a:lnTo>
                  <a:pt x="247650" y="2724150"/>
                </a:lnTo>
                <a:lnTo>
                  <a:pt x="247650" y="2714625"/>
                </a:lnTo>
                <a:lnTo>
                  <a:pt x="266700" y="2714625"/>
                </a:lnTo>
                <a:lnTo>
                  <a:pt x="266700" y="2724150"/>
                </a:lnTo>
                <a:lnTo>
                  <a:pt x="257175" y="2724150"/>
                </a:lnTo>
                <a:lnTo>
                  <a:pt x="257175" y="2733675"/>
                </a:lnTo>
                <a:lnTo>
                  <a:pt x="228600" y="2733675"/>
                </a:lnTo>
                <a:lnTo>
                  <a:pt x="228600" y="2743200"/>
                </a:lnTo>
                <a:lnTo>
                  <a:pt x="209550" y="2743200"/>
                </a:lnTo>
                <a:lnTo>
                  <a:pt x="209550" y="2733675"/>
                </a:lnTo>
                <a:lnTo>
                  <a:pt x="219075" y="2733675"/>
                </a:lnTo>
                <a:close/>
                <a:moveTo>
                  <a:pt x="504825" y="2714625"/>
                </a:moveTo>
                <a:lnTo>
                  <a:pt x="514350" y="2714625"/>
                </a:lnTo>
                <a:lnTo>
                  <a:pt x="514350" y="2724150"/>
                </a:lnTo>
                <a:lnTo>
                  <a:pt x="504825" y="2724150"/>
                </a:lnTo>
                <a:close/>
                <a:moveTo>
                  <a:pt x="685800" y="2724150"/>
                </a:moveTo>
                <a:lnTo>
                  <a:pt x="695325" y="2724150"/>
                </a:lnTo>
                <a:lnTo>
                  <a:pt x="695325" y="2733675"/>
                </a:lnTo>
                <a:lnTo>
                  <a:pt x="685800" y="2733675"/>
                </a:lnTo>
                <a:close/>
                <a:moveTo>
                  <a:pt x="1152525" y="2724150"/>
                </a:moveTo>
                <a:lnTo>
                  <a:pt x="1171575" y="2724150"/>
                </a:lnTo>
                <a:lnTo>
                  <a:pt x="1171575" y="2733675"/>
                </a:lnTo>
                <a:lnTo>
                  <a:pt x="1152525" y="2733675"/>
                </a:lnTo>
                <a:close/>
                <a:moveTo>
                  <a:pt x="190500" y="2733675"/>
                </a:moveTo>
                <a:lnTo>
                  <a:pt x="200025" y="2733675"/>
                </a:lnTo>
                <a:lnTo>
                  <a:pt x="200025" y="2743200"/>
                </a:lnTo>
                <a:lnTo>
                  <a:pt x="190500" y="2743200"/>
                </a:lnTo>
                <a:close/>
                <a:moveTo>
                  <a:pt x="923925" y="2733675"/>
                </a:moveTo>
                <a:lnTo>
                  <a:pt x="952500" y="2733675"/>
                </a:lnTo>
                <a:lnTo>
                  <a:pt x="952500" y="2743200"/>
                </a:lnTo>
                <a:lnTo>
                  <a:pt x="923925" y="2743200"/>
                </a:lnTo>
                <a:close/>
                <a:moveTo>
                  <a:pt x="1019175" y="2733675"/>
                </a:moveTo>
                <a:lnTo>
                  <a:pt x="1028700" y="2733675"/>
                </a:lnTo>
                <a:lnTo>
                  <a:pt x="1028700" y="2743200"/>
                </a:lnTo>
                <a:lnTo>
                  <a:pt x="1019175" y="2743200"/>
                </a:lnTo>
                <a:close/>
                <a:moveTo>
                  <a:pt x="1419225" y="2733675"/>
                </a:moveTo>
                <a:lnTo>
                  <a:pt x="1438275" y="2733675"/>
                </a:lnTo>
                <a:lnTo>
                  <a:pt x="1438275" y="2743200"/>
                </a:lnTo>
                <a:lnTo>
                  <a:pt x="1419225" y="2743200"/>
                </a:lnTo>
                <a:close/>
                <a:moveTo>
                  <a:pt x="742950" y="2771775"/>
                </a:moveTo>
                <a:lnTo>
                  <a:pt x="752475" y="2771775"/>
                </a:lnTo>
                <a:lnTo>
                  <a:pt x="752475" y="2781300"/>
                </a:lnTo>
                <a:lnTo>
                  <a:pt x="742950" y="2781300"/>
                </a:lnTo>
                <a:close/>
                <a:moveTo>
                  <a:pt x="1447800" y="2771775"/>
                </a:moveTo>
                <a:lnTo>
                  <a:pt x="1466850" y="2771775"/>
                </a:lnTo>
                <a:lnTo>
                  <a:pt x="1466850" y="2790825"/>
                </a:lnTo>
                <a:lnTo>
                  <a:pt x="1447800" y="2790825"/>
                </a:lnTo>
                <a:close/>
                <a:moveTo>
                  <a:pt x="904875" y="2781300"/>
                </a:moveTo>
                <a:lnTo>
                  <a:pt x="914400" y="2781300"/>
                </a:lnTo>
                <a:lnTo>
                  <a:pt x="914400" y="2790825"/>
                </a:lnTo>
                <a:lnTo>
                  <a:pt x="904875" y="2790825"/>
                </a:lnTo>
                <a:close/>
                <a:moveTo>
                  <a:pt x="180975" y="2800350"/>
                </a:moveTo>
                <a:lnTo>
                  <a:pt x="190500" y="2800350"/>
                </a:lnTo>
                <a:lnTo>
                  <a:pt x="190500" y="2809875"/>
                </a:lnTo>
                <a:lnTo>
                  <a:pt x="180975" y="2809875"/>
                </a:lnTo>
                <a:close/>
                <a:moveTo>
                  <a:pt x="266700" y="2800350"/>
                </a:moveTo>
                <a:lnTo>
                  <a:pt x="276225" y="2800350"/>
                </a:lnTo>
                <a:lnTo>
                  <a:pt x="276225" y="2809875"/>
                </a:lnTo>
                <a:lnTo>
                  <a:pt x="266700" y="2809875"/>
                </a:lnTo>
                <a:close/>
                <a:moveTo>
                  <a:pt x="590550" y="2819400"/>
                </a:moveTo>
                <a:lnTo>
                  <a:pt x="600075" y="2819400"/>
                </a:lnTo>
                <a:lnTo>
                  <a:pt x="600075" y="2828925"/>
                </a:lnTo>
                <a:lnTo>
                  <a:pt x="590550" y="2828925"/>
                </a:lnTo>
                <a:close/>
                <a:moveTo>
                  <a:pt x="619125" y="2819400"/>
                </a:moveTo>
                <a:lnTo>
                  <a:pt x="628650" y="2819400"/>
                </a:lnTo>
                <a:lnTo>
                  <a:pt x="628650" y="2828925"/>
                </a:lnTo>
                <a:lnTo>
                  <a:pt x="619125" y="2828925"/>
                </a:lnTo>
                <a:close/>
                <a:moveTo>
                  <a:pt x="657225" y="2819400"/>
                </a:moveTo>
                <a:lnTo>
                  <a:pt x="666750" y="2819400"/>
                </a:lnTo>
                <a:lnTo>
                  <a:pt x="666750" y="2828925"/>
                </a:lnTo>
                <a:lnTo>
                  <a:pt x="676275" y="2828925"/>
                </a:lnTo>
                <a:lnTo>
                  <a:pt x="676275" y="2847975"/>
                </a:lnTo>
                <a:lnTo>
                  <a:pt x="685800" y="2847975"/>
                </a:lnTo>
                <a:lnTo>
                  <a:pt x="685800" y="2857500"/>
                </a:lnTo>
                <a:lnTo>
                  <a:pt x="676275" y="2857500"/>
                </a:lnTo>
                <a:lnTo>
                  <a:pt x="676275" y="2867025"/>
                </a:lnTo>
                <a:lnTo>
                  <a:pt x="685800" y="2867025"/>
                </a:lnTo>
                <a:lnTo>
                  <a:pt x="685800" y="2886075"/>
                </a:lnTo>
                <a:lnTo>
                  <a:pt x="666750" y="2886075"/>
                </a:lnTo>
                <a:lnTo>
                  <a:pt x="666750" y="2847975"/>
                </a:lnTo>
                <a:lnTo>
                  <a:pt x="638175" y="2847975"/>
                </a:lnTo>
                <a:lnTo>
                  <a:pt x="638175" y="2838450"/>
                </a:lnTo>
                <a:lnTo>
                  <a:pt x="628650" y="2838450"/>
                </a:lnTo>
                <a:lnTo>
                  <a:pt x="628650" y="2828925"/>
                </a:lnTo>
                <a:lnTo>
                  <a:pt x="657225" y="2828925"/>
                </a:lnTo>
                <a:close/>
                <a:moveTo>
                  <a:pt x="866775" y="2819400"/>
                </a:moveTo>
                <a:lnTo>
                  <a:pt x="876300" y="2819400"/>
                </a:lnTo>
                <a:lnTo>
                  <a:pt x="876300" y="2828925"/>
                </a:lnTo>
                <a:lnTo>
                  <a:pt x="866775" y="2828925"/>
                </a:lnTo>
                <a:close/>
                <a:moveTo>
                  <a:pt x="714375" y="2828925"/>
                </a:moveTo>
                <a:lnTo>
                  <a:pt x="733425" y="2828925"/>
                </a:lnTo>
                <a:lnTo>
                  <a:pt x="733425" y="2838450"/>
                </a:lnTo>
                <a:lnTo>
                  <a:pt x="714375" y="2838450"/>
                </a:lnTo>
                <a:close/>
                <a:moveTo>
                  <a:pt x="762000" y="2828925"/>
                </a:moveTo>
                <a:lnTo>
                  <a:pt x="781050" y="2828925"/>
                </a:lnTo>
                <a:lnTo>
                  <a:pt x="781050" y="2838450"/>
                </a:lnTo>
                <a:lnTo>
                  <a:pt x="790575" y="2838450"/>
                </a:lnTo>
                <a:lnTo>
                  <a:pt x="790575" y="2828925"/>
                </a:lnTo>
                <a:lnTo>
                  <a:pt x="809625" y="2828925"/>
                </a:lnTo>
                <a:lnTo>
                  <a:pt x="809625" y="2838450"/>
                </a:lnTo>
                <a:lnTo>
                  <a:pt x="790575" y="2838450"/>
                </a:lnTo>
                <a:lnTo>
                  <a:pt x="790575" y="2847975"/>
                </a:lnTo>
                <a:lnTo>
                  <a:pt x="752475" y="2847975"/>
                </a:lnTo>
                <a:lnTo>
                  <a:pt x="752475" y="2838450"/>
                </a:lnTo>
                <a:lnTo>
                  <a:pt x="762000" y="2838450"/>
                </a:lnTo>
                <a:close/>
                <a:moveTo>
                  <a:pt x="838200" y="2828925"/>
                </a:moveTo>
                <a:lnTo>
                  <a:pt x="847725" y="2828925"/>
                </a:lnTo>
                <a:lnTo>
                  <a:pt x="847725" y="2838450"/>
                </a:lnTo>
                <a:lnTo>
                  <a:pt x="838200" y="2838450"/>
                </a:lnTo>
                <a:close/>
                <a:moveTo>
                  <a:pt x="885825" y="2828925"/>
                </a:moveTo>
                <a:lnTo>
                  <a:pt x="895350" y="2828925"/>
                </a:lnTo>
                <a:lnTo>
                  <a:pt x="895350" y="2838450"/>
                </a:lnTo>
                <a:lnTo>
                  <a:pt x="885825" y="2838450"/>
                </a:lnTo>
                <a:close/>
                <a:moveTo>
                  <a:pt x="1085850" y="2828925"/>
                </a:moveTo>
                <a:lnTo>
                  <a:pt x="1114425" y="2828925"/>
                </a:lnTo>
                <a:lnTo>
                  <a:pt x="1114425" y="2867025"/>
                </a:lnTo>
                <a:lnTo>
                  <a:pt x="1133475" y="2867025"/>
                </a:lnTo>
                <a:lnTo>
                  <a:pt x="1133475" y="2847975"/>
                </a:lnTo>
                <a:lnTo>
                  <a:pt x="1152525" y="2847975"/>
                </a:lnTo>
                <a:lnTo>
                  <a:pt x="1152525" y="2857500"/>
                </a:lnTo>
                <a:lnTo>
                  <a:pt x="1162050" y="2857500"/>
                </a:lnTo>
                <a:lnTo>
                  <a:pt x="1162050" y="2905125"/>
                </a:lnTo>
                <a:lnTo>
                  <a:pt x="1143000" y="2905125"/>
                </a:lnTo>
                <a:lnTo>
                  <a:pt x="1143000" y="2914650"/>
                </a:lnTo>
                <a:lnTo>
                  <a:pt x="1133475" y="2914650"/>
                </a:lnTo>
                <a:lnTo>
                  <a:pt x="1133475" y="2905125"/>
                </a:lnTo>
                <a:lnTo>
                  <a:pt x="1114425" y="2905125"/>
                </a:lnTo>
                <a:lnTo>
                  <a:pt x="1114425" y="2895600"/>
                </a:lnTo>
                <a:lnTo>
                  <a:pt x="1143000" y="2895600"/>
                </a:lnTo>
                <a:lnTo>
                  <a:pt x="1143000" y="2886075"/>
                </a:lnTo>
                <a:lnTo>
                  <a:pt x="1123950" y="2886075"/>
                </a:lnTo>
                <a:lnTo>
                  <a:pt x="1123950" y="2876550"/>
                </a:lnTo>
                <a:lnTo>
                  <a:pt x="1104900" y="2876550"/>
                </a:lnTo>
                <a:lnTo>
                  <a:pt x="1104900" y="2847975"/>
                </a:lnTo>
                <a:lnTo>
                  <a:pt x="1095375" y="2847975"/>
                </a:lnTo>
                <a:lnTo>
                  <a:pt x="1095375" y="2838450"/>
                </a:lnTo>
                <a:lnTo>
                  <a:pt x="1085850" y="2838450"/>
                </a:lnTo>
                <a:close/>
                <a:moveTo>
                  <a:pt x="1266825" y="2828925"/>
                </a:moveTo>
                <a:lnTo>
                  <a:pt x="1276350" y="2828925"/>
                </a:lnTo>
                <a:lnTo>
                  <a:pt x="1276350" y="2847975"/>
                </a:lnTo>
                <a:lnTo>
                  <a:pt x="1266825" y="2847975"/>
                </a:lnTo>
                <a:close/>
                <a:moveTo>
                  <a:pt x="1485900" y="2828925"/>
                </a:moveTo>
                <a:lnTo>
                  <a:pt x="1504950" y="2828925"/>
                </a:lnTo>
                <a:lnTo>
                  <a:pt x="1504950" y="2838450"/>
                </a:lnTo>
                <a:lnTo>
                  <a:pt x="1495425" y="2838450"/>
                </a:lnTo>
                <a:lnTo>
                  <a:pt x="1495425" y="2847975"/>
                </a:lnTo>
                <a:lnTo>
                  <a:pt x="1476375" y="2847975"/>
                </a:lnTo>
                <a:lnTo>
                  <a:pt x="1476375" y="2838450"/>
                </a:lnTo>
                <a:lnTo>
                  <a:pt x="1485900" y="2838450"/>
                </a:lnTo>
                <a:close/>
                <a:moveTo>
                  <a:pt x="1543050" y="2828925"/>
                </a:moveTo>
                <a:lnTo>
                  <a:pt x="1562100" y="2828925"/>
                </a:lnTo>
                <a:lnTo>
                  <a:pt x="1562100" y="2838450"/>
                </a:lnTo>
                <a:lnTo>
                  <a:pt x="1543050" y="2838450"/>
                </a:lnTo>
                <a:close/>
                <a:moveTo>
                  <a:pt x="1619250" y="2828925"/>
                </a:moveTo>
                <a:lnTo>
                  <a:pt x="1628775" y="2828925"/>
                </a:lnTo>
                <a:lnTo>
                  <a:pt x="1628775" y="2838450"/>
                </a:lnTo>
                <a:lnTo>
                  <a:pt x="1619250" y="2838450"/>
                </a:lnTo>
                <a:close/>
                <a:moveTo>
                  <a:pt x="904875" y="2838450"/>
                </a:moveTo>
                <a:lnTo>
                  <a:pt x="914400" y="2838450"/>
                </a:lnTo>
                <a:lnTo>
                  <a:pt x="914400" y="2847975"/>
                </a:lnTo>
                <a:lnTo>
                  <a:pt x="904875" y="2847975"/>
                </a:lnTo>
                <a:close/>
                <a:moveTo>
                  <a:pt x="1504950" y="2838450"/>
                </a:moveTo>
                <a:lnTo>
                  <a:pt x="1514475" y="2838450"/>
                </a:lnTo>
                <a:lnTo>
                  <a:pt x="1514475" y="2847975"/>
                </a:lnTo>
                <a:lnTo>
                  <a:pt x="1504950" y="2847975"/>
                </a:lnTo>
                <a:close/>
                <a:moveTo>
                  <a:pt x="1562100" y="2838450"/>
                </a:moveTo>
                <a:lnTo>
                  <a:pt x="1600200" y="2838450"/>
                </a:lnTo>
                <a:lnTo>
                  <a:pt x="1600200" y="2847975"/>
                </a:lnTo>
                <a:lnTo>
                  <a:pt x="1562100" y="2847975"/>
                </a:lnTo>
                <a:close/>
                <a:moveTo>
                  <a:pt x="914400" y="2847975"/>
                </a:moveTo>
                <a:lnTo>
                  <a:pt x="933450" y="2847975"/>
                </a:lnTo>
                <a:lnTo>
                  <a:pt x="933450" y="2867025"/>
                </a:lnTo>
                <a:lnTo>
                  <a:pt x="923925" y="2867025"/>
                </a:lnTo>
                <a:lnTo>
                  <a:pt x="923925" y="2857500"/>
                </a:lnTo>
                <a:lnTo>
                  <a:pt x="914400" y="2857500"/>
                </a:lnTo>
                <a:close/>
                <a:moveTo>
                  <a:pt x="1238250" y="2847975"/>
                </a:moveTo>
                <a:lnTo>
                  <a:pt x="1247775" y="2847975"/>
                </a:lnTo>
                <a:lnTo>
                  <a:pt x="1247775" y="2857500"/>
                </a:lnTo>
                <a:lnTo>
                  <a:pt x="1238250" y="2857500"/>
                </a:lnTo>
                <a:close/>
                <a:moveTo>
                  <a:pt x="1685925" y="2847975"/>
                </a:moveTo>
                <a:lnTo>
                  <a:pt x="1704975" y="2847975"/>
                </a:lnTo>
                <a:lnTo>
                  <a:pt x="1704975" y="2867025"/>
                </a:lnTo>
                <a:lnTo>
                  <a:pt x="1695450" y="2867025"/>
                </a:lnTo>
                <a:lnTo>
                  <a:pt x="1695450" y="2857500"/>
                </a:lnTo>
                <a:lnTo>
                  <a:pt x="1685925" y="2857500"/>
                </a:lnTo>
                <a:close/>
                <a:moveTo>
                  <a:pt x="733425" y="2857500"/>
                </a:moveTo>
                <a:lnTo>
                  <a:pt x="752475" y="2857500"/>
                </a:lnTo>
                <a:lnTo>
                  <a:pt x="752475" y="2867025"/>
                </a:lnTo>
                <a:lnTo>
                  <a:pt x="733425" y="2867025"/>
                </a:lnTo>
                <a:close/>
                <a:moveTo>
                  <a:pt x="1228725" y="2857500"/>
                </a:moveTo>
                <a:lnTo>
                  <a:pt x="1238250" y="2857500"/>
                </a:lnTo>
                <a:lnTo>
                  <a:pt x="1238250" y="2867025"/>
                </a:lnTo>
                <a:lnTo>
                  <a:pt x="1228725" y="2867025"/>
                </a:lnTo>
                <a:close/>
                <a:moveTo>
                  <a:pt x="1066800" y="2867025"/>
                </a:moveTo>
                <a:lnTo>
                  <a:pt x="1076325" y="2867025"/>
                </a:lnTo>
                <a:lnTo>
                  <a:pt x="1076325" y="2876550"/>
                </a:lnTo>
                <a:lnTo>
                  <a:pt x="1066800" y="2876550"/>
                </a:lnTo>
                <a:close/>
                <a:moveTo>
                  <a:pt x="619125" y="2876550"/>
                </a:moveTo>
                <a:lnTo>
                  <a:pt x="647700" y="2876550"/>
                </a:lnTo>
                <a:lnTo>
                  <a:pt x="647700" y="2895600"/>
                </a:lnTo>
                <a:lnTo>
                  <a:pt x="619125" y="2895600"/>
                </a:lnTo>
                <a:close/>
                <a:moveTo>
                  <a:pt x="1019175" y="2876550"/>
                </a:moveTo>
                <a:lnTo>
                  <a:pt x="1028700" y="2876550"/>
                </a:lnTo>
                <a:lnTo>
                  <a:pt x="1028700" y="2905125"/>
                </a:lnTo>
                <a:lnTo>
                  <a:pt x="1019175" y="2905125"/>
                </a:lnTo>
                <a:close/>
                <a:moveTo>
                  <a:pt x="1209675" y="2876550"/>
                </a:moveTo>
                <a:lnTo>
                  <a:pt x="1219200" y="2876550"/>
                </a:lnTo>
                <a:lnTo>
                  <a:pt x="1219200" y="2886075"/>
                </a:lnTo>
                <a:lnTo>
                  <a:pt x="1209675" y="2886075"/>
                </a:lnTo>
                <a:close/>
                <a:moveTo>
                  <a:pt x="342900" y="2895600"/>
                </a:moveTo>
                <a:lnTo>
                  <a:pt x="352425" y="2895600"/>
                </a:lnTo>
                <a:lnTo>
                  <a:pt x="352425" y="2933700"/>
                </a:lnTo>
                <a:lnTo>
                  <a:pt x="342900" y="2933700"/>
                </a:lnTo>
                <a:close/>
                <a:moveTo>
                  <a:pt x="714375" y="2905125"/>
                </a:moveTo>
                <a:lnTo>
                  <a:pt x="723900" y="2905125"/>
                </a:lnTo>
                <a:lnTo>
                  <a:pt x="723900" y="2914650"/>
                </a:lnTo>
                <a:lnTo>
                  <a:pt x="714375" y="2914650"/>
                </a:lnTo>
                <a:close/>
                <a:moveTo>
                  <a:pt x="1409700" y="2914650"/>
                </a:moveTo>
                <a:lnTo>
                  <a:pt x="1419225" y="2914650"/>
                </a:lnTo>
                <a:lnTo>
                  <a:pt x="1419225" y="2924175"/>
                </a:lnTo>
                <a:lnTo>
                  <a:pt x="1428750" y="2924175"/>
                </a:lnTo>
                <a:lnTo>
                  <a:pt x="1428750" y="2933700"/>
                </a:lnTo>
                <a:lnTo>
                  <a:pt x="1447800" y="2933700"/>
                </a:lnTo>
                <a:lnTo>
                  <a:pt x="1447800" y="2943225"/>
                </a:lnTo>
                <a:lnTo>
                  <a:pt x="1419225" y="2943225"/>
                </a:lnTo>
                <a:lnTo>
                  <a:pt x="1419225" y="2933700"/>
                </a:lnTo>
                <a:lnTo>
                  <a:pt x="1400175" y="2933700"/>
                </a:lnTo>
                <a:lnTo>
                  <a:pt x="1400175" y="2924175"/>
                </a:lnTo>
                <a:lnTo>
                  <a:pt x="1409700" y="2924175"/>
                </a:lnTo>
                <a:close/>
                <a:moveTo>
                  <a:pt x="1676400" y="2914650"/>
                </a:moveTo>
                <a:lnTo>
                  <a:pt x="1685925" y="2914650"/>
                </a:lnTo>
                <a:lnTo>
                  <a:pt x="1685925" y="2924175"/>
                </a:lnTo>
                <a:lnTo>
                  <a:pt x="1676400" y="2924175"/>
                </a:lnTo>
                <a:close/>
                <a:moveTo>
                  <a:pt x="333375" y="2933700"/>
                </a:moveTo>
                <a:lnTo>
                  <a:pt x="342900" y="2933700"/>
                </a:lnTo>
                <a:lnTo>
                  <a:pt x="342900" y="2943225"/>
                </a:lnTo>
                <a:lnTo>
                  <a:pt x="333375" y="2943225"/>
                </a:lnTo>
                <a:close/>
                <a:moveTo>
                  <a:pt x="1343025" y="2933700"/>
                </a:moveTo>
                <a:lnTo>
                  <a:pt x="1352550" y="2933700"/>
                </a:lnTo>
                <a:lnTo>
                  <a:pt x="1352550" y="2943225"/>
                </a:lnTo>
                <a:lnTo>
                  <a:pt x="1343025" y="2943225"/>
                </a:lnTo>
                <a:close/>
                <a:moveTo>
                  <a:pt x="1381125" y="2933700"/>
                </a:moveTo>
                <a:lnTo>
                  <a:pt x="1390650" y="2933700"/>
                </a:lnTo>
                <a:lnTo>
                  <a:pt x="1390650" y="2943225"/>
                </a:lnTo>
                <a:lnTo>
                  <a:pt x="1381125" y="2943225"/>
                </a:lnTo>
                <a:close/>
                <a:moveTo>
                  <a:pt x="1485900" y="2933700"/>
                </a:moveTo>
                <a:lnTo>
                  <a:pt x="1514475" y="2933700"/>
                </a:lnTo>
                <a:lnTo>
                  <a:pt x="1514475" y="2952750"/>
                </a:lnTo>
                <a:lnTo>
                  <a:pt x="1495425" y="2952750"/>
                </a:lnTo>
                <a:lnTo>
                  <a:pt x="1495425" y="2943225"/>
                </a:lnTo>
                <a:lnTo>
                  <a:pt x="1485900" y="2943225"/>
                </a:lnTo>
                <a:close/>
                <a:moveTo>
                  <a:pt x="323850" y="2943225"/>
                </a:moveTo>
                <a:lnTo>
                  <a:pt x="333375" y="2943225"/>
                </a:lnTo>
                <a:lnTo>
                  <a:pt x="333375" y="2962275"/>
                </a:lnTo>
                <a:lnTo>
                  <a:pt x="323850" y="2962275"/>
                </a:lnTo>
                <a:close/>
                <a:moveTo>
                  <a:pt x="1524000" y="2943225"/>
                </a:moveTo>
                <a:lnTo>
                  <a:pt x="1533525" y="2943225"/>
                </a:lnTo>
                <a:lnTo>
                  <a:pt x="1533525" y="2952750"/>
                </a:lnTo>
                <a:lnTo>
                  <a:pt x="1524000" y="2952750"/>
                </a:lnTo>
                <a:close/>
                <a:moveTo>
                  <a:pt x="1628775" y="2943225"/>
                </a:moveTo>
                <a:lnTo>
                  <a:pt x="1638300" y="2943225"/>
                </a:lnTo>
                <a:lnTo>
                  <a:pt x="1638300" y="2952750"/>
                </a:lnTo>
                <a:lnTo>
                  <a:pt x="1657350" y="2952750"/>
                </a:lnTo>
                <a:lnTo>
                  <a:pt x="1657350" y="2981325"/>
                </a:lnTo>
                <a:lnTo>
                  <a:pt x="1638300" y="2981325"/>
                </a:lnTo>
                <a:lnTo>
                  <a:pt x="1638300" y="2962275"/>
                </a:lnTo>
                <a:lnTo>
                  <a:pt x="1628775" y="2962275"/>
                </a:lnTo>
                <a:close/>
                <a:moveTo>
                  <a:pt x="476250" y="2952750"/>
                </a:moveTo>
                <a:lnTo>
                  <a:pt x="485775" y="2952750"/>
                </a:lnTo>
                <a:lnTo>
                  <a:pt x="485775" y="2962275"/>
                </a:lnTo>
                <a:lnTo>
                  <a:pt x="476250" y="2962275"/>
                </a:lnTo>
                <a:close/>
                <a:moveTo>
                  <a:pt x="695325" y="2952750"/>
                </a:moveTo>
                <a:lnTo>
                  <a:pt x="704850" y="2952750"/>
                </a:lnTo>
                <a:lnTo>
                  <a:pt x="704850" y="2971800"/>
                </a:lnTo>
                <a:lnTo>
                  <a:pt x="695325" y="2971800"/>
                </a:lnTo>
                <a:close/>
                <a:moveTo>
                  <a:pt x="733425" y="2952750"/>
                </a:moveTo>
                <a:lnTo>
                  <a:pt x="752475" y="2952750"/>
                </a:lnTo>
                <a:lnTo>
                  <a:pt x="752475" y="2962275"/>
                </a:lnTo>
                <a:lnTo>
                  <a:pt x="762000" y="2962275"/>
                </a:lnTo>
                <a:lnTo>
                  <a:pt x="762000" y="2952750"/>
                </a:lnTo>
                <a:lnTo>
                  <a:pt x="771525" y="2952750"/>
                </a:lnTo>
                <a:lnTo>
                  <a:pt x="771525" y="2971800"/>
                </a:lnTo>
                <a:lnTo>
                  <a:pt x="714375" y="2971800"/>
                </a:lnTo>
                <a:lnTo>
                  <a:pt x="714375" y="2962275"/>
                </a:lnTo>
                <a:lnTo>
                  <a:pt x="733425" y="2962275"/>
                </a:lnTo>
                <a:close/>
                <a:moveTo>
                  <a:pt x="1171575" y="2952750"/>
                </a:moveTo>
                <a:lnTo>
                  <a:pt x="1219200" y="2952750"/>
                </a:lnTo>
                <a:lnTo>
                  <a:pt x="1219200" y="2962275"/>
                </a:lnTo>
                <a:lnTo>
                  <a:pt x="1181100" y="2962275"/>
                </a:lnTo>
                <a:lnTo>
                  <a:pt x="1181100" y="2971800"/>
                </a:lnTo>
                <a:lnTo>
                  <a:pt x="1171575" y="2971800"/>
                </a:lnTo>
                <a:close/>
                <a:moveTo>
                  <a:pt x="1590675" y="2952750"/>
                </a:moveTo>
                <a:lnTo>
                  <a:pt x="1609725" y="2952750"/>
                </a:lnTo>
                <a:lnTo>
                  <a:pt x="1609725" y="2962275"/>
                </a:lnTo>
                <a:lnTo>
                  <a:pt x="1619250" y="2962275"/>
                </a:lnTo>
                <a:lnTo>
                  <a:pt x="1619250" y="2981325"/>
                </a:lnTo>
                <a:lnTo>
                  <a:pt x="1609725" y="2981325"/>
                </a:lnTo>
                <a:lnTo>
                  <a:pt x="1609725" y="2971800"/>
                </a:lnTo>
                <a:lnTo>
                  <a:pt x="1590675" y="2971800"/>
                </a:lnTo>
                <a:close/>
                <a:moveTo>
                  <a:pt x="1666875" y="2952750"/>
                </a:moveTo>
                <a:lnTo>
                  <a:pt x="1676400" y="2952750"/>
                </a:lnTo>
                <a:lnTo>
                  <a:pt x="1676400" y="2962275"/>
                </a:lnTo>
                <a:lnTo>
                  <a:pt x="1666875" y="2962275"/>
                </a:lnTo>
                <a:close/>
                <a:moveTo>
                  <a:pt x="314325" y="2962275"/>
                </a:moveTo>
                <a:lnTo>
                  <a:pt x="323850" y="2962275"/>
                </a:lnTo>
                <a:lnTo>
                  <a:pt x="323850" y="2971800"/>
                </a:lnTo>
                <a:lnTo>
                  <a:pt x="314325" y="2971800"/>
                </a:lnTo>
                <a:close/>
                <a:moveTo>
                  <a:pt x="561975" y="2962275"/>
                </a:moveTo>
                <a:lnTo>
                  <a:pt x="581025" y="2962275"/>
                </a:lnTo>
                <a:lnTo>
                  <a:pt x="581025" y="2971800"/>
                </a:lnTo>
                <a:lnTo>
                  <a:pt x="571500" y="2971800"/>
                </a:lnTo>
                <a:lnTo>
                  <a:pt x="571500" y="2981325"/>
                </a:lnTo>
                <a:lnTo>
                  <a:pt x="552450" y="2981325"/>
                </a:lnTo>
                <a:lnTo>
                  <a:pt x="552450" y="2971800"/>
                </a:lnTo>
                <a:lnTo>
                  <a:pt x="561975" y="2971800"/>
                </a:lnTo>
                <a:close/>
                <a:moveTo>
                  <a:pt x="628650" y="2962275"/>
                </a:moveTo>
                <a:lnTo>
                  <a:pt x="638175" y="2962275"/>
                </a:lnTo>
                <a:lnTo>
                  <a:pt x="638175" y="2971800"/>
                </a:lnTo>
                <a:lnTo>
                  <a:pt x="628650" y="2971800"/>
                </a:lnTo>
                <a:close/>
                <a:moveTo>
                  <a:pt x="885825" y="2962275"/>
                </a:moveTo>
                <a:lnTo>
                  <a:pt x="895350" y="2962275"/>
                </a:lnTo>
                <a:lnTo>
                  <a:pt x="895350" y="2971800"/>
                </a:lnTo>
                <a:lnTo>
                  <a:pt x="885825" y="2971800"/>
                </a:lnTo>
                <a:close/>
                <a:moveTo>
                  <a:pt x="1543050" y="2962275"/>
                </a:moveTo>
                <a:lnTo>
                  <a:pt x="1562100" y="2962275"/>
                </a:lnTo>
                <a:lnTo>
                  <a:pt x="1562100" y="2981325"/>
                </a:lnTo>
                <a:lnTo>
                  <a:pt x="1543050" y="2981325"/>
                </a:lnTo>
                <a:close/>
                <a:moveTo>
                  <a:pt x="895350" y="2971800"/>
                </a:moveTo>
                <a:lnTo>
                  <a:pt x="914400" y="2971800"/>
                </a:lnTo>
                <a:lnTo>
                  <a:pt x="914400" y="2981325"/>
                </a:lnTo>
                <a:lnTo>
                  <a:pt x="923925" y="2981325"/>
                </a:lnTo>
                <a:lnTo>
                  <a:pt x="923925" y="3009900"/>
                </a:lnTo>
                <a:lnTo>
                  <a:pt x="914400" y="3009900"/>
                </a:lnTo>
                <a:lnTo>
                  <a:pt x="914400" y="3000375"/>
                </a:lnTo>
                <a:lnTo>
                  <a:pt x="885825" y="3000375"/>
                </a:lnTo>
                <a:lnTo>
                  <a:pt x="885825" y="3009900"/>
                </a:lnTo>
                <a:lnTo>
                  <a:pt x="828675" y="3009900"/>
                </a:lnTo>
                <a:lnTo>
                  <a:pt x="828675" y="3000375"/>
                </a:lnTo>
                <a:lnTo>
                  <a:pt x="857250" y="3000375"/>
                </a:lnTo>
                <a:lnTo>
                  <a:pt x="857250" y="2990850"/>
                </a:lnTo>
                <a:lnTo>
                  <a:pt x="885825" y="2990850"/>
                </a:lnTo>
                <a:lnTo>
                  <a:pt x="885825" y="2981325"/>
                </a:lnTo>
                <a:lnTo>
                  <a:pt x="895350" y="2981325"/>
                </a:lnTo>
                <a:close/>
                <a:moveTo>
                  <a:pt x="276225" y="2981325"/>
                </a:moveTo>
                <a:lnTo>
                  <a:pt x="285750" y="2981325"/>
                </a:lnTo>
                <a:lnTo>
                  <a:pt x="285750" y="2990850"/>
                </a:lnTo>
                <a:lnTo>
                  <a:pt x="295275" y="2990850"/>
                </a:lnTo>
                <a:lnTo>
                  <a:pt x="295275" y="3000375"/>
                </a:lnTo>
                <a:lnTo>
                  <a:pt x="266700" y="3000375"/>
                </a:lnTo>
                <a:lnTo>
                  <a:pt x="266700" y="2990850"/>
                </a:lnTo>
                <a:lnTo>
                  <a:pt x="276225" y="2990850"/>
                </a:lnTo>
                <a:close/>
                <a:moveTo>
                  <a:pt x="542925" y="2981325"/>
                </a:moveTo>
                <a:lnTo>
                  <a:pt x="552450" y="2981325"/>
                </a:lnTo>
                <a:lnTo>
                  <a:pt x="552450" y="2990850"/>
                </a:lnTo>
                <a:lnTo>
                  <a:pt x="542925" y="2990850"/>
                </a:lnTo>
                <a:close/>
                <a:moveTo>
                  <a:pt x="600075" y="2981325"/>
                </a:moveTo>
                <a:lnTo>
                  <a:pt x="628650" y="2981325"/>
                </a:lnTo>
                <a:lnTo>
                  <a:pt x="628650" y="2990850"/>
                </a:lnTo>
                <a:lnTo>
                  <a:pt x="619125" y="2990850"/>
                </a:lnTo>
                <a:lnTo>
                  <a:pt x="619125" y="3000375"/>
                </a:lnTo>
                <a:lnTo>
                  <a:pt x="647700" y="3000375"/>
                </a:lnTo>
                <a:lnTo>
                  <a:pt x="647700" y="3009900"/>
                </a:lnTo>
                <a:lnTo>
                  <a:pt x="590550" y="3009900"/>
                </a:lnTo>
                <a:lnTo>
                  <a:pt x="590550" y="3000375"/>
                </a:lnTo>
                <a:lnTo>
                  <a:pt x="609600" y="3000375"/>
                </a:lnTo>
                <a:lnTo>
                  <a:pt x="609600" y="2990850"/>
                </a:lnTo>
                <a:lnTo>
                  <a:pt x="600075" y="2990850"/>
                </a:lnTo>
                <a:close/>
                <a:moveTo>
                  <a:pt x="704850" y="2990850"/>
                </a:moveTo>
                <a:lnTo>
                  <a:pt x="714375" y="2990850"/>
                </a:lnTo>
                <a:lnTo>
                  <a:pt x="714375" y="3000375"/>
                </a:lnTo>
                <a:lnTo>
                  <a:pt x="704850" y="3000375"/>
                </a:lnTo>
                <a:close/>
                <a:moveTo>
                  <a:pt x="723900" y="2990850"/>
                </a:moveTo>
                <a:lnTo>
                  <a:pt x="733425" y="2990850"/>
                </a:lnTo>
                <a:lnTo>
                  <a:pt x="733425" y="3009900"/>
                </a:lnTo>
                <a:lnTo>
                  <a:pt x="723900" y="3009900"/>
                </a:lnTo>
                <a:close/>
                <a:moveTo>
                  <a:pt x="752475" y="2990850"/>
                </a:moveTo>
                <a:lnTo>
                  <a:pt x="762000" y="2990850"/>
                </a:lnTo>
                <a:lnTo>
                  <a:pt x="762000" y="3000375"/>
                </a:lnTo>
                <a:lnTo>
                  <a:pt x="752475" y="3000375"/>
                </a:lnTo>
                <a:close/>
                <a:moveTo>
                  <a:pt x="1104900" y="2990850"/>
                </a:moveTo>
                <a:lnTo>
                  <a:pt x="1123950" y="2990850"/>
                </a:lnTo>
                <a:lnTo>
                  <a:pt x="1123950" y="3009900"/>
                </a:lnTo>
                <a:lnTo>
                  <a:pt x="1104900" y="3009900"/>
                </a:lnTo>
                <a:close/>
                <a:moveTo>
                  <a:pt x="1152525" y="2990850"/>
                </a:moveTo>
                <a:lnTo>
                  <a:pt x="1162050" y="2990850"/>
                </a:lnTo>
                <a:lnTo>
                  <a:pt x="1162050" y="3009900"/>
                </a:lnTo>
                <a:lnTo>
                  <a:pt x="1152525" y="3009900"/>
                </a:lnTo>
                <a:close/>
                <a:moveTo>
                  <a:pt x="1200150" y="2990850"/>
                </a:moveTo>
                <a:lnTo>
                  <a:pt x="1219200" y="2990850"/>
                </a:lnTo>
                <a:lnTo>
                  <a:pt x="1219200" y="3009900"/>
                </a:lnTo>
                <a:lnTo>
                  <a:pt x="1200150" y="3009900"/>
                </a:lnTo>
                <a:close/>
                <a:moveTo>
                  <a:pt x="523875" y="3000375"/>
                </a:moveTo>
                <a:lnTo>
                  <a:pt x="533400" y="3000375"/>
                </a:lnTo>
                <a:lnTo>
                  <a:pt x="533400" y="3009900"/>
                </a:lnTo>
                <a:lnTo>
                  <a:pt x="523875" y="3009900"/>
                </a:lnTo>
                <a:close/>
                <a:moveTo>
                  <a:pt x="542925" y="3000375"/>
                </a:moveTo>
                <a:lnTo>
                  <a:pt x="561975" y="3000375"/>
                </a:lnTo>
                <a:lnTo>
                  <a:pt x="561975" y="3009900"/>
                </a:lnTo>
                <a:lnTo>
                  <a:pt x="542925" y="3009900"/>
                </a:lnTo>
                <a:close/>
                <a:moveTo>
                  <a:pt x="762000" y="3000375"/>
                </a:moveTo>
                <a:lnTo>
                  <a:pt x="790575" y="3000375"/>
                </a:lnTo>
                <a:lnTo>
                  <a:pt x="790575" y="3009900"/>
                </a:lnTo>
                <a:lnTo>
                  <a:pt x="762000" y="3009900"/>
                </a:lnTo>
                <a:close/>
                <a:moveTo>
                  <a:pt x="933450" y="3000375"/>
                </a:moveTo>
                <a:lnTo>
                  <a:pt x="942975" y="3000375"/>
                </a:lnTo>
                <a:lnTo>
                  <a:pt x="942975" y="3009900"/>
                </a:lnTo>
                <a:lnTo>
                  <a:pt x="933450" y="3009900"/>
                </a:lnTo>
                <a:close/>
                <a:moveTo>
                  <a:pt x="1238250" y="3000375"/>
                </a:moveTo>
                <a:lnTo>
                  <a:pt x="1247775" y="3000375"/>
                </a:lnTo>
                <a:lnTo>
                  <a:pt x="1247775" y="3009900"/>
                </a:lnTo>
                <a:lnTo>
                  <a:pt x="1238250" y="3009900"/>
                </a:lnTo>
                <a:close/>
                <a:moveTo>
                  <a:pt x="1428750" y="3000375"/>
                </a:moveTo>
                <a:lnTo>
                  <a:pt x="1438275" y="3000375"/>
                </a:lnTo>
                <a:lnTo>
                  <a:pt x="1438275" y="3009900"/>
                </a:lnTo>
                <a:lnTo>
                  <a:pt x="1428750" y="3009900"/>
                </a:lnTo>
                <a:close/>
                <a:moveTo>
                  <a:pt x="495300" y="3028950"/>
                </a:moveTo>
                <a:lnTo>
                  <a:pt x="504825" y="3028950"/>
                </a:lnTo>
                <a:lnTo>
                  <a:pt x="504825" y="3038475"/>
                </a:lnTo>
                <a:lnTo>
                  <a:pt x="495300" y="3038475"/>
                </a:lnTo>
                <a:close/>
                <a:moveTo>
                  <a:pt x="542925" y="3028950"/>
                </a:moveTo>
                <a:lnTo>
                  <a:pt x="590550" y="3028950"/>
                </a:lnTo>
                <a:lnTo>
                  <a:pt x="590550" y="3038475"/>
                </a:lnTo>
                <a:lnTo>
                  <a:pt x="542925" y="3038475"/>
                </a:lnTo>
                <a:close/>
                <a:moveTo>
                  <a:pt x="628650" y="3028950"/>
                </a:moveTo>
                <a:lnTo>
                  <a:pt x="647700" y="3028950"/>
                </a:lnTo>
                <a:lnTo>
                  <a:pt x="647700" y="3038475"/>
                </a:lnTo>
                <a:lnTo>
                  <a:pt x="628650" y="3038475"/>
                </a:lnTo>
                <a:close/>
                <a:moveTo>
                  <a:pt x="733425" y="3028950"/>
                </a:moveTo>
                <a:lnTo>
                  <a:pt x="752475" y="3028950"/>
                </a:lnTo>
                <a:lnTo>
                  <a:pt x="752475" y="3038475"/>
                </a:lnTo>
                <a:lnTo>
                  <a:pt x="733425" y="3038475"/>
                </a:lnTo>
                <a:close/>
                <a:moveTo>
                  <a:pt x="828675" y="3028950"/>
                </a:moveTo>
                <a:lnTo>
                  <a:pt x="847725" y="3028950"/>
                </a:lnTo>
                <a:lnTo>
                  <a:pt x="847725" y="3038475"/>
                </a:lnTo>
                <a:lnTo>
                  <a:pt x="828675" y="3038475"/>
                </a:lnTo>
                <a:close/>
                <a:moveTo>
                  <a:pt x="885825" y="3028950"/>
                </a:moveTo>
                <a:lnTo>
                  <a:pt x="895350" y="3028950"/>
                </a:lnTo>
                <a:lnTo>
                  <a:pt x="895350" y="3048000"/>
                </a:lnTo>
                <a:lnTo>
                  <a:pt x="885825" y="3048000"/>
                </a:lnTo>
                <a:close/>
                <a:moveTo>
                  <a:pt x="1009650" y="3028950"/>
                </a:moveTo>
                <a:lnTo>
                  <a:pt x="1028700" y="3028950"/>
                </a:lnTo>
                <a:lnTo>
                  <a:pt x="1028700" y="3038475"/>
                </a:lnTo>
                <a:lnTo>
                  <a:pt x="1009650" y="3038475"/>
                </a:lnTo>
                <a:close/>
                <a:moveTo>
                  <a:pt x="1266825" y="3028950"/>
                </a:moveTo>
                <a:lnTo>
                  <a:pt x="1285875" y="3028950"/>
                </a:lnTo>
                <a:lnTo>
                  <a:pt x="1285875" y="3038475"/>
                </a:lnTo>
                <a:lnTo>
                  <a:pt x="1276350" y="3038475"/>
                </a:lnTo>
                <a:lnTo>
                  <a:pt x="1276350" y="3048000"/>
                </a:lnTo>
                <a:lnTo>
                  <a:pt x="1266825" y="3048000"/>
                </a:lnTo>
                <a:close/>
                <a:moveTo>
                  <a:pt x="1543050" y="3028950"/>
                </a:moveTo>
                <a:lnTo>
                  <a:pt x="1562100" y="3028950"/>
                </a:lnTo>
                <a:lnTo>
                  <a:pt x="1562100" y="3038475"/>
                </a:lnTo>
                <a:lnTo>
                  <a:pt x="1571625" y="3038475"/>
                </a:lnTo>
                <a:lnTo>
                  <a:pt x="1571625" y="3048000"/>
                </a:lnTo>
                <a:lnTo>
                  <a:pt x="1543050" y="3048000"/>
                </a:lnTo>
                <a:close/>
                <a:moveTo>
                  <a:pt x="200025" y="3038475"/>
                </a:moveTo>
                <a:lnTo>
                  <a:pt x="209550" y="3038475"/>
                </a:lnTo>
                <a:lnTo>
                  <a:pt x="209550" y="3048000"/>
                </a:lnTo>
                <a:lnTo>
                  <a:pt x="200025" y="3048000"/>
                </a:lnTo>
                <a:close/>
                <a:moveTo>
                  <a:pt x="447675" y="3038475"/>
                </a:moveTo>
                <a:lnTo>
                  <a:pt x="457200" y="3038475"/>
                </a:lnTo>
                <a:lnTo>
                  <a:pt x="457200" y="3048000"/>
                </a:lnTo>
                <a:lnTo>
                  <a:pt x="447675" y="3048000"/>
                </a:lnTo>
                <a:close/>
                <a:moveTo>
                  <a:pt x="1285875" y="3038475"/>
                </a:moveTo>
                <a:lnTo>
                  <a:pt x="1295400" y="3038475"/>
                </a:lnTo>
                <a:lnTo>
                  <a:pt x="1295400" y="3048000"/>
                </a:lnTo>
                <a:lnTo>
                  <a:pt x="1285875" y="3048000"/>
                </a:lnTo>
                <a:close/>
                <a:moveTo>
                  <a:pt x="1304925" y="3038475"/>
                </a:moveTo>
                <a:lnTo>
                  <a:pt x="1314450" y="3038475"/>
                </a:lnTo>
                <a:lnTo>
                  <a:pt x="1314450" y="3048000"/>
                </a:lnTo>
                <a:lnTo>
                  <a:pt x="1304925" y="3048000"/>
                </a:lnTo>
                <a:close/>
                <a:moveTo>
                  <a:pt x="1638300" y="3038475"/>
                </a:moveTo>
                <a:lnTo>
                  <a:pt x="1647825" y="3038475"/>
                </a:lnTo>
                <a:lnTo>
                  <a:pt x="1647825" y="3048000"/>
                </a:lnTo>
                <a:lnTo>
                  <a:pt x="1638300" y="3048000"/>
                </a:lnTo>
                <a:close/>
                <a:moveTo>
                  <a:pt x="190500" y="3048000"/>
                </a:moveTo>
                <a:lnTo>
                  <a:pt x="200025" y="3048000"/>
                </a:lnTo>
                <a:lnTo>
                  <a:pt x="200025" y="3057525"/>
                </a:lnTo>
                <a:lnTo>
                  <a:pt x="190500" y="3057525"/>
                </a:lnTo>
                <a:close/>
                <a:moveTo>
                  <a:pt x="428625" y="3048000"/>
                </a:moveTo>
                <a:lnTo>
                  <a:pt x="447675" y="3048000"/>
                </a:lnTo>
                <a:lnTo>
                  <a:pt x="447675" y="3057525"/>
                </a:lnTo>
                <a:lnTo>
                  <a:pt x="428625" y="3057525"/>
                </a:lnTo>
                <a:close/>
                <a:moveTo>
                  <a:pt x="485775" y="3048000"/>
                </a:moveTo>
                <a:lnTo>
                  <a:pt x="495300" y="3048000"/>
                </a:lnTo>
                <a:lnTo>
                  <a:pt x="495300" y="3057525"/>
                </a:lnTo>
                <a:lnTo>
                  <a:pt x="485775" y="3057525"/>
                </a:lnTo>
                <a:close/>
                <a:moveTo>
                  <a:pt x="523875" y="3048000"/>
                </a:moveTo>
                <a:lnTo>
                  <a:pt x="533400" y="3048000"/>
                </a:lnTo>
                <a:lnTo>
                  <a:pt x="533400" y="3057525"/>
                </a:lnTo>
                <a:lnTo>
                  <a:pt x="523875" y="3057525"/>
                </a:lnTo>
                <a:close/>
                <a:moveTo>
                  <a:pt x="733425" y="3048000"/>
                </a:moveTo>
                <a:lnTo>
                  <a:pt x="742950" y="3048000"/>
                </a:lnTo>
                <a:lnTo>
                  <a:pt x="742950" y="3057525"/>
                </a:lnTo>
                <a:lnTo>
                  <a:pt x="733425" y="3057525"/>
                </a:lnTo>
                <a:close/>
                <a:moveTo>
                  <a:pt x="752475" y="3048000"/>
                </a:moveTo>
                <a:lnTo>
                  <a:pt x="762000" y="3048000"/>
                </a:lnTo>
                <a:lnTo>
                  <a:pt x="762000" y="3057525"/>
                </a:lnTo>
                <a:lnTo>
                  <a:pt x="752475" y="3057525"/>
                </a:lnTo>
                <a:close/>
                <a:moveTo>
                  <a:pt x="514350" y="3076575"/>
                </a:moveTo>
                <a:lnTo>
                  <a:pt x="533400" y="3076575"/>
                </a:lnTo>
                <a:lnTo>
                  <a:pt x="533400" y="3086100"/>
                </a:lnTo>
                <a:lnTo>
                  <a:pt x="514350" y="3086100"/>
                </a:lnTo>
                <a:close/>
                <a:moveTo>
                  <a:pt x="657225" y="3076575"/>
                </a:moveTo>
                <a:lnTo>
                  <a:pt x="676275" y="3076575"/>
                </a:lnTo>
                <a:lnTo>
                  <a:pt x="676275" y="3086100"/>
                </a:lnTo>
                <a:lnTo>
                  <a:pt x="657225" y="3086100"/>
                </a:lnTo>
                <a:close/>
                <a:moveTo>
                  <a:pt x="981075" y="3076575"/>
                </a:moveTo>
                <a:lnTo>
                  <a:pt x="990600" y="3076575"/>
                </a:lnTo>
                <a:lnTo>
                  <a:pt x="990600" y="3086100"/>
                </a:lnTo>
                <a:lnTo>
                  <a:pt x="1000125" y="3086100"/>
                </a:lnTo>
                <a:lnTo>
                  <a:pt x="1000125" y="3095625"/>
                </a:lnTo>
                <a:lnTo>
                  <a:pt x="971550" y="3095625"/>
                </a:lnTo>
                <a:lnTo>
                  <a:pt x="971550" y="3086100"/>
                </a:lnTo>
                <a:lnTo>
                  <a:pt x="981075" y="3086100"/>
                </a:lnTo>
                <a:close/>
                <a:moveTo>
                  <a:pt x="571500" y="3086100"/>
                </a:moveTo>
                <a:lnTo>
                  <a:pt x="590550" y="3086100"/>
                </a:lnTo>
                <a:lnTo>
                  <a:pt x="590550" y="3114675"/>
                </a:lnTo>
                <a:lnTo>
                  <a:pt x="581025" y="3114675"/>
                </a:lnTo>
                <a:lnTo>
                  <a:pt x="581025" y="3095625"/>
                </a:lnTo>
                <a:lnTo>
                  <a:pt x="571500" y="3095625"/>
                </a:lnTo>
                <a:close/>
                <a:moveTo>
                  <a:pt x="752475" y="3086100"/>
                </a:moveTo>
                <a:lnTo>
                  <a:pt x="800100" y="3086100"/>
                </a:lnTo>
                <a:lnTo>
                  <a:pt x="800100" y="3105150"/>
                </a:lnTo>
                <a:lnTo>
                  <a:pt x="790575" y="3105150"/>
                </a:lnTo>
                <a:lnTo>
                  <a:pt x="790575" y="3095625"/>
                </a:lnTo>
                <a:lnTo>
                  <a:pt x="781050" y="3095625"/>
                </a:lnTo>
                <a:lnTo>
                  <a:pt x="781050" y="3105150"/>
                </a:lnTo>
                <a:lnTo>
                  <a:pt x="771525" y="3105150"/>
                </a:lnTo>
                <a:lnTo>
                  <a:pt x="771525" y="3095625"/>
                </a:lnTo>
                <a:lnTo>
                  <a:pt x="752475" y="3095625"/>
                </a:lnTo>
                <a:close/>
                <a:moveTo>
                  <a:pt x="1628775" y="3086100"/>
                </a:moveTo>
                <a:lnTo>
                  <a:pt x="1638300" y="3086100"/>
                </a:lnTo>
                <a:lnTo>
                  <a:pt x="1638300" y="3105150"/>
                </a:lnTo>
                <a:lnTo>
                  <a:pt x="1609725" y="3105150"/>
                </a:lnTo>
                <a:lnTo>
                  <a:pt x="1609725" y="3095625"/>
                </a:lnTo>
                <a:lnTo>
                  <a:pt x="1628775" y="3095625"/>
                </a:lnTo>
                <a:close/>
                <a:moveTo>
                  <a:pt x="676275" y="3095625"/>
                </a:moveTo>
                <a:lnTo>
                  <a:pt x="685800" y="3095625"/>
                </a:lnTo>
                <a:lnTo>
                  <a:pt x="685800" y="3105150"/>
                </a:lnTo>
                <a:lnTo>
                  <a:pt x="676275" y="3105150"/>
                </a:lnTo>
                <a:close/>
                <a:moveTo>
                  <a:pt x="1228725" y="3095625"/>
                </a:moveTo>
                <a:lnTo>
                  <a:pt x="1238250" y="3095625"/>
                </a:lnTo>
                <a:lnTo>
                  <a:pt x="1238250" y="3105150"/>
                </a:lnTo>
                <a:lnTo>
                  <a:pt x="1247775" y="3105150"/>
                </a:lnTo>
                <a:lnTo>
                  <a:pt x="1247775" y="3124200"/>
                </a:lnTo>
                <a:lnTo>
                  <a:pt x="1238250" y="3124200"/>
                </a:lnTo>
                <a:lnTo>
                  <a:pt x="1238250" y="3114675"/>
                </a:lnTo>
                <a:lnTo>
                  <a:pt x="1228725" y="3114675"/>
                </a:lnTo>
                <a:close/>
                <a:moveTo>
                  <a:pt x="723900" y="3105150"/>
                </a:moveTo>
                <a:lnTo>
                  <a:pt x="733425" y="3105150"/>
                </a:lnTo>
                <a:lnTo>
                  <a:pt x="733425" y="3114675"/>
                </a:lnTo>
                <a:lnTo>
                  <a:pt x="723900" y="3114675"/>
                </a:lnTo>
                <a:close/>
                <a:moveTo>
                  <a:pt x="800100" y="3105150"/>
                </a:moveTo>
                <a:lnTo>
                  <a:pt x="828675" y="3105150"/>
                </a:lnTo>
                <a:lnTo>
                  <a:pt x="828675" y="3114675"/>
                </a:lnTo>
                <a:lnTo>
                  <a:pt x="800100" y="3114675"/>
                </a:lnTo>
                <a:close/>
                <a:moveTo>
                  <a:pt x="1590675" y="3105150"/>
                </a:moveTo>
                <a:lnTo>
                  <a:pt x="1609725" y="3105150"/>
                </a:lnTo>
                <a:lnTo>
                  <a:pt x="1609725" y="3114675"/>
                </a:lnTo>
                <a:lnTo>
                  <a:pt x="1590675" y="3114675"/>
                </a:lnTo>
                <a:close/>
                <a:moveTo>
                  <a:pt x="1676400" y="3114675"/>
                </a:moveTo>
                <a:lnTo>
                  <a:pt x="1685925" y="3114675"/>
                </a:lnTo>
                <a:lnTo>
                  <a:pt x="1685925" y="3124200"/>
                </a:lnTo>
                <a:lnTo>
                  <a:pt x="1676400" y="3124200"/>
                </a:lnTo>
                <a:close/>
                <a:moveTo>
                  <a:pt x="581025" y="3124200"/>
                </a:moveTo>
                <a:lnTo>
                  <a:pt x="590550" y="3124200"/>
                </a:lnTo>
                <a:lnTo>
                  <a:pt x="590550" y="3152775"/>
                </a:lnTo>
                <a:lnTo>
                  <a:pt x="581025" y="3152775"/>
                </a:lnTo>
                <a:close/>
                <a:moveTo>
                  <a:pt x="676275" y="3124200"/>
                </a:moveTo>
                <a:lnTo>
                  <a:pt x="685800" y="3124200"/>
                </a:lnTo>
                <a:lnTo>
                  <a:pt x="685800" y="3133725"/>
                </a:lnTo>
                <a:lnTo>
                  <a:pt x="676275" y="3133725"/>
                </a:lnTo>
                <a:close/>
                <a:moveTo>
                  <a:pt x="809625" y="3124200"/>
                </a:moveTo>
                <a:lnTo>
                  <a:pt x="828675" y="3124200"/>
                </a:lnTo>
                <a:lnTo>
                  <a:pt x="828675" y="3133725"/>
                </a:lnTo>
                <a:lnTo>
                  <a:pt x="809625" y="3133725"/>
                </a:lnTo>
                <a:close/>
                <a:moveTo>
                  <a:pt x="847725" y="3124200"/>
                </a:moveTo>
                <a:lnTo>
                  <a:pt x="857250" y="3124200"/>
                </a:lnTo>
                <a:lnTo>
                  <a:pt x="857250" y="3133725"/>
                </a:lnTo>
                <a:lnTo>
                  <a:pt x="847725" y="3133725"/>
                </a:lnTo>
                <a:close/>
                <a:moveTo>
                  <a:pt x="866775" y="3124200"/>
                </a:moveTo>
                <a:lnTo>
                  <a:pt x="895350" y="3124200"/>
                </a:lnTo>
                <a:lnTo>
                  <a:pt x="895350" y="3152775"/>
                </a:lnTo>
                <a:lnTo>
                  <a:pt x="876300" y="3152775"/>
                </a:lnTo>
                <a:lnTo>
                  <a:pt x="876300" y="3133725"/>
                </a:lnTo>
                <a:lnTo>
                  <a:pt x="866775" y="3133725"/>
                </a:lnTo>
                <a:close/>
                <a:moveTo>
                  <a:pt x="981075" y="3133725"/>
                </a:moveTo>
                <a:lnTo>
                  <a:pt x="990600" y="3133725"/>
                </a:lnTo>
                <a:lnTo>
                  <a:pt x="990600" y="3152775"/>
                </a:lnTo>
                <a:lnTo>
                  <a:pt x="971550" y="3152775"/>
                </a:lnTo>
                <a:lnTo>
                  <a:pt x="971550" y="3143250"/>
                </a:lnTo>
                <a:lnTo>
                  <a:pt x="981075" y="3143250"/>
                </a:lnTo>
                <a:close/>
                <a:moveTo>
                  <a:pt x="600075" y="3143250"/>
                </a:moveTo>
                <a:lnTo>
                  <a:pt x="619125" y="3143250"/>
                </a:lnTo>
                <a:lnTo>
                  <a:pt x="619125" y="3152775"/>
                </a:lnTo>
                <a:lnTo>
                  <a:pt x="647700" y="3152775"/>
                </a:lnTo>
                <a:lnTo>
                  <a:pt x="647700" y="3162300"/>
                </a:lnTo>
                <a:lnTo>
                  <a:pt x="628650" y="3162300"/>
                </a:lnTo>
                <a:lnTo>
                  <a:pt x="628650" y="3171825"/>
                </a:lnTo>
                <a:lnTo>
                  <a:pt x="590550" y="3171825"/>
                </a:lnTo>
                <a:lnTo>
                  <a:pt x="590550" y="3162300"/>
                </a:lnTo>
                <a:lnTo>
                  <a:pt x="609600" y="3162300"/>
                </a:lnTo>
                <a:lnTo>
                  <a:pt x="609600" y="3152775"/>
                </a:lnTo>
                <a:lnTo>
                  <a:pt x="600075" y="3152775"/>
                </a:lnTo>
                <a:close/>
                <a:moveTo>
                  <a:pt x="933450" y="3143250"/>
                </a:moveTo>
                <a:lnTo>
                  <a:pt x="942975" y="3143250"/>
                </a:lnTo>
                <a:lnTo>
                  <a:pt x="942975" y="3152775"/>
                </a:lnTo>
                <a:lnTo>
                  <a:pt x="933450" y="3152775"/>
                </a:lnTo>
                <a:close/>
                <a:moveTo>
                  <a:pt x="676275" y="3152775"/>
                </a:moveTo>
                <a:lnTo>
                  <a:pt x="695325" y="3152775"/>
                </a:lnTo>
                <a:lnTo>
                  <a:pt x="695325" y="3162300"/>
                </a:lnTo>
                <a:lnTo>
                  <a:pt x="676275" y="3162300"/>
                </a:lnTo>
                <a:close/>
                <a:moveTo>
                  <a:pt x="809625" y="3152775"/>
                </a:moveTo>
                <a:lnTo>
                  <a:pt x="828675" y="3152775"/>
                </a:lnTo>
                <a:lnTo>
                  <a:pt x="828675" y="3162300"/>
                </a:lnTo>
                <a:lnTo>
                  <a:pt x="809625" y="3162300"/>
                </a:lnTo>
                <a:close/>
                <a:moveTo>
                  <a:pt x="657225" y="3162300"/>
                </a:moveTo>
                <a:lnTo>
                  <a:pt x="676275" y="3162300"/>
                </a:lnTo>
                <a:lnTo>
                  <a:pt x="676275" y="3171825"/>
                </a:lnTo>
                <a:lnTo>
                  <a:pt x="657225" y="3171825"/>
                </a:lnTo>
                <a:close/>
                <a:moveTo>
                  <a:pt x="723900" y="3162300"/>
                </a:moveTo>
                <a:lnTo>
                  <a:pt x="733425" y="3162300"/>
                </a:lnTo>
                <a:lnTo>
                  <a:pt x="733425" y="3171825"/>
                </a:lnTo>
                <a:lnTo>
                  <a:pt x="723900" y="3171825"/>
                </a:lnTo>
                <a:close/>
                <a:moveTo>
                  <a:pt x="857250" y="3162300"/>
                </a:moveTo>
                <a:lnTo>
                  <a:pt x="876300" y="3162300"/>
                </a:lnTo>
                <a:lnTo>
                  <a:pt x="876300" y="3171825"/>
                </a:lnTo>
                <a:lnTo>
                  <a:pt x="857250" y="3171825"/>
                </a:lnTo>
                <a:close/>
                <a:moveTo>
                  <a:pt x="923925" y="3162300"/>
                </a:moveTo>
                <a:lnTo>
                  <a:pt x="933450" y="3162300"/>
                </a:lnTo>
                <a:lnTo>
                  <a:pt x="933450" y="3171825"/>
                </a:lnTo>
                <a:lnTo>
                  <a:pt x="923925" y="3171825"/>
                </a:lnTo>
                <a:close/>
                <a:moveTo>
                  <a:pt x="942975" y="3162300"/>
                </a:moveTo>
                <a:lnTo>
                  <a:pt x="971550" y="3162300"/>
                </a:lnTo>
                <a:lnTo>
                  <a:pt x="971550" y="3171825"/>
                </a:lnTo>
                <a:lnTo>
                  <a:pt x="981075" y="3171825"/>
                </a:lnTo>
                <a:lnTo>
                  <a:pt x="981075" y="3190875"/>
                </a:lnTo>
                <a:lnTo>
                  <a:pt x="952500" y="3190875"/>
                </a:lnTo>
                <a:lnTo>
                  <a:pt x="952500" y="3181350"/>
                </a:lnTo>
                <a:lnTo>
                  <a:pt x="942975" y="3181350"/>
                </a:lnTo>
                <a:close/>
                <a:moveTo>
                  <a:pt x="1114425" y="3162300"/>
                </a:moveTo>
                <a:lnTo>
                  <a:pt x="1123950" y="3162300"/>
                </a:lnTo>
                <a:lnTo>
                  <a:pt x="1123950" y="3171825"/>
                </a:lnTo>
                <a:lnTo>
                  <a:pt x="1114425" y="3171825"/>
                </a:lnTo>
                <a:close/>
                <a:moveTo>
                  <a:pt x="1038225" y="3171825"/>
                </a:moveTo>
                <a:lnTo>
                  <a:pt x="1047750" y="3171825"/>
                </a:lnTo>
                <a:lnTo>
                  <a:pt x="1047750" y="3181350"/>
                </a:lnTo>
                <a:lnTo>
                  <a:pt x="1038225" y="3181350"/>
                </a:lnTo>
                <a:close/>
                <a:moveTo>
                  <a:pt x="1057275" y="3171825"/>
                </a:moveTo>
                <a:lnTo>
                  <a:pt x="1095375" y="3171825"/>
                </a:lnTo>
                <a:lnTo>
                  <a:pt x="1095375" y="3190875"/>
                </a:lnTo>
                <a:lnTo>
                  <a:pt x="1076325" y="3190875"/>
                </a:lnTo>
                <a:lnTo>
                  <a:pt x="1076325" y="3181350"/>
                </a:lnTo>
                <a:lnTo>
                  <a:pt x="1057275" y="3181350"/>
                </a:lnTo>
                <a:close/>
                <a:moveTo>
                  <a:pt x="1123950" y="3171825"/>
                </a:moveTo>
                <a:lnTo>
                  <a:pt x="1133475" y="3171825"/>
                </a:lnTo>
                <a:lnTo>
                  <a:pt x="1133475" y="3181350"/>
                </a:lnTo>
                <a:lnTo>
                  <a:pt x="1123950" y="3181350"/>
                </a:lnTo>
                <a:close/>
                <a:moveTo>
                  <a:pt x="1457325" y="3190875"/>
                </a:moveTo>
                <a:lnTo>
                  <a:pt x="1476375" y="3190875"/>
                </a:lnTo>
                <a:lnTo>
                  <a:pt x="1476375" y="3209925"/>
                </a:lnTo>
                <a:lnTo>
                  <a:pt x="1466850" y="3209925"/>
                </a:lnTo>
                <a:lnTo>
                  <a:pt x="1466850" y="3219450"/>
                </a:lnTo>
                <a:lnTo>
                  <a:pt x="1447800" y="3219450"/>
                </a:lnTo>
                <a:lnTo>
                  <a:pt x="1447800" y="3209925"/>
                </a:lnTo>
                <a:lnTo>
                  <a:pt x="1457325" y="3209925"/>
                </a:lnTo>
                <a:close/>
                <a:moveTo>
                  <a:pt x="133350" y="3200400"/>
                </a:moveTo>
                <a:lnTo>
                  <a:pt x="142875" y="3200400"/>
                </a:lnTo>
                <a:lnTo>
                  <a:pt x="142875" y="3209925"/>
                </a:lnTo>
                <a:lnTo>
                  <a:pt x="133350" y="3209925"/>
                </a:lnTo>
                <a:close/>
                <a:moveTo>
                  <a:pt x="466725" y="3209925"/>
                </a:moveTo>
                <a:lnTo>
                  <a:pt x="476250" y="3209925"/>
                </a:lnTo>
                <a:lnTo>
                  <a:pt x="476250" y="3219450"/>
                </a:lnTo>
                <a:lnTo>
                  <a:pt x="466725" y="3219450"/>
                </a:lnTo>
                <a:close/>
                <a:moveTo>
                  <a:pt x="638175" y="3209925"/>
                </a:moveTo>
                <a:lnTo>
                  <a:pt x="647700" y="3209925"/>
                </a:lnTo>
                <a:lnTo>
                  <a:pt x="647700" y="3219450"/>
                </a:lnTo>
                <a:lnTo>
                  <a:pt x="657225" y="3219450"/>
                </a:lnTo>
                <a:lnTo>
                  <a:pt x="657225" y="3228975"/>
                </a:lnTo>
                <a:lnTo>
                  <a:pt x="638175" y="3228975"/>
                </a:lnTo>
                <a:close/>
                <a:moveTo>
                  <a:pt x="685800" y="3209925"/>
                </a:moveTo>
                <a:lnTo>
                  <a:pt x="695325" y="3209925"/>
                </a:lnTo>
                <a:lnTo>
                  <a:pt x="695325" y="3219450"/>
                </a:lnTo>
                <a:lnTo>
                  <a:pt x="685800" y="3219450"/>
                </a:lnTo>
                <a:close/>
                <a:moveTo>
                  <a:pt x="1190625" y="3209925"/>
                </a:moveTo>
                <a:lnTo>
                  <a:pt x="1209675" y="3209925"/>
                </a:lnTo>
                <a:lnTo>
                  <a:pt x="1209675" y="3238500"/>
                </a:lnTo>
                <a:lnTo>
                  <a:pt x="1200150" y="3238500"/>
                </a:lnTo>
                <a:lnTo>
                  <a:pt x="1200150" y="3219450"/>
                </a:lnTo>
                <a:lnTo>
                  <a:pt x="1190625" y="3219450"/>
                </a:lnTo>
                <a:close/>
                <a:moveTo>
                  <a:pt x="1647825" y="3209925"/>
                </a:moveTo>
                <a:lnTo>
                  <a:pt x="1666875" y="3209925"/>
                </a:lnTo>
                <a:lnTo>
                  <a:pt x="1666875" y="3219450"/>
                </a:lnTo>
                <a:lnTo>
                  <a:pt x="1647825" y="3219450"/>
                </a:lnTo>
                <a:close/>
                <a:moveTo>
                  <a:pt x="295275" y="3219450"/>
                </a:moveTo>
                <a:lnTo>
                  <a:pt x="304800" y="3219450"/>
                </a:lnTo>
                <a:lnTo>
                  <a:pt x="304800" y="3228975"/>
                </a:lnTo>
                <a:lnTo>
                  <a:pt x="295275" y="3228975"/>
                </a:lnTo>
                <a:close/>
                <a:moveTo>
                  <a:pt x="723900" y="3219450"/>
                </a:moveTo>
                <a:lnTo>
                  <a:pt x="752475" y="3219450"/>
                </a:lnTo>
                <a:lnTo>
                  <a:pt x="752475" y="3238500"/>
                </a:lnTo>
                <a:lnTo>
                  <a:pt x="742950" y="3238500"/>
                </a:lnTo>
                <a:lnTo>
                  <a:pt x="742950" y="3228975"/>
                </a:lnTo>
                <a:lnTo>
                  <a:pt x="723900" y="3228975"/>
                </a:lnTo>
                <a:close/>
                <a:moveTo>
                  <a:pt x="1143000" y="3219450"/>
                </a:moveTo>
                <a:lnTo>
                  <a:pt x="1152525" y="3219450"/>
                </a:lnTo>
                <a:lnTo>
                  <a:pt x="1152525" y="3228975"/>
                </a:lnTo>
                <a:lnTo>
                  <a:pt x="1143000" y="3228975"/>
                </a:lnTo>
                <a:close/>
                <a:moveTo>
                  <a:pt x="1276350" y="3219450"/>
                </a:moveTo>
                <a:lnTo>
                  <a:pt x="1304925" y="3219450"/>
                </a:lnTo>
                <a:lnTo>
                  <a:pt x="1304925" y="3228975"/>
                </a:lnTo>
                <a:lnTo>
                  <a:pt x="1276350" y="3228975"/>
                </a:lnTo>
                <a:close/>
                <a:moveTo>
                  <a:pt x="1323975" y="3219450"/>
                </a:moveTo>
                <a:lnTo>
                  <a:pt x="1343025" y="3219450"/>
                </a:lnTo>
                <a:lnTo>
                  <a:pt x="1343025" y="3228975"/>
                </a:lnTo>
                <a:lnTo>
                  <a:pt x="1333500" y="3228975"/>
                </a:lnTo>
                <a:lnTo>
                  <a:pt x="1333500" y="3238500"/>
                </a:lnTo>
                <a:lnTo>
                  <a:pt x="1323975" y="3238500"/>
                </a:lnTo>
                <a:close/>
                <a:moveTo>
                  <a:pt x="180975" y="3228975"/>
                </a:moveTo>
                <a:lnTo>
                  <a:pt x="190500" y="3228975"/>
                </a:lnTo>
                <a:lnTo>
                  <a:pt x="190500" y="3238500"/>
                </a:lnTo>
                <a:lnTo>
                  <a:pt x="180975" y="3238500"/>
                </a:lnTo>
                <a:close/>
                <a:moveTo>
                  <a:pt x="219075" y="3228975"/>
                </a:moveTo>
                <a:lnTo>
                  <a:pt x="228600" y="3228975"/>
                </a:lnTo>
                <a:lnTo>
                  <a:pt x="228600" y="3248025"/>
                </a:lnTo>
                <a:lnTo>
                  <a:pt x="219075" y="3248025"/>
                </a:lnTo>
                <a:close/>
                <a:moveTo>
                  <a:pt x="238125" y="3228975"/>
                </a:moveTo>
                <a:lnTo>
                  <a:pt x="247650" y="3228975"/>
                </a:lnTo>
                <a:lnTo>
                  <a:pt x="247650" y="3238500"/>
                </a:lnTo>
                <a:lnTo>
                  <a:pt x="238125" y="3238500"/>
                </a:lnTo>
                <a:close/>
                <a:moveTo>
                  <a:pt x="266700" y="3228975"/>
                </a:moveTo>
                <a:lnTo>
                  <a:pt x="285750" y="3228975"/>
                </a:lnTo>
                <a:lnTo>
                  <a:pt x="285750" y="3238500"/>
                </a:lnTo>
                <a:lnTo>
                  <a:pt x="266700" y="3238500"/>
                </a:lnTo>
                <a:close/>
                <a:moveTo>
                  <a:pt x="514350" y="3228975"/>
                </a:moveTo>
                <a:lnTo>
                  <a:pt x="523875" y="3228975"/>
                </a:lnTo>
                <a:lnTo>
                  <a:pt x="523875" y="3238500"/>
                </a:lnTo>
                <a:lnTo>
                  <a:pt x="514350" y="3238500"/>
                </a:lnTo>
                <a:close/>
                <a:moveTo>
                  <a:pt x="600075" y="3228975"/>
                </a:moveTo>
                <a:lnTo>
                  <a:pt x="638175" y="3228975"/>
                </a:lnTo>
                <a:lnTo>
                  <a:pt x="638175" y="3248025"/>
                </a:lnTo>
                <a:lnTo>
                  <a:pt x="609600" y="3248025"/>
                </a:lnTo>
                <a:lnTo>
                  <a:pt x="609600" y="3238500"/>
                </a:lnTo>
                <a:lnTo>
                  <a:pt x="600075" y="3238500"/>
                </a:lnTo>
                <a:close/>
                <a:moveTo>
                  <a:pt x="685800" y="3228975"/>
                </a:moveTo>
                <a:lnTo>
                  <a:pt x="695325" y="3228975"/>
                </a:lnTo>
                <a:lnTo>
                  <a:pt x="695325" y="3238500"/>
                </a:lnTo>
                <a:lnTo>
                  <a:pt x="685800" y="3238500"/>
                </a:lnTo>
                <a:close/>
                <a:moveTo>
                  <a:pt x="1076325" y="3228975"/>
                </a:moveTo>
                <a:lnTo>
                  <a:pt x="1085850" y="3228975"/>
                </a:lnTo>
                <a:lnTo>
                  <a:pt x="1085850" y="3238500"/>
                </a:lnTo>
                <a:lnTo>
                  <a:pt x="1076325" y="3238500"/>
                </a:lnTo>
                <a:close/>
                <a:moveTo>
                  <a:pt x="1114425" y="3228975"/>
                </a:moveTo>
                <a:lnTo>
                  <a:pt x="1123950" y="3228975"/>
                </a:lnTo>
                <a:lnTo>
                  <a:pt x="1123950" y="3238500"/>
                </a:lnTo>
                <a:lnTo>
                  <a:pt x="1114425" y="3238500"/>
                </a:lnTo>
                <a:close/>
                <a:moveTo>
                  <a:pt x="1152525" y="3228975"/>
                </a:moveTo>
                <a:lnTo>
                  <a:pt x="1162050" y="3228975"/>
                </a:lnTo>
                <a:lnTo>
                  <a:pt x="1162050" y="3238500"/>
                </a:lnTo>
                <a:lnTo>
                  <a:pt x="1152525" y="3238500"/>
                </a:lnTo>
                <a:close/>
                <a:moveTo>
                  <a:pt x="1419225" y="3228975"/>
                </a:moveTo>
                <a:lnTo>
                  <a:pt x="1438275" y="3228975"/>
                </a:lnTo>
                <a:lnTo>
                  <a:pt x="1438275" y="3238500"/>
                </a:lnTo>
                <a:lnTo>
                  <a:pt x="1447800" y="3238500"/>
                </a:lnTo>
                <a:lnTo>
                  <a:pt x="1447800" y="3248025"/>
                </a:lnTo>
                <a:lnTo>
                  <a:pt x="1419225" y="3248025"/>
                </a:lnTo>
                <a:close/>
                <a:moveTo>
                  <a:pt x="1457325" y="3228975"/>
                </a:moveTo>
                <a:lnTo>
                  <a:pt x="1466850" y="3228975"/>
                </a:lnTo>
                <a:lnTo>
                  <a:pt x="1466850" y="3238500"/>
                </a:lnTo>
                <a:lnTo>
                  <a:pt x="1457325" y="3238500"/>
                </a:lnTo>
                <a:close/>
                <a:moveTo>
                  <a:pt x="1562100" y="3228975"/>
                </a:moveTo>
                <a:lnTo>
                  <a:pt x="1581150" y="3228975"/>
                </a:lnTo>
                <a:lnTo>
                  <a:pt x="1581150" y="3238500"/>
                </a:lnTo>
                <a:lnTo>
                  <a:pt x="1562100" y="3238500"/>
                </a:lnTo>
                <a:close/>
                <a:moveTo>
                  <a:pt x="714375" y="3238500"/>
                </a:moveTo>
                <a:lnTo>
                  <a:pt x="742950" y="3238500"/>
                </a:lnTo>
                <a:lnTo>
                  <a:pt x="742950" y="3257550"/>
                </a:lnTo>
                <a:lnTo>
                  <a:pt x="733425" y="3257550"/>
                </a:lnTo>
                <a:lnTo>
                  <a:pt x="733425" y="3267075"/>
                </a:lnTo>
                <a:lnTo>
                  <a:pt x="723900" y="3267075"/>
                </a:lnTo>
                <a:lnTo>
                  <a:pt x="723900" y="3248025"/>
                </a:lnTo>
                <a:lnTo>
                  <a:pt x="714375" y="3248025"/>
                </a:lnTo>
                <a:close/>
                <a:moveTo>
                  <a:pt x="1076325" y="3248025"/>
                </a:moveTo>
                <a:lnTo>
                  <a:pt x="1095375" y="3248025"/>
                </a:lnTo>
                <a:lnTo>
                  <a:pt x="1095375" y="3257550"/>
                </a:lnTo>
                <a:lnTo>
                  <a:pt x="1076325" y="3257550"/>
                </a:lnTo>
                <a:close/>
                <a:moveTo>
                  <a:pt x="1295400" y="3248025"/>
                </a:moveTo>
                <a:lnTo>
                  <a:pt x="1304925" y="3248025"/>
                </a:lnTo>
                <a:lnTo>
                  <a:pt x="1304925" y="3267075"/>
                </a:lnTo>
                <a:lnTo>
                  <a:pt x="1295400" y="3267075"/>
                </a:lnTo>
                <a:close/>
                <a:moveTo>
                  <a:pt x="257175" y="3257550"/>
                </a:moveTo>
                <a:lnTo>
                  <a:pt x="285750" y="3257550"/>
                </a:lnTo>
                <a:lnTo>
                  <a:pt x="285750" y="3267075"/>
                </a:lnTo>
                <a:lnTo>
                  <a:pt x="257175" y="3267075"/>
                </a:lnTo>
                <a:close/>
                <a:moveTo>
                  <a:pt x="561975" y="3257550"/>
                </a:moveTo>
                <a:lnTo>
                  <a:pt x="590550" y="3257550"/>
                </a:lnTo>
                <a:lnTo>
                  <a:pt x="590550" y="3267075"/>
                </a:lnTo>
                <a:lnTo>
                  <a:pt x="561975" y="3267075"/>
                </a:lnTo>
                <a:close/>
                <a:moveTo>
                  <a:pt x="1428750" y="3257550"/>
                </a:moveTo>
                <a:lnTo>
                  <a:pt x="1438275" y="3257550"/>
                </a:lnTo>
                <a:lnTo>
                  <a:pt x="1438275" y="3267075"/>
                </a:lnTo>
                <a:lnTo>
                  <a:pt x="1428750" y="3267075"/>
                </a:lnTo>
                <a:close/>
                <a:moveTo>
                  <a:pt x="295275" y="3286125"/>
                </a:moveTo>
                <a:lnTo>
                  <a:pt x="314325" y="3286125"/>
                </a:lnTo>
                <a:lnTo>
                  <a:pt x="314325" y="3295650"/>
                </a:lnTo>
                <a:lnTo>
                  <a:pt x="295275" y="3295650"/>
                </a:lnTo>
                <a:close/>
                <a:moveTo>
                  <a:pt x="200025" y="3295650"/>
                </a:moveTo>
                <a:lnTo>
                  <a:pt x="238125" y="3295650"/>
                </a:lnTo>
                <a:lnTo>
                  <a:pt x="238125" y="3305175"/>
                </a:lnTo>
                <a:lnTo>
                  <a:pt x="200025" y="3305175"/>
                </a:lnTo>
                <a:close/>
                <a:moveTo>
                  <a:pt x="333375" y="3295650"/>
                </a:moveTo>
                <a:lnTo>
                  <a:pt x="352425" y="3295650"/>
                </a:lnTo>
                <a:lnTo>
                  <a:pt x="352425" y="3305175"/>
                </a:lnTo>
                <a:lnTo>
                  <a:pt x="333375" y="3305175"/>
                </a:lnTo>
                <a:close/>
                <a:moveTo>
                  <a:pt x="809625" y="3295650"/>
                </a:moveTo>
                <a:lnTo>
                  <a:pt x="866775" y="3295650"/>
                </a:lnTo>
                <a:lnTo>
                  <a:pt x="866775" y="3314700"/>
                </a:lnTo>
                <a:lnTo>
                  <a:pt x="857250" y="3314700"/>
                </a:lnTo>
                <a:lnTo>
                  <a:pt x="857250" y="3305175"/>
                </a:lnTo>
                <a:lnTo>
                  <a:pt x="828675" y="3305175"/>
                </a:lnTo>
                <a:lnTo>
                  <a:pt x="828675" y="3314700"/>
                </a:lnTo>
                <a:lnTo>
                  <a:pt x="809625" y="3314700"/>
                </a:lnTo>
                <a:close/>
                <a:moveTo>
                  <a:pt x="1047750" y="3295650"/>
                </a:moveTo>
                <a:lnTo>
                  <a:pt x="1057275" y="3295650"/>
                </a:lnTo>
                <a:lnTo>
                  <a:pt x="1057275" y="3314700"/>
                </a:lnTo>
                <a:lnTo>
                  <a:pt x="1047750" y="3314700"/>
                </a:lnTo>
                <a:close/>
                <a:moveTo>
                  <a:pt x="1266825" y="3295650"/>
                </a:moveTo>
                <a:lnTo>
                  <a:pt x="1276350" y="3295650"/>
                </a:lnTo>
                <a:lnTo>
                  <a:pt x="1276350" y="3305175"/>
                </a:lnTo>
                <a:lnTo>
                  <a:pt x="1266825" y="3305175"/>
                </a:lnTo>
                <a:close/>
                <a:moveTo>
                  <a:pt x="1371600" y="3295650"/>
                </a:moveTo>
                <a:lnTo>
                  <a:pt x="1400175" y="3295650"/>
                </a:lnTo>
                <a:lnTo>
                  <a:pt x="1400175" y="3305175"/>
                </a:lnTo>
                <a:lnTo>
                  <a:pt x="1371600" y="3305175"/>
                </a:lnTo>
                <a:close/>
                <a:moveTo>
                  <a:pt x="1362075" y="3305175"/>
                </a:moveTo>
                <a:lnTo>
                  <a:pt x="1371600" y="3305175"/>
                </a:lnTo>
                <a:lnTo>
                  <a:pt x="1371600" y="3314700"/>
                </a:lnTo>
                <a:lnTo>
                  <a:pt x="1381125" y="3314700"/>
                </a:lnTo>
                <a:lnTo>
                  <a:pt x="1381125" y="3324225"/>
                </a:lnTo>
                <a:lnTo>
                  <a:pt x="1362075" y="3324225"/>
                </a:lnTo>
                <a:lnTo>
                  <a:pt x="1362075" y="3333750"/>
                </a:lnTo>
                <a:lnTo>
                  <a:pt x="1343025" y="3333750"/>
                </a:lnTo>
                <a:lnTo>
                  <a:pt x="1343025" y="3343275"/>
                </a:lnTo>
                <a:lnTo>
                  <a:pt x="1333500" y="3343275"/>
                </a:lnTo>
                <a:lnTo>
                  <a:pt x="1333500" y="3352800"/>
                </a:lnTo>
                <a:lnTo>
                  <a:pt x="1323975" y="3352800"/>
                </a:lnTo>
                <a:lnTo>
                  <a:pt x="1323975" y="3333750"/>
                </a:lnTo>
                <a:lnTo>
                  <a:pt x="1333500" y="3333750"/>
                </a:lnTo>
                <a:lnTo>
                  <a:pt x="1333500" y="3324225"/>
                </a:lnTo>
                <a:lnTo>
                  <a:pt x="1352550" y="3324225"/>
                </a:lnTo>
                <a:lnTo>
                  <a:pt x="1352550" y="3314700"/>
                </a:lnTo>
                <a:lnTo>
                  <a:pt x="1362075" y="3314700"/>
                </a:lnTo>
                <a:close/>
                <a:moveTo>
                  <a:pt x="1409700" y="3305175"/>
                </a:moveTo>
                <a:lnTo>
                  <a:pt x="1419225" y="3305175"/>
                </a:lnTo>
                <a:lnTo>
                  <a:pt x="1419225" y="3333750"/>
                </a:lnTo>
                <a:lnTo>
                  <a:pt x="1409700" y="3333750"/>
                </a:lnTo>
                <a:close/>
                <a:moveTo>
                  <a:pt x="238125" y="3314700"/>
                </a:moveTo>
                <a:lnTo>
                  <a:pt x="247650" y="3314700"/>
                </a:lnTo>
                <a:lnTo>
                  <a:pt x="247650" y="3324225"/>
                </a:lnTo>
                <a:lnTo>
                  <a:pt x="238125" y="3324225"/>
                </a:lnTo>
                <a:close/>
                <a:moveTo>
                  <a:pt x="828675" y="3314700"/>
                </a:moveTo>
                <a:lnTo>
                  <a:pt x="838200" y="3314700"/>
                </a:lnTo>
                <a:lnTo>
                  <a:pt x="838200" y="3324225"/>
                </a:lnTo>
                <a:lnTo>
                  <a:pt x="828675" y="3324225"/>
                </a:lnTo>
                <a:close/>
                <a:moveTo>
                  <a:pt x="1114425" y="3314700"/>
                </a:moveTo>
                <a:lnTo>
                  <a:pt x="1123950" y="3314700"/>
                </a:lnTo>
                <a:lnTo>
                  <a:pt x="1123950" y="3324225"/>
                </a:lnTo>
                <a:lnTo>
                  <a:pt x="1114425" y="3324225"/>
                </a:lnTo>
                <a:close/>
                <a:moveTo>
                  <a:pt x="1047750" y="3324225"/>
                </a:moveTo>
                <a:lnTo>
                  <a:pt x="1076325" y="3324225"/>
                </a:lnTo>
                <a:lnTo>
                  <a:pt x="1076325" y="3333750"/>
                </a:lnTo>
                <a:lnTo>
                  <a:pt x="1085850" y="3333750"/>
                </a:lnTo>
                <a:lnTo>
                  <a:pt x="1085850" y="3324225"/>
                </a:lnTo>
                <a:lnTo>
                  <a:pt x="1104900" y="3324225"/>
                </a:lnTo>
                <a:lnTo>
                  <a:pt x="1104900" y="3333750"/>
                </a:lnTo>
                <a:lnTo>
                  <a:pt x="1095375" y="3333750"/>
                </a:lnTo>
                <a:lnTo>
                  <a:pt x="1095375" y="3343275"/>
                </a:lnTo>
                <a:lnTo>
                  <a:pt x="1076325" y="3343275"/>
                </a:lnTo>
                <a:lnTo>
                  <a:pt x="1076325" y="3362325"/>
                </a:lnTo>
                <a:lnTo>
                  <a:pt x="1066800" y="3362325"/>
                </a:lnTo>
                <a:lnTo>
                  <a:pt x="1066800" y="3352800"/>
                </a:lnTo>
                <a:lnTo>
                  <a:pt x="1057275" y="3352800"/>
                </a:lnTo>
                <a:lnTo>
                  <a:pt x="1057275" y="3381375"/>
                </a:lnTo>
                <a:lnTo>
                  <a:pt x="1076325" y="3381375"/>
                </a:lnTo>
                <a:lnTo>
                  <a:pt x="1076325" y="3390900"/>
                </a:lnTo>
                <a:lnTo>
                  <a:pt x="1047750" y="3390900"/>
                </a:lnTo>
                <a:lnTo>
                  <a:pt x="1047750" y="3400425"/>
                </a:lnTo>
                <a:lnTo>
                  <a:pt x="1057275" y="3400425"/>
                </a:lnTo>
                <a:lnTo>
                  <a:pt x="1057275" y="3409950"/>
                </a:lnTo>
                <a:lnTo>
                  <a:pt x="1047750" y="3409950"/>
                </a:lnTo>
                <a:lnTo>
                  <a:pt x="1047750" y="3419475"/>
                </a:lnTo>
                <a:lnTo>
                  <a:pt x="1038225" y="3419475"/>
                </a:lnTo>
                <a:lnTo>
                  <a:pt x="1038225" y="3381375"/>
                </a:lnTo>
                <a:lnTo>
                  <a:pt x="1028700" y="3381375"/>
                </a:lnTo>
                <a:lnTo>
                  <a:pt x="1028700" y="3352800"/>
                </a:lnTo>
                <a:lnTo>
                  <a:pt x="1038225" y="3352800"/>
                </a:lnTo>
                <a:lnTo>
                  <a:pt x="1038225" y="3333750"/>
                </a:lnTo>
                <a:lnTo>
                  <a:pt x="1047750" y="3333750"/>
                </a:lnTo>
                <a:close/>
                <a:moveTo>
                  <a:pt x="1133475" y="3324225"/>
                </a:moveTo>
                <a:lnTo>
                  <a:pt x="1162050" y="3324225"/>
                </a:lnTo>
                <a:lnTo>
                  <a:pt x="1162050" y="3333750"/>
                </a:lnTo>
                <a:lnTo>
                  <a:pt x="1133475" y="3333750"/>
                </a:lnTo>
                <a:close/>
                <a:moveTo>
                  <a:pt x="819150" y="3333750"/>
                </a:moveTo>
                <a:lnTo>
                  <a:pt x="828675" y="3333750"/>
                </a:lnTo>
                <a:lnTo>
                  <a:pt x="828675" y="3343275"/>
                </a:lnTo>
                <a:lnTo>
                  <a:pt x="819150" y="3343275"/>
                </a:lnTo>
                <a:close/>
                <a:moveTo>
                  <a:pt x="990600" y="3333750"/>
                </a:moveTo>
                <a:lnTo>
                  <a:pt x="1000125" y="3333750"/>
                </a:lnTo>
                <a:lnTo>
                  <a:pt x="1000125" y="3343275"/>
                </a:lnTo>
                <a:lnTo>
                  <a:pt x="990600" y="3343275"/>
                </a:lnTo>
                <a:close/>
                <a:moveTo>
                  <a:pt x="333375" y="3343275"/>
                </a:moveTo>
                <a:lnTo>
                  <a:pt x="342900" y="3343275"/>
                </a:lnTo>
                <a:lnTo>
                  <a:pt x="342900" y="3362325"/>
                </a:lnTo>
                <a:lnTo>
                  <a:pt x="333375" y="3362325"/>
                </a:lnTo>
                <a:close/>
                <a:moveTo>
                  <a:pt x="819150" y="3352800"/>
                </a:moveTo>
                <a:lnTo>
                  <a:pt x="828675" y="3352800"/>
                </a:lnTo>
                <a:lnTo>
                  <a:pt x="828675" y="3371850"/>
                </a:lnTo>
                <a:lnTo>
                  <a:pt x="838200" y="3371850"/>
                </a:lnTo>
                <a:lnTo>
                  <a:pt x="838200" y="3381375"/>
                </a:lnTo>
                <a:lnTo>
                  <a:pt x="819150" y="3381375"/>
                </a:lnTo>
                <a:close/>
                <a:moveTo>
                  <a:pt x="1343025" y="3352800"/>
                </a:moveTo>
                <a:lnTo>
                  <a:pt x="1352550" y="3352800"/>
                </a:lnTo>
                <a:lnTo>
                  <a:pt x="1352550" y="3362325"/>
                </a:lnTo>
                <a:lnTo>
                  <a:pt x="1343025" y="3362325"/>
                </a:lnTo>
                <a:close/>
                <a:moveTo>
                  <a:pt x="342900" y="3362325"/>
                </a:moveTo>
                <a:lnTo>
                  <a:pt x="361950" y="3362325"/>
                </a:lnTo>
                <a:lnTo>
                  <a:pt x="361950" y="3371850"/>
                </a:lnTo>
                <a:lnTo>
                  <a:pt x="342900" y="3371850"/>
                </a:lnTo>
                <a:close/>
                <a:moveTo>
                  <a:pt x="561975" y="3362325"/>
                </a:moveTo>
                <a:lnTo>
                  <a:pt x="571500" y="3362325"/>
                </a:lnTo>
                <a:lnTo>
                  <a:pt x="571500" y="3371850"/>
                </a:lnTo>
                <a:lnTo>
                  <a:pt x="561975" y="3371850"/>
                </a:lnTo>
                <a:close/>
                <a:moveTo>
                  <a:pt x="647700" y="3362325"/>
                </a:moveTo>
                <a:lnTo>
                  <a:pt x="657225" y="3362325"/>
                </a:lnTo>
                <a:lnTo>
                  <a:pt x="657225" y="3371850"/>
                </a:lnTo>
                <a:lnTo>
                  <a:pt x="647700" y="3371850"/>
                </a:lnTo>
                <a:close/>
                <a:moveTo>
                  <a:pt x="1133475" y="3362325"/>
                </a:moveTo>
                <a:lnTo>
                  <a:pt x="1152525" y="3362325"/>
                </a:lnTo>
                <a:lnTo>
                  <a:pt x="1152525" y="3390900"/>
                </a:lnTo>
                <a:lnTo>
                  <a:pt x="1143000" y="3390900"/>
                </a:lnTo>
                <a:lnTo>
                  <a:pt x="1143000" y="3409950"/>
                </a:lnTo>
                <a:lnTo>
                  <a:pt x="1133475" y="3409950"/>
                </a:lnTo>
                <a:lnTo>
                  <a:pt x="1133475" y="3390900"/>
                </a:lnTo>
                <a:lnTo>
                  <a:pt x="1123950" y="3390900"/>
                </a:lnTo>
                <a:lnTo>
                  <a:pt x="1123950" y="3371850"/>
                </a:lnTo>
                <a:lnTo>
                  <a:pt x="1133475" y="3371850"/>
                </a:lnTo>
                <a:close/>
                <a:moveTo>
                  <a:pt x="1352550" y="3362325"/>
                </a:moveTo>
                <a:lnTo>
                  <a:pt x="1362075" y="3362325"/>
                </a:lnTo>
                <a:lnTo>
                  <a:pt x="1362075" y="3371850"/>
                </a:lnTo>
                <a:lnTo>
                  <a:pt x="1352550" y="3371850"/>
                </a:lnTo>
                <a:close/>
                <a:moveTo>
                  <a:pt x="838200" y="3381375"/>
                </a:moveTo>
                <a:lnTo>
                  <a:pt x="847725" y="3381375"/>
                </a:lnTo>
                <a:lnTo>
                  <a:pt x="847725" y="3390900"/>
                </a:lnTo>
                <a:lnTo>
                  <a:pt x="838200" y="3390900"/>
                </a:lnTo>
                <a:close/>
                <a:moveTo>
                  <a:pt x="1133475" y="3381375"/>
                </a:moveTo>
                <a:lnTo>
                  <a:pt x="1143000" y="3381375"/>
                </a:lnTo>
                <a:lnTo>
                  <a:pt x="1143000" y="3371850"/>
                </a:lnTo>
                <a:lnTo>
                  <a:pt x="1133475" y="3371850"/>
                </a:lnTo>
                <a:close/>
                <a:moveTo>
                  <a:pt x="133350" y="3409950"/>
                </a:moveTo>
                <a:lnTo>
                  <a:pt x="142875" y="3409950"/>
                </a:lnTo>
                <a:lnTo>
                  <a:pt x="142875" y="3419475"/>
                </a:lnTo>
                <a:lnTo>
                  <a:pt x="152400" y="3419475"/>
                </a:lnTo>
                <a:lnTo>
                  <a:pt x="152400" y="3409950"/>
                </a:lnTo>
                <a:lnTo>
                  <a:pt x="161925" y="3409950"/>
                </a:lnTo>
                <a:lnTo>
                  <a:pt x="161925" y="3419475"/>
                </a:lnTo>
                <a:lnTo>
                  <a:pt x="152400" y="3419475"/>
                </a:lnTo>
                <a:lnTo>
                  <a:pt x="152400" y="3448050"/>
                </a:lnTo>
                <a:lnTo>
                  <a:pt x="142875" y="3448050"/>
                </a:lnTo>
                <a:lnTo>
                  <a:pt x="142875" y="3438525"/>
                </a:lnTo>
                <a:lnTo>
                  <a:pt x="133350" y="3438525"/>
                </a:lnTo>
                <a:close/>
                <a:moveTo>
                  <a:pt x="1028700" y="3419475"/>
                </a:moveTo>
                <a:lnTo>
                  <a:pt x="1038225" y="3419475"/>
                </a:lnTo>
                <a:lnTo>
                  <a:pt x="1038225" y="3429000"/>
                </a:lnTo>
                <a:lnTo>
                  <a:pt x="1028700" y="3429000"/>
                </a:lnTo>
                <a:close/>
                <a:moveTo>
                  <a:pt x="1123950" y="3419475"/>
                </a:moveTo>
                <a:lnTo>
                  <a:pt x="1133475" y="3419475"/>
                </a:lnTo>
                <a:lnTo>
                  <a:pt x="1133475" y="3429000"/>
                </a:lnTo>
                <a:lnTo>
                  <a:pt x="1123950" y="3429000"/>
                </a:lnTo>
                <a:close/>
                <a:moveTo>
                  <a:pt x="1343025" y="3419475"/>
                </a:moveTo>
                <a:lnTo>
                  <a:pt x="1352550" y="3419475"/>
                </a:lnTo>
                <a:lnTo>
                  <a:pt x="1352550" y="3438525"/>
                </a:lnTo>
                <a:lnTo>
                  <a:pt x="1333500" y="3438525"/>
                </a:lnTo>
                <a:lnTo>
                  <a:pt x="1333500" y="3429000"/>
                </a:lnTo>
                <a:lnTo>
                  <a:pt x="1343025" y="3429000"/>
                </a:lnTo>
                <a:close/>
                <a:moveTo>
                  <a:pt x="171450" y="3429000"/>
                </a:moveTo>
                <a:lnTo>
                  <a:pt x="180975" y="3429000"/>
                </a:lnTo>
                <a:lnTo>
                  <a:pt x="180975" y="3438525"/>
                </a:lnTo>
                <a:lnTo>
                  <a:pt x="171450" y="3438525"/>
                </a:lnTo>
                <a:close/>
                <a:moveTo>
                  <a:pt x="190500" y="3429000"/>
                </a:moveTo>
                <a:lnTo>
                  <a:pt x="200025" y="3429000"/>
                </a:lnTo>
                <a:lnTo>
                  <a:pt x="200025" y="3438525"/>
                </a:lnTo>
                <a:lnTo>
                  <a:pt x="190500" y="3438525"/>
                </a:lnTo>
                <a:close/>
                <a:moveTo>
                  <a:pt x="352425" y="3429000"/>
                </a:moveTo>
                <a:lnTo>
                  <a:pt x="361950" y="3429000"/>
                </a:lnTo>
                <a:lnTo>
                  <a:pt x="361950" y="3448050"/>
                </a:lnTo>
                <a:lnTo>
                  <a:pt x="352425" y="3448050"/>
                </a:lnTo>
                <a:lnTo>
                  <a:pt x="352425" y="3457575"/>
                </a:lnTo>
                <a:lnTo>
                  <a:pt x="333375" y="3457575"/>
                </a:lnTo>
                <a:lnTo>
                  <a:pt x="333375" y="3448050"/>
                </a:lnTo>
                <a:lnTo>
                  <a:pt x="342900" y="3448050"/>
                </a:lnTo>
                <a:lnTo>
                  <a:pt x="342900" y="3438525"/>
                </a:lnTo>
                <a:lnTo>
                  <a:pt x="352425" y="3438525"/>
                </a:lnTo>
                <a:close/>
                <a:moveTo>
                  <a:pt x="981075" y="3429000"/>
                </a:moveTo>
                <a:lnTo>
                  <a:pt x="1028700" y="3429000"/>
                </a:lnTo>
                <a:lnTo>
                  <a:pt x="1028700" y="3438525"/>
                </a:lnTo>
                <a:lnTo>
                  <a:pt x="981075" y="3438525"/>
                </a:lnTo>
                <a:close/>
                <a:moveTo>
                  <a:pt x="1143000" y="3429000"/>
                </a:moveTo>
                <a:lnTo>
                  <a:pt x="1171575" y="3429000"/>
                </a:lnTo>
                <a:lnTo>
                  <a:pt x="1171575" y="3438525"/>
                </a:lnTo>
                <a:lnTo>
                  <a:pt x="1143000" y="3438525"/>
                </a:lnTo>
                <a:close/>
                <a:moveTo>
                  <a:pt x="1181100" y="3429000"/>
                </a:moveTo>
                <a:lnTo>
                  <a:pt x="1190625" y="3429000"/>
                </a:lnTo>
                <a:lnTo>
                  <a:pt x="1190625" y="3438525"/>
                </a:lnTo>
                <a:lnTo>
                  <a:pt x="1181100" y="3438525"/>
                </a:lnTo>
                <a:close/>
                <a:moveTo>
                  <a:pt x="847725" y="3438525"/>
                </a:moveTo>
                <a:lnTo>
                  <a:pt x="857250" y="3438525"/>
                </a:lnTo>
                <a:lnTo>
                  <a:pt x="857250" y="3448050"/>
                </a:lnTo>
                <a:lnTo>
                  <a:pt x="847725" y="3448050"/>
                </a:lnTo>
                <a:close/>
                <a:moveTo>
                  <a:pt x="514350" y="3476625"/>
                </a:moveTo>
                <a:lnTo>
                  <a:pt x="523875" y="3476625"/>
                </a:lnTo>
                <a:lnTo>
                  <a:pt x="523875" y="3486150"/>
                </a:lnTo>
                <a:lnTo>
                  <a:pt x="514350" y="3486150"/>
                </a:lnTo>
                <a:close/>
                <a:moveTo>
                  <a:pt x="809625" y="3476625"/>
                </a:moveTo>
                <a:lnTo>
                  <a:pt x="819150" y="3476625"/>
                </a:lnTo>
                <a:lnTo>
                  <a:pt x="819150" y="3505200"/>
                </a:lnTo>
                <a:lnTo>
                  <a:pt x="809625" y="3505200"/>
                </a:lnTo>
                <a:close/>
                <a:moveTo>
                  <a:pt x="276225" y="3486150"/>
                </a:moveTo>
                <a:lnTo>
                  <a:pt x="285750" y="3486150"/>
                </a:lnTo>
                <a:lnTo>
                  <a:pt x="285750" y="3495675"/>
                </a:lnTo>
                <a:lnTo>
                  <a:pt x="276225" y="3495675"/>
                </a:lnTo>
                <a:close/>
                <a:moveTo>
                  <a:pt x="504825" y="3486150"/>
                </a:moveTo>
                <a:lnTo>
                  <a:pt x="514350" y="3486150"/>
                </a:lnTo>
                <a:lnTo>
                  <a:pt x="514350" y="3495675"/>
                </a:lnTo>
                <a:lnTo>
                  <a:pt x="504825" y="3495675"/>
                </a:lnTo>
                <a:close/>
                <a:moveTo>
                  <a:pt x="542925" y="3495675"/>
                </a:moveTo>
                <a:lnTo>
                  <a:pt x="561975" y="3495675"/>
                </a:lnTo>
                <a:lnTo>
                  <a:pt x="561975" y="3505200"/>
                </a:lnTo>
                <a:lnTo>
                  <a:pt x="542925" y="3505200"/>
                </a:lnTo>
                <a:close/>
                <a:moveTo>
                  <a:pt x="600075" y="3495675"/>
                </a:moveTo>
                <a:lnTo>
                  <a:pt x="609600" y="3495675"/>
                </a:lnTo>
                <a:lnTo>
                  <a:pt x="609600" y="3505200"/>
                </a:lnTo>
                <a:lnTo>
                  <a:pt x="600075" y="3505200"/>
                </a:lnTo>
                <a:close/>
                <a:moveTo>
                  <a:pt x="628650" y="3495675"/>
                </a:moveTo>
                <a:lnTo>
                  <a:pt x="657225" y="3495675"/>
                </a:lnTo>
                <a:lnTo>
                  <a:pt x="657225" y="3505200"/>
                </a:lnTo>
                <a:lnTo>
                  <a:pt x="638175" y="3505200"/>
                </a:lnTo>
                <a:lnTo>
                  <a:pt x="638175" y="3514725"/>
                </a:lnTo>
                <a:lnTo>
                  <a:pt x="628650" y="3514725"/>
                </a:lnTo>
                <a:close/>
                <a:moveTo>
                  <a:pt x="695325" y="3505200"/>
                </a:moveTo>
                <a:lnTo>
                  <a:pt x="704850" y="3505200"/>
                </a:lnTo>
                <a:lnTo>
                  <a:pt x="704850" y="3514725"/>
                </a:lnTo>
                <a:lnTo>
                  <a:pt x="695325" y="3514725"/>
                </a:lnTo>
                <a:close/>
                <a:moveTo>
                  <a:pt x="800100" y="3505200"/>
                </a:moveTo>
                <a:lnTo>
                  <a:pt x="809625" y="3505200"/>
                </a:lnTo>
                <a:lnTo>
                  <a:pt x="809625" y="3514725"/>
                </a:lnTo>
                <a:lnTo>
                  <a:pt x="800100" y="3514725"/>
                </a:lnTo>
                <a:close/>
                <a:moveTo>
                  <a:pt x="1085850" y="3505200"/>
                </a:moveTo>
                <a:lnTo>
                  <a:pt x="1095375" y="3505200"/>
                </a:lnTo>
                <a:lnTo>
                  <a:pt x="1095375" y="3524250"/>
                </a:lnTo>
                <a:lnTo>
                  <a:pt x="1104900" y="3524250"/>
                </a:lnTo>
                <a:lnTo>
                  <a:pt x="1104900" y="3533775"/>
                </a:lnTo>
                <a:lnTo>
                  <a:pt x="1076325" y="3533775"/>
                </a:lnTo>
                <a:lnTo>
                  <a:pt x="1076325" y="3524250"/>
                </a:lnTo>
                <a:lnTo>
                  <a:pt x="1038225" y="3524250"/>
                </a:lnTo>
                <a:lnTo>
                  <a:pt x="1038225" y="3514725"/>
                </a:lnTo>
                <a:lnTo>
                  <a:pt x="1085850" y="3514725"/>
                </a:lnTo>
                <a:close/>
                <a:moveTo>
                  <a:pt x="1352550" y="3505200"/>
                </a:moveTo>
                <a:lnTo>
                  <a:pt x="1362075" y="3505200"/>
                </a:lnTo>
                <a:lnTo>
                  <a:pt x="1362075" y="3514725"/>
                </a:lnTo>
                <a:lnTo>
                  <a:pt x="1371600" y="3514725"/>
                </a:lnTo>
                <a:lnTo>
                  <a:pt x="1371600" y="3524250"/>
                </a:lnTo>
                <a:lnTo>
                  <a:pt x="1362075" y="3524250"/>
                </a:lnTo>
                <a:lnTo>
                  <a:pt x="1362075" y="3533775"/>
                </a:lnTo>
                <a:lnTo>
                  <a:pt x="1352550" y="3533775"/>
                </a:lnTo>
                <a:close/>
                <a:moveTo>
                  <a:pt x="533400" y="3514725"/>
                </a:moveTo>
                <a:lnTo>
                  <a:pt x="552450" y="3514725"/>
                </a:lnTo>
                <a:lnTo>
                  <a:pt x="552450" y="3533775"/>
                </a:lnTo>
                <a:lnTo>
                  <a:pt x="571500" y="3533775"/>
                </a:lnTo>
                <a:lnTo>
                  <a:pt x="571500" y="3543300"/>
                </a:lnTo>
                <a:lnTo>
                  <a:pt x="542925" y="3543300"/>
                </a:lnTo>
                <a:lnTo>
                  <a:pt x="542925" y="3524250"/>
                </a:lnTo>
                <a:lnTo>
                  <a:pt x="533400" y="3524250"/>
                </a:lnTo>
                <a:close/>
                <a:moveTo>
                  <a:pt x="609600" y="3514725"/>
                </a:moveTo>
                <a:lnTo>
                  <a:pt x="628650" y="3514725"/>
                </a:lnTo>
                <a:lnTo>
                  <a:pt x="628650" y="3524250"/>
                </a:lnTo>
                <a:lnTo>
                  <a:pt x="619125" y="3524250"/>
                </a:lnTo>
                <a:lnTo>
                  <a:pt x="619125" y="3533775"/>
                </a:lnTo>
                <a:lnTo>
                  <a:pt x="609600" y="3533775"/>
                </a:lnTo>
                <a:close/>
                <a:moveTo>
                  <a:pt x="666750" y="3524250"/>
                </a:moveTo>
                <a:lnTo>
                  <a:pt x="676275" y="3524250"/>
                </a:lnTo>
                <a:lnTo>
                  <a:pt x="676275" y="3533775"/>
                </a:lnTo>
                <a:lnTo>
                  <a:pt x="666750" y="3533775"/>
                </a:lnTo>
                <a:close/>
                <a:moveTo>
                  <a:pt x="800100" y="3524250"/>
                </a:moveTo>
                <a:lnTo>
                  <a:pt x="809625" y="3524250"/>
                </a:lnTo>
                <a:lnTo>
                  <a:pt x="809625" y="3533775"/>
                </a:lnTo>
                <a:lnTo>
                  <a:pt x="800100" y="3533775"/>
                </a:lnTo>
                <a:close/>
                <a:moveTo>
                  <a:pt x="1400175" y="3524250"/>
                </a:moveTo>
                <a:lnTo>
                  <a:pt x="1409700" y="3524250"/>
                </a:lnTo>
                <a:lnTo>
                  <a:pt x="1409700" y="3533775"/>
                </a:lnTo>
                <a:lnTo>
                  <a:pt x="1400175" y="3533775"/>
                </a:lnTo>
                <a:close/>
                <a:moveTo>
                  <a:pt x="466725" y="3533775"/>
                </a:moveTo>
                <a:lnTo>
                  <a:pt x="485775" y="3533775"/>
                </a:lnTo>
                <a:lnTo>
                  <a:pt x="485775" y="3543300"/>
                </a:lnTo>
                <a:lnTo>
                  <a:pt x="495300" y="3543300"/>
                </a:lnTo>
                <a:lnTo>
                  <a:pt x="495300" y="3552825"/>
                </a:lnTo>
                <a:lnTo>
                  <a:pt x="485775" y="3552825"/>
                </a:lnTo>
                <a:lnTo>
                  <a:pt x="485775" y="3562350"/>
                </a:lnTo>
                <a:lnTo>
                  <a:pt x="457200" y="3562350"/>
                </a:lnTo>
                <a:lnTo>
                  <a:pt x="457200" y="3581400"/>
                </a:lnTo>
                <a:lnTo>
                  <a:pt x="428625" y="3581400"/>
                </a:lnTo>
                <a:lnTo>
                  <a:pt x="428625" y="3571875"/>
                </a:lnTo>
                <a:lnTo>
                  <a:pt x="409575" y="3571875"/>
                </a:lnTo>
                <a:lnTo>
                  <a:pt x="409575" y="3562350"/>
                </a:lnTo>
                <a:lnTo>
                  <a:pt x="428625" y="3562350"/>
                </a:lnTo>
                <a:lnTo>
                  <a:pt x="428625" y="3552825"/>
                </a:lnTo>
                <a:lnTo>
                  <a:pt x="409575" y="3552825"/>
                </a:lnTo>
                <a:lnTo>
                  <a:pt x="409575" y="3543300"/>
                </a:lnTo>
                <a:lnTo>
                  <a:pt x="428625" y="3543300"/>
                </a:lnTo>
                <a:lnTo>
                  <a:pt x="428625" y="3552825"/>
                </a:lnTo>
                <a:lnTo>
                  <a:pt x="438150" y="3552825"/>
                </a:lnTo>
                <a:lnTo>
                  <a:pt x="438150" y="3571875"/>
                </a:lnTo>
                <a:lnTo>
                  <a:pt x="447675" y="3571875"/>
                </a:lnTo>
                <a:lnTo>
                  <a:pt x="447675" y="3552825"/>
                </a:lnTo>
                <a:lnTo>
                  <a:pt x="457200" y="3552825"/>
                </a:lnTo>
                <a:lnTo>
                  <a:pt x="457200" y="3543300"/>
                </a:lnTo>
                <a:lnTo>
                  <a:pt x="466725" y="3543300"/>
                </a:lnTo>
                <a:close/>
                <a:moveTo>
                  <a:pt x="809625" y="3533775"/>
                </a:moveTo>
                <a:lnTo>
                  <a:pt x="828675" y="3533775"/>
                </a:lnTo>
                <a:lnTo>
                  <a:pt x="828675" y="3552825"/>
                </a:lnTo>
                <a:lnTo>
                  <a:pt x="819150" y="3552825"/>
                </a:lnTo>
                <a:lnTo>
                  <a:pt x="819150" y="3543300"/>
                </a:lnTo>
                <a:lnTo>
                  <a:pt x="809625" y="3543300"/>
                </a:lnTo>
                <a:close/>
                <a:moveTo>
                  <a:pt x="962025" y="3533775"/>
                </a:moveTo>
                <a:lnTo>
                  <a:pt x="981075" y="3533775"/>
                </a:lnTo>
                <a:lnTo>
                  <a:pt x="981075" y="3562350"/>
                </a:lnTo>
                <a:lnTo>
                  <a:pt x="971550" y="3562350"/>
                </a:lnTo>
                <a:lnTo>
                  <a:pt x="971550" y="3552825"/>
                </a:lnTo>
                <a:lnTo>
                  <a:pt x="962025" y="3552825"/>
                </a:lnTo>
                <a:close/>
                <a:moveTo>
                  <a:pt x="1114425" y="3533775"/>
                </a:moveTo>
                <a:lnTo>
                  <a:pt x="1123950" y="3533775"/>
                </a:lnTo>
                <a:lnTo>
                  <a:pt x="1123950" y="3543300"/>
                </a:lnTo>
                <a:lnTo>
                  <a:pt x="1114425" y="3543300"/>
                </a:lnTo>
                <a:close/>
                <a:moveTo>
                  <a:pt x="571500" y="3543300"/>
                </a:moveTo>
                <a:lnTo>
                  <a:pt x="590550" y="3543300"/>
                </a:lnTo>
                <a:lnTo>
                  <a:pt x="590550" y="3552825"/>
                </a:lnTo>
                <a:lnTo>
                  <a:pt x="571500" y="3552825"/>
                </a:lnTo>
                <a:close/>
                <a:moveTo>
                  <a:pt x="1400175" y="3543300"/>
                </a:moveTo>
                <a:lnTo>
                  <a:pt x="1409700" y="3543300"/>
                </a:lnTo>
                <a:lnTo>
                  <a:pt x="1409700" y="3552825"/>
                </a:lnTo>
                <a:lnTo>
                  <a:pt x="1400175" y="3552825"/>
                </a:lnTo>
                <a:close/>
                <a:moveTo>
                  <a:pt x="809625" y="3552825"/>
                </a:moveTo>
                <a:lnTo>
                  <a:pt x="819150" y="3552825"/>
                </a:lnTo>
                <a:lnTo>
                  <a:pt x="819150" y="3562350"/>
                </a:lnTo>
                <a:lnTo>
                  <a:pt x="809625" y="3562350"/>
                </a:lnTo>
                <a:close/>
                <a:moveTo>
                  <a:pt x="1295400" y="3552825"/>
                </a:moveTo>
                <a:lnTo>
                  <a:pt x="1314450" y="3552825"/>
                </a:lnTo>
                <a:lnTo>
                  <a:pt x="1314450" y="3562350"/>
                </a:lnTo>
                <a:lnTo>
                  <a:pt x="1333500" y="3562350"/>
                </a:lnTo>
                <a:lnTo>
                  <a:pt x="1333500" y="3581400"/>
                </a:lnTo>
                <a:lnTo>
                  <a:pt x="1314450" y="3581400"/>
                </a:lnTo>
                <a:lnTo>
                  <a:pt x="1314450" y="3590925"/>
                </a:lnTo>
                <a:lnTo>
                  <a:pt x="1304925" y="3590925"/>
                </a:lnTo>
                <a:lnTo>
                  <a:pt x="1304925" y="3581400"/>
                </a:lnTo>
                <a:lnTo>
                  <a:pt x="1295400" y="3581400"/>
                </a:lnTo>
                <a:close/>
                <a:moveTo>
                  <a:pt x="1428750" y="3552825"/>
                </a:moveTo>
                <a:lnTo>
                  <a:pt x="1438275" y="3552825"/>
                </a:lnTo>
                <a:lnTo>
                  <a:pt x="1438275" y="3562350"/>
                </a:lnTo>
                <a:lnTo>
                  <a:pt x="1428750" y="3562350"/>
                </a:lnTo>
                <a:close/>
                <a:moveTo>
                  <a:pt x="1514475" y="3552825"/>
                </a:moveTo>
                <a:lnTo>
                  <a:pt x="1533525" y="3552825"/>
                </a:lnTo>
                <a:lnTo>
                  <a:pt x="1533525" y="3562350"/>
                </a:lnTo>
                <a:lnTo>
                  <a:pt x="1514475" y="3562350"/>
                </a:lnTo>
                <a:close/>
                <a:moveTo>
                  <a:pt x="600075" y="3562350"/>
                </a:moveTo>
                <a:lnTo>
                  <a:pt x="619125" y="3562350"/>
                </a:lnTo>
                <a:lnTo>
                  <a:pt x="619125" y="3581400"/>
                </a:lnTo>
                <a:lnTo>
                  <a:pt x="600075" y="3581400"/>
                </a:lnTo>
                <a:close/>
                <a:moveTo>
                  <a:pt x="1123950" y="3562350"/>
                </a:moveTo>
                <a:lnTo>
                  <a:pt x="1133475" y="3562350"/>
                </a:lnTo>
                <a:lnTo>
                  <a:pt x="1133475" y="3581400"/>
                </a:lnTo>
                <a:lnTo>
                  <a:pt x="1123950" y="3581400"/>
                </a:lnTo>
                <a:close/>
                <a:moveTo>
                  <a:pt x="352425" y="3571875"/>
                </a:moveTo>
                <a:lnTo>
                  <a:pt x="361950" y="3571875"/>
                </a:lnTo>
                <a:lnTo>
                  <a:pt x="361950" y="3581400"/>
                </a:lnTo>
                <a:lnTo>
                  <a:pt x="352425" y="3581400"/>
                </a:lnTo>
                <a:close/>
                <a:moveTo>
                  <a:pt x="390525" y="3571875"/>
                </a:moveTo>
                <a:lnTo>
                  <a:pt x="409575" y="3571875"/>
                </a:lnTo>
                <a:lnTo>
                  <a:pt x="409575" y="3590925"/>
                </a:lnTo>
                <a:lnTo>
                  <a:pt x="381000" y="3590925"/>
                </a:lnTo>
                <a:lnTo>
                  <a:pt x="381000" y="3600450"/>
                </a:lnTo>
                <a:lnTo>
                  <a:pt x="371475" y="3600450"/>
                </a:lnTo>
                <a:lnTo>
                  <a:pt x="371475" y="3609975"/>
                </a:lnTo>
                <a:lnTo>
                  <a:pt x="381000" y="3609975"/>
                </a:lnTo>
                <a:lnTo>
                  <a:pt x="381000" y="3629025"/>
                </a:lnTo>
                <a:lnTo>
                  <a:pt x="371475" y="3629025"/>
                </a:lnTo>
                <a:lnTo>
                  <a:pt x="371475" y="3619500"/>
                </a:lnTo>
                <a:lnTo>
                  <a:pt x="361950" y="3619500"/>
                </a:lnTo>
                <a:lnTo>
                  <a:pt x="361950" y="3609975"/>
                </a:lnTo>
                <a:lnTo>
                  <a:pt x="333375" y="3609975"/>
                </a:lnTo>
                <a:lnTo>
                  <a:pt x="333375" y="3600450"/>
                </a:lnTo>
                <a:lnTo>
                  <a:pt x="352425" y="3600450"/>
                </a:lnTo>
                <a:lnTo>
                  <a:pt x="352425" y="3590925"/>
                </a:lnTo>
                <a:lnTo>
                  <a:pt x="361950" y="3590925"/>
                </a:lnTo>
                <a:lnTo>
                  <a:pt x="361950" y="3581400"/>
                </a:lnTo>
                <a:lnTo>
                  <a:pt x="390525" y="3581400"/>
                </a:lnTo>
                <a:close/>
                <a:moveTo>
                  <a:pt x="838200" y="3571875"/>
                </a:moveTo>
                <a:lnTo>
                  <a:pt x="847725" y="3571875"/>
                </a:lnTo>
                <a:lnTo>
                  <a:pt x="847725" y="3609975"/>
                </a:lnTo>
                <a:lnTo>
                  <a:pt x="838200" y="3609975"/>
                </a:lnTo>
                <a:lnTo>
                  <a:pt x="838200" y="3600450"/>
                </a:lnTo>
                <a:lnTo>
                  <a:pt x="828675" y="3600450"/>
                </a:lnTo>
                <a:lnTo>
                  <a:pt x="828675" y="3609975"/>
                </a:lnTo>
                <a:lnTo>
                  <a:pt x="809625" y="3609975"/>
                </a:lnTo>
                <a:lnTo>
                  <a:pt x="809625" y="3581400"/>
                </a:lnTo>
                <a:lnTo>
                  <a:pt x="838200" y="3581400"/>
                </a:lnTo>
                <a:close/>
                <a:moveTo>
                  <a:pt x="914400" y="3571875"/>
                </a:moveTo>
                <a:lnTo>
                  <a:pt x="933450" y="3571875"/>
                </a:lnTo>
                <a:lnTo>
                  <a:pt x="933450" y="3581400"/>
                </a:lnTo>
                <a:lnTo>
                  <a:pt x="914400" y="3581400"/>
                </a:lnTo>
                <a:close/>
                <a:moveTo>
                  <a:pt x="981075" y="3571875"/>
                </a:moveTo>
                <a:lnTo>
                  <a:pt x="990600" y="3571875"/>
                </a:lnTo>
                <a:lnTo>
                  <a:pt x="990600" y="3590925"/>
                </a:lnTo>
                <a:lnTo>
                  <a:pt x="981075" y="3590925"/>
                </a:lnTo>
                <a:close/>
                <a:moveTo>
                  <a:pt x="466725" y="3581400"/>
                </a:moveTo>
                <a:lnTo>
                  <a:pt x="476250" y="3581400"/>
                </a:lnTo>
                <a:lnTo>
                  <a:pt x="476250" y="3590925"/>
                </a:lnTo>
                <a:lnTo>
                  <a:pt x="466725" y="3590925"/>
                </a:lnTo>
                <a:close/>
                <a:moveTo>
                  <a:pt x="581025" y="3581400"/>
                </a:moveTo>
                <a:lnTo>
                  <a:pt x="590550" y="3581400"/>
                </a:lnTo>
                <a:lnTo>
                  <a:pt x="590550" y="3609975"/>
                </a:lnTo>
                <a:lnTo>
                  <a:pt x="609600" y="3609975"/>
                </a:lnTo>
                <a:lnTo>
                  <a:pt x="609600" y="3590925"/>
                </a:lnTo>
                <a:lnTo>
                  <a:pt x="619125" y="3590925"/>
                </a:lnTo>
                <a:lnTo>
                  <a:pt x="619125" y="3600450"/>
                </a:lnTo>
                <a:lnTo>
                  <a:pt x="628650" y="3600450"/>
                </a:lnTo>
                <a:lnTo>
                  <a:pt x="628650" y="3619500"/>
                </a:lnTo>
                <a:lnTo>
                  <a:pt x="581025" y="3619500"/>
                </a:lnTo>
                <a:lnTo>
                  <a:pt x="581025" y="3629025"/>
                </a:lnTo>
                <a:lnTo>
                  <a:pt x="571500" y="3629025"/>
                </a:lnTo>
                <a:lnTo>
                  <a:pt x="571500" y="3638550"/>
                </a:lnTo>
                <a:lnTo>
                  <a:pt x="561975" y="3638550"/>
                </a:lnTo>
                <a:lnTo>
                  <a:pt x="561975" y="3629025"/>
                </a:lnTo>
                <a:lnTo>
                  <a:pt x="552450" y="3629025"/>
                </a:lnTo>
                <a:lnTo>
                  <a:pt x="552450" y="3619500"/>
                </a:lnTo>
                <a:lnTo>
                  <a:pt x="561975" y="3619500"/>
                </a:lnTo>
                <a:lnTo>
                  <a:pt x="561975" y="3609975"/>
                </a:lnTo>
                <a:lnTo>
                  <a:pt x="571500" y="3609975"/>
                </a:lnTo>
                <a:lnTo>
                  <a:pt x="571500" y="3600450"/>
                </a:lnTo>
                <a:lnTo>
                  <a:pt x="581025" y="3600450"/>
                </a:lnTo>
                <a:close/>
                <a:moveTo>
                  <a:pt x="1133475" y="3581400"/>
                </a:moveTo>
                <a:lnTo>
                  <a:pt x="1171575" y="3581400"/>
                </a:lnTo>
                <a:lnTo>
                  <a:pt x="1171575" y="3600450"/>
                </a:lnTo>
                <a:lnTo>
                  <a:pt x="1162050" y="3600450"/>
                </a:lnTo>
                <a:lnTo>
                  <a:pt x="1162050" y="3609975"/>
                </a:lnTo>
                <a:lnTo>
                  <a:pt x="1152525" y="3609975"/>
                </a:lnTo>
                <a:lnTo>
                  <a:pt x="1152525" y="3590925"/>
                </a:lnTo>
                <a:lnTo>
                  <a:pt x="1133475" y="3590925"/>
                </a:lnTo>
                <a:close/>
                <a:moveTo>
                  <a:pt x="1552575" y="3581400"/>
                </a:moveTo>
                <a:lnTo>
                  <a:pt x="1562100" y="3581400"/>
                </a:lnTo>
                <a:lnTo>
                  <a:pt x="1562100" y="3600450"/>
                </a:lnTo>
                <a:lnTo>
                  <a:pt x="1552575" y="3600450"/>
                </a:lnTo>
                <a:close/>
                <a:moveTo>
                  <a:pt x="485775" y="3590925"/>
                </a:moveTo>
                <a:lnTo>
                  <a:pt x="504825" y="3590925"/>
                </a:lnTo>
                <a:lnTo>
                  <a:pt x="504825" y="3600450"/>
                </a:lnTo>
                <a:lnTo>
                  <a:pt x="542925" y="3600450"/>
                </a:lnTo>
                <a:lnTo>
                  <a:pt x="542925" y="3590925"/>
                </a:lnTo>
                <a:lnTo>
                  <a:pt x="552450" y="3590925"/>
                </a:lnTo>
                <a:lnTo>
                  <a:pt x="552450" y="3600450"/>
                </a:lnTo>
                <a:lnTo>
                  <a:pt x="542925" y="3600450"/>
                </a:lnTo>
                <a:lnTo>
                  <a:pt x="542925" y="3609975"/>
                </a:lnTo>
                <a:lnTo>
                  <a:pt x="533400" y="3609975"/>
                </a:lnTo>
                <a:lnTo>
                  <a:pt x="533400" y="3619500"/>
                </a:lnTo>
                <a:lnTo>
                  <a:pt x="523875" y="3619500"/>
                </a:lnTo>
                <a:lnTo>
                  <a:pt x="523875" y="3609975"/>
                </a:lnTo>
                <a:lnTo>
                  <a:pt x="514350" y="3609975"/>
                </a:lnTo>
                <a:lnTo>
                  <a:pt x="514350" y="3638550"/>
                </a:lnTo>
                <a:lnTo>
                  <a:pt x="504825" y="3638550"/>
                </a:lnTo>
                <a:lnTo>
                  <a:pt x="504825" y="3629025"/>
                </a:lnTo>
                <a:lnTo>
                  <a:pt x="495300" y="3629025"/>
                </a:lnTo>
                <a:lnTo>
                  <a:pt x="495300" y="3600450"/>
                </a:lnTo>
                <a:lnTo>
                  <a:pt x="485775" y="3600450"/>
                </a:lnTo>
                <a:close/>
                <a:moveTo>
                  <a:pt x="647700" y="3590925"/>
                </a:moveTo>
                <a:lnTo>
                  <a:pt x="685800" y="3590925"/>
                </a:lnTo>
                <a:lnTo>
                  <a:pt x="685800" y="3600450"/>
                </a:lnTo>
                <a:lnTo>
                  <a:pt x="647700" y="3600450"/>
                </a:lnTo>
                <a:close/>
                <a:moveTo>
                  <a:pt x="771525" y="3590925"/>
                </a:moveTo>
                <a:lnTo>
                  <a:pt x="790575" y="3590925"/>
                </a:lnTo>
                <a:lnTo>
                  <a:pt x="790575" y="3600450"/>
                </a:lnTo>
                <a:lnTo>
                  <a:pt x="800100" y="3600450"/>
                </a:lnTo>
                <a:lnTo>
                  <a:pt x="800100" y="3609975"/>
                </a:lnTo>
                <a:lnTo>
                  <a:pt x="809625" y="3609975"/>
                </a:lnTo>
                <a:lnTo>
                  <a:pt x="809625" y="3619500"/>
                </a:lnTo>
                <a:lnTo>
                  <a:pt x="781050" y="3619500"/>
                </a:lnTo>
                <a:lnTo>
                  <a:pt x="781050" y="3609975"/>
                </a:lnTo>
                <a:lnTo>
                  <a:pt x="771525" y="3609975"/>
                </a:lnTo>
                <a:close/>
                <a:moveTo>
                  <a:pt x="1019175" y="3590925"/>
                </a:moveTo>
                <a:lnTo>
                  <a:pt x="1028700" y="3590925"/>
                </a:lnTo>
                <a:lnTo>
                  <a:pt x="1028700" y="3600450"/>
                </a:lnTo>
                <a:lnTo>
                  <a:pt x="1019175" y="3600450"/>
                </a:lnTo>
                <a:close/>
                <a:moveTo>
                  <a:pt x="1076325" y="3590925"/>
                </a:moveTo>
                <a:lnTo>
                  <a:pt x="1085850" y="3590925"/>
                </a:lnTo>
                <a:lnTo>
                  <a:pt x="1085850" y="3600450"/>
                </a:lnTo>
                <a:lnTo>
                  <a:pt x="1076325" y="3600450"/>
                </a:lnTo>
                <a:close/>
                <a:moveTo>
                  <a:pt x="1238250" y="3590925"/>
                </a:moveTo>
                <a:lnTo>
                  <a:pt x="1257300" y="3590925"/>
                </a:lnTo>
                <a:lnTo>
                  <a:pt x="1257300" y="3600450"/>
                </a:lnTo>
                <a:lnTo>
                  <a:pt x="1238250" y="3600450"/>
                </a:lnTo>
                <a:close/>
                <a:moveTo>
                  <a:pt x="295275" y="3600450"/>
                </a:moveTo>
                <a:lnTo>
                  <a:pt x="304800" y="3600450"/>
                </a:lnTo>
                <a:lnTo>
                  <a:pt x="304800" y="3609975"/>
                </a:lnTo>
                <a:lnTo>
                  <a:pt x="295275" y="3609975"/>
                </a:lnTo>
                <a:close/>
                <a:moveTo>
                  <a:pt x="695325" y="3600450"/>
                </a:moveTo>
                <a:lnTo>
                  <a:pt x="714375" y="3600450"/>
                </a:lnTo>
                <a:lnTo>
                  <a:pt x="714375" y="3609975"/>
                </a:lnTo>
                <a:lnTo>
                  <a:pt x="723900" y="3609975"/>
                </a:lnTo>
                <a:lnTo>
                  <a:pt x="723900" y="3619500"/>
                </a:lnTo>
                <a:lnTo>
                  <a:pt x="704850" y="3619500"/>
                </a:lnTo>
                <a:lnTo>
                  <a:pt x="704850" y="3609975"/>
                </a:lnTo>
                <a:lnTo>
                  <a:pt x="695325" y="3609975"/>
                </a:lnTo>
                <a:close/>
                <a:moveTo>
                  <a:pt x="1028700" y="3600450"/>
                </a:moveTo>
                <a:lnTo>
                  <a:pt x="1038225" y="3600450"/>
                </a:lnTo>
                <a:lnTo>
                  <a:pt x="1038225" y="3609975"/>
                </a:lnTo>
                <a:lnTo>
                  <a:pt x="1028700" y="3609975"/>
                </a:lnTo>
                <a:close/>
                <a:moveTo>
                  <a:pt x="1047750" y="3600450"/>
                </a:moveTo>
                <a:lnTo>
                  <a:pt x="1066800" y="3600450"/>
                </a:lnTo>
                <a:lnTo>
                  <a:pt x="1066800" y="3609975"/>
                </a:lnTo>
                <a:lnTo>
                  <a:pt x="1047750" y="3609975"/>
                </a:lnTo>
                <a:close/>
                <a:moveTo>
                  <a:pt x="1200150" y="3600450"/>
                </a:moveTo>
                <a:lnTo>
                  <a:pt x="1219200" y="3600450"/>
                </a:lnTo>
                <a:lnTo>
                  <a:pt x="1219200" y="3609975"/>
                </a:lnTo>
                <a:lnTo>
                  <a:pt x="1200150" y="3609975"/>
                </a:lnTo>
                <a:close/>
                <a:moveTo>
                  <a:pt x="1257300" y="3600450"/>
                </a:moveTo>
                <a:lnTo>
                  <a:pt x="1266825" y="3600450"/>
                </a:lnTo>
                <a:lnTo>
                  <a:pt x="1266825" y="3609975"/>
                </a:lnTo>
                <a:lnTo>
                  <a:pt x="1257300" y="3609975"/>
                </a:lnTo>
                <a:close/>
                <a:moveTo>
                  <a:pt x="1285875" y="3600450"/>
                </a:moveTo>
                <a:lnTo>
                  <a:pt x="1295400" y="3600450"/>
                </a:lnTo>
                <a:lnTo>
                  <a:pt x="1295400" y="3609975"/>
                </a:lnTo>
                <a:lnTo>
                  <a:pt x="1314450" y="3609975"/>
                </a:lnTo>
                <a:lnTo>
                  <a:pt x="1314450" y="3638550"/>
                </a:lnTo>
                <a:lnTo>
                  <a:pt x="1333500" y="3638550"/>
                </a:lnTo>
                <a:lnTo>
                  <a:pt x="1333500" y="3657600"/>
                </a:lnTo>
                <a:lnTo>
                  <a:pt x="1304925" y="3657600"/>
                </a:lnTo>
                <a:lnTo>
                  <a:pt x="1304925" y="3667125"/>
                </a:lnTo>
                <a:lnTo>
                  <a:pt x="1266825" y="3667125"/>
                </a:lnTo>
                <a:lnTo>
                  <a:pt x="1266825" y="3657600"/>
                </a:lnTo>
                <a:lnTo>
                  <a:pt x="1276350" y="3657600"/>
                </a:lnTo>
                <a:lnTo>
                  <a:pt x="1276350" y="3648075"/>
                </a:lnTo>
                <a:lnTo>
                  <a:pt x="1266825" y="3648075"/>
                </a:lnTo>
                <a:lnTo>
                  <a:pt x="1266825" y="3629025"/>
                </a:lnTo>
                <a:lnTo>
                  <a:pt x="1276350" y="3629025"/>
                </a:lnTo>
                <a:lnTo>
                  <a:pt x="1276350" y="3648075"/>
                </a:lnTo>
                <a:lnTo>
                  <a:pt x="1285875" y="3648075"/>
                </a:lnTo>
                <a:lnTo>
                  <a:pt x="1285875" y="3638550"/>
                </a:lnTo>
                <a:lnTo>
                  <a:pt x="1304925" y="3638550"/>
                </a:lnTo>
                <a:lnTo>
                  <a:pt x="1304925" y="3619500"/>
                </a:lnTo>
                <a:lnTo>
                  <a:pt x="1285875" y="3619500"/>
                </a:lnTo>
                <a:close/>
                <a:moveTo>
                  <a:pt x="1000125" y="3609975"/>
                </a:moveTo>
                <a:lnTo>
                  <a:pt x="1009650" y="3609975"/>
                </a:lnTo>
                <a:lnTo>
                  <a:pt x="1009650" y="3619500"/>
                </a:lnTo>
                <a:lnTo>
                  <a:pt x="1000125" y="3619500"/>
                </a:lnTo>
                <a:close/>
                <a:moveTo>
                  <a:pt x="1038225" y="3609975"/>
                </a:moveTo>
                <a:lnTo>
                  <a:pt x="1047750" y="3609975"/>
                </a:lnTo>
                <a:lnTo>
                  <a:pt x="1047750" y="3619500"/>
                </a:lnTo>
                <a:lnTo>
                  <a:pt x="1038225" y="3619500"/>
                </a:lnTo>
                <a:close/>
                <a:moveTo>
                  <a:pt x="1162050" y="3609975"/>
                </a:moveTo>
                <a:lnTo>
                  <a:pt x="1171575" y="3609975"/>
                </a:lnTo>
                <a:lnTo>
                  <a:pt x="1171575" y="3619500"/>
                </a:lnTo>
                <a:lnTo>
                  <a:pt x="1162050" y="3619500"/>
                </a:lnTo>
                <a:close/>
                <a:moveTo>
                  <a:pt x="1333500" y="3609975"/>
                </a:moveTo>
                <a:lnTo>
                  <a:pt x="1343025" y="3609975"/>
                </a:lnTo>
                <a:lnTo>
                  <a:pt x="1343025" y="3619500"/>
                </a:lnTo>
                <a:lnTo>
                  <a:pt x="1333500" y="3619500"/>
                </a:lnTo>
                <a:close/>
                <a:moveTo>
                  <a:pt x="1600200" y="3609975"/>
                </a:moveTo>
                <a:lnTo>
                  <a:pt x="1619250" y="3609975"/>
                </a:lnTo>
                <a:lnTo>
                  <a:pt x="1619250" y="3629025"/>
                </a:lnTo>
                <a:lnTo>
                  <a:pt x="1600200" y="3629025"/>
                </a:lnTo>
                <a:close/>
                <a:moveTo>
                  <a:pt x="723900" y="3619500"/>
                </a:moveTo>
                <a:lnTo>
                  <a:pt x="733425" y="3619500"/>
                </a:lnTo>
                <a:lnTo>
                  <a:pt x="733425" y="3629025"/>
                </a:lnTo>
                <a:lnTo>
                  <a:pt x="723900" y="3629025"/>
                </a:lnTo>
                <a:close/>
                <a:moveTo>
                  <a:pt x="914400" y="3619500"/>
                </a:moveTo>
                <a:lnTo>
                  <a:pt x="923925" y="3619500"/>
                </a:lnTo>
                <a:lnTo>
                  <a:pt x="923925" y="3629025"/>
                </a:lnTo>
                <a:lnTo>
                  <a:pt x="914400" y="3629025"/>
                </a:lnTo>
                <a:close/>
                <a:moveTo>
                  <a:pt x="952500" y="3619500"/>
                </a:moveTo>
                <a:lnTo>
                  <a:pt x="990600" y="3619500"/>
                </a:lnTo>
                <a:lnTo>
                  <a:pt x="990600" y="3629025"/>
                </a:lnTo>
                <a:lnTo>
                  <a:pt x="981075" y="3629025"/>
                </a:lnTo>
                <a:lnTo>
                  <a:pt x="981075" y="3648075"/>
                </a:lnTo>
                <a:lnTo>
                  <a:pt x="952500" y="3648075"/>
                </a:lnTo>
                <a:lnTo>
                  <a:pt x="952500" y="3657600"/>
                </a:lnTo>
                <a:lnTo>
                  <a:pt x="981075" y="3657600"/>
                </a:lnTo>
                <a:lnTo>
                  <a:pt x="981075" y="3648075"/>
                </a:lnTo>
                <a:lnTo>
                  <a:pt x="1019175" y="3648075"/>
                </a:lnTo>
                <a:lnTo>
                  <a:pt x="1019175" y="3657600"/>
                </a:lnTo>
                <a:lnTo>
                  <a:pt x="1028700" y="3657600"/>
                </a:lnTo>
                <a:lnTo>
                  <a:pt x="1028700" y="3667125"/>
                </a:lnTo>
                <a:lnTo>
                  <a:pt x="942975" y="3667125"/>
                </a:lnTo>
                <a:lnTo>
                  <a:pt x="942975" y="3657600"/>
                </a:lnTo>
                <a:lnTo>
                  <a:pt x="914400" y="3657600"/>
                </a:lnTo>
                <a:lnTo>
                  <a:pt x="914400" y="3667125"/>
                </a:lnTo>
                <a:lnTo>
                  <a:pt x="866775" y="3667125"/>
                </a:lnTo>
                <a:lnTo>
                  <a:pt x="866775" y="3657600"/>
                </a:lnTo>
                <a:lnTo>
                  <a:pt x="885825" y="3657600"/>
                </a:lnTo>
                <a:lnTo>
                  <a:pt x="885825" y="3648075"/>
                </a:lnTo>
                <a:lnTo>
                  <a:pt x="923925" y="3648075"/>
                </a:lnTo>
                <a:lnTo>
                  <a:pt x="923925" y="3629025"/>
                </a:lnTo>
                <a:lnTo>
                  <a:pt x="942975" y="3629025"/>
                </a:lnTo>
                <a:lnTo>
                  <a:pt x="942975" y="3638550"/>
                </a:lnTo>
                <a:lnTo>
                  <a:pt x="962025" y="3638550"/>
                </a:lnTo>
                <a:lnTo>
                  <a:pt x="962025" y="3629025"/>
                </a:lnTo>
                <a:lnTo>
                  <a:pt x="952500" y="3629025"/>
                </a:lnTo>
                <a:close/>
                <a:moveTo>
                  <a:pt x="1171575" y="3619500"/>
                </a:moveTo>
                <a:lnTo>
                  <a:pt x="1181100" y="3619500"/>
                </a:lnTo>
                <a:lnTo>
                  <a:pt x="1181100" y="3629025"/>
                </a:lnTo>
                <a:lnTo>
                  <a:pt x="1171575" y="3629025"/>
                </a:lnTo>
                <a:close/>
                <a:moveTo>
                  <a:pt x="1190625" y="3619500"/>
                </a:moveTo>
                <a:lnTo>
                  <a:pt x="1200150" y="3619500"/>
                </a:lnTo>
                <a:lnTo>
                  <a:pt x="1200150" y="3638550"/>
                </a:lnTo>
                <a:lnTo>
                  <a:pt x="1190625" y="3638550"/>
                </a:lnTo>
                <a:lnTo>
                  <a:pt x="1190625" y="3648075"/>
                </a:lnTo>
                <a:lnTo>
                  <a:pt x="1162050" y="3648075"/>
                </a:lnTo>
                <a:lnTo>
                  <a:pt x="1162050" y="3638550"/>
                </a:lnTo>
                <a:lnTo>
                  <a:pt x="1181100" y="3638550"/>
                </a:lnTo>
                <a:lnTo>
                  <a:pt x="1181100" y="3629025"/>
                </a:lnTo>
                <a:lnTo>
                  <a:pt x="1190625" y="3629025"/>
                </a:lnTo>
                <a:close/>
                <a:moveTo>
                  <a:pt x="1228725" y="3619500"/>
                </a:moveTo>
                <a:lnTo>
                  <a:pt x="1238250" y="3619500"/>
                </a:lnTo>
                <a:lnTo>
                  <a:pt x="1238250" y="3638550"/>
                </a:lnTo>
                <a:lnTo>
                  <a:pt x="1228725" y="3638550"/>
                </a:lnTo>
                <a:close/>
                <a:moveTo>
                  <a:pt x="409575" y="3629025"/>
                </a:moveTo>
                <a:lnTo>
                  <a:pt x="419100" y="3629025"/>
                </a:lnTo>
                <a:lnTo>
                  <a:pt x="419100" y="3638550"/>
                </a:lnTo>
                <a:lnTo>
                  <a:pt x="409575" y="3638550"/>
                </a:lnTo>
                <a:close/>
                <a:moveTo>
                  <a:pt x="733425" y="3629025"/>
                </a:moveTo>
                <a:lnTo>
                  <a:pt x="742950" y="3629025"/>
                </a:lnTo>
                <a:lnTo>
                  <a:pt x="742950" y="3638550"/>
                </a:lnTo>
                <a:lnTo>
                  <a:pt x="733425" y="3638550"/>
                </a:lnTo>
                <a:close/>
                <a:moveTo>
                  <a:pt x="495300" y="3638550"/>
                </a:moveTo>
                <a:lnTo>
                  <a:pt x="504825" y="3638550"/>
                </a:lnTo>
                <a:lnTo>
                  <a:pt x="504825" y="3648075"/>
                </a:lnTo>
                <a:lnTo>
                  <a:pt x="495300" y="3648075"/>
                </a:lnTo>
                <a:close/>
                <a:moveTo>
                  <a:pt x="742950" y="3638550"/>
                </a:moveTo>
                <a:lnTo>
                  <a:pt x="762000" y="3638550"/>
                </a:lnTo>
                <a:lnTo>
                  <a:pt x="762000" y="3648075"/>
                </a:lnTo>
                <a:lnTo>
                  <a:pt x="742950" y="3648075"/>
                </a:lnTo>
                <a:close/>
                <a:moveTo>
                  <a:pt x="847725" y="3638550"/>
                </a:moveTo>
                <a:lnTo>
                  <a:pt x="857250" y="3638550"/>
                </a:lnTo>
                <a:lnTo>
                  <a:pt x="857250" y="3648075"/>
                </a:lnTo>
                <a:lnTo>
                  <a:pt x="847725" y="3648075"/>
                </a:lnTo>
                <a:close/>
                <a:moveTo>
                  <a:pt x="1028700" y="3638550"/>
                </a:moveTo>
                <a:lnTo>
                  <a:pt x="1047750" y="3638550"/>
                </a:lnTo>
                <a:lnTo>
                  <a:pt x="1047750" y="3648075"/>
                </a:lnTo>
                <a:lnTo>
                  <a:pt x="1028700" y="3648075"/>
                </a:lnTo>
                <a:close/>
                <a:moveTo>
                  <a:pt x="1343025" y="3638550"/>
                </a:moveTo>
                <a:lnTo>
                  <a:pt x="1352550" y="3638550"/>
                </a:lnTo>
                <a:lnTo>
                  <a:pt x="1352550" y="3648075"/>
                </a:lnTo>
                <a:lnTo>
                  <a:pt x="1343025" y="3648075"/>
                </a:lnTo>
                <a:close/>
                <a:moveTo>
                  <a:pt x="1371600" y="3638550"/>
                </a:moveTo>
                <a:lnTo>
                  <a:pt x="1390650" y="3638550"/>
                </a:lnTo>
                <a:lnTo>
                  <a:pt x="1390650" y="3648075"/>
                </a:lnTo>
                <a:lnTo>
                  <a:pt x="1371600" y="3648075"/>
                </a:lnTo>
                <a:close/>
                <a:moveTo>
                  <a:pt x="1400175" y="3638550"/>
                </a:moveTo>
                <a:lnTo>
                  <a:pt x="1419225" y="3638550"/>
                </a:lnTo>
                <a:lnTo>
                  <a:pt x="1419225" y="3648075"/>
                </a:lnTo>
                <a:lnTo>
                  <a:pt x="1400175" y="3648075"/>
                </a:lnTo>
                <a:close/>
                <a:moveTo>
                  <a:pt x="1495425" y="3638550"/>
                </a:moveTo>
                <a:lnTo>
                  <a:pt x="1504950" y="3638550"/>
                </a:lnTo>
                <a:lnTo>
                  <a:pt x="1504950" y="3648075"/>
                </a:lnTo>
                <a:lnTo>
                  <a:pt x="1514475" y="3648075"/>
                </a:lnTo>
                <a:lnTo>
                  <a:pt x="1514475" y="3657600"/>
                </a:lnTo>
                <a:lnTo>
                  <a:pt x="1485900" y="3657600"/>
                </a:lnTo>
                <a:lnTo>
                  <a:pt x="1485900" y="3648075"/>
                </a:lnTo>
                <a:lnTo>
                  <a:pt x="1495425" y="3648075"/>
                </a:lnTo>
                <a:close/>
                <a:moveTo>
                  <a:pt x="581025" y="3648075"/>
                </a:moveTo>
                <a:lnTo>
                  <a:pt x="590550" y="3648075"/>
                </a:lnTo>
                <a:lnTo>
                  <a:pt x="590550" y="3676650"/>
                </a:lnTo>
                <a:lnTo>
                  <a:pt x="571500" y="3676650"/>
                </a:lnTo>
                <a:lnTo>
                  <a:pt x="571500" y="3667125"/>
                </a:lnTo>
                <a:lnTo>
                  <a:pt x="561975" y="3667125"/>
                </a:lnTo>
                <a:lnTo>
                  <a:pt x="561975" y="3657600"/>
                </a:lnTo>
                <a:lnTo>
                  <a:pt x="581025" y="3657600"/>
                </a:lnTo>
                <a:close/>
                <a:moveTo>
                  <a:pt x="1047750" y="3648075"/>
                </a:moveTo>
                <a:lnTo>
                  <a:pt x="1057275" y="3648075"/>
                </a:lnTo>
                <a:lnTo>
                  <a:pt x="1057275" y="3657600"/>
                </a:lnTo>
                <a:lnTo>
                  <a:pt x="1047750" y="3657600"/>
                </a:lnTo>
                <a:close/>
                <a:moveTo>
                  <a:pt x="1085850" y="3648075"/>
                </a:moveTo>
                <a:lnTo>
                  <a:pt x="1095375" y="3648075"/>
                </a:lnTo>
                <a:lnTo>
                  <a:pt x="1095375" y="3667125"/>
                </a:lnTo>
                <a:lnTo>
                  <a:pt x="1085850" y="3667125"/>
                </a:lnTo>
                <a:close/>
                <a:moveTo>
                  <a:pt x="1123950" y="3648075"/>
                </a:moveTo>
                <a:lnTo>
                  <a:pt x="1152525" y="3648075"/>
                </a:lnTo>
                <a:lnTo>
                  <a:pt x="1152525" y="3657600"/>
                </a:lnTo>
                <a:lnTo>
                  <a:pt x="1123950" y="3657600"/>
                </a:lnTo>
                <a:close/>
                <a:moveTo>
                  <a:pt x="1352550" y="3648075"/>
                </a:moveTo>
                <a:lnTo>
                  <a:pt x="1371600" y="3648075"/>
                </a:lnTo>
                <a:lnTo>
                  <a:pt x="1371600" y="3657600"/>
                </a:lnTo>
                <a:lnTo>
                  <a:pt x="1381125" y="3657600"/>
                </a:lnTo>
                <a:lnTo>
                  <a:pt x="1381125" y="3667125"/>
                </a:lnTo>
                <a:lnTo>
                  <a:pt x="1333500" y="3667125"/>
                </a:lnTo>
                <a:lnTo>
                  <a:pt x="1333500" y="3657600"/>
                </a:lnTo>
                <a:lnTo>
                  <a:pt x="1352550" y="3657600"/>
                </a:lnTo>
                <a:close/>
                <a:moveTo>
                  <a:pt x="1419225" y="3648075"/>
                </a:moveTo>
                <a:lnTo>
                  <a:pt x="1466850" y="3648075"/>
                </a:lnTo>
                <a:lnTo>
                  <a:pt x="1466850" y="3657600"/>
                </a:lnTo>
                <a:lnTo>
                  <a:pt x="1476375" y="3657600"/>
                </a:lnTo>
                <a:lnTo>
                  <a:pt x="1476375" y="3667125"/>
                </a:lnTo>
                <a:lnTo>
                  <a:pt x="1409700" y="3667125"/>
                </a:lnTo>
                <a:lnTo>
                  <a:pt x="1409700" y="3657600"/>
                </a:lnTo>
                <a:lnTo>
                  <a:pt x="1419225" y="3657600"/>
                </a:lnTo>
                <a:close/>
                <a:moveTo>
                  <a:pt x="628650" y="3657600"/>
                </a:moveTo>
                <a:lnTo>
                  <a:pt x="666750" y="3657600"/>
                </a:lnTo>
                <a:lnTo>
                  <a:pt x="666750" y="3667125"/>
                </a:lnTo>
                <a:lnTo>
                  <a:pt x="657225" y="3667125"/>
                </a:lnTo>
                <a:lnTo>
                  <a:pt x="657225" y="3676650"/>
                </a:lnTo>
                <a:lnTo>
                  <a:pt x="638175" y="3676650"/>
                </a:lnTo>
                <a:lnTo>
                  <a:pt x="638175" y="3667125"/>
                </a:lnTo>
                <a:lnTo>
                  <a:pt x="628650" y="3667125"/>
                </a:lnTo>
                <a:close/>
                <a:moveTo>
                  <a:pt x="676275" y="3657600"/>
                </a:moveTo>
                <a:lnTo>
                  <a:pt x="714375" y="3657600"/>
                </a:lnTo>
                <a:lnTo>
                  <a:pt x="714375" y="3667125"/>
                </a:lnTo>
                <a:lnTo>
                  <a:pt x="704850" y="3667125"/>
                </a:lnTo>
                <a:lnTo>
                  <a:pt x="704850" y="3676650"/>
                </a:lnTo>
                <a:lnTo>
                  <a:pt x="685800" y="3676650"/>
                </a:lnTo>
                <a:lnTo>
                  <a:pt x="685800" y="3667125"/>
                </a:lnTo>
                <a:lnTo>
                  <a:pt x="676275" y="3667125"/>
                </a:lnTo>
                <a:close/>
                <a:moveTo>
                  <a:pt x="733425" y="3657600"/>
                </a:moveTo>
                <a:lnTo>
                  <a:pt x="762000" y="3657600"/>
                </a:lnTo>
                <a:lnTo>
                  <a:pt x="762000" y="3667125"/>
                </a:lnTo>
                <a:lnTo>
                  <a:pt x="733425" y="3667125"/>
                </a:lnTo>
                <a:close/>
                <a:moveTo>
                  <a:pt x="847725" y="3657600"/>
                </a:moveTo>
                <a:lnTo>
                  <a:pt x="857250" y="3657600"/>
                </a:lnTo>
                <a:lnTo>
                  <a:pt x="857250" y="3667125"/>
                </a:lnTo>
                <a:lnTo>
                  <a:pt x="847725" y="3667125"/>
                </a:lnTo>
                <a:close/>
              </a:path>
            </a:pathLst>
          </a:custGeom>
          <a:solidFill xmlns:a="http://schemas.openxmlformats.org/drawingml/2006/main">
            <a:srgbClr val="F2EDE1"/>
          </a:solidFill>
          <a:ln xmlns:a="http://schemas.openxmlformats.org/drawingml/2006/main" w="0">
            <a:noFill/>
          </a:ln>
        </p:spPr>
      </p:sp>
      <p:sp>
        <p:nvSpPr>
          <p:cNvPr id="41" name="profit vector #f1ede2">
            <a:extLst xmlns:a="http://schemas.openxmlformats.org/drawingml/2006/main">
              <a:ext uri="{FF2B5EF4-FFF2-40B4-BE49-F238E27FC236}">
                <a16:creationId xmlns:a16="http://schemas.microsoft.com/office/drawing/2014/main" id="{38434030-3B9C-477F-B4D4-6950D5C7CC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29825" y="1447800"/>
            <a:ext cx="2200275" cy="4467225"/>
          </a:xfrm>
          <a:custGeom xmlns:a="http://schemas.openxmlformats.org/drawingml/2006/main">
            <a:pathLst>
              <a:path w="1866900" h="3790950">
                <a:moveTo>
                  <a:pt x="200025" y="9525"/>
                </a:moveTo>
                <a:lnTo>
                  <a:pt x="209550" y="9525"/>
                </a:lnTo>
                <a:lnTo>
                  <a:pt x="209550" y="19050"/>
                </a:lnTo>
                <a:lnTo>
                  <a:pt x="200025" y="19050"/>
                </a:lnTo>
                <a:close/>
                <a:moveTo>
                  <a:pt x="1628775" y="9525"/>
                </a:moveTo>
                <a:lnTo>
                  <a:pt x="1685925" y="9525"/>
                </a:lnTo>
                <a:lnTo>
                  <a:pt x="1685925" y="19050"/>
                </a:lnTo>
                <a:lnTo>
                  <a:pt x="1676400" y="19050"/>
                </a:lnTo>
                <a:lnTo>
                  <a:pt x="1676400" y="28575"/>
                </a:lnTo>
                <a:lnTo>
                  <a:pt x="1647825" y="28575"/>
                </a:lnTo>
                <a:lnTo>
                  <a:pt x="1647825" y="19050"/>
                </a:lnTo>
                <a:lnTo>
                  <a:pt x="1628775" y="19050"/>
                </a:lnTo>
                <a:close/>
                <a:moveTo>
                  <a:pt x="152400" y="19050"/>
                </a:moveTo>
                <a:lnTo>
                  <a:pt x="161925" y="19050"/>
                </a:lnTo>
                <a:lnTo>
                  <a:pt x="161925" y="38100"/>
                </a:lnTo>
                <a:lnTo>
                  <a:pt x="171450" y="38100"/>
                </a:lnTo>
                <a:lnTo>
                  <a:pt x="171450" y="47625"/>
                </a:lnTo>
                <a:lnTo>
                  <a:pt x="123825" y="47625"/>
                </a:lnTo>
                <a:lnTo>
                  <a:pt x="123825" y="38100"/>
                </a:lnTo>
                <a:lnTo>
                  <a:pt x="142875" y="38100"/>
                </a:lnTo>
                <a:lnTo>
                  <a:pt x="142875" y="28575"/>
                </a:lnTo>
                <a:lnTo>
                  <a:pt x="152400" y="28575"/>
                </a:lnTo>
                <a:close/>
                <a:moveTo>
                  <a:pt x="171450" y="19050"/>
                </a:moveTo>
                <a:lnTo>
                  <a:pt x="200025" y="19050"/>
                </a:lnTo>
                <a:lnTo>
                  <a:pt x="200025" y="28575"/>
                </a:lnTo>
                <a:lnTo>
                  <a:pt x="190500" y="28575"/>
                </a:lnTo>
                <a:lnTo>
                  <a:pt x="190500" y="38100"/>
                </a:lnTo>
                <a:lnTo>
                  <a:pt x="180975" y="38100"/>
                </a:lnTo>
                <a:lnTo>
                  <a:pt x="180975" y="28575"/>
                </a:lnTo>
                <a:lnTo>
                  <a:pt x="171450" y="28575"/>
                </a:lnTo>
                <a:close/>
                <a:moveTo>
                  <a:pt x="1714500" y="28575"/>
                </a:moveTo>
                <a:lnTo>
                  <a:pt x="1733550" y="28575"/>
                </a:lnTo>
                <a:lnTo>
                  <a:pt x="1733550" y="38100"/>
                </a:lnTo>
                <a:lnTo>
                  <a:pt x="1743075" y="38100"/>
                </a:lnTo>
                <a:lnTo>
                  <a:pt x="1743075" y="47625"/>
                </a:lnTo>
                <a:lnTo>
                  <a:pt x="1724025" y="47625"/>
                </a:lnTo>
                <a:lnTo>
                  <a:pt x="1724025" y="38100"/>
                </a:lnTo>
                <a:lnTo>
                  <a:pt x="1714500" y="38100"/>
                </a:lnTo>
                <a:close/>
                <a:moveTo>
                  <a:pt x="76200" y="57150"/>
                </a:moveTo>
                <a:lnTo>
                  <a:pt x="104775" y="57150"/>
                </a:lnTo>
                <a:lnTo>
                  <a:pt x="104775" y="66675"/>
                </a:lnTo>
                <a:lnTo>
                  <a:pt x="114300" y="66675"/>
                </a:lnTo>
                <a:lnTo>
                  <a:pt x="114300" y="76200"/>
                </a:lnTo>
                <a:lnTo>
                  <a:pt x="95250" y="76200"/>
                </a:lnTo>
                <a:lnTo>
                  <a:pt x="95250" y="66675"/>
                </a:lnTo>
                <a:lnTo>
                  <a:pt x="85725" y="66675"/>
                </a:lnTo>
                <a:lnTo>
                  <a:pt x="85725" y="76200"/>
                </a:lnTo>
                <a:lnTo>
                  <a:pt x="76200" y="76200"/>
                </a:lnTo>
                <a:lnTo>
                  <a:pt x="76200" y="85725"/>
                </a:lnTo>
                <a:lnTo>
                  <a:pt x="66675" y="85725"/>
                </a:lnTo>
                <a:lnTo>
                  <a:pt x="66675" y="66675"/>
                </a:lnTo>
                <a:lnTo>
                  <a:pt x="76200" y="66675"/>
                </a:lnTo>
                <a:close/>
                <a:moveTo>
                  <a:pt x="1724025" y="57150"/>
                </a:moveTo>
                <a:lnTo>
                  <a:pt x="1733550" y="57150"/>
                </a:lnTo>
                <a:lnTo>
                  <a:pt x="1733550" y="66675"/>
                </a:lnTo>
                <a:lnTo>
                  <a:pt x="1724025" y="66675"/>
                </a:lnTo>
                <a:close/>
                <a:moveTo>
                  <a:pt x="1733550" y="66675"/>
                </a:moveTo>
                <a:lnTo>
                  <a:pt x="1743075" y="66675"/>
                </a:lnTo>
                <a:lnTo>
                  <a:pt x="1743075" y="76200"/>
                </a:lnTo>
                <a:lnTo>
                  <a:pt x="1752600" y="76200"/>
                </a:lnTo>
                <a:lnTo>
                  <a:pt x="1752600" y="85725"/>
                </a:lnTo>
                <a:lnTo>
                  <a:pt x="1733550" y="85725"/>
                </a:lnTo>
                <a:close/>
                <a:moveTo>
                  <a:pt x="38100" y="104775"/>
                </a:moveTo>
                <a:lnTo>
                  <a:pt x="47625" y="104775"/>
                </a:lnTo>
                <a:lnTo>
                  <a:pt x="47625" y="114300"/>
                </a:lnTo>
                <a:lnTo>
                  <a:pt x="38100" y="114300"/>
                </a:lnTo>
                <a:close/>
                <a:moveTo>
                  <a:pt x="1809750" y="104775"/>
                </a:moveTo>
                <a:lnTo>
                  <a:pt x="1828800" y="104775"/>
                </a:lnTo>
                <a:lnTo>
                  <a:pt x="1828800" y="114300"/>
                </a:lnTo>
                <a:lnTo>
                  <a:pt x="1809750" y="114300"/>
                </a:lnTo>
                <a:close/>
                <a:moveTo>
                  <a:pt x="1828800" y="114300"/>
                </a:moveTo>
                <a:lnTo>
                  <a:pt x="1838325" y="114300"/>
                </a:lnTo>
                <a:lnTo>
                  <a:pt x="1838325" y="133350"/>
                </a:lnTo>
                <a:lnTo>
                  <a:pt x="1828800" y="133350"/>
                </a:lnTo>
                <a:close/>
                <a:moveTo>
                  <a:pt x="285750" y="142875"/>
                </a:moveTo>
                <a:lnTo>
                  <a:pt x="295275" y="142875"/>
                </a:lnTo>
                <a:lnTo>
                  <a:pt x="295275" y="152400"/>
                </a:lnTo>
                <a:lnTo>
                  <a:pt x="285750" y="152400"/>
                </a:lnTo>
                <a:close/>
                <a:moveTo>
                  <a:pt x="1476375" y="142875"/>
                </a:moveTo>
                <a:lnTo>
                  <a:pt x="1485900" y="142875"/>
                </a:lnTo>
                <a:lnTo>
                  <a:pt x="1485900" y="171450"/>
                </a:lnTo>
                <a:lnTo>
                  <a:pt x="1476375" y="171450"/>
                </a:lnTo>
                <a:lnTo>
                  <a:pt x="1476375" y="161925"/>
                </a:lnTo>
                <a:lnTo>
                  <a:pt x="1466850" y="161925"/>
                </a:lnTo>
                <a:lnTo>
                  <a:pt x="1466850" y="152400"/>
                </a:lnTo>
                <a:lnTo>
                  <a:pt x="1476375" y="152400"/>
                </a:lnTo>
                <a:close/>
                <a:moveTo>
                  <a:pt x="276225" y="152400"/>
                </a:moveTo>
                <a:lnTo>
                  <a:pt x="285750" y="152400"/>
                </a:lnTo>
                <a:lnTo>
                  <a:pt x="285750" y="161925"/>
                </a:lnTo>
                <a:lnTo>
                  <a:pt x="276225" y="161925"/>
                </a:lnTo>
                <a:close/>
                <a:moveTo>
                  <a:pt x="504825" y="161925"/>
                </a:moveTo>
                <a:lnTo>
                  <a:pt x="514350" y="161925"/>
                </a:lnTo>
                <a:lnTo>
                  <a:pt x="514350" y="171450"/>
                </a:lnTo>
                <a:lnTo>
                  <a:pt x="504825" y="171450"/>
                </a:lnTo>
                <a:close/>
                <a:moveTo>
                  <a:pt x="514350" y="171450"/>
                </a:moveTo>
                <a:lnTo>
                  <a:pt x="523875" y="171450"/>
                </a:lnTo>
                <a:lnTo>
                  <a:pt x="523875" y="190500"/>
                </a:lnTo>
                <a:lnTo>
                  <a:pt x="514350" y="190500"/>
                </a:lnTo>
                <a:close/>
                <a:moveTo>
                  <a:pt x="1400175" y="180975"/>
                </a:moveTo>
                <a:lnTo>
                  <a:pt x="1419225" y="180975"/>
                </a:lnTo>
                <a:lnTo>
                  <a:pt x="1419225" y="190500"/>
                </a:lnTo>
                <a:lnTo>
                  <a:pt x="1400175" y="190500"/>
                </a:lnTo>
                <a:close/>
                <a:moveTo>
                  <a:pt x="1466850" y="200025"/>
                </a:moveTo>
                <a:lnTo>
                  <a:pt x="1485900" y="200025"/>
                </a:lnTo>
                <a:lnTo>
                  <a:pt x="1485900" y="219075"/>
                </a:lnTo>
                <a:lnTo>
                  <a:pt x="1466850" y="219075"/>
                </a:lnTo>
                <a:lnTo>
                  <a:pt x="1466850" y="228600"/>
                </a:lnTo>
                <a:lnTo>
                  <a:pt x="1457325" y="228600"/>
                </a:lnTo>
                <a:lnTo>
                  <a:pt x="1457325" y="209550"/>
                </a:lnTo>
                <a:lnTo>
                  <a:pt x="1466850" y="209550"/>
                </a:lnTo>
                <a:close/>
                <a:moveTo>
                  <a:pt x="1504950" y="200025"/>
                </a:moveTo>
                <a:lnTo>
                  <a:pt x="1514475" y="200025"/>
                </a:lnTo>
                <a:lnTo>
                  <a:pt x="1514475" y="209550"/>
                </a:lnTo>
                <a:lnTo>
                  <a:pt x="1504950" y="209550"/>
                </a:lnTo>
                <a:close/>
                <a:moveTo>
                  <a:pt x="561975" y="209550"/>
                </a:moveTo>
                <a:lnTo>
                  <a:pt x="581025" y="209550"/>
                </a:lnTo>
                <a:lnTo>
                  <a:pt x="581025" y="219075"/>
                </a:lnTo>
                <a:lnTo>
                  <a:pt x="609600" y="219075"/>
                </a:lnTo>
                <a:lnTo>
                  <a:pt x="609600" y="228600"/>
                </a:lnTo>
                <a:lnTo>
                  <a:pt x="581025" y="228600"/>
                </a:lnTo>
                <a:lnTo>
                  <a:pt x="581025" y="238125"/>
                </a:lnTo>
                <a:lnTo>
                  <a:pt x="571500" y="238125"/>
                </a:lnTo>
                <a:lnTo>
                  <a:pt x="571500" y="219075"/>
                </a:lnTo>
                <a:lnTo>
                  <a:pt x="561975" y="219075"/>
                </a:lnTo>
                <a:close/>
                <a:moveTo>
                  <a:pt x="1333500" y="219075"/>
                </a:moveTo>
                <a:lnTo>
                  <a:pt x="1343025" y="219075"/>
                </a:lnTo>
                <a:lnTo>
                  <a:pt x="1343025" y="228600"/>
                </a:lnTo>
                <a:lnTo>
                  <a:pt x="1333500" y="228600"/>
                </a:lnTo>
                <a:close/>
                <a:moveTo>
                  <a:pt x="1419225" y="219075"/>
                </a:moveTo>
                <a:lnTo>
                  <a:pt x="1438275" y="219075"/>
                </a:lnTo>
                <a:lnTo>
                  <a:pt x="1438275" y="228600"/>
                </a:lnTo>
                <a:lnTo>
                  <a:pt x="1419225" y="228600"/>
                </a:lnTo>
                <a:close/>
                <a:moveTo>
                  <a:pt x="609600" y="228600"/>
                </a:moveTo>
                <a:lnTo>
                  <a:pt x="619125" y="228600"/>
                </a:lnTo>
                <a:lnTo>
                  <a:pt x="619125" y="238125"/>
                </a:lnTo>
                <a:lnTo>
                  <a:pt x="609600" y="238125"/>
                </a:lnTo>
                <a:close/>
                <a:moveTo>
                  <a:pt x="666750" y="228600"/>
                </a:moveTo>
                <a:lnTo>
                  <a:pt x="676275" y="228600"/>
                </a:lnTo>
                <a:lnTo>
                  <a:pt x="676275" y="238125"/>
                </a:lnTo>
                <a:lnTo>
                  <a:pt x="666750" y="238125"/>
                </a:lnTo>
                <a:close/>
                <a:moveTo>
                  <a:pt x="1676400" y="228600"/>
                </a:moveTo>
                <a:lnTo>
                  <a:pt x="1685925" y="228600"/>
                </a:lnTo>
                <a:lnTo>
                  <a:pt x="1685925" y="238125"/>
                </a:lnTo>
                <a:lnTo>
                  <a:pt x="1695450" y="238125"/>
                </a:lnTo>
                <a:lnTo>
                  <a:pt x="1695450" y="266700"/>
                </a:lnTo>
                <a:lnTo>
                  <a:pt x="1685925" y="266700"/>
                </a:lnTo>
                <a:lnTo>
                  <a:pt x="1685925" y="257175"/>
                </a:lnTo>
                <a:lnTo>
                  <a:pt x="1676400" y="257175"/>
                </a:lnTo>
                <a:close/>
                <a:moveTo>
                  <a:pt x="1295400" y="238125"/>
                </a:moveTo>
                <a:lnTo>
                  <a:pt x="1304925" y="238125"/>
                </a:lnTo>
                <a:lnTo>
                  <a:pt x="1304925" y="247650"/>
                </a:lnTo>
                <a:lnTo>
                  <a:pt x="1295400" y="247650"/>
                </a:lnTo>
                <a:close/>
                <a:moveTo>
                  <a:pt x="247650" y="276225"/>
                </a:moveTo>
                <a:lnTo>
                  <a:pt x="257175" y="276225"/>
                </a:lnTo>
                <a:lnTo>
                  <a:pt x="257175" y="314325"/>
                </a:lnTo>
                <a:lnTo>
                  <a:pt x="247650" y="314325"/>
                </a:lnTo>
                <a:close/>
                <a:moveTo>
                  <a:pt x="1524000" y="285750"/>
                </a:moveTo>
                <a:lnTo>
                  <a:pt x="1571625" y="285750"/>
                </a:lnTo>
                <a:lnTo>
                  <a:pt x="1571625" y="295275"/>
                </a:lnTo>
                <a:lnTo>
                  <a:pt x="1533525" y="295275"/>
                </a:lnTo>
                <a:lnTo>
                  <a:pt x="1533525" y="304800"/>
                </a:lnTo>
                <a:lnTo>
                  <a:pt x="1495425" y="304800"/>
                </a:lnTo>
                <a:lnTo>
                  <a:pt x="1495425" y="295275"/>
                </a:lnTo>
                <a:lnTo>
                  <a:pt x="1524000" y="295275"/>
                </a:lnTo>
                <a:close/>
                <a:moveTo>
                  <a:pt x="1419225" y="295275"/>
                </a:moveTo>
                <a:lnTo>
                  <a:pt x="1428750" y="295275"/>
                </a:lnTo>
                <a:lnTo>
                  <a:pt x="1428750" y="314325"/>
                </a:lnTo>
                <a:lnTo>
                  <a:pt x="1409700" y="314325"/>
                </a:lnTo>
                <a:lnTo>
                  <a:pt x="1409700" y="304800"/>
                </a:lnTo>
                <a:lnTo>
                  <a:pt x="1419225" y="304800"/>
                </a:lnTo>
                <a:close/>
                <a:moveTo>
                  <a:pt x="209550" y="304800"/>
                </a:moveTo>
                <a:lnTo>
                  <a:pt x="219075" y="304800"/>
                </a:lnTo>
                <a:lnTo>
                  <a:pt x="219075" y="314325"/>
                </a:lnTo>
                <a:lnTo>
                  <a:pt x="209550" y="314325"/>
                </a:lnTo>
                <a:close/>
                <a:moveTo>
                  <a:pt x="142875" y="314325"/>
                </a:moveTo>
                <a:lnTo>
                  <a:pt x="152400" y="314325"/>
                </a:lnTo>
                <a:lnTo>
                  <a:pt x="152400" y="323850"/>
                </a:lnTo>
                <a:lnTo>
                  <a:pt x="142875" y="323850"/>
                </a:lnTo>
                <a:close/>
                <a:moveTo>
                  <a:pt x="1390650" y="314325"/>
                </a:moveTo>
                <a:lnTo>
                  <a:pt x="1409700" y="314325"/>
                </a:lnTo>
                <a:lnTo>
                  <a:pt x="1409700" y="333375"/>
                </a:lnTo>
                <a:lnTo>
                  <a:pt x="1400175" y="333375"/>
                </a:lnTo>
                <a:lnTo>
                  <a:pt x="1400175" y="342900"/>
                </a:lnTo>
                <a:lnTo>
                  <a:pt x="1390650" y="342900"/>
                </a:lnTo>
                <a:close/>
                <a:moveTo>
                  <a:pt x="714375" y="333375"/>
                </a:moveTo>
                <a:lnTo>
                  <a:pt x="733425" y="333375"/>
                </a:lnTo>
                <a:lnTo>
                  <a:pt x="733425" y="342900"/>
                </a:lnTo>
                <a:lnTo>
                  <a:pt x="714375" y="342900"/>
                </a:lnTo>
                <a:close/>
                <a:moveTo>
                  <a:pt x="1047750" y="333375"/>
                </a:moveTo>
                <a:lnTo>
                  <a:pt x="1057275" y="333375"/>
                </a:lnTo>
                <a:lnTo>
                  <a:pt x="1057275" y="352425"/>
                </a:lnTo>
                <a:lnTo>
                  <a:pt x="1047750" y="352425"/>
                </a:lnTo>
                <a:close/>
                <a:moveTo>
                  <a:pt x="1638300" y="333375"/>
                </a:moveTo>
                <a:lnTo>
                  <a:pt x="1657350" y="333375"/>
                </a:lnTo>
                <a:lnTo>
                  <a:pt x="1657350" y="342900"/>
                </a:lnTo>
                <a:lnTo>
                  <a:pt x="1638300" y="342900"/>
                </a:lnTo>
                <a:close/>
                <a:moveTo>
                  <a:pt x="1095375" y="342900"/>
                </a:moveTo>
                <a:lnTo>
                  <a:pt x="1114425" y="342900"/>
                </a:lnTo>
                <a:lnTo>
                  <a:pt x="1114425" y="352425"/>
                </a:lnTo>
                <a:lnTo>
                  <a:pt x="1095375" y="352425"/>
                </a:lnTo>
                <a:close/>
                <a:moveTo>
                  <a:pt x="1295400" y="342900"/>
                </a:moveTo>
                <a:lnTo>
                  <a:pt x="1304925" y="342900"/>
                </a:lnTo>
                <a:lnTo>
                  <a:pt x="1304925" y="352425"/>
                </a:lnTo>
                <a:lnTo>
                  <a:pt x="1314450" y="352425"/>
                </a:lnTo>
                <a:lnTo>
                  <a:pt x="1314450" y="361950"/>
                </a:lnTo>
                <a:lnTo>
                  <a:pt x="1304925" y="361950"/>
                </a:lnTo>
                <a:lnTo>
                  <a:pt x="1304925" y="371475"/>
                </a:lnTo>
                <a:lnTo>
                  <a:pt x="1295400" y="371475"/>
                </a:lnTo>
                <a:lnTo>
                  <a:pt x="1295400" y="381000"/>
                </a:lnTo>
                <a:lnTo>
                  <a:pt x="1276350" y="381000"/>
                </a:lnTo>
                <a:lnTo>
                  <a:pt x="1276350" y="371475"/>
                </a:lnTo>
                <a:lnTo>
                  <a:pt x="1266825" y="371475"/>
                </a:lnTo>
                <a:lnTo>
                  <a:pt x="1266825" y="361950"/>
                </a:lnTo>
                <a:lnTo>
                  <a:pt x="1276350" y="361950"/>
                </a:lnTo>
                <a:lnTo>
                  <a:pt x="1276350" y="352425"/>
                </a:lnTo>
                <a:lnTo>
                  <a:pt x="1295400" y="352425"/>
                </a:lnTo>
                <a:close/>
                <a:moveTo>
                  <a:pt x="400050" y="352425"/>
                </a:moveTo>
                <a:lnTo>
                  <a:pt x="428625" y="352425"/>
                </a:lnTo>
                <a:lnTo>
                  <a:pt x="428625" y="390525"/>
                </a:lnTo>
                <a:lnTo>
                  <a:pt x="419100" y="390525"/>
                </a:lnTo>
                <a:lnTo>
                  <a:pt x="419100" y="381000"/>
                </a:lnTo>
                <a:lnTo>
                  <a:pt x="409575" y="381000"/>
                </a:lnTo>
                <a:lnTo>
                  <a:pt x="409575" y="371475"/>
                </a:lnTo>
                <a:lnTo>
                  <a:pt x="400050" y="371475"/>
                </a:lnTo>
                <a:close/>
                <a:moveTo>
                  <a:pt x="847725" y="352425"/>
                </a:moveTo>
                <a:lnTo>
                  <a:pt x="876300" y="352425"/>
                </a:lnTo>
                <a:lnTo>
                  <a:pt x="876300" y="361950"/>
                </a:lnTo>
                <a:lnTo>
                  <a:pt x="866775" y="361950"/>
                </a:lnTo>
                <a:lnTo>
                  <a:pt x="866775" y="381000"/>
                </a:lnTo>
                <a:lnTo>
                  <a:pt x="847725" y="381000"/>
                </a:lnTo>
                <a:close/>
                <a:moveTo>
                  <a:pt x="1009650" y="352425"/>
                </a:moveTo>
                <a:lnTo>
                  <a:pt x="1038225" y="352425"/>
                </a:lnTo>
                <a:lnTo>
                  <a:pt x="1038225" y="371475"/>
                </a:lnTo>
                <a:lnTo>
                  <a:pt x="1076325" y="371475"/>
                </a:lnTo>
                <a:lnTo>
                  <a:pt x="1076325" y="390525"/>
                </a:lnTo>
                <a:lnTo>
                  <a:pt x="1066800" y="390525"/>
                </a:lnTo>
                <a:lnTo>
                  <a:pt x="1066800" y="400050"/>
                </a:lnTo>
                <a:lnTo>
                  <a:pt x="1047750" y="400050"/>
                </a:lnTo>
                <a:lnTo>
                  <a:pt x="1047750" y="390525"/>
                </a:lnTo>
                <a:lnTo>
                  <a:pt x="1038225" y="390525"/>
                </a:lnTo>
                <a:lnTo>
                  <a:pt x="1038225" y="381000"/>
                </a:lnTo>
                <a:lnTo>
                  <a:pt x="1028700" y="381000"/>
                </a:lnTo>
                <a:lnTo>
                  <a:pt x="1028700" y="361950"/>
                </a:lnTo>
                <a:lnTo>
                  <a:pt x="1009650" y="361950"/>
                </a:lnTo>
                <a:close/>
                <a:moveTo>
                  <a:pt x="1104900" y="361950"/>
                </a:moveTo>
                <a:lnTo>
                  <a:pt x="1123950" y="361950"/>
                </a:lnTo>
                <a:lnTo>
                  <a:pt x="1123950" y="371475"/>
                </a:lnTo>
                <a:lnTo>
                  <a:pt x="1104900" y="371475"/>
                </a:lnTo>
                <a:close/>
                <a:moveTo>
                  <a:pt x="1352550" y="361950"/>
                </a:moveTo>
                <a:lnTo>
                  <a:pt x="1371600" y="361950"/>
                </a:lnTo>
                <a:lnTo>
                  <a:pt x="1371600" y="390525"/>
                </a:lnTo>
                <a:lnTo>
                  <a:pt x="1362075" y="390525"/>
                </a:lnTo>
                <a:lnTo>
                  <a:pt x="1362075" y="400050"/>
                </a:lnTo>
                <a:lnTo>
                  <a:pt x="1352550" y="400050"/>
                </a:lnTo>
                <a:lnTo>
                  <a:pt x="1352550" y="390525"/>
                </a:lnTo>
                <a:lnTo>
                  <a:pt x="1333500" y="390525"/>
                </a:lnTo>
                <a:lnTo>
                  <a:pt x="1333500" y="381000"/>
                </a:lnTo>
                <a:lnTo>
                  <a:pt x="1352550" y="381000"/>
                </a:lnTo>
                <a:close/>
                <a:moveTo>
                  <a:pt x="1095375" y="371475"/>
                </a:moveTo>
                <a:lnTo>
                  <a:pt x="1104900" y="371475"/>
                </a:lnTo>
                <a:lnTo>
                  <a:pt x="1104900" y="381000"/>
                </a:lnTo>
                <a:lnTo>
                  <a:pt x="1095375" y="381000"/>
                </a:lnTo>
                <a:close/>
                <a:moveTo>
                  <a:pt x="742950" y="381000"/>
                </a:moveTo>
                <a:lnTo>
                  <a:pt x="771525" y="381000"/>
                </a:lnTo>
                <a:lnTo>
                  <a:pt x="771525" y="400050"/>
                </a:lnTo>
                <a:lnTo>
                  <a:pt x="742950" y="400050"/>
                </a:lnTo>
                <a:close/>
                <a:moveTo>
                  <a:pt x="866775" y="381000"/>
                </a:moveTo>
                <a:lnTo>
                  <a:pt x="876300" y="381000"/>
                </a:lnTo>
                <a:lnTo>
                  <a:pt x="876300" y="390525"/>
                </a:lnTo>
                <a:lnTo>
                  <a:pt x="866775" y="390525"/>
                </a:lnTo>
                <a:close/>
                <a:moveTo>
                  <a:pt x="323850" y="390525"/>
                </a:moveTo>
                <a:lnTo>
                  <a:pt x="333375" y="390525"/>
                </a:lnTo>
                <a:lnTo>
                  <a:pt x="333375" y="400050"/>
                </a:lnTo>
                <a:lnTo>
                  <a:pt x="323850" y="400050"/>
                </a:lnTo>
                <a:close/>
                <a:moveTo>
                  <a:pt x="428625" y="390525"/>
                </a:moveTo>
                <a:lnTo>
                  <a:pt x="447675" y="390525"/>
                </a:lnTo>
                <a:lnTo>
                  <a:pt x="447675" y="419100"/>
                </a:lnTo>
                <a:lnTo>
                  <a:pt x="438150" y="419100"/>
                </a:lnTo>
                <a:lnTo>
                  <a:pt x="438150" y="400050"/>
                </a:lnTo>
                <a:lnTo>
                  <a:pt x="428625" y="400050"/>
                </a:lnTo>
                <a:close/>
                <a:moveTo>
                  <a:pt x="457200" y="390525"/>
                </a:moveTo>
                <a:lnTo>
                  <a:pt x="466725" y="390525"/>
                </a:lnTo>
                <a:lnTo>
                  <a:pt x="466725" y="400050"/>
                </a:lnTo>
                <a:lnTo>
                  <a:pt x="457200" y="400050"/>
                </a:lnTo>
                <a:close/>
                <a:moveTo>
                  <a:pt x="1095375" y="390525"/>
                </a:moveTo>
                <a:lnTo>
                  <a:pt x="1114425" y="390525"/>
                </a:lnTo>
                <a:lnTo>
                  <a:pt x="1114425" y="400050"/>
                </a:lnTo>
                <a:lnTo>
                  <a:pt x="1095375" y="400050"/>
                </a:lnTo>
                <a:close/>
                <a:moveTo>
                  <a:pt x="333375" y="400050"/>
                </a:moveTo>
                <a:lnTo>
                  <a:pt x="342900" y="400050"/>
                </a:lnTo>
                <a:lnTo>
                  <a:pt x="342900" y="409575"/>
                </a:lnTo>
                <a:lnTo>
                  <a:pt x="333375" y="409575"/>
                </a:lnTo>
                <a:close/>
                <a:moveTo>
                  <a:pt x="885825" y="400050"/>
                </a:moveTo>
                <a:lnTo>
                  <a:pt x="904875" y="400050"/>
                </a:lnTo>
                <a:lnTo>
                  <a:pt x="904875" y="409575"/>
                </a:lnTo>
                <a:lnTo>
                  <a:pt x="885825" y="409575"/>
                </a:lnTo>
                <a:close/>
                <a:moveTo>
                  <a:pt x="1695450" y="400050"/>
                </a:moveTo>
                <a:lnTo>
                  <a:pt x="1704975" y="400050"/>
                </a:lnTo>
                <a:lnTo>
                  <a:pt x="1704975" y="409575"/>
                </a:lnTo>
                <a:lnTo>
                  <a:pt x="1714500" y="409575"/>
                </a:lnTo>
                <a:lnTo>
                  <a:pt x="1714500" y="428625"/>
                </a:lnTo>
                <a:lnTo>
                  <a:pt x="1724025" y="428625"/>
                </a:lnTo>
                <a:lnTo>
                  <a:pt x="1724025" y="457200"/>
                </a:lnTo>
                <a:lnTo>
                  <a:pt x="1704975" y="457200"/>
                </a:lnTo>
                <a:lnTo>
                  <a:pt x="1704975" y="447675"/>
                </a:lnTo>
                <a:lnTo>
                  <a:pt x="1695450" y="447675"/>
                </a:lnTo>
                <a:lnTo>
                  <a:pt x="1695450" y="428625"/>
                </a:lnTo>
                <a:lnTo>
                  <a:pt x="1685925" y="428625"/>
                </a:lnTo>
                <a:lnTo>
                  <a:pt x="1685925" y="409575"/>
                </a:lnTo>
                <a:lnTo>
                  <a:pt x="1695450" y="409575"/>
                </a:lnTo>
                <a:close/>
                <a:moveTo>
                  <a:pt x="342900" y="409575"/>
                </a:moveTo>
                <a:lnTo>
                  <a:pt x="352425" y="409575"/>
                </a:lnTo>
                <a:lnTo>
                  <a:pt x="352425" y="419100"/>
                </a:lnTo>
                <a:lnTo>
                  <a:pt x="342900" y="419100"/>
                </a:lnTo>
                <a:close/>
                <a:moveTo>
                  <a:pt x="800100" y="409575"/>
                </a:moveTo>
                <a:lnTo>
                  <a:pt x="809625" y="409575"/>
                </a:lnTo>
                <a:lnTo>
                  <a:pt x="809625" y="419100"/>
                </a:lnTo>
                <a:lnTo>
                  <a:pt x="800100" y="419100"/>
                </a:lnTo>
                <a:close/>
                <a:moveTo>
                  <a:pt x="904875" y="409575"/>
                </a:moveTo>
                <a:lnTo>
                  <a:pt x="923925" y="409575"/>
                </a:lnTo>
                <a:lnTo>
                  <a:pt x="923925" y="419100"/>
                </a:lnTo>
                <a:lnTo>
                  <a:pt x="904875" y="419100"/>
                </a:lnTo>
                <a:close/>
                <a:moveTo>
                  <a:pt x="981075" y="409575"/>
                </a:moveTo>
                <a:lnTo>
                  <a:pt x="990600" y="409575"/>
                </a:lnTo>
                <a:lnTo>
                  <a:pt x="990600" y="419100"/>
                </a:lnTo>
                <a:lnTo>
                  <a:pt x="981075" y="419100"/>
                </a:lnTo>
                <a:close/>
                <a:moveTo>
                  <a:pt x="1266825" y="409575"/>
                </a:moveTo>
                <a:lnTo>
                  <a:pt x="1276350" y="409575"/>
                </a:lnTo>
                <a:lnTo>
                  <a:pt x="1276350" y="419100"/>
                </a:lnTo>
                <a:lnTo>
                  <a:pt x="1285875" y="419100"/>
                </a:lnTo>
                <a:lnTo>
                  <a:pt x="1285875" y="447675"/>
                </a:lnTo>
                <a:lnTo>
                  <a:pt x="1266825" y="447675"/>
                </a:lnTo>
                <a:lnTo>
                  <a:pt x="1266825" y="466725"/>
                </a:lnTo>
                <a:lnTo>
                  <a:pt x="1276350" y="466725"/>
                </a:lnTo>
                <a:lnTo>
                  <a:pt x="1276350" y="485775"/>
                </a:lnTo>
                <a:lnTo>
                  <a:pt x="1266825" y="485775"/>
                </a:lnTo>
                <a:lnTo>
                  <a:pt x="1266825" y="476250"/>
                </a:lnTo>
                <a:lnTo>
                  <a:pt x="1257300" y="476250"/>
                </a:lnTo>
                <a:lnTo>
                  <a:pt x="1257300" y="485775"/>
                </a:lnTo>
                <a:lnTo>
                  <a:pt x="1247775" y="485775"/>
                </a:lnTo>
                <a:lnTo>
                  <a:pt x="1247775" y="495300"/>
                </a:lnTo>
                <a:lnTo>
                  <a:pt x="1238250" y="495300"/>
                </a:lnTo>
                <a:lnTo>
                  <a:pt x="1238250" y="485775"/>
                </a:lnTo>
                <a:lnTo>
                  <a:pt x="1209675" y="485775"/>
                </a:lnTo>
                <a:lnTo>
                  <a:pt x="1209675" y="476250"/>
                </a:lnTo>
                <a:lnTo>
                  <a:pt x="1219200" y="476250"/>
                </a:lnTo>
                <a:lnTo>
                  <a:pt x="1219200" y="466725"/>
                </a:lnTo>
                <a:lnTo>
                  <a:pt x="1228725" y="466725"/>
                </a:lnTo>
                <a:lnTo>
                  <a:pt x="1228725" y="457200"/>
                </a:lnTo>
                <a:lnTo>
                  <a:pt x="1257300" y="457200"/>
                </a:lnTo>
                <a:lnTo>
                  <a:pt x="1257300" y="438150"/>
                </a:lnTo>
                <a:lnTo>
                  <a:pt x="1266825" y="438150"/>
                </a:lnTo>
                <a:lnTo>
                  <a:pt x="1266825" y="428625"/>
                </a:lnTo>
                <a:lnTo>
                  <a:pt x="1257300" y="428625"/>
                </a:lnTo>
                <a:lnTo>
                  <a:pt x="1257300" y="419100"/>
                </a:lnTo>
                <a:lnTo>
                  <a:pt x="1266825" y="419100"/>
                </a:lnTo>
                <a:close/>
                <a:moveTo>
                  <a:pt x="1000125" y="419100"/>
                </a:moveTo>
                <a:lnTo>
                  <a:pt x="1009650" y="419100"/>
                </a:lnTo>
                <a:lnTo>
                  <a:pt x="1009650" y="428625"/>
                </a:lnTo>
                <a:lnTo>
                  <a:pt x="1000125" y="428625"/>
                </a:lnTo>
                <a:close/>
                <a:moveTo>
                  <a:pt x="123825" y="466725"/>
                </a:moveTo>
                <a:lnTo>
                  <a:pt x="142875" y="466725"/>
                </a:lnTo>
                <a:lnTo>
                  <a:pt x="142875" y="476250"/>
                </a:lnTo>
                <a:lnTo>
                  <a:pt x="123825" y="476250"/>
                </a:lnTo>
                <a:close/>
                <a:moveTo>
                  <a:pt x="1152525" y="504825"/>
                </a:moveTo>
                <a:lnTo>
                  <a:pt x="1171575" y="504825"/>
                </a:lnTo>
                <a:lnTo>
                  <a:pt x="1171575" y="514350"/>
                </a:lnTo>
                <a:lnTo>
                  <a:pt x="1152525" y="514350"/>
                </a:lnTo>
                <a:close/>
                <a:moveTo>
                  <a:pt x="123825" y="514350"/>
                </a:moveTo>
                <a:lnTo>
                  <a:pt x="142875" y="514350"/>
                </a:lnTo>
                <a:lnTo>
                  <a:pt x="142875" y="542925"/>
                </a:lnTo>
                <a:lnTo>
                  <a:pt x="123825" y="542925"/>
                </a:lnTo>
                <a:close/>
                <a:moveTo>
                  <a:pt x="1714500" y="514350"/>
                </a:moveTo>
                <a:lnTo>
                  <a:pt x="1724025" y="514350"/>
                </a:lnTo>
                <a:lnTo>
                  <a:pt x="1724025" y="523875"/>
                </a:lnTo>
                <a:lnTo>
                  <a:pt x="1714500" y="523875"/>
                </a:lnTo>
                <a:close/>
                <a:moveTo>
                  <a:pt x="514350" y="552450"/>
                </a:moveTo>
                <a:lnTo>
                  <a:pt x="523875" y="552450"/>
                </a:lnTo>
                <a:lnTo>
                  <a:pt x="523875" y="571500"/>
                </a:lnTo>
                <a:lnTo>
                  <a:pt x="514350" y="571500"/>
                </a:lnTo>
                <a:close/>
                <a:moveTo>
                  <a:pt x="133350" y="590550"/>
                </a:moveTo>
                <a:lnTo>
                  <a:pt x="142875" y="590550"/>
                </a:lnTo>
                <a:lnTo>
                  <a:pt x="142875" y="628650"/>
                </a:lnTo>
                <a:lnTo>
                  <a:pt x="133350" y="628650"/>
                </a:lnTo>
                <a:lnTo>
                  <a:pt x="133350" y="619125"/>
                </a:lnTo>
                <a:lnTo>
                  <a:pt x="123825" y="619125"/>
                </a:lnTo>
                <a:lnTo>
                  <a:pt x="123825" y="600075"/>
                </a:lnTo>
                <a:lnTo>
                  <a:pt x="133350" y="600075"/>
                </a:lnTo>
                <a:close/>
                <a:moveTo>
                  <a:pt x="1390650" y="619125"/>
                </a:moveTo>
                <a:lnTo>
                  <a:pt x="1400175" y="619125"/>
                </a:lnTo>
                <a:lnTo>
                  <a:pt x="1400175" y="628650"/>
                </a:lnTo>
                <a:lnTo>
                  <a:pt x="1390650" y="628650"/>
                </a:lnTo>
                <a:close/>
                <a:moveTo>
                  <a:pt x="1409700" y="619125"/>
                </a:moveTo>
                <a:lnTo>
                  <a:pt x="1419225" y="619125"/>
                </a:lnTo>
                <a:lnTo>
                  <a:pt x="1419225" y="628650"/>
                </a:lnTo>
                <a:lnTo>
                  <a:pt x="1409700" y="628650"/>
                </a:lnTo>
                <a:close/>
                <a:moveTo>
                  <a:pt x="438150" y="695325"/>
                </a:moveTo>
                <a:lnTo>
                  <a:pt x="447675" y="695325"/>
                </a:lnTo>
                <a:lnTo>
                  <a:pt x="447675" y="704850"/>
                </a:lnTo>
                <a:lnTo>
                  <a:pt x="438150" y="704850"/>
                </a:lnTo>
                <a:close/>
                <a:moveTo>
                  <a:pt x="514350" y="695325"/>
                </a:moveTo>
                <a:lnTo>
                  <a:pt x="542925" y="695325"/>
                </a:lnTo>
                <a:lnTo>
                  <a:pt x="542925" y="704850"/>
                </a:lnTo>
                <a:lnTo>
                  <a:pt x="514350" y="704850"/>
                </a:lnTo>
                <a:close/>
                <a:moveTo>
                  <a:pt x="1390650" y="704850"/>
                </a:moveTo>
                <a:lnTo>
                  <a:pt x="1409700" y="704850"/>
                </a:lnTo>
                <a:lnTo>
                  <a:pt x="1409700" y="714375"/>
                </a:lnTo>
                <a:lnTo>
                  <a:pt x="1390650" y="714375"/>
                </a:lnTo>
                <a:close/>
                <a:moveTo>
                  <a:pt x="438150" y="714375"/>
                </a:moveTo>
                <a:lnTo>
                  <a:pt x="447675" y="714375"/>
                </a:lnTo>
                <a:lnTo>
                  <a:pt x="447675" y="742950"/>
                </a:lnTo>
                <a:lnTo>
                  <a:pt x="438150" y="742950"/>
                </a:lnTo>
                <a:lnTo>
                  <a:pt x="438150" y="733425"/>
                </a:lnTo>
                <a:lnTo>
                  <a:pt x="428625" y="733425"/>
                </a:lnTo>
                <a:lnTo>
                  <a:pt x="428625" y="723900"/>
                </a:lnTo>
                <a:lnTo>
                  <a:pt x="438150" y="723900"/>
                </a:lnTo>
                <a:close/>
                <a:moveTo>
                  <a:pt x="847725" y="714375"/>
                </a:moveTo>
                <a:lnTo>
                  <a:pt x="857250" y="714375"/>
                </a:lnTo>
                <a:lnTo>
                  <a:pt x="857250" y="723900"/>
                </a:lnTo>
                <a:lnTo>
                  <a:pt x="847725" y="723900"/>
                </a:lnTo>
                <a:close/>
                <a:moveTo>
                  <a:pt x="866775" y="714375"/>
                </a:moveTo>
                <a:lnTo>
                  <a:pt x="895350" y="714375"/>
                </a:lnTo>
                <a:lnTo>
                  <a:pt x="895350" y="733425"/>
                </a:lnTo>
                <a:lnTo>
                  <a:pt x="866775" y="733425"/>
                </a:lnTo>
                <a:close/>
                <a:moveTo>
                  <a:pt x="914400" y="714375"/>
                </a:moveTo>
                <a:lnTo>
                  <a:pt x="933450" y="714375"/>
                </a:lnTo>
                <a:lnTo>
                  <a:pt x="933450" y="733425"/>
                </a:lnTo>
                <a:lnTo>
                  <a:pt x="914400" y="733425"/>
                </a:lnTo>
                <a:close/>
                <a:moveTo>
                  <a:pt x="990600" y="714375"/>
                </a:moveTo>
                <a:lnTo>
                  <a:pt x="1038225" y="714375"/>
                </a:lnTo>
                <a:lnTo>
                  <a:pt x="1038225" y="733425"/>
                </a:lnTo>
                <a:lnTo>
                  <a:pt x="990600" y="733425"/>
                </a:lnTo>
                <a:close/>
                <a:moveTo>
                  <a:pt x="1581150" y="714375"/>
                </a:moveTo>
                <a:lnTo>
                  <a:pt x="1609725" y="714375"/>
                </a:lnTo>
                <a:lnTo>
                  <a:pt x="1609725" y="723900"/>
                </a:lnTo>
                <a:lnTo>
                  <a:pt x="1581150" y="723900"/>
                </a:lnTo>
                <a:close/>
                <a:moveTo>
                  <a:pt x="342900" y="742950"/>
                </a:moveTo>
                <a:lnTo>
                  <a:pt x="352425" y="742950"/>
                </a:lnTo>
                <a:lnTo>
                  <a:pt x="352425" y="752475"/>
                </a:lnTo>
                <a:lnTo>
                  <a:pt x="342900" y="752475"/>
                </a:lnTo>
                <a:close/>
                <a:moveTo>
                  <a:pt x="485775" y="742950"/>
                </a:moveTo>
                <a:lnTo>
                  <a:pt x="495300" y="742950"/>
                </a:lnTo>
                <a:lnTo>
                  <a:pt x="495300" y="752475"/>
                </a:lnTo>
                <a:lnTo>
                  <a:pt x="485775" y="752475"/>
                </a:lnTo>
                <a:close/>
                <a:moveTo>
                  <a:pt x="1266825" y="742950"/>
                </a:moveTo>
                <a:lnTo>
                  <a:pt x="1276350" y="742950"/>
                </a:lnTo>
                <a:lnTo>
                  <a:pt x="1276350" y="752475"/>
                </a:lnTo>
                <a:lnTo>
                  <a:pt x="1266825" y="752475"/>
                </a:lnTo>
                <a:close/>
                <a:moveTo>
                  <a:pt x="1466850" y="742950"/>
                </a:moveTo>
                <a:lnTo>
                  <a:pt x="1495425" y="742950"/>
                </a:lnTo>
                <a:lnTo>
                  <a:pt x="1495425" y="752475"/>
                </a:lnTo>
                <a:lnTo>
                  <a:pt x="1485900" y="752475"/>
                </a:lnTo>
                <a:lnTo>
                  <a:pt x="1485900" y="762000"/>
                </a:lnTo>
                <a:lnTo>
                  <a:pt x="1457325" y="762000"/>
                </a:lnTo>
                <a:lnTo>
                  <a:pt x="1457325" y="752475"/>
                </a:lnTo>
                <a:lnTo>
                  <a:pt x="1466850" y="752475"/>
                </a:lnTo>
                <a:close/>
                <a:moveTo>
                  <a:pt x="561975" y="752475"/>
                </a:moveTo>
                <a:lnTo>
                  <a:pt x="581025" y="752475"/>
                </a:lnTo>
                <a:lnTo>
                  <a:pt x="581025" y="762000"/>
                </a:lnTo>
                <a:lnTo>
                  <a:pt x="561975" y="762000"/>
                </a:lnTo>
                <a:close/>
                <a:moveTo>
                  <a:pt x="1200150" y="752475"/>
                </a:moveTo>
                <a:lnTo>
                  <a:pt x="1209675" y="752475"/>
                </a:lnTo>
                <a:lnTo>
                  <a:pt x="1209675" y="762000"/>
                </a:lnTo>
                <a:lnTo>
                  <a:pt x="1200150" y="762000"/>
                </a:lnTo>
                <a:close/>
                <a:moveTo>
                  <a:pt x="1409700" y="762000"/>
                </a:moveTo>
                <a:lnTo>
                  <a:pt x="1419225" y="762000"/>
                </a:lnTo>
                <a:lnTo>
                  <a:pt x="1419225" y="790575"/>
                </a:lnTo>
                <a:lnTo>
                  <a:pt x="1409700" y="790575"/>
                </a:lnTo>
                <a:lnTo>
                  <a:pt x="1409700" y="781050"/>
                </a:lnTo>
                <a:lnTo>
                  <a:pt x="1400175" y="781050"/>
                </a:lnTo>
                <a:lnTo>
                  <a:pt x="1400175" y="771525"/>
                </a:lnTo>
                <a:lnTo>
                  <a:pt x="1409700" y="771525"/>
                </a:lnTo>
                <a:close/>
                <a:moveTo>
                  <a:pt x="123825" y="771525"/>
                </a:moveTo>
                <a:lnTo>
                  <a:pt x="133350" y="771525"/>
                </a:lnTo>
                <a:lnTo>
                  <a:pt x="133350" y="781050"/>
                </a:lnTo>
                <a:lnTo>
                  <a:pt x="123825" y="781050"/>
                </a:lnTo>
                <a:close/>
                <a:moveTo>
                  <a:pt x="1152525" y="771525"/>
                </a:moveTo>
                <a:lnTo>
                  <a:pt x="1171575" y="771525"/>
                </a:lnTo>
                <a:lnTo>
                  <a:pt x="1171575" y="781050"/>
                </a:lnTo>
                <a:lnTo>
                  <a:pt x="1162050" y="781050"/>
                </a:lnTo>
                <a:lnTo>
                  <a:pt x="1162050" y="800100"/>
                </a:lnTo>
                <a:lnTo>
                  <a:pt x="1152525" y="800100"/>
                </a:lnTo>
                <a:close/>
                <a:moveTo>
                  <a:pt x="133350" y="781050"/>
                </a:moveTo>
                <a:lnTo>
                  <a:pt x="142875" y="781050"/>
                </a:lnTo>
                <a:lnTo>
                  <a:pt x="142875" y="790575"/>
                </a:lnTo>
                <a:lnTo>
                  <a:pt x="133350" y="790575"/>
                </a:lnTo>
                <a:close/>
                <a:moveTo>
                  <a:pt x="1190625" y="790575"/>
                </a:moveTo>
                <a:lnTo>
                  <a:pt x="1228725" y="790575"/>
                </a:lnTo>
                <a:lnTo>
                  <a:pt x="1228725" y="819150"/>
                </a:lnTo>
                <a:lnTo>
                  <a:pt x="1219200" y="819150"/>
                </a:lnTo>
                <a:lnTo>
                  <a:pt x="1219200" y="828675"/>
                </a:lnTo>
                <a:lnTo>
                  <a:pt x="1190625" y="828675"/>
                </a:lnTo>
                <a:close/>
                <a:moveTo>
                  <a:pt x="542925" y="800100"/>
                </a:moveTo>
                <a:lnTo>
                  <a:pt x="561975" y="800100"/>
                </a:lnTo>
                <a:lnTo>
                  <a:pt x="561975" y="809625"/>
                </a:lnTo>
                <a:lnTo>
                  <a:pt x="542925" y="809625"/>
                </a:lnTo>
                <a:close/>
                <a:moveTo>
                  <a:pt x="933450" y="800100"/>
                </a:moveTo>
                <a:lnTo>
                  <a:pt x="942975" y="800100"/>
                </a:lnTo>
                <a:lnTo>
                  <a:pt x="942975" y="809625"/>
                </a:lnTo>
                <a:lnTo>
                  <a:pt x="933450" y="809625"/>
                </a:lnTo>
                <a:close/>
                <a:moveTo>
                  <a:pt x="1019175" y="800100"/>
                </a:moveTo>
                <a:lnTo>
                  <a:pt x="1047750" y="800100"/>
                </a:lnTo>
                <a:lnTo>
                  <a:pt x="1047750" y="809625"/>
                </a:lnTo>
                <a:lnTo>
                  <a:pt x="1028700" y="809625"/>
                </a:lnTo>
                <a:lnTo>
                  <a:pt x="1028700" y="828675"/>
                </a:lnTo>
                <a:lnTo>
                  <a:pt x="1019175" y="828675"/>
                </a:lnTo>
                <a:close/>
                <a:moveTo>
                  <a:pt x="1000125" y="819150"/>
                </a:moveTo>
                <a:lnTo>
                  <a:pt x="1009650" y="819150"/>
                </a:lnTo>
                <a:lnTo>
                  <a:pt x="1009650" y="838200"/>
                </a:lnTo>
                <a:lnTo>
                  <a:pt x="1028700" y="838200"/>
                </a:lnTo>
                <a:lnTo>
                  <a:pt x="1028700" y="847725"/>
                </a:lnTo>
                <a:lnTo>
                  <a:pt x="971550" y="847725"/>
                </a:lnTo>
                <a:lnTo>
                  <a:pt x="971550" y="838200"/>
                </a:lnTo>
                <a:lnTo>
                  <a:pt x="990600" y="838200"/>
                </a:lnTo>
                <a:lnTo>
                  <a:pt x="990600" y="828675"/>
                </a:lnTo>
                <a:lnTo>
                  <a:pt x="1000125" y="828675"/>
                </a:lnTo>
                <a:close/>
                <a:moveTo>
                  <a:pt x="1038225" y="819150"/>
                </a:moveTo>
                <a:lnTo>
                  <a:pt x="1047750" y="819150"/>
                </a:lnTo>
                <a:lnTo>
                  <a:pt x="1047750" y="828675"/>
                </a:lnTo>
                <a:lnTo>
                  <a:pt x="1038225" y="828675"/>
                </a:lnTo>
                <a:close/>
                <a:moveTo>
                  <a:pt x="1133475" y="819150"/>
                </a:moveTo>
                <a:lnTo>
                  <a:pt x="1143000" y="819150"/>
                </a:lnTo>
                <a:lnTo>
                  <a:pt x="1143000" y="828675"/>
                </a:lnTo>
                <a:lnTo>
                  <a:pt x="1133475" y="828675"/>
                </a:lnTo>
                <a:close/>
                <a:moveTo>
                  <a:pt x="209550" y="838200"/>
                </a:moveTo>
                <a:lnTo>
                  <a:pt x="219075" y="838200"/>
                </a:lnTo>
                <a:lnTo>
                  <a:pt x="219075" y="847725"/>
                </a:lnTo>
                <a:lnTo>
                  <a:pt x="209550" y="847725"/>
                </a:lnTo>
                <a:close/>
                <a:moveTo>
                  <a:pt x="857250" y="838200"/>
                </a:moveTo>
                <a:lnTo>
                  <a:pt x="885825" y="838200"/>
                </a:lnTo>
                <a:lnTo>
                  <a:pt x="885825" y="847725"/>
                </a:lnTo>
                <a:lnTo>
                  <a:pt x="857250" y="847725"/>
                </a:lnTo>
                <a:close/>
                <a:moveTo>
                  <a:pt x="1038225" y="838200"/>
                </a:moveTo>
                <a:lnTo>
                  <a:pt x="1066800" y="838200"/>
                </a:lnTo>
                <a:lnTo>
                  <a:pt x="1066800" y="847725"/>
                </a:lnTo>
                <a:lnTo>
                  <a:pt x="1038225" y="847725"/>
                </a:lnTo>
                <a:close/>
                <a:moveTo>
                  <a:pt x="1085850" y="838200"/>
                </a:moveTo>
                <a:lnTo>
                  <a:pt x="1104900" y="838200"/>
                </a:lnTo>
                <a:lnTo>
                  <a:pt x="1104900" y="847725"/>
                </a:lnTo>
                <a:lnTo>
                  <a:pt x="1085850" y="847725"/>
                </a:lnTo>
                <a:close/>
                <a:moveTo>
                  <a:pt x="704850" y="847725"/>
                </a:moveTo>
                <a:lnTo>
                  <a:pt x="723900" y="847725"/>
                </a:lnTo>
                <a:lnTo>
                  <a:pt x="723900" y="866775"/>
                </a:lnTo>
                <a:lnTo>
                  <a:pt x="704850" y="866775"/>
                </a:lnTo>
                <a:close/>
                <a:moveTo>
                  <a:pt x="800100" y="866775"/>
                </a:moveTo>
                <a:lnTo>
                  <a:pt x="847725" y="866775"/>
                </a:lnTo>
                <a:lnTo>
                  <a:pt x="847725" y="885825"/>
                </a:lnTo>
                <a:lnTo>
                  <a:pt x="828675" y="885825"/>
                </a:lnTo>
                <a:lnTo>
                  <a:pt x="828675" y="895350"/>
                </a:lnTo>
                <a:lnTo>
                  <a:pt x="819150" y="895350"/>
                </a:lnTo>
                <a:lnTo>
                  <a:pt x="819150" y="876300"/>
                </a:lnTo>
                <a:lnTo>
                  <a:pt x="800100" y="876300"/>
                </a:lnTo>
                <a:close/>
                <a:moveTo>
                  <a:pt x="857250" y="866775"/>
                </a:moveTo>
                <a:lnTo>
                  <a:pt x="876300" y="866775"/>
                </a:lnTo>
                <a:lnTo>
                  <a:pt x="876300" y="876300"/>
                </a:lnTo>
                <a:lnTo>
                  <a:pt x="857250" y="876300"/>
                </a:lnTo>
                <a:close/>
                <a:moveTo>
                  <a:pt x="942975" y="866775"/>
                </a:moveTo>
                <a:lnTo>
                  <a:pt x="952500" y="866775"/>
                </a:lnTo>
                <a:lnTo>
                  <a:pt x="952500" y="876300"/>
                </a:lnTo>
                <a:lnTo>
                  <a:pt x="942975" y="876300"/>
                </a:lnTo>
                <a:close/>
                <a:moveTo>
                  <a:pt x="904875" y="876300"/>
                </a:moveTo>
                <a:lnTo>
                  <a:pt x="914400" y="876300"/>
                </a:lnTo>
                <a:lnTo>
                  <a:pt x="914400" y="895350"/>
                </a:lnTo>
                <a:lnTo>
                  <a:pt x="904875" y="895350"/>
                </a:lnTo>
                <a:close/>
                <a:moveTo>
                  <a:pt x="923925" y="876300"/>
                </a:moveTo>
                <a:lnTo>
                  <a:pt x="933450" y="876300"/>
                </a:lnTo>
                <a:lnTo>
                  <a:pt x="933450" y="895350"/>
                </a:lnTo>
                <a:lnTo>
                  <a:pt x="923925" y="895350"/>
                </a:lnTo>
                <a:close/>
                <a:moveTo>
                  <a:pt x="1571625" y="885825"/>
                </a:moveTo>
                <a:lnTo>
                  <a:pt x="1590675" y="885825"/>
                </a:lnTo>
                <a:lnTo>
                  <a:pt x="1590675" y="895350"/>
                </a:lnTo>
                <a:lnTo>
                  <a:pt x="1581150" y="895350"/>
                </a:lnTo>
                <a:lnTo>
                  <a:pt x="1581150" y="904875"/>
                </a:lnTo>
                <a:lnTo>
                  <a:pt x="1571625" y="904875"/>
                </a:lnTo>
                <a:close/>
                <a:moveTo>
                  <a:pt x="933450" y="895350"/>
                </a:moveTo>
                <a:lnTo>
                  <a:pt x="942975" y="895350"/>
                </a:lnTo>
                <a:lnTo>
                  <a:pt x="942975" y="914400"/>
                </a:lnTo>
                <a:lnTo>
                  <a:pt x="933450" y="914400"/>
                </a:lnTo>
                <a:close/>
                <a:moveTo>
                  <a:pt x="1657350" y="895350"/>
                </a:moveTo>
                <a:lnTo>
                  <a:pt x="1676400" y="895350"/>
                </a:lnTo>
                <a:lnTo>
                  <a:pt x="1676400" y="923925"/>
                </a:lnTo>
                <a:lnTo>
                  <a:pt x="1647825" y="923925"/>
                </a:lnTo>
                <a:lnTo>
                  <a:pt x="1647825" y="904875"/>
                </a:lnTo>
                <a:lnTo>
                  <a:pt x="1657350" y="904875"/>
                </a:lnTo>
                <a:close/>
                <a:moveTo>
                  <a:pt x="409575" y="914400"/>
                </a:moveTo>
                <a:lnTo>
                  <a:pt x="419100" y="914400"/>
                </a:lnTo>
                <a:lnTo>
                  <a:pt x="419100" y="923925"/>
                </a:lnTo>
                <a:lnTo>
                  <a:pt x="409575" y="923925"/>
                </a:lnTo>
                <a:close/>
                <a:moveTo>
                  <a:pt x="523875" y="914400"/>
                </a:moveTo>
                <a:lnTo>
                  <a:pt x="533400" y="914400"/>
                </a:lnTo>
                <a:lnTo>
                  <a:pt x="533400" y="933450"/>
                </a:lnTo>
                <a:lnTo>
                  <a:pt x="523875" y="933450"/>
                </a:lnTo>
                <a:close/>
                <a:moveTo>
                  <a:pt x="847725" y="914400"/>
                </a:moveTo>
                <a:lnTo>
                  <a:pt x="866775" y="914400"/>
                </a:lnTo>
                <a:lnTo>
                  <a:pt x="866775" y="923925"/>
                </a:lnTo>
                <a:lnTo>
                  <a:pt x="857250" y="923925"/>
                </a:lnTo>
                <a:lnTo>
                  <a:pt x="857250" y="933450"/>
                </a:lnTo>
                <a:lnTo>
                  <a:pt x="866775" y="933450"/>
                </a:lnTo>
                <a:lnTo>
                  <a:pt x="866775" y="942975"/>
                </a:lnTo>
                <a:lnTo>
                  <a:pt x="809625" y="942975"/>
                </a:lnTo>
                <a:lnTo>
                  <a:pt x="809625" y="933450"/>
                </a:lnTo>
                <a:lnTo>
                  <a:pt x="847725" y="933450"/>
                </a:lnTo>
                <a:close/>
                <a:moveTo>
                  <a:pt x="419100" y="923925"/>
                </a:moveTo>
                <a:lnTo>
                  <a:pt x="428625" y="923925"/>
                </a:lnTo>
                <a:lnTo>
                  <a:pt x="428625" y="933450"/>
                </a:lnTo>
                <a:lnTo>
                  <a:pt x="419100" y="933450"/>
                </a:lnTo>
                <a:close/>
                <a:moveTo>
                  <a:pt x="457200" y="923925"/>
                </a:moveTo>
                <a:lnTo>
                  <a:pt x="466725" y="923925"/>
                </a:lnTo>
                <a:lnTo>
                  <a:pt x="466725" y="933450"/>
                </a:lnTo>
                <a:lnTo>
                  <a:pt x="457200" y="933450"/>
                </a:lnTo>
                <a:close/>
                <a:moveTo>
                  <a:pt x="1000125" y="923925"/>
                </a:moveTo>
                <a:lnTo>
                  <a:pt x="1019175" y="923925"/>
                </a:lnTo>
                <a:lnTo>
                  <a:pt x="1019175" y="933450"/>
                </a:lnTo>
                <a:lnTo>
                  <a:pt x="1000125" y="933450"/>
                </a:lnTo>
                <a:close/>
                <a:moveTo>
                  <a:pt x="1047750" y="923925"/>
                </a:moveTo>
                <a:lnTo>
                  <a:pt x="1057275" y="923925"/>
                </a:lnTo>
                <a:lnTo>
                  <a:pt x="1057275" y="942975"/>
                </a:lnTo>
                <a:lnTo>
                  <a:pt x="1047750" y="942975"/>
                </a:lnTo>
                <a:close/>
                <a:moveTo>
                  <a:pt x="790575" y="933450"/>
                </a:moveTo>
                <a:lnTo>
                  <a:pt x="800100" y="933450"/>
                </a:lnTo>
                <a:lnTo>
                  <a:pt x="800100" y="942975"/>
                </a:lnTo>
                <a:lnTo>
                  <a:pt x="790575" y="942975"/>
                </a:lnTo>
                <a:close/>
                <a:moveTo>
                  <a:pt x="1562100" y="933450"/>
                </a:moveTo>
                <a:lnTo>
                  <a:pt x="1581150" y="933450"/>
                </a:lnTo>
                <a:lnTo>
                  <a:pt x="1581150" y="942975"/>
                </a:lnTo>
                <a:lnTo>
                  <a:pt x="1590675" y="942975"/>
                </a:lnTo>
                <a:lnTo>
                  <a:pt x="1590675" y="952500"/>
                </a:lnTo>
                <a:lnTo>
                  <a:pt x="1619250" y="952500"/>
                </a:lnTo>
                <a:lnTo>
                  <a:pt x="1619250" y="942975"/>
                </a:lnTo>
                <a:lnTo>
                  <a:pt x="1638300" y="942975"/>
                </a:lnTo>
                <a:lnTo>
                  <a:pt x="1638300" y="962025"/>
                </a:lnTo>
                <a:lnTo>
                  <a:pt x="1628775" y="962025"/>
                </a:lnTo>
                <a:lnTo>
                  <a:pt x="1628775" y="971550"/>
                </a:lnTo>
                <a:lnTo>
                  <a:pt x="1619250" y="971550"/>
                </a:lnTo>
                <a:lnTo>
                  <a:pt x="1619250" y="981075"/>
                </a:lnTo>
                <a:lnTo>
                  <a:pt x="1600200" y="981075"/>
                </a:lnTo>
                <a:lnTo>
                  <a:pt x="1600200" y="990600"/>
                </a:lnTo>
                <a:lnTo>
                  <a:pt x="1590675" y="990600"/>
                </a:lnTo>
                <a:lnTo>
                  <a:pt x="1590675" y="981075"/>
                </a:lnTo>
                <a:lnTo>
                  <a:pt x="1543050" y="981075"/>
                </a:lnTo>
                <a:lnTo>
                  <a:pt x="1543050" y="952500"/>
                </a:lnTo>
                <a:lnTo>
                  <a:pt x="1562100" y="952500"/>
                </a:lnTo>
                <a:close/>
                <a:moveTo>
                  <a:pt x="123825" y="952500"/>
                </a:moveTo>
                <a:lnTo>
                  <a:pt x="133350" y="952500"/>
                </a:lnTo>
                <a:lnTo>
                  <a:pt x="133350" y="962025"/>
                </a:lnTo>
                <a:lnTo>
                  <a:pt x="123825" y="962025"/>
                </a:lnTo>
                <a:close/>
                <a:moveTo>
                  <a:pt x="1571625" y="971550"/>
                </a:moveTo>
                <a:lnTo>
                  <a:pt x="1581150" y="971550"/>
                </a:lnTo>
                <a:lnTo>
                  <a:pt x="1581150" y="962025"/>
                </a:lnTo>
                <a:lnTo>
                  <a:pt x="1571625" y="962025"/>
                </a:lnTo>
                <a:close/>
                <a:moveTo>
                  <a:pt x="466725" y="981075"/>
                </a:moveTo>
                <a:lnTo>
                  <a:pt x="476250" y="981075"/>
                </a:lnTo>
                <a:lnTo>
                  <a:pt x="476250" y="1000125"/>
                </a:lnTo>
                <a:lnTo>
                  <a:pt x="466725" y="1000125"/>
                </a:lnTo>
                <a:close/>
                <a:moveTo>
                  <a:pt x="552450" y="1000125"/>
                </a:moveTo>
                <a:lnTo>
                  <a:pt x="571500" y="1000125"/>
                </a:lnTo>
                <a:lnTo>
                  <a:pt x="571500" y="1009650"/>
                </a:lnTo>
                <a:lnTo>
                  <a:pt x="552450" y="1009650"/>
                </a:lnTo>
                <a:close/>
                <a:moveTo>
                  <a:pt x="1581150" y="1000125"/>
                </a:moveTo>
                <a:lnTo>
                  <a:pt x="1609725" y="1000125"/>
                </a:lnTo>
                <a:lnTo>
                  <a:pt x="1609725" y="1009650"/>
                </a:lnTo>
                <a:lnTo>
                  <a:pt x="1600200" y="1009650"/>
                </a:lnTo>
                <a:lnTo>
                  <a:pt x="1600200" y="1019175"/>
                </a:lnTo>
                <a:lnTo>
                  <a:pt x="1590675" y="1019175"/>
                </a:lnTo>
                <a:lnTo>
                  <a:pt x="1590675" y="1009650"/>
                </a:lnTo>
                <a:lnTo>
                  <a:pt x="1581150" y="1009650"/>
                </a:lnTo>
                <a:close/>
                <a:moveTo>
                  <a:pt x="485775" y="1076325"/>
                </a:moveTo>
                <a:lnTo>
                  <a:pt x="495300" y="1076325"/>
                </a:lnTo>
                <a:lnTo>
                  <a:pt x="495300" y="1095375"/>
                </a:lnTo>
                <a:lnTo>
                  <a:pt x="485775" y="1095375"/>
                </a:lnTo>
                <a:close/>
                <a:moveTo>
                  <a:pt x="228600" y="1095375"/>
                </a:moveTo>
                <a:lnTo>
                  <a:pt x="257175" y="1095375"/>
                </a:lnTo>
                <a:lnTo>
                  <a:pt x="257175" y="1104900"/>
                </a:lnTo>
                <a:lnTo>
                  <a:pt x="228600" y="1104900"/>
                </a:lnTo>
                <a:close/>
                <a:moveTo>
                  <a:pt x="276225" y="1123950"/>
                </a:moveTo>
                <a:lnTo>
                  <a:pt x="304800" y="1123950"/>
                </a:lnTo>
                <a:lnTo>
                  <a:pt x="304800" y="1133475"/>
                </a:lnTo>
                <a:lnTo>
                  <a:pt x="276225" y="1133475"/>
                </a:lnTo>
                <a:close/>
                <a:moveTo>
                  <a:pt x="981075" y="1123950"/>
                </a:moveTo>
                <a:lnTo>
                  <a:pt x="990600" y="1123950"/>
                </a:lnTo>
                <a:lnTo>
                  <a:pt x="990600" y="1143000"/>
                </a:lnTo>
                <a:lnTo>
                  <a:pt x="962025" y="1143000"/>
                </a:lnTo>
                <a:lnTo>
                  <a:pt x="962025" y="1133475"/>
                </a:lnTo>
                <a:lnTo>
                  <a:pt x="981075" y="1133475"/>
                </a:lnTo>
                <a:close/>
                <a:moveTo>
                  <a:pt x="1685925" y="1123950"/>
                </a:moveTo>
                <a:lnTo>
                  <a:pt x="1695450" y="1123950"/>
                </a:lnTo>
                <a:lnTo>
                  <a:pt x="1695450" y="1133475"/>
                </a:lnTo>
                <a:lnTo>
                  <a:pt x="1685925" y="1133475"/>
                </a:lnTo>
                <a:close/>
                <a:moveTo>
                  <a:pt x="790575" y="1133475"/>
                </a:moveTo>
                <a:lnTo>
                  <a:pt x="800100" y="1133475"/>
                </a:lnTo>
                <a:lnTo>
                  <a:pt x="800100" y="1143000"/>
                </a:lnTo>
                <a:lnTo>
                  <a:pt x="790575" y="1143000"/>
                </a:lnTo>
                <a:close/>
                <a:moveTo>
                  <a:pt x="1676400" y="1133475"/>
                </a:moveTo>
                <a:lnTo>
                  <a:pt x="1685925" y="1133475"/>
                </a:lnTo>
                <a:lnTo>
                  <a:pt x="1685925" y="1143000"/>
                </a:lnTo>
                <a:lnTo>
                  <a:pt x="1676400" y="1143000"/>
                </a:lnTo>
                <a:close/>
                <a:moveTo>
                  <a:pt x="600075" y="1162050"/>
                </a:moveTo>
                <a:lnTo>
                  <a:pt x="609600" y="1162050"/>
                </a:lnTo>
                <a:lnTo>
                  <a:pt x="609600" y="1171575"/>
                </a:lnTo>
                <a:lnTo>
                  <a:pt x="600075" y="1171575"/>
                </a:lnTo>
                <a:close/>
                <a:moveTo>
                  <a:pt x="133350" y="1257300"/>
                </a:moveTo>
                <a:lnTo>
                  <a:pt x="142875" y="1257300"/>
                </a:lnTo>
                <a:lnTo>
                  <a:pt x="142875" y="1266825"/>
                </a:lnTo>
                <a:lnTo>
                  <a:pt x="133350" y="1266825"/>
                </a:lnTo>
                <a:close/>
                <a:moveTo>
                  <a:pt x="123825" y="1333500"/>
                </a:moveTo>
                <a:lnTo>
                  <a:pt x="133350" y="1333500"/>
                </a:lnTo>
                <a:lnTo>
                  <a:pt x="133350" y="1343025"/>
                </a:lnTo>
                <a:lnTo>
                  <a:pt x="123825" y="1343025"/>
                </a:lnTo>
                <a:close/>
                <a:moveTo>
                  <a:pt x="123825" y="1609725"/>
                </a:moveTo>
                <a:lnTo>
                  <a:pt x="133350" y="1609725"/>
                </a:lnTo>
                <a:lnTo>
                  <a:pt x="133350" y="1619250"/>
                </a:lnTo>
                <a:lnTo>
                  <a:pt x="123825" y="1619250"/>
                </a:lnTo>
                <a:close/>
                <a:moveTo>
                  <a:pt x="123825" y="1685925"/>
                </a:moveTo>
                <a:lnTo>
                  <a:pt x="133350" y="1685925"/>
                </a:lnTo>
                <a:lnTo>
                  <a:pt x="133350" y="1704975"/>
                </a:lnTo>
                <a:lnTo>
                  <a:pt x="123825" y="1704975"/>
                </a:lnTo>
                <a:close/>
                <a:moveTo>
                  <a:pt x="990600" y="1790700"/>
                </a:moveTo>
                <a:lnTo>
                  <a:pt x="1009650" y="1790700"/>
                </a:lnTo>
                <a:lnTo>
                  <a:pt x="1009650" y="1809750"/>
                </a:lnTo>
                <a:lnTo>
                  <a:pt x="1000125" y="1809750"/>
                </a:lnTo>
                <a:lnTo>
                  <a:pt x="1000125" y="1800225"/>
                </a:lnTo>
                <a:lnTo>
                  <a:pt x="990600" y="1800225"/>
                </a:lnTo>
                <a:close/>
                <a:moveTo>
                  <a:pt x="1590675" y="1790700"/>
                </a:moveTo>
                <a:lnTo>
                  <a:pt x="1600200" y="1790700"/>
                </a:lnTo>
                <a:lnTo>
                  <a:pt x="1600200" y="1800225"/>
                </a:lnTo>
                <a:lnTo>
                  <a:pt x="1590675" y="1800225"/>
                </a:lnTo>
                <a:close/>
                <a:moveTo>
                  <a:pt x="1609725" y="1790700"/>
                </a:moveTo>
                <a:lnTo>
                  <a:pt x="1619250" y="1790700"/>
                </a:lnTo>
                <a:lnTo>
                  <a:pt x="1619250" y="1800225"/>
                </a:lnTo>
                <a:lnTo>
                  <a:pt x="1609725" y="1800225"/>
                </a:lnTo>
                <a:close/>
                <a:moveTo>
                  <a:pt x="266700" y="1800225"/>
                </a:moveTo>
                <a:lnTo>
                  <a:pt x="276225" y="1800225"/>
                </a:lnTo>
                <a:lnTo>
                  <a:pt x="276225" y="1828800"/>
                </a:lnTo>
                <a:lnTo>
                  <a:pt x="266700" y="1828800"/>
                </a:lnTo>
                <a:lnTo>
                  <a:pt x="266700" y="1838325"/>
                </a:lnTo>
                <a:lnTo>
                  <a:pt x="257175" y="1838325"/>
                </a:lnTo>
                <a:lnTo>
                  <a:pt x="257175" y="1828800"/>
                </a:lnTo>
                <a:lnTo>
                  <a:pt x="238125" y="1828800"/>
                </a:lnTo>
                <a:lnTo>
                  <a:pt x="238125" y="1819275"/>
                </a:lnTo>
                <a:lnTo>
                  <a:pt x="247650" y="1819275"/>
                </a:lnTo>
                <a:lnTo>
                  <a:pt x="247650" y="1809750"/>
                </a:lnTo>
                <a:lnTo>
                  <a:pt x="266700" y="1809750"/>
                </a:lnTo>
                <a:close/>
                <a:moveTo>
                  <a:pt x="781050" y="1800225"/>
                </a:moveTo>
                <a:lnTo>
                  <a:pt x="809625" y="1800225"/>
                </a:lnTo>
                <a:lnTo>
                  <a:pt x="809625" y="1828800"/>
                </a:lnTo>
                <a:lnTo>
                  <a:pt x="800100" y="1828800"/>
                </a:lnTo>
                <a:lnTo>
                  <a:pt x="800100" y="1838325"/>
                </a:lnTo>
                <a:lnTo>
                  <a:pt x="819150" y="1838325"/>
                </a:lnTo>
                <a:lnTo>
                  <a:pt x="819150" y="1847850"/>
                </a:lnTo>
                <a:lnTo>
                  <a:pt x="838200" y="1847850"/>
                </a:lnTo>
                <a:lnTo>
                  <a:pt x="838200" y="1857375"/>
                </a:lnTo>
                <a:lnTo>
                  <a:pt x="847725" y="1857375"/>
                </a:lnTo>
                <a:lnTo>
                  <a:pt x="847725" y="1876425"/>
                </a:lnTo>
                <a:lnTo>
                  <a:pt x="809625" y="1876425"/>
                </a:lnTo>
                <a:lnTo>
                  <a:pt x="809625" y="1866900"/>
                </a:lnTo>
                <a:lnTo>
                  <a:pt x="790575" y="1866900"/>
                </a:lnTo>
                <a:lnTo>
                  <a:pt x="790575" y="1847850"/>
                </a:lnTo>
                <a:lnTo>
                  <a:pt x="781050" y="1847850"/>
                </a:lnTo>
                <a:lnTo>
                  <a:pt x="781050" y="1828800"/>
                </a:lnTo>
                <a:lnTo>
                  <a:pt x="771525" y="1828800"/>
                </a:lnTo>
                <a:lnTo>
                  <a:pt x="771525" y="1809750"/>
                </a:lnTo>
                <a:lnTo>
                  <a:pt x="781050" y="1809750"/>
                </a:lnTo>
                <a:close/>
                <a:moveTo>
                  <a:pt x="923925" y="1809750"/>
                </a:moveTo>
                <a:lnTo>
                  <a:pt x="952500" y="1809750"/>
                </a:lnTo>
                <a:lnTo>
                  <a:pt x="952500" y="1819275"/>
                </a:lnTo>
                <a:lnTo>
                  <a:pt x="962025" y="1819275"/>
                </a:lnTo>
                <a:lnTo>
                  <a:pt x="962025" y="1828800"/>
                </a:lnTo>
                <a:lnTo>
                  <a:pt x="971550" y="1828800"/>
                </a:lnTo>
                <a:lnTo>
                  <a:pt x="971550" y="1838325"/>
                </a:lnTo>
                <a:lnTo>
                  <a:pt x="981075" y="1838325"/>
                </a:lnTo>
                <a:lnTo>
                  <a:pt x="981075" y="1866900"/>
                </a:lnTo>
                <a:lnTo>
                  <a:pt x="971550" y="1866900"/>
                </a:lnTo>
                <a:lnTo>
                  <a:pt x="971550" y="1857375"/>
                </a:lnTo>
                <a:lnTo>
                  <a:pt x="942975" y="1857375"/>
                </a:lnTo>
                <a:lnTo>
                  <a:pt x="942975" y="1838325"/>
                </a:lnTo>
                <a:lnTo>
                  <a:pt x="933450" y="1838325"/>
                </a:lnTo>
                <a:lnTo>
                  <a:pt x="933450" y="1828800"/>
                </a:lnTo>
                <a:lnTo>
                  <a:pt x="914400" y="1828800"/>
                </a:lnTo>
                <a:lnTo>
                  <a:pt x="914400" y="1819275"/>
                </a:lnTo>
                <a:lnTo>
                  <a:pt x="923925" y="1819275"/>
                </a:lnTo>
                <a:close/>
                <a:moveTo>
                  <a:pt x="1647825" y="1809750"/>
                </a:moveTo>
                <a:lnTo>
                  <a:pt x="1657350" y="1809750"/>
                </a:lnTo>
                <a:lnTo>
                  <a:pt x="1657350" y="1819275"/>
                </a:lnTo>
                <a:lnTo>
                  <a:pt x="1647825" y="1819275"/>
                </a:lnTo>
                <a:close/>
                <a:moveTo>
                  <a:pt x="200025" y="1838325"/>
                </a:moveTo>
                <a:lnTo>
                  <a:pt x="209550" y="1838325"/>
                </a:lnTo>
                <a:lnTo>
                  <a:pt x="209550" y="1857375"/>
                </a:lnTo>
                <a:lnTo>
                  <a:pt x="200025" y="1857375"/>
                </a:lnTo>
                <a:close/>
                <a:moveTo>
                  <a:pt x="1409700" y="1905000"/>
                </a:moveTo>
                <a:lnTo>
                  <a:pt x="1438275" y="1905000"/>
                </a:lnTo>
                <a:lnTo>
                  <a:pt x="1438275" y="1924050"/>
                </a:lnTo>
                <a:lnTo>
                  <a:pt x="1428750" y="1924050"/>
                </a:lnTo>
                <a:lnTo>
                  <a:pt x="1428750" y="1933575"/>
                </a:lnTo>
                <a:lnTo>
                  <a:pt x="1409700" y="1933575"/>
                </a:lnTo>
                <a:lnTo>
                  <a:pt x="1409700" y="1943100"/>
                </a:lnTo>
                <a:lnTo>
                  <a:pt x="1390650" y="1943100"/>
                </a:lnTo>
                <a:lnTo>
                  <a:pt x="1390650" y="1914525"/>
                </a:lnTo>
                <a:lnTo>
                  <a:pt x="1409700" y="1914525"/>
                </a:lnTo>
                <a:close/>
                <a:moveTo>
                  <a:pt x="676275" y="1924050"/>
                </a:moveTo>
                <a:lnTo>
                  <a:pt x="695325" y="1924050"/>
                </a:lnTo>
                <a:lnTo>
                  <a:pt x="695325" y="1943100"/>
                </a:lnTo>
                <a:lnTo>
                  <a:pt x="685800" y="1943100"/>
                </a:lnTo>
                <a:lnTo>
                  <a:pt x="685800" y="1933575"/>
                </a:lnTo>
                <a:lnTo>
                  <a:pt x="676275" y="1933575"/>
                </a:lnTo>
                <a:close/>
                <a:moveTo>
                  <a:pt x="123825" y="1933575"/>
                </a:moveTo>
                <a:lnTo>
                  <a:pt x="133350" y="1933575"/>
                </a:lnTo>
                <a:lnTo>
                  <a:pt x="133350" y="1962150"/>
                </a:lnTo>
                <a:lnTo>
                  <a:pt x="123825" y="1962150"/>
                </a:lnTo>
                <a:close/>
                <a:moveTo>
                  <a:pt x="695325" y="1943100"/>
                </a:moveTo>
                <a:lnTo>
                  <a:pt x="704850" y="1943100"/>
                </a:lnTo>
                <a:lnTo>
                  <a:pt x="704850" y="1952625"/>
                </a:lnTo>
                <a:lnTo>
                  <a:pt x="695325" y="1952625"/>
                </a:lnTo>
                <a:close/>
                <a:moveTo>
                  <a:pt x="552450" y="1952625"/>
                </a:moveTo>
                <a:lnTo>
                  <a:pt x="571500" y="1952625"/>
                </a:lnTo>
                <a:lnTo>
                  <a:pt x="571500" y="1971675"/>
                </a:lnTo>
                <a:lnTo>
                  <a:pt x="561975" y="1971675"/>
                </a:lnTo>
                <a:lnTo>
                  <a:pt x="561975" y="1962150"/>
                </a:lnTo>
                <a:lnTo>
                  <a:pt x="552450" y="1962150"/>
                </a:lnTo>
                <a:close/>
                <a:moveTo>
                  <a:pt x="628650" y="1962150"/>
                </a:moveTo>
                <a:lnTo>
                  <a:pt x="638175" y="1962150"/>
                </a:lnTo>
                <a:lnTo>
                  <a:pt x="638175" y="1971675"/>
                </a:lnTo>
                <a:lnTo>
                  <a:pt x="657225" y="1971675"/>
                </a:lnTo>
                <a:lnTo>
                  <a:pt x="657225" y="1981200"/>
                </a:lnTo>
                <a:lnTo>
                  <a:pt x="647700" y="1981200"/>
                </a:lnTo>
                <a:lnTo>
                  <a:pt x="647700" y="1990725"/>
                </a:lnTo>
                <a:lnTo>
                  <a:pt x="628650" y="1990725"/>
                </a:lnTo>
                <a:close/>
                <a:moveTo>
                  <a:pt x="723900" y="1962150"/>
                </a:moveTo>
                <a:lnTo>
                  <a:pt x="733425" y="1962150"/>
                </a:lnTo>
                <a:lnTo>
                  <a:pt x="733425" y="1971675"/>
                </a:lnTo>
                <a:lnTo>
                  <a:pt x="790575" y="1971675"/>
                </a:lnTo>
                <a:lnTo>
                  <a:pt x="790575" y="1981200"/>
                </a:lnTo>
                <a:lnTo>
                  <a:pt x="800100" y="1981200"/>
                </a:lnTo>
                <a:lnTo>
                  <a:pt x="800100" y="2000250"/>
                </a:lnTo>
                <a:lnTo>
                  <a:pt x="771525" y="2000250"/>
                </a:lnTo>
                <a:lnTo>
                  <a:pt x="771525" y="1990725"/>
                </a:lnTo>
                <a:lnTo>
                  <a:pt x="752475" y="1990725"/>
                </a:lnTo>
                <a:lnTo>
                  <a:pt x="752475" y="2000250"/>
                </a:lnTo>
                <a:lnTo>
                  <a:pt x="714375" y="2000250"/>
                </a:lnTo>
                <a:lnTo>
                  <a:pt x="714375" y="1990725"/>
                </a:lnTo>
                <a:lnTo>
                  <a:pt x="723900" y="1990725"/>
                </a:lnTo>
                <a:close/>
                <a:moveTo>
                  <a:pt x="581025" y="1971675"/>
                </a:moveTo>
                <a:lnTo>
                  <a:pt x="590550" y="1971675"/>
                </a:lnTo>
                <a:lnTo>
                  <a:pt x="590550" y="1981200"/>
                </a:lnTo>
                <a:lnTo>
                  <a:pt x="600075" y="1981200"/>
                </a:lnTo>
                <a:lnTo>
                  <a:pt x="600075" y="1990725"/>
                </a:lnTo>
                <a:lnTo>
                  <a:pt x="571500" y="1990725"/>
                </a:lnTo>
                <a:lnTo>
                  <a:pt x="571500" y="1981200"/>
                </a:lnTo>
                <a:lnTo>
                  <a:pt x="581025" y="1981200"/>
                </a:lnTo>
                <a:close/>
                <a:moveTo>
                  <a:pt x="828675" y="1971675"/>
                </a:moveTo>
                <a:lnTo>
                  <a:pt x="857250" y="1971675"/>
                </a:lnTo>
                <a:lnTo>
                  <a:pt x="857250" y="1990725"/>
                </a:lnTo>
                <a:lnTo>
                  <a:pt x="847725" y="1990725"/>
                </a:lnTo>
                <a:lnTo>
                  <a:pt x="847725" y="2000250"/>
                </a:lnTo>
                <a:lnTo>
                  <a:pt x="838200" y="2000250"/>
                </a:lnTo>
                <a:lnTo>
                  <a:pt x="838200" y="1990725"/>
                </a:lnTo>
                <a:lnTo>
                  <a:pt x="819150" y="1990725"/>
                </a:lnTo>
                <a:lnTo>
                  <a:pt x="819150" y="1981200"/>
                </a:lnTo>
                <a:lnTo>
                  <a:pt x="828675" y="1981200"/>
                </a:lnTo>
                <a:close/>
                <a:moveTo>
                  <a:pt x="1543050" y="1971675"/>
                </a:moveTo>
                <a:lnTo>
                  <a:pt x="1552575" y="1971675"/>
                </a:lnTo>
                <a:lnTo>
                  <a:pt x="1552575" y="1981200"/>
                </a:lnTo>
                <a:lnTo>
                  <a:pt x="1543050" y="1981200"/>
                </a:lnTo>
                <a:close/>
                <a:moveTo>
                  <a:pt x="1485900" y="1990725"/>
                </a:moveTo>
                <a:lnTo>
                  <a:pt x="1495425" y="1990725"/>
                </a:lnTo>
                <a:lnTo>
                  <a:pt x="1495425" y="2009775"/>
                </a:lnTo>
                <a:lnTo>
                  <a:pt x="1485900" y="2009775"/>
                </a:lnTo>
                <a:close/>
                <a:moveTo>
                  <a:pt x="514350" y="2000250"/>
                </a:moveTo>
                <a:lnTo>
                  <a:pt x="533400" y="2000250"/>
                </a:lnTo>
                <a:lnTo>
                  <a:pt x="533400" y="2028825"/>
                </a:lnTo>
                <a:lnTo>
                  <a:pt x="504825" y="2028825"/>
                </a:lnTo>
                <a:lnTo>
                  <a:pt x="504825" y="2019300"/>
                </a:lnTo>
                <a:lnTo>
                  <a:pt x="514350" y="2019300"/>
                </a:lnTo>
                <a:close/>
                <a:moveTo>
                  <a:pt x="628650" y="2000250"/>
                </a:moveTo>
                <a:lnTo>
                  <a:pt x="647700" y="2000250"/>
                </a:lnTo>
                <a:lnTo>
                  <a:pt x="647700" y="2009775"/>
                </a:lnTo>
                <a:lnTo>
                  <a:pt x="657225" y="2009775"/>
                </a:lnTo>
                <a:lnTo>
                  <a:pt x="657225" y="2019300"/>
                </a:lnTo>
                <a:lnTo>
                  <a:pt x="647700" y="2019300"/>
                </a:lnTo>
                <a:lnTo>
                  <a:pt x="647700" y="2028825"/>
                </a:lnTo>
                <a:lnTo>
                  <a:pt x="628650" y="2028825"/>
                </a:lnTo>
                <a:close/>
                <a:moveTo>
                  <a:pt x="800100" y="2000250"/>
                </a:moveTo>
                <a:lnTo>
                  <a:pt x="809625" y="2000250"/>
                </a:lnTo>
                <a:lnTo>
                  <a:pt x="809625" y="2009775"/>
                </a:lnTo>
                <a:lnTo>
                  <a:pt x="800100" y="2009775"/>
                </a:lnTo>
                <a:close/>
                <a:moveTo>
                  <a:pt x="819150" y="2000250"/>
                </a:moveTo>
                <a:lnTo>
                  <a:pt x="838200" y="2000250"/>
                </a:lnTo>
                <a:lnTo>
                  <a:pt x="838200" y="2009775"/>
                </a:lnTo>
                <a:lnTo>
                  <a:pt x="819150" y="2009775"/>
                </a:lnTo>
                <a:close/>
                <a:moveTo>
                  <a:pt x="1419225" y="2000250"/>
                </a:moveTo>
                <a:lnTo>
                  <a:pt x="1438275" y="2000250"/>
                </a:lnTo>
                <a:lnTo>
                  <a:pt x="1438275" y="2009775"/>
                </a:lnTo>
                <a:lnTo>
                  <a:pt x="1419225" y="2009775"/>
                </a:lnTo>
                <a:close/>
                <a:moveTo>
                  <a:pt x="714375" y="2009775"/>
                </a:moveTo>
                <a:lnTo>
                  <a:pt x="723900" y="2009775"/>
                </a:lnTo>
                <a:lnTo>
                  <a:pt x="723900" y="2019300"/>
                </a:lnTo>
                <a:lnTo>
                  <a:pt x="771525" y="2019300"/>
                </a:lnTo>
                <a:lnTo>
                  <a:pt x="771525" y="2038350"/>
                </a:lnTo>
                <a:lnTo>
                  <a:pt x="733425" y="2038350"/>
                </a:lnTo>
                <a:lnTo>
                  <a:pt x="733425" y="2047875"/>
                </a:lnTo>
                <a:lnTo>
                  <a:pt x="723900" y="2047875"/>
                </a:lnTo>
                <a:lnTo>
                  <a:pt x="723900" y="2038350"/>
                </a:lnTo>
                <a:lnTo>
                  <a:pt x="714375" y="2038350"/>
                </a:lnTo>
                <a:close/>
                <a:moveTo>
                  <a:pt x="781050" y="2009775"/>
                </a:moveTo>
                <a:lnTo>
                  <a:pt x="800100" y="2009775"/>
                </a:lnTo>
                <a:lnTo>
                  <a:pt x="800100" y="2019300"/>
                </a:lnTo>
                <a:lnTo>
                  <a:pt x="781050" y="2019300"/>
                </a:lnTo>
                <a:close/>
                <a:moveTo>
                  <a:pt x="1409700" y="2009775"/>
                </a:moveTo>
                <a:lnTo>
                  <a:pt x="1419225" y="2009775"/>
                </a:lnTo>
                <a:lnTo>
                  <a:pt x="1419225" y="2019300"/>
                </a:lnTo>
                <a:lnTo>
                  <a:pt x="1409700" y="2019300"/>
                </a:lnTo>
                <a:close/>
                <a:moveTo>
                  <a:pt x="1085850" y="2019300"/>
                </a:moveTo>
                <a:lnTo>
                  <a:pt x="1104900" y="2019300"/>
                </a:lnTo>
                <a:lnTo>
                  <a:pt x="1104900" y="2028825"/>
                </a:lnTo>
                <a:lnTo>
                  <a:pt x="1085850" y="2028825"/>
                </a:lnTo>
                <a:close/>
                <a:moveTo>
                  <a:pt x="1314450" y="2019300"/>
                </a:moveTo>
                <a:lnTo>
                  <a:pt x="1343025" y="2019300"/>
                </a:lnTo>
                <a:lnTo>
                  <a:pt x="1343025" y="2028825"/>
                </a:lnTo>
                <a:lnTo>
                  <a:pt x="1314450" y="2028825"/>
                </a:lnTo>
                <a:close/>
                <a:moveTo>
                  <a:pt x="1371600" y="2019300"/>
                </a:moveTo>
                <a:lnTo>
                  <a:pt x="1409700" y="2019300"/>
                </a:lnTo>
                <a:lnTo>
                  <a:pt x="1409700" y="2028825"/>
                </a:lnTo>
                <a:lnTo>
                  <a:pt x="1390650" y="2028825"/>
                </a:lnTo>
                <a:lnTo>
                  <a:pt x="1390650" y="2057400"/>
                </a:lnTo>
                <a:lnTo>
                  <a:pt x="1381125" y="2057400"/>
                </a:lnTo>
                <a:lnTo>
                  <a:pt x="1381125" y="2028825"/>
                </a:lnTo>
                <a:lnTo>
                  <a:pt x="1371600" y="2028825"/>
                </a:lnTo>
                <a:close/>
                <a:moveTo>
                  <a:pt x="123825" y="2028825"/>
                </a:moveTo>
                <a:lnTo>
                  <a:pt x="133350" y="2028825"/>
                </a:lnTo>
                <a:lnTo>
                  <a:pt x="133350" y="2057400"/>
                </a:lnTo>
                <a:lnTo>
                  <a:pt x="123825" y="2057400"/>
                </a:lnTo>
                <a:close/>
                <a:moveTo>
                  <a:pt x="466725" y="2028825"/>
                </a:moveTo>
                <a:lnTo>
                  <a:pt x="476250" y="2028825"/>
                </a:lnTo>
                <a:lnTo>
                  <a:pt x="476250" y="2038350"/>
                </a:lnTo>
                <a:lnTo>
                  <a:pt x="466725" y="2038350"/>
                </a:lnTo>
                <a:close/>
                <a:moveTo>
                  <a:pt x="571500" y="2028825"/>
                </a:moveTo>
                <a:lnTo>
                  <a:pt x="600075" y="2028825"/>
                </a:lnTo>
                <a:lnTo>
                  <a:pt x="600075" y="2038350"/>
                </a:lnTo>
                <a:lnTo>
                  <a:pt x="571500" y="2038350"/>
                </a:lnTo>
                <a:close/>
                <a:moveTo>
                  <a:pt x="609600" y="2028825"/>
                </a:moveTo>
                <a:lnTo>
                  <a:pt x="628650" y="2028825"/>
                </a:lnTo>
                <a:lnTo>
                  <a:pt x="628650" y="2038350"/>
                </a:lnTo>
                <a:lnTo>
                  <a:pt x="609600" y="2038350"/>
                </a:lnTo>
                <a:close/>
                <a:moveTo>
                  <a:pt x="1181100" y="2028825"/>
                </a:moveTo>
                <a:lnTo>
                  <a:pt x="1209675" y="2028825"/>
                </a:lnTo>
                <a:lnTo>
                  <a:pt x="1209675" y="2038350"/>
                </a:lnTo>
                <a:lnTo>
                  <a:pt x="1238250" y="2038350"/>
                </a:lnTo>
                <a:lnTo>
                  <a:pt x="1238250" y="2047875"/>
                </a:lnTo>
                <a:lnTo>
                  <a:pt x="1219200" y="2047875"/>
                </a:lnTo>
                <a:lnTo>
                  <a:pt x="1219200" y="2066925"/>
                </a:lnTo>
                <a:lnTo>
                  <a:pt x="1209675" y="2066925"/>
                </a:lnTo>
                <a:lnTo>
                  <a:pt x="1209675" y="2057400"/>
                </a:lnTo>
                <a:lnTo>
                  <a:pt x="1200150" y="2057400"/>
                </a:lnTo>
                <a:lnTo>
                  <a:pt x="1200150" y="2047875"/>
                </a:lnTo>
                <a:lnTo>
                  <a:pt x="1181100" y="2047875"/>
                </a:lnTo>
                <a:close/>
                <a:moveTo>
                  <a:pt x="1133475" y="2038350"/>
                </a:moveTo>
                <a:lnTo>
                  <a:pt x="1162050" y="2038350"/>
                </a:lnTo>
                <a:lnTo>
                  <a:pt x="1162050" y="2057400"/>
                </a:lnTo>
                <a:lnTo>
                  <a:pt x="1152525" y="2057400"/>
                </a:lnTo>
                <a:lnTo>
                  <a:pt x="1152525" y="2047875"/>
                </a:lnTo>
                <a:lnTo>
                  <a:pt x="1133475" y="2047875"/>
                </a:lnTo>
                <a:close/>
                <a:moveTo>
                  <a:pt x="1362075" y="2038350"/>
                </a:moveTo>
                <a:lnTo>
                  <a:pt x="1371600" y="2038350"/>
                </a:lnTo>
                <a:lnTo>
                  <a:pt x="1371600" y="2047875"/>
                </a:lnTo>
                <a:lnTo>
                  <a:pt x="1362075" y="2047875"/>
                </a:lnTo>
                <a:close/>
                <a:moveTo>
                  <a:pt x="1476375" y="2038350"/>
                </a:moveTo>
                <a:lnTo>
                  <a:pt x="1485900" y="2038350"/>
                </a:lnTo>
                <a:lnTo>
                  <a:pt x="1485900" y="2047875"/>
                </a:lnTo>
                <a:lnTo>
                  <a:pt x="1476375" y="2047875"/>
                </a:lnTo>
                <a:close/>
                <a:moveTo>
                  <a:pt x="428625" y="2047875"/>
                </a:moveTo>
                <a:lnTo>
                  <a:pt x="438150" y="2047875"/>
                </a:lnTo>
                <a:lnTo>
                  <a:pt x="438150" y="2057400"/>
                </a:lnTo>
                <a:lnTo>
                  <a:pt x="428625" y="2057400"/>
                </a:lnTo>
                <a:close/>
                <a:moveTo>
                  <a:pt x="571500" y="2047875"/>
                </a:moveTo>
                <a:lnTo>
                  <a:pt x="581025" y="2047875"/>
                </a:lnTo>
                <a:lnTo>
                  <a:pt x="581025" y="2057400"/>
                </a:lnTo>
                <a:lnTo>
                  <a:pt x="571500" y="2057400"/>
                </a:lnTo>
                <a:close/>
                <a:moveTo>
                  <a:pt x="619125" y="2047875"/>
                </a:moveTo>
                <a:lnTo>
                  <a:pt x="628650" y="2047875"/>
                </a:lnTo>
                <a:lnTo>
                  <a:pt x="628650" y="2057400"/>
                </a:lnTo>
                <a:lnTo>
                  <a:pt x="619125" y="2057400"/>
                </a:lnTo>
                <a:close/>
                <a:moveTo>
                  <a:pt x="1400175" y="2057400"/>
                </a:moveTo>
                <a:lnTo>
                  <a:pt x="1409700" y="2057400"/>
                </a:lnTo>
                <a:lnTo>
                  <a:pt x="1409700" y="2066925"/>
                </a:lnTo>
                <a:lnTo>
                  <a:pt x="1400175" y="2066925"/>
                </a:lnTo>
                <a:close/>
                <a:moveTo>
                  <a:pt x="1009650" y="2076450"/>
                </a:moveTo>
                <a:lnTo>
                  <a:pt x="1028700" y="2076450"/>
                </a:lnTo>
                <a:lnTo>
                  <a:pt x="1028700" y="2085975"/>
                </a:lnTo>
                <a:lnTo>
                  <a:pt x="1009650" y="2085975"/>
                </a:lnTo>
                <a:close/>
                <a:moveTo>
                  <a:pt x="1085850" y="2085975"/>
                </a:moveTo>
                <a:lnTo>
                  <a:pt x="1095375" y="2085975"/>
                </a:lnTo>
                <a:lnTo>
                  <a:pt x="1095375" y="2095500"/>
                </a:lnTo>
                <a:lnTo>
                  <a:pt x="1085850" y="2095500"/>
                </a:lnTo>
                <a:close/>
                <a:moveTo>
                  <a:pt x="523875" y="2105025"/>
                </a:moveTo>
                <a:lnTo>
                  <a:pt x="533400" y="2105025"/>
                </a:lnTo>
                <a:lnTo>
                  <a:pt x="533400" y="2114550"/>
                </a:lnTo>
                <a:lnTo>
                  <a:pt x="523875" y="2114550"/>
                </a:lnTo>
                <a:close/>
                <a:moveTo>
                  <a:pt x="1133475" y="2105025"/>
                </a:moveTo>
                <a:lnTo>
                  <a:pt x="1143000" y="2105025"/>
                </a:lnTo>
                <a:lnTo>
                  <a:pt x="1143000" y="2124075"/>
                </a:lnTo>
                <a:lnTo>
                  <a:pt x="1152525" y="2124075"/>
                </a:lnTo>
                <a:lnTo>
                  <a:pt x="1152525" y="2133600"/>
                </a:lnTo>
                <a:lnTo>
                  <a:pt x="1162050" y="2133600"/>
                </a:lnTo>
                <a:lnTo>
                  <a:pt x="1162050" y="2143125"/>
                </a:lnTo>
                <a:lnTo>
                  <a:pt x="1123950" y="2143125"/>
                </a:lnTo>
                <a:lnTo>
                  <a:pt x="1123950" y="2124075"/>
                </a:lnTo>
                <a:lnTo>
                  <a:pt x="1133475" y="2124075"/>
                </a:lnTo>
                <a:close/>
                <a:moveTo>
                  <a:pt x="390525" y="2124075"/>
                </a:moveTo>
                <a:lnTo>
                  <a:pt x="409575" y="2124075"/>
                </a:lnTo>
                <a:lnTo>
                  <a:pt x="409575" y="2133600"/>
                </a:lnTo>
                <a:lnTo>
                  <a:pt x="390525" y="2133600"/>
                </a:lnTo>
                <a:close/>
                <a:moveTo>
                  <a:pt x="514350" y="2124075"/>
                </a:moveTo>
                <a:lnTo>
                  <a:pt x="533400" y="2124075"/>
                </a:lnTo>
                <a:lnTo>
                  <a:pt x="533400" y="2133600"/>
                </a:lnTo>
                <a:lnTo>
                  <a:pt x="514350" y="2133600"/>
                </a:lnTo>
                <a:close/>
                <a:moveTo>
                  <a:pt x="1209675" y="2133600"/>
                </a:moveTo>
                <a:lnTo>
                  <a:pt x="1219200" y="2133600"/>
                </a:lnTo>
                <a:lnTo>
                  <a:pt x="1219200" y="2152650"/>
                </a:lnTo>
                <a:lnTo>
                  <a:pt x="1209675" y="2152650"/>
                </a:lnTo>
                <a:close/>
                <a:moveTo>
                  <a:pt x="1514475" y="2152650"/>
                </a:moveTo>
                <a:lnTo>
                  <a:pt x="1524000" y="2152650"/>
                </a:lnTo>
                <a:lnTo>
                  <a:pt x="1524000" y="2171700"/>
                </a:lnTo>
                <a:lnTo>
                  <a:pt x="1514475" y="2171700"/>
                </a:lnTo>
                <a:close/>
                <a:moveTo>
                  <a:pt x="1628775" y="2162175"/>
                </a:moveTo>
                <a:lnTo>
                  <a:pt x="1638300" y="2162175"/>
                </a:lnTo>
                <a:lnTo>
                  <a:pt x="1638300" y="2171700"/>
                </a:lnTo>
                <a:lnTo>
                  <a:pt x="1628775" y="2171700"/>
                </a:lnTo>
                <a:close/>
                <a:moveTo>
                  <a:pt x="1000125" y="2171700"/>
                </a:moveTo>
                <a:lnTo>
                  <a:pt x="1019175" y="2171700"/>
                </a:lnTo>
                <a:lnTo>
                  <a:pt x="1019175" y="2181225"/>
                </a:lnTo>
                <a:lnTo>
                  <a:pt x="1028700" y="2181225"/>
                </a:lnTo>
                <a:lnTo>
                  <a:pt x="1028700" y="2190750"/>
                </a:lnTo>
                <a:lnTo>
                  <a:pt x="1019175" y="2190750"/>
                </a:lnTo>
                <a:lnTo>
                  <a:pt x="1019175" y="2200275"/>
                </a:lnTo>
                <a:lnTo>
                  <a:pt x="1009650" y="2200275"/>
                </a:lnTo>
                <a:lnTo>
                  <a:pt x="1009650" y="2219325"/>
                </a:lnTo>
                <a:lnTo>
                  <a:pt x="1000125" y="2219325"/>
                </a:lnTo>
                <a:lnTo>
                  <a:pt x="1000125" y="2190750"/>
                </a:lnTo>
                <a:lnTo>
                  <a:pt x="1009650" y="2190750"/>
                </a:lnTo>
                <a:lnTo>
                  <a:pt x="1009650" y="2181225"/>
                </a:lnTo>
                <a:lnTo>
                  <a:pt x="1000125" y="2181225"/>
                </a:lnTo>
                <a:close/>
                <a:moveTo>
                  <a:pt x="1333500" y="2171700"/>
                </a:moveTo>
                <a:lnTo>
                  <a:pt x="1352550" y="2171700"/>
                </a:lnTo>
                <a:lnTo>
                  <a:pt x="1352550" y="2181225"/>
                </a:lnTo>
                <a:lnTo>
                  <a:pt x="1419225" y="2181225"/>
                </a:lnTo>
                <a:lnTo>
                  <a:pt x="1419225" y="2171700"/>
                </a:lnTo>
                <a:lnTo>
                  <a:pt x="1428750" y="2171700"/>
                </a:lnTo>
                <a:lnTo>
                  <a:pt x="1428750" y="2181225"/>
                </a:lnTo>
                <a:lnTo>
                  <a:pt x="1438275" y="2181225"/>
                </a:lnTo>
                <a:lnTo>
                  <a:pt x="1438275" y="2190750"/>
                </a:lnTo>
                <a:lnTo>
                  <a:pt x="1466850" y="2190750"/>
                </a:lnTo>
                <a:lnTo>
                  <a:pt x="1466850" y="2181225"/>
                </a:lnTo>
                <a:lnTo>
                  <a:pt x="1485900" y="2181225"/>
                </a:lnTo>
                <a:lnTo>
                  <a:pt x="1485900" y="2200275"/>
                </a:lnTo>
                <a:lnTo>
                  <a:pt x="1466850" y="2200275"/>
                </a:lnTo>
                <a:lnTo>
                  <a:pt x="1466850" y="2209800"/>
                </a:lnTo>
                <a:lnTo>
                  <a:pt x="1400175" y="2209800"/>
                </a:lnTo>
                <a:lnTo>
                  <a:pt x="1400175" y="2200275"/>
                </a:lnTo>
                <a:lnTo>
                  <a:pt x="1371600" y="2200275"/>
                </a:lnTo>
                <a:lnTo>
                  <a:pt x="1371600" y="2209800"/>
                </a:lnTo>
                <a:lnTo>
                  <a:pt x="1352550" y="2209800"/>
                </a:lnTo>
                <a:lnTo>
                  <a:pt x="1352550" y="2219325"/>
                </a:lnTo>
                <a:lnTo>
                  <a:pt x="1343025" y="2219325"/>
                </a:lnTo>
                <a:lnTo>
                  <a:pt x="1343025" y="2190750"/>
                </a:lnTo>
                <a:lnTo>
                  <a:pt x="1333500" y="2190750"/>
                </a:lnTo>
                <a:close/>
                <a:moveTo>
                  <a:pt x="1609725" y="2171700"/>
                </a:moveTo>
                <a:lnTo>
                  <a:pt x="1619250" y="2171700"/>
                </a:lnTo>
                <a:lnTo>
                  <a:pt x="1619250" y="2181225"/>
                </a:lnTo>
                <a:lnTo>
                  <a:pt x="1609725" y="2181225"/>
                </a:lnTo>
                <a:close/>
                <a:moveTo>
                  <a:pt x="1095375" y="2181225"/>
                </a:moveTo>
                <a:lnTo>
                  <a:pt x="1133475" y="2181225"/>
                </a:lnTo>
                <a:lnTo>
                  <a:pt x="1133475" y="2200275"/>
                </a:lnTo>
                <a:lnTo>
                  <a:pt x="1095375" y="2200275"/>
                </a:lnTo>
                <a:close/>
                <a:moveTo>
                  <a:pt x="504825" y="2190750"/>
                </a:moveTo>
                <a:lnTo>
                  <a:pt x="523875" y="2190750"/>
                </a:lnTo>
                <a:lnTo>
                  <a:pt x="523875" y="2200275"/>
                </a:lnTo>
                <a:lnTo>
                  <a:pt x="552450" y="2200275"/>
                </a:lnTo>
                <a:lnTo>
                  <a:pt x="552450" y="2219325"/>
                </a:lnTo>
                <a:lnTo>
                  <a:pt x="542925" y="2219325"/>
                </a:lnTo>
                <a:lnTo>
                  <a:pt x="542925" y="2228850"/>
                </a:lnTo>
                <a:lnTo>
                  <a:pt x="504825" y="2228850"/>
                </a:lnTo>
                <a:lnTo>
                  <a:pt x="504825" y="2219325"/>
                </a:lnTo>
                <a:lnTo>
                  <a:pt x="485775" y="2219325"/>
                </a:lnTo>
                <a:lnTo>
                  <a:pt x="485775" y="2228850"/>
                </a:lnTo>
                <a:lnTo>
                  <a:pt x="466725" y="2228850"/>
                </a:lnTo>
                <a:lnTo>
                  <a:pt x="466725" y="2219325"/>
                </a:lnTo>
                <a:lnTo>
                  <a:pt x="457200" y="2219325"/>
                </a:lnTo>
                <a:lnTo>
                  <a:pt x="457200" y="2209800"/>
                </a:lnTo>
                <a:lnTo>
                  <a:pt x="428625" y="2209800"/>
                </a:lnTo>
                <a:lnTo>
                  <a:pt x="428625" y="2219325"/>
                </a:lnTo>
                <a:lnTo>
                  <a:pt x="419100" y="2219325"/>
                </a:lnTo>
                <a:lnTo>
                  <a:pt x="419100" y="2200275"/>
                </a:lnTo>
                <a:lnTo>
                  <a:pt x="504825" y="2200275"/>
                </a:lnTo>
                <a:close/>
                <a:moveTo>
                  <a:pt x="1533525" y="2190750"/>
                </a:moveTo>
                <a:lnTo>
                  <a:pt x="1552575" y="2190750"/>
                </a:lnTo>
                <a:lnTo>
                  <a:pt x="1552575" y="2209800"/>
                </a:lnTo>
                <a:lnTo>
                  <a:pt x="1533525" y="2209800"/>
                </a:lnTo>
                <a:close/>
                <a:moveTo>
                  <a:pt x="1419225" y="2200275"/>
                </a:moveTo>
                <a:lnTo>
                  <a:pt x="1428750" y="2200275"/>
                </a:lnTo>
                <a:lnTo>
                  <a:pt x="1428750" y="2190750"/>
                </a:lnTo>
                <a:lnTo>
                  <a:pt x="1419225" y="2190750"/>
                </a:lnTo>
                <a:close/>
                <a:moveTo>
                  <a:pt x="695325" y="2209800"/>
                </a:moveTo>
                <a:lnTo>
                  <a:pt x="704850" y="2209800"/>
                </a:lnTo>
                <a:lnTo>
                  <a:pt x="704850" y="2219325"/>
                </a:lnTo>
                <a:lnTo>
                  <a:pt x="695325" y="2219325"/>
                </a:lnTo>
                <a:close/>
                <a:moveTo>
                  <a:pt x="1123950" y="2209800"/>
                </a:moveTo>
                <a:lnTo>
                  <a:pt x="1143000" y="2209800"/>
                </a:lnTo>
                <a:lnTo>
                  <a:pt x="1143000" y="2219325"/>
                </a:lnTo>
                <a:lnTo>
                  <a:pt x="1123950" y="2219325"/>
                </a:lnTo>
                <a:close/>
                <a:moveTo>
                  <a:pt x="895350" y="2219325"/>
                </a:moveTo>
                <a:lnTo>
                  <a:pt x="914400" y="2219325"/>
                </a:lnTo>
                <a:lnTo>
                  <a:pt x="914400" y="2228850"/>
                </a:lnTo>
                <a:lnTo>
                  <a:pt x="895350" y="2228850"/>
                </a:lnTo>
                <a:close/>
                <a:moveTo>
                  <a:pt x="1590675" y="2219325"/>
                </a:moveTo>
                <a:lnTo>
                  <a:pt x="1619250" y="2219325"/>
                </a:lnTo>
                <a:lnTo>
                  <a:pt x="1619250" y="2228850"/>
                </a:lnTo>
                <a:lnTo>
                  <a:pt x="1590675" y="2228850"/>
                </a:lnTo>
                <a:close/>
                <a:moveTo>
                  <a:pt x="590550" y="2247900"/>
                </a:moveTo>
                <a:lnTo>
                  <a:pt x="619125" y="2247900"/>
                </a:lnTo>
                <a:lnTo>
                  <a:pt x="619125" y="2257425"/>
                </a:lnTo>
                <a:lnTo>
                  <a:pt x="590550" y="2257425"/>
                </a:lnTo>
                <a:close/>
                <a:moveTo>
                  <a:pt x="733425" y="2247900"/>
                </a:moveTo>
                <a:lnTo>
                  <a:pt x="752475" y="2247900"/>
                </a:lnTo>
                <a:lnTo>
                  <a:pt x="752475" y="2257425"/>
                </a:lnTo>
                <a:lnTo>
                  <a:pt x="733425" y="2257425"/>
                </a:lnTo>
                <a:close/>
                <a:moveTo>
                  <a:pt x="781050" y="2247900"/>
                </a:moveTo>
                <a:lnTo>
                  <a:pt x="819150" y="2247900"/>
                </a:lnTo>
                <a:lnTo>
                  <a:pt x="819150" y="2257425"/>
                </a:lnTo>
                <a:lnTo>
                  <a:pt x="781050" y="2257425"/>
                </a:lnTo>
                <a:close/>
                <a:moveTo>
                  <a:pt x="838200" y="2247900"/>
                </a:moveTo>
                <a:lnTo>
                  <a:pt x="876300" y="2247900"/>
                </a:lnTo>
                <a:lnTo>
                  <a:pt x="876300" y="2257425"/>
                </a:lnTo>
                <a:lnTo>
                  <a:pt x="838200" y="2257425"/>
                </a:lnTo>
                <a:close/>
                <a:moveTo>
                  <a:pt x="914400" y="2247900"/>
                </a:moveTo>
                <a:lnTo>
                  <a:pt x="933450" y="2247900"/>
                </a:lnTo>
                <a:lnTo>
                  <a:pt x="933450" y="2257425"/>
                </a:lnTo>
                <a:lnTo>
                  <a:pt x="914400" y="2257425"/>
                </a:lnTo>
                <a:close/>
                <a:moveTo>
                  <a:pt x="1028700" y="2247900"/>
                </a:moveTo>
                <a:lnTo>
                  <a:pt x="1076325" y="2247900"/>
                </a:lnTo>
                <a:lnTo>
                  <a:pt x="1076325" y="2257425"/>
                </a:lnTo>
                <a:lnTo>
                  <a:pt x="1123950" y="2257425"/>
                </a:lnTo>
                <a:lnTo>
                  <a:pt x="1123950" y="2266950"/>
                </a:lnTo>
                <a:lnTo>
                  <a:pt x="1066800" y="2266950"/>
                </a:lnTo>
                <a:lnTo>
                  <a:pt x="1066800" y="2257425"/>
                </a:lnTo>
                <a:lnTo>
                  <a:pt x="1028700" y="2257425"/>
                </a:lnTo>
                <a:close/>
                <a:moveTo>
                  <a:pt x="1266825" y="2247900"/>
                </a:moveTo>
                <a:lnTo>
                  <a:pt x="1285875" y="2247900"/>
                </a:lnTo>
                <a:lnTo>
                  <a:pt x="1285875" y="2257425"/>
                </a:lnTo>
                <a:lnTo>
                  <a:pt x="1266825" y="2257425"/>
                </a:lnTo>
                <a:close/>
                <a:moveTo>
                  <a:pt x="1533525" y="2247900"/>
                </a:moveTo>
                <a:lnTo>
                  <a:pt x="1562100" y="2247900"/>
                </a:lnTo>
                <a:lnTo>
                  <a:pt x="1562100" y="2257425"/>
                </a:lnTo>
                <a:lnTo>
                  <a:pt x="1571625" y="2257425"/>
                </a:lnTo>
                <a:lnTo>
                  <a:pt x="1571625" y="2266950"/>
                </a:lnTo>
                <a:lnTo>
                  <a:pt x="1562100" y="2266950"/>
                </a:lnTo>
                <a:lnTo>
                  <a:pt x="1562100" y="2276475"/>
                </a:lnTo>
                <a:lnTo>
                  <a:pt x="1524000" y="2276475"/>
                </a:lnTo>
                <a:lnTo>
                  <a:pt x="1524000" y="2266950"/>
                </a:lnTo>
                <a:lnTo>
                  <a:pt x="1543050" y="2266950"/>
                </a:lnTo>
                <a:lnTo>
                  <a:pt x="1543050" y="2257425"/>
                </a:lnTo>
                <a:lnTo>
                  <a:pt x="1533525" y="2257425"/>
                </a:lnTo>
                <a:close/>
                <a:moveTo>
                  <a:pt x="1600200" y="2247900"/>
                </a:moveTo>
                <a:lnTo>
                  <a:pt x="1609725" y="2247900"/>
                </a:lnTo>
                <a:lnTo>
                  <a:pt x="1609725" y="2257425"/>
                </a:lnTo>
                <a:lnTo>
                  <a:pt x="1600200" y="2257425"/>
                </a:lnTo>
                <a:close/>
                <a:moveTo>
                  <a:pt x="1619250" y="2247900"/>
                </a:moveTo>
                <a:lnTo>
                  <a:pt x="1628775" y="2247900"/>
                </a:lnTo>
                <a:lnTo>
                  <a:pt x="1628775" y="2257425"/>
                </a:lnTo>
                <a:lnTo>
                  <a:pt x="1638300" y="2257425"/>
                </a:lnTo>
                <a:lnTo>
                  <a:pt x="1638300" y="2247900"/>
                </a:lnTo>
                <a:lnTo>
                  <a:pt x="1647825" y="2247900"/>
                </a:lnTo>
                <a:lnTo>
                  <a:pt x="1647825" y="2266950"/>
                </a:lnTo>
                <a:lnTo>
                  <a:pt x="1609725" y="2266950"/>
                </a:lnTo>
                <a:lnTo>
                  <a:pt x="1609725" y="2257425"/>
                </a:lnTo>
                <a:lnTo>
                  <a:pt x="1619250" y="2257425"/>
                </a:lnTo>
                <a:close/>
                <a:moveTo>
                  <a:pt x="1666875" y="2247900"/>
                </a:moveTo>
                <a:lnTo>
                  <a:pt x="1695450" y="2247900"/>
                </a:lnTo>
                <a:lnTo>
                  <a:pt x="1695450" y="2257425"/>
                </a:lnTo>
                <a:lnTo>
                  <a:pt x="1685925" y="2257425"/>
                </a:lnTo>
                <a:lnTo>
                  <a:pt x="1685925" y="2266950"/>
                </a:lnTo>
                <a:lnTo>
                  <a:pt x="1676400" y="2266950"/>
                </a:lnTo>
                <a:lnTo>
                  <a:pt x="1676400" y="2276475"/>
                </a:lnTo>
                <a:lnTo>
                  <a:pt x="1657350" y="2276475"/>
                </a:lnTo>
                <a:lnTo>
                  <a:pt x="1657350" y="2266950"/>
                </a:lnTo>
                <a:lnTo>
                  <a:pt x="1666875" y="2266950"/>
                </a:lnTo>
                <a:close/>
                <a:moveTo>
                  <a:pt x="219075" y="2257425"/>
                </a:moveTo>
                <a:lnTo>
                  <a:pt x="276225" y="2257425"/>
                </a:lnTo>
                <a:lnTo>
                  <a:pt x="276225" y="2266950"/>
                </a:lnTo>
                <a:lnTo>
                  <a:pt x="257175" y="2266950"/>
                </a:lnTo>
                <a:lnTo>
                  <a:pt x="257175" y="2276475"/>
                </a:lnTo>
                <a:lnTo>
                  <a:pt x="238125" y="2276475"/>
                </a:lnTo>
                <a:lnTo>
                  <a:pt x="238125" y="2286000"/>
                </a:lnTo>
                <a:lnTo>
                  <a:pt x="200025" y="2286000"/>
                </a:lnTo>
                <a:lnTo>
                  <a:pt x="200025" y="2276475"/>
                </a:lnTo>
                <a:lnTo>
                  <a:pt x="209550" y="2276475"/>
                </a:lnTo>
                <a:lnTo>
                  <a:pt x="209550" y="2266950"/>
                </a:lnTo>
                <a:lnTo>
                  <a:pt x="219075" y="2266950"/>
                </a:lnTo>
                <a:close/>
                <a:moveTo>
                  <a:pt x="295275" y="2257425"/>
                </a:moveTo>
                <a:lnTo>
                  <a:pt x="314325" y="2257425"/>
                </a:lnTo>
                <a:lnTo>
                  <a:pt x="314325" y="2266950"/>
                </a:lnTo>
                <a:lnTo>
                  <a:pt x="295275" y="2266950"/>
                </a:lnTo>
                <a:close/>
                <a:moveTo>
                  <a:pt x="333375" y="2257425"/>
                </a:moveTo>
                <a:lnTo>
                  <a:pt x="352425" y="2257425"/>
                </a:lnTo>
                <a:lnTo>
                  <a:pt x="352425" y="2266950"/>
                </a:lnTo>
                <a:lnTo>
                  <a:pt x="333375" y="2266950"/>
                </a:lnTo>
                <a:close/>
                <a:moveTo>
                  <a:pt x="504825" y="2257425"/>
                </a:moveTo>
                <a:lnTo>
                  <a:pt x="514350" y="2257425"/>
                </a:lnTo>
                <a:lnTo>
                  <a:pt x="514350" y="2266950"/>
                </a:lnTo>
                <a:lnTo>
                  <a:pt x="504825" y="2266950"/>
                </a:lnTo>
                <a:close/>
                <a:moveTo>
                  <a:pt x="571500" y="2257425"/>
                </a:moveTo>
                <a:lnTo>
                  <a:pt x="581025" y="2257425"/>
                </a:lnTo>
                <a:lnTo>
                  <a:pt x="581025" y="2266950"/>
                </a:lnTo>
                <a:lnTo>
                  <a:pt x="600075" y="2266950"/>
                </a:lnTo>
                <a:lnTo>
                  <a:pt x="600075" y="2276475"/>
                </a:lnTo>
                <a:lnTo>
                  <a:pt x="609600" y="2276475"/>
                </a:lnTo>
                <a:lnTo>
                  <a:pt x="609600" y="2266950"/>
                </a:lnTo>
                <a:lnTo>
                  <a:pt x="628650" y="2266950"/>
                </a:lnTo>
                <a:lnTo>
                  <a:pt x="628650" y="2276475"/>
                </a:lnTo>
                <a:lnTo>
                  <a:pt x="609600" y="2276475"/>
                </a:lnTo>
                <a:lnTo>
                  <a:pt x="609600" y="2295525"/>
                </a:lnTo>
                <a:lnTo>
                  <a:pt x="590550" y="2295525"/>
                </a:lnTo>
                <a:lnTo>
                  <a:pt x="590550" y="2286000"/>
                </a:lnTo>
                <a:lnTo>
                  <a:pt x="581025" y="2286000"/>
                </a:lnTo>
                <a:lnTo>
                  <a:pt x="581025" y="2276475"/>
                </a:lnTo>
                <a:lnTo>
                  <a:pt x="571500" y="2276475"/>
                </a:lnTo>
                <a:close/>
                <a:moveTo>
                  <a:pt x="1171575" y="2257425"/>
                </a:moveTo>
                <a:lnTo>
                  <a:pt x="1200150" y="2257425"/>
                </a:lnTo>
                <a:lnTo>
                  <a:pt x="1200150" y="2266950"/>
                </a:lnTo>
                <a:lnTo>
                  <a:pt x="1171575" y="2266950"/>
                </a:lnTo>
                <a:close/>
                <a:moveTo>
                  <a:pt x="1219200" y="2257425"/>
                </a:moveTo>
                <a:lnTo>
                  <a:pt x="1228725" y="2257425"/>
                </a:lnTo>
                <a:lnTo>
                  <a:pt x="1228725" y="2266950"/>
                </a:lnTo>
                <a:lnTo>
                  <a:pt x="1219200" y="2266950"/>
                </a:lnTo>
                <a:close/>
                <a:moveTo>
                  <a:pt x="314325" y="2266950"/>
                </a:moveTo>
                <a:lnTo>
                  <a:pt x="323850" y="2266950"/>
                </a:lnTo>
                <a:lnTo>
                  <a:pt x="323850" y="2276475"/>
                </a:lnTo>
                <a:lnTo>
                  <a:pt x="314325" y="2276475"/>
                </a:lnTo>
                <a:close/>
                <a:moveTo>
                  <a:pt x="647700" y="2266950"/>
                </a:moveTo>
                <a:lnTo>
                  <a:pt x="657225" y="2266950"/>
                </a:lnTo>
                <a:lnTo>
                  <a:pt x="657225" y="2286000"/>
                </a:lnTo>
                <a:lnTo>
                  <a:pt x="647700" y="2286000"/>
                </a:lnTo>
                <a:close/>
                <a:moveTo>
                  <a:pt x="733425" y="2266950"/>
                </a:moveTo>
                <a:lnTo>
                  <a:pt x="752475" y="2266950"/>
                </a:lnTo>
                <a:lnTo>
                  <a:pt x="752475" y="2276475"/>
                </a:lnTo>
                <a:lnTo>
                  <a:pt x="762000" y="2276475"/>
                </a:lnTo>
                <a:lnTo>
                  <a:pt x="762000" y="2286000"/>
                </a:lnTo>
                <a:lnTo>
                  <a:pt x="733425" y="2286000"/>
                </a:lnTo>
                <a:close/>
                <a:moveTo>
                  <a:pt x="781050" y="2266950"/>
                </a:moveTo>
                <a:lnTo>
                  <a:pt x="828675" y="2266950"/>
                </a:lnTo>
                <a:lnTo>
                  <a:pt x="828675" y="2286000"/>
                </a:lnTo>
                <a:lnTo>
                  <a:pt x="838200" y="2286000"/>
                </a:lnTo>
                <a:lnTo>
                  <a:pt x="838200" y="2295525"/>
                </a:lnTo>
                <a:lnTo>
                  <a:pt x="828675" y="2295525"/>
                </a:lnTo>
                <a:lnTo>
                  <a:pt x="828675" y="2305050"/>
                </a:lnTo>
                <a:lnTo>
                  <a:pt x="809625" y="2305050"/>
                </a:lnTo>
                <a:lnTo>
                  <a:pt x="809625" y="2314575"/>
                </a:lnTo>
                <a:lnTo>
                  <a:pt x="819150" y="2314575"/>
                </a:lnTo>
                <a:lnTo>
                  <a:pt x="819150" y="2324100"/>
                </a:lnTo>
                <a:lnTo>
                  <a:pt x="828675" y="2324100"/>
                </a:lnTo>
                <a:lnTo>
                  <a:pt x="828675" y="2314575"/>
                </a:lnTo>
                <a:lnTo>
                  <a:pt x="838200" y="2314575"/>
                </a:lnTo>
                <a:lnTo>
                  <a:pt x="838200" y="2333625"/>
                </a:lnTo>
                <a:lnTo>
                  <a:pt x="828675" y="2333625"/>
                </a:lnTo>
                <a:lnTo>
                  <a:pt x="828675" y="2343150"/>
                </a:lnTo>
                <a:lnTo>
                  <a:pt x="819150" y="2343150"/>
                </a:lnTo>
                <a:lnTo>
                  <a:pt x="819150" y="2333625"/>
                </a:lnTo>
                <a:lnTo>
                  <a:pt x="809625" y="2333625"/>
                </a:lnTo>
                <a:lnTo>
                  <a:pt x="809625" y="2324100"/>
                </a:lnTo>
                <a:lnTo>
                  <a:pt x="800100" y="2324100"/>
                </a:lnTo>
                <a:lnTo>
                  <a:pt x="800100" y="2305050"/>
                </a:lnTo>
                <a:lnTo>
                  <a:pt x="790575" y="2305050"/>
                </a:lnTo>
                <a:lnTo>
                  <a:pt x="790575" y="2295525"/>
                </a:lnTo>
                <a:lnTo>
                  <a:pt x="809625" y="2295525"/>
                </a:lnTo>
                <a:lnTo>
                  <a:pt x="809625" y="2286000"/>
                </a:lnTo>
                <a:lnTo>
                  <a:pt x="800100" y="2286000"/>
                </a:lnTo>
                <a:lnTo>
                  <a:pt x="800100" y="2276475"/>
                </a:lnTo>
                <a:lnTo>
                  <a:pt x="781050" y="2276475"/>
                </a:lnTo>
                <a:close/>
                <a:moveTo>
                  <a:pt x="838200" y="2266950"/>
                </a:moveTo>
                <a:lnTo>
                  <a:pt x="876300" y="2266950"/>
                </a:lnTo>
                <a:lnTo>
                  <a:pt x="876300" y="2276475"/>
                </a:lnTo>
                <a:lnTo>
                  <a:pt x="838200" y="2276475"/>
                </a:lnTo>
                <a:close/>
                <a:moveTo>
                  <a:pt x="914400" y="2266950"/>
                </a:moveTo>
                <a:lnTo>
                  <a:pt x="933450" y="2266950"/>
                </a:lnTo>
                <a:lnTo>
                  <a:pt x="933450" y="2314575"/>
                </a:lnTo>
                <a:lnTo>
                  <a:pt x="914400" y="2314575"/>
                </a:lnTo>
                <a:lnTo>
                  <a:pt x="914400" y="2295525"/>
                </a:lnTo>
                <a:lnTo>
                  <a:pt x="923925" y="2295525"/>
                </a:lnTo>
                <a:lnTo>
                  <a:pt x="923925" y="2286000"/>
                </a:lnTo>
                <a:lnTo>
                  <a:pt x="904875" y="2286000"/>
                </a:lnTo>
                <a:lnTo>
                  <a:pt x="904875" y="2276475"/>
                </a:lnTo>
                <a:lnTo>
                  <a:pt x="914400" y="2276475"/>
                </a:lnTo>
                <a:close/>
                <a:moveTo>
                  <a:pt x="1028700" y="2266950"/>
                </a:moveTo>
                <a:lnTo>
                  <a:pt x="1057275" y="2266950"/>
                </a:lnTo>
                <a:lnTo>
                  <a:pt x="1057275" y="2276475"/>
                </a:lnTo>
                <a:lnTo>
                  <a:pt x="1028700" y="2276475"/>
                </a:lnTo>
                <a:close/>
                <a:moveTo>
                  <a:pt x="1247775" y="2266950"/>
                </a:moveTo>
                <a:lnTo>
                  <a:pt x="1295400" y="2266950"/>
                </a:lnTo>
                <a:lnTo>
                  <a:pt x="1295400" y="2276475"/>
                </a:lnTo>
                <a:lnTo>
                  <a:pt x="1247775" y="2276475"/>
                </a:lnTo>
                <a:close/>
                <a:moveTo>
                  <a:pt x="1304925" y="2266950"/>
                </a:moveTo>
                <a:lnTo>
                  <a:pt x="1333500" y="2266950"/>
                </a:lnTo>
                <a:lnTo>
                  <a:pt x="1333500" y="2276475"/>
                </a:lnTo>
                <a:lnTo>
                  <a:pt x="1304925" y="2276475"/>
                </a:lnTo>
                <a:close/>
                <a:moveTo>
                  <a:pt x="1371600" y="2266950"/>
                </a:moveTo>
                <a:lnTo>
                  <a:pt x="1400175" y="2266950"/>
                </a:lnTo>
                <a:lnTo>
                  <a:pt x="1400175" y="2276475"/>
                </a:lnTo>
                <a:lnTo>
                  <a:pt x="1371600" y="2276475"/>
                </a:lnTo>
                <a:close/>
                <a:moveTo>
                  <a:pt x="1419225" y="2266950"/>
                </a:moveTo>
                <a:lnTo>
                  <a:pt x="1495425" y="2266950"/>
                </a:lnTo>
                <a:lnTo>
                  <a:pt x="1495425" y="2276475"/>
                </a:lnTo>
                <a:lnTo>
                  <a:pt x="1419225" y="2276475"/>
                </a:lnTo>
                <a:close/>
                <a:moveTo>
                  <a:pt x="1600200" y="2266950"/>
                </a:moveTo>
                <a:lnTo>
                  <a:pt x="1609725" y="2266950"/>
                </a:lnTo>
                <a:lnTo>
                  <a:pt x="1609725" y="2276475"/>
                </a:lnTo>
                <a:lnTo>
                  <a:pt x="1600200" y="2276475"/>
                </a:lnTo>
                <a:close/>
                <a:moveTo>
                  <a:pt x="1685925" y="2266950"/>
                </a:moveTo>
                <a:lnTo>
                  <a:pt x="1695450" y="2266950"/>
                </a:lnTo>
                <a:lnTo>
                  <a:pt x="1695450" y="2276475"/>
                </a:lnTo>
                <a:lnTo>
                  <a:pt x="1685925" y="2276475"/>
                </a:lnTo>
                <a:close/>
                <a:moveTo>
                  <a:pt x="876300" y="2276475"/>
                </a:moveTo>
                <a:lnTo>
                  <a:pt x="895350" y="2276475"/>
                </a:lnTo>
                <a:lnTo>
                  <a:pt x="895350" y="2286000"/>
                </a:lnTo>
                <a:lnTo>
                  <a:pt x="876300" y="2286000"/>
                </a:lnTo>
                <a:close/>
                <a:moveTo>
                  <a:pt x="400050" y="2295525"/>
                </a:moveTo>
                <a:lnTo>
                  <a:pt x="409575" y="2295525"/>
                </a:lnTo>
                <a:lnTo>
                  <a:pt x="409575" y="2314575"/>
                </a:lnTo>
                <a:lnTo>
                  <a:pt x="400050" y="2314575"/>
                </a:lnTo>
                <a:close/>
                <a:moveTo>
                  <a:pt x="733425" y="2295525"/>
                </a:moveTo>
                <a:lnTo>
                  <a:pt x="771525" y="2295525"/>
                </a:lnTo>
                <a:lnTo>
                  <a:pt x="771525" y="2305050"/>
                </a:lnTo>
                <a:lnTo>
                  <a:pt x="762000" y="2305050"/>
                </a:lnTo>
                <a:lnTo>
                  <a:pt x="762000" y="2314575"/>
                </a:lnTo>
                <a:lnTo>
                  <a:pt x="752475" y="2314575"/>
                </a:lnTo>
                <a:lnTo>
                  <a:pt x="752475" y="2305050"/>
                </a:lnTo>
                <a:lnTo>
                  <a:pt x="733425" y="2305050"/>
                </a:lnTo>
                <a:close/>
                <a:moveTo>
                  <a:pt x="1314450" y="2295525"/>
                </a:moveTo>
                <a:lnTo>
                  <a:pt x="1333500" y="2295525"/>
                </a:lnTo>
                <a:lnTo>
                  <a:pt x="1333500" y="2305050"/>
                </a:lnTo>
                <a:lnTo>
                  <a:pt x="1314450" y="2305050"/>
                </a:lnTo>
                <a:close/>
                <a:moveTo>
                  <a:pt x="1419225" y="2295525"/>
                </a:moveTo>
                <a:lnTo>
                  <a:pt x="1447800" y="2295525"/>
                </a:lnTo>
                <a:lnTo>
                  <a:pt x="1447800" y="2305050"/>
                </a:lnTo>
                <a:lnTo>
                  <a:pt x="1438275" y="2305050"/>
                </a:lnTo>
                <a:lnTo>
                  <a:pt x="1438275" y="2314575"/>
                </a:lnTo>
                <a:lnTo>
                  <a:pt x="1428750" y="2314575"/>
                </a:lnTo>
                <a:lnTo>
                  <a:pt x="1428750" y="2305050"/>
                </a:lnTo>
                <a:lnTo>
                  <a:pt x="1419225" y="2305050"/>
                </a:lnTo>
                <a:close/>
                <a:moveTo>
                  <a:pt x="1571625" y="2295525"/>
                </a:moveTo>
                <a:lnTo>
                  <a:pt x="1619250" y="2295525"/>
                </a:lnTo>
                <a:lnTo>
                  <a:pt x="1619250" y="2314575"/>
                </a:lnTo>
                <a:lnTo>
                  <a:pt x="1600200" y="2314575"/>
                </a:lnTo>
                <a:lnTo>
                  <a:pt x="1600200" y="2333625"/>
                </a:lnTo>
                <a:lnTo>
                  <a:pt x="1590675" y="2333625"/>
                </a:lnTo>
                <a:lnTo>
                  <a:pt x="1590675" y="2324100"/>
                </a:lnTo>
                <a:lnTo>
                  <a:pt x="1571625" y="2324100"/>
                </a:lnTo>
                <a:lnTo>
                  <a:pt x="1571625" y="2333625"/>
                </a:lnTo>
                <a:lnTo>
                  <a:pt x="1562100" y="2333625"/>
                </a:lnTo>
                <a:lnTo>
                  <a:pt x="1562100" y="2343150"/>
                </a:lnTo>
                <a:lnTo>
                  <a:pt x="1552575" y="2343150"/>
                </a:lnTo>
                <a:lnTo>
                  <a:pt x="1552575" y="2333625"/>
                </a:lnTo>
                <a:lnTo>
                  <a:pt x="1533525" y="2333625"/>
                </a:lnTo>
                <a:lnTo>
                  <a:pt x="1533525" y="2324100"/>
                </a:lnTo>
                <a:lnTo>
                  <a:pt x="1524000" y="2324100"/>
                </a:lnTo>
                <a:lnTo>
                  <a:pt x="1524000" y="2333625"/>
                </a:lnTo>
                <a:lnTo>
                  <a:pt x="1514475" y="2333625"/>
                </a:lnTo>
                <a:lnTo>
                  <a:pt x="1514475" y="2314575"/>
                </a:lnTo>
                <a:lnTo>
                  <a:pt x="1524000" y="2314575"/>
                </a:lnTo>
                <a:lnTo>
                  <a:pt x="1524000" y="2305050"/>
                </a:lnTo>
                <a:lnTo>
                  <a:pt x="1543050" y="2305050"/>
                </a:lnTo>
                <a:lnTo>
                  <a:pt x="1543050" y="2324100"/>
                </a:lnTo>
                <a:lnTo>
                  <a:pt x="1562100" y="2324100"/>
                </a:lnTo>
                <a:lnTo>
                  <a:pt x="1562100" y="2305050"/>
                </a:lnTo>
                <a:lnTo>
                  <a:pt x="1571625" y="2305050"/>
                </a:lnTo>
                <a:close/>
                <a:moveTo>
                  <a:pt x="1666875" y="2295525"/>
                </a:moveTo>
                <a:lnTo>
                  <a:pt x="1676400" y="2295525"/>
                </a:lnTo>
                <a:lnTo>
                  <a:pt x="1676400" y="2305050"/>
                </a:lnTo>
                <a:lnTo>
                  <a:pt x="1666875" y="2305050"/>
                </a:lnTo>
                <a:close/>
                <a:moveTo>
                  <a:pt x="771525" y="2305050"/>
                </a:moveTo>
                <a:lnTo>
                  <a:pt x="781050" y="2305050"/>
                </a:lnTo>
                <a:lnTo>
                  <a:pt x="781050" y="2314575"/>
                </a:lnTo>
                <a:lnTo>
                  <a:pt x="771525" y="2314575"/>
                </a:lnTo>
                <a:close/>
                <a:moveTo>
                  <a:pt x="1038225" y="2305050"/>
                </a:moveTo>
                <a:lnTo>
                  <a:pt x="1047750" y="2305050"/>
                </a:lnTo>
                <a:lnTo>
                  <a:pt x="1047750" y="2324100"/>
                </a:lnTo>
                <a:lnTo>
                  <a:pt x="1038225" y="2324100"/>
                </a:lnTo>
                <a:close/>
                <a:moveTo>
                  <a:pt x="1419225" y="2314575"/>
                </a:moveTo>
                <a:lnTo>
                  <a:pt x="1428750" y="2314575"/>
                </a:lnTo>
                <a:lnTo>
                  <a:pt x="1428750" y="2324100"/>
                </a:lnTo>
                <a:lnTo>
                  <a:pt x="1419225" y="2324100"/>
                </a:lnTo>
                <a:close/>
                <a:moveTo>
                  <a:pt x="876300" y="2324100"/>
                </a:moveTo>
                <a:lnTo>
                  <a:pt x="885825" y="2324100"/>
                </a:lnTo>
                <a:lnTo>
                  <a:pt x="885825" y="2333625"/>
                </a:lnTo>
                <a:lnTo>
                  <a:pt x="876300" y="2333625"/>
                </a:lnTo>
                <a:close/>
                <a:moveTo>
                  <a:pt x="790575" y="2352675"/>
                </a:moveTo>
                <a:lnTo>
                  <a:pt x="800100" y="2352675"/>
                </a:lnTo>
                <a:lnTo>
                  <a:pt x="800100" y="2362200"/>
                </a:lnTo>
                <a:lnTo>
                  <a:pt x="809625" y="2362200"/>
                </a:lnTo>
                <a:lnTo>
                  <a:pt x="809625" y="2352675"/>
                </a:lnTo>
                <a:lnTo>
                  <a:pt x="819150" y="2352675"/>
                </a:lnTo>
                <a:lnTo>
                  <a:pt x="819150" y="2362200"/>
                </a:lnTo>
                <a:lnTo>
                  <a:pt x="809625" y="2362200"/>
                </a:lnTo>
                <a:lnTo>
                  <a:pt x="809625" y="2371725"/>
                </a:lnTo>
                <a:lnTo>
                  <a:pt x="800100" y="2371725"/>
                </a:lnTo>
                <a:lnTo>
                  <a:pt x="800100" y="2381250"/>
                </a:lnTo>
                <a:lnTo>
                  <a:pt x="781050" y="2381250"/>
                </a:lnTo>
                <a:lnTo>
                  <a:pt x="781050" y="2371725"/>
                </a:lnTo>
                <a:lnTo>
                  <a:pt x="790575" y="2371725"/>
                </a:lnTo>
                <a:close/>
                <a:moveTo>
                  <a:pt x="1028700" y="2371725"/>
                </a:moveTo>
                <a:lnTo>
                  <a:pt x="1047750" y="2371725"/>
                </a:lnTo>
                <a:lnTo>
                  <a:pt x="1047750" y="2390775"/>
                </a:lnTo>
                <a:lnTo>
                  <a:pt x="1028700" y="2390775"/>
                </a:lnTo>
                <a:close/>
                <a:moveTo>
                  <a:pt x="1314450" y="2400300"/>
                </a:moveTo>
                <a:lnTo>
                  <a:pt x="1323975" y="2400300"/>
                </a:lnTo>
                <a:lnTo>
                  <a:pt x="1323975" y="2409825"/>
                </a:lnTo>
                <a:lnTo>
                  <a:pt x="1314450" y="2409825"/>
                </a:lnTo>
                <a:close/>
                <a:moveTo>
                  <a:pt x="428625" y="2428875"/>
                </a:moveTo>
                <a:lnTo>
                  <a:pt x="447675" y="2428875"/>
                </a:lnTo>
                <a:lnTo>
                  <a:pt x="447675" y="2438400"/>
                </a:lnTo>
                <a:lnTo>
                  <a:pt x="428625" y="2438400"/>
                </a:lnTo>
                <a:close/>
                <a:moveTo>
                  <a:pt x="1381125" y="2428875"/>
                </a:moveTo>
                <a:lnTo>
                  <a:pt x="1390650" y="2428875"/>
                </a:lnTo>
                <a:lnTo>
                  <a:pt x="1390650" y="2438400"/>
                </a:lnTo>
                <a:lnTo>
                  <a:pt x="1381125" y="2438400"/>
                </a:lnTo>
                <a:close/>
                <a:moveTo>
                  <a:pt x="1524000" y="2428875"/>
                </a:moveTo>
                <a:lnTo>
                  <a:pt x="1552575" y="2428875"/>
                </a:lnTo>
                <a:lnTo>
                  <a:pt x="1552575" y="2447925"/>
                </a:lnTo>
                <a:lnTo>
                  <a:pt x="1600200" y="2447925"/>
                </a:lnTo>
                <a:lnTo>
                  <a:pt x="1600200" y="2457450"/>
                </a:lnTo>
                <a:lnTo>
                  <a:pt x="1590675" y="2457450"/>
                </a:lnTo>
                <a:lnTo>
                  <a:pt x="1590675" y="2486025"/>
                </a:lnTo>
                <a:lnTo>
                  <a:pt x="1581150" y="2486025"/>
                </a:lnTo>
                <a:lnTo>
                  <a:pt x="1581150" y="2466975"/>
                </a:lnTo>
                <a:lnTo>
                  <a:pt x="1543050" y="2466975"/>
                </a:lnTo>
                <a:lnTo>
                  <a:pt x="1543050" y="2457450"/>
                </a:lnTo>
                <a:lnTo>
                  <a:pt x="1524000" y="2457450"/>
                </a:lnTo>
                <a:close/>
                <a:moveTo>
                  <a:pt x="1571625" y="2428875"/>
                </a:moveTo>
                <a:lnTo>
                  <a:pt x="1590675" y="2428875"/>
                </a:lnTo>
                <a:lnTo>
                  <a:pt x="1590675" y="2438400"/>
                </a:lnTo>
                <a:lnTo>
                  <a:pt x="1571625" y="2438400"/>
                </a:lnTo>
                <a:close/>
                <a:moveTo>
                  <a:pt x="752475" y="2438400"/>
                </a:moveTo>
                <a:lnTo>
                  <a:pt x="781050" y="2438400"/>
                </a:lnTo>
                <a:lnTo>
                  <a:pt x="781050" y="2447925"/>
                </a:lnTo>
                <a:lnTo>
                  <a:pt x="752475" y="2447925"/>
                </a:lnTo>
                <a:close/>
                <a:moveTo>
                  <a:pt x="1057275" y="2438400"/>
                </a:moveTo>
                <a:lnTo>
                  <a:pt x="1066800" y="2438400"/>
                </a:lnTo>
                <a:lnTo>
                  <a:pt x="1066800" y="2457450"/>
                </a:lnTo>
                <a:lnTo>
                  <a:pt x="1057275" y="2457450"/>
                </a:lnTo>
                <a:lnTo>
                  <a:pt x="1057275" y="2466975"/>
                </a:lnTo>
                <a:lnTo>
                  <a:pt x="1038225" y="2466975"/>
                </a:lnTo>
                <a:lnTo>
                  <a:pt x="1038225" y="2457450"/>
                </a:lnTo>
                <a:lnTo>
                  <a:pt x="1047750" y="2457450"/>
                </a:lnTo>
                <a:lnTo>
                  <a:pt x="1047750" y="2447925"/>
                </a:lnTo>
                <a:lnTo>
                  <a:pt x="1057275" y="2447925"/>
                </a:lnTo>
                <a:close/>
                <a:moveTo>
                  <a:pt x="352425" y="2447925"/>
                </a:moveTo>
                <a:lnTo>
                  <a:pt x="361950" y="2447925"/>
                </a:lnTo>
                <a:lnTo>
                  <a:pt x="361950" y="2466975"/>
                </a:lnTo>
                <a:lnTo>
                  <a:pt x="352425" y="2466975"/>
                </a:lnTo>
                <a:close/>
                <a:moveTo>
                  <a:pt x="438150" y="2447925"/>
                </a:moveTo>
                <a:lnTo>
                  <a:pt x="457200" y="2447925"/>
                </a:lnTo>
                <a:lnTo>
                  <a:pt x="457200" y="2457450"/>
                </a:lnTo>
                <a:lnTo>
                  <a:pt x="485775" y="2457450"/>
                </a:lnTo>
                <a:lnTo>
                  <a:pt x="485775" y="2447925"/>
                </a:lnTo>
                <a:lnTo>
                  <a:pt x="495300" y="2447925"/>
                </a:lnTo>
                <a:lnTo>
                  <a:pt x="495300" y="2466975"/>
                </a:lnTo>
                <a:lnTo>
                  <a:pt x="476250" y="2466975"/>
                </a:lnTo>
                <a:lnTo>
                  <a:pt x="476250" y="2486025"/>
                </a:lnTo>
                <a:lnTo>
                  <a:pt x="457200" y="2486025"/>
                </a:lnTo>
                <a:lnTo>
                  <a:pt x="457200" y="2466975"/>
                </a:lnTo>
                <a:lnTo>
                  <a:pt x="438150" y="2466975"/>
                </a:lnTo>
                <a:close/>
                <a:moveTo>
                  <a:pt x="542925" y="2447925"/>
                </a:moveTo>
                <a:lnTo>
                  <a:pt x="552450" y="2447925"/>
                </a:lnTo>
                <a:lnTo>
                  <a:pt x="552450" y="2457450"/>
                </a:lnTo>
                <a:lnTo>
                  <a:pt x="542925" y="2457450"/>
                </a:lnTo>
                <a:close/>
                <a:moveTo>
                  <a:pt x="581025" y="2447925"/>
                </a:moveTo>
                <a:lnTo>
                  <a:pt x="590550" y="2447925"/>
                </a:lnTo>
                <a:lnTo>
                  <a:pt x="590550" y="2457450"/>
                </a:lnTo>
                <a:lnTo>
                  <a:pt x="581025" y="2457450"/>
                </a:lnTo>
                <a:close/>
                <a:moveTo>
                  <a:pt x="600075" y="2447925"/>
                </a:moveTo>
                <a:lnTo>
                  <a:pt x="628650" y="2447925"/>
                </a:lnTo>
                <a:lnTo>
                  <a:pt x="628650" y="2466975"/>
                </a:lnTo>
                <a:lnTo>
                  <a:pt x="609600" y="2466975"/>
                </a:lnTo>
                <a:lnTo>
                  <a:pt x="609600" y="2457450"/>
                </a:lnTo>
                <a:lnTo>
                  <a:pt x="600075" y="2457450"/>
                </a:lnTo>
                <a:close/>
                <a:moveTo>
                  <a:pt x="866775" y="2447925"/>
                </a:moveTo>
                <a:lnTo>
                  <a:pt x="876300" y="2447925"/>
                </a:lnTo>
                <a:lnTo>
                  <a:pt x="876300" y="2457450"/>
                </a:lnTo>
                <a:lnTo>
                  <a:pt x="866775" y="2457450"/>
                </a:lnTo>
                <a:close/>
                <a:moveTo>
                  <a:pt x="923925" y="2447925"/>
                </a:moveTo>
                <a:lnTo>
                  <a:pt x="952500" y="2447925"/>
                </a:lnTo>
                <a:lnTo>
                  <a:pt x="952500" y="2457450"/>
                </a:lnTo>
                <a:lnTo>
                  <a:pt x="942975" y="2457450"/>
                </a:lnTo>
                <a:lnTo>
                  <a:pt x="942975" y="2466975"/>
                </a:lnTo>
                <a:lnTo>
                  <a:pt x="952500" y="2466975"/>
                </a:lnTo>
                <a:lnTo>
                  <a:pt x="952500" y="2476500"/>
                </a:lnTo>
                <a:lnTo>
                  <a:pt x="942975" y="2476500"/>
                </a:lnTo>
                <a:lnTo>
                  <a:pt x="942975" y="2486025"/>
                </a:lnTo>
                <a:lnTo>
                  <a:pt x="914400" y="2486025"/>
                </a:lnTo>
                <a:lnTo>
                  <a:pt x="914400" y="2476500"/>
                </a:lnTo>
                <a:lnTo>
                  <a:pt x="904875" y="2476500"/>
                </a:lnTo>
                <a:lnTo>
                  <a:pt x="904875" y="2466975"/>
                </a:lnTo>
                <a:lnTo>
                  <a:pt x="923925" y="2466975"/>
                </a:lnTo>
                <a:close/>
                <a:moveTo>
                  <a:pt x="390525" y="2457450"/>
                </a:moveTo>
                <a:lnTo>
                  <a:pt x="409575" y="2457450"/>
                </a:lnTo>
                <a:lnTo>
                  <a:pt x="409575" y="2466975"/>
                </a:lnTo>
                <a:lnTo>
                  <a:pt x="400050" y="2466975"/>
                </a:lnTo>
                <a:lnTo>
                  <a:pt x="400050" y="2476500"/>
                </a:lnTo>
                <a:lnTo>
                  <a:pt x="409575" y="2476500"/>
                </a:lnTo>
                <a:lnTo>
                  <a:pt x="409575" y="2486025"/>
                </a:lnTo>
                <a:lnTo>
                  <a:pt x="381000" y="2486025"/>
                </a:lnTo>
                <a:lnTo>
                  <a:pt x="381000" y="2476500"/>
                </a:lnTo>
                <a:lnTo>
                  <a:pt x="390525" y="2476500"/>
                </a:lnTo>
                <a:close/>
                <a:moveTo>
                  <a:pt x="571500" y="2457450"/>
                </a:moveTo>
                <a:lnTo>
                  <a:pt x="581025" y="2457450"/>
                </a:lnTo>
                <a:lnTo>
                  <a:pt x="581025" y="2466975"/>
                </a:lnTo>
                <a:lnTo>
                  <a:pt x="571500" y="2466975"/>
                </a:lnTo>
                <a:close/>
                <a:moveTo>
                  <a:pt x="1171575" y="2457450"/>
                </a:moveTo>
                <a:lnTo>
                  <a:pt x="1181100" y="2457450"/>
                </a:lnTo>
                <a:lnTo>
                  <a:pt x="1181100" y="2466975"/>
                </a:lnTo>
                <a:lnTo>
                  <a:pt x="1171575" y="2466975"/>
                </a:lnTo>
                <a:close/>
                <a:moveTo>
                  <a:pt x="1457325" y="2457450"/>
                </a:moveTo>
                <a:lnTo>
                  <a:pt x="1476375" y="2457450"/>
                </a:lnTo>
                <a:lnTo>
                  <a:pt x="1476375" y="2466975"/>
                </a:lnTo>
                <a:lnTo>
                  <a:pt x="1457325" y="2466975"/>
                </a:lnTo>
                <a:close/>
                <a:moveTo>
                  <a:pt x="876300" y="2466975"/>
                </a:moveTo>
                <a:lnTo>
                  <a:pt x="885825" y="2466975"/>
                </a:lnTo>
                <a:lnTo>
                  <a:pt x="885825" y="2476500"/>
                </a:lnTo>
                <a:lnTo>
                  <a:pt x="876300" y="2476500"/>
                </a:lnTo>
                <a:close/>
                <a:moveTo>
                  <a:pt x="1466850" y="2476500"/>
                </a:moveTo>
                <a:lnTo>
                  <a:pt x="1485900" y="2476500"/>
                </a:lnTo>
                <a:lnTo>
                  <a:pt x="1485900" y="2486025"/>
                </a:lnTo>
                <a:lnTo>
                  <a:pt x="1466850" y="2486025"/>
                </a:lnTo>
                <a:close/>
                <a:moveTo>
                  <a:pt x="1543050" y="2476500"/>
                </a:moveTo>
                <a:lnTo>
                  <a:pt x="1571625" y="2476500"/>
                </a:lnTo>
                <a:lnTo>
                  <a:pt x="1571625" y="2486025"/>
                </a:lnTo>
                <a:lnTo>
                  <a:pt x="1543050" y="2486025"/>
                </a:lnTo>
                <a:close/>
                <a:moveTo>
                  <a:pt x="1676400" y="2486025"/>
                </a:moveTo>
                <a:lnTo>
                  <a:pt x="1704975" y="2486025"/>
                </a:lnTo>
                <a:lnTo>
                  <a:pt x="1704975" y="2495550"/>
                </a:lnTo>
                <a:lnTo>
                  <a:pt x="1695450" y="2495550"/>
                </a:lnTo>
                <a:lnTo>
                  <a:pt x="1695450" y="2505075"/>
                </a:lnTo>
                <a:lnTo>
                  <a:pt x="1685925" y="2505075"/>
                </a:lnTo>
                <a:lnTo>
                  <a:pt x="1685925" y="2495550"/>
                </a:lnTo>
                <a:lnTo>
                  <a:pt x="1676400" y="2495550"/>
                </a:lnTo>
                <a:close/>
                <a:moveTo>
                  <a:pt x="323850" y="2505075"/>
                </a:moveTo>
                <a:lnTo>
                  <a:pt x="361950" y="2505075"/>
                </a:lnTo>
                <a:lnTo>
                  <a:pt x="361950" y="2514600"/>
                </a:lnTo>
                <a:lnTo>
                  <a:pt x="333375" y="2514600"/>
                </a:lnTo>
                <a:lnTo>
                  <a:pt x="333375" y="2524125"/>
                </a:lnTo>
                <a:lnTo>
                  <a:pt x="342900" y="2524125"/>
                </a:lnTo>
                <a:lnTo>
                  <a:pt x="342900" y="2562225"/>
                </a:lnTo>
                <a:lnTo>
                  <a:pt x="352425" y="2562225"/>
                </a:lnTo>
                <a:lnTo>
                  <a:pt x="352425" y="2571750"/>
                </a:lnTo>
                <a:lnTo>
                  <a:pt x="333375" y="2571750"/>
                </a:lnTo>
                <a:lnTo>
                  <a:pt x="333375" y="2552700"/>
                </a:lnTo>
                <a:lnTo>
                  <a:pt x="314325" y="2552700"/>
                </a:lnTo>
                <a:lnTo>
                  <a:pt x="314325" y="2543175"/>
                </a:lnTo>
                <a:lnTo>
                  <a:pt x="295275" y="2543175"/>
                </a:lnTo>
                <a:lnTo>
                  <a:pt x="295275" y="2524125"/>
                </a:lnTo>
                <a:lnTo>
                  <a:pt x="304800" y="2524125"/>
                </a:lnTo>
                <a:lnTo>
                  <a:pt x="304800" y="2514600"/>
                </a:lnTo>
                <a:lnTo>
                  <a:pt x="323850" y="2514600"/>
                </a:lnTo>
                <a:close/>
                <a:moveTo>
                  <a:pt x="457200" y="2505075"/>
                </a:moveTo>
                <a:lnTo>
                  <a:pt x="466725" y="2505075"/>
                </a:lnTo>
                <a:lnTo>
                  <a:pt x="466725" y="2524125"/>
                </a:lnTo>
                <a:lnTo>
                  <a:pt x="438150" y="2524125"/>
                </a:lnTo>
                <a:lnTo>
                  <a:pt x="438150" y="2533650"/>
                </a:lnTo>
                <a:lnTo>
                  <a:pt x="428625" y="2533650"/>
                </a:lnTo>
                <a:lnTo>
                  <a:pt x="428625" y="2524125"/>
                </a:lnTo>
                <a:lnTo>
                  <a:pt x="419100" y="2524125"/>
                </a:lnTo>
                <a:lnTo>
                  <a:pt x="419100" y="2514600"/>
                </a:lnTo>
                <a:lnTo>
                  <a:pt x="457200" y="2514600"/>
                </a:lnTo>
                <a:close/>
                <a:moveTo>
                  <a:pt x="485775" y="2505075"/>
                </a:moveTo>
                <a:lnTo>
                  <a:pt x="514350" y="2505075"/>
                </a:lnTo>
                <a:lnTo>
                  <a:pt x="514350" y="2514600"/>
                </a:lnTo>
                <a:lnTo>
                  <a:pt x="485775" y="2514600"/>
                </a:lnTo>
                <a:close/>
                <a:moveTo>
                  <a:pt x="552450" y="2505075"/>
                </a:moveTo>
                <a:lnTo>
                  <a:pt x="581025" y="2505075"/>
                </a:lnTo>
                <a:lnTo>
                  <a:pt x="581025" y="2514600"/>
                </a:lnTo>
                <a:lnTo>
                  <a:pt x="552450" y="2514600"/>
                </a:lnTo>
                <a:close/>
                <a:moveTo>
                  <a:pt x="1038225" y="2505075"/>
                </a:moveTo>
                <a:lnTo>
                  <a:pt x="1047750" y="2505075"/>
                </a:lnTo>
                <a:lnTo>
                  <a:pt x="1047750" y="2514600"/>
                </a:lnTo>
                <a:lnTo>
                  <a:pt x="1057275" y="2514600"/>
                </a:lnTo>
                <a:lnTo>
                  <a:pt x="1057275" y="2524125"/>
                </a:lnTo>
                <a:lnTo>
                  <a:pt x="1038225" y="2524125"/>
                </a:lnTo>
                <a:close/>
                <a:moveTo>
                  <a:pt x="1104900" y="2505075"/>
                </a:moveTo>
                <a:lnTo>
                  <a:pt x="1123950" y="2505075"/>
                </a:lnTo>
                <a:lnTo>
                  <a:pt x="1123950" y="2514600"/>
                </a:lnTo>
                <a:lnTo>
                  <a:pt x="1133475" y="2514600"/>
                </a:lnTo>
                <a:lnTo>
                  <a:pt x="1133475" y="2524125"/>
                </a:lnTo>
                <a:lnTo>
                  <a:pt x="1143000" y="2524125"/>
                </a:lnTo>
                <a:lnTo>
                  <a:pt x="1143000" y="2533650"/>
                </a:lnTo>
                <a:lnTo>
                  <a:pt x="1076325" y="2533650"/>
                </a:lnTo>
                <a:lnTo>
                  <a:pt x="1076325" y="2524125"/>
                </a:lnTo>
                <a:lnTo>
                  <a:pt x="1085850" y="2524125"/>
                </a:lnTo>
                <a:lnTo>
                  <a:pt x="1085850" y="2514600"/>
                </a:lnTo>
                <a:lnTo>
                  <a:pt x="1104900" y="2514600"/>
                </a:lnTo>
                <a:close/>
                <a:moveTo>
                  <a:pt x="1171575" y="2505075"/>
                </a:moveTo>
                <a:lnTo>
                  <a:pt x="1219200" y="2505075"/>
                </a:lnTo>
                <a:lnTo>
                  <a:pt x="1219200" y="2514600"/>
                </a:lnTo>
                <a:lnTo>
                  <a:pt x="1295400" y="2514600"/>
                </a:lnTo>
                <a:lnTo>
                  <a:pt x="1295400" y="2505075"/>
                </a:lnTo>
                <a:lnTo>
                  <a:pt x="1304925" y="2505075"/>
                </a:lnTo>
                <a:lnTo>
                  <a:pt x="1304925" y="2514600"/>
                </a:lnTo>
                <a:lnTo>
                  <a:pt x="1314450" y="2514600"/>
                </a:lnTo>
                <a:lnTo>
                  <a:pt x="1314450" y="2524125"/>
                </a:lnTo>
                <a:lnTo>
                  <a:pt x="1219200" y="2524125"/>
                </a:lnTo>
                <a:lnTo>
                  <a:pt x="1219200" y="2533650"/>
                </a:lnTo>
                <a:lnTo>
                  <a:pt x="1171575" y="2533650"/>
                </a:lnTo>
                <a:lnTo>
                  <a:pt x="1171575" y="2524125"/>
                </a:lnTo>
                <a:lnTo>
                  <a:pt x="1162050" y="2524125"/>
                </a:lnTo>
                <a:lnTo>
                  <a:pt x="1162050" y="2514600"/>
                </a:lnTo>
                <a:lnTo>
                  <a:pt x="1171575" y="2514600"/>
                </a:lnTo>
                <a:close/>
                <a:moveTo>
                  <a:pt x="1485900" y="2505075"/>
                </a:moveTo>
                <a:lnTo>
                  <a:pt x="1524000" y="2505075"/>
                </a:lnTo>
                <a:lnTo>
                  <a:pt x="1524000" y="2514600"/>
                </a:lnTo>
                <a:lnTo>
                  <a:pt x="1504950" y="2514600"/>
                </a:lnTo>
                <a:lnTo>
                  <a:pt x="1504950" y="2533650"/>
                </a:lnTo>
                <a:lnTo>
                  <a:pt x="1485900" y="2533650"/>
                </a:lnTo>
                <a:lnTo>
                  <a:pt x="1485900" y="2524125"/>
                </a:lnTo>
                <a:lnTo>
                  <a:pt x="1457325" y="2524125"/>
                </a:lnTo>
                <a:lnTo>
                  <a:pt x="1457325" y="2533650"/>
                </a:lnTo>
                <a:lnTo>
                  <a:pt x="1428750" y="2533650"/>
                </a:lnTo>
                <a:lnTo>
                  <a:pt x="1428750" y="2524125"/>
                </a:lnTo>
                <a:lnTo>
                  <a:pt x="1400175" y="2524125"/>
                </a:lnTo>
                <a:lnTo>
                  <a:pt x="1400175" y="2514600"/>
                </a:lnTo>
                <a:lnTo>
                  <a:pt x="1428750" y="2514600"/>
                </a:lnTo>
                <a:lnTo>
                  <a:pt x="1428750" y="2524125"/>
                </a:lnTo>
                <a:lnTo>
                  <a:pt x="1447800" y="2524125"/>
                </a:lnTo>
                <a:lnTo>
                  <a:pt x="1447800" y="2514600"/>
                </a:lnTo>
                <a:lnTo>
                  <a:pt x="1485900" y="2514600"/>
                </a:lnTo>
                <a:close/>
                <a:moveTo>
                  <a:pt x="1533525" y="2505075"/>
                </a:moveTo>
                <a:lnTo>
                  <a:pt x="1581150" y="2505075"/>
                </a:lnTo>
                <a:lnTo>
                  <a:pt x="1581150" y="2524125"/>
                </a:lnTo>
                <a:lnTo>
                  <a:pt x="1628775" y="2524125"/>
                </a:lnTo>
                <a:lnTo>
                  <a:pt x="1628775" y="2533650"/>
                </a:lnTo>
                <a:lnTo>
                  <a:pt x="1533525" y="2533650"/>
                </a:lnTo>
                <a:lnTo>
                  <a:pt x="1533525" y="2524125"/>
                </a:lnTo>
                <a:lnTo>
                  <a:pt x="1543050" y="2524125"/>
                </a:lnTo>
                <a:lnTo>
                  <a:pt x="1543050" y="2514600"/>
                </a:lnTo>
                <a:lnTo>
                  <a:pt x="1533525" y="2514600"/>
                </a:lnTo>
                <a:close/>
                <a:moveTo>
                  <a:pt x="590550" y="2514600"/>
                </a:moveTo>
                <a:lnTo>
                  <a:pt x="600075" y="2514600"/>
                </a:lnTo>
                <a:lnTo>
                  <a:pt x="600075" y="2524125"/>
                </a:lnTo>
                <a:lnTo>
                  <a:pt x="590550" y="2524125"/>
                </a:lnTo>
                <a:close/>
                <a:moveTo>
                  <a:pt x="885825" y="2514600"/>
                </a:moveTo>
                <a:lnTo>
                  <a:pt x="895350" y="2514600"/>
                </a:lnTo>
                <a:lnTo>
                  <a:pt x="895350" y="2524125"/>
                </a:lnTo>
                <a:lnTo>
                  <a:pt x="885825" y="2524125"/>
                </a:lnTo>
                <a:close/>
                <a:moveTo>
                  <a:pt x="904875" y="2514600"/>
                </a:moveTo>
                <a:lnTo>
                  <a:pt x="962025" y="2514600"/>
                </a:lnTo>
                <a:lnTo>
                  <a:pt x="962025" y="2524125"/>
                </a:lnTo>
                <a:lnTo>
                  <a:pt x="933450" y="2524125"/>
                </a:lnTo>
                <a:lnTo>
                  <a:pt x="933450" y="2533650"/>
                </a:lnTo>
                <a:lnTo>
                  <a:pt x="914400" y="2533650"/>
                </a:lnTo>
                <a:lnTo>
                  <a:pt x="914400" y="2524125"/>
                </a:lnTo>
                <a:lnTo>
                  <a:pt x="904875" y="2524125"/>
                </a:lnTo>
                <a:close/>
                <a:moveTo>
                  <a:pt x="990600" y="2514600"/>
                </a:moveTo>
                <a:lnTo>
                  <a:pt x="1009650" y="2514600"/>
                </a:lnTo>
                <a:lnTo>
                  <a:pt x="1009650" y="2524125"/>
                </a:lnTo>
                <a:lnTo>
                  <a:pt x="1000125" y="2524125"/>
                </a:lnTo>
                <a:lnTo>
                  <a:pt x="1000125" y="2533650"/>
                </a:lnTo>
                <a:lnTo>
                  <a:pt x="990600" y="2533650"/>
                </a:lnTo>
                <a:close/>
                <a:moveTo>
                  <a:pt x="1333500" y="2514600"/>
                </a:moveTo>
                <a:lnTo>
                  <a:pt x="1352550" y="2514600"/>
                </a:lnTo>
                <a:lnTo>
                  <a:pt x="1352550" y="2524125"/>
                </a:lnTo>
                <a:lnTo>
                  <a:pt x="1362075" y="2524125"/>
                </a:lnTo>
                <a:lnTo>
                  <a:pt x="1362075" y="2533650"/>
                </a:lnTo>
                <a:lnTo>
                  <a:pt x="1343025" y="2533650"/>
                </a:lnTo>
                <a:lnTo>
                  <a:pt x="1343025" y="2524125"/>
                </a:lnTo>
                <a:lnTo>
                  <a:pt x="1333500" y="2524125"/>
                </a:lnTo>
                <a:close/>
                <a:moveTo>
                  <a:pt x="1638300" y="2514600"/>
                </a:moveTo>
                <a:lnTo>
                  <a:pt x="1676400" y="2514600"/>
                </a:lnTo>
                <a:lnTo>
                  <a:pt x="1676400" y="2533650"/>
                </a:lnTo>
                <a:lnTo>
                  <a:pt x="1666875" y="2533650"/>
                </a:lnTo>
                <a:lnTo>
                  <a:pt x="1666875" y="2524125"/>
                </a:lnTo>
                <a:lnTo>
                  <a:pt x="1638300" y="2524125"/>
                </a:lnTo>
                <a:close/>
                <a:moveTo>
                  <a:pt x="466725" y="2524125"/>
                </a:moveTo>
                <a:lnTo>
                  <a:pt x="476250" y="2524125"/>
                </a:lnTo>
                <a:lnTo>
                  <a:pt x="476250" y="2533650"/>
                </a:lnTo>
                <a:lnTo>
                  <a:pt x="466725" y="2533650"/>
                </a:lnTo>
                <a:close/>
                <a:moveTo>
                  <a:pt x="495300" y="2524125"/>
                </a:moveTo>
                <a:lnTo>
                  <a:pt x="514350" y="2524125"/>
                </a:lnTo>
                <a:lnTo>
                  <a:pt x="514350" y="2533650"/>
                </a:lnTo>
                <a:lnTo>
                  <a:pt x="495300" y="2533650"/>
                </a:lnTo>
                <a:close/>
                <a:moveTo>
                  <a:pt x="542925" y="2524125"/>
                </a:moveTo>
                <a:lnTo>
                  <a:pt x="581025" y="2524125"/>
                </a:lnTo>
                <a:lnTo>
                  <a:pt x="581025" y="2533650"/>
                </a:lnTo>
                <a:lnTo>
                  <a:pt x="542925" y="2533650"/>
                </a:lnTo>
                <a:close/>
                <a:moveTo>
                  <a:pt x="390525" y="2552700"/>
                </a:moveTo>
                <a:lnTo>
                  <a:pt x="400050" y="2552700"/>
                </a:lnTo>
                <a:lnTo>
                  <a:pt x="400050" y="2562225"/>
                </a:lnTo>
                <a:lnTo>
                  <a:pt x="390525" y="2562225"/>
                </a:lnTo>
                <a:close/>
                <a:moveTo>
                  <a:pt x="466725" y="2552700"/>
                </a:moveTo>
                <a:lnTo>
                  <a:pt x="476250" y="2552700"/>
                </a:lnTo>
                <a:lnTo>
                  <a:pt x="476250" y="2562225"/>
                </a:lnTo>
                <a:lnTo>
                  <a:pt x="466725" y="2562225"/>
                </a:lnTo>
                <a:close/>
                <a:moveTo>
                  <a:pt x="561975" y="2552700"/>
                </a:moveTo>
                <a:lnTo>
                  <a:pt x="571500" y="2552700"/>
                </a:lnTo>
                <a:lnTo>
                  <a:pt x="571500" y="2562225"/>
                </a:lnTo>
                <a:lnTo>
                  <a:pt x="561975" y="2562225"/>
                </a:lnTo>
                <a:close/>
                <a:moveTo>
                  <a:pt x="647700" y="2552700"/>
                </a:moveTo>
                <a:lnTo>
                  <a:pt x="666750" y="2552700"/>
                </a:lnTo>
                <a:lnTo>
                  <a:pt x="666750" y="2571750"/>
                </a:lnTo>
                <a:lnTo>
                  <a:pt x="647700" y="2571750"/>
                </a:lnTo>
                <a:close/>
                <a:moveTo>
                  <a:pt x="781050" y="2552700"/>
                </a:moveTo>
                <a:lnTo>
                  <a:pt x="800100" y="2552700"/>
                </a:lnTo>
                <a:lnTo>
                  <a:pt x="800100" y="2562225"/>
                </a:lnTo>
                <a:lnTo>
                  <a:pt x="828675" y="2562225"/>
                </a:lnTo>
                <a:lnTo>
                  <a:pt x="828675" y="2571750"/>
                </a:lnTo>
                <a:lnTo>
                  <a:pt x="819150" y="2571750"/>
                </a:lnTo>
                <a:lnTo>
                  <a:pt x="819150" y="2590800"/>
                </a:lnTo>
                <a:lnTo>
                  <a:pt x="800100" y="2590800"/>
                </a:lnTo>
                <a:lnTo>
                  <a:pt x="800100" y="2571750"/>
                </a:lnTo>
                <a:lnTo>
                  <a:pt x="781050" y="2571750"/>
                </a:lnTo>
                <a:close/>
                <a:moveTo>
                  <a:pt x="1047750" y="2552700"/>
                </a:moveTo>
                <a:lnTo>
                  <a:pt x="1076325" y="2552700"/>
                </a:lnTo>
                <a:lnTo>
                  <a:pt x="1076325" y="2571750"/>
                </a:lnTo>
                <a:lnTo>
                  <a:pt x="1047750" y="2571750"/>
                </a:lnTo>
                <a:close/>
                <a:moveTo>
                  <a:pt x="1095375" y="2552700"/>
                </a:moveTo>
                <a:lnTo>
                  <a:pt x="1114425" y="2552700"/>
                </a:lnTo>
                <a:lnTo>
                  <a:pt x="1114425" y="2562225"/>
                </a:lnTo>
                <a:lnTo>
                  <a:pt x="1133475" y="2562225"/>
                </a:lnTo>
                <a:lnTo>
                  <a:pt x="1133475" y="2552700"/>
                </a:lnTo>
                <a:lnTo>
                  <a:pt x="1152525" y="2552700"/>
                </a:lnTo>
                <a:lnTo>
                  <a:pt x="1152525" y="2562225"/>
                </a:lnTo>
                <a:lnTo>
                  <a:pt x="1143000" y="2562225"/>
                </a:lnTo>
                <a:lnTo>
                  <a:pt x="1143000" y="2581275"/>
                </a:lnTo>
                <a:lnTo>
                  <a:pt x="1133475" y="2581275"/>
                </a:lnTo>
                <a:lnTo>
                  <a:pt x="1133475" y="2571750"/>
                </a:lnTo>
                <a:lnTo>
                  <a:pt x="1095375" y="2571750"/>
                </a:lnTo>
                <a:close/>
                <a:moveTo>
                  <a:pt x="1428750" y="2552700"/>
                </a:moveTo>
                <a:lnTo>
                  <a:pt x="1457325" y="2552700"/>
                </a:lnTo>
                <a:lnTo>
                  <a:pt x="1457325" y="2562225"/>
                </a:lnTo>
                <a:lnTo>
                  <a:pt x="1447800" y="2562225"/>
                </a:lnTo>
                <a:lnTo>
                  <a:pt x="1447800" y="2571750"/>
                </a:lnTo>
                <a:lnTo>
                  <a:pt x="1428750" y="2571750"/>
                </a:lnTo>
                <a:close/>
                <a:moveTo>
                  <a:pt x="1466850" y="2552700"/>
                </a:moveTo>
                <a:lnTo>
                  <a:pt x="1514475" y="2552700"/>
                </a:lnTo>
                <a:lnTo>
                  <a:pt x="1514475" y="2571750"/>
                </a:lnTo>
                <a:lnTo>
                  <a:pt x="1476375" y="2571750"/>
                </a:lnTo>
                <a:lnTo>
                  <a:pt x="1476375" y="2562225"/>
                </a:lnTo>
                <a:lnTo>
                  <a:pt x="1466850" y="2562225"/>
                </a:lnTo>
                <a:close/>
                <a:moveTo>
                  <a:pt x="1657350" y="2552700"/>
                </a:moveTo>
                <a:lnTo>
                  <a:pt x="1666875" y="2552700"/>
                </a:lnTo>
                <a:lnTo>
                  <a:pt x="1666875" y="2571750"/>
                </a:lnTo>
                <a:lnTo>
                  <a:pt x="1657350" y="2571750"/>
                </a:lnTo>
                <a:close/>
                <a:moveTo>
                  <a:pt x="571500" y="2562225"/>
                </a:moveTo>
                <a:lnTo>
                  <a:pt x="581025" y="2562225"/>
                </a:lnTo>
                <a:lnTo>
                  <a:pt x="581025" y="2571750"/>
                </a:lnTo>
                <a:lnTo>
                  <a:pt x="571500" y="2571750"/>
                </a:lnTo>
                <a:close/>
                <a:moveTo>
                  <a:pt x="914400" y="2562225"/>
                </a:moveTo>
                <a:lnTo>
                  <a:pt x="923925" y="2562225"/>
                </a:lnTo>
                <a:lnTo>
                  <a:pt x="923925" y="2571750"/>
                </a:lnTo>
                <a:lnTo>
                  <a:pt x="914400" y="2571750"/>
                </a:lnTo>
                <a:close/>
                <a:moveTo>
                  <a:pt x="933450" y="2562225"/>
                </a:moveTo>
                <a:lnTo>
                  <a:pt x="962025" y="2562225"/>
                </a:lnTo>
                <a:lnTo>
                  <a:pt x="962025" y="2571750"/>
                </a:lnTo>
                <a:lnTo>
                  <a:pt x="933450" y="2571750"/>
                </a:lnTo>
                <a:close/>
                <a:moveTo>
                  <a:pt x="1266825" y="2562225"/>
                </a:moveTo>
                <a:lnTo>
                  <a:pt x="1285875" y="2562225"/>
                </a:lnTo>
                <a:lnTo>
                  <a:pt x="1285875" y="2571750"/>
                </a:lnTo>
                <a:lnTo>
                  <a:pt x="1276350" y="2571750"/>
                </a:lnTo>
                <a:lnTo>
                  <a:pt x="1276350" y="2581275"/>
                </a:lnTo>
                <a:lnTo>
                  <a:pt x="1257300" y="2581275"/>
                </a:lnTo>
                <a:lnTo>
                  <a:pt x="1257300" y="2571750"/>
                </a:lnTo>
                <a:lnTo>
                  <a:pt x="1266825" y="2571750"/>
                </a:lnTo>
                <a:close/>
                <a:moveTo>
                  <a:pt x="1228725" y="2571750"/>
                </a:moveTo>
                <a:lnTo>
                  <a:pt x="1238250" y="2571750"/>
                </a:lnTo>
                <a:lnTo>
                  <a:pt x="1238250" y="2581275"/>
                </a:lnTo>
                <a:lnTo>
                  <a:pt x="1228725" y="2581275"/>
                </a:lnTo>
                <a:close/>
                <a:moveTo>
                  <a:pt x="857250" y="2600325"/>
                </a:moveTo>
                <a:lnTo>
                  <a:pt x="866775" y="2600325"/>
                </a:lnTo>
                <a:lnTo>
                  <a:pt x="866775" y="2619375"/>
                </a:lnTo>
                <a:lnTo>
                  <a:pt x="857250" y="2619375"/>
                </a:lnTo>
                <a:close/>
                <a:moveTo>
                  <a:pt x="1085850" y="2609850"/>
                </a:moveTo>
                <a:lnTo>
                  <a:pt x="1104900" y="2609850"/>
                </a:lnTo>
                <a:lnTo>
                  <a:pt x="1104900" y="2619375"/>
                </a:lnTo>
                <a:lnTo>
                  <a:pt x="1143000" y="2619375"/>
                </a:lnTo>
                <a:lnTo>
                  <a:pt x="1143000" y="2647950"/>
                </a:lnTo>
                <a:lnTo>
                  <a:pt x="1133475" y="2647950"/>
                </a:lnTo>
                <a:lnTo>
                  <a:pt x="1133475" y="2657475"/>
                </a:lnTo>
                <a:lnTo>
                  <a:pt x="1114425" y="2657475"/>
                </a:lnTo>
                <a:lnTo>
                  <a:pt x="1114425" y="2647950"/>
                </a:lnTo>
                <a:lnTo>
                  <a:pt x="1095375" y="2647950"/>
                </a:lnTo>
                <a:lnTo>
                  <a:pt x="1095375" y="2638425"/>
                </a:lnTo>
                <a:lnTo>
                  <a:pt x="1085850" y="2638425"/>
                </a:lnTo>
                <a:close/>
                <a:moveTo>
                  <a:pt x="1009650" y="2619375"/>
                </a:moveTo>
                <a:lnTo>
                  <a:pt x="1038225" y="2619375"/>
                </a:lnTo>
                <a:lnTo>
                  <a:pt x="1038225" y="2647950"/>
                </a:lnTo>
                <a:lnTo>
                  <a:pt x="1019175" y="2647950"/>
                </a:lnTo>
                <a:lnTo>
                  <a:pt x="1019175" y="2628900"/>
                </a:lnTo>
                <a:lnTo>
                  <a:pt x="1009650" y="2628900"/>
                </a:lnTo>
                <a:close/>
                <a:moveTo>
                  <a:pt x="885825" y="2628900"/>
                </a:moveTo>
                <a:lnTo>
                  <a:pt x="895350" y="2628900"/>
                </a:lnTo>
                <a:lnTo>
                  <a:pt x="895350" y="2638425"/>
                </a:lnTo>
                <a:lnTo>
                  <a:pt x="885825" y="2638425"/>
                </a:lnTo>
                <a:close/>
                <a:moveTo>
                  <a:pt x="971550" y="2628900"/>
                </a:moveTo>
                <a:lnTo>
                  <a:pt x="981075" y="2628900"/>
                </a:lnTo>
                <a:lnTo>
                  <a:pt x="981075" y="2638425"/>
                </a:lnTo>
                <a:lnTo>
                  <a:pt x="971550" y="2638425"/>
                </a:lnTo>
                <a:close/>
                <a:moveTo>
                  <a:pt x="933450" y="2638425"/>
                </a:moveTo>
                <a:lnTo>
                  <a:pt x="971550" y="2638425"/>
                </a:lnTo>
                <a:lnTo>
                  <a:pt x="971550" y="2657475"/>
                </a:lnTo>
                <a:lnTo>
                  <a:pt x="981075" y="2657475"/>
                </a:lnTo>
                <a:lnTo>
                  <a:pt x="981075" y="2638425"/>
                </a:lnTo>
                <a:lnTo>
                  <a:pt x="1000125" y="2638425"/>
                </a:lnTo>
                <a:lnTo>
                  <a:pt x="1000125" y="2647950"/>
                </a:lnTo>
                <a:lnTo>
                  <a:pt x="1009650" y="2647950"/>
                </a:lnTo>
                <a:lnTo>
                  <a:pt x="1009650" y="2667000"/>
                </a:lnTo>
                <a:lnTo>
                  <a:pt x="1019175" y="2667000"/>
                </a:lnTo>
                <a:lnTo>
                  <a:pt x="1019175" y="2676525"/>
                </a:lnTo>
                <a:lnTo>
                  <a:pt x="1028700" y="2676525"/>
                </a:lnTo>
                <a:lnTo>
                  <a:pt x="1028700" y="2686050"/>
                </a:lnTo>
                <a:lnTo>
                  <a:pt x="971550" y="2686050"/>
                </a:lnTo>
                <a:lnTo>
                  <a:pt x="971550" y="2667000"/>
                </a:lnTo>
                <a:lnTo>
                  <a:pt x="942975" y="2667000"/>
                </a:lnTo>
                <a:lnTo>
                  <a:pt x="942975" y="2657475"/>
                </a:lnTo>
                <a:lnTo>
                  <a:pt x="952500" y="2657475"/>
                </a:lnTo>
                <a:lnTo>
                  <a:pt x="952500" y="2647950"/>
                </a:lnTo>
                <a:lnTo>
                  <a:pt x="933450" y="2647950"/>
                </a:lnTo>
                <a:close/>
                <a:moveTo>
                  <a:pt x="1181100" y="2638425"/>
                </a:moveTo>
                <a:lnTo>
                  <a:pt x="1190625" y="2638425"/>
                </a:lnTo>
                <a:lnTo>
                  <a:pt x="1190625" y="2657475"/>
                </a:lnTo>
                <a:lnTo>
                  <a:pt x="1181100" y="2657475"/>
                </a:lnTo>
                <a:close/>
                <a:moveTo>
                  <a:pt x="714375" y="2647950"/>
                </a:moveTo>
                <a:lnTo>
                  <a:pt x="723900" y="2647950"/>
                </a:lnTo>
                <a:lnTo>
                  <a:pt x="723900" y="2657475"/>
                </a:lnTo>
                <a:lnTo>
                  <a:pt x="714375" y="2657475"/>
                </a:lnTo>
                <a:close/>
                <a:moveTo>
                  <a:pt x="733425" y="2647950"/>
                </a:moveTo>
                <a:lnTo>
                  <a:pt x="742950" y="2647950"/>
                </a:lnTo>
                <a:lnTo>
                  <a:pt x="742950" y="2657475"/>
                </a:lnTo>
                <a:lnTo>
                  <a:pt x="733425" y="2657475"/>
                </a:lnTo>
                <a:close/>
                <a:moveTo>
                  <a:pt x="1466850" y="2657475"/>
                </a:moveTo>
                <a:lnTo>
                  <a:pt x="1476375" y="2657475"/>
                </a:lnTo>
                <a:lnTo>
                  <a:pt x="1476375" y="2667000"/>
                </a:lnTo>
                <a:lnTo>
                  <a:pt x="1485900" y="2667000"/>
                </a:lnTo>
                <a:lnTo>
                  <a:pt x="1485900" y="2657475"/>
                </a:lnTo>
                <a:lnTo>
                  <a:pt x="1514475" y="2657475"/>
                </a:lnTo>
                <a:lnTo>
                  <a:pt x="1514475" y="2686050"/>
                </a:lnTo>
                <a:lnTo>
                  <a:pt x="1466850" y="2686050"/>
                </a:lnTo>
                <a:close/>
                <a:moveTo>
                  <a:pt x="1428750" y="2667000"/>
                </a:moveTo>
                <a:lnTo>
                  <a:pt x="1447800" y="2667000"/>
                </a:lnTo>
                <a:lnTo>
                  <a:pt x="1447800" y="2686050"/>
                </a:lnTo>
                <a:lnTo>
                  <a:pt x="1428750" y="2686050"/>
                </a:lnTo>
                <a:close/>
                <a:moveTo>
                  <a:pt x="1247775" y="2686050"/>
                </a:moveTo>
                <a:lnTo>
                  <a:pt x="1266825" y="2686050"/>
                </a:lnTo>
                <a:lnTo>
                  <a:pt x="1266825" y="2695575"/>
                </a:lnTo>
                <a:lnTo>
                  <a:pt x="1247775" y="2695575"/>
                </a:lnTo>
                <a:close/>
                <a:moveTo>
                  <a:pt x="1562100" y="2686050"/>
                </a:moveTo>
                <a:lnTo>
                  <a:pt x="1581150" y="2686050"/>
                </a:lnTo>
                <a:lnTo>
                  <a:pt x="1581150" y="2695575"/>
                </a:lnTo>
                <a:lnTo>
                  <a:pt x="1562100" y="2695575"/>
                </a:lnTo>
                <a:close/>
                <a:moveTo>
                  <a:pt x="400050" y="2695575"/>
                </a:moveTo>
                <a:lnTo>
                  <a:pt x="409575" y="2695575"/>
                </a:lnTo>
                <a:lnTo>
                  <a:pt x="409575" y="2705100"/>
                </a:lnTo>
                <a:lnTo>
                  <a:pt x="400050" y="2705100"/>
                </a:lnTo>
                <a:close/>
                <a:moveTo>
                  <a:pt x="495300" y="2695575"/>
                </a:moveTo>
                <a:lnTo>
                  <a:pt x="504825" y="2695575"/>
                </a:lnTo>
                <a:lnTo>
                  <a:pt x="504825" y="2705100"/>
                </a:lnTo>
                <a:lnTo>
                  <a:pt x="495300" y="2705100"/>
                </a:lnTo>
                <a:close/>
                <a:moveTo>
                  <a:pt x="390525" y="2705100"/>
                </a:moveTo>
                <a:lnTo>
                  <a:pt x="400050" y="2705100"/>
                </a:lnTo>
                <a:lnTo>
                  <a:pt x="400050" y="2714625"/>
                </a:lnTo>
                <a:lnTo>
                  <a:pt x="390525" y="2714625"/>
                </a:lnTo>
                <a:close/>
                <a:moveTo>
                  <a:pt x="485775" y="2705100"/>
                </a:moveTo>
                <a:lnTo>
                  <a:pt x="495300" y="2705100"/>
                </a:lnTo>
                <a:lnTo>
                  <a:pt x="495300" y="2714625"/>
                </a:lnTo>
                <a:lnTo>
                  <a:pt x="485775" y="2714625"/>
                </a:lnTo>
                <a:close/>
                <a:moveTo>
                  <a:pt x="561975" y="2705100"/>
                </a:moveTo>
                <a:lnTo>
                  <a:pt x="571500" y="2705100"/>
                </a:lnTo>
                <a:lnTo>
                  <a:pt x="571500" y="2743200"/>
                </a:lnTo>
                <a:lnTo>
                  <a:pt x="552450" y="2743200"/>
                </a:lnTo>
                <a:lnTo>
                  <a:pt x="552450" y="2733675"/>
                </a:lnTo>
                <a:lnTo>
                  <a:pt x="542925" y="2733675"/>
                </a:lnTo>
                <a:lnTo>
                  <a:pt x="542925" y="2714625"/>
                </a:lnTo>
                <a:lnTo>
                  <a:pt x="561975" y="2714625"/>
                </a:lnTo>
                <a:close/>
                <a:moveTo>
                  <a:pt x="1276350" y="2705100"/>
                </a:moveTo>
                <a:lnTo>
                  <a:pt x="1295400" y="2705100"/>
                </a:lnTo>
                <a:lnTo>
                  <a:pt x="1295400" y="2714625"/>
                </a:lnTo>
                <a:lnTo>
                  <a:pt x="1276350" y="2714625"/>
                </a:lnTo>
                <a:close/>
                <a:moveTo>
                  <a:pt x="895350" y="2733675"/>
                </a:moveTo>
                <a:lnTo>
                  <a:pt x="914400" y="2733675"/>
                </a:lnTo>
                <a:lnTo>
                  <a:pt x="914400" y="2743200"/>
                </a:lnTo>
                <a:lnTo>
                  <a:pt x="895350" y="2743200"/>
                </a:lnTo>
                <a:close/>
                <a:moveTo>
                  <a:pt x="1704975" y="2733675"/>
                </a:moveTo>
                <a:lnTo>
                  <a:pt x="1714500" y="2733675"/>
                </a:lnTo>
                <a:lnTo>
                  <a:pt x="1714500" y="2743200"/>
                </a:lnTo>
                <a:lnTo>
                  <a:pt x="1704975" y="2743200"/>
                </a:lnTo>
                <a:close/>
                <a:moveTo>
                  <a:pt x="1524000" y="2743200"/>
                </a:moveTo>
                <a:lnTo>
                  <a:pt x="1543050" y="2743200"/>
                </a:lnTo>
                <a:lnTo>
                  <a:pt x="1543050" y="2752725"/>
                </a:lnTo>
                <a:lnTo>
                  <a:pt x="1524000" y="2752725"/>
                </a:lnTo>
                <a:close/>
                <a:moveTo>
                  <a:pt x="1619250" y="2743200"/>
                </a:moveTo>
                <a:lnTo>
                  <a:pt x="1638300" y="2743200"/>
                </a:lnTo>
                <a:lnTo>
                  <a:pt x="1638300" y="2752725"/>
                </a:lnTo>
                <a:lnTo>
                  <a:pt x="1619250" y="2752725"/>
                </a:lnTo>
                <a:close/>
                <a:moveTo>
                  <a:pt x="1647825" y="2743200"/>
                </a:moveTo>
                <a:lnTo>
                  <a:pt x="1676400" y="2743200"/>
                </a:lnTo>
                <a:lnTo>
                  <a:pt x="1676400" y="2752725"/>
                </a:lnTo>
                <a:lnTo>
                  <a:pt x="1647825" y="2752725"/>
                </a:lnTo>
                <a:close/>
                <a:moveTo>
                  <a:pt x="628650" y="2771775"/>
                </a:moveTo>
                <a:lnTo>
                  <a:pt x="638175" y="2771775"/>
                </a:lnTo>
                <a:lnTo>
                  <a:pt x="638175" y="2781300"/>
                </a:lnTo>
                <a:lnTo>
                  <a:pt x="628650" y="2781300"/>
                </a:lnTo>
                <a:close/>
                <a:moveTo>
                  <a:pt x="771525" y="2771775"/>
                </a:moveTo>
                <a:lnTo>
                  <a:pt x="809625" y="2771775"/>
                </a:lnTo>
                <a:lnTo>
                  <a:pt x="809625" y="2781300"/>
                </a:lnTo>
                <a:lnTo>
                  <a:pt x="800100" y="2781300"/>
                </a:lnTo>
                <a:lnTo>
                  <a:pt x="800100" y="2790825"/>
                </a:lnTo>
                <a:lnTo>
                  <a:pt x="781050" y="2790825"/>
                </a:lnTo>
                <a:lnTo>
                  <a:pt x="781050" y="2781300"/>
                </a:lnTo>
                <a:lnTo>
                  <a:pt x="771525" y="2781300"/>
                </a:lnTo>
                <a:close/>
                <a:moveTo>
                  <a:pt x="876300" y="2771775"/>
                </a:moveTo>
                <a:lnTo>
                  <a:pt x="895350" y="2771775"/>
                </a:lnTo>
                <a:lnTo>
                  <a:pt x="895350" y="2781300"/>
                </a:lnTo>
                <a:lnTo>
                  <a:pt x="876300" y="2781300"/>
                </a:lnTo>
                <a:close/>
                <a:moveTo>
                  <a:pt x="1266825" y="2771775"/>
                </a:moveTo>
                <a:lnTo>
                  <a:pt x="1285875" y="2771775"/>
                </a:lnTo>
                <a:lnTo>
                  <a:pt x="1285875" y="2790825"/>
                </a:lnTo>
                <a:lnTo>
                  <a:pt x="1266825" y="2790825"/>
                </a:lnTo>
                <a:close/>
                <a:moveTo>
                  <a:pt x="1333500" y="2771775"/>
                </a:moveTo>
                <a:lnTo>
                  <a:pt x="1381125" y="2771775"/>
                </a:lnTo>
                <a:lnTo>
                  <a:pt x="1381125" y="2790825"/>
                </a:lnTo>
                <a:lnTo>
                  <a:pt x="1371600" y="2790825"/>
                </a:lnTo>
                <a:lnTo>
                  <a:pt x="1371600" y="2781300"/>
                </a:lnTo>
                <a:lnTo>
                  <a:pt x="1352550" y="2781300"/>
                </a:lnTo>
                <a:lnTo>
                  <a:pt x="1352550" y="2790825"/>
                </a:lnTo>
                <a:lnTo>
                  <a:pt x="1362075" y="2790825"/>
                </a:lnTo>
                <a:lnTo>
                  <a:pt x="1362075" y="2800350"/>
                </a:lnTo>
                <a:lnTo>
                  <a:pt x="1343025" y="2800350"/>
                </a:lnTo>
                <a:lnTo>
                  <a:pt x="1343025" y="2790825"/>
                </a:lnTo>
                <a:lnTo>
                  <a:pt x="1333500" y="2790825"/>
                </a:lnTo>
                <a:close/>
                <a:moveTo>
                  <a:pt x="1409700" y="2771775"/>
                </a:moveTo>
                <a:lnTo>
                  <a:pt x="1447800" y="2771775"/>
                </a:lnTo>
                <a:lnTo>
                  <a:pt x="1447800" y="2790825"/>
                </a:lnTo>
                <a:lnTo>
                  <a:pt x="1466850" y="2790825"/>
                </a:lnTo>
                <a:lnTo>
                  <a:pt x="1466850" y="2771775"/>
                </a:lnTo>
                <a:lnTo>
                  <a:pt x="1495425" y="2771775"/>
                </a:lnTo>
                <a:lnTo>
                  <a:pt x="1495425" y="2790825"/>
                </a:lnTo>
                <a:lnTo>
                  <a:pt x="1466850" y="2790825"/>
                </a:lnTo>
                <a:lnTo>
                  <a:pt x="1466850" y="2800350"/>
                </a:lnTo>
                <a:lnTo>
                  <a:pt x="1457325" y="2800350"/>
                </a:lnTo>
                <a:lnTo>
                  <a:pt x="1457325" y="2809875"/>
                </a:lnTo>
                <a:lnTo>
                  <a:pt x="1447800" y="2809875"/>
                </a:lnTo>
                <a:lnTo>
                  <a:pt x="1447800" y="2800350"/>
                </a:lnTo>
                <a:lnTo>
                  <a:pt x="1428750" y="2800350"/>
                </a:lnTo>
                <a:lnTo>
                  <a:pt x="1428750" y="2790825"/>
                </a:lnTo>
                <a:lnTo>
                  <a:pt x="1409700" y="2790825"/>
                </a:lnTo>
                <a:close/>
                <a:moveTo>
                  <a:pt x="1657350" y="2771775"/>
                </a:moveTo>
                <a:lnTo>
                  <a:pt x="1676400" y="2771775"/>
                </a:lnTo>
                <a:lnTo>
                  <a:pt x="1676400" y="2781300"/>
                </a:lnTo>
                <a:lnTo>
                  <a:pt x="1657350" y="2781300"/>
                </a:lnTo>
                <a:close/>
                <a:moveTo>
                  <a:pt x="1704975" y="2781300"/>
                </a:moveTo>
                <a:lnTo>
                  <a:pt x="1714500" y="2781300"/>
                </a:lnTo>
                <a:lnTo>
                  <a:pt x="1714500" y="2790825"/>
                </a:lnTo>
                <a:lnTo>
                  <a:pt x="1704975" y="2790825"/>
                </a:lnTo>
                <a:close/>
                <a:moveTo>
                  <a:pt x="628650" y="2790825"/>
                </a:moveTo>
                <a:lnTo>
                  <a:pt x="666750" y="2790825"/>
                </a:lnTo>
                <a:lnTo>
                  <a:pt x="666750" y="2819400"/>
                </a:lnTo>
                <a:lnTo>
                  <a:pt x="657225" y="2819400"/>
                </a:lnTo>
                <a:lnTo>
                  <a:pt x="657225" y="2828925"/>
                </a:lnTo>
                <a:lnTo>
                  <a:pt x="638175" y="2828925"/>
                </a:lnTo>
                <a:lnTo>
                  <a:pt x="638175" y="2809875"/>
                </a:lnTo>
                <a:lnTo>
                  <a:pt x="628650" y="2809875"/>
                </a:lnTo>
                <a:close/>
                <a:moveTo>
                  <a:pt x="1600200" y="2790825"/>
                </a:moveTo>
                <a:lnTo>
                  <a:pt x="1628775" y="2790825"/>
                </a:lnTo>
                <a:lnTo>
                  <a:pt x="1628775" y="2800350"/>
                </a:lnTo>
                <a:lnTo>
                  <a:pt x="1638300" y="2800350"/>
                </a:lnTo>
                <a:lnTo>
                  <a:pt x="1638300" y="2790825"/>
                </a:lnTo>
                <a:lnTo>
                  <a:pt x="1647825" y="2790825"/>
                </a:lnTo>
                <a:lnTo>
                  <a:pt x="1647825" y="2800350"/>
                </a:lnTo>
                <a:lnTo>
                  <a:pt x="1657350" y="2800350"/>
                </a:lnTo>
                <a:lnTo>
                  <a:pt x="1657350" y="2790825"/>
                </a:lnTo>
                <a:lnTo>
                  <a:pt x="1666875" y="2790825"/>
                </a:lnTo>
                <a:lnTo>
                  <a:pt x="1666875" y="2800350"/>
                </a:lnTo>
                <a:lnTo>
                  <a:pt x="1695450" y="2800350"/>
                </a:lnTo>
                <a:lnTo>
                  <a:pt x="1695450" y="2790825"/>
                </a:lnTo>
                <a:lnTo>
                  <a:pt x="1704975" y="2790825"/>
                </a:lnTo>
                <a:lnTo>
                  <a:pt x="1704975" y="2800350"/>
                </a:lnTo>
                <a:lnTo>
                  <a:pt x="1695450" y="2800350"/>
                </a:lnTo>
                <a:lnTo>
                  <a:pt x="1695450" y="2809875"/>
                </a:lnTo>
                <a:lnTo>
                  <a:pt x="1685925" y="2809875"/>
                </a:lnTo>
                <a:lnTo>
                  <a:pt x="1685925" y="2819400"/>
                </a:lnTo>
                <a:lnTo>
                  <a:pt x="1695450" y="2819400"/>
                </a:lnTo>
                <a:lnTo>
                  <a:pt x="1695450" y="2828925"/>
                </a:lnTo>
                <a:lnTo>
                  <a:pt x="1676400" y="2828925"/>
                </a:lnTo>
                <a:lnTo>
                  <a:pt x="1676400" y="2819400"/>
                </a:lnTo>
                <a:lnTo>
                  <a:pt x="1647825" y="2819400"/>
                </a:lnTo>
                <a:lnTo>
                  <a:pt x="1647825" y="2828925"/>
                </a:lnTo>
                <a:lnTo>
                  <a:pt x="1638300" y="2828925"/>
                </a:lnTo>
                <a:lnTo>
                  <a:pt x="1638300" y="2819400"/>
                </a:lnTo>
                <a:lnTo>
                  <a:pt x="1619250" y="2819400"/>
                </a:lnTo>
                <a:lnTo>
                  <a:pt x="1619250" y="2809875"/>
                </a:lnTo>
                <a:lnTo>
                  <a:pt x="1600200" y="2809875"/>
                </a:lnTo>
                <a:lnTo>
                  <a:pt x="1600200" y="2838450"/>
                </a:lnTo>
                <a:lnTo>
                  <a:pt x="1562100" y="2838450"/>
                </a:lnTo>
                <a:lnTo>
                  <a:pt x="1562100" y="2828925"/>
                </a:lnTo>
                <a:lnTo>
                  <a:pt x="1533525" y="2828925"/>
                </a:lnTo>
                <a:lnTo>
                  <a:pt x="1533525" y="2819400"/>
                </a:lnTo>
                <a:lnTo>
                  <a:pt x="1562100" y="2819400"/>
                </a:lnTo>
                <a:lnTo>
                  <a:pt x="1562100" y="2809875"/>
                </a:lnTo>
                <a:lnTo>
                  <a:pt x="1590675" y="2809875"/>
                </a:lnTo>
                <a:lnTo>
                  <a:pt x="1590675" y="2800350"/>
                </a:lnTo>
                <a:lnTo>
                  <a:pt x="1600200" y="2800350"/>
                </a:lnTo>
                <a:close/>
                <a:moveTo>
                  <a:pt x="838200" y="2800350"/>
                </a:moveTo>
                <a:lnTo>
                  <a:pt x="847725" y="2800350"/>
                </a:lnTo>
                <a:lnTo>
                  <a:pt x="847725" y="2809875"/>
                </a:lnTo>
                <a:lnTo>
                  <a:pt x="838200" y="2809875"/>
                </a:lnTo>
                <a:close/>
                <a:moveTo>
                  <a:pt x="523875" y="2809875"/>
                </a:moveTo>
                <a:lnTo>
                  <a:pt x="561975" y="2809875"/>
                </a:lnTo>
                <a:lnTo>
                  <a:pt x="561975" y="2819400"/>
                </a:lnTo>
                <a:lnTo>
                  <a:pt x="523875" y="2819400"/>
                </a:lnTo>
                <a:close/>
                <a:moveTo>
                  <a:pt x="723900" y="2809875"/>
                </a:moveTo>
                <a:lnTo>
                  <a:pt x="733425" y="2809875"/>
                </a:lnTo>
                <a:lnTo>
                  <a:pt x="733425" y="2819400"/>
                </a:lnTo>
                <a:lnTo>
                  <a:pt x="723900" y="2819400"/>
                </a:lnTo>
                <a:close/>
                <a:moveTo>
                  <a:pt x="733425" y="2819400"/>
                </a:moveTo>
                <a:lnTo>
                  <a:pt x="742950" y="2819400"/>
                </a:lnTo>
                <a:lnTo>
                  <a:pt x="742950" y="2828925"/>
                </a:lnTo>
                <a:lnTo>
                  <a:pt x="733425" y="2828925"/>
                </a:lnTo>
                <a:close/>
                <a:moveTo>
                  <a:pt x="1104900" y="2819400"/>
                </a:moveTo>
                <a:lnTo>
                  <a:pt x="1114425" y="2819400"/>
                </a:lnTo>
                <a:lnTo>
                  <a:pt x="1114425" y="2828925"/>
                </a:lnTo>
                <a:lnTo>
                  <a:pt x="1104900" y="2828925"/>
                </a:lnTo>
                <a:close/>
                <a:moveTo>
                  <a:pt x="1447800" y="2819400"/>
                </a:moveTo>
                <a:lnTo>
                  <a:pt x="1476375" y="2819400"/>
                </a:lnTo>
                <a:lnTo>
                  <a:pt x="1476375" y="2828925"/>
                </a:lnTo>
                <a:lnTo>
                  <a:pt x="1447800" y="2828925"/>
                </a:lnTo>
                <a:close/>
                <a:moveTo>
                  <a:pt x="1485900" y="2819400"/>
                </a:moveTo>
                <a:lnTo>
                  <a:pt x="1504950" y="2819400"/>
                </a:lnTo>
                <a:lnTo>
                  <a:pt x="1504950" y="2828925"/>
                </a:lnTo>
                <a:lnTo>
                  <a:pt x="1485900" y="2828925"/>
                </a:lnTo>
                <a:close/>
                <a:moveTo>
                  <a:pt x="1114425" y="2828925"/>
                </a:moveTo>
                <a:lnTo>
                  <a:pt x="1123950" y="2828925"/>
                </a:lnTo>
                <a:lnTo>
                  <a:pt x="1123950" y="2847975"/>
                </a:lnTo>
                <a:lnTo>
                  <a:pt x="1114425" y="2847975"/>
                </a:lnTo>
                <a:close/>
                <a:moveTo>
                  <a:pt x="1228725" y="2828925"/>
                </a:moveTo>
                <a:lnTo>
                  <a:pt x="1238250" y="2828925"/>
                </a:lnTo>
                <a:lnTo>
                  <a:pt x="1238250" y="2838450"/>
                </a:lnTo>
                <a:lnTo>
                  <a:pt x="1228725" y="2838450"/>
                </a:lnTo>
                <a:close/>
                <a:moveTo>
                  <a:pt x="1219200" y="2838450"/>
                </a:moveTo>
                <a:lnTo>
                  <a:pt x="1228725" y="2838450"/>
                </a:lnTo>
                <a:lnTo>
                  <a:pt x="1228725" y="2847975"/>
                </a:lnTo>
                <a:lnTo>
                  <a:pt x="1219200" y="2847975"/>
                </a:lnTo>
                <a:close/>
                <a:moveTo>
                  <a:pt x="1028700" y="2895600"/>
                </a:moveTo>
                <a:lnTo>
                  <a:pt x="1047750" y="2895600"/>
                </a:lnTo>
                <a:lnTo>
                  <a:pt x="1047750" y="2914650"/>
                </a:lnTo>
                <a:lnTo>
                  <a:pt x="1038225" y="2914650"/>
                </a:lnTo>
                <a:lnTo>
                  <a:pt x="1038225" y="2924175"/>
                </a:lnTo>
                <a:lnTo>
                  <a:pt x="1028700" y="2924175"/>
                </a:lnTo>
                <a:close/>
                <a:moveTo>
                  <a:pt x="1076325" y="2933700"/>
                </a:moveTo>
                <a:lnTo>
                  <a:pt x="1095375" y="2933700"/>
                </a:lnTo>
                <a:lnTo>
                  <a:pt x="1095375" y="2943225"/>
                </a:lnTo>
                <a:lnTo>
                  <a:pt x="1076325" y="2943225"/>
                </a:lnTo>
                <a:close/>
                <a:moveTo>
                  <a:pt x="1123950" y="2933700"/>
                </a:moveTo>
                <a:lnTo>
                  <a:pt x="1133475" y="2933700"/>
                </a:lnTo>
                <a:lnTo>
                  <a:pt x="1133475" y="2943225"/>
                </a:lnTo>
                <a:lnTo>
                  <a:pt x="1123950" y="2943225"/>
                </a:lnTo>
                <a:close/>
                <a:moveTo>
                  <a:pt x="1162050" y="2933700"/>
                </a:moveTo>
                <a:lnTo>
                  <a:pt x="1228725" y="2933700"/>
                </a:lnTo>
                <a:lnTo>
                  <a:pt x="1228725" y="2943225"/>
                </a:lnTo>
                <a:lnTo>
                  <a:pt x="1266825" y="2943225"/>
                </a:lnTo>
                <a:lnTo>
                  <a:pt x="1266825" y="2952750"/>
                </a:lnTo>
                <a:lnTo>
                  <a:pt x="1257300" y="2952750"/>
                </a:lnTo>
                <a:lnTo>
                  <a:pt x="1257300" y="2962275"/>
                </a:lnTo>
                <a:lnTo>
                  <a:pt x="1219200" y="2962275"/>
                </a:lnTo>
                <a:lnTo>
                  <a:pt x="1219200" y="2952750"/>
                </a:lnTo>
                <a:lnTo>
                  <a:pt x="1171575" y="2952750"/>
                </a:lnTo>
                <a:lnTo>
                  <a:pt x="1171575" y="2981325"/>
                </a:lnTo>
                <a:lnTo>
                  <a:pt x="1114425" y="2981325"/>
                </a:lnTo>
                <a:lnTo>
                  <a:pt x="1114425" y="2962275"/>
                </a:lnTo>
                <a:lnTo>
                  <a:pt x="1123950" y="2962275"/>
                </a:lnTo>
                <a:lnTo>
                  <a:pt x="1123950" y="2952750"/>
                </a:lnTo>
                <a:lnTo>
                  <a:pt x="1162050" y="2952750"/>
                </a:lnTo>
                <a:close/>
                <a:moveTo>
                  <a:pt x="1409700" y="2933700"/>
                </a:moveTo>
                <a:lnTo>
                  <a:pt x="1419225" y="2933700"/>
                </a:lnTo>
                <a:lnTo>
                  <a:pt x="1419225" y="2943225"/>
                </a:lnTo>
                <a:lnTo>
                  <a:pt x="1428750" y="2943225"/>
                </a:lnTo>
                <a:lnTo>
                  <a:pt x="1428750" y="2952750"/>
                </a:lnTo>
                <a:lnTo>
                  <a:pt x="1390650" y="2952750"/>
                </a:lnTo>
                <a:lnTo>
                  <a:pt x="1390650" y="2943225"/>
                </a:lnTo>
                <a:lnTo>
                  <a:pt x="1409700" y="2943225"/>
                </a:lnTo>
                <a:close/>
                <a:moveTo>
                  <a:pt x="1276350" y="2943225"/>
                </a:moveTo>
                <a:lnTo>
                  <a:pt x="1285875" y="2943225"/>
                </a:lnTo>
                <a:lnTo>
                  <a:pt x="1285875" y="2952750"/>
                </a:lnTo>
                <a:lnTo>
                  <a:pt x="1276350" y="2952750"/>
                </a:lnTo>
                <a:close/>
                <a:moveTo>
                  <a:pt x="1362075" y="2943225"/>
                </a:moveTo>
                <a:lnTo>
                  <a:pt x="1371600" y="2943225"/>
                </a:lnTo>
                <a:lnTo>
                  <a:pt x="1371600" y="2952750"/>
                </a:lnTo>
                <a:lnTo>
                  <a:pt x="1362075" y="2952750"/>
                </a:lnTo>
                <a:close/>
                <a:moveTo>
                  <a:pt x="1457325" y="2943225"/>
                </a:moveTo>
                <a:lnTo>
                  <a:pt x="1476375" y="2943225"/>
                </a:lnTo>
                <a:lnTo>
                  <a:pt x="1476375" y="2952750"/>
                </a:lnTo>
                <a:lnTo>
                  <a:pt x="1457325" y="2952750"/>
                </a:lnTo>
                <a:close/>
                <a:moveTo>
                  <a:pt x="485775" y="2952750"/>
                </a:moveTo>
                <a:lnTo>
                  <a:pt x="514350" y="2952750"/>
                </a:lnTo>
                <a:lnTo>
                  <a:pt x="514350" y="2962275"/>
                </a:lnTo>
                <a:lnTo>
                  <a:pt x="485775" y="2962275"/>
                </a:lnTo>
                <a:close/>
                <a:moveTo>
                  <a:pt x="857250" y="2952750"/>
                </a:moveTo>
                <a:lnTo>
                  <a:pt x="866775" y="2952750"/>
                </a:lnTo>
                <a:lnTo>
                  <a:pt x="866775" y="2962275"/>
                </a:lnTo>
                <a:lnTo>
                  <a:pt x="857250" y="2962275"/>
                </a:lnTo>
                <a:close/>
                <a:moveTo>
                  <a:pt x="1076325" y="2952750"/>
                </a:moveTo>
                <a:lnTo>
                  <a:pt x="1085850" y="2952750"/>
                </a:lnTo>
                <a:lnTo>
                  <a:pt x="1085850" y="2971800"/>
                </a:lnTo>
                <a:lnTo>
                  <a:pt x="1076325" y="2971800"/>
                </a:lnTo>
                <a:lnTo>
                  <a:pt x="1076325" y="2990850"/>
                </a:lnTo>
                <a:lnTo>
                  <a:pt x="1066800" y="2990850"/>
                </a:lnTo>
                <a:lnTo>
                  <a:pt x="1066800" y="2981325"/>
                </a:lnTo>
                <a:lnTo>
                  <a:pt x="1057275" y="2981325"/>
                </a:lnTo>
                <a:lnTo>
                  <a:pt x="1057275" y="2962275"/>
                </a:lnTo>
                <a:lnTo>
                  <a:pt x="1076325" y="2962275"/>
                </a:lnTo>
                <a:close/>
                <a:moveTo>
                  <a:pt x="1476375" y="2952750"/>
                </a:moveTo>
                <a:lnTo>
                  <a:pt x="1485900" y="2952750"/>
                </a:lnTo>
                <a:lnTo>
                  <a:pt x="1485900" y="2962275"/>
                </a:lnTo>
                <a:lnTo>
                  <a:pt x="1476375" y="2962275"/>
                </a:lnTo>
                <a:close/>
                <a:moveTo>
                  <a:pt x="847725" y="2962275"/>
                </a:moveTo>
                <a:lnTo>
                  <a:pt x="857250" y="2962275"/>
                </a:lnTo>
                <a:lnTo>
                  <a:pt x="857250" y="2971800"/>
                </a:lnTo>
                <a:lnTo>
                  <a:pt x="847725" y="2971800"/>
                </a:lnTo>
                <a:close/>
                <a:moveTo>
                  <a:pt x="1666875" y="2962275"/>
                </a:moveTo>
                <a:lnTo>
                  <a:pt x="1676400" y="2962275"/>
                </a:lnTo>
                <a:lnTo>
                  <a:pt x="1676400" y="2971800"/>
                </a:lnTo>
                <a:lnTo>
                  <a:pt x="1666875" y="2971800"/>
                </a:lnTo>
                <a:close/>
                <a:moveTo>
                  <a:pt x="1200150" y="2971800"/>
                </a:moveTo>
                <a:lnTo>
                  <a:pt x="1238250" y="2971800"/>
                </a:lnTo>
                <a:lnTo>
                  <a:pt x="1238250" y="2981325"/>
                </a:lnTo>
                <a:lnTo>
                  <a:pt x="1228725" y="2981325"/>
                </a:lnTo>
                <a:lnTo>
                  <a:pt x="1228725" y="3000375"/>
                </a:lnTo>
                <a:lnTo>
                  <a:pt x="1219200" y="3000375"/>
                </a:lnTo>
                <a:lnTo>
                  <a:pt x="1219200" y="2990850"/>
                </a:lnTo>
                <a:lnTo>
                  <a:pt x="1200150" y="2990850"/>
                </a:lnTo>
                <a:close/>
                <a:moveTo>
                  <a:pt x="952500" y="2981325"/>
                </a:moveTo>
                <a:lnTo>
                  <a:pt x="962025" y="2981325"/>
                </a:lnTo>
                <a:lnTo>
                  <a:pt x="962025" y="2990850"/>
                </a:lnTo>
                <a:lnTo>
                  <a:pt x="952500" y="2990850"/>
                </a:lnTo>
                <a:close/>
                <a:moveTo>
                  <a:pt x="1009650" y="2981325"/>
                </a:moveTo>
                <a:lnTo>
                  <a:pt x="1028700" y="2981325"/>
                </a:lnTo>
                <a:lnTo>
                  <a:pt x="1028700" y="2990850"/>
                </a:lnTo>
                <a:lnTo>
                  <a:pt x="1009650" y="2990850"/>
                </a:lnTo>
                <a:close/>
                <a:moveTo>
                  <a:pt x="1666875" y="2981325"/>
                </a:moveTo>
                <a:lnTo>
                  <a:pt x="1685925" y="2981325"/>
                </a:lnTo>
                <a:lnTo>
                  <a:pt x="1685925" y="2990850"/>
                </a:lnTo>
                <a:lnTo>
                  <a:pt x="1676400" y="2990850"/>
                </a:lnTo>
                <a:lnTo>
                  <a:pt x="1676400" y="3009900"/>
                </a:lnTo>
                <a:lnTo>
                  <a:pt x="1666875" y="3009900"/>
                </a:lnTo>
                <a:close/>
                <a:moveTo>
                  <a:pt x="1085850" y="2990850"/>
                </a:moveTo>
                <a:lnTo>
                  <a:pt x="1095375" y="2990850"/>
                </a:lnTo>
                <a:lnTo>
                  <a:pt x="1095375" y="3000375"/>
                </a:lnTo>
                <a:lnTo>
                  <a:pt x="1085850" y="3000375"/>
                </a:lnTo>
                <a:close/>
                <a:moveTo>
                  <a:pt x="942975" y="3000375"/>
                </a:moveTo>
                <a:lnTo>
                  <a:pt x="952500" y="3000375"/>
                </a:lnTo>
                <a:lnTo>
                  <a:pt x="952500" y="3009900"/>
                </a:lnTo>
                <a:lnTo>
                  <a:pt x="942975" y="3009900"/>
                </a:lnTo>
                <a:close/>
                <a:moveTo>
                  <a:pt x="190500" y="3028950"/>
                </a:moveTo>
                <a:lnTo>
                  <a:pt x="200025" y="3028950"/>
                </a:lnTo>
                <a:lnTo>
                  <a:pt x="200025" y="3038475"/>
                </a:lnTo>
                <a:lnTo>
                  <a:pt x="190500" y="3038475"/>
                </a:lnTo>
                <a:close/>
                <a:moveTo>
                  <a:pt x="314325" y="3028950"/>
                </a:moveTo>
                <a:lnTo>
                  <a:pt x="342900" y="3028950"/>
                </a:lnTo>
                <a:lnTo>
                  <a:pt x="342900" y="3038475"/>
                </a:lnTo>
                <a:lnTo>
                  <a:pt x="352425" y="3038475"/>
                </a:lnTo>
                <a:lnTo>
                  <a:pt x="352425" y="3048000"/>
                </a:lnTo>
                <a:lnTo>
                  <a:pt x="333375" y="3048000"/>
                </a:lnTo>
                <a:lnTo>
                  <a:pt x="333375" y="3057525"/>
                </a:lnTo>
                <a:lnTo>
                  <a:pt x="295275" y="3057525"/>
                </a:lnTo>
                <a:lnTo>
                  <a:pt x="295275" y="3048000"/>
                </a:lnTo>
                <a:lnTo>
                  <a:pt x="314325" y="3048000"/>
                </a:lnTo>
                <a:close/>
                <a:moveTo>
                  <a:pt x="1371600" y="3028950"/>
                </a:moveTo>
                <a:lnTo>
                  <a:pt x="1381125" y="3028950"/>
                </a:lnTo>
                <a:lnTo>
                  <a:pt x="1381125" y="3038475"/>
                </a:lnTo>
                <a:lnTo>
                  <a:pt x="1390650" y="3038475"/>
                </a:lnTo>
                <a:lnTo>
                  <a:pt x="1390650" y="3048000"/>
                </a:lnTo>
                <a:lnTo>
                  <a:pt x="1371600" y="3048000"/>
                </a:lnTo>
                <a:close/>
                <a:moveTo>
                  <a:pt x="209550" y="3038475"/>
                </a:moveTo>
                <a:lnTo>
                  <a:pt x="219075" y="3038475"/>
                </a:lnTo>
                <a:lnTo>
                  <a:pt x="219075" y="3048000"/>
                </a:lnTo>
                <a:lnTo>
                  <a:pt x="209550" y="3048000"/>
                </a:lnTo>
                <a:close/>
                <a:moveTo>
                  <a:pt x="228600" y="3038475"/>
                </a:moveTo>
                <a:lnTo>
                  <a:pt x="247650" y="3038475"/>
                </a:lnTo>
                <a:lnTo>
                  <a:pt x="247650" y="3048000"/>
                </a:lnTo>
                <a:lnTo>
                  <a:pt x="228600" y="3048000"/>
                </a:lnTo>
                <a:close/>
                <a:moveTo>
                  <a:pt x="1085850" y="3038475"/>
                </a:moveTo>
                <a:lnTo>
                  <a:pt x="1095375" y="3038475"/>
                </a:lnTo>
                <a:lnTo>
                  <a:pt x="1095375" y="3048000"/>
                </a:lnTo>
                <a:lnTo>
                  <a:pt x="1085850" y="3048000"/>
                </a:lnTo>
                <a:close/>
                <a:moveTo>
                  <a:pt x="1295400" y="3038475"/>
                </a:moveTo>
                <a:lnTo>
                  <a:pt x="1304925" y="3038475"/>
                </a:lnTo>
                <a:lnTo>
                  <a:pt x="1304925" y="3048000"/>
                </a:lnTo>
                <a:lnTo>
                  <a:pt x="1314450" y="3048000"/>
                </a:lnTo>
                <a:lnTo>
                  <a:pt x="1314450" y="3057525"/>
                </a:lnTo>
                <a:lnTo>
                  <a:pt x="1295400" y="3057525"/>
                </a:lnTo>
                <a:close/>
                <a:moveTo>
                  <a:pt x="247650" y="3048000"/>
                </a:moveTo>
                <a:lnTo>
                  <a:pt x="257175" y="3048000"/>
                </a:lnTo>
                <a:lnTo>
                  <a:pt x="257175" y="3057525"/>
                </a:lnTo>
                <a:lnTo>
                  <a:pt x="247650" y="3057525"/>
                </a:lnTo>
                <a:close/>
                <a:moveTo>
                  <a:pt x="895350" y="3048000"/>
                </a:moveTo>
                <a:lnTo>
                  <a:pt x="914400" y="3048000"/>
                </a:lnTo>
                <a:lnTo>
                  <a:pt x="914400" y="3057525"/>
                </a:lnTo>
                <a:lnTo>
                  <a:pt x="895350" y="3057525"/>
                </a:lnTo>
                <a:close/>
                <a:moveTo>
                  <a:pt x="1362075" y="3048000"/>
                </a:moveTo>
                <a:lnTo>
                  <a:pt x="1371600" y="3048000"/>
                </a:lnTo>
                <a:lnTo>
                  <a:pt x="1371600" y="3057525"/>
                </a:lnTo>
                <a:lnTo>
                  <a:pt x="1362075" y="3057525"/>
                </a:lnTo>
                <a:close/>
                <a:moveTo>
                  <a:pt x="123825" y="3067050"/>
                </a:moveTo>
                <a:lnTo>
                  <a:pt x="133350" y="3067050"/>
                </a:lnTo>
                <a:lnTo>
                  <a:pt x="133350" y="3076575"/>
                </a:lnTo>
                <a:lnTo>
                  <a:pt x="123825" y="3076575"/>
                </a:lnTo>
                <a:close/>
                <a:moveTo>
                  <a:pt x="590550" y="3067050"/>
                </a:moveTo>
                <a:lnTo>
                  <a:pt x="609600" y="3067050"/>
                </a:lnTo>
                <a:lnTo>
                  <a:pt x="609600" y="3076575"/>
                </a:lnTo>
                <a:lnTo>
                  <a:pt x="619125" y="3076575"/>
                </a:lnTo>
                <a:lnTo>
                  <a:pt x="619125" y="3095625"/>
                </a:lnTo>
                <a:lnTo>
                  <a:pt x="600075" y="3095625"/>
                </a:lnTo>
                <a:lnTo>
                  <a:pt x="600075" y="3076575"/>
                </a:lnTo>
                <a:lnTo>
                  <a:pt x="590550" y="3076575"/>
                </a:lnTo>
                <a:close/>
                <a:moveTo>
                  <a:pt x="676275" y="3067050"/>
                </a:moveTo>
                <a:lnTo>
                  <a:pt x="695325" y="3067050"/>
                </a:lnTo>
                <a:lnTo>
                  <a:pt x="695325" y="3076575"/>
                </a:lnTo>
                <a:lnTo>
                  <a:pt x="676275" y="3076575"/>
                </a:lnTo>
                <a:close/>
                <a:moveTo>
                  <a:pt x="476250" y="3076575"/>
                </a:moveTo>
                <a:lnTo>
                  <a:pt x="504825" y="3076575"/>
                </a:lnTo>
                <a:lnTo>
                  <a:pt x="504825" y="3095625"/>
                </a:lnTo>
                <a:lnTo>
                  <a:pt x="495300" y="3095625"/>
                </a:lnTo>
                <a:lnTo>
                  <a:pt x="495300" y="3086100"/>
                </a:lnTo>
                <a:lnTo>
                  <a:pt x="476250" y="3086100"/>
                </a:lnTo>
                <a:close/>
                <a:moveTo>
                  <a:pt x="895350" y="3076575"/>
                </a:moveTo>
                <a:lnTo>
                  <a:pt x="904875" y="3076575"/>
                </a:lnTo>
                <a:lnTo>
                  <a:pt x="904875" y="3086100"/>
                </a:lnTo>
                <a:lnTo>
                  <a:pt x="914400" y="3086100"/>
                </a:lnTo>
                <a:lnTo>
                  <a:pt x="914400" y="3095625"/>
                </a:lnTo>
                <a:lnTo>
                  <a:pt x="885825" y="3095625"/>
                </a:lnTo>
                <a:lnTo>
                  <a:pt x="885825" y="3086100"/>
                </a:lnTo>
                <a:lnTo>
                  <a:pt x="895350" y="3086100"/>
                </a:lnTo>
                <a:close/>
                <a:moveTo>
                  <a:pt x="962025" y="3076575"/>
                </a:moveTo>
                <a:lnTo>
                  <a:pt x="971550" y="3076575"/>
                </a:lnTo>
                <a:lnTo>
                  <a:pt x="971550" y="3095625"/>
                </a:lnTo>
                <a:lnTo>
                  <a:pt x="952500" y="3095625"/>
                </a:lnTo>
                <a:lnTo>
                  <a:pt x="952500" y="3086100"/>
                </a:lnTo>
                <a:lnTo>
                  <a:pt x="962025" y="3086100"/>
                </a:lnTo>
                <a:close/>
                <a:moveTo>
                  <a:pt x="1428750" y="3076575"/>
                </a:moveTo>
                <a:lnTo>
                  <a:pt x="1457325" y="3076575"/>
                </a:lnTo>
                <a:lnTo>
                  <a:pt x="1457325" y="3105150"/>
                </a:lnTo>
                <a:lnTo>
                  <a:pt x="1447800" y="3105150"/>
                </a:lnTo>
                <a:lnTo>
                  <a:pt x="1447800" y="3095625"/>
                </a:lnTo>
                <a:lnTo>
                  <a:pt x="1400175" y="3095625"/>
                </a:lnTo>
                <a:lnTo>
                  <a:pt x="1400175" y="3086100"/>
                </a:lnTo>
                <a:lnTo>
                  <a:pt x="1428750" y="3086100"/>
                </a:lnTo>
                <a:close/>
                <a:moveTo>
                  <a:pt x="828675" y="3086100"/>
                </a:moveTo>
                <a:lnTo>
                  <a:pt x="847725" y="3086100"/>
                </a:lnTo>
                <a:lnTo>
                  <a:pt x="847725" y="3095625"/>
                </a:lnTo>
                <a:lnTo>
                  <a:pt x="828675" y="3095625"/>
                </a:lnTo>
                <a:close/>
                <a:moveTo>
                  <a:pt x="1028700" y="3086100"/>
                </a:moveTo>
                <a:lnTo>
                  <a:pt x="1047750" y="3086100"/>
                </a:lnTo>
                <a:lnTo>
                  <a:pt x="1047750" y="3095625"/>
                </a:lnTo>
                <a:lnTo>
                  <a:pt x="1028700" y="3095625"/>
                </a:lnTo>
                <a:close/>
                <a:moveTo>
                  <a:pt x="1552575" y="3086100"/>
                </a:moveTo>
                <a:lnTo>
                  <a:pt x="1581150" y="3086100"/>
                </a:lnTo>
                <a:lnTo>
                  <a:pt x="1581150" y="3105150"/>
                </a:lnTo>
                <a:lnTo>
                  <a:pt x="1552575" y="3105150"/>
                </a:lnTo>
                <a:close/>
                <a:moveTo>
                  <a:pt x="1638300" y="3086100"/>
                </a:moveTo>
                <a:lnTo>
                  <a:pt x="1666875" y="3086100"/>
                </a:lnTo>
                <a:lnTo>
                  <a:pt x="1666875" y="3105150"/>
                </a:lnTo>
                <a:lnTo>
                  <a:pt x="1657350" y="3105150"/>
                </a:lnTo>
                <a:lnTo>
                  <a:pt x="1657350" y="3095625"/>
                </a:lnTo>
                <a:lnTo>
                  <a:pt x="1638300" y="3095625"/>
                </a:lnTo>
                <a:close/>
                <a:moveTo>
                  <a:pt x="619125" y="3095625"/>
                </a:moveTo>
                <a:lnTo>
                  <a:pt x="628650" y="3095625"/>
                </a:lnTo>
                <a:lnTo>
                  <a:pt x="628650" y="3105150"/>
                </a:lnTo>
                <a:lnTo>
                  <a:pt x="619125" y="3105150"/>
                </a:lnTo>
                <a:close/>
                <a:moveTo>
                  <a:pt x="1238250" y="3095625"/>
                </a:moveTo>
                <a:lnTo>
                  <a:pt x="1247775" y="3095625"/>
                </a:lnTo>
                <a:lnTo>
                  <a:pt x="1247775" y="3105150"/>
                </a:lnTo>
                <a:lnTo>
                  <a:pt x="1238250" y="3105150"/>
                </a:lnTo>
                <a:close/>
                <a:moveTo>
                  <a:pt x="1581150" y="3105150"/>
                </a:moveTo>
                <a:lnTo>
                  <a:pt x="1590675" y="3105150"/>
                </a:lnTo>
                <a:lnTo>
                  <a:pt x="1590675" y="3114675"/>
                </a:lnTo>
                <a:lnTo>
                  <a:pt x="1581150" y="3114675"/>
                </a:lnTo>
                <a:close/>
                <a:moveTo>
                  <a:pt x="1047750" y="3133725"/>
                </a:moveTo>
                <a:lnTo>
                  <a:pt x="1066800" y="3133725"/>
                </a:lnTo>
                <a:lnTo>
                  <a:pt x="1066800" y="3152775"/>
                </a:lnTo>
                <a:lnTo>
                  <a:pt x="1047750" y="3152775"/>
                </a:lnTo>
                <a:close/>
                <a:moveTo>
                  <a:pt x="123825" y="3143250"/>
                </a:moveTo>
                <a:lnTo>
                  <a:pt x="133350" y="3143250"/>
                </a:lnTo>
                <a:lnTo>
                  <a:pt x="133350" y="3171825"/>
                </a:lnTo>
                <a:lnTo>
                  <a:pt x="123825" y="3171825"/>
                </a:lnTo>
                <a:close/>
                <a:moveTo>
                  <a:pt x="895350" y="3143250"/>
                </a:moveTo>
                <a:lnTo>
                  <a:pt x="904875" y="3143250"/>
                </a:lnTo>
                <a:lnTo>
                  <a:pt x="904875" y="3152775"/>
                </a:lnTo>
                <a:lnTo>
                  <a:pt x="914400" y="3152775"/>
                </a:lnTo>
                <a:lnTo>
                  <a:pt x="914400" y="3162300"/>
                </a:lnTo>
                <a:lnTo>
                  <a:pt x="895350" y="3162300"/>
                </a:lnTo>
                <a:close/>
                <a:moveTo>
                  <a:pt x="828675" y="3152775"/>
                </a:moveTo>
                <a:lnTo>
                  <a:pt x="847725" y="3152775"/>
                </a:lnTo>
                <a:lnTo>
                  <a:pt x="847725" y="3162300"/>
                </a:lnTo>
                <a:lnTo>
                  <a:pt x="828675" y="3162300"/>
                </a:lnTo>
                <a:close/>
                <a:moveTo>
                  <a:pt x="1133475" y="3171825"/>
                </a:moveTo>
                <a:lnTo>
                  <a:pt x="1143000" y="3171825"/>
                </a:lnTo>
                <a:lnTo>
                  <a:pt x="1143000" y="3190875"/>
                </a:lnTo>
                <a:lnTo>
                  <a:pt x="1123950" y="3190875"/>
                </a:lnTo>
                <a:lnTo>
                  <a:pt x="1123950" y="3181350"/>
                </a:lnTo>
                <a:lnTo>
                  <a:pt x="1133475" y="3181350"/>
                </a:lnTo>
                <a:close/>
                <a:moveTo>
                  <a:pt x="1619250" y="3190875"/>
                </a:moveTo>
                <a:lnTo>
                  <a:pt x="1638300" y="3190875"/>
                </a:lnTo>
                <a:lnTo>
                  <a:pt x="1638300" y="3209925"/>
                </a:lnTo>
                <a:lnTo>
                  <a:pt x="1619250" y="3209925"/>
                </a:lnTo>
                <a:close/>
                <a:moveTo>
                  <a:pt x="752475" y="3209925"/>
                </a:moveTo>
                <a:lnTo>
                  <a:pt x="762000" y="3209925"/>
                </a:lnTo>
                <a:lnTo>
                  <a:pt x="762000" y="3219450"/>
                </a:lnTo>
                <a:lnTo>
                  <a:pt x="752475" y="3219450"/>
                </a:lnTo>
                <a:close/>
                <a:moveTo>
                  <a:pt x="904875" y="3209925"/>
                </a:moveTo>
                <a:lnTo>
                  <a:pt x="933450" y="3209925"/>
                </a:lnTo>
                <a:lnTo>
                  <a:pt x="933450" y="3228975"/>
                </a:lnTo>
                <a:lnTo>
                  <a:pt x="904875" y="3228975"/>
                </a:lnTo>
                <a:close/>
                <a:moveTo>
                  <a:pt x="1123950" y="3209925"/>
                </a:moveTo>
                <a:lnTo>
                  <a:pt x="1143000" y="3209925"/>
                </a:lnTo>
                <a:lnTo>
                  <a:pt x="1143000" y="3228975"/>
                </a:lnTo>
                <a:lnTo>
                  <a:pt x="1123950" y="3228975"/>
                </a:lnTo>
                <a:close/>
                <a:moveTo>
                  <a:pt x="1314450" y="3209925"/>
                </a:moveTo>
                <a:lnTo>
                  <a:pt x="1323975" y="3209925"/>
                </a:lnTo>
                <a:lnTo>
                  <a:pt x="1323975" y="3219450"/>
                </a:lnTo>
                <a:lnTo>
                  <a:pt x="1314450" y="3219450"/>
                </a:lnTo>
                <a:close/>
                <a:moveTo>
                  <a:pt x="714375" y="3228975"/>
                </a:moveTo>
                <a:lnTo>
                  <a:pt x="723900" y="3228975"/>
                </a:lnTo>
                <a:lnTo>
                  <a:pt x="723900" y="3238500"/>
                </a:lnTo>
                <a:lnTo>
                  <a:pt x="714375" y="3238500"/>
                </a:lnTo>
                <a:close/>
                <a:moveTo>
                  <a:pt x="828675" y="3228975"/>
                </a:moveTo>
                <a:lnTo>
                  <a:pt x="857250" y="3228975"/>
                </a:lnTo>
                <a:lnTo>
                  <a:pt x="857250" y="3248025"/>
                </a:lnTo>
                <a:lnTo>
                  <a:pt x="847725" y="3248025"/>
                </a:lnTo>
                <a:lnTo>
                  <a:pt x="847725" y="3238500"/>
                </a:lnTo>
                <a:lnTo>
                  <a:pt x="828675" y="3238500"/>
                </a:lnTo>
                <a:close/>
                <a:moveTo>
                  <a:pt x="1209675" y="3228975"/>
                </a:moveTo>
                <a:lnTo>
                  <a:pt x="1219200" y="3228975"/>
                </a:lnTo>
                <a:lnTo>
                  <a:pt x="1219200" y="3248025"/>
                </a:lnTo>
                <a:lnTo>
                  <a:pt x="1209675" y="3248025"/>
                </a:lnTo>
                <a:close/>
                <a:moveTo>
                  <a:pt x="828675" y="3248025"/>
                </a:moveTo>
                <a:lnTo>
                  <a:pt x="847725" y="3248025"/>
                </a:lnTo>
                <a:lnTo>
                  <a:pt x="847725" y="3257550"/>
                </a:lnTo>
                <a:lnTo>
                  <a:pt x="828675" y="3257550"/>
                </a:lnTo>
                <a:close/>
                <a:moveTo>
                  <a:pt x="866775" y="3248025"/>
                </a:moveTo>
                <a:lnTo>
                  <a:pt x="876300" y="3248025"/>
                </a:lnTo>
                <a:lnTo>
                  <a:pt x="876300" y="3257550"/>
                </a:lnTo>
                <a:lnTo>
                  <a:pt x="866775" y="3257550"/>
                </a:lnTo>
                <a:close/>
                <a:moveTo>
                  <a:pt x="914400" y="3248025"/>
                </a:moveTo>
                <a:lnTo>
                  <a:pt x="923925" y="3248025"/>
                </a:lnTo>
                <a:lnTo>
                  <a:pt x="923925" y="3257550"/>
                </a:lnTo>
                <a:lnTo>
                  <a:pt x="914400" y="3257550"/>
                </a:lnTo>
                <a:close/>
                <a:moveTo>
                  <a:pt x="1219200" y="3248025"/>
                </a:moveTo>
                <a:lnTo>
                  <a:pt x="1228725" y="3248025"/>
                </a:lnTo>
                <a:lnTo>
                  <a:pt x="1228725" y="3257550"/>
                </a:lnTo>
                <a:lnTo>
                  <a:pt x="1219200" y="3257550"/>
                </a:lnTo>
                <a:close/>
                <a:moveTo>
                  <a:pt x="895350" y="3257550"/>
                </a:moveTo>
                <a:lnTo>
                  <a:pt x="914400" y="3257550"/>
                </a:lnTo>
                <a:lnTo>
                  <a:pt x="914400" y="3267075"/>
                </a:lnTo>
                <a:lnTo>
                  <a:pt x="895350" y="3267075"/>
                </a:lnTo>
                <a:close/>
                <a:moveTo>
                  <a:pt x="600075" y="3295650"/>
                </a:moveTo>
                <a:lnTo>
                  <a:pt x="619125" y="3295650"/>
                </a:lnTo>
                <a:lnTo>
                  <a:pt x="619125" y="3305175"/>
                </a:lnTo>
                <a:lnTo>
                  <a:pt x="600075" y="3305175"/>
                </a:lnTo>
                <a:close/>
                <a:moveTo>
                  <a:pt x="895350" y="3295650"/>
                </a:moveTo>
                <a:lnTo>
                  <a:pt x="914400" y="3295650"/>
                </a:lnTo>
                <a:lnTo>
                  <a:pt x="914400" y="3305175"/>
                </a:lnTo>
                <a:lnTo>
                  <a:pt x="895350" y="3305175"/>
                </a:lnTo>
                <a:close/>
                <a:moveTo>
                  <a:pt x="1057275" y="3295650"/>
                </a:moveTo>
                <a:lnTo>
                  <a:pt x="1095375" y="3295650"/>
                </a:lnTo>
                <a:lnTo>
                  <a:pt x="1095375" y="3305175"/>
                </a:lnTo>
                <a:lnTo>
                  <a:pt x="1085850" y="3305175"/>
                </a:lnTo>
                <a:lnTo>
                  <a:pt x="1085850" y="3314700"/>
                </a:lnTo>
                <a:lnTo>
                  <a:pt x="1057275" y="3314700"/>
                </a:lnTo>
                <a:close/>
                <a:moveTo>
                  <a:pt x="123825" y="3314700"/>
                </a:moveTo>
                <a:lnTo>
                  <a:pt x="133350" y="3314700"/>
                </a:lnTo>
                <a:lnTo>
                  <a:pt x="133350" y="3343275"/>
                </a:lnTo>
                <a:lnTo>
                  <a:pt x="123825" y="3343275"/>
                </a:lnTo>
                <a:close/>
                <a:moveTo>
                  <a:pt x="800100" y="3314700"/>
                </a:moveTo>
                <a:lnTo>
                  <a:pt x="809625" y="3314700"/>
                </a:lnTo>
                <a:lnTo>
                  <a:pt x="809625" y="3324225"/>
                </a:lnTo>
                <a:lnTo>
                  <a:pt x="800100" y="3324225"/>
                </a:lnTo>
                <a:close/>
                <a:moveTo>
                  <a:pt x="838200" y="3314700"/>
                </a:moveTo>
                <a:lnTo>
                  <a:pt x="847725" y="3314700"/>
                </a:lnTo>
                <a:lnTo>
                  <a:pt x="847725" y="3324225"/>
                </a:lnTo>
                <a:lnTo>
                  <a:pt x="838200" y="3324225"/>
                </a:lnTo>
                <a:close/>
                <a:moveTo>
                  <a:pt x="895350" y="3314700"/>
                </a:moveTo>
                <a:lnTo>
                  <a:pt x="914400" y="3314700"/>
                </a:lnTo>
                <a:lnTo>
                  <a:pt x="914400" y="3324225"/>
                </a:lnTo>
                <a:lnTo>
                  <a:pt x="895350" y="3324225"/>
                </a:lnTo>
                <a:close/>
                <a:moveTo>
                  <a:pt x="1047750" y="3314700"/>
                </a:moveTo>
                <a:lnTo>
                  <a:pt x="1057275" y="3314700"/>
                </a:lnTo>
                <a:lnTo>
                  <a:pt x="1057275" y="3324225"/>
                </a:lnTo>
                <a:lnTo>
                  <a:pt x="1047750" y="3324225"/>
                </a:lnTo>
                <a:close/>
                <a:moveTo>
                  <a:pt x="1085850" y="3314700"/>
                </a:moveTo>
                <a:lnTo>
                  <a:pt x="1095375" y="3314700"/>
                </a:lnTo>
                <a:lnTo>
                  <a:pt x="1095375" y="3324225"/>
                </a:lnTo>
                <a:lnTo>
                  <a:pt x="1085850" y="3324225"/>
                </a:lnTo>
                <a:close/>
                <a:moveTo>
                  <a:pt x="1323975" y="3352800"/>
                </a:moveTo>
                <a:lnTo>
                  <a:pt x="1343025" y="3352800"/>
                </a:lnTo>
                <a:lnTo>
                  <a:pt x="1343025" y="3362325"/>
                </a:lnTo>
                <a:lnTo>
                  <a:pt x="1323975" y="3362325"/>
                </a:lnTo>
                <a:close/>
                <a:moveTo>
                  <a:pt x="1323975" y="3390900"/>
                </a:moveTo>
                <a:lnTo>
                  <a:pt x="1352550" y="3390900"/>
                </a:lnTo>
                <a:lnTo>
                  <a:pt x="1352550" y="3419475"/>
                </a:lnTo>
                <a:lnTo>
                  <a:pt x="1343025" y="3419475"/>
                </a:lnTo>
                <a:lnTo>
                  <a:pt x="1343025" y="3429000"/>
                </a:lnTo>
                <a:lnTo>
                  <a:pt x="1323975" y="3429000"/>
                </a:lnTo>
                <a:lnTo>
                  <a:pt x="1323975" y="3419475"/>
                </a:lnTo>
                <a:lnTo>
                  <a:pt x="1304925" y="3419475"/>
                </a:lnTo>
                <a:lnTo>
                  <a:pt x="1304925" y="3400425"/>
                </a:lnTo>
                <a:lnTo>
                  <a:pt x="1323975" y="3400425"/>
                </a:lnTo>
                <a:close/>
                <a:moveTo>
                  <a:pt x="857250" y="3409950"/>
                </a:moveTo>
                <a:lnTo>
                  <a:pt x="866775" y="3409950"/>
                </a:lnTo>
                <a:lnTo>
                  <a:pt x="866775" y="3419475"/>
                </a:lnTo>
                <a:lnTo>
                  <a:pt x="857250" y="3419475"/>
                </a:lnTo>
                <a:close/>
                <a:moveTo>
                  <a:pt x="847725" y="3419475"/>
                </a:moveTo>
                <a:lnTo>
                  <a:pt x="857250" y="3419475"/>
                </a:lnTo>
                <a:lnTo>
                  <a:pt x="857250" y="3429000"/>
                </a:lnTo>
                <a:lnTo>
                  <a:pt x="847725" y="3429000"/>
                </a:lnTo>
                <a:close/>
                <a:moveTo>
                  <a:pt x="962025" y="3419475"/>
                </a:moveTo>
                <a:lnTo>
                  <a:pt x="981075" y="3419475"/>
                </a:lnTo>
                <a:lnTo>
                  <a:pt x="981075" y="3438525"/>
                </a:lnTo>
                <a:lnTo>
                  <a:pt x="971550" y="3438525"/>
                </a:lnTo>
                <a:lnTo>
                  <a:pt x="971550" y="3429000"/>
                </a:lnTo>
                <a:lnTo>
                  <a:pt x="962025" y="3429000"/>
                </a:lnTo>
                <a:close/>
                <a:moveTo>
                  <a:pt x="838200" y="3429000"/>
                </a:moveTo>
                <a:lnTo>
                  <a:pt x="847725" y="3429000"/>
                </a:lnTo>
                <a:lnTo>
                  <a:pt x="847725" y="3438525"/>
                </a:lnTo>
                <a:lnTo>
                  <a:pt x="838200" y="3438525"/>
                </a:lnTo>
                <a:close/>
                <a:moveTo>
                  <a:pt x="962025" y="3438525"/>
                </a:moveTo>
                <a:lnTo>
                  <a:pt x="971550" y="3438525"/>
                </a:lnTo>
                <a:lnTo>
                  <a:pt x="971550" y="3448050"/>
                </a:lnTo>
                <a:lnTo>
                  <a:pt x="962025" y="3448050"/>
                </a:lnTo>
                <a:close/>
                <a:moveTo>
                  <a:pt x="1333500" y="3438525"/>
                </a:moveTo>
                <a:lnTo>
                  <a:pt x="1343025" y="3438525"/>
                </a:lnTo>
                <a:lnTo>
                  <a:pt x="1343025" y="3448050"/>
                </a:lnTo>
                <a:lnTo>
                  <a:pt x="1333500" y="3448050"/>
                </a:lnTo>
                <a:close/>
                <a:moveTo>
                  <a:pt x="523875" y="3476625"/>
                </a:moveTo>
                <a:lnTo>
                  <a:pt x="533400" y="3476625"/>
                </a:lnTo>
                <a:lnTo>
                  <a:pt x="533400" y="3486150"/>
                </a:lnTo>
                <a:lnTo>
                  <a:pt x="523875" y="3486150"/>
                </a:lnTo>
                <a:close/>
                <a:moveTo>
                  <a:pt x="847725" y="3505200"/>
                </a:moveTo>
                <a:lnTo>
                  <a:pt x="857250" y="3505200"/>
                </a:lnTo>
                <a:lnTo>
                  <a:pt x="857250" y="3514725"/>
                </a:lnTo>
                <a:lnTo>
                  <a:pt x="866775" y="3514725"/>
                </a:lnTo>
                <a:lnTo>
                  <a:pt x="866775" y="3533775"/>
                </a:lnTo>
                <a:lnTo>
                  <a:pt x="847725" y="3533775"/>
                </a:lnTo>
                <a:lnTo>
                  <a:pt x="847725" y="3524250"/>
                </a:lnTo>
                <a:lnTo>
                  <a:pt x="838200" y="3524250"/>
                </a:lnTo>
                <a:lnTo>
                  <a:pt x="838200" y="3514725"/>
                </a:lnTo>
                <a:lnTo>
                  <a:pt x="847725" y="3514725"/>
                </a:lnTo>
                <a:close/>
                <a:moveTo>
                  <a:pt x="190500" y="3533775"/>
                </a:moveTo>
                <a:lnTo>
                  <a:pt x="200025" y="3533775"/>
                </a:lnTo>
                <a:lnTo>
                  <a:pt x="200025" y="3543300"/>
                </a:lnTo>
                <a:lnTo>
                  <a:pt x="190500" y="3543300"/>
                </a:lnTo>
                <a:close/>
                <a:moveTo>
                  <a:pt x="161925" y="3543300"/>
                </a:moveTo>
                <a:lnTo>
                  <a:pt x="190500" y="3543300"/>
                </a:lnTo>
                <a:lnTo>
                  <a:pt x="190500" y="3552825"/>
                </a:lnTo>
                <a:lnTo>
                  <a:pt x="161925" y="3552825"/>
                </a:lnTo>
                <a:close/>
                <a:moveTo>
                  <a:pt x="857250" y="3552825"/>
                </a:moveTo>
                <a:lnTo>
                  <a:pt x="866775" y="3552825"/>
                </a:lnTo>
                <a:lnTo>
                  <a:pt x="866775" y="3571875"/>
                </a:lnTo>
                <a:lnTo>
                  <a:pt x="847725" y="3571875"/>
                </a:lnTo>
                <a:lnTo>
                  <a:pt x="847725" y="3562350"/>
                </a:lnTo>
                <a:lnTo>
                  <a:pt x="857250" y="3562350"/>
                </a:lnTo>
                <a:close/>
                <a:moveTo>
                  <a:pt x="914400" y="3581400"/>
                </a:moveTo>
                <a:lnTo>
                  <a:pt x="933450" y="3581400"/>
                </a:lnTo>
                <a:lnTo>
                  <a:pt x="933450" y="3590925"/>
                </a:lnTo>
                <a:lnTo>
                  <a:pt x="914400" y="3590925"/>
                </a:lnTo>
                <a:close/>
                <a:moveTo>
                  <a:pt x="514350" y="3648075"/>
                </a:moveTo>
                <a:lnTo>
                  <a:pt x="533400" y="3648075"/>
                </a:lnTo>
                <a:lnTo>
                  <a:pt x="533400" y="3657600"/>
                </a:lnTo>
                <a:lnTo>
                  <a:pt x="514350" y="3657600"/>
                </a:lnTo>
                <a:close/>
                <a:moveTo>
                  <a:pt x="857250" y="3648075"/>
                </a:moveTo>
                <a:lnTo>
                  <a:pt x="866775" y="3648075"/>
                </a:lnTo>
                <a:lnTo>
                  <a:pt x="866775" y="3657600"/>
                </a:lnTo>
                <a:lnTo>
                  <a:pt x="857250" y="3657600"/>
                </a:lnTo>
                <a:close/>
                <a:moveTo>
                  <a:pt x="666750" y="3657600"/>
                </a:moveTo>
                <a:lnTo>
                  <a:pt x="676275" y="3657600"/>
                </a:lnTo>
                <a:lnTo>
                  <a:pt x="676275" y="3667125"/>
                </a:lnTo>
                <a:lnTo>
                  <a:pt x="666750" y="3667125"/>
                </a:lnTo>
                <a:close/>
                <a:moveTo>
                  <a:pt x="762000" y="3657600"/>
                </a:moveTo>
                <a:lnTo>
                  <a:pt x="771525" y="3657600"/>
                </a:lnTo>
                <a:lnTo>
                  <a:pt x="771525" y="3667125"/>
                </a:lnTo>
                <a:lnTo>
                  <a:pt x="762000" y="3667125"/>
                </a:lnTo>
                <a:close/>
                <a:moveTo>
                  <a:pt x="838200" y="3657600"/>
                </a:moveTo>
                <a:lnTo>
                  <a:pt x="847725" y="3657600"/>
                </a:lnTo>
                <a:lnTo>
                  <a:pt x="847725" y="3667125"/>
                </a:lnTo>
                <a:lnTo>
                  <a:pt x="838200" y="3667125"/>
                </a:lnTo>
                <a:close/>
                <a:moveTo>
                  <a:pt x="1190625" y="3657600"/>
                </a:moveTo>
                <a:lnTo>
                  <a:pt x="1209675" y="3657600"/>
                </a:lnTo>
                <a:lnTo>
                  <a:pt x="1209675" y="3667125"/>
                </a:lnTo>
                <a:lnTo>
                  <a:pt x="1190625" y="3667125"/>
                </a:lnTo>
                <a:close/>
                <a:moveTo>
                  <a:pt x="857250" y="3667125"/>
                </a:moveTo>
                <a:lnTo>
                  <a:pt x="866775" y="3667125"/>
                </a:lnTo>
                <a:lnTo>
                  <a:pt x="866775" y="3676650"/>
                </a:lnTo>
                <a:lnTo>
                  <a:pt x="857250" y="3676650"/>
                </a:lnTo>
                <a:close/>
                <a:moveTo>
                  <a:pt x="1457325" y="3667125"/>
                </a:moveTo>
                <a:lnTo>
                  <a:pt x="1466850" y="3667125"/>
                </a:lnTo>
                <a:lnTo>
                  <a:pt x="1466850" y="3676650"/>
                </a:lnTo>
                <a:lnTo>
                  <a:pt x="1457325" y="3676650"/>
                </a:lnTo>
                <a:close/>
              </a:path>
            </a:pathLst>
          </a:custGeom>
          <a:solidFill xmlns:a="http://schemas.openxmlformats.org/drawingml/2006/main">
            <a:srgbClr val="F1EDE2"/>
          </a:solidFill>
          <a:ln xmlns:a="http://schemas.openxmlformats.org/drawingml/2006/main" w="0">
            <a:noFill/>
          </a:ln>
        </p:spPr>
      </p:sp>
      <p:sp>
        <p:nvSpPr>
          <p:cNvPr id="42" name="profit vector #f1ede1">
            <a:extLst xmlns:a="http://schemas.openxmlformats.org/drawingml/2006/main">
              <a:ext uri="{FF2B5EF4-FFF2-40B4-BE49-F238E27FC236}">
                <a16:creationId xmlns:a16="http://schemas.microsoft.com/office/drawing/2014/main" id="{96FC86B0-DCE2-42CE-9436-04C91DBBF0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29825" y="1447800"/>
            <a:ext cx="2200275" cy="4467225"/>
          </a:xfrm>
          <a:custGeom xmlns:a="http://schemas.openxmlformats.org/drawingml/2006/main">
            <a:pathLst>
              <a:path w="1866900" h="3790950">
                <a:moveTo>
                  <a:pt x="209550" y="0"/>
                </a:moveTo>
                <a:lnTo>
                  <a:pt x="238125" y="0"/>
                </a:lnTo>
                <a:lnTo>
                  <a:pt x="238125" y="9525"/>
                </a:lnTo>
                <a:lnTo>
                  <a:pt x="228600" y="9525"/>
                </a:lnTo>
                <a:lnTo>
                  <a:pt x="228600" y="19050"/>
                </a:lnTo>
                <a:lnTo>
                  <a:pt x="219075" y="19050"/>
                </a:lnTo>
                <a:lnTo>
                  <a:pt x="219075" y="28575"/>
                </a:lnTo>
                <a:lnTo>
                  <a:pt x="200025" y="28575"/>
                </a:lnTo>
                <a:lnTo>
                  <a:pt x="200025" y="19050"/>
                </a:lnTo>
                <a:lnTo>
                  <a:pt x="209550" y="19050"/>
                </a:lnTo>
                <a:close/>
                <a:moveTo>
                  <a:pt x="1600200" y="0"/>
                </a:moveTo>
                <a:lnTo>
                  <a:pt x="1676400" y="0"/>
                </a:lnTo>
                <a:lnTo>
                  <a:pt x="1676400" y="9525"/>
                </a:lnTo>
                <a:lnTo>
                  <a:pt x="1628775" y="9525"/>
                </a:lnTo>
                <a:lnTo>
                  <a:pt x="1628775" y="19050"/>
                </a:lnTo>
                <a:lnTo>
                  <a:pt x="1647825" y="19050"/>
                </a:lnTo>
                <a:lnTo>
                  <a:pt x="1647825" y="28575"/>
                </a:lnTo>
                <a:lnTo>
                  <a:pt x="1609725" y="28575"/>
                </a:lnTo>
                <a:lnTo>
                  <a:pt x="1609725" y="19050"/>
                </a:lnTo>
                <a:lnTo>
                  <a:pt x="1600200" y="19050"/>
                </a:lnTo>
                <a:close/>
                <a:moveTo>
                  <a:pt x="161925" y="19050"/>
                </a:moveTo>
                <a:lnTo>
                  <a:pt x="171450" y="19050"/>
                </a:lnTo>
                <a:lnTo>
                  <a:pt x="171450" y="28575"/>
                </a:lnTo>
                <a:lnTo>
                  <a:pt x="180975" y="28575"/>
                </a:lnTo>
                <a:lnTo>
                  <a:pt x="180975" y="38100"/>
                </a:lnTo>
                <a:lnTo>
                  <a:pt x="190500" y="38100"/>
                </a:lnTo>
                <a:lnTo>
                  <a:pt x="190500" y="28575"/>
                </a:lnTo>
                <a:lnTo>
                  <a:pt x="200025" y="28575"/>
                </a:lnTo>
                <a:lnTo>
                  <a:pt x="200025" y="38100"/>
                </a:lnTo>
                <a:lnTo>
                  <a:pt x="190500" y="38100"/>
                </a:lnTo>
                <a:lnTo>
                  <a:pt x="190500" y="47625"/>
                </a:lnTo>
                <a:lnTo>
                  <a:pt x="171450" y="47625"/>
                </a:lnTo>
                <a:lnTo>
                  <a:pt x="171450" y="38100"/>
                </a:lnTo>
                <a:lnTo>
                  <a:pt x="161925" y="38100"/>
                </a:lnTo>
                <a:close/>
                <a:moveTo>
                  <a:pt x="1676400" y="19050"/>
                </a:moveTo>
                <a:lnTo>
                  <a:pt x="1695450" y="19050"/>
                </a:lnTo>
                <a:lnTo>
                  <a:pt x="1695450" y="28575"/>
                </a:lnTo>
                <a:lnTo>
                  <a:pt x="1714500" y="28575"/>
                </a:lnTo>
                <a:lnTo>
                  <a:pt x="1714500" y="38100"/>
                </a:lnTo>
                <a:lnTo>
                  <a:pt x="1724025" y="38100"/>
                </a:lnTo>
                <a:lnTo>
                  <a:pt x="1724025" y="47625"/>
                </a:lnTo>
                <a:lnTo>
                  <a:pt x="1743075" y="47625"/>
                </a:lnTo>
                <a:lnTo>
                  <a:pt x="1743075" y="57150"/>
                </a:lnTo>
                <a:lnTo>
                  <a:pt x="1724025" y="57150"/>
                </a:lnTo>
                <a:lnTo>
                  <a:pt x="1724025" y="66675"/>
                </a:lnTo>
                <a:lnTo>
                  <a:pt x="1714500" y="66675"/>
                </a:lnTo>
                <a:lnTo>
                  <a:pt x="1714500" y="57150"/>
                </a:lnTo>
                <a:lnTo>
                  <a:pt x="1704975" y="57150"/>
                </a:lnTo>
                <a:lnTo>
                  <a:pt x="1704975" y="47625"/>
                </a:lnTo>
                <a:lnTo>
                  <a:pt x="1676400" y="47625"/>
                </a:lnTo>
                <a:lnTo>
                  <a:pt x="1676400" y="38100"/>
                </a:lnTo>
                <a:lnTo>
                  <a:pt x="1666875" y="38100"/>
                </a:lnTo>
                <a:lnTo>
                  <a:pt x="1666875" y="28575"/>
                </a:lnTo>
                <a:lnTo>
                  <a:pt x="1676400" y="28575"/>
                </a:lnTo>
                <a:close/>
                <a:moveTo>
                  <a:pt x="123825" y="47625"/>
                </a:moveTo>
                <a:lnTo>
                  <a:pt x="161925" y="47625"/>
                </a:lnTo>
                <a:lnTo>
                  <a:pt x="161925" y="57150"/>
                </a:lnTo>
                <a:lnTo>
                  <a:pt x="123825" y="57150"/>
                </a:lnTo>
                <a:close/>
                <a:moveTo>
                  <a:pt x="114300" y="57150"/>
                </a:moveTo>
                <a:lnTo>
                  <a:pt x="123825" y="57150"/>
                </a:lnTo>
                <a:lnTo>
                  <a:pt x="123825" y="76200"/>
                </a:lnTo>
                <a:lnTo>
                  <a:pt x="114300" y="76200"/>
                </a:lnTo>
                <a:close/>
                <a:moveTo>
                  <a:pt x="85725" y="66675"/>
                </a:moveTo>
                <a:lnTo>
                  <a:pt x="95250" y="66675"/>
                </a:lnTo>
                <a:lnTo>
                  <a:pt x="95250" y="76200"/>
                </a:lnTo>
                <a:lnTo>
                  <a:pt x="85725" y="76200"/>
                </a:lnTo>
                <a:close/>
                <a:moveTo>
                  <a:pt x="1724025" y="66675"/>
                </a:moveTo>
                <a:lnTo>
                  <a:pt x="1733550" y="66675"/>
                </a:lnTo>
                <a:lnTo>
                  <a:pt x="1733550" y="76200"/>
                </a:lnTo>
                <a:lnTo>
                  <a:pt x="1724025" y="76200"/>
                </a:lnTo>
                <a:close/>
                <a:moveTo>
                  <a:pt x="1743075" y="66675"/>
                </a:moveTo>
                <a:lnTo>
                  <a:pt x="1771650" y="66675"/>
                </a:lnTo>
                <a:lnTo>
                  <a:pt x="1771650" y="76200"/>
                </a:lnTo>
                <a:lnTo>
                  <a:pt x="1781175" y="76200"/>
                </a:lnTo>
                <a:lnTo>
                  <a:pt x="1781175" y="85725"/>
                </a:lnTo>
                <a:lnTo>
                  <a:pt x="1790700" y="85725"/>
                </a:lnTo>
                <a:lnTo>
                  <a:pt x="1790700" y="95250"/>
                </a:lnTo>
                <a:lnTo>
                  <a:pt x="1800225" y="95250"/>
                </a:lnTo>
                <a:lnTo>
                  <a:pt x="1800225" y="104775"/>
                </a:lnTo>
                <a:lnTo>
                  <a:pt x="1809750" y="104775"/>
                </a:lnTo>
                <a:lnTo>
                  <a:pt x="1809750" y="114300"/>
                </a:lnTo>
                <a:lnTo>
                  <a:pt x="1828800" y="114300"/>
                </a:lnTo>
                <a:lnTo>
                  <a:pt x="1828800" y="133350"/>
                </a:lnTo>
                <a:lnTo>
                  <a:pt x="1847850" y="133350"/>
                </a:lnTo>
                <a:lnTo>
                  <a:pt x="1847850" y="171450"/>
                </a:lnTo>
                <a:lnTo>
                  <a:pt x="1838325" y="171450"/>
                </a:lnTo>
                <a:lnTo>
                  <a:pt x="1838325" y="152400"/>
                </a:lnTo>
                <a:lnTo>
                  <a:pt x="1828800" y="152400"/>
                </a:lnTo>
                <a:lnTo>
                  <a:pt x="1828800" y="142875"/>
                </a:lnTo>
                <a:lnTo>
                  <a:pt x="1809750" y="142875"/>
                </a:lnTo>
                <a:lnTo>
                  <a:pt x="1809750" y="133350"/>
                </a:lnTo>
                <a:lnTo>
                  <a:pt x="1800225" y="133350"/>
                </a:lnTo>
                <a:lnTo>
                  <a:pt x="1800225" y="123825"/>
                </a:lnTo>
                <a:lnTo>
                  <a:pt x="1790700" y="123825"/>
                </a:lnTo>
                <a:lnTo>
                  <a:pt x="1790700" y="104775"/>
                </a:lnTo>
                <a:lnTo>
                  <a:pt x="1771650" y="104775"/>
                </a:lnTo>
                <a:lnTo>
                  <a:pt x="1771650" y="95250"/>
                </a:lnTo>
                <a:lnTo>
                  <a:pt x="1752600" y="95250"/>
                </a:lnTo>
                <a:lnTo>
                  <a:pt x="1752600" y="76200"/>
                </a:lnTo>
                <a:lnTo>
                  <a:pt x="1743075" y="76200"/>
                </a:lnTo>
                <a:close/>
                <a:moveTo>
                  <a:pt x="76200" y="76200"/>
                </a:moveTo>
                <a:lnTo>
                  <a:pt x="85725" y="76200"/>
                </a:lnTo>
                <a:lnTo>
                  <a:pt x="85725" y="104775"/>
                </a:lnTo>
                <a:lnTo>
                  <a:pt x="76200" y="104775"/>
                </a:lnTo>
                <a:close/>
                <a:moveTo>
                  <a:pt x="95250" y="76200"/>
                </a:moveTo>
                <a:lnTo>
                  <a:pt x="104775" y="76200"/>
                </a:lnTo>
                <a:lnTo>
                  <a:pt x="104775" y="85725"/>
                </a:lnTo>
                <a:lnTo>
                  <a:pt x="95250" y="85725"/>
                </a:lnTo>
                <a:close/>
                <a:moveTo>
                  <a:pt x="47625" y="104775"/>
                </a:moveTo>
                <a:lnTo>
                  <a:pt x="76200" y="104775"/>
                </a:lnTo>
                <a:lnTo>
                  <a:pt x="76200" y="114300"/>
                </a:lnTo>
                <a:lnTo>
                  <a:pt x="47625" y="114300"/>
                </a:lnTo>
                <a:close/>
                <a:moveTo>
                  <a:pt x="28575" y="114300"/>
                </a:moveTo>
                <a:lnTo>
                  <a:pt x="47625" y="114300"/>
                </a:lnTo>
                <a:lnTo>
                  <a:pt x="47625" y="123825"/>
                </a:lnTo>
                <a:lnTo>
                  <a:pt x="38100" y="123825"/>
                </a:lnTo>
                <a:lnTo>
                  <a:pt x="38100" y="133350"/>
                </a:lnTo>
                <a:lnTo>
                  <a:pt x="28575" y="133350"/>
                </a:lnTo>
                <a:close/>
                <a:moveTo>
                  <a:pt x="1857375" y="123825"/>
                </a:moveTo>
                <a:lnTo>
                  <a:pt x="1866900" y="123825"/>
                </a:lnTo>
                <a:lnTo>
                  <a:pt x="1866900" y="133350"/>
                </a:lnTo>
                <a:lnTo>
                  <a:pt x="1857375" y="133350"/>
                </a:lnTo>
                <a:close/>
                <a:moveTo>
                  <a:pt x="1219200" y="133350"/>
                </a:moveTo>
                <a:lnTo>
                  <a:pt x="1238250" y="133350"/>
                </a:lnTo>
                <a:lnTo>
                  <a:pt x="1238250" y="142875"/>
                </a:lnTo>
                <a:lnTo>
                  <a:pt x="1219200" y="142875"/>
                </a:lnTo>
                <a:close/>
                <a:moveTo>
                  <a:pt x="0" y="142875"/>
                </a:moveTo>
                <a:lnTo>
                  <a:pt x="19050" y="142875"/>
                </a:lnTo>
                <a:lnTo>
                  <a:pt x="19050" y="161925"/>
                </a:lnTo>
                <a:lnTo>
                  <a:pt x="9525" y="161925"/>
                </a:lnTo>
                <a:lnTo>
                  <a:pt x="9525" y="171450"/>
                </a:lnTo>
                <a:lnTo>
                  <a:pt x="0" y="171450"/>
                </a:lnTo>
                <a:close/>
                <a:moveTo>
                  <a:pt x="495300" y="142875"/>
                </a:moveTo>
                <a:lnTo>
                  <a:pt x="504825" y="142875"/>
                </a:lnTo>
                <a:lnTo>
                  <a:pt x="504825" y="161925"/>
                </a:lnTo>
                <a:lnTo>
                  <a:pt x="485775" y="161925"/>
                </a:lnTo>
                <a:lnTo>
                  <a:pt x="485775" y="152400"/>
                </a:lnTo>
                <a:lnTo>
                  <a:pt x="495300" y="152400"/>
                </a:lnTo>
                <a:close/>
                <a:moveTo>
                  <a:pt x="1162050" y="142875"/>
                </a:moveTo>
                <a:lnTo>
                  <a:pt x="1181100" y="142875"/>
                </a:lnTo>
                <a:lnTo>
                  <a:pt x="1181100" y="161925"/>
                </a:lnTo>
                <a:lnTo>
                  <a:pt x="1162050" y="161925"/>
                </a:lnTo>
                <a:close/>
                <a:moveTo>
                  <a:pt x="1257300" y="142875"/>
                </a:moveTo>
                <a:lnTo>
                  <a:pt x="1314450" y="142875"/>
                </a:lnTo>
                <a:lnTo>
                  <a:pt x="1314450" y="152400"/>
                </a:lnTo>
                <a:lnTo>
                  <a:pt x="1257300" y="152400"/>
                </a:lnTo>
                <a:close/>
                <a:moveTo>
                  <a:pt x="1419225" y="142875"/>
                </a:moveTo>
                <a:lnTo>
                  <a:pt x="1428750" y="142875"/>
                </a:lnTo>
                <a:lnTo>
                  <a:pt x="1428750" y="152400"/>
                </a:lnTo>
                <a:lnTo>
                  <a:pt x="1447800" y="152400"/>
                </a:lnTo>
                <a:lnTo>
                  <a:pt x="1447800" y="161925"/>
                </a:lnTo>
                <a:lnTo>
                  <a:pt x="1438275" y="161925"/>
                </a:lnTo>
                <a:lnTo>
                  <a:pt x="1438275" y="180975"/>
                </a:lnTo>
                <a:lnTo>
                  <a:pt x="1400175" y="180975"/>
                </a:lnTo>
                <a:lnTo>
                  <a:pt x="1400175" y="190500"/>
                </a:lnTo>
                <a:lnTo>
                  <a:pt x="1390650" y="190500"/>
                </a:lnTo>
                <a:lnTo>
                  <a:pt x="1390650" y="180975"/>
                </a:lnTo>
                <a:lnTo>
                  <a:pt x="1381125" y="180975"/>
                </a:lnTo>
                <a:lnTo>
                  <a:pt x="1381125" y="171450"/>
                </a:lnTo>
                <a:lnTo>
                  <a:pt x="1390650" y="171450"/>
                </a:lnTo>
                <a:lnTo>
                  <a:pt x="1390650" y="161925"/>
                </a:lnTo>
                <a:lnTo>
                  <a:pt x="1419225" y="161925"/>
                </a:lnTo>
                <a:close/>
                <a:moveTo>
                  <a:pt x="1247775" y="152400"/>
                </a:moveTo>
                <a:lnTo>
                  <a:pt x="1257300" y="152400"/>
                </a:lnTo>
                <a:lnTo>
                  <a:pt x="1257300" y="161925"/>
                </a:lnTo>
                <a:lnTo>
                  <a:pt x="1295400" y="161925"/>
                </a:lnTo>
                <a:lnTo>
                  <a:pt x="1295400" y="171450"/>
                </a:lnTo>
                <a:lnTo>
                  <a:pt x="1257300" y="171450"/>
                </a:lnTo>
                <a:lnTo>
                  <a:pt x="1257300" y="180975"/>
                </a:lnTo>
                <a:lnTo>
                  <a:pt x="1247775" y="180975"/>
                </a:lnTo>
                <a:close/>
                <a:moveTo>
                  <a:pt x="1485900" y="152400"/>
                </a:moveTo>
                <a:lnTo>
                  <a:pt x="1504950" y="152400"/>
                </a:lnTo>
                <a:lnTo>
                  <a:pt x="1504950" y="161925"/>
                </a:lnTo>
                <a:lnTo>
                  <a:pt x="1485900" y="161925"/>
                </a:lnTo>
                <a:close/>
                <a:moveTo>
                  <a:pt x="514350" y="161925"/>
                </a:moveTo>
                <a:lnTo>
                  <a:pt x="523875" y="161925"/>
                </a:lnTo>
                <a:lnTo>
                  <a:pt x="523875" y="171450"/>
                </a:lnTo>
                <a:lnTo>
                  <a:pt x="514350" y="171450"/>
                </a:lnTo>
                <a:close/>
                <a:moveTo>
                  <a:pt x="523875" y="171450"/>
                </a:moveTo>
                <a:lnTo>
                  <a:pt x="561975" y="171450"/>
                </a:lnTo>
                <a:lnTo>
                  <a:pt x="561975" y="180975"/>
                </a:lnTo>
                <a:lnTo>
                  <a:pt x="552450" y="180975"/>
                </a:lnTo>
                <a:lnTo>
                  <a:pt x="552450" y="190500"/>
                </a:lnTo>
                <a:lnTo>
                  <a:pt x="523875" y="190500"/>
                </a:lnTo>
                <a:close/>
                <a:moveTo>
                  <a:pt x="1238250" y="180975"/>
                </a:moveTo>
                <a:lnTo>
                  <a:pt x="1247775" y="180975"/>
                </a:lnTo>
                <a:lnTo>
                  <a:pt x="1247775" y="190500"/>
                </a:lnTo>
                <a:lnTo>
                  <a:pt x="1238250" y="190500"/>
                </a:lnTo>
                <a:close/>
                <a:moveTo>
                  <a:pt x="1362075" y="180975"/>
                </a:moveTo>
                <a:lnTo>
                  <a:pt x="1371600" y="180975"/>
                </a:lnTo>
                <a:lnTo>
                  <a:pt x="1371600" y="190500"/>
                </a:lnTo>
                <a:lnTo>
                  <a:pt x="1362075" y="190500"/>
                </a:lnTo>
                <a:close/>
                <a:moveTo>
                  <a:pt x="552450" y="190500"/>
                </a:moveTo>
                <a:lnTo>
                  <a:pt x="561975" y="190500"/>
                </a:lnTo>
                <a:lnTo>
                  <a:pt x="561975" y="200025"/>
                </a:lnTo>
                <a:lnTo>
                  <a:pt x="552450" y="200025"/>
                </a:lnTo>
                <a:close/>
                <a:moveTo>
                  <a:pt x="1333500" y="190500"/>
                </a:moveTo>
                <a:lnTo>
                  <a:pt x="1352550" y="190500"/>
                </a:lnTo>
                <a:lnTo>
                  <a:pt x="1352550" y="200025"/>
                </a:lnTo>
                <a:lnTo>
                  <a:pt x="1343025" y="200025"/>
                </a:lnTo>
                <a:lnTo>
                  <a:pt x="1343025" y="219075"/>
                </a:lnTo>
                <a:lnTo>
                  <a:pt x="1333500" y="219075"/>
                </a:lnTo>
                <a:lnTo>
                  <a:pt x="1333500" y="228600"/>
                </a:lnTo>
                <a:lnTo>
                  <a:pt x="1323975" y="228600"/>
                </a:lnTo>
                <a:lnTo>
                  <a:pt x="1323975" y="238125"/>
                </a:lnTo>
                <a:lnTo>
                  <a:pt x="1276350" y="238125"/>
                </a:lnTo>
                <a:lnTo>
                  <a:pt x="1276350" y="247650"/>
                </a:lnTo>
                <a:lnTo>
                  <a:pt x="1266825" y="247650"/>
                </a:lnTo>
                <a:lnTo>
                  <a:pt x="1266825" y="228600"/>
                </a:lnTo>
                <a:lnTo>
                  <a:pt x="1276350" y="228600"/>
                </a:lnTo>
                <a:lnTo>
                  <a:pt x="1276350" y="219075"/>
                </a:lnTo>
                <a:lnTo>
                  <a:pt x="1295400" y="219075"/>
                </a:lnTo>
                <a:lnTo>
                  <a:pt x="1295400" y="209550"/>
                </a:lnTo>
                <a:lnTo>
                  <a:pt x="1314450" y="209550"/>
                </a:lnTo>
                <a:lnTo>
                  <a:pt x="1314450" y="200025"/>
                </a:lnTo>
                <a:lnTo>
                  <a:pt x="1333500" y="200025"/>
                </a:lnTo>
                <a:close/>
                <a:moveTo>
                  <a:pt x="561975" y="200025"/>
                </a:moveTo>
                <a:lnTo>
                  <a:pt x="581025" y="200025"/>
                </a:lnTo>
                <a:lnTo>
                  <a:pt x="581025" y="209550"/>
                </a:lnTo>
                <a:lnTo>
                  <a:pt x="561975" y="209550"/>
                </a:lnTo>
                <a:close/>
                <a:moveTo>
                  <a:pt x="638175" y="200025"/>
                </a:moveTo>
                <a:lnTo>
                  <a:pt x="657225" y="200025"/>
                </a:lnTo>
                <a:lnTo>
                  <a:pt x="657225" y="209550"/>
                </a:lnTo>
                <a:lnTo>
                  <a:pt x="647700" y="209550"/>
                </a:lnTo>
                <a:lnTo>
                  <a:pt x="647700" y="219075"/>
                </a:lnTo>
                <a:lnTo>
                  <a:pt x="628650" y="219075"/>
                </a:lnTo>
                <a:lnTo>
                  <a:pt x="628650" y="209550"/>
                </a:lnTo>
                <a:lnTo>
                  <a:pt x="638175" y="209550"/>
                </a:lnTo>
                <a:close/>
                <a:moveTo>
                  <a:pt x="1514475" y="200025"/>
                </a:moveTo>
                <a:lnTo>
                  <a:pt x="1524000" y="200025"/>
                </a:lnTo>
                <a:lnTo>
                  <a:pt x="1524000" y="209550"/>
                </a:lnTo>
                <a:lnTo>
                  <a:pt x="1514475" y="209550"/>
                </a:lnTo>
                <a:close/>
                <a:moveTo>
                  <a:pt x="200025" y="209550"/>
                </a:moveTo>
                <a:lnTo>
                  <a:pt x="209550" y="209550"/>
                </a:lnTo>
                <a:lnTo>
                  <a:pt x="209550" y="219075"/>
                </a:lnTo>
                <a:lnTo>
                  <a:pt x="200025" y="219075"/>
                </a:lnTo>
                <a:close/>
                <a:moveTo>
                  <a:pt x="342900" y="209550"/>
                </a:moveTo>
                <a:lnTo>
                  <a:pt x="352425" y="209550"/>
                </a:lnTo>
                <a:lnTo>
                  <a:pt x="352425" y="219075"/>
                </a:lnTo>
                <a:lnTo>
                  <a:pt x="342900" y="219075"/>
                </a:lnTo>
                <a:close/>
                <a:moveTo>
                  <a:pt x="581025" y="209550"/>
                </a:moveTo>
                <a:lnTo>
                  <a:pt x="600075" y="209550"/>
                </a:lnTo>
                <a:lnTo>
                  <a:pt x="600075" y="219075"/>
                </a:lnTo>
                <a:lnTo>
                  <a:pt x="581025" y="219075"/>
                </a:lnTo>
                <a:close/>
                <a:moveTo>
                  <a:pt x="1485900" y="209550"/>
                </a:moveTo>
                <a:lnTo>
                  <a:pt x="1495425" y="209550"/>
                </a:lnTo>
                <a:lnTo>
                  <a:pt x="1495425" y="219075"/>
                </a:lnTo>
                <a:lnTo>
                  <a:pt x="1485900" y="219075"/>
                </a:lnTo>
                <a:close/>
                <a:moveTo>
                  <a:pt x="609600" y="219075"/>
                </a:moveTo>
                <a:lnTo>
                  <a:pt x="628650" y="219075"/>
                </a:lnTo>
                <a:lnTo>
                  <a:pt x="628650" y="228600"/>
                </a:lnTo>
                <a:lnTo>
                  <a:pt x="609600" y="228600"/>
                </a:lnTo>
                <a:close/>
                <a:moveTo>
                  <a:pt x="1466850" y="219075"/>
                </a:moveTo>
                <a:lnTo>
                  <a:pt x="1485900" y="219075"/>
                </a:lnTo>
                <a:lnTo>
                  <a:pt x="1485900" y="228600"/>
                </a:lnTo>
                <a:lnTo>
                  <a:pt x="1476375" y="228600"/>
                </a:lnTo>
                <a:lnTo>
                  <a:pt x="1476375" y="238125"/>
                </a:lnTo>
                <a:lnTo>
                  <a:pt x="1457325" y="238125"/>
                </a:lnTo>
                <a:lnTo>
                  <a:pt x="1457325" y="228600"/>
                </a:lnTo>
                <a:lnTo>
                  <a:pt x="1466850" y="228600"/>
                </a:lnTo>
                <a:close/>
                <a:moveTo>
                  <a:pt x="228600" y="238125"/>
                </a:moveTo>
                <a:lnTo>
                  <a:pt x="238125" y="238125"/>
                </a:lnTo>
                <a:lnTo>
                  <a:pt x="238125" y="247650"/>
                </a:lnTo>
                <a:lnTo>
                  <a:pt x="247650" y="247650"/>
                </a:lnTo>
                <a:lnTo>
                  <a:pt x="247650" y="257175"/>
                </a:lnTo>
                <a:lnTo>
                  <a:pt x="228600" y="257175"/>
                </a:lnTo>
                <a:close/>
                <a:moveTo>
                  <a:pt x="247650" y="257175"/>
                </a:moveTo>
                <a:lnTo>
                  <a:pt x="257175" y="257175"/>
                </a:lnTo>
                <a:lnTo>
                  <a:pt x="257175" y="266700"/>
                </a:lnTo>
                <a:lnTo>
                  <a:pt x="266700" y="266700"/>
                </a:lnTo>
                <a:lnTo>
                  <a:pt x="266700" y="304800"/>
                </a:lnTo>
                <a:lnTo>
                  <a:pt x="257175" y="304800"/>
                </a:lnTo>
                <a:lnTo>
                  <a:pt x="257175" y="276225"/>
                </a:lnTo>
                <a:lnTo>
                  <a:pt x="247650" y="276225"/>
                </a:lnTo>
                <a:close/>
                <a:moveTo>
                  <a:pt x="1676400" y="257175"/>
                </a:moveTo>
                <a:lnTo>
                  <a:pt x="1685925" y="257175"/>
                </a:lnTo>
                <a:lnTo>
                  <a:pt x="1685925" y="266700"/>
                </a:lnTo>
                <a:lnTo>
                  <a:pt x="1676400" y="266700"/>
                </a:lnTo>
                <a:close/>
                <a:moveTo>
                  <a:pt x="1695450" y="276225"/>
                </a:moveTo>
                <a:lnTo>
                  <a:pt x="1704975" y="276225"/>
                </a:lnTo>
                <a:lnTo>
                  <a:pt x="1704975" y="295275"/>
                </a:lnTo>
                <a:lnTo>
                  <a:pt x="1695450" y="295275"/>
                </a:lnTo>
                <a:close/>
                <a:moveTo>
                  <a:pt x="1466850" y="285750"/>
                </a:moveTo>
                <a:lnTo>
                  <a:pt x="1485900" y="285750"/>
                </a:lnTo>
                <a:lnTo>
                  <a:pt x="1485900" y="295275"/>
                </a:lnTo>
                <a:lnTo>
                  <a:pt x="1466850" y="295275"/>
                </a:lnTo>
                <a:close/>
                <a:moveTo>
                  <a:pt x="1676400" y="295275"/>
                </a:moveTo>
                <a:lnTo>
                  <a:pt x="1685925" y="295275"/>
                </a:lnTo>
                <a:lnTo>
                  <a:pt x="1685925" y="323850"/>
                </a:lnTo>
                <a:lnTo>
                  <a:pt x="1666875" y="323850"/>
                </a:lnTo>
                <a:lnTo>
                  <a:pt x="1666875" y="314325"/>
                </a:lnTo>
                <a:lnTo>
                  <a:pt x="1676400" y="314325"/>
                </a:lnTo>
                <a:close/>
                <a:moveTo>
                  <a:pt x="200025" y="314325"/>
                </a:moveTo>
                <a:lnTo>
                  <a:pt x="247650" y="314325"/>
                </a:lnTo>
                <a:lnTo>
                  <a:pt x="247650" y="323850"/>
                </a:lnTo>
                <a:lnTo>
                  <a:pt x="238125" y="323850"/>
                </a:lnTo>
                <a:lnTo>
                  <a:pt x="238125" y="333375"/>
                </a:lnTo>
                <a:lnTo>
                  <a:pt x="219075" y="333375"/>
                </a:lnTo>
                <a:lnTo>
                  <a:pt x="219075" y="323850"/>
                </a:lnTo>
                <a:lnTo>
                  <a:pt x="200025" y="323850"/>
                </a:lnTo>
                <a:close/>
                <a:moveTo>
                  <a:pt x="142875" y="323850"/>
                </a:moveTo>
                <a:lnTo>
                  <a:pt x="171450" y="323850"/>
                </a:lnTo>
                <a:lnTo>
                  <a:pt x="171450" y="342900"/>
                </a:lnTo>
                <a:lnTo>
                  <a:pt x="161925" y="342900"/>
                </a:lnTo>
                <a:lnTo>
                  <a:pt x="161925" y="333375"/>
                </a:lnTo>
                <a:lnTo>
                  <a:pt x="152400" y="333375"/>
                </a:lnTo>
                <a:lnTo>
                  <a:pt x="152400" y="342900"/>
                </a:lnTo>
                <a:lnTo>
                  <a:pt x="142875" y="342900"/>
                </a:lnTo>
                <a:close/>
                <a:moveTo>
                  <a:pt x="190500" y="323850"/>
                </a:moveTo>
                <a:lnTo>
                  <a:pt x="200025" y="323850"/>
                </a:lnTo>
                <a:lnTo>
                  <a:pt x="200025" y="333375"/>
                </a:lnTo>
                <a:lnTo>
                  <a:pt x="190500" y="333375"/>
                </a:lnTo>
                <a:close/>
                <a:moveTo>
                  <a:pt x="1304925" y="323850"/>
                </a:moveTo>
                <a:lnTo>
                  <a:pt x="1333500" y="323850"/>
                </a:lnTo>
                <a:lnTo>
                  <a:pt x="1333500" y="342900"/>
                </a:lnTo>
                <a:lnTo>
                  <a:pt x="1323975" y="342900"/>
                </a:lnTo>
                <a:lnTo>
                  <a:pt x="1323975" y="352425"/>
                </a:lnTo>
                <a:lnTo>
                  <a:pt x="1304925" y="352425"/>
                </a:lnTo>
                <a:lnTo>
                  <a:pt x="1304925" y="342900"/>
                </a:lnTo>
                <a:lnTo>
                  <a:pt x="1295400" y="342900"/>
                </a:lnTo>
                <a:lnTo>
                  <a:pt x="1295400" y="333375"/>
                </a:lnTo>
                <a:lnTo>
                  <a:pt x="1304925" y="333375"/>
                </a:lnTo>
                <a:close/>
                <a:moveTo>
                  <a:pt x="1085850" y="333375"/>
                </a:moveTo>
                <a:lnTo>
                  <a:pt x="1114425" y="333375"/>
                </a:lnTo>
                <a:lnTo>
                  <a:pt x="1114425" y="342900"/>
                </a:lnTo>
                <a:lnTo>
                  <a:pt x="1095375" y="342900"/>
                </a:lnTo>
                <a:lnTo>
                  <a:pt x="1095375" y="352425"/>
                </a:lnTo>
                <a:lnTo>
                  <a:pt x="1085850" y="352425"/>
                </a:lnTo>
                <a:close/>
                <a:moveTo>
                  <a:pt x="1152525" y="333375"/>
                </a:moveTo>
                <a:lnTo>
                  <a:pt x="1162050" y="333375"/>
                </a:lnTo>
                <a:lnTo>
                  <a:pt x="1162050" y="342900"/>
                </a:lnTo>
                <a:lnTo>
                  <a:pt x="1152525" y="342900"/>
                </a:lnTo>
                <a:close/>
                <a:moveTo>
                  <a:pt x="1657350" y="333375"/>
                </a:moveTo>
                <a:lnTo>
                  <a:pt x="1676400" y="333375"/>
                </a:lnTo>
                <a:lnTo>
                  <a:pt x="1676400" y="342900"/>
                </a:lnTo>
                <a:lnTo>
                  <a:pt x="1657350" y="342900"/>
                </a:lnTo>
                <a:close/>
                <a:moveTo>
                  <a:pt x="390525" y="342900"/>
                </a:moveTo>
                <a:lnTo>
                  <a:pt x="409575" y="342900"/>
                </a:lnTo>
                <a:lnTo>
                  <a:pt x="409575" y="352425"/>
                </a:lnTo>
                <a:lnTo>
                  <a:pt x="390525" y="352425"/>
                </a:lnTo>
                <a:close/>
                <a:moveTo>
                  <a:pt x="428625" y="342900"/>
                </a:moveTo>
                <a:lnTo>
                  <a:pt x="438150" y="342900"/>
                </a:lnTo>
                <a:lnTo>
                  <a:pt x="438150" y="352425"/>
                </a:lnTo>
                <a:lnTo>
                  <a:pt x="428625" y="352425"/>
                </a:lnTo>
                <a:close/>
                <a:moveTo>
                  <a:pt x="485775" y="342900"/>
                </a:moveTo>
                <a:lnTo>
                  <a:pt x="504825" y="342900"/>
                </a:lnTo>
                <a:lnTo>
                  <a:pt x="504825" y="390525"/>
                </a:lnTo>
                <a:lnTo>
                  <a:pt x="495300" y="390525"/>
                </a:lnTo>
                <a:lnTo>
                  <a:pt x="495300" y="409575"/>
                </a:lnTo>
                <a:lnTo>
                  <a:pt x="485775" y="409575"/>
                </a:lnTo>
                <a:lnTo>
                  <a:pt x="485775" y="438150"/>
                </a:lnTo>
                <a:lnTo>
                  <a:pt x="466725" y="438150"/>
                </a:lnTo>
                <a:lnTo>
                  <a:pt x="466725" y="428625"/>
                </a:lnTo>
                <a:lnTo>
                  <a:pt x="457200" y="428625"/>
                </a:lnTo>
                <a:lnTo>
                  <a:pt x="457200" y="419100"/>
                </a:lnTo>
                <a:lnTo>
                  <a:pt x="447675" y="419100"/>
                </a:lnTo>
                <a:lnTo>
                  <a:pt x="447675" y="409575"/>
                </a:lnTo>
                <a:lnTo>
                  <a:pt x="457200" y="409575"/>
                </a:lnTo>
                <a:lnTo>
                  <a:pt x="457200" y="400050"/>
                </a:lnTo>
                <a:lnTo>
                  <a:pt x="447675" y="400050"/>
                </a:lnTo>
                <a:lnTo>
                  <a:pt x="447675" y="390525"/>
                </a:lnTo>
                <a:lnTo>
                  <a:pt x="428625" y="390525"/>
                </a:lnTo>
                <a:lnTo>
                  <a:pt x="428625" y="361950"/>
                </a:lnTo>
                <a:lnTo>
                  <a:pt x="438150" y="361950"/>
                </a:lnTo>
                <a:lnTo>
                  <a:pt x="438150" y="352425"/>
                </a:lnTo>
                <a:lnTo>
                  <a:pt x="447675" y="352425"/>
                </a:lnTo>
                <a:lnTo>
                  <a:pt x="447675" y="361950"/>
                </a:lnTo>
                <a:lnTo>
                  <a:pt x="466725" y="361950"/>
                </a:lnTo>
                <a:lnTo>
                  <a:pt x="466725" y="352425"/>
                </a:lnTo>
                <a:lnTo>
                  <a:pt x="485775" y="352425"/>
                </a:lnTo>
                <a:close/>
                <a:moveTo>
                  <a:pt x="1114425" y="342900"/>
                </a:moveTo>
                <a:lnTo>
                  <a:pt x="1123950" y="342900"/>
                </a:lnTo>
                <a:lnTo>
                  <a:pt x="1123950" y="352425"/>
                </a:lnTo>
                <a:lnTo>
                  <a:pt x="1133475" y="352425"/>
                </a:lnTo>
                <a:lnTo>
                  <a:pt x="1133475" y="361950"/>
                </a:lnTo>
                <a:lnTo>
                  <a:pt x="1104900" y="361950"/>
                </a:lnTo>
                <a:lnTo>
                  <a:pt x="1104900" y="371475"/>
                </a:lnTo>
                <a:lnTo>
                  <a:pt x="1095375" y="371475"/>
                </a:lnTo>
                <a:lnTo>
                  <a:pt x="1095375" y="352425"/>
                </a:lnTo>
                <a:lnTo>
                  <a:pt x="1114425" y="352425"/>
                </a:lnTo>
                <a:close/>
                <a:moveTo>
                  <a:pt x="1143000" y="342900"/>
                </a:moveTo>
                <a:lnTo>
                  <a:pt x="1152525" y="342900"/>
                </a:lnTo>
                <a:lnTo>
                  <a:pt x="1152525" y="361950"/>
                </a:lnTo>
                <a:lnTo>
                  <a:pt x="1162050" y="361950"/>
                </a:lnTo>
                <a:lnTo>
                  <a:pt x="1162050" y="371475"/>
                </a:lnTo>
                <a:lnTo>
                  <a:pt x="1143000" y="371475"/>
                </a:lnTo>
                <a:close/>
                <a:moveTo>
                  <a:pt x="1552575" y="342900"/>
                </a:moveTo>
                <a:lnTo>
                  <a:pt x="1571625" y="342900"/>
                </a:lnTo>
                <a:lnTo>
                  <a:pt x="1571625" y="361950"/>
                </a:lnTo>
                <a:lnTo>
                  <a:pt x="1543050" y="361950"/>
                </a:lnTo>
                <a:lnTo>
                  <a:pt x="1543050" y="352425"/>
                </a:lnTo>
                <a:lnTo>
                  <a:pt x="1552575" y="352425"/>
                </a:lnTo>
                <a:close/>
                <a:moveTo>
                  <a:pt x="1647825" y="342900"/>
                </a:moveTo>
                <a:lnTo>
                  <a:pt x="1657350" y="342900"/>
                </a:lnTo>
                <a:lnTo>
                  <a:pt x="1657350" y="352425"/>
                </a:lnTo>
                <a:lnTo>
                  <a:pt x="1647825" y="352425"/>
                </a:lnTo>
                <a:close/>
                <a:moveTo>
                  <a:pt x="1676400" y="342900"/>
                </a:moveTo>
                <a:lnTo>
                  <a:pt x="1685925" y="342900"/>
                </a:lnTo>
                <a:lnTo>
                  <a:pt x="1685925" y="352425"/>
                </a:lnTo>
                <a:lnTo>
                  <a:pt x="1676400" y="352425"/>
                </a:lnTo>
                <a:close/>
                <a:moveTo>
                  <a:pt x="876300" y="352425"/>
                </a:moveTo>
                <a:lnTo>
                  <a:pt x="904875" y="352425"/>
                </a:lnTo>
                <a:lnTo>
                  <a:pt x="904875" y="361950"/>
                </a:lnTo>
                <a:lnTo>
                  <a:pt x="895350" y="361950"/>
                </a:lnTo>
                <a:lnTo>
                  <a:pt x="895350" y="390525"/>
                </a:lnTo>
                <a:lnTo>
                  <a:pt x="904875" y="390525"/>
                </a:lnTo>
                <a:lnTo>
                  <a:pt x="904875" y="400050"/>
                </a:lnTo>
                <a:lnTo>
                  <a:pt x="885825" y="400050"/>
                </a:lnTo>
                <a:lnTo>
                  <a:pt x="885825" y="390525"/>
                </a:lnTo>
                <a:lnTo>
                  <a:pt x="876300" y="390525"/>
                </a:lnTo>
                <a:lnTo>
                  <a:pt x="876300" y="381000"/>
                </a:lnTo>
                <a:lnTo>
                  <a:pt x="866775" y="381000"/>
                </a:lnTo>
                <a:lnTo>
                  <a:pt x="866775" y="361950"/>
                </a:lnTo>
                <a:lnTo>
                  <a:pt x="876300" y="361950"/>
                </a:lnTo>
                <a:close/>
                <a:moveTo>
                  <a:pt x="942975" y="352425"/>
                </a:moveTo>
                <a:lnTo>
                  <a:pt x="1009650" y="352425"/>
                </a:lnTo>
                <a:lnTo>
                  <a:pt x="1009650" y="361950"/>
                </a:lnTo>
                <a:lnTo>
                  <a:pt x="1028700" y="361950"/>
                </a:lnTo>
                <a:lnTo>
                  <a:pt x="1028700" y="371475"/>
                </a:lnTo>
                <a:lnTo>
                  <a:pt x="1009650" y="371475"/>
                </a:lnTo>
                <a:lnTo>
                  <a:pt x="1009650" y="390525"/>
                </a:lnTo>
                <a:lnTo>
                  <a:pt x="1000125" y="390525"/>
                </a:lnTo>
                <a:lnTo>
                  <a:pt x="1000125" y="371475"/>
                </a:lnTo>
                <a:lnTo>
                  <a:pt x="962025" y="371475"/>
                </a:lnTo>
                <a:lnTo>
                  <a:pt x="962025" y="361950"/>
                </a:lnTo>
                <a:lnTo>
                  <a:pt x="942975" y="361950"/>
                </a:lnTo>
                <a:close/>
                <a:moveTo>
                  <a:pt x="1038225" y="352425"/>
                </a:moveTo>
                <a:lnTo>
                  <a:pt x="1047750" y="352425"/>
                </a:lnTo>
                <a:lnTo>
                  <a:pt x="1047750" y="361950"/>
                </a:lnTo>
                <a:lnTo>
                  <a:pt x="1038225" y="361950"/>
                </a:lnTo>
                <a:close/>
                <a:moveTo>
                  <a:pt x="1371600" y="352425"/>
                </a:moveTo>
                <a:lnTo>
                  <a:pt x="1381125" y="352425"/>
                </a:lnTo>
                <a:lnTo>
                  <a:pt x="1381125" y="361950"/>
                </a:lnTo>
                <a:lnTo>
                  <a:pt x="1390650" y="361950"/>
                </a:lnTo>
                <a:lnTo>
                  <a:pt x="1390650" y="371475"/>
                </a:lnTo>
                <a:lnTo>
                  <a:pt x="1381125" y="371475"/>
                </a:lnTo>
                <a:lnTo>
                  <a:pt x="1381125" y="390525"/>
                </a:lnTo>
                <a:lnTo>
                  <a:pt x="1371600" y="390525"/>
                </a:lnTo>
                <a:close/>
                <a:moveTo>
                  <a:pt x="1704975" y="352425"/>
                </a:moveTo>
                <a:lnTo>
                  <a:pt x="1714500" y="352425"/>
                </a:lnTo>
                <a:lnTo>
                  <a:pt x="1714500" y="361950"/>
                </a:lnTo>
                <a:lnTo>
                  <a:pt x="1704975" y="361950"/>
                </a:lnTo>
                <a:close/>
                <a:moveTo>
                  <a:pt x="1685925" y="361950"/>
                </a:moveTo>
                <a:lnTo>
                  <a:pt x="1704975" y="361950"/>
                </a:lnTo>
                <a:lnTo>
                  <a:pt x="1704975" y="400050"/>
                </a:lnTo>
                <a:lnTo>
                  <a:pt x="1685925" y="400050"/>
                </a:lnTo>
                <a:lnTo>
                  <a:pt x="1685925" y="390525"/>
                </a:lnTo>
                <a:lnTo>
                  <a:pt x="1666875" y="390525"/>
                </a:lnTo>
                <a:lnTo>
                  <a:pt x="1666875" y="371475"/>
                </a:lnTo>
                <a:lnTo>
                  <a:pt x="1685925" y="371475"/>
                </a:lnTo>
                <a:close/>
                <a:moveTo>
                  <a:pt x="1076325" y="371475"/>
                </a:moveTo>
                <a:lnTo>
                  <a:pt x="1095375" y="371475"/>
                </a:lnTo>
                <a:lnTo>
                  <a:pt x="1095375" y="381000"/>
                </a:lnTo>
                <a:lnTo>
                  <a:pt x="1076325" y="381000"/>
                </a:lnTo>
                <a:close/>
                <a:moveTo>
                  <a:pt x="1295400" y="371475"/>
                </a:moveTo>
                <a:lnTo>
                  <a:pt x="1304925" y="371475"/>
                </a:lnTo>
                <a:lnTo>
                  <a:pt x="1304925" y="381000"/>
                </a:lnTo>
                <a:lnTo>
                  <a:pt x="1295400" y="381000"/>
                </a:lnTo>
                <a:close/>
                <a:moveTo>
                  <a:pt x="923925" y="381000"/>
                </a:moveTo>
                <a:lnTo>
                  <a:pt x="942975" y="381000"/>
                </a:lnTo>
                <a:lnTo>
                  <a:pt x="942975" y="390525"/>
                </a:lnTo>
                <a:lnTo>
                  <a:pt x="962025" y="390525"/>
                </a:lnTo>
                <a:lnTo>
                  <a:pt x="962025" y="400050"/>
                </a:lnTo>
                <a:lnTo>
                  <a:pt x="952500" y="400050"/>
                </a:lnTo>
                <a:lnTo>
                  <a:pt x="952500" y="409575"/>
                </a:lnTo>
                <a:lnTo>
                  <a:pt x="904875" y="409575"/>
                </a:lnTo>
                <a:lnTo>
                  <a:pt x="904875" y="400050"/>
                </a:lnTo>
                <a:lnTo>
                  <a:pt x="914400" y="400050"/>
                </a:lnTo>
                <a:lnTo>
                  <a:pt x="914400" y="390525"/>
                </a:lnTo>
                <a:lnTo>
                  <a:pt x="923925" y="390525"/>
                </a:lnTo>
                <a:close/>
                <a:moveTo>
                  <a:pt x="1028700" y="381000"/>
                </a:moveTo>
                <a:lnTo>
                  <a:pt x="1038225" y="381000"/>
                </a:lnTo>
                <a:lnTo>
                  <a:pt x="1038225" y="390525"/>
                </a:lnTo>
                <a:lnTo>
                  <a:pt x="1047750" y="390525"/>
                </a:lnTo>
                <a:lnTo>
                  <a:pt x="1047750" y="400050"/>
                </a:lnTo>
                <a:lnTo>
                  <a:pt x="1076325" y="400050"/>
                </a:lnTo>
                <a:lnTo>
                  <a:pt x="1076325" y="409575"/>
                </a:lnTo>
                <a:lnTo>
                  <a:pt x="1057275" y="409575"/>
                </a:lnTo>
                <a:lnTo>
                  <a:pt x="1057275" y="419100"/>
                </a:lnTo>
                <a:lnTo>
                  <a:pt x="1047750" y="419100"/>
                </a:lnTo>
                <a:lnTo>
                  <a:pt x="1047750" y="409575"/>
                </a:lnTo>
                <a:lnTo>
                  <a:pt x="1038225" y="409575"/>
                </a:lnTo>
                <a:lnTo>
                  <a:pt x="1038225" y="400050"/>
                </a:lnTo>
                <a:lnTo>
                  <a:pt x="1028700" y="400050"/>
                </a:lnTo>
                <a:close/>
                <a:moveTo>
                  <a:pt x="419100" y="390525"/>
                </a:moveTo>
                <a:lnTo>
                  <a:pt x="428625" y="390525"/>
                </a:lnTo>
                <a:lnTo>
                  <a:pt x="428625" y="400050"/>
                </a:lnTo>
                <a:lnTo>
                  <a:pt x="419100" y="400050"/>
                </a:lnTo>
                <a:close/>
                <a:moveTo>
                  <a:pt x="990600" y="390525"/>
                </a:moveTo>
                <a:lnTo>
                  <a:pt x="1000125" y="390525"/>
                </a:lnTo>
                <a:lnTo>
                  <a:pt x="1000125" y="409575"/>
                </a:lnTo>
                <a:lnTo>
                  <a:pt x="981075" y="409575"/>
                </a:lnTo>
                <a:lnTo>
                  <a:pt x="981075" y="419100"/>
                </a:lnTo>
                <a:lnTo>
                  <a:pt x="952500" y="419100"/>
                </a:lnTo>
                <a:lnTo>
                  <a:pt x="952500" y="409575"/>
                </a:lnTo>
                <a:lnTo>
                  <a:pt x="971550" y="409575"/>
                </a:lnTo>
                <a:lnTo>
                  <a:pt x="971550" y="400050"/>
                </a:lnTo>
                <a:lnTo>
                  <a:pt x="990600" y="400050"/>
                </a:lnTo>
                <a:close/>
                <a:moveTo>
                  <a:pt x="1114425" y="390525"/>
                </a:moveTo>
                <a:lnTo>
                  <a:pt x="1143000" y="390525"/>
                </a:lnTo>
                <a:lnTo>
                  <a:pt x="1143000" y="400050"/>
                </a:lnTo>
                <a:lnTo>
                  <a:pt x="1114425" y="400050"/>
                </a:lnTo>
                <a:close/>
                <a:moveTo>
                  <a:pt x="428625" y="400050"/>
                </a:moveTo>
                <a:lnTo>
                  <a:pt x="438150" y="400050"/>
                </a:lnTo>
                <a:lnTo>
                  <a:pt x="438150" y="419100"/>
                </a:lnTo>
                <a:lnTo>
                  <a:pt x="428625" y="419100"/>
                </a:lnTo>
                <a:close/>
                <a:moveTo>
                  <a:pt x="457200" y="400050"/>
                </a:moveTo>
                <a:lnTo>
                  <a:pt x="466725" y="400050"/>
                </a:lnTo>
                <a:lnTo>
                  <a:pt x="466725" y="390525"/>
                </a:lnTo>
                <a:lnTo>
                  <a:pt x="457200" y="390525"/>
                </a:lnTo>
                <a:close/>
                <a:moveTo>
                  <a:pt x="733425" y="400050"/>
                </a:moveTo>
                <a:lnTo>
                  <a:pt x="771525" y="400050"/>
                </a:lnTo>
                <a:lnTo>
                  <a:pt x="771525" y="409575"/>
                </a:lnTo>
                <a:lnTo>
                  <a:pt x="762000" y="409575"/>
                </a:lnTo>
                <a:lnTo>
                  <a:pt x="762000" y="419100"/>
                </a:lnTo>
                <a:lnTo>
                  <a:pt x="733425" y="419100"/>
                </a:lnTo>
                <a:close/>
                <a:moveTo>
                  <a:pt x="1104900" y="400050"/>
                </a:moveTo>
                <a:lnTo>
                  <a:pt x="1114425" y="400050"/>
                </a:lnTo>
                <a:lnTo>
                  <a:pt x="1114425" y="409575"/>
                </a:lnTo>
                <a:lnTo>
                  <a:pt x="1104900" y="409575"/>
                </a:lnTo>
                <a:close/>
                <a:moveTo>
                  <a:pt x="1143000" y="400050"/>
                </a:moveTo>
                <a:lnTo>
                  <a:pt x="1162050" y="400050"/>
                </a:lnTo>
                <a:lnTo>
                  <a:pt x="1162050" y="409575"/>
                </a:lnTo>
                <a:lnTo>
                  <a:pt x="1171575" y="409575"/>
                </a:lnTo>
                <a:lnTo>
                  <a:pt x="1171575" y="447675"/>
                </a:lnTo>
                <a:lnTo>
                  <a:pt x="1133475" y="447675"/>
                </a:lnTo>
                <a:lnTo>
                  <a:pt x="1133475" y="428625"/>
                </a:lnTo>
                <a:lnTo>
                  <a:pt x="1143000" y="428625"/>
                </a:lnTo>
                <a:close/>
                <a:moveTo>
                  <a:pt x="781050" y="409575"/>
                </a:moveTo>
                <a:lnTo>
                  <a:pt x="800100" y="409575"/>
                </a:lnTo>
                <a:lnTo>
                  <a:pt x="800100" y="419100"/>
                </a:lnTo>
                <a:lnTo>
                  <a:pt x="781050" y="419100"/>
                </a:lnTo>
                <a:close/>
                <a:moveTo>
                  <a:pt x="1466850" y="409575"/>
                </a:moveTo>
                <a:lnTo>
                  <a:pt x="1476375" y="409575"/>
                </a:lnTo>
                <a:lnTo>
                  <a:pt x="1476375" y="419100"/>
                </a:lnTo>
                <a:lnTo>
                  <a:pt x="1466850" y="419100"/>
                </a:lnTo>
                <a:close/>
                <a:moveTo>
                  <a:pt x="1228725" y="419100"/>
                </a:moveTo>
                <a:lnTo>
                  <a:pt x="1238250" y="419100"/>
                </a:lnTo>
                <a:lnTo>
                  <a:pt x="1238250" y="428625"/>
                </a:lnTo>
                <a:lnTo>
                  <a:pt x="1247775" y="428625"/>
                </a:lnTo>
                <a:lnTo>
                  <a:pt x="1247775" y="419100"/>
                </a:lnTo>
                <a:lnTo>
                  <a:pt x="1257300" y="419100"/>
                </a:lnTo>
                <a:lnTo>
                  <a:pt x="1257300" y="428625"/>
                </a:lnTo>
                <a:lnTo>
                  <a:pt x="1266825" y="428625"/>
                </a:lnTo>
                <a:lnTo>
                  <a:pt x="1266825" y="438150"/>
                </a:lnTo>
                <a:lnTo>
                  <a:pt x="1257300" y="438150"/>
                </a:lnTo>
                <a:lnTo>
                  <a:pt x="1257300" y="457200"/>
                </a:lnTo>
                <a:lnTo>
                  <a:pt x="1228725" y="457200"/>
                </a:lnTo>
                <a:lnTo>
                  <a:pt x="1228725" y="466725"/>
                </a:lnTo>
                <a:lnTo>
                  <a:pt x="1219200" y="466725"/>
                </a:lnTo>
                <a:lnTo>
                  <a:pt x="1219200" y="428625"/>
                </a:lnTo>
                <a:lnTo>
                  <a:pt x="1228725" y="428625"/>
                </a:lnTo>
                <a:close/>
                <a:moveTo>
                  <a:pt x="828675" y="428625"/>
                </a:moveTo>
                <a:lnTo>
                  <a:pt x="838200" y="428625"/>
                </a:lnTo>
                <a:lnTo>
                  <a:pt x="838200" y="438150"/>
                </a:lnTo>
                <a:lnTo>
                  <a:pt x="828675" y="438150"/>
                </a:lnTo>
                <a:close/>
                <a:moveTo>
                  <a:pt x="485775" y="438150"/>
                </a:moveTo>
                <a:lnTo>
                  <a:pt x="495300" y="438150"/>
                </a:lnTo>
                <a:lnTo>
                  <a:pt x="495300" y="447675"/>
                </a:lnTo>
                <a:lnTo>
                  <a:pt x="523875" y="447675"/>
                </a:lnTo>
                <a:lnTo>
                  <a:pt x="523875" y="514350"/>
                </a:lnTo>
                <a:lnTo>
                  <a:pt x="504825" y="514350"/>
                </a:lnTo>
                <a:lnTo>
                  <a:pt x="504825" y="523875"/>
                </a:lnTo>
                <a:lnTo>
                  <a:pt x="495300" y="523875"/>
                </a:lnTo>
                <a:lnTo>
                  <a:pt x="495300" y="552450"/>
                </a:lnTo>
                <a:lnTo>
                  <a:pt x="514350" y="552450"/>
                </a:lnTo>
                <a:lnTo>
                  <a:pt x="514350" y="542925"/>
                </a:lnTo>
                <a:lnTo>
                  <a:pt x="523875" y="542925"/>
                </a:lnTo>
                <a:lnTo>
                  <a:pt x="523875" y="552450"/>
                </a:lnTo>
                <a:lnTo>
                  <a:pt x="514350" y="552450"/>
                </a:lnTo>
                <a:lnTo>
                  <a:pt x="514350" y="581025"/>
                </a:lnTo>
                <a:lnTo>
                  <a:pt x="495300" y="581025"/>
                </a:lnTo>
                <a:lnTo>
                  <a:pt x="495300" y="600075"/>
                </a:lnTo>
                <a:lnTo>
                  <a:pt x="504825" y="600075"/>
                </a:lnTo>
                <a:lnTo>
                  <a:pt x="504825" y="609600"/>
                </a:lnTo>
                <a:lnTo>
                  <a:pt x="514350" y="609600"/>
                </a:lnTo>
                <a:lnTo>
                  <a:pt x="514350" y="619125"/>
                </a:lnTo>
                <a:lnTo>
                  <a:pt x="495300" y="619125"/>
                </a:lnTo>
                <a:lnTo>
                  <a:pt x="495300" y="628650"/>
                </a:lnTo>
                <a:lnTo>
                  <a:pt x="485775" y="628650"/>
                </a:lnTo>
                <a:lnTo>
                  <a:pt x="485775" y="647700"/>
                </a:lnTo>
                <a:lnTo>
                  <a:pt x="504825" y="647700"/>
                </a:lnTo>
                <a:lnTo>
                  <a:pt x="504825" y="638175"/>
                </a:lnTo>
                <a:lnTo>
                  <a:pt x="514350" y="638175"/>
                </a:lnTo>
                <a:lnTo>
                  <a:pt x="514350" y="647700"/>
                </a:lnTo>
                <a:lnTo>
                  <a:pt x="523875" y="647700"/>
                </a:lnTo>
                <a:lnTo>
                  <a:pt x="523875" y="695325"/>
                </a:lnTo>
                <a:lnTo>
                  <a:pt x="514350" y="695325"/>
                </a:lnTo>
                <a:lnTo>
                  <a:pt x="514350" y="704850"/>
                </a:lnTo>
                <a:lnTo>
                  <a:pt x="504825" y="704850"/>
                </a:lnTo>
                <a:lnTo>
                  <a:pt x="504825" y="714375"/>
                </a:lnTo>
                <a:lnTo>
                  <a:pt x="514350" y="714375"/>
                </a:lnTo>
                <a:lnTo>
                  <a:pt x="514350" y="723900"/>
                </a:lnTo>
                <a:lnTo>
                  <a:pt x="495300" y="723900"/>
                </a:lnTo>
                <a:lnTo>
                  <a:pt x="495300" y="714375"/>
                </a:lnTo>
                <a:lnTo>
                  <a:pt x="485775" y="714375"/>
                </a:lnTo>
                <a:lnTo>
                  <a:pt x="485775" y="704850"/>
                </a:lnTo>
                <a:lnTo>
                  <a:pt x="466725" y="704850"/>
                </a:lnTo>
                <a:lnTo>
                  <a:pt x="466725" y="714375"/>
                </a:lnTo>
                <a:lnTo>
                  <a:pt x="457200" y="714375"/>
                </a:lnTo>
                <a:lnTo>
                  <a:pt x="457200" y="723900"/>
                </a:lnTo>
                <a:lnTo>
                  <a:pt x="447675" y="723900"/>
                </a:lnTo>
                <a:lnTo>
                  <a:pt x="447675" y="695325"/>
                </a:lnTo>
                <a:lnTo>
                  <a:pt x="428625" y="695325"/>
                </a:lnTo>
                <a:lnTo>
                  <a:pt x="428625" y="704850"/>
                </a:lnTo>
                <a:lnTo>
                  <a:pt x="419100" y="704850"/>
                </a:lnTo>
                <a:lnTo>
                  <a:pt x="419100" y="723900"/>
                </a:lnTo>
                <a:lnTo>
                  <a:pt x="381000" y="723900"/>
                </a:lnTo>
                <a:lnTo>
                  <a:pt x="381000" y="714375"/>
                </a:lnTo>
                <a:lnTo>
                  <a:pt x="361950" y="714375"/>
                </a:lnTo>
                <a:lnTo>
                  <a:pt x="361950" y="704850"/>
                </a:lnTo>
                <a:lnTo>
                  <a:pt x="352425" y="704850"/>
                </a:lnTo>
                <a:lnTo>
                  <a:pt x="352425" y="695325"/>
                </a:lnTo>
                <a:lnTo>
                  <a:pt x="333375" y="695325"/>
                </a:lnTo>
                <a:lnTo>
                  <a:pt x="333375" y="704850"/>
                </a:lnTo>
                <a:lnTo>
                  <a:pt x="342900" y="704850"/>
                </a:lnTo>
                <a:lnTo>
                  <a:pt x="342900" y="733425"/>
                </a:lnTo>
                <a:lnTo>
                  <a:pt x="352425" y="733425"/>
                </a:lnTo>
                <a:lnTo>
                  <a:pt x="352425" y="742950"/>
                </a:lnTo>
                <a:lnTo>
                  <a:pt x="323850" y="742950"/>
                </a:lnTo>
                <a:lnTo>
                  <a:pt x="323850" y="733425"/>
                </a:lnTo>
                <a:lnTo>
                  <a:pt x="314325" y="733425"/>
                </a:lnTo>
                <a:lnTo>
                  <a:pt x="314325" y="723900"/>
                </a:lnTo>
                <a:lnTo>
                  <a:pt x="304800" y="723900"/>
                </a:lnTo>
                <a:lnTo>
                  <a:pt x="304800" y="704850"/>
                </a:lnTo>
                <a:lnTo>
                  <a:pt x="295275" y="704850"/>
                </a:lnTo>
                <a:lnTo>
                  <a:pt x="295275" y="676275"/>
                </a:lnTo>
                <a:lnTo>
                  <a:pt x="361950" y="676275"/>
                </a:lnTo>
                <a:lnTo>
                  <a:pt x="361950" y="666750"/>
                </a:lnTo>
                <a:lnTo>
                  <a:pt x="400050" y="666750"/>
                </a:lnTo>
                <a:lnTo>
                  <a:pt x="400050" y="657225"/>
                </a:lnTo>
                <a:lnTo>
                  <a:pt x="419100" y="657225"/>
                </a:lnTo>
                <a:lnTo>
                  <a:pt x="419100" y="638175"/>
                </a:lnTo>
                <a:lnTo>
                  <a:pt x="438150" y="638175"/>
                </a:lnTo>
                <a:lnTo>
                  <a:pt x="438150" y="628650"/>
                </a:lnTo>
                <a:lnTo>
                  <a:pt x="457200" y="628650"/>
                </a:lnTo>
                <a:lnTo>
                  <a:pt x="457200" y="609600"/>
                </a:lnTo>
                <a:lnTo>
                  <a:pt x="476250" y="609600"/>
                </a:lnTo>
                <a:lnTo>
                  <a:pt x="476250" y="600075"/>
                </a:lnTo>
                <a:lnTo>
                  <a:pt x="466725" y="600075"/>
                </a:lnTo>
                <a:lnTo>
                  <a:pt x="466725" y="590550"/>
                </a:lnTo>
                <a:lnTo>
                  <a:pt x="476250" y="590550"/>
                </a:lnTo>
                <a:lnTo>
                  <a:pt x="476250" y="581025"/>
                </a:lnTo>
                <a:lnTo>
                  <a:pt x="485775" y="581025"/>
                </a:lnTo>
                <a:lnTo>
                  <a:pt x="485775" y="561975"/>
                </a:lnTo>
                <a:lnTo>
                  <a:pt x="476250" y="561975"/>
                </a:lnTo>
                <a:lnTo>
                  <a:pt x="476250" y="552450"/>
                </a:lnTo>
                <a:lnTo>
                  <a:pt x="466725" y="552450"/>
                </a:lnTo>
                <a:lnTo>
                  <a:pt x="466725" y="542925"/>
                </a:lnTo>
                <a:lnTo>
                  <a:pt x="457200" y="542925"/>
                </a:lnTo>
                <a:lnTo>
                  <a:pt x="457200" y="533400"/>
                </a:lnTo>
                <a:lnTo>
                  <a:pt x="476250" y="533400"/>
                </a:lnTo>
                <a:lnTo>
                  <a:pt x="476250" y="514350"/>
                </a:lnTo>
                <a:lnTo>
                  <a:pt x="485775" y="514350"/>
                </a:lnTo>
                <a:lnTo>
                  <a:pt x="485775" y="504825"/>
                </a:lnTo>
                <a:lnTo>
                  <a:pt x="457200" y="504825"/>
                </a:lnTo>
                <a:lnTo>
                  <a:pt x="457200" y="495300"/>
                </a:lnTo>
                <a:lnTo>
                  <a:pt x="476250" y="495300"/>
                </a:lnTo>
                <a:lnTo>
                  <a:pt x="476250" y="457200"/>
                </a:lnTo>
                <a:lnTo>
                  <a:pt x="485775" y="457200"/>
                </a:lnTo>
                <a:close/>
                <a:moveTo>
                  <a:pt x="1152525" y="438150"/>
                </a:moveTo>
                <a:lnTo>
                  <a:pt x="1162050" y="438150"/>
                </a:lnTo>
                <a:lnTo>
                  <a:pt x="1162050" y="428625"/>
                </a:lnTo>
                <a:lnTo>
                  <a:pt x="1152525" y="428625"/>
                </a:lnTo>
                <a:close/>
                <a:moveTo>
                  <a:pt x="1181100" y="447675"/>
                </a:moveTo>
                <a:lnTo>
                  <a:pt x="1190625" y="447675"/>
                </a:lnTo>
                <a:lnTo>
                  <a:pt x="1190625" y="476250"/>
                </a:lnTo>
                <a:lnTo>
                  <a:pt x="1181100" y="476250"/>
                </a:lnTo>
                <a:close/>
                <a:moveTo>
                  <a:pt x="457200" y="457200"/>
                </a:moveTo>
                <a:lnTo>
                  <a:pt x="466725" y="457200"/>
                </a:lnTo>
                <a:lnTo>
                  <a:pt x="466725" y="466725"/>
                </a:lnTo>
                <a:lnTo>
                  <a:pt x="457200" y="466725"/>
                </a:lnTo>
                <a:close/>
                <a:moveTo>
                  <a:pt x="1400175" y="457200"/>
                </a:moveTo>
                <a:lnTo>
                  <a:pt x="1409700" y="457200"/>
                </a:lnTo>
                <a:lnTo>
                  <a:pt x="1409700" y="476250"/>
                </a:lnTo>
                <a:lnTo>
                  <a:pt x="1400175" y="476250"/>
                </a:lnTo>
                <a:close/>
                <a:moveTo>
                  <a:pt x="1200150" y="476250"/>
                </a:moveTo>
                <a:lnTo>
                  <a:pt x="1209675" y="476250"/>
                </a:lnTo>
                <a:lnTo>
                  <a:pt x="1209675" y="485775"/>
                </a:lnTo>
                <a:lnTo>
                  <a:pt x="1238250" y="485775"/>
                </a:lnTo>
                <a:lnTo>
                  <a:pt x="1238250" y="504825"/>
                </a:lnTo>
                <a:lnTo>
                  <a:pt x="1200150" y="504825"/>
                </a:lnTo>
                <a:close/>
                <a:moveTo>
                  <a:pt x="1162050" y="485775"/>
                </a:moveTo>
                <a:lnTo>
                  <a:pt x="1171575" y="485775"/>
                </a:lnTo>
                <a:lnTo>
                  <a:pt x="1171575" y="495300"/>
                </a:lnTo>
                <a:lnTo>
                  <a:pt x="1162050" y="495300"/>
                </a:lnTo>
                <a:close/>
                <a:moveTo>
                  <a:pt x="838200" y="504825"/>
                </a:moveTo>
                <a:lnTo>
                  <a:pt x="847725" y="504825"/>
                </a:lnTo>
                <a:lnTo>
                  <a:pt x="847725" y="514350"/>
                </a:lnTo>
                <a:lnTo>
                  <a:pt x="838200" y="514350"/>
                </a:lnTo>
                <a:close/>
                <a:moveTo>
                  <a:pt x="714375" y="514350"/>
                </a:moveTo>
                <a:lnTo>
                  <a:pt x="742950" y="514350"/>
                </a:lnTo>
                <a:lnTo>
                  <a:pt x="742950" y="523875"/>
                </a:lnTo>
                <a:lnTo>
                  <a:pt x="752475" y="523875"/>
                </a:lnTo>
                <a:lnTo>
                  <a:pt x="752475" y="533400"/>
                </a:lnTo>
                <a:lnTo>
                  <a:pt x="742950" y="533400"/>
                </a:lnTo>
                <a:lnTo>
                  <a:pt x="742950" y="542925"/>
                </a:lnTo>
                <a:lnTo>
                  <a:pt x="733425" y="542925"/>
                </a:lnTo>
                <a:lnTo>
                  <a:pt x="733425" y="533400"/>
                </a:lnTo>
                <a:lnTo>
                  <a:pt x="723900" y="533400"/>
                </a:lnTo>
                <a:lnTo>
                  <a:pt x="723900" y="523875"/>
                </a:lnTo>
                <a:lnTo>
                  <a:pt x="714375" y="523875"/>
                </a:lnTo>
                <a:close/>
                <a:moveTo>
                  <a:pt x="1704975" y="514350"/>
                </a:moveTo>
                <a:lnTo>
                  <a:pt x="1714500" y="514350"/>
                </a:lnTo>
                <a:lnTo>
                  <a:pt x="1714500" y="523875"/>
                </a:lnTo>
                <a:lnTo>
                  <a:pt x="1704975" y="523875"/>
                </a:lnTo>
                <a:close/>
                <a:moveTo>
                  <a:pt x="914400" y="523875"/>
                </a:moveTo>
                <a:lnTo>
                  <a:pt x="923925" y="523875"/>
                </a:lnTo>
                <a:lnTo>
                  <a:pt x="923925" y="533400"/>
                </a:lnTo>
                <a:lnTo>
                  <a:pt x="914400" y="533400"/>
                </a:lnTo>
                <a:close/>
                <a:moveTo>
                  <a:pt x="657225" y="533400"/>
                </a:moveTo>
                <a:lnTo>
                  <a:pt x="666750" y="533400"/>
                </a:lnTo>
                <a:lnTo>
                  <a:pt x="666750" y="552450"/>
                </a:lnTo>
                <a:lnTo>
                  <a:pt x="657225" y="552450"/>
                </a:lnTo>
                <a:close/>
                <a:moveTo>
                  <a:pt x="438150" y="609600"/>
                </a:moveTo>
                <a:lnTo>
                  <a:pt x="447675" y="609600"/>
                </a:lnTo>
                <a:lnTo>
                  <a:pt x="447675" y="619125"/>
                </a:lnTo>
                <a:lnTo>
                  <a:pt x="438150" y="619125"/>
                </a:lnTo>
                <a:close/>
                <a:moveTo>
                  <a:pt x="1400175" y="619125"/>
                </a:moveTo>
                <a:lnTo>
                  <a:pt x="1409700" y="619125"/>
                </a:lnTo>
                <a:lnTo>
                  <a:pt x="1409700" y="628650"/>
                </a:lnTo>
                <a:lnTo>
                  <a:pt x="1400175" y="628650"/>
                </a:lnTo>
                <a:close/>
                <a:moveTo>
                  <a:pt x="971550" y="628650"/>
                </a:moveTo>
                <a:lnTo>
                  <a:pt x="981075" y="628650"/>
                </a:lnTo>
                <a:lnTo>
                  <a:pt x="981075" y="638175"/>
                </a:lnTo>
                <a:lnTo>
                  <a:pt x="971550" y="638175"/>
                </a:lnTo>
                <a:close/>
                <a:moveTo>
                  <a:pt x="180975" y="666750"/>
                </a:moveTo>
                <a:lnTo>
                  <a:pt x="190500" y="666750"/>
                </a:lnTo>
                <a:lnTo>
                  <a:pt x="190500" y="676275"/>
                </a:lnTo>
                <a:lnTo>
                  <a:pt x="180975" y="676275"/>
                </a:lnTo>
                <a:close/>
                <a:moveTo>
                  <a:pt x="200025" y="666750"/>
                </a:moveTo>
                <a:lnTo>
                  <a:pt x="238125" y="666750"/>
                </a:lnTo>
                <a:lnTo>
                  <a:pt x="238125" y="676275"/>
                </a:lnTo>
                <a:lnTo>
                  <a:pt x="247650" y="676275"/>
                </a:lnTo>
                <a:lnTo>
                  <a:pt x="247650" y="685800"/>
                </a:lnTo>
                <a:lnTo>
                  <a:pt x="238125" y="685800"/>
                </a:lnTo>
                <a:lnTo>
                  <a:pt x="238125" y="695325"/>
                </a:lnTo>
                <a:lnTo>
                  <a:pt x="228600" y="695325"/>
                </a:lnTo>
                <a:lnTo>
                  <a:pt x="228600" y="704850"/>
                </a:lnTo>
                <a:lnTo>
                  <a:pt x="209550" y="704850"/>
                </a:lnTo>
                <a:lnTo>
                  <a:pt x="209550" y="695325"/>
                </a:lnTo>
                <a:lnTo>
                  <a:pt x="200025" y="695325"/>
                </a:lnTo>
                <a:close/>
                <a:moveTo>
                  <a:pt x="476250" y="666750"/>
                </a:moveTo>
                <a:lnTo>
                  <a:pt x="485775" y="666750"/>
                </a:lnTo>
                <a:lnTo>
                  <a:pt x="485775" y="657225"/>
                </a:lnTo>
                <a:lnTo>
                  <a:pt x="476250" y="657225"/>
                </a:lnTo>
                <a:lnTo>
                  <a:pt x="476250" y="619125"/>
                </a:lnTo>
                <a:lnTo>
                  <a:pt x="466725" y="619125"/>
                </a:lnTo>
                <a:lnTo>
                  <a:pt x="466725" y="638175"/>
                </a:lnTo>
                <a:lnTo>
                  <a:pt x="457200" y="638175"/>
                </a:lnTo>
                <a:lnTo>
                  <a:pt x="457200" y="676275"/>
                </a:lnTo>
                <a:lnTo>
                  <a:pt x="466725" y="676275"/>
                </a:lnTo>
                <a:lnTo>
                  <a:pt x="466725" y="685800"/>
                </a:lnTo>
                <a:lnTo>
                  <a:pt x="476250" y="685800"/>
                </a:lnTo>
                <a:close/>
                <a:moveTo>
                  <a:pt x="133350" y="685800"/>
                </a:moveTo>
                <a:lnTo>
                  <a:pt x="142875" y="685800"/>
                </a:lnTo>
                <a:lnTo>
                  <a:pt x="142875" y="704850"/>
                </a:lnTo>
                <a:lnTo>
                  <a:pt x="133350" y="704850"/>
                </a:lnTo>
                <a:close/>
                <a:moveTo>
                  <a:pt x="676275" y="704850"/>
                </a:moveTo>
                <a:lnTo>
                  <a:pt x="704850" y="704850"/>
                </a:lnTo>
                <a:lnTo>
                  <a:pt x="704850" y="714375"/>
                </a:lnTo>
                <a:lnTo>
                  <a:pt x="685800" y="714375"/>
                </a:lnTo>
                <a:lnTo>
                  <a:pt x="685800" y="723900"/>
                </a:lnTo>
                <a:lnTo>
                  <a:pt x="666750" y="723900"/>
                </a:lnTo>
                <a:lnTo>
                  <a:pt x="666750" y="714375"/>
                </a:lnTo>
                <a:lnTo>
                  <a:pt x="676275" y="714375"/>
                </a:lnTo>
                <a:close/>
                <a:moveTo>
                  <a:pt x="733425" y="714375"/>
                </a:moveTo>
                <a:lnTo>
                  <a:pt x="742950" y="714375"/>
                </a:lnTo>
                <a:lnTo>
                  <a:pt x="742950" y="723900"/>
                </a:lnTo>
                <a:lnTo>
                  <a:pt x="733425" y="723900"/>
                </a:lnTo>
                <a:close/>
                <a:moveTo>
                  <a:pt x="1038225" y="714375"/>
                </a:moveTo>
                <a:lnTo>
                  <a:pt x="1047750" y="714375"/>
                </a:lnTo>
                <a:lnTo>
                  <a:pt x="1047750" y="733425"/>
                </a:lnTo>
                <a:lnTo>
                  <a:pt x="1038225" y="733425"/>
                </a:lnTo>
                <a:close/>
                <a:moveTo>
                  <a:pt x="1066800" y="714375"/>
                </a:moveTo>
                <a:lnTo>
                  <a:pt x="1076325" y="714375"/>
                </a:lnTo>
                <a:lnTo>
                  <a:pt x="1076325" y="723900"/>
                </a:lnTo>
                <a:lnTo>
                  <a:pt x="1085850" y="723900"/>
                </a:lnTo>
                <a:lnTo>
                  <a:pt x="1085850" y="714375"/>
                </a:lnTo>
                <a:lnTo>
                  <a:pt x="1104900" y="714375"/>
                </a:lnTo>
                <a:lnTo>
                  <a:pt x="1104900" y="723900"/>
                </a:lnTo>
                <a:lnTo>
                  <a:pt x="1095375" y="723900"/>
                </a:lnTo>
                <a:lnTo>
                  <a:pt x="1095375" y="742950"/>
                </a:lnTo>
                <a:lnTo>
                  <a:pt x="1152525" y="742950"/>
                </a:lnTo>
                <a:lnTo>
                  <a:pt x="1152525" y="752475"/>
                </a:lnTo>
                <a:lnTo>
                  <a:pt x="1133475" y="752475"/>
                </a:lnTo>
                <a:lnTo>
                  <a:pt x="1133475" y="762000"/>
                </a:lnTo>
                <a:lnTo>
                  <a:pt x="1143000" y="762000"/>
                </a:lnTo>
                <a:lnTo>
                  <a:pt x="1143000" y="781050"/>
                </a:lnTo>
                <a:lnTo>
                  <a:pt x="1152525" y="781050"/>
                </a:lnTo>
                <a:lnTo>
                  <a:pt x="1152525" y="800100"/>
                </a:lnTo>
                <a:lnTo>
                  <a:pt x="1162050" y="800100"/>
                </a:lnTo>
                <a:lnTo>
                  <a:pt x="1162050" y="790575"/>
                </a:lnTo>
                <a:lnTo>
                  <a:pt x="1190625" y="790575"/>
                </a:lnTo>
                <a:lnTo>
                  <a:pt x="1190625" y="828675"/>
                </a:lnTo>
                <a:lnTo>
                  <a:pt x="1200150" y="828675"/>
                </a:lnTo>
                <a:lnTo>
                  <a:pt x="1200150" y="838200"/>
                </a:lnTo>
                <a:lnTo>
                  <a:pt x="1190625" y="838200"/>
                </a:lnTo>
                <a:lnTo>
                  <a:pt x="1190625" y="847725"/>
                </a:lnTo>
                <a:lnTo>
                  <a:pt x="1162050" y="847725"/>
                </a:lnTo>
                <a:lnTo>
                  <a:pt x="1162050" y="838200"/>
                </a:lnTo>
                <a:lnTo>
                  <a:pt x="1181100" y="838200"/>
                </a:lnTo>
                <a:lnTo>
                  <a:pt x="1181100" y="819150"/>
                </a:lnTo>
                <a:lnTo>
                  <a:pt x="1171575" y="819150"/>
                </a:lnTo>
                <a:lnTo>
                  <a:pt x="1171575" y="828675"/>
                </a:lnTo>
                <a:lnTo>
                  <a:pt x="1162050" y="828675"/>
                </a:lnTo>
                <a:lnTo>
                  <a:pt x="1162050" y="819150"/>
                </a:lnTo>
                <a:lnTo>
                  <a:pt x="1133475" y="819150"/>
                </a:lnTo>
                <a:lnTo>
                  <a:pt x="1133475" y="828675"/>
                </a:lnTo>
                <a:lnTo>
                  <a:pt x="1123950" y="828675"/>
                </a:lnTo>
                <a:lnTo>
                  <a:pt x="1123950" y="809625"/>
                </a:lnTo>
                <a:lnTo>
                  <a:pt x="1114425" y="809625"/>
                </a:lnTo>
                <a:lnTo>
                  <a:pt x="1114425" y="771525"/>
                </a:lnTo>
                <a:lnTo>
                  <a:pt x="1104900" y="771525"/>
                </a:lnTo>
                <a:lnTo>
                  <a:pt x="1104900" y="762000"/>
                </a:lnTo>
                <a:lnTo>
                  <a:pt x="1095375" y="762000"/>
                </a:lnTo>
                <a:lnTo>
                  <a:pt x="1095375" y="752475"/>
                </a:lnTo>
                <a:lnTo>
                  <a:pt x="1085850" y="752475"/>
                </a:lnTo>
                <a:lnTo>
                  <a:pt x="1085850" y="742950"/>
                </a:lnTo>
                <a:lnTo>
                  <a:pt x="1057275" y="742950"/>
                </a:lnTo>
                <a:lnTo>
                  <a:pt x="1057275" y="733425"/>
                </a:lnTo>
                <a:lnTo>
                  <a:pt x="1066800" y="733425"/>
                </a:lnTo>
                <a:close/>
                <a:moveTo>
                  <a:pt x="781050" y="723900"/>
                </a:moveTo>
                <a:lnTo>
                  <a:pt x="790575" y="723900"/>
                </a:lnTo>
                <a:lnTo>
                  <a:pt x="790575" y="733425"/>
                </a:lnTo>
                <a:lnTo>
                  <a:pt x="781050" y="733425"/>
                </a:lnTo>
                <a:close/>
                <a:moveTo>
                  <a:pt x="1581150" y="723900"/>
                </a:moveTo>
                <a:lnTo>
                  <a:pt x="1609725" y="723900"/>
                </a:lnTo>
                <a:lnTo>
                  <a:pt x="1609725" y="733425"/>
                </a:lnTo>
                <a:lnTo>
                  <a:pt x="1704975" y="733425"/>
                </a:lnTo>
                <a:lnTo>
                  <a:pt x="1704975" y="847725"/>
                </a:lnTo>
                <a:lnTo>
                  <a:pt x="1695450" y="847725"/>
                </a:lnTo>
                <a:lnTo>
                  <a:pt x="1695450" y="885825"/>
                </a:lnTo>
                <a:lnTo>
                  <a:pt x="1685925" y="885825"/>
                </a:lnTo>
                <a:lnTo>
                  <a:pt x="1685925" y="895350"/>
                </a:lnTo>
                <a:lnTo>
                  <a:pt x="1704975" y="895350"/>
                </a:lnTo>
                <a:lnTo>
                  <a:pt x="1704975" y="923925"/>
                </a:lnTo>
                <a:lnTo>
                  <a:pt x="1695450" y="923925"/>
                </a:lnTo>
                <a:lnTo>
                  <a:pt x="1695450" y="952500"/>
                </a:lnTo>
                <a:lnTo>
                  <a:pt x="1704975" y="952500"/>
                </a:lnTo>
                <a:lnTo>
                  <a:pt x="1704975" y="971550"/>
                </a:lnTo>
                <a:lnTo>
                  <a:pt x="1666875" y="971550"/>
                </a:lnTo>
                <a:lnTo>
                  <a:pt x="1666875" y="981075"/>
                </a:lnTo>
                <a:lnTo>
                  <a:pt x="1647825" y="981075"/>
                </a:lnTo>
                <a:lnTo>
                  <a:pt x="1647825" y="971550"/>
                </a:lnTo>
                <a:lnTo>
                  <a:pt x="1628775" y="971550"/>
                </a:lnTo>
                <a:lnTo>
                  <a:pt x="1628775" y="962025"/>
                </a:lnTo>
                <a:lnTo>
                  <a:pt x="1638300" y="962025"/>
                </a:lnTo>
                <a:lnTo>
                  <a:pt x="1638300" y="942975"/>
                </a:lnTo>
                <a:lnTo>
                  <a:pt x="1619250" y="942975"/>
                </a:lnTo>
                <a:lnTo>
                  <a:pt x="1619250" y="952500"/>
                </a:lnTo>
                <a:lnTo>
                  <a:pt x="1600200" y="952500"/>
                </a:lnTo>
                <a:lnTo>
                  <a:pt x="1600200" y="942975"/>
                </a:lnTo>
                <a:lnTo>
                  <a:pt x="1609725" y="942975"/>
                </a:lnTo>
                <a:lnTo>
                  <a:pt x="1609725" y="933450"/>
                </a:lnTo>
                <a:lnTo>
                  <a:pt x="1562100" y="933450"/>
                </a:lnTo>
                <a:lnTo>
                  <a:pt x="1562100" y="952500"/>
                </a:lnTo>
                <a:lnTo>
                  <a:pt x="1543050" y="952500"/>
                </a:lnTo>
                <a:lnTo>
                  <a:pt x="1543050" y="923925"/>
                </a:lnTo>
                <a:lnTo>
                  <a:pt x="1533525" y="923925"/>
                </a:lnTo>
                <a:lnTo>
                  <a:pt x="1533525" y="904875"/>
                </a:lnTo>
                <a:lnTo>
                  <a:pt x="1543050" y="904875"/>
                </a:lnTo>
                <a:lnTo>
                  <a:pt x="1543050" y="876300"/>
                </a:lnTo>
                <a:lnTo>
                  <a:pt x="1533525" y="876300"/>
                </a:lnTo>
                <a:lnTo>
                  <a:pt x="1533525" y="866775"/>
                </a:lnTo>
                <a:lnTo>
                  <a:pt x="1571625" y="866775"/>
                </a:lnTo>
                <a:lnTo>
                  <a:pt x="1571625" y="904875"/>
                </a:lnTo>
                <a:lnTo>
                  <a:pt x="1581150" y="904875"/>
                </a:lnTo>
                <a:lnTo>
                  <a:pt x="1581150" y="895350"/>
                </a:lnTo>
                <a:lnTo>
                  <a:pt x="1590675" y="895350"/>
                </a:lnTo>
                <a:lnTo>
                  <a:pt x="1590675" y="885825"/>
                </a:lnTo>
                <a:lnTo>
                  <a:pt x="1581150" y="885825"/>
                </a:lnTo>
                <a:lnTo>
                  <a:pt x="1581150" y="876300"/>
                </a:lnTo>
                <a:lnTo>
                  <a:pt x="1619250" y="876300"/>
                </a:lnTo>
                <a:lnTo>
                  <a:pt x="1619250" y="866775"/>
                </a:lnTo>
                <a:lnTo>
                  <a:pt x="1638300" y="866775"/>
                </a:lnTo>
                <a:lnTo>
                  <a:pt x="1638300" y="876300"/>
                </a:lnTo>
                <a:lnTo>
                  <a:pt x="1666875" y="876300"/>
                </a:lnTo>
                <a:lnTo>
                  <a:pt x="1666875" y="866775"/>
                </a:lnTo>
                <a:lnTo>
                  <a:pt x="1685925" y="866775"/>
                </a:lnTo>
                <a:lnTo>
                  <a:pt x="1685925" y="847725"/>
                </a:lnTo>
                <a:lnTo>
                  <a:pt x="1600200" y="847725"/>
                </a:lnTo>
                <a:lnTo>
                  <a:pt x="1600200" y="838200"/>
                </a:lnTo>
                <a:lnTo>
                  <a:pt x="1581150" y="838200"/>
                </a:lnTo>
                <a:lnTo>
                  <a:pt x="1581150" y="847725"/>
                </a:lnTo>
                <a:lnTo>
                  <a:pt x="1466850" y="847725"/>
                </a:lnTo>
                <a:lnTo>
                  <a:pt x="1466850" y="866775"/>
                </a:lnTo>
                <a:lnTo>
                  <a:pt x="1457325" y="866775"/>
                </a:lnTo>
                <a:lnTo>
                  <a:pt x="1457325" y="847725"/>
                </a:lnTo>
                <a:lnTo>
                  <a:pt x="1447800" y="847725"/>
                </a:lnTo>
                <a:lnTo>
                  <a:pt x="1447800" y="838200"/>
                </a:lnTo>
                <a:lnTo>
                  <a:pt x="1457325" y="838200"/>
                </a:lnTo>
                <a:lnTo>
                  <a:pt x="1457325" y="828675"/>
                </a:lnTo>
                <a:lnTo>
                  <a:pt x="1428750" y="828675"/>
                </a:lnTo>
                <a:lnTo>
                  <a:pt x="1428750" y="819150"/>
                </a:lnTo>
                <a:lnTo>
                  <a:pt x="1438275" y="819150"/>
                </a:lnTo>
                <a:lnTo>
                  <a:pt x="1438275" y="762000"/>
                </a:lnTo>
                <a:lnTo>
                  <a:pt x="1409700" y="762000"/>
                </a:lnTo>
                <a:lnTo>
                  <a:pt x="1409700" y="771525"/>
                </a:lnTo>
                <a:lnTo>
                  <a:pt x="1400175" y="771525"/>
                </a:lnTo>
                <a:lnTo>
                  <a:pt x="1400175" y="781050"/>
                </a:lnTo>
                <a:lnTo>
                  <a:pt x="1409700" y="781050"/>
                </a:lnTo>
                <a:lnTo>
                  <a:pt x="1409700" y="790575"/>
                </a:lnTo>
                <a:lnTo>
                  <a:pt x="1419225" y="790575"/>
                </a:lnTo>
                <a:lnTo>
                  <a:pt x="1419225" y="800100"/>
                </a:lnTo>
                <a:lnTo>
                  <a:pt x="1409700" y="800100"/>
                </a:lnTo>
                <a:lnTo>
                  <a:pt x="1409700" y="809625"/>
                </a:lnTo>
                <a:lnTo>
                  <a:pt x="1400175" y="809625"/>
                </a:lnTo>
                <a:lnTo>
                  <a:pt x="1400175" y="828675"/>
                </a:lnTo>
                <a:lnTo>
                  <a:pt x="1419225" y="828675"/>
                </a:lnTo>
                <a:lnTo>
                  <a:pt x="1419225" y="838200"/>
                </a:lnTo>
                <a:lnTo>
                  <a:pt x="1428750" y="838200"/>
                </a:lnTo>
                <a:lnTo>
                  <a:pt x="1428750" y="847725"/>
                </a:lnTo>
                <a:lnTo>
                  <a:pt x="1266825" y="847725"/>
                </a:lnTo>
                <a:lnTo>
                  <a:pt x="1266825" y="838200"/>
                </a:lnTo>
                <a:lnTo>
                  <a:pt x="1247775" y="838200"/>
                </a:lnTo>
                <a:lnTo>
                  <a:pt x="1247775" y="847725"/>
                </a:lnTo>
                <a:lnTo>
                  <a:pt x="1228725" y="847725"/>
                </a:lnTo>
                <a:lnTo>
                  <a:pt x="1228725" y="838200"/>
                </a:lnTo>
                <a:lnTo>
                  <a:pt x="1219200" y="838200"/>
                </a:lnTo>
                <a:lnTo>
                  <a:pt x="1219200" y="819150"/>
                </a:lnTo>
                <a:lnTo>
                  <a:pt x="1228725" y="819150"/>
                </a:lnTo>
                <a:lnTo>
                  <a:pt x="1228725" y="771525"/>
                </a:lnTo>
                <a:lnTo>
                  <a:pt x="1219200" y="771525"/>
                </a:lnTo>
                <a:lnTo>
                  <a:pt x="1219200" y="790575"/>
                </a:lnTo>
                <a:lnTo>
                  <a:pt x="1200150" y="790575"/>
                </a:lnTo>
                <a:lnTo>
                  <a:pt x="1200150" y="771525"/>
                </a:lnTo>
                <a:lnTo>
                  <a:pt x="1181100" y="771525"/>
                </a:lnTo>
                <a:lnTo>
                  <a:pt x="1181100" y="781050"/>
                </a:lnTo>
                <a:lnTo>
                  <a:pt x="1171575" y="781050"/>
                </a:lnTo>
                <a:lnTo>
                  <a:pt x="1171575" y="771525"/>
                </a:lnTo>
                <a:lnTo>
                  <a:pt x="1162050" y="771525"/>
                </a:lnTo>
                <a:lnTo>
                  <a:pt x="1162050" y="742950"/>
                </a:lnTo>
                <a:lnTo>
                  <a:pt x="1190625" y="742950"/>
                </a:lnTo>
                <a:lnTo>
                  <a:pt x="1190625" y="752475"/>
                </a:lnTo>
                <a:lnTo>
                  <a:pt x="1200150" y="752475"/>
                </a:lnTo>
                <a:lnTo>
                  <a:pt x="1200150" y="762000"/>
                </a:lnTo>
                <a:lnTo>
                  <a:pt x="1209675" y="762000"/>
                </a:lnTo>
                <a:lnTo>
                  <a:pt x="1209675" y="752475"/>
                </a:lnTo>
                <a:lnTo>
                  <a:pt x="1219200" y="752475"/>
                </a:lnTo>
                <a:lnTo>
                  <a:pt x="1219200" y="742950"/>
                </a:lnTo>
                <a:lnTo>
                  <a:pt x="1266825" y="742950"/>
                </a:lnTo>
                <a:lnTo>
                  <a:pt x="1266825" y="733425"/>
                </a:lnTo>
                <a:lnTo>
                  <a:pt x="1276350" y="733425"/>
                </a:lnTo>
                <a:lnTo>
                  <a:pt x="1276350" y="742950"/>
                </a:lnTo>
                <a:lnTo>
                  <a:pt x="1266825" y="742950"/>
                </a:lnTo>
                <a:lnTo>
                  <a:pt x="1266825" y="752475"/>
                </a:lnTo>
                <a:lnTo>
                  <a:pt x="1276350" y="752475"/>
                </a:lnTo>
                <a:lnTo>
                  <a:pt x="1276350" y="742950"/>
                </a:lnTo>
                <a:lnTo>
                  <a:pt x="1295400" y="742950"/>
                </a:lnTo>
                <a:lnTo>
                  <a:pt x="1295400" y="762000"/>
                </a:lnTo>
                <a:lnTo>
                  <a:pt x="1304925" y="762000"/>
                </a:lnTo>
                <a:lnTo>
                  <a:pt x="1304925" y="771525"/>
                </a:lnTo>
                <a:lnTo>
                  <a:pt x="1285875" y="771525"/>
                </a:lnTo>
                <a:lnTo>
                  <a:pt x="1285875" y="781050"/>
                </a:lnTo>
                <a:lnTo>
                  <a:pt x="1266825" y="781050"/>
                </a:lnTo>
                <a:lnTo>
                  <a:pt x="1266825" y="771525"/>
                </a:lnTo>
                <a:lnTo>
                  <a:pt x="1257300" y="771525"/>
                </a:lnTo>
                <a:lnTo>
                  <a:pt x="1257300" y="790575"/>
                </a:lnTo>
                <a:lnTo>
                  <a:pt x="1304925" y="790575"/>
                </a:lnTo>
                <a:lnTo>
                  <a:pt x="1304925" y="771525"/>
                </a:lnTo>
                <a:lnTo>
                  <a:pt x="1314450" y="771525"/>
                </a:lnTo>
                <a:lnTo>
                  <a:pt x="1314450" y="762000"/>
                </a:lnTo>
                <a:lnTo>
                  <a:pt x="1323975" y="762000"/>
                </a:lnTo>
                <a:lnTo>
                  <a:pt x="1323975" y="742950"/>
                </a:lnTo>
                <a:lnTo>
                  <a:pt x="1304925" y="742950"/>
                </a:lnTo>
                <a:lnTo>
                  <a:pt x="1304925" y="733425"/>
                </a:lnTo>
                <a:lnTo>
                  <a:pt x="1333500" y="733425"/>
                </a:lnTo>
                <a:lnTo>
                  <a:pt x="1333500" y="742950"/>
                </a:lnTo>
                <a:lnTo>
                  <a:pt x="1343025" y="742950"/>
                </a:lnTo>
                <a:lnTo>
                  <a:pt x="1343025" y="752475"/>
                </a:lnTo>
                <a:lnTo>
                  <a:pt x="1352550" y="752475"/>
                </a:lnTo>
                <a:lnTo>
                  <a:pt x="1352550" y="742950"/>
                </a:lnTo>
                <a:lnTo>
                  <a:pt x="1371600" y="742950"/>
                </a:lnTo>
                <a:lnTo>
                  <a:pt x="1371600" y="733425"/>
                </a:lnTo>
                <a:lnTo>
                  <a:pt x="1400175" y="733425"/>
                </a:lnTo>
                <a:lnTo>
                  <a:pt x="1400175" y="742950"/>
                </a:lnTo>
                <a:lnTo>
                  <a:pt x="1419225" y="742950"/>
                </a:lnTo>
                <a:lnTo>
                  <a:pt x="1419225" y="733425"/>
                </a:lnTo>
                <a:lnTo>
                  <a:pt x="1581150" y="733425"/>
                </a:lnTo>
                <a:close/>
                <a:moveTo>
                  <a:pt x="352425" y="742950"/>
                </a:moveTo>
                <a:lnTo>
                  <a:pt x="361950" y="742950"/>
                </a:lnTo>
                <a:lnTo>
                  <a:pt x="361950" y="752475"/>
                </a:lnTo>
                <a:lnTo>
                  <a:pt x="352425" y="752475"/>
                </a:lnTo>
                <a:close/>
                <a:moveTo>
                  <a:pt x="1485900" y="752475"/>
                </a:moveTo>
                <a:lnTo>
                  <a:pt x="1495425" y="752475"/>
                </a:lnTo>
                <a:lnTo>
                  <a:pt x="1495425" y="742950"/>
                </a:lnTo>
                <a:lnTo>
                  <a:pt x="1466850" y="742950"/>
                </a:lnTo>
                <a:lnTo>
                  <a:pt x="1466850" y="752475"/>
                </a:lnTo>
                <a:lnTo>
                  <a:pt x="1457325" y="752475"/>
                </a:lnTo>
                <a:lnTo>
                  <a:pt x="1457325" y="762000"/>
                </a:lnTo>
                <a:lnTo>
                  <a:pt x="1485900" y="762000"/>
                </a:lnTo>
                <a:close/>
                <a:moveTo>
                  <a:pt x="561975" y="800100"/>
                </a:moveTo>
                <a:lnTo>
                  <a:pt x="571500" y="800100"/>
                </a:lnTo>
                <a:lnTo>
                  <a:pt x="571500" y="809625"/>
                </a:lnTo>
                <a:lnTo>
                  <a:pt x="581025" y="809625"/>
                </a:lnTo>
                <a:lnTo>
                  <a:pt x="581025" y="819150"/>
                </a:lnTo>
                <a:lnTo>
                  <a:pt x="561975" y="819150"/>
                </a:lnTo>
                <a:close/>
                <a:moveTo>
                  <a:pt x="466725" y="809625"/>
                </a:moveTo>
                <a:lnTo>
                  <a:pt x="514350" y="809625"/>
                </a:lnTo>
                <a:lnTo>
                  <a:pt x="514350" y="819150"/>
                </a:lnTo>
                <a:lnTo>
                  <a:pt x="466725" y="819150"/>
                </a:lnTo>
                <a:close/>
                <a:moveTo>
                  <a:pt x="628650" y="809625"/>
                </a:moveTo>
                <a:lnTo>
                  <a:pt x="666750" y="809625"/>
                </a:lnTo>
                <a:lnTo>
                  <a:pt x="666750" y="828675"/>
                </a:lnTo>
                <a:lnTo>
                  <a:pt x="676275" y="828675"/>
                </a:lnTo>
                <a:lnTo>
                  <a:pt x="676275" y="838200"/>
                </a:lnTo>
                <a:lnTo>
                  <a:pt x="657225" y="838200"/>
                </a:lnTo>
                <a:lnTo>
                  <a:pt x="657225" y="828675"/>
                </a:lnTo>
                <a:lnTo>
                  <a:pt x="647700" y="828675"/>
                </a:lnTo>
                <a:lnTo>
                  <a:pt x="647700" y="819150"/>
                </a:lnTo>
                <a:lnTo>
                  <a:pt x="628650" y="819150"/>
                </a:lnTo>
                <a:close/>
                <a:moveTo>
                  <a:pt x="609600" y="819150"/>
                </a:moveTo>
                <a:lnTo>
                  <a:pt x="628650" y="819150"/>
                </a:lnTo>
                <a:lnTo>
                  <a:pt x="628650" y="828675"/>
                </a:lnTo>
                <a:lnTo>
                  <a:pt x="619125" y="828675"/>
                </a:lnTo>
                <a:lnTo>
                  <a:pt x="619125" y="838200"/>
                </a:lnTo>
                <a:lnTo>
                  <a:pt x="600075" y="838200"/>
                </a:lnTo>
                <a:lnTo>
                  <a:pt x="600075" y="828675"/>
                </a:lnTo>
                <a:lnTo>
                  <a:pt x="609600" y="828675"/>
                </a:lnTo>
                <a:close/>
                <a:moveTo>
                  <a:pt x="257175" y="828675"/>
                </a:moveTo>
                <a:lnTo>
                  <a:pt x="266700" y="828675"/>
                </a:lnTo>
                <a:lnTo>
                  <a:pt x="266700" y="838200"/>
                </a:lnTo>
                <a:lnTo>
                  <a:pt x="257175" y="838200"/>
                </a:lnTo>
                <a:close/>
                <a:moveTo>
                  <a:pt x="276225" y="828675"/>
                </a:moveTo>
                <a:lnTo>
                  <a:pt x="295275" y="828675"/>
                </a:lnTo>
                <a:lnTo>
                  <a:pt x="295275" y="838200"/>
                </a:lnTo>
                <a:lnTo>
                  <a:pt x="276225" y="838200"/>
                </a:lnTo>
                <a:close/>
                <a:moveTo>
                  <a:pt x="1333500" y="828675"/>
                </a:moveTo>
                <a:lnTo>
                  <a:pt x="1362075" y="828675"/>
                </a:lnTo>
                <a:lnTo>
                  <a:pt x="1362075" y="838200"/>
                </a:lnTo>
                <a:lnTo>
                  <a:pt x="1381125" y="838200"/>
                </a:lnTo>
                <a:lnTo>
                  <a:pt x="1381125" y="819150"/>
                </a:lnTo>
                <a:lnTo>
                  <a:pt x="1333500" y="819150"/>
                </a:lnTo>
                <a:close/>
                <a:moveTo>
                  <a:pt x="1466850" y="838200"/>
                </a:moveTo>
                <a:lnTo>
                  <a:pt x="1476375" y="838200"/>
                </a:lnTo>
                <a:lnTo>
                  <a:pt x="1476375" y="828675"/>
                </a:lnTo>
                <a:lnTo>
                  <a:pt x="1466850" y="828675"/>
                </a:lnTo>
                <a:close/>
                <a:moveTo>
                  <a:pt x="800100" y="847725"/>
                </a:moveTo>
                <a:lnTo>
                  <a:pt x="828675" y="847725"/>
                </a:lnTo>
                <a:lnTo>
                  <a:pt x="828675" y="866775"/>
                </a:lnTo>
                <a:lnTo>
                  <a:pt x="800100" y="866775"/>
                </a:lnTo>
                <a:close/>
                <a:moveTo>
                  <a:pt x="1057275" y="847725"/>
                </a:moveTo>
                <a:lnTo>
                  <a:pt x="1066800" y="847725"/>
                </a:lnTo>
                <a:lnTo>
                  <a:pt x="1066800" y="866775"/>
                </a:lnTo>
                <a:lnTo>
                  <a:pt x="1057275" y="866775"/>
                </a:lnTo>
                <a:close/>
                <a:moveTo>
                  <a:pt x="904875" y="866775"/>
                </a:moveTo>
                <a:lnTo>
                  <a:pt x="942975" y="866775"/>
                </a:lnTo>
                <a:lnTo>
                  <a:pt x="942975" y="876300"/>
                </a:lnTo>
                <a:lnTo>
                  <a:pt x="923925" y="876300"/>
                </a:lnTo>
                <a:lnTo>
                  <a:pt x="923925" y="895350"/>
                </a:lnTo>
                <a:lnTo>
                  <a:pt x="914400" y="895350"/>
                </a:lnTo>
                <a:lnTo>
                  <a:pt x="914400" y="876300"/>
                </a:lnTo>
                <a:lnTo>
                  <a:pt x="904875" y="876300"/>
                </a:lnTo>
                <a:close/>
                <a:moveTo>
                  <a:pt x="1000125" y="866775"/>
                </a:moveTo>
                <a:lnTo>
                  <a:pt x="1009650" y="866775"/>
                </a:lnTo>
                <a:lnTo>
                  <a:pt x="1009650" y="876300"/>
                </a:lnTo>
                <a:lnTo>
                  <a:pt x="1000125" y="876300"/>
                </a:lnTo>
                <a:close/>
                <a:moveTo>
                  <a:pt x="1123950" y="866775"/>
                </a:moveTo>
                <a:lnTo>
                  <a:pt x="1133475" y="866775"/>
                </a:lnTo>
                <a:lnTo>
                  <a:pt x="1133475" y="876300"/>
                </a:lnTo>
                <a:lnTo>
                  <a:pt x="1143000" y="876300"/>
                </a:lnTo>
                <a:lnTo>
                  <a:pt x="1143000" y="904875"/>
                </a:lnTo>
                <a:lnTo>
                  <a:pt x="1162050" y="904875"/>
                </a:lnTo>
                <a:lnTo>
                  <a:pt x="1162050" y="895350"/>
                </a:lnTo>
                <a:lnTo>
                  <a:pt x="1190625" y="895350"/>
                </a:lnTo>
                <a:lnTo>
                  <a:pt x="1190625" y="923925"/>
                </a:lnTo>
                <a:lnTo>
                  <a:pt x="1200150" y="923925"/>
                </a:lnTo>
                <a:lnTo>
                  <a:pt x="1200150" y="933450"/>
                </a:lnTo>
                <a:lnTo>
                  <a:pt x="1181100" y="933450"/>
                </a:lnTo>
                <a:lnTo>
                  <a:pt x="1181100" y="923925"/>
                </a:lnTo>
                <a:lnTo>
                  <a:pt x="1162050" y="923925"/>
                </a:lnTo>
                <a:lnTo>
                  <a:pt x="1162050" y="933450"/>
                </a:lnTo>
                <a:lnTo>
                  <a:pt x="1171575" y="933450"/>
                </a:lnTo>
                <a:lnTo>
                  <a:pt x="1171575" y="942975"/>
                </a:lnTo>
                <a:lnTo>
                  <a:pt x="1152525" y="942975"/>
                </a:lnTo>
                <a:lnTo>
                  <a:pt x="1152525" y="933450"/>
                </a:lnTo>
                <a:lnTo>
                  <a:pt x="1123950" y="933450"/>
                </a:lnTo>
                <a:lnTo>
                  <a:pt x="1123950" y="942975"/>
                </a:lnTo>
                <a:lnTo>
                  <a:pt x="1095375" y="942975"/>
                </a:lnTo>
                <a:lnTo>
                  <a:pt x="1095375" y="933450"/>
                </a:lnTo>
                <a:lnTo>
                  <a:pt x="1076325" y="933450"/>
                </a:lnTo>
                <a:lnTo>
                  <a:pt x="1076325" y="904875"/>
                </a:lnTo>
                <a:lnTo>
                  <a:pt x="1104900" y="904875"/>
                </a:lnTo>
                <a:lnTo>
                  <a:pt x="1104900" y="923925"/>
                </a:lnTo>
                <a:lnTo>
                  <a:pt x="1114425" y="923925"/>
                </a:lnTo>
                <a:lnTo>
                  <a:pt x="1114425" y="885825"/>
                </a:lnTo>
                <a:lnTo>
                  <a:pt x="1123950" y="885825"/>
                </a:lnTo>
                <a:close/>
                <a:moveTo>
                  <a:pt x="1352550" y="866775"/>
                </a:moveTo>
                <a:lnTo>
                  <a:pt x="1381125" y="866775"/>
                </a:lnTo>
                <a:lnTo>
                  <a:pt x="1381125" y="876300"/>
                </a:lnTo>
                <a:lnTo>
                  <a:pt x="1352550" y="876300"/>
                </a:lnTo>
                <a:close/>
                <a:moveTo>
                  <a:pt x="695325" y="895350"/>
                </a:moveTo>
                <a:lnTo>
                  <a:pt x="704850" y="895350"/>
                </a:lnTo>
                <a:lnTo>
                  <a:pt x="704850" y="904875"/>
                </a:lnTo>
                <a:lnTo>
                  <a:pt x="714375" y="904875"/>
                </a:lnTo>
                <a:lnTo>
                  <a:pt x="714375" y="914400"/>
                </a:lnTo>
                <a:lnTo>
                  <a:pt x="742950" y="914400"/>
                </a:lnTo>
                <a:lnTo>
                  <a:pt x="742950" y="923925"/>
                </a:lnTo>
                <a:lnTo>
                  <a:pt x="752475" y="923925"/>
                </a:lnTo>
                <a:lnTo>
                  <a:pt x="752475" y="933450"/>
                </a:lnTo>
                <a:lnTo>
                  <a:pt x="742950" y="933450"/>
                </a:lnTo>
                <a:lnTo>
                  <a:pt x="742950" y="942975"/>
                </a:lnTo>
                <a:lnTo>
                  <a:pt x="733425" y="942975"/>
                </a:lnTo>
                <a:lnTo>
                  <a:pt x="733425" y="933450"/>
                </a:lnTo>
                <a:lnTo>
                  <a:pt x="714375" y="933450"/>
                </a:lnTo>
                <a:lnTo>
                  <a:pt x="714375" y="923925"/>
                </a:lnTo>
                <a:lnTo>
                  <a:pt x="704850" y="923925"/>
                </a:lnTo>
                <a:lnTo>
                  <a:pt x="704850" y="933450"/>
                </a:lnTo>
                <a:lnTo>
                  <a:pt x="676275" y="933450"/>
                </a:lnTo>
                <a:lnTo>
                  <a:pt x="676275" y="923925"/>
                </a:lnTo>
                <a:lnTo>
                  <a:pt x="666750" y="923925"/>
                </a:lnTo>
                <a:lnTo>
                  <a:pt x="666750" y="904875"/>
                </a:lnTo>
                <a:lnTo>
                  <a:pt x="695325" y="904875"/>
                </a:lnTo>
                <a:close/>
                <a:moveTo>
                  <a:pt x="942975" y="895350"/>
                </a:moveTo>
                <a:lnTo>
                  <a:pt x="952500" y="895350"/>
                </a:lnTo>
                <a:lnTo>
                  <a:pt x="952500" y="904875"/>
                </a:lnTo>
                <a:lnTo>
                  <a:pt x="962025" y="904875"/>
                </a:lnTo>
                <a:lnTo>
                  <a:pt x="962025" y="923925"/>
                </a:lnTo>
                <a:lnTo>
                  <a:pt x="942975" y="923925"/>
                </a:lnTo>
                <a:close/>
                <a:moveTo>
                  <a:pt x="552450" y="904875"/>
                </a:moveTo>
                <a:lnTo>
                  <a:pt x="561975" y="904875"/>
                </a:lnTo>
                <a:lnTo>
                  <a:pt x="561975" y="914400"/>
                </a:lnTo>
                <a:lnTo>
                  <a:pt x="571500" y="914400"/>
                </a:lnTo>
                <a:lnTo>
                  <a:pt x="571500" y="923925"/>
                </a:lnTo>
                <a:lnTo>
                  <a:pt x="542925" y="923925"/>
                </a:lnTo>
                <a:lnTo>
                  <a:pt x="542925" y="914400"/>
                </a:lnTo>
                <a:lnTo>
                  <a:pt x="552450" y="914400"/>
                </a:lnTo>
                <a:close/>
                <a:moveTo>
                  <a:pt x="1019175" y="904875"/>
                </a:moveTo>
                <a:lnTo>
                  <a:pt x="1057275" y="904875"/>
                </a:lnTo>
                <a:lnTo>
                  <a:pt x="1057275" y="923925"/>
                </a:lnTo>
                <a:lnTo>
                  <a:pt x="1047750" y="923925"/>
                </a:lnTo>
                <a:lnTo>
                  <a:pt x="1047750" y="933450"/>
                </a:lnTo>
                <a:lnTo>
                  <a:pt x="1028700" y="933450"/>
                </a:lnTo>
                <a:lnTo>
                  <a:pt x="1028700" y="942975"/>
                </a:lnTo>
                <a:lnTo>
                  <a:pt x="1019175" y="942975"/>
                </a:lnTo>
                <a:lnTo>
                  <a:pt x="1019175" y="923925"/>
                </a:lnTo>
                <a:lnTo>
                  <a:pt x="1000125" y="923925"/>
                </a:lnTo>
                <a:lnTo>
                  <a:pt x="1000125" y="914400"/>
                </a:lnTo>
                <a:lnTo>
                  <a:pt x="1019175" y="914400"/>
                </a:lnTo>
                <a:close/>
                <a:moveTo>
                  <a:pt x="1457325" y="904875"/>
                </a:moveTo>
                <a:lnTo>
                  <a:pt x="1476375" y="904875"/>
                </a:lnTo>
                <a:lnTo>
                  <a:pt x="1476375" y="923925"/>
                </a:lnTo>
                <a:lnTo>
                  <a:pt x="1447800" y="923925"/>
                </a:lnTo>
                <a:lnTo>
                  <a:pt x="1447800" y="914400"/>
                </a:lnTo>
                <a:lnTo>
                  <a:pt x="1457325" y="914400"/>
                </a:lnTo>
                <a:close/>
                <a:moveTo>
                  <a:pt x="219075" y="914400"/>
                </a:moveTo>
                <a:lnTo>
                  <a:pt x="228600" y="914400"/>
                </a:lnTo>
                <a:lnTo>
                  <a:pt x="228600" y="923925"/>
                </a:lnTo>
                <a:lnTo>
                  <a:pt x="219075" y="923925"/>
                </a:lnTo>
                <a:close/>
                <a:moveTo>
                  <a:pt x="419100" y="914400"/>
                </a:moveTo>
                <a:lnTo>
                  <a:pt x="428625" y="914400"/>
                </a:lnTo>
                <a:lnTo>
                  <a:pt x="428625" y="923925"/>
                </a:lnTo>
                <a:lnTo>
                  <a:pt x="419100" y="923925"/>
                </a:lnTo>
                <a:close/>
                <a:moveTo>
                  <a:pt x="447675" y="914400"/>
                </a:moveTo>
                <a:lnTo>
                  <a:pt x="476250" y="914400"/>
                </a:lnTo>
                <a:lnTo>
                  <a:pt x="476250" y="933450"/>
                </a:lnTo>
                <a:lnTo>
                  <a:pt x="466725" y="933450"/>
                </a:lnTo>
                <a:lnTo>
                  <a:pt x="466725" y="923925"/>
                </a:lnTo>
                <a:lnTo>
                  <a:pt x="457200" y="923925"/>
                </a:lnTo>
                <a:lnTo>
                  <a:pt x="457200" y="933450"/>
                </a:lnTo>
                <a:lnTo>
                  <a:pt x="447675" y="933450"/>
                </a:lnTo>
                <a:close/>
                <a:moveTo>
                  <a:pt x="514350" y="914400"/>
                </a:moveTo>
                <a:lnTo>
                  <a:pt x="523875" y="914400"/>
                </a:lnTo>
                <a:lnTo>
                  <a:pt x="523875" y="923925"/>
                </a:lnTo>
                <a:lnTo>
                  <a:pt x="514350" y="923925"/>
                </a:lnTo>
                <a:close/>
                <a:moveTo>
                  <a:pt x="619125" y="914400"/>
                </a:moveTo>
                <a:lnTo>
                  <a:pt x="638175" y="914400"/>
                </a:lnTo>
                <a:lnTo>
                  <a:pt x="638175" y="923925"/>
                </a:lnTo>
                <a:lnTo>
                  <a:pt x="619125" y="923925"/>
                </a:lnTo>
                <a:close/>
                <a:moveTo>
                  <a:pt x="1219200" y="914400"/>
                </a:moveTo>
                <a:lnTo>
                  <a:pt x="1238250" y="914400"/>
                </a:lnTo>
                <a:lnTo>
                  <a:pt x="1238250" y="923925"/>
                </a:lnTo>
                <a:lnTo>
                  <a:pt x="1257300" y="923925"/>
                </a:lnTo>
                <a:lnTo>
                  <a:pt x="1257300" y="914400"/>
                </a:lnTo>
                <a:lnTo>
                  <a:pt x="1266825" y="914400"/>
                </a:lnTo>
                <a:lnTo>
                  <a:pt x="1266825" y="933450"/>
                </a:lnTo>
                <a:lnTo>
                  <a:pt x="1219200" y="933450"/>
                </a:lnTo>
                <a:close/>
                <a:moveTo>
                  <a:pt x="1619250" y="914400"/>
                </a:moveTo>
                <a:lnTo>
                  <a:pt x="1628775" y="914400"/>
                </a:lnTo>
                <a:lnTo>
                  <a:pt x="1628775" y="904875"/>
                </a:lnTo>
                <a:lnTo>
                  <a:pt x="1619250" y="904875"/>
                </a:lnTo>
                <a:close/>
                <a:moveTo>
                  <a:pt x="1562100" y="923925"/>
                </a:moveTo>
                <a:lnTo>
                  <a:pt x="1571625" y="923925"/>
                </a:lnTo>
                <a:lnTo>
                  <a:pt x="1571625" y="914400"/>
                </a:lnTo>
                <a:lnTo>
                  <a:pt x="1562100" y="914400"/>
                </a:lnTo>
                <a:close/>
                <a:moveTo>
                  <a:pt x="1647825" y="923925"/>
                </a:moveTo>
                <a:lnTo>
                  <a:pt x="1676400" y="923925"/>
                </a:lnTo>
                <a:lnTo>
                  <a:pt x="1676400" y="885825"/>
                </a:lnTo>
                <a:lnTo>
                  <a:pt x="1666875" y="885825"/>
                </a:lnTo>
                <a:lnTo>
                  <a:pt x="1666875" y="895350"/>
                </a:lnTo>
                <a:lnTo>
                  <a:pt x="1657350" y="895350"/>
                </a:lnTo>
                <a:lnTo>
                  <a:pt x="1657350" y="904875"/>
                </a:lnTo>
                <a:lnTo>
                  <a:pt x="1647825" y="904875"/>
                </a:lnTo>
                <a:close/>
                <a:moveTo>
                  <a:pt x="762000" y="933450"/>
                </a:moveTo>
                <a:lnTo>
                  <a:pt x="790575" y="933450"/>
                </a:lnTo>
                <a:lnTo>
                  <a:pt x="790575" y="942975"/>
                </a:lnTo>
                <a:lnTo>
                  <a:pt x="762000" y="942975"/>
                </a:lnTo>
                <a:close/>
                <a:moveTo>
                  <a:pt x="1285875" y="933450"/>
                </a:moveTo>
                <a:lnTo>
                  <a:pt x="1304925" y="933450"/>
                </a:lnTo>
                <a:lnTo>
                  <a:pt x="1304925" y="942975"/>
                </a:lnTo>
                <a:lnTo>
                  <a:pt x="1285875" y="942975"/>
                </a:lnTo>
                <a:close/>
                <a:moveTo>
                  <a:pt x="1400175" y="933450"/>
                </a:moveTo>
                <a:lnTo>
                  <a:pt x="1409700" y="933450"/>
                </a:lnTo>
                <a:lnTo>
                  <a:pt x="1409700" y="942975"/>
                </a:lnTo>
                <a:lnTo>
                  <a:pt x="1400175" y="942975"/>
                </a:lnTo>
                <a:close/>
                <a:moveTo>
                  <a:pt x="1447800" y="933450"/>
                </a:moveTo>
                <a:lnTo>
                  <a:pt x="1457325" y="933450"/>
                </a:lnTo>
                <a:lnTo>
                  <a:pt x="1457325" y="942975"/>
                </a:lnTo>
                <a:lnTo>
                  <a:pt x="1447800" y="942975"/>
                </a:lnTo>
                <a:close/>
                <a:moveTo>
                  <a:pt x="1533525" y="971550"/>
                </a:moveTo>
                <a:lnTo>
                  <a:pt x="1543050" y="971550"/>
                </a:lnTo>
                <a:lnTo>
                  <a:pt x="1543050" y="981075"/>
                </a:lnTo>
                <a:lnTo>
                  <a:pt x="1533525" y="981075"/>
                </a:lnTo>
                <a:close/>
                <a:moveTo>
                  <a:pt x="1619250" y="971550"/>
                </a:moveTo>
                <a:lnTo>
                  <a:pt x="1628775" y="971550"/>
                </a:lnTo>
                <a:lnTo>
                  <a:pt x="1628775" y="981075"/>
                </a:lnTo>
                <a:lnTo>
                  <a:pt x="1619250" y="981075"/>
                </a:lnTo>
                <a:close/>
                <a:moveTo>
                  <a:pt x="1600200" y="981075"/>
                </a:moveTo>
                <a:lnTo>
                  <a:pt x="1609725" y="981075"/>
                </a:lnTo>
                <a:lnTo>
                  <a:pt x="1609725" y="1000125"/>
                </a:lnTo>
                <a:lnTo>
                  <a:pt x="1600200" y="1000125"/>
                </a:lnTo>
                <a:close/>
                <a:moveTo>
                  <a:pt x="733425" y="990600"/>
                </a:moveTo>
                <a:lnTo>
                  <a:pt x="762000" y="990600"/>
                </a:lnTo>
                <a:lnTo>
                  <a:pt x="762000" y="1000125"/>
                </a:lnTo>
                <a:lnTo>
                  <a:pt x="733425" y="1000125"/>
                </a:lnTo>
                <a:close/>
                <a:moveTo>
                  <a:pt x="1295400" y="990600"/>
                </a:moveTo>
                <a:lnTo>
                  <a:pt x="1323975" y="990600"/>
                </a:lnTo>
                <a:lnTo>
                  <a:pt x="1323975" y="1000125"/>
                </a:lnTo>
                <a:lnTo>
                  <a:pt x="1362075" y="1000125"/>
                </a:lnTo>
                <a:lnTo>
                  <a:pt x="1362075" y="1009650"/>
                </a:lnTo>
                <a:lnTo>
                  <a:pt x="1314450" y="1009650"/>
                </a:lnTo>
                <a:lnTo>
                  <a:pt x="1314450" y="1000125"/>
                </a:lnTo>
                <a:lnTo>
                  <a:pt x="1295400" y="1000125"/>
                </a:lnTo>
                <a:close/>
                <a:moveTo>
                  <a:pt x="428625" y="1000125"/>
                </a:moveTo>
                <a:lnTo>
                  <a:pt x="438150" y="1000125"/>
                </a:lnTo>
                <a:lnTo>
                  <a:pt x="438150" y="1019175"/>
                </a:lnTo>
                <a:lnTo>
                  <a:pt x="428625" y="1019175"/>
                </a:lnTo>
                <a:close/>
                <a:moveTo>
                  <a:pt x="476250" y="1000125"/>
                </a:moveTo>
                <a:lnTo>
                  <a:pt x="504825" y="1000125"/>
                </a:lnTo>
                <a:lnTo>
                  <a:pt x="504825" y="1009650"/>
                </a:lnTo>
                <a:lnTo>
                  <a:pt x="495300" y="1009650"/>
                </a:lnTo>
                <a:lnTo>
                  <a:pt x="495300" y="1076325"/>
                </a:lnTo>
                <a:lnTo>
                  <a:pt x="485775" y="1076325"/>
                </a:lnTo>
                <a:lnTo>
                  <a:pt x="485775" y="1095375"/>
                </a:lnTo>
                <a:lnTo>
                  <a:pt x="504825" y="1095375"/>
                </a:lnTo>
                <a:lnTo>
                  <a:pt x="504825" y="1104900"/>
                </a:lnTo>
                <a:lnTo>
                  <a:pt x="466725" y="1104900"/>
                </a:lnTo>
                <a:lnTo>
                  <a:pt x="466725" y="1095375"/>
                </a:lnTo>
                <a:lnTo>
                  <a:pt x="476250" y="1095375"/>
                </a:lnTo>
                <a:lnTo>
                  <a:pt x="476250" y="1076325"/>
                </a:lnTo>
                <a:lnTo>
                  <a:pt x="457200" y="1076325"/>
                </a:lnTo>
                <a:lnTo>
                  <a:pt x="457200" y="1104900"/>
                </a:lnTo>
                <a:lnTo>
                  <a:pt x="381000" y="1104900"/>
                </a:lnTo>
                <a:lnTo>
                  <a:pt x="381000" y="1095375"/>
                </a:lnTo>
                <a:lnTo>
                  <a:pt x="400050" y="1095375"/>
                </a:lnTo>
                <a:lnTo>
                  <a:pt x="400050" y="1085850"/>
                </a:lnTo>
                <a:lnTo>
                  <a:pt x="409575" y="1085850"/>
                </a:lnTo>
                <a:lnTo>
                  <a:pt x="409575" y="1066800"/>
                </a:lnTo>
                <a:lnTo>
                  <a:pt x="342900" y="1066800"/>
                </a:lnTo>
                <a:lnTo>
                  <a:pt x="342900" y="1057275"/>
                </a:lnTo>
                <a:lnTo>
                  <a:pt x="409575" y="1057275"/>
                </a:lnTo>
                <a:lnTo>
                  <a:pt x="409575" y="1047750"/>
                </a:lnTo>
                <a:lnTo>
                  <a:pt x="419100" y="1047750"/>
                </a:lnTo>
                <a:lnTo>
                  <a:pt x="419100" y="1038225"/>
                </a:lnTo>
                <a:lnTo>
                  <a:pt x="447675" y="1038225"/>
                </a:lnTo>
                <a:lnTo>
                  <a:pt x="447675" y="1028700"/>
                </a:lnTo>
                <a:lnTo>
                  <a:pt x="438150" y="1028700"/>
                </a:lnTo>
                <a:lnTo>
                  <a:pt x="438150" y="1019175"/>
                </a:lnTo>
                <a:lnTo>
                  <a:pt x="466725" y="1019175"/>
                </a:lnTo>
                <a:lnTo>
                  <a:pt x="466725" y="1009650"/>
                </a:lnTo>
                <a:lnTo>
                  <a:pt x="476250" y="1009650"/>
                </a:lnTo>
                <a:close/>
                <a:moveTo>
                  <a:pt x="523875" y="1000125"/>
                </a:moveTo>
                <a:lnTo>
                  <a:pt x="552450" y="1000125"/>
                </a:lnTo>
                <a:lnTo>
                  <a:pt x="552450" y="1009650"/>
                </a:lnTo>
                <a:lnTo>
                  <a:pt x="523875" y="1009650"/>
                </a:lnTo>
                <a:close/>
                <a:moveTo>
                  <a:pt x="1409700" y="1000125"/>
                </a:moveTo>
                <a:lnTo>
                  <a:pt x="1466850" y="1000125"/>
                </a:lnTo>
                <a:lnTo>
                  <a:pt x="1466850" y="1009650"/>
                </a:lnTo>
                <a:lnTo>
                  <a:pt x="1409700" y="1009650"/>
                </a:lnTo>
                <a:close/>
                <a:moveTo>
                  <a:pt x="1524000" y="1000125"/>
                </a:moveTo>
                <a:lnTo>
                  <a:pt x="1571625" y="1000125"/>
                </a:lnTo>
                <a:lnTo>
                  <a:pt x="1571625" y="1009650"/>
                </a:lnTo>
                <a:lnTo>
                  <a:pt x="1590675" y="1009650"/>
                </a:lnTo>
                <a:lnTo>
                  <a:pt x="1590675" y="1019175"/>
                </a:lnTo>
                <a:lnTo>
                  <a:pt x="1600200" y="1019175"/>
                </a:lnTo>
                <a:lnTo>
                  <a:pt x="1600200" y="1009650"/>
                </a:lnTo>
                <a:lnTo>
                  <a:pt x="1609725" y="1009650"/>
                </a:lnTo>
                <a:lnTo>
                  <a:pt x="1609725" y="1000125"/>
                </a:lnTo>
                <a:lnTo>
                  <a:pt x="1638300" y="1000125"/>
                </a:lnTo>
                <a:lnTo>
                  <a:pt x="1638300" y="1009650"/>
                </a:lnTo>
                <a:lnTo>
                  <a:pt x="1666875" y="1009650"/>
                </a:lnTo>
                <a:lnTo>
                  <a:pt x="1666875" y="1000125"/>
                </a:lnTo>
                <a:lnTo>
                  <a:pt x="1685925" y="1000125"/>
                </a:lnTo>
                <a:lnTo>
                  <a:pt x="1685925" y="1009650"/>
                </a:lnTo>
                <a:lnTo>
                  <a:pt x="1704975" y="1009650"/>
                </a:lnTo>
                <a:lnTo>
                  <a:pt x="1704975" y="1047750"/>
                </a:lnTo>
                <a:lnTo>
                  <a:pt x="1695450" y="1047750"/>
                </a:lnTo>
                <a:lnTo>
                  <a:pt x="1695450" y="1057275"/>
                </a:lnTo>
                <a:lnTo>
                  <a:pt x="1704975" y="1057275"/>
                </a:lnTo>
                <a:lnTo>
                  <a:pt x="1704975" y="1066800"/>
                </a:lnTo>
                <a:lnTo>
                  <a:pt x="1724025" y="1066800"/>
                </a:lnTo>
                <a:lnTo>
                  <a:pt x="1724025" y="1076325"/>
                </a:lnTo>
                <a:lnTo>
                  <a:pt x="1714500" y="1076325"/>
                </a:lnTo>
                <a:lnTo>
                  <a:pt x="1714500" y="1085850"/>
                </a:lnTo>
                <a:lnTo>
                  <a:pt x="1704975" y="1085850"/>
                </a:lnTo>
                <a:lnTo>
                  <a:pt x="1704975" y="1076325"/>
                </a:lnTo>
                <a:lnTo>
                  <a:pt x="1695450" y="1076325"/>
                </a:lnTo>
                <a:lnTo>
                  <a:pt x="1695450" y="1085850"/>
                </a:lnTo>
                <a:lnTo>
                  <a:pt x="1685925" y="1085850"/>
                </a:lnTo>
                <a:lnTo>
                  <a:pt x="1685925" y="1095375"/>
                </a:lnTo>
                <a:lnTo>
                  <a:pt x="1695450" y="1095375"/>
                </a:lnTo>
                <a:lnTo>
                  <a:pt x="1695450" y="1104900"/>
                </a:lnTo>
                <a:lnTo>
                  <a:pt x="1676400" y="1104900"/>
                </a:lnTo>
                <a:lnTo>
                  <a:pt x="1676400" y="1095375"/>
                </a:lnTo>
                <a:lnTo>
                  <a:pt x="1666875" y="1095375"/>
                </a:lnTo>
                <a:lnTo>
                  <a:pt x="1666875" y="1085850"/>
                </a:lnTo>
                <a:lnTo>
                  <a:pt x="1657350" y="1085850"/>
                </a:lnTo>
                <a:lnTo>
                  <a:pt x="1657350" y="1095375"/>
                </a:lnTo>
                <a:lnTo>
                  <a:pt x="1638300" y="1095375"/>
                </a:lnTo>
                <a:lnTo>
                  <a:pt x="1638300" y="1085850"/>
                </a:lnTo>
                <a:lnTo>
                  <a:pt x="1628775" y="1085850"/>
                </a:lnTo>
                <a:lnTo>
                  <a:pt x="1628775" y="1095375"/>
                </a:lnTo>
                <a:lnTo>
                  <a:pt x="1619250" y="1095375"/>
                </a:lnTo>
                <a:lnTo>
                  <a:pt x="1619250" y="1085850"/>
                </a:lnTo>
                <a:lnTo>
                  <a:pt x="1590675" y="1085850"/>
                </a:lnTo>
                <a:lnTo>
                  <a:pt x="1590675" y="1104900"/>
                </a:lnTo>
                <a:lnTo>
                  <a:pt x="1543050" y="1104900"/>
                </a:lnTo>
                <a:lnTo>
                  <a:pt x="1543050" y="1085850"/>
                </a:lnTo>
                <a:lnTo>
                  <a:pt x="1533525" y="1085850"/>
                </a:lnTo>
                <a:lnTo>
                  <a:pt x="1533525" y="1095375"/>
                </a:lnTo>
                <a:lnTo>
                  <a:pt x="1514475" y="1095375"/>
                </a:lnTo>
                <a:lnTo>
                  <a:pt x="1514475" y="1104900"/>
                </a:lnTo>
                <a:lnTo>
                  <a:pt x="1343025" y="1104900"/>
                </a:lnTo>
                <a:lnTo>
                  <a:pt x="1343025" y="1095375"/>
                </a:lnTo>
                <a:lnTo>
                  <a:pt x="1381125" y="1095375"/>
                </a:lnTo>
                <a:lnTo>
                  <a:pt x="1381125" y="1066800"/>
                </a:lnTo>
                <a:lnTo>
                  <a:pt x="1390650" y="1066800"/>
                </a:lnTo>
                <a:lnTo>
                  <a:pt x="1390650" y="1057275"/>
                </a:lnTo>
                <a:lnTo>
                  <a:pt x="1409700" y="1057275"/>
                </a:lnTo>
                <a:lnTo>
                  <a:pt x="1409700" y="1066800"/>
                </a:lnTo>
                <a:lnTo>
                  <a:pt x="1438275" y="1066800"/>
                </a:lnTo>
                <a:lnTo>
                  <a:pt x="1438275" y="1057275"/>
                </a:lnTo>
                <a:lnTo>
                  <a:pt x="1466850" y="1057275"/>
                </a:lnTo>
                <a:lnTo>
                  <a:pt x="1466850" y="1066800"/>
                </a:lnTo>
                <a:lnTo>
                  <a:pt x="1495425" y="1066800"/>
                </a:lnTo>
                <a:lnTo>
                  <a:pt x="1495425" y="1057275"/>
                </a:lnTo>
                <a:lnTo>
                  <a:pt x="1533525" y="1057275"/>
                </a:lnTo>
                <a:lnTo>
                  <a:pt x="1533525" y="1047750"/>
                </a:lnTo>
                <a:lnTo>
                  <a:pt x="1543050" y="1047750"/>
                </a:lnTo>
                <a:lnTo>
                  <a:pt x="1543050" y="1019175"/>
                </a:lnTo>
                <a:lnTo>
                  <a:pt x="1533525" y="1019175"/>
                </a:lnTo>
                <a:lnTo>
                  <a:pt x="1533525" y="1009650"/>
                </a:lnTo>
                <a:lnTo>
                  <a:pt x="1524000" y="1009650"/>
                </a:lnTo>
                <a:close/>
                <a:moveTo>
                  <a:pt x="1714500" y="1028700"/>
                </a:moveTo>
                <a:lnTo>
                  <a:pt x="1724025" y="1028700"/>
                </a:lnTo>
                <a:lnTo>
                  <a:pt x="1724025" y="1038225"/>
                </a:lnTo>
                <a:lnTo>
                  <a:pt x="1714500" y="1038225"/>
                </a:lnTo>
                <a:close/>
                <a:moveTo>
                  <a:pt x="523875" y="1066800"/>
                </a:moveTo>
                <a:lnTo>
                  <a:pt x="533400" y="1066800"/>
                </a:lnTo>
                <a:lnTo>
                  <a:pt x="533400" y="1076325"/>
                </a:lnTo>
                <a:lnTo>
                  <a:pt x="542925" y="1076325"/>
                </a:lnTo>
                <a:lnTo>
                  <a:pt x="542925" y="1095375"/>
                </a:lnTo>
                <a:lnTo>
                  <a:pt x="514350" y="1095375"/>
                </a:lnTo>
                <a:lnTo>
                  <a:pt x="514350" y="1076325"/>
                </a:lnTo>
                <a:lnTo>
                  <a:pt x="523875" y="1076325"/>
                </a:lnTo>
                <a:close/>
                <a:moveTo>
                  <a:pt x="342900" y="1076325"/>
                </a:moveTo>
                <a:lnTo>
                  <a:pt x="352425" y="1076325"/>
                </a:lnTo>
                <a:lnTo>
                  <a:pt x="352425" y="1085850"/>
                </a:lnTo>
                <a:lnTo>
                  <a:pt x="342900" y="1085850"/>
                </a:lnTo>
                <a:close/>
                <a:moveTo>
                  <a:pt x="371475" y="1076325"/>
                </a:moveTo>
                <a:lnTo>
                  <a:pt x="390525" y="1076325"/>
                </a:lnTo>
                <a:lnTo>
                  <a:pt x="390525" y="1085850"/>
                </a:lnTo>
                <a:lnTo>
                  <a:pt x="371475" y="1085850"/>
                </a:lnTo>
                <a:close/>
                <a:moveTo>
                  <a:pt x="600075" y="1095375"/>
                </a:moveTo>
                <a:lnTo>
                  <a:pt x="638175" y="1095375"/>
                </a:lnTo>
                <a:lnTo>
                  <a:pt x="638175" y="1104900"/>
                </a:lnTo>
                <a:lnTo>
                  <a:pt x="600075" y="1104900"/>
                </a:lnTo>
                <a:close/>
                <a:moveTo>
                  <a:pt x="1085850" y="1095375"/>
                </a:moveTo>
                <a:lnTo>
                  <a:pt x="1123950" y="1095375"/>
                </a:lnTo>
                <a:lnTo>
                  <a:pt x="1123950" y="1104900"/>
                </a:lnTo>
                <a:lnTo>
                  <a:pt x="1085850" y="1104900"/>
                </a:lnTo>
                <a:close/>
                <a:moveTo>
                  <a:pt x="1276350" y="1095375"/>
                </a:moveTo>
                <a:lnTo>
                  <a:pt x="1323975" y="1095375"/>
                </a:lnTo>
                <a:lnTo>
                  <a:pt x="1323975" y="1104900"/>
                </a:lnTo>
                <a:lnTo>
                  <a:pt x="1276350" y="1104900"/>
                </a:lnTo>
                <a:close/>
                <a:moveTo>
                  <a:pt x="1428750" y="1095375"/>
                </a:moveTo>
                <a:lnTo>
                  <a:pt x="1476375" y="1095375"/>
                </a:lnTo>
                <a:lnTo>
                  <a:pt x="1476375" y="1085850"/>
                </a:lnTo>
                <a:lnTo>
                  <a:pt x="1428750" y="1085850"/>
                </a:lnTo>
                <a:close/>
                <a:moveTo>
                  <a:pt x="1704975" y="1095375"/>
                </a:moveTo>
                <a:lnTo>
                  <a:pt x="1714500" y="1095375"/>
                </a:lnTo>
                <a:lnTo>
                  <a:pt x="1714500" y="1104900"/>
                </a:lnTo>
                <a:lnTo>
                  <a:pt x="1704975" y="1104900"/>
                </a:lnTo>
                <a:close/>
                <a:moveTo>
                  <a:pt x="200025" y="1104900"/>
                </a:moveTo>
                <a:lnTo>
                  <a:pt x="219075" y="1104900"/>
                </a:lnTo>
                <a:lnTo>
                  <a:pt x="219075" y="1114425"/>
                </a:lnTo>
                <a:lnTo>
                  <a:pt x="200025" y="1114425"/>
                </a:lnTo>
                <a:close/>
                <a:moveTo>
                  <a:pt x="285750" y="1104900"/>
                </a:moveTo>
                <a:lnTo>
                  <a:pt x="314325" y="1104900"/>
                </a:lnTo>
                <a:lnTo>
                  <a:pt x="314325" y="1123950"/>
                </a:lnTo>
                <a:lnTo>
                  <a:pt x="285750" y="1123950"/>
                </a:lnTo>
                <a:close/>
                <a:moveTo>
                  <a:pt x="1647825" y="1104900"/>
                </a:moveTo>
                <a:lnTo>
                  <a:pt x="1657350" y="1104900"/>
                </a:lnTo>
                <a:lnTo>
                  <a:pt x="1657350" y="1123950"/>
                </a:lnTo>
                <a:lnTo>
                  <a:pt x="1647825" y="1123950"/>
                </a:lnTo>
                <a:close/>
                <a:moveTo>
                  <a:pt x="1714500" y="1104900"/>
                </a:moveTo>
                <a:lnTo>
                  <a:pt x="1724025" y="1104900"/>
                </a:lnTo>
                <a:lnTo>
                  <a:pt x="1724025" y="1114425"/>
                </a:lnTo>
                <a:lnTo>
                  <a:pt x="1714500" y="1114425"/>
                </a:lnTo>
                <a:close/>
                <a:moveTo>
                  <a:pt x="266700" y="1123950"/>
                </a:moveTo>
                <a:lnTo>
                  <a:pt x="276225" y="1123950"/>
                </a:lnTo>
                <a:lnTo>
                  <a:pt x="276225" y="1133475"/>
                </a:lnTo>
                <a:lnTo>
                  <a:pt x="266700" y="1133475"/>
                </a:lnTo>
                <a:close/>
                <a:moveTo>
                  <a:pt x="361950" y="1123950"/>
                </a:moveTo>
                <a:lnTo>
                  <a:pt x="371475" y="1123950"/>
                </a:lnTo>
                <a:lnTo>
                  <a:pt x="371475" y="1133475"/>
                </a:lnTo>
                <a:lnTo>
                  <a:pt x="361950" y="1133475"/>
                </a:lnTo>
                <a:close/>
                <a:moveTo>
                  <a:pt x="381000" y="1123950"/>
                </a:moveTo>
                <a:lnTo>
                  <a:pt x="390525" y="1123950"/>
                </a:lnTo>
                <a:lnTo>
                  <a:pt x="390525" y="1133475"/>
                </a:lnTo>
                <a:lnTo>
                  <a:pt x="381000" y="1133475"/>
                </a:lnTo>
                <a:close/>
                <a:moveTo>
                  <a:pt x="409575" y="1123950"/>
                </a:moveTo>
                <a:lnTo>
                  <a:pt x="476250" y="1123950"/>
                </a:lnTo>
                <a:lnTo>
                  <a:pt x="476250" y="1143000"/>
                </a:lnTo>
                <a:lnTo>
                  <a:pt x="466725" y="1143000"/>
                </a:lnTo>
                <a:lnTo>
                  <a:pt x="466725" y="1133475"/>
                </a:lnTo>
                <a:lnTo>
                  <a:pt x="457200" y="1133475"/>
                </a:lnTo>
                <a:lnTo>
                  <a:pt x="457200" y="1143000"/>
                </a:lnTo>
                <a:lnTo>
                  <a:pt x="428625" y="1143000"/>
                </a:lnTo>
                <a:lnTo>
                  <a:pt x="428625" y="1152525"/>
                </a:lnTo>
                <a:lnTo>
                  <a:pt x="409575" y="1152525"/>
                </a:lnTo>
                <a:lnTo>
                  <a:pt x="409575" y="1143000"/>
                </a:lnTo>
                <a:lnTo>
                  <a:pt x="400050" y="1143000"/>
                </a:lnTo>
                <a:lnTo>
                  <a:pt x="400050" y="1133475"/>
                </a:lnTo>
                <a:lnTo>
                  <a:pt x="409575" y="1133475"/>
                </a:lnTo>
                <a:close/>
                <a:moveTo>
                  <a:pt x="628650" y="1123950"/>
                </a:moveTo>
                <a:lnTo>
                  <a:pt x="819150" y="1123950"/>
                </a:lnTo>
                <a:lnTo>
                  <a:pt x="819150" y="1133475"/>
                </a:lnTo>
                <a:lnTo>
                  <a:pt x="752475" y="1133475"/>
                </a:lnTo>
                <a:lnTo>
                  <a:pt x="752475" y="1152525"/>
                </a:lnTo>
                <a:lnTo>
                  <a:pt x="742950" y="1152525"/>
                </a:lnTo>
                <a:lnTo>
                  <a:pt x="742950" y="1143000"/>
                </a:lnTo>
                <a:lnTo>
                  <a:pt x="733425" y="1143000"/>
                </a:lnTo>
                <a:lnTo>
                  <a:pt x="733425" y="1133475"/>
                </a:lnTo>
                <a:lnTo>
                  <a:pt x="685800" y="1133475"/>
                </a:lnTo>
                <a:lnTo>
                  <a:pt x="685800" y="1143000"/>
                </a:lnTo>
                <a:lnTo>
                  <a:pt x="676275" y="1143000"/>
                </a:lnTo>
                <a:lnTo>
                  <a:pt x="676275" y="1133475"/>
                </a:lnTo>
                <a:lnTo>
                  <a:pt x="647700" y="1133475"/>
                </a:lnTo>
                <a:lnTo>
                  <a:pt x="647700" y="1143000"/>
                </a:lnTo>
                <a:lnTo>
                  <a:pt x="638175" y="1143000"/>
                </a:lnTo>
                <a:lnTo>
                  <a:pt x="638175" y="1133475"/>
                </a:lnTo>
                <a:lnTo>
                  <a:pt x="628650" y="1133475"/>
                </a:lnTo>
                <a:close/>
                <a:moveTo>
                  <a:pt x="828675" y="1123950"/>
                </a:moveTo>
                <a:lnTo>
                  <a:pt x="876300" y="1123950"/>
                </a:lnTo>
                <a:lnTo>
                  <a:pt x="876300" y="1133475"/>
                </a:lnTo>
                <a:lnTo>
                  <a:pt x="885825" y="1133475"/>
                </a:lnTo>
                <a:lnTo>
                  <a:pt x="885825" y="1123950"/>
                </a:lnTo>
                <a:lnTo>
                  <a:pt x="895350" y="1123950"/>
                </a:lnTo>
                <a:lnTo>
                  <a:pt x="895350" y="1133475"/>
                </a:lnTo>
                <a:lnTo>
                  <a:pt x="904875" y="1133475"/>
                </a:lnTo>
                <a:lnTo>
                  <a:pt x="904875" y="1123950"/>
                </a:lnTo>
                <a:lnTo>
                  <a:pt x="933450" y="1123950"/>
                </a:lnTo>
                <a:lnTo>
                  <a:pt x="933450" y="1133475"/>
                </a:lnTo>
                <a:lnTo>
                  <a:pt x="923925" y="1133475"/>
                </a:lnTo>
                <a:lnTo>
                  <a:pt x="923925" y="1143000"/>
                </a:lnTo>
                <a:lnTo>
                  <a:pt x="933450" y="1143000"/>
                </a:lnTo>
                <a:lnTo>
                  <a:pt x="933450" y="1152525"/>
                </a:lnTo>
                <a:lnTo>
                  <a:pt x="914400" y="1152525"/>
                </a:lnTo>
                <a:lnTo>
                  <a:pt x="914400" y="1143000"/>
                </a:lnTo>
                <a:lnTo>
                  <a:pt x="895350" y="1143000"/>
                </a:lnTo>
                <a:lnTo>
                  <a:pt x="895350" y="1152525"/>
                </a:lnTo>
                <a:lnTo>
                  <a:pt x="885825" y="1152525"/>
                </a:lnTo>
                <a:lnTo>
                  <a:pt x="885825" y="1143000"/>
                </a:lnTo>
                <a:lnTo>
                  <a:pt x="866775" y="1143000"/>
                </a:lnTo>
                <a:lnTo>
                  <a:pt x="866775" y="1133475"/>
                </a:lnTo>
                <a:lnTo>
                  <a:pt x="847725" y="1133475"/>
                </a:lnTo>
                <a:lnTo>
                  <a:pt x="847725" y="1143000"/>
                </a:lnTo>
                <a:lnTo>
                  <a:pt x="857250" y="1143000"/>
                </a:lnTo>
                <a:lnTo>
                  <a:pt x="857250" y="1152525"/>
                </a:lnTo>
                <a:lnTo>
                  <a:pt x="838200" y="1152525"/>
                </a:lnTo>
                <a:lnTo>
                  <a:pt x="838200" y="1162050"/>
                </a:lnTo>
                <a:lnTo>
                  <a:pt x="828675" y="1162050"/>
                </a:lnTo>
                <a:lnTo>
                  <a:pt x="828675" y="1152525"/>
                </a:lnTo>
                <a:lnTo>
                  <a:pt x="809625" y="1152525"/>
                </a:lnTo>
                <a:lnTo>
                  <a:pt x="809625" y="1143000"/>
                </a:lnTo>
                <a:lnTo>
                  <a:pt x="828675" y="1143000"/>
                </a:lnTo>
                <a:close/>
                <a:moveTo>
                  <a:pt x="962025" y="1123950"/>
                </a:moveTo>
                <a:lnTo>
                  <a:pt x="981075" y="1123950"/>
                </a:lnTo>
                <a:lnTo>
                  <a:pt x="981075" y="1133475"/>
                </a:lnTo>
                <a:lnTo>
                  <a:pt x="962025" y="1133475"/>
                </a:lnTo>
                <a:close/>
                <a:moveTo>
                  <a:pt x="990600" y="1123950"/>
                </a:moveTo>
                <a:lnTo>
                  <a:pt x="1047750" y="1123950"/>
                </a:lnTo>
                <a:lnTo>
                  <a:pt x="1047750" y="1133475"/>
                </a:lnTo>
                <a:lnTo>
                  <a:pt x="1038225" y="1133475"/>
                </a:lnTo>
                <a:lnTo>
                  <a:pt x="1038225" y="1143000"/>
                </a:lnTo>
                <a:lnTo>
                  <a:pt x="1028700" y="1143000"/>
                </a:lnTo>
                <a:lnTo>
                  <a:pt x="1028700" y="1152525"/>
                </a:lnTo>
                <a:lnTo>
                  <a:pt x="1009650" y="1152525"/>
                </a:lnTo>
                <a:lnTo>
                  <a:pt x="1009650" y="1133475"/>
                </a:lnTo>
                <a:lnTo>
                  <a:pt x="990600" y="1133475"/>
                </a:lnTo>
                <a:close/>
                <a:moveTo>
                  <a:pt x="1076325" y="1123950"/>
                </a:moveTo>
                <a:lnTo>
                  <a:pt x="1085850" y="1123950"/>
                </a:lnTo>
                <a:lnTo>
                  <a:pt x="1085850" y="1133475"/>
                </a:lnTo>
                <a:lnTo>
                  <a:pt x="1076325" y="1133475"/>
                </a:lnTo>
                <a:close/>
                <a:moveTo>
                  <a:pt x="1133475" y="1123950"/>
                </a:moveTo>
                <a:lnTo>
                  <a:pt x="1143000" y="1123950"/>
                </a:lnTo>
                <a:lnTo>
                  <a:pt x="1143000" y="1133475"/>
                </a:lnTo>
                <a:lnTo>
                  <a:pt x="1133475" y="1133475"/>
                </a:lnTo>
                <a:close/>
                <a:moveTo>
                  <a:pt x="1181100" y="1123950"/>
                </a:moveTo>
                <a:lnTo>
                  <a:pt x="1190625" y="1123950"/>
                </a:lnTo>
                <a:lnTo>
                  <a:pt x="1190625" y="1133475"/>
                </a:lnTo>
                <a:lnTo>
                  <a:pt x="1181100" y="1133475"/>
                </a:lnTo>
                <a:close/>
                <a:moveTo>
                  <a:pt x="1209675" y="1123950"/>
                </a:moveTo>
                <a:lnTo>
                  <a:pt x="1219200" y="1123950"/>
                </a:lnTo>
                <a:lnTo>
                  <a:pt x="1219200" y="1133475"/>
                </a:lnTo>
                <a:lnTo>
                  <a:pt x="1209675" y="1133475"/>
                </a:lnTo>
                <a:close/>
                <a:moveTo>
                  <a:pt x="1228725" y="1123950"/>
                </a:moveTo>
                <a:lnTo>
                  <a:pt x="1285875" y="1123950"/>
                </a:lnTo>
                <a:lnTo>
                  <a:pt x="1285875" y="1133475"/>
                </a:lnTo>
                <a:lnTo>
                  <a:pt x="1295400" y="1133475"/>
                </a:lnTo>
                <a:lnTo>
                  <a:pt x="1295400" y="1143000"/>
                </a:lnTo>
                <a:lnTo>
                  <a:pt x="1285875" y="1143000"/>
                </a:lnTo>
                <a:lnTo>
                  <a:pt x="1285875" y="1152525"/>
                </a:lnTo>
                <a:lnTo>
                  <a:pt x="1266825" y="1152525"/>
                </a:lnTo>
                <a:lnTo>
                  <a:pt x="1266825" y="1143000"/>
                </a:lnTo>
                <a:lnTo>
                  <a:pt x="1257300" y="1143000"/>
                </a:lnTo>
                <a:lnTo>
                  <a:pt x="1257300" y="1133475"/>
                </a:lnTo>
                <a:lnTo>
                  <a:pt x="1228725" y="1133475"/>
                </a:lnTo>
                <a:close/>
                <a:moveTo>
                  <a:pt x="1457325" y="1123950"/>
                </a:moveTo>
                <a:lnTo>
                  <a:pt x="1466850" y="1123950"/>
                </a:lnTo>
                <a:lnTo>
                  <a:pt x="1466850" y="1133475"/>
                </a:lnTo>
                <a:lnTo>
                  <a:pt x="1457325" y="1133475"/>
                </a:lnTo>
                <a:close/>
                <a:moveTo>
                  <a:pt x="1476375" y="1123950"/>
                </a:moveTo>
                <a:lnTo>
                  <a:pt x="1485900" y="1123950"/>
                </a:lnTo>
                <a:lnTo>
                  <a:pt x="1485900" y="1133475"/>
                </a:lnTo>
                <a:lnTo>
                  <a:pt x="1476375" y="1133475"/>
                </a:lnTo>
                <a:close/>
                <a:moveTo>
                  <a:pt x="1628775" y="1123950"/>
                </a:moveTo>
                <a:lnTo>
                  <a:pt x="1647825" y="1123950"/>
                </a:lnTo>
                <a:lnTo>
                  <a:pt x="1647825" y="1133475"/>
                </a:lnTo>
                <a:lnTo>
                  <a:pt x="1657350" y="1133475"/>
                </a:lnTo>
                <a:lnTo>
                  <a:pt x="1657350" y="1123950"/>
                </a:lnTo>
                <a:lnTo>
                  <a:pt x="1685925" y="1123950"/>
                </a:lnTo>
                <a:lnTo>
                  <a:pt x="1685925" y="1133475"/>
                </a:lnTo>
                <a:lnTo>
                  <a:pt x="1676400" y="1133475"/>
                </a:lnTo>
                <a:lnTo>
                  <a:pt x="1676400" y="1143000"/>
                </a:lnTo>
                <a:lnTo>
                  <a:pt x="1685925" y="1143000"/>
                </a:lnTo>
                <a:lnTo>
                  <a:pt x="1685925" y="1171575"/>
                </a:lnTo>
                <a:lnTo>
                  <a:pt x="1676400" y="1171575"/>
                </a:lnTo>
                <a:lnTo>
                  <a:pt x="1676400" y="1162050"/>
                </a:lnTo>
                <a:lnTo>
                  <a:pt x="1666875" y="1162050"/>
                </a:lnTo>
                <a:lnTo>
                  <a:pt x="1666875" y="1143000"/>
                </a:lnTo>
                <a:lnTo>
                  <a:pt x="1628775" y="1143000"/>
                </a:lnTo>
                <a:close/>
                <a:moveTo>
                  <a:pt x="1085850" y="1133475"/>
                </a:moveTo>
                <a:lnTo>
                  <a:pt x="1095375" y="1133475"/>
                </a:lnTo>
                <a:lnTo>
                  <a:pt x="1095375" y="1143000"/>
                </a:lnTo>
                <a:lnTo>
                  <a:pt x="1085850" y="1143000"/>
                </a:lnTo>
                <a:close/>
                <a:moveTo>
                  <a:pt x="1371600" y="1133475"/>
                </a:moveTo>
                <a:lnTo>
                  <a:pt x="1390650" y="1133475"/>
                </a:lnTo>
                <a:lnTo>
                  <a:pt x="1390650" y="1143000"/>
                </a:lnTo>
                <a:lnTo>
                  <a:pt x="1371600" y="1143000"/>
                </a:lnTo>
                <a:close/>
                <a:moveTo>
                  <a:pt x="1400175" y="1133475"/>
                </a:moveTo>
                <a:lnTo>
                  <a:pt x="1409700" y="1133475"/>
                </a:lnTo>
                <a:lnTo>
                  <a:pt x="1409700" y="1143000"/>
                </a:lnTo>
                <a:lnTo>
                  <a:pt x="1400175" y="1143000"/>
                </a:lnTo>
                <a:close/>
                <a:moveTo>
                  <a:pt x="952500" y="1143000"/>
                </a:moveTo>
                <a:lnTo>
                  <a:pt x="990600" y="1143000"/>
                </a:lnTo>
                <a:lnTo>
                  <a:pt x="990600" y="1152525"/>
                </a:lnTo>
                <a:lnTo>
                  <a:pt x="952500" y="1152525"/>
                </a:lnTo>
                <a:close/>
                <a:moveTo>
                  <a:pt x="1066800" y="1143000"/>
                </a:moveTo>
                <a:lnTo>
                  <a:pt x="1085850" y="1143000"/>
                </a:lnTo>
                <a:lnTo>
                  <a:pt x="1085850" y="1162050"/>
                </a:lnTo>
                <a:lnTo>
                  <a:pt x="1076325" y="1162050"/>
                </a:lnTo>
                <a:lnTo>
                  <a:pt x="1076325" y="1152525"/>
                </a:lnTo>
                <a:lnTo>
                  <a:pt x="1066800" y="1152525"/>
                </a:lnTo>
                <a:close/>
                <a:moveTo>
                  <a:pt x="1133475" y="1143000"/>
                </a:moveTo>
                <a:lnTo>
                  <a:pt x="1152525" y="1143000"/>
                </a:lnTo>
                <a:lnTo>
                  <a:pt x="1152525" y="1162050"/>
                </a:lnTo>
                <a:lnTo>
                  <a:pt x="1143000" y="1162050"/>
                </a:lnTo>
                <a:lnTo>
                  <a:pt x="1143000" y="1152525"/>
                </a:lnTo>
                <a:lnTo>
                  <a:pt x="1133475" y="1152525"/>
                </a:lnTo>
                <a:close/>
                <a:moveTo>
                  <a:pt x="1190625" y="1143000"/>
                </a:moveTo>
                <a:lnTo>
                  <a:pt x="1209675" y="1143000"/>
                </a:lnTo>
                <a:lnTo>
                  <a:pt x="1209675" y="1152525"/>
                </a:lnTo>
                <a:lnTo>
                  <a:pt x="1200150" y="1152525"/>
                </a:lnTo>
                <a:lnTo>
                  <a:pt x="1200150" y="1171575"/>
                </a:lnTo>
                <a:lnTo>
                  <a:pt x="1181100" y="1171575"/>
                </a:lnTo>
                <a:lnTo>
                  <a:pt x="1181100" y="1162050"/>
                </a:lnTo>
                <a:lnTo>
                  <a:pt x="1190625" y="1162050"/>
                </a:lnTo>
                <a:close/>
                <a:moveTo>
                  <a:pt x="1485900" y="1143000"/>
                </a:moveTo>
                <a:lnTo>
                  <a:pt x="1495425" y="1143000"/>
                </a:lnTo>
                <a:lnTo>
                  <a:pt x="1495425" y="1152525"/>
                </a:lnTo>
                <a:lnTo>
                  <a:pt x="1485900" y="1152525"/>
                </a:lnTo>
                <a:close/>
                <a:moveTo>
                  <a:pt x="1428750" y="1152525"/>
                </a:moveTo>
                <a:lnTo>
                  <a:pt x="1438275" y="1152525"/>
                </a:lnTo>
                <a:lnTo>
                  <a:pt x="1438275" y="1171575"/>
                </a:lnTo>
                <a:lnTo>
                  <a:pt x="1428750" y="1171575"/>
                </a:lnTo>
                <a:close/>
                <a:moveTo>
                  <a:pt x="1524000" y="1152525"/>
                </a:moveTo>
                <a:lnTo>
                  <a:pt x="1543050" y="1152525"/>
                </a:lnTo>
                <a:lnTo>
                  <a:pt x="1543050" y="1171575"/>
                </a:lnTo>
                <a:lnTo>
                  <a:pt x="1533525" y="1171575"/>
                </a:lnTo>
                <a:lnTo>
                  <a:pt x="1533525" y="1162050"/>
                </a:lnTo>
                <a:lnTo>
                  <a:pt x="1524000" y="1162050"/>
                </a:lnTo>
                <a:close/>
                <a:moveTo>
                  <a:pt x="923925" y="1162050"/>
                </a:moveTo>
                <a:lnTo>
                  <a:pt x="942975" y="1162050"/>
                </a:lnTo>
                <a:lnTo>
                  <a:pt x="942975" y="1171575"/>
                </a:lnTo>
                <a:lnTo>
                  <a:pt x="923925" y="1171575"/>
                </a:lnTo>
                <a:close/>
                <a:moveTo>
                  <a:pt x="1152525" y="1162050"/>
                </a:moveTo>
                <a:lnTo>
                  <a:pt x="1162050" y="1162050"/>
                </a:lnTo>
                <a:lnTo>
                  <a:pt x="1162050" y="1171575"/>
                </a:lnTo>
                <a:lnTo>
                  <a:pt x="1152525" y="1171575"/>
                </a:lnTo>
                <a:close/>
                <a:moveTo>
                  <a:pt x="1685925" y="1171575"/>
                </a:moveTo>
                <a:lnTo>
                  <a:pt x="1695450" y="1171575"/>
                </a:lnTo>
                <a:lnTo>
                  <a:pt x="1695450" y="1219200"/>
                </a:lnTo>
                <a:lnTo>
                  <a:pt x="1685925" y="1219200"/>
                </a:lnTo>
                <a:close/>
                <a:moveTo>
                  <a:pt x="1695450" y="1714500"/>
                </a:moveTo>
                <a:lnTo>
                  <a:pt x="1704975" y="1714500"/>
                </a:lnTo>
                <a:lnTo>
                  <a:pt x="1704975" y="1724025"/>
                </a:lnTo>
                <a:lnTo>
                  <a:pt x="1714500" y="1724025"/>
                </a:lnTo>
                <a:lnTo>
                  <a:pt x="1714500" y="1714500"/>
                </a:lnTo>
                <a:lnTo>
                  <a:pt x="1724025" y="1714500"/>
                </a:lnTo>
                <a:lnTo>
                  <a:pt x="1724025" y="1733550"/>
                </a:lnTo>
                <a:lnTo>
                  <a:pt x="1695450" y="1733550"/>
                </a:lnTo>
                <a:close/>
                <a:moveTo>
                  <a:pt x="1676400" y="1733550"/>
                </a:moveTo>
                <a:lnTo>
                  <a:pt x="1685925" y="1733550"/>
                </a:lnTo>
                <a:lnTo>
                  <a:pt x="1685925" y="1743075"/>
                </a:lnTo>
                <a:lnTo>
                  <a:pt x="1676400" y="1743075"/>
                </a:lnTo>
                <a:close/>
                <a:moveTo>
                  <a:pt x="1638300" y="1781175"/>
                </a:moveTo>
                <a:lnTo>
                  <a:pt x="1666875" y="1781175"/>
                </a:lnTo>
                <a:lnTo>
                  <a:pt x="1666875" y="1790700"/>
                </a:lnTo>
                <a:lnTo>
                  <a:pt x="1685925" y="1790700"/>
                </a:lnTo>
                <a:lnTo>
                  <a:pt x="1685925" y="1781175"/>
                </a:lnTo>
                <a:lnTo>
                  <a:pt x="1695450" y="1781175"/>
                </a:lnTo>
                <a:lnTo>
                  <a:pt x="1695450" y="1790700"/>
                </a:lnTo>
                <a:lnTo>
                  <a:pt x="1685925" y="1790700"/>
                </a:lnTo>
                <a:lnTo>
                  <a:pt x="1685925" y="1809750"/>
                </a:lnTo>
                <a:lnTo>
                  <a:pt x="1676400" y="1809750"/>
                </a:lnTo>
                <a:lnTo>
                  <a:pt x="1676400" y="1800225"/>
                </a:lnTo>
                <a:lnTo>
                  <a:pt x="1657350" y="1800225"/>
                </a:lnTo>
                <a:lnTo>
                  <a:pt x="1657350" y="1809750"/>
                </a:lnTo>
                <a:lnTo>
                  <a:pt x="1647825" y="1809750"/>
                </a:lnTo>
                <a:lnTo>
                  <a:pt x="1647825" y="1819275"/>
                </a:lnTo>
                <a:lnTo>
                  <a:pt x="1657350" y="1819275"/>
                </a:lnTo>
                <a:lnTo>
                  <a:pt x="1657350" y="1828800"/>
                </a:lnTo>
                <a:lnTo>
                  <a:pt x="1666875" y="1828800"/>
                </a:lnTo>
                <a:lnTo>
                  <a:pt x="1666875" y="1838325"/>
                </a:lnTo>
                <a:lnTo>
                  <a:pt x="1676400" y="1838325"/>
                </a:lnTo>
                <a:lnTo>
                  <a:pt x="1676400" y="1828800"/>
                </a:lnTo>
                <a:lnTo>
                  <a:pt x="1695450" y="1828800"/>
                </a:lnTo>
                <a:lnTo>
                  <a:pt x="1695450" y="1847850"/>
                </a:lnTo>
                <a:lnTo>
                  <a:pt x="1704975" y="1847850"/>
                </a:lnTo>
                <a:lnTo>
                  <a:pt x="1704975" y="1876425"/>
                </a:lnTo>
                <a:lnTo>
                  <a:pt x="1695450" y="1876425"/>
                </a:lnTo>
                <a:lnTo>
                  <a:pt x="1695450" y="1885950"/>
                </a:lnTo>
                <a:lnTo>
                  <a:pt x="1609725" y="1885950"/>
                </a:lnTo>
                <a:lnTo>
                  <a:pt x="1609725" y="1876425"/>
                </a:lnTo>
                <a:lnTo>
                  <a:pt x="1590675" y="1876425"/>
                </a:lnTo>
                <a:lnTo>
                  <a:pt x="1590675" y="1885950"/>
                </a:lnTo>
                <a:lnTo>
                  <a:pt x="1333500" y="1885950"/>
                </a:lnTo>
                <a:lnTo>
                  <a:pt x="1333500" y="1876425"/>
                </a:lnTo>
                <a:lnTo>
                  <a:pt x="1314450" y="1876425"/>
                </a:lnTo>
                <a:lnTo>
                  <a:pt x="1314450" y="1885950"/>
                </a:lnTo>
                <a:lnTo>
                  <a:pt x="1257300" y="1885950"/>
                </a:lnTo>
                <a:lnTo>
                  <a:pt x="1257300" y="1876425"/>
                </a:lnTo>
                <a:lnTo>
                  <a:pt x="1209675" y="1876425"/>
                </a:lnTo>
                <a:lnTo>
                  <a:pt x="1209675" y="1885950"/>
                </a:lnTo>
                <a:lnTo>
                  <a:pt x="1200150" y="1885950"/>
                </a:lnTo>
                <a:lnTo>
                  <a:pt x="1200150" y="1876425"/>
                </a:lnTo>
                <a:lnTo>
                  <a:pt x="1190625" y="1876425"/>
                </a:lnTo>
                <a:lnTo>
                  <a:pt x="1190625" y="1866900"/>
                </a:lnTo>
                <a:lnTo>
                  <a:pt x="1181100" y="1866900"/>
                </a:lnTo>
                <a:lnTo>
                  <a:pt x="1181100" y="1876425"/>
                </a:lnTo>
                <a:lnTo>
                  <a:pt x="1171575" y="1876425"/>
                </a:lnTo>
                <a:lnTo>
                  <a:pt x="1171575" y="1885950"/>
                </a:lnTo>
                <a:lnTo>
                  <a:pt x="1123950" y="1885950"/>
                </a:lnTo>
                <a:lnTo>
                  <a:pt x="1123950" y="1876425"/>
                </a:lnTo>
                <a:lnTo>
                  <a:pt x="1095375" y="1876425"/>
                </a:lnTo>
                <a:lnTo>
                  <a:pt x="1095375" y="1885950"/>
                </a:lnTo>
                <a:lnTo>
                  <a:pt x="1085850" y="1885950"/>
                </a:lnTo>
                <a:lnTo>
                  <a:pt x="1085850" y="1876425"/>
                </a:lnTo>
                <a:lnTo>
                  <a:pt x="1076325" y="1876425"/>
                </a:lnTo>
                <a:lnTo>
                  <a:pt x="1076325" y="1866900"/>
                </a:lnTo>
                <a:lnTo>
                  <a:pt x="1057275" y="1866900"/>
                </a:lnTo>
                <a:lnTo>
                  <a:pt x="1057275" y="1885950"/>
                </a:lnTo>
                <a:lnTo>
                  <a:pt x="933450" y="1885950"/>
                </a:lnTo>
                <a:lnTo>
                  <a:pt x="933450" y="1876425"/>
                </a:lnTo>
                <a:lnTo>
                  <a:pt x="971550" y="1876425"/>
                </a:lnTo>
                <a:lnTo>
                  <a:pt x="971550" y="1866900"/>
                </a:lnTo>
                <a:lnTo>
                  <a:pt x="981075" y="1866900"/>
                </a:lnTo>
                <a:lnTo>
                  <a:pt x="981075" y="1838325"/>
                </a:lnTo>
                <a:lnTo>
                  <a:pt x="971550" y="1838325"/>
                </a:lnTo>
                <a:lnTo>
                  <a:pt x="971550" y="1828800"/>
                </a:lnTo>
                <a:lnTo>
                  <a:pt x="981075" y="1828800"/>
                </a:lnTo>
                <a:lnTo>
                  <a:pt x="981075" y="1819275"/>
                </a:lnTo>
                <a:lnTo>
                  <a:pt x="990600" y="1819275"/>
                </a:lnTo>
                <a:lnTo>
                  <a:pt x="990600" y="1809750"/>
                </a:lnTo>
                <a:lnTo>
                  <a:pt x="1009650" y="1809750"/>
                </a:lnTo>
                <a:lnTo>
                  <a:pt x="1009650" y="1790700"/>
                </a:lnTo>
                <a:lnTo>
                  <a:pt x="1028700" y="1790700"/>
                </a:lnTo>
                <a:lnTo>
                  <a:pt x="1028700" y="1800225"/>
                </a:lnTo>
                <a:lnTo>
                  <a:pt x="1066800" y="1800225"/>
                </a:lnTo>
                <a:lnTo>
                  <a:pt x="1066800" y="1809750"/>
                </a:lnTo>
                <a:lnTo>
                  <a:pt x="1152525" y="1809750"/>
                </a:lnTo>
                <a:lnTo>
                  <a:pt x="1152525" y="1819275"/>
                </a:lnTo>
                <a:lnTo>
                  <a:pt x="1171575" y="1819275"/>
                </a:lnTo>
                <a:lnTo>
                  <a:pt x="1171575" y="1809750"/>
                </a:lnTo>
                <a:lnTo>
                  <a:pt x="1200150" y="1809750"/>
                </a:lnTo>
                <a:lnTo>
                  <a:pt x="1200150" y="1819275"/>
                </a:lnTo>
                <a:lnTo>
                  <a:pt x="1228725" y="1819275"/>
                </a:lnTo>
                <a:lnTo>
                  <a:pt x="1228725" y="1809750"/>
                </a:lnTo>
                <a:lnTo>
                  <a:pt x="1238250" y="1809750"/>
                </a:lnTo>
                <a:lnTo>
                  <a:pt x="1238250" y="1800225"/>
                </a:lnTo>
                <a:lnTo>
                  <a:pt x="1562100" y="1800225"/>
                </a:lnTo>
                <a:lnTo>
                  <a:pt x="1562100" y="1809750"/>
                </a:lnTo>
                <a:lnTo>
                  <a:pt x="1571625" y="1809750"/>
                </a:lnTo>
                <a:lnTo>
                  <a:pt x="1571625" y="1819275"/>
                </a:lnTo>
                <a:lnTo>
                  <a:pt x="1581150" y="1819275"/>
                </a:lnTo>
                <a:lnTo>
                  <a:pt x="1581150" y="1809750"/>
                </a:lnTo>
                <a:lnTo>
                  <a:pt x="1590675" y="1809750"/>
                </a:lnTo>
                <a:lnTo>
                  <a:pt x="1590675" y="1800225"/>
                </a:lnTo>
                <a:lnTo>
                  <a:pt x="1619250" y="1800225"/>
                </a:lnTo>
                <a:lnTo>
                  <a:pt x="1619250" y="1790700"/>
                </a:lnTo>
                <a:lnTo>
                  <a:pt x="1638300" y="1790700"/>
                </a:lnTo>
                <a:close/>
                <a:moveTo>
                  <a:pt x="257175" y="1800225"/>
                </a:moveTo>
                <a:lnTo>
                  <a:pt x="266700" y="1800225"/>
                </a:lnTo>
                <a:lnTo>
                  <a:pt x="266700" y="1809750"/>
                </a:lnTo>
                <a:lnTo>
                  <a:pt x="257175" y="1809750"/>
                </a:lnTo>
                <a:close/>
                <a:moveTo>
                  <a:pt x="704850" y="1800225"/>
                </a:moveTo>
                <a:lnTo>
                  <a:pt x="733425" y="1800225"/>
                </a:lnTo>
                <a:lnTo>
                  <a:pt x="733425" y="1809750"/>
                </a:lnTo>
                <a:lnTo>
                  <a:pt x="771525" y="1809750"/>
                </a:lnTo>
                <a:lnTo>
                  <a:pt x="771525" y="1828800"/>
                </a:lnTo>
                <a:lnTo>
                  <a:pt x="781050" y="1828800"/>
                </a:lnTo>
                <a:lnTo>
                  <a:pt x="781050" y="1847850"/>
                </a:lnTo>
                <a:lnTo>
                  <a:pt x="790575" y="1847850"/>
                </a:lnTo>
                <a:lnTo>
                  <a:pt x="790575" y="1866900"/>
                </a:lnTo>
                <a:lnTo>
                  <a:pt x="809625" y="1866900"/>
                </a:lnTo>
                <a:lnTo>
                  <a:pt x="809625" y="1876425"/>
                </a:lnTo>
                <a:lnTo>
                  <a:pt x="847725" y="1876425"/>
                </a:lnTo>
                <a:lnTo>
                  <a:pt x="847725" y="1857375"/>
                </a:lnTo>
                <a:lnTo>
                  <a:pt x="838200" y="1857375"/>
                </a:lnTo>
                <a:lnTo>
                  <a:pt x="838200" y="1847850"/>
                </a:lnTo>
                <a:lnTo>
                  <a:pt x="819150" y="1847850"/>
                </a:lnTo>
                <a:lnTo>
                  <a:pt x="819150" y="1838325"/>
                </a:lnTo>
                <a:lnTo>
                  <a:pt x="828675" y="1838325"/>
                </a:lnTo>
                <a:lnTo>
                  <a:pt x="828675" y="1828800"/>
                </a:lnTo>
                <a:lnTo>
                  <a:pt x="819150" y="1828800"/>
                </a:lnTo>
                <a:lnTo>
                  <a:pt x="819150" y="1819275"/>
                </a:lnTo>
                <a:lnTo>
                  <a:pt x="809625" y="1819275"/>
                </a:lnTo>
                <a:lnTo>
                  <a:pt x="809625" y="1800225"/>
                </a:lnTo>
                <a:lnTo>
                  <a:pt x="838200" y="1800225"/>
                </a:lnTo>
                <a:lnTo>
                  <a:pt x="838200" y="1819275"/>
                </a:lnTo>
                <a:lnTo>
                  <a:pt x="847725" y="1819275"/>
                </a:lnTo>
                <a:lnTo>
                  <a:pt x="847725" y="1838325"/>
                </a:lnTo>
                <a:lnTo>
                  <a:pt x="895350" y="1838325"/>
                </a:lnTo>
                <a:lnTo>
                  <a:pt x="895350" y="1828800"/>
                </a:lnTo>
                <a:lnTo>
                  <a:pt x="933450" y="1828800"/>
                </a:lnTo>
                <a:lnTo>
                  <a:pt x="933450" y="1838325"/>
                </a:lnTo>
                <a:lnTo>
                  <a:pt x="942975" y="1838325"/>
                </a:lnTo>
                <a:lnTo>
                  <a:pt x="942975" y="1866900"/>
                </a:lnTo>
                <a:lnTo>
                  <a:pt x="933450" y="1866900"/>
                </a:lnTo>
                <a:lnTo>
                  <a:pt x="933450" y="1857375"/>
                </a:lnTo>
                <a:lnTo>
                  <a:pt x="923925" y="1857375"/>
                </a:lnTo>
                <a:lnTo>
                  <a:pt x="923925" y="1847850"/>
                </a:lnTo>
                <a:lnTo>
                  <a:pt x="904875" y="1847850"/>
                </a:lnTo>
                <a:lnTo>
                  <a:pt x="904875" y="1866900"/>
                </a:lnTo>
                <a:lnTo>
                  <a:pt x="914400" y="1866900"/>
                </a:lnTo>
                <a:lnTo>
                  <a:pt x="914400" y="1885950"/>
                </a:lnTo>
                <a:lnTo>
                  <a:pt x="895350" y="1885950"/>
                </a:lnTo>
                <a:lnTo>
                  <a:pt x="895350" y="1876425"/>
                </a:lnTo>
                <a:lnTo>
                  <a:pt x="857250" y="1876425"/>
                </a:lnTo>
                <a:lnTo>
                  <a:pt x="857250" y="1885950"/>
                </a:lnTo>
                <a:lnTo>
                  <a:pt x="723900" y="1885950"/>
                </a:lnTo>
                <a:lnTo>
                  <a:pt x="723900" y="1876425"/>
                </a:lnTo>
                <a:lnTo>
                  <a:pt x="714375" y="1876425"/>
                </a:lnTo>
                <a:lnTo>
                  <a:pt x="714375" y="1857375"/>
                </a:lnTo>
                <a:lnTo>
                  <a:pt x="704850" y="1857375"/>
                </a:lnTo>
                <a:lnTo>
                  <a:pt x="704850" y="1847850"/>
                </a:lnTo>
                <a:lnTo>
                  <a:pt x="685800" y="1847850"/>
                </a:lnTo>
                <a:lnTo>
                  <a:pt x="685800" y="1828800"/>
                </a:lnTo>
                <a:lnTo>
                  <a:pt x="714375" y="1828800"/>
                </a:lnTo>
                <a:lnTo>
                  <a:pt x="714375" y="1819275"/>
                </a:lnTo>
                <a:lnTo>
                  <a:pt x="723900" y="1819275"/>
                </a:lnTo>
                <a:lnTo>
                  <a:pt x="723900" y="1809750"/>
                </a:lnTo>
                <a:lnTo>
                  <a:pt x="704850" y="1809750"/>
                </a:lnTo>
                <a:close/>
                <a:moveTo>
                  <a:pt x="876300" y="1800225"/>
                </a:moveTo>
                <a:lnTo>
                  <a:pt x="885825" y="1800225"/>
                </a:lnTo>
                <a:lnTo>
                  <a:pt x="885825" y="1809750"/>
                </a:lnTo>
                <a:lnTo>
                  <a:pt x="876300" y="1809750"/>
                </a:lnTo>
                <a:close/>
                <a:moveTo>
                  <a:pt x="238125" y="1809750"/>
                </a:moveTo>
                <a:lnTo>
                  <a:pt x="247650" y="1809750"/>
                </a:lnTo>
                <a:lnTo>
                  <a:pt x="247650" y="1819275"/>
                </a:lnTo>
                <a:lnTo>
                  <a:pt x="238125" y="1819275"/>
                </a:lnTo>
                <a:close/>
                <a:moveTo>
                  <a:pt x="466725" y="1809750"/>
                </a:moveTo>
                <a:lnTo>
                  <a:pt x="476250" y="1809750"/>
                </a:lnTo>
                <a:lnTo>
                  <a:pt x="476250" y="1819275"/>
                </a:lnTo>
                <a:lnTo>
                  <a:pt x="485775" y="1819275"/>
                </a:lnTo>
                <a:lnTo>
                  <a:pt x="485775" y="1838325"/>
                </a:lnTo>
                <a:lnTo>
                  <a:pt x="476250" y="1838325"/>
                </a:lnTo>
                <a:lnTo>
                  <a:pt x="476250" y="1847850"/>
                </a:lnTo>
                <a:lnTo>
                  <a:pt x="457200" y="1847850"/>
                </a:lnTo>
                <a:lnTo>
                  <a:pt x="457200" y="1838325"/>
                </a:lnTo>
                <a:lnTo>
                  <a:pt x="466725" y="1838325"/>
                </a:lnTo>
                <a:close/>
                <a:moveTo>
                  <a:pt x="857250" y="1819275"/>
                </a:moveTo>
                <a:lnTo>
                  <a:pt x="866775" y="1819275"/>
                </a:lnTo>
                <a:lnTo>
                  <a:pt x="866775" y="1828800"/>
                </a:lnTo>
                <a:lnTo>
                  <a:pt x="857250" y="1828800"/>
                </a:lnTo>
                <a:close/>
                <a:moveTo>
                  <a:pt x="200025" y="1828800"/>
                </a:moveTo>
                <a:lnTo>
                  <a:pt x="209550" y="1828800"/>
                </a:lnTo>
                <a:lnTo>
                  <a:pt x="209550" y="1838325"/>
                </a:lnTo>
                <a:lnTo>
                  <a:pt x="200025" y="1838325"/>
                </a:lnTo>
                <a:close/>
                <a:moveTo>
                  <a:pt x="590550" y="1828800"/>
                </a:moveTo>
                <a:lnTo>
                  <a:pt x="600075" y="1828800"/>
                </a:lnTo>
                <a:lnTo>
                  <a:pt x="600075" y="1838325"/>
                </a:lnTo>
                <a:lnTo>
                  <a:pt x="590550" y="1838325"/>
                </a:lnTo>
                <a:close/>
                <a:moveTo>
                  <a:pt x="619125" y="1828800"/>
                </a:moveTo>
                <a:lnTo>
                  <a:pt x="657225" y="1828800"/>
                </a:lnTo>
                <a:lnTo>
                  <a:pt x="657225" y="1876425"/>
                </a:lnTo>
                <a:lnTo>
                  <a:pt x="647700" y="1876425"/>
                </a:lnTo>
                <a:lnTo>
                  <a:pt x="647700" y="1866900"/>
                </a:lnTo>
                <a:lnTo>
                  <a:pt x="638175" y="1866900"/>
                </a:lnTo>
                <a:lnTo>
                  <a:pt x="638175" y="1857375"/>
                </a:lnTo>
                <a:lnTo>
                  <a:pt x="628650" y="1857375"/>
                </a:lnTo>
                <a:lnTo>
                  <a:pt x="628650" y="1847850"/>
                </a:lnTo>
                <a:lnTo>
                  <a:pt x="619125" y="1847850"/>
                </a:lnTo>
                <a:close/>
                <a:moveTo>
                  <a:pt x="1047750" y="1857375"/>
                </a:moveTo>
                <a:lnTo>
                  <a:pt x="1057275" y="1857375"/>
                </a:lnTo>
                <a:lnTo>
                  <a:pt x="1057275" y="1847850"/>
                </a:lnTo>
                <a:lnTo>
                  <a:pt x="1047750" y="1847850"/>
                </a:lnTo>
                <a:close/>
                <a:moveTo>
                  <a:pt x="1638300" y="1857375"/>
                </a:moveTo>
                <a:lnTo>
                  <a:pt x="1657350" y="1857375"/>
                </a:lnTo>
                <a:lnTo>
                  <a:pt x="1657350" y="1838325"/>
                </a:lnTo>
                <a:lnTo>
                  <a:pt x="1647825" y="1838325"/>
                </a:lnTo>
                <a:lnTo>
                  <a:pt x="1647825" y="1847850"/>
                </a:lnTo>
                <a:lnTo>
                  <a:pt x="1638300" y="1847850"/>
                </a:lnTo>
                <a:close/>
                <a:moveTo>
                  <a:pt x="695325" y="1905000"/>
                </a:moveTo>
                <a:lnTo>
                  <a:pt x="723900" y="1905000"/>
                </a:lnTo>
                <a:lnTo>
                  <a:pt x="723900" y="1914525"/>
                </a:lnTo>
                <a:lnTo>
                  <a:pt x="742950" y="1914525"/>
                </a:lnTo>
                <a:lnTo>
                  <a:pt x="742950" y="1924050"/>
                </a:lnTo>
                <a:lnTo>
                  <a:pt x="752475" y="1924050"/>
                </a:lnTo>
                <a:lnTo>
                  <a:pt x="752475" y="1914525"/>
                </a:lnTo>
                <a:lnTo>
                  <a:pt x="771525" y="1914525"/>
                </a:lnTo>
                <a:lnTo>
                  <a:pt x="771525" y="1905000"/>
                </a:lnTo>
                <a:lnTo>
                  <a:pt x="781050" y="1905000"/>
                </a:lnTo>
                <a:lnTo>
                  <a:pt x="781050" y="1943100"/>
                </a:lnTo>
                <a:lnTo>
                  <a:pt x="800100" y="1943100"/>
                </a:lnTo>
                <a:lnTo>
                  <a:pt x="800100" y="1914525"/>
                </a:lnTo>
                <a:lnTo>
                  <a:pt x="866775" y="1914525"/>
                </a:lnTo>
                <a:lnTo>
                  <a:pt x="866775" y="1905000"/>
                </a:lnTo>
                <a:lnTo>
                  <a:pt x="952500" y="1905000"/>
                </a:lnTo>
                <a:lnTo>
                  <a:pt x="952500" y="1914525"/>
                </a:lnTo>
                <a:lnTo>
                  <a:pt x="971550" y="1914525"/>
                </a:lnTo>
                <a:lnTo>
                  <a:pt x="971550" y="1905000"/>
                </a:lnTo>
                <a:lnTo>
                  <a:pt x="990600" y="1905000"/>
                </a:lnTo>
                <a:lnTo>
                  <a:pt x="990600" y="1914525"/>
                </a:lnTo>
                <a:lnTo>
                  <a:pt x="1009650" y="1914525"/>
                </a:lnTo>
                <a:lnTo>
                  <a:pt x="1009650" y="1905000"/>
                </a:lnTo>
                <a:lnTo>
                  <a:pt x="1047750" y="1905000"/>
                </a:lnTo>
                <a:lnTo>
                  <a:pt x="1047750" y="1914525"/>
                </a:lnTo>
                <a:lnTo>
                  <a:pt x="1104900" y="1914525"/>
                </a:lnTo>
                <a:lnTo>
                  <a:pt x="1104900" y="1943100"/>
                </a:lnTo>
                <a:lnTo>
                  <a:pt x="1123950" y="1943100"/>
                </a:lnTo>
                <a:lnTo>
                  <a:pt x="1123950" y="1924050"/>
                </a:lnTo>
                <a:lnTo>
                  <a:pt x="1114425" y="1924050"/>
                </a:lnTo>
                <a:lnTo>
                  <a:pt x="1114425" y="1905000"/>
                </a:lnTo>
                <a:lnTo>
                  <a:pt x="1162050" y="1905000"/>
                </a:lnTo>
                <a:lnTo>
                  <a:pt x="1162050" y="1914525"/>
                </a:lnTo>
                <a:lnTo>
                  <a:pt x="1171575" y="1914525"/>
                </a:lnTo>
                <a:lnTo>
                  <a:pt x="1171575" y="1924050"/>
                </a:lnTo>
                <a:lnTo>
                  <a:pt x="1190625" y="1924050"/>
                </a:lnTo>
                <a:lnTo>
                  <a:pt x="1190625" y="1914525"/>
                </a:lnTo>
                <a:lnTo>
                  <a:pt x="1219200" y="1914525"/>
                </a:lnTo>
                <a:lnTo>
                  <a:pt x="1219200" y="1924050"/>
                </a:lnTo>
                <a:lnTo>
                  <a:pt x="1228725" y="1924050"/>
                </a:lnTo>
                <a:lnTo>
                  <a:pt x="1228725" y="1933575"/>
                </a:lnTo>
                <a:lnTo>
                  <a:pt x="1238250" y="1933575"/>
                </a:lnTo>
                <a:lnTo>
                  <a:pt x="1238250" y="1924050"/>
                </a:lnTo>
                <a:lnTo>
                  <a:pt x="1247775" y="1924050"/>
                </a:lnTo>
                <a:lnTo>
                  <a:pt x="1247775" y="1952625"/>
                </a:lnTo>
                <a:lnTo>
                  <a:pt x="1257300" y="1952625"/>
                </a:lnTo>
                <a:lnTo>
                  <a:pt x="1257300" y="1962150"/>
                </a:lnTo>
                <a:lnTo>
                  <a:pt x="1238250" y="1962150"/>
                </a:lnTo>
                <a:lnTo>
                  <a:pt x="1238250" y="1981200"/>
                </a:lnTo>
                <a:lnTo>
                  <a:pt x="1257300" y="1981200"/>
                </a:lnTo>
                <a:lnTo>
                  <a:pt x="1257300" y="1962150"/>
                </a:lnTo>
                <a:lnTo>
                  <a:pt x="1285875" y="1962150"/>
                </a:lnTo>
                <a:lnTo>
                  <a:pt x="1285875" y="1933575"/>
                </a:lnTo>
                <a:lnTo>
                  <a:pt x="1276350" y="1933575"/>
                </a:lnTo>
                <a:lnTo>
                  <a:pt x="1276350" y="1924050"/>
                </a:lnTo>
                <a:lnTo>
                  <a:pt x="1266825" y="1924050"/>
                </a:lnTo>
                <a:lnTo>
                  <a:pt x="1266825" y="1905000"/>
                </a:lnTo>
                <a:lnTo>
                  <a:pt x="1409700" y="1905000"/>
                </a:lnTo>
                <a:lnTo>
                  <a:pt x="1409700" y="1914525"/>
                </a:lnTo>
                <a:lnTo>
                  <a:pt x="1390650" y="1914525"/>
                </a:lnTo>
                <a:lnTo>
                  <a:pt x="1390650" y="1943100"/>
                </a:lnTo>
                <a:lnTo>
                  <a:pt x="1409700" y="1943100"/>
                </a:lnTo>
                <a:lnTo>
                  <a:pt x="1409700" y="1933575"/>
                </a:lnTo>
                <a:lnTo>
                  <a:pt x="1428750" y="1933575"/>
                </a:lnTo>
                <a:lnTo>
                  <a:pt x="1428750" y="1924050"/>
                </a:lnTo>
                <a:lnTo>
                  <a:pt x="1438275" y="1924050"/>
                </a:lnTo>
                <a:lnTo>
                  <a:pt x="1438275" y="1905000"/>
                </a:lnTo>
                <a:lnTo>
                  <a:pt x="1514475" y="1905000"/>
                </a:lnTo>
                <a:lnTo>
                  <a:pt x="1514475" y="1914525"/>
                </a:lnTo>
                <a:lnTo>
                  <a:pt x="1533525" y="1914525"/>
                </a:lnTo>
                <a:lnTo>
                  <a:pt x="1533525" y="1905000"/>
                </a:lnTo>
                <a:lnTo>
                  <a:pt x="1562100" y="1905000"/>
                </a:lnTo>
                <a:lnTo>
                  <a:pt x="1562100" y="1914525"/>
                </a:lnTo>
                <a:lnTo>
                  <a:pt x="1600200" y="1914525"/>
                </a:lnTo>
                <a:lnTo>
                  <a:pt x="1600200" y="1905000"/>
                </a:lnTo>
                <a:lnTo>
                  <a:pt x="1638300" y="1905000"/>
                </a:lnTo>
                <a:lnTo>
                  <a:pt x="1638300" y="1924050"/>
                </a:lnTo>
                <a:lnTo>
                  <a:pt x="1676400" y="1924050"/>
                </a:lnTo>
                <a:lnTo>
                  <a:pt x="1676400" y="1914525"/>
                </a:lnTo>
                <a:lnTo>
                  <a:pt x="1666875" y="1914525"/>
                </a:lnTo>
                <a:lnTo>
                  <a:pt x="1666875" y="1905000"/>
                </a:lnTo>
                <a:lnTo>
                  <a:pt x="1695450" y="1905000"/>
                </a:lnTo>
                <a:lnTo>
                  <a:pt x="1695450" y="1914525"/>
                </a:lnTo>
                <a:lnTo>
                  <a:pt x="1704975" y="1914525"/>
                </a:lnTo>
                <a:lnTo>
                  <a:pt x="1704975" y="1924050"/>
                </a:lnTo>
                <a:lnTo>
                  <a:pt x="1695450" y="1924050"/>
                </a:lnTo>
                <a:lnTo>
                  <a:pt x="1695450" y="1933575"/>
                </a:lnTo>
                <a:lnTo>
                  <a:pt x="1685925" y="1933575"/>
                </a:lnTo>
                <a:lnTo>
                  <a:pt x="1685925" y="1952625"/>
                </a:lnTo>
                <a:lnTo>
                  <a:pt x="1676400" y="1952625"/>
                </a:lnTo>
                <a:lnTo>
                  <a:pt x="1676400" y="1962150"/>
                </a:lnTo>
                <a:lnTo>
                  <a:pt x="1666875" y="1962150"/>
                </a:lnTo>
                <a:lnTo>
                  <a:pt x="1666875" y="1971675"/>
                </a:lnTo>
                <a:lnTo>
                  <a:pt x="1676400" y="1971675"/>
                </a:lnTo>
                <a:lnTo>
                  <a:pt x="1676400" y="1981200"/>
                </a:lnTo>
                <a:lnTo>
                  <a:pt x="1685925" y="1981200"/>
                </a:lnTo>
                <a:lnTo>
                  <a:pt x="1685925" y="1990725"/>
                </a:lnTo>
                <a:lnTo>
                  <a:pt x="1695450" y="1990725"/>
                </a:lnTo>
                <a:lnTo>
                  <a:pt x="1695450" y="2000250"/>
                </a:lnTo>
                <a:lnTo>
                  <a:pt x="1704975" y="2000250"/>
                </a:lnTo>
                <a:lnTo>
                  <a:pt x="1704975" y="2009775"/>
                </a:lnTo>
                <a:lnTo>
                  <a:pt x="1676400" y="2009775"/>
                </a:lnTo>
                <a:lnTo>
                  <a:pt x="1676400" y="2019300"/>
                </a:lnTo>
                <a:lnTo>
                  <a:pt x="1638300" y="2019300"/>
                </a:lnTo>
                <a:lnTo>
                  <a:pt x="1638300" y="2009775"/>
                </a:lnTo>
                <a:lnTo>
                  <a:pt x="1600200" y="2009775"/>
                </a:lnTo>
                <a:lnTo>
                  <a:pt x="1600200" y="2000250"/>
                </a:lnTo>
                <a:lnTo>
                  <a:pt x="1638300" y="2000250"/>
                </a:lnTo>
                <a:lnTo>
                  <a:pt x="1638300" y="1990725"/>
                </a:lnTo>
                <a:lnTo>
                  <a:pt x="1628775" y="1990725"/>
                </a:lnTo>
                <a:lnTo>
                  <a:pt x="1628775" y="1971675"/>
                </a:lnTo>
                <a:lnTo>
                  <a:pt x="1619250" y="1971675"/>
                </a:lnTo>
                <a:lnTo>
                  <a:pt x="1619250" y="1990725"/>
                </a:lnTo>
                <a:lnTo>
                  <a:pt x="1571625" y="1990725"/>
                </a:lnTo>
                <a:lnTo>
                  <a:pt x="1571625" y="2019300"/>
                </a:lnTo>
                <a:lnTo>
                  <a:pt x="1524000" y="2019300"/>
                </a:lnTo>
                <a:lnTo>
                  <a:pt x="1524000" y="2009775"/>
                </a:lnTo>
                <a:lnTo>
                  <a:pt x="1495425" y="2009775"/>
                </a:lnTo>
                <a:lnTo>
                  <a:pt x="1495425" y="1990725"/>
                </a:lnTo>
                <a:lnTo>
                  <a:pt x="1485900" y="1990725"/>
                </a:lnTo>
                <a:lnTo>
                  <a:pt x="1485900" y="1981200"/>
                </a:lnTo>
                <a:lnTo>
                  <a:pt x="1495425" y="1981200"/>
                </a:lnTo>
                <a:lnTo>
                  <a:pt x="1495425" y="1971675"/>
                </a:lnTo>
                <a:lnTo>
                  <a:pt x="1485900" y="1971675"/>
                </a:lnTo>
                <a:lnTo>
                  <a:pt x="1485900" y="1962150"/>
                </a:lnTo>
                <a:lnTo>
                  <a:pt x="1476375" y="1962150"/>
                </a:lnTo>
                <a:lnTo>
                  <a:pt x="1476375" y="1971675"/>
                </a:lnTo>
                <a:lnTo>
                  <a:pt x="1466850" y="1971675"/>
                </a:lnTo>
                <a:lnTo>
                  <a:pt x="1466850" y="1990725"/>
                </a:lnTo>
                <a:lnTo>
                  <a:pt x="1485900" y="1990725"/>
                </a:lnTo>
                <a:lnTo>
                  <a:pt x="1485900" y="2009775"/>
                </a:lnTo>
                <a:lnTo>
                  <a:pt x="1457325" y="2009775"/>
                </a:lnTo>
                <a:lnTo>
                  <a:pt x="1457325" y="2019300"/>
                </a:lnTo>
                <a:lnTo>
                  <a:pt x="1419225" y="2019300"/>
                </a:lnTo>
                <a:lnTo>
                  <a:pt x="1419225" y="2009775"/>
                </a:lnTo>
                <a:lnTo>
                  <a:pt x="1438275" y="2009775"/>
                </a:lnTo>
                <a:lnTo>
                  <a:pt x="1438275" y="2000250"/>
                </a:lnTo>
                <a:lnTo>
                  <a:pt x="1419225" y="2000250"/>
                </a:lnTo>
                <a:lnTo>
                  <a:pt x="1419225" y="1990725"/>
                </a:lnTo>
                <a:lnTo>
                  <a:pt x="1390650" y="1990725"/>
                </a:lnTo>
                <a:lnTo>
                  <a:pt x="1390650" y="2009775"/>
                </a:lnTo>
                <a:lnTo>
                  <a:pt x="1409700" y="2009775"/>
                </a:lnTo>
                <a:lnTo>
                  <a:pt x="1409700" y="2019300"/>
                </a:lnTo>
                <a:lnTo>
                  <a:pt x="1381125" y="2019300"/>
                </a:lnTo>
                <a:lnTo>
                  <a:pt x="1381125" y="2009775"/>
                </a:lnTo>
                <a:lnTo>
                  <a:pt x="1371600" y="2009775"/>
                </a:lnTo>
                <a:lnTo>
                  <a:pt x="1371600" y="2000250"/>
                </a:lnTo>
                <a:lnTo>
                  <a:pt x="1333500" y="2000250"/>
                </a:lnTo>
                <a:lnTo>
                  <a:pt x="1333500" y="2009775"/>
                </a:lnTo>
                <a:lnTo>
                  <a:pt x="1304925" y="2009775"/>
                </a:lnTo>
                <a:lnTo>
                  <a:pt x="1304925" y="2000250"/>
                </a:lnTo>
                <a:lnTo>
                  <a:pt x="1295400" y="2000250"/>
                </a:lnTo>
                <a:lnTo>
                  <a:pt x="1295400" y="2009775"/>
                </a:lnTo>
                <a:lnTo>
                  <a:pt x="1276350" y="2009775"/>
                </a:lnTo>
                <a:lnTo>
                  <a:pt x="1276350" y="2028825"/>
                </a:lnTo>
                <a:lnTo>
                  <a:pt x="1333500" y="2028825"/>
                </a:lnTo>
                <a:lnTo>
                  <a:pt x="1333500" y="2038350"/>
                </a:lnTo>
                <a:lnTo>
                  <a:pt x="1362075" y="2038350"/>
                </a:lnTo>
                <a:lnTo>
                  <a:pt x="1362075" y="2047875"/>
                </a:lnTo>
                <a:lnTo>
                  <a:pt x="1371600" y="2047875"/>
                </a:lnTo>
                <a:lnTo>
                  <a:pt x="1371600" y="2057400"/>
                </a:lnTo>
                <a:lnTo>
                  <a:pt x="1343025" y="2057400"/>
                </a:lnTo>
                <a:lnTo>
                  <a:pt x="1343025" y="2047875"/>
                </a:lnTo>
                <a:lnTo>
                  <a:pt x="1333500" y="2047875"/>
                </a:lnTo>
                <a:lnTo>
                  <a:pt x="1333500" y="2066925"/>
                </a:lnTo>
                <a:lnTo>
                  <a:pt x="1304925" y="2066925"/>
                </a:lnTo>
                <a:lnTo>
                  <a:pt x="1304925" y="2076450"/>
                </a:lnTo>
                <a:lnTo>
                  <a:pt x="1295400" y="2076450"/>
                </a:lnTo>
                <a:lnTo>
                  <a:pt x="1295400" y="2066925"/>
                </a:lnTo>
                <a:lnTo>
                  <a:pt x="1276350" y="2066925"/>
                </a:lnTo>
                <a:lnTo>
                  <a:pt x="1276350" y="2057400"/>
                </a:lnTo>
                <a:lnTo>
                  <a:pt x="1266825" y="2057400"/>
                </a:lnTo>
                <a:lnTo>
                  <a:pt x="1266825" y="2076450"/>
                </a:lnTo>
                <a:lnTo>
                  <a:pt x="1247775" y="2076450"/>
                </a:lnTo>
                <a:lnTo>
                  <a:pt x="1247775" y="2066925"/>
                </a:lnTo>
                <a:lnTo>
                  <a:pt x="1238250" y="2066925"/>
                </a:lnTo>
                <a:lnTo>
                  <a:pt x="1238250" y="2057400"/>
                </a:lnTo>
                <a:lnTo>
                  <a:pt x="1219200" y="2057400"/>
                </a:lnTo>
                <a:lnTo>
                  <a:pt x="1219200" y="2047875"/>
                </a:lnTo>
                <a:lnTo>
                  <a:pt x="1238250" y="2047875"/>
                </a:lnTo>
                <a:lnTo>
                  <a:pt x="1238250" y="2038350"/>
                </a:lnTo>
                <a:lnTo>
                  <a:pt x="1247775" y="2038350"/>
                </a:lnTo>
                <a:lnTo>
                  <a:pt x="1247775" y="2019300"/>
                </a:lnTo>
                <a:lnTo>
                  <a:pt x="1257300" y="2019300"/>
                </a:lnTo>
                <a:lnTo>
                  <a:pt x="1257300" y="2009775"/>
                </a:lnTo>
                <a:lnTo>
                  <a:pt x="1219200" y="2009775"/>
                </a:lnTo>
                <a:lnTo>
                  <a:pt x="1219200" y="2019300"/>
                </a:lnTo>
                <a:lnTo>
                  <a:pt x="1190625" y="2019300"/>
                </a:lnTo>
                <a:lnTo>
                  <a:pt x="1190625" y="2028825"/>
                </a:lnTo>
                <a:lnTo>
                  <a:pt x="1181100" y="2028825"/>
                </a:lnTo>
                <a:lnTo>
                  <a:pt x="1181100" y="2047875"/>
                </a:lnTo>
                <a:lnTo>
                  <a:pt x="1200150" y="2047875"/>
                </a:lnTo>
                <a:lnTo>
                  <a:pt x="1200150" y="2057400"/>
                </a:lnTo>
                <a:lnTo>
                  <a:pt x="1209675" y="2057400"/>
                </a:lnTo>
                <a:lnTo>
                  <a:pt x="1209675" y="2076450"/>
                </a:lnTo>
                <a:lnTo>
                  <a:pt x="1228725" y="2076450"/>
                </a:lnTo>
                <a:lnTo>
                  <a:pt x="1228725" y="2095500"/>
                </a:lnTo>
                <a:lnTo>
                  <a:pt x="1219200" y="2095500"/>
                </a:lnTo>
                <a:lnTo>
                  <a:pt x="1219200" y="2124075"/>
                </a:lnTo>
                <a:lnTo>
                  <a:pt x="1238250" y="2124075"/>
                </a:lnTo>
                <a:lnTo>
                  <a:pt x="1238250" y="2114550"/>
                </a:lnTo>
                <a:lnTo>
                  <a:pt x="1257300" y="2114550"/>
                </a:lnTo>
                <a:lnTo>
                  <a:pt x="1257300" y="2124075"/>
                </a:lnTo>
                <a:lnTo>
                  <a:pt x="1247775" y="2124075"/>
                </a:lnTo>
                <a:lnTo>
                  <a:pt x="1247775" y="2133600"/>
                </a:lnTo>
                <a:lnTo>
                  <a:pt x="1238250" y="2133600"/>
                </a:lnTo>
                <a:lnTo>
                  <a:pt x="1238250" y="2143125"/>
                </a:lnTo>
                <a:lnTo>
                  <a:pt x="1219200" y="2143125"/>
                </a:lnTo>
                <a:lnTo>
                  <a:pt x="1219200" y="2133600"/>
                </a:lnTo>
                <a:lnTo>
                  <a:pt x="1209675" y="2133600"/>
                </a:lnTo>
                <a:lnTo>
                  <a:pt x="1209675" y="2143125"/>
                </a:lnTo>
                <a:lnTo>
                  <a:pt x="1200150" y="2143125"/>
                </a:lnTo>
                <a:lnTo>
                  <a:pt x="1200150" y="2133600"/>
                </a:lnTo>
                <a:lnTo>
                  <a:pt x="1190625" y="2133600"/>
                </a:lnTo>
                <a:lnTo>
                  <a:pt x="1190625" y="2114550"/>
                </a:lnTo>
                <a:lnTo>
                  <a:pt x="1171575" y="2114550"/>
                </a:lnTo>
                <a:lnTo>
                  <a:pt x="1171575" y="2124075"/>
                </a:lnTo>
                <a:lnTo>
                  <a:pt x="1181100" y="2124075"/>
                </a:lnTo>
                <a:lnTo>
                  <a:pt x="1181100" y="2133600"/>
                </a:lnTo>
                <a:lnTo>
                  <a:pt x="1152525" y="2133600"/>
                </a:lnTo>
                <a:lnTo>
                  <a:pt x="1152525" y="2124075"/>
                </a:lnTo>
                <a:lnTo>
                  <a:pt x="1143000" y="2124075"/>
                </a:lnTo>
                <a:lnTo>
                  <a:pt x="1143000" y="2105025"/>
                </a:lnTo>
                <a:lnTo>
                  <a:pt x="1133475" y="2105025"/>
                </a:lnTo>
                <a:lnTo>
                  <a:pt x="1133475" y="2124075"/>
                </a:lnTo>
                <a:lnTo>
                  <a:pt x="1123950" y="2124075"/>
                </a:lnTo>
                <a:lnTo>
                  <a:pt x="1123950" y="2143125"/>
                </a:lnTo>
                <a:lnTo>
                  <a:pt x="1095375" y="2143125"/>
                </a:lnTo>
                <a:lnTo>
                  <a:pt x="1095375" y="2133600"/>
                </a:lnTo>
                <a:lnTo>
                  <a:pt x="1085850" y="2133600"/>
                </a:lnTo>
                <a:lnTo>
                  <a:pt x="1085850" y="2124075"/>
                </a:lnTo>
                <a:lnTo>
                  <a:pt x="1095375" y="2124075"/>
                </a:lnTo>
                <a:lnTo>
                  <a:pt x="1095375" y="2114550"/>
                </a:lnTo>
                <a:lnTo>
                  <a:pt x="1114425" y="2114550"/>
                </a:lnTo>
                <a:lnTo>
                  <a:pt x="1114425" y="2095500"/>
                </a:lnTo>
                <a:lnTo>
                  <a:pt x="1095375" y="2095500"/>
                </a:lnTo>
                <a:lnTo>
                  <a:pt x="1095375" y="2085975"/>
                </a:lnTo>
                <a:lnTo>
                  <a:pt x="1085850" y="2085975"/>
                </a:lnTo>
                <a:lnTo>
                  <a:pt x="1085850" y="2105025"/>
                </a:lnTo>
                <a:lnTo>
                  <a:pt x="1066800" y="2105025"/>
                </a:lnTo>
                <a:lnTo>
                  <a:pt x="1066800" y="2143125"/>
                </a:lnTo>
                <a:lnTo>
                  <a:pt x="1038225" y="2143125"/>
                </a:lnTo>
                <a:lnTo>
                  <a:pt x="1038225" y="2133600"/>
                </a:lnTo>
                <a:lnTo>
                  <a:pt x="1028700" y="2133600"/>
                </a:lnTo>
                <a:lnTo>
                  <a:pt x="1028700" y="2124075"/>
                </a:lnTo>
                <a:lnTo>
                  <a:pt x="1009650" y="2124075"/>
                </a:lnTo>
                <a:lnTo>
                  <a:pt x="1009650" y="2085975"/>
                </a:lnTo>
                <a:lnTo>
                  <a:pt x="1028700" y="2085975"/>
                </a:lnTo>
                <a:lnTo>
                  <a:pt x="1028700" y="2076450"/>
                </a:lnTo>
                <a:lnTo>
                  <a:pt x="1000125" y="2076450"/>
                </a:lnTo>
                <a:lnTo>
                  <a:pt x="1000125" y="2066925"/>
                </a:lnTo>
                <a:lnTo>
                  <a:pt x="981075" y="2066925"/>
                </a:lnTo>
                <a:lnTo>
                  <a:pt x="981075" y="2057400"/>
                </a:lnTo>
                <a:lnTo>
                  <a:pt x="990600" y="2057400"/>
                </a:lnTo>
                <a:lnTo>
                  <a:pt x="990600" y="2047875"/>
                </a:lnTo>
                <a:lnTo>
                  <a:pt x="1000125" y="2047875"/>
                </a:lnTo>
                <a:lnTo>
                  <a:pt x="1000125" y="2038350"/>
                </a:lnTo>
                <a:lnTo>
                  <a:pt x="981075" y="2038350"/>
                </a:lnTo>
                <a:lnTo>
                  <a:pt x="981075" y="2019300"/>
                </a:lnTo>
                <a:lnTo>
                  <a:pt x="990600" y="2019300"/>
                </a:lnTo>
                <a:lnTo>
                  <a:pt x="990600" y="2009775"/>
                </a:lnTo>
                <a:lnTo>
                  <a:pt x="1038225" y="2009775"/>
                </a:lnTo>
                <a:lnTo>
                  <a:pt x="1038225" y="1962150"/>
                </a:lnTo>
                <a:lnTo>
                  <a:pt x="990600" y="1962150"/>
                </a:lnTo>
                <a:lnTo>
                  <a:pt x="990600" y="1981200"/>
                </a:lnTo>
                <a:lnTo>
                  <a:pt x="981075" y="1981200"/>
                </a:lnTo>
                <a:lnTo>
                  <a:pt x="981075" y="1990725"/>
                </a:lnTo>
                <a:lnTo>
                  <a:pt x="971550" y="1990725"/>
                </a:lnTo>
                <a:lnTo>
                  <a:pt x="971550" y="1981200"/>
                </a:lnTo>
                <a:lnTo>
                  <a:pt x="962025" y="1981200"/>
                </a:lnTo>
                <a:lnTo>
                  <a:pt x="962025" y="1990725"/>
                </a:lnTo>
                <a:lnTo>
                  <a:pt x="942975" y="1990725"/>
                </a:lnTo>
                <a:lnTo>
                  <a:pt x="942975" y="2000250"/>
                </a:lnTo>
                <a:lnTo>
                  <a:pt x="933450" y="2000250"/>
                </a:lnTo>
                <a:lnTo>
                  <a:pt x="933450" y="2009775"/>
                </a:lnTo>
                <a:lnTo>
                  <a:pt x="895350" y="2009775"/>
                </a:lnTo>
                <a:lnTo>
                  <a:pt x="895350" y="2000250"/>
                </a:lnTo>
                <a:lnTo>
                  <a:pt x="885825" y="2000250"/>
                </a:lnTo>
                <a:lnTo>
                  <a:pt x="885825" y="1990725"/>
                </a:lnTo>
                <a:lnTo>
                  <a:pt x="866775" y="1990725"/>
                </a:lnTo>
                <a:lnTo>
                  <a:pt x="866775" y="2009775"/>
                </a:lnTo>
                <a:lnTo>
                  <a:pt x="838200" y="2009775"/>
                </a:lnTo>
                <a:lnTo>
                  <a:pt x="838200" y="2000250"/>
                </a:lnTo>
                <a:lnTo>
                  <a:pt x="847725" y="2000250"/>
                </a:lnTo>
                <a:lnTo>
                  <a:pt x="847725" y="1990725"/>
                </a:lnTo>
                <a:lnTo>
                  <a:pt x="857250" y="1990725"/>
                </a:lnTo>
                <a:lnTo>
                  <a:pt x="857250" y="1971675"/>
                </a:lnTo>
                <a:lnTo>
                  <a:pt x="828675" y="1971675"/>
                </a:lnTo>
                <a:lnTo>
                  <a:pt x="828675" y="1981200"/>
                </a:lnTo>
                <a:lnTo>
                  <a:pt x="819150" y="1981200"/>
                </a:lnTo>
                <a:lnTo>
                  <a:pt x="819150" y="1990725"/>
                </a:lnTo>
                <a:lnTo>
                  <a:pt x="828675" y="1990725"/>
                </a:lnTo>
                <a:lnTo>
                  <a:pt x="828675" y="2000250"/>
                </a:lnTo>
                <a:lnTo>
                  <a:pt x="819150" y="2000250"/>
                </a:lnTo>
                <a:lnTo>
                  <a:pt x="819150" y="2009775"/>
                </a:lnTo>
                <a:lnTo>
                  <a:pt x="828675" y="2009775"/>
                </a:lnTo>
                <a:lnTo>
                  <a:pt x="828675" y="2019300"/>
                </a:lnTo>
                <a:lnTo>
                  <a:pt x="800100" y="2019300"/>
                </a:lnTo>
                <a:lnTo>
                  <a:pt x="800100" y="2009775"/>
                </a:lnTo>
                <a:lnTo>
                  <a:pt x="809625" y="2009775"/>
                </a:lnTo>
                <a:lnTo>
                  <a:pt x="809625" y="2000250"/>
                </a:lnTo>
                <a:lnTo>
                  <a:pt x="800100" y="2000250"/>
                </a:lnTo>
                <a:lnTo>
                  <a:pt x="800100" y="1981200"/>
                </a:lnTo>
                <a:lnTo>
                  <a:pt x="790575" y="1981200"/>
                </a:lnTo>
                <a:lnTo>
                  <a:pt x="790575" y="1971675"/>
                </a:lnTo>
                <a:lnTo>
                  <a:pt x="733425" y="1971675"/>
                </a:lnTo>
                <a:lnTo>
                  <a:pt x="733425" y="1962150"/>
                </a:lnTo>
                <a:lnTo>
                  <a:pt x="714375" y="1962150"/>
                </a:lnTo>
                <a:lnTo>
                  <a:pt x="714375" y="1952625"/>
                </a:lnTo>
                <a:lnTo>
                  <a:pt x="704850" y="1952625"/>
                </a:lnTo>
                <a:lnTo>
                  <a:pt x="704850" y="1943100"/>
                </a:lnTo>
                <a:lnTo>
                  <a:pt x="695325" y="1943100"/>
                </a:lnTo>
                <a:lnTo>
                  <a:pt x="695325" y="1924050"/>
                </a:lnTo>
                <a:lnTo>
                  <a:pt x="685800" y="1924050"/>
                </a:lnTo>
                <a:lnTo>
                  <a:pt x="685800" y="1914525"/>
                </a:lnTo>
                <a:lnTo>
                  <a:pt x="695325" y="1914525"/>
                </a:lnTo>
                <a:close/>
                <a:moveTo>
                  <a:pt x="1304925" y="1943100"/>
                </a:moveTo>
                <a:lnTo>
                  <a:pt x="1314450" y="1943100"/>
                </a:lnTo>
                <a:lnTo>
                  <a:pt x="1314450" y="1952625"/>
                </a:lnTo>
                <a:lnTo>
                  <a:pt x="1333500" y="1952625"/>
                </a:lnTo>
                <a:lnTo>
                  <a:pt x="1333500" y="1933575"/>
                </a:lnTo>
                <a:lnTo>
                  <a:pt x="1323975" y="1933575"/>
                </a:lnTo>
                <a:lnTo>
                  <a:pt x="1323975" y="1924050"/>
                </a:lnTo>
                <a:lnTo>
                  <a:pt x="1314450" y="1924050"/>
                </a:lnTo>
                <a:lnTo>
                  <a:pt x="1314450" y="1933575"/>
                </a:lnTo>
                <a:lnTo>
                  <a:pt x="1304925" y="1933575"/>
                </a:lnTo>
                <a:close/>
                <a:moveTo>
                  <a:pt x="542925" y="1952625"/>
                </a:moveTo>
                <a:lnTo>
                  <a:pt x="552450" y="1952625"/>
                </a:lnTo>
                <a:lnTo>
                  <a:pt x="552450" y="1962150"/>
                </a:lnTo>
                <a:lnTo>
                  <a:pt x="542925" y="1962150"/>
                </a:lnTo>
                <a:close/>
                <a:moveTo>
                  <a:pt x="723900" y="1952625"/>
                </a:moveTo>
                <a:lnTo>
                  <a:pt x="733425" y="1952625"/>
                </a:lnTo>
                <a:lnTo>
                  <a:pt x="733425" y="1962150"/>
                </a:lnTo>
                <a:lnTo>
                  <a:pt x="742950" y="1962150"/>
                </a:lnTo>
                <a:lnTo>
                  <a:pt x="742950" y="1952625"/>
                </a:lnTo>
                <a:lnTo>
                  <a:pt x="771525" y="1952625"/>
                </a:lnTo>
                <a:lnTo>
                  <a:pt x="771525" y="1933575"/>
                </a:lnTo>
                <a:lnTo>
                  <a:pt x="752475" y="1933575"/>
                </a:lnTo>
                <a:lnTo>
                  <a:pt x="752475" y="1943100"/>
                </a:lnTo>
                <a:lnTo>
                  <a:pt x="742950" y="1943100"/>
                </a:lnTo>
                <a:lnTo>
                  <a:pt x="742950" y="1933575"/>
                </a:lnTo>
                <a:lnTo>
                  <a:pt x="733425" y="1933575"/>
                </a:lnTo>
                <a:lnTo>
                  <a:pt x="733425" y="1943100"/>
                </a:lnTo>
                <a:lnTo>
                  <a:pt x="723900" y="1943100"/>
                </a:lnTo>
                <a:close/>
                <a:moveTo>
                  <a:pt x="857250" y="1952625"/>
                </a:moveTo>
                <a:lnTo>
                  <a:pt x="866775" y="1952625"/>
                </a:lnTo>
                <a:lnTo>
                  <a:pt x="866775" y="1924050"/>
                </a:lnTo>
                <a:lnTo>
                  <a:pt x="857250" y="1924050"/>
                </a:lnTo>
                <a:lnTo>
                  <a:pt x="857250" y="1943100"/>
                </a:lnTo>
                <a:lnTo>
                  <a:pt x="847725" y="1943100"/>
                </a:lnTo>
                <a:lnTo>
                  <a:pt x="847725" y="1952625"/>
                </a:lnTo>
                <a:lnTo>
                  <a:pt x="838200" y="1952625"/>
                </a:lnTo>
                <a:lnTo>
                  <a:pt x="838200" y="1962150"/>
                </a:lnTo>
                <a:lnTo>
                  <a:pt x="857250" y="1962150"/>
                </a:lnTo>
                <a:close/>
                <a:moveTo>
                  <a:pt x="933450" y="1952625"/>
                </a:moveTo>
                <a:lnTo>
                  <a:pt x="942975" y="1952625"/>
                </a:lnTo>
                <a:lnTo>
                  <a:pt x="942975" y="1933575"/>
                </a:lnTo>
                <a:lnTo>
                  <a:pt x="933450" y="1933575"/>
                </a:lnTo>
                <a:close/>
                <a:moveTo>
                  <a:pt x="1076325" y="1952625"/>
                </a:moveTo>
                <a:lnTo>
                  <a:pt x="1085850" y="1952625"/>
                </a:lnTo>
                <a:lnTo>
                  <a:pt x="1085850" y="1943100"/>
                </a:lnTo>
                <a:lnTo>
                  <a:pt x="1057275" y="1943100"/>
                </a:lnTo>
                <a:lnTo>
                  <a:pt x="1057275" y="1962150"/>
                </a:lnTo>
                <a:lnTo>
                  <a:pt x="1047750" y="1962150"/>
                </a:lnTo>
                <a:lnTo>
                  <a:pt x="1047750" y="2000250"/>
                </a:lnTo>
                <a:lnTo>
                  <a:pt x="1076325" y="2000250"/>
                </a:lnTo>
                <a:lnTo>
                  <a:pt x="1076325" y="1971675"/>
                </a:lnTo>
                <a:lnTo>
                  <a:pt x="1085850" y="1971675"/>
                </a:lnTo>
                <a:lnTo>
                  <a:pt x="1085850" y="1962150"/>
                </a:lnTo>
                <a:lnTo>
                  <a:pt x="1076325" y="1962150"/>
                </a:lnTo>
                <a:close/>
                <a:moveTo>
                  <a:pt x="1552575" y="1952625"/>
                </a:moveTo>
                <a:lnTo>
                  <a:pt x="1600200" y="1952625"/>
                </a:lnTo>
                <a:lnTo>
                  <a:pt x="1600200" y="1962150"/>
                </a:lnTo>
                <a:lnTo>
                  <a:pt x="1619250" y="1962150"/>
                </a:lnTo>
                <a:lnTo>
                  <a:pt x="1619250" y="1943100"/>
                </a:lnTo>
                <a:lnTo>
                  <a:pt x="1581150" y="1943100"/>
                </a:lnTo>
                <a:lnTo>
                  <a:pt x="1581150" y="1924050"/>
                </a:lnTo>
                <a:lnTo>
                  <a:pt x="1571625" y="1924050"/>
                </a:lnTo>
                <a:lnTo>
                  <a:pt x="1571625" y="1933575"/>
                </a:lnTo>
                <a:lnTo>
                  <a:pt x="1552575" y="1933575"/>
                </a:lnTo>
                <a:close/>
                <a:moveTo>
                  <a:pt x="552450" y="1962150"/>
                </a:moveTo>
                <a:lnTo>
                  <a:pt x="561975" y="1962150"/>
                </a:lnTo>
                <a:lnTo>
                  <a:pt x="561975" y="1971675"/>
                </a:lnTo>
                <a:lnTo>
                  <a:pt x="552450" y="1971675"/>
                </a:lnTo>
                <a:close/>
                <a:moveTo>
                  <a:pt x="781050" y="1962150"/>
                </a:moveTo>
                <a:lnTo>
                  <a:pt x="790575" y="1962150"/>
                </a:lnTo>
                <a:lnTo>
                  <a:pt x="790575" y="1971675"/>
                </a:lnTo>
                <a:lnTo>
                  <a:pt x="800100" y="1971675"/>
                </a:lnTo>
                <a:lnTo>
                  <a:pt x="800100" y="1952625"/>
                </a:lnTo>
                <a:lnTo>
                  <a:pt x="781050" y="1952625"/>
                </a:lnTo>
                <a:close/>
                <a:moveTo>
                  <a:pt x="1200150" y="1962150"/>
                </a:moveTo>
                <a:lnTo>
                  <a:pt x="1219200" y="1962150"/>
                </a:lnTo>
                <a:lnTo>
                  <a:pt x="1219200" y="1943100"/>
                </a:lnTo>
                <a:lnTo>
                  <a:pt x="1209675" y="1943100"/>
                </a:lnTo>
                <a:lnTo>
                  <a:pt x="1209675" y="1952625"/>
                </a:lnTo>
                <a:lnTo>
                  <a:pt x="1200150" y="1952625"/>
                </a:lnTo>
                <a:close/>
                <a:moveTo>
                  <a:pt x="1352550" y="1962150"/>
                </a:moveTo>
                <a:lnTo>
                  <a:pt x="1362075" y="1962150"/>
                </a:lnTo>
                <a:lnTo>
                  <a:pt x="1362075" y="1971675"/>
                </a:lnTo>
                <a:lnTo>
                  <a:pt x="1371600" y="1971675"/>
                </a:lnTo>
                <a:lnTo>
                  <a:pt x="1371600" y="1952625"/>
                </a:lnTo>
                <a:lnTo>
                  <a:pt x="1352550" y="1952625"/>
                </a:lnTo>
                <a:close/>
                <a:moveTo>
                  <a:pt x="504825" y="1971675"/>
                </a:moveTo>
                <a:lnTo>
                  <a:pt x="514350" y="1971675"/>
                </a:lnTo>
                <a:lnTo>
                  <a:pt x="514350" y="1981200"/>
                </a:lnTo>
                <a:lnTo>
                  <a:pt x="542925" y="1981200"/>
                </a:lnTo>
                <a:lnTo>
                  <a:pt x="542925" y="2000250"/>
                </a:lnTo>
                <a:lnTo>
                  <a:pt x="514350" y="2000250"/>
                </a:lnTo>
                <a:lnTo>
                  <a:pt x="514350" y="2019300"/>
                </a:lnTo>
                <a:lnTo>
                  <a:pt x="504825" y="2019300"/>
                </a:lnTo>
                <a:lnTo>
                  <a:pt x="504825" y="2028825"/>
                </a:lnTo>
                <a:lnTo>
                  <a:pt x="438150" y="2028825"/>
                </a:lnTo>
                <a:lnTo>
                  <a:pt x="438150" y="2019300"/>
                </a:lnTo>
                <a:lnTo>
                  <a:pt x="476250" y="2019300"/>
                </a:lnTo>
                <a:lnTo>
                  <a:pt x="476250" y="2000250"/>
                </a:lnTo>
                <a:lnTo>
                  <a:pt x="485775" y="2000250"/>
                </a:lnTo>
                <a:lnTo>
                  <a:pt x="485775" y="1990725"/>
                </a:lnTo>
                <a:lnTo>
                  <a:pt x="495300" y="1990725"/>
                </a:lnTo>
                <a:lnTo>
                  <a:pt x="495300" y="1981200"/>
                </a:lnTo>
                <a:lnTo>
                  <a:pt x="504825" y="1981200"/>
                </a:lnTo>
                <a:close/>
                <a:moveTo>
                  <a:pt x="1409700" y="1981200"/>
                </a:moveTo>
                <a:lnTo>
                  <a:pt x="1419225" y="1981200"/>
                </a:lnTo>
                <a:lnTo>
                  <a:pt x="1419225" y="1962150"/>
                </a:lnTo>
                <a:lnTo>
                  <a:pt x="1409700" y="1962150"/>
                </a:lnTo>
                <a:close/>
                <a:moveTo>
                  <a:pt x="1543050" y="1981200"/>
                </a:moveTo>
                <a:lnTo>
                  <a:pt x="1552575" y="1981200"/>
                </a:lnTo>
                <a:lnTo>
                  <a:pt x="1552575" y="1971675"/>
                </a:lnTo>
                <a:lnTo>
                  <a:pt x="1543050" y="1971675"/>
                </a:lnTo>
                <a:close/>
                <a:moveTo>
                  <a:pt x="762000" y="1990725"/>
                </a:moveTo>
                <a:lnTo>
                  <a:pt x="771525" y="1990725"/>
                </a:lnTo>
                <a:lnTo>
                  <a:pt x="771525" y="2000250"/>
                </a:lnTo>
                <a:lnTo>
                  <a:pt x="762000" y="2000250"/>
                </a:lnTo>
                <a:close/>
                <a:moveTo>
                  <a:pt x="1323975" y="1990725"/>
                </a:moveTo>
                <a:lnTo>
                  <a:pt x="1333500" y="1990725"/>
                </a:lnTo>
                <a:lnTo>
                  <a:pt x="1333500" y="1971675"/>
                </a:lnTo>
                <a:lnTo>
                  <a:pt x="1323975" y="1971675"/>
                </a:lnTo>
                <a:close/>
                <a:moveTo>
                  <a:pt x="323850" y="2009775"/>
                </a:moveTo>
                <a:lnTo>
                  <a:pt x="342900" y="2009775"/>
                </a:lnTo>
                <a:lnTo>
                  <a:pt x="342900" y="2019300"/>
                </a:lnTo>
                <a:lnTo>
                  <a:pt x="323850" y="2019300"/>
                </a:lnTo>
                <a:close/>
                <a:moveTo>
                  <a:pt x="876300" y="2009775"/>
                </a:moveTo>
                <a:lnTo>
                  <a:pt x="895350" y="2009775"/>
                </a:lnTo>
                <a:lnTo>
                  <a:pt x="895350" y="2019300"/>
                </a:lnTo>
                <a:lnTo>
                  <a:pt x="876300" y="2019300"/>
                </a:lnTo>
                <a:close/>
                <a:moveTo>
                  <a:pt x="1085850" y="2009775"/>
                </a:moveTo>
                <a:lnTo>
                  <a:pt x="1057275" y="2009775"/>
                </a:lnTo>
                <a:lnTo>
                  <a:pt x="1057275" y="2019300"/>
                </a:lnTo>
                <a:lnTo>
                  <a:pt x="1085850" y="2019300"/>
                </a:lnTo>
                <a:close/>
                <a:moveTo>
                  <a:pt x="1085850" y="2009775"/>
                </a:moveTo>
                <a:lnTo>
                  <a:pt x="1104900" y="2009775"/>
                </a:lnTo>
                <a:lnTo>
                  <a:pt x="1104900" y="2019300"/>
                </a:lnTo>
                <a:lnTo>
                  <a:pt x="1085850" y="2019300"/>
                </a:lnTo>
                <a:lnTo>
                  <a:pt x="1085850" y="2038350"/>
                </a:lnTo>
                <a:lnTo>
                  <a:pt x="1104900" y="2038350"/>
                </a:lnTo>
                <a:lnTo>
                  <a:pt x="1104900" y="2047875"/>
                </a:lnTo>
                <a:lnTo>
                  <a:pt x="1152525" y="2047875"/>
                </a:lnTo>
                <a:lnTo>
                  <a:pt x="1152525" y="2057400"/>
                </a:lnTo>
                <a:lnTo>
                  <a:pt x="1162050" y="2057400"/>
                </a:lnTo>
                <a:lnTo>
                  <a:pt x="1162050" y="2038350"/>
                </a:lnTo>
                <a:lnTo>
                  <a:pt x="1171575" y="2038350"/>
                </a:lnTo>
                <a:lnTo>
                  <a:pt x="1171575" y="2019300"/>
                </a:lnTo>
                <a:lnTo>
                  <a:pt x="1162050" y="2019300"/>
                </a:lnTo>
                <a:lnTo>
                  <a:pt x="1162050" y="2009775"/>
                </a:lnTo>
                <a:lnTo>
                  <a:pt x="1190625" y="2009775"/>
                </a:lnTo>
                <a:lnTo>
                  <a:pt x="1190625" y="2000250"/>
                </a:lnTo>
                <a:lnTo>
                  <a:pt x="1181100" y="2000250"/>
                </a:lnTo>
                <a:lnTo>
                  <a:pt x="1181100" y="1990725"/>
                </a:lnTo>
                <a:lnTo>
                  <a:pt x="1114425" y="1990725"/>
                </a:lnTo>
                <a:lnTo>
                  <a:pt x="1114425" y="1981200"/>
                </a:lnTo>
                <a:lnTo>
                  <a:pt x="1095375" y="1981200"/>
                </a:lnTo>
                <a:lnTo>
                  <a:pt x="1095375" y="1990725"/>
                </a:lnTo>
                <a:lnTo>
                  <a:pt x="1085850" y="1990725"/>
                </a:lnTo>
                <a:close/>
                <a:moveTo>
                  <a:pt x="1552575" y="2009775"/>
                </a:moveTo>
                <a:lnTo>
                  <a:pt x="1562100" y="2009775"/>
                </a:lnTo>
                <a:lnTo>
                  <a:pt x="1562100" y="2000250"/>
                </a:lnTo>
                <a:lnTo>
                  <a:pt x="1552575" y="2000250"/>
                </a:lnTo>
                <a:close/>
                <a:moveTo>
                  <a:pt x="952500" y="2019300"/>
                </a:moveTo>
                <a:lnTo>
                  <a:pt x="971550" y="2019300"/>
                </a:lnTo>
                <a:lnTo>
                  <a:pt x="971550" y="2038350"/>
                </a:lnTo>
                <a:lnTo>
                  <a:pt x="952500" y="2038350"/>
                </a:lnTo>
                <a:close/>
                <a:moveTo>
                  <a:pt x="1104900" y="2019300"/>
                </a:moveTo>
                <a:lnTo>
                  <a:pt x="1114425" y="2019300"/>
                </a:lnTo>
                <a:lnTo>
                  <a:pt x="1114425" y="2028825"/>
                </a:lnTo>
                <a:lnTo>
                  <a:pt x="1104900" y="2028825"/>
                </a:lnTo>
                <a:close/>
                <a:moveTo>
                  <a:pt x="628650" y="2028825"/>
                </a:moveTo>
                <a:lnTo>
                  <a:pt x="638175" y="2028825"/>
                </a:lnTo>
                <a:lnTo>
                  <a:pt x="638175" y="2038350"/>
                </a:lnTo>
                <a:lnTo>
                  <a:pt x="628650" y="2038350"/>
                </a:lnTo>
                <a:close/>
                <a:moveTo>
                  <a:pt x="895350" y="2038350"/>
                </a:moveTo>
                <a:lnTo>
                  <a:pt x="904875" y="2038350"/>
                </a:lnTo>
                <a:lnTo>
                  <a:pt x="904875" y="2047875"/>
                </a:lnTo>
                <a:lnTo>
                  <a:pt x="895350" y="2047875"/>
                </a:lnTo>
                <a:close/>
                <a:moveTo>
                  <a:pt x="942975" y="2038350"/>
                </a:moveTo>
                <a:lnTo>
                  <a:pt x="952500" y="2038350"/>
                </a:lnTo>
                <a:lnTo>
                  <a:pt x="952500" y="2047875"/>
                </a:lnTo>
                <a:lnTo>
                  <a:pt x="942975" y="2047875"/>
                </a:lnTo>
                <a:close/>
                <a:moveTo>
                  <a:pt x="1419225" y="2038350"/>
                </a:moveTo>
                <a:lnTo>
                  <a:pt x="1428750" y="2038350"/>
                </a:lnTo>
                <a:lnTo>
                  <a:pt x="1428750" y="2066925"/>
                </a:lnTo>
                <a:lnTo>
                  <a:pt x="1419225" y="2066925"/>
                </a:lnTo>
                <a:lnTo>
                  <a:pt x="1419225" y="2057400"/>
                </a:lnTo>
                <a:lnTo>
                  <a:pt x="1390650" y="2057400"/>
                </a:lnTo>
                <a:lnTo>
                  <a:pt x="1390650" y="2047875"/>
                </a:lnTo>
                <a:lnTo>
                  <a:pt x="1419225" y="2047875"/>
                </a:lnTo>
                <a:close/>
                <a:moveTo>
                  <a:pt x="1466850" y="2038350"/>
                </a:moveTo>
                <a:lnTo>
                  <a:pt x="1476375" y="2038350"/>
                </a:lnTo>
                <a:lnTo>
                  <a:pt x="1476375" y="2047875"/>
                </a:lnTo>
                <a:lnTo>
                  <a:pt x="1495425" y="2047875"/>
                </a:lnTo>
                <a:lnTo>
                  <a:pt x="1495425" y="2057400"/>
                </a:lnTo>
                <a:lnTo>
                  <a:pt x="1504950" y="2057400"/>
                </a:lnTo>
                <a:lnTo>
                  <a:pt x="1504950" y="2066925"/>
                </a:lnTo>
                <a:lnTo>
                  <a:pt x="1457325" y="2066925"/>
                </a:lnTo>
                <a:lnTo>
                  <a:pt x="1457325" y="2047875"/>
                </a:lnTo>
                <a:lnTo>
                  <a:pt x="1466850" y="2047875"/>
                </a:lnTo>
                <a:close/>
                <a:moveTo>
                  <a:pt x="1504950" y="2038350"/>
                </a:moveTo>
                <a:lnTo>
                  <a:pt x="1609725" y="2038350"/>
                </a:lnTo>
                <a:lnTo>
                  <a:pt x="1609725" y="2057400"/>
                </a:lnTo>
                <a:lnTo>
                  <a:pt x="1562100" y="2057400"/>
                </a:lnTo>
                <a:lnTo>
                  <a:pt x="1562100" y="2047875"/>
                </a:lnTo>
                <a:lnTo>
                  <a:pt x="1533525" y="2047875"/>
                </a:lnTo>
                <a:lnTo>
                  <a:pt x="1533525" y="2057400"/>
                </a:lnTo>
                <a:lnTo>
                  <a:pt x="1514475" y="2057400"/>
                </a:lnTo>
                <a:lnTo>
                  <a:pt x="1514475" y="2047875"/>
                </a:lnTo>
                <a:lnTo>
                  <a:pt x="1504950" y="2047875"/>
                </a:lnTo>
                <a:close/>
                <a:moveTo>
                  <a:pt x="628650" y="2047875"/>
                </a:moveTo>
                <a:lnTo>
                  <a:pt x="638175" y="2047875"/>
                </a:lnTo>
                <a:lnTo>
                  <a:pt x="638175" y="2057400"/>
                </a:lnTo>
                <a:lnTo>
                  <a:pt x="628650" y="2057400"/>
                </a:lnTo>
                <a:close/>
                <a:moveTo>
                  <a:pt x="876300" y="2047875"/>
                </a:moveTo>
                <a:lnTo>
                  <a:pt x="885825" y="2047875"/>
                </a:lnTo>
                <a:lnTo>
                  <a:pt x="885825" y="2057400"/>
                </a:lnTo>
                <a:lnTo>
                  <a:pt x="876300" y="2057400"/>
                </a:lnTo>
                <a:close/>
                <a:moveTo>
                  <a:pt x="1438275" y="2047875"/>
                </a:moveTo>
                <a:lnTo>
                  <a:pt x="1447800" y="2047875"/>
                </a:lnTo>
                <a:lnTo>
                  <a:pt x="1447800" y="2066925"/>
                </a:lnTo>
                <a:lnTo>
                  <a:pt x="1438275" y="2066925"/>
                </a:lnTo>
                <a:close/>
                <a:moveTo>
                  <a:pt x="1676400" y="2047875"/>
                </a:moveTo>
                <a:lnTo>
                  <a:pt x="1695450" y="2047875"/>
                </a:lnTo>
                <a:lnTo>
                  <a:pt x="1695450" y="2066925"/>
                </a:lnTo>
                <a:lnTo>
                  <a:pt x="1685925" y="2066925"/>
                </a:lnTo>
                <a:lnTo>
                  <a:pt x="1685925" y="2057400"/>
                </a:lnTo>
                <a:lnTo>
                  <a:pt x="1676400" y="2057400"/>
                </a:lnTo>
                <a:close/>
                <a:moveTo>
                  <a:pt x="962025" y="2057400"/>
                </a:moveTo>
                <a:lnTo>
                  <a:pt x="971550" y="2057400"/>
                </a:lnTo>
                <a:lnTo>
                  <a:pt x="971550" y="2066925"/>
                </a:lnTo>
                <a:lnTo>
                  <a:pt x="962025" y="2066925"/>
                </a:lnTo>
                <a:close/>
                <a:moveTo>
                  <a:pt x="1343025" y="2066925"/>
                </a:moveTo>
                <a:lnTo>
                  <a:pt x="1352550" y="2066925"/>
                </a:lnTo>
                <a:lnTo>
                  <a:pt x="1352550" y="2076450"/>
                </a:lnTo>
                <a:lnTo>
                  <a:pt x="1343025" y="2076450"/>
                </a:lnTo>
                <a:close/>
                <a:moveTo>
                  <a:pt x="1400175" y="2066925"/>
                </a:moveTo>
                <a:lnTo>
                  <a:pt x="1409700" y="2066925"/>
                </a:lnTo>
                <a:lnTo>
                  <a:pt x="1409700" y="2076450"/>
                </a:lnTo>
                <a:lnTo>
                  <a:pt x="1400175" y="2076450"/>
                </a:lnTo>
                <a:close/>
                <a:moveTo>
                  <a:pt x="1257300" y="2085975"/>
                </a:moveTo>
                <a:lnTo>
                  <a:pt x="1285875" y="2085975"/>
                </a:lnTo>
                <a:lnTo>
                  <a:pt x="1285875" y="2105025"/>
                </a:lnTo>
                <a:lnTo>
                  <a:pt x="1276350" y="2105025"/>
                </a:lnTo>
                <a:lnTo>
                  <a:pt x="1276350" y="2095500"/>
                </a:lnTo>
                <a:lnTo>
                  <a:pt x="1257300" y="2095500"/>
                </a:lnTo>
                <a:close/>
                <a:moveTo>
                  <a:pt x="1295400" y="2095500"/>
                </a:moveTo>
                <a:lnTo>
                  <a:pt x="1304925" y="2095500"/>
                </a:lnTo>
                <a:lnTo>
                  <a:pt x="1304925" y="2105025"/>
                </a:lnTo>
                <a:lnTo>
                  <a:pt x="1295400" y="2105025"/>
                </a:lnTo>
                <a:close/>
                <a:moveTo>
                  <a:pt x="533400" y="2105025"/>
                </a:moveTo>
                <a:lnTo>
                  <a:pt x="542925" y="2105025"/>
                </a:lnTo>
                <a:lnTo>
                  <a:pt x="542925" y="2114550"/>
                </a:lnTo>
                <a:lnTo>
                  <a:pt x="533400" y="2114550"/>
                </a:lnTo>
                <a:close/>
                <a:moveTo>
                  <a:pt x="1143000" y="2105025"/>
                </a:moveTo>
                <a:lnTo>
                  <a:pt x="1162050" y="2105025"/>
                </a:lnTo>
                <a:lnTo>
                  <a:pt x="1162050" y="2085975"/>
                </a:lnTo>
                <a:lnTo>
                  <a:pt x="1152525" y="2085975"/>
                </a:lnTo>
                <a:lnTo>
                  <a:pt x="1152525" y="2095500"/>
                </a:lnTo>
                <a:lnTo>
                  <a:pt x="1143000" y="2095500"/>
                </a:lnTo>
                <a:close/>
                <a:moveTo>
                  <a:pt x="1200150" y="2105025"/>
                </a:moveTo>
                <a:lnTo>
                  <a:pt x="1209675" y="2105025"/>
                </a:lnTo>
                <a:lnTo>
                  <a:pt x="1209675" y="2095500"/>
                </a:lnTo>
                <a:lnTo>
                  <a:pt x="1200150" y="2095500"/>
                </a:lnTo>
                <a:close/>
                <a:moveTo>
                  <a:pt x="1019175" y="2114550"/>
                </a:moveTo>
                <a:lnTo>
                  <a:pt x="1028700" y="2114550"/>
                </a:lnTo>
                <a:lnTo>
                  <a:pt x="1028700" y="2124075"/>
                </a:lnTo>
                <a:lnTo>
                  <a:pt x="1038225" y="2124075"/>
                </a:lnTo>
                <a:lnTo>
                  <a:pt x="1038225" y="2105025"/>
                </a:lnTo>
                <a:lnTo>
                  <a:pt x="1019175" y="2105025"/>
                </a:lnTo>
                <a:close/>
                <a:moveTo>
                  <a:pt x="495300" y="2124075"/>
                </a:moveTo>
                <a:lnTo>
                  <a:pt x="504825" y="2124075"/>
                </a:lnTo>
                <a:lnTo>
                  <a:pt x="504825" y="2133600"/>
                </a:lnTo>
                <a:lnTo>
                  <a:pt x="495300" y="2133600"/>
                </a:lnTo>
                <a:close/>
                <a:moveTo>
                  <a:pt x="533400" y="2124075"/>
                </a:moveTo>
                <a:lnTo>
                  <a:pt x="542925" y="2124075"/>
                </a:lnTo>
                <a:lnTo>
                  <a:pt x="542925" y="2143125"/>
                </a:lnTo>
                <a:lnTo>
                  <a:pt x="533400" y="2143125"/>
                </a:lnTo>
                <a:close/>
                <a:moveTo>
                  <a:pt x="1266825" y="2124075"/>
                </a:moveTo>
                <a:lnTo>
                  <a:pt x="1285875" y="2124075"/>
                </a:lnTo>
                <a:lnTo>
                  <a:pt x="1285875" y="2143125"/>
                </a:lnTo>
                <a:lnTo>
                  <a:pt x="1295400" y="2143125"/>
                </a:lnTo>
                <a:lnTo>
                  <a:pt x="1295400" y="2152650"/>
                </a:lnTo>
                <a:lnTo>
                  <a:pt x="1276350" y="2152650"/>
                </a:lnTo>
                <a:lnTo>
                  <a:pt x="1276350" y="2143125"/>
                </a:lnTo>
                <a:lnTo>
                  <a:pt x="1266825" y="2143125"/>
                </a:lnTo>
                <a:close/>
                <a:moveTo>
                  <a:pt x="1676400" y="2152650"/>
                </a:moveTo>
                <a:lnTo>
                  <a:pt x="1695450" y="2152650"/>
                </a:lnTo>
                <a:lnTo>
                  <a:pt x="1695450" y="2162175"/>
                </a:lnTo>
                <a:lnTo>
                  <a:pt x="1676400" y="2162175"/>
                </a:lnTo>
                <a:close/>
                <a:moveTo>
                  <a:pt x="1238250" y="2162175"/>
                </a:moveTo>
                <a:lnTo>
                  <a:pt x="1276350" y="2162175"/>
                </a:lnTo>
                <a:lnTo>
                  <a:pt x="1276350" y="2171700"/>
                </a:lnTo>
                <a:lnTo>
                  <a:pt x="1295400" y="2171700"/>
                </a:lnTo>
                <a:lnTo>
                  <a:pt x="1295400" y="2181225"/>
                </a:lnTo>
                <a:lnTo>
                  <a:pt x="1285875" y="2181225"/>
                </a:lnTo>
                <a:lnTo>
                  <a:pt x="1285875" y="2200275"/>
                </a:lnTo>
                <a:lnTo>
                  <a:pt x="1304925" y="2200275"/>
                </a:lnTo>
                <a:lnTo>
                  <a:pt x="1304925" y="2190750"/>
                </a:lnTo>
                <a:lnTo>
                  <a:pt x="1314450" y="2190750"/>
                </a:lnTo>
                <a:lnTo>
                  <a:pt x="1314450" y="2181225"/>
                </a:lnTo>
                <a:lnTo>
                  <a:pt x="1304925" y="2181225"/>
                </a:lnTo>
                <a:lnTo>
                  <a:pt x="1304925" y="2171700"/>
                </a:lnTo>
                <a:lnTo>
                  <a:pt x="1333500" y="2171700"/>
                </a:lnTo>
                <a:lnTo>
                  <a:pt x="1333500" y="2190750"/>
                </a:lnTo>
                <a:lnTo>
                  <a:pt x="1343025" y="2190750"/>
                </a:lnTo>
                <a:lnTo>
                  <a:pt x="1343025" y="2219325"/>
                </a:lnTo>
                <a:lnTo>
                  <a:pt x="1352550" y="2219325"/>
                </a:lnTo>
                <a:lnTo>
                  <a:pt x="1352550" y="2228850"/>
                </a:lnTo>
                <a:lnTo>
                  <a:pt x="1276350" y="2228850"/>
                </a:lnTo>
                <a:lnTo>
                  <a:pt x="1276350" y="2219325"/>
                </a:lnTo>
                <a:lnTo>
                  <a:pt x="1247775" y="2219325"/>
                </a:lnTo>
                <a:lnTo>
                  <a:pt x="1247775" y="2228850"/>
                </a:lnTo>
                <a:lnTo>
                  <a:pt x="1190625" y="2228850"/>
                </a:lnTo>
                <a:lnTo>
                  <a:pt x="1190625" y="2219325"/>
                </a:lnTo>
                <a:lnTo>
                  <a:pt x="1143000" y="2219325"/>
                </a:lnTo>
                <a:lnTo>
                  <a:pt x="1143000" y="2209800"/>
                </a:lnTo>
                <a:lnTo>
                  <a:pt x="1123950" y="2209800"/>
                </a:lnTo>
                <a:lnTo>
                  <a:pt x="1123950" y="2219325"/>
                </a:lnTo>
                <a:lnTo>
                  <a:pt x="1057275" y="2219325"/>
                </a:lnTo>
                <a:lnTo>
                  <a:pt x="1057275" y="2209800"/>
                </a:lnTo>
                <a:lnTo>
                  <a:pt x="1038225" y="2209800"/>
                </a:lnTo>
                <a:lnTo>
                  <a:pt x="1038225" y="2200275"/>
                </a:lnTo>
                <a:lnTo>
                  <a:pt x="1028700" y="2200275"/>
                </a:lnTo>
                <a:lnTo>
                  <a:pt x="1028700" y="2209800"/>
                </a:lnTo>
                <a:lnTo>
                  <a:pt x="1019175" y="2209800"/>
                </a:lnTo>
                <a:lnTo>
                  <a:pt x="1019175" y="2219325"/>
                </a:lnTo>
                <a:lnTo>
                  <a:pt x="1009650" y="2219325"/>
                </a:lnTo>
                <a:lnTo>
                  <a:pt x="1009650" y="2200275"/>
                </a:lnTo>
                <a:lnTo>
                  <a:pt x="1019175" y="2200275"/>
                </a:lnTo>
                <a:lnTo>
                  <a:pt x="1019175" y="2190750"/>
                </a:lnTo>
                <a:lnTo>
                  <a:pt x="1028700" y="2190750"/>
                </a:lnTo>
                <a:lnTo>
                  <a:pt x="1028700" y="2181225"/>
                </a:lnTo>
                <a:lnTo>
                  <a:pt x="1019175" y="2181225"/>
                </a:lnTo>
                <a:lnTo>
                  <a:pt x="1019175" y="2171700"/>
                </a:lnTo>
                <a:lnTo>
                  <a:pt x="1038225" y="2171700"/>
                </a:lnTo>
                <a:lnTo>
                  <a:pt x="1038225" y="2181225"/>
                </a:lnTo>
                <a:lnTo>
                  <a:pt x="1047750" y="2181225"/>
                </a:lnTo>
                <a:lnTo>
                  <a:pt x="1047750" y="2171700"/>
                </a:lnTo>
                <a:lnTo>
                  <a:pt x="1123950" y="2171700"/>
                </a:lnTo>
                <a:lnTo>
                  <a:pt x="1123950" y="2181225"/>
                </a:lnTo>
                <a:lnTo>
                  <a:pt x="1095375" y="2181225"/>
                </a:lnTo>
                <a:lnTo>
                  <a:pt x="1095375" y="2200275"/>
                </a:lnTo>
                <a:lnTo>
                  <a:pt x="1133475" y="2200275"/>
                </a:lnTo>
                <a:lnTo>
                  <a:pt x="1133475" y="2181225"/>
                </a:lnTo>
                <a:lnTo>
                  <a:pt x="1152525" y="2181225"/>
                </a:lnTo>
                <a:lnTo>
                  <a:pt x="1152525" y="2171700"/>
                </a:lnTo>
                <a:lnTo>
                  <a:pt x="1162050" y="2171700"/>
                </a:lnTo>
                <a:lnTo>
                  <a:pt x="1162050" y="2181225"/>
                </a:lnTo>
                <a:lnTo>
                  <a:pt x="1171575" y="2181225"/>
                </a:lnTo>
                <a:lnTo>
                  <a:pt x="1171575" y="2171700"/>
                </a:lnTo>
                <a:lnTo>
                  <a:pt x="1181100" y="2171700"/>
                </a:lnTo>
                <a:lnTo>
                  <a:pt x="1181100" y="2181225"/>
                </a:lnTo>
                <a:lnTo>
                  <a:pt x="1228725" y="2181225"/>
                </a:lnTo>
                <a:lnTo>
                  <a:pt x="1228725" y="2171700"/>
                </a:lnTo>
                <a:lnTo>
                  <a:pt x="1238250" y="2171700"/>
                </a:lnTo>
                <a:close/>
                <a:moveTo>
                  <a:pt x="1571625" y="2162175"/>
                </a:moveTo>
                <a:lnTo>
                  <a:pt x="1628775" y="2162175"/>
                </a:lnTo>
                <a:lnTo>
                  <a:pt x="1628775" y="2171700"/>
                </a:lnTo>
                <a:lnTo>
                  <a:pt x="1609725" y="2171700"/>
                </a:lnTo>
                <a:lnTo>
                  <a:pt x="1609725" y="2181225"/>
                </a:lnTo>
                <a:lnTo>
                  <a:pt x="1581150" y="2181225"/>
                </a:lnTo>
                <a:lnTo>
                  <a:pt x="1581150" y="2171700"/>
                </a:lnTo>
                <a:lnTo>
                  <a:pt x="1571625" y="2171700"/>
                </a:lnTo>
                <a:close/>
                <a:moveTo>
                  <a:pt x="609600" y="2171700"/>
                </a:moveTo>
                <a:lnTo>
                  <a:pt x="638175" y="2171700"/>
                </a:lnTo>
                <a:lnTo>
                  <a:pt x="638175" y="2209800"/>
                </a:lnTo>
                <a:lnTo>
                  <a:pt x="571500" y="2209800"/>
                </a:lnTo>
                <a:lnTo>
                  <a:pt x="571500" y="2190750"/>
                </a:lnTo>
                <a:lnTo>
                  <a:pt x="600075" y="2190750"/>
                </a:lnTo>
                <a:lnTo>
                  <a:pt x="600075" y="2181225"/>
                </a:lnTo>
                <a:lnTo>
                  <a:pt x="609600" y="2181225"/>
                </a:lnTo>
                <a:close/>
                <a:moveTo>
                  <a:pt x="971550" y="2171700"/>
                </a:moveTo>
                <a:lnTo>
                  <a:pt x="981075" y="2171700"/>
                </a:lnTo>
                <a:lnTo>
                  <a:pt x="981075" y="2181225"/>
                </a:lnTo>
                <a:lnTo>
                  <a:pt x="971550" y="2181225"/>
                </a:lnTo>
                <a:close/>
                <a:moveTo>
                  <a:pt x="1371600" y="2171700"/>
                </a:moveTo>
                <a:lnTo>
                  <a:pt x="1419225" y="2171700"/>
                </a:lnTo>
                <a:lnTo>
                  <a:pt x="1419225" y="2181225"/>
                </a:lnTo>
                <a:lnTo>
                  <a:pt x="1371600" y="2181225"/>
                </a:lnTo>
                <a:close/>
                <a:moveTo>
                  <a:pt x="723900" y="2181225"/>
                </a:moveTo>
                <a:lnTo>
                  <a:pt x="752475" y="2181225"/>
                </a:lnTo>
                <a:lnTo>
                  <a:pt x="752475" y="2209800"/>
                </a:lnTo>
                <a:lnTo>
                  <a:pt x="742950" y="2209800"/>
                </a:lnTo>
                <a:lnTo>
                  <a:pt x="742950" y="2200275"/>
                </a:lnTo>
                <a:lnTo>
                  <a:pt x="714375" y="2200275"/>
                </a:lnTo>
                <a:lnTo>
                  <a:pt x="714375" y="2190750"/>
                </a:lnTo>
                <a:lnTo>
                  <a:pt x="723900" y="2190750"/>
                </a:lnTo>
                <a:close/>
                <a:moveTo>
                  <a:pt x="1419225" y="2190750"/>
                </a:moveTo>
                <a:lnTo>
                  <a:pt x="1428750" y="2190750"/>
                </a:lnTo>
                <a:lnTo>
                  <a:pt x="1428750" y="2200275"/>
                </a:lnTo>
                <a:lnTo>
                  <a:pt x="1419225" y="2200275"/>
                </a:lnTo>
                <a:close/>
                <a:moveTo>
                  <a:pt x="685800" y="2200275"/>
                </a:moveTo>
                <a:lnTo>
                  <a:pt x="714375" y="2200275"/>
                </a:lnTo>
                <a:lnTo>
                  <a:pt x="714375" y="2209800"/>
                </a:lnTo>
                <a:lnTo>
                  <a:pt x="695325" y="2209800"/>
                </a:lnTo>
                <a:lnTo>
                  <a:pt x="695325" y="2219325"/>
                </a:lnTo>
                <a:lnTo>
                  <a:pt x="704850" y="2219325"/>
                </a:lnTo>
                <a:lnTo>
                  <a:pt x="704850" y="2228850"/>
                </a:lnTo>
                <a:lnTo>
                  <a:pt x="685800" y="2228850"/>
                </a:lnTo>
                <a:close/>
                <a:moveTo>
                  <a:pt x="762000" y="2200275"/>
                </a:moveTo>
                <a:lnTo>
                  <a:pt x="781050" y="2200275"/>
                </a:lnTo>
                <a:lnTo>
                  <a:pt x="781050" y="2209800"/>
                </a:lnTo>
                <a:lnTo>
                  <a:pt x="762000" y="2209800"/>
                </a:lnTo>
                <a:close/>
                <a:moveTo>
                  <a:pt x="1371600" y="2200275"/>
                </a:moveTo>
                <a:lnTo>
                  <a:pt x="1400175" y="2200275"/>
                </a:lnTo>
                <a:lnTo>
                  <a:pt x="1400175" y="2228850"/>
                </a:lnTo>
                <a:lnTo>
                  <a:pt x="1371600" y="2228850"/>
                </a:lnTo>
                <a:close/>
                <a:moveTo>
                  <a:pt x="428625" y="2209800"/>
                </a:moveTo>
                <a:lnTo>
                  <a:pt x="438150" y="2209800"/>
                </a:lnTo>
                <a:lnTo>
                  <a:pt x="438150" y="2228850"/>
                </a:lnTo>
                <a:lnTo>
                  <a:pt x="409575" y="2228850"/>
                </a:lnTo>
                <a:lnTo>
                  <a:pt x="409575" y="2219325"/>
                </a:lnTo>
                <a:lnTo>
                  <a:pt x="428625" y="2219325"/>
                </a:lnTo>
                <a:close/>
                <a:moveTo>
                  <a:pt x="457200" y="2219325"/>
                </a:moveTo>
                <a:lnTo>
                  <a:pt x="466725" y="2219325"/>
                </a:lnTo>
                <a:lnTo>
                  <a:pt x="466725" y="2228850"/>
                </a:lnTo>
                <a:lnTo>
                  <a:pt x="457200" y="2228850"/>
                </a:lnTo>
                <a:close/>
                <a:moveTo>
                  <a:pt x="485775" y="2219325"/>
                </a:moveTo>
                <a:lnTo>
                  <a:pt x="495300" y="2219325"/>
                </a:lnTo>
                <a:lnTo>
                  <a:pt x="495300" y="2228850"/>
                </a:lnTo>
                <a:lnTo>
                  <a:pt x="485775" y="2228850"/>
                </a:lnTo>
                <a:close/>
                <a:moveTo>
                  <a:pt x="542925" y="2219325"/>
                </a:moveTo>
                <a:lnTo>
                  <a:pt x="561975" y="2219325"/>
                </a:lnTo>
                <a:lnTo>
                  <a:pt x="561975" y="2228850"/>
                </a:lnTo>
                <a:lnTo>
                  <a:pt x="542925" y="2228850"/>
                </a:lnTo>
                <a:close/>
                <a:moveTo>
                  <a:pt x="590550" y="2219325"/>
                </a:moveTo>
                <a:lnTo>
                  <a:pt x="600075" y="2219325"/>
                </a:lnTo>
                <a:lnTo>
                  <a:pt x="600075" y="2228850"/>
                </a:lnTo>
                <a:lnTo>
                  <a:pt x="590550" y="2228850"/>
                </a:lnTo>
                <a:close/>
                <a:moveTo>
                  <a:pt x="828675" y="2219325"/>
                </a:moveTo>
                <a:lnTo>
                  <a:pt x="847725" y="2219325"/>
                </a:lnTo>
                <a:lnTo>
                  <a:pt x="847725" y="2228850"/>
                </a:lnTo>
                <a:lnTo>
                  <a:pt x="828675" y="2228850"/>
                </a:lnTo>
                <a:close/>
                <a:moveTo>
                  <a:pt x="990600" y="2219325"/>
                </a:moveTo>
                <a:lnTo>
                  <a:pt x="1000125" y="2219325"/>
                </a:lnTo>
                <a:lnTo>
                  <a:pt x="1000125" y="2228850"/>
                </a:lnTo>
                <a:lnTo>
                  <a:pt x="990600" y="2228850"/>
                </a:lnTo>
                <a:close/>
                <a:moveTo>
                  <a:pt x="1047750" y="2219325"/>
                </a:moveTo>
                <a:lnTo>
                  <a:pt x="1057275" y="2219325"/>
                </a:lnTo>
                <a:lnTo>
                  <a:pt x="1057275" y="2228850"/>
                </a:lnTo>
                <a:lnTo>
                  <a:pt x="1047750" y="2228850"/>
                </a:lnTo>
                <a:close/>
                <a:moveTo>
                  <a:pt x="1562100" y="2219325"/>
                </a:moveTo>
                <a:lnTo>
                  <a:pt x="1590675" y="2219325"/>
                </a:lnTo>
                <a:lnTo>
                  <a:pt x="1590675" y="2228850"/>
                </a:lnTo>
                <a:lnTo>
                  <a:pt x="1562100" y="2228850"/>
                </a:lnTo>
                <a:close/>
                <a:moveTo>
                  <a:pt x="1676400" y="2228850"/>
                </a:moveTo>
                <a:lnTo>
                  <a:pt x="1685925" y="2228850"/>
                </a:lnTo>
                <a:lnTo>
                  <a:pt x="1685925" y="2238375"/>
                </a:lnTo>
                <a:lnTo>
                  <a:pt x="1695450" y="2238375"/>
                </a:lnTo>
                <a:lnTo>
                  <a:pt x="1695450" y="2247900"/>
                </a:lnTo>
                <a:lnTo>
                  <a:pt x="1676400" y="2247900"/>
                </a:lnTo>
                <a:close/>
                <a:moveTo>
                  <a:pt x="200025" y="2247900"/>
                </a:moveTo>
                <a:lnTo>
                  <a:pt x="238125" y="2247900"/>
                </a:lnTo>
                <a:lnTo>
                  <a:pt x="238125" y="2257425"/>
                </a:lnTo>
                <a:lnTo>
                  <a:pt x="200025" y="2257425"/>
                </a:lnTo>
                <a:close/>
                <a:moveTo>
                  <a:pt x="619125" y="2247900"/>
                </a:moveTo>
                <a:lnTo>
                  <a:pt x="628650" y="2247900"/>
                </a:lnTo>
                <a:lnTo>
                  <a:pt x="628650" y="2257425"/>
                </a:lnTo>
                <a:lnTo>
                  <a:pt x="619125" y="2257425"/>
                </a:lnTo>
                <a:close/>
                <a:moveTo>
                  <a:pt x="876300" y="2247900"/>
                </a:moveTo>
                <a:lnTo>
                  <a:pt x="914400" y="2247900"/>
                </a:lnTo>
                <a:lnTo>
                  <a:pt x="914400" y="2257425"/>
                </a:lnTo>
                <a:lnTo>
                  <a:pt x="876300" y="2257425"/>
                </a:lnTo>
                <a:close/>
                <a:moveTo>
                  <a:pt x="1076325" y="2247900"/>
                </a:moveTo>
                <a:lnTo>
                  <a:pt x="1133475" y="2247900"/>
                </a:lnTo>
                <a:lnTo>
                  <a:pt x="1133475" y="2266950"/>
                </a:lnTo>
                <a:lnTo>
                  <a:pt x="1143000" y="2266950"/>
                </a:lnTo>
                <a:lnTo>
                  <a:pt x="1143000" y="2276475"/>
                </a:lnTo>
                <a:lnTo>
                  <a:pt x="1057275" y="2276475"/>
                </a:lnTo>
                <a:lnTo>
                  <a:pt x="1057275" y="2266950"/>
                </a:lnTo>
                <a:lnTo>
                  <a:pt x="1123950" y="2266950"/>
                </a:lnTo>
                <a:lnTo>
                  <a:pt x="1123950" y="2257425"/>
                </a:lnTo>
                <a:lnTo>
                  <a:pt x="1076325" y="2257425"/>
                </a:lnTo>
                <a:close/>
                <a:moveTo>
                  <a:pt x="1162050" y="2247900"/>
                </a:moveTo>
                <a:lnTo>
                  <a:pt x="1247775" y="2247900"/>
                </a:lnTo>
                <a:lnTo>
                  <a:pt x="1247775" y="2257425"/>
                </a:lnTo>
                <a:lnTo>
                  <a:pt x="1238250" y="2257425"/>
                </a:lnTo>
                <a:lnTo>
                  <a:pt x="1238250" y="2266950"/>
                </a:lnTo>
                <a:lnTo>
                  <a:pt x="1247775" y="2266950"/>
                </a:lnTo>
                <a:lnTo>
                  <a:pt x="1247775" y="2276475"/>
                </a:lnTo>
                <a:lnTo>
                  <a:pt x="1152525" y="2276475"/>
                </a:lnTo>
                <a:lnTo>
                  <a:pt x="1152525" y="2266950"/>
                </a:lnTo>
                <a:lnTo>
                  <a:pt x="1162050" y="2266950"/>
                </a:lnTo>
                <a:close/>
                <a:moveTo>
                  <a:pt x="1581150" y="2247900"/>
                </a:moveTo>
                <a:lnTo>
                  <a:pt x="1600200" y="2247900"/>
                </a:lnTo>
                <a:lnTo>
                  <a:pt x="1600200" y="2257425"/>
                </a:lnTo>
                <a:lnTo>
                  <a:pt x="1581150" y="2257425"/>
                </a:lnTo>
                <a:close/>
                <a:moveTo>
                  <a:pt x="1609725" y="2247900"/>
                </a:moveTo>
                <a:lnTo>
                  <a:pt x="1619250" y="2247900"/>
                </a:lnTo>
                <a:lnTo>
                  <a:pt x="1619250" y="2257425"/>
                </a:lnTo>
                <a:lnTo>
                  <a:pt x="1609725" y="2257425"/>
                </a:lnTo>
                <a:close/>
                <a:moveTo>
                  <a:pt x="1628775" y="2247900"/>
                </a:moveTo>
                <a:lnTo>
                  <a:pt x="1638300" y="2247900"/>
                </a:lnTo>
                <a:lnTo>
                  <a:pt x="1638300" y="2257425"/>
                </a:lnTo>
                <a:lnTo>
                  <a:pt x="1628775" y="2257425"/>
                </a:lnTo>
                <a:close/>
                <a:moveTo>
                  <a:pt x="1695450" y="2247900"/>
                </a:moveTo>
                <a:lnTo>
                  <a:pt x="1714500" y="2247900"/>
                </a:lnTo>
                <a:lnTo>
                  <a:pt x="1714500" y="2257425"/>
                </a:lnTo>
                <a:lnTo>
                  <a:pt x="1724025" y="2257425"/>
                </a:lnTo>
                <a:lnTo>
                  <a:pt x="1724025" y="2276475"/>
                </a:lnTo>
                <a:lnTo>
                  <a:pt x="1714500" y="2276475"/>
                </a:lnTo>
                <a:lnTo>
                  <a:pt x="1714500" y="2266950"/>
                </a:lnTo>
                <a:lnTo>
                  <a:pt x="1704975" y="2266950"/>
                </a:lnTo>
                <a:lnTo>
                  <a:pt x="1704975" y="2257425"/>
                </a:lnTo>
                <a:lnTo>
                  <a:pt x="1695450" y="2257425"/>
                </a:lnTo>
                <a:close/>
                <a:moveTo>
                  <a:pt x="476250" y="2257425"/>
                </a:moveTo>
                <a:lnTo>
                  <a:pt x="495300" y="2257425"/>
                </a:lnTo>
                <a:lnTo>
                  <a:pt x="495300" y="2266950"/>
                </a:lnTo>
                <a:lnTo>
                  <a:pt x="476250" y="2266950"/>
                </a:lnTo>
                <a:close/>
                <a:moveTo>
                  <a:pt x="876300" y="2266950"/>
                </a:moveTo>
                <a:lnTo>
                  <a:pt x="914400" y="2266950"/>
                </a:lnTo>
                <a:lnTo>
                  <a:pt x="914400" y="2276475"/>
                </a:lnTo>
                <a:lnTo>
                  <a:pt x="876300" y="2276475"/>
                </a:lnTo>
                <a:close/>
                <a:moveTo>
                  <a:pt x="1171575" y="2266950"/>
                </a:moveTo>
                <a:lnTo>
                  <a:pt x="1228725" y="2266950"/>
                </a:lnTo>
                <a:lnTo>
                  <a:pt x="1228725" y="2257425"/>
                </a:lnTo>
                <a:lnTo>
                  <a:pt x="1171575" y="2257425"/>
                </a:lnTo>
                <a:close/>
                <a:moveTo>
                  <a:pt x="1590675" y="2266950"/>
                </a:moveTo>
                <a:lnTo>
                  <a:pt x="1600200" y="2266950"/>
                </a:lnTo>
                <a:lnTo>
                  <a:pt x="1600200" y="2276475"/>
                </a:lnTo>
                <a:lnTo>
                  <a:pt x="1590675" y="2276475"/>
                </a:lnTo>
                <a:close/>
                <a:moveTo>
                  <a:pt x="1609725" y="2266950"/>
                </a:moveTo>
                <a:lnTo>
                  <a:pt x="1628775" y="2266950"/>
                </a:lnTo>
                <a:lnTo>
                  <a:pt x="1628775" y="2276475"/>
                </a:lnTo>
                <a:lnTo>
                  <a:pt x="1609725" y="2276475"/>
                </a:lnTo>
                <a:close/>
                <a:moveTo>
                  <a:pt x="1647825" y="2266950"/>
                </a:moveTo>
                <a:lnTo>
                  <a:pt x="1657350" y="2266950"/>
                </a:lnTo>
                <a:lnTo>
                  <a:pt x="1657350" y="2276475"/>
                </a:lnTo>
                <a:lnTo>
                  <a:pt x="1647825" y="2276475"/>
                </a:lnTo>
                <a:close/>
                <a:moveTo>
                  <a:pt x="1676400" y="2266950"/>
                </a:moveTo>
                <a:lnTo>
                  <a:pt x="1685925" y="2266950"/>
                </a:lnTo>
                <a:lnTo>
                  <a:pt x="1685925" y="2276475"/>
                </a:lnTo>
                <a:lnTo>
                  <a:pt x="1676400" y="2276475"/>
                </a:lnTo>
                <a:close/>
                <a:moveTo>
                  <a:pt x="1695450" y="2266950"/>
                </a:moveTo>
                <a:lnTo>
                  <a:pt x="1704975" y="2266950"/>
                </a:lnTo>
                <a:lnTo>
                  <a:pt x="1704975" y="2276475"/>
                </a:lnTo>
                <a:lnTo>
                  <a:pt x="1695450" y="2276475"/>
                </a:lnTo>
                <a:close/>
                <a:moveTo>
                  <a:pt x="304800" y="2276475"/>
                </a:moveTo>
                <a:lnTo>
                  <a:pt x="323850" y="2276475"/>
                </a:lnTo>
                <a:lnTo>
                  <a:pt x="323850" y="2286000"/>
                </a:lnTo>
                <a:lnTo>
                  <a:pt x="333375" y="2286000"/>
                </a:lnTo>
                <a:lnTo>
                  <a:pt x="333375" y="2295525"/>
                </a:lnTo>
                <a:lnTo>
                  <a:pt x="361950" y="2295525"/>
                </a:lnTo>
                <a:lnTo>
                  <a:pt x="361950" y="2305050"/>
                </a:lnTo>
                <a:lnTo>
                  <a:pt x="371475" y="2305050"/>
                </a:lnTo>
                <a:lnTo>
                  <a:pt x="371475" y="2314575"/>
                </a:lnTo>
                <a:lnTo>
                  <a:pt x="342900" y="2314575"/>
                </a:lnTo>
                <a:lnTo>
                  <a:pt x="342900" y="2305050"/>
                </a:lnTo>
                <a:lnTo>
                  <a:pt x="333375" y="2305050"/>
                </a:lnTo>
                <a:lnTo>
                  <a:pt x="333375" y="2314575"/>
                </a:lnTo>
                <a:lnTo>
                  <a:pt x="323850" y="2314575"/>
                </a:lnTo>
                <a:lnTo>
                  <a:pt x="323850" y="2305050"/>
                </a:lnTo>
                <a:lnTo>
                  <a:pt x="314325" y="2305050"/>
                </a:lnTo>
                <a:lnTo>
                  <a:pt x="314325" y="2295525"/>
                </a:lnTo>
                <a:lnTo>
                  <a:pt x="304800" y="2295525"/>
                </a:lnTo>
                <a:close/>
                <a:moveTo>
                  <a:pt x="800100" y="2286000"/>
                </a:moveTo>
                <a:lnTo>
                  <a:pt x="809625" y="2286000"/>
                </a:lnTo>
                <a:lnTo>
                  <a:pt x="809625" y="2295525"/>
                </a:lnTo>
                <a:lnTo>
                  <a:pt x="800100" y="2295525"/>
                </a:lnTo>
                <a:close/>
                <a:moveTo>
                  <a:pt x="981075" y="2295525"/>
                </a:moveTo>
                <a:lnTo>
                  <a:pt x="1028700" y="2295525"/>
                </a:lnTo>
                <a:lnTo>
                  <a:pt x="1028700" y="2305050"/>
                </a:lnTo>
                <a:lnTo>
                  <a:pt x="1038225" y="2305050"/>
                </a:lnTo>
                <a:lnTo>
                  <a:pt x="1038225" y="2324100"/>
                </a:lnTo>
                <a:lnTo>
                  <a:pt x="1047750" y="2324100"/>
                </a:lnTo>
                <a:lnTo>
                  <a:pt x="1047750" y="2343150"/>
                </a:lnTo>
                <a:lnTo>
                  <a:pt x="1057275" y="2343150"/>
                </a:lnTo>
                <a:lnTo>
                  <a:pt x="1057275" y="2305050"/>
                </a:lnTo>
                <a:lnTo>
                  <a:pt x="1085850" y="2305050"/>
                </a:lnTo>
                <a:lnTo>
                  <a:pt x="1085850" y="2295525"/>
                </a:lnTo>
                <a:lnTo>
                  <a:pt x="1143000" y="2295525"/>
                </a:lnTo>
                <a:lnTo>
                  <a:pt x="1143000" y="2305050"/>
                </a:lnTo>
                <a:lnTo>
                  <a:pt x="1152525" y="2305050"/>
                </a:lnTo>
                <a:lnTo>
                  <a:pt x="1152525" y="2324100"/>
                </a:lnTo>
                <a:lnTo>
                  <a:pt x="1162050" y="2324100"/>
                </a:lnTo>
                <a:lnTo>
                  <a:pt x="1162050" y="2305050"/>
                </a:lnTo>
                <a:lnTo>
                  <a:pt x="1181100" y="2305050"/>
                </a:lnTo>
                <a:lnTo>
                  <a:pt x="1181100" y="2295525"/>
                </a:lnTo>
                <a:lnTo>
                  <a:pt x="1314450" y="2295525"/>
                </a:lnTo>
                <a:lnTo>
                  <a:pt x="1314450" y="2305050"/>
                </a:lnTo>
                <a:lnTo>
                  <a:pt x="1333500" y="2305050"/>
                </a:lnTo>
                <a:lnTo>
                  <a:pt x="1333500" y="2295525"/>
                </a:lnTo>
                <a:lnTo>
                  <a:pt x="1352550" y="2295525"/>
                </a:lnTo>
                <a:lnTo>
                  <a:pt x="1352550" y="2314575"/>
                </a:lnTo>
                <a:lnTo>
                  <a:pt x="1333500" y="2314575"/>
                </a:lnTo>
                <a:lnTo>
                  <a:pt x="1333500" y="2324100"/>
                </a:lnTo>
                <a:lnTo>
                  <a:pt x="1323975" y="2324100"/>
                </a:lnTo>
                <a:lnTo>
                  <a:pt x="1323975" y="2371725"/>
                </a:lnTo>
                <a:lnTo>
                  <a:pt x="1314450" y="2371725"/>
                </a:lnTo>
                <a:lnTo>
                  <a:pt x="1314450" y="2381250"/>
                </a:lnTo>
                <a:lnTo>
                  <a:pt x="1304925" y="2381250"/>
                </a:lnTo>
                <a:lnTo>
                  <a:pt x="1304925" y="2390775"/>
                </a:lnTo>
                <a:lnTo>
                  <a:pt x="1295400" y="2390775"/>
                </a:lnTo>
                <a:lnTo>
                  <a:pt x="1295400" y="2400300"/>
                </a:lnTo>
                <a:lnTo>
                  <a:pt x="1285875" y="2400300"/>
                </a:lnTo>
                <a:lnTo>
                  <a:pt x="1285875" y="2409825"/>
                </a:lnTo>
                <a:lnTo>
                  <a:pt x="1276350" y="2409825"/>
                </a:lnTo>
                <a:lnTo>
                  <a:pt x="1276350" y="2419350"/>
                </a:lnTo>
                <a:lnTo>
                  <a:pt x="1247775" y="2419350"/>
                </a:lnTo>
                <a:lnTo>
                  <a:pt x="1247775" y="2409825"/>
                </a:lnTo>
                <a:lnTo>
                  <a:pt x="1238250" y="2409825"/>
                </a:lnTo>
                <a:lnTo>
                  <a:pt x="1238250" y="2419350"/>
                </a:lnTo>
                <a:lnTo>
                  <a:pt x="1247775" y="2419350"/>
                </a:lnTo>
                <a:lnTo>
                  <a:pt x="1247775" y="2428875"/>
                </a:lnTo>
                <a:lnTo>
                  <a:pt x="1228725" y="2428875"/>
                </a:lnTo>
                <a:lnTo>
                  <a:pt x="1228725" y="2409825"/>
                </a:lnTo>
                <a:lnTo>
                  <a:pt x="1200150" y="2409825"/>
                </a:lnTo>
                <a:lnTo>
                  <a:pt x="1200150" y="2400300"/>
                </a:lnTo>
                <a:lnTo>
                  <a:pt x="1190625" y="2400300"/>
                </a:lnTo>
                <a:lnTo>
                  <a:pt x="1190625" y="2352675"/>
                </a:lnTo>
                <a:lnTo>
                  <a:pt x="1171575" y="2352675"/>
                </a:lnTo>
                <a:lnTo>
                  <a:pt x="1171575" y="2371725"/>
                </a:lnTo>
                <a:lnTo>
                  <a:pt x="1181100" y="2371725"/>
                </a:lnTo>
                <a:lnTo>
                  <a:pt x="1181100" y="2381250"/>
                </a:lnTo>
                <a:lnTo>
                  <a:pt x="1152525" y="2381250"/>
                </a:lnTo>
                <a:lnTo>
                  <a:pt x="1152525" y="2371725"/>
                </a:lnTo>
                <a:lnTo>
                  <a:pt x="1162050" y="2371725"/>
                </a:lnTo>
                <a:lnTo>
                  <a:pt x="1162050" y="2362200"/>
                </a:lnTo>
                <a:lnTo>
                  <a:pt x="1114425" y="2362200"/>
                </a:lnTo>
                <a:lnTo>
                  <a:pt x="1114425" y="2324100"/>
                </a:lnTo>
                <a:lnTo>
                  <a:pt x="1104900" y="2324100"/>
                </a:lnTo>
                <a:lnTo>
                  <a:pt x="1104900" y="2333625"/>
                </a:lnTo>
                <a:lnTo>
                  <a:pt x="1095375" y="2333625"/>
                </a:lnTo>
                <a:lnTo>
                  <a:pt x="1095375" y="2343150"/>
                </a:lnTo>
                <a:lnTo>
                  <a:pt x="1085850" y="2343150"/>
                </a:lnTo>
                <a:lnTo>
                  <a:pt x="1085850" y="2371725"/>
                </a:lnTo>
                <a:lnTo>
                  <a:pt x="1095375" y="2371725"/>
                </a:lnTo>
                <a:lnTo>
                  <a:pt x="1095375" y="2381250"/>
                </a:lnTo>
                <a:lnTo>
                  <a:pt x="1085850" y="2381250"/>
                </a:lnTo>
                <a:lnTo>
                  <a:pt x="1085850" y="2390775"/>
                </a:lnTo>
                <a:lnTo>
                  <a:pt x="1066800" y="2390775"/>
                </a:lnTo>
                <a:lnTo>
                  <a:pt x="1066800" y="2381250"/>
                </a:lnTo>
                <a:lnTo>
                  <a:pt x="1076325" y="2381250"/>
                </a:lnTo>
                <a:lnTo>
                  <a:pt x="1076325" y="2362200"/>
                </a:lnTo>
                <a:lnTo>
                  <a:pt x="1057275" y="2362200"/>
                </a:lnTo>
                <a:lnTo>
                  <a:pt x="1057275" y="2371725"/>
                </a:lnTo>
                <a:lnTo>
                  <a:pt x="1009650" y="2371725"/>
                </a:lnTo>
                <a:lnTo>
                  <a:pt x="1009650" y="2362200"/>
                </a:lnTo>
                <a:lnTo>
                  <a:pt x="1028700" y="2362200"/>
                </a:lnTo>
                <a:lnTo>
                  <a:pt x="1028700" y="2352675"/>
                </a:lnTo>
                <a:lnTo>
                  <a:pt x="990600" y="2352675"/>
                </a:lnTo>
                <a:lnTo>
                  <a:pt x="990600" y="2343150"/>
                </a:lnTo>
                <a:lnTo>
                  <a:pt x="981075" y="2343150"/>
                </a:lnTo>
                <a:lnTo>
                  <a:pt x="981075" y="2352675"/>
                </a:lnTo>
                <a:lnTo>
                  <a:pt x="971550" y="2352675"/>
                </a:lnTo>
                <a:lnTo>
                  <a:pt x="971550" y="2362200"/>
                </a:lnTo>
                <a:lnTo>
                  <a:pt x="962025" y="2362200"/>
                </a:lnTo>
                <a:lnTo>
                  <a:pt x="962025" y="2371725"/>
                </a:lnTo>
                <a:lnTo>
                  <a:pt x="971550" y="2371725"/>
                </a:lnTo>
                <a:lnTo>
                  <a:pt x="971550" y="2381250"/>
                </a:lnTo>
                <a:lnTo>
                  <a:pt x="952500" y="2381250"/>
                </a:lnTo>
                <a:lnTo>
                  <a:pt x="952500" y="2362200"/>
                </a:lnTo>
                <a:lnTo>
                  <a:pt x="923925" y="2362200"/>
                </a:lnTo>
                <a:lnTo>
                  <a:pt x="923925" y="2381250"/>
                </a:lnTo>
                <a:lnTo>
                  <a:pt x="895350" y="2381250"/>
                </a:lnTo>
                <a:lnTo>
                  <a:pt x="895350" y="2390775"/>
                </a:lnTo>
                <a:lnTo>
                  <a:pt x="838200" y="2390775"/>
                </a:lnTo>
                <a:lnTo>
                  <a:pt x="838200" y="2381250"/>
                </a:lnTo>
                <a:lnTo>
                  <a:pt x="828675" y="2381250"/>
                </a:lnTo>
                <a:lnTo>
                  <a:pt x="828675" y="2371725"/>
                </a:lnTo>
                <a:lnTo>
                  <a:pt x="809625" y="2371725"/>
                </a:lnTo>
                <a:lnTo>
                  <a:pt x="809625" y="2362200"/>
                </a:lnTo>
                <a:lnTo>
                  <a:pt x="819150" y="2362200"/>
                </a:lnTo>
                <a:lnTo>
                  <a:pt x="819150" y="2343150"/>
                </a:lnTo>
                <a:lnTo>
                  <a:pt x="828675" y="2343150"/>
                </a:lnTo>
                <a:lnTo>
                  <a:pt x="828675" y="2333625"/>
                </a:lnTo>
                <a:lnTo>
                  <a:pt x="838200" y="2333625"/>
                </a:lnTo>
                <a:lnTo>
                  <a:pt x="838200" y="2314575"/>
                </a:lnTo>
                <a:lnTo>
                  <a:pt x="847725" y="2314575"/>
                </a:lnTo>
                <a:lnTo>
                  <a:pt x="847725" y="2324100"/>
                </a:lnTo>
                <a:lnTo>
                  <a:pt x="857250" y="2324100"/>
                </a:lnTo>
                <a:lnTo>
                  <a:pt x="857250" y="2314575"/>
                </a:lnTo>
                <a:lnTo>
                  <a:pt x="876300" y="2314575"/>
                </a:lnTo>
                <a:lnTo>
                  <a:pt x="876300" y="2305050"/>
                </a:lnTo>
                <a:lnTo>
                  <a:pt x="885825" y="2305050"/>
                </a:lnTo>
                <a:lnTo>
                  <a:pt x="885825" y="2324100"/>
                </a:lnTo>
                <a:lnTo>
                  <a:pt x="876300" y="2324100"/>
                </a:lnTo>
                <a:lnTo>
                  <a:pt x="876300" y="2333625"/>
                </a:lnTo>
                <a:lnTo>
                  <a:pt x="885825" y="2333625"/>
                </a:lnTo>
                <a:lnTo>
                  <a:pt x="885825" y="2324100"/>
                </a:lnTo>
                <a:lnTo>
                  <a:pt x="895350" y="2324100"/>
                </a:lnTo>
                <a:lnTo>
                  <a:pt x="895350" y="2343150"/>
                </a:lnTo>
                <a:lnTo>
                  <a:pt x="914400" y="2343150"/>
                </a:lnTo>
                <a:lnTo>
                  <a:pt x="914400" y="2314575"/>
                </a:lnTo>
                <a:lnTo>
                  <a:pt x="933450" y="2314575"/>
                </a:lnTo>
                <a:lnTo>
                  <a:pt x="933450" y="2305050"/>
                </a:lnTo>
                <a:lnTo>
                  <a:pt x="981075" y="2305050"/>
                </a:lnTo>
                <a:close/>
                <a:moveTo>
                  <a:pt x="1381125" y="2295525"/>
                </a:moveTo>
                <a:lnTo>
                  <a:pt x="1419225" y="2295525"/>
                </a:lnTo>
                <a:lnTo>
                  <a:pt x="1419225" y="2305050"/>
                </a:lnTo>
                <a:lnTo>
                  <a:pt x="1409700" y="2305050"/>
                </a:lnTo>
                <a:lnTo>
                  <a:pt x="1409700" y="2314575"/>
                </a:lnTo>
                <a:lnTo>
                  <a:pt x="1419225" y="2314575"/>
                </a:lnTo>
                <a:lnTo>
                  <a:pt x="1419225" y="2324100"/>
                </a:lnTo>
                <a:lnTo>
                  <a:pt x="1390650" y="2324100"/>
                </a:lnTo>
                <a:lnTo>
                  <a:pt x="1390650" y="2314575"/>
                </a:lnTo>
                <a:lnTo>
                  <a:pt x="1381125" y="2314575"/>
                </a:lnTo>
                <a:close/>
                <a:moveTo>
                  <a:pt x="1447800" y="2295525"/>
                </a:moveTo>
                <a:lnTo>
                  <a:pt x="1466850" y="2295525"/>
                </a:lnTo>
                <a:lnTo>
                  <a:pt x="1466850" y="2305050"/>
                </a:lnTo>
                <a:lnTo>
                  <a:pt x="1495425" y="2305050"/>
                </a:lnTo>
                <a:lnTo>
                  <a:pt x="1495425" y="2314575"/>
                </a:lnTo>
                <a:lnTo>
                  <a:pt x="1504950" y="2314575"/>
                </a:lnTo>
                <a:lnTo>
                  <a:pt x="1504950" y="2324100"/>
                </a:lnTo>
                <a:lnTo>
                  <a:pt x="1514475" y="2324100"/>
                </a:lnTo>
                <a:lnTo>
                  <a:pt x="1514475" y="2333625"/>
                </a:lnTo>
                <a:lnTo>
                  <a:pt x="1447800" y="2333625"/>
                </a:lnTo>
                <a:lnTo>
                  <a:pt x="1447800" y="2324100"/>
                </a:lnTo>
                <a:lnTo>
                  <a:pt x="1428750" y="2324100"/>
                </a:lnTo>
                <a:lnTo>
                  <a:pt x="1428750" y="2314575"/>
                </a:lnTo>
                <a:lnTo>
                  <a:pt x="1438275" y="2314575"/>
                </a:lnTo>
                <a:lnTo>
                  <a:pt x="1438275" y="2305050"/>
                </a:lnTo>
                <a:lnTo>
                  <a:pt x="1447800" y="2305050"/>
                </a:lnTo>
                <a:close/>
                <a:moveTo>
                  <a:pt x="1524000" y="2295525"/>
                </a:moveTo>
                <a:lnTo>
                  <a:pt x="1571625" y="2295525"/>
                </a:lnTo>
                <a:lnTo>
                  <a:pt x="1571625" y="2305050"/>
                </a:lnTo>
                <a:lnTo>
                  <a:pt x="1562100" y="2305050"/>
                </a:lnTo>
                <a:lnTo>
                  <a:pt x="1562100" y="2324100"/>
                </a:lnTo>
                <a:lnTo>
                  <a:pt x="1543050" y="2324100"/>
                </a:lnTo>
                <a:lnTo>
                  <a:pt x="1543050" y="2305050"/>
                </a:lnTo>
                <a:lnTo>
                  <a:pt x="1524000" y="2305050"/>
                </a:lnTo>
                <a:close/>
                <a:moveTo>
                  <a:pt x="1619250" y="2295525"/>
                </a:moveTo>
                <a:lnTo>
                  <a:pt x="1628775" y="2295525"/>
                </a:lnTo>
                <a:lnTo>
                  <a:pt x="1628775" y="2305050"/>
                </a:lnTo>
                <a:lnTo>
                  <a:pt x="1647825" y="2305050"/>
                </a:lnTo>
                <a:lnTo>
                  <a:pt x="1647825" y="2314575"/>
                </a:lnTo>
                <a:lnTo>
                  <a:pt x="1657350" y="2314575"/>
                </a:lnTo>
                <a:lnTo>
                  <a:pt x="1657350" y="2305050"/>
                </a:lnTo>
                <a:lnTo>
                  <a:pt x="1685925" y="2305050"/>
                </a:lnTo>
                <a:lnTo>
                  <a:pt x="1685925" y="2295525"/>
                </a:lnTo>
                <a:lnTo>
                  <a:pt x="1704975" y="2295525"/>
                </a:lnTo>
                <a:lnTo>
                  <a:pt x="1704975" y="2305050"/>
                </a:lnTo>
                <a:lnTo>
                  <a:pt x="1714500" y="2305050"/>
                </a:lnTo>
                <a:lnTo>
                  <a:pt x="1714500" y="2295525"/>
                </a:lnTo>
                <a:lnTo>
                  <a:pt x="1724025" y="2295525"/>
                </a:lnTo>
                <a:lnTo>
                  <a:pt x="1724025" y="2305050"/>
                </a:lnTo>
                <a:lnTo>
                  <a:pt x="1714500" y="2305050"/>
                </a:lnTo>
                <a:lnTo>
                  <a:pt x="1714500" y="2314575"/>
                </a:lnTo>
                <a:lnTo>
                  <a:pt x="1704975" y="2314575"/>
                </a:lnTo>
                <a:lnTo>
                  <a:pt x="1704975" y="2324100"/>
                </a:lnTo>
                <a:lnTo>
                  <a:pt x="1647825" y="2324100"/>
                </a:lnTo>
                <a:lnTo>
                  <a:pt x="1647825" y="2333625"/>
                </a:lnTo>
                <a:lnTo>
                  <a:pt x="1657350" y="2333625"/>
                </a:lnTo>
                <a:lnTo>
                  <a:pt x="1657350" y="2343150"/>
                </a:lnTo>
                <a:lnTo>
                  <a:pt x="1638300" y="2343150"/>
                </a:lnTo>
                <a:lnTo>
                  <a:pt x="1638300" y="2333625"/>
                </a:lnTo>
                <a:lnTo>
                  <a:pt x="1600200" y="2333625"/>
                </a:lnTo>
                <a:lnTo>
                  <a:pt x="1600200" y="2314575"/>
                </a:lnTo>
                <a:lnTo>
                  <a:pt x="1619250" y="2314575"/>
                </a:lnTo>
                <a:close/>
                <a:moveTo>
                  <a:pt x="809625" y="2305050"/>
                </a:moveTo>
                <a:lnTo>
                  <a:pt x="819150" y="2305050"/>
                </a:lnTo>
                <a:lnTo>
                  <a:pt x="819150" y="2314575"/>
                </a:lnTo>
                <a:lnTo>
                  <a:pt x="809625" y="2314575"/>
                </a:lnTo>
                <a:close/>
                <a:moveTo>
                  <a:pt x="1514475" y="2305050"/>
                </a:moveTo>
                <a:lnTo>
                  <a:pt x="1524000" y="2305050"/>
                </a:lnTo>
                <a:lnTo>
                  <a:pt x="1524000" y="2314575"/>
                </a:lnTo>
                <a:lnTo>
                  <a:pt x="1514475" y="2314575"/>
                </a:lnTo>
                <a:close/>
                <a:moveTo>
                  <a:pt x="819150" y="2314575"/>
                </a:moveTo>
                <a:lnTo>
                  <a:pt x="828675" y="2314575"/>
                </a:lnTo>
                <a:lnTo>
                  <a:pt x="828675" y="2324100"/>
                </a:lnTo>
                <a:lnTo>
                  <a:pt x="819150" y="2324100"/>
                </a:lnTo>
                <a:close/>
                <a:moveTo>
                  <a:pt x="352425" y="2352675"/>
                </a:moveTo>
                <a:lnTo>
                  <a:pt x="361950" y="2352675"/>
                </a:lnTo>
                <a:lnTo>
                  <a:pt x="361950" y="2371725"/>
                </a:lnTo>
                <a:lnTo>
                  <a:pt x="371475" y="2371725"/>
                </a:lnTo>
                <a:lnTo>
                  <a:pt x="371475" y="2381250"/>
                </a:lnTo>
                <a:lnTo>
                  <a:pt x="352425" y="2381250"/>
                </a:lnTo>
                <a:lnTo>
                  <a:pt x="352425" y="2371725"/>
                </a:lnTo>
                <a:lnTo>
                  <a:pt x="342900" y="2371725"/>
                </a:lnTo>
                <a:lnTo>
                  <a:pt x="342900" y="2362200"/>
                </a:lnTo>
                <a:lnTo>
                  <a:pt x="352425" y="2362200"/>
                </a:lnTo>
                <a:close/>
                <a:moveTo>
                  <a:pt x="923925" y="2352675"/>
                </a:moveTo>
                <a:lnTo>
                  <a:pt x="933450" y="2352675"/>
                </a:lnTo>
                <a:lnTo>
                  <a:pt x="933450" y="2343150"/>
                </a:lnTo>
                <a:lnTo>
                  <a:pt x="923925" y="2343150"/>
                </a:lnTo>
                <a:close/>
                <a:moveTo>
                  <a:pt x="447675" y="2362200"/>
                </a:moveTo>
                <a:lnTo>
                  <a:pt x="466725" y="2362200"/>
                </a:lnTo>
                <a:lnTo>
                  <a:pt x="466725" y="2371725"/>
                </a:lnTo>
                <a:lnTo>
                  <a:pt x="457200" y="2371725"/>
                </a:lnTo>
                <a:lnTo>
                  <a:pt x="457200" y="2381250"/>
                </a:lnTo>
                <a:lnTo>
                  <a:pt x="447675" y="2381250"/>
                </a:lnTo>
                <a:close/>
                <a:moveTo>
                  <a:pt x="685800" y="2362200"/>
                </a:moveTo>
                <a:lnTo>
                  <a:pt x="695325" y="2362200"/>
                </a:lnTo>
                <a:lnTo>
                  <a:pt x="695325" y="2371725"/>
                </a:lnTo>
                <a:lnTo>
                  <a:pt x="685800" y="2371725"/>
                </a:lnTo>
                <a:close/>
                <a:moveTo>
                  <a:pt x="438150" y="2381250"/>
                </a:moveTo>
                <a:lnTo>
                  <a:pt x="447675" y="2381250"/>
                </a:lnTo>
                <a:lnTo>
                  <a:pt x="447675" y="2390775"/>
                </a:lnTo>
                <a:lnTo>
                  <a:pt x="438150" y="2390775"/>
                </a:lnTo>
                <a:close/>
                <a:moveTo>
                  <a:pt x="685800" y="2381250"/>
                </a:moveTo>
                <a:lnTo>
                  <a:pt x="695325" y="2381250"/>
                </a:lnTo>
                <a:lnTo>
                  <a:pt x="695325" y="2390775"/>
                </a:lnTo>
                <a:lnTo>
                  <a:pt x="685800" y="2390775"/>
                </a:lnTo>
                <a:close/>
                <a:moveTo>
                  <a:pt x="723900" y="2381250"/>
                </a:moveTo>
                <a:lnTo>
                  <a:pt x="733425" y="2381250"/>
                </a:lnTo>
                <a:lnTo>
                  <a:pt x="733425" y="2390775"/>
                </a:lnTo>
                <a:lnTo>
                  <a:pt x="723900" y="2390775"/>
                </a:lnTo>
                <a:close/>
                <a:moveTo>
                  <a:pt x="971550" y="2381250"/>
                </a:moveTo>
                <a:lnTo>
                  <a:pt x="1019175" y="2381250"/>
                </a:lnTo>
                <a:lnTo>
                  <a:pt x="1019175" y="2390775"/>
                </a:lnTo>
                <a:lnTo>
                  <a:pt x="971550" y="2390775"/>
                </a:lnTo>
                <a:close/>
                <a:moveTo>
                  <a:pt x="1047750" y="2381250"/>
                </a:moveTo>
                <a:lnTo>
                  <a:pt x="1057275" y="2381250"/>
                </a:lnTo>
                <a:lnTo>
                  <a:pt x="1057275" y="2390775"/>
                </a:lnTo>
                <a:lnTo>
                  <a:pt x="1047750" y="2390775"/>
                </a:lnTo>
                <a:close/>
                <a:moveTo>
                  <a:pt x="1676400" y="2390775"/>
                </a:moveTo>
                <a:lnTo>
                  <a:pt x="1695450" y="2390775"/>
                </a:lnTo>
                <a:lnTo>
                  <a:pt x="1695450" y="2400300"/>
                </a:lnTo>
                <a:lnTo>
                  <a:pt x="1676400" y="2400300"/>
                </a:lnTo>
                <a:close/>
                <a:moveTo>
                  <a:pt x="1200150" y="2400300"/>
                </a:moveTo>
                <a:lnTo>
                  <a:pt x="1209675" y="2400300"/>
                </a:lnTo>
                <a:lnTo>
                  <a:pt x="1209675" y="2390775"/>
                </a:lnTo>
                <a:lnTo>
                  <a:pt x="1200150" y="2390775"/>
                </a:lnTo>
                <a:close/>
                <a:moveTo>
                  <a:pt x="1314450" y="2409825"/>
                </a:moveTo>
                <a:lnTo>
                  <a:pt x="1371600" y="2409825"/>
                </a:lnTo>
                <a:lnTo>
                  <a:pt x="1371600" y="2428875"/>
                </a:lnTo>
                <a:lnTo>
                  <a:pt x="1352550" y="2428875"/>
                </a:lnTo>
                <a:lnTo>
                  <a:pt x="1352550" y="2419350"/>
                </a:lnTo>
                <a:lnTo>
                  <a:pt x="1323975" y="2419350"/>
                </a:lnTo>
                <a:lnTo>
                  <a:pt x="1323975" y="2428875"/>
                </a:lnTo>
                <a:lnTo>
                  <a:pt x="1304925" y="2428875"/>
                </a:lnTo>
                <a:lnTo>
                  <a:pt x="1304925" y="2419350"/>
                </a:lnTo>
                <a:lnTo>
                  <a:pt x="1314450" y="2419350"/>
                </a:lnTo>
                <a:close/>
                <a:moveTo>
                  <a:pt x="1676400" y="2409825"/>
                </a:moveTo>
                <a:lnTo>
                  <a:pt x="1695450" y="2409825"/>
                </a:lnTo>
                <a:lnTo>
                  <a:pt x="1695450" y="2428875"/>
                </a:lnTo>
                <a:lnTo>
                  <a:pt x="1685925" y="2428875"/>
                </a:lnTo>
                <a:lnTo>
                  <a:pt x="1685925" y="2419350"/>
                </a:lnTo>
                <a:lnTo>
                  <a:pt x="1676400" y="2419350"/>
                </a:lnTo>
                <a:close/>
                <a:moveTo>
                  <a:pt x="495300" y="2419350"/>
                </a:moveTo>
                <a:lnTo>
                  <a:pt x="523875" y="2419350"/>
                </a:lnTo>
                <a:lnTo>
                  <a:pt x="523875" y="2428875"/>
                </a:lnTo>
                <a:lnTo>
                  <a:pt x="495300" y="2428875"/>
                </a:lnTo>
                <a:close/>
                <a:moveTo>
                  <a:pt x="1285875" y="2419350"/>
                </a:moveTo>
                <a:lnTo>
                  <a:pt x="1295400" y="2419350"/>
                </a:lnTo>
                <a:lnTo>
                  <a:pt x="1295400" y="2428875"/>
                </a:lnTo>
                <a:lnTo>
                  <a:pt x="1285875" y="2428875"/>
                </a:lnTo>
                <a:close/>
                <a:moveTo>
                  <a:pt x="1571625" y="2419350"/>
                </a:moveTo>
                <a:lnTo>
                  <a:pt x="1590675" y="2419350"/>
                </a:lnTo>
                <a:lnTo>
                  <a:pt x="1590675" y="2428875"/>
                </a:lnTo>
                <a:lnTo>
                  <a:pt x="1571625" y="2428875"/>
                </a:lnTo>
                <a:close/>
                <a:moveTo>
                  <a:pt x="742950" y="2428875"/>
                </a:moveTo>
                <a:lnTo>
                  <a:pt x="762000" y="2428875"/>
                </a:lnTo>
                <a:lnTo>
                  <a:pt x="762000" y="2438400"/>
                </a:lnTo>
                <a:lnTo>
                  <a:pt x="752475" y="2438400"/>
                </a:lnTo>
                <a:lnTo>
                  <a:pt x="752475" y="2447925"/>
                </a:lnTo>
                <a:lnTo>
                  <a:pt x="866775" y="2447925"/>
                </a:lnTo>
                <a:lnTo>
                  <a:pt x="866775" y="2457450"/>
                </a:lnTo>
                <a:lnTo>
                  <a:pt x="847725" y="2457450"/>
                </a:lnTo>
                <a:lnTo>
                  <a:pt x="847725" y="2466975"/>
                </a:lnTo>
                <a:lnTo>
                  <a:pt x="838200" y="2466975"/>
                </a:lnTo>
                <a:lnTo>
                  <a:pt x="838200" y="2476500"/>
                </a:lnTo>
                <a:lnTo>
                  <a:pt x="847725" y="2476500"/>
                </a:lnTo>
                <a:lnTo>
                  <a:pt x="847725" y="2486025"/>
                </a:lnTo>
                <a:lnTo>
                  <a:pt x="723900" y="2486025"/>
                </a:lnTo>
                <a:lnTo>
                  <a:pt x="723900" y="2476500"/>
                </a:lnTo>
                <a:lnTo>
                  <a:pt x="733425" y="2476500"/>
                </a:lnTo>
                <a:lnTo>
                  <a:pt x="733425" y="2466975"/>
                </a:lnTo>
                <a:lnTo>
                  <a:pt x="714375" y="2466975"/>
                </a:lnTo>
                <a:lnTo>
                  <a:pt x="714375" y="2457450"/>
                </a:lnTo>
                <a:lnTo>
                  <a:pt x="733425" y="2457450"/>
                </a:lnTo>
                <a:lnTo>
                  <a:pt x="733425" y="2447925"/>
                </a:lnTo>
                <a:lnTo>
                  <a:pt x="742950" y="2447925"/>
                </a:lnTo>
                <a:close/>
                <a:moveTo>
                  <a:pt x="771525" y="2428875"/>
                </a:moveTo>
                <a:lnTo>
                  <a:pt x="790575" y="2428875"/>
                </a:lnTo>
                <a:lnTo>
                  <a:pt x="790575" y="2438400"/>
                </a:lnTo>
                <a:lnTo>
                  <a:pt x="771525" y="2438400"/>
                </a:lnTo>
                <a:close/>
                <a:moveTo>
                  <a:pt x="1066800" y="2428875"/>
                </a:moveTo>
                <a:lnTo>
                  <a:pt x="1076325" y="2428875"/>
                </a:lnTo>
                <a:lnTo>
                  <a:pt x="1076325" y="2438400"/>
                </a:lnTo>
                <a:lnTo>
                  <a:pt x="1085850" y="2438400"/>
                </a:lnTo>
                <a:lnTo>
                  <a:pt x="1085850" y="2447925"/>
                </a:lnTo>
                <a:lnTo>
                  <a:pt x="1133475" y="2447925"/>
                </a:lnTo>
                <a:lnTo>
                  <a:pt x="1133475" y="2466975"/>
                </a:lnTo>
                <a:lnTo>
                  <a:pt x="1114425" y="2466975"/>
                </a:lnTo>
                <a:lnTo>
                  <a:pt x="1114425" y="2476500"/>
                </a:lnTo>
                <a:lnTo>
                  <a:pt x="1123950" y="2476500"/>
                </a:lnTo>
                <a:lnTo>
                  <a:pt x="1123950" y="2486025"/>
                </a:lnTo>
                <a:lnTo>
                  <a:pt x="1066800" y="2486025"/>
                </a:lnTo>
                <a:lnTo>
                  <a:pt x="1066800" y="2466975"/>
                </a:lnTo>
                <a:lnTo>
                  <a:pt x="1057275" y="2466975"/>
                </a:lnTo>
                <a:lnTo>
                  <a:pt x="1057275" y="2457450"/>
                </a:lnTo>
                <a:lnTo>
                  <a:pt x="1066800" y="2457450"/>
                </a:lnTo>
                <a:close/>
                <a:moveTo>
                  <a:pt x="1447800" y="2428875"/>
                </a:moveTo>
                <a:lnTo>
                  <a:pt x="1485900" y="2428875"/>
                </a:lnTo>
                <a:lnTo>
                  <a:pt x="1485900" y="2438400"/>
                </a:lnTo>
                <a:lnTo>
                  <a:pt x="1466850" y="2438400"/>
                </a:lnTo>
                <a:lnTo>
                  <a:pt x="1466850" y="2447925"/>
                </a:lnTo>
                <a:lnTo>
                  <a:pt x="1485900" y="2447925"/>
                </a:lnTo>
                <a:lnTo>
                  <a:pt x="1485900" y="2457450"/>
                </a:lnTo>
                <a:lnTo>
                  <a:pt x="1447800" y="2457450"/>
                </a:lnTo>
                <a:lnTo>
                  <a:pt x="1447800" y="2447925"/>
                </a:lnTo>
                <a:lnTo>
                  <a:pt x="1457325" y="2447925"/>
                </a:lnTo>
                <a:lnTo>
                  <a:pt x="1457325" y="2438400"/>
                </a:lnTo>
                <a:lnTo>
                  <a:pt x="1447800" y="2438400"/>
                </a:lnTo>
                <a:close/>
                <a:moveTo>
                  <a:pt x="990600" y="2438400"/>
                </a:moveTo>
                <a:lnTo>
                  <a:pt x="1009650" y="2438400"/>
                </a:lnTo>
                <a:lnTo>
                  <a:pt x="1009650" y="2447925"/>
                </a:lnTo>
                <a:lnTo>
                  <a:pt x="1000125" y="2447925"/>
                </a:lnTo>
                <a:lnTo>
                  <a:pt x="1000125" y="2466975"/>
                </a:lnTo>
                <a:lnTo>
                  <a:pt x="962025" y="2466975"/>
                </a:lnTo>
                <a:lnTo>
                  <a:pt x="962025" y="2476500"/>
                </a:lnTo>
                <a:lnTo>
                  <a:pt x="981075" y="2476500"/>
                </a:lnTo>
                <a:lnTo>
                  <a:pt x="981075" y="2486025"/>
                </a:lnTo>
                <a:lnTo>
                  <a:pt x="942975" y="2486025"/>
                </a:lnTo>
                <a:lnTo>
                  <a:pt x="942975" y="2476500"/>
                </a:lnTo>
                <a:lnTo>
                  <a:pt x="952500" y="2476500"/>
                </a:lnTo>
                <a:lnTo>
                  <a:pt x="952500" y="2466975"/>
                </a:lnTo>
                <a:lnTo>
                  <a:pt x="942975" y="2466975"/>
                </a:lnTo>
                <a:lnTo>
                  <a:pt x="942975" y="2457450"/>
                </a:lnTo>
                <a:lnTo>
                  <a:pt x="952500" y="2457450"/>
                </a:lnTo>
                <a:lnTo>
                  <a:pt x="952500" y="2447925"/>
                </a:lnTo>
                <a:lnTo>
                  <a:pt x="962025" y="2447925"/>
                </a:lnTo>
                <a:lnTo>
                  <a:pt x="962025" y="2457450"/>
                </a:lnTo>
                <a:lnTo>
                  <a:pt x="981075" y="2457450"/>
                </a:lnTo>
                <a:lnTo>
                  <a:pt x="981075" y="2447925"/>
                </a:lnTo>
                <a:lnTo>
                  <a:pt x="990600" y="2447925"/>
                </a:lnTo>
                <a:close/>
                <a:moveTo>
                  <a:pt x="1704975" y="2438400"/>
                </a:moveTo>
                <a:lnTo>
                  <a:pt x="1724025" y="2438400"/>
                </a:lnTo>
                <a:lnTo>
                  <a:pt x="1724025" y="2466975"/>
                </a:lnTo>
                <a:lnTo>
                  <a:pt x="1714500" y="2466975"/>
                </a:lnTo>
                <a:lnTo>
                  <a:pt x="1714500" y="2457450"/>
                </a:lnTo>
                <a:lnTo>
                  <a:pt x="1704975" y="2457450"/>
                </a:lnTo>
                <a:close/>
                <a:moveTo>
                  <a:pt x="590550" y="2447925"/>
                </a:moveTo>
                <a:lnTo>
                  <a:pt x="600075" y="2447925"/>
                </a:lnTo>
                <a:lnTo>
                  <a:pt x="600075" y="2457450"/>
                </a:lnTo>
                <a:lnTo>
                  <a:pt x="609600" y="2457450"/>
                </a:lnTo>
                <a:lnTo>
                  <a:pt x="609600" y="2466975"/>
                </a:lnTo>
                <a:lnTo>
                  <a:pt x="581025" y="2466975"/>
                </a:lnTo>
                <a:lnTo>
                  <a:pt x="581025" y="2457450"/>
                </a:lnTo>
                <a:lnTo>
                  <a:pt x="590550" y="2457450"/>
                </a:lnTo>
                <a:close/>
                <a:moveTo>
                  <a:pt x="895350" y="2447925"/>
                </a:moveTo>
                <a:lnTo>
                  <a:pt x="923925" y="2447925"/>
                </a:lnTo>
                <a:lnTo>
                  <a:pt x="923925" y="2466975"/>
                </a:lnTo>
                <a:lnTo>
                  <a:pt x="904875" y="2466975"/>
                </a:lnTo>
                <a:lnTo>
                  <a:pt x="904875" y="2476500"/>
                </a:lnTo>
                <a:lnTo>
                  <a:pt x="914400" y="2476500"/>
                </a:lnTo>
                <a:lnTo>
                  <a:pt x="914400" y="2486025"/>
                </a:lnTo>
                <a:lnTo>
                  <a:pt x="866775" y="2486025"/>
                </a:lnTo>
                <a:lnTo>
                  <a:pt x="866775" y="2476500"/>
                </a:lnTo>
                <a:lnTo>
                  <a:pt x="885825" y="2476500"/>
                </a:lnTo>
                <a:lnTo>
                  <a:pt x="885825" y="2466975"/>
                </a:lnTo>
                <a:lnTo>
                  <a:pt x="866775" y="2466975"/>
                </a:lnTo>
                <a:lnTo>
                  <a:pt x="866775" y="2457450"/>
                </a:lnTo>
                <a:lnTo>
                  <a:pt x="895350" y="2457450"/>
                </a:lnTo>
                <a:close/>
                <a:moveTo>
                  <a:pt x="1143000" y="2447925"/>
                </a:moveTo>
                <a:lnTo>
                  <a:pt x="1171575" y="2447925"/>
                </a:lnTo>
                <a:lnTo>
                  <a:pt x="1171575" y="2466975"/>
                </a:lnTo>
                <a:lnTo>
                  <a:pt x="1162050" y="2466975"/>
                </a:lnTo>
                <a:lnTo>
                  <a:pt x="1162050" y="2486025"/>
                </a:lnTo>
                <a:lnTo>
                  <a:pt x="1152525" y="2486025"/>
                </a:lnTo>
                <a:lnTo>
                  <a:pt x="1152525" y="2466975"/>
                </a:lnTo>
                <a:lnTo>
                  <a:pt x="1143000" y="2466975"/>
                </a:lnTo>
                <a:close/>
                <a:moveTo>
                  <a:pt x="409575" y="2457450"/>
                </a:moveTo>
                <a:lnTo>
                  <a:pt x="419100" y="2457450"/>
                </a:lnTo>
                <a:lnTo>
                  <a:pt x="419100" y="2466975"/>
                </a:lnTo>
                <a:lnTo>
                  <a:pt x="409575" y="2466975"/>
                </a:lnTo>
                <a:close/>
                <a:moveTo>
                  <a:pt x="1181100" y="2457450"/>
                </a:moveTo>
                <a:lnTo>
                  <a:pt x="1200150" y="2457450"/>
                </a:lnTo>
                <a:lnTo>
                  <a:pt x="1200150" y="2466975"/>
                </a:lnTo>
                <a:lnTo>
                  <a:pt x="1181100" y="2466975"/>
                </a:lnTo>
                <a:close/>
                <a:moveTo>
                  <a:pt x="1028700" y="2476500"/>
                </a:moveTo>
                <a:lnTo>
                  <a:pt x="1047750" y="2476500"/>
                </a:lnTo>
                <a:lnTo>
                  <a:pt x="1047750" y="2486025"/>
                </a:lnTo>
                <a:lnTo>
                  <a:pt x="1028700" y="2486025"/>
                </a:lnTo>
                <a:close/>
                <a:moveTo>
                  <a:pt x="1181100" y="2476500"/>
                </a:moveTo>
                <a:lnTo>
                  <a:pt x="1200150" y="2476500"/>
                </a:lnTo>
                <a:lnTo>
                  <a:pt x="1200150" y="2486025"/>
                </a:lnTo>
                <a:lnTo>
                  <a:pt x="1181100" y="2486025"/>
                </a:lnTo>
                <a:close/>
                <a:moveTo>
                  <a:pt x="1704975" y="2486025"/>
                </a:moveTo>
                <a:lnTo>
                  <a:pt x="1724025" y="2486025"/>
                </a:lnTo>
                <a:lnTo>
                  <a:pt x="1724025" y="2543175"/>
                </a:lnTo>
                <a:lnTo>
                  <a:pt x="1714500" y="2543175"/>
                </a:lnTo>
                <a:lnTo>
                  <a:pt x="1714500" y="2533650"/>
                </a:lnTo>
                <a:lnTo>
                  <a:pt x="1676400" y="2533650"/>
                </a:lnTo>
                <a:lnTo>
                  <a:pt x="1676400" y="2514600"/>
                </a:lnTo>
                <a:lnTo>
                  <a:pt x="1638300" y="2514600"/>
                </a:lnTo>
                <a:lnTo>
                  <a:pt x="1638300" y="2505075"/>
                </a:lnTo>
                <a:lnTo>
                  <a:pt x="1676400" y="2505075"/>
                </a:lnTo>
                <a:lnTo>
                  <a:pt x="1676400" y="2495550"/>
                </a:lnTo>
                <a:lnTo>
                  <a:pt x="1685925" y="2495550"/>
                </a:lnTo>
                <a:lnTo>
                  <a:pt x="1685925" y="2505075"/>
                </a:lnTo>
                <a:lnTo>
                  <a:pt x="1695450" y="2505075"/>
                </a:lnTo>
                <a:lnTo>
                  <a:pt x="1695450" y="2495550"/>
                </a:lnTo>
                <a:lnTo>
                  <a:pt x="1704975" y="2495550"/>
                </a:lnTo>
                <a:close/>
                <a:moveTo>
                  <a:pt x="190500" y="2505075"/>
                </a:moveTo>
                <a:lnTo>
                  <a:pt x="228600" y="2505075"/>
                </a:lnTo>
                <a:lnTo>
                  <a:pt x="228600" y="2514600"/>
                </a:lnTo>
                <a:lnTo>
                  <a:pt x="219075" y="2514600"/>
                </a:lnTo>
                <a:lnTo>
                  <a:pt x="219075" y="2543175"/>
                </a:lnTo>
                <a:lnTo>
                  <a:pt x="200025" y="2543175"/>
                </a:lnTo>
                <a:lnTo>
                  <a:pt x="200025" y="2514600"/>
                </a:lnTo>
                <a:lnTo>
                  <a:pt x="190500" y="2514600"/>
                </a:lnTo>
                <a:close/>
                <a:moveTo>
                  <a:pt x="266700" y="2505075"/>
                </a:moveTo>
                <a:lnTo>
                  <a:pt x="285750" y="2505075"/>
                </a:lnTo>
                <a:lnTo>
                  <a:pt x="285750" y="2514600"/>
                </a:lnTo>
                <a:lnTo>
                  <a:pt x="266700" y="2514600"/>
                </a:lnTo>
                <a:close/>
                <a:moveTo>
                  <a:pt x="428625" y="2505075"/>
                </a:moveTo>
                <a:lnTo>
                  <a:pt x="438150" y="2505075"/>
                </a:lnTo>
                <a:lnTo>
                  <a:pt x="438150" y="2514600"/>
                </a:lnTo>
                <a:lnTo>
                  <a:pt x="428625" y="2514600"/>
                </a:lnTo>
                <a:close/>
                <a:moveTo>
                  <a:pt x="447675" y="2505075"/>
                </a:moveTo>
                <a:lnTo>
                  <a:pt x="457200" y="2505075"/>
                </a:lnTo>
                <a:lnTo>
                  <a:pt x="457200" y="2514600"/>
                </a:lnTo>
                <a:lnTo>
                  <a:pt x="447675" y="2514600"/>
                </a:lnTo>
                <a:close/>
                <a:moveTo>
                  <a:pt x="581025" y="2505075"/>
                </a:moveTo>
                <a:lnTo>
                  <a:pt x="609600" y="2505075"/>
                </a:lnTo>
                <a:lnTo>
                  <a:pt x="609600" y="2524125"/>
                </a:lnTo>
                <a:lnTo>
                  <a:pt x="657225" y="2524125"/>
                </a:lnTo>
                <a:lnTo>
                  <a:pt x="657225" y="2514600"/>
                </a:lnTo>
                <a:lnTo>
                  <a:pt x="647700" y="2514600"/>
                </a:lnTo>
                <a:lnTo>
                  <a:pt x="647700" y="2505075"/>
                </a:lnTo>
                <a:lnTo>
                  <a:pt x="809625" y="2505075"/>
                </a:lnTo>
                <a:lnTo>
                  <a:pt x="809625" y="2514600"/>
                </a:lnTo>
                <a:lnTo>
                  <a:pt x="838200" y="2514600"/>
                </a:lnTo>
                <a:lnTo>
                  <a:pt x="838200" y="2505075"/>
                </a:lnTo>
                <a:lnTo>
                  <a:pt x="1009650" y="2505075"/>
                </a:lnTo>
                <a:lnTo>
                  <a:pt x="1009650" y="2514600"/>
                </a:lnTo>
                <a:lnTo>
                  <a:pt x="990600" y="2514600"/>
                </a:lnTo>
                <a:lnTo>
                  <a:pt x="990600" y="2533650"/>
                </a:lnTo>
                <a:lnTo>
                  <a:pt x="933450" y="2533650"/>
                </a:lnTo>
                <a:lnTo>
                  <a:pt x="933450" y="2524125"/>
                </a:lnTo>
                <a:lnTo>
                  <a:pt x="962025" y="2524125"/>
                </a:lnTo>
                <a:lnTo>
                  <a:pt x="962025" y="2514600"/>
                </a:lnTo>
                <a:lnTo>
                  <a:pt x="904875" y="2514600"/>
                </a:lnTo>
                <a:lnTo>
                  <a:pt x="904875" y="2524125"/>
                </a:lnTo>
                <a:lnTo>
                  <a:pt x="914400" y="2524125"/>
                </a:lnTo>
                <a:lnTo>
                  <a:pt x="914400" y="2533650"/>
                </a:lnTo>
                <a:lnTo>
                  <a:pt x="581025" y="2533650"/>
                </a:lnTo>
                <a:lnTo>
                  <a:pt x="581025" y="2524125"/>
                </a:lnTo>
                <a:lnTo>
                  <a:pt x="600075" y="2524125"/>
                </a:lnTo>
                <a:lnTo>
                  <a:pt x="600075" y="2514600"/>
                </a:lnTo>
                <a:lnTo>
                  <a:pt x="581025" y="2514600"/>
                </a:lnTo>
                <a:close/>
                <a:moveTo>
                  <a:pt x="1047750" y="2505075"/>
                </a:moveTo>
                <a:lnTo>
                  <a:pt x="1095375" y="2505075"/>
                </a:lnTo>
                <a:lnTo>
                  <a:pt x="1095375" y="2514600"/>
                </a:lnTo>
                <a:lnTo>
                  <a:pt x="1047750" y="2514600"/>
                </a:lnTo>
                <a:close/>
                <a:moveTo>
                  <a:pt x="1123950" y="2505075"/>
                </a:moveTo>
                <a:lnTo>
                  <a:pt x="1143000" y="2505075"/>
                </a:lnTo>
                <a:lnTo>
                  <a:pt x="1143000" y="2514600"/>
                </a:lnTo>
                <a:lnTo>
                  <a:pt x="1123950" y="2514600"/>
                </a:lnTo>
                <a:close/>
                <a:moveTo>
                  <a:pt x="1162050" y="2505075"/>
                </a:moveTo>
                <a:lnTo>
                  <a:pt x="1171575" y="2505075"/>
                </a:lnTo>
                <a:lnTo>
                  <a:pt x="1171575" y="2514600"/>
                </a:lnTo>
                <a:lnTo>
                  <a:pt x="1162050" y="2514600"/>
                </a:lnTo>
                <a:close/>
                <a:moveTo>
                  <a:pt x="1247775" y="2505075"/>
                </a:moveTo>
                <a:lnTo>
                  <a:pt x="1285875" y="2505075"/>
                </a:lnTo>
                <a:lnTo>
                  <a:pt x="1285875" y="2514600"/>
                </a:lnTo>
                <a:lnTo>
                  <a:pt x="1247775" y="2514600"/>
                </a:lnTo>
                <a:close/>
                <a:moveTo>
                  <a:pt x="1333500" y="2505075"/>
                </a:moveTo>
                <a:lnTo>
                  <a:pt x="1343025" y="2505075"/>
                </a:lnTo>
                <a:lnTo>
                  <a:pt x="1343025" y="2514600"/>
                </a:lnTo>
                <a:lnTo>
                  <a:pt x="1333500" y="2514600"/>
                </a:lnTo>
                <a:close/>
                <a:moveTo>
                  <a:pt x="1352550" y="2505075"/>
                </a:moveTo>
                <a:lnTo>
                  <a:pt x="1362075" y="2505075"/>
                </a:lnTo>
                <a:lnTo>
                  <a:pt x="1362075" y="2514600"/>
                </a:lnTo>
                <a:lnTo>
                  <a:pt x="1352550" y="2514600"/>
                </a:lnTo>
                <a:close/>
                <a:moveTo>
                  <a:pt x="1371600" y="2505075"/>
                </a:moveTo>
                <a:lnTo>
                  <a:pt x="1457325" y="2505075"/>
                </a:lnTo>
                <a:lnTo>
                  <a:pt x="1457325" y="2514600"/>
                </a:lnTo>
                <a:lnTo>
                  <a:pt x="1447800" y="2514600"/>
                </a:lnTo>
                <a:lnTo>
                  <a:pt x="1447800" y="2524125"/>
                </a:lnTo>
                <a:lnTo>
                  <a:pt x="1438275" y="2524125"/>
                </a:lnTo>
                <a:lnTo>
                  <a:pt x="1438275" y="2514600"/>
                </a:lnTo>
                <a:lnTo>
                  <a:pt x="1371600" y="2514600"/>
                </a:lnTo>
                <a:close/>
                <a:moveTo>
                  <a:pt x="390525" y="2514600"/>
                </a:moveTo>
                <a:lnTo>
                  <a:pt x="419100" y="2514600"/>
                </a:lnTo>
                <a:lnTo>
                  <a:pt x="419100" y="2524125"/>
                </a:lnTo>
                <a:lnTo>
                  <a:pt x="390525" y="2524125"/>
                </a:lnTo>
                <a:close/>
                <a:moveTo>
                  <a:pt x="266700" y="2524125"/>
                </a:moveTo>
                <a:lnTo>
                  <a:pt x="285750" y="2524125"/>
                </a:lnTo>
                <a:lnTo>
                  <a:pt x="285750" y="2533650"/>
                </a:lnTo>
                <a:lnTo>
                  <a:pt x="266700" y="2533650"/>
                </a:lnTo>
                <a:close/>
                <a:moveTo>
                  <a:pt x="447675" y="2524125"/>
                </a:moveTo>
                <a:lnTo>
                  <a:pt x="457200" y="2524125"/>
                </a:lnTo>
                <a:lnTo>
                  <a:pt x="457200" y="2533650"/>
                </a:lnTo>
                <a:lnTo>
                  <a:pt x="447675" y="2533650"/>
                </a:lnTo>
                <a:close/>
                <a:moveTo>
                  <a:pt x="514350" y="2524125"/>
                </a:moveTo>
                <a:lnTo>
                  <a:pt x="542925" y="2524125"/>
                </a:lnTo>
                <a:lnTo>
                  <a:pt x="542925" y="2533650"/>
                </a:lnTo>
                <a:lnTo>
                  <a:pt x="514350" y="2533650"/>
                </a:lnTo>
                <a:close/>
                <a:moveTo>
                  <a:pt x="847725" y="2524125"/>
                </a:moveTo>
                <a:lnTo>
                  <a:pt x="876300" y="2524125"/>
                </a:lnTo>
                <a:lnTo>
                  <a:pt x="876300" y="2514600"/>
                </a:lnTo>
                <a:lnTo>
                  <a:pt x="847725" y="2514600"/>
                </a:lnTo>
                <a:close/>
                <a:moveTo>
                  <a:pt x="885825" y="2524125"/>
                </a:moveTo>
                <a:lnTo>
                  <a:pt x="895350" y="2524125"/>
                </a:lnTo>
                <a:lnTo>
                  <a:pt x="895350" y="2514600"/>
                </a:lnTo>
                <a:lnTo>
                  <a:pt x="885825" y="2514600"/>
                </a:lnTo>
                <a:close/>
                <a:moveTo>
                  <a:pt x="1000125" y="2524125"/>
                </a:moveTo>
                <a:lnTo>
                  <a:pt x="1057275" y="2524125"/>
                </a:lnTo>
                <a:lnTo>
                  <a:pt x="1057275" y="2533650"/>
                </a:lnTo>
                <a:lnTo>
                  <a:pt x="1000125" y="2533650"/>
                </a:lnTo>
                <a:close/>
                <a:moveTo>
                  <a:pt x="1066800" y="2524125"/>
                </a:moveTo>
                <a:lnTo>
                  <a:pt x="1076325" y="2524125"/>
                </a:lnTo>
                <a:lnTo>
                  <a:pt x="1076325" y="2533650"/>
                </a:lnTo>
                <a:lnTo>
                  <a:pt x="1066800" y="2533650"/>
                </a:lnTo>
                <a:close/>
                <a:moveTo>
                  <a:pt x="1247775" y="2524125"/>
                </a:moveTo>
                <a:lnTo>
                  <a:pt x="1285875" y="2524125"/>
                </a:lnTo>
                <a:lnTo>
                  <a:pt x="1285875" y="2533650"/>
                </a:lnTo>
                <a:lnTo>
                  <a:pt x="1247775" y="2533650"/>
                </a:lnTo>
                <a:close/>
                <a:moveTo>
                  <a:pt x="1304925" y="2524125"/>
                </a:moveTo>
                <a:lnTo>
                  <a:pt x="1323975" y="2524125"/>
                </a:lnTo>
                <a:lnTo>
                  <a:pt x="1323975" y="2533650"/>
                </a:lnTo>
                <a:lnTo>
                  <a:pt x="1304925" y="2533650"/>
                </a:lnTo>
                <a:close/>
                <a:moveTo>
                  <a:pt x="1371600" y="2524125"/>
                </a:moveTo>
                <a:lnTo>
                  <a:pt x="1381125" y="2524125"/>
                </a:lnTo>
                <a:lnTo>
                  <a:pt x="1381125" y="2533650"/>
                </a:lnTo>
                <a:lnTo>
                  <a:pt x="1371600" y="2533650"/>
                </a:lnTo>
                <a:close/>
                <a:moveTo>
                  <a:pt x="1390650" y="2524125"/>
                </a:moveTo>
                <a:lnTo>
                  <a:pt x="1428750" y="2524125"/>
                </a:lnTo>
                <a:lnTo>
                  <a:pt x="1428750" y="2533650"/>
                </a:lnTo>
                <a:lnTo>
                  <a:pt x="1390650" y="2533650"/>
                </a:lnTo>
                <a:close/>
                <a:moveTo>
                  <a:pt x="1457325" y="2524125"/>
                </a:moveTo>
                <a:lnTo>
                  <a:pt x="1466850" y="2524125"/>
                </a:lnTo>
                <a:lnTo>
                  <a:pt x="1466850" y="2533650"/>
                </a:lnTo>
                <a:lnTo>
                  <a:pt x="1457325" y="2533650"/>
                </a:lnTo>
                <a:close/>
                <a:moveTo>
                  <a:pt x="1504950" y="2524125"/>
                </a:moveTo>
                <a:lnTo>
                  <a:pt x="1524000" y="2524125"/>
                </a:lnTo>
                <a:lnTo>
                  <a:pt x="1524000" y="2533650"/>
                </a:lnTo>
                <a:lnTo>
                  <a:pt x="1504950" y="2533650"/>
                </a:lnTo>
                <a:close/>
                <a:moveTo>
                  <a:pt x="1628775" y="2524125"/>
                </a:moveTo>
                <a:lnTo>
                  <a:pt x="1666875" y="2524125"/>
                </a:lnTo>
                <a:lnTo>
                  <a:pt x="1666875" y="2533650"/>
                </a:lnTo>
                <a:lnTo>
                  <a:pt x="1628775" y="2533650"/>
                </a:lnTo>
                <a:close/>
                <a:moveTo>
                  <a:pt x="228600" y="2533650"/>
                </a:moveTo>
                <a:lnTo>
                  <a:pt x="238125" y="2533650"/>
                </a:lnTo>
                <a:lnTo>
                  <a:pt x="238125" y="2543175"/>
                </a:lnTo>
                <a:lnTo>
                  <a:pt x="228600" y="2543175"/>
                </a:lnTo>
                <a:close/>
                <a:moveTo>
                  <a:pt x="428625" y="2552700"/>
                </a:moveTo>
                <a:lnTo>
                  <a:pt x="438150" y="2552700"/>
                </a:lnTo>
                <a:lnTo>
                  <a:pt x="438150" y="2562225"/>
                </a:lnTo>
                <a:lnTo>
                  <a:pt x="428625" y="2562225"/>
                </a:lnTo>
                <a:close/>
                <a:moveTo>
                  <a:pt x="457200" y="2552700"/>
                </a:moveTo>
                <a:lnTo>
                  <a:pt x="466725" y="2552700"/>
                </a:lnTo>
                <a:lnTo>
                  <a:pt x="466725" y="2562225"/>
                </a:lnTo>
                <a:lnTo>
                  <a:pt x="457200" y="2562225"/>
                </a:lnTo>
                <a:close/>
                <a:moveTo>
                  <a:pt x="571500" y="2552700"/>
                </a:moveTo>
                <a:lnTo>
                  <a:pt x="590550" y="2552700"/>
                </a:lnTo>
                <a:lnTo>
                  <a:pt x="590550" y="2562225"/>
                </a:lnTo>
                <a:lnTo>
                  <a:pt x="600075" y="2562225"/>
                </a:lnTo>
                <a:lnTo>
                  <a:pt x="600075" y="2571750"/>
                </a:lnTo>
                <a:lnTo>
                  <a:pt x="619125" y="2571750"/>
                </a:lnTo>
                <a:lnTo>
                  <a:pt x="619125" y="2600325"/>
                </a:lnTo>
                <a:lnTo>
                  <a:pt x="600075" y="2600325"/>
                </a:lnTo>
                <a:lnTo>
                  <a:pt x="600075" y="2619375"/>
                </a:lnTo>
                <a:lnTo>
                  <a:pt x="581025" y="2619375"/>
                </a:lnTo>
                <a:lnTo>
                  <a:pt x="581025" y="2609850"/>
                </a:lnTo>
                <a:lnTo>
                  <a:pt x="590550" y="2609850"/>
                </a:lnTo>
                <a:lnTo>
                  <a:pt x="590550" y="2600325"/>
                </a:lnTo>
                <a:lnTo>
                  <a:pt x="581025" y="2600325"/>
                </a:lnTo>
                <a:lnTo>
                  <a:pt x="581025" y="2581275"/>
                </a:lnTo>
                <a:lnTo>
                  <a:pt x="571500" y="2581275"/>
                </a:lnTo>
                <a:lnTo>
                  <a:pt x="571500" y="2571750"/>
                </a:lnTo>
                <a:lnTo>
                  <a:pt x="581025" y="2571750"/>
                </a:lnTo>
                <a:lnTo>
                  <a:pt x="581025" y="2562225"/>
                </a:lnTo>
                <a:lnTo>
                  <a:pt x="571500" y="2562225"/>
                </a:lnTo>
                <a:close/>
                <a:moveTo>
                  <a:pt x="638175" y="2552700"/>
                </a:moveTo>
                <a:lnTo>
                  <a:pt x="647700" y="2552700"/>
                </a:lnTo>
                <a:lnTo>
                  <a:pt x="647700" y="2571750"/>
                </a:lnTo>
                <a:lnTo>
                  <a:pt x="666750" y="2571750"/>
                </a:lnTo>
                <a:lnTo>
                  <a:pt x="666750" y="2552700"/>
                </a:lnTo>
                <a:lnTo>
                  <a:pt x="781050" y="2552700"/>
                </a:lnTo>
                <a:lnTo>
                  <a:pt x="781050" y="2571750"/>
                </a:lnTo>
                <a:lnTo>
                  <a:pt x="800100" y="2571750"/>
                </a:lnTo>
                <a:lnTo>
                  <a:pt x="800100" y="2590800"/>
                </a:lnTo>
                <a:lnTo>
                  <a:pt x="819150" y="2590800"/>
                </a:lnTo>
                <a:lnTo>
                  <a:pt x="819150" y="2571750"/>
                </a:lnTo>
                <a:lnTo>
                  <a:pt x="828675" y="2571750"/>
                </a:lnTo>
                <a:lnTo>
                  <a:pt x="828675" y="2562225"/>
                </a:lnTo>
                <a:lnTo>
                  <a:pt x="800100" y="2562225"/>
                </a:lnTo>
                <a:lnTo>
                  <a:pt x="800100" y="2552700"/>
                </a:lnTo>
                <a:lnTo>
                  <a:pt x="885825" y="2552700"/>
                </a:lnTo>
                <a:lnTo>
                  <a:pt x="885825" y="2562225"/>
                </a:lnTo>
                <a:lnTo>
                  <a:pt x="895350" y="2562225"/>
                </a:lnTo>
                <a:lnTo>
                  <a:pt x="895350" y="2552700"/>
                </a:lnTo>
                <a:lnTo>
                  <a:pt x="1047750" y="2552700"/>
                </a:lnTo>
                <a:lnTo>
                  <a:pt x="1047750" y="2571750"/>
                </a:lnTo>
                <a:lnTo>
                  <a:pt x="1057275" y="2571750"/>
                </a:lnTo>
                <a:lnTo>
                  <a:pt x="1057275" y="2600325"/>
                </a:lnTo>
                <a:lnTo>
                  <a:pt x="1047750" y="2600325"/>
                </a:lnTo>
                <a:lnTo>
                  <a:pt x="1047750" y="2609850"/>
                </a:lnTo>
                <a:lnTo>
                  <a:pt x="1028700" y="2609850"/>
                </a:lnTo>
                <a:lnTo>
                  <a:pt x="1028700" y="2581275"/>
                </a:lnTo>
                <a:lnTo>
                  <a:pt x="1019175" y="2581275"/>
                </a:lnTo>
                <a:lnTo>
                  <a:pt x="1019175" y="2590800"/>
                </a:lnTo>
                <a:lnTo>
                  <a:pt x="1000125" y="2590800"/>
                </a:lnTo>
                <a:lnTo>
                  <a:pt x="1000125" y="2609850"/>
                </a:lnTo>
                <a:lnTo>
                  <a:pt x="990600" y="2609850"/>
                </a:lnTo>
                <a:lnTo>
                  <a:pt x="990600" y="2619375"/>
                </a:lnTo>
                <a:lnTo>
                  <a:pt x="1009650" y="2619375"/>
                </a:lnTo>
                <a:lnTo>
                  <a:pt x="1009650" y="2628900"/>
                </a:lnTo>
                <a:lnTo>
                  <a:pt x="1019175" y="2628900"/>
                </a:lnTo>
                <a:lnTo>
                  <a:pt x="1019175" y="2657475"/>
                </a:lnTo>
                <a:lnTo>
                  <a:pt x="1009650" y="2657475"/>
                </a:lnTo>
                <a:lnTo>
                  <a:pt x="1009650" y="2647950"/>
                </a:lnTo>
                <a:lnTo>
                  <a:pt x="1000125" y="2647950"/>
                </a:lnTo>
                <a:lnTo>
                  <a:pt x="1000125" y="2638425"/>
                </a:lnTo>
                <a:lnTo>
                  <a:pt x="981075" y="2638425"/>
                </a:lnTo>
                <a:lnTo>
                  <a:pt x="981075" y="2628900"/>
                </a:lnTo>
                <a:lnTo>
                  <a:pt x="971550" y="2628900"/>
                </a:lnTo>
                <a:lnTo>
                  <a:pt x="971550" y="2638425"/>
                </a:lnTo>
                <a:lnTo>
                  <a:pt x="895350" y="2638425"/>
                </a:lnTo>
                <a:lnTo>
                  <a:pt x="895350" y="2628900"/>
                </a:lnTo>
                <a:lnTo>
                  <a:pt x="857250" y="2628900"/>
                </a:lnTo>
                <a:lnTo>
                  <a:pt x="857250" y="2638425"/>
                </a:lnTo>
                <a:lnTo>
                  <a:pt x="847725" y="2638425"/>
                </a:lnTo>
                <a:lnTo>
                  <a:pt x="847725" y="2628900"/>
                </a:lnTo>
                <a:lnTo>
                  <a:pt x="771525" y="2628900"/>
                </a:lnTo>
                <a:lnTo>
                  <a:pt x="771525" y="2638425"/>
                </a:lnTo>
                <a:lnTo>
                  <a:pt x="723900" y="2638425"/>
                </a:lnTo>
                <a:lnTo>
                  <a:pt x="723900" y="2647950"/>
                </a:lnTo>
                <a:lnTo>
                  <a:pt x="714375" y="2647950"/>
                </a:lnTo>
                <a:lnTo>
                  <a:pt x="714375" y="2657475"/>
                </a:lnTo>
                <a:lnTo>
                  <a:pt x="695325" y="2657475"/>
                </a:lnTo>
                <a:lnTo>
                  <a:pt x="695325" y="2638425"/>
                </a:lnTo>
                <a:lnTo>
                  <a:pt x="676275" y="2638425"/>
                </a:lnTo>
                <a:lnTo>
                  <a:pt x="676275" y="2657475"/>
                </a:lnTo>
                <a:lnTo>
                  <a:pt x="657225" y="2657475"/>
                </a:lnTo>
                <a:lnTo>
                  <a:pt x="657225" y="2647950"/>
                </a:lnTo>
                <a:lnTo>
                  <a:pt x="628650" y="2647950"/>
                </a:lnTo>
                <a:lnTo>
                  <a:pt x="628650" y="2638425"/>
                </a:lnTo>
                <a:lnTo>
                  <a:pt x="619125" y="2638425"/>
                </a:lnTo>
                <a:lnTo>
                  <a:pt x="619125" y="2619375"/>
                </a:lnTo>
                <a:lnTo>
                  <a:pt x="609600" y="2619375"/>
                </a:lnTo>
                <a:lnTo>
                  <a:pt x="609600" y="2609850"/>
                </a:lnTo>
                <a:lnTo>
                  <a:pt x="628650" y="2609850"/>
                </a:lnTo>
                <a:lnTo>
                  <a:pt x="628650" y="2600325"/>
                </a:lnTo>
                <a:lnTo>
                  <a:pt x="638175" y="2600325"/>
                </a:lnTo>
                <a:lnTo>
                  <a:pt x="638175" y="2571750"/>
                </a:lnTo>
                <a:lnTo>
                  <a:pt x="628650" y="2571750"/>
                </a:lnTo>
                <a:lnTo>
                  <a:pt x="628650" y="2562225"/>
                </a:lnTo>
                <a:lnTo>
                  <a:pt x="638175" y="2562225"/>
                </a:lnTo>
                <a:close/>
                <a:moveTo>
                  <a:pt x="1076325" y="2552700"/>
                </a:moveTo>
                <a:lnTo>
                  <a:pt x="1095375" y="2552700"/>
                </a:lnTo>
                <a:lnTo>
                  <a:pt x="1095375" y="2571750"/>
                </a:lnTo>
                <a:lnTo>
                  <a:pt x="1076325" y="2571750"/>
                </a:lnTo>
                <a:close/>
                <a:moveTo>
                  <a:pt x="1162050" y="2552700"/>
                </a:moveTo>
                <a:lnTo>
                  <a:pt x="1181100" y="2552700"/>
                </a:lnTo>
                <a:lnTo>
                  <a:pt x="1181100" y="2562225"/>
                </a:lnTo>
                <a:lnTo>
                  <a:pt x="1266825" y="2562225"/>
                </a:lnTo>
                <a:lnTo>
                  <a:pt x="1266825" y="2552700"/>
                </a:lnTo>
                <a:lnTo>
                  <a:pt x="1276350" y="2552700"/>
                </a:lnTo>
                <a:lnTo>
                  <a:pt x="1276350" y="2562225"/>
                </a:lnTo>
                <a:lnTo>
                  <a:pt x="1266825" y="2562225"/>
                </a:lnTo>
                <a:lnTo>
                  <a:pt x="1266825" y="2571750"/>
                </a:lnTo>
                <a:lnTo>
                  <a:pt x="1257300" y="2571750"/>
                </a:lnTo>
                <a:lnTo>
                  <a:pt x="1257300" y="2581275"/>
                </a:lnTo>
                <a:lnTo>
                  <a:pt x="1276350" y="2581275"/>
                </a:lnTo>
                <a:lnTo>
                  <a:pt x="1276350" y="2571750"/>
                </a:lnTo>
                <a:lnTo>
                  <a:pt x="1295400" y="2571750"/>
                </a:lnTo>
                <a:lnTo>
                  <a:pt x="1295400" y="2600325"/>
                </a:lnTo>
                <a:lnTo>
                  <a:pt x="1276350" y="2600325"/>
                </a:lnTo>
                <a:lnTo>
                  <a:pt x="1276350" y="2609850"/>
                </a:lnTo>
                <a:lnTo>
                  <a:pt x="1266825" y="2609850"/>
                </a:lnTo>
                <a:lnTo>
                  <a:pt x="1266825" y="2619375"/>
                </a:lnTo>
                <a:lnTo>
                  <a:pt x="1257300" y="2619375"/>
                </a:lnTo>
                <a:lnTo>
                  <a:pt x="1257300" y="2628900"/>
                </a:lnTo>
                <a:lnTo>
                  <a:pt x="1266825" y="2628900"/>
                </a:lnTo>
                <a:lnTo>
                  <a:pt x="1266825" y="2647950"/>
                </a:lnTo>
                <a:lnTo>
                  <a:pt x="1276350" y="2647950"/>
                </a:lnTo>
                <a:lnTo>
                  <a:pt x="1276350" y="2667000"/>
                </a:lnTo>
                <a:lnTo>
                  <a:pt x="1266825" y="2667000"/>
                </a:lnTo>
                <a:lnTo>
                  <a:pt x="1266825" y="2657475"/>
                </a:lnTo>
                <a:lnTo>
                  <a:pt x="1247775" y="2657475"/>
                </a:lnTo>
                <a:lnTo>
                  <a:pt x="1247775" y="2667000"/>
                </a:lnTo>
                <a:lnTo>
                  <a:pt x="1200150" y="2667000"/>
                </a:lnTo>
                <a:lnTo>
                  <a:pt x="1200150" y="2657475"/>
                </a:lnTo>
                <a:lnTo>
                  <a:pt x="1190625" y="2657475"/>
                </a:lnTo>
                <a:lnTo>
                  <a:pt x="1190625" y="2638425"/>
                </a:lnTo>
                <a:lnTo>
                  <a:pt x="1181100" y="2638425"/>
                </a:lnTo>
                <a:lnTo>
                  <a:pt x="1181100" y="2657475"/>
                </a:lnTo>
                <a:lnTo>
                  <a:pt x="1133475" y="2657475"/>
                </a:lnTo>
                <a:lnTo>
                  <a:pt x="1133475" y="2647950"/>
                </a:lnTo>
                <a:lnTo>
                  <a:pt x="1143000" y="2647950"/>
                </a:lnTo>
                <a:lnTo>
                  <a:pt x="1143000" y="2600325"/>
                </a:lnTo>
                <a:lnTo>
                  <a:pt x="1133475" y="2600325"/>
                </a:lnTo>
                <a:lnTo>
                  <a:pt x="1133475" y="2590800"/>
                </a:lnTo>
                <a:lnTo>
                  <a:pt x="1123950" y="2590800"/>
                </a:lnTo>
                <a:lnTo>
                  <a:pt x="1123950" y="2619375"/>
                </a:lnTo>
                <a:lnTo>
                  <a:pt x="1104900" y="2619375"/>
                </a:lnTo>
                <a:lnTo>
                  <a:pt x="1104900" y="2609850"/>
                </a:lnTo>
                <a:lnTo>
                  <a:pt x="1095375" y="2609850"/>
                </a:lnTo>
                <a:lnTo>
                  <a:pt x="1095375" y="2590800"/>
                </a:lnTo>
                <a:lnTo>
                  <a:pt x="1085850" y="2590800"/>
                </a:lnTo>
                <a:lnTo>
                  <a:pt x="1085850" y="2581275"/>
                </a:lnTo>
                <a:lnTo>
                  <a:pt x="1114425" y="2581275"/>
                </a:lnTo>
                <a:lnTo>
                  <a:pt x="1114425" y="2571750"/>
                </a:lnTo>
                <a:lnTo>
                  <a:pt x="1133475" y="2571750"/>
                </a:lnTo>
                <a:lnTo>
                  <a:pt x="1133475" y="2581275"/>
                </a:lnTo>
                <a:lnTo>
                  <a:pt x="1143000" y="2581275"/>
                </a:lnTo>
                <a:lnTo>
                  <a:pt x="1143000" y="2590800"/>
                </a:lnTo>
                <a:lnTo>
                  <a:pt x="1152525" y="2590800"/>
                </a:lnTo>
                <a:lnTo>
                  <a:pt x="1152525" y="2581275"/>
                </a:lnTo>
                <a:lnTo>
                  <a:pt x="1171575" y="2581275"/>
                </a:lnTo>
                <a:lnTo>
                  <a:pt x="1171575" y="2562225"/>
                </a:lnTo>
                <a:lnTo>
                  <a:pt x="1162050" y="2562225"/>
                </a:lnTo>
                <a:close/>
                <a:moveTo>
                  <a:pt x="1314450" y="2552700"/>
                </a:moveTo>
                <a:lnTo>
                  <a:pt x="1352550" y="2552700"/>
                </a:lnTo>
                <a:lnTo>
                  <a:pt x="1352550" y="2562225"/>
                </a:lnTo>
                <a:lnTo>
                  <a:pt x="1381125" y="2562225"/>
                </a:lnTo>
                <a:lnTo>
                  <a:pt x="1381125" y="2571750"/>
                </a:lnTo>
                <a:lnTo>
                  <a:pt x="1409700" y="2571750"/>
                </a:lnTo>
                <a:lnTo>
                  <a:pt x="1409700" y="2562225"/>
                </a:lnTo>
                <a:lnTo>
                  <a:pt x="1428750" y="2562225"/>
                </a:lnTo>
                <a:lnTo>
                  <a:pt x="1428750" y="2571750"/>
                </a:lnTo>
                <a:lnTo>
                  <a:pt x="1447800" y="2571750"/>
                </a:lnTo>
                <a:lnTo>
                  <a:pt x="1447800" y="2562225"/>
                </a:lnTo>
                <a:lnTo>
                  <a:pt x="1476375" y="2562225"/>
                </a:lnTo>
                <a:lnTo>
                  <a:pt x="1476375" y="2571750"/>
                </a:lnTo>
                <a:lnTo>
                  <a:pt x="1514475" y="2571750"/>
                </a:lnTo>
                <a:lnTo>
                  <a:pt x="1514475" y="2562225"/>
                </a:lnTo>
                <a:lnTo>
                  <a:pt x="1571625" y="2562225"/>
                </a:lnTo>
                <a:lnTo>
                  <a:pt x="1571625" y="2552700"/>
                </a:lnTo>
                <a:lnTo>
                  <a:pt x="1619250" y="2552700"/>
                </a:lnTo>
                <a:lnTo>
                  <a:pt x="1619250" y="2562225"/>
                </a:lnTo>
                <a:lnTo>
                  <a:pt x="1638300" y="2562225"/>
                </a:lnTo>
                <a:lnTo>
                  <a:pt x="1638300" y="2552700"/>
                </a:lnTo>
                <a:lnTo>
                  <a:pt x="1657350" y="2552700"/>
                </a:lnTo>
                <a:lnTo>
                  <a:pt x="1657350" y="2571750"/>
                </a:lnTo>
                <a:lnTo>
                  <a:pt x="1666875" y="2571750"/>
                </a:lnTo>
                <a:lnTo>
                  <a:pt x="1666875" y="2552700"/>
                </a:lnTo>
                <a:lnTo>
                  <a:pt x="1704975" y="2552700"/>
                </a:lnTo>
                <a:lnTo>
                  <a:pt x="1704975" y="2562225"/>
                </a:lnTo>
                <a:lnTo>
                  <a:pt x="1724025" y="2562225"/>
                </a:lnTo>
                <a:lnTo>
                  <a:pt x="1724025" y="2581275"/>
                </a:lnTo>
                <a:lnTo>
                  <a:pt x="1685925" y="2581275"/>
                </a:lnTo>
                <a:lnTo>
                  <a:pt x="1685925" y="2590800"/>
                </a:lnTo>
                <a:lnTo>
                  <a:pt x="1676400" y="2590800"/>
                </a:lnTo>
                <a:lnTo>
                  <a:pt x="1676400" y="2581275"/>
                </a:lnTo>
                <a:lnTo>
                  <a:pt x="1638300" y="2581275"/>
                </a:lnTo>
                <a:lnTo>
                  <a:pt x="1638300" y="2571750"/>
                </a:lnTo>
                <a:lnTo>
                  <a:pt x="1609725" y="2571750"/>
                </a:lnTo>
                <a:lnTo>
                  <a:pt x="1609725" y="2581275"/>
                </a:lnTo>
                <a:lnTo>
                  <a:pt x="1457325" y="2581275"/>
                </a:lnTo>
                <a:lnTo>
                  <a:pt x="1457325" y="2590800"/>
                </a:lnTo>
                <a:lnTo>
                  <a:pt x="1438275" y="2590800"/>
                </a:lnTo>
                <a:lnTo>
                  <a:pt x="1438275" y="2581275"/>
                </a:lnTo>
                <a:lnTo>
                  <a:pt x="1428750" y="2581275"/>
                </a:lnTo>
                <a:lnTo>
                  <a:pt x="1428750" y="2590800"/>
                </a:lnTo>
                <a:lnTo>
                  <a:pt x="1419225" y="2590800"/>
                </a:lnTo>
                <a:lnTo>
                  <a:pt x="1419225" y="2581275"/>
                </a:lnTo>
                <a:lnTo>
                  <a:pt x="1409700" y="2581275"/>
                </a:lnTo>
                <a:lnTo>
                  <a:pt x="1409700" y="2590800"/>
                </a:lnTo>
                <a:lnTo>
                  <a:pt x="1381125" y="2590800"/>
                </a:lnTo>
                <a:lnTo>
                  <a:pt x="1381125" y="2581275"/>
                </a:lnTo>
                <a:lnTo>
                  <a:pt x="1314450" y="2581275"/>
                </a:lnTo>
                <a:lnTo>
                  <a:pt x="1314450" y="2571750"/>
                </a:lnTo>
                <a:lnTo>
                  <a:pt x="1304925" y="2571750"/>
                </a:lnTo>
                <a:lnTo>
                  <a:pt x="1304925" y="2562225"/>
                </a:lnTo>
                <a:lnTo>
                  <a:pt x="1314450" y="2562225"/>
                </a:lnTo>
                <a:close/>
                <a:moveTo>
                  <a:pt x="323850" y="2562225"/>
                </a:moveTo>
                <a:lnTo>
                  <a:pt x="333375" y="2562225"/>
                </a:lnTo>
                <a:lnTo>
                  <a:pt x="333375" y="2571750"/>
                </a:lnTo>
                <a:lnTo>
                  <a:pt x="323850" y="2571750"/>
                </a:lnTo>
                <a:close/>
                <a:moveTo>
                  <a:pt x="914400" y="2571750"/>
                </a:moveTo>
                <a:lnTo>
                  <a:pt x="923925" y="2571750"/>
                </a:lnTo>
                <a:lnTo>
                  <a:pt x="923925" y="2562225"/>
                </a:lnTo>
                <a:lnTo>
                  <a:pt x="914400" y="2562225"/>
                </a:lnTo>
                <a:close/>
                <a:moveTo>
                  <a:pt x="933450" y="2571750"/>
                </a:moveTo>
                <a:lnTo>
                  <a:pt x="962025" y="2571750"/>
                </a:lnTo>
                <a:lnTo>
                  <a:pt x="962025" y="2562225"/>
                </a:lnTo>
                <a:lnTo>
                  <a:pt x="933450" y="2562225"/>
                </a:lnTo>
                <a:close/>
                <a:moveTo>
                  <a:pt x="1228725" y="2581275"/>
                </a:moveTo>
                <a:lnTo>
                  <a:pt x="1247775" y="2581275"/>
                </a:lnTo>
                <a:lnTo>
                  <a:pt x="1247775" y="2571750"/>
                </a:lnTo>
                <a:lnTo>
                  <a:pt x="1228725" y="2571750"/>
                </a:lnTo>
                <a:close/>
                <a:moveTo>
                  <a:pt x="1181100" y="2600325"/>
                </a:moveTo>
                <a:lnTo>
                  <a:pt x="1200150" y="2600325"/>
                </a:lnTo>
                <a:lnTo>
                  <a:pt x="1200150" y="2581275"/>
                </a:lnTo>
                <a:lnTo>
                  <a:pt x="1190625" y="2581275"/>
                </a:lnTo>
                <a:lnTo>
                  <a:pt x="1190625" y="2590800"/>
                </a:lnTo>
                <a:lnTo>
                  <a:pt x="1181100" y="2590800"/>
                </a:lnTo>
                <a:close/>
                <a:moveTo>
                  <a:pt x="942975" y="2609850"/>
                </a:moveTo>
                <a:lnTo>
                  <a:pt x="952500" y="2609850"/>
                </a:lnTo>
                <a:lnTo>
                  <a:pt x="952500" y="2600325"/>
                </a:lnTo>
                <a:lnTo>
                  <a:pt x="942975" y="2600325"/>
                </a:lnTo>
                <a:lnTo>
                  <a:pt x="942975" y="2590800"/>
                </a:lnTo>
                <a:lnTo>
                  <a:pt x="923925" y="2590800"/>
                </a:lnTo>
                <a:lnTo>
                  <a:pt x="923925" y="2628900"/>
                </a:lnTo>
                <a:lnTo>
                  <a:pt x="942975" y="2628900"/>
                </a:lnTo>
                <a:close/>
                <a:moveTo>
                  <a:pt x="1076325" y="2609850"/>
                </a:moveTo>
                <a:lnTo>
                  <a:pt x="1085850" y="2609850"/>
                </a:lnTo>
                <a:lnTo>
                  <a:pt x="1085850" y="2638425"/>
                </a:lnTo>
                <a:lnTo>
                  <a:pt x="1095375" y="2638425"/>
                </a:lnTo>
                <a:lnTo>
                  <a:pt x="1095375" y="2647950"/>
                </a:lnTo>
                <a:lnTo>
                  <a:pt x="1085850" y="2647950"/>
                </a:lnTo>
                <a:lnTo>
                  <a:pt x="1085850" y="2657475"/>
                </a:lnTo>
                <a:lnTo>
                  <a:pt x="1076325" y="2657475"/>
                </a:lnTo>
                <a:lnTo>
                  <a:pt x="1076325" y="2667000"/>
                </a:lnTo>
                <a:lnTo>
                  <a:pt x="1057275" y="2667000"/>
                </a:lnTo>
                <a:lnTo>
                  <a:pt x="1057275" y="2657475"/>
                </a:lnTo>
                <a:lnTo>
                  <a:pt x="1047750" y="2657475"/>
                </a:lnTo>
                <a:lnTo>
                  <a:pt x="1047750" y="2647950"/>
                </a:lnTo>
                <a:lnTo>
                  <a:pt x="1038225" y="2647950"/>
                </a:lnTo>
                <a:lnTo>
                  <a:pt x="1038225" y="2638425"/>
                </a:lnTo>
                <a:lnTo>
                  <a:pt x="1047750" y="2638425"/>
                </a:lnTo>
                <a:lnTo>
                  <a:pt x="1047750" y="2628900"/>
                </a:lnTo>
                <a:lnTo>
                  <a:pt x="1066800" y="2628900"/>
                </a:lnTo>
                <a:lnTo>
                  <a:pt x="1066800" y="2619375"/>
                </a:lnTo>
                <a:lnTo>
                  <a:pt x="1076325" y="2619375"/>
                </a:lnTo>
                <a:close/>
                <a:moveTo>
                  <a:pt x="1104900" y="2609850"/>
                </a:moveTo>
                <a:lnTo>
                  <a:pt x="1114425" y="2609850"/>
                </a:lnTo>
                <a:lnTo>
                  <a:pt x="1114425" y="2600325"/>
                </a:lnTo>
                <a:lnTo>
                  <a:pt x="1104900" y="2600325"/>
                </a:lnTo>
                <a:close/>
                <a:moveTo>
                  <a:pt x="1238250" y="2609850"/>
                </a:moveTo>
                <a:lnTo>
                  <a:pt x="1247775" y="2609850"/>
                </a:lnTo>
                <a:lnTo>
                  <a:pt x="1247775" y="2600325"/>
                </a:lnTo>
                <a:lnTo>
                  <a:pt x="1228725" y="2600325"/>
                </a:lnTo>
                <a:lnTo>
                  <a:pt x="1228725" y="2609850"/>
                </a:lnTo>
                <a:lnTo>
                  <a:pt x="1209675" y="2609850"/>
                </a:lnTo>
                <a:lnTo>
                  <a:pt x="1209675" y="2600325"/>
                </a:lnTo>
                <a:lnTo>
                  <a:pt x="1200150" y="2600325"/>
                </a:lnTo>
                <a:lnTo>
                  <a:pt x="1200150" y="2619375"/>
                </a:lnTo>
                <a:lnTo>
                  <a:pt x="1209675" y="2619375"/>
                </a:lnTo>
                <a:lnTo>
                  <a:pt x="1209675" y="2628900"/>
                </a:lnTo>
                <a:lnTo>
                  <a:pt x="1200150" y="2628900"/>
                </a:lnTo>
                <a:lnTo>
                  <a:pt x="1200150" y="2638425"/>
                </a:lnTo>
                <a:lnTo>
                  <a:pt x="1219200" y="2638425"/>
                </a:lnTo>
                <a:lnTo>
                  <a:pt x="1219200" y="2619375"/>
                </a:lnTo>
                <a:lnTo>
                  <a:pt x="1238250" y="2619375"/>
                </a:lnTo>
                <a:close/>
                <a:moveTo>
                  <a:pt x="466725" y="2619375"/>
                </a:moveTo>
                <a:lnTo>
                  <a:pt x="476250" y="2619375"/>
                </a:lnTo>
                <a:lnTo>
                  <a:pt x="476250" y="2628900"/>
                </a:lnTo>
                <a:lnTo>
                  <a:pt x="466725" y="2628900"/>
                </a:lnTo>
                <a:close/>
                <a:moveTo>
                  <a:pt x="857250" y="2619375"/>
                </a:moveTo>
                <a:lnTo>
                  <a:pt x="866775" y="2619375"/>
                </a:lnTo>
                <a:lnTo>
                  <a:pt x="866775" y="2600325"/>
                </a:lnTo>
                <a:lnTo>
                  <a:pt x="857250" y="2600325"/>
                </a:lnTo>
                <a:close/>
                <a:moveTo>
                  <a:pt x="742950" y="2647950"/>
                </a:moveTo>
                <a:lnTo>
                  <a:pt x="752475" y="2647950"/>
                </a:lnTo>
                <a:lnTo>
                  <a:pt x="752475" y="2657475"/>
                </a:lnTo>
                <a:lnTo>
                  <a:pt x="742950" y="2657475"/>
                </a:lnTo>
                <a:close/>
                <a:moveTo>
                  <a:pt x="809625" y="2647950"/>
                </a:moveTo>
                <a:lnTo>
                  <a:pt x="819150" y="2647950"/>
                </a:lnTo>
                <a:lnTo>
                  <a:pt x="819150" y="2657475"/>
                </a:lnTo>
                <a:lnTo>
                  <a:pt x="809625" y="2657475"/>
                </a:lnTo>
                <a:close/>
                <a:moveTo>
                  <a:pt x="1552575" y="2667000"/>
                </a:moveTo>
                <a:lnTo>
                  <a:pt x="1581150" y="2667000"/>
                </a:lnTo>
                <a:lnTo>
                  <a:pt x="1581150" y="2686050"/>
                </a:lnTo>
                <a:lnTo>
                  <a:pt x="1552575" y="2686050"/>
                </a:lnTo>
                <a:close/>
                <a:moveTo>
                  <a:pt x="1647825" y="2667000"/>
                </a:moveTo>
                <a:lnTo>
                  <a:pt x="1666875" y="2667000"/>
                </a:lnTo>
                <a:lnTo>
                  <a:pt x="1666875" y="2676525"/>
                </a:lnTo>
                <a:lnTo>
                  <a:pt x="1676400" y="2676525"/>
                </a:lnTo>
                <a:lnTo>
                  <a:pt x="1676400" y="2686050"/>
                </a:lnTo>
                <a:lnTo>
                  <a:pt x="1647825" y="2686050"/>
                </a:lnTo>
                <a:close/>
                <a:moveTo>
                  <a:pt x="1409700" y="2676525"/>
                </a:moveTo>
                <a:lnTo>
                  <a:pt x="1419225" y="2676525"/>
                </a:lnTo>
                <a:lnTo>
                  <a:pt x="1419225" y="2686050"/>
                </a:lnTo>
                <a:lnTo>
                  <a:pt x="1409700" y="2686050"/>
                </a:lnTo>
                <a:close/>
                <a:moveTo>
                  <a:pt x="314325" y="2686050"/>
                </a:moveTo>
                <a:lnTo>
                  <a:pt x="323850" y="2686050"/>
                </a:lnTo>
                <a:lnTo>
                  <a:pt x="323850" y="2695575"/>
                </a:lnTo>
                <a:lnTo>
                  <a:pt x="314325" y="2695575"/>
                </a:lnTo>
                <a:close/>
                <a:moveTo>
                  <a:pt x="1238250" y="2686050"/>
                </a:moveTo>
                <a:lnTo>
                  <a:pt x="1247775" y="2686050"/>
                </a:lnTo>
                <a:lnTo>
                  <a:pt x="1247775" y="2695575"/>
                </a:lnTo>
                <a:lnTo>
                  <a:pt x="1238250" y="2695575"/>
                </a:lnTo>
                <a:close/>
                <a:moveTo>
                  <a:pt x="1266825" y="2686050"/>
                </a:moveTo>
                <a:lnTo>
                  <a:pt x="1295400" y="2686050"/>
                </a:lnTo>
                <a:lnTo>
                  <a:pt x="1295400" y="2695575"/>
                </a:lnTo>
                <a:lnTo>
                  <a:pt x="1266825" y="2695575"/>
                </a:lnTo>
                <a:close/>
                <a:moveTo>
                  <a:pt x="361950" y="2695575"/>
                </a:moveTo>
                <a:lnTo>
                  <a:pt x="371475" y="2695575"/>
                </a:lnTo>
                <a:lnTo>
                  <a:pt x="371475" y="2705100"/>
                </a:lnTo>
                <a:lnTo>
                  <a:pt x="390525" y="2705100"/>
                </a:lnTo>
                <a:lnTo>
                  <a:pt x="390525" y="2695575"/>
                </a:lnTo>
                <a:lnTo>
                  <a:pt x="400050" y="2695575"/>
                </a:lnTo>
                <a:lnTo>
                  <a:pt x="400050" y="2705100"/>
                </a:lnTo>
                <a:lnTo>
                  <a:pt x="390525" y="2705100"/>
                </a:lnTo>
                <a:lnTo>
                  <a:pt x="390525" y="2714625"/>
                </a:lnTo>
                <a:lnTo>
                  <a:pt x="400050" y="2714625"/>
                </a:lnTo>
                <a:lnTo>
                  <a:pt x="400050" y="2724150"/>
                </a:lnTo>
                <a:lnTo>
                  <a:pt x="390525" y="2724150"/>
                </a:lnTo>
                <a:lnTo>
                  <a:pt x="390525" y="2743200"/>
                </a:lnTo>
                <a:lnTo>
                  <a:pt x="371475" y="2743200"/>
                </a:lnTo>
                <a:lnTo>
                  <a:pt x="371475" y="2724150"/>
                </a:lnTo>
                <a:lnTo>
                  <a:pt x="361950" y="2724150"/>
                </a:lnTo>
                <a:close/>
                <a:moveTo>
                  <a:pt x="476250" y="2695575"/>
                </a:moveTo>
                <a:lnTo>
                  <a:pt x="495300" y="2695575"/>
                </a:lnTo>
                <a:lnTo>
                  <a:pt x="495300" y="2705100"/>
                </a:lnTo>
                <a:lnTo>
                  <a:pt x="485775" y="2705100"/>
                </a:lnTo>
                <a:lnTo>
                  <a:pt x="485775" y="2714625"/>
                </a:lnTo>
                <a:lnTo>
                  <a:pt x="504825" y="2714625"/>
                </a:lnTo>
                <a:lnTo>
                  <a:pt x="504825" y="2733675"/>
                </a:lnTo>
                <a:lnTo>
                  <a:pt x="514350" y="2733675"/>
                </a:lnTo>
                <a:lnTo>
                  <a:pt x="514350" y="2743200"/>
                </a:lnTo>
                <a:lnTo>
                  <a:pt x="476250" y="2743200"/>
                </a:lnTo>
                <a:lnTo>
                  <a:pt x="476250" y="2724150"/>
                </a:lnTo>
                <a:lnTo>
                  <a:pt x="466725" y="2724150"/>
                </a:lnTo>
                <a:lnTo>
                  <a:pt x="466725" y="2714625"/>
                </a:lnTo>
                <a:lnTo>
                  <a:pt x="476250" y="2714625"/>
                </a:lnTo>
                <a:close/>
                <a:moveTo>
                  <a:pt x="533400" y="2695575"/>
                </a:moveTo>
                <a:lnTo>
                  <a:pt x="542925" y="2695575"/>
                </a:lnTo>
                <a:lnTo>
                  <a:pt x="542925" y="2705100"/>
                </a:lnTo>
                <a:lnTo>
                  <a:pt x="533400" y="2705100"/>
                </a:lnTo>
                <a:close/>
                <a:moveTo>
                  <a:pt x="257175" y="2705100"/>
                </a:moveTo>
                <a:lnTo>
                  <a:pt x="285750" y="2705100"/>
                </a:lnTo>
                <a:lnTo>
                  <a:pt x="285750" y="2714625"/>
                </a:lnTo>
                <a:lnTo>
                  <a:pt x="257175" y="2714625"/>
                </a:lnTo>
                <a:close/>
                <a:moveTo>
                  <a:pt x="571500" y="2724150"/>
                </a:moveTo>
                <a:lnTo>
                  <a:pt x="581025" y="2724150"/>
                </a:lnTo>
                <a:lnTo>
                  <a:pt x="581025" y="2733675"/>
                </a:lnTo>
                <a:lnTo>
                  <a:pt x="571500" y="2733675"/>
                </a:lnTo>
                <a:close/>
                <a:moveTo>
                  <a:pt x="1704975" y="2724150"/>
                </a:moveTo>
                <a:lnTo>
                  <a:pt x="1724025" y="2724150"/>
                </a:lnTo>
                <a:lnTo>
                  <a:pt x="1724025" y="2733675"/>
                </a:lnTo>
                <a:lnTo>
                  <a:pt x="1704975" y="2733675"/>
                </a:lnTo>
                <a:close/>
                <a:moveTo>
                  <a:pt x="238125" y="2733675"/>
                </a:moveTo>
                <a:lnTo>
                  <a:pt x="257175" y="2733675"/>
                </a:lnTo>
                <a:lnTo>
                  <a:pt x="257175" y="2743200"/>
                </a:lnTo>
                <a:lnTo>
                  <a:pt x="238125" y="2743200"/>
                </a:lnTo>
                <a:close/>
                <a:moveTo>
                  <a:pt x="542925" y="2733675"/>
                </a:moveTo>
                <a:lnTo>
                  <a:pt x="552450" y="2733675"/>
                </a:lnTo>
                <a:lnTo>
                  <a:pt x="552450" y="2743200"/>
                </a:lnTo>
                <a:lnTo>
                  <a:pt x="542925" y="2743200"/>
                </a:lnTo>
                <a:close/>
                <a:moveTo>
                  <a:pt x="914400" y="2733675"/>
                </a:moveTo>
                <a:lnTo>
                  <a:pt x="923925" y="2733675"/>
                </a:lnTo>
                <a:lnTo>
                  <a:pt x="923925" y="2743200"/>
                </a:lnTo>
                <a:lnTo>
                  <a:pt x="914400" y="2743200"/>
                </a:lnTo>
                <a:close/>
                <a:moveTo>
                  <a:pt x="1676400" y="2752725"/>
                </a:moveTo>
                <a:lnTo>
                  <a:pt x="1685925" y="2752725"/>
                </a:lnTo>
                <a:lnTo>
                  <a:pt x="1685925" y="2771775"/>
                </a:lnTo>
                <a:lnTo>
                  <a:pt x="1676400" y="2771775"/>
                </a:lnTo>
                <a:close/>
                <a:moveTo>
                  <a:pt x="342900" y="2762250"/>
                </a:moveTo>
                <a:lnTo>
                  <a:pt x="371475" y="2762250"/>
                </a:lnTo>
                <a:lnTo>
                  <a:pt x="371475" y="2771775"/>
                </a:lnTo>
                <a:lnTo>
                  <a:pt x="342900" y="2771775"/>
                </a:lnTo>
                <a:close/>
                <a:moveTo>
                  <a:pt x="457200" y="2771775"/>
                </a:moveTo>
                <a:lnTo>
                  <a:pt x="466725" y="2771775"/>
                </a:lnTo>
                <a:lnTo>
                  <a:pt x="466725" y="2781300"/>
                </a:lnTo>
                <a:lnTo>
                  <a:pt x="476250" y="2781300"/>
                </a:lnTo>
                <a:lnTo>
                  <a:pt x="476250" y="2790825"/>
                </a:lnTo>
                <a:lnTo>
                  <a:pt x="466725" y="2790825"/>
                </a:lnTo>
                <a:lnTo>
                  <a:pt x="466725" y="2809875"/>
                </a:lnTo>
                <a:lnTo>
                  <a:pt x="447675" y="2809875"/>
                </a:lnTo>
                <a:lnTo>
                  <a:pt x="447675" y="2819400"/>
                </a:lnTo>
                <a:lnTo>
                  <a:pt x="438150" y="2819400"/>
                </a:lnTo>
                <a:lnTo>
                  <a:pt x="438150" y="2800350"/>
                </a:lnTo>
                <a:lnTo>
                  <a:pt x="457200" y="2800350"/>
                </a:lnTo>
                <a:lnTo>
                  <a:pt x="457200" y="2790825"/>
                </a:lnTo>
                <a:lnTo>
                  <a:pt x="438150" y="2790825"/>
                </a:lnTo>
                <a:lnTo>
                  <a:pt x="438150" y="2781300"/>
                </a:lnTo>
                <a:lnTo>
                  <a:pt x="457200" y="2781300"/>
                </a:lnTo>
                <a:close/>
                <a:moveTo>
                  <a:pt x="561975" y="2771775"/>
                </a:moveTo>
                <a:lnTo>
                  <a:pt x="600075" y="2771775"/>
                </a:lnTo>
                <a:lnTo>
                  <a:pt x="600075" y="2781300"/>
                </a:lnTo>
                <a:lnTo>
                  <a:pt x="590550" y="2781300"/>
                </a:lnTo>
                <a:lnTo>
                  <a:pt x="590550" y="2790825"/>
                </a:lnTo>
                <a:lnTo>
                  <a:pt x="571500" y="2790825"/>
                </a:lnTo>
                <a:lnTo>
                  <a:pt x="571500" y="2781300"/>
                </a:lnTo>
                <a:lnTo>
                  <a:pt x="561975" y="2781300"/>
                </a:lnTo>
                <a:close/>
                <a:moveTo>
                  <a:pt x="723900" y="2771775"/>
                </a:moveTo>
                <a:lnTo>
                  <a:pt x="742950" y="2771775"/>
                </a:lnTo>
                <a:lnTo>
                  <a:pt x="742950" y="2790825"/>
                </a:lnTo>
                <a:lnTo>
                  <a:pt x="733425" y="2790825"/>
                </a:lnTo>
                <a:lnTo>
                  <a:pt x="733425" y="2781300"/>
                </a:lnTo>
                <a:lnTo>
                  <a:pt x="723900" y="2781300"/>
                </a:lnTo>
                <a:close/>
                <a:moveTo>
                  <a:pt x="895350" y="2771775"/>
                </a:moveTo>
                <a:lnTo>
                  <a:pt x="1143000" y="2771775"/>
                </a:lnTo>
                <a:lnTo>
                  <a:pt x="1143000" y="2781300"/>
                </a:lnTo>
                <a:lnTo>
                  <a:pt x="1123950" y="2781300"/>
                </a:lnTo>
                <a:lnTo>
                  <a:pt x="1123950" y="2790825"/>
                </a:lnTo>
                <a:lnTo>
                  <a:pt x="1133475" y="2790825"/>
                </a:lnTo>
                <a:lnTo>
                  <a:pt x="1133475" y="2800350"/>
                </a:lnTo>
                <a:lnTo>
                  <a:pt x="1123950" y="2800350"/>
                </a:lnTo>
                <a:lnTo>
                  <a:pt x="1123950" y="2819400"/>
                </a:lnTo>
                <a:lnTo>
                  <a:pt x="1133475" y="2819400"/>
                </a:lnTo>
                <a:lnTo>
                  <a:pt x="1133475" y="2809875"/>
                </a:lnTo>
                <a:lnTo>
                  <a:pt x="1143000" y="2809875"/>
                </a:lnTo>
                <a:lnTo>
                  <a:pt x="1143000" y="2819400"/>
                </a:lnTo>
                <a:lnTo>
                  <a:pt x="1200150" y="2819400"/>
                </a:lnTo>
                <a:lnTo>
                  <a:pt x="1200150" y="2838450"/>
                </a:lnTo>
                <a:lnTo>
                  <a:pt x="1219200" y="2838450"/>
                </a:lnTo>
                <a:lnTo>
                  <a:pt x="1219200" y="2847975"/>
                </a:lnTo>
                <a:lnTo>
                  <a:pt x="1228725" y="2847975"/>
                </a:lnTo>
                <a:lnTo>
                  <a:pt x="1228725" y="2838450"/>
                </a:lnTo>
                <a:lnTo>
                  <a:pt x="1238250" y="2838450"/>
                </a:lnTo>
                <a:lnTo>
                  <a:pt x="1238250" y="2819400"/>
                </a:lnTo>
                <a:lnTo>
                  <a:pt x="1247775" y="2819400"/>
                </a:lnTo>
                <a:lnTo>
                  <a:pt x="1247775" y="2809875"/>
                </a:lnTo>
                <a:lnTo>
                  <a:pt x="1323975" y="2809875"/>
                </a:lnTo>
                <a:lnTo>
                  <a:pt x="1323975" y="2819400"/>
                </a:lnTo>
                <a:lnTo>
                  <a:pt x="1333500" y="2819400"/>
                </a:lnTo>
                <a:lnTo>
                  <a:pt x="1333500" y="2828925"/>
                </a:lnTo>
                <a:lnTo>
                  <a:pt x="1314450" y="2828925"/>
                </a:lnTo>
                <a:lnTo>
                  <a:pt x="1314450" y="2838450"/>
                </a:lnTo>
                <a:lnTo>
                  <a:pt x="1304925" y="2838450"/>
                </a:lnTo>
                <a:lnTo>
                  <a:pt x="1304925" y="2828925"/>
                </a:lnTo>
                <a:lnTo>
                  <a:pt x="1266825" y="2828925"/>
                </a:lnTo>
                <a:lnTo>
                  <a:pt x="1266825" y="2838450"/>
                </a:lnTo>
                <a:lnTo>
                  <a:pt x="1257300" y="2838450"/>
                </a:lnTo>
                <a:lnTo>
                  <a:pt x="1257300" y="2847975"/>
                </a:lnTo>
                <a:lnTo>
                  <a:pt x="1238250" y="2847975"/>
                </a:lnTo>
                <a:lnTo>
                  <a:pt x="1238250" y="2857500"/>
                </a:lnTo>
                <a:lnTo>
                  <a:pt x="1228725" y="2857500"/>
                </a:lnTo>
                <a:lnTo>
                  <a:pt x="1228725" y="2876550"/>
                </a:lnTo>
                <a:lnTo>
                  <a:pt x="1209675" y="2876550"/>
                </a:lnTo>
                <a:lnTo>
                  <a:pt x="1209675" y="2905125"/>
                </a:lnTo>
                <a:lnTo>
                  <a:pt x="1219200" y="2905125"/>
                </a:lnTo>
                <a:lnTo>
                  <a:pt x="1219200" y="2914650"/>
                </a:lnTo>
                <a:lnTo>
                  <a:pt x="1228725" y="2914650"/>
                </a:lnTo>
                <a:lnTo>
                  <a:pt x="1228725" y="2924175"/>
                </a:lnTo>
                <a:lnTo>
                  <a:pt x="1209675" y="2924175"/>
                </a:lnTo>
                <a:lnTo>
                  <a:pt x="1209675" y="2914650"/>
                </a:lnTo>
                <a:lnTo>
                  <a:pt x="1162050" y="2914650"/>
                </a:lnTo>
                <a:lnTo>
                  <a:pt x="1162050" y="2857500"/>
                </a:lnTo>
                <a:lnTo>
                  <a:pt x="1152525" y="2857500"/>
                </a:lnTo>
                <a:lnTo>
                  <a:pt x="1152525" y="2847975"/>
                </a:lnTo>
                <a:lnTo>
                  <a:pt x="1133475" y="2847975"/>
                </a:lnTo>
                <a:lnTo>
                  <a:pt x="1133475" y="2867025"/>
                </a:lnTo>
                <a:lnTo>
                  <a:pt x="1114425" y="2867025"/>
                </a:lnTo>
                <a:lnTo>
                  <a:pt x="1114425" y="2847975"/>
                </a:lnTo>
                <a:lnTo>
                  <a:pt x="1123950" y="2847975"/>
                </a:lnTo>
                <a:lnTo>
                  <a:pt x="1123950" y="2828925"/>
                </a:lnTo>
                <a:lnTo>
                  <a:pt x="1114425" y="2828925"/>
                </a:lnTo>
                <a:lnTo>
                  <a:pt x="1114425" y="2819400"/>
                </a:lnTo>
                <a:lnTo>
                  <a:pt x="1104900" y="2819400"/>
                </a:lnTo>
                <a:lnTo>
                  <a:pt x="1104900" y="2828925"/>
                </a:lnTo>
                <a:lnTo>
                  <a:pt x="1085850" y="2828925"/>
                </a:lnTo>
                <a:lnTo>
                  <a:pt x="1085850" y="2838450"/>
                </a:lnTo>
                <a:lnTo>
                  <a:pt x="1076325" y="2838450"/>
                </a:lnTo>
                <a:lnTo>
                  <a:pt x="1076325" y="2867025"/>
                </a:lnTo>
                <a:lnTo>
                  <a:pt x="1066800" y="2867025"/>
                </a:lnTo>
                <a:lnTo>
                  <a:pt x="1066800" y="2876550"/>
                </a:lnTo>
                <a:lnTo>
                  <a:pt x="1076325" y="2876550"/>
                </a:lnTo>
                <a:lnTo>
                  <a:pt x="1076325" y="2886075"/>
                </a:lnTo>
                <a:lnTo>
                  <a:pt x="1085850" y="2886075"/>
                </a:lnTo>
                <a:lnTo>
                  <a:pt x="1085850" y="2895600"/>
                </a:lnTo>
                <a:lnTo>
                  <a:pt x="1095375" y="2895600"/>
                </a:lnTo>
                <a:lnTo>
                  <a:pt x="1095375" y="2914650"/>
                </a:lnTo>
                <a:lnTo>
                  <a:pt x="1047750" y="2914650"/>
                </a:lnTo>
                <a:lnTo>
                  <a:pt x="1047750" y="2895600"/>
                </a:lnTo>
                <a:lnTo>
                  <a:pt x="1057275" y="2895600"/>
                </a:lnTo>
                <a:lnTo>
                  <a:pt x="1057275" y="2867025"/>
                </a:lnTo>
                <a:lnTo>
                  <a:pt x="1047750" y="2867025"/>
                </a:lnTo>
                <a:lnTo>
                  <a:pt x="1047750" y="2876550"/>
                </a:lnTo>
                <a:lnTo>
                  <a:pt x="933450" y="2876550"/>
                </a:lnTo>
                <a:lnTo>
                  <a:pt x="933450" y="2847975"/>
                </a:lnTo>
                <a:lnTo>
                  <a:pt x="914400" y="2847975"/>
                </a:lnTo>
                <a:lnTo>
                  <a:pt x="914400" y="2838450"/>
                </a:lnTo>
                <a:lnTo>
                  <a:pt x="895350" y="2838450"/>
                </a:lnTo>
                <a:lnTo>
                  <a:pt x="895350" y="2828925"/>
                </a:lnTo>
                <a:lnTo>
                  <a:pt x="876300" y="2828925"/>
                </a:lnTo>
                <a:lnTo>
                  <a:pt x="876300" y="2819400"/>
                </a:lnTo>
                <a:lnTo>
                  <a:pt x="866775" y="2819400"/>
                </a:lnTo>
                <a:lnTo>
                  <a:pt x="866775" y="2809875"/>
                </a:lnTo>
                <a:lnTo>
                  <a:pt x="857250" y="2809875"/>
                </a:lnTo>
                <a:lnTo>
                  <a:pt x="857250" y="2819400"/>
                </a:lnTo>
                <a:lnTo>
                  <a:pt x="847725" y="2819400"/>
                </a:lnTo>
                <a:lnTo>
                  <a:pt x="847725" y="2828925"/>
                </a:lnTo>
                <a:lnTo>
                  <a:pt x="828675" y="2828925"/>
                </a:lnTo>
                <a:lnTo>
                  <a:pt x="828675" y="2819400"/>
                </a:lnTo>
                <a:lnTo>
                  <a:pt x="838200" y="2819400"/>
                </a:lnTo>
                <a:lnTo>
                  <a:pt x="838200" y="2809875"/>
                </a:lnTo>
                <a:lnTo>
                  <a:pt x="828675" y="2809875"/>
                </a:lnTo>
                <a:lnTo>
                  <a:pt x="828675" y="2800350"/>
                </a:lnTo>
                <a:lnTo>
                  <a:pt x="838200" y="2800350"/>
                </a:lnTo>
                <a:lnTo>
                  <a:pt x="838200" y="2809875"/>
                </a:lnTo>
                <a:lnTo>
                  <a:pt x="847725" y="2809875"/>
                </a:lnTo>
                <a:lnTo>
                  <a:pt x="847725" y="2800350"/>
                </a:lnTo>
                <a:lnTo>
                  <a:pt x="857250" y="2800350"/>
                </a:lnTo>
                <a:lnTo>
                  <a:pt x="857250" y="2790825"/>
                </a:lnTo>
                <a:lnTo>
                  <a:pt x="914400" y="2790825"/>
                </a:lnTo>
                <a:lnTo>
                  <a:pt x="914400" y="2781300"/>
                </a:lnTo>
                <a:lnTo>
                  <a:pt x="895350" y="2781300"/>
                </a:lnTo>
                <a:close/>
                <a:moveTo>
                  <a:pt x="1171575" y="2771775"/>
                </a:moveTo>
                <a:lnTo>
                  <a:pt x="1219200" y="2771775"/>
                </a:lnTo>
                <a:lnTo>
                  <a:pt x="1219200" y="2790825"/>
                </a:lnTo>
                <a:lnTo>
                  <a:pt x="1200150" y="2790825"/>
                </a:lnTo>
                <a:lnTo>
                  <a:pt x="1200150" y="2800350"/>
                </a:lnTo>
                <a:lnTo>
                  <a:pt x="1162050" y="2800350"/>
                </a:lnTo>
                <a:lnTo>
                  <a:pt x="1162050" y="2781300"/>
                </a:lnTo>
                <a:lnTo>
                  <a:pt x="1171575" y="2781300"/>
                </a:lnTo>
                <a:close/>
                <a:moveTo>
                  <a:pt x="1247775" y="2771775"/>
                </a:moveTo>
                <a:lnTo>
                  <a:pt x="1266825" y="2771775"/>
                </a:lnTo>
                <a:lnTo>
                  <a:pt x="1266825" y="2790825"/>
                </a:lnTo>
                <a:lnTo>
                  <a:pt x="1247775" y="2790825"/>
                </a:lnTo>
                <a:close/>
                <a:moveTo>
                  <a:pt x="1285875" y="2771775"/>
                </a:moveTo>
                <a:lnTo>
                  <a:pt x="1333500" y="2771775"/>
                </a:lnTo>
                <a:lnTo>
                  <a:pt x="1333500" y="2790825"/>
                </a:lnTo>
                <a:lnTo>
                  <a:pt x="1285875" y="2790825"/>
                </a:lnTo>
                <a:close/>
                <a:moveTo>
                  <a:pt x="1381125" y="2771775"/>
                </a:moveTo>
                <a:lnTo>
                  <a:pt x="1409700" y="2771775"/>
                </a:lnTo>
                <a:lnTo>
                  <a:pt x="1409700" y="2790825"/>
                </a:lnTo>
                <a:lnTo>
                  <a:pt x="1381125" y="2790825"/>
                </a:lnTo>
                <a:close/>
                <a:moveTo>
                  <a:pt x="1562100" y="2771775"/>
                </a:moveTo>
                <a:lnTo>
                  <a:pt x="1581150" y="2771775"/>
                </a:lnTo>
                <a:lnTo>
                  <a:pt x="1581150" y="2790825"/>
                </a:lnTo>
                <a:lnTo>
                  <a:pt x="1562100" y="2790825"/>
                </a:lnTo>
                <a:close/>
                <a:moveTo>
                  <a:pt x="400050" y="2781300"/>
                </a:moveTo>
                <a:lnTo>
                  <a:pt x="409575" y="2781300"/>
                </a:lnTo>
                <a:lnTo>
                  <a:pt x="409575" y="2790825"/>
                </a:lnTo>
                <a:lnTo>
                  <a:pt x="400050" y="2790825"/>
                </a:lnTo>
                <a:close/>
                <a:moveTo>
                  <a:pt x="742950" y="2790825"/>
                </a:moveTo>
                <a:lnTo>
                  <a:pt x="762000" y="2790825"/>
                </a:lnTo>
                <a:lnTo>
                  <a:pt x="762000" y="2800350"/>
                </a:lnTo>
                <a:lnTo>
                  <a:pt x="752475" y="2800350"/>
                </a:lnTo>
                <a:lnTo>
                  <a:pt x="752475" y="2819400"/>
                </a:lnTo>
                <a:lnTo>
                  <a:pt x="733425" y="2819400"/>
                </a:lnTo>
                <a:lnTo>
                  <a:pt x="733425" y="2800350"/>
                </a:lnTo>
                <a:lnTo>
                  <a:pt x="742950" y="2800350"/>
                </a:lnTo>
                <a:close/>
                <a:moveTo>
                  <a:pt x="771525" y="2790825"/>
                </a:moveTo>
                <a:lnTo>
                  <a:pt x="790575" y="2790825"/>
                </a:lnTo>
                <a:lnTo>
                  <a:pt x="790575" y="2800350"/>
                </a:lnTo>
                <a:lnTo>
                  <a:pt x="771525" y="2800350"/>
                </a:lnTo>
                <a:close/>
                <a:moveTo>
                  <a:pt x="952500" y="2790825"/>
                </a:moveTo>
                <a:lnTo>
                  <a:pt x="981075" y="2790825"/>
                </a:lnTo>
                <a:lnTo>
                  <a:pt x="981075" y="2781300"/>
                </a:lnTo>
                <a:lnTo>
                  <a:pt x="952500" y="2781300"/>
                </a:lnTo>
                <a:close/>
                <a:moveTo>
                  <a:pt x="619125" y="2800350"/>
                </a:moveTo>
                <a:lnTo>
                  <a:pt x="628650" y="2800350"/>
                </a:lnTo>
                <a:lnTo>
                  <a:pt x="628650" y="2809875"/>
                </a:lnTo>
                <a:lnTo>
                  <a:pt x="638175" y="2809875"/>
                </a:lnTo>
                <a:lnTo>
                  <a:pt x="638175" y="2828925"/>
                </a:lnTo>
                <a:lnTo>
                  <a:pt x="628650" y="2828925"/>
                </a:lnTo>
                <a:lnTo>
                  <a:pt x="628650" y="2819400"/>
                </a:lnTo>
                <a:lnTo>
                  <a:pt x="619125" y="2819400"/>
                </a:lnTo>
                <a:lnTo>
                  <a:pt x="619125" y="2828925"/>
                </a:lnTo>
                <a:lnTo>
                  <a:pt x="600075" y="2828925"/>
                </a:lnTo>
                <a:lnTo>
                  <a:pt x="600075" y="2819400"/>
                </a:lnTo>
                <a:lnTo>
                  <a:pt x="581025" y="2819400"/>
                </a:lnTo>
                <a:lnTo>
                  <a:pt x="581025" y="2809875"/>
                </a:lnTo>
                <a:lnTo>
                  <a:pt x="619125" y="2809875"/>
                </a:lnTo>
                <a:close/>
                <a:moveTo>
                  <a:pt x="990600" y="2800350"/>
                </a:moveTo>
                <a:lnTo>
                  <a:pt x="1009650" y="2800350"/>
                </a:lnTo>
                <a:lnTo>
                  <a:pt x="1009650" y="2790825"/>
                </a:lnTo>
                <a:lnTo>
                  <a:pt x="981075" y="2790825"/>
                </a:lnTo>
                <a:lnTo>
                  <a:pt x="981075" y="2809875"/>
                </a:lnTo>
                <a:lnTo>
                  <a:pt x="990600" y="2809875"/>
                </a:lnTo>
                <a:close/>
                <a:moveTo>
                  <a:pt x="800100" y="2809875"/>
                </a:moveTo>
                <a:lnTo>
                  <a:pt x="809625" y="2809875"/>
                </a:lnTo>
                <a:lnTo>
                  <a:pt x="809625" y="2819400"/>
                </a:lnTo>
                <a:lnTo>
                  <a:pt x="819150" y="2819400"/>
                </a:lnTo>
                <a:lnTo>
                  <a:pt x="819150" y="2838450"/>
                </a:lnTo>
                <a:lnTo>
                  <a:pt x="809625" y="2838450"/>
                </a:lnTo>
                <a:lnTo>
                  <a:pt x="809625" y="2828925"/>
                </a:lnTo>
                <a:lnTo>
                  <a:pt x="800100" y="2828925"/>
                </a:lnTo>
                <a:close/>
                <a:moveTo>
                  <a:pt x="1381125" y="2809875"/>
                </a:moveTo>
                <a:lnTo>
                  <a:pt x="1390650" y="2809875"/>
                </a:lnTo>
                <a:lnTo>
                  <a:pt x="1390650" y="2828925"/>
                </a:lnTo>
                <a:lnTo>
                  <a:pt x="1371600" y="2828925"/>
                </a:lnTo>
                <a:lnTo>
                  <a:pt x="1371600" y="2819400"/>
                </a:lnTo>
                <a:lnTo>
                  <a:pt x="1381125" y="2819400"/>
                </a:lnTo>
                <a:close/>
                <a:moveTo>
                  <a:pt x="1685925" y="2809875"/>
                </a:moveTo>
                <a:lnTo>
                  <a:pt x="1695450" y="2809875"/>
                </a:lnTo>
                <a:lnTo>
                  <a:pt x="1695450" y="2819400"/>
                </a:lnTo>
                <a:lnTo>
                  <a:pt x="1685925" y="2819400"/>
                </a:lnTo>
                <a:close/>
                <a:moveTo>
                  <a:pt x="333375" y="2819400"/>
                </a:moveTo>
                <a:lnTo>
                  <a:pt x="352425" y="2819400"/>
                </a:lnTo>
                <a:lnTo>
                  <a:pt x="352425" y="2828925"/>
                </a:lnTo>
                <a:lnTo>
                  <a:pt x="333375" y="2828925"/>
                </a:lnTo>
                <a:close/>
                <a:moveTo>
                  <a:pt x="752475" y="2819400"/>
                </a:moveTo>
                <a:lnTo>
                  <a:pt x="762000" y="2819400"/>
                </a:lnTo>
                <a:lnTo>
                  <a:pt x="762000" y="2838450"/>
                </a:lnTo>
                <a:lnTo>
                  <a:pt x="752475" y="2838450"/>
                </a:lnTo>
                <a:lnTo>
                  <a:pt x="752475" y="2857500"/>
                </a:lnTo>
                <a:lnTo>
                  <a:pt x="733425" y="2857500"/>
                </a:lnTo>
                <a:lnTo>
                  <a:pt x="733425" y="2828925"/>
                </a:lnTo>
                <a:lnTo>
                  <a:pt x="752475" y="2828925"/>
                </a:lnTo>
                <a:close/>
                <a:moveTo>
                  <a:pt x="1038225" y="2819400"/>
                </a:moveTo>
                <a:lnTo>
                  <a:pt x="1066800" y="2819400"/>
                </a:lnTo>
                <a:lnTo>
                  <a:pt x="1066800" y="2809875"/>
                </a:lnTo>
                <a:lnTo>
                  <a:pt x="1038225" y="2809875"/>
                </a:lnTo>
                <a:close/>
                <a:moveTo>
                  <a:pt x="1400175" y="2819400"/>
                </a:moveTo>
                <a:lnTo>
                  <a:pt x="1409700" y="2819400"/>
                </a:lnTo>
                <a:lnTo>
                  <a:pt x="1409700" y="2828925"/>
                </a:lnTo>
                <a:lnTo>
                  <a:pt x="1400175" y="2828925"/>
                </a:lnTo>
                <a:close/>
                <a:moveTo>
                  <a:pt x="1504950" y="2819400"/>
                </a:moveTo>
                <a:lnTo>
                  <a:pt x="1533525" y="2819400"/>
                </a:lnTo>
                <a:lnTo>
                  <a:pt x="1533525" y="2828925"/>
                </a:lnTo>
                <a:lnTo>
                  <a:pt x="1504950" y="2828925"/>
                </a:lnTo>
                <a:close/>
                <a:moveTo>
                  <a:pt x="1419225" y="2828925"/>
                </a:moveTo>
                <a:lnTo>
                  <a:pt x="1485900" y="2828925"/>
                </a:lnTo>
                <a:lnTo>
                  <a:pt x="1485900" y="2838450"/>
                </a:lnTo>
                <a:lnTo>
                  <a:pt x="1476375" y="2838450"/>
                </a:lnTo>
                <a:lnTo>
                  <a:pt x="1476375" y="2847975"/>
                </a:lnTo>
                <a:lnTo>
                  <a:pt x="1447800" y="2847975"/>
                </a:lnTo>
                <a:lnTo>
                  <a:pt x="1447800" y="2838450"/>
                </a:lnTo>
                <a:lnTo>
                  <a:pt x="1419225" y="2838450"/>
                </a:lnTo>
                <a:close/>
                <a:moveTo>
                  <a:pt x="1533525" y="2828925"/>
                </a:moveTo>
                <a:lnTo>
                  <a:pt x="1543050" y="2828925"/>
                </a:lnTo>
                <a:lnTo>
                  <a:pt x="1543050" y="2838450"/>
                </a:lnTo>
                <a:lnTo>
                  <a:pt x="1533525" y="2838450"/>
                </a:lnTo>
                <a:close/>
                <a:moveTo>
                  <a:pt x="1000125" y="2838450"/>
                </a:moveTo>
                <a:lnTo>
                  <a:pt x="1019175" y="2838450"/>
                </a:lnTo>
                <a:lnTo>
                  <a:pt x="1019175" y="2828925"/>
                </a:lnTo>
                <a:lnTo>
                  <a:pt x="981075" y="2828925"/>
                </a:lnTo>
                <a:lnTo>
                  <a:pt x="981075" y="2857500"/>
                </a:lnTo>
                <a:lnTo>
                  <a:pt x="990600" y="2857500"/>
                </a:lnTo>
                <a:lnTo>
                  <a:pt x="990600" y="2847975"/>
                </a:lnTo>
                <a:lnTo>
                  <a:pt x="1000125" y="2847975"/>
                </a:lnTo>
                <a:close/>
                <a:moveTo>
                  <a:pt x="1685925" y="2838450"/>
                </a:moveTo>
                <a:lnTo>
                  <a:pt x="1695450" y="2838450"/>
                </a:lnTo>
                <a:lnTo>
                  <a:pt x="1695450" y="2847975"/>
                </a:lnTo>
                <a:lnTo>
                  <a:pt x="1685925" y="2847975"/>
                </a:lnTo>
                <a:close/>
                <a:moveTo>
                  <a:pt x="342900" y="2857500"/>
                </a:moveTo>
                <a:lnTo>
                  <a:pt x="352425" y="2857500"/>
                </a:lnTo>
                <a:lnTo>
                  <a:pt x="352425" y="2867025"/>
                </a:lnTo>
                <a:lnTo>
                  <a:pt x="342900" y="2867025"/>
                </a:lnTo>
                <a:close/>
                <a:moveTo>
                  <a:pt x="352425" y="2867025"/>
                </a:moveTo>
                <a:lnTo>
                  <a:pt x="361950" y="2867025"/>
                </a:lnTo>
                <a:lnTo>
                  <a:pt x="361950" y="2876550"/>
                </a:lnTo>
                <a:lnTo>
                  <a:pt x="352425" y="2876550"/>
                </a:lnTo>
                <a:close/>
                <a:moveTo>
                  <a:pt x="1000125" y="2905125"/>
                </a:moveTo>
                <a:lnTo>
                  <a:pt x="1028700" y="2905125"/>
                </a:lnTo>
                <a:lnTo>
                  <a:pt x="1028700" y="2914650"/>
                </a:lnTo>
                <a:lnTo>
                  <a:pt x="1000125" y="2914650"/>
                </a:lnTo>
                <a:close/>
                <a:moveTo>
                  <a:pt x="1104900" y="2905125"/>
                </a:moveTo>
                <a:lnTo>
                  <a:pt x="1114425" y="2905125"/>
                </a:lnTo>
                <a:lnTo>
                  <a:pt x="1114425" y="2914650"/>
                </a:lnTo>
                <a:lnTo>
                  <a:pt x="1104900" y="2914650"/>
                </a:lnTo>
                <a:close/>
                <a:moveTo>
                  <a:pt x="1285875" y="2914650"/>
                </a:moveTo>
                <a:lnTo>
                  <a:pt x="1295400" y="2914650"/>
                </a:lnTo>
                <a:lnTo>
                  <a:pt x="1295400" y="2924175"/>
                </a:lnTo>
                <a:lnTo>
                  <a:pt x="1304925" y="2924175"/>
                </a:lnTo>
                <a:lnTo>
                  <a:pt x="1304925" y="2933700"/>
                </a:lnTo>
                <a:lnTo>
                  <a:pt x="1295400" y="2933700"/>
                </a:lnTo>
                <a:lnTo>
                  <a:pt x="1295400" y="2943225"/>
                </a:lnTo>
                <a:lnTo>
                  <a:pt x="1285875" y="2943225"/>
                </a:lnTo>
                <a:close/>
                <a:moveTo>
                  <a:pt x="1228725" y="2924175"/>
                </a:moveTo>
                <a:lnTo>
                  <a:pt x="1247775" y="2924175"/>
                </a:lnTo>
                <a:lnTo>
                  <a:pt x="1247775" y="2933700"/>
                </a:lnTo>
                <a:lnTo>
                  <a:pt x="1257300" y="2933700"/>
                </a:lnTo>
                <a:lnTo>
                  <a:pt x="1257300" y="2943225"/>
                </a:lnTo>
                <a:lnTo>
                  <a:pt x="1228725" y="2943225"/>
                </a:lnTo>
                <a:close/>
                <a:moveTo>
                  <a:pt x="1057275" y="2933700"/>
                </a:moveTo>
                <a:lnTo>
                  <a:pt x="1076325" y="2933700"/>
                </a:lnTo>
                <a:lnTo>
                  <a:pt x="1076325" y="2943225"/>
                </a:lnTo>
                <a:lnTo>
                  <a:pt x="1162050" y="2943225"/>
                </a:lnTo>
                <a:lnTo>
                  <a:pt x="1162050" y="2952750"/>
                </a:lnTo>
                <a:lnTo>
                  <a:pt x="1123950" y="2952750"/>
                </a:lnTo>
                <a:lnTo>
                  <a:pt x="1123950" y="2962275"/>
                </a:lnTo>
                <a:lnTo>
                  <a:pt x="1114425" y="2962275"/>
                </a:lnTo>
                <a:lnTo>
                  <a:pt x="1114425" y="2981325"/>
                </a:lnTo>
                <a:lnTo>
                  <a:pt x="1171575" y="2981325"/>
                </a:lnTo>
                <a:lnTo>
                  <a:pt x="1171575" y="2990850"/>
                </a:lnTo>
                <a:lnTo>
                  <a:pt x="1152525" y="2990850"/>
                </a:lnTo>
                <a:lnTo>
                  <a:pt x="1152525" y="3009900"/>
                </a:lnTo>
                <a:lnTo>
                  <a:pt x="1143000" y="3009900"/>
                </a:lnTo>
                <a:lnTo>
                  <a:pt x="1143000" y="3000375"/>
                </a:lnTo>
                <a:lnTo>
                  <a:pt x="1123950" y="3000375"/>
                </a:lnTo>
                <a:lnTo>
                  <a:pt x="1123950" y="2990850"/>
                </a:lnTo>
                <a:lnTo>
                  <a:pt x="1104900" y="2990850"/>
                </a:lnTo>
                <a:lnTo>
                  <a:pt x="1104900" y="3009900"/>
                </a:lnTo>
                <a:lnTo>
                  <a:pt x="1095375" y="3009900"/>
                </a:lnTo>
                <a:lnTo>
                  <a:pt x="1095375" y="2990850"/>
                </a:lnTo>
                <a:lnTo>
                  <a:pt x="1085850" y="2990850"/>
                </a:lnTo>
                <a:lnTo>
                  <a:pt x="1085850" y="3000375"/>
                </a:lnTo>
                <a:lnTo>
                  <a:pt x="1076325" y="3000375"/>
                </a:lnTo>
                <a:lnTo>
                  <a:pt x="1076325" y="2971800"/>
                </a:lnTo>
                <a:lnTo>
                  <a:pt x="1085850" y="2971800"/>
                </a:lnTo>
                <a:lnTo>
                  <a:pt x="1085850" y="2952750"/>
                </a:lnTo>
                <a:lnTo>
                  <a:pt x="1076325" y="2952750"/>
                </a:lnTo>
                <a:lnTo>
                  <a:pt x="1076325" y="2962275"/>
                </a:lnTo>
                <a:lnTo>
                  <a:pt x="1057275" y="2962275"/>
                </a:lnTo>
                <a:lnTo>
                  <a:pt x="1057275" y="3000375"/>
                </a:lnTo>
                <a:lnTo>
                  <a:pt x="1038225" y="3000375"/>
                </a:lnTo>
                <a:lnTo>
                  <a:pt x="1038225" y="3009900"/>
                </a:lnTo>
                <a:lnTo>
                  <a:pt x="952500" y="3009900"/>
                </a:lnTo>
                <a:lnTo>
                  <a:pt x="952500" y="3000375"/>
                </a:lnTo>
                <a:lnTo>
                  <a:pt x="962025" y="3000375"/>
                </a:lnTo>
                <a:lnTo>
                  <a:pt x="962025" y="2981325"/>
                </a:lnTo>
                <a:lnTo>
                  <a:pt x="971550" y="2981325"/>
                </a:lnTo>
                <a:lnTo>
                  <a:pt x="971550" y="2952750"/>
                </a:lnTo>
                <a:lnTo>
                  <a:pt x="990600" y="2952750"/>
                </a:lnTo>
                <a:lnTo>
                  <a:pt x="990600" y="2962275"/>
                </a:lnTo>
                <a:lnTo>
                  <a:pt x="981075" y="2962275"/>
                </a:lnTo>
                <a:lnTo>
                  <a:pt x="981075" y="2971800"/>
                </a:lnTo>
                <a:lnTo>
                  <a:pt x="990600" y="2971800"/>
                </a:lnTo>
                <a:lnTo>
                  <a:pt x="990600" y="2981325"/>
                </a:lnTo>
                <a:lnTo>
                  <a:pt x="1009650" y="2981325"/>
                </a:lnTo>
                <a:lnTo>
                  <a:pt x="1009650" y="2990850"/>
                </a:lnTo>
                <a:lnTo>
                  <a:pt x="1028700" y="2990850"/>
                </a:lnTo>
                <a:lnTo>
                  <a:pt x="1028700" y="2981325"/>
                </a:lnTo>
                <a:lnTo>
                  <a:pt x="1019175" y="2981325"/>
                </a:lnTo>
                <a:lnTo>
                  <a:pt x="1019175" y="2962275"/>
                </a:lnTo>
                <a:lnTo>
                  <a:pt x="1038225" y="2962275"/>
                </a:lnTo>
                <a:lnTo>
                  <a:pt x="1038225" y="2971800"/>
                </a:lnTo>
                <a:lnTo>
                  <a:pt x="1047750" y="2971800"/>
                </a:lnTo>
                <a:lnTo>
                  <a:pt x="1047750" y="2943225"/>
                </a:lnTo>
                <a:lnTo>
                  <a:pt x="1057275" y="2943225"/>
                </a:lnTo>
                <a:close/>
                <a:moveTo>
                  <a:pt x="1323975" y="2933700"/>
                </a:moveTo>
                <a:lnTo>
                  <a:pt x="1343025" y="2933700"/>
                </a:lnTo>
                <a:lnTo>
                  <a:pt x="1343025" y="2943225"/>
                </a:lnTo>
                <a:lnTo>
                  <a:pt x="1362075" y="2943225"/>
                </a:lnTo>
                <a:lnTo>
                  <a:pt x="1362075" y="2952750"/>
                </a:lnTo>
                <a:lnTo>
                  <a:pt x="1323975" y="2952750"/>
                </a:lnTo>
                <a:close/>
                <a:moveTo>
                  <a:pt x="1390650" y="2933700"/>
                </a:moveTo>
                <a:lnTo>
                  <a:pt x="1409700" y="2933700"/>
                </a:lnTo>
                <a:lnTo>
                  <a:pt x="1409700" y="2943225"/>
                </a:lnTo>
                <a:lnTo>
                  <a:pt x="1390650" y="2943225"/>
                </a:lnTo>
                <a:close/>
                <a:moveTo>
                  <a:pt x="1457325" y="2933700"/>
                </a:moveTo>
                <a:lnTo>
                  <a:pt x="1476375" y="2933700"/>
                </a:lnTo>
                <a:lnTo>
                  <a:pt x="1476375" y="2943225"/>
                </a:lnTo>
                <a:lnTo>
                  <a:pt x="1457325" y="2943225"/>
                </a:lnTo>
                <a:close/>
                <a:moveTo>
                  <a:pt x="1685925" y="2933700"/>
                </a:moveTo>
                <a:lnTo>
                  <a:pt x="1695450" y="2933700"/>
                </a:lnTo>
                <a:lnTo>
                  <a:pt x="1695450" y="2943225"/>
                </a:lnTo>
                <a:lnTo>
                  <a:pt x="1704975" y="2943225"/>
                </a:lnTo>
                <a:lnTo>
                  <a:pt x="1704975" y="2952750"/>
                </a:lnTo>
                <a:lnTo>
                  <a:pt x="1695450" y="2952750"/>
                </a:lnTo>
                <a:lnTo>
                  <a:pt x="1695450" y="2990850"/>
                </a:lnTo>
                <a:lnTo>
                  <a:pt x="1685925" y="2990850"/>
                </a:lnTo>
                <a:lnTo>
                  <a:pt x="1685925" y="2981325"/>
                </a:lnTo>
                <a:lnTo>
                  <a:pt x="1666875" y="2981325"/>
                </a:lnTo>
                <a:lnTo>
                  <a:pt x="1666875" y="2971800"/>
                </a:lnTo>
                <a:lnTo>
                  <a:pt x="1676400" y="2971800"/>
                </a:lnTo>
                <a:lnTo>
                  <a:pt x="1676400" y="2952750"/>
                </a:lnTo>
                <a:lnTo>
                  <a:pt x="1666875" y="2952750"/>
                </a:lnTo>
                <a:lnTo>
                  <a:pt x="1666875" y="2943225"/>
                </a:lnTo>
                <a:lnTo>
                  <a:pt x="1685925" y="2943225"/>
                </a:lnTo>
                <a:close/>
                <a:moveTo>
                  <a:pt x="1476375" y="2943225"/>
                </a:moveTo>
                <a:lnTo>
                  <a:pt x="1495425" y="2943225"/>
                </a:lnTo>
                <a:lnTo>
                  <a:pt x="1495425" y="2952750"/>
                </a:lnTo>
                <a:lnTo>
                  <a:pt x="1476375" y="2952750"/>
                </a:lnTo>
                <a:close/>
                <a:moveTo>
                  <a:pt x="1533525" y="2943225"/>
                </a:moveTo>
                <a:lnTo>
                  <a:pt x="1590675" y="2943225"/>
                </a:lnTo>
                <a:lnTo>
                  <a:pt x="1590675" y="2952750"/>
                </a:lnTo>
                <a:lnTo>
                  <a:pt x="1581150" y="2952750"/>
                </a:lnTo>
                <a:lnTo>
                  <a:pt x="1581150" y="2962275"/>
                </a:lnTo>
                <a:lnTo>
                  <a:pt x="1543050" y="2962275"/>
                </a:lnTo>
                <a:lnTo>
                  <a:pt x="1543050" y="2981325"/>
                </a:lnTo>
                <a:lnTo>
                  <a:pt x="1533525" y="2981325"/>
                </a:lnTo>
                <a:close/>
                <a:moveTo>
                  <a:pt x="1600200" y="2943225"/>
                </a:moveTo>
                <a:lnTo>
                  <a:pt x="1628775" y="2943225"/>
                </a:lnTo>
                <a:lnTo>
                  <a:pt x="1628775" y="2971800"/>
                </a:lnTo>
                <a:lnTo>
                  <a:pt x="1619250" y="2971800"/>
                </a:lnTo>
                <a:lnTo>
                  <a:pt x="1619250" y="2962275"/>
                </a:lnTo>
                <a:lnTo>
                  <a:pt x="1609725" y="2962275"/>
                </a:lnTo>
                <a:lnTo>
                  <a:pt x="1609725" y="2952750"/>
                </a:lnTo>
                <a:lnTo>
                  <a:pt x="1600200" y="2952750"/>
                </a:lnTo>
                <a:close/>
                <a:moveTo>
                  <a:pt x="542925" y="2952750"/>
                </a:moveTo>
                <a:lnTo>
                  <a:pt x="571500" y="2952750"/>
                </a:lnTo>
                <a:lnTo>
                  <a:pt x="571500" y="2962275"/>
                </a:lnTo>
                <a:lnTo>
                  <a:pt x="561975" y="2962275"/>
                </a:lnTo>
                <a:lnTo>
                  <a:pt x="561975" y="2971800"/>
                </a:lnTo>
                <a:lnTo>
                  <a:pt x="552450" y="2971800"/>
                </a:lnTo>
                <a:lnTo>
                  <a:pt x="552450" y="2981325"/>
                </a:lnTo>
                <a:lnTo>
                  <a:pt x="542925" y="2981325"/>
                </a:lnTo>
                <a:lnTo>
                  <a:pt x="542925" y="2990850"/>
                </a:lnTo>
                <a:lnTo>
                  <a:pt x="523875" y="2990850"/>
                </a:lnTo>
                <a:lnTo>
                  <a:pt x="523875" y="2981325"/>
                </a:lnTo>
                <a:lnTo>
                  <a:pt x="533400" y="2981325"/>
                </a:lnTo>
                <a:lnTo>
                  <a:pt x="533400" y="2971800"/>
                </a:lnTo>
                <a:lnTo>
                  <a:pt x="542925" y="2971800"/>
                </a:lnTo>
                <a:close/>
                <a:moveTo>
                  <a:pt x="704850" y="2952750"/>
                </a:moveTo>
                <a:lnTo>
                  <a:pt x="733425" y="2952750"/>
                </a:lnTo>
                <a:lnTo>
                  <a:pt x="733425" y="2962275"/>
                </a:lnTo>
                <a:lnTo>
                  <a:pt x="714375" y="2962275"/>
                </a:lnTo>
                <a:lnTo>
                  <a:pt x="714375" y="2971800"/>
                </a:lnTo>
                <a:lnTo>
                  <a:pt x="771525" y="2971800"/>
                </a:lnTo>
                <a:lnTo>
                  <a:pt x="771525" y="2990850"/>
                </a:lnTo>
                <a:lnTo>
                  <a:pt x="752475" y="2990850"/>
                </a:lnTo>
                <a:lnTo>
                  <a:pt x="752475" y="3000375"/>
                </a:lnTo>
                <a:lnTo>
                  <a:pt x="762000" y="3000375"/>
                </a:lnTo>
                <a:lnTo>
                  <a:pt x="762000" y="3009900"/>
                </a:lnTo>
                <a:lnTo>
                  <a:pt x="733425" y="3009900"/>
                </a:lnTo>
                <a:lnTo>
                  <a:pt x="733425" y="2990850"/>
                </a:lnTo>
                <a:lnTo>
                  <a:pt x="723900" y="2990850"/>
                </a:lnTo>
                <a:lnTo>
                  <a:pt x="723900" y="3009900"/>
                </a:lnTo>
                <a:lnTo>
                  <a:pt x="695325" y="3009900"/>
                </a:lnTo>
                <a:lnTo>
                  <a:pt x="695325" y="3000375"/>
                </a:lnTo>
                <a:lnTo>
                  <a:pt x="714375" y="3000375"/>
                </a:lnTo>
                <a:lnTo>
                  <a:pt x="714375" y="2990850"/>
                </a:lnTo>
                <a:lnTo>
                  <a:pt x="695325" y="2990850"/>
                </a:lnTo>
                <a:lnTo>
                  <a:pt x="695325" y="2971800"/>
                </a:lnTo>
                <a:lnTo>
                  <a:pt x="704850" y="2971800"/>
                </a:lnTo>
                <a:close/>
                <a:moveTo>
                  <a:pt x="771525" y="2952750"/>
                </a:moveTo>
                <a:lnTo>
                  <a:pt x="781050" y="2952750"/>
                </a:lnTo>
                <a:lnTo>
                  <a:pt x="781050" y="2962275"/>
                </a:lnTo>
                <a:lnTo>
                  <a:pt x="771525" y="2962275"/>
                </a:lnTo>
                <a:close/>
                <a:moveTo>
                  <a:pt x="866775" y="2952750"/>
                </a:moveTo>
                <a:lnTo>
                  <a:pt x="885825" y="2952750"/>
                </a:lnTo>
                <a:lnTo>
                  <a:pt x="885825" y="2971800"/>
                </a:lnTo>
                <a:lnTo>
                  <a:pt x="895350" y="2971800"/>
                </a:lnTo>
                <a:lnTo>
                  <a:pt x="895350" y="2981325"/>
                </a:lnTo>
                <a:lnTo>
                  <a:pt x="885825" y="2981325"/>
                </a:lnTo>
                <a:lnTo>
                  <a:pt x="885825" y="2990850"/>
                </a:lnTo>
                <a:lnTo>
                  <a:pt x="838200" y="2990850"/>
                </a:lnTo>
                <a:lnTo>
                  <a:pt x="838200" y="2971800"/>
                </a:lnTo>
                <a:lnTo>
                  <a:pt x="857250" y="2971800"/>
                </a:lnTo>
                <a:lnTo>
                  <a:pt x="857250" y="2962275"/>
                </a:lnTo>
                <a:lnTo>
                  <a:pt x="866775" y="2962275"/>
                </a:lnTo>
                <a:close/>
                <a:moveTo>
                  <a:pt x="914400" y="2952750"/>
                </a:moveTo>
                <a:lnTo>
                  <a:pt x="942975" y="2952750"/>
                </a:lnTo>
                <a:lnTo>
                  <a:pt x="942975" y="2990850"/>
                </a:lnTo>
                <a:lnTo>
                  <a:pt x="923925" y="2990850"/>
                </a:lnTo>
                <a:lnTo>
                  <a:pt x="923925" y="2981325"/>
                </a:lnTo>
                <a:lnTo>
                  <a:pt x="914400" y="2981325"/>
                </a:lnTo>
                <a:close/>
                <a:moveTo>
                  <a:pt x="1657350" y="2952750"/>
                </a:moveTo>
                <a:lnTo>
                  <a:pt x="1666875" y="2952750"/>
                </a:lnTo>
                <a:lnTo>
                  <a:pt x="1666875" y="2962275"/>
                </a:lnTo>
                <a:lnTo>
                  <a:pt x="1657350" y="2962275"/>
                </a:lnTo>
                <a:close/>
                <a:moveTo>
                  <a:pt x="485775" y="2971800"/>
                </a:moveTo>
                <a:lnTo>
                  <a:pt x="504825" y="2971800"/>
                </a:lnTo>
                <a:lnTo>
                  <a:pt x="504825" y="2990850"/>
                </a:lnTo>
                <a:lnTo>
                  <a:pt x="495300" y="2990850"/>
                </a:lnTo>
                <a:lnTo>
                  <a:pt x="495300" y="3000375"/>
                </a:lnTo>
                <a:lnTo>
                  <a:pt x="523875" y="3000375"/>
                </a:lnTo>
                <a:lnTo>
                  <a:pt x="523875" y="3009900"/>
                </a:lnTo>
                <a:lnTo>
                  <a:pt x="485775" y="3009900"/>
                </a:lnTo>
                <a:close/>
                <a:moveTo>
                  <a:pt x="619125" y="2971800"/>
                </a:moveTo>
                <a:lnTo>
                  <a:pt x="628650" y="2971800"/>
                </a:lnTo>
                <a:lnTo>
                  <a:pt x="628650" y="2981325"/>
                </a:lnTo>
                <a:lnTo>
                  <a:pt x="619125" y="2981325"/>
                </a:lnTo>
                <a:close/>
                <a:moveTo>
                  <a:pt x="800100" y="2971800"/>
                </a:moveTo>
                <a:lnTo>
                  <a:pt x="828675" y="2971800"/>
                </a:lnTo>
                <a:lnTo>
                  <a:pt x="828675" y="2981325"/>
                </a:lnTo>
                <a:lnTo>
                  <a:pt x="819150" y="2981325"/>
                </a:lnTo>
                <a:lnTo>
                  <a:pt x="819150" y="2990850"/>
                </a:lnTo>
                <a:lnTo>
                  <a:pt x="790575" y="2990850"/>
                </a:lnTo>
                <a:lnTo>
                  <a:pt x="790575" y="2981325"/>
                </a:lnTo>
                <a:lnTo>
                  <a:pt x="800100" y="2981325"/>
                </a:lnTo>
                <a:close/>
                <a:moveTo>
                  <a:pt x="257175" y="2981325"/>
                </a:moveTo>
                <a:lnTo>
                  <a:pt x="266700" y="2981325"/>
                </a:lnTo>
                <a:lnTo>
                  <a:pt x="266700" y="2990850"/>
                </a:lnTo>
                <a:lnTo>
                  <a:pt x="257175" y="2990850"/>
                </a:lnTo>
                <a:close/>
                <a:moveTo>
                  <a:pt x="285750" y="2981325"/>
                </a:moveTo>
                <a:lnTo>
                  <a:pt x="295275" y="2981325"/>
                </a:lnTo>
                <a:lnTo>
                  <a:pt x="295275" y="2990850"/>
                </a:lnTo>
                <a:lnTo>
                  <a:pt x="285750" y="2990850"/>
                </a:lnTo>
                <a:close/>
                <a:moveTo>
                  <a:pt x="1657350" y="2981325"/>
                </a:moveTo>
                <a:lnTo>
                  <a:pt x="1666875" y="2981325"/>
                </a:lnTo>
                <a:lnTo>
                  <a:pt x="1666875" y="3009900"/>
                </a:lnTo>
                <a:lnTo>
                  <a:pt x="1609725" y="3009900"/>
                </a:lnTo>
                <a:lnTo>
                  <a:pt x="1609725" y="3000375"/>
                </a:lnTo>
                <a:lnTo>
                  <a:pt x="1647825" y="3000375"/>
                </a:lnTo>
                <a:lnTo>
                  <a:pt x="1647825" y="2990850"/>
                </a:lnTo>
                <a:lnTo>
                  <a:pt x="1657350" y="2990850"/>
                </a:lnTo>
                <a:close/>
                <a:moveTo>
                  <a:pt x="247650" y="2990850"/>
                </a:moveTo>
                <a:lnTo>
                  <a:pt x="257175" y="2990850"/>
                </a:lnTo>
                <a:lnTo>
                  <a:pt x="257175" y="3000375"/>
                </a:lnTo>
                <a:lnTo>
                  <a:pt x="247650" y="3000375"/>
                </a:lnTo>
                <a:close/>
                <a:moveTo>
                  <a:pt x="1676400" y="2990850"/>
                </a:moveTo>
                <a:lnTo>
                  <a:pt x="1685925" y="2990850"/>
                </a:lnTo>
                <a:lnTo>
                  <a:pt x="1685925" y="3000375"/>
                </a:lnTo>
                <a:lnTo>
                  <a:pt x="1676400" y="3000375"/>
                </a:lnTo>
                <a:close/>
                <a:moveTo>
                  <a:pt x="285750" y="3000375"/>
                </a:moveTo>
                <a:lnTo>
                  <a:pt x="295275" y="3000375"/>
                </a:lnTo>
                <a:lnTo>
                  <a:pt x="295275" y="3009900"/>
                </a:lnTo>
                <a:lnTo>
                  <a:pt x="285750" y="3009900"/>
                </a:lnTo>
                <a:close/>
                <a:moveTo>
                  <a:pt x="885825" y="3000375"/>
                </a:moveTo>
                <a:lnTo>
                  <a:pt x="895350" y="3000375"/>
                </a:lnTo>
                <a:lnTo>
                  <a:pt x="895350" y="3009900"/>
                </a:lnTo>
                <a:lnTo>
                  <a:pt x="885825" y="3009900"/>
                </a:lnTo>
                <a:close/>
                <a:moveTo>
                  <a:pt x="1219200" y="3000375"/>
                </a:moveTo>
                <a:lnTo>
                  <a:pt x="1238250" y="3000375"/>
                </a:lnTo>
                <a:lnTo>
                  <a:pt x="1238250" y="3009900"/>
                </a:lnTo>
                <a:lnTo>
                  <a:pt x="1219200" y="3009900"/>
                </a:lnTo>
                <a:close/>
                <a:moveTo>
                  <a:pt x="1247775" y="3000375"/>
                </a:moveTo>
                <a:lnTo>
                  <a:pt x="1314450" y="3000375"/>
                </a:lnTo>
                <a:lnTo>
                  <a:pt x="1314450" y="3009900"/>
                </a:lnTo>
                <a:lnTo>
                  <a:pt x="1247775" y="3009900"/>
                </a:lnTo>
                <a:close/>
                <a:moveTo>
                  <a:pt x="342900" y="3028950"/>
                </a:moveTo>
                <a:lnTo>
                  <a:pt x="371475" y="3028950"/>
                </a:lnTo>
                <a:lnTo>
                  <a:pt x="371475" y="3048000"/>
                </a:lnTo>
                <a:lnTo>
                  <a:pt x="352425" y="3048000"/>
                </a:lnTo>
                <a:lnTo>
                  <a:pt x="352425" y="3038475"/>
                </a:lnTo>
                <a:lnTo>
                  <a:pt x="342900" y="3038475"/>
                </a:lnTo>
                <a:close/>
                <a:moveTo>
                  <a:pt x="600075" y="3028950"/>
                </a:moveTo>
                <a:lnTo>
                  <a:pt x="628650" y="3028950"/>
                </a:lnTo>
                <a:lnTo>
                  <a:pt x="628650" y="3038475"/>
                </a:lnTo>
                <a:lnTo>
                  <a:pt x="600075" y="3038475"/>
                </a:lnTo>
                <a:close/>
                <a:moveTo>
                  <a:pt x="685800" y="3028950"/>
                </a:moveTo>
                <a:lnTo>
                  <a:pt x="714375" y="3028950"/>
                </a:lnTo>
                <a:lnTo>
                  <a:pt x="714375" y="3038475"/>
                </a:lnTo>
                <a:lnTo>
                  <a:pt x="685800" y="3038475"/>
                </a:lnTo>
                <a:close/>
                <a:moveTo>
                  <a:pt x="866775" y="3028950"/>
                </a:moveTo>
                <a:lnTo>
                  <a:pt x="885825" y="3028950"/>
                </a:lnTo>
                <a:lnTo>
                  <a:pt x="885825" y="3048000"/>
                </a:lnTo>
                <a:lnTo>
                  <a:pt x="866775" y="3048000"/>
                </a:lnTo>
                <a:close/>
                <a:moveTo>
                  <a:pt x="1047750" y="3028950"/>
                </a:moveTo>
                <a:lnTo>
                  <a:pt x="1076325" y="3028950"/>
                </a:lnTo>
                <a:lnTo>
                  <a:pt x="1076325" y="3038475"/>
                </a:lnTo>
                <a:lnTo>
                  <a:pt x="1085850" y="3038475"/>
                </a:lnTo>
                <a:lnTo>
                  <a:pt x="1085850" y="3048000"/>
                </a:lnTo>
                <a:lnTo>
                  <a:pt x="1038225" y="3048000"/>
                </a:lnTo>
                <a:lnTo>
                  <a:pt x="1038225" y="3038475"/>
                </a:lnTo>
                <a:lnTo>
                  <a:pt x="1047750" y="3038475"/>
                </a:lnTo>
                <a:close/>
                <a:moveTo>
                  <a:pt x="1133475" y="3028950"/>
                </a:moveTo>
                <a:lnTo>
                  <a:pt x="1171575" y="3028950"/>
                </a:lnTo>
                <a:lnTo>
                  <a:pt x="1171575" y="3038475"/>
                </a:lnTo>
                <a:lnTo>
                  <a:pt x="1181100" y="3038475"/>
                </a:lnTo>
                <a:lnTo>
                  <a:pt x="1181100" y="3028950"/>
                </a:lnTo>
                <a:lnTo>
                  <a:pt x="1219200" y="3028950"/>
                </a:lnTo>
                <a:lnTo>
                  <a:pt x="1219200" y="3038475"/>
                </a:lnTo>
                <a:lnTo>
                  <a:pt x="1238250" y="3038475"/>
                </a:lnTo>
                <a:lnTo>
                  <a:pt x="1238250" y="3048000"/>
                </a:lnTo>
                <a:lnTo>
                  <a:pt x="1095375" y="3048000"/>
                </a:lnTo>
                <a:lnTo>
                  <a:pt x="1095375" y="3038475"/>
                </a:lnTo>
                <a:lnTo>
                  <a:pt x="1133475" y="3038475"/>
                </a:lnTo>
                <a:close/>
                <a:moveTo>
                  <a:pt x="1285875" y="3028950"/>
                </a:moveTo>
                <a:lnTo>
                  <a:pt x="1323975" y="3028950"/>
                </a:lnTo>
                <a:lnTo>
                  <a:pt x="1323975" y="3038475"/>
                </a:lnTo>
                <a:lnTo>
                  <a:pt x="1285875" y="3038475"/>
                </a:lnTo>
                <a:close/>
                <a:moveTo>
                  <a:pt x="1362075" y="3028950"/>
                </a:moveTo>
                <a:lnTo>
                  <a:pt x="1371600" y="3028950"/>
                </a:lnTo>
                <a:lnTo>
                  <a:pt x="1371600" y="3038475"/>
                </a:lnTo>
                <a:lnTo>
                  <a:pt x="1362075" y="3038475"/>
                </a:lnTo>
                <a:close/>
                <a:moveTo>
                  <a:pt x="1381125" y="3028950"/>
                </a:moveTo>
                <a:lnTo>
                  <a:pt x="1390650" y="3028950"/>
                </a:lnTo>
                <a:lnTo>
                  <a:pt x="1390650" y="3038475"/>
                </a:lnTo>
                <a:lnTo>
                  <a:pt x="1381125" y="3038475"/>
                </a:lnTo>
                <a:close/>
                <a:moveTo>
                  <a:pt x="1447800" y="3028950"/>
                </a:moveTo>
                <a:lnTo>
                  <a:pt x="1495425" y="3028950"/>
                </a:lnTo>
                <a:lnTo>
                  <a:pt x="1495425" y="3038475"/>
                </a:lnTo>
                <a:lnTo>
                  <a:pt x="1485900" y="3038475"/>
                </a:lnTo>
                <a:lnTo>
                  <a:pt x="1485900" y="3057525"/>
                </a:lnTo>
                <a:lnTo>
                  <a:pt x="1438275" y="3057525"/>
                </a:lnTo>
                <a:lnTo>
                  <a:pt x="1438275" y="3048000"/>
                </a:lnTo>
                <a:lnTo>
                  <a:pt x="1457325" y="3048000"/>
                </a:lnTo>
                <a:lnTo>
                  <a:pt x="1457325" y="3038475"/>
                </a:lnTo>
                <a:lnTo>
                  <a:pt x="1447800" y="3038475"/>
                </a:lnTo>
                <a:close/>
                <a:moveTo>
                  <a:pt x="1514475" y="3028950"/>
                </a:moveTo>
                <a:lnTo>
                  <a:pt x="1543050" y="3028950"/>
                </a:lnTo>
                <a:lnTo>
                  <a:pt x="1543050" y="3048000"/>
                </a:lnTo>
                <a:lnTo>
                  <a:pt x="1562100" y="3048000"/>
                </a:lnTo>
                <a:lnTo>
                  <a:pt x="1562100" y="3057525"/>
                </a:lnTo>
                <a:lnTo>
                  <a:pt x="1514475" y="3057525"/>
                </a:lnTo>
                <a:lnTo>
                  <a:pt x="1514475" y="3048000"/>
                </a:lnTo>
                <a:lnTo>
                  <a:pt x="1524000" y="3048000"/>
                </a:lnTo>
                <a:lnTo>
                  <a:pt x="1524000" y="3038475"/>
                </a:lnTo>
                <a:lnTo>
                  <a:pt x="1514475" y="3038475"/>
                </a:lnTo>
                <a:close/>
                <a:moveTo>
                  <a:pt x="1628775" y="3028950"/>
                </a:moveTo>
                <a:lnTo>
                  <a:pt x="1676400" y="3028950"/>
                </a:lnTo>
                <a:lnTo>
                  <a:pt x="1676400" y="3038475"/>
                </a:lnTo>
                <a:lnTo>
                  <a:pt x="1685925" y="3038475"/>
                </a:lnTo>
                <a:lnTo>
                  <a:pt x="1685925" y="3048000"/>
                </a:lnTo>
                <a:lnTo>
                  <a:pt x="1666875" y="3048000"/>
                </a:lnTo>
                <a:lnTo>
                  <a:pt x="1666875" y="3057525"/>
                </a:lnTo>
                <a:lnTo>
                  <a:pt x="1628775" y="3057525"/>
                </a:lnTo>
                <a:lnTo>
                  <a:pt x="1628775" y="3048000"/>
                </a:lnTo>
                <a:lnTo>
                  <a:pt x="1647825" y="3048000"/>
                </a:lnTo>
                <a:lnTo>
                  <a:pt x="1647825" y="3038475"/>
                </a:lnTo>
                <a:lnTo>
                  <a:pt x="1628775" y="3038475"/>
                </a:lnTo>
                <a:close/>
                <a:moveTo>
                  <a:pt x="180975" y="3038475"/>
                </a:moveTo>
                <a:lnTo>
                  <a:pt x="190500" y="3038475"/>
                </a:lnTo>
                <a:lnTo>
                  <a:pt x="190500" y="3057525"/>
                </a:lnTo>
                <a:lnTo>
                  <a:pt x="180975" y="3057525"/>
                </a:lnTo>
                <a:close/>
                <a:moveTo>
                  <a:pt x="990600" y="3038475"/>
                </a:moveTo>
                <a:lnTo>
                  <a:pt x="1009650" y="3038475"/>
                </a:lnTo>
                <a:lnTo>
                  <a:pt x="1009650" y="3048000"/>
                </a:lnTo>
                <a:lnTo>
                  <a:pt x="990600" y="3048000"/>
                </a:lnTo>
                <a:close/>
                <a:moveTo>
                  <a:pt x="1247775" y="3038475"/>
                </a:moveTo>
                <a:lnTo>
                  <a:pt x="1266825" y="3038475"/>
                </a:lnTo>
                <a:lnTo>
                  <a:pt x="1266825" y="3048000"/>
                </a:lnTo>
                <a:lnTo>
                  <a:pt x="1247775" y="3048000"/>
                </a:lnTo>
                <a:close/>
                <a:moveTo>
                  <a:pt x="1352550" y="3038475"/>
                </a:moveTo>
                <a:lnTo>
                  <a:pt x="1362075" y="3038475"/>
                </a:lnTo>
                <a:lnTo>
                  <a:pt x="1362075" y="3057525"/>
                </a:lnTo>
                <a:lnTo>
                  <a:pt x="1333500" y="3057525"/>
                </a:lnTo>
                <a:lnTo>
                  <a:pt x="1333500" y="3048000"/>
                </a:lnTo>
                <a:lnTo>
                  <a:pt x="1352550" y="3048000"/>
                </a:lnTo>
                <a:close/>
                <a:moveTo>
                  <a:pt x="1571625" y="3038475"/>
                </a:moveTo>
                <a:lnTo>
                  <a:pt x="1581150" y="3038475"/>
                </a:lnTo>
                <a:lnTo>
                  <a:pt x="1581150" y="3048000"/>
                </a:lnTo>
                <a:lnTo>
                  <a:pt x="1571625" y="3048000"/>
                </a:lnTo>
                <a:close/>
                <a:moveTo>
                  <a:pt x="333375" y="3048000"/>
                </a:moveTo>
                <a:lnTo>
                  <a:pt x="352425" y="3048000"/>
                </a:lnTo>
                <a:lnTo>
                  <a:pt x="352425" y="3057525"/>
                </a:lnTo>
                <a:lnTo>
                  <a:pt x="333375" y="3057525"/>
                </a:lnTo>
                <a:close/>
                <a:moveTo>
                  <a:pt x="447675" y="3048000"/>
                </a:moveTo>
                <a:lnTo>
                  <a:pt x="457200" y="3048000"/>
                </a:lnTo>
                <a:lnTo>
                  <a:pt x="457200" y="3057525"/>
                </a:lnTo>
                <a:lnTo>
                  <a:pt x="447675" y="3057525"/>
                </a:lnTo>
                <a:close/>
                <a:moveTo>
                  <a:pt x="466725" y="3048000"/>
                </a:moveTo>
                <a:lnTo>
                  <a:pt x="476250" y="3048000"/>
                </a:lnTo>
                <a:lnTo>
                  <a:pt x="476250" y="3057525"/>
                </a:lnTo>
                <a:lnTo>
                  <a:pt x="466725" y="3057525"/>
                </a:lnTo>
                <a:close/>
                <a:moveTo>
                  <a:pt x="619125" y="3048000"/>
                </a:moveTo>
                <a:lnTo>
                  <a:pt x="628650" y="3048000"/>
                </a:lnTo>
                <a:lnTo>
                  <a:pt x="628650" y="3057525"/>
                </a:lnTo>
                <a:lnTo>
                  <a:pt x="619125" y="3057525"/>
                </a:lnTo>
                <a:close/>
                <a:moveTo>
                  <a:pt x="647700" y="3048000"/>
                </a:moveTo>
                <a:lnTo>
                  <a:pt x="666750" y="3048000"/>
                </a:lnTo>
                <a:lnTo>
                  <a:pt x="666750" y="3057525"/>
                </a:lnTo>
                <a:lnTo>
                  <a:pt x="647700" y="3057525"/>
                </a:lnTo>
                <a:close/>
                <a:moveTo>
                  <a:pt x="695325" y="3048000"/>
                </a:moveTo>
                <a:lnTo>
                  <a:pt x="733425" y="3048000"/>
                </a:lnTo>
                <a:lnTo>
                  <a:pt x="733425" y="3057525"/>
                </a:lnTo>
                <a:lnTo>
                  <a:pt x="704850" y="3057525"/>
                </a:lnTo>
                <a:lnTo>
                  <a:pt x="704850" y="3076575"/>
                </a:lnTo>
                <a:lnTo>
                  <a:pt x="695325" y="3076575"/>
                </a:lnTo>
                <a:close/>
                <a:moveTo>
                  <a:pt x="762000" y="3048000"/>
                </a:moveTo>
                <a:lnTo>
                  <a:pt x="866775" y="3048000"/>
                </a:lnTo>
                <a:lnTo>
                  <a:pt x="866775" y="3057525"/>
                </a:lnTo>
                <a:lnTo>
                  <a:pt x="762000" y="3057525"/>
                </a:lnTo>
                <a:close/>
                <a:moveTo>
                  <a:pt x="885825" y="3048000"/>
                </a:moveTo>
                <a:lnTo>
                  <a:pt x="895350" y="3048000"/>
                </a:lnTo>
                <a:lnTo>
                  <a:pt x="895350" y="3057525"/>
                </a:lnTo>
                <a:lnTo>
                  <a:pt x="885825" y="3057525"/>
                </a:lnTo>
                <a:close/>
                <a:moveTo>
                  <a:pt x="914400" y="3048000"/>
                </a:moveTo>
                <a:lnTo>
                  <a:pt x="942975" y="3048000"/>
                </a:lnTo>
                <a:lnTo>
                  <a:pt x="942975" y="3057525"/>
                </a:lnTo>
                <a:lnTo>
                  <a:pt x="914400" y="3057525"/>
                </a:lnTo>
                <a:close/>
                <a:moveTo>
                  <a:pt x="971550" y="3048000"/>
                </a:moveTo>
                <a:lnTo>
                  <a:pt x="990600" y="3048000"/>
                </a:lnTo>
                <a:lnTo>
                  <a:pt x="990600" y="3057525"/>
                </a:lnTo>
                <a:lnTo>
                  <a:pt x="971550" y="3057525"/>
                </a:lnTo>
                <a:close/>
                <a:moveTo>
                  <a:pt x="1266825" y="3048000"/>
                </a:moveTo>
                <a:lnTo>
                  <a:pt x="1295400" y="3048000"/>
                </a:lnTo>
                <a:lnTo>
                  <a:pt x="1295400" y="3057525"/>
                </a:lnTo>
                <a:lnTo>
                  <a:pt x="1266825" y="3057525"/>
                </a:lnTo>
                <a:close/>
                <a:moveTo>
                  <a:pt x="1314450" y="3048000"/>
                </a:moveTo>
                <a:lnTo>
                  <a:pt x="1323975" y="3048000"/>
                </a:lnTo>
                <a:lnTo>
                  <a:pt x="1323975" y="3057525"/>
                </a:lnTo>
                <a:lnTo>
                  <a:pt x="1314450" y="3057525"/>
                </a:lnTo>
                <a:close/>
                <a:moveTo>
                  <a:pt x="1371600" y="3048000"/>
                </a:moveTo>
                <a:lnTo>
                  <a:pt x="1381125" y="3048000"/>
                </a:lnTo>
                <a:lnTo>
                  <a:pt x="1381125" y="3057525"/>
                </a:lnTo>
                <a:lnTo>
                  <a:pt x="1371600" y="3057525"/>
                </a:lnTo>
                <a:close/>
                <a:moveTo>
                  <a:pt x="190500" y="3057525"/>
                </a:moveTo>
                <a:lnTo>
                  <a:pt x="200025" y="3057525"/>
                </a:lnTo>
                <a:lnTo>
                  <a:pt x="200025" y="3067050"/>
                </a:lnTo>
                <a:lnTo>
                  <a:pt x="190500" y="3067050"/>
                </a:lnTo>
                <a:close/>
                <a:moveTo>
                  <a:pt x="504825" y="3076575"/>
                </a:moveTo>
                <a:lnTo>
                  <a:pt x="514350" y="3076575"/>
                </a:lnTo>
                <a:lnTo>
                  <a:pt x="514350" y="3086100"/>
                </a:lnTo>
                <a:lnTo>
                  <a:pt x="504825" y="3086100"/>
                </a:lnTo>
                <a:close/>
                <a:moveTo>
                  <a:pt x="571500" y="3076575"/>
                </a:moveTo>
                <a:lnTo>
                  <a:pt x="600075" y="3076575"/>
                </a:lnTo>
                <a:lnTo>
                  <a:pt x="600075" y="3095625"/>
                </a:lnTo>
                <a:lnTo>
                  <a:pt x="619125" y="3095625"/>
                </a:lnTo>
                <a:lnTo>
                  <a:pt x="619125" y="3105150"/>
                </a:lnTo>
                <a:lnTo>
                  <a:pt x="638175" y="3105150"/>
                </a:lnTo>
                <a:lnTo>
                  <a:pt x="638175" y="3114675"/>
                </a:lnTo>
                <a:lnTo>
                  <a:pt x="657225" y="3114675"/>
                </a:lnTo>
                <a:lnTo>
                  <a:pt x="657225" y="3105150"/>
                </a:lnTo>
                <a:lnTo>
                  <a:pt x="666750" y="3105150"/>
                </a:lnTo>
                <a:lnTo>
                  <a:pt x="666750" y="3095625"/>
                </a:lnTo>
                <a:lnTo>
                  <a:pt x="676275" y="3095625"/>
                </a:lnTo>
                <a:lnTo>
                  <a:pt x="676275" y="3105150"/>
                </a:lnTo>
                <a:lnTo>
                  <a:pt x="685800" y="3105150"/>
                </a:lnTo>
                <a:lnTo>
                  <a:pt x="685800" y="3124200"/>
                </a:lnTo>
                <a:lnTo>
                  <a:pt x="676275" y="3124200"/>
                </a:lnTo>
                <a:lnTo>
                  <a:pt x="676275" y="3133725"/>
                </a:lnTo>
                <a:lnTo>
                  <a:pt x="647700" y="3133725"/>
                </a:lnTo>
                <a:lnTo>
                  <a:pt x="647700" y="3143250"/>
                </a:lnTo>
                <a:lnTo>
                  <a:pt x="638175" y="3143250"/>
                </a:lnTo>
                <a:lnTo>
                  <a:pt x="638175" y="3152775"/>
                </a:lnTo>
                <a:lnTo>
                  <a:pt x="619125" y="3152775"/>
                </a:lnTo>
                <a:lnTo>
                  <a:pt x="619125" y="3143250"/>
                </a:lnTo>
                <a:lnTo>
                  <a:pt x="600075" y="3143250"/>
                </a:lnTo>
                <a:lnTo>
                  <a:pt x="600075" y="3152775"/>
                </a:lnTo>
                <a:lnTo>
                  <a:pt x="590550" y="3152775"/>
                </a:lnTo>
                <a:lnTo>
                  <a:pt x="590550" y="3086100"/>
                </a:lnTo>
                <a:lnTo>
                  <a:pt x="571500" y="3086100"/>
                </a:lnTo>
                <a:close/>
                <a:moveTo>
                  <a:pt x="704850" y="3076575"/>
                </a:moveTo>
                <a:lnTo>
                  <a:pt x="762000" y="3076575"/>
                </a:lnTo>
                <a:lnTo>
                  <a:pt x="762000" y="3086100"/>
                </a:lnTo>
                <a:lnTo>
                  <a:pt x="752475" y="3086100"/>
                </a:lnTo>
                <a:lnTo>
                  <a:pt x="752475" y="3095625"/>
                </a:lnTo>
                <a:lnTo>
                  <a:pt x="742950" y="3095625"/>
                </a:lnTo>
                <a:lnTo>
                  <a:pt x="742950" y="3105150"/>
                </a:lnTo>
                <a:lnTo>
                  <a:pt x="714375" y="3105150"/>
                </a:lnTo>
                <a:lnTo>
                  <a:pt x="714375" y="3095625"/>
                </a:lnTo>
                <a:lnTo>
                  <a:pt x="704850" y="3095625"/>
                </a:lnTo>
                <a:close/>
                <a:moveTo>
                  <a:pt x="800100" y="3076575"/>
                </a:moveTo>
                <a:lnTo>
                  <a:pt x="847725" y="3076575"/>
                </a:lnTo>
                <a:lnTo>
                  <a:pt x="847725" y="3086100"/>
                </a:lnTo>
                <a:lnTo>
                  <a:pt x="828675" y="3086100"/>
                </a:lnTo>
                <a:lnTo>
                  <a:pt x="828675" y="3095625"/>
                </a:lnTo>
                <a:lnTo>
                  <a:pt x="847725" y="3095625"/>
                </a:lnTo>
                <a:lnTo>
                  <a:pt x="847725" y="3086100"/>
                </a:lnTo>
                <a:lnTo>
                  <a:pt x="857250" y="3086100"/>
                </a:lnTo>
                <a:lnTo>
                  <a:pt x="857250" y="3076575"/>
                </a:lnTo>
                <a:lnTo>
                  <a:pt x="895350" y="3076575"/>
                </a:lnTo>
                <a:lnTo>
                  <a:pt x="895350" y="3086100"/>
                </a:lnTo>
                <a:lnTo>
                  <a:pt x="885825" y="3086100"/>
                </a:lnTo>
                <a:lnTo>
                  <a:pt x="885825" y="3095625"/>
                </a:lnTo>
                <a:lnTo>
                  <a:pt x="914400" y="3095625"/>
                </a:lnTo>
                <a:lnTo>
                  <a:pt x="914400" y="3086100"/>
                </a:lnTo>
                <a:lnTo>
                  <a:pt x="904875" y="3086100"/>
                </a:lnTo>
                <a:lnTo>
                  <a:pt x="904875" y="3076575"/>
                </a:lnTo>
                <a:lnTo>
                  <a:pt x="962025" y="3076575"/>
                </a:lnTo>
                <a:lnTo>
                  <a:pt x="962025" y="3086100"/>
                </a:lnTo>
                <a:lnTo>
                  <a:pt x="952500" y="3086100"/>
                </a:lnTo>
                <a:lnTo>
                  <a:pt x="952500" y="3095625"/>
                </a:lnTo>
                <a:lnTo>
                  <a:pt x="923925" y="3095625"/>
                </a:lnTo>
                <a:lnTo>
                  <a:pt x="923925" y="3105150"/>
                </a:lnTo>
                <a:lnTo>
                  <a:pt x="933450" y="3105150"/>
                </a:lnTo>
                <a:lnTo>
                  <a:pt x="933450" y="3114675"/>
                </a:lnTo>
                <a:lnTo>
                  <a:pt x="962025" y="3114675"/>
                </a:lnTo>
                <a:lnTo>
                  <a:pt x="962025" y="3124200"/>
                </a:lnTo>
                <a:lnTo>
                  <a:pt x="990600" y="3124200"/>
                </a:lnTo>
                <a:lnTo>
                  <a:pt x="990600" y="3114675"/>
                </a:lnTo>
                <a:lnTo>
                  <a:pt x="981075" y="3114675"/>
                </a:lnTo>
                <a:lnTo>
                  <a:pt x="981075" y="3105150"/>
                </a:lnTo>
                <a:lnTo>
                  <a:pt x="952500" y="3105150"/>
                </a:lnTo>
                <a:lnTo>
                  <a:pt x="952500" y="3095625"/>
                </a:lnTo>
                <a:lnTo>
                  <a:pt x="990600" y="3095625"/>
                </a:lnTo>
                <a:lnTo>
                  <a:pt x="990600" y="3105150"/>
                </a:lnTo>
                <a:lnTo>
                  <a:pt x="1009650" y="3105150"/>
                </a:lnTo>
                <a:lnTo>
                  <a:pt x="1009650" y="3114675"/>
                </a:lnTo>
                <a:lnTo>
                  <a:pt x="1019175" y="3114675"/>
                </a:lnTo>
                <a:lnTo>
                  <a:pt x="1019175" y="3124200"/>
                </a:lnTo>
                <a:lnTo>
                  <a:pt x="1028700" y="3124200"/>
                </a:lnTo>
                <a:lnTo>
                  <a:pt x="1028700" y="3114675"/>
                </a:lnTo>
                <a:lnTo>
                  <a:pt x="1047750" y="3114675"/>
                </a:lnTo>
                <a:lnTo>
                  <a:pt x="1047750" y="3086100"/>
                </a:lnTo>
                <a:lnTo>
                  <a:pt x="1028700" y="3086100"/>
                </a:lnTo>
                <a:lnTo>
                  <a:pt x="1028700" y="3076575"/>
                </a:lnTo>
                <a:lnTo>
                  <a:pt x="1209675" y="3076575"/>
                </a:lnTo>
                <a:lnTo>
                  <a:pt x="1209675" y="3095625"/>
                </a:lnTo>
                <a:lnTo>
                  <a:pt x="1200150" y="3095625"/>
                </a:lnTo>
                <a:lnTo>
                  <a:pt x="1200150" y="3114675"/>
                </a:lnTo>
                <a:lnTo>
                  <a:pt x="1219200" y="3114675"/>
                </a:lnTo>
                <a:lnTo>
                  <a:pt x="1219200" y="3105150"/>
                </a:lnTo>
                <a:lnTo>
                  <a:pt x="1228725" y="3105150"/>
                </a:lnTo>
                <a:lnTo>
                  <a:pt x="1228725" y="3114675"/>
                </a:lnTo>
                <a:lnTo>
                  <a:pt x="1238250" y="3114675"/>
                </a:lnTo>
                <a:lnTo>
                  <a:pt x="1238250" y="3124200"/>
                </a:lnTo>
                <a:lnTo>
                  <a:pt x="1247775" y="3124200"/>
                </a:lnTo>
                <a:lnTo>
                  <a:pt x="1247775" y="3095625"/>
                </a:lnTo>
                <a:lnTo>
                  <a:pt x="1238250" y="3095625"/>
                </a:lnTo>
                <a:lnTo>
                  <a:pt x="1238250" y="3086100"/>
                </a:lnTo>
                <a:lnTo>
                  <a:pt x="1257300" y="3086100"/>
                </a:lnTo>
                <a:lnTo>
                  <a:pt x="1257300" y="3076575"/>
                </a:lnTo>
                <a:lnTo>
                  <a:pt x="1285875" y="3076575"/>
                </a:lnTo>
                <a:lnTo>
                  <a:pt x="1285875" y="3086100"/>
                </a:lnTo>
                <a:lnTo>
                  <a:pt x="1295400" y="3086100"/>
                </a:lnTo>
                <a:lnTo>
                  <a:pt x="1295400" y="3105150"/>
                </a:lnTo>
                <a:lnTo>
                  <a:pt x="1304925" y="3105150"/>
                </a:lnTo>
                <a:lnTo>
                  <a:pt x="1304925" y="3114675"/>
                </a:lnTo>
                <a:lnTo>
                  <a:pt x="1276350" y="3114675"/>
                </a:lnTo>
                <a:lnTo>
                  <a:pt x="1276350" y="3105150"/>
                </a:lnTo>
                <a:lnTo>
                  <a:pt x="1257300" y="3105150"/>
                </a:lnTo>
                <a:lnTo>
                  <a:pt x="1257300" y="3124200"/>
                </a:lnTo>
                <a:lnTo>
                  <a:pt x="1247775" y="3124200"/>
                </a:lnTo>
                <a:lnTo>
                  <a:pt x="1247775" y="3143250"/>
                </a:lnTo>
                <a:lnTo>
                  <a:pt x="1238250" y="3143250"/>
                </a:lnTo>
                <a:lnTo>
                  <a:pt x="1238250" y="3133725"/>
                </a:lnTo>
                <a:lnTo>
                  <a:pt x="1209675" y="3133725"/>
                </a:lnTo>
                <a:lnTo>
                  <a:pt x="1209675" y="3152775"/>
                </a:lnTo>
                <a:lnTo>
                  <a:pt x="1200150" y="3152775"/>
                </a:lnTo>
                <a:lnTo>
                  <a:pt x="1200150" y="3162300"/>
                </a:lnTo>
                <a:lnTo>
                  <a:pt x="1190625" y="3162300"/>
                </a:lnTo>
                <a:lnTo>
                  <a:pt x="1190625" y="3181350"/>
                </a:lnTo>
                <a:lnTo>
                  <a:pt x="1171575" y="3181350"/>
                </a:lnTo>
                <a:lnTo>
                  <a:pt x="1171575" y="3190875"/>
                </a:lnTo>
                <a:lnTo>
                  <a:pt x="1143000" y="3190875"/>
                </a:lnTo>
                <a:lnTo>
                  <a:pt x="1143000" y="3171825"/>
                </a:lnTo>
                <a:lnTo>
                  <a:pt x="1123950" y="3171825"/>
                </a:lnTo>
                <a:lnTo>
                  <a:pt x="1123950" y="3162300"/>
                </a:lnTo>
                <a:lnTo>
                  <a:pt x="1114425" y="3162300"/>
                </a:lnTo>
                <a:lnTo>
                  <a:pt x="1114425" y="3171825"/>
                </a:lnTo>
                <a:lnTo>
                  <a:pt x="1038225" y="3171825"/>
                </a:lnTo>
                <a:lnTo>
                  <a:pt x="1038225" y="3181350"/>
                </a:lnTo>
                <a:lnTo>
                  <a:pt x="1047750" y="3181350"/>
                </a:lnTo>
                <a:lnTo>
                  <a:pt x="1047750" y="3190875"/>
                </a:lnTo>
                <a:lnTo>
                  <a:pt x="1019175" y="3190875"/>
                </a:lnTo>
                <a:lnTo>
                  <a:pt x="1019175" y="3181350"/>
                </a:lnTo>
                <a:lnTo>
                  <a:pt x="990600" y="3181350"/>
                </a:lnTo>
                <a:lnTo>
                  <a:pt x="990600" y="3190875"/>
                </a:lnTo>
                <a:lnTo>
                  <a:pt x="1000125" y="3190875"/>
                </a:lnTo>
                <a:lnTo>
                  <a:pt x="1000125" y="3200400"/>
                </a:lnTo>
                <a:lnTo>
                  <a:pt x="981075" y="3200400"/>
                </a:lnTo>
                <a:lnTo>
                  <a:pt x="981075" y="3171825"/>
                </a:lnTo>
                <a:lnTo>
                  <a:pt x="971550" y="3171825"/>
                </a:lnTo>
                <a:lnTo>
                  <a:pt x="971550" y="3162300"/>
                </a:lnTo>
                <a:lnTo>
                  <a:pt x="942975" y="3162300"/>
                </a:lnTo>
                <a:lnTo>
                  <a:pt x="942975" y="3143250"/>
                </a:lnTo>
                <a:lnTo>
                  <a:pt x="895350" y="3143250"/>
                </a:lnTo>
                <a:lnTo>
                  <a:pt x="895350" y="3124200"/>
                </a:lnTo>
                <a:lnTo>
                  <a:pt x="866775" y="3124200"/>
                </a:lnTo>
                <a:lnTo>
                  <a:pt x="866775" y="3133725"/>
                </a:lnTo>
                <a:lnTo>
                  <a:pt x="857250" y="3133725"/>
                </a:lnTo>
                <a:lnTo>
                  <a:pt x="857250" y="3124200"/>
                </a:lnTo>
                <a:lnTo>
                  <a:pt x="847725" y="3124200"/>
                </a:lnTo>
                <a:lnTo>
                  <a:pt x="847725" y="3114675"/>
                </a:lnTo>
                <a:lnTo>
                  <a:pt x="838200" y="3114675"/>
                </a:lnTo>
                <a:lnTo>
                  <a:pt x="838200" y="3105150"/>
                </a:lnTo>
                <a:lnTo>
                  <a:pt x="800100" y="3105150"/>
                </a:lnTo>
                <a:lnTo>
                  <a:pt x="800100" y="3095625"/>
                </a:lnTo>
                <a:lnTo>
                  <a:pt x="809625" y="3095625"/>
                </a:lnTo>
                <a:lnTo>
                  <a:pt x="809625" y="3086100"/>
                </a:lnTo>
                <a:lnTo>
                  <a:pt x="800100" y="3086100"/>
                </a:lnTo>
                <a:close/>
                <a:moveTo>
                  <a:pt x="971550" y="3076575"/>
                </a:moveTo>
                <a:lnTo>
                  <a:pt x="981075" y="3076575"/>
                </a:lnTo>
                <a:lnTo>
                  <a:pt x="981075" y="3086100"/>
                </a:lnTo>
                <a:lnTo>
                  <a:pt x="971550" y="3086100"/>
                </a:lnTo>
                <a:close/>
                <a:moveTo>
                  <a:pt x="990600" y="3076575"/>
                </a:moveTo>
                <a:lnTo>
                  <a:pt x="1000125" y="3076575"/>
                </a:lnTo>
                <a:lnTo>
                  <a:pt x="1000125" y="3086100"/>
                </a:lnTo>
                <a:lnTo>
                  <a:pt x="990600" y="3086100"/>
                </a:lnTo>
                <a:close/>
                <a:moveTo>
                  <a:pt x="1419225" y="3076575"/>
                </a:moveTo>
                <a:lnTo>
                  <a:pt x="1428750" y="3076575"/>
                </a:lnTo>
                <a:lnTo>
                  <a:pt x="1428750" y="3086100"/>
                </a:lnTo>
                <a:lnTo>
                  <a:pt x="1419225" y="3086100"/>
                </a:lnTo>
                <a:close/>
                <a:moveTo>
                  <a:pt x="1457325" y="3076575"/>
                </a:moveTo>
                <a:lnTo>
                  <a:pt x="1476375" y="3076575"/>
                </a:lnTo>
                <a:lnTo>
                  <a:pt x="1476375" y="3086100"/>
                </a:lnTo>
                <a:lnTo>
                  <a:pt x="1504950" y="3086100"/>
                </a:lnTo>
                <a:lnTo>
                  <a:pt x="1504950" y="3076575"/>
                </a:lnTo>
                <a:lnTo>
                  <a:pt x="1609725" y="3076575"/>
                </a:lnTo>
                <a:lnTo>
                  <a:pt x="1609725" y="3086100"/>
                </a:lnTo>
                <a:lnTo>
                  <a:pt x="1628775" y="3086100"/>
                </a:lnTo>
                <a:lnTo>
                  <a:pt x="1628775" y="3095625"/>
                </a:lnTo>
                <a:lnTo>
                  <a:pt x="1609725" y="3095625"/>
                </a:lnTo>
                <a:lnTo>
                  <a:pt x="1609725" y="3105150"/>
                </a:lnTo>
                <a:lnTo>
                  <a:pt x="1581150" y="3105150"/>
                </a:lnTo>
                <a:lnTo>
                  <a:pt x="1581150" y="3086100"/>
                </a:lnTo>
                <a:lnTo>
                  <a:pt x="1552575" y="3086100"/>
                </a:lnTo>
                <a:lnTo>
                  <a:pt x="1552575" y="3105150"/>
                </a:lnTo>
                <a:lnTo>
                  <a:pt x="1524000" y="3105150"/>
                </a:lnTo>
                <a:lnTo>
                  <a:pt x="1524000" y="3095625"/>
                </a:lnTo>
                <a:lnTo>
                  <a:pt x="1495425" y="3095625"/>
                </a:lnTo>
                <a:lnTo>
                  <a:pt x="1495425" y="3105150"/>
                </a:lnTo>
                <a:lnTo>
                  <a:pt x="1457325" y="3105150"/>
                </a:lnTo>
                <a:close/>
                <a:moveTo>
                  <a:pt x="1638300" y="3076575"/>
                </a:moveTo>
                <a:lnTo>
                  <a:pt x="1666875" y="3076575"/>
                </a:lnTo>
                <a:lnTo>
                  <a:pt x="1666875" y="3086100"/>
                </a:lnTo>
                <a:lnTo>
                  <a:pt x="1638300" y="3086100"/>
                </a:lnTo>
                <a:close/>
                <a:moveTo>
                  <a:pt x="1000125" y="3086100"/>
                </a:moveTo>
                <a:lnTo>
                  <a:pt x="1028700" y="3086100"/>
                </a:lnTo>
                <a:lnTo>
                  <a:pt x="1028700" y="3095625"/>
                </a:lnTo>
                <a:lnTo>
                  <a:pt x="1000125" y="3095625"/>
                </a:lnTo>
                <a:close/>
                <a:moveTo>
                  <a:pt x="1390650" y="3086100"/>
                </a:moveTo>
                <a:lnTo>
                  <a:pt x="1400175" y="3086100"/>
                </a:lnTo>
                <a:lnTo>
                  <a:pt x="1400175" y="3105150"/>
                </a:lnTo>
                <a:lnTo>
                  <a:pt x="1390650" y="3105150"/>
                </a:lnTo>
                <a:close/>
                <a:moveTo>
                  <a:pt x="1666875" y="3086100"/>
                </a:moveTo>
                <a:lnTo>
                  <a:pt x="1685925" y="3086100"/>
                </a:lnTo>
                <a:lnTo>
                  <a:pt x="1685925" y="3095625"/>
                </a:lnTo>
                <a:lnTo>
                  <a:pt x="1666875" y="3095625"/>
                </a:lnTo>
                <a:close/>
                <a:moveTo>
                  <a:pt x="1381125" y="3105150"/>
                </a:moveTo>
                <a:lnTo>
                  <a:pt x="1390650" y="3105150"/>
                </a:lnTo>
                <a:lnTo>
                  <a:pt x="1390650" y="3114675"/>
                </a:lnTo>
                <a:lnTo>
                  <a:pt x="1381125" y="3114675"/>
                </a:lnTo>
                <a:close/>
                <a:moveTo>
                  <a:pt x="1676400" y="3105150"/>
                </a:moveTo>
                <a:lnTo>
                  <a:pt x="1685925" y="3105150"/>
                </a:lnTo>
                <a:lnTo>
                  <a:pt x="1685925" y="3114675"/>
                </a:lnTo>
                <a:lnTo>
                  <a:pt x="1676400" y="3114675"/>
                </a:lnTo>
                <a:close/>
                <a:moveTo>
                  <a:pt x="1057275" y="3114675"/>
                </a:moveTo>
                <a:lnTo>
                  <a:pt x="1085850" y="3114675"/>
                </a:lnTo>
                <a:lnTo>
                  <a:pt x="1085850" y="3124200"/>
                </a:lnTo>
                <a:lnTo>
                  <a:pt x="1114425" y="3124200"/>
                </a:lnTo>
                <a:lnTo>
                  <a:pt x="1114425" y="3114675"/>
                </a:lnTo>
                <a:lnTo>
                  <a:pt x="1162050" y="3114675"/>
                </a:lnTo>
                <a:lnTo>
                  <a:pt x="1162050" y="3095625"/>
                </a:lnTo>
                <a:lnTo>
                  <a:pt x="1133475" y="3095625"/>
                </a:lnTo>
                <a:lnTo>
                  <a:pt x="1133475" y="3105150"/>
                </a:lnTo>
                <a:lnTo>
                  <a:pt x="1123950" y="3105150"/>
                </a:lnTo>
                <a:lnTo>
                  <a:pt x="1123950" y="3095625"/>
                </a:lnTo>
                <a:lnTo>
                  <a:pt x="1057275" y="3095625"/>
                </a:lnTo>
                <a:close/>
                <a:moveTo>
                  <a:pt x="1619250" y="3114675"/>
                </a:moveTo>
                <a:lnTo>
                  <a:pt x="1628775" y="3114675"/>
                </a:lnTo>
                <a:lnTo>
                  <a:pt x="1628775" y="3124200"/>
                </a:lnTo>
                <a:lnTo>
                  <a:pt x="1619250" y="3124200"/>
                </a:lnTo>
                <a:close/>
                <a:moveTo>
                  <a:pt x="809625" y="3133725"/>
                </a:moveTo>
                <a:lnTo>
                  <a:pt x="847725" y="3133725"/>
                </a:lnTo>
                <a:lnTo>
                  <a:pt x="847725" y="3152775"/>
                </a:lnTo>
                <a:lnTo>
                  <a:pt x="809625" y="3152775"/>
                </a:lnTo>
                <a:close/>
                <a:moveTo>
                  <a:pt x="971550" y="3152775"/>
                </a:moveTo>
                <a:lnTo>
                  <a:pt x="990600" y="3152775"/>
                </a:lnTo>
                <a:lnTo>
                  <a:pt x="990600" y="3133725"/>
                </a:lnTo>
                <a:lnTo>
                  <a:pt x="981075" y="3133725"/>
                </a:lnTo>
                <a:lnTo>
                  <a:pt x="981075" y="3143250"/>
                </a:lnTo>
                <a:lnTo>
                  <a:pt x="971550" y="3143250"/>
                </a:lnTo>
                <a:close/>
                <a:moveTo>
                  <a:pt x="1047750" y="3152775"/>
                </a:moveTo>
                <a:lnTo>
                  <a:pt x="1066800" y="3152775"/>
                </a:lnTo>
                <a:lnTo>
                  <a:pt x="1066800" y="3133725"/>
                </a:lnTo>
                <a:lnTo>
                  <a:pt x="1047750" y="3133725"/>
                </a:lnTo>
                <a:close/>
                <a:moveTo>
                  <a:pt x="1095375" y="3152775"/>
                </a:moveTo>
                <a:lnTo>
                  <a:pt x="1123950" y="3152775"/>
                </a:lnTo>
                <a:lnTo>
                  <a:pt x="1123950" y="3133725"/>
                </a:lnTo>
                <a:lnTo>
                  <a:pt x="1104900" y="3133725"/>
                </a:lnTo>
                <a:lnTo>
                  <a:pt x="1104900" y="3143250"/>
                </a:lnTo>
                <a:lnTo>
                  <a:pt x="1095375" y="3143250"/>
                </a:lnTo>
                <a:close/>
                <a:moveTo>
                  <a:pt x="628650" y="3162300"/>
                </a:moveTo>
                <a:lnTo>
                  <a:pt x="638175" y="3162300"/>
                </a:lnTo>
                <a:lnTo>
                  <a:pt x="638175" y="3171825"/>
                </a:lnTo>
                <a:lnTo>
                  <a:pt x="628650" y="3171825"/>
                </a:lnTo>
                <a:close/>
                <a:moveTo>
                  <a:pt x="676275" y="3162300"/>
                </a:moveTo>
                <a:lnTo>
                  <a:pt x="685800" y="3162300"/>
                </a:lnTo>
                <a:lnTo>
                  <a:pt x="685800" y="3171825"/>
                </a:lnTo>
                <a:lnTo>
                  <a:pt x="676275" y="3171825"/>
                </a:lnTo>
                <a:close/>
                <a:moveTo>
                  <a:pt x="695325" y="3162300"/>
                </a:moveTo>
                <a:lnTo>
                  <a:pt x="714375" y="3162300"/>
                </a:lnTo>
                <a:lnTo>
                  <a:pt x="714375" y="3171825"/>
                </a:lnTo>
                <a:lnTo>
                  <a:pt x="695325" y="3171825"/>
                </a:lnTo>
                <a:close/>
                <a:moveTo>
                  <a:pt x="847725" y="3162300"/>
                </a:moveTo>
                <a:lnTo>
                  <a:pt x="857250" y="3162300"/>
                </a:lnTo>
                <a:lnTo>
                  <a:pt x="857250" y="3171825"/>
                </a:lnTo>
                <a:lnTo>
                  <a:pt x="847725" y="3171825"/>
                </a:lnTo>
                <a:close/>
                <a:moveTo>
                  <a:pt x="876300" y="3162300"/>
                </a:moveTo>
                <a:lnTo>
                  <a:pt x="895350" y="3162300"/>
                </a:lnTo>
                <a:lnTo>
                  <a:pt x="895350" y="3171825"/>
                </a:lnTo>
                <a:lnTo>
                  <a:pt x="876300" y="3171825"/>
                </a:lnTo>
                <a:close/>
                <a:moveTo>
                  <a:pt x="1057275" y="3181350"/>
                </a:moveTo>
                <a:lnTo>
                  <a:pt x="1076325" y="3181350"/>
                </a:lnTo>
                <a:lnTo>
                  <a:pt x="1076325" y="3200400"/>
                </a:lnTo>
                <a:lnTo>
                  <a:pt x="1057275" y="3200400"/>
                </a:lnTo>
                <a:close/>
                <a:moveTo>
                  <a:pt x="1295400" y="3190875"/>
                </a:moveTo>
                <a:lnTo>
                  <a:pt x="1333500" y="3190875"/>
                </a:lnTo>
                <a:lnTo>
                  <a:pt x="1333500" y="3209925"/>
                </a:lnTo>
                <a:lnTo>
                  <a:pt x="1343025" y="3209925"/>
                </a:lnTo>
                <a:lnTo>
                  <a:pt x="1343025" y="3219450"/>
                </a:lnTo>
                <a:lnTo>
                  <a:pt x="1323975" y="3219450"/>
                </a:lnTo>
                <a:lnTo>
                  <a:pt x="1323975" y="3209925"/>
                </a:lnTo>
                <a:lnTo>
                  <a:pt x="1285875" y="3209925"/>
                </a:lnTo>
                <a:lnTo>
                  <a:pt x="1285875" y="3200400"/>
                </a:lnTo>
                <a:lnTo>
                  <a:pt x="1295400" y="3200400"/>
                </a:lnTo>
                <a:close/>
                <a:moveTo>
                  <a:pt x="1362075" y="3190875"/>
                </a:moveTo>
                <a:lnTo>
                  <a:pt x="1381125" y="3190875"/>
                </a:lnTo>
                <a:lnTo>
                  <a:pt x="1381125" y="3209925"/>
                </a:lnTo>
                <a:lnTo>
                  <a:pt x="1362075" y="3209925"/>
                </a:lnTo>
                <a:close/>
                <a:moveTo>
                  <a:pt x="1428750" y="3190875"/>
                </a:moveTo>
                <a:lnTo>
                  <a:pt x="1457325" y="3190875"/>
                </a:lnTo>
                <a:lnTo>
                  <a:pt x="1457325" y="3209925"/>
                </a:lnTo>
                <a:lnTo>
                  <a:pt x="1447800" y="3209925"/>
                </a:lnTo>
                <a:lnTo>
                  <a:pt x="1447800" y="3228975"/>
                </a:lnTo>
                <a:lnTo>
                  <a:pt x="1457325" y="3228975"/>
                </a:lnTo>
                <a:lnTo>
                  <a:pt x="1457325" y="3238500"/>
                </a:lnTo>
                <a:lnTo>
                  <a:pt x="1438275" y="3238500"/>
                </a:lnTo>
                <a:lnTo>
                  <a:pt x="1438275" y="3209925"/>
                </a:lnTo>
                <a:lnTo>
                  <a:pt x="1428750" y="3209925"/>
                </a:lnTo>
                <a:close/>
                <a:moveTo>
                  <a:pt x="1476375" y="3190875"/>
                </a:moveTo>
                <a:lnTo>
                  <a:pt x="1514475" y="3190875"/>
                </a:lnTo>
                <a:lnTo>
                  <a:pt x="1514475" y="3200400"/>
                </a:lnTo>
                <a:lnTo>
                  <a:pt x="1533525" y="3200400"/>
                </a:lnTo>
                <a:lnTo>
                  <a:pt x="1533525" y="3190875"/>
                </a:lnTo>
                <a:lnTo>
                  <a:pt x="1552575" y="3190875"/>
                </a:lnTo>
                <a:lnTo>
                  <a:pt x="1552575" y="3200400"/>
                </a:lnTo>
                <a:lnTo>
                  <a:pt x="1571625" y="3200400"/>
                </a:lnTo>
                <a:lnTo>
                  <a:pt x="1571625" y="3190875"/>
                </a:lnTo>
                <a:lnTo>
                  <a:pt x="1600200" y="3190875"/>
                </a:lnTo>
                <a:lnTo>
                  <a:pt x="1600200" y="3200400"/>
                </a:lnTo>
                <a:lnTo>
                  <a:pt x="1609725" y="3200400"/>
                </a:lnTo>
                <a:lnTo>
                  <a:pt x="1609725" y="3209925"/>
                </a:lnTo>
                <a:lnTo>
                  <a:pt x="1600200" y="3209925"/>
                </a:lnTo>
                <a:lnTo>
                  <a:pt x="1600200" y="3219450"/>
                </a:lnTo>
                <a:lnTo>
                  <a:pt x="1590675" y="3219450"/>
                </a:lnTo>
                <a:lnTo>
                  <a:pt x="1590675" y="3209925"/>
                </a:lnTo>
                <a:lnTo>
                  <a:pt x="1562100" y="3209925"/>
                </a:lnTo>
                <a:lnTo>
                  <a:pt x="1562100" y="3219450"/>
                </a:lnTo>
                <a:lnTo>
                  <a:pt x="1543050" y="3219450"/>
                </a:lnTo>
                <a:lnTo>
                  <a:pt x="1543050" y="3209925"/>
                </a:lnTo>
                <a:lnTo>
                  <a:pt x="1476375" y="3209925"/>
                </a:lnTo>
                <a:close/>
                <a:moveTo>
                  <a:pt x="1638300" y="3190875"/>
                </a:moveTo>
                <a:lnTo>
                  <a:pt x="1695450" y="3190875"/>
                </a:lnTo>
                <a:lnTo>
                  <a:pt x="1695450" y="3209925"/>
                </a:lnTo>
                <a:lnTo>
                  <a:pt x="1638300" y="3209925"/>
                </a:lnTo>
                <a:close/>
                <a:moveTo>
                  <a:pt x="1724025" y="3190875"/>
                </a:moveTo>
                <a:lnTo>
                  <a:pt x="1733550" y="3190875"/>
                </a:lnTo>
                <a:lnTo>
                  <a:pt x="1733550" y="3200400"/>
                </a:lnTo>
                <a:lnTo>
                  <a:pt x="1724025" y="3200400"/>
                </a:lnTo>
                <a:close/>
                <a:moveTo>
                  <a:pt x="942975" y="3200400"/>
                </a:moveTo>
                <a:lnTo>
                  <a:pt x="952500" y="3200400"/>
                </a:lnTo>
                <a:lnTo>
                  <a:pt x="952500" y="3209925"/>
                </a:lnTo>
                <a:lnTo>
                  <a:pt x="971550" y="3209925"/>
                </a:lnTo>
                <a:lnTo>
                  <a:pt x="971550" y="3219450"/>
                </a:lnTo>
                <a:lnTo>
                  <a:pt x="981075" y="3219450"/>
                </a:lnTo>
                <a:lnTo>
                  <a:pt x="981075" y="3209925"/>
                </a:lnTo>
                <a:lnTo>
                  <a:pt x="1028700" y="3209925"/>
                </a:lnTo>
                <a:lnTo>
                  <a:pt x="1028700" y="3219450"/>
                </a:lnTo>
                <a:lnTo>
                  <a:pt x="1038225" y="3219450"/>
                </a:lnTo>
                <a:lnTo>
                  <a:pt x="1038225" y="3228975"/>
                </a:lnTo>
                <a:lnTo>
                  <a:pt x="1076325" y="3228975"/>
                </a:lnTo>
                <a:lnTo>
                  <a:pt x="1076325" y="3238500"/>
                </a:lnTo>
                <a:lnTo>
                  <a:pt x="1085850" y="3238500"/>
                </a:lnTo>
                <a:lnTo>
                  <a:pt x="1085850" y="3248025"/>
                </a:lnTo>
                <a:lnTo>
                  <a:pt x="1076325" y="3248025"/>
                </a:lnTo>
                <a:lnTo>
                  <a:pt x="1076325" y="3257550"/>
                </a:lnTo>
                <a:lnTo>
                  <a:pt x="1057275" y="3257550"/>
                </a:lnTo>
                <a:lnTo>
                  <a:pt x="1057275" y="3267075"/>
                </a:lnTo>
                <a:lnTo>
                  <a:pt x="914400" y="3267075"/>
                </a:lnTo>
                <a:lnTo>
                  <a:pt x="914400" y="3257550"/>
                </a:lnTo>
                <a:lnTo>
                  <a:pt x="923925" y="3257550"/>
                </a:lnTo>
                <a:lnTo>
                  <a:pt x="923925" y="3248025"/>
                </a:lnTo>
                <a:lnTo>
                  <a:pt x="895350" y="3248025"/>
                </a:lnTo>
                <a:lnTo>
                  <a:pt x="895350" y="3267075"/>
                </a:lnTo>
                <a:lnTo>
                  <a:pt x="866775" y="3267075"/>
                </a:lnTo>
                <a:lnTo>
                  <a:pt x="866775" y="3257550"/>
                </a:lnTo>
                <a:lnTo>
                  <a:pt x="876300" y="3257550"/>
                </a:lnTo>
                <a:lnTo>
                  <a:pt x="876300" y="3248025"/>
                </a:lnTo>
                <a:lnTo>
                  <a:pt x="857250" y="3248025"/>
                </a:lnTo>
                <a:lnTo>
                  <a:pt x="857250" y="3228975"/>
                </a:lnTo>
                <a:lnTo>
                  <a:pt x="895350" y="3228975"/>
                </a:lnTo>
                <a:lnTo>
                  <a:pt x="895350" y="3219450"/>
                </a:lnTo>
                <a:lnTo>
                  <a:pt x="885825" y="3219450"/>
                </a:lnTo>
                <a:lnTo>
                  <a:pt x="885825" y="3209925"/>
                </a:lnTo>
                <a:lnTo>
                  <a:pt x="904875" y="3209925"/>
                </a:lnTo>
                <a:lnTo>
                  <a:pt x="904875" y="3228975"/>
                </a:lnTo>
                <a:lnTo>
                  <a:pt x="933450" y="3228975"/>
                </a:lnTo>
                <a:lnTo>
                  <a:pt x="933450" y="3209925"/>
                </a:lnTo>
                <a:lnTo>
                  <a:pt x="942975" y="3209925"/>
                </a:lnTo>
                <a:close/>
                <a:moveTo>
                  <a:pt x="647700" y="3209925"/>
                </a:moveTo>
                <a:lnTo>
                  <a:pt x="657225" y="3209925"/>
                </a:lnTo>
                <a:lnTo>
                  <a:pt x="657225" y="3219450"/>
                </a:lnTo>
                <a:lnTo>
                  <a:pt x="647700" y="3219450"/>
                </a:lnTo>
                <a:close/>
                <a:moveTo>
                  <a:pt x="704850" y="3209925"/>
                </a:moveTo>
                <a:lnTo>
                  <a:pt x="752475" y="3209925"/>
                </a:lnTo>
                <a:lnTo>
                  <a:pt x="752475" y="3219450"/>
                </a:lnTo>
                <a:lnTo>
                  <a:pt x="704850" y="3219450"/>
                </a:lnTo>
                <a:close/>
                <a:moveTo>
                  <a:pt x="781050" y="3209925"/>
                </a:moveTo>
                <a:lnTo>
                  <a:pt x="809625" y="3209925"/>
                </a:lnTo>
                <a:lnTo>
                  <a:pt x="809625" y="3219450"/>
                </a:lnTo>
                <a:lnTo>
                  <a:pt x="800100" y="3219450"/>
                </a:lnTo>
                <a:lnTo>
                  <a:pt x="800100" y="3228975"/>
                </a:lnTo>
                <a:lnTo>
                  <a:pt x="828675" y="3228975"/>
                </a:lnTo>
                <a:lnTo>
                  <a:pt x="828675" y="3238500"/>
                </a:lnTo>
                <a:lnTo>
                  <a:pt x="847725" y="3238500"/>
                </a:lnTo>
                <a:lnTo>
                  <a:pt x="847725" y="3248025"/>
                </a:lnTo>
                <a:lnTo>
                  <a:pt x="828675" y="3248025"/>
                </a:lnTo>
                <a:lnTo>
                  <a:pt x="828675" y="3257550"/>
                </a:lnTo>
                <a:lnTo>
                  <a:pt x="847725" y="3257550"/>
                </a:lnTo>
                <a:lnTo>
                  <a:pt x="847725" y="3267075"/>
                </a:lnTo>
                <a:lnTo>
                  <a:pt x="733425" y="3267075"/>
                </a:lnTo>
                <a:lnTo>
                  <a:pt x="733425" y="3257550"/>
                </a:lnTo>
                <a:lnTo>
                  <a:pt x="742950" y="3257550"/>
                </a:lnTo>
                <a:lnTo>
                  <a:pt x="742950" y="3238500"/>
                </a:lnTo>
                <a:lnTo>
                  <a:pt x="723900" y="3238500"/>
                </a:lnTo>
                <a:lnTo>
                  <a:pt x="723900" y="3228975"/>
                </a:lnTo>
                <a:lnTo>
                  <a:pt x="742950" y="3228975"/>
                </a:lnTo>
                <a:lnTo>
                  <a:pt x="742950" y="3238500"/>
                </a:lnTo>
                <a:lnTo>
                  <a:pt x="752475" y="3238500"/>
                </a:lnTo>
                <a:lnTo>
                  <a:pt x="752475" y="3219450"/>
                </a:lnTo>
                <a:lnTo>
                  <a:pt x="771525" y="3219450"/>
                </a:lnTo>
                <a:lnTo>
                  <a:pt x="771525" y="3228975"/>
                </a:lnTo>
                <a:lnTo>
                  <a:pt x="781050" y="3228975"/>
                </a:lnTo>
                <a:close/>
                <a:moveTo>
                  <a:pt x="1143000" y="3209925"/>
                </a:moveTo>
                <a:lnTo>
                  <a:pt x="1171575" y="3209925"/>
                </a:lnTo>
                <a:lnTo>
                  <a:pt x="1171575" y="3219450"/>
                </a:lnTo>
                <a:lnTo>
                  <a:pt x="1143000" y="3219450"/>
                </a:lnTo>
                <a:close/>
                <a:moveTo>
                  <a:pt x="1228725" y="3209925"/>
                </a:moveTo>
                <a:lnTo>
                  <a:pt x="1238250" y="3209925"/>
                </a:lnTo>
                <a:lnTo>
                  <a:pt x="1238250" y="3219450"/>
                </a:lnTo>
                <a:lnTo>
                  <a:pt x="1228725" y="3219450"/>
                </a:lnTo>
                <a:close/>
                <a:moveTo>
                  <a:pt x="1266825" y="3209925"/>
                </a:moveTo>
                <a:lnTo>
                  <a:pt x="1285875" y="3209925"/>
                </a:lnTo>
                <a:lnTo>
                  <a:pt x="1285875" y="3219450"/>
                </a:lnTo>
                <a:lnTo>
                  <a:pt x="1276350" y="3219450"/>
                </a:lnTo>
                <a:lnTo>
                  <a:pt x="1276350" y="3228975"/>
                </a:lnTo>
                <a:lnTo>
                  <a:pt x="1314450" y="3228975"/>
                </a:lnTo>
                <a:lnTo>
                  <a:pt x="1314450" y="3219450"/>
                </a:lnTo>
                <a:lnTo>
                  <a:pt x="1323975" y="3219450"/>
                </a:lnTo>
                <a:lnTo>
                  <a:pt x="1323975" y="3238500"/>
                </a:lnTo>
                <a:lnTo>
                  <a:pt x="1314450" y="3238500"/>
                </a:lnTo>
                <a:lnTo>
                  <a:pt x="1314450" y="3248025"/>
                </a:lnTo>
                <a:lnTo>
                  <a:pt x="1295400" y="3248025"/>
                </a:lnTo>
                <a:lnTo>
                  <a:pt x="1295400" y="3257550"/>
                </a:lnTo>
                <a:lnTo>
                  <a:pt x="1285875" y="3257550"/>
                </a:lnTo>
                <a:lnTo>
                  <a:pt x="1285875" y="3248025"/>
                </a:lnTo>
                <a:lnTo>
                  <a:pt x="1257300" y="3248025"/>
                </a:lnTo>
                <a:lnTo>
                  <a:pt x="1257300" y="3228975"/>
                </a:lnTo>
                <a:lnTo>
                  <a:pt x="1266825" y="3228975"/>
                </a:lnTo>
                <a:close/>
                <a:moveTo>
                  <a:pt x="180975" y="3219450"/>
                </a:moveTo>
                <a:lnTo>
                  <a:pt x="190500" y="3219450"/>
                </a:lnTo>
                <a:lnTo>
                  <a:pt x="190500" y="3228975"/>
                </a:lnTo>
                <a:lnTo>
                  <a:pt x="180975" y="3228975"/>
                </a:lnTo>
                <a:close/>
                <a:moveTo>
                  <a:pt x="1219200" y="3219450"/>
                </a:moveTo>
                <a:lnTo>
                  <a:pt x="1228725" y="3219450"/>
                </a:lnTo>
                <a:lnTo>
                  <a:pt x="1228725" y="3228975"/>
                </a:lnTo>
                <a:lnTo>
                  <a:pt x="1238250" y="3228975"/>
                </a:lnTo>
                <a:lnTo>
                  <a:pt x="1238250" y="3257550"/>
                </a:lnTo>
                <a:lnTo>
                  <a:pt x="1257300" y="3257550"/>
                </a:lnTo>
                <a:lnTo>
                  <a:pt x="1257300" y="3267075"/>
                </a:lnTo>
                <a:lnTo>
                  <a:pt x="1219200" y="3267075"/>
                </a:lnTo>
                <a:lnTo>
                  <a:pt x="1219200" y="3257550"/>
                </a:lnTo>
                <a:lnTo>
                  <a:pt x="1228725" y="3257550"/>
                </a:lnTo>
                <a:lnTo>
                  <a:pt x="1228725" y="3248025"/>
                </a:lnTo>
                <a:lnTo>
                  <a:pt x="1219200" y="3248025"/>
                </a:lnTo>
                <a:close/>
                <a:moveTo>
                  <a:pt x="638175" y="3228975"/>
                </a:moveTo>
                <a:lnTo>
                  <a:pt x="657225" y="3228975"/>
                </a:lnTo>
                <a:lnTo>
                  <a:pt x="657225" y="3238500"/>
                </a:lnTo>
                <a:lnTo>
                  <a:pt x="647700" y="3238500"/>
                </a:lnTo>
                <a:lnTo>
                  <a:pt x="647700" y="3248025"/>
                </a:lnTo>
                <a:lnTo>
                  <a:pt x="638175" y="3248025"/>
                </a:lnTo>
                <a:close/>
                <a:moveTo>
                  <a:pt x="1123950" y="3228975"/>
                </a:moveTo>
                <a:lnTo>
                  <a:pt x="1152525" y="3228975"/>
                </a:lnTo>
                <a:lnTo>
                  <a:pt x="1152525" y="3248025"/>
                </a:lnTo>
                <a:lnTo>
                  <a:pt x="1123950" y="3248025"/>
                </a:lnTo>
                <a:close/>
                <a:moveTo>
                  <a:pt x="1019175" y="3257550"/>
                </a:moveTo>
                <a:lnTo>
                  <a:pt x="1038225" y="3257550"/>
                </a:lnTo>
                <a:lnTo>
                  <a:pt x="1038225" y="3248025"/>
                </a:lnTo>
                <a:lnTo>
                  <a:pt x="1019175" y="3248025"/>
                </a:lnTo>
                <a:close/>
                <a:moveTo>
                  <a:pt x="1104900" y="3257550"/>
                </a:moveTo>
                <a:lnTo>
                  <a:pt x="1114425" y="3257550"/>
                </a:lnTo>
                <a:lnTo>
                  <a:pt x="1114425" y="3267075"/>
                </a:lnTo>
                <a:lnTo>
                  <a:pt x="1104900" y="3267075"/>
                </a:lnTo>
                <a:close/>
                <a:moveTo>
                  <a:pt x="1152525" y="3257550"/>
                </a:moveTo>
                <a:lnTo>
                  <a:pt x="1171575" y="3257550"/>
                </a:lnTo>
                <a:lnTo>
                  <a:pt x="1171575" y="3267075"/>
                </a:lnTo>
                <a:lnTo>
                  <a:pt x="1152525" y="3267075"/>
                </a:lnTo>
                <a:close/>
                <a:moveTo>
                  <a:pt x="285750" y="3286125"/>
                </a:moveTo>
                <a:lnTo>
                  <a:pt x="295275" y="3286125"/>
                </a:lnTo>
                <a:lnTo>
                  <a:pt x="295275" y="3295650"/>
                </a:lnTo>
                <a:lnTo>
                  <a:pt x="285750" y="3295650"/>
                </a:lnTo>
                <a:close/>
                <a:moveTo>
                  <a:pt x="619125" y="3295650"/>
                </a:moveTo>
                <a:lnTo>
                  <a:pt x="628650" y="3295650"/>
                </a:lnTo>
                <a:lnTo>
                  <a:pt x="628650" y="3305175"/>
                </a:lnTo>
                <a:lnTo>
                  <a:pt x="619125" y="3305175"/>
                </a:lnTo>
                <a:close/>
                <a:moveTo>
                  <a:pt x="914400" y="3295650"/>
                </a:moveTo>
                <a:lnTo>
                  <a:pt x="952500" y="3295650"/>
                </a:lnTo>
                <a:lnTo>
                  <a:pt x="952500" y="3305175"/>
                </a:lnTo>
                <a:lnTo>
                  <a:pt x="914400" y="3305175"/>
                </a:lnTo>
                <a:close/>
                <a:moveTo>
                  <a:pt x="990600" y="3295650"/>
                </a:moveTo>
                <a:lnTo>
                  <a:pt x="1009650" y="3295650"/>
                </a:lnTo>
                <a:lnTo>
                  <a:pt x="1009650" y="3305175"/>
                </a:lnTo>
                <a:lnTo>
                  <a:pt x="1038225" y="3305175"/>
                </a:lnTo>
                <a:lnTo>
                  <a:pt x="1038225" y="3295650"/>
                </a:lnTo>
                <a:lnTo>
                  <a:pt x="1047750" y="3295650"/>
                </a:lnTo>
                <a:lnTo>
                  <a:pt x="1047750" y="3333750"/>
                </a:lnTo>
                <a:lnTo>
                  <a:pt x="1038225" y="3333750"/>
                </a:lnTo>
                <a:lnTo>
                  <a:pt x="1038225" y="3352800"/>
                </a:lnTo>
                <a:lnTo>
                  <a:pt x="1028700" y="3352800"/>
                </a:lnTo>
                <a:lnTo>
                  <a:pt x="1028700" y="3381375"/>
                </a:lnTo>
                <a:lnTo>
                  <a:pt x="1038225" y="3381375"/>
                </a:lnTo>
                <a:lnTo>
                  <a:pt x="1038225" y="3419475"/>
                </a:lnTo>
                <a:lnTo>
                  <a:pt x="1028700" y="3419475"/>
                </a:lnTo>
                <a:lnTo>
                  <a:pt x="1028700" y="3429000"/>
                </a:lnTo>
                <a:lnTo>
                  <a:pt x="981075" y="3429000"/>
                </a:lnTo>
                <a:lnTo>
                  <a:pt x="981075" y="3419475"/>
                </a:lnTo>
                <a:lnTo>
                  <a:pt x="962025" y="3419475"/>
                </a:lnTo>
                <a:lnTo>
                  <a:pt x="962025" y="3409950"/>
                </a:lnTo>
                <a:lnTo>
                  <a:pt x="981075" y="3409950"/>
                </a:lnTo>
                <a:lnTo>
                  <a:pt x="981075" y="3400425"/>
                </a:lnTo>
                <a:lnTo>
                  <a:pt x="990600" y="3400425"/>
                </a:lnTo>
                <a:lnTo>
                  <a:pt x="990600" y="3390900"/>
                </a:lnTo>
                <a:lnTo>
                  <a:pt x="1000125" y="3390900"/>
                </a:lnTo>
                <a:lnTo>
                  <a:pt x="1000125" y="3381375"/>
                </a:lnTo>
                <a:lnTo>
                  <a:pt x="1009650" y="3381375"/>
                </a:lnTo>
                <a:lnTo>
                  <a:pt x="1009650" y="3352800"/>
                </a:lnTo>
                <a:lnTo>
                  <a:pt x="1000125" y="3352800"/>
                </a:lnTo>
                <a:lnTo>
                  <a:pt x="1000125" y="3333750"/>
                </a:lnTo>
                <a:lnTo>
                  <a:pt x="1009650" y="3333750"/>
                </a:lnTo>
                <a:lnTo>
                  <a:pt x="1009650" y="3324225"/>
                </a:lnTo>
                <a:lnTo>
                  <a:pt x="1000125" y="3324225"/>
                </a:lnTo>
                <a:lnTo>
                  <a:pt x="1000125" y="3314700"/>
                </a:lnTo>
                <a:lnTo>
                  <a:pt x="990600" y="3314700"/>
                </a:lnTo>
                <a:lnTo>
                  <a:pt x="990600" y="3333750"/>
                </a:lnTo>
                <a:lnTo>
                  <a:pt x="962025" y="3333750"/>
                </a:lnTo>
                <a:lnTo>
                  <a:pt x="962025" y="3305175"/>
                </a:lnTo>
                <a:lnTo>
                  <a:pt x="990600" y="3305175"/>
                </a:lnTo>
                <a:close/>
                <a:moveTo>
                  <a:pt x="1114425" y="3295650"/>
                </a:moveTo>
                <a:lnTo>
                  <a:pt x="1123950" y="3295650"/>
                </a:lnTo>
                <a:lnTo>
                  <a:pt x="1123950" y="3305175"/>
                </a:lnTo>
                <a:lnTo>
                  <a:pt x="1114425" y="3305175"/>
                </a:lnTo>
                <a:close/>
                <a:moveTo>
                  <a:pt x="1304925" y="3295650"/>
                </a:moveTo>
                <a:lnTo>
                  <a:pt x="1371600" y="3295650"/>
                </a:lnTo>
                <a:lnTo>
                  <a:pt x="1371600" y="3305175"/>
                </a:lnTo>
                <a:lnTo>
                  <a:pt x="1362075" y="3305175"/>
                </a:lnTo>
                <a:lnTo>
                  <a:pt x="1362075" y="3314700"/>
                </a:lnTo>
                <a:lnTo>
                  <a:pt x="1352550" y="3314700"/>
                </a:lnTo>
                <a:lnTo>
                  <a:pt x="1352550" y="3324225"/>
                </a:lnTo>
                <a:lnTo>
                  <a:pt x="1333500" y="3324225"/>
                </a:lnTo>
                <a:lnTo>
                  <a:pt x="1333500" y="3333750"/>
                </a:lnTo>
                <a:lnTo>
                  <a:pt x="1304925" y="3333750"/>
                </a:lnTo>
                <a:lnTo>
                  <a:pt x="1304925" y="3314700"/>
                </a:lnTo>
                <a:lnTo>
                  <a:pt x="1314450" y="3314700"/>
                </a:lnTo>
                <a:lnTo>
                  <a:pt x="1314450" y="3305175"/>
                </a:lnTo>
                <a:lnTo>
                  <a:pt x="1304925" y="3305175"/>
                </a:lnTo>
                <a:close/>
                <a:moveTo>
                  <a:pt x="247650" y="3314700"/>
                </a:moveTo>
                <a:lnTo>
                  <a:pt x="257175" y="3314700"/>
                </a:lnTo>
                <a:lnTo>
                  <a:pt x="257175" y="3324225"/>
                </a:lnTo>
                <a:lnTo>
                  <a:pt x="247650" y="3324225"/>
                </a:lnTo>
                <a:close/>
                <a:moveTo>
                  <a:pt x="638175" y="3314700"/>
                </a:moveTo>
                <a:lnTo>
                  <a:pt x="647700" y="3314700"/>
                </a:lnTo>
                <a:lnTo>
                  <a:pt x="647700" y="3324225"/>
                </a:lnTo>
                <a:lnTo>
                  <a:pt x="638175" y="3324225"/>
                </a:lnTo>
                <a:close/>
                <a:moveTo>
                  <a:pt x="809625" y="3314700"/>
                </a:moveTo>
                <a:lnTo>
                  <a:pt x="828675" y="3314700"/>
                </a:lnTo>
                <a:lnTo>
                  <a:pt x="828675" y="3324225"/>
                </a:lnTo>
                <a:lnTo>
                  <a:pt x="847725" y="3324225"/>
                </a:lnTo>
                <a:lnTo>
                  <a:pt x="847725" y="3314700"/>
                </a:lnTo>
                <a:lnTo>
                  <a:pt x="895350" y="3314700"/>
                </a:lnTo>
                <a:lnTo>
                  <a:pt x="895350" y="3324225"/>
                </a:lnTo>
                <a:lnTo>
                  <a:pt x="885825" y="3324225"/>
                </a:lnTo>
                <a:lnTo>
                  <a:pt x="885825" y="3333750"/>
                </a:lnTo>
                <a:lnTo>
                  <a:pt x="895350" y="3333750"/>
                </a:lnTo>
                <a:lnTo>
                  <a:pt x="895350" y="3343275"/>
                </a:lnTo>
                <a:lnTo>
                  <a:pt x="885825" y="3343275"/>
                </a:lnTo>
                <a:lnTo>
                  <a:pt x="885825" y="3352800"/>
                </a:lnTo>
                <a:lnTo>
                  <a:pt x="866775" y="3352800"/>
                </a:lnTo>
                <a:lnTo>
                  <a:pt x="866775" y="3362325"/>
                </a:lnTo>
                <a:lnTo>
                  <a:pt x="857250" y="3362325"/>
                </a:lnTo>
                <a:lnTo>
                  <a:pt x="857250" y="3371850"/>
                </a:lnTo>
                <a:lnTo>
                  <a:pt x="866775" y="3371850"/>
                </a:lnTo>
                <a:lnTo>
                  <a:pt x="866775" y="3390900"/>
                </a:lnTo>
                <a:lnTo>
                  <a:pt x="876300" y="3390900"/>
                </a:lnTo>
                <a:lnTo>
                  <a:pt x="876300" y="3400425"/>
                </a:lnTo>
                <a:lnTo>
                  <a:pt x="866775" y="3400425"/>
                </a:lnTo>
                <a:lnTo>
                  <a:pt x="866775" y="3409950"/>
                </a:lnTo>
                <a:lnTo>
                  <a:pt x="857250" y="3409950"/>
                </a:lnTo>
                <a:lnTo>
                  <a:pt x="857250" y="3419475"/>
                </a:lnTo>
                <a:lnTo>
                  <a:pt x="847725" y="3419475"/>
                </a:lnTo>
                <a:lnTo>
                  <a:pt x="847725" y="3429000"/>
                </a:lnTo>
                <a:lnTo>
                  <a:pt x="838200" y="3429000"/>
                </a:lnTo>
                <a:lnTo>
                  <a:pt x="838200" y="3400425"/>
                </a:lnTo>
                <a:lnTo>
                  <a:pt x="847725" y="3400425"/>
                </a:lnTo>
                <a:lnTo>
                  <a:pt x="847725" y="3381375"/>
                </a:lnTo>
                <a:lnTo>
                  <a:pt x="838200" y="3381375"/>
                </a:lnTo>
                <a:lnTo>
                  <a:pt x="838200" y="3371850"/>
                </a:lnTo>
                <a:lnTo>
                  <a:pt x="828675" y="3371850"/>
                </a:lnTo>
                <a:lnTo>
                  <a:pt x="828675" y="3333750"/>
                </a:lnTo>
                <a:lnTo>
                  <a:pt x="809625" y="3333750"/>
                </a:lnTo>
                <a:close/>
                <a:moveTo>
                  <a:pt x="1057275" y="3314700"/>
                </a:moveTo>
                <a:lnTo>
                  <a:pt x="1085850" y="3314700"/>
                </a:lnTo>
                <a:lnTo>
                  <a:pt x="1085850" y="3333750"/>
                </a:lnTo>
                <a:lnTo>
                  <a:pt x="1076325" y="3333750"/>
                </a:lnTo>
                <a:lnTo>
                  <a:pt x="1076325" y="3324225"/>
                </a:lnTo>
                <a:lnTo>
                  <a:pt x="1057275" y="3324225"/>
                </a:lnTo>
                <a:close/>
                <a:moveTo>
                  <a:pt x="1095375" y="3314700"/>
                </a:moveTo>
                <a:lnTo>
                  <a:pt x="1104900" y="3314700"/>
                </a:lnTo>
                <a:lnTo>
                  <a:pt x="1104900" y="3324225"/>
                </a:lnTo>
                <a:lnTo>
                  <a:pt x="1095375" y="3324225"/>
                </a:lnTo>
                <a:close/>
                <a:moveTo>
                  <a:pt x="1333500" y="3343275"/>
                </a:moveTo>
                <a:lnTo>
                  <a:pt x="1343025" y="3343275"/>
                </a:lnTo>
                <a:lnTo>
                  <a:pt x="1343025" y="3352800"/>
                </a:lnTo>
                <a:lnTo>
                  <a:pt x="1333500" y="3352800"/>
                </a:lnTo>
                <a:close/>
                <a:moveTo>
                  <a:pt x="1057275" y="3352800"/>
                </a:moveTo>
                <a:lnTo>
                  <a:pt x="1066800" y="3352800"/>
                </a:lnTo>
                <a:lnTo>
                  <a:pt x="1066800" y="3362325"/>
                </a:lnTo>
                <a:lnTo>
                  <a:pt x="1076325" y="3362325"/>
                </a:lnTo>
                <a:lnTo>
                  <a:pt x="1076325" y="3381375"/>
                </a:lnTo>
                <a:lnTo>
                  <a:pt x="1057275" y="3381375"/>
                </a:lnTo>
                <a:close/>
                <a:moveTo>
                  <a:pt x="342900" y="3371850"/>
                </a:moveTo>
                <a:lnTo>
                  <a:pt x="361950" y="3371850"/>
                </a:lnTo>
                <a:lnTo>
                  <a:pt x="361950" y="3400425"/>
                </a:lnTo>
                <a:lnTo>
                  <a:pt x="352425" y="3400425"/>
                </a:lnTo>
                <a:lnTo>
                  <a:pt x="352425" y="3381375"/>
                </a:lnTo>
                <a:lnTo>
                  <a:pt x="342900" y="3381375"/>
                </a:lnTo>
                <a:close/>
                <a:moveTo>
                  <a:pt x="1133475" y="3371850"/>
                </a:moveTo>
                <a:lnTo>
                  <a:pt x="1143000" y="3371850"/>
                </a:lnTo>
                <a:lnTo>
                  <a:pt x="1143000" y="3381375"/>
                </a:lnTo>
                <a:lnTo>
                  <a:pt x="1133475" y="3381375"/>
                </a:lnTo>
                <a:close/>
                <a:moveTo>
                  <a:pt x="1133475" y="3409950"/>
                </a:moveTo>
                <a:lnTo>
                  <a:pt x="1143000" y="3409950"/>
                </a:lnTo>
                <a:lnTo>
                  <a:pt x="1143000" y="3429000"/>
                </a:lnTo>
                <a:lnTo>
                  <a:pt x="1133475" y="3429000"/>
                </a:lnTo>
                <a:close/>
                <a:moveTo>
                  <a:pt x="152400" y="3419475"/>
                </a:moveTo>
                <a:lnTo>
                  <a:pt x="171450" y="3419475"/>
                </a:lnTo>
                <a:lnTo>
                  <a:pt x="171450" y="3438525"/>
                </a:lnTo>
                <a:lnTo>
                  <a:pt x="152400" y="3438525"/>
                </a:lnTo>
                <a:close/>
                <a:moveTo>
                  <a:pt x="133350" y="3438525"/>
                </a:moveTo>
                <a:lnTo>
                  <a:pt x="142875" y="3438525"/>
                </a:lnTo>
                <a:lnTo>
                  <a:pt x="142875" y="3448050"/>
                </a:lnTo>
                <a:lnTo>
                  <a:pt x="133350" y="3448050"/>
                </a:lnTo>
                <a:close/>
                <a:moveTo>
                  <a:pt x="142875" y="3448050"/>
                </a:moveTo>
                <a:lnTo>
                  <a:pt x="152400" y="3448050"/>
                </a:lnTo>
                <a:lnTo>
                  <a:pt x="152400" y="3457575"/>
                </a:lnTo>
                <a:lnTo>
                  <a:pt x="142875" y="3457575"/>
                </a:lnTo>
                <a:close/>
                <a:moveTo>
                  <a:pt x="514350" y="3486150"/>
                </a:moveTo>
                <a:lnTo>
                  <a:pt x="523875" y="3486150"/>
                </a:lnTo>
                <a:lnTo>
                  <a:pt x="523875" y="3505200"/>
                </a:lnTo>
                <a:lnTo>
                  <a:pt x="514350" y="3505200"/>
                </a:lnTo>
                <a:close/>
                <a:moveTo>
                  <a:pt x="552450" y="3486150"/>
                </a:moveTo>
                <a:lnTo>
                  <a:pt x="561975" y="3486150"/>
                </a:lnTo>
                <a:lnTo>
                  <a:pt x="561975" y="3495675"/>
                </a:lnTo>
                <a:lnTo>
                  <a:pt x="552450" y="3495675"/>
                </a:lnTo>
                <a:close/>
                <a:moveTo>
                  <a:pt x="1333500" y="3486150"/>
                </a:moveTo>
                <a:lnTo>
                  <a:pt x="1343025" y="3486150"/>
                </a:lnTo>
                <a:lnTo>
                  <a:pt x="1343025" y="3505200"/>
                </a:lnTo>
                <a:lnTo>
                  <a:pt x="1352550" y="3505200"/>
                </a:lnTo>
                <a:lnTo>
                  <a:pt x="1352550" y="3533775"/>
                </a:lnTo>
                <a:lnTo>
                  <a:pt x="1343025" y="3533775"/>
                </a:lnTo>
                <a:lnTo>
                  <a:pt x="1343025" y="3524250"/>
                </a:lnTo>
                <a:lnTo>
                  <a:pt x="1333500" y="3524250"/>
                </a:lnTo>
                <a:lnTo>
                  <a:pt x="1333500" y="3505200"/>
                </a:lnTo>
                <a:lnTo>
                  <a:pt x="1323975" y="3505200"/>
                </a:lnTo>
                <a:lnTo>
                  <a:pt x="1323975" y="3495675"/>
                </a:lnTo>
                <a:lnTo>
                  <a:pt x="1333500" y="3495675"/>
                </a:lnTo>
                <a:close/>
                <a:moveTo>
                  <a:pt x="533400" y="3495675"/>
                </a:moveTo>
                <a:lnTo>
                  <a:pt x="542925" y="3495675"/>
                </a:lnTo>
                <a:lnTo>
                  <a:pt x="542925" y="3505200"/>
                </a:lnTo>
                <a:lnTo>
                  <a:pt x="561975" y="3505200"/>
                </a:lnTo>
                <a:lnTo>
                  <a:pt x="561975" y="3495675"/>
                </a:lnTo>
                <a:lnTo>
                  <a:pt x="581025" y="3495675"/>
                </a:lnTo>
                <a:lnTo>
                  <a:pt x="581025" y="3505200"/>
                </a:lnTo>
                <a:lnTo>
                  <a:pt x="561975" y="3505200"/>
                </a:lnTo>
                <a:lnTo>
                  <a:pt x="561975" y="3533775"/>
                </a:lnTo>
                <a:lnTo>
                  <a:pt x="552450" y="3533775"/>
                </a:lnTo>
                <a:lnTo>
                  <a:pt x="552450" y="3514725"/>
                </a:lnTo>
                <a:lnTo>
                  <a:pt x="523875" y="3514725"/>
                </a:lnTo>
                <a:lnTo>
                  <a:pt x="523875" y="3505200"/>
                </a:lnTo>
                <a:lnTo>
                  <a:pt x="533400" y="3505200"/>
                </a:lnTo>
                <a:close/>
                <a:moveTo>
                  <a:pt x="609600" y="3495675"/>
                </a:moveTo>
                <a:lnTo>
                  <a:pt x="628650" y="3495675"/>
                </a:lnTo>
                <a:lnTo>
                  <a:pt x="628650" y="3514725"/>
                </a:lnTo>
                <a:lnTo>
                  <a:pt x="609600" y="3514725"/>
                </a:lnTo>
                <a:close/>
                <a:moveTo>
                  <a:pt x="819150" y="3495675"/>
                </a:moveTo>
                <a:lnTo>
                  <a:pt x="885825" y="3495675"/>
                </a:lnTo>
                <a:lnTo>
                  <a:pt x="885825" y="3505200"/>
                </a:lnTo>
                <a:lnTo>
                  <a:pt x="876300" y="3505200"/>
                </a:lnTo>
                <a:lnTo>
                  <a:pt x="876300" y="3524250"/>
                </a:lnTo>
                <a:lnTo>
                  <a:pt x="866775" y="3524250"/>
                </a:lnTo>
                <a:lnTo>
                  <a:pt x="866775" y="3514725"/>
                </a:lnTo>
                <a:lnTo>
                  <a:pt x="857250" y="3514725"/>
                </a:lnTo>
                <a:lnTo>
                  <a:pt x="857250" y="3505200"/>
                </a:lnTo>
                <a:lnTo>
                  <a:pt x="847725" y="3505200"/>
                </a:lnTo>
                <a:lnTo>
                  <a:pt x="847725" y="3514725"/>
                </a:lnTo>
                <a:lnTo>
                  <a:pt x="838200" y="3514725"/>
                </a:lnTo>
                <a:lnTo>
                  <a:pt x="838200" y="3524250"/>
                </a:lnTo>
                <a:lnTo>
                  <a:pt x="847725" y="3524250"/>
                </a:lnTo>
                <a:lnTo>
                  <a:pt x="847725" y="3533775"/>
                </a:lnTo>
                <a:lnTo>
                  <a:pt x="866775" y="3533775"/>
                </a:lnTo>
                <a:lnTo>
                  <a:pt x="866775" y="3552825"/>
                </a:lnTo>
                <a:lnTo>
                  <a:pt x="857250" y="3552825"/>
                </a:lnTo>
                <a:lnTo>
                  <a:pt x="857250" y="3562350"/>
                </a:lnTo>
                <a:lnTo>
                  <a:pt x="847725" y="3562350"/>
                </a:lnTo>
                <a:lnTo>
                  <a:pt x="847725" y="3543300"/>
                </a:lnTo>
                <a:lnTo>
                  <a:pt x="838200" y="3543300"/>
                </a:lnTo>
                <a:lnTo>
                  <a:pt x="838200" y="3533775"/>
                </a:lnTo>
                <a:lnTo>
                  <a:pt x="809625" y="3533775"/>
                </a:lnTo>
                <a:lnTo>
                  <a:pt x="809625" y="3524250"/>
                </a:lnTo>
                <a:lnTo>
                  <a:pt x="800100" y="3524250"/>
                </a:lnTo>
                <a:lnTo>
                  <a:pt x="800100" y="3514725"/>
                </a:lnTo>
                <a:lnTo>
                  <a:pt x="809625" y="3514725"/>
                </a:lnTo>
                <a:lnTo>
                  <a:pt x="809625" y="3505200"/>
                </a:lnTo>
                <a:lnTo>
                  <a:pt x="819150" y="3505200"/>
                </a:lnTo>
                <a:close/>
                <a:moveTo>
                  <a:pt x="895350" y="3495675"/>
                </a:moveTo>
                <a:lnTo>
                  <a:pt x="923925" y="3495675"/>
                </a:lnTo>
                <a:lnTo>
                  <a:pt x="923925" y="3505200"/>
                </a:lnTo>
                <a:lnTo>
                  <a:pt x="914400" y="3505200"/>
                </a:lnTo>
                <a:lnTo>
                  <a:pt x="914400" y="3514725"/>
                </a:lnTo>
                <a:lnTo>
                  <a:pt x="942975" y="3514725"/>
                </a:lnTo>
                <a:lnTo>
                  <a:pt x="942975" y="3543300"/>
                </a:lnTo>
                <a:lnTo>
                  <a:pt x="962025" y="3543300"/>
                </a:lnTo>
                <a:lnTo>
                  <a:pt x="962025" y="3562350"/>
                </a:lnTo>
                <a:lnTo>
                  <a:pt x="1000125" y="3562350"/>
                </a:lnTo>
                <a:lnTo>
                  <a:pt x="1000125" y="3543300"/>
                </a:lnTo>
                <a:lnTo>
                  <a:pt x="990600" y="3543300"/>
                </a:lnTo>
                <a:lnTo>
                  <a:pt x="990600" y="3533775"/>
                </a:lnTo>
                <a:lnTo>
                  <a:pt x="971550" y="3533775"/>
                </a:lnTo>
                <a:lnTo>
                  <a:pt x="971550" y="3524250"/>
                </a:lnTo>
                <a:lnTo>
                  <a:pt x="981075" y="3524250"/>
                </a:lnTo>
                <a:lnTo>
                  <a:pt x="981075" y="3514725"/>
                </a:lnTo>
                <a:lnTo>
                  <a:pt x="1000125" y="3514725"/>
                </a:lnTo>
                <a:lnTo>
                  <a:pt x="1000125" y="3505200"/>
                </a:lnTo>
                <a:lnTo>
                  <a:pt x="990600" y="3505200"/>
                </a:lnTo>
                <a:lnTo>
                  <a:pt x="990600" y="3495675"/>
                </a:lnTo>
                <a:lnTo>
                  <a:pt x="1019175" y="3495675"/>
                </a:lnTo>
                <a:lnTo>
                  <a:pt x="1019175" y="3514725"/>
                </a:lnTo>
                <a:lnTo>
                  <a:pt x="1038225" y="3514725"/>
                </a:lnTo>
                <a:lnTo>
                  <a:pt x="1038225" y="3524250"/>
                </a:lnTo>
                <a:lnTo>
                  <a:pt x="1076325" y="3524250"/>
                </a:lnTo>
                <a:lnTo>
                  <a:pt x="1076325" y="3533775"/>
                </a:lnTo>
                <a:lnTo>
                  <a:pt x="1085850" y="3533775"/>
                </a:lnTo>
                <a:lnTo>
                  <a:pt x="1085850" y="3543300"/>
                </a:lnTo>
                <a:lnTo>
                  <a:pt x="1095375" y="3543300"/>
                </a:lnTo>
                <a:lnTo>
                  <a:pt x="1095375" y="3552825"/>
                </a:lnTo>
                <a:lnTo>
                  <a:pt x="1076325" y="3552825"/>
                </a:lnTo>
                <a:lnTo>
                  <a:pt x="1076325" y="3543300"/>
                </a:lnTo>
                <a:lnTo>
                  <a:pt x="1066800" y="3543300"/>
                </a:lnTo>
                <a:lnTo>
                  <a:pt x="1066800" y="3533775"/>
                </a:lnTo>
                <a:lnTo>
                  <a:pt x="1028700" y="3533775"/>
                </a:lnTo>
                <a:lnTo>
                  <a:pt x="1028700" y="3543300"/>
                </a:lnTo>
                <a:lnTo>
                  <a:pt x="1019175" y="3543300"/>
                </a:lnTo>
                <a:lnTo>
                  <a:pt x="1019175" y="3552825"/>
                </a:lnTo>
                <a:lnTo>
                  <a:pt x="1028700" y="3552825"/>
                </a:lnTo>
                <a:lnTo>
                  <a:pt x="1028700" y="3562350"/>
                </a:lnTo>
                <a:lnTo>
                  <a:pt x="1038225" y="3562350"/>
                </a:lnTo>
                <a:lnTo>
                  <a:pt x="1038225" y="3552825"/>
                </a:lnTo>
                <a:lnTo>
                  <a:pt x="1047750" y="3552825"/>
                </a:lnTo>
                <a:lnTo>
                  <a:pt x="1047750" y="3562350"/>
                </a:lnTo>
                <a:lnTo>
                  <a:pt x="1104900" y="3562350"/>
                </a:lnTo>
                <a:lnTo>
                  <a:pt x="1104900" y="3581400"/>
                </a:lnTo>
                <a:lnTo>
                  <a:pt x="1095375" y="3581400"/>
                </a:lnTo>
                <a:lnTo>
                  <a:pt x="1095375" y="3590925"/>
                </a:lnTo>
                <a:lnTo>
                  <a:pt x="1076325" y="3590925"/>
                </a:lnTo>
                <a:lnTo>
                  <a:pt x="1076325" y="3600450"/>
                </a:lnTo>
                <a:lnTo>
                  <a:pt x="1047750" y="3600450"/>
                </a:lnTo>
                <a:lnTo>
                  <a:pt x="1047750" y="3609975"/>
                </a:lnTo>
                <a:lnTo>
                  <a:pt x="1038225" y="3609975"/>
                </a:lnTo>
                <a:lnTo>
                  <a:pt x="1038225" y="3600450"/>
                </a:lnTo>
                <a:lnTo>
                  <a:pt x="1028700" y="3600450"/>
                </a:lnTo>
                <a:lnTo>
                  <a:pt x="1028700" y="3590925"/>
                </a:lnTo>
                <a:lnTo>
                  <a:pt x="1019175" y="3590925"/>
                </a:lnTo>
                <a:lnTo>
                  <a:pt x="1019175" y="3600450"/>
                </a:lnTo>
                <a:lnTo>
                  <a:pt x="1009650" y="3600450"/>
                </a:lnTo>
                <a:lnTo>
                  <a:pt x="1009650" y="3609975"/>
                </a:lnTo>
                <a:lnTo>
                  <a:pt x="1000125" y="3609975"/>
                </a:lnTo>
                <a:lnTo>
                  <a:pt x="1000125" y="3619500"/>
                </a:lnTo>
                <a:lnTo>
                  <a:pt x="952500" y="3619500"/>
                </a:lnTo>
                <a:lnTo>
                  <a:pt x="952500" y="3629025"/>
                </a:lnTo>
                <a:lnTo>
                  <a:pt x="923925" y="3629025"/>
                </a:lnTo>
                <a:lnTo>
                  <a:pt x="923925" y="3619500"/>
                </a:lnTo>
                <a:lnTo>
                  <a:pt x="895350" y="3619500"/>
                </a:lnTo>
                <a:lnTo>
                  <a:pt x="895350" y="3629025"/>
                </a:lnTo>
                <a:lnTo>
                  <a:pt x="885825" y="3629025"/>
                </a:lnTo>
                <a:lnTo>
                  <a:pt x="885825" y="3619500"/>
                </a:lnTo>
                <a:lnTo>
                  <a:pt x="866775" y="3619500"/>
                </a:lnTo>
                <a:lnTo>
                  <a:pt x="866775" y="3648075"/>
                </a:lnTo>
                <a:lnTo>
                  <a:pt x="857250" y="3648075"/>
                </a:lnTo>
                <a:lnTo>
                  <a:pt x="857250" y="3638550"/>
                </a:lnTo>
                <a:lnTo>
                  <a:pt x="847725" y="3638550"/>
                </a:lnTo>
                <a:lnTo>
                  <a:pt x="847725" y="3648075"/>
                </a:lnTo>
                <a:lnTo>
                  <a:pt x="857250" y="3648075"/>
                </a:lnTo>
                <a:lnTo>
                  <a:pt x="857250" y="3657600"/>
                </a:lnTo>
                <a:lnTo>
                  <a:pt x="838200" y="3657600"/>
                </a:lnTo>
                <a:lnTo>
                  <a:pt x="838200" y="3667125"/>
                </a:lnTo>
                <a:lnTo>
                  <a:pt x="790575" y="3667125"/>
                </a:lnTo>
                <a:lnTo>
                  <a:pt x="790575" y="3676650"/>
                </a:lnTo>
                <a:lnTo>
                  <a:pt x="771525" y="3676650"/>
                </a:lnTo>
                <a:lnTo>
                  <a:pt x="771525" y="3657600"/>
                </a:lnTo>
                <a:lnTo>
                  <a:pt x="733425" y="3657600"/>
                </a:lnTo>
                <a:lnTo>
                  <a:pt x="733425" y="3648075"/>
                </a:lnTo>
                <a:lnTo>
                  <a:pt x="723900" y="3648075"/>
                </a:lnTo>
                <a:lnTo>
                  <a:pt x="723900" y="3638550"/>
                </a:lnTo>
                <a:lnTo>
                  <a:pt x="714375" y="3638550"/>
                </a:lnTo>
                <a:lnTo>
                  <a:pt x="714375" y="3657600"/>
                </a:lnTo>
                <a:lnTo>
                  <a:pt x="628650" y="3657600"/>
                </a:lnTo>
                <a:lnTo>
                  <a:pt x="628650" y="3648075"/>
                </a:lnTo>
                <a:lnTo>
                  <a:pt x="600075" y="3648075"/>
                </a:lnTo>
                <a:lnTo>
                  <a:pt x="600075" y="3657600"/>
                </a:lnTo>
                <a:lnTo>
                  <a:pt x="590550" y="3657600"/>
                </a:lnTo>
                <a:lnTo>
                  <a:pt x="590550" y="3648075"/>
                </a:lnTo>
                <a:lnTo>
                  <a:pt x="581025" y="3648075"/>
                </a:lnTo>
                <a:lnTo>
                  <a:pt x="581025" y="3657600"/>
                </a:lnTo>
                <a:lnTo>
                  <a:pt x="552450" y="3657600"/>
                </a:lnTo>
                <a:lnTo>
                  <a:pt x="552450" y="3648075"/>
                </a:lnTo>
                <a:lnTo>
                  <a:pt x="504825" y="3648075"/>
                </a:lnTo>
                <a:lnTo>
                  <a:pt x="504825" y="3638550"/>
                </a:lnTo>
                <a:lnTo>
                  <a:pt x="533400" y="3638550"/>
                </a:lnTo>
                <a:lnTo>
                  <a:pt x="533400" y="3609975"/>
                </a:lnTo>
                <a:lnTo>
                  <a:pt x="542925" y="3609975"/>
                </a:lnTo>
                <a:lnTo>
                  <a:pt x="542925" y="3600450"/>
                </a:lnTo>
                <a:lnTo>
                  <a:pt x="552450" y="3600450"/>
                </a:lnTo>
                <a:lnTo>
                  <a:pt x="552450" y="3590925"/>
                </a:lnTo>
                <a:lnTo>
                  <a:pt x="571500" y="3590925"/>
                </a:lnTo>
                <a:lnTo>
                  <a:pt x="571500" y="3581400"/>
                </a:lnTo>
                <a:lnTo>
                  <a:pt x="581025" y="3581400"/>
                </a:lnTo>
                <a:lnTo>
                  <a:pt x="581025" y="3600450"/>
                </a:lnTo>
                <a:lnTo>
                  <a:pt x="571500" y="3600450"/>
                </a:lnTo>
                <a:lnTo>
                  <a:pt x="571500" y="3609975"/>
                </a:lnTo>
                <a:lnTo>
                  <a:pt x="561975" y="3609975"/>
                </a:lnTo>
                <a:lnTo>
                  <a:pt x="561975" y="3619500"/>
                </a:lnTo>
                <a:lnTo>
                  <a:pt x="552450" y="3619500"/>
                </a:lnTo>
                <a:lnTo>
                  <a:pt x="552450" y="3629025"/>
                </a:lnTo>
                <a:lnTo>
                  <a:pt x="561975" y="3629025"/>
                </a:lnTo>
                <a:lnTo>
                  <a:pt x="561975" y="3638550"/>
                </a:lnTo>
                <a:lnTo>
                  <a:pt x="571500" y="3638550"/>
                </a:lnTo>
                <a:lnTo>
                  <a:pt x="571500" y="3629025"/>
                </a:lnTo>
                <a:lnTo>
                  <a:pt x="581025" y="3629025"/>
                </a:lnTo>
                <a:lnTo>
                  <a:pt x="581025" y="3619500"/>
                </a:lnTo>
                <a:lnTo>
                  <a:pt x="628650" y="3619500"/>
                </a:lnTo>
                <a:lnTo>
                  <a:pt x="628650" y="3600450"/>
                </a:lnTo>
                <a:lnTo>
                  <a:pt x="695325" y="3600450"/>
                </a:lnTo>
                <a:lnTo>
                  <a:pt x="695325" y="3609975"/>
                </a:lnTo>
                <a:lnTo>
                  <a:pt x="704850" y="3609975"/>
                </a:lnTo>
                <a:lnTo>
                  <a:pt x="704850" y="3619500"/>
                </a:lnTo>
                <a:lnTo>
                  <a:pt x="723900" y="3619500"/>
                </a:lnTo>
                <a:lnTo>
                  <a:pt x="723900" y="3629025"/>
                </a:lnTo>
                <a:lnTo>
                  <a:pt x="733425" y="3629025"/>
                </a:lnTo>
                <a:lnTo>
                  <a:pt x="733425" y="3638550"/>
                </a:lnTo>
                <a:lnTo>
                  <a:pt x="742950" y="3638550"/>
                </a:lnTo>
                <a:lnTo>
                  <a:pt x="742950" y="3648075"/>
                </a:lnTo>
                <a:lnTo>
                  <a:pt x="762000" y="3648075"/>
                </a:lnTo>
                <a:lnTo>
                  <a:pt x="762000" y="3638550"/>
                </a:lnTo>
                <a:lnTo>
                  <a:pt x="790575" y="3638550"/>
                </a:lnTo>
                <a:lnTo>
                  <a:pt x="790575" y="3629025"/>
                </a:lnTo>
                <a:lnTo>
                  <a:pt x="800100" y="3629025"/>
                </a:lnTo>
                <a:lnTo>
                  <a:pt x="800100" y="3619500"/>
                </a:lnTo>
                <a:lnTo>
                  <a:pt x="809625" y="3619500"/>
                </a:lnTo>
                <a:lnTo>
                  <a:pt x="809625" y="3609975"/>
                </a:lnTo>
                <a:lnTo>
                  <a:pt x="828675" y="3609975"/>
                </a:lnTo>
                <a:lnTo>
                  <a:pt x="828675" y="3600450"/>
                </a:lnTo>
                <a:lnTo>
                  <a:pt x="838200" y="3600450"/>
                </a:lnTo>
                <a:lnTo>
                  <a:pt x="838200" y="3609975"/>
                </a:lnTo>
                <a:lnTo>
                  <a:pt x="847725" y="3609975"/>
                </a:lnTo>
                <a:lnTo>
                  <a:pt x="847725" y="3571875"/>
                </a:lnTo>
                <a:lnTo>
                  <a:pt x="866775" y="3571875"/>
                </a:lnTo>
                <a:lnTo>
                  <a:pt x="866775" y="3552825"/>
                </a:lnTo>
                <a:lnTo>
                  <a:pt x="876300" y="3552825"/>
                </a:lnTo>
                <a:lnTo>
                  <a:pt x="876300" y="3562350"/>
                </a:lnTo>
                <a:lnTo>
                  <a:pt x="885825" y="3562350"/>
                </a:lnTo>
                <a:lnTo>
                  <a:pt x="885825" y="3581400"/>
                </a:lnTo>
                <a:lnTo>
                  <a:pt x="914400" y="3581400"/>
                </a:lnTo>
                <a:lnTo>
                  <a:pt x="914400" y="3590925"/>
                </a:lnTo>
                <a:lnTo>
                  <a:pt x="904875" y="3590925"/>
                </a:lnTo>
                <a:lnTo>
                  <a:pt x="904875" y="3600450"/>
                </a:lnTo>
                <a:lnTo>
                  <a:pt x="914400" y="3600450"/>
                </a:lnTo>
                <a:lnTo>
                  <a:pt x="914400" y="3590925"/>
                </a:lnTo>
                <a:lnTo>
                  <a:pt x="933450" y="3590925"/>
                </a:lnTo>
                <a:lnTo>
                  <a:pt x="933450" y="3571875"/>
                </a:lnTo>
                <a:lnTo>
                  <a:pt x="923925" y="3571875"/>
                </a:lnTo>
                <a:lnTo>
                  <a:pt x="923925" y="3552825"/>
                </a:lnTo>
                <a:lnTo>
                  <a:pt x="895350" y="3552825"/>
                </a:lnTo>
                <a:lnTo>
                  <a:pt x="895350" y="3543300"/>
                </a:lnTo>
                <a:lnTo>
                  <a:pt x="885825" y="3543300"/>
                </a:lnTo>
                <a:lnTo>
                  <a:pt x="885825" y="3533775"/>
                </a:lnTo>
                <a:lnTo>
                  <a:pt x="895350" y="3533775"/>
                </a:lnTo>
                <a:lnTo>
                  <a:pt x="895350" y="3514725"/>
                </a:lnTo>
                <a:lnTo>
                  <a:pt x="904875" y="3514725"/>
                </a:lnTo>
                <a:lnTo>
                  <a:pt x="904875" y="3505200"/>
                </a:lnTo>
                <a:lnTo>
                  <a:pt x="895350" y="3505200"/>
                </a:lnTo>
                <a:close/>
                <a:moveTo>
                  <a:pt x="1028700" y="3495675"/>
                </a:moveTo>
                <a:lnTo>
                  <a:pt x="1038225" y="3495675"/>
                </a:lnTo>
                <a:lnTo>
                  <a:pt x="1038225" y="3505200"/>
                </a:lnTo>
                <a:lnTo>
                  <a:pt x="1028700" y="3505200"/>
                </a:lnTo>
                <a:close/>
                <a:moveTo>
                  <a:pt x="1181100" y="3495675"/>
                </a:moveTo>
                <a:lnTo>
                  <a:pt x="1190625" y="3495675"/>
                </a:lnTo>
                <a:lnTo>
                  <a:pt x="1190625" y="3505200"/>
                </a:lnTo>
                <a:lnTo>
                  <a:pt x="1181100" y="3505200"/>
                </a:lnTo>
                <a:close/>
                <a:moveTo>
                  <a:pt x="1247775" y="3495675"/>
                </a:moveTo>
                <a:lnTo>
                  <a:pt x="1276350" y="3495675"/>
                </a:lnTo>
                <a:lnTo>
                  <a:pt x="1276350" y="3514725"/>
                </a:lnTo>
                <a:lnTo>
                  <a:pt x="1266825" y="3514725"/>
                </a:lnTo>
                <a:lnTo>
                  <a:pt x="1266825" y="3524250"/>
                </a:lnTo>
                <a:lnTo>
                  <a:pt x="1247775" y="3524250"/>
                </a:lnTo>
                <a:lnTo>
                  <a:pt x="1247775" y="3514725"/>
                </a:lnTo>
                <a:lnTo>
                  <a:pt x="1238250" y="3514725"/>
                </a:lnTo>
                <a:lnTo>
                  <a:pt x="1238250" y="3505200"/>
                </a:lnTo>
                <a:lnTo>
                  <a:pt x="1247775" y="3505200"/>
                </a:lnTo>
                <a:close/>
                <a:moveTo>
                  <a:pt x="1047750" y="3505200"/>
                </a:moveTo>
                <a:lnTo>
                  <a:pt x="1057275" y="3505200"/>
                </a:lnTo>
                <a:lnTo>
                  <a:pt x="1057275" y="3514725"/>
                </a:lnTo>
                <a:lnTo>
                  <a:pt x="1047750" y="3514725"/>
                </a:lnTo>
                <a:close/>
                <a:moveTo>
                  <a:pt x="1066800" y="3505200"/>
                </a:moveTo>
                <a:lnTo>
                  <a:pt x="1076325" y="3505200"/>
                </a:lnTo>
                <a:lnTo>
                  <a:pt x="1076325" y="3514725"/>
                </a:lnTo>
                <a:lnTo>
                  <a:pt x="1066800" y="3514725"/>
                </a:lnTo>
                <a:close/>
                <a:moveTo>
                  <a:pt x="1095375" y="3505200"/>
                </a:moveTo>
                <a:lnTo>
                  <a:pt x="1104900" y="3505200"/>
                </a:lnTo>
                <a:lnTo>
                  <a:pt x="1104900" y="3524250"/>
                </a:lnTo>
                <a:lnTo>
                  <a:pt x="1095375" y="3524250"/>
                </a:lnTo>
                <a:close/>
                <a:moveTo>
                  <a:pt x="1133475" y="3514725"/>
                </a:moveTo>
                <a:lnTo>
                  <a:pt x="1152525" y="3514725"/>
                </a:lnTo>
                <a:lnTo>
                  <a:pt x="1152525" y="3543300"/>
                </a:lnTo>
                <a:lnTo>
                  <a:pt x="1171575" y="3543300"/>
                </a:lnTo>
                <a:lnTo>
                  <a:pt x="1171575" y="3533775"/>
                </a:lnTo>
                <a:lnTo>
                  <a:pt x="1181100" y="3533775"/>
                </a:lnTo>
                <a:lnTo>
                  <a:pt x="1181100" y="3514725"/>
                </a:lnTo>
                <a:lnTo>
                  <a:pt x="1219200" y="3514725"/>
                </a:lnTo>
                <a:lnTo>
                  <a:pt x="1219200" y="3524250"/>
                </a:lnTo>
                <a:lnTo>
                  <a:pt x="1228725" y="3524250"/>
                </a:lnTo>
                <a:lnTo>
                  <a:pt x="1228725" y="3514725"/>
                </a:lnTo>
                <a:lnTo>
                  <a:pt x="1238250" y="3514725"/>
                </a:lnTo>
                <a:lnTo>
                  <a:pt x="1238250" y="3533775"/>
                </a:lnTo>
                <a:lnTo>
                  <a:pt x="1228725" y="3533775"/>
                </a:lnTo>
                <a:lnTo>
                  <a:pt x="1228725" y="3552825"/>
                </a:lnTo>
                <a:lnTo>
                  <a:pt x="1219200" y="3552825"/>
                </a:lnTo>
                <a:lnTo>
                  <a:pt x="1219200" y="3562350"/>
                </a:lnTo>
                <a:lnTo>
                  <a:pt x="1228725" y="3562350"/>
                </a:lnTo>
                <a:lnTo>
                  <a:pt x="1228725" y="3571875"/>
                </a:lnTo>
                <a:lnTo>
                  <a:pt x="1219200" y="3571875"/>
                </a:lnTo>
                <a:lnTo>
                  <a:pt x="1219200" y="3590925"/>
                </a:lnTo>
                <a:lnTo>
                  <a:pt x="1238250" y="3590925"/>
                </a:lnTo>
                <a:lnTo>
                  <a:pt x="1238250" y="3571875"/>
                </a:lnTo>
                <a:lnTo>
                  <a:pt x="1247775" y="3571875"/>
                </a:lnTo>
                <a:lnTo>
                  <a:pt x="1247775" y="3581400"/>
                </a:lnTo>
                <a:lnTo>
                  <a:pt x="1257300" y="3581400"/>
                </a:lnTo>
                <a:lnTo>
                  <a:pt x="1257300" y="3552825"/>
                </a:lnTo>
                <a:lnTo>
                  <a:pt x="1266825" y="3552825"/>
                </a:lnTo>
                <a:lnTo>
                  <a:pt x="1266825" y="3543300"/>
                </a:lnTo>
                <a:lnTo>
                  <a:pt x="1285875" y="3543300"/>
                </a:lnTo>
                <a:lnTo>
                  <a:pt x="1285875" y="3533775"/>
                </a:lnTo>
                <a:lnTo>
                  <a:pt x="1295400" y="3533775"/>
                </a:lnTo>
                <a:lnTo>
                  <a:pt x="1295400" y="3543300"/>
                </a:lnTo>
                <a:lnTo>
                  <a:pt x="1304925" y="3543300"/>
                </a:lnTo>
                <a:lnTo>
                  <a:pt x="1304925" y="3552825"/>
                </a:lnTo>
                <a:lnTo>
                  <a:pt x="1295400" y="3552825"/>
                </a:lnTo>
                <a:lnTo>
                  <a:pt x="1295400" y="3581400"/>
                </a:lnTo>
                <a:lnTo>
                  <a:pt x="1304925" y="3581400"/>
                </a:lnTo>
                <a:lnTo>
                  <a:pt x="1304925" y="3590925"/>
                </a:lnTo>
                <a:lnTo>
                  <a:pt x="1314450" y="3590925"/>
                </a:lnTo>
                <a:lnTo>
                  <a:pt x="1314450" y="3581400"/>
                </a:lnTo>
                <a:lnTo>
                  <a:pt x="1343025" y="3581400"/>
                </a:lnTo>
                <a:lnTo>
                  <a:pt x="1343025" y="3609975"/>
                </a:lnTo>
                <a:lnTo>
                  <a:pt x="1333500" y="3609975"/>
                </a:lnTo>
                <a:lnTo>
                  <a:pt x="1333500" y="3619500"/>
                </a:lnTo>
                <a:lnTo>
                  <a:pt x="1343025" y="3619500"/>
                </a:lnTo>
                <a:lnTo>
                  <a:pt x="1343025" y="3629025"/>
                </a:lnTo>
                <a:lnTo>
                  <a:pt x="1314450" y="3629025"/>
                </a:lnTo>
                <a:lnTo>
                  <a:pt x="1314450" y="3609975"/>
                </a:lnTo>
                <a:lnTo>
                  <a:pt x="1295400" y="3609975"/>
                </a:lnTo>
                <a:lnTo>
                  <a:pt x="1295400" y="3600450"/>
                </a:lnTo>
                <a:lnTo>
                  <a:pt x="1257300" y="3600450"/>
                </a:lnTo>
                <a:lnTo>
                  <a:pt x="1257300" y="3590925"/>
                </a:lnTo>
                <a:lnTo>
                  <a:pt x="1238250" y="3590925"/>
                </a:lnTo>
                <a:lnTo>
                  <a:pt x="1238250" y="3600450"/>
                </a:lnTo>
                <a:lnTo>
                  <a:pt x="1257300" y="3600450"/>
                </a:lnTo>
                <a:lnTo>
                  <a:pt x="1257300" y="3609975"/>
                </a:lnTo>
                <a:lnTo>
                  <a:pt x="1266825" y="3609975"/>
                </a:lnTo>
                <a:lnTo>
                  <a:pt x="1266825" y="3648075"/>
                </a:lnTo>
                <a:lnTo>
                  <a:pt x="1276350" y="3648075"/>
                </a:lnTo>
                <a:lnTo>
                  <a:pt x="1276350" y="3657600"/>
                </a:lnTo>
                <a:lnTo>
                  <a:pt x="1266825" y="3657600"/>
                </a:lnTo>
                <a:lnTo>
                  <a:pt x="1266825" y="3667125"/>
                </a:lnTo>
                <a:lnTo>
                  <a:pt x="1257300" y="3667125"/>
                </a:lnTo>
                <a:lnTo>
                  <a:pt x="1257300" y="3657600"/>
                </a:lnTo>
                <a:lnTo>
                  <a:pt x="1238250" y="3657600"/>
                </a:lnTo>
                <a:lnTo>
                  <a:pt x="1238250" y="3648075"/>
                </a:lnTo>
                <a:lnTo>
                  <a:pt x="1200150" y="3648075"/>
                </a:lnTo>
                <a:lnTo>
                  <a:pt x="1200150" y="3657600"/>
                </a:lnTo>
                <a:lnTo>
                  <a:pt x="1152525" y="3657600"/>
                </a:lnTo>
                <a:lnTo>
                  <a:pt x="1152525" y="3648075"/>
                </a:lnTo>
                <a:lnTo>
                  <a:pt x="1190625" y="3648075"/>
                </a:lnTo>
                <a:lnTo>
                  <a:pt x="1190625" y="3638550"/>
                </a:lnTo>
                <a:lnTo>
                  <a:pt x="1200150" y="3638550"/>
                </a:lnTo>
                <a:lnTo>
                  <a:pt x="1200150" y="3629025"/>
                </a:lnTo>
                <a:lnTo>
                  <a:pt x="1209675" y="3629025"/>
                </a:lnTo>
                <a:lnTo>
                  <a:pt x="1209675" y="3638550"/>
                </a:lnTo>
                <a:lnTo>
                  <a:pt x="1238250" y="3638550"/>
                </a:lnTo>
                <a:lnTo>
                  <a:pt x="1238250" y="3619500"/>
                </a:lnTo>
                <a:lnTo>
                  <a:pt x="1228725" y="3619500"/>
                </a:lnTo>
                <a:lnTo>
                  <a:pt x="1228725" y="3609975"/>
                </a:lnTo>
                <a:lnTo>
                  <a:pt x="1219200" y="3609975"/>
                </a:lnTo>
                <a:lnTo>
                  <a:pt x="1219200" y="3600450"/>
                </a:lnTo>
                <a:lnTo>
                  <a:pt x="1200150" y="3600450"/>
                </a:lnTo>
                <a:lnTo>
                  <a:pt x="1200150" y="3619500"/>
                </a:lnTo>
                <a:lnTo>
                  <a:pt x="1190625" y="3619500"/>
                </a:lnTo>
                <a:lnTo>
                  <a:pt x="1190625" y="3629025"/>
                </a:lnTo>
                <a:lnTo>
                  <a:pt x="1181100" y="3629025"/>
                </a:lnTo>
                <a:lnTo>
                  <a:pt x="1181100" y="3619500"/>
                </a:lnTo>
                <a:lnTo>
                  <a:pt x="1171575" y="3619500"/>
                </a:lnTo>
                <a:lnTo>
                  <a:pt x="1171575" y="3609975"/>
                </a:lnTo>
                <a:lnTo>
                  <a:pt x="1162050" y="3609975"/>
                </a:lnTo>
                <a:lnTo>
                  <a:pt x="1162050" y="3600450"/>
                </a:lnTo>
                <a:lnTo>
                  <a:pt x="1171575" y="3600450"/>
                </a:lnTo>
                <a:lnTo>
                  <a:pt x="1171575" y="3581400"/>
                </a:lnTo>
                <a:lnTo>
                  <a:pt x="1133475" y="3581400"/>
                </a:lnTo>
                <a:lnTo>
                  <a:pt x="1133475" y="3562350"/>
                </a:lnTo>
                <a:lnTo>
                  <a:pt x="1123950" y="3562350"/>
                </a:lnTo>
                <a:lnTo>
                  <a:pt x="1123950" y="3533775"/>
                </a:lnTo>
                <a:lnTo>
                  <a:pt x="1114425" y="3533775"/>
                </a:lnTo>
                <a:lnTo>
                  <a:pt x="1114425" y="3524250"/>
                </a:lnTo>
                <a:lnTo>
                  <a:pt x="1133475" y="3524250"/>
                </a:lnTo>
                <a:close/>
                <a:moveTo>
                  <a:pt x="952500" y="3524250"/>
                </a:moveTo>
                <a:lnTo>
                  <a:pt x="962025" y="3524250"/>
                </a:lnTo>
                <a:lnTo>
                  <a:pt x="962025" y="3533775"/>
                </a:lnTo>
                <a:lnTo>
                  <a:pt x="952500" y="3533775"/>
                </a:lnTo>
                <a:close/>
                <a:moveTo>
                  <a:pt x="1409700" y="3524250"/>
                </a:moveTo>
                <a:lnTo>
                  <a:pt x="1419225" y="3524250"/>
                </a:lnTo>
                <a:lnTo>
                  <a:pt x="1419225" y="3533775"/>
                </a:lnTo>
                <a:lnTo>
                  <a:pt x="1409700" y="3533775"/>
                </a:lnTo>
                <a:close/>
                <a:moveTo>
                  <a:pt x="571500" y="3533775"/>
                </a:moveTo>
                <a:lnTo>
                  <a:pt x="581025" y="3533775"/>
                </a:lnTo>
                <a:lnTo>
                  <a:pt x="581025" y="3543300"/>
                </a:lnTo>
                <a:lnTo>
                  <a:pt x="571500" y="3543300"/>
                </a:lnTo>
                <a:close/>
                <a:moveTo>
                  <a:pt x="409575" y="3552825"/>
                </a:moveTo>
                <a:lnTo>
                  <a:pt x="428625" y="3552825"/>
                </a:lnTo>
                <a:lnTo>
                  <a:pt x="428625" y="3562350"/>
                </a:lnTo>
                <a:lnTo>
                  <a:pt x="409575" y="3562350"/>
                </a:lnTo>
                <a:close/>
                <a:moveTo>
                  <a:pt x="819150" y="3552825"/>
                </a:moveTo>
                <a:lnTo>
                  <a:pt x="828675" y="3552825"/>
                </a:lnTo>
                <a:lnTo>
                  <a:pt x="828675" y="3571875"/>
                </a:lnTo>
                <a:lnTo>
                  <a:pt x="838200" y="3571875"/>
                </a:lnTo>
                <a:lnTo>
                  <a:pt x="838200" y="3581400"/>
                </a:lnTo>
                <a:lnTo>
                  <a:pt x="809625" y="3581400"/>
                </a:lnTo>
                <a:lnTo>
                  <a:pt x="809625" y="3562350"/>
                </a:lnTo>
                <a:lnTo>
                  <a:pt x="819150" y="3562350"/>
                </a:lnTo>
                <a:close/>
                <a:moveTo>
                  <a:pt x="1190625" y="3552825"/>
                </a:moveTo>
                <a:lnTo>
                  <a:pt x="1209675" y="3552825"/>
                </a:lnTo>
                <a:lnTo>
                  <a:pt x="1209675" y="3543300"/>
                </a:lnTo>
                <a:lnTo>
                  <a:pt x="1190625" y="3543300"/>
                </a:lnTo>
                <a:close/>
                <a:moveTo>
                  <a:pt x="1238250" y="3552825"/>
                </a:moveTo>
                <a:lnTo>
                  <a:pt x="1247775" y="3552825"/>
                </a:lnTo>
                <a:lnTo>
                  <a:pt x="1247775" y="3562350"/>
                </a:lnTo>
                <a:lnTo>
                  <a:pt x="1238250" y="3562350"/>
                </a:lnTo>
                <a:close/>
                <a:moveTo>
                  <a:pt x="1657350" y="3552825"/>
                </a:moveTo>
                <a:lnTo>
                  <a:pt x="1666875" y="3552825"/>
                </a:lnTo>
                <a:lnTo>
                  <a:pt x="1666875" y="3562350"/>
                </a:lnTo>
                <a:lnTo>
                  <a:pt x="1657350" y="3562350"/>
                </a:lnTo>
                <a:close/>
                <a:moveTo>
                  <a:pt x="409575" y="3571875"/>
                </a:moveTo>
                <a:lnTo>
                  <a:pt x="428625" y="3571875"/>
                </a:lnTo>
                <a:lnTo>
                  <a:pt x="428625" y="3581400"/>
                </a:lnTo>
                <a:lnTo>
                  <a:pt x="409575" y="3581400"/>
                </a:lnTo>
                <a:close/>
                <a:moveTo>
                  <a:pt x="1676400" y="3571875"/>
                </a:moveTo>
                <a:lnTo>
                  <a:pt x="1685925" y="3571875"/>
                </a:lnTo>
                <a:lnTo>
                  <a:pt x="1685925" y="3581400"/>
                </a:lnTo>
                <a:lnTo>
                  <a:pt x="1676400" y="3581400"/>
                </a:lnTo>
                <a:close/>
                <a:moveTo>
                  <a:pt x="428625" y="3581400"/>
                </a:moveTo>
                <a:lnTo>
                  <a:pt x="466725" y="3581400"/>
                </a:lnTo>
                <a:lnTo>
                  <a:pt x="466725" y="3590925"/>
                </a:lnTo>
                <a:lnTo>
                  <a:pt x="485775" y="3590925"/>
                </a:lnTo>
                <a:lnTo>
                  <a:pt x="485775" y="3600450"/>
                </a:lnTo>
                <a:lnTo>
                  <a:pt x="495300" y="3600450"/>
                </a:lnTo>
                <a:lnTo>
                  <a:pt x="495300" y="3648075"/>
                </a:lnTo>
                <a:lnTo>
                  <a:pt x="485775" y="3648075"/>
                </a:lnTo>
                <a:lnTo>
                  <a:pt x="485775" y="3638550"/>
                </a:lnTo>
                <a:lnTo>
                  <a:pt x="466725" y="3638550"/>
                </a:lnTo>
                <a:lnTo>
                  <a:pt x="466725" y="3629025"/>
                </a:lnTo>
                <a:lnTo>
                  <a:pt x="457200" y="3629025"/>
                </a:lnTo>
                <a:lnTo>
                  <a:pt x="457200" y="3638550"/>
                </a:lnTo>
                <a:lnTo>
                  <a:pt x="447675" y="3638550"/>
                </a:lnTo>
                <a:lnTo>
                  <a:pt x="447675" y="3648075"/>
                </a:lnTo>
                <a:lnTo>
                  <a:pt x="381000" y="3648075"/>
                </a:lnTo>
                <a:lnTo>
                  <a:pt x="381000" y="3609975"/>
                </a:lnTo>
                <a:lnTo>
                  <a:pt x="371475" y="3609975"/>
                </a:lnTo>
                <a:lnTo>
                  <a:pt x="371475" y="3600450"/>
                </a:lnTo>
                <a:lnTo>
                  <a:pt x="381000" y="3600450"/>
                </a:lnTo>
                <a:lnTo>
                  <a:pt x="381000" y="3609975"/>
                </a:lnTo>
                <a:lnTo>
                  <a:pt x="390525" y="3609975"/>
                </a:lnTo>
                <a:lnTo>
                  <a:pt x="390525" y="3629025"/>
                </a:lnTo>
                <a:lnTo>
                  <a:pt x="400050" y="3629025"/>
                </a:lnTo>
                <a:lnTo>
                  <a:pt x="400050" y="3609975"/>
                </a:lnTo>
                <a:lnTo>
                  <a:pt x="409575" y="3609975"/>
                </a:lnTo>
                <a:lnTo>
                  <a:pt x="409575" y="3619500"/>
                </a:lnTo>
                <a:lnTo>
                  <a:pt x="438150" y="3619500"/>
                </a:lnTo>
                <a:lnTo>
                  <a:pt x="438150" y="3600450"/>
                </a:lnTo>
                <a:lnTo>
                  <a:pt x="428625" y="3600450"/>
                </a:lnTo>
                <a:close/>
                <a:moveTo>
                  <a:pt x="981075" y="3590925"/>
                </a:moveTo>
                <a:lnTo>
                  <a:pt x="990600" y="3590925"/>
                </a:lnTo>
                <a:lnTo>
                  <a:pt x="990600" y="3571875"/>
                </a:lnTo>
                <a:lnTo>
                  <a:pt x="981075" y="3571875"/>
                </a:lnTo>
                <a:close/>
                <a:moveTo>
                  <a:pt x="419100" y="3600450"/>
                </a:moveTo>
                <a:lnTo>
                  <a:pt x="428625" y="3600450"/>
                </a:lnTo>
                <a:lnTo>
                  <a:pt x="428625" y="3609975"/>
                </a:lnTo>
                <a:lnTo>
                  <a:pt x="419100" y="3609975"/>
                </a:lnTo>
                <a:close/>
                <a:moveTo>
                  <a:pt x="361950" y="3619500"/>
                </a:moveTo>
                <a:lnTo>
                  <a:pt x="371475" y="3619500"/>
                </a:lnTo>
                <a:lnTo>
                  <a:pt x="371475" y="3638550"/>
                </a:lnTo>
                <a:lnTo>
                  <a:pt x="361950" y="3638550"/>
                </a:lnTo>
                <a:close/>
                <a:moveTo>
                  <a:pt x="1619250" y="3619500"/>
                </a:moveTo>
                <a:lnTo>
                  <a:pt x="1638300" y="3619500"/>
                </a:lnTo>
                <a:lnTo>
                  <a:pt x="1638300" y="3629025"/>
                </a:lnTo>
                <a:lnTo>
                  <a:pt x="1619250" y="3629025"/>
                </a:lnTo>
                <a:close/>
                <a:moveTo>
                  <a:pt x="409575" y="3638550"/>
                </a:moveTo>
                <a:lnTo>
                  <a:pt x="419100" y="3638550"/>
                </a:lnTo>
                <a:lnTo>
                  <a:pt x="419100" y="3629025"/>
                </a:lnTo>
                <a:lnTo>
                  <a:pt x="409575" y="3629025"/>
                </a:lnTo>
                <a:close/>
                <a:moveTo>
                  <a:pt x="1390650" y="3638550"/>
                </a:moveTo>
                <a:lnTo>
                  <a:pt x="1400175" y="3638550"/>
                </a:lnTo>
                <a:lnTo>
                  <a:pt x="1400175" y="3648075"/>
                </a:lnTo>
                <a:lnTo>
                  <a:pt x="1419225" y="3648075"/>
                </a:lnTo>
                <a:lnTo>
                  <a:pt x="1419225" y="3657600"/>
                </a:lnTo>
                <a:lnTo>
                  <a:pt x="1371600" y="3657600"/>
                </a:lnTo>
                <a:lnTo>
                  <a:pt x="1371600" y="3648075"/>
                </a:lnTo>
                <a:lnTo>
                  <a:pt x="1390650" y="3648075"/>
                </a:lnTo>
                <a:close/>
                <a:moveTo>
                  <a:pt x="866775" y="3648075"/>
                </a:moveTo>
                <a:lnTo>
                  <a:pt x="885825" y="3648075"/>
                </a:lnTo>
                <a:lnTo>
                  <a:pt x="885825" y="3657600"/>
                </a:lnTo>
                <a:lnTo>
                  <a:pt x="866775" y="3657600"/>
                </a:lnTo>
                <a:close/>
                <a:moveTo>
                  <a:pt x="952500" y="3648075"/>
                </a:moveTo>
                <a:lnTo>
                  <a:pt x="981075" y="3648075"/>
                </a:lnTo>
                <a:lnTo>
                  <a:pt x="981075" y="3657600"/>
                </a:lnTo>
                <a:lnTo>
                  <a:pt x="952500" y="3657600"/>
                </a:lnTo>
                <a:close/>
                <a:moveTo>
                  <a:pt x="1019175" y="3648075"/>
                </a:moveTo>
                <a:lnTo>
                  <a:pt x="1047750" y="3648075"/>
                </a:lnTo>
                <a:lnTo>
                  <a:pt x="1047750" y="3667125"/>
                </a:lnTo>
                <a:lnTo>
                  <a:pt x="1028700" y="3667125"/>
                </a:lnTo>
                <a:lnTo>
                  <a:pt x="1028700" y="3657600"/>
                </a:lnTo>
                <a:lnTo>
                  <a:pt x="1019175" y="3657600"/>
                </a:lnTo>
                <a:close/>
                <a:moveTo>
                  <a:pt x="714375" y="3657600"/>
                </a:moveTo>
                <a:lnTo>
                  <a:pt x="733425" y="3657600"/>
                </a:lnTo>
                <a:lnTo>
                  <a:pt x="733425" y="3667125"/>
                </a:lnTo>
                <a:lnTo>
                  <a:pt x="714375" y="3667125"/>
                </a:lnTo>
                <a:close/>
                <a:moveTo>
                  <a:pt x="552450" y="3667125"/>
                </a:moveTo>
                <a:lnTo>
                  <a:pt x="571500" y="3667125"/>
                </a:lnTo>
                <a:lnTo>
                  <a:pt x="571500" y="3676650"/>
                </a:lnTo>
                <a:lnTo>
                  <a:pt x="552450" y="3676650"/>
                </a:lnTo>
                <a:close/>
                <a:moveTo>
                  <a:pt x="590550" y="3667125"/>
                </a:moveTo>
                <a:lnTo>
                  <a:pt x="600075" y="3667125"/>
                </a:lnTo>
                <a:lnTo>
                  <a:pt x="600075" y="3676650"/>
                </a:lnTo>
                <a:lnTo>
                  <a:pt x="590550" y="3676650"/>
                </a:lnTo>
                <a:close/>
                <a:moveTo>
                  <a:pt x="628650" y="3667125"/>
                </a:moveTo>
                <a:lnTo>
                  <a:pt x="638175" y="3667125"/>
                </a:lnTo>
                <a:lnTo>
                  <a:pt x="638175" y="3676650"/>
                </a:lnTo>
                <a:lnTo>
                  <a:pt x="628650" y="3676650"/>
                </a:lnTo>
                <a:close/>
                <a:moveTo>
                  <a:pt x="657225" y="3667125"/>
                </a:moveTo>
                <a:lnTo>
                  <a:pt x="685800" y="3667125"/>
                </a:lnTo>
                <a:lnTo>
                  <a:pt x="685800" y="3676650"/>
                </a:lnTo>
                <a:lnTo>
                  <a:pt x="657225" y="3676650"/>
                </a:lnTo>
                <a:close/>
                <a:moveTo>
                  <a:pt x="733425" y="3667125"/>
                </a:moveTo>
                <a:lnTo>
                  <a:pt x="752475" y="3667125"/>
                </a:lnTo>
                <a:lnTo>
                  <a:pt x="752475" y="3676650"/>
                </a:lnTo>
                <a:lnTo>
                  <a:pt x="733425" y="3676650"/>
                </a:lnTo>
                <a:close/>
                <a:moveTo>
                  <a:pt x="1104900" y="3667125"/>
                </a:moveTo>
                <a:lnTo>
                  <a:pt x="1123950" y="3667125"/>
                </a:lnTo>
                <a:lnTo>
                  <a:pt x="1123950" y="3676650"/>
                </a:lnTo>
                <a:lnTo>
                  <a:pt x="1104900" y="3676650"/>
                </a:lnTo>
                <a:close/>
                <a:moveTo>
                  <a:pt x="1352550" y="3667125"/>
                </a:moveTo>
                <a:lnTo>
                  <a:pt x="1381125" y="3667125"/>
                </a:lnTo>
                <a:lnTo>
                  <a:pt x="1381125" y="3676650"/>
                </a:lnTo>
                <a:lnTo>
                  <a:pt x="1352550" y="3676650"/>
                </a:lnTo>
                <a:close/>
                <a:moveTo>
                  <a:pt x="1409700" y="3667125"/>
                </a:moveTo>
                <a:lnTo>
                  <a:pt x="1438275" y="3667125"/>
                </a:lnTo>
                <a:lnTo>
                  <a:pt x="1438275" y="3676650"/>
                </a:lnTo>
                <a:lnTo>
                  <a:pt x="1409700" y="3676650"/>
                </a:lnTo>
                <a:close/>
              </a:path>
            </a:pathLst>
          </a:custGeom>
          <a:solidFill xmlns:a="http://schemas.openxmlformats.org/drawingml/2006/main">
            <a:srgbClr val="F1EDE1"/>
          </a:solidFill>
          <a:ln xmlns:a="http://schemas.openxmlformats.org/drawingml/2006/main" w="0">
            <a:noFill/>
          </a:ln>
        </p:spPr>
      </p:sp>
      <p:sp>
        <p:nvSpPr>
          <p:cNvPr id="43" name="profit vector #f1ede0">
            <a:extLst xmlns:a="http://schemas.openxmlformats.org/drawingml/2006/main">
              <a:ext uri="{FF2B5EF4-FFF2-40B4-BE49-F238E27FC236}">
                <a16:creationId xmlns:a16="http://schemas.microsoft.com/office/drawing/2014/main" id="{E477F22F-53C2-4258-8911-ADDA86FE606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29825" y="1447800"/>
            <a:ext cx="2200275" cy="4467225"/>
          </a:xfrm>
          <a:custGeom xmlns:a="http://schemas.openxmlformats.org/drawingml/2006/main">
            <a:pathLst>
              <a:path w="1866900" h="3790950">
                <a:moveTo>
                  <a:pt x="47625" y="114300"/>
                </a:moveTo>
                <a:lnTo>
                  <a:pt x="66675" y="114300"/>
                </a:lnTo>
                <a:lnTo>
                  <a:pt x="66675" y="123825"/>
                </a:lnTo>
                <a:lnTo>
                  <a:pt x="57150" y="123825"/>
                </a:lnTo>
                <a:lnTo>
                  <a:pt x="57150" y="133350"/>
                </a:lnTo>
                <a:lnTo>
                  <a:pt x="38100" y="133350"/>
                </a:lnTo>
                <a:lnTo>
                  <a:pt x="38100" y="123825"/>
                </a:lnTo>
                <a:lnTo>
                  <a:pt x="47625" y="123825"/>
                </a:lnTo>
                <a:close/>
                <a:moveTo>
                  <a:pt x="19050" y="133350"/>
                </a:moveTo>
                <a:lnTo>
                  <a:pt x="38100" y="133350"/>
                </a:lnTo>
                <a:lnTo>
                  <a:pt x="38100" y="142875"/>
                </a:lnTo>
                <a:lnTo>
                  <a:pt x="28575" y="142875"/>
                </a:lnTo>
                <a:lnTo>
                  <a:pt x="28575" y="152400"/>
                </a:lnTo>
                <a:lnTo>
                  <a:pt x="19050" y="152400"/>
                </a:lnTo>
                <a:close/>
                <a:moveTo>
                  <a:pt x="1238250" y="133350"/>
                </a:moveTo>
                <a:lnTo>
                  <a:pt x="1247775" y="133350"/>
                </a:lnTo>
                <a:lnTo>
                  <a:pt x="1247775" y="142875"/>
                </a:lnTo>
                <a:lnTo>
                  <a:pt x="1238250" y="142875"/>
                </a:lnTo>
                <a:close/>
                <a:moveTo>
                  <a:pt x="600075" y="142875"/>
                </a:moveTo>
                <a:lnTo>
                  <a:pt x="628650" y="142875"/>
                </a:lnTo>
                <a:lnTo>
                  <a:pt x="628650" y="152400"/>
                </a:lnTo>
                <a:lnTo>
                  <a:pt x="600075" y="152400"/>
                </a:lnTo>
                <a:close/>
                <a:moveTo>
                  <a:pt x="1114425" y="142875"/>
                </a:moveTo>
                <a:lnTo>
                  <a:pt x="1123950" y="142875"/>
                </a:lnTo>
                <a:lnTo>
                  <a:pt x="1123950" y="171450"/>
                </a:lnTo>
                <a:lnTo>
                  <a:pt x="1114425" y="171450"/>
                </a:lnTo>
                <a:close/>
                <a:moveTo>
                  <a:pt x="1381125" y="142875"/>
                </a:moveTo>
                <a:lnTo>
                  <a:pt x="1419225" y="142875"/>
                </a:lnTo>
                <a:lnTo>
                  <a:pt x="1419225" y="161925"/>
                </a:lnTo>
                <a:lnTo>
                  <a:pt x="1390650" y="161925"/>
                </a:lnTo>
                <a:lnTo>
                  <a:pt x="1390650" y="152400"/>
                </a:lnTo>
                <a:lnTo>
                  <a:pt x="1381125" y="152400"/>
                </a:lnTo>
                <a:close/>
                <a:moveTo>
                  <a:pt x="1228725" y="161925"/>
                </a:moveTo>
                <a:lnTo>
                  <a:pt x="1238250" y="161925"/>
                </a:lnTo>
                <a:lnTo>
                  <a:pt x="1238250" y="190500"/>
                </a:lnTo>
                <a:lnTo>
                  <a:pt x="1228725" y="190500"/>
                </a:lnTo>
                <a:lnTo>
                  <a:pt x="1228725" y="180975"/>
                </a:lnTo>
                <a:lnTo>
                  <a:pt x="1219200" y="180975"/>
                </a:lnTo>
                <a:lnTo>
                  <a:pt x="1219200" y="171450"/>
                </a:lnTo>
                <a:lnTo>
                  <a:pt x="1228725" y="171450"/>
                </a:lnTo>
                <a:close/>
                <a:moveTo>
                  <a:pt x="1314450" y="161925"/>
                </a:moveTo>
                <a:lnTo>
                  <a:pt x="1333500" y="161925"/>
                </a:lnTo>
                <a:lnTo>
                  <a:pt x="1333500" y="180975"/>
                </a:lnTo>
                <a:lnTo>
                  <a:pt x="1343025" y="180975"/>
                </a:lnTo>
                <a:lnTo>
                  <a:pt x="1343025" y="190500"/>
                </a:lnTo>
                <a:lnTo>
                  <a:pt x="1323975" y="190500"/>
                </a:lnTo>
                <a:lnTo>
                  <a:pt x="1323975" y="200025"/>
                </a:lnTo>
                <a:lnTo>
                  <a:pt x="1314450" y="200025"/>
                </a:lnTo>
                <a:lnTo>
                  <a:pt x="1314450" y="209550"/>
                </a:lnTo>
                <a:lnTo>
                  <a:pt x="1295400" y="209550"/>
                </a:lnTo>
                <a:lnTo>
                  <a:pt x="1295400" y="200025"/>
                </a:lnTo>
                <a:lnTo>
                  <a:pt x="1304925" y="200025"/>
                </a:lnTo>
                <a:lnTo>
                  <a:pt x="1304925" y="190500"/>
                </a:lnTo>
                <a:lnTo>
                  <a:pt x="1314450" y="190500"/>
                </a:lnTo>
                <a:lnTo>
                  <a:pt x="1314450" y="180975"/>
                </a:lnTo>
                <a:lnTo>
                  <a:pt x="1323975" y="180975"/>
                </a:lnTo>
                <a:lnTo>
                  <a:pt x="1323975" y="171450"/>
                </a:lnTo>
                <a:lnTo>
                  <a:pt x="1314450" y="171450"/>
                </a:lnTo>
                <a:close/>
                <a:moveTo>
                  <a:pt x="1381125" y="161925"/>
                </a:moveTo>
                <a:lnTo>
                  <a:pt x="1390650" y="161925"/>
                </a:lnTo>
                <a:lnTo>
                  <a:pt x="1390650" y="171450"/>
                </a:lnTo>
                <a:lnTo>
                  <a:pt x="1381125" y="171450"/>
                </a:lnTo>
                <a:close/>
                <a:moveTo>
                  <a:pt x="1371600" y="171450"/>
                </a:moveTo>
                <a:lnTo>
                  <a:pt x="1381125" y="171450"/>
                </a:lnTo>
                <a:lnTo>
                  <a:pt x="1381125" y="180975"/>
                </a:lnTo>
                <a:lnTo>
                  <a:pt x="1371600" y="180975"/>
                </a:lnTo>
                <a:close/>
                <a:moveTo>
                  <a:pt x="276225" y="180975"/>
                </a:moveTo>
                <a:lnTo>
                  <a:pt x="285750" y="180975"/>
                </a:lnTo>
                <a:lnTo>
                  <a:pt x="285750" y="190500"/>
                </a:lnTo>
                <a:lnTo>
                  <a:pt x="276225" y="190500"/>
                </a:lnTo>
                <a:close/>
                <a:moveTo>
                  <a:pt x="323850" y="180975"/>
                </a:moveTo>
                <a:lnTo>
                  <a:pt x="333375" y="180975"/>
                </a:lnTo>
                <a:lnTo>
                  <a:pt x="333375" y="190500"/>
                </a:lnTo>
                <a:lnTo>
                  <a:pt x="342900" y="190500"/>
                </a:lnTo>
                <a:lnTo>
                  <a:pt x="342900" y="219075"/>
                </a:lnTo>
                <a:lnTo>
                  <a:pt x="352425" y="219075"/>
                </a:lnTo>
                <a:lnTo>
                  <a:pt x="352425" y="209550"/>
                </a:lnTo>
                <a:lnTo>
                  <a:pt x="361950" y="209550"/>
                </a:lnTo>
                <a:lnTo>
                  <a:pt x="361950" y="219075"/>
                </a:lnTo>
                <a:lnTo>
                  <a:pt x="352425" y="219075"/>
                </a:lnTo>
                <a:lnTo>
                  <a:pt x="352425" y="228600"/>
                </a:lnTo>
                <a:lnTo>
                  <a:pt x="342900" y="228600"/>
                </a:lnTo>
                <a:lnTo>
                  <a:pt x="342900" y="238125"/>
                </a:lnTo>
                <a:lnTo>
                  <a:pt x="304800" y="238125"/>
                </a:lnTo>
                <a:lnTo>
                  <a:pt x="304800" y="209550"/>
                </a:lnTo>
                <a:lnTo>
                  <a:pt x="295275" y="209550"/>
                </a:lnTo>
                <a:lnTo>
                  <a:pt x="295275" y="200025"/>
                </a:lnTo>
                <a:lnTo>
                  <a:pt x="285750" y="200025"/>
                </a:lnTo>
                <a:lnTo>
                  <a:pt x="285750" y="190500"/>
                </a:lnTo>
                <a:lnTo>
                  <a:pt x="295275" y="190500"/>
                </a:lnTo>
                <a:lnTo>
                  <a:pt x="295275" y="200025"/>
                </a:lnTo>
                <a:lnTo>
                  <a:pt x="314325" y="200025"/>
                </a:lnTo>
                <a:lnTo>
                  <a:pt x="314325" y="190500"/>
                </a:lnTo>
                <a:lnTo>
                  <a:pt x="323850" y="190500"/>
                </a:lnTo>
                <a:close/>
                <a:moveTo>
                  <a:pt x="1257300" y="180975"/>
                </a:moveTo>
                <a:lnTo>
                  <a:pt x="1266825" y="180975"/>
                </a:lnTo>
                <a:lnTo>
                  <a:pt x="1266825" y="200025"/>
                </a:lnTo>
                <a:lnTo>
                  <a:pt x="1247775" y="200025"/>
                </a:lnTo>
                <a:lnTo>
                  <a:pt x="1247775" y="190500"/>
                </a:lnTo>
                <a:lnTo>
                  <a:pt x="1257300" y="190500"/>
                </a:lnTo>
                <a:close/>
                <a:moveTo>
                  <a:pt x="1857375" y="180975"/>
                </a:moveTo>
                <a:lnTo>
                  <a:pt x="1866900" y="180975"/>
                </a:lnTo>
                <a:lnTo>
                  <a:pt x="1866900" y="200025"/>
                </a:lnTo>
                <a:lnTo>
                  <a:pt x="1857375" y="200025"/>
                </a:lnTo>
                <a:close/>
                <a:moveTo>
                  <a:pt x="1638300" y="200025"/>
                </a:moveTo>
                <a:lnTo>
                  <a:pt x="1647825" y="200025"/>
                </a:lnTo>
                <a:lnTo>
                  <a:pt x="1647825" y="219075"/>
                </a:lnTo>
                <a:lnTo>
                  <a:pt x="1638300" y="219075"/>
                </a:lnTo>
                <a:close/>
                <a:moveTo>
                  <a:pt x="257175" y="209550"/>
                </a:moveTo>
                <a:lnTo>
                  <a:pt x="276225" y="209550"/>
                </a:lnTo>
                <a:lnTo>
                  <a:pt x="276225" y="228600"/>
                </a:lnTo>
                <a:lnTo>
                  <a:pt x="266700" y="228600"/>
                </a:lnTo>
                <a:lnTo>
                  <a:pt x="266700" y="238125"/>
                </a:lnTo>
                <a:lnTo>
                  <a:pt x="257175" y="238125"/>
                </a:lnTo>
                <a:lnTo>
                  <a:pt x="257175" y="228600"/>
                </a:lnTo>
                <a:lnTo>
                  <a:pt x="247650" y="228600"/>
                </a:lnTo>
                <a:lnTo>
                  <a:pt x="247650" y="219075"/>
                </a:lnTo>
                <a:lnTo>
                  <a:pt x="257175" y="219075"/>
                </a:lnTo>
                <a:close/>
                <a:moveTo>
                  <a:pt x="238125" y="238125"/>
                </a:moveTo>
                <a:lnTo>
                  <a:pt x="247650" y="238125"/>
                </a:lnTo>
                <a:lnTo>
                  <a:pt x="247650" y="247650"/>
                </a:lnTo>
                <a:lnTo>
                  <a:pt x="238125" y="247650"/>
                </a:lnTo>
                <a:close/>
                <a:moveTo>
                  <a:pt x="266700" y="257175"/>
                </a:moveTo>
                <a:lnTo>
                  <a:pt x="304800" y="257175"/>
                </a:lnTo>
                <a:lnTo>
                  <a:pt x="304800" y="276225"/>
                </a:lnTo>
                <a:lnTo>
                  <a:pt x="266700" y="276225"/>
                </a:lnTo>
                <a:close/>
                <a:moveTo>
                  <a:pt x="1419225" y="285750"/>
                </a:moveTo>
                <a:lnTo>
                  <a:pt x="1428750" y="285750"/>
                </a:lnTo>
                <a:lnTo>
                  <a:pt x="1428750" y="295275"/>
                </a:lnTo>
                <a:lnTo>
                  <a:pt x="1419225" y="295275"/>
                </a:lnTo>
                <a:close/>
                <a:moveTo>
                  <a:pt x="676275" y="295275"/>
                </a:moveTo>
                <a:lnTo>
                  <a:pt x="685800" y="295275"/>
                </a:lnTo>
                <a:lnTo>
                  <a:pt x="685800" y="304800"/>
                </a:lnTo>
                <a:lnTo>
                  <a:pt x="676275" y="304800"/>
                </a:lnTo>
                <a:close/>
                <a:moveTo>
                  <a:pt x="447675" y="304800"/>
                </a:moveTo>
                <a:lnTo>
                  <a:pt x="457200" y="304800"/>
                </a:lnTo>
                <a:lnTo>
                  <a:pt x="457200" y="314325"/>
                </a:lnTo>
                <a:lnTo>
                  <a:pt x="447675" y="314325"/>
                </a:lnTo>
                <a:close/>
                <a:moveTo>
                  <a:pt x="457200" y="314325"/>
                </a:moveTo>
                <a:lnTo>
                  <a:pt x="466725" y="314325"/>
                </a:lnTo>
                <a:lnTo>
                  <a:pt x="466725" y="323850"/>
                </a:lnTo>
                <a:lnTo>
                  <a:pt x="457200" y="323850"/>
                </a:lnTo>
                <a:close/>
                <a:moveTo>
                  <a:pt x="1352550" y="314325"/>
                </a:moveTo>
                <a:lnTo>
                  <a:pt x="1362075" y="314325"/>
                </a:lnTo>
                <a:lnTo>
                  <a:pt x="1362075" y="333375"/>
                </a:lnTo>
                <a:lnTo>
                  <a:pt x="1352550" y="333375"/>
                </a:lnTo>
                <a:lnTo>
                  <a:pt x="1352550" y="342900"/>
                </a:lnTo>
                <a:lnTo>
                  <a:pt x="1343025" y="342900"/>
                </a:lnTo>
                <a:lnTo>
                  <a:pt x="1343025" y="323850"/>
                </a:lnTo>
                <a:lnTo>
                  <a:pt x="1352550" y="323850"/>
                </a:lnTo>
                <a:close/>
                <a:moveTo>
                  <a:pt x="200025" y="323850"/>
                </a:moveTo>
                <a:lnTo>
                  <a:pt x="209550" y="323850"/>
                </a:lnTo>
                <a:lnTo>
                  <a:pt x="209550" y="333375"/>
                </a:lnTo>
                <a:lnTo>
                  <a:pt x="200025" y="333375"/>
                </a:lnTo>
                <a:close/>
                <a:moveTo>
                  <a:pt x="371475" y="323850"/>
                </a:moveTo>
                <a:lnTo>
                  <a:pt x="390525" y="323850"/>
                </a:lnTo>
                <a:lnTo>
                  <a:pt x="390525" y="333375"/>
                </a:lnTo>
                <a:lnTo>
                  <a:pt x="371475" y="333375"/>
                </a:lnTo>
                <a:close/>
                <a:moveTo>
                  <a:pt x="1695450" y="323850"/>
                </a:moveTo>
                <a:lnTo>
                  <a:pt x="1704975" y="323850"/>
                </a:lnTo>
                <a:lnTo>
                  <a:pt x="1704975" y="333375"/>
                </a:lnTo>
                <a:lnTo>
                  <a:pt x="1714500" y="333375"/>
                </a:lnTo>
                <a:lnTo>
                  <a:pt x="1714500" y="352425"/>
                </a:lnTo>
                <a:lnTo>
                  <a:pt x="1704975" y="352425"/>
                </a:lnTo>
                <a:lnTo>
                  <a:pt x="1704975" y="361950"/>
                </a:lnTo>
                <a:lnTo>
                  <a:pt x="1685925" y="361950"/>
                </a:lnTo>
                <a:lnTo>
                  <a:pt x="1685925" y="342900"/>
                </a:lnTo>
                <a:lnTo>
                  <a:pt x="1676400" y="342900"/>
                </a:lnTo>
                <a:lnTo>
                  <a:pt x="1676400" y="333375"/>
                </a:lnTo>
                <a:lnTo>
                  <a:pt x="1695450" y="333375"/>
                </a:lnTo>
                <a:close/>
                <a:moveTo>
                  <a:pt x="152400" y="333375"/>
                </a:moveTo>
                <a:lnTo>
                  <a:pt x="161925" y="333375"/>
                </a:lnTo>
                <a:lnTo>
                  <a:pt x="161925" y="342900"/>
                </a:lnTo>
                <a:lnTo>
                  <a:pt x="152400" y="342900"/>
                </a:lnTo>
                <a:close/>
                <a:moveTo>
                  <a:pt x="171450" y="333375"/>
                </a:moveTo>
                <a:lnTo>
                  <a:pt x="180975" y="333375"/>
                </a:lnTo>
                <a:lnTo>
                  <a:pt x="180975" y="342900"/>
                </a:lnTo>
                <a:lnTo>
                  <a:pt x="171450" y="342900"/>
                </a:lnTo>
                <a:close/>
                <a:moveTo>
                  <a:pt x="666750" y="333375"/>
                </a:moveTo>
                <a:lnTo>
                  <a:pt x="676275" y="333375"/>
                </a:lnTo>
                <a:lnTo>
                  <a:pt x="676275" y="342900"/>
                </a:lnTo>
                <a:lnTo>
                  <a:pt x="666750" y="342900"/>
                </a:lnTo>
                <a:close/>
                <a:moveTo>
                  <a:pt x="1152525" y="342900"/>
                </a:moveTo>
                <a:lnTo>
                  <a:pt x="1171575" y="342900"/>
                </a:lnTo>
                <a:lnTo>
                  <a:pt x="1171575" y="352425"/>
                </a:lnTo>
                <a:lnTo>
                  <a:pt x="1152525" y="352425"/>
                </a:lnTo>
                <a:close/>
                <a:moveTo>
                  <a:pt x="504825" y="361950"/>
                </a:moveTo>
                <a:lnTo>
                  <a:pt x="514350" y="361950"/>
                </a:lnTo>
                <a:lnTo>
                  <a:pt x="514350" y="381000"/>
                </a:lnTo>
                <a:lnTo>
                  <a:pt x="523875" y="381000"/>
                </a:lnTo>
                <a:lnTo>
                  <a:pt x="523875" y="390525"/>
                </a:lnTo>
                <a:lnTo>
                  <a:pt x="504825" y="390525"/>
                </a:lnTo>
                <a:close/>
                <a:moveTo>
                  <a:pt x="942975" y="381000"/>
                </a:moveTo>
                <a:lnTo>
                  <a:pt x="952500" y="381000"/>
                </a:lnTo>
                <a:lnTo>
                  <a:pt x="952500" y="390525"/>
                </a:lnTo>
                <a:lnTo>
                  <a:pt x="942975" y="390525"/>
                </a:lnTo>
                <a:close/>
                <a:moveTo>
                  <a:pt x="1704975" y="381000"/>
                </a:moveTo>
                <a:lnTo>
                  <a:pt x="1714500" y="381000"/>
                </a:lnTo>
                <a:lnTo>
                  <a:pt x="1714500" y="400050"/>
                </a:lnTo>
                <a:lnTo>
                  <a:pt x="1704975" y="400050"/>
                </a:lnTo>
                <a:close/>
                <a:moveTo>
                  <a:pt x="1724025" y="381000"/>
                </a:moveTo>
                <a:lnTo>
                  <a:pt x="1733550" y="381000"/>
                </a:lnTo>
                <a:lnTo>
                  <a:pt x="1733550" y="400050"/>
                </a:lnTo>
                <a:lnTo>
                  <a:pt x="1724025" y="400050"/>
                </a:lnTo>
                <a:close/>
                <a:moveTo>
                  <a:pt x="714375" y="409575"/>
                </a:moveTo>
                <a:lnTo>
                  <a:pt x="733425" y="409575"/>
                </a:lnTo>
                <a:lnTo>
                  <a:pt x="733425" y="428625"/>
                </a:lnTo>
                <a:lnTo>
                  <a:pt x="704850" y="428625"/>
                </a:lnTo>
                <a:lnTo>
                  <a:pt x="704850" y="419100"/>
                </a:lnTo>
                <a:lnTo>
                  <a:pt x="714375" y="419100"/>
                </a:lnTo>
                <a:close/>
                <a:moveTo>
                  <a:pt x="1057275" y="409575"/>
                </a:moveTo>
                <a:lnTo>
                  <a:pt x="1085850" y="409575"/>
                </a:lnTo>
                <a:lnTo>
                  <a:pt x="1085850" y="419100"/>
                </a:lnTo>
                <a:lnTo>
                  <a:pt x="1076325" y="419100"/>
                </a:lnTo>
                <a:lnTo>
                  <a:pt x="1076325" y="428625"/>
                </a:lnTo>
                <a:lnTo>
                  <a:pt x="1066800" y="428625"/>
                </a:lnTo>
                <a:lnTo>
                  <a:pt x="1066800" y="419100"/>
                </a:lnTo>
                <a:lnTo>
                  <a:pt x="1057275" y="419100"/>
                </a:lnTo>
                <a:close/>
                <a:moveTo>
                  <a:pt x="771525" y="419100"/>
                </a:moveTo>
                <a:lnTo>
                  <a:pt x="781050" y="419100"/>
                </a:lnTo>
                <a:lnTo>
                  <a:pt x="781050" y="428625"/>
                </a:lnTo>
                <a:lnTo>
                  <a:pt x="771525" y="428625"/>
                </a:lnTo>
                <a:close/>
                <a:moveTo>
                  <a:pt x="790575" y="419100"/>
                </a:moveTo>
                <a:lnTo>
                  <a:pt x="809625" y="419100"/>
                </a:lnTo>
                <a:lnTo>
                  <a:pt x="809625" y="428625"/>
                </a:lnTo>
                <a:lnTo>
                  <a:pt x="790575" y="428625"/>
                </a:lnTo>
                <a:close/>
                <a:moveTo>
                  <a:pt x="809625" y="428625"/>
                </a:moveTo>
                <a:lnTo>
                  <a:pt x="828675" y="428625"/>
                </a:lnTo>
                <a:lnTo>
                  <a:pt x="828675" y="447675"/>
                </a:lnTo>
                <a:lnTo>
                  <a:pt x="819150" y="447675"/>
                </a:lnTo>
                <a:lnTo>
                  <a:pt x="819150" y="438150"/>
                </a:lnTo>
                <a:lnTo>
                  <a:pt x="809625" y="438150"/>
                </a:lnTo>
                <a:close/>
                <a:moveTo>
                  <a:pt x="438150" y="447675"/>
                </a:moveTo>
                <a:lnTo>
                  <a:pt x="447675" y="447675"/>
                </a:lnTo>
                <a:lnTo>
                  <a:pt x="447675" y="457200"/>
                </a:lnTo>
                <a:lnTo>
                  <a:pt x="438150" y="457200"/>
                </a:lnTo>
                <a:close/>
                <a:moveTo>
                  <a:pt x="695325" y="447675"/>
                </a:moveTo>
                <a:lnTo>
                  <a:pt x="714375" y="447675"/>
                </a:lnTo>
                <a:lnTo>
                  <a:pt x="714375" y="476250"/>
                </a:lnTo>
                <a:lnTo>
                  <a:pt x="704850" y="476250"/>
                </a:lnTo>
                <a:lnTo>
                  <a:pt x="704850" y="466725"/>
                </a:lnTo>
                <a:lnTo>
                  <a:pt x="685800" y="466725"/>
                </a:lnTo>
                <a:lnTo>
                  <a:pt x="685800" y="457200"/>
                </a:lnTo>
                <a:lnTo>
                  <a:pt x="695325" y="457200"/>
                </a:lnTo>
                <a:close/>
                <a:moveTo>
                  <a:pt x="1162050" y="447675"/>
                </a:moveTo>
                <a:lnTo>
                  <a:pt x="1181100" y="447675"/>
                </a:lnTo>
                <a:lnTo>
                  <a:pt x="1181100" y="457200"/>
                </a:lnTo>
                <a:lnTo>
                  <a:pt x="1171575" y="457200"/>
                </a:lnTo>
                <a:lnTo>
                  <a:pt x="1171575" y="466725"/>
                </a:lnTo>
                <a:lnTo>
                  <a:pt x="1152525" y="466725"/>
                </a:lnTo>
                <a:lnTo>
                  <a:pt x="1152525" y="457200"/>
                </a:lnTo>
                <a:lnTo>
                  <a:pt x="1162050" y="457200"/>
                </a:lnTo>
                <a:close/>
                <a:moveTo>
                  <a:pt x="447675" y="457200"/>
                </a:moveTo>
                <a:lnTo>
                  <a:pt x="457200" y="457200"/>
                </a:lnTo>
                <a:lnTo>
                  <a:pt x="457200" y="466725"/>
                </a:lnTo>
                <a:lnTo>
                  <a:pt x="466725" y="466725"/>
                </a:lnTo>
                <a:lnTo>
                  <a:pt x="466725" y="476250"/>
                </a:lnTo>
                <a:lnTo>
                  <a:pt x="476250" y="476250"/>
                </a:lnTo>
                <a:lnTo>
                  <a:pt x="476250" y="495300"/>
                </a:lnTo>
                <a:lnTo>
                  <a:pt x="447675" y="495300"/>
                </a:lnTo>
                <a:close/>
                <a:moveTo>
                  <a:pt x="1724025" y="466725"/>
                </a:moveTo>
                <a:lnTo>
                  <a:pt x="1733550" y="466725"/>
                </a:lnTo>
                <a:lnTo>
                  <a:pt x="1733550" y="485775"/>
                </a:lnTo>
                <a:lnTo>
                  <a:pt x="1724025" y="485775"/>
                </a:lnTo>
                <a:close/>
                <a:moveTo>
                  <a:pt x="723900" y="504825"/>
                </a:moveTo>
                <a:lnTo>
                  <a:pt x="742950" y="504825"/>
                </a:lnTo>
                <a:lnTo>
                  <a:pt x="742950" y="514350"/>
                </a:lnTo>
                <a:lnTo>
                  <a:pt x="723900" y="514350"/>
                </a:lnTo>
                <a:close/>
                <a:moveTo>
                  <a:pt x="342900" y="514350"/>
                </a:moveTo>
                <a:lnTo>
                  <a:pt x="352425" y="514350"/>
                </a:lnTo>
                <a:lnTo>
                  <a:pt x="352425" y="523875"/>
                </a:lnTo>
                <a:lnTo>
                  <a:pt x="342900" y="523875"/>
                </a:lnTo>
                <a:close/>
                <a:moveTo>
                  <a:pt x="504825" y="514350"/>
                </a:moveTo>
                <a:lnTo>
                  <a:pt x="523875" y="514350"/>
                </a:lnTo>
                <a:lnTo>
                  <a:pt x="523875" y="542925"/>
                </a:lnTo>
                <a:lnTo>
                  <a:pt x="495300" y="542925"/>
                </a:lnTo>
                <a:lnTo>
                  <a:pt x="495300" y="523875"/>
                </a:lnTo>
                <a:lnTo>
                  <a:pt x="504825" y="523875"/>
                </a:lnTo>
                <a:close/>
                <a:moveTo>
                  <a:pt x="742950" y="514350"/>
                </a:moveTo>
                <a:lnTo>
                  <a:pt x="752475" y="514350"/>
                </a:lnTo>
                <a:lnTo>
                  <a:pt x="752475" y="523875"/>
                </a:lnTo>
                <a:lnTo>
                  <a:pt x="742950" y="523875"/>
                </a:lnTo>
                <a:close/>
                <a:moveTo>
                  <a:pt x="885825" y="514350"/>
                </a:moveTo>
                <a:lnTo>
                  <a:pt x="895350" y="514350"/>
                </a:lnTo>
                <a:lnTo>
                  <a:pt x="895350" y="523875"/>
                </a:lnTo>
                <a:lnTo>
                  <a:pt x="885825" y="523875"/>
                </a:lnTo>
                <a:close/>
                <a:moveTo>
                  <a:pt x="447675" y="523875"/>
                </a:moveTo>
                <a:lnTo>
                  <a:pt x="457200" y="523875"/>
                </a:lnTo>
                <a:lnTo>
                  <a:pt x="457200" y="542925"/>
                </a:lnTo>
                <a:lnTo>
                  <a:pt x="447675" y="542925"/>
                </a:lnTo>
                <a:close/>
                <a:moveTo>
                  <a:pt x="438150" y="552450"/>
                </a:moveTo>
                <a:lnTo>
                  <a:pt x="447675" y="552450"/>
                </a:lnTo>
                <a:lnTo>
                  <a:pt x="447675" y="581025"/>
                </a:lnTo>
                <a:lnTo>
                  <a:pt x="438150" y="581025"/>
                </a:lnTo>
                <a:close/>
                <a:moveTo>
                  <a:pt x="1724025" y="609600"/>
                </a:moveTo>
                <a:lnTo>
                  <a:pt x="1733550" y="609600"/>
                </a:lnTo>
                <a:lnTo>
                  <a:pt x="1733550" y="619125"/>
                </a:lnTo>
                <a:lnTo>
                  <a:pt x="1724025" y="619125"/>
                </a:lnTo>
                <a:close/>
                <a:moveTo>
                  <a:pt x="447675" y="619125"/>
                </a:moveTo>
                <a:lnTo>
                  <a:pt x="457200" y="619125"/>
                </a:lnTo>
                <a:lnTo>
                  <a:pt x="457200" y="628650"/>
                </a:lnTo>
                <a:lnTo>
                  <a:pt x="447675" y="628650"/>
                </a:lnTo>
                <a:close/>
                <a:moveTo>
                  <a:pt x="238125" y="666750"/>
                </a:moveTo>
                <a:lnTo>
                  <a:pt x="247650" y="666750"/>
                </a:lnTo>
                <a:lnTo>
                  <a:pt x="247650" y="676275"/>
                </a:lnTo>
                <a:lnTo>
                  <a:pt x="238125" y="676275"/>
                </a:lnTo>
                <a:close/>
                <a:moveTo>
                  <a:pt x="247650" y="676275"/>
                </a:moveTo>
                <a:lnTo>
                  <a:pt x="257175" y="676275"/>
                </a:lnTo>
                <a:lnTo>
                  <a:pt x="257175" y="685800"/>
                </a:lnTo>
                <a:lnTo>
                  <a:pt x="247650" y="685800"/>
                </a:lnTo>
                <a:close/>
                <a:moveTo>
                  <a:pt x="285750" y="685800"/>
                </a:moveTo>
                <a:lnTo>
                  <a:pt x="295275" y="685800"/>
                </a:lnTo>
                <a:lnTo>
                  <a:pt x="295275" y="704850"/>
                </a:lnTo>
                <a:lnTo>
                  <a:pt x="304800" y="704850"/>
                </a:lnTo>
                <a:lnTo>
                  <a:pt x="304800" y="723900"/>
                </a:lnTo>
                <a:lnTo>
                  <a:pt x="285750" y="723900"/>
                </a:lnTo>
                <a:lnTo>
                  <a:pt x="285750" y="714375"/>
                </a:lnTo>
                <a:lnTo>
                  <a:pt x="276225" y="714375"/>
                </a:lnTo>
                <a:lnTo>
                  <a:pt x="276225" y="695325"/>
                </a:lnTo>
                <a:lnTo>
                  <a:pt x="285750" y="695325"/>
                </a:lnTo>
                <a:close/>
                <a:moveTo>
                  <a:pt x="371475" y="714375"/>
                </a:moveTo>
                <a:lnTo>
                  <a:pt x="381000" y="714375"/>
                </a:lnTo>
                <a:lnTo>
                  <a:pt x="381000" y="723900"/>
                </a:lnTo>
                <a:lnTo>
                  <a:pt x="371475" y="723900"/>
                </a:lnTo>
                <a:close/>
                <a:moveTo>
                  <a:pt x="514350" y="714375"/>
                </a:moveTo>
                <a:lnTo>
                  <a:pt x="523875" y="714375"/>
                </a:lnTo>
                <a:lnTo>
                  <a:pt x="523875" y="723900"/>
                </a:lnTo>
                <a:lnTo>
                  <a:pt x="514350" y="723900"/>
                </a:lnTo>
                <a:close/>
                <a:moveTo>
                  <a:pt x="1362075" y="714375"/>
                </a:moveTo>
                <a:lnTo>
                  <a:pt x="1371600" y="714375"/>
                </a:lnTo>
                <a:lnTo>
                  <a:pt x="1371600" y="723900"/>
                </a:lnTo>
                <a:lnTo>
                  <a:pt x="1362075" y="723900"/>
                </a:lnTo>
                <a:close/>
                <a:moveTo>
                  <a:pt x="733425" y="723900"/>
                </a:moveTo>
                <a:lnTo>
                  <a:pt x="752475" y="723900"/>
                </a:lnTo>
                <a:lnTo>
                  <a:pt x="752475" y="742950"/>
                </a:lnTo>
                <a:lnTo>
                  <a:pt x="742950" y="742950"/>
                </a:lnTo>
                <a:lnTo>
                  <a:pt x="742950" y="733425"/>
                </a:lnTo>
                <a:lnTo>
                  <a:pt x="733425" y="733425"/>
                </a:lnTo>
                <a:close/>
                <a:moveTo>
                  <a:pt x="1714500" y="723900"/>
                </a:moveTo>
                <a:lnTo>
                  <a:pt x="1724025" y="723900"/>
                </a:lnTo>
                <a:lnTo>
                  <a:pt x="1724025" y="828675"/>
                </a:lnTo>
                <a:lnTo>
                  <a:pt x="1714500" y="828675"/>
                </a:lnTo>
                <a:lnTo>
                  <a:pt x="1714500" y="838200"/>
                </a:lnTo>
                <a:lnTo>
                  <a:pt x="1704975" y="838200"/>
                </a:lnTo>
                <a:lnTo>
                  <a:pt x="1704975" y="733425"/>
                </a:lnTo>
                <a:lnTo>
                  <a:pt x="1714500" y="733425"/>
                </a:lnTo>
                <a:close/>
                <a:moveTo>
                  <a:pt x="314325" y="809625"/>
                </a:moveTo>
                <a:lnTo>
                  <a:pt x="333375" y="809625"/>
                </a:lnTo>
                <a:lnTo>
                  <a:pt x="333375" y="819150"/>
                </a:lnTo>
                <a:lnTo>
                  <a:pt x="314325" y="819150"/>
                </a:lnTo>
                <a:close/>
                <a:moveTo>
                  <a:pt x="438150" y="809625"/>
                </a:moveTo>
                <a:lnTo>
                  <a:pt x="466725" y="809625"/>
                </a:lnTo>
                <a:lnTo>
                  <a:pt x="466725" y="819150"/>
                </a:lnTo>
                <a:lnTo>
                  <a:pt x="438150" y="819150"/>
                </a:lnTo>
                <a:close/>
                <a:moveTo>
                  <a:pt x="581025" y="809625"/>
                </a:moveTo>
                <a:lnTo>
                  <a:pt x="590550" y="809625"/>
                </a:lnTo>
                <a:lnTo>
                  <a:pt x="590550" y="828675"/>
                </a:lnTo>
                <a:lnTo>
                  <a:pt x="581025" y="828675"/>
                </a:lnTo>
                <a:close/>
                <a:moveTo>
                  <a:pt x="666750" y="809625"/>
                </a:moveTo>
                <a:lnTo>
                  <a:pt x="676275" y="809625"/>
                </a:lnTo>
                <a:lnTo>
                  <a:pt x="676275" y="819150"/>
                </a:lnTo>
                <a:lnTo>
                  <a:pt x="666750" y="819150"/>
                </a:lnTo>
                <a:close/>
                <a:moveTo>
                  <a:pt x="266700" y="828675"/>
                </a:moveTo>
                <a:lnTo>
                  <a:pt x="276225" y="828675"/>
                </a:lnTo>
                <a:lnTo>
                  <a:pt x="276225" y="838200"/>
                </a:lnTo>
                <a:lnTo>
                  <a:pt x="285750" y="838200"/>
                </a:lnTo>
                <a:lnTo>
                  <a:pt x="285750" y="847725"/>
                </a:lnTo>
                <a:lnTo>
                  <a:pt x="266700" y="847725"/>
                </a:lnTo>
                <a:close/>
                <a:moveTo>
                  <a:pt x="1695450" y="885825"/>
                </a:moveTo>
                <a:lnTo>
                  <a:pt x="1704975" y="885825"/>
                </a:lnTo>
                <a:lnTo>
                  <a:pt x="1704975" y="895350"/>
                </a:lnTo>
                <a:lnTo>
                  <a:pt x="1695450" y="895350"/>
                </a:lnTo>
                <a:close/>
                <a:moveTo>
                  <a:pt x="1104900" y="895350"/>
                </a:moveTo>
                <a:lnTo>
                  <a:pt x="1114425" y="895350"/>
                </a:lnTo>
                <a:lnTo>
                  <a:pt x="1114425" y="923925"/>
                </a:lnTo>
                <a:lnTo>
                  <a:pt x="1104900" y="923925"/>
                </a:lnTo>
                <a:close/>
                <a:moveTo>
                  <a:pt x="1714500" y="895350"/>
                </a:moveTo>
                <a:lnTo>
                  <a:pt x="1724025" y="895350"/>
                </a:lnTo>
                <a:lnTo>
                  <a:pt x="1724025" y="923925"/>
                </a:lnTo>
                <a:lnTo>
                  <a:pt x="1714500" y="923925"/>
                </a:lnTo>
                <a:close/>
                <a:moveTo>
                  <a:pt x="542925" y="904875"/>
                </a:moveTo>
                <a:lnTo>
                  <a:pt x="552450" y="904875"/>
                </a:lnTo>
                <a:lnTo>
                  <a:pt x="552450" y="914400"/>
                </a:lnTo>
                <a:lnTo>
                  <a:pt x="542925" y="914400"/>
                </a:lnTo>
                <a:close/>
                <a:moveTo>
                  <a:pt x="561975" y="904875"/>
                </a:moveTo>
                <a:lnTo>
                  <a:pt x="571500" y="904875"/>
                </a:lnTo>
                <a:lnTo>
                  <a:pt x="571500" y="914400"/>
                </a:lnTo>
                <a:lnTo>
                  <a:pt x="561975" y="914400"/>
                </a:lnTo>
                <a:close/>
                <a:moveTo>
                  <a:pt x="1619250" y="904875"/>
                </a:moveTo>
                <a:lnTo>
                  <a:pt x="1628775" y="904875"/>
                </a:lnTo>
                <a:lnTo>
                  <a:pt x="1628775" y="914400"/>
                </a:lnTo>
                <a:lnTo>
                  <a:pt x="1619250" y="914400"/>
                </a:lnTo>
                <a:close/>
                <a:moveTo>
                  <a:pt x="571500" y="914400"/>
                </a:moveTo>
                <a:lnTo>
                  <a:pt x="581025" y="914400"/>
                </a:lnTo>
                <a:lnTo>
                  <a:pt x="581025" y="923925"/>
                </a:lnTo>
                <a:lnTo>
                  <a:pt x="590550" y="923925"/>
                </a:lnTo>
                <a:lnTo>
                  <a:pt x="590550" y="933450"/>
                </a:lnTo>
                <a:lnTo>
                  <a:pt x="552450" y="933450"/>
                </a:lnTo>
                <a:lnTo>
                  <a:pt x="552450" y="923925"/>
                </a:lnTo>
                <a:lnTo>
                  <a:pt x="571500" y="923925"/>
                </a:lnTo>
                <a:close/>
                <a:moveTo>
                  <a:pt x="657225" y="914400"/>
                </a:moveTo>
                <a:lnTo>
                  <a:pt x="666750" y="914400"/>
                </a:lnTo>
                <a:lnTo>
                  <a:pt x="666750" y="933450"/>
                </a:lnTo>
                <a:lnTo>
                  <a:pt x="685800" y="933450"/>
                </a:lnTo>
                <a:lnTo>
                  <a:pt x="685800" y="942975"/>
                </a:lnTo>
                <a:lnTo>
                  <a:pt x="657225" y="942975"/>
                </a:lnTo>
                <a:close/>
                <a:moveTo>
                  <a:pt x="485775" y="923925"/>
                </a:moveTo>
                <a:lnTo>
                  <a:pt x="495300" y="923925"/>
                </a:lnTo>
                <a:lnTo>
                  <a:pt x="495300" y="942975"/>
                </a:lnTo>
                <a:lnTo>
                  <a:pt x="485775" y="942975"/>
                </a:lnTo>
                <a:close/>
                <a:moveTo>
                  <a:pt x="1695450" y="923925"/>
                </a:moveTo>
                <a:lnTo>
                  <a:pt x="1704975" y="923925"/>
                </a:lnTo>
                <a:lnTo>
                  <a:pt x="1704975" y="933450"/>
                </a:lnTo>
                <a:lnTo>
                  <a:pt x="1695450" y="933450"/>
                </a:lnTo>
                <a:close/>
                <a:moveTo>
                  <a:pt x="742950" y="933450"/>
                </a:moveTo>
                <a:lnTo>
                  <a:pt x="752475" y="933450"/>
                </a:lnTo>
                <a:lnTo>
                  <a:pt x="752475" y="942975"/>
                </a:lnTo>
                <a:lnTo>
                  <a:pt x="742950" y="942975"/>
                </a:lnTo>
                <a:close/>
                <a:moveTo>
                  <a:pt x="1133475" y="933450"/>
                </a:moveTo>
                <a:lnTo>
                  <a:pt x="1152525" y="933450"/>
                </a:lnTo>
                <a:lnTo>
                  <a:pt x="1152525" y="942975"/>
                </a:lnTo>
                <a:lnTo>
                  <a:pt x="1133475" y="942975"/>
                </a:lnTo>
                <a:close/>
                <a:moveTo>
                  <a:pt x="1276350" y="933450"/>
                </a:moveTo>
                <a:lnTo>
                  <a:pt x="1285875" y="933450"/>
                </a:lnTo>
                <a:lnTo>
                  <a:pt x="1285875" y="942975"/>
                </a:lnTo>
                <a:lnTo>
                  <a:pt x="1276350" y="942975"/>
                </a:lnTo>
                <a:close/>
                <a:moveTo>
                  <a:pt x="1704975" y="962025"/>
                </a:moveTo>
                <a:lnTo>
                  <a:pt x="1724025" y="962025"/>
                </a:lnTo>
                <a:lnTo>
                  <a:pt x="1724025" y="1028700"/>
                </a:lnTo>
                <a:lnTo>
                  <a:pt x="1704975" y="1028700"/>
                </a:lnTo>
                <a:lnTo>
                  <a:pt x="1704975" y="1009650"/>
                </a:lnTo>
                <a:lnTo>
                  <a:pt x="1695450" y="1009650"/>
                </a:lnTo>
                <a:lnTo>
                  <a:pt x="1695450" y="1000125"/>
                </a:lnTo>
                <a:lnTo>
                  <a:pt x="1704975" y="1000125"/>
                </a:lnTo>
                <a:lnTo>
                  <a:pt x="1704975" y="1009650"/>
                </a:lnTo>
                <a:lnTo>
                  <a:pt x="1714500" y="1009650"/>
                </a:lnTo>
                <a:lnTo>
                  <a:pt x="1714500" y="981075"/>
                </a:lnTo>
                <a:lnTo>
                  <a:pt x="1695450" y="981075"/>
                </a:lnTo>
                <a:lnTo>
                  <a:pt x="1695450" y="971550"/>
                </a:lnTo>
                <a:lnTo>
                  <a:pt x="1704975" y="971550"/>
                </a:lnTo>
                <a:close/>
                <a:moveTo>
                  <a:pt x="333375" y="981075"/>
                </a:moveTo>
                <a:lnTo>
                  <a:pt x="342900" y="981075"/>
                </a:lnTo>
                <a:lnTo>
                  <a:pt x="342900" y="1000125"/>
                </a:lnTo>
                <a:lnTo>
                  <a:pt x="333375" y="1000125"/>
                </a:lnTo>
                <a:close/>
                <a:moveTo>
                  <a:pt x="742950" y="981075"/>
                </a:moveTo>
                <a:lnTo>
                  <a:pt x="762000" y="981075"/>
                </a:lnTo>
                <a:lnTo>
                  <a:pt x="762000" y="990600"/>
                </a:lnTo>
                <a:lnTo>
                  <a:pt x="742950" y="990600"/>
                </a:lnTo>
                <a:close/>
                <a:moveTo>
                  <a:pt x="1133475" y="981075"/>
                </a:moveTo>
                <a:lnTo>
                  <a:pt x="1143000" y="981075"/>
                </a:lnTo>
                <a:lnTo>
                  <a:pt x="1143000" y="990600"/>
                </a:lnTo>
                <a:lnTo>
                  <a:pt x="1133475" y="990600"/>
                </a:lnTo>
                <a:close/>
                <a:moveTo>
                  <a:pt x="1333500" y="981075"/>
                </a:moveTo>
                <a:lnTo>
                  <a:pt x="1343025" y="981075"/>
                </a:lnTo>
                <a:lnTo>
                  <a:pt x="1343025" y="990600"/>
                </a:lnTo>
                <a:lnTo>
                  <a:pt x="1333500" y="990600"/>
                </a:lnTo>
                <a:close/>
                <a:moveTo>
                  <a:pt x="1019175" y="990600"/>
                </a:moveTo>
                <a:lnTo>
                  <a:pt x="1038225" y="990600"/>
                </a:lnTo>
                <a:lnTo>
                  <a:pt x="1038225" y="1000125"/>
                </a:lnTo>
                <a:lnTo>
                  <a:pt x="1019175" y="1000125"/>
                </a:lnTo>
                <a:close/>
                <a:moveTo>
                  <a:pt x="1219200" y="990600"/>
                </a:moveTo>
                <a:lnTo>
                  <a:pt x="1266825" y="990600"/>
                </a:lnTo>
                <a:lnTo>
                  <a:pt x="1266825" y="1000125"/>
                </a:lnTo>
                <a:lnTo>
                  <a:pt x="1219200" y="1000125"/>
                </a:lnTo>
                <a:close/>
                <a:moveTo>
                  <a:pt x="1485900" y="990600"/>
                </a:moveTo>
                <a:lnTo>
                  <a:pt x="1495425" y="990600"/>
                </a:lnTo>
                <a:lnTo>
                  <a:pt x="1495425" y="1000125"/>
                </a:lnTo>
                <a:lnTo>
                  <a:pt x="1485900" y="1000125"/>
                </a:lnTo>
                <a:close/>
                <a:moveTo>
                  <a:pt x="419100" y="1000125"/>
                </a:moveTo>
                <a:lnTo>
                  <a:pt x="428625" y="1000125"/>
                </a:lnTo>
                <a:lnTo>
                  <a:pt x="428625" y="1038225"/>
                </a:lnTo>
                <a:lnTo>
                  <a:pt x="419100" y="1038225"/>
                </a:lnTo>
                <a:close/>
                <a:moveTo>
                  <a:pt x="1695450" y="1047750"/>
                </a:moveTo>
                <a:lnTo>
                  <a:pt x="1714500" y="1047750"/>
                </a:lnTo>
                <a:lnTo>
                  <a:pt x="1714500" y="1066800"/>
                </a:lnTo>
                <a:lnTo>
                  <a:pt x="1704975" y="1066800"/>
                </a:lnTo>
                <a:lnTo>
                  <a:pt x="1704975" y="1057275"/>
                </a:lnTo>
                <a:lnTo>
                  <a:pt x="1695450" y="1057275"/>
                </a:lnTo>
                <a:close/>
                <a:moveTo>
                  <a:pt x="314325" y="1057275"/>
                </a:moveTo>
                <a:lnTo>
                  <a:pt x="333375" y="1057275"/>
                </a:lnTo>
                <a:lnTo>
                  <a:pt x="333375" y="1066800"/>
                </a:lnTo>
                <a:lnTo>
                  <a:pt x="314325" y="1066800"/>
                </a:lnTo>
                <a:close/>
                <a:moveTo>
                  <a:pt x="1724025" y="1057275"/>
                </a:moveTo>
                <a:lnTo>
                  <a:pt x="1733550" y="1057275"/>
                </a:lnTo>
                <a:lnTo>
                  <a:pt x="1733550" y="1076325"/>
                </a:lnTo>
                <a:lnTo>
                  <a:pt x="1724025" y="1076325"/>
                </a:lnTo>
                <a:close/>
                <a:moveTo>
                  <a:pt x="542925" y="1085850"/>
                </a:moveTo>
                <a:lnTo>
                  <a:pt x="552450" y="1085850"/>
                </a:lnTo>
                <a:lnTo>
                  <a:pt x="552450" y="1095375"/>
                </a:lnTo>
                <a:lnTo>
                  <a:pt x="561975" y="1095375"/>
                </a:lnTo>
                <a:lnTo>
                  <a:pt x="561975" y="1104900"/>
                </a:lnTo>
                <a:lnTo>
                  <a:pt x="504825" y="1104900"/>
                </a:lnTo>
                <a:lnTo>
                  <a:pt x="504825" y="1095375"/>
                </a:lnTo>
                <a:lnTo>
                  <a:pt x="542925" y="1095375"/>
                </a:lnTo>
                <a:close/>
                <a:moveTo>
                  <a:pt x="457200" y="1095375"/>
                </a:moveTo>
                <a:lnTo>
                  <a:pt x="466725" y="1095375"/>
                </a:lnTo>
                <a:lnTo>
                  <a:pt x="466725" y="1104900"/>
                </a:lnTo>
                <a:lnTo>
                  <a:pt x="457200" y="1104900"/>
                </a:lnTo>
                <a:close/>
                <a:moveTo>
                  <a:pt x="1181100" y="1095375"/>
                </a:moveTo>
                <a:lnTo>
                  <a:pt x="1209675" y="1095375"/>
                </a:lnTo>
                <a:lnTo>
                  <a:pt x="1209675" y="1104900"/>
                </a:lnTo>
                <a:lnTo>
                  <a:pt x="1181100" y="1104900"/>
                </a:lnTo>
                <a:close/>
                <a:moveTo>
                  <a:pt x="219075" y="1104900"/>
                </a:moveTo>
                <a:lnTo>
                  <a:pt x="247650" y="1104900"/>
                </a:lnTo>
                <a:lnTo>
                  <a:pt x="247650" y="1114425"/>
                </a:lnTo>
                <a:lnTo>
                  <a:pt x="219075" y="1114425"/>
                </a:lnTo>
                <a:close/>
                <a:moveTo>
                  <a:pt x="1009650" y="1104900"/>
                </a:moveTo>
                <a:lnTo>
                  <a:pt x="1028700" y="1104900"/>
                </a:lnTo>
                <a:lnTo>
                  <a:pt x="1028700" y="1123950"/>
                </a:lnTo>
                <a:lnTo>
                  <a:pt x="1009650" y="1123950"/>
                </a:lnTo>
                <a:close/>
                <a:moveTo>
                  <a:pt x="1085850" y="1104900"/>
                </a:moveTo>
                <a:lnTo>
                  <a:pt x="1095375" y="1104900"/>
                </a:lnTo>
                <a:lnTo>
                  <a:pt x="1095375" y="1123950"/>
                </a:lnTo>
                <a:lnTo>
                  <a:pt x="1085850" y="1123950"/>
                </a:lnTo>
                <a:close/>
                <a:moveTo>
                  <a:pt x="1676400" y="1104900"/>
                </a:moveTo>
                <a:lnTo>
                  <a:pt x="1714500" y="1104900"/>
                </a:lnTo>
                <a:lnTo>
                  <a:pt x="1714500" y="1123950"/>
                </a:lnTo>
                <a:lnTo>
                  <a:pt x="1676400" y="1123950"/>
                </a:lnTo>
                <a:close/>
                <a:moveTo>
                  <a:pt x="190500" y="1123950"/>
                </a:moveTo>
                <a:lnTo>
                  <a:pt x="200025" y="1123950"/>
                </a:lnTo>
                <a:lnTo>
                  <a:pt x="200025" y="1133475"/>
                </a:lnTo>
                <a:lnTo>
                  <a:pt x="190500" y="1133475"/>
                </a:lnTo>
                <a:close/>
                <a:moveTo>
                  <a:pt x="228600" y="1123950"/>
                </a:moveTo>
                <a:lnTo>
                  <a:pt x="266700" y="1123950"/>
                </a:lnTo>
                <a:lnTo>
                  <a:pt x="266700" y="1133475"/>
                </a:lnTo>
                <a:lnTo>
                  <a:pt x="228600" y="1133475"/>
                </a:lnTo>
                <a:close/>
                <a:moveTo>
                  <a:pt x="1095375" y="1123950"/>
                </a:moveTo>
                <a:lnTo>
                  <a:pt x="1114425" y="1123950"/>
                </a:lnTo>
                <a:lnTo>
                  <a:pt x="1114425" y="1133475"/>
                </a:lnTo>
                <a:lnTo>
                  <a:pt x="1095375" y="1133475"/>
                </a:lnTo>
                <a:close/>
                <a:moveTo>
                  <a:pt x="1285875" y="1123950"/>
                </a:moveTo>
                <a:lnTo>
                  <a:pt x="1295400" y="1123950"/>
                </a:lnTo>
                <a:lnTo>
                  <a:pt x="1295400" y="1133475"/>
                </a:lnTo>
                <a:lnTo>
                  <a:pt x="1285875" y="1133475"/>
                </a:lnTo>
                <a:close/>
                <a:moveTo>
                  <a:pt x="1352550" y="1123950"/>
                </a:moveTo>
                <a:lnTo>
                  <a:pt x="1371600" y="1123950"/>
                </a:lnTo>
                <a:lnTo>
                  <a:pt x="1371600" y="1143000"/>
                </a:lnTo>
                <a:lnTo>
                  <a:pt x="1409700" y="1143000"/>
                </a:lnTo>
                <a:lnTo>
                  <a:pt x="1409700" y="1162050"/>
                </a:lnTo>
                <a:lnTo>
                  <a:pt x="1400175" y="1162050"/>
                </a:lnTo>
                <a:lnTo>
                  <a:pt x="1400175" y="1171575"/>
                </a:lnTo>
                <a:lnTo>
                  <a:pt x="1285875" y="1171575"/>
                </a:lnTo>
                <a:lnTo>
                  <a:pt x="1285875" y="1162050"/>
                </a:lnTo>
                <a:lnTo>
                  <a:pt x="1295400" y="1162050"/>
                </a:lnTo>
                <a:lnTo>
                  <a:pt x="1295400" y="1152525"/>
                </a:lnTo>
                <a:lnTo>
                  <a:pt x="1285875" y="1152525"/>
                </a:lnTo>
                <a:lnTo>
                  <a:pt x="1285875" y="1143000"/>
                </a:lnTo>
                <a:lnTo>
                  <a:pt x="1295400" y="1143000"/>
                </a:lnTo>
                <a:lnTo>
                  <a:pt x="1295400" y="1133475"/>
                </a:lnTo>
                <a:lnTo>
                  <a:pt x="1333500" y="1133475"/>
                </a:lnTo>
                <a:lnTo>
                  <a:pt x="1333500" y="1143000"/>
                </a:lnTo>
                <a:lnTo>
                  <a:pt x="1343025" y="1143000"/>
                </a:lnTo>
                <a:lnTo>
                  <a:pt x="1343025" y="1133475"/>
                </a:lnTo>
                <a:lnTo>
                  <a:pt x="1352550" y="1133475"/>
                </a:lnTo>
                <a:close/>
                <a:moveTo>
                  <a:pt x="1447800" y="1123950"/>
                </a:moveTo>
                <a:lnTo>
                  <a:pt x="1457325" y="1123950"/>
                </a:lnTo>
                <a:lnTo>
                  <a:pt x="1457325" y="1143000"/>
                </a:lnTo>
                <a:lnTo>
                  <a:pt x="1447800" y="1143000"/>
                </a:lnTo>
                <a:lnTo>
                  <a:pt x="1447800" y="1152525"/>
                </a:lnTo>
                <a:lnTo>
                  <a:pt x="1438275" y="1152525"/>
                </a:lnTo>
                <a:lnTo>
                  <a:pt x="1438275" y="1133475"/>
                </a:lnTo>
                <a:lnTo>
                  <a:pt x="1447800" y="1133475"/>
                </a:lnTo>
                <a:close/>
                <a:moveTo>
                  <a:pt x="1485900" y="1123950"/>
                </a:moveTo>
                <a:lnTo>
                  <a:pt x="1524000" y="1123950"/>
                </a:lnTo>
                <a:lnTo>
                  <a:pt x="1524000" y="1133475"/>
                </a:lnTo>
                <a:lnTo>
                  <a:pt x="1504950" y="1133475"/>
                </a:lnTo>
                <a:lnTo>
                  <a:pt x="1504950" y="1171575"/>
                </a:lnTo>
                <a:lnTo>
                  <a:pt x="1447800" y="1171575"/>
                </a:lnTo>
                <a:lnTo>
                  <a:pt x="1447800" y="1162050"/>
                </a:lnTo>
                <a:lnTo>
                  <a:pt x="1495425" y="1162050"/>
                </a:lnTo>
                <a:lnTo>
                  <a:pt x="1495425" y="1133475"/>
                </a:lnTo>
                <a:lnTo>
                  <a:pt x="1485900" y="1133475"/>
                </a:lnTo>
                <a:close/>
                <a:moveTo>
                  <a:pt x="1543050" y="1123950"/>
                </a:moveTo>
                <a:lnTo>
                  <a:pt x="1571625" y="1123950"/>
                </a:lnTo>
                <a:lnTo>
                  <a:pt x="1571625" y="1152525"/>
                </a:lnTo>
                <a:lnTo>
                  <a:pt x="1590675" y="1152525"/>
                </a:lnTo>
                <a:lnTo>
                  <a:pt x="1590675" y="1171575"/>
                </a:lnTo>
                <a:lnTo>
                  <a:pt x="1581150" y="1171575"/>
                </a:lnTo>
                <a:lnTo>
                  <a:pt x="1581150" y="1162050"/>
                </a:lnTo>
                <a:lnTo>
                  <a:pt x="1562100" y="1162050"/>
                </a:lnTo>
                <a:lnTo>
                  <a:pt x="1562100" y="1171575"/>
                </a:lnTo>
                <a:lnTo>
                  <a:pt x="1543050" y="1171575"/>
                </a:lnTo>
                <a:lnTo>
                  <a:pt x="1543050" y="1152525"/>
                </a:lnTo>
                <a:lnTo>
                  <a:pt x="1552575" y="1152525"/>
                </a:lnTo>
                <a:lnTo>
                  <a:pt x="1552575" y="1133475"/>
                </a:lnTo>
                <a:lnTo>
                  <a:pt x="1543050" y="1133475"/>
                </a:lnTo>
                <a:close/>
                <a:moveTo>
                  <a:pt x="180975" y="1133475"/>
                </a:moveTo>
                <a:lnTo>
                  <a:pt x="190500" y="1133475"/>
                </a:lnTo>
                <a:lnTo>
                  <a:pt x="190500" y="1143000"/>
                </a:lnTo>
                <a:lnTo>
                  <a:pt x="180975" y="1143000"/>
                </a:lnTo>
                <a:close/>
                <a:moveTo>
                  <a:pt x="209550" y="1133475"/>
                </a:moveTo>
                <a:lnTo>
                  <a:pt x="219075" y="1133475"/>
                </a:lnTo>
                <a:lnTo>
                  <a:pt x="219075" y="1143000"/>
                </a:lnTo>
                <a:lnTo>
                  <a:pt x="209550" y="1143000"/>
                </a:lnTo>
                <a:close/>
                <a:moveTo>
                  <a:pt x="476250" y="1133475"/>
                </a:moveTo>
                <a:lnTo>
                  <a:pt x="495300" y="1133475"/>
                </a:lnTo>
                <a:lnTo>
                  <a:pt x="495300" y="1152525"/>
                </a:lnTo>
                <a:lnTo>
                  <a:pt x="485775" y="1152525"/>
                </a:lnTo>
                <a:lnTo>
                  <a:pt x="485775" y="1162050"/>
                </a:lnTo>
                <a:lnTo>
                  <a:pt x="495300" y="1162050"/>
                </a:lnTo>
                <a:lnTo>
                  <a:pt x="495300" y="1171575"/>
                </a:lnTo>
                <a:lnTo>
                  <a:pt x="447675" y="1171575"/>
                </a:lnTo>
                <a:lnTo>
                  <a:pt x="447675" y="1162050"/>
                </a:lnTo>
                <a:lnTo>
                  <a:pt x="476250" y="1162050"/>
                </a:lnTo>
                <a:close/>
                <a:moveTo>
                  <a:pt x="504825" y="1133475"/>
                </a:moveTo>
                <a:lnTo>
                  <a:pt x="523875" y="1133475"/>
                </a:lnTo>
                <a:lnTo>
                  <a:pt x="523875" y="1143000"/>
                </a:lnTo>
                <a:lnTo>
                  <a:pt x="504825" y="1143000"/>
                </a:lnTo>
                <a:close/>
                <a:moveTo>
                  <a:pt x="1152525" y="1133475"/>
                </a:moveTo>
                <a:lnTo>
                  <a:pt x="1171575" y="1133475"/>
                </a:lnTo>
                <a:lnTo>
                  <a:pt x="1171575" y="1152525"/>
                </a:lnTo>
                <a:lnTo>
                  <a:pt x="1152525" y="1152525"/>
                </a:lnTo>
                <a:close/>
                <a:moveTo>
                  <a:pt x="895350" y="1143000"/>
                </a:moveTo>
                <a:lnTo>
                  <a:pt x="914400" y="1143000"/>
                </a:lnTo>
                <a:lnTo>
                  <a:pt x="914400" y="1171575"/>
                </a:lnTo>
                <a:lnTo>
                  <a:pt x="866775" y="1171575"/>
                </a:lnTo>
                <a:lnTo>
                  <a:pt x="866775" y="1162050"/>
                </a:lnTo>
                <a:lnTo>
                  <a:pt x="904875" y="1162050"/>
                </a:lnTo>
                <a:lnTo>
                  <a:pt x="904875" y="1152525"/>
                </a:lnTo>
                <a:lnTo>
                  <a:pt x="895350" y="1152525"/>
                </a:lnTo>
                <a:close/>
                <a:moveTo>
                  <a:pt x="1085850" y="1143000"/>
                </a:moveTo>
                <a:lnTo>
                  <a:pt x="1133475" y="1143000"/>
                </a:lnTo>
                <a:lnTo>
                  <a:pt x="1133475" y="1162050"/>
                </a:lnTo>
                <a:lnTo>
                  <a:pt x="1143000" y="1162050"/>
                </a:lnTo>
                <a:lnTo>
                  <a:pt x="1143000" y="1171575"/>
                </a:lnTo>
                <a:lnTo>
                  <a:pt x="1095375" y="1171575"/>
                </a:lnTo>
                <a:lnTo>
                  <a:pt x="1095375" y="1152525"/>
                </a:lnTo>
                <a:lnTo>
                  <a:pt x="1085850" y="1152525"/>
                </a:lnTo>
                <a:close/>
                <a:moveTo>
                  <a:pt x="1257300" y="1143000"/>
                </a:moveTo>
                <a:lnTo>
                  <a:pt x="1266825" y="1143000"/>
                </a:lnTo>
                <a:lnTo>
                  <a:pt x="1266825" y="1171575"/>
                </a:lnTo>
                <a:lnTo>
                  <a:pt x="1238250" y="1171575"/>
                </a:lnTo>
                <a:lnTo>
                  <a:pt x="1238250" y="1162050"/>
                </a:lnTo>
                <a:lnTo>
                  <a:pt x="1257300" y="1162050"/>
                </a:lnTo>
                <a:close/>
                <a:moveTo>
                  <a:pt x="1638300" y="1143000"/>
                </a:moveTo>
                <a:lnTo>
                  <a:pt x="1666875" y="1143000"/>
                </a:lnTo>
                <a:lnTo>
                  <a:pt x="1666875" y="1162050"/>
                </a:lnTo>
                <a:lnTo>
                  <a:pt x="1657350" y="1162050"/>
                </a:lnTo>
                <a:lnTo>
                  <a:pt x="1657350" y="1152525"/>
                </a:lnTo>
                <a:lnTo>
                  <a:pt x="1638300" y="1152525"/>
                </a:lnTo>
                <a:close/>
                <a:moveTo>
                  <a:pt x="219075" y="1152525"/>
                </a:moveTo>
                <a:lnTo>
                  <a:pt x="228600" y="1152525"/>
                </a:lnTo>
                <a:lnTo>
                  <a:pt x="228600" y="1162050"/>
                </a:lnTo>
                <a:lnTo>
                  <a:pt x="219075" y="1162050"/>
                </a:lnTo>
                <a:close/>
                <a:moveTo>
                  <a:pt x="257175" y="1152525"/>
                </a:moveTo>
                <a:lnTo>
                  <a:pt x="285750" y="1152525"/>
                </a:lnTo>
                <a:lnTo>
                  <a:pt x="285750" y="1162050"/>
                </a:lnTo>
                <a:lnTo>
                  <a:pt x="304800" y="1162050"/>
                </a:lnTo>
                <a:lnTo>
                  <a:pt x="304800" y="1171575"/>
                </a:lnTo>
                <a:lnTo>
                  <a:pt x="247650" y="1171575"/>
                </a:lnTo>
                <a:lnTo>
                  <a:pt x="247650" y="1162050"/>
                </a:lnTo>
                <a:lnTo>
                  <a:pt x="257175" y="1162050"/>
                </a:lnTo>
                <a:close/>
                <a:moveTo>
                  <a:pt x="1038225" y="1152525"/>
                </a:moveTo>
                <a:lnTo>
                  <a:pt x="1047750" y="1152525"/>
                </a:lnTo>
                <a:lnTo>
                  <a:pt x="1047750" y="1171575"/>
                </a:lnTo>
                <a:lnTo>
                  <a:pt x="1038225" y="1171575"/>
                </a:lnTo>
                <a:close/>
                <a:moveTo>
                  <a:pt x="1419225" y="1152525"/>
                </a:moveTo>
                <a:lnTo>
                  <a:pt x="1428750" y="1152525"/>
                </a:lnTo>
                <a:lnTo>
                  <a:pt x="1428750" y="1162050"/>
                </a:lnTo>
                <a:lnTo>
                  <a:pt x="1419225" y="1162050"/>
                </a:lnTo>
                <a:close/>
                <a:moveTo>
                  <a:pt x="638175" y="1162050"/>
                </a:moveTo>
                <a:lnTo>
                  <a:pt x="657225" y="1162050"/>
                </a:lnTo>
                <a:lnTo>
                  <a:pt x="657225" y="1171575"/>
                </a:lnTo>
                <a:lnTo>
                  <a:pt x="638175" y="1171575"/>
                </a:lnTo>
                <a:close/>
                <a:moveTo>
                  <a:pt x="733425" y="1162050"/>
                </a:moveTo>
                <a:lnTo>
                  <a:pt x="762000" y="1162050"/>
                </a:lnTo>
                <a:lnTo>
                  <a:pt x="762000" y="1171575"/>
                </a:lnTo>
                <a:lnTo>
                  <a:pt x="733425" y="1171575"/>
                </a:lnTo>
                <a:close/>
                <a:moveTo>
                  <a:pt x="800100" y="1162050"/>
                </a:moveTo>
                <a:lnTo>
                  <a:pt x="819150" y="1162050"/>
                </a:lnTo>
                <a:lnTo>
                  <a:pt x="819150" y="1171575"/>
                </a:lnTo>
                <a:lnTo>
                  <a:pt x="800100" y="1171575"/>
                </a:lnTo>
                <a:close/>
                <a:moveTo>
                  <a:pt x="1647825" y="1162050"/>
                </a:moveTo>
                <a:lnTo>
                  <a:pt x="1657350" y="1162050"/>
                </a:lnTo>
                <a:lnTo>
                  <a:pt x="1657350" y="1171575"/>
                </a:lnTo>
                <a:lnTo>
                  <a:pt x="1647825" y="1171575"/>
                </a:lnTo>
                <a:close/>
                <a:moveTo>
                  <a:pt x="1666875" y="1162050"/>
                </a:moveTo>
                <a:lnTo>
                  <a:pt x="1676400" y="1162050"/>
                </a:lnTo>
                <a:lnTo>
                  <a:pt x="1676400" y="1171575"/>
                </a:lnTo>
                <a:lnTo>
                  <a:pt x="1685925" y="1171575"/>
                </a:lnTo>
                <a:lnTo>
                  <a:pt x="1685925" y="1190625"/>
                </a:lnTo>
                <a:lnTo>
                  <a:pt x="1676400" y="1190625"/>
                </a:lnTo>
                <a:lnTo>
                  <a:pt x="1676400" y="1181100"/>
                </a:lnTo>
                <a:lnTo>
                  <a:pt x="1666875" y="1181100"/>
                </a:lnTo>
                <a:close/>
                <a:moveTo>
                  <a:pt x="190500" y="1209675"/>
                </a:moveTo>
                <a:lnTo>
                  <a:pt x="200025" y="1209675"/>
                </a:lnTo>
                <a:lnTo>
                  <a:pt x="200025" y="1219200"/>
                </a:lnTo>
                <a:lnTo>
                  <a:pt x="190500" y="1219200"/>
                </a:lnTo>
                <a:close/>
                <a:moveTo>
                  <a:pt x="161925" y="1371600"/>
                </a:moveTo>
                <a:lnTo>
                  <a:pt x="171450" y="1371600"/>
                </a:lnTo>
                <a:lnTo>
                  <a:pt x="171450" y="1381125"/>
                </a:lnTo>
                <a:lnTo>
                  <a:pt x="161925" y="1381125"/>
                </a:lnTo>
                <a:close/>
                <a:moveTo>
                  <a:pt x="1704975" y="1562100"/>
                </a:moveTo>
                <a:lnTo>
                  <a:pt x="1733550" y="1562100"/>
                </a:lnTo>
                <a:lnTo>
                  <a:pt x="1733550" y="1628775"/>
                </a:lnTo>
                <a:lnTo>
                  <a:pt x="1724025" y="1628775"/>
                </a:lnTo>
                <a:lnTo>
                  <a:pt x="1724025" y="1638300"/>
                </a:lnTo>
                <a:lnTo>
                  <a:pt x="1704975" y="1638300"/>
                </a:lnTo>
                <a:lnTo>
                  <a:pt x="1704975" y="1619250"/>
                </a:lnTo>
                <a:lnTo>
                  <a:pt x="1724025" y="1619250"/>
                </a:lnTo>
                <a:lnTo>
                  <a:pt x="1724025" y="1590675"/>
                </a:lnTo>
                <a:lnTo>
                  <a:pt x="1704975" y="1590675"/>
                </a:lnTo>
                <a:close/>
                <a:moveTo>
                  <a:pt x="1714500" y="1781175"/>
                </a:moveTo>
                <a:lnTo>
                  <a:pt x="1724025" y="1781175"/>
                </a:lnTo>
                <a:lnTo>
                  <a:pt x="1724025" y="1809750"/>
                </a:lnTo>
                <a:lnTo>
                  <a:pt x="1714500" y="1809750"/>
                </a:lnTo>
                <a:close/>
                <a:moveTo>
                  <a:pt x="504825" y="1800225"/>
                </a:moveTo>
                <a:lnTo>
                  <a:pt x="523875" y="1800225"/>
                </a:lnTo>
                <a:lnTo>
                  <a:pt x="523875" y="1809750"/>
                </a:lnTo>
                <a:lnTo>
                  <a:pt x="504825" y="1809750"/>
                </a:lnTo>
                <a:close/>
                <a:moveTo>
                  <a:pt x="666750" y="1800225"/>
                </a:moveTo>
                <a:lnTo>
                  <a:pt x="704850" y="1800225"/>
                </a:lnTo>
                <a:lnTo>
                  <a:pt x="704850" y="1809750"/>
                </a:lnTo>
                <a:lnTo>
                  <a:pt x="723900" y="1809750"/>
                </a:lnTo>
                <a:lnTo>
                  <a:pt x="723900" y="1819275"/>
                </a:lnTo>
                <a:lnTo>
                  <a:pt x="714375" y="1819275"/>
                </a:lnTo>
                <a:lnTo>
                  <a:pt x="714375" y="1828800"/>
                </a:lnTo>
                <a:lnTo>
                  <a:pt x="666750" y="1828800"/>
                </a:lnTo>
                <a:lnTo>
                  <a:pt x="666750" y="1819275"/>
                </a:lnTo>
                <a:lnTo>
                  <a:pt x="676275" y="1819275"/>
                </a:lnTo>
                <a:lnTo>
                  <a:pt x="676275" y="1809750"/>
                </a:lnTo>
                <a:lnTo>
                  <a:pt x="666750" y="1809750"/>
                </a:lnTo>
                <a:close/>
                <a:moveTo>
                  <a:pt x="180975" y="1809750"/>
                </a:moveTo>
                <a:lnTo>
                  <a:pt x="200025" y="1809750"/>
                </a:lnTo>
                <a:lnTo>
                  <a:pt x="200025" y="1819275"/>
                </a:lnTo>
                <a:lnTo>
                  <a:pt x="209550" y="1819275"/>
                </a:lnTo>
                <a:lnTo>
                  <a:pt x="209550" y="1828800"/>
                </a:lnTo>
                <a:lnTo>
                  <a:pt x="200025" y="1828800"/>
                </a:lnTo>
                <a:lnTo>
                  <a:pt x="200025" y="1838325"/>
                </a:lnTo>
                <a:lnTo>
                  <a:pt x="190500" y="1838325"/>
                </a:lnTo>
                <a:lnTo>
                  <a:pt x="190500" y="1828800"/>
                </a:lnTo>
                <a:lnTo>
                  <a:pt x="180975" y="1828800"/>
                </a:lnTo>
                <a:close/>
                <a:moveTo>
                  <a:pt x="1571625" y="1809750"/>
                </a:moveTo>
                <a:lnTo>
                  <a:pt x="1581150" y="1809750"/>
                </a:lnTo>
                <a:lnTo>
                  <a:pt x="1581150" y="1819275"/>
                </a:lnTo>
                <a:lnTo>
                  <a:pt x="1571625" y="1819275"/>
                </a:lnTo>
                <a:close/>
                <a:moveTo>
                  <a:pt x="1695450" y="1809750"/>
                </a:moveTo>
                <a:lnTo>
                  <a:pt x="1704975" y="1809750"/>
                </a:lnTo>
                <a:lnTo>
                  <a:pt x="1704975" y="1819275"/>
                </a:lnTo>
                <a:lnTo>
                  <a:pt x="1695450" y="1819275"/>
                </a:lnTo>
                <a:close/>
                <a:moveTo>
                  <a:pt x="571500" y="1819275"/>
                </a:moveTo>
                <a:lnTo>
                  <a:pt x="600075" y="1819275"/>
                </a:lnTo>
                <a:lnTo>
                  <a:pt x="600075" y="1828800"/>
                </a:lnTo>
                <a:lnTo>
                  <a:pt x="590550" y="1828800"/>
                </a:lnTo>
                <a:lnTo>
                  <a:pt x="590550" y="1847850"/>
                </a:lnTo>
                <a:lnTo>
                  <a:pt x="628650" y="1847850"/>
                </a:lnTo>
                <a:lnTo>
                  <a:pt x="628650" y="1876425"/>
                </a:lnTo>
                <a:lnTo>
                  <a:pt x="619125" y="1876425"/>
                </a:lnTo>
                <a:lnTo>
                  <a:pt x="619125" y="1885950"/>
                </a:lnTo>
                <a:lnTo>
                  <a:pt x="600075" y="1885950"/>
                </a:lnTo>
                <a:lnTo>
                  <a:pt x="600075" y="1857375"/>
                </a:lnTo>
                <a:lnTo>
                  <a:pt x="581025" y="1857375"/>
                </a:lnTo>
                <a:lnTo>
                  <a:pt x="581025" y="1838325"/>
                </a:lnTo>
                <a:lnTo>
                  <a:pt x="561975" y="1838325"/>
                </a:lnTo>
                <a:lnTo>
                  <a:pt x="561975" y="1828800"/>
                </a:lnTo>
                <a:lnTo>
                  <a:pt x="571500" y="1828800"/>
                </a:lnTo>
                <a:close/>
                <a:moveTo>
                  <a:pt x="657225" y="1828800"/>
                </a:moveTo>
                <a:lnTo>
                  <a:pt x="666750" y="1828800"/>
                </a:lnTo>
                <a:lnTo>
                  <a:pt x="666750" y="1838325"/>
                </a:lnTo>
                <a:lnTo>
                  <a:pt x="657225" y="1838325"/>
                </a:lnTo>
                <a:close/>
                <a:moveTo>
                  <a:pt x="1647825" y="1838325"/>
                </a:moveTo>
                <a:lnTo>
                  <a:pt x="1657350" y="1838325"/>
                </a:lnTo>
                <a:lnTo>
                  <a:pt x="1657350" y="1857375"/>
                </a:lnTo>
                <a:lnTo>
                  <a:pt x="1647825" y="1857375"/>
                </a:lnTo>
                <a:close/>
                <a:moveTo>
                  <a:pt x="1704975" y="1838325"/>
                </a:moveTo>
                <a:lnTo>
                  <a:pt x="1724025" y="1838325"/>
                </a:lnTo>
                <a:lnTo>
                  <a:pt x="1724025" y="1866900"/>
                </a:lnTo>
                <a:lnTo>
                  <a:pt x="1714500" y="1866900"/>
                </a:lnTo>
                <a:lnTo>
                  <a:pt x="1714500" y="1876425"/>
                </a:lnTo>
                <a:lnTo>
                  <a:pt x="1704975" y="1876425"/>
                </a:lnTo>
                <a:close/>
                <a:moveTo>
                  <a:pt x="514350" y="1847850"/>
                </a:moveTo>
                <a:lnTo>
                  <a:pt x="523875" y="1847850"/>
                </a:lnTo>
                <a:lnTo>
                  <a:pt x="523875" y="1857375"/>
                </a:lnTo>
                <a:lnTo>
                  <a:pt x="514350" y="1857375"/>
                </a:lnTo>
                <a:close/>
                <a:moveTo>
                  <a:pt x="676275" y="1847850"/>
                </a:moveTo>
                <a:lnTo>
                  <a:pt x="704850" y="1847850"/>
                </a:lnTo>
                <a:lnTo>
                  <a:pt x="704850" y="1857375"/>
                </a:lnTo>
                <a:lnTo>
                  <a:pt x="714375" y="1857375"/>
                </a:lnTo>
                <a:lnTo>
                  <a:pt x="714375" y="1866900"/>
                </a:lnTo>
                <a:lnTo>
                  <a:pt x="695325" y="1866900"/>
                </a:lnTo>
                <a:lnTo>
                  <a:pt x="695325" y="1885950"/>
                </a:lnTo>
                <a:lnTo>
                  <a:pt x="666750" y="1885950"/>
                </a:lnTo>
                <a:lnTo>
                  <a:pt x="666750" y="1876425"/>
                </a:lnTo>
                <a:lnTo>
                  <a:pt x="657225" y="1876425"/>
                </a:lnTo>
                <a:lnTo>
                  <a:pt x="657225" y="1866900"/>
                </a:lnTo>
                <a:lnTo>
                  <a:pt x="666750" y="1866900"/>
                </a:lnTo>
                <a:lnTo>
                  <a:pt x="666750" y="1857375"/>
                </a:lnTo>
                <a:lnTo>
                  <a:pt x="676275" y="1857375"/>
                </a:lnTo>
                <a:close/>
                <a:moveTo>
                  <a:pt x="552450" y="1857375"/>
                </a:moveTo>
                <a:lnTo>
                  <a:pt x="561975" y="1857375"/>
                </a:lnTo>
                <a:lnTo>
                  <a:pt x="561975" y="1866900"/>
                </a:lnTo>
                <a:lnTo>
                  <a:pt x="552450" y="1866900"/>
                </a:lnTo>
                <a:close/>
                <a:moveTo>
                  <a:pt x="409575" y="1866900"/>
                </a:moveTo>
                <a:lnTo>
                  <a:pt x="419100" y="1866900"/>
                </a:lnTo>
                <a:lnTo>
                  <a:pt x="419100" y="1876425"/>
                </a:lnTo>
                <a:lnTo>
                  <a:pt x="409575" y="1876425"/>
                </a:lnTo>
                <a:close/>
                <a:moveTo>
                  <a:pt x="638175" y="1866900"/>
                </a:moveTo>
                <a:lnTo>
                  <a:pt x="647700" y="1866900"/>
                </a:lnTo>
                <a:lnTo>
                  <a:pt x="647700" y="1876425"/>
                </a:lnTo>
                <a:lnTo>
                  <a:pt x="638175" y="1876425"/>
                </a:lnTo>
                <a:close/>
                <a:moveTo>
                  <a:pt x="885825" y="1876425"/>
                </a:moveTo>
                <a:lnTo>
                  <a:pt x="895350" y="1876425"/>
                </a:lnTo>
                <a:lnTo>
                  <a:pt x="895350" y="1885950"/>
                </a:lnTo>
                <a:lnTo>
                  <a:pt x="885825" y="1885950"/>
                </a:lnTo>
                <a:close/>
                <a:moveTo>
                  <a:pt x="1219200" y="1876425"/>
                </a:moveTo>
                <a:lnTo>
                  <a:pt x="1247775" y="1876425"/>
                </a:lnTo>
                <a:lnTo>
                  <a:pt x="1247775" y="1885950"/>
                </a:lnTo>
                <a:lnTo>
                  <a:pt x="1219200" y="1885950"/>
                </a:lnTo>
                <a:close/>
                <a:moveTo>
                  <a:pt x="1695450" y="1876425"/>
                </a:moveTo>
                <a:lnTo>
                  <a:pt x="1704975" y="1876425"/>
                </a:lnTo>
                <a:lnTo>
                  <a:pt x="1704975" y="1885950"/>
                </a:lnTo>
                <a:lnTo>
                  <a:pt x="1695450" y="1885950"/>
                </a:lnTo>
                <a:close/>
                <a:moveTo>
                  <a:pt x="971550" y="1885950"/>
                </a:moveTo>
                <a:lnTo>
                  <a:pt x="1009650" y="1885950"/>
                </a:lnTo>
                <a:lnTo>
                  <a:pt x="1009650" y="1905000"/>
                </a:lnTo>
                <a:lnTo>
                  <a:pt x="971550" y="1905000"/>
                </a:lnTo>
                <a:close/>
                <a:moveTo>
                  <a:pt x="1047750" y="1885950"/>
                </a:moveTo>
                <a:lnTo>
                  <a:pt x="1066800" y="1885950"/>
                </a:lnTo>
                <a:lnTo>
                  <a:pt x="1066800" y="1905000"/>
                </a:lnTo>
                <a:lnTo>
                  <a:pt x="1047750" y="1905000"/>
                </a:lnTo>
                <a:close/>
                <a:moveTo>
                  <a:pt x="1076325" y="1885950"/>
                </a:moveTo>
                <a:lnTo>
                  <a:pt x="1133475" y="1885950"/>
                </a:lnTo>
                <a:lnTo>
                  <a:pt x="1133475" y="1905000"/>
                </a:lnTo>
                <a:lnTo>
                  <a:pt x="1076325" y="1905000"/>
                </a:lnTo>
                <a:close/>
                <a:moveTo>
                  <a:pt x="1257300" y="1885950"/>
                </a:moveTo>
                <a:lnTo>
                  <a:pt x="1276350" y="1885950"/>
                </a:lnTo>
                <a:lnTo>
                  <a:pt x="1276350" y="1905000"/>
                </a:lnTo>
                <a:lnTo>
                  <a:pt x="1247775" y="1905000"/>
                </a:lnTo>
                <a:lnTo>
                  <a:pt x="1247775" y="1895475"/>
                </a:lnTo>
                <a:lnTo>
                  <a:pt x="1257300" y="1895475"/>
                </a:lnTo>
                <a:close/>
                <a:moveTo>
                  <a:pt x="1447800" y="1885950"/>
                </a:moveTo>
                <a:lnTo>
                  <a:pt x="1485900" y="1885950"/>
                </a:lnTo>
                <a:lnTo>
                  <a:pt x="1485900" y="1905000"/>
                </a:lnTo>
                <a:lnTo>
                  <a:pt x="1438275" y="1905000"/>
                </a:lnTo>
                <a:lnTo>
                  <a:pt x="1438275" y="1895475"/>
                </a:lnTo>
                <a:lnTo>
                  <a:pt x="1447800" y="1895475"/>
                </a:lnTo>
                <a:close/>
                <a:moveTo>
                  <a:pt x="1552575" y="1885950"/>
                </a:moveTo>
                <a:lnTo>
                  <a:pt x="1562100" y="1885950"/>
                </a:lnTo>
                <a:lnTo>
                  <a:pt x="1562100" y="1905000"/>
                </a:lnTo>
                <a:lnTo>
                  <a:pt x="1552575" y="1905000"/>
                </a:lnTo>
                <a:close/>
                <a:moveTo>
                  <a:pt x="1571625" y="1885950"/>
                </a:moveTo>
                <a:lnTo>
                  <a:pt x="1581150" y="1885950"/>
                </a:lnTo>
                <a:lnTo>
                  <a:pt x="1581150" y="1905000"/>
                </a:lnTo>
                <a:lnTo>
                  <a:pt x="1571625" y="1905000"/>
                </a:lnTo>
                <a:close/>
                <a:moveTo>
                  <a:pt x="866775" y="1895475"/>
                </a:moveTo>
                <a:lnTo>
                  <a:pt x="885825" y="1895475"/>
                </a:lnTo>
                <a:lnTo>
                  <a:pt x="885825" y="1905000"/>
                </a:lnTo>
                <a:lnTo>
                  <a:pt x="866775" y="1905000"/>
                </a:lnTo>
                <a:close/>
                <a:moveTo>
                  <a:pt x="723900" y="1905000"/>
                </a:moveTo>
                <a:lnTo>
                  <a:pt x="752475" y="1905000"/>
                </a:lnTo>
                <a:lnTo>
                  <a:pt x="752475" y="1924050"/>
                </a:lnTo>
                <a:lnTo>
                  <a:pt x="742950" y="1924050"/>
                </a:lnTo>
                <a:lnTo>
                  <a:pt x="742950" y="1914525"/>
                </a:lnTo>
                <a:lnTo>
                  <a:pt x="723900" y="1914525"/>
                </a:lnTo>
                <a:close/>
                <a:moveTo>
                  <a:pt x="781050" y="1905000"/>
                </a:moveTo>
                <a:lnTo>
                  <a:pt x="809625" y="1905000"/>
                </a:lnTo>
                <a:lnTo>
                  <a:pt x="809625" y="1914525"/>
                </a:lnTo>
                <a:lnTo>
                  <a:pt x="800100" y="1914525"/>
                </a:lnTo>
                <a:lnTo>
                  <a:pt x="800100" y="1924050"/>
                </a:lnTo>
                <a:lnTo>
                  <a:pt x="790575" y="1924050"/>
                </a:lnTo>
                <a:lnTo>
                  <a:pt x="790575" y="1914525"/>
                </a:lnTo>
                <a:lnTo>
                  <a:pt x="781050" y="1914525"/>
                </a:lnTo>
                <a:close/>
                <a:moveTo>
                  <a:pt x="857250" y="1905000"/>
                </a:moveTo>
                <a:lnTo>
                  <a:pt x="866775" y="1905000"/>
                </a:lnTo>
                <a:lnTo>
                  <a:pt x="866775" y="1914525"/>
                </a:lnTo>
                <a:lnTo>
                  <a:pt x="857250" y="1914525"/>
                </a:lnTo>
                <a:close/>
                <a:moveTo>
                  <a:pt x="1514475" y="1905000"/>
                </a:moveTo>
                <a:lnTo>
                  <a:pt x="1533525" y="1905000"/>
                </a:lnTo>
                <a:lnTo>
                  <a:pt x="1533525" y="1914525"/>
                </a:lnTo>
                <a:lnTo>
                  <a:pt x="1514475" y="1914525"/>
                </a:lnTo>
                <a:close/>
                <a:moveTo>
                  <a:pt x="1695450" y="1905000"/>
                </a:moveTo>
                <a:lnTo>
                  <a:pt x="1714500" y="1905000"/>
                </a:lnTo>
                <a:lnTo>
                  <a:pt x="1714500" y="1924050"/>
                </a:lnTo>
                <a:lnTo>
                  <a:pt x="1724025" y="1924050"/>
                </a:lnTo>
                <a:lnTo>
                  <a:pt x="1724025" y="2009775"/>
                </a:lnTo>
                <a:lnTo>
                  <a:pt x="1704975" y="2009775"/>
                </a:lnTo>
                <a:lnTo>
                  <a:pt x="1704975" y="2000250"/>
                </a:lnTo>
                <a:lnTo>
                  <a:pt x="1695450" y="2000250"/>
                </a:lnTo>
                <a:lnTo>
                  <a:pt x="1695450" y="1990725"/>
                </a:lnTo>
                <a:lnTo>
                  <a:pt x="1685925" y="1990725"/>
                </a:lnTo>
                <a:lnTo>
                  <a:pt x="1685925" y="1981200"/>
                </a:lnTo>
                <a:lnTo>
                  <a:pt x="1676400" y="1981200"/>
                </a:lnTo>
                <a:lnTo>
                  <a:pt x="1676400" y="1971675"/>
                </a:lnTo>
                <a:lnTo>
                  <a:pt x="1666875" y="1971675"/>
                </a:lnTo>
                <a:lnTo>
                  <a:pt x="1666875" y="1962150"/>
                </a:lnTo>
                <a:lnTo>
                  <a:pt x="1676400" y="1962150"/>
                </a:lnTo>
                <a:lnTo>
                  <a:pt x="1676400" y="1952625"/>
                </a:lnTo>
                <a:lnTo>
                  <a:pt x="1704975" y="1952625"/>
                </a:lnTo>
                <a:lnTo>
                  <a:pt x="1704975" y="1914525"/>
                </a:lnTo>
                <a:lnTo>
                  <a:pt x="1695450" y="1914525"/>
                </a:lnTo>
                <a:close/>
                <a:moveTo>
                  <a:pt x="352425" y="1924050"/>
                </a:moveTo>
                <a:lnTo>
                  <a:pt x="361950" y="1924050"/>
                </a:lnTo>
                <a:lnTo>
                  <a:pt x="361950" y="1933575"/>
                </a:lnTo>
                <a:lnTo>
                  <a:pt x="352425" y="1933575"/>
                </a:lnTo>
                <a:close/>
                <a:moveTo>
                  <a:pt x="857250" y="1924050"/>
                </a:moveTo>
                <a:lnTo>
                  <a:pt x="866775" y="1924050"/>
                </a:lnTo>
                <a:lnTo>
                  <a:pt x="866775" y="1952625"/>
                </a:lnTo>
                <a:lnTo>
                  <a:pt x="857250" y="1952625"/>
                </a:lnTo>
                <a:lnTo>
                  <a:pt x="857250" y="1962150"/>
                </a:lnTo>
                <a:lnTo>
                  <a:pt x="838200" y="1962150"/>
                </a:lnTo>
                <a:lnTo>
                  <a:pt x="838200" y="1952625"/>
                </a:lnTo>
                <a:lnTo>
                  <a:pt x="847725" y="1952625"/>
                </a:lnTo>
                <a:lnTo>
                  <a:pt x="847725" y="1943100"/>
                </a:lnTo>
                <a:lnTo>
                  <a:pt x="857250" y="1943100"/>
                </a:lnTo>
                <a:close/>
                <a:moveTo>
                  <a:pt x="1247775" y="1924050"/>
                </a:moveTo>
                <a:lnTo>
                  <a:pt x="1276350" y="1924050"/>
                </a:lnTo>
                <a:lnTo>
                  <a:pt x="1276350" y="1933575"/>
                </a:lnTo>
                <a:lnTo>
                  <a:pt x="1285875" y="1933575"/>
                </a:lnTo>
                <a:lnTo>
                  <a:pt x="1285875" y="1952625"/>
                </a:lnTo>
                <a:lnTo>
                  <a:pt x="1276350" y="1952625"/>
                </a:lnTo>
                <a:lnTo>
                  <a:pt x="1276350" y="1962150"/>
                </a:lnTo>
                <a:lnTo>
                  <a:pt x="1257300" y="1962150"/>
                </a:lnTo>
                <a:lnTo>
                  <a:pt x="1257300" y="1952625"/>
                </a:lnTo>
                <a:lnTo>
                  <a:pt x="1247775" y="1952625"/>
                </a:lnTo>
                <a:close/>
                <a:moveTo>
                  <a:pt x="381000" y="1933575"/>
                </a:moveTo>
                <a:lnTo>
                  <a:pt x="390525" y="1933575"/>
                </a:lnTo>
                <a:lnTo>
                  <a:pt x="390525" y="1943100"/>
                </a:lnTo>
                <a:lnTo>
                  <a:pt x="381000" y="1943100"/>
                </a:lnTo>
                <a:close/>
                <a:moveTo>
                  <a:pt x="733425" y="1933575"/>
                </a:moveTo>
                <a:lnTo>
                  <a:pt x="742950" y="1933575"/>
                </a:lnTo>
                <a:lnTo>
                  <a:pt x="742950" y="1943100"/>
                </a:lnTo>
                <a:lnTo>
                  <a:pt x="752475" y="1943100"/>
                </a:lnTo>
                <a:lnTo>
                  <a:pt x="752475" y="1952625"/>
                </a:lnTo>
                <a:lnTo>
                  <a:pt x="742950" y="1952625"/>
                </a:lnTo>
                <a:lnTo>
                  <a:pt x="742950" y="1962150"/>
                </a:lnTo>
                <a:lnTo>
                  <a:pt x="733425" y="1962150"/>
                </a:lnTo>
                <a:lnTo>
                  <a:pt x="733425" y="1952625"/>
                </a:lnTo>
                <a:lnTo>
                  <a:pt x="723900" y="1952625"/>
                </a:lnTo>
                <a:lnTo>
                  <a:pt x="723900" y="1943100"/>
                </a:lnTo>
                <a:lnTo>
                  <a:pt x="733425" y="1943100"/>
                </a:lnTo>
                <a:close/>
                <a:moveTo>
                  <a:pt x="504825" y="1962150"/>
                </a:moveTo>
                <a:lnTo>
                  <a:pt x="523875" y="1962150"/>
                </a:lnTo>
                <a:lnTo>
                  <a:pt x="523875" y="1971675"/>
                </a:lnTo>
                <a:lnTo>
                  <a:pt x="504825" y="1971675"/>
                </a:lnTo>
                <a:close/>
                <a:moveTo>
                  <a:pt x="419100" y="1971675"/>
                </a:moveTo>
                <a:lnTo>
                  <a:pt x="428625" y="1971675"/>
                </a:lnTo>
                <a:lnTo>
                  <a:pt x="428625" y="1990725"/>
                </a:lnTo>
                <a:lnTo>
                  <a:pt x="457200" y="1990725"/>
                </a:lnTo>
                <a:lnTo>
                  <a:pt x="457200" y="1981200"/>
                </a:lnTo>
                <a:lnTo>
                  <a:pt x="466725" y="1981200"/>
                </a:lnTo>
                <a:lnTo>
                  <a:pt x="466725" y="1990725"/>
                </a:lnTo>
                <a:lnTo>
                  <a:pt x="485775" y="1990725"/>
                </a:lnTo>
                <a:lnTo>
                  <a:pt x="485775" y="2000250"/>
                </a:lnTo>
                <a:lnTo>
                  <a:pt x="476250" y="2000250"/>
                </a:lnTo>
                <a:lnTo>
                  <a:pt x="476250" y="2019300"/>
                </a:lnTo>
                <a:lnTo>
                  <a:pt x="438150" y="2019300"/>
                </a:lnTo>
                <a:lnTo>
                  <a:pt x="438150" y="2028825"/>
                </a:lnTo>
                <a:lnTo>
                  <a:pt x="428625" y="2028825"/>
                </a:lnTo>
                <a:lnTo>
                  <a:pt x="428625" y="2019300"/>
                </a:lnTo>
                <a:lnTo>
                  <a:pt x="409575" y="2019300"/>
                </a:lnTo>
                <a:lnTo>
                  <a:pt x="409575" y="1990725"/>
                </a:lnTo>
                <a:lnTo>
                  <a:pt x="419100" y="1990725"/>
                </a:lnTo>
                <a:close/>
                <a:moveTo>
                  <a:pt x="495300" y="1971675"/>
                </a:moveTo>
                <a:lnTo>
                  <a:pt x="504825" y="1971675"/>
                </a:lnTo>
                <a:lnTo>
                  <a:pt x="504825" y="1981200"/>
                </a:lnTo>
                <a:lnTo>
                  <a:pt x="495300" y="1981200"/>
                </a:lnTo>
                <a:close/>
                <a:moveTo>
                  <a:pt x="533400" y="1971675"/>
                </a:moveTo>
                <a:lnTo>
                  <a:pt x="542925" y="1971675"/>
                </a:lnTo>
                <a:lnTo>
                  <a:pt x="542925" y="1981200"/>
                </a:lnTo>
                <a:lnTo>
                  <a:pt x="533400" y="1981200"/>
                </a:lnTo>
                <a:close/>
                <a:moveTo>
                  <a:pt x="1323975" y="1971675"/>
                </a:moveTo>
                <a:lnTo>
                  <a:pt x="1333500" y="1971675"/>
                </a:lnTo>
                <a:lnTo>
                  <a:pt x="1333500" y="1990725"/>
                </a:lnTo>
                <a:lnTo>
                  <a:pt x="1323975" y="1990725"/>
                </a:lnTo>
                <a:close/>
                <a:moveTo>
                  <a:pt x="942975" y="1990725"/>
                </a:moveTo>
                <a:lnTo>
                  <a:pt x="952500" y="1990725"/>
                </a:lnTo>
                <a:lnTo>
                  <a:pt x="952500" y="2000250"/>
                </a:lnTo>
                <a:lnTo>
                  <a:pt x="942975" y="2000250"/>
                </a:lnTo>
                <a:close/>
                <a:moveTo>
                  <a:pt x="1571625" y="1990725"/>
                </a:moveTo>
                <a:lnTo>
                  <a:pt x="1619250" y="1990725"/>
                </a:lnTo>
                <a:lnTo>
                  <a:pt x="1619250" y="2000250"/>
                </a:lnTo>
                <a:lnTo>
                  <a:pt x="1600200" y="2000250"/>
                </a:lnTo>
                <a:lnTo>
                  <a:pt x="1600200" y="2009775"/>
                </a:lnTo>
                <a:lnTo>
                  <a:pt x="1609725" y="2009775"/>
                </a:lnTo>
                <a:lnTo>
                  <a:pt x="1609725" y="2019300"/>
                </a:lnTo>
                <a:lnTo>
                  <a:pt x="1571625" y="2019300"/>
                </a:lnTo>
                <a:lnTo>
                  <a:pt x="1571625" y="2009775"/>
                </a:lnTo>
                <a:lnTo>
                  <a:pt x="1581150" y="2009775"/>
                </a:lnTo>
                <a:lnTo>
                  <a:pt x="1581150" y="2000250"/>
                </a:lnTo>
                <a:lnTo>
                  <a:pt x="1571625" y="2000250"/>
                </a:lnTo>
                <a:close/>
                <a:moveTo>
                  <a:pt x="933450" y="2000250"/>
                </a:moveTo>
                <a:lnTo>
                  <a:pt x="942975" y="2000250"/>
                </a:lnTo>
                <a:lnTo>
                  <a:pt x="942975" y="2009775"/>
                </a:lnTo>
                <a:lnTo>
                  <a:pt x="933450" y="2009775"/>
                </a:lnTo>
                <a:close/>
                <a:moveTo>
                  <a:pt x="285750" y="2009775"/>
                </a:moveTo>
                <a:lnTo>
                  <a:pt x="323850" y="2009775"/>
                </a:lnTo>
                <a:lnTo>
                  <a:pt x="323850" y="2028825"/>
                </a:lnTo>
                <a:lnTo>
                  <a:pt x="295275" y="2028825"/>
                </a:lnTo>
                <a:lnTo>
                  <a:pt x="295275" y="2019300"/>
                </a:lnTo>
                <a:lnTo>
                  <a:pt x="285750" y="2019300"/>
                </a:lnTo>
                <a:close/>
                <a:moveTo>
                  <a:pt x="342900" y="2009775"/>
                </a:moveTo>
                <a:lnTo>
                  <a:pt x="352425" y="2009775"/>
                </a:lnTo>
                <a:lnTo>
                  <a:pt x="352425" y="2019300"/>
                </a:lnTo>
                <a:lnTo>
                  <a:pt x="342900" y="2019300"/>
                </a:lnTo>
                <a:close/>
                <a:moveTo>
                  <a:pt x="361950" y="2009775"/>
                </a:moveTo>
                <a:lnTo>
                  <a:pt x="381000" y="2009775"/>
                </a:lnTo>
                <a:lnTo>
                  <a:pt x="381000" y="2019300"/>
                </a:lnTo>
                <a:lnTo>
                  <a:pt x="361950" y="2019300"/>
                </a:lnTo>
                <a:close/>
                <a:moveTo>
                  <a:pt x="438150" y="2009775"/>
                </a:moveTo>
                <a:lnTo>
                  <a:pt x="457200" y="2009775"/>
                </a:lnTo>
                <a:lnTo>
                  <a:pt x="457200" y="2000250"/>
                </a:lnTo>
                <a:lnTo>
                  <a:pt x="438150" y="2000250"/>
                </a:lnTo>
                <a:close/>
                <a:moveTo>
                  <a:pt x="838200" y="2009775"/>
                </a:moveTo>
                <a:lnTo>
                  <a:pt x="857250" y="2009775"/>
                </a:lnTo>
                <a:lnTo>
                  <a:pt x="857250" y="2028825"/>
                </a:lnTo>
                <a:lnTo>
                  <a:pt x="838200" y="2028825"/>
                </a:lnTo>
                <a:close/>
                <a:moveTo>
                  <a:pt x="895350" y="2009775"/>
                </a:moveTo>
                <a:lnTo>
                  <a:pt x="914400" y="2009775"/>
                </a:lnTo>
                <a:lnTo>
                  <a:pt x="914400" y="2019300"/>
                </a:lnTo>
                <a:lnTo>
                  <a:pt x="895350" y="2019300"/>
                </a:lnTo>
                <a:close/>
                <a:moveTo>
                  <a:pt x="942975" y="2009775"/>
                </a:moveTo>
                <a:lnTo>
                  <a:pt x="952500" y="2009775"/>
                </a:lnTo>
                <a:lnTo>
                  <a:pt x="952500" y="2019300"/>
                </a:lnTo>
                <a:lnTo>
                  <a:pt x="942975" y="2019300"/>
                </a:lnTo>
                <a:close/>
                <a:moveTo>
                  <a:pt x="1057275" y="2009775"/>
                </a:moveTo>
                <a:lnTo>
                  <a:pt x="1085850" y="2009775"/>
                </a:lnTo>
                <a:lnTo>
                  <a:pt x="1085850" y="2019300"/>
                </a:lnTo>
                <a:lnTo>
                  <a:pt x="1057275" y="2019300"/>
                </a:lnTo>
                <a:close/>
                <a:moveTo>
                  <a:pt x="1238250" y="2009775"/>
                </a:moveTo>
                <a:lnTo>
                  <a:pt x="1247775" y="2009775"/>
                </a:lnTo>
                <a:lnTo>
                  <a:pt x="1247775" y="2028825"/>
                </a:lnTo>
                <a:lnTo>
                  <a:pt x="1228725" y="2028825"/>
                </a:lnTo>
                <a:lnTo>
                  <a:pt x="1228725" y="2019300"/>
                </a:lnTo>
                <a:lnTo>
                  <a:pt x="1238250" y="2019300"/>
                </a:lnTo>
                <a:close/>
                <a:moveTo>
                  <a:pt x="1695450" y="2009775"/>
                </a:moveTo>
                <a:lnTo>
                  <a:pt x="1704975" y="2009775"/>
                </a:lnTo>
                <a:lnTo>
                  <a:pt x="1704975" y="2019300"/>
                </a:lnTo>
                <a:lnTo>
                  <a:pt x="1695450" y="2019300"/>
                </a:lnTo>
                <a:close/>
                <a:moveTo>
                  <a:pt x="923925" y="2028825"/>
                </a:moveTo>
                <a:lnTo>
                  <a:pt x="933450" y="2028825"/>
                </a:lnTo>
                <a:lnTo>
                  <a:pt x="933450" y="2038350"/>
                </a:lnTo>
                <a:lnTo>
                  <a:pt x="942975" y="2038350"/>
                </a:lnTo>
                <a:lnTo>
                  <a:pt x="942975" y="2047875"/>
                </a:lnTo>
                <a:lnTo>
                  <a:pt x="923925" y="2047875"/>
                </a:lnTo>
                <a:lnTo>
                  <a:pt x="923925" y="2057400"/>
                </a:lnTo>
                <a:lnTo>
                  <a:pt x="885825" y="2057400"/>
                </a:lnTo>
                <a:lnTo>
                  <a:pt x="885825" y="2047875"/>
                </a:lnTo>
                <a:lnTo>
                  <a:pt x="904875" y="2047875"/>
                </a:lnTo>
                <a:lnTo>
                  <a:pt x="904875" y="2038350"/>
                </a:lnTo>
                <a:lnTo>
                  <a:pt x="923925" y="2038350"/>
                </a:lnTo>
                <a:close/>
                <a:moveTo>
                  <a:pt x="1533525" y="2028825"/>
                </a:moveTo>
                <a:lnTo>
                  <a:pt x="1562100" y="2028825"/>
                </a:lnTo>
                <a:lnTo>
                  <a:pt x="1562100" y="2038350"/>
                </a:lnTo>
                <a:lnTo>
                  <a:pt x="1533525" y="2038350"/>
                </a:lnTo>
                <a:close/>
                <a:moveTo>
                  <a:pt x="381000" y="2038350"/>
                </a:moveTo>
                <a:lnTo>
                  <a:pt x="390525" y="2038350"/>
                </a:lnTo>
                <a:lnTo>
                  <a:pt x="390525" y="2047875"/>
                </a:lnTo>
                <a:lnTo>
                  <a:pt x="381000" y="2047875"/>
                </a:lnTo>
                <a:close/>
                <a:moveTo>
                  <a:pt x="1695450" y="2038350"/>
                </a:moveTo>
                <a:lnTo>
                  <a:pt x="1704975" y="2038350"/>
                </a:lnTo>
                <a:lnTo>
                  <a:pt x="1704975" y="2047875"/>
                </a:lnTo>
                <a:lnTo>
                  <a:pt x="1714500" y="2047875"/>
                </a:lnTo>
                <a:lnTo>
                  <a:pt x="1714500" y="2038350"/>
                </a:lnTo>
                <a:lnTo>
                  <a:pt x="1724025" y="2038350"/>
                </a:lnTo>
                <a:lnTo>
                  <a:pt x="1724025" y="2095500"/>
                </a:lnTo>
                <a:lnTo>
                  <a:pt x="1714500" y="2095500"/>
                </a:lnTo>
                <a:lnTo>
                  <a:pt x="1714500" y="2076450"/>
                </a:lnTo>
                <a:lnTo>
                  <a:pt x="1704975" y="2076450"/>
                </a:lnTo>
                <a:lnTo>
                  <a:pt x="1704975" y="2095500"/>
                </a:lnTo>
                <a:lnTo>
                  <a:pt x="1695450" y="2095500"/>
                </a:lnTo>
                <a:close/>
                <a:moveTo>
                  <a:pt x="1533525" y="2047875"/>
                </a:moveTo>
                <a:lnTo>
                  <a:pt x="1562100" y="2047875"/>
                </a:lnTo>
                <a:lnTo>
                  <a:pt x="1562100" y="2057400"/>
                </a:lnTo>
                <a:lnTo>
                  <a:pt x="1571625" y="2057400"/>
                </a:lnTo>
                <a:lnTo>
                  <a:pt x="1571625" y="2066925"/>
                </a:lnTo>
                <a:lnTo>
                  <a:pt x="1543050" y="2066925"/>
                </a:lnTo>
                <a:lnTo>
                  <a:pt x="1543050" y="2076450"/>
                </a:lnTo>
                <a:lnTo>
                  <a:pt x="1495425" y="2076450"/>
                </a:lnTo>
                <a:lnTo>
                  <a:pt x="1495425" y="2066925"/>
                </a:lnTo>
                <a:lnTo>
                  <a:pt x="1504950" y="2066925"/>
                </a:lnTo>
                <a:lnTo>
                  <a:pt x="1504950" y="2057400"/>
                </a:lnTo>
                <a:lnTo>
                  <a:pt x="1533525" y="2057400"/>
                </a:lnTo>
                <a:close/>
                <a:moveTo>
                  <a:pt x="1266825" y="2057400"/>
                </a:moveTo>
                <a:lnTo>
                  <a:pt x="1276350" y="2057400"/>
                </a:lnTo>
                <a:lnTo>
                  <a:pt x="1276350" y="2066925"/>
                </a:lnTo>
                <a:lnTo>
                  <a:pt x="1295400" y="2066925"/>
                </a:lnTo>
                <a:lnTo>
                  <a:pt x="1295400" y="2076450"/>
                </a:lnTo>
                <a:lnTo>
                  <a:pt x="1285875" y="2076450"/>
                </a:lnTo>
                <a:lnTo>
                  <a:pt x="1285875" y="2085975"/>
                </a:lnTo>
                <a:lnTo>
                  <a:pt x="1257300" y="2085975"/>
                </a:lnTo>
                <a:lnTo>
                  <a:pt x="1257300" y="2076450"/>
                </a:lnTo>
                <a:lnTo>
                  <a:pt x="1266825" y="2076450"/>
                </a:lnTo>
                <a:close/>
                <a:moveTo>
                  <a:pt x="1676400" y="2057400"/>
                </a:moveTo>
                <a:lnTo>
                  <a:pt x="1685925" y="2057400"/>
                </a:lnTo>
                <a:lnTo>
                  <a:pt x="1685925" y="2066925"/>
                </a:lnTo>
                <a:lnTo>
                  <a:pt x="1676400" y="2066925"/>
                </a:lnTo>
                <a:close/>
                <a:moveTo>
                  <a:pt x="1152525" y="2085975"/>
                </a:moveTo>
                <a:lnTo>
                  <a:pt x="1162050" y="2085975"/>
                </a:lnTo>
                <a:lnTo>
                  <a:pt x="1162050" y="2105025"/>
                </a:lnTo>
                <a:lnTo>
                  <a:pt x="1143000" y="2105025"/>
                </a:lnTo>
                <a:lnTo>
                  <a:pt x="1143000" y="2095500"/>
                </a:lnTo>
                <a:lnTo>
                  <a:pt x="1152525" y="2095500"/>
                </a:lnTo>
                <a:close/>
                <a:moveTo>
                  <a:pt x="571500" y="2105025"/>
                </a:moveTo>
                <a:lnTo>
                  <a:pt x="581025" y="2105025"/>
                </a:lnTo>
                <a:lnTo>
                  <a:pt x="581025" y="2124075"/>
                </a:lnTo>
                <a:lnTo>
                  <a:pt x="571500" y="2124075"/>
                </a:lnTo>
                <a:close/>
                <a:moveTo>
                  <a:pt x="704850" y="2105025"/>
                </a:moveTo>
                <a:lnTo>
                  <a:pt x="714375" y="2105025"/>
                </a:lnTo>
                <a:lnTo>
                  <a:pt x="714375" y="2124075"/>
                </a:lnTo>
                <a:lnTo>
                  <a:pt x="695325" y="2124075"/>
                </a:lnTo>
                <a:lnTo>
                  <a:pt x="695325" y="2114550"/>
                </a:lnTo>
                <a:lnTo>
                  <a:pt x="704850" y="2114550"/>
                </a:lnTo>
                <a:close/>
                <a:moveTo>
                  <a:pt x="733425" y="2114550"/>
                </a:moveTo>
                <a:lnTo>
                  <a:pt x="752475" y="2114550"/>
                </a:lnTo>
                <a:lnTo>
                  <a:pt x="752475" y="2124075"/>
                </a:lnTo>
                <a:lnTo>
                  <a:pt x="733425" y="2124075"/>
                </a:lnTo>
                <a:close/>
                <a:moveTo>
                  <a:pt x="561975" y="2124075"/>
                </a:moveTo>
                <a:lnTo>
                  <a:pt x="571500" y="2124075"/>
                </a:lnTo>
                <a:lnTo>
                  <a:pt x="571500" y="2133600"/>
                </a:lnTo>
                <a:lnTo>
                  <a:pt x="561975" y="2133600"/>
                </a:lnTo>
                <a:close/>
                <a:moveTo>
                  <a:pt x="590550" y="2124075"/>
                </a:moveTo>
                <a:lnTo>
                  <a:pt x="600075" y="2124075"/>
                </a:lnTo>
                <a:lnTo>
                  <a:pt x="600075" y="2133600"/>
                </a:lnTo>
                <a:lnTo>
                  <a:pt x="590550" y="2133600"/>
                </a:lnTo>
                <a:close/>
                <a:moveTo>
                  <a:pt x="685800" y="2124075"/>
                </a:moveTo>
                <a:lnTo>
                  <a:pt x="695325" y="2124075"/>
                </a:lnTo>
                <a:lnTo>
                  <a:pt x="695325" y="2133600"/>
                </a:lnTo>
                <a:lnTo>
                  <a:pt x="685800" y="2133600"/>
                </a:lnTo>
                <a:close/>
                <a:moveTo>
                  <a:pt x="1019175" y="2133600"/>
                </a:moveTo>
                <a:lnTo>
                  <a:pt x="1028700" y="2133600"/>
                </a:lnTo>
                <a:lnTo>
                  <a:pt x="1028700" y="2143125"/>
                </a:lnTo>
                <a:lnTo>
                  <a:pt x="1019175" y="2143125"/>
                </a:lnTo>
                <a:close/>
                <a:moveTo>
                  <a:pt x="1695450" y="2133600"/>
                </a:moveTo>
                <a:lnTo>
                  <a:pt x="1704975" y="2133600"/>
                </a:lnTo>
                <a:lnTo>
                  <a:pt x="1704975" y="2143125"/>
                </a:lnTo>
                <a:lnTo>
                  <a:pt x="1695450" y="2143125"/>
                </a:lnTo>
                <a:close/>
                <a:moveTo>
                  <a:pt x="1714500" y="2133600"/>
                </a:moveTo>
                <a:lnTo>
                  <a:pt x="1724025" y="2133600"/>
                </a:lnTo>
                <a:lnTo>
                  <a:pt x="1724025" y="2143125"/>
                </a:lnTo>
                <a:lnTo>
                  <a:pt x="1714500" y="2143125"/>
                </a:lnTo>
                <a:close/>
                <a:moveTo>
                  <a:pt x="1047750" y="2143125"/>
                </a:moveTo>
                <a:lnTo>
                  <a:pt x="1057275" y="2143125"/>
                </a:lnTo>
                <a:lnTo>
                  <a:pt x="1057275" y="2152650"/>
                </a:lnTo>
                <a:lnTo>
                  <a:pt x="1047750" y="2152650"/>
                </a:lnTo>
                <a:close/>
                <a:moveTo>
                  <a:pt x="1409700" y="2143125"/>
                </a:moveTo>
                <a:lnTo>
                  <a:pt x="1428750" y="2143125"/>
                </a:lnTo>
                <a:lnTo>
                  <a:pt x="1428750" y="2162175"/>
                </a:lnTo>
                <a:lnTo>
                  <a:pt x="1400175" y="2162175"/>
                </a:lnTo>
                <a:lnTo>
                  <a:pt x="1400175" y="2152650"/>
                </a:lnTo>
                <a:lnTo>
                  <a:pt x="1409700" y="2152650"/>
                </a:lnTo>
                <a:close/>
                <a:moveTo>
                  <a:pt x="1009650" y="2152650"/>
                </a:moveTo>
                <a:lnTo>
                  <a:pt x="1019175" y="2152650"/>
                </a:lnTo>
                <a:lnTo>
                  <a:pt x="1019175" y="2162175"/>
                </a:lnTo>
                <a:lnTo>
                  <a:pt x="1028700" y="2162175"/>
                </a:lnTo>
                <a:lnTo>
                  <a:pt x="1028700" y="2171700"/>
                </a:lnTo>
                <a:lnTo>
                  <a:pt x="1009650" y="2171700"/>
                </a:lnTo>
                <a:close/>
                <a:moveTo>
                  <a:pt x="638175" y="2171700"/>
                </a:moveTo>
                <a:lnTo>
                  <a:pt x="676275" y="2171700"/>
                </a:lnTo>
                <a:lnTo>
                  <a:pt x="676275" y="2181225"/>
                </a:lnTo>
                <a:lnTo>
                  <a:pt x="657225" y="2181225"/>
                </a:lnTo>
                <a:lnTo>
                  <a:pt x="657225" y="2190750"/>
                </a:lnTo>
                <a:lnTo>
                  <a:pt x="666750" y="2190750"/>
                </a:lnTo>
                <a:lnTo>
                  <a:pt x="666750" y="2200275"/>
                </a:lnTo>
                <a:lnTo>
                  <a:pt x="647700" y="2200275"/>
                </a:lnTo>
                <a:lnTo>
                  <a:pt x="647700" y="2209800"/>
                </a:lnTo>
                <a:lnTo>
                  <a:pt x="638175" y="2209800"/>
                </a:lnTo>
                <a:close/>
                <a:moveTo>
                  <a:pt x="704850" y="2171700"/>
                </a:moveTo>
                <a:lnTo>
                  <a:pt x="742950" y="2171700"/>
                </a:lnTo>
                <a:lnTo>
                  <a:pt x="742950" y="2181225"/>
                </a:lnTo>
                <a:lnTo>
                  <a:pt x="723900" y="2181225"/>
                </a:lnTo>
                <a:lnTo>
                  <a:pt x="723900" y="2190750"/>
                </a:lnTo>
                <a:lnTo>
                  <a:pt x="714375" y="2190750"/>
                </a:lnTo>
                <a:lnTo>
                  <a:pt x="714375" y="2200275"/>
                </a:lnTo>
                <a:lnTo>
                  <a:pt x="685800" y="2200275"/>
                </a:lnTo>
                <a:lnTo>
                  <a:pt x="685800" y="2190750"/>
                </a:lnTo>
                <a:lnTo>
                  <a:pt x="676275" y="2190750"/>
                </a:lnTo>
                <a:lnTo>
                  <a:pt x="676275" y="2181225"/>
                </a:lnTo>
                <a:lnTo>
                  <a:pt x="704850" y="2181225"/>
                </a:lnTo>
                <a:close/>
                <a:moveTo>
                  <a:pt x="771525" y="2171700"/>
                </a:moveTo>
                <a:lnTo>
                  <a:pt x="781050" y="2171700"/>
                </a:lnTo>
                <a:lnTo>
                  <a:pt x="781050" y="2181225"/>
                </a:lnTo>
                <a:lnTo>
                  <a:pt x="771525" y="2181225"/>
                </a:lnTo>
                <a:close/>
                <a:moveTo>
                  <a:pt x="800100" y="2171700"/>
                </a:moveTo>
                <a:lnTo>
                  <a:pt x="809625" y="2171700"/>
                </a:lnTo>
                <a:lnTo>
                  <a:pt x="809625" y="2181225"/>
                </a:lnTo>
                <a:lnTo>
                  <a:pt x="800100" y="2181225"/>
                </a:lnTo>
                <a:close/>
                <a:moveTo>
                  <a:pt x="200025" y="2181225"/>
                </a:moveTo>
                <a:lnTo>
                  <a:pt x="209550" y="2181225"/>
                </a:lnTo>
                <a:lnTo>
                  <a:pt x="209550" y="2190750"/>
                </a:lnTo>
                <a:lnTo>
                  <a:pt x="200025" y="2190750"/>
                </a:lnTo>
                <a:close/>
                <a:moveTo>
                  <a:pt x="752475" y="2181225"/>
                </a:moveTo>
                <a:lnTo>
                  <a:pt x="762000" y="2181225"/>
                </a:lnTo>
                <a:lnTo>
                  <a:pt x="762000" y="2190750"/>
                </a:lnTo>
                <a:lnTo>
                  <a:pt x="752475" y="2190750"/>
                </a:lnTo>
                <a:close/>
                <a:moveTo>
                  <a:pt x="1285875" y="2181225"/>
                </a:moveTo>
                <a:lnTo>
                  <a:pt x="1295400" y="2181225"/>
                </a:lnTo>
                <a:lnTo>
                  <a:pt x="1295400" y="2190750"/>
                </a:lnTo>
                <a:lnTo>
                  <a:pt x="1304925" y="2190750"/>
                </a:lnTo>
                <a:lnTo>
                  <a:pt x="1304925" y="2200275"/>
                </a:lnTo>
                <a:lnTo>
                  <a:pt x="1285875" y="2200275"/>
                </a:lnTo>
                <a:close/>
                <a:moveTo>
                  <a:pt x="676275" y="2200275"/>
                </a:moveTo>
                <a:lnTo>
                  <a:pt x="685800" y="2200275"/>
                </a:lnTo>
                <a:lnTo>
                  <a:pt x="685800" y="2209800"/>
                </a:lnTo>
                <a:lnTo>
                  <a:pt x="676275" y="2209800"/>
                </a:lnTo>
                <a:close/>
                <a:moveTo>
                  <a:pt x="438150" y="2219325"/>
                </a:moveTo>
                <a:lnTo>
                  <a:pt x="457200" y="2219325"/>
                </a:lnTo>
                <a:lnTo>
                  <a:pt x="457200" y="2228850"/>
                </a:lnTo>
                <a:lnTo>
                  <a:pt x="438150" y="2228850"/>
                </a:lnTo>
                <a:close/>
                <a:moveTo>
                  <a:pt x="1247775" y="2219325"/>
                </a:moveTo>
                <a:lnTo>
                  <a:pt x="1276350" y="2219325"/>
                </a:lnTo>
                <a:lnTo>
                  <a:pt x="1276350" y="2228850"/>
                </a:lnTo>
                <a:lnTo>
                  <a:pt x="1247775" y="2228850"/>
                </a:lnTo>
                <a:close/>
                <a:moveTo>
                  <a:pt x="1133475" y="2247900"/>
                </a:moveTo>
                <a:lnTo>
                  <a:pt x="1162050" y="2247900"/>
                </a:lnTo>
                <a:lnTo>
                  <a:pt x="1162050" y="2257425"/>
                </a:lnTo>
                <a:lnTo>
                  <a:pt x="1133475" y="2257425"/>
                </a:lnTo>
                <a:close/>
                <a:moveTo>
                  <a:pt x="1143000" y="2266950"/>
                </a:moveTo>
                <a:lnTo>
                  <a:pt x="1152525" y="2266950"/>
                </a:lnTo>
                <a:lnTo>
                  <a:pt x="1152525" y="2276475"/>
                </a:lnTo>
                <a:lnTo>
                  <a:pt x="1143000" y="2276475"/>
                </a:lnTo>
                <a:close/>
                <a:moveTo>
                  <a:pt x="180975" y="2286000"/>
                </a:moveTo>
                <a:lnTo>
                  <a:pt x="190500" y="2286000"/>
                </a:lnTo>
                <a:lnTo>
                  <a:pt x="190500" y="2295525"/>
                </a:lnTo>
                <a:lnTo>
                  <a:pt x="180975" y="2295525"/>
                </a:lnTo>
                <a:close/>
                <a:moveTo>
                  <a:pt x="295275" y="2286000"/>
                </a:moveTo>
                <a:lnTo>
                  <a:pt x="304800" y="2286000"/>
                </a:lnTo>
                <a:lnTo>
                  <a:pt x="304800" y="2295525"/>
                </a:lnTo>
                <a:lnTo>
                  <a:pt x="295275" y="2295525"/>
                </a:lnTo>
                <a:close/>
                <a:moveTo>
                  <a:pt x="1085850" y="2286000"/>
                </a:moveTo>
                <a:lnTo>
                  <a:pt x="1095375" y="2286000"/>
                </a:lnTo>
                <a:lnTo>
                  <a:pt x="1095375" y="2295525"/>
                </a:lnTo>
                <a:lnTo>
                  <a:pt x="1085850" y="2295525"/>
                </a:lnTo>
                <a:close/>
                <a:moveTo>
                  <a:pt x="304800" y="2295525"/>
                </a:moveTo>
                <a:lnTo>
                  <a:pt x="314325" y="2295525"/>
                </a:lnTo>
                <a:lnTo>
                  <a:pt x="314325" y="2305050"/>
                </a:lnTo>
                <a:lnTo>
                  <a:pt x="304800" y="2305050"/>
                </a:lnTo>
                <a:close/>
                <a:moveTo>
                  <a:pt x="314325" y="2305050"/>
                </a:moveTo>
                <a:lnTo>
                  <a:pt x="323850" y="2305050"/>
                </a:lnTo>
                <a:lnTo>
                  <a:pt x="323850" y="2314575"/>
                </a:lnTo>
                <a:lnTo>
                  <a:pt x="314325" y="2314575"/>
                </a:lnTo>
                <a:close/>
                <a:moveTo>
                  <a:pt x="1343025" y="2314575"/>
                </a:moveTo>
                <a:lnTo>
                  <a:pt x="1352550" y="2314575"/>
                </a:lnTo>
                <a:lnTo>
                  <a:pt x="1352550" y="2324100"/>
                </a:lnTo>
                <a:lnTo>
                  <a:pt x="1362075" y="2324100"/>
                </a:lnTo>
                <a:lnTo>
                  <a:pt x="1362075" y="2333625"/>
                </a:lnTo>
                <a:lnTo>
                  <a:pt x="1371600" y="2333625"/>
                </a:lnTo>
                <a:lnTo>
                  <a:pt x="1371600" y="2352675"/>
                </a:lnTo>
                <a:lnTo>
                  <a:pt x="1333500" y="2352675"/>
                </a:lnTo>
                <a:lnTo>
                  <a:pt x="1333500" y="2343150"/>
                </a:lnTo>
                <a:lnTo>
                  <a:pt x="1343025" y="2343150"/>
                </a:lnTo>
                <a:lnTo>
                  <a:pt x="1343025" y="2333625"/>
                </a:lnTo>
                <a:lnTo>
                  <a:pt x="1323975" y="2333625"/>
                </a:lnTo>
                <a:lnTo>
                  <a:pt x="1323975" y="2324100"/>
                </a:lnTo>
                <a:lnTo>
                  <a:pt x="1343025" y="2324100"/>
                </a:lnTo>
                <a:close/>
                <a:moveTo>
                  <a:pt x="1704975" y="2314575"/>
                </a:moveTo>
                <a:lnTo>
                  <a:pt x="1724025" y="2314575"/>
                </a:lnTo>
                <a:lnTo>
                  <a:pt x="1724025" y="2333625"/>
                </a:lnTo>
                <a:lnTo>
                  <a:pt x="1714500" y="2333625"/>
                </a:lnTo>
                <a:lnTo>
                  <a:pt x="1714500" y="2324100"/>
                </a:lnTo>
                <a:lnTo>
                  <a:pt x="1704975" y="2324100"/>
                </a:lnTo>
                <a:close/>
                <a:moveTo>
                  <a:pt x="323850" y="2324100"/>
                </a:moveTo>
                <a:lnTo>
                  <a:pt x="333375" y="2324100"/>
                </a:lnTo>
                <a:lnTo>
                  <a:pt x="333375" y="2333625"/>
                </a:lnTo>
                <a:lnTo>
                  <a:pt x="323850" y="2333625"/>
                </a:lnTo>
                <a:close/>
                <a:moveTo>
                  <a:pt x="1695450" y="2324100"/>
                </a:moveTo>
                <a:lnTo>
                  <a:pt x="1704975" y="2324100"/>
                </a:lnTo>
                <a:lnTo>
                  <a:pt x="1704975" y="2333625"/>
                </a:lnTo>
                <a:lnTo>
                  <a:pt x="1695450" y="2333625"/>
                </a:lnTo>
                <a:close/>
                <a:moveTo>
                  <a:pt x="1685925" y="2333625"/>
                </a:moveTo>
                <a:lnTo>
                  <a:pt x="1695450" y="2333625"/>
                </a:lnTo>
                <a:lnTo>
                  <a:pt x="1695450" y="2343150"/>
                </a:lnTo>
                <a:lnTo>
                  <a:pt x="1685925" y="2343150"/>
                </a:lnTo>
                <a:close/>
                <a:moveTo>
                  <a:pt x="323850" y="2343150"/>
                </a:moveTo>
                <a:lnTo>
                  <a:pt x="333375" y="2343150"/>
                </a:lnTo>
                <a:lnTo>
                  <a:pt x="333375" y="2371725"/>
                </a:lnTo>
                <a:lnTo>
                  <a:pt x="323850" y="2371725"/>
                </a:lnTo>
                <a:close/>
                <a:moveTo>
                  <a:pt x="923925" y="2343150"/>
                </a:moveTo>
                <a:lnTo>
                  <a:pt x="933450" y="2343150"/>
                </a:lnTo>
                <a:lnTo>
                  <a:pt x="933450" y="2352675"/>
                </a:lnTo>
                <a:lnTo>
                  <a:pt x="923925" y="2352675"/>
                </a:lnTo>
                <a:close/>
                <a:moveTo>
                  <a:pt x="371475" y="2362200"/>
                </a:moveTo>
                <a:lnTo>
                  <a:pt x="390525" y="2362200"/>
                </a:lnTo>
                <a:lnTo>
                  <a:pt x="390525" y="2371725"/>
                </a:lnTo>
                <a:lnTo>
                  <a:pt x="381000" y="2371725"/>
                </a:lnTo>
                <a:lnTo>
                  <a:pt x="381000" y="2381250"/>
                </a:lnTo>
                <a:lnTo>
                  <a:pt x="371475" y="2381250"/>
                </a:lnTo>
                <a:close/>
                <a:moveTo>
                  <a:pt x="742950" y="2362200"/>
                </a:moveTo>
                <a:lnTo>
                  <a:pt x="762000" y="2362200"/>
                </a:lnTo>
                <a:lnTo>
                  <a:pt x="762000" y="2390775"/>
                </a:lnTo>
                <a:lnTo>
                  <a:pt x="742950" y="2390775"/>
                </a:lnTo>
                <a:lnTo>
                  <a:pt x="742950" y="2381250"/>
                </a:lnTo>
                <a:lnTo>
                  <a:pt x="752475" y="2381250"/>
                </a:lnTo>
                <a:lnTo>
                  <a:pt x="752475" y="2371725"/>
                </a:lnTo>
                <a:lnTo>
                  <a:pt x="742950" y="2371725"/>
                </a:lnTo>
                <a:close/>
                <a:moveTo>
                  <a:pt x="1695450" y="2371725"/>
                </a:moveTo>
                <a:lnTo>
                  <a:pt x="1704975" y="2371725"/>
                </a:lnTo>
                <a:lnTo>
                  <a:pt x="1704975" y="2390775"/>
                </a:lnTo>
                <a:lnTo>
                  <a:pt x="1714500" y="2390775"/>
                </a:lnTo>
                <a:lnTo>
                  <a:pt x="1714500" y="2381250"/>
                </a:lnTo>
                <a:lnTo>
                  <a:pt x="1724025" y="2381250"/>
                </a:lnTo>
                <a:lnTo>
                  <a:pt x="1724025" y="2438400"/>
                </a:lnTo>
                <a:lnTo>
                  <a:pt x="1704975" y="2438400"/>
                </a:lnTo>
                <a:lnTo>
                  <a:pt x="1704975" y="2428875"/>
                </a:lnTo>
                <a:lnTo>
                  <a:pt x="1695450" y="2428875"/>
                </a:lnTo>
                <a:lnTo>
                  <a:pt x="1695450" y="2390775"/>
                </a:lnTo>
                <a:lnTo>
                  <a:pt x="1685925" y="2390775"/>
                </a:lnTo>
                <a:lnTo>
                  <a:pt x="1685925" y="2381250"/>
                </a:lnTo>
                <a:lnTo>
                  <a:pt x="1695450" y="2381250"/>
                </a:lnTo>
                <a:close/>
                <a:moveTo>
                  <a:pt x="390525" y="2381250"/>
                </a:moveTo>
                <a:lnTo>
                  <a:pt x="400050" y="2381250"/>
                </a:lnTo>
                <a:lnTo>
                  <a:pt x="400050" y="2390775"/>
                </a:lnTo>
                <a:lnTo>
                  <a:pt x="390525" y="2390775"/>
                </a:lnTo>
                <a:close/>
                <a:moveTo>
                  <a:pt x="581025" y="2381250"/>
                </a:moveTo>
                <a:lnTo>
                  <a:pt x="590550" y="2381250"/>
                </a:lnTo>
                <a:lnTo>
                  <a:pt x="590550" y="2390775"/>
                </a:lnTo>
                <a:lnTo>
                  <a:pt x="581025" y="2390775"/>
                </a:lnTo>
                <a:close/>
                <a:moveTo>
                  <a:pt x="819150" y="2381250"/>
                </a:moveTo>
                <a:lnTo>
                  <a:pt x="838200" y="2381250"/>
                </a:lnTo>
                <a:lnTo>
                  <a:pt x="838200" y="2390775"/>
                </a:lnTo>
                <a:lnTo>
                  <a:pt x="819150" y="2390775"/>
                </a:lnTo>
                <a:close/>
                <a:moveTo>
                  <a:pt x="1057275" y="2390775"/>
                </a:moveTo>
                <a:lnTo>
                  <a:pt x="1066800" y="2390775"/>
                </a:lnTo>
                <a:lnTo>
                  <a:pt x="1066800" y="2400300"/>
                </a:lnTo>
                <a:lnTo>
                  <a:pt x="1057275" y="2400300"/>
                </a:lnTo>
                <a:close/>
                <a:moveTo>
                  <a:pt x="723900" y="2428875"/>
                </a:moveTo>
                <a:lnTo>
                  <a:pt x="742950" y="2428875"/>
                </a:lnTo>
                <a:lnTo>
                  <a:pt x="742950" y="2438400"/>
                </a:lnTo>
                <a:lnTo>
                  <a:pt x="723900" y="2438400"/>
                </a:lnTo>
                <a:close/>
                <a:moveTo>
                  <a:pt x="1704975" y="2428875"/>
                </a:moveTo>
                <a:lnTo>
                  <a:pt x="1714500" y="2428875"/>
                </a:lnTo>
                <a:lnTo>
                  <a:pt x="1714500" y="2400300"/>
                </a:lnTo>
                <a:lnTo>
                  <a:pt x="1704975" y="2400300"/>
                </a:lnTo>
                <a:close/>
                <a:moveTo>
                  <a:pt x="257175" y="2438400"/>
                </a:moveTo>
                <a:lnTo>
                  <a:pt x="304800" y="2438400"/>
                </a:lnTo>
                <a:lnTo>
                  <a:pt x="304800" y="2447925"/>
                </a:lnTo>
                <a:lnTo>
                  <a:pt x="257175" y="2447925"/>
                </a:lnTo>
                <a:close/>
                <a:moveTo>
                  <a:pt x="1133475" y="2457450"/>
                </a:moveTo>
                <a:lnTo>
                  <a:pt x="1143000" y="2457450"/>
                </a:lnTo>
                <a:lnTo>
                  <a:pt x="1143000" y="2476500"/>
                </a:lnTo>
                <a:lnTo>
                  <a:pt x="1152525" y="2476500"/>
                </a:lnTo>
                <a:lnTo>
                  <a:pt x="1152525" y="2486025"/>
                </a:lnTo>
                <a:lnTo>
                  <a:pt x="1123950" y="2486025"/>
                </a:lnTo>
                <a:lnTo>
                  <a:pt x="1123950" y="2476500"/>
                </a:lnTo>
                <a:lnTo>
                  <a:pt x="1133475" y="2476500"/>
                </a:lnTo>
                <a:close/>
                <a:moveTo>
                  <a:pt x="1704975" y="2457450"/>
                </a:moveTo>
                <a:lnTo>
                  <a:pt x="1714500" y="2457450"/>
                </a:lnTo>
                <a:lnTo>
                  <a:pt x="1714500" y="2466975"/>
                </a:lnTo>
                <a:lnTo>
                  <a:pt x="1724025" y="2466975"/>
                </a:lnTo>
                <a:lnTo>
                  <a:pt x="1724025" y="2486025"/>
                </a:lnTo>
                <a:lnTo>
                  <a:pt x="1704975" y="2486025"/>
                </a:lnTo>
                <a:close/>
                <a:moveTo>
                  <a:pt x="247650" y="2505075"/>
                </a:moveTo>
                <a:lnTo>
                  <a:pt x="266700" y="2505075"/>
                </a:lnTo>
                <a:lnTo>
                  <a:pt x="266700" y="2514600"/>
                </a:lnTo>
                <a:lnTo>
                  <a:pt x="247650" y="2514600"/>
                </a:lnTo>
                <a:close/>
                <a:moveTo>
                  <a:pt x="295275" y="2505075"/>
                </a:moveTo>
                <a:lnTo>
                  <a:pt x="304800" y="2505075"/>
                </a:lnTo>
                <a:lnTo>
                  <a:pt x="304800" y="2514600"/>
                </a:lnTo>
                <a:lnTo>
                  <a:pt x="295275" y="2514600"/>
                </a:lnTo>
                <a:close/>
                <a:moveTo>
                  <a:pt x="390525" y="2505075"/>
                </a:moveTo>
                <a:lnTo>
                  <a:pt x="400050" y="2505075"/>
                </a:lnTo>
                <a:lnTo>
                  <a:pt x="400050" y="2514600"/>
                </a:lnTo>
                <a:lnTo>
                  <a:pt x="390525" y="2514600"/>
                </a:lnTo>
                <a:close/>
                <a:moveTo>
                  <a:pt x="409575" y="2505075"/>
                </a:moveTo>
                <a:lnTo>
                  <a:pt x="419100" y="2505075"/>
                </a:lnTo>
                <a:lnTo>
                  <a:pt x="419100" y="2514600"/>
                </a:lnTo>
                <a:lnTo>
                  <a:pt x="409575" y="2514600"/>
                </a:lnTo>
                <a:close/>
                <a:moveTo>
                  <a:pt x="200025" y="2543175"/>
                </a:moveTo>
                <a:lnTo>
                  <a:pt x="209550" y="2543175"/>
                </a:lnTo>
                <a:lnTo>
                  <a:pt x="209550" y="2552700"/>
                </a:lnTo>
                <a:lnTo>
                  <a:pt x="200025" y="2552700"/>
                </a:lnTo>
                <a:close/>
                <a:moveTo>
                  <a:pt x="1247775" y="2552700"/>
                </a:moveTo>
                <a:lnTo>
                  <a:pt x="1266825" y="2552700"/>
                </a:lnTo>
                <a:lnTo>
                  <a:pt x="1266825" y="2562225"/>
                </a:lnTo>
                <a:lnTo>
                  <a:pt x="1247775" y="2562225"/>
                </a:lnTo>
                <a:close/>
                <a:moveTo>
                  <a:pt x="1619250" y="2552700"/>
                </a:moveTo>
                <a:lnTo>
                  <a:pt x="1638300" y="2552700"/>
                </a:lnTo>
                <a:lnTo>
                  <a:pt x="1638300" y="2562225"/>
                </a:lnTo>
                <a:lnTo>
                  <a:pt x="1619250" y="2562225"/>
                </a:lnTo>
                <a:close/>
                <a:moveTo>
                  <a:pt x="1295400" y="2571750"/>
                </a:moveTo>
                <a:lnTo>
                  <a:pt x="1314450" y="2571750"/>
                </a:lnTo>
                <a:lnTo>
                  <a:pt x="1314450" y="2581275"/>
                </a:lnTo>
                <a:lnTo>
                  <a:pt x="1323975" y="2581275"/>
                </a:lnTo>
                <a:lnTo>
                  <a:pt x="1323975" y="2590800"/>
                </a:lnTo>
                <a:lnTo>
                  <a:pt x="1295400" y="2590800"/>
                </a:lnTo>
                <a:close/>
                <a:moveTo>
                  <a:pt x="1609725" y="2571750"/>
                </a:moveTo>
                <a:lnTo>
                  <a:pt x="1638300" y="2571750"/>
                </a:lnTo>
                <a:lnTo>
                  <a:pt x="1638300" y="2581275"/>
                </a:lnTo>
                <a:lnTo>
                  <a:pt x="1609725" y="2581275"/>
                </a:lnTo>
                <a:close/>
                <a:moveTo>
                  <a:pt x="1190625" y="2581275"/>
                </a:moveTo>
                <a:lnTo>
                  <a:pt x="1200150" y="2581275"/>
                </a:lnTo>
                <a:lnTo>
                  <a:pt x="1200150" y="2600325"/>
                </a:lnTo>
                <a:lnTo>
                  <a:pt x="1181100" y="2600325"/>
                </a:lnTo>
                <a:lnTo>
                  <a:pt x="1181100" y="2590800"/>
                </a:lnTo>
                <a:lnTo>
                  <a:pt x="1190625" y="2590800"/>
                </a:lnTo>
                <a:close/>
                <a:moveTo>
                  <a:pt x="1457325" y="2581275"/>
                </a:moveTo>
                <a:lnTo>
                  <a:pt x="1466850" y="2581275"/>
                </a:lnTo>
                <a:lnTo>
                  <a:pt x="1466850" y="2590800"/>
                </a:lnTo>
                <a:lnTo>
                  <a:pt x="1457325" y="2590800"/>
                </a:lnTo>
                <a:close/>
                <a:moveTo>
                  <a:pt x="1685925" y="2581275"/>
                </a:moveTo>
                <a:lnTo>
                  <a:pt x="1724025" y="2581275"/>
                </a:lnTo>
                <a:lnTo>
                  <a:pt x="1724025" y="2590800"/>
                </a:lnTo>
                <a:lnTo>
                  <a:pt x="1685925" y="2590800"/>
                </a:lnTo>
                <a:close/>
                <a:moveTo>
                  <a:pt x="1619250" y="2590800"/>
                </a:moveTo>
                <a:lnTo>
                  <a:pt x="1628775" y="2590800"/>
                </a:lnTo>
                <a:lnTo>
                  <a:pt x="1628775" y="2600325"/>
                </a:lnTo>
                <a:lnTo>
                  <a:pt x="1619250" y="2600325"/>
                </a:lnTo>
                <a:close/>
                <a:moveTo>
                  <a:pt x="600075" y="2600325"/>
                </a:moveTo>
                <a:lnTo>
                  <a:pt x="619125" y="2600325"/>
                </a:lnTo>
                <a:lnTo>
                  <a:pt x="619125" y="2609850"/>
                </a:lnTo>
                <a:lnTo>
                  <a:pt x="609600" y="2609850"/>
                </a:lnTo>
                <a:lnTo>
                  <a:pt x="609600" y="2619375"/>
                </a:lnTo>
                <a:lnTo>
                  <a:pt x="600075" y="2619375"/>
                </a:lnTo>
                <a:close/>
                <a:moveTo>
                  <a:pt x="1714500" y="2638425"/>
                </a:moveTo>
                <a:lnTo>
                  <a:pt x="1724025" y="2638425"/>
                </a:lnTo>
                <a:lnTo>
                  <a:pt x="1724025" y="2705100"/>
                </a:lnTo>
                <a:lnTo>
                  <a:pt x="1704975" y="2705100"/>
                </a:lnTo>
                <a:lnTo>
                  <a:pt x="1704975" y="2686050"/>
                </a:lnTo>
                <a:lnTo>
                  <a:pt x="1695450" y="2686050"/>
                </a:lnTo>
                <a:lnTo>
                  <a:pt x="1695450" y="2676525"/>
                </a:lnTo>
                <a:lnTo>
                  <a:pt x="1704975" y="2676525"/>
                </a:lnTo>
                <a:lnTo>
                  <a:pt x="1704975" y="2686050"/>
                </a:lnTo>
                <a:lnTo>
                  <a:pt x="1714500" y="2686050"/>
                </a:lnTo>
                <a:close/>
                <a:moveTo>
                  <a:pt x="333375" y="2647950"/>
                </a:moveTo>
                <a:lnTo>
                  <a:pt x="371475" y="2647950"/>
                </a:lnTo>
                <a:lnTo>
                  <a:pt x="371475" y="2657475"/>
                </a:lnTo>
                <a:lnTo>
                  <a:pt x="352425" y="2657475"/>
                </a:lnTo>
                <a:lnTo>
                  <a:pt x="352425" y="2676525"/>
                </a:lnTo>
                <a:lnTo>
                  <a:pt x="333375" y="2676525"/>
                </a:lnTo>
                <a:lnTo>
                  <a:pt x="333375" y="2667000"/>
                </a:lnTo>
                <a:lnTo>
                  <a:pt x="342900" y="2667000"/>
                </a:lnTo>
                <a:lnTo>
                  <a:pt x="342900" y="2657475"/>
                </a:lnTo>
                <a:lnTo>
                  <a:pt x="333375" y="2657475"/>
                </a:lnTo>
                <a:close/>
                <a:moveTo>
                  <a:pt x="1695450" y="2647950"/>
                </a:moveTo>
                <a:lnTo>
                  <a:pt x="1704975" y="2647950"/>
                </a:lnTo>
                <a:lnTo>
                  <a:pt x="1704975" y="2657475"/>
                </a:lnTo>
                <a:lnTo>
                  <a:pt x="1695450" y="2657475"/>
                </a:lnTo>
                <a:close/>
                <a:moveTo>
                  <a:pt x="1276350" y="2657475"/>
                </a:moveTo>
                <a:lnTo>
                  <a:pt x="1295400" y="2657475"/>
                </a:lnTo>
                <a:lnTo>
                  <a:pt x="1295400" y="2667000"/>
                </a:lnTo>
                <a:lnTo>
                  <a:pt x="1276350" y="2667000"/>
                </a:lnTo>
                <a:close/>
                <a:moveTo>
                  <a:pt x="1400175" y="2657475"/>
                </a:moveTo>
                <a:lnTo>
                  <a:pt x="1409700" y="2657475"/>
                </a:lnTo>
                <a:lnTo>
                  <a:pt x="1409700" y="2667000"/>
                </a:lnTo>
                <a:lnTo>
                  <a:pt x="1400175" y="2667000"/>
                </a:lnTo>
                <a:close/>
                <a:moveTo>
                  <a:pt x="1362075" y="2667000"/>
                </a:moveTo>
                <a:lnTo>
                  <a:pt x="1400175" y="2667000"/>
                </a:lnTo>
                <a:lnTo>
                  <a:pt x="1400175" y="2686050"/>
                </a:lnTo>
                <a:lnTo>
                  <a:pt x="1390650" y="2686050"/>
                </a:lnTo>
                <a:lnTo>
                  <a:pt x="1390650" y="2676525"/>
                </a:lnTo>
                <a:lnTo>
                  <a:pt x="1362075" y="2676525"/>
                </a:lnTo>
                <a:close/>
                <a:moveTo>
                  <a:pt x="1409700" y="2667000"/>
                </a:moveTo>
                <a:lnTo>
                  <a:pt x="1419225" y="2667000"/>
                </a:lnTo>
                <a:lnTo>
                  <a:pt x="1419225" y="2676525"/>
                </a:lnTo>
                <a:lnTo>
                  <a:pt x="1409700" y="2676525"/>
                </a:lnTo>
                <a:close/>
                <a:moveTo>
                  <a:pt x="352425" y="2676525"/>
                </a:moveTo>
                <a:lnTo>
                  <a:pt x="361950" y="2676525"/>
                </a:lnTo>
                <a:lnTo>
                  <a:pt x="361950" y="2686050"/>
                </a:lnTo>
                <a:lnTo>
                  <a:pt x="352425" y="2686050"/>
                </a:lnTo>
                <a:close/>
                <a:moveTo>
                  <a:pt x="1228725" y="2686050"/>
                </a:moveTo>
                <a:lnTo>
                  <a:pt x="1238250" y="2686050"/>
                </a:lnTo>
                <a:lnTo>
                  <a:pt x="1238250" y="2695575"/>
                </a:lnTo>
                <a:lnTo>
                  <a:pt x="1228725" y="2695575"/>
                </a:lnTo>
                <a:close/>
                <a:moveTo>
                  <a:pt x="561975" y="2695575"/>
                </a:moveTo>
                <a:lnTo>
                  <a:pt x="581025" y="2695575"/>
                </a:lnTo>
                <a:lnTo>
                  <a:pt x="581025" y="2705100"/>
                </a:lnTo>
                <a:lnTo>
                  <a:pt x="561975" y="2705100"/>
                </a:lnTo>
                <a:close/>
                <a:moveTo>
                  <a:pt x="590550" y="2695575"/>
                </a:moveTo>
                <a:lnTo>
                  <a:pt x="619125" y="2695575"/>
                </a:lnTo>
                <a:lnTo>
                  <a:pt x="619125" y="2705100"/>
                </a:lnTo>
                <a:lnTo>
                  <a:pt x="590550" y="2705100"/>
                </a:lnTo>
                <a:close/>
                <a:moveTo>
                  <a:pt x="333375" y="2714625"/>
                </a:moveTo>
                <a:lnTo>
                  <a:pt x="352425" y="2714625"/>
                </a:lnTo>
                <a:lnTo>
                  <a:pt x="352425" y="2743200"/>
                </a:lnTo>
                <a:lnTo>
                  <a:pt x="323850" y="2743200"/>
                </a:lnTo>
                <a:lnTo>
                  <a:pt x="323850" y="2733675"/>
                </a:lnTo>
                <a:lnTo>
                  <a:pt x="333375" y="2733675"/>
                </a:lnTo>
                <a:close/>
                <a:moveTo>
                  <a:pt x="180975" y="2724150"/>
                </a:moveTo>
                <a:lnTo>
                  <a:pt x="190500" y="2724150"/>
                </a:lnTo>
                <a:lnTo>
                  <a:pt x="190500" y="2733675"/>
                </a:lnTo>
                <a:lnTo>
                  <a:pt x="180975" y="2733675"/>
                </a:lnTo>
                <a:close/>
                <a:moveTo>
                  <a:pt x="581025" y="2724150"/>
                </a:moveTo>
                <a:lnTo>
                  <a:pt x="600075" y="2724150"/>
                </a:lnTo>
                <a:lnTo>
                  <a:pt x="600075" y="2743200"/>
                </a:lnTo>
                <a:lnTo>
                  <a:pt x="581025" y="2743200"/>
                </a:lnTo>
                <a:close/>
                <a:moveTo>
                  <a:pt x="666750" y="2724150"/>
                </a:moveTo>
                <a:lnTo>
                  <a:pt x="676275" y="2724150"/>
                </a:lnTo>
                <a:lnTo>
                  <a:pt x="676275" y="2733675"/>
                </a:lnTo>
                <a:lnTo>
                  <a:pt x="666750" y="2733675"/>
                </a:lnTo>
                <a:close/>
                <a:moveTo>
                  <a:pt x="200025" y="2733675"/>
                </a:moveTo>
                <a:lnTo>
                  <a:pt x="209550" y="2733675"/>
                </a:lnTo>
                <a:lnTo>
                  <a:pt x="209550" y="2743200"/>
                </a:lnTo>
                <a:lnTo>
                  <a:pt x="200025" y="2743200"/>
                </a:lnTo>
                <a:close/>
                <a:moveTo>
                  <a:pt x="228600" y="2733675"/>
                </a:moveTo>
                <a:lnTo>
                  <a:pt x="238125" y="2733675"/>
                </a:lnTo>
                <a:lnTo>
                  <a:pt x="238125" y="2743200"/>
                </a:lnTo>
                <a:lnTo>
                  <a:pt x="228600" y="2743200"/>
                </a:lnTo>
                <a:close/>
                <a:moveTo>
                  <a:pt x="1152525" y="2733675"/>
                </a:moveTo>
                <a:lnTo>
                  <a:pt x="1181100" y="2733675"/>
                </a:lnTo>
                <a:lnTo>
                  <a:pt x="1181100" y="2743200"/>
                </a:lnTo>
                <a:lnTo>
                  <a:pt x="1152525" y="2743200"/>
                </a:lnTo>
                <a:close/>
                <a:moveTo>
                  <a:pt x="1476375" y="2743200"/>
                </a:moveTo>
                <a:lnTo>
                  <a:pt x="1495425" y="2743200"/>
                </a:lnTo>
                <a:lnTo>
                  <a:pt x="1495425" y="2752725"/>
                </a:lnTo>
                <a:lnTo>
                  <a:pt x="1476375" y="2752725"/>
                </a:lnTo>
                <a:close/>
                <a:moveTo>
                  <a:pt x="304800" y="2762250"/>
                </a:moveTo>
                <a:lnTo>
                  <a:pt x="333375" y="2762250"/>
                </a:lnTo>
                <a:lnTo>
                  <a:pt x="333375" y="2771775"/>
                </a:lnTo>
                <a:lnTo>
                  <a:pt x="304800" y="2771775"/>
                </a:lnTo>
                <a:close/>
                <a:moveTo>
                  <a:pt x="1238250" y="2762250"/>
                </a:moveTo>
                <a:lnTo>
                  <a:pt x="1247775" y="2762250"/>
                </a:lnTo>
                <a:lnTo>
                  <a:pt x="1247775" y="2771775"/>
                </a:lnTo>
                <a:lnTo>
                  <a:pt x="1238250" y="2771775"/>
                </a:lnTo>
                <a:close/>
                <a:moveTo>
                  <a:pt x="390525" y="2771775"/>
                </a:moveTo>
                <a:lnTo>
                  <a:pt x="409575" y="2771775"/>
                </a:lnTo>
                <a:lnTo>
                  <a:pt x="409575" y="2781300"/>
                </a:lnTo>
                <a:lnTo>
                  <a:pt x="390525" y="2781300"/>
                </a:lnTo>
                <a:close/>
                <a:moveTo>
                  <a:pt x="476250" y="2771775"/>
                </a:moveTo>
                <a:lnTo>
                  <a:pt x="523875" y="2771775"/>
                </a:lnTo>
                <a:lnTo>
                  <a:pt x="523875" y="2781300"/>
                </a:lnTo>
                <a:lnTo>
                  <a:pt x="476250" y="2781300"/>
                </a:lnTo>
                <a:close/>
                <a:moveTo>
                  <a:pt x="409575" y="2781300"/>
                </a:moveTo>
                <a:lnTo>
                  <a:pt x="428625" y="2781300"/>
                </a:lnTo>
                <a:lnTo>
                  <a:pt x="428625" y="2790825"/>
                </a:lnTo>
                <a:lnTo>
                  <a:pt x="409575" y="2790825"/>
                </a:lnTo>
                <a:close/>
                <a:moveTo>
                  <a:pt x="981075" y="2790825"/>
                </a:moveTo>
                <a:lnTo>
                  <a:pt x="1009650" y="2790825"/>
                </a:lnTo>
                <a:lnTo>
                  <a:pt x="1009650" y="2800350"/>
                </a:lnTo>
                <a:lnTo>
                  <a:pt x="981075" y="2800350"/>
                </a:lnTo>
                <a:close/>
                <a:moveTo>
                  <a:pt x="228600" y="2800350"/>
                </a:moveTo>
                <a:lnTo>
                  <a:pt x="247650" y="2800350"/>
                </a:lnTo>
                <a:lnTo>
                  <a:pt x="247650" y="2809875"/>
                </a:lnTo>
                <a:lnTo>
                  <a:pt x="228600" y="2809875"/>
                </a:lnTo>
                <a:close/>
                <a:moveTo>
                  <a:pt x="257175" y="2800350"/>
                </a:moveTo>
                <a:lnTo>
                  <a:pt x="266700" y="2800350"/>
                </a:lnTo>
                <a:lnTo>
                  <a:pt x="266700" y="2809875"/>
                </a:lnTo>
                <a:lnTo>
                  <a:pt x="257175" y="2809875"/>
                </a:lnTo>
                <a:close/>
                <a:moveTo>
                  <a:pt x="276225" y="2800350"/>
                </a:moveTo>
                <a:lnTo>
                  <a:pt x="304800" y="2800350"/>
                </a:lnTo>
                <a:lnTo>
                  <a:pt x="304800" y="2809875"/>
                </a:lnTo>
                <a:lnTo>
                  <a:pt x="276225" y="2809875"/>
                </a:lnTo>
                <a:close/>
                <a:moveTo>
                  <a:pt x="1143000" y="2800350"/>
                </a:moveTo>
                <a:lnTo>
                  <a:pt x="1152525" y="2800350"/>
                </a:lnTo>
                <a:lnTo>
                  <a:pt x="1152525" y="2819400"/>
                </a:lnTo>
                <a:lnTo>
                  <a:pt x="1143000" y="2819400"/>
                </a:lnTo>
                <a:close/>
                <a:moveTo>
                  <a:pt x="1181100" y="2800350"/>
                </a:moveTo>
                <a:lnTo>
                  <a:pt x="1219200" y="2800350"/>
                </a:lnTo>
                <a:lnTo>
                  <a:pt x="1219200" y="2809875"/>
                </a:lnTo>
                <a:lnTo>
                  <a:pt x="1209675" y="2809875"/>
                </a:lnTo>
                <a:lnTo>
                  <a:pt x="1209675" y="2819400"/>
                </a:lnTo>
                <a:lnTo>
                  <a:pt x="1181100" y="2819400"/>
                </a:lnTo>
                <a:close/>
                <a:moveTo>
                  <a:pt x="1228725" y="2800350"/>
                </a:moveTo>
                <a:lnTo>
                  <a:pt x="1238250" y="2800350"/>
                </a:lnTo>
                <a:lnTo>
                  <a:pt x="1238250" y="2809875"/>
                </a:lnTo>
                <a:lnTo>
                  <a:pt x="1228725" y="2809875"/>
                </a:lnTo>
                <a:close/>
                <a:moveTo>
                  <a:pt x="1695450" y="2800350"/>
                </a:moveTo>
                <a:lnTo>
                  <a:pt x="1704975" y="2800350"/>
                </a:lnTo>
                <a:lnTo>
                  <a:pt x="1704975" y="2819400"/>
                </a:lnTo>
                <a:lnTo>
                  <a:pt x="1714500" y="2819400"/>
                </a:lnTo>
                <a:lnTo>
                  <a:pt x="1714500" y="2809875"/>
                </a:lnTo>
                <a:lnTo>
                  <a:pt x="1724025" y="2809875"/>
                </a:lnTo>
                <a:lnTo>
                  <a:pt x="1724025" y="2828925"/>
                </a:lnTo>
                <a:lnTo>
                  <a:pt x="1714500" y="2828925"/>
                </a:lnTo>
                <a:lnTo>
                  <a:pt x="1714500" y="2847975"/>
                </a:lnTo>
                <a:lnTo>
                  <a:pt x="1724025" y="2847975"/>
                </a:lnTo>
                <a:lnTo>
                  <a:pt x="1724025" y="2867025"/>
                </a:lnTo>
                <a:lnTo>
                  <a:pt x="1714500" y="2867025"/>
                </a:lnTo>
                <a:lnTo>
                  <a:pt x="1714500" y="2857500"/>
                </a:lnTo>
                <a:lnTo>
                  <a:pt x="1704975" y="2857500"/>
                </a:lnTo>
                <a:lnTo>
                  <a:pt x="1704975" y="2828925"/>
                </a:lnTo>
                <a:lnTo>
                  <a:pt x="1695450" y="2828925"/>
                </a:lnTo>
                <a:close/>
                <a:moveTo>
                  <a:pt x="314325" y="2809875"/>
                </a:moveTo>
                <a:lnTo>
                  <a:pt x="333375" y="2809875"/>
                </a:lnTo>
                <a:lnTo>
                  <a:pt x="333375" y="2828925"/>
                </a:lnTo>
                <a:lnTo>
                  <a:pt x="342900" y="2828925"/>
                </a:lnTo>
                <a:lnTo>
                  <a:pt x="342900" y="2838450"/>
                </a:lnTo>
                <a:lnTo>
                  <a:pt x="352425" y="2838450"/>
                </a:lnTo>
                <a:lnTo>
                  <a:pt x="352425" y="2847975"/>
                </a:lnTo>
                <a:lnTo>
                  <a:pt x="361950" y="2847975"/>
                </a:lnTo>
                <a:lnTo>
                  <a:pt x="361950" y="2857500"/>
                </a:lnTo>
                <a:lnTo>
                  <a:pt x="323850" y="2857500"/>
                </a:lnTo>
                <a:lnTo>
                  <a:pt x="323850" y="2828925"/>
                </a:lnTo>
                <a:lnTo>
                  <a:pt x="314325" y="2828925"/>
                </a:lnTo>
                <a:close/>
                <a:moveTo>
                  <a:pt x="1409700" y="2819400"/>
                </a:moveTo>
                <a:lnTo>
                  <a:pt x="1419225" y="2819400"/>
                </a:lnTo>
                <a:lnTo>
                  <a:pt x="1419225" y="2828925"/>
                </a:lnTo>
                <a:lnTo>
                  <a:pt x="1409700" y="2828925"/>
                </a:lnTo>
                <a:close/>
                <a:moveTo>
                  <a:pt x="419100" y="2828925"/>
                </a:moveTo>
                <a:lnTo>
                  <a:pt x="428625" y="2828925"/>
                </a:lnTo>
                <a:lnTo>
                  <a:pt x="428625" y="2838450"/>
                </a:lnTo>
                <a:lnTo>
                  <a:pt x="419100" y="2838450"/>
                </a:lnTo>
                <a:close/>
                <a:moveTo>
                  <a:pt x="1295400" y="2828925"/>
                </a:moveTo>
                <a:lnTo>
                  <a:pt x="1304925" y="2828925"/>
                </a:lnTo>
                <a:lnTo>
                  <a:pt x="1304925" y="2838450"/>
                </a:lnTo>
                <a:lnTo>
                  <a:pt x="1295400" y="2838450"/>
                </a:lnTo>
                <a:close/>
                <a:moveTo>
                  <a:pt x="1314450" y="2828925"/>
                </a:moveTo>
                <a:lnTo>
                  <a:pt x="1323975" y="2828925"/>
                </a:lnTo>
                <a:lnTo>
                  <a:pt x="1323975" y="2838450"/>
                </a:lnTo>
                <a:lnTo>
                  <a:pt x="1314450" y="2838450"/>
                </a:lnTo>
                <a:close/>
                <a:moveTo>
                  <a:pt x="1371600" y="2828925"/>
                </a:moveTo>
                <a:lnTo>
                  <a:pt x="1409700" y="2828925"/>
                </a:lnTo>
                <a:lnTo>
                  <a:pt x="1409700" y="2838450"/>
                </a:lnTo>
                <a:lnTo>
                  <a:pt x="1371600" y="2838450"/>
                </a:lnTo>
                <a:close/>
                <a:moveTo>
                  <a:pt x="1257300" y="2838450"/>
                </a:moveTo>
                <a:lnTo>
                  <a:pt x="1266825" y="2838450"/>
                </a:lnTo>
                <a:lnTo>
                  <a:pt x="1266825" y="2847975"/>
                </a:lnTo>
                <a:lnTo>
                  <a:pt x="1257300" y="2847975"/>
                </a:lnTo>
                <a:close/>
                <a:moveTo>
                  <a:pt x="1304925" y="2838450"/>
                </a:moveTo>
                <a:lnTo>
                  <a:pt x="1314450" y="2838450"/>
                </a:lnTo>
                <a:lnTo>
                  <a:pt x="1314450" y="2847975"/>
                </a:lnTo>
                <a:lnTo>
                  <a:pt x="1304925" y="2847975"/>
                </a:lnTo>
                <a:close/>
                <a:moveTo>
                  <a:pt x="1247775" y="2847975"/>
                </a:moveTo>
                <a:lnTo>
                  <a:pt x="1257300" y="2847975"/>
                </a:lnTo>
                <a:lnTo>
                  <a:pt x="1257300" y="2857500"/>
                </a:lnTo>
                <a:lnTo>
                  <a:pt x="1247775" y="2857500"/>
                </a:lnTo>
                <a:close/>
                <a:moveTo>
                  <a:pt x="352425" y="2886075"/>
                </a:moveTo>
                <a:lnTo>
                  <a:pt x="361950" y="2886075"/>
                </a:lnTo>
                <a:lnTo>
                  <a:pt x="361950" y="2895600"/>
                </a:lnTo>
                <a:lnTo>
                  <a:pt x="400050" y="2895600"/>
                </a:lnTo>
                <a:lnTo>
                  <a:pt x="400050" y="2905125"/>
                </a:lnTo>
                <a:lnTo>
                  <a:pt x="352425" y="2905125"/>
                </a:lnTo>
                <a:close/>
                <a:moveTo>
                  <a:pt x="1695450" y="2905125"/>
                </a:moveTo>
                <a:lnTo>
                  <a:pt x="1704975" y="2905125"/>
                </a:lnTo>
                <a:lnTo>
                  <a:pt x="1704975" y="2933700"/>
                </a:lnTo>
                <a:lnTo>
                  <a:pt x="1714500" y="2933700"/>
                </a:lnTo>
                <a:lnTo>
                  <a:pt x="1714500" y="2914650"/>
                </a:lnTo>
                <a:lnTo>
                  <a:pt x="1724025" y="2914650"/>
                </a:lnTo>
                <a:lnTo>
                  <a:pt x="1724025" y="2962275"/>
                </a:lnTo>
                <a:lnTo>
                  <a:pt x="1714500" y="2962275"/>
                </a:lnTo>
                <a:lnTo>
                  <a:pt x="1714500" y="2952750"/>
                </a:lnTo>
                <a:lnTo>
                  <a:pt x="1704975" y="2952750"/>
                </a:lnTo>
                <a:lnTo>
                  <a:pt x="1704975" y="2943225"/>
                </a:lnTo>
                <a:lnTo>
                  <a:pt x="1695450" y="2943225"/>
                </a:lnTo>
                <a:close/>
                <a:moveTo>
                  <a:pt x="352425" y="2914650"/>
                </a:moveTo>
                <a:lnTo>
                  <a:pt x="361950" y="2914650"/>
                </a:lnTo>
                <a:lnTo>
                  <a:pt x="361950" y="2933700"/>
                </a:lnTo>
                <a:lnTo>
                  <a:pt x="352425" y="2933700"/>
                </a:lnTo>
                <a:close/>
                <a:moveTo>
                  <a:pt x="1590675" y="2943225"/>
                </a:moveTo>
                <a:lnTo>
                  <a:pt x="1600200" y="2943225"/>
                </a:lnTo>
                <a:lnTo>
                  <a:pt x="1600200" y="2952750"/>
                </a:lnTo>
                <a:lnTo>
                  <a:pt x="1590675" y="2952750"/>
                </a:lnTo>
                <a:close/>
                <a:moveTo>
                  <a:pt x="1638300" y="2943225"/>
                </a:moveTo>
                <a:lnTo>
                  <a:pt x="1666875" y="2943225"/>
                </a:lnTo>
                <a:lnTo>
                  <a:pt x="1666875" y="2952750"/>
                </a:lnTo>
                <a:lnTo>
                  <a:pt x="1638300" y="2952750"/>
                </a:lnTo>
                <a:close/>
                <a:moveTo>
                  <a:pt x="571500" y="2971800"/>
                </a:moveTo>
                <a:lnTo>
                  <a:pt x="581025" y="2971800"/>
                </a:lnTo>
                <a:lnTo>
                  <a:pt x="581025" y="2981325"/>
                </a:lnTo>
                <a:lnTo>
                  <a:pt x="600075" y="2981325"/>
                </a:lnTo>
                <a:lnTo>
                  <a:pt x="600075" y="2990850"/>
                </a:lnTo>
                <a:lnTo>
                  <a:pt x="571500" y="2990850"/>
                </a:lnTo>
                <a:close/>
                <a:moveTo>
                  <a:pt x="1619250" y="2971800"/>
                </a:moveTo>
                <a:lnTo>
                  <a:pt x="1638300" y="2971800"/>
                </a:lnTo>
                <a:lnTo>
                  <a:pt x="1638300" y="2981325"/>
                </a:lnTo>
                <a:lnTo>
                  <a:pt x="1647825" y="2981325"/>
                </a:lnTo>
                <a:lnTo>
                  <a:pt x="1647825" y="2990850"/>
                </a:lnTo>
                <a:lnTo>
                  <a:pt x="1619250" y="2990850"/>
                </a:lnTo>
                <a:close/>
                <a:moveTo>
                  <a:pt x="238125" y="2990850"/>
                </a:moveTo>
                <a:lnTo>
                  <a:pt x="247650" y="2990850"/>
                </a:lnTo>
                <a:lnTo>
                  <a:pt x="247650" y="3000375"/>
                </a:lnTo>
                <a:lnTo>
                  <a:pt x="238125" y="3000375"/>
                </a:lnTo>
                <a:close/>
                <a:moveTo>
                  <a:pt x="476250" y="3000375"/>
                </a:moveTo>
                <a:lnTo>
                  <a:pt x="485775" y="3000375"/>
                </a:lnTo>
                <a:lnTo>
                  <a:pt x="485775" y="3009900"/>
                </a:lnTo>
                <a:lnTo>
                  <a:pt x="476250" y="3009900"/>
                </a:lnTo>
                <a:close/>
                <a:moveTo>
                  <a:pt x="561975" y="3000375"/>
                </a:moveTo>
                <a:lnTo>
                  <a:pt x="590550" y="3000375"/>
                </a:lnTo>
                <a:lnTo>
                  <a:pt x="590550" y="3009900"/>
                </a:lnTo>
                <a:lnTo>
                  <a:pt x="561975" y="3009900"/>
                </a:lnTo>
                <a:close/>
                <a:moveTo>
                  <a:pt x="895350" y="3000375"/>
                </a:moveTo>
                <a:lnTo>
                  <a:pt x="914400" y="3000375"/>
                </a:lnTo>
                <a:lnTo>
                  <a:pt x="914400" y="3009900"/>
                </a:lnTo>
                <a:lnTo>
                  <a:pt x="895350" y="3009900"/>
                </a:lnTo>
                <a:close/>
                <a:moveTo>
                  <a:pt x="1123950" y="3000375"/>
                </a:moveTo>
                <a:lnTo>
                  <a:pt x="1143000" y="3000375"/>
                </a:lnTo>
                <a:lnTo>
                  <a:pt x="1143000" y="3009900"/>
                </a:lnTo>
                <a:lnTo>
                  <a:pt x="1123950" y="3009900"/>
                </a:lnTo>
                <a:close/>
                <a:moveTo>
                  <a:pt x="133350" y="3009900"/>
                </a:moveTo>
                <a:lnTo>
                  <a:pt x="142875" y="3009900"/>
                </a:lnTo>
                <a:lnTo>
                  <a:pt x="142875" y="3019425"/>
                </a:lnTo>
                <a:lnTo>
                  <a:pt x="133350" y="3019425"/>
                </a:lnTo>
                <a:close/>
                <a:moveTo>
                  <a:pt x="457200" y="3028950"/>
                </a:moveTo>
                <a:lnTo>
                  <a:pt x="495300" y="3028950"/>
                </a:lnTo>
                <a:lnTo>
                  <a:pt x="495300" y="3038475"/>
                </a:lnTo>
                <a:lnTo>
                  <a:pt x="457200" y="3038475"/>
                </a:lnTo>
                <a:close/>
                <a:moveTo>
                  <a:pt x="990600" y="3028950"/>
                </a:moveTo>
                <a:lnTo>
                  <a:pt x="1009650" y="3028950"/>
                </a:lnTo>
                <a:lnTo>
                  <a:pt x="1009650" y="3038475"/>
                </a:lnTo>
                <a:lnTo>
                  <a:pt x="990600" y="3038475"/>
                </a:lnTo>
                <a:close/>
                <a:moveTo>
                  <a:pt x="1257300" y="3028950"/>
                </a:moveTo>
                <a:lnTo>
                  <a:pt x="1266825" y="3028950"/>
                </a:lnTo>
                <a:lnTo>
                  <a:pt x="1266825" y="3038475"/>
                </a:lnTo>
                <a:lnTo>
                  <a:pt x="1257300" y="3038475"/>
                </a:lnTo>
                <a:close/>
                <a:moveTo>
                  <a:pt x="1333500" y="3028950"/>
                </a:moveTo>
                <a:lnTo>
                  <a:pt x="1362075" y="3028950"/>
                </a:lnTo>
                <a:lnTo>
                  <a:pt x="1362075" y="3038475"/>
                </a:lnTo>
                <a:lnTo>
                  <a:pt x="1333500" y="3038475"/>
                </a:lnTo>
                <a:close/>
                <a:moveTo>
                  <a:pt x="1400175" y="3028950"/>
                </a:moveTo>
                <a:lnTo>
                  <a:pt x="1409700" y="3028950"/>
                </a:lnTo>
                <a:lnTo>
                  <a:pt x="1409700" y="3038475"/>
                </a:lnTo>
                <a:lnTo>
                  <a:pt x="1400175" y="3038475"/>
                </a:lnTo>
                <a:close/>
                <a:moveTo>
                  <a:pt x="1419225" y="3028950"/>
                </a:moveTo>
                <a:lnTo>
                  <a:pt x="1447800" y="3028950"/>
                </a:lnTo>
                <a:lnTo>
                  <a:pt x="1447800" y="3038475"/>
                </a:lnTo>
                <a:lnTo>
                  <a:pt x="1419225" y="3038475"/>
                </a:lnTo>
                <a:close/>
                <a:moveTo>
                  <a:pt x="1571625" y="3028950"/>
                </a:moveTo>
                <a:lnTo>
                  <a:pt x="1590675" y="3028950"/>
                </a:lnTo>
                <a:lnTo>
                  <a:pt x="1590675" y="3038475"/>
                </a:lnTo>
                <a:lnTo>
                  <a:pt x="1571625" y="3038475"/>
                </a:lnTo>
                <a:close/>
                <a:moveTo>
                  <a:pt x="1238250" y="3038475"/>
                </a:moveTo>
                <a:lnTo>
                  <a:pt x="1247775" y="3038475"/>
                </a:lnTo>
                <a:lnTo>
                  <a:pt x="1247775" y="3048000"/>
                </a:lnTo>
                <a:lnTo>
                  <a:pt x="1238250" y="3048000"/>
                </a:lnTo>
                <a:close/>
                <a:moveTo>
                  <a:pt x="419100" y="3048000"/>
                </a:moveTo>
                <a:lnTo>
                  <a:pt x="428625" y="3048000"/>
                </a:lnTo>
                <a:lnTo>
                  <a:pt x="428625" y="3057525"/>
                </a:lnTo>
                <a:lnTo>
                  <a:pt x="419100" y="3057525"/>
                </a:lnTo>
                <a:close/>
                <a:moveTo>
                  <a:pt x="180975" y="3057525"/>
                </a:moveTo>
                <a:lnTo>
                  <a:pt x="190500" y="3057525"/>
                </a:lnTo>
                <a:lnTo>
                  <a:pt x="190500" y="3067050"/>
                </a:lnTo>
                <a:lnTo>
                  <a:pt x="180975" y="3067050"/>
                </a:lnTo>
                <a:close/>
                <a:moveTo>
                  <a:pt x="438150" y="3057525"/>
                </a:moveTo>
                <a:lnTo>
                  <a:pt x="447675" y="3057525"/>
                </a:lnTo>
                <a:lnTo>
                  <a:pt x="447675" y="3076575"/>
                </a:lnTo>
                <a:lnTo>
                  <a:pt x="438150" y="3076575"/>
                </a:lnTo>
                <a:close/>
                <a:moveTo>
                  <a:pt x="457200" y="3057525"/>
                </a:moveTo>
                <a:lnTo>
                  <a:pt x="466725" y="3057525"/>
                </a:lnTo>
                <a:lnTo>
                  <a:pt x="466725" y="3086100"/>
                </a:lnTo>
                <a:lnTo>
                  <a:pt x="447675" y="3086100"/>
                </a:lnTo>
                <a:lnTo>
                  <a:pt x="447675" y="3076575"/>
                </a:lnTo>
                <a:lnTo>
                  <a:pt x="457200" y="3076575"/>
                </a:lnTo>
                <a:close/>
                <a:moveTo>
                  <a:pt x="190500" y="3067050"/>
                </a:moveTo>
                <a:lnTo>
                  <a:pt x="200025" y="3067050"/>
                </a:lnTo>
                <a:lnTo>
                  <a:pt x="200025" y="3076575"/>
                </a:lnTo>
                <a:lnTo>
                  <a:pt x="190500" y="3076575"/>
                </a:lnTo>
                <a:close/>
                <a:moveTo>
                  <a:pt x="1238250" y="3076575"/>
                </a:moveTo>
                <a:lnTo>
                  <a:pt x="1247775" y="3076575"/>
                </a:lnTo>
                <a:lnTo>
                  <a:pt x="1247775" y="3086100"/>
                </a:lnTo>
                <a:lnTo>
                  <a:pt x="1238250" y="3086100"/>
                </a:lnTo>
                <a:close/>
                <a:moveTo>
                  <a:pt x="1285875" y="3076575"/>
                </a:moveTo>
                <a:lnTo>
                  <a:pt x="1295400" y="3076575"/>
                </a:lnTo>
                <a:lnTo>
                  <a:pt x="1295400" y="3086100"/>
                </a:lnTo>
                <a:lnTo>
                  <a:pt x="1285875" y="3086100"/>
                </a:lnTo>
                <a:close/>
                <a:moveTo>
                  <a:pt x="1314450" y="3076575"/>
                </a:moveTo>
                <a:lnTo>
                  <a:pt x="1352550" y="3076575"/>
                </a:lnTo>
                <a:lnTo>
                  <a:pt x="1352550" y="3086100"/>
                </a:lnTo>
                <a:lnTo>
                  <a:pt x="1343025" y="3086100"/>
                </a:lnTo>
                <a:lnTo>
                  <a:pt x="1343025" y="3095625"/>
                </a:lnTo>
                <a:lnTo>
                  <a:pt x="1333500" y="3095625"/>
                </a:lnTo>
                <a:lnTo>
                  <a:pt x="1333500" y="3105150"/>
                </a:lnTo>
                <a:lnTo>
                  <a:pt x="1323975" y="3105150"/>
                </a:lnTo>
                <a:lnTo>
                  <a:pt x="1323975" y="3114675"/>
                </a:lnTo>
                <a:lnTo>
                  <a:pt x="1304925" y="3114675"/>
                </a:lnTo>
                <a:lnTo>
                  <a:pt x="1304925" y="3105150"/>
                </a:lnTo>
                <a:lnTo>
                  <a:pt x="1295400" y="3105150"/>
                </a:lnTo>
                <a:lnTo>
                  <a:pt x="1295400" y="3086100"/>
                </a:lnTo>
                <a:lnTo>
                  <a:pt x="1314450" y="3086100"/>
                </a:lnTo>
                <a:close/>
                <a:moveTo>
                  <a:pt x="1685925" y="3076575"/>
                </a:moveTo>
                <a:lnTo>
                  <a:pt x="1704975" y="3076575"/>
                </a:lnTo>
                <a:lnTo>
                  <a:pt x="1704975" y="3095625"/>
                </a:lnTo>
                <a:lnTo>
                  <a:pt x="1695450" y="3095625"/>
                </a:lnTo>
                <a:lnTo>
                  <a:pt x="1695450" y="3086100"/>
                </a:lnTo>
                <a:lnTo>
                  <a:pt x="1685925" y="3086100"/>
                </a:lnTo>
                <a:close/>
                <a:moveTo>
                  <a:pt x="400050" y="3086100"/>
                </a:moveTo>
                <a:lnTo>
                  <a:pt x="409575" y="3086100"/>
                </a:lnTo>
                <a:lnTo>
                  <a:pt x="409575" y="3095625"/>
                </a:lnTo>
                <a:lnTo>
                  <a:pt x="400050" y="3095625"/>
                </a:lnTo>
                <a:close/>
                <a:moveTo>
                  <a:pt x="1228725" y="3086100"/>
                </a:moveTo>
                <a:lnTo>
                  <a:pt x="1238250" y="3086100"/>
                </a:lnTo>
                <a:lnTo>
                  <a:pt x="1238250" y="3095625"/>
                </a:lnTo>
                <a:lnTo>
                  <a:pt x="1228725" y="3095625"/>
                </a:lnTo>
                <a:close/>
                <a:moveTo>
                  <a:pt x="1343025" y="3095625"/>
                </a:moveTo>
                <a:lnTo>
                  <a:pt x="1352550" y="3095625"/>
                </a:lnTo>
                <a:lnTo>
                  <a:pt x="1352550" y="3114675"/>
                </a:lnTo>
                <a:lnTo>
                  <a:pt x="1333500" y="3114675"/>
                </a:lnTo>
                <a:lnTo>
                  <a:pt x="1333500" y="3105150"/>
                </a:lnTo>
                <a:lnTo>
                  <a:pt x="1343025" y="3105150"/>
                </a:lnTo>
                <a:close/>
                <a:moveTo>
                  <a:pt x="1685925" y="3095625"/>
                </a:moveTo>
                <a:lnTo>
                  <a:pt x="1695450" y="3095625"/>
                </a:lnTo>
                <a:lnTo>
                  <a:pt x="1695450" y="3105150"/>
                </a:lnTo>
                <a:lnTo>
                  <a:pt x="1685925" y="3105150"/>
                </a:lnTo>
                <a:close/>
                <a:moveTo>
                  <a:pt x="1257300" y="3105150"/>
                </a:moveTo>
                <a:lnTo>
                  <a:pt x="1276350" y="3105150"/>
                </a:lnTo>
                <a:lnTo>
                  <a:pt x="1276350" y="3114675"/>
                </a:lnTo>
                <a:lnTo>
                  <a:pt x="1304925" y="3114675"/>
                </a:lnTo>
                <a:lnTo>
                  <a:pt x="1304925" y="3124200"/>
                </a:lnTo>
                <a:lnTo>
                  <a:pt x="1266825" y="3124200"/>
                </a:lnTo>
                <a:lnTo>
                  <a:pt x="1266825" y="3114675"/>
                </a:lnTo>
                <a:lnTo>
                  <a:pt x="1257300" y="3114675"/>
                </a:lnTo>
                <a:close/>
                <a:moveTo>
                  <a:pt x="342900" y="3114675"/>
                </a:moveTo>
                <a:lnTo>
                  <a:pt x="352425" y="3114675"/>
                </a:lnTo>
                <a:lnTo>
                  <a:pt x="352425" y="3124200"/>
                </a:lnTo>
                <a:lnTo>
                  <a:pt x="361950" y="3124200"/>
                </a:lnTo>
                <a:lnTo>
                  <a:pt x="361950" y="3133725"/>
                </a:lnTo>
                <a:lnTo>
                  <a:pt x="371475" y="3133725"/>
                </a:lnTo>
                <a:lnTo>
                  <a:pt x="371475" y="3143250"/>
                </a:lnTo>
                <a:lnTo>
                  <a:pt x="361950" y="3143250"/>
                </a:lnTo>
                <a:lnTo>
                  <a:pt x="361950" y="3162300"/>
                </a:lnTo>
                <a:lnTo>
                  <a:pt x="342900" y="3162300"/>
                </a:lnTo>
                <a:lnTo>
                  <a:pt x="342900" y="3171825"/>
                </a:lnTo>
                <a:lnTo>
                  <a:pt x="333375" y="3171825"/>
                </a:lnTo>
                <a:lnTo>
                  <a:pt x="333375" y="3133725"/>
                </a:lnTo>
                <a:lnTo>
                  <a:pt x="342900" y="3133725"/>
                </a:lnTo>
                <a:close/>
                <a:moveTo>
                  <a:pt x="1362075" y="3114675"/>
                </a:moveTo>
                <a:lnTo>
                  <a:pt x="1371600" y="3114675"/>
                </a:lnTo>
                <a:lnTo>
                  <a:pt x="1371600" y="3124200"/>
                </a:lnTo>
                <a:lnTo>
                  <a:pt x="1362075" y="3124200"/>
                </a:lnTo>
                <a:close/>
                <a:moveTo>
                  <a:pt x="1104900" y="3133725"/>
                </a:moveTo>
                <a:lnTo>
                  <a:pt x="1114425" y="3133725"/>
                </a:lnTo>
                <a:lnTo>
                  <a:pt x="1114425" y="3143250"/>
                </a:lnTo>
                <a:lnTo>
                  <a:pt x="1123950" y="3143250"/>
                </a:lnTo>
                <a:lnTo>
                  <a:pt x="1123950" y="3152775"/>
                </a:lnTo>
                <a:lnTo>
                  <a:pt x="1095375" y="3152775"/>
                </a:lnTo>
                <a:lnTo>
                  <a:pt x="1095375" y="3143250"/>
                </a:lnTo>
                <a:lnTo>
                  <a:pt x="1104900" y="3143250"/>
                </a:lnTo>
                <a:close/>
                <a:moveTo>
                  <a:pt x="1209675" y="3152775"/>
                </a:moveTo>
                <a:lnTo>
                  <a:pt x="1219200" y="3152775"/>
                </a:lnTo>
                <a:lnTo>
                  <a:pt x="1219200" y="3162300"/>
                </a:lnTo>
                <a:lnTo>
                  <a:pt x="1209675" y="3162300"/>
                </a:lnTo>
                <a:close/>
                <a:moveTo>
                  <a:pt x="361950" y="3162300"/>
                </a:moveTo>
                <a:lnTo>
                  <a:pt x="371475" y="3162300"/>
                </a:lnTo>
                <a:lnTo>
                  <a:pt x="371475" y="3171825"/>
                </a:lnTo>
                <a:lnTo>
                  <a:pt x="361950" y="3171825"/>
                </a:lnTo>
                <a:close/>
                <a:moveTo>
                  <a:pt x="714375" y="3162300"/>
                </a:moveTo>
                <a:lnTo>
                  <a:pt x="723900" y="3162300"/>
                </a:lnTo>
                <a:lnTo>
                  <a:pt x="723900" y="3171825"/>
                </a:lnTo>
                <a:lnTo>
                  <a:pt x="714375" y="3171825"/>
                </a:lnTo>
                <a:close/>
                <a:moveTo>
                  <a:pt x="1190625" y="3162300"/>
                </a:moveTo>
                <a:lnTo>
                  <a:pt x="1209675" y="3162300"/>
                </a:lnTo>
                <a:lnTo>
                  <a:pt x="1209675" y="3181350"/>
                </a:lnTo>
                <a:lnTo>
                  <a:pt x="1200150" y="3181350"/>
                </a:lnTo>
                <a:lnTo>
                  <a:pt x="1200150" y="3190875"/>
                </a:lnTo>
                <a:lnTo>
                  <a:pt x="1171575" y="3190875"/>
                </a:lnTo>
                <a:lnTo>
                  <a:pt x="1171575" y="3181350"/>
                </a:lnTo>
                <a:lnTo>
                  <a:pt x="1190625" y="3181350"/>
                </a:lnTo>
                <a:close/>
                <a:moveTo>
                  <a:pt x="1228725" y="3162300"/>
                </a:moveTo>
                <a:lnTo>
                  <a:pt x="1238250" y="3162300"/>
                </a:lnTo>
                <a:lnTo>
                  <a:pt x="1238250" y="3171825"/>
                </a:lnTo>
                <a:lnTo>
                  <a:pt x="1247775" y="3171825"/>
                </a:lnTo>
                <a:lnTo>
                  <a:pt x="1247775" y="3181350"/>
                </a:lnTo>
                <a:lnTo>
                  <a:pt x="1266825" y="3181350"/>
                </a:lnTo>
                <a:lnTo>
                  <a:pt x="1266825" y="3190875"/>
                </a:lnTo>
                <a:lnTo>
                  <a:pt x="1247775" y="3190875"/>
                </a:lnTo>
                <a:lnTo>
                  <a:pt x="1247775" y="3209925"/>
                </a:lnTo>
                <a:lnTo>
                  <a:pt x="1228725" y="3209925"/>
                </a:lnTo>
                <a:lnTo>
                  <a:pt x="1228725" y="3219450"/>
                </a:lnTo>
                <a:lnTo>
                  <a:pt x="1209675" y="3219450"/>
                </a:lnTo>
                <a:lnTo>
                  <a:pt x="1209675" y="3209925"/>
                </a:lnTo>
                <a:lnTo>
                  <a:pt x="1200150" y="3209925"/>
                </a:lnTo>
                <a:lnTo>
                  <a:pt x="1200150" y="3200400"/>
                </a:lnTo>
                <a:lnTo>
                  <a:pt x="1209675" y="3200400"/>
                </a:lnTo>
                <a:lnTo>
                  <a:pt x="1209675" y="3190875"/>
                </a:lnTo>
                <a:lnTo>
                  <a:pt x="1219200" y="3190875"/>
                </a:lnTo>
                <a:lnTo>
                  <a:pt x="1219200" y="3200400"/>
                </a:lnTo>
                <a:lnTo>
                  <a:pt x="1238250" y="3200400"/>
                </a:lnTo>
                <a:lnTo>
                  <a:pt x="1238250" y="3190875"/>
                </a:lnTo>
                <a:lnTo>
                  <a:pt x="1228725" y="3190875"/>
                </a:lnTo>
                <a:close/>
                <a:moveTo>
                  <a:pt x="1323975" y="3171825"/>
                </a:moveTo>
                <a:lnTo>
                  <a:pt x="1352550" y="3171825"/>
                </a:lnTo>
                <a:lnTo>
                  <a:pt x="1352550" y="3190875"/>
                </a:lnTo>
                <a:lnTo>
                  <a:pt x="1314450" y="3190875"/>
                </a:lnTo>
                <a:lnTo>
                  <a:pt x="1314450" y="3181350"/>
                </a:lnTo>
                <a:lnTo>
                  <a:pt x="1323975" y="3181350"/>
                </a:lnTo>
                <a:close/>
                <a:moveTo>
                  <a:pt x="323850" y="3181350"/>
                </a:moveTo>
                <a:lnTo>
                  <a:pt x="333375" y="3181350"/>
                </a:lnTo>
                <a:lnTo>
                  <a:pt x="333375" y="3190875"/>
                </a:lnTo>
                <a:lnTo>
                  <a:pt x="323850" y="3190875"/>
                </a:lnTo>
                <a:close/>
                <a:moveTo>
                  <a:pt x="1047750" y="3190875"/>
                </a:moveTo>
                <a:lnTo>
                  <a:pt x="1057275" y="3190875"/>
                </a:lnTo>
                <a:lnTo>
                  <a:pt x="1057275" y="3209925"/>
                </a:lnTo>
                <a:lnTo>
                  <a:pt x="1047750" y="3209925"/>
                </a:lnTo>
                <a:close/>
                <a:moveTo>
                  <a:pt x="152400" y="3200400"/>
                </a:moveTo>
                <a:lnTo>
                  <a:pt x="161925" y="3200400"/>
                </a:lnTo>
                <a:lnTo>
                  <a:pt x="161925" y="3209925"/>
                </a:lnTo>
                <a:lnTo>
                  <a:pt x="152400" y="3209925"/>
                </a:lnTo>
                <a:close/>
                <a:moveTo>
                  <a:pt x="209550" y="3228975"/>
                </a:moveTo>
                <a:lnTo>
                  <a:pt x="219075" y="3228975"/>
                </a:lnTo>
                <a:lnTo>
                  <a:pt x="219075" y="3238500"/>
                </a:lnTo>
                <a:lnTo>
                  <a:pt x="209550" y="3238500"/>
                </a:lnTo>
                <a:close/>
                <a:moveTo>
                  <a:pt x="228600" y="3228975"/>
                </a:moveTo>
                <a:lnTo>
                  <a:pt x="238125" y="3228975"/>
                </a:lnTo>
                <a:lnTo>
                  <a:pt x="238125" y="3238500"/>
                </a:lnTo>
                <a:lnTo>
                  <a:pt x="228600" y="3238500"/>
                </a:lnTo>
                <a:close/>
                <a:moveTo>
                  <a:pt x="1724025" y="3257550"/>
                </a:moveTo>
                <a:lnTo>
                  <a:pt x="1733550" y="3257550"/>
                </a:lnTo>
                <a:lnTo>
                  <a:pt x="1733550" y="3286125"/>
                </a:lnTo>
                <a:lnTo>
                  <a:pt x="1724025" y="3286125"/>
                </a:lnTo>
                <a:lnTo>
                  <a:pt x="1724025" y="3295650"/>
                </a:lnTo>
                <a:lnTo>
                  <a:pt x="1714500" y="3295650"/>
                </a:lnTo>
                <a:lnTo>
                  <a:pt x="1714500" y="3286125"/>
                </a:lnTo>
                <a:lnTo>
                  <a:pt x="1695450" y="3286125"/>
                </a:lnTo>
                <a:lnTo>
                  <a:pt x="1695450" y="3276600"/>
                </a:lnTo>
                <a:lnTo>
                  <a:pt x="1724025" y="3276600"/>
                </a:lnTo>
                <a:close/>
                <a:moveTo>
                  <a:pt x="314325" y="3286125"/>
                </a:moveTo>
                <a:lnTo>
                  <a:pt x="361950" y="3286125"/>
                </a:lnTo>
                <a:lnTo>
                  <a:pt x="361950" y="3295650"/>
                </a:lnTo>
                <a:lnTo>
                  <a:pt x="314325" y="3295650"/>
                </a:lnTo>
                <a:close/>
                <a:moveTo>
                  <a:pt x="1123950" y="3286125"/>
                </a:moveTo>
                <a:lnTo>
                  <a:pt x="1162050" y="3286125"/>
                </a:lnTo>
                <a:lnTo>
                  <a:pt x="1162050" y="3295650"/>
                </a:lnTo>
                <a:lnTo>
                  <a:pt x="1123950" y="3295650"/>
                </a:lnTo>
                <a:close/>
                <a:moveTo>
                  <a:pt x="1209675" y="3286125"/>
                </a:moveTo>
                <a:lnTo>
                  <a:pt x="1228725" y="3286125"/>
                </a:lnTo>
                <a:lnTo>
                  <a:pt x="1228725" y="3295650"/>
                </a:lnTo>
                <a:lnTo>
                  <a:pt x="1209675" y="3295650"/>
                </a:lnTo>
                <a:close/>
                <a:moveTo>
                  <a:pt x="152400" y="3295650"/>
                </a:moveTo>
                <a:lnTo>
                  <a:pt x="161925" y="3295650"/>
                </a:lnTo>
                <a:lnTo>
                  <a:pt x="161925" y="3305175"/>
                </a:lnTo>
                <a:lnTo>
                  <a:pt x="152400" y="3305175"/>
                </a:lnTo>
                <a:close/>
                <a:moveTo>
                  <a:pt x="247650" y="3295650"/>
                </a:moveTo>
                <a:lnTo>
                  <a:pt x="276225" y="3295650"/>
                </a:lnTo>
                <a:lnTo>
                  <a:pt x="276225" y="3305175"/>
                </a:lnTo>
                <a:lnTo>
                  <a:pt x="247650" y="3305175"/>
                </a:lnTo>
                <a:close/>
                <a:moveTo>
                  <a:pt x="952500" y="3295650"/>
                </a:moveTo>
                <a:lnTo>
                  <a:pt x="990600" y="3295650"/>
                </a:lnTo>
                <a:lnTo>
                  <a:pt x="990600" y="3305175"/>
                </a:lnTo>
                <a:lnTo>
                  <a:pt x="952500" y="3305175"/>
                </a:lnTo>
                <a:close/>
                <a:moveTo>
                  <a:pt x="257175" y="3314700"/>
                </a:moveTo>
                <a:lnTo>
                  <a:pt x="266700" y="3314700"/>
                </a:lnTo>
                <a:lnTo>
                  <a:pt x="266700" y="3324225"/>
                </a:lnTo>
                <a:lnTo>
                  <a:pt x="257175" y="3324225"/>
                </a:lnTo>
                <a:close/>
                <a:moveTo>
                  <a:pt x="962025" y="3333750"/>
                </a:moveTo>
                <a:lnTo>
                  <a:pt x="990600" y="3333750"/>
                </a:lnTo>
                <a:lnTo>
                  <a:pt x="990600" y="3343275"/>
                </a:lnTo>
                <a:lnTo>
                  <a:pt x="981075" y="3343275"/>
                </a:lnTo>
                <a:lnTo>
                  <a:pt x="981075" y="3352800"/>
                </a:lnTo>
                <a:lnTo>
                  <a:pt x="971550" y="3352800"/>
                </a:lnTo>
                <a:lnTo>
                  <a:pt x="971550" y="3343275"/>
                </a:lnTo>
                <a:lnTo>
                  <a:pt x="962025" y="3343275"/>
                </a:lnTo>
                <a:close/>
                <a:moveTo>
                  <a:pt x="990600" y="3381375"/>
                </a:moveTo>
                <a:lnTo>
                  <a:pt x="1000125" y="3381375"/>
                </a:lnTo>
                <a:lnTo>
                  <a:pt x="1000125" y="3390900"/>
                </a:lnTo>
                <a:lnTo>
                  <a:pt x="990600" y="3390900"/>
                </a:lnTo>
                <a:close/>
                <a:moveTo>
                  <a:pt x="981075" y="3390900"/>
                </a:moveTo>
                <a:lnTo>
                  <a:pt x="990600" y="3390900"/>
                </a:lnTo>
                <a:lnTo>
                  <a:pt x="990600" y="3400425"/>
                </a:lnTo>
                <a:lnTo>
                  <a:pt x="981075" y="3400425"/>
                </a:lnTo>
                <a:close/>
                <a:moveTo>
                  <a:pt x="219075" y="3400425"/>
                </a:moveTo>
                <a:lnTo>
                  <a:pt x="228600" y="3400425"/>
                </a:lnTo>
                <a:lnTo>
                  <a:pt x="228600" y="3409950"/>
                </a:lnTo>
                <a:lnTo>
                  <a:pt x="219075" y="3409950"/>
                </a:lnTo>
                <a:close/>
                <a:moveTo>
                  <a:pt x="828675" y="3409950"/>
                </a:moveTo>
                <a:lnTo>
                  <a:pt x="838200" y="3409950"/>
                </a:lnTo>
                <a:lnTo>
                  <a:pt x="838200" y="3419475"/>
                </a:lnTo>
                <a:lnTo>
                  <a:pt x="828675" y="3419475"/>
                </a:lnTo>
                <a:close/>
                <a:moveTo>
                  <a:pt x="1152525" y="3409950"/>
                </a:moveTo>
                <a:lnTo>
                  <a:pt x="1162050" y="3409950"/>
                </a:lnTo>
                <a:lnTo>
                  <a:pt x="1162050" y="3419475"/>
                </a:lnTo>
                <a:lnTo>
                  <a:pt x="1171575" y="3419475"/>
                </a:lnTo>
                <a:lnTo>
                  <a:pt x="1171575" y="3429000"/>
                </a:lnTo>
                <a:lnTo>
                  <a:pt x="1143000" y="3429000"/>
                </a:lnTo>
                <a:lnTo>
                  <a:pt x="1143000" y="3419475"/>
                </a:lnTo>
                <a:lnTo>
                  <a:pt x="1152525" y="3419475"/>
                </a:lnTo>
                <a:close/>
                <a:moveTo>
                  <a:pt x="200025" y="3419475"/>
                </a:moveTo>
                <a:lnTo>
                  <a:pt x="209550" y="3419475"/>
                </a:lnTo>
                <a:lnTo>
                  <a:pt x="209550" y="3429000"/>
                </a:lnTo>
                <a:lnTo>
                  <a:pt x="219075" y="3429000"/>
                </a:lnTo>
                <a:lnTo>
                  <a:pt x="219075" y="3419475"/>
                </a:lnTo>
                <a:lnTo>
                  <a:pt x="228600" y="3419475"/>
                </a:lnTo>
                <a:lnTo>
                  <a:pt x="228600" y="3429000"/>
                </a:lnTo>
                <a:lnTo>
                  <a:pt x="219075" y="3429000"/>
                </a:lnTo>
                <a:lnTo>
                  <a:pt x="219075" y="3448050"/>
                </a:lnTo>
                <a:lnTo>
                  <a:pt x="209550" y="3448050"/>
                </a:lnTo>
                <a:lnTo>
                  <a:pt x="209550" y="3438525"/>
                </a:lnTo>
                <a:lnTo>
                  <a:pt x="200025" y="3438525"/>
                </a:lnTo>
                <a:close/>
                <a:moveTo>
                  <a:pt x="1190625" y="3419475"/>
                </a:moveTo>
                <a:lnTo>
                  <a:pt x="1200150" y="3419475"/>
                </a:lnTo>
                <a:lnTo>
                  <a:pt x="1200150" y="3429000"/>
                </a:lnTo>
                <a:lnTo>
                  <a:pt x="1190625" y="3429000"/>
                </a:lnTo>
                <a:close/>
                <a:moveTo>
                  <a:pt x="314325" y="3429000"/>
                </a:moveTo>
                <a:lnTo>
                  <a:pt x="323850" y="3429000"/>
                </a:lnTo>
                <a:lnTo>
                  <a:pt x="323850" y="3438525"/>
                </a:lnTo>
                <a:lnTo>
                  <a:pt x="314325" y="3438525"/>
                </a:lnTo>
                <a:close/>
                <a:moveTo>
                  <a:pt x="1171575" y="3429000"/>
                </a:moveTo>
                <a:lnTo>
                  <a:pt x="1181100" y="3429000"/>
                </a:lnTo>
                <a:lnTo>
                  <a:pt x="1181100" y="3438525"/>
                </a:lnTo>
                <a:lnTo>
                  <a:pt x="1171575" y="3438525"/>
                </a:lnTo>
                <a:close/>
                <a:moveTo>
                  <a:pt x="152400" y="3438525"/>
                </a:moveTo>
                <a:lnTo>
                  <a:pt x="180975" y="3438525"/>
                </a:lnTo>
                <a:lnTo>
                  <a:pt x="180975" y="3448050"/>
                </a:lnTo>
                <a:lnTo>
                  <a:pt x="161925" y="3448050"/>
                </a:lnTo>
                <a:lnTo>
                  <a:pt x="161925" y="3457575"/>
                </a:lnTo>
                <a:lnTo>
                  <a:pt x="152400" y="3457575"/>
                </a:lnTo>
                <a:close/>
                <a:moveTo>
                  <a:pt x="628650" y="3438525"/>
                </a:moveTo>
                <a:lnTo>
                  <a:pt x="657225" y="3438525"/>
                </a:lnTo>
                <a:lnTo>
                  <a:pt x="657225" y="3448050"/>
                </a:lnTo>
                <a:lnTo>
                  <a:pt x="628650" y="3448050"/>
                </a:lnTo>
                <a:close/>
                <a:moveTo>
                  <a:pt x="142875" y="3457575"/>
                </a:moveTo>
                <a:lnTo>
                  <a:pt x="152400" y="3457575"/>
                </a:lnTo>
                <a:lnTo>
                  <a:pt x="152400" y="3476625"/>
                </a:lnTo>
                <a:lnTo>
                  <a:pt x="142875" y="3476625"/>
                </a:lnTo>
                <a:close/>
                <a:moveTo>
                  <a:pt x="590550" y="3486150"/>
                </a:moveTo>
                <a:lnTo>
                  <a:pt x="638175" y="3486150"/>
                </a:lnTo>
                <a:lnTo>
                  <a:pt x="638175" y="3495675"/>
                </a:lnTo>
                <a:lnTo>
                  <a:pt x="600075" y="3495675"/>
                </a:lnTo>
                <a:lnTo>
                  <a:pt x="600075" y="3505200"/>
                </a:lnTo>
                <a:lnTo>
                  <a:pt x="590550" y="3505200"/>
                </a:lnTo>
                <a:close/>
                <a:moveTo>
                  <a:pt x="942975" y="3486150"/>
                </a:moveTo>
                <a:lnTo>
                  <a:pt x="952500" y="3486150"/>
                </a:lnTo>
                <a:lnTo>
                  <a:pt x="952500" y="3495675"/>
                </a:lnTo>
                <a:lnTo>
                  <a:pt x="942975" y="3495675"/>
                </a:lnTo>
                <a:close/>
                <a:moveTo>
                  <a:pt x="1019175" y="3486150"/>
                </a:moveTo>
                <a:lnTo>
                  <a:pt x="1047750" y="3486150"/>
                </a:lnTo>
                <a:lnTo>
                  <a:pt x="1047750" y="3495675"/>
                </a:lnTo>
                <a:lnTo>
                  <a:pt x="1028700" y="3495675"/>
                </a:lnTo>
                <a:lnTo>
                  <a:pt x="1028700" y="3505200"/>
                </a:lnTo>
                <a:lnTo>
                  <a:pt x="1038225" y="3505200"/>
                </a:lnTo>
                <a:lnTo>
                  <a:pt x="1038225" y="3514725"/>
                </a:lnTo>
                <a:lnTo>
                  <a:pt x="1019175" y="3514725"/>
                </a:lnTo>
                <a:close/>
                <a:moveTo>
                  <a:pt x="1219200" y="3486150"/>
                </a:moveTo>
                <a:lnTo>
                  <a:pt x="1238250" y="3486150"/>
                </a:lnTo>
                <a:lnTo>
                  <a:pt x="1238250" y="3495675"/>
                </a:lnTo>
                <a:lnTo>
                  <a:pt x="1247775" y="3495675"/>
                </a:lnTo>
                <a:lnTo>
                  <a:pt x="1247775" y="3505200"/>
                </a:lnTo>
                <a:lnTo>
                  <a:pt x="1238250" y="3505200"/>
                </a:lnTo>
                <a:lnTo>
                  <a:pt x="1238250" y="3514725"/>
                </a:lnTo>
                <a:lnTo>
                  <a:pt x="1228725" y="3514725"/>
                </a:lnTo>
                <a:lnTo>
                  <a:pt x="1228725" y="3505200"/>
                </a:lnTo>
                <a:lnTo>
                  <a:pt x="1209675" y="3505200"/>
                </a:lnTo>
                <a:lnTo>
                  <a:pt x="1209675" y="3495675"/>
                </a:lnTo>
                <a:lnTo>
                  <a:pt x="1219200" y="3495675"/>
                </a:lnTo>
                <a:close/>
                <a:moveTo>
                  <a:pt x="885825" y="3495675"/>
                </a:moveTo>
                <a:lnTo>
                  <a:pt x="895350" y="3495675"/>
                </a:lnTo>
                <a:lnTo>
                  <a:pt x="895350" y="3505200"/>
                </a:lnTo>
                <a:lnTo>
                  <a:pt x="904875" y="3505200"/>
                </a:lnTo>
                <a:lnTo>
                  <a:pt x="904875" y="3514725"/>
                </a:lnTo>
                <a:lnTo>
                  <a:pt x="895350" y="3514725"/>
                </a:lnTo>
                <a:lnTo>
                  <a:pt x="895350" y="3524250"/>
                </a:lnTo>
                <a:lnTo>
                  <a:pt x="885825" y="3524250"/>
                </a:lnTo>
                <a:lnTo>
                  <a:pt x="885825" y="3514725"/>
                </a:lnTo>
                <a:lnTo>
                  <a:pt x="876300" y="3514725"/>
                </a:lnTo>
                <a:lnTo>
                  <a:pt x="876300" y="3505200"/>
                </a:lnTo>
                <a:lnTo>
                  <a:pt x="885825" y="3505200"/>
                </a:lnTo>
                <a:close/>
                <a:moveTo>
                  <a:pt x="1171575" y="3495675"/>
                </a:moveTo>
                <a:lnTo>
                  <a:pt x="1181100" y="3495675"/>
                </a:lnTo>
                <a:lnTo>
                  <a:pt x="1181100" y="3514725"/>
                </a:lnTo>
                <a:lnTo>
                  <a:pt x="1171575" y="3514725"/>
                </a:lnTo>
                <a:close/>
                <a:moveTo>
                  <a:pt x="1190625" y="3495675"/>
                </a:moveTo>
                <a:lnTo>
                  <a:pt x="1200150" y="3495675"/>
                </a:lnTo>
                <a:lnTo>
                  <a:pt x="1200150" y="3505200"/>
                </a:lnTo>
                <a:lnTo>
                  <a:pt x="1190625" y="3505200"/>
                </a:lnTo>
                <a:close/>
                <a:moveTo>
                  <a:pt x="600075" y="3505200"/>
                </a:moveTo>
                <a:lnTo>
                  <a:pt x="609600" y="3505200"/>
                </a:lnTo>
                <a:lnTo>
                  <a:pt x="609600" y="3524250"/>
                </a:lnTo>
                <a:lnTo>
                  <a:pt x="600075" y="3524250"/>
                </a:lnTo>
                <a:close/>
                <a:moveTo>
                  <a:pt x="647700" y="3505200"/>
                </a:moveTo>
                <a:lnTo>
                  <a:pt x="657225" y="3505200"/>
                </a:lnTo>
                <a:lnTo>
                  <a:pt x="657225" y="3514725"/>
                </a:lnTo>
                <a:lnTo>
                  <a:pt x="647700" y="3514725"/>
                </a:lnTo>
                <a:close/>
                <a:moveTo>
                  <a:pt x="1104900" y="3505200"/>
                </a:moveTo>
                <a:lnTo>
                  <a:pt x="1123950" y="3505200"/>
                </a:lnTo>
                <a:lnTo>
                  <a:pt x="1123950" y="3514725"/>
                </a:lnTo>
                <a:lnTo>
                  <a:pt x="1133475" y="3514725"/>
                </a:lnTo>
                <a:lnTo>
                  <a:pt x="1133475" y="3524250"/>
                </a:lnTo>
                <a:lnTo>
                  <a:pt x="1114425" y="3524250"/>
                </a:lnTo>
                <a:lnTo>
                  <a:pt x="1114425" y="3533775"/>
                </a:lnTo>
                <a:lnTo>
                  <a:pt x="1104900" y="3533775"/>
                </a:lnTo>
                <a:close/>
                <a:moveTo>
                  <a:pt x="1238250" y="3514725"/>
                </a:moveTo>
                <a:lnTo>
                  <a:pt x="1247775" y="3514725"/>
                </a:lnTo>
                <a:lnTo>
                  <a:pt x="1247775" y="3524250"/>
                </a:lnTo>
                <a:lnTo>
                  <a:pt x="1266825" y="3524250"/>
                </a:lnTo>
                <a:lnTo>
                  <a:pt x="1266825" y="3514725"/>
                </a:lnTo>
                <a:lnTo>
                  <a:pt x="1295400" y="3514725"/>
                </a:lnTo>
                <a:lnTo>
                  <a:pt x="1295400" y="3533775"/>
                </a:lnTo>
                <a:lnTo>
                  <a:pt x="1276350" y="3533775"/>
                </a:lnTo>
                <a:lnTo>
                  <a:pt x="1276350" y="3543300"/>
                </a:lnTo>
                <a:lnTo>
                  <a:pt x="1266825" y="3543300"/>
                </a:lnTo>
                <a:lnTo>
                  <a:pt x="1266825" y="3552825"/>
                </a:lnTo>
                <a:lnTo>
                  <a:pt x="1257300" y="3552825"/>
                </a:lnTo>
                <a:lnTo>
                  <a:pt x="1257300" y="3581400"/>
                </a:lnTo>
                <a:lnTo>
                  <a:pt x="1247775" y="3581400"/>
                </a:lnTo>
                <a:lnTo>
                  <a:pt x="1247775" y="3571875"/>
                </a:lnTo>
                <a:lnTo>
                  <a:pt x="1238250" y="3571875"/>
                </a:lnTo>
                <a:lnTo>
                  <a:pt x="1238250" y="3562350"/>
                </a:lnTo>
                <a:lnTo>
                  <a:pt x="1247775" y="3562350"/>
                </a:lnTo>
                <a:lnTo>
                  <a:pt x="1247775" y="3543300"/>
                </a:lnTo>
                <a:lnTo>
                  <a:pt x="1238250" y="3543300"/>
                </a:lnTo>
                <a:close/>
                <a:moveTo>
                  <a:pt x="581025" y="3533775"/>
                </a:moveTo>
                <a:lnTo>
                  <a:pt x="590550" y="3533775"/>
                </a:lnTo>
                <a:lnTo>
                  <a:pt x="590550" y="3543300"/>
                </a:lnTo>
                <a:lnTo>
                  <a:pt x="581025" y="3543300"/>
                </a:lnTo>
                <a:close/>
                <a:moveTo>
                  <a:pt x="666750" y="3533775"/>
                </a:moveTo>
                <a:lnTo>
                  <a:pt x="676275" y="3533775"/>
                </a:lnTo>
                <a:lnTo>
                  <a:pt x="676275" y="3543300"/>
                </a:lnTo>
                <a:lnTo>
                  <a:pt x="666750" y="3543300"/>
                </a:lnTo>
                <a:close/>
                <a:moveTo>
                  <a:pt x="981075" y="3533775"/>
                </a:moveTo>
                <a:lnTo>
                  <a:pt x="990600" y="3533775"/>
                </a:lnTo>
                <a:lnTo>
                  <a:pt x="990600" y="3543300"/>
                </a:lnTo>
                <a:lnTo>
                  <a:pt x="1000125" y="3543300"/>
                </a:lnTo>
                <a:lnTo>
                  <a:pt x="1000125" y="3552825"/>
                </a:lnTo>
                <a:lnTo>
                  <a:pt x="990600" y="3552825"/>
                </a:lnTo>
                <a:lnTo>
                  <a:pt x="990600" y="3562350"/>
                </a:lnTo>
                <a:lnTo>
                  <a:pt x="981075" y="3562350"/>
                </a:lnTo>
                <a:close/>
                <a:moveTo>
                  <a:pt x="1028700" y="3533775"/>
                </a:moveTo>
                <a:lnTo>
                  <a:pt x="1066800" y="3533775"/>
                </a:lnTo>
                <a:lnTo>
                  <a:pt x="1066800" y="3543300"/>
                </a:lnTo>
                <a:lnTo>
                  <a:pt x="1047750" y="3543300"/>
                </a:lnTo>
                <a:lnTo>
                  <a:pt x="1047750" y="3552825"/>
                </a:lnTo>
                <a:lnTo>
                  <a:pt x="1038225" y="3552825"/>
                </a:lnTo>
                <a:lnTo>
                  <a:pt x="1038225" y="3543300"/>
                </a:lnTo>
                <a:lnTo>
                  <a:pt x="1028700" y="3543300"/>
                </a:lnTo>
                <a:close/>
                <a:moveTo>
                  <a:pt x="1304925" y="3533775"/>
                </a:moveTo>
                <a:lnTo>
                  <a:pt x="1314450" y="3533775"/>
                </a:lnTo>
                <a:lnTo>
                  <a:pt x="1314450" y="3543300"/>
                </a:lnTo>
                <a:lnTo>
                  <a:pt x="1333500" y="3543300"/>
                </a:lnTo>
                <a:lnTo>
                  <a:pt x="1333500" y="3562350"/>
                </a:lnTo>
                <a:lnTo>
                  <a:pt x="1314450" y="3562350"/>
                </a:lnTo>
                <a:lnTo>
                  <a:pt x="1314450" y="3552825"/>
                </a:lnTo>
                <a:lnTo>
                  <a:pt x="1304925" y="3552825"/>
                </a:lnTo>
                <a:close/>
                <a:moveTo>
                  <a:pt x="1400175" y="3533775"/>
                </a:moveTo>
                <a:lnTo>
                  <a:pt x="1419225" y="3533775"/>
                </a:lnTo>
                <a:lnTo>
                  <a:pt x="1419225" y="3543300"/>
                </a:lnTo>
                <a:lnTo>
                  <a:pt x="1400175" y="3543300"/>
                </a:lnTo>
                <a:close/>
                <a:moveTo>
                  <a:pt x="1428750" y="3543300"/>
                </a:moveTo>
                <a:lnTo>
                  <a:pt x="1457325" y="3543300"/>
                </a:lnTo>
                <a:lnTo>
                  <a:pt x="1457325" y="3552825"/>
                </a:lnTo>
                <a:lnTo>
                  <a:pt x="1428750" y="3552825"/>
                </a:lnTo>
                <a:close/>
                <a:moveTo>
                  <a:pt x="1524000" y="3543300"/>
                </a:moveTo>
                <a:lnTo>
                  <a:pt x="1543050" y="3543300"/>
                </a:lnTo>
                <a:lnTo>
                  <a:pt x="1543050" y="3552825"/>
                </a:lnTo>
                <a:lnTo>
                  <a:pt x="1524000" y="3552825"/>
                </a:lnTo>
                <a:close/>
                <a:moveTo>
                  <a:pt x="1571625" y="3543300"/>
                </a:moveTo>
                <a:lnTo>
                  <a:pt x="1581150" y="3543300"/>
                </a:lnTo>
                <a:lnTo>
                  <a:pt x="1581150" y="3552825"/>
                </a:lnTo>
                <a:lnTo>
                  <a:pt x="1571625" y="3552825"/>
                </a:lnTo>
                <a:close/>
                <a:moveTo>
                  <a:pt x="1619250" y="3543300"/>
                </a:moveTo>
                <a:lnTo>
                  <a:pt x="1628775" y="3543300"/>
                </a:lnTo>
                <a:lnTo>
                  <a:pt x="1628775" y="3552825"/>
                </a:lnTo>
                <a:lnTo>
                  <a:pt x="1619250" y="3552825"/>
                </a:lnTo>
                <a:close/>
                <a:moveTo>
                  <a:pt x="828675" y="3552825"/>
                </a:moveTo>
                <a:lnTo>
                  <a:pt x="847725" y="3552825"/>
                </a:lnTo>
                <a:lnTo>
                  <a:pt x="847725" y="3562350"/>
                </a:lnTo>
                <a:lnTo>
                  <a:pt x="828675" y="3562350"/>
                </a:lnTo>
                <a:close/>
                <a:moveTo>
                  <a:pt x="962025" y="3552825"/>
                </a:moveTo>
                <a:lnTo>
                  <a:pt x="971550" y="3552825"/>
                </a:lnTo>
                <a:lnTo>
                  <a:pt x="971550" y="3562350"/>
                </a:lnTo>
                <a:lnTo>
                  <a:pt x="962025" y="3562350"/>
                </a:lnTo>
                <a:close/>
                <a:moveTo>
                  <a:pt x="1028700" y="3552825"/>
                </a:moveTo>
                <a:lnTo>
                  <a:pt x="1038225" y="3552825"/>
                </a:lnTo>
                <a:lnTo>
                  <a:pt x="1038225" y="3562350"/>
                </a:lnTo>
                <a:lnTo>
                  <a:pt x="1028700" y="3562350"/>
                </a:lnTo>
                <a:close/>
                <a:moveTo>
                  <a:pt x="1419225" y="3552825"/>
                </a:moveTo>
                <a:lnTo>
                  <a:pt x="1428750" y="3552825"/>
                </a:lnTo>
                <a:lnTo>
                  <a:pt x="1428750" y="3562350"/>
                </a:lnTo>
                <a:lnTo>
                  <a:pt x="1419225" y="3562350"/>
                </a:lnTo>
                <a:close/>
                <a:moveTo>
                  <a:pt x="1666875" y="3552825"/>
                </a:moveTo>
                <a:lnTo>
                  <a:pt x="1685925" y="3552825"/>
                </a:lnTo>
                <a:lnTo>
                  <a:pt x="1685925" y="3562350"/>
                </a:lnTo>
                <a:lnTo>
                  <a:pt x="1666875" y="3562350"/>
                </a:lnTo>
                <a:close/>
                <a:moveTo>
                  <a:pt x="1504950" y="3581400"/>
                </a:moveTo>
                <a:lnTo>
                  <a:pt x="1514475" y="3581400"/>
                </a:lnTo>
                <a:lnTo>
                  <a:pt x="1514475" y="3609975"/>
                </a:lnTo>
                <a:lnTo>
                  <a:pt x="1495425" y="3609975"/>
                </a:lnTo>
                <a:lnTo>
                  <a:pt x="1495425" y="3590925"/>
                </a:lnTo>
                <a:lnTo>
                  <a:pt x="1504950" y="3590925"/>
                </a:lnTo>
                <a:close/>
                <a:moveTo>
                  <a:pt x="1533525" y="3581400"/>
                </a:moveTo>
                <a:lnTo>
                  <a:pt x="1552575" y="3581400"/>
                </a:lnTo>
                <a:lnTo>
                  <a:pt x="1552575" y="3600450"/>
                </a:lnTo>
                <a:lnTo>
                  <a:pt x="1562100" y="3600450"/>
                </a:lnTo>
                <a:lnTo>
                  <a:pt x="1562100" y="3609975"/>
                </a:lnTo>
                <a:lnTo>
                  <a:pt x="1524000" y="3609975"/>
                </a:lnTo>
                <a:lnTo>
                  <a:pt x="1524000" y="3590925"/>
                </a:lnTo>
                <a:lnTo>
                  <a:pt x="1533525" y="3590925"/>
                </a:lnTo>
                <a:close/>
                <a:moveTo>
                  <a:pt x="381000" y="3590925"/>
                </a:moveTo>
                <a:lnTo>
                  <a:pt x="409575" y="3590925"/>
                </a:lnTo>
                <a:lnTo>
                  <a:pt x="409575" y="3600450"/>
                </a:lnTo>
                <a:lnTo>
                  <a:pt x="400050" y="3600450"/>
                </a:lnTo>
                <a:lnTo>
                  <a:pt x="400050" y="3629025"/>
                </a:lnTo>
                <a:lnTo>
                  <a:pt x="390525" y="3629025"/>
                </a:lnTo>
                <a:lnTo>
                  <a:pt x="390525" y="3609975"/>
                </a:lnTo>
                <a:lnTo>
                  <a:pt x="381000" y="3609975"/>
                </a:lnTo>
                <a:close/>
                <a:moveTo>
                  <a:pt x="304800" y="3600450"/>
                </a:moveTo>
                <a:lnTo>
                  <a:pt x="314325" y="3600450"/>
                </a:lnTo>
                <a:lnTo>
                  <a:pt x="314325" y="3619500"/>
                </a:lnTo>
                <a:lnTo>
                  <a:pt x="333375" y="3619500"/>
                </a:lnTo>
                <a:lnTo>
                  <a:pt x="333375" y="3638550"/>
                </a:lnTo>
                <a:lnTo>
                  <a:pt x="323850" y="3638550"/>
                </a:lnTo>
                <a:lnTo>
                  <a:pt x="323850" y="3648075"/>
                </a:lnTo>
                <a:lnTo>
                  <a:pt x="304800" y="3648075"/>
                </a:lnTo>
                <a:lnTo>
                  <a:pt x="304800" y="3638550"/>
                </a:lnTo>
                <a:lnTo>
                  <a:pt x="266700" y="3638550"/>
                </a:lnTo>
                <a:lnTo>
                  <a:pt x="266700" y="3629025"/>
                </a:lnTo>
                <a:lnTo>
                  <a:pt x="276225" y="3629025"/>
                </a:lnTo>
                <a:lnTo>
                  <a:pt x="276225" y="3619500"/>
                </a:lnTo>
                <a:lnTo>
                  <a:pt x="295275" y="3619500"/>
                </a:lnTo>
                <a:lnTo>
                  <a:pt x="295275" y="3609975"/>
                </a:lnTo>
                <a:lnTo>
                  <a:pt x="304800" y="3609975"/>
                </a:lnTo>
                <a:close/>
                <a:moveTo>
                  <a:pt x="342900" y="3609975"/>
                </a:moveTo>
                <a:lnTo>
                  <a:pt x="361950" y="3609975"/>
                </a:lnTo>
                <a:lnTo>
                  <a:pt x="361950" y="3629025"/>
                </a:lnTo>
                <a:lnTo>
                  <a:pt x="342900" y="3629025"/>
                </a:lnTo>
                <a:close/>
                <a:moveTo>
                  <a:pt x="866775" y="3619500"/>
                </a:moveTo>
                <a:lnTo>
                  <a:pt x="885825" y="3619500"/>
                </a:lnTo>
                <a:lnTo>
                  <a:pt x="885825" y="3648075"/>
                </a:lnTo>
                <a:lnTo>
                  <a:pt x="866775" y="3648075"/>
                </a:lnTo>
                <a:close/>
                <a:moveTo>
                  <a:pt x="1333500" y="3629025"/>
                </a:moveTo>
                <a:lnTo>
                  <a:pt x="1352550" y="3629025"/>
                </a:lnTo>
                <a:lnTo>
                  <a:pt x="1352550" y="3638550"/>
                </a:lnTo>
                <a:lnTo>
                  <a:pt x="1343025" y="3638550"/>
                </a:lnTo>
                <a:lnTo>
                  <a:pt x="1343025" y="3648075"/>
                </a:lnTo>
                <a:lnTo>
                  <a:pt x="1352550" y="3648075"/>
                </a:lnTo>
                <a:lnTo>
                  <a:pt x="1352550" y="3657600"/>
                </a:lnTo>
                <a:lnTo>
                  <a:pt x="1333500" y="3657600"/>
                </a:lnTo>
                <a:close/>
                <a:moveTo>
                  <a:pt x="714375" y="3638550"/>
                </a:moveTo>
                <a:lnTo>
                  <a:pt x="723900" y="3638550"/>
                </a:lnTo>
                <a:lnTo>
                  <a:pt x="723900" y="3648075"/>
                </a:lnTo>
                <a:lnTo>
                  <a:pt x="714375" y="3648075"/>
                </a:lnTo>
                <a:close/>
                <a:moveTo>
                  <a:pt x="1476375" y="3638550"/>
                </a:moveTo>
                <a:lnTo>
                  <a:pt x="1495425" y="3638550"/>
                </a:lnTo>
                <a:lnTo>
                  <a:pt x="1495425" y="3648075"/>
                </a:lnTo>
                <a:lnTo>
                  <a:pt x="1485900" y="3648075"/>
                </a:lnTo>
                <a:lnTo>
                  <a:pt x="1485900" y="3657600"/>
                </a:lnTo>
                <a:lnTo>
                  <a:pt x="1466850" y="3657600"/>
                </a:lnTo>
                <a:lnTo>
                  <a:pt x="1466850" y="3648075"/>
                </a:lnTo>
                <a:lnTo>
                  <a:pt x="1476375" y="3648075"/>
                </a:lnTo>
                <a:close/>
                <a:moveTo>
                  <a:pt x="1514475" y="3648075"/>
                </a:moveTo>
                <a:lnTo>
                  <a:pt x="1524000" y="3648075"/>
                </a:lnTo>
                <a:lnTo>
                  <a:pt x="1524000" y="3657600"/>
                </a:lnTo>
                <a:lnTo>
                  <a:pt x="1514475" y="3657600"/>
                </a:lnTo>
                <a:close/>
                <a:moveTo>
                  <a:pt x="1485900" y="3657600"/>
                </a:moveTo>
                <a:lnTo>
                  <a:pt x="1504950" y="3657600"/>
                </a:lnTo>
                <a:lnTo>
                  <a:pt x="1504950" y="3667125"/>
                </a:lnTo>
                <a:lnTo>
                  <a:pt x="1485900" y="3667125"/>
                </a:lnTo>
                <a:close/>
                <a:moveTo>
                  <a:pt x="981075" y="3667125"/>
                </a:moveTo>
                <a:lnTo>
                  <a:pt x="1000125" y="3667125"/>
                </a:lnTo>
                <a:lnTo>
                  <a:pt x="1000125" y="3676650"/>
                </a:lnTo>
                <a:lnTo>
                  <a:pt x="981075" y="3676650"/>
                </a:lnTo>
                <a:close/>
                <a:moveTo>
                  <a:pt x="1285875" y="3667125"/>
                </a:moveTo>
                <a:lnTo>
                  <a:pt x="1295400" y="3667125"/>
                </a:lnTo>
                <a:lnTo>
                  <a:pt x="1295400" y="3676650"/>
                </a:lnTo>
                <a:lnTo>
                  <a:pt x="1285875" y="3676650"/>
                </a:lnTo>
                <a:close/>
              </a:path>
            </a:pathLst>
          </a:custGeom>
          <a:solidFill xmlns:a="http://schemas.openxmlformats.org/drawingml/2006/main">
            <a:srgbClr val="F1EDE0"/>
          </a:solidFill>
          <a:ln xmlns:a="http://schemas.openxmlformats.org/drawingml/2006/main" w="0">
            <a:noFill/>
          </a:ln>
        </p:spPr>
      </p:sp>
      <p:sp>
        <p:nvSpPr>
          <p:cNvPr id="44" name="profit vector #f2ece0">
            <a:extLst xmlns:a="http://schemas.openxmlformats.org/drawingml/2006/main">
              <a:ext uri="{FF2B5EF4-FFF2-40B4-BE49-F238E27FC236}">
                <a16:creationId xmlns:a16="http://schemas.microsoft.com/office/drawing/2014/main" id="{13058317-0384-43BE-B2E1-80CCABB9D7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29825" y="1447800"/>
            <a:ext cx="2200275" cy="4467225"/>
          </a:xfrm>
          <a:custGeom xmlns:a="http://schemas.openxmlformats.org/drawingml/2006/main">
            <a:pathLst>
              <a:path w="1866900" h="3790950">
                <a:moveTo>
                  <a:pt x="1790700" y="123825"/>
                </a:moveTo>
                <a:lnTo>
                  <a:pt x="1800225" y="123825"/>
                </a:lnTo>
                <a:lnTo>
                  <a:pt x="1800225" y="133350"/>
                </a:lnTo>
                <a:lnTo>
                  <a:pt x="1790700" y="133350"/>
                </a:lnTo>
                <a:close/>
                <a:moveTo>
                  <a:pt x="1800225" y="133350"/>
                </a:moveTo>
                <a:lnTo>
                  <a:pt x="1809750" y="133350"/>
                </a:lnTo>
                <a:lnTo>
                  <a:pt x="1809750" y="142875"/>
                </a:lnTo>
                <a:lnTo>
                  <a:pt x="1800225" y="142875"/>
                </a:lnTo>
                <a:close/>
                <a:moveTo>
                  <a:pt x="523875" y="142875"/>
                </a:moveTo>
                <a:lnTo>
                  <a:pt x="600075" y="142875"/>
                </a:lnTo>
                <a:lnTo>
                  <a:pt x="600075" y="152400"/>
                </a:lnTo>
                <a:lnTo>
                  <a:pt x="590550" y="152400"/>
                </a:lnTo>
                <a:lnTo>
                  <a:pt x="590550" y="171450"/>
                </a:lnTo>
                <a:lnTo>
                  <a:pt x="533400" y="171450"/>
                </a:lnTo>
                <a:lnTo>
                  <a:pt x="533400" y="161925"/>
                </a:lnTo>
                <a:lnTo>
                  <a:pt x="523875" y="161925"/>
                </a:lnTo>
                <a:close/>
                <a:moveTo>
                  <a:pt x="1809750" y="142875"/>
                </a:moveTo>
                <a:lnTo>
                  <a:pt x="1819275" y="142875"/>
                </a:lnTo>
                <a:lnTo>
                  <a:pt x="1819275" y="152400"/>
                </a:lnTo>
                <a:lnTo>
                  <a:pt x="1809750" y="152400"/>
                </a:lnTo>
                <a:close/>
                <a:moveTo>
                  <a:pt x="1266825" y="152400"/>
                </a:moveTo>
                <a:lnTo>
                  <a:pt x="1285875" y="152400"/>
                </a:lnTo>
                <a:lnTo>
                  <a:pt x="1285875" y="161925"/>
                </a:lnTo>
                <a:lnTo>
                  <a:pt x="1266825" y="161925"/>
                </a:lnTo>
                <a:close/>
                <a:moveTo>
                  <a:pt x="1581150" y="152400"/>
                </a:moveTo>
                <a:lnTo>
                  <a:pt x="1590675" y="152400"/>
                </a:lnTo>
                <a:lnTo>
                  <a:pt x="1590675" y="161925"/>
                </a:lnTo>
                <a:lnTo>
                  <a:pt x="1609725" y="161925"/>
                </a:lnTo>
                <a:lnTo>
                  <a:pt x="1609725" y="180975"/>
                </a:lnTo>
                <a:lnTo>
                  <a:pt x="1590675" y="180975"/>
                </a:lnTo>
                <a:lnTo>
                  <a:pt x="1590675" y="200025"/>
                </a:lnTo>
                <a:lnTo>
                  <a:pt x="1581150" y="200025"/>
                </a:lnTo>
                <a:lnTo>
                  <a:pt x="1581150" y="219075"/>
                </a:lnTo>
                <a:lnTo>
                  <a:pt x="1562100" y="219075"/>
                </a:lnTo>
                <a:lnTo>
                  <a:pt x="1562100" y="209550"/>
                </a:lnTo>
                <a:lnTo>
                  <a:pt x="1524000" y="209550"/>
                </a:lnTo>
                <a:lnTo>
                  <a:pt x="1524000" y="200025"/>
                </a:lnTo>
                <a:lnTo>
                  <a:pt x="1543050" y="200025"/>
                </a:lnTo>
                <a:lnTo>
                  <a:pt x="1543050" y="190500"/>
                </a:lnTo>
                <a:lnTo>
                  <a:pt x="1581150" y="190500"/>
                </a:lnTo>
                <a:close/>
                <a:moveTo>
                  <a:pt x="1819275" y="152400"/>
                </a:moveTo>
                <a:lnTo>
                  <a:pt x="1838325" y="152400"/>
                </a:lnTo>
                <a:lnTo>
                  <a:pt x="1838325" y="180975"/>
                </a:lnTo>
                <a:lnTo>
                  <a:pt x="1828800" y="180975"/>
                </a:lnTo>
                <a:lnTo>
                  <a:pt x="1828800" y="171450"/>
                </a:lnTo>
                <a:lnTo>
                  <a:pt x="1819275" y="171450"/>
                </a:lnTo>
                <a:close/>
                <a:moveTo>
                  <a:pt x="533400" y="161925"/>
                </a:moveTo>
                <a:lnTo>
                  <a:pt x="561975" y="161925"/>
                </a:lnTo>
                <a:lnTo>
                  <a:pt x="561975" y="152400"/>
                </a:lnTo>
                <a:lnTo>
                  <a:pt x="533400" y="152400"/>
                </a:lnTo>
                <a:close/>
                <a:moveTo>
                  <a:pt x="609600" y="161925"/>
                </a:moveTo>
                <a:lnTo>
                  <a:pt x="666750" y="161925"/>
                </a:lnTo>
                <a:lnTo>
                  <a:pt x="666750" y="190500"/>
                </a:lnTo>
                <a:lnTo>
                  <a:pt x="685800" y="190500"/>
                </a:lnTo>
                <a:lnTo>
                  <a:pt x="685800" y="219075"/>
                </a:lnTo>
                <a:lnTo>
                  <a:pt x="676275" y="219075"/>
                </a:lnTo>
                <a:lnTo>
                  <a:pt x="676275" y="209550"/>
                </a:lnTo>
                <a:lnTo>
                  <a:pt x="666750" y="209550"/>
                </a:lnTo>
                <a:lnTo>
                  <a:pt x="666750" y="200025"/>
                </a:lnTo>
                <a:lnTo>
                  <a:pt x="647700" y="200025"/>
                </a:lnTo>
                <a:lnTo>
                  <a:pt x="647700" y="190500"/>
                </a:lnTo>
                <a:lnTo>
                  <a:pt x="619125" y="190500"/>
                </a:lnTo>
                <a:lnTo>
                  <a:pt x="619125" y="171450"/>
                </a:lnTo>
                <a:lnTo>
                  <a:pt x="609600" y="171450"/>
                </a:lnTo>
                <a:close/>
                <a:moveTo>
                  <a:pt x="1266825" y="171450"/>
                </a:moveTo>
                <a:lnTo>
                  <a:pt x="1285875" y="171450"/>
                </a:lnTo>
                <a:lnTo>
                  <a:pt x="1285875" y="180975"/>
                </a:lnTo>
                <a:lnTo>
                  <a:pt x="1266825" y="180975"/>
                </a:lnTo>
                <a:close/>
                <a:moveTo>
                  <a:pt x="1238250" y="190500"/>
                </a:moveTo>
                <a:lnTo>
                  <a:pt x="1247775" y="190500"/>
                </a:lnTo>
                <a:lnTo>
                  <a:pt x="1247775" y="200025"/>
                </a:lnTo>
                <a:lnTo>
                  <a:pt x="1238250" y="200025"/>
                </a:lnTo>
                <a:close/>
                <a:moveTo>
                  <a:pt x="1200150" y="200025"/>
                </a:moveTo>
                <a:lnTo>
                  <a:pt x="1209675" y="200025"/>
                </a:lnTo>
                <a:lnTo>
                  <a:pt x="1209675" y="209550"/>
                </a:lnTo>
                <a:lnTo>
                  <a:pt x="1200150" y="209550"/>
                </a:lnTo>
                <a:close/>
                <a:moveTo>
                  <a:pt x="1219200" y="200025"/>
                </a:moveTo>
                <a:lnTo>
                  <a:pt x="1238250" y="200025"/>
                </a:lnTo>
                <a:lnTo>
                  <a:pt x="1238250" y="209550"/>
                </a:lnTo>
                <a:lnTo>
                  <a:pt x="1219200" y="209550"/>
                </a:lnTo>
                <a:close/>
                <a:moveTo>
                  <a:pt x="209550" y="209550"/>
                </a:moveTo>
                <a:lnTo>
                  <a:pt x="228600" y="209550"/>
                </a:lnTo>
                <a:lnTo>
                  <a:pt x="228600" y="219075"/>
                </a:lnTo>
                <a:lnTo>
                  <a:pt x="247650" y="219075"/>
                </a:lnTo>
                <a:lnTo>
                  <a:pt x="247650" y="228600"/>
                </a:lnTo>
                <a:lnTo>
                  <a:pt x="257175" y="228600"/>
                </a:lnTo>
                <a:lnTo>
                  <a:pt x="257175" y="238125"/>
                </a:lnTo>
                <a:lnTo>
                  <a:pt x="228600" y="238125"/>
                </a:lnTo>
                <a:lnTo>
                  <a:pt x="228600" y="228600"/>
                </a:lnTo>
                <a:lnTo>
                  <a:pt x="219075" y="228600"/>
                </a:lnTo>
                <a:lnTo>
                  <a:pt x="219075" y="219075"/>
                </a:lnTo>
                <a:lnTo>
                  <a:pt x="209550" y="219075"/>
                </a:lnTo>
                <a:close/>
                <a:moveTo>
                  <a:pt x="1628775" y="209550"/>
                </a:moveTo>
                <a:lnTo>
                  <a:pt x="1638300" y="209550"/>
                </a:lnTo>
                <a:lnTo>
                  <a:pt x="1638300" y="228600"/>
                </a:lnTo>
                <a:lnTo>
                  <a:pt x="1619250" y="228600"/>
                </a:lnTo>
                <a:lnTo>
                  <a:pt x="1619250" y="238125"/>
                </a:lnTo>
                <a:lnTo>
                  <a:pt x="1600200" y="238125"/>
                </a:lnTo>
                <a:lnTo>
                  <a:pt x="1600200" y="247650"/>
                </a:lnTo>
                <a:lnTo>
                  <a:pt x="1590675" y="247650"/>
                </a:lnTo>
                <a:lnTo>
                  <a:pt x="1590675" y="228600"/>
                </a:lnTo>
                <a:lnTo>
                  <a:pt x="1600200" y="228600"/>
                </a:lnTo>
                <a:lnTo>
                  <a:pt x="1600200" y="219075"/>
                </a:lnTo>
                <a:lnTo>
                  <a:pt x="1628775" y="219075"/>
                </a:lnTo>
                <a:close/>
                <a:moveTo>
                  <a:pt x="1257300" y="228600"/>
                </a:moveTo>
                <a:lnTo>
                  <a:pt x="1266825" y="228600"/>
                </a:lnTo>
                <a:lnTo>
                  <a:pt x="1266825" y="257175"/>
                </a:lnTo>
                <a:lnTo>
                  <a:pt x="1257300" y="257175"/>
                </a:lnTo>
                <a:lnTo>
                  <a:pt x="1257300" y="266700"/>
                </a:lnTo>
                <a:lnTo>
                  <a:pt x="1238250" y="266700"/>
                </a:lnTo>
                <a:lnTo>
                  <a:pt x="1238250" y="276225"/>
                </a:lnTo>
                <a:lnTo>
                  <a:pt x="1209675" y="276225"/>
                </a:lnTo>
                <a:lnTo>
                  <a:pt x="1209675" y="266700"/>
                </a:lnTo>
                <a:lnTo>
                  <a:pt x="1200150" y="266700"/>
                </a:lnTo>
                <a:lnTo>
                  <a:pt x="1200150" y="257175"/>
                </a:lnTo>
                <a:lnTo>
                  <a:pt x="1209675" y="257175"/>
                </a:lnTo>
                <a:lnTo>
                  <a:pt x="1209675" y="266700"/>
                </a:lnTo>
                <a:lnTo>
                  <a:pt x="1219200" y="266700"/>
                </a:lnTo>
                <a:lnTo>
                  <a:pt x="1219200" y="257175"/>
                </a:lnTo>
                <a:lnTo>
                  <a:pt x="1228725" y="257175"/>
                </a:lnTo>
                <a:lnTo>
                  <a:pt x="1228725" y="247650"/>
                </a:lnTo>
                <a:lnTo>
                  <a:pt x="1219200" y="247650"/>
                </a:lnTo>
                <a:lnTo>
                  <a:pt x="1219200" y="238125"/>
                </a:lnTo>
                <a:lnTo>
                  <a:pt x="1257300" y="238125"/>
                </a:lnTo>
                <a:close/>
                <a:moveTo>
                  <a:pt x="1352550" y="266700"/>
                </a:moveTo>
                <a:lnTo>
                  <a:pt x="1362075" y="266700"/>
                </a:lnTo>
                <a:lnTo>
                  <a:pt x="1362075" y="285750"/>
                </a:lnTo>
                <a:lnTo>
                  <a:pt x="1352550" y="285750"/>
                </a:lnTo>
                <a:close/>
                <a:moveTo>
                  <a:pt x="1428750" y="276225"/>
                </a:moveTo>
                <a:lnTo>
                  <a:pt x="1438275" y="276225"/>
                </a:lnTo>
                <a:lnTo>
                  <a:pt x="1438275" y="285750"/>
                </a:lnTo>
                <a:lnTo>
                  <a:pt x="1428750" y="285750"/>
                </a:lnTo>
                <a:close/>
                <a:moveTo>
                  <a:pt x="1457325" y="276225"/>
                </a:moveTo>
                <a:lnTo>
                  <a:pt x="1466850" y="276225"/>
                </a:lnTo>
                <a:lnTo>
                  <a:pt x="1466850" y="285750"/>
                </a:lnTo>
                <a:lnTo>
                  <a:pt x="1457325" y="285750"/>
                </a:lnTo>
                <a:close/>
                <a:moveTo>
                  <a:pt x="419100" y="285750"/>
                </a:moveTo>
                <a:lnTo>
                  <a:pt x="466725" y="285750"/>
                </a:lnTo>
                <a:lnTo>
                  <a:pt x="466725" y="304800"/>
                </a:lnTo>
                <a:lnTo>
                  <a:pt x="476250" y="304800"/>
                </a:lnTo>
                <a:lnTo>
                  <a:pt x="476250" y="314325"/>
                </a:lnTo>
                <a:lnTo>
                  <a:pt x="457200" y="314325"/>
                </a:lnTo>
                <a:lnTo>
                  <a:pt x="457200" y="304800"/>
                </a:lnTo>
                <a:lnTo>
                  <a:pt x="447675" y="304800"/>
                </a:lnTo>
                <a:lnTo>
                  <a:pt x="447675" y="295275"/>
                </a:lnTo>
                <a:lnTo>
                  <a:pt x="438150" y="295275"/>
                </a:lnTo>
                <a:lnTo>
                  <a:pt x="438150" y="304800"/>
                </a:lnTo>
                <a:lnTo>
                  <a:pt x="447675" y="304800"/>
                </a:lnTo>
                <a:lnTo>
                  <a:pt x="447675" y="314325"/>
                </a:lnTo>
                <a:lnTo>
                  <a:pt x="457200" y="314325"/>
                </a:lnTo>
                <a:lnTo>
                  <a:pt x="457200" y="323850"/>
                </a:lnTo>
                <a:lnTo>
                  <a:pt x="495300" y="323850"/>
                </a:lnTo>
                <a:lnTo>
                  <a:pt x="495300" y="333375"/>
                </a:lnTo>
                <a:lnTo>
                  <a:pt x="514350" y="333375"/>
                </a:lnTo>
                <a:lnTo>
                  <a:pt x="514350" y="342900"/>
                </a:lnTo>
                <a:lnTo>
                  <a:pt x="485775" y="342900"/>
                </a:lnTo>
                <a:lnTo>
                  <a:pt x="485775" y="352425"/>
                </a:lnTo>
                <a:lnTo>
                  <a:pt x="466725" y="352425"/>
                </a:lnTo>
                <a:lnTo>
                  <a:pt x="466725" y="361950"/>
                </a:lnTo>
                <a:lnTo>
                  <a:pt x="447675" y="361950"/>
                </a:lnTo>
                <a:lnTo>
                  <a:pt x="447675" y="342900"/>
                </a:lnTo>
                <a:lnTo>
                  <a:pt x="428625" y="342900"/>
                </a:lnTo>
                <a:lnTo>
                  <a:pt x="428625" y="323850"/>
                </a:lnTo>
                <a:lnTo>
                  <a:pt x="409575" y="323850"/>
                </a:lnTo>
                <a:lnTo>
                  <a:pt x="409575" y="333375"/>
                </a:lnTo>
                <a:lnTo>
                  <a:pt x="400050" y="333375"/>
                </a:lnTo>
                <a:lnTo>
                  <a:pt x="400050" y="342900"/>
                </a:lnTo>
                <a:lnTo>
                  <a:pt x="390525" y="342900"/>
                </a:lnTo>
                <a:lnTo>
                  <a:pt x="390525" y="314325"/>
                </a:lnTo>
                <a:lnTo>
                  <a:pt x="419100" y="314325"/>
                </a:lnTo>
                <a:close/>
                <a:moveTo>
                  <a:pt x="647700" y="304800"/>
                </a:moveTo>
                <a:lnTo>
                  <a:pt x="676275" y="304800"/>
                </a:lnTo>
                <a:lnTo>
                  <a:pt x="676275" y="314325"/>
                </a:lnTo>
                <a:lnTo>
                  <a:pt x="666750" y="314325"/>
                </a:lnTo>
                <a:lnTo>
                  <a:pt x="666750" y="333375"/>
                </a:lnTo>
                <a:lnTo>
                  <a:pt x="657225" y="333375"/>
                </a:lnTo>
                <a:lnTo>
                  <a:pt x="657225" y="361950"/>
                </a:lnTo>
                <a:lnTo>
                  <a:pt x="628650" y="361950"/>
                </a:lnTo>
                <a:lnTo>
                  <a:pt x="628650" y="371475"/>
                </a:lnTo>
                <a:lnTo>
                  <a:pt x="619125" y="371475"/>
                </a:lnTo>
                <a:lnTo>
                  <a:pt x="619125" y="381000"/>
                </a:lnTo>
                <a:lnTo>
                  <a:pt x="647700" y="381000"/>
                </a:lnTo>
                <a:lnTo>
                  <a:pt x="647700" y="371475"/>
                </a:lnTo>
                <a:lnTo>
                  <a:pt x="657225" y="371475"/>
                </a:lnTo>
                <a:lnTo>
                  <a:pt x="657225" y="381000"/>
                </a:lnTo>
                <a:lnTo>
                  <a:pt x="666750" y="381000"/>
                </a:lnTo>
                <a:lnTo>
                  <a:pt x="666750" y="390525"/>
                </a:lnTo>
                <a:lnTo>
                  <a:pt x="647700" y="390525"/>
                </a:lnTo>
                <a:lnTo>
                  <a:pt x="647700" y="400050"/>
                </a:lnTo>
                <a:lnTo>
                  <a:pt x="638175" y="400050"/>
                </a:lnTo>
                <a:lnTo>
                  <a:pt x="638175" y="390525"/>
                </a:lnTo>
                <a:lnTo>
                  <a:pt x="628650" y="390525"/>
                </a:lnTo>
                <a:lnTo>
                  <a:pt x="628650" y="409575"/>
                </a:lnTo>
                <a:lnTo>
                  <a:pt x="600075" y="409575"/>
                </a:lnTo>
                <a:lnTo>
                  <a:pt x="600075" y="400050"/>
                </a:lnTo>
                <a:lnTo>
                  <a:pt x="609600" y="400050"/>
                </a:lnTo>
                <a:lnTo>
                  <a:pt x="609600" y="371475"/>
                </a:lnTo>
                <a:lnTo>
                  <a:pt x="600075" y="371475"/>
                </a:lnTo>
                <a:lnTo>
                  <a:pt x="600075" y="352425"/>
                </a:lnTo>
                <a:lnTo>
                  <a:pt x="609600" y="352425"/>
                </a:lnTo>
                <a:lnTo>
                  <a:pt x="609600" y="342900"/>
                </a:lnTo>
                <a:lnTo>
                  <a:pt x="600075" y="342900"/>
                </a:lnTo>
                <a:lnTo>
                  <a:pt x="600075" y="323850"/>
                </a:lnTo>
                <a:lnTo>
                  <a:pt x="609600" y="323850"/>
                </a:lnTo>
                <a:lnTo>
                  <a:pt x="609600" y="314325"/>
                </a:lnTo>
                <a:lnTo>
                  <a:pt x="647700" y="314325"/>
                </a:lnTo>
                <a:close/>
                <a:moveTo>
                  <a:pt x="133350" y="333375"/>
                </a:moveTo>
                <a:lnTo>
                  <a:pt x="142875" y="333375"/>
                </a:lnTo>
                <a:lnTo>
                  <a:pt x="142875" y="342900"/>
                </a:lnTo>
                <a:lnTo>
                  <a:pt x="133350" y="342900"/>
                </a:lnTo>
                <a:close/>
                <a:moveTo>
                  <a:pt x="676275" y="333375"/>
                </a:moveTo>
                <a:lnTo>
                  <a:pt x="704850" y="333375"/>
                </a:lnTo>
                <a:lnTo>
                  <a:pt x="704850" y="342900"/>
                </a:lnTo>
                <a:lnTo>
                  <a:pt x="676275" y="342900"/>
                </a:lnTo>
                <a:close/>
                <a:moveTo>
                  <a:pt x="142875" y="342900"/>
                </a:moveTo>
                <a:lnTo>
                  <a:pt x="152400" y="342900"/>
                </a:lnTo>
                <a:lnTo>
                  <a:pt x="152400" y="352425"/>
                </a:lnTo>
                <a:lnTo>
                  <a:pt x="142875" y="352425"/>
                </a:lnTo>
                <a:close/>
                <a:moveTo>
                  <a:pt x="571500" y="352425"/>
                </a:moveTo>
                <a:lnTo>
                  <a:pt x="590550" y="352425"/>
                </a:lnTo>
                <a:lnTo>
                  <a:pt x="590550" y="361950"/>
                </a:lnTo>
                <a:lnTo>
                  <a:pt x="571500" y="361950"/>
                </a:lnTo>
                <a:close/>
                <a:moveTo>
                  <a:pt x="933450" y="352425"/>
                </a:moveTo>
                <a:lnTo>
                  <a:pt x="942975" y="352425"/>
                </a:lnTo>
                <a:lnTo>
                  <a:pt x="942975" y="361950"/>
                </a:lnTo>
                <a:lnTo>
                  <a:pt x="933450" y="361950"/>
                </a:lnTo>
                <a:close/>
                <a:moveTo>
                  <a:pt x="542925" y="361950"/>
                </a:moveTo>
                <a:lnTo>
                  <a:pt x="561975" y="361950"/>
                </a:lnTo>
                <a:lnTo>
                  <a:pt x="561975" y="371475"/>
                </a:lnTo>
                <a:lnTo>
                  <a:pt x="542925" y="371475"/>
                </a:lnTo>
                <a:close/>
                <a:moveTo>
                  <a:pt x="904875" y="361950"/>
                </a:moveTo>
                <a:lnTo>
                  <a:pt x="933450" y="361950"/>
                </a:lnTo>
                <a:lnTo>
                  <a:pt x="933450" y="381000"/>
                </a:lnTo>
                <a:lnTo>
                  <a:pt x="923925" y="381000"/>
                </a:lnTo>
                <a:lnTo>
                  <a:pt x="923925" y="390525"/>
                </a:lnTo>
                <a:lnTo>
                  <a:pt x="914400" y="390525"/>
                </a:lnTo>
                <a:lnTo>
                  <a:pt x="914400" y="371475"/>
                </a:lnTo>
                <a:lnTo>
                  <a:pt x="904875" y="371475"/>
                </a:lnTo>
                <a:close/>
                <a:moveTo>
                  <a:pt x="962025" y="371475"/>
                </a:moveTo>
                <a:lnTo>
                  <a:pt x="1000125" y="371475"/>
                </a:lnTo>
                <a:lnTo>
                  <a:pt x="1000125" y="390525"/>
                </a:lnTo>
                <a:lnTo>
                  <a:pt x="990600" y="390525"/>
                </a:lnTo>
                <a:lnTo>
                  <a:pt x="990600" y="400050"/>
                </a:lnTo>
                <a:lnTo>
                  <a:pt x="962025" y="400050"/>
                </a:lnTo>
                <a:lnTo>
                  <a:pt x="962025" y="390525"/>
                </a:lnTo>
                <a:lnTo>
                  <a:pt x="971550" y="390525"/>
                </a:lnTo>
                <a:lnTo>
                  <a:pt x="971550" y="381000"/>
                </a:lnTo>
                <a:lnTo>
                  <a:pt x="962025" y="381000"/>
                </a:lnTo>
                <a:close/>
                <a:moveTo>
                  <a:pt x="1123950" y="371475"/>
                </a:moveTo>
                <a:lnTo>
                  <a:pt x="1162050" y="371475"/>
                </a:lnTo>
                <a:lnTo>
                  <a:pt x="1162050" y="381000"/>
                </a:lnTo>
                <a:lnTo>
                  <a:pt x="1143000" y="381000"/>
                </a:lnTo>
                <a:lnTo>
                  <a:pt x="1143000" y="390525"/>
                </a:lnTo>
                <a:lnTo>
                  <a:pt x="1123950" y="390525"/>
                </a:lnTo>
                <a:close/>
                <a:moveTo>
                  <a:pt x="542925" y="381000"/>
                </a:moveTo>
                <a:lnTo>
                  <a:pt x="561975" y="381000"/>
                </a:lnTo>
                <a:lnTo>
                  <a:pt x="561975" y="390525"/>
                </a:lnTo>
                <a:lnTo>
                  <a:pt x="542925" y="390525"/>
                </a:lnTo>
                <a:close/>
                <a:moveTo>
                  <a:pt x="904875" y="390525"/>
                </a:moveTo>
                <a:lnTo>
                  <a:pt x="914400" y="390525"/>
                </a:lnTo>
                <a:lnTo>
                  <a:pt x="914400" y="400050"/>
                </a:lnTo>
                <a:lnTo>
                  <a:pt x="904875" y="400050"/>
                </a:lnTo>
                <a:close/>
                <a:moveTo>
                  <a:pt x="1143000" y="390525"/>
                </a:moveTo>
                <a:lnTo>
                  <a:pt x="1171575" y="390525"/>
                </a:lnTo>
                <a:lnTo>
                  <a:pt x="1171575" y="400050"/>
                </a:lnTo>
                <a:lnTo>
                  <a:pt x="1143000" y="400050"/>
                </a:lnTo>
                <a:close/>
                <a:moveTo>
                  <a:pt x="1038225" y="409575"/>
                </a:moveTo>
                <a:lnTo>
                  <a:pt x="1047750" y="409575"/>
                </a:lnTo>
                <a:lnTo>
                  <a:pt x="1047750" y="419100"/>
                </a:lnTo>
                <a:lnTo>
                  <a:pt x="1057275" y="419100"/>
                </a:lnTo>
                <a:lnTo>
                  <a:pt x="1057275" y="428625"/>
                </a:lnTo>
                <a:lnTo>
                  <a:pt x="1038225" y="428625"/>
                </a:lnTo>
                <a:close/>
                <a:moveTo>
                  <a:pt x="428625" y="419100"/>
                </a:moveTo>
                <a:lnTo>
                  <a:pt x="438150" y="419100"/>
                </a:lnTo>
                <a:lnTo>
                  <a:pt x="438150" y="447675"/>
                </a:lnTo>
                <a:lnTo>
                  <a:pt x="428625" y="447675"/>
                </a:lnTo>
                <a:close/>
                <a:moveTo>
                  <a:pt x="571500" y="419100"/>
                </a:moveTo>
                <a:lnTo>
                  <a:pt x="590550" y="419100"/>
                </a:lnTo>
                <a:lnTo>
                  <a:pt x="590550" y="428625"/>
                </a:lnTo>
                <a:lnTo>
                  <a:pt x="571500" y="428625"/>
                </a:lnTo>
                <a:close/>
                <a:moveTo>
                  <a:pt x="647700" y="419100"/>
                </a:moveTo>
                <a:lnTo>
                  <a:pt x="657225" y="419100"/>
                </a:lnTo>
                <a:lnTo>
                  <a:pt x="657225" y="457200"/>
                </a:lnTo>
                <a:lnTo>
                  <a:pt x="647700" y="457200"/>
                </a:lnTo>
                <a:lnTo>
                  <a:pt x="647700" y="466725"/>
                </a:lnTo>
                <a:lnTo>
                  <a:pt x="638175" y="466725"/>
                </a:lnTo>
                <a:lnTo>
                  <a:pt x="638175" y="457200"/>
                </a:lnTo>
                <a:lnTo>
                  <a:pt x="619125" y="457200"/>
                </a:lnTo>
                <a:lnTo>
                  <a:pt x="619125" y="466725"/>
                </a:lnTo>
                <a:lnTo>
                  <a:pt x="600075" y="466725"/>
                </a:lnTo>
                <a:lnTo>
                  <a:pt x="600075" y="447675"/>
                </a:lnTo>
                <a:lnTo>
                  <a:pt x="638175" y="447675"/>
                </a:lnTo>
                <a:lnTo>
                  <a:pt x="638175" y="428625"/>
                </a:lnTo>
                <a:lnTo>
                  <a:pt x="647700" y="428625"/>
                </a:lnTo>
                <a:close/>
                <a:moveTo>
                  <a:pt x="781050" y="419100"/>
                </a:moveTo>
                <a:lnTo>
                  <a:pt x="790575" y="419100"/>
                </a:lnTo>
                <a:lnTo>
                  <a:pt x="790575" y="438150"/>
                </a:lnTo>
                <a:lnTo>
                  <a:pt x="781050" y="438150"/>
                </a:lnTo>
                <a:close/>
                <a:moveTo>
                  <a:pt x="457200" y="428625"/>
                </a:moveTo>
                <a:lnTo>
                  <a:pt x="466725" y="428625"/>
                </a:lnTo>
                <a:lnTo>
                  <a:pt x="466725" y="438150"/>
                </a:lnTo>
                <a:lnTo>
                  <a:pt x="476250" y="438150"/>
                </a:lnTo>
                <a:lnTo>
                  <a:pt x="476250" y="476250"/>
                </a:lnTo>
                <a:lnTo>
                  <a:pt x="466725" y="476250"/>
                </a:lnTo>
                <a:lnTo>
                  <a:pt x="466725" y="457200"/>
                </a:lnTo>
                <a:lnTo>
                  <a:pt x="457200" y="457200"/>
                </a:lnTo>
                <a:close/>
                <a:moveTo>
                  <a:pt x="695325" y="428625"/>
                </a:moveTo>
                <a:lnTo>
                  <a:pt x="723900" y="428625"/>
                </a:lnTo>
                <a:lnTo>
                  <a:pt x="723900" y="438150"/>
                </a:lnTo>
                <a:lnTo>
                  <a:pt x="714375" y="438150"/>
                </a:lnTo>
                <a:lnTo>
                  <a:pt x="714375" y="447675"/>
                </a:lnTo>
                <a:lnTo>
                  <a:pt x="695325" y="447675"/>
                </a:lnTo>
                <a:close/>
                <a:moveTo>
                  <a:pt x="800100" y="428625"/>
                </a:moveTo>
                <a:lnTo>
                  <a:pt x="809625" y="428625"/>
                </a:lnTo>
                <a:lnTo>
                  <a:pt x="809625" y="438150"/>
                </a:lnTo>
                <a:lnTo>
                  <a:pt x="800100" y="438150"/>
                </a:lnTo>
                <a:close/>
                <a:moveTo>
                  <a:pt x="1152525" y="428625"/>
                </a:moveTo>
                <a:lnTo>
                  <a:pt x="1162050" y="428625"/>
                </a:lnTo>
                <a:lnTo>
                  <a:pt x="1162050" y="438150"/>
                </a:lnTo>
                <a:lnTo>
                  <a:pt x="1152525" y="438150"/>
                </a:lnTo>
                <a:close/>
                <a:moveTo>
                  <a:pt x="685800" y="447675"/>
                </a:moveTo>
                <a:lnTo>
                  <a:pt x="695325" y="447675"/>
                </a:lnTo>
                <a:lnTo>
                  <a:pt x="695325" y="457200"/>
                </a:lnTo>
                <a:lnTo>
                  <a:pt x="685800" y="457200"/>
                </a:lnTo>
                <a:close/>
                <a:moveTo>
                  <a:pt x="1133475" y="447675"/>
                </a:moveTo>
                <a:lnTo>
                  <a:pt x="1162050" y="447675"/>
                </a:lnTo>
                <a:lnTo>
                  <a:pt x="1162050" y="457200"/>
                </a:lnTo>
                <a:lnTo>
                  <a:pt x="1133475" y="457200"/>
                </a:lnTo>
                <a:close/>
                <a:moveTo>
                  <a:pt x="676275" y="457200"/>
                </a:moveTo>
                <a:lnTo>
                  <a:pt x="685800" y="457200"/>
                </a:lnTo>
                <a:lnTo>
                  <a:pt x="685800" y="466725"/>
                </a:lnTo>
                <a:lnTo>
                  <a:pt x="695325" y="466725"/>
                </a:lnTo>
                <a:lnTo>
                  <a:pt x="695325" y="476250"/>
                </a:lnTo>
                <a:lnTo>
                  <a:pt x="704850" y="476250"/>
                </a:lnTo>
                <a:lnTo>
                  <a:pt x="704850" y="485775"/>
                </a:lnTo>
                <a:lnTo>
                  <a:pt x="695325" y="485775"/>
                </a:lnTo>
                <a:lnTo>
                  <a:pt x="695325" y="495300"/>
                </a:lnTo>
                <a:lnTo>
                  <a:pt x="685800" y="495300"/>
                </a:lnTo>
                <a:lnTo>
                  <a:pt x="685800" y="504825"/>
                </a:lnTo>
                <a:lnTo>
                  <a:pt x="676275" y="504825"/>
                </a:lnTo>
                <a:lnTo>
                  <a:pt x="676275" y="495300"/>
                </a:lnTo>
                <a:lnTo>
                  <a:pt x="666750" y="495300"/>
                </a:lnTo>
                <a:lnTo>
                  <a:pt x="666750" y="466725"/>
                </a:lnTo>
                <a:lnTo>
                  <a:pt x="676275" y="466725"/>
                </a:lnTo>
                <a:close/>
                <a:moveTo>
                  <a:pt x="438150" y="485775"/>
                </a:moveTo>
                <a:lnTo>
                  <a:pt x="447675" y="485775"/>
                </a:lnTo>
                <a:lnTo>
                  <a:pt x="447675" y="495300"/>
                </a:lnTo>
                <a:lnTo>
                  <a:pt x="457200" y="495300"/>
                </a:lnTo>
                <a:lnTo>
                  <a:pt x="457200" y="504825"/>
                </a:lnTo>
                <a:lnTo>
                  <a:pt x="476250" y="504825"/>
                </a:lnTo>
                <a:lnTo>
                  <a:pt x="476250" y="523875"/>
                </a:lnTo>
                <a:lnTo>
                  <a:pt x="447675" y="523875"/>
                </a:lnTo>
                <a:lnTo>
                  <a:pt x="447675" y="514350"/>
                </a:lnTo>
                <a:lnTo>
                  <a:pt x="438150" y="514350"/>
                </a:lnTo>
                <a:lnTo>
                  <a:pt x="438150" y="504825"/>
                </a:lnTo>
                <a:lnTo>
                  <a:pt x="428625" y="504825"/>
                </a:lnTo>
                <a:lnTo>
                  <a:pt x="428625" y="495300"/>
                </a:lnTo>
                <a:lnTo>
                  <a:pt x="438150" y="495300"/>
                </a:lnTo>
                <a:close/>
                <a:moveTo>
                  <a:pt x="1724025" y="485775"/>
                </a:moveTo>
                <a:lnTo>
                  <a:pt x="1733550" y="485775"/>
                </a:lnTo>
                <a:lnTo>
                  <a:pt x="1733550" y="504825"/>
                </a:lnTo>
                <a:lnTo>
                  <a:pt x="1724025" y="504825"/>
                </a:lnTo>
                <a:close/>
                <a:moveTo>
                  <a:pt x="704850" y="504825"/>
                </a:moveTo>
                <a:lnTo>
                  <a:pt x="714375" y="504825"/>
                </a:lnTo>
                <a:lnTo>
                  <a:pt x="714375" y="514350"/>
                </a:lnTo>
                <a:lnTo>
                  <a:pt x="704850" y="514350"/>
                </a:lnTo>
                <a:close/>
                <a:moveTo>
                  <a:pt x="781050" y="504825"/>
                </a:moveTo>
                <a:lnTo>
                  <a:pt x="838200" y="504825"/>
                </a:lnTo>
                <a:lnTo>
                  <a:pt x="838200" y="514350"/>
                </a:lnTo>
                <a:lnTo>
                  <a:pt x="819150" y="514350"/>
                </a:lnTo>
                <a:lnTo>
                  <a:pt x="819150" y="523875"/>
                </a:lnTo>
                <a:lnTo>
                  <a:pt x="828675" y="523875"/>
                </a:lnTo>
                <a:lnTo>
                  <a:pt x="828675" y="533400"/>
                </a:lnTo>
                <a:lnTo>
                  <a:pt x="847725" y="533400"/>
                </a:lnTo>
                <a:lnTo>
                  <a:pt x="847725" y="523875"/>
                </a:lnTo>
                <a:lnTo>
                  <a:pt x="857250" y="523875"/>
                </a:lnTo>
                <a:lnTo>
                  <a:pt x="857250" y="514350"/>
                </a:lnTo>
                <a:lnTo>
                  <a:pt x="847725" y="514350"/>
                </a:lnTo>
                <a:lnTo>
                  <a:pt x="847725" y="504825"/>
                </a:lnTo>
                <a:lnTo>
                  <a:pt x="857250" y="504825"/>
                </a:lnTo>
                <a:lnTo>
                  <a:pt x="857250" y="514350"/>
                </a:lnTo>
                <a:lnTo>
                  <a:pt x="885825" y="514350"/>
                </a:lnTo>
                <a:lnTo>
                  <a:pt x="885825" y="523875"/>
                </a:lnTo>
                <a:lnTo>
                  <a:pt x="866775" y="523875"/>
                </a:lnTo>
                <a:lnTo>
                  <a:pt x="866775" y="533400"/>
                </a:lnTo>
                <a:lnTo>
                  <a:pt x="876300" y="533400"/>
                </a:lnTo>
                <a:lnTo>
                  <a:pt x="876300" y="561975"/>
                </a:lnTo>
                <a:lnTo>
                  <a:pt x="838200" y="561975"/>
                </a:lnTo>
                <a:lnTo>
                  <a:pt x="838200" y="552450"/>
                </a:lnTo>
                <a:lnTo>
                  <a:pt x="828675" y="552450"/>
                </a:lnTo>
                <a:lnTo>
                  <a:pt x="828675" y="542925"/>
                </a:lnTo>
                <a:lnTo>
                  <a:pt x="819150" y="542925"/>
                </a:lnTo>
                <a:lnTo>
                  <a:pt x="819150" y="552450"/>
                </a:lnTo>
                <a:lnTo>
                  <a:pt x="809625" y="552450"/>
                </a:lnTo>
                <a:lnTo>
                  <a:pt x="809625" y="533400"/>
                </a:lnTo>
                <a:lnTo>
                  <a:pt x="800100" y="533400"/>
                </a:lnTo>
                <a:lnTo>
                  <a:pt x="800100" y="523875"/>
                </a:lnTo>
                <a:lnTo>
                  <a:pt x="809625" y="523875"/>
                </a:lnTo>
                <a:lnTo>
                  <a:pt x="809625" y="514350"/>
                </a:lnTo>
                <a:lnTo>
                  <a:pt x="781050" y="514350"/>
                </a:lnTo>
                <a:close/>
                <a:moveTo>
                  <a:pt x="619125" y="514350"/>
                </a:moveTo>
                <a:lnTo>
                  <a:pt x="628650" y="514350"/>
                </a:lnTo>
                <a:lnTo>
                  <a:pt x="628650" y="523875"/>
                </a:lnTo>
                <a:lnTo>
                  <a:pt x="619125" y="523875"/>
                </a:lnTo>
                <a:close/>
                <a:moveTo>
                  <a:pt x="762000" y="514350"/>
                </a:moveTo>
                <a:lnTo>
                  <a:pt x="781050" y="514350"/>
                </a:lnTo>
                <a:lnTo>
                  <a:pt x="781050" y="523875"/>
                </a:lnTo>
                <a:lnTo>
                  <a:pt x="771525" y="523875"/>
                </a:lnTo>
                <a:lnTo>
                  <a:pt x="771525" y="533400"/>
                </a:lnTo>
                <a:lnTo>
                  <a:pt x="762000" y="533400"/>
                </a:lnTo>
                <a:close/>
                <a:moveTo>
                  <a:pt x="285750" y="552450"/>
                </a:moveTo>
                <a:lnTo>
                  <a:pt x="295275" y="552450"/>
                </a:lnTo>
                <a:lnTo>
                  <a:pt x="295275" y="561975"/>
                </a:lnTo>
                <a:lnTo>
                  <a:pt x="285750" y="561975"/>
                </a:lnTo>
                <a:close/>
                <a:moveTo>
                  <a:pt x="904875" y="552450"/>
                </a:moveTo>
                <a:lnTo>
                  <a:pt x="914400" y="552450"/>
                </a:lnTo>
                <a:lnTo>
                  <a:pt x="914400" y="561975"/>
                </a:lnTo>
                <a:lnTo>
                  <a:pt x="923925" y="561975"/>
                </a:lnTo>
                <a:lnTo>
                  <a:pt x="923925" y="581025"/>
                </a:lnTo>
                <a:lnTo>
                  <a:pt x="904875" y="581025"/>
                </a:lnTo>
                <a:lnTo>
                  <a:pt x="904875" y="571500"/>
                </a:lnTo>
                <a:lnTo>
                  <a:pt x="895350" y="571500"/>
                </a:lnTo>
                <a:lnTo>
                  <a:pt x="895350" y="561975"/>
                </a:lnTo>
                <a:lnTo>
                  <a:pt x="904875" y="561975"/>
                </a:lnTo>
                <a:close/>
                <a:moveTo>
                  <a:pt x="466725" y="600075"/>
                </a:moveTo>
                <a:lnTo>
                  <a:pt x="476250" y="600075"/>
                </a:lnTo>
                <a:lnTo>
                  <a:pt x="476250" y="609600"/>
                </a:lnTo>
                <a:lnTo>
                  <a:pt x="466725" y="609600"/>
                </a:lnTo>
                <a:close/>
                <a:moveTo>
                  <a:pt x="447675" y="609600"/>
                </a:moveTo>
                <a:lnTo>
                  <a:pt x="457200" y="609600"/>
                </a:lnTo>
                <a:lnTo>
                  <a:pt x="457200" y="619125"/>
                </a:lnTo>
                <a:lnTo>
                  <a:pt x="447675" y="619125"/>
                </a:lnTo>
                <a:close/>
                <a:moveTo>
                  <a:pt x="142875" y="619125"/>
                </a:moveTo>
                <a:lnTo>
                  <a:pt x="152400" y="619125"/>
                </a:lnTo>
                <a:lnTo>
                  <a:pt x="152400" y="657225"/>
                </a:lnTo>
                <a:lnTo>
                  <a:pt x="142875" y="657225"/>
                </a:lnTo>
                <a:close/>
                <a:moveTo>
                  <a:pt x="190500" y="638175"/>
                </a:moveTo>
                <a:lnTo>
                  <a:pt x="209550" y="638175"/>
                </a:lnTo>
                <a:lnTo>
                  <a:pt x="209550" y="647700"/>
                </a:lnTo>
                <a:lnTo>
                  <a:pt x="219075" y="647700"/>
                </a:lnTo>
                <a:lnTo>
                  <a:pt x="219075" y="657225"/>
                </a:lnTo>
                <a:lnTo>
                  <a:pt x="247650" y="657225"/>
                </a:lnTo>
                <a:lnTo>
                  <a:pt x="247650" y="666750"/>
                </a:lnTo>
                <a:lnTo>
                  <a:pt x="200025" y="666750"/>
                </a:lnTo>
                <a:lnTo>
                  <a:pt x="200025" y="657225"/>
                </a:lnTo>
                <a:lnTo>
                  <a:pt x="190500" y="657225"/>
                </a:lnTo>
                <a:lnTo>
                  <a:pt x="190500" y="666750"/>
                </a:lnTo>
                <a:lnTo>
                  <a:pt x="180975" y="666750"/>
                </a:lnTo>
                <a:lnTo>
                  <a:pt x="180975" y="647700"/>
                </a:lnTo>
                <a:lnTo>
                  <a:pt x="190500" y="647700"/>
                </a:lnTo>
                <a:close/>
                <a:moveTo>
                  <a:pt x="276225" y="666750"/>
                </a:moveTo>
                <a:lnTo>
                  <a:pt x="295275" y="666750"/>
                </a:lnTo>
                <a:lnTo>
                  <a:pt x="295275" y="685800"/>
                </a:lnTo>
                <a:lnTo>
                  <a:pt x="285750" y="685800"/>
                </a:lnTo>
                <a:lnTo>
                  <a:pt x="285750" y="695325"/>
                </a:lnTo>
                <a:lnTo>
                  <a:pt x="266700" y="695325"/>
                </a:lnTo>
                <a:lnTo>
                  <a:pt x="266700" y="676275"/>
                </a:lnTo>
                <a:lnTo>
                  <a:pt x="276225" y="676275"/>
                </a:lnTo>
                <a:close/>
                <a:moveTo>
                  <a:pt x="152400" y="685800"/>
                </a:moveTo>
                <a:lnTo>
                  <a:pt x="161925" y="685800"/>
                </a:lnTo>
                <a:lnTo>
                  <a:pt x="161925" y="714375"/>
                </a:lnTo>
                <a:lnTo>
                  <a:pt x="152400" y="714375"/>
                </a:lnTo>
                <a:close/>
                <a:moveTo>
                  <a:pt x="342900" y="714375"/>
                </a:moveTo>
                <a:lnTo>
                  <a:pt x="361950" y="714375"/>
                </a:lnTo>
                <a:lnTo>
                  <a:pt x="361950" y="733425"/>
                </a:lnTo>
                <a:lnTo>
                  <a:pt x="342900" y="733425"/>
                </a:lnTo>
                <a:close/>
                <a:moveTo>
                  <a:pt x="1076325" y="714375"/>
                </a:moveTo>
                <a:lnTo>
                  <a:pt x="1085850" y="714375"/>
                </a:lnTo>
                <a:lnTo>
                  <a:pt x="1085850" y="723900"/>
                </a:lnTo>
                <a:lnTo>
                  <a:pt x="1076325" y="723900"/>
                </a:lnTo>
                <a:close/>
                <a:moveTo>
                  <a:pt x="381000" y="723900"/>
                </a:moveTo>
                <a:lnTo>
                  <a:pt x="400050" y="723900"/>
                </a:lnTo>
                <a:lnTo>
                  <a:pt x="400050" y="733425"/>
                </a:lnTo>
                <a:lnTo>
                  <a:pt x="381000" y="733425"/>
                </a:lnTo>
                <a:close/>
                <a:moveTo>
                  <a:pt x="1295400" y="771525"/>
                </a:moveTo>
                <a:lnTo>
                  <a:pt x="1304925" y="771525"/>
                </a:lnTo>
                <a:lnTo>
                  <a:pt x="1304925" y="790575"/>
                </a:lnTo>
                <a:lnTo>
                  <a:pt x="1295400" y="790575"/>
                </a:lnTo>
                <a:close/>
                <a:moveTo>
                  <a:pt x="142875" y="790575"/>
                </a:moveTo>
                <a:lnTo>
                  <a:pt x="152400" y="790575"/>
                </a:lnTo>
                <a:lnTo>
                  <a:pt x="152400" y="800100"/>
                </a:lnTo>
                <a:lnTo>
                  <a:pt x="142875" y="800100"/>
                </a:lnTo>
                <a:close/>
                <a:moveTo>
                  <a:pt x="152400" y="800100"/>
                </a:moveTo>
                <a:lnTo>
                  <a:pt x="161925" y="800100"/>
                </a:lnTo>
                <a:lnTo>
                  <a:pt x="161925" y="809625"/>
                </a:lnTo>
                <a:lnTo>
                  <a:pt x="152400" y="809625"/>
                </a:lnTo>
                <a:close/>
                <a:moveTo>
                  <a:pt x="333375" y="800100"/>
                </a:moveTo>
                <a:lnTo>
                  <a:pt x="342900" y="800100"/>
                </a:lnTo>
                <a:lnTo>
                  <a:pt x="342900" y="809625"/>
                </a:lnTo>
                <a:lnTo>
                  <a:pt x="333375" y="809625"/>
                </a:lnTo>
                <a:close/>
                <a:moveTo>
                  <a:pt x="361950" y="809625"/>
                </a:moveTo>
                <a:lnTo>
                  <a:pt x="390525" y="809625"/>
                </a:lnTo>
                <a:lnTo>
                  <a:pt x="390525" y="819150"/>
                </a:lnTo>
                <a:lnTo>
                  <a:pt x="400050" y="819150"/>
                </a:lnTo>
                <a:lnTo>
                  <a:pt x="400050" y="828675"/>
                </a:lnTo>
                <a:lnTo>
                  <a:pt x="409575" y="828675"/>
                </a:lnTo>
                <a:lnTo>
                  <a:pt x="409575" y="819150"/>
                </a:lnTo>
                <a:lnTo>
                  <a:pt x="428625" y="819150"/>
                </a:lnTo>
                <a:lnTo>
                  <a:pt x="428625" y="809625"/>
                </a:lnTo>
                <a:lnTo>
                  <a:pt x="438150" y="809625"/>
                </a:lnTo>
                <a:lnTo>
                  <a:pt x="438150" y="828675"/>
                </a:lnTo>
                <a:lnTo>
                  <a:pt x="447675" y="828675"/>
                </a:lnTo>
                <a:lnTo>
                  <a:pt x="447675" y="838200"/>
                </a:lnTo>
                <a:lnTo>
                  <a:pt x="457200" y="838200"/>
                </a:lnTo>
                <a:lnTo>
                  <a:pt x="457200" y="828675"/>
                </a:lnTo>
                <a:lnTo>
                  <a:pt x="485775" y="828675"/>
                </a:lnTo>
                <a:lnTo>
                  <a:pt x="485775" y="838200"/>
                </a:lnTo>
                <a:lnTo>
                  <a:pt x="523875" y="838200"/>
                </a:lnTo>
                <a:lnTo>
                  <a:pt x="523875" y="847725"/>
                </a:lnTo>
                <a:lnTo>
                  <a:pt x="533400" y="847725"/>
                </a:lnTo>
                <a:lnTo>
                  <a:pt x="533400" y="828675"/>
                </a:lnTo>
                <a:lnTo>
                  <a:pt x="542925" y="828675"/>
                </a:lnTo>
                <a:lnTo>
                  <a:pt x="542925" y="857250"/>
                </a:lnTo>
                <a:lnTo>
                  <a:pt x="523875" y="857250"/>
                </a:lnTo>
                <a:lnTo>
                  <a:pt x="523875" y="866775"/>
                </a:lnTo>
                <a:lnTo>
                  <a:pt x="428625" y="866775"/>
                </a:lnTo>
                <a:lnTo>
                  <a:pt x="428625" y="857250"/>
                </a:lnTo>
                <a:lnTo>
                  <a:pt x="381000" y="857250"/>
                </a:lnTo>
                <a:lnTo>
                  <a:pt x="381000" y="866775"/>
                </a:lnTo>
                <a:lnTo>
                  <a:pt x="314325" y="866775"/>
                </a:lnTo>
                <a:lnTo>
                  <a:pt x="314325" y="857250"/>
                </a:lnTo>
                <a:lnTo>
                  <a:pt x="352425" y="857250"/>
                </a:lnTo>
                <a:lnTo>
                  <a:pt x="352425" y="847725"/>
                </a:lnTo>
                <a:lnTo>
                  <a:pt x="342900" y="847725"/>
                </a:lnTo>
                <a:lnTo>
                  <a:pt x="342900" y="838200"/>
                </a:lnTo>
                <a:lnTo>
                  <a:pt x="361950" y="838200"/>
                </a:lnTo>
                <a:lnTo>
                  <a:pt x="361950" y="828675"/>
                </a:lnTo>
                <a:lnTo>
                  <a:pt x="381000" y="828675"/>
                </a:lnTo>
                <a:lnTo>
                  <a:pt x="381000" y="819150"/>
                </a:lnTo>
                <a:lnTo>
                  <a:pt x="361950" y="819150"/>
                </a:lnTo>
                <a:close/>
                <a:moveTo>
                  <a:pt x="552450" y="809625"/>
                </a:moveTo>
                <a:lnTo>
                  <a:pt x="561975" y="809625"/>
                </a:lnTo>
                <a:lnTo>
                  <a:pt x="561975" y="819150"/>
                </a:lnTo>
                <a:lnTo>
                  <a:pt x="552450" y="819150"/>
                </a:lnTo>
                <a:close/>
                <a:moveTo>
                  <a:pt x="1143000" y="819150"/>
                </a:moveTo>
                <a:lnTo>
                  <a:pt x="1162050" y="819150"/>
                </a:lnTo>
                <a:lnTo>
                  <a:pt x="1162050" y="828675"/>
                </a:lnTo>
                <a:lnTo>
                  <a:pt x="1171575" y="828675"/>
                </a:lnTo>
                <a:lnTo>
                  <a:pt x="1171575" y="838200"/>
                </a:lnTo>
                <a:lnTo>
                  <a:pt x="1162050" y="838200"/>
                </a:lnTo>
                <a:lnTo>
                  <a:pt x="1162050" y="866775"/>
                </a:lnTo>
                <a:lnTo>
                  <a:pt x="1152525" y="866775"/>
                </a:lnTo>
                <a:lnTo>
                  <a:pt x="1152525" y="876300"/>
                </a:lnTo>
                <a:lnTo>
                  <a:pt x="1133475" y="876300"/>
                </a:lnTo>
                <a:lnTo>
                  <a:pt x="1133475" y="866775"/>
                </a:lnTo>
                <a:lnTo>
                  <a:pt x="1104900" y="866775"/>
                </a:lnTo>
                <a:lnTo>
                  <a:pt x="1104900" y="847725"/>
                </a:lnTo>
                <a:lnTo>
                  <a:pt x="1123950" y="847725"/>
                </a:lnTo>
                <a:lnTo>
                  <a:pt x="1123950" y="838200"/>
                </a:lnTo>
                <a:lnTo>
                  <a:pt x="1143000" y="838200"/>
                </a:lnTo>
                <a:close/>
                <a:moveTo>
                  <a:pt x="257175" y="838200"/>
                </a:moveTo>
                <a:lnTo>
                  <a:pt x="266700" y="838200"/>
                </a:lnTo>
                <a:lnTo>
                  <a:pt x="266700" y="847725"/>
                </a:lnTo>
                <a:lnTo>
                  <a:pt x="285750" y="847725"/>
                </a:lnTo>
                <a:lnTo>
                  <a:pt x="285750" y="857250"/>
                </a:lnTo>
                <a:lnTo>
                  <a:pt x="295275" y="857250"/>
                </a:lnTo>
                <a:lnTo>
                  <a:pt x="295275" y="866775"/>
                </a:lnTo>
                <a:lnTo>
                  <a:pt x="266700" y="866775"/>
                </a:lnTo>
                <a:lnTo>
                  <a:pt x="266700" y="857250"/>
                </a:lnTo>
                <a:lnTo>
                  <a:pt x="257175" y="857250"/>
                </a:lnTo>
                <a:close/>
                <a:moveTo>
                  <a:pt x="295275" y="838200"/>
                </a:moveTo>
                <a:lnTo>
                  <a:pt x="304800" y="838200"/>
                </a:lnTo>
                <a:lnTo>
                  <a:pt x="304800" y="847725"/>
                </a:lnTo>
                <a:lnTo>
                  <a:pt x="295275" y="847725"/>
                </a:lnTo>
                <a:close/>
                <a:moveTo>
                  <a:pt x="552450" y="838200"/>
                </a:moveTo>
                <a:lnTo>
                  <a:pt x="561975" y="838200"/>
                </a:lnTo>
                <a:lnTo>
                  <a:pt x="561975" y="847725"/>
                </a:lnTo>
                <a:lnTo>
                  <a:pt x="552450" y="847725"/>
                </a:lnTo>
                <a:close/>
                <a:moveTo>
                  <a:pt x="619125" y="838200"/>
                </a:moveTo>
                <a:lnTo>
                  <a:pt x="628650" y="838200"/>
                </a:lnTo>
                <a:lnTo>
                  <a:pt x="628650" y="847725"/>
                </a:lnTo>
                <a:lnTo>
                  <a:pt x="647700" y="847725"/>
                </a:lnTo>
                <a:lnTo>
                  <a:pt x="647700" y="838200"/>
                </a:lnTo>
                <a:lnTo>
                  <a:pt x="657225" y="838200"/>
                </a:lnTo>
                <a:lnTo>
                  <a:pt x="657225" y="847725"/>
                </a:lnTo>
                <a:lnTo>
                  <a:pt x="676275" y="847725"/>
                </a:lnTo>
                <a:lnTo>
                  <a:pt x="676275" y="857250"/>
                </a:lnTo>
                <a:lnTo>
                  <a:pt x="600075" y="857250"/>
                </a:lnTo>
                <a:lnTo>
                  <a:pt x="600075" y="847725"/>
                </a:lnTo>
                <a:lnTo>
                  <a:pt x="619125" y="847725"/>
                </a:lnTo>
                <a:close/>
                <a:moveTo>
                  <a:pt x="1428750" y="838200"/>
                </a:moveTo>
                <a:lnTo>
                  <a:pt x="1447800" y="838200"/>
                </a:lnTo>
                <a:lnTo>
                  <a:pt x="1447800" y="847725"/>
                </a:lnTo>
                <a:lnTo>
                  <a:pt x="1457325" y="847725"/>
                </a:lnTo>
                <a:lnTo>
                  <a:pt x="1457325" y="866775"/>
                </a:lnTo>
                <a:lnTo>
                  <a:pt x="1419225" y="866775"/>
                </a:lnTo>
                <a:lnTo>
                  <a:pt x="1419225" y="847725"/>
                </a:lnTo>
                <a:lnTo>
                  <a:pt x="1428750" y="847725"/>
                </a:lnTo>
                <a:close/>
                <a:moveTo>
                  <a:pt x="152400" y="847725"/>
                </a:moveTo>
                <a:lnTo>
                  <a:pt x="161925" y="847725"/>
                </a:lnTo>
                <a:lnTo>
                  <a:pt x="161925" y="866775"/>
                </a:lnTo>
                <a:lnTo>
                  <a:pt x="152400" y="866775"/>
                </a:lnTo>
                <a:close/>
                <a:moveTo>
                  <a:pt x="876300" y="847725"/>
                </a:moveTo>
                <a:lnTo>
                  <a:pt x="895350" y="847725"/>
                </a:lnTo>
                <a:lnTo>
                  <a:pt x="895350" y="866775"/>
                </a:lnTo>
                <a:lnTo>
                  <a:pt x="876300" y="866775"/>
                </a:lnTo>
                <a:close/>
                <a:moveTo>
                  <a:pt x="971550" y="847725"/>
                </a:moveTo>
                <a:lnTo>
                  <a:pt x="1000125" y="847725"/>
                </a:lnTo>
                <a:lnTo>
                  <a:pt x="1000125" y="866775"/>
                </a:lnTo>
                <a:lnTo>
                  <a:pt x="971550" y="866775"/>
                </a:lnTo>
                <a:close/>
                <a:moveTo>
                  <a:pt x="1038225" y="847725"/>
                </a:moveTo>
                <a:lnTo>
                  <a:pt x="1057275" y="847725"/>
                </a:lnTo>
                <a:lnTo>
                  <a:pt x="1057275" y="866775"/>
                </a:lnTo>
                <a:lnTo>
                  <a:pt x="1038225" y="866775"/>
                </a:lnTo>
                <a:close/>
                <a:moveTo>
                  <a:pt x="1171575" y="847725"/>
                </a:moveTo>
                <a:lnTo>
                  <a:pt x="1190625" y="847725"/>
                </a:lnTo>
                <a:lnTo>
                  <a:pt x="1190625" y="857250"/>
                </a:lnTo>
                <a:lnTo>
                  <a:pt x="1219200" y="857250"/>
                </a:lnTo>
                <a:lnTo>
                  <a:pt x="1219200" y="847725"/>
                </a:lnTo>
                <a:lnTo>
                  <a:pt x="1247775" y="847725"/>
                </a:lnTo>
                <a:lnTo>
                  <a:pt x="1247775" y="857250"/>
                </a:lnTo>
                <a:lnTo>
                  <a:pt x="1257300" y="857250"/>
                </a:lnTo>
                <a:lnTo>
                  <a:pt x="1257300" y="866775"/>
                </a:lnTo>
                <a:lnTo>
                  <a:pt x="1171575" y="866775"/>
                </a:lnTo>
                <a:close/>
                <a:moveTo>
                  <a:pt x="1571625" y="847725"/>
                </a:moveTo>
                <a:lnTo>
                  <a:pt x="1581150" y="847725"/>
                </a:lnTo>
                <a:lnTo>
                  <a:pt x="1581150" y="857250"/>
                </a:lnTo>
                <a:lnTo>
                  <a:pt x="1609725" y="857250"/>
                </a:lnTo>
                <a:lnTo>
                  <a:pt x="1609725" y="866775"/>
                </a:lnTo>
                <a:lnTo>
                  <a:pt x="1619250" y="866775"/>
                </a:lnTo>
                <a:lnTo>
                  <a:pt x="1619250" y="876300"/>
                </a:lnTo>
                <a:lnTo>
                  <a:pt x="1571625" y="876300"/>
                </a:lnTo>
                <a:lnTo>
                  <a:pt x="1571625" y="866775"/>
                </a:lnTo>
                <a:lnTo>
                  <a:pt x="1562100" y="866775"/>
                </a:lnTo>
                <a:lnTo>
                  <a:pt x="1562100" y="857250"/>
                </a:lnTo>
                <a:lnTo>
                  <a:pt x="1571625" y="857250"/>
                </a:lnTo>
                <a:close/>
                <a:moveTo>
                  <a:pt x="209550" y="857250"/>
                </a:moveTo>
                <a:lnTo>
                  <a:pt x="219075" y="857250"/>
                </a:lnTo>
                <a:lnTo>
                  <a:pt x="219075" y="866775"/>
                </a:lnTo>
                <a:lnTo>
                  <a:pt x="209550" y="866775"/>
                </a:lnTo>
                <a:close/>
                <a:moveTo>
                  <a:pt x="247650" y="857250"/>
                </a:moveTo>
                <a:lnTo>
                  <a:pt x="257175" y="857250"/>
                </a:lnTo>
                <a:lnTo>
                  <a:pt x="257175" y="866775"/>
                </a:lnTo>
                <a:lnTo>
                  <a:pt x="247650" y="866775"/>
                </a:lnTo>
                <a:close/>
                <a:moveTo>
                  <a:pt x="676275" y="857250"/>
                </a:moveTo>
                <a:lnTo>
                  <a:pt x="685800" y="857250"/>
                </a:lnTo>
                <a:lnTo>
                  <a:pt x="685800" y="866775"/>
                </a:lnTo>
                <a:lnTo>
                  <a:pt x="676275" y="866775"/>
                </a:lnTo>
                <a:close/>
                <a:moveTo>
                  <a:pt x="133350" y="866775"/>
                </a:moveTo>
                <a:lnTo>
                  <a:pt x="152400" y="866775"/>
                </a:lnTo>
                <a:lnTo>
                  <a:pt x="152400" y="895350"/>
                </a:lnTo>
                <a:lnTo>
                  <a:pt x="133350" y="895350"/>
                </a:lnTo>
                <a:close/>
                <a:moveTo>
                  <a:pt x="1257300" y="866775"/>
                </a:moveTo>
                <a:lnTo>
                  <a:pt x="1266825" y="866775"/>
                </a:lnTo>
                <a:lnTo>
                  <a:pt x="1266825" y="876300"/>
                </a:lnTo>
                <a:lnTo>
                  <a:pt x="1257300" y="876300"/>
                </a:lnTo>
                <a:close/>
                <a:moveTo>
                  <a:pt x="1323975" y="866775"/>
                </a:moveTo>
                <a:lnTo>
                  <a:pt x="1333500" y="866775"/>
                </a:lnTo>
                <a:lnTo>
                  <a:pt x="1333500" y="876300"/>
                </a:lnTo>
                <a:lnTo>
                  <a:pt x="1323975" y="876300"/>
                </a:lnTo>
                <a:close/>
                <a:moveTo>
                  <a:pt x="1647825" y="866775"/>
                </a:moveTo>
                <a:lnTo>
                  <a:pt x="1666875" y="866775"/>
                </a:lnTo>
                <a:lnTo>
                  <a:pt x="1666875" y="876300"/>
                </a:lnTo>
                <a:lnTo>
                  <a:pt x="1647825" y="876300"/>
                </a:lnTo>
                <a:close/>
                <a:moveTo>
                  <a:pt x="676275" y="876300"/>
                </a:moveTo>
                <a:lnTo>
                  <a:pt x="685800" y="876300"/>
                </a:lnTo>
                <a:lnTo>
                  <a:pt x="685800" y="895350"/>
                </a:lnTo>
                <a:lnTo>
                  <a:pt x="514350" y="895350"/>
                </a:lnTo>
                <a:lnTo>
                  <a:pt x="514350" y="914400"/>
                </a:lnTo>
                <a:lnTo>
                  <a:pt x="438150" y="914400"/>
                </a:lnTo>
                <a:lnTo>
                  <a:pt x="438150" y="904875"/>
                </a:lnTo>
                <a:lnTo>
                  <a:pt x="428625" y="904875"/>
                </a:lnTo>
                <a:lnTo>
                  <a:pt x="428625" y="895350"/>
                </a:lnTo>
                <a:lnTo>
                  <a:pt x="361950" y="895350"/>
                </a:lnTo>
                <a:lnTo>
                  <a:pt x="361950" y="885825"/>
                </a:lnTo>
                <a:lnTo>
                  <a:pt x="457200" y="885825"/>
                </a:lnTo>
                <a:lnTo>
                  <a:pt x="457200" y="895350"/>
                </a:lnTo>
                <a:lnTo>
                  <a:pt x="438150" y="895350"/>
                </a:lnTo>
                <a:lnTo>
                  <a:pt x="438150" y="904875"/>
                </a:lnTo>
                <a:lnTo>
                  <a:pt x="504825" y="904875"/>
                </a:lnTo>
                <a:lnTo>
                  <a:pt x="504825" y="895350"/>
                </a:lnTo>
                <a:lnTo>
                  <a:pt x="476250" y="895350"/>
                </a:lnTo>
                <a:lnTo>
                  <a:pt x="476250" y="885825"/>
                </a:lnTo>
                <a:lnTo>
                  <a:pt x="676275" y="885825"/>
                </a:lnTo>
                <a:close/>
                <a:moveTo>
                  <a:pt x="180975" y="895350"/>
                </a:moveTo>
                <a:lnTo>
                  <a:pt x="209550" y="895350"/>
                </a:lnTo>
                <a:lnTo>
                  <a:pt x="209550" y="904875"/>
                </a:lnTo>
                <a:lnTo>
                  <a:pt x="180975" y="904875"/>
                </a:lnTo>
                <a:close/>
                <a:moveTo>
                  <a:pt x="266700" y="895350"/>
                </a:moveTo>
                <a:lnTo>
                  <a:pt x="361950" y="895350"/>
                </a:lnTo>
                <a:lnTo>
                  <a:pt x="361950" y="904875"/>
                </a:lnTo>
                <a:lnTo>
                  <a:pt x="342900" y="904875"/>
                </a:lnTo>
                <a:lnTo>
                  <a:pt x="342900" y="914400"/>
                </a:lnTo>
                <a:lnTo>
                  <a:pt x="266700" y="914400"/>
                </a:lnTo>
                <a:close/>
                <a:moveTo>
                  <a:pt x="171450" y="904875"/>
                </a:moveTo>
                <a:lnTo>
                  <a:pt x="180975" y="904875"/>
                </a:lnTo>
                <a:lnTo>
                  <a:pt x="180975" y="923925"/>
                </a:lnTo>
                <a:lnTo>
                  <a:pt x="171450" y="923925"/>
                </a:lnTo>
                <a:lnTo>
                  <a:pt x="171450" y="933450"/>
                </a:lnTo>
                <a:lnTo>
                  <a:pt x="161925" y="933450"/>
                </a:lnTo>
                <a:lnTo>
                  <a:pt x="161925" y="1019175"/>
                </a:lnTo>
                <a:lnTo>
                  <a:pt x="152400" y="1019175"/>
                </a:lnTo>
                <a:lnTo>
                  <a:pt x="152400" y="914400"/>
                </a:lnTo>
                <a:lnTo>
                  <a:pt x="171450" y="914400"/>
                </a:lnTo>
                <a:close/>
                <a:moveTo>
                  <a:pt x="361950" y="904875"/>
                </a:moveTo>
                <a:lnTo>
                  <a:pt x="409575" y="904875"/>
                </a:lnTo>
                <a:lnTo>
                  <a:pt x="409575" y="914400"/>
                </a:lnTo>
                <a:lnTo>
                  <a:pt x="361950" y="914400"/>
                </a:lnTo>
                <a:close/>
                <a:moveTo>
                  <a:pt x="523875" y="904875"/>
                </a:moveTo>
                <a:lnTo>
                  <a:pt x="542925" y="904875"/>
                </a:lnTo>
                <a:lnTo>
                  <a:pt x="542925" y="914400"/>
                </a:lnTo>
                <a:lnTo>
                  <a:pt x="523875" y="914400"/>
                </a:lnTo>
                <a:close/>
                <a:moveTo>
                  <a:pt x="628650" y="904875"/>
                </a:moveTo>
                <a:lnTo>
                  <a:pt x="666750" y="904875"/>
                </a:lnTo>
                <a:lnTo>
                  <a:pt x="666750" y="914400"/>
                </a:lnTo>
                <a:lnTo>
                  <a:pt x="628650" y="914400"/>
                </a:lnTo>
                <a:close/>
                <a:moveTo>
                  <a:pt x="1266825" y="933450"/>
                </a:moveTo>
                <a:lnTo>
                  <a:pt x="1276350" y="933450"/>
                </a:lnTo>
                <a:lnTo>
                  <a:pt x="1276350" y="942975"/>
                </a:lnTo>
                <a:lnTo>
                  <a:pt x="1266825" y="942975"/>
                </a:lnTo>
                <a:close/>
                <a:moveTo>
                  <a:pt x="1704975" y="1028700"/>
                </a:moveTo>
                <a:lnTo>
                  <a:pt x="1714500" y="1028700"/>
                </a:lnTo>
                <a:lnTo>
                  <a:pt x="1714500" y="1038225"/>
                </a:lnTo>
                <a:lnTo>
                  <a:pt x="1704975" y="1038225"/>
                </a:lnTo>
                <a:close/>
                <a:moveTo>
                  <a:pt x="152400" y="1066800"/>
                </a:moveTo>
                <a:lnTo>
                  <a:pt x="161925" y="1066800"/>
                </a:lnTo>
                <a:lnTo>
                  <a:pt x="161925" y="1085850"/>
                </a:lnTo>
                <a:lnTo>
                  <a:pt x="152400" y="1085850"/>
                </a:lnTo>
                <a:close/>
                <a:moveTo>
                  <a:pt x="133350" y="1076325"/>
                </a:moveTo>
                <a:lnTo>
                  <a:pt x="142875" y="1076325"/>
                </a:lnTo>
                <a:lnTo>
                  <a:pt x="142875" y="1085850"/>
                </a:lnTo>
                <a:lnTo>
                  <a:pt x="152400" y="1085850"/>
                </a:lnTo>
                <a:lnTo>
                  <a:pt x="152400" y="1104900"/>
                </a:lnTo>
                <a:lnTo>
                  <a:pt x="142875" y="1104900"/>
                </a:lnTo>
                <a:lnTo>
                  <a:pt x="142875" y="1095375"/>
                </a:lnTo>
                <a:lnTo>
                  <a:pt x="133350" y="1095375"/>
                </a:lnTo>
                <a:close/>
                <a:moveTo>
                  <a:pt x="180975" y="1095375"/>
                </a:moveTo>
                <a:lnTo>
                  <a:pt x="190500" y="1095375"/>
                </a:lnTo>
                <a:lnTo>
                  <a:pt x="190500" y="1104900"/>
                </a:lnTo>
                <a:lnTo>
                  <a:pt x="180975" y="1104900"/>
                </a:lnTo>
                <a:close/>
                <a:moveTo>
                  <a:pt x="561975" y="1095375"/>
                </a:moveTo>
                <a:lnTo>
                  <a:pt x="600075" y="1095375"/>
                </a:lnTo>
                <a:lnTo>
                  <a:pt x="600075" y="1104900"/>
                </a:lnTo>
                <a:lnTo>
                  <a:pt x="561975" y="1104900"/>
                </a:lnTo>
                <a:close/>
                <a:moveTo>
                  <a:pt x="723900" y="1095375"/>
                </a:moveTo>
                <a:lnTo>
                  <a:pt x="742950" y="1095375"/>
                </a:lnTo>
                <a:lnTo>
                  <a:pt x="742950" y="1104900"/>
                </a:lnTo>
                <a:lnTo>
                  <a:pt x="723900" y="1104900"/>
                </a:lnTo>
                <a:close/>
                <a:moveTo>
                  <a:pt x="771525" y="1095375"/>
                </a:moveTo>
                <a:lnTo>
                  <a:pt x="781050" y="1095375"/>
                </a:lnTo>
                <a:lnTo>
                  <a:pt x="781050" y="1104900"/>
                </a:lnTo>
                <a:lnTo>
                  <a:pt x="800100" y="1104900"/>
                </a:lnTo>
                <a:lnTo>
                  <a:pt x="800100" y="1123950"/>
                </a:lnTo>
                <a:lnTo>
                  <a:pt x="790575" y="1123950"/>
                </a:lnTo>
                <a:lnTo>
                  <a:pt x="790575" y="1114425"/>
                </a:lnTo>
                <a:lnTo>
                  <a:pt x="762000" y="1114425"/>
                </a:lnTo>
                <a:lnTo>
                  <a:pt x="762000" y="1123950"/>
                </a:lnTo>
                <a:lnTo>
                  <a:pt x="752475" y="1123950"/>
                </a:lnTo>
                <a:lnTo>
                  <a:pt x="752475" y="1104900"/>
                </a:lnTo>
                <a:lnTo>
                  <a:pt x="771525" y="1104900"/>
                </a:lnTo>
                <a:close/>
                <a:moveTo>
                  <a:pt x="1133475" y="1095375"/>
                </a:moveTo>
                <a:lnTo>
                  <a:pt x="1171575" y="1095375"/>
                </a:lnTo>
                <a:lnTo>
                  <a:pt x="1171575" y="1104900"/>
                </a:lnTo>
                <a:lnTo>
                  <a:pt x="1152525" y="1104900"/>
                </a:lnTo>
                <a:lnTo>
                  <a:pt x="1152525" y="1114425"/>
                </a:lnTo>
                <a:lnTo>
                  <a:pt x="1143000" y="1114425"/>
                </a:lnTo>
                <a:lnTo>
                  <a:pt x="1143000" y="1123950"/>
                </a:lnTo>
                <a:lnTo>
                  <a:pt x="1123950" y="1123950"/>
                </a:lnTo>
                <a:lnTo>
                  <a:pt x="1123950" y="1104900"/>
                </a:lnTo>
                <a:lnTo>
                  <a:pt x="1133475" y="1104900"/>
                </a:lnTo>
                <a:close/>
                <a:moveTo>
                  <a:pt x="1238250" y="1095375"/>
                </a:moveTo>
                <a:lnTo>
                  <a:pt x="1247775" y="1095375"/>
                </a:lnTo>
                <a:lnTo>
                  <a:pt x="1247775" y="1104900"/>
                </a:lnTo>
                <a:lnTo>
                  <a:pt x="1238250" y="1104900"/>
                </a:lnTo>
                <a:close/>
                <a:moveTo>
                  <a:pt x="1514475" y="1095375"/>
                </a:moveTo>
                <a:lnTo>
                  <a:pt x="1524000" y="1095375"/>
                </a:lnTo>
                <a:lnTo>
                  <a:pt x="1524000" y="1104900"/>
                </a:lnTo>
                <a:lnTo>
                  <a:pt x="1514475" y="1104900"/>
                </a:lnTo>
                <a:close/>
                <a:moveTo>
                  <a:pt x="190500" y="1104900"/>
                </a:moveTo>
                <a:lnTo>
                  <a:pt x="200025" y="1104900"/>
                </a:lnTo>
                <a:lnTo>
                  <a:pt x="200025" y="1114425"/>
                </a:lnTo>
                <a:lnTo>
                  <a:pt x="219075" y="1114425"/>
                </a:lnTo>
                <a:lnTo>
                  <a:pt x="219075" y="1123950"/>
                </a:lnTo>
                <a:lnTo>
                  <a:pt x="228600" y="1123950"/>
                </a:lnTo>
                <a:lnTo>
                  <a:pt x="228600" y="1133475"/>
                </a:lnTo>
                <a:lnTo>
                  <a:pt x="238125" y="1133475"/>
                </a:lnTo>
                <a:lnTo>
                  <a:pt x="238125" y="1152525"/>
                </a:lnTo>
                <a:lnTo>
                  <a:pt x="247650" y="1152525"/>
                </a:lnTo>
                <a:lnTo>
                  <a:pt x="247650" y="1143000"/>
                </a:lnTo>
                <a:lnTo>
                  <a:pt x="276225" y="1143000"/>
                </a:lnTo>
                <a:lnTo>
                  <a:pt x="276225" y="1152525"/>
                </a:lnTo>
                <a:lnTo>
                  <a:pt x="257175" y="1152525"/>
                </a:lnTo>
                <a:lnTo>
                  <a:pt x="257175" y="1162050"/>
                </a:lnTo>
                <a:lnTo>
                  <a:pt x="228600" y="1162050"/>
                </a:lnTo>
                <a:lnTo>
                  <a:pt x="228600" y="1152525"/>
                </a:lnTo>
                <a:lnTo>
                  <a:pt x="200025" y="1152525"/>
                </a:lnTo>
                <a:lnTo>
                  <a:pt x="200025" y="1162050"/>
                </a:lnTo>
                <a:lnTo>
                  <a:pt x="190500" y="1162050"/>
                </a:lnTo>
                <a:lnTo>
                  <a:pt x="190500" y="1152525"/>
                </a:lnTo>
                <a:lnTo>
                  <a:pt x="180975" y="1152525"/>
                </a:lnTo>
                <a:lnTo>
                  <a:pt x="180975" y="1143000"/>
                </a:lnTo>
                <a:lnTo>
                  <a:pt x="200025" y="1143000"/>
                </a:lnTo>
                <a:lnTo>
                  <a:pt x="200025" y="1123950"/>
                </a:lnTo>
                <a:lnTo>
                  <a:pt x="190500" y="1123950"/>
                </a:lnTo>
                <a:close/>
                <a:moveTo>
                  <a:pt x="809625" y="1104900"/>
                </a:moveTo>
                <a:lnTo>
                  <a:pt x="895350" y="1104900"/>
                </a:lnTo>
                <a:lnTo>
                  <a:pt x="895350" y="1123950"/>
                </a:lnTo>
                <a:lnTo>
                  <a:pt x="885825" y="1123950"/>
                </a:lnTo>
                <a:lnTo>
                  <a:pt x="885825" y="1114425"/>
                </a:lnTo>
                <a:lnTo>
                  <a:pt x="876300" y="1114425"/>
                </a:lnTo>
                <a:lnTo>
                  <a:pt x="876300" y="1123950"/>
                </a:lnTo>
                <a:lnTo>
                  <a:pt x="809625" y="1123950"/>
                </a:lnTo>
                <a:close/>
                <a:moveTo>
                  <a:pt x="904875" y="1104900"/>
                </a:moveTo>
                <a:lnTo>
                  <a:pt x="942975" y="1104900"/>
                </a:lnTo>
                <a:lnTo>
                  <a:pt x="942975" y="1123950"/>
                </a:lnTo>
                <a:lnTo>
                  <a:pt x="904875" y="1123950"/>
                </a:lnTo>
                <a:close/>
                <a:moveTo>
                  <a:pt x="962025" y="1104900"/>
                </a:moveTo>
                <a:lnTo>
                  <a:pt x="1009650" y="1104900"/>
                </a:lnTo>
                <a:lnTo>
                  <a:pt x="1009650" y="1123950"/>
                </a:lnTo>
                <a:lnTo>
                  <a:pt x="962025" y="1123950"/>
                </a:lnTo>
                <a:close/>
                <a:moveTo>
                  <a:pt x="1038225" y="1104900"/>
                </a:moveTo>
                <a:lnTo>
                  <a:pt x="1057275" y="1104900"/>
                </a:lnTo>
                <a:lnTo>
                  <a:pt x="1057275" y="1123950"/>
                </a:lnTo>
                <a:lnTo>
                  <a:pt x="1038225" y="1123950"/>
                </a:lnTo>
                <a:close/>
                <a:moveTo>
                  <a:pt x="1171575" y="1104900"/>
                </a:moveTo>
                <a:lnTo>
                  <a:pt x="1200150" y="1104900"/>
                </a:lnTo>
                <a:lnTo>
                  <a:pt x="1200150" y="1114425"/>
                </a:lnTo>
                <a:lnTo>
                  <a:pt x="1190625" y="1114425"/>
                </a:lnTo>
                <a:lnTo>
                  <a:pt x="1190625" y="1123950"/>
                </a:lnTo>
                <a:lnTo>
                  <a:pt x="1181100" y="1123950"/>
                </a:lnTo>
                <a:lnTo>
                  <a:pt x="1181100" y="1114425"/>
                </a:lnTo>
                <a:lnTo>
                  <a:pt x="1171575" y="1114425"/>
                </a:lnTo>
                <a:close/>
                <a:moveTo>
                  <a:pt x="1266825" y="1104900"/>
                </a:moveTo>
                <a:lnTo>
                  <a:pt x="1285875" y="1104900"/>
                </a:lnTo>
                <a:lnTo>
                  <a:pt x="1285875" y="1123950"/>
                </a:lnTo>
                <a:lnTo>
                  <a:pt x="1266825" y="1123950"/>
                </a:lnTo>
                <a:close/>
                <a:moveTo>
                  <a:pt x="1533525" y="1104900"/>
                </a:moveTo>
                <a:lnTo>
                  <a:pt x="1543050" y="1104900"/>
                </a:lnTo>
                <a:lnTo>
                  <a:pt x="1543050" y="1143000"/>
                </a:lnTo>
                <a:lnTo>
                  <a:pt x="1552575" y="1143000"/>
                </a:lnTo>
                <a:lnTo>
                  <a:pt x="1552575" y="1152525"/>
                </a:lnTo>
                <a:lnTo>
                  <a:pt x="1524000" y="1152525"/>
                </a:lnTo>
                <a:lnTo>
                  <a:pt x="1524000" y="1114425"/>
                </a:lnTo>
                <a:lnTo>
                  <a:pt x="1533525" y="1114425"/>
                </a:lnTo>
                <a:close/>
                <a:moveTo>
                  <a:pt x="1590675" y="1104900"/>
                </a:moveTo>
                <a:lnTo>
                  <a:pt x="1609725" y="1104900"/>
                </a:lnTo>
                <a:lnTo>
                  <a:pt x="1609725" y="1114425"/>
                </a:lnTo>
                <a:lnTo>
                  <a:pt x="1590675" y="1114425"/>
                </a:lnTo>
                <a:close/>
                <a:moveTo>
                  <a:pt x="1619250" y="1104900"/>
                </a:moveTo>
                <a:lnTo>
                  <a:pt x="1647825" y="1104900"/>
                </a:lnTo>
                <a:lnTo>
                  <a:pt x="1647825" y="1123950"/>
                </a:lnTo>
                <a:lnTo>
                  <a:pt x="1628775" y="1123950"/>
                </a:lnTo>
                <a:lnTo>
                  <a:pt x="1628775" y="1143000"/>
                </a:lnTo>
                <a:lnTo>
                  <a:pt x="1638300" y="1143000"/>
                </a:lnTo>
                <a:lnTo>
                  <a:pt x="1638300" y="1152525"/>
                </a:lnTo>
                <a:lnTo>
                  <a:pt x="1657350" y="1152525"/>
                </a:lnTo>
                <a:lnTo>
                  <a:pt x="1657350" y="1162050"/>
                </a:lnTo>
                <a:lnTo>
                  <a:pt x="1647825" y="1162050"/>
                </a:lnTo>
                <a:lnTo>
                  <a:pt x="1647825" y="1171575"/>
                </a:lnTo>
                <a:lnTo>
                  <a:pt x="1666875" y="1171575"/>
                </a:lnTo>
                <a:lnTo>
                  <a:pt x="1666875" y="1181100"/>
                </a:lnTo>
                <a:lnTo>
                  <a:pt x="1628775" y="1181100"/>
                </a:lnTo>
                <a:lnTo>
                  <a:pt x="1628775" y="1152525"/>
                </a:lnTo>
                <a:lnTo>
                  <a:pt x="1609725" y="1152525"/>
                </a:lnTo>
                <a:lnTo>
                  <a:pt x="1609725" y="1133475"/>
                </a:lnTo>
                <a:lnTo>
                  <a:pt x="1619250" y="1133475"/>
                </a:lnTo>
                <a:close/>
                <a:moveTo>
                  <a:pt x="533400" y="1123950"/>
                </a:moveTo>
                <a:lnTo>
                  <a:pt x="590550" y="1123950"/>
                </a:lnTo>
                <a:lnTo>
                  <a:pt x="590550" y="1133475"/>
                </a:lnTo>
                <a:lnTo>
                  <a:pt x="533400" y="1133475"/>
                </a:lnTo>
                <a:close/>
                <a:moveTo>
                  <a:pt x="1323975" y="1123950"/>
                </a:moveTo>
                <a:lnTo>
                  <a:pt x="1352550" y="1123950"/>
                </a:lnTo>
                <a:lnTo>
                  <a:pt x="1352550" y="1133475"/>
                </a:lnTo>
                <a:lnTo>
                  <a:pt x="1323975" y="1133475"/>
                </a:lnTo>
                <a:close/>
                <a:moveTo>
                  <a:pt x="495300" y="1133475"/>
                </a:moveTo>
                <a:lnTo>
                  <a:pt x="504825" y="1133475"/>
                </a:lnTo>
                <a:lnTo>
                  <a:pt x="504825" y="1143000"/>
                </a:lnTo>
                <a:lnTo>
                  <a:pt x="495300" y="1143000"/>
                </a:lnTo>
                <a:close/>
                <a:moveTo>
                  <a:pt x="1419225" y="1133475"/>
                </a:moveTo>
                <a:lnTo>
                  <a:pt x="1438275" y="1133475"/>
                </a:lnTo>
                <a:lnTo>
                  <a:pt x="1438275" y="1152525"/>
                </a:lnTo>
                <a:lnTo>
                  <a:pt x="1419225" y="1152525"/>
                </a:lnTo>
                <a:close/>
                <a:moveTo>
                  <a:pt x="1571625" y="1133475"/>
                </a:moveTo>
                <a:lnTo>
                  <a:pt x="1581150" y="1133475"/>
                </a:lnTo>
                <a:lnTo>
                  <a:pt x="1581150" y="1143000"/>
                </a:lnTo>
                <a:lnTo>
                  <a:pt x="1590675" y="1143000"/>
                </a:lnTo>
                <a:lnTo>
                  <a:pt x="1590675" y="1152525"/>
                </a:lnTo>
                <a:lnTo>
                  <a:pt x="1571625" y="1152525"/>
                </a:lnTo>
                <a:close/>
                <a:moveTo>
                  <a:pt x="209550" y="1143000"/>
                </a:moveTo>
                <a:lnTo>
                  <a:pt x="219075" y="1143000"/>
                </a:lnTo>
                <a:lnTo>
                  <a:pt x="219075" y="1133475"/>
                </a:lnTo>
                <a:lnTo>
                  <a:pt x="209550" y="1133475"/>
                </a:lnTo>
                <a:close/>
                <a:moveTo>
                  <a:pt x="1409700" y="1152525"/>
                </a:moveTo>
                <a:lnTo>
                  <a:pt x="1419225" y="1152525"/>
                </a:lnTo>
                <a:lnTo>
                  <a:pt x="1419225" y="1162050"/>
                </a:lnTo>
                <a:lnTo>
                  <a:pt x="1409700" y="1162050"/>
                </a:lnTo>
                <a:close/>
                <a:moveTo>
                  <a:pt x="1590675" y="1152525"/>
                </a:moveTo>
                <a:lnTo>
                  <a:pt x="1609725" y="1152525"/>
                </a:lnTo>
                <a:lnTo>
                  <a:pt x="1609725" y="1171575"/>
                </a:lnTo>
                <a:lnTo>
                  <a:pt x="1600200" y="1171575"/>
                </a:lnTo>
                <a:lnTo>
                  <a:pt x="1600200" y="1162050"/>
                </a:lnTo>
                <a:lnTo>
                  <a:pt x="1590675" y="1162050"/>
                </a:lnTo>
                <a:close/>
                <a:moveTo>
                  <a:pt x="542925" y="1162050"/>
                </a:moveTo>
                <a:lnTo>
                  <a:pt x="561975" y="1162050"/>
                </a:lnTo>
                <a:lnTo>
                  <a:pt x="561975" y="1171575"/>
                </a:lnTo>
                <a:lnTo>
                  <a:pt x="542925" y="1171575"/>
                </a:lnTo>
                <a:close/>
                <a:moveTo>
                  <a:pt x="609600" y="1162050"/>
                </a:moveTo>
                <a:lnTo>
                  <a:pt x="638175" y="1162050"/>
                </a:lnTo>
                <a:lnTo>
                  <a:pt x="638175" y="1171575"/>
                </a:lnTo>
                <a:lnTo>
                  <a:pt x="609600" y="1171575"/>
                </a:lnTo>
                <a:close/>
                <a:moveTo>
                  <a:pt x="1419225" y="1162050"/>
                </a:moveTo>
                <a:lnTo>
                  <a:pt x="1428750" y="1162050"/>
                </a:lnTo>
                <a:lnTo>
                  <a:pt x="1428750" y="1171575"/>
                </a:lnTo>
                <a:lnTo>
                  <a:pt x="1419225" y="1171575"/>
                </a:lnTo>
                <a:close/>
                <a:moveTo>
                  <a:pt x="1676400" y="1190625"/>
                </a:moveTo>
                <a:lnTo>
                  <a:pt x="1685925" y="1190625"/>
                </a:lnTo>
                <a:lnTo>
                  <a:pt x="1685925" y="1200150"/>
                </a:lnTo>
                <a:lnTo>
                  <a:pt x="1676400" y="1200150"/>
                </a:lnTo>
                <a:close/>
                <a:moveTo>
                  <a:pt x="1724025" y="1238250"/>
                </a:moveTo>
                <a:lnTo>
                  <a:pt x="1733550" y="1238250"/>
                </a:lnTo>
                <a:lnTo>
                  <a:pt x="1733550" y="1247775"/>
                </a:lnTo>
                <a:lnTo>
                  <a:pt x="1724025" y="1247775"/>
                </a:lnTo>
                <a:close/>
                <a:moveTo>
                  <a:pt x="142875" y="1247775"/>
                </a:moveTo>
                <a:lnTo>
                  <a:pt x="152400" y="1247775"/>
                </a:lnTo>
                <a:lnTo>
                  <a:pt x="152400" y="1266825"/>
                </a:lnTo>
                <a:lnTo>
                  <a:pt x="142875" y="1266825"/>
                </a:lnTo>
                <a:close/>
                <a:moveTo>
                  <a:pt x="152400" y="1266825"/>
                </a:moveTo>
                <a:lnTo>
                  <a:pt x="161925" y="1266825"/>
                </a:lnTo>
                <a:lnTo>
                  <a:pt x="161925" y="1276350"/>
                </a:lnTo>
                <a:lnTo>
                  <a:pt x="152400" y="1276350"/>
                </a:lnTo>
                <a:close/>
                <a:moveTo>
                  <a:pt x="133350" y="1371600"/>
                </a:moveTo>
                <a:lnTo>
                  <a:pt x="142875" y="1371600"/>
                </a:lnTo>
                <a:lnTo>
                  <a:pt x="142875" y="1381125"/>
                </a:lnTo>
                <a:lnTo>
                  <a:pt x="133350" y="1381125"/>
                </a:lnTo>
                <a:close/>
                <a:moveTo>
                  <a:pt x="142875" y="1381125"/>
                </a:moveTo>
                <a:lnTo>
                  <a:pt x="171450" y="1381125"/>
                </a:lnTo>
                <a:lnTo>
                  <a:pt x="171450" y="1390650"/>
                </a:lnTo>
                <a:lnTo>
                  <a:pt x="142875" y="1390650"/>
                </a:lnTo>
                <a:close/>
                <a:moveTo>
                  <a:pt x="1704975" y="1419225"/>
                </a:moveTo>
                <a:lnTo>
                  <a:pt x="1733550" y="1419225"/>
                </a:lnTo>
                <a:lnTo>
                  <a:pt x="1733550" y="1438275"/>
                </a:lnTo>
                <a:lnTo>
                  <a:pt x="1704975" y="1438275"/>
                </a:lnTo>
                <a:close/>
                <a:moveTo>
                  <a:pt x="133350" y="1562100"/>
                </a:moveTo>
                <a:lnTo>
                  <a:pt x="161925" y="1562100"/>
                </a:lnTo>
                <a:lnTo>
                  <a:pt x="161925" y="1571625"/>
                </a:lnTo>
                <a:lnTo>
                  <a:pt x="142875" y="1571625"/>
                </a:lnTo>
                <a:lnTo>
                  <a:pt x="142875" y="1581150"/>
                </a:lnTo>
                <a:lnTo>
                  <a:pt x="133350" y="1581150"/>
                </a:lnTo>
                <a:close/>
                <a:moveTo>
                  <a:pt x="152400" y="1695450"/>
                </a:moveTo>
                <a:lnTo>
                  <a:pt x="161925" y="1695450"/>
                </a:lnTo>
                <a:lnTo>
                  <a:pt x="161925" y="1714500"/>
                </a:lnTo>
                <a:lnTo>
                  <a:pt x="152400" y="1714500"/>
                </a:lnTo>
                <a:close/>
                <a:moveTo>
                  <a:pt x="133350" y="1714500"/>
                </a:moveTo>
                <a:lnTo>
                  <a:pt x="152400" y="1714500"/>
                </a:lnTo>
                <a:lnTo>
                  <a:pt x="152400" y="1724025"/>
                </a:lnTo>
                <a:lnTo>
                  <a:pt x="133350" y="1724025"/>
                </a:lnTo>
                <a:close/>
                <a:moveTo>
                  <a:pt x="1685925" y="1743075"/>
                </a:moveTo>
                <a:lnTo>
                  <a:pt x="1704975" y="1743075"/>
                </a:lnTo>
                <a:lnTo>
                  <a:pt x="1704975" y="1752600"/>
                </a:lnTo>
                <a:lnTo>
                  <a:pt x="1685925" y="1752600"/>
                </a:lnTo>
                <a:close/>
                <a:moveTo>
                  <a:pt x="142875" y="1752600"/>
                </a:moveTo>
                <a:lnTo>
                  <a:pt x="152400" y="1752600"/>
                </a:lnTo>
                <a:lnTo>
                  <a:pt x="152400" y="1762125"/>
                </a:lnTo>
                <a:lnTo>
                  <a:pt x="142875" y="1762125"/>
                </a:lnTo>
                <a:close/>
                <a:moveTo>
                  <a:pt x="190500" y="1762125"/>
                </a:moveTo>
                <a:lnTo>
                  <a:pt x="200025" y="1762125"/>
                </a:lnTo>
                <a:lnTo>
                  <a:pt x="200025" y="1781175"/>
                </a:lnTo>
                <a:lnTo>
                  <a:pt x="209550" y="1781175"/>
                </a:lnTo>
                <a:lnTo>
                  <a:pt x="209550" y="1800225"/>
                </a:lnTo>
                <a:lnTo>
                  <a:pt x="200025" y="1800225"/>
                </a:lnTo>
                <a:lnTo>
                  <a:pt x="200025" y="1809750"/>
                </a:lnTo>
                <a:lnTo>
                  <a:pt x="180975" y="1809750"/>
                </a:lnTo>
                <a:lnTo>
                  <a:pt x="180975" y="1771650"/>
                </a:lnTo>
                <a:lnTo>
                  <a:pt x="190500" y="1771650"/>
                </a:lnTo>
                <a:close/>
                <a:moveTo>
                  <a:pt x="1695450" y="1781175"/>
                </a:moveTo>
                <a:lnTo>
                  <a:pt x="1704975" y="1781175"/>
                </a:lnTo>
                <a:lnTo>
                  <a:pt x="1704975" y="1790700"/>
                </a:lnTo>
                <a:lnTo>
                  <a:pt x="1695450" y="1790700"/>
                </a:lnTo>
                <a:close/>
                <a:moveTo>
                  <a:pt x="495300" y="1819275"/>
                </a:moveTo>
                <a:lnTo>
                  <a:pt x="542925" y="1819275"/>
                </a:lnTo>
                <a:lnTo>
                  <a:pt x="542925" y="1828800"/>
                </a:lnTo>
                <a:lnTo>
                  <a:pt x="561975" y="1828800"/>
                </a:lnTo>
                <a:lnTo>
                  <a:pt x="561975" y="1847850"/>
                </a:lnTo>
                <a:lnTo>
                  <a:pt x="552450" y="1847850"/>
                </a:lnTo>
                <a:lnTo>
                  <a:pt x="552450" y="1857375"/>
                </a:lnTo>
                <a:lnTo>
                  <a:pt x="523875" y="1857375"/>
                </a:lnTo>
                <a:lnTo>
                  <a:pt x="523875" y="1847850"/>
                </a:lnTo>
                <a:lnTo>
                  <a:pt x="514350" y="1847850"/>
                </a:lnTo>
                <a:lnTo>
                  <a:pt x="514350" y="1838325"/>
                </a:lnTo>
                <a:lnTo>
                  <a:pt x="504825" y="1838325"/>
                </a:lnTo>
                <a:lnTo>
                  <a:pt x="504825" y="1828800"/>
                </a:lnTo>
                <a:lnTo>
                  <a:pt x="495300" y="1828800"/>
                </a:lnTo>
                <a:close/>
                <a:moveTo>
                  <a:pt x="1695450" y="1819275"/>
                </a:moveTo>
                <a:lnTo>
                  <a:pt x="1704975" y="1819275"/>
                </a:lnTo>
                <a:lnTo>
                  <a:pt x="1704975" y="1828800"/>
                </a:lnTo>
                <a:lnTo>
                  <a:pt x="1695450" y="1828800"/>
                </a:lnTo>
                <a:close/>
                <a:moveTo>
                  <a:pt x="485775" y="1828800"/>
                </a:moveTo>
                <a:lnTo>
                  <a:pt x="495300" y="1828800"/>
                </a:lnTo>
                <a:lnTo>
                  <a:pt x="495300" y="1838325"/>
                </a:lnTo>
                <a:lnTo>
                  <a:pt x="485775" y="1838325"/>
                </a:lnTo>
                <a:close/>
                <a:moveTo>
                  <a:pt x="1704975" y="1828800"/>
                </a:moveTo>
                <a:lnTo>
                  <a:pt x="1724025" y="1828800"/>
                </a:lnTo>
                <a:lnTo>
                  <a:pt x="1724025" y="1838325"/>
                </a:lnTo>
                <a:lnTo>
                  <a:pt x="1704975" y="1838325"/>
                </a:lnTo>
                <a:close/>
                <a:moveTo>
                  <a:pt x="180975" y="1838325"/>
                </a:moveTo>
                <a:lnTo>
                  <a:pt x="190500" y="1838325"/>
                </a:lnTo>
                <a:lnTo>
                  <a:pt x="190500" y="1866900"/>
                </a:lnTo>
                <a:lnTo>
                  <a:pt x="180975" y="1866900"/>
                </a:lnTo>
                <a:close/>
                <a:moveTo>
                  <a:pt x="142875" y="1847850"/>
                </a:moveTo>
                <a:lnTo>
                  <a:pt x="152400" y="1847850"/>
                </a:lnTo>
                <a:lnTo>
                  <a:pt x="152400" y="1857375"/>
                </a:lnTo>
                <a:lnTo>
                  <a:pt x="142875" y="1857375"/>
                </a:lnTo>
                <a:close/>
                <a:moveTo>
                  <a:pt x="133350" y="1857375"/>
                </a:moveTo>
                <a:lnTo>
                  <a:pt x="142875" y="1857375"/>
                </a:lnTo>
                <a:lnTo>
                  <a:pt x="142875" y="1866900"/>
                </a:lnTo>
                <a:lnTo>
                  <a:pt x="133350" y="1866900"/>
                </a:lnTo>
                <a:close/>
                <a:moveTo>
                  <a:pt x="561975" y="1857375"/>
                </a:moveTo>
                <a:lnTo>
                  <a:pt x="581025" y="1857375"/>
                </a:lnTo>
                <a:lnTo>
                  <a:pt x="581025" y="1866900"/>
                </a:lnTo>
                <a:lnTo>
                  <a:pt x="561975" y="1866900"/>
                </a:lnTo>
                <a:close/>
                <a:moveTo>
                  <a:pt x="628650" y="1857375"/>
                </a:moveTo>
                <a:lnTo>
                  <a:pt x="638175" y="1857375"/>
                </a:lnTo>
                <a:lnTo>
                  <a:pt x="638175" y="1876425"/>
                </a:lnTo>
                <a:lnTo>
                  <a:pt x="628650" y="1876425"/>
                </a:lnTo>
                <a:close/>
                <a:moveTo>
                  <a:pt x="704850" y="1876425"/>
                </a:moveTo>
                <a:lnTo>
                  <a:pt x="723900" y="1876425"/>
                </a:lnTo>
                <a:lnTo>
                  <a:pt x="723900" y="1905000"/>
                </a:lnTo>
                <a:lnTo>
                  <a:pt x="695325" y="1905000"/>
                </a:lnTo>
                <a:lnTo>
                  <a:pt x="695325" y="1895475"/>
                </a:lnTo>
                <a:lnTo>
                  <a:pt x="704850" y="1895475"/>
                </a:lnTo>
                <a:close/>
                <a:moveTo>
                  <a:pt x="161925" y="1924050"/>
                </a:moveTo>
                <a:lnTo>
                  <a:pt x="171450" y="1924050"/>
                </a:lnTo>
                <a:lnTo>
                  <a:pt x="171450" y="1933575"/>
                </a:lnTo>
                <a:lnTo>
                  <a:pt x="180975" y="1933575"/>
                </a:lnTo>
                <a:lnTo>
                  <a:pt x="180975" y="1924050"/>
                </a:lnTo>
                <a:lnTo>
                  <a:pt x="190500" y="1924050"/>
                </a:lnTo>
                <a:lnTo>
                  <a:pt x="190500" y="1933575"/>
                </a:lnTo>
                <a:lnTo>
                  <a:pt x="180975" y="1933575"/>
                </a:lnTo>
                <a:lnTo>
                  <a:pt x="180975" y="1952625"/>
                </a:lnTo>
                <a:lnTo>
                  <a:pt x="161925" y="1952625"/>
                </a:lnTo>
                <a:close/>
                <a:moveTo>
                  <a:pt x="361950" y="1933575"/>
                </a:moveTo>
                <a:lnTo>
                  <a:pt x="371475" y="1933575"/>
                </a:lnTo>
                <a:lnTo>
                  <a:pt x="371475" y="1943100"/>
                </a:lnTo>
                <a:lnTo>
                  <a:pt x="390525" y="1943100"/>
                </a:lnTo>
                <a:lnTo>
                  <a:pt x="390525" y="1952625"/>
                </a:lnTo>
                <a:lnTo>
                  <a:pt x="400050" y="1952625"/>
                </a:lnTo>
                <a:lnTo>
                  <a:pt x="400050" y="1943100"/>
                </a:lnTo>
                <a:lnTo>
                  <a:pt x="409575" y="1943100"/>
                </a:lnTo>
                <a:lnTo>
                  <a:pt x="409575" y="1952625"/>
                </a:lnTo>
                <a:lnTo>
                  <a:pt x="476250" y="1952625"/>
                </a:lnTo>
                <a:lnTo>
                  <a:pt x="476250" y="1962150"/>
                </a:lnTo>
                <a:lnTo>
                  <a:pt x="466725" y="1962150"/>
                </a:lnTo>
                <a:lnTo>
                  <a:pt x="466725" y="1981200"/>
                </a:lnTo>
                <a:lnTo>
                  <a:pt x="457200" y="1981200"/>
                </a:lnTo>
                <a:lnTo>
                  <a:pt x="457200" y="1990725"/>
                </a:lnTo>
                <a:lnTo>
                  <a:pt x="428625" y="1990725"/>
                </a:lnTo>
                <a:lnTo>
                  <a:pt x="428625" y="1971675"/>
                </a:lnTo>
                <a:lnTo>
                  <a:pt x="419100" y="1971675"/>
                </a:lnTo>
                <a:lnTo>
                  <a:pt x="419100" y="1990725"/>
                </a:lnTo>
                <a:lnTo>
                  <a:pt x="409575" y="1990725"/>
                </a:lnTo>
                <a:lnTo>
                  <a:pt x="409575" y="1981200"/>
                </a:lnTo>
                <a:lnTo>
                  <a:pt x="371475" y="1981200"/>
                </a:lnTo>
                <a:lnTo>
                  <a:pt x="371475" y="1971675"/>
                </a:lnTo>
                <a:lnTo>
                  <a:pt x="352425" y="1971675"/>
                </a:lnTo>
                <a:lnTo>
                  <a:pt x="352425" y="1952625"/>
                </a:lnTo>
                <a:lnTo>
                  <a:pt x="361950" y="1952625"/>
                </a:lnTo>
                <a:close/>
                <a:moveTo>
                  <a:pt x="1238250" y="1971675"/>
                </a:moveTo>
                <a:lnTo>
                  <a:pt x="1247775" y="1971675"/>
                </a:lnTo>
                <a:lnTo>
                  <a:pt x="1247775" y="1981200"/>
                </a:lnTo>
                <a:lnTo>
                  <a:pt x="1238250" y="1981200"/>
                </a:lnTo>
                <a:close/>
                <a:moveTo>
                  <a:pt x="180975" y="2000250"/>
                </a:moveTo>
                <a:lnTo>
                  <a:pt x="190500" y="2000250"/>
                </a:lnTo>
                <a:lnTo>
                  <a:pt x="190500" y="2009775"/>
                </a:lnTo>
                <a:lnTo>
                  <a:pt x="228600" y="2009775"/>
                </a:lnTo>
                <a:lnTo>
                  <a:pt x="228600" y="2019300"/>
                </a:lnTo>
                <a:lnTo>
                  <a:pt x="200025" y="2019300"/>
                </a:lnTo>
                <a:lnTo>
                  <a:pt x="200025" y="2028825"/>
                </a:lnTo>
                <a:lnTo>
                  <a:pt x="180975" y="2028825"/>
                </a:lnTo>
                <a:close/>
                <a:moveTo>
                  <a:pt x="400050" y="2000250"/>
                </a:moveTo>
                <a:lnTo>
                  <a:pt x="409575" y="2000250"/>
                </a:lnTo>
                <a:lnTo>
                  <a:pt x="409575" y="2019300"/>
                </a:lnTo>
                <a:lnTo>
                  <a:pt x="381000" y="2019300"/>
                </a:lnTo>
                <a:lnTo>
                  <a:pt x="381000" y="2009775"/>
                </a:lnTo>
                <a:lnTo>
                  <a:pt x="400050" y="2009775"/>
                </a:lnTo>
                <a:close/>
                <a:moveTo>
                  <a:pt x="914400" y="2009775"/>
                </a:moveTo>
                <a:lnTo>
                  <a:pt x="923925" y="2009775"/>
                </a:lnTo>
                <a:lnTo>
                  <a:pt x="923925" y="2019300"/>
                </a:lnTo>
                <a:lnTo>
                  <a:pt x="914400" y="2019300"/>
                </a:lnTo>
                <a:close/>
                <a:moveTo>
                  <a:pt x="1123950" y="2009775"/>
                </a:moveTo>
                <a:lnTo>
                  <a:pt x="1143000" y="2009775"/>
                </a:lnTo>
                <a:lnTo>
                  <a:pt x="1143000" y="2019300"/>
                </a:lnTo>
                <a:lnTo>
                  <a:pt x="1123950" y="2019300"/>
                </a:lnTo>
                <a:close/>
                <a:moveTo>
                  <a:pt x="923925" y="2047875"/>
                </a:moveTo>
                <a:lnTo>
                  <a:pt x="952500" y="2047875"/>
                </a:lnTo>
                <a:lnTo>
                  <a:pt x="952500" y="2057400"/>
                </a:lnTo>
                <a:lnTo>
                  <a:pt x="962025" y="2057400"/>
                </a:lnTo>
                <a:lnTo>
                  <a:pt x="962025" y="2066925"/>
                </a:lnTo>
                <a:lnTo>
                  <a:pt x="923925" y="2066925"/>
                </a:lnTo>
                <a:lnTo>
                  <a:pt x="923925" y="2085975"/>
                </a:lnTo>
                <a:lnTo>
                  <a:pt x="914400" y="2085975"/>
                </a:lnTo>
                <a:lnTo>
                  <a:pt x="914400" y="2076450"/>
                </a:lnTo>
                <a:lnTo>
                  <a:pt x="904875" y="2076450"/>
                </a:lnTo>
                <a:lnTo>
                  <a:pt x="904875" y="2066925"/>
                </a:lnTo>
                <a:lnTo>
                  <a:pt x="895350" y="2066925"/>
                </a:lnTo>
                <a:lnTo>
                  <a:pt x="895350" y="2057400"/>
                </a:lnTo>
                <a:lnTo>
                  <a:pt x="923925" y="2057400"/>
                </a:lnTo>
                <a:close/>
                <a:moveTo>
                  <a:pt x="1657350" y="2047875"/>
                </a:moveTo>
                <a:lnTo>
                  <a:pt x="1676400" y="2047875"/>
                </a:lnTo>
                <a:lnTo>
                  <a:pt x="1676400" y="2066925"/>
                </a:lnTo>
                <a:lnTo>
                  <a:pt x="1666875" y="2066925"/>
                </a:lnTo>
                <a:lnTo>
                  <a:pt x="1666875" y="2057400"/>
                </a:lnTo>
                <a:lnTo>
                  <a:pt x="1657350" y="2057400"/>
                </a:lnTo>
                <a:close/>
                <a:moveTo>
                  <a:pt x="342900" y="2066925"/>
                </a:moveTo>
                <a:lnTo>
                  <a:pt x="352425" y="2066925"/>
                </a:lnTo>
                <a:lnTo>
                  <a:pt x="352425" y="2076450"/>
                </a:lnTo>
                <a:lnTo>
                  <a:pt x="342900" y="2076450"/>
                </a:lnTo>
                <a:close/>
                <a:moveTo>
                  <a:pt x="152400" y="2076450"/>
                </a:moveTo>
                <a:lnTo>
                  <a:pt x="161925" y="2076450"/>
                </a:lnTo>
                <a:lnTo>
                  <a:pt x="161925" y="2286000"/>
                </a:lnTo>
                <a:lnTo>
                  <a:pt x="152400" y="2286000"/>
                </a:lnTo>
                <a:lnTo>
                  <a:pt x="152400" y="2228850"/>
                </a:lnTo>
                <a:lnTo>
                  <a:pt x="142875" y="2228850"/>
                </a:lnTo>
                <a:lnTo>
                  <a:pt x="142875" y="2247900"/>
                </a:lnTo>
                <a:lnTo>
                  <a:pt x="133350" y="2247900"/>
                </a:lnTo>
                <a:lnTo>
                  <a:pt x="133350" y="2105025"/>
                </a:lnTo>
                <a:lnTo>
                  <a:pt x="142875" y="2105025"/>
                </a:lnTo>
                <a:lnTo>
                  <a:pt x="142875" y="2114550"/>
                </a:lnTo>
                <a:lnTo>
                  <a:pt x="152400" y="2114550"/>
                </a:lnTo>
                <a:close/>
                <a:moveTo>
                  <a:pt x="342900" y="2095500"/>
                </a:moveTo>
                <a:lnTo>
                  <a:pt x="371475" y="2095500"/>
                </a:lnTo>
                <a:lnTo>
                  <a:pt x="371475" y="2105025"/>
                </a:lnTo>
                <a:lnTo>
                  <a:pt x="361950" y="2105025"/>
                </a:lnTo>
                <a:lnTo>
                  <a:pt x="361950" y="2114550"/>
                </a:lnTo>
                <a:lnTo>
                  <a:pt x="352425" y="2114550"/>
                </a:lnTo>
                <a:lnTo>
                  <a:pt x="352425" y="2124075"/>
                </a:lnTo>
                <a:lnTo>
                  <a:pt x="333375" y="2124075"/>
                </a:lnTo>
                <a:lnTo>
                  <a:pt x="333375" y="2105025"/>
                </a:lnTo>
                <a:lnTo>
                  <a:pt x="342900" y="2105025"/>
                </a:lnTo>
                <a:close/>
                <a:moveTo>
                  <a:pt x="1000125" y="2095500"/>
                </a:moveTo>
                <a:lnTo>
                  <a:pt x="1009650" y="2095500"/>
                </a:lnTo>
                <a:lnTo>
                  <a:pt x="1009650" y="2105025"/>
                </a:lnTo>
                <a:lnTo>
                  <a:pt x="1000125" y="2105025"/>
                </a:lnTo>
                <a:close/>
                <a:moveTo>
                  <a:pt x="1000125" y="2114550"/>
                </a:moveTo>
                <a:lnTo>
                  <a:pt x="1009650" y="2114550"/>
                </a:lnTo>
                <a:lnTo>
                  <a:pt x="1009650" y="2124075"/>
                </a:lnTo>
                <a:lnTo>
                  <a:pt x="1000125" y="2124075"/>
                </a:lnTo>
                <a:close/>
                <a:moveTo>
                  <a:pt x="142875" y="2133600"/>
                </a:moveTo>
                <a:lnTo>
                  <a:pt x="152400" y="2133600"/>
                </a:lnTo>
                <a:lnTo>
                  <a:pt x="152400" y="2124075"/>
                </a:lnTo>
                <a:lnTo>
                  <a:pt x="142875" y="2124075"/>
                </a:lnTo>
                <a:close/>
                <a:moveTo>
                  <a:pt x="952500" y="2162175"/>
                </a:moveTo>
                <a:lnTo>
                  <a:pt x="981075" y="2162175"/>
                </a:lnTo>
                <a:lnTo>
                  <a:pt x="981075" y="2171700"/>
                </a:lnTo>
                <a:lnTo>
                  <a:pt x="952500" y="2171700"/>
                </a:lnTo>
                <a:close/>
                <a:moveTo>
                  <a:pt x="180975" y="2181225"/>
                </a:moveTo>
                <a:lnTo>
                  <a:pt x="190500" y="2181225"/>
                </a:lnTo>
                <a:lnTo>
                  <a:pt x="190500" y="2190750"/>
                </a:lnTo>
                <a:lnTo>
                  <a:pt x="180975" y="2190750"/>
                </a:lnTo>
                <a:close/>
                <a:moveTo>
                  <a:pt x="200025" y="2219325"/>
                </a:moveTo>
                <a:lnTo>
                  <a:pt x="228600" y="2219325"/>
                </a:lnTo>
                <a:lnTo>
                  <a:pt x="228600" y="2228850"/>
                </a:lnTo>
                <a:lnTo>
                  <a:pt x="200025" y="2228850"/>
                </a:lnTo>
                <a:close/>
                <a:moveTo>
                  <a:pt x="1019175" y="2219325"/>
                </a:moveTo>
                <a:lnTo>
                  <a:pt x="1028700" y="2219325"/>
                </a:lnTo>
                <a:lnTo>
                  <a:pt x="1028700" y="2228850"/>
                </a:lnTo>
                <a:lnTo>
                  <a:pt x="1019175" y="2228850"/>
                </a:lnTo>
                <a:close/>
                <a:moveTo>
                  <a:pt x="695325" y="2362200"/>
                </a:moveTo>
                <a:lnTo>
                  <a:pt x="714375" y="2362200"/>
                </a:lnTo>
                <a:lnTo>
                  <a:pt x="714375" y="2371725"/>
                </a:lnTo>
                <a:lnTo>
                  <a:pt x="695325" y="2371725"/>
                </a:lnTo>
                <a:close/>
                <a:moveTo>
                  <a:pt x="457200" y="2381250"/>
                </a:moveTo>
                <a:lnTo>
                  <a:pt x="466725" y="2381250"/>
                </a:lnTo>
                <a:lnTo>
                  <a:pt x="466725" y="2390775"/>
                </a:lnTo>
                <a:lnTo>
                  <a:pt x="457200" y="2390775"/>
                </a:lnTo>
                <a:close/>
                <a:moveTo>
                  <a:pt x="695325" y="2381250"/>
                </a:moveTo>
                <a:lnTo>
                  <a:pt x="714375" y="2381250"/>
                </a:lnTo>
                <a:lnTo>
                  <a:pt x="714375" y="2390775"/>
                </a:lnTo>
                <a:lnTo>
                  <a:pt x="695325" y="2390775"/>
                </a:lnTo>
                <a:close/>
                <a:moveTo>
                  <a:pt x="152400" y="2428875"/>
                </a:moveTo>
                <a:lnTo>
                  <a:pt x="161925" y="2428875"/>
                </a:lnTo>
                <a:lnTo>
                  <a:pt x="161925" y="2457450"/>
                </a:lnTo>
                <a:lnTo>
                  <a:pt x="152400" y="2457450"/>
                </a:lnTo>
                <a:lnTo>
                  <a:pt x="152400" y="2466975"/>
                </a:lnTo>
                <a:lnTo>
                  <a:pt x="142875" y="2466975"/>
                </a:lnTo>
                <a:lnTo>
                  <a:pt x="142875" y="2457450"/>
                </a:lnTo>
                <a:lnTo>
                  <a:pt x="133350" y="2457450"/>
                </a:lnTo>
                <a:lnTo>
                  <a:pt x="133350" y="2438400"/>
                </a:lnTo>
                <a:lnTo>
                  <a:pt x="142875" y="2438400"/>
                </a:lnTo>
                <a:lnTo>
                  <a:pt x="142875" y="2447925"/>
                </a:lnTo>
                <a:lnTo>
                  <a:pt x="152400" y="2447925"/>
                </a:lnTo>
                <a:close/>
                <a:moveTo>
                  <a:pt x="133350" y="2486025"/>
                </a:moveTo>
                <a:lnTo>
                  <a:pt x="152400" y="2486025"/>
                </a:lnTo>
                <a:lnTo>
                  <a:pt x="152400" y="2495550"/>
                </a:lnTo>
                <a:lnTo>
                  <a:pt x="161925" y="2495550"/>
                </a:lnTo>
                <a:lnTo>
                  <a:pt x="161925" y="2543175"/>
                </a:lnTo>
                <a:lnTo>
                  <a:pt x="152400" y="2543175"/>
                </a:lnTo>
                <a:lnTo>
                  <a:pt x="152400" y="2524125"/>
                </a:lnTo>
                <a:lnTo>
                  <a:pt x="142875" y="2524125"/>
                </a:lnTo>
                <a:lnTo>
                  <a:pt x="142875" y="2533650"/>
                </a:lnTo>
                <a:lnTo>
                  <a:pt x="133350" y="2533650"/>
                </a:lnTo>
                <a:close/>
                <a:moveTo>
                  <a:pt x="238125" y="2533650"/>
                </a:moveTo>
                <a:lnTo>
                  <a:pt x="276225" y="2533650"/>
                </a:lnTo>
                <a:lnTo>
                  <a:pt x="276225" y="2543175"/>
                </a:lnTo>
                <a:lnTo>
                  <a:pt x="238125" y="2543175"/>
                </a:lnTo>
                <a:close/>
                <a:moveTo>
                  <a:pt x="314325" y="2552700"/>
                </a:moveTo>
                <a:lnTo>
                  <a:pt x="323850" y="2552700"/>
                </a:lnTo>
                <a:lnTo>
                  <a:pt x="323850" y="2581275"/>
                </a:lnTo>
                <a:lnTo>
                  <a:pt x="314325" y="2581275"/>
                </a:lnTo>
                <a:lnTo>
                  <a:pt x="314325" y="2571750"/>
                </a:lnTo>
                <a:lnTo>
                  <a:pt x="304800" y="2571750"/>
                </a:lnTo>
                <a:lnTo>
                  <a:pt x="304800" y="2562225"/>
                </a:lnTo>
                <a:lnTo>
                  <a:pt x="314325" y="2562225"/>
                </a:lnTo>
                <a:close/>
                <a:moveTo>
                  <a:pt x="1095375" y="2571750"/>
                </a:moveTo>
                <a:lnTo>
                  <a:pt x="1104900" y="2571750"/>
                </a:lnTo>
                <a:lnTo>
                  <a:pt x="1104900" y="2581275"/>
                </a:lnTo>
                <a:lnTo>
                  <a:pt x="1095375" y="2581275"/>
                </a:lnTo>
                <a:close/>
                <a:moveTo>
                  <a:pt x="1066800" y="2581275"/>
                </a:moveTo>
                <a:lnTo>
                  <a:pt x="1085850" y="2581275"/>
                </a:lnTo>
                <a:lnTo>
                  <a:pt x="1085850" y="2590800"/>
                </a:lnTo>
                <a:lnTo>
                  <a:pt x="1066800" y="2590800"/>
                </a:lnTo>
                <a:close/>
                <a:moveTo>
                  <a:pt x="1466850" y="2581275"/>
                </a:moveTo>
                <a:lnTo>
                  <a:pt x="1485900" y="2581275"/>
                </a:lnTo>
                <a:lnTo>
                  <a:pt x="1485900" y="2590800"/>
                </a:lnTo>
                <a:lnTo>
                  <a:pt x="1466850" y="2590800"/>
                </a:lnTo>
                <a:close/>
                <a:moveTo>
                  <a:pt x="1304925" y="2590800"/>
                </a:moveTo>
                <a:lnTo>
                  <a:pt x="1333500" y="2590800"/>
                </a:lnTo>
                <a:lnTo>
                  <a:pt x="1333500" y="2600325"/>
                </a:lnTo>
                <a:lnTo>
                  <a:pt x="1304925" y="2600325"/>
                </a:lnTo>
                <a:close/>
                <a:moveTo>
                  <a:pt x="1362075" y="2590800"/>
                </a:moveTo>
                <a:lnTo>
                  <a:pt x="1381125" y="2590800"/>
                </a:lnTo>
                <a:lnTo>
                  <a:pt x="1381125" y="2609850"/>
                </a:lnTo>
                <a:lnTo>
                  <a:pt x="1371600" y="2609850"/>
                </a:lnTo>
                <a:lnTo>
                  <a:pt x="1371600" y="2600325"/>
                </a:lnTo>
                <a:lnTo>
                  <a:pt x="1362075" y="2600325"/>
                </a:lnTo>
                <a:close/>
                <a:moveTo>
                  <a:pt x="1409700" y="2590800"/>
                </a:moveTo>
                <a:lnTo>
                  <a:pt x="1428750" y="2590800"/>
                </a:lnTo>
                <a:lnTo>
                  <a:pt x="1428750" y="2600325"/>
                </a:lnTo>
                <a:lnTo>
                  <a:pt x="1409700" y="2600325"/>
                </a:lnTo>
                <a:close/>
                <a:moveTo>
                  <a:pt x="1447800" y="2590800"/>
                </a:moveTo>
                <a:lnTo>
                  <a:pt x="1466850" y="2590800"/>
                </a:lnTo>
                <a:lnTo>
                  <a:pt x="1466850" y="2600325"/>
                </a:lnTo>
                <a:lnTo>
                  <a:pt x="1447800" y="2600325"/>
                </a:lnTo>
                <a:close/>
                <a:moveTo>
                  <a:pt x="1495425" y="2590800"/>
                </a:moveTo>
                <a:lnTo>
                  <a:pt x="1524000" y="2590800"/>
                </a:lnTo>
                <a:lnTo>
                  <a:pt x="1524000" y="2600325"/>
                </a:lnTo>
                <a:lnTo>
                  <a:pt x="1495425" y="2600325"/>
                </a:lnTo>
                <a:close/>
                <a:moveTo>
                  <a:pt x="1533525" y="2590800"/>
                </a:moveTo>
                <a:lnTo>
                  <a:pt x="1581150" y="2590800"/>
                </a:lnTo>
                <a:lnTo>
                  <a:pt x="1581150" y="2600325"/>
                </a:lnTo>
                <a:lnTo>
                  <a:pt x="1533525" y="2600325"/>
                </a:lnTo>
                <a:close/>
                <a:moveTo>
                  <a:pt x="1628775" y="2590800"/>
                </a:moveTo>
                <a:lnTo>
                  <a:pt x="1638300" y="2590800"/>
                </a:lnTo>
                <a:lnTo>
                  <a:pt x="1638300" y="2600325"/>
                </a:lnTo>
                <a:lnTo>
                  <a:pt x="1628775" y="2600325"/>
                </a:lnTo>
                <a:close/>
                <a:moveTo>
                  <a:pt x="1657350" y="2590800"/>
                </a:moveTo>
                <a:lnTo>
                  <a:pt x="1724025" y="2590800"/>
                </a:lnTo>
                <a:lnTo>
                  <a:pt x="1724025" y="2600325"/>
                </a:lnTo>
                <a:lnTo>
                  <a:pt x="1704975" y="2600325"/>
                </a:lnTo>
                <a:lnTo>
                  <a:pt x="1704975" y="2647950"/>
                </a:lnTo>
                <a:lnTo>
                  <a:pt x="1695450" y="2647950"/>
                </a:lnTo>
                <a:lnTo>
                  <a:pt x="1695450" y="2657475"/>
                </a:lnTo>
                <a:lnTo>
                  <a:pt x="1685925" y="2657475"/>
                </a:lnTo>
                <a:lnTo>
                  <a:pt x="1685925" y="2667000"/>
                </a:lnTo>
                <a:lnTo>
                  <a:pt x="1676400" y="2667000"/>
                </a:lnTo>
                <a:lnTo>
                  <a:pt x="1676400" y="2676525"/>
                </a:lnTo>
                <a:lnTo>
                  <a:pt x="1666875" y="2676525"/>
                </a:lnTo>
                <a:lnTo>
                  <a:pt x="1666875" y="2667000"/>
                </a:lnTo>
                <a:lnTo>
                  <a:pt x="1657350" y="2667000"/>
                </a:lnTo>
                <a:lnTo>
                  <a:pt x="1657350" y="2657475"/>
                </a:lnTo>
                <a:lnTo>
                  <a:pt x="1676400" y="2657475"/>
                </a:lnTo>
                <a:lnTo>
                  <a:pt x="1676400" y="2647950"/>
                </a:lnTo>
                <a:lnTo>
                  <a:pt x="1685925" y="2647950"/>
                </a:lnTo>
                <a:lnTo>
                  <a:pt x="1685925" y="2609850"/>
                </a:lnTo>
                <a:lnTo>
                  <a:pt x="1676400" y="2609850"/>
                </a:lnTo>
                <a:lnTo>
                  <a:pt x="1676400" y="2600325"/>
                </a:lnTo>
                <a:lnTo>
                  <a:pt x="1657350" y="2600325"/>
                </a:lnTo>
                <a:close/>
                <a:moveTo>
                  <a:pt x="1343025" y="2600325"/>
                </a:moveTo>
                <a:lnTo>
                  <a:pt x="1362075" y="2600325"/>
                </a:lnTo>
                <a:lnTo>
                  <a:pt x="1362075" y="2619375"/>
                </a:lnTo>
                <a:lnTo>
                  <a:pt x="1352550" y="2619375"/>
                </a:lnTo>
                <a:lnTo>
                  <a:pt x="1352550" y="2609850"/>
                </a:lnTo>
                <a:lnTo>
                  <a:pt x="1343025" y="2609850"/>
                </a:lnTo>
                <a:close/>
                <a:moveTo>
                  <a:pt x="1466850" y="2600325"/>
                </a:moveTo>
                <a:lnTo>
                  <a:pt x="1476375" y="2600325"/>
                </a:lnTo>
                <a:lnTo>
                  <a:pt x="1476375" y="2609850"/>
                </a:lnTo>
                <a:lnTo>
                  <a:pt x="1466850" y="2609850"/>
                </a:lnTo>
                <a:close/>
                <a:moveTo>
                  <a:pt x="1638300" y="2600325"/>
                </a:moveTo>
                <a:lnTo>
                  <a:pt x="1657350" y="2600325"/>
                </a:lnTo>
                <a:lnTo>
                  <a:pt x="1657350" y="2609850"/>
                </a:lnTo>
                <a:lnTo>
                  <a:pt x="1638300" y="2609850"/>
                </a:lnTo>
                <a:close/>
                <a:moveTo>
                  <a:pt x="323850" y="2609850"/>
                </a:moveTo>
                <a:lnTo>
                  <a:pt x="333375" y="2609850"/>
                </a:lnTo>
                <a:lnTo>
                  <a:pt x="333375" y="2619375"/>
                </a:lnTo>
                <a:lnTo>
                  <a:pt x="323850" y="2619375"/>
                </a:lnTo>
                <a:close/>
                <a:moveTo>
                  <a:pt x="1276350" y="2609850"/>
                </a:moveTo>
                <a:lnTo>
                  <a:pt x="1285875" y="2609850"/>
                </a:lnTo>
                <a:lnTo>
                  <a:pt x="1285875" y="2619375"/>
                </a:lnTo>
                <a:lnTo>
                  <a:pt x="1276350" y="2619375"/>
                </a:lnTo>
                <a:close/>
                <a:moveTo>
                  <a:pt x="1304925" y="2609850"/>
                </a:moveTo>
                <a:lnTo>
                  <a:pt x="1314450" y="2609850"/>
                </a:lnTo>
                <a:lnTo>
                  <a:pt x="1314450" y="2619375"/>
                </a:lnTo>
                <a:lnTo>
                  <a:pt x="1304925" y="2619375"/>
                </a:lnTo>
                <a:close/>
                <a:moveTo>
                  <a:pt x="1600200" y="2609850"/>
                </a:moveTo>
                <a:lnTo>
                  <a:pt x="1609725" y="2609850"/>
                </a:lnTo>
                <a:lnTo>
                  <a:pt x="1609725" y="2619375"/>
                </a:lnTo>
                <a:lnTo>
                  <a:pt x="1600200" y="2619375"/>
                </a:lnTo>
                <a:close/>
                <a:moveTo>
                  <a:pt x="1285875" y="2619375"/>
                </a:moveTo>
                <a:lnTo>
                  <a:pt x="1295400" y="2619375"/>
                </a:lnTo>
                <a:lnTo>
                  <a:pt x="1295400" y="2628900"/>
                </a:lnTo>
                <a:lnTo>
                  <a:pt x="1285875" y="2628900"/>
                </a:lnTo>
                <a:close/>
                <a:moveTo>
                  <a:pt x="1276350" y="2628900"/>
                </a:moveTo>
                <a:lnTo>
                  <a:pt x="1285875" y="2628900"/>
                </a:lnTo>
                <a:lnTo>
                  <a:pt x="1285875" y="2638425"/>
                </a:lnTo>
                <a:lnTo>
                  <a:pt x="1276350" y="2638425"/>
                </a:lnTo>
                <a:close/>
                <a:moveTo>
                  <a:pt x="323850" y="2638425"/>
                </a:moveTo>
                <a:lnTo>
                  <a:pt x="333375" y="2638425"/>
                </a:lnTo>
                <a:lnTo>
                  <a:pt x="333375" y="2647950"/>
                </a:lnTo>
                <a:lnTo>
                  <a:pt x="323850" y="2647950"/>
                </a:lnTo>
                <a:close/>
                <a:moveTo>
                  <a:pt x="1295400" y="2638425"/>
                </a:moveTo>
                <a:lnTo>
                  <a:pt x="1304925" y="2638425"/>
                </a:lnTo>
                <a:lnTo>
                  <a:pt x="1304925" y="2647950"/>
                </a:lnTo>
                <a:lnTo>
                  <a:pt x="1295400" y="2647950"/>
                </a:lnTo>
                <a:close/>
                <a:moveTo>
                  <a:pt x="1333500" y="2647950"/>
                </a:moveTo>
                <a:lnTo>
                  <a:pt x="1343025" y="2647950"/>
                </a:lnTo>
                <a:lnTo>
                  <a:pt x="1343025" y="2657475"/>
                </a:lnTo>
                <a:lnTo>
                  <a:pt x="1333500" y="2657475"/>
                </a:lnTo>
                <a:close/>
                <a:moveTo>
                  <a:pt x="1476375" y="2647950"/>
                </a:moveTo>
                <a:lnTo>
                  <a:pt x="1485900" y="2647950"/>
                </a:lnTo>
                <a:lnTo>
                  <a:pt x="1485900" y="2657475"/>
                </a:lnTo>
                <a:lnTo>
                  <a:pt x="1476375" y="2657475"/>
                </a:lnTo>
                <a:close/>
                <a:moveTo>
                  <a:pt x="1552575" y="2647950"/>
                </a:moveTo>
                <a:lnTo>
                  <a:pt x="1571625" y="2647950"/>
                </a:lnTo>
                <a:lnTo>
                  <a:pt x="1571625" y="2657475"/>
                </a:lnTo>
                <a:lnTo>
                  <a:pt x="1552575" y="2657475"/>
                </a:lnTo>
                <a:close/>
                <a:moveTo>
                  <a:pt x="333375" y="2657475"/>
                </a:moveTo>
                <a:lnTo>
                  <a:pt x="342900" y="2657475"/>
                </a:lnTo>
                <a:lnTo>
                  <a:pt x="342900" y="2667000"/>
                </a:lnTo>
                <a:lnTo>
                  <a:pt x="333375" y="2667000"/>
                </a:lnTo>
                <a:close/>
                <a:moveTo>
                  <a:pt x="1323975" y="2657475"/>
                </a:moveTo>
                <a:lnTo>
                  <a:pt x="1333500" y="2657475"/>
                </a:lnTo>
                <a:lnTo>
                  <a:pt x="1333500" y="2667000"/>
                </a:lnTo>
                <a:lnTo>
                  <a:pt x="1323975" y="2667000"/>
                </a:lnTo>
                <a:close/>
                <a:moveTo>
                  <a:pt x="1343025" y="2657475"/>
                </a:moveTo>
                <a:lnTo>
                  <a:pt x="1352550" y="2657475"/>
                </a:lnTo>
                <a:lnTo>
                  <a:pt x="1352550" y="2667000"/>
                </a:lnTo>
                <a:lnTo>
                  <a:pt x="1343025" y="2667000"/>
                </a:lnTo>
                <a:close/>
                <a:moveTo>
                  <a:pt x="1581150" y="2657475"/>
                </a:moveTo>
                <a:lnTo>
                  <a:pt x="1590675" y="2657475"/>
                </a:lnTo>
                <a:lnTo>
                  <a:pt x="1590675" y="2667000"/>
                </a:lnTo>
                <a:lnTo>
                  <a:pt x="1600200" y="2667000"/>
                </a:lnTo>
                <a:lnTo>
                  <a:pt x="1600200" y="2657475"/>
                </a:lnTo>
                <a:lnTo>
                  <a:pt x="1609725" y="2657475"/>
                </a:lnTo>
                <a:lnTo>
                  <a:pt x="1609725" y="2667000"/>
                </a:lnTo>
                <a:lnTo>
                  <a:pt x="1619250" y="2667000"/>
                </a:lnTo>
                <a:lnTo>
                  <a:pt x="1619250" y="2676525"/>
                </a:lnTo>
                <a:lnTo>
                  <a:pt x="1590675" y="2676525"/>
                </a:lnTo>
                <a:lnTo>
                  <a:pt x="1590675" y="2686050"/>
                </a:lnTo>
                <a:lnTo>
                  <a:pt x="1581150" y="2686050"/>
                </a:lnTo>
                <a:close/>
                <a:moveTo>
                  <a:pt x="295275" y="2695575"/>
                </a:moveTo>
                <a:lnTo>
                  <a:pt x="304800" y="2695575"/>
                </a:lnTo>
                <a:lnTo>
                  <a:pt x="304800" y="2705100"/>
                </a:lnTo>
                <a:lnTo>
                  <a:pt x="295275" y="2705100"/>
                </a:lnTo>
                <a:close/>
                <a:moveTo>
                  <a:pt x="371475" y="2695575"/>
                </a:moveTo>
                <a:lnTo>
                  <a:pt x="390525" y="2695575"/>
                </a:lnTo>
                <a:lnTo>
                  <a:pt x="390525" y="2705100"/>
                </a:lnTo>
                <a:lnTo>
                  <a:pt x="371475" y="2705100"/>
                </a:lnTo>
                <a:close/>
                <a:moveTo>
                  <a:pt x="619125" y="2695575"/>
                </a:moveTo>
                <a:lnTo>
                  <a:pt x="638175" y="2695575"/>
                </a:lnTo>
                <a:lnTo>
                  <a:pt x="638175" y="2705100"/>
                </a:lnTo>
                <a:lnTo>
                  <a:pt x="695325" y="2705100"/>
                </a:lnTo>
                <a:lnTo>
                  <a:pt x="695325" y="2714625"/>
                </a:lnTo>
                <a:lnTo>
                  <a:pt x="714375" y="2714625"/>
                </a:lnTo>
                <a:lnTo>
                  <a:pt x="714375" y="2695575"/>
                </a:lnTo>
                <a:lnTo>
                  <a:pt x="733425" y="2695575"/>
                </a:lnTo>
                <a:lnTo>
                  <a:pt x="733425" y="2705100"/>
                </a:lnTo>
                <a:lnTo>
                  <a:pt x="723900" y="2705100"/>
                </a:lnTo>
                <a:lnTo>
                  <a:pt x="723900" y="2714625"/>
                </a:lnTo>
                <a:lnTo>
                  <a:pt x="714375" y="2714625"/>
                </a:lnTo>
                <a:lnTo>
                  <a:pt x="714375" y="2724150"/>
                </a:lnTo>
                <a:lnTo>
                  <a:pt x="704850" y="2724150"/>
                </a:lnTo>
                <a:lnTo>
                  <a:pt x="704850" y="2733675"/>
                </a:lnTo>
                <a:lnTo>
                  <a:pt x="752475" y="2733675"/>
                </a:lnTo>
                <a:lnTo>
                  <a:pt x="752475" y="2743200"/>
                </a:lnTo>
                <a:lnTo>
                  <a:pt x="657225" y="2743200"/>
                </a:lnTo>
                <a:lnTo>
                  <a:pt x="657225" y="2733675"/>
                </a:lnTo>
                <a:lnTo>
                  <a:pt x="628650" y="2733675"/>
                </a:lnTo>
                <a:lnTo>
                  <a:pt x="628650" y="2743200"/>
                </a:lnTo>
                <a:lnTo>
                  <a:pt x="600075" y="2743200"/>
                </a:lnTo>
                <a:lnTo>
                  <a:pt x="600075" y="2724150"/>
                </a:lnTo>
                <a:lnTo>
                  <a:pt x="590550" y="2724150"/>
                </a:lnTo>
                <a:lnTo>
                  <a:pt x="590550" y="2714625"/>
                </a:lnTo>
                <a:lnTo>
                  <a:pt x="609600" y="2714625"/>
                </a:lnTo>
                <a:lnTo>
                  <a:pt x="609600" y="2705100"/>
                </a:lnTo>
                <a:lnTo>
                  <a:pt x="619125" y="2705100"/>
                </a:lnTo>
                <a:close/>
                <a:moveTo>
                  <a:pt x="209550" y="2705100"/>
                </a:moveTo>
                <a:lnTo>
                  <a:pt x="257175" y="2705100"/>
                </a:lnTo>
                <a:lnTo>
                  <a:pt x="257175" y="2714625"/>
                </a:lnTo>
                <a:lnTo>
                  <a:pt x="209550" y="2714625"/>
                </a:lnTo>
                <a:close/>
                <a:moveTo>
                  <a:pt x="152400" y="2733675"/>
                </a:moveTo>
                <a:lnTo>
                  <a:pt x="161925" y="2733675"/>
                </a:lnTo>
                <a:lnTo>
                  <a:pt x="161925" y="2752725"/>
                </a:lnTo>
                <a:lnTo>
                  <a:pt x="152400" y="2752725"/>
                </a:lnTo>
                <a:close/>
                <a:moveTo>
                  <a:pt x="666750" y="2733675"/>
                </a:moveTo>
                <a:lnTo>
                  <a:pt x="676275" y="2733675"/>
                </a:lnTo>
                <a:lnTo>
                  <a:pt x="676275" y="2724150"/>
                </a:lnTo>
                <a:lnTo>
                  <a:pt x="666750" y="2724150"/>
                </a:lnTo>
                <a:close/>
                <a:moveTo>
                  <a:pt x="685800" y="2733675"/>
                </a:moveTo>
                <a:lnTo>
                  <a:pt x="695325" y="2733675"/>
                </a:lnTo>
                <a:lnTo>
                  <a:pt x="695325" y="2724150"/>
                </a:lnTo>
                <a:lnTo>
                  <a:pt x="685800" y="2724150"/>
                </a:lnTo>
                <a:close/>
                <a:moveTo>
                  <a:pt x="781050" y="2743200"/>
                </a:moveTo>
                <a:lnTo>
                  <a:pt x="838200" y="2743200"/>
                </a:lnTo>
                <a:lnTo>
                  <a:pt x="838200" y="2752725"/>
                </a:lnTo>
                <a:lnTo>
                  <a:pt x="781050" y="2752725"/>
                </a:lnTo>
                <a:close/>
                <a:moveTo>
                  <a:pt x="1371600" y="2743200"/>
                </a:moveTo>
                <a:lnTo>
                  <a:pt x="1400175" y="2743200"/>
                </a:lnTo>
                <a:lnTo>
                  <a:pt x="1400175" y="2752725"/>
                </a:lnTo>
                <a:lnTo>
                  <a:pt x="1371600" y="2752725"/>
                </a:lnTo>
                <a:close/>
                <a:moveTo>
                  <a:pt x="1409700" y="2743200"/>
                </a:moveTo>
                <a:lnTo>
                  <a:pt x="1438275" y="2743200"/>
                </a:lnTo>
                <a:lnTo>
                  <a:pt x="1438275" y="2752725"/>
                </a:lnTo>
                <a:lnTo>
                  <a:pt x="1419225" y="2752725"/>
                </a:lnTo>
                <a:lnTo>
                  <a:pt x="1419225" y="2762250"/>
                </a:lnTo>
                <a:lnTo>
                  <a:pt x="1428750" y="2762250"/>
                </a:lnTo>
                <a:lnTo>
                  <a:pt x="1428750" y="2771775"/>
                </a:lnTo>
                <a:lnTo>
                  <a:pt x="1400175" y="2771775"/>
                </a:lnTo>
                <a:lnTo>
                  <a:pt x="1400175" y="2762250"/>
                </a:lnTo>
                <a:lnTo>
                  <a:pt x="1409700" y="2762250"/>
                </a:lnTo>
                <a:close/>
                <a:moveTo>
                  <a:pt x="1571625" y="2743200"/>
                </a:moveTo>
                <a:lnTo>
                  <a:pt x="1590675" y="2743200"/>
                </a:lnTo>
                <a:lnTo>
                  <a:pt x="1590675" y="2752725"/>
                </a:lnTo>
                <a:lnTo>
                  <a:pt x="1571625" y="2752725"/>
                </a:lnTo>
                <a:close/>
                <a:moveTo>
                  <a:pt x="180975" y="2771775"/>
                </a:moveTo>
                <a:lnTo>
                  <a:pt x="190500" y="2771775"/>
                </a:lnTo>
                <a:lnTo>
                  <a:pt x="190500" y="2781300"/>
                </a:lnTo>
                <a:lnTo>
                  <a:pt x="180975" y="2781300"/>
                </a:lnTo>
                <a:close/>
                <a:moveTo>
                  <a:pt x="247650" y="2800350"/>
                </a:moveTo>
                <a:lnTo>
                  <a:pt x="257175" y="2800350"/>
                </a:lnTo>
                <a:lnTo>
                  <a:pt x="257175" y="2809875"/>
                </a:lnTo>
                <a:lnTo>
                  <a:pt x="247650" y="2809875"/>
                </a:lnTo>
                <a:close/>
                <a:moveTo>
                  <a:pt x="304800" y="2800350"/>
                </a:moveTo>
                <a:lnTo>
                  <a:pt x="314325" y="2800350"/>
                </a:lnTo>
                <a:lnTo>
                  <a:pt x="314325" y="2809875"/>
                </a:lnTo>
                <a:lnTo>
                  <a:pt x="304800" y="2809875"/>
                </a:lnTo>
                <a:close/>
                <a:moveTo>
                  <a:pt x="190500" y="2809875"/>
                </a:moveTo>
                <a:lnTo>
                  <a:pt x="200025" y="2809875"/>
                </a:lnTo>
                <a:lnTo>
                  <a:pt x="200025" y="2819400"/>
                </a:lnTo>
                <a:lnTo>
                  <a:pt x="190500" y="2819400"/>
                </a:lnTo>
                <a:close/>
                <a:moveTo>
                  <a:pt x="1504950" y="2809875"/>
                </a:moveTo>
                <a:lnTo>
                  <a:pt x="1524000" y="2809875"/>
                </a:lnTo>
                <a:lnTo>
                  <a:pt x="1524000" y="2819400"/>
                </a:lnTo>
                <a:lnTo>
                  <a:pt x="1504950" y="2819400"/>
                </a:lnTo>
                <a:close/>
                <a:moveTo>
                  <a:pt x="304800" y="2819400"/>
                </a:moveTo>
                <a:lnTo>
                  <a:pt x="314325" y="2819400"/>
                </a:lnTo>
                <a:lnTo>
                  <a:pt x="314325" y="2828925"/>
                </a:lnTo>
                <a:lnTo>
                  <a:pt x="304800" y="2828925"/>
                </a:lnTo>
                <a:close/>
                <a:moveTo>
                  <a:pt x="314325" y="2828925"/>
                </a:moveTo>
                <a:lnTo>
                  <a:pt x="323850" y="2828925"/>
                </a:lnTo>
                <a:lnTo>
                  <a:pt x="323850" y="2838450"/>
                </a:lnTo>
                <a:lnTo>
                  <a:pt x="314325" y="2838450"/>
                </a:lnTo>
                <a:close/>
                <a:moveTo>
                  <a:pt x="819150" y="2828925"/>
                </a:moveTo>
                <a:lnTo>
                  <a:pt x="838200" y="2828925"/>
                </a:lnTo>
                <a:lnTo>
                  <a:pt x="838200" y="2838450"/>
                </a:lnTo>
                <a:lnTo>
                  <a:pt x="819150" y="2838450"/>
                </a:lnTo>
                <a:close/>
                <a:moveTo>
                  <a:pt x="1323975" y="2828925"/>
                </a:moveTo>
                <a:lnTo>
                  <a:pt x="1371600" y="2828925"/>
                </a:lnTo>
                <a:lnTo>
                  <a:pt x="1371600" y="2838450"/>
                </a:lnTo>
                <a:lnTo>
                  <a:pt x="1381125" y="2838450"/>
                </a:lnTo>
                <a:lnTo>
                  <a:pt x="1381125" y="2847975"/>
                </a:lnTo>
                <a:lnTo>
                  <a:pt x="1409700" y="2847975"/>
                </a:lnTo>
                <a:lnTo>
                  <a:pt x="1409700" y="2828925"/>
                </a:lnTo>
                <a:lnTo>
                  <a:pt x="1419225" y="2828925"/>
                </a:lnTo>
                <a:lnTo>
                  <a:pt x="1419225" y="2838450"/>
                </a:lnTo>
                <a:lnTo>
                  <a:pt x="1447800" y="2838450"/>
                </a:lnTo>
                <a:lnTo>
                  <a:pt x="1447800" y="2857500"/>
                </a:lnTo>
                <a:lnTo>
                  <a:pt x="1409700" y="2857500"/>
                </a:lnTo>
                <a:lnTo>
                  <a:pt x="1409700" y="2867025"/>
                </a:lnTo>
                <a:lnTo>
                  <a:pt x="1390650" y="2867025"/>
                </a:lnTo>
                <a:lnTo>
                  <a:pt x="1390650" y="2857500"/>
                </a:lnTo>
                <a:lnTo>
                  <a:pt x="1371600" y="2857500"/>
                </a:lnTo>
                <a:lnTo>
                  <a:pt x="1371600" y="2867025"/>
                </a:lnTo>
                <a:lnTo>
                  <a:pt x="1343025" y="2867025"/>
                </a:lnTo>
                <a:lnTo>
                  <a:pt x="1343025" y="2847975"/>
                </a:lnTo>
                <a:lnTo>
                  <a:pt x="1323975" y="2847975"/>
                </a:lnTo>
                <a:lnTo>
                  <a:pt x="1323975" y="2857500"/>
                </a:lnTo>
                <a:lnTo>
                  <a:pt x="1333500" y="2857500"/>
                </a:lnTo>
                <a:lnTo>
                  <a:pt x="1333500" y="2867025"/>
                </a:lnTo>
                <a:lnTo>
                  <a:pt x="1323975" y="2867025"/>
                </a:lnTo>
                <a:lnTo>
                  <a:pt x="1323975" y="2876550"/>
                </a:lnTo>
                <a:lnTo>
                  <a:pt x="1314450" y="2876550"/>
                </a:lnTo>
                <a:lnTo>
                  <a:pt x="1314450" y="2867025"/>
                </a:lnTo>
                <a:lnTo>
                  <a:pt x="1304925" y="2867025"/>
                </a:lnTo>
                <a:lnTo>
                  <a:pt x="1304925" y="2857500"/>
                </a:lnTo>
                <a:lnTo>
                  <a:pt x="1285875" y="2857500"/>
                </a:lnTo>
                <a:lnTo>
                  <a:pt x="1285875" y="2867025"/>
                </a:lnTo>
                <a:lnTo>
                  <a:pt x="1276350" y="2867025"/>
                </a:lnTo>
                <a:lnTo>
                  <a:pt x="1276350" y="2876550"/>
                </a:lnTo>
                <a:lnTo>
                  <a:pt x="1257300" y="2876550"/>
                </a:lnTo>
                <a:lnTo>
                  <a:pt x="1257300" y="2847975"/>
                </a:lnTo>
                <a:lnTo>
                  <a:pt x="1314450" y="2847975"/>
                </a:lnTo>
                <a:lnTo>
                  <a:pt x="1314450" y="2838450"/>
                </a:lnTo>
                <a:lnTo>
                  <a:pt x="1323975" y="2838450"/>
                </a:lnTo>
                <a:close/>
                <a:moveTo>
                  <a:pt x="1504950" y="2828925"/>
                </a:moveTo>
                <a:lnTo>
                  <a:pt x="1533525" y="2828925"/>
                </a:lnTo>
                <a:lnTo>
                  <a:pt x="1533525" y="2838450"/>
                </a:lnTo>
                <a:lnTo>
                  <a:pt x="1543050" y="2838450"/>
                </a:lnTo>
                <a:lnTo>
                  <a:pt x="1543050" y="2847975"/>
                </a:lnTo>
                <a:lnTo>
                  <a:pt x="1514475" y="2847975"/>
                </a:lnTo>
                <a:lnTo>
                  <a:pt x="1514475" y="2838450"/>
                </a:lnTo>
                <a:lnTo>
                  <a:pt x="1504950" y="2838450"/>
                </a:lnTo>
                <a:close/>
                <a:moveTo>
                  <a:pt x="1552575" y="2838450"/>
                </a:moveTo>
                <a:lnTo>
                  <a:pt x="1562100" y="2838450"/>
                </a:lnTo>
                <a:lnTo>
                  <a:pt x="1562100" y="2847975"/>
                </a:lnTo>
                <a:lnTo>
                  <a:pt x="1552575" y="2847975"/>
                </a:lnTo>
                <a:close/>
                <a:moveTo>
                  <a:pt x="781050" y="2847975"/>
                </a:moveTo>
                <a:lnTo>
                  <a:pt x="790575" y="2847975"/>
                </a:lnTo>
                <a:lnTo>
                  <a:pt x="790575" y="2857500"/>
                </a:lnTo>
                <a:lnTo>
                  <a:pt x="800100" y="2857500"/>
                </a:lnTo>
                <a:lnTo>
                  <a:pt x="800100" y="2867025"/>
                </a:lnTo>
                <a:lnTo>
                  <a:pt x="809625" y="2867025"/>
                </a:lnTo>
                <a:lnTo>
                  <a:pt x="809625" y="2876550"/>
                </a:lnTo>
                <a:lnTo>
                  <a:pt x="790575" y="2876550"/>
                </a:lnTo>
                <a:lnTo>
                  <a:pt x="790575" y="2867025"/>
                </a:lnTo>
                <a:lnTo>
                  <a:pt x="781050" y="2867025"/>
                </a:lnTo>
                <a:close/>
                <a:moveTo>
                  <a:pt x="828675" y="2847975"/>
                </a:moveTo>
                <a:lnTo>
                  <a:pt x="838200" y="2847975"/>
                </a:lnTo>
                <a:lnTo>
                  <a:pt x="838200" y="2857500"/>
                </a:lnTo>
                <a:lnTo>
                  <a:pt x="847725" y="2857500"/>
                </a:lnTo>
                <a:lnTo>
                  <a:pt x="847725" y="2867025"/>
                </a:lnTo>
                <a:lnTo>
                  <a:pt x="838200" y="2867025"/>
                </a:lnTo>
                <a:lnTo>
                  <a:pt x="838200" y="2876550"/>
                </a:lnTo>
                <a:lnTo>
                  <a:pt x="828675" y="2876550"/>
                </a:lnTo>
                <a:lnTo>
                  <a:pt x="828675" y="2867025"/>
                </a:lnTo>
                <a:lnTo>
                  <a:pt x="819150" y="2867025"/>
                </a:lnTo>
                <a:lnTo>
                  <a:pt x="819150" y="2857500"/>
                </a:lnTo>
                <a:lnTo>
                  <a:pt x="828675" y="2857500"/>
                </a:lnTo>
                <a:close/>
                <a:moveTo>
                  <a:pt x="323850" y="2857500"/>
                </a:moveTo>
                <a:lnTo>
                  <a:pt x="333375" y="2857500"/>
                </a:lnTo>
                <a:lnTo>
                  <a:pt x="333375" y="2895600"/>
                </a:lnTo>
                <a:lnTo>
                  <a:pt x="342900" y="2895600"/>
                </a:lnTo>
                <a:lnTo>
                  <a:pt x="342900" y="2933700"/>
                </a:lnTo>
                <a:lnTo>
                  <a:pt x="333375" y="2933700"/>
                </a:lnTo>
                <a:lnTo>
                  <a:pt x="333375" y="2943225"/>
                </a:lnTo>
                <a:lnTo>
                  <a:pt x="323850" y="2943225"/>
                </a:lnTo>
                <a:lnTo>
                  <a:pt x="323850" y="2924175"/>
                </a:lnTo>
                <a:lnTo>
                  <a:pt x="333375" y="2924175"/>
                </a:lnTo>
                <a:lnTo>
                  <a:pt x="333375" y="2914650"/>
                </a:lnTo>
                <a:lnTo>
                  <a:pt x="323850" y="2914650"/>
                </a:lnTo>
                <a:close/>
                <a:moveTo>
                  <a:pt x="1476375" y="2857500"/>
                </a:moveTo>
                <a:lnTo>
                  <a:pt x="1485900" y="2857500"/>
                </a:lnTo>
                <a:lnTo>
                  <a:pt x="1485900" y="2876550"/>
                </a:lnTo>
                <a:lnTo>
                  <a:pt x="1476375" y="2876550"/>
                </a:lnTo>
                <a:close/>
                <a:moveTo>
                  <a:pt x="1552575" y="2857500"/>
                </a:moveTo>
                <a:lnTo>
                  <a:pt x="1590675" y="2857500"/>
                </a:lnTo>
                <a:lnTo>
                  <a:pt x="1590675" y="2867025"/>
                </a:lnTo>
                <a:lnTo>
                  <a:pt x="1552575" y="2867025"/>
                </a:lnTo>
                <a:close/>
                <a:moveTo>
                  <a:pt x="1657350" y="2857500"/>
                </a:moveTo>
                <a:lnTo>
                  <a:pt x="1676400" y="2857500"/>
                </a:lnTo>
                <a:lnTo>
                  <a:pt x="1676400" y="2867025"/>
                </a:lnTo>
                <a:lnTo>
                  <a:pt x="1657350" y="2867025"/>
                </a:lnTo>
                <a:close/>
                <a:moveTo>
                  <a:pt x="1704975" y="2857500"/>
                </a:moveTo>
                <a:lnTo>
                  <a:pt x="1714500" y="2857500"/>
                </a:lnTo>
                <a:lnTo>
                  <a:pt x="1714500" y="2867025"/>
                </a:lnTo>
                <a:lnTo>
                  <a:pt x="1724025" y="2867025"/>
                </a:lnTo>
                <a:lnTo>
                  <a:pt x="1724025" y="2914650"/>
                </a:lnTo>
                <a:lnTo>
                  <a:pt x="1714500" y="2914650"/>
                </a:lnTo>
                <a:lnTo>
                  <a:pt x="1714500" y="2905125"/>
                </a:lnTo>
                <a:lnTo>
                  <a:pt x="1704975" y="2905125"/>
                </a:lnTo>
                <a:lnTo>
                  <a:pt x="1704975" y="2876550"/>
                </a:lnTo>
                <a:lnTo>
                  <a:pt x="1695450" y="2876550"/>
                </a:lnTo>
                <a:lnTo>
                  <a:pt x="1695450" y="2867025"/>
                </a:lnTo>
                <a:lnTo>
                  <a:pt x="1704975" y="2867025"/>
                </a:lnTo>
                <a:close/>
                <a:moveTo>
                  <a:pt x="1590675" y="2867025"/>
                </a:moveTo>
                <a:lnTo>
                  <a:pt x="1609725" y="2867025"/>
                </a:lnTo>
                <a:lnTo>
                  <a:pt x="1609725" y="2876550"/>
                </a:lnTo>
                <a:lnTo>
                  <a:pt x="1590675" y="2876550"/>
                </a:lnTo>
                <a:close/>
                <a:moveTo>
                  <a:pt x="1314450" y="2886075"/>
                </a:moveTo>
                <a:lnTo>
                  <a:pt x="1323975" y="2886075"/>
                </a:lnTo>
                <a:lnTo>
                  <a:pt x="1323975" y="2895600"/>
                </a:lnTo>
                <a:lnTo>
                  <a:pt x="1333500" y="2895600"/>
                </a:lnTo>
                <a:lnTo>
                  <a:pt x="1333500" y="2933700"/>
                </a:lnTo>
                <a:lnTo>
                  <a:pt x="1304925" y="2933700"/>
                </a:lnTo>
                <a:lnTo>
                  <a:pt x="1304925" y="2905125"/>
                </a:lnTo>
                <a:lnTo>
                  <a:pt x="1314450" y="2905125"/>
                </a:lnTo>
                <a:close/>
                <a:moveTo>
                  <a:pt x="1247775" y="2905125"/>
                </a:moveTo>
                <a:lnTo>
                  <a:pt x="1276350" y="2905125"/>
                </a:lnTo>
                <a:lnTo>
                  <a:pt x="1276350" y="2914650"/>
                </a:lnTo>
                <a:lnTo>
                  <a:pt x="1285875" y="2914650"/>
                </a:lnTo>
                <a:lnTo>
                  <a:pt x="1285875" y="2943225"/>
                </a:lnTo>
                <a:lnTo>
                  <a:pt x="1276350" y="2943225"/>
                </a:lnTo>
                <a:lnTo>
                  <a:pt x="1276350" y="2924175"/>
                </a:lnTo>
                <a:lnTo>
                  <a:pt x="1266825" y="2924175"/>
                </a:lnTo>
                <a:lnTo>
                  <a:pt x="1266825" y="2943225"/>
                </a:lnTo>
                <a:lnTo>
                  <a:pt x="1257300" y="2943225"/>
                </a:lnTo>
                <a:lnTo>
                  <a:pt x="1257300" y="2933700"/>
                </a:lnTo>
                <a:lnTo>
                  <a:pt x="1247775" y="2933700"/>
                </a:lnTo>
                <a:lnTo>
                  <a:pt x="1247775" y="2924175"/>
                </a:lnTo>
                <a:lnTo>
                  <a:pt x="1257300" y="2924175"/>
                </a:lnTo>
                <a:lnTo>
                  <a:pt x="1257300" y="2914650"/>
                </a:lnTo>
                <a:lnTo>
                  <a:pt x="1247775" y="2914650"/>
                </a:lnTo>
                <a:close/>
                <a:moveTo>
                  <a:pt x="1476375" y="2914650"/>
                </a:moveTo>
                <a:lnTo>
                  <a:pt x="1504950" y="2914650"/>
                </a:lnTo>
                <a:lnTo>
                  <a:pt x="1504950" y="2933700"/>
                </a:lnTo>
                <a:lnTo>
                  <a:pt x="1485900" y="2933700"/>
                </a:lnTo>
                <a:lnTo>
                  <a:pt x="1485900" y="2943225"/>
                </a:lnTo>
                <a:lnTo>
                  <a:pt x="1476375" y="2943225"/>
                </a:lnTo>
                <a:close/>
                <a:moveTo>
                  <a:pt x="1524000" y="2914650"/>
                </a:moveTo>
                <a:lnTo>
                  <a:pt x="1581150" y="2914650"/>
                </a:lnTo>
                <a:lnTo>
                  <a:pt x="1581150" y="2924175"/>
                </a:lnTo>
                <a:lnTo>
                  <a:pt x="1609725" y="2924175"/>
                </a:lnTo>
                <a:lnTo>
                  <a:pt x="1609725" y="2914650"/>
                </a:lnTo>
                <a:lnTo>
                  <a:pt x="1628775" y="2914650"/>
                </a:lnTo>
                <a:lnTo>
                  <a:pt x="1628775" y="2924175"/>
                </a:lnTo>
                <a:lnTo>
                  <a:pt x="1609725" y="2924175"/>
                </a:lnTo>
                <a:lnTo>
                  <a:pt x="1609725" y="2943225"/>
                </a:lnTo>
                <a:lnTo>
                  <a:pt x="1590675" y="2943225"/>
                </a:lnTo>
                <a:lnTo>
                  <a:pt x="1590675" y="2933700"/>
                </a:lnTo>
                <a:lnTo>
                  <a:pt x="1571625" y="2933700"/>
                </a:lnTo>
                <a:lnTo>
                  <a:pt x="1571625" y="2943225"/>
                </a:lnTo>
                <a:lnTo>
                  <a:pt x="1524000" y="2943225"/>
                </a:lnTo>
                <a:close/>
                <a:moveTo>
                  <a:pt x="1638300" y="2914650"/>
                </a:moveTo>
                <a:lnTo>
                  <a:pt x="1676400" y="2914650"/>
                </a:lnTo>
                <a:lnTo>
                  <a:pt x="1676400" y="2924175"/>
                </a:lnTo>
                <a:lnTo>
                  <a:pt x="1685925" y="2924175"/>
                </a:lnTo>
                <a:lnTo>
                  <a:pt x="1685925" y="2914650"/>
                </a:lnTo>
                <a:lnTo>
                  <a:pt x="1695450" y="2914650"/>
                </a:lnTo>
                <a:lnTo>
                  <a:pt x="1695450" y="2924175"/>
                </a:lnTo>
                <a:lnTo>
                  <a:pt x="1685925" y="2924175"/>
                </a:lnTo>
                <a:lnTo>
                  <a:pt x="1685925" y="2943225"/>
                </a:lnTo>
                <a:lnTo>
                  <a:pt x="1657350" y="2943225"/>
                </a:lnTo>
                <a:lnTo>
                  <a:pt x="1657350" y="2933700"/>
                </a:lnTo>
                <a:lnTo>
                  <a:pt x="1666875" y="2933700"/>
                </a:lnTo>
                <a:lnTo>
                  <a:pt x="1666875" y="2924175"/>
                </a:lnTo>
                <a:lnTo>
                  <a:pt x="1638300" y="2924175"/>
                </a:lnTo>
                <a:close/>
                <a:moveTo>
                  <a:pt x="1314450" y="2924175"/>
                </a:moveTo>
                <a:lnTo>
                  <a:pt x="1323975" y="2924175"/>
                </a:lnTo>
                <a:lnTo>
                  <a:pt x="1323975" y="2914650"/>
                </a:lnTo>
                <a:lnTo>
                  <a:pt x="1314450" y="2914650"/>
                </a:lnTo>
                <a:close/>
                <a:moveTo>
                  <a:pt x="1352550" y="2933700"/>
                </a:moveTo>
                <a:lnTo>
                  <a:pt x="1381125" y="2933700"/>
                </a:lnTo>
                <a:lnTo>
                  <a:pt x="1381125" y="2943225"/>
                </a:lnTo>
                <a:lnTo>
                  <a:pt x="1352550" y="2943225"/>
                </a:lnTo>
                <a:close/>
                <a:moveTo>
                  <a:pt x="1447800" y="2933700"/>
                </a:moveTo>
                <a:lnTo>
                  <a:pt x="1457325" y="2933700"/>
                </a:lnTo>
                <a:lnTo>
                  <a:pt x="1457325" y="2943225"/>
                </a:lnTo>
                <a:lnTo>
                  <a:pt x="1447800" y="2943225"/>
                </a:lnTo>
                <a:close/>
                <a:moveTo>
                  <a:pt x="133350" y="2943225"/>
                </a:moveTo>
                <a:lnTo>
                  <a:pt x="142875" y="2943225"/>
                </a:lnTo>
                <a:lnTo>
                  <a:pt x="142875" y="2962275"/>
                </a:lnTo>
                <a:lnTo>
                  <a:pt x="152400" y="2962275"/>
                </a:lnTo>
                <a:lnTo>
                  <a:pt x="152400" y="2943225"/>
                </a:lnTo>
                <a:lnTo>
                  <a:pt x="161925" y="2943225"/>
                </a:lnTo>
                <a:lnTo>
                  <a:pt x="161925" y="2971800"/>
                </a:lnTo>
                <a:lnTo>
                  <a:pt x="152400" y="2971800"/>
                </a:lnTo>
                <a:lnTo>
                  <a:pt x="152400" y="3009900"/>
                </a:lnTo>
                <a:lnTo>
                  <a:pt x="133350" y="3009900"/>
                </a:lnTo>
                <a:close/>
                <a:moveTo>
                  <a:pt x="314325" y="2943225"/>
                </a:moveTo>
                <a:lnTo>
                  <a:pt x="323850" y="2943225"/>
                </a:lnTo>
                <a:lnTo>
                  <a:pt x="323850" y="2952750"/>
                </a:lnTo>
                <a:lnTo>
                  <a:pt x="314325" y="2952750"/>
                </a:lnTo>
                <a:close/>
                <a:moveTo>
                  <a:pt x="304800" y="2952750"/>
                </a:moveTo>
                <a:lnTo>
                  <a:pt x="314325" y="2952750"/>
                </a:lnTo>
                <a:lnTo>
                  <a:pt x="314325" y="2962275"/>
                </a:lnTo>
                <a:lnTo>
                  <a:pt x="304800" y="2962275"/>
                </a:lnTo>
                <a:close/>
                <a:moveTo>
                  <a:pt x="571500" y="2952750"/>
                </a:moveTo>
                <a:lnTo>
                  <a:pt x="600075" y="2952750"/>
                </a:lnTo>
                <a:lnTo>
                  <a:pt x="600075" y="2962275"/>
                </a:lnTo>
                <a:lnTo>
                  <a:pt x="628650" y="2962275"/>
                </a:lnTo>
                <a:lnTo>
                  <a:pt x="628650" y="2971800"/>
                </a:lnTo>
                <a:lnTo>
                  <a:pt x="619125" y="2971800"/>
                </a:lnTo>
                <a:lnTo>
                  <a:pt x="619125" y="2981325"/>
                </a:lnTo>
                <a:lnTo>
                  <a:pt x="581025" y="2981325"/>
                </a:lnTo>
                <a:lnTo>
                  <a:pt x="581025" y="2962275"/>
                </a:lnTo>
                <a:lnTo>
                  <a:pt x="571500" y="2962275"/>
                </a:lnTo>
                <a:close/>
                <a:moveTo>
                  <a:pt x="638175" y="2952750"/>
                </a:moveTo>
                <a:lnTo>
                  <a:pt x="657225" y="2952750"/>
                </a:lnTo>
                <a:lnTo>
                  <a:pt x="657225" y="2962275"/>
                </a:lnTo>
                <a:lnTo>
                  <a:pt x="638175" y="2962275"/>
                </a:lnTo>
                <a:close/>
                <a:moveTo>
                  <a:pt x="180975" y="2962275"/>
                </a:moveTo>
                <a:lnTo>
                  <a:pt x="276225" y="2962275"/>
                </a:lnTo>
                <a:lnTo>
                  <a:pt x="276225" y="2990850"/>
                </a:lnTo>
                <a:lnTo>
                  <a:pt x="266700" y="2990850"/>
                </a:lnTo>
                <a:lnTo>
                  <a:pt x="266700" y="2981325"/>
                </a:lnTo>
                <a:lnTo>
                  <a:pt x="257175" y="2981325"/>
                </a:lnTo>
                <a:lnTo>
                  <a:pt x="257175" y="2971800"/>
                </a:lnTo>
                <a:lnTo>
                  <a:pt x="247650" y="2971800"/>
                </a:lnTo>
                <a:lnTo>
                  <a:pt x="247650" y="2981325"/>
                </a:lnTo>
                <a:lnTo>
                  <a:pt x="257175" y="2981325"/>
                </a:lnTo>
                <a:lnTo>
                  <a:pt x="257175" y="2990850"/>
                </a:lnTo>
                <a:lnTo>
                  <a:pt x="238125" y="2990850"/>
                </a:lnTo>
                <a:lnTo>
                  <a:pt x="238125" y="3000375"/>
                </a:lnTo>
                <a:lnTo>
                  <a:pt x="228600" y="3000375"/>
                </a:lnTo>
                <a:lnTo>
                  <a:pt x="228600" y="2981325"/>
                </a:lnTo>
                <a:lnTo>
                  <a:pt x="219075" y="2981325"/>
                </a:lnTo>
                <a:lnTo>
                  <a:pt x="219075" y="3000375"/>
                </a:lnTo>
                <a:lnTo>
                  <a:pt x="190500" y="3000375"/>
                </a:lnTo>
                <a:lnTo>
                  <a:pt x="190500" y="2981325"/>
                </a:lnTo>
                <a:lnTo>
                  <a:pt x="180975" y="2981325"/>
                </a:lnTo>
                <a:close/>
                <a:moveTo>
                  <a:pt x="257175" y="2990850"/>
                </a:moveTo>
                <a:lnTo>
                  <a:pt x="266700" y="2990850"/>
                </a:lnTo>
                <a:lnTo>
                  <a:pt x="266700" y="3000375"/>
                </a:lnTo>
                <a:lnTo>
                  <a:pt x="257175" y="3000375"/>
                </a:lnTo>
                <a:close/>
                <a:moveTo>
                  <a:pt x="238125" y="3000375"/>
                </a:moveTo>
                <a:lnTo>
                  <a:pt x="257175" y="3000375"/>
                </a:lnTo>
                <a:lnTo>
                  <a:pt x="257175" y="3009900"/>
                </a:lnTo>
                <a:lnTo>
                  <a:pt x="238125" y="3009900"/>
                </a:lnTo>
                <a:close/>
                <a:moveTo>
                  <a:pt x="390525" y="3028950"/>
                </a:moveTo>
                <a:lnTo>
                  <a:pt x="457200" y="3028950"/>
                </a:lnTo>
                <a:lnTo>
                  <a:pt x="457200" y="3038475"/>
                </a:lnTo>
                <a:lnTo>
                  <a:pt x="428625" y="3038475"/>
                </a:lnTo>
                <a:lnTo>
                  <a:pt x="428625" y="3048000"/>
                </a:lnTo>
                <a:lnTo>
                  <a:pt x="419100" y="3048000"/>
                </a:lnTo>
                <a:lnTo>
                  <a:pt x="419100" y="3057525"/>
                </a:lnTo>
                <a:lnTo>
                  <a:pt x="400050" y="3057525"/>
                </a:lnTo>
                <a:lnTo>
                  <a:pt x="400050" y="3048000"/>
                </a:lnTo>
                <a:lnTo>
                  <a:pt x="390525" y="3048000"/>
                </a:lnTo>
                <a:close/>
                <a:moveTo>
                  <a:pt x="1171575" y="3028950"/>
                </a:moveTo>
                <a:lnTo>
                  <a:pt x="1181100" y="3028950"/>
                </a:lnTo>
                <a:lnTo>
                  <a:pt x="1181100" y="3038475"/>
                </a:lnTo>
                <a:lnTo>
                  <a:pt x="1171575" y="3038475"/>
                </a:lnTo>
                <a:close/>
                <a:moveTo>
                  <a:pt x="1676400" y="3028950"/>
                </a:moveTo>
                <a:lnTo>
                  <a:pt x="1685925" y="3028950"/>
                </a:lnTo>
                <a:lnTo>
                  <a:pt x="1685925" y="3038475"/>
                </a:lnTo>
                <a:lnTo>
                  <a:pt x="1676400" y="3038475"/>
                </a:lnTo>
                <a:close/>
                <a:moveTo>
                  <a:pt x="1695450" y="3048000"/>
                </a:moveTo>
                <a:lnTo>
                  <a:pt x="1704975" y="3048000"/>
                </a:lnTo>
                <a:lnTo>
                  <a:pt x="1704975" y="3057525"/>
                </a:lnTo>
                <a:lnTo>
                  <a:pt x="1695450" y="3057525"/>
                </a:lnTo>
                <a:close/>
                <a:moveTo>
                  <a:pt x="152400" y="3057525"/>
                </a:moveTo>
                <a:lnTo>
                  <a:pt x="161925" y="3057525"/>
                </a:lnTo>
                <a:lnTo>
                  <a:pt x="161925" y="3067050"/>
                </a:lnTo>
                <a:lnTo>
                  <a:pt x="152400" y="3067050"/>
                </a:lnTo>
                <a:close/>
                <a:moveTo>
                  <a:pt x="1638300" y="3057525"/>
                </a:moveTo>
                <a:lnTo>
                  <a:pt x="1666875" y="3057525"/>
                </a:lnTo>
                <a:lnTo>
                  <a:pt x="1666875" y="3076575"/>
                </a:lnTo>
                <a:lnTo>
                  <a:pt x="1638300" y="3076575"/>
                </a:lnTo>
                <a:close/>
                <a:moveTo>
                  <a:pt x="676275" y="3076575"/>
                </a:moveTo>
                <a:lnTo>
                  <a:pt x="685800" y="3076575"/>
                </a:lnTo>
                <a:lnTo>
                  <a:pt x="685800" y="3086100"/>
                </a:lnTo>
                <a:lnTo>
                  <a:pt x="676275" y="3086100"/>
                </a:lnTo>
                <a:close/>
                <a:moveTo>
                  <a:pt x="695325" y="3076575"/>
                </a:moveTo>
                <a:lnTo>
                  <a:pt x="704850" y="3076575"/>
                </a:lnTo>
                <a:lnTo>
                  <a:pt x="704850" y="3086100"/>
                </a:lnTo>
                <a:lnTo>
                  <a:pt x="695325" y="3086100"/>
                </a:lnTo>
                <a:close/>
                <a:moveTo>
                  <a:pt x="762000" y="3076575"/>
                </a:moveTo>
                <a:lnTo>
                  <a:pt x="800100" y="3076575"/>
                </a:lnTo>
                <a:lnTo>
                  <a:pt x="800100" y="3086100"/>
                </a:lnTo>
                <a:lnTo>
                  <a:pt x="762000" y="3086100"/>
                </a:lnTo>
                <a:close/>
                <a:moveTo>
                  <a:pt x="1209675" y="3086100"/>
                </a:moveTo>
                <a:lnTo>
                  <a:pt x="1228725" y="3086100"/>
                </a:lnTo>
                <a:lnTo>
                  <a:pt x="1228725" y="3105150"/>
                </a:lnTo>
                <a:lnTo>
                  <a:pt x="1219200" y="3105150"/>
                </a:lnTo>
                <a:lnTo>
                  <a:pt x="1219200" y="3095625"/>
                </a:lnTo>
                <a:lnTo>
                  <a:pt x="1209675" y="3095625"/>
                </a:lnTo>
                <a:close/>
                <a:moveTo>
                  <a:pt x="1714500" y="3086100"/>
                </a:moveTo>
                <a:lnTo>
                  <a:pt x="1724025" y="3086100"/>
                </a:lnTo>
                <a:lnTo>
                  <a:pt x="1724025" y="3105150"/>
                </a:lnTo>
                <a:lnTo>
                  <a:pt x="1714500" y="3105150"/>
                </a:lnTo>
                <a:close/>
                <a:moveTo>
                  <a:pt x="838200" y="3114675"/>
                </a:moveTo>
                <a:lnTo>
                  <a:pt x="847725" y="3114675"/>
                </a:lnTo>
                <a:lnTo>
                  <a:pt x="847725" y="3133725"/>
                </a:lnTo>
                <a:lnTo>
                  <a:pt x="838200" y="3133725"/>
                </a:lnTo>
                <a:close/>
                <a:moveTo>
                  <a:pt x="342900" y="3162300"/>
                </a:moveTo>
                <a:lnTo>
                  <a:pt x="361950" y="3162300"/>
                </a:lnTo>
                <a:lnTo>
                  <a:pt x="361950" y="3171825"/>
                </a:lnTo>
                <a:lnTo>
                  <a:pt x="342900" y="3171825"/>
                </a:lnTo>
                <a:close/>
                <a:moveTo>
                  <a:pt x="333375" y="3171825"/>
                </a:moveTo>
                <a:lnTo>
                  <a:pt x="342900" y="3171825"/>
                </a:lnTo>
                <a:lnTo>
                  <a:pt x="342900" y="3181350"/>
                </a:lnTo>
                <a:lnTo>
                  <a:pt x="333375" y="3181350"/>
                </a:lnTo>
                <a:close/>
                <a:moveTo>
                  <a:pt x="152400" y="3181350"/>
                </a:moveTo>
                <a:lnTo>
                  <a:pt x="161925" y="3181350"/>
                </a:lnTo>
                <a:lnTo>
                  <a:pt x="161925" y="3200400"/>
                </a:lnTo>
                <a:lnTo>
                  <a:pt x="152400" y="3200400"/>
                </a:lnTo>
                <a:close/>
                <a:moveTo>
                  <a:pt x="133350" y="3209925"/>
                </a:moveTo>
                <a:lnTo>
                  <a:pt x="142875" y="3209925"/>
                </a:lnTo>
                <a:lnTo>
                  <a:pt x="142875" y="3219450"/>
                </a:lnTo>
                <a:lnTo>
                  <a:pt x="152400" y="3219450"/>
                </a:lnTo>
                <a:lnTo>
                  <a:pt x="152400" y="3209925"/>
                </a:lnTo>
                <a:lnTo>
                  <a:pt x="161925" y="3209925"/>
                </a:lnTo>
                <a:lnTo>
                  <a:pt x="161925" y="3257550"/>
                </a:lnTo>
                <a:lnTo>
                  <a:pt x="152400" y="3257550"/>
                </a:lnTo>
                <a:lnTo>
                  <a:pt x="152400" y="3267075"/>
                </a:lnTo>
                <a:lnTo>
                  <a:pt x="133350" y="3267075"/>
                </a:lnTo>
                <a:close/>
                <a:moveTo>
                  <a:pt x="180975" y="3257550"/>
                </a:moveTo>
                <a:lnTo>
                  <a:pt x="190500" y="3257550"/>
                </a:lnTo>
                <a:lnTo>
                  <a:pt x="190500" y="3267075"/>
                </a:lnTo>
                <a:lnTo>
                  <a:pt x="180975" y="3267075"/>
                </a:lnTo>
                <a:close/>
                <a:moveTo>
                  <a:pt x="476250" y="3257550"/>
                </a:moveTo>
                <a:lnTo>
                  <a:pt x="495300" y="3257550"/>
                </a:lnTo>
                <a:lnTo>
                  <a:pt x="495300" y="3267075"/>
                </a:lnTo>
                <a:lnTo>
                  <a:pt x="476250" y="3267075"/>
                </a:lnTo>
                <a:close/>
                <a:moveTo>
                  <a:pt x="1085850" y="3257550"/>
                </a:moveTo>
                <a:lnTo>
                  <a:pt x="1104900" y="3257550"/>
                </a:lnTo>
                <a:lnTo>
                  <a:pt x="1104900" y="3267075"/>
                </a:lnTo>
                <a:lnTo>
                  <a:pt x="1085850" y="3267075"/>
                </a:lnTo>
                <a:close/>
                <a:moveTo>
                  <a:pt x="190500" y="3267075"/>
                </a:moveTo>
                <a:lnTo>
                  <a:pt x="219075" y="3267075"/>
                </a:lnTo>
                <a:lnTo>
                  <a:pt x="219075" y="3276600"/>
                </a:lnTo>
                <a:lnTo>
                  <a:pt x="209550" y="3276600"/>
                </a:lnTo>
                <a:lnTo>
                  <a:pt x="209550" y="3286125"/>
                </a:lnTo>
                <a:lnTo>
                  <a:pt x="228600" y="3286125"/>
                </a:lnTo>
                <a:lnTo>
                  <a:pt x="228600" y="3295650"/>
                </a:lnTo>
                <a:lnTo>
                  <a:pt x="180975" y="3295650"/>
                </a:lnTo>
                <a:lnTo>
                  <a:pt x="180975" y="3286125"/>
                </a:lnTo>
                <a:lnTo>
                  <a:pt x="190500" y="3286125"/>
                </a:lnTo>
                <a:close/>
                <a:moveTo>
                  <a:pt x="323850" y="3267075"/>
                </a:moveTo>
                <a:lnTo>
                  <a:pt x="333375" y="3267075"/>
                </a:lnTo>
                <a:lnTo>
                  <a:pt x="333375" y="3276600"/>
                </a:lnTo>
                <a:lnTo>
                  <a:pt x="323850" y="3276600"/>
                </a:lnTo>
                <a:close/>
                <a:moveTo>
                  <a:pt x="847725" y="3267075"/>
                </a:moveTo>
                <a:lnTo>
                  <a:pt x="866775" y="3267075"/>
                </a:lnTo>
                <a:lnTo>
                  <a:pt x="866775" y="3276600"/>
                </a:lnTo>
                <a:lnTo>
                  <a:pt x="847725" y="3276600"/>
                </a:lnTo>
                <a:close/>
                <a:moveTo>
                  <a:pt x="1171575" y="3267075"/>
                </a:moveTo>
                <a:lnTo>
                  <a:pt x="1181100" y="3267075"/>
                </a:lnTo>
                <a:lnTo>
                  <a:pt x="1181100" y="3276600"/>
                </a:lnTo>
                <a:lnTo>
                  <a:pt x="1171575" y="3276600"/>
                </a:lnTo>
                <a:close/>
                <a:moveTo>
                  <a:pt x="685800" y="3286125"/>
                </a:moveTo>
                <a:lnTo>
                  <a:pt x="704850" y="3286125"/>
                </a:lnTo>
                <a:lnTo>
                  <a:pt x="704850" y="3295650"/>
                </a:lnTo>
                <a:lnTo>
                  <a:pt x="685800" y="3295650"/>
                </a:lnTo>
                <a:close/>
                <a:moveTo>
                  <a:pt x="847725" y="3286125"/>
                </a:moveTo>
                <a:lnTo>
                  <a:pt x="866775" y="3286125"/>
                </a:lnTo>
                <a:lnTo>
                  <a:pt x="866775" y="3295650"/>
                </a:lnTo>
                <a:lnTo>
                  <a:pt x="847725" y="3295650"/>
                </a:lnTo>
                <a:close/>
                <a:moveTo>
                  <a:pt x="1266825" y="3286125"/>
                </a:moveTo>
                <a:lnTo>
                  <a:pt x="1295400" y="3286125"/>
                </a:lnTo>
                <a:lnTo>
                  <a:pt x="1295400" y="3295650"/>
                </a:lnTo>
                <a:lnTo>
                  <a:pt x="1266825" y="3295650"/>
                </a:lnTo>
                <a:close/>
                <a:moveTo>
                  <a:pt x="161925" y="3295650"/>
                </a:moveTo>
                <a:lnTo>
                  <a:pt x="171450" y="3295650"/>
                </a:lnTo>
                <a:lnTo>
                  <a:pt x="171450" y="3305175"/>
                </a:lnTo>
                <a:lnTo>
                  <a:pt x="161925" y="3305175"/>
                </a:lnTo>
                <a:close/>
                <a:moveTo>
                  <a:pt x="238125" y="3295650"/>
                </a:moveTo>
                <a:lnTo>
                  <a:pt x="247650" y="3295650"/>
                </a:lnTo>
                <a:lnTo>
                  <a:pt x="247650" y="3305175"/>
                </a:lnTo>
                <a:lnTo>
                  <a:pt x="238125" y="3305175"/>
                </a:lnTo>
                <a:close/>
                <a:moveTo>
                  <a:pt x="1400175" y="3295650"/>
                </a:moveTo>
                <a:lnTo>
                  <a:pt x="1409700" y="3295650"/>
                </a:lnTo>
                <a:lnTo>
                  <a:pt x="1409700" y="3305175"/>
                </a:lnTo>
                <a:lnTo>
                  <a:pt x="1400175" y="3305175"/>
                </a:lnTo>
                <a:close/>
                <a:moveTo>
                  <a:pt x="981075" y="3343275"/>
                </a:moveTo>
                <a:lnTo>
                  <a:pt x="1000125" y="3343275"/>
                </a:lnTo>
                <a:lnTo>
                  <a:pt x="1000125" y="3352800"/>
                </a:lnTo>
                <a:lnTo>
                  <a:pt x="1009650" y="3352800"/>
                </a:lnTo>
                <a:lnTo>
                  <a:pt x="1009650" y="3362325"/>
                </a:lnTo>
                <a:lnTo>
                  <a:pt x="981075" y="3362325"/>
                </a:lnTo>
                <a:close/>
                <a:moveTo>
                  <a:pt x="342900" y="3400425"/>
                </a:moveTo>
                <a:lnTo>
                  <a:pt x="352425" y="3400425"/>
                </a:lnTo>
                <a:lnTo>
                  <a:pt x="352425" y="3438525"/>
                </a:lnTo>
                <a:lnTo>
                  <a:pt x="342900" y="3438525"/>
                </a:lnTo>
                <a:lnTo>
                  <a:pt x="342900" y="3448050"/>
                </a:lnTo>
                <a:lnTo>
                  <a:pt x="323850" y="3448050"/>
                </a:lnTo>
                <a:lnTo>
                  <a:pt x="323850" y="3438525"/>
                </a:lnTo>
                <a:lnTo>
                  <a:pt x="333375" y="3438525"/>
                </a:lnTo>
                <a:lnTo>
                  <a:pt x="333375" y="3419475"/>
                </a:lnTo>
                <a:lnTo>
                  <a:pt x="342900" y="3419475"/>
                </a:lnTo>
                <a:close/>
                <a:moveTo>
                  <a:pt x="219075" y="3409950"/>
                </a:moveTo>
                <a:lnTo>
                  <a:pt x="228600" y="3409950"/>
                </a:lnTo>
                <a:lnTo>
                  <a:pt x="228600" y="3419475"/>
                </a:lnTo>
                <a:lnTo>
                  <a:pt x="219075" y="3419475"/>
                </a:lnTo>
                <a:close/>
                <a:moveTo>
                  <a:pt x="1162050" y="3409950"/>
                </a:moveTo>
                <a:lnTo>
                  <a:pt x="1171575" y="3409950"/>
                </a:lnTo>
                <a:lnTo>
                  <a:pt x="1171575" y="3419475"/>
                </a:lnTo>
                <a:lnTo>
                  <a:pt x="1162050" y="3419475"/>
                </a:lnTo>
                <a:close/>
                <a:moveTo>
                  <a:pt x="209550" y="3419475"/>
                </a:moveTo>
                <a:lnTo>
                  <a:pt x="219075" y="3419475"/>
                </a:lnTo>
                <a:lnTo>
                  <a:pt x="219075" y="3429000"/>
                </a:lnTo>
                <a:lnTo>
                  <a:pt x="209550" y="3429000"/>
                </a:lnTo>
                <a:close/>
                <a:moveTo>
                  <a:pt x="219075" y="3429000"/>
                </a:moveTo>
                <a:lnTo>
                  <a:pt x="228600" y="3429000"/>
                </a:lnTo>
                <a:lnTo>
                  <a:pt x="228600" y="3438525"/>
                </a:lnTo>
                <a:lnTo>
                  <a:pt x="219075" y="3438525"/>
                </a:lnTo>
                <a:close/>
                <a:moveTo>
                  <a:pt x="1047750" y="3429000"/>
                </a:moveTo>
                <a:lnTo>
                  <a:pt x="1085850" y="3429000"/>
                </a:lnTo>
                <a:lnTo>
                  <a:pt x="1085850" y="3438525"/>
                </a:lnTo>
                <a:lnTo>
                  <a:pt x="1095375" y="3438525"/>
                </a:lnTo>
                <a:lnTo>
                  <a:pt x="1095375" y="3448050"/>
                </a:lnTo>
                <a:lnTo>
                  <a:pt x="1104900" y="3448050"/>
                </a:lnTo>
                <a:lnTo>
                  <a:pt x="1104900" y="3457575"/>
                </a:lnTo>
                <a:lnTo>
                  <a:pt x="1085850" y="3457575"/>
                </a:lnTo>
                <a:lnTo>
                  <a:pt x="1085850" y="3467100"/>
                </a:lnTo>
                <a:lnTo>
                  <a:pt x="1123950" y="3467100"/>
                </a:lnTo>
                <a:lnTo>
                  <a:pt x="1123950" y="3476625"/>
                </a:lnTo>
                <a:lnTo>
                  <a:pt x="1133475" y="3476625"/>
                </a:lnTo>
                <a:lnTo>
                  <a:pt x="1133475" y="3467100"/>
                </a:lnTo>
                <a:lnTo>
                  <a:pt x="1143000" y="3467100"/>
                </a:lnTo>
                <a:lnTo>
                  <a:pt x="1143000" y="3476625"/>
                </a:lnTo>
                <a:lnTo>
                  <a:pt x="1162050" y="3476625"/>
                </a:lnTo>
                <a:lnTo>
                  <a:pt x="1162050" y="3505200"/>
                </a:lnTo>
                <a:lnTo>
                  <a:pt x="1133475" y="3505200"/>
                </a:lnTo>
                <a:lnTo>
                  <a:pt x="1133475" y="3495675"/>
                </a:lnTo>
                <a:lnTo>
                  <a:pt x="1104900" y="3495675"/>
                </a:lnTo>
                <a:lnTo>
                  <a:pt x="1104900" y="3505200"/>
                </a:lnTo>
                <a:lnTo>
                  <a:pt x="1085850" y="3505200"/>
                </a:lnTo>
                <a:lnTo>
                  <a:pt x="1085850" y="3514725"/>
                </a:lnTo>
                <a:lnTo>
                  <a:pt x="1076325" y="3514725"/>
                </a:lnTo>
                <a:lnTo>
                  <a:pt x="1076325" y="3505200"/>
                </a:lnTo>
                <a:lnTo>
                  <a:pt x="1066800" y="3505200"/>
                </a:lnTo>
                <a:lnTo>
                  <a:pt x="1066800" y="3495675"/>
                </a:lnTo>
                <a:lnTo>
                  <a:pt x="1057275" y="3495675"/>
                </a:lnTo>
                <a:lnTo>
                  <a:pt x="1057275" y="3486150"/>
                </a:lnTo>
                <a:lnTo>
                  <a:pt x="1047750" y="3486150"/>
                </a:lnTo>
                <a:lnTo>
                  <a:pt x="1047750" y="3457575"/>
                </a:lnTo>
                <a:lnTo>
                  <a:pt x="1038225" y="3457575"/>
                </a:lnTo>
                <a:lnTo>
                  <a:pt x="1038225" y="3448050"/>
                </a:lnTo>
                <a:lnTo>
                  <a:pt x="990600" y="3448050"/>
                </a:lnTo>
                <a:lnTo>
                  <a:pt x="990600" y="3438525"/>
                </a:lnTo>
                <a:lnTo>
                  <a:pt x="1047750" y="3438525"/>
                </a:lnTo>
                <a:close/>
                <a:moveTo>
                  <a:pt x="1123950" y="3429000"/>
                </a:moveTo>
                <a:lnTo>
                  <a:pt x="1143000" y="3429000"/>
                </a:lnTo>
                <a:lnTo>
                  <a:pt x="1143000" y="3438525"/>
                </a:lnTo>
                <a:lnTo>
                  <a:pt x="1162050" y="3438525"/>
                </a:lnTo>
                <a:lnTo>
                  <a:pt x="1162050" y="3448050"/>
                </a:lnTo>
                <a:lnTo>
                  <a:pt x="1152525" y="3448050"/>
                </a:lnTo>
                <a:lnTo>
                  <a:pt x="1152525" y="3457575"/>
                </a:lnTo>
                <a:lnTo>
                  <a:pt x="1133475" y="3457575"/>
                </a:lnTo>
                <a:lnTo>
                  <a:pt x="1133475" y="3448050"/>
                </a:lnTo>
                <a:lnTo>
                  <a:pt x="1114425" y="3448050"/>
                </a:lnTo>
                <a:lnTo>
                  <a:pt x="1114425" y="3438525"/>
                </a:lnTo>
                <a:lnTo>
                  <a:pt x="1123950" y="3438525"/>
                </a:lnTo>
                <a:close/>
                <a:moveTo>
                  <a:pt x="180975" y="3438525"/>
                </a:moveTo>
                <a:lnTo>
                  <a:pt x="209550" y="3438525"/>
                </a:lnTo>
                <a:lnTo>
                  <a:pt x="209550" y="3448050"/>
                </a:lnTo>
                <a:lnTo>
                  <a:pt x="219075" y="3448050"/>
                </a:lnTo>
                <a:lnTo>
                  <a:pt x="219075" y="3457575"/>
                </a:lnTo>
                <a:lnTo>
                  <a:pt x="209550" y="3457575"/>
                </a:lnTo>
                <a:lnTo>
                  <a:pt x="209550" y="3486150"/>
                </a:lnTo>
                <a:lnTo>
                  <a:pt x="266700" y="3486150"/>
                </a:lnTo>
                <a:lnTo>
                  <a:pt x="266700" y="3495675"/>
                </a:lnTo>
                <a:lnTo>
                  <a:pt x="219075" y="3495675"/>
                </a:lnTo>
                <a:lnTo>
                  <a:pt x="219075" y="3505200"/>
                </a:lnTo>
                <a:lnTo>
                  <a:pt x="209550" y="3505200"/>
                </a:lnTo>
                <a:lnTo>
                  <a:pt x="209550" y="3514725"/>
                </a:lnTo>
                <a:lnTo>
                  <a:pt x="200025" y="3514725"/>
                </a:lnTo>
                <a:lnTo>
                  <a:pt x="200025" y="3533775"/>
                </a:lnTo>
                <a:lnTo>
                  <a:pt x="190500" y="3533775"/>
                </a:lnTo>
                <a:lnTo>
                  <a:pt x="190500" y="3543300"/>
                </a:lnTo>
                <a:lnTo>
                  <a:pt x="171450" y="3543300"/>
                </a:lnTo>
                <a:lnTo>
                  <a:pt x="171450" y="3533775"/>
                </a:lnTo>
                <a:lnTo>
                  <a:pt x="161925" y="3533775"/>
                </a:lnTo>
                <a:lnTo>
                  <a:pt x="161925" y="3514725"/>
                </a:lnTo>
                <a:lnTo>
                  <a:pt x="171450" y="3514725"/>
                </a:lnTo>
                <a:lnTo>
                  <a:pt x="171450" y="3524250"/>
                </a:lnTo>
                <a:lnTo>
                  <a:pt x="190500" y="3524250"/>
                </a:lnTo>
                <a:lnTo>
                  <a:pt x="190500" y="3486150"/>
                </a:lnTo>
                <a:lnTo>
                  <a:pt x="180975" y="3486150"/>
                </a:lnTo>
                <a:lnTo>
                  <a:pt x="180975" y="3476625"/>
                </a:lnTo>
                <a:lnTo>
                  <a:pt x="171450" y="3476625"/>
                </a:lnTo>
                <a:lnTo>
                  <a:pt x="171450" y="3467100"/>
                </a:lnTo>
                <a:lnTo>
                  <a:pt x="161925" y="3467100"/>
                </a:lnTo>
                <a:lnTo>
                  <a:pt x="161925" y="3448050"/>
                </a:lnTo>
                <a:lnTo>
                  <a:pt x="180975" y="3448050"/>
                </a:lnTo>
                <a:close/>
                <a:moveTo>
                  <a:pt x="695325" y="3438525"/>
                </a:moveTo>
                <a:lnTo>
                  <a:pt x="704850" y="3438525"/>
                </a:lnTo>
                <a:lnTo>
                  <a:pt x="704850" y="3448050"/>
                </a:lnTo>
                <a:lnTo>
                  <a:pt x="695325" y="3448050"/>
                </a:lnTo>
                <a:close/>
                <a:moveTo>
                  <a:pt x="676275" y="3448050"/>
                </a:moveTo>
                <a:lnTo>
                  <a:pt x="695325" y="3448050"/>
                </a:lnTo>
                <a:lnTo>
                  <a:pt x="695325" y="3467100"/>
                </a:lnTo>
                <a:lnTo>
                  <a:pt x="685800" y="3467100"/>
                </a:lnTo>
                <a:lnTo>
                  <a:pt x="685800" y="3457575"/>
                </a:lnTo>
                <a:lnTo>
                  <a:pt x="676275" y="3457575"/>
                </a:lnTo>
                <a:close/>
                <a:moveTo>
                  <a:pt x="190500" y="3467100"/>
                </a:moveTo>
                <a:lnTo>
                  <a:pt x="200025" y="3467100"/>
                </a:lnTo>
                <a:lnTo>
                  <a:pt x="200025" y="3457575"/>
                </a:lnTo>
                <a:lnTo>
                  <a:pt x="190500" y="3457575"/>
                </a:lnTo>
                <a:close/>
                <a:moveTo>
                  <a:pt x="190500" y="3486150"/>
                </a:moveTo>
                <a:lnTo>
                  <a:pt x="200025" y="3486150"/>
                </a:lnTo>
                <a:lnTo>
                  <a:pt x="200025" y="3476625"/>
                </a:lnTo>
                <a:lnTo>
                  <a:pt x="190500" y="3476625"/>
                </a:lnTo>
                <a:close/>
                <a:moveTo>
                  <a:pt x="657225" y="3486150"/>
                </a:moveTo>
                <a:lnTo>
                  <a:pt x="676275" y="3486150"/>
                </a:lnTo>
                <a:lnTo>
                  <a:pt x="676275" y="3495675"/>
                </a:lnTo>
                <a:lnTo>
                  <a:pt x="685800" y="3495675"/>
                </a:lnTo>
                <a:lnTo>
                  <a:pt x="685800" y="3505200"/>
                </a:lnTo>
                <a:lnTo>
                  <a:pt x="695325" y="3505200"/>
                </a:lnTo>
                <a:lnTo>
                  <a:pt x="695325" y="3514725"/>
                </a:lnTo>
                <a:lnTo>
                  <a:pt x="657225" y="3514725"/>
                </a:lnTo>
                <a:lnTo>
                  <a:pt x="657225" y="3505200"/>
                </a:lnTo>
                <a:lnTo>
                  <a:pt x="666750" y="3505200"/>
                </a:lnTo>
                <a:lnTo>
                  <a:pt x="666750" y="3495675"/>
                </a:lnTo>
                <a:lnTo>
                  <a:pt x="657225" y="3495675"/>
                </a:lnTo>
                <a:close/>
                <a:moveTo>
                  <a:pt x="1190625" y="3486150"/>
                </a:moveTo>
                <a:lnTo>
                  <a:pt x="1200150" y="3486150"/>
                </a:lnTo>
                <a:lnTo>
                  <a:pt x="1200150" y="3495675"/>
                </a:lnTo>
                <a:lnTo>
                  <a:pt x="1190625" y="3495675"/>
                </a:lnTo>
                <a:close/>
                <a:moveTo>
                  <a:pt x="581025" y="3495675"/>
                </a:moveTo>
                <a:lnTo>
                  <a:pt x="590550" y="3495675"/>
                </a:lnTo>
                <a:lnTo>
                  <a:pt x="590550" y="3505200"/>
                </a:lnTo>
                <a:lnTo>
                  <a:pt x="581025" y="3505200"/>
                </a:lnTo>
                <a:close/>
                <a:moveTo>
                  <a:pt x="923925" y="3495675"/>
                </a:moveTo>
                <a:lnTo>
                  <a:pt x="933450" y="3495675"/>
                </a:lnTo>
                <a:lnTo>
                  <a:pt x="933450" y="3514725"/>
                </a:lnTo>
                <a:lnTo>
                  <a:pt x="914400" y="3514725"/>
                </a:lnTo>
                <a:lnTo>
                  <a:pt x="914400" y="3505200"/>
                </a:lnTo>
                <a:lnTo>
                  <a:pt x="923925" y="3505200"/>
                </a:lnTo>
                <a:close/>
                <a:moveTo>
                  <a:pt x="1200150" y="3495675"/>
                </a:moveTo>
                <a:lnTo>
                  <a:pt x="1209675" y="3495675"/>
                </a:lnTo>
                <a:lnTo>
                  <a:pt x="1209675" y="3505200"/>
                </a:lnTo>
                <a:lnTo>
                  <a:pt x="1200150" y="3505200"/>
                </a:lnTo>
                <a:close/>
                <a:moveTo>
                  <a:pt x="590550" y="3505200"/>
                </a:moveTo>
                <a:lnTo>
                  <a:pt x="600075" y="3505200"/>
                </a:lnTo>
                <a:lnTo>
                  <a:pt x="600075" y="3524250"/>
                </a:lnTo>
                <a:lnTo>
                  <a:pt x="590550" y="3524250"/>
                </a:lnTo>
                <a:close/>
                <a:moveTo>
                  <a:pt x="1390650" y="3524250"/>
                </a:moveTo>
                <a:lnTo>
                  <a:pt x="1400175" y="3524250"/>
                </a:lnTo>
                <a:lnTo>
                  <a:pt x="1400175" y="3552825"/>
                </a:lnTo>
                <a:lnTo>
                  <a:pt x="1381125" y="3552825"/>
                </a:lnTo>
                <a:lnTo>
                  <a:pt x="1381125" y="3533775"/>
                </a:lnTo>
                <a:lnTo>
                  <a:pt x="1390650" y="3533775"/>
                </a:lnTo>
                <a:close/>
                <a:moveTo>
                  <a:pt x="676275" y="3533775"/>
                </a:moveTo>
                <a:lnTo>
                  <a:pt x="685800" y="3533775"/>
                </a:lnTo>
                <a:lnTo>
                  <a:pt x="685800" y="3543300"/>
                </a:lnTo>
                <a:lnTo>
                  <a:pt x="676275" y="3543300"/>
                </a:lnTo>
                <a:close/>
                <a:moveTo>
                  <a:pt x="1085850" y="3533775"/>
                </a:moveTo>
                <a:lnTo>
                  <a:pt x="1114425" y="3533775"/>
                </a:lnTo>
                <a:lnTo>
                  <a:pt x="1114425" y="3543300"/>
                </a:lnTo>
                <a:lnTo>
                  <a:pt x="1123950" y="3543300"/>
                </a:lnTo>
                <a:lnTo>
                  <a:pt x="1123950" y="3562350"/>
                </a:lnTo>
                <a:lnTo>
                  <a:pt x="1114425" y="3562350"/>
                </a:lnTo>
                <a:lnTo>
                  <a:pt x="1114425" y="3571875"/>
                </a:lnTo>
                <a:lnTo>
                  <a:pt x="1104900" y="3571875"/>
                </a:lnTo>
                <a:lnTo>
                  <a:pt x="1104900" y="3562350"/>
                </a:lnTo>
                <a:lnTo>
                  <a:pt x="1076325" y="3562350"/>
                </a:lnTo>
                <a:lnTo>
                  <a:pt x="1076325" y="3552825"/>
                </a:lnTo>
                <a:lnTo>
                  <a:pt x="1095375" y="3552825"/>
                </a:lnTo>
                <a:lnTo>
                  <a:pt x="1095375" y="3543300"/>
                </a:lnTo>
                <a:lnTo>
                  <a:pt x="1085850" y="3543300"/>
                </a:lnTo>
                <a:close/>
                <a:moveTo>
                  <a:pt x="1333500" y="3533775"/>
                </a:moveTo>
                <a:lnTo>
                  <a:pt x="1362075" y="3533775"/>
                </a:lnTo>
                <a:lnTo>
                  <a:pt x="1362075" y="3552825"/>
                </a:lnTo>
                <a:lnTo>
                  <a:pt x="1333500" y="3552825"/>
                </a:lnTo>
                <a:close/>
                <a:moveTo>
                  <a:pt x="1047750" y="3543300"/>
                </a:moveTo>
                <a:lnTo>
                  <a:pt x="1066800" y="3543300"/>
                </a:lnTo>
                <a:lnTo>
                  <a:pt x="1066800" y="3552825"/>
                </a:lnTo>
                <a:lnTo>
                  <a:pt x="1057275" y="3552825"/>
                </a:lnTo>
                <a:lnTo>
                  <a:pt x="1057275" y="3562350"/>
                </a:lnTo>
                <a:lnTo>
                  <a:pt x="1047750" y="3562350"/>
                </a:lnTo>
                <a:close/>
                <a:moveTo>
                  <a:pt x="1409700" y="3543300"/>
                </a:moveTo>
                <a:lnTo>
                  <a:pt x="1419225" y="3543300"/>
                </a:lnTo>
                <a:lnTo>
                  <a:pt x="1419225" y="3562350"/>
                </a:lnTo>
                <a:lnTo>
                  <a:pt x="1438275" y="3562350"/>
                </a:lnTo>
                <a:lnTo>
                  <a:pt x="1438275" y="3571875"/>
                </a:lnTo>
                <a:lnTo>
                  <a:pt x="1447800" y="3571875"/>
                </a:lnTo>
                <a:lnTo>
                  <a:pt x="1447800" y="3562350"/>
                </a:lnTo>
                <a:lnTo>
                  <a:pt x="1476375" y="3562350"/>
                </a:lnTo>
                <a:lnTo>
                  <a:pt x="1476375" y="3571875"/>
                </a:lnTo>
                <a:lnTo>
                  <a:pt x="1495425" y="3571875"/>
                </a:lnTo>
                <a:lnTo>
                  <a:pt x="1495425" y="3562350"/>
                </a:lnTo>
                <a:lnTo>
                  <a:pt x="1504950" y="3562350"/>
                </a:lnTo>
                <a:lnTo>
                  <a:pt x="1504950" y="3571875"/>
                </a:lnTo>
                <a:lnTo>
                  <a:pt x="1514475" y="3571875"/>
                </a:lnTo>
                <a:lnTo>
                  <a:pt x="1514475" y="3562350"/>
                </a:lnTo>
                <a:lnTo>
                  <a:pt x="1524000" y="3562350"/>
                </a:lnTo>
                <a:lnTo>
                  <a:pt x="1524000" y="3571875"/>
                </a:lnTo>
                <a:lnTo>
                  <a:pt x="1533525" y="3571875"/>
                </a:lnTo>
                <a:lnTo>
                  <a:pt x="1533525" y="3562350"/>
                </a:lnTo>
                <a:lnTo>
                  <a:pt x="1543050" y="3562350"/>
                </a:lnTo>
                <a:lnTo>
                  <a:pt x="1543050" y="3581400"/>
                </a:lnTo>
                <a:lnTo>
                  <a:pt x="1533525" y="3581400"/>
                </a:lnTo>
                <a:lnTo>
                  <a:pt x="1533525" y="3590925"/>
                </a:lnTo>
                <a:lnTo>
                  <a:pt x="1524000" y="3590925"/>
                </a:lnTo>
                <a:lnTo>
                  <a:pt x="1524000" y="3609975"/>
                </a:lnTo>
                <a:lnTo>
                  <a:pt x="1600200" y="3609975"/>
                </a:lnTo>
                <a:lnTo>
                  <a:pt x="1600200" y="3629025"/>
                </a:lnTo>
                <a:lnTo>
                  <a:pt x="1609725" y="3629025"/>
                </a:lnTo>
                <a:lnTo>
                  <a:pt x="1609725" y="3638550"/>
                </a:lnTo>
                <a:lnTo>
                  <a:pt x="1581150" y="3638550"/>
                </a:lnTo>
                <a:lnTo>
                  <a:pt x="1581150" y="3619500"/>
                </a:lnTo>
                <a:lnTo>
                  <a:pt x="1562100" y="3619500"/>
                </a:lnTo>
                <a:lnTo>
                  <a:pt x="1562100" y="3629025"/>
                </a:lnTo>
                <a:lnTo>
                  <a:pt x="1552575" y="3629025"/>
                </a:lnTo>
                <a:lnTo>
                  <a:pt x="1552575" y="3638550"/>
                </a:lnTo>
                <a:lnTo>
                  <a:pt x="1562100" y="3638550"/>
                </a:lnTo>
                <a:lnTo>
                  <a:pt x="1562100" y="3648075"/>
                </a:lnTo>
                <a:lnTo>
                  <a:pt x="1543050" y="3648075"/>
                </a:lnTo>
                <a:lnTo>
                  <a:pt x="1543050" y="3638550"/>
                </a:lnTo>
                <a:lnTo>
                  <a:pt x="1514475" y="3638550"/>
                </a:lnTo>
                <a:lnTo>
                  <a:pt x="1514475" y="3648075"/>
                </a:lnTo>
                <a:lnTo>
                  <a:pt x="1504950" y="3648075"/>
                </a:lnTo>
                <a:lnTo>
                  <a:pt x="1504950" y="3638550"/>
                </a:lnTo>
                <a:lnTo>
                  <a:pt x="1476375" y="3638550"/>
                </a:lnTo>
                <a:lnTo>
                  <a:pt x="1476375" y="3619500"/>
                </a:lnTo>
                <a:lnTo>
                  <a:pt x="1457325" y="3619500"/>
                </a:lnTo>
                <a:lnTo>
                  <a:pt x="1457325" y="3629025"/>
                </a:lnTo>
                <a:lnTo>
                  <a:pt x="1447800" y="3629025"/>
                </a:lnTo>
                <a:lnTo>
                  <a:pt x="1447800" y="3638550"/>
                </a:lnTo>
                <a:lnTo>
                  <a:pt x="1476375" y="3638550"/>
                </a:lnTo>
                <a:lnTo>
                  <a:pt x="1476375" y="3648075"/>
                </a:lnTo>
                <a:lnTo>
                  <a:pt x="1438275" y="3648075"/>
                </a:lnTo>
                <a:lnTo>
                  <a:pt x="1438275" y="3638550"/>
                </a:lnTo>
                <a:lnTo>
                  <a:pt x="1428750" y="3638550"/>
                </a:lnTo>
                <a:lnTo>
                  <a:pt x="1428750" y="3619500"/>
                </a:lnTo>
                <a:lnTo>
                  <a:pt x="1447800" y="3619500"/>
                </a:lnTo>
                <a:lnTo>
                  <a:pt x="1447800" y="3609975"/>
                </a:lnTo>
                <a:lnTo>
                  <a:pt x="1438275" y="3609975"/>
                </a:lnTo>
                <a:lnTo>
                  <a:pt x="1438275" y="3590925"/>
                </a:lnTo>
                <a:lnTo>
                  <a:pt x="1428750" y="3590925"/>
                </a:lnTo>
                <a:lnTo>
                  <a:pt x="1428750" y="3581400"/>
                </a:lnTo>
                <a:lnTo>
                  <a:pt x="1409700" y="3581400"/>
                </a:lnTo>
                <a:close/>
                <a:moveTo>
                  <a:pt x="990600" y="3552825"/>
                </a:moveTo>
                <a:lnTo>
                  <a:pt x="1000125" y="3552825"/>
                </a:lnTo>
                <a:lnTo>
                  <a:pt x="1000125" y="3562350"/>
                </a:lnTo>
                <a:lnTo>
                  <a:pt x="990600" y="3562350"/>
                </a:lnTo>
                <a:close/>
                <a:moveTo>
                  <a:pt x="485775" y="3562350"/>
                </a:moveTo>
                <a:lnTo>
                  <a:pt x="495300" y="3562350"/>
                </a:lnTo>
                <a:lnTo>
                  <a:pt x="495300" y="3581400"/>
                </a:lnTo>
                <a:lnTo>
                  <a:pt x="476250" y="3581400"/>
                </a:lnTo>
                <a:lnTo>
                  <a:pt x="476250" y="3571875"/>
                </a:lnTo>
                <a:lnTo>
                  <a:pt x="485775" y="3571875"/>
                </a:lnTo>
                <a:close/>
                <a:moveTo>
                  <a:pt x="1371600" y="3581400"/>
                </a:moveTo>
                <a:lnTo>
                  <a:pt x="1381125" y="3581400"/>
                </a:lnTo>
                <a:lnTo>
                  <a:pt x="1381125" y="3590925"/>
                </a:lnTo>
                <a:lnTo>
                  <a:pt x="1371600" y="3590925"/>
                </a:lnTo>
                <a:close/>
                <a:moveTo>
                  <a:pt x="314325" y="3590925"/>
                </a:moveTo>
                <a:lnTo>
                  <a:pt x="333375" y="3590925"/>
                </a:lnTo>
                <a:lnTo>
                  <a:pt x="333375" y="3609975"/>
                </a:lnTo>
                <a:lnTo>
                  <a:pt x="342900" y="3609975"/>
                </a:lnTo>
                <a:lnTo>
                  <a:pt x="342900" y="3629025"/>
                </a:lnTo>
                <a:lnTo>
                  <a:pt x="361950" y="3629025"/>
                </a:lnTo>
                <a:lnTo>
                  <a:pt x="361950" y="3638550"/>
                </a:lnTo>
                <a:lnTo>
                  <a:pt x="333375" y="3638550"/>
                </a:lnTo>
                <a:lnTo>
                  <a:pt x="333375" y="3619500"/>
                </a:lnTo>
                <a:lnTo>
                  <a:pt x="314325" y="3619500"/>
                </a:lnTo>
                <a:close/>
                <a:moveTo>
                  <a:pt x="1381125" y="3600450"/>
                </a:moveTo>
                <a:lnTo>
                  <a:pt x="1390650" y="3600450"/>
                </a:lnTo>
                <a:lnTo>
                  <a:pt x="1390650" y="3609975"/>
                </a:lnTo>
                <a:lnTo>
                  <a:pt x="1409700" y="3609975"/>
                </a:lnTo>
                <a:lnTo>
                  <a:pt x="1409700" y="3638550"/>
                </a:lnTo>
                <a:lnTo>
                  <a:pt x="1390650" y="3638550"/>
                </a:lnTo>
                <a:lnTo>
                  <a:pt x="1390650" y="3629025"/>
                </a:lnTo>
                <a:lnTo>
                  <a:pt x="1381125" y="3629025"/>
                </a:lnTo>
                <a:close/>
                <a:moveTo>
                  <a:pt x="1495425" y="3609975"/>
                </a:moveTo>
                <a:lnTo>
                  <a:pt x="1514475" y="3609975"/>
                </a:lnTo>
                <a:lnTo>
                  <a:pt x="1514475" y="3581400"/>
                </a:lnTo>
                <a:lnTo>
                  <a:pt x="1504950" y="3581400"/>
                </a:lnTo>
                <a:lnTo>
                  <a:pt x="1504950" y="3590925"/>
                </a:lnTo>
                <a:lnTo>
                  <a:pt x="1495425" y="3590925"/>
                </a:lnTo>
                <a:close/>
                <a:moveTo>
                  <a:pt x="371475" y="3629025"/>
                </a:moveTo>
                <a:lnTo>
                  <a:pt x="381000" y="3629025"/>
                </a:lnTo>
                <a:lnTo>
                  <a:pt x="381000" y="3638550"/>
                </a:lnTo>
                <a:lnTo>
                  <a:pt x="371475" y="3638550"/>
                </a:lnTo>
                <a:close/>
                <a:moveTo>
                  <a:pt x="1123950" y="3629025"/>
                </a:moveTo>
                <a:lnTo>
                  <a:pt x="1143000" y="3629025"/>
                </a:lnTo>
                <a:lnTo>
                  <a:pt x="1143000" y="3638550"/>
                </a:lnTo>
                <a:lnTo>
                  <a:pt x="1123950" y="3638550"/>
                </a:lnTo>
                <a:close/>
                <a:moveTo>
                  <a:pt x="1314450" y="3629025"/>
                </a:moveTo>
                <a:lnTo>
                  <a:pt x="1333500" y="3629025"/>
                </a:lnTo>
                <a:lnTo>
                  <a:pt x="1333500" y="3638550"/>
                </a:lnTo>
                <a:lnTo>
                  <a:pt x="1314450" y="3638550"/>
                </a:lnTo>
                <a:close/>
                <a:moveTo>
                  <a:pt x="295275" y="3638550"/>
                </a:moveTo>
                <a:lnTo>
                  <a:pt x="304800" y="3638550"/>
                </a:lnTo>
                <a:lnTo>
                  <a:pt x="304800" y="3648075"/>
                </a:lnTo>
                <a:lnTo>
                  <a:pt x="295275" y="3648075"/>
                </a:lnTo>
                <a:close/>
                <a:moveTo>
                  <a:pt x="714375" y="3648075"/>
                </a:moveTo>
                <a:lnTo>
                  <a:pt x="733425" y="3648075"/>
                </a:lnTo>
                <a:lnTo>
                  <a:pt x="733425" y="3657600"/>
                </a:lnTo>
                <a:lnTo>
                  <a:pt x="714375" y="3657600"/>
                </a:lnTo>
                <a:close/>
                <a:moveTo>
                  <a:pt x="1476375" y="3657600"/>
                </a:moveTo>
                <a:lnTo>
                  <a:pt x="1485900" y="3657600"/>
                </a:lnTo>
                <a:lnTo>
                  <a:pt x="1485900" y="3667125"/>
                </a:lnTo>
                <a:lnTo>
                  <a:pt x="1476375" y="3667125"/>
                </a:lnTo>
                <a:close/>
                <a:moveTo>
                  <a:pt x="1333500" y="3667125"/>
                </a:moveTo>
                <a:lnTo>
                  <a:pt x="1352550" y="3667125"/>
                </a:lnTo>
                <a:lnTo>
                  <a:pt x="1352550" y="3676650"/>
                </a:lnTo>
                <a:lnTo>
                  <a:pt x="1333500" y="3676650"/>
                </a:lnTo>
                <a:close/>
              </a:path>
            </a:pathLst>
          </a:custGeom>
          <a:solidFill xmlns:a="http://schemas.openxmlformats.org/drawingml/2006/main">
            <a:srgbClr val="F2ECE0"/>
          </a:solidFill>
          <a:ln xmlns:a="http://schemas.openxmlformats.org/drawingml/2006/main" w="0">
            <a:noFill/>
          </a:ln>
        </p:spPr>
      </p:sp>
      <p:sp>
        <p:nvSpPr>
          <p:cNvPr id="45" name="profit vector #efede1">
            <a:extLst xmlns:a="http://schemas.openxmlformats.org/drawingml/2006/main">
              <a:ext uri="{FF2B5EF4-FFF2-40B4-BE49-F238E27FC236}">
                <a16:creationId xmlns:a16="http://schemas.microsoft.com/office/drawing/2014/main" id="{50D619A9-FE00-423F-B18B-C0203F6631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29825" y="1447800"/>
            <a:ext cx="2200275" cy="4467225"/>
          </a:xfrm>
          <a:custGeom xmlns:a="http://schemas.openxmlformats.org/drawingml/2006/main">
            <a:pathLst>
              <a:path w="1866900" h="3790950">
                <a:moveTo>
                  <a:pt x="228600" y="9525"/>
                </a:moveTo>
                <a:lnTo>
                  <a:pt x="238125" y="9525"/>
                </a:lnTo>
                <a:lnTo>
                  <a:pt x="238125" y="19050"/>
                </a:lnTo>
                <a:lnTo>
                  <a:pt x="247650" y="19050"/>
                </a:lnTo>
                <a:lnTo>
                  <a:pt x="247650" y="47625"/>
                </a:lnTo>
                <a:lnTo>
                  <a:pt x="219075" y="47625"/>
                </a:lnTo>
                <a:lnTo>
                  <a:pt x="219075" y="19050"/>
                </a:lnTo>
                <a:lnTo>
                  <a:pt x="228600" y="19050"/>
                </a:lnTo>
                <a:close/>
                <a:moveTo>
                  <a:pt x="228600" y="57150"/>
                </a:moveTo>
                <a:lnTo>
                  <a:pt x="238125" y="57150"/>
                </a:lnTo>
                <a:lnTo>
                  <a:pt x="238125" y="66675"/>
                </a:lnTo>
                <a:lnTo>
                  <a:pt x="228600" y="66675"/>
                </a:lnTo>
                <a:close/>
                <a:moveTo>
                  <a:pt x="1724025" y="76200"/>
                </a:moveTo>
                <a:lnTo>
                  <a:pt x="1733550" y="76200"/>
                </a:lnTo>
                <a:lnTo>
                  <a:pt x="1733550" y="85725"/>
                </a:lnTo>
                <a:lnTo>
                  <a:pt x="1724025" y="85725"/>
                </a:lnTo>
                <a:close/>
                <a:moveTo>
                  <a:pt x="1733550" y="85725"/>
                </a:moveTo>
                <a:lnTo>
                  <a:pt x="1752600" y="85725"/>
                </a:lnTo>
                <a:lnTo>
                  <a:pt x="1752600" y="95250"/>
                </a:lnTo>
                <a:lnTo>
                  <a:pt x="1733550" y="95250"/>
                </a:lnTo>
                <a:close/>
                <a:moveTo>
                  <a:pt x="428625" y="133350"/>
                </a:moveTo>
                <a:lnTo>
                  <a:pt x="457200" y="133350"/>
                </a:lnTo>
                <a:lnTo>
                  <a:pt x="457200" y="142875"/>
                </a:lnTo>
                <a:lnTo>
                  <a:pt x="428625" y="142875"/>
                </a:lnTo>
                <a:close/>
                <a:moveTo>
                  <a:pt x="476250" y="133350"/>
                </a:moveTo>
                <a:lnTo>
                  <a:pt x="495300" y="133350"/>
                </a:lnTo>
                <a:lnTo>
                  <a:pt x="495300" y="142875"/>
                </a:lnTo>
                <a:lnTo>
                  <a:pt x="476250" y="142875"/>
                </a:lnTo>
                <a:close/>
                <a:moveTo>
                  <a:pt x="1181100" y="133350"/>
                </a:moveTo>
                <a:lnTo>
                  <a:pt x="1200150" y="133350"/>
                </a:lnTo>
                <a:lnTo>
                  <a:pt x="1200150" y="142875"/>
                </a:lnTo>
                <a:lnTo>
                  <a:pt x="1181100" y="142875"/>
                </a:lnTo>
                <a:close/>
                <a:moveTo>
                  <a:pt x="1438275" y="133350"/>
                </a:moveTo>
                <a:lnTo>
                  <a:pt x="1466850" y="133350"/>
                </a:lnTo>
                <a:lnTo>
                  <a:pt x="1466850" y="142875"/>
                </a:lnTo>
                <a:lnTo>
                  <a:pt x="1438275" y="142875"/>
                </a:lnTo>
                <a:close/>
                <a:moveTo>
                  <a:pt x="1847850" y="133350"/>
                </a:moveTo>
                <a:lnTo>
                  <a:pt x="1866900" y="133350"/>
                </a:lnTo>
                <a:lnTo>
                  <a:pt x="1866900" y="180975"/>
                </a:lnTo>
                <a:lnTo>
                  <a:pt x="1838325" y="180975"/>
                </a:lnTo>
                <a:lnTo>
                  <a:pt x="1838325" y="171450"/>
                </a:lnTo>
                <a:lnTo>
                  <a:pt x="1847850" y="171450"/>
                </a:lnTo>
                <a:close/>
                <a:moveTo>
                  <a:pt x="1095375" y="142875"/>
                </a:moveTo>
                <a:lnTo>
                  <a:pt x="1114425" y="142875"/>
                </a:lnTo>
                <a:lnTo>
                  <a:pt x="1114425" y="171450"/>
                </a:lnTo>
                <a:lnTo>
                  <a:pt x="1095375" y="171450"/>
                </a:lnTo>
                <a:close/>
                <a:moveTo>
                  <a:pt x="266700" y="152400"/>
                </a:moveTo>
                <a:lnTo>
                  <a:pt x="276225" y="152400"/>
                </a:lnTo>
                <a:lnTo>
                  <a:pt x="276225" y="161925"/>
                </a:lnTo>
                <a:lnTo>
                  <a:pt x="295275" y="161925"/>
                </a:lnTo>
                <a:lnTo>
                  <a:pt x="295275" y="171450"/>
                </a:lnTo>
                <a:lnTo>
                  <a:pt x="304800" y="171450"/>
                </a:lnTo>
                <a:lnTo>
                  <a:pt x="304800" y="180975"/>
                </a:lnTo>
                <a:lnTo>
                  <a:pt x="323850" y="180975"/>
                </a:lnTo>
                <a:lnTo>
                  <a:pt x="323850" y="190500"/>
                </a:lnTo>
                <a:lnTo>
                  <a:pt x="314325" y="190500"/>
                </a:lnTo>
                <a:lnTo>
                  <a:pt x="314325" y="200025"/>
                </a:lnTo>
                <a:lnTo>
                  <a:pt x="295275" y="200025"/>
                </a:lnTo>
                <a:lnTo>
                  <a:pt x="295275" y="190500"/>
                </a:lnTo>
                <a:lnTo>
                  <a:pt x="285750" y="190500"/>
                </a:lnTo>
                <a:lnTo>
                  <a:pt x="285750" y="180975"/>
                </a:lnTo>
                <a:lnTo>
                  <a:pt x="276225" y="180975"/>
                </a:lnTo>
                <a:lnTo>
                  <a:pt x="276225" y="171450"/>
                </a:lnTo>
                <a:lnTo>
                  <a:pt x="257175" y="171450"/>
                </a:lnTo>
                <a:lnTo>
                  <a:pt x="257175" y="161925"/>
                </a:lnTo>
                <a:lnTo>
                  <a:pt x="266700" y="161925"/>
                </a:lnTo>
                <a:close/>
                <a:moveTo>
                  <a:pt x="1123950" y="161925"/>
                </a:moveTo>
                <a:lnTo>
                  <a:pt x="1133475" y="161925"/>
                </a:lnTo>
                <a:lnTo>
                  <a:pt x="1133475" y="171450"/>
                </a:lnTo>
                <a:lnTo>
                  <a:pt x="1123950" y="171450"/>
                </a:lnTo>
                <a:close/>
                <a:moveTo>
                  <a:pt x="561975" y="171450"/>
                </a:moveTo>
                <a:lnTo>
                  <a:pt x="581025" y="171450"/>
                </a:lnTo>
                <a:lnTo>
                  <a:pt x="581025" y="180975"/>
                </a:lnTo>
                <a:lnTo>
                  <a:pt x="561975" y="180975"/>
                </a:lnTo>
                <a:close/>
                <a:moveTo>
                  <a:pt x="1257300" y="171450"/>
                </a:moveTo>
                <a:lnTo>
                  <a:pt x="1266825" y="171450"/>
                </a:lnTo>
                <a:lnTo>
                  <a:pt x="1266825" y="180975"/>
                </a:lnTo>
                <a:lnTo>
                  <a:pt x="1257300" y="180975"/>
                </a:lnTo>
                <a:close/>
                <a:moveTo>
                  <a:pt x="333375" y="180975"/>
                </a:moveTo>
                <a:lnTo>
                  <a:pt x="352425" y="180975"/>
                </a:lnTo>
                <a:lnTo>
                  <a:pt x="352425" y="200025"/>
                </a:lnTo>
                <a:lnTo>
                  <a:pt x="371475" y="200025"/>
                </a:lnTo>
                <a:lnTo>
                  <a:pt x="371475" y="219075"/>
                </a:lnTo>
                <a:lnTo>
                  <a:pt x="361950" y="219075"/>
                </a:lnTo>
                <a:lnTo>
                  <a:pt x="361950" y="209550"/>
                </a:lnTo>
                <a:lnTo>
                  <a:pt x="342900" y="209550"/>
                </a:lnTo>
                <a:lnTo>
                  <a:pt x="342900" y="190500"/>
                </a:lnTo>
                <a:lnTo>
                  <a:pt x="333375" y="190500"/>
                </a:lnTo>
                <a:close/>
                <a:moveTo>
                  <a:pt x="552450" y="180975"/>
                </a:moveTo>
                <a:lnTo>
                  <a:pt x="561975" y="180975"/>
                </a:lnTo>
                <a:lnTo>
                  <a:pt x="561975" y="190500"/>
                </a:lnTo>
                <a:lnTo>
                  <a:pt x="552450" y="190500"/>
                </a:lnTo>
                <a:close/>
                <a:moveTo>
                  <a:pt x="1247775" y="180975"/>
                </a:moveTo>
                <a:lnTo>
                  <a:pt x="1257300" y="180975"/>
                </a:lnTo>
                <a:lnTo>
                  <a:pt x="1257300" y="190500"/>
                </a:lnTo>
                <a:lnTo>
                  <a:pt x="1247775" y="190500"/>
                </a:lnTo>
                <a:close/>
                <a:moveTo>
                  <a:pt x="1343025" y="180975"/>
                </a:moveTo>
                <a:lnTo>
                  <a:pt x="1362075" y="180975"/>
                </a:lnTo>
                <a:lnTo>
                  <a:pt x="1362075" y="190500"/>
                </a:lnTo>
                <a:lnTo>
                  <a:pt x="1343025" y="190500"/>
                </a:lnTo>
                <a:close/>
                <a:moveTo>
                  <a:pt x="561975" y="190500"/>
                </a:moveTo>
                <a:lnTo>
                  <a:pt x="590550" y="190500"/>
                </a:lnTo>
                <a:lnTo>
                  <a:pt x="590550" y="200025"/>
                </a:lnTo>
                <a:lnTo>
                  <a:pt x="561975" y="200025"/>
                </a:lnTo>
                <a:close/>
                <a:moveTo>
                  <a:pt x="1323975" y="190500"/>
                </a:moveTo>
                <a:lnTo>
                  <a:pt x="1333500" y="190500"/>
                </a:lnTo>
                <a:lnTo>
                  <a:pt x="1333500" y="200025"/>
                </a:lnTo>
                <a:lnTo>
                  <a:pt x="1323975" y="200025"/>
                </a:lnTo>
                <a:close/>
                <a:moveTo>
                  <a:pt x="190500" y="209550"/>
                </a:moveTo>
                <a:lnTo>
                  <a:pt x="200025" y="209550"/>
                </a:lnTo>
                <a:lnTo>
                  <a:pt x="200025" y="219075"/>
                </a:lnTo>
                <a:lnTo>
                  <a:pt x="190500" y="219075"/>
                </a:lnTo>
                <a:close/>
                <a:moveTo>
                  <a:pt x="1676400" y="219075"/>
                </a:moveTo>
                <a:lnTo>
                  <a:pt x="1685925" y="219075"/>
                </a:lnTo>
                <a:lnTo>
                  <a:pt x="1685925" y="228600"/>
                </a:lnTo>
                <a:lnTo>
                  <a:pt x="1676400" y="228600"/>
                </a:lnTo>
                <a:close/>
                <a:moveTo>
                  <a:pt x="409575" y="228600"/>
                </a:moveTo>
                <a:lnTo>
                  <a:pt x="419100" y="228600"/>
                </a:lnTo>
                <a:lnTo>
                  <a:pt x="419100" y="238125"/>
                </a:lnTo>
                <a:lnTo>
                  <a:pt x="409575" y="238125"/>
                </a:lnTo>
                <a:close/>
                <a:moveTo>
                  <a:pt x="152400" y="257175"/>
                </a:moveTo>
                <a:lnTo>
                  <a:pt x="161925" y="257175"/>
                </a:lnTo>
                <a:lnTo>
                  <a:pt x="161925" y="266700"/>
                </a:lnTo>
                <a:lnTo>
                  <a:pt x="152400" y="266700"/>
                </a:lnTo>
                <a:close/>
                <a:moveTo>
                  <a:pt x="1695450" y="266700"/>
                </a:moveTo>
                <a:lnTo>
                  <a:pt x="1704975" y="266700"/>
                </a:lnTo>
                <a:lnTo>
                  <a:pt x="1704975" y="276225"/>
                </a:lnTo>
                <a:lnTo>
                  <a:pt x="1695450" y="276225"/>
                </a:lnTo>
                <a:close/>
                <a:moveTo>
                  <a:pt x="266700" y="276225"/>
                </a:moveTo>
                <a:lnTo>
                  <a:pt x="276225" y="276225"/>
                </a:lnTo>
                <a:lnTo>
                  <a:pt x="276225" y="285750"/>
                </a:lnTo>
                <a:lnTo>
                  <a:pt x="266700" y="285750"/>
                </a:lnTo>
                <a:close/>
                <a:moveTo>
                  <a:pt x="1695450" y="295275"/>
                </a:moveTo>
                <a:lnTo>
                  <a:pt x="1704975" y="295275"/>
                </a:lnTo>
                <a:lnTo>
                  <a:pt x="1704975" y="314325"/>
                </a:lnTo>
                <a:lnTo>
                  <a:pt x="1685925" y="314325"/>
                </a:lnTo>
                <a:lnTo>
                  <a:pt x="1685925" y="304800"/>
                </a:lnTo>
                <a:lnTo>
                  <a:pt x="1695450" y="304800"/>
                </a:lnTo>
                <a:close/>
                <a:moveTo>
                  <a:pt x="257175" y="304800"/>
                </a:moveTo>
                <a:lnTo>
                  <a:pt x="266700" y="304800"/>
                </a:lnTo>
                <a:lnTo>
                  <a:pt x="266700" y="323850"/>
                </a:lnTo>
                <a:lnTo>
                  <a:pt x="247650" y="323850"/>
                </a:lnTo>
                <a:lnTo>
                  <a:pt x="247650" y="314325"/>
                </a:lnTo>
                <a:lnTo>
                  <a:pt x="257175" y="314325"/>
                </a:lnTo>
                <a:close/>
                <a:moveTo>
                  <a:pt x="1162050" y="304800"/>
                </a:moveTo>
                <a:lnTo>
                  <a:pt x="1171575" y="304800"/>
                </a:lnTo>
                <a:lnTo>
                  <a:pt x="1171575" y="314325"/>
                </a:lnTo>
                <a:lnTo>
                  <a:pt x="1162050" y="314325"/>
                </a:lnTo>
                <a:close/>
                <a:moveTo>
                  <a:pt x="1704975" y="314325"/>
                </a:moveTo>
                <a:lnTo>
                  <a:pt x="1714500" y="314325"/>
                </a:lnTo>
                <a:lnTo>
                  <a:pt x="1714500" y="323850"/>
                </a:lnTo>
                <a:lnTo>
                  <a:pt x="1704975" y="323850"/>
                </a:lnTo>
                <a:close/>
                <a:moveTo>
                  <a:pt x="361950" y="333375"/>
                </a:moveTo>
                <a:lnTo>
                  <a:pt x="390525" y="333375"/>
                </a:lnTo>
                <a:lnTo>
                  <a:pt x="390525" y="352425"/>
                </a:lnTo>
                <a:lnTo>
                  <a:pt x="371475" y="352425"/>
                </a:lnTo>
                <a:lnTo>
                  <a:pt x="371475" y="342900"/>
                </a:lnTo>
                <a:lnTo>
                  <a:pt x="361950" y="342900"/>
                </a:lnTo>
                <a:close/>
                <a:moveTo>
                  <a:pt x="1066800" y="333375"/>
                </a:moveTo>
                <a:lnTo>
                  <a:pt x="1085850" y="333375"/>
                </a:lnTo>
                <a:lnTo>
                  <a:pt x="1085850" y="352425"/>
                </a:lnTo>
                <a:lnTo>
                  <a:pt x="1076325" y="352425"/>
                </a:lnTo>
                <a:lnTo>
                  <a:pt x="1076325" y="361950"/>
                </a:lnTo>
                <a:lnTo>
                  <a:pt x="1085850" y="361950"/>
                </a:lnTo>
                <a:lnTo>
                  <a:pt x="1085850" y="371475"/>
                </a:lnTo>
                <a:lnTo>
                  <a:pt x="1047750" y="371475"/>
                </a:lnTo>
                <a:lnTo>
                  <a:pt x="1047750" y="352425"/>
                </a:lnTo>
                <a:lnTo>
                  <a:pt x="1066800" y="352425"/>
                </a:lnTo>
                <a:close/>
                <a:moveTo>
                  <a:pt x="390525" y="352425"/>
                </a:moveTo>
                <a:lnTo>
                  <a:pt x="400050" y="352425"/>
                </a:lnTo>
                <a:lnTo>
                  <a:pt x="400050" y="361950"/>
                </a:lnTo>
                <a:lnTo>
                  <a:pt x="390525" y="361950"/>
                </a:lnTo>
                <a:close/>
                <a:moveTo>
                  <a:pt x="428625" y="352425"/>
                </a:moveTo>
                <a:lnTo>
                  <a:pt x="438150" y="352425"/>
                </a:lnTo>
                <a:lnTo>
                  <a:pt x="438150" y="361950"/>
                </a:lnTo>
                <a:lnTo>
                  <a:pt x="428625" y="361950"/>
                </a:lnTo>
                <a:close/>
                <a:moveTo>
                  <a:pt x="1285875" y="381000"/>
                </a:moveTo>
                <a:lnTo>
                  <a:pt x="1304925" y="381000"/>
                </a:lnTo>
                <a:lnTo>
                  <a:pt x="1304925" y="390525"/>
                </a:lnTo>
                <a:lnTo>
                  <a:pt x="1285875" y="390525"/>
                </a:lnTo>
                <a:close/>
                <a:moveTo>
                  <a:pt x="495300" y="390525"/>
                </a:moveTo>
                <a:lnTo>
                  <a:pt x="523875" y="390525"/>
                </a:lnTo>
                <a:lnTo>
                  <a:pt x="523875" y="447675"/>
                </a:lnTo>
                <a:lnTo>
                  <a:pt x="495300" y="447675"/>
                </a:lnTo>
                <a:lnTo>
                  <a:pt x="495300" y="438150"/>
                </a:lnTo>
                <a:lnTo>
                  <a:pt x="485775" y="438150"/>
                </a:lnTo>
                <a:lnTo>
                  <a:pt x="485775" y="409575"/>
                </a:lnTo>
                <a:lnTo>
                  <a:pt x="495300" y="409575"/>
                </a:lnTo>
                <a:close/>
                <a:moveTo>
                  <a:pt x="447675" y="400050"/>
                </a:moveTo>
                <a:lnTo>
                  <a:pt x="457200" y="400050"/>
                </a:lnTo>
                <a:lnTo>
                  <a:pt x="457200" y="409575"/>
                </a:lnTo>
                <a:lnTo>
                  <a:pt x="447675" y="409575"/>
                </a:lnTo>
                <a:close/>
                <a:moveTo>
                  <a:pt x="1076325" y="400050"/>
                </a:moveTo>
                <a:lnTo>
                  <a:pt x="1104900" y="400050"/>
                </a:lnTo>
                <a:lnTo>
                  <a:pt x="1104900" y="409575"/>
                </a:lnTo>
                <a:lnTo>
                  <a:pt x="1095375" y="409575"/>
                </a:lnTo>
                <a:lnTo>
                  <a:pt x="1095375" y="428625"/>
                </a:lnTo>
                <a:lnTo>
                  <a:pt x="1076325" y="428625"/>
                </a:lnTo>
                <a:lnTo>
                  <a:pt x="1076325" y="419100"/>
                </a:lnTo>
                <a:lnTo>
                  <a:pt x="1085850" y="419100"/>
                </a:lnTo>
                <a:lnTo>
                  <a:pt x="1085850" y="409575"/>
                </a:lnTo>
                <a:lnTo>
                  <a:pt x="1076325" y="409575"/>
                </a:lnTo>
                <a:close/>
                <a:moveTo>
                  <a:pt x="1704975" y="400050"/>
                </a:moveTo>
                <a:lnTo>
                  <a:pt x="1714500" y="400050"/>
                </a:lnTo>
                <a:lnTo>
                  <a:pt x="1714500" y="409575"/>
                </a:lnTo>
                <a:lnTo>
                  <a:pt x="1704975" y="409575"/>
                </a:lnTo>
                <a:close/>
                <a:moveTo>
                  <a:pt x="1724025" y="400050"/>
                </a:moveTo>
                <a:lnTo>
                  <a:pt x="1733550" y="400050"/>
                </a:lnTo>
                <a:lnTo>
                  <a:pt x="1733550" y="438150"/>
                </a:lnTo>
                <a:lnTo>
                  <a:pt x="1724025" y="438150"/>
                </a:lnTo>
                <a:close/>
                <a:moveTo>
                  <a:pt x="771525" y="409575"/>
                </a:moveTo>
                <a:lnTo>
                  <a:pt x="781050" y="409575"/>
                </a:lnTo>
                <a:lnTo>
                  <a:pt x="781050" y="419100"/>
                </a:lnTo>
                <a:lnTo>
                  <a:pt x="771525" y="419100"/>
                </a:lnTo>
                <a:close/>
                <a:moveTo>
                  <a:pt x="990600" y="409575"/>
                </a:moveTo>
                <a:lnTo>
                  <a:pt x="1009650" y="409575"/>
                </a:lnTo>
                <a:lnTo>
                  <a:pt x="1009650" y="419100"/>
                </a:lnTo>
                <a:lnTo>
                  <a:pt x="990600" y="419100"/>
                </a:lnTo>
                <a:close/>
                <a:moveTo>
                  <a:pt x="742950" y="419100"/>
                </a:moveTo>
                <a:lnTo>
                  <a:pt x="771525" y="419100"/>
                </a:lnTo>
                <a:lnTo>
                  <a:pt x="771525" y="428625"/>
                </a:lnTo>
                <a:lnTo>
                  <a:pt x="742950" y="428625"/>
                </a:lnTo>
                <a:close/>
                <a:moveTo>
                  <a:pt x="952500" y="428625"/>
                </a:moveTo>
                <a:lnTo>
                  <a:pt x="962025" y="428625"/>
                </a:lnTo>
                <a:lnTo>
                  <a:pt x="962025" y="438150"/>
                </a:lnTo>
                <a:lnTo>
                  <a:pt x="952500" y="438150"/>
                </a:lnTo>
                <a:close/>
                <a:moveTo>
                  <a:pt x="1000125" y="428625"/>
                </a:moveTo>
                <a:lnTo>
                  <a:pt x="1019175" y="428625"/>
                </a:lnTo>
                <a:lnTo>
                  <a:pt x="1019175" y="438150"/>
                </a:lnTo>
                <a:lnTo>
                  <a:pt x="1000125" y="438150"/>
                </a:lnTo>
                <a:close/>
                <a:moveTo>
                  <a:pt x="828675" y="438150"/>
                </a:moveTo>
                <a:lnTo>
                  <a:pt x="847725" y="438150"/>
                </a:lnTo>
                <a:lnTo>
                  <a:pt x="847725" y="447675"/>
                </a:lnTo>
                <a:lnTo>
                  <a:pt x="857250" y="447675"/>
                </a:lnTo>
                <a:lnTo>
                  <a:pt x="857250" y="457200"/>
                </a:lnTo>
                <a:lnTo>
                  <a:pt x="838200" y="457200"/>
                </a:lnTo>
                <a:lnTo>
                  <a:pt x="838200" y="447675"/>
                </a:lnTo>
                <a:lnTo>
                  <a:pt x="828675" y="447675"/>
                </a:lnTo>
                <a:close/>
                <a:moveTo>
                  <a:pt x="990600" y="438150"/>
                </a:moveTo>
                <a:lnTo>
                  <a:pt x="1000125" y="438150"/>
                </a:lnTo>
                <a:lnTo>
                  <a:pt x="1000125" y="447675"/>
                </a:lnTo>
                <a:lnTo>
                  <a:pt x="990600" y="447675"/>
                </a:lnTo>
                <a:close/>
                <a:moveTo>
                  <a:pt x="962025" y="447675"/>
                </a:moveTo>
                <a:lnTo>
                  <a:pt x="971550" y="447675"/>
                </a:lnTo>
                <a:lnTo>
                  <a:pt x="971550" y="457200"/>
                </a:lnTo>
                <a:lnTo>
                  <a:pt x="962025" y="457200"/>
                </a:lnTo>
                <a:close/>
                <a:moveTo>
                  <a:pt x="180975" y="485775"/>
                </a:moveTo>
                <a:lnTo>
                  <a:pt x="190500" y="485775"/>
                </a:lnTo>
                <a:lnTo>
                  <a:pt x="190500" y="495300"/>
                </a:lnTo>
                <a:lnTo>
                  <a:pt x="180975" y="495300"/>
                </a:lnTo>
                <a:close/>
                <a:moveTo>
                  <a:pt x="1162050" y="495300"/>
                </a:moveTo>
                <a:lnTo>
                  <a:pt x="1171575" y="495300"/>
                </a:lnTo>
                <a:lnTo>
                  <a:pt x="1171575" y="504825"/>
                </a:lnTo>
                <a:lnTo>
                  <a:pt x="1162050" y="504825"/>
                </a:lnTo>
                <a:close/>
                <a:moveTo>
                  <a:pt x="904875" y="504825"/>
                </a:moveTo>
                <a:lnTo>
                  <a:pt x="933450" y="504825"/>
                </a:lnTo>
                <a:lnTo>
                  <a:pt x="933450" y="514350"/>
                </a:lnTo>
                <a:lnTo>
                  <a:pt x="904875" y="514350"/>
                </a:lnTo>
                <a:close/>
                <a:moveTo>
                  <a:pt x="1057275" y="504825"/>
                </a:moveTo>
                <a:lnTo>
                  <a:pt x="1066800" y="504825"/>
                </a:lnTo>
                <a:lnTo>
                  <a:pt x="1066800" y="514350"/>
                </a:lnTo>
                <a:lnTo>
                  <a:pt x="1057275" y="514350"/>
                </a:lnTo>
                <a:close/>
                <a:moveTo>
                  <a:pt x="123825" y="542925"/>
                </a:moveTo>
                <a:lnTo>
                  <a:pt x="142875" y="542925"/>
                </a:lnTo>
                <a:lnTo>
                  <a:pt x="142875" y="552450"/>
                </a:lnTo>
                <a:lnTo>
                  <a:pt x="123825" y="552450"/>
                </a:lnTo>
                <a:close/>
                <a:moveTo>
                  <a:pt x="447675" y="542925"/>
                </a:moveTo>
                <a:lnTo>
                  <a:pt x="457200" y="542925"/>
                </a:lnTo>
                <a:lnTo>
                  <a:pt x="457200" y="552450"/>
                </a:lnTo>
                <a:lnTo>
                  <a:pt x="476250" y="552450"/>
                </a:lnTo>
                <a:lnTo>
                  <a:pt x="476250" y="561975"/>
                </a:lnTo>
                <a:lnTo>
                  <a:pt x="485775" y="561975"/>
                </a:lnTo>
                <a:lnTo>
                  <a:pt x="485775" y="581025"/>
                </a:lnTo>
                <a:lnTo>
                  <a:pt x="466725" y="581025"/>
                </a:lnTo>
                <a:lnTo>
                  <a:pt x="466725" y="571500"/>
                </a:lnTo>
                <a:lnTo>
                  <a:pt x="457200" y="571500"/>
                </a:lnTo>
                <a:lnTo>
                  <a:pt x="457200" y="581025"/>
                </a:lnTo>
                <a:lnTo>
                  <a:pt x="447675" y="581025"/>
                </a:lnTo>
                <a:close/>
                <a:moveTo>
                  <a:pt x="495300" y="542925"/>
                </a:moveTo>
                <a:lnTo>
                  <a:pt x="514350" y="542925"/>
                </a:lnTo>
                <a:lnTo>
                  <a:pt x="514350" y="552450"/>
                </a:lnTo>
                <a:lnTo>
                  <a:pt x="495300" y="552450"/>
                </a:lnTo>
                <a:close/>
                <a:moveTo>
                  <a:pt x="1724025" y="552450"/>
                </a:moveTo>
                <a:lnTo>
                  <a:pt x="1733550" y="552450"/>
                </a:lnTo>
                <a:lnTo>
                  <a:pt x="1733550" y="581025"/>
                </a:lnTo>
                <a:lnTo>
                  <a:pt x="1724025" y="581025"/>
                </a:lnTo>
                <a:close/>
                <a:moveTo>
                  <a:pt x="123825" y="571500"/>
                </a:moveTo>
                <a:lnTo>
                  <a:pt x="142875" y="571500"/>
                </a:lnTo>
                <a:lnTo>
                  <a:pt x="142875" y="590550"/>
                </a:lnTo>
                <a:lnTo>
                  <a:pt x="133350" y="590550"/>
                </a:lnTo>
                <a:lnTo>
                  <a:pt x="133350" y="600075"/>
                </a:lnTo>
                <a:lnTo>
                  <a:pt x="123825" y="600075"/>
                </a:lnTo>
                <a:close/>
                <a:moveTo>
                  <a:pt x="123825" y="619125"/>
                </a:moveTo>
                <a:lnTo>
                  <a:pt x="133350" y="619125"/>
                </a:lnTo>
                <a:lnTo>
                  <a:pt x="133350" y="628650"/>
                </a:lnTo>
                <a:lnTo>
                  <a:pt x="123825" y="628650"/>
                </a:lnTo>
                <a:close/>
                <a:moveTo>
                  <a:pt x="466725" y="619125"/>
                </a:moveTo>
                <a:lnTo>
                  <a:pt x="476250" y="619125"/>
                </a:lnTo>
                <a:lnTo>
                  <a:pt x="476250" y="647700"/>
                </a:lnTo>
                <a:lnTo>
                  <a:pt x="457200" y="647700"/>
                </a:lnTo>
                <a:lnTo>
                  <a:pt x="457200" y="638175"/>
                </a:lnTo>
                <a:lnTo>
                  <a:pt x="466725" y="638175"/>
                </a:lnTo>
                <a:close/>
                <a:moveTo>
                  <a:pt x="1724025" y="628650"/>
                </a:moveTo>
                <a:lnTo>
                  <a:pt x="1733550" y="628650"/>
                </a:lnTo>
                <a:lnTo>
                  <a:pt x="1733550" y="638175"/>
                </a:lnTo>
                <a:lnTo>
                  <a:pt x="1724025" y="638175"/>
                </a:lnTo>
                <a:close/>
                <a:moveTo>
                  <a:pt x="381000" y="657225"/>
                </a:moveTo>
                <a:lnTo>
                  <a:pt x="400050" y="657225"/>
                </a:lnTo>
                <a:lnTo>
                  <a:pt x="400050" y="666750"/>
                </a:lnTo>
                <a:lnTo>
                  <a:pt x="381000" y="666750"/>
                </a:lnTo>
                <a:close/>
                <a:moveTo>
                  <a:pt x="466725" y="657225"/>
                </a:moveTo>
                <a:lnTo>
                  <a:pt x="476250" y="657225"/>
                </a:lnTo>
                <a:lnTo>
                  <a:pt x="476250" y="685800"/>
                </a:lnTo>
                <a:lnTo>
                  <a:pt x="466725" y="685800"/>
                </a:lnTo>
                <a:close/>
                <a:moveTo>
                  <a:pt x="238125" y="685800"/>
                </a:moveTo>
                <a:lnTo>
                  <a:pt x="247650" y="685800"/>
                </a:lnTo>
                <a:lnTo>
                  <a:pt x="247650" y="695325"/>
                </a:lnTo>
                <a:lnTo>
                  <a:pt x="238125" y="695325"/>
                </a:lnTo>
                <a:close/>
                <a:moveTo>
                  <a:pt x="1724025" y="695325"/>
                </a:moveTo>
                <a:lnTo>
                  <a:pt x="1733550" y="695325"/>
                </a:lnTo>
                <a:lnTo>
                  <a:pt x="1733550" y="723900"/>
                </a:lnTo>
                <a:lnTo>
                  <a:pt x="1714500" y="723900"/>
                </a:lnTo>
                <a:lnTo>
                  <a:pt x="1714500" y="733425"/>
                </a:lnTo>
                <a:lnTo>
                  <a:pt x="1695450" y="733425"/>
                </a:lnTo>
                <a:lnTo>
                  <a:pt x="1695450" y="714375"/>
                </a:lnTo>
                <a:lnTo>
                  <a:pt x="1704975" y="714375"/>
                </a:lnTo>
                <a:lnTo>
                  <a:pt x="1704975" y="704850"/>
                </a:lnTo>
                <a:lnTo>
                  <a:pt x="1714500" y="704850"/>
                </a:lnTo>
                <a:lnTo>
                  <a:pt x="1714500" y="714375"/>
                </a:lnTo>
                <a:lnTo>
                  <a:pt x="1724025" y="714375"/>
                </a:lnTo>
                <a:close/>
                <a:moveTo>
                  <a:pt x="219075" y="704850"/>
                </a:moveTo>
                <a:lnTo>
                  <a:pt x="228600" y="704850"/>
                </a:lnTo>
                <a:lnTo>
                  <a:pt x="228600" y="714375"/>
                </a:lnTo>
                <a:lnTo>
                  <a:pt x="219075" y="714375"/>
                </a:lnTo>
                <a:close/>
                <a:moveTo>
                  <a:pt x="628650" y="704850"/>
                </a:moveTo>
                <a:lnTo>
                  <a:pt x="638175" y="704850"/>
                </a:lnTo>
                <a:lnTo>
                  <a:pt x="638175" y="714375"/>
                </a:lnTo>
                <a:lnTo>
                  <a:pt x="628650" y="714375"/>
                </a:lnTo>
                <a:close/>
                <a:moveTo>
                  <a:pt x="276225" y="714375"/>
                </a:moveTo>
                <a:lnTo>
                  <a:pt x="285750" y="714375"/>
                </a:lnTo>
                <a:lnTo>
                  <a:pt x="285750" y="723900"/>
                </a:lnTo>
                <a:lnTo>
                  <a:pt x="276225" y="723900"/>
                </a:lnTo>
                <a:close/>
                <a:moveTo>
                  <a:pt x="685800" y="714375"/>
                </a:moveTo>
                <a:lnTo>
                  <a:pt x="695325" y="714375"/>
                </a:lnTo>
                <a:lnTo>
                  <a:pt x="695325" y="733425"/>
                </a:lnTo>
                <a:lnTo>
                  <a:pt x="685800" y="733425"/>
                </a:lnTo>
                <a:close/>
                <a:moveTo>
                  <a:pt x="742950" y="714375"/>
                </a:moveTo>
                <a:lnTo>
                  <a:pt x="752475" y="714375"/>
                </a:lnTo>
                <a:lnTo>
                  <a:pt x="752475" y="723900"/>
                </a:lnTo>
                <a:lnTo>
                  <a:pt x="742950" y="723900"/>
                </a:lnTo>
                <a:close/>
                <a:moveTo>
                  <a:pt x="1104900" y="714375"/>
                </a:moveTo>
                <a:lnTo>
                  <a:pt x="1114425" y="714375"/>
                </a:lnTo>
                <a:lnTo>
                  <a:pt x="1114425" y="723900"/>
                </a:lnTo>
                <a:lnTo>
                  <a:pt x="1104900" y="723900"/>
                </a:lnTo>
                <a:close/>
                <a:moveTo>
                  <a:pt x="1152525" y="714375"/>
                </a:moveTo>
                <a:lnTo>
                  <a:pt x="1200150" y="714375"/>
                </a:lnTo>
                <a:lnTo>
                  <a:pt x="1200150" y="723900"/>
                </a:lnTo>
                <a:lnTo>
                  <a:pt x="1181100" y="723900"/>
                </a:lnTo>
                <a:lnTo>
                  <a:pt x="1181100" y="733425"/>
                </a:lnTo>
                <a:lnTo>
                  <a:pt x="1162050" y="733425"/>
                </a:lnTo>
                <a:lnTo>
                  <a:pt x="1162050" y="723900"/>
                </a:lnTo>
                <a:lnTo>
                  <a:pt x="1152525" y="723900"/>
                </a:lnTo>
                <a:close/>
                <a:moveTo>
                  <a:pt x="1285875" y="714375"/>
                </a:moveTo>
                <a:lnTo>
                  <a:pt x="1304925" y="714375"/>
                </a:lnTo>
                <a:lnTo>
                  <a:pt x="1304925" y="723900"/>
                </a:lnTo>
                <a:lnTo>
                  <a:pt x="1285875" y="723900"/>
                </a:lnTo>
                <a:close/>
                <a:moveTo>
                  <a:pt x="1333500" y="714375"/>
                </a:moveTo>
                <a:lnTo>
                  <a:pt x="1362075" y="714375"/>
                </a:lnTo>
                <a:lnTo>
                  <a:pt x="1362075" y="723900"/>
                </a:lnTo>
                <a:lnTo>
                  <a:pt x="1333500" y="723900"/>
                </a:lnTo>
                <a:close/>
                <a:moveTo>
                  <a:pt x="1409700" y="714375"/>
                </a:moveTo>
                <a:lnTo>
                  <a:pt x="1428750" y="714375"/>
                </a:lnTo>
                <a:lnTo>
                  <a:pt x="1428750" y="723900"/>
                </a:lnTo>
                <a:lnTo>
                  <a:pt x="1409700" y="723900"/>
                </a:lnTo>
                <a:close/>
                <a:moveTo>
                  <a:pt x="209550" y="723900"/>
                </a:moveTo>
                <a:lnTo>
                  <a:pt x="219075" y="723900"/>
                </a:lnTo>
                <a:lnTo>
                  <a:pt x="219075" y="733425"/>
                </a:lnTo>
                <a:lnTo>
                  <a:pt x="209550" y="733425"/>
                </a:lnTo>
                <a:close/>
                <a:moveTo>
                  <a:pt x="285750" y="723900"/>
                </a:moveTo>
                <a:lnTo>
                  <a:pt x="314325" y="723900"/>
                </a:lnTo>
                <a:lnTo>
                  <a:pt x="314325" y="733425"/>
                </a:lnTo>
                <a:lnTo>
                  <a:pt x="323850" y="733425"/>
                </a:lnTo>
                <a:lnTo>
                  <a:pt x="323850" y="742950"/>
                </a:lnTo>
                <a:lnTo>
                  <a:pt x="295275" y="742950"/>
                </a:lnTo>
                <a:lnTo>
                  <a:pt x="295275" y="752475"/>
                </a:lnTo>
                <a:lnTo>
                  <a:pt x="285750" y="752475"/>
                </a:lnTo>
                <a:lnTo>
                  <a:pt x="285750" y="762000"/>
                </a:lnTo>
                <a:lnTo>
                  <a:pt x="266700" y="762000"/>
                </a:lnTo>
                <a:lnTo>
                  <a:pt x="266700" y="752475"/>
                </a:lnTo>
                <a:lnTo>
                  <a:pt x="276225" y="752475"/>
                </a:lnTo>
                <a:lnTo>
                  <a:pt x="276225" y="742950"/>
                </a:lnTo>
                <a:lnTo>
                  <a:pt x="285750" y="742950"/>
                </a:lnTo>
                <a:close/>
                <a:moveTo>
                  <a:pt x="752475" y="723900"/>
                </a:moveTo>
                <a:lnTo>
                  <a:pt x="762000" y="723900"/>
                </a:lnTo>
                <a:lnTo>
                  <a:pt x="762000" y="733425"/>
                </a:lnTo>
                <a:lnTo>
                  <a:pt x="790575" y="733425"/>
                </a:lnTo>
                <a:lnTo>
                  <a:pt x="790575" y="723900"/>
                </a:lnTo>
                <a:lnTo>
                  <a:pt x="819150" y="723900"/>
                </a:lnTo>
                <a:lnTo>
                  <a:pt x="819150" y="733425"/>
                </a:lnTo>
                <a:lnTo>
                  <a:pt x="809625" y="733425"/>
                </a:lnTo>
                <a:lnTo>
                  <a:pt x="809625" y="742950"/>
                </a:lnTo>
                <a:lnTo>
                  <a:pt x="800100" y="742950"/>
                </a:lnTo>
                <a:lnTo>
                  <a:pt x="800100" y="752475"/>
                </a:lnTo>
                <a:lnTo>
                  <a:pt x="790575" y="752475"/>
                </a:lnTo>
                <a:lnTo>
                  <a:pt x="790575" y="762000"/>
                </a:lnTo>
                <a:lnTo>
                  <a:pt x="771525" y="762000"/>
                </a:lnTo>
                <a:lnTo>
                  <a:pt x="771525" y="752475"/>
                </a:lnTo>
                <a:lnTo>
                  <a:pt x="762000" y="752475"/>
                </a:lnTo>
                <a:lnTo>
                  <a:pt x="762000" y="742950"/>
                </a:lnTo>
                <a:lnTo>
                  <a:pt x="752475" y="742950"/>
                </a:lnTo>
                <a:close/>
                <a:moveTo>
                  <a:pt x="200025" y="733425"/>
                </a:moveTo>
                <a:lnTo>
                  <a:pt x="209550" y="733425"/>
                </a:lnTo>
                <a:lnTo>
                  <a:pt x="209550" y="752475"/>
                </a:lnTo>
                <a:lnTo>
                  <a:pt x="200025" y="752475"/>
                </a:lnTo>
                <a:close/>
                <a:moveTo>
                  <a:pt x="1143000" y="733425"/>
                </a:moveTo>
                <a:lnTo>
                  <a:pt x="1152525" y="733425"/>
                </a:lnTo>
                <a:lnTo>
                  <a:pt x="1152525" y="742950"/>
                </a:lnTo>
                <a:lnTo>
                  <a:pt x="1143000" y="742950"/>
                </a:lnTo>
                <a:close/>
                <a:moveTo>
                  <a:pt x="333375" y="742950"/>
                </a:moveTo>
                <a:lnTo>
                  <a:pt x="342900" y="742950"/>
                </a:lnTo>
                <a:lnTo>
                  <a:pt x="342900" y="752475"/>
                </a:lnTo>
                <a:lnTo>
                  <a:pt x="333375" y="752475"/>
                </a:lnTo>
                <a:close/>
                <a:moveTo>
                  <a:pt x="466725" y="742950"/>
                </a:moveTo>
                <a:lnTo>
                  <a:pt x="485775" y="742950"/>
                </a:lnTo>
                <a:lnTo>
                  <a:pt x="485775" y="752475"/>
                </a:lnTo>
                <a:lnTo>
                  <a:pt x="466725" y="752475"/>
                </a:lnTo>
                <a:close/>
                <a:moveTo>
                  <a:pt x="542925" y="742950"/>
                </a:moveTo>
                <a:lnTo>
                  <a:pt x="552450" y="742950"/>
                </a:lnTo>
                <a:lnTo>
                  <a:pt x="552450" y="752475"/>
                </a:lnTo>
                <a:lnTo>
                  <a:pt x="542925" y="752475"/>
                </a:lnTo>
                <a:close/>
                <a:moveTo>
                  <a:pt x="638175" y="742950"/>
                </a:moveTo>
                <a:lnTo>
                  <a:pt x="647700" y="742950"/>
                </a:lnTo>
                <a:lnTo>
                  <a:pt x="647700" y="752475"/>
                </a:lnTo>
                <a:lnTo>
                  <a:pt x="638175" y="752475"/>
                </a:lnTo>
                <a:close/>
                <a:moveTo>
                  <a:pt x="838200" y="742950"/>
                </a:moveTo>
                <a:lnTo>
                  <a:pt x="847725" y="742950"/>
                </a:lnTo>
                <a:lnTo>
                  <a:pt x="847725" y="752475"/>
                </a:lnTo>
                <a:lnTo>
                  <a:pt x="838200" y="752475"/>
                </a:lnTo>
                <a:close/>
                <a:moveTo>
                  <a:pt x="1152525" y="742950"/>
                </a:moveTo>
                <a:lnTo>
                  <a:pt x="1162050" y="742950"/>
                </a:lnTo>
                <a:lnTo>
                  <a:pt x="1162050" y="771525"/>
                </a:lnTo>
                <a:lnTo>
                  <a:pt x="1143000" y="771525"/>
                </a:lnTo>
                <a:lnTo>
                  <a:pt x="1143000" y="762000"/>
                </a:lnTo>
                <a:lnTo>
                  <a:pt x="1133475" y="762000"/>
                </a:lnTo>
                <a:lnTo>
                  <a:pt x="1133475" y="752475"/>
                </a:lnTo>
                <a:lnTo>
                  <a:pt x="1152525" y="752475"/>
                </a:lnTo>
                <a:close/>
                <a:moveTo>
                  <a:pt x="1190625" y="742950"/>
                </a:moveTo>
                <a:lnTo>
                  <a:pt x="1219200" y="742950"/>
                </a:lnTo>
                <a:lnTo>
                  <a:pt x="1219200" y="752475"/>
                </a:lnTo>
                <a:lnTo>
                  <a:pt x="1190625" y="752475"/>
                </a:lnTo>
                <a:close/>
                <a:moveTo>
                  <a:pt x="485775" y="752475"/>
                </a:moveTo>
                <a:lnTo>
                  <a:pt x="495300" y="752475"/>
                </a:lnTo>
                <a:lnTo>
                  <a:pt x="495300" y="762000"/>
                </a:lnTo>
                <a:lnTo>
                  <a:pt x="485775" y="762000"/>
                </a:lnTo>
                <a:close/>
                <a:moveTo>
                  <a:pt x="504825" y="752475"/>
                </a:moveTo>
                <a:lnTo>
                  <a:pt x="514350" y="752475"/>
                </a:lnTo>
                <a:lnTo>
                  <a:pt x="514350" y="762000"/>
                </a:lnTo>
                <a:lnTo>
                  <a:pt x="504825" y="762000"/>
                </a:lnTo>
                <a:close/>
                <a:moveTo>
                  <a:pt x="552450" y="752475"/>
                </a:moveTo>
                <a:lnTo>
                  <a:pt x="561975" y="752475"/>
                </a:lnTo>
                <a:lnTo>
                  <a:pt x="561975" y="762000"/>
                </a:lnTo>
                <a:lnTo>
                  <a:pt x="552450" y="762000"/>
                </a:lnTo>
                <a:close/>
                <a:moveTo>
                  <a:pt x="828675" y="752475"/>
                </a:moveTo>
                <a:lnTo>
                  <a:pt x="838200" y="752475"/>
                </a:lnTo>
                <a:lnTo>
                  <a:pt x="838200" y="762000"/>
                </a:lnTo>
                <a:lnTo>
                  <a:pt x="828675" y="762000"/>
                </a:lnTo>
                <a:close/>
                <a:moveTo>
                  <a:pt x="247650" y="771525"/>
                </a:moveTo>
                <a:lnTo>
                  <a:pt x="257175" y="771525"/>
                </a:lnTo>
                <a:lnTo>
                  <a:pt x="257175" y="790575"/>
                </a:lnTo>
                <a:lnTo>
                  <a:pt x="266700" y="790575"/>
                </a:lnTo>
                <a:lnTo>
                  <a:pt x="266700" y="800100"/>
                </a:lnTo>
                <a:lnTo>
                  <a:pt x="276225" y="800100"/>
                </a:lnTo>
                <a:lnTo>
                  <a:pt x="276225" y="828675"/>
                </a:lnTo>
                <a:lnTo>
                  <a:pt x="257175" y="828675"/>
                </a:lnTo>
                <a:lnTo>
                  <a:pt x="257175" y="819150"/>
                </a:lnTo>
                <a:lnTo>
                  <a:pt x="266700" y="819150"/>
                </a:lnTo>
                <a:lnTo>
                  <a:pt x="266700" y="809625"/>
                </a:lnTo>
                <a:lnTo>
                  <a:pt x="257175" y="809625"/>
                </a:lnTo>
                <a:lnTo>
                  <a:pt x="257175" y="800100"/>
                </a:lnTo>
                <a:lnTo>
                  <a:pt x="247650" y="800100"/>
                </a:lnTo>
                <a:lnTo>
                  <a:pt x="247650" y="790575"/>
                </a:lnTo>
                <a:lnTo>
                  <a:pt x="238125" y="790575"/>
                </a:lnTo>
                <a:lnTo>
                  <a:pt x="238125" y="781050"/>
                </a:lnTo>
                <a:lnTo>
                  <a:pt x="247650" y="781050"/>
                </a:lnTo>
                <a:close/>
                <a:moveTo>
                  <a:pt x="419100" y="771525"/>
                </a:moveTo>
                <a:lnTo>
                  <a:pt x="428625" y="771525"/>
                </a:lnTo>
                <a:lnTo>
                  <a:pt x="428625" y="781050"/>
                </a:lnTo>
                <a:lnTo>
                  <a:pt x="419100" y="781050"/>
                </a:lnTo>
                <a:close/>
                <a:moveTo>
                  <a:pt x="1181100" y="771525"/>
                </a:moveTo>
                <a:lnTo>
                  <a:pt x="1200150" y="771525"/>
                </a:lnTo>
                <a:lnTo>
                  <a:pt x="1200150" y="790575"/>
                </a:lnTo>
                <a:lnTo>
                  <a:pt x="1181100" y="790575"/>
                </a:lnTo>
                <a:close/>
                <a:moveTo>
                  <a:pt x="1257300" y="771525"/>
                </a:moveTo>
                <a:lnTo>
                  <a:pt x="1266825" y="771525"/>
                </a:lnTo>
                <a:lnTo>
                  <a:pt x="1266825" y="781050"/>
                </a:lnTo>
                <a:lnTo>
                  <a:pt x="1276350" y="781050"/>
                </a:lnTo>
                <a:lnTo>
                  <a:pt x="1276350" y="790575"/>
                </a:lnTo>
                <a:lnTo>
                  <a:pt x="1257300" y="790575"/>
                </a:lnTo>
                <a:close/>
                <a:moveTo>
                  <a:pt x="342900" y="790575"/>
                </a:moveTo>
                <a:lnTo>
                  <a:pt x="361950" y="790575"/>
                </a:lnTo>
                <a:lnTo>
                  <a:pt x="361950" y="800100"/>
                </a:lnTo>
                <a:lnTo>
                  <a:pt x="342900" y="800100"/>
                </a:lnTo>
                <a:close/>
                <a:moveTo>
                  <a:pt x="209550" y="800100"/>
                </a:moveTo>
                <a:lnTo>
                  <a:pt x="228600" y="800100"/>
                </a:lnTo>
                <a:lnTo>
                  <a:pt x="228600" y="809625"/>
                </a:lnTo>
                <a:lnTo>
                  <a:pt x="209550" y="809625"/>
                </a:lnTo>
                <a:close/>
                <a:moveTo>
                  <a:pt x="600075" y="800100"/>
                </a:moveTo>
                <a:lnTo>
                  <a:pt x="628650" y="800100"/>
                </a:lnTo>
                <a:lnTo>
                  <a:pt x="628650" y="819150"/>
                </a:lnTo>
                <a:lnTo>
                  <a:pt x="609600" y="819150"/>
                </a:lnTo>
                <a:lnTo>
                  <a:pt x="609600" y="828675"/>
                </a:lnTo>
                <a:lnTo>
                  <a:pt x="600075" y="828675"/>
                </a:lnTo>
                <a:lnTo>
                  <a:pt x="600075" y="819150"/>
                </a:lnTo>
                <a:lnTo>
                  <a:pt x="590550" y="819150"/>
                </a:lnTo>
                <a:lnTo>
                  <a:pt x="590550" y="809625"/>
                </a:lnTo>
                <a:lnTo>
                  <a:pt x="600075" y="809625"/>
                </a:lnTo>
                <a:close/>
                <a:moveTo>
                  <a:pt x="228600" y="809625"/>
                </a:moveTo>
                <a:lnTo>
                  <a:pt x="238125" y="809625"/>
                </a:lnTo>
                <a:lnTo>
                  <a:pt x="238125" y="819150"/>
                </a:lnTo>
                <a:lnTo>
                  <a:pt x="228600" y="819150"/>
                </a:lnTo>
                <a:close/>
                <a:moveTo>
                  <a:pt x="285750" y="809625"/>
                </a:moveTo>
                <a:lnTo>
                  <a:pt x="314325" y="809625"/>
                </a:lnTo>
                <a:lnTo>
                  <a:pt x="314325" y="819150"/>
                </a:lnTo>
                <a:lnTo>
                  <a:pt x="285750" y="819150"/>
                </a:lnTo>
                <a:close/>
                <a:moveTo>
                  <a:pt x="676275" y="809625"/>
                </a:moveTo>
                <a:lnTo>
                  <a:pt x="685800" y="809625"/>
                </a:lnTo>
                <a:lnTo>
                  <a:pt x="685800" y="819150"/>
                </a:lnTo>
                <a:lnTo>
                  <a:pt x="676275" y="819150"/>
                </a:lnTo>
                <a:close/>
                <a:moveTo>
                  <a:pt x="238125" y="819150"/>
                </a:moveTo>
                <a:lnTo>
                  <a:pt x="247650" y="819150"/>
                </a:lnTo>
                <a:lnTo>
                  <a:pt x="247650" y="828675"/>
                </a:lnTo>
                <a:lnTo>
                  <a:pt x="238125" y="828675"/>
                </a:lnTo>
                <a:close/>
                <a:moveTo>
                  <a:pt x="1209675" y="828675"/>
                </a:moveTo>
                <a:lnTo>
                  <a:pt x="1219200" y="828675"/>
                </a:lnTo>
                <a:lnTo>
                  <a:pt x="1219200" y="838200"/>
                </a:lnTo>
                <a:lnTo>
                  <a:pt x="1209675" y="838200"/>
                </a:lnTo>
                <a:close/>
                <a:moveTo>
                  <a:pt x="1714500" y="828675"/>
                </a:moveTo>
                <a:lnTo>
                  <a:pt x="1724025" y="828675"/>
                </a:lnTo>
                <a:lnTo>
                  <a:pt x="1724025" y="847725"/>
                </a:lnTo>
                <a:lnTo>
                  <a:pt x="1714500" y="847725"/>
                </a:lnTo>
                <a:close/>
                <a:moveTo>
                  <a:pt x="1219200" y="838200"/>
                </a:moveTo>
                <a:lnTo>
                  <a:pt x="1228725" y="838200"/>
                </a:lnTo>
                <a:lnTo>
                  <a:pt x="1228725" y="847725"/>
                </a:lnTo>
                <a:lnTo>
                  <a:pt x="1219200" y="847725"/>
                </a:lnTo>
                <a:close/>
                <a:moveTo>
                  <a:pt x="609600" y="914400"/>
                </a:moveTo>
                <a:lnTo>
                  <a:pt x="619125" y="914400"/>
                </a:lnTo>
                <a:lnTo>
                  <a:pt x="619125" y="923925"/>
                </a:lnTo>
                <a:lnTo>
                  <a:pt x="638175" y="923925"/>
                </a:lnTo>
                <a:lnTo>
                  <a:pt x="638175" y="933450"/>
                </a:lnTo>
                <a:lnTo>
                  <a:pt x="609600" y="933450"/>
                </a:lnTo>
                <a:close/>
                <a:moveTo>
                  <a:pt x="1562100" y="914400"/>
                </a:moveTo>
                <a:lnTo>
                  <a:pt x="1571625" y="914400"/>
                </a:lnTo>
                <a:lnTo>
                  <a:pt x="1571625" y="923925"/>
                </a:lnTo>
                <a:lnTo>
                  <a:pt x="1562100" y="923925"/>
                </a:lnTo>
                <a:close/>
                <a:moveTo>
                  <a:pt x="209550" y="923925"/>
                </a:moveTo>
                <a:lnTo>
                  <a:pt x="219075" y="923925"/>
                </a:lnTo>
                <a:lnTo>
                  <a:pt x="219075" y="933450"/>
                </a:lnTo>
                <a:lnTo>
                  <a:pt x="209550" y="933450"/>
                </a:lnTo>
                <a:close/>
                <a:moveTo>
                  <a:pt x="381000" y="923925"/>
                </a:moveTo>
                <a:lnTo>
                  <a:pt x="390525" y="923925"/>
                </a:lnTo>
                <a:lnTo>
                  <a:pt x="390525" y="942975"/>
                </a:lnTo>
                <a:lnTo>
                  <a:pt x="381000" y="942975"/>
                </a:lnTo>
                <a:close/>
                <a:moveTo>
                  <a:pt x="400050" y="923925"/>
                </a:moveTo>
                <a:lnTo>
                  <a:pt x="419100" y="923925"/>
                </a:lnTo>
                <a:lnTo>
                  <a:pt x="419100" y="933450"/>
                </a:lnTo>
                <a:lnTo>
                  <a:pt x="428625" y="933450"/>
                </a:lnTo>
                <a:lnTo>
                  <a:pt x="428625" y="923925"/>
                </a:lnTo>
                <a:lnTo>
                  <a:pt x="447675" y="923925"/>
                </a:lnTo>
                <a:lnTo>
                  <a:pt x="447675" y="933450"/>
                </a:lnTo>
                <a:lnTo>
                  <a:pt x="476250" y="933450"/>
                </a:lnTo>
                <a:lnTo>
                  <a:pt x="476250" y="923925"/>
                </a:lnTo>
                <a:lnTo>
                  <a:pt x="485775" y="923925"/>
                </a:lnTo>
                <a:lnTo>
                  <a:pt x="485775" y="942975"/>
                </a:lnTo>
                <a:lnTo>
                  <a:pt x="400050" y="942975"/>
                </a:lnTo>
                <a:close/>
                <a:moveTo>
                  <a:pt x="495300" y="923925"/>
                </a:moveTo>
                <a:lnTo>
                  <a:pt x="523875" y="923925"/>
                </a:lnTo>
                <a:lnTo>
                  <a:pt x="523875" y="933450"/>
                </a:lnTo>
                <a:lnTo>
                  <a:pt x="495300" y="933450"/>
                </a:lnTo>
                <a:close/>
                <a:moveTo>
                  <a:pt x="533400" y="923925"/>
                </a:moveTo>
                <a:lnTo>
                  <a:pt x="552450" y="923925"/>
                </a:lnTo>
                <a:lnTo>
                  <a:pt x="552450" y="933450"/>
                </a:lnTo>
                <a:lnTo>
                  <a:pt x="533400" y="933450"/>
                </a:lnTo>
                <a:close/>
                <a:moveTo>
                  <a:pt x="590550" y="923925"/>
                </a:moveTo>
                <a:lnTo>
                  <a:pt x="600075" y="923925"/>
                </a:lnTo>
                <a:lnTo>
                  <a:pt x="600075" y="933450"/>
                </a:lnTo>
                <a:lnTo>
                  <a:pt x="590550" y="933450"/>
                </a:lnTo>
                <a:close/>
                <a:moveTo>
                  <a:pt x="666750" y="923925"/>
                </a:moveTo>
                <a:lnTo>
                  <a:pt x="676275" y="923925"/>
                </a:lnTo>
                <a:lnTo>
                  <a:pt x="676275" y="933450"/>
                </a:lnTo>
                <a:lnTo>
                  <a:pt x="666750" y="933450"/>
                </a:lnTo>
                <a:close/>
                <a:moveTo>
                  <a:pt x="704850" y="923925"/>
                </a:moveTo>
                <a:lnTo>
                  <a:pt x="714375" y="923925"/>
                </a:lnTo>
                <a:lnTo>
                  <a:pt x="714375" y="933450"/>
                </a:lnTo>
                <a:lnTo>
                  <a:pt x="704850" y="933450"/>
                </a:lnTo>
                <a:close/>
                <a:moveTo>
                  <a:pt x="990600" y="923925"/>
                </a:moveTo>
                <a:lnTo>
                  <a:pt x="1000125" y="923925"/>
                </a:lnTo>
                <a:lnTo>
                  <a:pt x="1000125" y="933450"/>
                </a:lnTo>
                <a:lnTo>
                  <a:pt x="990600" y="933450"/>
                </a:lnTo>
                <a:close/>
                <a:moveTo>
                  <a:pt x="1057275" y="923925"/>
                </a:moveTo>
                <a:lnTo>
                  <a:pt x="1076325" y="923925"/>
                </a:lnTo>
                <a:lnTo>
                  <a:pt x="1076325" y="933450"/>
                </a:lnTo>
                <a:lnTo>
                  <a:pt x="1057275" y="933450"/>
                </a:lnTo>
                <a:close/>
                <a:moveTo>
                  <a:pt x="190500" y="933450"/>
                </a:moveTo>
                <a:lnTo>
                  <a:pt x="209550" y="933450"/>
                </a:lnTo>
                <a:lnTo>
                  <a:pt x="209550" y="942975"/>
                </a:lnTo>
                <a:lnTo>
                  <a:pt x="190500" y="942975"/>
                </a:lnTo>
                <a:close/>
                <a:moveTo>
                  <a:pt x="685800" y="933450"/>
                </a:moveTo>
                <a:lnTo>
                  <a:pt x="695325" y="933450"/>
                </a:lnTo>
                <a:lnTo>
                  <a:pt x="695325" y="942975"/>
                </a:lnTo>
                <a:lnTo>
                  <a:pt x="685800" y="942975"/>
                </a:lnTo>
                <a:close/>
                <a:moveTo>
                  <a:pt x="714375" y="933450"/>
                </a:moveTo>
                <a:lnTo>
                  <a:pt x="733425" y="933450"/>
                </a:lnTo>
                <a:lnTo>
                  <a:pt x="733425" y="942975"/>
                </a:lnTo>
                <a:lnTo>
                  <a:pt x="714375" y="942975"/>
                </a:lnTo>
                <a:close/>
                <a:moveTo>
                  <a:pt x="942975" y="933450"/>
                </a:moveTo>
                <a:lnTo>
                  <a:pt x="962025" y="933450"/>
                </a:lnTo>
                <a:lnTo>
                  <a:pt x="962025" y="942975"/>
                </a:lnTo>
                <a:lnTo>
                  <a:pt x="942975" y="942975"/>
                </a:lnTo>
                <a:close/>
                <a:moveTo>
                  <a:pt x="1085850" y="933450"/>
                </a:moveTo>
                <a:lnTo>
                  <a:pt x="1095375" y="933450"/>
                </a:lnTo>
                <a:lnTo>
                  <a:pt x="1095375" y="942975"/>
                </a:lnTo>
                <a:lnTo>
                  <a:pt x="1085850" y="942975"/>
                </a:lnTo>
                <a:close/>
                <a:moveTo>
                  <a:pt x="1123950" y="933450"/>
                </a:moveTo>
                <a:lnTo>
                  <a:pt x="1133475" y="933450"/>
                </a:lnTo>
                <a:lnTo>
                  <a:pt x="1133475" y="942975"/>
                </a:lnTo>
                <a:lnTo>
                  <a:pt x="1123950" y="942975"/>
                </a:lnTo>
                <a:close/>
                <a:moveTo>
                  <a:pt x="1171575" y="933450"/>
                </a:moveTo>
                <a:lnTo>
                  <a:pt x="1181100" y="933450"/>
                </a:lnTo>
                <a:lnTo>
                  <a:pt x="1181100" y="942975"/>
                </a:lnTo>
                <a:lnTo>
                  <a:pt x="1171575" y="942975"/>
                </a:lnTo>
                <a:close/>
                <a:moveTo>
                  <a:pt x="123825" y="942975"/>
                </a:moveTo>
                <a:lnTo>
                  <a:pt x="133350" y="942975"/>
                </a:lnTo>
                <a:lnTo>
                  <a:pt x="133350" y="952500"/>
                </a:lnTo>
                <a:lnTo>
                  <a:pt x="123825" y="952500"/>
                </a:lnTo>
                <a:close/>
                <a:moveTo>
                  <a:pt x="1504950" y="971550"/>
                </a:moveTo>
                <a:lnTo>
                  <a:pt x="1514475" y="971550"/>
                </a:lnTo>
                <a:lnTo>
                  <a:pt x="1514475" y="981075"/>
                </a:lnTo>
                <a:lnTo>
                  <a:pt x="1504950" y="981075"/>
                </a:lnTo>
                <a:close/>
                <a:moveTo>
                  <a:pt x="247650" y="981075"/>
                </a:moveTo>
                <a:lnTo>
                  <a:pt x="295275" y="981075"/>
                </a:lnTo>
                <a:lnTo>
                  <a:pt x="295275" y="990600"/>
                </a:lnTo>
                <a:lnTo>
                  <a:pt x="314325" y="990600"/>
                </a:lnTo>
                <a:lnTo>
                  <a:pt x="314325" y="1000125"/>
                </a:lnTo>
                <a:lnTo>
                  <a:pt x="304800" y="1000125"/>
                </a:lnTo>
                <a:lnTo>
                  <a:pt x="304800" y="1009650"/>
                </a:lnTo>
                <a:lnTo>
                  <a:pt x="285750" y="1009650"/>
                </a:lnTo>
                <a:lnTo>
                  <a:pt x="285750" y="1000125"/>
                </a:lnTo>
                <a:lnTo>
                  <a:pt x="247650" y="1000125"/>
                </a:lnTo>
                <a:close/>
                <a:moveTo>
                  <a:pt x="342900" y="981075"/>
                </a:moveTo>
                <a:lnTo>
                  <a:pt x="457200" y="981075"/>
                </a:lnTo>
                <a:lnTo>
                  <a:pt x="457200" y="990600"/>
                </a:lnTo>
                <a:lnTo>
                  <a:pt x="447675" y="990600"/>
                </a:lnTo>
                <a:lnTo>
                  <a:pt x="447675" y="1000125"/>
                </a:lnTo>
                <a:lnTo>
                  <a:pt x="390525" y="1000125"/>
                </a:lnTo>
                <a:lnTo>
                  <a:pt x="390525" y="1009650"/>
                </a:lnTo>
                <a:lnTo>
                  <a:pt x="352425" y="1009650"/>
                </a:lnTo>
                <a:lnTo>
                  <a:pt x="352425" y="1000125"/>
                </a:lnTo>
                <a:lnTo>
                  <a:pt x="342900" y="1000125"/>
                </a:lnTo>
                <a:close/>
                <a:moveTo>
                  <a:pt x="552450" y="981075"/>
                </a:moveTo>
                <a:lnTo>
                  <a:pt x="628650" y="981075"/>
                </a:lnTo>
                <a:lnTo>
                  <a:pt x="628650" y="990600"/>
                </a:lnTo>
                <a:lnTo>
                  <a:pt x="581025" y="990600"/>
                </a:lnTo>
                <a:lnTo>
                  <a:pt x="581025" y="1000125"/>
                </a:lnTo>
                <a:lnTo>
                  <a:pt x="476250" y="1000125"/>
                </a:lnTo>
                <a:lnTo>
                  <a:pt x="476250" y="990600"/>
                </a:lnTo>
                <a:lnTo>
                  <a:pt x="552450" y="990600"/>
                </a:lnTo>
                <a:close/>
                <a:moveTo>
                  <a:pt x="762000" y="981075"/>
                </a:moveTo>
                <a:lnTo>
                  <a:pt x="781050" y="981075"/>
                </a:lnTo>
                <a:lnTo>
                  <a:pt x="781050" y="990600"/>
                </a:lnTo>
                <a:lnTo>
                  <a:pt x="762000" y="990600"/>
                </a:lnTo>
                <a:close/>
                <a:moveTo>
                  <a:pt x="847725" y="981075"/>
                </a:moveTo>
                <a:lnTo>
                  <a:pt x="1019175" y="981075"/>
                </a:lnTo>
                <a:lnTo>
                  <a:pt x="1019175" y="990600"/>
                </a:lnTo>
                <a:lnTo>
                  <a:pt x="981075" y="990600"/>
                </a:lnTo>
                <a:lnTo>
                  <a:pt x="981075" y="1000125"/>
                </a:lnTo>
                <a:lnTo>
                  <a:pt x="962025" y="1000125"/>
                </a:lnTo>
                <a:lnTo>
                  <a:pt x="962025" y="990600"/>
                </a:lnTo>
                <a:lnTo>
                  <a:pt x="904875" y="990600"/>
                </a:lnTo>
                <a:lnTo>
                  <a:pt x="904875" y="1000125"/>
                </a:lnTo>
                <a:lnTo>
                  <a:pt x="895350" y="1000125"/>
                </a:lnTo>
                <a:lnTo>
                  <a:pt x="895350" y="990600"/>
                </a:lnTo>
                <a:lnTo>
                  <a:pt x="866775" y="990600"/>
                </a:lnTo>
                <a:lnTo>
                  <a:pt x="866775" y="1000125"/>
                </a:lnTo>
                <a:lnTo>
                  <a:pt x="809625" y="1000125"/>
                </a:lnTo>
                <a:lnTo>
                  <a:pt x="809625" y="990600"/>
                </a:lnTo>
                <a:lnTo>
                  <a:pt x="847725" y="990600"/>
                </a:lnTo>
                <a:close/>
                <a:moveTo>
                  <a:pt x="1047750" y="981075"/>
                </a:moveTo>
                <a:lnTo>
                  <a:pt x="1095375" y="981075"/>
                </a:lnTo>
                <a:lnTo>
                  <a:pt x="1095375" y="990600"/>
                </a:lnTo>
                <a:lnTo>
                  <a:pt x="1114425" y="990600"/>
                </a:lnTo>
                <a:lnTo>
                  <a:pt x="1114425" y="1000125"/>
                </a:lnTo>
                <a:lnTo>
                  <a:pt x="1076325" y="1000125"/>
                </a:lnTo>
                <a:lnTo>
                  <a:pt x="1076325" y="990600"/>
                </a:lnTo>
                <a:lnTo>
                  <a:pt x="1047750" y="990600"/>
                </a:lnTo>
                <a:close/>
                <a:moveTo>
                  <a:pt x="1123950" y="981075"/>
                </a:moveTo>
                <a:lnTo>
                  <a:pt x="1133475" y="981075"/>
                </a:lnTo>
                <a:lnTo>
                  <a:pt x="1133475" y="990600"/>
                </a:lnTo>
                <a:lnTo>
                  <a:pt x="1123950" y="990600"/>
                </a:lnTo>
                <a:close/>
                <a:moveTo>
                  <a:pt x="1143000" y="981075"/>
                </a:moveTo>
                <a:lnTo>
                  <a:pt x="1171575" y="981075"/>
                </a:lnTo>
                <a:lnTo>
                  <a:pt x="1171575" y="990600"/>
                </a:lnTo>
                <a:lnTo>
                  <a:pt x="1219200" y="990600"/>
                </a:lnTo>
                <a:lnTo>
                  <a:pt x="1219200" y="1000125"/>
                </a:lnTo>
                <a:lnTo>
                  <a:pt x="1162050" y="1000125"/>
                </a:lnTo>
                <a:lnTo>
                  <a:pt x="1162050" y="990600"/>
                </a:lnTo>
                <a:lnTo>
                  <a:pt x="1143000" y="990600"/>
                </a:lnTo>
                <a:close/>
                <a:moveTo>
                  <a:pt x="1343025" y="981075"/>
                </a:moveTo>
                <a:lnTo>
                  <a:pt x="1371600" y="981075"/>
                </a:lnTo>
                <a:lnTo>
                  <a:pt x="1371600" y="990600"/>
                </a:lnTo>
                <a:lnTo>
                  <a:pt x="1352550" y="990600"/>
                </a:lnTo>
                <a:lnTo>
                  <a:pt x="1352550" y="1000125"/>
                </a:lnTo>
                <a:lnTo>
                  <a:pt x="1323975" y="1000125"/>
                </a:lnTo>
                <a:lnTo>
                  <a:pt x="1323975" y="990600"/>
                </a:lnTo>
                <a:lnTo>
                  <a:pt x="1343025" y="990600"/>
                </a:lnTo>
                <a:close/>
                <a:moveTo>
                  <a:pt x="1381125" y="981075"/>
                </a:moveTo>
                <a:lnTo>
                  <a:pt x="1438275" y="981075"/>
                </a:lnTo>
                <a:lnTo>
                  <a:pt x="1438275" y="990600"/>
                </a:lnTo>
                <a:lnTo>
                  <a:pt x="1485900" y="990600"/>
                </a:lnTo>
                <a:lnTo>
                  <a:pt x="1485900" y="1000125"/>
                </a:lnTo>
                <a:lnTo>
                  <a:pt x="1390650" y="1000125"/>
                </a:lnTo>
                <a:lnTo>
                  <a:pt x="1390650" y="990600"/>
                </a:lnTo>
                <a:lnTo>
                  <a:pt x="1381125" y="990600"/>
                </a:lnTo>
                <a:close/>
                <a:moveTo>
                  <a:pt x="628650" y="990600"/>
                </a:moveTo>
                <a:lnTo>
                  <a:pt x="733425" y="990600"/>
                </a:lnTo>
                <a:lnTo>
                  <a:pt x="733425" y="1000125"/>
                </a:lnTo>
                <a:lnTo>
                  <a:pt x="628650" y="1000125"/>
                </a:lnTo>
                <a:close/>
                <a:moveTo>
                  <a:pt x="790575" y="990600"/>
                </a:moveTo>
                <a:lnTo>
                  <a:pt x="800100" y="990600"/>
                </a:lnTo>
                <a:lnTo>
                  <a:pt x="800100" y="1000125"/>
                </a:lnTo>
                <a:lnTo>
                  <a:pt x="790575" y="1000125"/>
                </a:lnTo>
                <a:close/>
                <a:moveTo>
                  <a:pt x="1495425" y="990600"/>
                </a:moveTo>
                <a:lnTo>
                  <a:pt x="1504950" y="990600"/>
                </a:lnTo>
                <a:lnTo>
                  <a:pt x="1504950" y="1000125"/>
                </a:lnTo>
                <a:lnTo>
                  <a:pt x="1495425" y="1000125"/>
                </a:lnTo>
                <a:close/>
                <a:moveTo>
                  <a:pt x="228600" y="1000125"/>
                </a:moveTo>
                <a:lnTo>
                  <a:pt x="247650" y="1000125"/>
                </a:lnTo>
                <a:lnTo>
                  <a:pt x="247650" y="1009650"/>
                </a:lnTo>
                <a:lnTo>
                  <a:pt x="228600" y="1009650"/>
                </a:lnTo>
                <a:close/>
                <a:moveTo>
                  <a:pt x="1571625" y="1000125"/>
                </a:moveTo>
                <a:lnTo>
                  <a:pt x="1581150" y="1000125"/>
                </a:lnTo>
                <a:lnTo>
                  <a:pt x="1581150" y="1009650"/>
                </a:lnTo>
                <a:lnTo>
                  <a:pt x="1571625" y="1009650"/>
                </a:lnTo>
                <a:close/>
                <a:moveTo>
                  <a:pt x="190500" y="1009650"/>
                </a:moveTo>
                <a:lnTo>
                  <a:pt x="200025" y="1009650"/>
                </a:lnTo>
                <a:lnTo>
                  <a:pt x="200025" y="1019175"/>
                </a:lnTo>
                <a:lnTo>
                  <a:pt x="190500" y="1019175"/>
                </a:lnTo>
                <a:close/>
                <a:moveTo>
                  <a:pt x="438150" y="1028700"/>
                </a:moveTo>
                <a:lnTo>
                  <a:pt x="447675" y="1028700"/>
                </a:lnTo>
                <a:lnTo>
                  <a:pt x="447675" y="1038225"/>
                </a:lnTo>
                <a:lnTo>
                  <a:pt x="438150" y="1038225"/>
                </a:lnTo>
                <a:close/>
                <a:moveTo>
                  <a:pt x="123825" y="1047750"/>
                </a:moveTo>
                <a:lnTo>
                  <a:pt x="133350" y="1047750"/>
                </a:lnTo>
                <a:lnTo>
                  <a:pt x="133350" y="1066800"/>
                </a:lnTo>
                <a:lnTo>
                  <a:pt x="123825" y="1066800"/>
                </a:lnTo>
                <a:close/>
                <a:moveTo>
                  <a:pt x="257175" y="1047750"/>
                </a:moveTo>
                <a:lnTo>
                  <a:pt x="266700" y="1047750"/>
                </a:lnTo>
                <a:lnTo>
                  <a:pt x="266700" y="1057275"/>
                </a:lnTo>
                <a:lnTo>
                  <a:pt x="257175" y="1057275"/>
                </a:lnTo>
                <a:close/>
                <a:moveTo>
                  <a:pt x="333375" y="1057275"/>
                </a:moveTo>
                <a:lnTo>
                  <a:pt x="342900" y="1057275"/>
                </a:lnTo>
                <a:lnTo>
                  <a:pt x="342900" y="1066800"/>
                </a:lnTo>
                <a:lnTo>
                  <a:pt x="333375" y="1066800"/>
                </a:lnTo>
                <a:close/>
                <a:moveTo>
                  <a:pt x="314325" y="1066800"/>
                </a:moveTo>
                <a:lnTo>
                  <a:pt x="333375" y="1066800"/>
                </a:lnTo>
                <a:lnTo>
                  <a:pt x="333375" y="1076325"/>
                </a:lnTo>
                <a:lnTo>
                  <a:pt x="342900" y="1076325"/>
                </a:lnTo>
                <a:lnTo>
                  <a:pt x="342900" y="1095375"/>
                </a:lnTo>
                <a:lnTo>
                  <a:pt x="361950" y="1095375"/>
                </a:lnTo>
                <a:lnTo>
                  <a:pt x="361950" y="1104900"/>
                </a:lnTo>
                <a:lnTo>
                  <a:pt x="342900" y="1104900"/>
                </a:lnTo>
                <a:lnTo>
                  <a:pt x="342900" y="1123950"/>
                </a:lnTo>
                <a:lnTo>
                  <a:pt x="314325" y="1123950"/>
                </a:lnTo>
                <a:close/>
                <a:moveTo>
                  <a:pt x="247650" y="1104900"/>
                </a:moveTo>
                <a:lnTo>
                  <a:pt x="266700" y="1104900"/>
                </a:lnTo>
                <a:lnTo>
                  <a:pt x="266700" y="1114425"/>
                </a:lnTo>
                <a:lnTo>
                  <a:pt x="257175" y="1114425"/>
                </a:lnTo>
                <a:lnTo>
                  <a:pt x="257175" y="1123950"/>
                </a:lnTo>
                <a:lnTo>
                  <a:pt x="247650" y="1123950"/>
                </a:lnTo>
                <a:close/>
                <a:moveTo>
                  <a:pt x="1095375" y="1104900"/>
                </a:moveTo>
                <a:lnTo>
                  <a:pt x="1114425" y="1104900"/>
                </a:lnTo>
                <a:lnTo>
                  <a:pt x="1114425" y="1114425"/>
                </a:lnTo>
                <a:lnTo>
                  <a:pt x="1123950" y="1114425"/>
                </a:lnTo>
                <a:lnTo>
                  <a:pt x="1123950" y="1123950"/>
                </a:lnTo>
                <a:lnTo>
                  <a:pt x="1095375" y="1123950"/>
                </a:lnTo>
                <a:close/>
                <a:moveTo>
                  <a:pt x="1724025" y="1104900"/>
                </a:moveTo>
                <a:lnTo>
                  <a:pt x="1733550" y="1104900"/>
                </a:lnTo>
                <a:lnTo>
                  <a:pt x="1733550" y="1123950"/>
                </a:lnTo>
                <a:lnTo>
                  <a:pt x="1724025" y="1123950"/>
                </a:lnTo>
                <a:close/>
                <a:moveTo>
                  <a:pt x="390525" y="1123950"/>
                </a:moveTo>
                <a:lnTo>
                  <a:pt x="409575" y="1123950"/>
                </a:lnTo>
                <a:lnTo>
                  <a:pt x="409575" y="1133475"/>
                </a:lnTo>
                <a:lnTo>
                  <a:pt x="390525" y="1133475"/>
                </a:lnTo>
                <a:close/>
                <a:moveTo>
                  <a:pt x="876300" y="1123950"/>
                </a:moveTo>
                <a:lnTo>
                  <a:pt x="885825" y="1123950"/>
                </a:lnTo>
                <a:lnTo>
                  <a:pt x="885825" y="1133475"/>
                </a:lnTo>
                <a:lnTo>
                  <a:pt x="876300" y="1133475"/>
                </a:lnTo>
                <a:close/>
                <a:moveTo>
                  <a:pt x="1371600" y="1123950"/>
                </a:moveTo>
                <a:lnTo>
                  <a:pt x="1390650" y="1123950"/>
                </a:lnTo>
                <a:lnTo>
                  <a:pt x="1390650" y="1133475"/>
                </a:lnTo>
                <a:lnTo>
                  <a:pt x="1371600" y="1133475"/>
                </a:lnTo>
                <a:close/>
                <a:moveTo>
                  <a:pt x="1647825" y="1123950"/>
                </a:moveTo>
                <a:lnTo>
                  <a:pt x="1657350" y="1123950"/>
                </a:lnTo>
                <a:lnTo>
                  <a:pt x="1657350" y="1133475"/>
                </a:lnTo>
                <a:lnTo>
                  <a:pt x="1647825" y="1133475"/>
                </a:lnTo>
                <a:close/>
                <a:moveTo>
                  <a:pt x="838200" y="1152525"/>
                </a:moveTo>
                <a:lnTo>
                  <a:pt x="847725" y="1152525"/>
                </a:lnTo>
                <a:lnTo>
                  <a:pt x="847725" y="1162050"/>
                </a:lnTo>
                <a:lnTo>
                  <a:pt x="866775" y="1162050"/>
                </a:lnTo>
                <a:lnTo>
                  <a:pt x="866775" y="1171575"/>
                </a:lnTo>
                <a:lnTo>
                  <a:pt x="819150" y="1171575"/>
                </a:lnTo>
                <a:lnTo>
                  <a:pt x="819150" y="1162050"/>
                </a:lnTo>
                <a:lnTo>
                  <a:pt x="838200" y="1162050"/>
                </a:lnTo>
                <a:close/>
                <a:moveTo>
                  <a:pt x="885825" y="1152525"/>
                </a:moveTo>
                <a:lnTo>
                  <a:pt x="904875" y="1152525"/>
                </a:lnTo>
                <a:lnTo>
                  <a:pt x="904875" y="1162050"/>
                </a:lnTo>
                <a:lnTo>
                  <a:pt x="885825" y="1162050"/>
                </a:lnTo>
                <a:close/>
                <a:moveTo>
                  <a:pt x="990600" y="1152525"/>
                </a:moveTo>
                <a:lnTo>
                  <a:pt x="1009650" y="1152525"/>
                </a:lnTo>
                <a:lnTo>
                  <a:pt x="1009650" y="1162050"/>
                </a:lnTo>
                <a:lnTo>
                  <a:pt x="1028700" y="1162050"/>
                </a:lnTo>
                <a:lnTo>
                  <a:pt x="1028700" y="1171575"/>
                </a:lnTo>
                <a:lnTo>
                  <a:pt x="942975" y="1171575"/>
                </a:lnTo>
                <a:lnTo>
                  <a:pt x="942975" y="1162050"/>
                </a:lnTo>
                <a:lnTo>
                  <a:pt x="990600" y="1162050"/>
                </a:lnTo>
                <a:close/>
                <a:moveTo>
                  <a:pt x="1057275" y="1152525"/>
                </a:moveTo>
                <a:lnTo>
                  <a:pt x="1076325" y="1152525"/>
                </a:lnTo>
                <a:lnTo>
                  <a:pt x="1076325" y="1162050"/>
                </a:lnTo>
                <a:lnTo>
                  <a:pt x="1095375" y="1162050"/>
                </a:lnTo>
                <a:lnTo>
                  <a:pt x="1095375" y="1171575"/>
                </a:lnTo>
                <a:lnTo>
                  <a:pt x="1057275" y="1171575"/>
                </a:lnTo>
                <a:close/>
                <a:moveTo>
                  <a:pt x="1133475" y="1152525"/>
                </a:moveTo>
                <a:lnTo>
                  <a:pt x="1143000" y="1152525"/>
                </a:lnTo>
                <a:lnTo>
                  <a:pt x="1143000" y="1162050"/>
                </a:lnTo>
                <a:lnTo>
                  <a:pt x="1133475" y="1162050"/>
                </a:lnTo>
                <a:close/>
                <a:moveTo>
                  <a:pt x="1209675" y="1152525"/>
                </a:moveTo>
                <a:lnTo>
                  <a:pt x="1228725" y="1152525"/>
                </a:lnTo>
                <a:lnTo>
                  <a:pt x="1228725" y="1162050"/>
                </a:lnTo>
                <a:lnTo>
                  <a:pt x="1238250" y="1162050"/>
                </a:lnTo>
                <a:lnTo>
                  <a:pt x="1238250" y="1171575"/>
                </a:lnTo>
                <a:lnTo>
                  <a:pt x="1200150" y="1171575"/>
                </a:lnTo>
                <a:lnTo>
                  <a:pt x="1200150" y="1162050"/>
                </a:lnTo>
                <a:lnTo>
                  <a:pt x="1209675" y="1162050"/>
                </a:lnTo>
                <a:close/>
                <a:moveTo>
                  <a:pt x="1504950" y="1152525"/>
                </a:moveTo>
                <a:lnTo>
                  <a:pt x="1514475" y="1152525"/>
                </a:lnTo>
                <a:lnTo>
                  <a:pt x="1514475" y="1162050"/>
                </a:lnTo>
                <a:lnTo>
                  <a:pt x="1533525" y="1162050"/>
                </a:lnTo>
                <a:lnTo>
                  <a:pt x="1533525" y="1171575"/>
                </a:lnTo>
                <a:lnTo>
                  <a:pt x="1504950" y="1171575"/>
                </a:lnTo>
                <a:close/>
                <a:moveTo>
                  <a:pt x="1143000" y="1162050"/>
                </a:moveTo>
                <a:lnTo>
                  <a:pt x="1152525" y="1162050"/>
                </a:lnTo>
                <a:lnTo>
                  <a:pt x="1152525" y="1171575"/>
                </a:lnTo>
                <a:lnTo>
                  <a:pt x="1143000" y="1171575"/>
                </a:lnTo>
                <a:close/>
                <a:moveTo>
                  <a:pt x="1266825" y="1162050"/>
                </a:moveTo>
                <a:lnTo>
                  <a:pt x="1285875" y="1162050"/>
                </a:lnTo>
                <a:lnTo>
                  <a:pt x="1285875" y="1171575"/>
                </a:lnTo>
                <a:lnTo>
                  <a:pt x="1266825" y="1171575"/>
                </a:lnTo>
                <a:close/>
                <a:moveTo>
                  <a:pt x="323850" y="1171575"/>
                </a:moveTo>
                <a:lnTo>
                  <a:pt x="390525" y="1171575"/>
                </a:lnTo>
                <a:lnTo>
                  <a:pt x="390525" y="1181100"/>
                </a:lnTo>
                <a:lnTo>
                  <a:pt x="323850" y="1181100"/>
                </a:lnTo>
                <a:close/>
                <a:moveTo>
                  <a:pt x="409575" y="1171575"/>
                </a:moveTo>
                <a:lnTo>
                  <a:pt x="438150" y="1171575"/>
                </a:lnTo>
                <a:lnTo>
                  <a:pt x="438150" y="1181100"/>
                </a:lnTo>
                <a:lnTo>
                  <a:pt x="409575" y="1181100"/>
                </a:lnTo>
                <a:close/>
                <a:moveTo>
                  <a:pt x="1676400" y="1209675"/>
                </a:moveTo>
                <a:lnTo>
                  <a:pt x="1685925" y="1209675"/>
                </a:lnTo>
                <a:lnTo>
                  <a:pt x="1685925" y="1219200"/>
                </a:lnTo>
                <a:lnTo>
                  <a:pt x="1676400" y="1219200"/>
                </a:lnTo>
                <a:close/>
                <a:moveTo>
                  <a:pt x="180975" y="1219200"/>
                </a:moveTo>
                <a:lnTo>
                  <a:pt x="200025" y="1219200"/>
                </a:lnTo>
                <a:lnTo>
                  <a:pt x="200025" y="1228725"/>
                </a:lnTo>
                <a:lnTo>
                  <a:pt x="180975" y="1228725"/>
                </a:lnTo>
                <a:close/>
                <a:moveTo>
                  <a:pt x="1666875" y="1219200"/>
                </a:moveTo>
                <a:lnTo>
                  <a:pt x="1676400" y="1219200"/>
                </a:lnTo>
                <a:lnTo>
                  <a:pt x="1676400" y="1238250"/>
                </a:lnTo>
                <a:lnTo>
                  <a:pt x="1666875" y="1238250"/>
                </a:lnTo>
                <a:close/>
                <a:moveTo>
                  <a:pt x="123825" y="1257300"/>
                </a:moveTo>
                <a:lnTo>
                  <a:pt x="133350" y="1257300"/>
                </a:lnTo>
                <a:lnTo>
                  <a:pt x="133350" y="1295400"/>
                </a:lnTo>
                <a:lnTo>
                  <a:pt x="123825" y="1295400"/>
                </a:lnTo>
                <a:close/>
                <a:moveTo>
                  <a:pt x="1685925" y="1276350"/>
                </a:moveTo>
                <a:lnTo>
                  <a:pt x="1695450" y="1276350"/>
                </a:lnTo>
                <a:lnTo>
                  <a:pt x="1695450" y="1285875"/>
                </a:lnTo>
                <a:lnTo>
                  <a:pt x="1685925" y="1285875"/>
                </a:lnTo>
                <a:close/>
                <a:moveTo>
                  <a:pt x="123825" y="1343025"/>
                </a:moveTo>
                <a:lnTo>
                  <a:pt x="133350" y="1343025"/>
                </a:lnTo>
                <a:lnTo>
                  <a:pt x="133350" y="1362075"/>
                </a:lnTo>
                <a:lnTo>
                  <a:pt x="123825" y="1362075"/>
                </a:lnTo>
                <a:close/>
                <a:moveTo>
                  <a:pt x="581025" y="1381125"/>
                </a:moveTo>
                <a:lnTo>
                  <a:pt x="590550" y="1381125"/>
                </a:lnTo>
                <a:lnTo>
                  <a:pt x="590550" y="1390650"/>
                </a:lnTo>
                <a:lnTo>
                  <a:pt x="600075" y="1390650"/>
                </a:lnTo>
                <a:lnTo>
                  <a:pt x="600075" y="1400175"/>
                </a:lnTo>
                <a:lnTo>
                  <a:pt x="590550" y="1400175"/>
                </a:lnTo>
                <a:lnTo>
                  <a:pt x="590550" y="1409700"/>
                </a:lnTo>
                <a:lnTo>
                  <a:pt x="581025" y="1409700"/>
                </a:lnTo>
                <a:close/>
                <a:moveTo>
                  <a:pt x="409575" y="1390650"/>
                </a:moveTo>
                <a:lnTo>
                  <a:pt x="428625" y="1390650"/>
                </a:lnTo>
                <a:lnTo>
                  <a:pt x="428625" y="1400175"/>
                </a:lnTo>
                <a:lnTo>
                  <a:pt x="409575" y="1400175"/>
                </a:lnTo>
                <a:close/>
                <a:moveTo>
                  <a:pt x="847725" y="1390650"/>
                </a:moveTo>
                <a:lnTo>
                  <a:pt x="866775" y="1390650"/>
                </a:lnTo>
                <a:lnTo>
                  <a:pt x="866775" y="1400175"/>
                </a:lnTo>
                <a:lnTo>
                  <a:pt x="847725" y="1400175"/>
                </a:lnTo>
                <a:close/>
                <a:moveTo>
                  <a:pt x="942975" y="1390650"/>
                </a:moveTo>
                <a:lnTo>
                  <a:pt x="952500" y="1390650"/>
                </a:lnTo>
                <a:lnTo>
                  <a:pt x="952500" y="1400175"/>
                </a:lnTo>
                <a:lnTo>
                  <a:pt x="942975" y="1400175"/>
                </a:lnTo>
                <a:close/>
                <a:moveTo>
                  <a:pt x="971550" y="1390650"/>
                </a:moveTo>
                <a:lnTo>
                  <a:pt x="981075" y="1390650"/>
                </a:lnTo>
                <a:lnTo>
                  <a:pt x="981075" y="1400175"/>
                </a:lnTo>
                <a:lnTo>
                  <a:pt x="971550" y="1400175"/>
                </a:lnTo>
                <a:close/>
                <a:moveTo>
                  <a:pt x="266700" y="1400175"/>
                </a:moveTo>
                <a:lnTo>
                  <a:pt x="276225" y="1400175"/>
                </a:lnTo>
                <a:lnTo>
                  <a:pt x="276225" y="1409700"/>
                </a:lnTo>
                <a:lnTo>
                  <a:pt x="266700" y="1409700"/>
                </a:lnTo>
                <a:close/>
                <a:moveTo>
                  <a:pt x="981075" y="1400175"/>
                </a:moveTo>
                <a:lnTo>
                  <a:pt x="990600" y="1400175"/>
                </a:lnTo>
                <a:lnTo>
                  <a:pt x="990600" y="1409700"/>
                </a:lnTo>
                <a:lnTo>
                  <a:pt x="981075" y="1409700"/>
                </a:lnTo>
                <a:close/>
                <a:moveTo>
                  <a:pt x="1066800" y="1400175"/>
                </a:moveTo>
                <a:lnTo>
                  <a:pt x="1085850" y="1400175"/>
                </a:lnTo>
                <a:lnTo>
                  <a:pt x="1085850" y="1447800"/>
                </a:lnTo>
                <a:lnTo>
                  <a:pt x="1076325" y="1447800"/>
                </a:lnTo>
                <a:lnTo>
                  <a:pt x="1076325" y="1438275"/>
                </a:lnTo>
                <a:lnTo>
                  <a:pt x="1066800" y="1438275"/>
                </a:lnTo>
                <a:close/>
                <a:moveTo>
                  <a:pt x="495300" y="1409700"/>
                </a:moveTo>
                <a:lnTo>
                  <a:pt x="504825" y="1409700"/>
                </a:lnTo>
                <a:lnTo>
                  <a:pt x="504825" y="1419225"/>
                </a:lnTo>
                <a:lnTo>
                  <a:pt x="495300" y="1419225"/>
                </a:lnTo>
                <a:close/>
                <a:moveTo>
                  <a:pt x="571500" y="1419225"/>
                </a:moveTo>
                <a:lnTo>
                  <a:pt x="581025" y="1419225"/>
                </a:lnTo>
                <a:lnTo>
                  <a:pt x="581025" y="1428750"/>
                </a:lnTo>
                <a:lnTo>
                  <a:pt x="571500" y="1428750"/>
                </a:lnTo>
                <a:close/>
                <a:moveTo>
                  <a:pt x="771525" y="1428750"/>
                </a:moveTo>
                <a:lnTo>
                  <a:pt x="790575" y="1428750"/>
                </a:lnTo>
                <a:lnTo>
                  <a:pt x="790575" y="1447800"/>
                </a:lnTo>
                <a:lnTo>
                  <a:pt x="781050" y="1447800"/>
                </a:lnTo>
                <a:lnTo>
                  <a:pt x="781050" y="1438275"/>
                </a:lnTo>
                <a:lnTo>
                  <a:pt x="771525" y="1438275"/>
                </a:lnTo>
                <a:close/>
                <a:moveTo>
                  <a:pt x="400050" y="1438275"/>
                </a:moveTo>
                <a:lnTo>
                  <a:pt x="409575" y="1438275"/>
                </a:lnTo>
                <a:lnTo>
                  <a:pt x="409575" y="1447800"/>
                </a:lnTo>
                <a:lnTo>
                  <a:pt x="400050" y="1447800"/>
                </a:lnTo>
                <a:close/>
                <a:moveTo>
                  <a:pt x="485775" y="1438275"/>
                </a:moveTo>
                <a:lnTo>
                  <a:pt x="495300" y="1438275"/>
                </a:lnTo>
                <a:lnTo>
                  <a:pt x="495300" y="1447800"/>
                </a:lnTo>
                <a:lnTo>
                  <a:pt x="485775" y="1447800"/>
                </a:lnTo>
                <a:close/>
                <a:moveTo>
                  <a:pt x="561975" y="1438275"/>
                </a:moveTo>
                <a:lnTo>
                  <a:pt x="571500" y="1438275"/>
                </a:lnTo>
                <a:lnTo>
                  <a:pt x="571500" y="1447800"/>
                </a:lnTo>
                <a:lnTo>
                  <a:pt x="561975" y="1447800"/>
                </a:lnTo>
                <a:close/>
                <a:moveTo>
                  <a:pt x="161925" y="1590675"/>
                </a:moveTo>
                <a:lnTo>
                  <a:pt x="171450" y="1590675"/>
                </a:lnTo>
                <a:lnTo>
                  <a:pt x="171450" y="1685925"/>
                </a:lnTo>
                <a:lnTo>
                  <a:pt x="161925" y="1685925"/>
                </a:lnTo>
                <a:close/>
                <a:moveTo>
                  <a:pt x="1695450" y="1590675"/>
                </a:moveTo>
                <a:lnTo>
                  <a:pt x="1704975" y="1590675"/>
                </a:lnTo>
                <a:lnTo>
                  <a:pt x="1704975" y="1619250"/>
                </a:lnTo>
                <a:lnTo>
                  <a:pt x="1695450" y="1619250"/>
                </a:lnTo>
                <a:close/>
                <a:moveTo>
                  <a:pt x="123825" y="1600200"/>
                </a:moveTo>
                <a:lnTo>
                  <a:pt x="133350" y="1600200"/>
                </a:lnTo>
                <a:lnTo>
                  <a:pt x="133350" y="1609725"/>
                </a:lnTo>
                <a:lnTo>
                  <a:pt x="123825" y="1609725"/>
                </a:lnTo>
                <a:close/>
                <a:moveTo>
                  <a:pt x="1685925" y="1666875"/>
                </a:moveTo>
                <a:lnTo>
                  <a:pt x="1704975" y="1666875"/>
                </a:lnTo>
                <a:lnTo>
                  <a:pt x="1704975" y="1714500"/>
                </a:lnTo>
                <a:lnTo>
                  <a:pt x="1685925" y="1714500"/>
                </a:lnTo>
                <a:close/>
                <a:moveTo>
                  <a:pt x="1676400" y="1714500"/>
                </a:moveTo>
                <a:lnTo>
                  <a:pt x="1685925" y="1714500"/>
                </a:lnTo>
                <a:lnTo>
                  <a:pt x="1685925" y="1724025"/>
                </a:lnTo>
                <a:lnTo>
                  <a:pt x="1676400" y="1724025"/>
                </a:lnTo>
                <a:close/>
                <a:moveTo>
                  <a:pt x="1704975" y="1714500"/>
                </a:moveTo>
                <a:lnTo>
                  <a:pt x="1714500" y="1714500"/>
                </a:lnTo>
                <a:lnTo>
                  <a:pt x="1714500" y="1724025"/>
                </a:lnTo>
                <a:lnTo>
                  <a:pt x="1704975" y="1724025"/>
                </a:lnTo>
                <a:close/>
                <a:moveTo>
                  <a:pt x="1619250" y="1771650"/>
                </a:moveTo>
                <a:lnTo>
                  <a:pt x="1628775" y="1771650"/>
                </a:lnTo>
                <a:lnTo>
                  <a:pt x="1628775" y="1781175"/>
                </a:lnTo>
                <a:lnTo>
                  <a:pt x="1619250" y="1781175"/>
                </a:lnTo>
                <a:close/>
                <a:moveTo>
                  <a:pt x="1638300" y="1771650"/>
                </a:moveTo>
                <a:lnTo>
                  <a:pt x="1685925" y="1771650"/>
                </a:lnTo>
                <a:lnTo>
                  <a:pt x="1685925" y="1790700"/>
                </a:lnTo>
                <a:lnTo>
                  <a:pt x="1666875" y="1790700"/>
                </a:lnTo>
                <a:lnTo>
                  <a:pt x="1666875" y="1781175"/>
                </a:lnTo>
                <a:lnTo>
                  <a:pt x="1638300" y="1781175"/>
                </a:lnTo>
                <a:close/>
                <a:moveTo>
                  <a:pt x="1590675" y="1781175"/>
                </a:moveTo>
                <a:lnTo>
                  <a:pt x="1619250" y="1781175"/>
                </a:lnTo>
                <a:lnTo>
                  <a:pt x="1619250" y="1790700"/>
                </a:lnTo>
                <a:lnTo>
                  <a:pt x="1590675" y="1790700"/>
                </a:lnTo>
                <a:close/>
                <a:moveTo>
                  <a:pt x="285750" y="1790700"/>
                </a:moveTo>
                <a:lnTo>
                  <a:pt x="314325" y="1790700"/>
                </a:lnTo>
                <a:lnTo>
                  <a:pt x="314325" y="1800225"/>
                </a:lnTo>
                <a:lnTo>
                  <a:pt x="285750" y="1800225"/>
                </a:lnTo>
                <a:close/>
                <a:moveTo>
                  <a:pt x="466725" y="1790700"/>
                </a:moveTo>
                <a:lnTo>
                  <a:pt x="485775" y="1790700"/>
                </a:lnTo>
                <a:lnTo>
                  <a:pt x="485775" y="1819275"/>
                </a:lnTo>
                <a:lnTo>
                  <a:pt x="476250" y="1819275"/>
                </a:lnTo>
                <a:lnTo>
                  <a:pt x="476250" y="1800225"/>
                </a:lnTo>
                <a:lnTo>
                  <a:pt x="466725" y="1800225"/>
                </a:lnTo>
                <a:close/>
                <a:moveTo>
                  <a:pt x="704850" y="1790700"/>
                </a:moveTo>
                <a:lnTo>
                  <a:pt x="990600" y="1790700"/>
                </a:lnTo>
                <a:lnTo>
                  <a:pt x="990600" y="1800225"/>
                </a:lnTo>
                <a:lnTo>
                  <a:pt x="971550" y="1800225"/>
                </a:lnTo>
                <a:lnTo>
                  <a:pt x="971550" y="1809750"/>
                </a:lnTo>
                <a:lnTo>
                  <a:pt x="981075" y="1809750"/>
                </a:lnTo>
                <a:lnTo>
                  <a:pt x="981075" y="1819275"/>
                </a:lnTo>
                <a:lnTo>
                  <a:pt x="962025" y="1819275"/>
                </a:lnTo>
                <a:lnTo>
                  <a:pt x="962025" y="1800225"/>
                </a:lnTo>
                <a:lnTo>
                  <a:pt x="876300" y="1800225"/>
                </a:lnTo>
                <a:lnTo>
                  <a:pt x="876300" y="1809750"/>
                </a:lnTo>
                <a:lnTo>
                  <a:pt x="895350" y="1809750"/>
                </a:lnTo>
                <a:lnTo>
                  <a:pt x="895350" y="1838325"/>
                </a:lnTo>
                <a:lnTo>
                  <a:pt x="847725" y="1838325"/>
                </a:lnTo>
                <a:lnTo>
                  <a:pt x="847725" y="1819275"/>
                </a:lnTo>
                <a:lnTo>
                  <a:pt x="838200" y="1819275"/>
                </a:lnTo>
                <a:lnTo>
                  <a:pt x="838200" y="1809750"/>
                </a:lnTo>
                <a:lnTo>
                  <a:pt x="847725" y="1809750"/>
                </a:lnTo>
                <a:lnTo>
                  <a:pt x="847725" y="1800225"/>
                </a:lnTo>
                <a:lnTo>
                  <a:pt x="704850" y="1800225"/>
                </a:lnTo>
                <a:close/>
                <a:moveTo>
                  <a:pt x="1028700" y="1790700"/>
                </a:moveTo>
                <a:lnTo>
                  <a:pt x="1238250" y="1790700"/>
                </a:lnTo>
                <a:lnTo>
                  <a:pt x="1238250" y="1800225"/>
                </a:lnTo>
                <a:lnTo>
                  <a:pt x="1228725" y="1800225"/>
                </a:lnTo>
                <a:lnTo>
                  <a:pt x="1228725" y="1819275"/>
                </a:lnTo>
                <a:lnTo>
                  <a:pt x="1200150" y="1819275"/>
                </a:lnTo>
                <a:lnTo>
                  <a:pt x="1200150" y="1809750"/>
                </a:lnTo>
                <a:lnTo>
                  <a:pt x="1209675" y="1809750"/>
                </a:lnTo>
                <a:lnTo>
                  <a:pt x="1209675" y="1800225"/>
                </a:lnTo>
                <a:lnTo>
                  <a:pt x="1171575" y="1800225"/>
                </a:lnTo>
                <a:lnTo>
                  <a:pt x="1171575" y="1819275"/>
                </a:lnTo>
                <a:lnTo>
                  <a:pt x="1152525" y="1819275"/>
                </a:lnTo>
                <a:lnTo>
                  <a:pt x="1152525" y="1800225"/>
                </a:lnTo>
                <a:lnTo>
                  <a:pt x="1028700" y="1800225"/>
                </a:lnTo>
                <a:close/>
                <a:moveTo>
                  <a:pt x="1257300" y="1790700"/>
                </a:moveTo>
                <a:lnTo>
                  <a:pt x="1476375" y="1790700"/>
                </a:lnTo>
                <a:lnTo>
                  <a:pt x="1476375" y="1800225"/>
                </a:lnTo>
                <a:lnTo>
                  <a:pt x="1257300" y="1800225"/>
                </a:lnTo>
                <a:close/>
                <a:moveTo>
                  <a:pt x="1495425" y="1790700"/>
                </a:moveTo>
                <a:lnTo>
                  <a:pt x="1524000" y="1790700"/>
                </a:lnTo>
                <a:lnTo>
                  <a:pt x="1524000" y="1800225"/>
                </a:lnTo>
                <a:lnTo>
                  <a:pt x="1495425" y="1800225"/>
                </a:lnTo>
                <a:close/>
                <a:moveTo>
                  <a:pt x="1543050" y="1790700"/>
                </a:moveTo>
                <a:lnTo>
                  <a:pt x="1581150" y="1790700"/>
                </a:lnTo>
                <a:lnTo>
                  <a:pt x="1581150" y="1800225"/>
                </a:lnTo>
                <a:lnTo>
                  <a:pt x="1543050" y="1800225"/>
                </a:lnTo>
                <a:close/>
                <a:moveTo>
                  <a:pt x="581025" y="1800225"/>
                </a:moveTo>
                <a:lnTo>
                  <a:pt x="600075" y="1800225"/>
                </a:lnTo>
                <a:lnTo>
                  <a:pt x="600075" y="1819275"/>
                </a:lnTo>
                <a:lnTo>
                  <a:pt x="590550" y="1819275"/>
                </a:lnTo>
                <a:lnTo>
                  <a:pt x="590550" y="1809750"/>
                </a:lnTo>
                <a:lnTo>
                  <a:pt x="581025" y="1809750"/>
                </a:lnTo>
                <a:close/>
                <a:moveTo>
                  <a:pt x="219075" y="1809750"/>
                </a:moveTo>
                <a:lnTo>
                  <a:pt x="228600" y="1809750"/>
                </a:lnTo>
                <a:lnTo>
                  <a:pt x="228600" y="1819275"/>
                </a:lnTo>
                <a:lnTo>
                  <a:pt x="238125" y="1819275"/>
                </a:lnTo>
                <a:lnTo>
                  <a:pt x="238125" y="1828800"/>
                </a:lnTo>
                <a:lnTo>
                  <a:pt x="209550" y="1828800"/>
                </a:lnTo>
                <a:lnTo>
                  <a:pt x="209550" y="1819275"/>
                </a:lnTo>
                <a:lnTo>
                  <a:pt x="219075" y="1819275"/>
                </a:lnTo>
                <a:close/>
                <a:moveTo>
                  <a:pt x="1666875" y="1809750"/>
                </a:moveTo>
                <a:lnTo>
                  <a:pt x="1685925" y="1809750"/>
                </a:lnTo>
                <a:lnTo>
                  <a:pt x="1685925" y="1828800"/>
                </a:lnTo>
                <a:lnTo>
                  <a:pt x="1676400" y="1828800"/>
                </a:lnTo>
                <a:lnTo>
                  <a:pt x="1676400" y="1838325"/>
                </a:lnTo>
                <a:lnTo>
                  <a:pt x="1666875" y="1838325"/>
                </a:lnTo>
                <a:close/>
                <a:moveTo>
                  <a:pt x="600075" y="1819275"/>
                </a:moveTo>
                <a:lnTo>
                  <a:pt x="647700" y="1819275"/>
                </a:lnTo>
                <a:lnTo>
                  <a:pt x="647700" y="1828800"/>
                </a:lnTo>
                <a:lnTo>
                  <a:pt x="600075" y="1828800"/>
                </a:lnTo>
                <a:close/>
                <a:moveTo>
                  <a:pt x="857250" y="1828800"/>
                </a:moveTo>
                <a:lnTo>
                  <a:pt x="866775" y="1828800"/>
                </a:lnTo>
                <a:lnTo>
                  <a:pt x="866775" y="1819275"/>
                </a:lnTo>
                <a:lnTo>
                  <a:pt x="857250" y="1819275"/>
                </a:lnTo>
                <a:close/>
                <a:moveTo>
                  <a:pt x="409575" y="1838325"/>
                </a:moveTo>
                <a:lnTo>
                  <a:pt x="419100" y="1838325"/>
                </a:lnTo>
                <a:lnTo>
                  <a:pt x="419100" y="1847850"/>
                </a:lnTo>
                <a:lnTo>
                  <a:pt x="438150" y="1847850"/>
                </a:lnTo>
                <a:lnTo>
                  <a:pt x="438150" y="1857375"/>
                </a:lnTo>
                <a:lnTo>
                  <a:pt x="419100" y="1857375"/>
                </a:lnTo>
                <a:lnTo>
                  <a:pt x="419100" y="1866900"/>
                </a:lnTo>
                <a:lnTo>
                  <a:pt x="400050" y="1866900"/>
                </a:lnTo>
                <a:lnTo>
                  <a:pt x="400050" y="1876425"/>
                </a:lnTo>
                <a:lnTo>
                  <a:pt x="409575" y="1876425"/>
                </a:lnTo>
                <a:lnTo>
                  <a:pt x="409575" y="1885950"/>
                </a:lnTo>
                <a:lnTo>
                  <a:pt x="390525" y="1885950"/>
                </a:lnTo>
                <a:lnTo>
                  <a:pt x="390525" y="1876425"/>
                </a:lnTo>
                <a:lnTo>
                  <a:pt x="381000" y="1876425"/>
                </a:lnTo>
                <a:lnTo>
                  <a:pt x="381000" y="1857375"/>
                </a:lnTo>
                <a:lnTo>
                  <a:pt x="390525" y="1857375"/>
                </a:lnTo>
                <a:lnTo>
                  <a:pt x="390525" y="1847850"/>
                </a:lnTo>
                <a:lnTo>
                  <a:pt x="409575" y="1847850"/>
                </a:lnTo>
                <a:close/>
                <a:moveTo>
                  <a:pt x="904875" y="1847850"/>
                </a:moveTo>
                <a:lnTo>
                  <a:pt x="923925" y="1847850"/>
                </a:lnTo>
                <a:lnTo>
                  <a:pt x="923925" y="1857375"/>
                </a:lnTo>
                <a:lnTo>
                  <a:pt x="933450" y="1857375"/>
                </a:lnTo>
                <a:lnTo>
                  <a:pt x="933450" y="1866900"/>
                </a:lnTo>
                <a:lnTo>
                  <a:pt x="923925" y="1866900"/>
                </a:lnTo>
                <a:lnTo>
                  <a:pt x="923925" y="1876425"/>
                </a:lnTo>
                <a:lnTo>
                  <a:pt x="933450" y="1876425"/>
                </a:lnTo>
                <a:lnTo>
                  <a:pt x="933450" y="1885950"/>
                </a:lnTo>
                <a:lnTo>
                  <a:pt x="914400" y="1885950"/>
                </a:lnTo>
                <a:lnTo>
                  <a:pt x="914400" y="1866900"/>
                </a:lnTo>
                <a:lnTo>
                  <a:pt x="904875" y="1866900"/>
                </a:lnTo>
                <a:close/>
                <a:moveTo>
                  <a:pt x="1057275" y="1866900"/>
                </a:moveTo>
                <a:lnTo>
                  <a:pt x="1076325" y="1866900"/>
                </a:lnTo>
                <a:lnTo>
                  <a:pt x="1076325" y="1876425"/>
                </a:lnTo>
                <a:lnTo>
                  <a:pt x="1085850" y="1876425"/>
                </a:lnTo>
                <a:lnTo>
                  <a:pt x="1085850" y="1885950"/>
                </a:lnTo>
                <a:lnTo>
                  <a:pt x="1076325" y="1885950"/>
                </a:lnTo>
                <a:lnTo>
                  <a:pt x="1076325" y="1905000"/>
                </a:lnTo>
                <a:lnTo>
                  <a:pt x="1114425" y="1905000"/>
                </a:lnTo>
                <a:lnTo>
                  <a:pt x="1114425" y="1924050"/>
                </a:lnTo>
                <a:lnTo>
                  <a:pt x="1123950" y="1924050"/>
                </a:lnTo>
                <a:lnTo>
                  <a:pt x="1123950" y="1943100"/>
                </a:lnTo>
                <a:lnTo>
                  <a:pt x="1104900" y="1943100"/>
                </a:lnTo>
                <a:lnTo>
                  <a:pt x="1104900" y="1914525"/>
                </a:lnTo>
                <a:lnTo>
                  <a:pt x="1047750" y="1914525"/>
                </a:lnTo>
                <a:lnTo>
                  <a:pt x="1047750" y="1905000"/>
                </a:lnTo>
                <a:lnTo>
                  <a:pt x="1066800" y="1905000"/>
                </a:lnTo>
                <a:lnTo>
                  <a:pt x="1066800" y="1885950"/>
                </a:lnTo>
                <a:lnTo>
                  <a:pt x="1057275" y="1885950"/>
                </a:lnTo>
                <a:close/>
                <a:moveTo>
                  <a:pt x="1181100" y="1866900"/>
                </a:moveTo>
                <a:lnTo>
                  <a:pt x="1190625" y="1866900"/>
                </a:lnTo>
                <a:lnTo>
                  <a:pt x="1190625" y="1876425"/>
                </a:lnTo>
                <a:lnTo>
                  <a:pt x="1200150" y="1876425"/>
                </a:lnTo>
                <a:lnTo>
                  <a:pt x="1200150" y="1885950"/>
                </a:lnTo>
                <a:lnTo>
                  <a:pt x="1247775" y="1885950"/>
                </a:lnTo>
                <a:lnTo>
                  <a:pt x="1247775" y="1905000"/>
                </a:lnTo>
                <a:lnTo>
                  <a:pt x="1257300" y="1905000"/>
                </a:lnTo>
                <a:lnTo>
                  <a:pt x="1257300" y="1914525"/>
                </a:lnTo>
                <a:lnTo>
                  <a:pt x="1247775" y="1914525"/>
                </a:lnTo>
                <a:lnTo>
                  <a:pt x="1247775" y="1924050"/>
                </a:lnTo>
                <a:lnTo>
                  <a:pt x="1238250" y="1924050"/>
                </a:lnTo>
                <a:lnTo>
                  <a:pt x="1238250" y="1933575"/>
                </a:lnTo>
                <a:lnTo>
                  <a:pt x="1228725" y="1933575"/>
                </a:lnTo>
                <a:lnTo>
                  <a:pt x="1228725" y="1924050"/>
                </a:lnTo>
                <a:lnTo>
                  <a:pt x="1219200" y="1924050"/>
                </a:lnTo>
                <a:lnTo>
                  <a:pt x="1219200" y="1914525"/>
                </a:lnTo>
                <a:lnTo>
                  <a:pt x="1190625" y="1914525"/>
                </a:lnTo>
                <a:lnTo>
                  <a:pt x="1190625" y="1924050"/>
                </a:lnTo>
                <a:lnTo>
                  <a:pt x="1181100" y="1924050"/>
                </a:lnTo>
                <a:lnTo>
                  <a:pt x="1181100" y="1914525"/>
                </a:lnTo>
                <a:lnTo>
                  <a:pt x="1162050" y="1914525"/>
                </a:lnTo>
                <a:lnTo>
                  <a:pt x="1162050" y="1905000"/>
                </a:lnTo>
                <a:lnTo>
                  <a:pt x="1133475" y="1905000"/>
                </a:lnTo>
                <a:lnTo>
                  <a:pt x="1133475" y="1885950"/>
                </a:lnTo>
                <a:lnTo>
                  <a:pt x="1171575" y="1885950"/>
                </a:lnTo>
                <a:lnTo>
                  <a:pt x="1171575" y="1876425"/>
                </a:lnTo>
                <a:lnTo>
                  <a:pt x="1181100" y="1876425"/>
                </a:lnTo>
                <a:close/>
                <a:moveTo>
                  <a:pt x="647700" y="1876425"/>
                </a:moveTo>
                <a:lnTo>
                  <a:pt x="666750" y="1876425"/>
                </a:lnTo>
                <a:lnTo>
                  <a:pt x="666750" y="1885950"/>
                </a:lnTo>
                <a:lnTo>
                  <a:pt x="647700" y="1885950"/>
                </a:lnTo>
                <a:close/>
                <a:moveTo>
                  <a:pt x="1314450" y="1876425"/>
                </a:moveTo>
                <a:lnTo>
                  <a:pt x="1333500" y="1876425"/>
                </a:lnTo>
                <a:lnTo>
                  <a:pt x="1333500" y="1885950"/>
                </a:lnTo>
                <a:lnTo>
                  <a:pt x="1343025" y="1885950"/>
                </a:lnTo>
                <a:lnTo>
                  <a:pt x="1343025" y="1905000"/>
                </a:lnTo>
                <a:lnTo>
                  <a:pt x="1276350" y="1905000"/>
                </a:lnTo>
                <a:lnTo>
                  <a:pt x="1276350" y="1885950"/>
                </a:lnTo>
                <a:lnTo>
                  <a:pt x="1314450" y="1885950"/>
                </a:lnTo>
                <a:close/>
                <a:moveTo>
                  <a:pt x="1590675" y="1876425"/>
                </a:moveTo>
                <a:lnTo>
                  <a:pt x="1609725" y="1876425"/>
                </a:lnTo>
                <a:lnTo>
                  <a:pt x="1609725" y="1885950"/>
                </a:lnTo>
                <a:lnTo>
                  <a:pt x="1704975" y="1885950"/>
                </a:lnTo>
                <a:lnTo>
                  <a:pt x="1704975" y="1905000"/>
                </a:lnTo>
                <a:lnTo>
                  <a:pt x="1666875" y="1905000"/>
                </a:lnTo>
                <a:lnTo>
                  <a:pt x="1666875" y="1914525"/>
                </a:lnTo>
                <a:lnTo>
                  <a:pt x="1638300" y="1914525"/>
                </a:lnTo>
                <a:lnTo>
                  <a:pt x="1638300" y="1905000"/>
                </a:lnTo>
                <a:lnTo>
                  <a:pt x="1600200" y="1905000"/>
                </a:lnTo>
                <a:lnTo>
                  <a:pt x="1600200" y="1914525"/>
                </a:lnTo>
                <a:lnTo>
                  <a:pt x="1562100" y="1914525"/>
                </a:lnTo>
                <a:lnTo>
                  <a:pt x="1562100" y="1905000"/>
                </a:lnTo>
                <a:lnTo>
                  <a:pt x="1581150" y="1905000"/>
                </a:lnTo>
                <a:lnTo>
                  <a:pt x="1581150" y="1885950"/>
                </a:lnTo>
                <a:lnTo>
                  <a:pt x="1590675" y="1885950"/>
                </a:lnTo>
                <a:close/>
                <a:moveTo>
                  <a:pt x="962025" y="1885950"/>
                </a:moveTo>
                <a:lnTo>
                  <a:pt x="971550" y="1885950"/>
                </a:lnTo>
                <a:lnTo>
                  <a:pt x="971550" y="1895475"/>
                </a:lnTo>
                <a:lnTo>
                  <a:pt x="962025" y="1895475"/>
                </a:lnTo>
                <a:close/>
                <a:moveTo>
                  <a:pt x="1390650" y="1885950"/>
                </a:moveTo>
                <a:lnTo>
                  <a:pt x="1409700" y="1885950"/>
                </a:lnTo>
                <a:lnTo>
                  <a:pt x="1409700" y="1905000"/>
                </a:lnTo>
                <a:lnTo>
                  <a:pt x="1390650" y="1905000"/>
                </a:lnTo>
                <a:close/>
                <a:moveTo>
                  <a:pt x="1485900" y="1885950"/>
                </a:moveTo>
                <a:lnTo>
                  <a:pt x="1495425" y="1885950"/>
                </a:lnTo>
                <a:lnTo>
                  <a:pt x="1495425" y="1905000"/>
                </a:lnTo>
                <a:lnTo>
                  <a:pt x="1485900" y="1905000"/>
                </a:lnTo>
                <a:close/>
                <a:moveTo>
                  <a:pt x="1543050" y="1885950"/>
                </a:moveTo>
                <a:lnTo>
                  <a:pt x="1552575" y="1885950"/>
                </a:lnTo>
                <a:lnTo>
                  <a:pt x="1552575" y="1905000"/>
                </a:lnTo>
                <a:lnTo>
                  <a:pt x="1543050" y="1905000"/>
                </a:lnTo>
                <a:close/>
                <a:moveTo>
                  <a:pt x="676275" y="1905000"/>
                </a:moveTo>
                <a:lnTo>
                  <a:pt x="695325" y="1905000"/>
                </a:lnTo>
                <a:lnTo>
                  <a:pt x="695325" y="1914525"/>
                </a:lnTo>
                <a:lnTo>
                  <a:pt x="685800" y="1914525"/>
                </a:lnTo>
                <a:lnTo>
                  <a:pt x="685800" y="1924050"/>
                </a:lnTo>
                <a:lnTo>
                  <a:pt x="666750" y="1924050"/>
                </a:lnTo>
                <a:lnTo>
                  <a:pt x="666750" y="1914525"/>
                </a:lnTo>
                <a:lnTo>
                  <a:pt x="676275" y="1914525"/>
                </a:lnTo>
                <a:close/>
                <a:moveTo>
                  <a:pt x="809625" y="1905000"/>
                </a:moveTo>
                <a:lnTo>
                  <a:pt x="847725" y="1905000"/>
                </a:lnTo>
                <a:lnTo>
                  <a:pt x="847725" y="1914525"/>
                </a:lnTo>
                <a:lnTo>
                  <a:pt x="809625" y="1914525"/>
                </a:lnTo>
                <a:close/>
                <a:moveTo>
                  <a:pt x="952500" y="1905000"/>
                </a:moveTo>
                <a:lnTo>
                  <a:pt x="971550" y="1905000"/>
                </a:lnTo>
                <a:lnTo>
                  <a:pt x="971550" y="1914525"/>
                </a:lnTo>
                <a:lnTo>
                  <a:pt x="952500" y="1914525"/>
                </a:lnTo>
                <a:close/>
                <a:moveTo>
                  <a:pt x="990600" y="1905000"/>
                </a:moveTo>
                <a:lnTo>
                  <a:pt x="1009650" y="1905000"/>
                </a:lnTo>
                <a:lnTo>
                  <a:pt x="1009650" y="1914525"/>
                </a:lnTo>
                <a:lnTo>
                  <a:pt x="990600" y="1914525"/>
                </a:lnTo>
                <a:close/>
                <a:moveTo>
                  <a:pt x="123825" y="1914525"/>
                </a:moveTo>
                <a:lnTo>
                  <a:pt x="133350" y="1914525"/>
                </a:lnTo>
                <a:lnTo>
                  <a:pt x="133350" y="1933575"/>
                </a:lnTo>
                <a:lnTo>
                  <a:pt x="123825" y="1933575"/>
                </a:lnTo>
                <a:close/>
                <a:moveTo>
                  <a:pt x="1314450" y="1924050"/>
                </a:moveTo>
                <a:lnTo>
                  <a:pt x="1323975" y="1924050"/>
                </a:lnTo>
                <a:lnTo>
                  <a:pt x="1323975" y="1933575"/>
                </a:lnTo>
                <a:lnTo>
                  <a:pt x="1333500" y="1933575"/>
                </a:lnTo>
                <a:lnTo>
                  <a:pt x="1333500" y="1952625"/>
                </a:lnTo>
                <a:lnTo>
                  <a:pt x="1314450" y="1952625"/>
                </a:lnTo>
                <a:lnTo>
                  <a:pt x="1314450" y="1943100"/>
                </a:lnTo>
                <a:lnTo>
                  <a:pt x="1304925" y="1943100"/>
                </a:lnTo>
                <a:lnTo>
                  <a:pt x="1304925" y="1933575"/>
                </a:lnTo>
                <a:lnTo>
                  <a:pt x="1314450" y="1933575"/>
                </a:lnTo>
                <a:close/>
                <a:moveTo>
                  <a:pt x="1571625" y="1924050"/>
                </a:moveTo>
                <a:lnTo>
                  <a:pt x="1581150" y="1924050"/>
                </a:lnTo>
                <a:lnTo>
                  <a:pt x="1581150" y="1933575"/>
                </a:lnTo>
                <a:lnTo>
                  <a:pt x="1571625" y="1933575"/>
                </a:lnTo>
                <a:close/>
                <a:moveTo>
                  <a:pt x="933450" y="1933575"/>
                </a:moveTo>
                <a:lnTo>
                  <a:pt x="942975" y="1933575"/>
                </a:lnTo>
                <a:lnTo>
                  <a:pt x="942975" y="1952625"/>
                </a:lnTo>
                <a:lnTo>
                  <a:pt x="933450" y="1952625"/>
                </a:lnTo>
                <a:close/>
                <a:moveTo>
                  <a:pt x="1057275" y="1943100"/>
                </a:moveTo>
                <a:lnTo>
                  <a:pt x="1085850" y="1943100"/>
                </a:lnTo>
                <a:lnTo>
                  <a:pt x="1085850" y="1952625"/>
                </a:lnTo>
                <a:lnTo>
                  <a:pt x="1076325" y="1952625"/>
                </a:lnTo>
                <a:lnTo>
                  <a:pt x="1076325" y="1962150"/>
                </a:lnTo>
                <a:lnTo>
                  <a:pt x="1085850" y="1962150"/>
                </a:lnTo>
                <a:lnTo>
                  <a:pt x="1085850" y="1971675"/>
                </a:lnTo>
                <a:lnTo>
                  <a:pt x="1076325" y="1971675"/>
                </a:lnTo>
                <a:lnTo>
                  <a:pt x="1076325" y="2000250"/>
                </a:lnTo>
                <a:lnTo>
                  <a:pt x="1057275" y="2000250"/>
                </a:lnTo>
                <a:lnTo>
                  <a:pt x="1057275" y="1990725"/>
                </a:lnTo>
                <a:lnTo>
                  <a:pt x="1047750" y="1990725"/>
                </a:lnTo>
                <a:lnTo>
                  <a:pt x="1047750" y="1962150"/>
                </a:lnTo>
                <a:lnTo>
                  <a:pt x="1057275" y="1962150"/>
                </a:lnTo>
                <a:close/>
                <a:moveTo>
                  <a:pt x="1209675" y="1943100"/>
                </a:moveTo>
                <a:lnTo>
                  <a:pt x="1219200" y="1943100"/>
                </a:lnTo>
                <a:lnTo>
                  <a:pt x="1219200" y="1962150"/>
                </a:lnTo>
                <a:lnTo>
                  <a:pt x="1200150" y="1962150"/>
                </a:lnTo>
                <a:lnTo>
                  <a:pt x="1200150" y="1952625"/>
                </a:lnTo>
                <a:lnTo>
                  <a:pt x="1209675" y="1952625"/>
                </a:lnTo>
                <a:close/>
                <a:moveTo>
                  <a:pt x="1352550" y="1952625"/>
                </a:moveTo>
                <a:lnTo>
                  <a:pt x="1371600" y="1952625"/>
                </a:lnTo>
                <a:lnTo>
                  <a:pt x="1371600" y="1971675"/>
                </a:lnTo>
                <a:lnTo>
                  <a:pt x="1362075" y="1971675"/>
                </a:lnTo>
                <a:lnTo>
                  <a:pt x="1362075" y="1962150"/>
                </a:lnTo>
                <a:lnTo>
                  <a:pt x="1352550" y="1962150"/>
                </a:lnTo>
                <a:close/>
                <a:moveTo>
                  <a:pt x="542925" y="1962150"/>
                </a:moveTo>
                <a:lnTo>
                  <a:pt x="552450" y="1962150"/>
                </a:lnTo>
                <a:lnTo>
                  <a:pt x="552450" y="1981200"/>
                </a:lnTo>
                <a:lnTo>
                  <a:pt x="542925" y="1981200"/>
                </a:lnTo>
                <a:close/>
                <a:moveTo>
                  <a:pt x="990600" y="1962150"/>
                </a:moveTo>
                <a:lnTo>
                  <a:pt x="1038225" y="1962150"/>
                </a:lnTo>
                <a:lnTo>
                  <a:pt x="1038225" y="1981200"/>
                </a:lnTo>
                <a:lnTo>
                  <a:pt x="1019175" y="1981200"/>
                </a:lnTo>
                <a:lnTo>
                  <a:pt x="1019175" y="1990725"/>
                </a:lnTo>
                <a:lnTo>
                  <a:pt x="1000125" y="1990725"/>
                </a:lnTo>
                <a:lnTo>
                  <a:pt x="1000125" y="1981200"/>
                </a:lnTo>
                <a:lnTo>
                  <a:pt x="990600" y="1981200"/>
                </a:lnTo>
                <a:close/>
                <a:moveTo>
                  <a:pt x="1476375" y="1962150"/>
                </a:moveTo>
                <a:lnTo>
                  <a:pt x="1485900" y="1962150"/>
                </a:lnTo>
                <a:lnTo>
                  <a:pt x="1485900" y="1971675"/>
                </a:lnTo>
                <a:lnTo>
                  <a:pt x="1476375" y="1971675"/>
                </a:lnTo>
                <a:close/>
                <a:moveTo>
                  <a:pt x="514350" y="1971675"/>
                </a:moveTo>
                <a:lnTo>
                  <a:pt x="533400" y="1971675"/>
                </a:lnTo>
                <a:lnTo>
                  <a:pt x="533400" y="1981200"/>
                </a:lnTo>
                <a:lnTo>
                  <a:pt x="514350" y="1981200"/>
                </a:lnTo>
                <a:close/>
                <a:moveTo>
                  <a:pt x="1466850" y="1971675"/>
                </a:moveTo>
                <a:lnTo>
                  <a:pt x="1476375" y="1971675"/>
                </a:lnTo>
                <a:lnTo>
                  <a:pt x="1476375" y="1990725"/>
                </a:lnTo>
                <a:lnTo>
                  <a:pt x="1466850" y="1990725"/>
                </a:lnTo>
                <a:close/>
                <a:moveTo>
                  <a:pt x="1485900" y="1971675"/>
                </a:moveTo>
                <a:lnTo>
                  <a:pt x="1495425" y="1971675"/>
                </a:lnTo>
                <a:lnTo>
                  <a:pt x="1495425" y="1981200"/>
                </a:lnTo>
                <a:lnTo>
                  <a:pt x="1485900" y="1981200"/>
                </a:lnTo>
                <a:close/>
                <a:moveTo>
                  <a:pt x="1619250" y="1990725"/>
                </a:moveTo>
                <a:lnTo>
                  <a:pt x="1638300" y="1990725"/>
                </a:lnTo>
                <a:lnTo>
                  <a:pt x="1638300" y="2000250"/>
                </a:lnTo>
                <a:lnTo>
                  <a:pt x="1619250" y="2000250"/>
                </a:lnTo>
                <a:close/>
                <a:moveTo>
                  <a:pt x="1295400" y="2000250"/>
                </a:moveTo>
                <a:lnTo>
                  <a:pt x="1304925" y="2000250"/>
                </a:lnTo>
                <a:lnTo>
                  <a:pt x="1304925" y="2009775"/>
                </a:lnTo>
                <a:lnTo>
                  <a:pt x="1323975" y="2009775"/>
                </a:lnTo>
                <a:lnTo>
                  <a:pt x="1323975" y="2019300"/>
                </a:lnTo>
                <a:lnTo>
                  <a:pt x="1314450" y="2019300"/>
                </a:lnTo>
                <a:lnTo>
                  <a:pt x="1314450" y="2028825"/>
                </a:lnTo>
                <a:lnTo>
                  <a:pt x="1276350" y="2028825"/>
                </a:lnTo>
                <a:lnTo>
                  <a:pt x="1276350" y="2009775"/>
                </a:lnTo>
                <a:lnTo>
                  <a:pt x="1295400" y="2009775"/>
                </a:lnTo>
                <a:close/>
                <a:moveTo>
                  <a:pt x="1333500" y="2000250"/>
                </a:moveTo>
                <a:lnTo>
                  <a:pt x="1371600" y="2000250"/>
                </a:lnTo>
                <a:lnTo>
                  <a:pt x="1371600" y="2009775"/>
                </a:lnTo>
                <a:lnTo>
                  <a:pt x="1333500" y="2009775"/>
                </a:lnTo>
                <a:close/>
                <a:moveTo>
                  <a:pt x="828675" y="2009775"/>
                </a:moveTo>
                <a:lnTo>
                  <a:pt x="838200" y="2009775"/>
                </a:lnTo>
                <a:lnTo>
                  <a:pt x="838200" y="2028825"/>
                </a:lnTo>
                <a:lnTo>
                  <a:pt x="828675" y="2028825"/>
                </a:lnTo>
                <a:close/>
                <a:moveTo>
                  <a:pt x="1247775" y="2009775"/>
                </a:moveTo>
                <a:lnTo>
                  <a:pt x="1257300" y="2009775"/>
                </a:lnTo>
                <a:lnTo>
                  <a:pt x="1257300" y="2019300"/>
                </a:lnTo>
                <a:lnTo>
                  <a:pt x="1247775" y="2019300"/>
                </a:lnTo>
                <a:close/>
                <a:moveTo>
                  <a:pt x="1609725" y="2009775"/>
                </a:moveTo>
                <a:lnTo>
                  <a:pt x="1638300" y="2009775"/>
                </a:lnTo>
                <a:lnTo>
                  <a:pt x="1638300" y="2019300"/>
                </a:lnTo>
                <a:lnTo>
                  <a:pt x="1676400" y="2019300"/>
                </a:lnTo>
                <a:lnTo>
                  <a:pt x="1676400" y="2009775"/>
                </a:lnTo>
                <a:lnTo>
                  <a:pt x="1695450" y="2009775"/>
                </a:lnTo>
                <a:lnTo>
                  <a:pt x="1695450" y="2019300"/>
                </a:lnTo>
                <a:lnTo>
                  <a:pt x="1704975" y="2019300"/>
                </a:lnTo>
                <a:lnTo>
                  <a:pt x="1704975" y="2038350"/>
                </a:lnTo>
                <a:lnTo>
                  <a:pt x="1695450" y="2038350"/>
                </a:lnTo>
                <a:lnTo>
                  <a:pt x="1695450" y="2028825"/>
                </a:lnTo>
                <a:lnTo>
                  <a:pt x="1685925" y="2028825"/>
                </a:lnTo>
                <a:lnTo>
                  <a:pt x="1685925" y="2038350"/>
                </a:lnTo>
                <a:lnTo>
                  <a:pt x="1695450" y="2038350"/>
                </a:lnTo>
                <a:lnTo>
                  <a:pt x="1695450" y="2047875"/>
                </a:lnTo>
                <a:lnTo>
                  <a:pt x="1647825" y="2047875"/>
                </a:lnTo>
                <a:lnTo>
                  <a:pt x="1647825" y="2028825"/>
                </a:lnTo>
                <a:lnTo>
                  <a:pt x="1638300" y="2028825"/>
                </a:lnTo>
                <a:lnTo>
                  <a:pt x="1638300" y="2047875"/>
                </a:lnTo>
                <a:lnTo>
                  <a:pt x="1609725" y="2047875"/>
                </a:lnTo>
                <a:lnTo>
                  <a:pt x="1609725" y="2038350"/>
                </a:lnTo>
                <a:lnTo>
                  <a:pt x="1562100" y="2038350"/>
                </a:lnTo>
                <a:lnTo>
                  <a:pt x="1562100" y="2028825"/>
                </a:lnTo>
                <a:lnTo>
                  <a:pt x="1533525" y="2028825"/>
                </a:lnTo>
                <a:lnTo>
                  <a:pt x="1533525" y="2038350"/>
                </a:lnTo>
                <a:lnTo>
                  <a:pt x="1476375" y="2038350"/>
                </a:lnTo>
                <a:lnTo>
                  <a:pt x="1476375" y="2028825"/>
                </a:lnTo>
                <a:lnTo>
                  <a:pt x="1524000" y="2028825"/>
                </a:lnTo>
                <a:lnTo>
                  <a:pt x="1524000" y="2019300"/>
                </a:lnTo>
                <a:lnTo>
                  <a:pt x="1571625" y="2019300"/>
                </a:lnTo>
                <a:lnTo>
                  <a:pt x="1571625" y="2028825"/>
                </a:lnTo>
                <a:lnTo>
                  <a:pt x="1581150" y="2028825"/>
                </a:lnTo>
                <a:lnTo>
                  <a:pt x="1581150" y="2019300"/>
                </a:lnTo>
                <a:lnTo>
                  <a:pt x="1609725" y="2019300"/>
                </a:lnTo>
                <a:close/>
                <a:moveTo>
                  <a:pt x="876300" y="2019300"/>
                </a:moveTo>
                <a:lnTo>
                  <a:pt x="885825" y="2019300"/>
                </a:lnTo>
                <a:lnTo>
                  <a:pt x="885825" y="2028825"/>
                </a:lnTo>
                <a:lnTo>
                  <a:pt x="895350" y="2028825"/>
                </a:lnTo>
                <a:lnTo>
                  <a:pt x="895350" y="2019300"/>
                </a:lnTo>
                <a:lnTo>
                  <a:pt x="923925" y="2019300"/>
                </a:lnTo>
                <a:lnTo>
                  <a:pt x="923925" y="2038350"/>
                </a:lnTo>
                <a:lnTo>
                  <a:pt x="857250" y="2038350"/>
                </a:lnTo>
                <a:lnTo>
                  <a:pt x="857250" y="2028825"/>
                </a:lnTo>
                <a:lnTo>
                  <a:pt x="876300" y="2028825"/>
                </a:lnTo>
                <a:close/>
                <a:moveTo>
                  <a:pt x="942975" y="2019300"/>
                </a:moveTo>
                <a:lnTo>
                  <a:pt x="952500" y="2019300"/>
                </a:lnTo>
                <a:lnTo>
                  <a:pt x="952500" y="2028825"/>
                </a:lnTo>
                <a:lnTo>
                  <a:pt x="942975" y="2028825"/>
                </a:lnTo>
                <a:close/>
                <a:moveTo>
                  <a:pt x="1114425" y="2019300"/>
                </a:moveTo>
                <a:lnTo>
                  <a:pt x="1123950" y="2019300"/>
                </a:lnTo>
                <a:lnTo>
                  <a:pt x="1123950" y="2028825"/>
                </a:lnTo>
                <a:lnTo>
                  <a:pt x="1114425" y="2028825"/>
                </a:lnTo>
                <a:close/>
                <a:moveTo>
                  <a:pt x="1143000" y="2019300"/>
                </a:moveTo>
                <a:lnTo>
                  <a:pt x="1171575" y="2019300"/>
                </a:lnTo>
                <a:lnTo>
                  <a:pt x="1171575" y="2038350"/>
                </a:lnTo>
                <a:lnTo>
                  <a:pt x="1133475" y="2038350"/>
                </a:lnTo>
                <a:lnTo>
                  <a:pt x="1133475" y="2028825"/>
                </a:lnTo>
                <a:lnTo>
                  <a:pt x="1143000" y="2028825"/>
                </a:lnTo>
                <a:close/>
                <a:moveTo>
                  <a:pt x="1190625" y="2019300"/>
                </a:moveTo>
                <a:lnTo>
                  <a:pt x="1228725" y="2019300"/>
                </a:lnTo>
                <a:lnTo>
                  <a:pt x="1228725" y="2028825"/>
                </a:lnTo>
                <a:lnTo>
                  <a:pt x="1247775" y="2028825"/>
                </a:lnTo>
                <a:lnTo>
                  <a:pt x="1247775" y="2038350"/>
                </a:lnTo>
                <a:lnTo>
                  <a:pt x="1209675" y="2038350"/>
                </a:lnTo>
                <a:lnTo>
                  <a:pt x="1209675" y="2028825"/>
                </a:lnTo>
                <a:lnTo>
                  <a:pt x="1190625" y="2028825"/>
                </a:lnTo>
                <a:close/>
                <a:moveTo>
                  <a:pt x="1343025" y="2019300"/>
                </a:moveTo>
                <a:lnTo>
                  <a:pt x="1352550" y="2019300"/>
                </a:lnTo>
                <a:lnTo>
                  <a:pt x="1352550" y="2028825"/>
                </a:lnTo>
                <a:lnTo>
                  <a:pt x="1362075" y="2028825"/>
                </a:lnTo>
                <a:lnTo>
                  <a:pt x="1362075" y="2019300"/>
                </a:lnTo>
                <a:lnTo>
                  <a:pt x="1371600" y="2019300"/>
                </a:lnTo>
                <a:lnTo>
                  <a:pt x="1371600" y="2028825"/>
                </a:lnTo>
                <a:lnTo>
                  <a:pt x="1381125" y="2028825"/>
                </a:lnTo>
                <a:lnTo>
                  <a:pt x="1381125" y="2038350"/>
                </a:lnTo>
                <a:lnTo>
                  <a:pt x="1333500" y="2038350"/>
                </a:lnTo>
                <a:lnTo>
                  <a:pt x="1333500" y="2028825"/>
                </a:lnTo>
                <a:lnTo>
                  <a:pt x="1343025" y="2028825"/>
                </a:lnTo>
                <a:close/>
                <a:moveTo>
                  <a:pt x="1409700" y="2019300"/>
                </a:moveTo>
                <a:lnTo>
                  <a:pt x="1447800" y="2019300"/>
                </a:lnTo>
                <a:lnTo>
                  <a:pt x="1447800" y="2028825"/>
                </a:lnTo>
                <a:lnTo>
                  <a:pt x="1428750" y="2028825"/>
                </a:lnTo>
                <a:lnTo>
                  <a:pt x="1428750" y="2038350"/>
                </a:lnTo>
                <a:lnTo>
                  <a:pt x="1390650" y="2038350"/>
                </a:lnTo>
                <a:lnTo>
                  <a:pt x="1390650" y="2028825"/>
                </a:lnTo>
                <a:lnTo>
                  <a:pt x="1409700" y="2028825"/>
                </a:lnTo>
                <a:close/>
                <a:moveTo>
                  <a:pt x="1085850" y="2028825"/>
                </a:moveTo>
                <a:lnTo>
                  <a:pt x="1095375" y="2028825"/>
                </a:lnTo>
                <a:lnTo>
                  <a:pt x="1095375" y="2038350"/>
                </a:lnTo>
                <a:lnTo>
                  <a:pt x="1085850" y="2038350"/>
                </a:lnTo>
                <a:close/>
                <a:moveTo>
                  <a:pt x="1104900" y="2038350"/>
                </a:moveTo>
                <a:lnTo>
                  <a:pt x="1133475" y="2038350"/>
                </a:lnTo>
                <a:lnTo>
                  <a:pt x="1133475" y="2047875"/>
                </a:lnTo>
                <a:lnTo>
                  <a:pt x="1104900" y="2047875"/>
                </a:lnTo>
                <a:close/>
                <a:moveTo>
                  <a:pt x="1428750" y="2038350"/>
                </a:moveTo>
                <a:lnTo>
                  <a:pt x="1447800" y="2038350"/>
                </a:lnTo>
                <a:lnTo>
                  <a:pt x="1447800" y="2047875"/>
                </a:lnTo>
                <a:lnTo>
                  <a:pt x="1438275" y="2047875"/>
                </a:lnTo>
                <a:lnTo>
                  <a:pt x="1438275" y="2066925"/>
                </a:lnTo>
                <a:lnTo>
                  <a:pt x="1447800" y="2066925"/>
                </a:lnTo>
                <a:lnTo>
                  <a:pt x="1447800" y="2047875"/>
                </a:lnTo>
                <a:lnTo>
                  <a:pt x="1457325" y="2047875"/>
                </a:lnTo>
                <a:lnTo>
                  <a:pt x="1457325" y="2066925"/>
                </a:lnTo>
                <a:lnTo>
                  <a:pt x="1447800" y="2066925"/>
                </a:lnTo>
                <a:lnTo>
                  <a:pt x="1447800" y="2076450"/>
                </a:lnTo>
                <a:lnTo>
                  <a:pt x="1466850" y="2076450"/>
                </a:lnTo>
                <a:lnTo>
                  <a:pt x="1466850" y="2066925"/>
                </a:lnTo>
                <a:lnTo>
                  <a:pt x="1495425" y="2066925"/>
                </a:lnTo>
                <a:lnTo>
                  <a:pt x="1495425" y="2076450"/>
                </a:lnTo>
                <a:lnTo>
                  <a:pt x="1485900" y="2076450"/>
                </a:lnTo>
                <a:lnTo>
                  <a:pt x="1485900" y="2085975"/>
                </a:lnTo>
                <a:lnTo>
                  <a:pt x="1476375" y="2085975"/>
                </a:lnTo>
                <a:lnTo>
                  <a:pt x="1476375" y="2076450"/>
                </a:lnTo>
                <a:lnTo>
                  <a:pt x="1466850" y="2076450"/>
                </a:lnTo>
                <a:lnTo>
                  <a:pt x="1466850" y="2085975"/>
                </a:lnTo>
                <a:lnTo>
                  <a:pt x="1390650" y="2085975"/>
                </a:lnTo>
                <a:lnTo>
                  <a:pt x="1390650" y="2076450"/>
                </a:lnTo>
                <a:lnTo>
                  <a:pt x="1409700" y="2076450"/>
                </a:lnTo>
                <a:lnTo>
                  <a:pt x="1409700" y="2066925"/>
                </a:lnTo>
                <a:lnTo>
                  <a:pt x="1428750" y="2066925"/>
                </a:lnTo>
                <a:close/>
                <a:moveTo>
                  <a:pt x="1704975" y="2038350"/>
                </a:moveTo>
                <a:lnTo>
                  <a:pt x="1714500" y="2038350"/>
                </a:lnTo>
                <a:lnTo>
                  <a:pt x="1714500" y="2047875"/>
                </a:lnTo>
                <a:lnTo>
                  <a:pt x="1704975" y="2047875"/>
                </a:lnTo>
                <a:close/>
                <a:moveTo>
                  <a:pt x="657225" y="2057400"/>
                </a:moveTo>
                <a:lnTo>
                  <a:pt x="666750" y="2057400"/>
                </a:lnTo>
                <a:lnTo>
                  <a:pt x="666750" y="2066925"/>
                </a:lnTo>
                <a:lnTo>
                  <a:pt x="657225" y="2066925"/>
                </a:lnTo>
                <a:close/>
                <a:moveTo>
                  <a:pt x="1219200" y="2057400"/>
                </a:moveTo>
                <a:lnTo>
                  <a:pt x="1228725" y="2057400"/>
                </a:lnTo>
                <a:lnTo>
                  <a:pt x="1228725" y="2066925"/>
                </a:lnTo>
                <a:lnTo>
                  <a:pt x="1219200" y="2066925"/>
                </a:lnTo>
                <a:close/>
                <a:moveTo>
                  <a:pt x="1362075" y="2057400"/>
                </a:moveTo>
                <a:lnTo>
                  <a:pt x="1371600" y="2057400"/>
                </a:lnTo>
                <a:lnTo>
                  <a:pt x="1371600" y="2085975"/>
                </a:lnTo>
                <a:lnTo>
                  <a:pt x="1362075" y="2085975"/>
                </a:lnTo>
                <a:lnTo>
                  <a:pt x="1362075" y="2076450"/>
                </a:lnTo>
                <a:lnTo>
                  <a:pt x="1352550" y="2076450"/>
                </a:lnTo>
                <a:lnTo>
                  <a:pt x="1352550" y="2066925"/>
                </a:lnTo>
                <a:lnTo>
                  <a:pt x="1362075" y="2066925"/>
                </a:lnTo>
                <a:close/>
                <a:moveTo>
                  <a:pt x="1571625" y="2057400"/>
                </a:moveTo>
                <a:lnTo>
                  <a:pt x="1590675" y="2057400"/>
                </a:lnTo>
                <a:lnTo>
                  <a:pt x="1590675" y="2066925"/>
                </a:lnTo>
                <a:lnTo>
                  <a:pt x="1571625" y="2066925"/>
                </a:lnTo>
                <a:close/>
                <a:moveTo>
                  <a:pt x="981075" y="2066925"/>
                </a:moveTo>
                <a:lnTo>
                  <a:pt x="1000125" y="2066925"/>
                </a:lnTo>
                <a:lnTo>
                  <a:pt x="1000125" y="2076450"/>
                </a:lnTo>
                <a:lnTo>
                  <a:pt x="981075" y="2076450"/>
                </a:lnTo>
                <a:close/>
                <a:moveTo>
                  <a:pt x="1209675" y="2066925"/>
                </a:moveTo>
                <a:lnTo>
                  <a:pt x="1219200" y="2066925"/>
                </a:lnTo>
                <a:lnTo>
                  <a:pt x="1219200" y="2076450"/>
                </a:lnTo>
                <a:lnTo>
                  <a:pt x="1209675" y="2076450"/>
                </a:lnTo>
                <a:close/>
                <a:moveTo>
                  <a:pt x="1333500" y="2066925"/>
                </a:moveTo>
                <a:lnTo>
                  <a:pt x="1343025" y="2066925"/>
                </a:lnTo>
                <a:lnTo>
                  <a:pt x="1343025" y="2085975"/>
                </a:lnTo>
                <a:lnTo>
                  <a:pt x="1333500" y="2085975"/>
                </a:lnTo>
                <a:lnTo>
                  <a:pt x="1333500" y="2095500"/>
                </a:lnTo>
                <a:lnTo>
                  <a:pt x="1314450" y="2095500"/>
                </a:lnTo>
                <a:lnTo>
                  <a:pt x="1314450" y="2085975"/>
                </a:lnTo>
                <a:lnTo>
                  <a:pt x="1323975" y="2085975"/>
                </a:lnTo>
                <a:lnTo>
                  <a:pt x="1323975" y="2076450"/>
                </a:lnTo>
                <a:lnTo>
                  <a:pt x="1333500" y="2076450"/>
                </a:lnTo>
                <a:close/>
                <a:moveTo>
                  <a:pt x="1543050" y="2066925"/>
                </a:moveTo>
                <a:lnTo>
                  <a:pt x="1552575" y="2066925"/>
                </a:lnTo>
                <a:lnTo>
                  <a:pt x="1552575" y="2076450"/>
                </a:lnTo>
                <a:lnTo>
                  <a:pt x="1543050" y="2076450"/>
                </a:lnTo>
                <a:close/>
                <a:moveTo>
                  <a:pt x="1562100" y="2066925"/>
                </a:moveTo>
                <a:lnTo>
                  <a:pt x="1571625" y="2066925"/>
                </a:lnTo>
                <a:lnTo>
                  <a:pt x="1571625" y="2076450"/>
                </a:lnTo>
                <a:lnTo>
                  <a:pt x="1562100" y="2076450"/>
                </a:lnTo>
                <a:close/>
                <a:moveTo>
                  <a:pt x="1676400" y="2066925"/>
                </a:moveTo>
                <a:lnTo>
                  <a:pt x="1695450" y="2066925"/>
                </a:lnTo>
                <a:lnTo>
                  <a:pt x="1695450" y="2095500"/>
                </a:lnTo>
                <a:lnTo>
                  <a:pt x="1704975" y="2095500"/>
                </a:lnTo>
                <a:lnTo>
                  <a:pt x="1704975" y="2124075"/>
                </a:lnTo>
                <a:lnTo>
                  <a:pt x="1685925" y="2124075"/>
                </a:lnTo>
                <a:lnTo>
                  <a:pt x="1685925" y="2085975"/>
                </a:lnTo>
                <a:lnTo>
                  <a:pt x="1676400" y="2085975"/>
                </a:lnTo>
                <a:close/>
                <a:moveTo>
                  <a:pt x="1495425" y="2076450"/>
                </a:moveTo>
                <a:lnTo>
                  <a:pt x="1533525" y="2076450"/>
                </a:lnTo>
                <a:lnTo>
                  <a:pt x="1533525" y="2085975"/>
                </a:lnTo>
                <a:lnTo>
                  <a:pt x="1495425" y="2085975"/>
                </a:lnTo>
                <a:close/>
                <a:moveTo>
                  <a:pt x="1371600" y="2085975"/>
                </a:moveTo>
                <a:lnTo>
                  <a:pt x="1390650" y="2085975"/>
                </a:lnTo>
                <a:lnTo>
                  <a:pt x="1390650" y="2095500"/>
                </a:lnTo>
                <a:lnTo>
                  <a:pt x="1371600" y="2095500"/>
                </a:lnTo>
                <a:close/>
                <a:moveTo>
                  <a:pt x="1485900" y="2085975"/>
                </a:moveTo>
                <a:lnTo>
                  <a:pt x="1495425" y="2085975"/>
                </a:lnTo>
                <a:lnTo>
                  <a:pt x="1495425" y="2095500"/>
                </a:lnTo>
                <a:lnTo>
                  <a:pt x="1485900" y="2095500"/>
                </a:lnTo>
                <a:close/>
                <a:moveTo>
                  <a:pt x="638175" y="2095500"/>
                </a:moveTo>
                <a:lnTo>
                  <a:pt x="647700" y="2095500"/>
                </a:lnTo>
                <a:lnTo>
                  <a:pt x="647700" y="2105025"/>
                </a:lnTo>
                <a:lnTo>
                  <a:pt x="638175" y="2105025"/>
                </a:lnTo>
                <a:close/>
                <a:moveTo>
                  <a:pt x="657225" y="2095500"/>
                </a:moveTo>
                <a:lnTo>
                  <a:pt x="685800" y="2095500"/>
                </a:lnTo>
                <a:lnTo>
                  <a:pt x="685800" y="2105025"/>
                </a:lnTo>
                <a:lnTo>
                  <a:pt x="657225" y="2105025"/>
                </a:lnTo>
                <a:close/>
                <a:moveTo>
                  <a:pt x="1257300" y="2095500"/>
                </a:moveTo>
                <a:lnTo>
                  <a:pt x="1276350" y="2095500"/>
                </a:lnTo>
                <a:lnTo>
                  <a:pt x="1276350" y="2114550"/>
                </a:lnTo>
                <a:lnTo>
                  <a:pt x="1295400" y="2114550"/>
                </a:lnTo>
                <a:lnTo>
                  <a:pt x="1295400" y="2124075"/>
                </a:lnTo>
                <a:lnTo>
                  <a:pt x="1266825" y="2124075"/>
                </a:lnTo>
                <a:lnTo>
                  <a:pt x="1266825" y="2143125"/>
                </a:lnTo>
                <a:lnTo>
                  <a:pt x="1276350" y="2143125"/>
                </a:lnTo>
                <a:lnTo>
                  <a:pt x="1276350" y="2152650"/>
                </a:lnTo>
                <a:lnTo>
                  <a:pt x="1219200" y="2152650"/>
                </a:lnTo>
                <a:lnTo>
                  <a:pt x="1219200" y="2143125"/>
                </a:lnTo>
                <a:lnTo>
                  <a:pt x="1238250" y="2143125"/>
                </a:lnTo>
                <a:lnTo>
                  <a:pt x="1238250" y="2133600"/>
                </a:lnTo>
                <a:lnTo>
                  <a:pt x="1247775" y="2133600"/>
                </a:lnTo>
                <a:lnTo>
                  <a:pt x="1247775" y="2124075"/>
                </a:lnTo>
                <a:lnTo>
                  <a:pt x="1257300" y="2124075"/>
                </a:lnTo>
                <a:close/>
                <a:moveTo>
                  <a:pt x="409575" y="2105025"/>
                </a:moveTo>
                <a:lnTo>
                  <a:pt x="419100" y="2105025"/>
                </a:lnTo>
                <a:lnTo>
                  <a:pt x="419100" y="2114550"/>
                </a:lnTo>
                <a:lnTo>
                  <a:pt x="409575" y="2114550"/>
                </a:lnTo>
                <a:close/>
                <a:moveTo>
                  <a:pt x="695325" y="2105025"/>
                </a:moveTo>
                <a:lnTo>
                  <a:pt x="704850" y="2105025"/>
                </a:lnTo>
                <a:lnTo>
                  <a:pt x="704850" y="2114550"/>
                </a:lnTo>
                <a:lnTo>
                  <a:pt x="695325" y="2114550"/>
                </a:lnTo>
                <a:close/>
                <a:moveTo>
                  <a:pt x="876300" y="2114550"/>
                </a:moveTo>
                <a:lnTo>
                  <a:pt x="885825" y="2114550"/>
                </a:lnTo>
                <a:lnTo>
                  <a:pt x="885825" y="2124075"/>
                </a:lnTo>
                <a:lnTo>
                  <a:pt x="876300" y="2124075"/>
                </a:lnTo>
                <a:close/>
                <a:moveTo>
                  <a:pt x="666750" y="2124075"/>
                </a:moveTo>
                <a:lnTo>
                  <a:pt x="685800" y="2124075"/>
                </a:lnTo>
                <a:lnTo>
                  <a:pt x="685800" y="2133600"/>
                </a:lnTo>
                <a:lnTo>
                  <a:pt x="666750" y="2133600"/>
                </a:lnTo>
                <a:close/>
                <a:moveTo>
                  <a:pt x="952500" y="2124075"/>
                </a:moveTo>
                <a:lnTo>
                  <a:pt x="981075" y="2124075"/>
                </a:lnTo>
                <a:lnTo>
                  <a:pt x="981075" y="2162175"/>
                </a:lnTo>
                <a:lnTo>
                  <a:pt x="962025" y="2162175"/>
                </a:lnTo>
                <a:lnTo>
                  <a:pt x="962025" y="2143125"/>
                </a:lnTo>
                <a:lnTo>
                  <a:pt x="952500" y="2143125"/>
                </a:lnTo>
                <a:close/>
                <a:moveTo>
                  <a:pt x="1409700" y="2124075"/>
                </a:moveTo>
                <a:lnTo>
                  <a:pt x="1438275" y="2124075"/>
                </a:lnTo>
                <a:lnTo>
                  <a:pt x="1438275" y="2133600"/>
                </a:lnTo>
                <a:lnTo>
                  <a:pt x="1457325" y="2133600"/>
                </a:lnTo>
                <a:lnTo>
                  <a:pt x="1457325" y="2162175"/>
                </a:lnTo>
                <a:lnTo>
                  <a:pt x="1428750" y="2162175"/>
                </a:lnTo>
                <a:lnTo>
                  <a:pt x="1428750" y="2143125"/>
                </a:lnTo>
                <a:lnTo>
                  <a:pt x="1409700" y="2143125"/>
                </a:lnTo>
                <a:close/>
                <a:moveTo>
                  <a:pt x="1028700" y="2133600"/>
                </a:moveTo>
                <a:lnTo>
                  <a:pt x="1038225" y="2133600"/>
                </a:lnTo>
                <a:lnTo>
                  <a:pt x="1038225" y="2143125"/>
                </a:lnTo>
                <a:lnTo>
                  <a:pt x="1028700" y="2143125"/>
                </a:lnTo>
                <a:close/>
                <a:moveTo>
                  <a:pt x="1066800" y="2133600"/>
                </a:moveTo>
                <a:lnTo>
                  <a:pt x="1076325" y="2133600"/>
                </a:lnTo>
                <a:lnTo>
                  <a:pt x="1076325" y="2143125"/>
                </a:lnTo>
                <a:lnTo>
                  <a:pt x="1066800" y="2143125"/>
                </a:lnTo>
                <a:close/>
                <a:moveTo>
                  <a:pt x="1085850" y="2133600"/>
                </a:moveTo>
                <a:lnTo>
                  <a:pt x="1095375" y="2133600"/>
                </a:lnTo>
                <a:lnTo>
                  <a:pt x="1095375" y="2143125"/>
                </a:lnTo>
                <a:lnTo>
                  <a:pt x="1085850" y="2143125"/>
                </a:lnTo>
                <a:close/>
                <a:moveTo>
                  <a:pt x="1162050" y="2133600"/>
                </a:moveTo>
                <a:lnTo>
                  <a:pt x="1200150" y="2133600"/>
                </a:lnTo>
                <a:lnTo>
                  <a:pt x="1200150" y="2143125"/>
                </a:lnTo>
                <a:lnTo>
                  <a:pt x="1209675" y="2143125"/>
                </a:lnTo>
                <a:lnTo>
                  <a:pt x="1209675" y="2152650"/>
                </a:lnTo>
                <a:lnTo>
                  <a:pt x="1181100" y="2152650"/>
                </a:lnTo>
                <a:lnTo>
                  <a:pt x="1181100" y="2143125"/>
                </a:lnTo>
                <a:lnTo>
                  <a:pt x="1162050" y="2143125"/>
                </a:lnTo>
                <a:close/>
                <a:moveTo>
                  <a:pt x="1352550" y="2133600"/>
                </a:moveTo>
                <a:lnTo>
                  <a:pt x="1390650" y="2133600"/>
                </a:lnTo>
                <a:lnTo>
                  <a:pt x="1390650" y="2152650"/>
                </a:lnTo>
                <a:lnTo>
                  <a:pt x="1400175" y="2152650"/>
                </a:lnTo>
                <a:lnTo>
                  <a:pt x="1400175" y="2162175"/>
                </a:lnTo>
                <a:lnTo>
                  <a:pt x="1428750" y="2162175"/>
                </a:lnTo>
                <a:lnTo>
                  <a:pt x="1428750" y="2171700"/>
                </a:lnTo>
                <a:lnTo>
                  <a:pt x="1371600" y="2171700"/>
                </a:lnTo>
                <a:lnTo>
                  <a:pt x="1371600" y="2181225"/>
                </a:lnTo>
                <a:lnTo>
                  <a:pt x="1352550" y="2181225"/>
                </a:lnTo>
                <a:lnTo>
                  <a:pt x="1352550" y="2171700"/>
                </a:lnTo>
                <a:lnTo>
                  <a:pt x="1276350" y="2171700"/>
                </a:lnTo>
                <a:lnTo>
                  <a:pt x="1276350" y="2152650"/>
                </a:lnTo>
                <a:lnTo>
                  <a:pt x="1352550" y="2152650"/>
                </a:lnTo>
                <a:close/>
                <a:moveTo>
                  <a:pt x="1581150" y="2133600"/>
                </a:moveTo>
                <a:lnTo>
                  <a:pt x="1590675" y="2133600"/>
                </a:lnTo>
                <a:lnTo>
                  <a:pt x="1590675" y="2152650"/>
                </a:lnTo>
                <a:lnTo>
                  <a:pt x="1609725" y="2152650"/>
                </a:lnTo>
                <a:lnTo>
                  <a:pt x="1609725" y="2133600"/>
                </a:lnTo>
                <a:lnTo>
                  <a:pt x="1685925" y="2133600"/>
                </a:lnTo>
                <a:lnTo>
                  <a:pt x="1685925" y="2143125"/>
                </a:lnTo>
                <a:lnTo>
                  <a:pt x="1676400" y="2143125"/>
                </a:lnTo>
                <a:lnTo>
                  <a:pt x="1676400" y="2162175"/>
                </a:lnTo>
                <a:lnTo>
                  <a:pt x="1571625" y="2162175"/>
                </a:lnTo>
                <a:lnTo>
                  <a:pt x="1571625" y="2152650"/>
                </a:lnTo>
                <a:lnTo>
                  <a:pt x="1581150" y="2152650"/>
                </a:lnTo>
                <a:close/>
                <a:moveTo>
                  <a:pt x="1123950" y="2143125"/>
                </a:moveTo>
                <a:lnTo>
                  <a:pt x="1152525" y="2143125"/>
                </a:lnTo>
                <a:lnTo>
                  <a:pt x="1152525" y="2152650"/>
                </a:lnTo>
                <a:lnTo>
                  <a:pt x="1123950" y="2152650"/>
                </a:lnTo>
                <a:close/>
                <a:moveTo>
                  <a:pt x="600075" y="2162175"/>
                </a:moveTo>
                <a:lnTo>
                  <a:pt x="628650" y="2162175"/>
                </a:lnTo>
                <a:lnTo>
                  <a:pt x="628650" y="2171700"/>
                </a:lnTo>
                <a:lnTo>
                  <a:pt x="600075" y="2171700"/>
                </a:lnTo>
                <a:close/>
                <a:moveTo>
                  <a:pt x="1000125" y="2162175"/>
                </a:moveTo>
                <a:lnTo>
                  <a:pt x="1009650" y="2162175"/>
                </a:lnTo>
                <a:lnTo>
                  <a:pt x="1009650" y="2171700"/>
                </a:lnTo>
                <a:lnTo>
                  <a:pt x="1000125" y="2171700"/>
                </a:lnTo>
                <a:close/>
                <a:moveTo>
                  <a:pt x="1562100" y="2162175"/>
                </a:moveTo>
                <a:lnTo>
                  <a:pt x="1571625" y="2162175"/>
                </a:lnTo>
                <a:lnTo>
                  <a:pt x="1571625" y="2171700"/>
                </a:lnTo>
                <a:lnTo>
                  <a:pt x="1562100" y="2171700"/>
                </a:lnTo>
                <a:close/>
                <a:moveTo>
                  <a:pt x="1181100" y="2171700"/>
                </a:moveTo>
                <a:lnTo>
                  <a:pt x="1200150" y="2171700"/>
                </a:lnTo>
                <a:lnTo>
                  <a:pt x="1200150" y="2181225"/>
                </a:lnTo>
                <a:lnTo>
                  <a:pt x="1181100" y="2181225"/>
                </a:lnTo>
                <a:close/>
                <a:moveTo>
                  <a:pt x="209550" y="2181225"/>
                </a:moveTo>
                <a:lnTo>
                  <a:pt x="257175" y="2181225"/>
                </a:lnTo>
                <a:lnTo>
                  <a:pt x="257175" y="2190750"/>
                </a:lnTo>
                <a:lnTo>
                  <a:pt x="209550" y="2190750"/>
                </a:lnTo>
                <a:close/>
                <a:moveTo>
                  <a:pt x="657225" y="2181225"/>
                </a:moveTo>
                <a:lnTo>
                  <a:pt x="676275" y="2181225"/>
                </a:lnTo>
                <a:lnTo>
                  <a:pt x="676275" y="2190750"/>
                </a:lnTo>
                <a:lnTo>
                  <a:pt x="657225" y="2190750"/>
                </a:lnTo>
                <a:close/>
                <a:moveTo>
                  <a:pt x="647700" y="2200275"/>
                </a:moveTo>
                <a:lnTo>
                  <a:pt x="666750" y="2200275"/>
                </a:lnTo>
                <a:lnTo>
                  <a:pt x="666750" y="2209800"/>
                </a:lnTo>
                <a:lnTo>
                  <a:pt x="647700" y="2209800"/>
                </a:lnTo>
                <a:close/>
                <a:moveTo>
                  <a:pt x="1704975" y="2228850"/>
                </a:moveTo>
                <a:lnTo>
                  <a:pt x="1724025" y="2228850"/>
                </a:lnTo>
                <a:lnTo>
                  <a:pt x="1724025" y="2247900"/>
                </a:lnTo>
                <a:lnTo>
                  <a:pt x="1704975" y="2247900"/>
                </a:lnTo>
                <a:close/>
                <a:moveTo>
                  <a:pt x="304800" y="2247900"/>
                </a:moveTo>
                <a:lnTo>
                  <a:pt x="323850" y="2247900"/>
                </a:lnTo>
                <a:lnTo>
                  <a:pt x="323850" y="2257425"/>
                </a:lnTo>
                <a:lnTo>
                  <a:pt x="304800" y="2257425"/>
                </a:lnTo>
                <a:close/>
                <a:moveTo>
                  <a:pt x="342900" y="2247900"/>
                </a:moveTo>
                <a:lnTo>
                  <a:pt x="400050" y="2247900"/>
                </a:lnTo>
                <a:lnTo>
                  <a:pt x="400050" y="2257425"/>
                </a:lnTo>
                <a:lnTo>
                  <a:pt x="342900" y="2257425"/>
                </a:lnTo>
                <a:close/>
                <a:moveTo>
                  <a:pt x="419100" y="2247900"/>
                </a:moveTo>
                <a:lnTo>
                  <a:pt x="447675" y="2247900"/>
                </a:lnTo>
                <a:lnTo>
                  <a:pt x="447675" y="2257425"/>
                </a:lnTo>
                <a:lnTo>
                  <a:pt x="419100" y="2257425"/>
                </a:lnTo>
                <a:close/>
                <a:moveTo>
                  <a:pt x="466725" y="2247900"/>
                </a:moveTo>
                <a:lnTo>
                  <a:pt x="495300" y="2247900"/>
                </a:lnTo>
                <a:lnTo>
                  <a:pt x="495300" y="2257425"/>
                </a:lnTo>
                <a:lnTo>
                  <a:pt x="466725" y="2257425"/>
                </a:lnTo>
                <a:close/>
                <a:moveTo>
                  <a:pt x="514350" y="2247900"/>
                </a:moveTo>
                <a:lnTo>
                  <a:pt x="571500" y="2247900"/>
                </a:lnTo>
                <a:lnTo>
                  <a:pt x="571500" y="2257425"/>
                </a:lnTo>
                <a:lnTo>
                  <a:pt x="514350" y="2257425"/>
                </a:lnTo>
                <a:close/>
                <a:moveTo>
                  <a:pt x="581025" y="2247900"/>
                </a:moveTo>
                <a:lnTo>
                  <a:pt x="590550" y="2247900"/>
                </a:lnTo>
                <a:lnTo>
                  <a:pt x="590550" y="2257425"/>
                </a:lnTo>
                <a:lnTo>
                  <a:pt x="581025" y="2257425"/>
                </a:lnTo>
                <a:close/>
                <a:moveTo>
                  <a:pt x="628650" y="2247900"/>
                </a:moveTo>
                <a:lnTo>
                  <a:pt x="657225" y="2247900"/>
                </a:lnTo>
                <a:lnTo>
                  <a:pt x="657225" y="2257425"/>
                </a:lnTo>
                <a:lnTo>
                  <a:pt x="628650" y="2257425"/>
                </a:lnTo>
                <a:close/>
                <a:moveTo>
                  <a:pt x="1562100" y="2247900"/>
                </a:moveTo>
                <a:lnTo>
                  <a:pt x="1581150" y="2247900"/>
                </a:lnTo>
                <a:lnTo>
                  <a:pt x="1581150" y="2276475"/>
                </a:lnTo>
                <a:lnTo>
                  <a:pt x="1571625" y="2276475"/>
                </a:lnTo>
                <a:lnTo>
                  <a:pt x="1571625" y="2286000"/>
                </a:lnTo>
                <a:lnTo>
                  <a:pt x="1581150" y="2286000"/>
                </a:lnTo>
                <a:lnTo>
                  <a:pt x="1581150" y="2295525"/>
                </a:lnTo>
                <a:lnTo>
                  <a:pt x="1543050" y="2295525"/>
                </a:lnTo>
                <a:lnTo>
                  <a:pt x="1543050" y="2276475"/>
                </a:lnTo>
                <a:lnTo>
                  <a:pt x="1562100" y="2276475"/>
                </a:lnTo>
                <a:lnTo>
                  <a:pt x="1562100" y="2266950"/>
                </a:lnTo>
                <a:lnTo>
                  <a:pt x="1571625" y="2266950"/>
                </a:lnTo>
                <a:lnTo>
                  <a:pt x="1571625" y="2257425"/>
                </a:lnTo>
                <a:lnTo>
                  <a:pt x="1562100" y="2257425"/>
                </a:lnTo>
                <a:close/>
                <a:moveTo>
                  <a:pt x="495300" y="2257425"/>
                </a:moveTo>
                <a:lnTo>
                  <a:pt x="504825" y="2257425"/>
                </a:lnTo>
                <a:lnTo>
                  <a:pt x="504825" y="2266950"/>
                </a:lnTo>
                <a:lnTo>
                  <a:pt x="495300" y="2266950"/>
                </a:lnTo>
                <a:close/>
                <a:moveTo>
                  <a:pt x="304800" y="2266950"/>
                </a:moveTo>
                <a:lnTo>
                  <a:pt x="314325" y="2266950"/>
                </a:lnTo>
                <a:lnTo>
                  <a:pt x="314325" y="2276475"/>
                </a:lnTo>
                <a:lnTo>
                  <a:pt x="304800" y="2276475"/>
                </a:lnTo>
                <a:close/>
                <a:moveTo>
                  <a:pt x="323850" y="2266950"/>
                </a:moveTo>
                <a:lnTo>
                  <a:pt x="361950" y="2266950"/>
                </a:lnTo>
                <a:lnTo>
                  <a:pt x="361950" y="2276475"/>
                </a:lnTo>
                <a:lnTo>
                  <a:pt x="381000" y="2276475"/>
                </a:lnTo>
                <a:lnTo>
                  <a:pt x="381000" y="2266950"/>
                </a:lnTo>
                <a:lnTo>
                  <a:pt x="485775" y="2266950"/>
                </a:lnTo>
                <a:lnTo>
                  <a:pt x="485775" y="2276475"/>
                </a:lnTo>
                <a:lnTo>
                  <a:pt x="476250" y="2276475"/>
                </a:lnTo>
                <a:lnTo>
                  <a:pt x="476250" y="2295525"/>
                </a:lnTo>
                <a:lnTo>
                  <a:pt x="466725" y="2295525"/>
                </a:lnTo>
                <a:lnTo>
                  <a:pt x="466725" y="2314575"/>
                </a:lnTo>
                <a:lnTo>
                  <a:pt x="447675" y="2314575"/>
                </a:lnTo>
                <a:lnTo>
                  <a:pt x="447675" y="2295525"/>
                </a:lnTo>
                <a:lnTo>
                  <a:pt x="409575" y="2295525"/>
                </a:lnTo>
                <a:lnTo>
                  <a:pt x="409575" y="2276475"/>
                </a:lnTo>
                <a:lnTo>
                  <a:pt x="390525" y="2276475"/>
                </a:lnTo>
                <a:lnTo>
                  <a:pt x="390525" y="2295525"/>
                </a:lnTo>
                <a:lnTo>
                  <a:pt x="381000" y="2295525"/>
                </a:lnTo>
                <a:lnTo>
                  <a:pt x="381000" y="2305050"/>
                </a:lnTo>
                <a:lnTo>
                  <a:pt x="361950" y="2305050"/>
                </a:lnTo>
                <a:lnTo>
                  <a:pt x="361950" y="2295525"/>
                </a:lnTo>
                <a:lnTo>
                  <a:pt x="333375" y="2295525"/>
                </a:lnTo>
                <a:lnTo>
                  <a:pt x="333375" y="2286000"/>
                </a:lnTo>
                <a:lnTo>
                  <a:pt x="323850" y="2286000"/>
                </a:lnTo>
                <a:close/>
                <a:moveTo>
                  <a:pt x="504825" y="2266950"/>
                </a:moveTo>
                <a:lnTo>
                  <a:pt x="571500" y="2266950"/>
                </a:lnTo>
                <a:lnTo>
                  <a:pt x="571500" y="2276475"/>
                </a:lnTo>
                <a:lnTo>
                  <a:pt x="533400" y="2276475"/>
                </a:lnTo>
                <a:lnTo>
                  <a:pt x="533400" y="2295525"/>
                </a:lnTo>
                <a:lnTo>
                  <a:pt x="485775" y="2295525"/>
                </a:lnTo>
                <a:lnTo>
                  <a:pt x="485775" y="2286000"/>
                </a:lnTo>
                <a:lnTo>
                  <a:pt x="514350" y="2286000"/>
                </a:lnTo>
                <a:lnTo>
                  <a:pt x="514350" y="2276475"/>
                </a:lnTo>
                <a:lnTo>
                  <a:pt x="504825" y="2276475"/>
                </a:lnTo>
                <a:close/>
                <a:moveTo>
                  <a:pt x="628650" y="2266950"/>
                </a:moveTo>
                <a:lnTo>
                  <a:pt x="647700" y="2266950"/>
                </a:lnTo>
                <a:lnTo>
                  <a:pt x="647700" y="2286000"/>
                </a:lnTo>
                <a:lnTo>
                  <a:pt x="657225" y="2286000"/>
                </a:lnTo>
                <a:lnTo>
                  <a:pt x="657225" y="2276475"/>
                </a:lnTo>
                <a:lnTo>
                  <a:pt x="733425" y="2276475"/>
                </a:lnTo>
                <a:lnTo>
                  <a:pt x="733425" y="2286000"/>
                </a:lnTo>
                <a:lnTo>
                  <a:pt x="762000" y="2286000"/>
                </a:lnTo>
                <a:lnTo>
                  <a:pt x="762000" y="2276475"/>
                </a:lnTo>
                <a:lnTo>
                  <a:pt x="800100" y="2276475"/>
                </a:lnTo>
                <a:lnTo>
                  <a:pt x="800100" y="2295525"/>
                </a:lnTo>
                <a:lnTo>
                  <a:pt x="733425" y="2295525"/>
                </a:lnTo>
                <a:lnTo>
                  <a:pt x="733425" y="2305050"/>
                </a:lnTo>
                <a:lnTo>
                  <a:pt x="742950" y="2305050"/>
                </a:lnTo>
                <a:lnTo>
                  <a:pt x="742950" y="2314575"/>
                </a:lnTo>
                <a:lnTo>
                  <a:pt x="723900" y="2314575"/>
                </a:lnTo>
                <a:lnTo>
                  <a:pt x="723900" y="2305050"/>
                </a:lnTo>
                <a:lnTo>
                  <a:pt x="714375" y="2305050"/>
                </a:lnTo>
                <a:lnTo>
                  <a:pt x="714375" y="2314575"/>
                </a:lnTo>
                <a:lnTo>
                  <a:pt x="666750" y="2314575"/>
                </a:lnTo>
                <a:lnTo>
                  <a:pt x="666750" y="2305050"/>
                </a:lnTo>
                <a:lnTo>
                  <a:pt x="647700" y="2305050"/>
                </a:lnTo>
                <a:lnTo>
                  <a:pt x="647700" y="2295525"/>
                </a:lnTo>
                <a:lnTo>
                  <a:pt x="638175" y="2295525"/>
                </a:lnTo>
                <a:lnTo>
                  <a:pt x="638175" y="2276475"/>
                </a:lnTo>
                <a:lnTo>
                  <a:pt x="628650" y="2276475"/>
                </a:lnTo>
                <a:close/>
                <a:moveTo>
                  <a:pt x="1333500" y="2266950"/>
                </a:moveTo>
                <a:lnTo>
                  <a:pt x="1343025" y="2266950"/>
                </a:lnTo>
                <a:lnTo>
                  <a:pt x="1343025" y="2276475"/>
                </a:lnTo>
                <a:lnTo>
                  <a:pt x="1438275" y="2276475"/>
                </a:lnTo>
                <a:lnTo>
                  <a:pt x="1438275" y="2295525"/>
                </a:lnTo>
                <a:lnTo>
                  <a:pt x="1428750" y="2295525"/>
                </a:lnTo>
                <a:lnTo>
                  <a:pt x="1428750" y="2286000"/>
                </a:lnTo>
                <a:lnTo>
                  <a:pt x="1419225" y="2286000"/>
                </a:lnTo>
                <a:lnTo>
                  <a:pt x="1419225" y="2295525"/>
                </a:lnTo>
                <a:lnTo>
                  <a:pt x="1381125" y="2295525"/>
                </a:lnTo>
                <a:lnTo>
                  <a:pt x="1381125" y="2324100"/>
                </a:lnTo>
                <a:lnTo>
                  <a:pt x="1362075" y="2324100"/>
                </a:lnTo>
                <a:lnTo>
                  <a:pt x="1362075" y="2305050"/>
                </a:lnTo>
                <a:lnTo>
                  <a:pt x="1352550" y="2305050"/>
                </a:lnTo>
                <a:lnTo>
                  <a:pt x="1352550" y="2295525"/>
                </a:lnTo>
                <a:lnTo>
                  <a:pt x="1181100" y="2295525"/>
                </a:lnTo>
                <a:lnTo>
                  <a:pt x="1181100" y="2305050"/>
                </a:lnTo>
                <a:lnTo>
                  <a:pt x="1162050" y="2305050"/>
                </a:lnTo>
                <a:lnTo>
                  <a:pt x="1162050" y="2324100"/>
                </a:lnTo>
                <a:lnTo>
                  <a:pt x="1152525" y="2324100"/>
                </a:lnTo>
                <a:lnTo>
                  <a:pt x="1152525" y="2305050"/>
                </a:lnTo>
                <a:lnTo>
                  <a:pt x="1143000" y="2305050"/>
                </a:lnTo>
                <a:lnTo>
                  <a:pt x="1143000" y="2295525"/>
                </a:lnTo>
                <a:lnTo>
                  <a:pt x="1095375" y="2295525"/>
                </a:lnTo>
                <a:lnTo>
                  <a:pt x="1095375" y="2286000"/>
                </a:lnTo>
                <a:lnTo>
                  <a:pt x="1057275" y="2286000"/>
                </a:lnTo>
                <a:lnTo>
                  <a:pt x="1057275" y="2295525"/>
                </a:lnTo>
                <a:lnTo>
                  <a:pt x="1038225" y="2295525"/>
                </a:lnTo>
                <a:lnTo>
                  <a:pt x="1038225" y="2276475"/>
                </a:lnTo>
                <a:lnTo>
                  <a:pt x="1333500" y="2276475"/>
                </a:lnTo>
                <a:close/>
                <a:moveTo>
                  <a:pt x="266700" y="2276475"/>
                </a:moveTo>
                <a:lnTo>
                  <a:pt x="285750" y="2276475"/>
                </a:lnTo>
                <a:lnTo>
                  <a:pt x="285750" y="2295525"/>
                </a:lnTo>
                <a:lnTo>
                  <a:pt x="238125" y="2295525"/>
                </a:lnTo>
                <a:lnTo>
                  <a:pt x="238125" y="2286000"/>
                </a:lnTo>
                <a:lnTo>
                  <a:pt x="266700" y="2286000"/>
                </a:lnTo>
                <a:close/>
                <a:moveTo>
                  <a:pt x="295275" y="2276475"/>
                </a:moveTo>
                <a:lnTo>
                  <a:pt x="304800" y="2276475"/>
                </a:lnTo>
                <a:lnTo>
                  <a:pt x="304800" y="2286000"/>
                </a:lnTo>
                <a:lnTo>
                  <a:pt x="295275" y="2286000"/>
                </a:lnTo>
                <a:close/>
                <a:moveTo>
                  <a:pt x="571500" y="2276475"/>
                </a:moveTo>
                <a:lnTo>
                  <a:pt x="581025" y="2276475"/>
                </a:lnTo>
                <a:lnTo>
                  <a:pt x="581025" y="2286000"/>
                </a:lnTo>
                <a:lnTo>
                  <a:pt x="590550" y="2286000"/>
                </a:lnTo>
                <a:lnTo>
                  <a:pt x="590550" y="2295525"/>
                </a:lnTo>
                <a:lnTo>
                  <a:pt x="571500" y="2295525"/>
                </a:lnTo>
                <a:close/>
                <a:moveTo>
                  <a:pt x="895350" y="2276475"/>
                </a:moveTo>
                <a:lnTo>
                  <a:pt x="904875" y="2276475"/>
                </a:lnTo>
                <a:lnTo>
                  <a:pt x="904875" y="2286000"/>
                </a:lnTo>
                <a:lnTo>
                  <a:pt x="923925" y="2286000"/>
                </a:lnTo>
                <a:lnTo>
                  <a:pt x="923925" y="2295525"/>
                </a:lnTo>
                <a:lnTo>
                  <a:pt x="904875" y="2295525"/>
                </a:lnTo>
                <a:lnTo>
                  <a:pt x="904875" y="2305050"/>
                </a:lnTo>
                <a:lnTo>
                  <a:pt x="876300" y="2305050"/>
                </a:lnTo>
                <a:lnTo>
                  <a:pt x="876300" y="2295525"/>
                </a:lnTo>
                <a:lnTo>
                  <a:pt x="866775" y="2295525"/>
                </a:lnTo>
                <a:lnTo>
                  <a:pt x="866775" y="2286000"/>
                </a:lnTo>
                <a:lnTo>
                  <a:pt x="895350" y="2286000"/>
                </a:lnTo>
                <a:close/>
                <a:moveTo>
                  <a:pt x="933450" y="2276475"/>
                </a:moveTo>
                <a:lnTo>
                  <a:pt x="942975" y="2276475"/>
                </a:lnTo>
                <a:lnTo>
                  <a:pt x="942975" y="2295525"/>
                </a:lnTo>
                <a:lnTo>
                  <a:pt x="952500" y="2295525"/>
                </a:lnTo>
                <a:lnTo>
                  <a:pt x="952500" y="2305050"/>
                </a:lnTo>
                <a:lnTo>
                  <a:pt x="933450" y="2305050"/>
                </a:lnTo>
                <a:close/>
                <a:moveTo>
                  <a:pt x="990600" y="2276475"/>
                </a:moveTo>
                <a:lnTo>
                  <a:pt x="1019175" y="2276475"/>
                </a:lnTo>
                <a:lnTo>
                  <a:pt x="1019175" y="2295525"/>
                </a:lnTo>
                <a:lnTo>
                  <a:pt x="990600" y="2295525"/>
                </a:lnTo>
                <a:close/>
                <a:moveTo>
                  <a:pt x="1447800" y="2276475"/>
                </a:moveTo>
                <a:lnTo>
                  <a:pt x="1514475" y="2276475"/>
                </a:lnTo>
                <a:lnTo>
                  <a:pt x="1514475" y="2295525"/>
                </a:lnTo>
                <a:lnTo>
                  <a:pt x="1524000" y="2295525"/>
                </a:lnTo>
                <a:lnTo>
                  <a:pt x="1524000" y="2305050"/>
                </a:lnTo>
                <a:lnTo>
                  <a:pt x="1514475" y="2305050"/>
                </a:lnTo>
                <a:lnTo>
                  <a:pt x="1514475" y="2324100"/>
                </a:lnTo>
                <a:lnTo>
                  <a:pt x="1504950" y="2324100"/>
                </a:lnTo>
                <a:lnTo>
                  <a:pt x="1504950" y="2314575"/>
                </a:lnTo>
                <a:lnTo>
                  <a:pt x="1495425" y="2314575"/>
                </a:lnTo>
                <a:lnTo>
                  <a:pt x="1495425" y="2305050"/>
                </a:lnTo>
                <a:lnTo>
                  <a:pt x="1466850" y="2305050"/>
                </a:lnTo>
                <a:lnTo>
                  <a:pt x="1466850" y="2295525"/>
                </a:lnTo>
                <a:lnTo>
                  <a:pt x="1447800" y="2295525"/>
                </a:lnTo>
                <a:close/>
                <a:moveTo>
                  <a:pt x="1600200" y="2276475"/>
                </a:moveTo>
                <a:lnTo>
                  <a:pt x="1609725" y="2276475"/>
                </a:lnTo>
                <a:lnTo>
                  <a:pt x="1609725" y="2286000"/>
                </a:lnTo>
                <a:lnTo>
                  <a:pt x="1600200" y="2286000"/>
                </a:lnTo>
                <a:close/>
                <a:moveTo>
                  <a:pt x="1619250" y="2276475"/>
                </a:moveTo>
                <a:lnTo>
                  <a:pt x="1628775" y="2276475"/>
                </a:lnTo>
                <a:lnTo>
                  <a:pt x="1628775" y="2286000"/>
                </a:lnTo>
                <a:lnTo>
                  <a:pt x="1647825" y="2286000"/>
                </a:lnTo>
                <a:lnTo>
                  <a:pt x="1647825" y="2295525"/>
                </a:lnTo>
                <a:lnTo>
                  <a:pt x="1666875" y="2295525"/>
                </a:lnTo>
                <a:lnTo>
                  <a:pt x="1666875" y="2305050"/>
                </a:lnTo>
                <a:lnTo>
                  <a:pt x="1628775" y="2305050"/>
                </a:lnTo>
                <a:lnTo>
                  <a:pt x="1628775" y="2295525"/>
                </a:lnTo>
                <a:lnTo>
                  <a:pt x="1619250" y="2295525"/>
                </a:lnTo>
                <a:close/>
                <a:moveTo>
                  <a:pt x="1657350" y="2276475"/>
                </a:moveTo>
                <a:lnTo>
                  <a:pt x="1666875" y="2276475"/>
                </a:lnTo>
                <a:lnTo>
                  <a:pt x="1666875" y="2286000"/>
                </a:lnTo>
                <a:lnTo>
                  <a:pt x="1657350" y="2286000"/>
                </a:lnTo>
                <a:close/>
                <a:moveTo>
                  <a:pt x="190500" y="2286000"/>
                </a:moveTo>
                <a:lnTo>
                  <a:pt x="200025" y="2286000"/>
                </a:lnTo>
                <a:lnTo>
                  <a:pt x="200025" y="2295525"/>
                </a:lnTo>
                <a:lnTo>
                  <a:pt x="190500" y="2295525"/>
                </a:lnTo>
                <a:close/>
                <a:moveTo>
                  <a:pt x="1028700" y="2295525"/>
                </a:moveTo>
                <a:lnTo>
                  <a:pt x="1038225" y="2295525"/>
                </a:lnTo>
                <a:lnTo>
                  <a:pt x="1038225" y="2305050"/>
                </a:lnTo>
                <a:lnTo>
                  <a:pt x="1028700" y="2305050"/>
                </a:lnTo>
                <a:close/>
                <a:moveTo>
                  <a:pt x="1057275" y="2295525"/>
                </a:moveTo>
                <a:lnTo>
                  <a:pt x="1085850" y="2295525"/>
                </a:lnTo>
                <a:lnTo>
                  <a:pt x="1085850" y="2305050"/>
                </a:lnTo>
                <a:lnTo>
                  <a:pt x="1057275" y="2305050"/>
                </a:lnTo>
                <a:close/>
                <a:moveTo>
                  <a:pt x="1466850" y="2295525"/>
                </a:moveTo>
                <a:lnTo>
                  <a:pt x="1495425" y="2295525"/>
                </a:lnTo>
                <a:lnTo>
                  <a:pt x="1495425" y="2286000"/>
                </a:lnTo>
                <a:lnTo>
                  <a:pt x="1466850" y="2286000"/>
                </a:lnTo>
                <a:close/>
                <a:moveTo>
                  <a:pt x="1676400" y="2295525"/>
                </a:moveTo>
                <a:lnTo>
                  <a:pt x="1685925" y="2295525"/>
                </a:lnTo>
                <a:lnTo>
                  <a:pt x="1685925" y="2305050"/>
                </a:lnTo>
                <a:lnTo>
                  <a:pt x="1676400" y="2305050"/>
                </a:lnTo>
                <a:close/>
                <a:moveTo>
                  <a:pt x="666750" y="2305050"/>
                </a:moveTo>
                <a:lnTo>
                  <a:pt x="685800" y="2305050"/>
                </a:lnTo>
                <a:lnTo>
                  <a:pt x="685800" y="2295525"/>
                </a:lnTo>
                <a:lnTo>
                  <a:pt x="666750" y="2295525"/>
                </a:lnTo>
                <a:close/>
                <a:moveTo>
                  <a:pt x="819150" y="2305050"/>
                </a:moveTo>
                <a:lnTo>
                  <a:pt x="828675" y="2305050"/>
                </a:lnTo>
                <a:lnTo>
                  <a:pt x="828675" y="2314575"/>
                </a:lnTo>
                <a:lnTo>
                  <a:pt x="819150" y="2314575"/>
                </a:lnTo>
                <a:close/>
                <a:moveTo>
                  <a:pt x="1047750" y="2305050"/>
                </a:moveTo>
                <a:lnTo>
                  <a:pt x="1057275" y="2305050"/>
                </a:lnTo>
                <a:lnTo>
                  <a:pt x="1057275" y="2314575"/>
                </a:lnTo>
                <a:lnTo>
                  <a:pt x="1047750" y="2314575"/>
                </a:lnTo>
                <a:close/>
                <a:moveTo>
                  <a:pt x="542925" y="2314575"/>
                </a:moveTo>
                <a:lnTo>
                  <a:pt x="571500" y="2314575"/>
                </a:lnTo>
                <a:lnTo>
                  <a:pt x="571500" y="2324100"/>
                </a:lnTo>
                <a:lnTo>
                  <a:pt x="542925" y="2324100"/>
                </a:lnTo>
                <a:close/>
                <a:moveTo>
                  <a:pt x="742950" y="2314575"/>
                </a:moveTo>
                <a:lnTo>
                  <a:pt x="752475" y="2314575"/>
                </a:lnTo>
                <a:lnTo>
                  <a:pt x="752475" y="2324100"/>
                </a:lnTo>
                <a:lnTo>
                  <a:pt x="742950" y="2324100"/>
                </a:lnTo>
                <a:close/>
                <a:moveTo>
                  <a:pt x="781050" y="2314575"/>
                </a:moveTo>
                <a:lnTo>
                  <a:pt x="790575" y="2314575"/>
                </a:lnTo>
                <a:lnTo>
                  <a:pt x="790575" y="2324100"/>
                </a:lnTo>
                <a:lnTo>
                  <a:pt x="781050" y="2324100"/>
                </a:lnTo>
                <a:close/>
                <a:moveTo>
                  <a:pt x="790575" y="2324100"/>
                </a:moveTo>
                <a:lnTo>
                  <a:pt x="800100" y="2324100"/>
                </a:lnTo>
                <a:lnTo>
                  <a:pt x="800100" y="2352675"/>
                </a:lnTo>
                <a:lnTo>
                  <a:pt x="790575" y="2352675"/>
                </a:lnTo>
                <a:close/>
                <a:moveTo>
                  <a:pt x="895350" y="2324100"/>
                </a:moveTo>
                <a:lnTo>
                  <a:pt x="914400" y="2324100"/>
                </a:lnTo>
                <a:lnTo>
                  <a:pt x="914400" y="2343150"/>
                </a:lnTo>
                <a:lnTo>
                  <a:pt x="895350" y="2343150"/>
                </a:lnTo>
                <a:close/>
                <a:moveTo>
                  <a:pt x="1676400" y="2324100"/>
                </a:moveTo>
                <a:lnTo>
                  <a:pt x="1695450" y="2324100"/>
                </a:lnTo>
                <a:lnTo>
                  <a:pt x="1695450" y="2333625"/>
                </a:lnTo>
                <a:lnTo>
                  <a:pt x="1685925" y="2333625"/>
                </a:lnTo>
                <a:lnTo>
                  <a:pt x="1685925" y="2343150"/>
                </a:lnTo>
                <a:lnTo>
                  <a:pt x="1695450" y="2343150"/>
                </a:lnTo>
                <a:lnTo>
                  <a:pt x="1695450" y="2333625"/>
                </a:lnTo>
                <a:lnTo>
                  <a:pt x="1704975" y="2333625"/>
                </a:lnTo>
                <a:lnTo>
                  <a:pt x="1704975" y="2352675"/>
                </a:lnTo>
                <a:lnTo>
                  <a:pt x="1695450" y="2352675"/>
                </a:lnTo>
                <a:lnTo>
                  <a:pt x="1695450" y="2362200"/>
                </a:lnTo>
                <a:lnTo>
                  <a:pt x="1685925" y="2362200"/>
                </a:lnTo>
                <a:lnTo>
                  <a:pt x="1685925" y="2352675"/>
                </a:lnTo>
                <a:lnTo>
                  <a:pt x="1676400" y="2352675"/>
                </a:lnTo>
                <a:lnTo>
                  <a:pt x="1676400" y="2343150"/>
                </a:lnTo>
                <a:lnTo>
                  <a:pt x="1657350" y="2343150"/>
                </a:lnTo>
                <a:lnTo>
                  <a:pt x="1657350" y="2333625"/>
                </a:lnTo>
                <a:lnTo>
                  <a:pt x="1676400" y="2333625"/>
                </a:lnTo>
                <a:close/>
                <a:moveTo>
                  <a:pt x="1095375" y="2333625"/>
                </a:moveTo>
                <a:lnTo>
                  <a:pt x="1114425" y="2333625"/>
                </a:lnTo>
                <a:lnTo>
                  <a:pt x="1114425" y="2343150"/>
                </a:lnTo>
                <a:lnTo>
                  <a:pt x="1104900" y="2343150"/>
                </a:lnTo>
                <a:lnTo>
                  <a:pt x="1104900" y="2352675"/>
                </a:lnTo>
                <a:lnTo>
                  <a:pt x="1114425" y="2352675"/>
                </a:lnTo>
                <a:lnTo>
                  <a:pt x="1114425" y="2362200"/>
                </a:lnTo>
                <a:lnTo>
                  <a:pt x="1085850" y="2362200"/>
                </a:lnTo>
                <a:lnTo>
                  <a:pt x="1085850" y="2343150"/>
                </a:lnTo>
                <a:lnTo>
                  <a:pt x="1095375" y="2343150"/>
                </a:lnTo>
                <a:close/>
                <a:moveTo>
                  <a:pt x="1371600" y="2333625"/>
                </a:moveTo>
                <a:lnTo>
                  <a:pt x="1381125" y="2333625"/>
                </a:lnTo>
                <a:lnTo>
                  <a:pt x="1381125" y="2343150"/>
                </a:lnTo>
                <a:lnTo>
                  <a:pt x="1371600" y="2343150"/>
                </a:lnTo>
                <a:close/>
                <a:moveTo>
                  <a:pt x="1447800" y="2333625"/>
                </a:moveTo>
                <a:lnTo>
                  <a:pt x="1466850" y="2333625"/>
                </a:lnTo>
                <a:lnTo>
                  <a:pt x="1466850" y="2343150"/>
                </a:lnTo>
                <a:lnTo>
                  <a:pt x="1447800" y="2343150"/>
                </a:lnTo>
                <a:close/>
                <a:moveTo>
                  <a:pt x="1495425" y="2333625"/>
                </a:moveTo>
                <a:lnTo>
                  <a:pt x="1514475" y="2333625"/>
                </a:lnTo>
                <a:lnTo>
                  <a:pt x="1514475" y="2343150"/>
                </a:lnTo>
                <a:lnTo>
                  <a:pt x="1495425" y="2343150"/>
                </a:lnTo>
                <a:close/>
                <a:moveTo>
                  <a:pt x="1609725" y="2333625"/>
                </a:moveTo>
                <a:lnTo>
                  <a:pt x="1638300" y="2333625"/>
                </a:lnTo>
                <a:lnTo>
                  <a:pt x="1638300" y="2343150"/>
                </a:lnTo>
                <a:lnTo>
                  <a:pt x="1609725" y="2343150"/>
                </a:lnTo>
                <a:close/>
                <a:moveTo>
                  <a:pt x="1390650" y="2343150"/>
                </a:moveTo>
                <a:lnTo>
                  <a:pt x="1419225" y="2343150"/>
                </a:lnTo>
                <a:lnTo>
                  <a:pt x="1419225" y="2352675"/>
                </a:lnTo>
                <a:lnTo>
                  <a:pt x="1409700" y="2352675"/>
                </a:lnTo>
                <a:lnTo>
                  <a:pt x="1409700" y="2362200"/>
                </a:lnTo>
                <a:lnTo>
                  <a:pt x="1400175" y="2362200"/>
                </a:lnTo>
                <a:lnTo>
                  <a:pt x="1400175" y="2352675"/>
                </a:lnTo>
                <a:lnTo>
                  <a:pt x="1390650" y="2352675"/>
                </a:lnTo>
                <a:close/>
                <a:moveTo>
                  <a:pt x="361950" y="2352675"/>
                </a:moveTo>
                <a:lnTo>
                  <a:pt x="371475" y="2352675"/>
                </a:lnTo>
                <a:lnTo>
                  <a:pt x="371475" y="2371725"/>
                </a:lnTo>
                <a:lnTo>
                  <a:pt x="361950" y="2371725"/>
                </a:lnTo>
                <a:close/>
                <a:moveTo>
                  <a:pt x="1009650" y="2352675"/>
                </a:moveTo>
                <a:lnTo>
                  <a:pt x="1028700" y="2352675"/>
                </a:lnTo>
                <a:lnTo>
                  <a:pt x="1028700" y="2362200"/>
                </a:lnTo>
                <a:lnTo>
                  <a:pt x="1009650" y="2362200"/>
                </a:lnTo>
                <a:close/>
                <a:moveTo>
                  <a:pt x="1476375" y="2352675"/>
                </a:moveTo>
                <a:lnTo>
                  <a:pt x="1485900" y="2352675"/>
                </a:lnTo>
                <a:lnTo>
                  <a:pt x="1485900" y="2362200"/>
                </a:lnTo>
                <a:lnTo>
                  <a:pt x="1476375" y="2362200"/>
                </a:lnTo>
                <a:close/>
                <a:moveTo>
                  <a:pt x="1600200" y="2352675"/>
                </a:moveTo>
                <a:lnTo>
                  <a:pt x="1609725" y="2352675"/>
                </a:lnTo>
                <a:lnTo>
                  <a:pt x="1609725" y="2362200"/>
                </a:lnTo>
                <a:lnTo>
                  <a:pt x="1600200" y="2362200"/>
                </a:lnTo>
                <a:close/>
                <a:moveTo>
                  <a:pt x="733425" y="2362200"/>
                </a:moveTo>
                <a:lnTo>
                  <a:pt x="742950" y="2362200"/>
                </a:lnTo>
                <a:lnTo>
                  <a:pt x="742950" y="2371725"/>
                </a:lnTo>
                <a:lnTo>
                  <a:pt x="733425" y="2371725"/>
                </a:lnTo>
                <a:close/>
                <a:moveTo>
                  <a:pt x="800100" y="2371725"/>
                </a:moveTo>
                <a:lnTo>
                  <a:pt x="828675" y="2371725"/>
                </a:lnTo>
                <a:lnTo>
                  <a:pt x="828675" y="2381250"/>
                </a:lnTo>
                <a:lnTo>
                  <a:pt x="819150" y="2381250"/>
                </a:lnTo>
                <a:lnTo>
                  <a:pt x="819150" y="2390775"/>
                </a:lnTo>
                <a:lnTo>
                  <a:pt x="800100" y="2390775"/>
                </a:lnTo>
                <a:close/>
                <a:moveTo>
                  <a:pt x="1095375" y="2371725"/>
                </a:moveTo>
                <a:lnTo>
                  <a:pt x="1152525" y="2371725"/>
                </a:lnTo>
                <a:lnTo>
                  <a:pt x="1152525" y="2381250"/>
                </a:lnTo>
                <a:lnTo>
                  <a:pt x="1095375" y="2381250"/>
                </a:lnTo>
                <a:close/>
                <a:moveTo>
                  <a:pt x="1400175" y="2371725"/>
                </a:moveTo>
                <a:lnTo>
                  <a:pt x="1419225" y="2371725"/>
                </a:lnTo>
                <a:lnTo>
                  <a:pt x="1419225" y="2390775"/>
                </a:lnTo>
                <a:lnTo>
                  <a:pt x="1409700" y="2390775"/>
                </a:lnTo>
                <a:lnTo>
                  <a:pt x="1409700" y="2381250"/>
                </a:lnTo>
                <a:lnTo>
                  <a:pt x="1400175" y="2381250"/>
                </a:lnTo>
                <a:close/>
                <a:moveTo>
                  <a:pt x="361950" y="2381250"/>
                </a:moveTo>
                <a:lnTo>
                  <a:pt x="371475" y="2381250"/>
                </a:lnTo>
                <a:lnTo>
                  <a:pt x="371475" y="2390775"/>
                </a:lnTo>
                <a:lnTo>
                  <a:pt x="361950" y="2390775"/>
                </a:lnTo>
                <a:close/>
                <a:moveTo>
                  <a:pt x="590550" y="2381250"/>
                </a:moveTo>
                <a:lnTo>
                  <a:pt x="600075" y="2381250"/>
                </a:lnTo>
                <a:lnTo>
                  <a:pt x="600075" y="2390775"/>
                </a:lnTo>
                <a:lnTo>
                  <a:pt x="590550" y="2390775"/>
                </a:lnTo>
                <a:close/>
                <a:moveTo>
                  <a:pt x="914400" y="2381250"/>
                </a:moveTo>
                <a:lnTo>
                  <a:pt x="923925" y="2381250"/>
                </a:lnTo>
                <a:lnTo>
                  <a:pt x="923925" y="2390775"/>
                </a:lnTo>
                <a:lnTo>
                  <a:pt x="914400" y="2390775"/>
                </a:lnTo>
                <a:close/>
                <a:moveTo>
                  <a:pt x="1171575" y="2381250"/>
                </a:moveTo>
                <a:lnTo>
                  <a:pt x="1181100" y="2381250"/>
                </a:lnTo>
                <a:lnTo>
                  <a:pt x="1181100" y="2390775"/>
                </a:lnTo>
                <a:lnTo>
                  <a:pt x="1171575" y="2390775"/>
                </a:lnTo>
                <a:close/>
                <a:moveTo>
                  <a:pt x="733425" y="2390775"/>
                </a:moveTo>
                <a:lnTo>
                  <a:pt x="742950" y="2390775"/>
                </a:lnTo>
                <a:lnTo>
                  <a:pt x="742950" y="2400300"/>
                </a:lnTo>
                <a:lnTo>
                  <a:pt x="733425" y="2400300"/>
                </a:lnTo>
                <a:close/>
                <a:moveTo>
                  <a:pt x="923925" y="2390775"/>
                </a:moveTo>
                <a:lnTo>
                  <a:pt x="933450" y="2390775"/>
                </a:lnTo>
                <a:lnTo>
                  <a:pt x="933450" y="2400300"/>
                </a:lnTo>
                <a:lnTo>
                  <a:pt x="923925" y="2400300"/>
                </a:lnTo>
                <a:close/>
                <a:moveTo>
                  <a:pt x="1038225" y="2390775"/>
                </a:moveTo>
                <a:lnTo>
                  <a:pt x="1057275" y="2390775"/>
                </a:lnTo>
                <a:lnTo>
                  <a:pt x="1057275" y="2400300"/>
                </a:lnTo>
                <a:lnTo>
                  <a:pt x="1038225" y="2400300"/>
                </a:lnTo>
                <a:close/>
                <a:moveTo>
                  <a:pt x="1419225" y="2390775"/>
                </a:moveTo>
                <a:lnTo>
                  <a:pt x="1447800" y="2390775"/>
                </a:lnTo>
                <a:lnTo>
                  <a:pt x="1447800" y="2428875"/>
                </a:lnTo>
                <a:lnTo>
                  <a:pt x="1371600" y="2428875"/>
                </a:lnTo>
                <a:lnTo>
                  <a:pt x="1371600" y="2400300"/>
                </a:lnTo>
                <a:lnTo>
                  <a:pt x="1419225" y="2400300"/>
                </a:lnTo>
                <a:close/>
                <a:moveTo>
                  <a:pt x="1476375" y="2390775"/>
                </a:moveTo>
                <a:lnTo>
                  <a:pt x="1485900" y="2390775"/>
                </a:lnTo>
                <a:lnTo>
                  <a:pt x="1485900" y="2409825"/>
                </a:lnTo>
                <a:lnTo>
                  <a:pt x="1533525" y="2409825"/>
                </a:lnTo>
                <a:lnTo>
                  <a:pt x="1533525" y="2400300"/>
                </a:lnTo>
                <a:lnTo>
                  <a:pt x="1543050" y="2400300"/>
                </a:lnTo>
                <a:lnTo>
                  <a:pt x="1543050" y="2428875"/>
                </a:lnTo>
                <a:lnTo>
                  <a:pt x="1504950" y="2428875"/>
                </a:lnTo>
                <a:lnTo>
                  <a:pt x="1504950" y="2438400"/>
                </a:lnTo>
                <a:lnTo>
                  <a:pt x="1485900" y="2438400"/>
                </a:lnTo>
                <a:lnTo>
                  <a:pt x="1485900" y="2428875"/>
                </a:lnTo>
                <a:lnTo>
                  <a:pt x="1457325" y="2428875"/>
                </a:lnTo>
                <a:lnTo>
                  <a:pt x="1457325" y="2409825"/>
                </a:lnTo>
                <a:lnTo>
                  <a:pt x="1476375" y="2409825"/>
                </a:lnTo>
                <a:close/>
                <a:moveTo>
                  <a:pt x="1552575" y="2390775"/>
                </a:moveTo>
                <a:lnTo>
                  <a:pt x="1581150" y="2390775"/>
                </a:lnTo>
                <a:lnTo>
                  <a:pt x="1581150" y="2400300"/>
                </a:lnTo>
                <a:lnTo>
                  <a:pt x="1619250" y="2400300"/>
                </a:lnTo>
                <a:lnTo>
                  <a:pt x="1619250" y="2409825"/>
                </a:lnTo>
                <a:lnTo>
                  <a:pt x="1638300" y="2409825"/>
                </a:lnTo>
                <a:lnTo>
                  <a:pt x="1638300" y="2428875"/>
                </a:lnTo>
                <a:lnTo>
                  <a:pt x="1590675" y="2428875"/>
                </a:lnTo>
                <a:lnTo>
                  <a:pt x="1590675" y="2419350"/>
                </a:lnTo>
                <a:lnTo>
                  <a:pt x="1571625" y="2419350"/>
                </a:lnTo>
                <a:lnTo>
                  <a:pt x="1571625" y="2409825"/>
                </a:lnTo>
                <a:lnTo>
                  <a:pt x="1552575" y="2409825"/>
                </a:lnTo>
                <a:close/>
                <a:moveTo>
                  <a:pt x="1285875" y="2400300"/>
                </a:moveTo>
                <a:lnTo>
                  <a:pt x="1304925" y="2400300"/>
                </a:lnTo>
                <a:lnTo>
                  <a:pt x="1304925" y="2409825"/>
                </a:lnTo>
                <a:lnTo>
                  <a:pt x="1285875" y="2409825"/>
                </a:lnTo>
                <a:close/>
                <a:moveTo>
                  <a:pt x="1676400" y="2400300"/>
                </a:moveTo>
                <a:lnTo>
                  <a:pt x="1695450" y="2400300"/>
                </a:lnTo>
                <a:lnTo>
                  <a:pt x="1695450" y="2409825"/>
                </a:lnTo>
                <a:lnTo>
                  <a:pt x="1676400" y="2409825"/>
                </a:lnTo>
                <a:close/>
                <a:moveTo>
                  <a:pt x="323850" y="2409825"/>
                </a:moveTo>
                <a:lnTo>
                  <a:pt x="333375" y="2409825"/>
                </a:lnTo>
                <a:lnTo>
                  <a:pt x="333375" y="2419350"/>
                </a:lnTo>
                <a:lnTo>
                  <a:pt x="323850" y="2419350"/>
                </a:lnTo>
                <a:close/>
                <a:moveTo>
                  <a:pt x="1200150" y="2409825"/>
                </a:moveTo>
                <a:lnTo>
                  <a:pt x="1209675" y="2409825"/>
                </a:lnTo>
                <a:lnTo>
                  <a:pt x="1209675" y="2419350"/>
                </a:lnTo>
                <a:lnTo>
                  <a:pt x="1219200" y="2419350"/>
                </a:lnTo>
                <a:lnTo>
                  <a:pt x="1219200" y="2409825"/>
                </a:lnTo>
                <a:lnTo>
                  <a:pt x="1228725" y="2409825"/>
                </a:lnTo>
                <a:lnTo>
                  <a:pt x="1228725" y="2428875"/>
                </a:lnTo>
                <a:lnTo>
                  <a:pt x="1181100" y="2428875"/>
                </a:lnTo>
                <a:lnTo>
                  <a:pt x="1181100" y="2419350"/>
                </a:lnTo>
                <a:lnTo>
                  <a:pt x="1200150" y="2419350"/>
                </a:lnTo>
                <a:close/>
                <a:moveTo>
                  <a:pt x="1076325" y="2419350"/>
                </a:moveTo>
                <a:lnTo>
                  <a:pt x="1095375" y="2419350"/>
                </a:lnTo>
                <a:lnTo>
                  <a:pt x="1095375" y="2428875"/>
                </a:lnTo>
                <a:lnTo>
                  <a:pt x="1076325" y="2428875"/>
                </a:lnTo>
                <a:close/>
                <a:moveTo>
                  <a:pt x="1295400" y="2419350"/>
                </a:moveTo>
                <a:lnTo>
                  <a:pt x="1304925" y="2419350"/>
                </a:lnTo>
                <a:lnTo>
                  <a:pt x="1304925" y="2428875"/>
                </a:lnTo>
                <a:lnTo>
                  <a:pt x="1295400" y="2428875"/>
                </a:lnTo>
                <a:close/>
                <a:moveTo>
                  <a:pt x="314325" y="2428875"/>
                </a:moveTo>
                <a:lnTo>
                  <a:pt x="323850" y="2428875"/>
                </a:lnTo>
                <a:lnTo>
                  <a:pt x="323850" y="2438400"/>
                </a:lnTo>
                <a:lnTo>
                  <a:pt x="314325" y="2438400"/>
                </a:lnTo>
                <a:close/>
                <a:moveTo>
                  <a:pt x="762000" y="2428875"/>
                </a:moveTo>
                <a:lnTo>
                  <a:pt x="771525" y="2428875"/>
                </a:lnTo>
                <a:lnTo>
                  <a:pt x="771525" y="2438400"/>
                </a:lnTo>
                <a:lnTo>
                  <a:pt x="762000" y="2438400"/>
                </a:lnTo>
                <a:close/>
                <a:moveTo>
                  <a:pt x="1114425" y="2428875"/>
                </a:moveTo>
                <a:lnTo>
                  <a:pt x="1123950" y="2428875"/>
                </a:lnTo>
                <a:lnTo>
                  <a:pt x="1123950" y="2438400"/>
                </a:lnTo>
                <a:lnTo>
                  <a:pt x="1114425" y="2438400"/>
                </a:lnTo>
                <a:close/>
                <a:moveTo>
                  <a:pt x="200025" y="2438400"/>
                </a:moveTo>
                <a:lnTo>
                  <a:pt x="209550" y="2438400"/>
                </a:lnTo>
                <a:lnTo>
                  <a:pt x="209550" y="2447925"/>
                </a:lnTo>
                <a:lnTo>
                  <a:pt x="200025" y="2447925"/>
                </a:lnTo>
                <a:close/>
                <a:moveTo>
                  <a:pt x="304800" y="2438400"/>
                </a:moveTo>
                <a:lnTo>
                  <a:pt x="314325" y="2438400"/>
                </a:lnTo>
                <a:lnTo>
                  <a:pt x="314325" y="2447925"/>
                </a:lnTo>
                <a:lnTo>
                  <a:pt x="304800" y="2447925"/>
                </a:lnTo>
                <a:close/>
                <a:moveTo>
                  <a:pt x="847725" y="2457450"/>
                </a:moveTo>
                <a:lnTo>
                  <a:pt x="866775" y="2457450"/>
                </a:lnTo>
                <a:lnTo>
                  <a:pt x="866775" y="2466975"/>
                </a:lnTo>
                <a:lnTo>
                  <a:pt x="847725" y="2466975"/>
                </a:lnTo>
                <a:close/>
                <a:moveTo>
                  <a:pt x="847725" y="2476500"/>
                </a:moveTo>
                <a:lnTo>
                  <a:pt x="866775" y="2476500"/>
                </a:lnTo>
                <a:lnTo>
                  <a:pt x="866775" y="2486025"/>
                </a:lnTo>
                <a:lnTo>
                  <a:pt x="847725" y="2486025"/>
                </a:lnTo>
                <a:close/>
                <a:moveTo>
                  <a:pt x="228600" y="2505075"/>
                </a:moveTo>
                <a:lnTo>
                  <a:pt x="247650" y="2505075"/>
                </a:lnTo>
                <a:lnTo>
                  <a:pt x="247650" y="2514600"/>
                </a:lnTo>
                <a:lnTo>
                  <a:pt x="257175" y="2514600"/>
                </a:lnTo>
                <a:lnTo>
                  <a:pt x="257175" y="2524125"/>
                </a:lnTo>
                <a:lnTo>
                  <a:pt x="247650" y="2524125"/>
                </a:lnTo>
                <a:lnTo>
                  <a:pt x="247650" y="2533650"/>
                </a:lnTo>
                <a:lnTo>
                  <a:pt x="228600" y="2533650"/>
                </a:lnTo>
                <a:lnTo>
                  <a:pt x="228600" y="2543175"/>
                </a:lnTo>
                <a:lnTo>
                  <a:pt x="219075" y="2543175"/>
                </a:lnTo>
                <a:lnTo>
                  <a:pt x="219075" y="2524125"/>
                </a:lnTo>
                <a:lnTo>
                  <a:pt x="238125" y="2524125"/>
                </a:lnTo>
                <a:lnTo>
                  <a:pt x="238125" y="2514600"/>
                </a:lnTo>
                <a:lnTo>
                  <a:pt x="228600" y="2514600"/>
                </a:lnTo>
                <a:close/>
                <a:moveTo>
                  <a:pt x="285750" y="2505075"/>
                </a:moveTo>
                <a:lnTo>
                  <a:pt x="295275" y="2505075"/>
                </a:lnTo>
                <a:lnTo>
                  <a:pt x="295275" y="2514600"/>
                </a:lnTo>
                <a:lnTo>
                  <a:pt x="285750" y="2514600"/>
                </a:lnTo>
                <a:close/>
                <a:moveTo>
                  <a:pt x="381000" y="2505075"/>
                </a:moveTo>
                <a:lnTo>
                  <a:pt x="390525" y="2505075"/>
                </a:lnTo>
                <a:lnTo>
                  <a:pt x="390525" y="2514600"/>
                </a:lnTo>
                <a:lnTo>
                  <a:pt x="381000" y="2514600"/>
                </a:lnTo>
                <a:close/>
                <a:moveTo>
                  <a:pt x="809625" y="2505075"/>
                </a:moveTo>
                <a:lnTo>
                  <a:pt x="838200" y="2505075"/>
                </a:lnTo>
                <a:lnTo>
                  <a:pt x="838200" y="2514600"/>
                </a:lnTo>
                <a:lnTo>
                  <a:pt x="809625" y="2514600"/>
                </a:lnTo>
                <a:close/>
                <a:moveTo>
                  <a:pt x="1143000" y="2505075"/>
                </a:moveTo>
                <a:lnTo>
                  <a:pt x="1162050" y="2505075"/>
                </a:lnTo>
                <a:lnTo>
                  <a:pt x="1162050" y="2514600"/>
                </a:lnTo>
                <a:lnTo>
                  <a:pt x="1143000" y="2514600"/>
                </a:lnTo>
                <a:close/>
                <a:moveTo>
                  <a:pt x="1285875" y="2505075"/>
                </a:moveTo>
                <a:lnTo>
                  <a:pt x="1295400" y="2505075"/>
                </a:lnTo>
                <a:lnTo>
                  <a:pt x="1295400" y="2514600"/>
                </a:lnTo>
                <a:lnTo>
                  <a:pt x="1285875" y="2514600"/>
                </a:lnTo>
                <a:close/>
                <a:moveTo>
                  <a:pt x="1304925" y="2505075"/>
                </a:moveTo>
                <a:lnTo>
                  <a:pt x="1314450" y="2505075"/>
                </a:lnTo>
                <a:lnTo>
                  <a:pt x="1314450" y="2514600"/>
                </a:lnTo>
                <a:lnTo>
                  <a:pt x="1304925" y="2514600"/>
                </a:lnTo>
                <a:close/>
                <a:moveTo>
                  <a:pt x="1457325" y="2505075"/>
                </a:moveTo>
                <a:lnTo>
                  <a:pt x="1466850" y="2505075"/>
                </a:lnTo>
                <a:lnTo>
                  <a:pt x="1466850" y="2514600"/>
                </a:lnTo>
                <a:lnTo>
                  <a:pt x="1457325" y="2514600"/>
                </a:lnTo>
                <a:close/>
                <a:moveTo>
                  <a:pt x="285750" y="2524125"/>
                </a:moveTo>
                <a:lnTo>
                  <a:pt x="295275" y="2524125"/>
                </a:lnTo>
                <a:lnTo>
                  <a:pt x="295275" y="2533650"/>
                </a:lnTo>
                <a:lnTo>
                  <a:pt x="285750" y="2533650"/>
                </a:lnTo>
                <a:close/>
                <a:moveTo>
                  <a:pt x="400050" y="2524125"/>
                </a:moveTo>
                <a:lnTo>
                  <a:pt x="428625" y="2524125"/>
                </a:lnTo>
                <a:lnTo>
                  <a:pt x="428625" y="2543175"/>
                </a:lnTo>
                <a:lnTo>
                  <a:pt x="400050" y="2543175"/>
                </a:lnTo>
                <a:lnTo>
                  <a:pt x="400050" y="2552700"/>
                </a:lnTo>
                <a:lnTo>
                  <a:pt x="390525" y="2552700"/>
                </a:lnTo>
                <a:lnTo>
                  <a:pt x="390525" y="2533650"/>
                </a:lnTo>
                <a:lnTo>
                  <a:pt x="400050" y="2533650"/>
                </a:lnTo>
                <a:close/>
                <a:moveTo>
                  <a:pt x="457200" y="2524125"/>
                </a:moveTo>
                <a:lnTo>
                  <a:pt x="466725" y="2524125"/>
                </a:lnTo>
                <a:lnTo>
                  <a:pt x="466725" y="2533650"/>
                </a:lnTo>
                <a:lnTo>
                  <a:pt x="457200" y="2533650"/>
                </a:lnTo>
                <a:close/>
                <a:moveTo>
                  <a:pt x="1285875" y="2524125"/>
                </a:moveTo>
                <a:lnTo>
                  <a:pt x="1304925" y="2524125"/>
                </a:lnTo>
                <a:lnTo>
                  <a:pt x="1304925" y="2533650"/>
                </a:lnTo>
                <a:lnTo>
                  <a:pt x="1285875" y="2533650"/>
                </a:lnTo>
                <a:close/>
                <a:moveTo>
                  <a:pt x="1381125" y="2524125"/>
                </a:moveTo>
                <a:lnTo>
                  <a:pt x="1390650" y="2524125"/>
                </a:lnTo>
                <a:lnTo>
                  <a:pt x="1390650" y="2533650"/>
                </a:lnTo>
                <a:lnTo>
                  <a:pt x="1381125" y="2533650"/>
                </a:lnTo>
                <a:close/>
                <a:moveTo>
                  <a:pt x="542925" y="2533650"/>
                </a:moveTo>
                <a:lnTo>
                  <a:pt x="552450" y="2533650"/>
                </a:lnTo>
                <a:lnTo>
                  <a:pt x="552450" y="2552700"/>
                </a:lnTo>
                <a:lnTo>
                  <a:pt x="542925" y="2552700"/>
                </a:lnTo>
                <a:close/>
                <a:moveTo>
                  <a:pt x="1114425" y="2533650"/>
                </a:moveTo>
                <a:lnTo>
                  <a:pt x="1123950" y="2533650"/>
                </a:lnTo>
                <a:lnTo>
                  <a:pt x="1123950" y="2552700"/>
                </a:lnTo>
                <a:lnTo>
                  <a:pt x="1114425" y="2552700"/>
                </a:lnTo>
                <a:close/>
                <a:moveTo>
                  <a:pt x="1638300" y="2533650"/>
                </a:moveTo>
                <a:lnTo>
                  <a:pt x="1666875" y="2533650"/>
                </a:lnTo>
                <a:lnTo>
                  <a:pt x="1666875" y="2552700"/>
                </a:lnTo>
                <a:lnTo>
                  <a:pt x="1638300" y="2552700"/>
                </a:lnTo>
                <a:close/>
                <a:moveTo>
                  <a:pt x="352425" y="2543175"/>
                </a:moveTo>
                <a:lnTo>
                  <a:pt x="361950" y="2543175"/>
                </a:lnTo>
                <a:lnTo>
                  <a:pt x="361950" y="2562225"/>
                </a:lnTo>
                <a:lnTo>
                  <a:pt x="352425" y="2562225"/>
                </a:lnTo>
                <a:close/>
                <a:moveTo>
                  <a:pt x="1714500" y="2543175"/>
                </a:moveTo>
                <a:lnTo>
                  <a:pt x="1724025" y="2543175"/>
                </a:lnTo>
                <a:lnTo>
                  <a:pt x="1724025" y="2562225"/>
                </a:lnTo>
                <a:lnTo>
                  <a:pt x="1714500" y="2562225"/>
                </a:lnTo>
                <a:close/>
                <a:moveTo>
                  <a:pt x="400050" y="2552700"/>
                </a:moveTo>
                <a:lnTo>
                  <a:pt x="409575" y="2552700"/>
                </a:lnTo>
                <a:lnTo>
                  <a:pt x="409575" y="2562225"/>
                </a:lnTo>
                <a:lnTo>
                  <a:pt x="400050" y="2562225"/>
                </a:lnTo>
                <a:close/>
                <a:moveTo>
                  <a:pt x="419100" y="2552700"/>
                </a:moveTo>
                <a:lnTo>
                  <a:pt x="428625" y="2552700"/>
                </a:lnTo>
                <a:lnTo>
                  <a:pt x="428625" y="2562225"/>
                </a:lnTo>
                <a:lnTo>
                  <a:pt x="419100" y="2562225"/>
                </a:lnTo>
                <a:close/>
                <a:moveTo>
                  <a:pt x="1181100" y="2552700"/>
                </a:moveTo>
                <a:lnTo>
                  <a:pt x="1219200" y="2552700"/>
                </a:lnTo>
                <a:lnTo>
                  <a:pt x="1219200" y="2562225"/>
                </a:lnTo>
                <a:lnTo>
                  <a:pt x="1181100" y="2562225"/>
                </a:lnTo>
                <a:close/>
                <a:moveTo>
                  <a:pt x="1276350" y="2552700"/>
                </a:moveTo>
                <a:lnTo>
                  <a:pt x="1314450" y="2552700"/>
                </a:lnTo>
                <a:lnTo>
                  <a:pt x="1314450" y="2562225"/>
                </a:lnTo>
                <a:lnTo>
                  <a:pt x="1304925" y="2562225"/>
                </a:lnTo>
                <a:lnTo>
                  <a:pt x="1304925" y="2571750"/>
                </a:lnTo>
                <a:lnTo>
                  <a:pt x="1285875" y="2571750"/>
                </a:lnTo>
                <a:lnTo>
                  <a:pt x="1285875" y="2562225"/>
                </a:lnTo>
                <a:lnTo>
                  <a:pt x="1276350" y="2562225"/>
                </a:lnTo>
                <a:close/>
                <a:moveTo>
                  <a:pt x="1352550" y="2552700"/>
                </a:moveTo>
                <a:lnTo>
                  <a:pt x="1400175" y="2552700"/>
                </a:lnTo>
                <a:lnTo>
                  <a:pt x="1400175" y="2562225"/>
                </a:lnTo>
                <a:lnTo>
                  <a:pt x="1409700" y="2562225"/>
                </a:lnTo>
                <a:lnTo>
                  <a:pt x="1409700" y="2571750"/>
                </a:lnTo>
                <a:lnTo>
                  <a:pt x="1381125" y="2571750"/>
                </a:lnTo>
                <a:lnTo>
                  <a:pt x="1381125" y="2562225"/>
                </a:lnTo>
                <a:lnTo>
                  <a:pt x="1352550" y="2562225"/>
                </a:lnTo>
                <a:close/>
                <a:moveTo>
                  <a:pt x="1457325" y="2552700"/>
                </a:moveTo>
                <a:lnTo>
                  <a:pt x="1466850" y="2552700"/>
                </a:lnTo>
                <a:lnTo>
                  <a:pt x="1466850" y="2562225"/>
                </a:lnTo>
                <a:lnTo>
                  <a:pt x="1457325" y="2562225"/>
                </a:lnTo>
                <a:close/>
                <a:moveTo>
                  <a:pt x="1514475" y="2552700"/>
                </a:moveTo>
                <a:lnTo>
                  <a:pt x="1571625" y="2552700"/>
                </a:lnTo>
                <a:lnTo>
                  <a:pt x="1571625" y="2562225"/>
                </a:lnTo>
                <a:lnTo>
                  <a:pt x="1514475" y="2562225"/>
                </a:lnTo>
                <a:close/>
                <a:moveTo>
                  <a:pt x="619125" y="2562225"/>
                </a:moveTo>
                <a:lnTo>
                  <a:pt x="628650" y="2562225"/>
                </a:lnTo>
                <a:lnTo>
                  <a:pt x="628650" y="2571750"/>
                </a:lnTo>
                <a:lnTo>
                  <a:pt x="638175" y="2571750"/>
                </a:lnTo>
                <a:lnTo>
                  <a:pt x="638175" y="2590800"/>
                </a:lnTo>
                <a:lnTo>
                  <a:pt x="619125" y="2590800"/>
                </a:lnTo>
                <a:close/>
                <a:moveTo>
                  <a:pt x="552450" y="2571750"/>
                </a:moveTo>
                <a:lnTo>
                  <a:pt x="571500" y="2571750"/>
                </a:lnTo>
                <a:lnTo>
                  <a:pt x="571500" y="2581275"/>
                </a:lnTo>
                <a:lnTo>
                  <a:pt x="552450" y="2581275"/>
                </a:lnTo>
                <a:close/>
                <a:moveTo>
                  <a:pt x="1104900" y="2600325"/>
                </a:moveTo>
                <a:lnTo>
                  <a:pt x="1114425" y="2600325"/>
                </a:lnTo>
                <a:lnTo>
                  <a:pt x="1114425" y="2609850"/>
                </a:lnTo>
                <a:lnTo>
                  <a:pt x="1104900" y="2609850"/>
                </a:lnTo>
                <a:close/>
                <a:moveTo>
                  <a:pt x="371475" y="2638425"/>
                </a:moveTo>
                <a:lnTo>
                  <a:pt x="381000" y="2638425"/>
                </a:lnTo>
                <a:lnTo>
                  <a:pt x="381000" y="2647950"/>
                </a:lnTo>
                <a:lnTo>
                  <a:pt x="371475" y="2647950"/>
                </a:lnTo>
                <a:close/>
                <a:moveTo>
                  <a:pt x="609600" y="2638425"/>
                </a:moveTo>
                <a:lnTo>
                  <a:pt x="619125" y="2638425"/>
                </a:lnTo>
                <a:lnTo>
                  <a:pt x="619125" y="2647950"/>
                </a:lnTo>
                <a:lnTo>
                  <a:pt x="609600" y="2647950"/>
                </a:lnTo>
                <a:close/>
                <a:moveTo>
                  <a:pt x="590550" y="2647950"/>
                </a:moveTo>
                <a:lnTo>
                  <a:pt x="600075" y="2647950"/>
                </a:lnTo>
                <a:lnTo>
                  <a:pt x="600075" y="2657475"/>
                </a:lnTo>
                <a:lnTo>
                  <a:pt x="590550" y="2657475"/>
                </a:lnTo>
                <a:close/>
                <a:moveTo>
                  <a:pt x="838200" y="2647950"/>
                </a:moveTo>
                <a:lnTo>
                  <a:pt x="847725" y="2647950"/>
                </a:lnTo>
                <a:lnTo>
                  <a:pt x="847725" y="2657475"/>
                </a:lnTo>
                <a:lnTo>
                  <a:pt x="838200" y="2657475"/>
                </a:lnTo>
                <a:close/>
                <a:moveTo>
                  <a:pt x="1095375" y="2647950"/>
                </a:moveTo>
                <a:lnTo>
                  <a:pt x="1114425" y="2647950"/>
                </a:lnTo>
                <a:lnTo>
                  <a:pt x="1114425" y="2657475"/>
                </a:lnTo>
                <a:lnTo>
                  <a:pt x="1200150" y="2657475"/>
                </a:lnTo>
                <a:lnTo>
                  <a:pt x="1200150" y="2667000"/>
                </a:lnTo>
                <a:lnTo>
                  <a:pt x="1247775" y="2667000"/>
                </a:lnTo>
                <a:lnTo>
                  <a:pt x="1247775" y="2657475"/>
                </a:lnTo>
                <a:lnTo>
                  <a:pt x="1266825" y="2657475"/>
                </a:lnTo>
                <a:lnTo>
                  <a:pt x="1266825" y="2667000"/>
                </a:lnTo>
                <a:lnTo>
                  <a:pt x="1304925" y="2667000"/>
                </a:lnTo>
                <a:lnTo>
                  <a:pt x="1304925" y="2686050"/>
                </a:lnTo>
                <a:lnTo>
                  <a:pt x="1162050" y="2686050"/>
                </a:lnTo>
                <a:lnTo>
                  <a:pt x="1162050" y="2676525"/>
                </a:lnTo>
                <a:lnTo>
                  <a:pt x="1171575" y="2676525"/>
                </a:lnTo>
                <a:lnTo>
                  <a:pt x="1171575" y="2667000"/>
                </a:lnTo>
                <a:lnTo>
                  <a:pt x="1104900" y="2667000"/>
                </a:lnTo>
                <a:lnTo>
                  <a:pt x="1104900" y="2657475"/>
                </a:lnTo>
                <a:lnTo>
                  <a:pt x="1095375" y="2657475"/>
                </a:lnTo>
                <a:close/>
                <a:moveTo>
                  <a:pt x="504825" y="2657475"/>
                </a:moveTo>
                <a:lnTo>
                  <a:pt x="523875" y="2657475"/>
                </a:lnTo>
                <a:lnTo>
                  <a:pt x="523875" y="2667000"/>
                </a:lnTo>
                <a:lnTo>
                  <a:pt x="504825" y="2667000"/>
                </a:lnTo>
                <a:close/>
                <a:moveTo>
                  <a:pt x="571500" y="2657475"/>
                </a:moveTo>
                <a:lnTo>
                  <a:pt x="590550" y="2657475"/>
                </a:lnTo>
                <a:lnTo>
                  <a:pt x="590550" y="2667000"/>
                </a:lnTo>
                <a:lnTo>
                  <a:pt x="571500" y="2667000"/>
                </a:lnTo>
                <a:close/>
                <a:moveTo>
                  <a:pt x="1047750" y="2657475"/>
                </a:moveTo>
                <a:lnTo>
                  <a:pt x="1057275" y="2657475"/>
                </a:lnTo>
                <a:lnTo>
                  <a:pt x="1057275" y="2667000"/>
                </a:lnTo>
                <a:lnTo>
                  <a:pt x="1047750" y="2667000"/>
                </a:lnTo>
                <a:close/>
                <a:moveTo>
                  <a:pt x="942975" y="2667000"/>
                </a:moveTo>
                <a:lnTo>
                  <a:pt x="962025" y="2667000"/>
                </a:lnTo>
                <a:lnTo>
                  <a:pt x="962025" y="2676525"/>
                </a:lnTo>
                <a:lnTo>
                  <a:pt x="971550" y="2676525"/>
                </a:lnTo>
                <a:lnTo>
                  <a:pt x="971550" y="2686050"/>
                </a:lnTo>
                <a:lnTo>
                  <a:pt x="942975" y="2686050"/>
                </a:lnTo>
                <a:close/>
                <a:moveTo>
                  <a:pt x="1057275" y="2667000"/>
                </a:moveTo>
                <a:lnTo>
                  <a:pt x="1076325" y="2667000"/>
                </a:lnTo>
                <a:lnTo>
                  <a:pt x="1076325" y="2676525"/>
                </a:lnTo>
                <a:lnTo>
                  <a:pt x="1066800" y="2676525"/>
                </a:lnTo>
                <a:lnTo>
                  <a:pt x="1066800" y="2686050"/>
                </a:lnTo>
                <a:lnTo>
                  <a:pt x="1028700" y="2686050"/>
                </a:lnTo>
                <a:lnTo>
                  <a:pt x="1028700" y="2676525"/>
                </a:lnTo>
                <a:lnTo>
                  <a:pt x="1057275" y="2676525"/>
                </a:lnTo>
                <a:close/>
                <a:moveTo>
                  <a:pt x="1419225" y="2667000"/>
                </a:moveTo>
                <a:lnTo>
                  <a:pt x="1428750" y="2667000"/>
                </a:lnTo>
                <a:lnTo>
                  <a:pt x="1428750" y="2686050"/>
                </a:lnTo>
                <a:lnTo>
                  <a:pt x="1419225" y="2686050"/>
                </a:lnTo>
                <a:close/>
                <a:moveTo>
                  <a:pt x="1619250" y="2667000"/>
                </a:moveTo>
                <a:lnTo>
                  <a:pt x="1647825" y="2667000"/>
                </a:lnTo>
                <a:lnTo>
                  <a:pt x="1647825" y="2686050"/>
                </a:lnTo>
                <a:lnTo>
                  <a:pt x="1619250" y="2686050"/>
                </a:lnTo>
                <a:close/>
                <a:moveTo>
                  <a:pt x="1076325" y="2676525"/>
                </a:moveTo>
                <a:lnTo>
                  <a:pt x="1085850" y="2676525"/>
                </a:lnTo>
                <a:lnTo>
                  <a:pt x="1085850" y="2686050"/>
                </a:lnTo>
                <a:lnTo>
                  <a:pt x="1076325" y="2686050"/>
                </a:lnTo>
                <a:close/>
                <a:moveTo>
                  <a:pt x="1104900" y="2676525"/>
                </a:moveTo>
                <a:lnTo>
                  <a:pt x="1114425" y="2676525"/>
                </a:lnTo>
                <a:lnTo>
                  <a:pt x="1114425" y="2686050"/>
                </a:lnTo>
                <a:lnTo>
                  <a:pt x="1104900" y="2686050"/>
                </a:lnTo>
                <a:close/>
                <a:moveTo>
                  <a:pt x="1123950" y="2676525"/>
                </a:moveTo>
                <a:lnTo>
                  <a:pt x="1133475" y="2676525"/>
                </a:lnTo>
                <a:lnTo>
                  <a:pt x="1133475" y="2686050"/>
                </a:lnTo>
                <a:lnTo>
                  <a:pt x="1123950" y="2686050"/>
                </a:lnTo>
                <a:close/>
                <a:moveTo>
                  <a:pt x="1362075" y="2676525"/>
                </a:moveTo>
                <a:lnTo>
                  <a:pt x="1390650" y="2676525"/>
                </a:lnTo>
                <a:lnTo>
                  <a:pt x="1390650" y="2686050"/>
                </a:lnTo>
                <a:lnTo>
                  <a:pt x="1362075" y="2686050"/>
                </a:lnTo>
                <a:close/>
                <a:moveTo>
                  <a:pt x="857250" y="2686050"/>
                </a:moveTo>
                <a:lnTo>
                  <a:pt x="876300" y="2686050"/>
                </a:lnTo>
                <a:lnTo>
                  <a:pt x="876300" y="2695575"/>
                </a:lnTo>
                <a:lnTo>
                  <a:pt x="857250" y="2695575"/>
                </a:lnTo>
                <a:close/>
                <a:moveTo>
                  <a:pt x="914400" y="2686050"/>
                </a:moveTo>
                <a:lnTo>
                  <a:pt x="923925" y="2686050"/>
                </a:lnTo>
                <a:lnTo>
                  <a:pt x="923925" y="2695575"/>
                </a:lnTo>
                <a:lnTo>
                  <a:pt x="914400" y="2695575"/>
                </a:lnTo>
                <a:close/>
                <a:moveTo>
                  <a:pt x="333375" y="2705100"/>
                </a:moveTo>
                <a:lnTo>
                  <a:pt x="342900" y="2705100"/>
                </a:lnTo>
                <a:lnTo>
                  <a:pt x="342900" y="2714625"/>
                </a:lnTo>
                <a:lnTo>
                  <a:pt x="333375" y="2714625"/>
                </a:lnTo>
                <a:close/>
                <a:moveTo>
                  <a:pt x="314325" y="2714625"/>
                </a:moveTo>
                <a:lnTo>
                  <a:pt x="333375" y="2714625"/>
                </a:lnTo>
                <a:lnTo>
                  <a:pt x="333375" y="2724150"/>
                </a:lnTo>
                <a:lnTo>
                  <a:pt x="314325" y="2724150"/>
                </a:lnTo>
                <a:close/>
                <a:moveTo>
                  <a:pt x="314325" y="2733675"/>
                </a:moveTo>
                <a:lnTo>
                  <a:pt x="323850" y="2733675"/>
                </a:lnTo>
                <a:lnTo>
                  <a:pt x="323850" y="2743200"/>
                </a:lnTo>
                <a:lnTo>
                  <a:pt x="314325" y="2743200"/>
                </a:lnTo>
                <a:close/>
                <a:moveTo>
                  <a:pt x="571500" y="2733675"/>
                </a:moveTo>
                <a:lnTo>
                  <a:pt x="581025" y="2733675"/>
                </a:lnTo>
                <a:lnTo>
                  <a:pt x="581025" y="2743200"/>
                </a:lnTo>
                <a:lnTo>
                  <a:pt x="571500" y="2743200"/>
                </a:lnTo>
                <a:close/>
                <a:moveTo>
                  <a:pt x="295275" y="2762250"/>
                </a:moveTo>
                <a:lnTo>
                  <a:pt x="304800" y="2762250"/>
                </a:lnTo>
                <a:lnTo>
                  <a:pt x="304800" y="2771775"/>
                </a:lnTo>
                <a:lnTo>
                  <a:pt x="295275" y="2771775"/>
                </a:lnTo>
                <a:close/>
                <a:moveTo>
                  <a:pt x="333375" y="2762250"/>
                </a:moveTo>
                <a:lnTo>
                  <a:pt x="342900" y="2762250"/>
                </a:lnTo>
                <a:lnTo>
                  <a:pt x="342900" y="2771775"/>
                </a:lnTo>
                <a:lnTo>
                  <a:pt x="333375" y="2771775"/>
                </a:lnTo>
                <a:close/>
                <a:moveTo>
                  <a:pt x="371475" y="2762250"/>
                </a:moveTo>
                <a:lnTo>
                  <a:pt x="390525" y="2762250"/>
                </a:lnTo>
                <a:lnTo>
                  <a:pt x="390525" y="2771775"/>
                </a:lnTo>
                <a:lnTo>
                  <a:pt x="371475" y="2771775"/>
                </a:lnTo>
                <a:close/>
                <a:moveTo>
                  <a:pt x="466725" y="2771775"/>
                </a:moveTo>
                <a:lnTo>
                  <a:pt x="476250" y="2771775"/>
                </a:lnTo>
                <a:lnTo>
                  <a:pt x="476250" y="2781300"/>
                </a:lnTo>
                <a:lnTo>
                  <a:pt x="466725" y="2781300"/>
                </a:lnTo>
                <a:close/>
                <a:moveTo>
                  <a:pt x="533400" y="2771775"/>
                </a:moveTo>
                <a:lnTo>
                  <a:pt x="561975" y="2771775"/>
                </a:lnTo>
                <a:lnTo>
                  <a:pt x="561975" y="2790825"/>
                </a:lnTo>
                <a:lnTo>
                  <a:pt x="571500" y="2790825"/>
                </a:lnTo>
                <a:lnTo>
                  <a:pt x="571500" y="2809875"/>
                </a:lnTo>
                <a:lnTo>
                  <a:pt x="552450" y="2809875"/>
                </a:lnTo>
                <a:lnTo>
                  <a:pt x="552450" y="2800350"/>
                </a:lnTo>
                <a:lnTo>
                  <a:pt x="523875" y="2800350"/>
                </a:lnTo>
                <a:lnTo>
                  <a:pt x="523875" y="2819400"/>
                </a:lnTo>
                <a:lnTo>
                  <a:pt x="514350" y="2819400"/>
                </a:lnTo>
                <a:lnTo>
                  <a:pt x="514350" y="2828925"/>
                </a:lnTo>
                <a:lnTo>
                  <a:pt x="495300" y="2828925"/>
                </a:lnTo>
                <a:lnTo>
                  <a:pt x="495300" y="2819400"/>
                </a:lnTo>
                <a:lnTo>
                  <a:pt x="485775" y="2819400"/>
                </a:lnTo>
                <a:lnTo>
                  <a:pt x="485775" y="2809875"/>
                </a:lnTo>
                <a:lnTo>
                  <a:pt x="466725" y="2809875"/>
                </a:lnTo>
                <a:lnTo>
                  <a:pt x="466725" y="2800350"/>
                </a:lnTo>
                <a:lnTo>
                  <a:pt x="495300" y="2800350"/>
                </a:lnTo>
                <a:lnTo>
                  <a:pt x="495300" y="2790825"/>
                </a:lnTo>
                <a:lnTo>
                  <a:pt x="476250" y="2790825"/>
                </a:lnTo>
                <a:lnTo>
                  <a:pt x="476250" y="2781300"/>
                </a:lnTo>
                <a:lnTo>
                  <a:pt x="514350" y="2781300"/>
                </a:lnTo>
                <a:lnTo>
                  <a:pt x="514350" y="2790825"/>
                </a:lnTo>
                <a:lnTo>
                  <a:pt x="533400" y="2790825"/>
                </a:lnTo>
                <a:close/>
                <a:moveTo>
                  <a:pt x="600075" y="2771775"/>
                </a:moveTo>
                <a:lnTo>
                  <a:pt x="619125" y="2771775"/>
                </a:lnTo>
                <a:lnTo>
                  <a:pt x="619125" y="2781300"/>
                </a:lnTo>
                <a:lnTo>
                  <a:pt x="609600" y="2781300"/>
                </a:lnTo>
                <a:lnTo>
                  <a:pt x="609600" y="2790825"/>
                </a:lnTo>
                <a:lnTo>
                  <a:pt x="628650" y="2790825"/>
                </a:lnTo>
                <a:lnTo>
                  <a:pt x="628650" y="2800350"/>
                </a:lnTo>
                <a:lnTo>
                  <a:pt x="619125" y="2800350"/>
                </a:lnTo>
                <a:lnTo>
                  <a:pt x="619125" y="2809875"/>
                </a:lnTo>
                <a:lnTo>
                  <a:pt x="590550" y="2809875"/>
                </a:lnTo>
                <a:lnTo>
                  <a:pt x="590550" y="2790825"/>
                </a:lnTo>
                <a:lnTo>
                  <a:pt x="600075" y="2790825"/>
                </a:lnTo>
                <a:close/>
                <a:moveTo>
                  <a:pt x="1143000" y="2771775"/>
                </a:moveTo>
                <a:lnTo>
                  <a:pt x="1171575" y="2771775"/>
                </a:lnTo>
                <a:lnTo>
                  <a:pt x="1171575" y="2781300"/>
                </a:lnTo>
                <a:lnTo>
                  <a:pt x="1143000" y="2781300"/>
                </a:lnTo>
                <a:close/>
                <a:moveTo>
                  <a:pt x="1219200" y="2771775"/>
                </a:moveTo>
                <a:lnTo>
                  <a:pt x="1247775" y="2771775"/>
                </a:lnTo>
                <a:lnTo>
                  <a:pt x="1247775" y="2790825"/>
                </a:lnTo>
                <a:lnTo>
                  <a:pt x="1238250" y="2790825"/>
                </a:lnTo>
                <a:lnTo>
                  <a:pt x="1238250" y="2800350"/>
                </a:lnTo>
                <a:lnTo>
                  <a:pt x="1228725" y="2800350"/>
                </a:lnTo>
                <a:lnTo>
                  <a:pt x="1228725" y="2809875"/>
                </a:lnTo>
                <a:lnTo>
                  <a:pt x="1219200" y="2809875"/>
                </a:lnTo>
                <a:lnTo>
                  <a:pt x="1219200" y="2800350"/>
                </a:lnTo>
                <a:lnTo>
                  <a:pt x="1200150" y="2800350"/>
                </a:lnTo>
                <a:lnTo>
                  <a:pt x="1200150" y="2790825"/>
                </a:lnTo>
                <a:lnTo>
                  <a:pt x="1219200" y="2790825"/>
                </a:lnTo>
                <a:close/>
                <a:moveTo>
                  <a:pt x="1514475" y="2771775"/>
                </a:moveTo>
                <a:lnTo>
                  <a:pt x="1562100" y="2771775"/>
                </a:lnTo>
                <a:lnTo>
                  <a:pt x="1562100" y="2781300"/>
                </a:lnTo>
                <a:lnTo>
                  <a:pt x="1552575" y="2781300"/>
                </a:lnTo>
                <a:lnTo>
                  <a:pt x="1552575" y="2790825"/>
                </a:lnTo>
                <a:lnTo>
                  <a:pt x="1524000" y="2790825"/>
                </a:lnTo>
                <a:lnTo>
                  <a:pt x="1524000" y="2800350"/>
                </a:lnTo>
                <a:lnTo>
                  <a:pt x="1514475" y="2800350"/>
                </a:lnTo>
                <a:close/>
                <a:moveTo>
                  <a:pt x="1581150" y="2771775"/>
                </a:moveTo>
                <a:lnTo>
                  <a:pt x="1600200" y="2771775"/>
                </a:lnTo>
                <a:lnTo>
                  <a:pt x="1600200" y="2781300"/>
                </a:lnTo>
                <a:lnTo>
                  <a:pt x="1590675" y="2781300"/>
                </a:lnTo>
                <a:lnTo>
                  <a:pt x="1590675" y="2790825"/>
                </a:lnTo>
                <a:lnTo>
                  <a:pt x="1581150" y="2790825"/>
                </a:lnTo>
                <a:close/>
                <a:moveTo>
                  <a:pt x="428625" y="2781300"/>
                </a:moveTo>
                <a:lnTo>
                  <a:pt x="438150" y="2781300"/>
                </a:lnTo>
                <a:lnTo>
                  <a:pt x="438150" y="2790825"/>
                </a:lnTo>
                <a:lnTo>
                  <a:pt x="428625" y="2790825"/>
                </a:lnTo>
                <a:close/>
                <a:moveTo>
                  <a:pt x="381000" y="2790825"/>
                </a:moveTo>
                <a:lnTo>
                  <a:pt x="400050" y="2790825"/>
                </a:lnTo>
                <a:lnTo>
                  <a:pt x="400050" y="2809875"/>
                </a:lnTo>
                <a:lnTo>
                  <a:pt x="390525" y="2809875"/>
                </a:lnTo>
                <a:lnTo>
                  <a:pt x="390525" y="2828925"/>
                </a:lnTo>
                <a:lnTo>
                  <a:pt x="371475" y="2828925"/>
                </a:lnTo>
                <a:lnTo>
                  <a:pt x="371475" y="2819400"/>
                </a:lnTo>
                <a:lnTo>
                  <a:pt x="333375" y="2819400"/>
                </a:lnTo>
                <a:lnTo>
                  <a:pt x="333375" y="2809875"/>
                </a:lnTo>
                <a:lnTo>
                  <a:pt x="314325" y="2809875"/>
                </a:lnTo>
                <a:lnTo>
                  <a:pt x="314325" y="2800350"/>
                </a:lnTo>
                <a:lnTo>
                  <a:pt x="381000" y="2800350"/>
                </a:lnTo>
                <a:close/>
                <a:moveTo>
                  <a:pt x="723900" y="2790825"/>
                </a:moveTo>
                <a:lnTo>
                  <a:pt x="742950" y="2790825"/>
                </a:lnTo>
                <a:lnTo>
                  <a:pt x="742950" y="2800350"/>
                </a:lnTo>
                <a:lnTo>
                  <a:pt x="723900" y="2800350"/>
                </a:lnTo>
                <a:close/>
                <a:moveTo>
                  <a:pt x="790575" y="2790825"/>
                </a:moveTo>
                <a:lnTo>
                  <a:pt x="800100" y="2790825"/>
                </a:lnTo>
                <a:lnTo>
                  <a:pt x="800100" y="2809875"/>
                </a:lnTo>
                <a:lnTo>
                  <a:pt x="781050" y="2809875"/>
                </a:lnTo>
                <a:lnTo>
                  <a:pt x="781050" y="2819400"/>
                </a:lnTo>
                <a:lnTo>
                  <a:pt x="752475" y="2819400"/>
                </a:lnTo>
                <a:lnTo>
                  <a:pt x="752475" y="2800350"/>
                </a:lnTo>
                <a:lnTo>
                  <a:pt x="790575" y="2800350"/>
                </a:lnTo>
                <a:close/>
                <a:moveTo>
                  <a:pt x="1133475" y="2790825"/>
                </a:moveTo>
                <a:lnTo>
                  <a:pt x="1162050" y="2790825"/>
                </a:lnTo>
                <a:lnTo>
                  <a:pt x="1162050" y="2800350"/>
                </a:lnTo>
                <a:lnTo>
                  <a:pt x="1181100" y="2800350"/>
                </a:lnTo>
                <a:lnTo>
                  <a:pt x="1181100" y="2819400"/>
                </a:lnTo>
                <a:lnTo>
                  <a:pt x="1152525" y="2819400"/>
                </a:lnTo>
                <a:lnTo>
                  <a:pt x="1152525" y="2800350"/>
                </a:lnTo>
                <a:lnTo>
                  <a:pt x="1143000" y="2800350"/>
                </a:lnTo>
                <a:lnTo>
                  <a:pt x="1143000" y="2809875"/>
                </a:lnTo>
                <a:lnTo>
                  <a:pt x="1133475" y="2809875"/>
                </a:lnTo>
                <a:lnTo>
                  <a:pt x="1133475" y="2819400"/>
                </a:lnTo>
                <a:lnTo>
                  <a:pt x="1123950" y="2819400"/>
                </a:lnTo>
                <a:lnTo>
                  <a:pt x="1123950" y="2800350"/>
                </a:lnTo>
                <a:lnTo>
                  <a:pt x="1133475" y="2800350"/>
                </a:lnTo>
                <a:close/>
                <a:moveTo>
                  <a:pt x="1390650" y="2790825"/>
                </a:moveTo>
                <a:lnTo>
                  <a:pt x="1400175" y="2790825"/>
                </a:lnTo>
                <a:lnTo>
                  <a:pt x="1400175" y="2800350"/>
                </a:lnTo>
                <a:lnTo>
                  <a:pt x="1390650" y="2800350"/>
                </a:lnTo>
                <a:close/>
                <a:moveTo>
                  <a:pt x="1466850" y="2790825"/>
                </a:moveTo>
                <a:lnTo>
                  <a:pt x="1485900" y="2790825"/>
                </a:lnTo>
                <a:lnTo>
                  <a:pt x="1485900" y="2800350"/>
                </a:lnTo>
                <a:lnTo>
                  <a:pt x="1476375" y="2800350"/>
                </a:lnTo>
                <a:lnTo>
                  <a:pt x="1476375" y="2819400"/>
                </a:lnTo>
                <a:lnTo>
                  <a:pt x="1447800" y="2819400"/>
                </a:lnTo>
                <a:lnTo>
                  <a:pt x="1447800" y="2809875"/>
                </a:lnTo>
                <a:lnTo>
                  <a:pt x="1457325" y="2809875"/>
                </a:lnTo>
                <a:lnTo>
                  <a:pt x="1457325" y="2800350"/>
                </a:lnTo>
                <a:lnTo>
                  <a:pt x="1466850" y="2800350"/>
                </a:lnTo>
                <a:close/>
                <a:moveTo>
                  <a:pt x="1552575" y="2790825"/>
                </a:moveTo>
                <a:lnTo>
                  <a:pt x="1562100" y="2790825"/>
                </a:lnTo>
                <a:lnTo>
                  <a:pt x="1562100" y="2800350"/>
                </a:lnTo>
                <a:lnTo>
                  <a:pt x="1552575" y="2800350"/>
                </a:lnTo>
                <a:close/>
                <a:moveTo>
                  <a:pt x="1590675" y="2790825"/>
                </a:moveTo>
                <a:lnTo>
                  <a:pt x="1600200" y="2790825"/>
                </a:lnTo>
                <a:lnTo>
                  <a:pt x="1600200" y="2800350"/>
                </a:lnTo>
                <a:lnTo>
                  <a:pt x="1590675" y="2800350"/>
                </a:lnTo>
                <a:close/>
                <a:moveTo>
                  <a:pt x="809625" y="2800350"/>
                </a:moveTo>
                <a:lnTo>
                  <a:pt x="819150" y="2800350"/>
                </a:lnTo>
                <a:lnTo>
                  <a:pt x="819150" y="2809875"/>
                </a:lnTo>
                <a:lnTo>
                  <a:pt x="828675" y="2809875"/>
                </a:lnTo>
                <a:lnTo>
                  <a:pt x="828675" y="2819400"/>
                </a:lnTo>
                <a:lnTo>
                  <a:pt x="809625" y="2819400"/>
                </a:lnTo>
                <a:close/>
                <a:moveTo>
                  <a:pt x="981075" y="2800350"/>
                </a:moveTo>
                <a:lnTo>
                  <a:pt x="990600" y="2800350"/>
                </a:lnTo>
                <a:lnTo>
                  <a:pt x="990600" y="2809875"/>
                </a:lnTo>
                <a:lnTo>
                  <a:pt x="981075" y="2809875"/>
                </a:lnTo>
                <a:close/>
                <a:moveTo>
                  <a:pt x="1343025" y="2800350"/>
                </a:moveTo>
                <a:lnTo>
                  <a:pt x="1390650" y="2800350"/>
                </a:lnTo>
                <a:lnTo>
                  <a:pt x="1390650" y="2809875"/>
                </a:lnTo>
                <a:lnTo>
                  <a:pt x="1381125" y="2809875"/>
                </a:lnTo>
                <a:lnTo>
                  <a:pt x="1381125" y="2819400"/>
                </a:lnTo>
                <a:lnTo>
                  <a:pt x="1371600" y="2819400"/>
                </a:lnTo>
                <a:lnTo>
                  <a:pt x="1371600" y="2828925"/>
                </a:lnTo>
                <a:lnTo>
                  <a:pt x="1333500" y="2828925"/>
                </a:lnTo>
                <a:lnTo>
                  <a:pt x="1333500" y="2819400"/>
                </a:lnTo>
                <a:lnTo>
                  <a:pt x="1323975" y="2819400"/>
                </a:lnTo>
                <a:lnTo>
                  <a:pt x="1323975" y="2809875"/>
                </a:lnTo>
                <a:lnTo>
                  <a:pt x="1343025" y="2809875"/>
                </a:lnTo>
                <a:close/>
                <a:moveTo>
                  <a:pt x="123825" y="2809875"/>
                </a:moveTo>
                <a:lnTo>
                  <a:pt x="133350" y="2809875"/>
                </a:lnTo>
                <a:lnTo>
                  <a:pt x="133350" y="2857500"/>
                </a:lnTo>
                <a:lnTo>
                  <a:pt x="123825" y="2857500"/>
                </a:lnTo>
                <a:close/>
                <a:moveTo>
                  <a:pt x="1038225" y="2809875"/>
                </a:moveTo>
                <a:lnTo>
                  <a:pt x="1066800" y="2809875"/>
                </a:lnTo>
                <a:lnTo>
                  <a:pt x="1066800" y="2819400"/>
                </a:lnTo>
                <a:lnTo>
                  <a:pt x="1038225" y="2819400"/>
                </a:lnTo>
                <a:close/>
                <a:moveTo>
                  <a:pt x="1209675" y="2809875"/>
                </a:moveTo>
                <a:lnTo>
                  <a:pt x="1219200" y="2809875"/>
                </a:lnTo>
                <a:lnTo>
                  <a:pt x="1219200" y="2819400"/>
                </a:lnTo>
                <a:lnTo>
                  <a:pt x="1209675" y="2819400"/>
                </a:lnTo>
                <a:close/>
                <a:moveTo>
                  <a:pt x="1228725" y="2809875"/>
                </a:moveTo>
                <a:lnTo>
                  <a:pt x="1247775" y="2809875"/>
                </a:lnTo>
                <a:lnTo>
                  <a:pt x="1247775" y="2819400"/>
                </a:lnTo>
                <a:lnTo>
                  <a:pt x="1228725" y="2819400"/>
                </a:lnTo>
                <a:close/>
                <a:moveTo>
                  <a:pt x="1390650" y="2809875"/>
                </a:moveTo>
                <a:lnTo>
                  <a:pt x="1400175" y="2809875"/>
                </a:lnTo>
                <a:lnTo>
                  <a:pt x="1400175" y="2828925"/>
                </a:lnTo>
                <a:lnTo>
                  <a:pt x="1390650" y="2828925"/>
                </a:lnTo>
                <a:close/>
                <a:moveTo>
                  <a:pt x="409575" y="2819400"/>
                </a:moveTo>
                <a:lnTo>
                  <a:pt x="419100" y="2819400"/>
                </a:lnTo>
                <a:lnTo>
                  <a:pt x="419100" y="2838450"/>
                </a:lnTo>
                <a:lnTo>
                  <a:pt x="409575" y="2838450"/>
                </a:lnTo>
                <a:close/>
                <a:moveTo>
                  <a:pt x="1419225" y="2819400"/>
                </a:moveTo>
                <a:lnTo>
                  <a:pt x="1428750" y="2819400"/>
                </a:lnTo>
                <a:lnTo>
                  <a:pt x="1428750" y="2828925"/>
                </a:lnTo>
                <a:lnTo>
                  <a:pt x="1419225" y="2828925"/>
                </a:lnTo>
                <a:close/>
                <a:moveTo>
                  <a:pt x="1438275" y="2819400"/>
                </a:moveTo>
                <a:lnTo>
                  <a:pt x="1447800" y="2819400"/>
                </a:lnTo>
                <a:lnTo>
                  <a:pt x="1447800" y="2828925"/>
                </a:lnTo>
                <a:lnTo>
                  <a:pt x="1438275" y="2828925"/>
                </a:lnTo>
                <a:close/>
                <a:moveTo>
                  <a:pt x="485775" y="2828925"/>
                </a:moveTo>
                <a:lnTo>
                  <a:pt x="495300" y="2828925"/>
                </a:lnTo>
                <a:lnTo>
                  <a:pt x="495300" y="2838450"/>
                </a:lnTo>
                <a:lnTo>
                  <a:pt x="485775" y="2838450"/>
                </a:lnTo>
                <a:close/>
                <a:moveTo>
                  <a:pt x="981075" y="2828925"/>
                </a:moveTo>
                <a:lnTo>
                  <a:pt x="1000125" y="2828925"/>
                </a:lnTo>
                <a:lnTo>
                  <a:pt x="1000125" y="2847975"/>
                </a:lnTo>
                <a:lnTo>
                  <a:pt x="990600" y="2847975"/>
                </a:lnTo>
                <a:lnTo>
                  <a:pt x="990600" y="2857500"/>
                </a:lnTo>
                <a:lnTo>
                  <a:pt x="981075" y="2857500"/>
                </a:lnTo>
                <a:close/>
                <a:moveTo>
                  <a:pt x="352425" y="2838450"/>
                </a:moveTo>
                <a:lnTo>
                  <a:pt x="371475" y="2838450"/>
                </a:lnTo>
                <a:lnTo>
                  <a:pt x="371475" y="2847975"/>
                </a:lnTo>
                <a:lnTo>
                  <a:pt x="352425" y="2847975"/>
                </a:lnTo>
                <a:close/>
                <a:moveTo>
                  <a:pt x="352425" y="2857500"/>
                </a:moveTo>
                <a:lnTo>
                  <a:pt x="361950" y="2857500"/>
                </a:lnTo>
                <a:lnTo>
                  <a:pt x="361950" y="2867025"/>
                </a:lnTo>
                <a:lnTo>
                  <a:pt x="352425" y="2867025"/>
                </a:lnTo>
                <a:close/>
                <a:moveTo>
                  <a:pt x="495300" y="2867025"/>
                </a:moveTo>
                <a:lnTo>
                  <a:pt x="504825" y="2867025"/>
                </a:lnTo>
                <a:lnTo>
                  <a:pt x="504825" y="2876550"/>
                </a:lnTo>
                <a:lnTo>
                  <a:pt x="495300" y="2876550"/>
                </a:lnTo>
                <a:close/>
                <a:moveTo>
                  <a:pt x="571500" y="2867025"/>
                </a:moveTo>
                <a:lnTo>
                  <a:pt x="581025" y="2867025"/>
                </a:lnTo>
                <a:lnTo>
                  <a:pt x="581025" y="2876550"/>
                </a:lnTo>
                <a:lnTo>
                  <a:pt x="571500" y="2876550"/>
                </a:lnTo>
                <a:close/>
                <a:moveTo>
                  <a:pt x="361950" y="2876550"/>
                </a:moveTo>
                <a:lnTo>
                  <a:pt x="390525" y="2876550"/>
                </a:lnTo>
                <a:lnTo>
                  <a:pt x="390525" y="2886075"/>
                </a:lnTo>
                <a:lnTo>
                  <a:pt x="409575" y="2886075"/>
                </a:lnTo>
                <a:lnTo>
                  <a:pt x="409575" y="2895600"/>
                </a:lnTo>
                <a:lnTo>
                  <a:pt x="361950" y="2895600"/>
                </a:lnTo>
                <a:close/>
                <a:moveTo>
                  <a:pt x="552450" y="2876550"/>
                </a:moveTo>
                <a:lnTo>
                  <a:pt x="571500" y="2876550"/>
                </a:lnTo>
                <a:lnTo>
                  <a:pt x="571500" y="2886075"/>
                </a:lnTo>
                <a:lnTo>
                  <a:pt x="552450" y="2886075"/>
                </a:lnTo>
                <a:close/>
                <a:moveTo>
                  <a:pt x="123825" y="2886075"/>
                </a:moveTo>
                <a:lnTo>
                  <a:pt x="133350" y="2886075"/>
                </a:lnTo>
                <a:lnTo>
                  <a:pt x="133350" y="2924175"/>
                </a:lnTo>
                <a:lnTo>
                  <a:pt x="123825" y="2924175"/>
                </a:lnTo>
                <a:close/>
                <a:moveTo>
                  <a:pt x="400050" y="2905125"/>
                </a:moveTo>
                <a:lnTo>
                  <a:pt x="409575" y="2905125"/>
                </a:lnTo>
                <a:lnTo>
                  <a:pt x="409575" y="2914650"/>
                </a:lnTo>
                <a:lnTo>
                  <a:pt x="400050" y="2914650"/>
                </a:lnTo>
                <a:close/>
                <a:moveTo>
                  <a:pt x="752475" y="2914650"/>
                </a:moveTo>
                <a:lnTo>
                  <a:pt x="781050" y="2914650"/>
                </a:lnTo>
                <a:lnTo>
                  <a:pt x="781050" y="2924175"/>
                </a:lnTo>
                <a:lnTo>
                  <a:pt x="752475" y="2924175"/>
                </a:lnTo>
                <a:close/>
                <a:moveTo>
                  <a:pt x="1104900" y="2914650"/>
                </a:moveTo>
                <a:lnTo>
                  <a:pt x="1123950" y="2914650"/>
                </a:lnTo>
                <a:lnTo>
                  <a:pt x="1123950" y="2943225"/>
                </a:lnTo>
                <a:lnTo>
                  <a:pt x="1095375" y="2943225"/>
                </a:lnTo>
                <a:lnTo>
                  <a:pt x="1095375" y="2924175"/>
                </a:lnTo>
                <a:lnTo>
                  <a:pt x="1104900" y="2924175"/>
                </a:lnTo>
                <a:close/>
                <a:moveTo>
                  <a:pt x="1181100" y="2914650"/>
                </a:moveTo>
                <a:lnTo>
                  <a:pt x="1209675" y="2914650"/>
                </a:lnTo>
                <a:lnTo>
                  <a:pt x="1209675" y="2933700"/>
                </a:lnTo>
                <a:lnTo>
                  <a:pt x="1181100" y="2933700"/>
                </a:lnTo>
                <a:close/>
                <a:moveTo>
                  <a:pt x="1028700" y="2924175"/>
                </a:moveTo>
                <a:lnTo>
                  <a:pt x="1038225" y="2924175"/>
                </a:lnTo>
                <a:lnTo>
                  <a:pt x="1038225" y="2943225"/>
                </a:lnTo>
                <a:lnTo>
                  <a:pt x="1028700" y="2943225"/>
                </a:lnTo>
                <a:close/>
                <a:moveTo>
                  <a:pt x="1066800" y="2924175"/>
                </a:moveTo>
                <a:lnTo>
                  <a:pt x="1076325" y="2924175"/>
                </a:lnTo>
                <a:lnTo>
                  <a:pt x="1076325" y="2933700"/>
                </a:lnTo>
                <a:lnTo>
                  <a:pt x="1066800" y="2933700"/>
                </a:lnTo>
                <a:close/>
                <a:moveTo>
                  <a:pt x="1133475" y="2933700"/>
                </a:moveTo>
                <a:lnTo>
                  <a:pt x="1152525" y="2933700"/>
                </a:lnTo>
                <a:lnTo>
                  <a:pt x="1152525" y="2943225"/>
                </a:lnTo>
                <a:lnTo>
                  <a:pt x="1133475" y="2943225"/>
                </a:lnTo>
                <a:close/>
                <a:moveTo>
                  <a:pt x="1295400" y="2933700"/>
                </a:moveTo>
                <a:lnTo>
                  <a:pt x="1323975" y="2933700"/>
                </a:lnTo>
                <a:lnTo>
                  <a:pt x="1323975" y="2952750"/>
                </a:lnTo>
                <a:lnTo>
                  <a:pt x="1304925" y="2952750"/>
                </a:lnTo>
                <a:lnTo>
                  <a:pt x="1304925" y="2943225"/>
                </a:lnTo>
                <a:lnTo>
                  <a:pt x="1295400" y="2943225"/>
                </a:lnTo>
                <a:close/>
                <a:moveTo>
                  <a:pt x="752475" y="2943225"/>
                </a:moveTo>
                <a:lnTo>
                  <a:pt x="762000" y="2943225"/>
                </a:lnTo>
                <a:lnTo>
                  <a:pt x="762000" y="2952750"/>
                </a:lnTo>
                <a:lnTo>
                  <a:pt x="752475" y="2952750"/>
                </a:lnTo>
                <a:close/>
                <a:moveTo>
                  <a:pt x="828675" y="2943225"/>
                </a:moveTo>
                <a:lnTo>
                  <a:pt x="838200" y="2943225"/>
                </a:lnTo>
                <a:lnTo>
                  <a:pt x="838200" y="2952750"/>
                </a:lnTo>
                <a:lnTo>
                  <a:pt x="828675" y="2952750"/>
                </a:lnTo>
                <a:close/>
                <a:moveTo>
                  <a:pt x="1019175" y="2943225"/>
                </a:moveTo>
                <a:lnTo>
                  <a:pt x="1028700" y="2943225"/>
                </a:lnTo>
                <a:lnTo>
                  <a:pt x="1028700" y="2952750"/>
                </a:lnTo>
                <a:lnTo>
                  <a:pt x="1038225" y="2952750"/>
                </a:lnTo>
                <a:lnTo>
                  <a:pt x="1038225" y="2962275"/>
                </a:lnTo>
                <a:lnTo>
                  <a:pt x="1009650" y="2962275"/>
                </a:lnTo>
                <a:lnTo>
                  <a:pt x="1009650" y="2971800"/>
                </a:lnTo>
                <a:lnTo>
                  <a:pt x="1019175" y="2971800"/>
                </a:lnTo>
                <a:lnTo>
                  <a:pt x="1019175" y="2981325"/>
                </a:lnTo>
                <a:lnTo>
                  <a:pt x="990600" y="2981325"/>
                </a:lnTo>
                <a:lnTo>
                  <a:pt x="990600" y="2971800"/>
                </a:lnTo>
                <a:lnTo>
                  <a:pt x="1000125" y="2971800"/>
                </a:lnTo>
                <a:lnTo>
                  <a:pt x="1000125" y="2962275"/>
                </a:lnTo>
                <a:lnTo>
                  <a:pt x="990600" y="2962275"/>
                </a:lnTo>
                <a:lnTo>
                  <a:pt x="990600" y="2952750"/>
                </a:lnTo>
                <a:lnTo>
                  <a:pt x="1019175" y="2952750"/>
                </a:lnTo>
                <a:close/>
                <a:moveTo>
                  <a:pt x="533400" y="2952750"/>
                </a:moveTo>
                <a:lnTo>
                  <a:pt x="542925" y="2952750"/>
                </a:lnTo>
                <a:lnTo>
                  <a:pt x="542925" y="2962275"/>
                </a:lnTo>
                <a:lnTo>
                  <a:pt x="533400" y="2962275"/>
                </a:lnTo>
                <a:close/>
                <a:moveTo>
                  <a:pt x="1695450" y="2952750"/>
                </a:moveTo>
                <a:lnTo>
                  <a:pt x="1704975" y="2952750"/>
                </a:lnTo>
                <a:lnTo>
                  <a:pt x="1704975" y="2962275"/>
                </a:lnTo>
                <a:lnTo>
                  <a:pt x="1695450" y="2962275"/>
                </a:lnTo>
                <a:close/>
                <a:moveTo>
                  <a:pt x="247650" y="3028950"/>
                </a:moveTo>
                <a:lnTo>
                  <a:pt x="285750" y="3028950"/>
                </a:lnTo>
                <a:lnTo>
                  <a:pt x="285750" y="3038475"/>
                </a:lnTo>
                <a:lnTo>
                  <a:pt x="247650" y="3038475"/>
                </a:lnTo>
                <a:close/>
                <a:moveTo>
                  <a:pt x="1390650" y="3028950"/>
                </a:moveTo>
                <a:lnTo>
                  <a:pt x="1400175" y="3028950"/>
                </a:lnTo>
                <a:lnTo>
                  <a:pt x="1400175" y="3038475"/>
                </a:lnTo>
                <a:lnTo>
                  <a:pt x="1390650" y="3038475"/>
                </a:lnTo>
                <a:close/>
                <a:moveTo>
                  <a:pt x="1409700" y="3028950"/>
                </a:moveTo>
                <a:lnTo>
                  <a:pt x="1419225" y="3028950"/>
                </a:lnTo>
                <a:lnTo>
                  <a:pt x="1419225" y="3038475"/>
                </a:lnTo>
                <a:lnTo>
                  <a:pt x="1409700" y="3038475"/>
                </a:lnTo>
                <a:close/>
                <a:moveTo>
                  <a:pt x="1562100" y="3028950"/>
                </a:moveTo>
                <a:lnTo>
                  <a:pt x="1571625" y="3028950"/>
                </a:lnTo>
                <a:lnTo>
                  <a:pt x="1571625" y="3038475"/>
                </a:lnTo>
                <a:lnTo>
                  <a:pt x="1562100" y="3038475"/>
                </a:lnTo>
                <a:close/>
                <a:moveTo>
                  <a:pt x="1590675" y="3028950"/>
                </a:moveTo>
                <a:lnTo>
                  <a:pt x="1628775" y="3028950"/>
                </a:lnTo>
                <a:lnTo>
                  <a:pt x="1628775" y="3038475"/>
                </a:lnTo>
                <a:lnTo>
                  <a:pt x="1619250" y="3038475"/>
                </a:lnTo>
                <a:lnTo>
                  <a:pt x="1619250" y="3048000"/>
                </a:lnTo>
                <a:lnTo>
                  <a:pt x="1628775" y="3048000"/>
                </a:lnTo>
                <a:lnTo>
                  <a:pt x="1628775" y="3057525"/>
                </a:lnTo>
                <a:lnTo>
                  <a:pt x="1562100" y="3057525"/>
                </a:lnTo>
                <a:lnTo>
                  <a:pt x="1562100" y="3048000"/>
                </a:lnTo>
                <a:lnTo>
                  <a:pt x="1600200" y="3048000"/>
                </a:lnTo>
                <a:lnTo>
                  <a:pt x="1600200" y="3038475"/>
                </a:lnTo>
                <a:lnTo>
                  <a:pt x="1590675" y="3038475"/>
                </a:lnTo>
                <a:close/>
                <a:moveTo>
                  <a:pt x="123825" y="3038475"/>
                </a:moveTo>
                <a:lnTo>
                  <a:pt x="133350" y="3038475"/>
                </a:lnTo>
                <a:lnTo>
                  <a:pt x="133350" y="3067050"/>
                </a:lnTo>
                <a:lnTo>
                  <a:pt x="123825" y="3067050"/>
                </a:lnTo>
                <a:close/>
                <a:moveTo>
                  <a:pt x="1400175" y="3038475"/>
                </a:moveTo>
                <a:lnTo>
                  <a:pt x="1409700" y="3038475"/>
                </a:lnTo>
                <a:lnTo>
                  <a:pt x="1409700" y="3048000"/>
                </a:lnTo>
                <a:lnTo>
                  <a:pt x="1400175" y="3048000"/>
                </a:lnTo>
                <a:close/>
                <a:moveTo>
                  <a:pt x="228600" y="3048000"/>
                </a:moveTo>
                <a:lnTo>
                  <a:pt x="247650" y="3048000"/>
                </a:lnTo>
                <a:lnTo>
                  <a:pt x="247650" y="3057525"/>
                </a:lnTo>
                <a:lnTo>
                  <a:pt x="276225" y="3057525"/>
                </a:lnTo>
                <a:lnTo>
                  <a:pt x="276225" y="3067050"/>
                </a:lnTo>
                <a:lnTo>
                  <a:pt x="257175" y="3067050"/>
                </a:lnTo>
                <a:lnTo>
                  <a:pt x="257175" y="3076575"/>
                </a:lnTo>
                <a:lnTo>
                  <a:pt x="219075" y="3076575"/>
                </a:lnTo>
                <a:lnTo>
                  <a:pt x="219075" y="3067050"/>
                </a:lnTo>
                <a:lnTo>
                  <a:pt x="200025" y="3067050"/>
                </a:lnTo>
                <a:lnTo>
                  <a:pt x="200025" y="3057525"/>
                </a:lnTo>
                <a:lnTo>
                  <a:pt x="228600" y="3057525"/>
                </a:lnTo>
                <a:close/>
                <a:moveTo>
                  <a:pt x="866775" y="3048000"/>
                </a:moveTo>
                <a:lnTo>
                  <a:pt x="885825" y="3048000"/>
                </a:lnTo>
                <a:lnTo>
                  <a:pt x="885825" y="3057525"/>
                </a:lnTo>
                <a:lnTo>
                  <a:pt x="990600" y="3057525"/>
                </a:lnTo>
                <a:lnTo>
                  <a:pt x="990600" y="3048000"/>
                </a:lnTo>
                <a:lnTo>
                  <a:pt x="1076325" y="3048000"/>
                </a:lnTo>
                <a:lnTo>
                  <a:pt x="1076325" y="3057525"/>
                </a:lnTo>
                <a:lnTo>
                  <a:pt x="1066800" y="3057525"/>
                </a:lnTo>
                <a:lnTo>
                  <a:pt x="1066800" y="3076575"/>
                </a:lnTo>
                <a:lnTo>
                  <a:pt x="990600" y="3076575"/>
                </a:lnTo>
                <a:lnTo>
                  <a:pt x="990600" y="3067050"/>
                </a:lnTo>
                <a:lnTo>
                  <a:pt x="971550" y="3067050"/>
                </a:lnTo>
                <a:lnTo>
                  <a:pt x="971550" y="3076575"/>
                </a:lnTo>
                <a:lnTo>
                  <a:pt x="838200" y="3076575"/>
                </a:lnTo>
                <a:lnTo>
                  <a:pt x="838200" y="3067050"/>
                </a:lnTo>
                <a:lnTo>
                  <a:pt x="819150" y="3067050"/>
                </a:lnTo>
                <a:lnTo>
                  <a:pt x="819150" y="3057525"/>
                </a:lnTo>
                <a:lnTo>
                  <a:pt x="866775" y="3057525"/>
                </a:lnTo>
                <a:close/>
                <a:moveTo>
                  <a:pt x="1133475" y="3048000"/>
                </a:moveTo>
                <a:lnTo>
                  <a:pt x="1200150" y="3048000"/>
                </a:lnTo>
                <a:lnTo>
                  <a:pt x="1200150" y="3067050"/>
                </a:lnTo>
                <a:lnTo>
                  <a:pt x="1190625" y="3067050"/>
                </a:lnTo>
                <a:lnTo>
                  <a:pt x="1190625" y="3076575"/>
                </a:lnTo>
                <a:lnTo>
                  <a:pt x="1171575" y="3076575"/>
                </a:lnTo>
                <a:lnTo>
                  <a:pt x="1171575" y="3057525"/>
                </a:lnTo>
                <a:lnTo>
                  <a:pt x="1133475" y="3057525"/>
                </a:lnTo>
                <a:close/>
                <a:moveTo>
                  <a:pt x="1228725" y="3048000"/>
                </a:moveTo>
                <a:lnTo>
                  <a:pt x="1266825" y="3048000"/>
                </a:lnTo>
                <a:lnTo>
                  <a:pt x="1266825" y="3057525"/>
                </a:lnTo>
                <a:lnTo>
                  <a:pt x="1257300" y="3057525"/>
                </a:lnTo>
                <a:lnTo>
                  <a:pt x="1257300" y="3067050"/>
                </a:lnTo>
                <a:lnTo>
                  <a:pt x="1285875" y="3067050"/>
                </a:lnTo>
                <a:lnTo>
                  <a:pt x="1285875" y="3057525"/>
                </a:lnTo>
                <a:lnTo>
                  <a:pt x="1295400" y="3057525"/>
                </a:lnTo>
                <a:lnTo>
                  <a:pt x="1295400" y="3076575"/>
                </a:lnTo>
                <a:lnTo>
                  <a:pt x="1257300" y="3076575"/>
                </a:lnTo>
                <a:lnTo>
                  <a:pt x="1257300" y="3086100"/>
                </a:lnTo>
                <a:lnTo>
                  <a:pt x="1247775" y="3086100"/>
                </a:lnTo>
                <a:lnTo>
                  <a:pt x="1247775" y="3076575"/>
                </a:lnTo>
                <a:lnTo>
                  <a:pt x="1238250" y="3076575"/>
                </a:lnTo>
                <a:lnTo>
                  <a:pt x="1238250" y="3067050"/>
                </a:lnTo>
                <a:lnTo>
                  <a:pt x="1228725" y="3067050"/>
                </a:lnTo>
                <a:close/>
                <a:moveTo>
                  <a:pt x="1381125" y="3048000"/>
                </a:moveTo>
                <a:lnTo>
                  <a:pt x="1390650" y="3048000"/>
                </a:lnTo>
                <a:lnTo>
                  <a:pt x="1390650" y="3057525"/>
                </a:lnTo>
                <a:lnTo>
                  <a:pt x="1381125" y="3057525"/>
                </a:lnTo>
                <a:close/>
                <a:moveTo>
                  <a:pt x="1409700" y="3048000"/>
                </a:moveTo>
                <a:lnTo>
                  <a:pt x="1428750" y="3048000"/>
                </a:lnTo>
                <a:lnTo>
                  <a:pt x="1428750" y="3057525"/>
                </a:lnTo>
                <a:lnTo>
                  <a:pt x="1409700" y="3057525"/>
                </a:lnTo>
                <a:close/>
                <a:moveTo>
                  <a:pt x="1485900" y="3048000"/>
                </a:moveTo>
                <a:lnTo>
                  <a:pt x="1514475" y="3048000"/>
                </a:lnTo>
                <a:lnTo>
                  <a:pt x="1514475" y="3057525"/>
                </a:lnTo>
                <a:lnTo>
                  <a:pt x="1524000" y="3057525"/>
                </a:lnTo>
                <a:lnTo>
                  <a:pt x="1524000" y="3076575"/>
                </a:lnTo>
                <a:lnTo>
                  <a:pt x="1504950" y="3076575"/>
                </a:lnTo>
                <a:lnTo>
                  <a:pt x="1504950" y="3057525"/>
                </a:lnTo>
                <a:lnTo>
                  <a:pt x="1485900" y="3057525"/>
                </a:lnTo>
                <a:close/>
                <a:moveTo>
                  <a:pt x="1666875" y="3048000"/>
                </a:moveTo>
                <a:lnTo>
                  <a:pt x="1676400" y="3048000"/>
                </a:lnTo>
                <a:lnTo>
                  <a:pt x="1676400" y="3057525"/>
                </a:lnTo>
                <a:lnTo>
                  <a:pt x="1666875" y="3057525"/>
                </a:lnTo>
                <a:close/>
                <a:moveTo>
                  <a:pt x="295275" y="3057525"/>
                </a:moveTo>
                <a:lnTo>
                  <a:pt x="314325" y="3057525"/>
                </a:lnTo>
                <a:lnTo>
                  <a:pt x="314325" y="3067050"/>
                </a:lnTo>
                <a:lnTo>
                  <a:pt x="304800" y="3067050"/>
                </a:lnTo>
                <a:lnTo>
                  <a:pt x="304800" y="3076575"/>
                </a:lnTo>
                <a:lnTo>
                  <a:pt x="285750" y="3076575"/>
                </a:lnTo>
                <a:lnTo>
                  <a:pt x="285750" y="3067050"/>
                </a:lnTo>
                <a:lnTo>
                  <a:pt x="295275" y="3067050"/>
                </a:lnTo>
                <a:close/>
                <a:moveTo>
                  <a:pt x="428625" y="3057525"/>
                </a:moveTo>
                <a:lnTo>
                  <a:pt x="438150" y="3057525"/>
                </a:lnTo>
                <a:lnTo>
                  <a:pt x="438150" y="3067050"/>
                </a:lnTo>
                <a:lnTo>
                  <a:pt x="428625" y="3067050"/>
                </a:lnTo>
                <a:close/>
                <a:moveTo>
                  <a:pt x="447675" y="3057525"/>
                </a:moveTo>
                <a:lnTo>
                  <a:pt x="457200" y="3057525"/>
                </a:lnTo>
                <a:lnTo>
                  <a:pt x="457200" y="3076575"/>
                </a:lnTo>
                <a:lnTo>
                  <a:pt x="447675" y="3076575"/>
                </a:lnTo>
                <a:close/>
                <a:moveTo>
                  <a:pt x="476250" y="3057525"/>
                </a:moveTo>
                <a:lnTo>
                  <a:pt x="495300" y="3057525"/>
                </a:lnTo>
                <a:lnTo>
                  <a:pt x="495300" y="3076575"/>
                </a:lnTo>
                <a:lnTo>
                  <a:pt x="476250" y="3076575"/>
                </a:lnTo>
                <a:close/>
                <a:moveTo>
                  <a:pt x="533400" y="3057525"/>
                </a:moveTo>
                <a:lnTo>
                  <a:pt x="552450" y="3057525"/>
                </a:lnTo>
                <a:lnTo>
                  <a:pt x="552450" y="3076575"/>
                </a:lnTo>
                <a:lnTo>
                  <a:pt x="542925" y="3076575"/>
                </a:lnTo>
                <a:lnTo>
                  <a:pt x="542925" y="3067050"/>
                </a:lnTo>
                <a:lnTo>
                  <a:pt x="533400" y="3067050"/>
                </a:lnTo>
                <a:close/>
                <a:moveTo>
                  <a:pt x="571500" y="3057525"/>
                </a:moveTo>
                <a:lnTo>
                  <a:pt x="581025" y="3057525"/>
                </a:lnTo>
                <a:lnTo>
                  <a:pt x="581025" y="3067050"/>
                </a:lnTo>
                <a:lnTo>
                  <a:pt x="590550" y="3067050"/>
                </a:lnTo>
                <a:lnTo>
                  <a:pt x="590550" y="3076575"/>
                </a:lnTo>
                <a:lnTo>
                  <a:pt x="571500" y="3076575"/>
                </a:lnTo>
                <a:close/>
                <a:moveTo>
                  <a:pt x="600075" y="3057525"/>
                </a:moveTo>
                <a:lnTo>
                  <a:pt x="676275" y="3057525"/>
                </a:lnTo>
                <a:lnTo>
                  <a:pt x="676275" y="3076575"/>
                </a:lnTo>
                <a:lnTo>
                  <a:pt x="609600" y="3076575"/>
                </a:lnTo>
                <a:lnTo>
                  <a:pt x="609600" y="3067050"/>
                </a:lnTo>
                <a:lnTo>
                  <a:pt x="600075" y="3067050"/>
                </a:lnTo>
                <a:close/>
                <a:moveTo>
                  <a:pt x="704850" y="3057525"/>
                </a:moveTo>
                <a:lnTo>
                  <a:pt x="742950" y="3057525"/>
                </a:lnTo>
                <a:lnTo>
                  <a:pt x="742950" y="3076575"/>
                </a:lnTo>
                <a:lnTo>
                  <a:pt x="704850" y="3076575"/>
                </a:lnTo>
                <a:close/>
                <a:moveTo>
                  <a:pt x="752475" y="3057525"/>
                </a:moveTo>
                <a:lnTo>
                  <a:pt x="809625" y="3057525"/>
                </a:lnTo>
                <a:lnTo>
                  <a:pt x="809625" y="3067050"/>
                </a:lnTo>
                <a:lnTo>
                  <a:pt x="752475" y="3067050"/>
                </a:lnTo>
                <a:close/>
                <a:moveTo>
                  <a:pt x="1362075" y="3057525"/>
                </a:moveTo>
                <a:lnTo>
                  <a:pt x="1371600" y="3057525"/>
                </a:lnTo>
                <a:lnTo>
                  <a:pt x="1371600" y="3067050"/>
                </a:lnTo>
                <a:lnTo>
                  <a:pt x="1362075" y="3067050"/>
                </a:lnTo>
                <a:close/>
                <a:moveTo>
                  <a:pt x="1428750" y="3057525"/>
                </a:moveTo>
                <a:lnTo>
                  <a:pt x="1447800" y="3057525"/>
                </a:lnTo>
                <a:lnTo>
                  <a:pt x="1447800" y="3076575"/>
                </a:lnTo>
                <a:lnTo>
                  <a:pt x="1438275" y="3076575"/>
                </a:lnTo>
                <a:lnTo>
                  <a:pt x="1438275" y="3067050"/>
                </a:lnTo>
                <a:lnTo>
                  <a:pt x="1428750" y="3067050"/>
                </a:lnTo>
                <a:close/>
                <a:moveTo>
                  <a:pt x="428625" y="3076575"/>
                </a:moveTo>
                <a:lnTo>
                  <a:pt x="447675" y="3076575"/>
                </a:lnTo>
                <a:lnTo>
                  <a:pt x="447675" y="3095625"/>
                </a:lnTo>
                <a:lnTo>
                  <a:pt x="419100" y="3095625"/>
                </a:lnTo>
                <a:lnTo>
                  <a:pt x="419100" y="3086100"/>
                </a:lnTo>
                <a:lnTo>
                  <a:pt x="428625" y="3086100"/>
                </a:lnTo>
                <a:close/>
                <a:moveTo>
                  <a:pt x="466725" y="3076575"/>
                </a:moveTo>
                <a:lnTo>
                  <a:pt x="476250" y="3076575"/>
                </a:lnTo>
                <a:lnTo>
                  <a:pt x="476250" y="3086100"/>
                </a:lnTo>
                <a:lnTo>
                  <a:pt x="466725" y="3086100"/>
                </a:lnTo>
                <a:close/>
                <a:moveTo>
                  <a:pt x="1476375" y="3076575"/>
                </a:moveTo>
                <a:lnTo>
                  <a:pt x="1504950" y="3076575"/>
                </a:lnTo>
                <a:lnTo>
                  <a:pt x="1504950" y="3086100"/>
                </a:lnTo>
                <a:lnTo>
                  <a:pt x="1476375" y="3086100"/>
                </a:lnTo>
                <a:close/>
                <a:moveTo>
                  <a:pt x="1609725" y="3076575"/>
                </a:moveTo>
                <a:lnTo>
                  <a:pt x="1638300" y="3076575"/>
                </a:lnTo>
                <a:lnTo>
                  <a:pt x="1638300" y="3086100"/>
                </a:lnTo>
                <a:lnTo>
                  <a:pt x="1609725" y="3086100"/>
                </a:lnTo>
                <a:close/>
                <a:moveTo>
                  <a:pt x="1666875" y="3076575"/>
                </a:moveTo>
                <a:lnTo>
                  <a:pt x="1685925" y="3076575"/>
                </a:lnTo>
                <a:lnTo>
                  <a:pt x="1685925" y="3086100"/>
                </a:lnTo>
                <a:lnTo>
                  <a:pt x="1666875" y="3086100"/>
                </a:lnTo>
                <a:close/>
                <a:moveTo>
                  <a:pt x="1343025" y="3086100"/>
                </a:moveTo>
                <a:lnTo>
                  <a:pt x="1362075" y="3086100"/>
                </a:lnTo>
                <a:lnTo>
                  <a:pt x="1362075" y="3095625"/>
                </a:lnTo>
                <a:lnTo>
                  <a:pt x="1371600" y="3095625"/>
                </a:lnTo>
                <a:lnTo>
                  <a:pt x="1371600" y="3105150"/>
                </a:lnTo>
                <a:lnTo>
                  <a:pt x="1381125" y="3105150"/>
                </a:lnTo>
                <a:lnTo>
                  <a:pt x="1381125" y="3114675"/>
                </a:lnTo>
                <a:lnTo>
                  <a:pt x="1400175" y="3114675"/>
                </a:lnTo>
                <a:lnTo>
                  <a:pt x="1400175" y="3124200"/>
                </a:lnTo>
                <a:lnTo>
                  <a:pt x="1371600" y="3124200"/>
                </a:lnTo>
                <a:lnTo>
                  <a:pt x="1371600" y="3114675"/>
                </a:lnTo>
                <a:lnTo>
                  <a:pt x="1362075" y="3114675"/>
                </a:lnTo>
                <a:lnTo>
                  <a:pt x="1362075" y="3124200"/>
                </a:lnTo>
                <a:lnTo>
                  <a:pt x="1371600" y="3124200"/>
                </a:lnTo>
                <a:lnTo>
                  <a:pt x="1371600" y="3133725"/>
                </a:lnTo>
                <a:lnTo>
                  <a:pt x="1343025" y="3133725"/>
                </a:lnTo>
                <a:lnTo>
                  <a:pt x="1343025" y="3114675"/>
                </a:lnTo>
                <a:lnTo>
                  <a:pt x="1352550" y="3114675"/>
                </a:lnTo>
                <a:lnTo>
                  <a:pt x="1352550" y="3095625"/>
                </a:lnTo>
                <a:lnTo>
                  <a:pt x="1343025" y="3095625"/>
                </a:lnTo>
                <a:close/>
                <a:moveTo>
                  <a:pt x="1685925" y="3086100"/>
                </a:moveTo>
                <a:lnTo>
                  <a:pt x="1695450" y="3086100"/>
                </a:lnTo>
                <a:lnTo>
                  <a:pt x="1695450" y="3095625"/>
                </a:lnTo>
                <a:lnTo>
                  <a:pt x="1685925" y="3095625"/>
                </a:lnTo>
                <a:close/>
                <a:moveTo>
                  <a:pt x="485775" y="3095625"/>
                </a:moveTo>
                <a:lnTo>
                  <a:pt x="495300" y="3095625"/>
                </a:lnTo>
                <a:lnTo>
                  <a:pt x="495300" y="3105150"/>
                </a:lnTo>
                <a:lnTo>
                  <a:pt x="485775" y="3105150"/>
                </a:lnTo>
                <a:close/>
                <a:moveTo>
                  <a:pt x="504825" y="3095625"/>
                </a:moveTo>
                <a:lnTo>
                  <a:pt x="514350" y="3095625"/>
                </a:lnTo>
                <a:lnTo>
                  <a:pt x="514350" y="3105150"/>
                </a:lnTo>
                <a:lnTo>
                  <a:pt x="504825" y="3105150"/>
                </a:lnTo>
                <a:close/>
                <a:moveTo>
                  <a:pt x="1019175" y="3095625"/>
                </a:moveTo>
                <a:lnTo>
                  <a:pt x="1038225" y="3095625"/>
                </a:lnTo>
                <a:lnTo>
                  <a:pt x="1038225" y="3105150"/>
                </a:lnTo>
                <a:lnTo>
                  <a:pt x="1047750" y="3105150"/>
                </a:lnTo>
                <a:lnTo>
                  <a:pt x="1047750" y="3114675"/>
                </a:lnTo>
                <a:lnTo>
                  <a:pt x="1019175" y="3114675"/>
                </a:lnTo>
                <a:close/>
                <a:moveTo>
                  <a:pt x="1676400" y="3095625"/>
                </a:moveTo>
                <a:lnTo>
                  <a:pt x="1685925" y="3095625"/>
                </a:lnTo>
                <a:lnTo>
                  <a:pt x="1685925" y="3105150"/>
                </a:lnTo>
                <a:lnTo>
                  <a:pt x="1676400" y="3105150"/>
                </a:lnTo>
                <a:close/>
                <a:moveTo>
                  <a:pt x="1247775" y="3124200"/>
                </a:moveTo>
                <a:lnTo>
                  <a:pt x="1266825" y="3124200"/>
                </a:lnTo>
                <a:lnTo>
                  <a:pt x="1266825" y="3133725"/>
                </a:lnTo>
                <a:lnTo>
                  <a:pt x="1247775" y="3133725"/>
                </a:lnTo>
                <a:close/>
                <a:moveTo>
                  <a:pt x="1685925" y="3133725"/>
                </a:moveTo>
                <a:lnTo>
                  <a:pt x="1704975" y="3133725"/>
                </a:lnTo>
                <a:lnTo>
                  <a:pt x="1704975" y="3143250"/>
                </a:lnTo>
                <a:lnTo>
                  <a:pt x="1685925" y="3143250"/>
                </a:lnTo>
                <a:close/>
                <a:moveTo>
                  <a:pt x="1209675" y="3143250"/>
                </a:moveTo>
                <a:lnTo>
                  <a:pt x="1228725" y="3143250"/>
                </a:lnTo>
                <a:lnTo>
                  <a:pt x="1228725" y="3152775"/>
                </a:lnTo>
                <a:lnTo>
                  <a:pt x="1238250" y="3152775"/>
                </a:lnTo>
                <a:lnTo>
                  <a:pt x="1238250" y="3162300"/>
                </a:lnTo>
                <a:lnTo>
                  <a:pt x="1228725" y="3162300"/>
                </a:lnTo>
                <a:lnTo>
                  <a:pt x="1228725" y="3171825"/>
                </a:lnTo>
                <a:lnTo>
                  <a:pt x="1219200" y="3171825"/>
                </a:lnTo>
                <a:lnTo>
                  <a:pt x="1219200" y="3152775"/>
                </a:lnTo>
                <a:lnTo>
                  <a:pt x="1209675" y="3152775"/>
                </a:lnTo>
                <a:close/>
                <a:moveTo>
                  <a:pt x="1200150" y="3152775"/>
                </a:moveTo>
                <a:lnTo>
                  <a:pt x="1209675" y="3152775"/>
                </a:lnTo>
                <a:lnTo>
                  <a:pt x="1209675" y="3162300"/>
                </a:lnTo>
                <a:lnTo>
                  <a:pt x="1200150" y="3162300"/>
                </a:lnTo>
                <a:close/>
                <a:moveTo>
                  <a:pt x="828675" y="3162300"/>
                </a:moveTo>
                <a:lnTo>
                  <a:pt x="847725" y="3162300"/>
                </a:lnTo>
                <a:lnTo>
                  <a:pt x="847725" y="3171825"/>
                </a:lnTo>
                <a:lnTo>
                  <a:pt x="828675" y="3171825"/>
                </a:lnTo>
                <a:close/>
                <a:moveTo>
                  <a:pt x="1266825" y="3171825"/>
                </a:moveTo>
                <a:lnTo>
                  <a:pt x="1285875" y="3171825"/>
                </a:lnTo>
                <a:lnTo>
                  <a:pt x="1285875" y="3181350"/>
                </a:lnTo>
                <a:lnTo>
                  <a:pt x="1276350" y="3181350"/>
                </a:lnTo>
                <a:lnTo>
                  <a:pt x="1276350" y="3190875"/>
                </a:lnTo>
                <a:lnTo>
                  <a:pt x="1295400" y="3190875"/>
                </a:lnTo>
                <a:lnTo>
                  <a:pt x="1295400" y="3200400"/>
                </a:lnTo>
                <a:lnTo>
                  <a:pt x="1285875" y="3200400"/>
                </a:lnTo>
                <a:lnTo>
                  <a:pt x="1285875" y="3209925"/>
                </a:lnTo>
                <a:lnTo>
                  <a:pt x="1247775" y="3209925"/>
                </a:lnTo>
                <a:lnTo>
                  <a:pt x="1247775" y="3190875"/>
                </a:lnTo>
                <a:lnTo>
                  <a:pt x="1266825" y="3190875"/>
                </a:lnTo>
                <a:close/>
                <a:moveTo>
                  <a:pt x="1304925" y="3171825"/>
                </a:moveTo>
                <a:lnTo>
                  <a:pt x="1314450" y="3171825"/>
                </a:lnTo>
                <a:lnTo>
                  <a:pt x="1314450" y="3181350"/>
                </a:lnTo>
                <a:lnTo>
                  <a:pt x="1304925" y="3181350"/>
                </a:lnTo>
                <a:close/>
                <a:moveTo>
                  <a:pt x="1352550" y="3171825"/>
                </a:moveTo>
                <a:lnTo>
                  <a:pt x="1390650" y="3171825"/>
                </a:lnTo>
                <a:lnTo>
                  <a:pt x="1390650" y="3190875"/>
                </a:lnTo>
                <a:lnTo>
                  <a:pt x="1400175" y="3190875"/>
                </a:lnTo>
                <a:lnTo>
                  <a:pt x="1400175" y="3209925"/>
                </a:lnTo>
                <a:lnTo>
                  <a:pt x="1381125" y="3209925"/>
                </a:lnTo>
                <a:lnTo>
                  <a:pt x="1381125" y="3190875"/>
                </a:lnTo>
                <a:lnTo>
                  <a:pt x="1362075" y="3190875"/>
                </a:lnTo>
                <a:lnTo>
                  <a:pt x="1362075" y="3209925"/>
                </a:lnTo>
                <a:lnTo>
                  <a:pt x="1333500" y="3209925"/>
                </a:lnTo>
                <a:lnTo>
                  <a:pt x="1333500" y="3190875"/>
                </a:lnTo>
                <a:lnTo>
                  <a:pt x="1352550" y="3190875"/>
                </a:lnTo>
                <a:close/>
                <a:moveTo>
                  <a:pt x="1476375" y="3171825"/>
                </a:moveTo>
                <a:lnTo>
                  <a:pt x="1514475" y="3171825"/>
                </a:lnTo>
                <a:lnTo>
                  <a:pt x="1514475" y="3190875"/>
                </a:lnTo>
                <a:lnTo>
                  <a:pt x="1476375" y="3190875"/>
                </a:lnTo>
                <a:close/>
                <a:moveTo>
                  <a:pt x="1724025" y="3171825"/>
                </a:moveTo>
                <a:lnTo>
                  <a:pt x="1733550" y="3171825"/>
                </a:lnTo>
                <a:lnTo>
                  <a:pt x="1733550" y="3190875"/>
                </a:lnTo>
                <a:lnTo>
                  <a:pt x="1724025" y="3190875"/>
                </a:lnTo>
                <a:close/>
                <a:moveTo>
                  <a:pt x="1600200" y="3181350"/>
                </a:moveTo>
                <a:lnTo>
                  <a:pt x="1619250" y="3181350"/>
                </a:lnTo>
                <a:lnTo>
                  <a:pt x="1619250" y="3190875"/>
                </a:lnTo>
                <a:lnTo>
                  <a:pt x="1609725" y="3190875"/>
                </a:lnTo>
                <a:lnTo>
                  <a:pt x="1609725" y="3200400"/>
                </a:lnTo>
                <a:lnTo>
                  <a:pt x="1600200" y="3200400"/>
                </a:lnTo>
                <a:close/>
                <a:moveTo>
                  <a:pt x="952500" y="3190875"/>
                </a:moveTo>
                <a:lnTo>
                  <a:pt x="962025" y="3190875"/>
                </a:lnTo>
                <a:lnTo>
                  <a:pt x="962025" y="3200400"/>
                </a:lnTo>
                <a:lnTo>
                  <a:pt x="971550" y="3200400"/>
                </a:lnTo>
                <a:lnTo>
                  <a:pt x="971550" y="3190875"/>
                </a:lnTo>
                <a:lnTo>
                  <a:pt x="981075" y="3190875"/>
                </a:lnTo>
                <a:lnTo>
                  <a:pt x="981075" y="3200400"/>
                </a:lnTo>
                <a:lnTo>
                  <a:pt x="1000125" y="3200400"/>
                </a:lnTo>
                <a:lnTo>
                  <a:pt x="1000125" y="3209925"/>
                </a:lnTo>
                <a:lnTo>
                  <a:pt x="981075" y="3209925"/>
                </a:lnTo>
                <a:lnTo>
                  <a:pt x="981075" y="3219450"/>
                </a:lnTo>
                <a:lnTo>
                  <a:pt x="971550" y="3219450"/>
                </a:lnTo>
                <a:lnTo>
                  <a:pt x="971550" y="3209925"/>
                </a:lnTo>
                <a:lnTo>
                  <a:pt x="952500" y="3209925"/>
                </a:lnTo>
                <a:close/>
                <a:moveTo>
                  <a:pt x="1028700" y="3190875"/>
                </a:moveTo>
                <a:lnTo>
                  <a:pt x="1047750" y="3190875"/>
                </a:lnTo>
                <a:lnTo>
                  <a:pt x="1047750" y="3209925"/>
                </a:lnTo>
                <a:lnTo>
                  <a:pt x="1057275" y="3209925"/>
                </a:lnTo>
                <a:lnTo>
                  <a:pt x="1057275" y="3200400"/>
                </a:lnTo>
                <a:lnTo>
                  <a:pt x="1076325" y="3200400"/>
                </a:lnTo>
                <a:lnTo>
                  <a:pt x="1076325" y="3190875"/>
                </a:lnTo>
                <a:lnTo>
                  <a:pt x="1095375" y="3190875"/>
                </a:lnTo>
                <a:lnTo>
                  <a:pt x="1095375" y="3200400"/>
                </a:lnTo>
                <a:lnTo>
                  <a:pt x="1104900" y="3200400"/>
                </a:lnTo>
                <a:lnTo>
                  <a:pt x="1104900" y="3190875"/>
                </a:lnTo>
                <a:lnTo>
                  <a:pt x="1143000" y="3190875"/>
                </a:lnTo>
                <a:lnTo>
                  <a:pt x="1143000" y="3209925"/>
                </a:lnTo>
                <a:lnTo>
                  <a:pt x="1066800" y="3209925"/>
                </a:lnTo>
                <a:lnTo>
                  <a:pt x="1066800" y="3219450"/>
                </a:lnTo>
                <a:lnTo>
                  <a:pt x="1028700" y="3219450"/>
                </a:lnTo>
                <a:close/>
                <a:moveTo>
                  <a:pt x="1228725" y="3190875"/>
                </a:moveTo>
                <a:lnTo>
                  <a:pt x="1238250" y="3190875"/>
                </a:lnTo>
                <a:lnTo>
                  <a:pt x="1238250" y="3200400"/>
                </a:lnTo>
                <a:lnTo>
                  <a:pt x="1228725" y="3200400"/>
                </a:lnTo>
                <a:close/>
                <a:moveTo>
                  <a:pt x="1514475" y="3190875"/>
                </a:moveTo>
                <a:lnTo>
                  <a:pt x="1533525" y="3190875"/>
                </a:lnTo>
                <a:lnTo>
                  <a:pt x="1533525" y="3200400"/>
                </a:lnTo>
                <a:lnTo>
                  <a:pt x="1514475" y="3200400"/>
                </a:lnTo>
                <a:close/>
                <a:moveTo>
                  <a:pt x="1552575" y="3190875"/>
                </a:moveTo>
                <a:lnTo>
                  <a:pt x="1571625" y="3190875"/>
                </a:lnTo>
                <a:lnTo>
                  <a:pt x="1571625" y="3200400"/>
                </a:lnTo>
                <a:lnTo>
                  <a:pt x="1552575" y="3200400"/>
                </a:lnTo>
                <a:close/>
                <a:moveTo>
                  <a:pt x="1724025" y="3200400"/>
                </a:moveTo>
                <a:lnTo>
                  <a:pt x="1733550" y="3200400"/>
                </a:lnTo>
                <a:lnTo>
                  <a:pt x="1733550" y="3209925"/>
                </a:lnTo>
                <a:lnTo>
                  <a:pt x="1724025" y="3209925"/>
                </a:lnTo>
                <a:close/>
                <a:moveTo>
                  <a:pt x="1266825" y="3257550"/>
                </a:moveTo>
                <a:lnTo>
                  <a:pt x="1295400" y="3257550"/>
                </a:lnTo>
                <a:lnTo>
                  <a:pt x="1295400" y="3267075"/>
                </a:lnTo>
                <a:lnTo>
                  <a:pt x="1266825" y="3267075"/>
                </a:lnTo>
                <a:close/>
                <a:moveTo>
                  <a:pt x="1685925" y="3276600"/>
                </a:moveTo>
                <a:lnTo>
                  <a:pt x="1695450" y="3276600"/>
                </a:lnTo>
                <a:lnTo>
                  <a:pt x="1695450" y="3286125"/>
                </a:lnTo>
                <a:lnTo>
                  <a:pt x="1685925" y="3286125"/>
                </a:lnTo>
                <a:close/>
                <a:moveTo>
                  <a:pt x="1190625" y="3286125"/>
                </a:moveTo>
                <a:lnTo>
                  <a:pt x="1209675" y="3286125"/>
                </a:lnTo>
                <a:lnTo>
                  <a:pt x="1209675" y="3295650"/>
                </a:lnTo>
                <a:lnTo>
                  <a:pt x="1190625" y="3295650"/>
                </a:lnTo>
                <a:close/>
                <a:moveTo>
                  <a:pt x="1695450" y="3286125"/>
                </a:moveTo>
                <a:lnTo>
                  <a:pt x="1714500" y="3286125"/>
                </a:lnTo>
                <a:lnTo>
                  <a:pt x="1714500" y="3295650"/>
                </a:lnTo>
                <a:lnTo>
                  <a:pt x="1695450" y="3295650"/>
                </a:lnTo>
                <a:close/>
                <a:moveTo>
                  <a:pt x="1095375" y="3295650"/>
                </a:moveTo>
                <a:lnTo>
                  <a:pt x="1104900" y="3295650"/>
                </a:lnTo>
                <a:lnTo>
                  <a:pt x="1104900" y="3305175"/>
                </a:lnTo>
                <a:lnTo>
                  <a:pt x="1095375" y="3305175"/>
                </a:lnTo>
                <a:close/>
                <a:moveTo>
                  <a:pt x="1714500" y="3295650"/>
                </a:moveTo>
                <a:lnTo>
                  <a:pt x="1724025" y="3295650"/>
                </a:lnTo>
                <a:lnTo>
                  <a:pt x="1724025" y="3305175"/>
                </a:lnTo>
                <a:lnTo>
                  <a:pt x="1714500" y="3305175"/>
                </a:lnTo>
                <a:close/>
                <a:moveTo>
                  <a:pt x="1285875" y="3314700"/>
                </a:moveTo>
                <a:lnTo>
                  <a:pt x="1304925" y="3314700"/>
                </a:lnTo>
                <a:lnTo>
                  <a:pt x="1304925" y="3324225"/>
                </a:lnTo>
                <a:lnTo>
                  <a:pt x="1285875" y="3324225"/>
                </a:lnTo>
                <a:close/>
                <a:moveTo>
                  <a:pt x="914400" y="3324225"/>
                </a:moveTo>
                <a:lnTo>
                  <a:pt x="923925" y="3324225"/>
                </a:lnTo>
                <a:lnTo>
                  <a:pt x="923925" y="3333750"/>
                </a:lnTo>
                <a:lnTo>
                  <a:pt x="914400" y="3333750"/>
                </a:lnTo>
                <a:close/>
                <a:moveTo>
                  <a:pt x="1419225" y="3324225"/>
                </a:moveTo>
                <a:lnTo>
                  <a:pt x="1428750" y="3324225"/>
                </a:lnTo>
                <a:lnTo>
                  <a:pt x="1428750" y="3362325"/>
                </a:lnTo>
                <a:lnTo>
                  <a:pt x="1419225" y="3362325"/>
                </a:lnTo>
                <a:close/>
                <a:moveTo>
                  <a:pt x="123825" y="3343275"/>
                </a:moveTo>
                <a:lnTo>
                  <a:pt x="133350" y="3343275"/>
                </a:lnTo>
                <a:lnTo>
                  <a:pt x="133350" y="3362325"/>
                </a:lnTo>
                <a:lnTo>
                  <a:pt x="123825" y="3362325"/>
                </a:lnTo>
                <a:close/>
                <a:moveTo>
                  <a:pt x="885825" y="3343275"/>
                </a:moveTo>
                <a:lnTo>
                  <a:pt x="895350" y="3343275"/>
                </a:lnTo>
                <a:lnTo>
                  <a:pt x="895350" y="3352800"/>
                </a:lnTo>
                <a:lnTo>
                  <a:pt x="885825" y="3352800"/>
                </a:lnTo>
                <a:close/>
                <a:moveTo>
                  <a:pt x="876300" y="3352800"/>
                </a:moveTo>
                <a:lnTo>
                  <a:pt x="885825" y="3352800"/>
                </a:lnTo>
                <a:lnTo>
                  <a:pt x="885825" y="3362325"/>
                </a:lnTo>
                <a:lnTo>
                  <a:pt x="876300" y="3362325"/>
                </a:lnTo>
                <a:close/>
                <a:moveTo>
                  <a:pt x="1209675" y="3371850"/>
                </a:moveTo>
                <a:lnTo>
                  <a:pt x="1219200" y="3371850"/>
                </a:lnTo>
                <a:lnTo>
                  <a:pt x="1219200" y="3381375"/>
                </a:lnTo>
                <a:lnTo>
                  <a:pt x="1209675" y="3381375"/>
                </a:lnTo>
                <a:close/>
                <a:moveTo>
                  <a:pt x="1419225" y="3381375"/>
                </a:moveTo>
                <a:lnTo>
                  <a:pt x="1428750" y="3381375"/>
                </a:lnTo>
                <a:lnTo>
                  <a:pt x="1428750" y="3429000"/>
                </a:lnTo>
                <a:lnTo>
                  <a:pt x="1419225" y="3429000"/>
                </a:lnTo>
                <a:close/>
                <a:moveTo>
                  <a:pt x="876300" y="3390900"/>
                </a:moveTo>
                <a:lnTo>
                  <a:pt x="885825" y="3390900"/>
                </a:lnTo>
                <a:lnTo>
                  <a:pt x="885825" y="3400425"/>
                </a:lnTo>
                <a:lnTo>
                  <a:pt x="876300" y="3400425"/>
                </a:lnTo>
                <a:close/>
                <a:moveTo>
                  <a:pt x="971550" y="3400425"/>
                </a:moveTo>
                <a:lnTo>
                  <a:pt x="981075" y="3400425"/>
                </a:lnTo>
                <a:lnTo>
                  <a:pt x="981075" y="3409950"/>
                </a:lnTo>
                <a:lnTo>
                  <a:pt x="971550" y="3409950"/>
                </a:lnTo>
                <a:close/>
                <a:moveTo>
                  <a:pt x="942975" y="3419475"/>
                </a:moveTo>
                <a:lnTo>
                  <a:pt x="952500" y="3419475"/>
                </a:lnTo>
                <a:lnTo>
                  <a:pt x="952500" y="3429000"/>
                </a:lnTo>
                <a:lnTo>
                  <a:pt x="942975" y="3429000"/>
                </a:lnTo>
                <a:close/>
                <a:moveTo>
                  <a:pt x="247650" y="3429000"/>
                </a:moveTo>
                <a:lnTo>
                  <a:pt x="257175" y="3429000"/>
                </a:lnTo>
                <a:lnTo>
                  <a:pt x="257175" y="3448050"/>
                </a:lnTo>
                <a:lnTo>
                  <a:pt x="247650" y="3448050"/>
                </a:lnTo>
                <a:close/>
                <a:moveTo>
                  <a:pt x="133350" y="3448050"/>
                </a:moveTo>
                <a:lnTo>
                  <a:pt x="142875" y="3448050"/>
                </a:lnTo>
                <a:lnTo>
                  <a:pt x="142875" y="3457575"/>
                </a:lnTo>
                <a:lnTo>
                  <a:pt x="133350" y="3457575"/>
                </a:lnTo>
                <a:close/>
                <a:moveTo>
                  <a:pt x="1419225" y="3448050"/>
                </a:moveTo>
                <a:lnTo>
                  <a:pt x="1428750" y="3448050"/>
                </a:lnTo>
                <a:lnTo>
                  <a:pt x="1428750" y="3543300"/>
                </a:lnTo>
                <a:lnTo>
                  <a:pt x="1419225" y="3543300"/>
                </a:lnTo>
                <a:close/>
                <a:moveTo>
                  <a:pt x="847725" y="3486150"/>
                </a:moveTo>
                <a:lnTo>
                  <a:pt x="876300" y="3486150"/>
                </a:lnTo>
                <a:lnTo>
                  <a:pt x="876300" y="3495675"/>
                </a:lnTo>
                <a:lnTo>
                  <a:pt x="847725" y="3495675"/>
                </a:lnTo>
                <a:close/>
                <a:moveTo>
                  <a:pt x="952500" y="3486150"/>
                </a:moveTo>
                <a:lnTo>
                  <a:pt x="962025" y="3486150"/>
                </a:lnTo>
                <a:lnTo>
                  <a:pt x="962025" y="3495675"/>
                </a:lnTo>
                <a:lnTo>
                  <a:pt x="971550" y="3495675"/>
                </a:lnTo>
                <a:lnTo>
                  <a:pt x="971550" y="3505200"/>
                </a:lnTo>
                <a:lnTo>
                  <a:pt x="962025" y="3505200"/>
                </a:lnTo>
                <a:lnTo>
                  <a:pt x="962025" y="3514725"/>
                </a:lnTo>
                <a:lnTo>
                  <a:pt x="981075" y="3514725"/>
                </a:lnTo>
                <a:lnTo>
                  <a:pt x="981075" y="3524250"/>
                </a:lnTo>
                <a:lnTo>
                  <a:pt x="971550" y="3524250"/>
                </a:lnTo>
                <a:lnTo>
                  <a:pt x="971550" y="3533775"/>
                </a:lnTo>
                <a:lnTo>
                  <a:pt x="962025" y="3533775"/>
                </a:lnTo>
                <a:lnTo>
                  <a:pt x="962025" y="3524250"/>
                </a:lnTo>
                <a:lnTo>
                  <a:pt x="942975" y="3524250"/>
                </a:lnTo>
                <a:lnTo>
                  <a:pt x="942975" y="3495675"/>
                </a:lnTo>
                <a:lnTo>
                  <a:pt x="952500" y="3495675"/>
                </a:lnTo>
                <a:close/>
                <a:moveTo>
                  <a:pt x="523875" y="3495675"/>
                </a:moveTo>
                <a:lnTo>
                  <a:pt x="533400" y="3495675"/>
                </a:lnTo>
                <a:lnTo>
                  <a:pt x="533400" y="3505200"/>
                </a:lnTo>
                <a:lnTo>
                  <a:pt x="523875" y="3505200"/>
                </a:lnTo>
                <a:close/>
                <a:moveTo>
                  <a:pt x="1038225" y="3495675"/>
                </a:moveTo>
                <a:lnTo>
                  <a:pt x="1057275" y="3495675"/>
                </a:lnTo>
                <a:lnTo>
                  <a:pt x="1057275" y="3505200"/>
                </a:lnTo>
                <a:lnTo>
                  <a:pt x="1047750" y="3505200"/>
                </a:lnTo>
                <a:lnTo>
                  <a:pt x="1047750" y="3514725"/>
                </a:lnTo>
                <a:lnTo>
                  <a:pt x="1038225" y="3514725"/>
                </a:lnTo>
                <a:close/>
                <a:moveTo>
                  <a:pt x="1104900" y="3495675"/>
                </a:moveTo>
                <a:lnTo>
                  <a:pt x="1114425" y="3495675"/>
                </a:lnTo>
                <a:lnTo>
                  <a:pt x="1114425" y="3505200"/>
                </a:lnTo>
                <a:lnTo>
                  <a:pt x="1104900" y="3505200"/>
                </a:lnTo>
                <a:close/>
                <a:moveTo>
                  <a:pt x="1276350" y="3495675"/>
                </a:moveTo>
                <a:lnTo>
                  <a:pt x="1285875" y="3495675"/>
                </a:lnTo>
                <a:lnTo>
                  <a:pt x="1285875" y="3505200"/>
                </a:lnTo>
                <a:lnTo>
                  <a:pt x="1276350" y="3505200"/>
                </a:lnTo>
                <a:close/>
                <a:moveTo>
                  <a:pt x="990600" y="3505200"/>
                </a:moveTo>
                <a:lnTo>
                  <a:pt x="1000125" y="3505200"/>
                </a:lnTo>
                <a:lnTo>
                  <a:pt x="1000125" y="3514725"/>
                </a:lnTo>
                <a:lnTo>
                  <a:pt x="990600" y="3514725"/>
                </a:lnTo>
                <a:close/>
                <a:moveTo>
                  <a:pt x="1057275" y="3505200"/>
                </a:moveTo>
                <a:lnTo>
                  <a:pt x="1066800" y="3505200"/>
                </a:lnTo>
                <a:lnTo>
                  <a:pt x="1066800" y="3514725"/>
                </a:lnTo>
                <a:lnTo>
                  <a:pt x="1057275" y="3514725"/>
                </a:lnTo>
                <a:close/>
                <a:moveTo>
                  <a:pt x="1181100" y="3505200"/>
                </a:moveTo>
                <a:lnTo>
                  <a:pt x="1190625" y="3505200"/>
                </a:lnTo>
                <a:lnTo>
                  <a:pt x="1190625" y="3514725"/>
                </a:lnTo>
                <a:lnTo>
                  <a:pt x="1181100" y="3514725"/>
                </a:lnTo>
                <a:close/>
                <a:moveTo>
                  <a:pt x="1152525" y="3514725"/>
                </a:moveTo>
                <a:lnTo>
                  <a:pt x="1181100" y="3514725"/>
                </a:lnTo>
                <a:lnTo>
                  <a:pt x="1181100" y="3533775"/>
                </a:lnTo>
                <a:lnTo>
                  <a:pt x="1171575" y="3533775"/>
                </a:lnTo>
                <a:lnTo>
                  <a:pt x="1171575" y="3543300"/>
                </a:lnTo>
                <a:lnTo>
                  <a:pt x="1152525" y="3543300"/>
                </a:lnTo>
                <a:close/>
                <a:moveTo>
                  <a:pt x="866775" y="3524250"/>
                </a:moveTo>
                <a:lnTo>
                  <a:pt x="885825" y="3524250"/>
                </a:lnTo>
                <a:lnTo>
                  <a:pt x="885825" y="3543300"/>
                </a:lnTo>
                <a:lnTo>
                  <a:pt x="895350" y="3543300"/>
                </a:lnTo>
                <a:lnTo>
                  <a:pt x="895350" y="3552825"/>
                </a:lnTo>
                <a:lnTo>
                  <a:pt x="866775" y="3552825"/>
                </a:lnTo>
                <a:close/>
                <a:moveTo>
                  <a:pt x="1295400" y="3524250"/>
                </a:moveTo>
                <a:lnTo>
                  <a:pt x="1304925" y="3524250"/>
                </a:lnTo>
                <a:lnTo>
                  <a:pt x="1304925" y="3543300"/>
                </a:lnTo>
                <a:lnTo>
                  <a:pt x="1295400" y="3543300"/>
                </a:lnTo>
                <a:close/>
                <a:moveTo>
                  <a:pt x="1228725" y="3533775"/>
                </a:moveTo>
                <a:lnTo>
                  <a:pt x="1238250" y="3533775"/>
                </a:lnTo>
                <a:lnTo>
                  <a:pt x="1238250" y="3543300"/>
                </a:lnTo>
                <a:lnTo>
                  <a:pt x="1247775" y="3543300"/>
                </a:lnTo>
                <a:lnTo>
                  <a:pt x="1247775" y="3552825"/>
                </a:lnTo>
                <a:lnTo>
                  <a:pt x="1238250" y="3552825"/>
                </a:lnTo>
                <a:lnTo>
                  <a:pt x="1238250" y="3562350"/>
                </a:lnTo>
                <a:lnTo>
                  <a:pt x="1219200" y="3562350"/>
                </a:lnTo>
                <a:lnTo>
                  <a:pt x="1219200" y="3552825"/>
                </a:lnTo>
                <a:lnTo>
                  <a:pt x="1228725" y="3552825"/>
                </a:lnTo>
                <a:close/>
                <a:moveTo>
                  <a:pt x="1485900" y="3543300"/>
                </a:moveTo>
                <a:lnTo>
                  <a:pt x="1524000" y="3543300"/>
                </a:lnTo>
                <a:lnTo>
                  <a:pt x="1524000" y="3552825"/>
                </a:lnTo>
                <a:lnTo>
                  <a:pt x="1485900" y="3552825"/>
                </a:lnTo>
                <a:close/>
                <a:moveTo>
                  <a:pt x="1543050" y="3543300"/>
                </a:moveTo>
                <a:lnTo>
                  <a:pt x="1552575" y="3543300"/>
                </a:lnTo>
                <a:lnTo>
                  <a:pt x="1552575" y="3552825"/>
                </a:lnTo>
                <a:lnTo>
                  <a:pt x="1543050" y="3552825"/>
                </a:lnTo>
                <a:close/>
                <a:moveTo>
                  <a:pt x="1562100" y="3543300"/>
                </a:moveTo>
                <a:lnTo>
                  <a:pt x="1571625" y="3543300"/>
                </a:lnTo>
                <a:lnTo>
                  <a:pt x="1571625" y="3552825"/>
                </a:lnTo>
                <a:lnTo>
                  <a:pt x="1562100" y="3552825"/>
                </a:lnTo>
                <a:close/>
                <a:moveTo>
                  <a:pt x="1581150" y="3543300"/>
                </a:moveTo>
                <a:lnTo>
                  <a:pt x="1619250" y="3543300"/>
                </a:lnTo>
                <a:lnTo>
                  <a:pt x="1619250" y="3552825"/>
                </a:lnTo>
                <a:lnTo>
                  <a:pt x="1581150" y="3552825"/>
                </a:lnTo>
                <a:close/>
                <a:moveTo>
                  <a:pt x="1628775" y="3543300"/>
                </a:moveTo>
                <a:lnTo>
                  <a:pt x="1657350" y="3543300"/>
                </a:lnTo>
                <a:lnTo>
                  <a:pt x="1657350" y="3552825"/>
                </a:lnTo>
                <a:lnTo>
                  <a:pt x="1628775" y="3552825"/>
                </a:lnTo>
                <a:close/>
                <a:moveTo>
                  <a:pt x="895350" y="3552825"/>
                </a:moveTo>
                <a:lnTo>
                  <a:pt x="923925" y="3552825"/>
                </a:lnTo>
                <a:lnTo>
                  <a:pt x="923925" y="3562350"/>
                </a:lnTo>
                <a:lnTo>
                  <a:pt x="914400" y="3562350"/>
                </a:lnTo>
                <a:lnTo>
                  <a:pt x="914400" y="3571875"/>
                </a:lnTo>
                <a:lnTo>
                  <a:pt x="904875" y="3571875"/>
                </a:lnTo>
                <a:lnTo>
                  <a:pt x="904875" y="3581400"/>
                </a:lnTo>
                <a:lnTo>
                  <a:pt x="895350" y="3581400"/>
                </a:lnTo>
                <a:close/>
                <a:moveTo>
                  <a:pt x="409575" y="3581400"/>
                </a:moveTo>
                <a:lnTo>
                  <a:pt x="428625" y="3581400"/>
                </a:lnTo>
                <a:lnTo>
                  <a:pt x="428625" y="3600450"/>
                </a:lnTo>
                <a:lnTo>
                  <a:pt x="419100" y="3600450"/>
                </a:lnTo>
                <a:lnTo>
                  <a:pt x="419100" y="3609975"/>
                </a:lnTo>
                <a:lnTo>
                  <a:pt x="400050" y="3609975"/>
                </a:lnTo>
                <a:lnTo>
                  <a:pt x="400050" y="3600450"/>
                </a:lnTo>
                <a:lnTo>
                  <a:pt x="409575" y="3600450"/>
                </a:lnTo>
                <a:close/>
                <a:moveTo>
                  <a:pt x="428625" y="3600450"/>
                </a:moveTo>
                <a:lnTo>
                  <a:pt x="438150" y="3600450"/>
                </a:lnTo>
                <a:lnTo>
                  <a:pt x="438150" y="3609975"/>
                </a:lnTo>
                <a:lnTo>
                  <a:pt x="428625" y="3609975"/>
                </a:lnTo>
                <a:close/>
                <a:moveTo>
                  <a:pt x="247650" y="3629025"/>
                </a:moveTo>
                <a:lnTo>
                  <a:pt x="266700" y="3629025"/>
                </a:lnTo>
                <a:lnTo>
                  <a:pt x="266700" y="3638550"/>
                </a:lnTo>
                <a:lnTo>
                  <a:pt x="247650" y="3638550"/>
                </a:lnTo>
                <a:close/>
                <a:moveTo>
                  <a:pt x="457200" y="3629025"/>
                </a:moveTo>
                <a:lnTo>
                  <a:pt x="466725" y="3629025"/>
                </a:lnTo>
                <a:lnTo>
                  <a:pt x="466725" y="3638550"/>
                </a:lnTo>
                <a:lnTo>
                  <a:pt x="457200" y="3638550"/>
                </a:lnTo>
                <a:close/>
                <a:moveTo>
                  <a:pt x="1228725" y="3648075"/>
                </a:moveTo>
                <a:lnTo>
                  <a:pt x="1238250" y="3648075"/>
                </a:lnTo>
                <a:lnTo>
                  <a:pt x="1238250" y="3657600"/>
                </a:lnTo>
                <a:lnTo>
                  <a:pt x="1228725" y="3657600"/>
                </a:lnTo>
                <a:close/>
                <a:moveTo>
                  <a:pt x="600075" y="3667125"/>
                </a:moveTo>
                <a:lnTo>
                  <a:pt x="628650" y="3667125"/>
                </a:lnTo>
                <a:lnTo>
                  <a:pt x="628650" y="3676650"/>
                </a:lnTo>
                <a:lnTo>
                  <a:pt x="600075" y="3676650"/>
                </a:lnTo>
                <a:close/>
                <a:moveTo>
                  <a:pt x="790575" y="3667125"/>
                </a:moveTo>
                <a:lnTo>
                  <a:pt x="819150" y="3667125"/>
                </a:lnTo>
                <a:lnTo>
                  <a:pt x="819150" y="3676650"/>
                </a:lnTo>
                <a:lnTo>
                  <a:pt x="790575" y="3676650"/>
                </a:lnTo>
                <a:close/>
                <a:moveTo>
                  <a:pt x="923925" y="3667125"/>
                </a:moveTo>
                <a:lnTo>
                  <a:pt x="942975" y="3667125"/>
                </a:lnTo>
                <a:lnTo>
                  <a:pt x="942975" y="3676650"/>
                </a:lnTo>
                <a:lnTo>
                  <a:pt x="923925" y="3676650"/>
                </a:lnTo>
                <a:close/>
                <a:moveTo>
                  <a:pt x="1028700" y="3667125"/>
                </a:moveTo>
                <a:lnTo>
                  <a:pt x="1057275" y="3667125"/>
                </a:lnTo>
                <a:lnTo>
                  <a:pt x="1057275" y="3676650"/>
                </a:lnTo>
                <a:lnTo>
                  <a:pt x="1028700" y="3676650"/>
                </a:lnTo>
                <a:close/>
                <a:moveTo>
                  <a:pt x="1085850" y="3667125"/>
                </a:moveTo>
                <a:lnTo>
                  <a:pt x="1104900" y="3667125"/>
                </a:lnTo>
                <a:lnTo>
                  <a:pt x="1104900" y="3676650"/>
                </a:lnTo>
                <a:lnTo>
                  <a:pt x="1085850" y="3676650"/>
                </a:lnTo>
                <a:close/>
                <a:moveTo>
                  <a:pt x="1123950" y="3667125"/>
                </a:moveTo>
                <a:lnTo>
                  <a:pt x="1190625" y="3667125"/>
                </a:lnTo>
                <a:lnTo>
                  <a:pt x="1190625" y="3676650"/>
                </a:lnTo>
                <a:lnTo>
                  <a:pt x="1123950" y="3676650"/>
                </a:lnTo>
                <a:close/>
                <a:moveTo>
                  <a:pt x="1238250" y="3667125"/>
                </a:moveTo>
                <a:lnTo>
                  <a:pt x="1285875" y="3667125"/>
                </a:lnTo>
                <a:lnTo>
                  <a:pt x="1285875" y="3676650"/>
                </a:lnTo>
                <a:lnTo>
                  <a:pt x="1238250" y="3676650"/>
                </a:lnTo>
                <a:close/>
                <a:moveTo>
                  <a:pt x="1381125" y="3667125"/>
                </a:moveTo>
                <a:lnTo>
                  <a:pt x="1409700" y="3667125"/>
                </a:lnTo>
                <a:lnTo>
                  <a:pt x="1409700" y="3676650"/>
                </a:lnTo>
                <a:lnTo>
                  <a:pt x="1381125" y="3676650"/>
                </a:lnTo>
                <a:close/>
              </a:path>
            </a:pathLst>
          </a:custGeom>
          <a:solidFill xmlns:a="http://schemas.openxmlformats.org/drawingml/2006/main">
            <a:srgbClr val="EFEDE1"/>
          </a:solidFill>
          <a:ln xmlns:a="http://schemas.openxmlformats.org/drawingml/2006/main" w="0">
            <a:noFill/>
          </a:ln>
        </p:spPr>
      </p:sp>
      <p:sp>
        <p:nvSpPr>
          <p:cNvPr id="46" name="profit vector #efece0">
            <a:extLst xmlns:a="http://schemas.openxmlformats.org/drawingml/2006/main">
              <a:ext uri="{FF2B5EF4-FFF2-40B4-BE49-F238E27FC236}">
                <a16:creationId xmlns:a16="http://schemas.microsoft.com/office/drawing/2014/main" id="{20E7FEC0-AFB8-47BF-A238-9A12AC50CC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29825" y="1447800"/>
            <a:ext cx="2200275" cy="4467225"/>
          </a:xfrm>
          <a:custGeom xmlns:a="http://schemas.openxmlformats.org/drawingml/2006/main">
            <a:pathLst>
              <a:path w="1866900" h="3790950">
                <a:moveTo>
                  <a:pt x="238125" y="0"/>
                </a:moveTo>
                <a:lnTo>
                  <a:pt x="342900" y="0"/>
                </a:lnTo>
                <a:lnTo>
                  <a:pt x="342900" y="9525"/>
                </a:lnTo>
                <a:lnTo>
                  <a:pt x="333375" y="9525"/>
                </a:lnTo>
                <a:lnTo>
                  <a:pt x="333375" y="19050"/>
                </a:lnTo>
                <a:lnTo>
                  <a:pt x="304800" y="19050"/>
                </a:lnTo>
                <a:lnTo>
                  <a:pt x="304800" y="28575"/>
                </a:lnTo>
                <a:lnTo>
                  <a:pt x="285750" y="28575"/>
                </a:lnTo>
                <a:lnTo>
                  <a:pt x="285750" y="19050"/>
                </a:lnTo>
                <a:lnTo>
                  <a:pt x="266700" y="19050"/>
                </a:lnTo>
                <a:lnTo>
                  <a:pt x="266700" y="28575"/>
                </a:lnTo>
                <a:lnTo>
                  <a:pt x="257175" y="28575"/>
                </a:lnTo>
                <a:lnTo>
                  <a:pt x="257175" y="38100"/>
                </a:lnTo>
                <a:lnTo>
                  <a:pt x="247650" y="38100"/>
                </a:lnTo>
                <a:lnTo>
                  <a:pt x="247650" y="19050"/>
                </a:lnTo>
                <a:lnTo>
                  <a:pt x="238125" y="19050"/>
                </a:lnTo>
                <a:close/>
                <a:moveTo>
                  <a:pt x="361950" y="0"/>
                </a:moveTo>
                <a:lnTo>
                  <a:pt x="381000" y="0"/>
                </a:lnTo>
                <a:lnTo>
                  <a:pt x="381000" y="9525"/>
                </a:lnTo>
                <a:lnTo>
                  <a:pt x="371475" y="9525"/>
                </a:lnTo>
                <a:lnTo>
                  <a:pt x="371475" y="19050"/>
                </a:lnTo>
                <a:lnTo>
                  <a:pt x="361950" y="19050"/>
                </a:lnTo>
                <a:close/>
                <a:moveTo>
                  <a:pt x="409575" y="0"/>
                </a:moveTo>
                <a:lnTo>
                  <a:pt x="419100" y="0"/>
                </a:lnTo>
                <a:lnTo>
                  <a:pt x="419100" y="9525"/>
                </a:lnTo>
                <a:lnTo>
                  <a:pt x="409575" y="9525"/>
                </a:lnTo>
                <a:close/>
                <a:moveTo>
                  <a:pt x="1495425" y="0"/>
                </a:moveTo>
                <a:lnTo>
                  <a:pt x="1600200" y="0"/>
                </a:lnTo>
                <a:lnTo>
                  <a:pt x="1600200" y="19050"/>
                </a:lnTo>
                <a:lnTo>
                  <a:pt x="1590675" y="19050"/>
                </a:lnTo>
                <a:lnTo>
                  <a:pt x="1590675" y="28575"/>
                </a:lnTo>
                <a:lnTo>
                  <a:pt x="1543050" y="28575"/>
                </a:lnTo>
                <a:lnTo>
                  <a:pt x="1543050" y="19050"/>
                </a:lnTo>
                <a:lnTo>
                  <a:pt x="1524000" y="19050"/>
                </a:lnTo>
                <a:lnTo>
                  <a:pt x="1524000" y="9525"/>
                </a:lnTo>
                <a:lnTo>
                  <a:pt x="1514475" y="9525"/>
                </a:lnTo>
                <a:lnTo>
                  <a:pt x="1514475" y="19050"/>
                </a:lnTo>
                <a:lnTo>
                  <a:pt x="1495425" y="19050"/>
                </a:lnTo>
                <a:close/>
                <a:moveTo>
                  <a:pt x="1600200" y="19050"/>
                </a:moveTo>
                <a:lnTo>
                  <a:pt x="1609725" y="19050"/>
                </a:lnTo>
                <a:lnTo>
                  <a:pt x="1609725" y="28575"/>
                </a:lnTo>
                <a:lnTo>
                  <a:pt x="1600200" y="28575"/>
                </a:lnTo>
                <a:close/>
                <a:moveTo>
                  <a:pt x="200025" y="28575"/>
                </a:moveTo>
                <a:lnTo>
                  <a:pt x="219075" y="28575"/>
                </a:lnTo>
                <a:lnTo>
                  <a:pt x="219075" y="47625"/>
                </a:lnTo>
                <a:lnTo>
                  <a:pt x="247650" y="47625"/>
                </a:lnTo>
                <a:lnTo>
                  <a:pt x="247650" y="66675"/>
                </a:lnTo>
                <a:lnTo>
                  <a:pt x="238125" y="66675"/>
                </a:lnTo>
                <a:lnTo>
                  <a:pt x="238125" y="57150"/>
                </a:lnTo>
                <a:lnTo>
                  <a:pt x="228600" y="57150"/>
                </a:lnTo>
                <a:lnTo>
                  <a:pt x="228600" y="66675"/>
                </a:lnTo>
                <a:lnTo>
                  <a:pt x="238125" y="66675"/>
                </a:lnTo>
                <a:lnTo>
                  <a:pt x="238125" y="76200"/>
                </a:lnTo>
                <a:lnTo>
                  <a:pt x="219075" y="76200"/>
                </a:lnTo>
                <a:lnTo>
                  <a:pt x="219075" y="57150"/>
                </a:lnTo>
                <a:lnTo>
                  <a:pt x="190500" y="57150"/>
                </a:lnTo>
                <a:lnTo>
                  <a:pt x="190500" y="66675"/>
                </a:lnTo>
                <a:lnTo>
                  <a:pt x="152400" y="66675"/>
                </a:lnTo>
                <a:lnTo>
                  <a:pt x="152400" y="76200"/>
                </a:lnTo>
                <a:lnTo>
                  <a:pt x="142875" y="76200"/>
                </a:lnTo>
                <a:lnTo>
                  <a:pt x="142875" y="85725"/>
                </a:lnTo>
                <a:lnTo>
                  <a:pt x="133350" y="85725"/>
                </a:lnTo>
                <a:lnTo>
                  <a:pt x="133350" y="95250"/>
                </a:lnTo>
                <a:lnTo>
                  <a:pt x="104775" y="95250"/>
                </a:lnTo>
                <a:lnTo>
                  <a:pt x="104775" y="104775"/>
                </a:lnTo>
                <a:lnTo>
                  <a:pt x="95250" y="104775"/>
                </a:lnTo>
                <a:lnTo>
                  <a:pt x="95250" y="114300"/>
                </a:lnTo>
                <a:lnTo>
                  <a:pt x="76200" y="114300"/>
                </a:lnTo>
                <a:lnTo>
                  <a:pt x="76200" y="104775"/>
                </a:lnTo>
                <a:lnTo>
                  <a:pt x="85725" y="104775"/>
                </a:lnTo>
                <a:lnTo>
                  <a:pt x="85725" y="76200"/>
                </a:lnTo>
                <a:lnTo>
                  <a:pt x="95250" y="76200"/>
                </a:lnTo>
                <a:lnTo>
                  <a:pt x="95250" y="85725"/>
                </a:lnTo>
                <a:lnTo>
                  <a:pt x="104775" y="85725"/>
                </a:lnTo>
                <a:lnTo>
                  <a:pt x="104775" y="76200"/>
                </a:lnTo>
                <a:lnTo>
                  <a:pt x="123825" y="76200"/>
                </a:lnTo>
                <a:lnTo>
                  <a:pt x="123825" y="57150"/>
                </a:lnTo>
                <a:lnTo>
                  <a:pt x="161925" y="57150"/>
                </a:lnTo>
                <a:lnTo>
                  <a:pt x="161925" y="47625"/>
                </a:lnTo>
                <a:lnTo>
                  <a:pt x="190500" y="47625"/>
                </a:lnTo>
                <a:lnTo>
                  <a:pt x="190500" y="38100"/>
                </a:lnTo>
                <a:lnTo>
                  <a:pt x="200025" y="38100"/>
                </a:lnTo>
                <a:close/>
                <a:moveTo>
                  <a:pt x="1609725" y="28575"/>
                </a:moveTo>
                <a:lnTo>
                  <a:pt x="1666875" y="28575"/>
                </a:lnTo>
                <a:lnTo>
                  <a:pt x="1666875" y="38100"/>
                </a:lnTo>
                <a:lnTo>
                  <a:pt x="1676400" y="38100"/>
                </a:lnTo>
                <a:lnTo>
                  <a:pt x="1676400" y="47625"/>
                </a:lnTo>
                <a:lnTo>
                  <a:pt x="1704975" y="47625"/>
                </a:lnTo>
                <a:lnTo>
                  <a:pt x="1704975" y="57150"/>
                </a:lnTo>
                <a:lnTo>
                  <a:pt x="1714500" y="57150"/>
                </a:lnTo>
                <a:lnTo>
                  <a:pt x="1714500" y="66675"/>
                </a:lnTo>
                <a:lnTo>
                  <a:pt x="1724025" y="66675"/>
                </a:lnTo>
                <a:lnTo>
                  <a:pt x="1724025" y="85725"/>
                </a:lnTo>
                <a:lnTo>
                  <a:pt x="1685925" y="85725"/>
                </a:lnTo>
                <a:lnTo>
                  <a:pt x="1685925" y="76200"/>
                </a:lnTo>
                <a:lnTo>
                  <a:pt x="1676400" y="76200"/>
                </a:lnTo>
                <a:lnTo>
                  <a:pt x="1676400" y="66675"/>
                </a:lnTo>
                <a:lnTo>
                  <a:pt x="1666875" y="66675"/>
                </a:lnTo>
                <a:lnTo>
                  <a:pt x="1666875" y="57150"/>
                </a:lnTo>
                <a:lnTo>
                  <a:pt x="1657350" y="57150"/>
                </a:lnTo>
                <a:lnTo>
                  <a:pt x="1657350" y="38100"/>
                </a:lnTo>
                <a:lnTo>
                  <a:pt x="1609725" y="38100"/>
                </a:lnTo>
                <a:close/>
                <a:moveTo>
                  <a:pt x="1743075" y="95250"/>
                </a:moveTo>
                <a:lnTo>
                  <a:pt x="1771650" y="95250"/>
                </a:lnTo>
                <a:lnTo>
                  <a:pt x="1771650" y="104775"/>
                </a:lnTo>
                <a:lnTo>
                  <a:pt x="1790700" y="104775"/>
                </a:lnTo>
                <a:lnTo>
                  <a:pt x="1790700" y="133350"/>
                </a:lnTo>
                <a:lnTo>
                  <a:pt x="1781175" y="133350"/>
                </a:lnTo>
                <a:lnTo>
                  <a:pt x="1781175" y="123825"/>
                </a:lnTo>
                <a:lnTo>
                  <a:pt x="1771650" y="123825"/>
                </a:lnTo>
                <a:lnTo>
                  <a:pt x="1771650" y="114300"/>
                </a:lnTo>
                <a:lnTo>
                  <a:pt x="1762125" y="114300"/>
                </a:lnTo>
                <a:lnTo>
                  <a:pt x="1762125" y="104775"/>
                </a:lnTo>
                <a:lnTo>
                  <a:pt x="1743075" y="104775"/>
                </a:lnTo>
                <a:close/>
                <a:moveTo>
                  <a:pt x="66675" y="114300"/>
                </a:moveTo>
                <a:lnTo>
                  <a:pt x="76200" y="114300"/>
                </a:lnTo>
                <a:lnTo>
                  <a:pt x="76200" y="123825"/>
                </a:lnTo>
                <a:lnTo>
                  <a:pt x="66675" y="123825"/>
                </a:lnTo>
                <a:close/>
                <a:moveTo>
                  <a:pt x="57150" y="123825"/>
                </a:moveTo>
                <a:lnTo>
                  <a:pt x="66675" y="123825"/>
                </a:lnTo>
                <a:lnTo>
                  <a:pt x="66675" y="133350"/>
                </a:lnTo>
                <a:lnTo>
                  <a:pt x="57150" y="133350"/>
                </a:lnTo>
                <a:close/>
                <a:moveTo>
                  <a:pt x="38100" y="133350"/>
                </a:moveTo>
                <a:lnTo>
                  <a:pt x="47625" y="133350"/>
                </a:lnTo>
                <a:lnTo>
                  <a:pt x="47625" y="142875"/>
                </a:lnTo>
                <a:lnTo>
                  <a:pt x="38100" y="142875"/>
                </a:lnTo>
                <a:close/>
                <a:moveTo>
                  <a:pt x="457200" y="133350"/>
                </a:moveTo>
                <a:lnTo>
                  <a:pt x="476250" y="133350"/>
                </a:lnTo>
                <a:lnTo>
                  <a:pt x="476250" y="142875"/>
                </a:lnTo>
                <a:lnTo>
                  <a:pt x="457200" y="142875"/>
                </a:lnTo>
                <a:close/>
                <a:moveTo>
                  <a:pt x="781050" y="133350"/>
                </a:moveTo>
                <a:lnTo>
                  <a:pt x="800100" y="133350"/>
                </a:lnTo>
                <a:lnTo>
                  <a:pt x="800100" y="142875"/>
                </a:lnTo>
                <a:lnTo>
                  <a:pt x="809625" y="142875"/>
                </a:lnTo>
                <a:lnTo>
                  <a:pt x="809625" y="171450"/>
                </a:lnTo>
                <a:lnTo>
                  <a:pt x="762000" y="171450"/>
                </a:lnTo>
                <a:lnTo>
                  <a:pt x="762000" y="142875"/>
                </a:lnTo>
                <a:lnTo>
                  <a:pt x="781050" y="142875"/>
                </a:lnTo>
                <a:close/>
                <a:moveTo>
                  <a:pt x="1104900" y="133350"/>
                </a:moveTo>
                <a:lnTo>
                  <a:pt x="1133475" y="133350"/>
                </a:lnTo>
                <a:lnTo>
                  <a:pt x="1133475" y="142875"/>
                </a:lnTo>
                <a:lnTo>
                  <a:pt x="1143000" y="142875"/>
                </a:lnTo>
                <a:lnTo>
                  <a:pt x="1143000" y="161925"/>
                </a:lnTo>
                <a:lnTo>
                  <a:pt x="1123950" y="161925"/>
                </a:lnTo>
                <a:lnTo>
                  <a:pt x="1123950" y="142875"/>
                </a:lnTo>
                <a:lnTo>
                  <a:pt x="1104900" y="142875"/>
                </a:lnTo>
                <a:close/>
                <a:moveTo>
                  <a:pt x="1162050" y="133350"/>
                </a:moveTo>
                <a:lnTo>
                  <a:pt x="1181100" y="133350"/>
                </a:lnTo>
                <a:lnTo>
                  <a:pt x="1181100" y="142875"/>
                </a:lnTo>
                <a:lnTo>
                  <a:pt x="1162050" y="142875"/>
                </a:lnTo>
                <a:close/>
                <a:moveTo>
                  <a:pt x="1247775" y="133350"/>
                </a:moveTo>
                <a:lnTo>
                  <a:pt x="1314450" y="133350"/>
                </a:lnTo>
                <a:lnTo>
                  <a:pt x="1314450" y="142875"/>
                </a:lnTo>
                <a:lnTo>
                  <a:pt x="1247775" y="142875"/>
                </a:lnTo>
                <a:close/>
                <a:moveTo>
                  <a:pt x="1409700" y="133350"/>
                </a:moveTo>
                <a:lnTo>
                  <a:pt x="1438275" y="133350"/>
                </a:lnTo>
                <a:lnTo>
                  <a:pt x="1438275" y="142875"/>
                </a:lnTo>
                <a:lnTo>
                  <a:pt x="1409700" y="142875"/>
                </a:lnTo>
                <a:close/>
                <a:moveTo>
                  <a:pt x="1466850" y="133350"/>
                </a:moveTo>
                <a:lnTo>
                  <a:pt x="1514475" y="133350"/>
                </a:lnTo>
                <a:lnTo>
                  <a:pt x="1514475" y="142875"/>
                </a:lnTo>
                <a:lnTo>
                  <a:pt x="1466850" y="142875"/>
                </a:lnTo>
                <a:close/>
                <a:moveTo>
                  <a:pt x="1790700" y="133350"/>
                </a:moveTo>
                <a:lnTo>
                  <a:pt x="1800225" y="133350"/>
                </a:lnTo>
                <a:lnTo>
                  <a:pt x="1800225" y="142875"/>
                </a:lnTo>
                <a:lnTo>
                  <a:pt x="1790700" y="142875"/>
                </a:lnTo>
                <a:close/>
                <a:moveTo>
                  <a:pt x="28575" y="142875"/>
                </a:moveTo>
                <a:lnTo>
                  <a:pt x="38100" y="142875"/>
                </a:lnTo>
                <a:lnTo>
                  <a:pt x="38100" y="152400"/>
                </a:lnTo>
                <a:lnTo>
                  <a:pt x="28575" y="152400"/>
                </a:lnTo>
                <a:close/>
                <a:moveTo>
                  <a:pt x="504825" y="142875"/>
                </a:moveTo>
                <a:lnTo>
                  <a:pt x="523875" y="142875"/>
                </a:lnTo>
                <a:lnTo>
                  <a:pt x="523875" y="161925"/>
                </a:lnTo>
                <a:lnTo>
                  <a:pt x="504825" y="161925"/>
                </a:lnTo>
                <a:close/>
                <a:moveTo>
                  <a:pt x="628650" y="142875"/>
                </a:moveTo>
                <a:lnTo>
                  <a:pt x="704850" y="142875"/>
                </a:lnTo>
                <a:lnTo>
                  <a:pt x="704850" y="152400"/>
                </a:lnTo>
                <a:lnTo>
                  <a:pt x="685800" y="152400"/>
                </a:lnTo>
                <a:lnTo>
                  <a:pt x="685800" y="171450"/>
                </a:lnTo>
                <a:lnTo>
                  <a:pt x="676275" y="171450"/>
                </a:lnTo>
                <a:lnTo>
                  <a:pt x="676275" y="152400"/>
                </a:lnTo>
                <a:lnTo>
                  <a:pt x="647700" y="152400"/>
                </a:lnTo>
                <a:lnTo>
                  <a:pt x="647700" y="161925"/>
                </a:lnTo>
                <a:lnTo>
                  <a:pt x="609600" y="161925"/>
                </a:lnTo>
                <a:lnTo>
                  <a:pt x="609600" y="152400"/>
                </a:lnTo>
                <a:lnTo>
                  <a:pt x="628650" y="152400"/>
                </a:lnTo>
                <a:close/>
                <a:moveTo>
                  <a:pt x="1314450" y="142875"/>
                </a:moveTo>
                <a:lnTo>
                  <a:pt x="1381125" y="142875"/>
                </a:lnTo>
                <a:lnTo>
                  <a:pt x="1381125" y="152400"/>
                </a:lnTo>
                <a:lnTo>
                  <a:pt x="1390650" y="152400"/>
                </a:lnTo>
                <a:lnTo>
                  <a:pt x="1390650" y="161925"/>
                </a:lnTo>
                <a:lnTo>
                  <a:pt x="1381125" y="161925"/>
                </a:lnTo>
                <a:lnTo>
                  <a:pt x="1381125" y="171450"/>
                </a:lnTo>
                <a:lnTo>
                  <a:pt x="1371600" y="171450"/>
                </a:lnTo>
                <a:lnTo>
                  <a:pt x="1371600" y="180975"/>
                </a:lnTo>
                <a:lnTo>
                  <a:pt x="1333500" y="180975"/>
                </a:lnTo>
                <a:lnTo>
                  <a:pt x="1333500" y="161925"/>
                </a:lnTo>
                <a:lnTo>
                  <a:pt x="1314450" y="161925"/>
                </a:lnTo>
                <a:lnTo>
                  <a:pt x="1314450" y="171450"/>
                </a:lnTo>
                <a:lnTo>
                  <a:pt x="1323975" y="171450"/>
                </a:lnTo>
                <a:lnTo>
                  <a:pt x="1323975" y="180975"/>
                </a:lnTo>
                <a:lnTo>
                  <a:pt x="1314450" y="180975"/>
                </a:lnTo>
                <a:lnTo>
                  <a:pt x="1314450" y="190500"/>
                </a:lnTo>
                <a:lnTo>
                  <a:pt x="1304925" y="190500"/>
                </a:lnTo>
                <a:lnTo>
                  <a:pt x="1304925" y="200025"/>
                </a:lnTo>
                <a:lnTo>
                  <a:pt x="1295400" y="200025"/>
                </a:lnTo>
                <a:lnTo>
                  <a:pt x="1295400" y="219075"/>
                </a:lnTo>
                <a:lnTo>
                  <a:pt x="1276350" y="219075"/>
                </a:lnTo>
                <a:lnTo>
                  <a:pt x="1276350" y="228600"/>
                </a:lnTo>
                <a:lnTo>
                  <a:pt x="1257300" y="228600"/>
                </a:lnTo>
                <a:lnTo>
                  <a:pt x="1257300" y="238125"/>
                </a:lnTo>
                <a:lnTo>
                  <a:pt x="1228725" y="238125"/>
                </a:lnTo>
                <a:lnTo>
                  <a:pt x="1228725" y="228600"/>
                </a:lnTo>
                <a:lnTo>
                  <a:pt x="1209675" y="228600"/>
                </a:lnTo>
                <a:lnTo>
                  <a:pt x="1209675" y="238125"/>
                </a:lnTo>
                <a:lnTo>
                  <a:pt x="1190625" y="238125"/>
                </a:lnTo>
                <a:lnTo>
                  <a:pt x="1190625" y="228600"/>
                </a:lnTo>
                <a:lnTo>
                  <a:pt x="1181100" y="228600"/>
                </a:lnTo>
                <a:lnTo>
                  <a:pt x="1181100" y="209550"/>
                </a:lnTo>
                <a:lnTo>
                  <a:pt x="1238250" y="209550"/>
                </a:lnTo>
                <a:lnTo>
                  <a:pt x="1238250" y="200025"/>
                </a:lnTo>
                <a:lnTo>
                  <a:pt x="1266825" y="200025"/>
                </a:lnTo>
                <a:lnTo>
                  <a:pt x="1266825" y="180975"/>
                </a:lnTo>
                <a:lnTo>
                  <a:pt x="1285875" y="180975"/>
                </a:lnTo>
                <a:lnTo>
                  <a:pt x="1285875" y="171450"/>
                </a:lnTo>
                <a:lnTo>
                  <a:pt x="1295400" y="171450"/>
                </a:lnTo>
                <a:lnTo>
                  <a:pt x="1295400" y="161925"/>
                </a:lnTo>
                <a:lnTo>
                  <a:pt x="1285875" y="161925"/>
                </a:lnTo>
                <a:lnTo>
                  <a:pt x="1285875" y="152400"/>
                </a:lnTo>
                <a:lnTo>
                  <a:pt x="1314450" y="152400"/>
                </a:lnTo>
                <a:close/>
                <a:moveTo>
                  <a:pt x="1800225" y="142875"/>
                </a:moveTo>
                <a:lnTo>
                  <a:pt x="1809750" y="142875"/>
                </a:lnTo>
                <a:lnTo>
                  <a:pt x="1809750" y="152400"/>
                </a:lnTo>
                <a:lnTo>
                  <a:pt x="1819275" y="152400"/>
                </a:lnTo>
                <a:lnTo>
                  <a:pt x="1819275" y="171450"/>
                </a:lnTo>
                <a:lnTo>
                  <a:pt x="1809750" y="171450"/>
                </a:lnTo>
                <a:lnTo>
                  <a:pt x="1809750" y="161925"/>
                </a:lnTo>
                <a:lnTo>
                  <a:pt x="1800225" y="161925"/>
                </a:lnTo>
                <a:close/>
                <a:moveTo>
                  <a:pt x="19050" y="152400"/>
                </a:moveTo>
                <a:lnTo>
                  <a:pt x="28575" y="152400"/>
                </a:lnTo>
                <a:lnTo>
                  <a:pt x="28575" y="171450"/>
                </a:lnTo>
                <a:lnTo>
                  <a:pt x="9525" y="171450"/>
                </a:lnTo>
                <a:lnTo>
                  <a:pt x="9525" y="161925"/>
                </a:lnTo>
                <a:lnTo>
                  <a:pt x="19050" y="161925"/>
                </a:lnTo>
                <a:close/>
                <a:moveTo>
                  <a:pt x="257175" y="152400"/>
                </a:moveTo>
                <a:lnTo>
                  <a:pt x="266700" y="152400"/>
                </a:lnTo>
                <a:lnTo>
                  <a:pt x="266700" y="161925"/>
                </a:lnTo>
                <a:lnTo>
                  <a:pt x="257175" y="161925"/>
                </a:lnTo>
                <a:close/>
                <a:moveTo>
                  <a:pt x="533400" y="152400"/>
                </a:moveTo>
                <a:lnTo>
                  <a:pt x="561975" y="152400"/>
                </a:lnTo>
                <a:lnTo>
                  <a:pt x="561975" y="161925"/>
                </a:lnTo>
                <a:lnTo>
                  <a:pt x="533400" y="161925"/>
                </a:lnTo>
                <a:close/>
                <a:moveTo>
                  <a:pt x="1257300" y="152400"/>
                </a:moveTo>
                <a:lnTo>
                  <a:pt x="1266825" y="152400"/>
                </a:lnTo>
                <a:lnTo>
                  <a:pt x="1266825" y="161925"/>
                </a:lnTo>
                <a:lnTo>
                  <a:pt x="1257300" y="161925"/>
                </a:lnTo>
                <a:close/>
                <a:moveTo>
                  <a:pt x="1590675" y="152400"/>
                </a:moveTo>
                <a:lnTo>
                  <a:pt x="1600200" y="152400"/>
                </a:lnTo>
                <a:lnTo>
                  <a:pt x="1600200" y="161925"/>
                </a:lnTo>
                <a:lnTo>
                  <a:pt x="1590675" y="161925"/>
                </a:lnTo>
                <a:close/>
                <a:moveTo>
                  <a:pt x="247650" y="161925"/>
                </a:moveTo>
                <a:lnTo>
                  <a:pt x="257175" y="161925"/>
                </a:lnTo>
                <a:lnTo>
                  <a:pt x="257175" y="171450"/>
                </a:lnTo>
                <a:lnTo>
                  <a:pt x="276225" y="171450"/>
                </a:lnTo>
                <a:lnTo>
                  <a:pt x="276225" y="190500"/>
                </a:lnTo>
                <a:lnTo>
                  <a:pt x="285750" y="190500"/>
                </a:lnTo>
                <a:lnTo>
                  <a:pt x="285750" y="200025"/>
                </a:lnTo>
                <a:lnTo>
                  <a:pt x="295275" y="200025"/>
                </a:lnTo>
                <a:lnTo>
                  <a:pt x="295275" y="209550"/>
                </a:lnTo>
                <a:lnTo>
                  <a:pt x="304800" y="209550"/>
                </a:lnTo>
                <a:lnTo>
                  <a:pt x="304800" y="238125"/>
                </a:lnTo>
                <a:lnTo>
                  <a:pt x="295275" y="238125"/>
                </a:lnTo>
                <a:lnTo>
                  <a:pt x="295275" y="247650"/>
                </a:lnTo>
                <a:lnTo>
                  <a:pt x="285750" y="247650"/>
                </a:lnTo>
                <a:lnTo>
                  <a:pt x="285750" y="257175"/>
                </a:lnTo>
                <a:lnTo>
                  <a:pt x="266700" y="257175"/>
                </a:lnTo>
                <a:lnTo>
                  <a:pt x="266700" y="266700"/>
                </a:lnTo>
                <a:lnTo>
                  <a:pt x="257175" y="266700"/>
                </a:lnTo>
                <a:lnTo>
                  <a:pt x="257175" y="257175"/>
                </a:lnTo>
                <a:lnTo>
                  <a:pt x="247650" y="257175"/>
                </a:lnTo>
                <a:lnTo>
                  <a:pt x="247650" y="238125"/>
                </a:lnTo>
                <a:lnTo>
                  <a:pt x="266700" y="238125"/>
                </a:lnTo>
                <a:lnTo>
                  <a:pt x="266700" y="228600"/>
                </a:lnTo>
                <a:lnTo>
                  <a:pt x="276225" y="228600"/>
                </a:lnTo>
                <a:lnTo>
                  <a:pt x="276225" y="209550"/>
                </a:lnTo>
                <a:lnTo>
                  <a:pt x="257175" y="209550"/>
                </a:lnTo>
                <a:lnTo>
                  <a:pt x="257175" y="219075"/>
                </a:lnTo>
                <a:lnTo>
                  <a:pt x="228600" y="219075"/>
                </a:lnTo>
                <a:lnTo>
                  <a:pt x="228600" y="209550"/>
                </a:lnTo>
                <a:lnTo>
                  <a:pt x="247650" y="209550"/>
                </a:lnTo>
                <a:lnTo>
                  <a:pt x="247650" y="200025"/>
                </a:lnTo>
                <a:lnTo>
                  <a:pt x="228600" y="200025"/>
                </a:lnTo>
                <a:lnTo>
                  <a:pt x="228600" y="171450"/>
                </a:lnTo>
                <a:lnTo>
                  <a:pt x="247650" y="171450"/>
                </a:lnTo>
                <a:close/>
                <a:moveTo>
                  <a:pt x="590550" y="161925"/>
                </a:moveTo>
                <a:lnTo>
                  <a:pt x="609600" y="161925"/>
                </a:lnTo>
                <a:lnTo>
                  <a:pt x="609600" y="171450"/>
                </a:lnTo>
                <a:lnTo>
                  <a:pt x="619125" y="171450"/>
                </a:lnTo>
                <a:lnTo>
                  <a:pt x="619125" y="190500"/>
                </a:lnTo>
                <a:lnTo>
                  <a:pt x="647700" y="190500"/>
                </a:lnTo>
                <a:lnTo>
                  <a:pt x="647700" y="200025"/>
                </a:lnTo>
                <a:lnTo>
                  <a:pt x="638175" y="200025"/>
                </a:lnTo>
                <a:lnTo>
                  <a:pt x="638175" y="209550"/>
                </a:lnTo>
                <a:lnTo>
                  <a:pt x="628650" y="209550"/>
                </a:lnTo>
                <a:lnTo>
                  <a:pt x="628650" y="219075"/>
                </a:lnTo>
                <a:lnTo>
                  <a:pt x="600075" y="219075"/>
                </a:lnTo>
                <a:lnTo>
                  <a:pt x="600075" y="209550"/>
                </a:lnTo>
                <a:lnTo>
                  <a:pt x="581025" y="209550"/>
                </a:lnTo>
                <a:lnTo>
                  <a:pt x="581025" y="200025"/>
                </a:lnTo>
                <a:lnTo>
                  <a:pt x="590550" y="200025"/>
                </a:lnTo>
                <a:lnTo>
                  <a:pt x="590550" y="190500"/>
                </a:lnTo>
                <a:lnTo>
                  <a:pt x="561975" y="190500"/>
                </a:lnTo>
                <a:lnTo>
                  <a:pt x="561975" y="180975"/>
                </a:lnTo>
                <a:lnTo>
                  <a:pt x="581025" y="180975"/>
                </a:lnTo>
                <a:lnTo>
                  <a:pt x="581025" y="171450"/>
                </a:lnTo>
                <a:lnTo>
                  <a:pt x="590550" y="171450"/>
                </a:lnTo>
                <a:close/>
                <a:moveTo>
                  <a:pt x="0" y="171450"/>
                </a:moveTo>
                <a:lnTo>
                  <a:pt x="9525" y="171450"/>
                </a:lnTo>
                <a:lnTo>
                  <a:pt x="9525" y="180975"/>
                </a:lnTo>
                <a:lnTo>
                  <a:pt x="0" y="180975"/>
                </a:lnTo>
                <a:close/>
                <a:moveTo>
                  <a:pt x="714375" y="171450"/>
                </a:moveTo>
                <a:lnTo>
                  <a:pt x="723900" y="171450"/>
                </a:lnTo>
                <a:lnTo>
                  <a:pt x="723900" y="180975"/>
                </a:lnTo>
                <a:lnTo>
                  <a:pt x="714375" y="180975"/>
                </a:lnTo>
                <a:close/>
                <a:moveTo>
                  <a:pt x="1819275" y="171450"/>
                </a:moveTo>
                <a:lnTo>
                  <a:pt x="1828800" y="171450"/>
                </a:lnTo>
                <a:lnTo>
                  <a:pt x="1828800" y="180975"/>
                </a:lnTo>
                <a:lnTo>
                  <a:pt x="1819275" y="180975"/>
                </a:lnTo>
                <a:close/>
                <a:moveTo>
                  <a:pt x="695325" y="180975"/>
                </a:moveTo>
                <a:lnTo>
                  <a:pt x="714375" y="180975"/>
                </a:lnTo>
                <a:lnTo>
                  <a:pt x="714375" y="190500"/>
                </a:lnTo>
                <a:lnTo>
                  <a:pt x="704850" y="190500"/>
                </a:lnTo>
                <a:lnTo>
                  <a:pt x="704850" y="200025"/>
                </a:lnTo>
                <a:lnTo>
                  <a:pt x="695325" y="200025"/>
                </a:lnTo>
                <a:close/>
                <a:moveTo>
                  <a:pt x="1828800" y="180975"/>
                </a:moveTo>
                <a:lnTo>
                  <a:pt x="1857375" y="180975"/>
                </a:lnTo>
                <a:lnTo>
                  <a:pt x="1857375" y="200025"/>
                </a:lnTo>
                <a:lnTo>
                  <a:pt x="1866900" y="200025"/>
                </a:lnTo>
                <a:lnTo>
                  <a:pt x="1866900" y="228600"/>
                </a:lnTo>
                <a:lnTo>
                  <a:pt x="1857375" y="228600"/>
                </a:lnTo>
                <a:lnTo>
                  <a:pt x="1857375" y="209550"/>
                </a:lnTo>
                <a:lnTo>
                  <a:pt x="1847850" y="209550"/>
                </a:lnTo>
                <a:lnTo>
                  <a:pt x="1847850" y="200025"/>
                </a:lnTo>
                <a:lnTo>
                  <a:pt x="1838325" y="200025"/>
                </a:lnTo>
                <a:lnTo>
                  <a:pt x="1838325" y="190500"/>
                </a:lnTo>
                <a:lnTo>
                  <a:pt x="1828800" y="190500"/>
                </a:lnTo>
                <a:close/>
                <a:moveTo>
                  <a:pt x="257175" y="190500"/>
                </a:moveTo>
                <a:lnTo>
                  <a:pt x="266700" y="190500"/>
                </a:lnTo>
                <a:lnTo>
                  <a:pt x="266700" y="180975"/>
                </a:lnTo>
                <a:lnTo>
                  <a:pt x="257175" y="180975"/>
                </a:lnTo>
                <a:close/>
                <a:moveTo>
                  <a:pt x="209550" y="200025"/>
                </a:moveTo>
                <a:lnTo>
                  <a:pt x="219075" y="200025"/>
                </a:lnTo>
                <a:lnTo>
                  <a:pt x="219075" y="209550"/>
                </a:lnTo>
                <a:lnTo>
                  <a:pt x="209550" y="209550"/>
                </a:lnTo>
                <a:close/>
                <a:moveTo>
                  <a:pt x="1495425" y="209550"/>
                </a:moveTo>
                <a:lnTo>
                  <a:pt x="1504950" y="209550"/>
                </a:lnTo>
                <a:lnTo>
                  <a:pt x="1504950" y="219075"/>
                </a:lnTo>
                <a:lnTo>
                  <a:pt x="1495425" y="219075"/>
                </a:lnTo>
                <a:close/>
                <a:moveTo>
                  <a:pt x="352425" y="219075"/>
                </a:moveTo>
                <a:lnTo>
                  <a:pt x="381000" y="219075"/>
                </a:lnTo>
                <a:lnTo>
                  <a:pt x="381000" y="228600"/>
                </a:lnTo>
                <a:lnTo>
                  <a:pt x="352425" y="228600"/>
                </a:lnTo>
                <a:close/>
                <a:moveTo>
                  <a:pt x="161925" y="238125"/>
                </a:moveTo>
                <a:lnTo>
                  <a:pt x="171450" y="238125"/>
                </a:lnTo>
                <a:lnTo>
                  <a:pt x="171450" y="247650"/>
                </a:lnTo>
                <a:lnTo>
                  <a:pt x="161925" y="247650"/>
                </a:lnTo>
                <a:close/>
                <a:moveTo>
                  <a:pt x="1314450" y="257175"/>
                </a:moveTo>
                <a:lnTo>
                  <a:pt x="1343025" y="257175"/>
                </a:lnTo>
                <a:lnTo>
                  <a:pt x="1343025" y="266700"/>
                </a:lnTo>
                <a:lnTo>
                  <a:pt x="1314450" y="266700"/>
                </a:lnTo>
                <a:close/>
                <a:moveTo>
                  <a:pt x="1695450" y="257175"/>
                </a:moveTo>
                <a:lnTo>
                  <a:pt x="1704975" y="257175"/>
                </a:lnTo>
                <a:lnTo>
                  <a:pt x="1704975" y="266700"/>
                </a:lnTo>
                <a:lnTo>
                  <a:pt x="1695450" y="266700"/>
                </a:lnTo>
                <a:close/>
                <a:moveTo>
                  <a:pt x="1285875" y="266700"/>
                </a:moveTo>
                <a:lnTo>
                  <a:pt x="1314450" y="266700"/>
                </a:lnTo>
                <a:lnTo>
                  <a:pt x="1314450" y="285750"/>
                </a:lnTo>
                <a:lnTo>
                  <a:pt x="1285875" y="285750"/>
                </a:lnTo>
                <a:close/>
                <a:moveTo>
                  <a:pt x="276225" y="276225"/>
                </a:moveTo>
                <a:lnTo>
                  <a:pt x="304800" y="276225"/>
                </a:lnTo>
                <a:lnTo>
                  <a:pt x="304800" y="285750"/>
                </a:lnTo>
                <a:lnTo>
                  <a:pt x="314325" y="285750"/>
                </a:lnTo>
                <a:lnTo>
                  <a:pt x="314325" y="295275"/>
                </a:lnTo>
                <a:lnTo>
                  <a:pt x="323850" y="295275"/>
                </a:lnTo>
                <a:lnTo>
                  <a:pt x="323850" y="333375"/>
                </a:lnTo>
                <a:lnTo>
                  <a:pt x="304800" y="333375"/>
                </a:lnTo>
                <a:lnTo>
                  <a:pt x="304800" y="342900"/>
                </a:lnTo>
                <a:lnTo>
                  <a:pt x="295275" y="342900"/>
                </a:lnTo>
                <a:lnTo>
                  <a:pt x="295275" y="333375"/>
                </a:lnTo>
                <a:lnTo>
                  <a:pt x="285750" y="333375"/>
                </a:lnTo>
                <a:lnTo>
                  <a:pt x="285750" y="342900"/>
                </a:lnTo>
                <a:lnTo>
                  <a:pt x="238125" y="342900"/>
                </a:lnTo>
                <a:lnTo>
                  <a:pt x="238125" y="352425"/>
                </a:lnTo>
                <a:lnTo>
                  <a:pt x="209550" y="352425"/>
                </a:lnTo>
                <a:lnTo>
                  <a:pt x="209550" y="342900"/>
                </a:lnTo>
                <a:lnTo>
                  <a:pt x="180975" y="342900"/>
                </a:lnTo>
                <a:lnTo>
                  <a:pt x="180975" y="333375"/>
                </a:lnTo>
                <a:lnTo>
                  <a:pt x="209550" y="333375"/>
                </a:lnTo>
                <a:lnTo>
                  <a:pt x="209550" y="323850"/>
                </a:lnTo>
                <a:lnTo>
                  <a:pt x="219075" y="323850"/>
                </a:lnTo>
                <a:lnTo>
                  <a:pt x="219075" y="333375"/>
                </a:lnTo>
                <a:lnTo>
                  <a:pt x="238125" y="333375"/>
                </a:lnTo>
                <a:lnTo>
                  <a:pt x="238125" y="323850"/>
                </a:lnTo>
                <a:lnTo>
                  <a:pt x="266700" y="323850"/>
                </a:lnTo>
                <a:lnTo>
                  <a:pt x="266700" y="285750"/>
                </a:lnTo>
                <a:lnTo>
                  <a:pt x="276225" y="285750"/>
                </a:lnTo>
                <a:close/>
                <a:moveTo>
                  <a:pt x="1504950" y="285750"/>
                </a:moveTo>
                <a:lnTo>
                  <a:pt x="1524000" y="285750"/>
                </a:lnTo>
                <a:lnTo>
                  <a:pt x="1524000" y="295275"/>
                </a:lnTo>
                <a:lnTo>
                  <a:pt x="1504950" y="295275"/>
                </a:lnTo>
                <a:close/>
                <a:moveTo>
                  <a:pt x="1685925" y="285750"/>
                </a:moveTo>
                <a:lnTo>
                  <a:pt x="1695450" y="285750"/>
                </a:lnTo>
                <a:lnTo>
                  <a:pt x="1695450" y="304800"/>
                </a:lnTo>
                <a:lnTo>
                  <a:pt x="1685925" y="304800"/>
                </a:lnTo>
                <a:close/>
                <a:moveTo>
                  <a:pt x="1704975" y="285750"/>
                </a:moveTo>
                <a:lnTo>
                  <a:pt x="1714500" y="285750"/>
                </a:lnTo>
                <a:lnTo>
                  <a:pt x="1714500" y="295275"/>
                </a:lnTo>
                <a:lnTo>
                  <a:pt x="1704975" y="295275"/>
                </a:lnTo>
                <a:close/>
                <a:moveTo>
                  <a:pt x="352425" y="304800"/>
                </a:moveTo>
                <a:lnTo>
                  <a:pt x="381000" y="304800"/>
                </a:lnTo>
                <a:lnTo>
                  <a:pt x="381000" y="314325"/>
                </a:lnTo>
                <a:lnTo>
                  <a:pt x="390525" y="314325"/>
                </a:lnTo>
                <a:lnTo>
                  <a:pt x="390525" y="323850"/>
                </a:lnTo>
                <a:lnTo>
                  <a:pt x="371475" y="323850"/>
                </a:lnTo>
                <a:lnTo>
                  <a:pt x="371475" y="333375"/>
                </a:lnTo>
                <a:lnTo>
                  <a:pt x="361950" y="333375"/>
                </a:lnTo>
                <a:lnTo>
                  <a:pt x="361950" y="342900"/>
                </a:lnTo>
                <a:lnTo>
                  <a:pt x="371475" y="342900"/>
                </a:lnTo>
                <a:lnTo>
                  <a:pt x="371475" y="352425"/>
                </a:lnTo>
                <a:lnTo>
                  <a:pt x="390525" y="352425"/>
                </a:lnTo>
                <a:lnTo>
                  <a:pt x="390525" y="361950"/>
                </a:lnTo>
                <a:lnTo>
                  <a:pt x="400050" y="361950"/>
                </a:lnTo>
                <a:lnTo>
                  <a:pt x="400050" y="371475"/>
                </a:lnTo>
                <a:lnTo>
                  <a:pt x="409575" y="371475"/>
                </a:lnTo>
                <a:lnTo>
                  <a:pt x="409575" y="381000"/>
                </a:lnTo>
                <a:lnTo>
                  <a:pt x="419100" y="381000"/>
                </a:lnTo>
                <a:lnTo>
                  <a:pt x="419100" y="390525"/>
                </a:lnTo>
                <a:lnTo>
                  <a:pt x="400050" y="390525"/>
                </a:lnTo>
                <a:lnTo>
                  <a:pt x="400050" y="400050"/>
                </a:lnTo>
                <a:lnTo>
                  <a:pt x="371475" y="400050"/>
                </a:lnTo>
                <a:lnTo>
                  <a:pt x="371475" y="371475"/>
                </a:lnTo>
                <a:lnTo>
                  <a:pt x="361950" y="371475"/>
                </a:lnTo>
                <a:lnTo>
                  <a:pt x="361950" y="361950"/>
                </a:lnTo>
                <a:lnTo>
                  <a:pt x="342900" y="361950"/>
                </a:lnTo>
                <a:lnTo>
                  <a:pt x="342900" y="352425"/>
                </a:lnTo>
                <a:lnTo>
                  <a:pt x="333375" y="352425"/>
                </a:lnTo>
                <a:lnTo>
                  <a:pt x="333375" y="314325"/>
                </a:lnTo>
                <a:lnTo>
                  <a:pt x="352425" y="314325"/>
                </a:lnTo>
                <a:close/>
                <a:moveTo>
                  <a:pt x="1704975" y="304800"/>
                </a:moveTo>
                <a:lnTo>
                  <a:pt x="1714500" y="304800"/>
                </a:lnTo>
                <a:lnTo>
                  <a:pt x="1714500" y="314325"/>
                </a:lnTo>
                <a:lnTo>
                  <a:pt x="1704975" y="314325"/>
                </a:lnTo>
                <a:close/>
                <a:moveTo>
                  <a:pt x="1152525" y="314325"/>
                </a:moveTo>
                <a:lnTo>
                  <a:pt x="1162050" y="314325"/>
                </a:lnTo>
                <a:lnTo>
                  <a:pt x="1162050" y="333375"/>
                </a:lnTo>
                <a:lnTo>
                  <a:pt x="1143000" y="333375"/>
                </a:lnTo>
                <a:lnTo>
                  <a:pt x="1143000" y="323850"/>
                </a:lnTo>
                <a:lnTo>
                  <a:pt x="1152525" y="323850"/>
                </a:lnTo>
                <a:close/>
                <a:moveTo>
                  <a:pt x="409575" y="323850"/>
                </a:moveTo>
                <a:lnTo>
                  <a:pt x="428625" y="323850"/>
                </a:lnTo>
                <a:lnTo>
                  <a:pt x="428625" y="352425"/>
                </a:lnTo>
                <a:lnTo>
                  <a:pt x="409575" y="352425"/>
                </a:lnTo>
                <a:lnTo>
                  <a:pt x="409575" y="342900"/>
                </a:lnTo>
                <a:lnTo>
                  <a:pt x="400050" y="342900"/>
                </a:lnTo>
                <a:lnTo>
                  <a:pt x="400050" y="333375"/>
                </a:lnTo>
                <a:lnTo>
                  <a:pt x="409575" y="333375"/>
                </a:lnTo>
                <a:close/>
                <a:moveTo>
                  <a:pt x="704850" y="323850"/>
                </a:moveTo>
                <a:lnTo>
                  <a:pt x="714375" y="323850"/>
                </a:lnTo>
                <a:lnTo>
                  <a:pt x="714375" y="333375"/>
                </a:lnTo>
                <a:lnTo>
                  <a:pt x="704850" y="333375"/>
                </a:lnTo>
                <a:close/>
                <a:moveTo>
                  <a:pt x="1114425" y="333375"/>
                </a:moveTo>
                <a:lnTo>
                  <a:pt x="1123950" y="333375"/>
                </a:lnTo>
                <a:lnTo>
                  <a:pt x="1123950" y="342900"/>
                </a:lnTo>
                <a:lnTo>
                  <a:pt x="1114425" y="342900"/>
                </a:lnTo>
                <a:close/>
                <a:moveTo>
                  <a:pt x="1133475" y="333375"/>
                </a:moveTo>
                <a:lnTo>
                  <a:pt x="1143000" y="333375"/>
                </a:lnTo>
                <a:lnTo>
                  <a:pt x="1143000" y="342900"/>
                </a:lnTo>
                <a:lnTo>
                  <a:pt x="1133475" y="342900"/>
                </a:lnTo>
                <a:close/>
                <a:moveTo>
                  <a:pt x="161925" y="342900"/>
                </a:moveTo>
                <a:lnTo>
                  <a:pt x="171450" y="342900"/>
                </a:lnTo>
                <a:lnTo>
                  <a:pt x="171450" y="352425"/>
                </a:lnTo>
                <a:lnTo>
                  <a:pt x="161925" y="352425"/>
                </a:lnTo>
                <a:close/>
                <a:moveTo>
                  <a:pt x="1076325" y="352425"/>
                </a:moveTo>
                <a:lnTo>
                  <a:pt x="1095375" y="352425"/>
                </a:lnTo>
                <a:lnTo>
                  <a:pt x="1095375" y="371475"/>
                </a:lnTo>
                <a:lnTo>
                  <a:pt x="1085850" y="371475"/>
                </a:lnTo>
                <a:lnTo>
                  <a:pt x="1085850" y="361950"/>
                </a:lnTo>
                <a:lnTo>
                  <a:pt x="1076325" y="361950"/>
                </a:lnTo>
                <a:close/>
                <a:moveTo>
                  <a:pt x="895350" y="361950"/>
                </a:moveTo>
                <a:lnTo>
                  <a:pt x="904875" y="361950"/>
                </a:lnTo>
                <a:lnTo>
                  <a:pt x="904875" y="371475"/>
                </a:lnTo>
                <a:lnTo>
                  <a:pt x="914400" y="371475"/>
                </a:lnTo>
                <a:lnTo>
                  <a:pt x="914400" y="390525"/>
                </a:lnTo>
                <a:lnTo>
                  <a:pt x="895350" y="390525"/>
                </a:lnTo>
                <a:close/>
                <a:moveTo>
                  <a:pt x="933450" y="361950"/>
                </a:moveTo>
                <a:lnTo>
                  <a:pt x="962025" y="361950"/>
                </a:lnTo>
                <a:lnTo>
                  <a:pt x="962025" y="381000"/>
                </a:lnTo>
                <a:lnTo>
                  <a:pt x="971550" y="381000"/>
                </a:lnTo>
                <a:lnTo>
                  <a:pt x="971550" y="390525"/>
                </a:lnTo>
                <a:lnTo>
                  <a:pt x="952500" y="390525"/>
                </a:lnTo>
                <a:lnTo>
                  <a:pt x="952500" y="381000"/>
                </a:lnTo>
                <a:lnTo>
                  <a:pt x="933450" y="381000"/>
                </a:lnTo>
                <a:close/>
                <a:moveTo>
                  <a:pt x="1038225" y="361950"/>
                </a:moveTo>
                <a:lnTo>
                  <a:pt x="1047750" y="361950"/>
                </a:lnTo>
                <a:lnTo>
                  <a:pt x="1047750" y="371475"/>
                </a:lnTo>
                <a:lnTo>
                  <a:pt x="1038225" y="371475"/>
                </a:lnTo>
                <a:close/>
                <a:moveTo>
                  <a:pt x="257175" y="371475"/>
                </a:moveTo>
                <a:lnTo>
                  <a:pt x="285750" y="371475"/>
                </a:lnTo>
                <a:lnTo>
                  <a:pt x="285750" y="381000"/>
                </a:lnTo>
                <a:lnTo>
                  <a:pt x="257175" y="381000"/>
                </a:lnTo>
                <a:close/>
                <a:moveTo>
                  <a:pt x="1009650" y="371475"/>
                </a:moveTo>
                <a:lnTo>
                  <a:pt x="1028700" y="371475"/>
                </a:lnTo>
                <a:lnTo>
                  <a:pt x="1028700" y="400050"/>
                </a:lnTo>
                <a:lnTo>
                  <a:pt x="1038225" y="400050"/>
                </a:lnTo>
                <a:lnTo>
                  <a:pt x="1038225" y="428625"/>
                </a:lnTo>
                <a:lnTo>
                  <a:pt x="1009650" y="428625"/>
                </a:lnTo>
                <a:lnTo>
                  <a:pt x="1009650" y="409575"/>
                </a:lnTo>
                <a:lnTo>
                  <a:pt x="1000125" y="409575"/>
                </a:lnTo>
                <a:lnTo>
                  <a:pt x="1000125" y="390525"/>
                </a:lnTo>
                <a:lnTo>
                  <a:pt x="1009650" y="390525"/>
                </a:lnTo>
                <a:close/>
                <a:moveTo>
                  <a:pt x="419100" y="400050"/>
                </a:moveTo>
                <a:lnTo>
                  <a:pt x="428625" y="400050"/>
                </a:lnTo>
                <a:lnTo>
                  <a:pt x="428625" y="428625"/>
                </a:lnTo>
                <a:lnTo>
                  <a:pt x="419100" y="428625"/>
                </a:lnTo>
                <a:close/>
                <a:moveTo>
                  <a:pt x="952500" y="400050"/>
                </a:moveTo>
                <a:lnTo>
                  <a:pt x="971550" y="400050"/>
                </a:lnTo>
                <a:lnTo>
                  <a:pt x="971550" y="409575"/>
                </a:lnTo>
                <a:lnTo>
                  <a:pt x="952500" y="409575"/>
                </a:lnTo>
                <a:close/>
                <a:moveTo>
                  <a:pt x="1114425" y="400050"/>
                </a:moveTo>
                <a:lnTo>
                  <a:pt x="1143000" y="400050"/>
                </a:lnTo>
                <a:lnTo>
                  <a:pt x="1143000" y="428625"/>
                </a:lnTo>
                <a:lnTo>
                  <a:pt x="1133475" y="428625"/>
                </a:lnTo>
                <a:lnTo>
                  <a:pt x="1133475" y="457200"/>
                </a:lnTo>
                <a:lnTo>
                  <a:pt x="1123950" y="457200"/>
                </a:lnTo>
                <a:lnTo>
                  <a:pt x="1123950" y="447675"/>
                </a:lnTo>
                <a:lnTo>
                  <a:pt x="1114425" y="447675"/>
                </a:lnTo>
                <a:lnTo>
                  <a:pt x="1114425" y="438150"/>
                </a:lnTo>
                <a:lnTo>
                  <a:pt x="1104900" y="438150"/>
                </a:lnTo>
                <a:lnTo>
                  <a:pt x="1104900" y="428625"/>
                </a:lnTo>
                <a:lnTo>
                  <a:pt x="1095375" y="428625"/>
                </a:lnTo>
                <a:lnTo>
                  <a:pt x="1095375" y="409575"/>
                </a:lnTo>
                <a:lnTo>
                  <a:pt x="1114425" y="409575"/>
                </a:lnTo>
                <a:close/>
                <a:moveTo>
                  <a:pt x="733425" y="419100"/>
                </a:moveTo>
                <a:lnTo>
                  <a:pt x="742950" y="419100"/>
                </a:lnTo>
                <a:lnTo>
                  <a:pt x="742950" y="428625"/>
                </a:lnTo>
                <a:lnTo>
                  <a:pt x="733425" y="428625"/>
                </a:lnTo>
                <a:close/>
                <a:moveTo>
                  <a:pt x="1057275" y="419100"/>
                </a:moveTo>
                <a:lnTo>
                  <a:pt x="1066800" y="419100"/>
                </a:lnTo>
                <a:lnTo>
                  <a:pt x="1066800" y="428625"/>
                </a:lnTo>
                <a:lnTo>
                  <a:pt x="1057275" y="428625"/>
                </a:lnTo>
                <a:close/>
                <a:moveTo>
                  <a:pt x="723900" y="428625"/>
                </a:moveTo>
                <a:lnTo>
                  <a:pt x="733425" y="428625"/>
                </a:lnTo>
                <a:lnTo>
                  <a:pt x="733425" y="438150"/>
                </a:lnTo>
                <a:lnTo>
                  <a:pt x="723900" y="438150"/>
                </a:lnTo>
                <a:close/>
                <a:moveTo>
                  <a:pt x="762000" y="428625"/>
                </a:moveTo>
                <a:lnTo>
                  <a:pt x="781050" y="428625"/>
                </a:lnTo>
                <a:lnTo>
                  <a:pt x="781050" y="438150"/>
                </a:lnTo>
                <a:lnTo>
                  <a:pt x="762000" y="438150"/>
                </a:lnTo>
                <a:close/>
                <a:moveTo>
                  <a:pt x="1724025" y="438150"/>
                </a:moveTo>
                <a:lnTo>
                  <a:pt x="1733550" y="438150"/>
                </a:lnTo>
                <a:lnTo>
                  <a:pt x="1733550" y="466725"/>
                </a:lnTo>
                <a:lnTo>
                  <a:pt x="1724025" y="466725"/>
                </a:lnTo>
                <a:close/>
                <a:moveTo>
                  <a:pt x="428625" y="447675"/>
                </a:moveTo>
                <a:lnTo>
                  <a:pt x="438150" y="447675"/>
                </a:lnTo>
                <a:lnTo>
                  <a:pt x="438150" y="457200"/>
                </a:lnTo>
                <a:lnTo>
                  <a:pt x="447675" y="457200"/>
                </a:lnTo>
                <a:lnTo>
                  <a:pt x="447675" y="485775"/>
                </a:lnTo>
                <a:lnTo>
                  <a:pt x="438150" y="485775"/>
                </a:lnTo>
                <a:lnTo>
                  <a:pt x="438150" y="495300"/>
                </a:lnTo>
                <a:lnTo>
                  <a:pt x="428625" y="495300"/>
                </a:lnTo>
                <a:close/>
                <a:moveTo>
                  <a:pt x="828675" y="447675"/>
                </a:moveTo>
                <a:lnTo>
                  <a:pt x="838200" y="447675"/>
                </a:lnTo>
                <a:lnTo>
                  <a:pt x="838200" y="457200"/>
                </a:lnTo>
                <a:lnTo>
                  <a:pt x="828675" y="457200"/>
                </a:lnTo>
                <a:close/>
                <a:moveTo>
                  <a:pt x="1104900" y="447675"/>
                </a:moveTo>
                <a:lnTo>
                  <a:pt x="1114425" y="447675"/>
                </a:lnTo>
                <a:lnTo>
                  <a:pt x="1114425" y="457200"/>
                </a:lnTo>
                <a:lnTo>
                  <a:pt x="1104900" y="457200"/>
                </a:lnTo>
                <a:close/>
                <a:moveTo>
                  <a:pt x="123825" y="457200"/>
                </a:moveTo>
                <a:lnTo>
                  <a:pt x="142875" y="457200"/>
                </a:lnTo>
                <a:lnTo>
                  <a:pt x="142875" y="466725"/>
                </a:lnTo>
                <a:lnTo>
                  <a:pt x="123825" y="466725"/>
                </a:lnTo>
                <a:close/>
                <a:moveTo>
                  <a:pt x="695325" y="485775"/>
                </a:moveTo>
                <a:lnTo>
                  <a:pt x="704850" y="485775"/>
                </a:lnTo>
                <a:lnTo>
                  <a:pt x="704850" y="504825"/>
                </a:lnTo>
                <a:lnTo>
                  <a:pt x="695325" y="504825"/>
                </a:lnTo>
                <a:close/>
                <a:moveTo>
                  <a:pt x="714375" y="504825"/>
                </a:moveTo>
                <a:lnTo>
                  <a:pt x="723900" y="504825"/>
                </a:lnTo>
                <a:lnTo>
                  <a:pt x="723900" y="514350"/>
                </a:lnTo>
                <a:lnTo>
                  <a:pt x="714375" y="514350"/>
                </a:lnTo>
                <a:close/>
                <a:moveTo>
                  <a:pt x="1076325" y="504825"/>
                </a:moveTo>
                <a:lnTo>
                  <a:pt x="1085850" y="504825"/>
                </a:lnTo>
                <a:lnTo>
                  <a:pt x="1085850" y="514350"/>
                </a:lnTo>
                <a:lnTo>
                  <a:pt x="1076325" y="514350"/>
                </a:lnTo>
                <a:close/>
                <a:moveTo>
                  <a:pt x="1123950" y="504825"/>
                </a:moveTo>
                <a:lnTo>
                  <a:pt x="1143000" y="504825"/>
                </a:lnTo>
                <a:lnTo>
                  <a:pt x="1143000" y="514350"/>
                </a:lnTo>
                <a:lnTo>
                  <a:pt x="1123950" y="514350"/>
                </a:lnTo>
                <a:close/>
                <a:moveTo>
                  <a:pt x="438150" y="514350"/>
                </a:moveTo>
                <a:lnTo>
                  <a:pt x="447675" y="514350"/>
                </a:lnTo>
                <a:lnTo>
                  <a:pt x="447675" y="552450"/>
                </a:lnTo>
                <a:lnTo>
                  <a:pt x="438150" y="552450"/>
                </a:lnTo>
                <a:close/>
                <a:moveTo>
                  <a:pt x="1724025" y="533400"/>
                </a:moveTo>
                <a:lnTo>
                  <a:pt x="1733550" y="533400"/>
                </a:lnTo>
                <a:lnTo>
                  <a:pt x="1733550" y="552450"/>
                </a:lnTo>
                <a:lnTo>
                  <a:pt x="1724025" y="552450"/>
                </a:lnTo>
                <a:close/>
                <a:moveTo>
                  <a:pt x="123825" y="552450"/>
                </a:moveTo>
                <a:lnTo>
                  <a:pt x="142875" y="552450"/>
                </a:lnTo>
                <a:lnTo>
                  <a:pt x="142875" y="571500"/>
                </a:lnTo>
                <a:lnTo>
                  <a:pt x="123825" y="571500"/>
                </a:lnTo>
                <a:close/>
                <a:moveTo>
                  <a:pt x="247650" y="552450"/>
                </a:moveTo>
                <a:lnTo>
                  <a:pt x="257175" y="552450"/>
                </a:lnTo>
                <a:lnTo>
                  <a:pt x="257175" y="561975"/>
                </a:lnTo>
                <a:lnTo>
                  <a:pt x="247650" y="561975"/>
                </a:lnTo>
                <a:close/>
                <a:moveTo>
                  <a:pt x="419100" y="552450"/>
                </a:moveTo>
                <a:lnTo>
                  <a:pt x="438150" y="552450"/>
                </a:lnTo>
                <a:lnTo>
                  <a:pt x="438150" y="581025"/>
                </a:lnTo>
                <a:lnTo>
                  <a:pt x="457200" y="581025"/>
                </a:lnTo>
                <a:lnTo>
                  <a:pt x="457200" y="571500"/>
                </a:lnTo>
                <a:lnTo>
                  <a:pt x="466725" y="571500"/>
                </a:lnTo>
                <a:lnTo>
                  <a:pt x="466725" y="581025"/>
                </a:lnTo>
                <a:lnTo>
                  <a:pt x="476250" y="581025"/>
                </a:lnTo>
                <a:lnTo>
                  <a:pt x="476250" y="590550"/>
                </a:lnTo>
                <a:lnTo>
                  <a:pt x="466725" y="590550"/>
                </a:lnTo>
                <a:lnTo>
                  <a:pt x="466725" y="609600"/>
                </a:lnTo>
                <a:lnTo>
                  <a:pt x="438150" y="609600"/>
                </a:lnTo>
                <a:lnTo>
                  <a:pt x="438150" y="619125"/>
                </a:lnTo>
                <a:lnTo>
                  <a:pt x="447675" y="619125"/>
                </a:lnTo>
                <a:lnTo>
                  <a:pt x="447675" y="628650"/>
                </a:lnTo>
                <a:lnTo>
                  <a:pt x="438150" y="628650"/>
                </a:lnTo>
                <a:lnTo>
                  <a:pt x="438150" y="638175"/>
                </a:lnTo>
                <a:lnTo>
                  <a:pt x="419100" y="638175"/>
                </a:lnTo>
                <a:lnTo>
                  <a:pt x="419100" y="657225"/>
                </a:lnTo>
                <a:lnTo>
                  <a:pt x="381000" y="657225"/>
                </a:lnTo>
                <a:lnTo>
                  <a:pt x="381000" y="666750"/>
                </a:lnTo>
                <a:lnTo>
                  <a:pt x="361950" y="666750"/>
                </a:lnTo>
                <a:lnTo>
                  <a:pt x="361950" y="676275"/>
                </a:lnTo>
                <a:lnTo>
                  <a:pt x="295275" y="676275"/>
                </a:lnTo>
                <a:lnTo>
                  <a:pt x="295275" y="666750"/>
                </a:lnTo>
                <a:lnTo>
                  <a:pt x="342900" y="666750"/>
                </a:lnTo>
                <a:lnTo>
                  <a:pt x="342900" y="647700"/>
                </a:lnTo>
                <a:lnTo>
                  <a:pt x="381000" y="647700"/>
                </a:lnTo>
                <a:lnTo>
                  <a:pt x="381000" y="638175"/>
                </a:lnTo>
                <a:lnTo>
                  <a:pt x="390525" y="638175"/>
                </a:lnTo>
                <a:lnTo>
                  <a:pt x="390525" y="628650"/>
                </a:lnTo>
                <a:lnTo>
                  <a:pt x="400050" y="628650"/>
                </a:lnTo>
                <a:lnTo>
                  <a:pt x="400050" y="600075"/>
                </a:lnTo>
                <a:lnTo>
                  <a:pt x="409575" y="600075"/>
                </a:lnTo>
                <a:lnTo>
                  <a:pt x="409575" y="590550"/>
                </a:lnTo>
                <a:lnTo>
                  <a:pt x="428625" y="590550"/>
                </a:lnTo>
                <a:lnTo>
                  <a:pt x="428625" y="571500"/>
                </a:lnTo>
                <a:lnTo>
                  <a:pt x="419100" y="571500"/>
                </a:lnTo>
                <a:close/>
                <a:moveTo>
                  <a:pt x="1724025" y="581025"/>
                </a:moveTo>
                <a:lnTo>
                  <a:pt x="1733550" y="581025"/>
                </a:lnTo>
                <a:lnTo>
                  <a:pt x="1733550" y="609600"/>
                </a:lnTo>
                <a:lnTo>
                  <a:pt x="1724025" y="609600"/>
                </a:lnTo>
                <a:close/>
                <a:moveTo>
                  <a:pt x="142875" y="590550"/>
                </a:moveTo>
                <a:lnTo>
                  <a:pt x="152400" y="590550"/>
                </a:lnTo>
                <a:lnTo>
                  <a:pt x="152400" y="600075"/>
                </a:lnTo>
                <a:lnTo>
                  <a:pt x="142875" y="600075"/>
                </a:lnTo>
                <a:close/>
                <a:moveTo>
                  <a:pt x="1724025" y="619125"/>
                </a:moveTo>
                <a:lnTo>
                  <a:pt x="1733550" y="619125"/>
                </a:lnTo>
                <a:lnTo>
                  <a:pt x="1733550" y="628650"/>
                </a:lnTo>
                <a:lnTo>
                  <a:pt x="1724025" y="628650"/>
                </a:lnTo>
                <a:close/>
                <a:moveTo>
                  <a:pt x="123825" y="628650"/>
                </a:moveTo>
                <a:lnTo>
                  <a:pt x="142875" y="628650"/>
                </a:lnTo>
                <a:lnTo>
                  <a:pt x="142875" y="685800"/>
                </a:lnTo>
                <a:lnTo>
                  <a:pt x="133350" y="685800"/>
                </a:lnTo>
                <a:lnTo>
                  <a:pt x="133350" y="704850"/>
                </a:lnTo>
                <a:lnTo>
                  <a:pt x="123825" y="704850"/>
                </a:lnTo>
                <a:close/>
                <a:moveTo>
                  <a:pt x="180975" y="628650"/>
                </a:moveTo>
                <a:lnTo>
                  <a:pt x="200025" y="628650"/>
                </a:lnTo>
                <a:lnTo>
                  <a:pt x="200025" y="638175"/>
                </a:lnTo>
                <a:lnTo>
                  <a:pt x="190500" y="638175"/>
                </a:lnTo>
                <a:lnTo>
                  <a:pt x="190500" y="647700"/>
                </a:lnTo>
                <a:lnTo>
                  <a:pt x="180975" y="647700"/>
                </a:lnTo>
                <a:close/>
                <a:moveTo>
                  <a:pt x="1724025" y="638175"/>
                </a:moveTo>
                <a:lnTo>
                  <a:pt x="1733550" y="638175"/>
                </a:lnTo>
                <a:lnTo>
                  <a:pt x="1733550" y="695325"/>
                </a:lnTo>
                <a:lnTo>
                  <a:pt x="1724025" y="695325"/>
                </a:lnTo>
                <a:close/>
                <a:moveTo>
                  <a:pt x="152400" y="657225"/>
                </a:moveTo>
                <a:lnTo>
                  <a:pt x="161925" y="657225"/>
                </a:lnTo>
                <a:lnTo>
                  <a:pt x="161925" y="685800"/>
                </a:lnTo>
                <a:lnTo>
                  <a:pt x="152400" y="685800"/>
                </a:lnTo>
                <a:close/>
                <a:moveTo>
                  <a:pt x="247650" y="657225"/>
                </a:moveTo>
                <a:lnTo>
                  <a:pt x="266700" y="657225"/>
                </a:lnTo>
                <a:lnTo>
                  <a:pt x="266700" y="666750"/>
                </a:lnTo>
                <a:lnTo>
                  <a:pt x="276225" y="666750"/>
                </a:lnTo>
                <a:lnTo>
                  <a:pt x="276225" y="676275"/>
                </a:lnTo>
                <a:lnTo>
                  <a:pt x="266700" y="676275"/>
                </a:lnTo>
                <a:lnTo>
                  <a:pt x="266700" y="695325"/>
                </a:lnTo>
                <a:lnTo>
                  <a:pt x="276225" y="695325"/>
                </a:lnTo>
                <a:lnTo>
                  <a:pt x="276225" y="704850"/>
                </a:lnTo>
                <a:lnTo>
                  <a:pt x="228600" y="704850"/>
                </a:lnTo>
                <a:lnTo>
                  <a:pt x="228600" y="695325"/>
                </a:lnTo>
                <a:lnTo>
                  <a:pt x="247650" y="695325"/>
                </a:lnTo>
                <a:lnTo>
                  <a:pt x="247650" y="685800"/>
                </a:lnTo>
                <a:lnTo>
                  <a:pt x="257175" y="685800"/>
                </a:lnTo>
                <a:lnTo>
                  <a:pt x="257175" y="676275"/>
                </a:lnTo>
                <a:lnTo>
                  <a:pt x="247650" y="676275"/>
                </a:lnTo>
                <a:close/>
                <a:moveTo>
                  <a:pt x="533400" y="704850"/>
                </a:moveTo>
                <a:lnTo>
                  <a:pt x="542925" y="704850"/>
                </a:lnTo>
                <a:lnTo>
                  <a:pt x="542925" y="714375"/>
                </a:lnTo>
                <a:lnTo>
                  <a:pt x="533400" y="714375"/>
                </a:lnTo>
                <a:close/>
                <a:moveTo>
                  <a:pt x="723900" y="714375"/>
                </a:moveTo>
                <a:lnTo>
                  <a:pt x="733425" y="714375"/>
                </a:lnTo>
                <a:lnTo>
                  <a:pt x="733425" y="723900"/>
                </a:lnTo>
                <a:lnTo>
                  <a:pt x="723900" y="723900"/>
                </a:lnTo>
                <a:close/>
                <a:moveTo>
                  <a:pt x="895350" y="714375"/>
                </a:moveTo>
                <a:lnTo>
                  <a:pt x="914400" y="714375"/>
                </a:lnTo>
                <a:lnTo>
                  <a:pt x="914400" y="733425"/>
                </a:lnTo>
                <a:lnTo>
                  <a:pt x="895350" y="733425"/>
                </a:lnTo>
                <a:close/>
                <a:moveTo>
                  <a:pt x="1047750" y="714375"/>
                </a:moveTo>
                <a:lnTo>
                  <a:pt x="1066800" y="714375"/>
                </a:lnTo>
                <a:lnTo>
                  <a:pt x="1066800" y="733425"/>
                </a:lnTo>
                <a:lnTo>
                  <a:pt x="1047750" y="733425"/>
                </a:lnTo>
                <a:close/>
                <a:moveTo>
                  <a:pt x="1114425" y="714375"/>
                </a:moveTo>
                <a:lnTo>
                  <a:pt x="1152525" y="714375"/>
                </a:lnTo>
                <a:lnTo>
                  <a:pt x="1152525" y="723900"/>
                </a:lnTo>
                <a:lnTo>
                  <a:pt x="1162050" y="723900"/>
                </a:lnTo>
                <a:lnTo>
                  <a:pt x="1162050" y="733425"/>
                </a:lnTo>
                <a:lnTo>
                  <a:pt x="1181100" y="733425"/>
                </a:lnTo>
                <a:lnTo>
                  <a:pt x="1181100" y="723900"/>
                </a:lnTo>
                <a:lnTo>
                  <a:pt x="1200150" y="723900"/>
                </a:lnTo>
                <a:lnTo>
                  <a:pt x="1200150" y="714375"/>
                </a:lnTo>
                <a:lnTo>
                  <a:pt x="1285875" y="714375"/>
                </a:lnTo>
                <a:lnTo>
                  <a:pt x="1285875" y="723900"/>
                </a:lnTo>
                <a:lnTo>
                  <a:pt x="1304925" y="723900"/>
                </a:lnTo>
                <a:lnTo>
                  <a:pt x="1304925" y="714375"/>
                </a:lnTo>
                <a:lnTo>
                  <a:pt x="1333500" y="714375"/>
                </a:lnTo>
                <a:lnTo>
                  <a:pt x="1333500" y="723900"/>
                </a:lnTo>
                <a:lnTo>
                  <a:pt x="1371600" y="723900"/>
                </a:lnTo>
                <a:lnTo>
                  <a:pt x="1371600" y="714375"/>
                </a:lnTo>
                <a:lnTo>
                  <a:pt x="1409700" y="714375"/>
                </a:lnTo>
                <a:lnTo>
                  <a:pt x="1409700" y="723900"/>
                </a:lnTo>
                <a:lnTo>
                  <a:pt x="1428750" y="723900"/>
                </a:lnTo>
                <a:lnTo>
                  <a:pt x="1428750" y="714375"/>
                </a:lnTo>
                <a:lnTo>
                  <a:pt x="1581150" y="714375"/>
                </a:lnTo>
                <a:lnTo>
                  <a:pt x="1581150" y="733425"/>
                </a:lnTo>
                <a:lnTo>
                  <a:pt x="1419225" y="733425"/>
                </a:lnTo>
                <a:lnTo>
                  <a:pt x="1419225" y="742950"/>
                </a:lnTo>
                <a:lnTo>
                  <a:pt x="1400175" y="742950"/>
                </a:lnTo>
                <a:lnTo>
                  <a:pt x="1400175" y="733425"/>
                </a:lnTo>
                <a:lnTo>
                  <a:pt x="1371600" y="733425"/>
                </a:lnTo>
                <a:lnTo>
                  <a:pt x="1371600" y="742950"/>
                </a:lnTo>
                <a:lnTo>
                  <a:pt x="1352550" y="742950"/>
                </a:lnTo>
                <a:lnTo>
                  <a:pt x="1352550" y="752475"/>
                </a:lnTo>
                <a:lnTo>
                  <a:pt x="1343025" y="752475"/>
                </a:lnTo>
                <a:lnTo>
                  <a:pt x="1343025" y="742950"/>
                </a:lnTo>
                <a:lnTo>
                  <a:pt x="1333500" y="742950"/>
                </a:lnTo>
                <a:lnTo>
                  <a:pt x="1333500" y="733425"/>
                </a:lnTo>
                <a:lnTo>
                  <a:pt x="1304925" y="733425"/>
                </a:lnTo>
                <a:lnTo>
                  <a:pt x="1304925" y="742950"/>
                </a:lnTo>
                <a:lnTo>
                  <a:pt x="1276350" y="742950"/>
                </a:lnTo>
                <a:lnTo>
                  <a:pt x="1276350" y="733425"/>
                </a:lnTo>
                <a:lnTo>
                  <a:pt x="1266825" y="733425"/>
                </a:lnTo>
                <a:lnTo>
                  <a:pt x="1266825" y="742950"/>
                </a:lnTo>
                <a:lnTo>
                  <a:pt x="1152525" y="742950"/>
                </a:lnTo>
                <a:lnTo>
                  <a:pt x="1152525" y="733425"/>
                </a:lnTo>
                <a:lnTo>
                  <a:pt x="1143000" y="733425"/>
                </a:lnTo>
                <a:lnTo>
                  <a:pt x="1143000" y="742950"/>
                </a:lnTo>
                <a:lnTo>
                  <a:pt x="1095375" y="742950"/>
                </a:lnTo>
                <a:lnTo>
                  <a:pt x="1095375" y="723900"/>
                </a:lnTo>
                <a:lnTo>
                  <a:pt x="1114425" y="723900"/>
                </a:lnTo>
                <a:close/>
                <a:moveTo>
                  <a:pt x="1609725" y="714375"/>
                </a:moveTo>
                <a:lnTo>
                  <a:pt x="1695450" y="714375"/>
                </a:lnTo>
                <a:lnTo>
                  <a:pt x="1695450" y="733425"/>
                </a:lnTo>
                <a:lnTo>
                  <a:pt x="1609725" y="733425"/>
                </a:lnTo>
                <a:close/>
                <a:moveTo>
                  <a:pt x="276225" y="723900"/>
                </a:moveTo>
                <a:lnTo>
                  <a:pt x="285750" y="723900"/>
                </a:lnTo>
                <a:lnTo>
                  <a:pt x="285750" y="742950"/>
                </a:lnTo>
                <a:lnTo>
                  <a:pt x="276225" y="742950"/>
                </a:lnTo>
                <a:close/>
                <a:moveTo>
                  <a:pt x="400050" y="723900"/>
                </a:moveTo>
                <a:lnTo>
                  <a:pt x="409575" y="723900"/>
                </a:lnTo>
                <a:lnTo>
                  <a:pt x="409575" y="733425"/>
                </a:lnTo>
                <a:lnTo>
                  <a:pt x="400050" y="733425"/>
                </a:lnTo>
                <a:close/>
                <a:moveTo>
                  <a:pt x="514350" y="723900"/>
                </a:moveTo>
                <a:lnTo>
                  <a:pt x="523875" y="723900"/>
                </a:lnTo>
                <a:lnTo>
                  <a:pt x="523875" y="733425"/>
                </a:lnTo>
                <a:lnTo>
                  <a:pt x="514350" y="733425"/>
                </a:lnTo>
                <a:close/>
                <a:moveTo>
                  <a:pt x="1724025" y="723900"/>
                </a:moveTo>
                <a:lnTo>
                  <a:pt x="1733550" y="723900"/>
                </a:lnTo>
                <a:lnTo>
                  <a:pt x="1733550" y="733425"/>
                </a:lnTo>
                <a:lnTo>
                  <a:pt x="1724025" y="733425"/>
                </a:lnTo>
                <a:close/>
                <a:moveTo>
                  <a:pt x="209550" y="733425"/>
                </a:moveTo>
                <a:lnTo>
                  <a:pt x="219075" y="733425"/>
                </a:lnTo>
                <a:lnTo>
                  <a:pt x="219075" y="742950"/>
                </a:lnTo>
                <a:lnTo>
                  <a:pt x="209550" y="742950"/>
                </a:lnTo>
                <a:close/>
                <a:moveTo>
                  <a:pt x="390525" y="733425"/>
                </a:moveTo>
                <a:lnTo>
                  <a:pt x="400050" y="733425"/>
                </a:lnTo>
                <a:lnTo>
                  <a:pt x="400050" y="752475"/>
                </a:lnTo>
                <a:lnTo>
                  <a:pt x="390525" y="752475"/>
                </a:lnTo>
                <a:close/>
                <a:moveTo>
                  <a:pt x="723900" y="733425"/>
                </a:moveTo>
                <a:lnTo>
                  <a:pt x="733425" y="733425"/>
                </a:lnTo>
                <a:lnTo>
                  <a:pt x="733425" y="752475"/>
                </a:lnTo>
                <a:lnTo>
                  <a:pt x="723900" y="752475"/>
                </a:lnTo>
                <a:close/>
                <a:moveTo>
                  <a:pt x="838200" y="733425"/>
                </a:moveTo>
                <a:lnTo>
                  <a:pt x="847725" y="733425"/>
                </a:lnTo>
                <a:lnTo>
                  <a:pt x="847725" y="742950"/>
                </a:lnTo>
                <a:lnTo>
                  <a:pt x="838200" y="742950"/>
                </a:lnTo>
                <a:close/>
                <a:moveTo>
                  <a:pt x="314325" y="742950"/>
                </a:moveTo>
                <a:lnTo>
                  <a:pt x="333375" y="742950"/>
                </a:lnTo>
                <a:lnTo>
                  <a:pt x="333375" y="752475"/>
                </a:lnTo>
                <a:lnTo>
                  <a:pt x="314325" y="752475"/>
                </a:lnTo>
                <a:close/>
                <a:moveTo>
                  <a:pt x="200025" y="752475"/>
                </a:moveTo>
                <a:lnTo>
                  <a:pt x="209550" y="752475"/>
                </a:lnTo>
                <a:lnTo>
                  <a:pt x="209550" y="762000"/>
                </a:lnTo>
                <a:lnTo>
                  <a:pt x="200025" y="762000"/>
                </a:lnTo>
                <a:close/>
                <a:moveTo>
                  <a:pt x="371475" y="752475"/>
                </a:moveTo>
                <a:lnTo>
                  <a:pt x="390525" y="752475"/>
                </a:lnTo>
                <a:lnTo>
                  <a:pt x="390525" y="762000"/>
                </a:lnTo>
                <a:lnTo>
                  <a:pt x="371475" y="762000"/>
                </a:lnTo>
                <a:close/>
                <a:moveTo>
                  <a:pt x="257175" y="762000"/>
                </a:moveTo>
                <a:lnTo>
                  <a:pt x="276225" y="762000"/>
                </a:lnTo>
                <a:lnTo>
                  <a:pt x="276225" y="771525"/>
                </a:lnTo>
                <a:lnTo>
                  <a:pt x="266700" y="771525"/>
                </a:lnTo>
                <a:lnTo>
                  <a:pt x="266700" y="790575"/>
                </a:lnTo>
                <a:lnTo>
                  <a:pt x="257175" y="790575"/>
                </a:lnTo>
                <a:close/>
                <a:moveTo>
                  <a:pt x="1143000" y="771525"/>
                </a:moveTo>
                <a:lnTo>
                  <a:pt x="1152525" y="771525"/>
                </a:lnTo>
                <a:lnTo>
                  <a:pt x="1152525" y="781050"/>
                </a:lnTo>
                <a:lnTo>
                  <a:pt x="1143000" y="781050"/>
                </a:lnTo>
                <a:close/>
                <a:moveTo>
                  <a:pt x="1219200" y="771525"/>
                </a:moveTo>
                <a:lnTo>
                  <a:pt x="1228725" y="771525"/>
                </a:lnTo>
                <a:lnTo>
                  <a:pt x="1228725" y="790575"/>
                </a:lnTo>
                <a:lnTo>
                  <a:pt x="1219200" y="790575"/>
                </a:lnTo>
                <a:close/>
                <a:moveTo>
                  <a:pt x="1285875" y="771525"/>
                </a:moveTo>
                <a:lnTo>
                  <a:pt x="1295400" y="771525"/>
                </a:lnTo>
                <a:lnTo>
                  <a:pt x="1295400" y="790575"/>
                </a:lnTo>
                <a:lnTo>
                  <a:pt x="1276350" y="790575"/>
                </a:lnTo>
                <a:lnTo>
                  <a:pt x="1276350" y="781050"/>
                </a:lnTo>
                <a:lnTo>
                  <a:pt x="1285875" y="781050"/>
                </a:lnTo>
                <a:close/>
                <a:moveTo>
                  <a:pt x="1162050" y="781050"/>
                </a:moveTo>
                <a:lnTo>
                  <a:pt x="1181100" y="781050"/>
                </a:lnTo>
                <a:lnTo>
                  <a:pt x="1181100" y="790575"/>
                </a:lnTo>
                <a:lnTo>
                  <a:pt x="1162050" y="790575"/>
                </a:lnTo>
                <a:close/>
                <a:moveTo>
                  <a:pt x="133350" y="790575"/>
                </a:moveTo>
                <a:lnTo>
                  <a:pt x="142875" y="790575"/>
                </a:lnTo>
                <a:lnTo>
                  <a:pt x="142875" y="800100"/>
                </a:lnTo>
                <a:lnTo>
                  <a:pt x="133350" y="800100"/>
                </a:lnTo>
                <a:close/>
                <a:moveTo>
                  <a:pt x="123825" y="800100"/>
                </a:moveTo>
                <a:lnTo>
                  <a:pt x="133350" y="800100"/>
                </a:lnTo>
                <a:lnTo>
                  <a:pt x="133350" y="876300"/>
                </a:lnTo>
                <a:lnTo>
                  <a:pt x="123825" y="876300"/>
                </a:lnTo>
                <a:close/>
                <a:moveTo>
                  <a:pt x="361950" y="800100"/>
                </a:moveTo>
                <a:lnTo>
                  <a:pt x="371475" y="800100"/>
                </a:lnTo>
                <a:lnTo>
                  <a:pt x="371475" y="809625"/>
                </a:lnTo>
                <a:lnTo>
                  <a:pt x="361950" y="809625"/>
                </a:lnTo>
                <a:close/>
                <a:moveTo>
                  <a:pt x="571500" y="800100"/>
                </a:moveTo>
                <a:lnTo>
                  <a:pt x="600075" y="800100"/>
                </a:lnTo>
                <a:lnTo>
                  <a:pt x="600075" y="809625"/>
                </a:lnTo>
                <a:lnTo>
                  <a:pt x="571500" y="809625"/>
                </a:lnTo>
                <a:close/>
                <a:moveTo>
                  <a:pt x="1200150" y="828675"/>
                </a:moveTo>
                <a:lnTo>
                  <a:pt x="1209675" y="828675"/>
                </a:lnTo>
                <a:lnTo>
                  <a:pt x="1209675" y="838200"/>
                </a:lnTo>
                <a:lnTo>
                  <a:pt x="1219200" y="838200"/>
                </a:lnTo>
                <a:lnTo>
                  <a:pt x="1219200" y="857250"/>
                </a:lnTo>
                <a:lnTo>
                  <a:pt x="1190625" y="857250"/>
                </a:lnTo>
                <a:lnTo>
                  <a:pt x="1190625" y="838200"/>
                </a:lnTo>
                <a:lnTo>
                  <a:pt x="1200150" y="838200"/>
                </a:lnTo>
                <a:close/>
                <a:moveTo>
                  <a:pt x="1724025" y="828675"/>
                </a:moveTo>
                <a:lnTo>
                  <a:pt x="1733550" y="828675"/>
                </a:lnTo>
                <a:lnTo>
                  <a:pt x="1733550" y="838200"/>
                </a:lnTo>
                <a:lnTo>
                  <a:pt x="1724025" y="838200"/>
                </a:lnTo>
                <a:close/>
                <a:moveTo>
                  <a:pt x="1247775" y="838200"/>
                </a:moveTo>
                <a:lnTo>
                  <a:pt x="1266825" y="838200"/>
                </a:lnTo>
                <a:lnTo>
                  <a:pt x="1266825" y="847725"/>
                </a:lnTo>
                <a:lnTo>
                  <a:pt x="1381125" y="847725"/>
                </a:lnTo>
                <a:lnTo>
                  <a:pt x="1381125" y="866775"/>
                </a:lnTo>
                <a:lnTo>
                  <a:pt x="1257300" y="866775"/>
                </a:lnTo>
                <a:lnTo>
                  <a:pt x="1257300" y="857250"/>
                </a:lnTo>
                <a:lnTo>
                  <a:pt x="1247775" y="857250"/>
                </a:lnTo>
                <a:close/>
                <a:moveTo>
                  <a:pt x="1581150" y="838200"/>
                </a:moveTo>
                <a:lnTo>
                  <a:pt x="1600200" y="838200"/>
                </a:lnTo>
                <a:lnTo>
                  <a:pt x="1600200" y="847725"/>
                </a:lnTo>
                <a:lnTo>
                  <a:pt x="1609725" y="847725"/>
                </a:lnTo>
                <a:lnTo>
                  <a:pt x="1609725" y="857250"/>
                </a:lnTo>
                <a:lnTo>
                  <a:pt x="1581150" y="857250"/>
                </a:lnTo>
                <a:close/>
                <a:moveTo>
                  <a:pt x="1704975" y="838200"/>
                </a:moveTo>
                <a:lnTo>
                  <a:pt x="1714500" y="838200"/>
                </a:lnTo>
                <a:lnTo>
                  <a:pt x="1714500" y="847725"/>
                </a:lnTo>
                <a:lnTo>
                  <a:pt x="1724025" y="847725"/>
                </a:lnTo>
                <a:lnTo>
                  <a:pt x="1724025" y="885825"/>
                </a:lnTo>
                <a:lnTo>
                  <a:pt x="1695450" y="885825"/>
                </a:lnTo>
                <a:lnTo>
                  <a:pt x="1695450" y="847725"/>
                </a:lnTo>
                <a:lnTo>
                  <a:pt x="1704975" y="847725"/>
                </a:lnTo>
                <a:close/>
                <a:moveTo>
                  <a:pt x="723900" y="847725"/>
                </a:moveTo>
                <a:lnTo>
                  <a:pt x="800100" y="847725"/>
                </a:lnTo>
                <a:lnTo>
                  <a:pt x="800100" y="866775"/>
                </a:lnTo>
                <a:lnTo>
                  <a:pt x="723900" y="866775"/>
                </a:lnTo>
                <a:close/>
                <a:moveTo>
                  <a:pt x="828675" y="847725"/>
                </a:moveTo>
                <a:lnTo>
                  <a:pt x="876300" y="847725"/>
                </a:lnTo>
                <a:lnTo>
                  <a:pt x="876300" y="866775"/>
                </a:lnTo>
                <a:lnTo>
                  <a:pt x="828675" y="866775"/>
                </a:lnTo>
                <a:close/>
                <a:moveTo>
                  <a:pt x="895350" y="847725"/>
                </a:moveTo>
                <a:lnTo>
                  <a:pt x="971550" y="847725"/>
                </a:lnTo>
                <a:lnTo>
                  <a:pt x="971550" y="866775"/>
                </a:lnTo>
                <a:lnTo>
                  <a:pt x="895350" y="866775"/>
                </a:lnTo>
                <a:close/>
                <a:moveTo>
                  <a:pt x="1000125" y="847725"/>
                </a:moveTo>
                <a:lnTo>
                  <a:pt x="1038225" y="847725"/>
                </a:lnTo>
                <a:lnTo>
                  <a:pt x="1038225" y="866775"/>
                </a:lnTo>
                <a:lnTo>
                  <a:pt x="1000125" y="866775"/>
                </a:lnTo>
                <a:close/>
                <a:moveTo>
                  <a:pt x="1066800" y="847725"/>
                </a:moveTo>
                <a:lnTo>
                  <a:pt x="1104900" y="847725"/>
                </a:lnTo>
                <a:lnTo>
                  <a:pt x="1104900" y="866775"/>
                </a:lnTo>
                <a:lnTo>
                  <a:pt x="1066800" y="866775"/>
                </a:lnTo>
                <a:close/>
                <a:moveTo>
                  <a:pt x="1466850" y="847725"/>
                </a:moveTo>
                <a:lnTo>
                  <a:pt x="1571625" y="847725"/>
                </a:lnTo>
                <a:lnTo>
                  <a:pt x="1571625" y="857250"/>
                </a:lnTo>
                <a:lnTo>
                  <a:pt x="1562100" y="857250"/>
                </a:lnTo>
                <a:lnTo>
                  <a:pt x="1562100" y="866775"/>
                </a:lnTo>
                <a:lnTo>
                  <a:pt x="1466850" y="866775"/>
                </a:lnTo>
                <a:close/>
                <a:moveTo>
                  <a:pt x="1628775" y="847725"/>
                </a:moveTo>
                <a:lnTo>
                  <a:pt x="1685925" y="847725"/>
                </a:lnTo>
                <a:lnTo>
                  <a:pt x="1685925" y="866775"/>
                </a:lnTo>
                <a:lnTo>
                  <a:pt x="1647825" y="866775"/>
                </a:lnTo>
                <a:lnTo>
                  <a:pt x="1647825" y="876300"/>
                </a:lnTo>
                <a:lnTo>
                  <a:pt x="1638300" y="876300"/>
                </a:lnTo>
                <a:lnTo>
                  <a:pt x="1638300" y="866775"/>
                </a:lnTo>
                <a:lnTo>
                  <a:pt x="1628775" y="866775"/>
                </a:lnTo>
                <a:close/>
                <a:moveTo>
                  <a:pt x="1666875" y="885825"/>
                </a:moveTo>
                <a:lnTo>
                  <a:pt x="1676400" y="885825"/>
                </a:lnTo>
                <a:lnTo>
                  <a:pt x="1676400" y="895350"/>
                </a:lnTo>
                <a:lnTo>
                  <a:pt x="1666875" y="895350"/>
                </a:lnTo>
                <a:close/>
                <a:moveTo>
                  <a:pt x="1685925" y="885825"/>
                </a:moveTo>
                <a:lnTo>
                  <a:pt x="1695450" y="885825"/>
                </a:lnTo>
                <a:lnTo>
                  <a:pt x="1695450" y="895350"/>
                </a:lnTo>
                <a:lnTo>
                  <a:pt x="1685925" y="895350"/>
                </a:lnTo>
                <a:close/>
                <a:moveTo>
                  <a:pt x="1704975" y="895350"/>
                </a:moveTo>
                <a:lnTo>
                  <a:pt x="1714500" y="895350"/>
                </a:lnTo>
                <a:lnTo>
                  <a:pt x="1714500" y="923925"/>
                </a:lnTo>
                <a:lnTo>
                  <a:pt x="1724025" y="923925"/>
                </a:lnTo>
                <a:lnTo>
                  <a:pt x="1724025" y="962025"/>
                </a:lnTo>
                <a:lnTo>
                  <a:pt x="1704975" y="962025"/>
                </a:lnTo>
                <a:lnTo>
                  <a:pt x="1704975" y="952500"/>
                </a:lnTo>
                <a:lnTo>
                  <a:pt x="1695450" y="952500"/>
                </a:lnTo>
                <a:lnTo>
                  <a:pt x="1695450" y="933450"/>
                </a:lnTo>
                <a:lnTo>
                  <a:pt x="1704975" y="933450"/>
                </a:lnTo>
                <a:close/>
                <a:moveTo>
                  <a:pt x="238125" y="904875"/>
                </a:moveTo>
                <a:lnTo>
                  <a:pt x="266700" y="904875"/>
                </a:lnTo>
                <a:lnTo>
                  <a:pt x="266700" y="914400"/>
                </a:lnTo>
                <a:lnTo>
                  <a:pt x="238125" y="914400"/>
                </a:lnTo>
                <a:close/>
                <a:moveTo>
                  <a:pt x="342900" y="904875"/>
                </a:moveTo>
                <a:lnTo>
                  <a:pt x="361950" y="904875"/>
                </a:lnTo>
                <a:lnTo>
                  <a:pt x="361950" y="914400"/>
                </a:lnTo>
                <a:lnTo>
                  <a:pt x="342900" y="914400"/>
                </a:lnTo>
                <a:close/>
                <a:moveTo>
                  <a:pt x="228600" y="914400"/>
                </a:moveTo>
                <a:lnTo>
                  <a:pt x="238125" y="914400"/>
                </a:lnTo>
                <a:lnTo>
                  <a:pt x="238125" y="923925"/>
                </a:lnTo>
                <a:lnTo>
                  <a:pt x="247650" y="923925"/>
                </a:lnTo>
                <a:lnTo>
                  <a:pt x="247650" y="933450"/>
                </a:lnTo>
                <a:lnTo>
                  <a:pt x="219075" y="933450"/>
                </a:lnTo>
                <a:lnTo>
                  <a:pt x="219075" y="923925"/>
                </a:lnTo>
                <a:lnTo>
                  <a:pt x="228600" y="923925"/>
                </a:lnTo>
                <a:close/>
                <a:moveTo>
                  <a:pt x="323850" y="914400"/>
                </a:moveTo>
                <a:lnTo>
                  <a:pt x="342900" y="914400"/>
                </a:lnTo>
                <a:lnTo>
                  <a:pt x="342900" y="923925"/>
                </a:lnTo>
                <a:lnTo>
                  <a:pt x="381000" y="923925"/>
                </a:lnTo>
                <a:lnTo>
                  <a:pt x="381000" y="914400"/>
                </a:lnTo>
                <a:lnTo>
                  <a:pt x="409575" y="914400"/>
                </a:lnTo>
                <a:lnTo>
                  <a:pt x="409575" y="923925"/>
                </a:lnTo>
                <a:lnTo>
                  <a:pt x="400050" y="923925"/>
                </a:lnTo>
                <a:lnTo>
                  <a:pt x="400050" y="942975"/>
                </a:lnTo>
                <a:lnTo>
                  <a:pt x="390525" y="942975"/>
                </a:lnTo>
                <a:lnTo>
                  <a:pt x="390525" y="923925"/>
                </a:lnTo>
                <a:lnTo>
                  <a:pt x="381000" y="923925"/>
                </a:lnTo>
                <a:lnTo>
                  <a:pt x="381000" y="942975"/>
                </a:lnTo>
                <a:lnTo>
                  <a:pt x="371475" y="942975"/>
                </a:lnTo>
                <a:lnTo>
                  <a:pt x="371475" y="933450"/>
                </a:lnTo>
                <a:lnTo>
                  <a:pt x="323850" y="933450"/>
                </a:lnTo>
                <a:close/>
                <a:moveTo>
                  <a:pt x="428625" y="914400"/>
                </a:moveTo>
                <a:lnTo>
                  <a:pt x="447675" y="914400"/>
                </a:lnTo>
                <a:lnTo>
                  <a:pt x="447675" y="923925"/>
                </a:lnTo>
                <a:lnTo>
                  <a:pt x="428625" y="923925"/>
                </a:lnTo>
                <a:close/>
                <a:moveTo>
                  <a:pt x="533400" y="914400"/>
                </a:moveTo>
                <a:lnTo>
                  <a:pt x="542925" y="914400"/>
                </a:lnTo>
                <a:lnTo>
                  <a:pt x="542925" y="923925"/>
                </a:lnTo>
                <a:lnTo>
                  <a:pt x="533400" y="923925"/>
                </a:lnTo>
                <a:close/>
                <a:moveTo>
                  <a:pt x="638175" y="914400"/>
                </a:moveTo>
                <a:lnTo>
                  <a:pt x="657225" y="914400"/>
                </a:lnTo>
                <a:lnTo>
                  <a:pt x="657225" y="942975"/>
                </a:lnTo>
                <a:lnTo>
                  <a:pt x="638175" y="942975"/>
                </a:lnTo>
                <a:close/>
                <a:moveTo>
                  <a:pt x="123825" y="923925"/>
                </a:moveTo>
                <a:lnTo>
                  <a:pt x="133350" y="923925"/>
                </a:lnTo>
                <a:lnTo>
                  <a:pt x="133350" y="942975"/>
                </a:lnTo>
                <a:lnTo>
                  <a:pt x="123825" y="942975"/>
                </a:lnTo>
                <a:close/>
                <a:moveTo>
                  <a:pt x="533400" y="933450"/>
                </a:moveTo>
                <a:lnTo>
                  <a:pt x="552450" y="933450"/>
                </a:lnTo>
                <a:lnTo>
                  <a:pt x="552450" y="942975"/>
                </a:lnTo>
                <a:lnTo>
                  <a:pt x="533400" y="942975"/>
                </a:lnTo>
                <a:close/>
                <a:moveTo>
                  <a:pt x="600075" y="933450"/>
                </a:moveTo>
                <a:lnTo>
                  <a:pt x="619125" y="933450"/>
                </a:lnTo>
                <a:lnTo>
                  <a:pt x="619125" y="942975"/>
                </a:lnTo>
                <a:lnTo>
                  <a:pt x="600075" y="942975"/>
                </a:lnTo>
                <a:close/>
                <a:moveTo>
                  <a:pt x="695325" y="933450"/>
                </a:moveTo>
                <a:lnTo>
                  <a:pt x="714375" y="933450"/>
                </a:lnTo>
                <a:lnTo>
                  <a:pt x="714375" y="942975"/>
                </a:lnTo>
                <a:lnTo>
                  <a:pt x="733425" y="942975"/>
                </a:lnTo>
                <a:lnTo>
                  <a:pt x="733425" y="952500"/>
                </a:lnTo>
                <a:lnTo>
                  <a:pt x="704850" y="952500"/>
                </a:lnTo>
                <a:lnTo>
                  <a:pt x="704850" y="942975"/>
                </a:lnTo>
                <a:lnTo>
                  <a:pt x="695325" y="942975"/>
                </a:lnTo>
                <a:close/>
                <a:moveTo>
                  <a:pt x="800100" y="933450"/>
                </a:moveTo>
                <a:lnTo>
                  <a:pt x="809625" y="933450"/>
                </a:lnTo>
                <a:lnTo>
                  <a:pt x="809625" y="942975"/>
                </a:lnTo>
                <a:lnTo>
                  <a:pt x="800100" y="942975"/>
                </a:lnTo>
                <a:close/>
                <a:moveTo>
                  <a:pt x="981075" y="933450"/>
                </a:moveTo>
                <a:lnTo>
                  <a:pt x="990600" y="933450"/>
                </a:lnTo>
                <a:lnTo>
                  <a:pt x="990600" y="942975"/>
                </a:lnTo>
                <a:lnTo>
                  <a:pt x="981075" y="942975"/>
                </a:lnTo>
                <a:close/>
                <a:moveTo>
                  <a:pt x="1009650" y="933450"/>
                </a:moveTo>
                <a:lnTo>
                  <a:pt x="1019175" y="933450"/>
                </a:lnTo>
                <a:lnTo>
                  <a:pt x="1019175" y="942975"/>
                </a:lnTo>
                <a:lnTo>
                  <a:pt x="1009650" y="942975"/>
                </a:lnTo>
                <a:close/>
                <a:moveTo>
                  <a:pt x="1181100" y="933450"/>
                </a:moveTo>
                <a:lnTo>
                  <a:pt x="1190625" y="933450"/>
                </a:lnTo>
                <a:lnTo>
                  <a:pt x="1190625" y="942975"/>
                </a:lnTo>
                <a:lnTo>
                  <a:pt x="1181100" y="942975"/>
                </a:lnTo>
                <a:close/>
                <a:moveTo>
                  <a:pt x="1257300" y="933450"/>
                </a:moveTo>
                <a:lnTo>
                  <a:pt x="1266825" y="933450"/>
                </a:lnTo>
                <a:lnTo>
                  <a:pt x="1266825" y="942975"/>
                </a:lnTo>
                <a:lnTo>
                  <a:pt x="1257300" y="942975"/>
                </a:lnTo>
                <a:close/>
                <a:moveTo>
                  <a:pt x="1581150" y="933450"/>
                </a:moveTo>
                <a:lnTo>
                  <a:pt x="1609725" y="933450"/>
                </a:lnTo>
                <a:lnTo>
                  <a:pt x="1609725" y="942975"/>
                </a:lnTo>
                <a:lnTo>
                  <a:pt x="1600200" y="942975"/>
                </a:lnTo>
                <a:lnTo>
                  <a:pt x="1600200" y="952500"/>
                </a:lnTo>
                <a:lnTo>
                  <a:pt x="1590675" y="952500"/>
                </a:lnTo>
                <a:lnTo>
                  <a:pt x="1590675" y="942975"/>
                </a:lnTo>
                <a:lnTo>
                  <a:pt x="1581150" y="942975"/>
                </a:lnTo>
                <a:close/>
                <a:moveTo>
                  <a:pt x="742950" y="942975"/>
                </a:moveTo>
                <a:lnTo>
                  <a:pt x="771525" y="942975"/>
                </a:lnTo>
                <a:lnTo>
                  <a:pt x="771525" y="952500"/>
                </a:lnTo>
                <a:lnTo>
                  <a:pt x="742950" y="952500"/>
                </a:lnTo>
                <a:close/>
                <a:moveTo>
                  <a:pt x="1485900" y="942975"/>
                </a:moveTo>
                <a:lnTo>
                  <a:pt x="1495425" y="942975"/>
                </a:lnTo>
                <a:lnTo>
                  <a:pt x="1495425" y="952500"/>
                </a:lnTo>
                <a:lnTo>
                  <a:pt x="1485900" y="952500"/>
                </a:lnTo>
                <a:close/>
                <a:moveTo>
                  <a:pt x="1495425" y="952500"/>
                </a:moveTo>
                <a:lnTo>
                  <a:pt x="1504950" y="952500"/>
                </a:lnTo>
                <a:lnTo>
                  <a:pt x="1504950" y="962025"/>
                </a:lnTo>
                <a:lnTo>
                  <a:pt x="1495425" y="962025"/>
                </a:lnTo>
                <a:close/>
                <a:moveTo>
                  <a:pt x="466725" y="971550"/>
                </a:moveTo>
                <a:lnTo>
                  <a:pt x="495300" y="971550"/>
                </a:lnTo>
                <a:lnTo>
                  <a:pt x="495300" y="981075"/>
                </a:lnTo>
                <a:lnTo>
                  <a:pt x="552450" y="981075"/>
                </a:lnTo>
                <a:lnTo>
                  <a:pt x="552450" y="990600"/>
                </a:lnTo>
                <a:lnTo>
                  <a:pt x="476250" y="990600"/>
                </a:lnTo>
                <a:lnTo>
                  <a:pt x="476250" y="981075"/>
                </a:lnTo>
                <a:lnTo>
                  <a:pt x="466725" y="981075"/>
                </a:lnTo>
                <a:close/>
                <a:moveTo>
                  <a:pt x="1019175" y="971550"/>
                </a:moveTo>
                <a:lnTo>
                  <a:pt x="1047750" y="971550"/>
                </a:lnTo>
                <a:lnTo>
                  <a:pt x="1047750" y="990600"/>
                </a:lnTo>
                <a:lnTo>
                  <a:pt x="1019175" y="990600"/>
                </a:lnTo>
                <a:close/>
                <a:moveTo>
                  <a:pt x="1314450" y="971550"/>
                </a:moveTo>
                <a:lnTo>
                  <a:pt x="1343025" y="971550"/>
                </a:lnTo>
                <a:lnTo>
                  <a:pt x="1343025" y="981075"/>
                </a:lnTo>
                <a:lnTo>
                  <a:pt x="1333500" y="981075"/>
                </a:lnTo>
                <a:lnTo>
                  <a:pt x="1333500" y="990600"/>
                </a:lnTo>
                <a:lnTo>
                  <a:pt x="1304925" y="990600"/>
                </a:lnTo>
                <a:lnTo>
                  <a:pt x="1304925" y="981075"/>
                </a:lnTo>
                <a:lnTo>
                  <a:pt x="1314450" y="981075"/>
                </a:lnTo>
                <a:close/>
                <a:moveTo>
                  <a:pt x="1628775" y="971550"/>
                </a:moveTo>
                <a:lnTo>
                  <a:pt x="1647825" y="971550"/>
                </a:lnTo>
                <a:lnTo>
                  <a:pt x="1647825" y="981075"/>
                </a:lnTo>
                <a:lnTo>
                  <a:pt x="1666875" y="981075"/>
                </a:lnTo>
                <a:lnTo>
                  <a:pt x="1666875" y="971550"/>
                </a:lnTo>
                <a:lnTo>
                  <a:pt x="1695450" y="971550"/>
                </a:lnTo>
                <a:lnTo>
                  <a:pt x="1695450" y="981075"/>
                </a:lnTo>
                <a:lnTo>
                  <a:pt x="1685925" y="981075"/>
                </a:lnTo>
                <a:lnTo>
                  <a:pt x="1685925" y="1000125"/>
                </a:lnTo>
                <a:lnTo>
                  <a:pt x="1666875" y="1000125"/>
                </a:lnTo>
                <a:lnTo>
                  <a:pt x="1666875" y="1009650"/>
                </a:lnTo>
                <a:lnTo>
                  <a:pt x="1638300" y="1009650"/>
                </a:lnTo>
                <a:lnTo>
                  <a:pt x="1638300" y="1000125"/>
                </a:lnTo>
                <a:lnTo>
                  <a:pt x="1609725" y="1000125"/>
                </a:lnTo>
                <a:lnTo>
                  <a:pt x="1609725" y="981075"/>
                </a:lnTo>
                <a:lnTo>
                  <a:pt x="1628775" y="981075"/>
                </a:lnTo>
                <a:close/>
                <a:moveTo>
                  <a:pt x="295275" y="981075"/>
                </a:moveTo>
                <a:lnTo>
                  <a:pt x="314325" y="981075"/>
                </a:lnTo>
                <a:lnTo>
                  <a:pt x="314325" y="990600"/>
                </a:lnTo>
                <a:lnTo>
                  <a:pt x="295275" y="990600"/>
                </a:lnTo>
                <a:close/>
                <a:moveTo>
                  <a:pt x="628650" y="981075"/>
                </a:moveTo>
                <a:lnTo>
                  <a:pt x="685800" y="981075"/>
                </a:lnTo>
                <a:lnTo>
                  <a:pt x="685800" y="990600"/>
                </a:lnTo>
                <a:lnTo>
                  <a:pt x="628650" y="990600"/>
                </a:lnTo>
                <a:close/>
                <a:moveTo>
                  <a:pt x="781050" y="981075"/>
                </a:moveTo>
                <a:lnTo>
                  <a:pt x="819150" y="981075"/>
                </a:lnTo>
                <a:lnTo>
                  <a:pt x="819150" y="990600"/>
                </a:lnTo>
                <a:lnTo>
                  <a:pt x="809625" y="990600"/>
                </a:lnTo>
                <a:lnTo>
                  <a:pt x="809625" y="1000125"/>
                </a:lnTo>
                <a:lnTo>
                  <a:pt x="800100" y="1000125"/>
                </a:lnTo>
                <a:lnTo>
                  <a:pt x="800100" y="990600"/>
                </a:lnTo>
                <a:lnTo>
                  <a:pt x="781050" y="990600"/>
                </a:lnTo>
                <a:close/>
                <a:moveTo>
                  <a:pt x="838200" y="981075"/>
                </a:moveTo>
                <a:lnTo>
                  <a:pt x="847725" y="981075"/>
                </a:lnTo>
                <a:lnTo>
                  <a:pt x="847725" y="990600"/>
                </a:lnTo>
                <a:lnTo>
                  <a:pt x="838200" y="990600"/>
                </a:lnTo>
                <a:close/>
                <a:moveTo>
                  <a:pt x="1171575" y="981075"/>
                </a:moveTo>
                <a:lnTo>
                  <a:pt x="1219200" y="981075"/>
                </a:lnTo>
                <a:lnTo>
                  <a:pt x="1219200" y="990600"/>
                </a:lnTo>
                <a:lnTo>
                  <a:pt x="1171575" y="990600"/>
                </a:lnTo>
                <a:close/>
                <a:moveTo>
                  <a:pt x="1266825" y="981075"/>
                </a:moveTo>
                <a:lnTo>
                  <a:pt x="1295400" y="981075"/>
                </a:lnTo>
                <a:lnTo>
                  <a:pt x="1295400" y="1000125"/>
                </a:lnTo>
                <a:lnTo>
                  <a:pt x="1266825" y="1000125"/>
                </a:lnTo>
                <a:close/>
                <a:moveTo>
                  <a:pt x="1438275" y="981075"/>
                </a:moveTo>
                <a:lnTo>
                  <a:pt x="1590675" y="981075"/>
                </a:lnTo>
                <a:lnTo>
                  <a:pt x="1590675" y="990600"/>
                </a:lnTo>
                <a:lnTo>
                  <a:pt x="1600200" y="990600"/>
                </a:lnTo>
                <a:lnTo>
                  <a:pt x="1600200" y="1000125"/>
                </a:lnTo>
                <a:lnTo>
                  <a:pt x="1504950" y="1000125"/>
                </a:lnTo>
                <a:lnTo>
                  <a:pt x="1504950" y="990600"/>
                </a:lnTo>
                <a:lnTo>
                  <a:pt x="1438275" y="990600"/>
                </a:lnTo>
                <a:close/>
                <a:moveTo>
                  <a:pt x="1695450" y="981075"/>
                </a:moveTo>
                <a:lnTo>
                  <a:pt x="1704975" y="981075"/>
                </a:lnTo>
                <a:lnTo>
                  <a:pt x="1704975" y="1000125"/>
                </a:lnTo>
                <a:lnTo>
                  <a:pt x="1695450" y="1000125"/>
                </a:lnTo>
                <a:close/>
                <a:moveTo>
                  <a:pt x="314325" y="990600"/>
                </a:moveTo>
                <a:lnTo>
                  <a:pt x="323850" y="990600"/>
                </a:lnTo>
                <a:lnTo>
                  <a:pt x="323850" y="1000125"/>
                </a:lnTo>
                <a:lnTo>
                  <a:pt x="314325" y="1000125"/>
                </a:lnTo>
                <a:close/>
                <a:moveTo>
                  <a:pt x="247650" y="1000125"/>
                </a:moveTo>
                <a:lnTo>
                  <a:pt x="285750" y="1000125"/>
                </a:lnTo>
                <a:lnTo>
                  <a:pt x="285750" y="1009650"/>
                </a:lnTo>
                <a:lnTo>
                  <a:pt x="247650" y="1009650"/>
                </a:lnTo>
                <a:close/>
                <a:moveTo>
                  <a:pt x="304800" y="1000125"/>
                </a:moveTo>
                <a:lnTo>
                  <a:pt x="314325" y="1000125"/>
                </a:lnTo>
                <a:lnTo>
                  <a:pt x="314325" y="1009650"/>
                </a:lnTo>
                <a:lnTo>
                  <a:pt x="304800" y="1009650"/>
                </a:lnTo>
                <a:close/>
                <a:moveTo>
                  <a:pt x="342900" y="1000125"/>
                </a:moveTo>
                <a:lnTo>
                  <a:pt x="352425" y="1000125"/>
                </a:lnTo>
                <a:lnTo>
                  <a:pt x="352425" y="1009650"/>
                </a:lnTo>
                <a:lnTo>
                  <a:pt x="342900" y="1009650"/>
                </a:lnTo>
                <a:close/>
                <a:moveTo>
                  <a:pt x="390525" y="1000125"/>
                </a:moveTo>
                <a:lnTo>
                  <a:pt x="419100" y="1000125"/>
                </a:lnTo>
                <a:lnTo>
                  <a:pt x="419100" y="1009650"/>
                </a:lnTo>
                <a:lnTo>
                  <a:pt x="390525" y="1009650"/>
                </a:lnTo>
                <a:close/>
                <a:moveTo>
                  <a:pt x="1685925" y="1000125"/>
                </a:moveTo>
                <a:lnTo>
                  <a:pt x="1695450" y="1000125"/>
                </a:lnTo>
                <a:lnTo>
                  <a:pt x="1695450" y="1009650"/>
                </a:lnTo>
                <a:lnTo>
                  <a:pt x="1685925" y="1009650"/>
                </a:lnTo>
                <a:close/>
                <a:moveTo>
                  <a:pt x="1704975" y="1000125"/>
                </a:moveTo>
                <a:lnTo>
                  <a:pt x="1714500" y="1000125"/>
                </a:lnTo>
                <a:lnTo>
                  <a:pt x="1714500" y="1009650"/>
                </a:lnTo>
                <a:lnTo>
                  <a:pt x="1704975" y="1009650"/>
                </a:lnTo>
                <a:close/>
                <a:moveTo>
                  <a:pt x="200025" y="1009650"/>
                </a:moveTo>
                <a:lnTo>
                  <a:pt x="228600" y="1009650"/>
                </a:lnTo>
                <a:lnTo>
                  <a:pt x="228600" y="1019175"/>
                </a:lnTo>
                <a:lnTo>
                  <a:pt x="200025" y="1019175"/>
                </a:lnTo>
                <a:close/>
                <a:moveTo>
                  <a:pt x="295275" y="1009650"/>
                </a:moveTo>
                <a:lnTo>
                  <a:pt x="304800" y="1009650"/>
                </a:lnTo>
                <a:lnTo>
                  <a:pt x="304800" y="1019175"/>
                </a:lnTo>
                <a:lnTo>
                  <a:pt x="295275" y="1019175"/>
                </a:lnTo>
                <a:close/>
                <a:moveTo>
                  <a:pt x="371475" y="1009650"/>
                </a:moveTo>
                <a:lnTo>
                  <a:pt x="381000" y="1009650"/>
                </a:lnTo>
                <a:lnTo>
                  <a:pt x="381000" y="1019175"/>
                </a:lnTo>
                <a:lnTo>
                  <a:pt x="371475" y="1019175"/>
                </a:lnTo>
                <a:close/>
                <a:moveTo>
                  <a:pt x="1704975" y="1038225"/>
                </a:moveTo>
                <a:lnTo>
                  <a:pt x="1714500" y="1038225"/>
                </a:lnTo>
                <a:lnTo>
                  <a:pt x="1714500" y="1047750"/>
                </a:lnTo>
                <a:lnTo>
                  <a:pt x="1704975" y="1047750"/>
                </a:lnTo>
                <a:close/>
                <a:moveTo>
                  <a:pt x="238125" y="1047750"/>
                </a:moveTo>
                <a:lnTo>
                  <a:pt x="257175" y="1047750"/>
                </a:lnTo>
                <a:lnTo>
                  <a:pt x="257175" y="1057275"/>
                </a:lnTo>
                <a:lnTo>
                  <a:pt x="238125" y="1057275"/>
                </a:lnTo>
                <a:close/>
                <a:moveTo>
                  <a:pt x="123825" y="1066800"/>
                </a:moveTo>
                <a:lnTo>
                  <a:pt x="133350" y="1066800"/>
                </a:lnTo>
                <a:lnTo>
                  <a:pt x="133350" y="1076325"/>
                </a:lnTo>
                <a:lnTo>
                  <a:pt x="123825" y="1076325"/>
                </a:lnTo>
                <a:close/>
                <a:moveTo>
                  <a:pt x="1724025" y="1076325"/>
                </a:moveTo>
                <a:lnTo>
                  <a:pt x="1733550" y="1076325"/>
                </a:lnTo>
                <a:lnTo>
                  <a:pt x="1733550" y="1104900"/>
                </a:lnTo>
                <a:lnTo>
                  <a:pt x="1724025" y="1104900"/>
                </a:lnTo>
                <a:close/>
                <a:moveTo>
                  <a:pt x="266700" y="1104900"/>
                </a:moveTo>
                <a:lnTo>
                  <a:pt x="285750" y="1104900"/>
                </a:lnTo>
                <a:lnTo>
                  <a:pt x="285750" y="1123950"/>
                </a:lnTo>
                <a:lnTo>
                  <a:pt x="257175" y="1123950"/>
                </a:lnTo>
                <a:lnTo>
                  <a:pt x="257175" y="1114425"/>
                </a:lnTo>
                <a:lnTo>
                  <a:pt x="266700" y="1114425"/>
                </a:lnTo>
                <a:close/>
                <a:moveTo>
                  <a:pt x="342900" y="1104900"/>
                </a:moveTo>
                <a:lnTo>
                  <a:pt x="371475" y="1104900"/>
                </a:lnTo>
                <a:lnTo>
                  <a:pt x="371475" y="1123950"/>
                </a:lnTo>
                <a:lnTo>
                  <a:pt x="342900" y="1123950"/>
                </a:lnTo>
                <a:close/>
                <a:moveTo>
                  <a:pt x="381000" y="1104900"/>
                </a:moveTo>
                <a:lnTo>
                  <a:pt x="409575" y="1104900"/>
                </a:lnTo>
                <a:lnTo>
                  <a:pt x="409575" y="1123950"/>
                </a:lnTo>
                <a:lnTo>
                  <a:pt x="381000" y="1123950"/>
                </a:lnTo>
                <a:close/>
                <a:moveTo>
                  <a:pt x="447675" y="1104900"/>
                </a:moveTo>
                <a:lnTo>
                  <a:pt x="504825" y="1104900"/>
                </a:lnTo>
                <a:lnTo>
                  <a:pt x="504825" y="1123950"/>
                </a:lnTo>
                <a:lnTo>
                  <a:pt x="533400" y="1123950"/>
                </a:lnTo>
                <a:lnTo>
                  <a:pt x="533400" y="1133475"/>
                </a:lnTo>
                <a:lnTo>
                  <a:pt x="476250" y="1133475"/>
                </a:lnTo>
                <a:lnTo>
                  <a:pt x="476250" y="1123950"/>
                </a:lnTo>
                <a:lnTo>
                  <a:pt x="447675" y="1123950"/>
                </a:lnTo>
                <a:close/>
                <a:moveTo>
                  <a:pt x="619125" y="1104900"/>
                </a:moveTo>
                <a:lnTo>
                  <a:pt x="628650" y="1104900"/>
                </a:lnTo>
                <a:lnTo>
                  <a:pt x="628650" y="1133475"/>
                </a:lnTo>
                <a:lnTo>
                  <a:pt x="590550" y="1133475"/>
                </a:lnTo>
                <a:lnTo>
                  <a:pt x="590550" y="1123950"/>
                </a:lnTo>
                <a:lnTo>
                  <a:pt x="619125" y="1123950"/>
                </a:lnTo>
                <a:close/>
                <a:moveTo>
                  <a:pt x="638175" y="1104900"/>
                </a:moveTo>
                <a:lnTo>
                  <a:pt x="647700" y="1104900"/>
                </a:lnTo>
                <a:lnTo>
                  <a:pt x="647700" y="1123950"/>
                </a:lnTo>
                <a:lnTo>
                  <a:pt x="638175" y="1123950"/>
                </a:lnTo>
                <a:close/>
                <a:moveTo>
                  <a:pt x="676275" y="1104900"/>
                </a:moveTo>
                <a:lnTo>
                  <a:pt x="714375" y="1104900"/>
                </a:lnTo>
                <a:lnTo>
                  <a:pt x="714375" y="1123950"/>
                </a:lnTo>
                <a:lnTo>
                  <a:pt x="676275" y="1123950"/>
                </a:lnTo>
                <a:close/>
                <a:moveTo>
                  <a:pt x="733425" y="1104900"/>
                </a:moveTo>
                <a:lnTo>
                  <a:pt x="752475" y="1104900"/>
                </a:lnTo>
                <a:lnTo>
                  <a:pt x="752475" y="1123950"/>
                </a:lnTo>
                <a:lnTo>
                  <a:pt x="733425" y="1123950"/>
                </a:lnTo>
                <a:close/>
                <a:moveTo>
                  <a:pt x="800100" y="1104900"/>
                </a:moveTo>
                <a:lnTo>
                  <a:pt x="809625" y="1104900"/>
                </a:lnTo>
                <a:lnTo>
                  <a:pt x="809625" y="1123950"/>
                </a:lnTo>
                <a:lnTo>
                  <a:pt x="800100" y="1123950"/>
                </a:lnTo>
                <a:close/>
                <a:moveTo>
                  <a:pt x="895350" y="1104900"/>
                </a:moveTo>
                <a:lnTo>
                  <a:pt x="904875" y="1104900"/>
                </a:lnTo>
                <a:lnTo>
                  <a:pt x="904875" y="1133475"/>
                </a:lnTo>
                <a:lnTo>
                  <a:pt x="895350" y="1133475"/>
                </a:lnTo>
                <a:close/>
                <a:moveTo>
                  <a:pt x="942975" y="1104900"/>
                </a:moveTo>
                <a:lnTo>
                  <a:pt x="962025" y="1104900"/>
                </a:lnTo>
                <a:lnTo>
                  <a:pt x="962025" y="1123950"/>
                </a:lnTo>
                <a:lnTo>
                  <a:pt x="942975" y="1123950"/>
                </a:lnTo>
                <a:close/>
                <a:moveTo>
                  <a:pt x="1028700" y="1104900"/>
                </a:moveTo>
                <a:lnTo>
                  <a:pt x="1038225" y="1104900"/>
                </a:lnTo>
                <a:lnTo>
                  <a:pt x="1038225" y="1123950"/>
                </a:lnTo>
                <a:lnTo>
                  <a:pt x="1028700" y="1123950"/>
                </a:lnTo>
                <a:close/>
                <a:moveTo>
                  <a:pt x="1057275" y="1104900"/>
                </a:moveTo>
                <a:lnTo>
                  <a:pt x="1085850" y="1104900"/>
                </a:lnTo>
                <a:lnTo>
                  <a:pt x="1085850" y="1123950"/>
                </a:lnTo>
                <a:lnTo>
                  <a:pt x="1057275" y="1123950"/>
                </a:lnTo>
                <a:close/>
                <a:moveTo>
                  <a:pt x="1114425" y="1104900"/>
                </a:moveTo>
                <a:lnTo>
                  <a:pt x="1123950" y="1104900"/>
                </a:lnTo>
                <a:lnTo>
                  <a:pt x="1123950" y="1114425"/>
                </a:lnTo>
                <a:lnTo>
                  <a:pt x="1114425" y="1114425"/>
                </a:lnTo>
                <a:close/>
                <a:moveTo>
                  <a:pt x="1152525" y="1104900"/>
                </a:moveTo>
                <a:lnTo>
                  <a:pt x="1171575" y="1104900"/>
                </a:lnTo>
                <a:lnTo>
                  <a:pt x="1171575" y="1123950"/>
                </a:lnTo>
                <a:lnTo>
                  <a:pt x="1181100" y="1123950"/>
                </a:lnTo>
                <a:lnTo>
                  <a:pt x="1181100" y="1133475"/>
                </a:lnTo>
                <a:lnTo>
                  <a:pt x="1143000" y="1133475"/>
                </a:lnTo>
                <a:lnTo>
                  <a:pt x="1143000" y="1114425"/>
                </a:lnTo>
                <a:lnTo>
                  <a:pt x="1152525" y="1114425"/>
                </a:lnTo>
                <a:close/>
                <a:moveTo>
                  <a:pt x="1200150" y="1104900"/>
                </a:moveTo>
                <a:lnTo>
                  <a:pt x="1219200" y="1104900"/>
                </a:lnTo>
                <a:lnTo>
                  <a:pt x="1219200" y="1123950"/>
                </a:lnTo>
                <a:lnTo>
                  <a:pt x="1190625" y="1123950"/>
                </a:lnTo>
                <a:lnTo>
                  <a:pt x="1190625" y="1114425"/>
                </a:lnTo>
                <a:lnTo>
                  <a:pt x="1200150" y="1114425"/>
                </a:lnTo>
                <a:close/>
                <a:moveTo>
                  <a:pt x="1285875" y="1104900"/>
                </a:moveTo>
                <a:lnTo>
                  <a:pt x="1314450" y="1104900"/>
                </a:lnTo>
                <a:lnTo>
                  <a:pt x="1314450" y="1123950"/>
                </a:lnTo>
                <a:lnTo>
                  <a:pt x="1323975" y="1123950"/>
                </a:lnTo>
                <a:lnTo>
                  <a:pt x="1323975" y="1133475"/>
                </a:lnTo>
                <a:lnTo>
                  <a:pt x="1295400" y="1133475"/>
                </a:lnTo>
                <a:lnTo>
                  <a:pt x="1295400" y="1123950"/>
                </a:lnTo>
                <a:lnTo>
                  <a:pt x="1285875" y="1123950"/>
                </a:lnTo>
                <a:close/>
                <a:moveTo>
                  <a:pt x="1381125" y="1104900"/>
                </a:moveTo>
                <a:lnTo>
                  <a:pt x="1400175" y="1104900"/>
                </a:lnTo>
                <a:lnTo>
                  <a:pt x="1400175" y="1123950"/>
                </a:lnTo>
                <a:lnTo>
                  <a:pt x="1438275" y="1123950"/>
                </a:lnTo>
                <a:lnTo>
                  <a:pt x="1438275" y="1104900"/>
                </a:lnTo>
                <a:lnTo>
                  <a:pt x="1466850" y="1104900"/>
                </a:lnTo>
                <a:lnTo>
                  <a:pt x="1466850" y="1123950"/>
                </a:lnTo>
                <a:lnTo>
                  <a:pt x="1447800" y="1123950"/>
                </a:lnTo>
                <a:lnTo>
                  <a:pt x="1447800" y="1133475"/>
                </a:lnTo>
                <a:lnTo>
                  <a:pt x="1419225" y="1133475"/>
                </a:lnTo>
                <a:lnTo>
                  <a:pt x="1419225" y="1152525"/>
                </a:lnTo>
                <a:lnTo>
                  <a:pt x="1409700" y="1152525"/>
                </a:lnTo>
                <a:lnTo>
                  <a:pt x="1409700" y="1133475"/>
                </a:lnTo>
                <a:lnTo>
                  <a:pt x="1400175" y="1133475"/>
                </a:lnTo>
                <a:lnTo>
                  <a:pt x="1400175" y="1143000"/>
                </a:lnTo>
                <a:lnTo>
                  <a:pt x="1390650" y="1143000"/>
                </a:lnTo>
                <a:lnTo>
                  <a:pt x="1390650" y="1123950"/>
                </a:lnTo>
                <a:lnTo>
                  <a:pt x="1381125" y="1123950"/>
                </a:lnTo>
                <a:close/>
                <a:moveTo>
                  <a:pt x="1514475" y="1104900"/>
                </a:moveTo>
                <a:lnTo>
                  <a:pt x="1533525" y="1104900"/>
                </a:lnTo>
                <a:lnTo>
                  <a:pt x="1533525" y="1114425"/>
                </a:lnTo>
                <a:lnTo>
                  <a:pt x="1524000" y="1114425"/>
                </a:lnTo>
                <a:lnTo>
                  <a:pt x="1524000" y="1123950"/>
                </a:lnTo>
                <a:lnTo>
                  <a:pt x="1514475" y="1123950"/>
                </a:lnTo>
                <a:close/>
                <a:moveTo>
                  <a:pt x="1543050" y="1104900"/>
                </a:moveTo>
                <a:lnTo>
                  <a:pt x="1552575" y="1104900"/>
                </a:lnTo>
                <a:lnTo>
                  <a:pt x="1552575" y="1123950"/>
                </a:lnTo>
                <a:lnTo>
                  <a:pt x="1543050" y="1123950"/>
                </a:lnTo>
                <a:close/>
                <a:moveTo>
                  <a:pt x="1571625" y="1104900"/>
                </a:moveTo>
                <a:lnTo>
                  <a:pt x="1590675" y="1104900"/>
                </a:lnTo>
                <a:lnTo>
                  <a:pt x="1590675" y="1114425"/>
                </a:lnTo>
                <a:lnTo>
                  <a:pt x="1609725" y="1114425"/>
                </a:lnTo>
                <a:lnTo>
                  <a:pt x="1609725" y="1104900"/>
                </a:lnTo>
                <a:lnTo>
                  <a:pt x="1619250" y="1104900"/>
                </a:lnTo>
                <a:lnTo>
                  <a:pt x="1619250" y="1133475"/>
                </a:lnTo>
                <a:lnTo>
                  <a:pt x="1609725" y="1133475"/>
                </a:lnTo>
                <a:lnTo>
                  <a:pt x="1609725" y="1152525"/>
                </a:lnTo>
                <a:lnTo>
                  <a:pt x="1590675" y="1152525"/>
                </a:lnTo>
                <a:lnTo>
                  <a:pt x="1590675" y="1143000"/>
                </a:lnTo>
                <a:lnTo>
                  <a:pt x="1581150" y="1143000"/>
                </a:lnTo>
                <a:lnTo>
                  <a:pt x="1581150" y="1133475"/>
                </a:lnTo>
                <a:lnTo>
                  <a:pt x="1571625" y="1133475"/>
                </a:lnTo>
                <a:close/>
                <a:moveTo>
                  <a:pt x="1657350" y="1104900"/>
                </a:moveTo>
                <a:lnTo>
                  <a:pt x="1676400" y="1104900"/>
                </a:lnTo>
                <a:lnTo>
                  <a:pt x="1676400" y="1123950"/>
                </a:lnTo>
                <a:lnTo>
                  <a:pt x="1657350" y="1123950"/>
                </a:lnTo>
                <a:close/>
                <a:moveTo>
                  <a:pt x="228600" y="1114425"/>
                </a:moveTo>
                <a:lnTo>
                  <a:pt x="247650" y="1114425"/>
                </a:lnTo>
                <a:lnTo>
                  <a:pt x="247650" y="1123950"/>
                </a:lnTo>
                <a:lnTo>
                  <a:pt x="228600" y="1123950"/>
                </a:lnTo>
                <a:close/>
                <a:moveTo>
                  <a:pt x="762000" y="1114425"/>
                </a:moveTo>
                <a:lnTo>
                  <a:pt x="790575" y="1114425"/>
                </a:lnTo>
                <a:lnTo>
                  <a:pt x="790575" y="1123950"/>
                </a:lnTo>
                <a:lnTo>
                  <a:pt x="762000" y="1123950"/>
                </a:lnTo>
                <a:close/>
                <a:moveTo>
                  <a:pt x="876300" y="1114425"/>
                </a:moveTo>
                <a:lnTo>
                  <a:pt x="885825" y="1114425"/>
                </a:lnTo>
                <a:lnTo>
                  <a:pt x="885825" y="1123950"/>
                </a:lnTo>
                <a:lnTo>
                  <a:pt x="876300" y="1123950"/>
                </a:lnTo>
                <a:close/>
                <a:moveTo>
                  <a:pt x="1085850" y="1123950"/>
                </a:moveTo>
                <a:lnTo>
                  <a:pt x="1095375" y="1123950"/>
                </a:lnTo>
                <a:lnTo>
                  <a:pt x="1095375" y="1133475"/>
                </a:lnTo>
                <a:lnTo>
                  <a:pt x="1085850" y="1133475"/>
                </a:lnTo>
                <a:close/>
                <a:moveTo>
                  <a:pt x="1219200" y="1123950"/>
                </a:moveTo>
                <a:lnTo>
                  <a:pt x="1228725" y="1123950"/>
                </a:lnTo>
                <a:lnTo>
                  <a:pt x="1228725" y="1133475"/>
                </a:lnTo>
                <a:lnTo>
                  <a:pt x="1219200" y="1133475"/>
                </a:lnTo>
                <a:close/>
                <a:moveTo>
                  <a:pt x="257175" y="1171575"/>
                </a:moveTo>
                <a:lnTo>
                  <a:pt x="295275" y="1171575"/>
                </a:lnTo>
                <a:lnTo>
                  <a:pt x="295275" y="1181100"/>
                </a:lnTo>
                <a:lnTo>
                  <a:pt x="257175" y="1181100"/>
                </a:lnTo>
                <a:close/>
                <a:moveTo>
                  <a:pt x="304800" y="1171575"/>
                </a:moveTo>
                <a:lnTo>
                  <a:pt x="323850" y="1171575"/>
                </a:lnTo>
                <a:lnTo>
                  <a:pt x="323850" y="1181100"/>
                </a:lnTo>
                <a:lnTo>
                  <a:pt x="304800" y="1181100"/>
                </a:lnTo>
                <a:close/>
                <a:moveTo>
                  <a:pt x="390525" y="1171575"/>
                </a:moveTo>
                <a:lnTo>
                  <a:pt x="409575" y="1171575"/>
                </a:lnTo>
                <a:lnTo>
                  <a:pt x="409575" y="1181100"/>
                </a:lnTo>
                <a:lnTo>
                  <a:pt x="390525" y="1181100"/>
                </a:lnTo>
                <a:close/>
                <a:moveTo>
                  <a:pt x="438150" y="1171575"/>
                </a:moveTo>
                <a:lnTo>
                  <a:pt x="457200" y="1171575"/>
                </a:lnTo>
                <a:lnTo>
                  <a:pt x="457200" y="1181100"/>
                </a:lnTo>
                <a:lnTo>
                  <a:pt x="438150" y="1181100"/>
                </a:lnTo>
                <a:close/>
                <a:moveTo>
                  <a:pt x="990600" y="1171575"/>
                </a:moveTo>
                <a:lnTo>
                  <a:pt x="1009650" y="1171575"/>
                </a:lnTo>
                <a:lnTo>
                  <a:pt x="1009650" y="1181100"/>
                </a:lnTo>
                <a:lnTo>
                  <a:pt x="990600" y="1181100"/>
                </a:lnTo>
                <a:close/>
                <a:moveTo>
                  <a:pt x="1628775" y="1181100"/>
                </a:moveTo>
                <a:lnTo>
                  <a:pt x="1676400" y="1181100"/>
                </a:lnTo>
                <a:lnTo>
                  <a:pt x="1676400" y="1200150"/>
                </a:lnTo>
                <a:lnTo>
                  <a:pt x="1685925" y="1200150"/>
                </a:lnTo>
                <a:lnTo>
                  <a:pt x="1685925" y="1209675"/>
                </a:lnTo>
                <a:lnTo>
                  <a:pt x="1676400" y="1209675"/>
                </a:lnTo>
                <a:lnTo>
                  <a:pt x="1676400" y="1219200"/>
                </a:lnTo>
                <a:lnTo>
                  <a:pt x="1666875" y="1219200"/>
                </a:lnTo>
                <a:lnTo>
                  <a:pt x="1666875" y="1200150"/>
                </a:lnTo>
                <a:lnTo>
                  <a:pt x="1657350" y="1200150"/>
                </a:lnTo>
                <a:lnTo>
                  <a:pt x="1657350" y="1190625"/>
                </a:lnTo>
                <a:lnTo>
                  <a:pt x="1628775" y="1190625"/>
                </a:lnTo>
                <a:close/>
                <a:moveTo>
                  <a:pt x="1724025" y="1247775"/>
                </a:moveTo>
                <a:lnTo>
                  <a:pt x="1733550" y="1247775"/>
                </a:lnTo>
                <a:lnTo>
                  <a:pt x="1733550" y="1266825"/>
                </a:lnTo>
                <a:lnTo>
                  <a:pt x="1724025" y="1266825"/>
                </a:lnTo>
                <a:close/>
                <a:moveTo>
                  <a:pt x="1704975" y="1266825"/>
                </a:moveTo>
                <a:lnTo>
                  <a:pt x="1724025" y="1266825"/>
                </a:lnTo>
                <a:lnTo>
                  <a:pt x="1724025" y="1285875"/>
                </a:lnTo>
                <a:lnTo>
                  <a:pt x="1704975" y="1285875"/>
                </a:lnTo>
                <a:close/>
                <a:moveTo>
                  <a:pt x="161925" y="1276350"/>
                </a:moveTo>
                <a:lnTo>
                  <a:pt x="171450" y="1276350"/>
                </a:lnTo>
                <a:lnTo>
                  <a:pt x="171450" y="1285875"/>
                </a:lnTo>
                <a:lnTo>
                  <a:pt x="161925" y="1285875"/>
                </a:lnTo>
                <a:close/>
                <a:moveTo>
                  <a:pt x="1685925" y="1285875"/>
                </a:moveTo>
                <a:lnTo>
                  <a:pt x="1704975" y="1285875"/>
                </a:lnTo>
                <a:lnTo>
                  <a:pt x="1704975" y="1295400"/>
                </a:lnTo>
                <a:lnTo>
                  <a:pt x="1685925" y="1295400"/>
                </a:lnTo>
                <a:close/>
                <a:moveTo>
                  <a:pt x="123825" y="1362075"/>
                </a:moveTo>
                <a:lnTo>
                  <a:pt x="133350" y="1362075"/>
                </a:lnTo>
                <a:lnTo>
                  <a:pt x="133350" y="1371600"/>
                </a:lnTo>
                <a:lnTo>
                  <a:pt x="123825" y="1371600"/>
                </a:lnTo>
                <a:close/>
                <a:moveTo>
                  <a:pt x="676275" y="1390650"/>
                </a:moveTo>
                <a:lnTo>
                  <a:pt x="685800" y="1390650"/>
                </a:lnTo>
                <a:lnTo>
                  <a:pt x="685800" y="1400175"/>
                </a:lnTo>
                <a:lnTo>
                  <a:pt x="676275" y="1400175"/>
                </a:lnTo>
                <a:close/>
                <a:moveTo>
                  <a:pt x="1704975" y="1409700"/>
                </a:moveTo>
                <a:lnTo>
                  <a:pt x="1724025" y="1409700"/>
                </a:lnTo>
                <a:lnTo>
                  <a:pt x="1724025" y="1419225"/>
                </a:lnTo>
                <a:lnTo>
                  <a:pt x="1704975" y="1419225"/>
                </a:lnTo>
                <a:close/>
                <a:moveTo>
                  <a:pt x="295275" y="1419225"/>
                </a:moveTo>
                <a:lnTo>
                  <a:pt x="304800" y="1419225"/>
                </a:lnTo>
                <a:lnTo>
                  <a:pt x="304800" y="1428750"/>
                </a:lnTo>
                <a:lnTo>
                  <a:pt x="295275" y="1428750"/>
                </a:lnTo>
                <a:close/>
                <a:moveTo>
                  <a:pt x="485775" y="1419225"/>
                </a:moveTo>
                <a:lnTo>
                  <a:pt x="504825" y="1419225"/>
                </a:lnTo>
                <a:lnTo>
                  <a:pt x="504825" y="1428750"/>
                </a:lnTo>
                <a:lnTo>
                  <a:pt x="495300" y="1428750"/>
                </a:lnTo>
                <a:lnTo>
                  <a:pt x="495300" y="1438275"/>
                </a:lnTo>
                <a:lnTo>
                  <a:pt x="476250" y="1438275"/>
                </a:lnTo>
                <a:lnTo>
                  <a:pt x="476250" y="1428750"/>
                </a:lnTo>
                <a:lnTo>
                  <a:pt x="485775" y="1428750"/>
                </a:lnTo>
                <a:close/>
                <a:moveTo>
                  <a:pt x="1695450" y="1419225"/>
                </a:moveTo>
                <a:lnTo>
                  <a:pt x="1704975" y="1419225"/>
                </a:lnTo>
                <a:lnTo>
                  <a:pt x="1704975" y="1438275"/>
                </a:lnTo>
                <a:lnTo>
                  <a:pt x="1733550" y="1438275"/>
                </a:lnTo>
                <a:lnTo>
                  <a:pt x="1733550" y="1447800"/>
                </a:lnTo>
                <a:lnTo>
                  <a:pt x="1724025" y="1447800"/>
                </a:lnTo>
                <a:lnTo>
                  <a:pt x="1724025" y="1457325"/>
                </a:lnTo>
                <a:lnTo>
                  <a:pt x="1704975" y="1457325"/>
                </a:lnTo>
                <a:lnTo>
                  <a:pt x="1704975" y="1447800"/>
                </a:lnTo>
                <a:lnTo>
                  <a:pt x="1695450" y="1447800"/>
                </a:lnTo>
                <a:close/>
                <a:moveTo>
                  <a:pt x="304800" y="1428750"/>
                </a:moveTo>
                <a:lnTo>
                  <a:pt x="314325" y="1428750"/>
                </a:lnTo>
                <a:lnTo>
                  <a:pt x="314325" y="1438275"/>
                </a:lnTo>
                <a:lnTo>
                  <a:pt x="304800" y="1438275"/>
                </a:lnTo>
                <a:close/>
                <a:moveTo>
                  <a:pt x="1057275" y="1438275"/>
                </a:moveTo>
                <a:lnTo>
                  <a:pt x="1066800" y="1438275"/>
                </a:lnTo>
                <a:lnTo>
                  <a:pt x="1066800" y="1457325"/>
                </a:lnTo>
                <a:lnTo>
                  <a:pt x="1057275" y="1457325"/>
                </a:lnTo>
                <a:close/>
                <a:moveTo>
                  <a:pt x="1038225" y="1447800"/>
                </a:moveTo>
                <a:lnTo>
                  <a:pt x="1047750" y="1447800"/>
                </a:lnTo>
                <a:lnTo>
                  <a:pt x="1047750" y="1457325"/>
                </a:lnTo>
                <a:lnTo>
                  <a:pt x="1038225" y="1457325"/>
                </a:lnTo>
                <a:close/>
                <a:moveTo>
                  <a:pt x="1704975" y="1552575"/>
                </a:moveTo>
                <a:lnTo>
                  <a:pt x="1733550" y="1552575"/>
                </a:lnTo>
                <a:lnTo>
                  <a:pt x="1733550" y="1562100"/>
                </a:lnTo>
                <a:lnTo>
                  <a:pt x="1704975" y="1562100"/>
                </a:lnTo>
                <a:close/>
                <a:moveTo>
                  <a:pt x="1695450" y="1562100"/>
                </a:moveTo>
                <a:lnTo>
                  <a:pt x="1704975" y="1562100"/>
                </a:lnTo>
                <a:lnTo>
                  <a:pt x="1704975" y="1590675"/>
                </a:lnTo>
                <a:lnTo>
                  <a:pt x="1695450" y="1590675"/>
                </a:lnTo>
                <a:close/>
                <a:moveTo>
                  <a:pt x="123825" y="1590675"/>
                </a:moveTo>
                <a:lnTo>
                  <a:pt x="133350" y="1590675"/>
                </a:lnTo>
                <a:lnTo>
                  <a:pt x="133350" y="1600200"/>
                </a:lnTo>
                <a:lnTo>
                  <a:pt x="123825" y="1600200"/>
                </a:lnTo>
                <a:close/>
                <a:moveTo>
                  <a:pt x="1695450" y="1619250"/>
                </a:moveTo>
                <a:lnTo>
                  <a:pt x="1704975" y="1619250"/>
                </a:lnTo>
                <a:lnTo>
                  <a:pt x="1704975" y="1638300"/>
                </a:lnTo>
                <a:lnTo>
                  <a:pt x="1724025" y="1638300"/>
                </a:lnTo>
                <a:lnTo>
                  <a:pt x="1724025" y="1647825"/>
                </a:lnTo>
                <a:lnTo>
                  <a:pt x="1695450" y="1647825"/>
                </a:lnTo>
                <a:close/>
                <a:moveTo>
                  <a:pt x="123825" y="1704975"/>
                </a:moveTo>
                <a:lnTo>
                  <a:pt x="133350" y="1704975"/>
                </a:lnTo>
                <a:lnTo>
                  <a:pt x="133350" y="1714500"/>
                </a:lnTo>
                <a:lnTo>
                  <a:pt x="123825" y="1714500"/>
                </a:lnTo>
                <a:close/>
                <a:moveTo>
                  <a:pt x="1704975" y="1704975"/>
                </a:moveTo>
                <a:lnTo>
                  <a:pt x="1724025" y="1704975"/>
                </a:lnTo>
                <a:lnTo>
                  <a:pt x="1724025" y="1714500"/>
                </a:lnTo>
                <a:lnTo>
                  <a:pt x="1704975" y="1714500"/>
                </a:lnTo>
                <a:close/>
                <a:moveTo>
                  <a:pt x="1666875" y="1733550"/>
                </a:moveTo>
                <a:lnTo>
                  <a:pt x="1676400" y="1733550"/>
                </a:lnTo>
                <a:lnTo>
                  <a:pt x="1676400" y="1743075"/>
                </a:lnTo>
                <a:lnTo>
                  <a:pt x="1685925" y="1743075"/>
                </a:lnTo>
                <a:lnTo>
                  <a:pt x="1685925" y="1752600"/>
                </a:lnTo>
                <a:lnTo>
                  <a:pt x="1704975" y="1752600"/>
                </a:lnTo>
                <a:lnTo>
                  <a:pt x="1704975" y="1733550"/>
                </a:lnTo>
                <a:lnTo>
                  <a:pt x="1724025" y="1733550"/>
                </a:lnTo>
                <a:lnTo>
                  <a:pt x="1724025" y="1762125"/>
                </a:lnTo>
                <a:lnTo>
                  <a:pt x="1714500" y="1762125"/>
                </a:lnTo>
                <a:lnTo>
                  <a:pt x="1714500" y="1752600"/>
                </a:lnTo>
                <a:lnTo>
                  <a:pt x="1704975" y="1752600"/>
                </a:lnTo>
                <a:lnTo>
                  <a:pt x="1704975" y="1781175"/>
                </a:lnTo>
                <a:lnTo>
                  <a:pt x="1685925" y="1781175"/>
                </a:lnTo>
                <a:lnTo>
                  <a:pt x="1685925" y="1771650"/>
                </a:lnTo>
                <a:lnTo>
                  <a:pt x="1638300" y="1771650"/>
                </a:lnTo>
                <a:lnTo>
                  <a:pt x="1638300" y="1762125"/>
                </a:lnTo>
                <a:lnTo>
                  <a:pt x="1657350" y="1762125"/>
                </a:lnTo>
                <a:lnTo>
                  <a:pt x="1657350" y="1743075"/>
                </a:lnTo>
                <a:lnTo>
                  <a:pt x="1666875" y="1743075"/>
                </a:lnTo>
                <a:close/>
                <a:moveTo>
                  <a:pt x="180975" y="1743075"/>
                </a:moveTo>
                <a:lnTo>
                  <a:pt x="190500" y="1743075"/>
                </a:lnTo>
                <a:lnTo>
                  <a:pt x="190500" y="1771650"/>
                </a:lnTo>
                <a:lnTo>
                  <a:pt x="180975" y="1771650"/>
                </a:lnTo>
                <a:close/>
                <a:moveTo>
                  <a:pt x="200025" y="1752600"/>
                </a:moveTo>
                <a:lnTo>
                  <a:pt x="209550" y="1752600"/>
                </a:lnTo>
                <a:lnTo>
                  <a:pt x="209550" y="1762125"/>
                </a:lnTo>
                <a:lnTo>
                  <a:pt x="219075" y="1762125"/>
                </a:lnTo>
                <a:lnTo>
                  <a:pt x="219075" y="1771650"/>
                </a:lnTo>
                <a:lnTo>
                  <a:pt x="238125" y="1771650"/>
                </a:lnTo>
                <a:lnTo>
                  <a:pt x="238125" y="1781175"/>
                </a:lnTo>
                <a:lnTo>
                  <a:pt x="209550" y="1781175"/>
                </a:lnTo>
                <a:lnTo>
                  <a:pt x="209550" y="1771650"/>
                </a:lnTo>
                <a:lnTo>
                  <a:pt x="200025" y="1771650"/>
                </a:lnTo>
                <a:close/>
                <a:moveTo>
                  <a:pt x="247650" y="1790700"/>
                </a:moveTo>
                <a:lnTo>
                  <a:pt x="285750" y="1790700"/>
                </a:lnTo>
                <a:lnTo>
                  <a:pt x="285750" y="1800225"/>
                </a:lnTo>
                <a:lnTo>
                  <a:pt x="257175" y="1800225"/>
                </a:lnTo>
                <a:lnTo>
                  <a:pt x="257175" y="1809750"/>
                </a:lnTo>
                <a:lnTo>
                  <a:pt x="238125" y="1809750"/>
                </a:lnTo>
                <a:lnTo>
                  <a:pt x="238125" y="1819275"/>
                </a:lnTo>
                <a:lnTo>
                  <a:pt x="228600" y="1819275"/>
                </a:lnTo>
                <a:lnTo>
                  <a:pt x="228600" y="1809750"/>
                </a:lnTo>
                <a:lnTo>
                  <a:pt x="219075" y="1809750"/>
                </a:lnTo>
                <a:lnTo>
                  <a:pt x="219075" y="1819275"/>
                </a:lnTo>
                <a:lnTo>
                  <a:pt x="200025" y="1819275"/>
                </a:lnTo>
                <a:lnTo>
                  <a:pt x="200025" y="1800225"/>
                </a:lnTo>
                <a:lnTo>
                  <a:pt x="247650" y="1800225"/>
                </a:lnTo>
                <a:close/>
                <a:moveTo>
                  <a:pt x="485775" y="1790700"/>
                </a:moveTo>
                <a:lnTo>
                  <a:pt x="504825" y="1790700"/>
                </a:lnTo>
                <a:lnTo>
                  <a:pt x="504825" y="1809750"/>
                </a:lnTo>
                <a:lnTo>
                  <a:pt x="514350" y="1809750"/>
                </a:lnTo>
                <a:lnTo>
                  <a:pt x="514350" y="1819275"/>
                </a:lnTo>
                <a:lnTo>
                  <a:pt x="495300" y="1819275"/>
                </a:lnTo>
                <a:lnTo>
                  <a:pt x="495300" y="1828800"/>
                </a:lnTo>
                <a:lnTo>
                  <a:pt x="485775" y="1828800"/>
                </a:lnTo>
                <a:close/>
                <a:moveTo>
                  <a:pt x="561975" y="1790700"/>
                </a:moveTo>
                <a:lnTo>
                  <a:pt x="647700" y="1790700"/>
                </a:lnTo>
                <a:lnTo>
                  <a:pt x="647700" y="1800225"/>
                </a:lnTo>
                <a:lnTo>
                  <a:pt x="666750" y="1800225"/>
                </a:lnTo>
                <a:lnTo>
                  <a:pt x="666750" y="1790700"/>
                </a:lnTo>
                <a:lnTo>
                  <a:pt x="704850" y="1790700"/>
                </a:lnTo>
                <a:lnTo>
                  <a:pt x="704850" y="1800225"/>
                </a:lnTo>
                <a:lnTo>
                  <a:pt x="666750" y="1800225"/>
                </a:lnTo>
                <a:lnTo>
                  <a:pt x="666750" y="1809750"/>
                </a:lnTo>
                <a:lnTo>
                  <a:pt x="676275" y="1809750"/>
                </a:lnTo>
                <a:lnTo>
                  <a:pt x="676275" y="1819275"/>
                </a:lnTo>
                <a:lnTo>
                  <a:pt x="666750" y="1819275"/>
                </a:lnTo>
                <a:lnTo>
                  <a:pt x="666750" y="1828800"/>
                </a:lnTo>
                <a:lnTo>
                  <a:pt x="647700" y="1828800"/>
                </a:lnTo>
                <a:lnTo>
                  <a:pt x="647700" y="1819275"/>
                </a:lnTo>
                <a:lnTo>
                  <a:pt x="600075" y="1819275"/>
                </a:lnTo>
                <a:lnTo>
                  <a:pt x="600075" y="1800225"/>
                </a:lnTo>
                <a:lnTo>
                  <a:pt x="581025" y="1800225"/>
                </a:lnTo>
                <a:lnTo>
                  <a:pt x="581025" y="1809750"/>
                </a:lnTo>
                <a:lnTo>
                  <a:pt x="590550" y="1809750"/>
                </a:lnTo>
                <a:lnTo>
                  <a:pt x="590550" y="1819275"/>
                </a:lnTo>
                <a:lnTo>
                  <a:pt x="571500" y="1819275"/>
                </a:lnTo>
                <a:lnTo>
                  <a:pt x="571500" y="1828800"/>
                </a:lnTo>
                <a:lnTo>
                  <a:pt x="542925" y="1828800"/>
                </a:lnTo>
                <a:lnTo>
                  <a:pt x="542925" y="1819275"/>
                </a:lnTo>
                <a:lnTo>
                  <a:pt x="552450" y="1819275"/>
                </a:lnTo>
                <a:lnTo>
                  <a:pt x="552450" y="1809750"/>
                </a:lnTo>
                <a:lnTo>
                  <a:pt x="523875" y="1809750"/>
                </a:lnTo>
                <a:lnTo>
                  <a:pt x="523875" y="1800225"/>
                </a:lnTo>
                <a:lnTo>
                  <a:pt x="561975" y="1800225"/>
                </a:lnTo>
                <a:close/>
                <a:moveTo>
                  <a:pt x="1238250" y="1790700"/>
                </a:moveTo>
                <a:lnTo>
                  <a:pt x="1257300" y="1790700"/>
                </a:lnTo>
                <a:lnTo>
                  <a:pt x="1257300" y="1800225"/>
                </a:lnTo>
                <a:lnTo>
                  <a:pt x="1238250" y="1800225"/>
                </a:lnTo>
                <a:close/>
                <a:moveTo>
                  <a:pt x="1476375" y="1790700"/>
                </a:moveTo>
                <a:lnTo>
                  <a:pt x="1495425" y="1790700"/>
                </a:lnTo>
                <a:lnTo>
                  <a:pt x="1495425" y="1800225"/>
                </a:lnTo>
                <a:lnTo>
                  <a:pt x="1476375" y="1800225"/>
                </a:lnTo>
                <a:close/>
                <a:moveTo>
                  <a:pt x="1524000" y="1790700"/>
                </a:moveTo>
                <a:lnTo>
                  <a:pt x="1543050" y="1790700"/>
                </a:lnTo>
                <a:lnTo>
                  <a:pt x="1543050" y="1800225"/>
                </a:lnTo>
                <a:lnTo>
                  <a:pt x="1524000" y="1800225"/>
                </a:lnTo>
                <a:close/>
                <a:moveTo>
                  <a:pt x="495300" y="1828800"/>
                </a:moveTo>
                <a:lnTo>
                  <a:pt x="504825" y="1828800"/>
                </a:lnTo>
                <a:lnTo>
                  <a:pt x="504825" y="1838325"/>
                </a:lnTo>
                <a:lnTo>
                  <a:pt x="514350" y="1838325"/>
                </a:lnTo>
                <a:lnTo>
                  <a:pt x="514350" y="1857375"/>
                </a:lnTo>
                <a:lnTo>
                  <a:pt x="466725" y="1857375"/>
                </a:lnTo>
                <a:lnTo>
                  <a:pt x="466725" y="1866900"/>
                </a:lnTo>
                <a:lnTo>
                  <a:pt x="457200" y="1866900"/>
                </a:lnTo>
                <a:lnTo>
                  <a:pt x="457200" y="1876425"/>
                </a:lnTo>
                <a:lnTo>
                  <a:pt x="447675" y="1876425"/>
                </a:lnTo>
                <a:lnTo>
                  <a:pt x="447675" y="1885950"/>
                </a:lnTo>
                <a:lnTo>
                  <a:pt x="428625" y="1885950"/>
                </a:lnTo>
                <a:lnTo>
                  <a:pt x="428625" y="1866900"/>
                </a:lnTo>
                <a:lnTo>
                  <a:pt x="419100" y="1866900"/>
                </a:lnTo>
                <a:lnTo>
                  <a:pt x="419100" y="1857375"/>
                </a:lnTo>
                <a:lnTo>
                  <a:pt x="438150" y="1857375"/>
                </a:lnTo>
                <a:lnTo>
                  <a:pt x="438150" y="1847850"/>
                </a:lnTo>
                <a:lnTo>
                  <a:pt x="476250" y="1847850"/>
                </a:lnTo>
                <a:lnTo>
                  <a:pt x="476250" y="1838325"/>
                </a:lnTo>
                <a:lnTo>
                  <a:pt x="495300" y="1838325"/>
                </a:lnTo>
                <a:close/>
                <a:moveTo>
                  <a:pt x="1047750" y="1847850"/>
                </a:moveTo>
                <a:lnTo>
                  <a:pt x="1057275" y="1847850"/>
                </a:lnTo>
                <a:lnTo>
                  <a:pt x="1057275" y="1857375"/>
                </a:lnTo>
                <a:lnTo>
                  <a:pt x="1047750" y="1857375"/>
                </a:lnTo>
                <a:close/>
                <a:moveTo>
                  <a:pt x="123825" y="1857375"/>
                </a:moveTo>
                <a:lnTo>
                  <a:pt x="133350" y="1857375"/>
                </a:lnTo>
                <a:lnTo>
                  <a:pt x="133350" y="1885950"/>
                </a:lnTo>
                <a:lnTo>
                  <a:pt x="123825" y="1885950"/>
                </a:lnTo>
                <a:close/>
                <a:moveTo>
                  <a:pt x="533400" y="1857375"/>
                </a:moveTo>
                <a:lnTo>
                  <a:pt x="542925" y="1857375"/>
                </a:lnTo>
                <a:lnTo>
                  <a:pt x="542925" y="1876425"/>
                </a:lnTo>
                <a:lnTo>
                  <a:pt x="514350" y="1876425"/>
                </a:lnTo>
                <a:lnTo>
                  <a:pt x="514350" y="1866900"/>
                </a:lnTo>
                <a:lnTo>
                  <a:pt x="533400" y="1866900"/>
                </a:lnTo>
                <a:close/>
                <a:moveTo>
                  <a:pt x="581025" y="1857375"/>
                </a:moveTo>
                <a:lnTo>
                  <a:pt x="600075" y="1857375"/>
                </a:lnTo>
                <a:lnTo>
                  <a:pt x="600075" y="1885950"/>
                </a:lnTo>
                <a:lnTo>
                  <a:pt x="590550" y="1885950"/>
                </a:lnTo>
                <a:lnTo>
                  <a:pt x="590550" y="1876425"/>
                </a:lnTo>
                <a:lnTo>
                  <a:pt x="571500" y="1876425"/>
                </a:lnTo>
                <a:lnTo>
                  <a:pt x="571500" y="1866900"/>
                </a:lnTo>
                <a:lnTo>
                  <a:pt x="581025" y="1866900"/>
                </a:lnTo>
                <a:close/>
                <a:moveTo>
                  <a:pt x="238125" y="1866900"/>
                </a:moveTo>
                <a:lnTo>
                  <a:pt x="247650" y="1866900"/>
                </a:lnTo>
                <a:lnTo>
                  <a:pt x="247650" y="1876425"/>
                </a:lnTo>
                <a:lnTo>
                  <a:pt x="238125" y="1876425"/>
                </a:lnTo>
                <a:close/>
                <a:moveTo>
                  <a:pt x="695325" y="1866900"/>
                </a:moveTo>
                <a:lnTo>
                  <a:pt x="714375" y="1866900"/>
                </a:lnTo>
                <a:lnTo>
                  <a:pt x="714375" y="1876425"/>
                </a:lnTo>
                <a:lnTo>
                  <a:pt x="704850" y="1876425"/>
                </a:lnTo>
                <a:lnTo>
                  <a:pt x="704850" y="1885950"/>
                </a:lnTo>
                <a:lnTo>
                  <a:pt x="695325" y="1885950"/>
                </a:lnTo>
                <a:close/>
                <a:moveTo>
                  <a:pt x="619125" y="1876425"/>
                </a:moveTo>
                <a:lnTo>
                  <a:pt x="647700" y="1876425"/>
                </a:lnTo>
                <a:lnTo>
                  <a:pt x="647700" y="1885950"/>
                </a:lnTo>
                <a:lnTo>
                  <a:pt x="619125" y="1885950"/>
                </a:lnTo>
                <a:close/>
                <a:moveTo>
                  <a:pt x="857250" y="1876425"/>
                </a:moveTo>
                <a:lnTo>
                  <a:pt x="885825" y="1876425"/>
                </a:lnTo>
                <a:lnTo>
                  <a:pt x="885825" y="1885950"/>
                </a:lnTo>
                <a:lnTo>
                  <a:pt x="962025" y="1885950"/>
                </a:lnTo>
                <a:lnTo>
                  <a:pt x="962025" y="1895475"/>
                </a:lnTo>
                <a:lnTo>
                  <a:pt x="971550" y="1895475"/>
                </a:lnTo>
                <a:lnTo>
                  <a:pt x="971550" y="1905000"/>
                </a:lnTo>
                <a:lnTo>
                  <a:pt x="885825" y="1905000"/>
                </a:lnTo>
                <a:lnTo>
                  <a:pt x="885825" y="1895475"/>
                </a:lnTo>
                <a:lnTo>
                  <a:pt x="866775" y="1895475"/>
                </a:lnTo>
                <a:lnTo>
                  <a:pt x="866775" y="1905000"/>
                </a:lnTo>
                <a:lnTo>
                  <a:pt x="857250" y="1905000"/>
                </a:lnTo>
                <a:lnTo>
                  <a:pt x="857250" y="1914525"/>
                </a:lnTo>
                <a:lnTo>
                  <a:pt x="847725" y="1914525"/>
                </a:lnTo>
                <a:lnTo>
                  <a:pt x="847725" y="1905000"/>
                </a:lnTo>
                <a:lnTo>
                  <a:pt x="771525" y="1905000"/>
                </a:lnTo>
                <a:lnTo>
                  <a:pt x="771525" y="1914525"/>
                </a:lnTo>
                <a:lnTo>
                  <a:pt x="752475" y="1914525"/>
                </a:lnTo>
                <a:lnTo>
                  <a:pt x="752475" y="1905000"/>
                </a:lnTo>
                <a:lnTo>
                  <a:pt x="723900" y="1905000"/>
                </a:lnTo>
                <a:lnTo>
                  <a:pt x="723900" y="1885950"/>
                </a:lnTo>
                <a:lnTo>
                  <a:pt x="857250" y="1885950"/>
                </a:lnTo>
                <a:close/>
                <a:moveTo>
                  <a:pt x="1095375" y="1876425"/>
                </a:moveTo>
                <a:lnTo>
                  <a:pt x="1123950" y="1876425"/>
                </a:lnTo>
                <a:lnTo>
                  <a:pt x="1123950" y="1885950"/>
                </a:lnTo>
                <a:lnTo>
                  <a:pt x="1095375" y="1885950"/>
                </a:lnTo>
                <a:close/>
                <a:moveTo>
                  <a:pt x="1209675" y="1876425"/>
                </a:moveTo>
                <a:lnTo>
                  <a:pt x="1219200" y="1876425"/>
                </a:lnTo>
                <a:lnTo>
                  <a:pt x="1219200" y="1885950"/>
                </a:lnTo>
                <a:lnTo>
                  <a:pt x="1209675" y="1885950"/>
                </a:lnTo>
                <a:close/>
                <a:moveTo>
                  <a:pt x="1247775" y="1876425"/>
                </a:moveTo>
                <a:lnTo>
                  <a:pt x="1257300" y="1876425"/>
                </a:lnTo>
                <a:lnTo>
                  <a:pt x="1257300" y="1895475"/>
                </a:lnTo>
                <a:lnTo>
                  <a:pt x="1247775" y="1895475"/>
                </a:lnTo>
                <a:close/>
                <a:moveTo>
                  <a:pt x="1704975" y="1876425"/>
                </a:moveTo>
                <a:lnTo>
                  <a:pt x="1714500" y="1876425"/>
                </a:lnTo>
                <a:lnTo>
                  <a:pt x="1714500" y="1885950"/>
                </a:lnTo>
                <a:lnTo>
                  <a:pt x="1704975" y="1885950"/>
                </a:lnTo>
                <a:close/>
                <a:moveTo>
                  <a:pt x="1009650" y="1885950"/>
                </a:moveTo>
                <a:lnTo>
                  <a:pt x="1047750" y="1885950"/>
                </a:lnTo>
                <a:lnTo>
                  <a:pt x="1047750" y="1905000"/>
                </a:lnTo>
                <a:lnTo>
                  <a:pt x="1009650" y="1905000"/>
                </a:lnTo>
                <a:close/>
                <a:moveTo>
                  <a:pt x="1343025" y="1885950"/>
                </a:moveTo>
                <a:lnTo>
                  <a:pt x="1390650" y="1885950"/>
                </a:lnTo>
                <a:lnTo>
                  <a:pt x="1390650" y="1905000"/>
                </a:lnTo>
                <a:lnTo>
                  <a:pt x="1343025" y="1905000"/>
                </a:lnTo>
                <a:close/>
                <a:moveTo>
                  <a:pt x="1409700" y="1885950"/>
                </a:moveTo>
                <a:lnTo>
                  <a:pt x="1447800" y="1885950"/>
                </a:lnTo>
                <a:lnTo>
                  <a:pt x="1447800" y="1895475"/>
                </a:lnTo>
                <a:lnTo>
                  <a:pt x="1438275" y="1895475"/>
                </a:lnTo>
                <a:lnTo>
                  <a:pt x="1438275" y="1905000"/>
                </a:lnTo>
                <a:lnTo>
                  <a:pt x="1409700" y="1905000"/>
                </a:lnTo>
                <a:close/>
                <a:moveTo>
                  <a:pt x="1495425" y="1885950"/>
                </a:moveTo>
                <a:lnTo>
                  <a:pt x="1543050" y="1885950"/>
                </a:lnTo>
                <a:lnTo>
                  <a:pt x="1543050" y="1905000"/>
                </a:lnTo>
                <a:lnTo>
                  <a:pt x="1495425" y="1905000"/>
                </a:lnTo>
                <a:close/>
                <a:moveTo>
                  <a:pt x="1562100" y="1885950"/>
                </a:moveTo>
                <a:lnTo>
                  <a:pt x="1571625" y="1885950"/>
                </a:lnTo>
                <a:lnTo>
                  <a:pt x="1571625" y="1905000"/>
                </a:lnTo>
                <a:lnTo>
                  <a:pt x="1562100" y="1905000"/>
                </a:lnTo>
                <a:close/>
                <a:moveTo>
                  <a:pt x="1714500" y="1885950"/>
                </a:moveTo>
                <a:lnTo>
                  <a:pt x="1724025" y="1885950"/>
                </a:lnTo>
                <a:lnTo>
                  <a:pt x="1724025" y="1905000"/>
                </a:lnTo>
                <a:lnTo>
                  <a:pt x="1714500" y="1905000"/>
                </a:lnTo>
                <a:close/>
                <a:moveTo>
                  <a:pt x="685800" y="1895475"/>
                </a:moveTo>
                <a:lnTo>
                  <a:pt x="695325" y="1895475"/>
                </a:lnTo>
                <a:lnTo>
                  <a:pt x="695325" y="1905000"/>
                </a:lnTo>
                <a:lnTo>
                  <a:pt x="685800" y="1905000"/>
                </a:lnTo>
                <a:close/>
                <a:moveTo>
                  <a:pt x="409575" y="1924050"/>
                </a:moveTo>
                <a:lnTo>
                  <a:pt x="428625" y="1924050"/>
                </a:lnTo>
                <a:lnTo>
                  <a:pt x="428625" y="1933575"/>
                </a:lnTo>
                <a:lnTo>
                  <a:pt x="409575" y="1933575"/>
                </a:lnTo>
                <a:close/>
                <a:moveTo>
                  <a:pt x="514350" y="1933575"/>
                </a:moveTo>
                <a:lnTo>
                  <a:pt x="533400" y="1933575"/>
                </a:lnTo>
                <a:lnTo>
                  <a:pt x="533400" y="1943100"/>
                </a:lnTo>
                <a:lnTo>
                  <a:pt x="542925" y="1943100"/>
                </a:lnTo>
                <a:lnTo>
                  <a:pt x="542925" y="1971675"/>
                </a:lnTo>
                <a:lnTo>
                  <a:pt x="523875" y="1971675"/>
                </a:lnTo>
                <a:lnTo>
                  <a:pt x="523875" y="1943100"/>
                </a:lnTo>
                <a:lnTo>
                  <a:pt x="514350" y="1943100"/>
                </a:lnTo>
                <a:close/>
                <a:moveTo>
                  <a:pt x="1552575" y="1933575"/>
                </a:moveTo>
                <a:lnTo>
                  <a:pt x="1581150" y="1933575"/>
                </a:lnTo>
                <a:lnTo>
                  <a:pt x="1581150" y="1943100"/>
                </a:lnTo>
                <a:lnTo>
                  <a:pt x="1619250" y="1943100"/>
                </a:lnTo>
                <a:lnTo>
                  <a:pt x="1619250" y="1962150"/>
                </a:lnTo>
                <a:lnTo>
                  <a:pt x="1600200" y="1962150"/>
                </a:lnTo>
                <a:lnTo>
                  <a:pt x="1600200" y="1952625"/>
                </a:lnTo>
                <a:lnTo>
                  <a:pt x="1552575" y="1952625"/>
                </a:lnTo>
                <a:close/>
                <a:moveTo>
                  <a:pt x="409575" y="1943100"/>
                </a:moveTo>
                <a:lnTo>
                  <a:pt x="438150" y="1943100"/>
                </a:lnTo>
                <a:lnTo>
                  <a:pt x="438150" y="1952625"/>
                </a:lnTo>
                <a:lnTo>
                  <a:pt x="409575" y="1952625"/>
                </a:lnTo>
                <a:close/>
                <a:moveTo>
                  <a:pt x="476250" y="1952625"/>
                </a:moveTo>
                <a:lnTo>
                  <a:pt x="485775" y="1952625"/>
                </a:lnTo>
                <a:lnTo>
                  <a:pt x="485775" y="1962150"/>
                </a:lnTo>
                <a:lnTo>
                  <a:pt x="504825" y="1962150"/>
                </a:lnTo>
                <a:lnTo>
                  <a:pt x="504825" y="1971675"/>
                </a:lnTo>
                <a:lnTo>
                  <a:pt x="495300" y="1971675"/>
                </a:lnTo>
                <a:lnTo>
                  <a:pt x="495300" y="1990725"/>
                </a:lnTo>
                <a:lnTo>
                  <a:pt x="466725" y="1990725"/>
                </a:lnTo>
                <a:lnTo>
                  <a:pt x="466725" y="1962150"/>
                </a:lnTo>
                <a:lnTo>
                  <a:pt x="476250" y="1962150"/>
                </a:lnTo>
                <a:close/>
                <a:moveTo>
                  <a:pt x="1476375" y="1971675"/>
                </a:moveTo>
                <a:lnTo>
                  <a:pt x="1485900" y="1971675"/>
                </a:lnTo>
                <a:lnTo>
                  <a:pt x="1485900" y="1990725"/>
                </a:lnTo>
                <a:lnTo>
                  <a:pt x="1476375" y="1990725"/>
                </a:lnTo>
                <a:close/>
                <a:moveTo>
                  <a:pt x="1619250" y="1971675"/>
                </a:moveTo>
                <a:lnTo>
                  <a:pt x="1628775" y="1971675"/>
                </a:lnTo>
                <a:lnTo>
                  <a:pt x="1628775" y="1990725"/>
                </a:lnTo>
                <a:lnTo>
                  <a:pt x="1619250" y="1990725"/>
                </a:lnTo>
                <a:close/>
                <a:moveTo>
                  <a:pt x="247650" y="2009775"/>
                </a:moveTo>
                <a:lnTo>
                  <a:pt x="285750" y="2009775"/>
                </a:lnTo>
                <a:lnTo>
                  <a:pt x="285750" y="2019300"/>
                </a:lnTo>
                <a:lnTo>
                  <a:pt x="247650" y="2019300"/>
                </a:lnTo>
                <a:close/>
                <a:moveTo>
                  <a:pt x="352425" y="2009775"/>
                </a:moveTo>
                <a:lnTo>
                  <a:pt x="361950" y="2009775"/>
                </a:lnTo>
                <a:lnTo>
                  <a:pt x="361950" y="2019300"/>
                </a:lnTo>
                <a:lnTo>
                  <a:pt x="352425" y="2019300"/>
                </a:lnTo>
                <a:close/>
                <a:moveTo>
                  <a:pt x="857250" y="2009775"/>
                </a:moveTo>
                <a:lnTo>
                  <a:pt x="876300" y="2009775"/>
                </a:lnTo>
                <a:lnTo>
                  <a:pt x="876300" y="2028825"/>
                </a:lnTo>
                <a:lnTo>
                  <a:pt x="857250" y="2028825"/>
                </a:lnTo>
                <a:close/>
                <a:moveTo>
                  <a:pt x="923925" y="2009775"/>
                </a:moveTo>
                <a:lnTo>
                  <a:pt x="942975" y="2009775"/>
                </a:lnTo>
                <a:lnTo>
                  <a:pt x="942975" y="2028825"/>
                </a:lnTo>
                <a:lnTo>
                  <a:pt x="952500" y="2028825"/>
                </a:lnTo>
                <a:lnTo>
                  <a:pt x="952500" y="2038350"/>
                </a:lnTo>
                <a:lnTo>
                  <a:pt x="933450" y="2038350"/>
                </a:lnTo>
                <a:lnTo>
                  <a:pt x="933450" y="2028825"/>
                </a:lnTo>
                <a:lnTo>
                  <a:pt x="923925" y="2028825"/>
                </a:lnTo>
                <a:close/>
                <a:moveTo>
                  <a:pt x="1219200" y="2009775"/>
                </a:moveTo>
                <a:lnTo>
                  <a:pt x="1238250" y="2009775"/>
                </a:lnTo>
                <a:lnTo>
                  <a:pt x="1238250" y="2019300"/>
                </a:lnTo>
                <a:lnTo>
                  <a:pt x="1219200" y="2019300"/>
                </a:lnTo>
                <a:close/>
                <a:moveTo>
                  <a:pt x="1323975" y="2009775"/>
                </a:moveTo>
                <a:lnTo>
                  <a:pt x="1381125" y="2009775"/>
                </a:lnTo>
                <a:lnTo>
                  <a:pt x="1381125" y="2019300"/>
                </a:lnTo>
                <a:lnTo>
                  <a:pt x="1362075" y="2019300"/>
                </a:lnTo>
                <a:lnTo>
                  <a:pt x="1362075" y="2028825"/>
                </a:lnTo>
                <a:lnTo>
                  <a:pt x="1352550" y="2028825"/>
                </a:lnTo>
                <a:lnTo>
                  <a:pt x="1352550" y="2019300"/>
                </a:lnTo>
                <a:lnTo>
                  <a:pt x="1323975" y="2019300"/>
                </a:lnTo>
                <a:close/>
                <a:moveTo>
                  <a:pt x="1457325" y="2009775"/>
                </a:moveTo>
                <a:lnTo>
                  <a:pt x="1524000" y="2009775"/>
                </a:lnTo>
                <a:lnTo>
                  <a:pt x="1524000" y="2028825"/>
                </a:lnTo>
                <a:lnTo>
                  <a:pt x="1476375" y="2028825"/>
                </a:lnTo>
                <a:lnTo>
                  <a:pt x="1476375" y="2038350"/>
                </a:lnTo>
                <a:lnTo>
                  <a:pt x="1466850" y="2038350"/>
                </a:lnTo>
                <a:lnTo>
                  <a:pt x="1466850" y="2047875"/>
                </a:lnTo>
                <a:lnTo>
                  <a:pt x="1447800" y="2047875"/>
                </a:lnTo>
                <a:lnTo>
                  <a:pt x="1447800" y="2038350"/>
                </a:lnTo>
                <a:lnTo>
                  <a:pt x="1428750" y="2038350"/>
                </a:lnTo>
                <a:lnTo>
                  <a:pt x="1428750" y="2028825"/>
                </a:lnTo>
                <a:lnTo>
                  <a:pt x="1447800" y="2028825"/>
                </a:lnTo>
                <a:lnTo>
                  <a:pt x="1447800" y="2019300"/>
                </a:lnTo>
                <a:lnTo>
                  <a:pt x="1457325" y="2019300"/>
                </a:lnTo>
                <a:close/>
                <a:moveTo>
                  <a:pt x="200025" y="2019300"/>
                </a:moveTo>
                <a:lnTo>
                  <a:pt x="209550" y="2019300"/>
                </a:lnTo>
                <a:lnTo>
                  <a:pt x="209550" y="2028825"/>
                </a:lnTo>
                <a:lnTo>
                  <a:pt x="200025" y="2028825"/>
                </a:lnTo>
                <a:close/>
                <a:moveTo>
                  <a:pt x="409575" y="2019300"/>
                </a:moveTo>
                <a:lnTo>
                  <a:pt x="428625" y="2019300"/>
                </a:lnTo>
                <a:lnTo>
                  <a:pt x="428625" y="2028825"/>
                </a:lnTo>
                <a:lnTo>
                  <a:pt x="438150" y="2028825"/>
                </a:lnTo>
                <a:lnTo>
                  <a:pt x="438150" y="2038350"/>
                </a:lnTo>
                <a:lnTo>
                  <a:pt x="428625" y="2038350"/>
                </a:lnTo>
                <a:lnTo>
                  <a:pt x="428625" y="2057400"/>
                </a:lnTo>
                <a:lnTo>
                  <a:pt x="400050" y="2057400"/>
                </a:lnTo>
                <a:lnTo>
                  <a:pt x="400050" y="2047875"/>
                </a:lnTo>
                <a:lnTo>
                  <a:pt x="390525" y="2047875"/>
                </a:lnTo>
                <a:lnTo>
                  <a:pt x="390525" y="2038350"/>
                </a:lnTo>
                <a:lnTo>
                  <a:pt x="400050" y="2038350"/>
                </a:lnTo>
                <a:lnTo>
                  <a:pt x="400050" y="2028825"/>
                </a:lnTo>
                <a:lnTo>
                  <a:pt x="409575" y="2028825"/>
                </a:lnTo>
                <a:close/>
                <a:moveTo>
                  <a:pt x="1123950" y="2019300"/>
                </a:moveTo>
                <a:lnTo>
                  <a:pt x="1143000" y="2019300"/>
                </a:lnTo>
                <a:lnTo>
                  <a:pt x="1143000" y="2028825"/>
                </a:lnTo>
                <a:lnTo>
                  <a:pt x="1133475" y="2028825"/>
                </a:lnTo>
                <a:lnTo>
                  <a:pt x="1133475" y="2038350"/>
                </a:lnTo>
                <a:lnTo>
                  <a:pt x="1095375" y="2038350"/>
                </a:lnTo>
                <a:lnTo>
                  <a:pt x="1095375" y="2028825"/>
                </a:lnTo>
                <a:lnTo>
                  <a:pt x="1123950" y="2028825"/>
                </a:lnTo>
                <a:close/>
                <a:moveTo>
                  <a:pt x="1638300" y="2028825"/>
                </a:moveTo>
                <a:lnTo>
                  <a:pt x="1647825" y="2028825"/>
                </a:lnTo>
                <a:lnTo>
                  <a:pt x="1647825" y="2047875"/>
                </a:lnTo>
                <a:lnTo>
                  <a:pt x="1657350" y="2047875"/>
                </a:lnTo>
                <a:lnTo>
                  <a:pt x="1657350" y="2057400"/>
                </a:lnTo>
                <a:lnTo>
                  <a:pt x="1666875" y="2057400"/>
                </a:lnTo>
                <a:lnTo>
                  <a:pt x="1666875" y="2066925"/>
                </a:lnTo>
                <a:lnTo>
                  <a:pt x="1676400" y="2066925"/>
                </a:lnTo>
                <a:lnTo>
                  <a:pt x="1676400" y="2085975"/>
                </a:lnTo>
                <a:lnTo>
                  <a:pt x="1666875" y="2085975"/>
                </a:lnTo>
                <a:lnTo>
                  <a:pt x="1666875" y="2076450"/>
                </a:lnTo>
                <a:lnTo>
                  <a:pt x="1619250" y="2076450"/>
                </a:lnTo>
                <a:lnTo>
                  <a:pt x="1619250" y="2066925"/>
                </a:lnTo>
                <a:lnTo>
                  <a:pt x="1590675" y="2066925"/>
                </a:lnTo>
                <a:lnTo>
                  <a:pt x="1590675" y="2057400"/>
                </a:lnTo>
                <a:lnTo>
                  <a:pt x="1609725" y="2057400"/>
                </a:lnTo>
                <a:lnTo>
                  <a:pt x="1609725" y="2047875"/>
                </a:lnTo>
                <a:lnTo>
                  <a:pt x="1638300" y="2047875"/>
                </a:lnTo>
                <a:close/>
                <a:moveTo>
                  <a:pt x="1685925" y="2028825"/>
                </a:moveTo>
                <a:lnTo>
                  <a:pt x="1695450" y="2028825"/>
                </a:lnTo>
                <a:lnTo>
                  <a:pt x="1695450" y="2038350"/>
                </a:lnTo>
                <a:lnTo>
                  <a:pt x="1685925" y="2038350"/>
                </a:lnTo>
                <a:close/>
                <a:moveTo>
                  <a:pt x="1714500" y="2028825"/>
                </a:moveTo>
                <a:lnTo>
                  <a:pt x="1724025" y="2028825"/>
                </a:lnTo>
                <a:lnTo>
                  <a:pt x="1724025" y="2038350"/>
                </a:lnTo>
                <a:lnTo>
                  <a:pt x="1714500" y="2038350"/>
                </a:lnTo>
                <a:close/>
                <a:moveTo>
                  <a:pt x="123825" y="2057400"/>
                </a:moveTo>
                <a:lnTo>
                  <a:pt x="133350" y="2057400"/>
                </a:lnTo>
                <a:lnTo>
                  <a:pt x="133350" y="2114550"/>
                </a:lnTo>
                <a:lnTo>
                  <a:pt x="123825" y="2114550"/>
                </a:lnTo>
                <a:close/>
                <a:moveTo>
                  <a:pt x="971550" y="2057400"/>
                </a:moveTo>
                <a:lnTo>
                  <a:pt x="981075" y="2057400"/>
                </a:lnTo>
                <a:lnTo>
                  <a:pt x="981075" y="2076450"/>
                </a:lnTo>
                <a:lnTo>
                  <a:pt x="1009650" y="2076450"/>
                </a:lnTo>
                <a:lnTo>
                  <a:pt x="1009650" y="2095500"/>
                </a:lnTo>
                <a:lnTo>
                  <a:pt x="1000125" y="2095500"/>
                </a:lnTo>
                <a:lnTo>
                  <a:pt x="1000125" y="2105025"/>
                </a:lnTo>
                <a:lnTo>
                  <a:pt x="1009650" y="2105025"/>
                </a:lnTo>
                <a:lnTo>
                  <a:pt x="1009650" y="2114550"/>
                </a:lnTo>
                <a:lnTo>
                  <a:pt x="1000125" y="2114550"/>
                </a:lnTo>
                <a:lnTo>
                  <a:pt x="1000125" y="2124075"/>
                </a:lnTo>
                <a:lnTo>
                  <a:pt x="1028700" y="2124075"/>
                </a:lnTo>
                <a:lnTo>
                  <a:pt x="1028700" y="2114550"/>
                </a:lnTo>
                <a:lnTo>
                  <a:pt x="1019175" y="2114550"/>
                </a:lnTo>
                <a:lnTo>
                  <a:pt x="1019175" y="2105025"/>
                </a:lnTo>
                <a:lnTo>
                  <a:pt x="1038225" y="2105025"/>
                </a:lnTo>
                <a:lnTo>
                  <a:pt x="1038225" y="2124075"/>
                </a:lnTo>
                <a:lnTo>
                  <a:pt x="1028700" y="2124075"/>
                </a:lnTo>
                <a:lnTo>
                  <a:pt x="1028700" y="2133600"/>
                </a:lnTo>
                <a:lnTo>
                  <a:pt x="1019175" y="2133600"/>
                </a:lnTo>
                <a:lnTo>
                  <a:pt x="1019175" y="2143125"/>
                </a:lnTo>
                <a:lnTo>
                  <a:pt x="1047750" y="2143125"/>
                </a:lnTo>
                <a:lnTo>
                  <a:pt x="1047750" y="2152650"/>
                </a:lnTo>
                <a:lnTo>
                  <a:pt x="1057275" y="2152650"/>
                </a:lnTo>
                <a:lnTo>
                  <a:pt x="1057275" y="2143125"/>
                </a:lnTo>
                <a:lnTo>
                  <a:pt x="1076325" y="2143125"/>
                </a:lnTo>
                <a:lnTo>
                  <a:pt x="1076325" y="2133600"/>
                </a:lnTo>
                <a:lnTo>
                  <a:pt x="1066800" y="2133600"/>
                </a:lnTo>
                <a:lnTo>
                  <a:pt x="1066800" y="2105025"/>
                </a:lnTo>
                <a:lnTo>
                  <a:pt x="1085850" y="2105025"/>
                </a:lnTo>
                <a:lnTo>
                  <a:pt x="1085850" y="2095500"/>
                </a:lnTo>
                <a:lnTo>
                  <a:pt x="1114425" y="2095500"/>
                </a:lnTo>
                <a:lnTo>
                  <a:pt x="1114425" y="2114550"/>
                </a:lnTo>
                <a:lnTo>
                  <a:pt x="1095375" y="2114550"/>
                </a:lnTo>
                <a:lnTo>
                  <a:pt x="1095375" y="2124075"/>
                </a:lnTo>
                <a:lnTo>
                  <a:pt x="1085850" y="2124075"/>
                </a:lnTo>
                <a:lnTo>
                  <a:pt x="1085850" y="2143125"/>
                </a:lnTo>
                <a:lnTo>
                  <a:pt x="1123950" y="2143125"/>
                </a:lnTo>
                <a:lnTo>
                  <a:pt x="1123950" y="2152650"/>
                </a:lnTo>
                <a:lnTo>
                  <a:pt x="1152525" y="2152650"/>
                </a:lnTo>
                <a:lnTo>
                  <a:pt x="1152525" y="2143125"/>
                </a:lnTo>
                <a:lnTo>
                  <a:pt x="1181100" y="2143125"/>
                </a:lnTo>
                <a:lnTo>
                  <a:pt x="1181100" y="2152650"/>
                </a:lnTo>
                <a:lnTo>
                  <a:pt x="1276350" y="2152650"/>
                </a:lnTo>
                <a:lnTo>
                  <a:pt x="1276350" y="2162175"/>
                </a:lnTo>
                <a:lnTo>
                  <a:pt x="1238250" y="2162175"/>
                </a:lnTo>
                <a:lnTo>
                  <a:pt x="1238250" y="2171700"/>
                </a:lnTo>
                <a:lnTo>
                  <a:pt x="1228725" y="2171700"/>
                </a:lnTo>
                <a:lnTo>
                  <a:pt x="1228725" y="2181225"/>
                </a:lnTo>
                <a:lnTo>
                  <a:pt x="1200150" y="2181225"/>
                </a:lnTo>
                <a:lnTo>
                  <a:pt x="1200150" y="2171700"/>
                </a:lnTo>
                <a:lnTo>
                  <a:pt x="1171575" y="2171700"/>
                </a:lnTo>
                <a:lnTo>
                  <a:pt x="1171575" y="2181225"/>
                </a:lnTo>
                <a:lnTo>
                  <a:pt x="1162050" y="2181225"/>
                </a:lnTo>
                <a:lnTo>
                  <a:pt x="1162050" y="2171700"/>
                </a:lnTo>
                <a:lnTo>
                  <a:pt x="1152525" y="2171700"/>
                </a:lnTo>
                <a:lnTo>
                  <a:pt x="1152525" y="2181225"/>
                </a:lnTo>
                <a:lnTo>
                  <a:pt x="1123950" y="2181225"/>
                </a:lnTo>
                <a:lnTo>
                  <a:pt x="1123950" y="2171700"/>
                </a:lnTo>
                <a:lnTo>
                  <a:pt x="1047750" y="2171700"/>
                </a:lnTo>
                <a:lnTo>
                  <a:pt x="1047750" y="2181225"/>
                </a:lnTo>
                <a:lnTo>
                  <a:pt x="1038225" y="2181225"/>
                </a:lnTo>
                <a:lnTo>
                  <a:pt x="1038225" y="2171700"/>
                </a:lnTo>
                <a:lnTo>
                  <a:pt x="1028700" y="2171700"/>
                </a:lnTo>
                <a:lnTo>
                  <a:pt x="1028700" y="2162175"/>
                </a:lnTo>
                <a:lnTo>
                  <a:pt x="1019175" y="2162175"/>
                </a:lnTo>
                <a:lnTo>
                  <a:pt x="1019175" y="2152650"/>
                </a:lnTo>
                <a:lnTo>
                  <a:pt x="1009650" y="2152650"/>
                </a:lnTo>
                <a:lnTo>
                  <a:pt x="1009650" y="2162175"/>
                </a:lnTo>
                <a:lnTo>
                  <a:pt x="1000125" y="2162175"/>
                </a:lnTo>
                <a:lnTo>
                  <a:pt x="1000125" y="2143125"/>
                </a:lnTo>
                <a:lnTo>
                  <a:pt x="990600" y="2143125"/>
                </a:lnTo>
                <a:lnTo>
                  <a:pt x="990600" y="2162175"/>
                </a:lnTo>
                <a:lnTo>
                  <a:pt x="1000125" y="2162175"/>
                </a:lnTo>
                <a:lnTo>
                  <a:pt x="1000125" y="2171700"/>
                </a:lnTo>
                <a:lnTo>
                  <a:pt x="981075" y="2171700"/>
                </a:lnTo>
                <a:lnTo>
                  <a:pt x="981075" y="2124075"/>
                </a:lnTo>
                <a:lnTo>
                  <a:pt x="952500" y="2124075"/>
                </a:lnTo>
                <a:lnTo>
                  <a:pt x="952500" y="2133600"/>
                </a:lnTo>
                <a:lnTo>
                  <a:pt x="923925" y="2133600"/>
                </a:lnTo>
                <a:lnTo>
                  <a:pt x="923925" y="2124075"/>
                </a:lnTo>
                <a:lnTo>
                  <a:pt x="914400" y="2124075"/>
                </a:lnTo>
                <a:lnTo>
                  <a:pt x="914400" y="2114550"/>
                </a:lnTo>
                <a:lnTo>
                  <a:pt x="952500" y="2114550"/>
                </a:lnTo>
                <a:lnTo>
                  <a:pt x="952500" y="2105025"/>
                </a:lnTo>
                <a:lnTo>
                  <a:pt x="962025" y="2105025"/>
                </a:lnTo>
                <a:lnTo>
                  <a:pt x="962025" y="2085975"/>
                </a:lnTo>
                <a:lnTo>
                  <a:pt x="952500" y="2085975"/>
                </a:lnTo>
                <a:lnTo>
                  <a:pt x="952500" y="2076450"/>
                </a:lnTo>
                <a:lnTo>
                  <a:pt x="942975" y="2076450"/>
                </a:lnTo>
                <a:lnTo>
                  <a:pt x="942975" y="2066925"/>
                </a:lnTo>
                <a:lnTo>
                  <a:pt x="971550" y="2066925"/>
                </a:lnTo>
                <a:close/>
                <a:moveTo>
                  <a:pt x="1228725" y="2057400"/>
                </a:moveTo>
                <a:lnTo>
                  <a:pt x="1238250" y="2057400"/>
                </a:lnTo>
                <a:lnTo>
                  <a:pt x="1238250" y="2066925"/>
                </a:lnTo>
                <a:lnTo>
                  <a:pt x="1247775" y="2066925"/>
                </a:lnTo>
                <a:lnTo>
                  <a:pt x="1247775" y="2076450"/>
                </a:lnTo>
                <a:lnTo>
                  <a:pt x="1257300" y="2076450"/>
                </a:lnTo>
                <a:lnTo>
                  <a:pt x="1257300" y="2114550"/>
                </a:lnTo>
                <a:lnTo>
                  <a:pt x="1238250" y="2114550"/>
                </a:lnTo>
                <a:lnTo>
                  <a:pt x="1238250" y="2124075"/>
                </a:lnTo>
                <a:lnTo>
                  <a:pt x="1219200" y="2124075"/>
                </a:lnTo>
                <a:lnTo>
                  <a:pt x="1219200" y="2095500"/>
                </a:lnTo>
                <a:lnTo>
                  <a:pt x="1228725" y="2095500"/>
                </a:lnTo>
                <a:lnTo>
                  <a:pt x="1228725" y="2076450"/>
                </a:lnTo>
                <a:lnTo>
                  <a:pt x="1219200" y="2076450"/>
                </a:lnTo>
                <a:lnTo>
                  <a:pt x="1219200" y="2066925"/>
                </a:lnTo>
                <a:lnTo>
                  <a:pt x="1228725" y="2066925"/>
                </a:lnTo>
                <a:close/>
                <a:moveTo>
                  <a:pt x="1552575" y="2066925"/>
                </a:moveTo>
                <a:lnTo>
                  <a:pt x="1562100" y="2066925"/>
                </a:lnTo>
                <a:lnTo>
                  <a:pt x="1562100" y="2076450"/>
                </a:lnTo>
                <a:lnTo>
                  <a:pt x="1552575" y="2076450"/>
                </a:lnTo>
                <a:close/>
                <a:moveTo>
                  <a:pt x="1571625" y="2066925"/>
                </a:moveTo>
                <a:lnTo>
                  <a:pt x="1581150" y="2066925"/>
                </a:lnTo>
                <a:lnTo>
                  <a:pt x="1581150" y="2076450"/>
                </a:lnTo>
                <a:lnTo>
                  <a:pt x="1571625" y="2076450"/>
                </a:lnTo>
                <a:close/>
                <a:moveTo>
                  <a:pt x="590550" y="2085975"/>
                </a:moveTo>
                <a:lnTo>
                  <a:pt x="600075" y="2085975"/>
                </a:lnTo>
                <a:lnTo>
                  <a:pt x="600075" y="2095500"/>
                </a:lnTo>
                <a:lnTo>
                  <a:pt x="590550" y="2095500"/>
                </a:lnTo>
                <a:close/>
                <a:moveTo>
                  <a:pt x="1676400" y="2085975"/>
                </a:moveTo>
                <a:lnTo>
                  <a:pt x="1685925" y="2085975"/>
                </a:lnTo>
                <a:lnTo>
                  <a:pt x="1685925" y="2095500"/>
                </a:lnTo>
                <a:lnTo>
                  <a:pt x="1676400" y="2095500"/>
                </a:lnTo>
                <a:close/>
                <a:moveTo>
                  <a:pt x="457200" y="2095500"/>
                </a:moveTo>
                <a:lnTo>
                  <a:pt x="466725" y="2095500"/>
                </a:lnTo>
                <a:lnTo>
                  <a:pt x="466725" y="2105025"/>
                </a:lnTo>
                <a:lnTo>
                  <a:pt x="457200" y="2105025"/>
                </a:lnTo>
                <a:close/>
                <a:moveTo>
                  <a:pt x="885825" y="2095500"/>
                </a:moveTo>
                <a:lnTo>
                  <a:pt x="904875" y="2095500"/>
                </a:lnTo>
                <a:lnTo>
                  <a:pt x="904875" y="2105025"/>
                </a:lnTo>
                <a:lnTo>
                  <a:pt x="885825" y="2105025"/>
                </a:lnTo>
                <a:close/>
                <a:moveTo>
                  <a:pt x="438150" y="2105025"/>
                </a:moveTo>
                <a:lnTo>
                  <a:pt x="447675" y="2105025"/>
                </a:lnTo>
                <a:lnTo>
                  <a:pt x="447675" y="2114550"/>
                </a:lnTo>
                <a:lnTo>
                  <a:pt x="438150" y="2114550"/>
                </a:lnTo>
                <a:close/>
                <a:moveTo>
                  <a:pt x="714375" y="2105025"/>
                </a:moveTo>
                <a:lnTo>
                  <a:pt x="733425" y="2105025"/>
                </a:lnTo>
                <a:lnTo>
                  <a:pt x="733425" y="2114550"/>
                </a:lnTo>
                <a:lnTo>
                  <a:pt x="723900" y="2114550"/>
                </a:lnTo>
                <a:lnTo>
                  <a:pt x="723900" y="2124075"/>
                </a:lnTo>
                <a:lnTo>
                  <a:pt x="714375" y="2124075"/>
                </a:lnTo>
                <a:close/>
                <a:moveTo>
                  <a:pt x="876300" y="2105025"/>
                </a:moveTo>
                <a:lnTo>
                  <a:pt x="885825" y="2105025"/>
                </a:lnTo>
                <a:lnTo>
                  <a:pt x="885825" y="2114550"/>
                </a:lnTo>
                <a:lnTo>
                  <a:pt x="876300" y="2114550"/>
                </a:lnTo>
                <a:close/>
                <a:moveTo>
                  <a:pt x="819150" y="2114550"/>
                </a:moveTo>
                <a:lnTo>
                  <a:pt x="838200" y="2114550"/>
                </a:lnTo>
                <a:lnTo>
                  <a:pt x="838200" y="2124075"/>
                </a:lnTo>
                <a:lnTo>
                  <a:pt x="819150" y="2124075"/>
                </a:lnTo>
                <a:close/>
                <a:moveTo>
                  <a:pt x="1171575" y="2114550"/>
                </a:moveTo>
                <a:lnTo>
                  <a:pt x="1190625" y="2114550"/>
                </a:lnTo>
                <a:lnTo>
                  <a:pt x="1190625" y="2133600"/>
                </a:lnTo>
                <a:lnTo>
                  <a:pt x="1181100" y="2133600"/>
                </a:lnTo>
                <a:lnTo>
                  <a:pt x="1181100" y="2124075"/>
                </a:lnTo>
                <a:lnTo>
                  <a:pt x="1171575" y="2124075"/>
                </a:lnTo>
                <a:close/>
                <a:moveTo>
                  <a:pt x="409575" y="2124075"/>
                </a:moveTo>
                <a:lnTo>
                  <a:pt x="428625" y="2124075"/>
                </a:lnTo>
                <a:lnTo>
                  <a:pt x="428625" y="2133600"/>
                </a:lnTo>
                <a:lnTo>
                  <a:pt x="409575" y="2133600"/>
                </a:lnTo>
                <a:close/>
                <a:moveTo>
                  <a:pt x="476250" y="2124075"/>
                </a:moveTo>
                <a:lnTo>
                  <a:pt x="485775" y="2124075"/>
                </a:lnTo>
                <a:lnTo>
                  <a:pt x="485775" y="2133600"/>
                </a:lnTo>
                <a:lnTo>
                  <a:pt x="476250" y="2133600"/>
                </a:lnTo>
                <a:close/>
                <a:moveTo>
                  <a:pt x="638175" y="2124075"/>
                </a:moveTo>
                <a:lnTo>
                  <a:pt x="647700" y="2124075"/>
                </a:lnTo>
                <a:lnTo>
                  <a:pt x="647700" y="2133600"/>
                </a:lnTo>
                <a:lnTo>
                  <a:pt x="638175" y="2133600"/>
                </a:lnTo>
                <a:close/>
                <a:moveTo>
                  <a:pt x="1676400" y="2124075"/>
                </a:moveTo>
                <a:lnTo>
                  <a:pt x="1704975" y="2124075"/>
                </a:lnTo>
                <a:lnTo>
                  <a:pt x="1704975" y="2133600"/>
                </a:lnTo>
                <a:lnTo>
                  <a:pt x="1695450" y="2133600"/>
                </a:lnTo>
                <a:lnTo>
                  <a:pt x="1695450" y="2143125"/>
                </a:lnTo>
                <a:lnTo>
                  <a:pt x="1704975" y="2143125"/>
                </a:lnTo>
                <a:lnTo>
                  <a:pt x="1704975" y="2152650"/>
                </a:lnTo>
                <a:lnTo>
                  <a:pt x="1676400" y="2152650"/>
                </a:lnTo>
                <a:lnTo>
                  <a:pt x="1676400" y="2143125"/>
                </a:lnTo>
                <a:lnTo>
                  <a:pt x="1685925" y="2143125"/>
                </a:lnTo>
                <a:lnTo>
                  <a:pt x="1685925" y="2133600"/>
                </a:lnTo>
                <a:lnTo>
                  <a:pt x="1676400" y="2133600"/>
                </a:lnTo>
                <a:close/>
                <a:moveTo>
                  <a:pt x="600075" y="2133600"/>
                </a:moveTo>
                <a:lnTo>
                  <a:pt x="628650" y="2133600"/>
                </a:lnTo>
                <a:lnTo>
                  <a:pt x="628650" y="2143125"/>
                </a:lnTo>
                <a:lnTo>
                  <a:pt x="600075" y="2143125"/>
                </a:lnTo>
                <a:close/>
                <a:moveTo>
                  <a:pt x="1704975" y="2152650"/>
                </a:moveTo>
                <a:lnTo>
                  <a:pt x="1714500" y="2152650"/>
                </a:lnTo>
                <a:lnTo>
                  <a:pt x="1714500" y="2162175"/>
                </a:lnTo>
                <a:lnTo>
                  <a:pt x="1704975" y="2162175"/>
                </a:lnTo>
                <a:close/>
                <a:moveTo>
                  <a:pt x="676275" y="2171700"/>
                </a:moveTo>
                <a:lnTo>
                  <a:pt x="685800" y="2171700"/>
                </a:lnTo>
                <a:lnTo>
                  <a:pt x="685800" y="2181225"/>
                </a:lnTo>
                <a:lnTo>
                  <a:pt x="676275" y="2181225"/>
                </a:lnTo>
                <a:close/>
                <a:moveTo>
                  <a:pt x="742950" y="2171700"/>
                </a:moveTo>
                <a:lnTo>
                  <a:pt x="752475" y="2171700"/>
                </a:lnTo>
                <a:lnTo>
                  <a:pt x="752475" y="2181225"/>
                </a:lnTo>
                <a:lnTo>
                  <a:pt x="742950" y="2181225"/>
                </a:lnTo>
                <a:close/>
                <a:moveTo>
                  <a:pt x="666750" y="2190750"/>
                </a:moveTo>
                <a:lnTo>
                  <a:pt x="685800" y="2190750"/>
                </a:lnTo>
                <a:lnTo>
                  <a:pt x="685800" y="2200275"/>
                </a:lnTo>
                <a:lnTo>
                  <a:pt x="676275" y="2200275"/>
                </a:lnTo>
                <a:lnTo>
                  <a:pt x="676275" y="2209800"/>
                </a:lnTo>
                <a:lnTo>
                  <a:pt x="666750" y="2209800"/>
                </a:lnTo>
                <a:close/>
                <a:moveTo>
                  <a:pt x="1724025" y="2190750"/>
                </a:moveTo>
                <a:lnTo>
                  <a:pt x="1733550" y="2190750"/>
                </a:lnTo>
                <a:lnTo>
                  <a:pt x="1733550" y="2200275"/>
                </a:lnTo>
                <a:lnTo>
                  <a:pt x="1724025" y="2200275"/>
                </a:lnTo>
                <a:close/>
                <a:moveTo>
                  <a:pt x="495300" y="2219325"/>
                </a:moveTo>
                <a:lnTo>
                  <a:pt x="504825" y="2219325"/>
                </a:lnTo>
                <a:lnTo>
                  <a:pt x="504825" y="2228850"/>
                </a:lnTo>
                <a:lnTo>
                  <a:pt x="495300" y="2228850"/>
                </a:lnTo>
                <a:close/>
                <a:moveTo>
                  <a:pt x="1000125" y="2219325"/>
                </a:moveTo>
                <a:lnTo>
                  <a:pt x="1019175" y="2219325"/>
                </a:lnTo>
                <a:lnTo>
                  <a:pt x="1019175" y="2228850"/>
                </a:lnTo>
                <a:lnTo>
                  <a:pt x="1000125" y="2228850"/>
                </a:lnTo>
                <a:close/>
                <a:moveTo>
                  <a:pt x="1057275" y="2219325"/>
                </a:moveTo>
                <a:lnTo>
                  <a:pt x="1190625" y="2219325"/>
                </a:lnTo>
                <a:lnTo>
                  <a:pt x="1190625" y="2228850"/>
                </a:lnTo>
                <a:lnTo>
                  <a:pt x="1057275" y="2228850"/>
                </a:lnTo>
                <a:close/>
                <a:moveTo>
                  <a:pt x="238125" y="2247900"/>
                </a:moveTo>
                <a:lnTo>
                  <a:pt x="304800" y="2247900"/>
                </a:lnTo>
                <a:lnTo>
                  <a:pt x="304800" y="2257425"/>
                </a:lnTo>
                <a:lnTo>
                  <a:pt x="295275" y="2257425"/>
                </a:lnTo>
                <a:lnTo>
                  <a:pt x="295275" y="2266950"/>
                </a:lnTo>
                <a:lnTo>
                  <a:pt x="304800" y="2266950"/>
                </a:lnTo>
                <a:lnTo>
                  <a:pt x="304800" y="2276475"/>
                </a:lnTo>
                <a:lnTo>
                  <a:pt x="295275" y="2276475"/>
                </a:lnTo>
                <a:lnTo>
                  <a:pt x="295275" y="2295525"/>
                </a:lnTo>
                <a:lnTo>
                  <a:pt x="285750" y="2295525"/>
                </a:lnTo>
                <a:lnTo>
                  <a:pt x="285750" y="2276475"/>
                </a:lnTo>
                <a:lnTo>
                  <a:pt x="257175" y="2276475"/>
                </a:lnTo>
                <a:lnTo>
                  <a:pt x="257175" y="2266950"/>
                </a:lnTo>
                <a:lnTo>
                  <a:pt x="276225" y="2266950"/>
                </a:lnTo>
                <a:lnTo>
                  <a:pt x="276225" y="2257425"/>
                </a:lnTo>
                <a:lnTo>
                  <a:pt x="238125" y="2257425"/>
                </a:lnTo>
                <a:close/>
                <a:moveTo>
                  <a:pt x="323850" y="2247900"/>
                </a:moveTo>
                <a:lnTo>
                  <a:pt x="342900" y="2247900"/>
                </a:lnTo>
                <a:lnTo>
                  <a:pt x="342900" y="2257425"/>
                </a:lnTo>
                <a:lnTo>
                  <a:pt x="323850" y="2257425"/>
                </a:lnTo>
                <a:close/>
                <a:moveTo>
                  <a:pt x="400050" y="2247900"/>
                </a:moveTo>
                <a:lnTo>
                  <a:pt x="419100" y="2247900"/>
                </a:lnTo>
                <a:lnTo>
                  <a:pt x="419100" y="2257425"/>
                </a:lnTo>
                <a:lnTo>
                  <a:pt x="400050" y="2257425"/>
                </a:lnTo>
                <a:close/>
                <a:moveTo>
                  <a:pt x="495300" y="2247900"/>
                </a:moveTo>
                <a:lnTo>
                  <a:pt x="514350" y="2247900"/>
                </a:lnTo>
                <a:lnTo>
                  <a:pt x="514350" y="2257425"/>
                </a:lnTo>
                <a:lnTo>
                  <a:pt x="495300" y="2257425"/>
                </a:lnTo>
                <a:close/>
                <a:moveTo>
                  <a:pt x="571500" y="2247900"/>
                </a:moveTo>
                <a:lnTo>
                  <a:pt x="581025" y="2247900"/>
                </a:lnTo>
                <a:lnTo>
                  <a:pt x="581025" y="2257425"/>
                </a:lnTo>
                <a:lnTo>
                  <a:pt x="571500" y="2257425"/>
                </a:lnTo>
                <a:close/>
                <a:moveTo>
                  <a:pt x="485775" y="2266950"/>
                </a:moveTo>
                <a:lnTo>
                  <a:pt x="504825" y="2266950"/>
                </a:lnTo>
                <a:lnTo>
                  <a:pt x="504825" y="2276475"/>
                </a:lnTo>
                <a:lnTo>
                  <a:pt x="514350" y="2276475"/>
                </a:lnTo>
                <a:lnTo>
                  <a:pt x="514350" y="2286000"/>
                </a:lnTo>
                <a:lnTo>
                  <a:pt x="485775" y="2286000"/>
                </a:lnTo>
                <a:lnTo>
                  <a:pt x="485775" y="2295525"/>
                </a:lnTo>
                <a:lnTo>
                  <a:pt x="476250" y="2295525"/>
                </a:lnTo>
                <a:lnTo>
                  <a:pt x="476250" y="2276475"/>
                </a:lnTo>
                <a:lnTo>
                  <a:pt x="485775" y="2276475"/>
                </a:lnTo>
                <a:close/>
                <a:moveTo>
                  <a:pt x="1581150" y="2266950"/>
                </a:moveTo>
                <a:lnTo>
                  <a:pt x="1590675" y="2266950"/>
                </a:lnTo>
                <a:lnTo>
                  <a:pt x="1590675" y="2276475"/>
                </a:lnTo>
                <a:lnTo>
                  <a:pt x="1600200" y="2276475"/>
                </a:lnTo>
                <a:lnTo>
                  <a:pt x="1600200" y="2286000"/>
                </a:lnTo>
                <a:lnTo>
                  <a:pt x="1609725" y="2286000"/>
                </a:lnTo>
                <a:lnTo>
                  <a:pt x="1609725" y="2276475"/>
                </a:lnTo>
                <a:lnTo>
                  <a:pt x="1619250" y="2276475"/>
                </a:lnTo>
                <a:lnTo>
                  <a:pt x="1619250" y="2295525"/>
                </a:lnTo>
                <a:lnTo>
                  <a:pt x="1581150" y="2295525"/>
                </a:lnTo>
                <a:lnTo>
                  <a:pt x="1581150" y="2286000"/>
                </a:lnTo>
                <a:lnTo>
                  <a:pt x="1571625" y="2286000"/>
                </a:lnTo>
                <a:lnTo>
                  <a:pt x="1571625" y="2276475"/>
                </a:lnTo>
                <a:lnTo>
                  <a:pt x="1581150" y="2276475"/>
                </a:lnTo>
                <a:close/>
                <a:moveTo>
                  <a:pt x="1628775" y="2266950"/>
                </a:moveTo>
                <a:lnTo>
                  <a:pt x="1647825" y="2266950"/>
                </a:lnTo>
                <a:lnTo>
                  <a:pt x="1647825" y="2276475"/>
                </a:lnTo>
                <a:lnTo>
                  <a:pt x="1657350" y="2276475"/>
                </a:lnTo>
                <a:lnTo>
                  <a:pt x="1657350" y="2286000"/>
                </a:lnTo>
                <a:lnTo>
                  <a:pt x="1666875" y="2286000"/>
                </a:lnTo>
                <a:lnTo>
                  <a:pt x="1666875" y="2276475"/>
                </a:lnTo>
                <a:lnTo>
                  <a:pt x="1704975" y="2276475"/>
                </a:lnTo>
                <a:lnTo>
                  <a:pt x="1704975" y="2266950"/>
                </a:lnTo>
                <a:lnTo>
                  <a:pt x="1714500" y="2266950"/>
                </a:lnTo>
                <a:lnTo>
                  <a:pt x="1714500" y="2276475"/>
                </a:lnTo>
                <a:lnTo>
                  <a:pt x="1724025" y="2276475"/>
                </a:lnTo>
                <a:lnTo>
                  <a:pt x="1724025" y="2295525"/>
                </a:lnTo>
                <a:lnTo>
                  <a:pt x="1714500" y="2295525"/>
                </a:lnTo>
                <a:lnTo>
                  <a:pt x="1714500" y="2305050"/>
                </a:lnTo>
                <a:lnTo>
                  <a:pt x="1704975" y="2305050"/>
                </a:lnTo>
                <a:lnTo>
                  <a:pt x="1704975" y="2295525"/>
                </a:lnTo>
                <a:lnTo>
                  <a:pt x="1647825" y="2295525"/>
                </a:lnTo>
                <a:lnTo>
                  <a:pt x="1647825" y="2286000"/>
                </a:lnTo>
                <a:lnTo>
                  <a:pt x="1628775" y="2286000"/>
                </a:lnTo>
                <a:close/>
                <a:moveTo>
                  <a:pt x="390525" y="2276475"/>
                </a:moveTo>
                <a:lnTo>
                  <a:pt x="409575" y="2276475"/>
                </a:lnTo>
                <a:lnTo>
                  <a:pt x="409575" y="2295525"/>
                </a:lnTo>
                <a:lnTo>
                  <a:pt x="400050" y="2295525"/>
                </a:lnTo>
                <a:lnTo>
                  <a:pt x="400050" y="2305050"/>
                </a:lnTo>
                <a:lnTo>
                  <a:pt x="381000" y="2305050"/>
                </a:lnTo>
                <a:lnTo>
                  <a:pt x="381000" y="2295525"/>
                </a:lnTo>
                <a:lnTo>
                  <a:pt x="390525" y="2295525"/>
                </a:lnTo>
                <a:close/>
                <a:moveTo>
                  <a:pt x="533400" y="2276475"/>
                </a:moveTo>
                <a:lnTo>
                  <a:pt x="571500" y="2276475"/>
                </a:lnTo>
                <a:lnTo>
                  <a:pt x="571500" y="2295525"/>
                </a:lnTo>
                <a:lnTo>
                  <a:pt x="533400" y="2295525"/>
                </a:lnTo>
                <a:close/>
                <a:moveTo>
                  <a:pt x="609600" y="2276475"/>
                </a:moveTo>
                <a:lnTo>
                  <a:pt x="638175" y="2276475"/>
                </a:lnTo>
                <a:lnTo>
                  <a:pt x="638175" y="2295525"/>
                </a:lnTo>
                <a:lnTo>
                  <a:pt x="619125" y="2295525"/>
                </a:lnTo>
                <a:lnTo>
                  <a:pt x="619125" y="2305050"/>
                </a:lnTo>
                <a:lnTo>
                  <a:pt x="609600" y="2305050"/>
                </a:lnTo>
                <a:close/>
                <a:moveTo>
                  <a:pt x="942975" y="2276475"/>
                </a:moveTo>
                <a:lnTo>
                  <a:pt x="990600" y="2276475"/>
                </a:lnTo>
                <a:lnTo>
                  <a:pt x="990600" y="2295525"/>
                </a:lnTo>
                <a:lnTo>
                  <a:pt x="981075" y="2295525"/>
                </a:lnTo>
                <a:lnTo>
                  <a:pt x="981075" y="2305050"/>
                </a:lnTo>
                <a:lnTo>
                  <a:pt x="952500" y="2305050"/>
                </a:lnTo>
                <a:lnTo>
                  <a:pt x="952500" y="2295525"/>
                </a:lnTo>
                <a:lnTo>
                  <a:pt x="942975" y="2295525"/>
                </a:lnTo>
                <a:close/>
                <a:moveTo>
                  <a:pt x="1019175" y="2276475"/>
                </a:moveTo>
                <a:lnTo>
                  <a:pt x="1038225" y="2276475"/>
                </a:lnTo>
                <a:lnTo>
                  <a:pt x="1038225" y="2295525"/>
                </a:lnTo>
                <a:lnTo>
                  <a:pt x="1019175" y="2295525"/>
                </a:lnTo>
                <a:close/>
                <a:moveTo>
                  <a:pt x="1438275" y="2276475"/>
                </a:moveTo>
                <a:lnTo>
                  <a:pt x="1447800" y="2276475"/>
                </a:lnTo>
                <a:lnTo>
                  <a:pt x="1447800" y="2295525"/>
                </a:lnTo>
                <a:lnTo>
                  <a:pt x="1438275" y="2295525"/>
                </a:lnTo>
                <a:close/>
                <a:moveTo>
                  <a:pt x="1514475" y="2276475"/>
                </a:moveTo>
                <a:lnTo>
                  <a:pt x="1543050" y="2276475"/>
                </a:lnTo>
                <a:lnTo>
                  <a:pt x="1543050" y="2295525"/>
                </a:lnTo>
                <a:lnTo>
                  <a:pt x="1514475" y="2295525"/>
                </a:lnTo>
                <a:close/>
                <a:moveTo>
                  <a:pt x="219075" y="2286000"/>
                </a:moveTo>
                <a:lnTo>
                  <a:pt x="238125" y="2286000"/>
                </a:lnTo>
                <a:lnTo>
                  <a:pt x="238125" y="2295525"/>
                </a:lnTo>
                <a:lnTo>
                  <a:pt x="219075" y="2295525"/>
                </a:lnTo>
                <a:close/>
                <a:moveTo>
                  <a:pt x="1057275" y="2286000"/>
                </a:moveTo>
                <a:lnTo>
                  <a:pt x="1085850" y="2286000"/>
                </a:lnTo>
                <a:lnTo>
                  <a:pt x="1085850" y="2295525"/>
                </a:lnTo>
                <a:lnTo>
                  <a:pt x="1057275" y="2295525"/>
                </a:lnTo>
                <a:close/>
                <a:moveTo>
                  <a:pt x="1419225" y="2286000"/>
                </a:moveTo>
                <a:lnTo>
                  <a:pt x="1428750" y="2286000"/>
                </a:lnTo>
                <a:lnTo>
                  <a:pt x="1428750" y="2295525"/>
                </a:lnTo>
                <a:lnTo>
                  <a:pt x="1419225" y="2295525"/>
                </a:lnTo>
                <a:close/>
                <a:moveTo>
                  <a:pt x="1466850" y="2286000"/>
                </a:moveTo>
                <a:lnTo>
                  <a:pt x="1495425" y="2286000"/>
                </a:lnTo>
                <a:lnTo>
                  <a:pt x="1495425" y="2295525"/>
                </a:lnTo>
                <a:lnTo>
                  <a:pt x="1466850" y="2295525"/>
                </a:lnTo>
                <a:close/>
                <a:moveTo>
                  <a:pt x="428625" y="2295525"/>
                </a:moveTo>
                <a:lnTo>
                  <a:pt x="447675" y="2295525"/>
                </a:lnTo>
                <a:lnTo>
                  <a:pt x="447675" y="2305050"/>
                </a:lnTo>
                <a:lnTo>
                  <a:pt x="428625" y="2305050"/>
                </a:lnTo>
                <a:close/>
                <a:moveTo>
                  <a:pt x="581025" y="2295525"/>
                </a:moveTo>
                <a:lnTo>
                  <a:pt x="590550" y="2295525"/>
                </a:lnTo>
                <a:lnTo>
                  <a:pt x="590550" y="2305050"/>
                </a:lnTo>
                <a:lnTo>
                  <a:pt x="581025" y="2305050"/>
                </a:lnTo>
                <a:close/>
                <a:moveTo>
                  <a:pt x="1704975" y="2324100"/>
                </a:moveTo>
                <a:lnTo>
                  <a:pt x="1714500" y="2324100"/>
                </a:lnTo>
                <a:lnTo>
                  <a:pt x="1714500" y="2333625"/>
                </a:lnTo>
                <a:lnTo>
                  <a:pt x="1704975" y="2333625"/>
                </a:lnTo>
                <a:close/>
                <a:moveTo>
                  <a:pt x="323850" y="2333625"/>
                </a:moveTo>
                <a:lnTo>
                  <a:pt x="333375" y="2333625"/>
                </a:lnTo>
                <a:lnTo>
                  <a:pt x="333375" y="2343150"/>
                </a:lnTo>
                <a:lnTo>
                  <a:pt x="323850" y="2343150"/>
                </a:lnTo>
                <a:close/>
                <a:moveTo>
                  <a:pt x="1695450" y="2352675"/>
                </a:moveTo>
                <a:lnTo>
                  <a:pt x="1704975" y="2352675"/>
                </a:lnTo>
                <a:lnTo>
                  <a:pt x="1704975" y="2371725"/>
                </a:lnTo>
                <a:lnTo>
                  <a:pt x="1695450" y="2371725"/>
                </a:lnTo>
                <a:lnTo>
                  <a:pt x="1695450" y="2381250"/>
                </a:lnTo>
                <a:lnTo>
                  <a:pt x="1685925" y="2381250"/>
                </a:lnTo>
                <a:lnTo>
                  <a:pt x="1685925" y="2362200"/>
                </a:lnTo>
                <a:lnTo>
                  <a:pt x="1695450" y="2362200"/>
                </a:lnTo>
                <a:close/>
                <a:moveTo>
                  <a:pt x="371475" y="2381250"/>
                </a:moveTo>
                <a:lnTo>
                  <a:pt x="390525" y="2381250"/>
                </a:lnTo>
                <a:lnTo>
                  <a:pt x="390525" y="2390775"/>
                </a:lnTo>
                <a:lnTo>
                  <a:pt x="371475" y="2390775"/>
                </a:lnTo>
                <a:close/>
                <a:moveTo>
                  <a:pt x="447675" y="2381250"/>
                </a:moveTo>
                <a:lnTo>
                  <a:pt x="457200" y="2381250"/>
                </a:lnTo>
                <a:lnTo>
                  <a:pt x="457200" y="2390775"/>
                </a:lnTo>
                <a:lnTo>
                  <a:pt x="447675" y="2390775"/>
                </a:lnTo>
                <a:close/>
                <a:moveTo>
                  <a:pt x="762000" y="2381250"/>
                </a:moveTo>
                <a:lnTo>
                  <a:pt x="771525" y="2381250"/>
                </a:lnTo>
                <a:lnTo>
                  <a:pt x="771525" y="2390775"/>
                </a:lnTo>
                <a:lnTo>
                  <a:pt x="762000" y="2390775"/>
                </a:lnTo>
                <a:close/>
                <a:moveTo>
                  <a:pt x="1085850" y="2381250"/>
                </a:moveTo>
                <a:lnTo>
                  <a:pt x="1143000" y="2381250"/>
                </a:lnTo>
                <a:lnTo>
                  <a:pt x="1143000" y="2390775"/>
                </a:lnTo>
                <a:lnTo>
                  <a:pt x="1085850" y="2390775"/>
                </a:lnTo>
                <a:close/>
                <a:moveTo>
                  <a:pt x="704850" y="2390775"/>
                </a:moveTo>
                <a:lnTo>
                  <a:pt x="714375" y="2390775"/>
                </a:lnTo>
                <a:lnTo>
                  <a:pt x="714375" y="2400300"/>
                </a:lnTo>
                <a:lnTo>
                  <a:pt x="704850" y="2400300"/>
                </a:lnTo>
                <a:close/>
                <a:moveTo>
                  <a:pt x="1190625" y="2400300"/>
                </a:moveTo>
                <a:lnTo>
                  <a:pt x="1200150" y="2400300"/>
                </a:lnTo>
                <a:lnTo>
                  <a:pt x="1200150" y="2419350"/>
                </a:lnTo>
                <a:lnTo>
                  <a:pt x="1190625" y="2419350"/>
                </a:lnTo>
                <a:close/>
                <a:moveTo>
                  <a:pt x="1447800" y="2400300"/>
                </a:moveTo>
                <a:lnTo>
                  <a:pt x="1476375" y="2400300"/>
                </a:lnTo>
                <a:lnTo>
                  <a:pt x="1476375" y="2409825"/>
                </a:lnTo>
                <a:lnTo>
                  <a:pt x="1457325" y="2409825"/>
                </a:lnTo>
                <a:lnTo>
                  <a:pt x="1457325" y="2428875"/>
                </a:lnTo>
                <a:lnTo>
                  <a:pt x="1447800" y="2428875"/>
                </a:lnTo>
                <a:close/>
                <a:moveTo>
                  <a:pt x="1485900" y="2400300"/>
                </a:moveTo>
                <a:lnTo>
                  <a:pt x="1514475" y="2400300"/>
                </a:lnTo>
                <a:lnTo>
                  <a:pt x="1514475" y="2409825"/>
                </a:lnTo>
                <a:lnTo>
                  <a:pt x="1485900" y="2409825"/>
                </a:lnTo>
                <a:close/>
                <a:moveTo>
                  <a:pt x="1543050" y="2400300"/>
                </a:moveTo>
                <a:lnTo>
                  <a:pt x="1552575" y="2400300"/>
                </a:lnTo>
                <a:lnTo>
                  <a:pt x="1552575" y="2409825"/>
                </a:lnTo>
                <a:lnTo>
                  <a:pt x="1571625" y="2409825"/>
                </a:lnTo>
                <a:lnTo>
                  <a:pt x="1571625" y="2428875"/>
                </a:lnTo>
                <a:lnTo>
                  <a:pt x="1543050" y="2428875"/>
                </a:lnTo>
                <a:close/>
                <a:moveTo>
                  <a:pt x="1619250" y="2400300"/>
                </a:moveTo>
                <a:lnTo>
                  <a:pt x="1638300" y="2400300"/>
                </a:lnTo>
                <a:lnTo>
                  <a:pt x="1638300" y="2409825"/>
                </a:lnTo>
                <a:lnTo>
                  <a:pt x="1619250" y="2409825"/>
                </a:lnTo>
                <a:close/>
                <a:moveTo>
                  <a:pt x="1657350" y="2400300"/>
                </a:moveTo>
                <a:lnTo>
                  <a:pt x="1676400" y="2400300"/>
                </a:lnTo>
                <a:lnTo>
                  <a:pt x="1676400" y="2409825"/>
                </a:lnTo>
                <a:lnTo>
                  <a:pt x="1657350" y="2409825"/>
                </a:lnTo>
                <a:close/>
                <a:moveTo>
                  <a:pt x="1209675" y="2409825"/>
                </a:moveTo>
                <a:lnTo>
                  <a:pt x="1219200" y="2409825"/>
                </a:lnTo>
                <a:lnTo>
                  <a:pt x="1219200" y="2419350"/>
                </a:lnTo>
                <a:lnTo>
                  <a:pt x="1209675" y="2419350"/>
                </a:lnTo>
                <a:close/>
                <a:moveTo>
                  <a:pt x="314325" y="2419350"/>
                </a:moveTo>
                <a:lnTo>
                  <a:pt x="323850" y="2419350"/>
                </a:lnTo>
                <a:lnTo>
                  <a:pt x="323850" y="2428875"/>
                </a:lnTo>
                <a:lnTo>
                  <a:pt x="314325" y="2428875"/>
                </a:lnTo>
                <a:close/>
                <a:moveTo>
                  <a:pt x="304800" y="2428875"/>
                </a:moveTo>
                <a:lnTo>
                  <a:pt x="314325" y="2428875"/>
                </a:lnTo>
                <a:lnTo>
                  <a:pt x="314325" y="2438400"/>
                </a:lnTo>
                <a:lnTo>
                  <a:pt x="304800" y="2438400"/>
                </a:lnTo>
                <a:close/>
                <a:moveTo>
                  <a:pt x="209550" y="2438400"/>
                </a:moveTo>
                <a:lnTo>
                  <a:pt x="219075" y="2438400"/>
                </a:lnTo>
                <a:lnTo>
                  <a:pt x="219075" y="2447925"/>
                </a:lnTo>
                <a:lnTo>
                  <a:pt x="209550" y="2447925"/>
                </a:lnTo>
                <a:close/>
                <a:moveTo>
                  <a:pt x="228600" y="2438400"/>
                </a:moveTo>
                <a:lnTo>
                  <a:pt x="238125" y="2438400"/>
                </a:lnTo>
                <a:lnTo>
                  <a:pt x="238125" y="2447925"/>
                </a:lnTo>
                <a:lnTo>
                  <a:pt x="228600" y="2447925"/>
                </a:lnTo>
                <a:close/>
                <a:moveTo>
                  <a:pt x="247650" y="2438400"/>
                </a:moveTo>
                <a:lnTo>
                  <a:pt x="257175" y="2438400"/>
                </a:lnTo>
                <a:lnTo>
                  <a:pt x="257175" y="2447925"/>
                </a:lnTo>
                <a:lnTo>
                  <a:pt x="247650" y="2447925"/>
                </a:lnTo>
                <a:close/>
                <a:moveTo>
                  <a:pt x="304800" y="2505075"/>
                </a:moveTo>
                <a:lnTo>
                  <a:pt x="323850" y="2505075"/>
                </a:lnTo>
                <a:lnTo>
                  <a:pt x="323850" y="2514600"/>
                </a:lnTo>
                <a:lnTo>
                  <a:pt x="304800" y="2514600"/>
                </a:lnTo>
                <a:close/>
                <a:moveTo>
                  <a:pt x="400050" y="2505075"/>
                </a:moveTo>
                <a:lnTo>
                  <a:pt x="409575" y="2505075"/>
                </a:lnTo>
                <a:lnTo>
                  <a:pt x="409575" y="2514600"/>
                </a:lnTo>
                <a:lnTo>
                  <a:pt x="400050" y="2514600"/>
                </a:lnTo>
                <a:close/>
                <a:moveTo>
                  <a:pt x="419100" y="2505075"/>
                </a:moveTo>
                <a:lnTo>
                  <a:pt x="428625" y="2505075"/>
                </a:lnTo>
                <a:lnTo>
                  <a:pt x="428625" y="2514600"/>
                </a:lnTo>
                <a:lnTo>
                  <a:pt x="419100" y="2514600"/>
                </a:lnTo>
                <a:close/>
                <a:moveTo>
                  <a:pt x="438150" y="2505075"/>
                </a:moveTo>
                <a:lnTo>
                  <a:pt x="447675" y="2505075"/>
                </a:lnTo>
                <a:lnTo>
                  <a:pt x="447675" y="2514600"/>
                </a:lnTo>
                <a:lnTo>
                  <a:pt x="438150" y="2514600"/>
                </a:lnTo>
                <a:close/>
                <a:moveTo>
                  <a:pt x="523875" y="2505075"/>
                </a:moveTo>
                <a:lnTo>
                  <a:pt x="552450" y="2505075"/>
                </a:lnTo>
                <a:lnTo>
                  <a:pt x="552450" y="2514600"/>
                </a:lnTo>
                <a:lnTo>
                  <a:pt x="523875" y="2514600"/>
                </a:lnTo>
                <a:close/>
                <a:moveTo>
                  <a:pt x="1095375" y="2505075"/>
                </a:moveTo>
                <a:lnTo>
                  <a:pt x="1104900" y="2505075"/>
                </a:lnTo>
                <a:lnTo>
                  <a:pt x="1104900" y="2514600"/>
                </a:lnTo>
                <a:lnTo>
                  <a:pt x="1095375" y="2514600"/>
                </a:lnTo>
                <a:close/>
                <a:moveTo>
                  <a:pt x="1219200" y="2505075"/>
                </a:moveTo>
                <a:lnTo>
                  <a:pt x="1247775" y="2505075"/>
                </a:lnTo>
                <a:lnTo>
                  <a:pt x="1247775" y="2514600"/>
                </a:lnTo>
                <a:lnTo>
                  <a:pt x="1219200" y="2514600"/>
                </a:lnTo>
                <a:close/>
                <a:moveTo>
                  <a:pt x="1343025" y="2505075"/>
                </a:moveTo>
                <a:lnTo>
                  <a:pt x="1352550" y="2505075"/>
                </a:lnTo>
                <a:lnTo>
                  <a:pt x="1352550" y="2514600"/>
                </a:lnTo>
                <a:lnTo>
                  <a:pt x="1343025" y="2514600"/>
                </a:lnTo>
                <a:close/>
                <a:moveTo>
                  <a:pt x="1362075" y="2505075"/>
                </a:moveTo>
                <a:lnTo>
                  <a:pt x="1371600" y="2505075"/>
                </a:lnTo>
                <a:lnTo>
                  <a:pt x="1371600" y="2514600"/>
                </a:lnTo>
                <a:lnTo>
                  <a:pt x="1362075" y="2514600"/>
                </a:lnTo>
                <a:close/>
                <a:moveTo>
                  <a:pt x="1466850" y="2505075"/>
                </a:moveTo>
                <a:lnTo>
                  <a:pt x="1485900" y="2505075"/>
                </a:lnTo>
                <a:lnTo>
                  <a:pt x="1485900" y="2514600"/>
                </a:lnTo>
                <a:lnTo>
                  <a:pt x="1466850" y="2514600"/>
                </a:lnTo>
                <a:close/>
                <a:moveTo>
                  <a:pt x="438150" y="2524125"/>
                </a:moveTo>
                <a:lnTo>
                  <a:pt x="447675" y="2524125"/>
                </a:lnTo>
                <a:lnTo>
                  <a:pt x="447675" y="2533650"/>
                </a:lnTo>
                <a:lnTo>
                  <a:pt x="542925" y="2533650"/>
                </a:lnTo>
                <a:lnTo>
                  <a:pt x="542925" y="2552700"/>
                </a:lnTo>
                <a:lnTo>
                  <a:pt x="419100" y="2552700"/>
                </a:lnTo>
                <a:lnTo>
                  <a:pt x="419100" y="2562225"/>
                </a:lnTo>
                <a:lnTo>
                  <a:pt x="409575" y="2562225"/>
                </a:lnTo>
                <a:lnTo>
                  <a:pt x="409575" y="2552700"/>
                </a:lnTo>
                <a:lnTo>
                  <a:pt x="400050" y="2552700"/>
                </a:lnTo>
                <a:lnTo>
                  <a:pt x="400050" y="2543175"/>
                </a:lnTo>
                <a:lnTo>
                  <a:pt x="428625" y="2543175"/>
                </a:lnTo>
                <a:lnTo>
                  <a:pt x="428625" y="2533650"/>
                </a:lnTo>
                <a:lnTo>
                  <a:pt x="438150" y="2533650"/>
                </a:lnTo>
                <a:close/>
                <a:moveTo>
                  <a:pt x="1057275" y="2524125"/>
                </a:moveTo>
                <a:lnTo>
                  <a:pt x="1066800" y="2524125"/>
                </a:lnTo>
                <a:lnTo>
                  <a:pt x="1066800" y="2533650"/>
                </a:lnTo>
                <a:lnTo>
                  <a:pt x="1114425" y="2533650"/>
                </a:lnTo>
                <a:lnTo>
                  <a:pt x="1114425" y="2552700"/>
                </a:lnTo>
                <a:lnTo>
                  <a:pt x="895350" y="2552700"/>
                </a:lnTo>
                <a:lnTo>
                  <a:pt x="895350" y="2562225"/>
                </a:lnTo>
                <a:lnTo>
                  <a:pt x="885825" y="2562225"/>
                </a:lnTo>
                <a:lnTo>
                  <a:pt x="885825" y="2552700"/>
                </a:lnTo>
                <a:lnTo>
                  <a:pt x="638175" y="2552700"/>
                </a:lnTo>
                <a:lnTo>
                  <a:pt x="638175" y="2562225"/>
                </a:lnTo>
                <a:lnTo>
                  <a:pt x="619125" y="2562225"/>
                </a:lnTo>
                <a:lnTo>
                  <a:pt x="619125" y="2571750"/>
                </a:lnTo>
                <a:lnTo>
                  <a:pt x="600075" y="2571750"/>
                </a:lnTo>
                <a:lnTo>
                  <a:pt x="600075" y="2562225"/>
                </a:lnTo>
                <a:lnTo>
                  <a:pt x="590550" y="2562225"/>
                </a:lnTo>
                <a:lnTo>
                  <a:pt x="590550" y="2552700"/>
                </a:lnTo>
                <a:lnTo>
                  <a:pt x="552450" y="2552700"/>
                </a:lnTo>
                <a:lnTo>
                  <a:pt x="552450" y="2533650"/>
                </a:lnTo>
                <a:lnTo>
                  <a:pt x="1057275" y="2533650"/>
                </a:lnTo>
                <a:close/>
                <a:moveTo>
                  <a:pt x="1143000" y="2524125"/>
                </a:moveTo>
                <a:lnTo>
                  <a:pt x="1171575" y="2524125"/>
                </a:lnTo>
                <a:lnTo>
                  <a:pt x="1171575" y="2533650"/>
                </a:lnTo>
                <a:lnTo>
                  <a:pt x="1219200" y="2533650"/>
                </a:lnTo>
                <a:lnTo>
                  <a:pt x="1219200" y="2524125"/>
                </a:lnTo>
                <a:lnTo>
                  <a:pt x="1247775" y="2524125"/>
                </a:lnTo>
                <a:lnTo>
                  <a:pt x="1247775" y="2533650"/>
                </a:lnTo>
                <a:lnTo>
                  <a:pt x="1323975" y="2533650"/>
                </a:lnTo>
                <a:lnTo>
                  <a:pt x="1323975" y="2524125"/>
                </a:lnTo>
                <a:lnTo>
                  <a:pt x="1343025" y="2524125"/>
                </a:lnTo>
                <a:lnTo>
                  <a:pt x="1343025" y="2533650"/>
                </a:lnTo>
                <a:lnTo>
                  <a:pt x="1362075" y="2533650"/>
                </a:lnTo>
                <a:lnTo>
                  <a:pt x="1362075" y="2524125"/>
                </a:lnTo>
                <a:lnTo>
                  <a:pt x="1371600" y="2524125"/>
                </a:lnTo>
                <a:lnTo>
                  <a:pt x="1371600" y="2533650"/>
                </a:lnTo>
                <a:lnTo>
                  <a:pt x="1466850" y="2533650"/>
                </a:lnTo>
                <a:lnTo>
                  <a:pt x="1466850" y="2524125"/>
                </a:lnTo>
                <a:lnTo>
                  <a:pt x="1485900" y="2524125"/>
                </a:lnTo>
                <a:lnTo>
                  <a:pt x="1485900" y="2533650"/>
                </a:lnTo>
                <a:lnTo>
                  <a:pt x="1638300" y="2533650"/>
                </a:lnTo>
                <a:lnTo>
                  <a:pt x="1638300" y="2552700"/>
                </a:lnTo>
                <a:lnTo>
                  <a:pt x="1428750" y="2552700"/>
                </a:lnTo>
                <a:lnTo>
                  <a:pt x="1428750" y="2562225"/>
                </a:lnTo>
                <a:lnTo>
                  <a:pt x="1400175" y="2562225"/>
                </a:lnTo>
                <a:lnTo>
                  <a:pt x="1400175" y="2552700"/>
                </a:lnTo>
                <a:lnTo>
                  <a:pt x="1247775" y="2552700"/>
                </a:lnTo>
                <a:lnTo>
                  <a:pt x="1247775" y="2562225"/>
                </a:lnTo>
                <a:lnTo>
                  <a:pt x="1219200" y="2562225"/>
                </a:lnTo>
                <a:lnTo>
                  <a:pt x="1219200" y="2552700"/>
                </a:lnTo>
                <a:lnTo>
                  <a:pt x="1133475" y="2552700"/>
                </a:lnTo>
                <a:lnTo>
                  <a:pt x="1133475" y="2562225"/>
                </a:lnTo>
                <a:lnTo>
                  <a:pt x="1114425" y="2562225"/>
                </a:lnTo>
                <a:lnTo>
                  <a:pt x="1114425" y="2552700"/>
                </a:lnTo>
                <a:lnTo>
                  <a:pt x="1123950" y="2552700"/>
                </a:lnTo>
                <a:lnTo>
                  <a:pt x="1123950" y="2533650"/>
                </a:lnTo>
                <a:lnTo>
                  <a:pt x="1143000" y="2533650"/>
                </a:lnTo>
                <a:close/>
                <a:moveTo>
                  <a:pt x="123825" y="2533650"/>
                </a:moveTo>
                <a:lnTo>
                  <a:pt x="133350" y="2533650"/>
                </a:lnTo>
                <a:lnTo>
                  <a:pt x="133350" y="2590800"/>
                </a:lnTo>
                <a:lnTo>
                  <a:pt x="123825" y="2590800"/>
                </a:lnTo>
                <a:close/>
                <a:moveTo>
                  <a:pt x="276225" y="2533650"/>
                </a:moveTo>
                <a:lnTo>
                  <a:pt x="295275" y="2533650"/>
                </a:lnTo>
                <a:lnTo>
                  <a:pt x="295275" y="2543175"/>
                </a:lnTo>
                <a:lnTo>
                  <a:pt x="276225" y="2543175"/>
                </a:lnTo>
                <a:close/>
                <a:moveTo>
                  <a:pt x="1666875" y="2533650"/>
                </a:moveTo>
                <a:lnTo>
                  <a:pt x="1714500" y="2533650"/>
                </a:lnTo>
                <a:lnTo>
                  <a:pt x="1714500" y="2562225"/>
                </a:lnTo>
                <a:lnTo>
                  <a:pt x="1704975" y="2562225"/>
                </a:lnTo>
                <a:lnTo>
                  <a:pt x="1704975" y="2552700"/>
                </a:lnTo>
                <a:lnTo>
                  <a:pt x="1666875" y="2552700"/>
                </a:lnTo>
                <a:close/>
                <a:moveTo>
                  <a:pt x="209550" y="2543175"/>
                </a:moveTo>
                <a:lnTo>
                  <a:pt x="219075" y="2543175"/>
                </a:lnTo>
                <a:lnTo>
                  <a:pt x="219075" y="2552700"/>
                </a:lnTo>
                <a:lnTo>
                  <a:pt x="209550" y="2552700"/>
                </a:lnTo>
                <a:close/>
                <a:moveTo>
                  <a:pt x="304800" y="2543175"/>
                </a:moveTo>
                <a:lnTo>
                  <a:pt x="314325" y="2543175"/>
                </a:lnTo>
                <a:lnTo>
                  <a:pt x="314325" y="2552700"/>
                </a:lnTo>
                <a:lnTo>
                  <a:pt x="304800" y="2552700"/>
                </a:lnTo>
                <a:close/>
                <a:moveTo>
                  <a:pt x="342900" y="2543175"/>
                </a:moveTo>
                <a:lnTo>
                  <a:pt x="352425" y="2543175"/>
                </a:lnTo>
                <a:lnTo>
                  <a:pt x="352425" y="2562225"/>
                </a:lnTo>
                <a:lnTo>
                  <a:pt x="342900" y="2562225"/>
                </a:lnTo>
                <a:close/>
                <a:moveTo>
                  <a:pt x="323850" y="2552700"/>
                </a:moveTo>
                <a:lnTo>
                  <a:pt x="333375" y="2552700"/>
                </a:lnTo>
                <a:lnTo>
                  <a:pt x="333375" y="2562225"/>
                </a:lnTo>
                <a:lnTo>
                  <a:pt x="323850" y="2562225"/>
                </a:lnTo>
                <a:close/>
                <a:moveTo>
                  <a:pt x="571500" y="2581275"/>
                </a:moveTo>
                <a:lnTo>
                  <a:pt x="581025" y="2581275"/>
                </a:lnTo>
                <a:lnTo>
                  <a:pt x="581025" y="2590800"/>
                </a:lnTo>
                <a:lnTo>
                  <a:pt x="571500" y="2590800"/>
                </a:lnTo>
                <a:close/>
                <a:moveTo>
                  <a:pt x="1019175" y="2581275"/>
                </a:moveTo>
                <a:lnTo>
                  <a:pt x="1028700" y="2581275"/>
                </a:lnTo>
                <a:lnTo>
                  <a:pt x="1028700" y="2609850"/>
                </a:lnTo>
                <a:lnTo>
                  <a:pt x="1047750" y="2609850"/>
                </a:lnTo>
                <a:lnTo>
                  <a:pt x="1047750" y="2600325"/>
                </a:lnTo>
                <a:lnTo>
                  <a:pt x="1057275" y="2600325"/>
                </a:lnTo>
                <a:lnTo>
                  <a:pt x="1057275" y="2590800"/>
                </a:lnTo>
                <a:lnTo>
                  <a:pt x="1095375" y="2590800"/>
                </a:lnTo>
                <a:lnTo>
                  <a:pt x="1095375" y="2609850"/>
                </a:lnTo>
                <a:lnTo>
                  <a:pt x="1076325" y="2609850"/>
                </a:lnTo>
                <a:lnTo>
                  <a:pt x="1076325" y="2619375"/>
                </a:lnTo>
                <a:lnTo>
                  <a:pt x="1066800" y="2619375"/>
                </a:lnTo>
                <a:lnTo>
                  <a:pt x="1066800" y="2628900"/>
                </a:lnTo>
                <a:lnTo>
                  <a:pt x="1047750" y="2628900"/>
                </a:lnTo>
                <a:lnTo>
                  <a:pt x="1047750" y="2638425"/>
                </a:lnTo>
                <a:lnTo>
                  <a:pt x="1038225" y="2638425"/>
                </a:lnTo>
                <a:lnTo>
                  <a:pt x="1038225" y="2619375"/>
                </a:lnTo>
                <a:lnTo>
                  <a:pt x="990600" y="2619375"/>
                </a:lnTo>
                <a:lnTo>
                  <a:pt x="990600" y="2609850"/>
                </a:lnTo>
                <a:lnTo>
                  <a:pt x="1000125" y="2609850"/>
                </a:lnTo>
                <a:lnTo>
                  <a:pt x="1000125" y="2590800"/>
                </a:lnTo>
                <a:lnTo>
                  <a:pt x="1019175" y="2590800"/>
                </a:lnTo>
                <a:close/>
                <a:moveTo>
                  <a:pt x="923925" y="2590800"/>
                </a:moveTo>
                <a:lnTo>
                  <a:pt x="942975" y="2590800"/>
                </a:lnTo>
                <a:lnTo>
                  <a:pt x="942975" y="2600325"/>
                </a:lnTo>
                <a:lnTo>
                  <a:pt x="952500" y="2600325"/>
                </a:lnTo>
                <a:lnTo>
                  <a:pt x="952500" y="2609850"/>
                </a:lnTo>
                <a:lnTo>
                  <a:pt x="942975" y="2609850"/>
                </a:lnTo>
                <a:lnTo>
                  <a:pt x="942975" y="2628900"/>
                </a:lnTo>
                <a:lnTo>
                  <a:pt x="923925" y="2628900"/>
                </a:lnTo>
                <a:close/>
                <a:moveTo>
                  <a:pt x="1123950" y="2590800"/>
                </a:moveTo>
                <a:lnTo>
                  <a:pt x="1133475" y="2590800"/>
                </a:lnTo>
                <a:lnTo>
                  <a:pt x="1133475" y="2600325"/>
                </a:lnTo>
                <a:lnTo>
                  <a:pt x="1143000" y="2600325"/>
                </a:lnTo>
                <a:lnTo>
                  <a:pt x="1143000" y="2619375"/>
                </a:lnTo>
                <a:lnTo>
                  <a:pt x="1123950" y="2619375"/>
                </a:lnTo>
                <a:close/>
                <a:moveTo>
                  <a:pt x="123825" y="2600325"/>
                </a:moveTo>
                <a:lnTo>
                  <a:pt x="133350" y="2600325"/>
                </a:lnTo>
                <a:lnTo>
                  <a:pt x="133350" y="2695575"/>
                </a:lnTo>
                <a:lnTo>
                  <a:pt x="123825" y="2695575"/>
                </a:lnTo>
                <a:close/>
                <a:moveTo>
                  <a:pt x="581025" y="2600325"/>
                </a:moveTo>
                <a:lnTo>
                  <a:pt x="590550" y="2600325"/>
                </a:lnTo>
                <a:lnTo>
                  <a:pt x="590550" y="2609850"/>
                </a:lnTo>
                <a:lnTo>
                  <a:pt x="581025" y="2609850"/>
                </a:lnTo>
                <a:close/>
                <a:moveTo>
                  <a:pt x="1228725" y="2600325"/>
                </a:moveTo>
                <a:lnTo>
                  <a:pt x="1247775" y="2600325"/>
                </a:lnTo>
                <a:lnTo>
                  <a:pt x="1247775" y="2609850"/>
                </a:lnTo>
                <a:lnTo>
                  <a:pt x="1238250" y="2609850"/>
                </a:lnTo>
                <a:lnTo>
                  <a:pt x="1238250" y="2619375"/>
                </a:lnTo>
                <a:lnTo>
                  <a:pt x="1219200" y="2619375"/>
                </a:lnTo>
                <a:lnTo>
                  <a:pt x="1219200" y="2638425"/>
                </a:lnTo>
                <a:lnTo>
                  <a:pt x="1200150" y="2638425"/>
                </a:lnTo>
                <a:lnTo>
                  <a:pt x="1200150" y="2628900"/>
                </a:lnTo>
                <a:lnTo>
                  <a:pt x="1209675" y="2628900"/>
                </a:lnTo>
                <a:lnTo>
                  <a:pt x="1209675" y="2609850"/>
                </a:lnTo>
                <a:lnTo>
                  <a:pt x="1228725" y="2609850"/>
                </a:lnTo>
                <a:close/>
                <a:moveTo>
                  <a:pt x="628650" y="2647950"/>
                </a:moveTo>
                <a:lnTo>
                  <a:pt x="657225" y="2647950"/>
                </a:lnTo>
                <a:lnTo>
                  <a:pt x="657225" y="2657475"/>
                </a:lnTo>
                <a:lnTo>
                  <a:pt x="628650" y="2657475"/>
                </a:lnTo>
                <a:close/>
                <a:moveTo>
                  <a:pt x="1019175" y="2647950"/>
                </a:moveTo>
                <a:lnTo>
                  <a:pt x="1047750" y="2647950"/>
                </a:lnTo>
                <a:lnTo>
                  <a:pt x="1047750" y="2667000"/>
                </a:lnTo>
                <a:lnTo>
                  <a:pt x="1057275" y="2667000"/>
                </a:lnTo>
                <a:lnTo>
                  <a:pt x="1057275" y="2676525"/>
                </a:lnTo>
                <a:lnTo>
                  <a:pt x="1019175" y="2676525"/>
                </a:lnTo>
                <a:lnTo>
                  <a:pt x="1019175" y="2667000"/>
                </a:lnTo>
                <a:lnTo>
                  <a:pt x="1009650" y="2667000"/>
                </a:lnTo>
                <a:lnTo>
                  <a:pt x="1009650" y="2657475"/>
                </a:lnTo>
                <a:lnTo>
                  <a:pt x="1019175" y="2657475"/>
                </a:lnTo>
                <a:close/>
                <a:moveTo>
                  <a:pt x="1085850" y="2647950"/>
                </a:moveTo>
                <a:lnTo>
                  <a:pt x="1095375" y="2647950"/>
                </a:lnTo>
                <a:lnTo>
                  <a:pt x="1095375" y="2657475"/>
                </a:lnTo>
                <a:lnTo>
                  <a:pt x="1104900" y="2657475"/>
                </a:lnTo>
                <a:lnTo>
                  <a:pt x="1104900" y="2667000"/>
                </a:lnTo>
                <a:lnTo>
                  <a:pt x="1171575" y="2667000"/>
                </a:lnTo>
                <a:lnTo>
                  <a:pt x="1171575" y="2676525"/>
                </a:lnTo>
                <a:lnTo>
                  <a:pt x="1162050" y="2676525"/>
                </a:lnTo>
                <a:lnTo>
                  <a:pt x="1162050" y="2686050"/>
                </a:lnTo>
                <a:lnTo>
                  <a:pt x="1133475" y="2686050"/>
                </a:lnTo>
                <a:lnTo>
                  <a:pt x="1133475" y="2676525"/>
                </a:lnTo>
                <a:lnTo>
                  <a:pt x="1123950" y="2676525"/>
                </a:lnTo>
                <a:lnTo>
                  <a:pt x="1123950" y="2686050"/>
                </a:lnTo>
                <a:lnTo>
                  <a:pt x="1114425" y="2686050"/>
                </a:lnTo>
                <a:lnTo>
                  <a:pt x="1114425" y="2676525"/>
                </a:lnTo>
                <a:lnTo>
                  <a:pt x="1104900" y="2676525"/>
                </a:lnTo>
                <a:lnTo>
                  <a:pt x="1104900" y="2686050"/>
                </a:lnTo>
                <a:lnTo>
                  <a:pt x="1085850" y="2686050"/>
                </a:lnTo>
                <a:lnTo>
                  <a:pt x="1085850" y="2676525"/>
                </a:lnTo>
                <a:lnTo>
                  <a:pt x="1076325" y="2676525"/>
                </a:lnTo>
                <a:lnTo>
                  <a:pt x="1076325" y="2657475"/>
                </a:lnTo>
                <a:lnTo>
                  <a:pt x="1085850" y="2657475"/>
                </a:lnTo>
                <a:close/>
                <a:moveTo>
                  <a:pt x="352425" y="2657475"/>
                </a:moveTo>
                <a:lnTo>
                  <a:pt x="361950" y="2657475"/>
                </a:lnTo>
                <a:lnTo>
                  <a:pt x="361950" y="2676525"/>
                </a:lnTo>
                <a:lnTo>
                  <a:pt x="352425" y="2676525"/>
                </a:lnTo>
                <a:close/>
                <a:moveTo>
                  <a:pt x="714375" y="2657475"/>
                </a:moveTo>
                <a:lnTo>
                  <a:pt x="742950" y="2657475"/>
                </a:lnTo>
                <a:lnTo>
                  <a:pt x="742950" y="2667000"/>
                </a:lnTo>
                <a:lnTo>
                  <a:pt x="714375" y="2667000"/>
                </a:lnTo>
                <a:close/>
                <a:moveTo>
                  <a:pt x="1628775" y="2657475"/>
                </a:moveTo>
                <a:lnTo>
                  <a:pt x="1638300" y="2657475"/>
                </a:lnTo>
                <a:lnTo>
                  <a:pt x="1638300" y="2667000"/>
                </a:lnTo>
                <a:lnTo>
                  <a:pt x="1628775" y="2667000"/>
                </a:lnTo>
                <a:close/>
                <a:moveTo>
                  <a:pt x="1685925" y="2657475"/>
                </a:moveTo>
                <a:lnTo>
                  <a:pt x="1704975" y="2657475"/>
                </a:lnTo>
                <a:lnTo>
                  <a:pt x="1704975" y="2676525"/>
                </a:lnTo>
                <a:lnTo>
                  <a:pt x="1695450" y="2676525"/>
                </a:lnTo>
                <a:lnTo>
                  <a:pt x="1695450" y="2686050"/>
                </a:lnTo>
                <a:lnTo>
                  <a:pt x="1676400" y="2686050"/>
                </a:lnTo>
                <a:lnTo>
                  <a:pt x="1676400" y="2667000"/>
                </a:lnTo>
                <a:lnTo>
                  <a:pt x="1685925" y="2667000"/>
                </a:lnTo>
                <a:close/>
                <a:moveTo>
                  <a:pt x="962025" y="2667000"/>
                </a:moveTo>
                <a:lnTo>
                  <a:pt x="971550" y="2667000"/>
                </a:lnTo>
                <a:lnTo>
                  <a:pt x="971550" y="2676525"/>
                </a:lnTo>
                <a:lnTo>
                  <a:pt x="962025" y="2676525"/>
                </a:lnTo>
                <a:close/>
                <a:moveTo>
                  <a:pt x="1304925" y="2667000"/>
                </a:moveTo>
                <a:lnTo>
                  <a:pt x="1362075" y="2667000"/>
                </a:lnTo>
                <a:lnTo>
                  <a:pt x="1362075" y="2686050"/>
                </a:lnTo>
                <a:lnTo>
                  <a:pt x="1304925" y="2686050"/>
                </a:lnTo>
                <a:close/>
                <a:moveTo>
                  <a:pt x="1400175" y="2667000"/>
                </a:moveTo>
                <a:lnTo>
                  <a:pt x="1409700" y="2667000"/>
                </a:lnTo>
                <a:lnTo>
                  <a:pt x="1409700" y="2686050"/>
                </a:lnTo>
                <a:lnTo>
                  <a:pt x="1400175" y="2686050"/>
                </a:lnTo>
                <a:close/>
                <a:moveTo>
                  <a:pt x="419100" y="2686050"/>
                </a:moveTo>
                <a:lnTo>
                  <a:pt x="438150" y="2686050"/>
                </a:lnTo>
                <a:lnTo>
                  <a:pt x="438150" y="2695575"/>
                </a:lnTo>
                <a:lnTo>
                  <a:pt x="419100" y="2695575"/>
                </a:lnTo>
                <a:close/>
                <a:moveTo>
                  <a:pt x="571500" y="2686050"/>
                </a:moveTo>
                <a:lnTo>
                  <a:pt x="590550" y="2686050"/>
                </a:lnTo>
                <a:lnTo>
                  <a:pt x="590550" y="2724150"/>
                </a:lnTo>
                <a:lnTo>
                  <a:pt x="571500" y="2724150"/>
                </a:lnTo>
                <a:lnTo>
                  <a:pt x="571500" y="2705100"/>
                </a:lnTo>
                <a:lnTo>
                  <a:pt x="581025" y="2705100"/>
                </a:lnTo>
                <a:lnTo>
                  <a:pt x="581025" y="2695575"/>
                </a:lnTo>
                <a:lnTo>
                  <a:pt x="571500" y="2695575"/>
                </a:lnTo>
                <a:close/>
                <a:moveTo>
                  <a:pt x="714375" y="2686050"/>
                </a:moveTo>
                <a:lnTo>
                  <a:pt x="742950" y="2686050"/>
                </a:lnTo>
                <a:lnTo>
                  <a:pt x="742950" y="2695575"/>
                </a:lnTo>
                <a:lnTo>
                  <a:pt x="714375" y="2695575"/>
                </a:lnTo>
                <a:close/>
                <a:moveTo>
                  <a:pt x="876300" y="2686050"/>
                </a:moveTo>
                <a:lnTo>
                  <a:pt x="885825" y="2686050"/>
                </a:lnTo>
                <a:lnTo>
                  <a:pt x="885825" y="2695575"/>
                </a:lnTo>
                <a:lnTo>
                  <a:pt x="876300" y="2695575"/>
                </a:lnTo>
                <a:close/>
                <a:moveTo>
                  <a:pt x="781050" y="2695575"/>
                </a:moveTo>
                <a:lnTo>
                  <a:pt x="790575" y="2695575"/>
                </a:lnTo>
                <a:lnTo>
                  <a:pt x="790575" y="2705100"/>
                </a:lnTo>
                <a:lnTo>
                  <a:pt x="781050" y="2705100"/>
                </a:lnTo>
                <a:close/>
                <a:moveTo>
                  <a:pt x="1704975" y="2705100"/>
                </a:moveTo>
                <a:lnTo>
                  <a:pt x="1724025" y="2705100"/>
                </a:lnTo>
                <a:lnTo>
                  <a:pt x="1724025" y="2724150"/>
                </a:lnTo>
                <a:lnTo>
                  <a:pt x="1704975" y="2724150"/>
                </a:lnTo>
                <a:close/>
                <a:moveTo>
                  <a:pt x="1724025" y="2733675"/>
                </a:moveTo>
                <a:lnTo>
                  <a:pt x="1733550" y="2733675"/>
                </a:lnTo>
                <a:lnTo>
                  <a:pt x="1733550" y="2781300"/>
                </a:lnTo>
                <a:lnTo>
                  <a:pt x="1724025" y="2781300"/>
                </a:lnTo>
                <a:close/>
                <a:moveTo>
                  <a:pt x="266700" y="2743200"/>
                </a:moveTo>
                <a:lnTo>
                  <a:pt x="276225" y="2743200"/>
                </a:lnTo>
                <a:lnTo>
                  <a:pt x="276225" y="2752725"/>
                </a:lnTo>
                <a:lnTo>
                  <a:pt x="266700" y="2752725"/>
                </a:lnTo>
                <a:close/>
                <a:moveTo>
                  <a:pt x="304800" y="2743200"/>
                </a:moveTo>
                <a:lnTo>
                  <a:pt x="381000" y="2743200"/>
                </a:lnTo>
                <a:lnTo>
                  <a:pt x="381000" y="2762250"/>
                </a:lnTo>
                <a:lnTo>
                  <a:pt x="304800" y="2762250"/>
                </a:lnTo>
                <a:close/>
                <a:moveTo>
                  <a:pt x="838200" y="2743200"/>
                </a:moveTo>
                <a:lnTo>
                  <a:pt x="857250" y="2743200"/>
                </a:lnTo>
                <a:lnTo>
                  <a:pt x="857250" y="2752725"/>
                </a:lnTo>
                <a:lnTo>
                  <a:pt x="838200" y="2752725"/>
                </a:lnTo>
                <a:close/>
                <a:moveTo>
                  <a:pt x="885825" y="2743200"/>
                </a:moveTo>
                <a:lnTo>
                  <a:pt x="914400" y="2743200"/>
                </a:lnTo>
                <a:lnTo>
                  <a:pt x="914400" y="2752725"/>
                </a:lnTo>
                <a:lnTo>
                  <a:pt x="885825" y="2752725"/>
                </a:lnTo>
                <a:close/>
                <a:moveTo>
                  <a:pt x="962025" y="2743200"/>
                </a:moveTo>
                <a:lnTo>
                  <a:pt x="990600" y="2743200"/>
                </a:lnTo>
                <a:lnTo>
                  <a:pt x="990600" y="2762250"/>
                </a:lnTo>
                <a:lnTo>
                  <a:pt x="1000125" y="2762250"/>
                </a:lnTo>
                <a:lnTo>
                  <a:pt x="1000125" y="2771775"/>
                </a:lnTo>
                <a:lnTo>
                  <a:pt x="971550" y="2771775"/>
                </a:lnTo>
                <a:lnTo>
                  <a:pt x="971550" y="2762250"/>
                </a:lnTo>
                <a:lnTo>
                  <a:pt x="981075" y="2762250"/>
                </a:lnTo>
                <a:lnTo>
                  <a:pt x="981075" y="2752725"/>
                </a:lnTo>
                <a:lnTo>
                  <a:pt x="962025" y="2752725"/>
                </a:lnTo>
                <a:close/>
                <a:moveTo>
                  <a:pt x="1181100" y="2743200"/>
                </a:moveTo>
                <a:lnTo>
                  <a:pt x="1190625" y="2743200"/>
                </a:lnTo>
                <a:lnTo>
                  <a:pt x="1190625" y="2752725"/>
                </a:lnTo>
                <a:lnTo>
                  <a:pt x="1181100" y="2752725"/>
                </a:lnTo>
                <a:close/>
                <a:moveTo>
                  <a:pt x="1219200" y="2743200"/>
                </a:moveTo>
                <a:lnTo>
                  <a:pt x="1266825" y="2743200"/>
                </a:lnTo>
                <a:lnTo>
                  <a:pt x="1266825" y="2752725"/>
                </a:lnTo>
                <a:lnTo>
                  <a:pt x="1219200" y="2752725"/>
                </a:lnTo>
                <a:close/>
                <a:moveTo>
                  <a:pt x="1314450" y="2743200"/>
                </a:moveTo>
                <a:lnTo>
                  <a:pt x="1362075" y="2743200"/>
                </a:lnTo>
                <a:lnTo>
                  <a:pt x="1362075" y="2762250"/>
                </a:lnTo>
                <a:lnTo>
                  <a:pt x="1381125" y="2762250"/>
                </a:lnTo>
                <a:lnTo>
                  <a:pt x="1381125" y="2752725"/>
                </a:lnTo>
                <a:lnTo>
                  <a:pt x="1400175" y="2752725"/>
                </a:lnTo>
                <a:lnTo>
                  <a:pt x="1400175" y="2771775"/>
                </a:lnTo>
                <a:lnTo>
                  <a:pt x="1343025" y="2771775"/>
                </a:lnTo>
                <a:lnTo>
                  <a:pt x="1343025" y="2752725"/>
                </a:lnTo>
                <a:lnTo>
                  <a:pt x="1314450" y="2752725"/>
                </a:lnTo>
                <a:close/>
                <a:moveTo>
                  <a:pt x="1438275" y="2743200"/>
                </a:moveTo>
                <a:lnTo>
                  <a:pt x="1476375" y="2743200"/>
                </a:lnTo>
                <a:lnTo>
                  <a:pt x="1476375" y="2752725"/>
                </a:lnTo>
                <a:lnTo>
                  <a:pt x="1466850" y="2752725"/>
                </a:lnTo>
                <a:lnTo>
                  <a:pt x="1466850" y="2762250"/>
                </a:lnTo>
                <a:lnTo>
                  <a:pt x="1476375" y="2762250"/>
                </a:lnTo>
                <a:lnTo>
                  <a:pt x="1476375" y="2771775"/>
                </a:lnTo>
                <a:lnTo>
                  <a:pt x="1428750" y="2771775"/>
                </a:lnTo>
                <a:lnTo>
                  <a:pt x="1428750" y="2762250"/>
                </a:lnTo>
                <a:lnTo>
                  <a:pt x="1419225" y="2762250"/>
                </a:lnTo>
                <a:lnTo>
                  <a:pt x="1419225" y="2752725"/>
                </a:lnTo>
                <a:lnTo>
                  <a:pt x="1438275" y="2752725"/>
                </a:lnTo>
                <a:close/>
                <a:moveTo>
                  <a:pt x="1495425" y="2743200"/>
                </a:moveTo>
                <a:lnTo>
                  <a:pt x="1524000" y="2743200"/>
                </a:lnTo>
                <a:lnTo>
                  <a:pt x="1524000" y="2752725"/>
                </a:lnTo>
                <a:lnTo>
                  <a:pt x="1543050" y="2752725"/>
                </a:lnTo>
                <a:lnTo>
                  <a:pt x="1543050" y="2743200"/>
                </a:lnTo>
                <a:lnTo>
                  <a:pt x="1571625" y="2743200"/>
                </a:lnTo>
                <a:lnTo>
                  <a:pt x="1571625" y="2752725"/>
                </a:lnTo>
                <a:lnTo>
                  <a:pt x="1552575" y="2752725"/>
                </a:lnTo>
                <a:lnTo>
                  <a:pt x="1552575" y="2771775"/>
                </a:lnTo>
                <a:lnTo>
                  <a:pt x="1495425" y="2771775"/>
                </a:lnTo>
                <a:lnTo>
                  <a:pt x="1495425" y="2762250"/>
                </a:lnTo>
                <a:lnTo>
                  <a:pt x="1504950" y="2762250"/>
                </a:lnTo>
                <a:lnTo>
                  <a:pt x="1504950" y="2752725"/>
                </a:lnTo>
                <a:lnTo>
                  <a:pt x="1495425" y="2752725"/>
                </a:lnTo>
                <a:close/>
                <a:moveTo>
                  <a:pt x="1590675" y="2743200"/>
                </a:moveTo>
                <a:lnTo>
                  <a:pt x="1619250" y="2743200"/>
                </a:lnTo>
                <a:lnTo>
                  <a:pt x="1619250" y="2752725"/>
                </a:lnTo>
                <a:lnTo>
                  <a:pt x="1609725" y="2752725"/>
                </a:lnTo>
                <a:lnTo>
                  <a:pt x="1609725" y="2771775"/>
                </a:lnTo>
                <a:lnTo>
                  <a:pt x="1600200" y="2771775"/>
                </a:lnTo>
                <a:lnTo>
                  <a:pt x="1600200" y="2752725"/>
                </a:lnTo>
                <a:lnTo>
                  <a:pt x="1590675" y="2752725"/>
                </a:lnTo>
                <a:close/>
                <a:moveTo>
                  <a:pt x="1619250" y="2752725"/>
                </a:moveTo>
                <a:lnTo>
                  <a:pt x="1647825" y="2752725"/>
                </a:lnTo>
                <a:lnTo>
                  <a:pt x="1647825" y="2771775"/>
                </a:lnTo>
                <a:lnTo>
                  <a:pt x="1619250" y="2771775"/>
                </a:lnTo>
                <a:close/>
                <a:moveTo>
                  <a:pt x="1666875" y="2752725"/>
                </a:moveTo>
                <a:lnTo>
                  <a:pt x="1676400" y="2752725"/>
                </a:lnTo>
                <a:lnTo>
                  <a:pt x="1676400" y="2771775"/>
                </a:lnTo>
                <a:lnTo>
                  <a:pt x="1666875" y="2771775"/>
                </a:lnTo>
                <a:close/>
                <a:moveTo>
                  <a:pt x="276225" y="2762250"/>
                </a:moveTo>
                <a:lnTo>
                  <a:pt x="295275" y="2762250"/>
                </a:lnTo>
                <a:lnTo>
                  <a:pt x="295275" y="2771775"/>
                </a:lnTo>
                <a:lnTo>
                  <a:pt x="276225" y="2771775"/>
                </a:lnTo>
                <a:close/>
                <a:moveTo>
                  <a:pt x="390525" y="2762250"/>
                </a:moveTo>
                <a:lnTo>
                  <a:pt x="400050" y="2762250"/>
                </a:lnTo>
                <a:lnTo>
                  <a:pt x="400050" y="2771775"/>
                </a:lnTo>
                <a:lnTo>
                  <a:pt x="390525" y="2771775"/>
                </a:lnTo>
                <a:close/>
                <a:moveTo>
                  <a:pt x="828675" y="2762250"/>
                </a:moveTo>
                <a:lnTo>
                  <a:pt x="857250" y="2762250"/>
                </a:lnTo>
                <a:lnTo>
                  <a:pt x="857250" y="2771775"/>
                </a:lnTo>
                <a:lnTo>
                  <a:pt x="828675" y="2771775"/>
                </a:lnTo>
                <a:close/>
                <a:moveTo>
                  <a:pt x="1247775" y="2762250"/>
                </a:moveTo>
                <a:lnTo>
                  <a:pt x="1266825" y="2762250"/>
                </a:lnTo>
                <a:lnTo>
                  <a:pt x="1266825" y="2771775"/>
                </a:lnTo>
                <a:lnTo>
                  <a:pt x="1247775" y="2771775"/>
                </a:lnTo>
                <a:close/>
                <a:moveTo>
                  <a:pt x="409575" y="2771775"/>
                </a:moveTo>
                <a:lnTo>
                  <a:pt x="457200" y="2771775"/>
                </a:lnTo>
                <a:lnTo>
                  <a:pt x="457200" y="2781300"/>
                </a:lnTo>
                <a:lnTo>
                  <a:pt x="409575" y="2781300"/>
                </a:lnTo>
                <a:close/>
                <a:moveTo>
                  <a:pt x="400050" y="2790825"/>
                </a:moveTo>
                <a:lnTo>
                  <a:pt x="457200" y="2790825"/>
                </a:lnTo>
                <a:lnTo>
                  <a:pt x="457200" y="2800350"/>
                </a:lnTo>
                <a:lnTo>
                  <a:pt x="438150" y="2800350"/>
                </a:lnTo>
                <a:lnTo>
                  <a:pt x="438150" y="2819400"/>
                </a:lnTo>
                <a:lnTo>
                  <a:pt x="409575" y="2819400"/>
                </a:lnTo>
                <a:lnTo>
                  <a:pt x="409575" y="2828925"/>
                </a:lnTo>
                <a:lnTo>
                  <a:pt x="390525" y="2828925"/>
                </a:lnTo>
                <a:lnTo>
                  <a:pt x="390525" y="2809875"/>
                </a:lnTo>
                <a:lnTo>
                  <a:pt x="400050" y="2809875"/>
                </a:lnTo>
                <a:close/>
                <a:moveTo>
                  <a:pt x="466725" y="2790825"/>
                </a:moveTo>
                <a:lnTo>
                  <a:pt x="495300" y="2790825"/>
                </a:lnTo>
                <a:lnTo>
                  <a:pt x="495300" y="2800350"/>
                </a:lnTo>
                <a:lnTo>
                  <a:pt x="466725" y="2800350"/>
                </a:lnTo>
                <a:close/>
                <a:moveTo>
                  <a:pt x="571500" y="2790825"/>
                </a:moveTo>
                <a:lnTo>
                  <a:pt x="590550" y="2790825"/>
                </a:lnTo>
                <a:lnTo>
                  <a:pt x="590550" y="2809875"/>
                </a:lnTo>
                <a:lnTo>
                  <a:pt x="571500" y="2809875"/>
                </a:lnTo>
                <a:close/>
                <a:moveTo>
                  <a:pt x="1238250" y="2790825"/>
                </a:moveTo>
                <a:lnTo>
                  <a:pt x="1343025" y="2790825"/>
                </a:lnTo>
                <a:lnTo>
                  <a:pt x="1343025" y="2809875"/>
                </a:lnTo>
                <a:lnTo>
                  <a:pt x="1238250" y="2809875"/>
                </a:lnTo>
                <a:close/>
                <a:moveTo>
                  <a:pt x="1362075" y="2790825"/>
                </a:moveTo>
                <a:lnTo>
                  <a:pt x="1390650" y="2790825"/>
                </a:lnTo>
                <a:lnTo>
                  <a:pt x="1390650" y="2800350"/>
                </a:lnTo>
                <a:lnTo>
                  <a:pt x="1362075" y="2800350"/>
                </a:lnTo>
                <a:close/>
                <a:moveTo>
                  <a:pt x="1400175" y="2790825"/>
                </a:moveTo>
                <a:lnTo>
                  <a:pt x="1428750" y="2790825"/>
                </a:lnTo>
                <a:lnTo>
                  <a:pt x="1428750" y="2800350"/>
                </a:lnTo>
                <a:lnTo>
                  <a:pt x="1447800" y="2800350"/>
                </a:lnTo>
                <a:lnTo>
                  <a:pt x="1447800" y="2819400"/>
                </a:lnTo>
                <a:lnTo>
                  <a:pt x="1438275" y="2819400"/>
                </a:lnTo>
                <a:lnTo>
                  <a:pt x="1438275" y="2828925"/>
                </a:lnTo>
                <a:lnTo>
                  <a:pt x="1428750" y="2828925"/>
                </a:lnTo>
                <a:lnTo>
                  <a:pt x="1428750" y="2819400"/>
                </a:lnTo>
                <a:lnTo>
                  <a:pt x="1400175" y="2819400"/>
                </a:lnTo>
                <a:lnTo>
                  <a:pt x="1400175" y="2809875"/>
                </a:lnTo>
                <a:lnTo>
                  <a:pt x="1390650" y="2809875"/>
                </a:lnTo>
                <a:lnTo>
                  <a:pt x="1390650" y="2800350"/>
                </a:lnTo>
                <a:lnTo>
                  <a:pt x="1400175" y="2800350"/>
                </a:lnTo>
                <a:close/>
                <a:moveTo>
                  <a:pt x="1485900" y="2790825"/>
                </a:moveTo>
                <a:lnTo>
                  <a:pt x="1514475" y="2790825"/>
                </a:lnTo>
                <a:lnTo>
                  <a:pt x="1514475" y="2800350"/>
                </a:lnTo>
                <a:lnTo>
                  <a:pt x="1524000" y="2800350"/>
                </a:lnTo>
                <a:lnTo>
                  <a:pt x="1524000" y="2790825"/>
                </a:lnTo>
                <a:lnTo>
                  <a:pt x="1552575" y="2790825"/>
                </a:lnTo>
                <a:lnTo>
                  <a:pt x="1552575" y="2800350"/>
                </a:lnTo>
                <a:lnTo>
                  <a:pt x="1562100" y="2800350"/>
                </a:lnTo>
                <a:lnTo>
                  <a:pt x="1562100" y="2790825"/>
                </a:lnTo>
                <a:lnTo>
                  <a:pt x="1590675" y="2790825"/>
                </a:lnTo>
                <a:lnTo>
                  <a:pt x="1590675" y="2809875"/>
                </a:lnTo>
                <a:lnTo>
                  <a:pt x="1562100" y="2809875"/>
                </a:lnTo>
                <a:lnTo>
                  <a:pt x="1562100" y="2819400"/>
                </a:lnTo>
                <a:lnTo>
                  <a:pt x="1524000" y="2819400"/>
                </a:lnTo>
                <a:lnTo>
                  <a:pt x="1524000" y="2809875"/>
                </a:lnTo>
                <a:lnTo>
                  <a:pt x="1504950" y="2809875"/>
                </a:lnTo>
                <a:lnTo>
                  <a:pt x="1504950" y="2819400"/>
                </a:lnTo>
                <a:lnTo>
                  <a:pt x="1485900" y="2819400"/>
                </a:lnTo>
                <a:lnTo>
                  <a:pt x="1485900" y="2828925"/>
                </a:lnTo>
                <a:lnTo>
                  <a:pt x="1476375" y="2828925"/>
                </a:lnTo>
                <a:lnTo>
                  <a:pt x="1476375" y="2800350"/>
                </a:lnTo>
                <a:lnTo>
                  <a:pt x="1485900" y="2800350"/>
                </a:lnTo>
                <a:close/>
                <a:moveTo>
                  <a:pt x="1704975" y="2790825"/>
                </a:moveTo>
                <a:lnTo>
                  <a:pt x="1724025" y="2790825"/>
                </a:lnTo>
                <a:lnTo>
                  <a:pt x="1724025" y="2809875"/>
                </a:lnTo>
                <a:lnTo>
                  <a:pt x="1714500" y="2809875"/>
                </a:lnTo>
                <a:lnTo>
                  <a:pt x="1714500" y="2800350"/>
                </a:lnTo>
                <a:lnTo>
                  <a:pt x="1704975" y="2800350"/>
                </a:lnTo>
                <a:close/>
                <a:moveTo>
                  <a:pt x="123825" y="2800350"/>
                </a:moveTo>
                <a:lnTo>
                  <a:pt x="133350" y="2800350"/>
                </a:lnTo>
                <a:lnTo>
                  <a:pt x="133350" y="2809875"/>
                </a:lnTo>
                <a:lnTo>
                  <a:pt x="123825" y="2809875"/>
                </a:lnTo>
                <a:close/>
                <a:moveTo>
                  <a:pt x="523875" y="2800350"/>
                </a:moveTo>
                <a:lnTo>
                  <a:pt x="552450" y="2800350"/>
                </a:lnTo>
                <a:lnTo>
                  <a:pt x="552450" y="2809875"/>
                </a:lnTo>
                <a:lnTo>
                  <a:pt x="523875" y="2809875"/>
                </a:lnTo>
                <a:close/>
                <a:moveTo>
                  <a:pt x="295275" y="2809875"/>
                </a:moveTo>
                <a:lnTo>
                  <a:pt x="314325" y="2809875"/>
                </a:lnTo>
                <a:lnTo>
                  <a:pt x="314325" y="2819400"/>
                </a:lnTo>
                <a:lnTo>
                  <a:pt x="295275" y="2819400"/>
                </a:lnTo>
                <a:close/>
                <a:moveTo>
                  <a:pt x="828675" y="2809875"/>
                </a:moveTo>
                <a:lnTo>
                  <a:pt x="838200" y="2809875"/>
                </a:lnTo>
                <a:lnTo>
                  <a:pt x="838200" y="2819400"/>
                </a:lnTo>
                <a:lnTo>
                  <a:pt x="828675" y="2819400"/>
                </a:lnTo>
                <a:close/>
                <a:moveTo>
                  <a:pt x="1704975" y="2809875"/>
                </a:moveTo>
                <a:lnTo>
                  <a:pt x="1714500" y="2809875"/>
                </a:lnTo>
                <a:lnTo>
                  <a:pt x="1714500" y="2819400"/>
                </a:lnTo>
                <a:lnTo>
                  <a:pt x="1704975" y="2819400"/>
                </a:lnTo>
                <a:close/>
                <a:moveTo>
                  <a:pt x="819150" y="2819400"/>
                </a:moveTo>
                <a:lnTo>
                  <a:pt x="828675" y="2819400"/>
                </a:lnTo>
                <a:lnTo>
                  <a:pt x="828675" y="2828925"/>
                </a:lnTo>
                <a:lnTo>
                  <a:pt x="819150" y="2828925"/>
                </a:lnTo>
                <a:close/>
                <a:moveTo>
                  <a:pt x="352425" y="2905125"/>
                </a:moveTo>
                <a:lnTo>
                  <a:pt x="371475" y="2905125"/>
                </a:lnTo>
                <a:lnTo>
                  <a:pt x="371475" y="2914650"/>
                </a:lnTo>
                <a:lnTo>
                  <a:pt x="352425" y="2914650"/>
                </a:lnTo>
                <a:close/>
                <a:moveTo>
                  <a:pt x="123825" y="2924175"/>
                </a:moveTo>
                <a:lnTo>
                  <a:pt x="133350" y="2924175"/>
                </a:lnTo>
                <a:lnTo>
                  <a:pt x="133350" y="2933700"/>
                </a:lnTo>
                <a:lnTo>
                  <a:pt x="123825" y="2933700"/>
                </a:lnTo>
                <a:close/>
                <a:moveTo>
                  <a:pt x="1209675" y="2924175"/>
                </a:moveTo>
                <a:lnTo>
                  <a:pt x="1228725" y="2924175"/>
                </a:lnTo>
                <a:lnTo>
                  <a:pt x="1228725" y="2933700"/>
                </a:lnTo>
                <a:lnTo>
                  <a:pt x="1209675" y="2933700"/>
                </a:lnTo>
                <a:close/>
                <a:moveTo>
                  <a:pt x="1685925" y="2924175"/>
                </a:moveTo>
                <a:lnTo>
                  <a:pt x="1695450" y="2924175"/>
                </a:lnTo>
                <a:lnTo>
                  <a:pt x="1695450" y="2933700"/>
                </a:lnTo>
                <a:lnTo>
                  <a:pt x="1685925" y="2933700"/>
                </a:lnTo>
                <a:close/>
                <a:moveTo>
                  <a:pt x="1704975" y="2924175"/>
                </a:moveTo>
                <a:lnTo>
                  <a:pt x="1714500" y="2924175"/>
                </a:lnTo>
                <a:lnTo>
                  <a:pt x="1714500" y="2933700"/>
                </a:lnTo>
                <a:lnTo>
                  <a:pt x="1704975" y="2933700"/>
                </a:lnTo>
                <a:close/>
                <a:moveTo>
                  <a:pt x="1152525" y="2933700"/>
                </a:moveTo>
                <a:lnTo>
                  <a:pt x="1162050" y="2933700"/>
                </a:lnTo>
                <a:lnTo>
                  <a:pt x="1162050" y="2943225"/>
                </a:lnTo>
                <a:lnTo>
                  <a:pt x="1152525" y="2943225"/>
                </a:lnTo>
                <a:close/>
                <a:moveTo>
                  <a:pt x="1266825" y="2933700"/>
                </a:moveTo>
                <a:lnTo>
                  <a:pt x="1276350" y="2933700"/>
                </a:lnTo>
                <a:lnTo>
                  <a:pt x="1276350" y="2943225"/>
                </a:lnTo>
                <a:lnTo>
                  <a:pt x="1266825" y="2943225"/>
                </a:lnTo>
                <a:close/>
                <a:moveTo>
                  <a:pt x="495300" y="2943225"/>
                </a:moveTo>
                <a:lnTo>
                  <a:pt x="523875" y="2943225"/>
                </a:lnTo>
                <a:lnTo>
                  <a:pt x="523875" y="2952750"/>
                </a:lnTo>
                <a:lnTo>
                  <a:pt x="495300" y="2952750"/>
                </a:lnTo>
                <a:close/>
                <a:moveTo>
                  <a:pt x="1695450" y="2962275"/>
                </a:moveTo>
                <a:lnTo>
                  <a:pt x="1704975" y="2962275"/>
                </a:lnTo>
                <a:lnTo>
                  <a:pt x="1704975" y="3048000"/>
                </a:lnTo>
                <a:lnTo>
                  <a:pt x="1695450" y="3048000"/>
                </a:lnTo>
                <a:lnTo>
                  <a:pt x="1695450" y="3057525"/>
                </a:lnTo>
                <a:lnTo>
                  <a:pt x="1676400" y="3057525"/>
                </a:lnTo>
                <a:lnTo>
                  <a:pt x="1676400" y="3048000"/>
                </a:lnTo>
                <a:lnTo>
                  <a:pt x="1685925" y="3048000"/>
                </a:lnTo>
                <a:lnTo>
                  <a:pt x="1685925" y="3028950"/>
                </a:lnTo>
                <a:lnTo>
                  <a:pt x="1676400" y="3028950"/>
                </a:lnTo>
                <a:lnTo>
                  <a:pt x="1676400" y="3000375"/>
                </a:lnTo>
                <a:lnTo>
                  <a:pt x="1685925" y="3000375"/>
                </a:lnTo>
                <a:lnTo>
                  <a:pt x="1685925" y="2990850"/>
                </a:lnTo>
                <a:lnTo>
                  <a:pt x="1695450" y="2990850"/>
                </a:lnTo>
                <a:close/>
                <a:moveTo>
                  <a:pt x="219075" y="2981325"/>
                </a:moveTo>
                <a:lnTo>
                  <a:pt x="228600" y="2981325"/>
                </a:lnTo>
                <a:lnTo>
                  <a:pt x="228600" y="3000375"/>
                </a:lnTo>
                <a:lnTo>
                  <a:pt x="219075" y="3000375"/>
                </a:lnTo>
                <a:close/>
                <a:moveTo>
                  <a:pt x="1057275" y="2981325"/>
                </a:moveTo>
                <a:lnTo>
                  <a:pt x="1066800" y="2981325"/>
                </a:lnTo>
                <a:lnTo>
                  <a:pt x="1066800" y="2990850"/>
                </a:lnTo>
                <a:lnTo>
                  <a:pt x="1076325" y="2990850"/>
                </a:lnTo>
                <a:lnTo>
                  <a:pt x="1076325" y="3000375"/>
                </a:lnTo>
                <a:lnTo>
                  <a:pt x="1095375" y="3000375"/>
                </a:lnTo>
                <a:lnTo>
                  <a:pt x="1095375" y="3009900"/>
                </a:lnTo>
                <a:lnTo>
                  <a:pt x="1038225" y="3009900"/>
                </a:lnTo>
                <a:lnTo>
                  <a:pt x="1038225" y="3000375"/>
                </a:lnTo>
                <a:lnTo>
                  <a:pt x="1057275" y="3000375"/>
                </a:lnTo>
                <a:close/>
                <a:moveTo>
                  <a:pt x="228600" y="3000375"/>
                </a:moveTo>
                <a:lnTo>
                  <a:pt x="238125" y="3000375"/>
                </a:lnTo>
                <a:lnTo>
                  <a:pt x="238125" y="3009900"/>
                </a:lnTo>
                <a:lnTo>
                  <a:pt x="228600" y="3009900"/>
                </a:lnTo>
                <a:close/>
                <a:moveTo>
                  <a:pt x="257175" y="3000375"/>
                </a:moveTo>
                <a:lnTo>
                  <a:pt x="285750" y="3000375"/>
                </a:lnTo>
                <a:lnTo>
                  <a:pt x="285750" y="3009900"/>
                </a:lnTo>
                <a:lnTo>
                  <a:pt x="257175" y="3009900"/>
                </a:lnTo>
                <a:close/>
                <a:moveTo>
                  <a:pt x="123825" y="3028950"/>
                </a:moveTo>
                <a:lnTo>
                  <a:pt x="133350" y="3028950"/>
                </a:lnTo>
                <a:lnTo>
                  <a:pt x="133350" y="3038475"/>
                </a:lnTo>
                <a:lnTo>
                  <a:pt x="123825" y="3038475"/>
                </a:lnTo>
                <a:close/>
                <a:moveTo>
                  <a:pt x="200025" y="3028950"/>
                </a:moveTo>
                <a:lnTo>
                  <a:pt x="247650" y="3028950"/>
                </a:lnTo>
                <a:lnTo>
                  <a:pt x="247650" y="3038475"/>
                </a:lnTo>
                <a:lnTo>
                  <a:pt x="228600" y="3038475"/>
                </a:lnTo>
                <a:lnTo>
                  <a:pt x="228600" y="3057525"/>
                </a:lnTo>
                <a:lnTo>
                  <a:pt x="200025" y="3057525"/>
                </a:lnTo>
                <a:lnTo>
                  <a:pt x="200025" y="3048000"/>
                </a:lnTo>
                <a:lnTo>
                  <a:pt x="219075" y="3048000"/>
                </a:lnTo>
                <a:lnTo>
                  <a:pt x="219075" y="3038475"/>
                </a:lnTo>
                <a:lnTo>
                  <a:pt x="200025" y="3038475"/>
                </a:lnTo>
                <a:close/>
                <a:moveTo>
                  <a:pt x="371475" y="3028950"/>
                </a:moveTo>
                <a:lnTo>
                  <a:pt x="390525" y="3028950"/>
                </a:lnTo>
                <a:lnTo>
                  <a:pt x="390525" y="3057525"/>
                </a:lnTo>
                <a:lnTo>
                  <a:pt x="352425" y="3057525"/>
                </a:lnTo>
                <a:lnTo>
                  <a:pt x="352425" y="3048000"/>
                </a:lnTo>
                <a:lnTo>
                  <a:pt x="371475" y="3048000"/>
                </a:lnTo>
                <a:close/>
                <a:moveTo>
                  <a:pt x="1028700" y="3028950"/>
                </a:moveTo>
                <a:lnTo>
                  <a:pt x="1047750" y="3028950"/>
                </a:lnTo>
                <a:lnTo>
                  <a:pt x="1047750" y="3038475"/>
                </a:lnTo>
                <a:lnTo>
                  <a:pt x="1028700" y="3038475"/>
                </a:lnTo>
                <a:close/>
                <a:moveTo>
                  <a:pt x="1076325" y="3028950"/>
                </a:moveTo>
                <a:lnTo>
                  <a:pt x="1133475" y="3028950"/>
                </a:lnTo>
                <a:lnTo>
                  <a:pt x="1133475" y="3038475"/>
                </a:lnTo>
                <a:lnTo>
                  <a:pt x="1076325" y="3038475"/>
                </a:lnTo>
                <a:close/>
                <a:moveTo>
                  <a:pt x="1219200" y="3028950"/>
                </a:moveTo>
                <a:lnTo>
                  <a:pt x="1257300" y="3028950"/>
                </a:lnTo>
                <a:lnTo>
                  <a:pt x="1257300" y="3038475"/>
                </a:lnTo>
                <a:lnTo>
                  <a:pt x="1219200" y="3038475"/>
                </a:lnTo>
                <a:close/>
                <a:moveTo>
                  <a:pt x="1076325" y="3048000"/>
                </a:moveTo>
                <a:lnTo>
                  <a:pt x="1133475" y="3048000"/>
                </a:lnTo>
                <a:lnTo>
                  <a:pt x="1133475" y="3057525"/>
                </a:lnTo>
                <a:lnTo>
                  <a:pt x="1171575" y="3057525"/>
                </a:lnTo>
                <a:lnTo>
                  <a:pt x="1171575" y="3076575"/>
                </a:lnTo>
                <a:lnTo>
                  <a:pt x="1066800" y="3076575"/>
                </a:lnTo>
                <a:lnTo>
                  <a:pt x="1066800" y="3057525"/>
                </a:lnTo>
                <a:lnTo>
                  <a:pt x="1076325" y="3057525"/>
                </a:lnTo>
                <a:close/>
                <a:moveTo>
                  <a:pt x="1200150" y="3048000"/>
                </a:moveTo>
                <a:lnTo>
                  <a:pt x="1228725" y="3048000"/>
                </a:lnTo>
                <a:lnTo>
                  <a:pt x="1228725" y="3067050"/>
                </a:lnTo>
                <a:lnTo>
                  <a:pt x="1238250" y="3067050"/>
                </a:lnTo>
                <a:lnTo>
                  <a:pt x="1238250" y="3086100"/>
                </a:lnTo>
                <a:lnTo>
                  <a:pt x="1209675" y="3086100"/>
                </a:lnTo>
                <a:lnTo>
                  <a:pt x="1209675" y="3076575"/>
                </a:lnTo>
                <a:lnTo>
                  <a:pt x="1190625" y="3076575"/>
                </a:lnTo>
                <a:lnTo>
                  <a:pt x="1190625" y="3067050"/>
                </a:lnTo>
                <a:lnTo>
                  <a:pt x="1200150" y="3067050"/>
                </a:lnTo>
                <a:close/>
                <a:moveTo>
                  <a:pt x="1390650" y="3048000"/>
                </a:moveTo>
                <a:lnTo>
                  <a:pt x="1409700" y="3048000"/>
                </a:lnTo>
                <a:lnTo>
                  <a:pt x="1409700" y="3057525"/>
                </a:lnTo>
                <a:lnTo>
                  <a:pt x="1428750" y="3057525"/>
                </a:lnTo>
                <a:lnTo>
                  <a:pt x="1428750" y="3067050"/>
                </a:lnTo>
                <a:lnTo>
                  <a:pt x="1438275" y="3067050"/>
                </a:lnTo>
                <a:lnTo>
                  <a:pt x="1438275" y="3076575"/>
                </a:lnTo>
                <a:lnTo>
                  <a:pt x="1419225" y="3076575"/>
                </a:lnTo>
                <a:lnTo>
                  <a:pt x="1419225" y="3086100"/>
                </a:lnTo>
                <a:lnTo>
                  <a:pt x="1390650" y="3086100"/>
                </a:lnTo>
                <a:lnTo>
                  <a:pt x="1390650" y="3105150"/>
                </a:lnTo>
                <a:lnTo>
                  <a:pt x="1371600" y="3105150"/>
                </a:lnTo>
                <a:lnTo>
                  <a:pt x="1371600" y="3095625"/>
                </a:lnTo>
                <a:lnTo>
                  <a:pt x="1362075" y="3095625"/>
                </a:lnTo>
                <a:lnTo>
                  <a:pt x="1362075" y="3086100"/>
                </a:lnTo>
                <a:lnTo>
                  <a:pt x="1352550" y="3086100"/>
                </a:lnTo>
                <a:lnTo>
                  <a:pt x="1352550" y="3076575"/>
                </a:lnTo>
                <a:lnTo>
                  <a:pt x="1314450" y="3076575"/>
                </a:lnTo>
                <a:lnTo>
                  <a:pt x="1314450" y="3086100"/>
                </a:lnTo>
                <a:lnTo>
                  <a:pt x="1295400" y="3086100"/>
                </a:lnTo>
                <a:lnTo>
                  <a:pt x="1295400" y="3057525"/>
                </a:lnTo>
                <a:lnTo>
                  <a:pt x="1362075" y="3057525"/>
                </a:lnTo>
                <a:lnTo>
                  <a:pt x="1362075" y="3067050"/>
                </a:lnTo>
                <a:lnTo>
                  <a:pt x="1371600" y="3067050"/>
                </a:lnTo>
                <a:lnTo>
                  <a:pt x="1371600" y="3057525"/>
                </a:lnTo>
                <a:lnTo>
                  <a:pt x="1390650" y="3057525"/>
                </a:lnTo>
                <a:close/>
                <a:moveTo>
                  <a:pt x="314325" y="3057525"/>
                </a:moveTo>
                <a:lnTo>
                  <a:pt x="342900" y="3057525"/>
                </a:lnTo>
                <a:lnTo>
                  <a:pt x="342900" y="3067050"/>
                </a:lnTo>
                <a:lnTo>
                  <a:pt x="333375" y="3067050"/>
                </a:lnTo>
                <a:lnTo>
                  <a:pt x="333375" y="3076575"/>
                </a:lnTo>
                <a:lnTo>
                  <a:pt x="304800" y="3076575"/>
                </a:lnTo>
                <a:lnTo>
                  <a:pt x="304800" y="3067050"/>
                </a:lnTo>
                <a:lnTo>
                  <a:pt x="314325" y="3067050"/>
                </a:lnTo>
                <a:close/>
                <a:moveTo>
                  <a:pt x="409575" y="3057525"/>
                </a:moveTo>
                <a:lnTo>
                  <a:pt x="428625" y="3057525"/>
                </a:lnTo>
                <a:lnTo>
                  <a:pt x="428625" y="3067050"/>
                </a:lnTo>
                <a:lnTo>
                  <a:pt x="438150" y="3067050"/>
                </a:lnTo>
                <a:lnTo>
                  <a:pt x="438150" y="3076575"/>
                </a:lnTo>
                <a:lnTo>
                  <a:pt x="428625" y="3076575"/>
                </a:lnTo>
                <a:lnTo>
                  <a:pt x="428625" y="3086100"/>
                </a:lnTo>
                <a:lnTo>
                  <a:pt x="419100" y="3086100"/>
                </a:lnTo>
                <a:lnTo>
                  <a:pt x="419100" y="3067050"/>
                </a:lnTo>
                <a:lnTo>
                  <a:pt x="409575" y="3067050"/>
                </a:lnTo>
                <a:close/>
                <a:moveTo>
                  <a:pt x="466725" y="3057525"/>
                </a:moveTo>
                <a:lnTo>
                  <a:pt x="476250" y="3057525"/>
                </a:lnTo>
                <a:lnTo>
                  <a:pt x="476250" y="3076575"/>
                </a:lnTo>
                <a:lnTo>
                  <a:pt x="466725" y="3076575"/>
                </a:lnTo>
                <a:close/>
                <a:moveTo>
                  <a:pt x="495300" y="3057525"/>
                </a:moveTo>
                <a:lnTo>
                  <a:pt x="533400" y="3057525"/>
                </a:lnTo>
                <a:lnTo>
                  <a:pt x="533400" y="3067050"/>
                </a:lnTo>
                <a:lnTo>
                  <a:pt x="542925" y="3067050"/>
                </a:lnTo>
                <a:lnTo>
                  <a:pt x="542925" y="3076575"/>
                </a:lnTo>
                <a:lnTo>
                  <a:pt x="495300" y="3076575"/>
                </a:lnTo>
                <a:close/>
                <a:moveTo>
                  <a:pt x="552450" y="3057525"/>
                </a:moveTo>
                <a:lnTo>
                  <a:pt x="571500" y="3057525"/>
                </a:lnTo>
                <a:lnTo>
                  <a:pt x="571500" y="3076575"/>
                </a:lnTo>
                <a:lnTo>
                  <a:pt x="552450" y="3076575"/>
                </a:lnTo>
                <a:close/>
                <a:moveTo>
                  <a:pt x="742950" y="3057525"/>
                </a:moveTo>
                <a:lnTo>
                  <a:pt x="752475" y="3057525"/>
                </a:lnTo>
                <a:lnTo>
                  <a:pt x="752475" y="3067050"/>
                </a:lnTo>
                <a:lnTo>
                  <a:pt x="809625" y="3067050"/>
                </a:lnTo>
                <a:lnTo>
                  <a:pt x="809625" y="3057525"/>
                </a:lnTo>
                <a:lnTo>
                  <a:pt x="819150" y="3057525"/>
                </a:lnTo>
                <a:lnTo>
                  <a:pt x="819150" y="3067050"/>
                </a:lnTo>
                <a:lnTo>
                  <a:pt x="838200" y="3067050"/>
                </a:lnTo>
                <a:lnTo>
                  <a:pt x="838200" y="3076575"/>
                </a:lnTo>
                <a:lnTo>
                  <a:pt x="742950" y="3076575"/>
                </a:lnTo>
                <a:close/>
                <a:moveTo>
                  <a:pt x="1257300" y="3057525"/>
                </a:moveTo>
                <a:lnTo>
                  <a:pt x="1285875" y="3057525"/>
                </a:lnTo>
                <a:lnTo>
                  <a:pt x="1285875" y="3067050"/>
                </a:lnTo>
                <a:lnTo>
                  <a:pt x="1257300" y="3067050"/>
                </a:lnTo>
                <a:close/>
                <a:moveTo>
                  <a:pt x="1447800" y="3057525"/>
                </a:moveTo>
                <a:lnTo>
                  <a:pt x="1504950" y="3057525"/>
                </a:lnTo>
                <a:lnTo>
                  <a:pt x="1504950" y="3076575"/>
                </a:lnTo>
                <a:lnTo>
                  <a:pt x="1447800" y="3076575"/>
                </a:lnTo>
                <a:close/>
                <a:moveTo>
                  <a:pt x="1524000" y="3057525"/>
                </a:moveTo>
                <a:lnTo>
                  <a:pt x="1638300" y="3057525"/>
                </a:lnTo>
                <a:lnTo>
                  <a:pt x="1638300" y="3076575"/>
                </a:lnTo>
                <a:lnTo>
                  <a:pt x="1524000" y="3076575"/>
                </a:lnTo>
                <a:close/>
                <a:moveTo>
                  <a:pt x="1666875" y="3057525"/>
                </a:moveTo>
                <a:lnTo>
                  <a:pt x="1676400" y="3057525"/>
                </a:lnTo>
                <a:lnTo>
                  <a:pt x="1676400" y="3076575"/>
                </a:lnTo>
                <a:lnTo>
                  <a:pt x="1666875" y="3076575"/>
                </a:lnTo>
                <a:close/>
                <a:moveTo>
                  <a:pt x="200025" y="3067050"/>
                </a:moveTo>
                <a:lnTo>
                  <a:pt x="219075" y="3067050"/>
                </a:lnTo>
                <a:lnTo>
                  <a:pt x="219075" y="3076575"/>
                </a:lnTo>
                <a:lnTo>
                  <a:pt x="200025" y="3076575"/>
                </a:lnTo>
                <a:close/>
                <a:moveTo>
                  <a:pt x="257175" y="3067050"/>
                </a:moveTo>
                <a:lnTo>
                  <a:pt x="285750" y="3067050"/>
                </a:lnTo>
                <a:lnTo>
                  <a:pt x="285750" y="3076575"/>
                </a:lnTo>
                <a:lnTo>
                  <a:pt x="257175" y="3076575"/>
                </a:lnTo>
                <a:close/>
                <a:moveTo>
                  <a:pt x="971550" y="3067050"/>
                </a:moveTo>
                <a:lnTo>
                  <a:pt x="990600" y="3067050"/>
                </a:lnTo>
                <a:lnTo>
                  <a:pt x="990600" y="3076575"/>
                </a:lnTo>
                <a:lnTo>
                  <a:pt x="971550" y="3076575"/>
                </a:lnTo>
                <a:close/>
                <a:moveTo>
                  <a:pt x="371475" y="3076575"/>
                </a:moveTo>
                <a:lnTo>
                  <a:pt x="390525" y="3076575"/>
                </a:lnTo>
                <a:lnTo>
                  <a:pt x="390525" y="3086100"/>
                </a:lnTo>
                <a:lnTo>
                  <a:pt x="400050" y="3086100"/>
                </a:lnTo>
                <a:lnTo>
                  <a:pt x="400050" y="3095625"/>
                </a:lnTo>
                <a:lnTo>
                  <a:pt x="371475" y="3095625"/>
                </a:lnTo>
                <a:close/>
                <a:moveTo>
                  <a:pt x="847725" y="3076575"/>
                </a:moveTo>
                <a:lnTo>
                  <a:pt x="857250" y="3076575"/>
                </a:lnTo>
                <a:lnTo>
                  <a:pt x="857250" y="3086100"/>
                </a:lnTo>
                <a:lnTo>
                  <a:pt x="847725" y="3086100"/>
                </a:lnTo>
                <a:close/>
                <a:moveTo>
                  <a:pt x="1000125" y="3076575"/>
                </a:moveTo>
                <a:lnTo>
                  <a:pt x="1028700" y="3076575"/>
                </a:lnTo>
                <a:lnTo>
                  <a:pt x="1028700" y="3086100"/>
                </a:lnTo>
                <a:lnTo>
                  <a:pt x="1000125" y="3086100"/>
                </a:lnTo>
                <a:close/>
                <a:moveTo>
                  <a:pt x="409575" y="3086100"/>
                </a:moveTo>
                <a:lnTo>
                  <a:pt x="419100" y="3086100"/>
                </a:lnTo>
                <a:lnTo>
                  <a:pt x="419100" y="3105150"/>
                </a:lnTo>
                <a:lnTo>
                  <a:pt x="409575" y="3105150"/>
                </a:lnTo>
                <a:close/>
                <a:moveTo>
                  <a:pt x="476250" y="3095625"/>
                </a:moveTo>
                <a:lnTo>
                  <a:pt x="485775" y="3095625"/>
                </a:lnTo>
                <a:lnTo>
                  <a:pt x="485775" y="3105150"/>
                </a:lnTo>
                <a:lnTo>
                  <a:pt x="476250" y="3105150"/>
                </a:lnTo>
                <a:close/>
                <a:moveTo>
                  <a:pt x="495300" y="3095625"/>
                </a:moveTo>
                <a:lnTo>
                  <a:pt x="504825" y="3095625"/>
                </a:lnTo>
                <a:lnTo>
                  <a:pt x="504825" y="3105150"/>
                </a:lnTo>
                <a:lnTo>
                  <a:pt x="495300" y="3105150"/>
                </a:lnTo>
                <a:close/>
                <a:moveTo>
                  <a:pt x="923925" y="3095625"/>
                </a:moveTo>
                <a:lnTo>
                  <a:pt x="952500" y="3095625"/>
                </a:lnTo>
                <a:lnTo>
                  <a:pt x="952500" y="3105150"/>
                </a:lnTo>
                <a:lnTo>
                  <a:pt x="981075" y="3105150"/>
                </a:lnTo>
                <a:lnTo>
                  <a:pt x="981075" y="3114675"/>
                </a:lnTo>
                <a:lnTo>
                  <a:pt x="990600" y="3114675"/>
                </a:lnTo>
                <a:lnTo>
                  <a:pt x="990600" y="3124200"/>
                </a:lnTo>
                <a:lnTo>
                  <a:pt x="962025" y="3124200"/>
                </a:lnTo>
                <a:lnTo>
                  <a:pt x="962025" y="3114675"/>
                </a:lnTo>
                <a:lnTo>
                  <a:pt x="933450" y="3114675"/>
                </a:lnTo>
                <a:lnTo>
                  <a:pt x="933450" y="3105150"/>
                </a:lnTo>
                <a:lnTo>
                  <a:pt x="923925" y="3105150"/>
                </a:lnTo>
                <a:close/>
                <a:moveTo>
                  <a:pt x="990600" y="3095625"/>
                </a:moveTo>
                <a:lnTo>
                  <a:pt x="1019175" y="3095625"/>
                </a:lnTo>
                <a:lnTo>
                  <a:pt x="1019175" y="3114675"/>
                </a:lnTo>
                <a:lnTo>
                  <a:pt x="1009650" y="3114675"/>
                </a:lnTo>
                <a:lnTo>
                  <a:pt x="1009650" y="3105150"/>
                </a:lnTo>
                <a:lnTo>
                  <a:pt x="990600" y="3105150"/>
                </a:lnTo>
                <a:close/>
                <a:moveTo>
                  <a:pt x="1038225" y="3095625"/>
                </a:moveTo>
                <a:lnTo>
                  <a:pt x="1047750" y="3095625"/>
                </a:lnTo>
                <a:lnTo>
                  <a:pt x="1047750" y="3105150"/>
                </a:lnTo>
                <a:lnTo>
                  <a:pt x="1038225" y="3105150"/>
                </a:lnTo>
                <a:close/>
                <a:moveTo>
                  <a:pt x="1057275" y="3095625"/>
                </a:moveTo>
                <a:lnTo>
                  <a:pt x="1123950" y="3095625"/>
                </a:lnTo>
                <a:lnTo>
                  <a:pt x="1123950" y="3105150"/>
                </a:lnTo>
                <a:lnTo>
                  <a:pt x="1133475" y="3105150"/>
                </a:lnTo>
                <a:lnTo>
                  <a:pt x="1133475" y="3095625"/>
                </a:lnTo>
                <a:lnTo>
                  <a:pt x="1162050" y="3095625"/>
                </a:lnTo>
                <a:lnTo>
                  <a:pt x="1162050" y="3114675"/>
                </a:lnTo>
                <a:lnTo>
                  <a:pt x="1114425" y="3114675"/>
                </a:lnTo>
                <a:lnTo>
                  <a:pt x="1114425" y="3124200"/>
                </a:lnTo>
                <a:lnTo>
                  <a:pt x="1085850" y="3124200"/>
                </a:lnTo>
                <a:lnTo>
                  <a:pt x="1085850" y="3114675"/>
                </a:lnTo>
                <a:lnTo>
                  <a:pt x="1057275" y="3114675"/>
                </a:lnTo>
                <a:close/>
                <a:moveTo>
                  <a:pt x="1200150" y="3095625"/>
                </a:moveTo>
                <a:lnTo>
                  <a:pt x="1219200" y="3095625"/>
                </a:lnTo>
                <a:lnTo>
                  <a:pt x="1219200" y="3114675"/>
                </a:lnTo>
                <a:lnTo>
                  <a:pt x="1200150" y="3114675"/>
                </a:lnTo>
                <a:close/>
                <a:moveTo>
                  <a:pt x="1333500" y="3095625"/>
                </a:moveTo>
                <a:lnTo>
                  <a:pt x="1343025" y="3095625"/>
                </a:lnTo>
                <a:lnTo>
                  <a:pt x="1343025" y="3105150"/>
                </a:lnTo>
                <a:lnTo>
                  <a:pt x="1333500" y="3105150"/>
                </a:lnTo>
                <a:close/>
                <a:moveTo>
                  <a:pt x="1695450" y="3095625"/>
                </a:moveTo>
                <a:lnTo>
                  <a:pt x="1704975" y="3095625"/>
                </a:lnTo>
                <a:lnTo>
                  <a:pt x="1704975" y="3114675"/>
                </a:lnTo>
                <a:lnTo>
                  <a:pt x="1724025" y="3114675"/>
                </a:lnTo>
                <a:lnTo>
                  <a:pt x="1724025" y="3152775"/>
                </a:lnTo>
                <a:lnTo>
                  <a:pt x="1704975" y="3152775"/>
                </a:lnTo>
                <a:lnTo>
                  <a:pt x="1704975" y="3143250"/>
                </a:lnTo>
                <a:lnTo>
                  <a:pt x="1714500" y="3143250"/>
                </a:lnTo>
                <a:lnTo>
                  <a:pt x="1714500" y="3133725"/>
                </a:lnTo>
                <a:lnTo>
                  <a:pt x="1676400" y="3133725"/>
                </a:lnTo>
                <a:lnTo>
                  <a:pt x="1676400" y="3124200"/>
                </a:lnTo>
                <a:lnTo>
                  <a:pt x="1685925" y="3124200"/>
                </a:lnTo>
                <a:lnTo>
                  <a:pt x="1685925" y="3105150"/>
                </a:lnTo>
                <a:lnTo>
                  <a:pt x="1695450" y="3105150"/>
                </a:lnTo>
                <a:close/>
                <a:moveTo>
                  <a:pt x="1323975" y="3105150"/>
                </a:moveTo>
                <a:lnTo>
                  <a:pt x="1333500" y="3105150"/>
                </a:lnTo>
                <a:lnTo>
                  <a:pt x="1333500" y="3114675"/>
                </a:lnTo>
                <a:lnTo>
                  <a:pt x="1323975" y="3114675"/>
                </a:lnTo>
                <a:close/>
                <a:moveTo>
                  <a:pt x="1019175" y="3114675"/>
                </a:moveTo>
                <a:lnTo>
                  <a:pt x="1028700" y="3114675"/>
                </a:lnTo>
                <a:lnTo>
                  <a:pt x="1028700" y="3124200"/>
                </a:lnTo>
                <a:lnTo>
                  <a:pt x="1019175" y="3124200"/>
                </a:lnTo>
                <a:close/>
                <a:moveTo>
                  <a:pt x="1304925" y="3114675"/>
                </a:moveTo>
                <a:lnTo>
                  <a:pt x="1314450" y="3114675"/>
                </a:lnTo>
                <a:lnTo>
                  <a:pt x="1314450" y="3124200"/>
                </a:lnTo>
                <a:lnTo>
                  <a:pt x="1304925" y="3124200"/>
                </a:lnTo>
                <a:close/>
                <a:moveTo>
                  <a:pt x="1333500" y="3114675"/>
                </a:moveTo>
                <a:lnTo>
                  <a:pt x="1343025" y="3114675"/>
                </a:lnTo>
                <a:lnTo>
                  <a:pt x="1343025" y="3124200"/>
                </a:lnTo>
                <a:lnTo>
                  <a:pt x="1333500" y="3124200"/>
                </a:lnTo>
                <a:close/>
                <a:moveTo>
                  <a:pt x="1266825" y="3124200"/>
                </a:moveTo>
                <a:lnTo>
                  <a:pt x="1276350" y="3124200"/>
                </a:lnTo>
                <a:lnTo>
                  <a:pt x="1276350" y="3133725"/>
                </a:lnTo>
                <a:lnTo>
                  <a:pt x="1266825" y="3133725"/>
                </a:lnTo>
                <a:close/>
                <a:moveTo>
                  <a:pt x="1314450" y="3152775"/>
                </a:moveTo>
                <a:lnTo>
                  <a:pt x="1333500" y="3152775"/>
                </a:lnTo>
                <a:lnTo>
                  <a:pt x="1333500" y="3162300"/>
                </a:lnTo>
                <a:lnTo>
                  <a:pt x="1343025" y="3162300"/>
                </a:lnTo>
                <a:lnTo>
                  <a:pt x="1343025" y="3171825"/>
                </a:lnTo>
                <a:lnTo>
                  <a:pt x="1314450" y="3171825"/>
                </a:lnTo>
                <a:close/>
                <a:moveTo>
                  <a:pt x="1209675" y="3162300"/>
                </a:moveTo>
                <a:lnTo>
                  <a:pt x="1219200" y="3162300"/>
                </a:lnTo>
                <a:lnTo>
                  <a:pt x="1219200" y="3171825"/>
                </a:lnTo>
                <a:lnTo>
                  <a:pt x="1228725" y="3171825"/>
                </a:lnTo>
                <a:lnTo>
                  <a:pt x="1228725" y="3200400"/>
                </a:lnTo>
                <a:lnTo>
                  <a:pt x="1219200" y="3200400"/>
                </a:lnTo>
                <a:lnTo>
                  <a:pt x="1219200" y="3190875"/>
                </a:lnTo>
                <a:lnTo>
                  <a:pt x="1209675" y="3190875"/>
                </a:lnTo>
                <a:lnTo>
                  <a:pt x="1209675" y="3200400"/>
                </a:lnTo>
                <a:lnTo>
                  <a:pt x="1200150" y="3200400"/>
                </a:lnTo>
                <a:lnTo>
                  <a:pt x="1200150" y="3209925"/>
                </a:lnTo>
                <a:lnTo>
                  <a:pt x="1143000" y="3209925"/>
                </a:lnTo>
                <a:lnTo>
                  <a:pt x="1143000" y="3190875"/>
                </a:lnTo>
                <a:lnTo>
                  <a:pt x="1200150" y="3190875"/>
                </a:lnTo>
                <a:lnTo>
                  <a:pt x="1200150" y="3181350"/>
                </a:lnTo>
                <a:lnTo>
                  <a:pt x="1209675" y="3181350"/>
                </a:lnTo>
                <a:close/>
                <a:moveTo>
                  <a:pt x="1238250" y="3162300"/>
                </a:moveTo>
                <a:lnTo>
                  <a:pt x="1247775" y="3162300"/>
                </a:lnTo>
                <a:lnTo>
                  <a:pt x="1247775" y="3171825"/>
                </a:lnTo>
                <a:lnTo>
                  <a:pt x="1238250" y="3171825"/>
                </a:lnTo>
                <a:close/>
                <a:moveTo>
                  <a:pt x="1724025" y="3162300"/>
                </a:moveTo>
                <a:lnTo>
                  <a:pt x="1733550" y="3162300"/>
                </a:lnTo>
                <a:lnTo>
                  <a:pt x="1733550" y="3171825"/>
                </a:lnTo>
                <a:lnTo>
                  <a:pt x="1724025" y="3171825"/>
                </a:lnTo>
                <a:close/>
                <a:moveTo>
                  <a:pt x="123825" y="3171825"/>
                </a:moveTo>
                <a:lnTo>
                  <a:pt x="133350" y="3171825"/>
                </a:lnTo>
                <a:lnTo>
                  <a:pt x="133350" y="3190875"/>
                </a:lnTo>
                <a:lnTo>
                  <a:pt x="123825" y="3190875"/>
                </a:lnTo>
                <a:close/>
                <a:moveTo>
                  <a:pt x="666750" y="3171825"/>
                </a:moveTo>
                <a:lnTo>
                  <a:pt x="695325" y="3171825"/>
                </a:lnTo>
                <a:lnTo>
                  <a:pt x="695325" y="3181350"/>
                </a:lnTo>
                <a:lnTo>
                  <a:pt x="666750" y="3181350"/>
                </a:lnTo>
                <a:close/>
                <a:moveTo>
                  <a:pt x="819150" y="3171825"/>
                </a:moveTo>
                <a:lnTo>
                  <a:pt x="828675" y="3171825"/>
                </a:lnTo>
                <a:lnTo>
                  <a:pt x="828675" y="3181350"/>
                </a:lnTo>
                <a:lnTo>
                  <a:pt x="819150" y="3181350"/>
                </a:lnTo>
                <a:close/>
                <a:moveTo>
                  <a:pt x="1447800" y="3171825"/>
                </a:moveTo>
                <a:lnTo>
                  <a:pt x="1476375" y="3171825"/>
                </a:lnTo>
                <a:lnTo>
                  <a:pt x="1476375" y="3190875"/>
                </a:lnTo>
                <a:lnTo>
                  <a:pt x="1447800" y="3190875"/>
                </a:lnTo>
                <a:close/>
                <a:moveTo>
                  <a:pt x="990600" y="3181350"/>
                </a:moveTo>
                <a:lnTo>
                  <a:pt x="1019175" y="3181350"/>
                </a:lnTo>
                <a:lnTo>
                  <a:pt x="1019175" y="3190875"/>
                </a:lnTo>
                <a:lnTo>
                  <a:pt x="1028700" y="3190875"/>
                </a:lnTo>
                <a:lnTo>
                  <a:pt x="1028700" y="3209925"/>
                </a:lnTo>
                <a:lnTo>
                  <a:pt x="1000125" y="3209925"/>
                </a:lnTo>
                <a:lnTo>
                  <a:pt x="1000125" y="3190875"/>
                </a:lnTo>
                <a:lnTo>
                  <a:pt x="990600" y="3190875"/>
                </a:lnTo>
                <a:close/>
                <a:moveTo>
                  <a:pt x="1276350" y="3181350"/>
                </a:moveTo>
                <a:lnTo>
                  <a:pt x="1314450" y="3181350"/>
                </a:lnTo>
                <a:lnTo>
                  <a:pt x="1314450" y="3190875"/>
                </a:lnTo>
                <a:lnTo>
                  <a:pt x="1276350" y="3190875"/>
                </a:lnTo>
                <a:close/>
                <a:moveTo>
                  <a:pt x="1409700" y="3181350"/>
                </a:moveTo>
                <a:lnTo>
                  <a:pt x="1419225" y="3181350"/>
                </a:lnTo>
                <a:lnTo>
                  <a:pt x="1419225" y="3190875"/>
                </a:lnTo>
                <a:lnTo>
                  <a:pt x="1409700" y="3190875"/>
                </a:lnTo>
                <a:close/>
                <a:moveTo>
                  <a:pt x="1533525" y="3181350"/>
                </a:moveTo>
                <a:lnTo>
                  <a:pt x="1552575" y="3181350"/>
                </a:lnTo>
                <a:lnTo>
                  <a:pt x="1552575" y="3190875"/>
                </a:lnTo>
                <a:lnTo>
                  <a:pt x="1533525" y="3190875"/>
                </a:lnTo>
                <a:close/>
                <a:moveTo>
                  <a:pt x="1571625" y="3181350"/>
                </a:moveTo>
                <a:lnTo>
                  <a:pt x="1581150" y="3181350"/>
                </a:lnTo>
                <a:lnTo>
                  <a:pt x="1581150" y="3190875"/>
                </a:lnTo>
                <a:lnTo>
                  <a:pt x="1571625" y="3190875"/>
                </a:lnTo>
                <a:close/>
                <a:moveTo>
                  <a:pt x="1590675" y="3181350"/>
                </a:moveTo>
                <a:lnTo>
                  <a:pt x="1600200" y="3181350"/>
                </a:lnTo>
                <a:lnTo>
                  <a:pt x="1600200" y="3190875"/>
                </a:lnTo>
                <a:lnTo>
                  <a:pt x="1590675" y="3190875"/>
                </a:lnTo>
                <a:close/>
                <a:moveTo>
                  <a:pt x="1619250" y="3181350"/>
                </a:moveTo>
                <a:lnTo>
                  <a:pt x="1638300" y="3181350"/>
                </a:lnTo>
                <a:lnTo>
                  <a:pt x="1638300" y="3190875"/>
                </a:lnTo>
                <a:lnTo>
                  <a:pt x="1619250" y="3190875"/>
                </a:lnTo>
                <a:close/>
                <a:moveTo>
                  <a:pt x="1657350" y="3181350"/>
                </a:moveTo>
                <a:lnTo>
                  <a:pt x="1676400" y="3181350"/>
                </a:lnTo>
                <a:lnTo>
                  <a:pt x="1676400" y="3190875"/>
                </a:lnTo>
                <a:lnTo>
                  <a:pt x="1657350" y="3190875"/>
                </a:lnTo>
                <a:close/>
                <a:moveTo>
                  <a:pt x="742950" y="3200400"/>
                </a:moveTo>
                <a:lnTo>
                  <a:pt x="771525" y="3200400"/>
                </a:lnTo>
                <a:lnTo>
                  <a:pt x="771525" y="3209925"/>
                </a:lnTo>
                <a:lnTo>
                  <a:pt x="742950" y="3209925"/>
                </a:lnTo>
                <a:close/>
                <a:moveTo>
                  <a:pt x="1057275" y="3257550"/>
                </a:moveTo>
                <a:lnTo>
                  <a:pt x="1085850" y="3257550"/>
                </a:lnTo>
                <a:lnTo>
                  <a:pt x="1085850" y="3267075"/>
                </a:lnTo>
                <a:lnTo>
                  <a:pt x="1057275" y="3267075"/>
                </a:lnTo>
                <a:close/>
                <a:moveTo>
                  <a:pt x="1676400" y="3267075"/>
                </a:moveTo>
                <a:lnTo>
                  <a:pt x="1685925" y="3267075"/>
                </a:lnTo>
                <a:lnTo>
                  <a:pt x="1685925" y="3276600"/>
                </a:lnTo>
                <a:lnTo>
                  <a:pt x="1676400" y="3276600"/>
                </a:lnTo>
                <a:close/>
                <a:moveTo>
                  <a:pt x="266700" y="3286125"/>
                </a:moveTo>
                <a:lnTo>
                  <a:pt x="285750" y="3286125"/>
                </a:lnTo>
                <a:lnTo>
                  <a:pt x="285750" y="3295650"/>
                </a:lnTo>
                <a:lnTo>
                  <a:pt x="266700" y="3295650"/>
                </a:lnTo>
                <a:close/>
                <a:moveTo>
                  <a:pt x="361950" y="3286125"/>
                </a:moveTo>
                <a:lnTo>
                  <a:pt x="409575" y="3286125"/>
                </a:lnTo>
                <a:lnTo>
                  <a:pt x="409575" y="3295650"/>
                </a:lnTo>
                <a:lnTo>
                  <a:pt x="361950" y="3295650"/>
                </a:lnTo>
                <a:close/>
                <a:moveTo>
                  <a:pt x="981075" y="3286125"/>
                </a:moveTo>
                <a:lnTo>
                  <a:pt x="1028700" y="3286125"/>
                </a:lnTo>
                <a:lnTo>
                  <a:pt x="1028700" y="3295650"/>
                </a:lnTo>
                <a:lnTo>
                  <a:pt x="1038225" y="3295650"/>
                </a:lnTo>
                <a:lnTo>
                  <a:pt x="1038225" y="3305175"/>
                </a:lnTo>
                <a:lnTo>
                  <a:pt x="1009650" y="3305175"/>
                </a:lnTo>
                <a:lnTo>
                  <a:pt x="1009650" y="3295650"/>
                </a:lnTo>
                <a:lnTo>
                  <a:pt x="981075" y="3295650"/>
                </a:lnTo>
                <a:close/>
                <a:moveTo>
                  <a:pt x="1047750" y="3286125"/>
                </a:moveTo>
                <a:lnTo>
                  <a:pt x="1123950" y="3286125"/>
                </a:lnTo>
                <a:lnTo>
                  <a:pt x="1123950" y="3295650"/>
                </a:lnTo>
                <a:lnTo>
                  <a:pt x="1047750" y="3295650"/>
                </a:lnTo>
                <a:close/>
                <a:moveTo>
                  <a:pt x="1162050" y="3286125"/>
                </a:moveTo>
                <a:lnTo>
                  <a:pt x="1190625" y="3286125"/>
                </a:lnTo>
                <a:lnTo>
                  <a:pt x="1190625" y="3295650"/>
                </a:lnTo>
                <a:lnTo>
                  <a:pt x="1162050" y="3295650"/>
                </a:lnTo>
                <a:close/>
                <a:moveTo>
                  <a:pt x="1228725" y="3286125"/>
                </a:moveTo>
                <a:lnTo>
                  <a:pt x="1247775" y="3286125"/>
                </a:lnTo>
                <a:lnTo>
                  <a:pt x="1247775" y="3295650"/>
                </a:lnTo>
                <a:lnTo>
                  <a:pt x="1228725" y="3295650"/>
                </a:lnTo>
                <a:close/>
                <a:moveTo>
                  <a:pt x="1295400" y="3286125"/>
                </a:moveTo>
                <a:lnTo>
                  <a:pt x="1314450" y="3286125"/>
                </a:lnTo>
                <a:lnTo>
                  <a:pt x="1314450" y="3295650"/>
                </a:lnTo>
                <a:lnTo>
                  <a:pt x="1295400" y="3295650"/>
                </a:lnTo>
                <a:close/>
                <a:moveTo>
                  <a:pt x="1685925" y="3286125"/>
                </a:moveTo>
                <a:lnTo>
                  <a:pt x="1695450" y="3286125"/>
                </a:lnTo>
                <a:lnTo>
                  <a:pt x="1695450" y="3295650"/>
                </a:lnTo>
                <a:lnTo>
                  <a:pt x="1685925" y="3295650"/>
                </a:lnTo>
                <a:close/>
                <a:moveTo>
                  <a:pt x="1724025" y="3286125"/>
                </a:moveTo>
                <a:lnTo>
                  <a:pt x="1733550" y="3286125"/>
                </a:lnTo>
                <a:lnTo>
                  <a:pt x="1733550" y="3295650"/>
                </a:lnTo>
                <a:lnTo>
                  <a:pt x="1724025" y="3295650"/>
                </a:lnTo>
                <a:close/>
                <a:moveTo>
                  <a:pt x="123825" y="3295650"/>
                </a:moveTo>
                <a:lnTo>
                  <a:pt x="133350" y="3295650"/>
                </a:lnTo>
                <a:lnTo>
                  <a:pt x="133350" y="3314700"/>
                </a:lnTo>
                <a:lnTo>
                  <a:pt x="123825" y="3314700"/>
                </a:lnTo>
                <a:close/>
                <a:moveTo>
                  <a:pt x="1409700" y="3295650"/>
                </a:moveTo>
                <a:lnTo>
                  <a:pt x="1419225" y="3295650"/>
                </a:lnTo>
                <a:lnTo>
                  <a:pt x="1419225" y="3305175"/>
                </a:lnTo>
                <a:lnTo>
                  <a:pt x="1409700" y="3305175"/>
                </a:lnTo>
                <a:close/>
                <a:moveTo>
                  <a:pt x="1419225" y="3305175"/>
                </a:moveTo>
                <a:lnTo>
                  <a:pt x="1428750" y="3305175"/>
                </a:lnTo>
                <a:lnTo>
                  <a:pt x="1428750" y="3324225"/>
                </a:lnTo>
                <a:lnTo>
                  <a:pt x="1419225" y="3324225"/>
                </a:lnTo>
                <a:close/>
                <a:moveTo>
                  <a:pt x="1295400" y="3324225"/>
                </a:moveTo>
                <a:lnTo>
                  <a:pt x="1304925" y="3324225"/>
                </a:lnTo>
                <a:lnTo>
                  <a:pt x="1304925" y="3333750"/>
                </a:lnTo>
                <a:lnTo>
                  <a:pt x="1295400" y="3333750"/>
                </a:lnTo>
                <a:close/>
                <a:moveTo>
                  <a:pt x="895350" y="3333750"/>
                </a:moveTo>
                <a:lnTo>
                  <a:pt x="904875" y="3333750"/>
                </a:lnTo>
                <a:lnTo>
                  <a:pt x="904875" y="3343275"/>
                </a:lnTo>
                <a:lnTo>
                  <a:pt x="895350" y="3343275"/>
                </a:lnTo>
                <a:close/>
                <a:moveTo>
                  <a:pt x="333375" y="3362325"/>
                </a:moveTo>
                <a:lnTo>
                  <a:pt x="342900" y="3362325"/>
                </a:lnTo>
                <a:lnTo>
                  <a:pt x="342900" y="3381375"/>
                </a:lnTo>
                <a:lnTo>
                  <a:pt x="352425" y="3381375"/>
                </a:lnTo>
                <a:lnTo>
                  <a:pt x="352425" y="3400425"/>
                </a:lnTo>
                <a:lnTo>
                  <a:pt x="342900" y="3400425"/>
                </a:lnTo>
                <a:lnTo>
                  <a:pt x="342900" y="3390900"/>
                </a:lnTo>
                <a:lnTo>
                  <a:pt x="333375" y="3390900"/>
                </a:lnTo>
                <a:close/>
                <a:moveTo>
                  <a:pt x="981075" y="3362325"/>
                </a:moveTo>
                <a:lnTo>
                  <a:pt x="1009650" y="3362325"/>
                </a:lnTo>
                <a:lnTo>
                  <a:pt x="1009650" y="3381375"/>
                </a:lnTo>
                <a:lnTo>
                  <a:pt x="990600" y="3381375"/>
                </a:lnTo>
                <a:lnTo>
                  <a:pt x="990600" y="3390900"/>
                </a:lnTo>
                <a:lnTo>
                  <a:pt x="981075" y="3390900"/>
                </a:lnTo>
                <a:close/>
                <a:moveTo>
                  <a:pt x="1200150" y="3419475"/>
                </a:moveTo>
                <a:lnTo>
                  <a:pt x="1209675" y="3419475"/>
                </a:lnTo>
                <a:lnTo>
                  <a:pt x="1209675" y="3429000"/>
                </a:lnTo>
                <a:lnTo>
                  <a:pt x="1200150" y="3429000"/>
                </a:lnTo>
                <a:close/>
                <a:moveTo>
                  <a:pt x="238125" y="3429000"/>
                </a:moveTo>
                <a:lnTo>
                  <a:pt x="247650" y="3429000"/>
                </a:lnTo>
                <a:lnTo>
                  <a:pt x="247650" y="3448050"/>
                </a:lnTo>
                <a:lnTo>
                  <a:pt x="238125" y="3448050"/>
                </a:lnTo>
                <a:close/>
                <a:moveTo>
                  <a:pt x="257175" y="3429000"/>
                </a:moveTo>
                <a:lnTo>
                  <a:pt x="266700" y="3429000"/>
                </a:lnTo>
                <a:lnTo>
                  <a:pt x="266700" y="3448050"/>
                </a:lnTo>
                <a:lnTo>
                  <a:pt x="257175" y="3448050"/>
                </a:lnTo>
                <a:close/>
                <a:moveTo>
                  <a:pt x="1200150" y="3438525"/>
                </a:moveTo>
                <a:lnTo>
                  <a:pt x="1209675" y="3438525"/>
                </a:lnTo>
                <a:lnTo>
                  <a:pt x="1209675" y="3448050"/>
                </a:lnTo>
                <a:lnTo>
                  <a:pt x="1200150" y="3448050"/>
                </a:lnTo>
                <a:close/>
                <a:moveTo>
                  <a:pt x="133350" y="3457575"/>
                </a:moveTo>
                <a:lnTo>
                  <a:pt x="142875" y="3457575"/>
                </a:lnTo>
                <a:lnTo>
                  <a:pt x="142875" y="3467100"/>
                </a:lnTo>
                <a:lnTo>
                  <a:pt x="133350" y="3467100"/>
                </a:lnTo>
                <a:close/>
                <a:moveTo>
                  <a:pt x="152400" y="3457575"/>
                </a:moveTo>
                <a:lnTo>
                  <a:pt x="161925" y="3457575"/>
                </a:lnTo>
                <a:lnTo>
                  <a:pt x="161925" y="3467100"/>
                </a:lnTo>
                <a:lnTo>
                  <a:pt x="152400" y="3467100"/>
                </a:lnTo>
                <a:close/>
                <a:moveTo>
                  <a:pt x="533400" y="3476625"/>
                </a:moveTo>
                <a:lnTo>
                  <a:pt x="542925" y="3476625"/>
                </a:lnTo>
                <a:lnTo>
                  <a:pt x="542925" y="3486150"/>
                </a:lnTo>
                <a:lnTo>
                  <a:pt x="552450" y="3486150"/>
                </a:lnTo>
                <a:lnTo>
                  <a:pt x="552450" y="3495675"/>
                </a:lnTo>
                <a:lnTo>
                  <a:pt x="523875" y="3495675"/>
                </a:lnTo>
                <a:lnTo>
                  <a:pt x="523875" y="3486150"/>
                </a:lnTo>
                <a:lnTo>
                  <a:pt x="533400" y="3486150"/>
                </a:lnTo>
                <a:close/>
                <a:moveTo>
                  <a:pt x="561975" y="3486150"/>
                </a:moveTo>
                <a:lnTo>
                  <a:pt x="590550" y="3486150"/>
                </a:lnTo>
                <a:lnTo>
                  <a:pt x="590550" y="3495675"/>
                </a:lnTo>
                <a:lnTo>
                  <a:pt x="561975" y="3495675"/>
                </a:lnTo>
                <a:close/>
                <a:moveTo>
                  <a:pt x="638175" y="3486150"/>
                </a:moveTo>
                <a:lnTo>
                  <a:pt x="657225" y="3486150"/>
                </a:lnTo>
                <a:lnTo>
                  <a:pt x="657225" y="3495675"/>
                </a:lnTo>
                <a:lnTo>
                  <a:pt x="638175" y="3495675"/>
                </a:lnTo>
                <a:close/>
                <a:moveTo>
                  <a:pt x="819150" y="3486150"/>
                </a:moveTo>
                <a:lnTo>
                  <a:pt x="847725" y="3486150"/>
                </a:lnTo>
                <a:lnTo>
                  <a:pt x="847725" y="3495675"/>
                </a:lnTo>
                <a:lnTo>
                  <a:pt x="819150" y="3495675"/>
                </a:lnTo>
                <a:close/>
                <a:moveTo>
                  <a:pt x="876300" y="3486150"/>
                </a:moveTo>
                <a:lnTo>
                  <a:pt x="942975" y="3486150"/>
                </a:lnTo>
                <a:lnTo>
                  <a:pt x="942975" y="3514725"/>
                </a:lnTo>
                <a:lnTo>
                  <a:pt x="933450" y="3514725"/>
                </a:lnTo>
                <a:lnTo>
                  <a:pt x="933450" y="3495675"/>
                </a:lnTo>
                <a:lnTo>
                  <a:pt x="876300" y="3495675"/>
                </a:lnTo>
                <a:close/>
                <a:moveTo>
                  <a:pt x="962025" y="3486150"/>
                </a:moveTo>
                <a:lnTo>
                  <a:pt x="1019175" y="3486150"/>
                </a:lnTo>
                <a:lnTo>
                  <a:pt x="1019175" y="3495675"/>
                </a:lnTo>
                <a:lnTo>
                  <a:pt x="990600" y="3495675"/>
                </a:lnTo>
                <a:lnTo>
                  <a:pt x="990600" y="3514725"/>
                </a:lnTo>
                <a:lnTo>
                  <a:pt x="962025" y="3514725"/>
                </a:lnTo>
                <a:lnTo>
                  <a:pt x="962025" y="3505200"/>
                </a:lnTo>
                <a:lnTo>
                  <a:pt x="971550" y="3505200"/>
                </a:lnTo>
                <a:lnTo>
                  <a:pt x="971550" y="3495675"/>
                </a:lnTo>
                <a:lnTo>
                  <a:pt x="962025" y="3495675"/>
                </a:lnTo>
                <a:close/>
                <a:moveTo>
                  <a:pt x="1047750" y="3486150"/>
                </a:moveTo>
                <a:lnTo>
                  <a:pt x="1057275" y="3486150"/>
                </a:lnTo>
                <a:lnTo>
                  <a:pt x="1057275" y="3495675"/>
                </a:lnTo>
                <a:lnTo>
                  <a:pt x="1047750" y="3495675"/>
                </a:lnTo>
                <a:close/>
                <a:moveTo>
                  <a:pt x="1171575" y="3486150"/>
                </a:moveTo>
                <a:lnTo>
                  <a:pt x="1190625" y="3486150"/>
                </a:lnTo>
                <a:lnTo>
                  <a:pt x="1190625" y="3495675"/>
                </a:lnTo>
                <a:lnTo>
                  <a:pt x="1171575" y="3495675"/>
                </a:lnTo>
                <a:close/>
                <a:moveTo>
                  <a:pt x="1266825" y="3486150"/>
                </a:moveTo>
                <a:lnTo>
                  <a:pt x="1333500" y="3486150"/>
                </a:lnTo>
                <a:lnTo>
                  <a:pt x="1333500" y="3495675"/>
                </a:lnTo>
                <a:lnTo>
                  <a:pt x="1323975" y="3495675"/>
                </a:lnTo>
                <a:lnTo>
                  <a:pt x="1323975" y="3505200"/>
                </a:lnTo>
                <a:lnTo>
                  <a:pt x="1333500" y="3505200"/>
                </a:lnTo>
                <a:lnTo>
                  <a:pt x="1333500" y="3524250"/>
                </a:lnTo>
                <a:lnTo>
                  <a:pt x="1343025" y="3524250"/>
                </a:lnTo>
                <a:lnTo>
                  <a:pt x="1343025" y="3533775"/>
                </a:lnTo>
                <a:lnTo>
                  <a:pt x="1333500" y="3533775"/>
                </a:lnTo>
                <a:lnTo>
                  <a:pt x="1333500" y="3543300"/>
                </a:lnTo>
                <a:lnTo>
                  <a:pt x="1314450" y="3543300"/>
                </a:lnTo>
                <a:lnTo>
                  <a:pt x="1314450" y="3533775"/>
                </a:lnTo>
                <a:lnTo>
                  <a:pt x="1304925" y="3533775"/>
                </a:lnTo>
                <a:lnTo>
                  <a:pt x="1304925" y="3524250"/>
                </a:lnTo>
                <a:lnTo>
                  <a:pt x="1295400" y="3524250"/>
                </a:lnTo>
                <a:lnTo>
                  <a:pt x="1295400" y="3514725"/>
                </a:lnTo>
                <a:lnTo>
                  <a:pt x="1276350" y="3514725"/>
                </a:lnTo>
                <a:lnTo>
                  <a:pt x="1276350" y="3505200"/>
                </a:lnTo>
                <a:lnTo>
                  <a:pt x="1285875" y="3505200"/>
                </a:lnTo>
                <a:lnTo>
                  <a:pt x="1285875" y="3495675"/>
                </a:lnTo>
                <a:lnTo>
                  <a:pt x="1266825" y="3495675"/>
                </a:lnTo>
                <a:close/>
                <a:moveTo>
                  <a:pt x="1057275" y="3495675"/>
                </a:moveTo>
                <a:lnTo>
                  <a:pt x="1066800" y="3495675"/>
                </a:lnTo>
                <a:lnTo>
                  <a:pt x="1066800" y="3505200"/>
                </a:lnTo>
                <a:lnTo>
                  <a:pt x="1057275" y="3505200"/>
                </a:lnTo>
                <a:close/>
                <a:moveTo>
                  <a:pt x="1114425" y="3495675"/>
                </a:moveTo>
                <a:lnTo>
                  <a:pt x="1133475" y="3495675"/>
                </a:lnTo>
                <a:lnTo>
                  <a:pt x="1133475" y="3505200"/>
                </a:lnTo>
                <a:lnTo>
                  <a:pt x="1162050" y="3505200"/>
                </a:lnTo>
                <a:lnTo>
                  <a:pt x="1162050" y="3495675"/>
                </a:lnTo>
                <a:lnTo>
                  <a:pt x="1171575" y="3495675"/>
                </a:lnTo>
                <a:lnTo>
                  <a:pt x="1171575" y="3514725"/>
                </a:lnTo>
                <a:lnTo>
                  <a:pt x="1123950" y="3514725"/>
                </a:lnTo>
                <a:lnTo>
                  <a:pt x="1123950" y="3505200"/>
                </a:lnTo>
                <a:lnTo>
                  <a:pt x="1114425" y="3505200"/>
                </a:lnTo>
                <a:close/>
                <a:moveTo>
                  <a:pt x="561975" y="3505200"/>
                </a:moveTo>
                <a:lnTo>
                  <a:pt x="590550" y="3505200"/>
                </a:lnTo>
                <a:lnTo>
                  <a:pt x="590550" y="3533775"/>
                </a:lnTo>
                <a:lnTo>
                  <a:pt x="561975" y="3533775"/>
                </a:lnTo>
                <a:close/>
                <a:moveTo>
                  <a:pt x="1190625" y="3505200"/>
                </a:moveTo>
                <a:lnTo>
                  <a:pt x="1228725" y="3505200"/>
                </a:lnTo>
                <a:lnTo>
                  <a:pt x="1228725" y="3524250"/>
                </a:lnTo>
                <a:lnTo>
                  <a:pt x="1219200" y="3524250"/>
                </a:lnTo>
                <a:lnTo>
                  <a:pt x="1219200" y="3514725"/>
                </a:lnTo>
                <a:lnTo>
                  <a:pt x="1190625" y="3514725"/>
                </a:lnTo>
                <a:close/>
                <a:moveTo>
                  <a:pt x="161925" y="3533775"/>
                </a:moveTo>
                <a:lnTo>
                  <a:pt x="171450" y="3533775"/>
                </a:lnTo>
                <a:lnTo>
                  <a:pt x="171450" y="3543300"/>
                </a:lnTo>
                <a:lnTo>
                  <a:pt x="161925" y="3543300"/>
                </a:lnTo>
                <a:close/>
                <a:moveTo>
                  <a:pt x="1428750" y="3533775"/>
                </a:moveTo>
                <a:lnTo>
                  <a:pt x="1438275" y="3533775"/>
                </a:lnTo>
                <a:lnTo>
                  <a:pt x="1438275" y="3543300"/>
                </a:lnTo>
                <a:lnTo>
                  <a:pt x="1428750" y="3543300"/>
                </a:lnTo>
                <a:close/>
                <a:moveTo>
                  <a:pt x="1019175" y="3543300"/>
                </a:moveTo>
                <a:lnTo>
                  <a:pt x="1038225" y="3543300"/>
                </a:lnTo>
                <a:lnTo>
                  <a:pt x="1038225" y="3552825"/>
                </a:lnTo>
                <a:lnTo>
                  <a:pt x="1019175" y="3552825"/>
                </a:lnTo>
                <a:close/>
                <a:moveTo>
                  <a:pt x="1066800" y="3543300"/>
                </a:moveTo>
                <a:lnTo>
                  <a:pt x="1076325" y="3543300"/>
                </a:lnTo>
                <a:lnTo>
                  <a:pt x="1076325" y="3562350"/>
                </a:lnTo>
                <a:lnTo>
                  <a:pt x="1057275" y="3562350"/>
                </a:lnTo>
                <a:lnTo>
                  <a:pt x="1057275" y="3552825"/>
                </a:lnTo>
                <a:lnTo>
                  <a:pt x="1066800" y="3552825"/>
                </a:lnTo>
                <a:close/>
                <a:moveTo>
                  <a:pt x="1190625" y="3543300"/>
                </a:moveTo>
                <a:lnTo>
                  <a:pt x="1209675" y="3543300"/>
                </a:lnTo>
                <a:lnTo>
                  <a:pt x="1209675" y="3552825"/>
                </a:lnTo>
                <a:lnTo>
                  <a:pt x="1190625" y="3552825"/>
                </a:lnTo>
                <a:close/>
                <a:moveTo>
                  <a:pt x="1419225" y="3543300"/>
                </a:moveTo>
                <a:lnTo>
                  <a:pt x="1428750" y="3543300"/>
                </a:lnTo>
                <a:lnTo>
                  <a:pt x="1428750" y="3552825"/>
                </a:lnTo>
                <a:lnTo>
                  <a:pt x="1419225" y="3552825"/>
                </a:lnTo>
                <a:close/>
                <a:moveTo>
                  <a:pt x="1457325" y="3543300"/>
                </a:moveTo>
                <a:lnTo>
                  <a:pt x="1485900" y="3543300"/>
                </a:lnTo>
                <a:lnTo>
                  <a:pt x="1485900" y="3552825"/>
                </a:lnTo>
                <a:lnTo>
                  <a:pt x="1457325" y="3552825"/>
                </a:lnTo>
                <a:close/>
                <a:moveTo>
                  <a:pt x="1657350" y="3543300"/>
                </a:moveTo>
                <a:lnTo>
                  <a:pt x="1676400" y="3543300"/>
                </a:lnTo>
                <a:lnTo>
                  <a:pt x="1676400" y="3552825"/>
                </a:lnTo>
                <a:lnTo>
                  <a:pt x="1657350" y="3552825"/>
                </a:lnTo>
                <a:close/>
                <a:moveTo>
                  <a:pt x="161925" y="3552825"/>
                </a:moveTo>
                <a:lnTo>
                  <a:pt x="171450" y="3552825"/>
                </a:lnTo>
                <a:lnTo>
                  <a:pt x="171450" y="3562350"/>
                </a:lnTo>
                <a:lnTo>
                  <a:pt x="161925" y="3562350"/>
                </a:lnTo>
                <a:close/>
                <a:moveTo>
                  <a:pt x="876300" y="3552825"/>
                </a:moveTo>
                <a:lnTo>
                  <a:pt x="895350" y="3552825"/>
                </a:lnTo>
                <a:lnTo>
                  <a:pt x="895350" y="3581400"/>
                </a:lnTo>
                <a:lnTo>
                  <a:pt x="885825" y="3581400"/>
                </a:lnTo>
                <a:lnTo>
                  <a:pt x="885825" y="3562350"/>
                </a:lnTo>
                <a:lnTo>
                  <a:pt x="876300" y="3562350"/>
                </a:lnTo>
                <a:close/>
                <a:moveTo>
                  <a:pt x="914400" y="3562350"/>
                </a:moveTo>
                <a:lnTo>
                  <a:pt x="923925" y="3562350"/>
                </a:lnTo>
                <a:lnTo>
                  <a:pt x="923925" y="3571875"/>
                </a:lnTo>
                <a:lnTo>
                  <a:pt x="914400" y="3571875"/>
                </a:lnTo>
                <a:close/>
                <a:moveTo>
                  <a:pt x="1228725" y="3562350"/>
                </a:moveTo>
                <a:lnTo>
                  <a:pt x="1238250" y="3562350"/>
                </a:lnTo>
                <a:lnTo>
                  <a:pt x="1238250" y="3590925"/>
                </a:lnTo>
                <a:lnTo>
                  <a:pt x="1219200" y="3590925"/>
                </a:lnTo>
                <a:lnTo>
                  <a:pt x="1219200" y="3571875"/>
                </a:lnTo>
                <a:lnTo>
                  <a:pt x="1228725" y="3571875"/>
                </a:lnTo>
                <a:close/>
                <a:moveTo>
                  <a:pt x="904875" y="3571875"/>
                </a:moveTo>
                <a:lnTo>
                  <a:pt x="914400" y="3571875"/>
                </a:lnTo>
                <a:lnTo>
                  <a:pt x="914400" y="3581400"/>
                </a:lnTo>
                <a:lnTo>
                  <a:pt x="904875" y="3581400"/>
                </a:lnTo>
                <a:close/>
                <a:moveTo>
                  <a:pt x="904875" y="3590925"/>
                </a:moveTo>
                <a:lnTo>
                  <a:pt x="914400" y="3590925"/>
                </a:lnTo>
                <a:lnTo>
                  <a:pt x="914400" y="3600450"/>
                </a:lnTo>
                <a:lnTo>
                  <a:pt x="904875" y="3600450"/>
                </a:lnTo>
                <a:close/>
                <a:moveTo>
                  <a:pt x="276225" y="3638550"/>
                </a:moveTo>
                <a:lnTo>
                  <a:pt x="295275" y="3638550"/>
                </a:lnTo>
                <a:lnTo>
                  <a:pt x="295275" y="3648075"/>
                </a:lnTo>
                <a:lnTo>
                  <a:pt x="276225" y="3648075"/>
                </a:lnTo>
                <a:close/>
                <a:moveTo>
                  <a:pt x="323850" y="3638550"/>
                </a:moveTo>
                <a:lnTo>
                  <a:pt x="381000" y="3638550"/>
                </a:lnTo>
                <a:lnTo>
                  <a:pt x="381000" y="3648075"/>
                </a:lnTo>
                <a:lnTo>
                  <a:pt x="371475" y="3648075"/>
                </a:lnTo>
                <a:lnTo>
                  <a:pt x="371475" y="3667125"/>
                </a:lnTo>
                <a:lnTo>
                  <a:pt x="323850" y="3667125"/>
                </a:lnTo>
                <a:lnTo>
                  <a:pt x="323850" y="3657600"/>
                </a:lnTo>
                <a:lnTo>
                  <a:pt x="314325" y="3657600"/>
                </a:lnTo>
                <a:lnTo>
                  <a:pt x="314325" y="3648075"/>
                </a:lnTo>
                <a:lnTo>
                  <a:pt x="323850" y="3648075"/>
                </a:lnTo>
                <a:close/>
                <a:moveTo>
                  <a:pt x="1514475" y="3638550"/>
                </a:moveTo>
                <a:lnTo>
                  <a:pt x="1524000" y="3638550"/>
                </a:lnTo>
                <a:lnTo>
                  <a:pt x="1524000" y="3648075"/>
                </a:lnTo>
                <a:lnTo>
                  <a:pt x="1514475" y="3648075"/>
                </a:lnTo>
                <a:close/>
                <a:moveTo>
                  <a:pt x="1581150" y="3638550"/>
                </a:moveTo>
                <a:lnTo>
                  <a:pt x="1590675" y="3638550"/>
                </a:lnTo>
                <a:lnTo>
                  <a:pt x="1590675" y="3648075"/>
                </a:lnTo>
                <a:lnTo>
                  <a:pt x="1581150" y="3648075"/>
                </a:lnTo>
                <a:close/>
                <a:moveTo>
                  <a:pt x="1200150" y="3648075"/>
                </a:moveTo>
                <a:lnTo>
                  <a:pt x="1228725" y="3648075"/>
                </a:lnTo>
                <a:lnTo>
                  <a:pt x="1228725" y="3657600"/>
                </a:lnTo>
                <a:lnTo>
                  <a:pt x="1200150" y="3657600"/>
                </a:lnTo>
                <a:close/>
                <a:moveTo>
                  <a:pt x="1524000" y="3648075"/>
                </a:moveTo>
                <a:lnTo>
                  <a:pt x="1533525" y="3648075"/>
                </a:lnTo>
                <a:lnTo>
                  <a:pt x="1533525" y="3657600"/>
                </a:lnTo>
                <a:lnTo>
                  <a:pt x="1524000" y="3657600"/>
                </a:lnTo>
                <a:close/>
                <a:moveTo>
                  <a:pt x="1504950" y="3657600"/>
                </a:moveTo>
                <a:lnTo>
                  <a:pt x="1514475" y="3657600"/>
                </a:lnTo>
                <a:lnTo>
                  <a:pt x="1514475" y="3667125"/>
                </a:lnTo>
                <a:lnTo>
                  <a:pt x="1504950" y="3667125"/>
                </a:lnTo>
                <a:close/>
                <a:moveTo>
                  <a:pt x="381000" y="3667125"/>
                </a:moveTo>
                <a:lnTo>
                  <a:pt x="390525" y="3667125"/>
                </a:lnTo>
                <a:lnTo>
                  <a:pt x="390525" y="3676650"/>
                </a:lnTo>
                <a:lnTo>
                  <a:pt x="381000" y="3676650"/>
                </a:lnTo>
                <a:close/>
                <a:moveTo>
                  <a:pt x="704850" y="3667125"/>
                </a:moveTo>
                <a:lnTo>
                  <a:pt x="733425" y="3667125"/>
                </a:lnTo>
                <a:lnTo>
                  <a:pt x="733425" y="3676650"/>
                </a:lnTo>
                <a:lnTo>
                  <a:pt x="704850" y="3676650"/>
                </a:lnTo>
                <a:close/>
                <a:moveTo>
                  <a:pt x="752475" y="3667125"/>
                </a:moveTo>
                <a:lnTo>
                  <a:pt x="771525" y="3667125"/>
                </a:lnTo>
                <a:lnTo>
                  <a:pt x="771525" y="3676650"/>
                </a:lnTo>
                <a:lnTo>
                  <a:pt x="752475" y="3676650"/>
                </a:lnTo>
                <a:close/>
                <a:moveTo>
                  <a:pt x="819150" y="3667125"/>
                </a:moveTo>
                <a:lnTo>
                  <a:pt x="857250" y="3667125"/>
                </a:lnTo>
                <a:lnTo>
                  <a:pt x="857250" y="3676650"/>
                </a:lnTo>
                <a:lnTo>
                  <a:pt x="819150" y="3676650"/>
                </a:lnTo>
                <a:close/>
                <a:moveTo>
                  <a:pt x="866775" y="3667125"/>
                </a:moveTo>
                <a:lnTo>
                  <a:pt x="923925" y="3667125"/>
                </a:lnTo>
                <a:lnTo>
                  <a:pt x="923925" y="3676650"/>
                </a:lnTo>
                <a:lnTo>
                  <a:pt x="866775" y="3676650"/>
                </a:lnTo>
                <a:close/>
                <a:moveTo>
                  <a:pt x="942975" y="3667125"/>
                </a:moveTo>
                <a:lnTo>
                  <a:pt x="981075" y="3667125"/>
                </a:lnTo>
                <a:lnTo>
                  <a:pt x="981075" y="3676650"/>
                </a:lnTo>
                <a:lnTo>
                  <a:pt x="942975" y="3676650"/>
                </a:lnTo>
                <a:close/>
                <a:moveTo>
                  <a:pt x="1000125" y="3667125"/>
                </a:moveTo>
                <a:lnTo>
                  <a:pt x="1028700" y="3667125"/>
                </a:lnTo>
                <a:lnTo>
                  <a:pt x="1028700" y="3676650"/>
                </a:lnTo>
                <a:lnTo>
                  <a:pt x="1000125" y="3676650"/>
                </a:lnTo>
                <a:close/>
                <a:moveTo>
                  <a:pt x="1057275" y="3667125"/>
                </a:moveTo>
                <a:lnTo>
                  <a:pt x="1085850" y="3667125"/>
                </a:lnTo>
                <a:lnTo>
                  <a:pt x="1085850" y="3676650"/>
                </a:lnTo>
                <a:lnTo>
                  <a:pt x="1057275" y="3676650"/>
                </a:lnTo>
                <a:close/>
                <a:moveTo>
                  <a:pt x="1190625" y="3667125"/>
                </a:moveTo>
                <a:lnTo>
                  <a:pt x="1238250" y="3667125"/>
                </a:lnTo>
                <a:lnTo>
                  <a:pt x="1238250" y="3676650"/>
                </a:lnTo>
                <a:lnTo>
                  <a:pt x="1190625" y="3676650"/>
                </a:lnTo>
                <a:close/>
                <a:moveTo>
                  <a:pt x="1295400" y="3667125"/>
                </a:moveTo>
                <a:lnTo>
                  <a:pt x="1333500" y="3667125"/>
                </a:lnTo>
                <a:lnTo>
                  <a:pt x="1333500" y="3676650"/>
                </a:lnTo>
                <a:lnTo>
                  <a:pt x="1295400" y="3676650"/>
                </a:lnTo>
                <a:close/>
                <a:moveTo>
                  <a:pt x="1438275" y="3667125"/>
                </a:moveTo>
                <a:lnTo>
                  <a:pt x="1457325" y="3667125"/>
                </a:lnTo>
                <a:lnTo>
                  <a:pt x="1457325" y="3676650"/>
                </a:lnTo>
                <a:lnTo>
                  <a:pt x="1438275" y="3676650"/>
                </a:lnTo>
                <a:close/>
                <a:moveTo>
                  <a:pt x="1466850" y="3667125"/>
                </a:moveTo>
                <a:lnTo>
                  <a:pt x="1476375" y="3667125"/>
                </a:lnTo>
                <a:lnTo>
                  <a:pt x="1476375" y="3676650"/>
                </a:lnTo>
                <a:lnTo>
                  <a:pt x="1466850" y="3676650"/>
                </a:lnTo>
                <a:close/>
              </a:path>
            </a:pathLst>
          </a:custGeom>
          <a:solidFill xmlns:a="http://schemas.openxmlformats.org/drawingml/2006/main">
            <a:srgbClr val="EFECE0"/>
          </a:solidFill>
          <a:ln xmlns:a="http://schemas.openxmlformats.org/drawingml/2006/main" w="0">
            <a:noFill/>
          </a:ln>
        </p:spPr>
      </p:sp>
      <p:sp>
        <p:nvSpPr>
          <p:cNvPr id="47" name="profit vector #efebde">
            <a:extLst xmlns:a="http://schemas.openxmlformats.org/drawingml/2006/main">
              <a:ext uri="{FF2B5EF4-FFF2-40B4-BE49-F238E27FC236}">
                <a16:creationId xmlns:a16="http://schemas.microsoft.com/office/drawing/2014/main" id="{653627A0-8B88-40A5-BB1A-724A33636C9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29825" y="1447800"/>
            <a:ext cx="2200275" cy="4467225"/>
          </a:xfrm>
          <a:custGeom xmlns:a="http://schemas.openxmlformats.org/drawingml/2006/main">
            <a:pathLst>
              <a:path w="1866900" h="3790950">
                <a:moveTo>
                  <a:pt x="342900" y="0"/>
                </a:moveTo>
                <a:lnTo>
                  <a:pt x="361950" y="0"/>
                </a:lnTo>
                <a:lnTo>
                  <a:pt x="361950" y="19050"/>
                </a:lnTo>
                <a:lnTo>
                  <a:pt x="371475" y="19050"/>
                </a:lnTo>
                <a:lnTo>
                  <a:pt x="371475" y="9525"/>
                </a:lnTo>
                <a:lnTo>
                  <a:pt x="381000" y="9525"/>
                </a:lnTo>
                <a:lnTo>
                  <a:pt x="381000" y="0"/>
                </a:lnTo>
                <a:lnTo>
                  <a:pt x="409575" y="0"/>
                </a:lnTo>
                <a:lnTo>
                  <a:pt x="409575" y="9525"/>
                </a:lnTo>
                <a:lnTo>
                  <a:pt x="419100" y="9525"/>
                </a:lnTo>
                <a:lnTo>
                  <a:pt x="419100" y="0"/>
                </a:lnTo>
                <a:lnTo>
                  <a:pt x="1495425" y="0"/>
                </a:lnTo>
                <a:lnTo>
                  <a:pt x="1495425" y="19050"/>
                </a:lnTo>
                <a:lnTo>
                  <a:pt x="1514475" y="19050"/>
                </a:lnTo>
                <a:lnTo>
                  <a:pt x="1514475" y="9525"/>
                </a:lnTo>
                <a:lnTo>
                  <a:pt x="1524000" y="9525"/>
                </a:lnTo>
                <a:lnTo>
                  <a:pt x="1524000" y="19050"/>
                </a:lnTo>
                <a:lnTo>
                  <a:pt x="1543050" y="19050"/>
                </a:lnTo>
                <a:lnTo>
                  <a:pt x="1543050" y="28575"/>
                </a:lnTo>
                <a:lnTo>
                  <a:pt x="1590675" y="28575"/>
                </a:lnTo>
                <a:lnTo>
                  <a:pt x="1590675" y="19050"/>
                </a:lnTo>
                <a:lnTo>
                  <a:pt x="1600200" y="19050"/>
                </a:lnTo>
                <a:lnTo>
                  <a:pt x="1600200" y="28575"/>
                </a:lnTo>
                <a:lnTo>
                  <a:pt x="1609725" y="28575"/>
                </a:lnTo>
                <a:lnTo>
                  <a:pt x="1609725" y="38100"/>
                </a:lnTo>
                <a:lnTo>
                  <a:pt x="1657350" y="38100"/>
                </a:lnTo>
                <a:lnTo>
                  <a:pt x="1657350" y="57150"/>
                </a:lnTo>
                <a:lnTo>
                  <a:pt x="1666875" y="57150"/>
                </a:lnTo>
                <a:lnTo>
                  <a:pt x="1666875" y="66675"/>
                </a:lnTo>
                <a:lnTo>
                  <a:pt x="1676400" y="66675"/>
                </a:lnTo>
                <a:lnTo>
                  <a:pt x="1676400" y="76200"/>
                </a:lnTo>
                <a:lnTo>
                  <a:pt x="1685925" y="76200"/>
                </a:lnTo>
                <a:lnTo>
                  <a:pt x="1685925" y="85725"/>
                </a:lnTo>
                <a:lnTo>
                  <a:pt x="1733550" y="85725"/>
                </a:lnTo>
                <a:lnTo>
                  <a:pt x="1733550" y="95250"/>
                </a:lnTo>
                <a:lnTo>
                  <a:pt x="1743075" y="95250"/>
                </a:lnTo>
                <a:lnTo>
                  <a:pt x="1743075" y="104775"/>
                </a:lnTo>
                <a:lnTo>
                  <a:pt x="1762125" y="104775"/>
                </a:lnTo>
                <a:lnTo>
                  <a:pt x="1762125" y="114300"/>
                </a:lnTo>
                <a:lnTo>
                  <a:pt x="1771650" y="114300"/>
                </a:lnTo>
                <a:lnTo>
                  <a:pt x="1771650" y="123825"/>
                </a:lnTo>
                <a:lnTo>
                  <a:pt x="1781175" y="123825"/>
                </a:lnTo>
                <a:lnTo>
                  <a:pt x="1781175" y="133350"/>
                </a:lnTo>
                <a:lnTo>
                  <a:pt x="1790700" y="133350"/>
                </a:lnTo>
                <a:lnTo>
                  <a:pt x="1790700" y="142875"/>
                </a:lnTo>
                <a:lnTo>
                  <a:pt x="1800225" y="142875"/>
                </a:lnTo>
                <a:lnTo>
                  <a:pt x="1800225" y="161925"/>
                </a:lnTo>
                <a:lnTo>
                  <a:pt x="1809750" y="161925"/>
                </a:lnTo>
                <a:lnTo>
                  <a:pt x="1809750" y="171450"/>
                </a:lnTo>
                <a:lnTo>
                  <a:pt x="1819275" y="171450"/>
                </a:lnTo>
                <a:lnTo>
                  <a:pt x="1819275" y="180975"/>
                </a:lnTo>
                <a:lnTo>
                  <a:pt x="1828800" y="180975"/>
                </a:lnTo>
                <a:lnTo>
                  <a:pt x="1828800" y="190500"/>
                </a:lnTo>
                <a:lnTo>
                  <a:pt x="1838325" y="190500"/>
                </a:lnTo>
                <a:lnTo>
                  <a:pt x="1838325" y="200025"/>
                </a:lnTo>
                <a:lnTo>
                  <a:pt x="1847850" y="200025"/>
                </a:lnTo>
                <a:lnTo>
                  <a:pt x="1847850" y="209550"/>
                </a:lnTo>
                <a:lnTo>
                  <a:pt x="1857375" y="209550"/>
                </a:lnTo>
                <a:lnTo>
                  <a:pt x="1857375" y="228600"/>
                </a:lnTo>
                <a:lnTo>
                  <a:pt x="1866900" y="228600"/>
                </a:lnTo>
                <a:lnTo>
                  <a:pt x="1866900" y="276225"/>
                </a:lnTo>
                <a:lnTo>
                  <a:pt x="1857375" y="276225"/>
                </a:lnTo>
                <a:lnTo>
                  <a:pt x="1857375" y="266700"/>
                </a:lnTo>
                <a:lnTo>
                  <a:pt x="1847850" y="266700"/>
                </a:lnTo>
                <a:lnTo>
                  <a:pt x="1847850" y="238125"/>
                </a:lnTo>
                <a:lnTo>
                  <a:pt x="1828800" y="238125"/>
                </a:lnTo>
                <a:lnTo>
                  <a:pt x="1828800" y="228600"/>
                </a:lnTo>
                <a:lnTo>
                  <a:pt x="1819275" y="228600"/>
                </a:lnTo>
                <a:lnTo>
                  <a:pt x="1819275" y="200025"/>
                </a:lnTo>
                <a:lnTo>
                  <a:pt x="1800225" y="200025"/>
                </a:lnTo>
                <a:lnTo>
                  <a:pt x="1800225" y="190500"/>
                </a:lnTo>
                <a:lnTo>
                  <a:pt x="1790700" y="190500"/>
                </a:lnTo>
                <a:lnTo>
                  <a:pt x="1790700" y="180975"/>
                </a:lnTo>
                <a:lnTo>
                  <a:pt x="1781175" y="180975"/>
                </a:lnTo>
                <a:lnTo>
                  <a:pt x="1781175" y="152400"/>
                </a:lnTo>
                <a:lnTo>
                  <a:pt x="1771650" y="152400"/>
                </a:lnTo>
                <a:lnTo>
                  <a:pt x="1771650" y="142875"/>
                </a:lnTo>
                <a:lnTo>
                  <a:pt x="1762125" y="142875"/>
                </a:lnTo>
                <a:lnTo>
                  <a:pt x="1762125" y="133350"/>
                </a:lnTo>
                <a:lnTo>
                  <a:pt x="1743075" y="133350"/>
                </a:lnTo>
                <a:lnTo>
                  <a:pt x="1743075" y="123825"/>
                </a:lnTo>
                <a:lnTo>
                  <a:pt x="1733550" y="123825"/>
                </a:lnTo>
                <a:lnTo>
                  <a:pt x="1733550" y="114300"/>
                </a:lnTo>
                <a:lnTo>
                  <a:pt x="1724025" y="114300"/>
                </a:lnTo>
                <a:lnTo>
                  <a:pt x="1724025" y="123825"/>
                </a:lnTo>
                <a:lnTo>
                  <a:pt x="1714500" y="123825"/>
                </a:lnTo>
                <a:lnTo>
                  <a:pt x="1714500" y="114300"/>
                </a:lnTo>
                <a:lnTo>
                  <a:pt x="1685925" y="114300"/>
                </a:lnTo>
                <a:lnTo>
                  <a:pt x="1685925" y="104775"/>
                </a:lnTo>
                <a:lnTo>
                  <a:pt x="1666875" y="104775"/>
                </a:lnTo>
                <a:lnTo>
                  <a:pt x="1666875" y="95250"/>
                </a:lnTo>
                <a:lnTo>
                  <a:pt x="1657350" y="95250"/>
                </a:lnTo>
                <a:lnTo>
                  <a:pt x="1657350" y="85725"/>
                </a:lnTo>
                <a:lnTo>
                  <a:pt x="1628775" y="85725"/>
                </a:lnTo>
                <a:lnTo>
                  <a:pt x="1628775" y="76200"/>
                </a:lnTo>
                <a:lnTo>
                  <a:pt x="1619250" y="76200"/>
                </a:lnTo>
                <a:lnTo>
                  <a:pt x="1619250" y="66675"/>
                </a:lnTo>
                <a:lnTo>
                  <a:pt x="1581150" y="66675"/>
                </a:lnTo>
                <a:lnTo>
                  <a:pt x="1581150" y="57150"/>
                </a:lnTo>
                <a:lnTo>
                  <a:pt x="1571625" y="57150"/>
                </a:lnTo>
                <a:lnTo>
                  <a:pt x="1571625" y="47625"/>
                </a:lnTo>
                <a:lnTo>
                  <a:pt x="1543050" y="47625"/>
                </a:lnTo>
                <a:lnTo>
                  <a:pt x="1543050" y="38100"/>
                </a:lnTo>
                <a:lnTo>
                  <a:pt x="1533525" y="38100"/>
                </a:lnTo>
                <a:lnTo>
                  <a:pt x="1533525" y="47625"/>
                </a:lnTo>
                <a:lnTo>
                  <a:pt x="1524000" y="47625"/>
                </a:lnTo>
                <a:lnTo>
                  <a:pt x="1524000" y="38100"/>
                </a:lnTo>
                <a:lnTo>
                  <a:pt x="1409700" y="38100"/>
                </a:lnTo>
                <a:lnTo>
                  <a:pt x="1409700" y="19050"/>
                </a:lnTo>
                <a:lnTo>
                  <a:pt x="1381125" y="19050"/>
                </a:lnTo>
                <a:lnTo>
                  <a:pt x="1381125" y="28575"/>
                </a:lnTo>
                <a:lnTo>
                  <a:pt x="1400175" y="28575"/>
                </a:lnTo>
                <a:lnTo>
                  <a:pt x="1400175" y="38100"/>
                </a:lnTo>
                <a:lnTo>
                  <a:pt x="1314450" y="38100"/>
                </a:lnTo>
                <a:lnTo>
                  <a:pt x="1314450" y="28575"/>
                </a:lnTo>
                <a:lnTo>
                  <a:pt x="1352550" y="28575"/>
                </a:lnTo>
                <a:lnTo>
                  <a:pt x="1352550" y="19050"/>
                </a:lnTo>
                <a:lnTo>
                  <a:pt x="1266825" y="19050"/>
                </a:lnTo>
                <a:lnTo>
                  <a:pt x="1266825" y="9525"/>
                </a:lnTo>
                <a:lnTo>
                  <a:pt x="1257300" y="9525"/>
                </a:lnTo>
                <a:lnTo>
                  <a:pt x="1257300" y="19050"/>
                </a:lnTo>
                <a:lnTo>
                  <a:pt x="1219200" y="19050"/>
                </a:lnTo>
                <a:lnTo>
                  <a:pt x="1219200" y="38100"/>
                </a:lnTo>
                <a:lnTo>
                  <a:pt x="1190625" y="38100"/>
                </a:lnTo>
                <a:lnTo>
                  <a:pt x="1190625" y="19050"/>
                </a:lnTo>
                <a:lnTo>
                  <a:pt x="1181100" y="19050"/>
                </a:lnTo>
                <a:lnTo>
                  <a:pt x="1181100" y="9525"/>
                </a:lnTo>
                <a:lnTo>
                  <a:pt x="1171575" y="9525"/>
                </a:lnTo>
                <a:lnTo>
                  <a:pt x="1171575" y="19050"/>
                </a:lnTo>
                <a:lnTo>
                  <a:pt x="1162050" y="19050"/>
                </a:lnTo>
                <a:lnTo>
                  <a:pt x="1162050" y="38100"/>
                </a:lnTo>
                <a:lnTo>
                  <a:pt x="1114425" y="38100"/>
                </a:lnTo>
                <a:lnTo>
                  <a:pt x="1114425" y="19050"/>
                </a:lnTo>
                <a:lnTo>
                  <a:pt x="1057275" y="19050"/>
                </a:lnTo>
                <a:lnTo>
                  <a:pt x="1057275" y="28575"/>
                </a:lnTo>
                <a:lnTo>
                  <a:pt x="1066800" y="28575"/>
                </a:lnTo>
                <a:lnTo>
                  <a:pt x="1066800" y="38100"/>
                </a:lnTo>
                <a:lnTo>
                  <a:pt x="1009650" y="38100"/>
                </a:lnTo>
                <a:lnTo>
                  <a:pt x="1009650" y="28575"/>
                </a:lnTo>
                <a:lnTo>
                  <a:pt x="1019175" y="28575"/>
                </a:lnTo>
                <a:lnTo>
                  <a:pt x="1019175" y="19050"/>
                </a:lnTo>
                <a:lnTo>
                  <a:pt x="933450" y="19050"/>
                </a:lnTo>
                <a:lnTo>
                  <a:pt x="933450" y="28575"/>
                </a:lnTo>
                <a:lnTo>
                  <a:pt x="942975" y="28575"/>
                </a:lnTo>
                <a:lnTo>
                  <a:pt x="942975" y="38100"/>
                </a:lnTo>
                <a:lnTo>
                  <a:pt x="923925" y="38100"/>
                </a:lnTo>
                <a:lnTo>
                  <a:pt x="923925" y="19050"/>
                </a:lnTo>
                <a:lnTo>
                  <a:pt x="828675" y="19050"/>
                </a:lnTo>
                <a:lnTo>
                  <a:pt x="828675" y="38100"/>
                </a:lnTo>
                <a:lnTo>
                  <a:pt x="800100" y="38100"/>
                </a:lnTo>
                <a:lnTo>
                  <a:pt x="800100" y="28575"/>
                </a:lnTo>
                <a:lnTo>
                  <a:pt x="809625" y="28575"/>
                </a:lnTo>
                <a:lnTo>
                  <a:pt x="809625" y="19050"/>
                </a:lnTo>
                <a:lnTo>
                  <a:pt x="790575" y="19050"/>
                </a:lnTo>
                <a:lnTo>
                  <a:pt x="790575" y="9525"/>
                </a:lnTo>
                <a:lnTo>
                  <a:pt x="771525" y="9525"/>
                </a:lnTo>
                <a:lnTo>
                  <a:pt x="771525" y="19050"/>
                </a:lnTo>
                <a:lnTo>
                  <a:pt x="695325" y="19050"/>
                </a:lnTo>
                <a:lnTo>
                  <a:pt x="695325" y="38100"/>
                </a:lnTo>
                <a:lnTo>
                  <a:pt x="619125" y="38100"/>
                </a:lnTo>
                <a:lnTo>
                  <a:pt x="619125" y="28575"/>
                </a:lnTo>
                <a:lnTo>
                  <a:pt x="647700" y="28575"/>
                </a:lnTo>
                <a:lnTo>
                  <a:pt x="647700" y="19050"/>
                </a:lnTo>
                <a:lnTo>
                  <a:pt x="581025" y="19050"/>
                </a:lnTo>
                <a:lnTo>
                  <a:pt x="581025" y="28575"/>
                </a:lnTo>
                <a:lnTo>
                  <a:pt x="590550" y="28575"/>
                </a:lnTo>
                <a:lnTo>
                  <a:pt x="590550" y="38100"/>
                </a:lnTo>
                <a:lnTo>
                  <a:pt x="561975" y="38100"/>
                </a:lnTo>
                <a:lnTo>
                  <a:pt x="561975" y="19050"/>
                </a:lnTo>
                <a:lnTo>
                  <a:pt x="504825" y="19050"/>
                </a:lnTo>
                <a:lnTo>
                  <a:pt x="504825" y="38100"/>
                </a:lnTo>
                <a:lnTo>
                  <a:pt x="428625" y="38100"/>
                </a:lnTo>
                <a:lnTo>
                  <a:pt x="428625" y="47625"/>
                </a:lnTo>
                <a:lnTo>
                  <a:pt x="400050" y="47625"/>
                </a:lnTo>
                <a:lnTo>
                  <a:pt x="400050" y="38100"/>
                </a:lnTo>
                <a:lnTo>
                  <a:pt x="371475" y="38100"/>
                </a:lnTo>
                <a:lnTo>
                  <a:pt x="371475" y="47625"/>
                </a:lnTo>
                <a:lnTo>
                  <a:pt x="323850" y="47625"/>
                </a:lnTo>
                <a:lnTo>
                  <a:pt x="323850" y="57150"/>
                </a:lnTo>
                <a:lnTo>
                  <a:pt x="285750" y="57150"/>
                </a:lnTo>
                <a:lnTo>
                  <a:pt x="285750" y="66675"/>
                </a:lnTo>
                <a:lnTo>
                  <a:pt x="247650" y="66675"/>
                </a:lnTo>
                <a:lnTo>
                  <a:pt x="247650" y="38100"/>
                </a:lnTo>
                <a:lnTo>
                  <a:pt x="257175" y="38100"/>
                </a:lnTo>
                <a:lnTo>
                  <a:pt x="257175" y="28575"/>
                </a:lnTo>
                <a:lnTo>
                  <a:pt x="266700" y="28575"/>
                </a:lnTo>
                <a:lnTo>
                  <a:pt x="266700" y="19050"/>
                </a:lnTo>
                <a:lnTo>
                  <a:pt x="285750" y="19050"/>
                </a:lnTo>
                <a:lnTo>
                  <a:pt x="285750" y="28575"/>
                </a:lnTo>
                <a:lnTo>
                  <a:pt x="304800" y="28575"/>
                </a:lnTo>
                <a:lnTo>
                  <a:pt x="304800" y="19050"/>
                </a:lnTo>
                <a:lnTo>
                  <a:pt x="333375" y="19050"/>
                </a:lnTo>
                <a:lnTo>
                  <a:pt x="333375" y="9525"/>
                </a:lnTo>
                <a:lnTo>
                  <a:pt x="342900" y="9525"/>
                </a:lnTo>
                <a:close/>
                <a:moveTo>
                  <a:pt x="657225" y="28575"/>
                </a:moveTo>
                <a:lnTo>
                  <a:pt x="666750" y="28575"/>
                </a:lnTo>
                <a:lnTo>
                  <a:pt x="666750" y="19050"/>
                </a:lnTo>
                <a:lnTo>
                  <a:pt x="657225" y="19050"/>
                </a:lnTo>
                <a:close/>
                <a:moveTo>
                  <a:pt x="742950" y="28575"/>
                </a:moveTo>
                <a:lnTo>
                  <a:pt x="752475" y="28575"/>
                </a:lnTo>
                <a:lnTo>
                  <a:pt x="752475" y="38100"/>
                </a:lnTo>
                <a:lnTo>
                  <a:pt x="742950" y="38100"/>
                </a:lnTo>
                <a:close/>
                <a:moveTo>
                  <a:pt x="990600" y="28575"/>
                </a:moveTo>
                <a:lnTo>
                  <a:pt x="1000125" y="28575"/>
                </a:lnTo>
                <a:lnTo>
                  <a:pt x="1000125" y="38100"/>
                </a:lnTo>
                <a:lnTo>
                  <a:pt x="990600" y="38100"/>
                </a:lnTo>
                <a:close/>
                <a:moveTo>
                  <a:pt x="190500" y="57150"/>
                </a:moveTo>
                <a:lnTo>
                  <a:pt x="219075" y="57150"/>
                </a:lnTo>
                <a:lnTo>
                  <a:pt x="219075" y="76200"/>
                </a:lnTo>
                <a:lnTo>
                  <a:pt x="228600" y="76200"/>
                </a:lnTo>
                <a:lnTo>
                  <a:pt x="228600" y="85725"/>
                </a:lnTo>
                <a:lnTo>
                  <a:pt x="209550" y="85725"/>
                </a:lnTo>
                <a:lnTo>
                  <a:pt x="209550" y="95250"/>
                </a:lnTo>
                <a:lnTo>
                  <a:pt x="190500" y="95250"/>
                </a:lnTo>
                <a:lnTo>
                  <a:pt x="190500" y="104775"/>
                </a:lnTo>
                <a:lnTo>
                  <a:pt x="161925" y="104775"/>
                </a:lnTo>
                <a:lnTo>
                  <a:pt x="161925" y="95250"/>
                </a:lnTo>
                <a:lnTo>
                  <a:pt x="142875" y="95250"/>
                </a:lnTo>
                <a:lnTo>
                  <a:pt x="142875" y="104775"/>
                </a:lnTo>
                <a:lnTo>
                  <a:pt x="133350" y="104775"/>
                </a:lnTo>
                <a:lnTo>
                  <a:pt x="133350" y="133350"/>
                </a:lnTo>
                <a:lnTo>
                  <a:pt x="95250" y="133350"/>
                </a:lnTo>
                <a:lnTo>
                  <a:pt x="95250" y="142875"/>
                </a:lnTo>
                <a:lnTo>
                  <a:pt x="85725" y="142875"/>
                </a:lnTo>
                <a:lnTo>
                  <a:pt x="85725" y="152400"/>
                </a:lnTo>
                <a:lnTo>
                  <a:pt x="76200" y="152400"/>
                </a:lnTo>
                <a:lnTo>
                  <a:pt x="76200" y="171450"/>
                </a:lnTo>
                <a:lnTo>
                  <a:pt x="66675" y="171450"/>
                </a:lnTo>
                <a:lnTo>
                  <a:pt x="66675" y="190500"/>
                </a:lnTo>
                <a:lnTo>
                  <a:pt x="57150" y="190500"/>
                </a:lnTo>
                <a:lnTo>
                  <a:pt x="57150" y="228600"/>
                </a:lnTo>
                <a:lnTo>
                  <a:pt x="47625" y="228600"/>
                </a:lnTo>
                <a:lnTo>
                  <a:pt x="47625" y="238125"/>
                </a:lnTo>
                <a:lnTo>
                  <a:pt x="9525" y="238125"/>
                </a:lnTo>
                <a:lnTo>
                  <a:pt x="9525" y="247650"/>
                </a:lnTo>
                <a:lnTo>
                  <a:pt x="0" y="247650"/>
                </a:lnTo>
                <a:lnTo>
                  <a:pt x="0" y="180975"/>
                </a:lnTo>
                <a:lnTo>
                  <a:pt x="9525" y="180975"/>
                </a:lnTo>
                <a:lnTo>
                  <a:pt x="9525" y="171450"/>
                </a:lnTo>
                <a:lnTo>
                  <a:pt x="28575" y="171450"/>
                </a:lnTo>
                <a:lnTo>
                  <a:pt x="28575" y="152400"/>
                </a:lnTo>
                <a:lnTo>
                  <a:pt x="38100" y="152400"/>
                </a:lnTo>
                <a:lnTo>
                  <a:pt x="38100" y="142875"/>
                </a:lnTo>
                <a:lnTo>
                  <a:pt x="47625" y="142875"/>
                </a:lnTo>
                <a:lnTo>
                  <a:pt x="47625" y="133350"/>
                </a:lnTo>
                <a:lnTo>
                  <a:pt x="66675" y="133350"/>
                </a:lnTo>
                <a:lnTo>
                  <a:pt x="66675" y="123825"/>
                </a:lnTo>
                <a:lnTo>
                  <a:pt x="76200" y="123825"/>
                </a:lnTo>
                <a:lnTo>
                  <a:pt x="76200" y="114300"/>
                </a:lnTo>
                <a:lnTo>
                  <a:pt x="95250" y="114300"/>
                </a:lnTo>
                <a:lnTo>
                  <a:pt x="95250" y="104775"/>
                </a:lnTo>
                <a:lnTo>
                  <a:pt x="104775" y="104775"/>
                </a:lnTo>
                <a:lnTo>
                  <a:pt x="104775" y="95250"/>
                </a:lnTo>
                <a:lnTo>
                  <a:pt x="133350" y="95250"/>
                </a:lnTo>
                <a:lnTo>
                  <a:pt x="133350" y="85725"/>
                </a:lnTo>
                <a:lnTo>
                  <a:pt x="142875" y="85725"/>
                </a:lnTo>
                <a:lnTo>
                  <a:pt x="142875" y="76200"/>
                </a:lnTo>
                <a:lnTo>
                  <a:pt x="152400" y="76200"/>
                </a:lnTo>
                <a:lnTo>
                  <a:pt x="152400" y="66675"/>
                </a:lnTo>
                <a:lnTo>
                  <a:pt x="190500" y="66675"/>
                </a:lnTo>
                <a:close/>
                <a:moveTo>
                  <a:pt x="238125" y="66675"/>
                </a:moveTo>
                <a:lnTo>
                  <a:pt x="247650" y="66675"/>
                </a:lnTo>
                <a:lnTo>
                  <a:pt x="247650" y="76200"/>
                </a:lnTo>
                <a:lnTo>
                  <a:pt x="238125" y="76200"/>
                </a:lnTo>
                <a:close/>
                <a:moveTo>
                  <a:pt x="495300" y="133350"/>
                </a:moveTo>
                <a:lnTo>
                  <a:pt x="781050" y="133350"/>
                </a:lnTo>
                <a:lnTo>
                  <a:pt x="781050" y="142875"/>
                </a:lnTo>
                <a:lnTo>
                  <a:pt x="762000" y="142875"/>
                </a:lnTo>
                <a:lnTo>
                  <a:pt x="762000" y="171450"/>
                </a:lnTo>
                <a:lnTo>
                  <a:pt x="733425" y="171450"/>
                </a:lnTo>
                <a:lnTo>
                  <a:pt x="733425" y="180975"/>
                </a:lnTo>
                <a:lnTo>
                  <a:pt x="723900" y="180975"/>
                </a:lnTo>
                <a:lnTo>
                  <a:pt x="723900" y="171450"/>
                </a:lnTo>
                <a:lnTo>
                  <a:pt x="714375" y="171450"/>
                </a:lnTo>
                <a:lnTo>
                  <a:pt x="714375" y="180975"/>
                </a:lnTo>
                <a:lnTo>
                  <a:pt x="695325" y="180975"/>
                </a:lnTo>
                <a:lnTo>
                  <a:pt x="695325" y="209550"/>
                </a:lnTo>
                <a:lnTo>
                  <a:pt x="685800" y="209550"/>
                </a:lnTo>
                <a:lnTo>
                  <a:pt x="685800" y="190500"/>
                </a:lnTo>
                <a:lnTo>
                  <a:pt x="666750" y="190500"/>
                </a:lnTo>
                <a:lnTo>
                  <a:pt x="666750" y="161925"/>
                </a:lnTo>
                <a:lnTo>
                  <a:pt x="647700" y="161925"/>
                </a:lnTo>
                <a:lnTo>
                  <a:pt x="647700" y="152400"/>
                </a:lnTo>
                <a:lnTo>
                  <a:pt x="676275" y="152400"/>
                </a:lnTo>
                <a:lnTo>
                  <a:pt x="676275" y="171450"/>
                </a:lnTo>
                <a:lnTo>
                  <a:pt x="685800" y="171450"/>
                </a:lnTo>
                <a:lnTo>
                  <a:pt x="685800" y="152400"/>
                </a:lnTo>
                <a:lnTo>
                  <a:pt x="704850" y="152400"/>
                </a:lnTo>
                <a:lnTo>
                  <a:pt x="704850" y="142875"/>
                </a:lnTo>
                <a:lnTo>
                  <a:pt x="495300" y="142875"/>
                </a:lnTo>
                <a:close/>
                <a:moveTo>
                  <a:pt x="800100" y="133350"/>
                </a:moveTo>
                <a:lnTo>
                  <a:pt x="847725" y="133350"/>
                </a:lnTo>
                <a:lnTo>
                  <a:pt x="847725" y="142875"/>
                </a:lnTo>
                <a:lnTo>
                  <a:pt x="857250" y="142875"/>
                </a:lnTo>
                <a:lnTo>
                  <a:pt x="857250" y="133350"/>
                </a:lnTo>
                <a:lnTo>
                  <a:pt x="885825" y="133350"/>
                </a:lnTo>
                <a:lnTo>
                  <a:pt x="885825" y="142875"/>
                </a:lnTo>
                <a:lnTo>
                  <a:pt x="904875" y="142875"/>
                </a:lnTo>
                <a:lnTo>
                  <a:pt x="904875" y="133350"/>
                </a:lnTo>
                <a:lnTo>
                  <a:pt x="942975" y="133350"/>
                </a:lnTo>
                <a:lnTo>
                  <a:pt x="942975" y="142875"/>
                </a:lnTo>
                <a:lnTo>
                  <a:pt x="1000125" y="142875"/>
                </a:lnTo>
                <a:lnTo>
                  <a:pt x="1000125" y="133350"/>
                </a:lnTo>
                <a:lnTo>
                  <a:pt x="1019175" y="133350"/>
                </a:lnTo>
                <a:lnTo>
                  <a:pt x="1019175" y="142875"/>
                </a:lnTo>
                <a:lnTo>
                  <a:pt x="1038225" y="142875"/>
                </a:lnTo>
                <a:lnTo>
                  <a:pt x="1038225" y="133350"/>
                </a:lnTo>
                <a:lnTo>
                  <a:pt x="1057275" y="133350"/>
                </a:lnTo>
                <a:lnTo>
                  <a:pt x="1057275" y="142875"/>
                </a:lnTo>
                <a:lnTo>
                  <a:pt x="1076325" y="142875"/>
                </a:lnTo>
                <a:lnTo>
                  <a:pt x="1076325" y="133350"/>
                </a:lnTo>
                <a:lnTo>
                  <a:pt x="1104900" y="133350"/>
                </a:lnTo>
                <a:lnTo>
                  <a:pt x="1104900" y="142875"/>
                </a:lnTo>
                <a:lnTo>
                  <a:pt x="1095375" y="142875"/>
                </a:lnTo>
                <a:lnTo>
                  <a:pt x="1095375" y="171450"/>
                </a:lnTo>
                <a:lnTo>
                  <a:pt x="1000125" y="171450"/>
                </a:lnTo>
                <a:lnTo>
                  <a:pt x="1000125" y="161925"/>
                </a:lnTo>
                <a:lnTo>
                  <a:pt x="971550" y="161925"/>
                </a:lnTo>
                <a:lnTo>
                  <a:pt x="971550" y="171450"/>
                </a:lnTo>
                <a:lnTo>
                  <a:pt x="809625" y="171450"/>
                </a:lnTo>
                <a:lnTo>
                  <a:pt x="809625" y="142875"/>
                </a:lnTo>
                <a:lnTo>
                  <a:pt x="800100" y="142875"/>
                </a:lnTo>
                <a:close/>
                <a:moveTo>
                  <a:pt x="1133475" y="133350"/>
                </a:moveTo>
                <a:lnTo>
                  <a:pt x="1162050" y="133350"/>
                </a:lnTo>
                <a:lnTo>
                  <a:pt x="1162050" y="142875"/>
                </a:lnTo>
                <a:lnTo>
                  <a:pt x="1133475" y="142875"/>
                </a:lnTo>
                <a:close/>
                <a:moveTo>
                  <a:pt x="1314450" y="133350"/>
                </a:moveTo>
                <a:lnTo>
                  <a:pt x="1409700" y="133350"/>
                </a:lnTo>
                <a:lnTo>
                  <a:pt x="1409700" y="142875"/>
                </a:lnTo>
                <a:lnTo>
                  <a:pt x="1314450" y="142875"/>
                </a:lnTo>
                <a:close/>
                <a:moveTo>
                  <a:pt x="590550" y="152400"/>
                </a:moveTo>
                <a:lnTo>
                  <a:pt x="609600" y="152400"/>
                </a:lnTo>
                <a:lnTo>
                  <a:pt x="609600" y="161925"/>
                </a:lnTo>
                <a:lnTo>
                  <a:pt x="590550" y="161925"/>
                </a:lnTo>
                <a:close/>
                <a:moveTo>
                  <a:pt x="1609725" y="171450"/>
                </a:moveTo>
                <a:lnTo>
                  <a:pt x="1628775" y="171450"/>
                </a:lnTo>
                <a:lnTo>
                  <a:pt x="1628775" y="180975"/>
                </a:lnTo>
                <a:lnTo>
                  <a:pt x="1647825" y="180975"/>
                </a:lnTo>
                <a:lnTo>
                  <a:pt x="1647825" y="190500"/>
                </a:lnTo>
                <a:lnTo>
                  <a:pt x="1638300" y="190500"/>
                </a:lnTo>
                <a:lnTo>
                  <a:pt x="1638300" y="209550"/>
                </a:lnTo>
                <a:lnTo>
                  <a:pt x="1628775" y="209550"/>
                </a:lnTo>
                <a:lnTo>
                  <a:pt x="1628775" y="219075"/>
                </a:lnTo>
                <a:lnTo>
                  <a:pt x="1600200" y="219075"/>
                </a:lnTo>
                <a:lnTo>
                  <a:pt x="1600200" y="228600"/>
                </a:lnTo>
                <a:lnTo>
                  <a:pt x="1581150" y="228600"/>
                </a:lnTo>
                <a:lnTo>
                  <a:pt x="1581150" y="200025"/>
                </a:lnTo>
                <a:lnTo>
                  <a:pt x="1590675" y="200025"/>
                </a:lnTo>
                <a:lnTo>
                  <a:pt x="1590675" y="180975"/>
                </a:lnTo>
                <a:lnTo>
                  <a:pt x="1609725" y="180975"/>
                </a:lnTo>
                <a:close/>
                <a:moveTo>
                  <a:pt x="219075" y="180975"/>
                </a:moveTo>
                <a:lnTo>
                  <a:pt x="228600" y="180975"/>
                </a:lnTo>
                <a:lnTo>
                  <a:pt x="228600" y="200025"/>
                </a:lnTo>
                <a:lnTo>
                  <a:pt x="247650" y="200025"/>
                </a:lnTo>
                <a:lnTo>
                  <a:pt x="247650" y="209550"/>
                </a:lnTo>
                <a:lnTo>
                  <a:pt x="219075" y="209550"/>
                </a:lnTo>
                <a:lnTo>
                  <a:pt x="219075" y="200025"/>
                </a:lnTo>
                <a:lnTo>
                  <a:pt x="209550" y="200025"/>
                </a:lnTo>
                <a:lnTo>
                  <a:pt x="209550" y="190500"/>
                </a:lnTo>
                <a:lnTo>
                  <a:pt x="219075" y="190500"/>
                </a:lnTo>
                <a:close/>
                <a:moveTo>
                  <a:pt x="257175" y="180975"/>
                </a:moveTo>
                <a:lnTo>
                  <a:pt x="266700" y="180975"/>
                </a:lnTo>
                <a:lnTo>
                  <a:pt x="266700" y="190500"/>
                </a:lnTo>
                <a:lnTo>
                  <a:pt x="257175" y="190500"/>
                </a:lnTo>
                <a:close/>
                <a:moveTo>
                  <a:pt x="200025" y="200025"/>
                </a:moveTo>
                <a:lnTo>
                  <a:pt x="209550" y="200025"/>
                </a:lnTo>
                <a:lnTo>
                  <a:pt x="209550" y="209550"/>
                </a:lnTo>
                <a:lnTo>
                  <a:pt x="200025" y="209550"/>
                </a:lnTo>
                <a:close/>
                <a:moveTo>
                  <a:pt x="1504950" y="209550"/>
                </a:moveTo>
                <a:lnTo>
                  <a:pt x="1562100" y="209550"/>
                </a:lnTo>
                <a:lnTo>
                  <a:pt x="1562100" y="219075"/>
                </a:lnTo>
                <a:lnTo>
                  <a:pt x="1504950" y="219075"/>
                </a:lnTo>
                <a:close/>
                <a:moveTo>
                  <a:pt x="1485900" y="219075"/>
                </a:moveTo>
                <a:lnTo>
                  <a:pt x="1495425" y="219075"/>
                </a:lnTo>
                <a:lnTo>
                  <a:pt x="1495425" y="228600"/>
                </a:lnTo>
                <a:lnTo>
                  <a:pt x="1485900" y="228600"/>
                </a:lnTo>
                <a:close/>
                <a:moveTo>
                  <a:pt x="1209675" y="228600"/>
                </a:moveTo>
                <a:lnTo>
                  <a:pt x="1228725" y="228600"/>
                </a:lnTo>
                <a:lnTo>
                  <a:pt x="1228725" y="238125"/>
                </a:lnTo>
                <a:lnTo>
                  <a:pt x="1219200" y="238125"/>
                </a:lnTo>
                <a:lnTo>
                  <a:pt x="1219200" y="247650"/>
                </a:lnTo>
                <a:lnTo>
                  <a:pt x="1228725" y="247650"/>
                </a:lnTo>
                <a:lnTo>
                  <a:pt x="1228725" y="257175"/>
                </a:lnTo>
                <a:lnTo>
                  <a:pt x="1219200" y="257175"/>
                </a:lnTo>
                <a:lnTo>
                  <a:pt x="1219200" y="266700"/>
                </a:lnTo>
                <a:lnTo>
                  <a:pt x="1209675" y="266700"/>
                </a:lnTo>
                <a:lnTo>
                  <a:pt x="1209675" y="257175"/>
                </a:lnTo>
                <a:lnTo>
                  <a:pt x="1200150" y="257175"/>
                </a:lnTo>
                <a:lnTo>
                  <a:pt x="1200150" y="238125"/>
                </a:lnTo>
                <a:lnTo>
                  <a:pt x="1209675" y="238125"/>
                </a:lnTo>
                <a:close/>
                <a:moveTo>
                  <a:pt x="1476375" y="228600"/>
                </a:moveTo>
                <a:lnTo>
                  <a:pt x="1485900" y="228600"/>
                </a:lnTo>
                <a:lnTo>
                  <a:pt x="1485900" y="238125"/>
                </a:lnTo>
                <a:lnTo>
                  <a:pt x="1476375" y="238125"/>
                </a:lnTo>
                <a:close/>
                <a:moveTo>
                  <a:pt x="295275" y="238125"/>
                </a:moveTo>
                <a:lnTo>
                  <a:pt x="333375" y="238125"/>
                </a:lnTo>
                <a:lnTo>
                  <a:pt x="333375" y="257175"/>
                </a:lnTo>
                <a:lnTo>
                  <a:pt x="342900" y="257175"/>
                </a:lnTo>
                <a:lnTo>
                  <a:pt x="342900" y="276225"/>
                </a:lnTo>
                <a:lnTo>
                  <a:pt x="352425" y="276225"/>
                </a:lnTo>
                <a:lnTo>
                  <a:pt x="352425" y="285750"/>
                </a:lnTo>
                <a:lnTo>
                  <a:pt x="419100" y="285750"/>
                </a:lnTo>
                <a:lnTo>
                  <a:pt x="419100" y="314325"/>
                </a:lnTo>
                <a:lnTo>
                  <a:pt x="381000" y="314325"/>
                </a:lnTo>
                <a:lnTo>
                  <a:pt x="381000" y="304800"/>
                </a:lnTo>
                <a:lnTo>
                  <a:pt x="352425" y="304800"/>
                </a:lnTo>
                <a:lnTo>
                  <a:pt x="352425" y="314325"/>
                </a:lnTo>
                <a:lnTo>
                  <a:pt x="333375" y="314325"/>
                </a:lnTo>
                <a:lnTo>
                  <a:pt x="333375" y="352425"/>
                </a:lnTo>
                <a:lnTo>
                  <a:pt x="342900" y="352425"/>
                </a:lnTo>
                <a:lnTo>
                  <a:pt x="342900" y="361950"/>
                </a:lnTo>
                <a:lnTo>
                  <a:pt x="361950" y="361950"/>
                </a:lnTo>
                <a:lnTo>
                  <a:pt x="361950" y="371475"/>
                </a:lnTo>
                <a:lnTo>
                  <a:pt x="371475" y="371475"/>
                </a:lnTo>
                <a:lnTo>
                  <a:pt x="371475" y="400050"/>
                </a:lnTo>
                <a:lnTo>
                  <a:pt x="400050" y="400050"/>
                </a:lnTo>
                <a:lnTo>
                  <a:pt x="400050" y="390525"/>
                </a:lnTo>
                <a:lnTo>
                  <a:pt x="419100" y="390525"/>
                </a:lnTo>
                <a:lnTo>
                  <a:pt x="419100" y="428625"/>
                </a:lnTo>
                <a:lnTo>
                  <a:pt x="428625" y="428625"/>
                </a:lnTo>
                <a:lnTo>
                  <a:pt x="428625" y="504825"/>
                </a:lnTo>
                <a:lnTo>
                  <a:pt x="438150" y="504825"/>
                </a:lnTo>
                <a:lnTo>
                  <a:pt x="438150" y="552450"/>
                </a:lnTo>
                <a:lnTo>
                  <a:pt x="419100" y="552450"/>
                </a:lnTo>
                <a:lnTo>
                  <a:pt x="419100" y="571500"/>
                </a:lnTo>
                <a:lnTo>
                  <a:pt x="428625" y="571500"/>
                </a:lnTo>
                <a:lnTo>
                  <a:pt x="428625" y="590550"/>
                </a:lnTo>
                <a:lnTo>
                  <a:pt x="409575" y="590550"/>
                </a:lnTo>
                <a:lnTo>
                  <a:pt x="409575" y="600075"/>
                </a:lnTo>
                <a:lnTo>
                  <a:pt x="400050" y="600075"/>
                </a:lnTo>
                <a:lnTo>
                  <a:pt x="400050" y="628650"/>
                </a:lnTo>
                <a:lnTo>
                  <a:pt x="390525" y="628650"/>
                </a:lnTo>
                <a:lnTo>
                  <a:pt x="390525" y="638175"/>
                </a:lnTo>
                <a:lnTo>
                  <a:pt x="381000" y="638175"/>
                </a:lnTo>
                <a:lnTo>
                  <a:pt x="381000" y="647700"/>
                </a:lnTo>
                <a:lnTo>
                  <a:pt x="342900" y="647700"/>
                </a:lnTo>
                <a:lnTo>
                  <a:pt x="342900" y="666750"/>
                </a:lnTo>
                <a:lnTo>
                  <a:pt x="266700" y="666750"/>
                </a:lnTo>
                <a:lnTo>
                  <a:pt x="266700" y="657225"/>
                </a:lnTo>
                <a:lnTo>
                  <a:pt x="219075" y="657225"/>
                </a:lnTo>
                <a:lnTo>
                  <a:pt x="219075" y="647700"/>
                </a:lnTo>
                <a:lnTo>
                  <a:pt x="209550" y="647700"/>
                </a:lnTo>
                <a:lnTo>
                  <a:pt x="209550" y="638175"/>
                </a:lnTo>
                <a:lnTo>
                  <a:pt x="200025" y="638175"/>
                </a:lnTo>
                <a:lnTo>
                  <a:pt x="200025" y="628650"/>
                </a:lnTo>
                <a:lnTo>
                  <a:pt x="180975" y="628650"/>
                </a:lnTo>
                <a:lnTo>
                  <a:pt x="180975" y="600075"/>
                </a:lnTo>
                <a:lnTo>
                  <a:pt x="171450" y="600075"/>
                </a:lnTo>
                <a:lnTo>
                  <a:pt x="171450" y="609600"/>
                </a:lnTo>
                <a:lnTo>
                  <a:pt x="161925" y="609600"/>
                </a:lnTo>
                <a:lnTo>
                  <a:pt x="161925" y="657225"/>
                </a:lnTo>
                <a:lnTo>
                  <a:pt x="152400" y="657225"/>
                </a:lnTo>
                <a:lnTo>
                  <a:pt x="152400" y="590550"/>
                </a:lnTo>
                <a:lnTo>
                  <a:pt x="142875" y="590550"/>
                </a:lnTo>
                <a:lnTo>
                  <a:pt x="142875" y="476250"/>
                </a:lnTo>
                <a:lnTo>
                  <a:pt x="152400" y="476250"/>
                </a:lnTo>
                <a:lnTo>
                  <a:pt x="152400" y="504825"/>
                </a:lnTo>
                <a:lnTo>
                  <a:pt x="161925" y="504825"/>
                </a:lnTo>
                <a:lnTo>
                  <a:pt x="161925" y="533400"/>
                </a:lnTo>
                <a:lnTo>
                  <a:pt x="152400" y="533400"/>
                </a:lnTo>
                <a:lnTo>
                  <a:pt x="152400" y="561975"/>
                </a:lnTo>
                <a:lnTo>
                  <a:pt x="161925" y="561975"/>
                </a:lnTo>
                <a:lnTo>
                  <a:pt x="161925" y="571500"/>
                </a:lnTo>
                <a:lnTo>
                  <a:pt x="171450" y="571500"/>
                </a:lnTo>
                <a:lnTo>
                  <a:pt x="171450" y="581025"/>
                </a:lnTo>
                <a:lnTo>
                  <a:pt x="180975" y="581025"/>
                </a:lnTo>
                <a:lnTo>
                  <a:pt x="180975" y="600075"/>
                </a:lnTo>
                <a:lnTo>
                  <a:pt x="209550" y="600075"/>
                </a:lnTo>
                <a:lnTo>
                  <a:pt x="209550" y="609600"/>
                </a:lnTo>
                <a:lnTo>
                  <a:pt x="228600" y="609600"/>
                </a:lnTo>
                <a:lnTo>
                  <a:pt x="228600" y="619125"/>
                </a:lnTo>
                <a:lnTo>
                  <a:pt x="238125" y="619125"/>
                </a:lnTo>
                <a:lnTo>
                  <a:pt x="238125" y="628650"/>
                </a:lnTo>
                <a:lnTo>
                  <a:pt x="257175" y="628650"/>
                </a:lnTo>
                <a:lnTo>
                  <a:pt x="257175" y="619125"/>
                </a:lnTo>
                <a:lnTo>
                  <a:pt x="266700" y="619125"/>
                </a:lnTo>
                <a:lnTo>
                  <a:pt x="266700" y="638175"/>
                </a:lnTo>
                <a:lnTo>
                  <a:pt x="295275" y="638175"/>
                </a:lnTo>
                <a:lnTo>
                  <a:pt x="295275" y="628650"/>
                </a:lnTo>
                <a:lnTo>
                  <a:pt x="304800" y="628650"/>
                </a:lnTo>
                <a:lnTo>
                  <a:pt x="304800" y="619125"/>
                </a:lnTo>
                <a:lnTo>
                  <a:pt x="342900" y="619125"/>
                </a:lnTo>
                <a:lnTo>
                  <a:pt x="342900" y="609600"/>
                </a:lnTo>
                <a:lnTo>
                  <a:pt x="352425" y="609600"/>
                </a:lnTo>
                <a:lnTo>
                  <a:pt x="352425" y="600075"/>
                </a:lnTo>
                <a:lnTo>
                  <a:pt x="361950" y="600075"/>
                </a:lnTo>
                <a:lnTo>
                  <a:pt x="361950" y="590550"/>
                </a:lnTo>
                <a:lnTo>
                  <a:pt x="371475" y="590550"/>
                </a:lnTo>
                <a:lnTo>
                  <a:pt x="371475" y="581025"/>
                </a:lnTo>
                <a:lnTo>
                  <a:pt x="381000" y="581025"/>
                </a:lnTo>
                <a:lnTo>
                  <a:pt x="381000" y="571500"/>
                </a:lnTo>
                <a:lnTo>
                  <a:pt x="390525" y="571500"/>
                </a:lnTo>
                <a:lnTo>
                  <a:pt x="390525" y="552450"/>
                </a:lnTo>
                <a:lnTo>
                  <a:pt x="400050" y="552450"/>
                </a:lnTo>
                <a:lnTo>
                  <a:pt x="400050" y="533400"/>
                </a:lnTo>
                <a:lnTo>
                  <a:pt x="409575" y="533400"/>
                </a:lnTo>
                <a:lnTo>
                  <a:pt x="409575" y="476250"/>
                </a:lnTo>
                <a:lnTo>
                  <a:pt x="400050" y="476250"/>
                </a:lnTo>
                <a:lnTo>
                  <a:pt x="400050" y="457200"/>
                </a:lnTo>
                <a:lnTo>
                  <a:pt x="390525" y="457200"/>
                </a:lnTo>
                <a:lnTo>
                  <a:pt x="390525" y="447675"/>
                </a:lnTo>
                <a:lnTo>
                  <a:pt x="400050" y="447675"/>
                </a:lnTo>
                <a:lnTo>
                  <a:pt x="400050" y="438150"/>
                </a:lnTo>
                <a:lnTo>
                  <a:pt x="390525" y="438150"/>
                </a:lnTo>
                <a:lnTo>
                  <a:pt x="390525" y="428625"/>
                </a:lnTo>
                <a:lnTo>
                  <a:pt x="381000" y="428625"/>
                </a:lnTo>
                <a:lnTo>
                  <a:pt x="381000" y="419100"/>
                </a:lnTo>
                <a:lnTo>
                  <a:pt x="361950" y="419100"/>
                </a:lnTo>
                <a:lnTo>
                  <a:pt x="361950" y="428625"/>
                </a:lnTo>
                <a:lnTo>
                  <a:pt x="352425" y="428625"/>
                </a:lnTo>
                <a:lnTo>
                  <a:pt x="352425" y="409575"/>
                </a:lnTo>
                <a:lnTo>
                  <a:pt x="342900" y="409575"/>
                </a:lnTo>
                <a:lnTo>
                  <a:pt x="342900" y="400050"/>
                </a:lnTo>
                <a:lnTo>
                  <a:pt x="333375" y="400050"/>
                </a:lnTo>
                <a:lnTo>
                  <a:pt x="333375" y="390525"/>
                </a:lnTo>
                <a:lnTo>
                  <a:pt x="314325" y="390525"/>
                </a:lnTo>
                <a:lnTo>
                  <a:pt x="314325" y="381000"/>
                </a:lnTo>
                <a:lnTo>
                  <a:pt x="285750" y="381000"/>
                </a:lnTo>
                <a:lnTo>
                  <a:pt x="285750" y="371475"/>
                </a:lnTo>
                <a:lnTo>
                  <a:pt x="257175" y="371475"/>
                </a:lnTo>
                <a:lnTo>
                  <a:pt x="257175" y="381000"/>
                </a:lnTo>
                <a:lnTo>
                  <a:pt x="238125" y="381000"/>
                </a:lnTo>
                <a:lnTo>
                  <a:pt x="238125" y="371475"/>
                </a:lnTo>
                <a:lnTo>
                  <a:pt x="190500" y="371475"/>
                </a:lnTo>
                <a:lnTo>
                  <a:pt x="190500" y="381000"/>
                </a:lnTo>
                <a:lnTo>
                  <a:pt x="171450" y="381000"/>
                </a:lnTo>
                <a:lnTo>
                  <a:pt x="171450" y="390525"/>
                </a:lnTo>
                <a:lnTo>
                  <a:pt x="161925" y="390525"/>
                </a:lnTo>
                <a:lnTo>
                  <a:pt x="161925" y="381000"/>
                </a:lnTo>
                <a:lnTo>
                  <a:pt x="152400" y="381000"/>
                </a:lnTo>
                <a:lnTo>
                  <a:pt x="152400" y="400050"/>
                </a:lnTo>
                <a:lnTo>
                  <a:pt x="142875" y="400050"/>
                </a:lnTo>
                <a:lnTo>
                  <a:pt x="142875" y="381000"/>
                </a:lnTo>
                <a:lnTo>
                  <a:pt x="133350" y="381000"/>
                </a:lnTo>
                <a:lnTo>
                  <a:pt x="133350" y="371475"/>
                </a:lnTo>
                <a:lnTo>
                  <a:pt x="142875" y="371475"/>
                </a:lnTo>
                <a:lnTo>
                  <a:pt x="142875" y="361950"/>
                </a:lnTo>
                <a:lnTo>
                  <a:pt x="133350" y="361950"/>
                </a:lnTo>
                <a:lnTo>
                  <a:pt x="133350" y="342900"/>
                </a:lnTo>
                <a:lnTo>
                  <a:pt x="142875" y="342900"/>
                </a:lnTo>
                <a:lnTo>
                  <a:pt x="142875" y="352425"/>
                </a:lnTo>
                <a:lnTo>
                  <a:pt x="152400" y="352425"/>
                </a:lnTo>
                <a:lnTo>
                  <a:pt x="152400" y="342900"/>
                </a:lnTo>
                <a:lnTo>
                  <a:pt x="161925" y="342900"/>
                </a:lnTo>
                <a:lnTo>
                  <a:pt x="161925" y="352425"/>
                </a:lnTo>
                <a:lnTo>
                  <a:pt x="171450" y="352425"/>
                </a:lnTo>
                <a:lnTo>
                  <a:pt x="171450" y="342900"/>
                </a:lnTo>
                <a:lnTo>
                  <a:pt x="209550" y="342900"/>
                </a:lnTo>
                <a:lnTo>
                  <a:pt x="209550" y="352425"/>
                </a:lnTo>
                <a:lnTo>
                  <a:pt x="238125" y="352425"/>
                </a:lnTo>
                <a:lnTo>
                  <a:pt x="238125" y="342900"/>
                </a:lnTo>
                <a:lnTo>
                  <a:pt x="285750" y="342900"/>
                </a:lnTo>
                <a:lnTo>
                  <a:pt x="285750" y="333375"/>
                </a:lnTo>
                <a:lnTo>
                  <a:pt x="295275" y="333375"/>
                </a:lnTo>
                <a:lnTo>
                  <a:pt x="295275" y="342900"/>
                </a:lnTo>
                <a:lnTo>
                  <a:pt x="304800" y="342900"/>
                </a:lnTo>
                <a:lnTo>
                  <a:pt x="304800" y="333375"/>
                </a:lnTo>
                <a:lnTo>
                  <a:pt x="323850" y="333375"/>
                </a:lnTo>
                <a:lnTo>
                  <a:pt x="323850" y="295275"/>
                </a:lnTo>
                <a:lnTo>
                  <a:pt x="314325" y="295275"/>
                </a:lnTo>
                <a:lnTo>
                  <a:pt x="314325" y="285750"/>
                </a:lnTo>
                <a:lnTo>
                  <a:pt x="304800" y="285750"/>
                </a:lnTo>
                <a:lnTo>
                  <a:pt x="304800" y="257175"/>
                </a:lnTo>
                <a:lnTo>
                  <a:pt x="285750" y="257175"/>
                </a:lnTo>
                <a:lnTo>
                  <a:pt x="285750" y="247650"/>
                </a:lnTo>
                <a:lnTo>
                  <a:pt x="295275" y="247650"/>
                </a:lnTo>
                <a:close/>
                <a:moveTo>
                  <a:pt x="1466850" y="238125"/>
                </a:moveTo>
                <a:lnTo>
                  <a:pt x="1476375" y="238125"/>
                </a:lnTo>
                <a:lnTo>
                  <a:pt x="1476375" y="247650"/>
                </a:lnTo>
                <a:lnTo>
                  <a:pt x="1466850" y="247650"/>
                </a:lnTo>
                <a:close/>
                <a:moveTo>
                  <a:pt x="1457325" y="247650"/>
                </a:moveTo>
                <a:lnTo>
                  <a:pt x="1466850" y="247650"/>
                </a:lnTo>
                <a:lnTo>
                  <a:pt x="1466850" y="266700"/>
                </a:lnTo>
                <a:lnTo>
                  <a:pt x="1476375" y="266700"/>
                </a:lnTo>
                <a:lnTo>
                  <a:pt x="1476375" y="276225"/>
                </a:lnTo>
                <a:lnTo>
                  <a:pt x="1485900" y="276225"/>
                </a:lnTo>
                <a:lnTo>
                  <a:pt x="1485900" y="285750"/>
                </a:lnTo>
                <a:lnTo>
                  <a:pt x="1466850" y="285750"/>
                </a:lnTo>
                <a:lnTo>
                  <a:pt x="1466850" y="276225"/>
                </a:lnTo>
                <a:lnTo>
                  <a:pt x="1438275" y="276225"/>
                </a:lnTo>
                <a:lnTo>
                  <a:pt x="1438275" y="266700"/>
                </a:lnTo>
                <a:lnTo>
                  <a:pt x="1457325" y="266700"/>
                </a:lnTo>
                <a:close/>
                <a:moveTo>
                  <a:pt x="1695450" y="247650"/>
                </a:moveTo>
                <a:lnTo>
                  <a:pt x="1704975" y="247650"/>
                </a:lnTo>
                <a:lnTo>
                  <a:pt x="1704975" y="257175"/>
                </a:lnTo>
                <a:lnTo>
                  <a:pt x="1695450" y="257175"/>
                </a:lnTo>
                <a:close/>
                <a:moveTo>
                  <a:pt x="1704975" y="276225"/>
                </a:moveTo>
                <a:lnTo>
                  <a:pt x="1714500" y="276225"/>
                </a:lnTo>
                <a:lnTo>
                  <a:pt x="1714500" y="285750"/>
                </a:lnTo>
                <a:lnTo>
                  <a:pt x="1704975" y="285750"/>
                </a:lnTo>
                <a:close/>
                <a:moveTo>
                  <a:pt x="676275" y="285750"/>
                </a:moveTo>
                <a:lnTo>
                  <a:pt x="685800" y="285750"/>
                </a:lnTo>
                <a:lnTo>
                  <a:pt x="685800" y="295275"/>
                </a:lnTo>
                <a:lnTo>
                  <a:pt x="676275" y="295275"/>
                </a:lnTo>
                <a:close/>
                <a:moveTo>
                  <a:pt x="1485900" y="285750"/>
                </a:moveTo>
                <a:lnTo>
                  <a:pt x="1504950" y="285750"/>
                </a:lnTo>
                <a:lnTo>
                  <a:pt x="1504950" y="295275"/>
                </a:lnTo>
                <a:lnTo>
                  <a:pt x="1485900" y="295275"/>
                </a:lnTo>
                <a:close/>
                <a:moveTo>
                  <a:pt x="1704975" y="295275"/>
                </a:moveTo>
                <a:lnTo>
                  <a:pt x="1714500" y="295275"/>
                </a:lnTo>
                <a:lnTo>
                  <a:pt x="1714500" y="304800"/>
                </a:lnTo>
                <a:lnTo>
                  <a:pt x="1704975" y="304800"/>
                </a:lnTo>
                <a:close/>
                <a:moveTo>
                  <a:pt x="676275" y="304800"/>
                </a:moveTo>
                <a:lnTo>
                  <a:pt x="695325" y="304800"/>
                </a:lnTo>
                <a:lnTo>
                  <a:pt x="695325" y="314325"/>
                </a:lnTo>
                <a:lnTo>
                  <a:pt x="704850" y="314325"/>
                </a:lnTo>
                <a:lnTo>
                  <a:pt x="704850" y="333375"/>
                </a:lnTo>
                <a:lnTo>
                  <a:pt x="666750" y="333375"/>
                </a:lnTo>
                <a:lnTo>
                  <a:pt x="666750" y="314325"/>
                </a:lnTo>
                <a:lnTo>
                  <a:pt x="676275" y="314325"/>
                </a:lnTo>
                <a:close/>
                <a:moveTo>
                  <a:pt x="1714500" y="304800"/>
                </a:moveTo>
                <a:lnTo>
                  <a:pt x="1724025" y="304800"/>
                </a:lnTo>
                <a:lnTo>
                  <a:pt x="1724025" y="352425"/>
                </a:lnTo>
                <a:lnTo>
                  <a:pt x="1714500" y="352425"/>
                </a:lnTo>
                <a:close/>
                <a:moveTo>
                  <a:pt x="133350" y="323850"/>
                </a:moveTo>
                <a:lnTo>
                  <a:pt x="142875" y="323850"/>
                </a:lnTo>
                <a:lnTo>
                  <a:pt x="142875" y="333375"/>
                </a:lnTo>
                <a:lnTo>
                  <a:pt x="133350" y="333375"/>
                </a:lnTo>
                <a:close/>
                <a:moveTo>
                  <a:pt x="714375" y="323850"/>
                </a:moveTo>
                <a:lnTo>
                  <a:pt x="723900" y="323850"/>
                </a:lnTo>
                <a:lnTo>
                  <a:pt x="723900" y="333375"/>
                </a:lnTo>
                <a:lnTo>
                  <a:pt x="714375" y="333375"/>
                </a:lnTo>
                <a:close/>
                <a:moveTo>
                  <a:pt x="1123950" y="333375"/>
                </a:moveTo>
                <a:lnTo>
                  <a:pt x="1133475" y="333375"/>
                </a:lnTo>
                <a:lnTo>
                  <a:pt x="1133475" y="342900"/>
                </a:lnTo>
                <a:lnTo>
                  <a:pt x="1123950" y="342900"/>
                </a:lnTo>
                <a:close/>
                <a:moveTo>
                  <a:pt x="228600" y="381000"/>
                </a:moveTo>
                <a:lnTo>
                  <a:pt x="238125" y="381000"/>
                </a:lnTo>
                <a:lnTo>
                  <a:pt x="238125" y="390525"/>
                </a:lnTo>
                <a:lnTo>
                  <a:pt x="228600" y="390525"/>
                </a:lnTo>
                <a:close/>
                <a:moveTo>
                  <a:pt x="123825" y="428625"/>
                </a:moveTo>
                <a:lnTo>
                  <a:pt x="142875" y="428625"/>
                </a:lnTo>
                <a:lnTo>
                  <a:pt x="142875" y="457200"/>
                </a:lnTo>
                <a:lnTo>
                  <a:pt x="123825" y="457200"/>
                </a:lnTo>
                <a:close/>
                <a:moveTo>
                  <a:pt x="790575" y="428625"/>
                </a:moveTo>
                <a:lnTo>
                  <a:pt x="800100" y="428625"/>
                </a:lnTo>
                <a:lnTo>
                  <a:pt x="800100" y="438150"/>
                </a:lnTo>
                <a:lnTo>
                  <a:pt x="819150" y="438150"/>
                </a:lnTo>
                <a:lnTo>
                  <a:pt x="819150" y="447675"/>
                </a:lnTo>
                <a:lnTo>
                  <a:pt x="828675" y="447675"/>
                </a:lnTo>
                <a:lnTo>
                  <a:pt x="828675" y="457200"/>
                </a:lnTo>
                <a:lnTo>
                  <a:pt x="847725" y="457200"/>
                </a:lnTo>
                <a:lnTo>
                  <a:pt x="847725" y="466725"/>
                </a:lnTo>
                <a:lnTo>
                  <a:pt x="819150" y="466725"/>
                </a:lnTo>
                <a:lnTo>
                  <a:pt x="819150" y="457200"/>
                </a:lnTo>
                <a:lnTo>
                  <a:pt x="771525" y="457200"/>
                </a:lnTo>
                <a:lnTo>
                  <a:pt x="771525" y="438150"/>
                </a:lnTo>
                <a:lnTo>
                  <a:pt x="781050" y="438150"/>
                </a:lnTo>
                <a:lnTo>
                  <a:pt x="781050" y="447675"/>
                </a:lnTo>
                <a:lnTo>
                  <a:pt x="790575" y="447675"/>
                </a:lnTo>
                <a:close/>
                <a:moveTo>
                  <a:pt x="1028700" y="428625"/>
                </a:moveTo>
                <a:lnTo>
                  <a:pt x="1076325" y="428625"/>
                </a:lnTo>
                <a:lnTo>
                  <a:pt x="1076325" y="438150"/>
                </a:lnTo>
                <a:lnTo>
                  <a:pt x="1066800" y="438150"/>
                </a:lnTo>
                <a:lnTo>
                  <a:pt x="1066800" y="447675"/>
                </a:lnTo>
                <a:lnTo>
                  <a:pt x="1057275" y="447675"/>
                </a:lnTo>
                <a:lnTo>
                  <a:pt x="1057275" y="457200"/>
                </a:lnTo>
                <a:lnTo>
                  <a:pt x="1047750" y="457200"/>
                </a:lnTo>
                <a:lnTo>
                  <a:pt x="1047750" y="447675"/>
                </a:lnTo>
                <a:lnTo>
                  <a:pt x="1038225" y="447675"/>
                </a:lnTo>
                <a:lnTo>
                  <a:pt x="1038225" y="438150"/>
                </a:lnTo>
                <a:lnTo>
                  <a:pt x="1028700" y="438150"/>
                </a:lnTo>
                <a:close/>
                <a:moveTo>
                  <a:pt x="1085850" y="428625"/>
                </a:moveTo>
                <a:lnTo>
                  <a:pt x="1104900" y="428625"/>
                </a:lnTo>
                <a:lnTo>
                  <a:pt x="1104900" y="438150"/>
                </a:lnTo>
                <a:lnTo>
                  <a:pt x="1085850" y="438150"/>
                </a:lnTo>
                <a:close/>
                <a:moveTo>
                  <a:pt x="714375" y="438150"/>
                </a:moveTo>
                <a:lnTo>
                  <a:pt x="723900" y="438150"/>
                </a:lnTo>
                <a:lnTo>
                  <a:pt x="723900" y="466725"/>
                </a:lnTo>
                <a:lnTo>
                  <a:pt x="714375" y="466725"/>
                </a:lnTo>
                <a:close/>
                <a:moveTo>
                  <a:pt x="1114425" y="447675"/>
                </a:moveTo>
                <a:lnTo>
                  <a:pt x="1123950" y="447675"/>
                </a:lnTo>
                <a:lnTo>
                  <a:pt x="1123950" y="457200"/>
                </a:lnTo>
                <a:lnTo>
                  <a:pt x="1114425" y="457200"/>
                </a:lnTo>
                <a:close/>
                <a:moveTo>
                  <a:pt x="704850" y="476250"/>
                </a:moveTo>
                <a:lnTo>
                  <a:pt x="714375" y="476250"/>
                </a:lnTo>
                <a:lnTo>
                  <a:pt x="714375" y="485775"/>
                </a:lnTo>
                <a:lnTo>
                  <a:pt x="704850" y="485775"/>
                </a:lnTo>
                <a:close/>
                <a:moveTo>
                  <a:pt x="876300" y="504825"/>
                </a:moveTo>
                <a:lnTo>
                  <a:pt x="904875" y="504825"/>
                </a:lnTo>
                <a:lnTo>
                  <a:pt x="904875" y="514350"/>
                </a:lnTo>
                <a:lnTo>
                  <a:pt x="876300" y="514350"/>
                </a:lnTo>
                <a:close/>
                <a:moveTo>
                  <a:pt x="933450" y="504825"/>
                </a:moveTo>
                <a:lnTo>
                  <a:pt x="952500" y="504825"/>
                </a:lnTo>
                <a:lnTo>
                  <a:pt x="952500" y="514350"/>
                </a:lnTo>
                <a:lnTo>
                  <a:pt x="933450" y="514350"/>
                </a:lnTo>
                <a:close/>
                <a:moveTo>
                  <a:pt x="1724025" y="504825"/>
                </a:moveTo>
                <a:lnTo>
                  <a:pt x="1733550" y="504825"/>
                </a:lnTo>
                <a:lnTo>
                  <a:pt x="1733550" y="533400"/>
                </a:lnTo>
                <a:lnTo>
                  <a:pt x="1724025" y="533400"/>
                </a:lnTo>
                <a:close/>
                <a:moveTo>
                  <a:pt x="200025" y="523875"/>
                </a:moveTo>
                <a:lnTo>
                  <a:pt x="209550" y="523875"/>
                </a:lnTo>
                <a:lnTo>
                  <a:pt x="209550" y="533400"/>
                </a:lnTo>
                <a:lnTo>
                  <a:pt x="200025" y="533400"/>
                </a:lnTo>
                <a:close/>
                <a:moveTo>
                  <a:pt x="209550" y="533400"/>
                </a:moveTo>
                <a:lnTo>
                  <a:pt x="219075" y="533400"/>
                </a:lnTo>
                <a:lnTo>
                  <a:pt x="219075" y="542925"/>
                </a:lnTo>
                <a:lnTo>
                  <a:pt x="209550" y="542925"/>
                </a:lnTo>
                <a:close/>
                <a:moveTo>
                  <a:pt x="314325" y="542925"/>
                </a:moveTo>
                <a:lnTo>
                  <a:pt x="323850" y="542925"/>
                </a:lnTo>
                <a:lnTo>
                  <a:pt x="323850" y="552450"/>
                </a:lnTo>
                <a:lnTo>
                  <a:pt x="314325" y="552450"/>
                </a:lnTo>
                <a:close/>
                <a:moveTo>
                  <a:pt x="828675" y="704850"/>
                </a:moveTo>
                <a:lnTo>
                  <a:pt x="838200" y="704850"/>
                </a:lnTo>
                <a:lnTo>
                  <a:pt x="838200" y="714375"/>
                </a:lnTo>
                <a:lnTo>
                  <a:pt x="828675" y="714375"/>
                </a:lnTo>
                <a:close/>
                <a:moveTo>
                  <a:pt x="723900" y="723900"/>
                </a:moveTo>
                <a:lnTo>
                  <a:pt x="733425" y="723900"/>
                </a:lnTo>
                <a:lnTo>
                  <a:pt x="733425" y="733425"/>
                </a:lnTo>
                <a:lnTo>
                  <a:pt x="723900" y="733425"/>
                </a:lnTo>
                <a:close/>
                <a:moveTo>
                  <a:pt x="714375" y="733425"/>
                </a:moveTo>
                <a:lnTo>
                  <a:pt x="723900" y="733425"/>
                </a:lnTo>
                <a:lnTo>
                  <a:pt x="723900" y="752475"/>
                </a:lnTo>
                <a:lnTo>
                  <a:pt x="714375" y="752475"/>
                </a:lnTo>
                <a:close/>
                <a:moveTo>
                  <a:pt x="733425" y="733425"/>
                </a:moveTo>
                <a:lnTo>
                  <a:pt x="742950" y="733425"/>
                </a:lnTo>
                <a:lnTo>
                  <a:pt x="742950" y="742950"/>
                </a:lnTo>
                <a:lnTo>
                  <a:pt x="762000" y="742950"/>
                </a:lnTo>
                <a:lnTo>
                  <a:pt x="762000" y="752475"/>
                </a:lnTo>
                <a:lnTo>
                  <a:pt x="733425" y="752475"/>
                </a:lnTo>
                <a:close/>
                <a:moveTo>
                  <a:pt x="1724025" y="733425"/>
                </a:moveTo>
                <a:lnTo>
                  <a:pt x="1733550" y="733425"/>
                </a:lnTo>
                <a:lnTo>
                  <a:pt x="1733550" y="828675"/>
                </a:lnTo>
                <a:lnTo>
                  <a:pt x="1724025" y="828675"/>
                </a:lnTo>
                <a:close/>
                <a:moveTo>
                  <a:pt x="762000" y="752475"/>
                </a:moveTo>
                <a:lnTo>
                  <a:pt x="771525" y="752475"/>
                </a:lnTo>
                <a:lnTo>
                  <a:pt x="771525" y="762000"/>
                </a:lnTo>
                <a:lnTo>
                  <a:pt x="762000" y="762000"/>
                </a:lnTo>
                <a:close/>
                <a:moveTo>
                  <a:pt x="123825" y="781050"/>
                </a:moveTo>
                <a:lnTo>
                  <a:pt x="133350" y="781050"/>
                </a:lnTo>
                <a:lnTo>
                  <a:pt x="133350" y="800100"/>
                </a:lnTo>
                <a:lnTo>
                  <a:pt x="123825" y="800100"/>
                </a:lnTo>
                <a:close/>
                <a:moveTo>
                  <a:pt x="371475" y="800100"/>
                </a:moveTo>
                <a:lnTo>
                  <a:pt x="390525" y="800100"/>
                </a:lnTo>
                <a:lnTo>
                  <a:pt x="390525" y="809625"/>
                </a:lnTo>
                <a:lnTo>
                  <a:pt x="371475" y="809625"/>
                </a:lnTo>
                <a:close/>
                <a:moveTo>
                  <a:pt x="819150" y="800100"/>
                </a:moveTo>
                <a:lnTo>
                  <a:pt x="828675" y="800100"/>
                </a:lnTo>
                <a:lnTo>
                  <a:pt x="828675" y="809625"/>
                </a:lnTo>
                <a:lnTo>
                  <a:pt x="819150" y="809625"/>
                </a:lnTo>
                <a:close/>
                <a:moveTo>
                  <a:pt x="161925" y="809625"/>
                </a:moveTo>
                <a:lnTo>
                  <a:pt x="190500" y="809625"/>
                </a:lnTo>
                <a:lnTo>
                  <a:pt x="190500" y="819150"/>
                </a:lnTo>
                <a:lnTo>
                  <a:pt x="200025" y="819150"/>
                </a:lnTo>
                <a:lnTo>
                  <a:pt x="200025" y="828675"/>
                </a:lnTo>
                <a:lnTo>
                  <a:pt x="161925" y="828675"/>
                </a:lnTo>
                <a:close/>
                <a:moveTo>
                  <a:pt x="390525" y="809625"/>
                </a:moveTo>
                <a:lnTo>
                  <a:pt x="400050" y="809625"/>
                </a:lnTo>
                <a:lnTo>
                  <a:pt x="400050" y="819150"/>
                </a:lnTo>
                <a:lnTo>
                  <a:pt x="390525" y="819150"/>
                </a:lnTo>
                <a:close/>
                <a:moveTo>
                  <a:pt x="419100" y="809625"/>
                </a:moveTo>
                <a:lnTo>
                  <a:pt x="428625" y="809625"/>
                </a:lnTo>
                <a:lnTo>
                  <a:pt x="428625" y="819150"/>
                </a:lnTo>
                <a:lnTo>
                  <a:pt x="419100" y="819150"/>
                </a:lnTo>
                <a:close/>
                <a:moveTo>
                  <a:pt x="809625" y="809625"/>
                </a:moveTo>
                <a:lnTo>
                  <a:pt x="819150" y="809625"/>
                </a:lnTo>
                <a:lnTo>
                  <a:pt x="819150" y="819150"/>
                </a:lnTo>
                <a:lnTo>
                  <a:pt x="809625" y="819150"/>
                </a:lnTo>
                <a:close/>
                <a:moveTo>
                  <a:pt x="400050" y="819150"/>
                </a:moveTo>
                <a:lnTo>
                  <a:pt x="409575" y="819150"/>
                </a:lnTo>
                <a:lnTo>
                  <a:pt x="409575" y="828675"/>
                </a:lnTo>
                <a:lnTo>
                  <a:pt x="400050" y="828675"/>
                </a:lnTo>
                <a:close/>
                <a:moveTo>
                  <a:pt x="1724025" y="838200"/>
                </a:moveTo>
                <a:lnTo>
                  <a:pt x="1733550" y="838200"/>
                </a:lnTo>
                <a:lnTo>
                  <a:pt x="1733550" y="1057275"/>
                </a:lnTo>
                <a:lnTo>
                  <a:pt x="1724025" y="1057275"/>
                </a:lnTo>
                <a:lnTo>
                  <a:pt x="1724025" y="895350"/>
                </a:lnTo>
                <a:lnTo>
                  <a:pt x="1704975" y="895350"/>
                </a:lnTo>
                <a:lnTo>
                  <a:pt x="1704975" y="885825"/>
                </a:lnTo>
                <a:lnTo>
                  <a:pt x="1724025" y="885825"/>
                </a:lnTo>
                <a:close/>
                <a:moveTo>
                  <a:pt x="1162050" y="847725"/>
                </a:moveTo>
                <a:lnTo>
                  <a:pt x="1171575" y="847725"/>
                </a:lnTo>
                <a:lnTo>
                  <a:pt x="1171575" y="866775"/>
                </a:lnTo>
                <a:lnTo>
                  <a:pt x="1162050" y="866775"/>
                </a:lnTo>
                <a:close/>
                <a:moveTo>
                  <a:pt x="1381125" y="847725"/>
                </a:moveTo>
                <a:lnTo>
                  <a:pt x="1419225" y="847725"/>
                </a:lnTo>
                <a:lnTo>
                  <a:pt x="1419225" y="866775"/>
                </a:lnTo>
                <a:lnTo>
                  <a:pt x="1381125" y="866775"/>
                </a:lnTo>
                <a:close/>
                <a:moveTo>
                  <a:pt x="1609725" y="847725"/>
                </a:moveTo>
                <a:lnTo>
                  <a:pt x="1628775" y="847725"/>
                </a:lnTo>
                <a:lnTo>
                  <a:pt x="1628775" y="866775"/>
                </a:lnTo>
                <a:lnTo>
                  <a:pt x="1609725" y="866775"/>
                </a:lnTo>
                <a:close/>
                <a:moveTo>
                  <a:pt x="257175" y="857250"/>
                </a:moveTo>
                <a:lnTo>
                  <a:pt x="266700" y="857250"/>
                </a:lnTo>
                <a:lnTo>
                  <a:pt x="266700" y="866775"/>
                </a:lnTo>
                <a:lnTo>
                  <a:pt x="257175" y="866775"/>
                </a:lnTo>
                <a:close/>
                <a:moveTo>
                  <a:pt x="381000" y="857250"/>
                </a:moveTo>
                <a:lnTo>
                  <a:pt x="428625" y="857250"/>
                </a:lnTo>
                <a:lnTo>
                  <a:pt x="428625" y="866775"/>
                </a:lnTo>
                <a:lnTo>
                  <a:pt x="381000" y="866775"/>
                </a:lnTo>
                <a:close/>
                <a:moveTo>
                  <a:pt x="152400" y="866775"/>
                </a:moveTo>
                <a:lnTo>
                  <a:pt x="161925" y="866775"/>
                </a:lnTo>
                <a:lnTo>
                  <a:pt x="161925" y="876300"/>
                </a:lnTo>
                <a:lnTo>
                  <a:pt x="152400" y="876300"/>
                </a:lnTo>
                <a:close/>
                <a:moveTo>
                  <a:pt x="123825" y="876300"/>
                </a:moveTo>
                <a:lnTo>
                  <a:pt x="133350" y="876300"/>
                </a:lnTo>
                <a:lnTo>
                  <a:pt x="133350" y="923925"/>
                </a:lnTo>
                <a:lnTo>
                  <a:pt x="123825" y="923925"/>
                </a:lnTo>
                <a:close/>
                <a:moveTo>
                  <a:pt x="238125" y="895350"/>
                </a:moveTo>
                <a:lnTo>
                  <a:pt x="266700" y="895350"/>
                </a:lnTo>
                <a:lnTo>
                  <a:pt x="266700" y="904875"/>
                </a:lnTo>
                <a:lnTo>
                  <a:pt x="238125" y="904875"/>
                </a:lnTo>
                <a:close/>
                <a:moveTo>
                  <a:pt x="152400" y="904875"/>
                </a:moveTo>
                <a:lnTo>
                  <a:pt x="171450" y="904875"/>
                </a:lnTo>
                <a:lnTo>
                  <a:pt x="171450" y="914400"/>
                </a:lnTo>
                <a:lnTo>
                  <a:pt x="152400" y="914400"/>
                </a:lnTo>
                <a:close/>
                <a:moveTo>
                  <a:pt x="238125" y="914400"/>
                </a:moveTo>
                <a:lnTo>
                  <a:pt x="323850" y="914400"/>
                </a:lnTo>
                <a:lnTo>
                  <a:pt x="323850" y="933450"/>
                </a:lnTo>
                <a:lnTo>
                  <a:pt x="266700" y="933450"/>
                </a:lnTo>
                <a:lnTo>
                  <a:pt x="266700" y="942975"/>
                </a:lnTo>
                <a:lnTo>
                  <a:pt x="228600" y="942975"/>
                </a:lnTo>
                <a:lnTo>
                  <a:pt x="228600" y="933450"/>
                </a:lnTo>
                <a:lnTo>
                  <a:pt x="247650" y="933450"/>
                </a:lnTo>
                <a:lnTo>
                  <a:pt x="247650" y="923925"/>
                </a:lnTo>
                <a:lnTo>
                  <a:pt x="238125" y="923925"/>
                </a:lnTo>
                <a:close/>
                <a:moveTo>
                  <a:pt x="342900" y="914400"/>
                </a:moveTo>
                <a:lnTo>
                  <a:pt x="381000" y="914400"/>
                </a:lnTo>
                <a:lnTo>
                  <a:pt x="381000" y="923925"/>
                </a:lnTo>
                <a:lnTo>
                  <a:pt x="342900" y="923925"/>
                </a:lnTo>
                <a:close/>
                <a:moveTo>
                  <a:pt x="342900" y="933450"/>
                </a:moveTo>
                <a:lnTo>
                  <a:pt x="371475" y="933450"/>
                </a:lnTo>
                <a:lnTo>
                  <a:pt x="371475" y="942975"/>
                </a:lnTo>
                <a:lnTo>
                  <a:pt x="342900" y="942975"/>
                </a:lnTo>
                <a:close/>
                <a:moveTo>
                  <a:pt x="990600" y="933450"/>
                </a:moveTo>
                <a:lnTo>
                  <a:pt x="1009650" y="933450"/>
                </a:lnTo>
                <a:lnTo>
                  <a:pt x="1009650" y="942975"/>
                </a:lnTo>
                <a:lnTo>
                  <a:pt x="990600" y="942975"/>
                </a:lnTo>
                <a:close/>
                <a:moveTo>
                  <a:pt x="1219200" y="933450"/>
                </a:moveTo>
                <a:lnTo>
                  <a:pt x="1257300" y="933450"/>
                </a:lnTo>
                <a:lnTo>
                  <a:pt x="1257300" y="942975"/>
                </a:lnTo>
                <a:lnTo>
                  <a:pt x="1219200" y="942975"/>
                </a:lnTo>
                <a:close/>
                <a:moveTo>
                  <a:pt x="1266825" y="942975"/>
                </a:moveTo>
                <a:lnTo>
                  <a:pt x="1295400" y="942975"/>
                </a:lnTo>
                <a:lnTo>
                  <a:pt x="1295400" y="952500"/>
                </a:lnTo>
                <a:lnTo>
                  <a:pt x="1266825" y="952500"/>
                </a:lnTo>
                <a:close/>
                <a:moveTo>
                  <a:pt x="752475" y="971550"/>
                </a:moveTo>
                <a:lnTo>
                  <a:pt x="771525" y="971550"/>
                </a:lnTo>
                <a:lnTo>
                  <a:pt x="771525" y="981075"/>
                </a:lnTo>
                <a:lnTo>
                  <a:pt x="752475" y="981075"/>
                </a:lnTo>
                <a:close/>
                <a:moveTo>
                  <a:pt x="857250" y="971550"/>
                </a:moveTo>
                <a:lnTo>
                  <a:pt x="866775" y="971550"/>
                </a:lnTo>
                <a:lnTo>
                  <a:pt x="866775" y="981075"/>
                </a:lnTo>
                <a:lnTo>
                  <a:pt x="857250" y="981075"/>
                </a:lnTo>
                <a:close/>
                <a:moveTo>
                  <a:pt x="1495425" y="971550"/>
                </a:moveTo>
                <a:lnTo>
                  <a:pt x="1504950" y="971550"/>
                </a:lnTo>
                <a:lnTo>
                  <a:pt x="1504950" y="981075"/>
                </a:lnTo>
                <a:lnTo>
                  <a:pt x="1495425" y="981075"/>
                </a:lnTo>
                <a:close/>
                <a:moveTo>
                  <a:pt x="180975" y="981075"/>
                </a:moveTo>
                <a:lnTo>
                  <a:pt x="190500" y="981075"/>
                </a:lnTo>
                <a:lnTo>
                  <a:pt x="190500" y="990600"/>
                </a:lnTo>
                <a:lnTo>
                  <a:pt x="180975" y="990600"/>
                </a:lnTo>
                <a:close/>
                <a:moveTo>
                  <a:pt x="314325" y="981075"/>
                </a:moveTo>
                <a:lnTo>
                  <a:pt x="333375" y="981075"/>
                </a:lnTo>
                <a:lnTo>
                  <a:pt x="333375" y="1000125"/>
                </a:lnTo>
                <a:lnTo>
                  <a:pt x="342900" y="1000125"/>
                </a:lnTo>
                <a:lnTo>
                  <a:pt x="342900" y="1009650"/>
                </a:lnTo>
                <a:lnTo>
                  <a:pt x="333375" y="1009650"/>
                </a:lnTo>
                <a:lnTo>
                  <a:pt x="333375" y="1019175"/>
                </a:lnTo>
                <a:lnTo>
                  <a:pt x="304800" y="1019175"/>
                </a:lnTo>
                <a:lnTo>
                  <a:pt x="304800" y="1009650"/>
                </a:lnTo>
                <a:lnTo>
                  <a:pt x="314325" y="1009650"/>
                </a:lnTo>
                <a:lnTo>
                  <a:pt x="314325" y="1000125"/>
                </a:lnTo>
                <a:lnTo>
                  <a:pt x="323850" y="1000125"/>
                </a:lnTo>
                <a:lnTo>
                  <a:pt x="323850" y="990600"/>
                </a:lnTo>
                <a:lnTo>
                  <a:pt x="314325" y="990600"/>
                </a:lnTo>
                <a:close/>
                <a:moveTo>
                  <a:pt x="685800" y="981075"/>
                </a:moveTo>
                <a:lnTo>
                  <a:pt x="723900" y="981075"/>
                </a:lnTo>
                <a:lnTo>
                  <a:pt x="723900" y="990600"/>
                </a:lnTo>
                <a:lnTo>
                  <a:pt x="685800" y="990600"/>
                </a:lnTo>
                <a:close/>
                <a:moveTo>
                  <a:pt x="819150" y="981075"/>
                </a:moveTo>
                <a:lnTo>
                  <a:pt x="838200" y="981075"/>
                </a:lnTo>
                <a:lnTo>
                  <a:pt x="838200" y="990600"/>
                </a:lnTo>
                <a:lnTo>
                  <a:pt x="819150" y="990600"/>
                </a:lnTo>
                <a:close/>
                <a:moveTo>
                  <a:pt x="1219200" y="981075"/>
                </a:moveTo>
                <a:lnTo>
                  <a:pt x="1266825" y="981075"/>
                </a:lnTo>
                <a:lnTo>
                  <a:pt x="1266825" y="990600"/>
                </a:lnTo>
                <a:lnTo>
                  <a:pt x="1219200" y="990600"/>
                </a:lnTo>
                <a:close/>
                <a:moveTo>
                  <a:pt x="1295400" y="981075"/>
                </a:moveTo>
                <a:lnTo>
                  <a:pt x="1304925" y="981075"/>
                </a:lnTo>
                <a:lnTo>
                  <a:pt x="1304925" y="990600"/>
                </a:lnTo>
                <a:lnTo>
                  <a:pt x="1295400" y="990600"/>
                </a:lnTo>
                <a:close/>
                <a:moveTo>
                  <a:pt x="1685925" y="981075"/>
                </a:moveTo>
                <a:lnTo>
                  <a:pt x="1695450" y="981075"/>
                </a:lnTo>
                <a:lnTo>
                  <a:pt x="1695450" y="1000125"/>
                </a:lnTo>
                <a:lnTo>
                  <a:pt x="1685925" y="1000125"/>
                </a:lnTo>
                <a:close/>
                <a:moveTo>
                  <a:pt x="1704975" y="981075"/>
                </a:moveTo>
                <a:lnTo>
                  <a:pt x="1714500" y="981075"/>
                </a:lnTo>
                <a:lnTo>
                  <a:pt x="1714500" y="1000125"/>
                </a:lnTo>
                <a:lnTo>
                  <a:pt x="1704975" y="1000125"/>
                </a:lnTo>
                <a:close/>
                <a:moveTo>
                  <a:pt x="276225" y="1009650"/>
                </a:moveTo>
                <a:lnTo>
                  <a:pt x="295275" y="1009650"/>
                </a:lnTo>
                <a:lnTo>
                  <a:pt x="295275" y="1019175"/>
                </a:lnTo>
                <a:lnTo>
                  <a:pt x="276225" y="1019175"/>
                </a:lnTo>
                <a:close/>
                <a:moveTo>
                  <a:pt x="381000" y="1009650"/>
                </a:moveTo>
                <a:lnTo>
                  <a:pt x="419100" y="1009650"/>
                </a:lnTo>
                <a:lnTo>
                  <a:pt x="419100" y="1028700"/>
                </a:lnTo>
                <a:lnTo>
                  <a:pt x="409575" y="1028700"/>
                </a:lnTo>
                <a:lnTo>
                  <a:pt x="409575" y="1019175"/>
                </a:lnTo>
                <a:lnTo>
                  <a:pt x="381000" y="1019175"/>
                </a:lnTo>
                <a:close/>
                <a:moveTo>
                  <a:pt x="161925" y="1019175"/>
                </a:moveTo>
                <a:lnTo>
                  <a:pt x="171450" y="1019175"/>
                </a:lnTo>
                <a:lnTo>
                  <a:pt x="171450" y="1028700"/>
                </a:lnTo>
                <a:lnTo>
                  <a:pt x="161925" y="1028700"/>
                </a:lnTo>
                <a:close/>
                <a:moveTo>
                  <a:pt x="123825" y="1076325"/>
                </a:moveTo>
                <a:lnTo>
                  <a:pt x="133350" y="1076325"/>
                </a:lnTo>
                <a:lnTo>
                  <a:pt x="133350" y="1095375"/>
                </a:lnTo>
                <a:lnTo>
                  <a:pt x="123825" y="1095375"/>
                </a:lnTo>
                <a:close/>
                <a:moveTo>
                  <a:pt x="152400" y="1085850"/>
                </a:moveTo>
                <a:lnTo>
                  <a:pt x="161925" y="1085850"/>
                </a:lnTo>
                <a:lnTo>
                  <a:pt x="161925" y="1104900"/>
                </a:lnTo>
                <a:lnTo>
                  <a:pt x="152400" y="1104900"/>
                </a:lnTo>
                <a:close/>
                <a:moveTo>
                  <a:pt x="133350" y="1095375"/>
                </a:moveTo>
                <a:lnTo>
                  <a:pt x="142875" y="1095375"/>
                </a:lnTo>
                <a:lnTo>
                  <a:pt x="142875" y="1104900"/>
                </a:lnTo>
                <a:lnTo>
                  <a:pt x="152400" y="1104900"/>
                </a:lnTo>
                <a:lnTo>
                  <a:pt x="152400" y="1133475"/>
                </a:lnTo>
                <a:lnTo>
                  <a:pt x="142875" y="1133475"/>
                </a:lnTo>
                <a:lnTo>
                  <a:pt x="142875" y="1162050"/>
                </a:lnTo>
                <a:lnTo>
                  <a:pt x="133350" y="1162050"/>
                </a:lnTo>
                <a:close/>
                <a:moveTo>
                  <a:pt x="180975" y="1104900"/>
                </a:moveTo>
                <a:lnTo>
                  <a:pt x="190500" y="1104900"/>
                </a:lnTo>
                <a:lnTo>
                  <a:pt x="190500" y="1133475"/>
                </a:lnTo>
                <a:lnTo>
                  <a:pt x="180975" y="1133475"/>
                </a:lnTo>
                <a:close/>
                <a:moveTo>
                  <a:pt x="371475" y="1104900"/>
                </a:moveTo>
                <a:lnTo>
                  <a:pt x="381000" y="1104900"/>
                </a:lnTo>
                <a:lnTo>
                  <a:pt x="381000" y="1123950"/>
                </a:lnTo>
                <a:lnTo>
                  <a:pt x="371475" y="1123950"/>
                </a:lnTo>
                <a:close/>
                <a:moveTo>
                  <a:pt x="409575" y="1104900"/>
                </a:moveTo>
                <a:lnTo>
                  <a:pt x="447675" y="1104900"/>
                </a:lnTo>
                <a:lnTo>
                  <a:pt x="447675" y="1123950"/>
                </a:lnTo>
                <a:lnTo>
                  <a:pt x="409575" y="1123950"/>
                </a:lnTo>
                <a:close/>
                <a:moveTo>
                  <a:pt x="504825" y="1104900"/>
                </a:moveTo>
                <a:lnTo>
                  <a:pt x="619125" y="1104900"/>
                </a:lnTo>
                <a:lnTo>
                  <a:pt x="619125" y="1123950"/>
                </a:lnTo>
                <a:lnTo>
                  <a:pt x="504825" y="1123950"/>
                </a:lnTo>
                <a:close/>
                <a:moveTo>
                  <a:pt x="628650" y="1104900"/>
                </a:moveTo>
                <a:lnTo>
                  <a:pt x="638175" y="1104900"/>
                </a:lnTo>
                <a:lnTo>
                  <a:pt x="638175" y="1123950"/>
                </a:lnTo>
                <a:lnTo>
                  <a:pt x="628650" y="1123950"/>
                </a:lnTo>
                <a:close/>
                <a:moveTo>
                  <a:pt x="647700" y="1104900"/>
                </a:moveTo>
                <a:lnTo>
                  <a:pt x="676275" y="1104900"/>
                </a:lnTo>
                <a:lnTo>
                  <a:pt x="676275" y="1123950"/>
                </a:lnTo>
                <a:lnTo>
                  <a:pt x="647700" y="1123950"/>
                </a:lnTo>
                <a:close/>
                <a:moveTo>
                  <a:pt x="714375" y="1104900"/>
                </a:moveTo>
                <a:lnTo>
                  <a:pt x="733425" y="1104900"/>
                </a:lnTo>
                <a:lnTo>
                  <a:pt x="733425" y="1123950"/>
                </a:lnTo>
                <a:lnTo>
                  <a:pt x="714375" y="1123950"/>
                </a:lnTo>
                <a:close/>
                <a:moveTo>
                  <a:pt x="1219200" y="1104900"/>
                </a:moveTo>
                <a:lnTo>
                  <a:pt x="1266825" y="1104900"/>
                </a:lnTo>
                <a:lnTo>
                  <a:pt x="1266825" y="1123950"/>
                </a:lnTo>
                <a:lnTo>
                  <a:pt x="1219200" y="1123950"/>
                </a:lnTo>
                <a:close/>
                <a:moveTo>
                  <a:pt x="1314450" y="1104900"/>
                </a:moveTo>
                <a:lnTo>
                  <a:pt x="1381125" y="1104900"/>
                </a:lnTo>
                <a:lnTo>
                  <a:pt x="1381125" y="1123950"/>
                </a:lnTo>
                <a:lnTo>
                  <a:pt x="1314450" y="1123950"/>
                </a:lnTo>
                <a:close/>
                <a:moveTo>
                  <a:pt x="1400175" y="1104900"/>
                </a:moveTo>
                <a:lnTo>
                  <a:pt x="1438275" y="1104900"/>
                </a:lnTo>
                <a:lnTo>
                  <a:pt x="1438275" y="1123950"/>
                </a:lnTo>
                <a:lnTo>
                  <a:pt x="1400175" y="1123950"/>
                </a:lnTo>
                <a:close/>
                <a:moveTo>
                  <a:pt x="1466850" y="1104900"/>
                </a:moveTo>
                <a:lnTo>
                  <a:pt x="1514475" y="1104900"/>
                </a:lnTo>
                <a:lnTo>
                  <a:pt x="1514475" y="1123950"/>
                </a:lnTo>
                <a:lnTo>
                  <a:pt x="1466850" y="1123950"/>
                </a:lnTo>
                <a:close/>
                <a:moveTo>
                  <a:pt x="1552575" y="1104900"/>
                </a:moveTo>
                <a:lnTo>
                  <a:pt x="1571625" y="1104900"/>
                </a:lnTo>
                <a:lnTo>
                  <a:pt x="1571625" y="1123950"/>
                </a:lnTo>
                <a:lnTo>
                  <a:pt x="1552575" y="1123950"/>
                </a:lnTo>
                <a:close/>
                <a:moveTo>
                  <a:pt x="219075" y="1114425"/>
                </a:moveTo>
                <a:lnTo>
                  <a:pt x="228600" y="1114425"/>
                </a:lnTo>
                <a:lnTo>
                  <a:pt x="228600" y="1123950"/>
                </a:lnTo>
                <a:lnTo>
                  <a:pt x="219075" y="1123950"/>
                </a:lnTo>
                <a:close/>
                <a:moveTo>
                  <a:pt x="1171575" y="1114425"/>
                </a:moveTo>
                <a:lnTo>
                  <a:pt x="1181100" y="1114425"/>
                </a:lnTo>
                <a:lnTo>
                  <a:pt x="1181100" y="1123950"/>
                </a:lnTo>
                <a:lnTo>
                  <a:pt x="1171575" y="1123950"/>
                </a:lnTo>
                <a:close/>
                <a:moveTo>
                  <a:pt x="180975" y="1152525"/>
                </a:moveTo>
                <a:lnTo>
                  <a:pt x="190500" y="1152525"/>
                </a:lnTo>
                <a:lnTo>
                  <a:pt x="190500" y="1162050"/>
                </a:lnTo>
                <a:lnTo>
                  <a:pt x="200025" y="1162050"/>
                </a:lnTo>
                <a:lnTo>
                  <a:pt x="200025" y="1152525"/>
                </a:lnTo>
                <a:lnTo>
                  <a:pt x="219075" y="1152525"/>
                </a:lnTo>
                <a:lnTo>
                  <a:pt x="219075" y="1162050"/>
                </a:lnTo>
                <a:lnTo>
                  <a:pt x="247650" y="1162050"/>
                </a:lnTo>
                <a:lnTo>
                  <a:pt x="247650" y="1171575"/>
                </a:lnTo>
                <a:lnTo>
                  <a:pt x="257175" y="1171575"/>
                </a:lnTo>
                <a:lnTo>
                  <a:pt x="257175" y="1181100"/>
                </a:lnTo>
                <a:lnTo>
                  <a:pt x="238125" y="1181100"/>
                </a:lnTo>
                <a:lnTo>
                  <a:pt x="238125" y="1190625"/>
                </a:lnTo>
                <a:lnTo>
                  <a:pt x="228600" y="1190625"/>
                </a:lnTo>
                <a:lnTo>
                  <a:pt x="228600" y="1200150"/>
                </a:lnTo>
                <a:lnTo>
                  <a:pt x="209550" y="1200150"/>
                </a:lnTo>
                <a:lnTo>
                  <a:pt x="209550" y="1209675"/>
                </a:lnTo>
                <a:lnTo>
                  <a:pt x="190500" y="1209675"/>
                </a:lnTo>
                <a:lnTo>
                  <a:pt x="190500" y="1219200"/>
                </a:lnTo>
                <a:lnTo>
                  <a:pt x="180975" y="1219200"/>
                </a:lnTo>
                <a:close/>
                <a:moveTo>
                  <a:pt x="1609725" y="1152525"/>
                </a:moveTo>
                <a:lnTo>
                  <a:pt x="1628775" y="1152525"/>
                </a:lnTo>
                <a:lnTo>
                  <a:pt x="1628775" y="1190625"/>
                </a:lnTo>
                <a:lnTo>
                  <a:pt x="1619250" y="1190625"/>
                </a:lnTo>
                <a:lnTo>
                  <a:pt x="1619250" y="1181100"/>
                </a:lnTo>
                <a:lnTo>
                  <a:pt x="1590675" y="1181100"/>
                </a:lnTo>
                <a:lnTo>
                  <a:pt x="1590675" y="1162050"/>
                </a:lnTo>
                <a:lnTo>
                  <a:pt x="1600200" y="1162050"/>
                </a:lnTo>
                <a:lnTo>
                  <a:pt x="1600200" y="1171575"/>
                </a:lnTo>
                <a:lnTo>
                  <a:pt x="1609725" y="1171575"/>
                </a:lnTo>
                <a:close/>
                <a:moveTo>
                  <a:pt x="1400175" y="1162050"/>
                </a:moveTo>
                <a:lnTo>
                  <a:pt x="1419225" y="1162050"/>
                </a:lnTo>
                <a:lnTo>
                  <a:pt x="1419225" y="1171575"/>
                </a:lnTo>
                <a:lnTo>
                  <a:pt x="1400175" y="1171575"/>
                </a:lnTo>
                <a:close/>
                <a:moveTo>
                  <a:pt x="1562100" y="1162050"/>
                </a:moveTo>
                <a:lnTo>
                  <a:pt x="1581150" y="1162050"/>
                </a:lnTo>
                <a:lnTo>
                  <a:pt x="1581150" y="1171575"/>
                </a:lnTo>
                <a:lnTo>
                  <a:pt x="1562100" y="1171575"/>
                </a:lnTo>
                <a:close/>
                <a:moveTo>
                  <a:pt x="295275" y="1171575"/>
                </a:moveTo>
                <a:lnTo>
                  <a:pt x="304800" y="1171575"/>
                </a:lnTo>
                <a:lnTo>
                  <a:pt x="304800" y="1181100"/>
                </a:lnTo>
                <a:lnTo>
                  <a:pt x="295275" y="1181100"/>
                </a:lnTo>
                <a:close/>
                <a:moveTo>
                  <a:pt x="457200" y="1171575"/>
                </a:moveTo>
                <a:lnTo>
                  <a:pt x="485775" y="1171575"/>
                </a:lnTo>
                <a:lnTo>
                  <a:pt x="485775" y="1181100"/>
                </a:lnTo>
                <a:lnTo>
                  <a:pt x="457200" y="1181100"/>
                </a:lnTo>
                <a:close/>
                <a:moveTo>
                  <a:pt x="514350" y="1171575"/>
                </a:moveTo>
                <a:lnTo>
                  <a:pt x="552450" y="1171575"/>
                </a:lnTo>
                <a:lnTo>
                  <a:pt x="552450" y="1181100"/>
                </a:lnTo>
                <a:lnTo>
                  <a:pt x="514350" y="1181100"/>
                </a:lnTo>
                <a:close/>
                <a:moveTo>
                  <a:pt x="571500" y="1171575"/>
                </a:moveTo>
                <a:lnTo>
                  <a:pt x="590550" y="1171575"/>
                </a:lnTo>
                <a:lnTo>
                  <a:pt x="590550" y="1181100"/>
                </a:lnTo>
                <a:lnTo>
                  <a:pt x="571500" y="1181100"/>
                </a:lnTo>
                <a:close/>
                <a:moveTo>
                  <a:pt x="619125" y="1171575"/>
                </a:moveTo>
                <a:lnTo>
                  <a:pt x="628650" y="1171575"/>
                </a:lnTo>
                <a:lnTo>
                  <a:pt x="628650" y="1181100"/>
                </a:lnTo>
                <a:lnTo>
                  <a:pt x="619125" y="1181100"/>
                </a:lnTo>
                <a:close/>
                <a:moveTo>
                  <a:pt x="685800" y="1171575"/>
                </a:moveTo>
                <a:lnTo>
                  <a:pt x="733425" y="1171575"/>
                </a:lnTo>
                <a:lnTo>
                  <a:pt x="733425" y="1181100"/>
                </a:lnTo>
                <a:lnTo>
                  <a:pt x="685800" y="1181100"/>
                </a:lnTo>
                <a:close/>
                <a:moveTo>
                  <a:pt x="781050" y="1171575"/>
                </a:moveTo>
                <a:lnTo>
                  <a:pt x="809625" y="1171575"/>
                </a:lnTo>
                <a:lnTo>
                  <a:pt x="809625" y="1181100"/>
                </a:lnTo>
                <a:lnTo>
                  <a:pt x="781050" y="1181100"/>
                </a:lnTo>
                <a:close/>
                <a:moveTo>
                  <a:pt x="828675" y="1171575"/>
                </a:moveTo>
                <a:lnTo>
                  <a:pt x="876300" y="1171575"/>
                </a:lnTo>
                <a:lnTo>
                  <a:pt x="876300" y="1181100"/>
                </a:lnTo>
                <a:lnTo>
                  <a:pt x="828675" y="1181100"/>
                </a:lnTo>
                <a:close/>
                <a:moveTo>
                  <a:pt x="914400" y="1171575"/>
                </a:moveTo>
                <a:lnTo>
                  <a:pt x="990600" y="1171575"/>
                </a:lnTo>
                <a:lnTo>
                  <a:pt x="990600" y="1181100"/>
                </a:lnTo>
                <a:lnTo>
                  <a:pt x="914400" y="1181100"/>
                </a:lnTo>
                <a:close/>
                <a:moveTo>
                  <a:pt x="1009650" y="1171575"/>
                </a:moveTo>
                <a:lnTo>
                  <a:pt x="1019175" y="1171575"/>
                </a:lnTo>
                <a:lnTo>
                  <a:pt x="1019175" y="1181100"/>
                </a:lnTo>
                <a:lnTo>
                  <a:pt x="1009650" y="1181100"/>
                </a:lnTo>
                <a:close/>
                <a:moveTo>
                  <a:pt x="1047750" y="1171575"/>
                </a:moveTo>
                <a:lnTo>
                  <a:pt x="1066800" y="1171575"/>
                </a:lnTo>
                <a:lnTo>
                  <a:pt x="1066800" y="1181100"/>
                </a:lnTo>
                <a:lnTo>
                  <a:pt x="1047750" y="1181100"/>
                </a:lnTo>
                <a:close/>
                <a:moveTo>
                  <a:pt x="1085850" y="1171575"/>
                </a:moveTo>
                <a:lnTo>
                  <a:pt x="1104900" y="1171575"/>
                </a:lnTo>
                <a:lnTo>
                  <a:pt x="1104900" y="1181100"/>
                </a:lnTo>
                <a:lnTo>
                  <a:pt x="1085850" y="1181100"/>
                </a:lnTo>
                <a:close/>
                <a:moveTo>
                  <a:pt x="1123950" y="1171575"/>
                </a:moveTo>
                <a:lnTo>
                  <a:pt x="1143000" y="1171575"/>
                </a:lnTo>
                <a:lnTo>
                  <a:pt x="1143000" y="1181100"/>
                </a:lnTo>
                <a:lnTo>
                  <a:pt x="1123950" y="1181100"/>
                </a:lnTo>
                <a:close/>
                <a:moveTo>
                  <a:pt x="1181100" y="1171575"/>
                </a:moveTo>
                <a:lnTo>
                  <a:pt x="1209675" y="1171575"/>
                </a:lnTo>
                <a:lnTo>
                  <a:pt x="1209675" y="1181100"/>
                </a:lnTo>
                <a:lnTo>
                  <a:pt x="1181100" y="1181100"/>
                </a:lnTo>
                <a:close/>
                <a:moveTo>
                  <a:pt x="1238250" y="1171575"/>
                </a:moveTo>
                <a:lnTo>
                  <a:pt x="1247775" y="1171575"/>
                </a:lnTo>
                <a:lnTo>
                  <a:pt x="1247775" y="1181100"/>
                </a:lnTo>
                <a:lnTo>
                  <a:pt x="1238250" y="1181100"/>
                </a:lnTo>
                <a:close/>
                <a:moveTo>
                  <a:pt x="1276350" y="1171575"/>
                </a:moveTo>
                <a:lnTo>
                  <a:pt x="1381125" y="1171575"/>
                </a:lnTo>
                <a:lnTo>
                  <a:pt x="1381125" y="1181100"/>
                </a:lnTo>
                <a:lnTo>
                  <a:pt x="1276350" y="1181100"/>
                </a:lnTo>
                <a:close/>
                <a:moveTo>
                  <a:pt x="1638300" y="1190625"/>
                </a:moveTo>
                <a:lnTo>
                  <a:pt x="1657350" y="1190625"/>
                </a:lnTo>
                <a:lnTo>
                  <a:pt x="1657350" y="1200150"/>
                </a:lnTo>
                <a:lnTo>
                  <a:pt x="1666875" y="1200150"/>
                </a:lnTo>
                <a:lnTo>
                  <a:pt x="1666875" y="1219200"/>
                </a:lnTo>
                <a:lnTo>
                  <a:pt x="1657350" y="1219200"/>
                </a:lnTo>
                <a:lnTo>
                  <a:pt x="1657350" y="1209675"/>
                </a:lnTo>
                <a:lnTo>
                  <a:pt x="1647825" y="1209675"/>
                </a:lnTo>
                <a:lnTo>
                  <a:pt x="1647825" y="1200150"/>
                </a:lnTo>
                <a:lnTo>
                  <a:pt x="1638300" y="1200150"/>
                </a:lnTo>
                <a:close/>
                <a:moveTo>
                  <a:pt x="133350" y="1238250"/>
                </a:moveTo>
                <a:lnTo>
                  <a:pt x="142875" y="1238250"/>
                </a:lnTo>
                <a:lnTo>
                  <a:pt x="142875" y="1257300"/>
                </a:lnTo>
                <a:lnTo>
                  <a:pt x="123825" y="1257300"/>
                </a:lnTo>
                <a:lnTo>
                  <a:pt x="123825" y="1247775"/>
                </a:lnTo>
                <a:lnTo>
                  <a:pt x="133350" y="1247775"/>
                </a:lnTo>
                <a:close/>
                <a:moveTo>
                  <a:pt x="152400" y="1257300"/>
                </a:moveTo>
                <a:lnTo>
                  <a:pt x="161925" y="1257300"/>
                </a:lnTo>
                <a:lnTo>
                  <a:pt x="161925" y="1266825"/>
                </a:lnTo>
                <a:lnTo>
                  <a:pt x="152400" y="1266825"/>
                </a:lnTo>
                <a:close/>
                <a:moveTo>
                  <a:pt x="161925" y="1266825"/>
                </a:moveTo>
                <a:lnTo>
                  <a:pt x="171450" y="1266825"/>
                </a:lnTo>
                <a:lnTo>
                  <a:pt x="171450" y="1276350"/>
                </a:lnTo>
                <a:lnTo>
                  <a:pt x="161925" y="1276350"/>
                </a:lnTo>
                <a:close/>
                <a:moveTo>
                  <a:pt x="1724025" y="1266825"/>
                </a:moveTo>
                <a:lnTo>
                  <a:pt x="1733550" y="1266825"/>
                </a:lnTo>
                <a:lnTo>
                  <a:pt x="1733550" y="1295400"/>
                </a:lnTo>
                <a:lnTo>
                  <a:pt x="1724025" y="1295400"/>
                </a:lnTo>
                <a:lnTo>
                  <a:pt x="1724025" y="1352550"/>
                </a:lnTo>
                <a:lnTo>
                  <a:pt x="1733550" y="1352550"/>
                </a:lnTo>
                <a:lnTo>
                  <a:pt x="1733550" y="1419225"/>
                </a:lnTo>
                <a:lnTo>
                  <a:pt x="1724025" y="1419225"/>
                </a:lnTo>
                <a:lnTo>
                  <a:pt x="1724025" y="1409700"/>
                </a:lnTo>
                <a:lnTo>
                  <a:pt x="1704975" y="1409700"/>
                </a:lnTo>
                <a:lnTo>
                  <a:pt x="1704975" y="1419225"/>
                </a:lnTo>
                <a:lnTo>
                  <a:pt x="1695450" y="1419225"/>
                </a:lnTo>
                <a:lnTo>
                  <a:pt x="1695450" y="1333500"/>
                </a:lnTo>
                <a:lnTo>
                  <a:pt x="1704975" y="1333500"/>
                </a:lnTo>
                <a:lnTo>
                  <a:pt x="1704975" y="1314450"/>
                </a:lnTo>
                <a:lnTo>
                  <a:pt x="1695450" y="1314450"/>
                </a:lnTo>
                <a:lnTo>
                  <a:pt x="1695450" y="1295400"/>
                </a:lnTo>
                <a:lnTo>
                  <a:pt x="1704975" y="1295400"/>
                </a:lnTo>
                <a:lnTo>
                  <a:pt x="1704975" y="1285875"/>
                </a:lnTo>
                <a:lnTo>
                  <a:pt x="1724025" y="1285875"/>
                </a:lnTo>
                <a:close/>
                <a:moveTo>
                  <a:pt x="123825" y="1371600"/>
                </a:moveTo>
                <a:lnTo>
                  <a:pt x="133350" y="1371600"/>
                </a:lnTo>
                <a:lnTo>
                  <a:pt x="133350" y="1381125"/>
                </a:lnTo>
                <a:lnTo>
                  <a:pt x="142875" y="1381125"/>
                </a:lnTo>
                <a:lnTo>
                  <a:pt x="142875" y="1390650"/>
                </a:lnTo>
                <a:lnTo>
                  <a:pt x="171450" y="1390650"/>
                </a:lnTo>
                <a:lnTo>
                  <a:pt x="171450" y="1409700"/>
                </a:lnTo>
                <a:lnTo>
                  <a:pt x="142875" y="1409700"/>
                </a:lnTo>
                <a:lnTo>
                  <a:pt x="142875" y="1400175"/>
                </a:lnTo>
                <a:lnTo>
                  <a:pt x="123825" y="1400175"/>
                </a:lnTo>
                <a:close/>
                <a:moveTo>
                  <a:pt x="1695450" y="1447800"/>
                </a:moveTo>
                <a:lnTo>
                  <a:pt x="1704975" y="1447800"/>
                </a:lnTo>
                <a:lnTo>
                  <a:pt x="1704975" y="1457325"/>
                </a:lnTo>
                <a:lnTo>
                  <a:pt x="1724025" y="1457325"/>
                </a:lnTo>
                <a:lnTo>
                  <a:pt x="1724025" y="1447800"/>
                </a:lnTo>
                <a:lnTo>
                  <a:pt x="1733550" y="1447800"/>
                </a:lnTo>
                <a:lnTo>
                  <a:pt x="1733550" y="1552575"/>
                </a:lnTo>
                <a:lnTo>
                  <a:pt x="1704975" y="1552575"/>
                </a:lnTo>
                <a:lnTo>
                  <a:pt x="1704975" y="1562100"/>
                </a:lnTo>
                <a:lnTo>
                  <a:pt x="1695450" y="1562100"/>
                </a:lnTo>
                <a:close/>
                <a:moveTo>
                  <a:pt x="133350" y="1543050"/>
                </a:moveTo>
                <a:lnTo>
                  <a:pt x="161925" y="1543050"/>
                </a:lnTo>
                <a:lnTo>
                  <a:pt x="161925" y="1552575"/>
                </a:lnTo>
                <a:lnTo>
                  <a:pt x="171450" y="1552575"/>
                </a:lnTo>
                <a:lnTo>
                  <a:pt x="171450" y="1571625"/>
                </a:lnTo>
                <a:lnTo>
                  <a:pt x="161925" y="1571625"/>
                </a:lnTo>
                <a:lnTo>
                  <a:pt x="161925" y="1562100"/>
                </a:lnTo>
                <a:lnTo>
                  <a:pt x="133350" y="1562100"/>
                </a:lnTo>
                <a:close/>
                <a:moveTo>
                  <a:pt x="123825" y="1581150"/>
                </a:moveTo>
                <a:lnTo>
                  <a:pt x="133350" y="1581150"/>
                </a:lnTo>
                <a:lnTo>
                  <a:pt x="133350" y="1590675"/>
                </a:lnTo>
                <a:lnTo>
                  <a:pt x="123825" y="1590675"/>
                </a:lnTo>
                <a:close/>
                <a:moveTo>
                  <a:pt x="1724025" y="1628775"/>
                </a:moveTo>
                <a:lnTo>
                  <a:pt x="1733550" y="1628775"/>
                </a:lnTo>
                <a:lnTo>
                  <a:pt x="1733550" y="2085975"/>
                </a:lnTo>
                <a:lnTo>
                  <a:pt x="1724025" y="2085975"/>
                </a:lnTo>
                <a:lnTo>
                  <a:pt x="1724025" y="2028825"/>
                </a:lnTo>
                <a:lnTo>
                  <a:pt x="1714500" y="2028825"/>
                </a:lnTo>
                <a:lnTo>
                  <a:pt x="1714500" y="2038350"/>
                </a:lnTo>
                <a:lnTo>
                  <a:pt x="1704975" y="2038350"/>
                </a:lnTo>
                <a:lnTo>
                  <a:pt x="1704975" y="2009775"/>
                </a:lnTo>
                <a:lnTo>
                  <a:pt x="1724025" y="2009775"/>
                </a:lnTo>
                <a:lnTo>
                  <a:pt x="1724025" y="1828800"/>
                </a:lnTo>
                <a:lnTo>
                  <a:pt x="1704975" y="1828800"/>
                </a:lnTo>
                <a:lnTo>
                  <a:pt x="1704975" y="1752600"/>
                </a:lnTo>
                <a:lnTo>
                  <a:pt x="1714500" y="1752600"/>
                </a:lnTo>
                <a:lnTo>
                  <a:pt x="1714500" y="1762125"/>
                </a:lnTo>
                <a:lnTo>
                  <a:pt x="1724025" y="1762125"/>
                </a:lnTo>
                <a:lnTo>
                  <a:pt x="1724025" y="1704975"/>
                </a:lnTo>
                <a:lnTo>
                  <a:pt x="1704975" y="1704975"/>
                </a:lnTo>
                <a:lnTo>
                  <a:pt x="1704975" y="1666875"/>
                </a:lnTo>
                <a:lnTo>
                  <a:pt x="1695450" y="1666875"/>
                </a:lnTo>
                <a:lnTo>
                  <a:pt x="1695450" y="1647825"/>
                </a:lnTo>
                <a:lnTo>
                  <a:pt x="1724025" y="1647825"/>
                </a:lnTo>
                <a:close/>
                <a:moveTo>
                  <a:pt x="161925" y="1685925"/>
                </a:moveTo>
                <a:lnTo>
                  <a:pt x="171450" y="1685925"/>
                </a:lnTo>
                <a:lnTo>
                  <a:pt x="171450" y="1704975"/>
                </a:lnTo>
                <a:lnTo>
                  <a:pt x="161925" y="1704975"/>
                </a:lnTo>
                <a:close/>
                <a:moveTo>
                  <a:pt x="123825" y="1714500"/>
                </a:moveTo>
                <a:lnTo>
                  <a:pt x="133350" y="1714500"/>
                </a:lnTo>
                <a:lnTo>
                  <a:pt x="133350" y="1724025"/>
                </a:lnTo>
                <a:lnTo>
                  <a:pt x="123825" y="1724025"/>
                </a:lnTo>
                <a:close/>
                <a:moveTo>
                  <a:pt x="152400" y="1714500"/>
                </a:moveTo>
                <a:lnTo>
                  <a:pt x="161925" y="1714500"/>
                </a:lnTo>
                <a:lnTo>
                  <a:pt x="161925" y="1724025"/>
                </a:lnTo>
                <a:lnTo>
                  <a:pt x="152400" y="1724025"/>
                </a:lnTo>
                <a:close/>
                <a:moveTo>
                  <a:pt x="133350" y="1724025"/>
                </a:moveTo>
                <a:lnTo>
                  <a:pt x="152400" y="1724025"/>
                </a:lnTo>
                <a:lnTo>
                  <a:pt x="152400" y="1752600"/>
                </a:lnTo>
                <a:lnTo>
                  <a:pt x="142875" y="1752600"/>
                </a:lnTo>
                <a:lnTo>
                  <a:pt x="142875" y="1762125"/>
                </a:lnTo>
                <a:lnTo>
                  <a:pt x="152400" y="1762125"/>
                </a:lnTo>
                <a:lnTo>
                  <a:pt x="152400" y="1847850"/>
                </a:lnTo>
                <a:lnTo>
                  <a:pt x="142875" y="1847850"/>
                </a:lnTo>
                <a:lnTo>
                  <a:pt x="142875" y="1857375"/>
                </a:lnTo>
                <a:lnTo>
                  <a:pt x="123825" y="1857375"/>
                </a:lnTo>
                <a:lnTo>
                  <a:pt x="123825" y="1847850"/>
                </a:lnTo>
                <a:lnTo>
                  <a:pt x="133350" y="1847850"/>
                </a:lnTo>
                <a:lnTo>
                  <a:pt x="133350" y="1828800"/>
                </a:lnTo>
                <a:lnTo>
                  <a:pt x="142875" y="1828800"/>
                </a:lnTo>
                <a:lnTo>
                  <a:pt x="142875" y="1819275"/>
                </a:lnTo>
                <a:lnTo>
                  <a:pt x="133350" y="1819275"/>
                </a:lnTo>
                <a:lnTo>
                  <a:pt x="133350" y="1800225"/>
                </a:lnTo>
                <a:lnTo>
                  <a:pt x="142875" y="1800225"/>
                </a:lnTo>
                <a:lnTo>
                  <a:pt x="142875" y="1781175"/>
                </a:lnTo>
                <a:lnTo>
                  <a:pt x="133350" y="1781175"/>
                </a:lnTo>
                <a:close/>
                <a:moveTo>
                  <a:pt x="1647825" y="1752600"/>
                </a:moveTo>
                <a:lnTo>
                  <a:pt x="1657350" y="1752600"/>
                </a:lnTo>
                <a:lnTo>
                  <a:pt x="1657350" y="1762125"/>
                </a:lnTo>
                <a:lnTo>
                  <a:pt x="1647825" y="1762125"/>
                </a:lnTo>
                <a:close/>
                <a:moveTo>
                  <a:pt x="219075" y="1762125"/>
                </a:moveTo>
                <a:lnTo>
                  <a:pt x="228600" y="1762125"/>
                </a:lnTo>
                <a:lnTo>
                  <a:pt x="228600" y="1771650"/>
                </a:lnTo>
                <a:lnTo>
                  <a:pt x="219075" y="1771650"/>
                </a:lnTo>
                <a:close/>
                <a:moveTo>
                  <a:pt x="200025" y="1771650"/>
                </a:moveTo>
                <a:lnTo>
                  <a:pt x="209550" y="1771650"/>
                </a:lnTo>
                <a:lnTo>
                  <a:pt x="209550" y="1781175"/>
                </a:lnTo>
                <a:lnTo>
                  <a:pt x="200025" y="1781175"/>
                </a:lnTo>
                <a:close/>
                <a:moveTo>
                  <a:pt x="209550" y="1781175"/>
                </a:moveTo>
                <a:lnTo>
                  <a:pt x="266700" y="1781175"/>
                </a:lnTo>
                <a:lnTo>
                  <a:pt x="266700" y="1790700"/>
                </a:lnTo>
                <a:lnTo>
                  <a:pt x="247650" y="1790700"/>
                </a:lnTo>
                <a:lnTo>
                  <a:pt x="247650" y="1800225"/>
                </a:lnTo>
                <a:lnTo>
                  <a:pt x="209550" y="1800225"/>
                </a:lnTo>
                <a:close/>
                <a:moveTo>
                  <a:pt x="504825" y="1790700"/>
                </a:moveTo>
                <a:lnTo>
                  <a:pt x="561975" y="1790700"/>
                </a:lnTo>
                <a:lnTo>
                  <a:pt x="561975" y="1800225"/>
                </a:lnTo>
                <a:lnTo>
                  <a:pt x="504825" y="1800225"/>
                </a:lnTo>
                <a:close/>
                <a:moveTo>
                  <a:pt x="647700" y="1790700"/>
                </a:moveTo>
                <a:lnTo>
                  <a:pt x="666750" y="1790700"/>
                </a:lnTo>
                <a:lnTo>
                  <a:pt x="666750" y="1800225"/>
                </a:lnTo>
                <a:lnTo>
                  <a:pt x="647700" y="1800225"/>
                </a:lnTo>
                <a:close/>
                <a:moveTo>
                  <a:pt x="514350" y="1809750"/>
                </a:moveTo>
                <a:lnTo>
                  <a:pt x="552450" y="1809750"/>
                </a:lnTo>
                <a:lnTo>
                  <a:pt x="552450" y="1819275"/>
                </a:lnTo>
                <a:lnTo>
                  <a:pt x="514350" y="1819275"/>
                </a:lnTo>
                <a:close/>
                <a:moveTo>
                  <a:pt x="1714500" y="1809750"/>
                </a:moveTo>
                <a:lnTo>
                  <a:pt x="1724025" y="1809750"/>
                </a:lnTo>
                <a:lnTo>
                  <a:pt x="1724025" y="1781175"/>
                </a:lnTo>
                <a:lnTo>
                  <a:pt x="1714500" y="1781175"/>
                </a:lnTo>
                <a:close/>
                <a:moveTo>
                  <a:pt x="180975" y="1828800"/>
                </a:moveTo>
                <a:lnTo>
                  <a:pt x="190500" y="1828800"/>
                </a:lnTo>
                <a:lnTo>
                  <a:pt x="190500" y="1838325"/>
                </a:lnTo>
                <a:lnTo>
                  <a:pt x="180975" y="1838325"/>
                </a:lnTo>
                <a:close/>
                <a:moveTo>
                  <a:pt x="152400" y="1847850"/>
                </a:moveTo>
                <a:lnTo>
                  <a:pt x="161925" y="1847850"/>
                </a:lnTo>
                <a:lnTo>
                  <a:pt x="161925" y="1866900"/>
                </a:lnTo>
                <a:lnTo>
                  <a:pt x="152400" y="1866900"/>
                </a:lnTo>
                <a:close/>
                <a:moveTo>
                  <a:pt x="466725" y="1857375"/>
                </a:moveTo>
                <a:lnTo>
                  <a:pt x="533400" y="1857375"/>
                </a:lnTo>
                <a:lnTo>
                  <a:pt x="533400" y="1866900"/>
                </a:lnTo>
                <a:lnTo>
                  <a:pt x="514350" y="1866900"/>
                </a:lnTo>
                <a:lnTo>
                  <a:pt x="514350" y="1876425"/>
                </a:lnTo>
                <a:lnTo>
                  <a:pt x="542925" y="1876425"/>
                </a:lnTo>
                <a:lnTo>
                  <a:pt x="542925" y="1857375"/>
                </a:lnTo>
                <a:lnTo>
                  <a:pt x="552450" y="1857375"/>
                </a:lnTo>
                <a:lnTo>
                  <a:pt x="552450" y="1866900"/>
                </a:lnTo>
                <a:lnTo>
                  <a:pt x="571500" y="1866900"/>
                </a:lnTo>
                <a:lnTo>
                  <a:pt x="571500" y="1876425"/>
                </a:lnTo>
                <a:lnTo>
                  <a:pt x="552450" y="1876425"/>
                </a:lnTo>
                <a:lnTo>
                  <a:pt x="552450" y="1885950"/>
                </a:lnTo>
                <a:lnTo>
                  <a:pt x="447675" y="1885950"/>
                </a:lnTo>
                <a:lnTo>
                  <a:pt x="447675" y="1876425"/>
                </a:lnTo>
                <a:lnTo>
                  <a:pt x="457200" y="1876425"/>
                </a:lnTo>
                <a:lnTo>
                  <a:pt x="457200" y="1866900"/>
                </a:lnTo>
                <a:lnTo>
                  <a:pt x="466725" y="1866900"/>
                </a:lnTo>
                <a:close/>
                <a:moveTo>
                  <a:pt x="419100" y="1866900"/>
                </a:moveTo>
                <a:lnTo>
                  <a:pt x="428625" y="1866900"/>
                </a:lnTo>
                <a:lnTo>
                  <a:pt x="428625" y="1885950"/>
                </a:lnTo>
                <a:lnTo>
                  <a:pt x="438150" y="1885950"/>
                </a:lnTo>
                <a:lnTo>
                  <a:pt x="438150" y="1895475"/>
                </a:lnTo>
                <a:lnTo>
                  <a:pt x="409575" y="1895475"/>
                </a:lnTo>
                <a:lnTo>
                  <a:pt x="409575" y="1876425"/>
                </a:lnTo>
                <a:lnTo>
                  <a:pt x="419100" y="1876425"/>
                </a:lnTo>
                <a:close/>
                <a:moveTo>
                  <a:pt x="581025" y="1876425"/>
                </a:moveTo>
                <a:lnTo>
                  <a:pt x="590550" y="1876425"/>
                </a:lnTo>
                <a:lnTo>
                  <a:pt x="590550" y="1885950"/>
                </a:lnTo>
                <a:lnTo>
                  <a:pt x="581025" y="1885950"/>
                </a:lnTo>
                <a:close/>
                <a:moveTo>
                  <a:pt x="676275" y="1885950"/>
                </a:moveTo>
                <a:lnTo>
                  <a:pt x="704850" y="1885950"/>
                </a:lnTo>
                <a:lnTo>
                  <a:pt x="704850" y="1895475"/>
                </a:lnTo>
                <a:lnTo>
                  <a:pt x="676275" y="1895475"/>
                </a:lnTo>
                <a:close/>
                <a:moveTo>
                  <a:pt x="1704975" y="1885950"/>
                </a:moveTo>
                <a:lnTo>
                  <a:pt x="1714500" y="1885950"/>
                </a:lnTo>
                <a:lnTo>
                  <a:pt x="1714500" y="1905000"/>
                </a:lnTo>
                <a:lnTo>
                  <a:pt x="1704975" y="1905000"/>
                </a:lnTo>
                <a:close/>
                <a:moveTo>
                  <a:pt x="342900" y="1895475"/>
                </a:moveTo>
                <a:lnTo>
                  <a:pt x="352425" y="1895475"/>
                </a:lnTo>
                <a:lnTo>
                  <a:pt x="352425" y="1905000"/>
                </a:lnTo>
                <a:lnTo>
                  <a:pt x="342900" y="1905000"/>
                </a:lnTo>
                <a:close/>
                <a:moveTo>
                  <a:pt x="352425" y="1914525"/>
                </a:moveTo>
                <a:lnTo>
                  <a:pt x="361950" y="1914525"/>
                </a:lnTo>
                <a:lnTo>
                  <a:pt x="361950" y="1924050"/>
                </a:lnTo>
                <a:lnTo>
                  <a:pt x="352425" y="1924050"/>
                </a:lnTo>
                <a:close/>
                <a:moveTo>
                  <a:pt x="409575" y="1914525"/>
                </a:moveTo>
                <a:lnTo>
                  <a:pt x="438150" y="1914525"/>
                </a:lnTo>
                <a:lnTo>
                  <a:pt x="438150" y="1924050"/>
                </a:lnTo>
                <a:lnTo>
                  <a:pt x="523875" y="1924050"/>
                </a:lnTo>
                <a:lnTo>
                  <a:pt x="523875" y="1933575"/>
                </a:lnTo>
                <a:lnTo>
                  <a:pt x="514350" y="1933575"/>
                </a:lnTo>
                <a:lnTo>
                  <a:pt x="514350" y="1943100"/>
                </a:lnTo>
                <a:lnTo>
                  <a:pt x="523875" y="1943100"/>
                </a:lnTo>
                <a:lnTo>
                  <a:pt x="523875" y="1962150"/>
                </a:lnTo>
                <a:lnTo>
                  <a:pt x="485775" y="1962150"/>
                </a:lnTo>
                <a:lnTo>
                  <a:pt x="485775" y="1952625"/>
                </a:lnTo>
                <a:lnTo>
                  <a:pt x="438150" y="1952625"/>
                </a:lnTo>
                <a:lnTo>
                  <a:pt x="438150" y="1943100"/>
                </a:lnTo>
                <a:lnTo>
                  <a:pt x="400050" y="1943100"/>
                </a:lnTo>
                <a:lnTo>
                  <a:pt x="400050" y="1952625"/>
                </a:lnTo>
                <a:lnTo>
                  <a:pt x="390525" y="1952625"/>
                </a:lnTo>
                <a:lnTo>
                  <a:pt x="390525" y="1933575"/>
                </a:lnTo>
                <a:lnTo>
                  <a:pt x="381000" y="1933575"/>
                </a:lnTo>
                <a:lnTo>
                  <a:pt x="381000" y="1943100"/>
                </a:lnTo>
                <a:lnTo>
                  <a:pt x="371475" y="1943100"/>
                </a:lnTo>
                <a:lnTo>
                  <a:pt x="371475" y="1933575"/>
                </a:lnTo>
                <a:lnTo>
                  <a:pt x="361950" y="1933575"/>
                </a:lnTo>
                <a:lnTo>
                  <a:pt x="361950" y="1924050"/>
                </a:lnTo>
                <a:lnTo>
                  <a:pt x="409575" y="1924050"/>
                </a:lnTo>
                <a:close/>
                <a:moveTo>
                  <a:pt x="171450" y="1924050"/>
                </a:moveTo>
                <a:lnTo>
                  <a:pt x="180975" y="1924050"/>
                </a:lnTo>
                <a:lnTo>
                  <a:pt x="180975" y="1933575"/>
                </a:lnTo>
                <a:lnTo>
                  <a:pt x="171450" y="1933575"/>
                </a:lnTo>
                <a:close/>
                <a:moveTo>
                  <a:pt x="409575" y="1933575"/>
                </a:moveTo>
                <a:lnTo>
                  <a:pt x="428625" y="1933575"/>
                </a:lnTo>
                <a:lnTo>
                  <a:pt x="428625" y="1924050"/>
                </a:lnTo>
                <a:lnTo>
                  <a:pt x="409575" y="1924050"/>
                </a:lnTo>
                <a:close/>
                <a:moveTo>
                  <a:pt x="533400" y="1933575"/>
                </a:moveTo>
                <a:lnTo>
                  <a:pt x="542925" y="1933575"/>
                </a:lnTo>
                <a:lnTo>
                  <a:pt x="542925" y="1943100"/>
                </a:lnTo>
                <a:lnTo>
                  <a:pt x="533400" y="1943100"/>
                </a:lnTo>
                <a:close/>
                <a:moveTo>
                  <a:pt x="161925" y="1952625"/>
                </a:moveTo>
                <a:lnTo>
                  <a:pt x="180975" y="1952625"/>
                </a:lnTo>
                <a:lnTo>
                  <a:pt x="180975" y="2000250"/>
                </a:lnTo>
                <a:lnTo>
                  <a:pt x="161925" y="2000250"/>
                </a:lnTo>
                <a:close/>
                <a:moveTo>
                  <a:pt x="228600" y="2009775"/>
                </a:moveTo>
                <a:lnTo>
                  <a:pt x="247650" y="2009775"/>
                </a:lnTo>
                <a:lnTo>
                  <a:pt x="247650" y="2019300"/>
                </a:lnTo>
                <a:lnTo>
                  <a:pt x="295275" y="2019300"/>
                </a:lnTo>
                <a:lnTo>
                  <a:pt x="295275" y="2028825"/>
                </a:lnTo>
                <a:lnTo>
                  <a:pt x="323850" y="2028825"/>
                </a:lnTo>
                <a:lnTo>
                  <a:pt x="323850" y="2019300"/>
                </a:lnTo>
                <a:lnTo>
                  <a:pt x="409575" y="2019300"/>
                </a:lnTo>
                <a:lnTo>
                  <a:pt x="409575" y="2028825"/>
                </a:lnTo>
                <a:lnTo>
                  <a:pt x="400050" y="2028825"/>
                </a:lnTo>
                <a:lnTo>
                  <a:pt x="400050" y="2038350"/>
                </a:lnTo>
                <a:lnTo>
                  <a:pt x="381000" y="2038350"/>
                </a:lnTo>
                <a:lnTo>
                  <a:pt x="381000" y="2047875"/>
                </a:lnTo>
                <a:lnTo>
                  <a:pt x="371475" y="2047875"/>
                </a:lnTo>
                <a:lnTo>
                  <a:pt x="371475" y="2057400"/>
                </a:lnTo>
                <a:lnTo>
                  <a:pt x="361950" y="2057400"/>
                </a:lnTo>
                <a:lnTo>
                  <a:pt x="361950" y="2095500"/>
                </a:lnTo>
                <a:lnTo>
                  <a:pt x="342900" y="2095500"/>
                </a:lnTo>
                <a:lnTo>
                  <a:pt x="342900" y="2105025"/>
                </a:lnTo>
                <a:lnTo>
                  <a:pt x="333375" y="2105025"/>
                </a:lnTo>
                <a:lnTo>
                  <a:pt x="333375" y="2095500"/>
                </a:lnTo>
                <a:lnTo>
                  <a:pt x="323850" y="2095500"/>
                </a:lnTo>
                <a:lnTo>
                  <a:pt x="323850" y="2057400"/>
                </a:lnTo>
                <a:lnTo>
                  <a:pt x="314325" y="2057400"/>
                </a:lnTo>
                <a:lnTo>
                  <a:pt x="314325" y="2047875"/>
                </a:lnTo>
                <a:lnTo>
                  <a:pt x="304800" y="2047875"/>
                </a:lnTo>
                <a:lnTo>
                  <a:pt x="304800" y="2038350"/>
                </a:lnTo>
                <a:lnTo>
                  <a:pt x="276225" y="2038350"/>
                </a:lnTo>
                <a:lnTo>
                  <a:pt x="276225" y="2028825"/>
                </a:lnTo>
                <a:lnTo>
                  <a:pt x="257175" y="2028825"/>
                </a:lnTo>
                <a:lnTo>
                  <a:pt x="257175" y="2038350"/>
                </a:lnTo>
                <a:lnTo>
                  <a:pt x="180975" y="2038350"/>
                </a:lnTo>
                <a:lnTo>
                  <a:pt x="180975" y="2028825"/>
                </a:lnTo>
                <a:lnTo>
                  <a:pt x="209550" y="2028825"/>
                </a:lnTo>
                <a:lnTo>
                  <a:pt x="209550" y="2019300"/>
                </a:lnTo>
                <a:lnTo>
                  <a:pt x="228600" y="2019300"/>
                </a:lnTo>
                <a:close/>
                <a:moveTo>
                  <a:pt x="381000" y="2047875"/>
                </a:moveTo>
                <a:lnTo>
                  <a:pt x="400050" y="2047875"/>
                </a:lnTo>
                <a:lnTo>
                  <a:pt x="400050" y="2057400"/>
                </a:lnTo>
                <a:lnTo>
                  <a:pt x="381000" y="2057400"/>
                </a:lnTo>
                <a:close/>
                <a:moveTo>
                  <a:pt x="885825" y="2057400"/>
                </a:moveTo>
                <a:lnTo>
                  <a:pt x="895350" y="2057400"/>
                </a:lnTo>
                <a:lnTo>
                  <a:pt x="895350" y="2066925"/>
                </a:lnTo>
                <a:lnTo>
                  <a:pt x="885825" y="2066925"/>
                </a:lnTo>
                <a:close/>
                <a:moveTo>
                  <a:pt x="895350" y="2066925"/>
                </a:moveTo>
                <a:lnTo>
                  <a:pt x="904875" y="2066925"/>
                </a:lnTo>
                <a:lnTo>
                  <a:pt x="904875" y="2076450"/>
                </a:lnTo>
                <a:lnTo>
                  <a:pt x="914400" y="2076450"/>
                </a:lnTo>
                <a:lnTo>
                  <a:pt x="914400" y="2085975"/>
                </a:lnTo>
                <a:lnTo>
                  <a:pt x="923925" y="2085975"/>
                </a:lnTo>
                <a:lnTo>
                  <a:pt x="923925" y="2066925"/>
                </a:lnTo>
                <a:lnTo>
                  <a:pt x="942975" y="2066925"/>
                </a:lnTo>
                <a:lnTo>
                  <a:pt x="942975" y="2076450"/>
                </a:lnTo>
                <a:lnTo>
                  <a:pt x="952500" y="2076450"/>
                </a:lnTo>
                <a:lnTo>
                  <a:pt x="952500" y="2085975"/>
                </a:lnTo>
                <a:lnTo>
                  <a:pt x="962025" y="2085975"/>
                </a:lnTo>
                <a:lnTo>
                  <a:pt x="962025" y="2105025"/>
                </a:lnTo>
                <a:lnTo>
                  <a:pt x="952500" y="2105025"/>
                </a:lnTo>
                <a:lnTo>
                  <a:pt x="952500" y="2114550"/>
                </a:lnTo>
                <a:lnTo>
                  <a:pt x="914400" y="2114550"/>
                </a:lnTo>
                <a:lnTo>
                  <a:pt x="914400" y="2124075"/>
                </a:lnTo>
                <a:lnTo>
                  <a:pt x="923925" y="2124075"/>
                </a:lnTo>
                <a:lnTo>
                  <a:pt x="923925" y="2133600"/>
                </a:lnTo>
                <a:lnTo>
                  <a:pt x="876300" y="2133600"/>
                </a:lnTo>
                <a:lnTo>
                  <a:pt x="876300" y="2124075"/>
                </a:lnTo>
                <a:lnTo>
                  <a:pt x="857250" y="2124075"/>
                </a:lnTo>
                <a:lnTo>
                  <a:pt x="857250" y="2133600"/>
                </a:lnTo>
                <a:lnTo>
                  <a:pt x="695325" y="2133600"/>
                </a:lnTo>
                <a:lnTo>
                  <a:pt x="695325" y="2124075"/>
                </a:lnTo>
                <a:lnTo>
                  <a:pt x="723900" y="2124075"/>
                </a:lnTo>
                <a:lnTo>
                  <a:pt x="723900" y="2114550"/>
                </a:lnTo>
                <a:lnTo>
                  <a:pt x="733425" y="2114550"/>
                </a:lnTo>
                <a:lnTo>
                  <a:pt x="733425" y="2105025"/>
                </a:lnTo>
                <a:lnTo>
                  <a:pt x="876300" y="2105025"/>
                </a:lnTo>
                <a:lnTo>
                  <a:pt x="876300" y="2124075"/>
                </a:lnTo>
                <a:lnTo>
                  <a:pt x="885825" y="2124075"/>
                </a:lnTo>
                <a:lnTo>
                  <a:pt x="885825" y="2105025"/>
                </a:lnTo>
                <a:lnTo>
                  <a:pt x="904875" y="2105025"/>
                </a:lnTo>
                <a:lnTo>
                  <a:pt x="904875" y="2095500"/>
                </a:lnTo>
                <a:lnTo>
                  <a:pt x="895350" y="2095500"/>
                </a:lnTo>
                <a:close/>
                <a:moveTo>
                  <a:pt x="1581150" y="2066925"/>
                </a:moveTo>
                <a:lnTo>
                  <a:pt x="1619250" y="2066925"/>
                </a:lnTo>
                <a:lnTo>
                  <a:pt x="1619250" y="2076450"/>
                </a:lnTo>
                <a:lnTo>
                  <a:pt x="1666875" y="2076450"/>
                </a:lnTo>
                <a:lnTo>
                  <a:pt x="1666875" y="2085975"/>
                </a:lnTo>
                <a:lnTo>
                  <a:pt x="1619250" y="2085975"/>
                </a:lnTo>
                <a:lnTo>
                  <a:pt x="1619250" y="2095500"/>
                </a:lnTo>
                <a:lnTo>
                  <a:pt x="1590675" y="2095500"/>
                </a:lnTo>
                <a:lnTo>
                  <a:pt x="1590675" y="2085975"/>
                </a:lnTo>
                <a:lnTo>
                  <a:pt x="1533525" y="2085975"/>
                </a:lnTo>
                <a:lnTo>
                  <a:pt x="1533525" y="2076450"/>
                </a:lnTo>
                <a:lnTo>
                  <a:pt x="1581150" y="2076450"/>
                </a:lnTo>
                <a:close/>
                <a:moveTo>
                  <a:pt x="342900" y="2076450"/>
                </a:moveTo>
                <a:lnTo>
                  <a:pt x="352425" y="2076450"/>
                </a:lnTo>
                <a:lnTo>
                  <a:pt x="352425" y="2066925"/>
                </a:lnTo>
                <a:lnTo>
                  <a:pt x="342900" y="2066925"/>
                </a:lnTo>
                <a:close/>
                <a:moveTo>
                  <a:pt x="1704975" y="2076450"/>
                </a:moveTo>
                <a:lnTo>
                  <a:pt x="1714500" y="2076450"/>
                </a:lnTo>
                <a:lnTo>
                  <a:pt x="1714500" y="2095500"/>
                </a:lnTo>
                <a:lnTo>
                  <a:pt x="1724025" y="2095500"/>
                </a:lnTo>
                <a:lnTo>
                  <a:pt x="1724025" y="2133600"/>
                </a:lnTo>
                <a:lnTo>
                  <a:pt x="1714500" y="2133600"/>
                </a:lnTo>
                <a:lnTo>
                  <a:pt x="1714500" y="2152650"/>
                </a:lnTo>
                <a:lnTo>
                  <a:pt x="1704975" y="2152650"/>
                </a:lnTo>
                <a:close/>
                <a:moveTo>
                  <a:pt x="466725" y="2095500"/>
                </a:moveTo>
                <a:lnTo>
                  <a:pt x="476250" y="2095500"/>
                </a:lnTo>
                <a:lnTo>
                  <a:pt x="476250" y="2105025"/>
                </a:lnTo>
                <a:lnTo>
                  <a:pt x="466725" y="2105025"/>
                </a:lnTo>
                <a:close/>
                <a:moveTo>
                  <a:pt x="523875" y="2095500"/>
                </a:moveTo>
                <a:lnTo>
                  <a:pt x="552450" y="2095500"/>
                </a:lnTo>
                <a:lnTo>
                  <a:pt x="552450" y="2105025"/>
                </a:lnTo>
                <a:lnTo>
                  <a:pt x="523875" y="2105025"/>
                </a:lnTo>
                <a:close/>
                <a:moveTo>
                  <a:pt x="123825" y="2114550"/>
                </a:moveTo>
                <a:lnTo>
                  <a:pt x="133350" y="2114550"/>
                </a:lnTo>
                <a:lnTo>
                  <a:pt x="133350" y="2133600"/>
                </a:lnTo>
                <a:lnTo>
                  <a:pt x="123825" y="2133600"/>
                </a:lnTo>
                <a:close/>
                <a:moveTo>
                  <a:pt x="323850" y="2114550"/>
                </a:moveTo>
                <a:lnTo>
                  <a:pt x="333375" y="2114550"/>
                </a:lnTo>
                <a:lnTo>
                  <a:pt x="333375" y="2133600"/>
                </a:lnTo>
                <a:lnTo>
                  <a:pt x="323850" y="2133600"/>
                </a:lnTo>
                <a:close/>
                <a:moveTo>
                  <a:pt x="381000" y="2124075"/>
                </a:moveTo>
                <a:lnTo>
                  <a:pt x="390525" y="2124075"/>
                </a:lnTo>
                <a:lnTo>
                  <a:pt x="390525" y="2133600"/>
                </a:lnTo>
                <a:lnTo>
                  <a:pt x="381000" y="2133600"/>
                </a:lnTo>
                <a:close/>
                <a:moveTo>
                  <a:pt x="485775" y="2124075"/>
                </a:moveTo>
                <a:lnTo>
                  <a:pt x="495300" y="2124075"/>
                </a:lnTo>
                <a:lnTo>
                  <a:pt x="495300" y="2133600"/>
                </a:lnTo>
                <a:lnTo>
                  <a:pt x="485775" y="2133600"/>
                </a:lnTo>
                <a:close/>
                <a:moveTo>
                  <a:pt x="571500" y="2124075"/>
                </a:moveTo>
                <a:lnTo>
                  <a:pt x="590550" y="2124075"/>
                </a:lnTo>
                <a:lnTo>
                  <a:pt x="590550" y="2133600"/>
                </a:lnTo>
                <a:lnTo>
                  <a:pt x="571500" y="2133600"/>
                </a:lnTo>
                <a:close/>
                <a:moveTo>
                  <a:pt x="647700" y="2124075"/>
                </a:moveTo>
                <a:lnTo>
                  <a:pt x="666750" y="2124075"/>
                </a:lnTo>
                <a:lnTo>
                  <a:pt x="666750" y="2133600"/>
                </a:lnTo>
                <a:lnTo>
                  <a:pt x="647700" y="2133600"/>
                </a:lnTo>
                <a:close/>
                <a:moveTo>
                  <a:pt x="733425" y="2124075"/>
                </a:moveTo>
                <a:lnTo>
                  <a:pt x="752475" y="2124075"/>
                </a:lnTo>
                <a:lnTo>
                  <a:pt x="752475" y="2114550"/>
                </a:lnTo>
                <a:lnTo>
                  <a:pt x="733425" y="2114550"/>
                </a:lnTo>
                <a:close/>
                <a:moveTo>
                  <a:pt x="819150" y="2124075"/>
                </a:moveTo>
                <a:lnTo>
                  <a:pt x="838200" y="2124075"/>
                </a:lnTo>
                <a:lnTo>
                  <a:pt x="838200" y="2114550"/>
                </a:lnTo>
                <a:lnTo>
                  <a:pt x="819150" y="2114550"/>
                </a:lnTo>
                <a:close/>
                <a:moveTo>
                  <a:pt x="990600" y="2143125"/>
                </a:moveTo>
                <a:lnTo>
                  <a:pt x="1000125" y="2143125"/>
                </a:lnTo>
                <a:lnTo>
                  <a:pt x="1000125" y="2162175"/>
                </a:lnTo>
                <a:lnTo>
                  <a:pt x="990600" y="2162175"/>
                </a:lnTo>
                <a:close/>
                <a:moveTo>
                  <a:pt x="1590675" y="2143125"/>
                </a:moveTo>
                <a:lnTo>
                  <a:pt x="1609725" y="2143125"/>
                </a:lnTo>
                <a:lnTo>
                  <a:pt x="1609725" y="2152650"/>
                </a:lnTo>
                <a:lnTo>
                  <a:pt x="1590675" y="2152650"/>
                </a:lnTo>
                <a:close/>
                <a:moveTo>
                  <a:pt x="1724025" y="2152650"/>
                </a:moveTo>
                <a:lnTo>
                  <a:pt x="1733550" y="2152650"/>
                </a:lnTo>
                <a:lnTo>
                  <a:pt x="1733550" y="2190750"/>
                </a:lnTo>
                <a:lnTo>
                  <a:pt x="1724025" y="2190750"/>
                </a:lnTo>
                <a:close/>
                <a:moveTo>
                  <a:pt x="685800" y="2171700"/>
                </a:moveTo>
                <a:lnTo>
                  <a:pt x="704850" y="2171700"/>
                </a:lnTo>
                <a:lnTo>
                  <a:pt x="704850" y="2181225"/>
                </a:lnTo>
                <a:lnTo>
                  <a:pt x="685800" y="2181225"/>
                </a:lnTo>
                <a:close/>
                <a:moveTo>
                  <a:pt x="752475" y="2171700"/>
                </a:moveTo>
                <a:lnTo>
                  <a:pt x="771525" y="2171700"/>
                </a:lnTo>
                <a:lnTo>
                  <a:pt x="771525" y="2181225"/>
                </a:lnTo>
                <a:lnTo>
                  <a:pt x="752475" y="2181225"/>
                </a:lnTo>
                <a:close/>
                <a:moveTo>
                  <a:pt x="1724025" y="2200275"/>
                </a:moveTo>
                <a:lnTo>
                  <a:pt x="1733550" y="2200275"/>
                </a:lnTo>
                <a:lnTo>
                  <a:pt x="1733550" y="2324100"/>
                </a:lnTo>
                <a:lnTo>
                  <a:pt x="1724025" y="2324100"/>
                </a:lnTo>
                <a:close/>
                <a:moveTo>
                  <a:pt x="123825" y="2286000"/>
                </a:moveTo>
                <a:lnTo>
                  <a:pt x="133350" y="2286000"/>
                </a:lnTo>
                <a:lnTo>
                  <a:pt x="133350" y="2419350"/>
                </a:lnTo>
                <a:lnTo>
                  <a:pt x="123825" y="2419350"/>
                </a:lnTo>
                <a:close/>
                <a:moveTo>
                  <a:pt x="200025" y="2286000"/>
                </a:moveTo>
                <a:lnTo>
                  <a:pt x="219075" y="2286000"/>
                </a:lnTo>
                <a:lnTo>
                  <a:pt x="219075" y="2295525"/>
                </a:lnTo>
                <a:lnTo>
                  <a:pt x="200025" y="2295525"/>
                </a:lnTo>
                <a:close/>
                <a:moveTo>
                  <a:pt x="590550" y="2295525"/>
                </a:moveTo>
                <a:lnTo>
                  <a:pt x="609600" y="2295525"/>
                </a:lnTo>
                <a:lnTo>
                  <a:pt x="609600" y="2305050"/>
                </a:lnTo>
                <a:lnTo>
                  <a:pt x="590550" y="2305050"/>
                </a:lnTo>
                <a:close/>
                <a:moveTo>
                  <a:pt x="314325" y="2314575"/>
                </a:moveTo>
                <a:lnTo>
                  <a:pt x="323850" y="2314575"/>
                </a:lnTo>
                <a:lnTo>
                  <a:pt x="323850" y="2324100"/>
                </a:lnTo>
                <a:lnTo>
                  <a:pt x="314325" y="2324100"/>
                </a:lnTo>
                <a:close/>
                <a:moveTo>
                  <a:pt x="752475" y="2314575"/>
                </a:moveTo>
                <a:lnTo>
                  <a:pt x="771525" y="2314575"/>
                </a:lnTo>
                <a:lnTo>
                  <a:pt x="771525" y="2324100"/>
                </a:lnTo>
                <a:lnTo>
                  <a:pt x="752475" y="2324100"/>
                </a:lnTo>
                <a:close/>
                <a:moveTo>
                  <a:pt x="1704975" y="2333625"/>
                </a:moveTo>
                <a:lnTo>
                  <a:pt x="1724025" y="2333625"/>
                </a:lnTo>
                <a:lnTo>
                  <a:pt x="1724025" y="2381250"/>
                </a:lnTo>
                <a:lnTo>
                  <a:pt x="1714500" y="2381250"/>
                </a:lnTo>
                <a:lnTo>
                  <a:pt x="1714500" y="2390775"/>
                </a:lnTo>
                <a:lnTo>
                  <a:pt x="1704975" y="2390775"/>
                </a:lnTo>
                <a:close/>
                <a:moveTo>
                  <a:pt x="771525" y="2381250"/>
                </a:moveTo>
                <a:lnTo>
                  <a:pt x="800100" y="2381250"/>
                </a:lnTo>
                <a:lnTo>
                  <a:pt x="800100" y="2390775"/>
                </a:lnTo>
                <a:lnTo>
                  <a:pt x="771525" y="2390775"/>
                </a:lnTo>
                <a:close/>
                <a:moveTo>
                  <a:pt x="895350" y="2381250"/>
                </a:moveTo>
                <a:lnTo>
                  <a:pt x="914400" y="2381250"/>
                </a:lnTo>
                <a:lnTo>
                  <a:pt x="914400" y="2390775"/>
                </a:lnTo>
                <a:lnTo>
                  <a:pt x="895350" y="2390775"/>
                </a:lnTo>
                <a:close/>
                <a:moveTo>
                  <a:pt x="1143000" y="2381250"/>
                </a:moveTo>
                <a:lnTo>
                  <a:pt x="1171575" y="2381250"/>
                </a:lnTo>
                <a:lnTo>
                  <a:pt x="1171575" y="2390775"/>
                </a:lnTo>
                <a:lnTo>
                  <a:pt x="1143000" y="2390775"/>
                </a:lnTo>
                <a:close/>
                <a:moveTo>
                  <a:pt x="361950" y="2390775"/>
                </a:moveTo>
                <a:lnTo>
                  <a:pt x="371475" y="2390775"/>
                </a:lnTo>
                <a:lnTo>
                  <a:pt x="371475" y="2400300"/>
                </a:lnTo>
                <a:lnTo>
                  <a:pt x="361950" y="2400300"/>
                </a:lnTo>
                <a:close/>
                <a:moveTo>
                  <a:pt x="742950" y="2390775"/>
                </a:moveTo>
                <a:lnTo>
                  <a:pt x="762000" y="2390775"/>
                </a:lnTo>
                <a:lnTo>
                  <a:pt x="762000" y="2400300"/>
                </a:lnTo>
                <a:lnTo>
                  <a:pt x="742950" y="2400300"/>
                </a:lnTo>
                <a:close/>
                <a:moveTo>
                  <a:pt x="933450" y="2390775"/>
                </a:moveTo>
                <a:lnTo>
                  <a:pt x="942975" y="2390775"/>
                </a:lnTo>
                <a:lnTo>
                  <a:pt x="942975" y="2400300"/>
                </a:lnTo>
                <a:lnTo>
                  <a:pt x="933450" y="2400300"/>
                </a:lnTo>
                <a:close/>
                <a:moveTo>
                  <a:pt x="1028700" y="2390775"/>
                </a:moveTo>
                <a:lnTo>
                  <a:pt x="1038225" y="2390775"/>
                </a:lnTo>
                <a:lnTo>
                  <a:pt x="1038225" y="2400300"/>
                </a:lnTo>
                <a:lnTo>
                  <a:pt x="1028700" y="2400300"/>
                </a:lnTo>
                <a:close/>
                <a:moveTo>
                  <a:pt x="1095375" y="2390775"/>
                </a:moveTo>
                <a:lnTo>
                  <a:pt x="1104900" y="2390775"/>
                </a:lnTo>
                <a:lnTo>
                  <a:pt x="1104900" y="2400300"/>
                </a:lnTo>
                <a:lnTo>
                  <a:pt x="1095375" y="2400300"/>
                </a:lnTo>
                <a:close/>
                <a:moveTo>
                  <a:pt x="1704975" y="2400300"/>
                </a:moveTo>
                <a:lnTo>
                  <a:pt x="1714500" y="2400300"/>
                </a:lnTo>
                <a:lnTo>
                  <a:pt x="1714500" y="2428875"/>
                </a:lnTo>
                <a:lnTo>
                  <a:pt x="1704975" y="2428875"/>
                </a:lnTo>
                <a:close/>
                <a:moveTo>
                  <a:pt x="647700" y="2419350"/>
                </a:moveTo>
                <a:lnTo>
                  <a:pt x="676275" y="2419350"/>
                </a:lnTo>
                <a:lnTo>
                  <a:pt x="676275" y="2428875"/>
                </a:lnTo>
                <a:lnTo>
                  <a:pt x="647700" y="2428875"/>
                </a:lnTo>
                <a:close/>
                <a:moveTo>
                  <a:pt x="733425" y="2419350"/>
                </a:moveTo>
                <a:lnTo>
                  <a:pt x="762000" y="2419350"/>
                </a:lnTo>
                <a:lnTo>
                  <a:pt x="762000" y="2428875"/>
                </a:lnTo>
                <a:lnTo>
                  <a:pt x="733425" y="2428875"/>
                </a:lnTo>
                <a:close/>
                <a:moveTo>
                  <a:pt x="990600" y="2428875"/>
                </a:moveTo>
                <a:lnTo>
                  <a:pt x="1000125" y="2428875"/>
                </a:lnTo>
                <a:lnTo>
                  <a:pt x="1000125" y="2438400"/>
                </a:lnTo>
                <a:lnTo>
                  <a:pt x="990600" y="2438400"/>
                </a:lnTo>
                <a:close/>
                <a:moveTo>
                  <a:pt x="1724025" y="2428875"/>
                </a:moveTo>
                <a:lnTo>
                  <a:pt x="1733550" y="2428875"/>
                </a:lnTo>
                <a:lnTo>
                  <a:pt x="1733550" y="2571750"/>
                </a:lnTo>
                <a:lnTo>
                  <a:pt x="1724025" y="2571750"/>
                </a:lnTo>
                <a:close/>
                <a:moveTo>
                  <a:pt x="219075" y="2438400"/>
                </a:moveTo>
                <a:lnTo>
                  <a:pt x="228600" y="2438400"/>
                </a:lnTo>
                <a:lnTo>
                  <a:pt x="228600" y="2447925"/>
                </a:lnTo>
                <a:lnTo>
                  <a:pt x="219075" y="2447925"/>
                </a:lnTo>
                <a:close/>
                <a:moveTo>
                  <a:pt x="238125" y="2438400"/>
                </a:moveTo>
                <a:lnTo>
                  <a:pt x="247650" y="2438400"/>
                </a:lnTo>
                <a:lnTo>
                  <a:pt x="247650" y="2447925"/>
                </a:lnTo>
                <a:lnTo>
                  <a:pt x="238125" y="2447925"/>
                </a:lnTo>
                <a:close/>
                <a:moveTo>
                  <a:pt x="133350" y="2457450"/>
                </a:moveTo>
                <a:lnTo>
                  <a:pt x="142875" y="2457450"/>
                </a:lnTo>
                <a:lnTo>
                  <a:pt x="142875" y="2466975"/>
                </a:lnTo>
                <a:lnTo>
                  <a:pt x="152400" y="2466975"/>
                </a:lnTo>
                <a:lnTo>
                  <a:pt x="152400" y="2457450"/>
                </a:lnTo>
                <a:lnTo>
                  <a:pt x="161925" y="2457450"/>
                </a:lnTo>
                <a:lnTo>
                  <a:pt x="161925" y="2495550"/>
                </a:lnTo>
                <a:lnTo>
                  <a:pt x="152400" y="2495550"/>
                </a:lnTo>
                <a:lnTo>
                  <a:pt x="152400" y="2486025"/>
                </a:lnTo>
                <a:lnTo>
                  <a:pt x="133350" y="2486025"/>
                </a:lnTo>
                <a:close/>
                <a:moveTo>
                  <a:pt x="123825" y="2524125"/>
                </a:moveTo>
                <a:lnTo>
                  <a:pt x="133350" y="2524125"/>
                </a:lnTo>
                <a:lnTo>
                  <a:pt x="133350" y="2533650"/>
                </a:lnTo>
                <a:lnTo>
                  <a:pt x="123825" y="2533650"/>
                </a:lnTo>
                <a:close/>
                <a:moveTo>
                  <a:pt x="180975" y="2543175"/>
                </a:moveTo>
                <a:lnTo>
                  <a:pt x="190500" y="2543175"/>
                </a:lnTo>
                <a:lnTo>
                  <a:pt x="190500" y="2552700"/>
                </a:lnTo>
                <a:lnTo>
                  <a:pt x="180975" y="2552700"/>
                </a:lnTo>
                <a:close/>
                <a:moveTo>
                  <a:pt x="219075" y="2543175"/>
                </a:moveTo>
                <a:lnTo>
                  <a:pt x="304800" y="2543175"/>
                </a:lnTo>
                <a:lnTo>
                  <a:pt x="304800" y="2552700"/>
                </a:lnTo>
                <a:lnTo>
                  <a:pt x="314325" y="2552700"/>
                </a:lnTo>
                <a:lnTo>
                  <a:pt x="314325" y="2562225"/>
                </a:lnTo>
                <a:lnTo>
                  <a:pt x="295275" y="2562225"/>
                </a:lnTo>
                <a:lnTo>
                  <a:pt x="295275" y="2552700"/>
                </a:lnTo>
                <a:lnTo>
                  <a:pt x="219075" y="2552700"/>
                </a:lnTo>
                <a:close/>
                <a:moveTo>
                  <a:pt x="1724025" y="2581275"/>
                </a:moveTo>
                <a:lnTo>
                  <a:pt x="1733550" y="2581275"/>
                </a:lnTo>
                <a:lnTo>
                  <a:pt x="1733550" y="2609850"/>
                </a:lnTo>
                <a:lnTo>
                  <a:pt x="1724025" y="2609850"/>
                </a:lnTo>
                <a:lnTo>
                  <a:pt x="1724025" y="2638425"/>
                </a:lnTo>
                <a:lnTo>
                  <a:pt x="1714500" y="2638425"/>
                </a:lnTo>
                <a:lnTo>
                  <a:pt x="1714500" y="2686050"/>
                </a:lnTo>
                <a:lnTo>
                  <a:pt x="1704975" y="2686050"/>
                </a:lnTo>
                <a:lnTo>
                  <a:pt x="1704975" y="2600325"/>
                </a:lnTo>
                <a:lnTo>
                  <a:pt x="1724025" y="2600325"/>
                </a:lnTo>
                <a:close/>
                <a:moveTo>
                  <a:pt x="123825" y="2590800"/>
                </a:moveTo>
                <a:lnTo>
                  <a:pt x="133350" y="2590800"/>
                </a:lnTo>
                <a:lnTo>
                  <a:pt x="133350" y="2600325"/>
                </a:lnTo>
                <a:lnTo>
                  <a:pt x="123825" y="2600325"/>
                </a:lnTo>
                <a:close/>
                <a:moveTo>
                  <a:pt x="323850" y="2647950"/>
                </a:moveTo>
                <a:lnTo>
                  <a:pt x="333375" y="2647950"/>
                </a:lnTo>
                <a:lnTo>
                  <a:pt x="333375" y="2676525"/>
                </a:lnTo>
                <a:lnTo>
                  <a:pt x="323850" y="2676525"/>
                </a:lnTo>
                <a:close/>
                <a:moveTo>
                  <a:pt x="390525" y="2647950"/>
                </a:moveTo>
                <a:lnTo>
                  <a:pt x="400050" y="2647950"/>
                </a:lnTo>
                <a:lnTo>
                  <a:pt x="400050" y="2657475"/>
                </a:lnTo>
                <a:lnTo>
                  <a:pt x="390525" y="2657475"/>
                </a:lnTo>
                <a:close/>
                <a:moveTo>
                  <a:pt x="552450" y="2647950"/>
                </a:moveTo>
                <a:lnTo>
                  <a:pt x="561975" y="2647950"/>
                </a:lnTo>
                <a:lnTo>
                  <a:pt x="561975" y="2657475"/>
                </a:lnTo>
                <a:lnTo>
                  <a:pt x="552450" y="2657475"/>
                </a:lnTo>
                <a:close/>
                <a:moveTo>
                  <a:pt x="619125" y="2647950"/>
                </a:moveTo>
                <a:lnTo>
                  <a:pt x="628650" y="2647950"/>
                </a:lnTo>
                <a:lnTo>
                  <a:pt x="628650" y="2657475"/>
                </a:lnTo>
                <a:lnTo>
                  <a:pt x="619125" y="2657475"/>
                </a:lnTo>
                <a:close/>
                <a:moveTo>
                  <a:pt x="1323975" y="2647950"/>
                </a:moveTo>
                <a:lnTo>
                  <a:pt x="1333500" y="2647950"/>
                </a:lnTo>
                <a:lnTo>
                  <a:pt x="1333500" y="2657475"/>
                </a:lnTo>
                <a:lnTo>
                  <a:pt x="1323975" y="2657475"/>
                </a:lnTo>
                <a:close/>
                <a:moveTo>
                  <a:pt x="1352550" y="2647950"/>
                </a:moveTo>
                <a:lnTo>
                  <a:pt x="1381125" y="2647950"/>
                </a:lnTo>
                <a:lnTo>
                  <a:pt x="1381125" y="2657475"/>
                </a:lnTo>
                <a:lnTo>
                  <a:pt x="1352550" y="2657475"/>
                </a:lnTo>
                <a:close/>
                <a:moveTo>
                  <a:pt x="1724025" y="2647950"/>
                </a:moveTo>
                <a:lnTo>
                  <a:pt x="1733550" y="2647950"/>
                </a:lnTo>
                <a:lnTo>
                  <a:pt x="1733550" y="2657475"/>
                </a:lnTo>
                <a:lnTo>
                  <a:pt x="1724025" y="2657475"/>
                </a:lnTo>
                <a:close/>
                <a:moveTo>
                  <a:pt x="561975" y="2657475"/>
                </a:moveTo>
                <a:lnTo>
                  <a:pt x="571500" y="2657475"/>
                </a:lnTo>
                <a:lnTo>
                  <a:pt x="571500" y="2667000"/>
                </a:lnTo>
                <a:lnTo>
                  <a:pt x="561975" y="2667000"/>
                </a:lnTo>
                <a:close/>
                <a:moveTo>
                  <a:pt x="1590675" y="2657475"/>
                </a:moveTo>
                <a:lnTo>
                  <a:pt x="1600200" y="2657475"/>
                </a:lnTo>
                <a:lnTo>
                  <a:pt x="1600200" y="2667000"/>
                </a:lnTo>
                <a:lnTo>
                  <a:pt x="1590675" y="2667000"/>
                </a:lnTo>
                <a:close/>
                <a:moveTo>
                  <a:pt x="1724025" y="2667000"/>
                </a:moveTo>
                <a:lnTo>
                  <a:pt x="1733550" y="2667000"/>
                </a:lnTo>
                <a:lnTo>
                  <a:pt x="1733550" y="2733675"/>
                </a:lnTo>
                <a:lnTo>
                  <a:pt x="1724025" y="2733675"/>
                </a:lnTo>
                <a:close/>
                <a:moveTo>
                  <a:pt x="123825" y="2695575"/>
                </a:moveTo>
                <a:lnTo>
                  <a:pt x="133350" y="2695575"/>
                </a:lnTo>
                <a:lnTo>
                  <a:pt x="133350" y="2714625"/>
                </a:lnTo>
                <a:lnTo>
                  <a:pt x="123825" y="2714625"/>
                </a:lnTo>
                <a:close/>
                <a:moveTo>
                  <a:pt x="180975" y="2695575"/>
                </a:moveTo>
                <a:lnTo>
                  <a:pt x="200025" y="2695575"/>
                </a:lnTo>
                <a:lnTo>
                  <a:pt x="200025" y="2705100"/>
                </a:lnTo>
                <a:lnTo>
                  <a:pt x="180975" y="2705100"/>
                </a:lnTo>
                <a:close/>
                <a:moveTo>
                  <a:pt x="638175" y="2695575"/>
                </a:moveTo>
                <a:lnTo>
                  <a:pt x="714375" y="2695575"/>
                </a:lnTo>
                <a:lnTo>
                  <a:pt x="714375" y="2705100"/>
                </a:lnTo>
                <a:lnTo>
                  <a:pt x="638175" y="2705100"/>
                </a:lnTo>
                <a:close/>
                <a:moveTo>
                  <a:pt x="180975" y="2733675"/>
                </a:moveTo>
                <a:lnTo>
                  <a:pt x="190500" y="2733675"/>
                </a:lnTo>
                <a:lnTo>
                  <a:pt x="190500" y="2743200"/>
                </a:lnTo>
                <a:lnTo>
                  <a:pt x="180975" y="2743200"/>
                </a:lnTo>
                <a:close/>
                <a:moveTo>
                  <a:pt x="628650" y="2733675"/>
                </a:moveTo>
                <a:lnTo>
                  <a:pt x="657225" y="2733675"/>
                </a:lnTo>
                <a:lnTo>
                  <a:pt x="657225" y="2743200"/>
                </a:lnTo>
                <a:lnTo>
                  <a:pt x="628650" y="2743200"/>
                </a:lnTo>
                <a:close/>
                <a:moveTo>
                  <a:pt x="190500" y="2743200"/>
                </a:moveTo>
                <a:lnTo>
                  <a:pt x="266700" y="2743200"/>
                </a:lnTo>
                <a:lnTo>
                  <a:pt x="266700" y="2752725"/>
                </a:lnTo>
                <a:lnTo>
                  <a:pt x="276225" y="2752725"/>
                </a:lnTo>
                <a:lnTo>
                  <a:pt x="276225" y="2743200"/>
                </a:lnTo>
                <a:lnTo>
                  <a:pt x="304800" y="2743200"/>
                </a:lnTo>
                <a:lnTo>
                  <a:pt x="304800" y="2762250"/>
                </a:lnTo>
                <a:lnTo>
                  <a:pt x="276225" y="2762250"/>
                </a:lnTo>
                <a:lnTo>
                  <a:pt x="276225" y="2771775"/>
                </a:lnTo>
                <a:lnTo>
                  <a:pt x="190500" y="2771775"/>
                </a:lnTo>
                <a:close/>
                <a:moveTo>
                  <a:pt x="381000" y="2743200"/>
                </a:moveTo>
                <a:lnTo>
                  <a:pt x="619125" y="2743200"/>
                </a:lnTo>
                <a:lnTo>
                  <a:pt x="619125" y="2762250"/>
                </a:lnTo>
                <a:lnTo>
                  <a:pt x="666750" y="2762250"/>
                </a:lnTo>
                <a:lnTo>
                  <a:pt x="666750" y="2743200"/>
                </a:lnTo>
                <a:lnTo>
                  <a:pt x="685800" y="2743200"/>
                </a:lnTo>
                <a:lnTo>
                  <a:pt x="685800" y="2762250"/>
                </a:lnTo>
                <a:lnTo>
                  <a:pt x="704850" y="2762250"/>
                </a:lnTo>
                <a:lnTo>
                  <a:pt x="704850" y="2743200"/>
                </a:lnTo>
                <a:lnTo>
                  <a:pt x="781050" y="2743200"/>
                </a:lnTo>
                <a:lnTo>
                  <a:pt x="781050" y="2752725"/>
                </a:lnTo>
                <a:lnTo>
                  <a:pt x="857250" y="2752725"/>
                </a:lnTo>
                <a:lnTo>
                  <a:pt x="857250" y="2743200"/>
                </a:lnTo>
                <a:lnTo>
                  <a:pt x="885825" y="2743200"/>
                </a:lnTo>
                <a:lnTo>
                  <a:pt x="885825" y="2752725"/>
                </a:lnTo>
                <a:lnTo>
                  <a:pt x="914400" y="2752725"/>
                </a:lnTo>
                <a:lnTo>
                  <a:pt x="914400" y="2743200"/>
                </a:lnTo>
                <a:lnTo>
                  <a:pt x="962025" y="2743200"/>
                </a:lnTo>
                <a:lnTo>
                  <a:pt x="962025" y="2752725"/>
                </a:lnTo>
                <a:lnTo>
                  <a:pt x="981075" y="2752725"/>
                </a:lnTo>
                <a:lnTo>
                  <a:pt x="981075" y="2762250"/>
                </a:lnTo>
                <a:lnTo>
                  <a:pt x="971550" y="2762250"/>
                </a:lnTo>
                <a:lnTo>
                  <a:pt x="971550" y="2771775"/>
                </a:lnTo>
                <a:lnTo>
                  <a:pt x="857250" y="2771775"/>
                </a:lnTo>
                <a:lnTo>
                  <a:pt x="857250" y="2762250"/>
                </a:lnTo>
                <a:lnTo>
                  <a:pt x="828675" y="2762250"/>
                </a:lnTo>
                <a:lnTo>
                  <a:pt x="828675" y="2771775"/>
                </a:lnTo>
                <a:lnTo>
                  <a:pt x="533400" y="2771775"/>
                </a:lnTo>
                <a:lnTo>
                  <a:pt x="533400" y="2762250"/>
                </a:lnTo>
                <a:lnTo>
                  <a:pt x="542925" y="2762250"/>
                </a:lnTo>
                <a:lnTo>
                  <a:pt x="542925" y="2752725"/>
                </a:lnTo>
                <a:lnTo>
                  <a:pt x="504825" y="2752725"/>
                </a:lnTo>
                <a:lnTo>
                  <a:pt x="504825" y="2771775"/>
                </a:lnTo>
                <a:lnTo>
                  <a:pt x="400050" y="2771775"/>
                </a:lnTo>
                <a:lnTo>
                  <a:pt x="400050" y="2762250"/>
                </a:lnTo>
                <a:lnTo>
                  <a:pt x="381000" y="2762250"/>
                </a:lnTo>
                <a:close/>
                <a:moveTo>
                  <a:pt x="990600" y="2743200"/>
                </a:moveTo>
                <a:lnTo>
                  <a:pt x="1181100" y="2743200"/>
                </a:lnTo>
                <a:lnTo>
                  <a:pt x="1181100" y="2752725"/>
                </a:lnTo>
                <a:lnTo>
                  <a:pt x="1190625" y="2752725"/>
                </a:lnTo>
                <a:lnTo>
                  <a:pt x="1190625" y="2743200"/>
                </a:lnTo>
                <a:lnTo>
                  <a:pt x="1219200" y="2743200"/>
                </a:lnTo>
                <a:lnTo>
                  <a:pt x="1219200" y="2752725"/>
                </a:lnTo>
                <a:lnTo>
                  <a:pt x="1266825" y="2752725"/>
                </a:lnTo>
                <a:lnTo>
                  <a:pt x="1266825" y="2743200"/>
                </a:lnTo>
                <a:lnTo>
                  <a:pt x="1314450" y="2743200"/>
                </a:lnTo>
                <a:lnTo>
                  <a:pt x="1314450" y="2752725"/>
                </a:lnTo>
                <a:lnTo>
                  <a:pt x="1343025" y="2752725"/>
                </a:lnTo>
                <a:lnTo>
                  <a:pt x="1343025" y="2771775"/>
                </a:lnTo>
                <a:lnTo>
                  <a:pt x="1266825" y="2771775"/>
                </a:lnTo>
                <a:lnTo>
                  <a:pt x="1266825" y="2762250"/>
                </a:lnTo>
                <a:lnTo>
                  <a:pt x="1238250" y="2762250"/>
                </a:lnTo>
                <a:lnTo>
                  <a:pt x="1238250" y="2771775"/>
                </a:lnTo>
                <a:lnTo>
                  <a:pt x="1000125" y="2771775"/>
                </a:lnTo>
                <a:lnTo>
                  <a:pt x="1000125" y="2762250"/>
                </a:lnTo>
                <a:lnTo>
                  <a:pt x="990600" y="2762250"/>
                </a:lnTo>
                <a:close/>
                <a:moveTo>
                  <a:pt x="1362075" y="2743200"/>
                </a:moveTo>
                <a:lnTo>
                  <a:pt x="1371600" y="2743200"/>
                </a:lnTo>
                <a:lnTo>
                  <a:pt x="1371600" y="2752725"/>
                </a:lnTo>
                <a:lnTo>
                  <a:pt x="1381125" y="2752725"/>
                </a:lnTo>
                <a:lnTo>
                  <a:pt x="1381125" y="2762250"/>
                </a:lnTo>
                <a:lnTo>
                  <a:pt x="1362075" y="2762250"/>
                </a:lnTo>
                <a:close/>
                <a:moveTo>
                  <a:pt x="1400175" y="2743200"/>
                </a:moveTo>
                <a:lnTo>
                  <a:pt x="1409700" y="2743200"/>
                </a:lnTo>
                <a:lnTo>
                  <a:pt x="1409700" y="2762250"/>
                </a:lnTo>
                <a:lnTo>
                  <a:pt x="1400175" y="2762250"/>
                </a:lnTo>
                <a:close/>
                <a:moveTo>
                  <a:pt x="1466850" y="2752725"/>
                </a:moveTo>
                <a:lnTo>
                  <a:pt x="1504950" y="2752725"/>
                </a:lnTo>
                <a:lnTo>
                  <a:pt x="1504950" y="2762250"/>
                </a:lnTo>
                <a:lnTo>
                  <a:pt x="1495425" y="2762250"/>
                </a:lnTo>
                <a:lnTo>
                  <a:pt x="1495425" y="2771775"/>
                </a:lnTo>
                <a:lnTo>
                  <a:pt x="1476375" y="2771775"/>
                </a:lnTo>
                <a:lnTo>
                  <a:pt x="1476375" y="2762250"/>
                </a:lnTo>
                <a:lnTo>
                  <a:pt x="1466850" y="2762250"/>
                </a:lnTo>
                <a:close/>
                <a:moveTo>
                  <a:pt x="1552575" y="2752725"/>
                </a:moveTo>
                <a:lnTo>
                  <a:pt x="1600200" y="2752725"/>
                </a:lnTo>
                <a:lnTo>
                  <a:pt x="1600200" y="2771775"/>
                </a:lnTo>
                <a:lnTo>
                  <a:pt x="1552575" y="2771775"/>
                </a:lnTo>
                <a:close/>
                <a:moveTo>
                  <a:pt x="1609725" y="2752725"/>
                </a:moveTo>
                <a:lnTo>
                  <a:pt x="1619250" y="2752725"/>
                </a:lnTo>
                <a:lnTo>
                  <a:pt x="1619250" y="2771775"/>
                </a:lnTo>
                <a:lnTo>
                  <a:pt x="1609725" y="2771775"/>
                </a:lnTo>
                <a:close/>
                <a:moveTo>
                  <a:pt x="1647825" y="2752725"/>
                </a:moveTo>
                <a:lnTo>
                  <a:pt x="1666875" y="2752725"/>
                </a:lnTo>
                <a:lnTo>
                  <a:pt x="1666875" y="2771775"/>
                </a:lnTo>
                <a:lnTo>
                  <a:pt x="1647825" y="2771775"/>
                </a:lnTo>
                <a:close/>
                <a:moveTo>
                  <a:pt x="581025" y="2762250"/>
                </a:moveTo>
                <a:lnTo>
                  <a:pt x="600075" y="2762250"/>
                </a:lnTo>
                <a:lnTo>
                  <a:pt x="600075" y="2752725"/>
                </a:lnTo>
                <a:lnTo>
                  <a:pt x="581025" y="2752725"/>
                </a:lnTo>
                <a:close/>
                <a:moveTo>
                  <a:pt x="1724025" y="2781300"/>
                </a:moveTo>
                <a:lnTo>
                  <a:pt x="1733550" y="2781300"/>
                </a:lnTo>
                <a:lnTo>
                  <a:pt x="1733550" y="2857500"/>
                </a:lnTo>
                <a:lnTo>
                  <a:pt x="1724025" y="2857500"/>
                </a:lnTo>
                <a:close/>
                <a:moveTo>
                  <a:pt x="123825" y="2790825"/>
                </a:moveTo>
                <a:lnTo>
                  <a:pt x="133350" y="2790825"/>
                </a:lnTo>
                <a:lnTo>
                  <a:pt x="133350" y="2800350"/>
                </a:lnTo>
                <a:lnTo>
                  <a:pt x="123825" y="2800350"/>
                </a:lnTo>
                <a:close/>
                <a:moveTo>
                  <a:pt x="1704975" y="2800350"/>
                </a:moveTo>
                <a:lnTo>
                  <a:pt x="1714500" y="2800350"/>
                </a:lnTo>
                <a:lnTo>
                  <a:pt x="1714500" y="2809875"/>
                </a:lnTo>
                <a:lnTo>
                  <a:pt x="1704975" y="2809875"/>
                </a:lnTo>
                <a:close/>
                <a:moveTo>
                  <a:pt x="285750" y="2809875"/>
                </a:moveTo>
                <a:lnTo>
                  <a:pt x="295275" y="2809875"/>
                </a:lnTo>
                <a:lnTo>
                  <a:pt x="295275" y="2819400"/>
                </a:lnTo>
                <a:lnTo>
                  <a:pt x="285750" y="2819400"/>
                </a:lnTo>
                <a:close/>
                <a:moveTo>
                  <a:pt x="400050" y="2828925"/>
                </a:moveTo>
                <a:lnTo>
                  <a:pt x="409575" y="2828925"/>
                </a:lnTo>
                <a:lnTo>
                  <a:pt x="409575" y="2838450"/>
                </a:lnTo>
                <a:lnTo>
                  <a:pt x="400050" y="2838450"/>
                </a:lnTo>
                <a:close/>
                <a:moveTo>
                  <a:pt x="1381125" y="2838450"/>
                </a:moveTo>
                <a:lnTo>
                  <a:pt x="1409700" y="2838450"/>
                </a:lnTo>
                <a:lnTo>
                  <a:pt x="1409700" y="2847975"/>
                </a:lnTo>
                <a:lnTo>
                  <a:pt x="1381125" y="2847975"/>
                </a:lnTo>
                <a:close/>
                <a:moveTo>
                  <a:pt x="361950" y="2847975"/>
                </a:moveTo>
                <a:lnTo>
                  <a:pt x="371475" y="2847975"/>
                </a:lnTo>
                <a:lnTo>
                  <a:pt x="371475" y="2857500"/>
                </a:lnTo>
                <a:lnTo>
                  <a:pt x="361950" y="2857500"/>
                </a:lnTo>
                <a:close/>
                <a:moveTo>
                  <a:pt x="1428750" y="2857500"/>
                </a:moveTo>
                <a:lnTo>
                  <a:pt x="1447800" y="2857500"/>
                </a:lnTo>
                <a:lnTo>
                  <a:pt x="1447800" y="2867025"/>
                </a:lnTo>
                <a:lnTo>
                  <a:pt x="1428750" y="2867025"/>
                </a:lnTo>
                <a:close/>
                <a:moveTo>
                  <a:pt x="1676400" y="2867025"/>
                </a:moveTo>
                <a:lnTo>
                  <a:pt x="1685925" y="2867025"/>
                </a:lnTo>
                <a:lnTo>
                  <a:pt x="1685925" y="2876550"/>
                </a:lnTo>
                <a:lnTo>
                  <a:pt x="1676400" y="2876550"/>
                </a:lnTo>
                <a:close/>
                <a:moveTo>
                  <a:pt x="1724025" y="2867025"/>
                </a:moveTo>
                <a:lnTo>
                  <a:pt x="1733550" y="2867025"/>
                </a:lnTo>
                <a:lnTo>
                  <a:pt x="1733550" y="2886075"/>
                </a:lnTo>
                <a:lnTo>
                  <a:pt x="1724025" y="2886075"/>
                </a:lnTo>
                <a:close/>
                <a:moveTo>
                  <a:pt x="390525" y="2876550"/>
                </a:moveTo>
                <a:lnTo>
                  <a:pt x="400050" y="2876550"/>
                </a:lnTo>
                <a:lnTo>
                  <a:pt x="400050" y="2886075"/>
                </a:lnTo>
                <a:lnTo>
                  <a:pt x="390525" y="2886075"/>
                </a:lnTo>
                <a:close/>
                <a:moveTo>
                  <a:pt x="409575" y="2886075"/>
                </a:moveTo>
                <a:lnTo>
                  <a:pt x="419100" y="2886075"/>
                </a:lnTo>
                <a:lnTo>
                  <a:pt x="419100" y="2895600"/>
                </a:lnTo>
                <a:lnTo>
                  <a:pt x="409575" y="2895600"/>
                </a:lnTo>
                <a:close/>
                <a:moveTo>
                  <a:pt x="1704975" y="2905125"/>
                </a:moveTo>
                <a:lnTo>
                  <a:pt x="1714500" y="2905125"/>
                </a:lnTo>
                <a:lnTo>
                  <a:pt x="1714500" y="2924175"/>
                </a:lnTo>
                <a:lnTo>
                  <a:pt x="1704975" y="2924175"/>
                </a:lnTo>
                <a:close/>
                <a:moveTo>
                  <a:pt x="1724025" y="2905125"/>
                </a:moveTo>
                <a:lnTo>
                  <a:pt x="1733550" y="2905125"/>
                </a:lnTo>
                <a:lnTo>
                  <a:pt x="1733550" y="2943225"/>
                </a:lnTo>
                <a:lnTo>
                  <a:pt x="1724025" y="2943225"/>
                </a:lnTo>
                <a:close/>
                <a:moveTo>
                  <a:pt x="323850" y="2914650"/>
                </a:moveTo>
                <a:lnTo>
                  <a:pt x="333375" y="2914650"/>
                </a:lnTo>
                <a:lnTo>
                  <a:pt x="333375" y="2924175"/>
                </a:lnTo>
                <a:lnTo>
                  <a:pt x="323850" y="2924175"/>
                </a:lnTo>
                <a:close/>
                <a:moveTo>
                  <a:pt x="838200" y="2914650"/>
                </a:moveTo>
                <a:lnTo>
                  <a:pt x="857250" y="2914650"/>
                </a:lnTo>
                <a:lnTo>
                  <a:pt x="857250" y="2924175"/>
                </a:lnTo>
                <a:lnTo>
                  <a:pt x="838200" y="2924175"/>
                </a:lnTo>
                <a:close/>
                <a:moveTo>
                  <a:pt x="1581150" y="2914650"/>
                </a:moveTo>
                <a:lnTo>
                  <a:pt x="1590675" y="2914650"/>
                </a:lnTo>
                <a:lnTo>
                  <a:pt x="1590675" y="2924175"/>
                </a:lnTo>
                <a:lnTo>
                  <a:pt x="1581150" y="2924175"/>
                </a:lnTo>
                <a:close/>
                <a:moveTo>
                  <a:pt x="1628775" y="2914650"/>
                </a:moveTo>
                <a:lnTo>
                  <a:pt x="1638300" y="2914650"/>
                </a:lnTo>
                <a:lnTo>
                  <a:pt x="1638300" y="2924175"/>
                </a:lnTo>
                <a:lnTo>
                  <a:pt x="1666875" y="2924175"/>
                </a:lnTo>
                <a:lnTo>
                  <a:pt x="1666875" y="2933700"/>
                </a:lnTo>
                <a:lnTo>
                  <a:pt x="1657350" y="2933700"/>
                </a:lnTo>
                <a:lnTo>
                  <a:pt x="1657350" y="2943225"/>
                </a:lnTo>
                <a:lnTo>
                  <a:pt x="1609725" y="2943225"/>
                </a:lnTo>
                <a:lnTo>
                  <a:pt x="1609725" y="2924175"/>
                </a:lnTo>
                <a:lnTo>
                  <a:pt x="1628775" y="2924175"/>
                </a:lnTo>
                <a:close/>
                <a:moveTo>
                  <a:pt x="1266825" y="2924175"/>
                </a:moveTo>
                <a:lnTo>
                  <a:pt x="1276350" y="2924175"/>
                </a:lnTo>
                <a:lnTo>
                  <a:pt x="1276350" y="2933700"/>
                </a:lnTo>
                <a:lnTo>
                  <a:pt x="1266825" y="2933700"/>
                </a:lnTo>
                <a:close/>
                <a:moveTo>
                  <a:pt x="123825" y="2933700"/>
                </a:moveTo>
                <a:lnTo>
                  <a:pt x="133350" y="2933700"/>
                </a:lnTo>
                <a:lnTo>
                  <a:pt x="133350" y="2952750"/>
                </a:lnTo>
                <a:lnTo>
                  <a:pt x="123825" y="2952750"/>
                </a:lnTo>
                <a:close/>
                <a:moveTo>
                  <a:pt x="1571625" y="2933700"/>
                </a:moveTo>
                <a:lnTo>
                  <a:pt x="1590675" y="2933700"/>
                </a:lnTo>
                <a:lnTo>
                  <a:pt x="1590675" y="2943225"/>
                </a:lnTo>
                <a:lnTo>
                  <a:pt x="1571625" y="2943225"/>
                </a:lnTo>
                <a:close/>
                <a:moveTo>
                  <a:pt x="971550" y="2943225"/>
                </a:moveTo>
                <a:lnTo>
                  <a:pt x="1000125" y="2943225"/>
                </a:lnTo>
                <a:lnTo>
                  <a:pt x="1000125" y="2952750"/>
                </a:lnTo>
                <a:lnTo>
                  <a:pt x="971550" y="2952750"/>
                </a:lnTo>
                <a:close/>
                <a:moveTo>
                  <a:pt x="600075" y="2952750"/>
                </a:moveTo>
                <a:lnTo>
                  <a:pt x="638175" y="2952750"/>
                </a:lnTo>
                <a:lnTo>
                  <a:pt x="638175" y="2962275"/>
                </a:lnTo>
                <a:lnTo>
                  <a:pt x="600075" y="2962275"/>
                </a:lnTo>
                <a:close/>
                <a:moveTo>
                  <a:pt x="781050" y="2952750"/>
                </a:moveTo>
                <a:lnTo>
                  <a:pt x="790575" y="2952750"/>
                </a:lnTo>
                <a:lnTo>
                  <a:pt x="790575" y="2962275"/>
                </a:lnTo>
                <a:lnTo>
                  <a:pt x="781050" y="2962275"/>
                </a:lnTo>
                <a:close/>
                <a:moveTo>
                  <a:pt x="1704975" y="2952750"/>
                </a:moveTo>
                <a:lnTo>
                  <a:pt x="1714500" y="2952750"/>
                </a:lnTo>
                <a:lnTo>
                  <a:pt x="1714500" y="2962275"/>
                </a:lnTo>
                <a:lnTo>
                  <a:pt x="1724025" y="2962275"/>
                </a:lnTo>
                <a:lnTo>
                  <a:pt x="1724025" y="3009900"/>
                </a:lnTo>
                <a:lnTo>
                  <a:pt x="1733550" y="3009900"/>
                </a:lnTo>
                <a:lnTo>
                  <a:pt x="1733550" y="3028950"/>
                </a:lnTo>
                <a:lnTo>
                  <a:pt x="1724025" y="3028950"/>
                </a:lnTo>
                <a:lnTo>
                  <a:pt x="1724025" y="3086100"/>
                </a:lnTo>
                <a:lnTo>
                  <a:pt x="1714500" y="3086100"/>
                </a:lnTo>
                <a:lnTo>
                  <a:pt x="1714500" y="3105150"/>
                </a:lnTo>
                <a:lnTo>
                  <a:pt x="1724025" y="3105150"/>
                </a:lnTo>
                <a:lnTo>
                  <a:pt x="1724025" y="3114675"/>
                </a:lnTo>
                <a:lnTo>
                  <a:pt x="1704975" y="3114675"/>
                </a:lnTo>
                <a:lnTo>
                  <a:pt x="1704975" y="3076575"/>
                </a:lnTo>
                <a:lnTo>
                  <a:pt x="1676400" y="3076575"/>
                </a:lnTo>
                <a:lnTo>
                  <a:pt x="1676400" y="3057525"/>
                </a:lnTo>
                <a:lnTo>
                  <a:pt x="1704975" y="3057525"/>
                </a:lnTo>
                <a:close/>
                <a:moveTo>
                  <a:pt x="152400" y="2971800"/>
                </a:moveTo>
                <a:lnTo>
                  <a:pt x="161925" y="2971800"/>
                </a:lnTo>
                <a:lnTo>
                  <a:pt x="161925" y="3019425"/>
                </a:lnTo>
                <a:lnTo>
                  <a:pt x="152400" y="3019425"/>
                </a:lnTo>
                <a:close/>
                <a:moveTo>
                  <a:pt x="180975" y="2981325"/>
                </a:moveTo>
                <a:lnTo>
                  <a:pt x="190500" y="2981325"/>
                </a:lnTo>
                <a:lnTo>
                  <a:pt x="190500" y="3000375"/>
                </a:lnTo>
                <a:lnTo>
                  <a:pt x="180975" y="3000375"/>
                </a:lnTo>
                <a:close/>
                <a:moveTo>
                  <a:pt x="190500" y="3000375"/>
                </a:moveTo>
                <a:lnTo>
                  <a:pt x="228600" y="3000375"/>
                </a:lnTo>
                <a:lnTo>
                  <a:pt x="228600" y="3009900"/>
                </a:lnTo>
                <a:lnTo>
                  <a:pt x="190500" y="3009900"/>
                </a:lnTo>
                <a:close/>
                <a:moveTo>
                  <a:pt x="123825" y="3009900"/>
                </a:moveTo>
                <a:lnTo>
                  <a:pt x="133350" y="3009900"/>
                </a:lnTo>
                <a:lnTo>
                  <a:pt x="133350" y="3028950"/>
                </a:lnTo>
                <a:lnTo>
                  <a:pt x="123825" y="3028950"/>
                </a:lnTo>
                <a:close/>
                <a:moveTo>
                  <a:pt x="390525" y="3048000"/>
                </a:moveTo>
                <a:lnTo>
                  <a:pt x="400050" y="3048000"/>
                </a:lnTo>
                <a:lnTo>
                  <a:pt x="400050" y="3057525"/>
                </a:lnTo>
                <a:lnTo>
                  <a:pt x="409575" y="3057525"/>
                </a:lnTo>
                <a:lnTo>
                  <a:pt x="409575" y="3067050"/>
                </a:lnTo>
                <a:lnTo>
                  <a:pt x="419100" y="3067050"/>
                </a:lnTo>
                <a:lnTo>
                  <a:pt x="419100" y="3086100"/>
                </a:lnTo>
                <a:lnTo>
                  <a:pt x="390525" y="3086100"/>
                </a:lnTo>
                <a:lnTo>
                  <a:pt x="390525" y="3076575"/>
                </a:lnTo>
                <a:lnTo>
                  <a:pt x="371475" y="3076575"/>
                </a:lnTo>
                <a:lnTo>
                  <a:pt x="371475" y="3105150"/>
                </a:lnTo>
                <a:lnTo>
                  <a:pt x="361950" y="3105150"/>
                </a:lnTo>
                <a:lnTo>
                  <a:pt x="361950" y="3124200"/>
                </a:lnTo>
                <a:lnTo>
                  <a:pt x="352425" y="3124200"/>
                </a:lnTo>
                <a:lnTo>
                  <a:pt x="352425" y="3114675"/>
                </a:lnTo>
                <a:lnTo>
                  <a:pt x="342900" y="3114675"/>
                </a:lnTo>
                <a:lnTo>
                  <a:pt x="342900" y="3133725"/>
                </a:lnTo>
                <a:lnTo>
                  <a:pt x="333375" y="3133725"/>
                </a:lnTo>
                <a:lnTo>
                  <a:pt x="333375" y="3181350"/>
                </a:lnTo>
                <a:lnTo>
                  <a:pt x="323850" y="3181350"/>
                </a:lnTo>
                <a:lnTo>
                  <a:pt x="323850" y="3105150"/>
                </a:lnTo>
                <a:lnTo>
                  <a:pt x="314325" y="3105150"/>
                </a:lnTo>
                <a:lnTo>
                  <a:pt x="314325" y="3086100"/>
                </a:lnTo>
                <a:lnTo>
                  <a:pt x="304800" y="3086100"/>
                </a:lnTo>
                <a:lnTo>
                  <a:pt x="304800" y="3076575"/>
                </a:lnTo>
                <a:lnTo>
                  <a:pt x="333375" y="3076575"/>
                </a:lnTo>
                <a:lnTo>
                  <a:pt x="333375" y="3067050"/>
                </a:lnTo>
                <a:lnTo>
                  <a:pt x="342900" y="3067050"/>
                </a:lnTo>
                <a:lnTo>
                  <a:pt x="342900" y="3057525"/>
                </a:lnTo>
                <a:lnTo>
                  <a:pt x="390525" y="3057525"/>
                </a:lnTo>
                <a:close/>
                <a:moveTo>
                  <a:pt x="180975" y="3067050"/>
                </a:moveTo>
                <a:lnTo>
                  <a:pt x="190500" y="3067050"/>
                </a:lnTo>
                <a:lnTo>
                  <a:pt x="190500" y="3076575"/>
                </a:lnTo>
                <a:lnTo>
                  <a:pt x="180975" y="3076575"/>
                </a:lnTo>
                <a:close/>
                <a:moveTo>
                  <a:pt x="190500" y="3076575"/>
                </a:moveTo>
                <a:lnTo>
                  <a:pt x="200025" y="3076575"/>
                </a:lnTo>
                <a:lnTo>
                  <a:pt x="200025" y="3086100"/>
                </a:lnTo>
                <a:lnTo>
                  <a:pt x="190500" y="3086100"/>
                </a:lnTo>
                <a:close/>
                <a:moveTo>
                  <a:pt x="400050" y="3095625"/>
                </a:moveTo>
                <a:lnTo>
                  <a:pt x="409575" y="3095625"/>
                </a:lnTo>
                <a:lnTo>
                  <a:pt x="409575" y="3105150"/>
                </a:lnTo>
                <a:lnTo>
                  <a:pt x="400050" y="3105150"/>
                </a:lnTo>
                <a:close/>
                <a:moveTo>
                  <a:pt x="419100" y="3095625"/>
                </a:moveTo>
                <a:lnTo>
                  <a:pt x="428625" y="3095625"/>
                </a:lnTo>
                <a:lnTo>
                  <a:pt x="428625" y="3105150"/>
                </a:lnTo>
                <a:lnTo>
                  <a:pt x="419100" y="3105150"/>
                </a:lnTo>
                <a:close/>
                <a:moveTo>
                  <a:pt x="542925" y="3105150"/>
                </a:moveTo>
                <a:lnTo>
                  <a:pt x="552450" y="3105150"/>
                </a:lnTo>
                <a:lnTo>
                  <a:pt x="552450" y="3114675"/>
                </a:lnTo>
                <a:lnTo>
                  <a:pt x="542925" y="3114675"/>
                </a:lnTo>
                <a:close/>
                <a:moveTo>
                  <a:pt x="1314450" y="3114675"/>
                </a:moveTo>
                <a:lnTo>
                  <a:pt x="1333500" y="3114675"/>
                </a:lnTo>
                <a:lnTo>
                  <a:pt x="1333500" y="3133725"/>
                </a:lnTo>
                <a:lnTo>
                  <a:pt x="1304925" y="3133725"/>
                </a:lnTo>
                <a:lnTo>
                  <a:pt x="1304925" y="3124200"/>
                </a:lnTo>
                <a:lnTo>
                  <a:pt x="1314450" y="3124200"/>
                </a:lnTo>
                <a:close/>
                <a:moveTo>
                  <a:pt x="1276350" y="3124200"/>
                </a:moveTo>
                <a:lnTo>
                  <a:pt x="1285875" y="3124200"/>
                </a:lnTo>
                <a:lnTo>
                  <a:pt x="1285875" y="3133725"/>
                </a:lnTo>
                <a:lnTo>
                  <a:pt x="1276350" y="3133725"/>
                </a:lnTo>
                <a:close/>
                <a:moveTo>
                  <a:pt x="1476375" y="3133725"/>
                </a:moveTo>
                <a:lnTo>
                  <a:pt x="1485900" y="3133725"/>
                </a:lnTo>
                <a:lnTo>
                  <a:pt x="1485900" y="3143250"/>
                </a:lnTo>
                <a:lnTo>
                  <a:pt x="1476375" y="3143250"/>
                </a:lnTo>
                <a:close/>
                <a:moveTo>
                  <a:pt x="1704975" y="3133725"/>
                </a:moveTo>
                <a:lnTo>
                  <a:pt x="1714500" y="3133725"/>
                </a:lnTo>
                <a:lnTo>
                  <a:pt x="1714500" y="3143250"/>
                </a:lnTo>
                <a:lnTo>
                  <a:pt x="1704975" y="3143250"/>
                </a:lnTo>
                <a:close/>
                <a:moveTo>
                  <a:pt x="1724025" y="3133725"/>
                </a:moveTo>
                <a:lnTo>
                  <a:pt x="1733550" y="3133725"/>
                </a:lnTo>
                <a:lnTo>
                  <a:pt x="1733550" y="3162300"/>
                </a:lnTo>
                <a:lnTo>
                  <a:pt x="1724025" y="3162300"/>
                </a:lnTo>
                <a:close/>
                <a:moveTo>
                  <a:pt x="390525" y="3162300"/>
                </a:moveTo>
                <a:lnTo>
                  <a:pt x="400050" y="3162300"/>
                </a:lnTo>
                <a:lnTo>
                  <a:pt x="400050" y="3171825"/>
                </a:lnTo>
                <a:lnTo>
                  <a:pt x="390525" y="3171825"/>
                </a:lnTo>
                <a:close/>
                <a:moveTo>
                  <a:pt x="447675" y="3162300"/>
                </a:moveTo>
                <a:lnTo>
                  <a:pt x="466725" y="3162300"/>
                </a:lnTo>
                <a:lnTo>
                  <a:pt x="466725" y="3171825"/>
                </a:lnTo>
                <a:lnTo>
                  <a:pt x="447675" y="3171825"/>
                </a:lnTo>
                <a:close/>
                <a:moveTo>
                  <a:pt x="495300" y="3162300"/>
                </a:moveTo>
                <a:lnTo>
                  <a:pt x="504825" y="3162300"/>
                </a:lnTo>
                <a:lnTo>
                  <a:pt x="504825" y="3171825"/>
                </a:lnTo>
                <a:lnTo>
                  <a:pt x="495300" y="3171825"/>
                </a:lnTo>
                <a:close/>
                <a:moveTo>
                  <a:pt x="638175" y="3162300"/>
                </a:moveTo>
                <a:lnTo>
                  <a:pt x="657225" y="3162300"/>
                </a:lnTo>
                <a:lnTo>
                  <a:pt x="657225" y="3171825"/>
                </a:lnTo>
                <a:lnTo>
                  <a:pt x="638175" y="3171825"/>
                </a:lnTo>
                <a:close/>
                <a:moveTo>
                  <a:pt x="914400" y="3162300"/>
                </a:moveTo>
                <a:lnTo>
                  <a:pt x="923925" y="3162300"/>
                </a:lnTo>
                <a:lnTo>
                  <a:pt x="923925" y="3171825"/>
                </a:lnTo>
                <a:lnTo>
                  <a:pt x="914400" y="3171825"/>
                </a:lnTo>
                <a:close/>
                <a:moveTo>
                  <a:pt x="1304925" y="3162300"/>
                </a:moveTo>
                <a:lnTo>
                  <a:pt x="1314450" y="3162300"/>
                </a:lnTo>
                <a:lnTo>
                  <a:pt x="1314450" y="3171825"/>
                </a:lnTo>
                <a:lnTo>
                  <a:pt x="1304925" y="3171825"/>
                </a:lnTo>
                <a:close/>
                <a:moveTo>
                  <a:pt x="1676400" y="3162300"/>
                </a:moveTo>
                <a:lnTo>
                  <a:pt x="1685925" y="3162300"/>
                </a:lnTo>
                <a:lnTo>
                  <a:pt x="1685925" y="3171825"/>
                </a:lnTo>
                <a:lnTo>
                  <a:pt x="1676400" y="3171825"/>
                </a:lnTo>
                <a:close/>
                <a:moveTo>
                  <a:pt x="752475" y="3171825"/>
                </a:moveTo>
                <a:lnTo>
                  <a:pt x="781050" y="3171825"/>
                </a:lnTo>
                <a:lnTo>
                  <a:pt x="781050" y="3181350"/>
                </a:lnTo>
                <a:lnTo>
                  <a:pt x="752475" y="3181350"/>
                </a:lnTo>
                <a:close/>
                <a:moveTo>
                  <a:pt x="847725" y="3171825"/>
                </a:moveTo>
                <a:lnTo>
                  <a:pt x="876300" y="3171825"/>
                </a:lnTo>
                <a:lnTo>
                  <a:pt x="876300" y="3181350"/>
                </a:lnTo>
                <a:lnTo>
                  <a:pt x="847725" y="3181350"/>
                </a:lnTo>
                <a:close/>
                <a:moveTo>
                  <a:pt x="923925" y="3171825"/>
                </a:moveTo>
                <a:lnTo>
                  <a:pt x="942975" y="3171825"/>
                </a:lnTo>
                <a:lnTo>
                  <a:pt x="942975" y="3181350"/>
                </a:lnTo>
                <a:lnTo>
                  <a:pt x="923925" y="3181350"/>
                </a:lnTo>
                <a:close/>
                <a:moveTo>
                  <a:pt x="1285875" y="3171825"/>
                </a:moveTo>
                <a:lnTo>
                  <a:pt x="1304925" y="3171825"/>
                </a:lnTo>
                <a:lnTo>
                  <a:pt x="1304925" y="3181350"/>
                </a:lnTo>
                <a:lnTo>
                  <a:pt x="1285875" y="3181350"/>
                </a:lnTo>
                <a:close/>
                <a:moveTo>
                  <a:pt x="1571625" y="3171825"/>
                </a:moveTo>
                <a:lnTo>
                  <a:pt x="1581150" y="3171825"/>
                </a:lnTo>
                <a:lnTo>
                  <a:pt x="1581150" y="3181350"/>
                </a:lnTo>
                <a:lnTo>
                  <a:pt x="1571625" y="3181350"/>
                </a:lnTo>
                <a:close/>
                <a:moveTo>
                  <a:pt x="1657350" y="3171825"/>
                </a:moveTo>
                <a:lnTo>
                  <a:pt x="1676400" y="3171825"/>
                </a:lnTo>
                <a:lnTo>
                  <a:pt x="1676400" y="3181350"/>
                </a:lnTo>
                <a:lnTo>
                  <a:pt x="1657350" y="3181350"/>
                </a:lnTo>
                <a:close/>
                <a:moveTo>
                  <a:pt x="942975" y="3181350"/>
                </a:moveTo>
                <a:lnTo>
                  <a:pt x="952500" y="3181350"/>
                </a:lnTo>
                <a:lnTo>
                  <a:pt x="952500" y="3200400"/>
                </a:lnTo>
                <a:lnTo>
                  <a:pt x="942975" y="3200400"/>
                </a:lnTo>
                <a:close/>
                <a:moveTo>
                  <a:pt x="1419225" y="3181350"/>
                </a:moveTo>
                <a:lnTo>
                  <a:pt x="1428750" y="3181350"/>
                </a:lnTo>
                <a:lnTo>
                  <a:pt x="1428750" y="3190875"/>
                </a:lnTo>
                <a:lnTo>
                  <a:pt x="1419225" y="3190875"/>
                </a:lnTo>
                <a:close/>
                <a:moveTo>
                  <a:pt x="1581150" y="3181350"/>
                </a:moveTo>
                <a:lnTo>
                  <a:pt x="1590675" y="3181350"/>
                </a:lnTo>
                <a:lnTo>
                  <a:pt x="1590675" y="3190875"/>
                </a:lnTo>
                <a:lnTo>
                  <a:pt x="1581150" y="3190875"/>
                </a:lnTo>
                <a:close/>
                <a:moveTo>
                  <a:pt x="123825" y="3190875"/>
                </a:moveTo>
                <a:lnTo>
                  <a:pt x="133350" y="3190875"/>
                </a:lnTo>
                <a:lnTo>
                  <a:pt x="133350" y="3200400"/>
                </a:lnTo>
                <a:lnTo>
                  <a:pt x="123825" y="3200400"/>
                </a:lnTo>
                <a:close/>
                <a:moveTo>
                  <a:pt x="314325" y="3200400"/>
                </a:moveTo>
                <a:lnTo>
                  <a:pt x="323850" y="3200400"/>
                </a:lnTo>
                <a:lnTo>
                  <a:pt x="323850" y="3209925"/>
                </a:lnTo>
                <a:lnTo>
                  <a:pt x="314325" y="3209925"/>
                </a:lnTo>
                <a:close/>
                <a:moveTo>
                  <a:pt x="371475" y="3200400"/>
                </a:moveTo>
                <a:lnTo>
                  <a:pt x="381000" y="3200400"/>
                </a:lnTo>
                <a:lnTo>
                  <a:pt x="381000" y="3209925"/>
                </a:lnTo>
                <a:lnTo>
                  <a:pt x="371475" y="3209925"/>
                </a:lnTo>
                <a:close/>
                <a:moveTo>
                  <a:pt x="304800" y="3209925"/>
                </a:moveTo>
                <a:lnTo>
                  <a:pt x="314325" y="3209925"/>
                </a:lnTo>
                <a:lnTo>
                  <a:pt x="314325" y="3219450"/>
                </a:lnTo>
                <a:lnTo>
                  <a:pt x="304800" y="3219450"/>
                </a:lnTo>
                <a:close/>
                <a:moveTo>
                  <a:pt x="200025" y="3219450"/>
                </a:moveTo>
                <a:lnTo>
                  <a:pt x="209550" y="3219450"/>
                </a:lnTo>
                <a:lnTo>
                  <a:pt x="209550" y="3228975"/>
                </a:lnTo>
                <a:lnTo>
                  <a:pt x="200025" y="3228975"/>
                </a:lnTo>
                <a:close/>
                <a:moveTo>
                  <a:pt x="285750" y="3219450"/>
                </a:moveTo>
                <a:lnTo>
                  <a:pt x="295275" y="3219450"/>
                </a:lnTo>
                <a:lnTo>
                  <a:pt x="295275" y="3228975"/>
                </a:lnTo>
                <a:lnTo>
                  <a:pt x="285750" y="3228975"/>
                </a:lnTo>
                <a:close/>
                <a:moveTo>
                  <a:pt x="123825" y="3238500"/>
                </a:moveTo>
                <a:lnTo>
                  <a:pt x="133350" y="3238500"/>
                </a:lnTo>
                <a:lnTo>
                  <a:pt x="133350" y="3257550"/>
                </a:lnTo>
                <a:lnTo>
                  <a:pt x="123825" y="3257550"/>
                </a:lnTo>
                <a:close/>
                <a:moveTo>
                  <a:pt x="152400" y="3257550"/>
                </a:moveTo>
                <a:lnTo>
                  <a:pt x="161925" y="3257550"/>
                </a:lnTo>
                <a:lnTo>
                  <a:pt x="161925" y="3267075"/>
                </a:lnTo>
                <a:lnTo>
                  <a:pt x="152400" y="3267075"/>
                </a:lnTo>
                <a:close/>
                <a:moveTo>
                  <a:pt x="133350" y="3267075"/>
                </a:moveTo>
                <a:lnTo>
                  <a:pt x="152400" y="3267075"/>
                </a:lnTo>
                <a:lnTo>
                  <a:pt x="152400" y="3286125"/>
                </a:lnTo>
                <a:lnTo>
                  <a:pt x="180975" y="3286125"/>
                </a:lnTo>
                <a:lnTo>
                  <a:pt x="180975" y="3276600"/>
                </a:lnTo>
                <a:lnTo>
                  <a:pt x="190500" y="3276600"/>
                </a:lnTo>
                <a:lnTo>
                  <a:pt x="190500" y="3286125"/>
                </a:lnTo>
                <a:lnTo>
                  <a:pt x="180975" y="3286125"/>
                </a:lnTo>
                <a:lnTo>
                  <a:pt x="180975" y="3295650"/>
                </a:lnTo>
                <a:lnTo>
                  <a:pt x="133350" y="3295650"/>
                </a:lnTo>
                <a:close/>
                <a:moveTo>
                  <a:pt x="219075" y="3267075"/>
                </a:moveTo>
                <a:lnTo>
                  <a:pt x="323850" y="3267075"/>
                </a:lnTo>
                <a:lnTo>
                  <a:pt x="323850" y="3276600"/>
                </a:lnTo>
                <a:lnTo>
                  <a:pt x="333375" y="3276600"/>
                </a:lnTo>
                <a:lnTo>
                  <a:pt x="333375" y="3267075"/>
                </a:lnTo>
                <a:lnTo>
                  <a:pt x="457200" y="3267075"/>
                </a:lnTo>
                <a:lnTo>
                  <a:pt x="457200" y="3276600"/>
                </a:lnTo>
                <a:lnTo>
                  <a:pt x="438150" y="3276600"/>
                </a:lnTo>
                <a:lnTo>
                  <a:pt x="438150" y="3286125"/>
                </a:lnTo>
                <a:lnTo>
                  <a:pt x="485775" y="3286125"/>
                </a:lnTo>
                <a:lnTo>
                  <a:pt x="485775" y="3267075"/>
                </a:lnTo>
                <a:lnTo>
                  <a:pt x="514350" y="3267075"/>
                </a:lnTo>
                <a:lnTo>
                  <a:pt x="514350" y="3276600"/>
                </a:lnTo>
                <a:lnTo>
                  <a:pt x="504825" y="3276600"/>
                </a:lnTo>
                <a:lnTo>
                  <a:pt x="504825" y="3286125"/>
                </a:lnTo>
                <a:lnTo>
                  <a:pt x="571500" y="3286125"/>
                </a:lnTo>
                <a:lnTo>
                  <a:pt x="571500" y="3295650"/>
                </a:lnTo>
                <a:lnTo>
                  <a:pt x="409575" y="3295650"/>
                </a:lnTo>
                <a:lnTo>
                  <a:pt x="409575" y="3286125"/>
                </a:lnTo>
                <a:lnTo>
                  <a:pt x="266700" y="3286125"/>
                </a:lnTo>
                <a:lnTo>
                  <a:pt x="266700" y="3295650"/>
                </a:lnTo>
                <a:lnTo>
                  <a:pt x="228600" y="3295650"/>
                </a:lnTo>
                <a:lnTo>
                  <a:pt x="228600" y="3286125"/>
                </a:lnTo>
                <a:lnTo>
                  <a:pt x="209550" y="3286125"/>
                </a:lnTo>
                <a:lnTo>
                  <a:pt x="209550" y="3276600"/>
                </a:lnTo>
                <a:lnTo>
                  <a:pt x="219075" y="3276600"/>
                </a:lnTo>
                <a:close/>
                <a:moveTo>
                  <a:pt x="533400" y="3267075"/>
                </a:moveTo>
                <a:lnTo>
                  <a:pt x="561975" y="3267075"/>
                </a:lnTo>
                <a:lnTo>
                  <a:pt x="561975" y="3276600"/>
                </a:lnTo>
                <a:lnTo>
                  <a:pt x="533400" y="3276600"/>
                </a:lnTo>
                <a:close/>
                <a:moveTo>
                  <a:pt x="590550" y="3267075"/>
                </a:moveTo>
                <a:lnTo>
                  <a:pt x="666750" y="3267075"/>
                </a:lnTo>
                <a:lnTo>
                  <a:pt x="666750" y="3286125"/>
                </a:lnTo>
                <a:lnTo>
                  <a:pt x="676275" y="3286125"/>
                </a:lnTo>
                <a:lnTo>
                  <a:pt x="676275" y="3267075"/>
                </a:lnTo>
                <a:lnTo>
                  <a:pt x="685800" y="3267075"/>
                </a:lnTo>
                <a:lnTo>
                  <a:pt x="685800" y="3295650"/>
                </a:lnTo>
                <a:lnTo>
                  <a:pt x="590550" y="3295650"/>
                </a:lnTo>
                <a:lnTo>
                  <a:pt x="590550" y="3286125"/>
                </a:lnTo>
                <a:lnTo>
                  <a:pt x="600075" y="3286125"/>
                </a:lnTo>
                <a:lnTo>
                  <a:pt x="600075" y="3276600"/>
                </a:lnTo>
                <a:lnTo>
                  <a:pt x="590550" y="3276600"/>
                </a:lnTo>
                <a:close/>
                <a:moveTo>
                  <a:pt x="704850" y="3267075"/>
                </a:moveTo>
                <a:lnTo>
                  <a:pt x="847725" y="3267075"/>
                </a:lnTo>
                <a:lnTo>
                  <a:pt x="847725" y="3276600"/>
                </a:lnTo>
                <a:lnTo>
                  <a:pt x="866775" y="3276600"/>
                </a:lnTo>
                <a:lnTo>
                  <a:pt x="866775" y="3267075"/>
                </a:lnTo>
                <a:lnTo>
                  <a:pt x="1000125" y="3267075"/>
                </a:lnTo>
                <a:lnTo>
                  <a:pt x="1000125" y="3286125"/>
                </a:lnTo>
                <a:lnTo>
                  <a:pt x="981075" y="3286125"/>
                </a:lnTo>
                <a:lnTo>
                  <a:pt x="981075" y="3295650"/>
                </a:lnTo>
                <a:lnTo>
                  <a:pt x="866775" y="3295650"/>
                </a:lnTo>
                <a:lnTo>
                  <a:pt x="866775" y="3286125"/>
                </a:lnTo>
                <a:lnTo>
                  <a:pt x="847725" y="3286125"/>
                </a:lnTo>
                <a:lnTo>
                  <a:pt x="847725" y="3295650"/>
                </a:lnTo>
                <a:lnTo>
                  <a:pt x="704850" y="3295650"/>
                </a:lnTo>
                <a:close/>
                <a:moveTo>
                  <a:pt x="1009650" y="3267075"/>
                </a:moveTo>
                <a:lnTo>
                  <a:pt x="1171575" y="3267075"/>
                </a:lnTo>
                <a:lnTo>
                  <a:pt x="1171575" y="3276600"/>
                </a:lnTo>
                <a:lnTo>
                  <a:pt x="1181100" y="3276600"/>
                </a:lnTo>
                <a:lnTo>
                  <a:pt x="1181100" y="3267075"/>
                </a:lnTo>
                <a:lnTo>
                  <a:pt x="1323975" y="3267075"/>
                </a:lnTo>
                <a:lnTo>
                  <a:pt x="1323975" y="3286125"/>
                </a:lnTo>
                <a:lnTo>
                  <a:pt x="1333500" y="3286125"/>
                </a:lnTo>
                <a:lnTo>
                  <a:pt x="1333500" y="3267075"/>
                </a:lnTo>
                <a:lnTo>
                  <a:pt x="1466850" y="3267075"/>
                </a:lnTo>
                <a:lnTo>
                  <a:pt x="1466850" y="3286125"/>
                </a:lnTo>
                <a:lnTo>
                  <a:pt x="1428750" y="3286125"/>
                </a:lnTo>
                <a:lnTo>
                  <a:pt x="1428750" y="3295650"/>
                </a:lnTo>
                <a:lnTo>
                  <a:pt x="1438275" y="3295650"/>
                </a:lnTo>
                <a:lnTo>
                  <a:pt x="1438275" y="3305175"/>
                </a:lnTo>
                <a:lnTo>
                  <a:pt x="1419225" y="3305175"/>
                </a:lnTo>
                <a:lnTo>
                  <a:pt x="1419225" y="3295650"/>
                </a:lnTo>
                <a:lnTo>
                  <a:pt x="1314450" y="3295650"/>
                </a:lnTo>
                <a:lnTo>
                  <a:pt x="1314450" y="3286125"/>
                </a:lnTo>
                <a:lnTo>
                  <a:pt x="1266825" y="3286125"/>
                </a:lnTo>
                <a:lnTo>
                  <a:pt x="1266825" y="3295650"/>
                </a:lnTo>
                <a:lnTo>
                  <a:pt x="1247775" y="3295650"/>
                </a:lnTo>
                <a:lnTo>
                  <a:pt x="1247775" y="3286125"/>
                </a:lnTo>
                <a:lnTo>
                  <a:pt x="1047750" y="3286125"/>
                </a:lnTo>
                <a:lnTo>
                  <a:pt x="1047750" y="3295650"/>
                </a:lnTo>
                <a:lnTo>
                  <a:pt x="1028700" y="3295650"/>
                </a:lnTo>
                <a:lnTo>
                  <a:pt x="1028700" y="3286125"/>
                </a:lnTo>
                <a:lnTo>
                  <a:pt x="1009650" y="3286125"/>
                </a:lnTo>
                <a:close/>
                <a:moveTo>
                  <a:pt x="1485900" y="3267075"/>
                </a:moveTo>
                <a:lnTo>
                  <a:pt x="1543050" y="3267075"/>
                </a:lnTo>
                <a:lnTo>
                  <a:pt x="1543050" y="3276600"/>
                </a:lnTo>
                <a:lnTo>
                  <a:pt x="1504950" y="3276600"/>
                </a:lnTo>
                <a:lnTo>
                  <a:pt x="1504950" y="3286125"/>
                </a:lnTo>
                <a:lnTo>
                  <a:pt x="1485900" y="3286125"/>
                </a:lnTo>
                <a:close/>
                <a:moveTo>
                  <a:pt x="1581150" y="3267075"/>
                </a:moveTo>
                <a:lnTo>
                  <a:pt x="1676400" y="3267075"/>
                </a:lnTo>
                <a:lnTo>
                  <a:pt x="1676400" y="3276600"/>
                </a:lnTo>
                <a:lnTo>
                  <a:pt x="1685925" y="3276600"/>
                </a:lnTo>
                <a:lnTo>
                  <a:pt x="1685925" y="3286125"/>
                </a:lnTo>
                <a:lnTo>
                  <a:pt x="1666875" y="3286125"/>
                </a:lnTo>
                <a:lnTo>
                  <a:pt x="1666875" y="3276600"/>
                </a:lnTo>
                <a:lnTo>
                  <a:pt x="1609725" y="3276600"/>
                </a:lnTo>
                <a:lnTo>
                  <a:pt x="1609725" y="3286125"/>
                </a:lnTo>
                <a:lnTo>
                  <a:pt x="1600200" y="3286125"/>
                </a:lnTo>
                <a:lnTo>
                  <a:pt x="1600200" y="3276600"/>
                </a:lnTo>
                <a:lnTo>
                  <a:pt x="1581150" y="3276600"/>
                </a:lnTo>
                <a:close/>
                <a:moveTo>
                  <a:pt x="1228725" y="3324225"/>
                </a:moveTo>
                <a:lnTo>
                  <a:pt x="1238250" y="3324225"/>
                </a:lnTo>
                <a:lnTo>
                  <a:pt x="1238250" y="3333750"/>
                </a:lnTo>
                <a:lnTo>
                  <a:pt x="1228725" y="3333750"/>
                </a:lnTo>
                <a:close/>
                <a:moveTo>
                  <a:pt x="952500" y="3333750"/>
                </a:moveTo>
                <a:lnTo>
                  <a:pt x="962025" y="3333750"/>
                </a:lnTo>
                <a:lnTo>
                  <a:pt x="962025" y="3343275"/>
                </a:lnTo>
                <a:lnTo>
                  <a:pt x="952500" y="3343275"/>
                </a:lnTo>
                <a:close/>
                <a:moveTo>
                  <a:pt x="1219200" y="3333750"/>
                </a:moveTo>
                <a:lnTo>
                  <a:pt x="1228725" y="3333750"/>
                </a:lnTo>
                <a:lnTo>
                  <a:pt x="1228725" y="3343275"/>
                </a:lnTo>
                <a:lnTo>
                  <a:pt x="1219200" y="3343275"/>
                </a:lnTo>
                <a:close/>
                <a:moveTo>
                  <a:pt x="257175" y="3343275"/>
                </a:moveTo>
                <a:lnTo>
                  <a:pt x="276225" y="3343275"/>
                </a:lnTo>
                <a:lnTo>
                  <a:pt x="276225" y="3362325"/>
                </a:lnTo>
                <a:lnTo>
                  <a:pt x="257175" y="3362325"/>
                </a:lnTo>
                <a:close/>
                <a:moveTo>
                  <a:pt x="561975" y="3352800"/>
                </a:moveTo>
                <a:lnTo>
                  <a:pt x="571500" y="3352800"/>
                </a:lnTo>
                <a:lnTo>
                  <a:pt x="571500" y="3362325"/>
                </a:lnTo>
                <a:lnTo>
                  <a:pt x="561975" y="3362325"/>
                </a:lnTo>
                <a:close/>
                <a:moveTo>
                  <a:pt x="123825" y="3362325"/>
                </a:moveTo>
                <a:lnTo>
                  <a:pt x="133350" y="3362325"/>
                </a:lnTo>
                <a:lnTo>
                  <a:pt x="133350" y="3371850"/>
                </a:lnTo>
                <a:lnTo>
                  <a:pt x="123825" y="3371850"/>
                </a:lnTo>
                <a:close/>
                <a:moveTo>
                  <a:pt x="228600" y="3381375"/>
                </a:moveTo>
                <a:lnTo>
                  <a:pt x="238125" y="3381375"/>
                </a:lnTo>
                <a:lnTo>
                  <a:pt x="238125" y="3400425"/>
                </a:lnTo>
                <a:lnTo>
                  <a:pt x="228600" y="3400425"/>
                </a:lnTo>
                <a:close/>
                <a:moveTo>
                  <a:pt x="323850" y="3381375"/>
                </a:moveTo>
                <a:lnTo>
                  <a:pt x="333375" y="3381375"/>
                </a:lnTo>
                <a:lnTo>
                  <a:pt x="333375" y="3390900"/>
                </a:lnTo>
                <a:lnTo>
                  <a:pt x="342900" y="3390900"/>
                </a:lnTo>
                <a:lnTo>
                  <a:pt x="342900" y="3419475"/>
                </a:lnTo>
                <a:lnTo>
                  <a:pt x="333375" y="3419475"/>
                </a:lnTo>
                <a:lnTo>
                  <a:pt x="333375" y="3429000"/>
                </a:lnTo>
                <a:lnTo>
                  <a:pt x="323850" y="3429000"/>
                </a:lnTo>
                <a:close/>
                <a:moveTo>
                  <a:pt x="923925" y="3419475"/>
                </a:moveTo>
                <a:lnTo>
                  <a:pt x="942975" y="3419475"/>
                </a:lnTo>
                <a:lnTo>
                  <a:pt x="942975" y="3429000"/>
                </a:lnTo>
                <a:lnTo>
                  <a:pt x="923925" y="3429000"/>
                </a:lnTo>
                <a:close/>
                <a:moveTo>
                  <a:pt x="219075" y="3438525"/>
                </a:moveTo>
                <a:lnTo>
                  <a:pt x="228600" y="3438525"/>
                </a:lnTo>
                <a:lnTo>
                  <a:pt x="228600" y="3448050"/>
                </a:lnTo>
                <a:lnTo>
                  <a:pt x="219075" y="3448050"/>
                </a:lnTo>
                <a:close/>
                <a:moveTo>
                  <a:pt x="314325" y="3438525"/>
                </a:moveTo>
                <a:lnTo>
                  <a:pt x="323850" y="3438525"/>
                </a:lnTo>
                <a:lnTo>
                  <a:pt x="323850" y="3448050"/>
                </a:lnTo>
                <a:lnTo>
                  <a:pt x="314325" y="3448050"/>
                </a:lnTo>
                <a:close/>
                <a:moveTo>
                  <a:pt x="1190625" y="3438525"/>
                </a:moveTo>
                <a:lnTo>
                  <a:pt x="1200150" y="3438525"/>
                </a:lnTo>
                <a:lnTo>
                  <a:pt x="1200150" y="3448050"/>
                </a:lnTo>
                <a:lnTo>
                  <a:pt x="1190625" y="3448050"/>
                </a:lnTo>
                <a:close/>
                <a:moveTo>
                  <a:pt x="1104900" y="3448050"/>
                </a:moveTo>
                <a:lnTo>
                  <a:pt x="1133475" y="3448050"/>
                </a:lnTo>
                <a:lnTo>
                  <a:pt x="1133475" y="3457575"/>
                </a:lnTo>
                <a:lnTo>
                  <a:pt x="1152525" y="3457575"/>
                </a:lnTo>
                <a:lnTo>
                  <a:pt x="1152525" y="3476625"/>
                </a:lnTo>
                <a:lnTo>
                  <a:pt x="1143000" y="3476625"/>
                </a:lnTo>
                <a:lnTo>
                  <a:pt x="1143000" y="3467100"/>
                </a:lnTo>
                <a:lnTo>
                  <a:pt x="1133475" y="3467100"/>
                </a:lnTo>
                <a:lnTo>
                  <a:pt x="1133475" y="3476625"/>
                </a:lnTo>
                <a:lnTo>
                  <a:pt x="1123950" y="3476625"/>
                </a:lnTo>
                <a:lnTo>
                  <a:pt x="1123950" y="3467100"/>
                </a:lnTo>
                <a:lnTo>
                  <a:pt x="1085850" y="3467100"/>
                </a:lnTo>
                <a:lnTo>
                  <a:pt x="1085850" y="3457575"/>
                </a:lnTo>
                <a:lnTo>
                  <a:pt x="1104900" y="3457575"/>
                </a:lnTo>
                <a:close/>
                <a:moveTo>
                  <a:pt x="190500" y="3457575"/>
                </a:moveTo>
                <a:lnTo>
                  <a:pt x="200025" y="3457575"/>
                </a:lnTo>
                <a:lnTo>
                  <a:pt x="200025" y="3467100"/>
                </a:lnTo>
                <a:lnTo>
                  <a:pt x="190500" y="3467100"/>
                </a:lnTo>
                <a:close/>
                <a:moveTo>
                  <a:pt x="209550" y="3457575"/>
                </a:moveTo>
                <a:lnTo>
                  <a:pt x="219075" y="3457575"/>
                </a:lnTo>
                <a:lnTo>
                  <a:pt x="219075" y="3476625"/>
                </a:lnTo>
                <a:lnTo>
                  <a:pt x="228600" y="3476625"/>
                </a:lnTo>
                <a:lnTo>
                  <a:pt x="228600" y="3486150"/>
                </a:lnTo>
                <a:lnTo>
                  <a:pt x="209550" y="3486150"/>
                </a:lnTo>
                <a:close/>
                <a:moveTo>
                  <a:pt x="152400" y="3467100"/>
                </a:moveTo>
                <a:lnTo>
                  <a:pt x="171450" y="3467100"/>
                </a:lnTo>
                <a:lnTo>
                  <a:pt x="171450" y="3476625"/>
                </a:lnTo>
                <a:lnTo>
                  <a:pt x="180975" y="3476625"/>
                </a:lnTo>
                <a:lnTo>
                  <a:pt x="180975" y="3486150"/>
                </a:lnTo>
                <a:lnTo>
                  <a:pt x="190500" y="3486150"/>
                </a:lnTo>
                <a:lnTo>
                  <a:pt x="190500" y="3476625"/>
                </a:lnTo>
                <a:lnTo>
                  <a:pt x="200025" y="3476625"/>
                </a:lnTo>
                <a:lnTo>
                  <a:pt x="200025" y="3486150"/>
                </a:lnTo>
                <a:lnTo>
                  <a:pt x="190500" y="3486150"/>
                </a:lnTo>
                <a:lnTo>
                  <a:pt x="190500" y="3524250"/>
                </a:lnTo>
                <a:lnTo>
                  <a:pt x="171450" y="3524250"/>
                </a:lnTo>
                <a:lnTo>
                  <a:pt x="171450" y="3514725"/>
                </a:lnTo>
                <a:lnTo>
                  <a:pt x="161925" y="3514725"/>
                </a:lnTo>
                <a:lnTo>
                  <a:pt x="161925" y="3543300"/>
                </a:lnTo>
                <a:lnTo>
                  <a:pt x="152400" y="3543300"/>
                </a:lnTo>
                <a:lnTo>
                  <a:pt x="152400" y="3505200"/>
                </a:lnTo>
                <a:lnTo>
                  <a:pt x="142875" y="3505200"/>
                </a:lnTo>
                <a:lnTo>
                  <a:pt x="142875" y="3476625"/>
                </a:lnTo>
                <a:lnTo>
                  <a:pt x="152400" y="3476625"/>
                </a:lnTo>
                <a:close/>
                <a:moveTo>
                  <a:pt x="828675" y="3476625"/>
                </a:moveTo>
                <a:lnTo>
                  <a:pt x="857250" y="3476625"/>
                </a:lnTo>
                <a:lnTo>
                  <a:pt x="857250" y="3486150"/>
                </a:lnTo>
                <a:lnTo>
                  <a:pt x="828675" y="3486150"/>
                </a:lnTo>
                <a:close/>
                <a:moveTo>
                  <a:pt x="1038225" y="3476625"/>
                </a:moveTo>
                <a:lnTo>
                  <a:pt x="1047750" y="3476625"/>
                </a:lnTo>
                <a:lnTo>
                  <a:pt x="1047750" y="3486150"/>
                </a:lnTo>
                <a:lnTo>
                  <a:pt x="1038225" y="3486150"/>
                </a:lnTo>
                <a:close/>
                <a:moveTo>
                  <a:pt x="1162050" y="3486150"/>
                </a:moveTo>
                <a:lnTo>
                  <a:pt x="1171575" y="3486150"/>
                </a:lnTo>
                <a:lnTo>
                  <a:pt x="1171575" y="3495675"/>
                </a:lnTo>
                <a:lnTo>
                  <a:pt x="1162050" y="3495675"/>
                </a:lnTo>
                <a:close/>
                <a:moveTo>
                  <a:pt x="1200150" y="3486150"/>
                </a:moveTo>
                <a:lnTo>
                  <a:pt x="1219200" y="3486150"/>
                </a:lnTo>
                <a:lnTo>
                  <a:pt x="1219200" y="3495675"/>
                </a:lnTo>
                <a:lnTo>
                  <a:pt x="1200150" y="3495675"/>
                </a:lnTo>
                <a:close/>
                <a:moveTo>
                  <a:pt x="1238250" y="3486150"/>
                </a:moveTo>
                <a:lnTo>
                  <a:pt x="1247775" y="3486150"/>
                </a:lnTo>
                <a:lnTo>
                  <a:pt x="1247775" y="3495675"/>
                </a:lnTo>
                <a:lnTo>
                  <a:pt x="1238250" y="3495675"/>
                </a:lnTo>
                <a:close/>
                <a:moveTo>
                  <a:pt x="1676400" y="3543300"/>
                </a:moveTo>
                <a:lnTo>
                  <a:pt x="1695450" y="3543300"/>
                </a:lnTo>
                <a:lnTo>
                  <a:pt x="1695450" y="3562350"/>
                </a:lnTo>
                <a:lnTo>
                  <a:pt x="1685925" y="3562350"/>
                </a:lnTo>
                <a:lnTo>
                  <a:pt x="1685925" y="3552825"/>
                </a:lnTo>
                <a:lnTo>
                  <a:pt x="1676400" y="3552825"/>
                </a:lnTo>
                <a:close/>
                <a:moveTo>
                  <a:pt x="1562100" y="3619500"/>
                </a:moveTo>
                <a:lnTo>
                  <a:pt x="1581150" y="3619500"/>
                </a:lnTo>
                <a:lnTo>
                  <a:pt x="1581150" y="3657600"/>
                </a:lnTo>
                <a:lnTo>
                  <a:pt x="1543050" y="3657600"/>
                </a:lnTo>
                <a:lnTo>
                  <a:pt x="1543050" y="3667125"/>
                </a:lnTo>
                <a:lnTo>
                  <a:pt x="1514475" y="3667125"/>
                </a:lnTo>
                <a:lnTo>
                  <a:pt x="1514475" y="3657600"/>
                </a:lnTo>
                <a:lnTo>
                  <a:pt x="1533525" y="3657600"/>
                </a:lnTo>
                <a:lnTo>
                  <a:pt x="1533525" y="3648075"/>
                </a:lnTo>
                <a:lnTo>
                  <a:pt x="1524000" y="3648075"/>
                </a:lnTo>
                <a:lnTo>
                  <a:pt x="1524000" y="3638550"/>
                </a:lnTo>
                <a:lnTo>
                  <a:pt x="1543050" y="3638550"/>
                </a:lnTo>
                <a:lnTo>
                  <a:pt x="1543050" y="3648075"/>
                </a:lnTo>
                <a:lnTo>
                  <a:pt x="1562100" y="3648075"/>
                </a:lnTo>
                <a:lnTo>
                  <a:pt x="1562100" y="3638550"/>
                </a:lnTo>
                <a:lnTo>
                  <a:pt x="1552575" y="3638550"/>
                </a:lnTo>
                <a:lnTo>
                  <a:pt x="1552575" y="3629025"/>
                </a:lnTo>
                <a:lnTo>
                  <a:pt x="1562100" y="3629025"/>
                </a:lnTo>
                <a:close/>
                <a:moveTo>
                  <a:pt x="1609725" y="3629025"/>
                </a:moveTo>
                <a:lnTo>
                  <a:pt x="1619250" y="3629025"/>
                </a:lnTo>
                <a:lnTo>
                  <a:pt x="1619250" y="3638550"/>
                </a:lnTo>
                <a:lnTo>
                  <a:pt x="1609725" y="3638550"/>
                </a:lnTo>
                <a:close/>
                <a:moveTo>
                  <a:pt x="266700" y="3638550"/>
                </a:moveTo>
                <a:lnTo>
                  <a:pt x="276225" y="3638550"/>
                </a:lnTo>
                <a:lnTo>
                  <a:pt x="276225" y="3648075"/>
                </a:lnTo>
                <a:lnTo>
                  <a:pt x="266700" y="3648075"/>
                </a:lnTo>
                <a:close/>
                <a:moveTo>
                  <a:pt x="1590675" y="3638550"/>
                </a:moveTo>
                <a:lnTo>
                  <a:pt x="1600200" y="3638550"/>
                </a:lnTo>
                <a:lnTo>
                  <a:pt x="1600200" y="3648075"/>
                </a:lnTo>
                <a:lnTo>
                  <a:pt x="1590675" y="3648075"/>
                </a:lnTo>
                <a:close/>
                <a:moveTo>
                  <a:pt x="295275" y="3648075"/>
                </a:moveTo>
                <a:lnTo>
                  <a:pt x="314325" y="3648075"/>
                </a:lnTo>
                <a:lnTo>
                  <a:pt x="314325" y="3657600"/>
                </a:lnTo>
                <a:lnTo>
                  <a:pt x="295275" y="3657600"/>
                </a:lnTo>
                <a:close/>
                <a:moveTo>
                  <a:pt x="1857375" y="3752850"/>
                </a:moveTo>
                <a:lnTo>
                  <a:pt x="1866900" y="3752850"/>
                </a:lnTo>
                <a:lnTo>
                  <a:pt x="1866900" y="3781425"/>
                </a:lnTo>
                <a:lnTo>
                  <a:pt x="1857375" y="3781425"/>
                </a:lnTo>
                <a:close/>
                <a:moveTo>
                  <a:pt x="0" y="3781425"/>
                </a:moveTo>
                <a:lnTo>
                  <a:pt x="9525" y="3781425"/>
                </a:lnTo>
                <a:lnTo>
                  <a:pt x="9525" y="3790950"/>
                </a:lnTo>
                <a:lnTo>
                  <a:pt x="0" y="3790950"/>
                </a:lnTo>
                <a:close/>
              </a:path>
            </a:pathLst>
          </a:custGeom>
          <a:solidFill xmlns:a="http://schemas.openxmlformats.org/drawingml/2006/main">
            <a:srgbClr val="EFEBDE"/>
          </a:solidFill>
          <a:ln xmlns:a="http://schemas.openxmlformats.org/drawingml/2006/main" w="0">
            <a:noFill/>
          </a:ln>
        </p:spPr>
      </p:sp>
      <p:sp>
        <p:nvSpPr>
          <p:cNvPr id="48" name="profit vector #ede7da">
            <a:extLst xmlns:a="http://schemas.openxmlformats.org/drawingml/2006/main">
              <a:ext uri="{FF2B5EF4-FFF2-40B4-BE49-F238E27FC236}">
                <a16:creationId xmlns:a16="http://schemas.microsoft.com/office/drawing/2014/main" id="{EEF3FFEC-1390-4E86-A386-6497E410D3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29825" y="1447800"/>
            <a:ext cx="2200275" cy="4467225"/>
          </a:xfrm>
          <a:custGeom xmlns:a="http://schemas.openxmlformats.org/drawingml/2006/main">
            <a:pathLst>
              <a:path w="1866900" h="3790950">
                <a:moveTo>
                  <a:pt x="771525" y="9525"/>
                </a:moveTo>
                <a:lnTo>
                  <a:pt x="790575" y="9525"/>
                </a:lnTo>
                <a:lnTo>
                  <a:pt x="790575" y="19050"/>
                </a:lnTo>
                <a:lnTo>
                  <a:pt x="809625" y="19050"/>
                </a:lnTo>
                <a:lnTo>
                  <a:pt x="809625" y="28575"/>
                </a:lnTo>
                <a:lnTo>
                  <a:pt x="800100" y="28575"/>
                </a:lnTo>
                <a:lnTo>
                  <a:pt x="800100" y="38100"/>
                </a:lnTo>
                <a:lnTo>
                  <a:pt x="828675" y="38100"/>
                </a:lnTo>
                <a:lnTo>
                  <a:pt x="828675" y="19050"/>
                </a:lnTo>
                <a:lnTo>
                  <a:pt x="923925" y="19050"/>
                </a:lnTo>
                <a:lnTo>
                  <a:pt x="923925" y="38100"/>
                </a:lnTo>
                <a:lnTo>
                  <a:pt x="942975" y="38100"/>
                </a:lnTo>
                <a:lnTo>
                  <a:pt x="942975" y="28575"/>
                </a:lnTo>
                <a:lnTo>
                  <a:pt x="933450" y="28575"/>
                </a:lnTo>
                <a:lnTo>
                  <a:pt x="933450" y="19050"/>
                </a:lnTo>
                <a:lnTo>
                  <a:pt x="1019175" y="19050"/>
                </a:lnTo>
                <a:lnTo>
                  <a:pt x="1019175" y="28575"/>
                </a:lnTo>
                <a:lnTo>
                  <a:pt x="1009650" y="28575"/>
                </a:lnTo>
                <a:lnTo>
                  <a:pt x="1009650" y="38100"/>
                </a:lnTo>
                <a:lnTo>
                  <a:pt x="1066800" y="38100"/>
                </a:lnTo>
                <a:lnTo>
                  <a:pt x="1066800" y="28575"/>
                </a:lnTo>
                <a:lnTo>
                  <a:pt x="1057275" y="28575"/>
                </a:lnTo>
                <a:lnTo>
                  <a:pt x="1057275" y="19050"/>
                </a:lnTo>
                <a:lnTo>
                  <a:pt x="1114425" y="19050"/>
                </a:lnTo>
                <a:lnTo>
                  <a:pt x="1114425" y="38100"/>
                </a:lnTo>
                <a:lnTo>
                  <a:pt x="1162050" y="38100"/>
                </a:lnTo>
                <a:lnTo>
                  <a:pt x="1162050" y="19050"/>
                </a:lnTo>
                <a:lnTo>
                  <a:pt x="1171575" y="19050"/>
                </a:lnTo>
                <a:lnTo>
                  <a:pt x="1171575" y="9525"/>
                </a:lnTo>
                <a:lnTo>
                  <a:pt x="1181100" y="9525"/>
                </a:lnTo>
                <a:lnTo>
                  <a:pt x="1181100" y="19050"/>
                </a:lnTo>
                <a:lnTo>
                  <a:pt x="1190625" y="19050"/>
                </a:lnTo>
                <a:lnTo>
                  <a:pt x="1190625" y="38100"/>
                </a:lnTo>
                <a:lnTo>
                  <a:pt x="1219200" y="38100"/>
                </a:lnTo>
                <a:lnTo>
                  <a:pt x="1219200" y="19050"/>
                </a:lnTo>
                <a:lnTo>
                  <a:pt x="1257300" y="19050"/>
                </a:lnTo>
                <a:lnTo>
                  <a:pt x="1257300" y="9525"/>
                </a:lnTo>
                <a:lnTo>
                  <a:pt x="1266825" y="9525"/>
                </a:lnTo>
                <a:lnTo>
                  <a:pt x="1266825" y="19050"/>
                </a:lnTo>
                <a:lnTo>
                  <a:pt x="1352550" y="19050"/>
                </a:lnTo>
                <a:lnTo>
                  <a:pt x="1352550" y="28575"/>
                </a:lnTo>
                <a:lnTo>
                  <a:pt x="1314450" y="28575"/>
                </a:lnTo>
                <a:lnTo>
                  <a:pt x="1314450" y="38100"/>
                </a:lnTo>
                <a:lnTo>
                  <a:pt x="1400175" y="38100"/>
                </a:lnTo>
                <a:lnTo>
                  <a:pt x="1400175" y="28575"/>
                </a:lnTo>
                <a:lnTo>
                  <a:pt x="1381125" y="28575"/>
                </a:lnTo>
                <a:lnTo>
                  <a:pt x="1381125" y="19050"/>
                </a:lnTo>
                <a:lnTo>
                  <a:pt x="1409700" y="19050"/>
                </a:lnTo>
                <a:lnTo>
                  <a:pt x="1409700" y="38100"/>
                </a:lnTo>
                <a:lnTo>
                  <a:pt x="1524000" y="38100"/>
                </a:lnTo>
                <a:lnTo>
                  <a:pt x="1524000" y="47625"/>
                </a:lnTo>
                <a:lnTo>
                  <a:pt x="428625" y="47625"/>
                </a:lnTo>
                <a:lnTo>
                  <a:pt x="428625" y="38100"/>
                </a:lnTo>
                <a:lnTo>
                  <a:pt x="504825" y="38100"/>
                </a:lnTo>
                <a:lnTo>
                  <a:pt x="504825" y="19050"/>
                </a:lnTo>
                <a:lnTo>
                  <a:pt x="561975" y="19050"/>
                </a:lnTo>
                <a:lnTo>
                  <a:pt x="561975" y="38100"/>
                </a:lnTo>
                <a:lnTo>
                  <a:pt x="590550" y="38100"/>
                </a:lnTo>
                <a:lnTo>
                  <a:pt x="590550" y="28575"/>
                </a:lnTo>
                <a:lnTo>
                  <a:pt x="581025" y="28575"/>
                </a:lnTo>
                <a:lnTo>
                  <a:pt x="581025" y="19050"/>
                </a:lnTo>
                <a:lnTo>
                  <a:pt x="647700" y="19050"/>
                </a:lnTo>
                <a:lnTo>
                  <a:pt x="647700" y="28575"/>
                </a:lnTo>
                <a:lnTo>
                  <a:pt x="619125" y="28575"/>
                </a:lnTo>
                <a:lnTo>
                  <a:pt x="619125" y="38100"/>
                </a:lnTo>
                <a:lnTo>
                  <a:pt x="695325" y="38100"/>
                </a:lnTo>
                <a:lnTo>
                  <a:pt x="695325" y="19050"/>
                </a:lnTo>
                <a:lnTo>
                  <a:pt x="771525" y="19050"/>
                </a:lnTo>
                <a:close/>
                <a:moveTo>
                  <a:pt x="657225" y="19050"/>
                </a:moveTo>
                <a:lnTo>
                  <a:pt x="666750" y="19050"/>
                </a:lnTo>
                <a:lnTo>
                  <a:pt x="666750" y="28575"/>
                </a:lnTo>
                <a:lnTo>
                  <a:pt x="657225" y="28575"/>
                </a:lnTo>
                <a:close/>
                <a:moveTo>
                  <a:pt x="371475" y="38100"/>
                </a:moveTo>
                <a:lnTo>
                  <a:pt x="400050" y="38100"/>
                </a:lnTo>
                <a:lnTo>
                  <a:pt x="400050" y="47625"/>
                </a:lnTo>
                <a:lnTo>
                  <a:pt x="371475" y="47625"/>
                </a:lnTo>
                <a:close/>
                <a:moveTo>
                  <a:pt x="742950" y="38100"/>
                </a:moveTo>
                <a:lnTo>
                  <a:pt x="752475" y="38100"/>
                </a:lnTo>
                <a:lnTo>
                  <a:pt x="752475" y="28575"/>
                </a:lnTo>
                <a:lnTo>
                  <a:pt x="742950" y="28575"/>
                </a:lnTo>
                <a:close/>
                <a:moveTo>
                  <a:pt x="990600" y="38100"/>
                </a:moveTo>
                <a:lnTo>
                  <a:pt x="1000125" y="38100"/>
                </a:lnTo>
                <a:lnTo>
                  <a:pt x="1000125" y="28575"/>
                </a:lnTo>
                <a:lnTo>
                  <a:pt x="990600" y="28575"/>
                </a:lnTo>
                <a:close/>
                <a:moveTo>
                  <a:pt x="1533525" y="38100"/>
                </a:moveTo>
                <a:lnTo>
                  <a:pt x="1543050" y="38100"/>
                </a:lnTo>
                <a:lnTo>
                  <a:pt x="1543050" y="47625"/>
                </a:lnTo>
                <a:lnTo>
                  <a:pt x="1571625" y="47625"/>
                </a:lnTo>
                <a:lnTo>
                  <a:pt x="1571625" y="57150"/>
                </a:lnTo>
                <a:lnTo>
                  <a:pt x="1524000" y="57150"/>
                </a:lnTo>
                <a:lnTo>
                  <a:pt x="1524000" y="47625"/>
                </a:lnTo>
                <a:lnTo>
                  <a:pt x="1533525" y="47625"/>
                </a:lnTo>
                <a:close/>
                <a:moveTo>
                  <a:pt x="323850" y="47625"/>
                </a:moveTo>
                <a:lnTo>
                  <a:pt x="333375" y="47625"/>
                </a:lnTo>
                <a:lnTo>
                  <a:pt x="333375" y="57150"/>
                </a:lnTo>
                <a:lnTo>
                  <a:pt x="323850" y="57150"/>
                </a:lnTo>
                <a:close/>
                <a:moveTo>
                  <a:pt x="1571625" y="57150"/>
                </a:moveTo>
                <a:lnTo>
                  <a:pt x="1581150" y="57150"/>
                </a:lnTo>
                <a:lnTo>
                  <a:pt x="1581150" y="66675"/>
                </a:lnTo>
                <a:lnTo>
                  <a:pt x="1571625" y="66675"/>
                </a:lnTo>
                <a:close/>
                <a:moveTo>
                  <a:pt x="247650" y="66675"/>
                </a:moveTo>
                <a:lnTo>
                  <a:pt x="257175" y="66675"/>
                </a:lnTo>
                <a:lnTo>
                  <a:pt x="257175" y="76200"/>
                </a:lnTo>
                <a:lnTo>
                  <a:pt x="247650" y="76200"/>
                </a:lnTo>
                <a:close/>
                <a:moveTo>
                  <a:pt x="1600200" y="66675"/>
                </a:moveTo>
                <a:lnTo>
                  <a:pt x="1619250" y="66675"/>
                </a:lnTo>
                <a:lnTo>
                  <a:pt x="1619250" y="76200"/>
                </a:lnTo>
                <a:lnTo>
                  <a:pt x="1600200" y="76200"/>
                </a:lnTo>
                <a:close/>
                <a:moveTo>
                  <a:pt x="1647825" y="85725"/>
                </a:moveTo>
                <a:lnTo>
                  <a:pt x="1657350" y="85725"/>
                </a:lnTo>
                <a:lnTo>
                  <a:pt x="1657350" y="95250"/>
                </a:lnTo>
                <a:lnTo>
                  <a:pt x="1647825" y="95250"/>
                </a:lnTo>
                <a:close/>
                <a:moveTo>
                  <a:pt x="142875" y="95250"/>
                </a:moveTo>
                <a:lnTo>
                  <a:pt x="161925" y="95250"/>
                </a:lnTo>
                <a:lnTo>
                  <a:pt x="161925" y="104775"/>
                </a:lnTo>
                <a:lnTo>
                  <a:pt x="180975" y="104775"/>
                </a:lnTo>
                <a:lnTo>
                  <a:pt x="180975" y="114300"/>
                </a:lnTo>
                <a:lnTo>
                  <a:pt x="161925" y="114300"/>
                </a:lnTo>
                <a:lnTo>
                  <a:pt x="161925" y="123825"/>
                </a:lnTo>
                <a:lnTo>
                  <a:pt x="152400" y="123825"/>
                </a:lnTo>
                <a:lnTo>
                  <a:pt x="152400" y="133350"/>
                </a:lnTo>
                <a:lnTo>
                  <a:pt x="142875" y="133350"/>
                </a:lnTo>
                <a:lnTo>
                  <a:pt x="142875" y="142875"/>
                </a:lnTo>
                <a:lnTo>
                  <a:pt x="133350" y="142875"/>
                </a:lnTo>
                <a:lnTo>
                  <a:pt x="133350" y="152400"/>
                </a:lnTo>
                <a:lnTo>
                  <a:pt x="123825" y="152400"/>
                </a:lnTo>
                <a:lnTo>
                  <a:pt x="123825" y="171450"/>
                </a:lnTo>
                <a:lnTo>
                  <a:pt x="114300" y="171450"/>
                </a:lnTo>
                <a:lnTo>
                  <a:pt x="114300" y="180975"/>
                </a:lnTo>
                <a:lnTo>
                  <a:pt x="104775" y="180975"/>
                </a:lnTo>
                <a:lnTo>
                  <a:pt x="104775" y="200025"/>
                </a:lnTo>
                <a:lnTo>
                  <a:pt x="95250" y="200025"/>
                </a:lnTo>
                <a:lnTo>
                  <a:pt x="95250" y="209550"/>
                </a:lnTo>
                <a:lnTo>
                  <a:pt x="85725" y="209550"/>
                </a:lnTo>
                <a:lnTo>
                  <a:pt x="85725" y="228600"/>
                </a:lnTo>
                <a:lnTo>
                  <a:pt x="76200" y="228600"/>
                </a:lnTo>
                <a:lnTo>
                  <a:pt x="76200" y="257175"/>
                </a:lnTo>
                <a:lnTo>
                  <a:pt x="66675" y="257175"/>
                </a:lnTo>
                <a:lnTo>
                  <a:pt x="66675" y="276225"/>
                </a:lnTo>
                <a:lnTo>
                  <a:pt x="57150" y="276225"/>
                </a:lnTo>
                <a:lnTo>
                  <a:pt x="57150" y="285750"/>
                </a:lnTo>
                <a:lnTo>
                  <a:pt x="47625" y="285750"/>
                </a:lnTo>
                <a:lnTo>
                  <a:pt x="47625" y="295275"/>
                </a:lnTo>
                <a:lnTo>
                  <a:pt x="38100" y="295275"/>
                </a:lnTo>
                <a:lnTo>
                  <a:pt x="38100" y="285750"/>
                </a:lnTo>
                <a:lnTo>
                  <a:pt x="28575" y="285750"/>
                </a:lnTo>
                <a:lnTo>
                  <a:pt x="28575" y="295275"/>
                </a:lnTo>
                <a:lnTo>
                  <a:pt x="19050" y="295275"/>
                </a:lnTo>
                <a:lnTo>
                  <a:pt x="19050" y="304800"/>
                </a:lnTo>
                <a:lnTo>
                  <a:pt x="9525" y="304800"/>
                </a:lnTo>
                <a:lnTo>
                  <a:pt x="9525" y="314325"/>
                </a:lnTo>
                <a:lnTo>
                  <a:pt x="0" y="314325"/>
                </a:lnTo>
                <a:lnTo>
                  <a:pt x="0" y="247650"/>
                </a:lnTo>
                <a:lnTo>
                  <a:pt x="9525" y="247650"/>
                </a:lnTo>
                <a:lnTo>
                  <a:pt x="9525" y="238125"/>
                </a:lnTo>
                <a:lnTo>
                  <a:pt x="47625" y="238125"/>
                </a:lnTo>
                <a:lnTo>
                  <a:pt x="47625" y="228600"/>
                </a:lnTo>
                <a:lnTo>
                  <a:pt x="57150" y="228600"/>
                </a:lnTo>
                <a:lnTo>
                  <a:pt x="57150" y="190500"/>
                </a:lnTo>
                <a:lnTo>
                  <a:pt x="66675" y="190500"/>
                </a:lnTo>
                <a:lnTo>
                  <a:pt x="66675" y="171450"/>
                </a:lnTo>
                <a:lnTo>
                  <a:pt x="76200" y="171450"/>
                </a:lnTo>
                <a:lnTo>
                  <a:pt x="76200" y="152400"/>
                </a:lnTo>
                <a:lnTo>
                  <a:pt x="85725" y="152400"/>
                </a:lnTo>
                <a:lnTo>
                  <a:pt x="85725" y="142875"/>
                </a:lnTo>
                <a:lnTo>
                  <a:pt x="95250" y="142875"/>
                </a:lnTo>
                <a:lnTo>
                  <a:pt x="95250" y="133350"/>
                </a:lnTo>
                <a:lnTo>
                  <a:pt x="133350" y="133350"/>
                </a:lnTo>
                <a:lnTo>
                  <a:pt x="133350" y="104775"/>
                </a:lnTo>
                <a:lnTo>
                  <a:pt x="142875" y="104775"/>
                </a:lnTo>
                <a:close/>
                <a:moveTo>
                  <a:pt x="1676400" y="104775"/>
                </a:moveTo>
                <a:lnTo>
                  <a:pt x="1685925" y="104775"/>
                </a:lnTo>
                <a:lnTo>
                  <a:pt x="1685925" y="114300"/>
                </a:lnTo>
                <a:lnTo>
                  <a:pt x="1676400" y="114300"/>
                </a:lnTo>
                <a:close/>
                <a:moveTo>
                  <a:pt x="1695450" y="114300"/>
                </a:moveTo>
                <a:lnTo>
                  <a:pt x="1714500" y="114300"/>
                </a:lnTo>
                <a:lnTo>
                  <a:pt x="1714500" y="123825"/>
                </a:lnTo>
                <a:lnTo>
                  <a:pt x="1724025" y="123825"/>
                </a:lnTo>
                <a:lnTo>
                  <a:pt x="1724025" y="114300"/>
                </a:lnTo>
                <a:lnTo>
                  <a:pt x="1733550" y="114300"/>
                </a:lnTo>
                <a:lnTo>
                  <a:pt x="1733550" y="123825"/>
                </a:lnTo>
                <a:lnTo>
                  <a:pt x="1743075" y="123825"/>
                </a:lnTo>
                <a:lnTo>
                  <a:pt x="1743075" y="133350"/>
                </a:lnTo>
                <a:lnTo>
                  <a:pt x="1762125" y="133350"/>
                </a:lnTo>
                <a:lnTo>
                  <a:pt x="1762125" y="142875"/>
                </a:lnTo>
                <a:lnTo>
                  <a:pt x="1771650" y="142875"/>
                </a:lnTo>
                <a:lnTo>
                  <a:pt x="1771650" y="152400"/>
                </a:lnTo>
                <a:lnTo>
                  <a:pt x="1781175" y="152400"/>
                </a:lnTo>
                <a:lnTo>
                  <a:pt x="1781175" y="180975"/>
                </a:lnTo>
                <a:lnTo>
                  <a:pt x="1790700" y="180975"/>
                </a:lnTo>
                <a:lnTo>
                  <a:pt x="1790700" y="190500"/>
                </a:lnTo>
                <a:lnTo>
                  <a:pt x="1800225" y="190500"/>
                </a:lnTo>
                <a:lnTo>
                  <a:pt x="1800225" y="200025"/>
                </a:lnTo>
                <a:lnTo>
                  <a:pt x="1819275" y="200025"/>
                </a:lnTo>
                <a:lnTo>
                  <a:pt x="1819275" y="228600"/>
                </a:lnTo>
                <a:lnTo>
                  <a:pt x="1828800" y="228600"/>
                </a:lnTo>
                <a:lnTo>
                  <a:pt x="1828800" y="238125"/>
                </a:lnTo>
                <a:lnTo>
                  <a:pt x="1847850" y="238125"/>
                </a:lnTo>
                <a:lnTo>
                  <a:pt x="1847850" y="266700"/>
                </a:lnTo>
                <a:lnTo>
                  <a:pt x="1857375" y="266700"/>
                </a:lnTo>
                <a:lnTo>
                  <a:pt x="1857375" y="276225"/>
                </a:lnTo>
                <a:lnTo>
                  <a:pt x="1866900" y="276225"/>
                </a:lnTo>
                <a:lnTo>
                  <a:pt x="1866900" y="361950"/>
                </a:lnTo>
                <a:lnTo>
                  <a:pt x="1857375" y="361950"/>
                </a:lnTo>
                <a:lnTo>
                  <a:pt x="1857375" y="352425"/>
                </a:lnTo>
                <a:lnTo>
                  <a:pt x="1847850" y="352425"/>
                </a:lnTo>
                <a:lnTo>
                  <a:pt x="1847850" y="333375"/>
                </a:lnTo>
                <a:lnTo>
                  <a:pt x="1838325" y="333375"/>
                </a:lnTo>
                <a:lnTo>
                  <a:pt x="1838325" y="304800"/>
                </a:lnTo>
                <a:lnTo>
                  <a:pt x="1828800" y="304800"/>
                </a:lnTo>
                <a:lnTo>
                  <a:pt x="1828800" y="276225"/>
                </a:lnTo>
                <a:lnTo>
                  <a:pt x="1819275" y="276225"/>
                </a:lnTo>
                <a:lnTo>
                  <a:pt x="1819275" y="266700"/>
                </a:lnTo>
                <a:lnTo>
                  <a:pt x="1809750" y="266700"/>
                </a:lnTo>
                <a:lnTo>
                  <a:pt x="1809750" y="257175"/>
                </a:lnTo>
                <a:lnTo>
                  <a:pt x="1800225" y="257175"/>
                </a:lnTo>
                <a:lnTo>
                  <a:pt x="1800225" y="247650"/>
                </a:lnTo>
                <a:lnTo>
                  <a:pt x="1790700" y="247650"/>
                </a:lnTo>
                <a:lnTo>
                  <a:pt x="1790700" y="238125"/>
                </a:lnTo>
                <a:lnTo>
                  <a:pt x="1781175" y="238125"/>
                </a:lnTo>
                <a:lnTo>
                  <a:pt x="1781175" y="228600"/>
                </a:lnTo>
                <a:lnTo>
                  <a:pt x="1771650" y="228600"/>
                </a:lnTo>
                <a:lnTo>
                  <a:pt x="1771650" y="209550"/>
                </a:lnTo>
                <a:lnTo>
                  <a:pt x="1762125" y="209550"/>
                </a:lnTo>
                <a:lnTo>
                  <a:pt x="1762125" y="190500"/>
                </a:lnTo>
                <a:lnTo>
                  <a:pt x="1752600" y="190500"/>
                </a:lnTo>
                <a:lnTo>
                  <a:pt x="1752600" y="171450"/>
                </a:lnTo>
                <a:lnTo>
                  <a:pt x="1743075" y="171450"/>
                </a:lnTo>
                <a:lnTo>
                  <a:pt x="1743075" y="161925"/>
                </a:lnTo>
                <a:lnTo>
                  <a:pt x="1733550" y="161925"/>
                </a:lnTo>
                <a:lnTo>
                  <a:pt x="1733550" y="152400"/>
                </a:lnTo>
                <a:lnTo>
                  <a:pt x="1724025" y="152400"/>
                </a:lnTo>
                <a:lnTo>
                  <a:pt x="1724025" y="142875"/>
                </a:lnTo>
                <a:lnTo>
                  <a:pt x="1714500" y="142875"/>
                </a:lnTo>
                <a:lnTo>
                  <a:pt x="1714500" y="133350"/>
                </a:lnTo>
                <a:lnTo>
                  <a:pt x="1704975" y="133350"/>
                </a:lnTo>
                <a:lnTo>
                  <a:pt x="1704975" y="123825"/>
                </a:lnTo>
                <a:lnTo>
                  <a:pt x="1695450" y="123825"/>
                </a:lnTo>
                <a:close/>
                <a:moveTo>
                  <a:pt x="847725" y="133350"/>
                </a:moveTo>
                <a:lnTo>
                  <a:pt x="857250" y="133350"/>
                </a:lnTo>
                <a:lnTo>
                  <a:pt x="857250" y="142875"/>
                </a:lnTo>
                <a:lnTo>
                  <a:pt x="847725" y="142875"/>
                </a:lnTo>
                <a:close/>
                <a:moveTo>
                  <a:pt x="885825" y="133350"/>
                </a:moveTo>
                <a:lnTo>
                  <a:pt x="904875" y="133350"/>
                </a:lnTo>
                <a:lnTo>
                  <a:pt x="904875" y="142875"/>
                </a:lnTo>
                <a:lnTo>
                  <a:pt x="885825" y="142875"/>
                </a:lnTo>
                <a:close/>
                <a:moveTo>
                  <a:pt x="942975" y="133350"/>
                </a:moveTo>
                <a:lnTo>
                  <a:pt x="1000125" y="133350"/>
                </a:lnTo>
                <a:lnTo>
                  <a:pt x="1000125" y="142875"/>
                </a:lnTo>
                <a:lnTo>
                  <a:pt x="942975" y="142875"/>
                </a:lnTo>
                <a:close/>
                <a:moveTo>
                  <a:pt x="1019175" y="133350"/>
                </a:moveTo>
                <a:lnTo>
                  <a:pt x="1038225" y="133350"/>
                </a:lnTo>
                <a:lnTo>
                  <a:pt x="1038225" y="142875"/>
                </a:lnTo>
                <a:lnTo>
                  <a:pt x="1019175" y="142875"/>
                </a:lnTo>
                <a:close/>
                <a:moveTo>
                  <a:pt x="1057275" y="133350"/>
                </a:moveTo>
                <a:lnTo>
                  <a:pt x="1076325" y="133350"/>
                </a:lnTo>
                <a:lnTo>
                  <a:pt x="1076325" y="142875"/>
                </a:lnTo>
                <a:lnTo>
                  <a:pt x="1057275" y="142875"/>
                </a:lnTo>
                <a:close/>
                <a:moveTo>
                  <a:pt x="238125" y="161925"/>
                </a:moveTo>
                <a:lnTo>
                  <a:pt x="247650" y="161925"/>
                </a:lnTo>
                <a:lnTo>
                  <a:pt x="247650" y="171450"/>
                </a:lnTo>
                <a:lnTo>
                  <a:pt x="238125" y="171450"/>
                </a:lnTo>
                <a:close/>
                <a:moveTo>
                  <a:pt x="971550" y="161925"/>
                </a:moveTo>
                <a:lnTo>
                  <a:pt x="1000125" y="161925"/>
                </a:lnTo>
                <a:lnTo>
                  <a:pt x="1000125" y="171450"/>
                </a:lnTo>
                <a:lnTo>
                  <a:pt x="971550" y="171450"/>
                </a:lnTo>
                <a:close/>
                <a:moveTo>
                  <a:pt x="1609725" y="161925"/>
                </a:moveTo>
                <a:lnTo>
                  <a:pt x="1619250" y="161925"/>
                </a:lnTo>
                <a:lnTo>
                  <a:pt x="1619250" y="171450"/>
                </a:lnTo>
                <a:lnTo>
                  <a:pt x="1609725" y="171450"/>
                </a:lnTo>
                <a:close/>
                <a:moveTo>
                  <a:pt x="1628775" y="171450"/>
                </a:moveTo>
                <a:lnTo>
                  <a:pt x="1638300" y="171450"/>
                </a:lnTo>
                <a:lnTo>
                  <a:pt x="1638300" y="180975"/>
                </a:lnTo>
                <a:lnTo>
                  <a:pt x="1628775" y="180975"/>
                </a:lnTo>
                <a:close/>
                <a:moveTo>
                  <a:pt x="676275" y="219075"/>
                </a:moveTo>
                <a:lnTo>
                  <a:pt x="685800" y="219075"/>
                </a:lnTo>
                <a:lnTo>
                  <a:pt x="685800" y="228600"/>
                </a:lnTo>
                <a:lnTo>
                  <a:pt x="676275" y="228600"/>
                </a:lnTo>
                <a:close/>
                <a:moveTo>
                  <a:pt x="1552575" y="219075"/>
                </a:moveTo>
                <a:lnTo>
                  <a:pt x="1581150" y="219075"/>
                </a:lnTo>
                <a:lnTo>
                  <a:pt x="1581150" y="228600"/>
                </a:lnTo>
                <a:lnTo>
                  <a:pt x="1552575" y="228600"/>
                </a:lnTo>
                <a:close/>
                <a:moveTo>
                  <a:pt x="1447800" y="228600"/>
                </a:moveTo>
                <a:lnTo>
                  <a:pt x="1457325" y="228600"/>
                </a:lnTo>
                <a:lnTo>
                  <a:pt x="1457325" y="238125"/>
                </a:lnTo>
                <a:lnTo>
                  <a:pt x="1447800" y="238125"/>
                </a:lnTo>
                <a:close/>
                <a:moveTo>
                  <a:pt x="1581150" y="228600"/>
                </a:moveTo>
                <a:lnTo>
                  <a:pt x="1590675" y="228600"/>
                </a:lnTo>
                <a:lnTo>
                  <a:pt x="1590675" y="238125"/>
                </a:lnTo>
                <a:lnTo>
                  <a:pt x="1581150" y="238125"/>
                </a:lnTo>
                <a:close/>
                <a:moveTo>
                  <a:pt x="1190625" y="238125"/>
                </a:moveTo>
                <a:lnTo>
                  <a:pt x="1200150" y="238125"/>
                </a:lnTo>
                <a:lnTo>
                  <a:pt x="1200150" y="266700"/>
                </a:lnTo>
                <a:lnTo>
                  <a:pt x="1190625" y="266700"/>
                </a:lnTo>
                <a:close/>
                <a:moveTo>
                  <a:pt x="1457325" y="238125"/>
                </a:moveTo>
                <a:lnTo>
                  <a:pt x="1466850" y="238125"/>
                </a:lnTo>
                <a:lnTo>
                  <a:pt x="1466850" y="247650"/>
                </a:lnTo>
                <a:lnTo>
                  <a:pt x="1457325" y="247650"/>
                </a:lnTo>
                <a:close/>
                <a:moveTo>
                  <a:pt x="1466850" y="247650"/>
                </a:moveTo>
                <a:lnTo>
                  <a:pt x="1476375" y="247650"/>
                </a:lnTo>
                <a:lnTo>
                  <a:pt x="1476375" y="266700"/>
                </a:lnTo>
                <a:lnTo>
                  <a:pt x="1466850" y="266700"/>
                </a:lnTo>
                <a:close/>
                <a:moveTo>
                  <a:pt x="1447800" y="257175"/>
                </a:moveTo>
                <a:lnTo>
                  <a:pt x="1457325" y="257175"/>
                </a:lnTo>
                <a:lnTo>
                  <a:pt x="1457325" y="266700"/>
                </a:lnTo>
                <a:lnTo>
                  <a:pt x="1447800" y="266700"/>
                </a:lnTo>
                <a:close/>
                <a:moveTo>
                  <a:pt x="1333500" y="266700"/>
                </a:moveTo>
                <a:lnTo>
                  <a:pt x="1343025" y="266700"/>
                </a:lnTo>
                <a:lnTo>
                  <a:pt x="1343025" y="285750"/>
                </a:lnTo>
                <a:lnTo>
                  <a:pt x="1333500" y="285750"/>
                </a:lnTo>
                <a:close/>
                <a:moveTo>
                  <a:pt x="1400175" y="266700"/>
                </a:moveTo>
                <a:lnTo>
                  <a:pt x="1409700" y="266700"/>
                </a:lnTo>
                <a:lnTo>
                  <a:pt x="1409700" y="276225"/>
                </a:lnTo>
                <a:lnTo>
                  <a:pt x="1400175" y="276225"/>
                </a:lnTo>
                <a:close/>
                <a:moveTo>
                  <a:pt x="1590675" y="266700"/>
                </a:moveTo>
                <a:lnTo>
                  <a:pt x="1600200" y="266700"/>
                </a:lnTo>
                <a:lnTo>
                  <a:pt x="1600200" y="276225"/>
                </a:lnTo>
                <a:lnTo>
                  <a:pt x="1590675" y="276225"/>
                </a:lnTo>
                <a:close/>
                <a:moveTo>
                  <a:pt x="1704975" y="266700"/>
                </a:moveTo>
                <a:lnTo>
                  <a:pt x="1714500" y="266700"/>
                </a:lnTo>
                <a:lnTo>
                  <a:pt x="1714500" y="276225"/>
                </a:lnTo>
                <a:lnTo>
                  <a:pt x="1704975" y="276225"/>
                </a:lnTo>
                <a:close/>
                <a:moveTo>
                  <a:pt x="1581150" y="276225"/>
                </a:moveTo>
                <a:lnTo>
                  <a:pt x="1590675" y="276225"/>
                </a:lnTo>
                <a:lnTo>
                  <a:pt x="1590675" y="285750"/>
                </a:lnTo>
                <a:lnTo>
                  <a:pt x="1581150" y="285750"/>
                </a:lnTo>
                <a:close/>
                <a:moveTo>
                  <a:pt x="133350" y="361950"/>
                </a:moveTo>
                <a:lnTo>
                  <a:pt x="142875" y="361950"/>
                </a:lnTo>
                <a:lnTo>
                  <a:pt x="142875" y="371475"/>
                </a:lnTo>
                <a:lnTo>
                  <a:pt x="133350" y="371475"/>
                </a:lnTo>
                <a:close/>
                <a:moveTo>
                  <a:pt x="190500" y="371475"/>
                </a:moveTo>
                <a:lnTo>
                  <a:pt x="238125" y="371475"/>
                </a:lnTo>
                <a:lnTo>
                  <a:pt x="238125" y="381000"/>
                </a:lnTo>
                <a:lnTo>
                  <a:pt x="228600" y="381000"/>
                </a:lnTo>
                <a:lnTo>
                  <a:pt x="228600" y="390525"/>
                </a:lnTo>
                <a:lnTo>
                  <a:pt x="219075" y="390525"/>
                </a:lnTo>
                <a:lnTo>
                  <a:pt x="219075" y="400050"/>
                </a:lnTo>
                <a:lnTo>
                  <a:pt x="209550" y="400050"/>
                </a:lnTo>
                <a:lnTo>
                  <a:pt x="209550" y="409575"/>
                </a:lnTo>
                <a:lnTo>
                  <a:pt x="200025" y="409575"/>
                </a:lnTo>
                <a:lnTo>
                  <a:pt x="200025" y="419100"/>
                </a:lnTo>
                <a:lnTo>
                  <a:pt x="190500" y="419100"/>
                </a:lnTo>
                <a:lnTo>
                  <a:pt x="190500" y="447675"/>
                </a:lnTo>
                <a:lnTo>
                  <a:pt x="180975" y="447675"/>
                </a:lnTo>
                <a:lnTo>
                  <a:pt x="180975" y="495300"/>
                </a:lnTo>
                <a:lnTo>
                  <a:pt x="190500" y="495300"/>
                </a:lnTo>
                <a:lnTo>
                  <a:pt x="190500" y="514350"/>
                </a:lnTo>
                <a:lnTo>
                  <a:pt x="200025" y="514350"/>
                </a:lnTo>
                <a:lnTo>
                  <a:pt x="200025" y="552450"/>
                </a:lnTo>
                <a:lnTo>
                  <a:pt x="209550" y="552450"/>
                </a:lnTo>
                <a:lnTo>
                  <a:pt x="209550" y="561975"/>
                </a:lnTo>
                <a:lnTo>
                  <a:pt x="219075" y="561975"/>
                </a:lnTo>
                <a:lnTo>
                  <a:pt x="219075" y="542925"/>
                </a:lnTo>
                <a:lnTo>
                  <a:pt x="228600" y="542925"/>
                </a:lnTo>
                <a:lnTo>
                  <a:pt x="228600" y="552450"/>
                </a:lnTo>
                <a:lnTo>
                  <a:pt x="247650" y="552450"/>
                </a:lnTo>
                <a:lnTo>
                  <a:pt x="247650" y="561975"/>
                </a:lnTo>
                <a:lnTo>
                  <a:pt x="266700" y="561975"/>
                </a:lnTo>
                <a:lnTo>
                  <a:pt x="266700" y="571500"/>
                </a:lnTo>
                <a:lnTo>
                  <a:pt x="257175" y="571500"/>
                </a:lnTo>
                <a:lnTo>
                  <a:pt x="257175" y="581025"/>
                </a:lnTo>
                <a:lnTo>
                  <a:pt x="285750" y="581025"/>
                </a:lnTo>
                <a:lnTo>
                  <a:pt x="285750" y="561975"/>
                </a:lnTo>
                <a:lnTo>
                  <a:pt x="295275" y="561975"/>
                </a:lnTo>
                <a:lnTo>
                  <a:pt x="295275" y="552450"/>
                </a:lnTo>
                <a:lnTo>
                  <a:pt x="314325" y="552450"/>
                </a:lnTo>
                <a:lnTo>
                  <a:pt x="314325" y="561975"/>
                </a:lnTo>
                <a:lnTo>
                  <a:pt x="323850" y="561975"/>
                </a:lnTo>
                <a:lnTo>
                  <a:pt x="323850" y="552450"/>
                </a:lnTo>
                <a:lnTo>
                  <a:pt x="342900" y="552450"/>
                </a:lnTo>
                <a:lnTo>
                  <a:pt x="342900" y="542925"/>
                </a:lnTo>
                <a:lnTo>
                  <a:pt x="352425" y="542925"/>
                </a:lnTo>
                <a:lnTo>
                  <a:pt x="352425" y="533400"/>
                </a:lnTo>
                <a:lnTo>
                  <a:pt x="361950" y="533400"/>
                </a:lnTo>
                <a:lnTo>
                  <a:pt x="361950" y="523875"/>
                </a:lnTo>
                <a:lnTo>
                  <a:pt x="352425" y="523875"/>
                </a:lnTo>
                <a:lnTo>
                  <a:pt x="352425" y="504825"/>
                </a:lnTo>
                <a:lnTo>
                  <a:pt x="361950" y="504825"/>
                </a:lnTo>
                <a:lnTo>
                  <a:pt x="361950" y="419100"/>
                </a:lnTo>
                <a:lnTo>
                  <a:pt x="381000" y="419100"/>
                </a:lnTo>
                <a:lnTo>
                  <a:pt x="381000" y="428625"/>
                </a:lnTo>
                <a:lnTo>
                  <a:pt x="390525" y="428625"/>
                </a:lnTo>
                <a:lnTo>
                  <a:pt x="390525" y="438150"/>
                </a:lnTo>
                <a:lnTo>
                  <a:pt x="400050" y="438150"/>
                </a:lnTo>
                <a:lnTo>
                  <a:pt x="400050" y="447675"/>
                </a:lnTo>
                <a:lnTo>
                  <a:pt x="390525" y="447675"/>
                </a:lnTo>
                <a:lnTo>
                  <a:pt x="390525" y="457200"/>
                </a:lnTo>
                <a:lnTo>
                  <a:pt x="400050" y="457200"/>
                </a:lnTo>
                <a:lnTo>
                  <a:pt x="400050" y="476250"/>
                </a:lnTo>
                <a:lnTo>
                  <a:pt x="409575" y="476250"/>
                </a:lnTo>
                <a:lnTo>
                  <a:pt x="409575" y="533400"/>
                </a:lnTo>
                <a:lnTo>
                  <a:pt x="400050" y="533400"/>
                </a:lnTo>
                <a:lnTo>
                  <a:pt x="400050" y="552450"/>
                </a:lnTo>
                <a:lnTo>
                  <a:pt x="390525" y="552450"/>
                </a:lnTo>
                <a:lnTo>
                  <a:pt x="390525" y="571500"/>
                </a:lnTo>
                <a:lnTo>
                  <a:pt x="381000" y="571500"/>
                </a:lnTo>
                <a:lnTo>
                  <a:pt x="381000" y="581025"/>
                </a:lnTo>
                <a:lnTo>
                  <a:pt x="371475" y="581025"/>
                </a:lnTo>
                <a:lnTo>
                  <a:pt x="371475" y="590550"/>
                </a:lnTo>
                <a:lnTo>
                  <a:pt x="361950" y="590550"/>
                </a:lnTo>
                <a:lnTo>
                  <a:pt x="361950" y="600075"/>
                </a:lnTo>
                <a:lnTo>
                  <a:pt x="352425" y="600075"/>
                </a:lnTo>
                <a:lnTo>
                  <a:pt x="352425" y="609600"/>
                </a:lnTo>
                <a:lnTo>
                  <a:pt x="342900" y="609600"/>
                </a:lnTo>
                <a:lnTo>
                  <a:pt x="342900" y="619125"/>
                </a:lnTo>
                <a:lnTo>
                  <a:pt x="304800" y="619125"/>
                </a:lnTo>
                <a:lnTo>
                  <a:pt x="304800" y="628650"/>
                </a:lnTo>
                <a:lnTo>
                  <a:pt x="295275" y="628650"/>
                </a:lnTo>
                <a:lnTo>
                  <a:pt x="295275" y="638175"/>
                </a:lnTo>
                <a:lnTo>
                  <a:pt x="266700" y="638175"/>
                </a:lnTo>
                <a:lnTo>
                  <a:pt x="266700" y="619125"/>
                </a:lnTo>
                <a:lnTo>
                  <a:pt x="257175" y="619125"/>
                </a:lnTo>
                <a:lnTo>
                  <a:pt x="257175" y="628650"/>
                </a:lnTo>
                <a:lnTo>
                  <a:pt x="238125" y="628650"/>
                </a:lnTo>
                <a:lnTo>
                  <a:pt x="238125" y="619125"/>
                </a:lnTo>
                <a:lnTo>
                  <a:pt x="228600" y="619125"/>
                </a:lnTo>
                <a:lnTo>
                  <a:pt x="228600" y="609600"/>
                </a:lnTo>
                <a:lnTo>
                  <a:pt x="209550" y="609600"/>
                </a:lnTo>
                <a:lnTo>
                  <a:pt x="209550" y="600075"/>
                </a:lnTo>
                <a:lnTo>
                  <a:pt x="180975" y="600075"/>
                </a:lnTo>
                <a:lnTo>
                  <a:pt x="180975" y="581025"/>
                </a:lnTo>
                <a:lnTo>
                  <a:pt x="171450" y="581025"/>
                </a:lnTo>
                <a:lnTo>
                  <a:pt x="171450" y="571500"/>
                </a:lnTo>
                <a:lnTo>
                  <a:pt x="161925" y="571500"/>
                </a:lnTo>
                <a:lnTo>
                  <a:pt x="161925" y="561975"/>
                </a:lnTo>
                <a:lnTo>
                  <a:pt x="152400" y="561975"/>
                </a:lnTo>
                <a:lnTo>
                  <a:pt x="152400" y="533400"/>
                </a:lnTo>
                <a:lnTo>
                  <a:pt x="161925" y="533400"/>
                </a:lnTo>
                <a:lnTo>
                  <a:pt x="161925" y="504825"/>
                </a:lnTo>
                <a:lnTo>
                  <a:pt x="152400" y="504825"/>
                </a:lnTo>
                <a:lnTo>
                  <a:pt x="152400" y="476250"/>
                </a:lnTo>
                <a:lnTo>
                  <a:pt x="142875" y="476250"/>
                </a:lnTo>
                <a:lnTo>
                  <a:pt x="142875" y="428625"/>
                </a:lnTo>
                <a:lnTo>
                  <a:pt x="123825" y="428625"/>
                </a:lnTo>
                <a:lnTo>
                  <a:pt x="123825" y="409575"/>
                </a:lnTo>
                <a:lnTo>
                  <a:pt x="133350" y="409575"/>
                </a:lnTo>
                <a:lnTo>
                  <a:pt x="133350" y="381000"/>
                </a:lnTo>
                <a:lnTo>
                  <a:pt x="142875" y="381000"/>
                </a:lnTo>
                <a:lnTo>
                  <a:pt x="142875" y="400050"/>
                </a:lnTo>
                <a:lnTo>
                  <a:pt x="152400" y="400050"/>
                </a:lnTo>
                <a:lnTo>
                  <a:pt x="152400" y="381000"/>
                </a:lnTo>
                <a:lnTo>
                  <a:pt x="161925" y="381000"/>
                </a:lnTo>
                <a:lnTo>
                  <a:pt x="161925" y="390525"/>
                </a:lnTo>
                <a:lnTo>
                  <a:pt x="171450" y="390525"/>
                </a:lnTo>
                <a:lnTo>
                  <a:pt x="171450" y="381000"/>
                </a:lnTo>
                <a:lnTo>
                  <a:pt x="190500" y="381000"/>
                </a:lnTo>
                <a:close/>
                <a:moveTo>
                  <a:pt x="866775" y="438150"/>
                </a:moveTo>
                <a:lnTo>
                  <a:pt x="876300" y="438150"/>
                </a:lnTo>
                <a:lnTo>
                  <a:pt x="876300" y="447675"/>
                </a:lnTo>
                <a:lnTo>
                  <a:pt x="866775" y="447675"/>
                </a:lnTo>
                <a:close/>
                <a:moveTo>
                  <a:pt x="885825" y="447675"/>
                </a:moveTo>
                <a:lnTo>
                  <a:pt x="895350" y="447675"/>
                </a:lnTo>
                <a:lnTo>
                  <a:pt x="895350" y="457200"/>
                </a:lnTo>
                <a:lnTo>
                  <a:pt x="885825" y="457200"/>
                </a:lnTo>
                <a:close/>
                <a:moveTo>
                  <a:pt x="981075" y="447675"/>
                </a:moveTo>
                <a:lnTo>
                  <a:pt x="990600" y="447675"/>
                </a:lnTo>
                <a:lnTo>
                  <a:pt x="990600" y="457200"/>
                </a:lnTo>
                <a:lnTo>
                  <a:pt x="981075" y="457200"/>
                </a:lnTo>
                <a:close/>
                <a:moveTo>
                  <a:pt x="800100" y="457200"/>
                </a:moveTo>
                <a:lnTo>
                  <a:pt x="819150" y="457200"/>
                </a:lnTo>
                <a:lnTo>
                  <a:pt x="819150" y="466725"/>
                </a:lnTo>
                <a:lnTo>
                  <a:pt x="800100" y="466725"/>
                </a:lnTo>
                <a:close/>
                <a:moveTo>
                  <a:pt x="847725" y="457200"/>
                </a:moveTo>
                <a:lnTo>
                  <a:pt x="857250" y="457200"/>
                </a:lnTo>
                <a:lnTo>
                  <a:pt x="857250" y="466725"/>
                </a:lnTo>
                <a:lnTo>
                  <a:pt x="847725" y="466725"/>
                </a:lnTo>
                <a:close/>
                <a:moveTo>
                  <a:pt x="923925" y="457200"/>
                </a:moveTo>
                <a:lnTo>
                  <a:pt x="933450" y="457200"/>
                </a:lnTo>
                <a:lnTo>
                  <a:pt x="933450" y="466725"/>
                </a:lnTo>
                <a:lnTo>
                  <a:pt x="923925" y="466725"/>
                </a:lnTo>
                <a:close/>
                <a:moveTo>
                  <a:pt x="971550" y="457200"/>
                </a:moveTo>
                <a:lnTo>
                  <a:pt x="981075" y="457200"/>
                </a:lnTo>
                <a:lnTo>
                  <a:pt x="981075" y="466725"/>
                </a:lnTo>
                <a:lnTo>
                  <a:pt x="971550" y="466725"/>
                </a:lnTo>
                <a:close/>
                <a:moveTo>
                  <a:pt x="809625" y="495300"/>
                </a:moveTo>
                <a:lnTo>
                  <a:pt x="819150" y="495300"/>
                </a:lnTo>
                <a:lnTo>
                  <a:pt x="819150" y="504825"/>
                </a:lnTo>
                <a:lnTo>
                  <a:pt x="809625" y="504825"/>
                </a:lnTo>
                <a:close/>
                <a:moveTo>
                  <a:pt x="1152525" y="495300"/>
                </a:moveTo>
                <a:lnTo>
                  <a:pt x="1162050" y="495300"/>
                </a:lnTo>
                <a:lnTo>
                  <a:pt x="1162050" y="504825"/>
                </a:lnTo>
                <a:lnTo>
                  <a:pt x="1152525" y="504825"/>
                </a:lnTo>
                <a:close/>
                <a:moveTo>
                  <a:pt x="771525" y="504825"/>
                </a:moveTo>
                <a:lnTo>
                  <a:pt x="781050" y="504825"/>
                </a:lnTo>
                <a:lnTo>
                  <a:pt x="781050" y="514350"/>
                </a:lnTo>
                <a:lnTo>
                  <a:pt x="771525" y="514350"/>
                </a:lnTo>
                <a:close/>
                <a:moveTo>
                  <a:pt x="857250" y="504825"/>
                </a:moveTo>
                <a:lnTo>
                  <a:pt x="876300" y="504825"/>
                </a:lnTo>
                <a:lnTo>
                  <a:pt x="876300" y="514350"/>
                </a:lnTo>
                <a:lnTo>
                  <a:pt x="857250" y="514350"/>
                </a:lnTo>
                <a:close/>
                <a:moveTo>
                  <a:pt x="1143000" y="504825"/>
                </a:moveTo>
                <a:lnTo>
                  <a:pt x="1152525" y="504825"/>
                </a:lnTo>
                <a:lnTo>
                  <a:pt x="1152525" y="514350"/>
                </a:lnTo>
                <a:lnTo>
                  <a:pt x="1143000" y="514350"/>
                </a:lnTo>
                <a:close/>
                <a:moveTo>
                  <a:pt x="752475" y="514350"/>
                </a:moveTo>
                <a:lnTo>
                  <a:pt x="762000" y="514350"/>
                </a:lnTo>
                <a:lnTo>
                  <a:pt x="762000" y="523875"/>
                </a:lnTo>
                <a:lnTo>
                  <a:pt x="752475" y="523875"/>
                </a:lnTo>
                <a:close/>
                <a:moveTo>
                  <a:pt x="171450" y="600075"/>
                </a:moveTo>
                <a:lnTo>
                  <a:pt x="180975" y="600075"/>
                </a:lnTo>
                <a:lnTo>
                  <a:pt x="180975" y="781050"/>
                </a:lnTo>
                <a:lnTo>
                  <a:pt x="190500" y="781050"/>
                </a:lnTo>
                <a:lnTo>
                  <a:pt x="190500" y="809625"/>
                </a:lnTo>
                <a:lnTo>
                  <a:pt x="161925" y="809625"/>
                </a:lnTo>
                <a:lnTo>
                  <a:pt x="161925" y="800100"/>
                </a:lnTo>
                <a:lnTo>
                  <a:pt x="152400" y="800100"/>
                </a:lnTo>
                <a:lnTo>
                  <a:pt x="152400" y="771525"/>
                </a:lnTo>
                <a:lnTo>
                  <a:pt x="161925" y="771525"/>
                </a:lnTo>
                <a:lnTo>
                  <a:pt x="161925" y="609600"/>
                </a:lnTo>
                <a:lnTo>
                  <a:pt x="171450" y="609600"/>
                </a:lnTo>
                <a:close/>
                <a:moveTo>
                  <a:pt x="704850" y="704850"/>
                </a:moveTo>
                <a:lnTo>
                  <a:pt x="714375" y="704850"/>
                </a:lnTo>
                <a:lnTo>
                  <a:pt x="714375" y="714375"/>
                </a:lnTo>
                <a:lnTo>
                  <a:pt x="704850" y="714375"/>
                </a:lnTo>
                <a:close/>
                <a:moveTo>
                  <a:pt x="695325" y="714375"/>
                </a:moveTo>
                <a:lnTo>
                  <a:pt x="704850" y="714375"/>
                </a:lnTo>
                <a:lnTo>
                  <a:pt x="704850" y="723900"/>
                </a:lnTo>
                <a:lnTo>
                  <a:pt x="695325" y="723900"/>
                </a:lnTo>
                <a:close/>
                <a:moveTo>
                  <a:pt x="714375" y="714375"/>
                </a:moveTo>
                <a:lnTo>
                  <a:pt x="723900" y="714375"/>
                </a:lnTo>
                <a:lnTo>
                  <a:pt x="723900" y="723900"/>
                </a:lnTo>
                <a:lnTo>
                  <a:pt x="714375" y="723900"/>
                </a:lnTo>
                <a:close/>
                <a:moveTo>
                  <a:pt x="409575" y="723900"/>
                </a:moveTo>
                <a:lnTo>
                  <a:pt x="419100" y="723900"/>
                </a:lnTo>
                <a:lnTo>
                  <a:pt x="419100" y="733425"/>
                </a:lnTo>
                <a:lnTo>
                  <a:pt x="409575" y="733425"/>
                </a:lnTo>
                <a:close/>
                <a:moveTo>
                  <a:pt x="647700" y="723900"/>
                </a:moveTo>
                <a:lnTo>
                  <a:pt x="657225" y="723900"/>
                </a:lnTo>
                <a:lnTo>
                  <a:pt x="657225" y="733425"/>
                </a:lnTo>
                <a:lnTo>
                  <a:pt x="647700" y="733425"/>
                </a:lnTo>
                <a:close/>
                <a:moveTo>
                  <a:pt x="400050" y="733425"/>
                </a:moveTo>
                <a:lnTo>
                  <a:pt x="409575" y="733425"/>
                </a:lnTo>
                <a:lnTo>
                  <a:pt x="409575" y="742950"/>
                </a:lnTo>
                <a:lnTo>
                  <a:pt x="400050" y="742950"/>
                </a:lnTo>
                <a:close/>
                <a:moveTo>
                  <a:pt x="809625" y="733425"/>
                </a:moveTo>
                <a:lnTo>
                  <a:pt x="819150" y="733425"/>
                </a:lnTo>
                <a:lnTo>
                  <a:pt x="819150" y="742950"/>
                </a:lnTo>
                <a:lnTo>
                  <a:pt x="809625" y="742950"/>
                </a:lnTo>
                <a:close/>
                <a:moveTo>
                  <a:pt x="800100" y="742950"/>
                </a:moveTo>
                <a:lnTo>
                  <a:pt x="809625" y="742950"/>
                </a:lnTo>
                <a:lnTo>
                  <a:pt x="809625" y="752475"/>
                </a:lnTo>
                <a:lnTo>
                  <a:pt x="800100" y="752475"/>
                </a:lnTo>
                <a:close/>
                <a:moveTo>
                  <a:pt x="361950" y="752475"/>
                </a:moveTo>
                <a:lnTo>
                  <a:pt x="371475" y="752475"/>
                </a:lnTo>
                <a:lnTo>
                  <a:pt x="371475" y="762000"/>
                </a:lnTo>
                <a:lnTo>
                  <a:pt x="361950" y="762000"/>
                </a:lnTo>
                <a:close/>
                <a:moveTo>
                  <a:pt x="771525" y="762000"/>
                </a:moveTo>
                <a:lnTo>
                  <a:pt x="781050" y="762000"/>
                </a:lnTo>
                <a:lnTo>
                  <a:pt x="781050" y="771525"/>
                </a:lnTo>
                <a:lnTo>
                  <a:pt x="771525" y="771525"/>
                </a:lnTo>
                <a:close/>
                <a:moveTo>
                  <a:pt x="238125" y="771525"/>
                </a:moveTo>
                <a:lnTo>
                  <a:pt x="247650" y="771525"/>
                </a:lnTo>
                <a:lnTo>
                  <a:pt x="247650" y="781050"/>
                </a:lnTo>
                <a:lnTo>
                  <a:pt x="238125" y="781050"/>
                </a:lnTo>
                <a:close/>
                <a:moveTo>
                  <a:pt x="819150" y="790575"/>
                </a:moveTo>
                <a:lnTo>
                  <a:pt x="828675" y="790575"/>
                </a:lnTo>
                <a:lnTo>
                  <a:pt x="828675" y="800100"/>
                </a:lnTo>
                <a:lnTo>
                  <a:pt x="819150" y="800100"/>
                </a:lnTo>
                <a:close/>
                <a:moveTo>
                  <a:pt x="390525" y="800100"/>
                </a:moveTo>
                <a:lnTo>
                  <a:pt x="400050" y="800100"/>
                </a:lnTo>
                <a:lnTo>
                  <a:pt x="400050" y="809625"/>
                </a:lnTo>
                <a:lnTo>
                  <a:pt x="390525" y="809625"/>
                </a:lnTo>
                <a:close/>
                <a:moveTo>
                  <a:pt x="400050" y="809625"/>
                </a:moveTo>
                <a:lnTo>
                  <a:pt x="419100" y="809625"/>
                </a:lnTo>
                <a:lnTo>
                  <a:pt x="419100" y="819150"/>
                </a:lnTo>
                <a:lnTo>
                  <a:pt x="400050" y="819150"/>
                </a:lnTo>
                <a:close/>
                <a:moveTo>
                  <a:pt x="800100" y="809625"/>
                </a:moveTo>
                <a:lnTo>
                  <a:pt x="809625" y="809625"/>
                </a:lnTo>
                <a:lnTo>
                  <a:pt x="809625" y="819150"/>
                </a:lnTo>
                <a:lnTo>
                  <a:pt x="800100" y="819150"/>
                </a:lnTo>
                <a:close/>
                <a:moveTo>
                  <a:pt x="161925" y="828675"/>
                </a:moveTo>
                <a:lnTo>
                  <a:pt x="180975" y="828675"/>
                </a:lnTo>
                <a:lnTo>
                  <a:pt x="180975" y="857250"/>
                </a:lnTo>
                <a:lnTo>
                  <a:pt x="190500" y="857250"/>
                </a:lnTo>
                <a:lnTo>
                  <a:pt x="190500" y="866775"/>
                </a:lnTo>
                <a:lnTo>
                  <a:pt x="161925" y="866775"/>
                </a:lnTo>
                <a:close/>
                <a:moveTo>
                  <a:pt x="523875" y="857250"/>
                </a:moveTo>
                <a:lnTo>
                  <a:pt x="676275" y="857250"/>
                </a:lnTo>
                <a:lnTo>
                  <a:pt x="676275" y="866775"/>
                </a:lnTo>
                <a:lnTo>
                  <a:pt x="523875" y="866775"/>
                </a:lnTo>
                <a:close/>
                <a:moveTo>
                  <a:pt x="676275" y="866775"/>
                </a:moveTo>
                <a:lnTo>
                  <a:pt x="685800" y="866775"/>
                </a:lnTo>
                <a:lnTo>
                  <a:pt x="685800" y="876300"/>
                </a:lnTo>
                <a:lnTo>
                  <a:pt x="676275" y="876300"/>
                </a:lnTo>
                <a:close/>
                <a:moveTo>
                  <a:pt x="152400" y="876300"/>
                </a:moveTo>
                <a:lnTo>
                  <a:pt x="161925" y="876300"/>
                </a:lnTo>
                <a:lnTo>
                  <a:pt x="161925" y="895350"/>
                </a:lnTo>
                <a:lnTo>
                  <a:pt x="171450" y="895350"/>
                </a:lnTo>
                <a:lnTo>
                  <a:pt x="171450" y="904875"/>
                </a:lnTo>
                <a:lnTo>
                  <a:pt x="152400" y="904875"/>
                </a:lnTo>
                <a:close/>
                <a:moveTo>
                  <a:pt x="285750" y="885825"/>
                </a:moveTo>
                <a:lnTo>
                  <a:pt x="361950" y="885825"/>
                </a:lnTo>
                <a:lnTo>
                  <a:pt x="361950" y="895350"/>
                </a:lnTo>
                <a:lnTo>
                  <a:pt x="285750" y="895350"/>
                </a:lnTo>
                <a:close/>
                <a:moveTo>
                  <a:pt x="171450" y="923925"/>
                </a:moveTo>
                <a:lnTo>
                  <a:pt x="180975" y="923925"/>
                </a:lnTo>
                <a:lnTo>
                  <a:pt x="180975" y="933450"/>
                </a:lnTo>
                <a:lnTo>
                  <a:pt x="171450" y="933450"/>
                </a:lnTo>
                <a:close/>
                <a:moveTo>
                  <a:pt x="161925" y="933450"/>
                </a:moveTo>
                <a:lnTo>
                  <a:pt x="171450" y="933450"/>
                </a:lnTo>
                <a:lnTo>
                  <a:pt x="171450" y="971550"/>
                </a:lnTo>
                <a:lnTo>
                  <a:pt x="180975" y="971550"/>
                </a:lnTo>
                <a:lnTo>
                  <a:pt x="180975" y="1009650"/>
                </a:lnTo>
                <a:lnTo>
                  <a:pt x="190500" y="1009650"/>
                </a:lnTo>
                <a:lnTo>
                  <a:pt x="190500" y="1019175"/>
                </a:lnTo>
                <a:lnTo>
                  <a:pt x="161925" y="1019175"/>
                </a:lnTo>
                <a:close/>
                <a:moveTo>
                  <a:pt x="266700" y="933450"/>
                </a:moveTo>
                <a:lnTo>
                  <a:pt x="323850" y="933450"/>
                </a:lnTo>
                <a:lnTo>
                  <a:pt x="323850" y="942975"/>
                </a:lnTo>
                <a:lnTo>
                  <a:pt x="266700" y="942975"/>
                </a:lnTo>
                <a:close/>
                <a:moveTo>
                  <a:pt x="514350" y="933450"/>
                </a:moveTo>
                <a:lnTo>
                  <a:pt x="533400" y="933450"/>
                </a:lnTo>
                <a:lnTo>
                  <a:pt x="533400" y="942975"/>
                </a:lnTo>
                <a:lnTo>
                  <a:pt x="514350" y="942975"/>
                </a:lnTo>
                <a:close/>
                <a:moveTo>
                  <a:pt x="619125" y="933450"/>
                </a:moveTo>
                <a:lnTo>
                  <a:pt x="638175" y="933450"/>
                </a:lnTo>
                <a:lnTo>
                  <a:pt x="638175" y="942975"/>
                </a:lnTo>
                <a:lnTo>
                  <a:pt x="619125" y="942975"/>
                </a:lnTo>
                <a:close/>
                <a:moveTo>
                  <a:pt x="923925" y="933450"/>
                </a:moveTo>
                <a:lnTo>
                  <a:pt x="942975" y="933450"/>
                </a:lnTo>
                <a:lnTo>
                  <a:pt x="942975" y="942975"/>
                </a:lnTo>
                <a:lnTo>
                  <a:pt x="923925" y="942975"/>
                </a:lnTo>
                <a:close/>
                <a:moveTo>
                  <a:pt x="1028700" y="952500"/>
                </a:moveTo>
                <a:lnTo>
                  <a:pt x="1038225" y="952500"/>
                </a:lnTo>
                <a:lnTo>
                  <a:pt x="1038225" y="962025"/>
                </a:lnTo>
                <a:lnTo>
                  <a:pt x="1028700" y="962025"/>
                </a:lnTo>
                <a:close/>
                <a:moveTo>
                  <a:pt x="704850" y="971550"/>
                </a:moveTo>
                <a:lnTo>
                  <a:pt x="723900" y="971550"/>
                </a:lnTo>
                <a:lnTo>
                  <a:pt x="723900" y="981075"/>
                </a:lnTo>
                <a:lnTo>
                  <a:pt x="704850" y="981075"/>
                </a:lnTo>
                <a:close/>
                <a:moveTo>
                  <a:pt x="1266825" y="971550"/>
                </a:moveTo>
                <a:lnTo>
                  <a:pt x="1295400" y="971550"/>
                </a:lnTo>
                <a:lnTo>
                  <a:pt x="1295400" y="981075"/>
                </a:lnTo>
                <a:lnTo>
                  <a:pt x="1266825" y="981075"/>
                </a:lnTo>
                <a:close/>
                <a:moveTo>
                  <a:pt x="723900" y="981075"/>
                </a:moveTo>
                <a:lnTo>
                  <a:pt x="742950" y="981075"/>
                </a:lnTo>
                <a:lnTo>
                  <a:pt x="742950" y="990600"/>
                </a:lnTo>
                <a:lnTo>
                  <a:pt x="723900" y="990600"/>
                </a:lnTo>
                <a:close/>
                <a:moveTo>
                  <a:pt x="1095375" y="981075"/>
                </a:moveTo>
                <a:lnTo>
                  <a:pt x="1104900" y="981075"/>
                </a:lnTo>
                <a:lnTo>
                  <a:pt x="1104900" y="990600"/>
                </a:lnTo>
                <a:lnTo>
                  <a:pt x="1095375" y="990600"/>
                </a:lnTo>
                <a:close/>
                <a:moveTo>
                  <a:pt x="228600" y="1009650"/>
                </a:moveTo>
                <a:lnTo>
                  <a:pt x="257175" y="1009650"/>
                </a:lnTo>
                <a:lnTo>
                  <a:pt x="257175" y="1019175"/>
                </a:lnTo>
                <a:lnTo>
                  <a:pt x="228600" y="1019175"/>
                </a:lnTo>
                <a:close/>
                <a:moveTo>
                  <a:pt x="266700" y="1009650"/>
                </a:moveTo>
                <a:lnTo>
                  <a:pt x="276225" y="1009650"/>
                </a:lnTo>
                <a:lnTo>
                  <a:pt x="276225" y="1019175"/>
                </a:lnTo>
                <a:lnTo>
                  <a:pt x="266700" y="1019175"/>
                </a:lnTo>
                <a:close/>
                <a:moveTo>
                  <a:pt x="361950" y="1009650"/>
                </a:moveTo>
                <a:lnTo>
                  <a:pt x="371475" y="1009650"/>
                </a:lnTo>
                <a:lnTo>
                  <a:pt x="371475" y="1019175"/>
                </a:lnTo>
                <a:lnTo>
                  <a:pt x="361950" y="1019175"/>
                </a:lnTo>
                <a:close/>
                <a:moveTo>
                  <a:pt x="161925" y="1028700"/>
                </a:moveTo>
                <a:lnTo>
                  <a:pt x="171450" y="1028700"/>
                </a:lnTo>
                <a:lnTo>
                  <a:pt x="171450" y="1047750"/>
                </a:lnTo>
                <a:lnTo>
                  <a:pt x="180975" y="1047750"/>
                </a:lnTo>
                <a:lnTo>
                  <a:pt x="180975" y="1057275"/>
                </a:lnTo>
                <a:lnTo>
                  <a:pt x="190500" y="1057275"/>
                </a:lnTo>
                <a:lnTo>
                  <a:pt x="190500" y="1066800"/>
                </a:lnTo>
                <a:lnTo>
                  <a:pt x="180975" y="1066800"/>
                </a:lnTo>
                <a:lnTo>
                  <a:pt x="180975" y="1152525"/>
                </a:lnTo>
                <a:lnTo>
                  <a:pt x="161925" y="1152525"/>
                </a:lnTo>
                <a:lnTo>
                  <a:pt x="161925" y="1238250"/>
                </a:lnTo>
                <a:lnTo>
                  <a:pt x="171450" y="1238250"/>
                </a:lnTo>
                <a:lnTo>
                  <a:pt x="171450" y="1266825"/>
                </a:lnTo>
                <a:lnTo>
                  <a:pt x="161925" y="1266825"/>
                </a:lnTo>
                <a:lnTo>
                  <a:pt x="161925" y="1257300"/>
                </a:lnTo>
                <a:lnTo>
                  <a:pt x="152400" y="1257300"/>
                </a:lnTo>
                <a:lnTo>
                  <a:pt x="152400" y="1247775"/>
                </a:lnTo>
                <a:lnTo>
                  <a:pt x="142875" y="1247775"/>
                </a:lnTo>
                <a:lnTo>
                  <a:pt x="142875" y="1238250"/>
                </a:lnTo>
                <a:lnTo>
                  <a:pt x="133350" y="1238250"/>
                </a:lnTo>
                <a:lnTo>
                  <a:pt x="133350" y="1247775"/>
                </a:lnTo>
                <a:lnTo>
                  <a:pt x="123825" y="1247775"/>
                </a:lnTo>
                <a:lnTo>
                  <a:pt x="123825" y="1095375"/>
                </a:lnTo>
                <a:lnTo>
                  <a:pt x="133350" y="1095375"/>
                </a:lnTo>
                <a:lnTo>
                  <a:pt x="133350" y="1162050"/>
                </a:lnTo>
                <a:lnTo>
                  <a:pt x="142875" y="1162050"/>
                </a:lnTo>
                <a:lnTo>
                  <a:pt x="142875" y="1133475"/>
                </a:lnTo>
                <a:lnTo>
                  <a:pt x="152400" y="1133475"/>
                </a:lnTo>
                <a:lnTo>
                  <a:pt x="152400" y="1104900"/>
                </a:lnTo>
                <a:lnTo>
                  <a:pt x="161925" y="1104900"/>
                </a:lnTo>
                <a:close/>
                <a:moveTo>
                  <a:pt x="257175" y="1038225"/>
                </a:moveTo>
                <a:lnTo>
                  <a:pt x="285750" y="1038225"/>
                </a:lnTo>
                <a:lnTo>
                  <a:pt x="285750" y="1047750"/>
                </a:lnTo>
                <a:lnTo>
                  <a:pt x="295275" y="1047750"/>
                </a:lnTo>
                <a:lnTo>
                  <a:pt x="295275" y="1057275"/>
                </a:lnTo>
                <a:lnTo>
                  <a:pt x="266700" y="1057275"/>
                </a:lnTo>
                <a:lnTo>
                  <a:pt x="266700" y="1047750"/>
                </a:lnTo>
                <a:lnTo>
                  <a:pt x="257175" y="1047750"/>
                </a:lnTo>
                <a:close/>
                <a:moveTo>
                  <a:pt x="228600" y="1047750"/>
                </a:moveTo>
                <a:lnTo>
                  <a:pt x="238125" y="1047750"/>
                </a:lnTo>
                <a:lnTo>
                  <a:pt x="238125" y="1057275"/>
                </a:lnTo>
                <a:lnTo>
                  <a:pt x="228600" y="1057275"/>
                </a:lnTo>
                <a:close/>
                <a:moveTo>
                  <a:pt x="323850" y="1047750"/>
                </a:moveTo>
                <a:lnTo>
                  <a:pt x="342900" y="1047750"/>
                </a:lnTo>
                <a:lnTo>
                  <a:pt x="342900" y="1057275"/>
                </a:lnTo>
                <a:lnTo>
                  <a:pt x="323850" y="1057275"/>
                </a:lnTo>
                <a:close/>
                <a:moveTo>
                  <a:pt x="485775" y="1171575"/>
                </a:moveTo>
                <a:lnTo>
                  <a:pt x="514350" y="1171575"/>
                </a:lnTo>
                <a:lnTo>
                  <a:pt x="514350" y="1181100"/>
                </a:lnTo>
                <a:lnTo>
                  <a:pt x="485775" y="1181100"/>
                </a:lnTo>
                <a:close/>
                <a:moveTo>
                  <a:pt x="552450" y="1171575"/>
                </a:moveTo>
                <a:lnTo>
                  <a:pt x="571500" y="1171575"/>
                </a:lnTo>
                <a:lnTo>
                  <a:pt x="571500" y="1181100"/>
                </a:lnTo>
                <a:lnTo>
                  <a:pt x="552450" y="1181100"/>
                </a:lnTo>
                <a:close/>
                <a:moveTo>
                  <a:pt x="590550" y="1171575"/>
                </a:moveTo>
                <a:lnTo>
                  <a:pt x="619125" y="1171575"/>
                </a:lnTo>
                <a:lnTo>
                  <a:pt x="619125" y="1181100"/>
                </a:lnTo>
                <a:lnTo>
                  <a:pt x="590550" y="1181100"/>
                </a:lnTo>
                <a:close/>
                <a:moveTo>
                  <a:pt x="628650" y="1171575"/>
                </a:moveTo>
                <a:lnTo>
                  <a:pt x="685800" y="1171575"/>
                </a:lnTo>
                <a:lnTo>
                  <a:pt x="685800" y="1181100"/>
                </a:lnTo>
                <a:lnTo>
                  <a:pt x="628650" y="1181100"/>
                </a:lnTo>
                <a:close/>
                <a:moveTo>
                  <a:pt x="733425" y="1171575"/>
                </a:moveTo>
                <a:lnTo>
                  <a:pt x="781050" y="1171575"/>
                </a:lnTo>
                <a:lnTo>
                  <a:pt x="781050" y="1181100"/>
                </a:lnTo>
                <a:lnTo>
                  <a:pt x="733425" y="1181100"/>
                </a:lnTo>
                <a:close/>
                <a:moveTo>
                  <a:pt x="809625" y="1171575"/>
                </a:moveTo>
                <a:lnTo>
                  <a:pt x="828675" y="1171575"/>
                </a:lnTo>
                <a:lnTo>
                  <a:pt x="828675" y="1181100"/>
                </a:lnTo>
                <a:lnTo>
                  <a:pt x="809625" y="1181100"/>
                </a:lnTo>
                <a:close/>
                <a:moveTo>
                  <a:pt x="876300" y="1171575"/>
                </a:moveTo>
                <a:lnTo>
                  <a:pt x="914400" y="1171575"/>
                </a:lnTo>
                <a:lnTo>
                  <a:pt x="914400" y="1181100"/>
                </a:lnTo>
                <a:lnTo>
                  <a:pt x="876300" y="1181100"/>
                </a:lnTo>
                <a:close/>
                <a:moveTo>
                  <a:pt x="1019175" y="1171575"/>
                </a:moveTo>
                <a:lnTo>
                  <a:pt x="1047750" y="1171575"/>
                </a:lnTo>
                <a:lnTo>
                  <a:pt x="1047750" y="1181100"/>
                </a:lnTo>
                <a:lnTo>
                  <a:pt x="1019175" y="1181100"/>
                </a:lnTo>
                <a:close/>
                <a:moveTo>
                  <a:pt x="1066800" y="1171575"/>
                </a:moveTo>
                <a:lnTo>
                  <a:pt x="1085850" y="1171575"/>
                </a:lnTo>
                <a:lnTo>
                  <a:pt x="1085850" y="1181100"/>
                </a:lnTo>
                <a:lnTo>
                  <a:pt x="1066800" y="1181100"/>
                </a:lnTo>
                <a:close/>
                <a:moveTo>
                  <a:pt x="1104900" y="1171575"/>
                </a:moveTo>
                <a:lnTo>
                  <a:pt x="1123950" y="1171575"/>
                </a:lnTo>
                <a:lnTo>
                  <a:pt x="1123950" y="1181100"/>
                </a:lnTo>
                <a:lnTo>
                  <a:pt x="1104900" y="1181100"/>
                </a:lnTo>
                <a:close/>
                <a:moveTo>
                  <a:pt x="1143000" y="1171575"/>
                </a:moveTo>
                <a:lnTo>
                  <a:pt x="1181100" y="1171575"/>
                </a:lnTo>
                <a:lnTo>
                  <a:pt x="1181100" y="1181100"/>
                </a:lnTo>
                <a:lnTo>
                  <a:pt x="1143000" y="1181100"/>
                </a:lnTo>
                <a:close/>
                <a:moveTo>
                  <a:pt x="1209675" y="1171575"/>
                </a:moveTo>
                <a:lnTo>
                  <a:pt x="1238250" y="1171575"/>
                </a:lnTo>
                <a:lnTo>
                  <a:pt x="1238250" y="1181100"/>
                </a:lnTo>
                <a:lnTo>
                  <a:pt x="1209675" y="1181100"/>
                </a:lnTo>
                <a:close/>
                <a:moveTo>
                  <a:pt x="1247775" y="1171575"/>
                </a:moveTo>
                <a:lnTo>
                  <a:pt x="1276350" y="1171575"/>
                </a:lnTo>
                <a:lnTo>
                  <a:pt x="1276350" y="1181100"/>
                </a:lnTo>
                <a:lnTo>
                  <a:pt x="1247775" y="1181100"/>
                </a:lnTo>
                <a:close/>
                <a:moveTo>
                  <a:pt x="1381125" y="1171575"/>
                </a:moveTo>
                <a:lnTo>
                  <a:pt x="1590675" y="1171575"/>
                </a:lnTo>
                <a:lnTo>
                  <a:pt x="1590675" y="1181100"/>
                </a:lnTo>
                <a:lnTo>
                  <a:pt x="1381125" y="1181100"/>
                </a:lnTo>
                <a:close/>
                <a:moveTo>
                  <a:pt x="209550" y="1200150"/>
                </a:moveTo>
                <a:lnTo>
                  <a:pt x="219075" y="1200150"/>
                </a:lnTo>
                <a:lnTo>
                  <a:pt x="219075" y="1209675"/>
                </a:lnTo>
                <a:lnTo>
                  <a:pt x="209550" y="1209675"/>
                </a:lnTo>
                <a:close/>
                <a:moveTo>
                  <a:pt x="200025" y="1209675"/>
                </a:moveTo>
                <a:lnTo>
                  <a:pt x="209550" y="1209675"/>
                </a:lnTo>
                <a:lnTo>
                  <a:pt x="209550" y="1219200"/>
                </a:lnTo>
                <a:lnTo>
                  <a:pt x="200025" y="1219200"/>
                </a:lnTo>
                <a:close/>
                <a:moveTo>
                  <a:pt x="180975" y="1228725"/>
                </a:moveTo>
                <a:lnTo>
                  <a:pt x="190500" y="1228725"/>
                </a:lnTo>
                <a:lnTo>
                  <a:pt x="190500" y="1238250"/>
                </a:lnTo>
                <a:lnTo>
                  <a:pt x="180975" y="1238250"/>
                </a:lnTo>
                <a:close/>
                <a:moveTo>
                  <a:pt x="1685925" y="1295400"/>
                </a:moveTo>
                <a:lnTo>
                  <a:pt x="1695450" y="1295400"/>
                </a:lnTo>
                <a:lnTo>
                  <a:pt x="1695450" y="1304925"/>
                </a:lnTo>
                <a:lnTo>
                  <a:pt x="1685925" y="1304925"/>
                </a:lnTo>
                <a:close/>
                <a:moveTo>
                  <a:pt x="1724025" y="1295400"/>
                </a:moveTo>
                <a:lnTo>
                  <a:pt x="1733550" y="1295400"/>
                </a:lnTo>
                <a:lnTo>
                  <a:pt x="1733550" y="1352550"/>
                </a:lnTo>
                <a:lnTo>
                  <a:pt x="1724025" y="1352550"/>
                </a:lnTo>
                <a:close/>
                <a:moveTo>
                  <a:pt x="1695450" y="1314450"/>
                </a:moveTo>
                <a:lnTo>
                  <a:pt x="1704975" y="1314450"/>
                </a:lnTo>
                <a:lnTo>
                  <a:pt x="1704975" y="1333500"/>
                </a:lnTo>
                <a:lnTo>
                  <a:pt x="1695450" y="1333500"/>
                </a:lnTo>
                <a:close/>
                <a:moveTo>
                  <a:pt x="1685925" y="1381125"/>
                </a:moveTo>
                <a:lnTo>
                  <a:pt x="1695450" y="1381125"/>
                </a:lnTo>
                <a:lnTo>
                  <a:pt x="1695450" y="1400175"/>
                </a:lnTo>
                <a:lnTo>
                  <a:pt x="1685925" y="1400175"/>
                </a:lnTo>
                <a:close/>
                <a:moveTo>
                  <a:pt x="123825" y="1400175"/>
                </a:moveTo>
                <a:lnTo>
                  <a:pt x="142875" y="1400175"/>
                </a:lnTo>
                <a:lnTo>
                  <a:pt x="142875" y="1409700"/>
                </a:lnTo>
                <a:lnTo>
                  <a:pt x="171450" y="1409700"/>
                </a:lnTo>
                <a:lnTo>
                  <a:pt x="171450" y="1552575"/>
                </a:lnTo>
                <a:lnTo>
                  <a:pt x="161925" y="1552575"/>
                </a:lnTo>
                <a:lnTo>
                  <a:pt x="161925" y="1543050"/>
                </a:lnTo>
                <a:lnTo>
                  <a:pt x="133350" y="1543050"/>
                </a:lnTo>
                <a:lnTo>
                  <a:pt x="133350" y="1581150"/>
                </a:lnTo>
                <a:lnTo>
                  <a:pt x="123825" y="1581150"/>
                </a:lnTo>
                <a:close/>
                <a:moveTo>
                  <a:pt x="742950" y="1400175"/>
                </a:moveTo>
                <a:lnTo>
                  <a:pt x="752475" y="1400175"/>
                </a:lnTo>
                <a:lnTo>
                  <a:pt x="752475" y="1409700"/>
                </a:lnTo>
                <a:lnTo>
                  <a:pt x="742950" y="1409700"/>
                </a:lnTo>
                <a:close/>
                <a:moveTo>
                  <a:pt x="1685925" y="1419225"/>
                </a:moveTo>
                <a:lnTo>
                  <a:pt x="1695450" y="1419225"/>
                </a:lnTo>
                <a:lnTo>
                  <a:pt x="1695450" y="1495425"/>
                </a:lnTo>
                <a:lnTo>
                  <a:pt x="1685925" y="1495425"/>
                </a:lnTo>
                <a:close/>
                <a:moveTo>
                  <a:pt x="657225" y="1438275"/>
                </a:moveTo>
                <a:lnTo>
                  <a:pt x="666750" y="1438275"/>
                </a:lnTo>
                <a:lnTo>
                  <a:pt x="666750" y="1447800"/>
                </a:lnTo>
                <a:lnTo>
                  <a:pt x="657225" y="1447800"/>
                </a:lnTo>
                <a:close/>
                <a:moveTo>
                  <a:pt x="971550" y="1438275"/>
                </a:moveTo>
                <a:lnTo>
                  <a:pt x="981075" y="1438275"/>
                </a:lnTo>
                <a:lnTo>
                  <a:pt x="981075" y="1457325"/>
                </a:lnTo>
                <a:lnTo>
                  <a:pt x="971550" y="1457325"/>
                </a:lnTo>
                <a:close/>
                <a:moveTo>
                  <a:pt x="952500" y="1447800"/>
                </a:moveTo>
                <a:lnTo>
                  <a:pt x="962025" y="1447800"/>
                </a:lnTo>
                <a:lnTo>
                  <a:pt x="962025" y="1457325"/>
                </a:lnTo>
                <a:lnTo>
                  <a:pt x="952500" y="1457325"/>
                </a:lnTo>
                <a:close/>
                <a:moveTo>
                  <a:pt x="1685925" y="1657350"/>
                </a:moveTo>
                <a:lnTo>
                  <a:pt x="1695450" y="1657350"/>
                </a:lnTo>
                <a:lnTo>
                  <a:pt x="1695450" y="1666875"/>
                </a:lnTo>
                <a:lnTo>
                  <a:pt x="1685925" y="1666875"/>
                </a:lnTo>
                <a:close/>
                <a:moveTo>
                  <a:pt x="161925" y="1704975"/>
                </a:moveTo>
                <a:lnTo>
                  <a:pt x="171450" y="1704975"/>
                </a:lnTo>
                <a:lnTo>
                  <a:pt x="171450" y="1724025"/>
                </a:lnTo>
                <a:lnTo>
                  <a:pt x="161925" y="1724025"/>
                </a:lnTo>
                <a:close/>
                <a:moveTo>
                  <a:pt x="123825" y="1724025"/>
                </a:moveTo>
                <a:lnTo>
                  <a:pt x="133350" y="1724025"/>
                </a:lnTo>
                <a:lnTo>
                  <a:pt x="133350" y="1781175"/>
                </a:lnTo>
                <a:lnTo>
                  <a:pt x="142875" y="1781175"/>
                </a:lnTo>
                <a:lnTo>
                  <a:pt x="142875" y="1800225"/>
                </a:lnTo>
                <a:lnTo>
                  <a:pt x="133350" y="1800225"/>
                </a:lnTo>
                <a:lnTo>
                  <a:pt x="133350" y="1819275"/>
                </a:lnTo>
                <a:lnTo>
                  <a:pt x="142875" y="1819275"/>
                </a:lnTo>
                <a:lnTo>
                  <a:pt x="142875" y="1828800"/>
                </a:lnTo>
                <a:lnTo>
                  <a:pt x="133350" y="1828800"/>
                </a:lnTo>
                <a:lnTo>
                  <a:pt x="133350" y="1847850"/>
                </a:lnTo>
                <a:lnTo>
                  <a:pt x="123825" y="1847850"/>
                </a:lnTo>
                <a:close/>
                <a:moveTo>
                  <a:pt x="152400" y="1724025"/>
                </a:moveTo>
                <a:lnTo>
                  <a:pt x="161925" y="1724025"/>
                </a:lnTo>
                <a:lnTo>
                  <a:pt x="161925" y="1819275"/>
                </a:lnTo>
                <a:lnTo>
                  <a:pt x="180975" y="1819275"/>
                </a:lnTo>
                <a:lnTo>
                  <a:pt x="180975" y="1866900"/>
                </a:lnTo>
                <a:lnTo>
                  <a:pt x="200025" y="1866900"/>
                </a:lnTo>
                <a:lnTo>
                  <a:pt x="200025" y="1857375"/>
                </a:lnTo>
                <a:lnTo>
                  <a:pt x="209550" y="1857375"/>
                </a:lnTo>
                <a:lnTo>
                  <a:pt x="209550" y="1866900"/>
                </a:lnTo>
                <a:lnTo>
                  <a:pt x="200025" y="1866900"/>
                </a:lnTo>
                <a:lnTo>
                  <a:pt x="200025" y="1876425"/>
                </a:lnTo>
                <a:lnTo>
                  <a:pt x="190500" y="1876425"/>
                </a:lnTo>
                <a:lnTo>
                  <a:pt x="190500" y="1885950"/>
                </a:lnTo>
                <a:lnTo>
                  <a:pt x="180975" y="1885950"/>
                </a:lnTo>
                <a:lnTo>
                  <a:pt x="180975" y="1924050"/>
                </a:lnTo>
                <a:lnTo>
                  <a:pt x="171450" y="1924050"/>
                </a:lnTo>
                <a:lnTo>
                  <a:pt x="171450" y="1885950"/>
                </a:lnTo>
                <a:lnTo>
                  <a:pt x="161925" y="1885950"/>
                </a:lnTo>
                <a:lnTo>
                  <a:pt x="161925" y="1847850"/>
                </a:lnTo>
                <a:lnTo>
                  <a:pt x="152400" y="1847850"/>
                </a:lnTo>
                <a:close/>
                <a:moveTo>
                  <a:pt x="180975" y="1733550"/>
                </a:moveTo>
                <a:lnTo>
                  <a:pt x="200025" y="1733550"/>
                </a:lnTo>
                <a:lnTo>
                  <a:pt x="200025" y="1743075"/>
                </a:lnTo>
                <a:lnTo>
                  <a:pt x="180975" y="1743075"/>
                </a:lnTo>
                <a:close/>
                <a:moveTo>
                  <a:pt x="238125" y="1771650"/>
                </a:moveTo>
                <a:lnTo>
                  <a:pt x="247650" y="1771650"/>
                </a:lnTo>
                <a:lnTo>
                  <a:pt x="247650" y="1781175"/>
                </a:lnTo>
                <a:lnTo>
                  <a:pt x="238125" y="1781175"/>
                </a:lnTo>
                <a:close/>
                <a:moveTo>
                  <a:pt x="266700" y="1781175"/>
                </a:moveTo>
                <a:lnTo>
                  <a:pt x="276225" y="1781175"/>
                </a:lnTo>
                <a:lnTo>
                  <a:pt x="276225" y="1790700"/>
                </a:lnTo>
                <a:lnTo>
                  <a:pt x="266700" y="1790700"/>
                </a:lnTo>
                <a:close/>
                <a:moveTo>
                  <a:pt x="247650" y="1866900"/>
                </a:moveTo>
                <a:lnTo>
                  <a:pt x="257175" y="1866900"/>
                </a:lnTo>
                <a:lnTo>
                  <a:pt x="257175" y="1876425"/>
                </a:lnTo>
                <a:lnTo>
                  <a:pt x="247650" y="1876425"/>
                </a:lnTo>
                <a:close/>
                <a:moveTo>
                  <a:pt x="571500" y="1876425"/>
                </a:moveTo>
                <a:lnTo>
                  <a:pt x="581025" y="1876425"/>
                </a:lnTo>
                <a:lnTo>
                  <a:pt x="581025" y="1885950"/>
                </a:lnTo>
                <a:lnTo>
                  <a:pt x="571500" y="1885950"/>
                </a:lnTo>
                <a:close/>
                <a:moveTo>
                  <a:pt x="285750" y="1885950"/>
                </a:moveTo>
                <a:lnTo>
                  <a:pt x="314325" y="1885950"/>
                </a:lnTo>
                <a:lnTo>
                  <a:pt x="314325" y="1895475"/>
                </a:lnTo>
                <a:lnTo>
                  <a:pt x="285750" y="1895475"/>
                </a:lnTo>
                <a:close/>
                <a:moveTo>
                  <a:pt x="333375" y="1895475"/>
                </a:moveTo>
                <a:lnTo>
                  <a:pt x="342900" y="1895475"/>
                </a:lnTo>
                <a:lnTo>
                  <a:pt x="342900" y="1905000"/>
                </a:lnTo>
                <a:lnTo>
                  <a:pt x="333375" y="1905000"/>
                </a:lnTo>
                <a:close/>
                <a:moveTo>
                  <a:pt x="161925" y="2000250"/>
                </a:moveTo>
                <a:lnTo>
                  <a:pt x="180975" y="2000250"/>
                </a:lnTo>
                <a:lnTo>
                  <a:pt x="180975" y="2038350"/>
                </a:lnTo>
                <a:lnTo>
                  <a:pt x="190500" y="2038350"/>
                </a:lnTo>
                <a:lnTo>
                  <a:pt x="190500" y="2047875"/>
                </a:lnTo>
                <a:lnTo>
                  <a:pt x="171450" y="2047875"/>
                </a:lnTo>
                <a:lnTo>
                  <a:pt x="171450" y="2057400"/>
                </a:lnTo>
                <a:lnTo>
                  <a:pt x="161925" y="2057400"/>
                </a:lnTo>
                <a:close/>
                <a:moveTo>
                  <a:pt x="257175" y="2028825"/>
                </a:moveTo>
                <a:lnTo>
                  <a:pt x="276225" y="2028825"/>
                </a:lnTo>
                <a:lnTo>
                  <a:pt x="276225" y="2038350"/>
                </a:lnTo>
                <a:lnTo>
                  <a:pt x="257175" y="2038350"/>
                </a:lnTo>
                <a:close/>
                <a:moveTo>
                  <a:pt x="800100" y="2047875"/>
                </a:moveTo>
                <a:lnTo>
                  <a:pt x="819150" y="2047875"/>
                </a:lnTo>
                <a:lnTo>
                  <a:pt x="819150" y="2057400"/>
                </a:lnTo>
                <a:lnTo>
                  <a:pt x="800100" y="2057400"/>
                </a:lnTo>
                <a:close/>
                <a:moveTo>
                  <a:pt x="314325" y="2057400"/>
                </a:moveTo>
                <a:lnTo>
                  <a:pt x="323850" y="2057400"/>
                </a:lnTo>
                <a:lnTo>
                  <a:pt x="323850" y="2066925"/>
                </a:lnTo>
                <a:lnTo>
                  <a:pt x="314325" y="2066925"/>
                </a:lnTo>
                <a:close/>
                <a:moveTo>
                  <a:pt x="1343025" y="2076450"/>
                </a:moveTo>
                <a:lnTo>
                  <a:pt x="1362075" y="2076450"/>
                </a:lnTo>
                <a:lnTo>
                  <a:pt x="1362075" y="2085975"/>
                </a:lnTo>
                <a:lnTo>
                  <a:pt x="1343025" y="2085975"/>
                </a:lnTo>
                <a:close/>
                <a:moveTo>
                  <a:pt x="1333500" y="2085975"/>
                </a:moveTo>
                <a:lnTo>
                  <a:pt x="1343025" y="2085975"/>
                </a:lnTo>
                <a:lnTo>
                  <a:pt x="1343025" y="2095500"/>
                </a:lnTo>
                <a:lnTo>
                  <a:pt x="1333500" y="2095500"/>
                </a:lnTo>
                <a:close/>
                <a:moveTo>
                  <a:pt x="1362075" y="2085975"/>
                </a:moveTo>
                <a:lnTo>
                  <a:pt x="1371600" y="2085975"/>
                </a:lnTo>
                <a:lnTo>
                  <a:pt x="1371600" y="2095500"/>
                </a:lnTo>
                <a:lnTo>
                  <a:pt x="1362075" y="2095500"/>
                </a:lnTo>
                <a:close/>
                <a:moveTo>
                  <a:pt x="1724025" y="2085975"/>
                </a:moveTo>
                <a:lnTo>
                  <a:pt x="1733550" y="2085975"/>
                </a:lnTo>
                <a:lnTo>
                  <a:pt x="1733550" y="2152650"/>
                </a:lnTo>
                <a:lnTo>
                  <a:pt x="1724025" y="2152650"/>
                </a:lnTo>
                <a:close/>
                <a:moveTo>
                  <a:pt x="323850" y="2095500"/>
                </a:moveTo>
                <a:lnTo>
                  <a:pt x="333375" y="2095500"/>
                </a:lnTo>
                <a:lnTo>
                  <a:pt x="333375" y="2114550"/>
                </a:lnTo>
                <a:lnTo>
                  <a:pt x="323850" y="2114550"/>
                </a:lnTo>
                <a:close/>
                <a:moveTo>
                  <a:pt x="447675" y="2095500"/>
                </a:moveTo>
                <a:lnTo>
                  <a:pt x="457200" y="2095500"/>
                </a:lnTo>
                <a:lnTo>
                  <a:pt x="457200" y="2105025"/>
                </a:lnTo>
                <a:lnTo>
                  <a:pt x="447675" y="2105025"/>
                </a:lnTo>
                <a:close/>
                <a:moveTo>
                  <a:pt x="552450" y="2095500"/>
                </a:moveTo>
                <a:lnTo>
                  <a:pt x="581025" y="2095500"/>
                </a:lnTo>
                <a:lnTo>
                  <a:pt x="581025" y="2105025"/>
                </a:lnTo>
                <a:lnTo>
                  <a:pt x="552450" y="2105025"/>
                </a:lnTo>
                <a:close/>
                <a:moveTo>
                  <a:pt x="647700" y="2095500"/>
                </a:moveTo>
                <a:lnTo>
                  <a:pt x="657225" y="2095500"/>
                </a:lnTo>
                <a:lnTo>
                  <a:pt x="657225" y="2105025"/>
                </a:lnTo>
                <a:lnTo>
                  <a:pt x="647700" y="2105025"/>
                </a:lnTo>
                <a:close/>
                <a:moveTo>
                  <a:pt x="685800" y="2095500"/>
                </a:moveTo>
                <a:lnTo>
                  <a:pt x="704850" y="2095500"/>
                </a:lnTo>
                <a:lnTo>
                  <a:pt x="704850" y="2105025"/>
                </a:lnTo>
                <a:lnTo>
                  <a:pt x="685800" y="2105025"/>
                </a:lnTo>
                <a:close/>
                <a:moveTo>
                  <a:pt x="714375" y="2095500"/>
                </a:moveTo>
                <a:lnTo>
                  <a:pt x="742950" y="2095500"/>
                </a:lnTo>
                <a:lnTo>
                  <a:pt x="742950" y="2105025"/>
                </a:lnTo>
                <a:lnTo>
                  <a:pt x="714375" y="2105025"/>
                </a:lnTo>
                <a:close/>
                <a:moveTo>
                  <a:pt x="857250" y="2124075"/>
                </a:moveTo>
                <a:lnTo>
                  <a:pt x="876300" y="2124075"/>
                </a:lnTo>
                <a:lnTo>
                  <a:pt x="876300" y="2133600"/>
                </a:lnTo>
                <a:lnTo>
                  <a:pt x="857250" y="2133600"/>
                </a:lnTo>
                <a:close/>
                <a:moveTo>
                  <a:pt x="1323975" y="2124075"/>
                </a:moveTo>
                <a:lnTo>
                  <a:pt x="1343025" y="2124075"/>
                </a:lnTo>
                <a:lnTo>
                  <a:pt x="1343025" y="2133600"/>
                </a:lnTo>
                <a:lnTo>
                  <a:pt x="1323975" y="2133600"/>
                </a:lnTo>
                <a:close/>
                <a:moveTo>
                  <a:pt x="1362075" y="2124075"/>
                </a:moveTo>
                <a:lnTo>
                  <a:pt x="1381125" y="2124075"/>
                </a:lnTo>
                <a:lnTo>
                  <a:pt x="1381125" y="2133600"/>
                </a:lnTo>
                <a:lnTo>
                  <a:pt x="1362075" y="2133600"/>
                </a:lnTo>
                <a:close/>
                <a:moveTo>
                  <a:pt x="1438275" y="2124075"/>
                </a:moveTo>
                <a:lnTo>
                  <a:pt x="1457325" y="2124075"/>
                </a:lnTo>
                <a:lnTo>
                  <a:pt x="1457325" y="2133600"/>
                </a:lnTo>
                <a:lnTo>
                  <a:pt x="1438275" y="2133600"/>
                </a:lnTo>
                <a:close/>
                <a:moveTo>
                  <a:pt x="1514475" y="2124075"/>
                </a:moveTo>
                <a:lnTo>
                  <a:pt x="1533525" y="2124075"/>
                </a:lnTo>
                <a:lnTo>
                  <a:pt x="1533525" y="2133600"/>
                </a:lnTo>
                <a:lnTo>
                  <a:pt x="1514475" y="2133600"/>
                </a:lnTo>
                <a:close/>
                <a:moveTo>
                  <a:pt x="123825" y="2133600"/>
                </a:moveTo>
                <a:lnTo>
                  <a:pt x="133350" y="2133600"/>
                </a:lnTo>
                <a:lnTo>
                  <a:pt x="133350" y="2286000"/>
                </a:lnTo>
                <a:lnTo>
                  <a:pt x="123825" y="2286000"/>
                </a:lnTo>
                <a:close/>
                <a:moveTo>
                  <a:pt x="457200" y="2133600"/>
                </a:moveTo>
                <a:lnTo>
                  <a:pt x="466725" y="2133600"/>
                </a:lnTo>
                <a:lnTo>
                  <a:pt x="466725" y="2143125"/>
                </a:lnTo>
                <a:lnTo>
                  <a:pt x="457200" y="2143125"/>
                </a:lnTo>
                <a:close/>
                <a:moveTo>
                  <a:pt x="752475" y="2133600"/>
                </a:moveTo>
                <a:lnTo>
                  <a:pt x="771525" y="2133600"/>
                </a:lnTo>
                <a:lnTo>
                  <a:pt x="771525" y="2143125"/>
                </a:lnTo>
                <a:lnTo>
                  <a:pt x="752475" y="2143125"/>
                </a:lnTo>
                <a:close/>
                <a:moveTo>
                  <a:pt x="942975" y="2133600"/>
                </a:moveTo>
                <a:lnTo>
                  <a:pt x="952500" y="2133600"/>
                </a:lnTo>
                <a:lnTo>
                  <a:pt x="952500" y="2143125"/>
                </a:lnTo>
                <a:lnTo>
                  <a:pt x="942975" y="2143125"/>
                </a:lnTo>
                <a:close/>
                <a:moveTo>
                  <a:pt x="161925" y="2152650"/>
                </a:moveTo>
                <a:lnTo>
                  <a:pt x="171450" y="2152650"/>
                </a:lnTo>
                <a:lnTo>
                  <a:pt x="171450" y="2162175"/>
                </a:lnTo>
                <a:lnTo>
                  <a:pt x="190500" y="2162175"/>
                </a:lnTo>
                <a:lnTo>
                  <a:pt x="190500" y="2171700"/>
                </a:lnTo>
                <a:lnTo>
                  <a:pt x="200025" y="2171700"/>
                </a:lnTo>
                <a:lnTo>
                  <a:pt x="200025" y="2181225"/>
                </a:lnTo>
                <a:lnTo>
                  <a:pt x="180975" y="2181225"/>
                </a:lnTo>
                <a:lnTo>
                  <a:pt x="180975" y="2219325"/>
                </a:lnTo>
                <a:lnTo>
                  <a:pt x="190500" y="2219325"/>
                </a:lnTo>
                <a:lnTo>
                  <a:pt x="190500" y="2228850"/>
                </a:lnTo>
                <a:lnTo>
                  <a:pt x="390525" y="2228850"/>
                </a:lnTo>
                <a:lnTo>
                  <a:pt x="390525" y="2247900"/>
                </a:lnTo>
                <a:lnTo>
                  <a:pt x="190500" y="2247900"/>
                </a:lnTo>
                <a:lnTo>
                  <a:pt x="190500" y="2257425"/>
                </a:lnTo>
                <a:lnTo>
                  <a:pt x="180975" y="2257425"/>
                </a:lnTo>
                <a:lnTo>
                  <a:pt x="180975" y="2295525"/>
                </a:lnTo>
                <a:lnTo>
                  <a:pt x="190500" y="2295525"/>
                </a:lnTo>
                <a:lnTo>
                  <a:pt x="190500" y="2305050"/>
                </a:lnTo>
                <a:lnTo>
                  <a:pt x="180975" y="2305050"/>
                </a:lnTo>
                <a:lnTo>
                  <a:pt x="180975" y="2314575"/>
                </a:lnTo>
                <a:lnTo>
                  <a:pt x="171450" y="2314575"/>
                </a:lnTo>
                <a:lnTo>
                  <a:pt x="171450" y="2352675"/>
                </a:lnTo>
                <a:lnTo>
                  <a:pt x="161925" y="2352675"/>
                </a:lnTo>
                <a:close/>
                <a:moveTo>
                  <a:pt x="314325" y="2152650"/>
                </a:moveTo>
                <a:lnTo>
                  <a:pt x="323850" y="2152650"/>
                </a:lnTo>
                <a:lnTo>
                  <a:pt x="323850" y="2162175"/>
                </a:lnTo>
                <a:lnTo>
                  <a:pt x="314325" y="2162175"/>
                </a:lnTo>
                <a:close/>
                <a:moveTo>
                  <a:pt x="304800" y="2162175"/>
                </a:moveTo>
                <a:lnTo>
                  <a:pt x="314325" y="2162175"/>
                </a:lnTo>
                <a:lnTo>
                  <a:pt x="314325" y="2171700"/>
                </a:lnTo>
                <a:lnTo>
                  <a:pt x="304800" y="2171700"/>
                </a:lnTo>
                <a:close/>
                <a:moveTo>
                  <a:pt x="295275" y="2171700"/>
                </a:moveTo>
                <a:lnTo>
                  <a:pt x="304800" y="2171700"/>
                </a:lnTo>
                <a:lnTo>
                  <a:pt x="304800" y="2181225"/>
                </a:lnTo>
                <a:lnTo>
                  <a:pt x="295275" y="2181225"/>
                </a:lnTo>
                <a:close/>
                <a:moveTo>
                  <a:pt x="409575" y="2228850"/>
                </a:moveTo>
                <a:lnTo>
                  <a:pt x="495300" y="2228850"/>
                </a:lnTo>
                <a:lnTo>
                  <a:pt x="495300" y="2247900"/>
                </a:lnTo>
                <a:lnTo>
                  <a:pt x="409575" y="2247900"/>
                </a:lnTo>
                <a:close/>
                <a:moveTo>
                  <a:pt x="514350" y="2228850"/>
                </a:moveTo>
                <a:lnTo>
                  <a:pt x="704850" y="2228850"/>
                </a:lnTo>
                <a:lnTo>
                  <a:pt x="704850" y="2247900"/>
                </a:lnTo>
                <a:lnTo>
                  <a:pt x="514350" y="2247900"/>
                </a:lnTo>
                <a:close/>
                <a:moveTo>
                  <a:pt x="733425" y="2228850"/>
                </a:moveTo>
                <a:lnTo>
                  <a:pt x="771525" y="2228850"/>
                </a:lnTo>
                <a:lnTo>
                  <a:pt x="771525" y="2247900"/>
                </a:lnTo>
                <a:lnTo>
                  <a:pt x="733425" y="2247900"/>
                </a:lnTo>
                <a:close/>
                <a:moveTo>
                  <a:pt x="800100" y="2228850"/>
                </a:moveTo>
                <a:lnTo>
                  <a:pt x="895350" y="2228850"/>
                </a:lnTo>
                <a:lnTo>
                  <a:pt x="895350" y="2247900"/>
                </a:lnTo>
                <a:lnTo>
                  <a:pt x="800100" y="2247900"/>
                </a:lnTo>
                <a:close/>
                <a:moveTo>
                  <a:pt x="914400" y="2228850"/>
                </a:moveTo>
                <a:lnTo>
                  <a:pt x="933450" y="2228850"/>
                </a:lnTo>
                <a:lnTo>
                  <a:pt x="933450" y="2247900"/>
                </a:lnTo>
                <a:lnTo>
                  <a:pt x="914400" y="2247900"/>
                </a:lnTo>
                <a:close/>
                <a:moveTo>
                  <a:pt x="971550" y="2228850"/>
                </a:moveTo>
                <a:lnTo>
                  <a:pt x="1123950" y="2228850"/>
                </a:lnTo>
                <a:lnTo>
                  <a:pt x="1123950" y="2247900"/>
                </a:lnTo>
                <a:lnTo>
                  <a:pt x="971550" y="2247900"/>
                </a:lnTo>
                <a:close/>
                <a:moveTo>
                  <a:pt x="1133475" y="2228850"/>
                </a:moveTo>
                <a:lnTo>
                  <a:pt x="1247775" y="2228850"/>
                </a:lnTo>
                <a:lnTo>
                  <a:pt x="1247775" y="2247900"/>
                </a:lnTo>
                <a:lnTo>
                  <a:pt x="1133475" y="2247900"/>
                </a:lnTo>
                <a:close/>
                <a:moveTo>
                  <a:pt x="1266825" y="2228850"/>
                </a:moveTo>
                <a:lnTo>
                  <a:pt x="1676400" y="2228850"/>
                </a:lnTo>
                <a:lnTo>
                  <a:pt x="1676400" y="2247900"/>
                </a:lnTo>
                <a:lnTo>
                  <a:pt x="1266825" y="2247900"/>
                </a:lnTo>
                <a:close/>
                <a:moveTo>
                  <a:pt x="295275" y="2295525"/>
                </a:moveTo>
                <a:lnTo>
                  <a:pt x="304800" y="2295525"/>
                </a:lnTo>
                <a:lnTo>
                  <a:pt x="304800" y="2305050"/>
                </a:lnTo>
                <a:lnTo>
                  <a:pt x="295275" y="2305050"/>
                </a:lnTo>
                <a:close/>
                <a:moveTo>
                  <a:pt x="304800" y="2305050"/>
                </a:moveTo>
                <a:lnTo>
                  <a:pt x="314325" y="2305050"/>
                </a:lnTo>
                <a:lnTo>
                  <a:pt x="314325" y="2314575"/>
                </a:lnTo>
                <a:lnTo>
                  <a:pt x="304800" y="2314575"/>
                </a:lnTo>
                <a:close/>
                <a:moveTo>
                  <a:pt x="390525" y="2305050"/>
                </a:moveTo>
                <a:lnTo>
                  <a:pt x="400050" y="2305050"/>
                </a:lnTo>
                <a:lnTo>
                  <a:pt x="400050" y="2314575"/>
                </a:lnTo>
                <a:lnTo>
                  <a:pt x="390525" y="2314575"/>
                </a:lnTo>
                <a:close/>
                <a:moveTo>
                  <a:pt x="428625" y="2305050"/>
                </a:moveTo>
                <a:lnTo>
                  <a:pt x="447675" y="2305050"/>
                </a:lnTo>
                <a:lnTo>
                  <a:pt x="447675" y="2314575"/>
                </a:lnTo>
                <a:lnTo>
                  <a:pt x="428625" y="2314575"/>
                </a:lnTo>
                <a:close/>
                <a:moveTo>
                  <a:pt x="638175" y="2305050"/>
                </a:moveTo>
                <a:lnTo>
                  <a:pt x="647700" y="2305050"/>
                </a:lnTo>
                <a:lnTo>
                  <a:pt x="647700" y="2314575"/>
                </a:lnTo>
                <a:lnTo>
                  <a:pt x="638175" y="2314575"/>
                </a:lnTo>
                <a:close/>
                <a:moveTo>
                  <a:pt x="1724025" y="2324100"/>
                </a:moveTo>
                <a:lnTo>
                  <a:pt x="1733550" y="2324100"/>
                </a:lnTo>
                <a:lnTo>
                  <a:pt x="1733550" y="2428875"/>
                </a:lnTo>
                <a:lnTo>
                  <a:pt x="1724025" y="2428875"/>
                </a:lnTo>
                <a:close/>
                <a:moveTo>
                  <a:pt x="552450" y="2343150"/>
                </a:moveTo>
                <a:lnTo>
                  <a:pt x="561975" y="2343150"/>
                </a:lnTo>
                <a:lnTo>
                  <a:pt x="561975" y="2352675"/>
                </a:lnTo>
                <a:lnTo>
                  <a:pt x="552450" y="2352675"/>
                </a:lnTo>
                <a:close/>
                <a:moveTo>
                  <a:pt x="1638300" y="2343150"/>
                </a:moveTo>
                <a:lnTo>
                  <a:pt x="1657350" y="2343150"/>
                </a:lnTo>
                <a:lnTo>
                  <a:pt x="1657350" y="2352675"/>
                </a:lnTo>
                <a:lnTo>
                  <a:pt x="1638300" y="2352675"/>
                </a:lnTo>
                <a:close/>
                <a:moveTo>
                  <a:pt x="561975" y="2381250"/>
                </a:moveTo>
                <a:lnTo>
                  <a:pt x="581025" y="2381250"/>
                </a:lnTo>
                <a:lnTo>
                  <a:pt x="581025" y="2390775"/>
                </a:lnTo>
                <a:lnTo>
                  <a:pt x="561975" y="2390775"/>
                </a:lnTo>
                <a:close/>
                <a:moveTo>
                  <a:pt x="952500" y="2381250"/>
                </a:moveTo>
                <a:lnTo>
                  <a:pt x="971550" y="2381250"/>
                </a:lnTo>
                <a:lnTo>
                  <a:pt x="971550" y="2390775"/>
                </a:lnTo>
                <a:lnTo>
                  <a:pt x="952500" y="2390775"/>
                </a:lnTo>
                <a:close/>
                <a:moveTo>
                  <a:pt x="1419225" y="2381250"/>
                </a:moveTo>
                <a:lnTo>
                  <a:pt x="1428750" y="2381250"/>
                </a:lnTo>
                <a:lnTo>
                  <a:pt x="1428750" y="2390775"/>
                </a:lnTo>
                <a:lnTo>
                  <a:pt x="1419225" y="2390775"/>
                </a:lnTo>
                <a:close/>
                <a:moveTo>
                  <a:pt x="485775" y="2390775"/>
                </a:moveTo>
                <a:lnTo>
                  <a:pt x="495300" y="2390775"/>
                </a:lnTo>
                <a:lnTo>
                  <a:pt x="495300" y="2400300"/>
                </a:lnTo>
                <a:lnTo>
                  <a:pt x="485775" y="2400300"/>
                </a:lnTo>
                <a:close/>
                <a:moveTo>
                  <a:pt x="590550" y="2390775"/>
                </a:moveTo>
                <a:lnTo>
                  <a:pt x="609600" y="2390775"/>
                </a:lnTo>
                <a:lnTo>
                  <a:pt x="609600" y="2400300"/>
                </a:lnTo>
                <a:lnTo>
                  <a:pt x="590550" y="2400300"/>
                </a:lnTo>
                <a:close/>
                <a:moveTo>
                  <a:pt x="866775" y="2390775"/>
                </a:moveTo>
                <a:lnTo>
                  <a:pt x="876300" y="2390775"/>
                </a:lnTo>
                <a:lnTo>
                  <a:pt x="876300" y="2400300"/>
                </a:lnTo>
                <a:lnTo>
                  <a:pt x="866775" y="2400300"/>
                </a:lnTo>
                <a:close/>
                <a:moveTo>
                  <a:pt x="981075" y="2390775"/>
                </a:moveTo>
                <a:lnTo>
                  <a:pt x="990600" y="2390775"/>
                </a:lnTo>
                <a:lnTo>
                  <a:pt x="990600" y="2400300"/>
                </a:lnTo>
                <a:lnTo>
                  <a:pt x="981075" y="2400300"/>
                </a:lnTo>
                <a:close/>
                <a:moveTo>
                  <a:pt x="1066800" y="2390775"/>
                </a:moveTo>
                <a:lnTo>
                  <a:pt x="1085850" y="2390775"/>
                </a:lnTo>
                <a:lnTo>
                  <a:pt x="1085850" y="2400300"/>
                </a:lnTo>
                <a:lnTo>
                  <a:pt x="1066800" y="2400300"/>
                </a:lnTo>
                <a:close/>
                <a:moveTo>
                  <a:pt x="1104900" y="2390775"/>
                </a:moveTo>
                <a:lnTo>
                  <a:pt x="1123950" y="2390775"/>
                </a:lnTo>
                <a:lnTo>
                  <a:pt x="1123950" y="2400300"/>
                </a:lnTo>
                <a:lnTo>
                  <a:pt x="1104900" y="2400300"/>
                </a:lnTo>
                <a:close/>
                <a:moveTo>
                  <a:pt x="1447800" y="2390775"/>
                </a:moveTo>
                <a:lnTo>
                  <a:pt x="1476375" y="2390775"/>
                </a:lnTo>
                <a:lnTo>
                  <a:pt x="1476375" y="2400300"/>
                </a:lnTo>
                <a:lnTo>
                  <a:pt x="1447800" y="2400300"/>
                </a:lnTo>
                <a:close/>
                <a:moveTo>
                  <a:pt x="1485900" y="2390775"/>
                </a:moveTo>
                <a:lnTo>
                  <a:pt x="1514475" y="2390775"/>
                </a:lnTo>
                <a:lnTo>
                  <a:pt x="1514475" y="2400300"/>
                </a:lnTo>
                <a:lnTo>
                  <a:pt x="1485900" y="2400300"/>
                </a:lnTo>
                <a:close/>
                <a:moveTo>
                  <a:pt x="161925" y="2400300"/>
                </a:moveTo>
                <a:lnTo>
                  <a:pt x="171450" y="2400300"/>
                </a:lnTo>
                <a:lnTo>
                  <a:pt x="171450" y="2419350"/>
                </a:lnTo>
                <a:lnTo>
                  <a:pt x="180975" y="2419350"/>
                </a:lnTo>
                <a:lnTo>
                  <a:pt x="180975" y="2428875"/>
                </a:lnTo>
                <a:lnTo>
                  <a:pt x="200025" y="2428875"/>
                </a:lnTo>
                <a:lnTo>
                  <a:pt x="200025" y="2438400"/>
                </a:lnTo>
                <a:lnTo>
                  <a:pt x="180975" y="2438400"/>
                </a:lnTo>
                <a:lnTo>
                  <a:pt x="180975" y="2476500"/>
                </a:lnTo>
                <a:lnTo>
                  <a:pt x="190500" y="2476500"/>
                </a:lnTo>
                <a:lnTo>
                  <a:pt x="190500" y="2486025"/>
                </a:lnTo>
                <a:lnTo>
                  <a:pt x="1676400" y="2486025"/>
                </a:lnTo>
                <a:lnTo>
                  <a:pt x="1676400" y="2505075"/>
                </a:lnTo>
                <a:lnTo>
                  <a:pt x="190500" y="2505075"/>
                </a:lnTo>
                <a:lnTo>
                  <a:pt x="190500" y="2514600"/>
                </a:lnTo>
                <a:lnTo>
                  <a:pt x="180975" y="2514600"/>
                </a:lnTo>
                <a:lnTo>
                  <a:pt x="180975" y="2552700"/>
                </a:lnTo>
                <a:lnTo>
                  <a:pt x="295275" y="2552700"/>
                </a:lnTo>
                <a:lnTo>
                  <a:pt x="295275" y="2562225"/>
                </a:lnTo>
                <a:lnTo>
                  <a:pt x="180975" y="2562225"/>
                </a:lnTo>
                <a:lnTo>
                  <a:pt x="180975" y="2571750"/>
                </a:lnTo>
                <a:lnTo>
                  <a:pt x="171450" y="2571750"/>
                </a:lnTo>
                <a:lnTo>
                  <a:pt x="171450" y="2647950"/>
                </a:lnTo>
                <a:lnTo>
                  <a:pt x="180975" y="2647950"/>
                </a:lnTo>
                <a:lnTo>
                  <a:pt x="180975" y="2638425"/>
                </a:lnTo>
                <a:lnTo>
                  <a:pt x="190500" y="2638425"/>
                </a:lnTo>
                <a:lnTo>
                  <a:pt x="190500" y="2609850"/>
                </a:lnTo>
                <a:lnTo>
                  <a:pt x="200025" y="2609850"/>
                </a:lnTo>
                <a:lnTo>
                  <a:pt x="200025" y="2600325"/>
                </a:lnTo>
                <a:lnTo>
                  <a:pt x="209550" y="2600325"/>
                </a:lnTo>
                <a:lnTo>
                  <a:pt x="209550" y="2590800"/>
                </a:lnTo>
                <a:lnTo>
                  <a:pt x="200025" y="2590800"/>
                </a:lnTo>
                <a:lnTo>
                  <a:pt x="200025" y="2581275"/>
                </a:lnTo>
                <a:lnTo>
                  <a:pt x="209550" y="2581275"/>
                </a:lnTo>
                <a:lnTo>
                  <a:pt x="209550" y="2571750"/>
                </a:lnTo>
                <a:lnTo>
                  <a:pt x="228600" y="2571750"/>
                </a:lnTo>
                <a:lnTo>
                  <a:pt x="228600" y="2590800"/>
                </a:lnTo>
                <a:lnTo>
                  <a:pt x="219075" y="2590800"/>
                </a:lnTo>
                <a:lnTo>
                  <a:pt x="219075" y="2600325"/>
                </a:lnTo>
                <a:lnTo>
                  <a:pt x="209550" y="2600325"/>
                </a:lnTo>
                <a:lnTo>
                  <a:pt x="209550" y="2609850"/>
                </a:lnTo>
                <a:lnTo>
                  <a:pt x="200025" y="2609850"/>
                </a:lnTo>
                <a:lnTo>
                  <a:pt x="200025" y="2619375"/>
                </a:lnTo>
                <a:lnTo>
                  <a:pt x="209550" y="2619375"/>
                </a:lnTo>
                <a:lnTo>
                  <a:pt x="209550" y="2657475"/>
                </a:lnTo>
                <a:lnTo>
                  <a:pt x="219075" y="2657475"/>
                </a:lnTo>
                <a:lnTo>
                  <a:pt x="219075" y="2676525"/>
                </a:lnTo>
                <a:lnTo>
                  <a:pt x="228600" y="2676525"/>
                </a:lnTo>
                <a:lnTo>
                  <a:pt x="228600" y="2686050"/>
                </a:lnTo>
                <a:lnTo>
                  <a:pt x="209550" y="2686050"/>
                </a:lnTo>
                <a:lnTo>
                  <a:pt x="209550" y="2676525"/>
                </a:lnTo>
                <a:lnTo>
                  <a:pt x="200025" y="2676525"/>
                </a:lnTo>
                <a:lnTo>
                  <a:pt x="200025" y="2657475"/>
                </a:lnTo>
                <a:lnTo>
                  <a:pt x="190500" y="2657475"/>
                </a:lnTo>
                <a:lnTo>
                  <a:pt x="190500" y="2667000"/>
                </a:lnTo>
                <a:lnTo>
                  <a:pt x="180975" y="2667000"/>
                </a:lnTo>
                <a:lnTo>
                  <a:pt x="180975" y="2657475"/>
                </a:lnTo>
                <a:lnTo>
                  <a:pt x="171450" y="2657475"/>
                </a:lnTo>
                <a:lnTo>
                  <a:pt x="171450" y="2667000"/>
                </a:lnTo>
                <a:lnTo>
                  <a:pt x="180975" y="2667000"/>
                </a:lnTo>
                <a:lnTo>
                  <a:pt x="180975" y="2676525"/>
                </a:lnTo>
                <a:lnTo>
                  <a:pt x="190500" y="2676525"/>
                </a:lnTo>
                <a:lnTo>
                  <a:pt x="190500" y="2686050"/>
                </a:lnTo>
                <a:lnTo>
                  <a:pt x="200025" y="2686050"/>
                </a:lnTo>
                <a:lnTo>
                  <a:pt x="200025" y="2695575"/>
                </a:lnTo>
                <a:lnTo>
                  <a:pt x="180975" y="2695575"/>
                </a:lnTo>
                <a:lnTo>
                  <a:pt x="180975" y="2743200"/>
                </a:lnTo>
                <a:lnTo>
                  <a:pt x="171450" y="2743200"/>
                </a:lnTo>
                <a:lnTo>
                  <a:pt x="171450" y="2762250"/>
                </a:lnTo>
                <a:lnTo>
                  <a:pt x="180975" y="2762250"/>
                </a:lnTo>
                <a:lnTo>
                  <a:pt x="180975" y="2743200"/>
                </a:lnTo>
                <a:lnTo>
                  <a:pt x="190500" y="2743200"/>
                </a:lnTo>
                <a:lnTo>
                  <a:pt x="190500" y="2771775"/>
                </a:lnTo>
                <a:lnTo>
                  <a:pt x="180975" y="2771775"/>
                </a:lnTo>
                <a:lnTo>
                  <a:pt x="180975" y="2809875"/>
                </a:lnTo>
                <a:lnTo>
                  <a:pt x="190500" y="2809875"/>
                </a:lnTo>
                <a:lnTo>
                  <a:pt x="190500" y="2819400"/>
                </a:lnTo>
                <a:lnTo>
                  <a:pt x="200025" y="2819400"/>
                </a:lnTo>
                <a:lnTo>
                  <a:pt x="200025" y="2809875"/>
                </a:lnTo>
                <a:lnTo>
                  <a:pt x="285750" y="2809875"/>
                </a:lnTo>
                <a:lnTo>
                  <a:pt x="285750" y="2819400"/>
                </a:lnTo>
                <a:lnTo>
                  <a:pt x="266700" y="2819400"/>
                </a:lnTo>
                <a:lnTo>
                  <a:pt x="266700" y="2838450"/>
                </a:lnTo>
                <a:lnTo>
                  <a:pt x="285750" y="2838450"/>
                </a:lnTo>
                <a:lnTo>
                  <a:pt x="285750" y="2857500"/>
                </a:lnTo>
                <a:lnTo>
                  <a:pt x="266700" y="2857500"/>
                </a:lnTo>
                <a:lnTo>
                  <a:pt x="266700" y="2847975"/>
                </a:lnTo>
                <a:lnTo>
                  <a:pt x="228600" y="2847975"/>
                </a:lnTo>
                <a:lnTo>
                  <a:pt x="228600" y="2857500"/>
                </a:lnTo>
                <a:lnTo>
                  <a:pt x="219075" y="2857500"/>
                </a:lnTo>
                <a:lnTo>
                  <a:pt x="219075" y="2867025"/>
                </a:lnTo>
                <a:lnTo>
                  <a:pt x="209550" y="2867025"/>
                </a:lnTo>
                <a:lnTo>
                  <a:pt x="209550" y="2914650"/>
                </a:lnTo>
                <a:lnTo>
                  <a:pt x="180975" y="2914650"/>
                </a:lnTo>
                <a:lnTo>
                  <a:pt x="180975" y="2905125"/>
                </a:lnTo>
                <a:lnTo>
                  <a:pt x="171450" y="2905125"/>
                </a:lnTo>
                <a:lnTo>
                  <a:pt x="171450" y="2933700"/>
                </a:lnTo>
                <a:lnTo>
                  <a:pt x="161925" y="2933700"/>
                </a:lnTo>
                <a:lnTo>
                  <a:pt x="161925" y="2495550"/>
                </a:lnTo>
                <a:lnTo>
                  <a:pt x="171450" y="2495550"/>
                </a:lnTo>
                <a:lnTo>
                  <a:pt x="171450" y="2505075"/>
                </a:lnTo>
                <a:lnTo>
                  <a:pt x="180975" y="2505075"/>
                </a:lnTo>
                <a:lnTo>
                  <a:pt x="180975" y="2486025"/>
                </a:lnTo>
                <a:lnTo>
                  <a:pt x="161925" y="2486025"/>
                </a:lnTo>
                <a:close/>
                <a:moveTo>
                  <a:pt x="361950" y="2400300"/>
                </a:moveTo>
                <a:lnTo>
                  <a:pt x="371475" y="2400300"/>
                </a:lnTo>
                <a:lnTo>
                  <a:pt x="371475" y="2409825"/>
                </a:lnTo>
                <a:lnTo>
                  <a:pt x="361950" y="2409825"/>
                </a:lnTo>
                <a:close/>
                <a:moveTo>
                  <a:pt x="123825" y="2419350"/>
                </a:moveTo>
                <a:lnTo>
                  <a:pt x="133350" y="2419350"/>
                </a:lnTo>
                <a:lnTo>
                  <a:pt x="133350" y="2524125"/>
                </a:lnTo>
                <a:lnTo>
                  <a:pt x="123825" y="2524125"/>
                </a:lnTo>
                <a:close/>
                <a:moveTo>
                  <a:pt x="295275" y="2562225"/>
                </a:moveTo>
                <a:lnTo>
                  <a:pt x="304800" y="2562225"/>
                </a:lnTo>
                <a:lnTo>
                  <a:pt x="304800" y="2571750"/>
                </a:lnTo>
                <a:lnTo>
                  <a:pt x="295275" y="2571750"/>
                </a:lnTo>
                <a:close/>
                <a:moveTo>
                  <a:pt x="238125" y="2571750"/>
                </a:moveTo>
                <a:lnTo>
                  <a:pt x="247650" y="2571750"/>
                </a:lnTo>
                <a:lnTo>
                  <a:pt x="247650" y="2581275"/>
                </a:lnTo>
                <a:lnTo>
                  <a:pt x="238125" y="2581275"/>
                </a:lnTo>
                <a:close/>
                <a:moveTo>
                  <a:pt x="304800" y="2571750"/>
                </a:moveTo>
                <a:lnTo>
                  <a:pt x="314325" y="2571750"/>
                </a:lnTo>
                <a:lnTo>
                  <a:pt x="314325" y="2581275"/>
                </a:lnTo>
                <a:lnTo>
                  <a:pt x="304800" y="2581275"/>
                </a:lnTo>
                <a:close/>
                <a:moveTo>
                  <a:pt x="1724025" y="2571750"/>
                </a:moveTo>
                <a:lnTo>
                  <a:pt x="1733550" y="2571750"/>
                </a:lnTo>
                <a:lnTo>
                  <a:pt x="1733550" y="2581275"/>
                </a:lnTo>
                <a:lnTo>
                  <a:pt x="1724025" y="2581275"/>
                </a:lnTo>
                <a:close/>
                <a:moveTo>
                  <a:pt x="314325" y="2581275"/>
                </a:moveTo>
                <a:lnTo>
                  <a:pt x="323850" y="2581275"/>
                </a:lnTo>
                <a:lnTo>
                  <a:pt x="323850" y="2647950"/>
                </a:lnTo>
                <a:lnTo>
                  <a:pt x="314325" y="2647950"/>
                </a:lnTo>
                <a:close/>
                <a:moveTo>
                  <a:pt x="285750" y="2600325"/>
                </a:moveTo>
                <a:lnTo>
                  <a:pt x="304800" y="2600325"/>
                </a:lnTo>
                <a:lnTo>
                  <a:pt x="304800" y="2638425"/>
                </a:lnTo>
                <a:lnTo>
                  <a:pt x="295275" y="2638425"/>
                </a:lnTo>
                <a:lnTo>
                  <a:pt x="295275" y="2619375"/>
                </a:lnTo>
                <a:lnTo>
                  <a:pt x="285750" y="2619375"/>
                </a:lnTo>
                <a:close/>
                <a:moveTo>
                  <a:pt x="1323975" y="2600325"/>
                </a:moveTo>
                <a:lnTo>
                  <a:pt x="1333500" y="2600325"/>
                </a:lnTo>
                <a:lnTo>
                  <a:pt x="1333500" y="2609850"/>
                </a:lnTo>
                <a:lnTo>
                  <a:pt x="1323975" y="2609850"/>
                </a:lnTo>
                <a:close/>
                <a:moveTo>
                  <a:pt x="1381125" y="2600325"/>
                </a:moveTo>
                <a:lnTo>
                  <a:pt x="1390650" y="2600325"/>
                </a:lnTo>
                <a:lnTo>
                  <a:pt x="1390650" y="2609850"/>
                </a:lnTo>
                <a:lnTo>
                  <a:pt x="1381125" y="2609850"/>
                </a:lnTo>
                <a:close/>
                <a:moveTo>
                  <a:pt x="1428750" y="2600325"/>
                </a:moveTo>
                <a:lnTo>
                  <a:pt x="1447800" y="2600325"/>
                </a:lnTo>
                <a:lnTo>
                  <a:pt x="1447800" y="2609850"/>
                </a:lnTo>
                <a:lnTo>
                  <a:pt x="1428750" y="2609850"/>
                </a:lnTo>
                <a:close/>
                <a:moveTo>
                  <a:pt x="1495425" y="2600325"/>
                </a:moveTo>
                <a:lnTo>
                  <a:pt x="1504950" y="2600325"/>
                </a:lnTo>
                <a:lnTo>
                  <a:pt x="1504950" y="2609850"/>
                </a:lnTo>
                <a:lnTo>
                  <a:pt x="1495425" y="2609850"/>
                </a:lnTo>
                <a:close/>
                <a:moveTo>
                  <a:pt x="1514475" y="2600325"/>
                </a:moveTo>
                <a:lnTo>
                  <a:pt x="1533525" y="2600325"/>
                </a:lnTo>
                <a:lnTo>
                  <a:pt x="1533525" y="2609850"/>
                </a:lnTo>
                <a:lnTo>
                  <a:pt x="1514475" y="2609850"/>
                </a:lnTo>
                <a:close/>
                <a:moveTo>
                  <a:pt x="1371600" y="2609850"/>
                </a:moveTo>
                <a:lnTo>
                  <a:pt x="1381125" y="2609850"/>
                </a:lnTo>
                <a:lnTo>
                  <a:pt x="1381125" y="2619375"/>
                </a:lnTo>
                <a:lnTo>
                  <a:pt x="1371600" y="2619375"/>
                </a:lnTo>
                <a:close/>
                <a:moveTo>
                  <a:pt x="1476375" y="2609850"/>
                </a:moveTo>
                <a:lnTo>
                  <a:pt x="1495425" y="2609850"/>
                </a:lnTo>
                <a:lnTo>
                  <a:pt x="1495425" y="2619375"/>
                </a:lnTo>
                <a:lnTo>
                  <a:pt x="1476375" y="2619375"/>
                </a:lnTo>
                <a:close/>
                <a:moveTo>
                  <a:pt x="1724025" y="2609850"/>
                </a:moveTo>
                <a:lnTo>
                  <a:pt x="1733550" y="2609850"/>
                </a:lnTo>
                <a:lnTo>
                  <a:pt x="1733550" y="2647950"/>
                </a:lnTo>
                <a:lnTo>
                  <a:pt x="1724025" y="2647950"/>
                </a:lnTo>
                <a:close/>
                <a:moveTo>
                  <a:pt x="1352550" y="2619375"/>
                </a:moveTo>
                <a:lnTo>
                  <a:pt x="1371600" y="2619375"/>
                </a:lnTo>
                <a:lnTo>
                  <a:pt x="1371600" y="2628900"/>
                </a:lnTo>
                <a:lnTo>
                  <a:pt x="1352550" y="2628900"/>
                </a:lnTo>
                <a:close/>
                <a:moveTo>
                  <a:pt x="1285875" y="2628900"/>
                </a:moveTo>
                <a:lnTo>
                  <a:pt x="1295400" y="2628900"/>
                </a:lnTo>
                <a:lnTo>
                  <a:pt x="1295400" y="2638425"/>
                </a:lnTo>
                <a:lnTo>
                  <a:pt x="1285875" y="2638425"/>
                </a:lnTo>
                <a:close/>
                <a:moveTo>
                  <a:pt x="1304925" y="2638425"/>
                </a:moveTo>
                <a:lnTo>
                  <a:pt x="1314450" y="2638425"/>
                </a:lnTo>
                <a:lnTo>
                  <a:pt x="1314450" y="2647950"/>
                </a:lnTo>
                <a:lnTo>
                  <a:pt x="1304925" y="2647950"/>
                </a:lnTo>
                <a:close/>
                <a:moveTo>
                  <a:pt x="1352550" y="2638425"/>
                </a:moveTo>
                <a:lnTo>
                  <a:pt x="1371600" y="2638425"/>
                </a:lnTo>
                <a:lnTo>
                  <a:pt x="1371600" y="2647950"/>
                </a:lnTo>
                <a:lnTo>
                  <a:pt x="1352550" y="2647950"/>
                </a:lnTo>
                <a:close/>
                <a:moveTo>
                  <a:pt x="533400" y="2647950"/>
                </a:moveTo>
                <a:lnTo>
                  <a:pt x="552450" y="2647950"/>
                </a:lnTo>
                <a:lnTo>
                  <a:pt x="552450" y="2657475"/>
                </a:lnTo>
                <a:lnTo>
                  <a:pt x="533400" y="2657475"/>
                </a:lnTo>
                <a:close/>
                <a:moveTo>
                  <a:pt x="600075" y="2647950"/>
                </a:moveTo>
                <a:lnTo>
                  <a:pt x="619125" y="2647950"/>
                </a:lnTo>
                <a:lnTo>
                  <a:pt x="619125" y="2657475"/>
                </a:lnTo>
                <a:lnTo>
                  <a:pt x="600075" y="2657475"/>
                </a:lnTo>
                <a:close/>
                <a:moveTo>
                  <a:pt x="1343025" y="2647950"/>
                </a:moveTo>
                <a:lnTo>
                  <a:pt x="1352550" y="2647950"/>
                </a:lnTo>
                <a:lnTo>
                  <a:pt x="1352550" y="2657475"/>
                </a:lnTo>
                <a:lnTo>
                  <a:pt x="1343025" y="2657475"/>
                </a:lnTo>
                <a:close/>
                <a:moveTo>
                  <a:pt x="1381125" y="2647950"/>
                </a:moveTo>
                <a:lnTo>
                  <a:pt x="1400175" y="2647950"/>
                </a:lnTo>
                <a:lnTo>
                  <a:pt x="1400175" y="2657475"/>
                </a:lnTo>
                <a:lnTo>
                  <a:pt x="1381125" y="2657475"/>
                </a:lnTo>
                <a:close/>
                <a:moveTo>
                  <a:pt x="1428750" y="2647950"/>
                </a:moveTo>
                <a:lnTo>
                  <a:pt x="1447800" y="2647950"/>
                </a:lnTo>
                <a:lnTo>
                  <a:pt x="1447800" y="2657475"/>
                </a:lnTo>
                <a:lnTo>
                  <a:pt x="1428750" y="2657475"/>
                </a:lnTo>
                <a:close/>
                <a:moveTo>
                  <a:pt x="1485900" y="2647950"/>
                </a:moveTo>
                <a:lnTo>
                  <a:pt x="1533525" y="2647950"/>
                </a:lnTo>
                <a:lnTo>
                  <a:pt x="1533525" y="2657475"/>
                </a:lnTo>
                <a:lnTo>
                  <a:pt x="1485900" y="2657475"/>
                </a:lnTo>
                <a:close/>
                <a:moveTo>
                  <a:pt x="1638300" y="2647950"/>
                </a:moveTo>
                <a:lnTo>
                  <a:pt x="1657350" y="2647950"/>
                </a:lnTo>
                <a:lnTo>
                  <a:pt x="1657350" y="2657475"/>
                </a:lnTo>
                <a:lnTo>
                  <a:pt x="1638300" y="2657475"/>
                </a:lnTo>
                <a:close/>
                <a:moveTo>
                  <a:pt x="523875" y="2657475"/>
                </a:moveTo>
                <a:lnTo>
                  <a:pt x="533400" y="2657475"/>
                </a:lnTo>
                <a:lnTo>
                  <a:pt x="533400" y="2667000"/>
                </a:lnTo>
                <a:lnTo>
                  <a:pt x="523875" y="2667000"/>
                </a:lnTo>
                <a:close/>
                <a:moveTo>
                  <a:pt x="1724025" y="2657475"/>
                </a:moveTo>
                <a:lnTo>
                  <a:pt x="1733550" y="2657475"/>
                </a:lnTo>
                <a:lnTo>
                  <a:pt x="1733550" y="2667000"/>
                </a:lnTo>
                <a:lnTo>
                  <a:pt x="1724025" y="2667000"/>
                </a:lnTo>
                <a:close/>
                <a:moveTo>
                  <a:pt x="314325" y="2667000"/>
                </a:moveTo>
                <a:lnTo>
                  <a:pt x="323850" y="2667000"/>
                </a:lnTo>
                <a:lnTo>
                  <a:pt x="323850" y="2686050"/>
                </a:lnTo>
                <a:lnTo>
                  <a:pt x="314325" y="2686050"/>
                </a:lnTo>
                <a:close/>
                <a:moveTo>
                  <a:pt x="361950" y="2676525"/>
                </a:moveTo>
                <a:lnTo>
                  <a:pt x="371475" y="2676525"/>
                </a:lnTo>
                <a:lnTo>
                  <a:pt x="371475" y="2686050"/>
                </a:lnTo>
                <a:lnTo>
                  <a:pt x="361950" y="2686050"/>
                </a:lnTo>
                <a:close/>
                <a:moveTo>
                  <a:pt x="514350" y="2676525"/>
                </a:moveTo>
                <a:lnTo>
                  <a:pt x="523875" y="2676525"/>
                </a:lnTo>
                <a:lnTo>
                  <a:pt x="523875" y="2686050"/>
                </a:lnTo>
                <a:lnTo>
                  <a:pt x="514350" y="2686050"/>
                </a:lnTo>
                <a:close/>
                <a:moveTo>
                  <a:pt x="733425" y="2676525"/>
                </a:moveTo>
                <a:lnTo>
                  <a:pt x="742950" y="2676525"/>
                </a:lnTo>
                <a:lnTo>
                  <a:pt x="742950" y="2686050"/>
                </a:lnTo>
                <a:lnTo>
                  <a:pt x="733425" y="2686050"/>
                </a:lnTo>
                <a:close/>
                <a:moveTo>
                  <a:pt x="304800" y="2686050"/>
                </a:moveTo>
                <a:lnTo>
                  <a:pt x="314325" y="2686050"/>
                </a:lnTo>
                <a:lnTo>
                  <a:pt x="314325" y="2695575"/>
                </a:lnTo>
                <a:lnTo>
                  <a:pt x="304800" y="2695575"/>
                </a:lnTo>
                <a:close/>
                <a:moveTo>
                  <a:pt x="400050" y="2686050"/>
                </a:moveTo>
                <a:lnTo>
                  <a:pt x="419100" y="2686050"/>
                </a:lnTo>
                <a:lnTo>
                  <a:pt x="419100" y="2695575"/>
                </a:lnTo>
                <a:lnTo>
                  <a:pt x="400050" y="2695575"/>
                </a:lnTo>
                <a:close/>
                <a:moveTo>
                  <a:pt x="438150" y="2686050"/>
                </a:moveTo>
                <a:lnTo>
                  <a:pt x="457200" y="2686050"/>
                </a:lnTo>
                <a:lnTo>
                  <a:pt x="457200" y="2695575"/>
                </a:lnTo>
                <a:lnTo>
                  <a:pt x="438150" y="2695575"/>
                </a:lnTo>
                <a:close/>
                <a:moveTo>
                  <a:pt x="495300" y="2686050"/>
                </a:moveTo>
                <a:lnTo>
                  <a:pt x="504825" y="2686050"/>
                </a:lnTo>
                <a:lnTo>
                  <a:pt x="504825" y="2695575"/>
                </a:lnTo>
                <a:lnTo>
                  <a:pt x="495300" y="2695575"/>
                </a:lnTo>
                <a:close/>
                <a:moveTo>
                  <a:pt x="533400" y="2686050"/>
                </a:moveTo>
                <a:lnTo>
                  <a:pt x="542925" y="2686050"/>
                </a:lnTo>
                <a:lnTo>
                  <a:pt x="542925" y="2695575"/>
                </a:lnTo>
                <a:lnTo>
                  <a:pt x="533400" y="2695575"/>
                </a:lnTo>
                <a:close/>
                <a:moveTo>
                  <a:pt x="647700" y="2686050"/>
                </a:moveTo>
                <a:lnTo>
                  <a:pt x="676275" y="2686050"/>
                </a:lnTo>
                <a:lnTo>
                  <a:pt x="676275" y="2695575"/>
                </a:lnTo>
                <a:lnTo>
                  <a:pt x="647700" y="2695575"/>
                </a:lnTo>
                <a:close/>
                <a:moveTo>
                  <a:pt x="742950" y="2686050"/>
                </a:moveTo>
                <a:lnTo>
                  <a:pt x="762000" y="2686050"/>
                </a:lnTo>
                <a:lnTo>
                  <a:pt x="762000" y="2695575"/>
                </a:lnTo>
                <a:lnTo>
                  <a:pt x="742950" y="2695575"/>
                </a:lnTo>
                <a:close/>
                <a:moveTo>
                  <a:pt x="809625" y="2686050"/>
                </a:moveTo>
                <a:lnTo>
                  <a:pt x="838200" y="2686050"/>
                </a:lnTo>
                <a:lnTo>
                  <a:pt x="838200" y="2695575"/>
                </a:lnTo>
                <a:lnTo>
                  <a:pt x="809625" y="2695575"/>
                </a:lnTo>
                <a:close/>
                <a:moveTo>
                  <a:pt x="885825" y="2686050"/>
                </a:moveTo>
                <a:lnTo>
                  <a:pt x="895350" y="2686050"/>
                </a:lnTo>
                <a:lnTo>
                  <a:pt x="895350" y="2695575"/>
                </a:lnTo>
                <a:lnTo>
                  <a:pt x="885825" y="2695575"/>
                </a:lnTo>
                <a:close/>
                <a:moveTo>
                  <a:pt x="904875" y="2686050"/>
                </a:moveTo>
                <a:lnTo>
                  <a:pt x="914400" y="2686050"/>
                </a:lnTo>
                <a:lnTo>
                  <a:pt x="914400" y="2695575"/>
                </a:lnTo>
                <a:lnTo>
                  <a:pt x="904875" y="2695575"/>
                </a:lnTo>
                <a:close/>
                <a:moveTo>
                  <a:pt x="200025" y="2695575"/>
                </a:moveTo>
                <a:lnTo>
                  <a:pt x="295275" y="2695575"/>
                </a:lnTo>
                <a:lnTo>
                  <a:pt x="295275" y="2705100"/>
                </a:lnTo>
                <a:lnTo>
                  <a:pt x="200025" y="2705100"/>
                </a:lnTo>
                <a:close/>
                <a:moveTo>
                  <a:pt x="123825" y="2714625"/>
                </a:moveTo>
                <a:lnTo>
                  <a:pt x="133350" y="2714625"/>
                </a:lnTo>
                <a:lnTo>
                  <a:pt x="133350" y="2790825"/>
                </a:lnTo>
                <a:lnTo>
                  <a:pt x="123825" y="2790825"/>
                </a:lnTo>
                <a:close/>
                <a:moveTo>
                  <a:pt x="619125" y="2743200"/>
                </a:moveTo>
                <a:lnTo>
                  <a:pt x="666750" y="2743200"/>
                </a:lnTo>
                <a:lnTo>
                  <a:pt x="666750" y="2762250"/>
                </a:lnTo>
                <a:lnTo>
                  <a:pt x="619125" y="2762250"/>
                </a:lnTo>
                <a:close/>
                <a:moveTo>
                  <a:pt x="685800" y="2743200"/>
                </a:moveTo>
                <a:lnTo>
                  <a:pt x="704850" y="2743200"/>
                </a:lnTo>
                <a:lnTo>
                  <a:pt x="704850" y="2762250"/>
                </a:lnTo>
                <a:lnTo>
                  <a:pt x="685800" y="2762250"/>
                </a:lnTo>
                <a:close/>
                <a:moveTo>
                  <a:pt x="504825" y="2752725"/>
                </a:moveTo>
                <a:lnTo>
                  <a:pt x="542925" y="2752725"/>
                </a:lnTo>
                <a:lnTo>
                  <a:pt x="542925" y="2762250"/>
                </a:lnTo>
                <a:lnTo>
                  <a:pt x="533400" y="2762250"/>
                </a:lnTo>
                <a:lnTo>
                  <a:pt x="533400" y="2771775"/>
                </a:lnTo>
                <a:lnTo>
                  <a:pt x="504825" y="2771775"/>
                </a:lnTo>
                <a:close/>
                <a:moveTo>
                  <a:pt x="581025" y="2752725"/>
                </a:moveTo>
                <a:lnTo>
                  <a:pt x="600075" y="2752725"/>
                </a:lnTo>
                <a:lnTo>
                  <a:pt x="600075" y="2762250"/>
                </a:lnTo>
                <a:lnTo>
                  <a:pt x="581025" y="2762250"/>
                </a:lnTo>
                <a:close/>
                <a:moveTo>
                  <a:pt x="295275" y="2819400"/>
                </a:moveTo>
                <a:lnTo>
                  <a:pt x="304800" y="2819400"/>
                </a:lnTo>
                <a:lnTo>
                  <a:pt x="304800" y="2828925"/>
                </a:lnTo>
                <a:lnTo>
                  <a:pt x="295275" y="2828925"/>
                </a:lnTo>
                <a:close/>
                <a:moveTo>
                  <a:pt x="304800" y="2828925"/>
                </a:moveTo>
                <a:lnTo>
                  <a:pt x="314325" y="2828925"/>
                </a:lnTo>
                <a:lnTo>
                  <a:pt x="314325" y="2838450"/>
                </a:lnTo>
                <a:lnTo>
                  <a:pt x="304800" y="2838450"/>
                </a:lnTo>
                <a:close/>
                <a:moveTo>
                  <a:pt x="180975" y="2838450"/>
                </a:moveTo>
                <a:lnTo>
                  <a:pt x="190500" y="2838450"/>
                </a:lnTo>
                <a:lnTo>
                  <a:pt x="190500" y="2828925"/>
                </a:lnTo>
                <a:lnTo>
                  <a:pt x="180975" y="2828925"/>
                </a:lnTo>
                <a:close/>
                <a:moveTo>
                  <a:pt x="314325" y="2838450"/>
                </a:moveTo>
                <a:lnTo>
                  <a:pt x="323850" y="2838450"/>
                </a:lnTo>
                <a:lnTo>
                  <a:pt x="323850" y="2886075"/>
                </a:lnTo>
                <a:lnTo>
                  <a:pt x="314325" y="2886075"/>
                </a:lnTo>
                <a:close/>
                <a:moveTo>
                  <a:pt x="1285875" y="2857500"/>
                </a:moveTo>
                <a:lnTo>
                  <a:pt x="1304925" y="2857500"/>
                </a:lnTo>
                <a:lnTo>
                  <a:pt x="1304925" y="2867025"/>
                </a:lnTo>
                <a:lnTo>
                  <a:pt x="1314450" y="2867025"/>
                </a:lnTo>
                <a:lnTo>
                  <a:pt x="1314450" y="2876550"/>
                </a:lnTo>
                <a:lnTo>
                  <a:pt x="1323975" y="2876550"/>
                </a:lnTo>
                <a:lnTo>
                  <a:pt x="1323975" y="2867025"/>
                </a:lnTo>
                <a:lnTo>
                  <a:pt x="1333500" y="2867025"/>
                </a:lnTo>
                <a:lnTo>
                  <a:pt x="1333500" y="2857500"/>
                </a:lnTo>
                <a:lnTo>
                  <a:pt x="1343025" y="2857500"/>
                </a:lnTo>
                <a:lnTo>
                  <a:pt x="1343025" y="2867025"/>
                </a:lnTo>
                <a:lnTo>
                  <a:pt x="1333500" y="2867025"/>
                </a:lnTo>
                <a:lnTo>
                  <a:pt x="1333500" y="2876550"/>
                </a:lnTo>
                <a:lnTo>
                  <a:pt x="1323975" y="2876550"/>
                </a:lnTo>
                <a:lnTo>
                  <a:pt x="1323975" y="2886075"/>
                </a:lnTo>
                <a:lnTo>
                  <a:pt x="1304925" y="2886075"/>
                </a:lnTo>
                <a:lnTo>
                  <a:pt x="1304925" y="2876550"/>
                </a:lnTo>
                <a:lnTo>
                  <a:pt x="1295400" y="2876550"/>
                </a:lnTo>
                <a:lnTo>
                  <a:pt x="1295400" y="2867025"/>
                </a:lnTo>
                <a:lnTo>
                  <a:pt x="1285875" y="2867025"/>
                </a:lnTo>
                <a:close/>
                <a:moveTo>
                  <a:pt x="1371600" y="2857500"/>
                </a:moveTo>
                <a:lnTo>
                  <a:pt x="1390650" y="2857500"/>
                </a:lnTo>
                <a:lnTo>
                  <a:pt x="1390650" y="2867025"/>
                </a:lnTo>
                <a:lnTo>
                  <a:pt x="1371600" y="2867025"/>
                </a:lnTo>
                <a:close/>
                <a:moveTo>
                  <a:pt x="1409700" y="2857500"/>
                </a:moveTo>
                <a:lnTo>
                  <a:pt x="1428750" y="2857500"/>
                </a:lnTo>
                <a:lnTo>
                  <a:pt x="1428750" y="2867025"/>
                </a:lnTo>
                <a:lnTo>
                  <a:pt x="1409700" y="2867025"/>
                </a:lnTo>
                <a:close/>
                <a:moveTo>
                  <a:pt x="1447800" y="2857500"/>
                </a:moveTo>
                <a:lnTo>
                  <a:pt x="1466850" y="2857500"/>
                </a:lnTo>
                <a:lnTo>
                  <a:pt x="1466850" y="2867025"/>
                </a:lnTo>
                <a:lnTo>
                  <a:pt x="1447800" y="2867025"/>
                </a:lnTo>
                <a:close/>
                <a:moveTo>
                  <a:pt x="1495425" y="2857500"/>
                </a:moveTo>
                <a:lnTo>
                  <a:pt x="1514475" y="2857500"/>
                </a:lnTo>
                <a:lnTo>
                  <a:pt x="1514475" y="2867025"/>
                </a:lnTo>
                <a:lnTo>
                  <a:pt x="1495425" y="2867025"/>
                </a:lnTo>
                <a:close/>
                <a:moveTo>
                  <a:pt x="1533525" y="2857500"/>
                </a:moveTo>
                <a:lnTo>
                  <a:pt x="1552575" y="2857500"/>
                </a:lnTo>
                <a:lnTo>
                  <a:pt x="1552575" y="2867025"/>
                </a:lnTo>
                <a:lnTo>
                  <a:pt x="1533525" y="2867025"/>
                </a:lnTo>
                <a:close/>
                <a:moveTo>
                  <a:pt x="1619250" y="2857500"/>
                </a:moveTo>
                <a:lnTo>
                  <a:pt x="1638300" y="2857500"/>
                </a:lnTo>
                <a:lnTo>
                  <a:pt x="1638300" y="2867025"/>
                </a:lnTo>
                <a:lnTo>
                  <a:pt x="1619250" y="2867025"/>
                </a:lnTo>
                <a:close/>
                <a:moveTo>
                  <a:pt x="1724025" y="2857500"/>
                </a:moveTo>
                <a:lnTo>
                  <a:pt x="1733550" y="2857500"/>
                </a:lnTo>
                <a:lnTo>
                  <a:pt x="1733550" y="2867025"/>
                </a:lnTo>
                <a:lnTo>
                  <a:pt x="1724025" y="2867025"/>
                </a:lnTo>
                <a:close/>
                <a:moveTo>
                  <a:pt x="361950" y="2867025"/>
                </a:moveTo>
                <a:lnTo>
                  <a:pt x="371475" y="2867025"/>
                </a:lnTo>
                <a:lnTo>
                  <a:pt x="371475" y="2876550"/>
                </a:lnTo>
                <a:lnTo>
                  <a:pt x="361950" y="2876550"/>
                </a:lnTo>
                <a:close/>
                <a:moveTo>
                  <a:pt x="1276350" y="2867025"/>
                </a:moveTo>
                <a:lnTo>
                  <a:pt x="1285875" y="2867025"/>
                </a:lnTo>
                <a:lnTo>
                  <a:pt x="1285875" y="2876550"/>
                </a:lnTo>
                <a:lnTo>
                  <a:pt x="1276350" y="2876550"/>
                </a:lnTo>
                <a:close/>
                <a:moveTo>
                  <a:pt x="1343025" y="2867025"/>
                </a:moveTo>
                <a:lnTo>
                  <a:pt x="1371600" y="2867025"/>
                </a:lnTo>
                <a:lnTo>
                  <a:pt x="1371600" y="2876550"/>
                </a:lnTo>
                <a:lnTo>
                  <a:pt x="1343025" y="2876550"/>
                </a:lnTo>
                <a:close/>
                <a:moveTo>
                  <a:pt x="1466850" y="2867025"/>
                </a:moveTo>
                <a:lnTo>
                  <a:pt x="1476375" y="2867025"/>
                </a:lnTo>
                <a:lnTo>
                  <a:pt x="1476375" y="2876550"/>
                </a:lnTo>
                <a:lnTo>
                  <a:pt x="1466850" y="2876550"/>
                </a:lnTo>
                <a:close/>
                <a:moveTo>
                  <a:pt x="1485900" y="2867025"/>
                </a:moveTo>
                <a:lnTo>
                  <a:pt x="1495425" y="2867025"/>
                </a:lnTo>
                <a:lnTo>
                  <a:pt x="1495425" y="2876550"/>
                </a:lnTo>
                <a:lnTo>
                  <a:pt x="1485900" y="2876550"/>
                </a:lnTo>
                <a:close/>
                <a:moveTo>
                  <a:pt x="1609725" y="2867025"/>
                </a:moveTo>
                <a:lnTo>
                  <a:pt x="1619250" y="2867025"/>
                </a:lnTo>
                <a:lnTo>
                  <a:pt x="1619250" y="2876550"/>
                </a:lnTo>
                <a:lnTo>
                  <a:pt x="1609725" y="2876550"/>
                </a:lnTo>
                <a:close/>
                <a:moveTo>
                  <a:pt x="1247775" y="2876550"/>
                </a:moveTo>
                <a:lnTo>
                  <a:pt x="1266825" y="2876550"/>
                </a:lnTo>
                <a:lnTo>
                  <a:pt x="1266825" y="2886075"/>
                </a:lnTo>
                <a:lnTo>
                  <a:pt x="1247775" y="2886075"/>
                </a:lnTo>
                <a:close/>
                <a:moveTo>
                  <a:pt x="1238250" y="2886075"/>
                </a:moveTo>
                <a:lnTo>
                  <a:pt x="1247775" y="2886075"/>
                </a:lnTo>
                <a:lnTo>
                  <a:pt x="1247775" y="2895600"/>
                </a:lnTo>
                <a:lnTo>
                  <a:pt x="1238250" y="2895600"/>
                </a:lnTo>
                <a:close/>
                <a:moveTo>
                  <a:pt x="1323975" y="2886075"/>
                </a:moveTo>
                <a:lnTo>
                  <a:pt x="1333500" y="2886075"/>
                </a:lnTo>
                <a:lnTo>
                  <a:pt x="1333500" y="2895600"/>
                </a:lnTo>
                <a:lnTo>
                  <a:pt x="1323975" y="2895600"/>
                </a:lnTo>
                <a:close/>
                <a:moveTo>
                  <a:pt x="1724025" y="2886075"/>
                </a:moveTo>
                <a:lnTo>
                  <a:pt x="1733550" y="2886075"/>
                </a:lnTo>
                <a:lnTo>
                  <a:pt x="1733550" y="2905125"/>
                </a:lnTo>
                <a:lnTo>
                  <a:pt x="1724025" y="2905125"/>
                </a:lnTo>
                <a:close/>
                <a:moveTo>
                  <a:pt x="523875" y="2905125"/>
                </a:moveTo>
                <a:lnTo>
                  <a:pt x="533400" y="2905125"/>
                </a:lnTo>
                <a:lnTo>
                  <a:pt x="533400" y="2914650"/>
                </a:lnTo>
                <a:lnTo>
                  <a:pt x="523875" y="2914650"/>
                </a:lnTo>
                <a:close/>
                <a:moveTo>
                  <a:pt x="1333500" y="2905125"/>
                </a:moveTo>
                <a:lnTo>
                  <a:pt x="1343025" y="2905125"/>
                </a:lnTo>
                <a:lnTo>
                  <a:pt x="1343025" y="2914650"/>
                </a:lnTo>
                <a:lnTo>
                  <a:pt x="1333500" y="2914650"/>
                </a:lnTo>
                <a:close/>
                <a:moveTo>
                  <a:pt x="1428750" y="2905125"/>
                </a:moveTo>
                <a:lnTo>
                  <a:pt x="1447800" y="2905125"/>
                </a:lnTo>
                <a:lnTo>
                  <a:pt x="1447800" y="2914650"/>
                </a:lnTo>
                <a:lnTo>
                  <a:pt x="1428750" y="2914650"/>
                </a:lnTo>
                <a:close/>
                <a:moveTo>
                  <a:pt x="1476375" y="2905125"/>
                </a:moveTo>
                <a:lnTo>
                  <a:pt x="1485900" y="2905125"/>
                </a:lnTo>
                <a:lnTo>
                  <a:pt x="1485900" y="2914650"/>
                </a:lnTo>
                <a:lnTo>
                  <a:pt x="1476375" y="2914650"/>
                </a:lnTo>
                <a:close/>
                <a:moveTo>
                  <a:pt x="1552575" y="2905125"/>
                </a:moveTo>
                <a:lnTo>
                  <a:pt x="1571625" y="2905125"/>
                </a:lnTo>
                <a:lnTo>
                  <a:pt x="1571625" y="2914650"/>
                </a:lnTo>
                <a:lnTo>
                  <a:pt x="1552575" y="2914650"/>
                </a:lnTo>
                <a:close/>
                <a:moveTo>
                  <a:pt x="1638300" y="2905125"/>
                </a:moveTo>
                <a:lnTo>
                  <a:pt x="1657350" y="2905125"/>
                </a:lnTo>
                <a:lnTo>
                  <a:pt x="1657350" y="2914650"/>
                </a:lnTo>
                <a:lnTo>
                  <a:pt x="1638300" y="2914650"/>
                </a:lnTo>
                <a:close/>
                <a:moveTo>
                  <a:pt x="1019175" y="2914650"/>
                </a:moveTo>
                <a:lnTo>
                  <a:pt x="1028700" y="2914650"/>
                </a:lnTo>
                <a:lnTo>
                  <a:pt x="1028700" y="2924175"/>
                </a:lnTo>
                <a:lnTo>
                  <a:pt x="1019175" y="2924175"/>
                </a:lnTo>
                <a:close/>
                <a:moveTo>
                  <a:pt x="1590675" y="2914650"/>
                </a:moveTo>
                <a:lnTo>
                  <a:pt x="1609725" y="2914650"/>
                </a:lnTo>
                <a:lnTo>
                  <a:pt x="1609725" y="2924175"/>
                </a:lnTo>
                <a:lnTo>
                  <a:pt x="1590675" y="2924175"/>
                </a:lnTo>
                <a:close/>
                <a:moveTo>
                  <a:pt x="314325" y="2933700"/>
                </a:moveTo>
                <a:lnTo>
                  <a:pt x="323850" y="2933700"/>
                </a:lnTo>
                <a:lnTo>
                  <a:pt x="323850" y="2943225"/>
                </a:lnTo>
                <a:lnTo>
                  <a:pt x="314325" y="2943225"/>
                </a:lnTo>
                <a:close/>
                <a:moveTo>
                  <a:pt x="828675" y="2933700"/>
                </a:moveTo>
                <a:lnTo>
                  <a:pt x="847725" y="2933700"/>
                </a:lnTo>
                <a:lnTo>
                  <a:pt x="847725" y="2943225"/>
                </a:lnTo>
                <a:lnTo>
                  <a:pt x="828675" y="2943225"/>
                </a:lnTo>
                <a:close/>
                <a:moveTo>
                  <a:pt x="161925" y="2943225"/>
                </a:moveTo>
                <a:lnTo>
                  <a:pt x="171450" y="2943225"/>
                </a:lnTo>
                <a:lnTo>
                  <a:pt x="171450" y="2952750"/>
                </a:lnTo>
                <a:lnTo>
                  <a:pt x="180975" y="2952750"/>
                </a:lnTo>
                <a:lnTo>
                  <a:pt x="180975" y="2943225"/>
                </a:lnTo>
                <a:lnTo>
                  <a:pt x="190500" y="2943225"/>
                </a:lnTo>
                <a:lnTo>
                  <a:pt x="190500" y="2952750"/>
                </a:lnTo>
                <a:lnTo>
                  <a:pt x="228600" y="2952750"/>
                </a:lnTo>
                <a:lnTo>
                  <a:pt x="228600" y="2962275"/>
                </a:lnTo>
                <a:lnTo>
                  <a:pt x="180975" y="2962275"/>
                </a:lnTo>
                <a:lnTo>
                  <a:pt x="180975" y="3000375"/>
                </a:lnTo>
                <a:lnTo>
                  <a:pt x="171450" y="3000375"/>
                </a:lnTo>
                <a:lnTo>
                  <a:pt x="171450" y="3009900"/>
                </a:lnTo>
                <a:lnTo>
                  <a:pt x="161925" y="3009900"/>
                </a:lnTo>
                <a:close/>
                <a:moveTo>
                  <a:pt x="304800" y="2943225"/>
                </a:moveTo>
                <a:lnTo>
                  <a:pt x="314325" y="2943225"/>
                </a:lnTo>
                <a:lnTo>
                  <a:pt x="314325" y="2952750"/>
                </a:lnTo>
                <a:lnTo>
                  <a:pt x="304800" y="2952750"/>
                </a:lnTo>
                <a:close/>
                <a:moveTo>
                  <a:pt x="438150" y="2943225"/>
                </a:moveTo>
                <a:lnTo>
                  <a:pt x="476250" y="2943225"/>
                </a:lnTo>
                <a:lnTo>
                  <a:pt x="476250" y="2952750"/>
                </a:lnTo>
                <a:lnTo>
                  <a:pt x="438150" y="2952750"/>
                </a:lnTo>
                <a:close/>
                <a:moveTo>
                  <a:pt x="523875" y="2943225"/>
                </a:moveTo>
                <a:lnTo>
                  <a:pt x="571500" y="2943225"/>
                </a:lnTo>
                <a:lnTo>
                  <a:pt x="571500" y="2952750"/>
                </a:lnTo>
                <a:lnTo>
                  <a:pt x="523875" y="2952750"/>
                </a:lnTo>
                <a:close/>
                <a:moveTo>
                  <a:pt x="676275" y="2943225"/>
                </a:moveTo>
                <a:lnTo>
                  <a:pt x="695325" y="2943225"/>
                </a:lnTo>
                <a:lnTo>
                  <a:pt x="695325" y="2952750"/>
                </a:lnTo>
                <a:lnTo>
                  <a:pt x="676275" y="2952750"/>
                </a:lnTo>
                <a:close/>
                <a:moveTo>
                  <a:pt x="762000" y="2943225"/>
                </a:moveTo>
                <a:lnTo>
                  <a:pt x="781050" y="2943225"/>
                </a:lnTo>
                <a:lnTo>
                  <a:pt x="781050" y="2952750"/>
                </a:lnTo>
                <a:lnTo>
                  <a:pt x="762000" y="2952750"/>
                </a:lnTo>
                <a:close/>
                <a:moveTo>
                  <a:pt x="790575" y="2943225"/>
                </a:moveTo>
                <a:lnTo>
                  <a:pt x="828675" y="2943225"/>
                </a:lnTo>
                <a:lnTo>
                  <a:pt x="828675" y="2952750"/>
                </a:lnTo>
                <a:lnTo>
                  <a:pt x="790575" y="2952750"/>
                </a:lnTo>
                <a:close/>
                <a:moveTo>
                  <a:pt x="876300" y="2943225"/>
                </a:moveTo>
                <a:lnTo>
                  <a:pt x="885825" y="2943225"/>
                </a:lnTo>
                <a:lnTo>
                  <a:pt x="885825" y="2952750"/>
                </a:lnTo>
                <a:lnTo>
                  <a:pt x="876300" y="2952750"/>
                </a:lnTo>
                <a:close/>
                <a:moveTo>
                  <a:pt x="904875" y="2943225"/>
                </a:moveTo>
                <a:lnTo>
                  <a:pt x="914400" y="2943225"/>
                </a:lnTo>
                <a:lnTo>
                  <a:pt x="914400" y="2952750"/>
                </a:lnTo>
                <a:lnTo>
                  <a:pt x="904875" y="2952750"/>
                </a:lnTo>
                <a:close/>
                <a:moveTo>
                  <a:pt x="962025" y="2943225"/>
                </a:moveTo>
                <a:lnTo>
                  <a:pt x="971550" y="2943225"/>
                </a:lnTo>
                <a:lnTo>
                  <a:pt x="971550" y="2952750"/>
                </a:lnTo>
                <a:lnTo>
                  <a:pt x="962025" y="2952750"/>
                </a:lnTo>
                <a:close/>
                <a:moveTo>
                  <a:pt x="1724025" y="2943225"/>
                </a:moveTo>
                <a:lnTo>
                  <a:pt x="1733550" y="2943225"/>
                </a:lnTo>
                <a:lnTo>
                  <a:pt x="1733550" y="3009900"/>
                </a:lnTo>
                <a:lnTo>
                  <a:pt x="1724025" y="3009900"/>
                </a:lnTo>
                <a:close/>
                <a:moveTo>
                  <a:pt x="123825" y="2952750"/>
                </a:moveTo>
                <a:lnTo>
                  <a:pt x="133350" y="2952750"/>
                </a:lnTo>
                <a:lnTo>
                  <a:pt x="133350" y="3009900"/>
                </a:lnTo>
                <a:lnTo>
                  <a:pt x="123825" y="3009900"/>
                </a:lnTo>
                <a:close/>
                <a:moveTo>
                  <a:pt x="276225" y="2952750"/>
                </a:moveTo>
                <a:lnTo>
                  <a:pt x="304800" y="2952750"/>
                </a:lnTo>
                <a:lnTo>
                  <a:pt x="304800" y="2962275"/>
                </a:lnTo>
                <a:lnTo>
                  <a:pt x="276225" y="2962275"/>
                </a:lnTo>
                <a:close/>
                <a:moveTo>
                  <a:pt x="180975" y="3000375"/>
                </a:moveTo>
                <a:lnTo>
                  <a:pt x="190500" y="3000375"/>
                </a:lnTo>
                <a:lnTo>
                  <a:pt x="190500" y="3009900"/>
                </a:lnTo>
                <a:lnTo>
                  <a:pt x="428625" y="3009900"/>
                </a:lnTo>
                <a:lnTo>
                  <a:pt x="428625" y="3028950"/>
                </a:lnTo>
                <a:lnTo>
                  <a:pt x="190500" y="3028950"/>
                </a:lnTo>
                <a:lnTo>
                  <a:pt x="190500" y="3038475"/>
                </a:lnTo>
                <a:lnTo>
                  <a:pt x="180975" y="3038475"/>
                </a:lnTo>
                <a:lnTo>
                  <a:pt x="180975" y="3076575"/>
                </a:lnTo>
                <a:lnTo>
                  <a:pt x="190500" y="3076575"/>
                </a:lnTo>
                <a:lnTo>
                  <a:pt x="190500" y="3095625"/>
                </a:lnTo>
                <a:lnTo>
                  <a:pt x="180975" y="3095625"/>
                </a:lnTo>
                <a:lnTo>
                  <a:pt x="180975" y="3105150"/>
                </a:lnTo>
                <a:lnTo>
                  <a:pt x="171450" y="3105150"/>
                </a:lnTo>
                <a:lnTo>
                  <a:pt x="171450" y="3171825"/>
                </a:lnTo>
                <a:lnTo>
                  <a:pt x="161925" y="3171825"/>
                </a:lnTo>
                <a:lnTo>
                  <a:pt x="161925" y="3028950"/>
                </a:lnTo>
                <a:lnTo>
                  <a:pt x="180975" y="3028950"/>
                </a:lnTo>
                <a:close/>
                <a:moveTo>
                  <a:pt x="438150" y="3009900"/>
                </a:moveTo>
                <a:lnTo>
                  <a:pt x="495300" y="3009900"/>
                </a:lnTo>
                <a:lnTo>
                  <a:pt x="495300" y="3028950"/>
                </a:lnTo>
                <a:lnTo>
                  <a:pt x="438150" y="3028950"/>
                </a:lnTo>
                <a:close/>
                <a:moveTo>
                  <a:pt x="514350" y="3009900"/>
                </a:moveTo>
                <a:lnTo>
                  <a:pt x="581025" y="3009900"/>
                </a:lnTo>
                <a:lnTo>
                  <a:pt x="581025" y="3028950"/>
                </a:lnTo>
                <a:lnTo>
                  <a:pt x="514350" y="3028950"/>
                </a:lnTo>
                <a:close/>
                <a:moveTo>
                  <a:pt x="590550" y="3009900"/>
                </a:moveTo>
                <a:lnTo>
                  <a:pt x="1190625" y="3009900"/>
                </a:lnTo>
                <a:lnTo>
                  <a:pt x="1190625" y="3028950"/>
                </a:lnTo>
                <a:lnTo>
                  <a:pt x="590550" y="3028950"/>
                </a:lnTo>
                <a:close/>
                <a:moveTo>
                  <a:pt x="1200150" y="3009900"/>
                </a:moveTo>
                <a:lnTo>
                  <a:pt x="1676400" y="3009900"/>
                </a:lnTo>
                <a:lnTo>
                  <a:pt x="1676400" y="3028950"/>
                </a:lnTo>
                <a:lnTo>
                  <a:pt x="1200150" y="3028950"/>
                </a:lnTo>
                <a:close/>
                <a:moveTo>
                  <a:pt x="1724025" y="3028950"/>
                </a:moveTo>
                <a:lnTo>
                  <a:pt x="1733550" y="3028950"/>
                </a:lnTo>
                <a:lnTo>
                  <a:pt x="1733550" y="3133725"/>
                </a:lnTo>
                <a:lnTo>
                  <a:pt x="1724025" y="3133725"/>
                </a:lnTo>
                <a:close/>
                <a:moveTo>
                  <a:pt x="295275" y="3076575"/>
                </a:moveTo>
                <a:lnTo>
                  <a:pt x="304800" y="3076575"/>
                </a:lnTo>
                <a:lnTo>
                  <a:pt x="304800" y="3086100"/>
                </a:lnTo>
                <a:lnTo>
                  <a:pt x="295275" y="3086100"/>
                </a:lnTo>
                <a:close/>
                <a:moveTo>
                  <a:pt x="304800" y="3086100"/>
                </a:moveTo>
                <a:lnTo>
                  <a:pt x="314325" y="3086100"/>
                </a:lnTo>
                <a:lnTo>
                  <a:pt x="314325" y="3095625"/>
                </a:lnTo>
                <a:lnTo>
                  <a:pt x="304800" y="3095625"/>
                </a:lnTo>
                <a:close/>
                <a:moveTo>
                  <a:pt x="447675" y="3086100"/>
                </a:moveTo>
                <a:lnTo>
                  <a:pt x="466725" y="3086100"/>
                </a:lnTo>
                <a:lnTo>
                  <a:pt x="466725" y="3095625"/>
                </a:lnTo>
                <a:lnTo>
                  <a:pt x="447675" y="3095625"/>
                </a:lnTo>
                <a:close/>
                <a:moveTo>
                  <a:pt x="1600200" y="3133725"/>
                </a:moveTo>
                <a:lnTo>
                  <a:pt x="1609725" y="3133725"/>
                </a:lnTo>
                <a:lnTo>
                  <a:pt x="1609725" y="3143250"/>
                </a:lnTo>
                <a:lnTo>
                  <a:pt x="1600200" y="3143250"/>
                </a:lnTo>
                <a:close/>
                <a:moveTo>
                  <a:pt x="371475" y="3162300"/>
                </a:moveTo>
                <a:lnTo>
                  <a:pt x="390525" y="3162300"/>
                </a:lnTo>
                <a:lnTo>
                  <a:pt x="390525" y="3171825"/>
                </a:lnTo>
                <a:lnTo>
                  <a:pt x="371475" y="3171825"/>
                </a:lnTo>
                <a:close/>
                <a:moveTo>
                  <a:pt x="790575" y="3162300"/>
                </a:moveTo>
                <a:lnTo>
                  <a:pt x="800100" y="3162300"/>
                </a:lnTo>
                <a:lnTo>
                  <a:pt x="800100" y="3171825"/>
                </a:lnTo>
                <a:lnTo>
                  <a:pt x="790575" y="3171825"/>
                </a:lnTo>
                <a:close/>
                <a:moveTo>
                  <a:pt x="895350" y="3162300"/>
                </a:moveTo>
                <a:lnTo>
                  <a:pt x="914400" y="3162300"/>
                </a:lnTo>
                <a:lnTo>
                  <a:pt x="914400" y="3171825"/>
                </a:lnTo>
                <a:lnTo>
                  <a:pt x="895350" y="3171825"/>
                </a:lnTo>
                <a:close/>
                <a:moveTo>
                  <a:pt x="361950" y="3171825"/>
                </a:moveTo>
                <a:lnTo>
                  <a:pt x="371475" y="3171825"/>
                </a:lnTo>
                <a:lnTo>
                  <a:pt x="371475" y="3181350"/>
                </a:lnTo>
                <a:lnTo>
                  <a:pt x="361950" y="3181350"/>
                </a:lnTo>
                <a:close/>
                <a:moveTo>
                  <a:pt x="409575" y="3171825"/>
                </a:moveTo>
                <a:lnTo>
                  <a:pt x="438150" y="3171825"/>
                </a:lnTo>
                <a:lnTo>
                  <a:pt x="438150" y="3181350"/>
                </a:lnTo>
                <a:lnTo>
                  <a:pt x="409575" y="3181350"/>
                </a:lnTo>
                <a:close/>
                <a:moveTo>
                  <a:pt x="523875" y="3171825"/>
                </a:moveTo>
                <a:lnTo>
                  <a:pt x="533400" y="3171825"/>
                </a:lnTo>
                <a:lnTo>
                  <a:pt x="533400" y="3181350"/>
                </a:lnTo>
                <a:lnTo>
                  <a:pt x="523875" y="3181350"/>
                </a:lnTo>
                <a:close/>
                <a:moveTo>
                  <a:pt x="723900" y="3171825"/>
                </a:moveTo>
                <a:lnTo>
                  <a:pt x="733425" y="3171825"/>
                </a:lnTo>
                <a:lnTo>
                  <a:pt x="733425" y="3181350"/>
                </a:lnTo>
                <a:lnTo>
                  <a:pt x="723900" y="3181350"/>
                </a:lnTo>
                <a:close/>
                <a:moveTo>
                  <a:pt x="800100" y="3171825"/>
                </a:moveTo>
                <a:lnTo>
                  <a:pt x="819150" y="3171825"/>
                </a:lnTo>
                <a:lnTo>
                  <a:pt x="819150" y="3181350"/>
                </a:lnTo>
                <a:lnTo>
                  <a:pt x="800100" y="3181350"/>
                </a:lnTo>
                <a:close/>
                <a:moveTo>
                  <a:pt x="1409700" y="3171825"/>
                </a:moveTo>
                <a:lnTo>
                  <a:pt x="1428750" y="3171825"/>
                </a:lnTo>
                <a:lnTo>
                  <a:pt x="1428750" y="3181350"/>
                </a:lnTo>
                <a:lnTo>
                  <a:pt x="1409700" y="3181350"/>
                </a:lnTo>
                <a:close/>
                <a:moveTo>
                  <a:pt x="1609725" y="3171825"/>
                </a:moveTo>
                <a:lnTo>
                  <a:pt x="1638300" y="3171825"/>
                </a:lnTo>
                <a:lnTo>
                  <a:pt x="1638300" y="3181350"/>
                </a:lnTo>
                <a:lnTo>
                  <a:pt x="1609725" y="3181350"/>
                </a:lnTo>
                <a:close/>
                <a:moveTo>
                  <a:pt x="123825" y="3200400"/>
                </a:moveTo>
                <a:lnTo>
                  <a:pt x="133350" y="3200400"/>
                </a:lnTo>
                <a:lnTo>
                  <a:pt x="133350" y="3238500"/>
                </a:lnTo>
                <a:lnTo>
                  <a:pt x="123825" y="3238500"/>
                </a:lnTo>
                <a:close/>
                <a:moveTo>
                  <a:pt x="161925" y="3200400"/>
                </a:moveTo>
                <a:lnTo>
                  <a:pt x="171450" y="3200400"/>
                </a:lnTo>
                <a:lnTo>
                  <a:pt x="171450" y="3209925"/>
                </a:lnTo>
                <a:lnTo>
                  <a:pt x="190500" y="3209925"/>
                </a:lnTo>
                <a:lnTo>
                  <a:pt x="190500" y="3219450"/>
                </a:lnTo>
                <a:lnTo>
                  <a:pt x="180975" y="3219450"/>
                </a:lnTo>
                <a:lnTo>
                  <a:pt x="180975" y="3267075"/>
                </a:lnTo>
                <a:lnTo>
                  <a:pt x="161925" y="3267075"/>
                </a:lnTo>
                <a:close/>
                <a:moveTo>
                  <a:pt x="495300" y="3200400"/>
                </a:moveTo>
                <a:lnTo>
                  <a:pt x="523875" y="3200400"/>
                </a:lnTo>
                <a:lnTo>
                  <a:pt x="523875" y="3209925"/>
                </a:lnTo>
                <a:lnTo>
                  <a:pt x="495300" y="3209925"/>
                </a:lnTo>
                <a:close/>
                <a:moveTo>
                  <a:pt x="666750" y="3200400"/>
                </a:moveTo>
                <a:lnTo>
                  <a:pt x="676275" y="3200400"/>
                </a:lnTo>
                <a:lnTo>
                  <a:pt x="676275" y="3209925"/>
                </a:lnTo>
                <a:lnTo>
                  <a:pt x="666750" y="3209925"/>
                </a:lnTo>
                <a:close/>
                <a:moveTo>
                  <a:pt x="800100" y="3200400"/>
                </a:moveTo>
                <a:lnTo>
                  <a:pt x="819150" y="3200400"/>
                </a:lnTo>
                <a:lnTo>
                  <a:pt x="819150" y="3209925"/>
                </a:lnTo>
                <a:lnTo>
                  <a:pt x="800100" y="3209925"/>
                </a:lnTo>
                <a:close/>
                <a:moveTo>
                  <a:pt x="209550" y="3219450"/>
                </a:moveTo>
                <a:lnTo>
                  <a:pt x="285750" y="3219450"/>
                </a:lnTo>
                <a:lnTo>
                  <a:pt x="285750" y="3228975"/>
                </a:lnTo>
                <a:lnTo>
                  <a:pt x="209550" y="3228975"/>
                </a:lnTo>
                <a:close/>
                <a:moveTo>
                  <a:pt x="123825" y="3257550"/>
                </a:moveTo>
                <a:lnTo>
                  <a:pt x="133350" y="3257550"/>
                </a:lnTo>
                <a:lnTo>
                  <a:pt x="133350" y="3295650"/>
                </a:lnTo>
                <a:lnTo>
                  <a:pt x="123825" y="3295650"/>
                </a:lnTo>
                <a:close/>
                <a:moveTo>
                  <a:pt x="152400" y="3267075"/>
                </a:moveTo>
                <a:lnTo>
                  <a:pt x="161925" y="3267075"/>
                </a:lnTo>
                <a:lnTo>
                  <a:pt x="161925" y="3276600"/>
                </a:lnTo>
                <a:lnTo>
                  <a:pt x="171450" y="3276600"/>
                </a:lnTo>
                <a:lnTo>
                  <a:pt x="171450" y="3286125"/>
                </a:lnTo>
                <a:lnTo>
                  <a:pt x="152400" y="3286125"/>
                </a:lnTo>
                <a:close/>
                <a:moveTo>
                  <a:pt x="180975" y="3267075"/>
                </a:moveTo>
                <a:lnTo>
                  <a:pt x="190500" y="3267075"/>
                </a:lnTo>
                <a:lnTo>
                  <a:pt x="190500" y="3276600"/>
                </a:lnTo>
                <a:lnTo>
                  <a:pt x="180975" y="3276600"/>
                </a:lnTo>
                <a:close/>
                <a:moveTo>
                  <a:pt x="457200" y="3267075"/>
                </a:moveTo>
                <a:lnTo>
                  <a:pt x="485775" y="3267075"/>
                </a:lnTo>
                <a:lnTo>
                  <a:pt x="485775" y="3286125"/>
                </a:lnTo>
                <a:lnTo>
                  <a:pt x="438150" y="3286125"/>
                </a:lnTo>
                <a:lnTo>
                  <a:pt x="438150" y="3276600"/>
                </a:lnTo>
                <a:lnTo>
                  <a:pt x="457200" y="3276600"/>
                </a:lnTo>
                <a:close/>
                <a:moveTo>
                  <a:pt x="514350" y="3267075"/>
                </a:moveTo>
                <a:lnTo>
                  <a:pt x="533400" y="3267075"/>
                </a:lnTo>
                <a:lnTo>
                  <a:pt x="533400" y="3276600"/>
                </a:lnTo>
                <a:lnTo>
                  <a:pt x="561975" y="3276600"/>
                </a:lnTo>
                <a:lnTo>
                  <a:pt x="561975" y="3267075"/>
                </a:lnTo>
                <a:lnTo>
                  <a:pt x="590550" y="3267075"/>
                </a:lnTo>
                <a:lnTo>
                  <a:pt x="590550" y="3276600"/>
                </a:lnTo>
                <a:lnTo>
                  <a:pt x="600075" y="3276600"/>
                </a:lnTo>
                <a:lnTo>
                  <a:pt x="600075" y="3286125"/>
                </a:lnTo>
                <a:lnTo>
                  <a:pt x="590550" y="3286125"/>
                </a:lnTo>
                <a:lnTo>
                  <a:pt x="590550" y="3295650"/>
                </a:lnTo>
                <a:lnTo>
                  <a:pt x="571500" y="3295650"/>
                </a:lnTo>
                <a:lnTo>
                  <a:pt x="571500" y="3286125"/>
                </a:lnTo>
                <a:lnTo>
                  <a:pt x="504825" y="3286125"/>
                </a:lnTo>
                <a:lnTo>
                  <a:pt x="504825" y="3276600"/>
                </a:lnTo>
                <a:lnTo>
                  <a:pt x="514350" y="3276600"/>
                </a:lnTo>
                <a:close/>
                <a:moveTo>
                  <a:pt x="666750" y="3267075"/>
                </a:moveTo>
                <a:lnTo>
                  <a:pt x="676275" y="3267075"/>
                </a:lnTo>
                <a:lnTo>
                  <a:pt x="676275" y="3286125"/>
                </a:lnTo>
                <a:lnTo>
                  <a:pt x="666750" y="3286125"/>
                </a:lnTo>
                <a:close/>
                <a:moveTo>
                  <a:pt x="685800" y="3267075"/>
                </a:moveTo>
                <a:lnTo>
                  <a:pt x="704850" y="3267075"/>
                </a:lnTo>
                <a:lnTo>
                  <a:pt x="704850" y="3286125"/>
                </a:lnTo>
                <a:lnTo>
                  <a:pt x="685800" y="3286125"/>
                </a:lnTo>
                <a:close/>
                <a:moveTo>
                  <a:pt x="1000125" y="3267075"/>
                </a:moveTo>
                <a:lnTo>
                  <a:pt x="1009650" y="3267075"/>
                </a:lnTo>
                <a:lnTo>
                  <a:pt x="1009650" y="3286125"/>
                </a:lnTo>
                <a:lnTo>
                  <a:pt x="1000125" y="3286125"/>
                </a:lnTo>
                <a:close/>
                <a:moveTo>
                  <a:pt x="1323975" y="3267075"/>
                </a:moveTo>
                <a:lnTo>
                  <a:pt x="1333500" y="3267075"/>
                </a:lnTo>
                <a:lnTo>
                  <a:pt x="1333500" y="3286125"/>
                </a:lnTo>
                <a:lnTo>
                  <a:pt x="1323975" y="3286125"/>
                </a:lnTo>
                <a:close/>
                <a:moveTo>
                  <a:pt x="1466850" y="3267075"/>
                </a:moveTo>
                <a:lnTo>
                  <a:pt x="1485900" y="3267075"/>
                </a:lnTo>
                <a:lnTo>
                  <a:pt x="1485900" y="3286125"/>
                </a:lnTo>
                <a:lnTo>
                  <a:pt x="1466850" y="3286125"/>
                </a:lnTo>
                <a:close/>
                <a:moveTo>
                  <a:pt x="1543050" y="3267075"/>
                </a:moveTo>
                <a:lnTo>
                  <a:pt x="1581150" y="3267075"/>
                </a:lnTo>
                <a:lnTo>
                  <a:pt x="1581150" y="3276600"/>
                </a:lnTo>
                <a:lnTo>
                  <a:pt x="1600200" y="3276600"/>
                </a:lnTo>
                <a:lnTo>
                  <a:pt x="1600200" y="3286125"/>
                </a:lnTo>
                <a:lnTo>
                  <a:pt x="1514475" y="3286125"/>
                </a:lnTo>
                <a:lnTo>
                  <a:pt x="1514475" y="3305175"/>
                </a:lnTo>
                <a:lnTo>
                  <a:pt x="1495425" y="3305175"/>
                </a:lnTo>
                <a:lnTo>
                  <a:pt x="1495425" y="3286125"/>
                </a:lnTo>
                <a:lnTo>
                  <a:pt x="1504950" y="3286125"/>
                </a:lnTo>
                <a:lnTo>
                  <a:pt x="1504950" y="3276600"/>
                </a:lnTo>
                <a:lnTo>
                  <a:pt x="1543050" y="3276600"/>
                </a:lnTo>
                <a:close/>
                <a:moveTo>
                  <a:pt x="1609725" y="3276600"/>
                </a:moveTo>
                <a:lnTo>
                  <a:pt x="1666875" y="3276600"/>
                </a:lnTo>
                <a:lnTo>
                  <a:pt x="1666875" y="3286125"/>
                </a:lnTo>
                <a:lnTo>
                  <a:pt x="1609725" y="3286125"/>
                </a:lnTo>
                <a:close/>
                <a:moveTo>
                  <a:pt x="1428750" y="3286125"/>
                </a:moveTo>
                <a:lnTo>
                  <a:pt x="1438275" y="3286125"/>
                </a:lnTo>
                <a:lnTo>
                  <a:pt x="1438275" y="3295650"/>
                </a:lnTo>
                <a:lnTo>
                  <a:pt x="1428750" y="3295650"/>
                </a:lnTo>
                <a:close/>
                <a:moveTo>
                  <a:pt x="276225" y="3343275"/>
                </a:moveTo>
                <a:lnTo>
                  <a:pt x="304800" y="3343275"/>
                </a:lnTo>
                <a:lnTo>
                  <a:pt x="304800" y="3362325"/>
                </a:lnTo>
                <a:lnTo>
                  <a:pt x="276225" y="3362325"/>
                </a:lnTo>
                <a:close/>
                <a:moveTo>
                  <a:pt x="962025" y="3343275"/>
                </a:moveTo>
                <a:lnTo>
                  <a:pt x="971550" y="3343275"/>
                </a:lnTo>
                <a:lnTo>
                  <a:pt x="971550" y="3352800"/>
                </a:lnTo>
                <a:lnTo>
                  <a:pt x="962025" y="3352800"/>
                </a:lnTo>
                <a:close/>
                <a:moveTo>
                  <a:pt x="971550" y="3352800"/>
                </a:moveTo>
                <a:lnTo>
                  <a:pt x="981075" y="3352800"/>
                </a:lnTo>
                <a:lnTo>
                  <a:pt x="981075" y="3362325"/>
                </a:lnTo>
                <a:lnTo>
                  <a:pt x="971550" y="3362325"/>
                </a:lnTo>
                <a:close/>
                <a:moveTo>
                  <a:pt x="123825" y="3371850"/>
                </a:moveTo>
                <a:lnTo>
                  <a:pt x="133350" y="3371850"/>
                </a:lnTo>
                <a:lnTo>
                  <a:pt x="133350" y="3381375"/>
                </a:lnTo>
                <a:lnTo>
                  <a:pt x="123825" y="3381375"/>
                </a:lnTo>
                <a:close/>
                <a:moveTo>
                  <a:pt x="571500" y="3371850"/>
                </a:moveTo>
                <a:lnTo>
                  <a:pt x="581025" y="3371850"/>
                </a:lnTo>
                <a:lnTo>
                  <a:pt x="581025" y="3381375"/>
                </a:lnTo>
                <a:lnTo>
                  <a:pt x="571500" y="3381375"/>
                </a:lnTo>
                <a:close/>
                <a:moveTo>
                  <a:pt x="971550" y="3390900"/>
                </a:moveTo>
                <a:lnTo>
                  <a:pt x="981075" y="3390900"/>
                </a:lnTo>
                <a:lnTo>
                  <a:pt x="981075" y="3400425"/>
                </a:lnTo>
                <a:lnTo>
                  <a:pt x="971550" y="3400425"/>
                </a:lnTo>
                <a:close/>
                <a:moveTo>
                  <a:pt x="962025" y="3400425"/>
                </a:moveTo>
                <a:lnTo>
                  <a:pt x="971550" y="3400425"/>
                </a:lnTo>
                <a:lnTo>
                  <a:pt x="971550" y="3409950"/>
                </a:lnTo>
                <a:lnTo>
                  <a:pt x="962025" y="3409950"/>
                </a:lnTo>
                <a:close/>
                <a:moveTo>
                  <a:pt x="619125" y="3409950"/>
                </a:moveTo>
                <a:lnTo>
                  <a:pt x="638175" y="3409950"/>
                </a:lnTo>
                <a:lnTo>
                  <a:pt x="638175" y="3419475"/>
                </a:lnTo>
                <a:lnTo>
                  <a:pt x="619125" y="3419475"/>
                </a:lnTo>
                <a:close/>
                <a:moveTo>
                  <a:pt x="952500" y="3409950"/>
                </a:moveTo>
                <a:lnTo>
                  <a:pt x="962025" y="3409950"/>
                </a:lnTo>
                <a:lnTo>
                  <a:pt x="962025" y="3419475"/>
                </a:lnTo>
                <a:lnTo>
                  <a:pt x="952500" y="3419475"/>
                </a:lnTo>
                <a:close/>
                <a:moveTo>
                  <a:pt x="314325" y="3419475"/>
                </a:moveTo>
                <a:lnTo>
                  <a:pt x="323850" y="3419475"/>
                </a:lnTo>
                <a:lnTo>
                  <a:pt x="323850" y="3429000"/>
                </a:lnTo>
                <a:lnTo>
                  <a:pt x="314325" y="3429000"/>
                </a:lnTo>
                <a:close/>
                <a:moveTo>
                  <a:pt x="266700" y="3429000"/>
                </a:moveTo>
                <a:lnTo>
                  <a:pt x="314325" y="3429000"/>
                </a:lnTo>
                <a:lnTo>
                  <a:pt x="314325" y="3448050"/>
                </a:lnTo>
                <a:lnTo>
                  <a:pt x="266700" y="3448050"/>
                </a:lnTo>
                <a:close/>
                <a:moveTo>
                  <a:pt x="228600" y="3438525"/>
                </a:moveTo>
                <a:lnTo>
                  <a:pt x="238125" y="3438525"/>
                </a:lnTo>
                <a:lnTo>
                  <a:pt x="238125" y="3448050"/>
                </a:lnTo>
                <a:lnTo>
                  <a:pt x="228600" y="3448050"/>
                </a:lnTo>
                <a:close/>
                <a:moveTo>
                  <a:pt x="542925" y="3438525"/>
                </a:moveTo>
                <a:lnTo>
                  <a:pt x="552450" y="3438525"/>
                </a:lnTo>
                <a:lnTo>
                  <a:pt x="552450" y="3448050"/>
                </a:lnTo>
                <a:lnTo>
                  <a:pt x="542925" y="3448050"/>
                </a:lnTo>
                <a:close/>
                <a:moveTo>
                  <a:pt x="904875" y="3438525"/>
                </a:moveTo>
                <a:lnTo>
                  <a:pt x="923925" y="3438525"/>
                </a:lnTo>
                <a:lnTo>
                  <a:pt x="923925" y="3448050"/>
                </a:lnTo>
                <a:lnTo>
                  <a:pt x="904875" y="3448050"/>
                </a:lnTo>
                <a:close/>
                <a:moveTo>
                  <a:pt x="971550" y="3438525"/>
                </a:moveTo>
                <a:lnTo>
                  <a:pt x="990600" y="3438525"/>
                </a:lnTo>
                <a:lnTo>
                  <a:pt x="990600" y="3448050"/>
                </a:lnTo>
                <a:lnTo>
                  <a:pt x="971550" y="3448050"/>
                </a:lnTo>
                <a:close/>
                <a:moveTo>
                  <a:pt x="533400" y="3448050"/>
                </a:moveTo>
                <a:lnTo>
                  <a:pt x="542925" y="3448050"/>
                </a:lnTo>
                <a:lnTo>
                  <a:pt x="542925" y="3457575"/>
                </a:lnTo>
                <a:lnTo>
                  <a:pt x="533400" y="3457575"/>
                </a:lnTo>
                <a:close/>
                <a:moveTo>
                  <a:pt x="133350" y="3467100"/>
                </a:moveTo>
                <a:lnTo>
                  <a:pt x="142875" y="3467100"/>
                </a:lnTo>
                <a:lnTo>
                  <a:pt x="142875" y="3476625"/>
                </a:lnTo>
                <a:lnTo>
                  <a:pt x="133350" y="3476625"/>
                </a:lnTo>
                <a:close/>
                <a:moveTo>
                  <a:pt x="542925" y="3476625"/>
                </a:moveTo>
                <a:lnTo>
                  <a:pt x="552450" y="3476625"/>
                </a:lnTo>
                <a:lnTo>
                  <a:pt x="552450" y="3486150"/>
                </a:lnTo>
                <a:lnTo>
                  <a:pt x="542925" y="3486150"/>
                </a:lnTo>
                <a:close/>
                <a:moveTo>
                  <a:pt x="819150" y="3476625"/>
                </a:moveTo>
                <a:lnTo>
                  <a:pt x="828675" y="3476625"/>
                </a:lnTo>
                <a:lnTo>
                  <a:pt x="828675" y="3486150"/>
                </a:lnTo>
                <a:lnTo>
                  <a:pt x="819150" y="3486150"/>
                </a:lnTo>
                <a:close/>
                <a:moveTo>
                  <a:pt x="1247775" y="3486150"/>
                </a:moveTo>
                <a:lnTo>
                  <a:pt x="1266825" y="3486150"/>
                </a:lnTo>
                <a:lnTo>
                  <a:pt x="1266825" y="3495675"/>
                </a:lnTo>
                <a:lnTo>
                  <a:pt x="1247775" y="3495675"/>
                </a:lnTo>
                <a:close/>
                <a:moveTo>
                  <a:pt x="142875" y="3505200"/>
                </a:moveTo>
                <a:lnTo>
                  <a:pt x="152400" y="3505200"/>
                </a:lnTo>
                <a:lnTo>
                  <a:pt x="152400" y="3514725"/>
                </a:lnTo>
                <a:lnTo>
                  <a:pt x="142875" y="3514725"/>
                </a:lnTo>
                <a:close/>
                <a:moveTo>
                  <a:pt x="190500" y="3590925"/>
                </a:moveTo>
                <a:lnTo>
                  <a:pt x="200025" y="3590925"/>
                </a:lnTo>
                <a:lnTo>
                  <a:pt x="200025" y="3600450"/>
                </a:lnTo>
                <a:lnTo>
                  <a:pt x="190500" y="3600450"/>
                </a:lnTo>
                <a:close/>
                <a:moveTo>
                  <a:pt x="200025" y="3600450"/>
                </a:moveTo>
                <a:lnTo>
                  <a:pt x="209550" y="3600450"/>
                </a:lnTo>
                <a:lnTo>
                  <a:pt x="209550" y="3609975"/>
                </a:lnTo>
                <a:lnTo>
                  <a:pt x="200025" y="3609975"/>
                </a:lnTo>
                <a:close/>
                <a:moveTo>
                  <a:pt x="1619250" y="3629025"/>
                </a:moveTo>
                <a:lnTo>
                  <a:pt x="1628775" y="3629025"/>
                </a:lnTo>
                <a:lnTo>
                  <a:pt x="1628775" y="3638550"/>
                </a:lnTo>
                <a:lnTo>
                  <a:pt x="1619250" y="3638550"/>
                </a:lnTo>
                <a:close/>
                <a:moveTo>
                  <a:pt x="285750" y="3648075"/>
                </a:moveTo>
                <a:lnTo>
                  <a:pt x="295275" y="3648075"/>
                </a:lnTo>
                <a:lnTo>
                  <a:pt x="295275" y="3657600"/>
                </a:lnTo>
                <a:lnTo>
                  <a:pt x="285750" y="3657600"/>
                </a:lnTo>
                <a:close/>
                <a:moveTo>
                  <a:pt x="1857375" y="3648075"/>
                </a:moveTo>
                <a:lnTo>
                  <a:pt x="1866900" y="3648075"/>
                </a:lnTo>
                <a:lnTo>
                  <a:pt x="1866900" y="3752850"/>
                </a:lnTo>
                <a:lnTo>
                  <a:pt x="1857375" y="3752850"/>
                </a:lnTo>
                <a:lnTo>
                  <a:pt x="1857375" y="3781425"/>
                </a:lnTo>
                <a:lnTo>
                  <a:pt x="1866900" y="3781425"/>
                </a:lnTo>
                <a:lnTo>
                  <a:pt x="1866900" y="3790950"/>
                </a:lnTo>
                <a:lnTo>
                  <a:pt x="1790700" y="3790950"/>
                </a:lnTo>
                <a:lnTo>
                  <a:pt x="1790700" y="3771900"/>
                </a:lnTo>
                <a:lnTo>
                  <a:pt x="1800225" y="3771900"/>
                </a:lnTo>
                <a:lnTo>
                  <a:pt x="1800225" y="3762375"/>
                </a:lnTo>
                <a:lnTo>
                  <a:pt x="1819275" y="3762375"/>
                </a:lnTo>
                <a:lnTo>
                  <a:pt x="1819275" y="3733800"/>
                </a:lnTo>
                <a:lnTo>
                  <a:pt x="1828800" y="3733800"/>
                </a:lnTo>
                <a:lnTo>
                  <a:pt x="1828800" y="3714750"/>
                </a:lnTo>
                <a:lnTo>
                  <a:pt x="1838325" y="3714750"/>
                </a:lnTo>
                <a:lnTo>
                  <a:pt x="1838325" y="3695700"/>
                </a:lnTo>
                <a:lnTo>
                  <a:pt x="1847850" y="3695700"/>
                </a:lnTo>
                <a:lnTo>
                  <a:pt x="1847850" y="3676650"/>
                </a:lnTo>
                <a:lnTo>
                  <a:pt x="1857375" y="3676650"/>
                </a:lnTo>
                <a:close/>
                <a:moveTo>
                  <a:pt x="1476375" y="3667125"/>
                </a:moveTo>
                <a:lnTo>
                  <a:pt x="1485900" y="3667125"/>
                </a:lnTo>
                <a:lnTo>
                  <a:pt x="1485900" y="3676650"/>
                </a:lnTo>
                <a:lnTo>
                  <a:pt x="1476375" y="3676650"/>
                </a:lnTo>
                <a:close/>
                <a:moveTo>
                  <a:pt x="0" y="3714750"/>
                </a:moveTo>
                <a:lnTo>
                  <a:pt x="9525" y="3714750"/>
                </a:lnTo>
                <a:lnTo>
                  <a:pt x="9525" y="3724275"/>
                </a:lnTo>
                <a:lnTo>
                  <a:pt x="19050" y="3724275"/>
                </a:lnTo>
                <a:lnTo>
                  <a:pt x="19050" y="3733800"/>
                </a:lnTo>
                <a:lnTo>
                  <a:pt x="28575" y="3733800"/>
                </a:lnTo>
                <a:lnTo>
                  <a:pt x="28575" y="3752850"/>
                </a:lnTo>
                <a:lnTo>
                  <a:pt x="38100" y="3752850"/>
                </a:lnTo>
                <a:lnTo>
                  <a:pt x="38100" y="3781425"/>
                </a:lnTo>
                <a:lnTo>
                  <a:pt x="47625" y="3781425"/>
                </a:lnTo>
                <a:lnTo>
                  <a:pt x="47625" y="3790950"/>
                </a:lnTo>
                <a:lnTo>
                  <a:pt x="9525" y="3790950"/>
                </a:lnTo>
                <a:lnTo>
                  <a:pt x="9525" y="3781425"/>
                </a:lnTo>
                <a:lnTo>
                  <a:pt x="0" y="3781425"/>
                </a:lnTo>
                <a:close/>
              </a:path>
            </a:pathLst>
          </a:custGeom>
          <a:solidFill xmlns:a="http://schemas.openxmlformats.org/drawingml/2006/main">
            <a:srgbClr val="EDE7DA"/>
          </a:solidFill>
          <a:ln xmlns:a="http://schemas.openxmlformats.org/drawingml/2006/main" w="0">
            <a:noFill/>
          </a:ln>
        </p:spPr>
      </p:sp>
      <p:sp>
        <p:nvSpPr>
          <p:cNvPr id="49" name="profit vector #e2e3d4">
            <a:extLst xmlns:a="http://schemas.openxmlformats.org/drawingml/2006/main">
              <a:ext uri="{FF2B5EF4-FFF2-40B4-BE49-F238E27FC236}">
                <a16:creationId xmlns:a16="http://schemas.microsoft.com/office/drawing/2014/main" id="{024E8B2F-312C-44AD-B8DB-057E417780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29825" y="1447800"/>
            <a:ext cx="2200275" cy="4467225"/>
          </a:xfrm>
          <a:custGeom xmlns:a="http://schemas.openxmlformats.org/drawingml/2006/main">
            <a:pathLst>
              <a:path w="1866900" h="3790950">
                <a:moveTo>
                  <a:pt x="333375" y="47625"/>
                </a:moveTo>
                <a:lnTo>
                  <a:pt x="342900" y="47625"/>
                </a:lnTo>
                <a:lnTo>
                  <a:pt x="342900" y="57150"/>
                </a:lnTo>
                <a:lnTo>
                  <a:pt x="333375" y="57150"/>
                </a:lnTo>
                <a:close/>
                <a:moveTo>
                  <a:pt x="1514475" y="47625"/>
                </a:moveTo>
                <a:lnTo>
                  <a:pt x="1524000" y="47625"/>
                </a:lnTo>
                <a:lnTo>
                  <a:pt x="1524000" y="57150"/>
                </a:lnTo>
                <a:lnTo>
                  <a:pt x="1514475" y="57150"/>
                </a:lnTo>
                <a:close/>
                <a:moveTo>
                  <a:pt x="190500" y="95250"/>
                </a:moveTo>
                <a:lnTo>
                  <a:pt x="200025" y="95250"/>
                </a:lnTo>
                <a:lnTo>
                  <a:pt x="200025" y="104775"/>
                </a:lnTo>
                <a:lnTo>
                  <a:pt x="190500" y="104775"/>
                </a:lnTo>
                <a:close/>
                <a:moveTo>
                  <a:pt x="161925" y="114300"/>
                </a:moveTo>
                <a:lnTo>
                  <a:pt x="171450" y="114300"/>
                </a:lnTo>
                <a:lnTo>
                  <a:pt x="171450" y="123825"/>
                </a:lnTo>
                <a:lnTo>
                  <a:pt x="161925" y="123825"/>
                </a:lnTo>
                <a:close/>
                <a:moveTo>
                  <a:pt x="152400" y="123825"/>
                </a:moveTo>
                <a:lnTo>
                  <a:pt x="161925" y="123825"/>
                </a:lnTo>
                <a:lnTo>
                  <a:pt x="161925" y="133350"/>
                </a:lnTo>
                <a:lnTo>
                  <a:pt x="152400" y="133350"/>
                </a:lnTo>
                <a:close/>
                <a:moveTo>
                  <a:pt x="685800" y="123825"/>
                </a:moveTo>
                <a:lnTo>
                  <a:pt x="1200150" y="123825"/>
                </a:lnTo>
                <a:lnTo>
                  <a:pt x="1200150" y="133350"/>
                </a:lnTo>
                <a:lnTo>
                  <a:pt x="685800" y="133350"/>
                </a:lnTo>
                <a:close/>
                <a:moveTo>
                  <a:pt x="1533525" y="133350"/>
                </a:moveTo>
                <a:lnTo>
                  <a:pt x="1543050" y="133350"/>
                </a:lnTo>
                <a:lnTo>
                  <a:pt x="1543050" y="142875"/>
                </a:lnTo>
                <a:lnTo>
                  <a:pt x="1533525" y="142875"/>
                </a:lnTo>
                <a:close/>
                <a:moveTo>
                  <a:pt x="1571625" y="142875"/>
                </a:moveTo>
                <a:lnTo>
                  <a:pt x="1581150" y="142875"/>
                </a:lnTo>
                <a:lnTo>
                  <a:pt x="1581150" y="152400"/>
                </a:lnTo>
                <a:lnTo>
                  <a:pt x="1571625" y="152400"/>
                </a:lnTo>
                <a:close/>
                <a:moveTo>
                  <a:pt x="123825" y="152400"/>
                </a:moveTo>
                <a:lnTo>
                  <a:pt x="133350" y="152400"/>
                </a:lnTo>
                <a:lnTo>
                  <a:pt x="133350" y="161925"/>
                </a:lnTo>
                <a:lnTo>
                  <a:pt x="123825" y="161925"/>
                </a:lnTo>
                <a:close/>
                <a:moveTo>
                  <a:pt x="1743075" y="171450"/>
                </a:moveTo>
                <a:lnTo>
                  <a:pt x="1752600" y="171450"/>
                </a:lnTo>
                <a:lnTo>
                  <a:pt x="1752600" y="180975"/>
                </a:lnTo>
                <a:lnTo>
                  <a:pt x="1743075" y="180975"/>
                </a:lnTo>
                <a:close/>
                <a:moveTo>
                  <a:pt x="209550" y="180975"/>
                </a:moveTo>
                <a:lnTo>
                  <a:pt x="219075" y="180975"/>
                </a:lnTo>
                <a:lnTo>
                  <a:pt x="219075" y="190500"/>
                </a:lnTo>
                <a:lnTo>
                  <a:pt x="209550" y="190500"/>
                </a:lnTo>
                <a:close/>
                <a:moveTo>
                  <a:pt x="200025" y="190500"/>
                </a:moveTo>
                <a:lnTo>
                  <a:pt x="209550" y="190500"/>
                </a:lnTo>
                <a:lnTo>
                  <a:pt x="209550" y="200025"/>
                </a:lnTo>
                <a:lnTo>
                  <a:pt x="200025" y="200025"/>
                </a:lnTo>
                <a:close/>
                <a:moveTo>
                  <a:pt x="190500" y="200025"/>
                </a:moveTo>
                <a:lnTo>
                  <a:pt x="200025" y="200025"/>
                </a:lnTo>
                <a:lnTo>
                  <a:pt x="200025" y="209550"/>
                </a:lnTo>
                <a:lnTo>
                  <a:pt x="190500" y="209550"/>
                </a:lnTo>
                <a:close/>
                <a:moveTo>
                  <a:pt x="85725" y="209550"/>
                </a:moveTo>
                <a:lnTo>
                  <a:pt x="95250" y="209550"/>
                </a:lnTo>
                <a:lnTo>
                  <a:pt x="95250" y="219075"/>
                </a:lnTo>
                <a:lnTo>
                  <a:pt x="85725" y="219075"/>
                </a:lnTo>
                <a:close/>
                <a:moveTo>
                  <a:pt x="1495425" y="219075"/>
                </a:moveTo>
                <a:lnTo>
                  <a:pt x="1552575" y="219075"/>
                </a:lnTo>
                <a:lnTo>
                  <a:pt x="1552575" y="228600"/>
                </a:lnTo>
                <a:lnTo>
                  <a:pt x="1495425" y="228600"/>
                </a:lnTo>
                <a:close/>
                <a:moveTo>
                  <a:pt x="76200" y="228600"/>
                </a:moveTo>
                <a:lnTo>
                  <a:pt x="85725" y="228600"/>
                </a:lnTo>
                <a:lnTo>
                  <a:pt x="85725" y="238125"/>
                </a:lnTo>
                <a:lnTo>
                  <a:pt x="76200" y="238125"/>
                </a:lnTo>
                <a:close/>
                <a:moveTo>
                  <a:pt x="352425" y="228600"/>
                </a:moveTo>
                <a:lnTo>
                  <a:pt x="381000" y="228600"/>
                </a:lnTo>
                <a:lnTo>
                  <a:pt x="381000" y="238125"/>
                </a:lnTo>
                <a:lnTo>
                  <a:pt x="352425" y="238125"/>
                </a:lnTo>
                <a:close/>
                <a:moveTo>
                  <a:pt x="400050" y="228600"/>
                </a:moveTo>
                <a:lnTo>
                  <a:pt x="409575" y="228600"/>
                </a:lnTo>
                <a:lnTo>
                  <a:pt x="409575" y="238125"/>
                </a:lnTo>
                <a:lnTo>
                  <a:pt x="400050" y="238125"/>
                </a:lnTo>
                <a:close/>
                <a:moveTo>
                  <a:pt x="466725" y="228600"/>
                </a:moveTo>
                <a:lnTo>
                  <a:pt x="485775" y="228600"/>
                </a:lnTo>
                <a:lnTo>
                  <a:pt x="485775" y="238125"/>
                </a:lnTo>
                <a:lnTo>
                  <a:pt x="466725" y="238125"/>
                </a:lnTo>
                <a:close/>
                <a:moveTo>
                  <a:pt x="1485900" y="228600"/>
                </a:moveTo>
                <a:lnTo>
                  <a:pt x="1495425" y="228600"/>
                </a:lnTo>
                <a:lnTo>
                  <a:pt x="1495425" y="238125"/>
                </a:lnTo>
                <a:lnTo>
                  <a:pt x="1485900" y="238125"/>
                </a:lnTo>
                <a:close/>
                <a:moveTo>
                  <a:pt x="1476375" y="238125"/>
                </a:moveTo>
                <a:lnTo>
                  <a:pt x="1485900" y="238125"/>
                </a:lnTo>
                <a:lnTo>
                  <a:pt x="1485900" y="247650"/>
                </a:lnTo>
                <a:lnTo>
                  <a:pt x="1476375" y="247650"/>
                </a:lnTo>
                <a:close/>
                <a:moveTo>
                  <a:pt x="1781175" y="238125"/>
                </a:moveTo>
                <a:lnTo>
                  <a:pt x="1790700" y="238125"/>
                </a:lnTo>
                <a:lnTo>
                  <a:pt x="1790700" y="247650"/>
                </a:lnTo>
                <a:lnTo>
                  <a:pt x="1781175" y="247650"/>
                </a:lnTo>
                <a:close/>
                <a:moveTo>
                  <a:pt x="1790700" y="247650"/>
                </a:moveTo>
                <a:lnTo>
                  <a:pt x="1800225" y="247650"/>
                </a:lnTo>
                <a:lnTo>
                  <a:pt x="1800225" y="257175"/>
                </a:lnTo>
                <a:lnTo>
                  <a:pt x="1809750" y="257175"/>
                </a:lnTo>
                <a:lnTo>
                  <a:pt x="1809750" y="266700"/>
                </a:lnTo>
                <a:lnTo>
                  <a:pt x="1819275" y="266700"/>
                </a:lnTo>
                <a:lnTo>
                  <a:pt x="1819275" y="276225"/>
                </a:lnTo>
                <a:lnTo>
                  <a:pt x="1828800" y="276225"/>
                </a:lnTo>
                <a:lnTo>
                  <a:pt x="1828800" y="304800"/>
                </a:lnTo>
                <a:lnTo>
                  <a:pt x="1838325" y="304800"/>
                </a:lnTo>
                <a:lnTo>
                  <a:pt x="1838325" y="333375"/>
                </a:lnTo>
                <a:lnTo>
                  <a:pt x="1847850" y="333375"/>
                </a:lnTo>
                <a:lnTo>
                  <a:pt x="1847850" y="352425"/>
                </a:lnTo>
                <a:lnTo>
                  <a:pt x="1857375" y="352425"/>
                </a:lnTo>
                <a:lnTo>
                  <a:pt x="1857375" y="361950"/>
                </a:lnTo>
                <a:lnTo>
                  <a:pt x="1866900" y="361950"/>
                </a:lnTo>
                <a:lnTo>
                  <a:pt x="1866900" y="771525"/>
                </a:lnTo>
                <a:lnTo>
                  <a:pt x="1857375" y="771525"/>
                </a:lnTo>
                <a:lnTo>
                  <a:pt x="1857375" y="590550"/>
                </a:lnTo>
                <a:lnTo>
                  <a:pt x="1847850" y="590550"/>
                </a:lnTo>
                <a:lnTo>
                  <a:pt x="1847850" y="571500"/>
                </a:lnTo>
                <a:lnTo>
                  <a:pt x="1857375" y="571500"/>
                </a:lnTo>
                <a:lnTo>
                  <a:pt x="1857375" y="533400"/>
                </a:lnTo>
                <a:lnTo>
                  <a:pt x="1847850" y="533400"/>
                </a:lnTo>
                <a:lnTo>
                  <a:pt x="1847850" y="438150"/>
                </a:lnTo>
                <a:lnTo>
                  <a:pt x="1838325" y="438150"/>
                </a:lnTo>
                <a:lnTo>
                  <a:pt x="1838325" y="428625"/>
                </a:lnTo>
                <a:lnTo>
                  <a:pt x="1828800" y="428625"/>
                </a:lnTo>
                <a:lnTo>
                  <a:pt x="1828800" y="390525"/>
                </a:lnTo>
                <a:lnTo>
                  <a:pt x="1819275" y="390525"/>
                </a:lnTo>
                <a:lnTo>
                  <a:pt x="1819275" y="381000"/>
                </a:lnTo>
                <a:lnTo>
                  <a:pt x="1809750" y="381000"/>
                </a:lnTo>
                <a:lnTo>
                  <a:pt x="1809750" y="314325"/>
                </a:lnTo>
                <a:lnTo>
                  <a:pt x="1800225" y="314325"/>
                </a:lnTo>
                <a:lnTo>
                  <a:pt x="1800225" y="276225"/>
                </a:lnTo>
                <a:lnTo>
                  <a:pt x="1790700" y="276225"/>
                </a:lnTo>
                <a:close/>
                <a:moveTo>
                  <a:pt x="1314450" y="266700"/>
                </a:moveTo>
                <a:lnTo>
                  <a:pt x="1333500" y="266700"/>
                </a:lnTo>
                <a:lnTo>
                  <a:pt x="1333500" y="285750"/>
                </a:lnTo>
                <a:lnTo>
                  <a:pt x="1314450" y="285750"/>
                </a:lnTo>
                <a:close/>
                <a:moveTo>
                  <a:pt x="1343025" y="266700"/>
                </a:moveTo>
                <a:lnTo>
                  <a:pt x="1352550" y="266700"/>
                </a:lnTo>
                <a:lnTo>
                  <a:pt x="1352550" y="285750"/>
                </a:lnTo>
                <a:lnTo>
                  <a:pt x="1343025" y="285750"/>
                </a:lnTo>
                <a:close/>
                <a:moveTo>
                  <a:pt x="1476375" y="266700"/>
                </a:moveTo>
                <a:lnTo>
                  <a:pt x="1485900" y="266700"/>
                </a:lnTo>
                <a:lnTo>
                  <a:pt x="1485900" y="276225"/>
                </a:lnTo>
                <a:lnTo>
                  <a:pt x="1476375" y="276225"/>
                </a:lnTo>
                <a:close/>
                <a:moveTo>
                  <a:pt x="57150" y="276225"/>
                </a:moveTo>
                <a:lnTo>
                  <a:pt x="66675" y="276225"/>
                </a:lnTo>
                <a:lnTo>
                  <a:pt x="66675" y="285750"/>
                </a:lnTo>
                <a:lnTo>
                  <a:pt x="57150" y="285750"/>
                </a:lnTo>
                <a:close/>
                <a:moveTo>
                  <a:pt x="1485900" y="276225"/>
                </a:moveTo>
                <a:lnTo>
                  <a:pt x="1495425" y="276225"/>
                </a:lnTo>
                <a:lnTo>
                  <a:pt x="1495425" y="285750"/>
                </a:lnTo>
                <a:lnTo>
                  <a:pt x="1485900" y="285750"/>
                </a:lnTo>
                <a:close/>
                <a:moveTo>
                  <a:pt x="28575" y="285750"/>
                </a:moveTo>
                <a:lnTo>
                  <a:pt x="38100" y="285750"/>
                </a:lnTo>
                <a:lnTo>
                  <a:pt x="38100" y="295275"/>
                </a:lnTo>
                <a:lnTo>
                  <a:pt x="47625" y="295275"/>
                </a:lnTo>
                <a:lnTo>
                  <a:pt x="47625" y="285750"/>
                </a:lnTo>
                <a:lnTo>
                  <a:pt x="57150" y="285750"/>
                </a:lnTo>
                <a:lnTo>
                  <a:pt x="57150" y="333375"/>
                </a:lnTo>
                <a:lnTo>
                  <a:pt x="47625" y="333375"/>
                </a:lnTo>
                <a:lnTo>
                  <a:pt x="47625" y="371475"/>
                </a:lnTo>
                <a:lnTo>
                  <a:pt x="38100" y="371475"/>
                </a:lnTo>
                <a:lnTo>
                  <a:pt x="38100" y="428625"/>
                </a:lnTo>
                <a:lnTo>
                  <a:pt x="19050" y="428625"/>
                </a:lnTo>
                <a:lnTo>
                  <a:pt x="19050" y="447675"/>
                </a:lnTo>
                <a:lnTo>
                  <a:pt x="9525" y="447675"/>
                </a:lnTo>
                <a:lnTo>
                  <a:pt x="9525" y="466725"/>
                </a:lnTo>
                <a:lnTo>
                  <a:pt x="0" y="466725"/>
                </a:lnTo>
                <a:lnTo>
                  <a:pt x="0" y="314325"/>
                </a:lnTo>
                <a:lnTo>
                  <a:pt x="9525" y="314325"/>
                </a:lnTo>
                <a:lnTo>
                  <a:pt x="9525" y="304800"/>
                </a:lnTo>
                <a:lnTo>
                  <a:pt x="19050" y="304800"/>
                </a:lnTo>
                <a:lnTo>
                  <a:pt x="19050" y="295275"/>
                </a:lnTo>
                <a:lnTo>
                  <a:pt x="28575" y="295275"/>
                </a:lnTo>
                <a:close/>
                <a:moveTo>
                  <a:pt x="133350" y="314325"/>
                </a:moveTo>
                <a:lnTo>
                  <a:pt x="142875" y="314325"/>
                </a:lnTo>
                <a:lnTo>
                  <a:pt x="142875" y="323850"/>
                </a:lnTo>
                <a:lnTo>
                  <a:pt x="133350" y="323850"/>
                </a:lnTo>
                <a:close/>
                <a:moveTo>
                  <a:pt x="1724025" y="352425"/>
                </a:moveTo>
                <a:lnTo>
                  <a:pt x="1733550" y="352425"/>
                </a:lnTo>
                <a:lnTo>
                  <a:pt x="1733550" y="361950"/>
                </a:lnTo>
                <a:lnTo>
                  <a:pt x="1724025" y="361950"/>
                </a:lnTo>
                <a:close/>
                <a:moveTo>
                  <a:pt x="123825" y="390525"/>
                </a:moveTo>
                <a:lnTo>
                  <a:pt x="133350" y="390525"/>
                </a:lnTo>
                <a:lnTo>
                  <a:pt x="133350" y="409575"/>
                </a:lnTo>
                <a:lnTo>
                  <a:pt x="123825" y="409575"/>
                </a:lnTo>
                <a:close/>
                <a:moveTo>
                  <a:pt x="1076325" y="428625"/>
                </a:moveTo>
                <a:lnTo>
                  <a:pt x="1085850" y="428625"/>
                </a:lnTo>
                <a:lnTo>
                  <a:pt x="1085850" y="438150"/>
                </a:lnTo>
                <a:lnTo>
                  <a:pt x="1076325" y="438150"/>
                </a:lnTo>
                <a:close/>
                <a:moveTo>
                  <a:pt x="1066800" y="438150"/>
                </a:moveTo>
                <a:lnTo>
                  <a:pt x="1076325" y="438150"/>
                </a:lnTo>
                <a:lnTo>
                  <a:pt x="1076325" y="447675"/>
                </a:lnTo>
                <a:lnTo>
                  <a:pt x="1066800" y="447675"/>
                </a:lnTo>
                <a:close/>
                <a:moveTo>
                  <a:pt x="876300" y="447675"/>
                </a:moveTo>
                <a:lnTo>
                  <a:pt x="885825" y="447675"/>
                </a:lnTo>
                <a:lnTo>
                  <a:pt x="885825" y="457200"/>
                </a:lnTo>
                <a:lnTo>
                  <a:pt x="876300" y="457200"/>
                </a:lnTo>
                <a:close/>
                <a:moveTo>
                  <a:pt x="1057275" y="447675"/>
                </a:moveTo>
                <a:lnTo>
                  <a:pt x="1066800" y="447675"/>
                </a:lnTo>
                <a:lnTo>
                  <a:pt x="1066800" y="457200"/>
                </a:lnTo>
                <a:lnTo>
                  <a:pt x="1057275" y="457200"/>
                </a:lnTo>
                <a:close/>
                <a:moveTo>
                  <a:pt x="885825" y="457200"/>
                </a:moveTo>
                <a:lnTo>
                  <a:pt x="904875" y="457200"/>
                </a:lnTo>
                <a:lnTo>
                  <a:pt x="904875" y="466725"/>
                </a:lnTo>
                <a:lnTo>
                  <a:pt x="885825" y="466725"/>
                </a:lnTo>
                <a:close/>
                <a:moveTo>
                  <a:pt x="1114425" y="457200"/>
                </a:moveTo>
                <a:lnTo>
                  <a:pt x="1143000" y="457200"/>
                </a:lnTo>
                <a:lnTo>
                  <a:pt x="1143000" y="466725"/>
                </a:lnTo>
                <a:lnTo>
                  <a:pt x="1114425" y="466725"/>
                </a:lnTo>
                <a:close/>
                <a:moveTo>
                  <a:pt x="0" y="476250"/>
                </a:moveTo>
                <a:lnTo>
                  <a:pt x="9525" y="476250"/>
                </a:lnTo>
                <a:lnTo>
                  <a:pt x="9525" y="504825"/>
                </a:lnTo>
                <a:lnTo>
                  <a:pt x="0" y="504825"/>
                </a:lnTo>
                <a:close/>
                <a:moveTo>
                  <a:pt x="752475" y="476250"/>
                </a:moveTo>
                <a:lnTo>
                  <a:pt x="762000" y="476250"/>
                </a:lnTo>
                <a:lnTo>
                  <a:pt x="762000" y="495300"/>
                </a:lnTo>
                <a:lnTo>
                  <a:pt x="752475" y="495300"/>
                </a:lnTo>
                <a:close/>
                <a:moveTo>
                  <a:pt x="1000125" y="495300"/>
                </a:moveTo>
                <a:lnTo>
                  <a:pt x="1009650" y="495300"/>
                </a:lnTo>
                <a:lnTo>
                  <a:pt x="1009650" y="504825"/>
                </a:lnTo>
                <a:lnTo>
                  <a:pt x="1000125" y="504825"/>
                </a:lnTo>
                <a:close/>
                <a:moveTo>
                  <a:pt x="1019175" y="495300"/>
                </a:moveTo>
                <a:lnTo>
                  <a:pt x="1028700" y="495300"/>
                </a:lnTo>
                <a:lnTo>
                  <a:pt x="1028700" y="504825"/>
                </a:lnTo>
                <a:lnTo>
                  <a:pt x="1019175" y="504825"/>
                </a:lnTo>
                <a:close/>
                <a:moveTo>
                  <a:pt x="762000" y="504825"/>
                </a:moveTo>
                <a:lnTo>
                  <a:pt x="771525" y="504825"/>
                </a:lnTo>
                <a:lnTo>
                  <a:pt x="771525" y="514350"/>
                </a:lnTo>
                <a:lnTo>
                  <a:pt x="762000" y="514350"/>
                </a:lnTo>
                <a:close/>
                <a:moveTo>
                  <a:pt x="342900" y="523875"/>
                </a:moveTo>
                <a:lnTo>
                  <a:pt x="361950" y="523875"/>
                </a:lnTo>
                <a:lnTo>
                  <a:pt x="361950" y="533400"/>
                </a:lnTo>
                <a:lnTo>
                  <a:pt x="352425" y="533400"/>
                </a:lnTo>
                <a:lnTo>
                  <a:pt x="352425" y="542925"/>
                </a:lnTo>
                <a:lnTo>
                  <a:pt x="342900" y="542925"/>
                </a:lnTo>
                <a:lnTo>
                  <a:pt x="342900" y="552450"/>
                </a:lnTo>
                <a:lnTo>
                  <a:pt x="323850" y="552450"/>
                </a:lnTo>
                <a:lnTo>
                  <a:pt x="323850" y="542925"/>
                </a:lnTo>
                <a:lnTo>
                  <a:pt x="333375" y="542925"/>
                </a:lnTo>
                <a:lnTo>
                  <a:pt x="333375" y="533400"/>
                </a:lnTo>
                <a:lnTo>
                  <a:pt x="342900" y="533400"/>
                </a:lnTo>
                <a:close/>
                <a:moveTo>
                  <a:pt x="200025" y="533400"/>
                </a:moveTo>
                <a:lnTo>
                  <a:pt x="209550" y="533400"/>
                </a:lnTo>
                <a:lnTo>
                  <a:pt x="209550" y="542925"/>
                </a:lnTo>
                <a:lnTo>
                  <a:pt x="219075" y="542925"/>
                </a:lnTo>
                <a:lnTo>
                  <a:pt x="219075" y="561975"/>
                </a:lnTo>
                <a:lnTo>
                  <a:pt x="209550" y="561975"/>
                </a:lnTo>
                <a:lnTo>
                  <a:pt x="209550" y="552450"/>
                </a:lnTo>
                <a:lnTo>
                  <a:pt x="200025" y="552450"/>
                </a:lnTo>
                <a:close/>
                <a:moveTo>
                  <a:pt x="314325" y="552450"/>
                </a:moveTo>
                <a:lnTo>
                  <a:pt x="323850" y="552450"/>
                </a:lnTo>
                <a:lnTo>
                  <a:pt x="323850" y="561975"/>
                </a:lnTo>
                <a:lnTo>
                  <a:pt x="314325" y="561975"/>
                </a:lnTo>
                <a:close/>
                <a:moveTo>
                  <a:pt x="266700" y="561975"/>
                </a:moveTo>
                <a:lnTo>
                  <a:pt x="285750" y="561975"/>
                </a:lnTo>
                <a:lnTo>
                  <a:pt x="285750" y="581025"/>
                </a:lnTo>
                <a:lnTo>
                  <a:pt x="257175" y="581025"/>
                </a:lnTo>
                <a:lnTo>
                  <a:pt x="257175" y="571500"/>
                </a:lnTo>
                <a:lnTo>
                  <a:pt x="266700" y="571500"/>
                </a:lnTo>
                <a:close/>
                <a:moveTo>
                  <a:pt x="619125" y="704850"/>
                </a:moveTo>
                <a:lnTo>
                  <a:pt x="628650" y="704850"/>
                </a:lnTo>
                <a:lnTo>
                  <a:pt x="628650" y="714375"/>
                </a:lnTo>
                <a:lnTo>
                  <a:pt x="619125" y="714375"/>
                </a:lnTo>
                <a:close/>
                <a:moveTo>
                  <a:pt x="609600" y="714375"/>
                </a:moveTo>
                <a:lnTo>
                  <a:pt x="619125" y="714375"/>
                </a:lnTo>
                <a:lnTo>
                  <a:pt x="619125" y="723900"/>
                </a:lnTo>
                <a:lnTo>
                  <a:pt x="609600" y="723900"/>
                </a:lnTo>
                <a:close/>
                <a:moveTo>
                  <a:pt x="638175" y="714375"/>
                </a:moveTo>
                <a:lnTo>
                  <a:pt x="647700" y="714375"/>
                </a:lnTo>
                <a:lnTo>
                  <a:pt x="647700" y="723900"/>
                </a:lnTo>
                <a:lnTo>
                  <a:pt x="638175" y="723900"/>
                </a:lnTo>
                <a:close/>
                <a:moveTo>
                  <a:pt x="819150" y="714375"/>
                </a:moveTo>
                <a:lnTo>
                  <a:pt x="828675" y="714375"/>
                </a:lnTo>
                <a:lnTo>
                  <a:pt x="828675" y="723900"/>
                </a:lnTo>
                <a:lnTo>
                  <a:pt x="819150" y="723900"/>
                </a:lnTo>
                <a:close/>
                <a:moveTo>
                  <a:pt x="838200" y="714375"/>
                </a:moveTo>
                <a:lnTo>
                  <a:pt x="847725" y="714375"/>
                </a:lnTo>
                <a:lnTo>
                  <a:pt x="847725" y="733425"/>
                </a:lnTo>
                <a:lnTo>
                  <a:pt x="838200" y="733425"/>
                </a:lnTo>
                <a:close/>
                <a:moveTo>
                  <a:pt x="0" y="723900"/>
                </a:moveTo>
                <a:lnTo>
                  <a:pt x="19050" y="723900"/>
                </a:lnTo>
                <a:lnTo>
                  <a:pt x="19050" y="752475"/>
                </a:lnTo>
                <a:lnTo>
                  <a:pt x="9525" y="752475"/>
                </a:lnTo>
                <a:lnTo>
                  <a:pt x="9525" y="733425"/>
                </a:lnTo>
                <a:lnTo>
                  <a:pt x="0" y="733425"/>
                </a:lnTo>
                <a:close/>
                <a:moveTo>
                  <a:pt x="419100" y="723900"/>
                </a:moveTo>
                <a:lnTo>
                  <a:pt x="428625" y="723900"/>
                </a:lnTo>
                <a:lnTo>
                  <a:pt x="428625" y="733425"/>
                </a:lnTo>
                <a:lnTo>
                  <a:pt x="419100" y="733425"/>
                </a:lnTo>
                <a:close/>
                <a:moveTo>
                  <a:pt x="600075" y="723900"/>
                </a:moveTo>
                <a:lnTo>
                  <a:pt x="609600" y="723900"/>
                </a:lnTo>
                <a:lnTo>
                  <a:pt x="609600" y="733425"/>
                </a:lnTo>
                <a:lnTo>
                  <a:pt x="600075" y="733425"/>
                </a:lnTo>
                <a:close/>
                <a:moveTo>
                  <a:pt x="514350" y="733425"/>
                </a:moveTo>
                <a:lnTo>
                  <a:pt x="523875" y="733425"/>
                </a:lnTo>
                <a:lnTo>
                  <a:pt x="523875" y="742950"/>
                </a:lnTo>
                <a:lnTo>
                  <a:pt x="514350" y="742950"/>
                </a:lnTo>
                <a:close/>
                <a:moveTo>
                  <a:pt x="590550" y="733425"/>
                </a:moveTo>
                <a:lnTo>
                  <a:pt x="600075" y="733425"/>
                </a:lnTo>
                <a:lnTo>
                  <a:pt x="600075" y="762000"/>
                </a:lnTo>
                <a:lnTo>
                  <a:pt x="590550" y="762000"/>
                </a:lnTo>
                <a:close/>
                <a:moveTo>
                  <a:pt x="638175" y="733425"/>
                </a:moveTo>
                <a:lnTo>
                  <a:pt x="647700" y="733425"/>
                </a:lnTo>
                <a:lnTo>
                  <a:pt x="647700" y="742950"/>
                </a:lnTo>
                <a:lnTo>
                  <a:pt x="638175" y="742950"/>
                </a:lnTo>
                <a:close/>
                <a:moveTo>
                  <a:pt x="438150" y="742950"/>
                </a:moveTo>
                <a:lnTo>
                  <a:pt x="447675" y="742950"/>
                </a:lnTo>
                <a:lnTo>
                  <a:pt x="447675" y="752475"/>
                </a:lnTo>
                <a:lnTo>
                  <a:pt x="438150" y="752475"/>
                </a:lnTo>
                <a:close/>
                <a:moveTo>
                  <a:pt x="323850" y="752475"/>
                </a:moveTo>
                <a:lnTo>
                  <a:pt x="342900" y="752475"/>
                </a:lnTo>
                <a:lnTo>
                  <a:pt x="342900" y="762000"/>
                </a:lnTo>
                <a:lnTo>
                  <a:pt x="323850" y="762000"/>
                </a:lnTo>
                <a:close/>
                <a:moveTo>
                  <a:pt x="352425" y="752475"/>
                </a:moveTo>
                <a:lnTo>
                  <a:pt x="361950" y="752475"/>
                </a:lnTo>
                <a:lnTo>
                  <a:pt x="361950" y="762000"/>
                </a:lnTo>
                <a:lnTo>
                  <a:pt x="352425" y="762000"/>
                </a:lnTo>
                <a:close/>
                <a:moveTo>
                  <a:pt x="704850" y="752475"/>
                </a:moveTo>
                <a:lnTo>
                  <a:pt x="733425" y="752475"/>
                </a:lnTo>
                <a:lnTo>
                  <a:pt x="733425" y="762000"/>
                </a:lnTo>
                <a:lnTo>
                  <a:pt x="723900" y="762000"/>
                </a:lnTo>
                <a:lnTo>
                  <a:pt x="723900" y="771525"/>
                </a:lnTo>
                <a:lnTo>
                  <a:pt x="704850" y="771525"/>
                </a:lnTo>
                <a:close/>
                <a:moveTo>
                  <a:pt x="200025" y="762000"/>
                </a:moveTo>
                <a:lnTo>
                  <a:pt x="209550" y="762000"/>
                </a:lnTo>
                <a:lnTo>
                  <a:pt x="209550" y="771525"/>
                </a:lnTo>
                <a:lnTo>
                  <a:pt x="200025" y="771525"/>
                </a:lnTo>
                <a:close/>
                <a:moveTo>
                  <a:pt x="371475" y="762000"/>
                </a:moveTo>
                <a:lnTo>
                  <a:pt x="381000" y="762000"/>
                </a:lnTo>
                <a:lnTo>
                  <a:pt x="381000" y="771525"/>
                </a:lnTo>
                <a:lnTo>
                  <a:pt x="371475" y="771525"/>
                </a:lnTo>
                <a:close/>
                <a:moveTo>
                  <a:pt x="495300" y="762000"/>
                </a:moveTo>
                <a:lnTo>
                  <a:pt x="514350" y="762000"/>
                </a:lnTo>
                <a:lnTo>
                  <a:pt x="514350" y="771525"/>
                </a:lnTo>
                <a:lnTo>
                  <a:pt x="504825" y="771525"/>
                </a:lnTo>
                <a:lnTo>
                  <a:pt x="504825" y="781050"/>
                </a:lnTo>
                <a:lnTo>
                  <a:pt x="495300" y="781050"/>
                </a:lnTo>
                <a:close/>
                <a:moveTo>
                  <a:pt x="266700" y="771525"/>
                </a:moveTo>
                <a:lnTo>
                  <a:pt x="276225" y="771525"/>
                </a:lnTo>
                <a:lnTo>
                  <a:pt x="276225" y="781050"/>
                </a:lnTo>
                <a:lnTo>
                  <a:pt x="266700" y="781050"/>
                </a:lnTo>
                <a:close/>
                <a:moveTo>
                  <a:pt x="190500" y="781050"/>
                </a:moveTo>
                <a:lnTo>
                  <a:pt x="200025" y="781050"/>
                </a:lnTo>
                <a:lnTo>
                  <a:pt x="200025" y="790575"/>
                </a:lnTo>
                <a:lnTo>
                  <a:pt x="190500" y="790575"/>
                </a:lnTo>
                <a:close/>
                <a:moveTo>
                  <a:pt x="419100" y="781050"/>
                </a:moveTo>
                <a:lnTo>
                  <a:pt x="428625" y="781050"/>
                </a:lnTo>
                <a:lnTo>
                  <a:pt x="428625" y="790575"/>
                </a:lnTo>
                <a:lnTo>
                  <a:pt x="419100" y="790575"/>
                </a:lnTo>
                <a:close/>
                <a:moveTo>
                  <a:pt x="819150" y="781050"/>
                </a:moveTo>
                <a:lnTo>
                  <a:pt x="828675" y="781050"/>
                </a:lnTo>
                <a:lnTo>
                  <a:pt x="828675" y="790575"/>
                </a:lnTo>
                <a:lnTo>
                  <a:pt x="819150" y="790575"/>
                </a:lnTo>
                <a:close/>
                <a:moveTo>
                  <a:pt x="323850" y="800100"/>
                </a:moveTo>
                <a:lnTo>
                  <a:pt x="333375" y="800100"/>
                </a:lnTo>
                <a:lnTo>
                  <a:pt x="333375" y="809625"/>
                </a:lnTo>
                <a:lnTo>
                  <a:pt x="323850" y="809625"/>
                </a:lnTo>
                <a:close/>
                <a:moveTo>
                  <a:pt x="495300" y="800100"/>
                </a:moveTo>
                <a:lnTo>
                  <a:pt x="514350" y="800100"/>
                </a:lnTo>
                <a:lnTo>
                  <a:pt x="514350" y="809625"/>
                </a:lnTo>
                <a:lnTo>
                  <a:pt x="495300" y="809625"/>
                </a:lnTo>
                <a:close/>
                <a:moveTo>
                  <a:pt x="733425" y="800100"/>
                </a:moveTo>
                <a:lnTo>
                  <a:pt x="752475" y="800100"/>
                </a:lnTo>
                <a:lnTo>
                  <a:pt x="752475" y="809625"/>
                </a:lnTo>
                <a:lnTo>
                  <a:pt x="733425" y="809625"/>
                </a:lnTo>
                <a:close/>
                <a:moveTo>
                  <a:pt x="1857375" y="838200"/>
                </a:moveTo>
                <a:lnTo>
                  <a:pt x="1866900" y="838200"/>
                </a:lnTo>
                <a:lnTo>
                  <a:pt x="1866900" y="876300"/>
                </a:lnTo>
                <a:lnTo>
                  <a:pt x="1857375" y="876300"/>
                </a:lnTo>
                <a:close/>
                <a:moveTo>
                  <a:pt x="161925" y="866775"/>
                </a:moveTo>
                <a:lnTo>
                  <a:pt x="228600" y="866775"/>
                </a:lnTo>
                <a:lnTo>
                  <a:pt x="228600" y="876300"/>
                </a:lnTo>
                <a:lnTo>
                  <a:pt x="171450" y="876300"/>
                </a:lnTo>
                <a:lnTo>
                  <a:pt x="171450" y="895350"/>
                </a:lnTo>
                <a:lnTo>
                  <a:pt x="161925" y="895350"/>
                </a:lnTo>
                <a:close/>
                <a:moveTo>
                  <a:pt x="257175" y="885825"/>
                </a:moveTo>
                <a:lnTo>
                  <a:pt x="285750" y="885825"/>
                </a:lnTo>
                <a:lnTo>
                  <a:pt x="285750" y="895350"/>
                </a:lnTo>
                <a:lnTo>
                  <a:pt x="257175" y="895350"/>
                </a:lnTo>
                <a:close/>
                <a:moveTo>
                  <a:pt x="171450" y="895350"/>
                </a:moveTo>
                <a:lnTo>
                  <a:pt x="180975" y="895350"/>
                </a:lnTo>
                <a:lnTo>
                  <a:pt x="180975" y="904875"/>
                </a:lnTo>
                <a:lnTo>
                  <a:pt x="171450" y="904875"/>
                </a:lnTo>
                <a:close/>
                <a:moveTo>
                  <a:pt x="171450" y="933450"/>
                </a:moveTo>
                <a:lnTo>
                  <a:pt x="190500" y="933450"/>
                </a:lnTo>
                <a:lnTo>
                  <a:pt x="190500" y="942975"/>
                </a:lnTo>
                <a:lnTo>
                  <a:pt x="171450" y="942975"/>
                </a:lnTo>
                <a:close/>
                <a:moveTo>
                  <a:pt x="209550" y="933450"/>
                </a:moveTo>
                <a:lnTo>
                  <a:pt x="228600" y="933450"/>
                </a:lnTo>
                <a:lnTo>
                  <a:pt x="228600" y="942975"/>
                </a:lnTo>
                <a:lnTo>
                  <a:pt x="209550" y="942975"/>
                </a:lnTo>
                <a:close/>
                <a:moveTo>
                  <a:pt x="495300" y="933450"/>
                </a:moveTo>
                <a:lnTo>
                  <a:pt x="514350" y="933450"/>
                </a:lnTo>
                <a:lnTo>
                  <a:pt x="514350" y="942975"/>
                </a:lnTo>
                <a:lnTo>
                  <a:pt x="495300" y="942975"/>
                </a:lnTo>
                <a:close/>
                <a:moveTo>
                  <a:pt x="552450" y="933450"/>
                </a:moveTo>
                <a:lnTo>
                  <a:pt x="600075" y="933450"/>
                </a:lnTo>
                <a:lnTo>
                  <a:pt x="600075" y="942975"/>
                </a:lnTo>
                <a:lnTo>
                  <a:pt x="552450" y="942975"/>
                </a:lnTo>
                <a:close/>
                <a:moveTo>
                  <a:pt x="1076325" y="933450"/>
                </a:moveTo>
                <a:lnTo>
                  <a:pt x="1085850" y="933450"/>
                </a:lnTo>
                <a:lnTo>
                  <a:pt x="1085850" y="942975"/>
                </a:lnTo>
                <a:lnTo>
                  <a:pt x="1076325" y="942975"/>
                </a:lnTo>
                <a:close/>
                <a:moveTo>
                  <a:pt x="1190625" y="933450"/>
                </a:moveTo>
                <a:lnTo>
                  <a:pt x="1200150" y="933450"/>
                </a:lnTo>
                <a:lnTo>
                  <a:pt x="1200150" y="942975"/>
                </a:lnTo>
                <a:lnTo>
                  <a:pt x="1190625" y="942975"/>
                </a:lnTo>
                <a:close/>
                <a:moveTo>
                  <a:pt x="1381125" y="933450"/>
                </a:moveTo>
                <a:lnTo>
                  <a:pt x="1400175" y="933450"/>
                </a:lnTo>
                <a:lnTo>
                  <a:pt x="1400175" y="942975"/>
                </a:lnTo>
                <a:lnTo>
                  <a:pt x="1381125" y="942975"/>
                </a:lnTo>
                <a:close/>
                <a:moveTo>
                  <a:pt x="428625" y="942975"/>
                </a:moveTo>
                <a:lnTo>
                  <a:pt x="466725" y="942975"/>
                </a:lnTo>
                <a:lnTo>
                  <a:pt x="466725" y="952500"/>
                </a:lnTo>
                <a:lnTo>
                  <a:pt x="428625" y="952500"/>
                </a:lnTo>
                <a:close/>
                <a:moveTo>
                  <a:pt x="476250" y="942975"/>
                </a:moveTo>
                <a:lnTo>
                  <a:pt x="485775" y="942975"/>
                </a:lnTo>
                <a:lnTo>
                  <a:pt x="485775" y="962025"/>
                </a:lnTo>
                <a:lnTo>
                  <a:pt x="466725" y="962025"/>
                </a:lnTo>
                <a:lnTo>
                  <a:pt x="466725" y="952500"/>
                </a:lnTo>
                <a:lnTo>
                  <a:pt x="476250" y="952500"/>
                </a:lnTo>
                <a:close/>
                <a:moveTo>
                  <a:pt x="819150" y="942975"/>
                </a:moveTo>
                <a:lnTo>
                  <a:pt x="828675" y="942975"/>
                </a:lnTo>
                <a:lnTo>
                  <a:pt x="828675" y="952500"/>
                </a:lnTo>
                <a:lnTo>
                  <a:pt x="819150" y="952500"/>
                </a:lnTo>
                <a:close/>
                <a:moveTo>
                  <a:pt x="1295400" y="942975"/>
                </a:moveTo>
                <a:lnTo>
                  <a:pt x="1304925" y="942975"/>
                </a:lnTo>
                <a:lnTo>
                  <a:pt x="1304925" y="952500"/>
                </a:lnTo>
                <a:lnTo>
                  <a:pt x="1295400" y="952500"/>
                </a:lnTo>
                <a:close/>
                <a:moveTo>
                  <a:pt x="1343025" y="942975"/>
                </a:moveTo>
                <a:lnTo>
                  <a:pt x="1362075" y="942975"/>
                </a:lnTo>
                <a:lnTo>
                  <a:pt x="1362075" y="952500"/>
                </a:lnTo>
                <a:lnTo>
                  <a:pt x="1343025" y="952500"/>
                </a:lnTo>
                <a:close/>
                <a:moveTo>
                  <a:pt x="1276350" y="952500"/>
                </a:moveTo>
                <a:lnTo>
                  <a:pt x="1295400" y="952500"/>
                </a:lnTo>
                <a:lnTo>
                  <a:pt x="1295400" y="962025"/>
                </a:lnTo>
                <a:lnTo>
                  <a:pt x="1276350" y="962025"/>
                </a:lnTo>
                <a:close/>
                <a:moveTo>
                  <a:pt x="1495425" y="962025"/>
                </a:moveTo>
                <a:lnTo>
                  <a:pt x="1504950" y="962025"/>
                </a:lnTo>
                <a:lnTo>
                  <a:pt x="1504950" y="971550"/>
                </a:lnTo>
                <a:lnTo>
                  <a:pt x="1495425" y="971550"/>
                </a:lnTo>
                <a:close/>
                <a:moveTo>
                  <a:pt x="742950" y="971550"/>
                </a:moveTo>
                <a:lnTo>
                  <a:pt x="752475" y="971550"/>
                </a:lnTo>
                <a:lnTo>
                  <a:pt x="752475" y="981075"/>
                </a:lnTo>
                <a:lnTo>
                  <a:pt x="742950" y="981075"/>
                </a:lnTo>
                <a:close/>
                <a:moveTo>
                  <a:pt x="838200" y="971550"/>
                </a:moveTo>
                <a:lnTo>
                  <a:pt x="857250" y="971550"/>
                </a:lnTo>
                <a:lnTo>
                  <a:pt x="857250" y="981075"/>
                </a:lnTo>
                <a:lnTo>
                  <a:pt x="838200" y="981075"/>
                </a:lnTo>
                <a:close/>
                <a:moveTo>
                  <a:pt x="1343025" y="971550"/>
                </a:moveTo>
                <a:lnTo>
                  <a:pt x="1352550" y="971550"/>
                </a:lnTo>
                <a:lnTo>
                  <a:pt x="1352550" y="981075"/>
                </a:lnTo>
                <a:lnTo>
                  <a:pt x="1343025" y="981075"/>
                </a:lnTo>
                <a:close/>
                <a:moveTo>
                  <a:pt x="1428750" y="971550"/>
                </a:moveTo>
                <a:lnTo>
                  <a:pt x="1457325" y="971550"/>
                </a:lnTo>
                <a:lnTo>
                  <a:pt x="1457325" y="981075"/>
                </a:lnTo>
                <a:lnTo>
                  <a:pt x="1428750" y="981075"/>
                </a:lnTo>
                <a:close/>
                <a:moveTo>
                  <a:pt x="1857375" y="981075"/>
                </a:moveTo>
                <a:lnTo>
                  <a:pt x="1866900" y="981075"/>
                </a:lnTo>
                <a:lnTo>
                  <a:pt x="1866900" y="1000125"/>
                </a:lnTo>
                <a:lnTo>
                  <a:pt x="1857375" y="1000125"/>
                </a:lnTo>
                <a:close/>
                <a:moveTo>
                  <a:pt x="257175" y="1009650"/>
                </a:moveTo>
                <a:lnTo>
                  <a:pt x="266700" y="1009650"/>
                </a:lnTo>
                <a:lnTo>
                  <a:pt x="266700" y="1019175"/>
                </a:lnTo>
                <a:lnTo>
                  <a:pt x="257175" y="1019175"/>
                </a:lnTo>
                <a:close/>
                <a:moveTo>
                  <a:pt x="333375" y="1009650"/>
                </a:moveTo>
                <a:lnTo>
                  <a:pt x="342900" y="1009650"/>
                </a:lnTo>
                <a:lnTo>
                  <a:pt x="342900" y="1019175"/>
                </a:lnTo>
                <a:lnTo>
                  <a:pt x="333375" y="1019175"/>
                </a:lnTo>
                <a:close/>
                <a:moveTo>
                  <a:pt x="171450" y="1019175"/>
                </a:moveTo>
                <a:lnTo>
                  <a:pt x="209550" y="1019175"/>
                </a:lnTo>
                <a:lnTo>
                  <a:pt x="209550" y="1028700"/>
                </a:lnTo>
                <a:lnTo>
                  <a:pt x="171450" y="1028700"/>
                </a:lnTo>
                <a:close/>
                <a:moveTo>
                  <a:pt x="400050" y="1019175"/>
                </a:moveTo>
                <a:lnTo>
                  <a:pt x="409575" y="1019175"/>
                </a:lnTo>
                <a:lnTo>
                  <a:pt x="409575" y="1028700"/>
                </a:lnTo>
                <a:lnTo>
                  <a:pt x="400050" y="1028700"/>
                </a:lnTo>
                <a:close/>
                <a:moveTo>
                  <a:pt x="409575" y="1028700"/>
                </a:moveTo>
                <a:lnTo>
                  <a:pt x="419100" y="1028700"/>
                </a:lnTo>
                <a:lnTo>
                  <a:pt x="419100" y="1047750"/>
                </a:lnTo>
                <a:lnTo>
                  <a:pt x="409575" y="1047750"/>
                </a:lnTo>
                <a:lnTo>
                  <a:pt x="409575" y="1057275"/>
                </a:lnTo>
                <a:lnTo>
                  <a:pt x="342900" y="1057275"/>
                </a:lnTo>
                <a:lnTo>
                  <a:pt x="342900" y="1047750"/>
                </a:lnTo>
                <a:lnTo>
                  <a:pt x="400050" y="1047750"/>
                </a:lnTo>
                <a:lnTo>
                  <a:pt x="400050" y="1038225"/>
                </a:lnTo>
                <a:lnTo>
                  <a:pt x="409575" y="1038225"/>
                </a:lnTo>
                <a:close/>
                <a:moveTo>
                  <a:pt x="171450" y="1038225"/>
                </a:moveTo>
                <a:lnTo>
                  <a:pt x="180975" y="1038225"/>
                </a:lnTo>
                <a:lnTo>
                  <a:pt x="180975" y="1047750"/>
                </a:lnTo>
                <a:lnTo>
                  <a:pt x="171450" y="1047750"/>
                </a:lnTo>
                <a:close/>
                <a:moveTo>
                  <a:pt x="1857375" y="1038225"/>
                </a:moveTo>
                <a:lnTo>
                  <a:pt x="1866900" y="1038225"/>
                </a:lnTo>
                <a:lnTo>
                  <a:pt x="1866900" y="1047750"/>
                </a:lnTo>
                <a:lnTo>
                  <a:pt x="1857375" y="1047750"/>
                </a:lnTo>
                <a:close/>
                <a:moveTo>
                  <a:pt x="180975" y="1047750"/>
                </a:moveTo>
                <a:lnTo>
                  <a:pt x="200025" y="1047750"/>
                </a:lnTo>
                <a:lnTo>
                  <a:pt x="200025" y="1057275"/>
                </a:lnTo>
                <a:lnTo>
                  <a:pt x="180975" y="1057275"/>
                </a:lnTo>
                <a:close/>
                <a:moveTo>
                  <a:pt x="295275" y="1047750"/>
                </a:moveTo>
                <a:lnTo>
                  <a:pt x="323850" y="1047750"/>
                </a:lnTo>
                <a:lnTo>
                  <a:pt x="323850" y="1057275"/>
                </a:lnTo>
                <a:lnTo>
                  <a:pt x="295275" y="1057275"/>
                </a:lnTo>
                <a:close/>
                <a:moveTo>
                  <a:pt x="1857375" y="1076325"/>
                </a:moveTo>
                <a:lnTo>
                  <a:pt x="1866900" y="1076325"/>
                </a:lnTo>
                <a:lnTo>
                  <a:pt x="1866900" y="1104900"/>
                </a:lnTo>
                <a:lnTo>
                  <a:pt x="1857375" y="1104900"/>
                </a:lnTo>
                <a:close/>
                <a:moveTo>
                  <a:pt x="1857375" y="1114425"/>
                </a:moveTo>
                <a:lnTo>
                  <a:pt x="1866900" y="1114425"/>
                </a:lnTo>
                <a:lnTo>
                  <a:pt x="1866900" y="1162050"/>
                </a:lnTo>
                <a:lnTo>
                  <a:pt x="1857375" y="1162050"/>
                </a:lnTo>
                <a:close/>
                <a:moveTo>
                  <a:pt x="161925" y="1152525"/>
                </a:moveTo>
                <a:lnTo>
                  <a:pt x="180975" y="1152525"/>
                </a:lnTo>
                <a:lnTo>
                  <a:pt x="180975" y="1238250"/>
                </a:lnTo>
                <a:lnTo>
                  <a:pt x="190500" y="1238250"/>
                </a:lnTo>
                <a:lnTo>
                  <a:pt x="190500" y="1247775"/>
                </a:lnTo>
                <a:lnTo>
                  <a:pt x="180975" y="1247775"/>
                </a:lnTo>
                <a:lnTo>
                  <a:pt x="180975" y="1266825"/>
                </a:lnTo>
                <a:lnTo>
                  <a:pt x="171450" y="1266825"/>
                </a:lnTo>
                <a:lnTo>
                  <a:pt x="171450" y="1238250"/>
                </a:lnTo>
                <a:lnTo>
                  <a:pt x="161925" y="1238250"/>
                </a:lnTo>
                <a:close/>
                <a:moveTo>
                  <a:pt x="238125" y="1181100"/>
                </a:moveTo>
                <a:lnTo>
                  <a:pt x="247650" y="1181100"/>
                </a:lnTo>
                <a:lnTo>
                  <a:pt x="247650" y="1190625"/>
                </a:lnTo>
                <a:lnTo>
                  <a:pt x="238125" y="1190625"/>
                </a:lnTo>
                <a:close/>
                <a:moveTo>
                  <a:pt x="1676400" y="1247775"/>
                </a:moveTo>
                <a:lnTo>
                  <a:pt x="1685925" y="1247775"/>
                </a:lnTo>
                <a:lnTo>
                  <a:pt x="1685925" y="1257300"/>
                </a:lnTo>
                <a:lnTo>
                  <a:pt x="1676400" y="1257300"/>
                </a:lnTo>
                <a:close/>
                <a:moveTo>
                  <a:pt x="1685925" y="1304925"/>
                </a:moveTo>
                <a:lnTo>
                  <a:pt x="1695450" y="1304925"/>
                </a:lnTo>
                <a:lnTo>
                  <a:pt x="1695450" y="1381125"/>
                </a:lnTo>
                <a:lnTo>
                  <a:pt x="1685925" y="1381125"/>
                </a:lnTo>
                <a:close/>
                <a:moveTo>
                  <a:pt x="409575" y="1381125"/>
                </a:moveTo>
                <a:lnTo>
                  <a:pt x="428625" y="1381125"/>
                </a:lnTo>
                <a:lnTo>
                  <a:pt x="428625" y="1390650"/>
                </a:lnTo>
                <a:lnTo>
                  <a:pt x="409575" y="1390650"/>
                </a:lnTo>
                <a:close/>
                <a:moveTo>
                  <a:pt x="819150" y="1381125"/>
                </a:moveTo>
                <a:lnTo>
                  <a:pt x="847725" y="1381125"/>
                </a:lnTo>
                <a:lnTo>
                  <a:pt x="847725" y="1400175"/>
                </a:lnTo>
                <a:lnTo>
                  <a:pt x="828675" y="1400175"/>
                </a:lnTo>
                <a:lnTo>
                  <a:pt x="828675" y="1438275"/>
                </a:lnTo>
                <a:lnTo>
                  <a:pt x="819150" y="1438275"/>
                </a:lnTo>
                <a:lnTo>
                  <a:pt x="819150" y="1447800"/>
                </a:lnTo>
                <a:lnTo>
                  <a:pt x="809625" y="1447800"/>
                </a:lnTo>
                <a:lnTo>
                  <a:pt x="809625" y="1390650"/>
                </a:lnTo>
                <a:lnTo>
                  <a:pt x="819150" y="1390650"/>
                </a:lnTo>
                <a:close/>
                <a:moveTo>
                  <a:pt x="257175" y="1390650"/>
                </a:moveTo>
                <a:lnTo>
                  <a:pt x="285750" y="1390650"/>
                </a:lnTo>
                <a:lnTo>
                  <a:pt x="285750" y="1400175"/>
                </a:lnTo>
                <a:lnTo>
                  <a:pt x="266700" y="1400175"/>
                </a:lnTo>
                <a:lnTo>
                  <a:pt x="266700" y="1409700"/>
                </a:lnTo>
                <a:lnTo>
                  <a:pt x="257175" y="1409700"/>
                </a:lnTo>
                <a:close/>
                <a:moveTo>
                  <a:pt x="428625" y="1390650"/>
                </a:moveTo>
                <a:lnTo>
                  <a:pt x="438150" y="1390650"/>
                </a:lnTo>
                <a:lnTo>
                  <a:pt x="438150" y="1409700"/>
                </a:lnTo>
                <a:lnTo>
                  <a:pt x="419100" y="1409700"/>
                </a:lnTo>
                <a:lnTo>
                  <a:pt x="419100" y="1400175"/>
                </a:lnTo>
                <a:lnTo>
                  <a:pt x="428625" y="1400175"/>
                </a:lnTo>
                <a:close/>
                <a:moveTo>
                  <a:pt x="495300" y="1390650"/>
                </a:moveTo>
                <a:lnTo>
                  <a:pt x="504825" y="1390650"/>
                </a:lnTo>
                <a:lnTo>
                  <a:pt x="504825" y="1400175"/>
                </a:lnTo>
                <a:lnTo>
                  <a:pt x="514350" y="1400175"/>
                </a:lnTo>
                <a:lnTo>
                  <a:pt x="514350" y="1409700"/>
                </a:lnTo>
                <a:lnTo>
                  <a:pt x="495300" y="1409700"/>
                </a:lnTo>
                <a:close/>
                <a:moveTo>
                  <a:pt x="685800" y="1390650"/>
                </a:moveTo>
                <a:lnTo>
                  <a:pt x="704850" y="1390650"/>
                </a:lnTo>
                <a:lnTo>
                  <a:pt x="704850" y="1409700"/>
                </a:lnTo>
                <a:lnTo>
                  <a:pt x="695325" y="1409700"/>
                </a:lnTo>
                <a:lnTo>
                  <a:pt x="695325" y="1419225"/>
                </a:lnTo>
                <a:lnTo>
                  <a:pt x="685800" y="1419225"/>
                </a:lnTo>
                <a:close/>
                <a:moveTo>
                  <a:pt x="723900" y="1390650"/>
                </a:moveTo>
                <a:lnTo>
                  <a:pt x="742950" y="1390650"/>
                </a:lnTo>
                <a:lnTo>
                  <a:pt x="742950" y="1419225"/>
                </a:lnTo>
                <a:lnTo>
                  <a:pt x="733425" y="1419225"/>
                </a:lnTo>
                <a:lnTo>
                  <a:pt x="733425" y="1409700"/>
                </a:lnTo>
                <a:lnTo>
                  <a:pt x="723900" y="1409700"/>
                </a:lnTo>
                <a:close/>
                <a:moveTo>
                  <a:pt x="933450" y="1390650"/>
                </a:moveTo>
                <a:lnTo>
                  <a:pt x="942975" y="1390650"/>
                </a:lnTo>
                <a:lnTo>
                  <a:pt x="942975" y="1400175"/>
                </a:lnTo>
                <a:lnTo>
                  <a:pt x="952500" y="1400175"/>
                </a:lnTo>
                <a:lnTo>
                  <a:pt x="952500" y="1390650"/>
                </a:lnTo>
                <a:lnTo>
                  <a:pt x="962025" y="1390650"/>
                </a:lnTo>
                <a:lnTo>
                  <a:pt x="962025" y="1400175"/>
                </a:lnTo>
                <a:lnTo>
                  <a:pt x="952500" y="1400175"/>
                </a:lnTo>
                <a:lnTo>
                  <a:pt x="952500" y="1409700"/>
                </a:lnTo>
                <a:lnTo>
                  <a:pt x="933450" y="1409700"/>
                </a:lnTo>
                <a:close/>
                <a:moveTo>
                  <a:pt x="981075" y="1390650"/>
                </a:moveTo>
                <a:lnTo>
                  <a:pt x="990600" y="1390650"/>
                </a:lnTo>
                <a:lnTo>
                  <a:pt x="990600" y="1400175"/>
                </a:lnTo>
                <a:lnTo>
                  <a:pt x="981075" y="1400175"/>
                </a:lnTo>
                <a:close/>
                <a:moveTo>
                  <a:pt x="1057275" y="1390650"/>
                </a:moveTo>
                <a:lnTo>
                  <a:pt x="1076325" y="1390650"/>
                </a:lnTo>
                <a:lnTo>
                  <a:pt x="1076325" y="1400175"/>
                </a:lnTo>
                <a:lnTo>
                  <a:pt x="1057275" y="1400175"/>
                </a:lnTo>
                <a:close/>
                <a:moveTo>
                  <a:pt x="990600" y="1400175"/>
                </a:moveTo>
                <a:lnTo>
                  <a:pt x="1000125" y="1400175"/>
                </a:lnTo>
                <a:lnTo>
                  <a:pt x="1000125" y="1409700"/>
                </a:lnTo>
                <a:lnTo>
                  <a:pt x="990600" y="1409700"/>
                </a:lnTo>
                <a:close/>
                <a:moveTo>
                  <a:pt x="1019175" y="1400175"/>
                </a:moveTo>
                <a:lnTo>
                  <a:pt x="1038225" y="1400175"/>
                </a:lnTo>
                <a:lnTo>
                  <a:pt x="1038225" y="1438275"/>
                </a:lnTo>
                <a:lnTo>
                  <a:pt x="1028700" y="1438275"/>
                </a:lnTo>
                <a:lnTo>
                  <a:pt x="1028700" y="1447800"/>
                </a:lnTo>
                <a:lnTo>
                  <a:pt x="1019175" y="1447800"/>
                </a:lnTo>
                <a:close/>
                <a:moveTo>
                  <a:pt x="1685925" y="1400175"/>
                </a:moveTo>
                <a:lnTo>
                  <a:pt x="1695450" y="1400175"/>
                </a:lnTo>
                <a:lnTo>
                  <a:pt x="1695450" y="1419225"/>
                </a:lnTo>
                <a:lnTo>
                  <a:pt x="1685925" y="1419225"/>
                </a:lnTo>
                <a:close/>
                <a:moveTo>
                  <a:pt x="285750" y="1419225"/>
                </a:moveTo>
                <a:lnTo>
                  <a:pt x="295275" y="1419225"/>
                </a:lnTo>
                <a:lnTo>
                  <a:pt x="295275" y="1428750"/>
                </a:lnTo>
                <a:lnTo>
                  <a:pt x="285750" y="1428750"/>
                </a:lnTo>
                <a:close/>
                <a:moveTo>
                  <a:pt x="304800" y="1419225"/>
                </a:moveTo>
                <a:lnTo>
                  <a:pt x="314325" y="1419225"/>
                </a:lnTo>
                <a:lnTo>
                  <a:pt x="314325" y="1428750"/>
                </a:lnTo>
                <a:lnTo>
                  <a:pt x="304800" y="1428750"/>
                </a:lnTo>
                <a:close/>
                <a:moveTo>
                  <a:pt x="295275" y="1428750"/>
                </a:moveTo>
                <a:lnTo>
                  <a:pt x="304800" y="1428750"/>
                </a:lnTo>
                <a:lnTo>
                  <a:pt x="304800" y="1438275"/>
                </a:lnTo>
                <a:lnTo>
                  <a:pt x="314325" y="1438275"/>
                </a:lnTo>
                <a:lnTo>
                  <a:pt x="314325" y="1428750"/>
                </a:lnTo>
                <a:lnTo>
                  <a:pt x="323850" y="1428750"/>
                </a:lnTo>
                <a:lnTo>
                  <a:pt x="323850" y="1447800"/>
                </a:lnTo>
                <a:lnTo>
                  <a:pt x="314325" y="1447800"/>
                </a:lnTo>
                <a:lnTo>
                  <a:pt x="314325" y="1457325"/>
                </a:lnTo>
                <a:lnTo>
                  <a:pt x="304800" y="1457325"/>
                </a:lnTo>
                <a:lnTo>
                  <a:pt x="304800" y="1466850"/>
                </a:lnTo>
                <a:lnTo>
                  <a:pt x="285750" y="1466850"/>
                </a:lnTo>
                <a:lnTo>
                  <a:pt x="285750" y="1447800"/>
                </a:lnTo>
                <a:lnTo>
                  <a:pt x="295275" y="1447800"/>
                </a:lnTo>
                <a:close/>
                <a:moveTo>
                  <a:pt x="381000" y="1438275"/>
                </a:moveTo>
                <a:lnTo>
                  <a:pt x="390525" y="1438275"/>
                </a:lnTo>
                <a:lnTo>
                  <a:pt x="390525" y="1447800"/>
                </a:lnTo>
                <a:lnTo>
                  <a:pt x="400050" y="1447800"/>
                </a:lnTo>
                <a:lnTo>
                  <a:pt x="400050" y="1457325"/>
                </a:lnTo>
                <a:lnTo>
                  <a:pt x="381000" y="1457325"/>
                </a:lnTo>
                <a:close/>
                <a:moveTo>
                  <a:pt x="666750" y="1438275"/>
                </a:moveTo>
                <a:lnTo>
                  <a:pt x="676275" y="1438275"/>
                </a:lnTo>
                <a:lnTo>
                  <a:pt x="676275" y="1447800"/>
                </a:lnTo>
                <a:lnTo>
                  <a:pt x="666750" y="1447800"/>
                </a:lnTo>
                <a:close/>
                <a:moveTo>
                  <a:pt x="762000" y="1438275"/>
                </a:moveTo>
                <a:lnTo>
                  <a:pt x="771525" y="1438275"/>
                </a:lnTo>
                <a:lnTo>
                  <a:pt x="771525" y="1447800"/>
                </a:lnTo>
                <a:lnTo>
                  <a:pt x="762000" y="1447800"/>
                </a:lnTo>
                <a:close/>
                <a:moveTo>
                  <a:pt x="828675" y="1438275"/>
                </a:moveTo>
                <a:lnTo>
                  <a:pt x="838200" y="1438275"/>
                </a:lnTo>
                <a:lnTo>
                  <a:pt x="838200" y="1447800"/>
                </a:lnTo>
                <a:lnTo>
                  <a:pt x="847725" y="1447800"/>
                </a:lnTo>
                <a:lnTo>
                  <a:pt x="847725" y="1438275"/>
                </a:lnTo>
                <a:lnTo>
                  <a:pt x="857250" y="1438275"/>
                </a:lnTo>
                <a:lnTo>
                  <a:pt x="857250" y="1457325"/>
                </a:lnTo>
                <a:lnTo>
                  <a:pt x="847725" y="1457325"/>
                </a:lnTo>
                <a:lnTo>
                  <a:pt x="847725" y="1466850"/>
                </a:lnTo>
                <a:lnTo>
                  <a:pt x="828675" y="1466850"/>
                </a:lnTo>
                <a:lnTo>
                  <a:pt x="828675" y="1457325"/>
                </a:lnTo>
                <a:lnTo>
                  <a:pt x="819150" y="1457325"/>
                </a:lnTo>
                <a:lnTo>
                  <a:pt x="819150" y="1447800"/>
                </a:lnTo>
                <a:lnTo>
                  <a:pt x="828675" y="1447800"/>
                </a:lnTo>
                <a:close/>
                <a:moveTo>
                  <a:pt x="866775" y="1438275"/>
                </a:moveTo>
                <a:lnTo>
                  <a:pt x="876300" y="1438275"/>
                </a:lnTo>
                <a:lnTo>
                  <a:pt x="876300" y="1447800"/>
                </a:lnTo>
                <a:lnTo>
                  <a:pt x="866775" y="1447800"/>
                </a:lnTo>
                <a:close/>
                <a:moveTo>
                  <a:pt x="1038225" y="1438275"/>
                </a:moveTo>
                <a:lnTo>
                  <a:pt x="1047750" y="1438275"/>
                </a:lnTo>
                <a:lnTo>
                  <a:pt x="1047750" y="1447800"/>
                </a:lnTo>
                <a:lnTo>
                  <a:pt x="1038225" y="1447800"/>
                </a:lnTo>
                <a:close/>
                <a:moveTo>
                  <a:pt x="657225" y="1447800"/>
                </a:moveTo>
                <a:lnTo>
                  <a:pt x="666750" y="1447800"/>
                </a:lnTo>
                <a:lnTo>
                  <a:pt x="666750" y="1457325"/>
                </a:lnTo>
                <a:lnTo>
                  <a:pt x="657225" y="1457325"/>
                </a:lnTo>
                <a:close/>
                <a:moveTo>
                  <a:pt x="942975" y="1447800"/>
                </a:moveTo>
                <a:lnTo>
                  <a:pt x="952500" y="1447800"/>
                </a:lnTo>
                <a:lnTo>
                  <a:pt x="952500" y="1457325"/>
                </a:lnTo>
                <a:lnTo>
                  <a:pt x="942975" y="1457325"/>
                </a:lnTo>
                <a:close/>
                <a:moveTo>
                  <a:pt x="962025" y="1447800"/>
                </a:moveTo>
                <a:lnTo>
                  <a:pt x="971550" y="1447800"/>
                </a:lnTo>
                <a:lnTo>
                  <a:pt x="971550" y="1466850"/>
                </a:lnTo>
                <a:lnTo>
                  <a:pt x="952500" y="1466850"/>
                </a:lnTo>
                <a:lnTo>
                  <a:pt x="952500" y="1457325"/>
                </a:lnTo>
                <a:lnTo>
                  <a:pt x="962025" y="1457325"/>
                </a:lnTo>
                <a:close/>
                <a:moveTo>
                  <a:pt x="1028700" y="1447800"/>
                </a:moveTo>
                <a:lnTo>
                  <a:pt x="1038225" y="1447800"/>
                </a:lnTo>
                <a:lnTo>
                  <a:pt x="1038225" y="1457325"/>
                </a:lnTo>
                <a:lnTo>
                  <a:pt x="1028700" y="1457325"/>
                </a:lnTo>
                <a:close/>
                <a:moveTo>
                  <a:pt x="1047750" y="1447800"/>
                </a:moveTo>
                <a:lnTo>
                  <a:pt x="1057275" y="1447800"/>
                </a:lnTo>
                <a:lnTo>
                  <a:pt x="1057275" y="1457325"/>
                </a:lnTo>
                <a:lnTo>
                  <a:pt x="1066800" y="1457325"/>
                </a:lnTo>
                <a:lnTo>
                  <a:pt x="1066800" y="1447800"/>
                </a:lnTo>
                <a:lnTo>
                  <a:pt x="1076325" y="1447800"/>
                </a:lnTo>
                <a:lnTo>
                  <a:pt x="1076325" y="1457325"/>
                </a:lnTo>
                <a:lnTo>
                  <a:pt x="1066800" y="1457325"/>
                </a:lnTo>
                <a:lnTo>
                  <a:pt x="1066800" y="1466850"/>
                </a:lnTo>
                <a:lnTo>
                  <a:pt x="1038225" y="1466850"/>
                </a:lnTo>
                <a:lnTo>
                  <a:pt x="1038225" y="1457325"/>
                </a:lnTo>
                <a:lnTo>
                  <a:pt x="1047750" y="1457325"/>
                </a:lnTo>
                <a:close/>
                <a:moveTo>
                  <a:pt x="1685925" y="1495425"/>
                </a:moveTo>
                <a:lnTo>
                  <a:pt x="1695450" y="1495425"/>
                </a:lnTo>
                <a:lnTo>
                  <a:pt x="1695450" y="1657350"/>
                </a:lnTo>
                <a:lnTo>
                  <a:pt x="1685925" y="1657350"/>
                </a:lnTo>
                <a:close/>
                <a:moveTo>
                  <a:pt x="171450" y="1695450"/>
                </a:moveTo>
                <a:lnTo>
                  <a:pt x="180975" y="1695450"/>
                </a:lnTo>
                <a:lnTo>
                  <a:pt x="180975" y="1724025"/>
                </a:lnTo>
                <a:lnTo>
                  <a:pt x="190500" y="1724025"/>
                </a:lnTo>
                <a:lnTo>
                  <a:pt x="190500" y="1733550"/>
                </a:lnTo>
                <a:lnTo>
                  <a:pt x="180975" y="1733550"/>
                </a:lnTo>
                <a:lnTo>
                  <a:pt x="180975" y="1819275"/>
                </a:lnTo>
                <a:lnTo>
                  <a:pt x="161925" y="1819275"/>
                </a:lnTo>
                <a:lnTo>
                  <a:pt x="161925" y="1724025"/>
                </a:lnTo>
                <a:lnTo>
                  <a:pt x="171450" y="1724025"/>
                </a:lnTo>
                <a:close/>
                <a:moveTo>
                  <a:pt x="1676400" y="1704975"/>
                </a:moveTo>
                <a:lnTo>
                  <a:pt x="1685925" y="1704975"/>
                </a:lnTo>
                <a:lnTo>
                  <a:pt x="1685925" y="1714500"/>
                </a:lnTo>
                <a:lnTo>
                  <a:pt x="1676400" y="1714500"/>
                </a:lnTo>
                <a:close/>
                <a:moveTo>
                  <a:pt x="1666875" y="1724025"/>
                </a:moveTo>
                <a:lnTo>
                  <a:pt x="1676400" y="1724025"/>
                </a:lnTo>
                <a:lnTo>
                  <a:pt x="1676400" y="1733550"/>
                </a:lnTo>
                <a:lnTo>
                  <a:pt x="1666875" y="1733550"/>
                </a:lnTo>
                <a:close/>
                <a:moveTo>
                  <a:pt x="200025" y="1743075"/>
                </a:moveTo>
                <a:lnTo>
                  <a:pt x="209550" y="1743075"/>
                </a:lnTo>
                <a:lnTo>
                  <a:pt x="209550" y="1752600"/>
                </a:lnTo>
                <a:lnTo>
                  <a:pt x="200025" y="1752600"/>
                </a:lnTo>
                <a:close/>
                <a:moveTo>
                  <a:pt x="209550" y="1752600"/>
                </a:moveTo>
                <a:lnTo>
                  <a:pt x="219075" y="1752600"/>
                </a:lnTo>
                <a:lnTo>
                  <a:pt x="219075" y="1762125"/>
                </a:lnTo>
                <a:lnTo>
                  <a:pt x="209550" y="1762125"/>
                </a:lnTo>
                <a:close/>
                <a:moveTo>
                  <a:pt x="1628775" y="1762125"/>
                </a:moveTo>
                <a:lnTo>
                  <a:pt x="1638300" y="1762125"/>
                </a:lnTo>
                <a:lnTo>
                  <a:pt x="1638300" y="1771650"/>
                </a:lnTo>
                <a:lnTo>
                  <a:pt x="1628775" y="1771650"/>
                </a:lnTo>
                <a:close/>
                <a:moveTo>
                  <a:pt x="1581150" y="1781175"/>
                </a:moveTo>
                <a:lnTo>
                  <a:pt x="1590675" y="1781175"/>
                </a:lnTo>
                <a:lnTo>
                  <a:pt x="1590675" y="1790700"/>
                </a:lnTo>
                <a:lnTo>
                  <a:pt x="1581150" y="1790700"/>
                </a:lnTo>
                <a:close/>
                <a:moveTo>
                  <a:pt x="552450" y="1876425"/>
                </a:moveTo>
                <a:lnTo>
                  <a:pt x="571500" y="1876425"/>
                </a:lnTo>
                <a:lnTo>
                  <a:pt x="571500" y="1885950"/>
                </a:lnTo>
                <a:lnTo>
                  <a:pt x="552450" y="1885950"/>
                </a:lnTo>
                <a:close/>
                <a:moveTo>
                  <a:pt x="323850" y="1885950"/>
                </a:moveTo>
                <a:lnTo>
                  <a:pt x="333375" y="1885950"/>
                </a:lnTo>
                <a:lnTo>
                  <a:pt x="333375" y="1895475"/>
                </a:lnTo>
                <a:lnTo>
                  <a:pt x="323850" y="1895475"/>
                </a:lnTo>
                <a:close/>
                <a:moveTo>
                  <a:pt x="209550" y="1895475"/>
                </a:moveTo>
                <a:lnTo>
                  <a:pt x="219075" y="1895475"/>
                </a:lnTo>
                <a:lnTo>
                  <a:pt x="219075" y="1905000"/>
                </a:lnTo>
                <a:lnTo>
                  <a:pt x="209550" y="1905000"/>
                </a:lnTo>
                <a:close/>
                <a:moveTo>
                  <a:pt x="419100" y="1895475"/>
                </a:moveTo>
                <a:lnTo>
                  <a:pt x="428625" y="1895475"/>
                </a:lnTo>
                <a:lnTo>
                  <a:pt x="428625" y="1914525"/>
                </a:lnTo>
                <a:lnTo>
                  <a:pt x="409575" y="1914525"/>
                </a:lnTo>
                <a:lnTo>
                  <a:pt x="409575" y="1905000"/>
                </a:lnTo>
                <a:lnTo>
                  <a:pt x="419100" y="1905000"/>
                </a:lnTo>
                <a:close/>
                <a:moveTo>
                  <a:pt x="676275" y="1895475"/>
                </a:moveTo>
                <a:lnTo>
                  <a:pt x="685800" y="1895475"/>
                </a:lnTo>
                <a:lnTo>
                  <a:pt x="685800" y="1905000"/>
                </a:lnTo>
                <a:lnTo>
                  <a:pt x="676275" y="1905000"/>
                </a:lnTo>
                <a:close/>
                <a:moveTo>
                  <a:pt x="400050" y="1914525"/>
                </a:moveTo>
                <a:lnTo>
                  <a:pt x="409575" y="1914525"/>
                </a:lnTo>
                <a:lnTo>
                  <a:pt x="409575" y="1924050"/>
                </a:lnTo>
                <a:lnTo>
                  <a:pt x="400050" y="1924050"/>
                </a:lnTo>
                <a:close/>
                <a:moveTo>
                  <a:pt x="609600" y="1914525"/>
                </a:moveTo>
                <a:lnTo>
                  <a:pt x="619125" y="1914525"/>
                </a:lnTo>
                <a:lnTo>
                  <a:pt x="619125" y="1924050"/>
                </a:lnTo>
                <a:lnTo>
                  <a:pt x="609600" y="1924050"/>
                </a:lnTo>
                <a:close/>
                <a:moveTo>
                  <a:pt x="542925" y="1933575"/>
                </a:moveTo>
                <a:lnTo>
                  <a:pt x="552450" y="1933575"/>
                </a:lnTo>
                <a:lnTo>
                  <a:pt x="552450" y="1943100"/>
                </a:lnTo>
                <a:lnTo>
                  <a:pt x="542925" y="1943100"/>
                </a:lnTo>
                <a:close/>
                <a:moveTo>
                  <a:pt x="1857375" y="1962150"/>
                </a:moveTo>
                <a:lnTo>
                  <a:pt x="1866900" y="1962150"/>
                </a:lnTo>
                <a:lnTo>
                  <a:pt x="1866900" y="2038350"/>
                </a:lnTo>
                <a:lnTo>
                  <a:pt x="1857375" y="2038350"/>
                </a:lnTo>
                <a:close/>
                <a:moveTo>
                  <a:pt x="190500" y="2038350"/>
                </a:moveTo>
                <a:lnTo>
                  <a:pt x="209550" y="2038350"/>
                </a:lnTo>
                <a:lnTo>
                  <a:pt x="209550" y="2047875"/>
                </a:lnTo>
                <a:lnTo>
                  <a:pt x="190500" y="2047875"/>
                </a:lnTo>
                <a:close/>
                <a:moveTo>
                  <a:pt x="276225" y="2038350"/>
                </a:moveTo>
                <a:lnTo>
                  <a:pt x="304800" y="2038350"/>
                </a:lnTo>
                <a:lnTo>
                  <a:pt x="304800" y="2047875"/>
                </a:lnTo>
                <a:lnTo>
                  <a:pt x="276225" y="2047875"/>
                </a:lnTo>
                <a:close/>
                <a:moveTo>
                  <a:pt x="171450" y="2047875"/>
                </a:moveTo>
                <a:lnTo>
                  <a:pt x="190500" y="2047875"/>
                </a:lnTo>
                <a:lnTo>
                  <a:pt x="190500" y="2066925"/>
                </a:lnTo>
                <a:lnTo>
                  <a:pt x="180975" y="2066925"/>
                </a:lnTo>
                <a:lnTo>
                  <a:pt x="180975" y="2114550"/>
                </a:lnTo>
                <a:lnTo>
                  <a:pt x="200025" y="2114550"/>
                </a:lnTo>
                <a:lnTo>
                  <a:pt x="200025" y="2124075"/>
                </a:lnTo>
                <a:lnTo>
                  <a:pt x="209550" y="2124075"/>
                </a:lnTo>
                <a:lnTo>
                  <a:pt x="209550" y="2133600"/>
                </a:lnTo>
                <a:lnTo>
                  <a:pt x="219075" y="2133600"/>
                </a:lnTo>
                <a:lnTo>
                  <a:pt x="219075" y="2143125"/>
                </a:lnTo>
                <a:lnTo>
                  <a:pt x="228600" y="2143125"/>
                </a:lnTo>
                <a:lnTo>
                  <a:pt x="228600" y="2152650"/>
                </a:lnTo>
                <a:lnTo>
                  <a:pt x="257175" y="2152650"/>
                </a:lnTo>
                <a:lnTo>
                  <a:pt x="257175" y="2143125"/>
                </a:lnTo>
                <a:lnTo>
                  <a:pt x="276225" y="2143125"/>
                </a:lnTo>
                <a:lnTo>
                  <a:pt x="276225" y="2133600"/>
                </a:lnTo>
                <a:lnTo>
                  <a:pt x="285750" y="2133600"/>
                </a:lnTo>
                <a:lnTo>
                  <a:pt x="285750" y="2143125"/>
                </a:lnTo>
                <a:lnTo>
                  <a:pt x="295275" y="2143125"/>
                </a:lnTo>
                <a:lnTo>
                  <a:pt x="295275" y="2152650"/>
                </a:lnTo>
                <a:lnTo>
                  <a:pt x="304800" y="2152650"/>
                </a:lnTo>
                <a:lnTo>
                  <a:pt x="304800" y="2143125"/>
                </a:lnTo>
                <a:lnTo>
                  <a:pt x="314325" y="2143125"/>
                </a:lnTo>
                <a:lnTo>
                  <a:pt x="314325" y="2066925"/>
                </a:lnTo>
                <a:lnTo>
                  <a:pt x="323850" y="2066925"/>
                </a:lnTo>
                <a:lnTo>
                  <a:pt x="323850" y="2152650"/>
                </a:lnTo>
                <a:lnTo>
                  <a:pt x="314325" y="2152650"/>
                </a:lnTo>
                <a:lnTo>
                  <a:pt x="314325" y="2162175"/>
                </a:lnTo>
                <a:lnTo>
                  <a:pt x="304800" y="2162175"/>
                </a:lnTo>
                <a:lnTo>
                  <a:pt x="304800" y="2171700"/>
                </a:lnTo>
                <a:lnTo>
                  <a:pt x="295275" y="2171700"/>
                </a:lnTo>
                <a:lnTo>
                  <a:pt x="295275" y="2181225"/>
                </a:lnTo>
                <a:lnTo>
                  <a:pt x="200025" y="2181225"/>
                </a:lnTo>
                <a:lnTo>
                  <a:pt x="200025" y="2171700"/>
                </a:lnTo>
                <a:lnTo>
                  <a:pt x="190500" y="2171700"/>
                </a:lnTo>
                <a:lnTo>
                  <a:pt x="190500" y="2162175"/>
                </a:lnTo>
                <a:lnTo>
                  <a:pt x="171450" y="2162175"/>
                </a:lnTo>
                <a:lnTo>
                  <a:pt x="171450" y="2152650"/>
                </a:lnTo>
                <a:lnTo>
                  <a:pt x="161925" y="2152650"/>
                </a:lnTo>
                <a:lnTo>
                  <a:pt x="161925" y="2057400"/>
                </a:lnTo>
                <a:lnTo>
                  <a:pt x="171450" y="2057400"/>
                </a:lnTo>
                <a:close/>
                <a:moveTo>
                  <a:pt x="304800" y="2047875"/>
                </a:moveTo>
                <a:lnTo>
                  <a:pt x="314325" y="2047875"/>
                </a:lnTo>
                <a:lnTo>
                  <a:pt x="314325" y="2057400"/>
                </a:lnTo>
                <a:lnTo>
                  <a:pt x="304800" y="2057400"/>
                </a:lnTo>
                <a:close/>
                <a:moveTo>
                  <a:pt x="714375" y="2047875"/>
                </a:moveTo>
                <a:lnTo>
                  <a:pt x="733425" y="2047875"/>
                </a:lnTo>
                <a:lnTo>
                  <a:pt x="733425" y="2057400"/>
                </a:lnTo>
                <a:lnTo>
                  <a:pt x="714375" y="2057400"/>
                </a:lnTo>
                <a:close/>
                <a:moveTo>
                  <a:pt x="819150" y="2047875"/>
                </a:moveTo>
                <a:lnTo>
                  <a:pt x="838200" y="2047875"/>
                </a:lnTo>
                <a:lnTo>
                  <a:pt x="838200" y="2057400"/>
                </a:lnTo>
                <a:lnTo>
                  <a:pt x="819150" y="2057400"/>
                </a:lnTo>
                <a:close/>
                <a:moveTo>
                  <a:pt x="552450" y="2057400"/>
                </a:moveTo>
                <a:lnTo>
                  <a:pt x="571500" y="2057400"/>
                </a:lnTo>
                <a:lnTo>
                  <a:pt x="571500" y="2066925"/>
                </a:lnTo>
                <a:lnTo>
                  <a:pt x="552450" y="2066925"/>
                </a:lnTo>
                <a:close/>
                <a:moveTo>
                  <a:pt x="742950" y="2057400"/>
                </a:moveTo>
                <a:lnTo>
                  <a:pt x="771525" y="2057400"/>
                </a:lnTo>
                <a:lnTo>
                  <a:pt x="771525" y="2066925"/>
                </a:lnTo>
                <a:lnTo>
                  <a:pt x="742950" y="2066925"/>
                </a:lnTo>
                <a:close/>
                <a:moveTo>
                  <a:pt x="361950" y="2085975"/>
                </a:moveTo>
                <a:lnTo>
                  <a:pt x="371475" y="2085975"/>
                </a:lnTo>
                <a:lnTo>
                  <a:pt x="371475" y="2095500"/>
                </a:lnTo>
                <a:lnTo>
                  <a:pt x="361950" y="2095500"/>
                </a:lnTo>
                <a:close/>
                <a:moveTo>
                  <a:pt x="600075" y="2085975"/>
                </a:moveTo>
                <a:lnTo>
                  <a:pt x="609600" y="2085975"/>
                </a:lnTo>
                <a:lnTo>
                  <a:pt x="609600" y="2095500"/>
                </a:lnTo>
                <a:lnTo>
                  <a:pt x="600075" y="2095500"/>
                </a:lnTo>
                <a:close/>
                <a:moveTo>
                  <a:pt x="666750" y="2085975"/>
                </a:moveTo>
                <a:lnTo>
                  <a:pt x="685800" y="2085975"/>
                </a:lnTo>
                <a:lnTo>
                  <a:pt x="685800" y="2095500"/>
                </a:lnTo>
                <a:lnTo>
                  <a:pt x="666750" y="2095500"/>
                </a:lnTo>
                <a:close/>
                <a:moveTo>
                  <a:pt x="1857375" y="2085975"/>
                </a:moveTo>
                <a:lnTo>
                  <a:pt x="1866900" y="2085975"/>
                </a:lnTo>
                <a:lnTo>
                  <a:pt x="1866900" y="2124075"/>
                </a:lnTo>
                <a:lnTo>
                  <a:pt x="1857375" y="2124075"/>
                </a:lnTo>
                <a:close/>
                <a:moveTo>
                  <a:pt x="371475" y="2095500"/>
                </a:moveTo>
                <a:lnTo>
                  <a:pt x="409575" y="2095500"/>
                </a:lnTo>
                <a:lnTo>
                  <a:pt x="409575" y="2105025"/>
                </a:lnTo>
                <a:lnTo>
                  <a:pt x="371475" y="2105025"/>
                </a:lnTo>
                <a:close/>
                <a:moveTo>
                  <a:pt x="609600" y="2095500"/>
                </a:moveTo>
                <a:lnTo>
                  <a:pt x="638175" y="2095500"/>
                </a:lnTo>
                <a:lnTo>
                  <a:pt x="638175" y="2105025"/>
                </a:lnTo>
                <a:lnTo>
                  <a:pt x="609600" y="2105025"/>
                </a:lnTo>
                <a:close/>
                <a:moveTo>
                  <a:pt x="704850" y="2095500"/>
                </a:moveTo>
                <a:lnTo>
                  <a:pt x="714375" y="2095500"/>
                </a:lnTo>
                <a:lnTo>
                  <a:pt x="714375" y="2105025"/>
                </a:lnTo>
                <a:lnTo>
                  <a:pt x="704850" y="2105025"/>
                </a:lnTo>
                <a:close/>
                <a:moveTo>
                  <a:pt x="742950" y="2095500"/>
                </a:moveTo>
                <a:lnTo>
                  <a:pt x="771525" y="2095500"/>
                </a:lnTo>
                <a:lnTo>
                  <a:pt x="771525" y="2105025"/>
                </a:lnTo>
                <a:lnTo>
                  <a:pt x="742950" y="2105025"/>
                </a:lnTo>
                <a:close/>
                <a:moveTo>
                  <a:pt x="819150" y="2095500"/>
                </a:moveTo>
                <a:lnTo>
                  <a:pt x="885825" y="2095500"/>
                </a:lnTo>
                <a:lnTo>
                  <a:pt x="885825" y="2105025"/>
                </a:lnTo>
                <a:lnTo>
                  <a:pt x="819150" y="2105025"/>
                </a:lnTo>
                <a:close/>
                <a:moveTo>
                  <a:pt x="1295400" y="2105025"/>
                </a:moveTo>
                <a:lnTo>
                  <a:pt x="1304925" y="2105025"/>
                </a:lnTo>
                <a:lnTo>
                  <a:pt x="1304925" y="2124075"/>
                </a:lnTo>
                <a:lnTo>
                  <a:pt x="1295400" y="2124075"/>
                </a:lnTo>
                <a:close/>
                <a:moveTo>
                  <a:pt x="1428750" y="2114550"/>
                </a:moveTo>
                <a:lnTo>
                  <a:pt x="1438275" y="2114550"/>
                </a:lnTo>
                <a:lnTo>
                  <a:pt x="1438275" y="2124075"/>
                </a:lnTo>
                <a:lnTo>
                  <a:pt x="1428750" y="2124075"/>
                </a:lnTo>
                <a:close/>
                <a:moveTo>
                  <a:pt x="371475" y="2124075"/>
                </a:moveTo>
                <a:lnTo>
                  <a:pt x="381000" y="2124075"/>
                </a:lnTo>
                <a:lnTo>
                  <a:pt x="381000" y="2133600"/>
                </a:lnTo>
                <a:lnTo>
                  <a:pt x="371475" y="2133600"/>
                </a:lnTo>
                <a:close/>
                <a:moveTo>
                  <a:pt x="1304925" y="2124075"/>
                </a:moveTo>
                <a:lnTo>
                  <a:pt x="1314450" y="2124075"/>
                </a:lnTo>
                <a:lnTo>
                  <a:pt x="1314450" y="2133600"/>
                </a:lnTo>
                <a:lnTo>
                  <a:pt x="1304925" y="2133600"/>
                </a:lnTo>
                <a:close/>
                <a:moveTo>
                  <a:pt x="1381125" y="2124075"/>
                </a:moveTo>
                <a:lnTo>
                  <a:pt x="1390650" y="2124075"/>
                </a:lnTo>
                <a:lnTo>
                  <a:pt x="1390650" y="2133600"/>
                </a:lnTo>
                <a:lnTo>
                  <a:pt x="1381125" y="2133600"/>
                </a:lnTo>
                <a:close/>
                <a:moveTo>
                  <a:pt x="1457325" y="2124075"/>
                </a:moveTo>
                <a:lnTo>
                  <a:pt x="1466850" y="2124075"/>
                </a:lnTo>
                <a:lnTo>
                  <a:pt x="1466850" y="2133600"/>
                </a:lnTo>
                <a:lnTo>
                  <a:pt x="1457325" y="2133600"/>
                </a:lnTo>
                <a:close/>
                <a:moveTo>
                  <a:pt x="1476375" y="2124075"/>
                </a:moveTo>
                <a:lnTo>
                  <a:pt x="1485900" y="2124075"/>
                </a:lnTo>
                <a:lnTo>
                  <a:pt x="1485900" y="2133600"/>
                </a:lnTo>
                <a:lnTo>
                  <a:pt x="1476375" y="2133600"/>
                </a:lnTo>
                <a:close/>
                <a:moveTo>
                  <a:pt x="1552575" y="2124075"/>
                </a:moveTo>
                <a:lnTo>
                  <a:pt x="1571625" y="2124075"/>
                </a:lnTo>
                <a:lnTo>
                  <a:pt x="1571625" y="2133600"/>
                </a:lnTo>
                <a:lnTo>
                  <a:pt x="1552575" y="2133600"/>
                </a:lnTo>
                <a:close/>
                <a:moveTo>
                  <a:pt x="1638300" y="2124075"/>
                </a:moveTo>
                <a:lnTo>
                  <a:pt x="1657350" y="2124075"/>
                </a:lnTo>
                <a:lnTo>
                  <a:pt x="1657350" y="2133600"/>
                </a:lnTo>
                <a:lnTo>
                  <a:pt x="1638300" y="2133600"/>
                </a:lnTo>
                <a:close/>
                <a:moveTo>
                  <a:pt x="438150" y="2133600"/>
                </a:moveTo>
                <a:lnTo>
                  <a:pt x="457200" y="2133600"/>
                </a:lnTo>
                <a:lnTo>
                  <a:pt x="457200" y="2143125"/>
                </a:lnTo>
                <a:lnTo>
                  <a:pt x="438150" y="2143125"/>
                </a:lnTo>
                <a:close/>
                <a:moveTo>
                  <a:pt x="504825" y="2133600"/>
                </a:moveTo>
                <a:lnTo>
                  <a:pt x="514350" y="2133600"/>
                </a:lnTo>
                <a:lnTo>
                  <a:pt x="514350" y="2143125"/>
                </a:lnTo>
                <a:lnTo>
                  <a:pt x="504825" y="2143125"/>
                </a:lnTo>
                <a:close/>
                <a:moveTo>
                  <a:pt x="628650" y="2133600"/>
                </a:moveTo>
                <a:lnTo>
                  <a:pt x="638175" y="2133600"/>
                </a:lnTo>
                <a:lnTo>
                  <a:pt x="638175" y="2143125"/>
                </a:lnTo>
                <a:lnTo>
                  <a:pt x="628650" y="2143125"/>
                </a:lnTo>
                <a:close/>
                <a:moveTo>
                  <a:pt x="685800" y="2133600"/>
                </a:moveTo>
                <a:lnTo>
                  <a:pt x="714375" y="2133600"/>
                </a:lnTo>
                <a:lnTo>
                  <a:pt x="714375" y="2143125"/>
                </a:lnTo>
                <a:lnTo>
                  <a:pt x="685800" y="2143125"/>
                </a:lnTo>
                <a:close/>
                <a:moveTo>
                  <a:pt x="742950" y="2133600"/>
                </a:moveTo>
                <a:lnTo>
                  <a:pt x="752475" y="2133600"/>
                </a:lnTo>
                <a:lnTo>
                  <a:pt x="752475" y="2143125"/>
                </a:lnTo>
                <a:lnTo>
                  <a:pt x="742950" y="2143125"/>
                </a:lnTo>
                <a:close/>
                <a:moveTo>
                  <a:pt x="800100" y="2133600"/>
                </a:moveTo>
                <a:lnTo>
                  <a:pt x="819150" y="2133600"/>
                </a:lnTo>
                <a:lnTo>
                  <a:pt x="819150" y="2143125"/>
                </a:lnTo>
                <a:lnTo>
                  <a:pt x="800100" y="2143125"/>
                </a:lnTo>
                <a:close/>
                <a:moveTo>
                  <a:pt x="838200" y="2133600"/>
                </a:moveTo>
                <a:lnTo>
                  <a:pt x="866775" y="2133600"/>
                </a:lnTo>
                <a:lnTo>
                  <a:pt x="866775" y="2143125"/>
                </a:lnTo>
                <a:lnTo>
                  <a:pt x="838200" y="2143125"/>
                </a:lnTo>
                <a:close/>
                <a:moveTo>
                  <a:pt x="876300" y="2133600"/>
                </a:moveTo>
                <a:lnTo>
                  <a:pt x="885825" y="2133600"/>
                </a:lnTo>
                <a:lnTo>
                  <a:pt x="885825" y="2143125"/>
                </a:lnTo>
                <a:lnTo>
                  <a:pt x="876300" y="2143125"/>
                </a:lnTo>
                <a:close/>
                <a:moveTo>
                  <a:pt x="1600200" y="2133600"/>
                </a:moveTo>
                <a:lnTo>
                  <a:pt x="1609725" y="2133600"/>
                </a:lnTo>
                <a:lnTo>
                  <a:pt x="1609725" y="2143125"/>
                </a:lnTo>
                <a:lnTo>
                  <a:pt x="1600200" y="2143125"/>
                </a:lnTo>
                <a:close/>
                <a:moveTo>
                  <a:pt x="609600" y="2143125"/>
                </a:moveTo>
                <a:lnTo>
                  <a:pt x="619125" y="2143125"/>
                </a:lnTo>
                <a:lnTo>
                  <a:pt x="619125" y="2152650"/>
                </a:lnTo>
                <a:lnTo>
                  <a:pt x="609600" y="2152650"/>
                </a:lnTo>
                <a:close/>
                <a:moveTo>
                  <a:pt x="1857375" y="2152650"/>
                </a:moveTo>
                <a:lnTo>
                  <a:pt x="1866900" y="2152650"/>
                </a:lnTo>
                <a:lnTo>
                  <a:pt x="1866900" y="2171700"/>
                </a:lnTo>
                <a:lnTo>
                  <a:pt x="1857375" y="2171700"/>
                </a:lnTo>
                <a:close/>
                <a:moveTo>
                  <a:pt x="400050" y="2162175"/>
                </a:moveTo>
                <a:lnTo>
                  <a:pt x="447675" y="2162175"/>
                </a:lnTo>
                <a:lnTo>
                  <a:pt x="447675" y="2171700"/>
                </a:lnTo>
                <a:lnTo>
                  <a:pt x="400050" y="2171700"/>
                </a:lnTo>
                <a:close/>
                <a:moveTo>
                  <a:pt x="590550" y="2162175"/>
                </a:moveTo>
                <a:lnTo>
                  <a:pt x="600075" y="2162175"/>
                </a:lnTo>
                <a:lnTo>
                  <a:pt x="600075" y="2171700"/>
                </a:lnTo>
                <a:lnTo>
                  <a:pt x="590550" y="2171700"/>
                </a:lnTo>
                <a:close/>
                <a:moveTo>
                  <a:pt x="676275" y="2162175"/>
                </a:moveTo>
                <a:lnTo>
                  <a:pt x="704850" y="2162175"/>
                </a:lnTo>
                <a:lnTo>
                  <a:pt x="704850" y="2171700"/>
                </a:lnTo>
                <a:lnTo>
                  <a:pt x="676275" y="2171700"/>
                </a:lnTo>
                <a:close/>
                <a:moveTo>
                  <a:pt x="752475" y="2162175"/>
                </a:moveTo>
                <a:lnTo>
                  <a:pt x="781050" y="2162175"/>
                </a:lnTo>
                <a:lnTo>
                  <a:pt x="781050" y="2171700"/>
                </a:lnTo>
                <a:lnTo>
                  <a:pt x="752475" y="2171700"/>
                </a:lnTo>
                <a:close/>
                <a:moveTo>
                  <a:pt x="828675" y="2171700"/>
                </a:moveTo>
                <a:lnTo>
                  <a:pt x="838200" y="2171700"/>
                </a:lnTo>
                <a:lnTo>
                  <a:pt x="838200" y="2181225"/>
                </a:lnTo>
                <a:lnTo>
                  <a:pt x="828675" y="2181225"/>
                </a:lnTo>
                <a:close/>
                <a:moveTo>
                  <a:pt x="390525" y="2228850"/>
                </a:moveTo>
                <a:lnTo>
                  <a:pt x="409575" y="2228850"/>
                </a:lnTo>
                <a:lnTo>
                  <a:pt x="409575" y="2247900"/>
                </a:lnTo>
                <a:lnTo>
                  <a:pt x="390525" y="2247900"/>
                </a:lnTo>
                <a:close/>
                <a:moveTo>
                  <a:pt x="495300" y="2228850"/>
                </a:moveTo>
                <a:lnTo>
                  <a:pt x="514350" y="2228850"/>
                </a:lnTo>
                <a:lnTo>
                  <a:pt x="514350" y="2247900"/>
                </a:lnTo>
                <a:lnTo>
                  <a:pt x="495300" y="2247900"/>
                </a:lnTo>
                <a:close/>
                <a:moveTo>
                  <a:pt x="704850" y="2228850"/>
                </a:moveTo>
                <a:lnTo>
                  <a:pt x="733425" y="2228850"/>
                </a:lnTo>
                <a:lnTo>
                  <a:pt x="733425" y="2247900"/>
                </a:lnTo>
                <a:lnTo>
                  <a:pt x="704850" y="2247900"/>
                </a:lnTo>
                <a:close/>
                <a:moveTo>
                  <a:pt x="771525" y="2228850"/>
                </a:moveTo>
                <a:lnTo>
                  <a:pt x="800100" y="2228850"/>
                </a:lnTo>
                <a:lnTo>
                  <a:pt x="800100" y="2247900"/>
                </a:lnTo>
                <a:lnTo>
                  <a:pt x="771525" y="2247900"/>
                </a:lnTo>
                <a:close/>
                <a:moveTo>
                  <a:pt x="895350" y="2228850"/>
                </a:moveTo>
                <a:lnTo>
                  <a:pt x="914400" y="2228850"/>
                </a:lnTo>
                <a:lnTo>
                  <a:pt x="914400" y="2247900"/>
                </a:lnTo>
                <a:lnTo>
                  <a:pt x="895350" y="2247900"/>
                </a:lnTo>
                <a:close/>
                <a:moveTo>
                  <a:pt x="933450" y="2228850"/>
                </a:moveTo>
                <a:lnTo>
                  <a:pt x="971550" y="2228850"/>
                </a:lnTo>
                <a:lnTo>
                  <a:pt x="971550" y="2247900"/>
                </a:lnTo>
                <a:lnTo>
                  <a:pt x="933450" y="2247900"/>
                </a:lnTo>
                <a:close/>
                <a:moveTo>
                  <a:pt x="1123950" y="2228850"/>
                </a:moveTo>
                <a:lnTo>
                  <a:pt x="1133475" y="2228850"/>
                </a:lnTo>
                <a:lnTo>
                  <a:pt x="1133475" y="2247900"/>
                </a:lnTo>
                <a:lnTo>
                  <a:pt x="1123950" y="2247900"/>
                </a:lnTo>
                <a:close/>
                <a:moveTo>
                  <a:pt x="1247775" y="2228850"/>
                </a:moveTo>
                <a:lnTo>
                  <a:pt x="1266825" y="2228850"/>
                </a:lnTo>
                <a:lnTo>
                  <a:pt x="1266825" y="2247900"/>
                </a:lnTo>
                <a:lnTo>
                  <a:pt x="1247775" y="2247900"/>
                </a:lnTo>
                <a:close/>
                <a:moveTo>
                  <a:pt x="1857375" y="2228850"/>
                </a:moveTo>
                <a:lnTo>
                  <a:pt x="1866900" y="2228850"/>
                </a:lnTo>
                <a:lnTo>
                  <a:pt x="1866900" y="2238375"/>
                </a:lnTo>
                <a:lnTo>
                  <a:pt x="1857375" y="2238375"/>
                </a:lnTo>
                <a:close/>
                <a:moveTo>
                  <a:pt x="1857375" y="2266950"/>
                </a:moveTo>
                <a:lnTo>
                  <a:pt x="1866900" y="2266950"/>
                </a:lnTo>
                <a:lnTo>
                  <a:pt x="1866900" y="2276475"/>
                </a:lnTo>
                <a:lnTo>
                  <a:pt x="1857375" y="2276475"/>
                </a:lnTo>
                <a:close/>
                <a:moveTo>
                  <a:pt x="190500" y="2295525"/>
                </a:moveTo>
                <a:lnTo>
                  <a:pt x="295275" y="2295525"/>
                </a:lnTo>
                <a:lnTo>
                  <a:pt x="295275" y="2305050"/>
                </a:lnTo>
                <a:lnTo>
                  <a:pt x="276225" y="2305050"/>
                </a:lnTo>
                <a:lnTo>
                  <a:pt x="276225" y="2314575"/>
                </a:lnTo>
                <a:lnTo>
                  <a:pt x="285750" y="2314575"/>
                </a:lnTo>
                <a:lnTo>
                  <a:pt x="285750" y="2324100"/>
                </a:lnTo>
                <a:lnTo>
                  <a:pt x="295275" y="2324100"/>
                </a:lnTo>
                <a:lnTo>
                  <a:pt x="295275" y="2333625"/>
                </a:lnTo>
                <a:lnTo>
                  <a:pt x="304800" y="2333625"/>
                </a:lnTo>
                <a:lnTo>
                  <a:pt x="304800" y="2314575"/>
                </a:lnTo>
                <a:lnTo>
                  <a:pt x="295275" y="2314575"/>
                </a:lnTo>
                <a:lnTo>
                  <a:pt x="295275" y="2305050"/>
                </a:lnTo>
                <a:lnTo>
                  <a:pt x="304800" y="2305050"/>
                </a:lnTo>
                <a:lnTo>
                  <a:pt x="304800" y="2314575"/>
                </a:lnTo>
                <a:lnTo>
                  <a:pt x="314325" y="2314575"/>
                </a:lnTo>
                <a:lnTo>
                  <a:pt x="314325" y="2324100"/>
                </a:lnTo>
                <a:lnTo>
                  <a:pt x="323850" y="2324100"/>
                </a:lnTo>
                <a:lnTo>
                  <a:pt x="323850" y="2419350"/>
                </a:lnTo>
                <a:lnTo>
                  <a:pt x="314325" y="2419350"/>
                </a:lnTo>
                <a:lnTo>
                  <a:pt x="314325" y="2428875"/>
                </a:lnTo>
                <a:lnTo>
                  <a:pt x="304800" y="2428875"/>
                </a:lnTo>
                <a:lnTo>
                  <a:pt x="304800" y="2438400"/>
                </a:lnTo>
                <a:lnTo>
                  <a:pt x="200025" y="2438400"/>
                </a:lnTo>
                <a:lnTo>
                  <a:pt x="200025" y="2428875"/>
                </a:lnTo>
                <a:lnTo>
                  <a:pt x="180975" y="2428875"/>
                </a:lnTo>
                <a:lnTo>
                  <a:pt x="180975" y="2419350"/>
                </a:lnTo>
                <a:lnTo>
                  <a:pt x="171450" y="2419350"/>
                </a:lnTo>
                <a:lnTo>
                  <a:pt x="171450" y="2400300"/>
                </a:lnTo>
                <a:lnTo>
                  <a:pt x="161925" y="2400300"/>
                </a:lnTo>
                <a:lnTo>
                  <a:pt x="161925" y="2352675"/>
                </a:lnTo>
                <a:lnTo>
                  <a:pt x="171450" y="2352675"/>
                </a:lnTo>
                <a:lnTo>
                  <a:pt x="171450" y="2314575"/>
                </a:lnTo>
                <a:lnTo>
                  <a:pt x="180975" y="2314575"/>
                </a:lnTo>
                <a:lnTo>
                  <a:pt x="180975" y="2305050"/>
                </a:lnTo>
                <a:lnTo>
                  <a:pt x="190500" y="2305050"/>
                </a:lnTo>
                <a:close/>
                <a:moveTo>
                  <a:pt x="371475" y="2305050"/>
                </a:moveTo>
                <a:lnTo>
                  <a:pt x="390525" y="2305050"/>
                </a:lnTo>
                <a:lnTo>
                  <a:pt x="390525" y="2314575"/>
                </a:lnTo>
                <a:lnTo>
                  <a:pt x="371475" y="2314575"/>
                </a:lnTo>
                <a:close/>
                <a:moveTo>
                  <a:pt x="609600" y="2305050"/>
                </a:moveTo>
                <a:lnTo>
                  <a:pt x="619125" y="2305050"/>
                </a:lnTo>
                <a:lnTo>
                  <a:pt x="619125" y="2314575"/>
                </a:lnTo>
                <a:lnTo>
                  <a:pt x="609600" y="2314575"/>
                </a:lnTo>
                <a:close/>
                <a:moveTo>
                  <a:pt x="714375" y="2305050"/>
                </a:moveTo>
                <a:lnTo>
                  <a:pt x="723900" y="2305050"/>
                </a:lnTo>
                <a:lnTo>
                  <a:pt x="723900" y="2314575"/>
                </a:lnTo>
                <a:lnTo>
                  <a:pt x="714375" y="2314575"/>
                </a:lnTo>
                <a:close/>
                <a:moveTo>
                  <a:pt x="1857375" y="2305050"/>
                </a:moveTo>
                <a:lnTo>
                  <a:pt x="1866900" y="2305050"/>
                </a:lnTo>
                <a:lnTo>
                  <a:pt x="1866900" y="2324100"/>
                </a:lnTo>
                <a:lnTo>
                  <a:pt x="1857375" y="2324100"/>
                </a:lnTo>
                <a:close/>
                <a:moveTo>
                  <a:pt x="361950" y="2314575"/>
                </a:moveTo>
                <a:lnTo>
                  <a:pt x="371475" y="2314575"/>
                </a:lnTo>
                <a:lnTo>
                  <a:pt x="371475" y="2324100"/>
                </a:lnTo>
                <a:lnTo>
                  <a:pt x="361950" y="2324100"/>
                </a:lnTo>
                <a:close/>
                <a:moveTo>
                  <a:pt x="457200" y="2314575"/>
                </a:moveTo>
                <a:lnTo>
                  <a:pt x="476250" y="2314575"/>
                </a:lnTo>
                <a:lnTo>
                  <a:pt x="476250" y="2324100"/>
                </a:lnTo>
                <a:lnTo>
                  <a:pt x="457200" y="2324100"/>
                </a:lnTo>
                <a:close/>
                <a:moveTo>
                  <a:pt x="514350" y="2314575"/>
                </a:moveTo>
                <a:lnTo>
                  <a:pt x="533400" y="2314575"/>
                </a:lnTo>
                <a:lnTo>
                  <a:pt x="533400" y="2324100"/>
                </a:lnTo>
                <a:lnTo>
                  <a:pt x="514350" y="2324100"/>
                </a:lnTo>
                <a:close/>
                <a:moveTo>
                  <a:pt x="695325" y="2314575"/>
                </a:moveTo>
                <a:lnTo>
                  <a:pt x="704850" y="2314575"/>
                </a:lnTo>
                <a:lnTo>
                  <a:pt x="704850" y="2324100"/>
                </a:lnTo>
                <a:lnTo>
                  <a:pt x="695325" y="2324100"/>
                </a:lnTo>
                <a:close/>
                <a:moveTo>
                  <a:pt x="361950" y="2343150"/>
                </a:moveTo>
                <a:lnTo>
                  <a:pt x="371475" y="2343150"/>
                </a:lnTo>
                <a:lnTo>
                  <a:pt x="371475" y="2352675"/>
                </a:lnTo>
                <a:lnTo>
                  <a:pt x="361950" y="2352675"/>
                </a:lnTo>
                <a:close/>
                <a:moveTo>
                  <a:pt x="1514475" y="2343150"/>
                </a:moveTo>
                <a:lnTo>
                  <a:pt x="1533525" y="2343150"/>
                </a:lnTo>
                <a:lnTo>
                  <a:pt x="1533525" y="2352675"/>
                </a:lnTo>
                <a:lnTo>
                  <a:pt x="1514475" y="2352675"/>
                </a:lnTo>
                <a:close/>
                <a:moveTo>
                  <a:pt x="1552575" y="2343150"/>
                </a:moveTo>
                <a:lnTo>
                  <a:pt x="1571625" y="2343150"/>
                </a:lnTo>
                <a:lnTo>
                  <a:pt x="1571625" y="2352675"/>
                </a:lnTo>
                <a:lnTo>
                  <a:pt x="1552575" y="2352675"/>
                </a:lnTo>
                <a:close/>
                <a:moveTo>
                  <a:pt x="371475" y="2352675"/>
                </a:moveTo>
                <a:lnTo>
                  <a:pt x="409575" y="2352675"/>
                </a:lnTo>
                <a:lnTo>
                  <a:pt x="409575" y="2362200"/>
                </a:lnTo>
                <a:lnTo>
                  <a:pt x="371475" y="2362200"/>
                </a:lnTo>
                <a:close/>
                <a:moveTo>
                  <a:pt x="457200" y="2352675"/>
                </a:moveTo>
                <a:lnTo>
                  <a:pt x="495300" y="2352675"/>
                </a:lnTo>
                <a:lnTo>
                  <a:pt x="495300" y="2362200"/>
                </a:lnTo>
                <a:lnTo>
                  <a:pt x="457200" y="2362200"/>
                </a:lnTo>
                <a:close/>
                <a:moveTo>
                  <a:pt x="514350" y="2352675"/>
                </a:moveTo>
                <a:lnTo>
                  <a:pt x="542925" y="2352675"/>
                </a:lnTo>
                <a:lnTo>
                  <a:pt x="542925" y="2362200"/>
                </a:lnTo>
                <a:lnTo>
                  <a:pt x="514350" y="2362200"/>
                </a:lnTo>
                <a:close/>
                <a:moveTo>
                  <a:pt x="590550" y="2352675"/>
                </a:moveTo>
                <a:lnTo>
                  <a:pt x="609600" y="2352675"/>
                </a:lnTo>
                <a:lnTo>
                  <a:pt x="609600" y="2362200"/>
                </a:lnTo>
                <a:lnTo>
                  <a:pt x="590550" y="2362200"/>
                </a:lnTo>
                <a:close/>
                <a:moveTo>
                  <a:pt x="657225" y="2352675"/>
                </a:moveTo>
                <a:lnTo>
                  <a:pt x="666750" y="2352675"/>
                </a:lnTo>
                <a:lnTo>
                  <a:pt x="666750" y="2362200"/>
                </a:lnTo>
                <a:lnTo>
                  <a:pt x="657225" y="2362200"/>
                </a:lnTo>
                <a:close/>
                <a:moveTo>
                  <a:pt x="723900" y="2352675"/>
                </a:moveTo>
                <a:lnTo>
                  <a:pt x="771525" y="2352675"/>
                </a:lnTo>
                <a:lnTo>
                  <a:pt x="771525" y="2362200"/>
                </a:lnTo>
                <a:lnTo>
                  <a:pt x="723900" y="2362200"/>
                </a:lnTo>
                <a:close/>
                <a:moveTo>
                  <a:pt x="781050" y="2352675"/>
                </a:moveTo>
                <a:lnTo>
                  <a:pt x="790575" y="2352675"/>
                </a:lnTo>
                <a:lnTo>
                  <a:pt x="790575" y="2362200"/>
                </a:lnTo>
                <a:lnTo>
                  <a:pt x="781050" y="2362200"/>
                </a:lnTo>
                <a:close/>
                <a:moveTo>
                  <a:pt x="1333500" y="2352675"/>
                </a:moveTo>
                <a:lnTo>
                  <a:pt x="1352550" y="2352675"/>
                </a:lnTo>
                <a:lnTo>
                  <a:pt x="1352550" y="2362200"/>
                </a:lnTo>
                <a:lnTo>
                  <a:pt x="1333500" y="2362200"/>
                </a:lnTo>
                <a:close/>
                <a:moveTo>
                  <a:pt x="619125" y="2362200"/>
                </a:moveTo>
                <a:lnTo>
                  <a:pt x="628650" y="2362200"/>
                </a:lnTo>
                <a:lnTo>
                  <a:pt x="628650" y="2371725"/>
                </a:lnTo>
                <a:lnTo>
                  <a:pt x="619125" y="2371725"/>
                </a:lnTo>
                <a:close/>
                <a:moveTo>
                  <a:pt x="638175" y="2362200"/>
                </a:moveTo>
                <a:lnTo>
                  <a:pt x="647700" y="2362200"/>
                </a:lnTo>
                <a:lnTo>
                  <a:pt x="647700" y="2371725"/>
                </a:lnTo>
                <a:lnTo>
                  <a:pt x="638175" y="2371725"/>
                </a:lnTo>
                <a:close/>
                <a:moveTo>
                  <a:pt x="1323975" y="2362200"/>
                </a:moveTo>
                <a:lnTo>
                  <a:pt x="1333500" y="2362200"/>
                </a:lnTo>
                <a:lnTo>
                  <a:pt x="1333500" y="2381250"/>
                </a:lnTo>
                <a:lnTo>
                  <a:pt x="1323975" y="2381250"/>
                </a:lnTo>
                <a:close/>
                <a:moveTo>
                  <a:pt x="1857375" y="2362200"/>
                </a:moveTo>
                <a:lnTo>
                  <a:pt x="1866900" y="2362200"/>
                </a:lnTo>
                <a:lnTo>
                  <a:pt x="1866900" y="2371725"/>
                </a:lnTo>
                <a:lnTo>
                  <a:pt x="1857375" y="2371725"/>
                </a:lnTo>
                <a:close/>
                <a:moveTo>
                  <a:pt x="1333500" y="2381250"/>
                </a:moveTo>
                <a:lnTo>
                  <a:pt x="1352550" y="2381250"/>
                </a:lnTo>
                <a:lnTo>
                  <a:pt x="1352550" y="2390775"/>
                </a:lnTo>
                <a:lnTo>
                  <a:pt x="1333500" y="2390775"/>
                </a:lnTo>
                <a:close/>
                <a:moveTo>
                  <a:pt x="1390650" y="2381250"/>
                </a:moveTo>
                <a:lnTo>
                  <a:pt x="1400175" y="2381250"/>
                </a:lnTo>
                <a:lnTo>
                  <a:pt x="1400175" y="2390775"/>
                </a:lnTo>
                <a:lnTo>
                  <a:pt x="1390650" y="2390775"/>
                </a:lnTo>
                <a:close/>
                <a:moveTo>
                  <a:pt x="1676400" y="2381250"/>
                </a:moveTo>
                <a:lnTo>
                  <a:pt x="1685925" y="2381250"/>
                </a:lnTo>
                <a:lnTo>
                  <a:pt x="1685925" y="2390775"/>
                </a:lnTo>
                <a:lnTo>
                  <a:pt x="1676400" y="2390775"/>
                </a:lnTo>
                <a:close/>
                <a:moveTo>
                  <a:pt x="200025" y="2390775"/>
                </a:moveTo>
                <a:lnTo>
                  <a:pt x="209550" y="2390775"/>
                </a:lnTo>
                <a:lnTo>
                  <a:pt x="209550" y="2400300"/>
                </a:lnTo>
                <a:lnTo>
                  <a:pt x="285750" y="2400300"/>
                </a:lnTo>
                <a:lnTo>
                  <a:pt x="285750" y="2390775"/>
                </a:lnTo>
                <a:lnTo>
                  <a:pt x="295275" y="2390775"/>
                </a:lnTo>
                <a:lnTo>
                  <a:pt x="295275" y="2343150"/>
                </a:lnTo>
                <a:lnTo>
                  <a:pt x="285750" y="2343150"/>
                </a:lnTo>
                <a:lnTo>
                  <a:pt x="285750" y="2333625"/>
                </a:lnTo>
                <a:lnTo>
                  <a:pt x="219075" y="2333625"/>
                </a:lnTo>
                <a:lnTo>
                  <a:pt x="219075" y="2343150"/>
                </a:lnTo>
                <a:lnTo>
                  <a:pt x="209550" y="2343150"/>
                </a:lnTo>
                <a:lnTo>
                  <a:pt x="209550" y="2352675"/>
                </a:lnTo>
                <a:lnTo>
                  <a:pt x="200025" y="2352675"/>
                </a:lnTo>
                <a:close/>
                <a:moveTo>
                  <a:pt x="409575" y="2390775"/>
                </a:moveTo>
                <a:lnTo>
                  <a:pt x="428625" y="2390775"/>
                </a:lnTo>
                <a:lnTo>
                  <a:pt x="428625" y="2400300"/>
                </a:lnTo>
                <a:lnTo>
                  <a:pt x="409575" y="2400300"/>
                </a:lnTo>
                <a:close/>
                <a:moveTo>
                  <a:pt x="523875" y="2390775"/>
                </a:moveTo>
                <a:lnTo>
                  <a:pt x="561975" y="2390775"/>
                </a:lnTo>
                <a:lnTo>
                  <a:pt x="561975" y="2400300"/>
                </a:lnTo>
                <a:lnTo>
                  <a:pt x="523875" y="2400300"/>
                </a:lnTo>
                <a:close/>
                <a:moveTo>
                  <a:pt x="609600" y="2390775"/>
                </a:moveTo>
                <a:lnTo>
                  <a:pt x="647700" y="2390775"/>
                </a:lnTo>
                <a:lnTo>
                  <a:pt x="647700" y="2400300"/>
                </a:lnTo>
                <a:lnTo>
                  <a:pt x="609600" y="2400300"/>
                </a:lnTo>
                <a:close/>
                <a:moveTo>
                  <a:pt x="676275" y="2390775"/>
                </a:moveTo>
                <a:lnTo>
                  <a:pt x="704850" y="2390775"/>
                </a:lnTo>
                <a:lnTo>
                  <a:pt x="704850" y="2400300"/>
                </a:lnTo>
                <a:lnTo>
                  <a:pt x="676275" y="2400300"/>
                </a:lnTo>
                <a:close/>
                <a:moveTo>
                  <a:pt x="762000" y="2390775"/>
                </a:moveTo>
                <a:lnTo>
                  <a:pt x="771525" y="2390775"/>
                </a:lnTo>
                <a:lnTo>
                  <a:pt x="771525" y="2400300"/>
                </a:lnTo>
                <a:lnTo>
                  <a:pt x="762000" y="2400300"/>
                </a:lnTo>
                <a:close/>
                <a:moveTo>
                  <a:pt x="809625" y="2390775"/>
                </a:moveTo>
                <a:lnTo>
                  <a:pt x="857250" y="2390775"/>
                </a:lnTo>
                <a:lnTo>
                  <a:pt x="857250" y="2400300"/>
                </a:lnTo>
                <a:lnTo>
                  <a:pt x="809625" y="2400300"/>
                </a:lnTo>
                <a:close/>
                <a:moveTo>
                  <a:pt x="876300" y="2390775"/>
                </a:moveTo>
                <a:lnTo>
                  <a:pt x="895350" y="2390775"/>
                </a:lnTo>
                <a:lnTo>
                  <a:pt x="895350" y="2400300"/>
                </a:lnTo>
                <a:lnTo>
                  <a:pt x="876300" y="2400300"/>
                </a:lnTo>
                <a:close/>
                <a:moveTo>
                  <a:pt x="914400" y="2390775"/>
                </a:moveTo>
                <a:lnTo>
                  <a:pt x="923925" y="2390775"/>
                </a:lnTo>
                <a:lnTo>
                  <a:pt x="923925" y="2400300"/>
                </a:lnTo>
                <a:lnTo>
                  <a:pt x="914400" y="2400300"/>
                </a:lnTo>
                <a:close/>
                <a:moveTo>
                  <a:pt x="990600" y="2390775"/>
                </a:moveTo>
                <a:lnTo>
                  <a:pt x="1019175" y="2390775"/>
                </a:lnTo>
                <a:lnTo>
                  <a:pt x="1019175" y="2400300"/>
                </a:lnTo>
                <a:lnTo>
                  <a:pt x="990600" y="2400300"/>
                </a:lnTo>
                <a:close/>
                <a:moveTo>
                  <a:pt x="1085850" y="2390775"/>
                </a:moveTo>
                <a:lnTo>
                  <a:pt x="1095375" y="2390775"/>
                </a:lnTo>
                <a:lnTo>
                  <a:pt x="1095375" y="2400300"/>
                </a:lnTo>
                <a:lnTo>
                  <a:pt x="1104900" y="2400300"/>
                </a:lnTo>
                <a:lnTo>
                  <a:pt x="1104900" y="2409825"/>
                </a:lnTo>
                <a:lnTo>
                  <a:pt x="1095375" y="2409825"/>
                </a:lnTo>
                <a:lnTo>
                  <a:pt x="1095375" y="2419350"/>
                </a:lnTo>
                <a:lnTo>
                  <a:pt x="1076325" y="2419350"/>
                </a:lnTo>
                <a:lnTo>
                  <a:pt x="1076325" y="2400300"/>
                </a:lnTo>
                <a:lnTo>
                  <a:pt x="1085850" y="2400300"/>
                </a:lnTo>
                <a:close/>
                <a:moveTo>
                  <a:pt x="1143000" y="2390775"/>
                </a:moveTo>
                <a:lnTo>
                  <a:pt x="1152525" y="2390775"/>
                </a:lnTo>
                <a:lnTo>
                  <a:pt x="1152525" y="2400300"/>
                </a:lnTo>
                <a:lnTo>
                  <a:pt x="1143000" y="2400300"/>
                </a:lnTo>
                <a:close/>
                <a:moveTo>
                  <a:pt x="1181100" y="2390775"/>
                </a:moveTo>
                <a:lnTo>
                  <a:pt x="1190625" y="2390775"/>
                </a:lnTo>
                <a:lnTo>
                  <a:pt x="1190625" y="2400300"/>
                </a:lnTo>
                <a:lnTo>
                  <a:pt x="1181100" y="2400300"/>
                </a:lnTo>
                <a:close/>
                <a:moveTo>
                  <a:pt x="1371600" y="2390775"/>
                </a:moveTo>
                <a:lnTo>
                  <a:pt x="1390650" y="2390775"/>
                </a:lnTo>
                <a:lnTo>
                  <a:pt x="1390650" y="2400300"/>
                </a:lnTo>
                <a:lnTo>
                  <a:pt x="1371600" y="2400300"/>
                </a:lnTo>
                <a:close/>
                <a:moveTo>
                  <a:pt x="1533525" y="2390775"/>
                </a:moveTo>
                <a:lnTo>
                  <a:pt x="1552575" y="2390775"/>
                </a:lnTo>
                <a:lnTo>
                  <a:pt x="1552575" y="2400300"/>
                </a:lnTo>
                <a:lnTo>
                  <a:pt x="1533525" y="2400300"/>
                </a:lnTo>
                <a:close/>
                <a:moveTo>
                  <a:pt x="1581150" y="2390775"/>
                </a:moveTo>
                <a:lnTo>
                  <a:pt x="1590675" y="2390775"/>
                </a:lnTo>
                <a:lnTo>
                  <a:pt x="1590675" y="2400300"/>
                </a:lnTo>
                <a:lnTo>
                  <a:pt x="1581150" y="2400300"/>
                </a:lnTo>
                <a:close/>
                <a:moveTo>
                  <a:pt x="1609725" y="2390775"/>
                </a:moveTo>
                <a:lnTo>
                  <a:pt x="1638300" y="2390775"/>
                </a:lnTo>
                <a:lnTo>
                  <a:pt x="1638300" y="2400300"/>
                </a:lnTo>
                <a:lnTo>
                  <a:pt x="1609725" y="2400300"/>
                </a:lnTo>
                <a:close/>
                <a:moveTo>
                  <a:pt x="1657350" y="2390775"/>
                </a:moveTo>
                <a:lnTo>
                  <a:pt x="1676400" y="2390775"/>
                </a:lnTo>
                <a:lnTo>
                  <a:pt x="1676400" y="2400300"/>
                </a:lnTo>
                <a:lnTo>
                  <a:pt x="1657350" y="2400300"/>
                </a:lnTo>
                <a:close/>
                <a:moveTo>
                  <a:pt x="504825" y="2400300"/>
                </a:moveTo>
                <a:lnTo>
                  <a:pt x="514350" y="2400300"/>
                </a:lnTo>
                <a:lnTo>
                  <a:pt x="514350" y="2409825"/>
                </a:lnTo>
                <a:lnTo>
                  <a:pt x="504825" y="2409825"/>
                </a:lnTo>
                <a:close/>
                <a:moveTo>
                  <a:pt x="742950" y="2400300"/>
                </a:moveTo>
                <a:lnTo>
                  <a:pt x="762000" y="2400300"/>
                </a:lnTo>
                <a:lnTo>
                  <a:pt x="762000" y="2419350"/>
                </a:lnTo>
                <a:lnTo>
                  <a:pt x="742950" y="2419350"/>
                </a:lnTo>
                <a:close/>
                <a:moveTo>
                  <a:pt x="923925" y="2400300"/>
                </a:moveTo>
                <a:lnTo>
                  <a:pt x="933450" y="2400300"/>
                </a:lnTo>
                <a:lnTo>
                  <a:pt x="933450" y="2409825"/>
                </a:lnTo>
                <a:lnTo>
                  <a:pt x="923925" y="2409825"/>
                </a:lnTo>
                <a:close/>
                <a:moveTo>
                  <a:pt x="1047750" y="2400300"/>
                </a:moveTo>
                <a:lnTo>
                  <a:pt x="1066800" y="2400300"/>
                </a:lnTo>
                <a:lnTo>
                  <a:pt x="1066800" y="2409825"/>
                </a:lnTo>
                <a:lnTo>
                  <a:pt x="1047750" y="2409825"/>
                </a:lnTo>
                <a:close/>
                <a:moveTo>
                  <a:pt x="762000" y="2419350"/>
                </a:moveTo>
                <a:lnTo>
                  <a:pt x="771525" y="2419350"/>
                </a:lnTo>
                <a:lnTo>
                  <a:pt x="771525" y="2428875"/>
                </a:lnTo>
                <a:lnTo>
                  <a:pt x="762000" y="2428875"/>
                </a:lnTo>
                <a:close/>
                <a:moveTo>
                  <a:pt x="952500" y="2419350"/>
                </a:moveTo>
                <a:lnTo>
                  <a:pt x="971550" y="2419350"/>
                </a:lnTo>
                <a:lnTo>
                  <a:pt x="971550" y="2428875"/>
                </a:lnTo>
                <a:lnTo>
                  <a:pt x="952500" y="2428875"/>
                </a:lnTo>
                <a:close/>
                <a:moveTo>
                  <a:pt x="1095375" y="2419350"/>
                </a:moveTo>
                <a:lnTo>
                  <a:pt x="1104900" y="2419350"/>
                </a:lnTo>
                <a:lnTo>
                  <a:pt x="1104900" y="2428875"/>
                </a:lnTo>
                <a:lnTo>
                  <a:pt x="1095375" y="2428875"/>
                </a:lnTo>
                <a:close/>
                <a:moveTo>
                  <a:pt x="1857375" y="2466975"/>
                </a:moveTo>
                <a:lnTo>
                  <a:pt x="1866900" y="2466975"/>
                </a:lnTo>
                <a:lnTo>
                  <a:pt x="1866900" y="2486025"/>
                </a:lnTo>
                <a:lnTo>
                  <a:pt x="1857375" y="2486025"/>
                </a:lnTo>
                <a:close/>
                <a:moveTo>
                  <a:pt x="161925" y="2486025"/>
                </a:moveTo>
                <a:lnTo>
                  <a:pt x="180975" y="2486025"/>
                </a:lnTo>
                <a:lnTo>
                  <a:pt x="180975" y="2505075"/>
                </a:lnTo>
                <a:lnTo>
                  <a:pt x="171450" y="2505075"/>
                </a:lnTo>
                <a:lnTo>
                  <a:pt x="171450" y="2495550"/>
                </a:lnTo>
                <a:lnTo>
                  <a:pt x="161925" y="2495550"/>
                </a:lnTo>
                <a:close/>
                <a:moveTo>
                  <a:pt x="1857375" y="2533650"/>
                </a:moveTo>
                <a:lnTo>
                  <a:pt x="1866900" y="2533650"/>
                </a:lnTo>
                <a:lnTo>
                  <a:pt x="1866900" y="2543175"/>
                </a:lnTo>
                <a:lnTo>
                  <a:pt x="1857375" y="2543175"/>
                </a:lnTo>
                <a:close/>
                <a:moveTo>
                  <a:pt x="180975" y="2562225"/>
                </a:moveTo>
                <a:lnTo>
                  <a:pt x="257175" y="2562225"/>
                </a:lnTo>
                <a:lnTo>
                  <a:pt x="257175" y="2571750"/>
                </a:lnTo>
                <a:lnTo>
                  <a:pt x="238125" y="2571750"/>
                </a:lnTo>
                <a:lnTo>
                  <a:pt x="238125" y="2590800"/>
                </a:lnTo>
                <a:lnTo>
                  <a:pt x="228600" y="2590800"/>
                </a:lnTo>
                <a:lnTo>
                  <a:pt x="228600" y="2571750"/>
                </a:lnTo>
                <a:lnTo>
                  <a:pt x="209550" y="2571750"/>
                </a:lnTo>
                <a:lnTo>
                  <a:pt x="209550" y="2581275"/>
                </a:lnTo>
                <a:lnTo>
                  <a:pt x="200025" y="2581275"/>
                </a:lnTo>
                <a:lnTo>
                  <a:pt x="200025" y="2590800"/>
                </a:lnTo>
                <a:lnTo>
                  <a:pt x="209550" y="2590800"/>
                </a:lnTo>
                <a:lnTo>
                  <a:pt x="209550" y="2600325"/>
                </a:lnTo>
                <a:lnTo>
                  <a:pt x="200025" y="2600325"/>
                </a:lnTo>
                <a:lnTo>
                  <a:pt x="200025" y="2609850"/>
                </a:lnTo>
                <a:lnTo>
                  <a:pt x="190500" y="2609850"/>
                </a:lnTo>
                <a:lnTo>
                  <a:pt x="190500" y="2638425"/>
                </a:lnTo>
                <a:lnTo>
                  <a:pt x="180975" y="2638425"/>
                </a:lnTo>
                <a:lnTo>
                  <a:pt x="180975" y="2647950"/>
                </a:lnTo>
                <a:lnTo>
                  <a:pt x="171450" y="2647950"/>
                </a:lnTo>
                <a:lnTo>
                  <a:pt x="171450" y="2571750"/>
                </a:lnTo>
                <a:lnTo>
                  <a:pt x="180975" y="2571750"/>
                </a:lnTo>
                <a:close/>
                <a:moveTo>
                  <a:pt x="304800" y="2581275"/>
                </a:moveTo>
                <a:lnTo>
                  <a:pt x="314325" y="2581275"/>
                </a:lnTo>
                <a:lnTo>
                  <a:pt x="314325" y="2647950"/>
                </a:lnTo>
                <a:lnTo>
                  <a:pt x="323850" y="2647950"/>
                </a:lnTo>
                <a:lnTo>
                  <a:pt x="323850" y="2667000"/>
                </a:lnTo>
                <a:lnTo>
                  <a:pt x="314325" y="2667000"/>
                </a:lnTo>
                <a:lnTo>
                  <a:pt x="314325" y="2657475"/>
                </a:lnTo>
                <a:lnTo>
                  <a:pt x="304800" y="2657475"/>
                </a:lnTo>
                <a:lnTo>
                  <a:pt x="304800" y="2647950"/>
                </a:lnTo>
                <a:lnTo>
                  <a:pt x="295275" y="2647950"/>
                </a:lnTo>
                <a:lnTo>
                  <a:pt x="295275" y="2638425"/>
                </a:lnTo>
                <a:lnTo>
                  <a:pt x="304800" y="2638425"/>
                </a:lnTo>
                <a:lnTo>
                  <a:pt x="304800" y="2600325"/>
                </a:lnTo>
                <a:lnTo>
                  <a:pt x="285750" y="2600325"/>
                </a:lnTo>
                <a:lnTo>
                  <a:pt x="285750" y="2590800"/>
                </a:lnTo>
                <a:lnTo>
                  <a:pt x="304800" y="2590800"/>
                </a:lnTo>
                <a:close/>
                <a:moveTo>
                  <a:pt x="1857375" y="2581275"/>
                </a:moveTo>
                <a:lnTo>
                  <a:pt x="1866900" y="2581275"/>
                </a:lnTo>
                <a:lnTo>
                  <a:pt x="1866900" y="2609850"/>
                </a:lnTo>
                <a:lnTo>
                  <a:pt x="1857375" y="2609850"/>
                </a:lnTo>
                <a:close/>
                <a:moveTo>
                  <a:pt x="1504950" y="2600325"/>
                </a:moveTo>
                <a:lnTo>
                  <a:pt x="1514475" y="2600325"/>
                </a:lnTo>
                <a:lnTo>
                  <a:pt x="1514475" y="2609850"/>
                </a:lnTo>
                <a:lnTo>
                  <a:pt x="1504950" y="2609850"/>
                </a:lnTo>
                <a:close/>
                <a:moveTo>
                  <a:pt x="200025" y="2609850"/>
                </a:moveTo>
                <a:lnTo>
                  <a:pt x="209550" y="2609850"/>
                </a:lnTo>
                <a:lnTo>
                  <a:pt x="209550" y="2619375"/>
                </a:lnTo>
                <a:lnTo>
                  <a:pt x="200025" y="2619375"/>
                </a:lnTo>
                <a:close/>
                <a:moveTo>
                  <a:pt x="419100" y="2647950"/>
                </a:moveTo>
                <a:lnTo>
                  <a:pt x="466725" y="2647950"/>
                </a:lnTo>
                <a:lnTo>
                  <a:pt x="466725" y="2657475"/>
                </a:lnTo>
                <a:lnTo>
                  <a:pt x="419100" y="2657475"/>
                </a:lnTo>
                <a:close/>
                <a:moveTo>
                  <a:pt x="819150" y="2647950"/>
                </a:moveTo>
                <a:lnTo>
                  <a:pt x="838200" y="2647950"/>
                </a:lnTo>
                <a:lnTo>
                  <a:pt x="838200" y="2657475"/>
                </a:lnTo>
                <a:lnTo>
                  <a:pt x="819150" y="2657475"/>
                </a:lnTo>
                <a:close/>
                <a:moveTo>
                  <a:pt x="1400175" y="2647950"/>
                </a:moveTo>
                <a:lnTo>
                  <a:pt x="1409700" y="2647950"/>
                </a:lnTo>
                <a:lnTo>
                  <a:pt x="1409700" y="2657475"/>
                </a:lnTo>
                <a:lnTo>
                  <a:pt x="1400175" y="2657475"/>
                </a:lnTo>
                <a:close/>
                <a:moveTo>
                  <a:pt x="171450" y="2657475"/>
                </a:moveTo>
                <a:lnTo>
                  <a:pt x="180975" y="2657475"/>
                </a:lnTo>
                <a:lnTo>
                  <a:pt x="180975" y="2667000"/>
                </a:lnTo>
                <a:lnTo>
                  <a:pt x="171450" y="2667000"/>
                </a:lnTo>
                <a:close/>
                <a:moveTo>
                  <a:pt x="190500" y="2657475"/>
                </a:moveTo>
                <a:lnTo>
                  <a:pt x="200025" y="2657475"/>
                </a:lnTo>
                <a:lnTo>
                  <a:pt x="200025" y="2676525"/>
                </a:lnTo>
                <a:lnTo>
                  <a:pt x="209550" y="2676525"/>
                </a:lnTo>
                <a:lnTo>
                  <a:pt x="209550" y="2686050"/>
                </a:lnTo>
                <a:lnTo>
                  <a:pt x="228600" y="2686050"/>
                </a:lnTo>
                <a:lnTo>
                  <a:pt x="228600" y="2676525"/>
                </a:lnTo>
                <a:lnTo>
                  <a:pt x="219075" y="2676525"/>
                </a:lnTo>
                <a:lnTo>
                  <a:pt x="219075" y="2667000"/>
                </a:lnTo>
                <a:lnTo>
                  <a:pt x="238125" y="2667000"/>
                </a:lnTo>
                <a:lnTo>
                  <a:pt x="238125" y="2676525"/>
                </a:lnTo>
                <a:lnTo>
                  <a:pt x="257175" y="2676525"/>
                </a:lnTo>
                <a:lnTo>
                  <a:pt x="257175" y="2695575"/>
                </a:lnTo>
                <a:lnTo>
                  <a:pt x="200025" y="2695575"/>
                </a:lnTo>
                <a:lnTo>
                  <a:pt x="200025" y="2686050"/>
                </a:lnTo>
                <a:lnTo>
                  <a:pt x="190500" y="2686050"/>
                </a:lnTo>
                <a:lnTo>
                  <a:pt x="190500" y="2676525"/>
                </a:lnTo>
                <a:lnTo>
                  <a:pt x="180975" y="2676525"/>
                </a:lnTo>
                <a:lnTo>
                  <a:pt x="180975" y="2667000"/>
                </a:lnTo>
                <a:lnTo>
                  <a:pt x="190500" y="2667000"/>
                </a:lnTo>
                <a:close/>
                <a:moveTo>
                  <a:pt x="1857375" y="2667000"/>
                </a:moveTo>
                <a:lnTo>
                  <a:pt x="1866900" y="2667000"/>
                </a:lnTo>
                <a:lnTo>
                  <a:pt x="1866900" y="2695575"/>
                </a:lnTo>
                <a:lnTo>
                  <a:pt x="1857375" y="2695575"/>
                </a:lnTo>
                <a:close/>
                <a:moveTo>
                  <a:pt x="304800" y="2676525"/>
                </a:moveTo>
                <a:lnTo>
                  <a:pt x="314325" y="2676525"/>
                </a:lnTo>
                <a:lnTo>
                  <a:pt x="314325" y="2686050"/>
                </a:lnTo>
                <a:lnTo>
                  <a:pt x="304800" y="2686050"/>
                </a:lnTo>
                <a:close/>
                <a:moveTo>
                  <a:pt x="504825" y="2676525"/>
                </a:moveTo>
                <a:lnTo>
                  <a:pt x="514350" y="2676525"/>
                </a:lnTo>
                <a:lnTo>
                  <a:pt x="514350" y="2686050"/>
                </a:lnTo>
                <a:lnTo>
                  <a:pt x="504825" y="2686050"/>
                </a:lnTo>
                <a:close/>
                <a:moveTo>
                  <a:pt x="561975" y="2676525"/>
                </a:moveTo>
                <a:lnTo>
                  <a:pt x="590550" y="2676525"/>
                </a:lnTo>
                <a:lnTo>
                  <a:pt x="590550" y="2686050"/>
                </a:lnTo>
                <a:lnTo>
                  <a:pt x="571500" y="2686050"/>
                </a:lnTo>
                <a:lnTo>
                  <a:pt x="571500" y="2695575"/>
                </a:lnTo>
                <a:lnTo>
                  <a:pt x="542925" y="2695575"/>
                </a:lnTo>
                <a:lnTo>
                  <a:pt x="542925" y="2686050"/>
                </a:lnTo>
                <a:lnTo>
                  <a:pt x="561975" y="2686050"/>
                </a:lnTo>
                <a:close/>
                <a:moveTo>
                  <a:pt x="723900" y="2676525"/>
                </a:moveTo>
                <a:lnTo>
                  <a:pt x="733425" y="2676525"/>
                </a:lnTo>
                <a:lnTo>
                  <a:pt x="733425" y="2686050"/>
                </a:lnTo>
                <a:lnTo>
                  <a:pt x="723900" y="2686050"/>
                </a:lnTo>
                <a:close/>
                <a:moveTo>
                  <a:pt x="914400" y="2676525"/>
                </a:moveTo>
                <a:lnTo>
                  <a:pt x="923925" y="2676525"/>
                </a:lnTo>
                <a:lnTo>
                  <a:pt x="923925" y="2686050"/>
                </a:lnTo>
                <a:lnTo>
                  <a:pt x="914400" y="2686050"/>
                </a:lnTo>
                <a:close/>
                <a:moveTo>
                  <a:pt x="295275" y="2686050"/>
                </a:moveTo>
                <a:lnTo>
                  <a:pt x="304800" y="2686050"/>
                </a:lnTo>
                <a:lnTo>
                  <a:pt x="304800" y="2695575"/>
                </a:lnTo>
                <a:lnTo>
                  <a:pt x="295275" y="2695575"/>
                </a:lnTo>
                <a:close/>
                <a:moveTo>
                  <a:pt x="371475" y="2686050"/>
                </a:moveTo>
                <a:lnTo>
                  <a:pt x="400050" y="2686050"/>
                </a:lnTo>
                <a:lnTo>
                  <a:pt x="400050" y="2695575"/>
                </a:lnTo>
                <a:lnTo>
                  <a:pt x="371475" y="2695575"/>
                </a:lnTo>
                <a:close/>
                <a:moveTo>
                  <a:pt x="457200" y="2686050"/>
                </a:moveTo>
                <a:lnTo>
                  <a:pt x="495300" y="2686050"/>
                </a:lnTo>
                <a:lnTo>
                  <a:pt x="495300" y="2695575"/>
                </a:lnTo>
                <a:lnTo>
                  <a:pt x="457200" y="2695575"/>
                </a:lnTo>
                <a:close/>
                <a:moveTo>
                  <a:pt x="590550" y="2686050"/>
                </a:moveTo>
                <a:lnTo>
                  <a:pt x="647700" y="2686050"/>
                </a:lnTo>
                <a:lnTo>
                  <a:pt x="647700" y="2695575"/>
                </a:lnTo>
                <a:lnTo>
                  <a:pt x="590550" y="2695575"/>
                </a:lnTo>
                <a:close/>
                <a:moveTo>
                  <a:pt x="676275" y="2686050"/>
                </a:moveTo>
                <a:lnTo>
                  <a:pt x="695325" y="2686050"/>
                </a:lnTo>
                <a:lnTo>
                  <a:pt x="695325" y="2695575"/>
                </a:lnTo>
                <a:lnTo>
                  <a:pt x="676275" y="2695575"/>
                </a:lnTo>
                <a:close/>
                <a:moveTo>
                  <a:pt x="704850" y="2686050"/>
                </a:moveTo>
                <a:lnTo>
                  <a:pt x="714375" y="2686050"/>
                </a:lnTo>
                <a:lnTo>
                  <a:pt x="714375" y="2695575"/>
                </a:lnTo>
                <a:lnTo>
                  <a:pt x="704850" y="2695575"/>
                </a:lnTo>
                <a:close/>
                <a:moveTo>
                  <a:pt x="762000" y="2686050"/>
                </a:moveTo>
                <a:lnTo>
                  <a:pt x="781050" y="2686050"/>
                </a:lnTo>
                <a:lnTo>
                  <a:pt x="781050" y="2695575"/>
                </a:lnTo>
                <a:lnTo>
                  <a:pt x="762000" y="2695575"/>
                </a:lnTo>
                <a:close/>
                <a:moveTo>
                  <a:pt x="800100" y="2686050"/>
                </a:moveTo>
                <a:lnTo>
                  <a:pt x="809625" y="2686050"/>
                </a:lnTo>
                <a:lnTo>
                  <a:pt x="809625" y="2695575"/>
                </a:lnTo>
                <a:lnTo>
                  <a:pt x="800100" y="2695575"/>
                </a:lnTo>
                <a:close/>
                <a:moveTo>
                  <a:pt x="838200" y="2686050"/>
                </a:moveTo>
                <a:lnTo>
                  <a:pt x="857250" y="2686050"/>
                </a:lnTo>
                <a:lnTo>
                  <a:pt x="857250" y="2695575"/>
                </a:lnTo>
                <a:lnTo>
                  <a:pt x="838200" y="2695575"/>
                </a:lnTo>
                <a:close/>
                <a:moveTo>
                  <a:pt x="895350" y="2686050"/>
                </a:moveTo>
                <a:lnTo>
                  <a:pt x="904875" y="2686050"/>
                </a:lnTo>
                <a:lnTo>
                  <a:pt x="904875" y="2695575"/>
                </a:lnTo>
                <a:lnTo>
                  <a:pt x="895350" y="2695575"/>
                </a:lnTo>
                <a:close/>
                <a:moveTo>
                  <a:pt x="171450" y="2743200"/>
                </a:moveTo>
                <a:lnTo>
                  <a:pt x="180975" y="2743200"/>
                </a:lnTo>
                <a:lnTo>
                  <a:pt x="180975" y="2762250"/>
                </a:lnTo>
                <a:lnTo>
                  <a:pt x="171450" y="2762250"/>
                </a:lnTo>
                <a:close/>
                <a:moveTo>
                  <a:pt x="1857375" y="2752725"/>
                </a:moveTo>
                <a:lnTo>
                  <a:pt x="1866900" y="2752725"/>
                </a:lnTo>
                <a:lnTo>
                  <a:pt x="1866900" y="2762250"/>
                </a:lnTo>
                <a:lnTo>
                  <a:pt x="1857375" y="2762250"/>
                </a:lnTo>
                <a:close/>
                <a:moveTo>
                  <a:pt x="266700" y="2819400"/>
                </a:moveTo>
                <a:lnTo>
                  <a:pt x="295275" y="2819400"/>
                </a:lnTo>
                <a:lnTo>
                  <a:pt x="295275" y="2828925"/>
                </a:lnTo>
                <a:lnTo>
                  <a:pt x="304800" y="2828925"/>
                </a:lnTo>
                <a:lnTo>
                  <a:pt x="304800" y="2838450"/>
                </a:lnTo>
                <a:lnTo>
                  <a:pt x="314325" y="2838450"/>
                </a:lnTo>
                <a:lnTo>
                  <a:pt x="314325" y="2857500"/>
                </a:lnTo>
                <a:lnTo>
                  <a:pt x="295275" y="2857500"/>
                </a:lnTo>
                <a:lnTo>
                  <a:pt x="295275" y="2867025"/>
                </a:lnTo>
                <a:lnTo>
                  <a:pt x="285750" y="2867025"/>
                </a:lnTo>
                <a:lnTo>
                  <a:pt x="285750" y="2838450"/>
                </a:lnTo>
                <a:lnTo>
                  <a:pt x="266700" y="2838450"/>
                </a:lnTo>
                <a:close/>
                <a:moveTo>
                  <a:pt x="180975" y="2828925"/>
                </a:moveTo>
                <a:lnTo>
                  <a:pt x="190500" y="2828925"/>
                </a:lnTo>
                <a:lnTo>
                  <a:pt x="190500" y="2838450"/>
                </a:lnTo>
                <a:lnTo>
                  <a:pt x="180975" y="2838450"/>
                </a:lnTo>
                <a:close/>
                <a:moveTo>
                  <a:pt x="381000" y="2828925"/>
                </a:moveTo>
                <a:lnTo>
                  <a:pt x="400050" y="2828925"/>
                </a:lnTo>
                <a:lnTo>
                  <a:pt x="400050" y="2838450"/>
                </a:lnTo>
                <a:lnTo>
                  <a:pt x="381000" y="2838450"/>
                </a:lnTo>
                <a:close/>
                <a:moveTo>
                  <a:pt x="495300" y="2828925"/>
                </a:moveTo>
                <a:lnTo>
                  <a:pt x="514350" y="2828925"/>
                </a:lnTo>
                <a:lnTo>
                  <a:pt x="514350" y="2838450"/>
                </a:lnTo>
                <a:lnTo>
                  <a:pt x="495300" y="2838450"/>
                </a:lnTo>
                <a:close/>
                <a:moveTo>
                  <a:pt x="561975" y="2838450"/>
                </a:moveTo>
                <a:lnTo>
                  <a:pt x="571500" y="2838450"/>
                </a:lnTo>
                <a:lnTo>
                  <a:pt x="571500" y="2847975"/>
                </a:lnTo>
                <a:lnTo>
                  <a:pt x="561975" y="2847975"/>
                </a:lnTo>
                <a:close/>
                <a:moveTo>
                  <a:pt x="571500" y="2847975"/>
                </a:moveTo>
                <a:lnTo>
                  <a:pt x="581025" y="2847975"/>
                </a:lnTo>
                <a:lnTo>
                  <a:pt x="581025" y="2857500"/>
                </a:lnTo>
                <a:lnTo>
                  <a:pt x="571500" y="2857500"/>
                </a:lnTo>
                <a:close/>
                <a:moveTo>
                  <a:pt x="295275" y="2867025"/>
                </a:moveTo>
                <a:lnTo>
                  <a:pt x="304800" y="2867025"/>
                </a:lnTo>
                <a:lnTo>
                  <a:pt x="304800" y="2876550"/>
                </a:lnTo>
                <a:lnTo>
                  <a:pt x="295275" y="2876550"/>
                </a:lnTo>
                <a:close/>
                <a:moveTo>
                  <a:pt x="419100" y="2876550"/>
                </a:moveTo>
                <a:lnTo>
                  <a:pt x="428625" y="2876550"/>
                </a:lnTo>
                <a:lnTo>
                  <a:pt x="428625" y="2886075"/>
                </a:lnTo>
                <a:lnTo>
                  <a:pt x="419100" y="2886075"/>
                </a:lnTo>
                <a:close/>
                <a:moveTo>
                  <a:pt x="1857375" y="2876550"/>
                </a:moveTo>
                <a:lnTo>
                  <a:pt x="1866900" y="2876550"/>
                </a:lnTo>
                <a:lnTo>
                  <a:pt x="1866900" y="2914650"/>
                </a:lnTo>
                <a:lnTo>
                  <a:pt x="1857375" y="2914650"/>
                </a:lnTo>
                <a:close/>
                <a:moveTo>
                  <a:pt x="314325" y="2886075"/>
                </a:moveTo>
                <a:lnTo>
                  <a:pt x="323850" y="2886075"/>
                </a:lnTo>
                <a:lnTo>
                  <a:pt x="323850" y="2933700"/>
                </a:lnTo>
                <a:lnTo>
                  <a:pt x="314325" y="2933700"/>
                </a:lnTo>
                <a:close/>
                <a:moveTo>
                  <a:pt x="171450" y="2905125"/>
                </a:moveTo>
                <a:lnTo>
                  <a:pt x="180975" y="2905125"/>
                </a:lnTo>
                <a:lnTo>
                  <a:pt x="180975" y="2914650"/>
                </a:lnTo>
                <a:lnTo>
                  <a:pt x="190500" y="2914650"/>
                </a:lnTo>
                <a:lnTo>
                  <a:pt x="190500" y="2933700"/>
                </a:lnTo>
                <a:lnTo>
                  <a:pt x="200025" y="2933700"/>
                </a:lnTo>
                <a:lnTo>
                  <a:pt x="200025" y="2952750"/>
                </a:lnTo>
                <a:lnTo>
                  <a:pt x="190500" y="2952750"/>
                </a:lnTo>
                <a:lnTo>
                  <a:pt x="190500" y="2943225"/>
                </a:lnTo>
                <a:lnTo>
                  <a:pt x="180975" y="2943225"/>
                </a:lnTo>
                <a:lnTo>
                  <a:pt x="180975" y="2952750"/>
                </a:lnTo>
                <a:lnTo>
                  <a:pt x="171450" y="2952750"/>
                </a:lnTo>
                <a:lnTo>
                  <a:pt x="171450" y="2943225"/>
                </a:lnTo>
                <a:lnTo>
                  <a:pt x="161925" y="2943225"/>
                </a:lnTo>
                <a:lnTo>
                  <a:pt x="161925" y="2933700"/>
                </a:lnTo>
                <a:lnTo>
                  <a:pt x="171450" y="2933700"/>
                </a:lnTo>
                <a:close/>
                <a:moveTo>
                  <a:pt x="447675" y="2905125"/>
                </a:moveTo>
                <a:lnTo>
                  <a:pt x="466725" y="2905125"/>
                </a:lnTo>
                <a:lnTo>
                  <a:pt x="466725" y="2914650"/>
                </a:lnTo>
                <a:lnTo>
                  <a:pt x="447675" y="2914650"/>
                </a:lnTo>
                <a:close/>
                <a:moveTo>
                  <a:pt x="495300" y="2905125"/>
                </a:moveTo>
                <a:lnTo>
                  <a:pt x="523875" y="2905125"/>
                </a:lnTo>
                <a:lnTo>
                  <a:pt x="523875" y="2924175"/>
                </a:lnTo>
                <a:lnTo>
                  <a:pt x="504825" y="2924175"/>
                </a:lnTo>
                <a:lnTo>
                  <a:pt x="504825" y="2914650"/>
                </a:lnTo>
                <a:lnTo>
                  <a:pt x="495300" y="2914650"/>
                </a:lnTo>
                <a:close/>
                <a:moveTo>
                  <a:pt x="723900" y="2905125"/>
                </a:moveTo>
                <a:lnTo>
                  <a:pt x="742950" y="2905125"/>
                </a:lnTo>
                <a:lnTo>
                  <a:pt x="742950" y="2914650"/>
                </a:lnTo>
                <a:lnTo>
                  <a:pt x="723900" y="2914650"/>
                </a:lnTo>
                <a:close/>
                <a:moveTo>
                  <a:pt x="876300" y="2905125"/>
                </a:moveTo>
                <a:lnTo>
                  <a:pt x="885825" y="2905125"/>
                </a:lnTo>
                <a:lnTo>
                  <a:pt x="885825" y="2914650"/>
                </a:lnTo>
                <a:lnTo>
                  <a:pt x="876300" y="2914650"/>
                </a:lnTo>
                <a:close/>
                <a:moveTo>
                  <a:pt x="914400" y="2905125"/>
                </a:moveTo>
                <a:lnTo>
                  <a:pt x="933450" y="2905125"/>
                </a:lnTo>
                <a:lnTo>
                  <a:pt x="933450" y="2914650"/>
                </a:lnTo>
                <a:lnTo>
                  <a:pt x="914400" y="2914650"/>
                </a:lnTo>
                <a:close/>
                <a:moveTo>
                  <a:pt x="1276350" y="2905125"/>
                </a:moveTo>
                <a:lnTo>
                  <a:pt x="1285875" y="2905125"/>
                </a:lnTo>
                <a:lnTo>
                  <a:pt x="1285875" y="2914650"/>
                </a:lnTo>
                <a:lnTo>
                  <a:pt x="1276350" y="2914650"/>
                </a:lnTo>
                <a:close/>
                <a:moveTo>
                  <a:pt x="885825" y="2914650"/>
                </a:moveTo>
                <a:lnTo>
                  <a:pt x="904875" y="2914650"/>
                </a:lnTo>
                <a:lnTo>
                  <a:pt x="904875" y="2943225"/>
                </a:lnTo>
                <a:lnTo>
                  <a:pt x="885825" y="2943225"/>
                </a:lnTo>
                <a:close/>
                <a:moveTo>
                  <a:pt x="933450" y="2914650"/>
                </a:moveTo>
                <a:lnTo>
                  <a:pt x="952500" y="2914650"/>
                </a:lnTo>
                <a:lnTo>
                  <a:pt x="952500" y="2924175"/>
                </a:lnTo>
                <a:lnTo>
                  <a:pt x="933450" y="2924175"/>
                </a:lnTo>
                <a:close/>
                <a:moveTo>
                  <a:pt x="495300" y="2933700"/>
                </a:moveTo>
                <a:lnTo>
                  <a:pt x="523875" y="2933700"/>
                </a:lnTo>
                <a:lnTo>
                  <a:pt x="523875" y="2943225"/>
                </a:lnTo>
                <a:lnTo>
                  <a:pt x="495300" y="2943225"/>
                </a:lnTo>
                <a:close/>
                <a:moveTo>
                  <a:pt x="847725" y="2933700"/>
                </a:moveTo>
                <a:lnTo>
                  <a:pt x="857250" y="2933700"/>
                </a:lnTo>
                <a:lnTo>
                  <a:pt x="857250" y="2943225"/>
                </a:lnTo>
                <a:lnTo>
                  <a:pt x="847725" y="2943225"/>
                </a:lnTo>
                <a:close/>
                <a:moveTo>
                  <a:pt x="390525" y="2943225"/>
                </a:moveTo>
                <a:lnTo>
                  <a:pt x="419100" y="2943225"/>
                </a:lnTo>
                <a:lnTo>
                  <a:pt x="419100" y="2952750"/>
                </a:lnTo>
                <a:lnTo>
                  <a:pt x="390525" y="2952750"/>
                </a:lnTo>
                <a:close/>
                <a:moveTo>
                  <a:pt x="476250" y="2943225"/>
                </a:moveTo>
                <a:lnTo>
                  <a:pt x="495300" y="2943225"/>
                </a:lnTo>
                <a:lnTo>
                  <a:pt x="495300" y="2952750"/>
                </a:lnTo>
                <a:lnTo>
                  <a:pt x="476250" y="2952750"/>
                </a:lnTo>
                <a:close/>
                <a:moveTo>
                  <a:pt x="600075" y="2943225"/>
                </a:moveTo>
                <a:lnTo>
                  <a:pt x="609600" y="2943225"/>
                </a:lnTo>
                <a:lnTo>
                  <a:pt x="609600" y="2952750"/>
                </a:lnTo>
                <a:lnTo>
                  <a:pt x="600075" y="2952750"/>
                </a:lnTo>
                <a:close/>
                <a:moveTo>
                  <a:pt x="666750" y="2943225"/>
                </a:moveTo>
                <a:lnTo>
                  <a:pt x="676275" y="2943225"/>
                </a:lnTo>
                <a:lnTo>
                  <a:pt x="676275" y="2952750"/>
                </a:lnTo>
                <a:lnTo>
                  <a:pt x="666750" y="2952750"/>
                </a:lnTo>
                <a:close/>
                <a:moveTo>
                  <a:pt x="695325" y="2943225"/>
                </a:moveTo>
                <a:lnTo>
                  <a:pt x="733425" y="2943225"/>
                </a:lnTo>
                <a:lnTo>
                  <a:pt x="733425" y="2952750"/>
                </a:lnTo>
                <a:lnTo>
                  <a:pt x="695325" y="2952750"/>
                </a:lnTo>
                <a:close/>
                <a:moveTo>
                  <a:pt x="742950" y="2943225"/>
                </a:moveTo>
                <a:lnTo>
                  <a:pt x="752475" y="2943225"/>
                </a:lnTo>
                <a:lnTo>
                  <a:pt x="752475" y="2952750"/>
                </a:lnTo>
                <a:lnTo>
                  <a:pt x="742950" y="2952750"/>
                </a:lnTo>
                <a:close/>
                <a:moveTo>
                  <a:pt x="857250" y="2943225"/>
                </a:moveTo>
                <a:lnTo>
                  <a:pt x="866775" y="2943225"/>
                </a:lnTo>
                <a:lnTo>
                  <a:pt x="866775" y="2952750"/>
                </a:lnTo>
                <a:lnTo>
                  <a:pt x="857250" y="2952750"/>
                </a:lnTo>
                <a:close/>
                <a:moveTo>
                  <a:pt x="923925" y="2943225"/>
                </a:moveTo>
                <a:lnTo>
                  <a:pt x="962025" y="2943225"/>
                </a:lnTo>
                <a:lnTo>
                  <a:pt x="962025" y="2952750"/>
                </a:lnTo>
                <a:lnTo>
                  <a:pt x="923925" y="2952750"/>
                </a:lnTo>
                <a:close/>
                <a:moveTo>
                  <a:pt x="1000125" y="2943225"/>
                </a:moveTo>
                <a:lnTo>
                  <a:pt x="1019175" y="2943225"/>
                </a:lnTo>
                <a:lnTo>
                  <a:pt x="1019175" y="2952750"/>
                </a:lnTo>
                <a:lnTo>
                  <a:pt x="1000125" y="2952750"/>
                </a:lnTo>
                <a:close/>
                <a:moveTo>
                  <a:pt x="228600" y="2952750"/>
                </a:moveTo>
                <a:lnTo>
                  <a:pt x="276225" y="2952750"/>
                </a:lnTo>
                <a:lnTo>
                  <a:pt x="276225" y="2962275"/>
                </a:lnTo>
                <a:lnTo>
                  <a:pt x="228600" y="2962275"/>
                </a:lnTo>
                <a:close/>
                <a:moveTo>
                  <a:pt x="171450" y="3000375"/>
                </a:moveTo>
                <a:lnTo>
                  <a:pt x="180975" y="3000375"/>
                </a:lnTo>
                <a:lnTo>
                  <a:pt x="180975" y="3028950"/>
                </a:lnTo>
                <a:lnTo>
                  <a:pt x="161925" y="3028950"/>
                </a:lnTo>
                <a:lnTo>
                  <a:pt x="161925" y="3009900"/>
                </a:lnTo>
                <a:lnTo>
                  <a:pt x="171450" y="3009900"/>
                </a:lnTo>
                <a:close/>
                <a:moveTo>
                  <a:pt x="428625" y="3009900"/>
                </a:moveTo>
                <a:lnTo>
                  <a:pt x="438150" y="3009900"/>
                </a:lnTo>
                <a:lnTo>
                  <a:pt x="438150" y="3028950"/>
                </a:lnTo>
                <a:lnTo>
                  <a:pt x="428625" y="3028950"/>
                </a:lnTo>
                <a:close/>
                <a:moveTo>
                  <a:pt x="495300" y="3009900"/>
                </a:moveTo>
                <a:lnTo>
                  <a:pt x="514350" y="3009900"/>
                </a:lnTo>
                <a:lnTo>
                  <a:pt x="514350" y="3028950"/>
                </a:lnTo>
                <a:lnTo>
                  <a:pt x="495300" y="3028950"/>
                </a:lnTo>
                <a:close/>
                <a:moveTo>
                  <a:pt x="581025" y="3009900"/>
                </a:moveTo>
                <a:lnTo>
                  <a:pt x="590550" y="3009900"/>
                </a:lnTo>
                <a:lnTo>
                  <a:pt x="590550" y="3028950"/>
                </a:lnTo>
                <a:lnTo>
                  <a:pt x="581025" y="3028950"/>
                </a:lnTo>
                <a:close/>
                <a:moveTo>
                  <a:pt x="1190625" y="3009900"/>
                </a:moveTo>
                <a:lnTo>
                  <a:pt x="1200150" y="3009900"/>
                </a:lnTo>
                <a:lnTo>
                  <a:pt x="1200150" y="3028950"/>
                </a:lnTo>
                <a:lnTo>
                  <a:pt x="1190625" y="3028950"/>
                </a:lnTo>
                <a:close/>
                <a:moveTo>
                  <a:pt x="200025" y="3076575"/>
                </a:moveTo>
                <a:lnTo>
                  <a:pt x="295275" y="3076575"/>
                </a:lnTo>
                <a:lnTo>
                  <a:pt x="295275" y="3086100"/>
                </a:lnTo>
                <a:lnTo>
                  <a:pt x="304800" y="3086100"/>
                </a:lnTo>
                <a:lnTo>
                  <a:pt x="304800" y="3095625"/>
                </a:lnTo>
                <a:lnTo>
                  <a:pt x="295275" y="3095625"/>
                </a:lnTo>
                <a:lnTo>
                  <a:pt x="295275" y="3105150"/>
                </a:lnTo>
                <a:lnTo>
                  <a:pt x="304800" y="3105150"/>
                </a:lnTo>
                <a:lnTo>
                  <a:pt x="304800" y="3095625"/>
                </a:lnTo>
                <a:lnTo>
                  <a:pt x="314325" y="3095625"/>
                </a:lnTo>
                <a:lnTo>
                  <a:pt x="314325" y="3105150"/>
                </a:lnTo>
                <a:lnTo>
                  <a:pt x="323850" y="3105150"/>
                </a:lnTo>
                <a:lnTo>
                  <a:pt x="323850" y="3162300"/>
                </a:lnTo>
                <a:lnTo>
                  <a:pt x="314325" y="3162300"/>
                </a:lnTo>
                <a:lnTo>
                  <a:pt x="314325" y="3114675"/>
                </a:lnTo>
                <a:lnTo>
                  <a:pt x="304800" y="3114675"/>
                </a:lnTo>
                <a:lnTo>
                  <a:pt x="304800" y="3124200"/>
                </a:lnTo>
                <a:lnTo>
                  <a:pt x="276225" y="3124200"/>
                </a:lnTo>
                <a:lnTo>
                  <a:pt x="276225" y="3114675"/>
                </a:lnTo>
                <a:lnTo>
                  <a:pt x="266700" y="3114675"/>
                </a:lnTo>
                <a:lnTo>
                  <a:pt x="266700" y="3105150"/>
                </a:lnTo>
                <a:lnTo>
                  <a:pt x="228600" y="3105150"/>
                </a:lnTo>
                <a:lnTo>
                  <a:pt x="228600" y="3114675"/>
                </a:lnTo>
                <a:lnTo>
                  <a:pt x="219075" y="3114675"/>
                </a:lnTo>
                <a:lnTo>
                  <a:pt x="219075" y="3124200"/>
                </a:lnTo>
                <a:lnTo>
                  <a:pt x="209550" y="3124200"/>
                </a:lnTo>
                <a:lnTo>
                  <a:pt x="209550" y="3162300"/>
                </a:lnTo>
                <a:lnTo>
                  <a:pt x="200025" y="3162300"/>
                </a:lnTo>
                <a:lnTo>
                  <a:pt x="200025" y="3171825"/>
                </a:lnTo>
                <a:lnTo>
                  <a:pt x="190500" y="3171825"/>
                </a:lnTo>
                <a:lnTo>
                  <a:pt x="190500" y="3190875"/>
                </a:lnTo>
                <a:lnTo>
                  <a:pt x="200025" y="3190875"/>
                </a:lnTo>
                <a:lnTo>
                  <a:pt x="200025" y="3200400"/>
                </a:lnTo>
                <a:lnTo>
                  <a:pt x="219075" y="3200400"/>
                </a:lnTo>
                <a:lnTo>
                  <a:pt x="219075" y="3209925"/>
                </a:lnTo>
                <a:lnTo>
                  <a:pt x="247650" y="3209925"/>
                </a:lnTo>
                <a:lnTo>
                  <a:pt x="247650" y="3219450"/>
                </a:lnTo>
                <a:lnTo>
                  <a:pt x="190500" y="3219450"/>
                </a:lnTo>
                <a:lnTo>
                  <a:pt x="190500" y="3209925"/>
                </a:lnTo>
                <a:lnTo>
                  <a:pt x="171450" y="3209925"/>
                </a:lnTo>
                <a:lnTo>
                  <a:pt x="171450" y="3200400"/>
                </a:lnTo>
                <a:lnTo>
                  <a:pt x="161925" y="3200400"/>
                </a:lnTo>
                <a:lnTo>
                  <a:pt x="161925" y="3171825"/>
                </a:lnTo>
                <a:lnTo>
                  <a:pt x="171450" y="3171825"/>
                </a:lnTo>
                <a:lnTo>
                  <a:pt x="171450" y="3105150"/>
                </a:lnTo>
                <a:lnTo>
                  <a:pt x="180975" y="3105150"/>
                </a:lnTo>
                <a:lnTo>
                  <a:pt x="180975" y="3095625"/>
                </a:lnTo>
                <a:lnTo>
                  <a:pt x="190500" y="3095625"/>
                </a:lnTo>
                <a:lnTo>
                  <a:pt x="190500" y="3086100"/>
                </a:lnTo>
                <a:lnTo>
                  <a:pt x="200025" y="3086100"/>
                </a:lnTo>
                <a:close/>
                <a:moveTo>
                  <a:pt x="466725" y="3095625"/>
                </a:moveTo>
                <a:lnTo>
                  <a:pt x="476250" y="3095625"/>
                </a:lnTo>
                <a:lnTo>
                  <a:pt x="476250" y="3105150"/>
                </a:lnTo>
                <a:lnTo>
                  <a:pt x="466725" y="3105150"/>
                </a:lnTo>
                <a:close/>
                <a:moveTo>
                  <a:pt x="1295400" y="3124200"/>
                </a:moveTo>
                <a:lnTo>
                  <a:pt x="1304925" y="3124200"/>
                </a:lnTo>
                <a:lnTo>
                  <a:pt x="1304925" y="3133725"/>
                </a:lnTo>
                <a:lnTo>
                  <a:pt x="1295400" y="3133725"/>
                </a:lnTo>
                <a:close/>
                <a:moveTo>
                  <a:pt x="1428750" y="3124200"/>
                </a:moveTo>
                <a:lnTo>
                  <a:pt x="1447800" y="3124200"/>
                </a:lnTo>
                <a:lnTo>
                  <a:pt x="1447800" y="3133725"/>
                </a:lnTo>
                <a:lnTo>
                  <a:pt x="1428750" y="3133725"/>
                </a:lnTo>
                <a:close/>
                <a:moveTo>
                  <a:pt x="1552575" y="3124200"/>
                </a:moveTo>
                <a:lnTo>
                  <a:pt x="1571625" y="3124200"/>
                </a:lnTo>
                <a:lnTo>
                  <a:pt x="1571625" y="3133725"/>
                </a:lnTo>
                <a:lnTo>
                  <a:pt x="1552575" y="3133725"/>
                </a:lnTo>
                <a:close/>
                <a:moveTo>
                  <a:pt x="1638300" y="3124200"/>
                </a:moveTo>
                <a:lnTo>
                  <a:pt x="1657350" y="3124200"/>
                </a:lnTo>
                <a:lnTo>
                  <a:pt x="1657350" y="3133725"/>
                </a:lnTo>
                <a:lnTo>
                  <a:pt x="1638300" y="3133725"/>
                </a:lnTo>
                <a:close/>
                <a:moveTo>
                  <a:pt x="1304925" y="3133725"/>
                </a:moveTo>
                <a:lnTo>
                  <a:pt x="1323975" y="3133725"/>
                </a:lnTo>
                <a:lnTo>
                  <a:pt x="1323975" y="3143250"/>
                </a:lnTo>
                <a:lnTo>
                  <a:pt x="1333500" y="3143250"/>
                </a:lnTo>
                <a:lnTo>
                  <a:pt x="1333500" y="3152775"/>
                </a:lnTo>
                <a:lnTo>
                  <a:pt x="1314450" y="3152775"/>
                </a:lnTo>
                <a:lnTo>
                  <a:pt x="1314450" y="3143250"/>
                </a:lnTo>
                <a:lnTo>
                  <a:pt x="1304925" y="3143250"/>
                </a:lnTo>
                <a:close/>
                <a:moveTo>
                  <a:pt x="314325" y="3171825"/>
                </a:moveTo>
                <a:lnTo>
                  <a:pt x="323850" y="3171825"/>
                </a:lnTo>
                <a:lnTo>
                  <a:pt x="323850" y="3200400"/>
                </a:lnTo>
                <a:lnTo>
                  <a:pt x="314325" y="3200400"/>
                </a:lnTo>
                <a:close/>
                <a:moveTo>
                  <a:pt x="390525" y="3171825"/>
                </a:moveTo>
                <a:lnTo>
                  <a:pt x="409575" y="3171825"/>
                </a:lnTo>
                <a:lnTo>
                  <a:pt x="409575" y="3181350"/>
                </a:lnTo>
                <a:lnTo>
                  <a:pt x="390525" y="3181350"/>
                </a:lnTo>
                <a:close/>
                <a:moveTo>
                  <a:pt x="438150" y="3171825"/>
                </a:moveTo>
                <a:lnTo>
                  <a:pt x="523875" y="3171825"/>
                </a:lnTo>
                <a:lnTo>
                  <a:pt x="523875" y="3181350"/>
                </a:lnTo>
                <a:lnTo>
                  <a:pt x="438150" y="3181350"/>
                </a:lnTo>
                <a:close/>
                <a:moveTo>
                  <a:pt x="533400" y="3171825"/>
                </a:moveTo>
                <a:lnTo>
                  <a:pt x="552450" y="3171825"/>
                </a:lnTo>
                <a:lnTo>
                  <a:pt x="552450" y="3181350"/>
                </a:lnTo>
                <a:lnTo>
                  <a:pt x="533400" y="3181350"/>
                </a:lnTo>
                <a:close/>
                <a:moveTo>
                  <a:pt x="581025" y="3171825"/>
                </a:moveTo>
                <a:lnTo>
                  <a:pt x="638175" y="3171825"/>
                </a:lnTo>
                <a:lnTo>
                  <a:pt x="638175" y="3181350"/>
                </a:lnTo>
                <a:lnTo>
                  <a:pt x="581025" y="3181350"/>
                </a:lnTo>
                <a:close/>
                <a:moveTo>
                  <a:pt x="657225" y="3171825"/>
                </a:moveTo>
                <a:lnTo>
                  <a:pt x="666750" y="3171825"/>
                </a:lnTo>
                <a:lnTo>
                  <a:pt x="666750" y="3181350"/>
                </a:lnTo>
                <a:lnTo>
                  <a:pt x="657225" y="3181350"/>
                </a:lnTo>
                <a:close/>
                <a:moveTo>
                  <a:pt x="695325" y="3171825"/>
                </a:moveTo>
                <a:lnTo>
                  <a:pt x="723900" y="3171825"/>
                </a:lnTo>
                <a:lnTo>
                  <a:pt x="723900" y="3181350"/>
                </a:lnTo>
                <a:lnTo>
                  <a:pt x="695325" y="3181350"/>
                </a:lnTo>
                <a:close/>
                <a:moveTo>
                  <a:pt x="733425" y="3171825"/>
                </a:moveTo>
                <a:lnTo>
                  <a:pt x="752475" y="3171825"/>
                </a:lnTo>
                <a:lnTo>
                  <a:pt x="752475" y="3181350"/>
                </a:lnTo>
                <a:lnTo>
                  <a:pt x="733425" y="3181350"/>
                </a:lnTo>
                <a:close/>
                <a:moveTo>
                  <a:pt x="781050" y="3171825"/>
                </a:moveTo>
                <a:lnTo>
                  <a:pt x="790575" y="3171825"/>
                </a:lnTo>
                <a:lnTo>
                  <a:pt x="790575" y="3181350"/>
                </a:lnTo>
                <a:lnTo>
                  <a:pt x="781050" y="3181350"/>
                </a:lnTo>
                <a:close/>
                <a:moveTo>
                  <a:pt x="876300" y="3171825"/>
                </a:moveTo>
                <a:lnTo>
                  <a:pt x="885825" y="3171825"/>
                </a:lnTo>
                <a:lnTo>
                  <a:pt x="885825" y="3181350"/>
                </a:lnTo>
                <a:lnTo>
                  <a:pt x="876300" y="3181350"/>
                </a:lnTo>
                <a:close/>
                <a:moveTo>
                  <a:pt x="914400" y="3171825"/>
                </a:moveTo>
                <a:lnTo>
                  <a:pt x="923925" y="3171825"/>
                </a:lnTo>
                <a:lnTo>
                  <a:pt x="923925" y="3181350"/>
                </a:lnTo>
                <a:lnTo>
                  <a:pt x="914400" y="3181350"/>
                </a:lnTo>
                <a:close/>
                <a:moveTo>
                  <a:pt x="1533525" y="3171825"/>
                </a:moveTo>
                <a:lnTo>
                  <a:pt x="1552575" y="3171825"/>
                </a:lnTo>
                <a:lnTo>
                  <a:pt x="1552575" y="3181350"/>
                </a:lnTo>
                <a:lnTo>
                  <a:pt x="1533525" y="3181350"/>
                </a:lnTo>
                <a:close/>
                <a:moveTo>
                  <a:pt x="1581150" y="3171825"/>
                </a:moveTo>
                <a:lnTo>
                  <a:pt x="1609725" y="3171825"/>
                </a:lnTo>
                <a:lnTo>
                  <a:pt x="1609725" y="3181350"/>
                </a:lnTo>
                <a:lnTo>
                  <a:pt x="1581150" y="3181350"/>
                </a:lnTo>
                <a:close/>
                <a:moveTo>
                  <a:pt x="666750" y="3181350"/>
                </a:moveTo>
                <a:lnTo>
                  <a:pt x="685800" y="3181350"/>
                </a:lnTo>
                <a:lnTo>
                  <a:pt x="685800" y="3190875"/>
                </a:lnTo>
                <a:lnTo>
                  <a:pt x="666750" y="3190875"/>
                </a:lnTo>
                <a:close/>
                <a:moveTo>
                  <a:pt x="752475" y="3181350"/>
                </a:moveTo>
                <a:lnTo>
                  <a:pt x="771525" y="3181350"/>
                </a:lnTo>
                <a:lnTo>
                  <a:pt x="771525" y="3190875"/>
                </a:lnTo>
                <a:lnTo>
                  <a:pt x="752475" y="3190875"/>
                </a:lnTo>
                <a:close/>
                <a:moveTo>
                  <a:pt x="809625" y="3181350"/>
                </a:moveTo>
                <a:lnTo>
                  <a:pt x="819150" y="3181350"/>
                </a:lnTo>
                <a:lnTo>
                  <a:pt x="819150" y="3200400"/>
                </a:lnTo>
                <a:lnTo>
                  <a:pt x="800100" y="3200400"/>
                </a:lnTo>
                <a:lnTo>
                  <a:pt x="800100" y="3190875"/>
                </a:lnTo>
                <a:lnTo>
                  <a:pt x="809625" y="3190875"/>
                </a:lnTo>
                <a:close/>
                <a:moveTo>
                  <a:pt x="933450" y="3181350"/>
                </a:moveTo>
                <a:lnTo>
                  <a:pt x="942975" y="3181350"/>
                </a:lnTo>
                <a:lnTo>
                  <a:pt x="942975" y="3190875"/>
                </a:lnTo>
                <a:lnTo>
                  <a:pt x="933450" y="3190875"/>
                </a:lnTo>
                <a:close/>
                <a:moveTo>
                  <a:pt x="304800" y="3200400"/>
                </a:moveTo>
                <a:lnTo>
                  <a:pt x="314325" y="3200400"/>
                </a:lnTo>
                <a:lnTo>
                  <a:pt x="314325" y="3209925"/>
                </a:lnTo>
                <a:lnTo>
                  <a:pt x="304800" y="3209925"/>
                </a:lnTo>
                <a:close/>
                <a:moveTo>
                  <a:pt x="790575" y="3200400"/>
                </a:moveTo>
                <a:lnTo>
                  <a:pt x="800100" y="3200400"/>
                </a:lnTo>
                <a:lnTo>
                  <a:pt x="800100" y="3209925"/>
                </a:lnTo>
                <a:lnTo>
                  <a:pt x="790575" y="3209925"/>
                </a:lnTo>
                <a:close/>
                <a:moveTo>
                  <a:pt x="819150" y="3200400"/>
                </a:moveTo>
                <a:lnTo>
                  <a:pt x="828675" y="3200400"/>
                </a:lnTo>
                <a:lnTo>
                  <a:pt x="828675" y="3209925"/>
                </a:lnTo>
                <a:lnTo>
                  <a:pt x="819150" y="3209925"/>
                </a:lnTo>
                <a:close/>
                <a:moveTo>
                  <a:pt x="933450" y="3200400"/>
                </a:moveTo>
                <a:lnTo>
                  <a:pt x="942975" y="3200400"/>
                </a:lnTo>
                <a:lnTo>
                  <a:pt x="942975" y="3209925"/>
                </a:lnTo>
                <a:lnTo>
                  <a:pt x="933450" y="3209925"/>
                </a:lnTo>
                <a:close/>
                <a:moveTo>
                  <a:pt x="295275" y="3209925"/>
                </a:moveTo>
                <a:lnTo>
                  <a:pt x="304800" y="3209925"/>
                </a:lnTo>
                <a:lnTo>
                  <a:pt x="304800" y="3219450"/>
                </a:lnTo>
                <a:lnTo>
                  <a:pt x="295275" y="3219450"/>
                </a:lnTo>
                <a:close/>
                <a:moveTo>
                  <a:pt x="419100" y="3209925"/>
                </a:moveTo>
                <a:lnTo>
                  <a:pt x="438150" y="3209925"/>
                </a:lnTo>
                <a:lnTo>
                  <a:pt x="438150" y="3219450"/>
                </a:lnTo>
                <a:lnTo>
                  <a:pt x="419100" y="3219450"/>
                </a:lnTo>
                <a:close/>
                <a:moveTo>
                  <a:pt x="1857375" y="3238500"/>
                </a:moveTo>
                <a:lnTo>
                  <a:pt x="1866900" y="3238500"/>
                </a:lnTo>
                <a:lnTo>
                  <a:pt x="1866900" y="3276600"/>
                </a:lnTo>
                <a:lnTo>
                  <a:pt x="1857375" y="3276600"/>
                </a:lnTo>
                <a:close/>
                <a:moveTo>
                  <a:pt x="161925" y="3267075"/>
                </a:moveTo>
                <a:lnTo>
                  <a:pt x="180975" y="3267075"/>
                </a:lnTo>
                <a:lnTo>
                  <a:pt x="180975" y="3286125"/>
                </a:lnTo>
                <a:lnTo>
                  <a:pt x="171450" y="3286125"/>
                </a:lnTo>
                <a:lnTo>
                  <a:pt x="171450" y="3276600"/>
                </a:lnTo>
                <a:lnTo>
                  <a:pt x="161925" y="3276600"/>
                </a:lnTo>
                <a:close/>
                <a:moveTo>
                  <a:pt x="1438275" y="3286125"/>
                </a:moveTo>
                <a:lnTo>
                  <a:pt x="1495425" y="3286125"/>
                </a:lnTo>
                <a:lnTo>
                  <a:pt x="1495425" y="3305175"/>
                </a:lnTo>
                <a:lnTo>
                  <a:pt x="1514475" y="3305175"/>
                </a:lnTo>
                <a:lnTo>
                  <a:pt x="1514475" y="3286125"/>
                </a:lnTo>
                <a:lnTo>
                  <a:pt x="1685925" y="3286125"/>
                </a:lnTo>
                <a:lnTo>
                  <a:pt x="1685925" y="3295650"/>
                </a:lnTo>
                <a:lnTo>
                  <a:pt x="1714500" y="3295650"/>
                </a:lnTo>
                <a:lnTo>
                  <a:pt x="1714500" y="3305175"/>
                </a:lnTo>
                <a:lnTo>
                  <a:pt x="1724025" y="3305175"/>
                </a:lnTo>
                <a:lnTo>
                  <a:pt x="1724025" y="3295650"/>
                </a:lnTo>
                <a:lnTo>
                  <a:pt x="1733550" y="3295650"/>
                </a:lnTo>
                <a:lnTo>
                  <a:pt x="1733550" y="3352800"/>
                </a:lnTo>
                <a:lnTo>
                  <a:pt x="1724025" y="3352800"/>
                </a:lnTo>
                <a:lnTo>
                  <a:pt x="1724025" y="3409950"/>
                </a:lnTo>
                <a:lnTo>
                  <a:pt x="1733550" y="3409950"/>
                </a:lnTo>
                <a:lnTo>
                  <a:pt x="1733550" y="3448050"/>
                </a:lnTo>
                <a:lnTo>
                  <a:pt x="1724025" y="3448050"/>
                </a:lnTo>
                <a:lnTo>
                  <a:pt x="1724025" y="3457575"/>
                </a:lnTo>
                <a:lnTo>
                  <a:pt x="1714500" y="3457575"/>
                </a:lnTo>
                <a:lnTo>
                  <a:pt x="1714500" y="3533775"/>
                </a:lnTo>
                <a:lnTo>
                  <a:pt x="1704975" y="3533775"/>
                </a:lnTo>
                <a:lnTo>
                  <a:pt x="1704975" y="3552825"/>
                </a:lnTo>
                <a:lnTo>
                  <a:pt x="1695450" y="3552825"/>
                </a:lnTo>
                <a:lnTo>
                  <a:pt x="1695450" y="3543300"/>
                </a:lnTo>
                <a:lnTo>
                  <a:pt x="1438275" y="3543300"/>
                </a:lnTo>
                <a:lnTo>
                  <a:pt x="1438275" y="3533775"/>
                </a:lnTo>
                <a:lnTo>
                  <a:pt x="1428750" y="3533775"/>
                </a:lnTo>
                <a:lnTo>
                  <a:pt x="1428750" y="3305175"/>
                </a:lnTo>
                <a:lnTo>
                  <a:pt x="1438275" y="3305175"/>
                </a:lnTo>
                <a:close/>
                <a:moveTo>
                  <a:pt x="1857375" y="3314700"/>
                </a:moveTo>
                <a:lnTo>
                  <a:pt x="1866900" y="3314700"/>
                </a:lnTo>
                <a:lnTo>
                  <a:pt x="1866900" y="3371850"/>
                </a:lnTo>
                <a:lnTo>
                  <a:pt x="1857375" y="3371850"/>
                </a:lnTo>
                <a:close/>
                <a:moveTo>
                  <a:pt x="923925" y="3324225"/>
                </a:moveTo>
                <a:lnTo>
                  <a:pt x="942975" y="3324225"/>
                </a:lnTo>
                <a:lnTo>
                  <a:pt x="942975" y="3333750"/>
                </a:lnTo>
                <a:lnTo>
                  <a:pt x="923925" y="3333750"/>
                </a:lnTo>
                <a:close/>
                <a:moveTo>
                  <a:pt x="1238250" y="3324225"/>
                </a:moveTo>
                <a:lnTo>
                  <a:pt x="1295400" y="3324225"/>
                </a:lnTo>
                <a:lnTo>
                  <a:pt x="1295400" y="3333750"/>
                </a:lnTo>
                <a:lnTo>
                  <a:pt x="1238250" y="3333750"/>
                </a:lnTo>
                <a:close/>
                <a:moveTo>
                  <a:pt x="238125" y="3333750"/>
                </a:moveTo>
                <a:lnTo>
                  <a:pt x="247650" y="3333750"/>
                </a:lnTo>
                <a:lnTo>
                  <a:pt x="247650" y="3343275"/>
                </a:lnTo>
                <a:lnTo>
                  <a:pt x="238125" y="3343275"/>
                </a:lnTo>
                <a:close/>
                <a:moveTo>
                  <a:pt x="314325" y="3333750"/>
                </a:moveTo>
                <a:lnTo>
                  <a:pt x="323850" y="3333750"/>
                </a:lnTo>
                <a:lnTo>
                  <a:pt x="323850" y="3343275"/>
                </a:lnTo>
                <a:lnTo>
                  <a:pt x="314325" y="3343275"/>
                </a:lnTo>
                <a:close/>
                <a:moveTo>
                  <a:pt x="581025" y="3333750"/>
                </a:moveTo>
                <a:lnTo>
                  <a:pt x="590550" y="3333750"/>
                </a:lnTo>
                <a:lnTo>
                  <a:pt x="590550" y="3343275"/>
                </a:lnTo>
                <a:lnTo>
                  <a:pt x="581025" y="3343275"/>
                </a:lnTo>
                <a:close/>
                <a:moveTo>
                  <a:pt x="1295400" y="3333750"/>
                </a:moveTo>
                <a:lnTo>
                  <a:pt x="1304925" y="3333750"/>
                </a:lnTo>
                <a:lnTo>
                  <a:pt x="1304925" y="3343275"/>
                </a:lnTo>
                <a:lnTo>
                  <a:pt x="1295400" y="3343275"/>
                </a:lnTo>
                <a:close/>
                <a:moveTo>
                  <a:pt x="228600" y="3343275"/>
                </a:moveTo>
                <a:lnTo>
                  <a:pt x="238125" y="3343275"/>
                </a:lnTo>
                <a:lnTo>
                  <a:pt x="238125" y="3352800"/>
                </a:lnTo>
                <a:lnTo>
                  <a:pt x="228600" y="3352800"/>
                </a:lnTo>
                <a:close/>
                <a:moveTo>
                  <a:pt x="323850" y="3343275"/>
                </a:moveTo>
                <a:lnTo>
                  <a:pt x="333375" y="3343275"/>
                </a:lnTo>
                <a:lnTo>
                  <a:pt x="333375" y="3352800"/>
                </a:lnTo>
                <a:lnTo>
                  <a:pt x="323850" y="3352800"/>
                </a:lnTo>
                <a:close/>
                <a:moveTo>
                  <a:pt x="590550" y="3343275"/>
                </a:moveTo>
                <a:lnTo>
                  <a:pt x="628650" y="3343275"/>
                </a:lnTo>
                <a:lnTo>
                  <a:pt x="628650" y="3352800"/>
                </a:lnTo>
                <a:lnTo>
                  <a:pt x="619125" y="3352800"/>
                </a:lnTo>
                <a:lnTo>
                  <a:pt x="619125" y="3371850"/>
                </a:lnTo>
                <a:lnTo>
                  <a:pt x="600075" y="3371850"/>
                </a:lnTo>
                <a:lnTo>
                  <a:pt x="600075" y="3352800"/>
                </a:lnTo>
                <a:lnTo>
                  <a:pt x="590550" y="3352800"/>
                </a:lnTo>
                <a:close/>
                <a:moveTo>
                  <a:pt x="638175" y="3343275"/>
                </a:moveTo>
                <a:lnTo>
                  <a:pt x="647700" y="3343275"/>
                </a:lnTo>
                <a:lnTo>
                  <a:pt x="647700" y="3352800"/>
                </a:lnTo>
                <a:lnTo>
                  <a:pt x="638175" y="3352800"/>
                </a:lnTo>
                <a:close/>
                <a:moveTo>
                  <a:pt x="647700" y="3352800"/>
                </a:moveTo>
                <a:lnTo>
                  <a:pt x="657225" y="3352800"/>
                </a:lnTo>
                <a:lnTo>
                  <a:pt x="657225" y="3362325"/>
                </a:lnTo>
                <a:lnTo>
                  <a:pt x="647700" y="3362325"/>
                </a:lnTo>
                <a:close/>
                <a:moveTo>
                  <a:pt x="971550" y="3362325"/>
                </a:moveTo>
                <a:lnTo>
                  <a:pt x="981075" y="3362325"/>
                </a:lnTo>
                <a:lnTo>
                  <a:pt x="981075" y="3371850"/>
                </a:lnTo>
                <a:lnTo>
                  <a:pt x="971550" y="3371850"/>
                </a:lnTo>
                <a:close/>
                <a:moveTo>
                  <a:pt x="1704975" y="3362325"/>
                </a:moveTo>
                <a:lnTo>
                  <a:pt x="1714500" y="3362325"/>
                </a:lnTo>
                <a:lnTo>
                  <a:pt x="1714500" y="3352800"/>
                </a:lnTo>
                <a:lnTo>
                  <a:pt x="1704975" y="3352800"/>
                </a:lnTo>
                <a:close/>
                <a:moveTo>
                  <a:pt x="123825" y="3381375"/>
                </a:moveTo>
                <a:lnTo>
                  <a:pt x="133350" y="3381375"/>
                </a:lnTo>
                <a:lnTo>
                  <a:pt x="133350" y="3390900"/>
                </a:lnTo>
                <a:lnTo>
                  <a:pt x="123825" y="3390900"/>
                </a:lnTo>
                <a:close/>
                <a:moveTo>
                  <a:pt x="638175" y="3381375"/>
                </a:moveTo>
                <a:lnTo>
                  <a:pt x="647700" y="3381375"/>
                </a:lnTo>
                <a:lnTo>
                  <a:pt x="647700" y="3409950"/>
                </a:lnTo>
                <a:lnTo>
                  <a:pt x="638175" y="3409950"/>
                </a:lnTo>
                <a:close/>
                <a:moveTo>
                  <a:pt x="904875" y="3381375"/>
                </a:moveTo>
                <a:lnTo>
                  <a:pt x="914400" y="3381375"/>
                </a:lnTo>
                <a:lnTo>
                  <a:pt x="914400" y="3390900"/>
                </a:lnTo>
                <a:lnTo>
                  <a:pt x="904875" y="3390900"/>
                </a:lnTo>
                <a:close/>
                <a:moveTo>
                  <a:pt x="1533525" y="3381375"/>
                </a:moveTo>
                <a:lnTo>
                  <a:pt x="1543050" y="3381375"/>
                </a:lnTo>
                <a:lnTo>
                  <a:pt x="1543050" y="3390900"/>
                </a:lnTo>
                <a:lnTo>
                  <a:pt x="1571625" y="3390900"/>
                </a:lnTo>
                <a:lnTo>
                  <a:pt x="1571625" y="3400425"/>
                </a:lnTo>
                <a:lnTo>
                  <a:pt x="1590675" y="3400425"/>
                </a:lnTo>
                <a:lnTo>
                  <a:pt x="1590675" y="3390900"/>
                </a:lnTo>
                <a:lnTo>
                  <a:pt x="1609725" y="3390900"/>
                </a:lnTo>
                <a:lnTo>
                  <a:pt x="1609725" y="3381375"/>
                </a:lnTo>
                <a:lnTo>
                  <a:pt x="1619250" y="3381375"/>
                </a:lnTo>
                <a:lnTo>
                  <a:pt x="1619250" y="3362325"/>
                </a:lnTo>
                <a:lnTo>
                  <a:pt x="1609725" y="3362325"/>
                </a:lnTo>
                <a:lnTo>
                  <a:pt x="1609725" y="3352800"/>
                </a:lnTo>
                <a:lnTo>
                  <a:pt x="1581150" y="3352800"/>
                </a:lnTo>
                <a:lnTo>
                  <a:pt x="1581150" y="3362325"/>
                </a:lnTo>
                <a:lnTo>
                  <a:pt x="1543050" y="3362325"/>
                </a:lnTo>
                <a:lnTo>
                  <a:pt x="1543050" y="3371850"/>
                </a:lnTo>
                <a:lnTo>
                  <a:pt x="1533525" y="3371850"/>
                </a:lnTo>
                <a:close/>
                <a:moveTo>
                  <a:pt x="1704975" y="3390900"/>
                </a:moveTo>
                <a:lnTo>
                  <a:pt x="1714500" y="3390900"/>
                </a:lnTo>
                <a:lnTo>
                  <a:pt x="1714500" y="3371850"/>
                </a:lnTo>
                <a:lnTo>
                  <a:pt x="1704975" y="3371850"/>
                </a:lnTo>
                <a:close/>
                <a:moveTo>
                  <a:pt x="228600" y="3400425"/>
                </a:moveTo>
                <a:lnTo>
                  <a:pt x="238125" y="3400425"/>
                </a:lnTo>
                <a:lnTo>
                  <a:pt x="238125" y="3409950"/>
                </a:lnTo>
                <a:lnTo>
                  <a:pt x="228600" y="3409950"/>
                </a:lnTo>
                <a:close/>
                <a:moveTo>
                  <a:pt x="1857375" y="3400425"/>
                </a:moveTo>
                <a:lnTo>
                  <a:pt x="1866900" y="3400425"/>
                </a:lnTo>
                <a:lnTo>
                  <a:pt x="1866900" y="3419475"/>
                </a:lnTo>
                <a:lnTo>
                  <a:pt x="1857375" y="3419475"/>
                </a:lnTo>
                <a:close/>
                <a:moveTo>
                  <a:pt x="590550" y="3409950"/>
                </a:moveTo>
                <a:lnTo>
                  <a:pt x="600075" y="3409950"/>
                </a:lnTo>
                <a:lnTo>
                  <a:pt x="600075" y="3419475"/>
                </a:lnTo>
                <a:lnTo>
                  <a:pt x="590550" y="3419475"/>
                </a:lnTo>
                <a:close/>
                <a:moveTo>
                  <a:pt x="1200150" y="3409950"/>
                </a:moveTo>
                <a:lnTo>
                  <a:pt x="1209675" y="3409950"/>
                </a:lnTo>
                <a:lnTo>
                  <a:pt x="1209675" y="3419475"/>
                </a:lnTo>
                <a:lnTo>
                  <a:pt x="1200150" y="3419475"/>
                </a:lnTo>
                <a:close/>
                <a:moveTo>
                  <a:pt x="1219200" y="3409950"/>
                </a:moveTo>
                <a:lnTo>
                  <a:pt x="1276350" y="3409950"/>
                </a:lnTo>
                <a:lnTo>
                  <a:pt x="1276350" y="3419475"/>
                </a:lnTo>
                <a:lnTo>
                  <a:pt x="1295400" y="3419475"/>
                </a:lnTo>
                <a:lnTo>
                  <a:pt x="1295400" y="3409950"/>
                </a:lnTo>
                <a:lnTo>
                  <a:pt x="1304925" y="3409950"/>
                </a:lnTo>
                <a:lnTo>
                  <a:pt x="1304925" y="3419475"/>
                </a:lnTo>
                <a:lnTo>
                  <a:pt x="1295400" y="3419475"/>
                </a:lnTo>
                <a:lnTo>
                  <a:pt x="1295400" y="3429000"/>
                </a:lnTo>
                <a:lnTo>
                  <a:pt x="1209675" y="3429000"/>
                </a:lnTo>
                <a:lnTo>
                  <a:pt x="1209675" y="3419475"/>
                </a:lnTo>
                <a:lnTo>
                  <a:pt x="1219200" y="3419475"/>
                </a:lnTo>
                <a:close/>
                <a:moveTo>
                  <a:pt x="819150" y="3438525"/>
                </a:moveTo>
                <a:lnTo>
                  <a:pt x="828675" y="3438525"/>
                </a:lnTo>
                <a:lnTo>
                  <a:pt x="828675" y="3448050"/>
                </a:lnTo>
                <a:lnTo>
                  <a:pt x="819150" y="3448050"/>
                </a:lnTo>
                <a:close/>
                <a:moveTo>
                  <a:pt x="838200" y="3438525"/>
                </a:moveTo>
                <a:lnTo>
                  <a:pt x="847725" y="3438525"/>
                </a:lnTo>
                <a:lnTo>
                  <a:pt x="847725" y="3448050"/>
                </a:lnTo>
                <a:lnTo>
                  <a:pt x="838200" y="3448050"/>
                </a:lnTo>
                <a:close/>
                <a:moveTo>
                  <a:pt x="1181100" y="3438525"/>
                </a:moveTo>
                <a:lnTo>
                  <a:pt x="1190625" y="3438525"/>
                </a:lnTo>
                <a:lnTo>
                  <a:pt x="1190625" y="3448050"/>
                </a:lnTo>
                <a:lnTo>
                  <a:pt x="1181100" y="3448050"/>
                </a:lnTo>
                <a:close/>
                <a:moveTo>
                  <a:pt x="219075" y="3448050"/>
                </a:moveTo>
                <a:lnTo>
                  <a:pt x="228600" y="3448050"/>
                </a:lnTo>
                <a:lnTo>
                  <a:pt x="228600" y="3457575"/>
                </a:lnTo>
                <a:lnTo>
                  <a:pt x="219075" y="3457575"/>
                </a:lnTo>
                <a:close/>
                <a:moveTo>
                  <a:pt x="666750" y="3448050"/>
                </a:moveTo>
                <a:lnTo>
                  <a:pt x="676275" y="3448050"/>
                </a:lnTo>
                <a:lnTo>
                  <a:pt x="676275" y="3457575"/>
                </a:lnTo>
                <a:lnTo>
                  <a:pt x="666750" y="3457575"/>
                </a:lnTo>
                <a:close/>
                <a:moveTo>
                  <a:pt x="809625" y="3448050"/>
                </a:moveTo>
                <a:lnTo>
                  <a:pt x="819150" y="3448050"/>
                </a:lnTo>
                <a:lnTo>
                  <a:pt x="819150" y="3476625"/>
                </a:lnTo>
                <a:lnTo>
                  <a:pt x="809625" y="3476625"/>
                </a:lnTo>
                <a:close/>
                <a:moveTo>
                  <a:pt x="933450" y="3448050"/>
                </a:moveTo>
                <a:lnTo>
                  <a:pt x="942975" y="3448050"/>
                </a:lnTo>
                <a:lnTo>
                  <a:pt x="942975" y="3457575"/>
                </a:lnTo>
                <a:lnTo>
                  <a:pt x="933450" y="3457575"/>
                </a:lnTo>
                <a:close/>
                <a:moveTo>
                  <a:pt x="1000125" y="3448050"/>
                </a:moveTo>
                <a:lnTo>
                  <a:pt x="1009650" y="3448050"/>
                </a:lnTo>
                <a:lnTo>
                  <a:pt x="1009650" y="3457575"/>
                </a:lnTo>
                <a:lnTo>
                  <a:pt x="1000125" y="3457575"/>
                </a:lnTo>
                <a:close/>
                <a:moveTo>
                  <a:pt x="1028700" y="3448050"/>
                </a:moveTo>
                <a:lnTo>
                  <a:pt x="1038225" y="3448050"/>
                </a:lnTo>
                <a:lnTo>
                  <a:pt x="1038225" y="3457575"/>
                </a:lnTo>
                <a:lnTo>
                  <a:pt x="1028700" y="3457575"/>
                </a:lnTo>
                <a:close/>
                <a:moveTo>
                  <a:pt x="1333500" y="3448050"/>
                </a:moveTo>
                <a:lnTo>
                  <a:pt x="1343025" y="3448050"/>
                </a:lnTo>
                <a:lnTo>
                  <a:pt x="1343025" y="3457575"/>
                </a:lnTo>
                <a:lnTo>
                  <a:pt x="1333500" y="3457575"/>
                </a:lnTo>
                <a:close/>
                <a:moveTo>
                  <a:pt x="1857375" y="3448050"/>
                </a:moveTo>
                <a:lnTo>
                  <a:pt x="1866900" y="3448050"/>
                </a:lnTo>
                <a:lnTo>
                  <a:pt x="1866900" y="3648075"/>
                </a:lnTo>
                <a:lnTo>
                  <a:pt x="1857375" y="3648075"/>
                </a:lnTo>
                <a:lnTo>
                  <a:pt x="1857375" y="3676650"/>
                </a:lnTo>
                <a:lnTo>
                  <a:pt x="1847850" y="3676650"/>
                </a:lnTo>
                <a:lnTo>
                  <a:pt x="1847850" y="3695700"/>
                </a:lnTo>
                <a:lnTo>
                  <a:pt x="1838325" y="3695700"/>
                </a:lnTo>
                <a:lnTo>
                  <a:pt x="1838325" y="3714750"/>
                </a:lnTo>
                <a:lnTo>
                  <a:pt x="1828800" y="3714750"/>
                </a:lnTo>
                <a:lnTo>
                  <a:pt x="1828800" y="3733800"/>
                </a:lnTo>
                <a:lnTo>
                  <a:pt x="1819275" y="3733800"/>
                </a:lnTo>
                <a:lnTo>
                  <a:pt x="1819275" y="3762375"/>
                </a:lnTo>
                <a:lnTo>
                  <a:pt x="1800225" y="3762375"/>
                </a:lnTo>
                <a:lnTo>
                  <a:pt x="1800225" y="3771900"/>
                </a:lnTo>
                <a:lnTo>
                  <a:pt x="1790700" y="3771900"/>
                </a:lnTo>
                <a:lnTo>
                  <a:pt x="1790700" y="3790950"/>
                </a:lnTo>
                <a:lnTo>
                  <a:pt x="1743075" y="3790950"/>
                </a:lnTo>
                <a:lnTo>
                  <a:pt x="1743075" y="3781425"/>
                </a:lnTo>
                <a:lnTo>
                  <a:pt x="1752600" y="3781425"/>
                </a:lnTo>
                <a:lnTo>
                  <a:pt x="1752600" y="3771900"/>
                </a:lnTo>
                <a:lnTo>
                  <a:pt x="1762125" y="3771900"/>
                </a:lnTo>
                <a:lnTo>
                  <a:pt x="1762125" y="3762375"/>
                </a:lnTo>
                <a:lnTo>
                  <a:pt x="1771650" y="3762375"/>
                </a:lnTo>
                <a:lnTo>
                  <a:pt x="1771650" y="3743325"/>
                </a:lnTo>
                <a:lnTo>
                  <a:pt x="1781175" y="3743325"/>
                </a:lnTo>
                <a:lnTo>
                  <a:pt x="1781175" y="3733800"/>
                </a:lnTo>
                <a:lnTo>
                  <a:pt x="1790700" y="3733800"/>
                </a:lnTo>
                <a:lnTo>
                  <a:pt x="1790700" y="3705225"/>
                </a:lnTo>
                <a:lnTo>
                  <a:pt x="1800225" y="3705225"/>
                </a:lnTo>
                <a:lnTo>
                  <a:pt x="1800225" y="3686175"/>
                </a:lnTo>
                <a:lnTo>
                  <a:pt x="1809750" y="3686175"/>
                </a:lnTo>
                <a:lnTo>
                  <a:pt x="1809750" y="3667125"/>
                </a:lnTo>
                <a:lnTo>
                  <a:pt x="1819275" y="3667125"/>
                </a:lnTo>
                <a:lnTo>
                  <a:pt x="1819275" y="3629025"/>
                </a:lnTo>
                <a:lnTo>
                  <a:pt x="1828800" y="3629025"/>
                </a:lnTo>
                <a:lnTo>
                  <a:pt x="1828800" y="3619500"/>
                </a:lnTo>
                <a:lnTo>
                  <a:pt x="1838325" y="3619500"/>
                </a:lnTo>
                <a:lnTo>
                  <a:pt x="1838325" y="3581400"/>
                </a:lnTo>
                <a:lnTo>
                  <a:pt x="1847850" y="3581400"/>
                </a:lnTo>
                <a:lnTo>
                  <a:pt x="1847850" y="3533775"/>
                </a:lnTo>
                <a:lnTo>
                  <a:pt x="1857375" y="3533775"/>
                </a:lnTo>
                <a:close/>
                <a:moveTo>
                  <a:pt x="533400" y="3457575"/>
                </a:moveTo>
                <a:lnTo>
                  <a:pt x="542925" y="3457575"/>
                </a:lnTo>
                <a:lnTo>
                  <a:pt x="542925" y="3476625"/>
                </a:lnTo>
                <a:lnTo>
                  <a:pt x="533400" y="3476625"/>
                </a:lnTo>
                <a:close/>
                <a:moveTo>
                  <a:pt x="1038225" y="3457575"/>
                </a:moveTo>
                <a:lnTo>
                  <a:pt x="1047750" y="3457575"/>
                </a:lnTo>
                <a:lnTo>
                  <a:pt x="1047750" y="3476625"/>
                </a:lnTo>
                <a:lnTo>
                  <a:pt x="1038225" y="3476625"/>
                </a:lnTo>
                <a:close/>
                <a:moveTo>
                  <a:pt x="295275" y="3476625"/>
                </a:moveTo>
                <a:lnTo>
                  <a:pt x="304800" y="3476625"/>
                </a:lnTo>
                <a:lnTo>
                  <a:pt x="304800" y="3486150"/>
                </a:lnTo>
                <a:lnTo>
                  <a:pt x="295275" y="3486150"/>
                </a:lnTo>
                <a:close/>
                <a:moveTo>
                  <a:pt x="952500" y="3476625"/>
                </a:moveTo>
                <a:lnTo>
                  <a:pt x="962025" y="3476625"/>
                </a:lnTo>
                <a:lnTo>
                  <a:pt x="962025" y="3486150"/>
                </a:lnTo>
                <a:lnTo>
                  <a:pt x="952500" y="3486150"/>
                </a:lnTo>
                <a:close/>
                <a:moveTo>
                  <a:pt x="1285875" y="3476625"/>
                </a:moveTo>
                <a:lnTo>
                  <a:pt x="1295400" y="3476625"/>
                </a:lnTo>
                <a:lnTo>
                  <a:pt x="1295400" y="3486150"/>
                </a:lnTo>
                <a:lnTo>
                  <a:pt x="1285875" y="3486150"/>
                </a:lnTo>
                <a:close/>
                <a:moveTo>
                  <a:pt x="1524000" y="3476625"/>
                </a:moveTo>
                <a:lnTo>
                  <a:pt x="1533525" y="3476625"/>
                </a:lnTo>
                <a:lnTo>
                  <a:pt x="1533525" y="3486150"/>
                </a:lnTo>
                <a:lnTo>
                  <a:pt x="1619250" y="3486150"/>
                </a:lnTo>
                <a:lnTo>
                  <a:pt x="1619250" y="3476625"/>
                </a:lnTo>
                <a:lnTo>
                  <a:pt x="1628775" y="3476625"/>
                </a:lnTo>
                <a:lnTo>
                  <a:pt x="1628775" y="3457575"/>
                </a:lnTo>
                <a:lnTo>
                  <a:pt x="1619250" y="3457575"/>
                </a:lnTo>
                <a:lnTo>
                  <a:pt x="1619250" y="3438525"/>
                </a:lnTo>
                <a:lnTo>
                  <a:pt x="1543050" y="3438525"/>
                </a:lnTo>
                <a:lnTo>
                  <a:pt x="1543050" y="3448050"/>
                </a:lnTo>
                <a:lnTo>
                  <a:pt x="1533525" y="3448050"/>
                </a:lnTo>
                <a:lnTo>
                  <a:pt x="1533525" y="3457575"/>
                </a:lnTo>
                <a:lnTo>
                  <a:pt x="1524000" y="3457575"/>
                </a:lnTo>
                <a:close/>
                <a:moveTo>
                  <a:pt x="1695450" y="3486150"/>
                </a:moveTo>
                <a:lnTo>
                  <a:pt x="1704975" y="3486150"/>
                </a:lnTo>
                <a:lnTo>
                  <a:pt x="1704975" y="3467100"/>
                </a:lnTo>
                <a:lnTo>
                  <a:pt x="1695450" y="3467100"/>
                </a:lnTo>
                <a:close/>
                <a:moveTo>
                  <a:pt x="1685925" y="3562350"/>
                </a:moveTo>
                <a:lnTo>
                  <a:pt x="1695450" y="3562350"/>
                </a:lnTo>
                <a:lnTo>
                  <a:pt x="1695450" y="3571875"/>
                </a:lnTo>
                <a:lnTo>
                  <a:pt x="1685925" y="3571875"/>
                </a:lnTo>
                <a:close/>
                <a:moveTo>
                  <a:pt x="0" y="3581400"/>
                </a:moveTo>
                <a:lnTo>
                  <a:pt x="9525" y="3581400"/>
                </a:lnTo>
                <a:lnTo>
                  <a:pt x="9525" y="3590925"/>
                </a:lnTo>
                <a:lnTo>
                  <a:pt x="19050" y="3590925"/>
                </a:lnTo>
                <a:lnTo>
                  <a:pt x="19050" y="3619500"/>
                </a:lnTo>
                <a:lnTo>
                  <a:pt x="28575" y="3619500"/>
                </a:lnTo>
                <a:lnTo>
                  <a:pt x="28575" y="3638550"/>
                </a:lnTo>
                <a:lnTo>
                  <a:pt x="38100" y="3638550"/>
                </a:lnTo>
                <a:lnTo>
                  <a:pt x="38100" y="3676650"/>
                </a:lnTo>
                <a:lnTo>
                  <a:pt x="47625" y="3676650"/>
                </a:lnTo>
                <a:lnTo>
                  <a:pt x="47625" y="3705225"/>
                </a:lnTo>
                <a:lnTo>
                  <a:pt x="57150" y="3705225"/>
                </a:lnTo>
                <a:lnTo>
                  <a:pt x="57150" y="3724275"/>
                </a:lnTo>
                <a:lnTo>
                  <a:pt x="66675" y="3724275"/>
                </a:lnTo>
                <a:lnTo>
                  <a:pt x="66675" y="3743325"/>
                </a:lnTo>
                <a:lnTo>
                  <a:pt x="76200" y="3743325"/>
                </a:lnTo>
                <a:lnTo>
                  <a:pt x="76200" y="3752850"/>
                </a:lnTo>
                <a:lnTo>
                  <a:pt x="85725" y="3752850"/>
                </a:lnTo>
                <a:lnTo>
                  <a:pt x="85725" y="3762375"/>
                </a:lnTo>
                <a:lnTo>
                  <a:pt x="95250" y="3762375"/>
                </a:lnTo>
                <a:lnTo>
                  <a:pt x="95250" y="3771900"/>
                </a:lnTo>
                <a:lnTo>
                  <a:pt x="104775" y="3771900"/>
                </a:lnTo>
                <a:lnTo>
                  <a:pt x="104775" y="3790950"/>
                </a:lnTo>
                <a:lnTo>
                  <a:pt x="47625" y="3790950"/>
                </a:lnTo>
                <a:lnTo>
                  <a:pt x="47625" y="3781425"/>
                </a:lnTo>
                <a:lnTo>
                  <a:pt x="38100" y="3781425"/>
                </a:lnTo>
                <a:lnTo>
                  <a:pt x="38100" y="3752850"/>
                </a:lnTo>
                <a:lnTo>
                  <a:pt x="28575" y="3752850"/>
                </a:lnTo>
                <a:lnTo>
                  <a:pt x="28575" y="3733800"/>
                </a:lnTo>
                <a:lnTo>
                  <a:pt x="19050" y="3733800"/>
                </a:lnTo>
                <a:lnTo>
                  <a:pt x="19050" y="3724275"/>
                </a:lnTo>
                <a:lnTo>
                  <a:pt x="9525" y="3724275"/>
                </a:lnTo>
                <a:lnTo>
                  <a:pt x="9525" y="3714750"/>
                </a:lnTo>
                <a:lnTo>
                  <a:pt x="0" y="3714750"/>
                </a:lnTo>
                <a:close/>
                <a:moveTo>
                  <a:pt x="209550" y="3609975"/>
                </a:moveTo>
                <a:lnTo>
                  <a:pt x="219075" y="3609975"/>
                </a:lnTo>
                <a:lnTo>
                  <a:pt x="219075" y="3619500"/>
                </a:lnTo>
                <a:lnTo>
                  <a:pt x="209550" y="3619500"/>
                </a:lnTo>
                <a:close/>
                <a:moveTo>
                  <a:pt x="238125" y="3629025"/>
                </a:moveTo>
                <a:lnTo>
                  <a:pt x="247650" y="3629025"/>
                </a:lnTo>
                <a:lnTo>
                  <a:pt x="247650" y="3638550"/>
                </a:lnTo>
                <a:lnTo>
                  <a:pt x="238125" y="3638550"/>
                </a:lnTo>
                <a:close/>
                <a:moveTo>
                  <a:pt x="1600200" y="3638550"/>
                </a:moveTo>
                <a:lnTo>
                  <a:pt x="1609725" y="3638550"/>
                </a:lnTo>
                <a:lnTo>
                  <a:pt x="1609725" y="3648075"/>
                </a:lnTo>
                <a:lnTo>
                  <a:pt x="1600200" y="3648075"/>
                </a:lnTo>
                <a:close/>
                <a:moveTo>
                  <a:pt x="314325" y="3657600"/>
                </a:moveTo>
                <a:lnTo>
                  <a:pt x="323850" y="3657600"/>
                </a:lnTo>
                <a:lnTo>
                  <a:pt x="323850" y="3667125"/>
                </a:lnTo>
                <a:lnTo>
                  <a:pt x="314325" y="3667125"/>
                </a:lnTo>
                <a:close/>
                <a:moveTo>
                  <a:pt x="1543050" y="3657600"/>
                </a:moveTo>
                <a:lnTo>
                  <a:pt x="1552575" y="3657600"/>
                </a:lnTo>
                <a:lnTo>
                  <a:pt x="1552575" y="3667125"/>
                </a:lnTo>
                <a:lnTo>
                  <a:pt x="1543050" y="3667125"/>
                </a:lnTo>
                <a:close/>
                <a:moveTo>
                  <a:pt x="371475" y="3667125"/>
                </a:moveTo>
                <a:lnTo>
                  <a:pt x="381000" y="3667125"/>
                </a:lnTo>
                <a:lnTo>
                  <a:pt x="381000" y="3676650"/>
                </a:lnTo>
                <a:lnTo>
                  <a:pt x="371475" y="3676650"/>
                </a:lnTo>
                <a:close/>
              </a:path>
            </a:pathLst>
          </a:custGeom>
          <a:solidFill xmlns:a="http://schemas.openxmlformats.org/drawingml/2006/main">
            <a:srgbClr val="E2E3D4"/>
          </a:solidFill>
          <a:ln xmlns:a="http://schemas.openxmlformats.org/drawingml/2006/main" w="0">
            <a:noFill/>
          </a:ln>
        </p:spPr>
      </p:sp>
      <p:sp>
        <p:nvSpPr>
          <p:cNvPr id="50" name="profit vector #dcd7cb">
            <a:extLst xmlns:a="http://schemas.openxmlformats.org/drawingml/2006/main">
              <a:ext uri="{FF2B5EF4-FFF2-40B4-BE49-F238E27FC236}">
                <a16:creationId xmlns:a16="http://schemas.microsoft.com/office/drawing/2014/main" id="{0815E14F-2009-47EC-8176-D11597C00C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29825" y="1447800"/>
            <a:ext cx="2200275" cy="4467225"/>
          </a:xfrm>
          <a:custGeom xmlns:a="http://schemas.openxmlformats.org/drawingml/2006/main">
            <a:pathLst>
              <a:path w="1866900" h="3790950">
                <a:moveTo>
                  <a:pt x="342900" y="47625"/>
                </a:moveTo>
                <a:lnTo>
                  <a:pt x="352425" y="47625"/>
                </a:lnTo>
                <a:lnTo>
                  <a:pt x="352425" y="57150"/>
                </a:lnTo>
                <a:lnTo>
                  <a:pt x="342900" y="57150"/>
                </a:lnTo>
                <a:close/>
                <a:moveTo>
                  <a:pt x="1504950" y="47625"/>
                </a:moveTo>
                <a:lnTo>
                  <a:pt x="1514475" y="47625"/>
                </a:lnTo>
                <a:lnTo>
                  <a:pt x="1514475" y="57150"/>
                </a:lnTo>
                <a:lnTo>
                  <a:pt x="1504950" y="57150"/>
                </a:lnTo>
                <a:close/>
                <a:moveTo>
                  <a:pt x="285750" y="57150"/>
                </a:moveTo>
                <a:lnTo>
                  <a:pt x="295275" y="57150"/>
                </a:lnTo>
                <a:lnTo>
                  <a:pt x="295275" y="66675"/>
                </a:lnTo>
                <a:lnTo>
                  <a:pt x="285750" y="66675"/>
                </a:lnTo>
                <a:close/>
                <a:moveTo>
                  <a:pt x="1562100" y="57150"/>
                </a:moveTo>
                <a:lnTo>
                  <a:pt x="1571625" y="57150"/>
                </a:lnTo>
                <a:lnTo>
                  <a:pt x="1571625" y="66675"/>
                </a:lnTo>
                <a:lnTo>
                  <a:pt x="1562100" y="66675"/>
                </a:lnTo>
                <a:close/>
                <a:moveTo>
                  <a:pt x="228600" y="76200"/>
                </a:moveTo>
                <a:lnTo>
                  <a:pt x="238125" y="76200"/>
                </a:lnTo>
                <a:lnTo>
                  <a:pt x="238125" y="85725"/>
                </a:lnTo>
                <a:lnTo>
                  <a:pt x="228600" y="85725"/>
                </a:lnTo>
                <a:close/>
                <a:moveTo>
                  <a:pt x="1619250" y="76200"/>
                </a:moveTo>
                <a:lnTo>
                  <a:pt x="1628775" y="76200"/>
                </a:lnTo>
                <a:lnTo>
                  <a:pt x="1628775" y="85725"/>
                </a:lnTo>
                <a:lnTo>
                  <a:pt x="1619250" y="85725"/>
                </a:lnTo>
                <a:close/>
                <a:moveTo>
                  <a:pt x="209550" y="85725"/>
                </a:moveTo>
                <a:lnTo>
                  <a:pt x="219075" y="85725"/>
                </a:lnTo>
                <a:lnTo>
                  <a:pt x="219075" y="95250"/>
                </a:lnTo>
                <a:lnTo>
                  <a:pt x="209550" y="95250"/>
                </a:lnTo>
                <a:close/>
                <a:moveTo>
                  <a:pt x="1657350" y="95250"/>
                </a:moveTo>
                <a:lnTo>
                  <a:pt x="1666875" y="95250"/>
                </a:lnTo>
                <a:lnTo>
                  <a:pt x="1666875" y="104775"/>
                </a:lnTo>
                <a:lnTo>
                  <a:pt x="1657350" y="104775"/>
                </a:lnTo>
                <a:close/>
                <a:moveTo>
                  <a:pt x="1685925" y="114300"/>
                </a:moveTo>
                <a:lnTo>
                  <a:pt x="1695450" y="114300"/>
                </a:lnTo>
                <a:lnTo>
                  <a:pt x="1695450" y="123825"/>
                </a:lnTo>
                <a:lnTo>
                  <a:pt x="1685925" y="123825"/>
                </a:lnTo>
                <a:close/>
                <a:moveTo>
                  <a:pt x="457200" y="123825"/>
                </a:moveTo>
                <a:lnTo>
                  <a:pt x="685800" y="123825"/>
                </a:lnTo>
                <a:lnTo>
                  <a:pt x="685800" y="133350"/>
                </a:lnTo>
                <a:lnTo>
                  <a:pt x="457200" y="133350"/>
                </a:lnTo>
                <a:close/>
                <a:moveTo>
                  <a:pt x="1200150" y="123825"/>
                </a:moveTo>
                <a:lnTo>
                  <a:pt x="1390650" y="123825"/>
                </a:lnTo>
                <a:lnTo>
                  <a:pt x="1390650" y="133350"/>
                </a:lnTo>
                <a:lnTo>
                  <a:pt x="1200150" y="133350"/>
                </a:lnTo>
                <a:close/>
                <a:moveTo>
                  <a:pt x="142875" y="133350"/>
                </a:moveTo>
                <a:lnTo>
                  <a:pt x="152400" y="133350"/>
                </a:lnTo>
                <a:lnTo>
                  <a:pt x="152400" y="142875"/>
                </a:lnTo>
                <a:lnTo>
                  <a:pt x="142875" y="142875"/>
                </a:lnTo>
                <a:close/>
                <a:moveTo>
                  <a:pt x="314325" y="133350"/>
                </a:moveTo>
                <a:lnTo>
                  <a:pt x="323850" y="133350"/>
                </a:lnTo>
                <a:lnTo>
                  <a:pt x="323850" y="142875"/>
                </a:lnTo>
                <a:lnTo>
                  <a:pt x="314325" y="142875"/>
                </a:lnTo>
                <a:close/>
                <a:moveTo>
                  <a:pt x="133350" y="142875"/>
                </a:moveTo>
                <a:lnTo>
                  <a:pt x="142875" y="142875"/>
                </a:lnTo>
                <a:lnTo>
                  <a:pt x="142875" y="152400"/>
                </a:lnTo>
                <a:lnTo>
                  <a:pt x="133350" y="152400"/>
                </a:lnTo>
                <a:close/>
                <a:moveTo>
                  <a:pt x="1600200" y="152400"/>
                </a:moveTo>
                <a:lnTo>
                  <a:pt x="1609725" y="152400"/>
                </a:lnTo>
                <a:lnTo>
                  <a:pt x="1609725" y="161925"/>
                </a:lnTo>
                <a:lnTo>
                  <a:pt x="1600200" y="161925"/>
                </a:lnTo>
                <a:close/>
                <a:moveTo>
                  <a:pt x="1733550" y="161925"/>
                </a:moveTo>
                <a:lnTo>
                  <a:pt x="1743075" y="161925"/>
                </a:lnTo>
                <a:lnTo>
                  <a:pt x="1743075" y="171450"/>
                </a:lnTo>
                <a:lnTo>
                  <a:pt x="1733550" y="171450"/>
                </a:lnTo>
                <a:close/>
                <a:moveTo>
                  <a:pt x="1123950" y="171450"/>
                </a:moveTo>
                <a:lnTo>
                  <a:pt x="1133475" y="171450"/>
                </a:lnTo>
                <a:lnTo>
                  <a:pt x="1133475" y="180975"/>
                </a:lnTo>
                <a:lnTo>
                  <a:pt x="1123950" y="180975"/>
                </a:lnTo>
                <a:close/>
                <a:moveTo>
                  <a:pt x="104775" y="180975"/>
                </a:moveTo>
                <a:lnTo>
                  <a:pt x="114300" y="180975"/>
                </a:lnTo>
                <a:lnTo>
                  <a:pt x="114300" y="190500"/>
                </a:lnTo>
                <a:lnTo>
                  <a:pt x="104775" y="190500"/>
                </a:lnTo>
                <a:close/>
                <a:moveTo>
                  <a:pt x="1752600" y="190500"/>
                </a:moveTo>
                <a:lnTo>
                  <a:pt x="1762125" y="190500"/>
                </a:lnTo>
                <a:lnTo>
                  <a:pt x="1762125" y="200025"/>
                </a:lnTo>
                <a:lnTo>
                  <a:pt x="1752600" y="200025"/>
                </a:lnTo>
                <a:close/>
                <a:moveTo>
                  <a:pt x="180975" y="209550"/>
                </a:moveTo>
                <a:lnTo>
                  <a:pt x="190500" y="209550"/>
                </a:lnTo>
                <a:lnTo>
                  <a:pt x="190500" y="219075"/>
                </a:lnTo>
                <a:lnTo>
                  <a:pt x="180975" y="219075"/>
                </a:lnTo>
                <a:close/>
                <a:moveTo>
                  <a:pt x="1181100" y="228600"/>
                </a:moveTo>
                <a:lnTo>
                  <a:pt x="1190625" y="228600"/>
                </a:lnTo>
                <a:lnTo>
                  <a:pt x="1190625" y="238125"/>
                </a:lnTo>
                <a:lnTo>
                  <a:pt x="1181100" y="238125"/>
                </a:lnTo>
                <a:close/>
                <a:moveTo>
                  <a:pt x="333375" y="238125"/>
                </a:moveTo>
                <a:lnTo>
                  <a:pt x="342900" y="238125"/>
                </a:lnTo>
                <a:lnTo>
                  <a:pt x="342900" y="257175"/>
                </a:lnTo>
                <a:lnTo>
                  <a:pt x="333375" y="257175"/>
                </a:lnTo>
                <a:close/>
                <a:moveTo>
                  <a:pt x="409575" y="238125"/>
                </a:moveTo>
                <a:lnTo>
                  <a:pt x="419100" y="238125"/>
                </a:lnTo>
                <a:lnTo>
                  <a:pt x="419100" y="247650"/>
                </a:lnTo>
                <a:lnTo>
                  <a:pt x="409575" y="247650"/>
                </a:lnTo>
                <a:close/>
                <a:moveTo>
                  <a:pt x="1476375" y="247650"/>
                </a:moveTo>
                <a:lnTo>
                  <a:pt x="1485900" y="247650"/>
                </a:lnTo>
                <a:lnTo>
                  <a:pt x="1485900" y="266700"/>
                </a:lnTo>
                <a:lnTo>
                  <a:pt x="1476375" y="266700"/>
                </a:lnTo>
                <a:close/>
                <a:moveTo>
                  <a:pt x="1485900" y="266700"/>
                </a:moveTo>
                <a:lnTo>
                  <a:pt x="1495425" y="266700"/>
                </a:lnTo>
                <a:lnTo>
                  <a:pt x="1495425" y="276225"/>
                </a:lnTo>
                <a:lnTo>
                  <a:pt x="1485900" y="276225"/>
                </a:lnTo>
                <a:close/>
                <a:moveTo>
                  <a:pt x="142875" y="276225"/>
                </a:moveTo>
                <a:lnTo>
                  <a:pt x="152400" y="276225"/>
                </a:lnTo>
                <a:lnTo>
                  <a:pt x="152400" y="285750"/>
                </a:lnTo>
                <a:lnTo>
                  <a:pt x="142875" y="285750"/>
                </a:lnTo>
                <a:close/>
                <a:moveTo>
                  <a:pt x="400050" y="276225"/>
                </a:moveTo>
                <a:lnTo>
                  <a:pt x="438150" y="276225"/>
                </a:lnTo>
                <a:lnTo>
                  <a:pt x="438150" y="285750"/>
                </a:lnTo>
                <a:lnTo>
                  <a:pt x="400050" y="285750"/>
                </a:lnTo>
                <a:close/>
                <a:moveTo>
                  <a:pt x="1495425" y="276225"/>
                </a:moveTo>
                <a:lnTo>
                  <a:pt x="1504950" y="276225"/>
                </a:lnTo>
                <a:lnTo>
                  <a:pt x="1504950" y="285750"/>
                </a:lnTo>
                <a:lnTo>
                  <a:pt x="1495425" y="285750"/>
                </a:lnTo>
                <a:close/>
                <a:moveTo>
                  <a:pt x="57150" y="285750"/>
                </a:moveTo>
                <a:lnTo>
                  <a:pt x="66675" y="285750"/>
                </a:lnTo>
                <a:lnTo>
                  <a:pt x="66675" y="295275"/>
                </a:lnTo>
                <a:lnTo>
                  <a:pt x="57150" y="295275"/>
                </a:lnTo>
                <a:close/>
                <a:moveTo>
                  <a:pt x="1714500" y="295275"/>
                </a:moveTo>
                <a:lnTo>
                  <a:pt x="1724025" y="295275"/>
                </a:lnTo>
                <a:lnTo>
                  <a:pt x="1724025" y="304800"/>
                </a:lnTo>
                <a:lnTo>
                  <a:pt x="1714500" y="304800"/>
                </a:lnTo>
                <a:close/>
                <a:moveTo>
                  <a:pt x="1800225" y="314325"/>
                </a:moveTo>
                <a:lnTo>
                  <a:pt x="1809750" y="314325"/>
                </a:lnTo>
                <a:lnTo>
                  <a:pt x="1809750" y="323850"/>
                </a:lnTo>
                <a:lnTo>
                  <a:pt x="1800225" y="323850"/>
                </a:lnTo>
                <a:close/>
                <a:moveTo>
                  <a:pt x="1133475" y="323850"/>
                </a:moveTo>
                <a:lnTo>
                  <a:pt x="1143000" y="323850"/>
                </a:lnTo>
                <a:lnTo>
                  <a:pt x="1143000" y="333375"/>
                </a:lnTo>
                <a:lnTo>
                  <a:pt x="1133475" y="333375"/>
                </a:lnTo>
                <a:close/>
                <a:moveTo>
                  <a:pt x="47625" y="333375"/>
                </a:moveTo>
                <a:lnTo>
                  <a:pt x="57150" y="333375"/>
                </a:lnTo>
                <a:lnTo>
                  <a:pt x="57150" y="342900"/>
                </a:lnTo>
                <a:lnTo>
                  <a:pt x="47625" y="342900"/>
                </a:lnTo>
                <a:close/>
                <a:moveTo>
                  <a:pt x="1724025" y="342900"/>
                </a:moveTo>
                <a:lnTo>
                  <a:pt x="1733550" y="342900"/>
                </a:lnTo>
                <a:lnTo>
                  <a:pt x="1733550" y="352425"/>
                </a:lnTo>
                <a:lnTo>
                  <a:pt x="1724025" y="352425"/>
                </a:lnTo>
                <a:close/>
                <a:moveTo>
                  <a:pt x="38100" y="371475"/>
                </a:moveTo>
                <a:lnTo>
                  <a:pt x="47625" y="371475"/>
                </a:lnTo>
                <a:lnTo>
                  <a:pt x="47625" y="704850"/>
                </a:lnTo>
                <a:lnTo>
                  <a:pt x="38100" y="704850"/>
                </a:lnTo>
                <a:lnTo>
                  <a:pt x="38100" y="714375"/>
                </a:lnTo>
                <a:lnTo>
                  <a:pt x="28575" y="714375"/>
                </a:lnTo>
                <a:lnTo>
                  <a:pt x="28575" y="771525"/>
                </a:lnTo>
                <a:lnTo>
                  <a:pt x="19050" y="771525"/>
                </a:lnTo>
                <a:lnTo>
                  <a:pt x="19050" y="781050"/>
                </a:lnTo>
                <a:lnTo>
                  <a:pt x="0" y="781050"/>
                </a:lnTo>
                <a:lnTo>
                  <a:pt x="0" y="733425"/>
                </a:lnTo>
                <a:lnTo>
                  <a:pt x="9525" y="733425"/>
                </a:lnTo>
                <a:lnTo>
                  <a:pt x="9525" y="752475"/>
                </a:lnTo>
                <a:lnTo>
                  <a:pt x="19050" y="752475"/>
                </a:lnTo>
                <a:lnTo>
                  <a:pt x="19050" y="723900"/>
                </a:lnTo>
                <a:lnTo>
                  <a:pt x="0" y="723900"/>
                </a:lnTo>
                <a:lnTo>
                  <a:pt x="0" y="504825"/>
                </a:lnTo>
                <a:lnTo>
                  <a:pt x="9525" y="504825"/>
                </a:lnTo>
                <a:lnTo>
                  <a:pt x="9525" y="476250"/>
                </a:lnTo>
                <a:lnTo>
                  <a:pt x="0" y="476250"/>
                </a:lnTo>
                <a:lnTo>
                  <a:pt x="0" y="466725"/>
                </a:lnTo>
                <a:lnTo>
                  <a:pt x="9525" y="466725"/>
                </a:lnTo>
                <a:lnTo>
                  <a:pt x="9525" y="447675"/>
                </a:lnTo>
                <a:lnTo>
                  <a:pt x="19050" y="447675"/>
                </a:lnTo>
                <a:lnTo>
                  <a:pt x="19050" y="428625"/>
                </a:lnTo>
                <a:lnTo>
                  <a:pt x="38100" y="428625"/>
                </a:lnTo>
                <a:close/>
                <a:moveTo>
                  <a:pt x="123825" y="381000"/>
                </a:moveTo>
                <a:lnTo>
                  <a:pt x="133350" y="381000"/>
                </a:lnTo>
                <a:lnTo>
                  <a:pt x="133350" y="390525"/>
                </a:lnTo>
                <a:lnTo>
                  <a:pt x="123825" y="390525"/>
                </a:lnTo>
                <a:close/>
                <a:moveTo>
                  <a:pt x="1809750" y="381000"/>
                </a:moveTo>
                <a:lnTo>
                  <a:pt x="1819275" y="381000"/>
                </a:lnTo>
                <a:lnTo>
                  <a:pt x="1819275" y="390525"/>
                </a:lnTo>
                <a:lnTo>
                  <a:pt x="1828800" y="390525"/>
                </a:lnTo>
                <a:lnTo>
                  <a:pt x="1828800" y="428625"/>
                </a:lnTo>
                <a:lnTo>
                  <a:pt x="1838325" y="428625"/>
                </a:lnTo>
                <a:lnTo>
                  <a:pt x="1838325" y="438150"/>
                </a:lnTo>
                <a:lnTo>
                  <a:pt x="1847850" y="438150"/>
                </a:lnTo>
                <a:lnTo>
                  <a:pt x="1847850" y="533400"/>
                </a:lnTo>
                <a:lnTo>
                  <a:pt x="1857375" y="533400"/>
                </a:lnTo>
                <a:lnTo>
                  <a:pt x="1857375" y="571500"/>
                </a:lnTo>
                <a:lnTo>
                  <a:pt x="1847850" y="571500"/>
                </a:lnTo>
                <a:lnTo>
                  <a:pt x="1847850" y="590550"/>
                </a:lnTo>
                <a:lnTo>
                  <a:pt x="1857375" y="590550"/>
                </a:lnTo>
                <a:lnTo>
                  <a:pt x="1857375" y="771525"/>
                </a:lnTo>
                <a:lnTo>
                  <a:pt x="1866900" y="771525"/>
                </a:lnTo>
                <a:lnTo>
                  <a:pt x="1866900" y="781050"/>
                </a:lnTo>
                <a:lnTo>
                  <a:pt x="1828800" y="781050"/>
                </a:lnTo>
                <a:lnTo>
                  <a:pt x="1828800" y="771525"/>
                </a:lnTo>
                <a:lnTo>
                  <a:pt x="1819275" y="771525"/>
                </a:lnTo>
                <a:lnTo>
                  <a:pt x="1819275" y="428625"/>
                </a:lnTo>
                <a:lnTo>
                  <a:pt x="1809750" y="428625"/>
                </a:lnTo>
                <a:close/>
                <a:moveTo>
                  <a:pt x="733425" y="428625"/>
                </a:moveTo>
                <a:lnTo>
                  <a:pt x="742950" y="428625"/>
                </a:lnTo>
                <a:lnTo>
                  <a:pt x="742950" y="438150"/>
                </a:lnTo>
                <a:lnTo>
                  <a:pt x="733425" y="438150"/>
                </a:lnTo>
                <a:close/>
                <a:moveTo>
                  <a:pt x="752475" y="428625"/>
                </a:moveTo>
                <a:lnTo>
                  <a:pt x="762000" y="428625"/>
                </a:lnTo>
                <a:lnTo>
                  <a:pt x="762000" y="438150"/>
                </a:lnTo>
                <a:lnTo>
                  <a:pt x="752475" y="438150"/>
                </a:lnTo>
                <a:close/>
                <a:moveTo>
                  <a:pt x="1085850" y="438150"/>
                </a:moveTo>
                <a:lnTo>
                  <a:pt x="1095375" y="438150"/>
                </a:lnTo>
                <a:lnTo>
                  <a:pt x="1095375" y="447675"/>
                </a:lnTo>
                <a:lnTo>
                  <a:pt x="1085850" y="447675"/>
                </a:lnTo>
                <a:close/>
                <a:moveTo>
                  <a:pt x="857250" y="447675"/>
                </a:moveTo>
                <a:lnTo>
                  <a:pt x="876300" y="447675"/>
                </a:lnTo>
                <a:lnTo>
                  <a:pt x="876300" y="457200"/>
                </a:lnTo>
                <a:lnTo>
                  <a:pt x="857250" y="457200"/>
                </a:lnTo>
                <a:close/>
                <a:moveTo>
                  <a:pt x="990600" y="447675"/>
                </a:moveTo>
                <a:lnTo>
                  <a:pt x="1000125" y="447675"/>
                </a:lnTo>
                <a:lnTo>
                  <a:pt x="1000125" y="457200"/>
                </a:lnTo>
                <a:lnTo>
                  <a:pt x="990600" y="457200"/>
                </a:lnTo>
                <a:close/>
                <a:moveTo>
                  <a:pt x="771525" y="457200"/>
                </a:moveTo>
                <a:lnTo>
                  <a:pt x="781050" y="457200"/>
                </a:lnTo>
                <a:lnTo>
                  <a:pt x="781050" y="466725"/>
                </a:lnTo>
                <a:lnTo>
                  <a:pt x="771525" y="466725"/>
                </a:lnTo>
                <a:close/>
                <a:moveTo>
                  <a:pt x="933450" y="457200"/>
                </a:moveTo>
                <a:lnTo>
                  <a:pt x="942975" y="457200"/>
                </a:lnTo>
                <a:lnTo>
                  <a:pt x="942975" y="466725"/>
                </a:lnTo>
                <a:lnTo>
                  <a:pt x="933450" y="466725"/>
                </a:lnTo>
                <a:close/>
                <a:moveTo>
                  <a:pt x="981075" y="457200"/>
                </a:moveTo>
                <a:lnTo>
                  <a:pt x="990600" y="457200"/>
                </a:lnTo>
                <a:lnTo>
                  <a:pt x="990600" y="466725"/>
                </a:lnTo>
                <a:lnTo>
                  <a:pt x="981075" y="466725"/>
                </a:lnTo>
                <a:close/>
                <a:moveTo>
                  <a:pt x="838200" y="466725"/>
                </a:moveTo>
                <a:lnTo>
                  <a:pt x="847725" y="466725"/>
                </a:lnTo>
                <a:lnTo>
                  <a:pt x="847725" y="476250"/>
                </a:lnTo>
                <a:lnTo>
                  <a:pt x="838200" y="476250"/>
                </a:lnTo>
                <a:close/>
                <a:moveTo>
                  <a:pt x="1123950" y="466725"/>
                </a:moveTo>
                <a:lnTo>
                  <a:pt x="1133475" y="466725"/>
                </a:lnTo>
                <a:lnTo>
                  <a:pt x="1133475" y="476250"/>
                </a:lnTo>
                <a:lnTo>
                  <a:pt x="1123950" y="476250"/>
                </a:lnTo>
                <a:close/>
                <a:moveTo>
                  <a:pt x="704850" y="485775"/>
                </a:moveTo>
                <a:lnTo>
                  <a:pt x="714375" y="485775"/>
                </a:lnTo>
                <a:lnTo>
                  <a:pt x="714375" y="495300"/>
                </a:lnTo>
                <a:lnTo>
                  <a:pt x="704850" y="495300"/>
                </a:lnTo>
                <a:close/>
                <a:moveTo>
                  <a:pt x="742950" y="485775"/>
                </a:moveTo>
                <a:lnTo>
                  <a:pt x="752475" y="485775"/>
                </a:lnTo>
                <a:lnTo>
                  <a:pt x="752475" y="495300"/>
                </a:lnTo>
                <a:lnTo>
                  <a:pt x="742950" y="495300"/>
                </a:lnTo>
                <a:close/>
                <a:moveTo>
                  <a:pt x="285750" y="495300"/>
                </a:moveTo>
                <a:lnTo>
                  <a:pt x="295275" y="495300"/>
                </a:lnTo>
                <a:lnTo>
                  <a:pt x="295275" y="504825"/>
                </a:lnTo>
                <a:lnTo>
                  <a:pt x="285750" y="504825"/>
                </a:lnTo>
                <a:close/>
                <a:moveTo>
                  <a:pt x="752475" y="495300"/>
                </a:moveTo>
                <a:lnTo>
                  <a:pt x="771525" y="495300"/>
                </a:lnTo>
                <a:lnTo>
                  <a:pt x="771525" y="504825"/>
                </a:lnTo>
                <a:lnTo>
                  <a:pt x="762000" y="504825"/>
                </a:lnTo>
                <a:lnTo>
                  <a:pt x="762000" y="514350"/>
                </a:lnTo>
                <a:lnTo>
                  <a:pt x="742950" y="514350"/>
                </a:lnTo>
                <a:lnTo>
                  <a:pt x="742950" y="504825"/>
                </a:lnTo>
                <a:lnTo>
                  <a:pt x="752475" y="504825"/>
                </a:lnTo>
                <a:close/>
                <a:moveTo>
                  <a:pt x="790575" y="495300"/>
                </a:moveTo>
                <a:lnTo>
                  <a:pt x="809625" y="495300"/>
                </a:lnTo>
                <a:lnTo>
                  <a:pt x="809625" y="504825"/>
                </a:lnTo>
                <a:lnTo>
                  <a:pt x="790575" y="504825"/>
                </a:lnTo>
                <a:close/>
                <a:moveTo>
                  <a:pt x="819150" y="495300"/>
                </a:moveTo>
                <a:lnTo>
                  <a:pt x="828675" y="495300"/>
                </a:lnTo>
                <a:lnTo>
                  <a:pt x="828675" y="504825"/>
                </a:lnTo>
                <a:lnTo>
                  <a:pt x="819150" y="504825"/>
                </a:lnTo>
                <a:close/>
                <a:moveTo>
                  <a:pt x="857250" y="495300"/>
                </a:moveTo>
                <a:lnTo>
                  <a:pt x="866775" y="495300"/>
                </a:lnTo>
                <a:lnTo>
                  <a:pt x="866775" y="504825"/>
                </a:lnTo>
                <a:lnTo>
                  <a:pt x="857250" y="504825"/>
                </a:lnTo>
                <a:close/>
                <a:moveTo>
                  <a:pt x="962025" y="495300"/>
                </a:moveTo>
                <a:lnTo>
                  <a:pt x="1000125" y="495300"/>
                </a:lnTo>
                <a:lnTo>
                  <a:pt x="1000125" y="504825"/>
                </a:lnTo>
                <a:lnTo>
                  <a:pt x="962025" y="504825"/>
                </a:lnTo>
                <a:close/>
                <a:moveTo>
                  <a:pt x="1009650" y="495300"/>
                </a:moveTo>
                <a:lnTo>
                  <a:pt x="1019175" y="495300"/>
                </a:lnTo>
                <a:lnTo>
                  <a:pt x="1019175" y="504825"/>
                </a:lnTo>
                <a:lnTo>
                  <a:pt x="1009650" y="504825"/>
                </a:lnTo>
                <a:close/>
                <a:moveTo>
                  <a:pt x="276225" y="504825"/>
                </a:moveTo>
                <a:lnTo>
                  <a:pt x="285750" y="504825"/>
                </a:lnTo>
                <a:lnTo>
                  <a:pt x="285750" y="514350"/>
                </a:lnTo>
                <a:lnTo>
                  <a:pt x="276225" y="514350"/>
                </a:lnTo>
                <a:close/>
                <a:moveTo>
                  <a:pt x="704850" y="714375"/>
                </a:moveTo>
                <a:lnTo>
                  <a:pt x="714375" y="714375"/>
                </a:lnTo>
                <a:lnTo>
                  <a:pt x="714375" y="723900"/>
                </a:lnTo>
                <a:lnTo>
                  <a:pt x="704850" y="723900"/>
                </a:lnTo>
                <a:close/>
                <a:moveTo>
                  <a:pt x="828675" y="714375"/>
                </a:moveTo>
                <a:lnTo>
                  <a:pt x="838200" y="714375"/>
                </a:lnTo>
                <a:lnTo>
                  <a:pt x="838200" y="723900"/>
                </a:lnTo>
                <a:lnTo>
                  <a:pt x="828675" y="723900"/>
                </a:lnTo>
                <a:close/>
                <a:moveTo>
                  <a:pt x="714375" y="723900"/>
                </a:moveTo>
                <a:lnTo>
                  <a:pt x="723900" y="723900"/>
                </a:lnTo>
                <a:lnTo>
                  <a:pt x="723900" y="733425"/>
                </a:lnTo>
                <a:lnTo>
                  <a:pt x="714375" y="733425"/>
                </a:lnTo>
                <a:close/>
                <a:moveTo>
                  <a:pt x="533400" y="733425"/>
                </a:moveTo>
                <a:lnTo>
                  <a:pt x="542925" y="733425"/>
                </a:lnTo>
                <a:lnTo>
                  <a:pt x="542925" y="742950"/>
                </a:lnTo>
                <a:lnTo>
                  <a:pt x="533400" y="742950"/>
                </a:lnTo>
                <a:close/>
                <a:moveTo>
                  <a:pt x="238125" y="742950"/>
                </a:moveTo>
                <a:lnTo>
                  <a:pt x="247650" y="742950"/>
                </a:lnTo>
                <a:lnTo>
                  <a:pt x="247650" y="752475"/>
                </a:lnTo>
                <a:lnTo>
                  <a:pt x="238125" y="752475"/>
                </a:lnTo>
                <a:close/>
                <a:moveTo>
                  <a:pt x="295275" y="742950"/>
                </a:moveTo>
                <a:lnTo>
                  <a:pt x="314325" y="742950"/>
                </a:lnTo>
                <a:lnTo>
                  <a:pt x="314325" y="752475"/>
                </a:lnTo>
                <a:lnTo>
                  <a:pt x="295275" y="752475"/>
                </a:lnTo>
                <a:close/>
                <a:moveTo>
                  <a:pt x="314325" y="752475"/>
                </a:moveTo>
                <a:lnTo>
                  <a:pt x="323850" y="752475"/>
                </a:lnTo>
                <a:lnTo>
                  <a:pt x="323850" y="762000"/>
                </a:lnTo>
                <a:lnTo>
                  <a:pt x="314325" y="762000"/>
                </a:lnTo>
                <a:close/>
                <a:moveTo>
                  <a:pt x="752475" y="752475"/>
                </a:moveTo>
                <a:lnTo>
                  <a:pt x="762000" y="752475"/>
                </a:lnTo>
                <a:lnTo>
                  <a:pt x="762000" y="762000"/>
                </a:lnTo>
                <a:lnTo>
                  <a:pt x="752475" y="762000"/>
                </a:lnTo>
                <a:close/>
                <a:moveTo>
                  <a:pt x="238125" y="762000"/>
                </a:moveTo>
                <a:lnTo>
                  <a:pt x="257175" y="762000"/>
                </a:lnTo>
                <a:lnTo>
                  <a:pt x="257175" y="771525"/>
                </a:lnTo>
                <a:lnTo>
                  <a:pt x="238125" y="771525"/>
                </a:lnTo>
                <a:close/>
                <a:moveTo>
                  <a:pt x="428625" y="762000"/>
                </a:moveTo>
                <a:lnTo>
                  <a:pt x="447675" y="762000"/>
                </a:lnTo>
                <a:lnTo>
                  <a:pt x="447675" y="781050"/>
                </a:lnTo>
                <a:lnTo>
                  <a:pt x="438150" y="781050"/>
                </a:lnTo>
                <a:lnTo>
                  <a:pt x="438150" y="771525"/>
                </a:lnTo>
                <a:lnTo>
                  <a:pt x="428625" y="771525"/>
                </a:lnTo>
                <a:close/>
                <a:moveTo>
                  <a:pt x="647700" y="762000"/>
                </a:moveTo>
                <a:lnTo>
                  <a:pt x="657225" y="762000"/>
                </a:lnTo>
                <a:lnTo>
                  <a:pt x="657225" y="771525"/>
                </a:lnTo>
                <a:lnTo>
                  <a:pt x="647700" y="771525"/>
                </a:lnTo>
                <a:close/>
                <a:moveTo>
                  <a:pt x="762000" y="762000"/>
                </a:moveTo>
                <a:lnTo>
                  <a:pt x="771525" y="762000"/>
                </a:lnTo>
                <a:lnTo>
                  <a:pt x="771525" y="771525"/>
                </a:lnTo>
                <a:lnTo>
                  <a:pt x="762000" y="771525"/>
                </a:lnTo>
                <a:close/>
                <a:moveTo>
                  <a:pt x="704850" y="771525"/>
                </a:moveTo>
                <a:lnTo>
                  <a:pt x="714375" y="771525"/>
                </a:lnTo>
                <a:lnTo>
                  <a:pt x="714375" y="781050"/>
                </a:lnTo>
                <a:lnTo>
                  <a:pt x="704850" y="781050"/>
                </a:lnTo>
                <a:close/>
                <a:moveTo>
                  <a:pt x="428625" y="781050"/>
                </a:moveTo>
                <a:lnTo>
                  <a:pt x="438150" y="781050"/>
                </a:lnTo>
                <a:lnTo>
                  <a:pt x="438150" y="790575"/>
                </a:lnTo>
                <a:lnTo>
                  <a:pt x="428625" y="790575"/>
                </a:lnTo>
                <a:close/>
                <a:moveTo>
                  <a:pt x="419100" y="790575"/>
                </a:moveTo>
                <a:lnTo>
                  <a:pt x="428625" y="790575"/>
                </a:lnTo>
                <a:lnTo>
                  <a:pt x="428625" y="809625"/>
                </a:lnTo>
                <a:lnTo>
                  <a:pt x="419100" y="809625"/>
                </a:lnTo>
                <a:close/>
                <a:moveTo>
                  <a:pt x="0" y="800100"/>
                </a:moveTo>
                <a:lnTo>
                  <a:pt x="19050" y="800100"/>
                </a:lnTo>
                <a:lnTo>
                  <a:pt x="19050" y="809625"/>
                </a:lnTo>
                <a:lnTo>
                  <a:pt x="28575" y="809625"/>
                </a:lnTo>
                <a:lnTo>
                  <a:pt x="28575" y="847725"/>
                </a:lnTo>
                <a:lnTo>
                  <a:pt x="38100" y="847725"/>
                </a:lnTo>
                <a:lnTo>
                  <a:pt x="38100" y="914400"/>
                </a:lnTo>
                <a:lnTo>
                  <a:pt x="47625" y="914400"/>
                </a:lnTo>
                <a:lnTo>
                  <a:pt x="47625" y="942975"/>
                </a:lnTo>
                <a:lnTo>
                  <a:pt x="38100" y="942975"/>
                </a:lnTo>
                <a:lnTo>
                  <a:pt x="38100" y="962025"/>
                </a:lnTo>
                <a:lnTo>
                  <a:pt x="28575" y="962025"/>
                </a:lnTo>
                <a:lnTo>
                  <a:pt x="28575" y="1219200"/>
                </a:lnTo>
                <a:lnTo>
                  <a:pt x="19050" y="1219200"/>
                </a:lnTo>
                <a:lnTo>
                  <a:pt x="19050" y="1238250"/>
                </a:lnTo>
                <a:lnTo>
                  <a:pt x="28575" y="1238250"/>
                </a:lnTo>
                <a:lnTo>
                  <a:pt x="28575" y="1257300"/>
                </a:lnTo>
                <a:lnTo>
                  <a:pt x="38100" y="1257300"/>
                </a:lnTo>
                <a:lnTo>
                  <a:pt x="38100" y="1266825"/>
                </a:lnTo>
                <a:lnTo>
                  <a:pt x="28575" y="1266825"/>
                </a:lnTo>
                <a:lnTo>
                  <a:pt x="28575" y="1476375"/>
                </a:lnTo>
                <a:lnTo>
                  <a:pt x="19050" y="1476375"/>
                </a:lnTo>
                <a:lnTo>
                  <a:pt x="19050" y="1590675"/>
                </a:lnTo>
                <a:lnTo>
                  <a:pt x="28575" y="1590675"/>
                </a:lnTo>
                <a:lnTo>
                  <a:pt x="28575" y="1600200"/>
                </a:lnTo>
                <a:lnTo>
                  <a:pt x="38100" y="1600200"/>
                </a:lnTo>
                <a:lnTo>
                  <a:pt x="38100" y="1762125"/>
                </a:lnTo>
                <a:lnTo>
                  <a:pt x="28575" y="1762125"/>
                </a:lnTo>
                <a:lnTo>
                  <a:pt x="28575" y="1819275"/>
                </a:lnTo>
                <a:lnTo>
                  <a:pt x="19050" y="1819275"/>
                </a:lnTo>
                <a:lnTo>
                  <a:pt x="19050" y="1857375"/>
                </a:lnTo>
                <a:lnTo>
                  <a:pt x="9525" y="1857375"/>
                </a:lnTo>
                <a:lnTo>
                  <a:pt x="9525" y="1866900"/>
                </a:lnTo>
                <a:lnTo>
                  <a:pt x="0" y="1866900"/>
                </a:lnTo>
                <a:close/>
                <a:moveTo>
                  <a:pt x="304800" y="800100"/>
                </a:moveTo>
                <a:lnTo>
                  <a:pt x="323850" y="800100"/>
                </a:lnTo>
                <a:lnTo>
                  <a:pt x="323850" y="809625"/>
                </a:lnTo>
                <a:lnTo>
                  <a:pt x="304800" y="809625"/>
                </a:lnTo>
                <a:close/>
                <a:moveTo>
                  <a:pt x="400050" y="800100"/>
                </a:moveTo>
                <a:lnTo>
                  <a:pt x="409575" y="800100"/>
                </a:lnTo>
                <a:lnTo>
                  <a:pt x="409575" y="809625"/>
                </a:lnTo>
                <a:lnTo>
                  <a:pt x="400050" y="809625"/>
                </a:lnTo>
                <a:close/>
                <a:moveTo>
                  <a:pt x="809625" y="800100"/>
                </a:moveTo>
                <a:lnTo>
                  <a:pt x="819150" y="800100"/>
                </a:lnTo>
                <a:lnTo>
                  <a:pt x="819150" y="809625"/>
                </a:lnTo>
                <a:lnTo>
                  <a:pt x="809625" y="809625"/>
                </a:lnTo>
                <a:close/>
                <a:moveTo>
                  <a:pt x="1828800" y="800100"/>
                </a:moveTo>
                <a:lnTo>
                  <a:pt x="1866900" y="800100"/>
                </a:lnTo>
                <a:lnTo>
                  <a:pt x="1866900" y="838200"/>
                </a:lnTo>
                <a:lnTo>
                  <a:pt x="1857375" y="838200"/>
                </a:lnTo>
                <a:lnTo>
                  <a:pt x="1857375" y="876300"/>
                </a:lnTo>
                <a:lnTo>
                  <a:pt x="1866900" y="876300"/>
                </a:lnTo>
                <a:lnTo>
                  <a:pt x="1866900" y="981075"/>
                </a:lnTo>
                <a:lnTo>
                  <a:pt x="1857375" y="981075"/>
                </a:lnTo>
                <a:lnTo>
                  <a:pt x="1857375" y="1000125"/>
                </a:lnTo>
                <a:lnTo>
                  <a:pt x="1866900" y="1000125"/>
                </a:lnTo>
                <a:lnTo>
                  <a:pt x="1866900" y="1038225"/>
                </a:lnTo>
                <a:lnTo>
                  <a:pt x="1857375" y="1038225"/>
                </a:lnTo>
                <a:lnTo>
                  <a:pt x="1857375" y="1047750"/>
                </a:lnTo>
                <a:lnTo>
                  <a:pt x="1866900" y="1047750"/>
                </a:lnTo>
                <a:lnTo>
                  <a:pt x="1866900" y="1076325"/>
                </a:lnTo>
                <a:lnTo>
                  <a:pt x="1857375" y="1076325"/>
                </a:lnTo>
                <a:lnTo>
                  <a:pt x="1857375" y="1104900"/>
                </a:lnTo>
                <a:lnTo>
                  <a:pt x="1866900" y="1104900"/>
                </a:lnTo>
                <a:lnTo>
                  <a:pt x="1866900" y="1114425"/>
                </a:lnTo>
                <a:lnTo>
                  <a:pt x="1857375" y="1114425"/>
                </a:lnTo>
                <a:lnTo>
                  <a:pt x="1857375" y="1162050"/>
                </a:lnTo>
                <a:lnTo>
                  <a:pt x="1866900" y="1162050"/>
                </a:lnTo>
                <a:lnTo>
                  <a:pt x="1866900" y="1866900"/>
                </a:lnTo>
                <a:lnTo>
                  <a:pt x="1828800" y="1866900"/>
                </a:lnTo>
                <a:lnTo>
                  <a:pt x="1828800" y="1857375"/>
                </a:lnTo>
                <a:lnTo>
                  <a:pt x="1819275" y="1857375"/>
                </a:lnTo>
                <a:lnTo>
                  <a:pt x="1819275" y="1543050"/>
                </a:lnTo>
                <a:lnTo>
                  <a:pt x="1828800" y="1543050"/>
                </a:lnTo>
                <a:lnTo>
                  <a:pt x="1828800" y="1114425"/>
                </a:lnTo>
                <a:lnTo>
                  <a:pt x="1819275" y="1114425"/>
                </a:lnTo>
                <a:lnTo>
                  <a:pt x="1819275" y="809625"/>
                </a:lnTo>
                <a:lnTo>
                  <a:pt x="1828800" y="809625"/>
                </a:lnTo>
                <a:close/>
                <a:moveTo>
                  <a:pt x="228600" y="866775"/>
                </a:moveTo>
                <a:lnTo>
                  <a:pt x="295275" y="866775"/>
                </a:lnTo>
                <a:lnTo>
                  <a:pt x="295275" y="885825"/>
                </a:lnTo>
                <a:lnTo>
                  <a:pt x="257175" y="885825"/>
                </a:lnTo>
                <a:lnTo>
                  <a:pt x="257175" y="895350"/>
                </a:lnTo>
                <a:lnTo>
                  <a:pt x="171450" y="895350"/>
                </a:lnTo>
                <a:lnTo>
                  <a:pt x="171450" y="876300"/>
                </a:lnTo>
                <a:lnTo>
                  <a:pt x="228600" y="876300"/>
                </a:lnTo>
                <a:close/>
                <a:moveTo>
                  <a:pt x="323850" y="933450"/>
                </a:moveTo>
                <a:lnTo>
                  <a:pt x="342900" y="933450"/>
                </a:lnTo>
                <a:lnTo>
                  <a:pt x="342900" y="942975"/>
                </a:lnTo>
                <a:lnTo>
                  <a:pt x="390525" y="942975"/>
                </a:lnTo>
                <a:lnTo>
                  <a:pt x="390525" y="952500"/>
                </a:lnTo>
                <a:lnTo>
                  <a:pt x="323850" y="952500"/>
                </a:lnTo>
                <a:close/>
                <a:moveTo>
                  <a:pt x="1057275" y="933450"/>
                </a:moveTo>
                <a:lnTo>
                  <a:pt x="1076325" y="933450"/>
                </a:lnTo>
                <a:lnTo>
                  <a:pt x="1076325" y="942975"/>
                </a:lnTo>
                <a:lnTo>
                  <a:pt x="1057275" y="942975"/>
                </a:lnTo>
                <a:close/>
                <a:moveTo>
                  <a:pt x="1200150" y="933450"/>
                </a:moveTo>
                <a:lnTo>
                  <a:pt x="1219200" y="933450"/>
                </a:lnTo>
                <a:lnTo>
                  <a:pt x="1219200" y="942975"/>
                </a:lnTo>
                <a:lnTo>
                  <a:pt x="1200150" y="942975"/>
                </a:lnTo>
                <a:close/>
                <a:moveTo>
                  <a:pt x="238125" y="942975"/>
                </a:moveTo>
                <a:lnTo>
                  <a:pt x="266700" y="942975"/>
                </a:lnTo>
                <a:lnTo>
                  <a:pt x="266700" y="952500"/>
                </a:lnTo>
                <a:lnTo>
                  <a:pt x="238125" y="952500"/>
                </a:lnTo>
                <a:close/>
                <a:moveTo>
                  <a:pt x="485775" y="942975"/>
                </a:moveTo>
                <a:lnTo>
                  <a:pt x="495300" y="942975"/>
                </a:lnTo>
                <a:lnTo>
                  <a:pt x="495300" y="952500"/>
                </a:lnTo>
                <a:lnTo>
                  <a:pt x="485775" y="952500"/>
                </a:lnTo>
                <a:close/>
                <a:moveTo>
                  <a:pt x="533400" y="942975"/>
                </a:moveTo>
                <a:lnTo>
                  <a:pt x="542925" y="942975"/>
                </a:lnTo>
                <a:lnTo>
                  <a:pt x="542925" y="952500"/>
                </a:lnTo>
                <a:lnTo>
                  <a:pt x="533400" y="952500"/>
                </a:lnTo>
                <a:close/>
                <a:moveTo>
                  <a:pt x="695325" y="942975"/>
                </a:moveTo>
                <a:lnTo>
                  <a:pt x="704850" y="942975"/>
                </a:lnTo>
                <a:lnTo>
                  <a:pt x="704850" y="952500"/>
                </a:lnTo>
                <a:lnTo>
                  <a:pt x="695325" y="952500"/>
                </a:lnTo>
                <a:close/>
                <a:moveTo>
                  <a:pt x="733425" y="942975"/>
                </a:moveTo>
                <a:lnTo>
                  <a:pt x="742950" y="942975"/>
                </a:lnTo>
                <a:lnTo>
                  <a:pt x="742950" y="952500"/>
                </a:lnTo>
                <a:lnTo>
                  <a:pt x="733425" y="952500"/>
                </a:lnTo>
                <a:close/>
                <a:moveTo>
                  <a:pt x="800100" y="942975"/>
                </a:moveTo>
                <a:lnTo>
                  <a:pt x="819150" y="942975"/>
                </a:lnTo>
                <a:lnTo>
                  <a:pt x="819150" y="952500"/>
                </a:lnTo>
                <a:lnTo>
                  <a:pt x="800100" y="952500"/>
                </a:lnTo>
                <a:close/>
                <a:moveTo>
                  <a:pt x="866775" y="942975"/>
                </a:moveTo>
                <a:lnTo>
                  <a:pt x="876300" y="942975"/>
                </a:lnTo>
                <a:lnTo>
                  <a:pt x="876300" y="952500"/>
                </a:lnTo>
                <a:lnTo>
                  <a:pt x="866775" y="952500"/>
                </a:lnTo>
                <a:close/>
                <a:moveTo>
                  <a:pt x="904875" y="942975"/>
                </a:moveTo>
                <a:lnTo>
                  <a:pt x="923925" y="942975"/>
                </a:lnTo>
                <a:lnTo>
                  <a:pt x="923925" y="952500"/>
                </a:lnTo>
                <a:lnTo>
                  <a:pt x="904875" y="952500"/>
                </a:lnTo>
                <a:close/>
                <a:moveTo>
                  <a:pt x="952500" y="942975"/>
                </a:moveTo>
                <a:lnTo>
                  <a:pt x="962025" y="942975"/>
                </a:lnTo>
                <a:lnTo>
                  <a:pt x="962025" y="952500"/>
                </a:lnTo>
                <a:lnTo>
                  <a:pt x="952500" y="952500"/>
                </a:lnTo>
                <a:close/>
                <a:moveTo>
                  <a:pt x="1257300" y="942975"/>
                </a:moveTo>
                <a:lnTo>
                  <a:pt x="1266825" y="942975"/>
                </a:lnTo>
                <a:lnTo>
                  <a:pt x="1266825" y="952500"/>
                </a:lnTo>
                <a:lnTo>
                  <a:pt x="1257300" y="952500"/>
                </a:lnTo>
                <a:close/>
                <a:moveTo>
                  <a:pt x="1304925" y="942975"/>
                </a:moveTo>
                <a:lnTo>
                  <a:pt x="1314450" y="942975"/>
                </a:lnTo>
                <a:lnTo>
                  <a:pt x="1314450" y="952500"/>
                </a:lnTo>
                <a:lnTo>
                  <a:pt x="1304925" y="952500"/>
                </a:lnTo>
                <a:close/>
                <a:moveTo>
                  <a:pt x="1409700" y="942975"/>
                </a:moveTo>
                <a:lnTo>
                  <a:pt x="1447800" y="942975"/>
                </a:lnTo>
                <a:lnTo>
                  <a:pt x="1447800" y="952500"/>
                </a:lnTo>
                <a:lnTo>
                  <a:pt x="1409700" y="952500"/>
                </a:lnTo>
                <a:close/>
                <a:moveTo>
                  <a:pt x="1457325" y="942975"/>
                </a:moveTo>
                <a:lnTo>
                  <a:pt x="1466850" y="942975"/>
                </a:lnTo>
                <a:lnTo>
                  <a:pt x="1466850" y="952500"/>
                </a:lnTo>
                <a:lnTo>
                  <a:pt x="1457325" y="952500"/>
                </a:lnTo>
                <a:close/>
                <a:moveTo>
                  <a:pt x="714375" y="952500"/>
                </a:moveTo>
                <a:lnTo>
                  <a:pt x="733425" y="952500"/>
                </a:lnTo>
                <a:lnTo>
                  <a:pt x="733425" y="981075"/>
                </a:lnTo>
                <a:lnTo>
                  <a:pt x="723900" y="981075"/>
                </a:lnTo>
                <a:lnTo>
                  <a:pt x="723900" y="971550"/>
                </a:lnTo>
                <a:lnTo>
                  <a:pt x="714375" y="971550"/>
                </a:lnTo>
                <a:close/>
                <a:moveTo>
                  <a:pt x="742950" y="952500"/>
                </a:moveTo>
                <a:lnTo>
                  <a:pt x="762000" y="952500"/>
                </a:lnTo>
                <a:lnTo>
                  <a:pt x="762000" y="971550"/>
                </a:lnTo>
                <a:lnTo>
                  <a:pt x="752475" y="971550"/>
                </a:lnTo>
                <a:lnTo>
                  <a:pt x="752475" y="962025"/>
                </a:lnTo>
                <a:lnTo>
                  <a:pt x="742950" y="962025"/>
                </a:lnTo>
                <a:close/>
                <a:moveTo>
                  <a:pt x="1314450" y="952500"/>
                </a:moveTo>
                <a:lnTo>
                  <a:pt x="1333500" y="952500"/>
                </a:lnTo>
                <a:lnTo>
                  <a:pt x="1333500" y="971550"/>
                </a:lnTo>
                <a:lnTo>
                  <a:pt x="1314450" y="971550"/>
                </a:lnTo>
                <a:close/>
                <a:moveTo>
                  <a:pt x="171450" y="962025"/>
                </a:moveTo>
                <a:lnTo>
                  <a:pt x="180975" y="962025"/>
                </a:lnTo>
                <a:lnTo>
                  <a:pt x="180975" y="971550"/>
                </a:lnTo>
                <a:lnTo>
                  <a:pt x="171450" y="971550"/>
                </a:lnTo>
                <a:close/>
                <a:moveTo>
                  <a:pt x="466725" y="962025"/>
                </a:moveTo>
                <a:lnTo>
                  <a:pt x="485775" y="962025"/>
                </a:lnTo>
                <a:lnTo>
                  <a:pt x="485775" y="971550"/>
                </a:lnTo>
                <a:lnTo>
                  <a:pt x="466725" y="971550"/>
                </a:lnTo>
                <a:close/>
                <a:moveTo>
                  <a:pt x="180975" y="971550"/>
                </a:moveTo>
                <a:lnTo>
                  <a:pt x="200025" y="971550"/>
                </a:lnTo>
                <a:lnTo>
                  <a:pt x="200025" y="981075"/>
                </a:lnTo>
                <a:lnTo>
                  <a:pt x="180975" y="981075"/>
                </a:lnTo>
                <a:close/>
                <a:moveTo>
                  <a:pt x="209550" y="971550"/>
                </a:moveTo>
                <a:lnTo>
                  <a:pt x="219075" y="971550"/>
                </a:lnTo>
                <a:lnTo>
                  <a:pt x="219075" y="981075"/>
                </a:lnTo>
                <a:lnTo>
                  <a:pt x="209550" y="981075"/>
                </a:lnTo>
                <a:close/>
                <a:moveTo>
                  <a:pt x="304800" y="971550"/>
                </a:moveTo>
                <a:lnTo>
                  <a:pt x="314325" y="971550"/>
                </a:lnTo>
                <a:lnTo>
                  <a:pt x="314325" y="981075"/>
                </a:lnTo>
                <a:lnTo>
                  <a:pt x="304800" y="981075"/>
                </a:lnTo>
                <a:close/>
                <a:moveTo>
                  <a:pt x="371475" y="971550"/>
                </a:moveTo>
                <a:lnTo>
                  <a:pt x="400050" y="971550"/>
                </a:lnTo>
                <a:lnTo>
                  <a:pt x="400050" y="981075"/>
                </a:lnTo>
                <a:lnTo>
                  <a:pt x="371475" y="981075"/>
                </a:lnTo>
                <a:close/>
                <a:moveTo>
                  <a:pt x="457200" y="971550"/>
                </a:moveTo>
                <a:lnTo>
                  <a:pt x="466725" y="971550"/>
                </a:lnTo>
                <a:lnTo>
                  <a:pt x="466725" y="981075"/>
                </a:lnTo>
                <a:lnTo>
                  <a:pt x="457200" y="981075"/>
                </a:lnTo>
                <a:close/>
                <a:moveTo>
                  <a:pt x="495300" y="971550"/>
                </a:moveTo>
                <a:lnTo>
                  <a:pt x="523875" y="971550"/>
                </a:lnTo>
                <a:lnTo>
                  <a:pt x="523875" y="981075"/>
                </a:lnTo>
                <a:lnTo>
                  <a:pt x="495300" y="981075"/>
                </a:lnTo>
                <a:close/>
                <a:moveTo>
                  <a:pt x="600075" y="971550"/>
                </a:moveTo>
                <a:lnTo>
                  <a:pt x="628650" y="971550"/>
                </a:lnTo>
                <a:lnTo>
                  <a:pt x="628650" y="981075"/>
                </a:lnTo>
                <a:lnTo>
                  <a:pt x="600075" y="981075"/>
                </a:lnTo>
                <a:close/>
                <a:moveTo>
                  <a:pt x="638175" y="971550"/>
                </a:moveTo>
                <a:lnTo>
                  <a:pt x="647700" y="971550"/>
                </a:lnTo>
                <a:lnTo>
                  <a:pt x="647700" y="981075"/>
                </a:lnTo>
                <a:lnTo>
                  <a:pt x="638175" y="981075"/>
                </a:lnTo>
                <a:close/>
                <a:moveTo>
                  <a:pt x="866775" y="971550"/>
                </a:moveTo>
                <a:lnTo>
                  <a:pt x="885825" y="971550"/>
                </a:lnTo>
                <a:lnTo>
                  <a:pt x="885825" y="981075"/>
                </a:lnTo>
                <a:lnTo>
                  <a:pt x="866775" y="981075"/>
                </a:lnTo>
                <a:close/>
                <a:moveTo>
                  <a:pt x="971550" y="971550"/>
                </a:moveTo>
                <a:lnTo>
                  <a:pt x="1000125" y="971550"/>
                </a:lnTo>
                <a:lnTo>
                  <a:pt x="1000125" y="981075"/>
                </a:lnTo>
                <a:lnTo>
                  <a:pt x="971550" y="981075"/>
                </a:lnTo>
                <a:close/>
                <a:moveTo>
                  <a:pt x="1171575" y="971550"/>
                </a:moveTo>
                <a:lnTo>
                  <a:pt x="1200150" y="971550"/>
                </a:lnTo>
                <a:lnTo>
                  <a:pt x="1200150" y="981075"/>
                </a:lnTo>
                <a:lnTo>
                  <a:pt x="1171575" y="981075"/>
                </a:lnTo>
                <a:close/>
                <a:moveTo>
                  <a:pt x="1485900" y="971550"/>
                </a:moveTo>
                <a:lnTo>
                  <a:pt x="1495425" y="971550"/>
                </a:lnTo>
                <a:lnTo>
                  <a:pt x="1495425" y="981075"/>
                </a:lnTo>
                <a:lnTo>
                  <a:pt x="1485900" y="981075"/>
                </a:lnTo>
                <a:close/>
                <a:moveTo>
                  <a:pt x="342900" y="1009650"/>
                </a:moveTo>
                <a:lnTo>
                  <a:pt x="361950" y="1009650"/>
                </a:lnTo>
                <a:lnTo>
                  <a:pt x="361950" y="1019175"/>
                </a:lnTo>
                <a:lnTo>
                  <a:pt x="342900" y="1019175"/>
                </a:lnTo>
                <a:close/>
                <a:moveTo>
                  <a:pt x="257175" y="1019175"/>
                </a:moveTo>
                <a:lnTo>
                  <a:pt x="266700" y="1019175"/>
                </a:lnTo>
                <a:lnTo>
                  <a:pt x="266700" y="1028700"/>
                </a:lnTo>
                <a:lnTo>
                  <a:pt x="257175" y="1028700"/>
                </a:lnTo>
                <a:close/>
                <a:moveTo>
                  <a:pt x="171450" y="1028700"/>
                </a:moveTo>
                <a:lnTo>
                  <a:pt x="180975" y="1028700"/>
                </a:lnTo>
                <a:lnTo>
                  <a:pt x="180975" y="1038225"/>
                </a:lnTo>
                <a:lnTo>
                  <a:pt x="171450" y="1038225"/>
                </a:lnTo>
                <a:close/>
                <a:moveTo>
                  <a:pt x="180975" y="1038225"/>
                </a:moveTo>
                <a:lnTo>
                  <a:pt x="190500" y="1038225"/>
                </a:lnTo>
                <a:lnTo>
                  <a:pt x="190500" y="1047750"/>
                </a:lnTo>
                <a:lnTo>
                  <a:pt x="180975" y="1047750"/>
                </a:lnTo>
                <a:close/>
                <a:moveTo>
                  <a:pt x="238125" y="1038225"/>
                </a:moveTo>
                <a:lnTo>
                  <a:pt x="257175" y="1038225"/>
                </a:lnTo>
                <a:lnTo>
                  <a:pt x="257175" y="1047750"/>
                </a:lnTo>
                <a:lnTo>
                  <a:pt x="238125" y="1047750"/>
                </a:lnTo>
                <a:close/>
                <a:moveTo>
                  <a:pt x="200025" y="1047750"/>
                </a:moveTo>
                <a:lnTo>
                  <a:pt x="228600" y="1047750"/>
                </a:lnTo>
                <a:lnTo>
                  <a:pt x="228600" y="1057275"/>
                </a:lnTo>
                <a:lnTo>
                  <a:pt x="200025" y="1057275"/>
                </a:lnTo>
                <a:close/>
                <a:moveTo>
                  <a:pt x="1628775" y="1190625"/>
                </a:moveTo>
                <a:lnTo>
                  <a:pt x="1638300" y="1190625"/>
                </a:lnTo>
                <a:lnTo>
                  <a:pt x="1638300" y="1200150"/>
                </a:lnTo>
                <a:lnTo>
                  <a:pt x="1628775" y="1200150"/>
                </a:lnTo>
                <a:close/>
                <a:moveTo>
                  <a:pt x="495300" y="1381125"/>
                </a:moveTo>
                <a:lnTo>
                  <a:pt x="504825" y="1381125"/>
                </a:lnTo>
                <a:lnTo>
                  <a:pt x="504825" y="1390650"/>
                </a:lnTo>
                <a:lnTo>
                  <a:pt x="495300" y="1390650"/>
                </a:lnTo>
                <a:close/>
                <a:moveTo>
                  <a:pt x="571500" y="1381125"/>
                </a:moveTo>
                <a:lnTo>
                  <a:pt x="581025" y="1381125"/>
                </a:lnTo>
                <a:lnTo>
                  <a:pt x="581025" y="1390650"/>
                </a:lnTo>
                <a:lnTo>
                  <a:pt x="571500" y="1390650"/>
                </a:lnTo>
                <a:close/>
                <a:moveTo>
                  <a:pt x="647700" y="1381125"/>
                </a:moveTo>
                <a:lnTo>
                  <a:pt x="695325" y="1381125"/>
                </a:lnTo>
                <a:lnTo>
                  <a:pt x="695325" y="1390650"/>
                </a:lnTo>
                <a:lnTo>
                  <a:pt x="676275" y="1390650"/>
                </a:lnTo>
                <a:lnTo>
                  <a:pt x="676275" y="1400175"/>
                </a:lnTo>
                <a:lnTo>
                  <a:pt x="647700" y="1400175"/>
                </a:lnTo>
                <a:close/>
                <a:moveTo>
                  <a:pt x="847725" y="1381125"/>
                </a:moveTo>
                <a:lnTo>
                  <a:pt x="857250" y="1381125"/>
                </a:lnTo>
                <a:lnTo>
                  <a:pt x="857250" y="1390650"/>
                </a:lnTo>
                <a:lnTo>
                  <a:pt x="847725" y="1390650"/>
                </a:lnTo>
                <a:close/>
                <a:moveTo>
                  <a:pt x="1057275" y="1381125"/>
                </a:moveTo>
                <a:lnTo>
                  <a:pt x="1076325" y="1381125"/>
                </a:lnTo>
                <a:lnTo>
                  <a:pt x="1076325" y="1390650"/>
                </a:lnTo>
                <a:lnTo>
                  <a:pt x="1057275" y="1390650"/>
                </a:lnTo>
                <a:close/>
                <a:moveTo>
                  <a:pt x="504825" y="1390650"/>
                </a:moveTo>
                <a:lnTo>
                  <a:pt x="514350" y="1390650"/>
                </a:lnTo>
                <a:lnTo>
                  <a:pt x="514350" y="1400175"/>
                </a:lnTo>
                <a:lnTo>
                  <a:pt x="504825" y="1400175"/>
                </a:lnTo>
                <a:close/>
                <a:moveTo>
                  <a:pt x="1076325" y="1390650"/>
                </a:moveTo>
                <a:lnTo>
                  <a:pt x="1085850" y="1390650"/>
                </a:lnTo>
                <a:lnTo>
                  <a:pt x="1085850" y="1400175"/>
                </a:lnTo>
                <a:lnTo>
                  <a:pt x="1076325" y="1400175"/>
                </a:lnTo>
                <a:close/>
                <a:moveTo>
                  <a:pt x="409575" y="1400175"/>
                </a:moveTo>
                <a:lnTo>
                  <a:pt x="419100" y="1400175"/>
                </a:lnTo>
                <a:lnTo>
                  <a:pt x="419100" y="1409700"/>
                </a:lnTo>
                <a:lnTo>
                  <a:pt x="428625" y="1409700"/>
                </a:lnTo>
                <a:lnTo>
                  <a:pt x="428625" y="1419225"/>
                </a:lnTo>
                <a:lnTo>
                  <a:pt x="419100" y="1419225"/>
                </a:lnTo>
                <a:lnTo>
                  <a:pt x="419100" y="1428750"/>
                </a:lnTo>
                <a:lnTo>
                  <a:pt x="409575" y="1428750"/>
                </a:lnTo>
                <a:lnTo>
                  <a:pt x="409575" y="1438275"/>
                </a:lnTo>
                <a:lnTo>
                  <a:pt x="390525" y="1438275"/>
                </a:lnTo>
                <a:lnTo>
                  <a:pt x="390525" y="1428750"/>
                </a:lnTo>
                <a:lnTo>
                  <a:pt x="400050" y="1428750"/>
                </a:lnTo>
                <a:lnTo>
                  <a:pt x="400050" y="1419225"/>
                </a:lnTo>
                <a:lnTo>
                  <a:pt x="409575" y="1419225"/>
                </a:lnTo>
                <a:close/>
                <a:moveTo>
                  <a:pt x="571500" y="1400175"/>
                </a:moveTo>
                <a:lnTo>
                  <a:pt x="581025" y="1400175"/>
                </a:lnTo>
                <a:lnTo>
                  <a:pt x="581025" y="1409700"/>
                </a:lnTo>
                <a:lnTo>
                  <a:pt x="571500" y="1409700"/>
                </a:lnTo>
                <a:close/>
                <a:moveTo>
                  <a:pt x="266700" y="1409700"/>
                </a:moveTo>
                <a:lnTo>
                  <a:pt x="276225" y="1409700"/>
                </a:lnTo>
                <a:lnTo>
                  <a:pt x="276225" y="1419225"/>
                </a:lnTo>
                <a:lnTo>
                  <a:pt x="266700" y="1419225"/>
                </a:lnTo>
                <a:close/>
                <a:moveTo>
                  <a:pt x="285750" y="1409700"/>
                </a:moveTo>
                <a:lnTo>
                  <a:pt x="295275" y="1409700"/>
                </a:lnTo>
                <a:lnTo>
                  <a:pt x="295275" y="1419225"/>
                </a:lnTo>
                <a:lnTo>
                  <a:pt x="285750" y="1419225"/>
                </a:lnTo>
                <a:close/>
                <a:moveTo>
                  <a:pt x="723900" y="1409700"/>
                </a:moveTo>
                <a:lnTo>
                  <a:pt x="733425" y="1409700"/>
                </a:lnTo>
                <a:lnTo>
                  <a:pt x="733425" y="1419225"/>
                </a:lnTo>
                <a:lnTo>
                  <a:pt x="723900" y="1419225"/>
                </a:lnTo>
                <a:close/>
                <a:moveTo>
                  <a:pt x="742950" y="1409700"/>
                </a:moveTo>
                <a:lnTo>
                  <a:pt x="752475" y="1409700"/>
                </a:lnTo>
                <a:lnTo>
                  <a:pt x="752475" y="1419225"/>
                </a:lnTo>
                <a:lnTo>
                  <a:pt x="742950" y="1419225"/>
                </a:lnTo>
                <a:close/>
                <a:moveTo>
                  <a:pt x="276225" y="1419225"/>
                </a:moveTo>
                <a:lnTo>
                  <a:pt x="285750" y="1419225"/>
                </a:lnTo>
                <a:lnTo>
                  <a:pt x="285750" y="1428750"/>
                </a:lnTo>
                <a:lnTo>
                  <a:pt x="276225" y="1428750"/>
                </a:lnTo>
                <a:close/>
                <a:moveTo>
                  <a:pt x="762000" y="1419225"/>
                </a:moveTo>
                <a:lnTo>
                  <a:pt x="781050" y="1419225"/>
                </a:lnTo>
                <a:lnTo>
                  <a:pt x="781050" y="1428750"/>
                </a:lnTo>
                <a:lnTo>
                  <a:pt x="762000" y="1428750"/>
                </a:lnTo>
                <a:close/>
                <a:moveTo>
                  <a:pt x="933450" y="1428750"/>
                </a:moveTo>
                <a:lnTo>
                  <a:pt x="952500" y="1428750"/>
                </a:lnTo>
                <a:lnTo>
                  <a:pt x="952500" y="1438275"/>
                </a:lnTo>
                <a:lnTo>
                  <a:pt x="942975" y="1438275"/>
                </a:lnTo>
                <a:lnTo>
                  <a:pt x="942975" y="1447800"/>
                </a:lnTo>
                <a:lnTo>
                  <a:pt x="933450" y="1447800"/>
                </a:lnTo>
                <a:close/>
                <a:moveTo>
                  <a:pt x="647700" y="1438275"/>
                </a:moveTo>
                <a:lnTo>
                  <a:pt x="657225" y="1438275"/>
                </a:lnTo>
                <a:lnTo>
                  <a:pt x="657225" y="1457325"/>
                </a:lnTo>
                <a:lnTo>
                  <a:pt x="666750" y="1457325"/>
                </a:lnTo>
                <a:lnTo>
                  <a:pt x="666750" y="1447800"/>
                </a:lnTo>
                <a:lnTo>
                  <a:pt x="695325" y="1447800"/>
                </a:lnTo>
                <a:lnTo>
                  <a:pt x="695325" y="1466850"/>
                </a:lnTo>
                <a:lnTo>
                  <a:pt x="647700" y="1466850"/>
                </a:lnTo>
                <a:close/>
                <a:moveTo>
                  <a:pt x="952500" y="1438275"/>
                </a:moveTo>
                <a:lnTo>
                  <a:pt x="962025" y="1438275"/>
                </a:lnTo>
                <a:lnTo>
                  <a:pt x="962025" y="1447800"/>
                </a:lnTo>
                <a:lnTo>
                  <a:pt x="952500" y="1447800"/>
                </a:lnTo>
                <a:close/>
                <a:moveTo>
                  <a:pt x="400050" y="1447800"/>
                </a:moveTo>
                <a:lnTo>
                  <a:pt x="428625" y="1447800"/>
                </a:lnTo>
                <a:lnTo>
                  <a:pt x="428625" y="1466850"/>
                </a:lnTo>
                <a:lnTo>
                  <a:pt x="381000" y="1466850"/>
                </a:lnTo>
                <a:lnTo>
                  <a:pt x="381000" y="1457325"/>
                </a:lnTo>
                <a:lnTo>
                  <a:pt x="400050" y="1457325"/>
                </a:lnTo>
                <a:close/>
                <a:moveTo>
                  <a:pt x="733425" y="1447800"/>
                </a:moveTo>
                <a:lnTo>
                  <a:pt x="771525" y="1447800"/>
                </a:lnTo>
                <a:lnTo>
                  <a:pt x="771525" y="1457325"/>
                </a:lnTo>
                <a:lnTo>
                  <a:pt x="762000" y="1457325"/>
                </a:lnTo>
                <a:lnTo>
                  <a:pt x="762000" y="1466850"/>
                </a:lnTo>
                <a:lnTo>
                  <a:pt x="742950" y="1466850"/>
                </a:lnTo>
                <a:lnTo>
                  <a:pt x="742950" y="1457325"/>
                </a:lnTo>
                <a:lnTo>
                  <a:pt x="733425" y="1457325"/>
                </a:lnTo>
                <a:close/>
                <a:moveTo>
                  <a:pt x="857250" y="1447800"/>
                </a:moveTo>
                <a:lnTo>
                  <a:pt x="866775" y="1447800"/>
                </a:lnTo>
                <a:lnTo>
                  <a:pt x="866775" y="1457325"/>
                </a:lnTo>
                <a:lnTo>
                  <a:pt x="857250" y="1457325"/>
                </a:lnTo>
                <a:close/>
                <a:moveTo>
                  <a:pt x="847725" y="1457325"/>
                </a:moveTo>
                <a:lnTo>
                  <a:pt x="857250" y="1457325"/>
                </a:lnTo>
                <a:lnTo>
                  <a:pt x="857250" y="1466850"/>
                </a:lnTo>
                <a:lnTo>
                  <a:pt x="847725" y="1466850"/>
                </a:lnTo>
                <a:close/>
                <a:moveTo>
                  <a:pt x="180975" y="1714500"/>
                </a:moveTo>
                <a:lnTo>
                  <a:pt x="190500" y="1714500"/>
                </a:lnTo>
                <a:lnTo>
                  <a:pt x="190500" y="1724025"/>
                </a:lnTo>
                <a:lnTo>
                  <a:pt x="180975" y="1724025"/>
                </a:lnTo>
                <a:close/>
                <a:moveTo>
                  <a:pt x="276225" y="1781175"/>
                </a:moveTo>
                <a:lnTo>
                  <a:pt x="285750" y="1781175"/>
                </a:lnTo>
                <a:lnTo>
                  <a:pt x="285750" y="1790700"/>
                </a:lnTo>
                <a:lnTo>
                  <a:pt x="276225" y="1790700"/>
                </a:lnTo>
                <a:close/>
                <a:moveTo>
                  <a:pt x="228600" y="1866900"/>
                </a:moveTo>
                <a:lnTo>
                  <a:pt x="238125" y="1866900"/>
                </a:lnTo>
                <a:lnTo>
                  <a:pt x="238125" y="1876425"/>
                </a:lnTo>
                <a:lnTo>
                  <a:pt x="228600" y="1876425"/>
                </a:lnTo>
                <a:close/>
                <a:moveTo>
                  <a:pt x="190500" y="1876425"/>
                </a:moveTo>
                <a:lnTo>
                  <a:pt x="200025" y="1876425"/>
                </a:lnTo>
                <a:lnTo>
                  <a:pt x="200025" y="1885950"/>
                </a:lnTo>
                <a:lnTo>
                  <a:pt x="190500" y="1885950"/>
                </a:lnTo>
                <a:close/>
                <a:moveTo>
                  <a:pt x="257175" y="1876425"/>
                </a:moveTo>
                <a:lnTo>
                  <a:pt x="266700" y="1876425"/>
                </a:lnTo>
                <a:lnTo>
                  <a:pt x="266700" y="1885950"/>
                </a:lnTo>
                <a:lnTo>
                  <a:pt x="257175" y="1885950"/>
                </a:lnTo>
                <a:close/>
                <a:moveTo>
                  <a:pt x="0" y="1885950"/>
                </a:moveTo>
                <a:lnTo>
                  <a:pt x="19050" y="1885950"/>
                </a:lnTo>
                <a:lnTo>
                  <a:pt x="19050" y="1895475"/>
                </a:lnTo>
                <a:lnTo>
                  <a:pt x="38100" y="1895475"/>
                </a:lnTo>
                <a:lnTo>
                  <a:pt x="38100" y="1943100"/>
                </a:lnTo>
                <a:lnTo>
                  <a:pt x="47625" y="1943100"/>
                </a:lnTo>
                <a:lnTo>
                  <a:pt x="47625" y="2000250"/>
                </a:lnTo>
                <a:lnTo>
                  <a:pt x="38100" y="2000250"/>
                </a:lnTo>
                <a:lnTo>
                  <a:pt x="38100" y="2238375"/>
                </a:lnTo>
                <a:lnTo>
                  <a:pt x="47625" y="2238375"/>
                </a:lnTo>
                <a:lnTo>
                  <a:pt x="47625" y="2247900"/>
                </a:lnTo>
                <a:lnTo>
                  <a:pt x="38100" y="2247900"/>
                </a:lnTo>
                <a:lnTo>
                  <a:pt x="38100" y="2809875"/>
                </a:lnTo>
                <a:lnTo>
                  <a:pt x="19050" y="2809875"/>
                </a:lnTo>
                <a:lnTo>
                  <a:pt x="19050" y="2819400"/>
                </a:lnTo>
                <a:lnTo>
                  <a:pt x="0" y="2819400"/>
                </a:lnTo>
                <a:close/>
                <a:moveTo>
                  <a:pt x="180975" y="1885950"/>
                </a:moveTo>
                <a:lnTo>
                  <a:pt x="190500" y="1885950"/>
                </a:lnTo>
                <a:lnTo>
                  <a:pt x="190500" y="1895475"/>
                </a:lnTo>
                <a:lnTo>
                  <a:pt x="180975" y="1895475"/>
                </a:lnTo>
                <a:close/>
                <a:moveTo>
                  <a:pt x="438150" y="1885950"/>
                </a:moveTo>
                <a:lnTo>
                  <a:pt x="447675" y="1885950"/>
                </a:lnTo>
                <a:lnTo>
                  <a:pt x="447675" y="1895475"/>
                </a:lnTo>
                <a:lnTo>
                  <a:pt x="438150" y="1895475"/>
                </a:lnTo>
                <a:close/>
                <a:moveTo>
                  <a:pt x="523875" y="1885950"/>
                </a:moveTo>
                <a:lnTo>
                  <a:pt x="542925" y="1885950"/>
                </a:lnTo>
                <a:lnTo>
                  <a:pt x="542925" y="1895475"/>
                </a:lnTo>
                <a:lnTo>
                  <a:pt x="523875" y="1895475"/>
                </a:lnTo>
                <a:close/>
                <a:moveTo>
                  <a:pt x="666750" y="1885950"/>
                </a:moveTo>
                <a:lnTo>
                  <a:pt x="676275" y="1885950"/>
                </a:lnTo>
                <a:lnTo>
                  <a:pt x="676275" y="1895475"/>
                </a:lnTo>
                <a:lnTo>
                  <a:pt x="666750" y="1895475"/>
                </a:lnTo>
                <a:close/>
                <a:moveTo>
                  <a:pt x="1819275" y="1885950"/>
                </a:moveTo>
                <a:lnTo>
                  <a:pt x="1866900" y="1885950"/>
                </a:lnTo>
                <a:lnTo>
                  <a:pt x="1866900" y="1962150"/>
                </a:lnTo>
                <a:lnTo>
                  <a:pt x="1857375" y="1962150"/>
                </a:lnTo>
                <a:lnTo>
                  <a:pt x="1857375" y="2038350"/>
                </a:lnTo>
                <a:lnTo>
                  <a:pt x="1866900" y="2038350"/>
                </a:lnTo>
                <a:lnTo>
                  <a:pt x="1866900" y="2085975"/>
                </a:lnTo>
                <a:lnTo>
                  <a:pt x="1857375" y="2085975"/>
                </a:lnTo>
                <a:lnTo>
                  <a:pt x="1857375" y="2124075"/>
                </a:lnTo>
                <a:lnTo>
                  <a:pt x="1866900" y="2124075"/>
                </a:lnTo>
                <a:lnTo>
                  <a:pt x="1866900" y="2152650"/>
                </a:lnTo>
                <a:lnTo>
                  <a:pt x="1857375" y="2152650"/>
                </a:lnTo>
                <a:lnTo>
                  <a:pt x="1857375" y="2171700"/>
                </a:lnTo>
                <a:lnTo>
                  <a:pt x="1866900" y="2171700"/>
                </a:lnTo>
                <a:lnTo>
                  <a:pt x="1866900" y="2228850"/>
                </a:lnTo>
                <a:lnTo>
                  <a:pt x="1857375" y="2228850"/>
                </a:lnTo>
                <a:lnTo>
                  <a:pt x="1857375" y="2238375"/>
                </a:lnTo>
                <a:lnTo>
                  <a:pt x="1866900" y="2238375"/>
                </a:lnTo>
                <a:lnTo>
                  <a:pt x="1866900" y="2266950"/>
                </a:lnTo>
                <a:lnTo>
                  <a:pt x="1857375" y="2266950"/>
                </a:lnTo>
                <a:lnTo>
                  <a:pt x="1857375" y="2276475"/>
                </a:lnTo>
                <a:lnTo>
                  <a:pt x="1866900" y="2276475"/>
                </a:lnTo>
                <a:lnTo>
                  <a:pt x="1866900" y="2305050"/>
                </a:lnTo>
                <a:lnTo>
                  <a:pt x="1857375" y="2305050"/>
                </a:lnTo>
                <a:lnTo>
                  <a:pt x="1857375" y="2324100"/>
                </a:lnTo>
                <a:lnTo>
                  <a:pt x="1866900" y="2324100"/>
                </a:lnTo>
                <a:lnTo>
                  <a:pt x="1866900" y="2362200"/>
                </a:lnTo>
                <a:lnTo>
                  <a:pt x="1857375" y="2362200"/>
                </a:lnTo>
                <a:lnTo>
                  <a:pt x="1857375" y="2371725"/>
                </a:lnTo>
                <a:lnTo>
                  <a:pt x="1866900" y="2371725"/>
                </a:lnTo>
                <a:lnTo>
                  <a:pt x="1866900" y="2466975"/>
                </a:lnTo>
                <a:lnTo>
                  <a:pt x="1857375" y="2466975"/>
                </a:lnTo>
                <a:lnTo>
                  <a:pt x="1857375" y="2486025"/>
                </a:lnTo>
                <a:lnTo>
                  <a:pt x="1866900" y="2486025"/>
                </a:lnTo>
                <a:lnTo>
                  <a:pt x="1866900" y="2533650"/>
                </a:lnTo>
                <a:lnTo>
                  <a:pt x="1857375" y="2533650"/>
                </a:lnTo>
                <a:lnTo>
                  <a:pt x="1857375" y="2543175"/>
                </a:lnTo>
                <a:lnTo>
                  <a:pt x="1866900" y="2543175"/>
                </a:lnTo>
                <a:lnTo>
                  <a:pt x="1866900" y="2581275"/>
                </a:lnTo>
                <a:lnTo>
                  <a:pt x="1857375" y="2581275"/>
                </a:lnTo>
                <a:lnTo>
                  <a:pt x="1857375" y="2609850"/>
                </a:lnTo>
                <a:lnTo>
                  <a:pt x="1866900" y="2609850"/>
                </a:lnTo>
                <a:lnTo>
                  <a:pt x="1866900" y="2667000"/>
                </a:lnTo>
                <a:lnTo>
                  <a:pt x="1857375" y="2667000"/>
                </a:lnTo>
                <a:lnTo>
                  <a:pt x="1857375" y="2695575"/>
                </a:lnTo>
                <a:lnTo>
                  <a:pt x="1866900" y="2695575"/>
                </a:lnTo>
                <a:lnTo>
                  <a:pt x="1866900" y="2752725"/>
                </a:lnTo>
                <a:lnTo>
                  <a:pt x="1857375" y="2752725"/>
                </a:lnTo>
                <a:lnTo>
                  <a:pt x="1857375" y="2762250"/>
                </a:lnTo>
                <a:lnTo>
                  <a:pt x="1866900" y="2762250"/>
                </a:lnTo>
                <a:lnTo>
                  <a:pt x="1866900" y="2876550"/>
                </a:lnTo>
                <a:lnTo>
                  <a:pt x="1857375" y="2876550"/>
                </a:lnTo>
                <a:lnTo>
                  <a:pt x="1857375" y="2914650"/>
                </a:lnTo>
                <a:lnTo>
                  <a:pt x="1866900" y="2914650"/>
                </a:lnTo>
                <a:lnTo>
                  <a:pt x="1866900" y="3238500"/>
                </a:lnTo>
                <a:lnTo>
                  <a:pt x="1857375" y="3238500"/>
                </a:lnTo>
                <a:lnTo>
                  <a:pt x="1857375" y="3276600"/>
                </a:lnTo>
                <a:lnTo>
                  <a:pt x="1866900" y="3276600"/>
                </a:lnTo>
                <a:lnTo>
                  <a:pt x="1866900" y="3314700"/>
                </a:lnTo>
                <a:lnTo>
                  <a:pt x="1857375" y="3314700"/>
                </a:lnTo>
                <a:lnTo>
                  <a:pt x="1857375" y="3371850"/>
                </a:lnTo>
                <a:lnTo>
                  <a:pt x="1866900" y="3371850"/>
                </a:lnTo>
                <a:lnTo>
                  <a:pt x="1866900" y="3400425"/>
                </a:lnTo>
                <a:lnTo>
                  <a:pt x="1857375" y="3400425"/>
                </a:lnTo>
                <a:lnTo>
                  <a:pt x="1857375" y="3419475"/>
                </a:lnTo>
                <a:lnTo>
                  <a:pt x="1866900" y="3419475"/>
                </a:lnTo>
                <a:lnTo>
                  <a:pt x="1866900" y="3448050"/>
                </a:lnTo>
                <a:lnTo>
                  <a:pt x="1857375" y="3448050"/>
                </a:lnTo>
                <a:lnTo>
                  <a:pt x="1857375" y="3533775"/>
                </a:lnTo>
                <a:lnTo>
                  <a:pt x="1847850" y="3533775"/>
                </a:lnTo>
                <a:lnTo>
                  <a:pt x="1847850" y="3581400"/>
                </a:lnTo>
                <a:lnTo>
                  <a:pt x="1838325" y="3581400"/>
                </a:lnTo>
                <a:lnTo>
                  <a:pt x="1838325" y="3619500"/>
                </a:lnTo>
                <a:lnTo>
                  <a:pt x="1828800" y="3619500"/>
                </a:lnTo>
                <a:lnTo>
                  <a:pt x="1828800" y="3629025"/>
                </a:lnTo>
                <a:lnTo>
                  <a:pt x="1819275" y="3629025"/>
                </a:lnTo>
                <a:lnTo>
                  <a:pt x="1819275" y="3667125"/>
                </a:lnTo>
                <a:lnTo>
                  <a:pt x="1809750" y="3667125"/>
                </a:lnTo>
                <a:lnTo>
                  <a:pt x="1809750" y="3686175"/>
                </a:lnTo>
                <a:lnTo>
                  <a:pt x="1800225" y="3686175"/>
                </a:lnTo>
                <a:lnTo>
                  <a:pt x="1800225" y="3705225"/>
                </a:lnTo>
                <a:lnTo>
                  <a:pt x="1790700" y="3705225"/>
                </a:lnTo>
                <a:lnTo>
                  <a:pt x="1790700" y="3733800"/>
                </a:lnTo>
                <a:lnTo>
                  <a:pt x="1781175" y="3733800"/>
                </a:lnTo>
                <a:lnTo>
                  <a:pt x="1781175" y="3743325"/>
                </a:lnTo>
                <a:lnTo>
                  <a:pt x="1771650" y="3743325"/>
                </a:lnTo>
                <a:lnTo>
                  <a:pt x="1771650" y="3762375"/>
                </a:lnTo>
                <a:lnTo>
                  <a:pt x="1762125" y="3762375"/>
                </a:lnTo>
                <a:lnTo>
                  <a:pt x="1762125" y="3771900"/>
                </a:lnTo>
                <a:lnTo>
                  <a:pt x="1752600" y="3771900"/>
                </a:lnTo>
                <a:lnTo>
                  <a:pt x="1752600" y="3781425"/>
                </a:lnTo>
                <a:lnTo>
                  <a:pt x="1743075" y="3781425"/>
                </a:lnTo>
                <a:lnTo>
                  <a:pt x="1743075" y="3790950"/>
                </a:lnTo>
                <a:lnTo>
                  <a:pt x="1676400" y="3790950"/>
                </a:lnTo>
                <a:lnTo>
                  <a:pt x="1676400" y="3781425"/>
                </a:lnTo>
                <a:lnTo>
                  <a:pt x="1685925" y="3781425"/>
                </a:lnTo>
                <a:lnTo>
                  <a:pt x="1685925" y="3771900"/>
                </a:lnTo>
                <a:lnTo>
                  <a:pt x="1695450" y="3771900"/>
                </a:lnTo>
                <a:lnTo>
                  <a:pt x="1695450" y="3762375"/>
                </a:lnTo>
                <a:lnTo>
                  <a:pt x="1704975" y="3762375"/>
                </a:lnTo>
                <a:lnTo>
                  <a:pt x="1704975" y="3752850"/>
                </a:lnTo>
                <a:lnTo>
                  <a:pt x="1714500" y="3752850"/>
                </a:lnTo>
                <a:lnTo>
                  <a:pt x="1714500" y="3743325"/>
                </a:lnTo>
                <a:lnTo>
                  <a:pt x="1724025" y="3743325"/>
                </a:lnTo>
                <a:lnTo>
                  <a:pt x="1724025" y="3733800"/>
                </a:lnTo>
                <a:lnTo>
                  <a:pt x="1733550" y="3733800"/>
                </a:lnTo>
                <a:lnTo>
                  <a:pt x="1733550" y="3714750"/>
                </a:lnTo>
                <a:lnTo>
                  <a:pt x="1743075" y="3714750"/>
                </a:lnTo>
                <a:lnTo>
                  <a:pt x="1743075" y="3705225"/>
                </a:lnTo>
                <a:lnTo>
                  <a:pt x="1752600" y="3705225"/>
                </a:lnTo>
                <a:lnTo>
                  <a:pt x="1752600" y="3686175"/>
                </a:lnTo>
                <a:lnTo>
                  <a:pt x="1762125" y="3686175"/>
                </a:lnTo>
                <a:lnTo>
                  <a:pt x="1762125" y="3657600"/>
                </a:lnTo>
                <a:lnTo>
                  <a:pt x="1771650" y="3657600"/>
                </a:lnTo>
                <a:lnTo>
                  <a:pt x="1771650" y="3619500"/>
                </a:lnTo>
                <a:lnTo>
                  <a:pt x="1781175" y="3619500"/>
                </a:lnTo>
                <a:lnTo>
                  <a:pt x="1781175" y="3600450"/>
                </a:lnTo>
                <a:lnTo>
                  <a:pt x="1790700" y="3600450"/>
                </a:lnTo>
                <a:lnTo>
                  <a:pt x="1790700" y="3581400"/>
                </a:lnTo>
                <a:lnTo>
                  <a:pt x="1800225" y="3581400"/>
                </a:lnTo>
                <a:lnTo>
                  <a:pt x="1800225" y="3514725"/>
                </a:lnTo>
                <a:lnTo>
                  <a:pt x="1809750" y="3514725"/>
                </a:lnTo>
                <a:lnTo>
                  <a:pt x="1809750" y="3419475"/>
                </a:lnTo>
                <a:lnTo>
                  <a:pt x="1819275" y="3419475"/>
                </a:lnTo>
                <a:lnTo>
                  <a:pt x="1819275" y="2847975"/>
                </a:lnTo>
                <a:lnTo>
                  <a:pt x="1828800" y="2847975"/>
                </a:lnTo>
                <a:lnTo>
                  <a:pt x="1828800" y="2838450"/>
                </a:lnTo>
                <a:lnTo>
                  <a:pt x="1857375" y="2838450"/>
                </a:lnTo>
                <a:lnTo>
                  <a:pt x="1857375" y="2819400"/>
                </a:lnTo>
                <a:lnTo>
                  <a:pt x="1828800" y="2819400"/>
                </a:lnTo>
                <a:lnTo>
                  <a:pt x="1828800" y="2809875"/>
                </a:lnTo>
                <a:lnTo>
                  <a:pt x="1819275" y="2809875"/>
                </a:lnTo>
                <a:close/>
                <a:moveTo>
                  <a:pt x="409575" y="1895475"/>
                </a:moveTo>
                <a:lnTo>
                  <a:pt x="419100" y="1895475"/>
                </a:lnTo>
                <a:lnTo>
                  <a:pt x="419100" y="1905000"/>
                </a:lnTo>
                <a:lnTo>
                  <a:pt x="409575" y="1905000"/>
                </a:lnTo>
                <a:close/>
                <a:moveTo>
                  <a:pt x="428625" y="1895475"/>
                </a:moveTo>
                <a:lnTo>
                  <a:pt x="438150" y="1895475"/>
                </a:lnTo>
                <a:lnTo>
                  <a:pt x="438150" y="1905000"/>
                </a:lnTo>
                <a:lnTo>
                  <a:pt x="428625" y="1905000"/>
                </a:lnTo>
                <a:close/>
                <a:moveTo>
                  <a:pt x="247650" y="1914525"/>
                </a:moveTo>
                <a:lnTo>
                  <a:pt x="266700" y="1914525"/>
                </a:lnTo>
                <a:lnTo>
                  <a:pt x="266700" y="1924050"/>
                </a:lnTo>
                <a:lnTo>
                  <a:pt x="247650" y="1924050"/>
                </a:lnTo>
                <a:close/>
                <a:moveTo>
                  <a:pt x="447675" y="1914525"/>
                </a:moveTo>
                <a:lnTo>
                  <a:pt x="466725" y="1914525"/>
                </a:lnTo>
                <a:lnTo>
                  <a:pt x="466725" y="1924050"/>
                </a:lnTo>
                <a:lnTo>
                  <a:pt x="447675" y="1924050"/>
                </a:lnTo>
                <a:close/>
                <a:moveTo>
                  <a:pt x="561975" y="1914525"/>
                </a:moveTo>
                <a:lnTo>
                  <a:pt x="581025" y="1914525"/>
                </a:lnTo>
                <a:lnTo>
                  <a:pt x="581025" y="1924050"/>
                </a:lnTo>
                <a:lnTo>
                  <a:pt x="561975" y="1924050"/>
                </a:lnTo>
                <a:close/>
                <a:moveTo>
                  <a:pt x="523875" y="1924050"/>
                </a:moveTo>
                <a:lnTo>
                  <a:pt x="533400" y="1924050"/>
                </a:lnTo>
                <a:lnTo>
                  <a:pt x="533400" y="1933575"/>
                </a:lnTo>
                <a:lnTo>
                  <a:pt x="523875" y="1933575"/>
                </a:lnTo>
                <a:close/>
                <a:moveTo>
                  <a:pt x="552450" y="1924050"/>
                </a:moveTo>
                <a:lnTo>
                  <a:pt x="561975" y="1924050"/>
                </a:lnTo>
                <a:lnTo>
                  <a:pt x="561975" y="1933575"/>
                </a:lnTo>
                <a:lnTo>
                  <a:pt x="552450" y="1933575"/>
                </a:lnTo>
                <a:close/>
                <a:moveTo>
                  <a:pt x="209550" y="2038350"/>
                </a:moveTo>
                <a:lnTo>
                  <a:pt x="276225" y="2038350"/>
                </a:lnTo>
                <a:lnTo>
                  <a:pt x="276225" y="2047875"/>
                </a:lnTo>
                <a:lnTo>
                  <a:pt x="304800" y="2047875"/>
                </a:lnTo>
                <a:lnTo>
                  <a:pt x="304800" y="2057400"/>
                </a:lnTo>
                <a:lnTo>
                  <a:pt x="314325" y="2057400"/>
                </a:lnTo>
                <a:lnTo>
                  <a:pt x="314325" y="2143125"/>
                </a:lnTo>
                <a:lnTo>
                  <a:pt x="304800" y="2143125"/>
                </a:lnTo>
                <a:lnTo>
                  <a:pt x="304800" y="2152650"/>
                </a:lnTo>
                <a:lnTo>
                  <a:pt x="295275" y="2152650"/>
                </a:lnTo>
                <a:lnTo>
                  <a:pt x="295275" y="2143125"/>
                </a:lnTo>
                <a:lnTo>
                  <a:pt x="285750" y="2143125"/>
                </a:lnTo>
                <a:lnTo>
                  <a:pt x="285750" y="2085975"/>
                </a:lnTo>
                <a:lnTo>
                  <a:pt x="276225" y="2085975"/>
                </a:lnTo>
                <a:lnTo>
                  <a:pt x="276225" y="2076450"/>
                </a:lnTo>
                <a:lnTo>
                  <a:pt x="266700" y="2076450"/>
                </a:lnTo>
                <a:lnTo>
                  <a:pt x="266700" y="2066925"/>
                </a:lnTo>
                <a:lnTo>
                  <a:pt x="228600" y="2066925"/>
                </a:lnTo>
                <a:lnTo>
                  <a:pt x="228600" y="2076450"/>
                </a:lnTo>
                <a:lnTo>
                  <a:pt x="219075" y="2076450"/>
                </a:lnTo>
                <a:lnTo>
                  <a:pt x="219075" y="2085975"/>
                </a:lnTo>
                <a:lnTo>
                  <a:pt x="209550" y="2085975"/>
                </a:lnTo>
                <a:lnTo>
                  <a:pt x="209550" y="2124075"/>
                </a:lnTo>
                <a:lnTo>
                  <a:pt x="200025" y="2124075"/>
                </a:lnTo>
                <a:lnTo>
                  <a:pt x="200025" y="2114550"/>
                </a:lnTo>
                <a:lnTo>
                  <a:pt x="180975" y="2114550"/>
                </a:lnTo>
                <a:lnTo>
                  <a:pt x="180975" y="2066925"/>
                </a:lnTo>
                <a:lnTo>
                  <a:pt x="190500" y="2066925"/>
                </a:lnTo>
                <a:lnTo>
                  <a:pt x="190500" y="2047875"/>
                </a:lnTo>
                <a:lnTo>
                  <a:pt x="209550" y="2047875"/>
                </a:lnTo>
                <a:close/>
                <a:moveTo>
                  <a:pt x="371475" y="2047875"/>
                </a:moveTo>
                <a:lnTo>
                  <a:pt x="381000" y="2047875"/>
                </a:lnTo>
                <a:lnTo>
                  <a:pt x="381000" y="2057400"/>
                </a:lnTo>
                <a:lnTo>
                  <a:pt x="371475" y="2057400"/>
                </a:lnTo>
                <a:close/>
                <a:moveTo>
                  <a:pt x="438150" y="2057400"/>
                </a:moveTo>
                <a:lnTo>
                  <a:pt x="466725" y="2057400"/>
                </a:lnTo>
                <a:lnTo>
                  <a:pt x="466725" y="2066925"/>
                </a:lnTo>
                <a:lnTo>
                  <a:pt x="438150" y="2066925"/>
                </a:lnTo>
                <a:close/>
                <a:moveTo>
                  <a:pt x="514350" y="2057400"/>
                </a:moveTo>
                <a:lnTo>
                  <a:pt x="552450" y="2057400"/>
                </a:lnTo>
                <a:lnTo>
                  <a:pt x="552450" y="2066925"/>
                </a:lnTo>
                <a:lnTo>
                  <a:pt x="514350" y="2066925"/>
                </a:lnTo>
                <a:close/>
                <a:moveTo>
                  <a:pt x="847725" y="2057400"/>
                </a:moveTo>
                <a:lnTo>
                  <a:pt x="857250" y="2057400"/>
                </a:lnTo>
                <a:lnTo>
                  <a:pt x="857250" y="2066925"/>
                </a:lnTo>
                <a:lnTo>
                  <a:pt x="847725" y="2066925"/>
                </a:lnTo>
                <a:close/>
                <a:moveTo>
                  <a:pt x="666750" y="2066925"/>
                </a:moveTo>
                <a:lnTo>
                  <a:pt x="676275" y="2066925"/>
                </a:lnTo>
                <a:lnTo>
                  <a:pt x="676275" y="2076450"/>
                </a:lnTo>
                <a:lnTo>
                  <a:pt x="666750" y="2076450"/>
                </a:lnTo>
                <a:close/>
                <a:moveTo>
                  <a:pt x="657225" y="2085975"/>
                </a:moveTo>
                <a:lnTo>
                  <a:pt x="666750" y="2085975"/>
                </a:lnTo>
                <a:lnTo>
                  <a:pt x="666750" y="2095500"/>
                </a:lnTo>
                <a:lnTo>
                  <a:pt x="657225" y="2095500"/>
                </a:lnTo>
                <a:close/>
                <a:moveTo>
                  <a:pt x="885825" y="2085975"/>
                </a:moveTo>
                <a:lnTo>
                  <a:pt x="895350" y="2085975"/>
                </a:lnTo>
                <a:lnTo>
                  <a:pt x="895350" y="2095500"/>
                </a:lnTo>
                <a:lnTo>
                  <a:pt x="885825" y="2095500"/>
                </a:lnTo>
                <a:close/>
                <a:moveTo>
                  <a:pt x="1352550" y="2085975"/>
                </a:moveTo>
                <a:lnTo>
                  <a:pt x="1362075" y="2085975"/>
                </a:lnTo>
                <a:lnTo>
                  <a:pt x="1362075" y="2095500"/>
                </a:lnTo>
                <a:lnTo>
                  <a:pt x="1352550" y="2095500"/>
                </a:lnTo>
                <a:close/>
                <a:moveTo>
                  <a:pt x="476250" y="2095500"/>
                </a:moveTo>
                <a:lnTo>
                  <a:pt x="523875" y="2095500"/>
                </a:lnTo>
                <a:lnTo>
                  <a:pt x="523875" y="2105025"/>
                </a:lnTo>
                <a:lnTo>
                  <a:pt x="476250" y="2105025"/>
                </a:lnTo>
                <a:close/>
                <a:moveTo>
                  <a:pt x="771525" y="2095500"/>
                </a:moveTo>
                <a:lnTo>
                  <a:pt x="819150" y="2095500"/>
                </a:lnTo>
                <a:lnTo>
                  <a:pt x="819150" y="2105025"/>
                </a:lnTo>
                <a:lnTo>
                  <a:pt x="771525" y="2105025"/>
                </a:lnTo>
                <a:close/>
                <a:moveTo>
                  <a:pt x="1362075" y="2095500"/>
                </a:moveTo>
                <a:lnTo>
                  <a:pt x="1381125" y="2095500"/>
                </a:lnTo>
                <a:lnTo>
                  <a:pt x="1381125" y="2105025"/>
                </a:lnTo>
                <a:lnTo>
                  <a:pt x="1362075" y="2105025"/>
                </a:lnTo>
                <a:close/>
                <a:moveTo>
                  <a:pt x="419100" y="2105025"/>
                </a:moveTo>
                <a:lnTo>
                  <a:pt x="428625" y="2105025"/>
                </a:lnTo>
                <a:lnTo>
                  <a:pt x="428625" y="2114550"/>
                </a:lnTo>
                <a:lnTo>
                  <a:pt x="419100" y="2114550"/>
                </a:lnTo>
                <a:close/>
                <a:moveTo>
                  <a:pt x="1371600" y="2114550"/>
                </a:moveTo>
                <a:lnTo>
                  <a:pt x="1381125" y="2114550"/>
                </a:lnTo>
                <a:lnTo>
                  <a:pt x="1381125" y="2124075"/>
                </a:lnTo>
                <a:lnTo>
                  <a:pt x="1371600" y="2124075"/>
                </a:lnTo>
                <a:close/>
                <a:moveTo>
                  <a:pt x="1438275" y="2114550"/>
                </a:moveTo>
                <a:lnTo>
                  <a:pt x="1457325" y="2114550"/>
                </a:lnTo>
                <a:lnTo>
                  <a:pt x="1457325" y="2124075"/>
                </a:lnTo>
                <a:lnTo>
                  <a:pt x="1438275" y="2124075"/>
                </a:lnTo>
                <a:close/>
                <a:moveTo>
                  <a:pt x="1314450" y="2124075"/>
                </a:moveTo>
                <a:lnTo>
                  <a:pt x="1323975" y="2124075"/>
                </a:lnTo>
                <a:lnTo>
                  <a:pt x="1323975" y="2133600"/>
                </a:lnTo>
                <a:lnTo>
                  <a:pt x="1314450" y="2133600"/>
                </a:lnTo>
                <a:close/>
                <a:moveTo>
                  <a:pt x="428625" y="2133600"/>
                </a:moveTo>
                <a:lnTo>
                  <a:pt x="438150" y="2133600"/>
                </a:lnTo>
                <a:lnTo>
                  <a:pt x="438150" y="2143125"/>
                </a:lnTo>
                <a:lnTo>
                  <a:pt x="428625" y="2143125"/>
                </a:lnTo>
                <a:close/>
                <a:moveTo>
                  <a:pt x="495300" y="2133600"/>
                </a:moveTo>
                <a:lnTo>
                  <a:pt x="504825" y="2133600"/>
                </a:lnTo>
                <a:lnTo>
                  <a:pt x="504825" y="2143125"/>
                </a:lnTo>
                <a:lnTo>
                  <a:pt x="495300" y="2143125"/>
                </a:lnTo>
                <a:close/>
                <a:moveTo>
                  <a:pt x="514350" y="2133600"/>
                </a:moveTo>
                <a:lnTo>
                  <a:pt x="523875" y="2133600"/>
                </a:lnTo>
                <a:lnTo>
                  <a:pt x="523875" y="2143125"/>
                </a:lnTo>
                <a:lnTo>
                  <a:pt x="514350" y="2143125"/>
                </a:lnTo>
                <a:close/>
                <a:moveTo>
                  <a:pt x="561975" y="2133600"/>
                </a:moveTo>
                <a:lnTo>
                  <a:pt x="581025" y="2133600"/>
                </a:lnTo>
                <a:lnTo>
                  <a:pt x="581025" y="2143125"/>
                </a:lnTo>
                <a:lnTo>
                  <a:pt x="561975" y="2143125"/>
                </a:lnTo>
                <a:close/>
                <a:moveTo>
                  <a:pt x="590550" y="2133600"/>
                </a:moveTo>
                <a:lnTo>
                  <a:pt x="600075" y="2133600"/>
                </a:lnTo>
                <a:lnTo>
                  <a:pt x="600075" y="2143125"/>
                </a:lnTo>
                <a:lnTo>
                  <a:pt x="590550" y="2143125"/>
                </a:lnTo>
                <a:close/>
                <a:moveTo>
                  <a:pt x="666750" y="2133600"/>
                </a:moveTo>
                <a:lnTo>
                  <a:pt x="685800" y="2133600"/>
                </a:lnTo>
                <a:lnTo>
                  <a:pt x="685800" y="2143125"/>
                </a:lnTo>
                <a:lnTo>
                  <a:pt x="666750" y="2143125"/>
                </a:lnTo>
                <a:close/>
                <a:moveTo>
                  <a:pt x="714375" y="2133600"/>
                </a:moveTo>
                <a:lnTo>
                  <a:pt x="742950" y="2133600"/>
                </a:lnTo>
                <a:lnTo>
                  <a:pt x="742950" y="2143125"/>
                </a:lnTo>
                <a:lnTo>
                  <a:pt x="714375" y="2143125"/>
                </a:lnTo>
                <a:close/>
                <a:moveTo>
                  <a:pt x="771525" y="2133600"/>
                </a:moveTo>
                <a:lnTo>
                  <a:pt x="800100" y="2133600"/>
                </a:lnTo>
                <a:lnTo>
                  <a:pt x="800100" y="2143125"/>
                </a:lnTo>
                <a:lnTo>
                  <a:pt x="781050" y="2143125"/>
                </a:lnTo>
                <a:lnTo>
                  <a:pt x="781050" y="2162175"/>
                </a:lnTo>
                <a:lnTo>
                  <a:pt x="752475" y="2162175"/>
                </a:lnTo>
                <a:lnTo>
                  <a:pt x="752475" y="2152650"/>
                </a:lnTo>
                <a:lnTo>
                  <a:pt x="742950" y="2152650"/>
                </a:lnTo>
                <a:lnTo>
                  <a:pt x="742950" y="2143125"/>
                </a:lnTo>
                <a:lnTo>
                  <a:pt x="771525" y="2143125"/>
                </a:lnTo>
                <a:close/>
                <a:moveTo>
                  <a:pt x="819150" y="2133600"/>
                </a:moveTo>
                <a:lnTo>
                  <a:pt x="838200" y="2133600"/>
                </a:lnTo>
                <a:lnTo>
                  <a:pt x="838200" y="2143125"/>
                </a:lnTo>
                <a:lnTo>
                  <a:pt x="819150" y="2143125"/>
                </a:lnTo>
                <a:close/>
                <a:moveTo>
                  <a:pt x="866775" y="2133600"/>
                </a:moveTo>
                <a:lnTo>
                  <a:pt x="876300" y="2133600"/>
                </a:lnTo>
                <a:lnTo>
                  <a:pt x="876300" y="2143125"/>
                </a:lnTo>
                <a:lnTo>
                  <a:pt x="866775" y="2143125"/>
                </a:lnTo>
                <a:close/>
                <a:moveTo>
                  <a:pt x="885825" y="2133600"/>
                </a:moveTo>
                <a:lnTo>
                  <a:pt x="942975" y="2133600"/>
                </a:lnTo>
                <a:lnTo>
                  <a:pt x="942975" y="2143125"/>
                </a:lnTo>
                <a:lnTo>
                  <a:pt x="885825" y="2143125"/>
                </a:lnTo>
                <a:close/>
                <a:moveTo>
                  <a:pt x="1590675" y="2133600"/>
                </a:moveTo>
                <a:lnTo>
                  <a:pt x="1600200" y="2133600"/>
                </a:lnTo>
                <a:lnTo>
                  <a:pt x="1600200" y="2143125"/>
                </a:lnTo>
                <a:lnTo>
                  <a:pt x="1590675" y="2143125"/>
                </a:lnTo>
                <a:close/>
                <a:moveTo>
                  <a:pt x="228600" y="2143125"/>
                </a:moveTo>
                <a:lnTo>
                  <a:pt x="238125" y="2143125"/>
                </a:lnTo>
                <a:lnTo>
                  <a:pt x="238125" y="2152650"/>
                </a:lnTo>
                <a:lnTo>
                  <a:pt x="228600" y="2152650"/>
                </a:lnTo>
                <a:close/>
                <a:moveTo>
                  <a:pt x="542925" y="2143125"/>
                </a:moveTo>
                <a:lnTo>
                  <a:pt x="561975" y="2143125"/>
                </a:lnTo>
                <a:lnTo>
                  <a:pt x="561975" y="2162175"/>
                </a:lnTo>
                <a:lnTo>
                  <a:pt x="542925" y="2162175"/>
                </a:lnTo>
                <a:close/>
                <a:moveTo>
                  <a:pt x="609600" y="2152650"/>
                </a:moveTo>
                <a:lnTo>
                  <a:pt x="619125" y="2152650"/>
                </a:lnTo>
                <a:lnTo>
                  <a:pt x="619125" y="2162175"/>
                </a:lnTo>
                <a:lnTo>
                  <a:pt x="609600" y="2162175"/>
                </a:lnTo>
                <a:close/>
                <a:moveTo>
                  <a:pt x="371475" y="2162175"/>
                </a:moveTo>
                <a:lnTo>
                  <a:pt x="400050" y="2162175"/>
                </a:lnTo>
                <a:lnTo>
                  <a:pt x="400050" y="2171700"/>
                </a:lnTo>
                <a:lnTo>
                  <a:pt x="371475" y="2171700"/>
                </a:lnTo>
                <a:close/>
                <a:moveTo>
                  <a:pt x="447675" y="2162175"/>
                </a:moveTo>
                <a:lnTo>
                  <a:pt x="495300" y="2162175"/>
                </a:lnTo>
                <a:lnTo>
                  <a:pt x="495300" y="2171700"/>
                </a:lnTo>
                <a:lnTo>
                  <a:pt x="447675" y="2171700"/>
                </a:lnTo>
                <a:close/>
                <a:moveTo>
                  <a:pt x="504825" y="2162175"/>
                </a:moveTo>
                <a:lnTo>
                  <a:pt x="533400" y="2162175"/>
                </a:lnTo>
                <a:lnTo>
                  <a:pt x="533400" y="2171700"/>
                </a:lnTo>
                <a:lnTo>
                  <a:pt x="504825" y="2171700"/>
                </a:lnTo>
                <a:close/>
                <a:moveTo>
                  <a:pt x="628650" y="2162175"/>
                </a:moveTo>
                <a:lnTo>
                  <a:pt x="657225" y="2162175"/>
                </a:lnTo>
                <a:lnTo>
                  <a:pt x="657225" y="2171700"/>
                </a:lnTo>
                <a:lnTo>
                  <a:pt x="628650" y="2171700"/>
                </a:lnTo>
                <a:close/>
                <a:moveTo>
                  <a:pt x="704850" y="2162175"/>
                </a:moveTo>
                <a:lnTo>
                  <a:pt x="714375" y="2162175"/>
                </a:lnTo>
                <a:lnTo>
                  <a:pt x="714375" y="2171700"/>
                </a:lnTo>
                <a:lnTo>
                  <a:pt x="704850" y="2171700"/>
                </a:lnTo>
                <a:close/>
                <a:moveTo>
                  <a:pt x="742950" y="2162175"/>
                </a:moveTo>
                <a:lnTo>
                  <a:pt x="752475" y="2162175"/>
                </a:lnTo>
                <a:lnTo>
                  <a:pt x="752475" y="2171700"/>
                </a:lnTo>
                <a:lnTo>
                  <a:pt x="742950" y="2171700"/>
                </a:lnTo>
                <a:close/>
                <a:moveTo>
                  <a:pt x="781050" y="2162175"/>
                </a:moveTo>
                <a:lnTo>
                  <a:pt x="800100" y="2162175"/>
                </a:lnTo>
                <a:lnTo>
                  <a:pt x="800100" y="2171700"/>
                </a:lnTo>
                <a:lnTo>
                  <a:pt x="781050" y="2171700"/>
                </a:lnTo>
                <a:close/>
                <a:moveTo>
                  <a:pt x="857250" y="2162175"/>
                </a:moveTo>
                <a:lnTo>
                  <a:pt x="876300" y="2162175"/>
                </a:lnTo>
                <a:lnTo>
                  <a:pt x="876300" y="2171700"/>
                </a:lnTo>
                <a:lnTo>
                  <a:pt x="857250" y="2171700"/>
                </a:lnTo>
                <a:close/>
                <a:moveTo>
                  <a:pt x="895350" y="2162175"/>
                </a:moveTo>
                <a:lnTo>
                  <a:pt x="952500" y="2162175"/>
                </a:lnTo>
                <a:lnTo>
                  <a:pt x="952500" y="2171700"/>
                </a:lnTo>
                <a:lnTo>
                  <a:pt x="895350" y="2171700"/>
                </a:lnTo>
                <a:close/>
                <a:moveTo>
                  <a:pt x="809625" y="2171700"/>
                </a:moveTo>
                <a:lnTo>
                  <a:pt x="828675" y="2171700"/>
                </a:lnTo>
                <a:lnTo>
                  <a:pt x="828675" y="2181225"/>
                </a:lnTo>
                <a:lnTo>
                  <a:pt x="809625" y="2181225"/>
                </a:lnTo>
                <a:close/>
                <a:moveTo>
                  <a:pt x="276225" y="2305050"/>
                </a:moveTo>
                <a:lnTo>
                  <a:pt x="295275" y="2305050"/>
                </a:lnTo>
                <a:lnTo>
                  <a:pt x="295275" y="2314575"/>
                </a:lnTo>
                <a:lnTo>
                  <a:pt x="304800" y="2314575"/>
                </a:lnTo>
                <a:lnTo>
                  <a:pt x="304800" y="2333625"/>
                </a:lnTo>
                <a:lnTo>
                  <a:pt x="295275" y="2333625"/>
                </a:lnTo>
                <a:lnTo>
                  <a:pt x="295275" y="2324100"/>
                </a:lnTo>
                <a:lnTo>
                  <a:pt x="285750" y="2324100"/>
                </a:lnTo>
                <a:lnTo>
                  <a:pt x="285750" y="2314575"/>
                </a:lnTo>
                <a:lnTo>
                  <a:pt x="276225" y="2314575"/>
                </a:lnTo>
                <a:close/>
                <a:moveTo>
                  <a:pt x="581025" y="2305050"/>
                </a:moveTo>
                <a:lnTo>
                  <a:pt x="590550" y="2305050"/>
                </a:lnTo>
                <a:lnTo>
                  <a:pt x="590550" y="2314575"/>
                </a:lnTo>
                <a:lnTo>
                  <a:pt x="581025" y="2314575"/>
                </a:lnTo>
                <a:close/>
                <a:moveTo>
                  <a:pt x="647700" y="2305050"/>
                </a:moveTo>
                <a:lnTo>
                  <a:pt x="666750" y="2305050"/>
                </a:lnTo>
                <a:lnTo>
                  <a:pt x="666750" y="2314575"/>
                </a:lnTo>
                <a:lnTo>
                  <a:pt x="647700" y="2314575"/>
                </a:lnTo>
                <a:close/>
                <a:moveTo>
                  <a:pt x="400050" y="2314575"/>
                </a:moveTo>
                <a:lnTo>
                  <a:pt x="428625" y="2314575"/>
                </a:lnTo>
                <a:lnTo>
                  <a:pt x="428625" y="2324100"/>
                </a:lnTo>
                <a:lnTo>
                  <a:pt x="400050" y="2324100"/>
                </a:lnTo>
                <a:close/>
                <a:moveTo>
                  <a:pt x="476250" y="2314575"/>
                </a:moveTo>
                <a:lnTo>
                  <a:pt x="514350" y="2314575"/>
                </a:lnTo>
                <a:lnTo>
                  <a:pt x="514350" y="2324100"/>
                </a:lnTo>
                <a:lnTo>
                  <a:pt x="476250" y="2324100"/>
                </a:lnTo>
                <a:close/>
                <a:moveTo>
                  <a:pt x="533400" y="2314575"/>
                </a:moveTo>
                <a:lnTo>
                  <a:pt x="542925" y="2314575"/>
                </a:lnTo>
                <a:lnTo>
                  <a:pt x="542925" y="2324100"/>
                </a:lnTo>
                <a:lnTo>
                  <a:pt x="533400" y="2324100"/>
                </a:lnTo>
                <a:close/>
                <a:moveTo>
                  <a:pt x="571500" y="2314575"/>
                </a:moveTo>
                <a:lnTo>
                  <a:pt x="581025" y="2314575"/>
                </a:lnTo>
                <a:lnTo>
                  <a:pt x="581025" y="2324100"/>
                </a:lnTo>
                <a:lnTo>
                  <a:pt x="571500" y="2324100"/>
                </a:lnTo>
                <a:close/>
                <a:moveTo>
                  <a:pt x="628650" y="2314575"/>
                </a:moveTo>
                <a:lnTo>
                  <a:pt x="638175" y="2314575"/>
                </a:lnTo>
                <a:lnTo>
                  <a:pt x="638175" y="2324100"/>
                </a:lnTo>
                <a:lnTo>
                  <a:pt x="628650" y="2324100"/>
                </a:lnTo>
                <a:close/>
                <a:moveTo>
                  <a:pt x="771525" y="2314575"/>
                </a:moveTo>
                <a:lnTo>
                  <a:pt x="781050" y="2314575"/>
                </a:lnTo>
                <a:lnTo>
                  <a:pt x="781050" y="2324100"/>
                </a:lnTo>
                <a:lnTo>
                  <a:pt x="771525" y="2324100"/>
                </a:lnTo>
                <a:close/>
                <a:moveTo>
                  <a:pt x="552450" y="2324100"/>
                </a:moveTo>
                <a:lnTo>
                  <a:pt x="571500" y="2324100"/>
                </a:lnTo>
                <a:lnTo>
                  <a:pt x="571500" y="2333625"/>
                </a:lnTo>
                <a:lnTo>
                  <a:pt x="552450" y="2333625"/>
                </a:lnTo>
                <a:close/>
                <a:moveTo>
                  <a:pt x="276225" y="2333625"/>
                </a:moveTo>
                <a:lnTo>
                  <a:pt x="285750" y="2333625"/>
                </a:lnTo>
                <a:lnTo>
                  <a:pt x="285750" y="2343150"/>
                </a:lnTo>
                <a:lnTo>
                  <a:pt x="276225" y="2343150"/>
                </a:lnTo>
                <a:close/>
                <a:moveTo>
                  <a:pt x="285750" y="2343150"/>
                </a:moveTo>
                <a:lnTo>
                  <a:pt x="295275" y="2343150"/>
                </a:lnTo>
                <a:lnTo>
                  <a:pt x="295275" y="2390775"/>
                </a:lnTo>
                <a:lnTo>
                  <a:pt x="285750" y="2390775"/>
                </a:lnTo>
                <a:close/>
                <a:moveTo>
                  <a:pt x="1381125" y="2343150"/>
                </a:moveTo>
                <a:lnTo>
                  <a:pt x="1390650" y="2343150"/>
                </a:lnTo>
                <a:lnTo>
                  <a:pt x="1390650" y="2352675"/>
                </a:lnTo>
                <a:lnTo>
                  <a:pt x="1381125" y="2352675"/>
                </a:lnTo>
                <a:close/>
                <a:moveTo>
                  <a:pt x="1419225" y="2343150"/>
                </a:moveTo>
                <a:lnTo>
                  <a:pt x="1447800" y="2343150"/>
                </a:lnTo>
                <a:lnTo>
                  <a:pt x="1447800" y="2352675"/>
                </a:lnTo>
                <a:lnTo>
                  <a:pt x="1419225" y="2352675"/>
                </a:lnTo>
                <a:close/>
                <a:moveTo>
                  <a:pt x="200025" y="2352675"/>
                </a:moveTo>
                <a:lnTo>
                  <a:pt x="209550" y="2352675"/>
                </a:lnTo>
                <a:lnTo>
                  <a:pt x="209550" y="2390775"/>
                </a:lnTo>
                <a:lnTo>
                  <a:pt x="200025" y="2390775"/>
                </a:lnTo>
                <a:close/>
                <a:moveTo>
                  <a:pt x="428625" y="2352675"/>
                </a:moveTo>
                <a:lnTo>
                  <a:pt x="457200" y="2352675"/>
                </a:lnTo>
                <a:lnTo>
                  <a:pt x="457200" y="2362200"/>
                </a:lnTo>
                <a:lnTo>
                  <a:pt x="428625" y="2362200"/>
                </a:lnTo>
                <a:close/>
                <a:moveTo>
                  <a:pt x="495300" y="2352675"/>
                </a:moveTo>
                <a:lnTo>
                  <a:pt x="514350" y="2352675"/>
                </a:lnTo>
                <a:lnTo>
                  <a:pt x="514350" y="2362200"/>
                </a:lnTo>
                <a:lnTo>
                  <a:pt x="495300" y="2362200"/>
                </a:lnTo>
                <a:close/>
                <a:moveTo>
                  <a:pt x="666750" y="2352675"/>
                </a:moveTo>
                <a:lnTo>
                  <a:pt x="676275" y="2352675"/>
                </a:lnTo>
                <a:lnTo>
                  <a:pt x="676275" y="2362200"/>
                </a:lnTo>
                <a:lnTo>
                  <a:pt x="666750" y="2362200"/>
                </a:lnTo>
                <a:close/>
                <a:moveTo>
                  <a:pt x="704850" y="2352675"/>
                </a:moveTo>
                <a:lnTo>
                  <a:pt x="723900" y="2352675"/>
                </a:lnTo>
                <a:lnTo>
                  <a:pt x="723900" y="2362200"/>
                </a:lnTo>
                <a:lnTo>
                  <a:pt x="704850" y="2362200"/>
                </a:lnTo>
                <a:close/>
                <a:moveTo>
                  <a:pt x="771525" y="2352675"/>
                </a:moveTo>
                <a:lnTo>
                  <a:pt x="781050" y="2352675"/>
                </a:lnTo>
                <a:lnTo>
                  <a:pt x="781050" y="2362200"/>
                </a:lnTo>
                <a:lnTo>
                  <a:pt x="771525" y="2362200"/>
                </a:lnTo>
                <a:close/>
                <a:moveTo>
                  <a:pt x="1390650" y="2352675"/>
                </a:moveTo>
                <a:lnTo>
                  <a:pt x="1400175" y="2352675"/>
                </a:lnTo>
                <a:lnTo>
                  <a:pt x="1400175" y="2362200"/>
                </a:lnTo>
                <a:lnTo>
                  <a:pt x="1409700" y="2362200"/>
                </a:lnTo>
                <a:lnTo>
                  <a:pt x="1409700" y="2371725"/>
                </a:lnTo>
                <a:lnTo>
                  <a:pt x="1400175" y="2371725"/>
                </a:lnTo>
                <a:lnTo>
                  <a:pt x="1400175" y="2381250"/>
                </a:lnTo>
                <a:lnTo>
                  <a:pt x="1390650" y="2381250"/>
                </a:lnTo>
                <a:close/>
                <a:moveTo>
                  <a:pt x="1476375" y="2381250"/>
                </a:moveTo>
                <a:lnTo>
                  <a:pt x="1495425" y="2381250"/>
                </a:lnTo>
                <a:lnTo>
                  <a:pt x="1495425" y="2390775"/>
                </a:lnTo>
                <a:lnTo>
                  <a:pt x="1476375" y="2390775"/>
                </a:lnTo>
                <a:close/>
                <a:moveTo>
                  <a:pt x="209550" y="2390775"/>
                </a:moveTo>
                <a:lnTo>
                  <a:pt x="219075" y="2390775"/>
                </a:lnTo>
                <a:lnTo>
                  <a:pt x="219075" y="2400300"/>
                </a:lnTo>
                <a:lnTo>
                  <a:pt x="209550" y="2400300"/>
                </a:lnTo>
                <a:close/>
                <a:moveTo>
                  <a:pt x="276225" y="2390775"/>
                </a:moveTo>
                <a:lnTo>
                  <a:pt x="285750" y="2390775"/>
                </a:lnTo>
                <a:lnTo>
                  <a:pt x="285750" y="2400300"/>
                </a:lnTo>
                <a:lnTo>
                  <a:pt x="276225" y="2400300"/>
                </a:lnTo>
                <a:close/>
                <a:moveTo>
                  <a:pt x="400050" y="2390775"/>
                </a:moveTo>
                <a:lnTo>
                  <a:pt x="409575" y="2390775"/>
                </a:lnTo>
                <a:lnTo>
                  <a:pt x="409575" y="2400300"/>
                </a:lnTo>
                <a:lnTo>
                  <a:pt x="400050" y="2400300"/>
                </a:lnTo>
                <a:close/>
                <a:moveTo>
                  <a:pt x="428625" y="2390775"/>
                </a:moveTo>
                <a:lnTo>
                  <a:pt x="485775" y="2390775"/>
                </a:lnTo>
                <a:lnTo>
                  <a:pt x="485775" y="2400300"/>
                </a:lnTo>
                <a:lnTo>
                  <a:pt x="428625" y="2400300"/>
                </a:lnTo>
                <a:close/>
                <a:moveTo>
                  <a:pt x="581025" y="2390775"/>
                </a:moveTo>
                <a:lnTo>
                  <a:pt x="590550" y="2390775"/>
                </a:lnTo>
                <a:lnTo>
                  <a:pt x="590550" y="2400300"/>
                </a:lnTo>
                <a:lnTo>
                  <a:pt x="581025" y="2400300"/>
                </a:lnTo>
                <a:close/>
                <a:moveTo>
                  <a:pt x="714375" y="2390775"/>
                </a:moveTo>
                <a:lnTo>
                  <a:pt x="733425" y="2390775"/>
                </a:lnTo>
                <a:lnTo>
                  <a:pt x="733425" y="2400300"/>
                </a:lnTo>
                <a:lnTo>
                  <a:pt x="714375" y="2400300"/>
                </a:lnTo>
                <a:close/>
                <a:moveTo>
                  <a:pt x="781050" y="2390775"/>
                </a:moveTo>
                <a:lnTo>
                  <a:pt x="809625" y="2390775"/>
                </a:lnTo>
                <a:lnTo>
                  <a:pt x="809625" y="2400300"/>
                </a:lnTo>
                <a:lnTo>
                  <a:pt x="781050" y="2400300"/>
                </a:lnTo>
                <a:close/>
                <a:moveTo>
                  <a:pt x="857250" y="2390775"/>
                </a:moveTo>
                <a:lnTo>
                  <a:pt x="866775" y="2390775"/>
                </a:lnTo>
                <a:lnTo>
                  <a:pt x="866775" y="2400300"/>
                </a:lnTo>
                <a:lnTo>
                  <a:pt x="857250" y="2400300"/>
                </a:lnTo>
                <a:close/>
                <a:moveTo>
                  <a:pt x="895350" y="2390775"/>
                </a:moveTo>
                <a:lnTo>
                  <a:pt x="914400" y="2390775"/>
                </a:lnTo>
                <a:lnTo>
                  <a:pt x="914400" y="2400300"/>
                </a:lnTo>
                <a:lnTo>
                  <a:pt x="895350" y="2400300"/>
                </a:lnTo>
                <a:close/>
                <a:moveTo>
                  <a:pt x="942975" y="2390775"/>
                </a:moveTo>
                <a:lnTo>
                  <a:pt x="952500" y="2390775"/>
                </a:lnTo>
                <a:lnTo>
                  <a:pt x="952500" y="2400300"/>
                </a:lnTo>
                <a:lnTo>
                  <a:pt x="942975" y="2400300"/>
                </a:lnTo>
                <a:close/>
                <a:moveTo>
                  <a:pt x="971550" y="2390775"/>
                </a:moveTo>
                <a:lnTo>
                  <a:pt x="981075" y="2390775"/>
                </a:lnTo>
                <a:lnTo>
                  <a:pt x="981075" y="2400300"/>
                </a:lnTo>
                <a:lnTo>
                  <a:pt x="971550" y="2400300"/>
                </a:lnTo>
                <a:close/>
                <a:moveTo>
                  <a:pt x="1019175" y="2390775"/>
                </a:moveTo>
                <a:lnTo>
                  <a:pt x="1028700" y="2390775"/>
                </a:lnTo>
                <a:lnTo>
                  <a:pt x="1028700" y="2400300"/>
                </a:lnTo>
                <a:lnTo>
                  <a:pt x="1019175" y="2400300"/>
                </a:lnTo>
                <a:close/>
                <a:moveTo>
                  <a:pt x="1152525" y="2390775"/>
                </a:moveTo>
                <a:lnTo>
                  <a:pt x="1181100" y="2390775"/>
                </a:lnTo>
                <a:lnTo>
                  <a:pt x="1181100" y="2400300"/>
                </a:lnTo>
                <a:lnTo>
                  <a:pt x="1152525" y="2400300"/>
                </a:lnTo>
                <a:close/>
                <a:moveTo>
                  <a:pt x="1590675" y="2390775"/>
                </a:moveTo>
                <a:lnTo>
                  <a:pt x="1609725" y="2390775"/>
                </a:lnTo>
                <a:lnTo>
                  <a:pt x="1609725" y="2400300"/>
                </a:lnTo>
                <a:lnTo>
                  <a:pt x="1590675" y="2400300"/>
                </a:lnTo>
                <a:close/>
                <a:moveTo>
                  <a:pt x="495300" y="2400300"/>
                </a:moveTo>
                <a:lnTo>
                  <a:pt x="504825" y="2400300"/>
                </a:lnTo>
                <a:lnTo>
                  <a:pt x="504825" y="2409825"/>
                </a:lnTo>
                <a:lnTo>
                  <a:pt x="495300" y="2409825"/>
                </a:lnTo>
                <a:close/>
                <a:moveTo>
                  <a:pt x="647700" y="2400300"/>
                </a:moveTo>
                <a:lnTo>
                  <a:pt x="676275" y="2400300"/>
                </a:lnTo>
                <a:lnTo>
                  <a:pt x="676275" y="2409825"/>
                </a:lnTo>
                <a:lnTo>
                  <a:pt x="647700" y="2409825"/>
                </a:lnTo>
                <a:close/>
                <a:moveTo>
                  <a:pt x="733425" y="2400300"/>
                </a:moveTo>
                <a:lnTo>
                  <a:pt x="742950" y="2400300"/>
                </a:lnTo>
                <a:lnTo>
                  <a:pt x="742950" y="2419350"/>
                </a:lnTo>
                <a:lnTo>
                  <a:pt x="733425" y="2419350"/>
                </a:lnTo>
                <a:close/>
                <a:moveTo>
                  <a:pt x="1038225" y="2400300"/>
                </a:moveTo>
                <a:lnTo>
                  <a:pt x="1047750" y="2400300"/>
                </a:lnTo>
                <a:lnTo>
                  <a:pt x="1047750" y="2409825"/>
                </a:lnTo>
                <a:lnTo>
                  <a:pt x="1038225" y="2409825"/>
                </a:lnTo>
                <a:close/>
                <a:moveTo>
                  <a:pt x="1181100" y="2400300"/>
                </a:moveTo>
                <a:lnTo>
                  <a:pt x="1190625" y="2400300"/>
                </a:lnTo>
                <a:lnTo>
                  <a:pt x="1190625" y="2419350"/>
                </a:lnTo>
                <a:lnTo>
                  <a:pt x="1181100" y="2419350"/>
                </a:lnTo>
                <a:close/>
                <a:moveTo>
                  <a:pt x="942975" y="2409825"/>
                </a:moveTo>
                <a:lnTo>
                  <a:pt x="952500" y="2409825"/>
                </a:lnTo>
                <a:lnTo>
                  <a:pt x="952500" y="2419350"/>
                </a:lnTo>
                <a:lnTo>
                  <a:pt x="942975" y="2419350"/>
                </a:lnTo>
                <a:close/>
                <a:moveTo>
                  <a:pt x="381000" y="2419350"/>
                </a:moveTo>
                <a:lnTo>
                  <a:pt x="400050" y="2419350"/>
                </a:lnTo>
                <a:lnTo>
                  <a:pt x="400050" y="2428875"/>
                </a:lnTo>
                <a:lnTo>
                  <a:pt x="381000" y="2428875"/>
                </a:lnTo>
                <a:close/>
                <a:moveTo>
                  <a:pt x="419100" y="2419350"/>
                </a:moveTo>
                <a:lnTo>
                  <a:pt x="447675" y="2419350"/>
                </a:lnTo>
                <a:lnTo>
                  <a:pt x="447675" y="2428875"/>
                </a:lnTo>
                <a:lnTo>
                  <a:pt x="419100" y="2428875"/>
                </a:lnTo>
                <a:close/>
                <a:moveTo>
                  <a:pt x="581025" y="2419350"/>
                </a:moveTo>
                <a:lnTo>
                  <a:pt x="600075" y="2419350"/>
                </a:lnTo>
                <a:lnTo>
                  <a:pt x="600075" y="2428875"/>
                </a:lnTo>
                <a:lnTo>
                  <a:pt x="581025" y="2428875"/>
                </a:lnTo>
                <a:close/>
                <a:moveTo>
                  <a:pt x="676275" y="2419350"/>
                </a:moveTo>
                <a:lnTo>
                  <a:pt x="685800" y="2419350"/>
                </a:lnTo>
                <a:lnTo>
                  <a:pt x="685800" y="2428875"/>
                </a:lnTo>
                <a:lnTo>
                  <a:pt x="676275" y="2428875"/>
                </a:lnTo>
                <a:close/>
                <a:moveTo>
                  <a:pt x="723900" y="2419350"/>
                </a:moveTo>
                <a:lnTo>
                  <a:pt x="733425" y="2419350"/>
                </a:lnTo>
                <a:lnTo>
                  <a:pt x="733425" y="2428875"/>
                </a:lnTo>
                <a:lnTo>
                  <a:pt x="723900" y="2428875"/>
                </a:lnTo>
                <a:close/>
                <a:moveTo>
                  <a:pt x="781050" y="2419350"/>
                </a:moveTo>
                <a:lnTo>
                  <a:pt x="800100" y="2419350"/>
                </a:lnTo>
                <a:lnTo>
                  <a:pt x="800100" y="2428875"/>
                </a:lnTo>
                <a:lnTo>
                  <a:pt x="781050" y="2428875"/>
                </a:lnTo>
                <a:close/>
                <a:moveTo>
                  <a:pt x="819150" y="2419350"/>
                </a:moveTo>
                <a:lnTo>
                  <a:pt x="866775" y="2419350"/>
                </a:lnTo>
                <a:lnTo>
                  <a:pt x="866775" y="2428875"/>
                </a:lnTo>
                <a:lnTo>
                  <a:pt x="819150" y="2428875"/>
                </a:lnTo>
                <a:close/>
                <a:moveTo>
                  <a:pt x="971550" y="2419350"/>
                </a:moveTo>
                <a:lnTo>
                  <a:pt x="981075" y="2419350"/>
                </a:lnTo>
                <a:lnTo>
                  <a:pt x="981075" y="2428875"/>
                </a:lnTo>
                <a:lnTo>
                  <a:pt x="971550" y="2428875"/>
                </a:lnTo>
                <a:close/>
                <a:moveTo>
                  <a:pt x="1047750" y="2419350"/>
                </a:moveTo>
                <a:lnTo>
                  <a:pt x="1076325" y="2419350"/>
                </a:lnTo>
                <a:lnTo>
                  <a:pt x="1076325" y="2428875"/>
                </a:lnTo>
                <a:lnTo>
                  <a:pt x="1047750" y="2428875"/>
                </a:lnTo>
                <a:close/>
                <a:moveTo>
                  <a:pt x="1171575" y="2419350"/>
                </a:moveTo>
                <a:lnTo>
                  <a:pt x="1181100" y="2419350"/>
                </a:lnTo>
                <a:lnTo>
                  <a:pt x="1181100" y="2428875"/>
                </a:lnTo>
                <a:lnTo>
                  <a:pt x="1171575" y="2428875"/>
                </a:lnTo>
                <a:close/>
                <a:moveTo>
                  <a:pt x="257175" y="2562225"/>
                </a:moveTo>
                <a:lnTo>
                  <a:pt x="295275" y="2562225"/>
                </a:lnTo>
                <a:lnTo>
                  <a:pt x="295275" y="2571750"/>
                </a:lnTo>
                <a:lnTo>
                  <a:pt x="304800" y="2571750"/>
                </a:lnTo>
                <a:lnTo>
                  <a:pt x="304800" y="2590800"/>
                </a:lnTo>
                <a:lnTo>
                  <a:pt x="285750" y="2590800"/>
                </a:lnTo>
                <a:lnTo>
                  <a:pt x="285750" y="2619375"/>
                </a:lnTo>
                <a:lnTo>
                  <a:pt x="295275" y="2619375"/>
                </a:lnTo>
                <a:lnTo>
                  <a:pt x="295275" y="2647950"/>
                </a:lnTo>
                <a:lnTo>
                  <a:pt x="304800" y="2647950"/>
                </a:lnTo>
                <a:lnTo>
                  <a:pt x="304800" y="2657475"/>
                </a:lnTo>
                <a:lnTo>
                  <a:pt x="314325" y="2657475"/>
                </a:lnTo>
                <a:lnTo>
                  <a:pt x="314325" y="2676525"/>
                </a:lnTo>
                <a:lnTo>
                  <a:pt x="304800" y="2676525"/>
                </a:lnTo>
                <a:lnTo>
                  <a:pt x="304800" y="2686050"/>
                </a:lnTo>
                <a:lnTo>
                  <a:pt x="295275" y="2686050"/>
                </a:lnTo>
                <a:lnTo>
                  <a:pt x="295275" y="2695575"/>
                </a:lnTo>
                <a:lnTo>
                  <a:pt x="257175" y="2695575"/>
                </a:lnTo>
                <a:lnTo>
                  <a:pt x="257175" y="2676525"/>
                </a:lnTo>
                <a:lnTo>
                  <a:pt x="238125" y="2676525"/>
                </a:lnTo>
                <a:lnTo>
                  <a:pt x="238125" y="2667000"/>
                </a:lnTo>
                <a:lnTo>
                  <a:pt x="276225" y="2667000"/>
                </a:lnTo>
                <a:lnTo>
                  <a:pt x="276225" y="2657475"/>
                </a:lnTo>
                <a:lnTo>
                  <a:pt x="285750" y="2657475"/>
                </a:lnTo>
                <a:lnTo>
                  <a:pt x="285750" y="2638425"/>
                </a:lnTo>
                <a:lnTo>
                  <a:pt x="276225" y="2638425"/>
                </a:lnTo>
                <a:lnTo>
                  <a:pt x="276225" y="2600325"/>
                </a:lnTo>
                <a:lnTo>
                  <a:pt x="266700" y="2600325"/>
                </a:lnTo>
                <a:lnTo>
                  <a:pt x="266700" y="2590800"/>
                </a:lnTo>
                <a:lnTo>
                  <a:pt x="238125" y="2590800"/>
                </a:lnTo>
                <a:lnTo>
                  <a:pt x="238125" y="2581275"/>
                </a:lnTo>
                <a:lnTo>
                  <a:pt x="247650" y="2581275"/>
                </a:lnTo>
                <a:lnTo>
                  <a:pt x="247650" y="2571750"/>
                </a:lnTo>
                <a:lnTo>
                  <a:pt x="257175" y="2571750"/>
                </a:lnTo>
                <a:close/>
                <a:moveTo>
                  <a:pt x="561975" y="2581275"/>
                </a:moveTo>
                <a:lnTo>
                  <a:pt x="571500" y="2581275"/>
                </a:lnTo>
                <a:lnTo>
                  <a:pt x="571500" y="2590800"/>
                </a:lnTo>
                <a:lnTo>
                  <a:pt x="561975" y="2590800"/>
                </a:lnTo>
                <a:close/>
                <a:moveTo>
                  <a:pt x="571500" y="2590800"/>
                </a:moveTo>
                <a:lnTo>
                  <a:pt x="581025" y="2590800"/>
                </a:lnTo>
                <a:lnTo>
                  <a:pt x="581025" y="2609850"/>
                </a:lnTo>
                <a:lnTo>
                  <a:pt x="571500" y="2609850"/>
                </a:lnTo>
                <a:close/>
                <a:moveTo>
                  <a:pt x="1333500" y="2600325"/>
                </a:moveTo>
                <a:lnTo>
                  <a:pt x="1343025" y="2600325"/>
                </a:lnTo>
                <a:lnTo>
                  <a:pt x="1343025" y="2609850"/>
                </a:lnTo>
                <a:lnTo>
                  <a:pt x="1333500" y="2609850"/>
                </a:lnTo>
                <a:close/>
                <a:moveTo>
                  <a:pt x="1390650" y="2600325"/>
                </a:moveTo>
                <a:lnTo>
                  <a:pt x="1428750" y="2600325"/>
                </a:lnTo>
                <a:lnTo>
                  <a:pt x="1428750" y="2609850"/>
                </a:lnTo>
                <a:lnTo>
                  <a:pt x="1390650" y="2609850"/>
                </a:lnTo>
                <a:close/>
                <a:moveTo>
                  <a:pt x="1552575" y="2600325"/>
                </a:moveTo>
                <a:lnTo>
                  <a:pt x="1590675" y="2600325"/>
                </a:lnTo>
                <a:lnTo>
                  <a:pt x="1590675" y="2609850"/>
                </a:lnTo>
                <a:lnTo>
                  <a:pt x="1552575" y="2609850"/>
                </a:lnTo>
                <a:close/>
                <a:moveTo>
                  <a:pt x="1657350" y="2600325"/>
                </a:moveTo>
                <a:lnTo>
                  <a:pt x="1676400" y="2600325"/>
                </a:lnTo>
                <a:lnTo>
                  <a:pt x="1676400" y="2609850"/>
                </a:lnTo>
                <a:lnTo>
                  <a:pt x="1657350" y="2609850"/>
                </a:lnTo>
                <a:close/>
                <a:moveTo>
                  <a:pt x="1314450" y="2609850"/>
                </a:moveTo>
                <a:lnTo>
                  <a:pt x="1323975" y="2609850"/>
                </a:lnTo>
                <a:lnTo>
                  <a:pt x="1323975" y="2619375"/>
                </a:lnTo>
                <a:lnTo>
                  <a:pt x="1314450" y="2619375"/>
                </a:lnTo>
                <a:close/>
                <a:moveTo>
                  <a:pt x="1590675" y="2609850"/>
                </a:moveTo>
                <a:lnTo>
                  <a:pt x="1600200" y="2609850"/>
                </a:lnTo>
                <a:lnTo>
                  <a:pt x="1600200" y="2619375"/>
                </a:lnTo>
                <a:lnTo>
                  <a:pt x="1590675" y="2619375"/>
                </a:lnTo>
                <a:close/>
                <a:moveTo>
                  <a:pt x="1676400" y="2609850"/>
                </a:moveTo>
                <a:lnTo>
                  <a:pt x="1685925" y="2609850"/>
                </a:lnTo>
                <a:lnTo>
                  <a:pt x="1685925" y="2619375"/>
                </a:lnTo>
                <a:lnTo>
                  <a:pt x="1676400" y="2619375"/>
                </a:lnTo>
                <a:close/>
                <a:moveTo>
                  <a:pt x="1295400" y="2619375"/>
                </a:moveTo>
                <a:lnTo>
                  <a:pt x="1304925" y="2619375"/>
                </a:lnTo>
                <a:lnTo>
                  <a:pt x="1304925" y="2638425"/>
                </a:lnTo>
                <a:lnTo>
                  <a:pt x="1295400" y="2638425"/>
                </a:lnTo>
                <a:close/>
                <a:moveTo>
                  <a:pt x="1352550" y="2628900"/>
                </a:moveTo>
                <a:lnTo>
                  <a:pt x="1371600" y="2628900"/>
                </a:lnTo>
                <a:lnTo>
                  <a:pt x="1371600" y="2638425"/>
                </a:lnTo>
                <a:lnTo>
                  <a:pt x="1352550" y="2638425"/>
                </a:lnTo>
                <a:close/>
                <a:moveTo>
                  <a:pt x="1314450" y="2638425"/>
                </a:moveTo>
                <a:lnTo>
                  <a:pt x="1323975" y="2638425"/>
                </a:lnTo>
                <a:lnTo>
                  <a:pt x="1323975" y="2647950"/>
                </a:lnTo>
                <a:lnTo>
                  <a:pt x="1314450" y="2647950"/>
                </a:lnTo>
                <a:close/>
                <a:moveTo>
                  <a:pt x="209550" y="2647950"/>
                </a:moveTo>
                <a:lnTo>
                  <a:pt x="219075" y="2647950"/>
                </a:lnTo>
                <a:lnTo>
                  <a:pt x="219075" y="2657475"/>
                </a:lnTo>
                <a:lnTo>
                  <a:pt x="209550" y="2657475"/>
                </a:lnTo>
                <a:close/>
                <a:moveTo>
                  <a:pt x="381000" y="2647950"/>
                </a:moveTo>
                <a:lnTo>
                  <a:pt x="390525" y="2647950"/>
                </a:lnTo>
                <a:lnTo>
                  <a:pt x="390525" y="2657475"/>
                </a:lnTo>
                <a:lnTo>
                  <a:pt x="381000" y="2657475"/>
                </a:lnTo>
                <a:close/>
                <a:moveTo>
                  <a:pt x="1409700" y="2647950"/>
                </a:moveTo>
                <a:lnTo>
                  <a:pt x="1428750" y="2647950"/>
                </a:lnTo>
                <a:lnTo>
                  <a:pt x="1428750" y="2657475"/>
                </a:lnTo>
                <a:lnTo>
                  <a:pt x="1409700" y="2657475"/>
                </a:lnTo>
                <a:close/>
                <a:moveTo>
                  <a:pt x="1466850" y="2647950"/>
                </a:moveTo>
                <a:lnTo>
                  <a:pt x="1476375" y="2647950"/>
                </a:lnTo>
                <a:lnTo>
                  <a:pt x="1476375" y="2657475"/>
                </a:lnTo>
                <a:lnTo>
                  <a:pt x="1466850" y="2657475"/>
                </a:lnTo>
                <a:close/>
                <a:moveTo>
                  <a:pt x="1571625" y="2647950"/>
                </a:moveTo>
                <a:lnTo>
                  <a:pt x="1609725" y="2647950"/>
                </a:lnTo>
                <a:lnTo>
                  <a:pt x="1609725" y="2657475"/>
                </a:lnTo>
                <a:lnTo>
                  <a:pt x="1571625" y="2657475"/>
                </a:lnTo>
                <a:close/>
                <a:moveTo>
                  <a:pt x="219075" y="2657475"/>
                </a:moveTo>
                <a:lnTo>
                  <a:pt x="228600" y="2657475"/>
                </a:lnTo>
                <a:lnTo>
                  <a:pt x="228600" y="2667000"/>
                </a:lnTo>
                <a:lnTo>
                  <a:pt x="219075" y="2667000"/>
                </a:lnTo>
                <a:close/>
                <a:moveTo>
                  <a:pt x="495300" y="2657475"/>
                </a:moveTo>
                <a:lnTo>
                  <a:pt x="504825" y="2657475"/>
                </a:lnTo>
                <a:lnTo>
                  <a:pt x="504825" y="2667000"/>
                </a:lnTo>
                <a:lnTo>
                  <a:pt x="495300" y="2667000"/>
                </a:lnTo>
                <a:close/>
                <a:moveTo>
                  <a:pt x="800100" y="2657475"/>
                </a:moveTo>
                <a:lnTo>
                  <a:pt x="828675" y="2657475"/>
                </a:lnTo>
                <a:lnTo>
                  <a:pt x="828675" y="2667000"/>
                </a:lnTo>
                <a:lnTo>
                  <a:pt x="800100" y="2667000"/>
                </a:lnTo>
                <a:close/>
                <a:moveTo>
                  <a:pt x="504825" y="2667000"/>
                </a:moveTo>
                <a:lnTo>
                  <a:pt x="523875" y="2667000"/>
                </a:lnTo>
                <a:lnTo>
                  <a:pt x="523875" y="2676525"/>
                </a:lnTo>
                <a:lnTo>
                  <a:pt x="504825" y="2676525"/>
                </a:lnTo>
                <a:close/>
                <a:moveTo>
                  <a:pt x="571500" y="2667000"/>
                </a:moveTo>
                <a:lnTo>
                  <a:pt x="590550" y="2667000"/>
                </a:lnTo>
                <a:lnTo>
                  <a:pt x="590550" y="2676525"/>
                </a:lnTo>
                <a:lnTo>
                  <a:pt x="571500" y="2676525"/>
                </a:lnTo>
                <a:close/>
                <a:moveTo>
                  <a:pt x="733425" y="2667000"/>
                </a:moveTo>
                <a:lnTo>
                  <a:pt x="742950" y="2667000"/>
                </a:lnTo>
                <a:lnTo>
                  <a:pt x="742950" y="2676525"/>
                </a:lnTo>
                <a:lnTo>
                  <a:pt x="733425" y="2676525"/>
                </a:lnTo>
                <a:close/>
                <a:moveTo>
                  <a:pt x="523875" y="2676525"/>
                </a:moveTo>
                <a:lnTo>
                  <a:pt x="533400" y="2676525"/>
                </a:lnTo>
                <a:lnTo>
                  <a:pt x="533400" y="2686050"/>
                </a:lnTo>
                <a:lnTo>
                  <a:pt x="523875" y="2686050"/>
                </a:lnTo>
                <a:close/>
                <a:moveTo>
                  <a:pt x="714375" y="2676525"/>
                </a:moveTo>
                <a:lnTo>
                  <a:pt x="723900" y="2676525"/>
                </a:lnTo>
                <a:lnTo>
                  <a:pt x="723900" y="2686050"/>
                </a:lnTo>
                <a:lnTo>
                  <a:pt x="714375" y="2686050"/>
                </a:lnTo>
                <a:close/>
                <a:moveTo>
                  <a:pt x="742950" y="2676525"/>
                </a:moveTo>
                <a:lnTo>
                  <a:pt x="762000" y="2676525"/>
                </a:lnTo>
                <a:lnTo>
                  <a:pt x="762000" y="2686050"/>
                </a:lnTo>
                <a:lnTo>
                  <a:pt x="742950" y="2686050"/>
                </a:lnTo>
                <a:close/>
                <a:moveTo>
                  <a:pt x="695325" y="2686050"/>
                </a:moveTo>
                <a:lnTo>
                  <a:pt x="704850" y="2686050"/>
                </a:lnTo>
                <a:lnTo>
                  <a:pt x="704850" y="2695575"/>
                </a:lnTo>
                <a:lnTo>
                  <a:pt x="695325" y="2695575"/>
                </a:lnTo>
                <a:close/>
                <a:moveTo>
                  <a:pt x="0" y="2838450"/>
                </a:moveTo>
                <a:lnTo>
                  <a:pt x="19050" y="2838450"/>
                </a:lnTo>
                <a:lnTo>
                  <a:pt x="19050" y="2847975"/>
                </a:lnTo>
                <a:lnTo>
                  <a:pt x="38100" y="2847975"/>
                </a:lnTo>
                <a:lnTo>
                  <a:pt x="38100" y="3409950"/>
                </a:lnTo>
                <a:lnTo>
                  <a:pt x="47625" y="3409950"/>
                </a:lnTo>
                <a:lnTo>
                  <a:pt x="47625" y="3476625"/>
                </a:lnTo>
                <a:lnTo>
                  <a:pt x="28575" y="3476625"/>
                </a:lnTo>
                <a:lnTo>
                  <a:pt x="28575" y="3495675"/>
                </a:lnTo>
                <a:lnTo>
                  <a:pt x="38100" y="3495675"/>
                </a:lnTo>
                <a:lnTo>
                  <a:pt x="38100" y="3562350"/>
                </a:lnTo>
                <a:lnTo>
                  <a:pt x="47625" y="3562350"/>
                </a:lnTo>
                <a:lnTo>
                  <a:pt x="47625" y="3581400"/>
                </a:lnTo>
                <a:lnTo>
                  <a:pt x="57150" y="3581400"/>
                </a:lnTo>
                <a:lnTo>
                  <a:pt x="57150" y="3590925"/>
                </a:lnTo>
                <a:lnTo>
                  <a:pt x="66675" y="3590925"/>
                </a:lnTo>
                <a:lnTo>
                  <a:pt x="66675" y="3609975"/>
                </a:lnTo>
                <a:lnTo>
                  <a:pt x="76200" y="3609975"/>
                </a:lnTo>
                <a:lnTo>
                  <a:pt x="76200" y="3629025"/>
                </a:lnTo>
                <a:lnTo>
                  <a:pt x="85725" y="3629025"/>
                </a:lnTo>
                <a:lnTo>
                  <a:pt x="85725" y="3676650"/>
                </a:lnTo>
                <a:lnTo>
                  <a:pt x="95250" y="3676650"/>
                </a:lnTo>
                <a:lnTo>
                  <a:pt x="95250" y="3695700"/>
                </a:lnTo>
                <a:lnTo>
                  <a:pt x="104775" y="3695700"/>
                </a:lnTo>
                <a:lnTo>
                  <a:pt x="104775" y="3714750"/>
                </a:lnTo>
                <a:lnTo>
                  <a:pt x="114300" y="3714750"/>
                </a:lnTo>
                <a:lnTo>
                  <a:pt x="114300" y="3733800"/>
                </a:lnTo>
                <a:lnTo>
                  <a:pt x="123825" y="3733800"/>
                </a:lnTo>
                <a:lnTo>
                  <a:pt x="123825" y="3743325"/>
                </a:lnTo>
                <a:lnTo>
                  <a:pt x="133350" y="3743325"/>
                </a:lnTo>
                <a:lnTo>
                  <a:pt x="133350" y="3752850"/>
                </a:lnTo>
                <a:lnTo>
                  <a:pt x="142875" y="3752850"/>
                </a:lnTo>
                <a:lnTo>
                  <a:pt x="142875" y="3762375"/>
                </a:lnTo>
                <a:lnTo>
                  <a:pt x="152400" y="3762375"/>
                </a:lnTo>
                <a:lnTo>
                  <a:pt x="152400" y="3771900"/>
                </a:lnTo>
                <a:lnTo>
                  <a:pt x="161925" y="3771900"/>
                </a:lnTo>
                <a:lnTo>
                  <a:pt x="161925" y="3781425"/>
                </a:lnTo>
                <a:lnTo>
                  <a:pt x="171450" y="3781425"/>
                </a:lnTo>
                <a:lnTo>
                  <a:pt x="171450" y="3790950"/>
                </a:lnTo>
                <a:lnTo>
                  <a:pt x="104775" y="3790950"/>
                </a:lnTo>
                <a:lnTo>
                  <a:pt x="104775" y="3771900"/>
                </a:lnTo>
                <a:lnTo>
                  <a:pt x="95250" y="3771900"/>
                </a:lnTo>
                <a:lnTo>
                  <a:pt x="95250" y="3762375"/>
                </a:lnTo>
                <a:lnTo>
                  <a:pt x="85725" y="3762375"/>
                </a:lnTo>
                <a:lnTo>
                  <a:pt x="85725" y="3752850"/>
                </a:lnTo>
                <a:lnTo>
                  <a:pt x="76200" y="3752850"/>
                </a:lnTo>
                <a:lnTo>
                  <a:pt x="76200" y="3743325"/>
                </a:lnTo>
                <a:lnTo>
                  <a:pt x="66675" y="3743325"/>
                </a:lnTo>
                <a:lnTo>
                  <a:pt x="66675" y="3724275"/>
                </a:lnTo>
                <a:lnTo>
                  <a:pt x="57150" y="3724275"/>
                </a:lnTo>
                <a:lnTo>
                  <a:pt x="57150" y="3705225"/>
                </a:lnTo>
                <a:lnTo>
                  <a:pt x="47625" y="3705225"/>
                </a:lnTo>
                <a:lnTo>
                  <a:pt x="47625" y="3676650"/>
                </a:lnTo>
                <a:lnTo>
                  <a:pt x="38100" y="3676650"/>
                </a:lnTo>
                <a:lnTo>
                  <a:pt x="38100" y="3638550"/>
                </a:lnTo>
                <a:lnTo>
                  <a:pt x="28575" y="3638550"/>
                </a:lnTo>
                <a:lnTo>
                  <a:pt x="28575" y="3619500"/>
                </a:lnTo>
                <a:lnTo>
                  <a:pt x="19050" y="3619500"/>
                </a:lnTo>
                <a:lnTo>
                  <a:pt x="19050" y="3590925"/>
                </a:lnTo>
                <a:lnTo>
                  <a:pt x="9525" y="3590925"/>
                </a:lnTo>
                <a:lnTo>
                  <a:pt x="9525" y="3581400"/>
                </a:lnTo>
                <a:lnTo>
                  <a:pt x="0" y="3581400"/>
                </a:lnTo>
                <a:close/>
                <a:moveTo>
                  <a:pt x="428625" y="2838450"/>
                </a:moveTo>
                <a:lnTo>
                  <a:pt x="447675" y="2838450"/>
                </a:lnTo>
                <a:lnTo>
                  <a:pt x="447675" y="2847975"/>
                </a:lnTo>
                <a:lnTo>
                  <a:pt x="428625" y="2847975"/>
                </a:lnTo>
                <a:close/>
                <a:moveTo>
                  <a:pt x="276225" y="2857500"/>
                </a:moveTo>
                <a:lnTo>
                  <a:pt x="285750" y="2857500"/>
                </a:lnTo>
                <a:lnTo>
                  <a:pt x="285750" y="2867025"/>
                </a:lnTo>
                <a:lnTo>
                  <a:pt x="276225" y="2867025"/>
                </a:lnTo>
                <a:close/>
                <a:moveTo>
                  <a:pt x="295275" y="2857500"/>
                </a:moveTo>
                <a:lnTo>
                  <a:pt x="314325" y="2857500"/>
                </a:lnTo>
                <a:lnTo>
                  <a:pt x="314325" y="2943225"/>
                </a:lnTo>
                <a:lnTo>
                  <a:pt x="304800" y="2943225"/>
                </a:lnTo>
                <a:lnTo>
                  <a:pt x="304800" y="2952750"/>
                </a:lnTo>
                <a:lnTo>
                  <a:pt x="200025" y="2952750"/>
                </a:lnTo>
                <a:lnTo>
                  <a:pt x="200025" y="2933700"/>
                </a:lnTo>
                <a:lnTo>
                  <a:pt x="190500" y="2933700"/>
                </a:lnTo>
                <a:lnTo>
                  <a:pt x="190500" y="2914650"/>
                </a:lnTo>
                <a:lnTo>
                  <a:pt x="219075" y="2914650"/>
                </a:lnTo>
                <a:lnTo>
                  <a:pt x="219075" y="2924175"/>
                </a:lnTo>
                <a:lnTo>
                  <a:pt x="238125" y="2924175"/>
                </a:lnTo>
                <a:lnTo>
                  <a:pt x="238125" y="2933700"/>
                </a:lnTo>
                <a:lnTo>
                  <a:pt x="257175" y="2933700"/>
                </a:lnTo>
                <a:lnTo>
                  <a:pt x="257175" y="2924175"/>
                </a:lnTo>
                <a:lnTo>
                  <a:pt x="276225" y="2924175"/>
                </a:lnTo>
                <a:lnTo>
                  <a:pt x="276225" y="2914650"/>
                </a:lnTo>
                <a:lnTo>
                  <a:pt x="285750" y="2914650"/>
                </a:lnTo>
                <a:lnTo>
                  <a:pt x="285750" y="2867025"/>
                </a:lnTo>
                <a:lnTo>
                  <a:pt x="295275" y="2867025"/>
                </a:lnTo>
                <a:close/>
                <a:moveTo>
                  <a:pt x="571500" y="2857500"/>
                </a:moveTo>
                <a:lnTo>
                  <a:pt x="581025" y="2857500"/>
                </a:lnTo>
                <a:lnTo>
                  <a:pt x="581025" y="2867025"/>
                </a:lnTo>
                <a:lnTo>
                  <a:pt x="571500" y="2867025"/>
                </a:lnTo>
                <a:close/>
                <a:moveTo>
                  <a:pt x="209550" y="2867025"/>
                </a:moveTo>
                <a:lnTo>
                  <a:pt x="219075" y="2867025"/>
                </a:lnTo>
                <a:lnTo>
                  <a:pt x="219075" y="2895600"/>
                </a:lnTo>
                <a:lnTo>
                  <a:pt x="209550" y="2895600"/>
                </a:lnTo>
                <a:close/>
                <a:moveTo>
                  <a:pt x="295275" y="2876550"/>
                </a:moveTo>
                <a:lnTo>
                  <a:pt x="304800" y="2876550"/>
                </a:lnTo>
                <a:lnTo>
                  <a:pt x="304800" y="2867025"/>
                </a:lnTo>
                <a:lnTo>
                  <a:pt x="295275" y="2867025"/>
                </a:lnTo>
                <a:close/>
                <a:moveTo>
                  <a:pt x="1600200" y="2876550"/>
                </a:moveTo>
                <a:lnTo>
                  <a:pt x="1609725" y="2876550"/>
                </a:lnTo>
                <a:lnTo>
                  <a:pt x="1609725" y="2886075"/>
                </a:lnTo>
                <a:lnTo>
                  <a:pt x="1600200" y="2886075"/>
                </a:lnTo>
                <a:close/>
                <a:moveTo>
                  <a:pt x="1304925" y="2886075"/>
                </a:moveTo>
                <a:lnTo>
                  <a:pt x="1314450" y="2886075"/>
                </a:lnTo>
                <a:lnTo>
                  <a:pt x="1314450" y="2905125"/>
                </a:lnTo>
                <a:lnTo>
                  <a:pt x="1304925" y="2905125"/>
                </a:lnTo>
                <a:close/>
                <a:moveTo>
                  <a:pt x="381000" y="2905125"/>
                </a:moveTo>
                <a:lnTo>
                  <a:pt x="400050" y="2905125"/>
                </a:lnTo>
                <a:lnTo>
                  <a:pt x="400050" y="2914650"/>
                </a:lnTo>
                <a:lnTo>
                  <a:pt x="409575" y="2914650"/>
                </a:lnTo>
                <a:lnTo>
                  <a:pt x="409575" y="2924175"/>
                </a:lnTo>
                <a:lnTo>
                  <a:pt x="381000" y="2924175"/>
                </a:lnTo>
                <a:close/>
                <a:moveTo>
                  <a:pt x="981075" y="2905125"/>
                </a:moveTo>
                <a:lnTo>
                  <a:pt x="1000125" y="2905125"/>
                </a:lnTo>
                <a:lnTo>
                  <a:pt x="1000125" y="2914650"/>
                </a:lnTo>
                <a:lnTo>
                  <a:pt x="981075" y="2914650"/>
                </a:lnTo>
                <a:close/>
                <a:moveTo>
                  <a:pt x="1352550" y="2905125"/>
                </a:moveTo>
                <a:lnTo>
                  <a:pt x="1362075" y="2905125"/>
                </a:lnTo>
                <a:lnTo>
                  <a:pt x="1362075" y="2914650"/>
                </a:lnTo>
                <a:lnTo>
                  <a:pt x="1352550" y="2914650"/>
                </a:lnTo>
                <a:close/>
                <a:moveTo>
                  <a:pt x="1390650" y="2905125"/>
                </a:moveTo>
                <a:lnTo>
                  <a:pt x="1409700" y="2905125"/>
                </a:lnTo>
                <a:lnTo>
                  <a:pt x="1409700" y="2914650"/>
                </a:lnTo>
                <a:lnTo>
                  <a:pt x="1390650" y="2914650"/>
                </a:lnTo>
                <a:close/>
                <a:moveTo>
                  <a:pt x="1514475" y="2905125"/>
                </a:moveTo>
                <a:lnTo>
                  <a:pt x="1533525" y="2905125"/>
                </a:lnTo>
                <a:lnTo>
                  <a:pt x="1533525" y="2914650"/>
                </a:lnTo>
                <a:lnTo>
                  <a:pt x="1514475" y="2914650"/>
                </a:lnTo>
                <a:close/>
                <a:moveTo>
                  <a:pt x="361950" y="2914650"/>
                </a:moveTo>
                <a:lnTo>
                  <a:pt x="371475" y="2914650"/>
                </a:lnTo>
                <a:lnTo>
                  <a:pt x="371475" y="2924175"/>
                </a:lnTo>
                <a:lnTo>
                  <a:pt x="361950" y="2924175"/>
                </a:lnTo>
                <a:close/>
                <a:moveTo>
                  <a:pt x="457200" y="2914650"/>
                </a:moveTo>
                <a:lnTo>
                  <a:pt x="485775" y="2914650"/>
                </a:lnTo>
                <a:lnTo>
                  <a:pt x="485775" y="2924175"/>
                </a:lnTo>
                <a:lnTo>
                  <a:pt x="457200" y="2924175"/>
                </a:lnTo>
                <a:close/>
                <a:moveTo>
                  <a:pt x="495300" y="2914650"/>
                </a:moveTo>
                <a:lnTo>
                  <a:pt x="504825" y="2914650"/>
                </a:lnTo>
                <a:lnTo>
                  <a:pt x="504825" y="2924175"/>
                </a:lnTo>
                <a:lnTo>
                  <a:pt x="495300" y="2924175"/>
                </a:lnTo>
                <a:close/>
                <a:moveTo>
                  <a:pt x="523875" y="2914650"/>
                </a:moveTo>
                <a:lnTo>
                  <a:pt x="533400" y="2914650"/>
                </a:lnTo>
                <a:lnTo>
                  <a:pt x="533400" y="2924175"/>
                </a:lnTo>
                <a:lnTo>
                  <a:pt x="523875" y="2924175"/>
                </a:lnTo>
                <a:close/>
                <a:moveTo>
                  <a:pt x="552450" y="2914650"/>
                </a:moveTo>
                <a:lnTo>
                  <a:pt x="581025" y="2914650"/>
                </a:lnTo>
                <a:lnTo>
                  <a:pt x="581025" y="2924175"/>
                </a:lnTo>
                <a:lnTo>
                  <a:pt x="552450" y="2924175"/>
                </a:lnTo>
                <a:close/>
                <a:moveTo>
                  <a:pt x="628650" y="2914650"/>
                </a:moveTo>
                <a:lnTo>
                  <a:pt x="647700" y="2914650"/>
                </a:lnTo>
                <a:lnTo>
                  <a:pt x="647700" y="2924175"/>
                </a:lnTo>
                <a:lnTo>
                  <a:pt x="628650" y="2924175"/>
                </a:lnTo>
                <a:close/>
                <a:moveTo>
                  <a:pt x="695325" y="2914650"/>
                </a:moveTo>
                <a:lnTo>
                  <a:pt x="704850" y="2914650"/>
                </a:lnTo>
                <a:lnTo>
                  <a:pt x="704850" y="2924175"/>
                </a:lnTo>
                <a:lnTo>
                  <a:pt x="695325" y="2924175"/>
                </a:lnTo>
                <a:close/>
                <a:moveTo>
                  <a:pt x="828675" y="2914650"/>
                </a:moveTo>
                <a:lnTo>
                  <a:pt x="838200" y="2914650"/>
                </a:lnTo>
                <a:lnTo>
                  <a:pt x="838200" y="2924175"/>
                </a:lnTo>
                <a:lnTo>
                  <a:pt x="828675" y="2924175"/>
                </a:lnTo>
                <a:close/>
                <a:moveTo>
                  <a:pt x="857250" y="2914650"/>
                </a:moveTo>
                <a:lnTo>
                  <a:pt x="866775" y="2914650"/>
                </a:lnTo>
                <a:lnTo>
                  <a:pt x="866775" y="2924175"/>
                </a:lnTo>
                <a:lnTo>
                  <a:pt x="857250" y="2924175"/>
                </a:lnTo>
                <a:close/>
                <a:moveTo>
                  <a:pt x="904875" y="2914650"/>
                </a:moveTo>
                <a:lnTo>
                  <a:pt x="914400" y="2914650"/>
                </a:lnTo>
                <a:lnTo>
                  <a:pt x="914400" y="2924175"/>
                </a:lnTo>
                <a:lnTo>
                  <a:pt x="904875" y="2924175"/>
                </a:lnTo>
                <a:close/>
                <a:moveTo>
                  <a:pt x="504825" y="2924175"/>
                </a:moveTo>
                <a:lnTo>
                  <a:pt x="523875" y="2924175"/>
                </a:lnTo>
                <a:lnTo>
                  <a:pt x="523875" y="2933700"/>
                </a:lnTo>
                <a:lnTo>
                  <a:pt x="504825" y="2933700"/>
                </a:lnTo>
                <a:close/>
                <a:moveTo>
                  <a:pt x="838200" y="2924175"/>
                </a:moveTo>
                <a:lnTo>
                  <a:pt x="857250" y="2924175"/>
                </a:lnTo>
                <a:lnTo>
                  <a:pt x="857250" y="2933700"/>
                </a:lnTo>
                <a:lnTo>
                  <a:pt x="838200" y="2933700"/>
                </a:lnTo>
                <a:close/>
                <a:moveTo>
                  <a:pt x="361950" y="2933700"/>
                </a:moveTo>
                <a:lnTo>
                  <a:pt x="371475" y="2933700"/>
                </a:lnTo>
                <a:lnTo>
                  <a:pt x="371475" y="2943225"/>
                </a:lnTo>
                <a:lnTo>
                  <a:pt x="361950" y="2943225"/>
                </a:lnTo>
                <a:close/>
                <a:moveTo>
                  <a:pt x="381000" y="2933700"/>
                </a:moveTo>
                <a:lnTo>
                  <a:pt x="390525" y="2933700"/>
                </a:lnTo>
                <a:lnTo>
                  <a:pt x="390525" y="2952750"/>
                </a:lnTo>
                <a:lnTo>
                  <a:pt x="371475" y="2952750"/>
                </a:lnTo>
                <a:lnTo>
                  <a:pt x="371475" y="2943225"/>
                </a:lnTo>
                <a:lnTo>
                  <a:pt x="381000" y="2943225"/>
                </a:lnTo>
                <a:close/>
                <a:moveTo>
                  <a:pt x="523875" y="2933700"/>
                </a:moveTo>
                <a:lnTo>
                  <a:pt x="533400" y="2933700"/>
                </a:lnTo>
                <a:lnTo>
                  <a:pt x="533400" y="2943225"/>
                </a:lnTo>
                <a:lnTo>
                  <a:pt x="523875" y="2943225"/>
                </a:lnTo>
                <a:close/>
                <a:moveTo>
                  <a:pt x="857250" y="2933700"/>
                </a:moveTo>
                <a:lnTo>
                  <a:pt x="866775" y="2933700"/>
                </a:lnTo>
                <a:lnTo>
                  <a:pt x="866775" y="2943225"/>
                </a:lnTo>
                <a:lnTo>
                  <a:pt x="857250" y="2943225"/>
                </a:lnTo>
                <a:close/>
                <a:moveTo>
                  <a:pt x="876300" y="2933700"/>
                </a:moveTo>
                <a:lnTo>
                  <a:pt x="885825" y="2933700"/>
                </a:lnTo>
                <a:lnTo>
                  <a:pt x="885825" y="2943225"/>
                </a:lnTo>
                <a:lnTo>
                  <a:pt x="876300" y="2943225"/>
                </a:lnTo>
                <a:close/>
                <a:moveTo>
                  <a:pt x="571500" y="2943225"/>
                </a:moveTo>
                <a:lnTo>
                  <a:pt x="600075" y="2943225"/>
                </a:lnTo>
                <a:lnTo>
                  <a:pt x="600075" y="2952750"/>
                </a:lnTo>
                <a:lnTo>
                  <a:pt x="571500" y="2952750"/>
                </a:lnTo>
                <a:close/>
                <a:moveTo>
                  <a:pt x="609600" y="2943225"/>
                </a:moveTo>
                <a:lnTo>
                  <a:pt x="619125" y="2943225"/>
                </a:lnTo>
                <a:lnTo>
                  <a:pt x="619125" y="2952750"/>
                </a:lnTo>
                <a:lnTo>
                  <a:pt x="609600" y="2952750"/>
                </a:lnTo>
                <a:close/>
                <a:moveTo>
                  <a:pt x="638175" y="2943225"/>
                </a:moveTo>
                <a:lnTo>
                  <a:pt x="666750" y="2943225"/>
                </a:lnTo>
                <a:lnTo>
                  <a:pt x="666750" y="2952750"/>
                </a:lnTo>
                <a:lnTo>
                  <a:pt x="638175" y="2952750"/>
                </a:lnTo>
                <a:close/>
                <a:moveTo>
                  <a:pt x="866775" y="2943225"/>
                </a:moveTo>
                <a:lnTo>
                  <a:pt x="876300" y="2943225"/>
                </a:lnTo>
                <a:lnTo>
                  <a:pt x="876300" y="2952750"/>
                </a:lnTo>
                <a:lnTo>
                  <a:pt x="866775" y="2952750"/>
                </a:lnTo>
                <a:close/>
                <a:moveTo>
                  <a:pt x="914400" y="2943225"/>
                </a:moveTo>
                <a:lnTo>
                  <a:pt x="923925" y="2943225"/>
                </a:lnTo>
                <a:lnTo>
                  <a:pt x="923925" y="2952750"/>
                </a:lnTo>
                <a:lnTo>
                  <a:pt x="914400" y="2952750"/>
                </a:lnTo>
                <a:close/>
                <a:moveTo>
                  <a:pt x="295275" y="3095625"/>
                </a:moveTo>
                <a:lnTo>
                  <a:pt x="304800" y="3095625"/>
                </a:lnTo>
                <a:lnTo>
                  <a:pt x="304800" y="3105150"/>
                </a:lnTo>
                <a:lnTo>
                  <a:pt x="295275" y="3105150"/>
                </a:lnTo>
                <a:close/>
                <a:moveTo>
                  <a:pt x="428625" y="3095625"/>
                </a:moveTo>
                <a:lnTo>
                  <a:pt x="438150" y="3095625"/>
                </a:lnTo>
                <a:lnTo>
                  <a:pt x="438150" y="3105150"/>
                </a:lnTo>
                <a:lnTo>
                  <a:pt x="428625" y="3105150"/>
                </a:lnTo>
                <a:close/>
                <a:moveTo>
                  <a:pt x="228600" y="3105150"/>
                </a:moveTo>
                <a:lnTo>
                  <a:pt x="238125" y="3105150"/>
                </a:lnTo>
                <a:lnTo>
                  <a:pt x="238125" y="3114675"/>
                </a:lnTo>
                <a:lnTo>
                  <a:pt x="228600" y="3114675"/>
                </a:lnTo>
                <a:close/>
                <a:moveTo>
                  <a:pt x="257175" y="3105150"/>
                </a:moveTo>
                <a:lnTo>
                  <a:pt x="266700" y="3105150"/>
                </a:lnTo>
                <a:lnTo>
                  <a:pt x="266700" y="3114675"/>
                </a:lnTo>
                <a:lnTo>
                  <a:pt x="257175" y="3114675"/>
                </a:lnTo>
                <a:close/>
                <a:moveTo>
                  <a:pt x="304800" y="3114675"/>
                </a:moveTo>
                <a:lnTo>
                  <a:pt x="314325" y="3114675"/>
                </a:lnTo>
                <a:lnTo>
                  <a:pt x="314325" y="3162300"/>
                </a:lnTo>
                <a:lnTo>
                  <a:pt x="323850" y="3162300"/>
                </a:lnTo>
                <a:lnTo>
                  <a:pt x="323850" y="3171825"/>
                </a:lnTo>
                <a:lnTo>
                  <a:pt x="314325" y="3171825"/>
                </a:lnTo>
                <a:lnTo>
                  <a:pt x="314325" y="3200400"/>
                </a:lnTo>
                <a:lnTo>
                  <a:pt x="304800" y="3200400"/>
                </a:lnTo>
                <a:lnTo>
                  <a:pt x="304800" y="3209925"/>
                </a:lnTo>
                <a:lnTo>
                  <a:pt x="295275" y="3209925"/>
                </a:lnTo>
                <a:lnTo>
                  <a:pt x="295275" y="3219450"/>
                </a:lnTo>
                <a:lnTo>
                  <a:pt x="247650" y="3219450"/>
                </a:lnTo>
                <a:lnTo>
                  <a:pt x="247650" y="3209925"/>
                </a:lnTo>
                <a:lnTo>
                  <a:pt x="219075" y="3209925"/>
                </a:lnTo>
                <a:lnTo>
                  <a:pt x="219075" y="3200400"/>
                </a:lnTo>
                <a:lnTo>
                  <a:pt x="200025" y="3200400"/>
                </a:lnTo>
                <a:lnTo>
                  <a:pt x="200025" y="3190875"/>
                </a:lnTo>
                <a:lnTo>
                  <a:pt x="190500" y="3190875"/>
                </a:lnTo>
                <a:lnTo>
                  <a:pt x="190500" y="3171825"/>
                </a:lnTo>
                <a:lnTo>
                  <a:pt x="200025" y="3171825"/>
                </a:lnTo>
                <a:lnTo>
                  <a:pt x="200025" y="3162300"/>
                </a:lnTo>
                <a:lnTo>
                  <a:pt x="209550" y="3162300"/>
                </a:lnTo>
                <a:lnTo>
                  <a:pt x="209550" y="3171825"/>
                </a:lnTo>
                <a:lnTo>
                  <a:pt x="219075" y="3171825"/>
                </a:lnTo>
                <a:lnTo>
                  <a:pt x="219075" y="3181350"/>
                </a:lnTo>
                <a:lnTo>
                  <a:pt x="228600" y="3181350"/>
                </a:lnTo>
                <a:lnTo>
                  <a:pt x="228600" y="3190875"/>
                </a:lnTo>
                <a:lnTo>
                  <a:pt x="266700" y="3190875"/>
                </a:lnTo>
                <a:lnTo>
                  <a:pt x="266700" y="3181350"/>
                </a:lnTo>
                <a:lnTo>
                  <a:pt x="276225" y="3181350"/>
                </a:lnTo>
                <a:lnTo>
                  <a:pt x="276225" y="3171825"/>
                </a:lnTo>
                <a:lnTo>
                  <a:pt x="285750" y="3171825"/>
                </a:lnTo>
                <a:lnTo>
                  <a:pt x="285750" y="3124200"/>
                </a:lnTo>
                <a:lnTo>
                  <a:pt x="304800" y="3124200"/>
                </a:lnTo>
                <a:close/>
                <a:moveTo>
                  <a:pt x="1514475" y="3124200"/>
                </a:moveTo>
                <a:lnTo>
                  <a:pt x="1533525" y="3124200"/>
                </a:lnTo>
                <a:lnTo>
                  <a:pt x="1533525" y="3133725"/>
                </a:lnTo>
                <a:lnTo>
                  <a:pt x="1514475" y="3133725"/>
                </a:lnTo>
                <a:close/>
                <a:moveTo>
                  <a:pt x="390525" y="3133725"/>
                </a:moveTo>
                <a:lnTo>
                  <a:pt x="400050" y="3133725"/>
                </a:lnTo>
                <a:lnTo>
                  <a:pt x="400050" y="3143250"/>
                </a:lnTo>
                <a:lnTo>
                  <a:pt x="390525" y="3143250"/>
                </a:lnTo>
                <a:close/>
                <a:moveTo>
                  <a:pt x="476250" y="3133725"/>
                </a:moveTo>
                <a:lnTo>
                  <a:pt x="495300" y="3133725"/>
                </a:lnTo>
                <a:lnTo>
                  <a:pt x="495300" y="3143250"/>
                </a:lnTo>
                <a:lnTo>
                  <a:pt x="476250" y="3143250"/>
                </a:lnTo>
                <a:close/>
                <a:moveTo>
                  <a:pt x="1323975" y="3133725"/>
                </a:moveTo>
                <a:lnTo>
                  <a:pt x="1333500" y="3133725"/>
                </a:lnTo>
                <a:lnTo>
                  <a:pt x="1333500" y="3143250"/>
                </a:lnTo>
                <a:lnTo>
                  <a:pt x="1323975" y="3143250"/>
                </a:lnTo>
                <a:close/>
                <a:moveTo>
                  <a:pt x="1304925" y="3143250"/>
                </a:moveTo>
                <a:lnTo>
                  <a:pt x="1314450" y="3143250"/>
                </a:lnTo>
                <a:lnTo>
                  <a:pt x="1314450" y="3162300"/>
                </a:lnTo>
                <a:lnTo>
                  <a:pt x="1304925" y="3162300"/>
                </a:lnTo>
                <a:close/>
                <a:moveTo>
                  <a:pt x="1476375" y="3162300"/>
                </a:moveTo>
                <a:lnTo>
                  <a:pt x="1495425" y="3162300"/>
                </a:lnTo>
                <a:lnTo>
                  <a:pt x="1495425" y="3171825"/>
                </a:lnTo>
                <a:lnTo>
                  <a:pt x="1476375" y="3171825"/>
                </a:lnTo>
                <a:close/>
                <a:moveTo>
                  <a:pt x="371475" y="3171825"/>
                </a:moveTo>
                <a:lnTo>
                  <a:pt x="390525" y="3171825"/>
                </a:lnTo>
                <a:lnTo>
                  <a:pt x="390525" y="3181350"/>
                </a:lnTo>
                <a:lnTo>
                  <a:pt x="371475" y="3181350"/>
                </a:lnTo>
                <a:close/>
                <a:moveTo>
                  <a:pt x="552450" y="3171825"/>
                </a:moveTo>
                <a:lnTo>
                  <a:pt x="561975" y="3171825"/>
                </a:lnTo>
                <a:lnTo>
                  <a:pt x="561975" y="3181350"/>
                </a:lnTo>
                <a:lnTo>
                  <a:pt x="552450" y="3181350"/>
                </a:lnTo>
                <a:close/>
                <a:moveTo>
                  <a:pt x="638175" y="3171825"/>
                </a:moveTo>
                <a:lnTo>
                  <a:pt x="657225" y="3171825"/>
                </a:lnTo>
                <a:lnTo>
                  <a:pt x="657225" y="3181350"/>
                </a:lnTo>
                <a:lnTo>
                  <a:pt x="638175" y="3181350"/>
                </a:lnTo>
                <a:close/>
                <a:moveTo>
                  <a:pt x="790575" y="3171825"/>
                </a:moveTo>
                <a:lnTo>
                  <a:pt x="800100" y="3171825"/>
                </a:lnTo>
                <a:lnTo>
                  <a:pt x="800100" y="3181350"/>
                </a:lnTo>
                <a:lnTo>
                  <a:pt x="790575" y="3181350"/>
                </a:lnTo>
                <a:close/>
                <a:moveTo>
                  <a:pt x="828675" y="3171825"/>
                </a:moveTo>
                <a:lnTo>
                  <a:pt x="847725" y="3171825"/>
                </a:lnTo>
                <a:lnTo>
                  <a:pt x="847725" y="3181350"/>
                </a:lnTo>
                <a:lnTo>
                  <a:pt x="828675" y="3181350"/>
                </a:lnTo>
                <a:close/>
                <a:moveTo>
                  <a:pt x="885825" y="3171825"/>
                </a:moveTo>
                <a:lnTo>
                  <a:pt x="895350" y="3171825"/>
                </a:lnTo>
                <a:lnTo>
                  <a:pt x="895350" y="3181350"/>
                </a:lnTo>
                <a:lnTo>
                  <a:pt x="885825" y="3181350"/>
                </a:lnTo>
                <a:close/>
                <a:moveTo>
                  <a:pt x="495300" y="3181350"/>
                </a:moveTo>
                <a:lnTo>
                  <a:pt x="523875" y="3181350"/>
                </a:lnTo>
                <a:lnTo>
                  <a:pt x="523875" y="3200400"/>
                </a:lnTo>
                <a:lnTo>
                  <a:pt x="514350" y="3200400"/>
                </a:lnTo>
                <a:lnTo>
                  <a:pt x="514350" y="3190875"/>
                </a:lnTo>
                <a:lnTo>
                  <a:pt x="495300" y="3190875"/>
                </a:lnTo>
                <a:close/>
                <a:moveTo>
                  <a:pt x="685800" y="3181350"/>
                </a:moveTo>
                <a:lnTo>
                  <a:pt x="695325" y="3181350"/>
                </a:lnTo>
                <a:lnTo>
                  <a:pt x="695325" y="3190875"/>
                </a:lnTo>
                <a:lnTo>
                  <a:pt x="685800" y="3190875"/>
                </a:lnTo>
                <a:close/>
                <a:moveTo>
                  <a:pt x="742950" y="3181350"/>
                </a:moveTo>
                <a:lnTo>
                  <a:pt x="752475" y="3181350"/>
                </a:lnTo>
                <a:lnTo>
                  <a:pt x="752475" y="3190875"/>
                </a:lnTo>
                <a:lnTo>
                  <a:pt x="742950" y="3190875"/>
                </a:lnTo>
                <a:close/>
                <a:moveTo>
                  <a:pt x="771525" y="3181350"/>
                </a:moveTo>
                <a:lnTo>
                  <a:pt x="781050" y="3181350"/>
                </a:lnTo>
                <a:lnTo>
                  <a:pt x="781050" y="3190875"/>
                </a:lnTo>
                <a:lnTo>
                  <a:pt x="771525" y="3190875"/>
                </a:lnTo>
                <a:close/>
                <a:moveTo>
                  <a:pt x="800100" y="3181350"/>
                </a:moveTo>
                <a:lnTo>
                  <a:pt x="809625" y="3181350"/>
                </a:lnTo>
                <a:lnTo>
                  <a:pt x="809625" y="3190875"/>
                </a:lnTo>
                <a:lnTo>
                  <a:pt x="800100" y="3190875"/>
                </a:lnTo>
                <a:close/>
                <a:moveTo>
                  <a:pt x="752475" y="3190875"/>
                </a:moveTo>
                <a:lnTo>
                  <a:pt x="771525" y="3190875"/>
                </a:lnTo>
                <a:lnTo>
                  <a:pt x="771525" y="3200400"/>
                </a:lnTo>
                <a:lnTo>
                  <a:pt x="752475" y="3200400"/>
                </a:lnTo>
                <a:close/>
                <a:moveTo>
                  <a:pt x="438150" y="3200400"/>
                </a:moveTo>
                <a:lnTo>
                  <a:pt x="447675" y="3200400"/>
                </a:lnTo>
                <a:lnTo>
                  <a:pt x="447675" y="3209925"/>
                </a:lnTo>
                <a:lnTo>
                  <a:pt x="438150" y="3209925"/>
                </a:lnTo>
                <a:close/>
                <a:moveTo>
                  <a:pt x="523875" y="3200400"/>
                </a:moveTo>
                <a:lnTo>
                  <a:pt x="552450" y="3200400"/>
                </a:lnTo>
                <a:lnTo>
                  <a:pt x="552450" y="3209925"/>
                </a:lnTo>
                <a:lnTo>
                  <a:pt x="523875" y="3209925"/>
                </a:lnTo>
                <a:close/>
                <a:moveTo>
                  <a:pt x="771525" y="3200400"/>
                </a:moveTo>
                <a:lnTo>
                  <a:pt x="781050" y="3200400"/>
                </a:lnTo>
                <a:lnTo>
                  <a:pt x="781050" y="3209925"/>
                </a:lnTo>
                <a:lnTo>
                  <a:pt x="771525" y="3209925"/>
                </a:lnTo>
                <a:close/>
                <a:moveTo>
                  <a:pt x="904875" y="3200400"/>
                </a:moveTo>
                <a:lnTo>
                  <a:pt x="914400" y="3200400"/>
                </a:lnTo>
                <a:lnTo>
                  <a:pt x="914400" y="3209925"/>
                </a:lnTo>
                <a:lnTo>
                  <a:pt x="904875" y="3209925"/>
                </a:lnTo>
                <a:close/>
                <a:moveTo>
                  <a:pt x="247650" y="3324225"/>
                </a:moveTo>
                <a:lnTo>
                  <a:pt x="314325" y="3324225"/>
                </a:lnTo>
                <a:lnTo>
                  <a:pt x="314325" y="3343275"/>
                </a:lnTo>
                <a:lnTo>
                  <a:pt x="247650" y="3343275"/>
                </a:lnTo>
                <a:close/>
                <a:moveTo>
                  <a:pt x="1581150" y="3352800"/>
                </a:moveTo>
                <a:lnTo>
                  <a:pt x="1609725" y="3352800"/>
                </a:lnTo>
                <a:lnTo>
                  <a:pt x="1609725" y="3362325"/>
                </a:lnTo>
                <a:lnTo>
                  <a:pt x="1581150" y="3362325"/>
                </a:lnTo>
                <a:close/>
                <a:moveTo>
                  <a:pt x="1704975" y="3352800"/>
                </a:moveTo>
                <a:lnTo>
                  <a:pt x="1714500" y="3352800"/>
                </a:lnTo>
                <a:lnTo>
                  <a:pt x="1714500" y="3362325"/>
                </a:lnTo>
                <a:lnTo>
                  <a:pt x="1704975" y="3362325"/>
                </a:lnTo>
                <a:close/>
                <a:moveTo>
                  <a:pt x="1724025" y="3352800"/>
                </a:moveTo>
                <a:lnTo>
                  <a:pt x="1733550" y="3352800"/>
                </a:lnTo>
                <a:lnTo>
                  <a:pt x="1733550" y="3409950"/>
                </a:lnTo>
                <a:lnTo>
                  <a:pt x="1724025" y="3409950"/>
                </a:lnTo>
                <a:close/>
                <a:moveTo>
                  <a:pt x="914400" y="3362325"/>
                </a:moveTo>
                <a:lnTo>
                  <a:pt x="923925" y="3362325"/>
                </a:lnTo>
                <a:lnTo>
                  <a:pt x="923925" y="3371850"/>
                </a:lnTo>
                <a:lnTo>
                  <a:pt x="914400" y="3371850"/>
                </a:lnTo>
                <a:close/>
                <a:moveTo>
                  <a:pt x="1247775" y="3362325"/>
                </a:moveTo>
                <a:lnTo>
                  <a:pt x="1257300" y="3362325"/>
                </a:lnTo>
                <a:lnTo>
                  <a:pt x="1257300" y="3371850"/>
                </a:lnTo>
                <a:lnTo>
                  <a:pt x="1247775" y="3371850"/>
                </a:lnTo>
                <a:close/>
                <a:moveTo>
                  <a:pt x="1295400" y="3362325"/>
                </a:moveTo>
                <a:lnTo>
                  <a:pt x="1304925" y="3362325"/>
                </a:lnTo>
                <a:lnTo>
                  <a:pt x="1304925" y="3400425"/>
                </a:lnTo>
                <a:lnTo>
                  <a:pt x="1266825" y="3400425"/>
                </a:lnTo>
                <a:lnTo>
                  <a:pt x="1266825" y="3390900"/>
                </a:lnTo>
                <a:lnTo>
                  <a:pt x="1276350" y="3390900"/>
                </a:lnTo>
                <a:lnTo>
                  <a:pt x="1276350" y="3371850"/>
                </a:lnTo>
                <a:lnTo>
                  <a:pt x="1295400" y="3371850"/>
                </a:lnTo>
                <a:close/>
                <a:moveTo>
                  <a:pt x="1609725" y="3362325"/>
                </a:moveTo>
                <a:lnTo>
                  <a:pt x="1619250" y="3362325"/>
                </a:lnTo>
                <a:lnTo>
                  <a:pt x="1619250" y="3371850"/>
                </a:lnTo>
                <a:lnTo>
                  <a:pt x="1609725" y="3371850"/>
                </a:lnTo>
                <a:close/>
                <a:moveTo>
                  <a:pt x="228600" y="3371850"/>
                </a:moveTo>
                <a:lnTo>
                  <a:pt x="238125" y="3371850"/>
                </a:lnTo>
                <a:lnTo>
                  <a:pt x="238125" y="3381375"/>
                </a:lnTo>
                <a:lnTo>
                  <a:pt x="228600" y="3381375"/>
                </a:lnTo>
                <a:close/>
                <a:moveTo>
                  <a:pt x="323850" y="3371850"/>
                </a:moveTo>
                <a:lnTo>
                  <a:pt x="333375" y="3371850"/>
                </a:lnTo>
                <a:lnTo>
                  <a:pt x="333375" y="3381375"/>
                </a:lnTo>
                <a:lnTo>
                  <a:pt x="323850" y="3381375"/>
                </a:lnTo>
                <a:close/>
                <a:moveTo>
                  <a:pt x="885825" y="3371850"/>
                </a:moveTo>
                <a:lnTo>
                  <a:pt x="895350" y="3371850"/>
                </a:lnTo>
                <a:lnTo>
                  <a:pt x="895350" y="3381375"/>
                </a:lnTo>
                <a:lnTo>
                  <a:pt x="904875" y="3381375"/>
                </a:lnTo>
                <a:lnTo>
                  <a:pt x="904875" y="3371850"/>
                </a:lnTo>
                <a:lnTo>
                  <a:pt x="914400" y="3371850"/>
                </a:lnTo>
                <a:lnTo>
                  <a:pt x="914400" y="3381375"/>
                </a:lnTo>
                <a:lnTo>
                  <a:pt x="904875" y="3381375"/>
                </a:lnTo>
                <a:lnTo>
                  <a:pt x="904875" y="3390900"/>
                </a:lnTo>
                <a:lnTo>
                  <a:pt x="895350" y="3390900"/>
                </a:lnTo>
                <a:lnTo>
                  <a:pt x="895350" y="3400425"/>
                </a:lnTo>
                <a:lnTo>
                  <a:pt x="885825" y="3400425"/>
                </a:lnTo>
                <a:close/>
                <a:moveTo>
                  <a:pt x="962025" y="3371850"/>
                </a:moveTo>
                <a:lnTo>
                  <a:pt x="981075" y="3371850"/>
                </a:lnTo>
                <a:lnTo>
                  <a:pt x="981075" y="3390900"/>
                </a:lnTo>
                <a:lnTo>
                  <a:pt x="971550" y="3390900"/>
                </a:lnTo>
                <a:lnTo>
                  <a:pt x="971550" y="3400425"/>
                </a:lnTo>
                <a:lnTo>
                  <a:pt x="962025" y="3400425"/>
                </a:lnTo>
                <a:close/>
                <a:moveTo>
                  <a:pt x="1704975" y="3371850"/>
                </a:moveTo>
                <a:lnTo>
                  <a:pt x="1714500" y="3371850"/>
                </a:lnTo>
                <a:lnTo>
                  <a:pt x="1714500" y="3390900"/>
                </a:lnTo>
                <a:lnTo>
                  <a:pt x="1704975" y="3390900"/>
                </a:lnTo>
                <a:close/>
                <a:moveTo>
                  <a:pt x="914400" y="3381375"/>
                </a:moveTo>
                <a:lnTo>
                  <a:pt x="923925" y="3381375"/>
                </a:lnTo>
                <a:lnTo>
                  <a:pt x="923925" y="3400425"/>
                </a:lnTo>
                <a:lnTo>
                  <a:pt x="904875" y="3400425"/>
                </a:lnTo>
                <a:lnTo>
                  <a:pt x="904875" y="3390900"/>
                </a:lnTo>
                <a:lnTo>
                  <a:pt x="914400" y="3390900"/>
                </a:lnTo>
                <a:close/>
                <a:moveTo>
                  <a:pt x="123825" y="3390900"/>
                </a:moveTo>
                <a:lnTo>
                  <a:pt x="133350" y="3390900"/>
                </a:lnTo>
                <a:lnTo>
                  <a:pt x="133350" y="3400425"/>
                </a:lnTo>
                <a:lnTo>
                  <a:pt x="123825" y="3400425"/>
                </a:lnTo>
                <a:close/>
                <a:moveTo>
                  <a:pt x="1571625" y="3390900"/>
                </a:moveTo>
                <a:lnTo>
                  <a:pt x="1590675" y="3390900"/>
                </a:lnTo>
                <a:lnTo>
                  <a:pt x="1590675" y="3400425"/>
                </a:lnTo>
                <a:lnTo>
                  <a:pt x="1571625" y="3400425"/>
                </a:lnTo>
                <a:close/>
                <a:moveTo>
                  <a:pt x="609600" y="3400425"/>
                </a:moveTo>
                <a:lnTo>
                  <a:pt x="619125" y="3400425"/>
                </a:lnTo>
                <a:lnTo>
                  <a:pt x="619125" y="3409950"/>
                </a:lnTo>
                <a:lnTo>
                  <a:pt x="609600" y="3409950"/>
                </a:lnTo>
                <a:close/>
                <a:moveTo>
                  <a:pt x="228600" y="3409950"/>
                </a:moveTo>
                <a:lnTo>
                  <a:pt x="238125" y="3409950"/>
                </a:lnTo>
                <a:lnTo>
                  <a:pt x="238125" y="3419475"/>
                </a:lnTo>
                <a:lnTo>
                  <a:pt x="228600" y="3419475"/>
                </a:lnTo>
                <a:close/>
                <a:moveTo>
                  <a:pt x="904875" y="3409950"/>
                </a:moveTo>
                <a:lnTo>
                  <a:pt x="914400" y="3409950"/>
                </a:lnTo>
                <a:lnTo>
                  <a:pt x="914400" y="3419475"/>
                </a:lnTo>
                <a:lnTo>
                  <a:pt x="904875" y="3419475"/>
                </a:lnTo>
                <a:close/>
                <a:moveTo>
                  <a:pt x="1276350" y="3409950"/>
                </a:moveTo>
                <a:lnTo>
                  <a:pt x="1285875" y="3409950"/>
                </a:lnTo>
                <a:lnTo>
                  <a:pt x="1285875" y="3419475"/>
                </a:lnTo>
                <a:lnTo>
                  <a:pt x="1276350" y="3419475"/>
                </a:lnTo>
                <a:close/>
                <a:moveTo>
                  <a:pt x="828675" y="3438525"/>
                </a:moveTo>
                <a:lnTo>
                  <a:pt x="838200" y="3438525"/>
                </a:lnTo>
                <a:lnTo>
                  <a:pt x="838200" y="3448050"/>
                </a:lnTo>
                <a:lnTo>
                  <a:pt x="828675" y="3448050"/>
                </a:lnTo>
                <a:close/>
                <a:moveTo>
                  <a:pt x="1543050" y="3438525"/>
                </a:moveTo>
                <a:lnTo>
                  <a:pt x="1571625" y="3438525"/>
                </a:lnTo>
                <a:lnTo>
                  <a:pt x="1571625" y="3448050"/>
                </a:lnTo>
                <a:lnTo>
                  <a:pt x="1543050" y="3448050"/>
                </a:lnTo>
                <a:close/>
                <a:moveTo>
                  <a:pt x="1581150" y="3438525"/>
                </a:moveTo>
                <a:lnTo>
                  <a:pt x="1619250" y="3438525"/>
                </a:lnTo>
                <a:lnTo>
                  <a:pt x="1619250" y="3448050"/>
                </a:lnTo>
                <a:lnTo>
                  <a:pt x="1581150" y="3448050"/>
                </a:lnTo>
                <a:close/>
                <a:moveTo>
                  <a:pt x="247650" y="3448050"/>
                </a:moveTo>
                <a:lnTo>
                  <a:pt x="257175" y="3448050"/>
                </a:lnTo>
                <a:lnTo>
                  <a:pt x="257175" y="3457575"/>
                </a:lnTo>
                <a:lnTo>
                  <a:pt x="247650" y="3457575"/>
                </a:lnTo>
                <a:close/>
                <a:moveTo>
                  <a:pt x="266700" y="3448050"/>
                </a:moveTo>
                <a:lnTo>
                  <a:pt x="304800" y="3448050"/>
                </a:lnTo>
                <a:lnTo>
                  <a:pt x="304800" y="3457575"/>
                </a:lnTo>
                <a:lnTo>
                  <a:pt x="266700" y="3457575"/>
                </a:lnTo>
                <a:close/>
                <a:moveTo>
                  <a:pt x="619125" y="3448050"/>
                </a:moveTo>
                <a:lnTo>
                  <a:pt x="628650" y="3448050"/>
                </a:lnTo>
                <a:lnTo>
                  <a:pt x="628650" y="3457575"/>
                </a:lnTo>
                <a:lnTo>
                  <a:pt x="619125" y="3457575"/>
                </a:lnTo>
                <a:close/>
                <a:moveTo>
                  <a:pt x="638175" y="3448050"/>
                </a:moveTo>
                <a:lnTo>
                  <a:pt x="666750" y="3448050"/>
                </a:lnTo>
                <a:lnTo>
                  <a:pt x="666750" y="3457575"/>
                </a:lnTo>
                <a:lnTo>
                  <a:pt x="638175" y="3457575"/>
                </a:lnTo>
                <a:close/>
                <a:moveTo>
                  <a:pt x="847725" y="3448050"/>
                </a:moveTo>
                <a:lnTo>
                  <a:pt x="885825" y="3448050"/>
                </a:lnTo>
                <a:lnTo>
                  <a:pt x="885825" y="3457575"/>
                </a:lnTo>
                <a:lnTo>
                  <a:pt x="847725" y="3457575"/>
                </a:lnTo>
                <a:close/>
                <a:moveTo>
                  <a:pt x="923925" y="3448050"/>
                </a:moveTo>
                <a:lnTo>
                  <a:pt x="933450" y="3448050"/>
                </a:lnTo>
                <a:lnTo>
                  <a:pt x="933450" y="3457575"/>
                </a:lnTo>
                <a:lnTo>
                  <a:pt x="923925" y="3457575"/>
                </a:lnTo>
                <a:close/>
                <a:moveTo>
                  <a:pt x="942975" y="3448050"/>
                </a:moveTo>
                <a:lnTo>
                  <a:pt x="962025" y="3448050"/>
                </a:lnTo>
                <a:lnTo>
                  <a:pt x="962025" y="3457575"/>
                </a:lnTo>
                <a:lnTo>
                  <a:pt x="942975" y="3457575"/>
                </a:lnTo>
                <a:close/>
                <a:moveTo>
                  <a:pt x="1009650" y="3448050"/>
                </a:moveTo>
                <a:lnTo>
                  <a:pt x="1028700" y="3448050"/>
                </a:lnTo>
                <a:lnTo>
                  <a:pt x="1028700" y="3457575"/>
                </a:lnTo>
                <a:lnTo>
                  <a:pt x="1009650" y="3457575"/>
                </a:lnTo>
                <a:close/>
                <a:moveTo>
                  <a:pt x="1152525" y="3448050"/>
                </a:moveTo>
                <a:lnTo>
                  <a:pt x="1162050" y="3448050"/>
                </a:lnTo>
                <a:lnTo>
                  <a:pt x="1162050" y="3457575"/>
                </a:lnTo>
                <a:lnTo>
                  <a:pt x="1152525" y="3457575"/>
                </a:lnTo>
                <a:close/>
                <a:moveTo>
                  <a:pt x="1181100" y="3448050"/>
                </a:moveTo>
                <a:lnTo>
                  <a:pt x="1209675" y="3448050"/>
                </a:lnTo>
                <a:lnTo>
                  <a:pt x="1209675" y="3457575"/>
                </a:lnTo>
                <a:lnTo>
                  <a:pt x="1181100" y="3457575"/>
                </a:lnTo>
                <a:close/>
                <a:moveTo>
                  <a:pt x="1285875" y="3448050"/>
                </a:moveTo>
                <a:lnTo>
                  <a:pt x="1333500" y="3448050"/>
                </a:lnTo>
                <a:lnTo>
                  <a:pt x="1333500" y="3457575"/>
                </a:lnTo>
                <a:lnTo>
                  <a:pt x="1285875" y="3457575"/>
                </a:lnTo>
                <a:close/>
                <a:moveTo>
                  <a:pt x="1724025" y="3448050"/>
                </a:moveTo>
                <a:lnTo>
                  <a:pt x="1733550" y="3448050"/>
                </a:lnTo>
                <a:lnTo>
                  <a:pt x="1733550" y="3457575"/>
                </a:lnTo>
                <a:lnTo>
                  <a:pt x="1724025" y="3457575"/>
                </a:lnTo>
                <a:close/>
                <a:moveTo>
                  <a:pt x="676275" y="3457575"/>
                </a:moveTo>
                <a:lnTo>
                  <a:pt x="685800" y="3457575"/>
                </a:lnTo>
                <a:lnTo>
                  <a:pt x="685800" y="3476625"/>
                </a:lnTo>
                <a:lnTo>
                  <a:pt x="676275" y="3476625"/>
                </a:lnTo>
                <a:close/>
                <a:moveTo>
                  <a:pt x="1524000" y="3457575"/>
                </a:moveTo>
                <a:lnTo>
                  <a:pt x="1533525" y="3457575"/>
                </a:lnTo>
                <a:lnTo>
                  <a:pt x="1533525" y="3476625"/>
                </a:lnTo>
                <a:lnTo>
                  <a:pt x="1524000" y="3476625"/>
                </a:lnTo>
                <a:close/>
                <a:moveTo>
                  <a:pt x="1714500" y="3457575"/>
                </a:moveTo>
                <a:lnTo>
                  <a:pt x="1724025" y="3457575"/>
                </a:lnTo>
                <a:lnTo>
                  <a:pt x="1724025" y="3505200"/>
                </a:lnTo>
                <a:lnTo>
                  <a:pt x="1714500" y="3505200"/>
                </a:lnTo>
                <a:close/>
                <a:moveTo>
                  <a:pt x="219075" y="3467100"/>
                </a:moveTo>
                <a:lnTo>
                  <a:pt x="228600" y="3467100"/>
                </a:lnTo>
                <a:lnTo>
                  <a:pt x="228600" y="3476625"/>
                </a:lnTo>
                <a:lnTo>
                  <a:pt x="219075" y="3476625"/>
                </a:lnTo>
                <a:close/>
                <a:moveTo>
                  <a:pt x="819150" y="3467100"/>
                </a:moveTo>
                <a:lnTo>
                  <a:pt x="857250" y="3467100"/>
                </a:lnTo>
                <a:lnTo>
                  <a:pt x="857250" y="3476625"/>
                </a:lnTo>
                <a:lnTo>
                  <a:pt x="819150" y="3476625"/>
                </a:lnTo>
                <a:close/>
                <a:moveTo>
                  <a:pt x="1152525" y="3467100"/>
                </a:moveTo>
                <a:lnTo>
                  <a:pt x="1162050" y="3467100"/>
                </a:lnTo>
                <a:lnTo>
                  <a:pt x="1162050" y="3476625"/>
                </a:lnTo>
                <a:lnTo>
                  <a:pt x="1152525" y="3476625"/>
                </a:lnTo>
                <a:close/>
                <a:moveTo>
                  <a:pt x="1695450" y="3467100"/>
                </a:moveTo>
                <a:lnTo>
                  <a:pt x="1704975" y="3467100"/>
                </a:lnTo>
                <a:lnTo>
                  <a:pt x="1704975" y="3486150"/>
                </a:lnTo>
                <a:lnTo>
                  <a:pt x="1695450" y="3486150"/>
                </a:lnTo>
                <a:close/>
                <a:moveTo>
                  <a:pt x="228600" y="3476625"/>
                </a:moveTo>
                <a:lnTo>
                  <a:pt x="295275" y="3476625"/>
                </a:lnTo>
                <a:lnTo>
                  <a:pt x="295275" y="3486150"/>
                </a:lnTo>
                <a:lnTo>
                  <a:pt x="228600" y="3486150"/>
                </a:lnTo>
                <a:close/>
                <a:moveTo>
                  <a:pt x="552450" y="3476625"/>
                </a:moveTo>
                <a:lnTo>
                  <a:pt x="609600" y="3476625"/>
                </a:lnTo>
                <a:lnTo>
                  <a:pt x="609600" y="3486150"/>
                </a:lnTo>
                <a:lnTo>
                  <a:pt x="552450" y="3486150"/>
                </a:lnTo>
                <a:close/>
                <a:moveTo>
                  <a:pt x="857250" y="3476625"/>
                </a:moveTo>
                <a:lnTo>
                  <a:pt x="876300" y="3476625"/>
                </a:lnTo>
                <a:lnTo>
                  <a:pt x="876300" y="3486150"/>
                </a:lnTo>
                <a:lnTo>
                  <a:pt x="857250" y="3486150"/>
                </a:lnTo>
                <a:close/>
                <a:moveTo>
                  <a:pt x="914400" y="3476625"/>
                </a:moveTo>
                <a:lnTo>
                  <a:pt x="942975" y="3476625"/>
                </a:lnTo>
                <a:lnTo>
                  <a:pt x="942975" y="3486150"/>
                </a:lnTo>
                <a:lnTo>
                  <a:pt x="914400" y="3486150"/>
                </a:lnTo>
                <a:close/>
                <a:moveTo>
                  <a:pt x="971550" y="3476625"/>
                </a:moveTo>
                <a:lnTo>
                  <a:pt x="1000125" y="3476625"/>
                </a:lnTo>
                <a:lnTo>
                  <a:pt x="1000125" y="3486150"/>
                </a:lnTo>
                <a:lnTo>
                  <a:pt x="971550" y="3486150"/>
                </a:lnTo>
                <a:close/>
                <a:moveTo>
                  <a:pt x="1209675" y="3476625"/>
                </a:moveTo>
                <a:lnTo>
                  <a:pt x="1247775" y="3476625"/>
                </a:lnTo>
                <a:lnTo>
                  <a:pt x="1247775" y="3486150"/>
                </a:lnTo>
                <a:lnTo>
                  <a:pt x="1209675" y="3486150"/>
                </a:lnTo>
                <a:close/>
                <a:moveTo>
                  <a:pt x="1276350" y="3476625"/>
                </a:moveTo>
                <a:lnTo>
                  <a:pt x="1285875" y="3476625"/>
                </a:lnTo>
                <a:lnTo>
                  <a:pt x="1285875" y="3486150"/>
                </a:lnTo>
                <a:lnTo>
                  <a:pt x="1276350" y="3486150"/>
                </a:lnTo>
                <a:close/>
                <a:moveTo>
                  <a:pt x="1295400" y="3476625"/>
                </a:moveTo>
                <a:lnTo>
                  <a:pt x="1314450" y="3476625"/>
                </a:lnTo>
                <a:lnTo>
                  <a:pt x="1314450" y="3486150"/>
                </a:lnTo>
                <a:lnTo>
                  <a:pt x="1295400" y="3486150"/>
                </a:lnTo>
                <a:close/>
                <a:moveTo>
                  <a:pt x="1333500" y="3476625"/>
                </a:moveTo>
                <a:lnTo>
                  <a:pt x="1343025" y="3476625"/>
                </a:lnTo>
                <a:lnTo>
                  <a:pt x="1343025" y="3486150"/>
                </a:lnTo>
                <a:lnTo>
                  <a:pt x="1333500" y="3486150"/>
                </a:lnTo>
                <a:close/>
                <a:moveTo>
                  <a:pt x="1533525" y="3476625"/>
                </a:moveTo>
                <a:lnTo>
                  <a:pt x="1543050" y="3476625"/>
                </a:lnTo>
                <a:lnTo>
                  <a:pt x="1543050" y="3486150"/>
                </a:lnTo>
                <a:lnTo>
                  <a:pt x="1533525" y="3486150"/>
                </a:lnTo>
                <a:close/>
                <a:moveTo>
                  <a:pt x="180975" y="3581400"/>
                </a:moveTo>
                <a:lnTo>
                  <a:pt x="190500" y="3581400"/>
                </a:lnTo>
                <a:lnTo>
                  <a:pt x="190500" y="3590925"/>
                </a:lnTo>
                <a:lnTo>
                  <a:pt x="180975" y="3590925"/>
                </a:lnTo>
                <a:close/>
                <a:moveTo>
                  <a:pt x="257175" y="3638550"/>
                </a:moveTo>
                <a:lnTo>
                  <a:pt x="266700" y="3638550"/>
                </a:lnTo>
                <a:lnTo>
                  <a:pt x="266700" y="3648075"/>
                </a:lnTo>
                <a:lnTo>
                  <a:pt x="257175" y="3648075"/>
                </a:lnTo>
                <a:close/>
                <a:moveTo>
                  <a:pt x="1485900" y="3667125"/>
                </a:moveTo>
                <a:lnTo>
                  <a:pt x="1495425" y="3667125"/>
                </a:lnTo>
                <a:lnTo>
                  <a:pt x="1495425" y="3676650"/>
                </a:lnTo>
                <a:lnTo>
                  <a:pt x="1485900" y="3676650"/>
                </a:lnTo>
                <a:close/>
              </a:path>
            </a:pathLst>
          </a:custGeom>
          <a:solidFill xmlns:a="http://schemas.openxmlformats.org/drawingml/2006/main">
            <a:srgbClr val="DCD7CB"/>
          </a:solidFill>
          <a:ln xmlns:a="http://schemas.openxmlformats.org/drawingml/2006/main" w="0">
            <a:noFill/>
          </a:ln>
        </p:spPr>
      </p:sp>
      <p:sp>
        <p:nvSpPr>
          <p:cNvPr id="51" name="profit vector #d4cdc1">
            <a:extLst xmlns:a="http://schemas.openxmlformats.org/drawingml/2006/main">
              <a:ext uri="{FF2B5EF4-FFF2-40B4-BE49-F238E27FC236}">
                <a16:creationId xmlns:a16="http://schemas.microsoft.com/office/drawing/2014/main" id="{D16214E0-D287-42AC-BCD3-FB79371ADC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29825" y="1447800"/>
            <a:ext cx="2200275" cy="4467225"/>
          </a:xfrm>
          <a:custGeom xmlns:a="http://schemas.openxmlformats.org/drawingml/2006/main">
            <a:pathLst>
              <a:path w="1866900" h="3790950">
                <a:moveTo>
                  <a:pt x="352425" y="47625"/>
                </a:moveTo>
                <a:lnTo>
                  <a:pt x="371475" y="47625"/>
                </a:lnTo>
                <a:lnTo>
                  <a:pt x="371475" y="57150"/>
                </a:lnTo>
                <a:lnTo>
                  <a:pt x="352425" y="57150"/>
                </a:lnTo>
                <a:close/>
                <a:moveTo>
                  <a:pt x="1485900" y="47625"/>
                </a:moveTo>
                <a:lnTo>
                  <a:pt x="1504950" y="47625"/>
                </a:lnTo>
                <a:lnTo>
                  <a:pt x="1504950" y="57150"/>
                </a:lnTo>
                <a:lnTo>
                  <a:pt x="1485900" y="57150"/>
                </a:lnTo>
                <a:close/>
                <a:moveTo>
                  <a:pt x="295275" y="57150"/>
                </a:moveTo>
                <a:lnTo>
                  <a:pt x="304800" y="57150"/>
                </a:lnTo>
                <a:lnTo>
                  <a:pt x="304800" y="66675"/>
                </a:lnTo>
                <a:lnTo>
                  <a:pt x="295275" y="66675"/>
                </a:lnTo>
                <a:close/>
                <a:moveTo>
                  <a:pt x="1552575" y="57150"/>
                </a:moveTo>
                <a:lnTo>
                  <a:pt x="1562100" y="57150"/>
                </a:lnTo>
                <a:lnTo>
                  <a:pt x="1562100" y="66675"/>
                </a:lnTo>
                <a:lnTo>
                  <a:pt x="1552575" y="66675"/>
                </a:lnTo>
                <a:close/>
                <a:moveTo>
                  <a:pt x="257175" y="66675"/>
                </a:moveTo>
                <a:lnTo>
                  <a:pt x="266700" y="66675"/>
                </a:lnTo>
                <a:lnTo>
                  <a:pt x="266700" y="76200"/>
                </a:lnTo>
                <a:lnTo>
                  <a:pt x="257175" y="76200"/>
                </a:lnTo>
                <a:close/>
                <a:moveTo>
                  <a:pt x="1590675" y="66675"/>
                </a:moveTo>
                <a:lnTo>
                  <a:pt x="1600200" y="66675"/>
                </a:lnTo>
                <a:lnTo>
                  <a:pt x="1600200" y="76200"/>
                </a:lnTo>
                <a:lnTo>
                  <a:pt x="1590675" y="76200"/>
                </a:lnTo>
                <a:close/>
                <a:moveTo>
                  <a:pt x="1638300" y="85725"/>
                </a:moveTo>
                <a:lnTo>
                  <a:pt x="1647825" y="85725"/>
                </a:lnTo>
                <a:lnTo>
                  <a:pt x="1647825" y="95250"/>
                </a:lnTo>
                <a:lnTo>
                  <a:pt x="1638300" y="95250"/>
                </a:lnTo>
                <a:close/>
                <a:moveTo>
                  <a:pt x="180975" y="104775"/>
                </a:moveTo>
                <a:lnTo>
                  <a:pt x="190500" y="104775"/>
                </a:lnTo>
                <a:lnTo>
                  <a:pt x="190500" y="114300"/>
                </a:lnTo>
                <a:lnTo>
                  <a:pt x="180975" y="114300"/>
                </a:lnTo>
                <a:close/>
                <a:moveTo>
                  <a:pt x="400050" y="123825"/>
                </a:moveTo>
                <a:lnTo>
                  <a:pt x="457200" y="123825"/>
                </a:lnTo>
                <a:lnTo>
                  <a:pt x="457200" y="133350"/>
                </a:lnTo>
                <a:lnTo>
                  <a:pt x="400050" y="133350"/>
                </a:lnTo>
                <a:close/>
                <a:moveTo>
                  <a:pt x="1390650" y="123825"/>
                </a:moveTo>
                <a:lnTo>
                  <a:pt x="1466850" y="123825"/>
                </a:lnTo>
                <a:lnTo>
                  <a:pt x="1466850" y="133350"/>
                </a:lnTo>
                <a:lnTo>
                  <a:pt x="1390650" y="133350"/>
                </a:lnTo>
                <a:close/>
                <a:moveTo>
                  <a:pt x="1695450" y="123825"/>
                </a:moveTo>
                <a:lnTo>
                  <a:pt x="1704975" y="123825"/>
                </a:lnTo>
                <a:lnTo>
                  <a:pt x="1704975" y="133350"/>
                </a:lnTo>
                <a:lnTo>
                  <a:pt x="1695450" y="133350"/>
                </a:lnTo>
                <a:close/>
                <a:moveTo>
                  <a:pt x="1543050" y="133350"/>
                </a:moveTo>
                <a:lnTo>
                  <a:pt x="1552575" y="133350"/>
                </a:lnTo>
                <a:lnTo>
                  <a:pt x="1552575" y="142875"/>
                </a:lnTo>
                <a:lnTo>
                  <a:pt x="1543050" y="142875"/>
                </a:lnTo>
                <a:close/>
                <a:moveTo>
                  <a:pt x="276225" y="142875"/>
                </a:moveTo>
                <a:lnTo>
                  <a:pt x="285750" y="142875"/>
                </a:lnTo>
                <a:lnTo>
                  <a:pt x="285750" y="152400"/>
                </a:lnTo>
                <a:lnTo>
                  <a:pt x="276225" y="152400"/>
                </a:lnTo>
                <a:close/>
                <a:moveTo>
                  <a:pt x="1724025" y="152400"/>
                </a:moveTo>
                <a:lnTo>
                  <a:pt x="1733550" y="152400"/>
                </a:lnTo>
                <a:lnTo>
                  <a:pt x="1733550" y="161925"/>
                </a:lnTo>
                <a:lnTo>
                  <a:pt x="1724025" y="161925"/>
                </a:lnTo>
                <a:close/>
                <a:moveTo>
                  <a:pt x="733425" y="171450"/>
                </a:moveTo>
                <a:lnTo>
                  <a:pt x="742950" y="171450"/>
                </a:lnTo>
                <a:lnTo>
                  <a:pt x="742950" y="180975"/>
                </a:lnTo>
                <a:lnTo>
                  <a:pt x="733425" y="180975"/>
                </a:lnTo>
                <a:close/>
                <a:moveTo>
                  <a:pt x="1114425" y="171450"/>
                </a:moveTo>
                <a:lnTo>
                  <a:pt x="1123950" y="171450"/>
                </a:lnTo>
                <a:lnTo>
                  <a:pt x="1123950" y="180975"/>
                </a:lnTo>
                <a:lnTo>
                  <a:pt x="1114425" y="180975"/>
                </a:lnTo>
                <a:close/>
                <a:moveTo>
                  <a:pt x="1762125" y="209550"/>
                </a:moveTo>
                <a:lnTo>
                  <a:pt x="1771650" y="209550"/>
                </a:lnTo>
                <a:lnTo>
                  <a:pt x="1771650" y="219075"/>
                </a:lnTo>
                <a:lnTo>
                  <a:pt x="1762125" y="219075"/>
                </a:lnTo>
                <a:close/>
                <a:moveTo>
                  <a:pt x="438150" y="228600"/>
                </a:moveTo>
                <a:lnTo>
                  <a:pt x="447675" y="228600"/>
                </a:lnTo>
                <a:lnTo>
                  <a:pt x="447675" y="238125"/>
                </a:lnTo>
                <a:lnTo>
                  <a:pt x="438150" y="238125"/>
                </a:lnTo>
                <a:close/>
                <a:moveTo>
                  <a:pt x="457200" y="228600"/>
                </a:moveTo>
                <a:lnTo>
                  <a:pt x="466725" y="228600"/>
                </a:lnTo>
                <a:lnTo>
                  <a:pt x="466725" y="238125"/>
                </a:lnTo>
                <a:lnTo>
                  <a:pt x="457200" y="238125"/>
                </a:lnTo>
                <a:close/>
                <a:moveTo>
                  <a:pt x="485775" y="228600"/>
                </a:moveTo>
                <a:lnTo>
                  <a:pt x="495300" y="228600"/>
                </a:lnTo>
                <a:lnTo>
                  <a:pt x="495300" y="238125"/>
                </a:lnTo>
                <a:lnTo>
                  <a:pt x="485775" y="238125"/>
                </a:lnTo>
                <a:close/>
                <a:moveTo>
                  <a:pt x="1495425" y="228600"/>
                </a:moveTo>
                <a:lnTo>
                  <a:pt x="1504950" y="228600"/>
                </a:lnTo>
                <a:lnTo>
                  <a:pt x="1504950" y="238125"/>
                </a:lnTo>
                <a:lnTo>
                  <a:pt x="1495425" y="238125"/>
                </a:lnTo>
                <a:close/>
                <a:moveTo>
                  <a:pt x="1685925" y="228600"/>
                </a:moveTo>
                <a:lnTo>
                  <a:pt x="1695450" y="228600"/>
                </a:lnTo>
                <a:lnTo>
                  <a:pt x="1695450" y="238125"/>
                </a:lnTo>
                <a:lnTo>
                  <a:pt x="1685925" y="238125"/>
                </a:lnTo>
                <a:close/>
                <a:moveTo>
                  <a:pt x="1771650" y="228600"/>
                </a:moveTo>
                <a:lnTo>
                  <a:pt x="1781175" y="228600"/>
                </a:lnTo>
                <a:lnTo>
                  <a:pt x="1781175" y="238125"/>
                </a:lnTo>
                <a:lnTo>
                  <a:pt x="1771650" y="238125"/>
                </a:lnTo>
                <a:close/>
                <a:moveTo>
                  <a:pt x="419100" y="238125"/>
                </a:moveTo>
                <a:lnTo>
                  <a:pt x="428625" y="238125"/>
                </a:lnTo>
                <a:lnTo>
                  <a:pt x="428625" y="247650"/>
                </a:lnTo>
                <a:lnTo>
                  <a:pt x="419100" y="247650"/>
                </a:lnTo>
                <a:close/>
                <a:moveTo>
                  <a:pt x="466725" y="238125"/>
                </a:moveTo>
                <a:lnTo>
                  <a:pt x="476250" y="238125"/>
                </a:lnTo>
                <a:lnTo>
                  <a:pt x="476250" y="247650"/>
                </a:lnTo>
                <a:lnTo>
                  <a:pt x="466725" y="247650"/>
                </a:lnTo>
                <a:close/>
                <a:moveTo>
                  <a:pt x="1485900" y="238125"/>
                </a:moveTo>
                <a:lnTo>
                  <a:pt x="1495425" y="238125"/>
                </a:lnTo>
                <a:lnTo>
                  <a:pt x="1495425" y="247650"/>
                </a:lnTo>
                <a:lnTo>
                  <a:pt x="1485900" y="247650"/>
                </a:lnTo>
                <a:close/>
                <a:moveTo>
                  <a:pt x="1390650" y="247650"/>
                </a:moveTo>
                <a:lnTo>
                  <a:pt x="1400175" y="247650"/>
                </a:lnTo>
                <a:lnTo>
                  <a:pt x="1400175" y="257175"/>
                </a:lnTo>
                <a:lnTo>
                  <a:pt x="1390650" y="257175"/>
                </a:lnTo>
                <a:close/>
                <a:moveTo>
                  <a:pt x="1781175" y="247650"/>
                </a:moveTo>
                <a:lnTo>
                  <a:pt x="1790700" y="247650"/>
                </a:lnTo>
                <a:lnTo>
                  <a:pt x="1790700" y="257175"/>
                </a:lnTo>
                <a:lnTo>
                  <a:pt x="1781175" y="257175"/>
                </a:lnTo>
                <a:close/>
                <a:moveTo>
                  <a:pt x="66675" y="257175"/>
                </a:moveTo>
                <a:lnTo>
                  <a:pt x="76200" y="257175"/>
                </a:lnTo>
                <a:lnTo>
                  <a:pt x="76200" y="266700"/>
                </a:lnTo>
                <a:lnTo>
                  <a:pt x="66675" y="266700"/>
                </a:lnTo>
                <a:close/>
                <a:moveTo>
                  <a:pt x="1181100" y="266700"/>
                </a:moveTo>
                <a:lnTo>
                  <a:pt x="1190625" y="266700"/>
                </a:lnTo>
                <a:lnTo>
                  <a:pt x="1190625" y="276225"/>
                </a:lnTo>
                <a:lnTo>
                  <a:pt x="1181100" y="276225"/>
                </a:lnTo>
                <a:close/>
                <a:moveTo>
                  <a:pt x="352425" y="276225"/>
                </a:moveTo>
                <a:lnTo>
                  <a:pt x="381000" y="276225"/>
                </a:lnTo>
                <a:lnTo>
                  <a:pt x="381000" y="285750"/>
                </a:lnTo>
                <a:lnTo>
                  <a:pt x="352425" y="285750"/>
                </a:lnTo>
                <a:close/>
                <a:moveTo>
                  <a:pt x="1419225" y="276225"/>
                </a:moveTo>
                <a:lnTo>
                  <a:pt x="1428750" y="276225"/>
                </a:lnTo>
                <a:lnTo>
                  <a:pt x="1428750" y="285750"/>
                </a:lnTo>
                <a:lnTo>
                  <a:pt x="1419225" y="285750"/>
                </a:lnTo>
                <a:close/>
                <a:moveTo>
                  <a:pt x="1571625" y="276225"/>
                </a:moveTo>
                <a:lnTo>
                  <a:pt x="1581150" y="276225"/>
                </a:lnTo>
                <a:lnTo>
                  <a:pt x="1581150" y="285750"/>
                </a:lnTo>
                <a:lnTo>
                  <a:pt x="1571625" y="285750"/>
                </a:lnTo>
                <a:close/>
                <a:moveTo>
                  <a:pt x="1790700" y="276225"/>
                </a:moveTo>
                <a:lnTo>
                  <a:pt x="1800225" y="276225"/>
                </a:lnTo>
                <a:lnTo>
                  <a:pt x="1800225" y="285750"/>
                </a:lnTo>
                <a:lnTo>
                  <a:pt x="1790700" y="285750"/>
                </a:lnTo>
                <a:close/>
                <a:moveTo>
                  <a:pt x="685800" y="295275"/>
                </a:moveTo>
                <a:lnTo>
                  <a:pt x="695325" y="295275"/>
                </a:lnTo>
                <a:lnTo>
                  <a:pt x="695325" y="304800"/>
                </a:lnTo>
                <a:lnTo>
                  <a:pt x="685800" y="304800"/>
                </a:lnTo>
                <a:close/>
                <a:moveTo>
                  <a:pt x="133350" y="304800"/>
                </a:moveTo>
                <a:lnTo>
                  <a:pt x="142875" y="304800"/>
                </a:lnTo>
                <a:lnTo>
                  <a:pt x="142875" y="314325"/>
                </a:lnTo>
                <a:lnTo>
                  <a:pt x="133350" y="314325"/>
                </a:lnTo>
                <a:close/>
                <a:moveTo>
                  <a:pt x="695325" y="304800"/>
                </a:moveTo>
                <a:lnTo>
                  <a:pt x="704850" y="304800"/>
                </a:lnTo>
                <a:lnTo>
                  <a:pt x="704850" y="314325"/>
                </a:lnTo>
                <a:lnTo>
                  <a:pt x="695325" y="314325"/>
                </a:lnTo>
                <a:close/>
                <a:moveTo>
                  <a:pt x="704850" y="314325"/>
                </a:moveTo>
                <a:lnTo>
                  <a:pt x="714375" y="314325"/>
                </a:lnTo>
                <a:lnTo>
                  <a:pt x="714375" y="323850"/>
                </a:lnTo>
                <a:lnTo>
                  <a:pt x="704850" y="323850"/>
                </a:lnTo>
                <a:close/>
                <a:moveTo>
                  <a:pt x="1800225" y="323850"/>
                </a:moveTo>
                <a:lnTo>
                  <a:pt x="1809750" y="323850"/>
                </a:lnTo>
                <a:lnTo>
                  <a:pt x="1809750" y="333375"/>
                </a:lnTo>
                <a:lnTo>
                  <a:pt x="1800225" y="333375"/>
                </a:lnTo>
                <a:close/>
                <a:moveTo>
                  <a:pt x="47625" y="342900"/>
                </a:moveTo>
                <a:lnTo>
                  <a:pt x="57150" y="342900"/>
                </a:lnTo>
                <a:lnTo>
                  <a:pt x="57150" y="361950"/>
                </a:lnTo>
                <a:lnTo>
                  <a:pt x="47625" y="361950"/>
                </a:lnTo>
                <a:close/>
                <a:moveTo>
                  <a:pt x="123825" y="371475"/>
                </a:moveTo>
                <a:lnTo>
                  <a:pt x="133350" y="371475"/>
                </a:lnTo>
                <a:lnTo>
                  <a:pt x="133350" y="381000"/>
                </a:lnTo>
                <a:lnTo>
                  <a:pt x="123825" y="381000"/>
                </a:lnTo>
                <a:close/>
                <a:moveTo>
                  <a:pt x="276225" y="428625"/>
                </a:moveTo>
                <a:lnTo>
                  <a:pt x="285750" y="428625"/>
                </a:lnTo>
                <a:lnTo>
                  <a:pt x="285750" y="438150"/>
                </a:lnTo>
                <a:lnTo>
                  <a:pt x="276225" y="438150"/>
                </a:lnTo>
                <a:close/>
                <a:moveTo>
                  <a:pt x="1019175" y="428625"/>
                </a:moveTo>
                <a:lnTo>
                  <a:pt x="1028700" y="428625"/>
                </a:lnTo>
                <a:lnTo>
                  <a:pt x="1028700" y="438150"/>
                </a:lnTo>
                <a:lnTo>
                  <a:pt x="1019175" y="438150"/>
                </a:lnTo>
                <a:close/>
                <a:moveTo>
                  <a:pt x="1809750" y="428625"/>
                </a:moveTo>
                <a:lnTo>
                  <a:pt x="1819275" y="428625"/>
                </a:lnTo>
                <a:lnTo>
                  <a:pt x="1819275" y="771525"/>
                </a:lnTo>
                <a:lnTo>
                  <a:pt x="1828800" y="771525"/>
                </a:lnTo>
                <a:lnTo>
                  <a:pt x="1828800" y="781050"/>
                </a:lnTo>
                <a:lnTo>
                  <a:pt x="1866900" y="781050"/>
                </a:lnTo>
                <a:lnTo>
                  <a:pt x="1866900" y="800100"/>
                </a:lnTo>
                <a:lnTo>
                  <a:pt x="1828800" y="800100"/>
                </a:lnTo>
                <a:lnTo>
                  <a:pt x="1828800" y="809625"/>
                </a:lnTo>
                <a:lnTo>
                  <a:pt x="1819275" y="809625"/>
                </a:lnTo>
                <a:lnTo>
                  <a:pt x="1819275" y="1114425"/>
                </a:lnTo>
                <a:lnTo>
                  <a:pt x="1809750" y="1114425"/>
                </a:lnTo>
                <a:lnTo>
                  <a:pt x="1809750" y="800100"/>
                </a:lnTo>
                <a:lnTo>
                  <a:pt x="1819275" y="800100"/>
                </a:lnTo>
                <a:lnTo>
                  <a:pt x="1819275" y="781050"/>
                </a:lnTo>
                <a:lnTo>
                  <a:pt x="1809750" y="781050"/>
                </a:lnTo>
                <a:close/>
                <a:moveTo>
                  <a:pt x="285750" y="438150"/>
                </a:moveTo>
                <a:lnTo>
                  <a:pt x="295275" y="438150"/>
                </a:lnTo>
                <a:lnTo>
                  <a:pt x="295275" y="447675"/>
                </a:lnTo>
                <a:lnTo>
                  <a:pt x="285750" y="447675"/>
                </a:lnTo>
                <a:close/>
                <a:moveTo>
                  <a:pt x="942975" y="438150"/>
                </a:moveTo>
                <a:lnTo>
                  <a:pt x="962025" y="438150"/>
                </a:lnTo>
                <a:lnTo>
                  <a:pt x="962025" y="447675"/>
                </a:lnTo>
                <a:lnTo>
                  <a:pt x="942975" y="447675"/>
                </a:lnTo>
                <a:close/>
                <a:moveTo>
                  <a:pt x="1000125" y="438150"/>
                </a:moveTo>
                <a:lnTo>
                  <a:pt x="1019175" y="438150"/>
                </a:lnTo>
                <a:lnTo>
                  <a:pt x="1019175" y="466725"/>
                </a:lnTo>
                <a:lnTo>
                  <a:pt x="1009650" y="466725"/>
                </a:lnTo>
                <a:lnTo>
                  <a:pt x="1009650" y="457200"/>
                </a:lnTo>
                <a:lnTo>
                  <a:pt x="1000125" y="457200"/>
                </a:lnTo>
                <a:close/>
                <a:moveTo>
                  <a:pt x="1028700" y="438150"/>
                </a:moveTo>
                <a:lnTo>
                  <a:pt x="1038225" y="438150"/>
                </a:lnTo>
                <a:lnTo>
                  <a:pt x="1038225" y="447675"/>
                </a:lnTo>
                <a:lnTo>
                  <a:pt x="1047750" y="447675"/>
                </a:lnTo>
                <a:lnTo>
                  <a:pt x="1047750" y="457200"/>
                </a:lnTo>
                <a:lnTo>
                  <a:pt x="1057275" y="457200"/>
                </a:lnTo>
                <a:lnTo>
                  <a:pt x="1057275" y="466725"/>
                </a:lnTo>
                <a:lnTo>
                  <a:pt x="1047750" y="466725"/>
                </a:lnTo>
                <a:lnTo>
                  <a:pt x="1047750" y="476250"/>
                </a:lnTo>
                <a:lnTo>
                  <a:pt x="1028700" y="476250"/>
                </a:lnTo>
                <a:close/>
                <a:moveTo>
                  <a:pt x="1076325" y="438150"/>
                </a:moveTo>
                <a:lnTo>
                  <a:pt x="1085850" y="438150"/>
                </a:lnTo>
                <a:lnTo>
                  <a:pt x="1085850" y="447675"/>
                </a:lnTo>
                <a:lnTo>
                  <a:pt x="1076325" y="447675"/>
                </a:lnTo>
                <a:close/>
                <a:moveTo>
                  <a:pt x="276225" y="447675"/>
                </a:moveTo>
                <a:lnTo>
                  <a:pt x="285750" y="447675"/>
                </a:lnTo>
                <a:lnTo>
                  <a:pt x="285750" y="457200"/>
                </a:lnTo>
                <a:lnTo>
                  <a:pt x="276225" y="457200"/>
                </a:lnTo>
                <a:close/>
                <a:moveTo>
                  <a:pt x="1085850" y="447675"/>
                </a:moveTo>
                <a:lnTo>
                  <a:pt x="1095375" y="447675"/>
                </a:lnTo>
                <a:lnTo>
                  <a:pt x="1095375" y="457200"/>
                </a:lnTo>
                <a:lnTo>
                  <a:pt x="1114425" y="457200"/>
                </a:lnTo>
                <a:lnTo>
                  <a:pt x="1114425" y="466725"/>
                </a:lnTo>
                <a:lnTo>
                  <a:pt x="1085850" y="466725"/>
                </a:lnTo>
                <a:close/>
                <a:moveTo>
                  <a:pt x="266700" y="457200"/>
                </a:moveTo>
                <a:lnTo>
                  <a:pt x="276225" y="457200"/>
                </a:lnTo>
                <a:lnTo>
                  <a:pt x="276225" y="476250"/>
                </a:lnTo>
                <a:lnTo>
                  <a:pt x="266700" y="476250"/>
                </a:lnTo>
                <a:close/>
                <a:moveTo>
                  <a:pt x="790575" y="457200"/>
                </a:moveTo>
                <a:lnTo>
                  <a:pt x="800100" y="457200"/>
                </a:lnTo>
                <a:lnTo>
                  <a:pt x="800100" y="466725"/>
                </a:lnTo>
                <a:lnTo>
                  <a:pt x="790575" y="466725"/>
                </a:lnTo>
                <a:close/>
                <a:moveTo>
                  <a:pt x="904875" y="457200"/>
                </a:moveTo>
                <a:lnTo>
                  <a:pt x="923925" y="457200"/>
                </a:lnTo>
                <a:lnTo>
                  <a:pt x="923925" y="466725"/>
                </a:lnTo>
                <a:lnTo>
                  <a:pt x="942975" y="466725"/>
                </a:lnTo>
                <a:lnTo>
                  <a:pt x="942975" y="476250"/>
                </a:lnTo>
                <a:lnTo>
                  <a:pt x="914400" y="476250"/>
                </a:lnTo>
                <a:lnTo>
                  <a:pt x="914400" y="466725"/>
                </a:lnTo>
                <a:lnTo>
                  <a:pt x="904875" y="466725"/>
                </a:lnTo>
                <a:close/>
                <a:moveTo>
                  <a:pt x="990600" y="457200"/>
                </a:moveTo>
                <a:lnTo>
                  <a:pt x="1000125" y="457200"/>
                </a:lnTo>
                <a:lnTo>
                  <a:pt x="1000125" y="466725"/>
                </a:lnTo>
                <a:lnTo>
                  <a:pt x="990600" y="466725"/>
                </a:lnTo>
                <a:close/>
                <a:moveTo>
                  <a:pt x="1143000" y="457200"/>
                </a:moveTo>
                <a:lnTo>
                  <a:pt x="1152525" y="457200"/>
                </a:lnTo>
                <a:lnTo>
                  <a:pt x="1152525" y="466725"/>
                </a:lnTo>
                <a:lnTo>
                  <a:pt x="1143000" y="466725"/>
                </a:lnTo>
                <a:close/>
                <a:moveTo>
                  <a:pt x="714375" y="466725"/>
                </a:moveTo>
                <a:lnTo>
                  <a:pt x="723900" y="466725"/>
                </a:lnTo>
                <a:lnTo>
                  <a:pt x="723900" y="476250"/>
                </a:lnTo>
                <a:lnTo>
                  <a:pt x="714375" y="476250"/>
                </a:lnTo>
                <a:close/>
                <a:moveTo>
                  <a:pt x="752475" y="466725"/>
                </a:moveTo>
                <a:lnTo>
                  <a:pt x="762000" y="466725"/>
                </a:lnTo>
                <a:lnTo>
                  <a:pt x="762000" y="476250"/>
                </a:lnTo>
                <a:lnTo>
                  <a:pt x="752475" y="476250"/>
                </a:lnTo>
                <a:close/>
                <a:moveTo>
                  <a:pt x="809625" y="466725"/>
                </a:moveTo>
                <a:lnTo>
                  <a:pt x="819150" y="466725"/>
                </a:lnTo>
                <a:lnTo>
                  <a:pt x="819150" y="476250"/>
                </a:lnTo>
                <a:lnTo>
                  <a:pt x="809625" y="476250"/>
                </a:lnTo>
                <a:close/>
                <a:moveTo>
                  <a:pt x="828675" y="466725"/>
                </a:moveTo>
                <a:lnTo>
                  <a:pt x="838200" y="466725"/>
                </a:lnTo>
                <a:lnTo>
                  <a:pt x="838200" y="476250"/>
                </a:lnTo>
                <a:lnTo>
                  <a:pt x="828675" y="476250"/>
                </a:lnTo>
                <a:close/>
                <a:moveTo>
                  <a:pt x="847725" y="466725"/>
                </a:moveTo>
                <a:lnTo>
                  <a:pt x="857250" y="466725"/>
                </a:lnTo>
                <a:lnTo>
                  <a:pt x="857250" y="476250"/>
                </a:lnTo>
                <a:lnTo>
                  <a:pt x="847725" y="476250"/>
                </a:lnTo>
                <a:close/>
                <a:moveTo>
                  <a:pt x="790575" y="485775"/>
                </a:moveTo>
                <a:lnTo>
                  <a:pt x="819150" y="485775"/>
                </a:lnTo>
                <a:lnTo>
                  <a:pt x="819150" y="495300"/>
                </a:lnTo>
                <a:lnTo>
                  <a:pt x="790575" y="495300"/>
                </a:lnTo>
                <a:close/>
                <a:moveTo>
                  <a:pt x="1000125" y="485775"/>
                </a:moveTo>
                <a:lnTo>
                  <a:pt x="1009650" y="485775"/>
                </a:lnTo>
                <a:lnTo>
                  <a:pt x="1009650" y="495300"/>
                </a:lnTo>
                <a:lnTo>
                  <a:pt x="1000125" y="495300"/>
                </a:lnTo>
                <a:close/>
                <a:moveTo>
                  <a:pt x="771525" y="495300"/>
                </a:moveTo>
                <a:lnTo>
                  <a:pt x="790575" y="495300"/>
                </a:lnTo>
                <a:lnTo>
                  <a:pt x="790575" y="504825"/>
                </a:lnTo>
                <a:lnTo>
                  <a:pt x="771525" y="504825"/>
                </a:lnTo>
                <a:close/>
                <a:moveTo>
                  <a:pt x="828675" y="495300"/>
                </a:moveTo>
                <a:lnTo>
                  <a:pt x="847725" y="495300"/>
                </a:lnTo>
                <a:lnTo>
                  <a:pt x="847725" y="504825"/>
                </a:lnTo>
                <a:lnTo>
                  <a:pt x="828675" y="504825"/>
                </a:lnTo>
                <a:close/>
                <a:moveTo>
                  <a:pt x="914400" y="495300"/>
                </a:moveTo>
                <a:lnTo>
                  <a:pt x="942975" y="495300"/>
                </a:lnTo>
                <a:lnTo>
                  <a:pt x="942975" y="504825"/>
                </a:lnTo>
                <a:lnTo>
                  <a:pt x="914400" y="504825"/>
                </a:lnTo>
                <a:close/>
                <a:moveTo>
                  <a:pt x="1123950" y="495300"/>
                </a:moveTo>
                <a:lnTo>
                  <a:pt x="1133475" y="495300"/>
                </a:lnTo>
                <a:lnTo>
                  <a:pt x="1133475" y="504825"/>
                </a:lnTo>
                <a:lnTo>
                  <a:pt x="1123950" y="504825"/>
                </a:lnTo>
                <a:close/>
                <a:moveTo>
                  <a:pt x="28575" y="714375"/>
                </a:moveTo>
                <a:lnTo>
                  <a:pt x="38100" y="714375"/>
                </a:lnTo>
                <a:lnTo>
                  <a:pt x="38100" y="723900"/>
                </a:lnTo>
                <a:lnTo>
                  <a:pt x="28575" y="723900"/>
                </a:lnTo>
                <a:close/>
                <a:moveTo>
                  <a:pt x="428625" y="733425"/>
                </a:moveTo>
                <a:lnTo>
                  <a:pt x="438150" y="733425"/>
                </a:lnTo>
                <a:lnTo>
                  <a:pt x="438150" y="742950"/>
                </a:lnTo>
                <a:lnTo>
                  <a:pt x="428625" y="742950"/>
                </a:lnTo>
                <a:close/>
                <a:moveTo>
                  <a:pt x="600075" y="742950"/>
                </a:moveTo>
                <a:lnTo>
                  <a:pt x="609600" y="742950"/>
                </a:lnTo>
                <a:lnTo>
                  <a:pt x="609600" y="762000"/>
                </a:lnTo>
                <a:lnTo>
                  <a:pt x="600075" y="762000"/>
                </a:lnTo>
                <a:close/>
                <a:moveTo>
                  <a:pt x="828675" y="742950"/>
                </a:moveTo>
                <a:lnTo>
                  <a:pt x="838200" y="742950"/>
                </a:lnTo>
                <a:lnTo>
                  <a:pt x="838200" y="752475"/>
                </a:lnTo>
                <a:lnTo>
                  <a:pt x="828675" y="752475"/>
                </a:lnTo>
                <a:close/>
                <a:moveTo>
                  <a:pt x="285750" y="752475"/>
                </a:moveTo>
                <a:lnTo>
                  <a:pt x="295275" y="752475"/>
                </a:lnTo>
                <a:lnTo>
                  <a:pt x="295275" y="762000"/>
                </a:lnTo>
                <a:lnTo>
                  <a:pt x="285750" y="762000"/>
                </a:lnTo>
                <a:close/>
                <a:moveTo>
                  <a:pt x="390525" y="752475"/>
                </a:moveTo>
                <a:lnTo>
                  <a:pt x="400050" y="752475"/>
                </a:lnTo>
                <a:lnTo>
                  <a:pt x="400050" y="781050"/>
                </a:lnTo>
                <a:lnTo>
                  <a:pt x="381000" y="781050"/>
                </a:lnTo>
                <a:lnTo>
                  <a:pt x="381000" y="762000"/>
                </a:lnTo>
                <a:lnTo>
                  <a:pt x="390525" y="762000"/>
                </a:lnTo>
                <a:close/>
                <a:moveTo>
                  <a:pt x="428625" y="752475"/>
                </a:moveTo>
                <a:lnTo>
                  <a:pt x="457200" y="752475"/>
                </a:lnTo>
                <a:lnTo>
                  <a:pt x="457200" y="762000"/>
                </a:lnTo>
                <a:lnTo>
                  <a:pt x="428625" y="762000"/>
                </a:lnTo>
                <a:close/>
                <a:moveTo>
                  <a:pt x="790575" y="752475"/>
                </a:moveTo>
                <a:lnTo>
                  <a:pt x="800100" y="752475"/>
                </a:lnTo>
                <a:lnTo>
                  <a:pt x="800100" y="762000"/>
                </a:lnTo>
                <a:lnTo>
                  <a:pt x="790575" y="762000"/>
                </a:lnTo>
                <a:close/>
                <a:moveTo>
                  <a:pt x="419100" y="762000"/>
                </a:moveTo>
                <a:lnTo>
                  <a:pt x="428625" y="762000"/>
                </a:lnTo>
                <a:lnTo>
                  <a:pt x="428625" y="771525"/>
                </a:lnTo>
                <a:lnTo>
                  <a:pt x="419100" y="771525"/>
                </a:lnTo>
                <a:close/>
                <a:moveTo>
                  <a:pt x="657225" y="762000"/>
                </a:moveTo>
                <a:lnTo>
                  <a:pt x="666750" y="762000"/>
                </a:lnTo>
                <a:lnTo>
                  <a:pt x="666750" y="771525"/>
                </a:lnTo>
                <a:lnTo>
                  <a:pt x="657225" y="771525"/>
                </a:lnTo>
                <a:close/>
                <a:moveTo>
                  <a:pt x="781050" y="762000"/>
                </a:moveTo>
                <a:lnTo>
                  <a:pt x="790575" y="762000"/>
                </a:lnTo>
                <a:lnTo>
                  <a:pt x="790575" y="771525"/>
                </a:lnTo>
                <a:lnTo>
                  <a:pt x="781050" y="771525"/>
                </a:lnTo>
                <a:close/>
                <a:moveTo>
                  <a:pt x="19050" y="771525"/>
                </a:moveTo>
                <a:lnTo>
                  <a:pt x="28575" y="771525"/>
                </a:lnTo>
                <a:lnTo>
                  <a:pt x="28575" y="809625"/>
                </a:lnTo>
                <a:lnTo>
                  <a:pt x="19050" y="809625"/>
                </a:lnTo>
                <a:lnTo>
                  <a:pt x="19050" y="800100"/>
                </a:lnTo>
                <a:lnTo>
                  <a:pt x="0" y="800100"/>
                </a:lnTo>
                <a:lnTo>
                  <a:pt x="0" y="781050"/>
                </a:lnTo>
                <a:lnTo>
                  <a:pt x="19050" y="781050"/>
                </a:lnTo>
                <a:close/>
                <a:moveTo>
                  <a:pt x="304800" y="771525"/>
                </a:moveTo>
                <a:lnTo>
                  <a:pt x="314325" y="771525"/>
                </a:lnTo>
                <a:lnTo>
                  <a:pt x="314325" y="790575"/>
                </a:lnTo>
                <a:lnTo>
                  <a:pt x="333375" y="790575"/>
                </a:lnTo>
                <a:lnTo>
                  <a:pt x="333375" y="800100"/>
                </a:lnTo>
                <a:lnTo>
                  <a:pt x="304800" y="800100"/>
                </a:lnTo>
                <a:close/>
                <a:moveTo>
                  <a:pt x="409575" y="771525"/>
                </a:moveTo>
                <a:lnTo>
                  <a:pt x="419100" y="771525"/>
                </a:lnTo>
                <a:lnTo>
                  <a:pt x="419100" y="790575"/>
                </a:lnTo>
                <a:lnTo>
                  <a:pt x="409575" y="790575"/>
                </a:lnTo>
                <a:close/>
                <a:moveTo>
                  <a:pt x="762000" y="771525"/>
                </a:moveTo>
                <a:lnTo>
                  <a:pt x="781050" y="771525"/>
                </a:lnTo>
                <a:lnTo>
                  <a:pt x="781050" y="781050"/>
                </a:lnTo>
                <a:lnTo>
                  <a:pt x="762000" y="781050"/>
                </a:lnTo>
                <a:close/>
                <a:moveTo>
                  <a:pt x="819150" y="771525"/>
                </a:moveTo>
                <a:lnTo>
                  <a:pt x="828675" y="771525"/>
                </a:lnTo>
                <a:lnTo>
                  <a:pt x="828675" y="781050"/>
                </a:lnTo>
                <a:lnTo>
                  <a:pt x="819150" y="781050"/>
                </a:lnTo>
                <a:close/>
                <a:moveTo>
                  <a:pt x="266700" y="781050"/>
                </a:moveTo>
                <a:lnTo>
                  <a:pt x="276225" y="781050"/>
                </a:lnTo>
                <a:lnTo>
                  <a:pt x="276225" y="800100"/>
                </a:lnTo>
                <a:lnTo>
                  <a:pt x="266700" y="800100"/>
                </a:lnTo>
                <a:close/>
                <a:moveTo>
                  <a:pt x="238125" y="790575"/>
                </a:moveTo>
                <a:lnTo>
                  <a:pt x="247650" y="790575"/>
                </a:lnTo>
                <a:lnTo>
                  <a:pt x="247650" y="800100"/>
                </a:lnTo>
                <a:lnTo>
                  <a:pt x="238125" y="800100"/>
                </a:lnTo>
                <a:close/>
                <a:moveTo>
                  <a:pt x="542925" y="790575"/>
                </a:moveTo>
                <a:lnTo>
                  <a:pt x="552450" y="790575"/>
                </a:lnTo>
                <a:lnTo>
                  <a:pt x="552450" y="800100"/>
                </a:lnTo>
                <a:lnTo>
                  <a:pt x="542925" y="800100"/>
                </a:lnTo>
                <a:close/>
                <a:moveTo>
                  <a:pt x="638175" y="790575"/>
                </a:moveTo>
                <a:lnTo>
                  <a:pt x="647700" y="790575"/>
                </a:lnTo>
                <a:lnTo>
                  <a:pt x="647700" y="800100"/>
                </a:lnTo>
                <a:lnTo>
                  <a:pt x="638175" y="800100"/>
                </a:lnTo>
                <a:close/>
                <a:moveTo>
                  <a:pt x="247650" y="800100"/>
                </a:moveTo>
                <a:lnTo>
                  <a:pt x="257175" y="800100"/>
                </a:lnTo>
                <a:lnTo>
                  <a:pt x="257175" y="809625"/>
                </a:lnTo>
                <a:lnTo>
                  <a:pt x="266700" y="809625"/>
                </a:lnTo>
                <a:lnTo>
                  <a:pt x="266700" y="819150"/>
                </a:lnTo>
                <a:lnTo>
                  <a:pt x="257175" y="819150"/>
                </a:lnTo>
                <a:lnTo>
                  <a:pt x="257175" y="828675"/>
                </a:lnTo>
                <a:lnTo>
                  <a:pt x="247650" y="828675"/>
                </a:lnTo>
                <a:close/>
                <a:moveTo>
                  <a:pt x="276225" y="800100"/>
                </a:moveTo>
                <a:lnTo>
                  <a:pt x="285750" y="800100"/>
                </a:lnTo>
                <a:lnTo>
                  <a:pt x="285750" y="809625"/>
                </a:lnTo>
                <a:lnTo>
                  <a:pt x="276225" y="809625"/>
                </a:lnTo>
                <a:close/>
                <a:moveTo>
                  <a:pt x="295275" y="800100"/>
                </a:moveTo>
                <a:lnTo>
                  <a:pt x="304800" y="800100"/>
                </a:lnTo>
                <a:lnTo>
                  <a:pt x="304800" y="809625"/>
                </a:lnTo>
                <a:lnTo>
                  <a:pt x="295275" y="809625"/>
                </a:lnTo>
                <a:close/>
                <a:moveTo>
                  <a:pt x="428625" y="800100"/>
                </a:moveTo>
                <a:lnTo>
                  <a:pt x="447675" y="800100"/>
                </a:lnTo>
                <a:lnTo>
                  <a:pt x="447675" y="809625"/>
                </a:lnTo>
                <a:lnTo>
                  <a:pt x="428625" y="809625"/>
                </a:lnTo>
                <a:close/>
                <a:moveTo>
                  <a:pt x="533400" y="800100"/>
                </a:moveTo>
                <a:lnTo>
                  <a:pt x="542925" y="800100"/>
                </a:lnTo>
                <a:lnTo>
                  <a:pt x="542925" y="809625"/>
                </a:lnTo>
                <a:lnTo>
                  <a:pt x="533400" y="809625"/>
                </a:lnTo>
                <a:close/>
                <a:moveTo>
                  <a:pt x="685800" y="800100"/>
                </a:moveTo>
                <a:lnTo>
                  <a:pt x="714375" y="800100"/>
                </a:lnTo>
                <a:lnTo>
                  <a:pt x="714375" y="809625"/>
                </a:lnTo>
                <a:lnTo>
                  <a:pt x="685800" y="809625"/>
                </a:lnTo>
                <a:close/>
                <a:moveTo>
                  <a:pt x="752475" y="800100"/>
                </a:moveTo>
                <a:lnTo>
                  <a:pt x="809625" y="800100"/>
                </a:lnTo>
                <a:lnTo>
                  <a:pt x="809625" y="809625"/>
                </a:lnTo>
                <a:lnTo>
                  <a:pt x="752475" y="809625"/>
                </a:lnTo>
                <a:close/>
                <a:moveTo>
                  <a:pt x="190500" y="809625"/>
                </a:moveTo>
                <a:lnTo>
                  <a:pt x="209550" y="809625"/>
                </a:lnTo>
                <a:lnTo>
                  <a:pt x="209550" y="819150"/>
                </a:lnTo>
                <a:lnTo>
                  <a:pt x="190500" y="819150"/>
                </a:lnTo>
                <a:close/>
                <a:moveTo>
                  <a:pt x="28575" y="838200"/>
                </a:moveTo>
                <a:lnTo>
                  <a:pt x="38100" y="838200"/>
                </a:lnTo>
                <a:lnTo>
                  <a:pt x="38100" y="847725"/>
                </a:lnTo>
                <a:lnTo>
                  <a:pt x="28575" y="847725"/>
                </a:lnTo>
                <a:close/>
                <a:moveTo>
                  <a:pt x="38100" y="847725"/>
                </a:moveTo>
                <a:lnTo>
                  <a:pt x="47625" y="847725"/>
                </a:lnTo>
                <a:lnTo>
                  <a:pt x="47625" y="914400"/>
                </a:lnTo>
                <a:lnTo>
                  <a:pt x="38100" y="914400"/>
                </a:lnTo>
                <a:close/>
                <a:moveTo>
                  <a:pt x="295275" y="866775"/>
                </a:moveTo>
                <a:lnTo>
                  <a:pt x="400050" y="866775"/>
                </a:lnTo>
                <a:lnTo>
                  <a:pt x="400050" y="885825"/>
                </a:lnTo>
                <a:lnTo>
                  <a:pt x="295275" y="885825"/>
                </a:lnTo>
                <a:close/>
                <a:moveTo>
                  <a:pt x="571500" y="866775"/>
                </a:moveTo>
                <a:lnTo>
                  <a:pt x="676275" y="866775"/>
                </a:lnTo>
                <a:lnTo>
                  <a:pt x="676275" y="885825"/>
                </a:lnTo>
                <a:lnTo>
                  <a:pt x="571500" y="885825"/>
                </a:lnTo>
                <a:close/>
                <a:moveTo>
                  <a:pt x="38100" y="942975"/>
                </a:moveTo>
                <a:lnTo>
                  <a:pt x="47625" y="942975"/>
                </a:lnTo>
                <a:lnTo>
                  <a:pt x="47625" y="952500"/>
                </a:lnTo>
                <a:lnTo>
                  <a:pt x="38100" y="952500"/>
                </a:lnTo>
                <a:close/>
                <a:moveTo>
                  <a:pt x="171450" y="942975"/>
                </a:moveTo>
                <a:lnTo>
                  <a:pt x="200025" y="942975"/>
                </a:lnTo>
                <a:lnTo>
                  <a:pt x="200025" y="952500"/>
                </a:lnTo>
                <a:lnTo>
                  <a:pt x="180975" y="952500"/>
                </a:lnTo>
                <a:lnTo>
                  <a:pt x="180975" y="962025"/>
                </a:lnTo>
                <a:lnTo>
                  <a:pt x="171450" y="962025"/>
                </a:lnTo>
                <a:close/>
                <a:moveTo>
                  <a:pt x="228600" y="942975"/>
                </a:moveTo>
                <a:lnTo>
                  <a:pt x="238125" y="942975"/>
                </a:lnTo>
                <a:lnTo>
                  <a:pt x="238125" y="952500"/>
                </a:lnTo>
                <a:lnTo>
                  <a:pt x="228600" y="952500"/>
                </a:lnTo>
                <a:close/>
                <a:moveTo>
                  <a:pt x="314325" y="942975"/>
                </a:moveTo>
                <a:lnTo>
                  <a:pt x="323850" y="942975"/>
                </a:lnTo>
                <a:lnTo>
                  <a:pt x="323850" y="952500"/>
                </a:lnTo>
                <a:lnTo>
                  <a:pt x="314325" y="952500"/>
                </a:lnTo>
                <a:close/>
                <a:moveTo>
                  <a:pt x="400050" y="942975"/>
                </a:moveTo>
                <a:lnTo>
                  <a:pt x="428625" y="942975"/>
                </a:lnTo>
                <a:lnTo>
                  <a:pt x="428625" y="952500"/>
                </a:lnTo>
                <a:lnTo>
                  <a:pt x="400050" y="952500"/>
                </a:lnTo>
                <a:close/>
                <a:moveTo>
                  <a:pt x="504825" y="942975"/>
                </a:moveTo>
                <a:lnTo>
                  <a:pt x="533400" y="942975"/>
                </a:lnTo>
                <a:lnTo>
                  <a:pt x="533400" y="952500"/>
                </a:lnTo>
                <a:lnTo>
                  <a:pt x="504825" y="952500"/>
                </a:lnTo>
                <a:close/>
                <a:moveTo>
                  <a:pt x="542925" y="942975"/>
                </a:moveTo>
                <a:lnTo>
                  <a:pt x="581025" y="942975"/>
                </a:lnTo>
                <a:lnTo>
                  <a:pt x="581025" y="952500"/>
                </a:lnTo>
                <a:lnTo>
                  <a:pt x="542925" y="952500"/>
                </a:lnTo>
                <a:close/>
                <a:moveTo>
                  <a:pt x="638175" y="942975"/>
                </a:moveTo>
                <a:lnTo>
                  <a:pt x="695325" y="942975"/>
                </a:lnTo>
                <a:lnTo>
                  <a:pt x="695325" y="952500"/>
                </a:lnTo>
                <a:lnTo>
                  <a:pt x="638175" y="952500"/>
                </a:lnTo>
                <a:close/>
                <a:moveTo>
                  <a:pt x="771525" y="942975"/>
                </a:moveTo>
                <a:lnTo>
                  <a:pt x="781050" y="942975"/>
                </a:lnTo>
                <a:lnTo>
                  <a:pt x="781050" y="952500"/>
                </a:lnTo>
                <a:lnTo>
                  <a:pt x="771525" y="952500"/>
                </a:lnTo>
                <a:close/>
                <a:moveTo>
                  <a:pt x="828675" y="942975"/>
                </a:moveTo>
                <a:lnTo>
                  <a:pt x="866775" y="942975"/>
                </a:lnTo>
                <a:lnTo>
                  <a:pt x="866775" y="952500"/>
                </a:lnTo>
                <a:lnTo>
                  <a:pt x="876300" y="952500"/>
                </a:lnTo>
                <a:lnTo>
                  <a:pt x="876300" y="942975"/>
                </a:lnTo>
                <a:lnTo>
                  <a:pt x="904875" y="942975"/>
                </a:lnTo>
                <a:lnTo>
                  <a:pt x="904875" y="952500"/>
                </a:lnTo>
                <a:lnTo>
                  <a:pt x="895350" y="952500"/>
                </a:lnTo>
                <a:lnTo>
                  <a:pt x="895350" y="962025"/>
                </a:lnTo>
                <a:lnTo>
                  <a:pt x="885825" y="962025"/>
                </a:lnTo>
                <a:lnTo>
                  <a:pt x="885825" y="971550"/>
                </a:lnTo>
                <a:lnTo>
                  <a:pt x="876300" y="971550"/>
                </a:lnTo>
                <a:lnTo>
                  <a:pt x="876300" y="962025"/>
                </a:lnTo>
                <a:lnTo>
                  <a:pt x="866775" y="962025"/>
                </a:lnTo>
                <a:lnTo>
                  <a:pt x="866775" y="971550"/>
                </a:lnTo>
                <a:lnTo>
                  <a:pt x="857250" y="971550"/>
                </a:lnTo>
                <a:lnTo>
                  <a:pt x="857250" y="962025"/>
                </a:lnTo>
                <a:lnTo>
                  <a:pt x="847725" y="962025"/>
                </a:lnTo>
                <a:lnTo>
                  <a:pt x="847725" y="971550"/>
                </a:lnTo>
                <a:lnTo>
                  <a:pt x="838200" y="971550"/>
                </a:lnTo>
                <a:lnTo>
                  <a:pt x="838200" y="952500"/>
                </a:lnTo>
                <a:lnTo>
                  <a:pt x="828675" y="952500"/>
                </a:lnTo>
                <a:close/>
                <a:moveTo>
                  <a:pt x="923925" y="942975"/>
                </a:moveTo>
                <a:lnTo>
                  <a:pt x="952500" y="942975"/>
                </a:lnTo>
                <a:lnTo>
                  <a:pt x="952500" y="952500"/>
                </a:lnTo>
                <a:lnTo>
                  <a:pt x="923925" y="952500"/>
                </a:lnTo>
                <a:close/>
                <a:moveTo>
                  <a:pt x="962025" y="942975"/>
                </a:moveTo>
                <a:lnTo>
                  <a:pt x="1019175" y="942975"/>
                </a:lnTo>
                <a:lnTo>
                  <a:pt x="1019175" y="952500"/>
                </a:lnTo>
                <a:lnTo>
                  <a:pt x="1000125" y="952500"/>
                </a:lnTo>
                <a:lnTo>
                  <a:pt x="1000125" y="962025"/>
                </a:lnTo>
                <a:lnTo>
                  <a:pt x="990600" y="962025"/>
                </a:lnTo>
                <a:lnTo>
                  <a:pt x="990600" y="952500"/>
                </a:lnTo>
                <a:lnTo>
                  <a:pt x="962025" y="952500"/>
                </a:lnTo>
                <a:close/>
                <a:moveTo>
                  <a:pt x="1066800" y="942975"/>
                </a:moveTo>
                <a:lnTo>
                  <a:pt x="1114425" y="942975"/>
                </a:lnTo>
                <a:lnTo>
                  <a:pt x="1114425" y="952500"/>
                </a:lnTo>
                <a:lnTo>
                  <a:pt x="1066800" y="952500"/>
                </a:lnTo>
                <a:close/>
                <a:moveTo>
                  <a:pt x="1133475" y="942975"/>
                </a:moveTo>
                <a:lnTo>
                  <a:pt x="1209675" y="942975"/>
                </a:lnTo>
                <a:lnTo>
                  <a:pt x="1209675" y="952500"/>
                </a:lnTo>
                <a:lnTo>
                  <a:pt x="1133475" y="952500"/>
                </a:lnTo>
                <a:close/>
                <a:moveTo>
                  <a:pt x="1238250" y="942975"/>
                </a:moveTo>
                <a:lnTo>
                  <a:pt x="1247775" y="942975"/>
                </a:lnTo>
                <a:lnTo>
                  <a:pt x="1247775" y="952500"/>
                </a:lnTo>
                <a:lnTo>
                  <a:pt x="1238250" y="952500"/>
                </a:lnTo>
                <a:close/>
                <a:moveTo>
                  <a:pt x="1362075" y="942975"/>
                </a:moveTo>
                <a:lnTo>
                  <a:pt x="1381125" y="942975"/>
                </a:lnTo>
                <a:lnTo>
                  <a:pt x="1381125" y="952500"/>
                </a:lnTo>
                <a:lnTo>
                  <a:pt x="1362075" y="952500"/>
                </a:lnTo>
                <a:close/>
                <a:moveTo>
                  <a:pt x="1390650" y="942975"/>
                </a:moveTo>
                <a:lnTo>
                  <a:pt x="1400175" y="942975"/>
                </a:lnTo>
                <a:lnTo>
                  <a:pt x="1400175" y="952500"/>
                </a:lnTo>
                <a:lnTo>
                  <a:pt x="1390650" y="952500"/>
                </a:lnTo>
                <a:close/>
                <a:moveTo>
                  <a:pt x="1447800" y="942975"/>
                </a:moveTo>
                <a:lnTo>
                  <a:pt x="1457325" y="942975"/>
                </a:lnTo>
                <a:lnTo>
                  <a:pt x="1457325" y="952500"/>
                </a:lnTo>
                <a:lnTo>
                  <a:pt x="1447800" y="952500"/>
                </a:lnTo>
                <a:close/>
                <a:moveTo>
                  <a:pt x="1466850" y="942975"/>
                </a:moveTo>
                <a:lnTo>
                  <a:pt x="1485900" y="942975"/>
                </a:lnTo>
                <a:lnTo>
                  <a:pt x="1485900" y="952500"/>
                </a:lnTo>
                <a:lnTo>
                  <a:pt x="1466850" y="952500"/>
                </a:lnTo>
                <a:close/>
                <a:moveTo>
                  <a:pt x="704850" y="952500"/>
                </a:moveTo>
                <a:lnTo>
                  <a:pt x="714375" y="952500"/>
                </a:lnTo>
                <a:lnTo>
                  <a:pt x="714375" y="962025"/>
                </a:lnTo>
                <a:lnTo>
                  <a:pt x="704850" y="962025"/>
                </a:lnTo>
                <a:close/>
                <a:moveTo>
                  <a:pt x="762000" y="952500"/>
                </a:moveTo>
                <a:lnTo>
                  <a:pt x="771525" y="952500"/>
                </a:lnTo>
                <a:lnTo>
                  <a:pt x="771525" y="962025"/>
                </a:lnTo>
                <a:lnTo>
                  <a:pt x="781050" y="962025"/>
                </a:lnTo>
                <a:lnTo>
                  <a:pt x="781050" y="971550"/>
                </a:lnTo>
                <a:lnTo>
                  <a:pt x="838200" y="971550"/>
                </a:lnTo>
                <a:lnTo>
                  <a:pt x="838200" y="981075"/>
                </a:lnTo>
                <a:lnTo>
                  <a:pt x="771525" y="981075"/>
                </a:lnTo>
                <a:lnTo>
                  <a:pt x="771525" y="971550"/>
                </a:lnTo>
                <a:lnTo>
                  <a:pt x="762000" y="971550"/>
                </a:lnTo>
                <a:close/>
                <a:moveTo>
                  <a:pt x="1038225" y="952500"/>
                </a:moveTo>
                <a:lnTo>
                  <a:pt x="1047750" y="952500"/>
                </a:lnTo>
                <a:lnTo>
                  <a:pt x="1047750" y="971550"/>
                </a:lnTo>
                <a:lnTo>
                  <a:pt x="1028700" y="971550"/>
                </a:lnTo>
                <a:lnTo>
                  <a:pt x="1028700" y="962025"/>
                </a:lnTo>
                <a:lnTo>
                  <a:pt x="1038225" y="962025"/>
                </a:lnTo>
                <a:close/>
                <a:moveTo>
                  <a:pt x="1333500" y="952500"/>
                </a:moveTo>
                <a:lnTo>
                  <a:pt x="1362075" y="952500"/>
                </a:lnTo>
                <a:lnTo>
                  <a:pt x="1362075" y="962025"/>
                </a:lnTo>
                <a:lnTo>
                  <a:pt x="1343025" y="962025"/>
                </a:lnTo>
                <a:lnTo>
                  <a:pt x="1343025" y="971550"/>
                </a:lnTo>
                <a:lnTo>
                  <a:pt x="1333500" y="971550"/>
                </a:lnTo>
                <a:close/>
                <a:moveTo>
                  <a:pt x="304800" y="962025"/>
                </a:moveTo>
                <a:lnTo>
                  <a:pt x="314325" y="962025"/>
                </a:lnTo>
                <a:lnTo>
                  <a:pt x="314325" y="971550"/>
                </a:lnTo>
                <a:lnTo>
                  <a:pt x="304800" y="971550"/>
                </a:lnTo>
                <a:close/>
                <a:moveTo>
                  <a:pt x="371475" y="962025"/>
                </a:moveTo>
                <a:lnTo>
                  <a:pt x="381000" y="962025"/>
                </a:lnTo>
                <a:lnTo>
                  <a:pt x="381000" y="971550"/>
                </a:lnTo>
                <a:lnTo>
                  <a:pt x="371475" y="971550"/>
                </a:lnTo>
                <a:close/>
                <a:moveTo>
                  <a:pt x="400050" y="962025"/>
                </a:moveTo>
                <a:lnTo>
                  <a:pt x="428625" y="962025"/>
                </a:lnTo>
                <a:lnTo>
                  <a:pt x="428625" y="971550"/>
                </a:lnTo>
                <a:lnTo>
                  <a:pt x="457200" y="971550"/>
                </a:lnTo>
                <a:lnTo>
                  <a:pt x="457200" y="981075"/>
                </a:lnTo>
                <a:lnTo>
                  <a:pt x="400050" y="981075"/>
                </a:lnTo>
                <a:close/>
                <a:moveTo>
                  <a:pt x="485775" y="962025"/>
                </a:moveTo>
                <a:lnTo>
                  <a:pt x="504825" y="962025"/>
                </a:lnTo>
                <a:lnTo>
                  <a:pt x="504825" y="971550"/>
                </a:lnTo>
                <a:lnTo>
                  <a:pt x="485775" y="971550"/>
                </a:lnTo>
                <a:close/>
                <a:moveTo>
                  <a:pt x="971550" y="962025"/>
                </a:moveTo>
                <a:lnTo>
                  <a:pt x="990600" y="962025"/>
                </a:lnTo>
                <a:lnTo>
                  <a:pt x="990600" y="971550"/>
                </a:lnTo>
                <a:lnTo>
                  <a:pt x="971550" y="971550"/>
                </a:lnTo>
                <a:close/>
                <a:moveTo>
                  <a:pt x="1276350" y="962025"/>
                </a:moveTo>
                <a:lnTo>
                  <a:pt x="1295400" y="962025"/>
                </a:lnTo>
                <a:lnTo>
                  <a:pt x="1295400" y="971550"/>
                </a:lnTo>
                <a:lnTo>
                  <a:pt x="1276350" y="971550"/>
                </a:lnTo>
                <a:close/>
                <a:moveTo>
                  <a:pt x="200025" y="971550"/>
                </a:moveTo>
                <a:lnTo>
                  <a:pt x="209550" y="971550"/>
                </a:lnTo>
                <a:lnTo>
                  <a:pt x="209550" y="981075"/>
                </a:lnTo>
                <a:lnTo>
                  <a:pt x="200025" y="981075"/>
                </a:lnTo>
                <a:close/>
                <a:moveTo>
                  <a:pt x="219075" y="971550"/>
                </a:moveTo>
                <a:lnTo>
                  <a:pt x="228600" y="971550"/>
                </a:lnTo>
                <a:lnTo>
                  <a:pt x="228600" y="981075"/>
                </a:lnTo>
                <a:lnTo>
                  <a:pt x="219075" y="981075"/>
                </a:lnTo>
                <a:close/>
                <a:moveTo>
                  <a:pt x="266700" y="971550"/>
                </a:moveTo>
                <a:lnTo>
                  <a:pt x="304800" y="971550"/>
                </a:lnTo>
                <a:lnTo>
                  <a:pt x="304800" y="981075"/>
                </a:lnTo>
                <a:lnTo>
                  <a:pt x="266700" y="981075"/>
                </a:lnTo>
                <a:close/>
                <a:moveTo>
                  <a:pt x="314325" y="971550"/>
                </a:moveTo>
                <a:lnTo>
                  <a:pt x="371475" y="971550"/>
                </a:lnTo>
                <a:lnTo>
                  <a:pt x="371475" y="981075"/>
                </a:lnTo>
                <a:lnTo>
                  <a:pt x="314325" y="981075"/>
                </a:lnTo>
                <a:close/>
                <a:moveTo>
                  <a:pt x="552450" y="971550"/>
                </a:moveTo>
                <a:lnTo>
                  <a:pt x="600075" y="971550"/>
                </a:lnTo>
                <a:lnTo>
                  <a:pt x="600075" y="981075"/>
                </a:lnTo>
                <a:lnTo>
                  <a:pt x="552450" y="981075"/>
                </a:lnTo>
                <a:close/>
                <a:moveTo>
                  <a:pt x="628650" y="971550"/>
                </a:moveTo>
                <a:lnTo>
                  <a:pt x="638175" y="971550"/>
                </a:lnTo>
                <a:lnTo>
                  <a:pt x="638175" y="981075"/>
                </a:lnTo>
                <a:lnTo>
                  <a:pt x="628650" y="981075"/>
                </a:lnTo>
                <a:close/>
                <a:moveTo>
                  <a:pt x="647700" y="971550"/>
                </a:moveTo>
                <a:lnTo>
                  <a:pt x="666750" y="971550"/>
                </a:lnTo>
                <a:lnTo>
                  <a:pt x="666750" y="981075"/>
                </a:lnTo>
                <a:lnTo>
                  <a:pt x="647700" y="981075"/>
                </a:lnTo>
                <a:close/>
                <a:moveTo>
                  <a:pt x="733425" y="971550"/>
                </a:moveTo>
                <a:lnTo>
                  <a:pt x="742950" y="971550"/>
                </a:lnTo>
                <a:lnTo>
                  <a:pt x="742950" y="981075"/>
                </a:lnTo>
                <a:lnTo>
                  <a:pt x="733425" y="981075"/>
                </a:lnTo>
                <a:close/>
                <a:moveTo>
                  <a:pt x="914400" y="971550"/>
                </a:moveTo>
                <a:lnTo>
                  <a:pt x="942975" y="971550"/>
                </a:lnTo>
                <a:lnTo>
                  <a:pt x="942975" y="981075"/>
                </a:lnTo>
                <a:lnTo>
                  <a:pt x="914400" y="981075"/>
                </a:lnTo>
                <a:close/>
                <a:moveTo>
                  <a:pt x="962025" y="971550"/>
                </a:moveTo>
                <a:lnTo>
                  <a:pt x="971550" y="971550"/>
                </a:lnTo>
                <a:lnTo>
                  <a:pt x="971550" y="981075"/>
                </a:lnTo>
                <a:lnTo>
                  <a:pt x="962025" y="981075"/>
                </a:lnTo>
                <a:close/>
                <a:moveTo>
                  <a:pt x="1047750" y="971550"/>
                </a:moveTo>
                <a:lnTo>
                  <a:pt x="1085850" y="971550"/>
                </a:lnTo>
                <a:lnTo>
                  <a:pt x="1085850" y="981075"/>
                </a:lnTo>
                <a:lnTo>
                  <a:pt x="1047750" y="981075"/>
                </a:lnTo>
                <a:close/>
                <a:moveTo>
                  <a:pt x="1123950" y="971550"/>
                </a:moveTo>
                <a:lnTo>
                  <a:pt x="1171575" y="971550"/>
                </a:lnTo>
                <a:lnTo>
                  <a:pt x="1171575" y="981075"/>
                </a:lnTo>
                <a:lnTo>
                  <a:pt x="1123950" y="981075"/>
                </a:lnTo>
                <a:close/>
                <a:moveTo>
                  <a:pt x="1209675" y="971550"/>
                </a:moveTo>
                <a:lnTo>
                  <a:pt x="1219200" y="971550"/>
                </a:lnTo>
                <a:lnTo>
                  <a:pt x="1219200" y="981075"/>
                </a:lnTo>
                <a:lnTo>
                  <a:pt x="1209675" y="981075"/>
                </a:lnTo>
                <a:close/>
                <a:moveTo>
                  <a:pt x="1228725" y="971550"/>
                </a:moveTo>
                <a:lnTo>
                  <a:pt x="1266825" y="971550"/>
                </a:lnTo>
                <a:lnTo>
                  <a:pt x="1266825" y="981075"/>
                </a:lnTo>
                <a:lnTo>
                  <a:pt x="1228725" y="981075"/>
                </a:lnTo>
                <a:close/>
                <a:moveTo>
                  <a:pt x="1295400" y="971550"/>
                </a:moveTo>
                <a:lnTo>
                  <a:pt x="1314450" y="971550"/>
                </a:lnTo>
                <a:lnTo>
                  <a:pt x="1314450" y="981075"/>
                </a:lnTo>
                <a:lnTo>
                  <a:pt x="1295400" y="981075"/>
                </a:lnTo>
                <a:close/>
                <a:moveTo>
                  <a:pt x="1381125" y="971550"/>
                </a:moveTo>
                <a:lnTo>
                  <a:pt x="1428750" y="971550"/>
                </a:lnTo>
                <a:lnTo>
                  <a:pt x="1428750" y="981075"/>
                </a:lnTo>
                <a:lnTo>
                  <a:pt x="1381125" y="981075"/>
                </a:lnTo>
                <a:close/>
                <a:moveTo>
                  <a:pt x="1457325" y="971550"/>
                </a:moveTo>
                <a:lnTo>
                  <a:pt x="1485900" y="971550"/>
                </a:lnTo>
                <a:lnTo>
                  <a:pt x="1485900" y="981075"/>
                </a:lnTo>
                <a:lnTo>
                  <a:pt x="1457325" y="981075"/>
                </a:lnTo>
                <a:close/>
                <a:moveTo>
                  <a:pt x="1104900" y="981075"/>
                </a:moveTo>
                <a:lnTo>
                  <a:pt x="1123950" y="981075"/>
                </a:lnTo>
                <a:lnTo>
                  <a:pt x="1123950" y="990600"/>
                </a:lnTo>
                <a:lnTo>
                  <a:pt x="1104900" y="990600"/>
                </a:lnTo>
                <a:close/>
                <a:moveTo>
                  <a:pt x="209550" y="1019175"/>
                </a:moveTo>
                <a:lnTo>
                  <a:pt x="219075" y="1019175"/>
                </a:lnTo>
                <a:lnTo>
                  <a:pt x="219075" y="1028700"/>
                </a:lnTo>
                <a:lnTo>
                  <a:pt x="209550" y="1028700"/>
                </a:lnTo>
                <a:close/>
                <a:moveTo>
                  <a:pt x="190500" y="1038225"/>
                </a:moveTo>
                <a:lnTo>
                  <a:pt x="219075" y="1038225"/>
                </a:lnTo>
                <a:lnTo>
                  <a:pt x="219075" y="1047750"/>
                </a:lnTo>
                <a:lnTo>
                  <a:pt x="190500" y="1047750"/>
                </a:lnTo>
                <a:close/>
                <a:moveTo>
                  <a:pt x="228600" y="1038225"/>
                </a:moveTo>
                <a:lnTo>
                  <a:pt x="238125" y="1038225"/>
                </a:lnTo>
                <a:lnTo>
                  <a:pt x="238125" y="1047750"/>
                </a:lnTo>
                <a:lnTo>
                  <a:pt x="228600" y="1047750"/>
                </a:lnTo>
                <a:close/>
                <a:moveTo>
                  <a:pt x="314325" y="1038225"/>
                </a:moveTo>
                <a:lnTo>
                  <a:pt x="342900" y="1038225"/>
                </a:lnTo>
                <a:lnTo>
                  <a:pt x="342900" y="1047750"/>
                </a:lnTo>
                <a:lnTo>
                  <a:pt x="314325" y="1047750"/>
                </a:lnTo>
                <a:close/>
                <a:moveTo>
                  <a:pt x="1819275" y="1114425"/>
                </a:moveTo>
                <a:lnTo>
                  <a:pt x="1828800" y="1114425"/>
                </a:lnTo>
                <a:lnTo>
                  <a:pt x="1828800" y="1123950"/>
                </a:lnTo>
                <a:lnTo>
                  <a:pt x="1819275" y="1123950"/>
                </a:lnTo>
                <a:close/>
                <a:moveTo>
                  <a:pt x="1609725" y="1181100"/>
                </a:moveTo>
                <a:lnTo>
                  <a:pt x="1619250" y="1181100"/>
                </a:lnTo>
                <a:lnTo>
                  <a:pt x="1619250" y="1190625"/>
                </a:lnTo>
                <a:lnTo>
                  <a:pt x="1609725" y="1190625"/>
                </a:lnTo>
                <a:close/>
                <a:moveTo>
                  <a:pt x="28575" y="1209675"/>
                </a:moveTo>
                <a:lnTo>
                  <a:pt x="38100" y="1209675"/>
                </a:lnTo>
                <a:lnTo>
                  <a:pt x="38100" y="1219200"/>
                </a:lnTo>
                <a:lnTo>
                  <a:pt x="47625" y="1219200"/>
                </a:lnTo>
                <a:lnTo>
                  <a:pt x="47625" y="1266825"/>
                </a:lnTo>
                <a:lnTo>
                  <a:pt x="38100" y="1266825"/>
                </a:lnTo>
                <a:lnTo>
                  <a:pt x="38100" y="1257300"/>
                </a:lnTo>
                <a:lnTo>
                  <a:pt x="28575" y="1257300"/>
                </a:lnTo>
                <a:lnTo>
                  <a:pt x="28575" y="1238250"/>
                </a:lnTo>
                <a:lnTo>
                  <a:pt x="19050" y="1238250"/>
                </a:lnTo>
                <a:lnTo>
                  <a:pt x="19050" y="1219200"/>
                </a:lnTo>
                <a:lnTo>
                  <a:pt x="28575" y="1219200"/>
                </a:lnTo>
                <a:close/>
                <a:moveTo>
                  <a:pt x="1657350" y="1219200"/>
                </a:moveTo>
                <a:lnTo>
                  <a:pt x="1666875" y="1219200"/>
                </a:lnTo>
                <a:lnTo>
                  <a:pt x="1666875" y="1228725"/>
                </a:lnTo>
                <a:lnTo>
                  <a:pt x="1657350" y="1228725"/>
                </a:lnTo>
                <a:close/>
                <a:moveTo>
                  <a:pt x="28575" y="1266825"/>
                </a:moveTo>
                <a:lnTo>
                  <a:pt x="38100" y="1266825"/>
                </a:lnTo>
                <a:lnTo>
                  <a:pt x="38100" y="1285875"/>
                </a:lnTo>
                <a:lnTo>
                  <a:pt x="28575" y="1285875"/>
                </a:lnTo>
                <a:close/>
                <a:moveTo>
                  <a:pt x="171450" y="1266825"/>
                </a:moveTo>
                <a:lnTo>
                  <a:pt x="180975" y="1266825"/>
                </a:lnTo>
                <a:lnTo>
                  <a:pt x="180975" y="1276350"/>
                </a:lnTo>
                <a:lnTo>
                  <a:pt x="171450" y="1276350"/>
                </a:lnTo>
                <a:close/>
                <a:moveTo>
                  <a:pt x="266700" y="1381125"/>
                </a:moveTo>
                <a:lnTo>
                  <a:pt x="314325" y="1381125"/>
                </a:lnTo>
                <a:lnTo>
                  <a:pt x="314325" y="1400175"/>
                </a:lnTo>
                <a:lnTo>
                  <a:pt x="295275" y="1400175"/>
                </a:lnTo>
                <a:lnTo>
                  <a:pt x="295275" y="1409700"/>
                </a:lnTo>
                <a:lnTo>
                  <a:pt x="285750" y="1409700"/>
                </a:lnTo>
                <a:lnTo>
                  <a:pt x="285750" y="1390650"/>
                </a:lnTo>
                <a:lnTo>
                  <a:pt x="266700" y="1390650"/>
                </a:lnTo>
                <a:close/>
                <a:moveTo>
                  <a:pt x="466725" y="1381125"/>
                </a:moveTo>
                <a:lnTo>
                  <a:pt x="476250" y="1381125"/>
                </a:lnTo>
                <a:lnTo>
                  <a:pt x="476250" y="1400175"/>
                </a:lnTo>
                <a:lnTo>
                  <a:pt x="466725" y="1400175"/>
                </a:lnTo>
                <a:close/>
                <a:moveTo>
                  <a:pt x="733425" y="1381125"/>
                </a:moveTo>
                <a:lnTo>
                  <a:pt x="742950" y="1381125"/>
                </a:lnTo>
                <a:lnTo>
                  <a:pt x="742950" y="1390650"/>
                </a:lnTo>
                <a:lnTo>
                  <a:pt x="733425" y="1390650"/>
                </a:lnTo>
                <a:close/>
                <a:moveTo>
                  <a:pt x="857250" y="1381125"/>
                </a:moveTo>
                <a:lnTo>
                  <a:pt x="866775" y="1381125"/>
                </a:lnTo>
                <a:lnTo>
                  <a:pt x="866775" y="1390650"/>
                </a:lnTo>
                <a:lnTo>
                  <a:pt x="857250" y="1390650"/>
                </a:lnTo>
                <a:close/>
                <a:moveTo>
                  <a:pt x="942975" y="1381125"/>
                </a:moveTo>
                <a:lnTo>
                  <a:pt x="971550" y="1381125"/>
                </a:lnTo>
                <a:lnTo>
                  <a:pt x="971550" y="1400175"/>
                </a:lnTo>
                <a:lnTo>
                  <a:pt x="962025" y="1400175"/>
                </a:lnTo>
                <a:lnTo>
                  <a:pt x="962025" y="1390650"/>
                </a:lnTo>
                <a:lnTo>
                  <a:pt x="942975" y="1390650"/>
                </a:lnTo>
                <a:close/>
                <a:moveTo>
                  <a:pt x="1028700" y="1381125"/>
                </a:moveTo>
                <a:lnTo>
                  <a:pt x="1057275" y="1381125"/>
                </a:lnTo>
                <a:lnTo>
                  <a:pt x="1057275" y="1400175"/>
                </a:lnTo>
                <a:lnTo>
                  <a:pt x="1019175" y="1400175"/>
                </a:lnTo>
                <a:lnTo>
                  <a:pt x="1019175" y="1390650"/>
                </a:lnTo>
                <a:lnTo>
                  <a:pt x="1028700" y="1390650"/>
                </a:lnTo>
                <a:close/>
                <a:moveTo>
                  <a:pt x="866775" y="1390650"/>
                </a:moveTo>
                <a:lnTo>
                  <a:pt x="876300" y="1390650"/>
                </a:lnTo>
                <a:lnTo>
                  <a:pt x="876300" y="1400175"/>
                </a:lnTo>
                <a:lnTo>
                  <a:pt x="866775" y="1400175"/>
                </a:lnTo>
                <a:close/>
                <a:moveTo>
                  <a:pt x="590550" y="1400175"/>
                </a:moveTo>
                <a:lnTo>
                  <a:pt x="600075" y="1400175"/>
                </a:lnTo>
                <a:lnTo>
                  <a:pt x="600075" y="1409700"/>
                </a:lnTo>
                <a:lnTo>
                  <a:pt x="590550" y="1409700"/>
                </a:lnTo>
                <a:close/>
                <a:moveTo>
                  <a:pt x="295275" y="1409700"/>
                </a:moveTo>
                <a:lnTo>
                  <a:pt x="304800" y="1409700"/>
                </a:lnTo>
                <a:lnTo>
                  <a:pt x="304800" y="1419225"/>
                </a:lnTo>
                <a:lnTo>
                  <a:pt x="295275" y="1419225"/>
                </a:lnTo>
                <a:close/>
                <a:moveTo>
                  <a:pt x="581025" y="1409700"/>
                </a:moveTo>
                <a:lnTo>
                  <a:pt x="590550" y="1409700"/>
                </a:lnTo>
                <a:lnTo>
                  <a:pt x="590550" y="1419225"/>
                </a:lnTo>
                <a:lnTo>
                  <a:pt x="581025" y="1419225"/>
                </a:lnTo>
                <a:close/>
                <a:moveTo>
                  <a:pt x="695325" y="1409700"/>
                </a:moveTo>
                <a:lnTo>
                  <a:pt x="704850" y="1409700"/>
                </a:lnTo>
                <a:lnTo>
                  <a:pt x="704850" y="1419225"/>
                </a:lnTo>
                <a:lnTo>
                  <a:pt x="695325" y="1419225"/>
                </a:lnTo>
                <a:close/>
                <a:moveTo>
                  <a:pt x="933450" y="1409700"/>
                </a:moveTo>
                <a:lnTo>
                  <a:pt x="952500" y="1409700"/>
                </a:lnTo>
                <a:lnTo>
                  <a:pt x="952500" y="1428750"/>
                </a:lnTo>
                <a:lnTo>
                  <a:pt x="933450" y="1428750"/>
                </a:lnTo>
                <a:close/>
                <a:moveTo>
                  <a:pt x="419100" y="1419225"/>
                </a:moveTo>
                <a:lnTo>
                  <a:pt x="428625" y="1419225"/>
                </a:lnTo>
                <a:lnTo>
                  <a:pt x="428625" y="1428750"/>
                </a:lnTo>
                <a:lnTo>
                  <a:pt x="419100" y="1428750"/>
                </a:lnTo>
                <a:close/>
                <a:moveTo>
                  <a:pt x="676275" y="1419225"/>
                </a:moveTo>
                <a:lnTo>
                  <a:pt x="695325" y="1419225"/>
                </a:lnTo>
                <a:lnTo>
                  <a:pt x="695325" y="1428750"/>
                </a:lnTo>
                <a:lnTo>
                  <a:pt x="676275" y="1428750"/>
                </a:lnTo>
                <a:close/>
                <a:moveTo>
                  <a:pt x="409575" y="1428750"/>
                </a:moveTo>
                <a:lnTo>
                  <a:pt x="419100" y="1428750"/>
                </a:lnTo>
                <a:lnTo>
                  <a:pt x="419100" y="1447800"/>
                </a:lnTo>
                <a:lnTo>
                  <a:pt x="409575" y="1447800"/>
                </a:lnTo>
                <a:close/>
                <a:moveTo>
                  <a:pt x="561975" y="1428750"/>
                </a:moveTo>
                <a:lnTo>
                  <a:pt x="571500" y="1428750"/>
                </a:lnTo>
                <a:lnTo>
                  <a:pt x="571500" y="1438275"/>
                </a:lnTo>
                <a:lnTo>
                  <a:pt x="561975" y="1438275"/>
                </a:lnTo>
                <a:close/>
                <a:moveTo>
                  <a:pt x="666750" y="1428750"/>
                </a:moveTo>
                <a:lnTo>
                  <a:pt x="676275" y="1428750"/>
                </a:lnTo>
                <a:lnTo>
                  <a:pt x="676275" y="1438275"/>
                </a:lnTo>
                <a:lnTo>
                  <a:pt x="666750" y="1438275"/>
                </a:lnTo>
                <a:close/>
                <a:moveTo>
                  <a:pt x="266700" y="1438275"/>
                </a:moveTo>
                <a:lnTo>
                  <a:pt x="276225" y="1438275"/>
                </a:lnTo>
                <a:lnTo>
                  <a:pt x="276225" y="1447800"/>
                </a:lnTo>
                <a:lnTo>
                  <a:pt x="285750" y="1447800"/>
                </a:lnTo>
                <a:lnTo>
                  <a:pt x="285750" y="1466850"/>
                </a:lnTo>
                <a:lnTo>
                  <a:pt x="276225" y="1466850"/>
                </a:lnTo>
                <a:lnTo>
                  <a:pt x="276225" y="1457325"/>
                </a:lnTo>
                <a:lnTo>
                  <a:pt x="266700" y="1457325"/>
                </a:lnTo>
                <a:close/>
                <a:moveTo>
                  <a:pt x="552450" y="1438275"/>
                </a:moveTo>
                <a:lnTo>
                  <a:pt x="561975" y="1438275"/>
                </a:lnTo>
                <a:lnTo>
                  <a:pt x="561975" y="1447800"/>
                </a:lnTo>
                <a:lnTo>
                  <a:pt x="571500" y="1447800"/>
                </a:lnTo>
                <a:lnTo>
                  <a:pt x="571500" y="1457325"/>
                </a:lnTo>
                <a:lnTo>
                  <a:pt x="552450" y="1457325"/>
                </a:lnTo>
                <a:close/>
                <a:moveTo>
                  <a:pt x="676275" y="1438275"/>
                </a:moveTo>
                <a:lnTo>
                  <a:pt x="685800" y="1438275"/>
                </a:lnTo>
                <a:lnTo>
                  <a:pt x="685800" y="1447800"/>
                </a:lnTo>
                <a:lnTo>
                  <a:pt x="676275" y="1447800"/>
                </a:lnTo>
                <a:close/>
                <a:moveTo>
                  <a:pt x="733425" y="1438275"/>
                </a:moveTo>
                <a:lnTo>
                  <a:pt x="742950" y="1438275"/>
                </a:lnTo>
                <a:lnTo>
                  <a:pt x="742950" y="1447800"/>
                </a:lnTo>
                <a:lnTo>
                  <a:pt x="733425" y="1447800"/>
                </a:lnTo>
                <a:close/>
                <a:moveTo>
                  <a:pt x="990600" y="1438275"/>
                </a:moveTo>
                <a:lnTo>
                  <a:pt x="1000125" y="1438275"/>
                </a:lnTo>
                <a:lnTo>
                  <a:pt x="1000125" y="1447800"/>
                </a:lnTo>
                <a:lnTo>
                  <a:pt x="990600" y="1447800"/>
                </a:lnTo>
                <a:close/>
                <a:moveTo>
                  <a:pt x="371475" y="1447800"/>
                </a:moveTo>
                <a:lnTo>
                  <a:pt x="381000" y="1447800"/>
                </a:lnTo>
                <a:lnTo>
                  <a:pt x="381000" y="1457325"/>
                </a:lnTo>
                <a:lnTo>
                  <a:pt x="371475" y="1457325"/>
                </a:lnTo>
                <a:close/>
                <a:moveTo>
                  <a:pt x="457200" y="1447800"/>
                </a:moveTo>
                <a:lnTo>
                  <a:pt x="466725" y="1447800"/>
                </a:lnTo>
                <a:lnTo>
                  <a:pt x="466725" y="1457325"/>
                </a:lnTo>
                <a:lnTo>
                  <a:pt x="457200" y="1457325"/>
                </a:lnTo>
                <a:close/>
                <a:moveTo>
                  <a:pt x="485775" y="1447800"/>
                </a:moveTo>
                <a:lnTo>
                  <a:pt x="504825" y="1447800"/>
                </a:lnTo>
                <a:lnTo>
                  <a:pt x="504825" y="1466850"/>
                </a:lnTo>
                <a:lnTo>
                  <a:pt x="466725" y="1466850"/>
                </a:lnTo>
                <a:lnTo>
                  <a:pt x="466725" y="1457325"/>
                </a:lnTo>
                <a:lnTo>
                  <a:pt x="485775" y="1457325"/>
                </a:lnTo>
                <a:close/>
                <a:moveTo>
                  <a:pt x="638175" y="1447800"/>
                </a:moveTo>
                <a:lnTo>
                  <a:pt x="647700" y="1447800"/>
                </a:lnTo>
                <a:lnTo>
                  <a:pt x="647700" y="1457325"/>
                </a:lnTo>
                <a:lnTo>
                  <a:pt x="638175" y="1457325"/>
                </a:lnTo>
                <a:close/>
                <a:moveTo>
                  <a:pt x="771525" y="1447800"/>
                </a:moveTo>
                <a:lnTo>
                  <a:pt x="781050" y="1447800"/>
                </a:lnTo>
                <a:lnTo>
                  <a:pt x="781050" y="1457325"/>
                </a:lnTo>
                <a:lnTo>
                  <a:pt x="771525" y="1457325"/>
                </a:lnTo>
                <a:close/>
                <a:moveTo>
                  <a:pt x="981075" y="1447800"/>
                </a:moveTo>
                <a:lnTo>
                  <a:pt x="990600" y="1447800"/>
                </a:lnTo>
                <a:lnTo>
                  <a:pt x="990600" y="1457325"/>
                </a:lnTo>
                <a:lnTo>
                  <a:pt x="981075" y="1457325"/>
                </a:lnTo>
                <a:close/>
                <a:moveTo>
                  <a:pt x="762000" y="1457325"/>
                </a:moveTo>
                <a:lnTo>
                  <a:pt x="771525" y="1457325"/>
                </a:lnTo>
                <a:lnTo>
                  <a:pt x="771525" y="1466850"/>
                </a:lnTo>
                <a:lnTo>
                  <a:pt x="762000" y="1466850"/>
                </a:lnTo>
                <a:close/>
                <a:moveTo>
                  <a:pt x="895350" y="1457325"/>
                </a:moveTo>
                <a:lnTo>
                  <a:pt x="914400" y="1457325"/>
                </a:lnTo>
                <a:lnTo>
                  <a:pt x="914400" y="1466850"/>
                </a:lnTo>
                <a:lnTo>
                  <a:pt x="895350" y="1466850"/>
                </a:lnTo>
                <a:close/>
                <a:moveTo>
                  <a:pt x="971550" y="1457325"/>
                </a:moveTo>
                <a:lnTo>
                  <a:pt x="981075" y="1457325"/>
                </a:lnTo>
                <a:lnTo>
                  <a:pt x="981075" y="1466850"/>
                </a:lnTo>
                <a:lnTo>
                  <a:pt x="971550" y="1466850"/>
                </a:lnTo>
                <a:close/>
                <a:moveTo>
                  <a:pt x="19050" y="1476375"/>
                </a:moveTo>
                <a:lnTo>
                  <a:pt x="28575" y="1476375"/>
                </a:lnTo>
                <a:lnTo>
                  <a:pt x="28575" y="1533525"/>
                </a:lnTo>
                <a:lnTo>
                  <a:pt x="38100" y="1533525"/>
                </a:lnTo>
                <a:lnTo>
                  <a:pt x="38100" y="1552575"/>
                </a:lnTo>
                <a:lnTo>
                  <a:pt x="47625" y="1552575"/>
                </a:lnTo>
                <a:lnTo>
                  <a:pt x="47625" y="1866900"/>
                </a:lnTo>
                <a:lnTo>
                  <a:pt x="38100" y="1866900"/>
                </a:lnTo>
                <a:lnTo>
                  <a:pt x="38100" y="1885950"/>
                </a:lnTo>
                <a:lnTo>
                  <a:pt x="47625" y="1885950"/>
                </a:lnTo>
                <a:lnTo>
                  <a:pt x="47625" y="1943100"/>
                </a:lnTo>
                <a:lnTo>
                  <a:pt x="38100" y="1943100"/>
                </a:lnTo>
                <a:lnTo>
                  <a:pt x="38100" y="1895475"/>
                </a:lnTo>
                <a:lnTo>
                  <a:pt x="19050" y="1895475"/>
                </a:lnTo>
                <a:lnTo>
                  <a:pt x="19050" y="1885950"/>
                </a:lnTo>
                <a:lnTo>
                  <a:pt x="0" y="1885950"/>
                </a:lnTo>
                <a:lnTo>
                  <a:pt x="0" y="1866900"/>
                </a:lnTo>
                <a:lnTo>
                  <a:pt x="9525" y="1866900"/>
                </a:lnTo>
                <a:lnTo>
                  <a:pt x="9525" y="1857375"/>
                </a:lnTo>
                <a:lnTo>
                  <a:pt x="19050" y="1857375"/>
                </a:lnTo>
                <a:lnTo>
                  <a:pt x="19050" y="1819275"/>
                </a:lnTo>
                <a:lnTo>
                  <a:pt x="28575" y="1819275"/>
                </a:lnTo>
                <a:lnTo>
                  <a:pt x="28575" y="1762125"/>
                </a:lnTo>
                <a:lnTo>
                  <a:pt x="38100" y="1762125"/>
                </a:lnTo>
                <a:lnTo>
                  <a:pt x="38100" y="1600200"/>
                </a:lnTo>
                <a:lnTo>
                  <a:pt x="28575" y="1600200"/>
                </a:lnTo>
                <a:lnTo>
                  <a:pt x="28575" y="1590675"/>
                </a:lnTo>
                <a:lnTo>
                  <a:pt x="19050" y="1590675"/>
                </a:lnTo>
                <a:close/>
                <a:moveTo>
                  <a:pt x="1819275" y="1524000"/>
                </a:moveTo>
                <a:lnTo>
                  <a:pt x="1828800" y="1524000"/>
                </a:lnTo>
                <a:lnTo>
                  <a:pt x="1828800" y="1543050"/>
                </a:lnTo>
                <a:lnTo>
                  <a:pt x="1819275" y="1543050"/>
                </a:lnTo>
                <a:close/>
                <a:moveTo>
                  <a:pt x="1809750" y="1543050"/>
                </a:moveTo>
                <a:lnTo>
                  <a:pt x="1819275" y="1543050"/>
                </a:lnTo>
                <a:lnTo>
                  <a:pt x="1819275" y="1857375"/>
                </a:lnTo>
                <a:lnTo>
                  <a:pt x="1828800" y="1857375"/>
                </a:lnTo>
                <a:lnTo>
                  <a:pt x="1828800" y="1866900"/>
                </a:lnTo>
                <a:lnTo>
                  <a:pt x="1866900" y="1866900"/>
                </a:lnTo>
                <a:lnTo>
                  <a:pt x="1866900" y="1885950"/>
                </a:lnTo>
                <a:lnTo>
                  <a:pt x="1819275" y="1885950"/>
                </a:lnTo>
                <a:lnTo>
                  <a:pt x="1819275" y="1866900"/>
                </a:lnTo>
                <a:lnTo>
                  <a:pt x="1809750" y="1866900"/>
                </a:lnTo>
                <a:close/>
                <a:moveTo>
                  <a:pt x="171450" y="1685925"/>
                </a:moveTo>
                <a:lnTo>
                  <a:pt x="180975" y="1685925"/>
                </a:lnTo>
                <a:lnTo>
                  <a:pt x="180975" y="1695450"/>
                </a:lnTo>
                <a:lnTo>
                  <a:pt x="171450" y="1695450"/>
                </a:lnTo>
                <a:close/>
                <a:moveTo>
                  <a:pt x="1657350" y="1733550"/>
                </a:moveTo>
                <a:lnTo>
                  <a:pt x="1666875" y="1733550"/>
                </a:lnTo>
                <a:lnTo>
                  <a:pt x="1666875" y="1743075"/>
                </a:lnTo>
                <a:lnTo>
                  <a:pt x="1657350" y="1743075"/>
                </a:lnTo>
                <a:close/>
                <a:moveTo>
                  <a:pt x="1609725" y="1771650"/>
                </a:moveTo>
                <a:lnTo>
                  <a:pt x="1619250" y="1771650"/>
                </a:lnTo>
                <a:lnTo>
                  <a:pt x="1619250" y="1781175"/>
                </a:lnTo>
                <a:lnTo>
                  <a:pt x="1609725" y="1781175"/>
                </a:lnTo>
                <a:close/>
                <a:moveTo>
                  <a:pt x="285750" y="1781175"/>
                </a:moveTo>
                <a:lnTo>
                  <a:pt x="1581150" y="1781175"/>
                </a:lnTo>
                <a:lnTo>
                  <a:pt x="1581150" y="1790700"/>
                </a:lnTo>
                <a:lnTo>
                  <a:pt x="285750" y="1790700"/>
                </a:lnTo>
                <a:close/>
                <a:moveTo>
                  <a:pt x="371475" y="1876425"/>
                </a:moveTo>
                <a:lnTo>
                  <a:pt x="390525" y="1876425"/>
                </a:lnTo>
                <a:lnTo>
                  <a:pt x="390525" y="1885950"/>
                </a:lnTo>
                <a:lnTo>
                  <a:pt x="371475" y="1885950"/>
                </a:lnTo>
                <a:close/>
                <a:moveTo>
                  <a:pt x="209550" y="1885950"/>
                </a:moveTo>
                <a:lnTo>
                  <a:pt x="228600" y="1885950"/>
                </a:lnTo>
                <a:lnTo>
                  <a:pt x="228600" y="1895475"/>
                </a:lnTo>
                <a:lnTo>
                  <a:pt x="209550" y="1895475"/>
                </a:lnTo>
                <a:close/>
                <a:moveTo>
                  <a:pt x="400050" y="1885950"/>
                </a:moveTo>
                <a:lnTo>
                  <a:pt x="409575" y="1885950"/>
                </a:lnTo>
                <a:lnTo>
                  <a:pt x="409575" y="1895475"/>
                </a:lnTo>
                <a:lnTo>
                  <a:pt x="400050" y="1895475"/>
                </a:lnTo>
                <a:close/>
                <a:moveTo>
                  <a:pt x="447675" y="1885950"/>
                </a:moveTo>
                <a:lnTo>
                  <a:pt x="476250" y="1885950"/>
                </a:lnTo>
                <a:lnTo>
                  <a:pt x="476250" y="1895475"/>
                </a:lnTo>
                <a:lnTo>
                  <a:pt x="447675" y="1895475"/>
                </a:lnTo>
                <a:close/>
                <a:moveTo>
                  <a:pt x="542925" y="1885950"/>
                </a:moveTo>
                <a:lnTo>
                  <a:pt x="552450" y="1885950"/>
                </a:lnTo>
                <a:lnTo>
                  <a:pt x="552450" y="1895475"/>
                </a:lnTo>
                <a:lnTo>
                  <a:pt x="542925" y="1895475"/>
                </a:lnTo>
                <a:close/>
                <a:moveTo>
                  <a:pt x="571500" y="1885950"/>
                </a:moveTo>
                <a:lnTo>
                  <a:pt x="590550" y="1885950"/>
                </a:lnTo>
                <a:lnTo>
                  <a:pt x="590550" y="1895475"/>
                </a:lnTo>
                <a:lnTo>
                  <a:pt x="571500" y="1895475"/>
                </a:lnTo>
                <a:close/>
                <a:moveTo>
                  <a:pt x="609600" y="1885950"/>
                </a:moveTo>
                <a:lnTo>
                  <a:pt x="657225" y="1885950"/>
                </a:lnTo>
                <a:lnTo>
                  <a:pt x="657225" y="1895475"/>
                </a:lnTo>
                <a:lnTo>
                  <a:pt x="609600" y="1895475"/>
                </a:lnTo>
                <a:close/>
                <a:moveTo>
                  <a:pt x="1809750" y="1885950"/>
                </a:moveTo>
                <a:lnTo>
                  <a:pt x="1819275" y="1885950"/>
                </a:lnTo>
                <a:lnTo>
                  <a:pt x="1819275" y="2809875"/>
                </a:lnTo>
                <a:lnTo>
                  <a:pt x="1828800" y="2809875"/>
                </a:lnTo>
                <a:lnTo>
                  <a:pt x="1828800" y="2819400"/>
                </a:lnTo>
                <a:lnTo>
                  <a:pt x="1857375" y="2819400"/>
                </a:lnTo>
                <a:lnTo>
                  <a:pt x="1857375" y="2838450"/>
                </a:lnTo>
                <a:lnTo>
                  <a:pt x="1828800" y="2838450"/>
                </a:lnTo>
                <a:lnTo>
                  <a:pt x="1828800" y="2847975"/>
                </a:lnTo>
                <a:lnTo>
                  <a:pt x="1819275" y="2847975"/>
                </a:lnTo>
                <a:lnTo>
                  <a:pt x="1819275" y="2819400"/>
                </a:lnTo>
                <a:lnTo>
                  <a:pt x="1809750" y="2819400"/>
                </a:lnTo>
                <a:close/>
                <a:moveTo>
                  <a:pt x="200025" y="1895475"/>
                </a:moveTo>
                <a:lnTo>
                  <a:pt x="209550" y="1895475"/>
                </a:lnTo>
                <a:lnTo>
                  <a:pt x="209550" y="1905000"/>
                </a:lnTo>
                <a:lnTo>
                  <a:pt x="200025" y="1905000"/>
                </a:lnTo>
                <a:close/>
                <a:moveTo>
                  <a:pt x="209550" y="1905000"/>
                </a:moveTo>
                <a:lnTo>
                  <a:pt x="219075" y="1905000"/>
                </a:lnTo>
                <a:lnTo>
                  <a:pt x="219075" y="1914525"/>
                </a:lnTo>
                <a:lnTo>
                  <a:pt x="209550" y="1914525"/>
                </a:lnTo>
                <a:close/>
                <a:moveTo>
                  <a:pt x="428625" y="1905000"/>
                </a:moveTo>
                <a:lnTo>
                  <a:pt x="438150" y="1905000"/>
                </a:lnTo>
                <a:lnTo>
                  <a:pt x="438150" y="1914525"/>
                </a:lnTo>
                <a:lnTo>
                  <a:pt x="428625" y="1914525"/>
                </a:lnTo>
                <a:close/>
                <a:moveTo>
                  <a:pt x="266700" y="1914525"/>
                </a:moveTo>
                <a:lnTo>
                  <a:pt x="276225" y="1914525"/>
                </a:lnTo>
                <a:lnTo>
                  <a:pt x="276225" y="1924050"/>
                </a:lnTo>
                <a:lnTo>
                  <a:pt x="266700" y="1924050"/>
                </a:lnTo>
                <a:close/>
                <a:moveTo>
                  <a:pt x="371475" y="1914525"/>
                </a:moveTo>
                <a:lnTo>
                  <a:pt x="390525" y="1914525"/>
                </a:lnTo>
                <a:lnTo>
                  <a:pt x="390525" y="1924050"/>
                </a:lnTo>
                <a:lnTo>
                  <a:pt x="371475" y="1924050"/>
                </a:lnTo>
                <a:close/>
                <a:moveTo>
                  <a:pt x="438150" y="1914525"/>
                </a:moveTo>
                <a:lnTo>
                  <a:pt x="447675" y="1914525"/>
                </a:lnTo>
                <a:lnTo>
                  <a:pt x="447675" y="1924050"/>
                </a:lnTo>
                <a:lnTo>
                  <a:pt x="438150" y="1924050"/>
                </a:lnTo>
                <a:close/>
                <a:moveTo>
                  <a:pt x="485775" y="1914525"/>
                </a:moveTo>
                <a:lnTo>
                  <a:pt x="523875" y="1914525"/>
                </a:lnTo>
                <a:lnTo>
                  <a:pt x="523875" y="1924050"/>
                </a:lnTo>
                <a:lnTo>
                  <a:pt x="485775" y="1924050"/>
                </a:lnTo>
                <a:close/>
                <a:moveTo>
                  <a:pt x="600075" y="1914525"/>
                </a:moveTo>
                <a:lnTo>
                  <a:pt x="609600" y="1914525"/>
                </a:lnTo>
                <a:lnTo>
                  <a:pt x="609600" y="1924050"/>
                </a:lnTo>
                <a:lnTo>
                  <a:pt x="600075" y="1924050"/>
                </a:lnTo>
                <a:close/>
                <a:moveTo>
                  <a:pt x="619125" y="1914525"/>
                </a:moveTo>
                <a:lnTo>
                  <a:pt x="638175" y="1914525"/>
                </a:lnTo>
                <a:lnTo>
                  <a:pt x="638175" y="1924050"/>
                </a:lnTo>
                <a:lnTo>
                  <a:pt x="619125" y="1924050"/>
                </a:lnTo>
                <a:close/>
                <a:moveTo>
                  <a:pt x="38100" y="2000250"/>
                </a:moveTo>
                <a:lnTo>
                  <a:pt x="47625" y="2000250"/>
                </a:lnTo>
                <a:lnTo>
                  <a:pt x="47625" y="2238375"/>
                </a:lnTo>
                <a:lnTo>
                  <a:pt x="38100" y="2238375"/>
                </a:lnTo>
                <a:close/>
                <a:moveTo>
                  <a:pt x="361950" y="2057400"/>
                </a:moveTo>
                <a:lnTo>
                  <a:pt x="371475" y="2057400"/>
                </a:lnTo>
                <a:lnTo>
                  <a:pt x="371475" y="2066925"/>
                </a:lnTo>
                <a:lnTo>
                  <a:pt x="361950" y="2066925"/>
                </a:lnTo>
                <a:close/>
                <a:moveTo>
                  <a:pt x="390525" y="2057400"/>
                </a:moveTo>
                <a:lnTo>
                  <a:pt x="438150" y="2057400"/>
                </a:lnTo>
                <a:lnTo>
                  <a:pt x="438150" y="2066925"/>
                </a:lnTo>
                <a:lnTo>
                  <a:pt x="390525" y="2066925"/>
                </a:lnTo>
                <a:close/>
                <a:moveTo>
                  <a:pt x="476250" y="2057400"/>
                </a:moveTo>
                <a:lnTo>
                  <a:pt x="514350" y="2057400"/>
                </a:lnTo>
                <a:lnTo>
                  <a:pt x="514350" y="2066925"/>
                </a:lnTo>
                <a:lnTo>
                  <a:pt x="476250" y="2066925"/>
                </a:lnTo>
                <a:close/>
                <a:moveTo>
                  <a:pt x="571500" y="2057400"/>
                </a:moveTo>
                <a:lnTo>
                  <a:pt x="581025" y="2057400"/>
                </a:lnTo>
                <a:lnTo>
                  <a:pt x="581025" y="2066925"/>
                </a:lnTo>
                <a:lnTo>
                  <a:pt x="571500" y="2066925"/>
                </a:lnTo>
                <a:close/>
                <a:moveTo>
                  <a:pt x="609600" y="2057400"/>
                </a:moveTo>
                <a:lnTo>
                  <a:pt x="657225" y="2057400"/>
                </a:lnTo>
                <a:lnTo>
                  <a:pt x="657225" y="2066925"/>
                </a:lnTo>
                <a:lnTo>
                  <a:pt x="609600" y="2066925"/>
                </a:lnTo>
                <a:close/>
                <a:moveTo>
                  <a:pt x="685800" y="2057400"/>
                </a:moveTo>
                <a:lnTo>
                  <a:pt x="714375" y="2057400"/>
                </a:lnTo>
                <a:lnTo>
                  <a:pt x="714375" y="2066925"/>
                </a:lnTo>
                <a:lnTo>
                  <a:pt x="685800" y="2066925"/>
                </a:lnTo>
                <a:close/>
                <a:moveTo>
                  <a:pt x="857250" y="2057400"/>
                </a:moveTo>
                <a:lnTo>
                  <a:pt x="885825" y="2057400"/>
                </a:lnTo>
                <a:lnTo>
                  <a:pt x="885825" y="2066925"/>
                </a:lnTo>
                <a:lnTo>
                  <a:pt x="857250" y="2066925"/>
                </a:lnTo>
                <a:close/>
                <a:moveTo>
                  <a:pt x="228600" y="2066925"/>
                </a:moveTo>
                <a:lnTo>
                  <a:pt x="238125" y="2066925"/>
                </a:lnTo>
                <a:lnTo>
                  <a:pt x="238125" y="2076450"/>
                </a:lnTo>
                <a:lnTo>
                  <a:pt x="228600" y="2076450"/>
                </a:lnTo>
                <a:close/>
                <a:moveTo>
                  <a:pt x="257175" y="2066925"/>
                </a:moveTo>
                <a:lnTo>
                  <a:pt x="266700" y="2066925"/>
                </a:lnTo>
                <a:lnTo>
                  <a:pt x="266700" y="2076450"/>
                </a:lnTo>
                <a:lnTo>
                  <a:pt x="257175" y="2076450"/>
                </a:lnTo>
                <a:close/>
                <a:moveTo>
                  <a:pt x="590550" y="2066925"/>
                </a:moveTo>
                <a:lnTo>
                  <a:pt x="609600" y="2066925"/>
                </a:lnTo>
                <a:lnTo>
                  <a:pt x="609600" y="2085975"/>
                </a:lnTo>
                <a:lnTo>
                  <a:pt x="590550" y="2085975"/>
                </a:lnTo>
                <a:close/>
                <a:moveTo>
                  <a:pt x="657225" y="2066925"/>
                </a:moveTo>
                <a:lnTo>
                  <a:pt x="666750" y="2066925"/>
                </a:lnTo>
                <a:lnTo>
                  <a:pt x="666750" y="2076450"/>
                </a:lnTo>
                <a:lnTo>
                  <a:pt x="676275" y="2076450"/>
                </a:lnTo>
                <a:lnTo>
                  <a:pt x="676275" y="2066925"/>
                </a:lnTo>
                <a:lnTo>
                  <a:pt x="685800" y="2066925"/>
                </a:lnTo>
                <a:lnTo>
                  <a:pt x="685800" y="2085975"/>
                </a:lnTo>
                <a:lnTo>
                  <a:pt x="657225" y="2085975"/>
                </a:lnTo>
                <a:close/>
                <a:moveTo>
                  <a:pt x="219075" y="2076450"/>
                </a:moveTo>
                <a:lnTo>
                  <a:pt x="228600" y="2076450"/>
                </a:lnTo>
                <a:lnTo>
                  <a:pt x="228600" y="2085975"/>
                </a:lnTo>
                <a:lnTo>
                  <a:pt x="219075" y="2085975"/>
                </a:lnTo>
                <a:close/>
                <a:moveTo>
                  <a:pt x="266700" y="2076450"/>
                </a:moveTo>
                <a:lnTo>
                  <a:pt x="276225" y="2076450"/>
                </a:lnTo>
                <a:lnTo>
                  <a:pt x="276225" y="2085975"/>
                </a:lnTo>
                <a:lnTo>
                  <a:pt x="266700" y="2085975"/>
                </a:lnTo>
                <a:close/>
                <a:moveTo>
                  <a:pt x="581025" y="2085975"/>
                </a:moveTo>
                <a:lnTo>
                  <a:pt x="590550" y="2085975"/>
                </a:lnTo>
                <a:lnTo>
                  <a:pt x="590550" y="2095500"/>
                </a:lnTo>
                <a:lnTo>
                  <a:pt x="581025" y="2095500"/>
                </a:lnTo>
                <a:close/>
                <a:moveTo>
                  <a:pt x="638175" y="2085975"/>
                </a:moveTo>
                <a:lnTo>
                  <a:pt x="657225" y="2085975"/>
                </a:lnTo>
                <a:lnTo>
                  <a:pt x="657225" y="2095500"/>
                </a:lnTo>
                <a:lnTo>
                  <a:pt x="638175" y="2095500"/>
                </a:lnTo>
                <a:close/>
                <a:moveTo>
                  <a:pt x="781050" y="2085975"/>
                </a:moveTo>
                <a:lnTo>
                  <a:pt x="809625" y="2085975"/>
                </a:lnTo>
                <a:lnTo>
                  <a:pt x="809625" y="2095500"/>
                </a:lnTo>
                <a:lnTo>
                  <a:pt x="781050" y="2095500"/>
                </a:lnTo>
                <a:close/>
                <a:moveTo>
                  <a:pt x="1457325" y="2085975"/>
                </a:moveTo>
                <a:lnTo>
                  <a:pt x="1466850" y="2085975"/>
                </a:lnTo>
                <a:lnTo>
                  <a:pt x="1466850" y="2095500"/>
                </a:lnTo>
                <a:lnTo>
                  <a:pt x="1457325" y="2095500"/>
                </a:lnTo>
                <a:close/>
                <a:moveTo>
                  <a:pt x="1514475" y="2085975"/>
                </a:moveTo>
                <a:lnTo>
                  <a:pt x="1533525" y="2085975"/>
                </a:lnTo>
                <a:lnTo>
                  <a:pt x="1533525" y="2095500"/>
                </a:lnTo>
                <a:lnTo>
                  <a:pt x="1514475" y="2095500"/>
                </a:lnTo>
                <a:close/>
                <a:moveTo>
                  <a:pt x="1552575" y="2085975"/>
                </a:moveTo>
                <a:lnTo>
                  <a:pt x="1571625" y="2085975"/>
                </a:lnTo>
                <a:lnTo>
                  <a:pt x="1571625" y="2095500"/>
                </a:lnTo>
                <a:lnTo>
                  <a:pt x="1552575" y="2095500"/>
                </a:lnTo>
                <a:close/>
                <a:moveTo>
                  <a:pt x="1638300" y="2085975"/>
                </a:moveTo>
                <a:lnTo>
                  <a:pt x="1657350" y="2085975"/>
                </a:lnTo>
                <a:lnTo>
                  <a:pt x="1657350" y="2095500"/>
                </a:lnTo>
                <a:lnTo>
                  <a:pt x="1638300" y="2095500"/>
                </a:lnTo>
                <a:close/>
                <a:moveTo>
                  <a:pt x="1466850" y="2095500"/>
                </a:moveTo>
                <a:lnTo>
                  <a:pt x="1485900" y="2095500"/>
                </a:lnTo>
                <a:lnTo>
                  <a:pt x="1485900" y="2124075"/>
                </a:lnTo>
                <a:lnTo>
                  <a:pt x="1476375" y="2124075"/>
                </a:lnTo>
                <a:lnTo>
                  <a:pt x="1476375" y="2114550"/>
                </a:lnTo>
                <a:lnTo>
                  <a:pt x="1466850" y="2114550"/>
                </a:lnTo>
                <a:lnTo>
                  <a:pt x="1466850" y="2124075"/>
                </a:lnTo>
                <a:lnTo>
                  <a:pt x="1457325" y="2124075"/>
                </a:lnTo>
                <a:lnTo>
                  <a:pt x="1457325" y="2105025"/>
                </a:lnTo>
                <a:lnTo>
                  <a:pt x="1466850" y="2105025"/>
                </a:lnTo>
                <a:close/>
                <a:moveTo>
                  <a:pt x="1600200" y="2095500"/>
                </a:moveTo>
                <a:lnTo>
                  <a:pt x="1609725" y="2095500"/>
                </a:lnTo>
                <a:lnTo>
                  <a:pt x="1609725" y="2105025"/>
                </a:lnTo>
                <a:lnTo>
                  <a:pt x="1600200" y="2105025"/>
                </a:lnTo>
                <a:close/>
                <a:moveTo>
                  <a:pt x="276225" y="2105025"/>
                </a:moveTo>
                <a:lnTo>
                  <a:pt x="285750" y="2105025"/>
                </a:lnTo>
                <a:lnTo>
                  <a:pt x="285750" y="2133600"/>
                </a:lnTo>
                <a:lnTo>
                  <a:pt x="276225" y="2133600"/>
                </a:lnTo>
                <a:close/>
                <a:moveTo>
                  <a:pt x="257175" y="2114550"/>
                </a:moveTo>
                <a:lnTo>
                  <a:pt x="266700" y="2114550"/>
                </a:lnTo>
                <a:lnTo>
                  <a:pt x="266700" y="2124075"/>
                </a:lnTo>
                <a:lnTo>
                  <a:pt x="257175" y="2124075"/>
                </a:lnTo>
                <a:close/>
                <a:moveTo>
                  <a:pt x="1466850" y="2124075"/>
                </a:moveTo>
                <a:lnTo>
                  <a:pt x="1476375" y="2124075"/>
                </a:lnTo>
                <a:lnTo>
                  <a:pt x="1476375" y="2133600"/>
                </a:lnTo>
                <a:lnTo>
                  <a:pt x="1466850" y="2133600"/>
                </a:lnTo>
                <a:close/>
                <a:moveTo>
                  <a:pt x="1600200" y="2124075"/>
                </a:moveTo>
                <a:lnTo>
                  <a:pt x="1609725" y="2124075"/>
                </a:lnTo>
                <a:lnTo>
                  <a:pt x="1609725" y="2133600"/>
                </a:lnTo>
                <a:lnTo>
                  <a:pt x="1600200" y="2133600"/>
                </a:lnTo>
                <a:close/>
                <a:moveTo>
                  <a:pt x="219075" y="2133600"/>
                </a:moveTo>
                <a:lnTo>
                  <a:pt x="276225" y="2133600"/>
                </a:lnTo>
                <a:lnTo>
                  <a:pt x="276225" y="2143125"/>
                </a:lnTo>
                <a:lnTo>
                  <a:pt x="257175" y="2143125"/>
                </a:lnTo>
                <a:lnTo>
                  <a:pt x="257175" y="2152650"/>
                </a:lnTo>
                <a:lnTo>
                  <a:pt x="238125" y="2152650"/>
                </a:lnTo>
                <a:lnTo>
                  <a:pt x="238125" y="2143125"/>
                </a:lnTo>
                <a:lnTo>
                  <a:pt x="219075" y="2143125"/>
                </a:lnTo>
                <a:close/>
                <a:moveTo>
                  <a:pt x="361950" y="2133600"/>
                </a:moveTo>
                <a:lnTo>
                  <a:pt x="428625" y="2133600"/>
                </a:lnTo>
                <a:lnTo>
                  <a:pt x="428625" y="2143125"/>
                </a:lnTo>
                <a:lnTo>
                  <a:pt x="409575" y="2143125"/>
                </a:lnTo>
                <a:lnTo>
                  <a:pt x="409575" y="2162175"/>
                </a:lnTo>
                <a:lnTo>
                  <a:pt x="381000" y="2162175"/>
                </a:lnTo>
                <a:lnTo>
                  <a:pt x="381000" y="2143125"/>
                </a:lnTo>
                <a:lnTo>
                  <a:pt x="361950" y="2143125"/>
                </a:lnTo>
                <a:close/>
                <a:moveTo>
                  <a:pt x="466725" y="2133600"/>
                </a:moveTo>
                <a:lnTo>
                  <a:pt x="476250" y="2133600"/>
                </a:lnTo>
                <a:lnTo>
                  <a:pt x="476250" y="2143125"/>
                </a:lnTo>
                <a:lnTo>
                  <a:pt x="466725" y="2143125"/>
                </a:lnTo>
                <a:close/>
                <a:moveTo>
                  <a:pt x="485775" y="2133600"/>
                </a:moveTo>
                <a:lnTo>
                  <a:pt x="495300" y="2133600"/>
                </a:lnTo>
                <a:lnTo>
                  <a:pt x="495300" y="2143125"/>
                </a:lnTo>
                <a:lnTo>
                  <a:pt x="485775" y="2143125"/>
                </a:lnTo>
                <a:close/>
                <a:moveTo>
                  <a:pt x="523875" y="2133600"/>
                </a:moveTo>
                <a:lnTo>
                  <a:pt x="533400" y="2133600"/>
                </a:lnTo>
                <a:lnTo>
                  <a:pt x="533400" y="2143125"/>
                </a:lnTo>
                <a:lnTo>
                  <a:pt x="523875" y="2143125"/>
                </a:lnTo>
                <a:close/>
                <a:moveTo>
                  <a:pt x="638175" y="2133600"/>
                </a:moveTo>
                <a:lnTo>
                  <a:pt x="666750" y="2133600"/>
                </a:lnTo>
                <a:lnTo>
                  <a:pt x="666750" y="2143125"/>
                </a:lnTo>
                <a:lnTo>
                  <a:pt x="638175" y="2143125"/>
                </a:lnTo>
                <a:close/>
                <a:moveTo>
                  <a:pt x="438150" y="2143125"/>
                </a:moveTo>
                <a:lnTo>
                  <a:pt x="447675" y="2143125"/>
                </a:lnTo>
                <a:lnTo>
                  <a:pt x="447675" y="2162175"/>
                </a:lnTo>
                <a:lnTo>
                  <a:pt x="438150" y="2162175"/>
                </a:lnTo>
                <a:close/>
                <a:moveTo>
                  <a:pt x="533400" y="2143125"/>
                </a:moveTo>
                <a:lnTo>
                  <a:pt x="542925" y="2143125"/>
                </a:lnTo>
                <a:lnTo>
                  <a:pt x="542925" y="2162175"/>
                </a:lnTo>
                <a:lnTo>
                  <a:pt x="533400" y="2162175"/>
                </a:lnTo>
                <a:close/>
                <a:moveTo>
                  <a:pt x="600075" y="2143125"/>
                </a:moveTo>
                <a:lnTo>
                  <a:pt x="609600" y="2143125"/>
                </a:lnTo>
                <a:lnTo>
                  <a:pt x="609600" y="2162175"/>
                </a:lnTo>
                <a:lnTo>
                  <a:pt x="600075" y="2162175"/>
                </a:lnTo>
                <a:close/>
                <a:moveTo>
                  <a:pt x="619125" y="2143125"/>
                </a:moveTo>
                <a:lnTo>
                  <a:pt x="628650" y="2143125"/>
                </a:lnTo>
                <a:lnTo>
                  <a:pt x="628650" y="2162175"/>
                </a:lnTo>
                <a:lnTo>
                  <a:pt x="619125" y="2162175"/>
                </a:lnTo>
                <a:close/>
                <a:moveTo>
                  <a:pt x="695325" y="2143125"/>
                </a:moveTo>
                <a:lnTo>
                  <a:pt x="704850" y="2143125"/>
                </a:lnTo>
                <a:lnTo>
                  <a:pt x="704850" y="2162175"/>
                </a:lnTo>
                <a:lnTo>
                  <a:pt x="695325" y="2162175"/>
                </a:lnTo>
                <a:close/>
                <a:moveTo>
                  <a:pt x="838200" y="2143125"/>
                </a:moveTo>
                <a:lnTo>
                  <a:pt x="857250" y="2143125"/>
                </a:lnTo>
                <a:lnTo>
                  <a:pt x="857250" y="2152650"/>
                </a:lnTo>
                <a:lnTo>
                  <a:pt x="838200" y="2152650"/>
                </a:lnTo>
                <a:close/>
                <a:moveTo>
                  <a:pt x="952500" y="2143125"/>
                </a:moveTo>
                <a:lnTo>
                  <a:pt x="962025" y="2143125"/>
                </a:lnTo>
                <a:lnTo>
                  <a:pt x="962025" y="2162175"/>
                </a:lnTo>
                <a:lnTo>
                  <a:pt x="952500" y="2162175"/>
                </a:lnTo>
                <a:close/>
                <a:moveTo>
                  <a:pt x="419100" y="2152650"/>
                </a:moveTo>
                <a:lnTo>
                  <a:pt x="428625" y="2152650"/>
                </a:lnTo>
                <a:lnTo>
                  <a:pt x="428625" y="2162175"/>
                </a:lnTo>
                <a:lnTo>
                  <a:pt x="419100" y="2162175"/>
                </a:lnTo>
                <a:close/>
                <a:moveTo>
                  <a:pt x="495300" y="2162175"/>
                </a:moveTo>
                <a:lnTo>
                  <a:pt x="504825" y="2162175"/>
                </a:lnTo>
                <a:lnTo>
                  <a:pt x="504825" y="2171700"/>
                </a:lnTo>
                <a:lnTo>
                  <a:pt x="495300" y="2171700"/>
                </a:lnTo>
                <a:close/>
                <a:moveTo>
                  <a:pt x="561975" y="2162175"/>
                </a:moveTo>
                <a:lnTo>
                  <a:pt x="590550" y="2162175"/>
                </a:lnTo>
                <a:lnTo>
                  <a:pt x="590550" y="2171700"/>
                </a:lnTo>
                <a:lnTo>
                  <a:pt x="561975" y="2171700"/>
                </a:lnTo>
                <a:close/>
                <a:moveTo>
                  <a:pt x="657225" y="2162175"/>
                </a:moveTo>
                <a:lnTo>
                  <a:pt x="676275" y="2162175"/>
                </a:lnTo>
                <a:lnTo>
                  <a:pt x="676275" y="2171700"/>
                </a:lnTo>
                <a:lnTo>
                  <a:pt x="657225" y="2171700"/>
                </a:lnTo>
                <a:close/>
                <a:moveTo>
                  <a:pt x="714375" y="2162175"/>
                </a:moveTo>
                <a:lnTo>
                  <a:pt x="742950" y="2162175"/>
                </a:lnTo>
                <a:lnTo>
                  <a:pt x="742950" y="2171700"/>
                </a:lnTo>
                <a:lnTo>
                  <a:pt x="714375" y="2171700"/>
                </a:lnTo>
                <a:close/>
                <a:moveTo>
                  <a:pt x="847725" y="2162175"/>
                </a:moveTo>
                <a:lnTo>
                  <a:pt x="857250" y="2162175"/>
                </a:lnTo>
                <a:lnTo>
                  <a:pt x="857250" y="2171700"/>
                </a:lnTo>
                <a:lnTo>
                  <a:pt x="847725" y="2171700"/>
                </a:lnTo>
                <a:close/>
                <a:moveTo>
                  <a:pt x="876300" y="2162175"/>
                </a:moveTo>
                <a:lnTo>
                  <a:pt x="895350" y="2162175"/>
                </a:lnTo>
                <a:lnTo>
                  <a:pt x="895350" y="2171700"/>
                </a:lnTo>
                <a:lnTo>
                  <a:pt x="876300" y="2171700"/>
                </a:lnTo>
                <a:close/>
                <a:moveTo>
                  <a:pt x="38100" y="2247900"/>
                </a:moveTo>
                <a:lnTo>
                  <a:pt x="47625" y="2247900"/>
                </a:lnTo>
                <a:lnTo>
                  <a:pt x="47625" y="3409950"/>
                </a:lnTo>
                <a:lnTo>
                  <a:pt x="38100" y="3409950"/>
                </a:lnTo>
                <a:lnTo>
                  <a:pt x="38100" y="2847975"/>
                </a:lnTo>
                <a:lnTo>
                  <a:pt x="19050" y="2847975"/>
                </a:lnTo>
                <a:lnTo>
                  <a:pt x="19050" y="2838450"/>
                </a:lnTo>
                <a:lnTo>
                  <a:pt x="0" y="2838450"/>
                </a:lnTo>
                <a:lnTo>
                  <a:pt x="0" y="2819400"/>
                </a:lnTo>
                <a:lnTo>
                  <a:pt x="19050" y="2819400"/>
                </a:lnTo>
                <a:lnTo>
                  <a:pt x="19050" y="2809875"/>
                </a:lnTo>
                <a:lnTo>
                  <a:pt x="38100" y="2809875"/>
                </a:lnTo>
                <a:close/>
                <a:moveTo>
                  <a:pt x="590550" y="2305050"/>
                </a:moveTo>
                <a:lnTo>
                  <a:pt x="609600" y="2305050"/>
                </a:lnTo>
                <a:lnTo>
                  <a:pt x="609600" y="2314575"/>
                </a:lnTo>
                <a:lnTo>
                  <a:pt x="590550" y="2314575"/>
                </a:lnTo>
                <a:close/>
                <a:moveTo>
                  <a:pt x="371475" y="2314575"/>
                </a:moveTo>
                <a:lnTo>
                  <a:pt x="381000" y="2314575"/>
                </a:lnTo>
                <a:lnTo>
                  <a:pt x="381000" y="2324100"/>
                </a:lnTo>
                <a:lnTo>
                  <a:pt x="371475" y="2324100"/>
                </a:lnTo>
                <a:close/>
                <a:moveTo>
                  <a:pt x="390525" y="2314575"/>
                </a:moveTo>
                <a:lnTo>
                  <a:pt x="400050" y="2314575"/>
                </a:lnTo>
                <a:lnTo>
                  <a:pt x="400050" y="2324100"/>
                </a:lnTo>
                <a:lnTo>
                  <a:pt x="390525" y="2324100"/>
                </a:lnTo>
                <a:close/>
                <a:moveTo>
                  <a:pt x="428625" y="2314575"/>
                </a:moveTo>
                <a:lnTo>
                  <a:pt x="438150" y="2314575"/>
                </a:lnTo>
                <a:lnTo>
                  <a:pt x="438150" y="2324100"/>
                </a:lnTo>
                <a:lnTo>
                  <a:pt x="428625" y="2324100"/>
                </a:lnTo>
                <a:close/>
                <a:moveTo>
                  <a:pt x="609600" y="2314575"/>
                </a:moveTo>
                <a:lnTo>
                  <a:pt x="628650" y="2314575"/>
                </a:lnTo>
                <a:lnTo>
                  <a:pt x="628650" y="2324100"/>
                </a:lnTo>
                <a:lnTo>
                  <a:pt x="609600" y="2324100"/>
                </a:lnTo>
                <a:close/>
                <a:moveTo>
                  <a:pt x="638175" y="2314575"/>
                </a:moveTo>
                <a:lnTo>
                  <a:pt x="647700" y="2314575"/>
                </a:lnTo>
                <a:lnTo>
                  <a:pt x="647700" y="2324100"/>
                </a:lnTo>
                <a:lnTo>
                  <a:pt x="638175" y="2324100"/>
                </a:lnTo>
                <a:close/>
                <a:moveTo>
                  <a:pt x="676275" y="2314575"/>
                </a:moveTo>
                <a:lnTo>
                  <a:pt x="695325" y="2314575"/>
                </a:lnTo>
                <a:lnTo>
                  <a:pt x="695325" y="2324100"/>
                </a:lnTo>
                <a:lnTo>
                  <a:pt x="676275" y="2324100"/>
                </a:lnTo>
                <a:close/>
                <a:moveTo>
                  <a:pt x="704850" y="2314575"/>
                </a:moveTo>
                <a:lnTo>
                  <a:pt x="714375" y="2314575"/>
                </a:lnTo>
                <a:lnTo>
                  <a:pt x="714375" y="2324100"/>
                </a:lnTo>
                <a:lnTo>
                  <a:pt x="704850" y="2324100"/>
                </a:lnTo>
                <a:close/>
                <a:moveTo>
                  <a:pt x="733425" y="2314575"/>
                </a:moveTo>
                <a:lnTo>
                  <a:pt x="742950" y="2314575"/>
                </a:lnTo>
                <a:lnTo>
                  <a:pt x="742950" y="2324100"/>
                </a:lnTo>
                <a:lnTo>
                  <a:pt x="733425" y="2324100"/>
                </a:lnTo>
                <a:close/>
                <a:moveTo>
                  <a:pt x="542925" y="2324100"/>
                </a:moveTo>
                <a:lnTo>
                  <a:pt x="552450" y="2324100"/>
                </a:lnTo>
                <a:lnTo>
                  <a:pt x="552450" y="2333625"/>
                </a:lnTo>
                <a:lnTo>
                  <a:pt x="542925" y="2333625"/>
                </a:lnTo>
                <a:close/>
                <a:moveTo>
                  <a:pt x="781050" y="2324100"/>
                </a:moveTo>
                <a:lnTo>
                  <a:pt x="790575" y="2324100"/>
                </a:lnTo>
                <a:lnTo>
                  <a:pt x="790575" y="2333625"/>
                </a:lnTo>
                <a:lnTo>
                  <a:pt x="781050" y="2333625"/>
                </a:lnTo>
                <a:close/>
                <a:moveTo>
                  <a:pt x="542925" y="2343150"/>
                </a:moveTo>
                <a:lnTo>
                  <a:pt x="552450" y="2343150"/>
                </a:lnTo>
                <a:lnTo>
                  <a:pt x="552450" y="2352675"/>
                </a:lnTo>
                <a:lnTo>
                  <a:pt x="542925" y="2352675"/>
                </a:lnTo>
                <a:close/>
                <a:moveTo>
                  <a:pt x="561975" y="2343150"/>
                </a:moveTo>
                <a:lnTo>
                  <a:pt x="571500" y="2343150"/>
                </a:lnTo>
                <a:lnTo>
                  <a:pt x="571500" y="2352675"/>
                </a:lnTo>
                <a:lnTo>
                  <a:pt x="561975" y="2352675"/>
                </a:lnTo>
                <a:close/>
                <a:moveTo>
                  <a:pt x="1581150" y="2343150"/>
                </a:moveTo>
                <a:lnTo>
                  <a:pt x="1590675" y="2343150"/>
                </a:lnTo>
                <a:lnTo>
                  <a:pt x="1590675" y="2352675"/>
                </a:lnTo>
                <a:lnTo>
                  <a:pt x="1581150" y="2352675"/>
                </a:lnTo>
                <a:close/>
                <a:moveTo>
                  <a:pt x="409575" y="2352675"/>
                </a:moveTo>
                <a:lnTo>
                  <a:pt x="428625" y="2352675"/>
                </a:lnTo>
                <a:lnTo>
                  <a:pt x="428625" y="2362200"/>
                </a:lnTo>
                <a:lnTo>
                  <a:pt x="409575" y="2362200"/>
                </a:lnTo>
                <a:close/>
                <a:moveTo>
                  <a:pt x="571500" y="2352675"/>
                </a:moveTo>
                <a:lnTo>
                  <a:pt x="590550" y="2352675"/>
                </a:lnTo>
                <a:lnTo>
                  <a:pt x="590550" y="2362200"/>
                </a:lnTo>
                <a:lnTo>
                  <a:pt x="571500" y="2362200"/>
                </a:lnTo>
                <a:close/>
                <a:moveTo>
                  <a:pt x="647700" y="2352675"/>
                </a:moveTo>
                <a:lnTo>
                  <a:pt x="657225" y="2352675"/>
                </a:lnTo>
                <a:lnTo>
                  <a:pt x="657225" y="2362200"/>
                </a:lnTo>
                <a:lnTo>
                  <a:pt x="647700" y="2362200"/>
                </a:lnTo>
                <a:close/>
                <a:moveTo>
                  <a:pt x="676275" y="2352675"/>
                </a:moveTo>
                <a:lnTo>
                  <a:pt x="704850" y="2352675"/>
                </a:lnTo>
                <a:lnTo>
                  <a:pt x="704850" y="2362200"/>
                </a:lnTo>
                <a:lnTo>
                  <a:pt x="676275" y="2362200"/>
                </a:lnTo>
                <a:close/>
                <a:moveTo>
                  <a:pt x="1352550" y="2352675"/>
                </a:moveTo>
                <a:lnTo>
                  <a:pt x="1362075" y="2352675"/>
                </a:lnTo>
                <a:lnTo>
                  <a:pt x="1362075" y="2362200"/>
                </a:lnTo>
                <a:lnTo>
                  <a:pt x="1352550" y="2362200"/>
                </a:lnTo>
                <a:close/>
                <a:moveTo>
                  <a:pt x="1409700" y="2352675"/>
                </a:moveTo>
                <a:lnTo>
                  <a:pt x="1419225" y="2352675"/>
                </a:lnTo>
                <a:lnTo>
                  <a:pt x="1419225" y="2371725"/>
                </a:lnTo>
                <a:lnTo>
                  <a:pt x="1409700" y="2371725"/>
                </a:lnTo>
                <a:close/>
                <a:moveTo>
                  <a:pt x="1590675" y="2352675"/>
                </a:moveTo>
                <a:lnTo>
                  <a:pt x="1600200" y="2352675"/>
                </a:lnTo>
                <a:lnTo>
                  <a:pt x="1600200" y="2362200"/>
                </a:lnTo>
                <a:lnTo>
                  <a:pt x="1590675" y="2362200"/>
                </a:lnTo>
                <a:close/>
                <a:moveTo>
                  <a:pt x="1333500" y="2362200"/>
                </a:moveTo>
                <a:lnTo>
                  <a:pt x="1343025" y="2362200"/>
                </a:lnTo>
                <a:lnTo>
                  <a:pt x="1343025" y="2371725"/>
                </a:lnTo>
                <a:lnTo>
                  <a:pt x="1333500" y="2371725"/>
                </a:lnTo>
                <a:close/>
                <a:moveTo>
                  <a:pt x="1428750" y="2381250"/>
                </a:moveTo>
                <a:lnTo>
                  <a:pt x="1447800" y="2381250"/>
                </a:lnTo>
                <a:lnTo>
                  <a:pt x="1447800" y="2390775"/>
                </a:lnTo>
                <a:lnTo>
                  <a:pt x="1428750" y="2390775"/>
                </a:lnTo>
                <a:close/>
                <a:moveTo>
                  <a:pt x="1466850" y="2381250"/>
                </a:moveTo>
                <a:lnTo>
                  <a:pt x="1476375" y="2381250"/>
                </a:lnTo>
                <a:lnTo>
                  <a:pt x="1476375" y="2390775"/>
                </a:lnTo>
                <a:lnTo>
                  <a:pt x="1466850" y="2390775"/>
                </a:lnTo>
                <a:close/>
                <a:moveTo>
                  <a:pt x="1552575" y="2381250"/>
                </a:moveTo>
                <a:lnTo>
                  <a:pt x="1571625" y="2381250"/>
                </a:lnTo>
                <a:lnTo>
                  <a:pt x="1571625" y="2390775"/>
                </a:lnTo>
                <a:lnTo>
                  <a:pt x="1552575" y="2390775"/>
                </a:lnTo>
                <a:close/>
                <a:moveTo>
                  <a:pt x="1600200" y="2381250"/>
                </a:moveTo>
                <a:lnTo>
                  <a:pt x="1609725" y="2381250"/>
                </a:lnTo>
                <a:lnTo>
                  <a:pt x="1609725" y="2390775"/>
                </a:lnTo>
                <a:lnTo>
                  <a:pt x="1600200" y="2390775"/>
                </a:lnTo>
                <a:close/>
                <a:moveTo>
                  <a:pt x="1638300" y="2381250"/>
                </a:moveTo>
                <a:lnTo>
                  <a:pt x="1657350" y="2381250"/>
                </a:lnTo>
                <a:lnTo>
                  <a:pt x="1657350" y="2390775"/>
                </a:lnTo>
                <a:lnTo>
                  <a:pt x="1638300" y="2390775"/>
                </a:lnTo>
                <a:close/>
                <a:moveTo>
                  <a:pt x="371475" y="2390775"/>
                </a:moveTo>
                <a:lnTo>
                  <a:pt x="400050" y="2390775"/>
                </a:lnTo>
                <a:lnTo>
                  <a:pt x="400050" y="2400300"/>
                </a:lnTo>
                <a:lnTo>
                  <a:pt x="371475" y="2400300"/>
                </a:lnTo>
                <a:close/>
                <a:moveTo>
                  <a:pt x="561975" y="2390775"/>
                </a:moveTo>
                <a:lnTo>
                  <a:pt x="581025" y="2390775"/>
                </a:lnTo>
                <a:lnTo>
                  <a:pt x="581025" y="2400300"/>
                </a:lnTo>
                <a:lnTo>
                  <a:pt x="561975" y="2400300"/>
                </a:lnTo>
                <a:close/>
                <a:moveTo>
                  <a:pt x="952500" y="2390775"/>
                </a:moveTo>
                <a:lnTo>
                  <a:pt x="971550" y="2390775"/>
                </a:lnTo>
                <a:lnTo>
                  <a:pt x="971550" y="2400300"/>
                </a:lnTo>
                <a:lnTo>
                  <a:pt x="952500" y="2400300"/>
                </a:lnTo>
                <a:close/>
                <a:moveTo>
                  <a:pt x="1123950" y="2390775"/>
                </a:moveTo>
                <a:lnTo>
                  <a:pt x="1143000" y="2390775"/>
                </a:lnTo>
                <a:lnTo>
                  <a:pt x="1143000" y="2400300"/>
                </a:lnTo>
                <a:lnTo>
                  <a:pt x="1123950" y="2400300"/>
                </a:lnTo>
                <a:close/>
                <a:moveTo>
                  <a:pt x="514350" y="2400300"/>
                </a:moveTo>
                <a:lnTo>
                  <a:pt x="523875" y="2400300"/>
                </a:lnTo>
                <a:lnTo>
                  <a:pt x="523875" y="2419350"/>
                </a:lnTo>
                <a:lnTo>
                  <a:pt x="495300" y="2419350"/>
                </a:lnTo>
                <a:lnTo>
                  <a:pt x="495300" y="2409825"/>
                </a:lnTo>
                <a:lnTo>
                  <a:pt x="514350" y="2409825"/>
                </a:lnTo>
                <a:close/>
                <a:moveTo>
                  <a:pt x="542925" y="2400300"/>
                </a:moveTo>
                <a:lnTo>
                  <a:pt x="552450" y="2400300"/>
                </a:lnTo>
                <a:lnTo>
                  <a:pt x="552450" y="2409825"/>
                </a:lnTo>
                <a:lnTo>
                  <a:pt x="542925" y="2409825"/>
                </a:lnTo>
                <a:close/>
                <a:moveTo>
                  <a:pt x="676275" y="2400300"/>
                </a:moveTo>
                <a:lnTo>
                  <a:pt x="704850" y="2400300"/>
                </a:lnTo>
                <a:lnTo>
                  <a:pt x="704850" y="2419350"/>
                </a:lnTo>
                <a:lnTo>
                  <a:pt x="723900" y="2419350"/>
                </a:lnTo>
                <a:lnTo>
                  <a:pt x="723900" y="2428875"/>
                </a:lnTo>
                <a:lnTo>
                  <a:pt x="685800" y="2428875"/>
                </a:lnTo>
                <a:lnTo>
                  <a:pt x="685800" y="2419350"/>
                </a:lnTo>
                <a:lnTo>
                  <a:pt x="657225" y="2419350"/>
                </a:lnTo>
                <a:lnTo>
                  <a:pt x="657225" y="2409825"/>
                </a:lnTo>
                <a:lnTo>
                  <a:pt x="676275" y="2409825"/>
                </a:lnTo>
                <a:close/>
                <a:moveTo>
                  <a:pt x="714375" y="2400300"/>
                </a:moveTo>
                <a:lnTo>
                  <a:pt x="723900" y="2400300"/>
                </a:lnTo>
                <a:lnTo>
                  <a:pt x="723900" y="2409825"/>
                </a:lnTo>
                <a:lnTo>
                  <a:pt x="714375" y="2409825"/>
                </a:lnTo>
                <a:close/>
                <a:moveTo>
                  <a:pt x="933450" y="2400300"/>
                </a:moveTo>
                <a:lnTo>
                  <a:pt x="942975" y="2400300"/>
                </a:lnTo>
                <a:lnTo>
                  <a:pt x="942975" y="2419350"/>
                </a:lnTo>
                <a:lnTo>
                  <a:pt x="923925" y="2419350"/>
                </a:lnTo>
                <a:lnTo>
                  <a:pt x="923925" y="2409825"/>
                </a:lnTo>
                <a:lnTo>
                  <a:pt x="933450" y="2409825"/>
                </a:lnTo>
                <a:close/>
                <a:moveTo>
                  <a:pt x="1066800" y="2400300"/>
                </a:moveTo>
                <a:lnTo>
                  <a:pt x="1076325" y="2400300"/>
                </a:lnTo>
                <a:lnTo>
                  <a:pt x="1076325" y="2419350"/>
                </a:lnTo>
                <a:lnTo>
                  <a:pt x="1038225" y="2419350"/>
                </a:lnTo>
                <a:lnTo>
                  <a:pt x="1038225" y="2409825"/>
                </a:lnTo>
                <a:lnTo>
                  <a:pt x="1066800" y="2409825"/>
                </a:lnTo>
                <a:close/>
                <a:moveTo>
                  <a:pt x="1114425" y="2400300"/>
                </a:moveTo>
                <a:lnTo>
                  <a:pt x="1123950" y="2400300"/>
                </a:lnTo>
                <a:lnTo>
                  <a:pt x="1123950" y="2409825"/>
                </a:lnTo>
                <a:lnTo>
                  <a:pt x="1114425" y="2409825"/>
                </a:lnTo>
                <a:close/>
                <a:moveTo>
                  <a:pt x="371475" y="2409825"/>
                </a:moveTo>
                <a:lnTo>
                  <a:pt x="381000" y="2409825"/>
                </a:lnTo>
                <a:lnTo>
                  <a:pt x="381000" y="2419350"/>
                </a:lnTo>
                <a:lnTo>
                  <a:pt x="371475" y="2419350"/>
                </a:lnTo>
                <a:close/>
                <a:moveTo>
                  <a:pt x="762000" y="2409825"/>
                </a:moveTo>
                <a:lnTo>
                  <a:pt x="771525" y="2409825"/>
                </a:lnTo>
                <a:lnTo>
                  <a:pt x="771525" y="2419350"/>
                </a:lnTo>
                <a:lnTo>
                  <a:pt x="762000" y="2419350"/>
                </a:lnTo>
                <a:close/>
                <a:moveTo>
                  <a:pt x="952500" y="2409825"/>
                </a:moveTo>
                <a:lnTo>
                  <a:pt x="962025" y="2409825"/>
                </a:lnTo>
                <a:lnTo>
                  <a:pt x="962025" y="2419350"/>
                </a:lnTo>
                <a:lnTo>
                  <a:pt x="952500" y="2419350"/>
                </a:lnTo>
                <a:close/>
                <a:moveTo>
                  <a:pt x="1095375" y="2409825"/>
                </a:moveTo>
                <a:lnTo>
                  <a:pt x="1104900" y="2409825"/>
                </a:lnTo>
                <a:lnTo>
                  <a:pt x="1104900" y="2419350"/>
                </a:lnTo>
                <a:lnTo>
                  <a:pt x="1095375" y="2419350"/>
                </a:lnTo>
                <a:close/>
                <a:moveTo>
                  <a:pt x="400050" y="2419350"/>
                </a:moveTo>
                <a:lnTo>
                  <a:pt x="419100" y="2419350"/>
                </a:lnTo>
                <a:lnTo>
                  <a:pt x="419100" y="2428875"/>
                </a:lnTo>
                <a:lnTo>
                  <a:pt x="400050" y="2428875"/>
                </a:lnTo>
                <a:close/>
                <a:moveTo>
                  <a:pt x="485775" y="2419350"/>
                </a:moveTo>
                <a:lnTo>
                  <a:pt x="495300" y="2419350"/>
                </a:lnTo>
                <a:lnTo>
                  <a:pt x="495300" y="2428875"/>
                </a:lnTo>
                <a:lnTo>
                  <a:pt x="485775" y="2428875"/>
                </a:lnTo>
                <a:close/>
                <a:moveTo>
                  <a:pt x="523875" y="2419350"/>
                </a:moveTo>
                <a:lnTo>
                  <a:pt x="581025" y="2419350"/>
                </a:lnTo>
                <a:lnTo>
                  <a:pt x="581025" y="2428875"/>
                </a:lnTo>
                <a:lnTo>
                  <a:pt x="523875" y="2428875"/>
                </a:lnTo>
                <a:close/>
                <a:moveTo>
                  <a:pt x="600075" y="2419350"/>
                </a:moveTo>
                <a:lnTo>
                  <a:pt x="647700" y="2419350"/>
                </a:lnTo>
                <a:lnTo>
                  <a:pt x="647700" y="2428875"/>
                </a:lnTo>
                <a:lnTo>
                  <a:pt x="600075" y="2428875"/>
                </a:lnTo>
                <a:close/>
                <a:moveTo>
                  <a:pt x="771525" y="2419350"/>
                </a:moveTo>
                <a:lnTo>
                  <a:pt x="781050" y="2419350"/>
                </a:lnTo>
                <a:lnTo>
                  <a:pt x="781050" y="2428875"/>
                </a:lnTo>
                <a:lnTo>
                  <a:pt x="771525" y="2428875"/>
                </a:lnTo>
                <a:close/>
                <a:moveTo>
                  <a:pt x="800100" y="2419350"/>
                </a:moveTo>
                <a:lnTo>
                  <a:pt x="819150" y="2419350"/>
                </a:lnTo>
                <a:lnTo>
                  <a:pt x="819150" y="2428875"/>
                </a:lnTo>
                <a:lnTo>
                  <a:pt x="800100" y="2428875"/>
                </a:lnTo>
                <a:close/>
                <a:moveTo>
                  <a:pt x="866775" y="2419350"/>
                </a:moveTo>
                <a:lnTo>
                  <a:pt x="923925" y="2419350"/>
                </a:lnTo>
                <a:lnTo>
                  <a:pt x="923925" y="2428875"/>
                </a:lnTo>
                <a:lnTo>
                  <a:pt x="866775" y="2428875"/>
                </a:lnTo>
                <a:close/>
                <a:moveTo>
                  <a:pt x="981075" y="2419350"/>
                </a:moveTo>
                <a:lnTo>
                  <a:pt x="990600" y="2419350"/>
                </a:lnTo>
                <a:lnTo>
                  <a:pt x="990600" y="2428875"/>
                </a:lnTo>
                <a:lnTo>
                  <a:pt x="981075" y="2428875"/>
                </a:lnTo>
                <a:close/>
                <a:moveTo>
                  <a:pt x="1028700" y="2419350"/>
                </a:moveTo>
                <a:lnTo>
                  <a:pt x="1038225" y="2419350"/>
                </a:lnTo>
                <a:lnTo>
                  <a:pt x="1038225" y="2428875"/>
                </a:lnTo>
                <a:lnTo>
                  <a:pt x="1028700" y="2428875"/>
                </a:lnTo>
                <a:close/>
                <a:moveTo>
                  <a:pt x="1104900" y="2419350"/>
                </a:moveTo>
                <a:lnTo>
                  <a:pt x="1162050" y="2419350"/>
                </a:lnTo>
                <a:lnTo>
                  <a:pt x="1162050" y="2428875"/>
                </a:lnTo>
                <a:lnTo>
                  <a:pt x="1104900" y="2428875"/>
                </a:lnTo>
                <a:close/>
                <a:moveTo>
                  <a:pt x="1000125" y="2428875"/>
                </a:moveTo>
                <a:lnTo>
                  <a:pt x="1019175" y="2428875"/>
                </a:lnTo>
                <a:lnTo>
                  <a:pt x="1019175" y="2438400"/>
                </a:lnTo>
                <a:lnTo>
                  <a:pt x="1000125" y="2438400"/>
                </a:lnTo>
                <a:close/>
                <a:moveTo>
                  <a:pt x="381000" y="2571750"/>
                </a:moveTo>
                <a:lnTo>
                  <a:pt x="400050" y="2571750"/>
                </a:lnTo>
                <a:lnTo>
                  <a:pt x="400050" y="2581275"/>
                </a:lnTo>
                <a:lnTo>
                  <a:pt x="381000" y="2581275"/>
                </a:lnTo>
                <a:close/>
                <a:moveTo>
                  <a:pt x="219075" y="2590800"/>
                </a:moveTo>
                <a:lnTo>
                  <a:pt x="266700" y="2590800"/>
                </a:lnTo>
                <a:lnTo>
                  <a:pt x="266700" y="2600325"/>
                </a:lnTo>
                <a:lnTo>
                  <a:pt x="228600" y="2600325"/>
                </a:lnTo>
                <a:lnTo>
                  <a:pt x="228600" y="2609850"/>
                </a:lnTo>
                <a:lnTo>
                  <a:pt x="247650" y="2609850"/>
                </a:lnTo>
                <a:lnTo>
                  <a:pt x="247650" y="2619375"/>
                </a:lnTo>
                <a:lnTo>
                  <a:pt x="238125" y="2619375"/>
                </a:lnTo>
                <a:lnTo>
                  <a:pt x="238125" y="2638425"/>
                </a:lnTo>
                <a:lnTo>
                  <a:pt x="219075" y="2638425"/>
                </a:lnTo>
                <a:lnTo>
                  <a:pt x="219075" y="2647950"/>
                </a:lnTo>
                <a:lnTo>
                  <a:pt x="209550" y="2647950"/>
                </a:lnTo>
                <a:lnTo>
                  <a:pt x="209550" y="2600325"/>
                </a:lnTo>
                <a:lnTo>
                  <a:pt x="219075" y="2600325"/>
                </a:lnTo>
                <a:close/>
                <a:moveTo>
                  <a:pt x="266700" y="2600325"/>
                </a:moveTo>
                <a:lnTo>
                  <a:pt x="276225" y="2600325"/>
                </a:lnTo>
                <a:lnTo>
                  <a:pt x="276225" y="2638425"/>
                </a:lnTo>
                <a:lnTo>
                  <a:pt x="257175" y="2638425"/>
                </a:lnTo>
                <a:lnTo>
                  <a:pt x="257175" y="2609850"/>
                </a:lnTo>
                <a:lnTo>
                  <a:pt x="266700" y="2609850"/>
                </a:lnTo>
                <a:close/>
                <a:moveTo>
                  <a:pt x="1447800" y="2600325"/>
                </a:moveTo>
                <a:lnTo>
                  <a:pt x="1466850" y="2600325"/>
                </a:lnTo>
                <a:lnTo>
                  <a:pt x="1466850" y="2609850"/>
                </a:lnTo>
                <a:lnTo>
                  <a:pt x="1447800" y="2609850"/>
                </a:lnTo>
                <a:close/>
                <a:moveTo>
                  <a:pt x="1533525" y="2600325"/>
                </a:moveTo>
                <a:lnTo>
                  <a:pt x="1552575" y="2600325"/>
                </a:lnTo>
                <a:lnTo>
                  <a:pt x="1552575" y="2609850"/>
                </a:lnTo>
                <a:lnTo>
                  <a:pt x="1533525" y="2609850"/>
                </a:lnTo>
                <a:close/>
                <a:moveTo>
                  <a:pt x="1619250" y="2600325"/>
                </a:moveTo>
                <a:lnTo>
                  <a:pt x="1638300" y="2600325"/>
                </a:lnTo>
                <a:lnTo>
                  <a:pt x="1638300" y="2609850"/>
                </a:lnTo>
                <a:lnTo>
                  <a:pt x="1619250" y="2609850"/>
                </a:lnTo>
                <a:close/>
                <a:moveTo>
                  <a:pt x="1323975" y="2609850"/>
                </a:moveTo>
                <a:lnTo>
                  <a:pt x="1333500" y="2609850"/>
                </a:lnTo>
                <a:lnTo>
                  <a:pt x="1333500" y="2619375"/>
                </a:lnTo>
                <a:lnTo>
                  <a:pt x="1323975" y="2619375"/>
                </a:lnTo>
                <a:close/>
                <a:moveTo>
                  <a:pt x="1343025" y="2609850"/>
                </a:moveTo>
                <a:lnTo>
                  <a:pt x="1352550" y="2609850"/>
                </a:lnTo>
                <a:lnTo>
                  <a:pt x="1352550" y="2619375"/>
                </a:lnTo>
                <a:lnTo>
                  <a:pt x="1343025" y="2619375"/>
                </a:lnTo>
                <a:close/>
                <a:moveTo>
                  <a:pt x="1466850" y="2609850"/>
                </a:moveTo>
                <a:lnTo>
                  <a:pt x="1476375" y="2609850"/>
                </a:lnTo>
                <a:lnTo>
                  <a:pt x="1476375" y="2619375"/>
                </a:lnTo>
                <a:lnTo>
                  <a:pt x="1466850" y="2619375"/>
                </a:lnTo>
                <a:close/>
                <a:moveTo>
                  <a:pt x="1562100" y="2609850"/>
                </a:moveTo>
                <a:lnTo>
                  <a:pt x="1571625" y="2609850"/>
                </a:lnTo>
                <a:lnTo>
                  <a:pt x="1571625" y="2619375"/>
                </a:lnTo>
                <a:lnTo>
                  <a:pt x="1562100" y="2619375"/>
                </a:lnTo>
                <a:close/>
                <a:moveTo>
                  <a:pt x="1609725" y="2609850"/>
                </a:moveTo>
                <a:lnTo>
                  <a:pt x="1619250" y="2609850"/>
                </a:lnTo>
                <a:lnTo>
                  <a:pt x="1619250" y="2619375"/>
                </a:lnTo>
                <a:lnTo>
                  <a:pt x="1609725" y="2619375"/>
                </a:lnTo>
                <a:close/>
                <a:moveTo>
                  <a:pt x="1647825" y="2609850"/>
                </a:moveTo>
                <a:lnTo>
                  <a:pt x="1657350" y="2609850"/>
                </a:lnTo>
                <a:lnTo>
                  <a:pt x="1657350" y="2619375"/>
                </a:lnTo>
                <a:lnTo>
                  <a:pt x="1647825" y="2619375"/>
                </a:lnTo>
                <a:close/>
                <a:moveTo>
                  <a:pt x="1666875" y="2609850"/>
                </a:moveTo>
                <a:lnTo>
                  <a:pt x="1676400" y="2609850"/>
                </a:lnTo>
                <a:lnTo>
                  <a:pt x="1676400" y="2619375"/>
                </a:lnTo>
                <a:lnTo>
                  <a:pt x="1666875" y="2619375"/>
                </a:lnTo>
                <a:close/>
                <a:moveTo>
                  <a:pt x="1304925" y="2619375"/>
                </a:moveTo>
                <a:lnTo>
                  <a:pt x="1314450" y="2619375"/>
                </a:lnTo>
                <a:lnTo>
                  <a:pt x="1314450" y="2638425"/>
                </a:lnTo>
                <a:lnTo>
                  <a:pt x="1304925" y="2638425"/>
                </a:lnTo>
                <a:close/>
                <a:moveTo>
                  <a:pt x="1590675" y="2619375"/>
                </a:moveTo>
                <a:lnTo>
                  <a:pt x="1609725" y="2619375"/>
                </a:lnTo>
                <a:lnTo>
                  <a:pt x="1609725" y="2647950"/>
                </a:lnTo>
                <a:lnTo>
                  <a:pt x="1581150" y="2647950"/>
                </a:lnTo>
                <a:lnTo>
                  <a:pt x="1581150" y="2638425"/>
                </a:lnTo>
                <a:lnTo>
                  <a:pt x="1600200" y="2638425"/>
                </a:lnTo>
                <a:lnTo>
                  <a:pt x="1600200" y="2628900"/>
                </a:lnTo>
                <a:lnTo>
                  <a:pt x="1590675" y="2628900"/>
                </a:lnTo>
                <a:close/>
                <a:moveTo>
                  <a:pt x="1438275" y="2628900"/>
                </a:moveTo>
                <a:lnTo>
                  <a:pt x="1457325" y="2628900"/>
                </a:lnTo>
                <a:lnTo>
                  <a:pt x="1457325" y="2647950"/>
                </a:lnTo>
                <a:lnTo>
                  <a:pt x="1466850" y="2647950"/>
                </a:lnTo>
                <a:lnTo>
                  <a:pt x="1466850" y="2657475"/>
                </a:lnTo>
                <a:lnTo>
                  <a:pt x="1447800" y="2657475"/>
                </a:lnTo>
                <a:lnTo>
                  <a:pt x="1447800" y="2647950"/>
                </a:lnTo>
                <a:lnTo>
                  <a:pt x="1428750" y="2647950"/>
                </a:lnTo>
                <a:lnTo>
                  <a:pt x="1428750" y="2638425"/>
                </a:lnTo>
                <a:lnTo>
                  <a:pt x="1438275" y="2638425"/>
                </a:lnTo>
                <a:close/>
                <a:moveTo>
                  <a:pt x="276225" y="2638425"/>
                </a:moveTo>
                <a:lnTo>
                  <a:pt x="285750" y="2638425"/>
                </a:lnTo>
                <a:lnTo>
                  <a:pt x="285750" y="2657475"/>
                </a:lnTo>
                <a:lnTo>
                  <a:pt x="276225" y="2657475"/>
                </a:lnTo>
                <a:close/>
                <a:moveTo>
                  <a:pt x="1343025" y="2638425"/>
                </a:moveTo>
                <a:lnTo>
                  <a:pt x="1352550" y="2638425"/>
                </a:lnTo>
                <a:lnTo>
                  <a:pt x="1352550" y="2647950"/>
                </a:lnTo>
                <a:lnTo>
                  <a:pt x="1343025" y="2647950"/>
                </a:lnTo>
                <a:close/>
                <a:moveTo>
                  <a:pt x="1371600" y="2638425"/>
                </a:moveTo>
                <a:lnTo>
                  <a:pt x="1381125" y="2638425"/>
                </a:lnTo>
                <a:lnTo>
                  <a:pt x="1381125" y="2647950"/>
                </a:lnTo>
                <a:lnTo>
                  <a:pt x="1371600" y="2647950"/>
                </a:lnTo>
                <a:close/>
                <a:moveTo>
                  <a:pt x="1476375" y="2638425"/>
                </a:moveTo>
                <a:lnTo>
                  <a:pt x="1495425" y="2638425"/>
                </a:lnTo>
                <a:lnTo>
                  <a:pt x="1495425" y="2647950"/>
                </a:lnTo>
                <a:lnTo>
                  <a:pt x="1476375" y="2647950"/>
                </a:lnTo>
                <a:close/>
                <a:moveTo>
                  <a:pt x="1524000" y="2638425"/>
                </a:moveTo>
                <a:lnTo>
                  <a:pt x="1543050" y="2638425"/>
                </a:lnTo>
                <a:lnTo>
                  <a:pt x="1543050" y="2647950"/>
                </a:lnTo>
                <a:lnTo>
                  <a:pt x="1552575" y="2647950"/>
                </a:lnTo>
                <a:lnTo>
                  <a:pt x="1552575" y="2657475"/>
                </a:lnTo>
                <a:lnTo>
                  <a:pt x="1533525" y="2657475"/>
                </a:lnTo>
                <a:lnTo>
                  <a:pt x="1533525" y="2647950"/>
                </a:lnTo>
                <a:lnTo>
                  <a:pt x="1524000" y="2647950"/>
                </a:lnTo>
                <a:close/>
                <a:moveTo>
                  <a:pt x="1647825" y="2638425"/>
                </a:moveTo>
                <a:lnTo>
                  <a:pt x="1657350" y="2638425"/>
                </a:lnTo>
                <a:lnTo>
                  <a:pt x="1657350" y="2647950"/>
                </a:lnTo>
                <a:lnTo>
                  <a:pt x="1647825" y="2647950"/>
                </a:lnTo>
                <a:close/>
                <a:moveTo>
                  <a:pt x="1666875" y="2638425"/>
                </a:moveTo>
                <a:lnTo>
                  <a:pt x="1685925" y="2638425"/>
                </a:lnTo>
                <a:lnTo>
                  <a:pt x="1685925" y="2647950"/>
                </a:lnTo>
                <a:lnTo>
                  <a:pt x="1676400" y="2647950"/>
                </a:lnTo>
                <a:lnTo>
                  <a:pt x="1676400" y="2657475"/>
                </a:lnTo>
                <a:lnTo>
                  <a:pt x="1657350" y="2657475"/>
                </a:lnTo>
                <a:lnTo>
                  <a:pt x="1657350" y="2647950"/>
                </a:lnTo>
                <a:lnTo>
                  <a:pt x="1666875" y="2647950"/>
                </a:lnTo>
                <a:close/>
                <a:moveTo>
                  <a:pt x="371475" y="2647950"/>
                </a:moveTo>
                <a:lnTo>
                  <a:pt x="381000" y="2647950"/>
                </a:lnTo>
                <a:lnTo>
                  <a:pt x="381000" y="2657475"/>
                </a:lnTo>
                <a:lnTo>
                  <a:pt x="371475" y="2657475"/>
                </a:lnTo>
                <a:close/>
                <a:moveTo>
                  <a:pt x="1609725" y="2647950"/>
                </a:moveTo>
                <a:lnTo>
                  <a:pt x="1638300" y="2647950"/>
                </a:lnTo>
                <a:lnTo>
                  <a:pt x="1638300" y="2657475"/>
                </a:lnTo>
                <a:lnTo>
                  <a:pt x="1609725" y="2657475"/>
                </a:lnTo>
                <a:close/>
                <a:moveTo>
                  <a:pt x="228600" y="2657475"/>
                </a:moveTo>
                <a:lnTo>
                  <a:pt x="276225" y="2657475"/>
                </a:lnTo>
                <a:lnTo>
                  <a:pt x="276225" y="2667000"/>
                </a:lnTo>
                <a:lnTo>
                  <a:pt x="228600" y="2667000"/>
                </a:lnTo>
                <a:close/>
                <a:moveTo>
                  <a:pt x="361950" y="2657475"/>
                </a:moveTo>
                <a:lnTo>
                  <a:pt x="371475" y="2657475"/>
                </a:lnTo>
                <a:lnTo>
                  <a:pt x="371475" y="2676525"/>
                </a:lnTo>
                <a:lnTo>
                  <a:pt x="361950" y="2676525"/>
                </a:lnTo>
                <a:close/>
                <a:moveTo>
                  <a:pt x="390525" y="2657475"/>
                </a:moveTo>
                <a:lnTo>
                  <a:pt x="400050" y="2657475"/>
                </a:lnTo>
                <a:lnTo>
                  <a:pt x="400050" y="2667000"/>
                </a:lnTo>
                <a:lnTo>
                  <a:pt x="390525" y="2667000"/>
                </a:lnTo>
                <a:close/>
                <a:moveTo>
                  <a:pt x="447675" y="2657475"/>
                </a:moveTo>
                <a:lnTo>
                  <a:pt x="457200" y="2657475"/>
                </a:lnTo>
                <a:lnTo>
                  <a:pt x="457200" y="2667000"/>
                </a:lnTo>
                <a:lnTo>
                  <a:pt x="447675" y="2667000"/>
                </a:lnTo>
                <a:close/>
                <a:moveTo>
                  <a:pt x="590550" y="2657475"/>
                </a:moveTo>
                <a:lnTo>
                  <a:pt x="638175" y="2657475"/>
                </a:lnTo>
                <a:lnTo>
                  <a:pt x="638175" y="2667000"/>
                </a:lnTo>
                <a:lnTo>
                  <a:pt x="590550" y="2667000"/>
                </a:lnTo>
                <a:close/>
                <a:moveTo>
                  <a:pt x="647700" y="2657475"/>
                </a:moveTo>
                <a:lnTo>
                  <a:pt x="676275" y="2657475"/>
                </a:lnTo>
                <a:lnTo>
                  <a:pt x="676275" y="2667000"/>
                </a:lnTo>
                <a:lnTo>
                  <a:pt x="647700" y="2667000"/>
                </a:lnTo>
                <a:close/>
                <a:moveTo>
                  <a:pt x="704850" y="2657475"/>
                </a:moveTo>
                <a:lnTo>
                  <a:pt x="714375" y="2657475"/>
                </a:lnTo>
                <a:lnTo>
                  <a:pt x="714375" y="2667000"/>
                </a:lnTo>
                <a:lnTo>
                  <a:pt x="704850" y="2667000"/>
                </a:lnTo>
                <a:close/>
                <a:moveTo>
                  <a:pt x="771525" y="2657475"/>
                </a:moveTo>
                <a:lnTo>
                  <a:pt x="800100" y="2657475"/>
                </a:lnTo>
                <a:lnTo>
                  <a:pt x="800100" y="2667000"/>
                </a:lnTo>
                <a:lnTo>
                  <a:pt x="771525" y="2667000"/>
                </a:lnTo>
                <a:close/>
                <a:moveTo>
                  <a:pt x="828675" y="2657475"/>
                </a:moveTo>
                <a:lnTo>
                  <a:pt x="838200" y="2657475"/>
                </a:lnTo>
                <a:lnTo>
                  <a:pt x="838200" y="2667000"/>
                </a:lnTo>
                <a:lnTo>
                  <a:pt x="828675" y="2667000"/>
                </a:lnTo>
                <a:close/>
                <a:moveTo>
                  <a:pt x="904875" y="2657475"/>
                </a:moveTo>
                <a:lnTo>
                  <a:pt x="914400" y="2657475"/>
                </a:lnTo>
                <a:lnTo>
                  <a:pt x="914400" y="2667000"/>
                </a:lnTo>
                <a:lnTo>
                  <a:pt x="904875" y="2667000"/>
                </a:lnTo>
                <a:close/>
                <a:moveTo>
                  <a:pt x="714375" y="2667000"/>
                </a:moveTo>
                <a:lnTo>
                  <a:pt x="733425" y="2667000"/>
                </a:lnTo>
                <a:lnTo>
                  <a:pt x="733425" y="2676525"/>
                </a:lnTo>
                <a:lnTo>
                  <a:pt x="714375" y="2676525"/>
                </a:lnTo>
                <a:close/>
                <a:moveTo>
                  <a:pt x="371475" y="2676525"/>
                </a:moveTo>
                <a:lnTo>
                  <a:pt x="381000" y="2676525"/>
                </a:lnTo>
                <a:lnTo>
                  <a:pt x="381000" y="2686050"/>
                </a:lnTo>
                <a:lnTo>
                  <a:pt x="371475" y="2686050"/>
                </a:lnTo>
                <a:close/>
                <a:moveTo>
                  <a:pt x="495300" y="2676525"/>
                </a:moveTo>
                <a:lnTo>
                  <a:pt x="504825" y="2676525"/>
                </a:lnTo>
                <a:lnTo>
                  <a:pt x="504825" y="2686050"/>
                </a:lnTo>
                <a:lnTo>
                  <a:pt x="495300" y="2686050"/>
                </a:lnTo>
                <a:close/>
                <a:moveTo>
                  <a:pt x="590550" y="2676525"/>
                </a:moveTo>
                <a:lnTo>
                  <a:pt x="600075" y="2676525"/>
                </a:lnTo>
                <a:lnTo>
                  <a:pt x="600075" y="2686050"/>
                </a:lnTo>
                <a:lnTo>
                  <a:pt x="590550" y="2686050"/>
                </a:lnTo>
                <a:close/>
                <a:moveTo>
                  <a:pt x="647700" y="2676525"/>
                </a:moveTo>
                <a:lnTo>
                  <a:pt x="676275" y="2676525"/>
                </a:lnTo>
                <a:lnTo>
                  <a:pt x="676275" y="2686050"/>
                </a:lnTo>
                <a:lnTo>
                  <a:pt x="647700" y="2686050"/>
                </a:lnTo>
                <a:close/>
                <a:moveTo>
                  <a:pt x="704850" y="2676525"/>
                </a:moveTo>
                <a:lnTo>
                  <a:pt x="714375" y="2676525"/>
                </a:lnTo>
                <a:lnTo>
                  <a:pt x="714375" y="2686050"/>
                </a:lnTo>
                <a:lnTo>
                  <a:pt x="704850" y="2686050"/>
                </a:lnTo>
                <a:close/>
                <a:moveTo>
                  <a:pt x="857250" y="2676525"/>
                </a:moveTo>
                <a:lnTo>
                  <a:pt x="885825" y="2676525"/>
                </a:lnTo>
                <a:lnTo>
                  <a:pt x="885825" y="2686050"/>
                </a:lnTo>
                <a:lnTo>
                  <a:pt x="857250" y="2686050"/>
                </a:lnTo>
                <a:close/>
                <a:moveTo>
                  <a:pt x="447675" y="2838450"/>
                </a:moveTo>
                <a:lnTo>
                  <a:pt x="476250" y="2838450"/>
                </a:lnTo>
                <a:lnTo>
                  <a:pt x="476250" y="2847975"/>
                </a:lnTo>
                <a:lnTo>
                  <a:pt x="447675" y="2847975"/>
                </a:lnTo>
                <a:close/>
                <a:moveTo>
                  <a:pt x="523875" y="2838450"/>
                </a:moveTo>
                <a:lnTo>
                  <a:pt x="552450" y="2838450"/>
                </a:lnTo>
                <a:lnTo>
                  <a:pt x="552450" y="2847975"/>
                </a:lnTo>
                <a:lnTo>
                  <a:pt x="523875" y="2847975"/>
                </a:lnTo>
                <a:close/>
                <a:moveTo>
                  <a:pt x="228600" y="2847975"/>
                </a:moveTo>
                <a:lnTo>
                  <a:pt x="266700" y="2847975"/>
                </a:lnTo>
                <a:lnTo>
                  <a:pt x="266700" y="2857500"/>
                </a:lnTo>
                <a:lnTo>
                  <a:pt x="276225" y="2857500"/>
                </a:lnTo>
                <a:lnTo>
                  <a:pt x="276225" y="2867025"/>
                </a:lnTo>
                <a:lnTo>
                  <a:pt x="266700" y="2867025"/>
                </a:lnTo>
                <a:lnTo>
                  <a:pt x="266700" y="2876550"/>
                </a:lnTo>
                <a:lnTo>
                  <a:pt x="276225" y="2876550"/>
                </a:lnTo>
                <a:lnTo>
                  <a:pt x="276225" y="2867025"/>
                </a:lnTo>
                <a:lnTo>
                  <a:pt x="285750" y="2867025"/>
                </a:lnTo>
                <a:lnTo>
                  <a:pt x="285750" y="2914650"/>
                </a:lnTo>
                <a:lnTo>
                  <a:pt x="276225" y="2914650"/>
                </a:lnTo>
                <a:lnTo>
                  <a:pt x="276225" y="2895600"/>
                </a:lnTo>
                <a:lnTo>
                  <a:pt x="257175" y="2895600"/>
                </a:lnTo>
                <a:lnTo>
                  <a:pt x="257175" y="2886075"/>
                </a:lnTo>
                <a:lnTo>
                  <a:pt x="247650" y="2886075"/>
                </a:lnTo>
                <a:lnTo>
                  <a:pt x="247650" y="2876550"/>
                </a:lnTo>
                <a:lnTo>
                  <a:pt x="238125" y="2876550"/>
                </a:lnTo>
                <a:lnTo>
                  <a:pt x="238125" y="2886075"/>
                </a:lnTo>
                <a:lnTo>
                  <a:pt x="228600" y="2886075"/>
                </a:lnTo>
                <a:lnTo>
                  <a:pt x="228600" y="2867025"/>
                </a:lnTo>
                <a:lnTo>
                  <a:pt x="238125" y="2867025"/>
                </a:lnTo>
                <a:lnTo>
                  <a:pt x="238125" y="2857500"/>
                </a:lnTo>
                <a:lnTo>
                  <a:pt x="228600" y="2857500"/>
                </a:lnTo>
                <a:close/>
                <a:moveTo>
                  <a:pt x="1809750" y="2847975"/>
                </a:moveTo>
                <a:lnTo>
                  <a:pt x="1819275" y="2847975"/>
                </a:lnTo>
                <a:lnTo>
                  <a:pt x="1819275" y="3419475"/>
                </a:lnTo>
                <a:lnTo>
                  <a:pt x="1809750" y="3419475"/>
                </a:lnTo>
                <a:close/>
                <a:moveTo>
                  <a:pt x="561975" y="2867025"/>
                </a:moveTo>
                <a:lnTo>
                  <a:pt x="571500" y="2867025"/>
                </a:lnTo>
                <a:lnTo>
                  <a:pt x="571500" y="2876550"/>
                </a:lnTo>
                <a:lnTo>
                  <a:pt x="561975" y="2876550"/>
                </a:lnTo>
                <a:close/>
                <a:moveTo>
                  <a:pt x="1333500" y="2867025"/>
                </a:moveTo>
                <a:lnTo>
                  <a:pt x="1343025" y="2867025"/>
                </a:lnTo>
                <a:lnTo>
                  <a:pt x="1343025" y="2876550"/>
                </a:lnTo>
                <a:lnTo>
                  <a:pt x="1333500" y="2876550"/>
                </a:lnTo>
                <a:close/>
                <a:moveTo>
                  <a:pt x="1371600" y="2867025"/>
                </a:moveTo>
                <a:lnTo>
                  <a:pt x="1381125" y="2867025"/>
                </a:lnTo>
                <a:lnTo>
                  <a:pt x="1381125" y="2876550"/>
                </a:lnTo>
                <a:lnTo>
                  <a:pt x="1371600" y="2876550"/>
                </a:lnTo>
                <a:close/>
                <a:moveTo>
                  <a:pt x="1390650" y="2867025"/>
                </a:moveTo>
                <a:lnTo>
                  <a:pt x="1400175" y="2867025"/>
                </a:lnTo>
                <a:lnTo>
                  <a:pt x="1400175" y="2876550"/>
                </a:lnTo>
                <a:lnTo>
                  <a:pt x="1390650" y="2876550"/>
                </a:lnTo>
                <a:close/>
                <a:moveTo>
                  <a:pt x="1428750" y="2867025"/>
                </a:moveTo>
                <a:lnTo>
                  <a:pt x="1447800" y="2867025"/>
                </a:lnTo>
                <a:lnTo>
                  <a:pt x="1447800" y="2876550"/>
                </a:lnTo>
                <a:lnTo>
                  <a:pt x="1428750" y="2876550"/>
                </a:lnTo>
                <a:close/>
                <a:moveTo>
                  <a:pt x="1552575" y="2867025"/>
                </a:moveTo>
                <a:lnTo>
                  <a:pt x="1571625" y="2867025"/>
                </a:lnTo>
                <a:lnTo>
                  <a:pt x="1571625" y="2876550"/>
                </a:lnTo>
                <a:lnTo>
                  <a:pt x="1552575" y="2876550"/>
                </a:lnTo>
                <a:close/>
                <a:moveTo>
                  <a:pt x="1638300" y="2867025"/>
                </a:moveTo>
                <a:lnTo>
                  <a:pt x="1657350" y="2867025"/>
                </a:lnTo>
                <a:lnTo>
                  <a:pt x="1657350" y="2876550"/>
                </a:lnTo>
                <a:lnTo>
                  <a:pt x="1638300" y="2876550"/>
                </a:lnTo>
                <a:close/>
                <a:moveTo>
                  <a:pt x="1266825" y="2876550"/>
                </a:moveTo>
                <a:lnTo>
                  <a:pt x="1276350" y="2876550"/>
                </a:lnTo>
                <a:lnTo>
                  <a:pt x="1276350" y="2886075"/>
                </a:lnTo>
                <a:lnTo>
                  <a:pt x="1266825" y="2886075"/>
                </a:lnTo>
                <a:close/>
                <a:moveTo>
                  <a:pt x="1323975" y="2876550"/>
                </a:moveTo>
                <a:lnTo>
                  <a:pt x="1333500" y="2876550"/>
                </a:lnTo>
                <a:lnTo>
                  <a:pt x="1333500" y="2886075"/>
                </a:lnTo>
                <a:lnTo>
                  <a:pt x="1323975" y="2886075"/>
                </a:lnTo>
                <a:close/>
                <a:moveTo>
                  <a:pt x="1343025" y="2876550"/>
                </a:moveTo>
                <a:lnTo>
                  <a:pt x="1362075" y="2876550"/>
                </a:lnTo>
                <a:lnTo>
                  <a:pt x="1362075" y="2886075"/>
                </a:lnTo>
                <a:lnTo>
                  <a:pt x="1343025" y="2886075"/>
                </a:lnTo>
                <a:close/>
                <a:moveTo>
                  <a:pt x="1476375" y="2876550"/>
                </a:moveTo>
                <a:lnTo>
                  <a:pt x="1485900" y="2876550"/>
                </a:lnTo>
                <a:lnTo>
                  <a:pt x="1485900" y="2886075"/>
                </a:lnTo>
                <a:lnTo>
                  <a:pt x="1476375" y="2886075"/>
                </a:lnTo>
                <a:close/>
                <a:moveTo>
                  <a:pt x="1247775" y="2886075"/>
                </a:moveTo>
                <a:lnTo>
                  <a:pt x="1266825" y="2886075"/>
                </a:lnTo>
                <a:lnTo>
                  <a:pt x="1266825" y="2895600"/>
                </a:lnTo>
                <a:lnTo>
                  <a:pt x="1276350" y="2895600"/>
                </a:lnTo>
                <a:lnTo>
                  <a:pt x="1276350" y="2905125"/>
                </a:lnTo>
                <a:lnTo>
                  <a:pt x="1247775" y="2905125"/>
                </a:lnTo>
                <a:close/>
                <a:moveTo>
                  <a:pt x="209550" y="2895600"/>
                </a:moveTo>
                <a:lnTo>
                  <a:pt x="219075" y="2895600"/>
                </a:lnTo>
                <a:lnTo>
                  <a:pt x="219075" y="2905125"/>
                </a:lnTo>
                <a:lnTo>
                  <a:pt x="228600" y="2905125"/>
                </a:lnTo>
                <a:lnTo>
                  <a:pt x="228600" y="2914650"/>
                </a:lnTo>
                <a:lnTo>
                  <a:pt x="276225" y="2914650"/>
                </a:lnTo>
                <a:lnTo>
                  <a:pt x="276225" y="2924175"/>
                </a:lnTo>
                <a:lnTo>
                  <a:pt x="257175" y="2924175"/>
                </a:lnTo>
                <a:lnTo>
                  <a:pt x="257175" y="2933700"/>
                </a:lnTo>
                <a:lnTo>
                  <a:pt x="238125" y="2933700"/>
                </a:lnTo>
                <a:lnTo>
                  <a:pt x="238125" y="2924175"/>
                </a:lnTo>
                <a:lnTo>
                  <a:pt x="219075" y="2924175"/>
                </a:lnTo>
                <a:lnTo>
                  <a:pt x="219075" y="2914650"/>
                </a:lnTo>
                <a:lnTo>
                  <a:pt x="209550" y="2914650"/>
                </a:lnTo>
                <a:close/>
                <a:moveTo>
                  <a:pt x="1333500" y="2895600"/>
                </a:moveTo>
                <a:lnTo>
                  <a:pt x="1362075" y="2895600"/>
                </a:lnTo>
                <a:lnTo>
                  <a:pt x="1362075" y="2905125"/>
                </a:lnTo>
                <a:lnTo>
                  <a:pt x="1352550" y="2905125"/>
                </a:lnTo>
                <a:lnTo>
                  <a:pt x="1352550" y="2914650"/>
                </a:lnTo>
                <a:lnTo>
                  <a:pt x="1343025" y="2914650"/>
                </a:lnTo>
                <a:lnTo>
                  <a:pt x="1343025" y="2905125"/>
                </a:lnTo>
                <a:lnTo>
                  <a:pt x="1333500" y="2905125"/>
                </a:lnTo>
                <a:close/>
                <a:moveTo>
                  <a:pt x="1476375" y="2895600"/>
                </a:moveTo>
                <a:lnTo>
                  <a:pt x="1485900" y="2895600"/>
                </a:lnTo>
                <a:lnTo>
                  <a:pt x="1485900" y="2905125"/>
                </a:lnTo>
                <a:lnTo>
                  <a:pt x="1476375" y="2905125"/>
                </a:lnTo>
                <a:close/>
                <a:moveTo>
                  <a:pt x="1600200" y="2895600"/>
                </a:moveTo>
                <a:lnTo>
                  <a:pt x="1609725" y="2895600"/>
                </a:lnTo>
                <a:lnTo>
                  <a:pt x="1609725" y="2905125"/>
                </a:lnTo>
                <a:lnTo>
                  <a:pt x="1619250" y="2905125"/>
                </a:lnTo>
                <a:lnTo>
                  <a:pt x="1619250" y="2914650"/>
                </a:lnTo>
                <a:lnTo>
                  <a:pt x="1581150" y="2914650"/>
                </a:lnTo>
                <a:lnTo>
                  <a:pt x="1581150" y="2905125"/>
                </a:lnTo>
                <a:lnTo>
                  <a:pt x="1600200" y="2905125"/>
                </a:lnTo>
                <a:close/>
                <a:moveTo>
                  <a:pt x="371475" y="2905125"/>
                </a:moveTo>
                <a:lnTo>
                  <a:pt x="381000" y="2905125"/>
                </a:lnTo>
                <a:lnTo>
                  <a:pt x="381000" y="2924175"/>
                </a:lnTo>
                <a:lnTo>
                  <a:pt x="390525" y="2924175"/>
                </a:lnTo>
                <a:lnTo>
                  <a:pt x="390525" y="2933700"/>
                </a:lnTo>
                <a:lnTo>
                  <a:pt x="381000" y="2933700"/>
                </a:lnTo>
                <a:lnTo>
                  <a:pt x="381000" y="2943225"/>
                </a:lnTo>
                <a:lnTo>
                  <a:pt x="371475" y="2943225"/>
                </a:lnTo>
                <a:lnTo>
                  <a:pt x="371475" y="2933700"/>
                </a:lnTo>
                <a:lnTo>
                  <a:pt x="361950" y="2933700"/>
                </a:lnTo>
                <a:lnTo>
                  <a:pt x="361950" y="2924175"/>
                </a:lnTo>
                <a:lnTo>
                  <a:pt x="371475" y="2924175"/>
                </a:lnTo>
                <a:close/>
                <a:moveTo>
                  <a:pt x="1295400" y="2905125"/>
                </a:moveTo>
                <a:lnTo>
                  <a:pt x="1304925" y="2905125"/>
                </a:lnTo>
                <a:lnTo>
                  <a:pt x="1304925" y="2914650"/>
                </a:lnTo>
                <a:lnTo>
                  <a:pt x="1295400" y="2914650"/>
                </a:lnTo>
                <a:close/>
                <a:moveTo>
                  <a:pt x="1362075" y="2905125"/>
                </a:moveTo>
                <a:lnTo>
                  <a:pt x="1390650" y="2905125"/>
                </a:lnTo>
                <a:lnTo>
                  <a:pt x="1390650" y="2914650"/>
                </a:lnTo>
                <a:lnTo>
                  <a:pt x="1362075" y="2914650"/>
                </a:lnTo>
                <a:close/>
                <a:moveTo>
                  <a:pt x="1409700" y="2905125"/>
                </a:moveTo>
                <a:lnTo>
                  <a:pt x="1419225" y="2905125"/>
                </a:lnTo>
                <a:lnTo>
                  <a:pt x="1419225" y="2914650"/>
                </a:lnTo>
                <a:lnTo>
                  <a:pt x="1409700" y="2914650"/>
                </a:lnTo>
                <a:close/>
                <a:moveTo>
                  <a:pt x="1466850" y="2905125"/>
                </a:moveTo>
                <a:lnTo>
                  <a:pt x="1476375" y="2905125"/>
                </a:lnTo>
                <a:lnTo>
                  <a:pt x="1476375" y="2914650"/>
                </a:lnTo>
                <a:lnTo>
                  <a:pt x="1466850" y="2914650"/>
                </a:lnTo>
                <a:close/>
                <a:moveTo>
                  <a:pt x="1485900" y="2905125"/>
                </a:moveTo>
                <a:lnTo>
                  <a:pt x="1504950" y="2905125"/>
                </a:lnTo>
                <a:lnTo>
                  <a:pt x="1504950" y="2914650"/>
                </a:lnTo>
                <a:lnTo>
                  <a:pt x="1485900" y="2914650"/>
                </a:lnTo>
                <a:close/>
                <a:moveTo>
                  <a:pt x="409575" y="2914650"/>
                </a:moveTo>
                <a:lnTo>
                  <a:pt x="447675" y="2914650"/>
                </a:lnTo>
                <a:lnTo>
                  <a:pt x="447675" y="2924175"/>
                </a:lnTo>
                <a:lnTo>
                  <a:pt x="409575" y="2924175"/>
                </a:lnTo>
                <a:close/>
                <a:moveTo>
                  <a:pt x="485775" y="2914650"/>
                </a:moveTo>
                <a:lnTo>
                  <a:pt x="495300" y="2914650"/>
                </a:lnTo>
                <a:lnTo>
                  <a:pt x="495300" y="2924175"/>
                </a:lnTo>
                <a:lnTo>
                  <a:pt x="485775" y="2924175"/>
                </a:lnTo>
                <a:close/>
                <a:moveTo>
                  <a:pt x="542925" y="2914650"/>
                </a:moveTo>
                <a:lnTo>
                  <a:pt x="552450" y="2914650"/>
                </a:lnTo>
                <a:lnTo>
                  <a:pt x="552450" y="2924175"/>
                </a:lnTo>
                <a:lnTo>
                  <a:pt x="542925" y="2924175"/>
                </a:lnTo>
                <a:close/>
                <a:moveTo>
                  <a:pt x="581025" y="2914650"/>
                </a:moveTo>
                <a:lnTo>
                  <a:pt x="590550" y="2914650"/>
                </a:lnTo>
                <a:lnTo>
                  <a:pt x="590550" y="2924175"/>
                </a:lnTo>
                <a:lnTo>
                  <a:pt x="581025" y="2924175"/>
                </a:lnTo>
                <a:close/>
                <a:moveTo>
                  <a:pt x="666750" y="2914650"/>
                </a:moveTo>
                <a:lnTo>
                  <a:pt x="695325" y="2914650"/>
                </a:lnTo>
                <a:lnTo>
                  <a:pt x="695325" y="2924175"/>
                </a:lnTo>
                <a:lnTo>
                  <a:pt x="685800" y="2924175"/>
                </a:lnTo>
                <a:lnTo>
                  <a:pt x="685800" y="2933700"/>
                </a:lnTo>
                <a:lnTo>
                  <a:pt x="695325" y="2933700"/>
                </a:lnTo>
                <a:lnTo>
                  <a:pt x="695325" y="2943225"/>
                </a:lnTo>
                <a:lnTo>
                  <a:pt x="666750" y="2943225"/>
                </a:lnTo>
                <a:lnTo>
                  <a:pt x="666750" y="2933700"/>
                </a:lnTo>
                <a:lnTo>
                  <a:pt x="676275" y="2933700"/>
                </a:lnTo>
                <a:lnTo>
                  <a:pt x="676275" y="2924175"/>
                </a:lnTo>
                <a:lnTo>
                  <a:pt x="666750" y="2924175"/>
                </a:lnTo>
                <a:close/>
                <a:moveTo>
                  <a:pt x="704850" y="2914650"/>
                </a:moveTo>
                <a:lnTo>
                  <a:pt x="752475" y="2914650"/>
                </a:lnTo>
                <a:lnTo>
                  <a:pt x="752475" y="2924175"/>
                </a:lnTo>
                <a:lnTo>
                  <a:pt x="704850" y="2924175"/>
                </a:lnTo>
                <a:close/>
                <a:moveTo>
                  <a:pt x="781050" y="2914650"/>
                </a:moveTo>
                <a:lnTo>
                  <a:pt x="828675" y="2914650"/>
                </a:lnTo>
                <a:lnTo>
                  <a:pt x="828675" y="2924175"/>
                </a:lnTo>
                <a:lnTo>
                  <a:pt x="781050" y="2924175"/>
                </a:lnTo>
                <a:close/>
                <a:moveTo>
                  <a:pt x="866775" y="2914650"/>
                </a:moveTo>
                <a:lnTo>
                  <a:pt x="885825" y="2914650"/>
                </a:lnTo>
                <a:lnTo>
                  <a:pt x="885825" y="2924175"/>
                </a:lnTo>
                <a:lnTo>
                  <a:pt x="866775" y="2924175"/>
                </a:lnTo>
                <a:close/>
                <a:moveTo>
                  <a:pt x="923925" y="2914650"/>
                </a:moveTo>
                <a:lnTo>
                  <a:pt x="933450" y="2914650"/>
                </a:lnTo>
                <a:lnTo>
                  <a:pt x="933450" y="2924175"/>
                </a:lnTo>
                <a:lnTo>
                  <a:pt x="923925" y="2924175"/>
                </a:lnTo>
                <a:close/>
                <a:moveTo>
                  <a:pt x="952500" y="2914650"/>
                </a:moveTo>
                <a:lnTo>
                  <a:pt x="990600" y="2914650"/>
                </a:lnTo>
                <a:lnTo>
                  <a:pt x="990600" y="2924175"/>
                </a:lnTo>
                <a:lnTo>
                  <a:pt x="952500" y="2924175"/>
                </a:lnTo>
                <a:close/>
                <a:moveTo>
                  <a:pt x="1000125" y="2914650"/>
                </a:moveTo>
                <a:lnTo>
                  <a:pt x="1019175" y="2914650"/>
                </a:lnTo>
                <a:lnTo>
                  <a:pt x="1019175" y="2924175"/>
                </a:lnTo>
                <a:lnTo>
                  <a:pt x="1000125" y="2924175"/>
                </a:lnTo>
                <a:close/>
                <a:moveTo>
                  <a:pt x="495300" y="2924175"/>
                </a:moveTo>
                <a:lnTo>
                  <a:pt x="504825" y="2924175"/>
                </a:lnTo>
                <a:lnTo>
                  <a:pt x="504825" y="2933700"/>
                </a:lnTo>
                <a:lnTo>
                  <a:pt x="495300" y="2933700"/>
                </a:lnTo>
                <a:close/>
                <a:moveTo>
                  <a:pt x="762000" y="2924175"/>
                </a:moveTo>
                <a:lnTo>
                  <a:pt x="781050" y="2924175"/>
                </a:lnTo>
                <a:lnTo>
                  <a:pt x="781050" y="2933700"/>
                </a:lnTo>
                <a:lnTo>
                  <a:pt x="762000" y="2933700"/>
                </a:lnTo>
                <a:close/>
                <a:moveTo>
                  <a:pt x="857250" y="2924175"/>
                </a:moveTo>
                <a:lnTo>
                  <a:pt x="866775" y="2924175"/>
                </a:lnTo>
                <a:lnTo>
                  <a:pt x="866775" y="2933700"/>
                </a:lnTo>
                <a:lnTo>
                  <a:pt x="857250" y="2933700"/>
                </a:lnTo>
                <a:close/>
                <a:moveTo>
                  <a:pt x="942975" y="2924175"/>
                </a:moveTo>
                <a:lnTo>
                  <a:pt x="952500" y="2924175"/>
                </a:lnTo>
                <a:lnTo>
                  <a:pt x="952500" y="2943225"/>
                </a:lnTo>
                <a:lnTo>
                  <a:pt x="923925" y="2943225"/>
                </a:lnTo>
                <a:lnTo>
                  <a:pt x="923925" y="2933700"/>
                </a:lnTo>
                <a:lnTo>
                  <a:pt x="942975" y="2933700"/>
                </a:lnTo>
                <a:close/>
                <a:moveTo>
                  <a:pt x="1019175" y="2924175"/>
                </a:moveTo>
                <a:lnTo>
                  <a:pt x="1028700" y="2924175"/>
                </a:lnTo>
                <a:lnTo>
                  <a:pt x="1028700" y="2943225"/>
                </a:lnTo>
                <a:lnTo>
                  <a:pt x="1019175" y="2943225"/>
                </a:lnTo>
                <a:close/>
                <a:moveTo>
                  <a:pt x="390525" y="2933700"/>
                </a:moveTo>
                <a:lnTo>
                  <a:pt x="400050" y="2933700"/>
                </a:lnTo>
                <a:lnTo>
                  <a:pt x="400050" y="2943225"/>
                </a:lnTo>
                <a:lnTo>
                  <a:pt x="390525" y="2943225"/>
                </a:lnTo>
                <a:close/>
                <a:moveTo>
                  <a:pt x="438150" y="2933700"/>
                </a:moveTo>
                <a:lnTo>
                  <a:pt x="447675" y="2933700"/>
                </a:lnTo>
                <a:lnTo>
                  <a:pt x="447675" y="2943225"/>
                </a:lnTo>
                <a:lnTo>
                  <a:pt x="438150" y="2943225"/>
                </a:lnTo>
                <a:close/>
                <a:moveTo>
                  <a:pt x="457200" y="2933700"/>
                </a:moveTo>
                <a:lnTo>
                  <a:pt x="466725" y="2933700"/>
                </a:lnTo>
                <a:lnTo>
                  <a:pt x="466725" y="2943225"/>
                </a:lnTo>
                <a:lnTo>
                  <a:pt x="457200" y="2943225"/>
                </a:lnTo>
                <a:close/>
                <a:moveTo>
                  <a:pt x="561975" y="2933700"/>
                </a:moveTo>
                <a:lnTo>
                  <a:pt x="581025" y="2933700"/>
                </a:lnTo>
                <a:lnTo>
                  <a:pt x="581025" y="2943225"/>
                </a:lnTo>
                <a:lnTo>
                  <a:pt x="561975" y="2943225"/>
                </a:lnTo>
                <a:close/>
                <a:moveTo>
                  <a:pt x="752475" y="2933700"/>
                </a:moveTo>
                <a:lnTo>
                  <a:pt x="762000" y="2933700"/>
                </a:lnTo>
                <a:lnTo>
                  <a:pt x="762000" y="2943225"/>
                </a:lnTo>
                <a:lnTo>
                  <a:pt x="752475" y="2943225"/>
                </a:lnTo>
                <a:close/>
                <a:moveTo>
                  <a:pt x="904875" y="2933700"/>
                </a:moveTo>
                <a:lnTo>
                  <a:pt x="914400" y="2933700"/>
                </a:lnTo>
                <a:lnTo>
                  <a:pt x="914400" y="2943225"/>
                </a:lnTo>
                <a:lnTo>
                  <a:pt x="904875" y="2943225"/>
                </a:lnTo>
                <a:close/>
                <a:moveTo>
                  <a:pt x="962025" y="2933700"/>
                </a:moveTo>
                <a:lnTo>
                  <a:pt x="990600" y="2933700"/>
                </a:lnTo>
                <a:lnTo>
                  <a:pt x="990600" y="2943225"/>
                </a:lnTo>
                <a:lnTo>
                  <a:pt x="962025" y="2943225"/>
                </a:lnTo>
                <a:close/>
                <a:moveTo>
                  <a:pt x="419100" y="2943225"/>
                </a:moveTo>
                <a:lnTo>
                  <a:pt x="438150" y="2943225"/>
                </a:lnTo>
                <a:lnTo>
                  <a:pt x="438150" y="2952750"/>
                </a:lnTo>
                <a:lnTo>
                  <a:pt x="419100" y="2952750"/>
                </a:lnTo>
                <a:close/>
                <a:moveTo>
                  <a:pt x="619125" y="2943225"/>
                </a:moveTo>
                <a:lnTo>
                  <a:pt x="628650" y="2943225"/>
                </a:lnTo>
                <a:lnTo>
                  <a:pt x="628650" y="2952750"/>
                </a:lnTo>
                <a:lnTo>
                  <a:pt x="619125" y="2952750"/>
                </a:lnTo>
                <a:close/>
                <a:moveTo>
                  <a:pt x="733425" y="2943225"/>
                </a:moveTo>
                <a:lnTo>
                  <a:pt x="742950" y="2943225"/>
                </a:lnTo>
                <a:lnTo>
                  <a:pt x="742950" y="2952750"/>
                </a:lnTo>
                <a:lnTo>
                  <a:pt x="733425" y="2952750"/>
                </a:lnTo>
                <a:close/>
                <a:moveTo>
                  <a:pt x="238125" y="3105150"/>
                </a:moveTo>
                <a:lnTo>
                  <a:pt x="257175" y="3105150"/>
                </a:lnTo>
                <a:lnTo>
                  <a:pt x="257175" y="3114675"/>
                </a:lnTo>
                <a:lnTo>
                  <a:pt x="276225" y="3114675"/>
                </a:lnTo>
                <a:lnTo>
                  <a:pt x="276225" y="3124200"/>
                </a:lnTo>
                <a:lnTo>
                  <a:pt x="266700" y="3124200"/>
                </a:lnTo>
                <a:lnTo>
                  <a:pt x="266700" y="3162300"/>
                </a:lnTo>
                <a:lnTo>
                  <a:pt x="257175" y="3162300"/>
                </a:lnTo>
                <a:lnTo>
                  <a:pt x="257175" y="3143250"/>
                </a:lnTo>
                <a:lnTo>
                  <a:pt x="219075" y="3143250"/>
                </a:lnTo>
                <a:lnTo>
                  <a:pt x="219075" y="3171825"/>
                </a:lnTo>
                <a:lnTo>
                  <a:pt x="209550" y="3171825"/>
                </a:lnTo>
                <a:lnTo>
                  <a:pt x="209550" y="3124200"/>
                </a:lnTo>
                <a:lnTo>
                  <a:pt x="219075" y="3124200"/>
                </a:lnTo>
                <a:lnTo>
                  <a:pt x="219075" y="3114675"/>
                </a:lnTo>
                <a:lnTo>
                  <a:pt x="238125" y="3114675"/>
                </a:lnTo>
                <a:close/>
                <a:moveTo>
                  <a:pt x="276225" y="3124200"/>
                </a:moveTo>
                <a:lnTo>
                  <a:pt x="285750" y="3124200"/>
                </a:lnTo>
                <a:lnTo>
                  <a:pt x="285750" y="3171825"/>
                </a:lnTo>
                <a:lnTo>
                  <a:pt x="276225" y="3171825"/>
                </a:lnTo>
                <a:close/>
                <a:moveTo>
                  <a:pt x="361950" y="3124200"/>
                </a:moveTo>
                <a:lnTo>
                  <a:pt x="371475" y="3124200"/>
                </a:lnTo>
                <a:lnTo>
                  <a:pt x="371475" y="3133725"/>
                </a:lnTo>
                <a:lnTo>
                  <a:pt x="361950" y="3133725"/>
                </a:lnTo>
                <a:close/>
                <a:moveTo>
                  <a:pt x="1333500" y="3124200"/>
                </a:moveTo>
                <a:lnTo>
                  <a:pt x="1343025" y="3124200"/>
                </a:lnTo>
                <a:lnTo>
                  <a:pt x="1343025" y="3133725"/>
                </a:lnTo>
                <a:lnTo>
                  <a:pt x="1333500" y="3133725"/>
                </a:lnTo>
                <a:close/>
                <a:moveTo>
                  <a:pt x="1371600" y="3124200"/>
                </a:moveTo>
                <a:lnTo>
                  <a:pt x="1381125" y="3124200"/>
                </a:lnTo>
                <a:lnTo>
                  <a:pt x="1381125" y="3133725"/>
                </a:lnTo>
                <a:lnTo>
                  <a:pt x="1371600" y="3133725"/>
                </a:lnTo>
                <a:close/>
                <a:moveTo>
                  <a:pt x="1390650" y="3124200"/>
                </a:moveTo>
                <a:lnTo>
                  <a:pt x="1409700" y="3124200"/>
                </a:lnTo>
                <a:lnTo>
                  <a:pt x="1409700" y="3133725"/>
                </a:lnTo>
                <a:lnTo>
                  <a:pt x="1390650" y="3133725"/>
                </a:lnTo>
                <a:close/>
                <a:moveTo>
                  <a:pt x="1581150" y="3124200"/>
                </a:moveTo>
                <a:lnTo>
                  <a:pt x="1590675" y="3124200"/>
                </a:lnTo>
                <a:lnTo>
                  <a:pt x="1590675" y="3133725"/>
                </a:lnTo>
                <a:lnTo>
                  <a:pt x="1581150" y="3133725"/>
                </a:lnTo>
                <a:close/>
                <a:moveTo>
                  <a:pt x="228600" y="3133725"/>
                </a:moveTo>
                <a:lnTo>
                  <a:pt x="238125" y="3133725"/>
                </a:lnTo>
                <a:lnTo>
                  <a:pt x="238125" y="3124200"/>
                </a:lnTo>
                <a:lnTo>
                  <a:pt x="228600" y="3124200"/>
                </a:lnTo>
                <a:close/>
                <a:moveTo>
                  <a:pt x="371475" y="3133725"/>
                </a:moveTo>
                <a:lnTo>
                  <a:pt x="390525" y="3133725"/>
                </a:lnTo>
                <a:lnTo>
                  <a:pt x="390525" y="3143250"/>
                </a:lnTo>
                <a:lnTo>
                  <a:pt x="371475" y="3143250"/>
                </a:lnTo>
                <a:close/>
                <a:moveTo>
                  <a:pt x="419100" y="3133725"/>
                </a:moveTo>
                <a:lnTo>
                  <a:pt x="447675" y="3133725"/>
                </a:lnTo>
                <a:lnTo>
                  <a:pt x="447675" y="3143250"/>
                </a:lnTo>
                <a:lnTo>
                  <a:pt x="419100" y="3143250"/>
                </a:lnTo>
                <a:close/>
                <a:moveTo>
                  <a:pt x="457200" y="3133725"/>
                </a:moveTo>
                <a:lnTo>
                  <a:pt x="476250" y="3133725"/>
                </a:lnTo>
                <a:lnTo>
                  <a:pt x="476250" y="3143250"/>
                </a:lnTo>
                <a:lnTo>
                  <a:pt x="457200" y="3143250"/>
                </a:lnTo>
                <a:close/>
                <a:moveTo>
                  <a:pt x="495300" y="3133725"/>
                </a:moveTo>
                <a:lnTo>
                  <a:pt x="504825" y="3133725"/>
                </a:lnTo>
                <a:lnTo>
                  <a:pt x="504825" y="3143250"/>
                </a:lnTo>
                <a:lnTo>
                  <a:pt x="495300" y="3143250"/>
                </a:lnTo>
                <a:close/>
                <a:moveTo>
                  <a:pt x="514350" y="3133725"/>
                </a:moveTo>
                <a:lnTo>
                  <a:pt x="542925" y="3133725"/>
                </a:lnTo>
                <a:lnTo>
                  <a:pt x="542925" y="3143250"/>
                </a:lnTo>
                <a:lnTo>
                  <a:pt x="514350" y="3143250"/>
                </a:lnTo>
                <a:close/>
                <a:moveTo>
                  <a:pt x="1247775" y="3133725"/>
                </a:moveTo>
                <a:lnTo>
                  <a:pt x="1276350" y="3133725"/>
                </a:lnTo>
                <a:lnTo>
                  <a:pt x="1276350" y="3143250"/>
                </a:lnTo>
                <a:lnTo>
                  <a:pt x="1247775" y="3143250"/>
                </a:lnTo>
                <a:close/>
                <a:moveTo>
                  <a:pt x="1352550" y="3133725"/>
                </a:moveTo>
                <a:lnTo>
                  <a:pt x="1371600" y="3133725"/>
                </a:lnTo>
                <a:lnTo>
                  <a:pt x="1371600" y="3143250"/>
                </a:lnTo>
                <a:lnTo>
                  <a:pt x="1352550" y="3143250"/>
                </a:lnTo>
                <a:close/>
                <a:moveTo>
                  <a:pt x="1590675" y="3133725"/>
                </a:moveTo>
                <a:lnTo>
                  <a:pt x="1600200" y="3133725"/>
                </a:lnTo>
                <a:lnTo>
                  <a:pt x="1600200" y="3143250"/>
                </a:lnTo>
                <a:lnTo>
                  <a:pt x="1590675" y="3143250"/>
                </a:lnTo>
                <a:close/>
                <a:moveTo>
                  <a:pt x="1238250" y="3143250"/>
                </a:moveTo>
                <a:lnTo>
                  <a:pt x="1247775" y="3143250"/>
                </a:lnTo>
                <a:lnTo>
                  <a:pt x="1247775" y="3162300"/>
                </a:lnTo>
                <a:lnTo>
                  <a:pt x="1238250" y="3162300"/>
                </a:lnTo>
                <a:close/>
                <a:moveTo>
                  <a:pt x="1247775" y="3162300"/>
                </a:moveTo>
                <a:lnTo>
                  <a:pt x="1276350" y="3162300"/>
                </a:lnTo>
                <a:lnTo>
                  <a:pt x="1276350" y="3171825"/>
                </a:lnTo>
                <a:lnTo>
                  <a:pt x="1247775" y="3171825"/>
                </a:lnTo>
                <a:close/>
                <a:moveTo>
                  <a:pt x="1343025" y="3162300"/>
                </a:moveTo>
                <a:lnTo>
                  <a:pt x="1362075" y="3162300"/>
                </a:lnTo>
                <a:lnTo>
                  <a:pt x="1362075" y="3171825"/>
                </a:lnTo>
                <a:lnTo>
                  <a:pt x="1343025" y="3171825"/>
                </a:lnTo>
                <a:close/>
                <a:moveTo>
                  <a:pt x="1428750" y="3162300"/>
                </a:moveTo>
                <a:lnTo>
                  <a:pt x="1447800" y="3162300"/>
                </a:lnTo>
                <a:lnTo>
                  <a:pt x="1447800" y="3171825"/>
                </a:lnTo>
                <a:lnTo>
                  <a:pt x="1428750" y="3171825"/>
                </a:lnTo>
                <a:close/>
                <a:moveTo>
                  <a:pt x="1466850" y="3162300"/>
                </a:moveTo>
                <a:lnTo>
                  <a:pt x="1476375" y="3162300"/>
                </a:lnTo>
                <a:lnTo>
                  <a:pt x="1476375" y="3171825"/>
                </a:lnTo>
                <a:lnTo>
                  <a:pt x="1466850" y="3171825"/>
                </a:lnTo>
                <a:close/>
                <a:moveTo>
                  <a:pt x="1552575" y="3162300"/>
                </a:moveTo>
                <a:lnTo>
                  <a:pt x="1571625" y="3162300"/>
                </a:lnTo>
                <a:lnTo>
                  <a:pt x="1571625" y="3171825"/>
                </a:lnTo>
                <a:lnTo>
                  <a:pt x="1552575" y="3171825"/>
                </a:lnTo>
                <a:close/>
                <a:moveTo>
                  <a:pt x="1600200" y="3162300"/>
                </a:moveTo>
                <a:lnTo>
                  <a:pt x="1609725" y="3162300"/>
                </a:lnTo>
                <a:lnTo>
                  <a:pt x="1609725" y="3171825"/>
                </a:lnTo>
                <a:lnTo>
                  <a:pt x="1600200" y="3171825"/>
                </a:lnTo>
                <a:close/>
                <a:moveTo>
                  <a:pt x="1638300" y="3162300"/>
                </a:moveTo>
                <a:lnTo>
                  <a:pt x="1657350" y="3162300"/>
                </a:lnTo>
                <a:lnTo>
                  <a:pt x="1657350" y="3171825"/>
                </a:lnTo>
                <a:lnTo>
                  <a:pt x="1638300" y="3171825"/>
                </a:lnTo>
                <a:close/>
                <a:moveTo>
                  <a:pt x="561975" y="3171825"/>
                </a:moveTo>
                <a:lnTo>
                  <a:pt x="581025" y="3171825"/>
                </a:lnTo>
                <a:lnTo>
                  <a:pt x="581025" y="3181350"/>
                </a:lnTo>
                <a:lnTo>
                  <a:pt x="561975" y="3181350"/>
                </a:lnTo>
                <a:close/>
                <a:moveTo>
                  <a:pt x="361950" y="3181350"/>
                </a:moveTo>
                <a:lnTo>
                  <a:pt x="409575" y="3181350"/>
                </a:lnTo>
                <a:lnTo>
                  <a:pt x="409575" y="3190875"/>
                </a:lnTo>
                <a:lnTo>
                  <a:pt x="400050" y="3190875"/>
                </a:lnTo>
                <a:lnTo>
                  <a:pt x="400050" y="3200400"/>
                </a:lnTo>
                <a:lnTo>
                  <a:pt x="409575" y="3200400"/>
                </a:lnTo>
                <a:lnTo>
                  <a:pt x="409575" y="3209925"/>
                </a:lnTo>
                <a:lnTo>
                  <a:pt x="381000" y="3209925"/>
                </a:lnTo>
                <a:lnTo>
                  <a:pt x="381000" y="3200400"/>
                </a:lnTo>
                <a:lnTo>
                  <a:pt x="361950" y="3200400"/>
                </a:lnTo>
                <a:close/>
                <a:moveTo>
                  <a:pt x="523875" y="3181350"/>
                </a:moveTo>
                <a:lnTo>
                  <a:pt x="542925" y="3181350"/>
                </a:lnTo>
                <a:lnTo>
                  <a:pt x="542925" y="3190875"/>
                </a:lnTo>
                <a:lnTo>
                  <a:pt x="533400" y="3190875"/>
                </a:lnTo>
                <a:lnTo>
                  <a:pt x="533400" y="3200400"/>
                </a:lnTo>
                <a:lnTo>
                  <a:pt x="523875" y="3200400"/>
                </a:lnTo>
                <a:close/>
                <a:moveTo>
                  <a:pt x="695325" y="3181350"/>
                </a:moveTo>
                <a:lnTo>
                  <a:pt x="704850" y="3181350"/>
                </a:lnTo>
                <a:lnTo>
                  <a:pt x="704850" y="3190875"/>
                </a:lnTo>
                <a:lnTo>
                  <a:pt x="695325" y="3190875"/>
                </a:lnTo>
                <a:close/>
                <a:moveTo>
                  <a:pt x="714375" y="3181350"/>
                </a:moveTo>
                <a:lnTo>
                  <a:pt x="723900" y="3181350"/>
                </a:lnTo>
                <a:lnTo>
                  <a:pt x="723900" y="3190875"/>
                </a:lnTo>
                <a:lnTo>
                  <a:pt x="714375" y="3190875"/>
                </a:lnTo>
                <a:close/>
                <a:moveTo>
                  <a:pt x="847725" y="3181350"/>
                </a:moveTo>
                <a:lnTo>
                  <a:pt x="866775" y="3181350"/>
                </a:lnTo>
                <a:lnTo>
                  <a:pt x="866775" y="3190875"/>
                </a:lnTo>
                <a:lnTo>
                  <a:pt x="847725" y="3190875"/>
                </a:lnTo>
                <a:close/>
                <a:moveTo>
                  <a:pt x="504825" y="3190875"/>
                </a:moveTo>
                <a:lnTo>
                  <a:pt x="514350" y="3190875"/>
                </a:lnTo>
                <a:lnTo>
                  <a:pt x="514350" y="3200400"/>
                </a:lnTo>
                <a:lnTo>
                  <a:pt x="504825" y="3200400"/>
                </a:lnTo>
                <a:close/>
                <a:moveTo>
                  <a:pt x="676275" y="3190875"/>
                </a:moveTo>
                <a:lnTo>
                  <a:pt x="695325" y="3190875"/>
                </a:lnTo>
                <a:lnTo>
                  <a:pt x="695325" y="3200400"/>
                </a:lnTo>
                <a:lnTo>
                  <a:pt x="742950" y="3200400"/>
                </a:lnTo>
                <a:lnTo>
                  <a:pt x="742950" y="3190875"/>
                </a:lnTo>
                <a:lnTo>
                  <a:pt x="752475" y="3190875"/>
                </a:lnTo>
                <a:lnTo>
                  <a:pt x="752475" y="3200400"/>
                </a:lnTo>
                <a:lnTo>
                  <a:pt x="742950" y="3200400"/>
                </a:lnTo>
                <a:lnTo>
                  <a:pt x="742950" y="3209925"/>
                </a:lnTo>
                <a:lnTo>
                  <a:pt x="704850" y="3209925"/>
                </a:lnTo>
                <a:lnTo>
                  <a:pt x="704850" y="3219450"/>
                </a:lnTo>
                <a:lnTo>
                  <a:pt x="695325" y="3219450"/>
                </a:lnTo>
                <a:lnTo>
                  <a:pt x="695325" y="3209925"/>
                </a:lnTo>
                <a:lnTo>
                  <a:pt x="676275" y="3209925"/>
                </a:lnTo>
                <a:close/>
                <a:moveTo>
                  <a:pt x="552450" y="3200400"/>
                </a:moveTo>
                <a:lnTo>
                  <a:pt x="609600" y="3200400"/>
                </a:lnTo>
                <a:lnTo>
                  <a:pt x="609600" y="3209925"/>
                </a:lnTo>
                <a:lnTo>
                  <a:pt x="552450" y="3209925"/>
                </a:lnTo>
                <a:close/>
                <a:moveTo>
                  <a:pt x="838200" y="3200400"/>
                </a:moveTo>
                <a:lnTo>
                  <a:pt x="866775" y="3200400"/>
                </a:lnTo>
                <a:lnTo>
                  <a:pt x="866775" y="3209925"/>
                </a:lnTo>
                <a:lnTo>
                  <a:pt x="838200" y="3209925"/>
                </a:lnTo>
                <a:close/>
                <a:moveTo>
                  <a:pt x="895350" y="3200400"/>
                </a:moveTo>
                <a:lnTo>
                  <a:pt x="904875" y="3200400"/>
                </a:lnTo>
                <a:lnTo>
                  <a:pt x="904875" y="3209925"/>
                </a:lnTo>
                <a:lnTo>
                  <a:pt x="895350" y="3209925"/>
                </a:lnTo>
                <a:close/>
                <a:moveTo>
                  <a:pt x="914400" y="3200400"/>
                </a:moveTo>
                <a:lnTo>
                  <a:pt x="923925" y="3200400"/>
                </a:lnTo>
                <a:lnTo>
                  <a:pt x="923925" y="3209925"/>
                </a:lnTo>
                <a:lnTo>
                  <a:pt x="914400" y="3209925"/>
                </a:lnTo>
                <a:close/>
                <a:moveTo>
                  <a:pt x="904875" y="3333750"/>
                </a:moveTo>
                <a:lnTo>
                  <a:pt x="952500" y="3333750"/>
                </a:lnTo>
                <a:lnTo>
                  <a:pt x="952500" y="3343275"/>
                </a:lnTo>
                <a:lnTo>
                  <a:pt x="942975" y="3343275"/>
                </a:lnTo>
                <a:lnTo>
                  <a:pt x="942975" y="3362325"/>
                </a:lnTo>
                <a:lnTo>
                  <a:pt x="952500" y="3362325"/>
                </a:lnTo>
                <a:lnTo>
                  <a:pt x="952500" y="3381375"/>
                </a:lnTo>
                <a:lnTo>
                  <a:pt x="962025" y="3381375"/>
                </a:lnTo>
                <a:lnTo>
                  <a:pt x="962025" y="3409950"/>
                </a:lnTo>
                <a:lnTo>
                  <a:pt x="952500" y="3409950"/>
                </a:lnTo>
                <a:lnTo>
                  <a:pt x="952500" y="3400425"/>
                </a:lnTo>
                <a:lnTo>
                  <a:pt x="933450" y="3400425"/>
                </a:lnTo>
                <a:lnTo>
                  <a:pt x="933450" y="3419475"/>
                </a:lnTo>
                <a:lnTo>
                  <a:pt x="914400" y="3419475"/>
                </a:lnTo>
                <a:lnTo>
                  <a:pt x="914400" y="3409950"/>
                </a:lnTo>
                <a:lnTo>
                  <a:pt x="895350" y="3409950"/>
                </a:lnTo>
                <a:lnTo>
                  <a:pt x="895350" y="3400425"/>
                </a:lnTo>
                <a:lnTo>
                  <a:pt x="923925" y="3400425"/>
                </a:lnTo>
                <a:lnTo>
                  <a:pt x="923925" y="3390900"/>
                </a:lnTo>
                <a:lnTo>
                  <a:pt x="933450" y="3390900"/>
                </a:lnTo>
                <a:lnTo>
                  <a:pt x="933450" y="3381375"/>
                </a:lnTo>
                <a:lnTo>
                  <a:pt x="942975" y="3381375"/>
                </a:lnTo>
                <a:lnTo>
                  <a:pt x="942975" y="3371850"/>
                </a:lnTo>
                <a:lnTo>
                  <a:pt x="923925" y="3371850"/>
                </a:lnTo>
                <a:lnTo>
                  <a:pt x="923925" y="3362325"/>
                </a:lnTo>
                <a:lnTo>
                  <a:pt x="914400" y="3362325"/>
                </a:lnTo>
                <a:lnTo>
                  <a:pt x="914400" y="3343275"/>
                </a:lnTo>
                <a:lnTo>
                  <a:pt x="904875" y="3343275"/>
                </a:lnTo>
                <a:close/>
                <a:moveTo>
                  <a:pt x="1228725" y="3333750"/>
                </a:moveTo>
                <a:lnTo>
                  <a:pt x="1238250" y="3333750"/>
                </a:lnTo>
                <a:lnTo>
                  <a:pt x="1238250" y="3343275"/>
                </a:lnTo>
                <a:lnTo>
                  <a:pt x="1228725" y="3343275"/>
                </a:lnTo>
                <a:close/>
                <a:moveTo>
                  <a:pt x="238125" y="3343275"/>
                </a:moveTo>
                <a:lnTo>
                  <a:pt x="247650" y="3343275"/>
                </a:lnTo>
                <a:lnTo>
                  <a:pt x="247650" y="3352800"/>
                </a:lnTo>
                <a:lnTo>
                  <a:pt x="238125" y="3352800"/>
                </a:lnTo>
                <a:close/>
                <a:moveTo>
                  <a:pt x="628650" y="3343275"/>
                </a:moveTo>
                <a:lnTo>
                  <a:pt x="638175" y="3343275"/>
                </a:lnTo>
                <a:lnTo>
                  <a:pt x="638175" y="3352800"/>
                </a:lnTo>
                <a:lnTo>
                  <a:pt x="628650" y="3352800"/>
                </a:lnTo>
                <a:close/>
                <a:moveTo>
                  <a:pt x="895350" y="3343275"/>
                </a:moveTo>
                <a:lnTo>
                  <a:pt x="904875" y="3343275"/>
                </a:lnTo>
                <a:lnTo>
                  <a:pt x="904875" y="3352800"/>
                </a:lnTo>
                <a:lnTo>
                  <a:pt x="895350" y="3352800"/>
                </a:lnTo>
                <a:close/>
                <a:moveTo>
                  <a:pt x="1219200" y="3343275"/>
                </a:moveTo>
                <a:lnTo>
                  <a:pt x="1228725" y="3343275"/>
                </a:lnTo>
                <a:lnTo>
                  <a:pt x="1228725" y="3352800"/>
                </a:lnTo>
                <a:lnTo>
                  <a:pt x="1257300" y="3352800"/>
                </a:lnTo>
                <a:lnTo>
                  <a:pt x="1257300" y="3362325"/>
                </a:lnTo>
                <a:lnTo>
                  <a:pt x="1247775" y="3362325"/>
                </a:lnTo>
                <a:lnTo>
                  <a:pt x="1247775" y="3371850"/>
                </a:lnTo>
                <a:lnTo>
                  <a:pt x="1257300" y="3371850"/>
                </a:lnTo>
                <a:lnTo>
                  <a:pt x="1257300" y="3362325"/>
                </a:lnTo>
                <a:lnTo>
                  <a:pt x="1276350" y="3362325"/>
                </a:lnTo>
                <a:lnTo>
                  <a:pt x="1276350" y="3352800"/>
                </a:lnTo>
                <a:lnTo>
                  <a:pt x="1285875" y="3352800"/>
                </a:lnTo>
                <a:lnTo>
                  <a:pt x="1285875" y="3362325"/>
                </a:lnTo>
                <a:lnTo>
                  <a:pt x="1295400" y="3362325"/>
                </a:lnTo>
                <a:lnTo>
                  <a:pt x="1295400" y="3352800"/>
                </a:lnTo>
                <a:lnTo>
                  <a:pt x="1304925" y="3352800"/>
                </a:lnTo>
                <a:lnTo>
                  <a:pt x="1304925" y="3362325"/>
                </a:lnTo>
                <a:lnTo>
                  <a:pt x="1295400" y="3362325"/>
                </a:lnTo>
                <a:lnTo>
                  <a:pt x="1295400" y="3371850"/>
                </a:lnTo>
                <a:lnTo>
                  <a:pt x="1276350" y="3371850"/>
                </a:lnTo>
                <a:lnTo>
                  <a:pt x="1276350" y="3390900"/>
                </a:lnTo>
                <a:lnTo>
                  <a:pt x="1266825" y="3390900"/>
                </a:lnTo>
                <a:lnTo>
                  <a:pt x="1266825" y="3381375"/>
                </a:lnTo>
                <a:lnTo>
                  <a:pt x="1257300" y="3381375"/>
                </a:lnTo>
                <a:lnTo>
                  <a:pt x="1257300" y="3390900"/>
                </a:lnTo>
                <a:lnTo>
                  <a:pt x="1266825" y="3390900"/>
                </a:lnTo>
                <a:lnTo>
                  <a:pt x="1266825" y="3400425"/>
                </a:lnTo>
                <a:lnTo>
                  <a:pt x="1238250" y="3400425"/>
                </a:lnTo>
                <a:lnTo>
                  <a:pt x="1238250" y="3409950"/>
                </a:lnTo>
                <a:lnTo>
                  <a:pt x="1228725" y="3409950"/>
                </a:lnTo>
                <a:lnTo>
                  <a:pt x="1228725" y="3400425"/>
                </a:lnTo>
                <a:lnTo>
                  <a:pt x="1209675" y="3400425"/>
                </a:lnTo>
                <a:lnTo>
                  <a:pt x="1209675" y="3409950"/>
                </a:lnTo>
                <a:lnTo>
                  <a:pt x="1200150" y="3409950"/>
                </a:lnTo>
                <a:lnTo>
                  <a:pt x="1200150" y="3390900"/>
                </a:lnTo>
                <a:lnTo>
                  <a:pt x="1209675" y="3390900"/>
                </a:lnTo>
                <a:lnTo>
                  <a:pt x="1209675" y="3381375"/>
                </a:lnTo>
                <a:lnTo>
                  <a:pt x="1219200" y="3381375"/>
                </a:lnTo>
                <a:close/>
                <a:moveTo>
                  <a:pt x="228600" y="3352800"/>
                </a:moveTo>
                <a:lnTo>
                  <a:pt x="238125" y="3352800"/>
                </a:lnTo>
                <a:lnTo>
                  <a:pt x="238125" y="3371850"/>
                </a:lnTo>
                <a:lnTo>
                  <a:pt x="228600" y="3371850"/>
                </a:lnTo>
                <a:close/>
                <a:moveTo>
                  <a:pt x="590550" y="3352800"/>
                </a:moveTo>
                <a:lnTo>
                  <a:pt x="600075" y="3352800"/>
                </a:lnTo>
                <a:lnTo>
                  <a:pt x="600075" y="3371850"/>
                </a:lnTo>
                <a:lnTo>
                  <a:pt x="571500" y="3371850"/>
                </a:lnTo>
                <a:lnTo>
                  <a:pt x="571500" y="3362325"/>
                </a:lnTo>
                <a:lnTo>
                  <a:pt x="590550" y="3362325"/>
                </a:lnTo>
                <a:close/>
                <a:moveTo>
                  <a:pt x="619125" y="3352800"/>
                </a:moveTo>
                <a:lnTo>
                  <a:pt x="628650" y="3352800"/>
                </a:lnTo>
                <a:lnTo>
                  <a:pt x="628650" y="3362325"/>
                </a:lnTo>
                <a:lnTo>
                  <a:pt x="638175" y="3362325"/>
                </a:lnTo>
                <a:lnTo>
                  <a:pt x="638175" y="3352800"/>
                </a:lnTo>
                <a:lnTo>
                  <a:pt x="647700" y="3352800"/>
                </a:lnTo>
                <a:lnTo>
                  <a:pt x="647700" y="3381375"/>
                </a:lnTo>
                <a:lnTo>
                  <a:pt x="600075" y="3381375"/>
                </a:lnTo>
                <a:lnTo>
                  <a:pt x="600075" y="3371850"/>
                </a:lnTo>
                <a:lnTo>
                  <a:pt x="619125" y="3371850"/>
                </a:lnTo>
                <a:close/>
                <a:moveTo>
                  <a:pt x="904875" y="3362325"/>
                </a:moveTo>
                <a:lnTo>
                  <a:pt x="914400" y="3362325"/>
                </a:lnTo>
                <a:lnTo>
                  <a:pt x="914400" y="3371850"/>
                </a:lnTo>
                <a:lnTo>
                  <a:pt x="904875" y="3371850"/>
                </a:lnTo>
                <a:close/>
                <a:moveTo>
                  <a:pt x="1552575" y="3362325"/>
                </a:moveTo>
                <a:lnTo>
                  <a:pt x="1609725" y="3362325"/>
                </a:lnTo>
                <a:lnTo>
                  <a:pt x="1609725" y="3371850"/>
                </a:lnTo>
                <a:lnTo>
                  <a:pt x="1600200" y="3371850"/>
                </a:lnTo>
                <a:lnTo>
                  <a:pt x="1600200" y="3381375"/>
                </a:lnTo>
                <a:lnTo>
                  <a:pt x="1609725" y="3381375"/>
                </a:lnTo>
                <a:lnTo>
                  <a:pt x="1609725" y="3390900"/>
                </a:lnTo>
                <a:lnTo>
                  <a:pt x="1552575" y="3390900"/>
                </a:lnTo>
                <a:lnTo>
                  <a:pt x="1552575" y="3381375"/>
                </a:lnTo>
                <a:lnTo>
                  <a:pt x="1581150" y="3381375"/>
                </a:lnTo>
                <a:lnTo>
                  <a:pt x="1581150" y="3371850"/>
                </a:lnTo>
                <a:lnTo>
                  <a:pt x="1552575" y="3371850"/>
                </a:lnTo>
                <a:close/>
                <a:moveTo>
                  <a:pt x="914400" y="3371850"/>
                </a:moveTo>
                <a:lnTo>
                  <a:pt x="923925" y="3371850"/>
                </a:lnTo>
                <a:lnTo>
                  <a:pt x="923925" y="3381375"/>
                </a:lnTo>
                <a:lnTo>
                  <a:pt x="914400" y="3381375"/>
                </a:lnTo>
                <a:close/>
                <a:moveTo>
                  <a:pt x="1228725" y="3390900"/>
                </a:moveTo>
                <a:lnTo>
                  <a:pt x="1247775" y="3390900"/>
                </a:lnTo>
                <a:lnTo>
                  <a:pt x="1247775" y="3381375"/>
                </a:lnTo>
                <a:lnTo>
                  <a:pt x="1238250" y="3381375"/>
                </a:lnTo>
                <a:lnTo>
                  <a:pt x="1238250" y="3371850"/>
                </a:lnTo>
                <a:lnTo>
                  <a:pt x="1228725" y="3371850"/>
                </a:lnTo>
                <a:close/>
                <a:moveTo>
                  <a:pt x="123825" y="3400425"/>
                </a:moveTo>
                <a:lnTo>
                  <a:pt x="133350" y="3400425"/>
                </a:lnTo>
                <a:lnTo>
                  <a:pt x="133350" y="3419475"/>
                </a:lnTo>
                <a:lnTo>
                  <a:pt x="123825" y="3419475"/>
                </a:lnTo>
                <a:close/>
                <a:moveTo>
                  <a:pt x="581025" y="3400425"/>
                </a:moveTo>
                <a:lnTo>
                  <a:pt x="609600" y="3400425"/>
                </a:lnTo>
                <a:lnTo>
                  <a:pt x="609600" y="3409950"/>
                </a:lnTo>
                <a:lnTo>
                  <a:pt x="581025" y="3409950"/>
                </a:lnTo>
                <a:close/>
                <a:moveTo>
                  <a:pt x="628650" y="3400425"/>
                </a:moveTo>
                <a:lnTo>
                  <a:pt x="638175" y="3400425"/>
                </a:lnTo>
                <a:lnTo>
                  <a:pt x="638175" y="3409950"/>
                </a:lnTo>
                <a:lnTo>
                  <a:pt x="628650" y="3409950"/>
                </a:lnTo>
                <a:close/>
                <a:moveTo>
                  <a:pt x="1276350" y="3400425"/>
                </a:moveTo>
                <a:lnTo>
                  <a:pt x="1285875" y="3400425"/>
                </a:lnTo>
                <a:lnTo>
                  <a:pt x="1285875" y="3409950"/>
                </a:lnTo>
                <a:lnTo>
                  <a:pt x="1276350" y="3409950"/>
                </a:lnTo>
                <a:close/>
                <a:moveTo>
                  <a:pt x="1295400" y="3400425"/>
                </a:moveTo>
                <a:lnTo>
                  <a:pt x="1304925" y="3400425"/>
                </a:lnTo>
                <a:lnTo>
                  <a:pt x="1304925" y="3409950"/>
                </a:lnTo>
                <a:lnTo>
                  <a:pt x="1295400" y="3409950"/>
                </a:lnTo>
                <a:close/>
                <a:moveTo>
                  <a:pt x="1209675" y="3409950"/>
                </a:moveTo>
                <a:lnTo>
                  <a:pt x="1219200" y="3409950"/>
                </a:lnTo>
                <a:lnTo>
                  <a:pt x="1219200" y="3419475"/>
                </a:lnTo>
                <a:lnTo>
                  <a:pt x="1209675" y="3419475"/>
                </a:lnTo>
                <a:close/>
                <a:moveTo>
                  <a:pt x="1285875" y="3409950"/>
                </a:moveTo>
                <a:lnTo>
                  <a:pt x="1295400" y="3409950"/>
                </a:lnTo>
                <a:lnTo>
                  <a:pt x="1295400" y="3419475"/>
                </a:lnTo>
                <a:lnTo>
                  <a:pt x="1285875" y="3419475"/>
                </a:lnTo>
                <a:close/>
                <a:moveTo>
                  <a:pt x="238125" y="3419475"/>
                </a:moveTo>
                <a:lnTo>
                  <a:pt x="247650" y="3419475"/>
                </a:lnTo>
                <a:lnTo>
                  <a:pt x="247650" y="3429000"/>
                </a:lnTo>
                <a:lnTo>
                  <a:pt x="238125" y="3429000"/>
                </a:lnTo>
                <a:close/>
                <a:moveTo>
                  <a:pt x="47625" y="3438525"/>
                </a:moveTo>
                <a:lnTo>
                  <a:pt x="57150" y="3438525"/>
                </a:lnTo>
                <a:lnTo>
                  <a:pt x="57150" y="3514725"/>
                </a:lnTo>
                <a:lnTo>
                  <a:pt x="66675" y="3514725"/>
                </a:lnTo>
                <a:lnTo>
                  <a:pt x="66675" y="3543300"/>
                </a:lnTo>
                <a:lnTo>
                  <a:pt x="76200" y="3543300"/>
                </a:lnTo>
                <a:lnTo>
                  <a:pt x="76200" y="3571875"/>
                </a:lnTo>
                <a:lnTo>
                  <a:pt x="85725" y="3571875"/>
                </a:lnTo>
                <a:lnTo>
                  <a:pt x="85725" y="3590925"/>
                </a:lnTo>
                <a:lnTo>
                  <a:pt x="95250" y="3590925"/>
                </a:lnTo>
                <a:lnTo>
                  <a:pt x="95250" y="3600450"/>
                </a:lnTo>
                <a:lnTo>
                  <a:pt x="104775" y="3600450"/>
                </a:lnTo>
                <a:lnTo>
                  <a:pt x="104775" y="3619500"/>
                </a:lnTo>
                <a:lnTo>
                  <a:pt x="114300" y="3619500"/>
                </a:lnTo>
                <a:lnTo>
                  <a:pt x="114300" y="3629025"/>
                </a:lnTo>
                <a:lnTo>
                  <a:pt x="123825" y="3629025"/>
                </a:lnTo>
                <a:lnTo>
                  <a:pt x="123825" y="3648075"/>
                </a:lnTo>
                <a:lnTo>
                  <a:pt x="133350" y="3648075"/>
                </a:lnTo>
                <a:lnTo>
                  <a:pt x="133350" y="3657600"/>
                </a:lnTo>
                <a:lnTo>
                  <a:pt x="142875" y="3657600"/>
                </a:lnTo>
                <a:lnTo>
                  <a:pt x="142875" y="3667125"/>
                </a:lnTo>
                <a:lnTo>
                  <a:pt x="152400" y="3667125"/>
                </a:lnTo>
                <a:lnTo>
                  <a:pt x="152400" y="3676650"/>
                </a:lnTo>
                <a:lnTo>
                  <a:pt x="161925" y="3676650"/>
                </a:lnTo>
                <a:lnTo>
                  <a:pt x="161925" y="3686175"/>
                </a:lnTo>
                <a:lnTo>
                  <a:pt x="171450" y="3686175"/>
                </a:lnTo>
                <a:lnTo>
                  <a:pt x="171450" y="3705225"/>
                </a:lnTo>
                <a:lnTo>
                  <a:pt x="180975" y="3705225"/>
                </a:lnTo>
                <a:lnTo>
                  <a:pt x="180975" y="3724275"/>
                </a:lnTo>
                <a:lnTo>
                  <a:pt x="200025" y="3724275"/>
                </a:lnTo>
                <a:lnTo>
                  <a:pt x="200025" y="3733800"/>
                </a:lnTo>
                <a:lnTo>
                  <a:pt x="209550" y="3733800"/>
                </a:lnTo>
                <a:lnTo>
                  <a:pt x="209550" y="3743325"/>
                </a:lnTo>
                <a:lnTo>
                  <a:pt x="228600" y="3743325"/>
                </a:lnTo>
                <a:lnTo>
                  <a:pt x="228600" y="3752850"/>
                </a:lnTo>
                <a:lnTo>
                  <a:pt x="257175" y="3752850"/>
                </a:lnTo>
                <a:lnTo>
                  <a:pt x="257175" y="3762375"/>
                </a:lnTo>
                <a:lnTo>
                  <a:pt x="276225" y="3762375"/>
                </a:lnTo>
                <a:lnTo>
                  <a:pt x="276225" y="3771900"/>
                </a:lnTo>
                <a:lnTo>
                  <a:pt x="295275" y="3771900"/>
                </a:lnTo>
                <a:lnTo>
                  <a:pt x="295275" y="3781425"/>
                </a:lnTo>
                <a:lnTo>
                  <a:pt x="304800" y="3781425"/>
                </a:lnTo>
                <a:lnTo>
                  <a:pt x="304800" y="3790950"/>
                </a:lnTo>
                <a:lnTo>
                  <a:pt x="171450" y="3790950"/>
                </a:lnTo>
                <a:lnTo>
                  <a:pt x="171450" y="3781425"/>
                </a:lnTo>
                <a:lnTo>
                  <a:pt x="161925" y="3781425"/>
                </a:lnTo>
                <a:lnTo>
                  <a:pt x="161925" y="3771900"/>
                </a:lnTo>
                <a:lnTo>
                  <a:pt x="152400" y="3771900"/>
                </a:lnTo>
                <a:lnTo>
                  <a:pt x="152400" y="3762375"/>
                </a:lnTo>
                <a:lnTo>
                  <a:pt x="142875" y="3762375"/>
                </a:lnTo>
                <a:lnTo>
                  <a:pt x="142875" y="3752850"/>
                </a:lnTo>
                <a:lnTo>
                  <a:pt x="133350" y="3752850"/>
                </a:lnTo>
                <a:lnTo>
                  <a:pt x="133350" y="3743325"/>
                </a:lnTo>
                <a:lnTo>
                  <a:pt x="123825" y="3743325"/>
                </a:lnTo>
                <a:lnTo>
                  <a:pt x="123825" y="3733800"/>
                </a:lnTo>
                <a:lnTo>
                  <a:pt x="114300" y="3733800"/>
                </a:lnTo>
                <a:lnTo>
                  <a:pt x="114300" y="3714750"/>
                </a:lnTo>
                <a:lnTo>
                  <a:pt x="104775" y="3714750"/>
                </a:lnTo>
                <a:lnTo>
                  <a:pt x="104775" y="3695700"/>
                </a:lnTo>
                <a:lnTo>
                  <a:pt x="95250" y="3695700"/>
                </a:lnTo>
                <a:lnTo>
                  <a:pt x="95250" y="3676650"/>
                </a:lnTo>
                <a:lnTo>
                  <a:pt x="85725" y="3676650"/>
                </a:lnTo>
                <a:lnTo>
                  <a:pt x="85725" y="3629025"/>
                </a:lnTo>
                <a:lnTo>
                  <a:pt x="76200" y="3629025"/>
                </a:lnTo>
                <a:lnTo>
                  <a:pt x="76200" y="3609975"/>
                </a:lnTo>
                <a:lnTo>
                  <a:pt x="66675" y="3609975"/>
                </a:lnTo>
                <a:lnTo>
                  <a:pt x="66675" y="3590925"/>
                </a:lnTo>
                <a:lnTo>
                  <a:pt x="57150" y="3590925"/>
                </a:lnTo>
                <a:lnTo>
                  <a:pt x="57150" y="3581400"/>
                </a:lnTo>
                <a:lnTo>
                  <a:pt x="47625" y="3581400"/>
                </a:lnTo>
                <a:lnTo>
                  <a:pt x="47625" y="3562350"/>
                </a:lnTo>
                <a:lnTo>
                  <a:pt x="38100" y="3562350"/>
                </a:lnTo>
                <a:lnTo>
                  <a:pt x="38100" y="3495675"/>
                </a:lnTo>
                <a:lnTo>
                  <a:pt x="28575" y="3495675"/>
                </a:lnTo>
                <a:lnTo>
                  <a:pt x="28575" y="3476625"/>
                </a:lnTo>
                <a:lnTo>
                  <a:pt x="47625" y="3476625"/>
                </a:lnTo>
                <a:close/>
                <a:moveTo>
                  <a:pt x="1162050" y="3438525"/>
                </a:moveTo>
                <a:lnTo>
                  <a:pt x="1181100" y="3438525"/>
                </a:lnTo>
                <a:lnTo>
                  <a:pt x="1181100" y="3457575"/>
                </a:lnTo>
                <a:lnTo>
                  <a:pt x="1190625" y="3457575"/>
                </a:lnTo>
                <a:lnTo>
                  <a:pt x="1190625" y="3467100"/>
                </a:lnTo>
                <a:lnTo>
                  <a:pt x="1181100" y="3467100"/>
                </a:lnTo>
                <a:lnTo>
                  <a:pt x="1181100" y="3476625"/>
                </a:lnTo>
                <a:lnTo>
                  <a:pt x="1190625" y="3476625"/>
                </a:lnTo>
                <a:lnTo>
                  <a:pt x="1190625" y="3486150"/>
                </a:lnTo>
                <a:lnTo>
                  <a:pt x="1162050" y="3486150"/>
                </a:lnTo>
                <a:lnTo>
                  <a:pt x="1162050" y="3476625"/>
                </a:lnTo>
                <a:lnTo>
                  <a:pt x="1171575" y="3476625"/>
                </a:lnTo>
                <a:lnTo>
                  <a:pt x="1171575" y="3457575"/>
                </a:lnTo>
                <a:lnTo>
                  <a:pt x="1162050" y="3457575"/>
                </a:lnTo>
                <a:close/>
                <a:moveTo>
                  <a:pt x="1571625" y="3438525"/>
                </a:moveTo>
                <a:lnTo>
                  <a:pt x="1581150" y="3438525"/>
                </a:lnTo>
                <a:lnTo>
                  <a:pt x="1581150" y="3448050"/>
                </a:lnTo>
                <a:lnTo>
                  <a:pt x="1571625" y="3448050"/>
                </a:lnTo>
                <a:close/>
                <a:moveTo>
                  <a:pt x="238125" y="3448050"/>
                </a:moveTo>
                <a:lnTo>
                  <a:pt x="247650" y="3448050"/>
                </a:lnTo>
                <a:lnTo>
                  <a:pt x="247650" y="3457575"/>
                </a:lnTo>
                <a:lnTo>
                  <a:pt x="238125" y="3457575"/>
                </a:lnTo>
                <a:close/>
                <a:moveTo>
                  <a:pt x="257175" y="3448050"/>
                </a:moveTo>
                <a:lnTo>
                  <a:pt x="266700" y="3448050"/>
                </a:lnTo>
                <a:lnTo>
                  <a:pt x="266700" y="3457575"/>
                </a:lnTo>
                <a:lnTo>
                  <a:pt x="257175" y="3457575"/>
                </a:lnTo>
                <a:close/>
                <a:moveTo>
                  <a:pt x="304800" y="3448050"/>
                </a:moveTo>
                <a:lnTo>
                  <a:pt x="333375" y="3448050"/>
                </a:lnTo>
                <a:lnTo>
                  <a:pt x="333375" y="3457575"/>
                </a:lnTo>
                <a:lnTo>
                  <a:pt x="304800" y="3457575"/>
                </a:lnTo>
                <a:close/>
                <a:moveTo>
                  <a:pt x="552450" y="3448050"/>
                </a:moveTo>
                <a:lnTo>
                  <a:pt x="619125" y="3448050"/>
                </a:lnTo>
                <a:lnTo>
                  <a:pt x="619125" y="3457575"/>
                </a:lnTo>
                <a:lnTo>
                  <a:pt x="552450" y="3457575"/>
                </a:lnTo>
                <a:close/>
                <a:moveTo>
                  <a:pt x="628650" y="3448050"/>
                </a:moveTo>
                <a:lnTo>
                  <a:pt x="638175" y="3448050"/>
                </a:lnTo>
                <a:lnTo>
                  <a:pt x="638175" y="3457575"/>
                </a:lnTo>
                <a:lnTo>
                  <a:pt x="628650" y="3457575"/>
                </a:lnTo>
                <a:close/>
                <a:moveTo>
                  <a:pt x="819150" y="3448050"/>
                </a:moveTo>
                <a:lnTo>
                  <a:pt x="828675" y="3448050"/>
                </a:lnTo>
                <a:lnTo>
                  <a:pt x="828675" y="3457575"/>
                </a:lnTo>
                <a:lnTo>
                  <a:pt x="819150" y="3457575"/>
                </a:lnTo>
                <a:close/>
                <a:moveTo>
                  <a:pt x="885825" y="3448050"/>
                </a:moveTo>
                <a:lnTo>
                  <a:pt x="904875" y="3448050"/>
                </a:lnTo>
                <a:lnTo>
                  <a:pt x="904875" y="3457575"/>
                </a:lnTo>
                <a:lnTo>
                  <a:pt x="885825" y="3457575"/>
                </a:lnTo>
                <a:close/>
                <a:moveTo>
                  <a:pt x="962025" y="3448050"/>
                </a:moveTo>
                <a:lnTo>
                  <a:pt x="1000125" y="3448050"/>
                </a:lnTo>
                <a:lnTo>
                  <a:pt x="1000125" y="3457575"/>
                </a:lnTo>
                <a:lnTo>
                  <a:pt x="981075" y="3457575"/>
                </a:lnTo>
                <a:lnTo>
                  <a:pt x="981075" y="3476625"/>
                </a:lnTo>
                <a:lnTo>
                  <a:pt x="971550" y="3476625"/>
                </a:lnTo>
                <a:lnTo>
                  <a:pt x="971550" y="3486150"/>
                </a:lnTo>
                <a:lnTo>
                  <a:pt x="962025" y="3486150"/>
                </a:lnTo>
                <a:lnTo>
                  <a:pt x="962025" y="3467100"/>
                </a:lnTo>
                <a:lnTo>
                  <a:pt x="952500" y="3467100"/>
                </a:lnTo>
                <a:lnTo>
                  <a:pt x="952500" y="3457575"/>
                </a:lnTo>
                <a:lnTo>
                  <a:pt x="962025" y="3457575"/>
                </a:lnTo>
                <a:close/>
                <a:moveTo>
                  <a:pt x="1209675" y="3448050"/>
                </a:moveTo>
                <a:lnTo>
                  <a:pt x="1285875" y="3448050"/>
                </a:lnTo>
                <a:lnTo>
                  <a:pt x="1285875" y="3457575"/>
                </a:lnTo>
                <a:lnTo>
                  <a:pt x="1209675" y="3457575"/>
                </a:lnTo>
                <a:close/>
                <a:moveTo>
                  <a:pt x="1533525" y="3448050"/>
                </a:moveTo>
                <a:lnTo>
                  <a:pt x="1543050" y="3448050"/>
                </a:lnTo>
                <a:lnTo>
                  <a:pt x="1543050" y="3457575"/>
                </a:lnTo>
                <a:lnTo>
                  <a:pt x="1533525" y="3457575"/>
                </a:lnTo>
                <a:close/>
                <a:moveTo>
                  <a:pt x="285750" y="3457575"/>
                </a:moveTo>
                <a:lnTo>
                  <a:pt x="304800" y="3457575"/>
                </a:lnTo>
                <a:lnTo>
                  <a:pt x="304800" y="3467100"/>
                </a:lnTo>
                <a:lnTo>
                  <a:pt x="314325" y="3467100"/>
                </a:lnTo>
                <a:lnTo>
                  <a:pt x="314325" y="3476625"/>
                </a:lnTo>
                <a:lnTo>
                  <a:pt x="333375" y="3476625"/>
                </a:lnTo>
                <a:lnTo>
                  <a:pt x="333375" y="3486150"/>
                </a:lnTo>
                <a:lnTo>
                  <a:pt x="304800" y="3486150"/>
                </a:lnTo>
                <a:lnTo>
                  <a:pt x="304800" y="3476625"/>
                </a:lnTo>
                <a:lnTo>
                  <a:pt x="285750" y="3476625"/>
                </a:lnTo>
                <a:close/>
                <a:moveTo>
                  <a:pt x="666750" y="3457575"/>
                </a:moveTo>
                <a:lnTo>
                  <a:pt x="676275" y="3457575"/>
                </a:lnTo>
                <a:lnTo>
                  <a:pt x="676275" y="3467100"/>
                </a:lnTo>
                <a:lnTo>
                  <a:pt x="666750" y="3467100"/>
                </a:lnTo>
                <a:close/>
                <a:moveTo>
                  <a:pt x="1028700" y="3457575"/>
                </a:moveTo>
                <a:lnTo>
                  <a:pt x="1038225" y="3457575"/>
                </a:lnTo>
                <a:lnTo>
                  <a:pt x="1038225" y="3467100"/>
                </a:lnTo>
                <a:lnTo>
                  <a:pt x="1028700" y="3467100"/>
                </a:lnTo>
                <a:close/>
                <a:moveTo>
                  <a:pt x="1152525" y="3457575"/>
                </a:moveTo>
                <a:lnTo>
                  <a:pt x="1162050" y="3457575"/>
                </a:lnTo>
                <a:lnTo>
                  <a:pt x="1162050" y="3467100"/>
                </a:lnTo>
                <a:lnTo>
                  <a:pt x="1152525" y="3467100"/>
                </a:lnTo>
                <a:close/>
                <a:moveTo>
                  <a:pt x="1285875" y="3457575"/>
                </a:moveTo>
                <a:lnTo>
                  <a:pt x="1352550" y="3457575"/>
                </a:lnTo>
                <a:lnTo>
                  <a:pt x="1352550" y="3476625"/>
                </a:lnTo>
                <a:lnTo>
                  <a:pt x="1333500" y="3476625"/>
                </a:lnTo>
                <a:lnTo>
                  <a:pt x="1333500" y="3467100"/>
                </a:lnTo>
                <a:lnTo>
                  <a:pt x="1304925" y="3467100"/>
                </a:lnTo>
                <a:lnTo>
                  <a:pt x="1304925" y="3476625"/>
                </a:lnTo>
                <a:lnTo>
                  <a:pt x="1285875" y="3476625"/>
                </a:lnTo>
                <a:close/>
                <a:moveTo>
                  <a:pt x="1724025" y="3457575"/>
                </a:moveTo>
                <a:lnTo>
                  <a:pt x="1733550" y="3457575"/>
                </a:lnTo>
                <a:lnTo>
                  <a:pt x="1733550" y="3467100"/>
                </a:lnTo>
                <a:lnTo>
                  <a:pt x="1724025" y="3467100"/>
                </a:lnTo>
                <a:close/>
                <a:moveTo>
                  <a:pt x="1533525" y="3467100"/>
                </a:moveTo>
                <a:lnTo>
                  <a:pt x="1543050" y="3467100"/>
                </a:lnTo>
                <a:lnTo>
                  <a:pt x="1543050" y="3476625"/>
                </a:lnTo>
                <a:lnTo>
                  <a:pt x="1533525" y="3476625"/>
                </a:lnTo>
                <a:close/>
                <a:moveTo>
                  <a:pt x="133350" y="3476625"/>
                </a:moveTo>
                <a:lnTo>
                  <a:pt x="142875" y="3476625"/>
                </a:lnTo>
                <a:lnTo>
                  <a:pt x="142875" y="3486150"/>
                </a:lnTo>
                <a:lnTo>
                  <a:pt x="133350" y="3486150"/>
                </a:lnTo>
                <a:close/>
                <a:moveTo>
                  <a:pt x="609600" y="3476625"/>
                </a:moveTo>
                <a:lnTo>
                  <a:pt x="628650" y="3476625"/>
                </a:lnTo>
                <a:lnTo>
                  <a:pt x="628650" y="3486150"/>
                </a:lnTo>
                <a:lnTo>
                  <a:pt x="609600" y="3486150"/>
                </a:lnTo>
                <a:close/>
                <a:moveTo>
                  <a:pt x="647700" y="3476625"/>
                </a:moveTo>
                <a:lnTo>
                  <a:pt x="676275" y="3476625"/>
                </a:lnTo>
                <a:lnTo>
                  <a:pt x="676275" y="3486150"/>
                </a:lnTo>
                <a:lnTo>
                  <a:pt x="647700" y="3486150"/>
                </a:lnTo>
                <a:close/>
                <a:moveTo>
                  <a:pt x="876300" y="3476625"/>
                </a:moveTo>
                <a:lnTo>
                  <a:pt x="885825" y="3476625"/>
                </a:lnTo>
                <a:lnTo>
                  <a:pt x="885825" y="3486150"/>
                </a:lnTo>
                <a:lnTo>
                  <a:pt x="876300" y="3486150"/>
                </a:lnTo>
                <a:close/>
                <a:moveTo>
                  <a:pt x="942975" y="3476625"/>
                </a:moveTo>
                <a:lnTo>
                  <a:pt x="952500" y="3476625"/>
                </a:lnTo>
                <a:lnTo>
                  <a:pt x="952500" y="3486150"/>
                </a:lnTo>
                <a:lnTo>
                  <a:pt x="942975" y="3486150"/>
                </a:lnTo>
                <a:close/>
                <a:moveTo>
                  <a:pt x="1000125" y="3476625"/>
                </a:moveTo>
                <a:lnTo>
                  <a:pt x="1038225" y="3476625"/>
                </a:lnTo>
                <a:lnTo>
                  <a:pt x="1038225" y="3486150"/>
                </a:lnTo>
                <a:lnTo>
                  <a:pt x="1000125" y="3486150"/>
                </a:lnTo>
                <a:close/>
                <a:moveTo>
                  <a:pt x="1247775" y="3476625"/>
                </a:moveTo>
                <a:lnTo>
                  <a:pt x="1276350" y="3476625"/>
                </a:lnTo>
                <a:lnTo>
                  <a:pt x="1276350" y="3486150"/>
                </a:lnTo>
                <a:lnTo>
                  <a:pt x="1247775" y="3486150"/>
                </a:lnTo>
                <a:close/>
                <a:moveTo>
                  <a:pt x="1314450" y="3476625"/>
                </a:moveTo>
                <a:lnTo>
                  <a:pt x="1333500" y="3476625"/>
                </a:lnTo>
                <a:lnTo>
                  <a:pt x="1333500" y="3486150"/>
                </a:lnTo>
                <a:lnTo>
                  <a:pt x="1314450" y="3486150"/>
                </a:lnTo>
                <a:close/>
                <a:moveTo>
                  <a:pt x="1543050" y="3476625"/>
                </a:moveTo>
                <a:lnTo>
                  <a:pt x="1571625" y="3476625"/>
                </a:lnTo>
                <a:lnTo>
                  <a:pt x="1571625" y="3486150"/>
                </a:lnTo>
                <a:lnTo>
                  <a:pt x="1543050" y="3486150"/>
                </a:lnTo>
                <a:close/>
                <a:moveTo>
                  <a:pt x="1800225" y="3495675"/>
                </a:moveTo>
                <a:lnTo>
                  <a:pt x="1809750" y="3495675"/>
                </a:lnTo>
                <a:lnTo>
                  <a:pt x="1809750" y="3514725"/>
                </a:lnTo>
                <a:lnTo>
                  <a:pt x="1800225" y="3514725"/>
                </a:lnTo>
                <a:close/>
                <a:moveTo>
                  <a:pt x="142875" y="3514725"/>
                </a:moveTo>
                <a:lnTo>
                  <a:pt x="152400" y="3514725"/>
                </a:lnTo>
                <a:lnTo>
                  <a:pt x="152400" y="3524250"/>
                </a:lnTo>
                <a:lnTo>
                  <a:pt x="142875" y="3524250"/>
                </a:lnTo>
                <a:close/>
                <a:moveTo>
                  <a:pt x="1790700" y="3533775"/>
                </a:moveTo>
                <a:lnTo>
                  <a:pt x="1800225" y="3533775"/>
                </a:lnTo>
                <a:lnTo>
                  <a:pt x="1800225" y="3581400"/>
                </a:lnTo>
                <a:lnTo>
                  <a:pt x="1790700" y="3581400"/>
                </a:lnTo>
                <a:lnTo>
                  <a:pt x="1790700" y="3600450"/>
                </a:lnTo>
                <a:lnTo>
                  <a:pt x="1781175" y="3600450"/>
                </a:lnTo>
                <a:lnTo>
                  <a:pt x="1781175" y="3619500"/>
                </a:lnTo>
                <a:lnTo>
                  <a:pt x="1771650" y="3619500"/>
                </a:lnTo>
                <a:lnTo>
                  <a:pt x="1771650" y="3657600"/>
                </a:lnTo>
                <a:lnTo>
                  <a:pt x="1762125" y="3657600"/>
                </a:lnTo>
                <a:lnTo>
                  <a:pt x="1762125" y="3686175"/>
                </a:lnTo>
                <a:lnTo>
                  <a:pt x="1752600" y="3686175"/>
                </a:lnTo>
                <a:lnTo>
                  <a:pt x="1752600" y="3705225"/>
                </a:lnTo>
                <a:lnTo>
                  <a:pt x="1743075" y="3705225"/>
                </a:lnTo>
                <a:lnTo>
                  <a:pt x="1743075" y="3714750"/>
                </a:lnTo>
                <a:lnTo>
                  <a:pt x="1733550" y="3714750"/>
                </a:lnTo>
                <a:lnTo>
                  <a:pt x="1733550" y="3733800"/>
                </a:lnTo>
                <a:lnTo>
                  <a:pt x="1724025" y="3733800"/>
                </a:lnTo>
                <a:lnTo>
                  <a:pt x="1724025" y="3743325"/>
                </a:lnTo>
                <a:lnTo>
                  <a:pt x="1714500" y="3743325"/>
                </a:lnTo>
                <a:lnTo>
                  <a:pt x="1714500" y="3752850"/>
                </a:lnTo>
                <a:lnTo>
                  <a:pt x="1704975" y="3752850"/>
                </a:lnTo>
                <a:lnTo>
                  <a:pt x="1704975" y="3762375"/>
                </a:lnTo>
                <a:lnTo>
                  <a:pt x="1695450" y="3762375"/>
                </a:lnTo>
                <a:lnTo>
                  <a:pt x="1695450" y="3771900"/>
                </a:lnTo>
                <a:lnTo>
                  <a:pt x="1685925" y="3771900"/>
                </a:lnTo>
                <a:lnTo>
                  <a:pt x="1685925" y="3781425"/>
                </a:lnTo>
                <a:lnTo>
                  <a:pt x="1676400" y="3781425"/>
                </a:lnTo>
                <a:lnTo>
                  <a:pt x="1676400" y="3790950"/>
                </a:lnTo>
                <a:lnTo>
                  <a:pt x="1562100" y="3790950"/>
                </a:lnTo>
                <a:lnTo>
                  <a:pt x="1562100" y="3781425"/>
                </a:lnTo>
                <a:lnTo>
                  <a:pt x="1581150" y="3781425"/>
                </a:lnTo>
                <a:lnTo>
                  <a:pt x="1581150" y="3771900"/>
                </a:lnTo>
                <a:lnTo>
                  <a:pt x="1600200" y="3771900"/>
                </a:lnTo>
                <a:lnTo>
                  <a:pt x="1600200" y="3762375"/>
                </a:lnTo>
                <a:lnTo>
                  <a:pt x="1619250" y="3762375"/>
                </a:lnTo>
                <a:lnTo>
                  <a:pt x="1619250" y="3752850"/>
                </a:lnTo>
                <a:lnTo>
                  <a:pt x="1628775" y="3752850"/>
                </a:lnTo>
                <a:lnTo>
                  <a:pt x="1628775" y="3743325"/>
                </a:lnTo>
                <a:lnTo>
                  <a:pt x="1638300" y="3743325"/>
                </a:lnTo>
                <a:lnTo>
                  <a:pt x="1638300" y="3733800"/>
                </a:lnTo>
                <a:lnTo>
                  <a:pt x="1647825" y="3733800"/>
                </a:lnTo>
                <a:lnTo>
                  <a:pt x="1647825" y="3724275"/>
                </a:lnTo>
                <a:lnTo>
                  <a:pt x="1657350" y="3724275"/>
                </a:lnTo>
                <a:lnTo>
                  <a:pt x="1657350" y="3714750"/>
                </a:lnTo>
                <a:lnTo>
                  <a:pt x="1666875" y="3714750"/>
                </a:lnTo>
                <a:lnTo>
                  <a:pt x="1666875" y="3705225"/>
                </a:lnTo>
                <a:lnTo>
                  <a:pt x="1676400" y="3705225"/>
                </a:lnTo>
                <a:lnTo>
                  <a:pt x="1676400" y="3695700"/>
                </a:lnTo>
                <a:lnTo>
                  <a:pt x="1685925" y="3695700"/>
                </a:lnTo>
                <a:lnTo>
                  <a:pt x="1685925" y="3686175"/>
                </a:lnTo>
                <a:lnTo>
                  <a:pt x="1695450" y="3686175"/>
                </a:lnTo>
                <a:lnTo>
                  <a:pt x="1695450" y="3676650"/>
                </a:lnTo>
                <a:lnTo>
                  <a:pt x="1714500" y="3676650"/>
                </a:lnTo>
                <a:lnTo>
                  <a:pt x="1714500" y="3667125"/>
                </a:lnTo>
                <a:lnTo>
                  <a:pt x="1724025" y="3667125"/>
                </a:lnTo>
                <a:lnTo>
                  <a:pt x="1724025" y="3648075"/>
                </a:lnTo>
                <a:lnTo>
                  <a:pt x="1733550" y="3648075"/>
                </a:lnTo>
                <a:lnTo>
                  <a:pt x="1733550" y="3638550"/>
                </a:lnTo>
                <a:lnTo>
                  <a:pt x="1743075" y="3638550"/>
                </a:lnTo>
                <a:lnTo>
                  <a:pt x="1743075" y="3629025"/>
                </a:lnTo>
                <a:lnTo>
                  <a:pt x="1752600" y="3629025"/>
                </a:lnTo>
                <a:lnTo>
                  <a:pt x="1752600" y="3619500"/>
                </a:lnTo>
                <a:lnTo>
                  <a:pt x="1762125" y="3619500"/>
                </a:lnTo>
                <a:lnTo>
                  <a:pt x="1762125" y="3600450"/>
                </a:lnTo>
                <a:lnTo>
                  <a:pt x="1771650" y="3600450"/>
                </a:lnTo>
                <a:lnTo>
                  <a:pt x="1771650" y="3581400"/>
                </a:lnTo>
                <a:lnTo>
                  <a:pt x="1781175" y="3581400"/>
                </a:lnTo>
                <a:lnTo>
                  <a:pt x="1781175" y="3562350"/>
                </a:lnTo>
                <a:lnTo>
                  <a:pt x="1790700" y="3562350"/>
                </a:lnTo>
                <a:close/>
                <a:moveTo>
                  <a:pt x="1666875" y="3590925"/>
                </a:moveTo>
                <a:lnTo>
                  <a:pt x="1676400" y="3590925"/>
                </a:lnTo>
                <a:lnTo>
                  <a:pt x="1676400" y="3600450"/>
                </a:lnTo>
                <a:lnTo>
                  <a:pt x="1666875" y="3600450"/>
                </a:lnTo>
                <a:close/>
                <a:moveTo>
                  <a:pt x="1657350" y="3600450"/>
                </a:moveTo>
                <a:lnTo>
                  <a:pt x="1666875" y="3600450"/>
                </a:lnTo>
                <a:lnTo>
                  <a:pt x="1666875" y="3609975"/>
                </a:lnTo>
                <a:lnTo>
                  <a:pt x="1657350" y="3609975"/>
                </a:lnTo>
                <a:close/>
                <a:moveTo>
                  <a:pt x="1647825" y="3609975"/>
                </a:moveTo>
                <a:lnTo>
                  <a:pt x="1657350" y="3609975"/>
                </a:lnTo>
                <a:lnTo>
                  <a:pt x="1657350" y="3619500"/>
                </a:lnTo>
                <a:lnTo>
                  <a:pt x="1647825" y="3619500"/>
                </a:lnTo>
                <a:close/>
                <a:moveTo>
                  <a:pt x="1581150" y="3648075"/>
                </a:moveTo>
                <a:lnTo>
                  <a:pt x="1590675" y="3648075"/>
                </a:lnTo>
                <a:lnTo>
                  <a:pt x="1590675" y="3657600"/>
                </a:lnTo>
                <a:lnTo>
                  <a:pt x="1581150" y="3657600"/>
                </a:lnTo>
                <a:close/>
                <a:moveTo>
                  <a:pt x="361950" y="3667125"/>
                </a:moveTo>
                <a:lnTo>
                  <a:pt x="371475" y="3667125"/>
                </a:lnTo>
                <a:lnTo>
                  <a:pt x="371475" y="3676650"/>
                </a:lnTo>
                <a:lnTo>
                  <a:pt x="361950" y="3676650"/>
                </a:lnTo>
                <a:close/>
                <a:moveTo>
                  <a:pt x="1495425" y="3667125"/>
                </a:moveTo>
                <a:lnTo>
                  <a:pt x="1504950" y="3667125"/>
                </a:lnTo>
                <a:lnTo>
                  <a:pt x="1504950" y="3676650"/>
                </a:lnTo>
                <a:lnTo>
                  <a:pt x="1495425" y="3676650"/>
                </a:lnTo>
                <a:close/>
              </a:path>
            </a:pathLst>
          </a:custGeom>
          <a:solidFill xmlns:a="http://schemas.openxmlformats.org/drawingml/2006/main">
            <a:srgbClr val="D4CDC1"/>
          </a:solidFill>
          <a:ln xmlns:a="http://schemas.openxmlformats.org/drawingml/2006/main" w="0">
            <a:noFill/>
          </a:ln>
        </p:spPr>
      </p:sp>
      <p:sp>
        <p:nvSpPr>
          <p:cNvPr id="52" name="profit vector #b7baac">
            <a:extLst xmlns:a="http://schemas.openxmlformats.org/drawingml/2006/main">
              <a:ext uri="{FF2B5EF4-FFF2-40B4-BE49-F238E27FC236}">
                <a16:creationId xmlns:a16="http://schemas.microsoft.com/office/drawing/2014/main" id="{FDA04CAA-611A-434C-94AD-D307B9E77D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29825" y="1447800"/>
            <a:ext cx="2200275" cy="4467225"/>
          </a:xfrm>
          <a:custGeom xmlns:a="http://schemas.openxmlformats.org/drawingml/2006/main">
            <a:pathLst>
              <a:path w="1866900" h="3790950">
                <a:moveTo>
                  <a:pt x="371475" y="47625"/>
                </a:moveTo>
                <a:lnTo>
                  <a:pt x="1485900" y="47625"/>
                </a:lnTo>
                <a:lnTo>
                  <a:pt x="1485900" y="57150"/>
                </a:lnTo>
                <a:lnTo>
                  <a:pt x="371475" y="57150"/>
                </a:lnTo>
                <a:close/>
                <a:moveTo>
                  <a:pt x="304800" y="57150"/>
                </a:moveTo>
                <a:lnTo>
                  <a:pt x="314325" y="57150"/>
                </a:lnTo>
                <a:lnTo>
                  <a:pt x="314325" y="66675"/>
                </a:lnTo>
                <a:lnTo>
                  <a:pt x="304800" y="66675"/>
                </a:lnTo>
                <a:close/>
                <a:moveTo>
                  <a:pt x="1533525" y="57150"/>
                </a:moveTo>
                <a:lnTo>
                  <a:pt x="1552575" y="57150"/>
                </a:lnTo>
                <a:lnTo>
                  <a:pt x="1552575" y="66675"/>
                </a:lnTo>
                <a:lnTo>
                  <a:pt x="1533525" y="66675"/>
                </a:lnTo>
                <a:close/>
                <a:moveTo>
                  <a:pt x="266700" y="66675"/>
                </a:moveTo>
                <a:lnTo>
                  <a:pt x="276225" y="66675"/>
                </a:lnTo>
                <a:lnTo>
                  <a:pt x="276225" y="76200"/>
                </a:lnTo>
                <a:lnTo>
                  <a:pt x="266700" y="76200"/>
                </a:lnTo>
                <a:close/>
                <a:moveTo>
                  <a:pt x="1581150" y="66675"/>
                </a:moveTo>
                <a:lnTo>
                  <a:pt x="1590675" y="66675"/>
                </a:lnTo>
                <a:lnTo>
                  <a:pt x="1590675" y="76200"/>
                </a:lnTo>
                <a:lnTo>
                  <a:pt x="1581150" y="76200"/>
                </a:lnTo>
                <a:close/>
                <a:moveTo>
                  <a:pt x="238125" y="76200"/>
                </a:moveTo>
                <a:lnTo>
                  <a:pt x="247650" y="76200"/>
                </a:lnTo>
                <a:lnTo>
                  <a:pt x="247650" y="85725"/>
                </a:lnTo>
                <a:lnTo>
                  <a:pt x="238125" y="85725"/>
                </a:lnTo>
                <a:close/>
                <a:moveTo>
                  <a:pt x="1609725" y="76200"/>
                </a:moveTo>
                <a:lnTo>
                  <a:pt x="1619250" y="76200"/>
                </a:lnTo>
                <a:lnTo>
                  <a:pt x="1619250" y="85725"/>
                </a:lnTo>
                <a:lnTo>
                  <a:pt x="1609725" y="85725"/>
                </a:lnTo>
                <a:close/>
                <a:moveTo>
                  <a:pt x="219075" y="85725"/>
                </a:moveTo>
                <a:lnTo>
                  <a:pt x="228600" y="85725"/>
                </a:lnTo>
                <a:lnTo>
                  <a:pt x="228600" y="95250"/>
                </a:lnTo>
                <a:lnTo>
                  <a:pt x="219075" y="95250"/>
                </a:lnTo>
                <a:close/>
                <a:moveTo>
                  <a:pt x="1628775" y="85725"/>
                </a:moveTo>
                <a:lnTo>
                  <a:pt x="1638300" y="85725"/>
                </a:lnTo>
                <a:lnTo>
                  <a:pt x="1638300" y="95250"/>
                </a:lnTo>
                <a:lnTo>
                  <a:pt x="1628775" y="95250"/>
                </a:lnTo>
                <a:close/>
                <a:moveTo>
                  <a:pt x="200025" y="95250"/>
                </a:moveTo>
                <a:lnTo>
                  <a:pt x="209550" y="95250"/>
                </a:lnTo>
                <a:lnTo>
                  <a:pt x="209550" y="104775"/>
                </a:lnTo>
                <a:lnTo>
                  <a:pt x="200025" y="104775"/>
                </a:lnTo>
                <a:close/>
                <a:moveTo>
                  <a:pt x="1647825" y="95250"/>
                </a:moveTo>
                <a:lnTo>
                  <a:pt x="1657350" y="95250"/>
                </a:lnTo>
                <a:lnTo>
                  <a:pt x="1657350" y="104775"/>
                </a:lnTo>
                <a:lnTo>
                  <a:pt x="1647825" y="104775"/>
                </a:lnTo>
                <a:close/>
                <a:moveTo>
                  <a:pt x="1666875" y="104775"/>
                </a:moveTo>
                <a:lnTo>
                  <a:pt x="1676400" y="104775"/>
                </a:lnTo>
                <a:lnTo>
                  <a:pt x="1676400" y="114300"/>
                </a:lnTo>
                <a:lnTo>
                  <a:pt x="1666875" y="114300"/>
                </a:lnTo>
                <a:close/>
                <a:moveTo>
                  <a:pt x="171450" y="114300"/>
                </a:moveTo>
                <a:lnTo>
                  <a:pt x="180975" y="114300"/>
                </a:lnTo>
                <a:lnTo>
                  <a:pt x="180975" y="123825"/>
                </a:lnTo>
                <a:lnTo>
                  <a:pt x="171450" y="123825"/>
                </a:lnTo>
                <a:close/>
                <a:moveTo>
                  <a:pt x="361950" y="123825"/>
                </a:moveTo>
                <a:lnTo>
                  <a:pt x="400050" y="123825"/>
                </a:lnTo>
                <a:lnTo>
                  <a:pt x="400050" y="133350"/>
                </a:lnTo>
                <a:lnTo>
                  <a:pt x="361950" y="133350"/>
                </a:lnTo>
                <a:close/>
                <a:moveTo>
                  <a:pt x="1466850" y="123825"/>
                </a:moveTo>
                <a:lnTo>
                  <a:pt x="1504950" y="123825"/>
                </a:lnTo>
                <a:lnTo>
                  <a:pt x="1504950" y="133350"/>
                </a:lnTo>
                <a:lnTo>
                  <a:pt x="1466850" y="133350"/>
                </a:lnTo>
                <a:close/>
                <a:moveTo>
                  <a:pt x="304800" y="133350"/>
                </a:moveTo>
                <a:lnTo>
                  <a:pt x="314325" y="133350"/>
                </a:lnTo>
                <a:lnTo>
                  <a:pt x="314325" y="142875"/>
                </a:lnTo>
                <a:lnTo>
                  <a:pt x="304800" y="142875"/>
                </a:lnTo>
                <a:close/>
                <a:moveTo>
                  <a:pt x="1552575" y="133350"/>
                </a:moveTo>
                <a:lnTo>
                  <a:pt x="1562100" y="133350"/>
                </a:lnTo>
                <a:lnTo>
                  <a:pt x="1562100" y="142875"/>
                </a:lnTo>
                <a:lnTo>
                  <a:pt x="1552575" y="142875"/>
                </a:lnTo>
                <a:close/>
                <a:moveTo>
                  <a:pt x="1704975" y="133350"/>
                </a:moveTo>
                <a:lnTo>
                  <a:pt x="1714500" y="133350"/>
                </a:lnTo>
                <a:lnTo>
                  <a:pt x="1714500" y="142875"/>
                </a:lnTo>
                <a:lnTo>
                  <a:pt x="1704975" y="142875"/>
                </a:lnTo>
                <a:close/>
                <a:moveTo>
                  <a:pt x="1581150" y="142875"/>
                </a:moveTo>
                <a:lnTo>
                  <a:pt x="1590675" y="142875"/>
                </a:lnTo>
                <a:lnTo>
                  <a:pt x="1590675" y="152400"/>
                </a:lnTo>
                <a:lnTo>
                  <a:pt x="1581150" y="152400"/>
                </a:lnTo>
                <a:close/>
                <a:moveTo>
                  <a:pt x="1714500" y="142875"/>
                </a:moveTo>
                <a:lnTo>
                  <a:pt x="1724025" y="142875"/>
                </a:lnTo>
                <a:lnTo>
                  <a:pt x="1724025" y="152400"/>
                </a:lnTo>
                <a:lnTo>
                  <a:pt x="1714500" y="152400"/>
                </a:lnTo>
                <a:close/>
                <a:moveTo>
                  <a:pt x="247650" y="152400"/>
                </a:moveTo>
                <a:lnTo>
                  <a:pt x="257175" y="152400"/>
                </a:lnTo>
                <a:lnTo>
                  <a:pt x="257175" y="161925"/>
                </a:lnTo>
                <a:lnTo>
                  <a:pt x="247650" y="161925"/>
                </a:lnTo>
                <a:close/>
                <a:moveTo>
                  <a:pt x="123825" y="161925"/>
                </a:moveTo>
                <a:lnTo>
                  <a:pt x="133350" y="161925"/>
                </a:lnTo>
                <a:lnTo>
                  <a:pt x="133350" y="171450"/>
                </a:lnTo>
                <a:lnTo>
                  <a:pt x="123825" y="171450"/>
                </a:lnTo>
                <a:close/>
                <a:moveTo>
                  <a:pt x="1619250" y="161925"/>
                </a:moveTo>
                <a:lnTo>
                  <a:pt x="1628775" y="161925"/>
                </a:lnTo>
                <a:lnTo>
                  <a:pt x="1628775" y="171450"/>
                </a:lnTo>
                <a:lnTo>
                  <a:pt x="1619250" y="171450"/>
                </a:lnTo>
                <a:close/>
                <a:moveTo>
                  <a:pt x="114300" y="171450"/>
                </a:moveTo>
                <a:lnTo>
                  <a:pt x="123825" y="171450"/>
                </a:lnTo>
                <a:lnTo>
                  <a:pt x="123825" y="180975"/>
                </a:lnTo>
                <a:lnTo>
                  <a:pt x="114300" y="180975"/>
                </a:lnTo>
                <a:close/>
                <a:moveTo>
                  <a:pt x="219075" y="171450"/>
                </a:moveTo>
                <a:lnTo>
                  <a:pt x="228600" y="171450"/>
                </a:lnTo>
                <a:lnTo>
                  <a:pt x="228600" y="180975"/>
                </a:lnTo>
                <a:lnTo>
                  <a:pt x="219075" y="180975"/>
                </a:lnTo>
                <a:close/>
                <a:moveTo>
                  <a:pt x="742950" y="171450"/>
                </a:moveTo>
                <a:lnTo>
                  <a:pt x="1114425" y="171450"/>
                </a:lnTo>
                <a:lnTo>
                  <a:pt x="1114425" y="180975"/>
                </a:lnTo>
                <a:lnTo>
                  <a:pt x="742950" y="180975"/>
                </a:lnTo>
                <a:close/>
                <a:moveTo>
                  <a:pt x="714375" y="180975"/>
                </a:moveTo>
                <a:lnTo>
                  <a:pt x="723900" y="180975"/>
                </a:lnTo>
                <a:lnTo>
                  <a:pt x="723900" y="190500"/>
                </a:lnTo>
                <a:lnTo>
                  <a:pt x="714375" y="190500"/>
                </a:lnTo>
                <a:close/>
                <a:moveTo>
                  <a:pt x="1143000" y="180975"/>
                </a:moveTo>
                <a:lnTo>
                  <a:pt x="1152525" y="180975"/>
                </a:lnTo>
                <a:lnTo>
                  <a:pt x="1152525" y="190500"/>
                </a:lnTo>
                <a:lnTo>
                  <a:pt x="1143000" y="190500"/>
                </a:lnTo>
                <a:close/>
                <a:moveTo>
                  <a:pt x="1743075" y="180975"/>
                </a:moveTo>
                <a:lnTo>
                  <a:pt x="1752600" y="180975"/>
                </a:lnTo>
                <a:lnTo>
                  <a:pt x="1752600" y="190500"/>
                </a:lnTo>
                <a:lnTo>
                  <a:pt x="1743075" y="190500"/>
                </a:lnTo>
                <a:close/>
                <a:moveTo>
                  <a:pt x="95250" y="200025"/>
                </a:moveTo>
                <a:lnTo>
                  <a:pt x="104775" y="200025"/>
                </a:lnTo>
                <a:lnTo>
                  <a:pt x="104775" y="209550"/>
                </a:lnTo>
                <a:lnTo>
                  <a:pt x="95250" y="209550"/>
                </a:lnTo>
                <a:close/>
                <a:moveTo>
                  <a:pt x="1171575" y="209550"/>
                </a:moveTo>
                <a:lnTo>
                  <a:pt x="1181100" y="209550"/>
                </a:lnTo>
                <a:lnTo>
                  <a:pt x="1181100" y="219075"/>
                </a:lnTo>
                <a:lnTo>
                  <a:pt x="1171575" y="219075"/>
                </a:lnTo>
                <a:close/>
                <a:moveTo>
                  <a:pt x="85725" y="219075"/>
                </a:moveTo>
                <a:lnTo>
                  <a:pt x="95250" y="219075"/>
                </a:lnTo>
                <a:lnTo>
                  <a:pt x="95250" y="228600"/>
                </a:lnTo>
                <a:lnTo>
                  <a:pt x="85725" y="228600"/>
                </a:lnTo>
                <a:close/>
                <a:moveTo>
                  <a:pt x="171450" y="219075"/>
                </a:moveTo>
                <a:lnTo>
                  <a:pt x="180975" y="219075"/>
                </a:lnTo>
                <a:lnTo>
                  <a:pt x="180975" y="228600"/>
                </a:lnTo>
                <a:lnTo>
                  <a:pt x="171450" y="228600"/>
                </a:lnTo>
                <a:close/>
                <a:moveTo>
                  <a:pt x="342900" y="228600"/>
                </a:moveTo>
                <a:lnTo>
                  <a:pt x="352425" y="228600"/>
                </a:lnTo>
                <a:lnTo>
                  <a:pt x="352425" y="238125"/>
                </a:lnTo>
                <a:lnTo>
                  <a:pt x="371475" y="238125"/>
                </a:lnTo>
                <a:lnTo>
                  <a:pt x="371475" y="247650"/>
                </a:lnTo>
                <a:lnTo>
                  <a:pt x="342900" y="247650"/>
                </a:lnTo>
                <a:close/>
                <a:moveTo>
                  <a:pt x="390525" y="228600"/>
                </a:moveTo>
                <a:lnTo>
                  <a:pt x="400050" y="228600"/>
                </a:lnTo>
                <a:lnTo>
                  <a:pt x="400050" y="238125"/>
                </a:lnTo>
                <a:lnTo>
                  <a:pt x="390525" y="238125"/>
                </a:lnTo>
                <a:close/>
                <a:moveTo>
                  <a:pt x="447675" y="228600"/>
                </a:moveTo>
                <a:lnTo>
                  <a:pt x="457200" y="228600"/>
                </a:lnTo>
                <a:lnTo>
                  <a:pt x="457200" y="238125"/>
                </a:lnTo>
                <a:lnTo>
                  <a:pt x="447675" y="238125"/>
                </a:lnTo>
                <a:close/>
                <a:moveTo>
                  <a:pt x="676275" y="228600"/>
                </a:moveTo>
                <a:lnTo>
                  <a:pt x="685800" y="228600"/>
                </a:lnTo>
                <a:lnTo>
                  <a:pt x="685800" y="238125"/>
                </a:lnTo>
                <a:lnTo>
                  <a:pt x="676275" y="238125"/>
                </a:lnTo>
                <a:close/>
                <a:moveTo>
                  <a:pt x="1400175" y="228600"/>
                </a:moveTo>
                <a:lnTo>
                  <a:pt x="1409700" y="228600"/>
                </a:lnTo>
                <a:lnTo>
                  <a:pt x="1409700" y="238125"/>
                </a:lnTo>
                <a:lnTo>
                  <a:pt x="1400175" y="238125"/>
                </a:lnTo>
                <a:close/>
                <a:moveTo>
                  <a:pt x="1438275" y="228600"/>
                </a:moveTo>
                <a:lnTo>
                  <a:pt x="1447800" y="228600"/>
                </a:lnTo>
                <a:lnTo>
                  <a:pt x="1447800" y="238125"/>
                </a:lnTo>
                <a:lnTo>
                  <a:pt x="1438275" y="238125"/>
                </a:lnTo>
                <a:close/>
                <a:moveTo>
                  <a:pt x="1504950" y="228600"/>
                </a:moveTo>
                <a:lnTo>
                  <a:pt x="1581150" y="228600"/>
                </a:lnTo>
                <a:lnTo>
                  <a:pt x="1581150" y="238125"/>
                </a:lnTo>
                <a:lnTo>
                  <a:pt x="1590675" y="238125"/>
                </a:lnTo>
                <a:lnTo>
                  <a:pt x="1590675" y="247650"/>
                </a:lnTo>
                <a:lnTo>
                  <a:pt x="1600200" y="247650"/>
                </a:lnTo>
                <a:lnTo>
                  <a:pt x="1600200" y="266700"/>
                </a:lnTo>
                <a:lnTo>
                  <a:pt x="1590675" y="266700"/>
                </a:lnTo>
                <a:lnTo>
                  <a:pt x="1590675" y="276225"/>
                </a:lnTo>
                <a:lnTo>
                  <a:pt x="1571625" y="276225"/>
                </a:lnTo>
                <a:lnTo>
                  <a:pt x="1571625" y="266700"/>
                </a:lnTo>
                <a:lnTo>
                  <a:pt x="1581150" y="266700"/>
                </a:lnTo>
                <a:lnTo>
                  <a:pt x="1581150" y="247650"/>
                </a:lnTo>
                <a:lnTo>
                  <a:pt x="1571625" y="247650"/>
                </a:lnTo>
                <a:lnTo>
                  <a:pt x="1571625" y="238125"/>
                </a:lnTo>
                <a:lnTo>
                  <a:pt x="1504950" y="238125"/>
                </a:lnTo>
                <a:close/>
                <a:moveTo>
                  <a:pt x="76200" y="238125"/>
                </a:moveTo>
                <a:lnTo>
                  <a:pt x="85725" y="238125"/>
                </a:lnTo>
                <a:lnTo>
                  <a:pt x="85725" y="247650"/>
                </a:lnTo>
                <a:lnTo>
                  <a:pt x="76200" y="247650"/>
                </a:lnTo>
                <a:close/>
                <a:moveTo>
                  <a:pt x="400050" y="238125"/>
                </a:moveTo>
                <a:lnTo>
                  <a:pt x="409575" y="238125"/>
                </a:lnTo>
                <a:lnTo>
                  <a:pt x="409575" y="247650"/>
                </a:lnTo>
                <a:lnTo>
                  <a:pt x="428625" y="247650"/>
                </a:lnTo>
                <a:lnTo>
                  <a:pt x="428625" y="238125"/>
                </a:lnTo>
                <a:lnTo>
                  <a:pt x="438150" y="238125"/>
                </a:lnTo>
                <a:lnTo>
                  <a:pt x="438150" y="247650"/>
                </a:lnTo>
                <a:lnTo>
                  <a:pt x="428625" y="247650"/>
                </a:lnTo>
                <a:lnTo>
                  <a:pt x="428625" y="266700"/>
                </a:lnTo>
                <a:lnTo>
                  <a:pt x="438150" y="266700"/>
                </a:lnTo>
                <a:lnTo>
                  <a:pt x="438150" y="276225"/>
                </a:lnTo>
                <a:lnTo>
                  <a:pt x="409575" y="276225"/>
                </a:lnTo>
                <a:lnTo>
                  <a:pt x="409575" y="257175"/>
                </a:lnTo>
                <a:lnTo>
                  <a:pt x="400050" y="257175"/>
                </a:lnTo>
                <a:close/>
                <a:moveTo>
                  <a:pt x="476250" y="238125"/>
                </a:moveTo>
                <a:lnTo>
                  <a:pt x="485775" y="238125"/>
                </a:lnTo>
                <a:lnTo>
                  <a:pt x="485775" y="247650"/>
                </a:lnTo>
                <a:lnTo>
                  <a:pt x="476250" y="247650"/>
                </a:lnTo>
                <a:close/>
                <a:moveTo>
                  <a:pt x="495300" y="238125"/>
                </a:moveTo>
                <a:lnTo>
                  <a:pt x="504825" y="238125"/>
                </a:lnTo>
                <a:lnTo>
                  <a:pt x="504825" y="247650"/>
                </a:lnTo>
                <a:lnTo>
                  <a:pt x="495300" y="247650"/>
                </a:lnTo>
                <a:close/>
                <a:moveTo>
                  <a:pt x="1181100" y="238125"/>
                </a:moveTo>
                <a:lnTo>
                  <a:pt x="1190625" y="238125"/>
                </a:lnTo>
                <a:lnTo>
                  <a:pt x="1190625" y="266700"/>
                </a:lnTo>
                <a:lnTo>
                  <a:pt x="1181100" y="266700"/>
                </a:lnTo>
                <a:close/>
                <a:moveTo>
                  <a:pt x="1390650" y="238125"/>
                </a:moveTo>
                <a:lnTo>
                  <a:pt x="1400175" y="238125"/>
                </a:lnTo>
                <a:lnTo>
                  <a:pt x="1400175" y="247650"/>
                </a:lnTo>
                <a:lnTo>
                  <a:pt x="1390650" y="247650"/>
                </a:lnTo>
                <a:close/>
                <a:moveTo>
                  <a:pt x="1447800" y="238125"/>
                </a:moveTo>
                <a:lnTo>
                  <a:pt x="1457325" y="238125"/>
                </a:lnTo>
                <a:lnTo>
                  <a:pt x="1457325" y="257175"/>
                </a:lnTo>
                <a:lnTo>
                  <a:pt x="1447800" y="257175"/>
                </a:lnTo>
                <a:close/>
                <a:moveTo>
                  <a:pt x="1495425" y="238125"/>
                </a:moveTo>
                <a:lnTo>
                  <a:pt x="1504950" y="238125"/>
                </a:lnTo>
                <a:lnTo>
                  <a:pt x="1504950" y="247650"/>
                </a:lnTo>
                <a:lnTo>
                  <a:pt x="1495425" y="247650"/>
                </a:lnTo>
                <a:close/>
                <a:moveTo>
                  <a:pt x="152400" y="247650"/>
                </a:moveTo>
                <a:lnTo>
                  <a:pt x="161925" y="247650"/>
                </a:lnTo>
                <a:lnTo>
                  <a:pt x="161925" y="257175"/>
                </a:lnTo>
                <a:lnTo>
                  <a:pt x="152400" y="257175"/>
                </a:lnTo>
                <a:close/>
                <a:moveTo>
                  <a:pt x="1485900" y="247650"/>
                </a:moveTo>
                <a:lnTo>
                  <a:pt x="1495425" y="247650"/>
                </a:lnTo>
                <a:lnTo>
                  <a:pt x="1495425" y="266700"/>
                </a:lnTo>
                <a:lnTo>
                  <a:pt x="1485900" y="266700"/>
                </a:lnTo>
                <a:close/>
                <a:moveTo>
                  <a:pt x="342900" y="257175"/>
                </a:moveTo>
                <a:lnTo>
                  <a:pt x="361950" y="257175"/>
                </a:lnTo>
                <a:lnTo>
                  <a:pt x="361950" y="276225"/>
                </a:lnTo>
                <a:lnTo>
                  <a:pt x="342900" y="276225"/>
                </a:lnTo>
                <a:close/>
                <a:moveTo>
                  <a:pt x="371475" y="257175"/>
                </a:moveTo>
                <a:lnTo>
                  <a:pt x="381000" y="257175"/>
                </a:lnTo>
                <a:lnTo>
                  <a:pt x="381000" y="276225"/>
                </a:lnTo>
                <a:lnTo>
                  <a:pt x="371475" y="276225"/>
                </a:lnTo>
                <a:close/>
                <a:moveTo>
                  <a:pt x="1400175" y="257175"/>
                </a:moveTo>
                <a:lnTo>
                  <a:pt x="1409700" y="257175"/>
                </a:lnTo>
                <a:lnTo>
                  <a:pt x="1409700" y="266700"/>
                </a:lnTo>
                <a:lnTo>
                  <a:pt x="1400175" y="266700"/>
                </a:lnTo>
                <a:close/>
                <a:moveTo>
                  <a:pt x="1704975" y="257175"/>
                </a:moveTo>
                <a:lnTo>
                  <a:pt x="1714500" y="257175"/>
                </a:lnTo>
                <a:lnTo>
                  <a:pt x="1714500" y="266700"/>
                </a:lnTo>
                <a:lnTo>
                  <a:pt x="1704975" y="266700"/>
                </a:lnTo>
                <a:close/>
                <a:moveTo>
                  <a:pt x="1781175" y="257175"/>
                </a:moveTo>
                <a:lnTo>
                  <a:pt x="1790700" y="257175"/>
                </a:lnTo>
                <a:lnTo>
                  <a:pt x="1790700" y="266700"/>
                </a:lnTo>
                <a:lnTo>
                  <a:pt x="1781175" y="266700"/>
                </a:lnTo>
                <a:close/>
                <a:moveTo>
                  <a:pt x="66675" y="266700"/>
                </a:moveTo>
                <a:lnTo>
                  <a:pt x="76200" y="266700"/>
                </a:lnTo>
                <a:lnTo>
                  <a:pt x="76200" y="276225"/>
                </a:lnTo>
                <a:lnTo>
                  <a:pt x="66675" y="276225"/>
                </a:lnTo>
                <a:close/>
                <a:moveTo>
                  <a:pt x="142875" y="266700"/>
                </a:moveTo>
                <a:lnTo>
                  <a:pt x="152400" y="266700"/>
                </a:lnTo>
                <a:lnTo>
                  <a:pt x="152400" y="276225"/>
                </a:lnTo>
                <a:lnTo>
                  <a:pt x="142875" y="276225"/>
                </a:lnTo>
                <a:close/>
                <a:moveTo>
                  <a:pt x="457200" y="266700"/>
                </a:moveTo>
                <a:lnTo>
                  <a:pt x="504825" y="266700"/>
                </a:lnTo>
                <a:lnTo>
                  <a:pt x="504825" y="276225"/>
                </a:lnTo>
                <a:lnTo>
                  <a:pt x="466725" y="276225"/>
                </a:lnTo>
                <a:lnTo>
                  <a:pt x="466725" y="285750"/>
                </a:lnTo>
                <a:lnTo>
                  <a:pt x="438150" y="285750"/>
                </a:lnTo>
                <a:lnTo>
                  <a:pt x="438150" y="276225"/>
                </a:lnTo>
                <a:lnTo>
                  <a:pt x="457200" y="276225"/>
                </a:lnTo>
                <a:close/>
                <a:moveTo>
                  <a:pt x="1409700" y="266700"/>
                </a:moveTo>
                <a:lnTo>
                  <a:pt x="1419225" y="266700"/>
                </a:lnTo>
                <a:lnTo>
                  <a:pt x="1419225" y="276225"/>
                </a:lnTo>
                <a:lnTo>
                  <a:pt x="1409700" y="276225"/>
                </a:lnTo>
                <a:close/>
                <a:moveTo>
                  <a:pt x="1495425" y="266700"/>
                </a:moveTo>
                <a:lnTo>
                  <a:pt x="1504950" y="266700"/>
                </a:lnTo>
                <a:lnTo>
                  <a:pt x="1504950" y="276225"/>
                </a:lnTo>
                <a:lnTo>
                  <a:pt x="1495425" y="276225"/>
                </a:lnTo>
                <a:close/>
                <a:moveTo>
                  <a:pt x="381000" y="276225"/>
                </a:moveTo>
                <a:lnTo>
                  <a:pt x="400050" y="276225"/>
                </a:lnTo>
                <a:lnTo>
                  <a:pt x="400050" y="285750"/>
                </a:lnTo>
                <a:lnTo>
                  <a:pt x="381000" y="285750"/>
                </a:lnTo>
                <a:close/>
                <a:moveTo>
                  <a:pt x="676275" y="276225"/>
                </a:moveTo>
                <a:lnTo>
                  <a:pt x="685800" y="276225"/>
                </a:lnTo>
                <a:lnTo>
                  <a:pt x="685800" y="285750"/>
                </a:lnTo>
                <a:lnTo>
                  <a:pt x="676275" y="285750"/>
                </a:lnTo>
                <a:close/>
                <a:moveTo>
                  <a:pt x="1504950" y="276225"/>
                </a:moveTo>
                <a:lnTo>
                  <a:pt x="1571625" y="276225"/>
                </a:lnTo>
                <a:lnTo>
                  <a:pt x="1571625" y="285750"/>
                </a:lnTo>
                <a:lnTo>
                  <a:pt x="1504950" y="285750"/>
                </a:lnTo>
                <a:close/>
                <a:moveTo>
                  <a:pt x="1714500" y="285750"/>
                </a:moveTo>
                <a:lnTo>
                  <a:pt x="1724025" y="285750"/>
                </a:lnTo>
                <a:lnTo>
                  <a:pt x="1724025" y="295275"/>
                </a:lnTo>
                <a:lnTo>
                  <a:pt x="1714500" y="295275"/>
                </a:lnTo>
                <a:close/>
                <a:moveTo>
                  <a:pt x="1790700" y="285750"/>
                </a:moveTo>
                <a:lnTo>
                  <a:pt x="1800225" y="285750"/>
                </a:lnTo>
                <a:lnTo>
                  <a:pt x="1800225" y="304800"/>
                </a:lnTo>
                <a:lnTo>
                  <a:pt x="1790700" y="304800"/>
                </a:lnTo>
                <a:close/>
                <a:moveTo>
                  <a:pt x="57150" y="295275"/>
                </a:moveTo>
                <a:lnTo>
                  <a:pt x="66675" y="295275"/>
                </a:lnTo>
                <a:lnTo>
                  <a:pt x="66675" y="314325"/>
                </a:lnTo>
                <a:lnTo>
                  <a:pt x="57150" y="314325"/>
                </a:lnTo>
                <a:close/>
                <a:moveTo>
                  <a:pt x="133350" y="295275"/>
                </a:moveTo>
                <a:lnTo>
                  <a:pt x="142875" y="295275"/>
                </a:lnTo>
                <a:lnTo>
                  <a:pt x="142875" y="304800"/>
                </a:lnTo>
                <a:lnTo>
                  <a:pt x="133350" y="304800"/>
                </a:lnTo>
                <a:close/>
                <a:moveTo>
                  <a:pt x="723900" y="323850"/>
                </a:moveTo>
                <a:lnTo>
                  <a:pt x="733425" y="323850"/>
                </a:lnTo>
                <a:lnTo>
                  <a:pt x="733425" y="333375"/>
                </a:lnTo>
                <a:lnTo>
                  <a:pt x="723900" y="333375"/>
                </a:lnTo>
                <a:close/>
                <a:moveTo>
                  <a:pt x="1724025" y="323850"/>
                </a:moveTo>
                <a:lnTo>
                  <a:pt x="1733550" y="323850"/>
                </a:lnTo>
                <a:lnTo>
                  <a:pt x="1733550" y="342900"/>
                </a:lnTo>
                <a:lnTo>
                  <a:pt x="1724025" y="342900"/>
                </a:lnTo>
                <a:close/>
                <a:moveTo>
                  <a:pt x="1800225" y="333375"/>
                </a:moveTo>
                <a:lnTo>
                  <a:pt x="1809750" y="333375"/>
                </a:lnTo>
                <a:lnTo>
                  <a:pt x="1809750" y="361950"/>
                </a:lnTo>
                <a:lnTo>
                  <a:pt x="1800225" y="361950"/>
                </a:lnTo>
                <a:close/>
                <a:moveTo>
                  <a:pt x="123825" y="352425"/>
                </a:moveTo>
                <a:lnTo>
                  <a:pt x="133350" y="352425"/>
                </a:lnTo>
                <a:lnTo>
                  <a:pt x="133350" y="371475"/>
                </a:lnTo>
                <a:lnTo>
                  <a:pt x="123825" y="371475"/>
                </a:lnTo>
                <a:close/>
                <a:moveTo>
                  <a:pt x="47625" y="361950"/>
                </a:moveTo>
                <a:lnTo>
                  <a:pt x="57150" y="361950"/>
                </a:lnTo>
                <a:lnTo>
                  <a:pt x="57150" y="704850"/>
                </a:lnTo>
                <a:lnTo>
                  <a:pt x="47625" y="704850"/>
                </a:lnTo>
                <a:close/>
                <a:moveTo>
                  <a:pt x="276225" y="438150"/>
                </a:moveTo>
                <a:lnTo>
                  <a:pt x="285750" y="438150"/>
                </a:lnTo>
                <a:lnTo>
                  <a:pt x="285750" y="447675"/>
                </a:lnTo>
                <a:lnTo>
                  <a:pt x="276225" y="447675"/>
                </a:lnTo>
                <a:close/>
                <a:moveTo>
                  <a:pt x="723900" y="438150"/>
                </a:moveTo>
                <a:lnTo>
                  <a:pt x="733425" y="438150"/>
                </a:lnTo>
                <a:lnTo>
                  <a:pt x="733425" y="447675"/>
                </a:lnTo>
                <a:lnTo>
                  <a:pt x="762000" y="447675"/>
                </a:lnTo>
                <a:lnTo>
                  <a:pt x="762000" y="438150"/>
                </a:lnTo>
                <a:lnTo>
                  <a:pt x="771525" y="438150"/>
                </a:lnTo>
                <a:lnTo>
                  <a:pt x="771525" y="466725"/>
                </a:lnTo>
                <a:lnTo>
                  <a:pt x="781050" y="466725"/>
                </a:lnTo>
                <a:lnTo>
                  <a:pt x="781050" y="457200"/>
                </a:lnTo>
                <a:lnTo>
                  <a:pt x="790575" y="457200"/>
                </a:lnTo>
                <a:lnTo>
                  <a:pt x="790575" y="466725"/>
                </a:lnTo>
                <a:lnTo>
                  <a:pt x="781050" y="466725"/>
                </a:lnTo>
                <a:lnTo>
                  <a:pt x="781050" y="485775"/>
                </a:lnTo>
                <a:lnTo>
                  <a:pt x="790575" y="485775"/>
                </a:lnTo>
                <a:lnTo>
                  <a:pt x="790575" y="466725"/>
                </a:lnTo>
                <a:lnTo>
                  <a:pt x="809625" y="466725"/>
                </a:lnTo>
                <a:lnTo>
                  <a:pt x="809625" y="476250"/>
                </a:lnTo>
                <a:lnTo>
                  <a:pt x="819150" y="476250"/>
                </a:lnTo>
                <a:lnTo>
                  <a:pt x="819150" y="466725"/>
                </a:lnTo>
                <a:lnTo>
                  <a:pt x="828675" y="466725"/>
                </a:lnTo>
                <a:lnTo>
                  <a:pt x="828675" y="476250"/>
                </a:lnTo>
                <a:lnTo>
                  <a:pt x="819150" y="476250"/>
                </a:lnTo>
                <a:lnTo>
                  <a:pt x="819150" y="485775"/>
                </a:lnTo>
                <a:lnTo>
                  <a:pt x="790575" y="485775"/>
                </a:lnTo>
                <a:lnTo>
                  <a:pt x="790575" y="495300"/>
                </a:lnTo>
                <a:lnTo>
                  <a:pt x="762000" y="495300"/>
                </a:lnTo>
                <a:lnTo>
                  <a:pt x="762000" y="466725"/>
                </a:lnTo>
                <a:lnTo>
                  <a:pt x="752475" y="466725"/>
                </a:lnTo>
                <a:lnTo>
                  <a:pt x="752475" y="485775"/>
                </a:lnTo>
                <a:lnTo>
                  <a:pt x="742950" y="485775"/>
                </a:lnTo>
                <a:lnTo>
                  <a:pt x="742950" y="457200"/>
                </a:lnTo>
                <a:lnTo>
                  <a:pt x="723900" y="457200"/>
                </a:lnTo>
                <a:close/>
                <a:moveTo>
                  <a:pt x="1019175" y="438150"/>
                </a:moveTo>
                <a:lnTo>
                  <a:pt x="1028700" y="438150"/>
                </a:lnTo>
                <a:lnTo>
                  <a:pt x="1028700" y="476250"/>
                </a:lnTo>
                <a:lnTo>
                  <a:pt x="1047750" y="476250"/>
                </a:lnTo>
                <a:lnTo>
                  <a:pt x="1047750" y="466725"/>
                </a:lnTo>
                <a:lnTo>
                  <a:pt x="1057275" y="466725"/>
                </a:lnTo>
                <a:lnTo>
                  <a:pt x="1057275" y="457200"/>
                </a:lnTo>
                <a:lnTo>
                  <a:pt x="1066800" y="457200"/>
                </a:lnTo>
                <a:lnTo>
                  <a:pt x="1066800" y="447675"/>
                </a:lnTo>
                <a:lnTo>
                  <a:pt x="1085850" y="447675"/>
                </a:lnTo>
                <a:lnTo>
                  <a:pt x="1085850" y="466725"/>
                </a:lnTo>
                <a:lnTo>
                  <a:pt x="1123950" y="466725"/>
                </a:lnTo>
                <a:lnTo>
                  <a:pt x="1123950" y="476250"/>
                </a:lnTo>
                <a:lnTo>
                  <a:pt x="1076325" y="476250"/>
                </a:lnTo>
                <a:lnTo>
                  <a:pt x="1076325" y="495300"/>
                </a:lnTo>
                <a:lnTo>
                  <a:pt x="1104900" y="495300"/>
                </a:lnTo>
                <a:lnTo>
                  <a:pt x="1104900" y="485775"/>
                </a:lnTo>
                <a:lnTo>
                  <a:pt x="1114425" y="485775"/>
                </a:lnTo>
                <a:lnTo>
                  <a:pt x="1114425" y="495300"/>
                </a:lnTo>
                <a:lnTo>
                  <a:pt x="1123950" y="495300"/>
                </a:lnTo>
                <a:lnTo>
                  <a:pt x="1123950" y="476250"/>
                </a:lnTo>
                <a:lnTo>
                  <a:pt x="1133475" y="476250"/>
                </a:lnTo>
                <a:lnTo>
                  <a:pt x="1133475" y="466725"/>
                </a:lnTo>
                <a:lnTo>
                  <a:pt x="1162050" y="466725"/>
                </a:lnTo>
                <a:lnTo>
                  <a:pt x="1162050" y="495300"/>
                </a:lnTo>
                <a:lnTo>
                  <a:pt x="1152525" y="495300"/>
                </a:lnTo>
                <a:lnTo>
                  <a:pt x="1152525" y="504825"/>
                </a:lnTo>
                <a:lnTo>
                  <a:pt x="1143000" y="504825"/>
                </a:lnTo>
                <a:lnTo>
                  <a:pt x="1143000" y="476250"/>
                </a:lnTo>
                <a:lnTo>
                  <a:pt x="1133475" y="476250"/>
                </a:lnTo>
                <a:lnTo>
                  <a:pt x="1133475" y="495300"/>
                </a:lnTo>
                <a:lnTo>
                  <a:pt x="1123950" y="495300"/>
                </a:lnTo>
                <a:lnTo>
                  <a:pt x="1123950" y="504825"/>
                </a:lnTo>
                <a:lnTo>
                  <a:pt x="1028700" y="504825"/>
                </a:lnTo>
                <a:lnTo>
                  <a:pt x="1028700" y="495300"/>
                </a:lnTo>
                <a:lnTo>
                  <a:pt x="1009650" y="495300"/>
                </a:lnTo>
                <a:lnTo>
                  <a:pt x="1009650" y="485775"/>
                </a:lnTo>
                <a:lnTo>
                  <a:pt x="1000125" y="485775"/>
                </a:lnTo>
                <a:lnTo>
                  <a:pt x="1000125" y="495300"/>
                </a:lnTo>
                <a:lnTo>
                  <a:pt x="962025" y="495300"/>
                </a:lnTo>
                <a:lnTo>
                  <a:pt x="962025" y="457200"/>
                </a:lnTo>
                <a:lnTo>
                  <a:pt x="952500" y="457200"/>
                </a:lnTo>
                <a:lnTo>
                  <a:pt x="952500" y="495300"/>
                </a:lnTo>
                <a:lnTo>
                  <a:pt x="962025" y="495300"/>
                </a:lnTo>
                <a:lnTo>
                  <a:pt x="962025" y="504825"/>
                </a:lnTo>
                <a:lnTo>
                  <a:pt x="942975" y="504825"/>
                </a:lnTo>
                <a:lnTo>
                  <a:pt x="942975" y="495300"/>
                </a:lnTo>
                <a:lnTo>
                  <a:pt x="914400" y="495300"/>
                </a:lnTo>
                <a:lnTo>
                  <a:pt x="914400" y="485775"/>
                </a:lnTo>
                <a:lnTo>
                  <a:pt x="923925" y="485775"/>
                </a:lnTo>
                <a:lnTo>
                  <a:pt x="923925" y="476250"/>
                </a:lnTo>
                <a:lnTo>
                  <a:pt x="942975" y="476250"/>
                </a:lnTo>
                <a:lnTo>
                  <a:pt x="942975" y="447675"/>
                </a:lnTo>
                <a:lnTo>
                  <a:pt x="962025" y="447675"/>
                </a:lnTo>
                <a:lnTo>
                  <a:pt x="962025" y="457200"/>
                </a:lnTo>
                <a:lnTo>
                  <a:pt x="971550" y="457200"/>
                </a:lnTo>
                <a:lnTo>
                  <a:pt x="971550" y="466725"/>
                </a:lnTo>
                <a:lnTo>
                  <a:pt x="1000125" y="466725"/>
                </a:lnTo>
                <a:lnTo>
                  <a:pt x="1000125" y="457200"/>
                </a:lnTo>
                <a:lnTo>
                  <a:pt x="1009650" y="457200"/>
                </a:lnTo>
                <a:lnTo>
                  <a:pt x="1009650" y="466725"/>
                </a:lnTo>
                <a:lnTo>
                  <a:pt x="1019175" y="466725"/>
                </a:lnTo>
                <a:close/>
                <a:moveTo>
                  <a:pt x="857250" y="457200"/>
                </a:moveTo>
                <a:lnTo>
                  <a:pt x="885825" y="457200"/>
                </a:lnTo>
                <a:lnTo>
                  <a:pt x="885825" y="466725"/>
                </a:lnTo>
                <a:lnTo>
                  <a:pt x="904875" y="466725"/>
                </a:lnTo>
                <a:lnTo>
                  <a:pt x="904875" y="476250"/>
                </a:lnTo>
                <a:lnTo>
                  <a:pt x="895350" y="476250"/>
                </a:lnTo>
                <a:lnTo>
                  <a:pt x="895350" y="495300"/>
                </a:lnTo>
                <a:lnTo>
                  <a:pt x="914400" y="495300"/>
                </a:lnTo>
                <a:lnTo>
                  <a:pt x="914400" y="504825"/>
                </a:lnTo>
                <a:lnTo>
                  <a:pt x="866775" y="504825"/>
                </a:lnTo>
                <a:lnTo>
                  <a:pt x="866775" y="495300"/>
                </a:lnTo>
                <a:lnTo>
                  <a:pt x="857250" y="495300"/>
                </a:lnTo>
                <a:lnTo>
                  <a:pt x="857250" y="504825"/>
                </a:lnTo>
                <a:lnTo>
                  <a:pt x="847725" y="504825"/>
                </a:lnTo>
                <a:lnTo>
                  <a:pt x="847725" y="495300"/>
                </a:lnTo>
                <a:lnTo>
                  <a:pt x="819150" y="495300"/>
                </a:lnTo>
                <a:lnTo>
                  <a:pt x="819150" y="485775"/>
                </a:lnTo>
                <a:lnTo>
                  <a:pt x="828675" y="485775"/>
                </a:lnTo>
                <a:lnTo>
                  <a:pt x="828675" y="476250"/>
                </a:lnTo>
                <a:lnTo>
                  <a:pt x="857250" y="476250"/>
                </a:lnTo>
                <a:close/>
                <a:moveTo>
                  <a:pt x="723900" y="466725"/>
                </a:moveTo>
                <a:lnTo>
                  <a:pt x="733425" y="466725"/>
                </a:lnTo>
                <a:lnTo>
                  <a:pt x="733425" y="476250"/>
                </a:lnTo>
                <a:lnTo>
                  <a:pt x="723900" y="476250"/>
                </a:lnTo>
                <a:close/>
                <a:moveTo>
                  <a:pt x="247650" y="476250"/>
                </a:moveTo>
                <a:lnTo>
                  <a:pt x="257175" y="476250"/>
                </a:lnTo>
                <a:lnTo>
                  <a:pt x="257175" y="485775"/>
                </a:lnTo>
                <a:lnTo>
                  <a:pt x="247650" y="485775"/>
                </a:lnTo>
                <a:close/>
                <a:moveTo>
                  <a:pt x="714375" y="476250"/>
                </a:moveTo>
                <a:lnTo>
                  <a:pt x="723900" y="476250"/>
                </a:lnTo>
                <a:lnTo>
                  <a:pt x="723900" y="504825"/>
                </a:lnTo>
                <a:lnTo>
                  <a:pt x="704850" y="504825"/>
                </a:lnTo>
                <a:lnTo>
                  <a:pt x="704850" y="495300"/>
                </a:lnTo>
                <a:lnTo>
                  <a:pt x="714375" y="495300"/>
                </a:lnTo>
                <a:close/>
                <a:moveTo>
                  <a:pt x="257175" y="485775"/>
                </a:moveTo>
                <a:lnTo>
                  <a:pt x="266700" y="485775"/>
                </a:lnTo>
                <a:lnTo>
                  <a:pt x="266700" y="495300"/>
                </a:lnTo>
                <a:lnTo>
                  <a:pt x="257175" y="495300"/>
                </a:lnTo>
                <a:close/>
                <a:moveTo>
                  <a:pt x="276225" y="485775"/>
                </a:moveTo>
                <a:lnTo>
                  <a:pt x="285750" y="485775"/>
                </a:lnTo>
                <a:lnTo>
                  <a:pt x="285750" y="504825"/>
                </a:lnTo>
                <a:lnTo>
                  <a:pt x="266700" y="504825"/>
                </a:lnTo>
                <a:lnTo>
                  <a:pt x="266700" y="495300"/>
                </a:lnTo>
                <a:lnTo>
                  <a:pt x="276225" y="495300"/>
                </a:lnTo>
                <a:close/>
                <a:moveTo>
                  <a:pt x="733425" y="495300"/>
                </a:moveTo>
                <a:lnTo>
                  <a:pt x="752475" y="495300"/>
                </a:lnTo>
                <a:lnTo>
                  <a:pt x="752475" y="504825"/>
                </a:lnTo>
                <a:lnTo>
                  <a:pt x="733425" y="504825"/>
                </a:lnTo>
                <a:close/>
                <a:moveTo>
                  <a:pt x="1047750" y="495300"/>
                </a:moveTo>
                <a:lnTo>
                  <a:pt x="1057275" y="495300"/>
                </a:lnTo>
                <a:lnTo>
                  <a:pt x="1057275" y="485775"/>
                </a:lnTo>
                <a:lnTo>
                  <a:pt x="1047750" y="485775"/>
                </a:lnTo>
                <a:close/>
                <a:moveTo>
                  <a:pt x="38100" y="704850"/>
                </a:moveTo>
                <a:lnTo>
                  <a:pt x="47625" y="704850"/>
                </a:lnTo>
                <a:lnTo>
                  <a:pt x="47625" y="714375"/>
                </a:lnTo>
                <a:lnTo>
                  <a:pt x="38100" y="714375"/>
                </a:lnTo>
                <a:close/>
                <a:moveTo>
                  <a:pt x="228600" y="704850"/>
                </a:moveTo>
                <a:lnTo>
                  <a:pt x="238125" y="704850"/>
                </a:lnTo>
                <a:lnTo>
                  <a:pt x="238125" y="714375"/>
                </a:lnTo>
                <a:lnTo>
                  <a:pt x="228600" y="714375"/>
                </a:lnTo>
                <a:close/>
                <a:moveTo>
                  <a:pt x="247650" y="704850"/>
                </a:moveTo>
                <a:lnTo>
                  <a:pt x="266700" y="704850"/>
                </a:lnTo>
                <a:lnTo>
                  <a:pt x="266700" y="714375"/>
                </a:lnTo>
                <a:lnTo>
                  <a:pt x="247650" y="714375"/>
                </a:lnTo>
                <a:close/>
                <a:moveTo>
                  <a:pt x="266700" y="714375"/>
                </a:moveTo>
                <a:lnTo>
                  <a:pt x="276225" y="714375"/>
                </a:lnTo>
                <a:lnTo>
                  <a:pt x="276225" y="723900"/>
                </a:lnTo>
                <a:lnTo>
                  <a:pt x="266700" y="723900"/>
                </a:lnTo>
                <a:close/>
                <a:moveTo>
                  <a:pt x="523875" y="714375"/>
                </a:moveTo>
                <a:lnTo>
                  <a:pt x="542925" y="714375"/>
                </a:lnTo>
                <a:lnTo>
                  <a:pt x="542925" y="733425"/>
                </a:lnTo>
                <a:lnTo>
                  <a:pt x="533400" y="733425"/>
                </a:lnTo>
                <a:lnTo>
                  <a:pt x="533400" y="742950"/>
                </a:lnTo>
                <a:lnTo>
                  <a:pt x="523875" y="742950"/>
                </a:lnTo>
                <a:close/>
                <a:moveTo>
                  <a:pt x="619125" y="714375"/>
                </a:moveTo>
                <a:lnTo>
                  <a:pt x="638175" y="714375"/>
                </a:lnTo>
                <a:lnTo>
                  <a:pt x="638175" y="723900"/>
                </a:lnTo>
                <a:lnTo>
                  <a:pt x="628650" y="723900"/>
                </a:lnTo>
                <a:lnTo>
                  <a:pt x="628650" y="733425"/>
                </a:lnTo>
                <a:lnTo>
                  <a:pt x="638175" y="733425"/>
                </a:lnTo>
                <a:lnTo>
                  <a:pt x="638175" y="723900"/>
                </a:lnTo>
                <a:lnTo>
                  <a:pt x="647700" y="723900"/>
                </a:lnTo>
                <a:lnTo>
                  <a:pt x="647700" y="733425"/>
                </a:lnTo>
                <a:lnTo>
                  <a:pt x="638175" y="733425"/>
                </a:lnTo>
                <a:lnTo>
                  <a:pt x="638175" y="762000"/>
                </a:lnTo>
                <a:lnTo>
                  <a:pt x="647700" y="762000"/>
                </a:lnTo>
                <a:lnTo>
                  <a:pt x="647700" y="771525"/>
                </a:lnTo>
                <a:lnTo>
                  <a:pt x="638175" y="771525"/>
                </a:lnTo>
                <a:lnTo>
                  <a:pt x="638175" y="800100"/>
                </a:lnTo>
                <a:lnTo>
                  <a:pt x="552450" y="800100"/>
                </a:lnTo>
                <a:lnTo>
                  <a:pt x="552450" y="790575"/>
                </a:lnTo>
                <a:lnTo>
                  <a:pt x="542925" y="790575"/>
                </a:lnTo>
                <a:lnTo>
                  <a:pt x="542925" y="800100"/>
                </a:lnTo>
                <a:lnTo>
                  <a:pt x="533400" y="800100"/>
                </a:lnTo>
                <a:lnTo>
                  <a:pt x="533400" y="809625"/>
                </a:lnTo>
                <a:lnTo>
                  <a:pt x="514350" y="809625"/>
                </a:lnTo>
                <a:lnTo>
                  <a:pt x="514350" y="800100"/>
                </a:lnTo>
                <a:lnTo>
                  <a:pt x="495300" y="800100"/>
                </a:lnTo>
                <a:lnTo>
                  <a:pt x="495300" y="809625"/>
                </a:lnTo>
                <a:lnTo>
                  <a:pt x="447675" y="809625"/>
                </a:lnTo>
                <a:lnTo>
                  <a:pt x="447675" y="800100"/>
                </a:lnTo>
                <a:lnTo>
                  <a:pt x="485775" y="800100"/>
                </a:lnTo>
                <a:lnTo>
                  <a:pt x="485775" y="762000"/>
                </a:lnTo>
                <a:lnTo>
                  <a:pt x="476250" y="762000"/>
                </a:lnTo>
                <a:lnTo>
                  <a:pt x="476250" y="752475"/>
                </a:lnTo>
                <a:lnTo>
                  <a:pt x="485775" y="752475"/>
                </a:lnTo>
                <a:lnTo>
                  <a:pt x="485775" y="762000"/>
                </a:lnTo>
                <a:lnTo>
                  <a:pt x="495300" y="762000"/>
                </a:lnTo>
                <a:lnTo>
                  <a:pt x="495300" y="781050"/>
                </a:lnTo>
                <a:lnTo>
                  <a:pt x="504825" y="781050"/>
                </a:lnTo>
                <a:lnTo>
                  <a:pt x="504825" y="771525"/>
                </a:lnTo>
                <a:lnTo>
                  <a:pt x="514350" y="771525"/>
                </a:lnTo>
                <a:lnTo>
                  <a:pt x="514350" y="781050"/>
                </a:lnTo>
                <a:lnTo>
                  <a:pt x="523875" y="781050"/>
                </a:lnTo>
                <a:lnTo>
                  <a:pt x="523875" y="771525"/>
                </a:lnTo>
                <a:lnTo>
                  <a:pt x="552450" y="771525"/>
                </a:lnTo>
                <a:lnTo>
                  <a:pt x="552450" y="762000"/>
                </a:lnTo>
                <a:lnTo>
                  <a:pt x="542925" y="762000"/>
                </a:lnTo>
                <a:lnTo>
                  <a:pt x="542925" y="752475"/>
                </a:lnTo>
                <a:lnTo>
                  <a:pt x="552450" y="752475"/>
                </a:lnTo>
                <a:lnTo>
                  <a:pt x="552450" y="762000"/>
                </a:lnTo>
                <a:lnTo>
                  <a:pt x="609600" y="762000"/>
                </a:lnTo>
                <a:lnTo>
                  <a:pt x="609600" y="742950"/>
                </a:lnTo>
                <a:lnTo>
                  <a:pt x="600075" y="742950"/>
                </a:lnTo>
                <a:lnTo>
                  <a:pt x="600075" y="733425"/>
                </a:lnTo>
                <a:lnTo>
                  <a:pt x="609600" y="733425"/>
                </a:lnTo>
                <a:lnTo>
                  <a:pt x="609600" y="723900"/>
                </a:lnTo>
                <a:lnTo>
                  <a:pt x="619125" y="723900"/>
                </a:lnTo>
                <a:close/>
                <a:moveTo>
                  <a:pt x="28575" y="723900"/>
                </a:moveTo>
                <a:lnTo>
                  <a:pt x="38100" y="723900"/>
                </a:lnTo>
                <a:lnTo>
                  <a:pt x="38100" y="838200"/>
                </a:lnTo>
                <a:lnTo>
                  <a:pt x="28575" y="838200"/>
                </a:lnTo>
                <a:close/>
                <a:moveTo>
                  <a:pt x="238125" y="723900"/>
                </a:moveTo>
                <a:lnTo>
                  <a:pt x="257175" y="723900"/>
                </a:lnTo>
                <a:lnTo>
                  <a:pt x="257175" y="733425"/>
                </a:lnTo>
                <a:lnTo>
                  <a:pt x="238125" y="733425"/>
                </a:lnTo>
                <a:close/>
                <a:moveTo>
                  <a:pt x="695325" y="723900"/>
                </a:moveTo>
                <a:lnTo>
                  <a:pt x="714375" y="723900"/>
                </a:lnTo>
                <a:lnTo>
                  <a:pt x="714375" y="752475"/>
                </a:lnTo>
                <a:lnTo>
                  <a:pt x="704850" y="752475"/>
                </a:lnTo>
                <a:lnTo>
                  <a:pt x="704850" y="781050"/>
                </a:lnTo>
                <a:lnTo>
                  <a:pt x="714375" y="781050"/>
                </a:lnTo>
                <a:lnTo>
                  <a:pt x="714375" y="771525"/>
                </a:lnTo>
                <a:lnTo>
                  <a:pt x="723900" y="771525"/>
                </a:lnTo>
                <a:lnTo>
                  <a:pt x="723900" y="781050"/>
                </a:lnTo>
                <a:lnTo>
                  <a:pt x="714375" y="781050"/>
                </a:lnTo>
                <a:lnTo>
                  <a:pt x="714375" y="790575"/>
                </a:lnTo>
                <a:lnTo>
                  <a:pt x="723900" y="790575"/>
                </a:lnTo>
                <a:lnTo>
                  <a:pt x="723900" y="800100"/>
                </a:lnTo>
                <a:lnTo>
                  <a:pt x="733425" y="800100"/>
                </a:lnTo>
                <a:lnTo>
                  <a:pt x="733425" y="809625"/>
                </a:lnTo>
                <a:lnTo>
                  <a:pt x="714375" y="809625"/>
                </a:lnTo>
                <a:lnTo>
                  <a:pt x="714375" y="800100"/>
                </a:lnTo>
                <a:lnTo>
                  <a:pt x="695325" y="800100"/>
                </a:lnTo>
                <a:lnTo>
                  <a:pt x="695325" y="752475"/>
                </a:lnTo>
                <a:lnTo>
                  <a:pt x="685800" y="752475"/>
                </a:lnTo>
                <a:lnTo>
                  <a:pt x="685800" y="742950"/>
                </a:lnTo>
                <a:lnTo>
                  <a:pt x="695325" y="742950"/>
                </a:lnTo>
                <a:close/>
                <a:moveTo>
                  <a:pt x="409575" y="733425"/>
                </a:moveTo>
                <a:lnTo>
                  <a:pt x="419100" y="733425"/>
                </a:lnTo>
                <a:lnTo>
                  <a:pt x="419100" y="742950"/>
                </a:lnTo>
                <a:lnTo>
                  <a:pt x="409575" y="742950"/>
                </a:lnTo>
                <a:close/>
                <a:moveTo>
                  <a:pt x="209550" y="742950"/>
                </a:moveTo>
                <a:lnTo>
                  <a:pt x="219075" y="742950"/>
                </a:lnTo>
                <a:lnTo>
                  <a:pt x="219075" y="752475"/>
                </a:lnTo>
                <a:lnTo>
                  <a:pt x="209550" y="752475"/>
                </a:lnTo>
                <a:close/>
                <a:moveTo>
                  <a:pt x="247650" y="742950"/>
                </a:moveTo>
                <a:lnTo>
                  <a:pt x="276225" y="742950"/>
                </a:lnTo>
                <a:lnTo>
                  <a:pt x="276225" y="752475"/>
                </a:lnTo>
                <a:lnTo>
                  <a:pt x="266700" y="752475"/>
                </a:lnTo>
                <a:lnTo>
                  <a:pt x="266700" y="762000"/>
                </a:lnTo>
                <a:lnTo>
                  <a:pt x="238125" y="762000"/>
                </a:lnTo>
                <a:lnTo>
                  <a:pt x="238125" y="752475"/>
                </a:lnTo>
                <a:lnTo>
                  <a:pt x="247650" y="752475"/>
                </a:lnTo>
                <a:close/>
                <a:moveTo>
                  <a:pt x="400050" y="742950"/>
                </a:moveTo>
                <a:lnTo>
                  <a:pt x="409575" y="742950"/>
                </a:lnTo>
                <a:lnTo>
                  <a:pt x="409575" y="752475"/>
                </a:lnTo>
                <a:lnTo>
                  <a:pt x="400050" y="752475"/>
                </a:lnTo>
                <a:close/>
                <a:moveTo>
                  <a:pt x="428625" y="742950"/>
                </a:moveTo>
                <a:lnTo>
                  <a:pt x="438150" y="742950"/>
                </a:lnTo>
                <a:lnTo>
                  <a:pt x="438150" y="752475"/>
                </a:lnTo>
                <a:lnTo>
                  <a:pt x="428625" y="752475"/>
                </a:lnTo>
                <a:close/>
                <a:moveTo>
                  <a:pt x="514350" y="742950"/>
                </a:moveTo>
                <a:lnTo>
                  <a:pt x="523875" y="742950"/>
                </a:lnTo>
                <a:lnTo>
                  <a:pt x="523875" y="752475"/>
                </a:lnTo>
                <a:lnTo>
                  <a:pt x="514350" y="752475"/>
                </a:lnTo>
                <a:close/>
                <a:moveTo>
                  <a:pt x="295275" y="752475"/>
                </a:moveTo>
                <a:lnTo>
                  <a:pt x="314325" y="752475"/>
                </a:lnTo>
                <a:lnTo>
                  <a:pt x="314325" y="762000"/>
                </a:lnTo>
                <a:lnTo>
                  <a:pt x="295275" y="762000"/>
                </a:lnTo>
                <a:close/>
                <a:moveTo>
                  <a:pt x="342900" y="752475"/>
                </a:moveTo>
                <a:lnTo>
                  <a:pt x="352425" y="752475"/>
                </a:lnTo>
                <a:lnTo>
                  <a:pt x="352425" y="762000"/>
                </a:lnTo>
                <a:lnTo>
                  <a:pt x="342900" y="762000"/>
                </a:lnTo>
                <a:close/>
                <a:moveTo>
                  <a:pt x="457200" y="752475"/>
                </a:moveTo>
                <a:lnTo>
                  <a:pt x="466725" y="752475"/>
                </a:lnTo>
                <a:lnTo>
                  <a:pt x="466725" y="771525"/>
                </a:lnTo>
                <a:lnTo>
                  <a:pt x="457200" y="771525"/>
                </a:lnTo>
                <a:lnTo>
                  <a:pt x="457200" y="781050"/>
                </a:lnTo>
                <a:lnTo>
                  <a:pt x="447675" y="781050"/>
                </a:lnTo>
                <a:lnTo>
                  <a:pt x="447675" y="762000"/>
                </a:lnTo>
                <a:lnTo>
                  <a:pt x="457200" y="762000"/>
                </a:lnTo>
                <a:close/>
                <a:moveTo>
                  <a:pt x="666750" y="752475"/>
                </a:moveTo>
                <a:lnTo>
                  <a:pt x="685800" y="752475"/>
                </a:lnTo>
                <a:lnTo>
                  <a:pt x="685800" y="771525"/>
                </a:lnTo>
                <a:lnTo>
                  <a:pt x="676275" y="771525"/>
                </a:lnTo>
                <a:lnTo>
                  <a:pt x="676275" y="781050"/>
                </a:lnTo>
                <a:lnTo>
                  <a:pt x="647700" y="781050"/>
                </a:lnTo>
                <a:lnTo>
                  <a:pt x="647700" y="771525"/>
                </a:lnTo>
                <a:lnTo>
                  <a:pt x="666750" y="771525"/>
                </a:lnTo>
                <a:close/>
                <a:moveTo>
                  <a:pt x="733425" y="752475"/>
                </a:moveTo>
                <a:lnTo>
                  <a:pt x="752475" y="752475"/>
                </a:lnTo>
                <a:lnTo>
                  <a:pt x="752475" y="762000"/>
                </a:lnTo>
                <a:lnTo>
                  <a:pt x="733425" y="762000"/>
                </a:lnTo>
                <a:close/>
                <a:moveTo>
                  <a:pt x="800100" y="752475"/>
                </a:moveTo>
                <a:lnTo>
                  <a:pt x="809625" y="752475"/>
                </a:lnTo>
                <a:lnTo>
                  <a:pt x="809625" y="762000"/>
                </a:lnTo>
                <a:lnTo>
                  <a:pt x="800100" y="762000"/>
                </a:lnTo>
                <a:close/>
                <a:moveTo>
                  <a:pt x="819150" y="752475"/>
                </a:moveTo>
                <a:lnTo>
                  <a:pt x="828675" y="752475"/>
                </a:lnTo>
                <a:lnTo>
                  <a:pt x="828675" y="771525"/>
                </a:lnTo>
                <a:lnTo>
                  <a:pt x="819150" y="771525"/>
                </a:lnTo>
                <a:close/>
                <a:moveTo>
                  <a:pt x="276225" y="762000"/>
                </a:moveTo>
                <a:lnTo>
                  <a:pt x="285750" y="762000"/>
                </a:lnTo>
                <a:lnTo>
                  <a:pt x="285750" y="771525"/>
                </a:lnTo>
                <a:lnTo>
                  <a:pt x="276225" y="771525"/>
                </a:lnTo>
                <a:close/>
                <a:moveTo>
                  <a:pt x="314325" y="762000"/>
                </a:moveTo>
                <a:lnTo>
                  <a:pt x="342900" y="762000"/>
                </a:lnTo>
                <a:lnTo>
                  <a:pt x="342900" y="771525"/>
                </a:lnTo>
                <a:lnTo>
                  <a:pt x="333375" y="771525"/>
                </a:lnTo>
                <a:lnTo>
                  <a:pt x="333375" y="781050"/>
                </a:lnTo>
                <a:lnTo>
                  <a:pt x="323850" y="781050"/>
                </a:lnTo>
                <a:lnTo>
                  <a:pt x="323850" y="790575"/>
                </a:lnTo>
                <a:lnTo>
                  <a:pt x="314325" y="790575"/>
                </a:lnTo>
                <a:close/>
                <a:moveTo>
                  <a:pt x="752475" y="762000"/>
                </a:moveTo>
                <a:lnTo>
                  <a:pt x="762000" y="762000"/>
                </a:lnTo>
                <a:lnTo>
                  <a:pt x="762000" y="771525"/>
                </a:lnTo>
                <a:lnTo>
                  <a:pt x="752475" y="771525"/>
                </a:lnTo>
                <a:close/>
                <a:moveTo>
                  <a:pt x="790575" y="762000"/>
                </a:moveTo>
                <a:lnTo>
                  <a:pt x="800100" y="762000"/>
                </a:lnTo>
                <a:lnTo>
                  <a:pt x="800100" y="771525"/>
                </a:lnTo>
                <a:lnTo>
                  <a:pt x="790575" y="771525"/>
                </a:lnTo>
                <a:close/>
                <a:moveTo>
                  <a:pt x="400050" y="771525"/>
                </a:moveTo>
                <a:lnTo>
                  <a:pt x="409575" y="771525"/>
                </a:lnTo>
                <a:lnTo>
                  <a:pt x="409575" y="790575"/>
                </a:lnTo>
                <a:lnTo>
                  <a:pt x="400050" y="790575"/>
                </a:lnTo>
                <a:lnTo>
                  <a:pt x="400050" y="800100"/>
                </a:lnTo>
                <a:lnTo>
                  <a:pt x="361950" y="800100"/>
                </a:lnTo>
                <a:lnTo>
                  <a:pt x="361950" y="790575"/>
                </a:lnTo>
                <a:lnTo>
                  <a:pt x="381000" y="790575"/>
                </a:lnTo>
                <a:lnTo>
                  <a:pt x="381000" y="781050"/>
                </a:lnTo>
                <a:lnTo>
                  <a:pt x="400050" y="781050"/>
                </a:lnTo>
                <a:close/>
                <a:moveTo>
                  <a:pt x="809625" y="771525"/>
                </a:moveTo>
                <a:lnTo>
                  <a:pt x="819150" y="771525"/>
                </a:lnTo>
                <a:lnTo>
                  <a:pt x="819150" y="781050"/>
                </a:lnTo>
                <a:lnTo>
                  <a:pt x="809625" y="781050"/>
                </a:lnTo>
                <a:close/>
                <a:moveTo>
                  <a:pt x="228600" y="781050"/>
                </a:moveTo>
                <a:lnTo>
                  <a:pt x="238125" y="781050"/>
                </a:lnTo>
                <a:lnTo>
                  <a:pt x="238125" y="809625"/>
                </a:lnTo>
                <a:lnTo>
                  <a:pt x="228600" y="809625"/>
                </a:lnTo>
                <a:lnTo>
                  <a:pt x="228600" y="800100"/>
                </a:lnTo>
                <a:lnTo>
                  <a:pt x="219075" y="800100"/>
                </a:lnTo>
                <a:lnTo>
                  <a:pt x="219075" y="790575"/>
                </a:lnTo>
                <a:lnTo>
                  <a:pt x="228600" y="790575"/>
                </a:lnTo>
                <a:close/>
                <a:moveTo>
                  <a:pt x="1809750" y="781050"/>
                </a:moveTo>
                <a:lnTo>
                  <a:pt x="1819275" y="781050"/>
                </a:lnTo>
                <a:lnTo>
                  <a:pt x="1819275" y="800100"/>
                </a:lnTo>
                <a:lnTo>
                  <a:pt x="1809750" y="800100"/>
                </a:lnTo>
                <a:close/>
                <a:moveTo>
                  <a:pt x="190500" y="790575"/>
                </a:moveTo>
                <a:lnTo>
                  <a:pt x="200025" y="790575"/>
                </a:lnTo>
                <a:lnTo>
                  <a:pt x="200025" y="800100"/>
                </a:lnTo>
                <a:lnTo>
                  <a:pt x="209550" y="800100"/>
                </a:lnTo>
                <a:lnTo>
                  <a:pt x="209550" y="809625"/>
                </a:lnTo>
                <a:lnTo>
                  <a:pt x="190500" y="809625"/>
                </a:lnTo>
                <a:close/>
                <a:moveTo>
                  <a:pt x="333375" y="790575"/>
                </a:moveTo>
                <a:lnTo>
                  <a:pt x="342900" y="790575"/>
                </a:lnTo>
                <a:lnTo>
                  <a:pt x="342900" y="800100"/>
                </a:lnTo>
                <a:lnTo>
                  <a:pt x="333375" y="800100"/>
                </a:lnTo>
                <a:close/>
                <a:moveTo>
                  <a:pt x="428625" y="790575"/>
                </a:moveTo>
                <a:lnTo>
                  <a:pt x="438150" y="790575"/>
                </a:lnTo>
                <a:lnTo>
                  <a:pt x="438150" y="800100"/>
                </a:lnTo>
                <a:lnTo>
                  <a:pt x="428625" y="800100"/>
                </a:lnTo>
                <a:close/>
                <a:moveTo>
                  <a:pt x="752475" y="790575"/>
                </a:moveTo>
                <a:lnTo>
                  <a:pt x="771525" y="790575"/>
                </a:lnTo>
                <a:lnTo>
                  <a:pt x="771525" y="800100"/>
                </a:lnTo>
                <a:lnTo>
                  <a:pt x="752475" y="800100"/>
                </a:lnTo>
                <a:close/>
                <a:moveTo>
                  <a:pt x="285750" y="800100"/>
                </a:moveTo>
                <a:lnTo>
                  <a:pt x="295275" y="800100"/>
                </a:lnTo>
                <a:lnTo>
                  <a:pt x="295275" y="809625"/>
                </a:lnTo>
                <a:lnTo>
                  <a:pt x="285750" y="809625"/>
                </a:lnTo>
                <a:close/>
                <a:moveTo>
                  <a:pt x="409575" y="800100"/>
                </a:moveTo>
                <a:lnTo>
                  <a:pt x="419100" y="800100"/>
                </a:lnTo>
                <a:lnTo>
                  <a:pt x="419100" y="809625"/>
                </a:lnTo>
                <a:lnTo>
                  <a:pt x="409575" y="809625"/>
                </a:lnTo>
                <a:close/>
                <a:moveTo>
                  <a:pt x="657225" y="800100"/>
                </a:moveTo>
                <a:lnTo>
                  <a:pt x="685800" y="800100"/>
                </a:lnTo>
                <a:lnTo>
                  <a:pt x="685800" y="809625"/>
                </a:lnTo>
                <a:lnTo>
                  <a:pt x="657225" y="809625"/>
                </a:lnTo>
                <a:close/>
                <a:moveTo>
                  <a:pt x="238125" y="809625"/>
                </a:moveTo>
                <a:lnTo>
                  <a:pt x="247650" y="809625"/>
                </a:lnTo>
                <a:lnTo>
                  <a:pt x="247650" y="819150"/>
                </a:lnTo>
                <a:lnTo>
                  <a:pt x="238125" y="819150"/>
                </a:lnTo>
                <a:close/>
                <a:moveTo>
                  <a:pt x="38100" y="838200"/>
                </a:moveTo>
                <a:lnTo>
                  <a:pt x="47625" y="838200"/>
                </a:lnTo>
                <a:lnTo>
                  <a:pt x="47625" y="847725"/>
                </a:lnTo>
                <a:lnTo>
                  <a:pt x="38100" y="847725"/>
                </a:lnTo>
                <a:close/>
                <a:moveTo>
                  <a:pt x="47625" y="857250"/>
                </a:moveTo>
                <a:lnTo>
                  <a:pt x="57150" y="857250"/>
                </a:lnTo>
                <a:lnTo>
                  <a:pt x="57150" y="952500"/>
                </a:lnTo>
                <a:lnTo>
                  <a:pt x="47625" y="952500"/>
                </a:lnTo>
                <a:close/>
                <a:moveTo>
                  <a:pt x="400050" y="866775"/>
                </a:moveTo>
                <a:lnTo>
                  <a:pt x="571500" y="866775"/>
                </a:lnTo>
                <a:lnTo>
                  <a:pt x="571500" y="885825"/>
                </a:lnTo>
                <a:lnTo>
                  <a:pt x="400050" y="885825"/>
                </a:lnTo>
                <a:close/>
                <a:moveTo>
                  <a:pt x="200025" y="942975"/>
                </a:moveTo>
                <a:lnTo>
                  <a:pt x="228600" y="942975"/>
                </a:lnTo>
                <a:lnTo>
                  <a:pt x="228600" y="952500"/>
                </a:lnTo>
                <a:lnTo>
                  <a:pt x="266700" y="952500"/>
                </a:lnTo>
                <a:lnTo>
                  <a:pt x="266700" y="942975"/>
                </a:lnTo>
                <a:lnTo>
                  <a:pt x="314325" y="942975"/>
                </a:lnTo>
                <a:lnTo>
                  <a:pt x="314325" y="952500"/>
                </a:lnTo>
                <a:lnTo>
                  <a:pt x="390525" y="952500"/>
                </a:lnTo>
                <a:lnTo>
                  <a:pt x="390525" y="942975"/>
                </a:lnTo>
                <a:lnTo>
                  <a:pt x="400050" y="942975"/>
                </a:lnTo>
                <a:lnTo>
                  <a:pt x="400050" y="952500"/>
                </a:lnTo>
                <a:lnTo>
                  <a:pt x="466725" y="952500"/>
                </a:lnTo>
                <a:lnTo>
                  <a:pt x="466725" y="971550"/>
                </a:lnTo>
                <a:lnTo>
                  <a:pt x="428625" y="971550"/>
                </a:lnTo>
                <a:lnTo>
                  <a:pt x="428625" y="962025"/>
                </a:lnTo>
                <a:lnTo>
                  <a:pt x="400050" y="962025"/>
                </a:lnTo>
                <a:lnTo>
                  <a:pt x="400050" y="971550"/>
                </a:lnTo>
                <a:lnTo>
                  <a:pt x="381000" y="971550"/>
                </a:lnTo>
                <a:lnTo>
                  <a:pt x="381000" y="962025"/>
                </a:lnTo>
                <a:lnTo>
                  <a:pt x="371475" y="962025"/>
                </a:lnTo>
                <a:lnTo>
                  <a:pt x="371475" y="971550"/>
                </a:lnTo>
                <a:lnTo>
                  <a:pt x="314325" y="971550"/>
                </a:lnTo>
                <a:lnTo>
                  <a:pt x="314325" y="962025"/>
                </a:lnTo>
                <a:lnTo>
                  <a:pt x="304800" y="962025"/>
                </a:lnTo>
                <a:lnTo>
                  <a:pt x="304800" y="971550"/>
                </a:lnTo>
                <a:lnTo>
                  <a:pt x="266700" y="971550"/>
                </a:lnTo>
                <a:lnTo>
                  <a:pt x="266700" y="981075"/>
                </a:lnTo>
                <a:lnTo>
                  <a:pt x="228600" y="981075"/>
                </a:lnTo>
                <a:lnTo>
                  <a:pt x="228600" y="971550"/>
                </a:lnTo>
                <a:lnTo>
                  <a:pt x="180975" y="971550"/>
                </a:lnTo>
                <a:lnTo>
                  <a:pt x="180975" y="952500"/>
                </a:lnTo>
                <a:lnTo>
                  <a:pt x="200025" y="952500"/>
                </a:lnTo>
                <a:close/>
                <a:moveTo>
                  <a:pt x="495300" y="942975"/>
                </a:moveTo>
                <a:lnTo>
                  <a:pt x="504825" y="942975"/>
                </a:lnTo>
                <a:lnTo>
                  <a:pt x="504825" y="952500"/>
                </a:lnTo>
                <a:lnTo>
                  <a:pt x="581025" y="952500"/>
                </a:lnTo>
                <a:lnTo>
                  <a:pt x="581025" y="942975"/>
                </a:lnTo>
                <a:lnTo>
                  <a:pt x="638175" y="942975"/>
                </a:lnTo>
                <a:lnTo>
                  <a:pt x="638175" y="952500"/>
                </a:lnTo>
                <a:lnTo>
                  <a:pt x="704850" y="952500"/>
                </a:lnTo>
                <a:lnTo>
                  <a:pt x="704850" y="962025"/>
                </a:lnTo>
                <a:lnTo>
                  <a:pt x="714375" y="962025"/>
                </a:lnTo>
                <a:lnTo>
                  <a:pt x="714375" y="971550"/>
                </a:lnTo>
                <a:lnTo>
                  <a:pt x="704850" y="971550"/>
                </a:lnTo>
                <a:lnTo>
                  <a:pt x="704850" y="981075"/>
                </a:lnTo>
                <a:lnTo>
                  <a:pt x="666750" y="981075"/>
                </a:lnTo>
                <a:lnTo>
                  <a:pt x="666750" y="971550"/>
                </a:lnTo>
                <a:lnTo>
                  <a:pt x="552450" y="971550"/>
                </a:lnTo>
                <a:lnTo>
                  <a:pt x="552450" y="981075"/>
                </a:lnTo>
                <a:lnTo>
                  <a:pt x="523875" y="981075"/>
                </a:lnTo>
                <a:lnTo>
                  <a:pt x="523875" y="971550"/>
                </a:lnTo>
                <a:lnTo>
                  <a:pt x="504825" y="971550"/>
                </a:lnTo>
                <a:lnTo>
                  <a:pt x="504825" y="962025"/>
                </a:lnTo>
                <a:lnTo>
                  <a:pt x="485775" y="962025"/>
                </a:lnTo>
                <a:lnTo>
                  <a:pt x="485775" y="952500"/>
                </a:lnTo>
                <a:lnTo>
                  <a:pt x="495300" y="952500"/>
                </a:lnTo>
                <a:close/>
                <a:moveTo>
                  <a:pt x="781050" y="942975"/>
                </a:moveTo>
                <a:lnTo>
                  <a:pt x="800100" y="942975"/>
                </a:lnTo>
                <a:lnTo>
                  <a:pt x="800100" y="952500"/>
                </a:lnTo>
                <a:lnTo>
                  <a:pt x="838200" y="952500"/>
                </a:lnTo>
                <a:lnTo>
                  <a:pt x="838200" y="971550"/>
                </a:lnTo>
                <a:lnTo>
                  <a:pt x="781050" y="971550"/>
                </a:lnTo>
                <a:lnTo>
                  <a:pt x="781050" y="962025"/>
                </a:lnTo>
                <a:lnTo>
                  <a:pt x="771525" y="962025"/>
                </a:lnTo>
                <a:lnTo>
                  <a:pt x="771525" y="952500"/>
                </a:lnTo>
                <a:lnTo>
                  <a:pt x="781050" y="952500"/>
                </a:lnTo>
                <a:close/>
                <a:moveTo>
                  <a:pt x="1047750" y="942975"/>
                </a:moveTo>
                <a:lnTo>
                  <a:pt x="1066800" y="942975"/>
                </a:lnTo>
                <a:lnTo>
                  <a:pt x="1066800" y="952500"/>
                </a:lnTo>
                <a:lnTo>
                  <a:pt x="1114425" y="952500"/>
                </a:lnTo>
                <a:lnTo>
                  <a:pt x="1114425" y="942975"/>
                </a:lnTo>
                <a:lnTo>
                  <a:pt x="1133475" y="942975"/>
                </a:lnTo>
                <a:lnTo>
                  <a:pt x="1133475" y="952500"/>
                </a:lnTo>
                <a:lnTo>
                  <a:pt x="1209675" y="952500"/>
                </a:lnTo>
                <a:lnTo>
                  <a:pt x="1209675" y="942975"/>
                </a:lnTo>
                <a:lnTo>
                  <a:pt x="1238250" y="942975"/>
                </a:lnTo>
                <a:lnTo>
                  <a:pt x="1238250" y="952500"/>
                </a:lnTo>
                <a:lnTo>
                  <a:pt x="1247775" y="952500"/>
                </a:lnTo>
                <a:lnTo>
                  <a:pt x="1247775" y="942975"/>
                </a:lnTo>
                <a:lnTo>
                  <a:pt x="1257300" y="942975"/>
                </a:lnTo>
                <a:lnTo>
                  <a:pt x="1257300" y="952500"/>
                </a:lnTo>
                <a:lnTo>
                  <a:pt x="1276350" y="952500"/>
                </a:lnTo>
                <a:lnTo>
                  <a:pt x="1276350" y="971550"/>
                </a:lnTo>
                <a:lnTo>
                  <a:pt x="1228725" y="971550"/>
                </a:lnTo>
                <a:lnTo>
                  <a:pt x="1228725" y="981075"/>
                </a:lnTo>
                <a:lnTo>
                  <a:pt x="1219200" y="981075"/>
                </a:lnTo>
                <a:lnTo>
                  <a:pt x="1219200" y="971550"/>
                </a:lnTo>
                <a:lnTo>
                  <a:pt x="1209675" y="971550"/>
                </a:lnTo>
                <a:lnTo>
                  <a:pt x="1209675" y="981075"/>
                </a:lnTo>
                <a:lnTo>
                  <a:pt x="1200150" y="981075"/>
                </a:lnTo>
                <a:lnTo>
                  <a:pt x="1200150" y="971550"/>
                </a:lnTo>
                <a:lnTo>
                  <a:pt x="1123950" y="971550"/>
                </a:lnTo>
                <a:lnTo>
                  <a:pt x="1123950" y="981075"/>
                </a:lnTo>
                <a:lnTo>
                  <a:pt x="1085850" y="981075"/>
                </a:lnTo>
                <a:lnTo>
                  <a:pt x="1085850" y="971550"/>
                </a:lnTo>
                <a:lnTo>
                  <a:pt x="1047750" y="971550"/>
                </a:lnTo>
                <a:close/>
                <a:moveTo>
                  <a:pt x="1381125" y="942975"/>
                </a:moveTo>
                <a:lnTo>
                  <a:pt x="1390650" y="942975"/>
                </a:lnTo>
                <a:lnTo>
                  <a:pt x="1390650" y="952500"/>
                </a:lnTo>
                <a:lnTo>
                  <a:pt x="1400175" y="952500"/>
                </a:lnTo>
                <a:lnTo>
                  <a:pt x="1400175" y="942975"/>
                </a:lnTo>
                <a:lnTo>
                  <a:pt x="1409700" y="942975"/>
                </a:lnTo>
                <a:lnTo>
                  <a:pt x="1409700" y="952500"/>
                </a:lnTo>
                <a:lnTo>
                  <a:pt x="1495425" y="952500"/>
                </a:lnTo>
                <a:lnTo>
                  <a:pt x="1495425" y="971550"/>
                </a:lnTo>
                <a:lnTo>
                  <a:pt x="1381125" y="971550"/>
                </a:lnTo>
                <a:lnTo>
                  <a:pt x="1381125" y="981075"/>
                </a:lnTo>
                <a:lnTo>
                  <a:pt x="1352550" y="981075"/>
                </a:lnTo>
                <a:lnTo>
                  <a:pt x="1352550" y="971550"/>
                </a:lnTo>
                <a:lnTo>
                  <a:pt x="1343025" y="971550"/>
                </a:lnTo>
                <a:lnTo>
                  <a:pt x="1343025" y="962025"/>
                </a:lnTo>
                <a:lnTo>
                  <a:pt x="1362075" y="962025"/>
                </a:lnTo>
                <a:lnTo>
                  <a:pt x="1362075" y="952500"/>
                </a:lnTo>
                <a:lnTo>
                  <a:pt x="1381125" y="952500"/>
                </a:lnTo>
                <a:close/>
                <a:moveTo>
                  <a:pt x="38100" y="952500"/>
                </a:moveTo>
                <a:lnTo>
                  <a:pt x="47625" y="952500"/>
                </a:lnTo>
                <a:lnTo>
                  <a:pt x="47625" y="962025"/>
                </a:lnTo>
                <a:lnTo>
                  <a:pt x="38100" y="962025"/>
                </a:lnTo>
                <a:close/>
                <a:moveTo>
                  <a:pt x="733425" y="952500"/>
                </a:moveTo>
                <a:lnTo>
                  <a:pt x="742950" y="952500"/>
                </a:lnTo>
                <a:lnTo>
                  <a:pt x="742950" y="962025"/>
                </a:lnTo>
                <a:lnTo>
                  <a:pt x="752475" y="962025"/>
                </a:lnTo>
                <a:lnTo>
                  <a:pt x="752475" y="971550"/>
                </a:lnTo>
                <a:lnTo>
                  <a:pt x="733425" y="971550"/>
                </a:lnTo>
                <a:close/>
                <a:moveTo>
                  <a:pt x="895350" y="952500"/>
                </a:moveTo>
                <a:lnTo>
                  <a:pt x="990600" y="952500"/>
                </a:lnTo>
                <a:lnTo>
                  <a:pt x="990600" y="962025"/>
                </a:lnTo>
                <a:lnTo>
                  <a:pt x="971550" y="962025"/>
                </a:lnTo>
                <a:lnTo>
                  <a:pt x="971550" y="971550"/>
                </a:lnTo>
                <a:lnTo>
                  <a:pt x="962025" y="971550"/>
                </a:lnTo>
                <a:lnTo>
                  <a:pt x="962025" y="981075"/>
                </a:lnTo>
                <a:lnTo>
                  <a:pt x="942975" y="981075"/>
                </a:lnTo>
                <a:lnTo>
                  <a:pt x="942975" y="971550"/>
                </a:lnTo>
                <a:lnTo>
                  <a:pt x="914400" y="971550"/>
                </a:lnTo>
                <a:lnTo>
                  <a:pt x="914400" y="981075"/>
                </a:lnTo>
                <a:lnTo>
                  <a:pt x="885825" y="981075"/>
                </a:lnTo>
                <a:lnTo>
                  <a:pt x="885825" y="962025"/>
                </a:lnTo>
                <a:lnTo>
                  <a:pt x="895350" y="962025"/>
                </a:lnTo>
                <a:close/>
                <a:moveTo>
                  <a:pt x="1000125" y="952500"/>
                </a:moveTo>
                <a:lnTo>
                  <a:pt x="1028700" y="952500"/>
                </a:lnTo>
                <a:lnTo>
                  <a:pt x="1028700" y="971550"/>
                </a:lnTo>
                <a:lnTo>
                  <a:pt x="1019175" y="971550"/>
                </a:lnTo>
                <a:lnTo>
                  <a:pt x="1019175" y="981075"/>
                </a:lnTo>
                <a:lnTo>
                  <a:pt x="1000125" y="981075"/>
                </a:lnTo>
                <a:lnTo>
                  <a:pt x="1000125" y="971550"/>
                </a:lnTo>
                <a:lnTo>
                  <a:pt x="990600" y="971550"/>
                </a:lnTo>
                <a:lnTo>
                  <a:pt x="990600" y="962025"/>
                </a:lnTo>
                <a:lnTo>
                  <a:pt x="1000125" y="962025"/>
                </a:lnTo>
                <a:close/>
                <a:moveTo>
                  <a:pt x="1295400" y="952500"/>
                </a:moveTo>
                <a:lnTo>
                  <a:pt x="1314450" y="952500"/>
                </a:lnTo>
                <a:lnTo>
                  <a:pt x="1314450" y="971550"/>
                </a:lnTo>
                <a:lnTo>
                  <a:pt x="1295400" y="971550"/>
                </a:lnTo>
                <a:close/>
                <a:moveTo>
                  <a:pt x="28575" y="962025"/>
                </a:moveTo>
                <a:lnTo>
                  <a:pt x="38100" y="962025"/>
                </a:lnTo>
                <a:lnTo>
                  <a:pt x="38100" y="1209675"/>
                </a:lnTo>
                <a:lnTo>
                  <a:pt x="28575" y="1209675"/>
                </a:lnTo>
                <a:close/>
                <a:moveTo>
                  <a:pt x="847725" y="962025"/>
                </a:moveTo>
                <a:lnTo>
                  <a:pt x="857250" y="962025"/>
                </a:lnTo>
                <a:lnTo>
                  <a:pt x="857250" y="971550"/>
                </a:lnTo>
                <a:lnTo>
                  <a:pt x="847725" y="971550"/>
                </a:lnTo>
                <a:close/>
                <a:moveTo>
                  <a:pt x="866775" y="962025"/>
                </a:moveTo>
                <a:lnTo>
                  <a:pt x="876300" y="962025"/>
                </a:lnTo>
                <a:lnTo>
                  <a:pt x="876300" y="971550"/>
                </a:lnTo>
                <a:lnTo>
                  <a:pt x="866775" y="971550"/>
                </a:lnTo>
                <a:close/>
                <a:moveTo>
                  <a:pt x="219075" y="1019175"/>
                </a:moveTo>
                <a:lnTo>
                  <a:pt x="257175" y="1019175"/>
                </a:lnTo>
                <a:lnTo>
                  <a:pt x="257175" y="1028700"/>
                </a:lnTo>
                <a:lnTo>
                  <a:pt x="266700" y="1028700"/>
                </a:lnTo>
                <a:lnTo>
                  <a:pt x="266700" y="1019175"/>
                </a:lnTo>
                <a:lnTo>
                  <a:pt x="400050" y="1019175"/>
                </a:lnTo>
                <a:lnTo>
                  <a:pt x="400050" y="1028700"/>
                </a:lnTo>
                <a:lnTo>
                  <a:pt x="409575" y="1028700"/>
                </a:lnTo>
                <a:lnTo>
                  <a:pt x="409575" y="1038225"/>
                </a:lnTo>
                <a:lnTo>
                  <a:pt x="400050" y="1038225"/>
                </a:lnTo>
                <a:lnTo>
                  <a:pt x="400050" y="1047750"/>
                </a:lnTo>
                <a:lnTo>
                  <a:pt x="342900" y="1047750"/>
                </a:lnTo>
                <a:lnTo>
                  <a:pt x="342900" y="1038225"/>
                </a:lnTo>
                <a:lnTo>
                  <a:pt x="314325" y="1038225"/>
                </a:lnTo>
                <a:lnTo>
                  <a:pt x="314325" y="1047750"/>
                </a:lnTo>
                <a:lnTo>
                  <a:pt x="285750" y="1047750"/>
                </a:lnTo>
                <a:lnTo>
                  <a:pt x="285750" y="1038225"/>
                </a:lnTo>
                <a:lnTo>
                  <a:pt x="228600" y="1038225"/>
                </a:lnTo>
                <a:lnTo>
                  <a:pt x="228600" y="1047750"/>
                </a:lnTo>
                <a:lnTo>
                  <a:pt x="219075" y="1047750"/>
                </a:lnTo>
                <a:lnTo>
                  <a:pt x="219075" y="1038225"/>
                </a:lnTo>
                <a:lnTo>
                  <a:pt x="180975" y="1038225"/>
                </a:lnTo>
                <a:lnTo>
                  <a:pt x="180975" y="1028700"/>
                </a:lnTo>
                <a:lnTo>
                  <a:pt x="219075" y="1028700"/>
                </a:lnTo>
                <a:close/>
                <a:moveTo>
                  <a:pt x="1819275" y="1123950"/>
                </a:moveTo>
                <a:lnTo>
                  <a:pt x="1828800" y="1123950"/>
                </a:lnTo>
                <a:lnTo>
                  <a:pt x="1828800" y="1143000"/>
                </a:lnTo>
                <a:lnTo>
                  <a:pt x="1819275" y="1143000"/>
                </a:lnTo>
                <a:close/>
                <a:moveTo>
                  <a:pt x="247650" y="1181100"/>
                </a:moveTo>
                <a:lnTo>
                  <a:pt x="257175" y="1181100"/>
                </a:lnTo>
                <a:lnTo>
                  <a:pt x="257175" y="1190625"/>
                </a:lnTo>
                <a:lnTo>
                  <a:pt x="247650" y="1190625"/>
                </a:lnTo>
                <a:close/>
                <a:moveTo>
                  <a:pt x="1600200" y="1181100"/>
                </a:moveTo>
                <a:lnTo>
                  <a:pt x="1609725" y="1181100"/>
                </a:lnTo>
                <a:lnTo>
                  <a:pt x="1609725" y="1190625"/>
                </a:lnTo>
                <a:lnTo>
                  <a:pt x="1600200" y="1190625"/>
                </a:lnTo>
                <a:close/>
                <a:moveTo>
                  <a:pt x="228600" y="1190625"/>
                </a:moveTo>
                <a:lnTo>
                  <a:pt x="238125" y="1190625"/>
                </a:lnTo>
                <a:lnTo>
                  <a:pt x="238125" y="1200150"/>
                </a:lnTo>
                <a:lnTo>
                  <a:pt x="228600" y="1200150"/>
                </a:lnTo>
                <a:close/>
                <a:moveTo>
                  <a:pt x="1638300" y="1200150"/>
                </a:moveTo>
                <a:lnTo>
                  <a:pt x="1647825" y="1200150"/>
                </a:lnTo>
                <a:lnTo>
                  <a:pt x="1647825" y="1209675"/>
                </a:lnTo>
                <a:lnTo>
                  <a:pt x="1638300" y="1209675"/>
                </a:lnTo>
                <a:close/>
                <a:moveTo>
                  <a:pt x="38100" y="1209675"/>
                </a:moveTo>
                <a:lnTo>
                  <a:pt x="47625" y="1209675"/>
                </a:lnTo>
                <a:lnTo>
                  <a:pt x="47625" y="1219200"/>
                </a:lnTo>
                <a:lnTo>
                  <a:pt x="38100" y="1219200"/>
                </a:lnTo>
                <a:close/>
                <a:moveTo>
                  <a:pt x="1647825" y="1209675"/>
                </a:moveTo>
                <a:lnTo>
                  <a:pt x="1657350" y="1209675"/>
                </a:lnTo>
                <a:lnTo>
                  <a:pt x="1657350" y="1219200"/>
                </a:lnTo>
                <a:lnTo>
                  <a:pt x="1647825" y="1219200"/>
                </a:lnTo>
                <a:close/>
                <a:moveTo>
                  <a:pt x="1733550" y="1219200"/>
                </a:moveTo>
                <a:lnTo>
                  <a:pt x="1743075" y="1219200"/>
                </a:lnTo>
                <a:lnTo>
                  <a:pt x="1743075" y="1228725"/>
                </a:lnTo>
                <a:lnTo>
                  <a:pt x="1733550" y="1228725"/>
                </a:lnTo>
                <a:close/>
                <a:moveTo>
                  <a:pt x="190500" y="1228725"/>
                </a:moveTo>
                <a:lnTo>
                  <a:pt x="200025" y="1228725"/>
                </a:lnTo>
                <a:lnTo>
                  <a:pt x="200025" y="1238250"/>
                </a:lnTo>
                <a:lnTo>
                  <a:pt x="190500" y="1238250"/>
                </a:lnTo>
                <a:close/>
                <a:moveTo>
                  <a:pt x="1666875" y="1238250"/>
                </a:moveTo>
                <a:lnTo>
                  <a:pt x="1676400" y="1238250"/>
                </a:lnTo>
                <a:lnTo>
                  <a:pt x="1676400" y="1247775"/>
                </a:lnTo>
                <a:lnTo>
                  <a:pt x="1666875" y="1247775"/>
                </a:lnTo>
                <a:close/>
                <a:moveTo>
                  <a:pt x="180975" y="1247775"/>
                </a:moveTo>
                <a:lnTo>
                  <a:pt x="190500" y="1247775"/>
                </a:lnTo>
                <a:lnTo>
                  <a:pt x="190500" y="1257300"/>
                </a:lnTo>
                <a:lnTo>
                  <a:pt x="180975" y="1257300"/>
                </a:lnTo>
                <a:close/>
                <a:moveTo>
                  <a:pt x="1476375" y="1257300"/>
                </a:moveTo>
                <a:lnTo>
                  <a:pt x="1581150" y="1257300"/>
                </a:lnTo>
                <a:lnTo>
                  <a:pt x="1581150" y="1266825"/>
                </a:lnTo>
                <a:lnTo>
                  <a:pt x="1590675" y="1266825"/>
                </a:lnTo>
                <a:lnTo>
                  <a:pt x="1590675" y="1276350"/>
                </a:lnTo>
                <a:lnTo>
                  <a:pt x="1600200" y="1276350"/>
                </a:lnTo>
                <a:lnTo>
                  <a:pt x="1600200" y="1285875"/>
                </a:lnTo>
                <a:lnTo>
                  <a:pt x="1609725" y="1285875"/>
                </a:lnTo>
                <a:lnTo>
                  <a:pt x="1609725" y="1400175"/>
                </a:lnTo>
                <a:lnTo>
                  <a:pt x="1600200" y="1400175"/>
                </a:lnTo>
                <a:lnTo>
                  <a:pt x="1600200" y="1409700"/>
                </a:lnTo>
                <a:lnTo>
                  <a:pt x="1590675" y="1409700"/>
                </a:lnTo>
                <a:lnTo>
                  <a:pt x="1590675" y="1419225"/>
                </a:lnTo>
                <a:lnTo>
                  <a:pt x="1466850" y="1419225"/>
                </a:lnTo>
                <a:lnTo>
                  <a:pt x="1466850" y="1409700"/>
                </a:lnTo>
                <a:lnTo>
                  <a:pt x="1457325" y="1409700"/>
                </a:lnTo>
                <a:lnTo>
                  <a:pt x="1457325" y="1400175"/>
                </a:lnTo>
                <a:lnTo>
                  <a:pt x="1447800" y="1400175"/>
                </a:lnTo>
                <a:lnTo>
                  <a:pt x="1447800" y="1285875"/>
                </a:lnTo>
                <a:lnTo>
                  <a:pt x="1457325" y="1285875"/>
                </a:lnTo>
                <a:lnTo>
                  <a:pt x="1457325" y="1276350"/>
                </a:lnTo>
                <a:lnTo>
                  <a:pt x="1466850" y="1276350"/>
                </a:lnTo>
                <a:lnTo>
                  <a:pt x="1466850" y="1266825"/>
                </a:lnTo>
                <a:lnTo>
                  <a:pt x="1476375" y="1266825"/>
                </a:lnTo>
                <a:close/>
                <a:moveTo>
                  <a:pt x="1676400" y="1257300"/>
                </a:moveTo>
                <a:lnTo>
                  <a:pt x="1685925" y="1257300"/>
                </a:lnTo>
                <a:lnTo>
                  <a:pt x="1685925" y="1266825"/>
                </a:lnTo>
                <a:lnTo>
                  <a:pt x="1676400" y="1266825"/>
                </a:lnTo>
                <a:close/>
                <a:moveTo>
                  <a:pt x="38100" y="1266825"/>
                </a:moveTo>
                <a:lnTo>
                  <a:pt x="47625" y="1266825"/>
                </a:lnTo>
                <a:lnTo>
                  <a:pt x="47625" y="1276350"/>
                </a:lnTo>
                <a:lnTo>
                  <a:pt x="38100" y="1276350"/>
                </a:lnTo>
                <a:close/>
                <a:moveTo>
                  <a:pt x="171450" y="1276350"/>
                </a:moveTo>
                <a:lnTo>
                  <a:pt x="180975" y="1276350"/>
                </a:lnTo>
                <a:lnTo>
                  <a:pt x="180975" y="1685925"/>
                </a:lnTo>
                <a:lnTo>
                  <a:pt x="171450" y="1685925"/>
                </a:lnTo>
                <a:close/>
                <a:moveTo>
                  <a:pt x="28575" y="1285875"/>
                </a:moveTo>
                <a:lnTo>
                  <a:pt x="38100" y="1285875"/>
                </a:lnTo>
                <a:lnTo>
                  <a:pt x="38100" y="1485900"/>
                </a:lnTo>
                <a:lnTo>
                  <a:pt x="28575" y="1485900"/>
                </a:lnTo>
                <a:close/>
                <a:moveTo>
                  <a:pt x="1571625" y="1333500"/>
                </a:moveTo>
                <a:lnTo>
                  <a:pt x="1581150" y="1333500"/>
                </a:lnTo>
                <a:lnTo>
                  <a:pt x="1581150" y="1323975"/>
                </a:lnTo>
                <a:lnTo>
                  <a:pt x="1571625" y="1323975"/>
                </a:lnTo>
                <a:lnTo>
                  <a:pt x="1571625" y="1314450"/>
                </a:lnTo>
                <a:lnTo>
                  <a:pt x="1543050" y="1314450"/>
                </a:lnTo>
                <a:lnTo>
                  <a:pt x="1543050" y="1323975"/>
                </a:lnTo>
                <a:lnTo>
                  <a:pt x="1533525" y="1323975"/>
                </a:lnTo>
                <a:lnTo>
                  <a:pt x="1533525" y="1333500"/>
                </a:lnTo>
                <a:lnTo>
                  <a:pt x="1504950" y="1333500"/>
                </a:lnTo>
                <a:lnTo>
                  <a:pt x="1504950" y="1343025"/>
                </a:lnTo>
                <a:lnTo>
                  <a:pt x="1495425" y="1343025"/>
                </a:lnTo>
                <a:lnTo>
                  <a:pt x="1495425" y="1352550"/>
                </a:lnTo>
                <a:lnTo>
                  <a:pt x="1543050" y="1352550"/>
                </a:lnTo>
                <a:lnTo>
                  <a:pt x="1543050" y="1343025"/>
                </a:lnTo>
                <a:lnTo>
                  <a:pt x="1571625" y="1343025"/>
                </a:lnTo>
                <a:close/>
                <a:moveTo>
                  <a:pt x="285750" y="1371600"/>
                </a:moveTo>
                <a:lnTo>
                  <a:pt x="304800" y="1371600"/>
                </a:lnTo>
                <a:lnTo>
                  <a:pt x="304800" y="1381125"/>
                </a:lnTo>
                <a:lnTo>
                  <a:pt x="285750" y="1381125"/>
                </a:lnTo>
                <a:close/>
                <a:moveTo>
                  <a:pt x="381000" y="1381125"/>
                </a:moveTo>
                <a:lnTo>
                  <a:pt x="409575" y="1381125"/>
                </a:lnTo>
                <a:lnTo>
                  <a:pt x="409575" y="1409700"/>
                </a:lnTo>
                <a:lnTo>
                  <a:pt x="400050" y="1409700"/>
                </a:lnTo>
                <a:lnTo>
                  <a:pt x="400050" y="1400175"/>
                </a:lnTo>
                <a:lnTo>
                  <a:pt x="371475" y="1400175"/>
                </a:lnTo>
                <a:lnTo>
                  <a:pt x="371475" y="1390650"/>
                </a:lnTo>
                <a:lnTo>
                  <a:pt x="381000" y="1390650"/>
                </a:lnTo>
                <a:close/>
                <a:moveTo>
                  <a:pt x="476250" y="1381125"/>
                </a:moveTo>
                <a:lnTo>
                  <a:pt x="495300" y="1381125"/>
                </a:lnTo>
                <a:lnTo>
                  <a:pt x="495300" y="1409700"/>
                </a:lnTo>
                <a:lnTo>
                  <a:pt x="485775" y="1409700"/>
                </a:lnTo>
                <a:lnTo>
                  <a:pt x="485775" y="1400175"/>
                </a:lnTo>
                <a:lnTo>
                  <a:pt x="476250" y="1400175"/>
                </a:lnTo>
                <a:close/>
                <a:moveTo>
                  <a:pt x="504825" y="1381125"/>
                </a:moveTo>
                <a:lnTo>
                  <a:pt x="514350" y="1381125"/>
                </a:lnTo>
                <a:lnTo>
                  <a:pt x="514350" y="1390650"/>
                </a:lnTo>
                <a:lnTo>
                  <a:pt x="504825" y="1390650"/>
                </a:lnTo>
                <a:close/>
                <a:moveTo>
                  <a:pt x="552450" y="1381125"/>
                </a:moveTo>
                <a:lnTo>
                  <a:pt x="571500" y="1381125"/>
                </a:lnTo>
                <a:lnTo>
                  <a:pt x="571500" y="1409700"/>
                </a:lnTo>
                <a:lnTo>
                  <a:pt x="561975" y="1409700"/>
                </a:lnTo>
                <a:lnTo>
                  <a:pt x="561975" y="1400175"/>
                </a:lnTo>
                <a:lnTo>
                  <a:pt x="552450" y="1400175"/>
                </a:lnTo>
                <a:close/>
                <a:moveTo>
                  <a:pt x="742950" y="1381125"/>
                </a:moveTo>
                <a:lnTo>
                  <a:pt x="781050" y="1381125"/>
                </a:lnTo>
                <a:lnTo>
                  <a:pt x="781050" y="1419225"/>
                </a:lnTo>
                <a:lnTo>
                  <a:pt x="762000" y="1419225"/>
                </a:lnTo>
                <a:lnTo>
                  <a:pt x="762000" y="1428750"/>
                </a:lnTo>
                <a:lnTo>
                  <a:pt x="742950" y="1428750"/>
                </a:lnTo>
                <a:lnTo>
                  <a:pt x="742950" y="1438275"/>
                </a:lnTo>
                <a:lnTo>
                  <a:pt x="733425" y="1438275"/>
                </a:lnTo>
                <a:lnTo>
                  <a:pt x="733425" y="1419225"/>
                </a:lnTo>
                <a:lnTo>
                  <a:pt x="752475" y="1419225"/>
                </a:lnTo>
                <a:lnTo>
                  <a:pt x="752475" y="1390650"/>
                </a:lnTo>
                <a:lnTo>
                  <a:pt x="742950" y="1390650"/>
                </a:lnTo>
                <a:close/>
                <a:moveTo>
                  <a:pt x="971550" y="1381125"/>
                </a:moveTo>
                <a:lnTo>
                  <a:pt x="990600" y="1381125"/>
                </a:lnTo>
                <a:lnTo>
                  <a:pt x="990600" y="1390650"/>
                </a:lnTo>
                <a:lnTo>
                  <a:pt x="971550" y="1390650"/>
                </a:lnTo>
                <a:close/>
                <a:moveTo>
                  <a:pt x="457200" y="1390650"/>
                </a:moveTo>
                <a:lnTo>
                  <a:pt x="466725" y="1390650"/>
                </a:lnTo>
                <a:lnTo>
                  <a:pt x="466725" y="1400175"/>
                </a:lnTo>
                <a:lnTo>
                  <a:pt x="457200" y="1400175"/>
                </a:lnTo>
                <a:close/>
                <a:moveTo>
                  <a:pt x="514350" y="1390650"/>
                </a:moveTo>
                <a:lnTo>
                  <a:pt x="523875" y="1390650"/>
                </a:lnTo>
                <a:lnTo>
                  <a:pt x="523875" y="1409700"/>
                </a:lnTo>
                <a:lnTo>
                  <a:pt x="514350" y="1409700"/>
                </a:lnTo>
                <a:close/>
                <a:moveTo>
                  <a:pt x="990600" y="1390650"/>
                </a:moveTo>
                <a:lnTo>
                  <a:pt x="1000125" y="1390650"/>
                </a:lnTo>
                <a:lnTo>
                  <a:pt x="1000125" y="1400175"/>
                </a:lnTo>
                <a:lnTo>
                  <a:pt x="990600" y="1400175"/>
                </a:lnTo>
                <a:close/>
                <a:moveTo>
                  <a:pt x="295275" y="1400175"/>
                </a:moveTo>
                <a:lnTo>
                  <a:pt x="314325" y="1400175"/>
                </a:lnTo>
                <a:lnTo>
                  <a:pt x="314325" y="1419225"/>
                </a:lnTo>
                <a:lnTo>
                  <a:pt x="304800" y="1419225"/>
                </a:lnTo>
                <a:lnTo>
                  <a:pt x="304800" y="1409700"/>
                </a:lnTo>
                <a:lnTo>
                  <a:pt x="295275" y="1409700"/>
                </a:lnTo>
                <a:close/>
                <a:moveTo>
                  <a:pt x="676275" y="1400175"/>
                </a:moveTo>
                <a:lnTo>
                  <a:pt x="685800" y="1400175"/>
                </a:lnTo>
                <a:lnTo>
                  <a:pt x="685800" y="1419225"/>
                </a:lnTo>
                <a:lnTo>
                  <a:pt x="676275" y="1419225"/>
                </a:lnTo>
                <a:close/>
                <a:moveTo>
                  <a:pt x="828675" y="1400175"/>
                </a:moveTo>
                <a:lnTo>
                  <a:pt x="838200" y="1400175"/>
                </a:lnTo>
                <a:lnTo>
                  <a:pt x="838200" y="1409700"/>
                </a:lnTo>
                <a:lnTo>
                  <a:pt x="828675" y="1409700"/>
                </a:lnTo>
                <a:close/>
                <a:moveTo>
                  <a:pt x="847725" y="1400175"/>
                </a:moveTo>
                <a:lnTo>
                  <a:pt x="857250" y="1400175"/>
                </a:lnTo>
                <a:lnTo>
                  <a:pt x="857250" y="1409700"/>
                </a:lnTo>
                <a:lnTo>
                  <a:pt x="847725" y="1409700"/>
                </a:lnTo>
                <a:close/>
                <a:moveTo>
                  <a:pt x="923925" y="1400175"/>
                </a:moveTo>
                <a:lnTo>
                  <a:pt x="933450" y="1400175"/>
                </a:lnTo>
                <a:lnTo>
                  <a:pt x="933450" y="1438275"/>
                </a:lnTo>
                <a:lnTo>
                  <a:pt x="923925" y="1438275"/>
                </a:lnTo>
                <a:close/>
                <a:moveTo>
                  <a:pt x="952500" y="1400175"/>
                </a:moveTo>
                <a:lnTo>
                  <a:pt x="962025" y="1400175"/>
                </a:lnTo>
                <a:lnTo>
                  <a:pt x="962025" y="1409700"/>
                </a:lnTo>
                <a:lnTo>
                  <a:pt x="952500" y="1409700"/>
                </a:lnTo>
                <a:close/>
                <a:moveTo>
                  <a:pt x="971550" y="1400175"/>
                </a:moveTo>
                <a:lnTo>
                  <a:pt x="981075" y="1400175"/>
                </a:lnTo>
                <a:lnTo>
                  <a:pt x="981075" y="1409700"/>
                </a:lnTo>
                <a:lnTo>
                  <a:pt x="971550" y="1409700"/>
                </a:lnTo>
                <a:close/>
                <a:moveTo>
                  <a:pt x="1038225" y="1400175"/>
                </a:moveTo>
                <a:lnTo>
                  <a:pt x="1047750" y="1400175"/>
                </a:lnTo>
                <a:lnTo>
                  <a:pt x="1047750" y="1409700"/>
                </a:lnTo>
                <a:lnTo>
                  <a:pt x="1038225" y="1409700"/>
                </a:lnTo>
                <a:close/>
                <a:moveTo>
                  <a:pt x="1057275" y="1400175"/>
                </a:moveTo>
                <a:lnTo>
                  <a:pt x="1066800" y="1400175"/>
                </a:lnTo>
                <a:lnTo>
                  <a:pt x="1066800" y="1409700"/>
                </a:lnTo>
                <a:lnTo>
                  <a:pt x="1057275" y="1409700"/>
                </a:lnTo>
                <a:close/>
                <a:moveTo>
                  <a:pt x="428625" y="1409700"/>
                </a:moveTo>
                <a:lnTo>
                  <a:pt x="438150" y="1409700"/>
                </a:lnTo>
                <a:lnTo>
                  <a:pt x="438150" y="1419225"/>
                </a:lnTo>
                <a:lnTo>
                  <a:pt x="428625" y="1419225"/>
                </a:lnTo>
                <a:close/>
                <a:moveTo>
                  <a:pt x="504825" y="1409700"/>
                </a:moveTo>
                <a:lnTo>
                  <a:pt x="514350" y="1409700"/>
                </a:lnTo>
                <a:lnTo>
                  <a:pt x="514350" y="1419225"/>
                </a:lnTo>
                <a:lnTo>
                  <a:pt x="504825" y="1419225"/>
                </a:lnTo>
                <a:close/>
                <a:moveTo>
                  <a:pt x="571500" y="1409700"/>
                </a:moveTo>
                <a:lnTo>
                  <a:pt x="581025" y="1409700"/>
                </a:lnTo>
                <a:lnTo>
                  <a:pt x="581025" y="1419225"/>
                </a:lnTo>
                <a:lnTo>
                  <a:pt x="571500" y="1419225"/>
                </a:lnTo>
                <a:close/>
                <a:moveTo>
                  <a:pt x="800100" y="1409700"/>
                </a:moveTo>
                <a:lnTo>
                  <a:pt x="809625" y="1409700"/>
                </a:lnTo>
                <a:lnTo>
                  <a:pt x="809625" y="1428750"/>
                </a:lnTo>
                <a:lnTo>
                  <a:pt x="800100" y="1428750"/>
                </a:lnTo>
                <a:close/>
                <a:moveTo>
                  <a:pt x="1085850" y="1409700"/>
                </a:moveTo>
                <a:lnTo>
                  <a:pt x="1095375" y="1409700"/>
                </a:lnTo>
                <a:lnTo>
                  <a:pt x="1095375" y="1428750"/>
                </a:lnTo>
                <a:lnTo>
                  <a:pt x="1085850" y="1428750"/>
                </a:lnTo>
                <a:close/>
                <a:moveTo>
                  <a:pt x="314325" y="1419225"/>
                </a:moveTo>
                <a:lnTo>
                  <a:pt x="323850" y="1419225"/>
                </a:lnTo>
                <a:lnTo>
                  <a:pt x="323850" y="1428750"/>
                </a:lnTo>
                <a:lnTo>
                  <a:pt x="314325" y="1428750"/>
                </a:lnTo>
                <a:close/>
                <a:moveTo>
                  <a:pt x="561975" y="1419225"/>
                </a:moveTo>
                <a:lnTo>
                  <a:pt x="571500" y="1419225"/>
                </a:lnTo>
                <a:lnTo>
                  <a:pt x="571500" y="1428750"/>
                </a:lnTo>
                <a:lnTo>
                  <a:pt x="561975" y="1428750"/>
                </a:lnTo>
                <a:close/>
                <a:moveTo>
                  <a:pt x="581025" y="1419225"/>
                </a:moveTo>
                <a:lnTo>
                  <a:pt x="590550" y="1419225"/>
                </a:lnTo>
                <a:lnTo>
                  <a:pt x="590550" y="1428750"/>
                </a:lnTo>
                <a:lnTo>
                  <a:pt x="581025" y="1428750"/>
                </a:lnTo>
                <a:close/>
                <a:moveTo>
                  <a:pt x="666750" y="1419225"/>
                </a:moveTo>
                <a:lnTo>
                  <a:pt x="676275" y="1419225"/>
                </a:lnTo>
                <a:lnTo>
                  <a:pt x="676275" y="1428750"/>
                </a:lnTo>
                <a:lnTo>
                  <a:pt x="666750" y="1428750"/>
                </a:lnTo>
                <a:close/>
                <a:moveTo>
                  <a:pt x="781050" y="1419225"/>
                </a:moveTo>
                <a:lnTo>
                  <a:pt x="790575" y="1419225"/>
                </a:lnTo>
                <a:lnTo>
                  <a:pt x="790575" y="1428750"/>
                </a:lnTo>
                <a:lnTo>
                  <a:pt x="781050" y="1428750"/>
                </a:lnTo>
                <a:close/>
                <a:moveTo>
                  <a:pt x="285750" y="1428750"/>
                </a:moveTo>
                <a:lnTo>
                  <a:pt x="295275" y="1428750"/>
                </a:lnTo>
                <a:lnTo>
                  <a:pt x="295275" y="1447800"/>
                </a:lnTo>
                <a:lnTo>
                  <a:pt x="285750" y="1447800"/>
                </a:lnTo>
                <a:close/>
                <a:moveTo>
                  <a:pt x="323850" y="1428750"/>
                </a:moveTo>
                <a:lnTo>
                  <a:pt x="333375" y="1428750"/>
                </a:lnTo>
                <a:lnTo>
                  <a:pt x="333375" y="1447800"/>
                </a:lnTo>
                <a:lnTo>
                  <a:pt x="323850" y="1447800"/>
                </a:lnTo>
                <a:close/>
                <a:moveTo>
                  <a:pt x="571500" y="1428750"/>
                </a:moveTo>
                <a:lnTo>
                  <a:pt x="581025" y="1428750"/>
                </a:lnTo>
                <a:lnTo>
                  <a:pt x="581025" y="1447800"/>
                </a:lnTo>
                <a:lnTo>
                  <a:pt x="571500" y="1447800"/>
                </a:lnTo>
                <a:close/>
                <a:moveTo>
                  <a:pt x="657225" y="1428750"/>
                </a:moveTo>
                <a:lnTo>
                  <a:pt x="666750" y="1428750"/>
                </a:lnTo>
                <a:lnTo>
                  <a:pt x="666750" y="1438275"/>
                </a:lnTo>
                <a:lnTo>
                  <a:pt x="657225" y="1438275"/>
                </a:lnTo>
                <a:close/>
                <a:moveTo>
                  <a:pt x="676275" y="1428750"/>
                </a:moveTo>
                <a:lnTo>
                  <a:pt x="685800" y="1428750"/>
                </a:lnTo>
                <a:lnTo>
                  <a:pt x="685800" y="1438275"/>
                </a:lnTo>
                <a:lnTo>
                  <a:pt x="676275" y="1438275"/>
                </a:lnTo>
                <a:close/>
                <a:moveTo>
                  <a:pt x="762000" y="1428750"/>
                </a:moveTo>
                <a:lnTo>
                  <a:pt x="771525" y="1428750"/>
                </a:lnTo>
                <a:lnTo>
                  <a:pt x="771525" y="1438275"/>
                </a:lnTo>
                <a:lnTo>
                  <a:pt x="762000" y="1438275"/>
                </a:lnTo>
                <a:close/>
                <a:moveTo>
                  <a:pt x="1047750" y="1438275"/>
                </a:moveTo>
                <a:lnTo>
                  <a:pt x="1057275" y="1438275"/>
                </a:lnTo>
                <a:lnTo>
                  <a:pt x="1057275" y="1447800"/>
                </a:lnTo>
                <a:lnTo>
                  <a:pt x="1047750" y="1447800"/>
                </a:lnTo>
                <a:close/>
                <a:moveTo>
                  <a:pt x="314325" y="1447800"/>
                </a:moveTo>
                <a:lnTo>
                  <a:pt x="323850" y="1447800"/>
                </a:lnTo>
                <a:lnTo>
                  <a:pt x="323850" y="1457325"/>
                </a:lnTo>
                <a:lnTo>
                  <a:pt x="314325" y="1457325"/>
                </a:lnTo>
                <a:close/>
                <a:moveTo>
                  <a:pt x="504825" y="1447800"/>
                </a:moveTo>
                <a:lnTo>
                  <a:pt x="514350" y="1447800"/>
                </a:lnTo>
                <a:lnTo>
                  <a:pt x="514350" y="1466850"/>
                </a:lnTo>
                <a:lnTo>
                  <a:pt x="504825" y="1466850"/>
                </a:lnTo>
                <a:close/>
                <a:moveTo>
                  <a:pt x="542925" y="1447800"/>
                </a:moveTo>
                <a:lnTo>
                  <a:pt x="552450" y="1447800"/>
                </a:lnTo>
                <a:lnTo>
                  <a:pt x="552450" y="1457325"/>
                </a:lnTo>
                <a:lnTo>
                  <a:pt x="542925" y="1457325"/>
                </a:lnTo>
                <a:close/>
                <a:moveTo>
                  <a:pt x="723900" y="1447800"/>
                </a:moveTo>
                <a:lnTo>
                  <a:pt x="733425" y="1447800"/>
                </a:lnTo>
                <a:lnTo>
                  <a:pt x="733425" y="1457325"/>
                </a:lnTo>
                <a:lnTo>
                  <a:pt x="723900" y="1457325"/>
                </a:lnTo>
                <a:close/>
                <a:moveTo>
                  <a:pt x="809625" y="1447800"/>
                </a:moveTo>
                <a:lnTo>
                  <a:pt x="819150" y="1447800"/>
                </a:lnTo>
                <a:lnTo>
                  <a:pt x="819150" y="1457325"/>
                </a:lnTo>
                <a:lnTo>
                  <a:pt x="809625" y="1457325"/>
                </a:lnTo>
                <a:close/>
                <a:moveTo>
                  <a:pt x="866775" y="1447800"/>
                </a:moveTo>
                <a:lnTo>
                  <a:pt x="876300" y="1447800"/>
                </a:lnTo>
                <a:lnTo>
                  <a:pt x="876300" y="1457325"/>
                </a:lnTo>
                <a:lnTo>
                  <a:pt x="866775" y="1457325"/>
                </a:lnTo>
                <a:close/>
                <a:moveTo>
                  <a:pt x="933450" y="1447800"/>
                </a:moveTo>
                <a:lnTo>
                  <a:pt x="942975" y="1447800"/>
                </a:lnTo>
                <a:lnTo>
                  <a:pt x="942975" y="1457325"/>
                </a:lnTo>
                <a:lnTo>
                  <a:pt x="933450" y="1457325"/>
                </a:lnTo>
                <a:close/>
                <a:moveTo>
                  <a:pt x="1019175" y="1447800"/>
                </a:moveTo>
                <a:lnTo>
                  <a:pt x="1028700" y="1447800"/>
                </a:lnTo>
                <a:lnTo>
                  <a:pt x="1028700" y="1457325"/>
                </a:lnTo>
                <a:lnTo>
                  <a:pt x="1019175" y="1457325"/>
                </a:lnTo>
                <a:close/>
                <a:moveTo>
                  <a:pt x="1076325" y="1447800"/>
                </a:moveTo>
                <a:lnTo>
                  <a:pt x="1085850" y="1447800"/>
                </a:lnTo>
                <a:lnTo>
                  <a:pt x="1085850" y="1457325"/>
                </a:lnTo>
                <a:lnTo>
                  <a:pt x="1076325" y="1457325"/>
                </a:lnTo>
                <a:close/>
                <a:moveTo>
                  <a:pt x="304800" y="1457325"/>
                </a:moveTo>
                <a:lnTo>
                  <a:pt x="314325" y="1457325"/>
                </a:lnTo>
                <a:lnTo>
                  <a:pt x="314325" y="1466850"/>
                </a:lnTo>
                <a:lnTo>
                  <a:pt x="304800" y="1466850"/>
                </a:lnTo>
                <a:close/>
                <a:moveTo>
                  <a:pt x="552450" y="1457325"/>
                </a:moveTo>
                <a:lnTo>
                  <a:pt x="561975" y="1457325"/>
                </a:lnTo>
                <a:lnTo>
                  <a:pt x="561975" y="1466850"/>
                </a:lnTo>
                <a:lnTo>
                  <a:pt x="552450" y="1466850"/>
                </a:lnTo>
                <a:close/>
                <a:moveTo>
                  <a:pt x="733425" y="1457325"/>
                </a:moveTo>
                <a:lnTo>
                  <a:pt x="742950" y="1457325"/>
                </a:lnTo>
                <a:lnTo>
                  <a:pt x="742950" y="1466850"/>
                </a:lnTo>
                <a:lnTo>
                  <a:pt x="733425" y="1466850"/>
                </a:lnTo>
                <a:close/>
                <a:moveTo>
                  <a:pt x="819150" y="1457325"/>
                </a:moveTo>
                <a:lnTo>
                  <a:pt x="828675" y="1457325"/>
                </a:lnTo>
                <a:lnTo>
                  <a:pt x="828675" y="1466850"/>
                </a:lnTo>
                <a:lnTo>
                  <a:pt x="819150" y="1466850"/>
                </a:lnTo>
                <a:close/>
                <a:moveTo>
                  <a:pt x="857250" y="1457325"/>
                </a:moveTo>
                <a:lnTo>
                  <a:pt x="866775" y="1457325"/>
                </a:lnTo>
                <a:lnTo>
                  <a:pt x="866775" y="1466850"/>
                </a:lnTo>
                <a:lnTo>
                  <a:pt x="857250" y="1466850"/>
                </a:lnTo>
                <a:close/>
                <a:moveTo>
                  <a:pt x="942975" y="1457325"/>
                </a:moveTo>
                <a:lnTo>
                  <a:pt x="952500" y="1457325"/>
                </a:lnTo>
                <a:lnTo>
                  <a:pt x="952500" y="1466850"/>
                </a:lnTo>
                <a:lnTo>
                  <a:pt x="942975" y="1466850"/>
                </a:lnTo>
                <a:close/>
                <a:moveTo>
                  <a:pt x="1028700" y="1457325"/>
                </a:moveTo>
                <a:lnTo>
                  <a:pt x="1038225" y="1457325"/>
                </a:lnTo>
                <a:lnTo>
                  <a:pt x="1038225" y="1466850"/>
                </a:lnTo>
                <a:lnTo>
                  <a:pt x="1028700" y="1466850"/>
                </a:lnTo>
                <a:close/>
                <a:moveTo>
                  <a:pt x="1066800" y="1457325"/>
                </a:moveTo>
                <a:lnTo>
                  <a:pt x="1076325" y="1457325"/>
                </a:lnTo>
                <a:lnTo>
                  <a:pt x="1076325" y="1466850"/>
                </a:lnTo>
                <a:lnTo>
                  <a:pt x="1066800" y="1466850"/>
                </a:lnTo>
                <a:close/>
                <a:moveTo>
                  <a:pt x="895350" y="1466850"/>
                </a:moveTo>
                <a:lnTo>
                  <a:pt x="914400" y="1466850"/>
                </a:lnTo>
                <a:lnTo>
                  <a:pt x="914400" y="1476375"/>
                </a:lnTo>
                <a:lnTo>
                  <a:pt x="895350" y="1476375"/>
                </a:lnTo>
                <a:close/>
                <a:moveTo>
                  <a:pt x="1819275" y="1514475"/>
                </a:moveTo>
                <a:lnTo>
                  <a:pt x="1828800" y="1514475"/>
                </a:lnTo>
                <a:lnTo>
                  <a:pt x="1828800" y="1524000"/>
                </a:lnTo>
                <a:lnTo>
                  <a:pt x="1819275" y="1524000"/>
                </a:lnTo>
                <a:close/>
                <a:moveTo>
                  <a:pt x="28575" y="1524000"/>
                </a:moveTo>
                <a:lnTo>
                  <a:pt x="38100" y="1524000"/>
                </a:lnTo>
                <a:lnTo>
                  <a:pt x="38100" y="1533525"/>
                </a:lnTo>
                <a:lnTo>
                  <a:pt x="28575" y="1533525"/>
                </a:lnTo>
                <a:close/>
                <a:moveTo>
                  <a:pt x="38100" y="1533525"/>
                </a:moveTo>
                <a:lnTo>
                  <a:pt x="47625" y="1533525"/>
                </a:lnTo>
                <a:lnTo>
                  <a:pt x="47625" y="1543050"/>
                </a:lnTo>
                <a:lnTo>
                  <a:pt x="57150" y="1543050"/>
                </a:lnTo>
                <a:lnTo>
                  <a:pt x="57150" y="3438525"/>
                </a:lnTo>
                <a:lnTo>
                  <a:pt x="47625" y="3438525"/>
                </a:lnTo>
                <a:lnTo>
                  <a:pt x="47625" y="1885950"/>
                </a:lnTo>
                <a:lnTo>
                  <a:pt x="38100" y="1885950"/>
                </a:lnTo>
                <a:lnTo>
                  <a:pt x="38100" y="1866900"/>
                </a:lnTo>
                <a:lnTo>
                  <a:pt x="47625" y="1866900"/>
                </a:lnTo>
                <a:lnTo>
                  <a:pt x="47625" y="1552575"/>
                </a:lnTo>
                <a:lnTo>
                  <a:pt x="38100" y="1552575"/>
                </a:lnTo>
                <a:close/>
                <a:moveTo>
                  <a:pt x="1809750" y="1533525"/>
                </a:moveTo>
                <a:lnTo>
                  <a:pt x="1819275" y="1533525"/>
                </a:lnTo>
                <a:lnTo>
                  <a:pt x="1819275" y="1543050"/>
                </a:lnTo>
                <a:lnTo>
                  <a:pt x="1809750" y="1543050"/>
                </a:lnTo>
                <a:close/>
                <a:moveTo>
                  <a:pt x="1676400" y="1695450"/>
                </a:moveTo>
                <a:lnTo>
                  <a:pt x="1685925" y="1695450"/>
                </a:lnTo>
                <a:lnTo>
                  <a:pt x="1685925" y="1704975"/>
                </a:lnTo>
                <a:lnTo>
                  <a:pt x="1676400" y="1704975"/>
                </a:lnTo>
                <a:close/>
                <a:moveTo>
                  <a:pt x="1647825" y="1743075"/>
                </a:moveTo>
                <a:lnTo>
                  <a:pt x="1657350" y="1743075"/>
                </a:lnTo>
                <a:lnTo>
                  <a:pt x="1657350" y="1752600"/>
                </a:lnTo>
                <a:lnTo>
                  <a:pt x="1647825" y="1752600"/>
                </a:lnTo>
                <a:close/>
                <a:moveTo>
                  <a:pt x="1638300" y="1752600"/>
                </a:moveTo>
                <a:lnTo>
                  <a:pt x="1647825" y="1752600"/>
                </a:lnTo>
                <a:lnTo>
                  <a:pt x="1647825" y="1762125"/>
                </a:lnTo>
                <a:lnTo>
                  <a:pt x="1638300" y="1762125"/>
                </a:lnTo>
                <a:close/>
                <a:moveTo>
                  <a:pt x="1733550" y="1752600"/>
                </a:moveTo>
                <a:lnTo>
                  <a:pt x="1743075" y="1752600"/>
                </a:lnTo>
                <a:lnTo>
                  <a:pt x="1743075" y="2105025"/>
                </a:lnTo>
                <a:lnTo>
                  <a:pt x="1733550" y="2105025"/>
                </a:lnTo>
                <a:close/>
                <a:moveTo>
                  <a:pt x="228600" y="1762125"/>
                </a:moveTo>
                <a:lnTo>
                  <a:pt x="238125" y="1762125"/>
                </a:lnTo>
                <a:lnTo>
                  <a:pt x="238125" y="1771650"/>
                </a:lnTo>
                <a:lnTo>
                  <a:pt x="228600" y="1771650"/>
                </a:lnTo>
                <a:close/>
                <a:moveTo>
                  <a:pt x="247650" y="1771650"/>
                </a:moveTo>
                <a:lnTo>
                  <a:pt x="257175" y="1771650"/>
                </a:lnTo>
                <a:lnTo>
                  <a:pt x="257175" y="1781175"/>
                </a:lnTo>
                <a:lnTo>
                  <a:pt x="247650" y="1781175"/>
                </a:lnTo>
                <a:close/>
                <a:moveTo>
                  <a:pt x="209550" y="1857375"/>
                </a:moveTo>
                <a:lnTo>
                  <a:pt x="219075" y="1857375"/>
                </a:lnTo>
                <a:lnTo>
                  <a:pt x="219075" y="1866900"/>
                </a:lnTo>
                <a:lnTo>
                  <a:pt x="209550" y="1866900"/>
                </a:lnTo>
                <a:close/>
                <a:moveTo>
                  <a:pt x="200025" y="1866900"/>
                </a:moveTo>
                <a:lnTo>
                  <a:pt x="209550" y="1866900"/>
                </a:lnTo>
                <a:lnTo>
                  <a:pt x="209550" y="1876425"/>
                </a:lnTo>
                <a:lnTo>
                  <a:pt x="200025" y="1876425"/>
                </a:lnTo>
                <a:close/>
                <a:moveTo>
                  <a:pt x="219075" y="1866900"/>
                </a:moveTo>
                <a:lnTo>
                  <a:pt x="228600" y="1866900"/>
                </a:lnTo>
                <a:lnTo>
                  <a:pt x="228600" y="1876425"/>
                </a:lnTo>
                <a:lnTo>
                  <a:pt x="257175" y="1876425"/>
                </a:lnTo>
                <a:lnTo>
                  <a:pt x="257175" y="1885950"/>
                </a:lnTo>
                <a:lnTo>
                  <a:pt x="285750" y="1885950"/>
                </a:lnTo>
                <a:lnTo>
                  <a:pt x="285750" y="1895475"/>
                </a:lnTo>
                <a:lnTo>
                  <a:pt x="228600" y="1895475"/>
                </a:lnTo>
                <a:lnTo>
                  <a:pt x="228600" y="1885950"/>
                </a:lnTo>
                <a:lnTo>
                  <a:pt x="219075" y="1885950"/>
                </a:lnTo>
                <a:close/>
                <a:moveTo>
                  <a:pt x="1809750" y="1866900"/>
                </a:moveTo>
                <a:lnTo>
                  <a:pt x="1819275" y="1866900"/>
                </a:lnTo>
                <a:lnTo>
                  <a:pt x="1819275" y="1885950"/>
                </a:lnTo>
                <a:lnTo>
                  <a:pt x="1809750" y="1885950"/>
                </a:lnTo>
                <a:close/>
                <a:moveTo>
                  <a:pt x="190500" y="1885950"/>
                </a:moveTo>
                <a:lnTo>
                  <a:pt x="209550" y="1885950"/>
                </a:lnTo>
                <a:lnTo>
                  <a:pt x="209550" y="1895475"/>
                </a:lnTo>
                <a:lnTo>
                  <a:pt x="200025" y="1895475"/>
                </a:lnTo>
                <a:lnTo>
                  <a:pt x="200025" y="1905000"/>
                </a:lnTo>
                <a:lnTo>
                  <a:pt x="209550" y="1905000"/>
                </a:lnTo>
                <a:lnTo>
                  <a:pt x="209550" y="1914525"/>
                </a:lnTo>
                <a:lnTo>
                  <a:pt x="219075" y="1914525"/>
                </a:lnTo>
                <a:lnTo>
                  <a:pt x="219075" y="1895475"/>
                </a:lnTo>
                <a:lnTo>
                  <a:pt x="228600" y="1895475"/>
                </a:lnTo>
                <a:lnTo>
                  <a:pt x="228600" y="1914525"/>
                </a:lnTo>
                <a:lnTo>
                  <a:pt x="247650" y="1914525"/>
                </a:lnTo>
                <a:lnTo>
                  <a:pt x="247650" y="1924050"/>
                </a:lnTo>
                <a:lnTo>
                  <a:pt x="209550" y="1924050"/>
                </a:lnTo>
                <a:lnTo>
                  <a:pt x="209550" y="1933575"/>
                </a:lnTo>
                <a:lnTo>
                  <a:pt x="190500" y="1933575"/>
                </a:lnTo>
                <a:lnTo>
                  <a:pt x="190500" y="1924050"/>
                </a:lnTo>
                <a:lnTo>
                  <a:pt x="180975" y="1924050"/>
                </a:lnTo>
                <a:lnTo>
                  <a:pt x="180975" y="1895475"/>
                </a:lnTo>
                <a:lnTo>
                  <a:pt x="190500" y="1895475"/>
                </a:lnTo>
                <a:close/>
                <a:moveTo>
                  <a:pt x="314325" y="1885950"/>
                </a:moveTo>
                <a:lnTo>
                  <a:pt x="323850" y="1885950"/>
                </a:lnTo>
                <a:lnTo>
                  <a:pt x="323850" y="1895475"/>
                </a:lnTo>
                <a:lnTo>
                  <a:pt x="314325" y="1895475"/>
                </a:lnTo>
                <a:close/>
                <a:moveTo>
                  <a:pt x="361950" y="1885950"/>
                </a:moveTo>
                <a:lnTo>
                  <a:pt x="400050" y="1885950"/>
                </a:lnTo>
                <a:lnTo>
                  <a:pt x="400050" y="1895475"/>
                </a:lnTo>
                <a:lnTo>
                  <a:pt x="381000" y="1895475"/>
                </a:lnTo>
                <a:lnTo>
                  <a:pt x="381000" y="1914525"/>
                </a:lnTo>
                <a:lnTo>
                  <a:pt x="371475" y="1914525"/>
                </a:lnTo>
                <a:lnTo>
                  <a:pt x="371475" y="1924050"/>
                </a:lnTo>
                <a:lnTo>
                  <a:pt x="361950" y="1924050"/>
                </a:lnTo>
                <a:lnTo>
                  <a:pt x="361950" y="1914525"/>
                </a:lnTo>
                <a:lnTo>
                  <a:pt x="352425" y="1914525"/>
                </a:lnTo>
                <a:lnTo>
                  <a:pt x="352425" y="1895475"/>
                </a:lnTo>
                <a:lnTo>
                  <a:pt x="361950" y="1895475"/>
                </a:lnTo>
                <a:close/>
                <a:moveTo>
                  <a:pt x="476250" y="1885950"/>
                </a:moveTo>
                <a:lnTo>
                  <a:pt x="523875" y="1885950"/>
                </a:lnTo>
                <a:lnTo>
                  <a:pt x="523875" y="1895475"/>
                </a:lnTo>
                <a:lnTo>
                  <a:pt x="476250" y="1895475"/>
                </a:lnTo>
                <a:close/>
                <a:moveTo>
                  <a:pt x="552450" y="1885950"/>
                </a:moveTo>
                <a:lnTo>
                  <a:pt x="571500" y="1885950"/>
                </a:lnTo>
                <a:lnTo>
                  <a:pt x="571500" y="1895475"/>
                </a:lnTo>
                <a:lnTo>
                  <a:pt x="552450" y="1895475"/>
                </a:lnTo>
                <a:close/>
                <a:moveTo>
                  <a:pt x="590550" y="1885950"/>
                </a:moveTo>
                <a:lnTo>
                  <a:pt x="609600" y="1885950"/>
                </a:lnTo>
                <a:lnTo>
                  <a:pt x="609600" y="1895475"/>
                </a:lnTo>
                <a:lnTo>
                  <a:pt x="590550" y="1895475"/>
                </a:lnTo>
                <a:close/>
                <a:moveTo>
                  <a:pt x="285750" y="1895475"/>
                </a:moveTo>
                <a:lnTo>
                  <a:pt x="304800" y="1895475"/>
                </a:lnTo>
                <a:lnTo>
                  <a:pt x="304800" y="1914525"/>
                </a:lnTo>
                <a:lnTo>
                  <a:pt x="323850" y="1914525"/>
                </a:lnTo>
                <a:lnTo>
                  <a:pt x="323850" y="1895475"/>
                </a:lnTo>
                <a:lnTo>
                  <a:pt x="333375" y="1895475"/>
                </a:lnTo>
                <a:lnTo>
                  <a:pt x="333375" y="1914525"/>
                </a:lnTo>
                <a:lnTo>
                  <a:pt x="323850" y="1914525"/>
                </a:lnTo>
                <a:lnTo>
                  <a:pt x="323850" y="1924050"/>
                </a:lnTo>
                <a:lnTo>
                  <a:pt x="276225" y="1924050"/>
                </a:lnTo>
                <a:lnTo>
                  <a:pt x="276225" y="1914525"/>
                </a:lnTo>
                <a:lnTo>
                  <a:pt x="285750" y="1914525"/>
                </a:lnTo>
                <a:close/>
                <a:moveTo>
                  <a:pt x="400050" y="1895475"/>
                </a:moveTo>
                <a:lnTo>
                  <a:pt x="409575" y="1895475"/>
                </a:lnTo>
                <a:lnTo>
                  <a:pt x="409575" y="1914525"/>
                </a:lnTo>
                <a:lnTo>
                  <a:pt x="400050" y="1914525"/>
                </a:lnTo>
                <a:close/>
                <a:moveTo>
                  <a:pt x="438150" y="1895475"/>
                </a:moveTo>
                <a:lnTo>
                  <a:pt x="476250" y="1895475"/>
                </a:lnTo>
                <a:lnTo>
                  <a:pt x="476250" y="1905000"/>
                </a:lnTo>
                <a:lnTo>
                  <a:pt x="466725" y="1905000"/>
                </a:lnTo>
                <a:lnTo>
                  <a:pt x="466725" y="1914525"/>
                </a:lnTo>
                <a:lnTo>
                  <a:pt x="438150" y="1914525"/>
                </a:lnTo>
                <a:close/>
                <a:moveTo>
                  <a:pt x="533400" y="1895475"/>
                </a:moveTo>
                <a:lnTo>
                  <a:pt x="552450" y="1895475"/>
                </a:lnTo>
                <a:lnTo>
                  <a:pt x="552450" y="1905000"/>
                </a:lnTo>
                <a:lnTo>
                  <a:pt x="533400" y="1905000"/>
                </a:lnTo>
                <a:close/>
                <a:moveTo>
                  <a:pt x="581025" y="1895475"/>
                </a:moveTo>
                <a:lnTo>
                  <a:pt x="590550" y="1895475"/>
                </a:lnTo>
                <a:lnTo>
                  <a:pt x="590550" y="1914525"/>
                </a:lnTo>
                <a:lnTo>
                  <a:pt x="600075" y="1914525"/>
                </a:lnTo>
                <a:lnTo>
                  <a:pt x="600075" y="1924050"/>
                </a:lnTo>
                <a:lnTo>
                  <a:pt x="581025" y="1924050"/>
                </a:lnTo>
                <a:lnTo>
                  <a:pt x="581025" y="1914525"/>
                </a:lnTo>
                <a:lnTo>
                  <a:pt x="571500" y="1914525"/>
                </a:lnTo>
                <a:lnTo>
                  <a:pt x="571500" y="1905000"/>
                </a:lnTo>
                <a:lnTo>
                  <a:pt x="581025" y="1905000"/>
                </a:lnTo>
                <a:close/>
                <a:moveTo>
                  <a:pt x="628650" y="1895475"/>
                </a:moveTo>
                <a:lnTo>
                  <a:pt x="638175" y="1895475"/>
                </a:lnTo>
                <a:lnTo>
                  <a:pt x="638175" y="1914525"/>
                </a:lnTo>
                <a:lnTo>
                  <a:pt x="628650" y="1914525"/>
                </a:lnTo>
                <a:close/>
                <a:moveTo>
                  <a:pt x="666750" y="1905000"/>
                </a:moveTo>
                <a:lnTo>
                  <a:pt x="676275" y="1905000"/>
                </a:lnTo>
                <a:lnTo>
                  <a:pt x="676275" y="1914525"/>
                </a:lnTo>
                <a:lnTo>
                  <a:pt x="666750" y="1914525"/>
                </a:lnTo>
                <a:close/>
                <a:moveTo>
                  <a:pt x="390525" y="1914525"/>
                </a:moveTo>
                <a:lnTo>
                  <a:pt x="400050" y="1914525"/>
                </a:lnTo>
                <a:lnTo>
                  <a:pt x="400050" y="1924050"/>
                </a:lnTo>
                <a:lnTo>
                  <a:pt x="390525" y="1924050"/>
                </a:lnTo>
                <a:close/>
                <a:moveTo>
                  <a:pt x="466725" y="1914525"/>
                </a:moveTo>
                <a:lnTo>
                  <a:pt x="485775" y="1914525"/>
                </a:lnTo>
                <a:lnTo>
                  <a:pt x="485775" y="1924050"/>
                </a:lnTo>
                <a:lnTo>
                  <a:pt x="466725" y="1924050"/>
                </a:lnTo>
                <a:close/>
                <a:moveTo>
                  <a:pt x="523875" y="1914525"/>
                </a:moveTo>
                <a:lnTo>
                  <a:pt x="533400" y="1914525"/>
                </a:lnTo>
                <a:lnTo>
                  <a:pt x="533400" y="1924050"/>
                </a:lnTo>
                <a:lnTo>
                  <a:pt x="523875" y="1924050"/>
                </a:lnTo>
                <a:close/>
                <a:moveTo>
                  <a:pt x="638175" y="1914525"/>
                </a:moveTo>
                <a:lnTo>
                  <a:pt x="666750" y="1914525"/>
                </a:lnTo>
                <a:lnTo>
                  <a:pt x="666750" y="1924050"/>
                </a:lnTo>
                <a:lnTo>
                  <a:pt x="638175" y="1924050"/>
                </a:lnTo>
                <a:close/>
                <a:moveTo>
                  <a:pt x="533400" y="1924050"/>
                </a:moveTo>
                <a:lnTo>
                  <a:pt x="552450" y="1924050"/>
                </a:lnTo>
                <a:lnTo>
                  <a:pt x="552450" y="1933575"/>
                </a:lnTo>
                <a:lnTo>
                  <a:pt x="533400" y="1933575"/>
                </a:lnTo>
                <a:close/>
                <a:moveTo>
                  <a:pt x="371475" y="2057400"/>
                </a:moveTo>
                <a:lnTo>
                  <a:pt x="390525" y="2057400"/>
                </a:lnTo>
                <a:lnTo>
                  <a:pt x="390525" y="2066925"/>
                </a:lnTo>
                <a:lnTo>
                  <a:pt x="371475" y="2066925"/>
                </a:lnTo>
                <a:close/>
                <a:moveTo>
                  <a:pt x="466725" y="2057400"/>
                </a:moveTo>
                <a:lnTo>
                  <a:pt x="476250" y="2057400"/>
                </a:lnTo>
                <a:lnTo>
                  <a:pt x="476250" y="2066925"/>
                </a:lnTo>
                <a:lnTo>
                  <a:pt x="466725" y="2066925"/>
                </a:lnTo>
                <a:close/>
                <a:moveTo>
                  <a:pt x="733425" y="2057400"/>
                </a:moveTo>
                <a:lnTo>
                  <a:pt x="742950" y="2057400"/>
                </a:lnTo>
                <a:lnTo>
                  <a:pt x="742950" y="2066925"/>
                </a:lnTo>
                <a:lnTo>
                  <a:pt x="733425" y="2066925"/>
                </a:lnTo>
                <a:close/>
                <a:moveTo>
                  <a:pt x="771525" y="2057400"/>
                </a:moveTo>
                <a:lnTo>
                  <a:pt x="847725" y="2057400"/>
                </a:lnTo>
                <a:lnTo>
                  <a:pt x="847725" y="2066925"/>
                </a:lnTo>
                <a:lnTo>
                  <a:pt x="828675" y="2066925"/>
                </a:lnTo>
                <a:lnTo>
                  <a:pt x="828675" y="2085975"/>
                </a:lnTo>
                <a:lnTo>
                  <a:pt x="885825" y="2085975"/>
                </a:lnTo>
                <a:lnTo>
                  <a:pt x="885825" y="2066925"/>
                </a:lnTo>
                <a:lnTo>
                  <a:pt x="895350" y="2066925"/>
                </a:lnTo>
                <a:lnTo>
                  <a:pt x="895350" y="2085975"/>
                </a:lnTo>
                <a:lnTo>
                  <a:pt x="885825" y="2085975"/>
                </a:lnTo>
                <a:lnTo>
                  <a:pt x="885825" y="2095500"/>
                </a:lnTo>
                <a:lnTo>
                  <a:pt x="809625" y="2095500"/>
                </a:lnTo>
                <a:lnTo>
                  <a:pt x="809625" y="2085975"/>
                </a:lnTo>
                <a:lnTo>
                  <a:pt x="800100" y="2085975"/>
                </a:lnTo>
                <a:lnTo>
                  <a:pt x="800100" y="2066925"/>
                </a:lnTo>
                <a:lnTo>
                  <a:pt x="790575" y="2066925"/>
                </a:lnTo>
                <a:lnTo>
                  <a:pt x="790575" y="2076450"/>
                </a:lnTo>
                <a:lnTo>
                  <a:pt x="771525" y="2076450"/>
                </a:lnTo>
                <a:close/>
                <a:moveTo>
                  <a:pt x="238125" y="2066925"/>
                </a:moveTo>
                <a:lnTo>
                  <a:pt x="257175" y="2066925"/>
                </a:lnTo>
                <a:lnTo>
                  <a:pt x="257175" y="2076450"/>
                </a:lnTo>
                <a:lnTo>
                  <a:pt x="266700" y="2076450"/>
                </a:lnTo>
                <a:lnTo>
                  <a:pt x="266700" y="2085975"/>
                </a:lnTo>
                <a:lnTo>
                  <a:pt x="285750" y="2085975"/>
                </a:lnTo>
                <a:lnTo>
                  <a:pt x="285750" y="2105025"/>
                </a:lnTo>
                <a:lnTo>
                  <a:pt x="276225" y="2105025"/>
                </a:lnTo>
                <a:lnTo>
                  <a:pt x="276225" y="2133600"/>
                </a:lnTo>
                <a:lnTo>
                  <a:pt x="209550" y="2133600"/>
                </a:lnTo>
                <a:lnTo>
                  <a:pt x="209550" y="2085975"/>
                </a:lnTo>
                <a:lnTo>
                  <a:pt x="228600" y="2085975"/>
                </a:lnTo>
                <a:lnTo>
                  <a:pt x="228600" y="2076450"/>
                </a:lnTo>
                <a:lnTo>
                  <a:pt x="238125" y="2076450"/>
                </a:lnTo>
                <a:close/>
                <a:moveTo>
                  <a:pt x="361950" y="2066925"/>
                </a:moveTo>
                <a:lnTo>
                  <a:pt x="371475" y="2066925"/>
                </a:lnTo>
                <a:lnTo>
                  <a:pt x="371475" y="2085975"/>
                </a:lnTo>
                <a:lnTo>
                  <a:pt x="361950" y="2085975"/>
                </a:lnTo>
                <a:close/>
                <a:moveTo>
                  <a:pt x="514350" y="2066925"/>
                </a:moveTo>
                <a:lnTo>
                  <a:pt x="542925" y="2066925"/>
                </a:lnTo>
                <a:lnTo>
                  <a:pt x="542925" y="2076450"/>
                </a:lnTo>
                <a:lnTo>
                  <a:pt x="514350" y="2076450"/>
                </a:lnTo>
                <a:close/>
                <a:moveTo>
                  <a:pt x="552450" y="2066925"/>
                </a:moveTo>
                <a:lnTo>
                  <a:pt x="561975" y="2066925"/>
                </a:lnTo>
                <a:lnTo>
                  <a:pt x="561975" y="2076450"/>
                </a:lnTo>
                <a:lnTo>
                  <a:pt x="552450" y="2076450"/>
                </a:lnTo>
                <a:close/>
                <a:moveTo>
                  <a:pt x="571500" y="2066925"/>
                </a:moveTo>
                <a:lnTo>
                  <a:pt x="590550" y="2066925"/>
                </a:lnTo>
                <a:lnTo>
                  <a:pt x="590550" y="2076450"/>
                </a:lnTo>
                <a:lnTo>
                  <a:pt x="571500" y="2076450"/>
                </a:lnTo>
                <a:close/>
                <a:moveTo>
                  <a:pt x="609600" y="2066925"/>
                </a:moveTo>
                <a:lnTo>
                  <a:pt x="647700" y="2066925"/>
                </a:lnTo>
                <a:lnTo>
                  <a:pt x="647700" y="2085975"/>
                </a:lnTo>
                <a:lnTo>
                  <a:pt x="638175" y="2085975"/>
                </a:lnTo>
                <a:lnTo>
                  <a:pt x="638175" y="2076450"/>
                </a:lnTo>
                <a:lnTo>
                  <a:pt x="609600" y="2076450"/>
                </a:lnTo>
                <a:close/>
                <a:moveTo>
                  <a:pt x="685800" y="2066925"/>
                </a:moveTo>
                <a:lnTo>
                  <a:pt x="695325" y="2066925"/>
                </a:lnTo>
                <a:lnTo>
                  <a:pt x="695325" y="2076450"/>
                </a:lnTo>
                <a:lnTo>
                  <a:pt x="685800" y="2076450"/>
                </a:lnTo>
                <a:close/>
                <a:moveTo>
                  <a:pt x="847725" y="2066925"/>
                </a:moveTo>
                <a:lnTo>
                  <a:pt x="876300" y="2066925"/>
                </a:lnTo>
                <a:lnTo>
                  <a:pt x="876300" y="2076450"/>
                </a:lnTo>
                <a:lnTo>
                  <a:pt x="847725" y="2076450"/>
                </a:lnTo>
                <a:close/>
                <a:moveTo>
                  <a:pt x="371475" y="2085975"/>
                </a:moveTo>
                <a:lnTo>
                  <a:pt x="409575" y="2085975"/>
                </a:lnTo>
                <a:lnTo>
                  <a:pt x="409575" y="2095500"/>
                </a:lnTo>
                <a:lnTo>
                  <a:pt x="371475" y="2095500"/>
                </a:lnTo>
                <a:close/>
                <a:moveTo>
                  <a:pt x="457200" y="2085975"/>
                </a:moveTo>
                <a:lnTo>
                  <a:pt x="476250" y="2085975"/>
                </a:lnTo>
                <a:lnTo>
                  <a:pt x="476250" y="2095500"/>
                </a:lnTo>
                <a:lnTo>
                  <a:pt x="457200" y="2095500"/>
                </a:lnTo>
                <a:close/>
                <a:moveTo>
                  <a:pt x="485775" y="2085975"/>
                </a:moveTo>
                <a:lnTo>
                  <a:pt x="581025" y="2085975"/>
                </a:lnTo>
                <a:lnTo>
                  <a:pt x="581025" y="2095500"/>
                </a:lnTo>
                <a:lnTo>
                  <a:pt x="485775" y="2095500"/>
                </a:lnTo>
                <a:close/>
                <a:moveTo>
                  <a:pt x="609600" y="2085975"/>
                </a:moveTo>
                <a:lnTo>
                  <a:pt x="638175" y="2085975"/>
                </a:lnTo>
                <a:lnTo>
                  <a:pt x="638175" y="2095500"/>
                </a:lnTo>
                <a:lnTo>
                  <a:pt x="609600" y="2095500"/>
                </a:lnTo>
                <a:close/>
                <a:moveTo>
                  <a:pt x="685800" y="2085975"/>
                </a:moveTo>
                <a:lnTo>
                  <a:pt x="742950" y="2085975"/>
                </a:lnTo>
                <a:lnTo>
                  <a:pt x="742950" y="2095500"/>
                </a:lnTo>
                <a:lnTo>
                  <a:pt x="685800" y="2095500"/>
                </a:lnTo>
                <a:close/>
                <a:moveTo>
                  <a:pt x="752475" y="2085975"/>
                </a:moveTo>
                <a:lnTo>
                  <a:pt x="781050" y="2085975"/>
                </a:lnTo>
                <a:lnTo>
                  <a:pt x="781050" y="2095500"/>
                </a:lnTo>
                <a:lnTo>
                  <a:pt x="752475" y="2095500"/>
                </a:lnTo>
                <a:close/>
                <a:moveTo>
                  <a:pt x="809625" y="2085975"/>
                </a:moveTo>
                <a:lnTo>
                  <a:pt x="819150" y="2085975"/>
                </a:lnTo>
                <a:lnTo>
                  <a:pt x="819150" y="2066925"/>
                </a:lnTo>
                <a:lnTo>
                  <a:pt x="809625" y="2066925"/>
                </a:lnTo>
                <a:close/>
                <a:moveTo>
                  <a:pt x="1343025" y="2085975"/>
                </a:moveTo>
                <a:lnTo>
                  <a:pt x="1352550" y="2085975"/>
                </a:lnTo>
                <a:lnTo>
                  <a:pt x="1352550" y="2095500"/>
                </a:lnTo>
                <a:lnTo>
                  <a:pt x="1343025" y="2095500"/>
                </a:lnTo>
                <a:close/>
                <a:moveTo>
                  <a:pt x="1400175" y="2085975"/>
                </a:moveTo>
                <a:lnTo>
                  <a:pt x="1457325" y="2085975"/>
                </a:lnTo>
                <a:lnTo>
                  <a:pt x="1457325" y="2095500"/>
                </a:lnTo>
                <a:lnTo>
                  <a:pt x="1466850" y="2095500"/>
                </a:lnTo>
                <a:lnTo>
                  <a:pt x="1466850" y="2105025"/>
                </a:lnTo>
                <a:lnTo>
                  <a:pt x="1457325" y="2105025"/>
                </a:lnTo>
                <a:lnTo>
                  <a:pt x="1457325" y="2114550"/>
                </a:lnTo>
                <a:lnTo>
                  <a:pt x="1428750" y="2114550"/>
                </a:lnTo>
                <a:lnTo>
                  <a:pt x="1428750" y="2124075"/>
                </a:lnTo>
                <a:lnTo>
                  <a:pt x="1409700" y="2124075"/>
                </a:lnTo>
                <a:lnTo>
                  <a:pt x="1409700" y="2095500"/>
                </a:lnTo>
                <a:lnTo>
                  <a:pt x="1400175" y="2095500"/>
                </a:lnTo>
                <a:close/>
                <a:moveTo>
                  <a:pt x="1495425" y="2085975"/>
                </a:moveTo>
                <a:lnTo>
                  <a:pt x="1514475" y="2085975"/>
                </a:lnTo>
                <a:lnTo>
                  <a:pt x="1514475" y="2095500"/>
                </a:lnTo>
                <a:lnTo>
                  <a:pt x="1495425" y="2095500"/>
                </a:lnTo>
                <a:close/>
                <a:moveTo>
                  <a:pt x="1581150" y="2085975"/>
                </a:moveTo>
                <a:lnTo>
                  <a:pt x="1590675" y="2085975"/>
                </a:lnTo>
                <a:lnTo>
                  <a:pt x="1590675" y="2095500"/>
                </a:lnTo>
                <a:lnTo>
                  <a:pt x="1581150" y="2095500"/>
                </a:lnTo>
                <a:close/>
                <a:moveTo>
                  <a:pt x="238125" y="2095500"/>
                </a:moveTo>
                <a:lnTo>
                  <a:pt x="257175" y="2095500"/>
                </a:lnTo>
                <a:lnTo>
                  <a:pt x="257175" y="2085975"/>
                </a:lnTo>
                <a:lnTo>
                  <a:pt x="238125" y="2085975"/>
                </a:lnTo>
                <a:close/>
                <a:moveTo>
                  <a:pt x="409575" y="2095500"/>
                </a:moveTo>
                <a:lnTo>
                  <a:pt x="428625" y="2095500"/>
                </a:lnTo>
                <a:lnTo>
                  <a:pt x="428625" y="2105025"/>
                </a:lnTo>
                <a:lnTo>
                  <a:pt x="409575" y="2105025"/>
                </a:lnTo>
                <a:close/>
                <a:moveTo>
                  <a:pt x="1304925" y="2095500"/>
                </a:moveTo>
                <a:lnTo>
                  <a:pt x="1343025" y="2095500"/>
                </a:lnTo>
                <a:lnTo>
                  <a:pt x="1343025" y="2105025"/>
                </a:lnTo>
                <a:lnTo>
                  <a:pt x="1333500" y="2105025"/>
                </a:lnTo>
                <a:lnTo>
                  <a:pt x="1333500" y="2114550"/>
                </a:lnTo>
                <a:lnTo>
                  <a:pt x="1343025" y="2114550"/>
                </a:lnTo>
                <a:lnTo>
                  <a:pt x="1343025" y="2124075"/>
                </a:lnTo>
                <a:lnTo>
                  <a:pt x="1304925" y="2124075"/>
                </a:lnTo>
                <a:close/>
                <a:moveTo>
                  <a:pt x="1590675" y="2095500"/>
                </a:moveTo>
                <a:lnTo>
                  <a:pt x="1600200" y="2095500"/>
                </a:lnTo>
                <a:lnTo>
                  <a:pt x="1600200" y="2105025"/>
                </a:lnTo>
                <a:lnTo>
                  <a:pt x="1609725" y="2105025"/>
                </a:lnTo>
                <a:lnTo>
                  <a:pt x="1609725" y="2095500"/>
                </a:lnTo>
                <a:lnTo>
                  <a:pt x="1619250" y="2095500"/>
                </a:lnTo>
                <a:lnTo>
                  <a:pt x="1619250" y="2114550"/>
                </a:lnTo>
                <a:lnTo>
                  <a:pt x="1647825" y="2114550"/>
                </a:lnTo>
                <a:lnTo>
                  <a:pt x="1647825" y="2124075"/>
                </a:lnTo>
                <a:lnTo>
                  <a:pt x="1638300" y="2124075"/>
                </a:lnTo>
                <a:lnTo>
                  <a:pt x="1638300" y="2133600"/>
                </a:lnTo>
                <a:lnTo>
                  <a:pt x="1609725" y="2133600"/>
                </a:lnTo>
                <a:lnTo>
                  <a:pt x="1609725" y="2124075"/>
                </a:lnTo>
                <a:lnTo>
                  <a:pt x="1600200" y="2124075"/>
                </a:lnTo>
                <a:lnTo>
                  <a:pt x="1600200" y="2133600"/>
                </a:lnTo>
                <a:lnTo>
                  <a:pt x="1571625" y="2133600"/>
                </a:lnTo>
                <a:lnTo>
                  <a:pt x="1571625" y="2124075"/>
                </a:lnTo>
                <a:lnTo>
                  <a:pt x="1552575" y="2124075"/>
                </a:lnTo>
                <a:lnTo>
                  <a:pt x="1552575" y="2133600"/>
                </a:lnTo>
                <a:lnTo>
                  <a:pt x="1533525" y="2133600"/>
                </a:lnTo>
                <a:lnTo>
                  <a:pt x="1533525" y="2114550"/>
                </a:lnTo>
                <a:lnTo>
                  <a:pt x="1590675" y="2114550"/>
                </a:lnTo>
                <a:close/>
                <a:moveTo>
                  <a:pt x="1676400" y="2095500"/>
                </a:moveTo>
                <a:lnTo>
                  <a:pt x="1685925" y="2095500"/>
                </a:lnTo>
                <a:lnTo>
                  <a:pt x="1685925" y="2124075"/>
                </a:lnTo>
                <a:lnTo>
                  <a:pt x="1676400" y="2124075"/>
                </a:lnTo>
                <a:lnTo>
                  <a:pt x="1676400" y="2133600"/>
                </a:lnTo>
                <a:lnTo>
                  <a:pt x="1657350" y="2133600"/>
                </a:lnTo>
                <a:lnTo>
                  <a:pt x="1657350" y="2124075"/>
                </a:lnTo>
                <a:lnTo>
                  <a:pt x="1666875" y="2124075"/>
                </a:lnTo>
                <a:lnTo>
                  <a:pt x="1666875" y="2114550"/>
                </a:lnTo>
                <a:lnTo>
                  <a:pt x="1676400" y="2114550"/>
                </a:lnTo>
                <a:close/>
                <a:moveTo>
                  <a:pt x="428625" y="2105025"/>
                </a:moveTo>
                <a:lnTo>
                  <a:pt x="438150" y="2105025"/>
                </a:lnTo>
                <a:lnTo>
                  <a:pt x="438150" y="2114550"/>
                </a:lnTo>
                <a:lnTo>
                  <a:pt x="428625" y="2114550"/>
                </a:lnTo>
                <a:close/>
                <a:moveTo>
                  <a:pt x="1362075" y="2105025"/>
                </a:moveTo>
                <a:lnTo>
                  <a:pt x="1381125" y="2105025"/>
                </a:lnTo>
                <a:lnTo>
                  <a:pt x="1381125" y="2114550"/>
                </a:lnTo>
                <a:lnTo>
                  <a:pt x="1371600" y="2114550"/>
                </a:lnTo>
                <a:lnTo>
                  <a:pt x="1371600" y="2124075"/>
                </a:lnTo>
                <a:lnTo>
                  <a:pt x="1362075" y="2124075"/>
                </a:lnTo>
                <a:lnTo>
                  <a:pt x="1362075" y="2133600"/>
                </a:lnTo>
                <a:lnTo>
                  <a:pt x="1343025" y="2133600"/>
                </a:lnTo>
                <a:lnTo>
                  <a:pt x="1343025" y="2124075"/>
                </a:lnTo>
                <a:lnTo>
                  <a:pt x="1352550" y="2124075"/>
                </a:lnTo>
                <a:lnTo>
                  <a:pt x="1352550" y="2114550"/>
                </a:lnTo>
                <a:lnTo>
                  <a:pt x="1362075" y="2114550"/>
                </a:lnTo>
                <a:close/>
                <a:moveTo>
                  <a:pt x="1466850" y="2114550"/>
                </a:moveTo>
                <a:lnTo>
                  <a:pt x="1476375" y="2114550"/>
                </a:lnTo>
                <a:lnTo>
                  <a:pt x="1476375" y="2124075"/>
                </a:lnTo>
                <a:lnTo>
                  <a:pt x="1466850" y="2124075"/>
                </a:lnTo>
                <a:close/>
                <a:moveTo>
                  <a:pt x="1485900" y="2114550"/>
                </a:moveTo>
                <a:lnTo>
                  <a:pt x="1504950" y="2114550"/>
                </a:lnTo>
                <a:lnTo>
                  <a:pt x="1504950" y="2124075"/>
                </a:lnTo>
                <a:lnTo>
                  <a:pt x="1514475" y="2124075"/>
                </a:lnTo>
                <a:lnTo>
                  <a:pt x="1514475" y="2133600"/>
                </a:lnTo>
                <a:lnTo>
                  <a:pt x="1485900" y="2133600"/>
                </a:lnTo>
                <a:close/>
                <a:moveTo>
                  <a:pt x="257175" y="2124075"/>
                </a:moveTo>
                <a:lnTo>
                  <a:pt x="266700" y="2124075"/>
                </a:lnTo>
                <a:lnTo>
                  <a:pt x="266700" y="2114550"/>
                </a:lnTo>
                <a:lnTo>
                  <a:pt x="257175" y="2114550"/>
                </a:lnTo>
                <a:close/>
                <a:moveTo>
                  <a:pt x="1390650" y="2124075"/>
                </a:moveTo>
                <a:lnTo>
                  <a:pt x="1409700" y="2124075"/>
                </a:lnTo>
                <a:lnTo>
                  <a:pt x="1409700" y="2133600"/>
                </a:lnTo>
                <a:lnTo>
                  <a:pt x="1390650" y="2133600"/>
                </a:lnTo>
                <a:close/>
                <a:moveTo>
                  <a:pt x="476250" y="2133600"/>
                </a:moveTo>
                <a:lnTo>
                  <a:pt x="485775" y="2133600"/>
                </a:lnTo>
                <a:lnTo>
                  <a:pt x="485775" y="2143125"/>
                </a:lnTo>
                <a:lnTo>
                  <a:pt x="533400" y="2143125"/>
                </a:lnTo>
                <a:lnTo>
                  <a:pt x="533400" y="2162175"/>
                </a:lnTo>
                <a:lnTo>
                  <a:pt x="447675" y="2162175"/>
                </a:lnTo>
                <a:lnTo>
                  <a:pt x="447675" y="2143125"/>
                </a:lnTo>
                <a:lnTo>
                  <a:pt x="476250" y="2143125"/>
                </a:lnTo>
                <a:close/>
                <a:moveTo>
                  <a:pt x="581025" y="2133600"/>
                </a:moveTo>
                <a:lnTo>
                  <a:pt x="590550" y="2133600"/>
                </a:lnTo>
                <a:lnTo>
                  <a:pt x="590550" y="2143125"/>
                </a:lnTo>
                <a:lnTo>
                  <a:pt x="600075" y="2143125"/>
                </a:lnTo>
                <a:lnTo>
                  <a:pt x="600075" y="2162175"/>
                </a:lnTo>
                <a:lnTo>
                  <a:pt x="561975" y="2162175"/>
                </a:lnTo>
                <a:lnTo>
                  <a:pt x="561975" y="2143125"/>
                </a:lnTo>
                <a:lnTo>
                  <a:pt x="581025" y="2143125"/>
                </a:lnTo>
                <a:close/>
                <a:moveTo>
                  <a:pt x="361950" y="2143125"/>
                </a:moveTo>
                <a:lnTo>
                  <a:pt x="381000" y="2143125"/>
                </a:lnTo>
                <a:lnTo>
                  <a:pt x="381000" y="2162175"/>
                </a:lnTo>
                <a:lnTo>
                  <a:pt x="361950" y="2162175"/>
                </a:lnTo>
                <a:close/>
                <a:moveTo>
                  <a:pt x="409575" y="2143125"/>
                </a:moveTo>
                <a:lnTo>
                  <a:pt x="438150" y="2143125"/>
                </a:lnTo>
                <a:lnTo>
                  <a:pt x="438150" y="2162175"/>
                </a:lnTo>
                <a:lnTo>
                  <a:pt x="428625" y="2162175"/>
                </a:lnTo>
                <a:lnTo>
                  <a:pt x="428625" y="2152650"/>
                </a:lnTo>
                <a:lnTo>
                  <a:pt x="419100" y="2152650"/>
                </a:lnTo>
                <a:lnTo>
                  <a:pt x="419100" y="2162175"/>
                </a:lnTo>
                <a:lnTo>
                  <a:pt x="409575" y="2162175"/>
                </a:lnTo>
                <a:close/>
                <a:moveTo>
                  <a:pt x="628650" y="2143125"/>
                </a:moveTo>
                <a:lnTo>
                  <a:pt x="695325" y="2143125"/>
                </a:lnTo>
                <a:lnTo>
                  <a:pt x="695325" y="2162175"/>
                </a:lnTo>
                <a:lnTo>
                  <a:pt x="628650" y="2162175"/>
                </a:lnTo>
                <a:close/>
                <a:moveTo>
                  <a:pt x="704850" y="2143125"/>
                </a:moveTo>
                <a:lnTo>
                  <a:pt x="742950" y="2143125"/>
                </a:lnTo>
                <a:lnTo>
                  <a:pt x="742950" y="2152650"/>
                </a:lnTo>
                <a:lnTo>
                  <a:pt x="752475" y="2152650"/>
                </a:lnTo>
                <a:lnTo>
                  <a:pt x="752475" y="2162175"/>
                </a:lnTo>
                <a:lnTo>
                  <a:pt x="704850" y="2162175"/>
                </a:lnTo>
                <a:close/>
                <a:moveTo>
                  <a:pt x="781050" y="2143125"/>
                </a:moveTo>
                <a:lnTo>
                  <a:pt x="838200" y="2143125"/>
                </a:lnTo>
                <a:lnTo>
                  <a:pt x="838200" y="2152650"/>
                </a:lnTo>
                <a:lnTo>
                  <a:pt x="857250" y="2152650"/>
                </a:lnTo>
                <a:lnTo>
                  <a:pt x="857250" y="2143125"/>
                </a:lnTo>
                <a:lnTo>
                  <a:pt x="952500" y="2143125"/>
                </a:lnTo>
                <a:lnTo>
                  <a:pt x="952500" y="2162175"/>
                </a:lnTo>
                <a:lnTo>
                  <a:pt x="847725" y="2162175"/>
                </a:lnTo>
                <a:lnTo>
                  <a:pt x="847725" y="2171700"/>
                </a:lnTo>
                <a:lnTo>
                  <a:pt x="800100" y="2171700"/>
                </a:lnTo>
                <a:lnTo>
                  <a:pt x="800100" y="2162175"/>
                </a:lnTo>
                <a:lnTo>
                  <a:pt x="781050" y="2162175"/>
                </a:lnTo>
                <a:close/>
                <a:moveTo>
                  <a:pt x="1733550" y="2190750"/>
                </a:moveTo>
                <a:lnTo>
                  <a:pt x="1743075" y="2190750"/>
                </a:lnTo>
                <a:lnTo>
                  <a:pt x="1743075" y="2200275"/>
                </a:lnTo>
                <a:lnTo>
                  <a:pt x="1733550" y="2200275"/>
                </a:lnTo>
                <a:close/>
                <a:moveTo>
                  <a:pt x="1733550" y="2209800"/>
                </a:moveTo>
                <a:lnTo>
                  <a:pt x="1743075" y="2209800"/>
                </a:lnTo>
                <a:lnTo>
                  <a:pt x="1743075" y="2343150"/>
                </a:lnTo>
                <a:lnTo>
                  <a:pt x="1733550" y="2343150"/>
                </a:lnTo>
                <a:close/>
                <a:moveTo>
                  <a:pt x="381000" y="2314575"/>
                </a:moveTo>
                <a:lnTo>
                  <a:pt x="390525" y="2314575"/>
                </a:lnTo>
                <a:lnTo>
                  <a:pt x="390525" y="2324100"/>
                </a:lnTo>
                <a:lnTo>
                  <a:pt x="381000" y="2324100"/>
                </a:lnTo>
                <a:close/>
                <a:moveTo>
                  <a:pt x="438150" y="2314575"/>
                </a:moveTo>
                <a:lnTo>
                  <a:pt x="457200" y="2314575"/>
                </a:lnTo>
                <a:lnTo>
                  <a:pt x="457200" y="2324100"/>
                </a:lnTo>
                <a:lnTo>
                  <a:pt x="438150" y="2324100"/>
                </a:lnTo>
                <a:close/>
                <a:moveTo>
                  <a:pt x="590550" y="2314575"/>
                </a:moveTo>
                <a:lnTo>
                  <a:pt x="609600" y="2314575"/>
                </a:lnTo>
                <a:lnTo>
                  <a:pt x="609600" y="2324100"/>
                </a:lnTo>
                <a:lnTo>
                  <a:pt x="590550" y="2324100"/>
                </a:lnTo>
                <a:close/>
                <a:moveTo>
                  <a:pt x="647700" y="2314575"/>
                </a:moveTo>
                <a:lnTo>
                  <a:pt x="676275" y="2314575"/>
                </a:lnTo>
                <a:lnTo>
                  <a:pt x="676275" y="2324100"/>
                </a:lnTo>
                <a:lnTo>
                  <a:pt x="647700" y="2324100"/>
                </a:lnTo>
                <a:close/>
                <a:moveTo>
                  <a:pt x="714375" y="2314575"/>
                </a:moveTo>
                <a:lnTo>
                  <a:pt x="733425" y="2314575"/>
                </a:lnTo>
                <a:lnTo>
                  <a:pt x="733425" y="2324100"/>
                </a:lnTo>
                <a:lnTo>
                  <a:pt x="714375" y="2324100"/>
                </a:lnTo>
                <a:close/>
                <a:moveTo>
                  <a:pt x="390525" y="2324100"/>
                </a:moveTo>
                <a:lnTo>
                  <a:pt x="409575" y="2324100"/>
                </a:lnTo>
                <a:lnTo>
                  <a:pt x="409575" y="2333625"/>
                </a:lnTo>
                <a:lnTo>
                  <a:pt x="400050" y="2333625"/>
                </a:lnTo>
                <a:lnTo>
                  <a:pt x="400050" y="2343150"/>
                </a:lnTo>
                <a:lnTo>
                  <a:pt x="409575" y="2343150"/>
                </a:lnTo>
                <a:lnTo>
                  <a:pt x="409575" y="2352675"/>
                </a:lnTo>
                <a:lnTo>
                  <a:pt x="371475" y="2352675"/>
                </a:lnTo>
                <a:lnTo>
                  <a:pt x="371475" y="2343150"/>
                </a:lnTo>
                <a:lnTo>
                  <a:pt x="390525" y="2343150"/>
                </a:lnTo>
                <a:close/>
                <a:moveTo>
                  <a:pt x="457200" y="2324100"/>
                </a:moveTo>
                <a:lnTo>
                  <a:pt x="466725" y="2324100"/>
                </a:lnTo>
                <a:lnTo>
                  <a:pt x="466725" y="2333625"/>
                </a:lnTo>
                <a:lnTo>
                  <a:pt x="457200" y="2333625"/>
                </a:lnTo>
                <a:close/>
                <a:moveTo>
                  <a:pt x="476250" y="2324100"/>
                </a:moveTo>
                <a:lnTo>
                  <a:pt x="504825" y="2324100"/>
                </a:lnTo>
                <a:lnTo>
                  <a:pt x="504825" y="2333625"/>
                </a:lnTo>
                <a:lnTo>
                  <a:pt x="476250" y="2333625"/>
                </a:lnTo>
                <a:close/>
                <a:moveTo>
                  <a:pt x="609600" y="2324100"/>
                </a:moveTo>
                <a:lnTo>
                  <a:pt x="628650" y="2324100"/>
                </a:lnTo>
                <a:lnTo>
                  <a:pt x="628650" y="2333625"/>
                </a:lnTo>
                <a:lnTo>
                  <a:pt x="609600" y="2333625"/>
                </a:lnTo>
                <a:close/>
                <a:moveTo>
                  <a:pt x="638175" y="2324100"/>
                </a:moveTo>
                <a:lnTo>
                  <a:pt x="647700" y="2324100"/>
                </a:lnTo>
                <a:lnTo>
                  <a:pt x="647700" y="2333625"/>
                </a:lnTo>
                <a:lnTo>
                  <a:pt x="638175" y="2333625"/>
                </a:lnTo>
                <a:close/>
                <a:moveTo>
                  <a:pt x="676275" y="2324100"/>
                </a:moveTo>
                <a:lnTo>
                  <a:pt x="704850" y="2324100"/>
                </a:lnTo>
                <a:lnTo>
                  <a:pt x="704850" y="2333625"/>
                </a:lnTo>
                <a:lnTo>
                  <a:pt x="695325" y="2333625"/>
                </a:lnTo>
                <a:lnTo>
                  <a:pt x="695325" y="2352675"/>
                </a:lnTo>
                <a:lnTo>
                  <a:pt x="666750" y="2352675"/>
                </a:lnTo>
                <a:lnTo>
                  <a:pt x="666750" y="2343150"/>
                </a:lnTo>
                <a:lnTo>
                  <a:pt x="676275" y="2343150"/>
                </a:lnTo>
                <a:close/>
                <a:moveTo>
                  <a:pt x="752475" y="2324100"/>
                </a:moveTo>
                <a:lnTo>
                  <a:pt x="781050" y="2324100"/>
                </a:lnTo>
                <a:lnTo>
                  <a:pt x="781050" y="2333625"/>
                </a:lnTo>
                <a:lnTo>
                  <a:pt x="752475" y="2333625"/>
                </a:lnTo>
                <a:close/>
                <a:moveTo>
                  <a:pt x="219075" y="2333625"/>
                </a:moveTo>
                <a:lnTo>
                  <a:pt x="276225" y="2333625"/>
                </a:lnTo>
                <a:lnTo>
                  <a:pt x="276225" y="2343150"/>
                </a:lnTo>
                <a:lnTo>
                  <a:pt x="219075" y="2343150"/>
                </a:lnTo>
                <a:close/>
                <a:moveTo>
                  <a:pt x="552450" y="2333625"/>
                </a:moveTo>
                <a:lnTo>
                  <a:pt x="571500" y="2333625"/>
                </a:lnTo>
                <a:lnTo>
                  <a:pt x="571500" y="2343150"/>
                </a:lnTo>
                <a:lnTo>
                  <a:pt x="552450" y="2343150"/>
                </a:lnTo>
                <a:close/>
                <a:moveTo>
                  <a:pt x="209550" y="2343150"/>
                </a:moveTo>
                <a:lnTo>
                  <a:pt x="219075" y="2343150"/>
                </a:lnTo>
                <a:lnTo>
                  <a:pt x="219075" y="2352675"/>
                </a:lnTo>
                <a:lnTo>
                  <a:pt x="209550" y="2352675"/>
                </a:lnTo>
                <a:close/>
                <a:moveTo>
                  <a:pt x="276225" y="2343150"/>
                </a:moveTo>
                <a:lnTo>
                  <a:pt x="285750" y="2343150"/>
                </a:lnTo>
                <a:lnTo>
                  <a:pt x="285750" y="2390775"/>
                </a:lnTo>
                <a:lnTo>
                  <a:pt x="276225" y="2390775"/>
                </a:lnTo>
                <a:lnTo>
                  <a:pt x="276225" y="2400300"/>
                </a:lnTo>
                <a:lnTo>
                  <a:pt x="219075" y="2400300"/>
                </a:lnTo>
                <a:lnTo>
                  <a:pt x="219075" y="2390775"/>
                </a:lnTo>
                <a:lnTo>
                  <a:pt x="209550" y="2390775"/>
                </a:lnTo>
                <a:lnTo>
                  <a:pt x="209550" y="2381250"/>
                </a:lnTo>
                <a:lnTo>
                  <a:pt x="219075" y="2381250"/>
                </a:lnTo>
                <a:lnTo>
                  <a:pt x="219075" y="2390775"/>
                </a:lnTo>
                <a:lnTo>
                  <a:pt x="228600" y="2390775"/>
                </a:lnTo>
                <a:lnTo>
                  <a:pt x="228600" y="2371725"/>
                </a:lnTo>
                <a:lnTo>
                  <a:pt x="238125" y="2371725"/>
                </a:lnTo>
                <a:lnTo>
                  <a:pt x="238125" y="2362200"/>
                </a:lnTo>
                <a:lnTo>
                  <a:pt x="228600" y="2362200"/>
                </a:lnTo>
                <a:lnTo>
                  <a:pt x="228600" y="2352675"/>
                </a:lnTo>
                <a:lnTo>
                  <a:pt x="266700" y="2352675"/>
                </a:lnTo>
                <a:lnTo>
                  <a:pt x="266700" y="2362200"/>
                </a:lnTo>
                <a:lnTo>
                  <a:pt x="276225" y="2362200"/>
                </a:lnTo>
                <a:close/>
                <a:moveTo>
                  <a:pt x="476250" y="2343150"/>
                </a:moveTo>
                <a:lnTo>
                  <a:pt x="504825" y="2343150"/>
                </a:lnTo>
                <a:lnTo>
                  <a:pt x="504825" y="2352675"/>
                </a:lnTo>
                <a:lnTo>
                  <a:pt x="476250" y="2352675"/>
                </a:lnTo>
                <a:close/>
                <a:moveTo>
                  <a:pt x="571500" y="2343150"/>
                </a:moveTo>
                <a:lnTo>
                  <a:pt x="581025" y="2343150"/>
                </a:lnTo>
                <a:lnTo>
                  <a:pt x="581025" y="2352675"/>
                </a:lnTo>
                <a:lnTo>
                  <a:pt x="571500" y="2352675"/>
                </a:lnTo>
                <a:close/>
                <a:moveTo>
                  <a:pt x="752475" y="2343150"/>
                </a:moveTo>
                <a:lnTo>
                  <a:pt x="790575" y="2343150"/>
                </a:lnTo>
                <a:lnTo>
                  <a:pt x="790575" y="2352675"/>
                </a:lnTo>
                <a:lnTo>
                  <a:pt x="752475" y="2352675"/>
                </a:lnTo>
                <a:close/>
                <a:moveTo>
                  <a:pt x="1371600" y="2343150"/>
                </a:moveTo>
                <a:lnTo>
                  <a:pt x="1381125" y="2343150"/>
                </a:lnTo>
                <a:lnTo>
                  <a:pt x="1381125" y="2352675"/>
                </a:lnTo>
                <a:lnTo>
                  <a:pt x="1371600" y="2352675"/>
                </a:lnTo>
                <a:close/>
                <a:moveTo>
                  <a:pt x="1447800" y="2343150"/>
                </a:moveTo>
                <a:lnTo>
                  <a:pt x="1466850" y="2343150"/>
                </a:lnTo>
                <a:lnTo>
                  <a:pt x="1466850" y="2352675"/>
                </a:lnTo>
                <a:lnTo>
                  <a:pt x="1476375" y="2352675"/>
                </a:lnTo>
                <a:lnTo>
                  <a:pt x="1476375" y="2362200"/>
                </a:lnTo>
                <a:lnTo>
                  <a:pt x="1485900" y="2362200"/>
                </a:lnTo>
                <a:lnTo>
                  <a:pt x="1485900" y="2352675"/>
                </a:lnTo>
                <a:lnTo>
                  <a:pt x="1495425" y="2352675"/>
                </a:lnTo>
                <a:lnTo>
                  <a:pt x="1495425" y="2343150"/>
                </a:lnTo>
                <a:lnTo>
                  <a:pt x="1514475" y="2343150"/>
                </a:lnTo>
                <a:lnTo>
                  <a:pt x="1514475" y="2352675"/>
                </a:lnTo>
                <a:lnTo>
                  <a:pt x="1504950" y="2352675"/>
                </a:lnTo>
                <a:lnTo>
                  <a:pt x="1504950" y="2362200"/>
                </a:lnTo>
                <a:lnTo>
                  <a:pt x="1495425" y="2362200"/>
                </a:lnTo>
                <a:lnTo>
                  <a:pt x="1495425" y="2381250"/>
                </a:lnTo>
                <a:lnTo>
                  <a:pt x="1466850" y="2381250"/>
                </a:lnTo>
                <a:lnTo>
                  <a:pt x="1466850" y="2362200"/>
                </a:lnTo>
                <a:lnTo>
                  <a:pt x="1447800" y="2362200"/>
                </a:lnTo>
                <a:lnTo>
                  <a:pt x="1447800" y="2381250"/>
                </a:lnTo>
                <a:lnTo>
                  <a:pt x="1419225" y="2381250"/>
                </a:lnTo>
                <a:lnTo>
                  <a:pt x="1419225" y="2352675"/>
                </a:lnTo>
                <a:lnTo>
                  <a:pt x="1447800" y="2352675"/>
                </a:lnTo>
                <a:close/>
                <a:moveTo>
                  <a:pt x="1533525" y="2343150"/>
                </a:moveTo>
                <a:lnTo>
                  <a:pt x="1552575" y="2343150"/>
                </a:lnTo>
                <a:lnTo>
                  <a:pt x="1552575" y="2352675"/>
                </a:lnTo>
                <a:lnTo>
                  <a:pt x="1571625" y="2352675"/>
                </a:lnTo>
                <a:lnTo>
                  <a:pt x="1571625" y="2343150"/>
                </a:lnTo>
                <a:lnTo>
                  <a:pt x="1581150" y="2343150"/>
                </a:lnTo>
                <a:lnTo>
                  <a:pt x="1581150" y="2352675"/>
                </a:lnTo>
                <a:lnTo>
                  <a:pt x="1590675" y="2352675"/>
                </a:lnTo>
                <a:lnTo>
                  <a:pt x="1590675" y="2362200"/>
                </a:lnTo>
                <a:lnTo>
                  <a:pt x="1533525" y="2362200"/>
                </a:lnTo>
                <a:close/>
                <a:moveTo>
                  <a:pt x="1619250" y="2343150"/>
                </a:moveTo>
                <a:lnTo>
                  <a:pt x="1638300" y="2343150"/>
                </a:lnTo>
                <a:lnTo>
                  <a:pt x="1638300" y="2352675"/>
                </a:lnTo>
                <a:lnTo>
                  <a:pt x="1657350" y="2352675"/>
                </a:lnTo>
                <a:lnTo>
                  <a:pt x="1657350" y="2343150"/>
                </a:lnTo>
                <a:lnTo>
                  <a:pt x="1676400" y="2343150"/>
                </a:lnTo>
                <a:lnTo>
                  <a:pt x="1676400" y="2352675"/>
                </a:lnTo>
                <a:lnTo>
                  <a:pt x="1685925" y="2352675"/>
                </a:lnTo>
                <a:lnTo>
                  <a:pt x="1685925" y="2381250"/>
                </a:lnTo>
                <a:lnTo>
                  <a:pt x="1676400" y="2381250"/>
                </a:lnTo>
                <a:lnTo>
                  <a:pt x="1676400" y="2362200"/>
                </a:lnTo>
                <a:lnTo>
                  <a:pt x="1619250" y="2362200"/>
                </a:lnTo>
                <a:lnTo>
                  <a:pt x="1619250" y="2390775"/>
                </a:lnTo>
                <a:lnTo>
                  <a:pt x="1609725" y="2390775"/>
                </a:lnTo>
                <a:lnTo>
                  <a:pt x="1609725" y="2381250"/>
                </a:lnTo>
                <a:lnTo>
                  <a:pt x="1600200" y="2381250"/>
                </a:lnTo>
                <a:lnTo>
                  <a:pt x="1600200" y="2390775"/>
                </a:lnTo>
                <a:lnTo>
                  <a:pt x="1581150" y="2390775"/>
                </a:lnTo>
                <a:lnTo>
                  <a:pt x="1581150" y="2381250"/>
                </a:lnTo>
                <a:lnTo>
                  <a:pt x="1590675" y="2381250"/>
                </a:lnTo>
                <a:lnTo>
                  <a:pt x="1590675" y="2362200"/>
                </a:lnTo>
                <a:lnTo>
                  <a:pt x="1609725" y="2362200"/>
                </a:lnTo>
                <a:lnTo>
                  <a:pt x="1609725" y="2352675"/>
                </a:lnTo>
                <a:lnTo>
                  <a:pt x="1619250" y="2352675"/>
                </a:lnTo>
                <a:close/>
                <a:moveTo>
                  <a:pt x="609600" y="2352675"/>
                </a:moveTo>
                <a:lnTo>
                  <a:pt x="619125" y="2352675"/>
                </a:lnTo>
                <a:lnTo>
                  <a:pt x="619125" y="2362200"/>
                </a:lnTo>
                <a:lnTo>
                  <a:pt x="609600" y="2362200"/>
                </a:lnTo>
                <a:close/>
                <a:moveTo>
                  <a:pt x="1362075" y="2352675"/>
                </a:moveTo>
                <a:lnTo>
                  <a:pt x="1371600" y="2352675"/>
                </a:lnTo>
                <a:lnTo>
                  <a:pt x="1371600" y="2381250"/>
                </a:lnTo>
                <a:lnTo>
                  <a:pt x="1390650" y="2381250"/>
                </a:lnTo>
                <a:lnTo>
                  <a:pt x="1390650" y="2390775"/>
                </a:lnTo>
                <a:lnTo>
                  <a:pt x="1352550" y="2390775"/>
                </a:lnTo>
                <a:lnTo>
                  <a:pt x="1352550" y="2381250"/>
                </a:lnTo>
                <a:lnTo>
                  <a:pt x="1333500" y="2381250"/>
                </a:lnTo>
                <a:lnTo>
                  <a:pt x="1333500" y="2371725"/>
                </a:lnTo>
                <a:lnTo>
                  <a:pt x="1343025" y="2371725"/>
                </a:lnTo>
                <a:lnTo>
                  <a:pt x="1343025" y="2362200"/>
                </a:lnTo>
                <a:lnTo>
                  <a:pt x="1362075" y="2362200"/>
                </a:lnTo>
                <a:close/>
                <a:moveTo>
                  <a:pt x="1381125" y="2352675"/>
                </a:moveTo>
                <a:lnTo>
                  <a:pt x="1390650" y="2352675"/>
                </a:lnTo>
                <a:lnTo>
                  <a:pt x="1390650" y="2362200"/>
                </a:lnTo>
                <a:lnTo>
                  <a:pt x="1381125" y="2362200"/>
                </a:lnTo>
                <a:close/>
                <a:moveTo>
                  <a:pt x="1733550" y="2352675"/>
                </a:moveTo>
                <a:lnTo>
                  <a:pt x="1743075" y="2352675"/>
                </a:lnTo>
                <a:lnTo>
                  <a:pt x="1743075" y="2362200"/>
                </a:lnTo>
                <a:lnTo>
                  <a:pt x="1733550" y="2362200"/>
                </a:lnTo>
                <a:close/>
                <a:moveTo>
                  <a:pt x="628650" y="2362200"/>
                </a:moveTo>
                <a:lnTo>
                  <a:pt x="638175" y="2362200"/>
                </a:lnTo>
                <a:lnTo>
                  <a:pt x="638175" y="2371725"/>
                </a:lnTo>
                <a:lnTo>
                  <a:pt x="628650" y="2371725"/>
                </a:lnTo>
                <a:close/>
                <a:moveTo>
                  <a:pt x="1447800" y="2381250"/>
                </a:moveTo>
                <a:lnTo>
                  <a:pt x="1466850" y="2381250"/>
                </a:lnTo>
                <a:lnTo>
                  <a:pt x="1466850" y="2390775"/>
                </a:lnTo>
                <a:lnTo>
                  <a:pt x="1447800" y="2390775"/>
                </a:lnTo>
                <a:close/>
                <a:moveTo>
                  <a:pt x="1495425" y="2381250"/>
                </a:moveTo>
                <a:lnTo>
                  <a:pt x="1504950" y="2381250"/>
                </a:lnTo>
                <a:lnTo>
                  <a:pt x="1504950" y="2390775"/>
                </a:lnTo>
                <a:lnTo>
                  <a:pt x="1495425" y="2390775"/>
                </a:lnTo>
                <a:close/>
                <a:moveTo>
                  <a:pt x="1514475" y="2381250"/>
                </a:moveTo>
                <a:lnTo>
                  <a:pt x="1533525" y="2381250"/>
                </a:lnTo>
                <a:lnTo>
                  <a:pt x="1533525" y="2390775"/>
                </a:lnTo>
                <a:lnTo>
                  <a:pt x="1514475" y="2390775"/>
                </a:lnTo>
                <a:close/>
                <a:moveTo>
                  <a:pt x="1657350" y="2381250"/>
                </a:moveTo>
                <a:lnTo>
                  <a:pt x="1676400" y="2381250"/>
                </a:lnTo>
                <a:lnTo>
                  <a:pt x="1676400" y="2390775"/>
                </a:lnTo>
                <a:lnTo>
                  <a:pt x="1657350" y="2390775"/>
                </a:lnTo>
                <a:close/>
                <a:moveTo>
                  <a:pt x="771525" y="2390775"/>
                </a:moveTo>
                <a:lnTo>
                  <a:pt x="781050" y="2390775"/>
                </a:lnTo>
                <a:lnTo>
                  <a:pt x="781050" y="2400300"/>
                </a:lnTo>
                <a:lnTo>
                  <a:pt x="923925" y="2400300"/>
                </a:lnTo>
                <a:lnTo>
                  <a:pt x="923925" y="2419350"/>
                </a:lnTo>
                <a:lnTo>
                  <a:pt x="771525" y="2419350"/>
                </a:lnTo>
                <a:lnTo>
                  <a:pt x="771525" y="2409825"/>
                </a:lnTo>
                <a:lnTo>
                  <a:pt x="762000" y="2409825"/>
                </a:lnTo>
                <a:lnTo>
                  <a:pt x="762000" y="2400300"/>
                </a:lnTo>
                <a:lnTo>
                  <a:pt x="771525" y="2400300"/>
                </a:lnTo>
                <a:close/>
                <a:moveTo>
                  <a:pt x="371475" y="2400300"/>
                </a:moveTo>
                <a:lnTo>
                  <a:pt x="495300" y="2400300"/>
                </a:lnTo>
                <a:lnTo>
                  <a:pt x="495300" y="2419350"/>
                </a:lnTo>
                <a:lnTo>
                  <a:pt x="485775" y="2419350"/>
                </a:lnTo>
                <a:lnTo>
                  <a:pt x="485775" y="2428875"/>
                </a:lnTo>
                <a:lnTo>
                  <a:pt x="447675" y="2428875"/>
                </a:lnTo>
                <a:lnTo>
                  <a:pt x="447675" y="2419350"/>
                </a:lnTo>
                <a:lnTo>
                  <a:pt x="381000" y="2419350"/>
                </a:lnTo>
                <a:lnTo>
                  <a:pt x="381000" y="2409825"/>
                </a:lnTo>
                <a:lnTo>
                  <a:pt x="371475" y="2409825"/>
                </a:lnTo>
                <a:close/>
                <a:moveTo>
                  <a:pt x="523875" y="2400300"/>
                </a:moveTo>
                <a:lnTo>
                  <a:pt x="542925" y="2400300"/>
                </a:lnTo>
                <a:lnTo>
                  <a:pt x="542925" y="2409825"/>
                </a:lnTo>
                <a:lnTo>
                  <a:pt x="552450" y="2409825"/>
                </a:lnTo>
                <a:lnTo>
                  <a:pt x="552450" y="2400300"/>
                </a:lnTo>
                <a:lnTo>
                  <a:pt x="647700" y="2400300"/>
                </a:lnTo>
                <a:lnTo>
                  <a:pt x="647700" y="2409825"/>
                </a:lnTo>
                <a:lnTo>
                  <a:pt x="657225" y="2409825"/>
                </a:lnTo>
                <a:lnTo>
                  <a:pt x="657225" y="2419350"/>
                </a:lnTo>
                <a:lnTo>
                  <a:pt x="523875" y="2419350"/>
                </a:lnTo>
                <a:close/>
                <a:moveTo>
                  <a:pt x="704850" y="2400300"/>
                </a:moveTo>
                <a:lnTo>
                  <a:pt x="714375" y="2400300"/>
                </a:lnTo>
                <a:lnTo>
                  <a:pt x="714375" y="2409825"/>
                </a:lnTo>
                <a:lnTo>
                  <a:pt x="723900" y="2409825"/>
                </a:lnTo>
                <a:lnTo>
                  <a:pt x="723900" y="2400300"/>
                </a:lnTo>
                <a:lnTo>
                  <a:pt x="733425" y="2400300"/>
                </a:lnTo>
                <a:lnTo>
                  <a:pt x="733425" y="2419350"/>
                </a:lnTo>
                <a:lnTo>
                  <a:pt x="704850" y="2419350"/>
                </a:lnTo>
                <a:close/>
                <a:moveTo>
                  <a:pt x="942975" y="2400300"/>
                </a:moveTo>
                <a:lnTo>
                  <a:pt x="1038225" y="2400300"/>
                </a:lnTo>
                <a:lnTo>
                  <a:pt x="1038225" y="2419350"/>
                </a:lnTo>
                <a:lnTo>
                  <a:pt x="1028700" y="2419350"/>
                </a:lnTo>
                <a:lnTo>
                  <a:pt x="1028700" y="2428875"/>
                </a:lnTo>
                <a:lnTo>
                  <a:pt x="990600" y="2428875"/>
                </a:lnTo>
                <a:lnTo>
                  <a:pt x="990600" y="2419350"/>
                </a:lnTo>
                <a:lnTo>
                  <a:pt x="962025" y="2419350"/>
                </a:lnTo>
                <a:lnTo>
                  <a:pt x="962025" y="2409825"/>
                </a:lnTo>
                <a:lnTo>
                  <a:pt x="942975" y="2409825"/>
                </a:lnTo>
                <a:close/>
                <a:moveTo>
                  <a:pt x="1104900" y="2400300"/>
                </a:moveTo>
                <a:lnTo>
                  <a:pt x="1114425" y="2400300"/>
                </a:lnTo>
                <a:lnTo>
                  <a:pt x="1114425" y="2409825"/>
                </a:lnTo>
                <a:lnTo>
                  <a:pt x="1123950" y="2409825"/>
                </a:lnTo>
                <a:lnTo>
                  <a:pt x="1123950" y="2400300"/>
                </a:lnTo>
                <a:lnTo>
                  <a:pt x="1181100" y="2400300"/>
                </a:lnTo>
                <a:lnTo>
                  <a:pt x="1181100" y="2419350"/>
                </a:lnTo>
                <a:lnTo>
                  <a:pt x="1171575" y="2419350"/>
                </a:lnTo>
                <a:lnTo>
                  <a:pt x="1171575" y="2428875"/>
                </a:lnTo>
                <a:lnTo>
                  <a:pt x="1162050" y="2428875"/>
                </a:lnTo>
                <a:lnTo>
                  <a:pt x="1162050" y="2419350"/>
                </a:lnTo>
                <a:lnTo>
                  <a:pt x="1104900" y="2419350"/>
                </a:lnTo>
                <a:close/>
                <a:moveTo>
                  <a:pt x="1733550" y="2409825"/>
                </a:moveTo>
                <a:lnTo>
                  <a:pt x="1743075" y="2409825"/>
                </a:lnTo>
                <a:lnTo>
                  <a:pt x="1743075" y="3381375"/>
                </a:lnTo>
                <a:lnTo>
                  <a:pt x="1733550" y="3381375"/>
                </a:lnTo>
                <a:close/>
                <a:moveTo>
                  <a:pt x="371475" y="2571750"/>
                </a:moveTo>
                <a:lnTo>
                  <a:pt x="381000" y="2571750"/>
                </a:lnTo>
                <a:lnTo>
                  <a:pt x="381000" y="2581275"/>
                </a:lnTo>
                <a:lnTo>
                  <a:pt x="371475" y="2581275"/>
                </a:lnTo>
                <a:close/>
                <a:moveTo>
                  <a:pt x="361950" y="2581275"/>
                </a:moveTo>
                <a:lnTo>
                  <a:pt x="371475" y="2581275"/>
                </a:lnTo>
                <a:lnTo>
                  <a:pt x="371475" y="2590800"/>
                </a:lnTo>
                <a:lnTo>
                  <a:pt x="381000" y="2590800"/>
                </a:lnTo>
                <a:lnTo>
                  <a:pt x="381000" y="2609850"/>
                </a:lnTo>
                <a:lnTo>
                  <a:pt x="400050" y="2609850"/>
                </a:lnTo>
                <a:lnTo>
                  <a:pt x="400050" y="2619375"/>
                </a:lnTo>
                <a:lnTo>
                  <a:pt x="371475" y="2619375"/>
                </a:lnTo>
                <a:lnTo>
                  <a:pt x="371475" y="2609850"/>
                </a:lnTo>
                <a:lnTo>
                  <a:pt x="361950" y="2609850"/>
                </a:lnTo>
                <a:close/>
                <a:moveTo>
                  <a:pt x="390525" y="2581275"/>
                </a:moveTo>
                <a:lnTo>
                  <a:pt x="561975" y="2581275"/>
                </a:lnTo>
                <a:lnTo>
                  <a:pt x="561975" y="2590800"/>
                </a:lnTo>
                <a:lnTo>
                  <a:pt x="400050" y="2590800"/>
                </a:lnTo>
                <a:lnTo>
                  <a:pt x="400050" y="2600325"/>
                </a:lnTo>
                <a:lnTo>
                  <a:pt x="390525" y="2600325"/>
                </a:lnTo>
                <a:close/>
                <a:moveTo>
                  <a:pt x="228600" y="2600325"/>
                </a:moveTo>
                <a:lnTo>
                  <a:pt x="266700" y="2600325"/>
                </a:lnTo>
                <a:lnTo>
                  <a:pt x="266700" y="2609850"/>
                </a:lnTo>
                <a:lnTo>
                  <a:pt x="257175" y="2609850"/>
                </a:lnTo>
                <a:lnTo>
                  <a:pt x="257175" y="2638425"/>
                </a:lnTo>
                <a:lnTo>
                  <a:pt x="276225" y="2638425"/>
                </a:lnTo>
                <a:lnTo>
                  <a:pt x="276225" y="2657475"/>
                </a:lnTo>
                <a:lnTo>
                  <a:pt x="219075" y="2657475"/>
                </a:lnTo>
                <a:lnTo>
                  <a:pt x="219075" y="2638425"/>
                </a:lnTo>
                <a:lnTo>
                  <a:pt x="238125" y="2638425"/>
                </a:lnTo>
                <a:lnTo>
                  <a:pt x="238125" y="2619375"/>
                </a:lnTo>
                <a:lnTo>
                  <a:pt x="247650" y="2619375"/>
                </a:lnTo>
                <a:lnTo>
                  <a:pt x="247650" y="2609850"/>
                </a:lnTo>
                <a:lnTo>
                  <a:pt x="228600" y="2609850"/>
                </a:lnTo>
                <a:close/>
                <a:moveTo>
                  <a:pt x="438150" y="2600325"/>
                </a:moveTo>
                <a:lnTo>
                  <a:pt x="457200" y="2600325"/>
                </a:lnTo>
                <a:lnTo>
                  <a:pt x="457200" y="2609850"/>
                </a:lnTo>
                <a:lnTo>
                  <a:pt x="571500" y="2609850"/>
                </a:lnTo>
                <a:lnTo>
                  <a:pt x="571500" y="2619375"/>
                </a:lnTo>
                <a:lnTo>
                  <a:pt x="428625" y="2619375"/>
                </a:lnTo>
                <a:lnTo>
                  <a:pt x="428625" y="2609850"/>
                </a:lnTo>
                <a:lnTo>
                  <a:pt x="438150" y="2609850"/>
                </a:lnTo>
                <a:close/>
                <a:moveTo>
                  <a:pt x="1333500" y="2609850"/>
                </a:moveTo>
                <a:lnTo>
                  <a:pt x="1343025" y="2609850"/>
                </a:lnTo>
                <a:lnTo>
                  <a:pt x="1343025" y="2619375"/>
                </a:lnTo>
                <a:lnTo>
                  <a:pt x="1333500" y="2619375"/>
                </a:lnTo>
                <a:close/>
                <a:moveTo>
                  <a:pt x="1390650" y="2609850"/>
                </a:moveTo>
                <a:lnTo>
                  <a:pt x="1466850" y="2609850"/>
                </a:lnTo>
                <a:lnTo>
                  <a:pt x="1466850" y="2619375"/>
                </a:lnTo>
                <a:lnTo>
                  <a:pt x="1495425" y="2619375"/>
                </a:lnTo>
                <a:lnTo>
                  <a:pt x="1495425" y="2609850"/>
                </a:lnTo>
                <a:lnTo>
                  <a:pt x="1562100" y="2609850"/>
                </a:lnTo>
                <a:lnTo>
                  <a:pt x="1562100" y="2619375"/>
                </a:lnTo>
                <a:lnTo>
                  <a:pt x="1543050" y="2619375"/>
                </a:lnTo>
                <a:lnTo>
                  <a:pt x="1543050" y="2628900"/>
                </a:lnTo>
                <a:lnTo>
                  <a:pt x="1552575" y="2628900"/>
                </a:lnTo>
                <a:lnTo>
                  <a:pt x="1552575" y="2638425"/>
                </a:lnTo>
                <a:lnTo>
                  <a:pt x="1562100" y="2638425"/>
                </a:lnTo>
                <a:lnTo>
                  <a:pt x="1562100" y="2619375"/>
                </a:lnTo>
                <a:lnTo>
                  <a:pt x="1571625" y="2619375"/>
                </a:lnTo>
                <a:lnTo>
                  <a:pt x="1571625" y="2609850"/>
                </a:lnTo>
                <a:lnTo>
                  <a:pt x="1590675" y="2609850"/>
                </a:lnTo>
                <a:lnTo>
                  <a:pt x="1590675" y="2628900"/>
                </a:lnTo>
                <a:lnTo>
                  <a:pt x="1600200" y="2628900"/>
                </a:lnTo>
                <a:lnTo>
                  <a:pt x="1600200" y="2638425"/>
                </a:lnTo>
                <a:lnTo>
                  <a:pt x="1581150" y="2638425"/>
                </a:lnTo>
                <a:lnTo>
                  <a:pt x="1581150" y="2619375"/>
                </a:lnTo>
                <a:lnTo>
                  <a:pt x="1571625" y="2619375"/>
                </a:lnTo>
                <a:lnTo>
                  <a:pt x="1571625" y="2638425"/>
                </a:lnTo>
                <a:lnTo>
                  <a:pt x="1581150" y="2638425"/>
                </a:lnTo>
                <a:lnTo>
                  <a:pt x="1581150" y="2647950"/>
                </a:lnTo>
                <a:lnTo>
                  <a:pt x="1543050" y="2647950"/>
                </a:lnTo>
                <a:lnTo>
                  <a:pt x="1543050" y="2638425"/>
                </a:lnTo>
                <a:lnTo>
                  <a:pt x="1524000" y="2638425"/>
                </a:lnTo>
                <a:lnTo>
                  <a:pt x="1524000" y="2647950"/>
                </a:lnTo>
                <a:lnTo>
                  <a:pt x="1495425" y="2647950"/>
                </a:lnTo>
                <a:lnTo>
                  <a:pt x="1495425" y="2638425"/>
                </a:lnTo>
                <a:lnTo>
                  <a:pt x="1476375" y="2638425"/>
                </a:lnTo>
                <a:lnTo>
                  <a:pt x="1476375" y="2647950"/>
                </a:lnTo>
                <a:lnTo>
                  <a:pt x="1457325" y="2647950"/>
                </a:lnTo>
                <a:lnTo>
                  <a:pt x="1457325" y="2628900"/>
                </a:lnTo>
                <a:lnTo>
                  <a:pt x="1438275" y="2628900"/>
                </a:lnTo>
                <a:lnTo>
                  <a:pt x="1438275" y="2638425"/>
                </a:lnTo>
                <a:lnTo>
                  <a:pt x="1428750" y="2638425"/>
                </a:lnTo>
                <a:lnTo>
                  <a:pt x="1428750" y="2619375"/>
                </a:lnTo>
                <a:lnTo>
                  <a:pt x="1419225" y="2619375"/>
                </a:lnTo>
                <a:lnTo>
                  <a:pt x="1419225" y="2638425"/>
                </a:lnTo>
                <a:lnTo>
                  <a:pt x="1428750" y="2638425"/>
                </a:lnTo>
                <a:lnTo>
                  <a:pt x="1428750" y="2647950"/>
                </a:lnTo>
                <a:lnTo>
                  <a:pt x="1390650" y="2647950"/>
                </a:lnTo>
                <a:lnTo>
                  <a:pt x="1390650" y="2638425"/>
                </a:lnTo>
                <a:lnTo>
                  <a:pt x="1409700" y="2638425"/>
                </a:lnTo>
                <a:lnTo>
                  <a:pt x="1409700" y="2619375"/>
                </a:lnTo>
                <a:lnTo>
                  <a:pt x="1390650" y="2619375"/>
                </a:lnTo>
                <a:close/>
                <a:moveTo>
                  <a:pt x="1619250" y="2609850"/>
                </a:moveTo>
                <a:lnTo>
                  <a:pt x="1647825" y="2609850"/>
                </a:lnTo>
                <a:lnTo>
                  <a:pt x="1647825" y="2619375"/>
                </a:lnTo>
                <a:lnTo>
                  <a:pt x="1638300" y="2619375"/>
                </a:lnTo>
                <a:lnTo>
                  <a:pt x="1638300" y="2638425"/>
                </a:lnTo>
                <a:lnTo>
                  <a:pt x="1647825" y="2638425"/>
                </a:lnTo>
                <a:lnTo>
                  <a:pt x="1647825" y="2647950"/>
                </a:lnTo>
                <a:lnTo>
                  <a:pt x="1609725" y="2647950"/>
                </a:lnTo>
                <a:lnTo>
                  <a:pt x="1609725" y="2619375"/>
                </a:lnTo>
                <a:lnTo>
                  <a:pt x="1619250" y="2619375"/>
                </a:lnTo>
                <a:close/>
                <a:moveTo>
                  <a:pt x="1657350" y="2609850"/>
                </a:moveTo>
                <a:lnTo>
                  <a:pt x="1666875" y="2609850"/>
                </a:lnTo>
                <a:lnTo>
                  <a:pt x="1666875" y="2619375"/>
                </a:lnTo>
                <a:lnTo>
                  <a:pt x="1685925" y="2619375"/>
                </a:lnTo>
                <a:lnTo>
                  <a:pt x="1685925" y="2638425"/>
                </a:lnTo>
                <a:lnTo>
                  <a:pt x="1666875" y="2638425"/>
                </a:lnTo>
                <a:lnTo>
                  <a:pt x="1666875" y="2647950"/>
                </a:lnTo>
                <a:lnTo>
                  <a:pt x="1657350" y="2647950"/>
                </a:lnTo>
                <a:close/>
                <a:moveTo>
                  <a:pt x="400050" y="2619375"/>
                </a:moveTo>
                <a:lnTo>
                  <a:pt x="409575" y="2619375"/>
                </a:lnTo>
                <a:lnTo>
                  <a:pt x="409575" y="2628900"/>
                </a:lnTo>
                <a:lnTo>
                  <a:pt x="400050" y="2628900"/>
                </a:lnTo>
                <a:close/>
                <a:moveTo>
                  <a:pt x="419100" y="2619375"/>
                </a:moveTo>
                <a:lnTo>
                  <a:pt x="428625" y="2619375"/>
                </a:lnTo>
                <a:lnTo>
                  <a:pt x="428625" y="2628900"/>
                </a:lnTo>
                <a:lnTo>
                  <a:pt x="419100" y="2628900"/>
                </a:lnTo>
                <a:close/>
                <a:moveTo>
                  <a:pt x="1314450" y="2619375"/>
                </a:moveTo>
                <a:lnTo>
                  <a:pt x="1323975" y="2619375"/>
                </a:lnTo>
                <a:lnTo>
                  <a:pt x="1323975" y="2638425"/>
                </a:lnTo>
                <a:lnTo>
                  <a:pt x="1314450" y="2638425"/>
                </a:lnTo>
                <a:close/>
                <a:moveTo>
                  <a:pt x="1343025" y="2619375"/>
                </a:moveTo>
                <a:lnTo>
                  <a:pt x="1352550" y="2619375"/>
                </a:lnTo>
                <a:lnTo>
                  <a:pt x="1352550" y="2638425"/>
                </a:lnTo>
                <a:lnTo>
                  <a:pt x="1343025" y="2638425"/>
                </a:lnTo>
                <a:close/>
                <a:moveTo>
                  <a:pt x="1323975" y="2638425"/>
                </a:moveTo>
                <a:lnTo>
                  <a:pt x="1343025" y="2638425"/>
                </a:lnTo>
                <a:lnTo>
                  <a:pt x="1343025" y="2647950"/>
                </a:lnTo>
                <a:lnTo>
                  <a:pt x="1323975" y="2647950"/>
                </a:lnTo>
                <a:close/>
                <a:moveTo>
                  <a:pt x="1504950" y="2638425"/>
                </a:moveTo>
                <a:lnTo>
                  <a:pt x="1514475" y="2638425"/>
                </a:lnTo>
                <a:lnTo>
                  <a:pt x="1514475" y="2619375"/>
                </a:lnTo>
                <a:lnTo>
                  <a:pt x="1504950" y="2619375"/>
                </a:lnTo>
                <a:close/>
                <a:moveTo>
                  <a:pt x="371475" y="2657475"/>
                </a:moveTo>
                <a:lnTo>
                  <a:pt x="390525" y="2657475"/>
                </a:lnTo>
                <a:lnTo>
                  <a:pt x="390525" y="2667000"/>
                </a:lnTo>
                <a:lnTo>
                  <a:pt x="400050" y="2667000"/>
                </a:lnTo>
                <a:lnTo>
                  <a:pt x="400050" y="2657475"/>
                </a:lnTo>
                <a:lnTo>
                  <a:pt x="447675" y="2657475"/>
                </a:lnTo>
                <a:lnTo>
                  <a:pt x="447675" y="2667000"/>
                </a:lnTo>
                <a:lnTo>
                  <a:pt x="457200" y="2667000"/>
                </a:lnTo>
                <a:lnTo>
                  <a:pt x="457200" y="2657475"/>
                </a:lnTo>
                <a:lnTo>
                  <a:pt x="495300" y="2657475"/>
                </a:lnTo>
                <a:lnTo>
                  <a:pt x="495300" y="2667000"/>
                </a:lnTo>
                <a:lnTo>
                  <a:pt x="504825" y="2667000"/>
                </a:lnTo>
                <a:lnTo>
                  <a:pt x="504825" y="2676525"/>
                </a:lnTo>
                <a:lnTo>
                  <a:pt x="495300" y="2676525"/>
                </a:lnTo>
                <a:lnTo>
                  <a:pt x="495300" y="2686050"/>
                </a:lnTo>
                <a:lnTo>
                  <a:pt x="381000" y="2686050"/>
                </a:lnTo>
                <a:lnTo>
                  <a:pt x="381000" y="2676525"/>
                </a:lnTo>
                <a:lnTo>
                  <a:pt x="371475" y="2676525"/>
                </a:lnTo>
                <a:close/>
                <a:moveTo>
                  <a:pt x="533400" y="2657475"/>
                </a:moveTo>
                <a:lnTo>
                  <a:pt x="561975" y="2657475"/>
                </a:lnTo>
                <a:lnTo>
                  <a:pt x="561975" y="2667000"/>
                </a:lnTo>
                <a:lnTo>
                  <a:pt x="571500" y="2667000"/>
                </a:lnTo>
                <a:lnTo>
                  <a:pt x="571500" y="2676525"/>
                </a:lnTo>
                <a:lnTo>
                  <a:pt x="561975" y="2676525"/>
                </a:lnTo>
                <a:lnTo>
                  <a:pt x="561975" y="2686050"/>
                </a:lnTo>
                <a:lnTo>
                  <a:pt x="533400" y="2686050"/>
                </a:lnTo>
                <a:lnTo>
                  <a:pt x="533400" y="2676525"/>
                </a:lnTo>
                <a:lnTo>
                  <a:pt x="523875" y="2676525"/>
                </a:lnTo>
                <a:lnTo>
                  <a:pt x="523875" y="2667000"/>
                </a:lnTo>
                <a:lnTo>
                  <a:pt x="533400" y="2667000"/>
                </a:lnTo>
                <a:close/>
                <a:moveTo>
                  <a:pt x="638175" y="2657475"/>
                </a:moveTo>
                <a:lnTo>
                  <a:pt x="647700" y="2657475"/>
                </a:lnTo>
                <a:lnTo>
                  <a:pt x="647700" y="2667000"/>
                </a:lnTo>
                <a:lnTo>
                  <a:pt x="676275" y="2667000"/>
                </a:lnTo>
                <a:lnTo>
                  <a:pt x="676275" y="2657475"/>
                </a:lnTo>
                <a:lnTo>
                  <a:pt x="704850" y="2657475"/>
                </a:lnTo>
                <a:lnTo>
                  <a:pt x="704850" y="2667000"/>
                </a:lnTo>
                <a:lnTo>
                  <a:pt x="714375" y="2667000"/>
                </a:lnTo>
                <a:lnTo>
                  <a:pt x="714375" y="2676525"/>
                </a:lnTo>
                <a:lnTo>
                  <a:pt x="704850" y="2676525"/>
                </a:lnTo>
                <a:lnTo>
                  <a:pt x="704850" y="2686050"/>
                </a:lnTo>
                <a:lnTo>
                  <a:pt x="676275" y="2686050"/>
                </a:lnTo>
                <a:lnTo>
                  <a:pt x="676275" y="2676525"/>
                </a:lnTo>
                <a:lnTo>
                  <a:pt x="647700" y="2676525"/>
                </a:lnTo>
                <a:lnTo>
                  <a:pt x="647700" y="2686050"/>
                </a:lnTo>
                <a:lnTo>
                  <a:pt x="600075" y="2686050"/>
                </a:lnTo>
                <a:lnTo>
                  <a:pt x="600075" y="2676525"/>
                </a:lnTo>
                <a:lnTo>
                  <a:pt x="590550" y="2676525"/>
                </a:lnTo>
                <a:lnTo>
                  <a:pt x="590550" y="2667000"/>
                </a:lnTo>
                <a:lnTo>
                  <a:pt x="638175" y="2667000"/>
                </a:lnTo>
                <a:close/>
                <a:moveTo>
                  <a:pt x="742950" y="2657475"/>
                </a:moveTo>
                <a:lnTo>
                  <a:pt x="771525" y="2657475"/>
                </a:lnTo>
                <a:lnTo>
                  <a:pt x="771525" y="2667000"/>
                </a:lnTo>
                <a:lnTo>
                  <a:pt x="838200" y="2667000"/>
                </a:lnTo>
                <a:lnTo>
                  <a:pt x="838200" y="2657475"/>
                </a:lnTo>
                <a:lnTo>
                  <a:pt x="904875" y="2657475"/>
                </a:lnTo>
                <a:lnTo>
                  <a:pt x="904875" y="2667000"/>
                </a:lnTo>
                <a:lnTo>
                  <a:pt x="923925" y="2667000"/>
                </a:lnTo>
                <a:lnTo>
                  <a:pt x="923925" y="2676525"/>
                </a:lnTo>
                <a:lnTo>
                  <a:pt x="914400" y="2676525"/>
                </a:lnTo>
                <a:lnTo>
                  <a:pt x="914400" y="2686050"/>
                </a:lnTo>
                <a:lnTo>
                  <a:pt x="885825" y="2686050"/>
                </a:lnTo>
                <a:lnTo>
                  <a:pt x="885825" y="2676525"/>
                </a:lnTo>
                <a:lnTo>
                  <a:pt x="857250" y="2676525"/>
                </a:lnTo>
                <a:lnTo>
                  <a:pt x="857250" y="2686050"/>
                </a:lnTo>
                <a:lnTo>
                  <a:pt x="800100" y="2686050"/>
                </a:lnTo>
                <a:lnTo>
                  <a:pt x="800100" y="2695575"/>
                </a:lnTo>
                <a:lnTo>
                  <a:pt x="781050" y="2695575"/>
                </a:lnTo>
                <a:lnTo>
                  <a:pt x="781050" y="2686050"/>
                </a:lnTo>
                <a:lnTo>
                  <a:pt x="762000" y="2686050"/>
                </a:lnTo>
                <a:lnTo>
                  <a:pt x="762000" y="2676525"/>
                </a:lnTo>
                <a:lnTo>
                  <a:pt x="742950" y="2676525"/>
                </a:lnTo>
                <a:close/>
                <a:moveTo>
                  <a:pt x="1809750" y="2819400"/>
                </a:moveTo>
                <a:lnTo>
                  <a:pt x="1819275" y="2819400"/>
                </a:lnTo>
                <a:lnTo>
                  <a:pt x="1819275" y="2847975"/>
                </a:lnTo>
                <a:lnTo>
                  <a:pt x="1809750" y="2847975"/>
                </a:lnTo>
                <a:close/>
                <a:moveTo>
                  <a:pt x="371475" y="2838450"/>
                </a:moveTo>
                <a:lnTo>
                  <a:pt x="428625" y="2838450"/>
                </a:lnTo>
                <a:lnTo>
                  <a:pt x="428625" y="2847975"/>
                </a:lnTo>
                <a:lnTo>
                  <a:pt x="419100" y="2847975"/>
                </a:lnTo>
                <a:lnTo>
                  <a:pt x="419100" y="2857500"/>
                </a:lnTo>
                <a:lnTo>
                  <a:pt x="409575" y="2857500"/>
                </a:lnTo>
                <a:lnTo>
                  <a:pt x="409575" y="2847975"/>
                </a:lnTo>
                <a:lnTo>
                  <a:pt x="371475" y="2847975"/>
                </a:lnTo>
                <a:close/>
                <a:moveTo>
                  <a:pt x="476250" y="2838450"/>
                </a:moveTo>
                <a:lnTo>
                  <a:pt x="504825" y="2838450"/>
                </a:lnTo>
                <a:lnTo>
                  <a:pt x="504825" y="2847975"/>
                </a:lnTo>
                <a:lnTo>
                  <a:pt x="485775" y="2847975"/>
                </a:lnTo>
                <a:lnTo>
                  <a:pt x="485775" y="2857500"/>
                </a:lnTo>
                <a:lnTo>
                  <a:pt x="476250" y="2857500"/>
                </a:lnTo>
                <a:close/>
                <a:moveTo>
                  <a:pt x="514350" y="2838450"/>
                </a:moveTo>
                <a:lnTo>
                  <a:pt x="523875" y="2838450"/>
                </a:lnTo>
                <a:lnTo>
                  <a:pt x="523875" y="2847975"/>
                </a:lnTo>
                <a:lnTo>
                  <a:pt x="514350" y="2847975"/>
                </a:lnTo>
                <a:close/>
                <a:moveTo>
                  <a:pt x="552450" y="2838450"/>
                </a:moveTo>
                <a:lnTo>
                  <a:pt x="561975" y="2838450"/>
                </a:lnTo>
                <a:lnTo>
                  <a:pt x="561975" y="2847975"/>
                </a:lnTo>
                <a:lnTo>
                  <a:pt x="571500" y="2847975"/>
                </a:lnTo>
                <a:lnTo>
                  <a:pt x="571500" y="2857500"/>
                </a:lnTo>
                <a:lnTo>
                  <a:pt x="533400" y="2857500"/>
                </a:lnTo>
                <a:lnTo>
                  <a:pt x="533400" y="2847975"/>
                </a:lnTo>
                <a:lnTo>
                  <a:pt x="552450" y="2847975"/>
                </a:lnTo>
                <a:close/>
                <a:moveTo>
                  <a:pt x="219075" y="2857500"/>
                </a:moveTo>
                <a:lnTo>
                  <a:pt x="238125" y="2857500"/>
                </a:lnTo>
                <a:lnTo>
                  <a:pt x="238125" y="2867025"/>
                </a:lnTo>
                <a:lnTo>
                  <a:pt x="228600" y="2867025"/>
                </a:lnTo>
                <a:lnTo>
                  <a:pt x="228600" y="2886075"/>
                </a:lnTo>
                <a:lnTo>
                  <a:pt x="238125" y="2886075"/>
                </a:lnTo>
                <a:lnTo>
                  <a:pt x="238125" y="2876550"/>
                </a:lnTo>
                <a:lnTo>
                  <a:pt x="247650" y="2876550"/>
                </a:lnTo>
                <a:lnTo>
                  <a:pt x="247650" y="2886075"/>
                </a:lnTo>
                <a:lnTo>
                  <a:pt x="257175" y="2886075"/>
                </a:lnTo>
                <a:lnTo>
                  <a:pt x="257175" y="2895600"/>
                </a:lnTo>
                <a:lnTo>
                  <a:pt x="276225" y="2895600"/>
                </a:lnTo>
                <a:lnTo>
                  <a:pt x="276225" y="2914650"/>
                </a:lnTo>
                <a:lnTo>
                  <a:pt x="228600" y="2914650"/>
                </a:lnTo>
                <a:lnTo>
                  <a:pt x="228600" y="2905125"/>
                </a:lnTo>
                <a:lnTo>
                  <a:pt x="219075" y="2905125"/>
                </a:lnTo>
                <a:close/>
                <a:moveTo>
                  <a:pt x="361950" y="2857500"/>
                </a:moveTo>
                <a:lnTo>
                  <a:pt x="381000" y="2857500"/>
                </a:lnTo>
                <a:lnTo>
                  <a:pt x="381000" y="2867025"/>
                </a:lnTo>
                <a:lnTo>
                  <a:pt x="390525" y="2867025"/>
                </a:lnTo>
                <a:lnTo>
                  <a:pt x="390525" y="2876550"/>
                </a:lnTo>
                <a:lnTo>
                  <a:pt x="371475" y="2876550"/>
                </a:lnTo>
                <a:lnTo>
                  <a:pt x="371475" y="2867025"/>
                </a:lnTo>
                <a:lnTo>
                  <a:pt x="361950" y="2867025"/>
                </a:lnTo>
                <a:close/>
                <a:moveTo>
                  <a:pt x="495300" y="2857500"/>
                </a:moveTo>
                <a:lnTo>
                  <a:pt x="504825" y="2857500"/>
                </a:lnTo>
                <a:lnTo>
                  <a:pt x="504825" y="2867025"/>
                </a:lnTo>
                <a:lnTo>
                  <a:pt x="495300" y="2867025"/>
                </a:lnTo>
                <a:close/>
                <a:moveTo>
                  <a:pt x="266700" y="2867025"/>
                </a:moveTo>
                <a:lnTo>
                  <a:pt x="276225" y="2867025"/>
                </a:lnTo>
                <a:lnTo>
                  <a:pt x="276225" y="2876550"/>
                </a:lnTo>
                <a:lnTo>
                  <a:pt x="266700" y="2876550"/>
                </a:lnTo>
                <a:close/>
                <a:moveTo>
                  <a:pt x="428625" y="2867025"/>
                </a:moveTo>
                <a:lnTo>
                  <a:pt x="476250" y="2867025"/>
                </a:lnTo>
                <a:lnTo>
                  <a:pt x="476250" y="2876550"/>
                </a:lnTo>
                <a:lnTo>
                  <a:pt x="428625" y="2876550"/>
                </a:lnTo>
                <a:close/>
                <a:moveTo>
                  <a:pt x="504825" y="2867025"/>
                </a:moveTo>
                <a:lnTo>
                  <a:pt x="561975" y="2867025"/>
                </a:lnTo>
                <a:lnTo>
                  <a:pt x="561975" y="2876550"/>
                </a:lnTo>
                <a:lnTo>
                  <a:pt x="504825" y="2876550"/>
                </a:lnTo>
                <a:close/>
                <a:moveTo>
                  <a:pt x="1285875" y="2867025"/>
                </a:moveTo>
                <a:lnTo>
                  <a:pt x="1295400" y="2867025"/>
                </a:lnTo>
                <a:lnTo>
                  <a:pt x="1295400" y="2876550"/>
                </a:lnTo>
                <a:lnTo>
                  <a:pt x="1285875" y="2876550"/>
                </a:lnTo>
                <a:close/>
                <a:moveTo>
                  <a:pt x="1381125" y="2867025"/>
                </a:moveTo>
                <a:lnTo>
                  <a:pt x="1390650" y="2867025"/>
                </a:lnTo>
                <a:lnTo>
                  <a:pt x="1390650" y="2876550"/>
                </a:lnTo>
                <a:lnTo>
                  <a:pt x="1381125" y="2876550"/>
                </a:lnTo>
                <a:close/>
                <a:moveTo>
                  <a:pt x="1400175" y="2867025"/>
                </a:moveTo>
                <a:lnTo>
                  <a:pt x="1428750" y="2867025"/>
                </a:lnTo>
                <a:lnTo>
                  <a:pt x="1428750" y="2876550"/>
                </a:lnTo>
                <a:lnTo>
                  <a:pt x="1400175" y="2876550"/>
                </a:lnTo>
                <a:close/>
                <a:moveTo>
                  <a:pt x="1447800" y="2867025"/>
                </a:moveTo>
                <a:lnTo>
                  <a:pt x="1466850" y="2867025"/>
                </a:lnTo>
                <a:lnTo>
                  <a:pt x="1466850" y="2876550"/>
                </a:lnTo>
                <a:lnTo>
                  <a:pt x="1476375" y="2876550"/>
                </a:lnTo>
                <a:lnTo>
                  <a:pt x="1476375" y="2886075"/>
                </a:lnTo>
                <a:lnTo>
                  <a:pt x="1485900" y="2886075"/>
                </a:lnTo>
                <a:lnTo>
                  <a:pt x="1485900" y="2876550"/>
                </a:lnTo>
                <a:lnTo>
                  <a:pt x="1495425" y="2876550"/>
                </a:lnTo>
                <a:lnTo>
                  <a:pt x="1495425" y="2867025"/>
                </a:lnTo>
                <a:lnTo>
                  <a:pt x="1552575" y="2867025"/>
                </a:lnTo>
                <a:lnTo>
                  <a:pt x="1552575" y="2876550"/>
                </a:lnTo>
                <a:lnTo>
                  <a:pt x="1571625" y="2876550"/>
                </a:lnTo>
                <a:lnTo>
                  <a:pt x="1571625" y="2867025"/>
                </a:lnTo>
                <a:lnTo>
                  <a:pt x="1590675" y="2867025"/>
                </a:lnTo>
                <a:lnTo>
                  <a:pt x="1590675" y="2876550"/>
                </a:lnTo>
                <a:lnTo>
                  <a:pt x="1600200" y="2876550"/>
                </a:lnTo>
                <a:lnTo>
                  <a:pt x="1600200" y="2886075"/>
                </a:lnTo>
                <a:lnTo>
                  <a:pt x="1609725" y="2886075"/>
                </a:lnTo>
                <a:lnTo>
                  <a:pt x="1609725" y="2876550"/>
                </a:lnTo>
                <a:lnTo>
                  <a:pt x="1619250" y="2876550"/>
                </a:lnTo>
                <a:lnTo>
                  <a:pt x="1619250" y="2867025"/>
                </a:lnTo>
                <a:lnTo>
                  <a:pt x="1638300" y="2867025"/>
                </a:lnTo>
                <a:lnTo>
                  <a:pt x="1638300" y="2876550"/>
                </a:lnTo>
                <a:lnTo>
                  <a:pt x="1657350" y="2876550"/>
                </a:lnTo>
                <a:lnTo>
                  <a:pt x="1657350" y="2867025"/>
                </a:lnTo>
                <a:lnTo>
                  <a:pt x="1676400" y="2867025"/>
                </a:lnTo>
                <a:lnTo>
                  <a:pt x="1676400" y="2876550"/>
                </a:lnTo>
                <a:lnTo>
                  <a:pt x="1685925" y="2876550"/>
                </a:lnTo>
                <a:lnTo>
                  <a:pt x="1685925" y="2905125"/>
                </a:lnTo>
                <a:lnTo>
                  <a:pt x="1676400" y="2905125"/>
                </a:lnTo>
                <a:lnTo>
                  <a:pt x="1676400" y="2914650"/>
                </a:lnTo>
                <a:lnTo>
                  <a:pt x="1657350" y="2914650"/>
                </a:lnTo>
                <a:lnTo>
                  <a:pt x="1657350" y="2905125"/>
                </a:lnTo>
                <a:lnTo>
                  <a:pt x="1638300" y="2905125"/>
                </a:lnTo>
                <a:lnTo>
                  <a:pt x="1638300" y="2914650"/>
                </a:lnTo>
                <a:lnTo>
                  <a:pt x="1619250" y="2914650"/>
                </a:lnTo>
                <a:lnTo>
                  <a:pt x="1619250" y="2905125"/>
                </a:lnTo>
                <a:lnTo>
                  <a:pt x="1609725" y="2905125"/>
                </a:lnTo>
                <a:lnTo>
                  <a:pt x="1609725" y="2895600"/>
                </a:lnTo>
                <a:lnTo>
                  <a:pt x="1600200" y="2895600"/>
                </a:lnTo>
                <a:lnTo>
                  <a:pt x="1600200" y="2905125"/>
                </a:lnTo>
                <a:lnTo>
                  <a:pt x="1581150" y="2905125"/>
                </a:lnTo>
                <a:lnTo>
                  <a:pt x="1581150" y="2914650"/>
                </a:lnTo>
                <a:lnTo>
                  <a:pt x="1571625" y="2914650"/>
                </a:lnTo>
                <a:lnTo>
                  <a:pt x="1571625" y="2905125"/>
                </a:lnTo>
                <a:lnTo>
                  <a:pt x="1552575" y="2905125"/>
                </a:lnTo>
                <a:lnTo>
                  <a:pt x="1552575" y="2914650"/>
                </a:lnTo>
                <a:lnTo>
                  <a:pt x="1533525" y="2914650"/>
                </a:lnTo>
                <a:lnTo>
                  <a:pt x="1533525" y="2905125"/>
                </a:lnTo>
                <a:lnTo>
                  <a:pt x="1514475" y="2905125"/>
                </a:lnTo>
                <a:lnTo>
                  <a:pt x="1514475" y="2914650"/>
                </a:lnTo>
                <a:lnTo>
                  <a:pt x="1504950" y="2914650"/>
                </a:lnTo>
                <a:lnTo>
                  <a:pt x="1504950" y="2905125"/>
                </a:lnTo>
                <a:lnTo>
                  <a:pt x="1485900" y="2905125"/>
                </a:lnTo>
                <a:lnTo>
                  <a:pt x="1485900" y="2895600"/>
                </a:lnTo>
                <a:lnTo>
                  <a:pt x="1476375" y="2895600"/>
                </a:lnTo>
                <a:lnTo>
                  <a:pt x="1476375" y="2905125"/>
                </a:lnTo>
                <a:lnTo>
                  <a:pt x="1466850" y="2905125"/>
                </a:lnTo>
                <a:lnTo>
                  <a:pt x="1466850" y="2914650"/>
                </a:lnTo>
                <a:lnTo>
                  <a:pt x="1447800" y="2914650"/>
                </a:lnTo>
                <a:lnTo>
                  <a:pt x="1447800" y="2905125"/>
                </a:lnTo>
                <a:lnTo>
                  <a:pt x="1428750" y="2905125"/>
                </a:lnTo>
                <a:lnTo>
                  <a:pt x="1428750" y="2914650"/>
                </a:lnTo>
                <a:lnTo>
                  <a:pt x="1419225" y="2914650"/>
                </a:lnTo>
                <a:lnTo>
                  <a:pt x="1419225" y="2905125"/>
                </a:lnTo>
                <a:lnTo>
                  <a:pt x="1409700" y="2905125"/>
                </a:lnTo>
                <a:lnTo>
                  <a:pt x="1409700" y="2895600"/>
                </a:lnTo>
                <a:lnTo>
                  <a:pt x="1428750" y="2895600"/>
                </a:lnTo>
                <a:lnTo>
                  <a:pt x="1428750" y="2876550"/>
                </a:lnTo>
                <a:lnTo>
                  <a:pt x="1447800" y="2876550"/>
                </a:lnTo>
                <a:close/>
                <a:moveTo>
                  <a:pt x="400050" y="2876550"/>
                </a:moveTo>
                <a:lnTo>
                  <a:pt x="419100" y="2876550"/>
                </a:lnTo>
                <a:lnTo>
                  <a:pt x="419100" y="2886075"/>
                </a:lnTo>
                <a:lnTo>
                  <a:pt x="400050" y="2886075"/>
                </a:lnTo>
                <a:close/>
                <a:moveTo>
                  <a:pt x="1276350" y="2876550"/>
                </a:moveTo>
                <a:lnTo>
                  <a:pt x="1285875" y="2876550"/>
                </a:lnTo>
                <a:lnTo>
                  <a:pt x="1285875" y="2895600"/>
                </a:lnTo>
                <a:lnTo>
                  <a:pt x="1304925" y="2895600"/>
                </a:lnTo>
                <a:lnTo>
                  <a:pt x="1304925" y="2905125"/>
                </a:lnTo>
                <a:lnTo>
                  <a:pt x="1295400" y="2905125"/>
                </a:lnTo>
                <a:lnTo>
                  <a:pt x="1295400" y="2914650"/>
                </a:lnTo>
                <a:lnTo>
                  <a:pt x="1285875" y="2914650"/>
                </a:lnTo>
                <a:lnTo>
                  <a:pt x="1285875" y="2905125"/>
                </a:lnTo>
                <a:lnTo>
                  <a:pt x="1276350" y="2905125"/>
                </a:lnTo>
                <a:lnTo>
                  <a:pt x="1276350" y="2895600"/>
                </a:lnTo>
                <a:lnTo>
                  <a:pt x="1266825" y="2895600"/>
                </a:lnTo>
                <a:lnTo>
                  <a:pt x="1266825" y="2886075"/>
                </a:lnTo>
                <a:lnTo>
                  <a:pt x="1276350" y="2886075"/>
                </a:lnTo>
                <a:close/>
                <a:moveTo>
                  <a:pt x="1333500" y="2876550"/>
                </a:moveTo>
                <a:lnTo>
                  <a:pt x="1343025" y="2876550"/>
                </a:lnTo>
                <a:lnTo>
                  <a:pt x="1343025" y="2886075"/>
                </a:lnTo>
                <a:lnTo>
                  <a:pt x="1362075" y="2886075"/>
                </a:lnTo>
                <a:lnTo>
                  <a:pt x="1362075" y="2876550"/>
                </a:lnTo>
                <a:lnTo>
                  <a:pt x="1381125" y="2876550"/>
                </a:lnTo>
                <a:lnTo>
                  <a:pt x="1381125" y="2895600"/>
                </a:lnTo>
                <a:lnTo>
                  <a:pt x="1390650" y="2895600"/>
                </a:lnTo>
                <a:lnTo>
                  <a:pt x="1390650" y="2876550"/>
                </a:lnTo>
                <a:lnTo>
                  <a:pt x="1400175" y="2876550"/>
                </a:lnTo>
                <a:lnTo>
                  <a:pt x="1400175" y="2905125"/>
                </a:lnTo>
                <a:lnTo>
                  <a:pt x="1362075" y="2905125"/>
                </a:lnTo>
                <a:lnTo>
                  <a:pt x="1362075" y="2895600"/>
                </a:lnTo>
                <a:lnTo>
                  <a:pt x="1333500" y="2895600"/>
                </a:lnTo>
                <a:close/>
                <a:moveTo>
                  <a:pt x="1504950" y="2895600"/>
                </a:moveTo>
                <a:lnTo>
                  <a:pt x="1533525" y="2895600"/>
                </a:lnTo>
                <a:lnTo>
                  <a:pt x="1533525" y="2876550"/>
                </a:lnTo>
                <a:lnTo>
                  <a:pt x="1504950" y="2876550"/>
                </a:lnTo>
                <a:close/>
                <a:moveTo>
                  <a:pt x="1571625" y="2895600"/>
                </a:moveTo>
                <a:lnTo>
                  <a:pt x="1581150" y="2895600"/>
                </a:lnTo>
                <a:lnTo>
                  <a:pt x="1581150" y="2876550"/>
                </a:lnTo>
                <a:lnTo>
                  <a:pt x="1571625" y="2876550"/>
                </a:lnTo>
                <a:close/>
                <a:moveTo>
                  <a:pt x="447675" y="2914650"/>
                </a:moveTo>
                <a:lnTo>
                  <a:pt x="457200" y="2914650"/>
                </a:lnTo>
                <a:lnTo>
                  <a:pt x="457200" y="2924175"/>
                </a:lnTo>
                <a:lnTo>
                  <a:pt x="495300" y="2924175"/>
                </a:lnTo>
                <a:lnTo>
                  <a:pt x="495300" y="2943225"/>
                </a:lnTo>
                <a:lnTo>
                  <a:pt x="466725" y="2943225"/>
                </a:lnTo>
                <a:lnTo>
                  <a:pt x="466725" y="2933700"/>
                </a:lnTo>
                <a:lnTo>
                  <a:pt x="457200" y="2933700"/>
                </a:lnTo>
                <a:lnTo>
                  <a:pt x="457200" y="2943225"/>
                </a:lnTo>
                <a:lnTo>
                  <a:pt x="447675" y="2943225"/>
                </a:lnTo>
                <a:lnTo>
                  <a:pt x="447675" y="2933700"/>
                </a:lnTo>
                <a:lnTo>
                  <a:pt x="438150" y="2933700"/>
                </a:lnTo>
                <a:lnTo>
                  <a:pt x="438150" y="2943225"/>
                </a:lnTo>
                <a:lnTo>
                  <a:pt x="400050" y="2943225"/>
                </a:lnTo>
                <a:lnTo>
                  <a:pt x="400050" y="2933700"/>
                </a:lnTo>
                <a:lnTo>
                  <a:pt x="390525" y="2933700"/>
                </a:lnTo>
                <a:lnTo>
                  <a:pt x="390525" y="2924175"/>
                </a:lnTo>
                <a:lnTo>
                  <a:pt x="447675" y="2924175"/>
                </a:lnTo>
                <a:close/>
                <a:moveTo>
                  <a:pt x="533400" y="2914650"/>
                </a:moveTo>
                <a:lnTo>
                  <a:pt x="542925" y="2914650"/>
                </a:lnTo>
                <a:lnTo>
                  <a:pt x="542925" y="2924175"/>
                </a:lnTo>
                <a:lnTo>
                  <a:pt x="590550" y="2924175"/>
                </a:lnTo>
                <a:lnTo>
                  <a:pt x="590550" y="2914650"/>
                </a:lnTo>
                <a:lnTo>
                  <a:pt x="628650" y="2914650"/>
                </a:lnTo>
                <a:lnTo>
                  <a:pt x="628650" y="2924175"/>
                </a:lnTo>
                <a:lnTo>
                  <a:pt x="647700" y="2924175"/>
                </a:lnTo>
                <a:lnTo>
                  <a:pt x="647700" y="2914650"/>
                </a:lnTo>
                <a:lnTo>
                  <a:pt x="666750" y="2914650"/>
                </a:lnTo>
                <a:lnTo>
                  <a:pt x="666750" y="2924175"/>
                </a:lnTo>
                <a:lnTo>
                  <a:pt x="676275" y="2924175"/>
                </a:lnTo>
                <a:lnTo>
                  <a:pt x="676275" y="2933700"/>
                </a:lnTo>
                <a:lnTo>
                  <a:pt x="666750" y="2933700"/>
                </a:lnTo>
                <a:lnTo>
                  <a:pt x="666750" y="2943225"/>
                </a:lnTo>
                <a:lnTo>
                  <a:pt x="638175" y="2943225"/>
                </a:lnTo>
                <a:lnTo>
                  <a:pt x="638175" y="2952750"/>
                </a:lnTo>
                <a:lnTo>
                  <a:pt x="628650" y="2952750"/>
                </a:lnTo>
                <a:lnTo>
                  <a:pt x="628650" y="2943225"/>
                </a:lnTo>
                <a:lnTo>
                  <a:pt x="581025" y="2943225"/>
                </a:lnTo>
                <a:lnTo>
                  <a:pt x="581025" y="2933700"/>
                </a:lnTo>
                <a:lnTo>
                  <a:pt x="561975" y="2933700"/>
                </a:lnTo>
                <a:lnTo>
                  <a:pt x="561975" y="2943225"/>
                </a:lnTo>
                <a:lnTo>
                  <a:pt x="533400" y="2943225"/>
                </a:lnTo>
                <a:lnTo>
                  <a:pt x="533400" y="2933700"/>
                </a:lnTo>
                <a:lnTo>
                  <a:pt x="523875" y="2933700"/>
                </a:lnTo>
                <a:lnTo>
                  <a:pt x="523875" y="2924175"/>
                </a:lnTo>
                <a:lnTo>
                  <a:pt x="533400" y="2924175"/>
                </a:lnTo>
                <a:close/>
                <a:moveTo>
                  <a:pt x="914400" y="2914650"/>
                </a:moveTo>
                <a:lnTo>
                  <a:pt x="923925" y="2914650"/>
                </a:lnTo>
                <a:lnTo>
                  <a:pt x="923925" y="2924175"/>
                </a:lnTo>
                <a:lnTo>
                  <a:pt x="942975" y="2924175"/>
                </a:lnTo>
                <a:lnTo>
                  <a:pt x="942975" y="2933700"/>
                </a:lnTo>
                <a:lnTo>
                  <a:pt x="923925" y="2933700"/>
                </a:lnTo>
                <a:lnTo>
                  <a:pt x="923925" y="2943225"/>
                </a:lnTo>
                <a:lnTo>
                  <a:pt x="914400" y="2943225"/>
                </a:lnTo>
                <a:lnTo>
                  <a:pt x="914400" y="2933700"/>
                </a:lnTo>
                <a:lnTo>
                  <a:pt x="904875" y="2933700"/>
                </a:lnTo>
                <a:lnTo>
                  <a:pt x="904875" y="2924175"/>
                </a:lnTo>
                <a:lnTo>
                  <a:pt x="914400" y="2924175"/>
                </a:lnTo>
                <a:close/>
                <a:moveTo>
                  <a:pt x="990600" y="2914650"/>
                </a:moveTo>
                <a:lnTo>
                  <a:pt x="1000125" y="2914650"/>
                </a:lnTo>
                <a:lnTo>
                  <a:pt x="1000125" y="2924175"/>
                </a:lnTo>
                <a:lnTo>
                  <a:pt x="1019175" y="2924175"/>
                </a:lnTo>
                <a:lnTo>
                  <a:pt x="1019175" y="2943225"/>
                </a:lnTo>
                <a:lnTo>
                  <a:pt x="990600" y="2943225"/>
                </a:lnTo>
                <a:lnTo>
                  <a:pt x="990600" y="2933700"/>
                </a:lnTo>
                <a:lnTo>
                  <a:pt x="962025" y="2933700"/>
                </a:lnTo>
                <a:lnTo>
                  <a:pt x="962025" y="2943225"/>
                </a:lnTo>
                <a:lnTo>
                  <a:pt x="952500" y="2943225"/>
                </a:lnTo>
                <a:lnTo>
                  <a:pt x="952500" y="2924175"/>
                </a:lnTo>
                <a:lnTo>
                  <a:pt x="990600" y="2924175"/>
                </a:lnTo>
                <a:close/>
                <a:moveTo>
                  <a:pt x="685800" y="2924175"/>
                </a:moveTo>
                <a:lnTo>
                  <a:pt x="762000" y="2924175"/>
                </a:lnTo>
                <a:lnTo>
                  <a:pt x="762000" y="2933700"/>
                </a:lnTo>
                <a:lnTo>
                  <a:pt x="752475" y="2933700"/>
                </a:lnTo>
                <a:lnTo>
                  <a:pt x="752475" y="2943225"/>
                </a:lnTo>
                <a:lnTo>
                  <a:pt x="695325" y="2943225"/>
                </a:lnTo>
                <a:lnTo>
                  <a:pt x="695325" y="2933700"/>
                </a:lnTo>
                <a:lnTo>
                  <a:pt x="685800" y="2933700"/>
                </a:lnTo>
                <a:close/>
                <a:moveTo>
                  <a:pt x="781050" y="2924175"/>
                </a:moveTo>
                <a:lnTo>
                  <a:pt x="838200" y="2924175"/>
                </a:lnTo>
                <a:lnTo>
                  <a:pt x="838200" y="2933700"/>
                </a:lnTo>
                <a:lnTo>
                  <a:pt x="828675" y="2933700"/>
                </a:lnTo>
                <a:lnTo>
                  <a:pt x="828675" y="2943225"/>
                </a:lnTo>
                <a:lnTo>
                  <a:pt x="790575" y="2943225"/>
                </a:lnTo>
                <a:lnTo>
                  <a:pt x="790575" y="2952750"/>
                </a:lnTo>
                <a:lnTo>
                  <a:pt x="781050" y="2952750"/>
                </a:lnTo>
                <a:lnTo>
                  <a:pt x="781050" y="2943225"/>
                </a:lnTo>
                <a:lnTo>
                  <a:pt x="762000" y="2943225"/>
                </a:lnTo>
                <a:lnTo>
                  <a:pt x="762000" y="2933700"/>
                </a:lnTo>
                <a:lnTo>
                  <a:pt x="781050" y="2933700"/>
                </a:lnTo>
                <a:close/>
                <a:moveTo>
                  <a:pt x="866775" y="2924175"/>
                </a:moveTo>
                <a:lnTo>
                  <a:pt x="885825" y="2924175"/>
                </a:lnTo>
                <a:lnTo>
                  <a:pt x="885825" y="2933700"/>
                </a:lnTo>
                <a:lnTo>
                  <a:pt x="876300" y="2933700"/>
                </a:lnTo>
                <a:lnTo>
                  <a:pt x="876300" y="2943225"/>
                </a:lnTo>
                <a:lnTo>
                  <a:pt x="866775" y="2943225"/>
                </a:lnTo>
                <a:close/>
                <a:moveTo>
                  <a:pt x="390525" y="3095625"/>
                </a:moveTo>
                <a:lnTo>
                  <a:pt x="400050" y="3095625"/>
                </a:lnTo>
                <a:lnTo>
                  <a:pt x="400050" y="3105150"/>
                </a:lnTo>
                <a:lnTo>
                  <a:pt x="390525" y="3105150"/>
                </a:lnTo>
                <a:close/>
                <a:moveTo>
                  <a:pt x="438150" y="3095625"/>
                </a:moveTo>
                <a:lnTo>
                  <a:pt x="466725" y="3095625"/>
                </a:lnTo>
                <a:lnTo>
                  <a:pt x="466725" y="3114675"/>
                </a:lnTo>
                <a:lnTo>
                  <a:pt x="457200" y="3114675"/>
                </a:lnTo>
                <a:lnTo>
                  <a:pt x="457200" y="3105150"/>
                </a:lnTo>
                <a:lnTo>
                  <a:pt x="438150" y="3105150"/>
                </a:lnTo>
                <a:close/>
                <a:moveTo>
                  <a:pt x="361950" y="3105150"/>
                </a:moveTo>
                <a:lnTo>
                  <a:pt x="371475" y="3105150"/>
                </a:lnTo>
                <a:lnTo>
                  <a:pt x="371475" y="3114675"/>
                </a:lnTo>
                <a:lnTo>
                  <a:pt x="361950" y="3114675"/>
                </a:lnTo>
                <a:close/>
                <a:moveTo>
                  <a:pt x="476250" y="3105150"/>
                </a:moveTo>
                <a:lnTo>
                  <a:pt x="504825" y="3105150"/>
                </a:lnTo>
                <a:lnTo>
                  <a:pt x="504825" y="3114675"/>
                </a:lnTo>
                <a:lnTo>
                  <a:pt x="485775" y="3114675"/>
                </a:lnTo>
                <a:lnTo>
                  <a:pt x="485775" y="3124200"/>
                </a:lnTo>
                <a:lnTo>
                  <a:pt x="504825" y="3124200"/>
                </a:lnTo>
                <a:lnTo>
                  <a:pt x="504825" y="3133725"/>
                </a:lnTo>
                <a:lnTo>
                  <a:pt x="476250" y="3133725"/>
                </a:lnTo>
                <a:close/>
                <a:moveTo>
                  <a:pt x="514350" y="3105150"/>
                </a:moveTo>
                <a:lnTo>
                  <a:pt x="542925" y="3105150"/>
                </a:lnTo>
                <a:lnTo>
                  <a:pt x="542925" y="3114675"/>
                </a:lnTo>
                <a:lnTo>
                  <a:pt x="514350" y="3114675"/>
                </a:lnTo>
                <a:close/>
                <a:moveTo>
                  <a:pt x="542925" y="3114675"/>
                </a:moveTo>
                <a:lnTo>
                  <a:pt x="552450" y="3114675"/>
                </a:lnTo>
                <a:lnTo>
                  <a:pt x="552450" y="3133725"/>
                </a:lnTo>
                <a:lnTo>
                  <a:pt x="542925" y="3133725"/>
                </a:lnTo>
                <a:close/>
                <a:moveTo>
                  <a:pt x="228600" y="3124200"/>
                </a:moveTo>
                <a:lnTo>
                  <a:pt x="238125" y="3124200"/>
                </a:lnTo>
                <a:lnTo>
                  <a:pt x="238125" y="3133725"/>
                </a:lnTo>
                <a:lnTo>
                  <a:pt x="228600" y="3133725"/>
                </a:lnTo>
                <a:close/>
                <a:moveTo>
                  <a:pt x="266700" y="3124200"/>
                </a:moveTo>
                <a:lnTo>
                  <a:pt x="276225" y="3124200"/>
                </a:lnTo>
                <a:lnTo>
                  <a:pt x="276225" y="3181350"/>
                </a:lnTo>
                <a:lnTo>
                  <a:pt x="266700" y="3181350"/>
                </a:lnTo>
                <a:lnTo>
                  <a:pt x="266700" y="3190875"/>
                </a:lnTo>
                <a:lnTo>
                  <a:pt x="228600" y="3190875"/>
                </a:lnTo>
                <a:lnTo>
                  <a:pt x="228600" y="3181350"/>
                </a:lnTo>
                <a:lnTo>
                  <a:pt x="219075" y="3181350"/>
                </a:lnTo>
                <a:lnTo>
                  <a:pt x="219075" y="3143250"/>
                </a:lnTo>
                <a:lnTo>
                  <a:pt x="257175" y="3143250"/>
                </a:lnTo>
                <a:lnTo>
                  <a:pt x="257175" y="3162300"/>
                </a:lnTo>
                <a:lnTo>
                  <a:pt x="266700" y="3162300"/>
                </a:lnTo>
                <a:close/>
                <a:moveTo>
                  <a:pt x="371475" y="3124200"/>
                </a:moveTo>
                <a:lnTo>
                  <a:pt x="381000" y="3124200"/>
                </a:lnTo>
                <a:lnTo>
                  <a:pt x="381000" y="3133725"/>
                </a:lnTo>
                <a:lnTo>
                  <a:pt x="371475" y="3133725"/>
                </a:lnTo>
                <a:close/>
                <a:moveTo>
                  <a:pt x="438150" y="3124200"/>
                </a:moveTo>
                <a:lnTo>
                  <a:pt x="447675" y="3124200"/>
                </a:lnTo>
                <a:lnTo>
                  <a:pt x="447675" y="3133725"/>
                </a:lnTo>
                <a:lnTo>
                  <a:pt x="438150" y="3133725"/>
                </a:lnTo>
                <a:close/>
                <a:moveTo>
                  <a:pt x="1285875" y="3124200"/>
                </a:moveTo>
                <a:lnTo>
                  <a:pt x="1295400" y="3124200"/>
                </a:lnTo>
                <a:lnTo>
                  <a:pt x="1295400" y="3133725"/>
                </a:lnTo>
                <a:lnTo>
                  <a:pt x="1285875" y="3133725"/>
                </a:lnTo>
                <a:close/>
                <a:moveTo>
                  <a:pt x="1381125" y="3124200"/>
                </a:moveTo>
                <a:lnTo>
                  <a:pt x="1390650" y="3124200"/>
                </a:lnTo>
                <a:lnTo>
                  <a:pt x="1390650" y="3133725"/>
                </a:lnTo>
                <a:lnTo>
                  <a:pt x="1381125" y="3133725"/>
                </a:lnTo>
                <a:close/>
                <a:moveTo>
                  <a:pt x="1409700" y="3124200"/>
                </a:moveTo>
                <a:lnTo>
                  <a:pt x="1428750" y="3124200"/>
                </a:lnTo>
                <a:lnTo>
                  <a:pt x="1428750" y="3133725"/>
                </a:lnTo>
                <a:lnTo>
                  <a:pt x="1409700" y="3133725"/>
                </a:lnTo>
                <a:close/>
                <a:moveTo>
                  <a:pt x="1447800" y="3124200"/>
                </a:moveTo>
                <a:lnTo>
                  <a:pt x="1466850" y="3124200"/>
                </a:lnTo>
                <a:lnTo>
                  <a:pt x="1466850" y="3133725"/>
                </a:lnTo>
                <a:lnTo>
                  <a:pt x="1476375" y="3133725"/>
                </a:lnTo>
                <a:lnTo>
                  <a:pt x="1476375" y="3143250"/>
                </a:lnTo>
                <a:lnTo>
                  <a:pt x="1485900" y="3143250"/>
                </a:lnTo>
                <a:lnTo>
                  <a:pt x="1485900" y="3133725"/>
                </a:lnTo>
                <a:lnTo>
                  <a:pt x="1495425" y="3133725"/>
                </a:lnTo>
                <a:lnTo>
                  <a:pt x="1495425" y="3124200"/>
                </a:lnTo>
                <a:lnTo>
                  <a:pt x="1514475" y="3124200"/>
                </a:lnTo>
                <a:lnTo>
                  <a:pt x="1514475" y="3133725"/>
                </a:lnTo>
                <a:lnTo>
                  <a:pt x="1495425" y="3133725"/>
                </a:lnTo>
                <a:lnTo>
                  <a:pt x="1495425" y="3152775"/>
                </a:lnTo>
                <a:lnTo>
                  <a:pt x="1485900" y="3152775"/>
                </a:lnTo>
                <a:lnTo>
                  <a:pt x="1485900" y="3162300"/>
                </a:lnTo>
                <a:lnTo>
                  <a:pt x="1476375" y="3162300"/>
                </a:lnTo>
                <a:lnTo>
                  <a:pt x="1476375" y="3152775"/>
                </a:lnTo>
                <a:lnTo>
                  <a:pt x="1466850" y="3152775"/>
                </a:lnTo>
                <a:lnTo>
                  <a:pt x="1466850" y="3143250"/>
                </a:lnTo>
                <a:lnTo>
                  <a:pt x="1447800" y="3143250"/>
                </a:lnTo>
                <a:close/>
                <a:moveTo>
                  <a:pt x="1533525" y="3124200"/>
                </a:moveTo>
                <a:lnTo>
                  <a:pt x="1552575" y="3124200"/>
                </a:lnTo>
                <a:lnTo>
                  <a:pt x="1552575" y="3133725"/>
                </a:lnTo>
                <a:lnTo>
                  <a:pt x="1533525" y="3133725"/>
                </a:lnTo>
                <a:close/>
                <a:moveTo>
                  <a:pt x="1571625" y="3124200"/>
                </a:moveTo>
                <a:lnTo>
                  <a:pt x="1581150" y="3124200"/>
                </a:lnTo>
                <a:lnTo>
                  <a:pt x="1581150" y="3133725"/>
                </a:lnTo>
                <a:lnTo>
                  <a:pt x="1571625" y="3133725"/>
                </a:lnTo>
                <a:close/>
                <a:moveTo>
                  <a:pt x="1619250" y="3124200"/>
                </a:moveTo>
                <a:lnTo>
                  <a:pt x="1638300" y="3124200"/>
                </a:lnTo>
                <a:lnTo>
                  <a:pt x="1638300" y="3143250"/>
                </a:lnTo>
                <a:lnTo>
                  <a:pt x="1619250" y="3143250"/>
                </a:lnTo>
                <a:lnTo>
                  <a:pt x="1619250" y="3162300"/>
                </a:lnTo>
                <a:lnTo>
                  <a:pt x="1628775" y="3162300"/>
                </a:lnTo>
                <a:lnTo>
                  <a:pt x="1628775" y="3171825"/>
                </a:lnTo>
                <a:lnTo>
                  <a:pt x="1609725" y="3171825"/>
                </a:lnTo>
                <a:lnTo>
                  <a:pt x="1609725" y="3162300"/>
                </a:lnTo>
                <a:lnTo>
                  <a:pt x="1600200" y="3162300"/>
                </a:lnTo>
                <a:lnTo>
                  <a:pt x="1600200" y="3171825"/>
                </a:lnTo>
                <a:lnTo>
                  <a:pt x="1571625" y="3171825"/>
                </a:lnTo>
                <a:lnTo>
                  <a:pt x="1571625" y="3162300"/>
                </a:lnTo>
                <a:lnTo>
                  <a:pt x="1581150" y="3162300"/>
                </a:lnTo>
                <a:lnTo>
                  <a:pt x="1581150" y="3133725"/>
                </a:lnTo>
                <a:lnTo>
                  <a:pt x="1590675" y="3133725"/>
                </a:lnTo>
                <a:lnTo>
                  <a:pt x="1590675" y="3143250"/>
                </a:lnTo>
                <a:lnTo>
                  <a:pt x="1609725" y="3143250"/>
                </a:lnTo>
                <a:lnTo>
                  <a:pt x="1609725" y="3133725"/>
                </a:lnTo>
                <a:lnTo>
                  <a:pt x="1619250" y="3133725"/>
                </a:lnTo>
                <a:close/>
                <a:moveTo>
                  <a:pt x="1657350" y="3124200"/>
                </a:moveTo>
                <a:lnTo>
                  <a:pt x="1676400" y="3124200"/>
                </a:lnTo>
                <a:lnTo>
                  <a:pt x="1676400" y="3133725"/>
                </a:lnTo>
                <a:lnTo>
                  <a:pt x="1685925" y="3133725"/>
                </a:lnTo>
                <a:lnTo>
                  <a:pt x="1685925" y="3162300"/>
                </a:lnTo>
                <a:lnTo>
                  <a:pt x="1676400" y="3162300"/>
                </a:lnTo>
                <a:lnTo>
                  <a:pt x="1676400" y="3143250"/>
                </a:lnTo>
                <a:lnTo>
                  <a:pt x="1666875" y="3143250"/>
                </a:lnTo>
                <a:lnTo>
                  <a:pt x="1666875" y="3133725"/>
                </a:lnTo>
                <a:lnTo>
                  <a:pt x="1657350" y="3133725"/>
                </a:lnTo>
                <a:close/>
                <a:moveTo>
                  <a:pt x="400050" y="3133725"/>
                </a:moveTo>
                <a:lnTo>
                  <a:pt x="419100" y="3133725"/>
                </a:lnTo>
                <a:lnTo>
                  <a:pt x="419100" y="3143250"/>
                </a:lnTo>
                <a:lnTo>
                  <a:pt x="400050" y="3143250"/>
                </a:lnTo>
                <a:close/>
                <a:moveTo>
                  <a:pt x="447675" y="3133725"/>
                </a:moveTo>
                <a:lnTo>
                  <a:pt x="457200" y="3133725"/>
                </a:lnTo>
                <a:lnTo>
                  <a:pt x="457200" y="3143250"/>
                </a:lnTo>
                <a:lnTo>
                  <a:pt x="447675" y="3143250"/>
                </a:lnTo>
                <a:close/>
                <a:moveTo>
                  <a:pt x="504825" y="3133725"/>
                </a:moveTo>
                <a:lnTo>
                  <a:pt x="514350" y="3133725"/>
                </a:lnTo>
                <a:lnTo>
                  <a:pt x="514350" y="3143250"/>
                </a:lnTo>
                <a:lnTo>
                  <a:pt x="504825" y="3143250"/>
                </a:lnTo>
                <a:close/>
                <a:moveTo>
                  <a:pt x="1333500" y="3133725"/>
                </a:moveTo>
                <a:lnTo>
                  <a:pt x="1352550" y="3133725"/>
                </a:lnTo>
                <a:lnTo>
                  <a:pt x="1352550" y="3143250"/>
                </a:lnTo>
                <a:lnTo>
                  <a:pt x="1371600" y="3143250"/>
                </a:lnTo>
                <a:lnTo>
                  <a:pt x="1371600" y="3133725"/>
                </a:lnTo>
                <a:lnTo>
                  <a:pt x="1381125" y="3133725"/>
                </a:lnTo>
                <a:lnTo>
                  <a:pt x="1381125" y="3162300"/>
                </a:lnTo>
                <a:lnTo>
                  <a:pt x="1409700" y="3162300"/>
                </a:lnTo>
                <a:lnTo>
                  <a:pt x="1409700" y="3171825"/>
                </a:lnTo>
                <a:lnTo>
                  <a:pt x="1362075" y="3171825"/>
                </a:lnTo>
                <a:lnTo>
                  <a:pt x="1362075" y="3162300"/>
                </a:lnTo>
                <a:lnTo>
                  <a:pt x="1333500" y="3162300"/>
                </a:lnTo>
                <a:close/>
                <a:moveTo>
                  <a:pt x="1247775" y="3143250"/>
                </a:moveTo>
                <a:lnTo>
                  <a:pt x="1276350" y="3143250"/>
                </a:lnTo>
                <a:lnTo>
                  <a:pt x="1276350" y="3152775"/>
                </a:lnTo>
                <a:lnTo>
                  <a:pt x="1285875" y="3152775"/>
                </a:lnTo>
                <a:lnTo>
                  <a:pt x="1285875" y="3162300"/>
                </a:lnTo>
                <a:lnTo>
                  <a:pt x="1304925" y="3162300"/>
                </a:lnTo>
                <a:lnTo>
                  <a:pt x="1304925" y="3171825"/>
                </a:lnTo>
                <a:lnTo>
                  <a:pt x="1276350" y="3171825"/>
                </a:lnTo>
                <a:lnTo>
                  <a:pt x="1276350" y="3162300"/>
                </a:lnTo>
                <a:lnTo>
                  <a:pt x="1247775" y="3162300"/>
                </a:lnTo>
                <a:close/>
                <a:moveTo>
                  <a:pt x="1495425" y="3162300"/>
                </a:moveTo>
                <a:lnTo>
                  <a:pt x="1552575" y="3162300"/>
                </a:lnTo>
                <a:lnTo>
                  <a:pt x="1552575" y="3171825"/>
                </a:lnTo>
                <a:lnTo>
                  <a:pt x="1495425" y="3171825"/>
                </a:lnTo>
                <a:close/>
                <a:moveTo>
                  <a:pt x="895350" y="3171825"/>
                </a:moveTo>
                <a:lnTo>
                  <a:pt x="914400" y="3171825"/>
                </a:lnTo>
                <a:lnTo>
                  <a:pt x="914400" y="3181350"/>
                </a:lnTo>
                <a:lnTo>
                  <a:pt x="933450" y="3181350"/>
                </a:lnTo>
                <a:lnTo>
                  <a:pt x="933450" y="3190875"/>
                </a:lnTo>
                <a:lnTo>
                  <a:pt x="942975" y="3190875"/>
                </a:lnTo>
                <a:lnTo>
                  <a:pt x="942975" y="3200400"/>
                </a:lnTo>
                <a:lnTo>
                  <a:pt x="933450" y="3200400"/>
                </a:lnTo>
                <a:lnTo>
                  <a:pt x="933450" y="3209925"/>
                </a:lnTo>
                <a:lnTo>
                  <a:pt x="923925" y="3209925"/>
                </a:lnTo>
                <a:lnTo>
                  <a:pt x="923925" y="3200400"/>
                </a:lnTo>
                <a:lnTo>
                  <a:pt x="895350" y="3200400"/>
                </a:lnTo>
                <a:lnTo>
                  <a:pt x="895350" y="3209925"/>
                </a:lnTo>
                <a:lnTo>
                  <a:pt x="866775" y="3209925"/>
                </a:lnTo>
                <a:lnTo>
                  <a:pt x="866775" y="3200400"/>
                </a:lnTo>
                <a:lnTo>
                  <a:pt x="838200" y="3200400"/>
                </a:lnTo>
                <a:lnTo>
                  <a:pt x="838200" y="3209925"/>
                </a:lnTo>
                <a:lnTo>
                  <a:pt x="828675" y="3209925"/>
                </a:lnTo>
                <a:lnTo>
                  <a:pt x="828675" y="3200400"/>
                </a:lnTo>
                <a:lnTo>
                  <a:pt x="819150" y="3200400"/>
                </a:lnTo>
                <a:lnTo>
                  <a:pt x="819150" y="3181350"/>
                </a:lnTo>
                <a:lnTo>
                  <a:pt x="847725" y="3181350"/>
                </a:lnTo>
                <a:lnTo>
                  <a:pt x="847725" y="3190875"/>
                </a:lnTo>
                <a:lnTo>
                  <a:pt x="866775" y="3190875"/>
                </a:lnTo>
                <a:lnTo>
                  <a:pt x="866775" y="3181350"/>
                </a:lnTo>
                <a:lnTo>
                  <a:pt x="895350" y="3181350"/>
                </a:lnTo>
                <a:close/>
                <a:moveTo>
                  <a:pt x="409575" y="3181350"/>
                </a:moveTo>
                <a:lnTo>
                  <a:pt x="495300" y="3181350"/>
                </a:lnTo>
                <a:lnTo>
                  <a:pt x="495300" y="3190875"/>
                </a:lnTo>
                <a:lnTo>
                  <a:pt x="504825" y="3190875"/>
                </a:lnTo>
                <a:lnTo>
                  <a:pt x="504825" y="3200400"/>
                </a:lnTo>
                <a:lnTo>
                  <a:pt x="495300" y="3200400"/>
                </a:lnTo>
                <a:lnTo>
                  <a:pt x="495300" y="3209925"/>
                </a:lnTo>
                <a:lnTo>
                  <a:pt x="447675" y="3209925"/>
                </a:lnTo>
                <a:lnTo>
                  <a:pt x="447675" y="3200400"/>
                </a:lnTo>
                <a:lnTo>
                  <a:pt x="438150" y="3200400"/>
                </a:lnTo>
                <a:lnTo>
                  <a:pt x="438150" y="3209925"/>
                </a:lnTo>
                <a:lnTo>
                  <a:pt x="409575" y="3209925"/>
                </a:lnTo>
                <a:lnTo>
                  <a:pt x="409575" y="3200400"/>
                </a:lnTo>
                <a:lnTo>
                  <a:pt x="400050" y="3200400"/>
                </a:lnTo>
                <a:lnTo>
                  <a:pt x="400050" y="3190875"/>
                </a:lnTo>
                <a:lnTo>
                  <a:pt x="409575" y="3190875"/>
                </a:lnTo>
                <a:close/>
                <a:moveTo>
                  <a:pt x="542925" y="3181350"/>
                </a:moveTo>
                <a:lnTo>
                  <a:pt x="666750" y="3181350"/>
                </a:lnTo>
                <a:lnTo>
                  <a:pt x="666750" y="3190875"/>
                </a:lnTo>
                <a:lnTo>
                  <a:pt x="676275" y="3190875"/>
                </a:lnTo>
                <a:lnTo>
                  <a:pt x="676275" y="3200400"/>
                </a:lnTo>
                <a:lnTo>
                  <a:pt x="666750" y="3200400"/>
                </a:lnTo>
                <a:lnTo>
                  <a:pt x="666750" y="3209925"/>
                </a:lnTo>
                <a:lnTo>
                  <a:pt x="609600" y="3209925"/>
                </a:lnTo>
                <a:lnTo>
                  <a:pt x="609600" y="3200400"/>
                </a:lnTo>
                <a:lnTo>
                  <a:pt x="533400" y="3200400"/>
                </a:lnTo>
                <a:lnTo>
                  <a:pt x="533400" y="3190875"/>
                </a:lnTo>
                <a:lnTo>
                  <a:pt x="542925" y="3190875"/>
                </a:lnTo>
                <a:close/>
                <a:moveTo>
                  <a:pt x="704850" y="3181350"/>
                </a:moveTo>
                <a:lnTo>
                  <a:pt x="714375" y="3181350"/>
                </a:lnTo>
                <a:lnTo>
                  <a:pt x="714375" y="3190875"/>
                </a:lnTo>
                <a:lnTo>
                  <a:pt x="723900" y="3190875"/>
                </a:lnTo>
                <a:lnTo>
                  <a:pt x="723900" y="3181350"/>
                </a:lnTo>
                <a:lnTo>
                  <a:pt x="742950" y="3181350"/>
                </a:lnTo>
                <a:lnTo>
                  <a:pt x="742950" y="3200400"/>
                </a:lnTo>
                <a:lnTo>
                  <a:pt x="695325" y="3200400"/>
                </a:lnTo>
                <a:lnTo>
                  <a:pt x="695325" y="3190875"/>
                </a:lnTo>
                <a:lnTo>
                  <a:pt x="704850" y="3190875"/>
                </a:lnTo>
                <a:close/>
                <a:moveTo>
                  <a:pt x="781050" y="3181350"/>
                </a:moveTo>
                <a:lnTo>
                  <a:pt x="800100" y="3181350"/>
                </a:lnTo>
                <a:lnTo>
                  <a:pt x="800100" y="3200400"/>
                </a:lnTo>
                <a:lnTo>
                  <a:pt x="790575" y="3200400"/>
                </a:lnTo>
                <a:lnTo>
                  <a:pt x="790575" y="3209925"/>
                </a:lnTo>
                <a:lnTo>
                  <a:pt x="781050" y="3209925"/>
                </a:lnTo>
                <a:lnTo>
                  <a:pt x="781050" y="3200400"/>
                </a:lnTo>
                <a:lnTo>
                  <a:pt x="771525" y="3200400"/>
                </a:lnTo>
                <a:lnTo>
                  <a:pt x="771525" y="3190875"/>
                </a:lnTo>
                <a:lnTo>
                  <a:pt x="781050" y="3190875"/>
                </a:lnTo>
                <a:close/>
                <a:moveTo>
                  <a:pt x="571500" y="3333750"/>
                </a:moveTo>
                <a:lnTo>
                  <a:pt x="581025" y="3333750"/>
                </a:lnTo>
                <a:lnTo>
                  <a:pt x="581025" y="3343275"/>
                </a:lnTo>
                <a:lnTo>
                  <a:pt x="590550" y="3343275"/>
                </a:lnTo>
                <a:lnTo>
                  <a:pt x="590550" y="3362325"/>
                </a:lnTo>
                <a:lnTo>
                  <a:pt x="571500" y="3362325"/>
                </a:lnTo>
                <a:lnTo>
                  <a:pt x="571500" y="3352800"/>
                </a:lnTo>
                <a:lnTo>
                  <a:pt x="561975" y="3352800"/>
                </a:lnTo>
                <a:lnTo>
                  <a:pt x="561975" y="3343275"/>
                </a:lnTo>
                <a:lnTo>
                  <a:pt x="571500" y="3343275"/>
                </a:lnTo>
                <a:close/>
                <a:moveTo>
                  <a:pt x="1238250" y="3333750"/>
                </a:moveTo>
                <a:lnTo>
                  <a:pt x="1295400" y="3333750"/>
                </a:lnTo>
                <a:lnTo>
                  <a:pt x="1295400" y="3343275"/>
                </a:lnTo>
                <a:lnTo>
                  <a:pt x="1304925" y="3343275"/>
                </a:lnTo>
                <a:lnTo>
                  <a:pt x="1304925" y="3352800"/>
                </a:lnTo>
                <a:lnTo>
                  <a:pt x="1295400" y="3352800"/>
                </a:lnTo>
                <a:lnTo>
                  <a:pt x="1295400" y="3362325"/>
                </a:lnTo>
                <a:lnTo>
                  <a:pt x="1285875" y="3362325"/>
                </a:lnTo>
                <a:lnTo>
                  <a:pt x="1285875" y="3352800"/>
                </a:lnTo>
                <a:lnTo>
                  <a:pt x="1276350" y="3352800"/>
                </a:lnTo>
                <a:lnTo>
                  <a:pt x="1276350" y="3362325"/>
                </a:lnTo>
                <a:lnTo>
                  <a:pt x="1257300" y="3362325"/>
                </a:lnTo>
                <a:lnTo>
                  <a:pt x="1257300" y="3352800"/>
                </a:lnTo>
                <a:lnTo>
                  <a:pt x="1228725" y="3352800"/>
                </a:lnTo>
                <a:lnTo>
                  <a:pt x="1228725" y="3343275"/>
                </a:lnTo>
                <a:lnTo>
                  <a:pt x="1238250" y="3343275"/>
                </a:lnTo>
                <a:close/>
                <a:moveTo>
                  <a:pt x="247650" y="3343275"/>
                </a:moveTo>
                <a:lnTo>
                  <a:pt x="257175" y="3343275"/>
                </a:lnTo>
                <a:lnTo>
                  <a:pt x="257175" y="3362325"/>
                </a:lnTo>
                <a:lnTo>
                  <a:pt x="304800" y="3362325"/>
                </a:lnTo>
                <a:lnTo>
                  <a:pt x="304800" y="3343275"/>
                </a:lnTo>
                <a:lnTo>
                  <a:pt x="323850" y="3343275"/>
                </a:lnTo>
                <a:lnTo>
                  <a:pt x="323850" y="3352800"/>
                </a:lnTo>
                <a:lnTo>
                  <a:pt x="333375" y="3352800"/>
                </a:lnTo>
                <a:lnTo>
                  <a:pt x="333375" y="3371850"/>
                </a:lnTo>
                <a:lnTo>
                  <a:pt x="323850" y="3371850"/>
                </a:lnTo>
                <a:lnTo>
                  <a:pt x="323850" y="3419475"/>
                </a:lnTo>
                <a:lnTo>
                  <a:pt x="314325" y="3419475"/>
                </a:lnTo>
                <a:lnTo>
                  <a:pt x="314325" y="3429000"/>
                </a:lnTo>
                <a:lnTo>
                  <a:pt x="247650" y="3429000"/>
                </a:lnTo>
                <a:lnTo>
                  <a:pt x="247650" y="3419475"/>
                </a:lnTo>
                <a:lnTo>
                  <a:pt x="238125" y="3419475"/>
                </a:lnTo>
                <a:lnTo>
                  <a:pt x="238125" y="3352800"/>
                </a:lnTo>
                <a:lnTo>
                  <a:pt x="247650" y="3352800"/>
                </a:lnTo>
                <a:close/>
                <a:moveTo>
                  <a:pt x="904875" y="3343275"/>
                </a:moveTo>
                <a:lnTo>
                  <a:pt x="914400" y="3343275"/>
                </a:lnTo>
                <a:lnTo>
                  <a:pt x="914400" y="3362325"/>
                </a:lnTo>
                <a:lnTo>
                  <a:pt x="904875" y="3362325"/>
                </a:lnTo>
                <a:lnTo>
                  <a:pt x="904875" y="3381375"/>
                </a:lnTo>
                <a:lnTo>
                  <a:pt x="895350" y="3381375"/>
                </a:lnTo>
                <a:lnTo>
                  <a:pt x="895350" y="3371850"/>
                </a:lnTo>
                <a:lnTo>
                  <a:pt x="885825" y="3371850"/>
                </a:lnTo>
                <a:lnTo>
                  <a:pt x="885825" y="3352800"/>
                </a:lnTo>
                <a:lnTo>
                  <a:pt x="904875" y="3352800"/>
                </a:lnTo>
                <a:close/>
                <a:moveTo>
                  <a:pt x="942975" y="3343275"/>
                </a:moveTo>
                <a:lnTo>
                  <a:pt x="962025" y="3343275"/>
                </a:lnTo>
                <a:lnTo>
                  <a:pt x="962025" y="3352800"/>
                </a:lnTo>
                <a:lnTo>
                  <a:pt x="971550" y="3352800"/>
                </a:lnTo>
                <a:lnTo>
                  <a:pt x="971550" y="3371850"/>
                </a:lnTo>
                <a:lnTo>
                  <a:pt x="962025" y="3371850"/>
                </a:lnTo>
                <a:lnTo>
                  <a:pt x="962025" y="3381375"/>
                </a:lnTo>
                <a:lnTo>
                  <a:pt x="952500" y="3381375"/>
                </a:lnTo>
                <a:lnTo>
                  <a:pt x="952500" y="3362325"/>
                </a:lnTo>
                <a:lnTo>
                  <a:pt x="942975" y="3362325"/>
                </a:lnTo>
                <a:close/>
                <a:moveTo>
                  <a:pt x="628650" y="3352800"/>
                </a:moveTo>
                <a:lnTo>
                  <a:pt x="638175" y="3352800"/>
                </a:lnTo>
                <a:lnTo>
                  <a:pt x="638175" y="3362325"/>
                </a:lnTo>
                <a:lnTo>
                  <a:pt x="628650" y="3362325"/>
                </a:lnTo>
                <a:close/>
                <a:moveTo>
                  <a:pt x="1543050" y="3362325"/>
                </a:moveTo>
                <a:lnTo>
                  <a:pt x="1552575" y="3362325"/>
                </a:lnTo>
                <a:lnTo>
                  <a:pt x="1552575" y="3371850"/>
                </a:lnTo>
                <a:lnTo>
                  <a:pt x="1581150" y="3371850"/>
                </a:lnTo>
                <a:lnTo>
                  <a:pt x="1581150" y="3381375"/>
                </a:lnTo>
                <a:lnTo>
                  <a:pt x="1552575" y="3381375"/>
                </a:lnTo>
                <a:lnTo>
                  <a:pt x="1552575" y="3390900"/>
                </a:lnTo>
                <a:lnTo>
                  <a:pt x="1543050" y="3390900"/>
                </a:lnTo>
                <a:lnTo>
                  <a:pt x="1543050" y="3381375"/>
                </a:lnTo>
                <a:lnTo>
                  <a:pt x="1533525" y="3381375"/>
                </a:lnTo>
                <a:lnTo>
                  <a:pt x="1533525" y="3371850"/>
                </a:lnTo>
                <a:lnTo>
                  <a:pt x="1543050" y="3371850"/>
                </a:lnTo>
                <a:close/>
                <a:moveTo>
                  <a:pt x="581025" y="3371850"/>
                </a:moveTo>
                <a:lnTo>
                  <a:pt x="600075" y="3371850"/>
                </a:lnTo>
                <a:lnTo>
                  <a:pt x="600075" y="3381375"/>
                </a:lnTo>
                <a:lnTo>
                  <a:pt x="638175" y="3381375"/>
                </a:lnTo>
                <a:lnTo>
                  <a:pt x="638175" y="3400425"/>
                </a:lnTo>
                <a:lnTo>
                  <a:pt x="628650" y="3400425"/>
                </a:lnTo>
                <a:lnTo>
                  <a:pt x="628650" y="3409950"/>
                </a:lnTo>
                <a:lnTo>
                  <a:pt x="619125" y="3409950"/>
                </a:lnTo>
                <a:lnTo>
                  <a:pt x="619125" y="3400425"/>
                </a:lnTo>
                <a:lnTo>
                  <a:pt x="581025" y="3400425"/>
                </a:lnTo>
                <a:close/>
                <a:moveTo>
                  <a:pt x="923925" y="3371850"/>
                </a:moveTo>
                <a:lnTo>
                  <a:pt x="942975" y="3371850"/>
                </a:lnTo>
                <a:lnTo>
                  <a:pt x="942975" y="3381375"/>
                </a:lnTo>
                <a:lnTo>
                  <a:pt x="933450" y="3381375"/>
                </a:lnTo>
                <a:lnTo>
                  <a:pt x="933450" y="3390900"/>
                </a:lnTo>
                <a:lnTo>
                  <a:pt x="923925" y="3390900"/>
                </a:lnTo>
                <a:close/>
                <a:moveTo>
                  <a:pt x="1228725" y="3371850"/>
                </a:moveTo>
                <a:lnTo>
                  <a:pt x="1238250" y="3371850"/>
                </a:lnTo>
                <a:lnTo>
                  <a:pt x="1238250" y="3381375"/>
                </a:lnTo>
                <a:lnTo>
                  <a:pt x="1247775" y="3381375"/>
                </a:lnTo>
                <a:lnTo>
                  <a:pt x="1247775" y="3390900"/>
                </a:lnTo>
                <a:lnTo>
                  <a:pt x="1228725" y="3390900"/>
                </a:lnTo>
                <a:close/>
                <a:moveTo>
                  <a:pt x="1600200" y="3371850"/>
                </a:moveTo>
                <a:lnTo>
                  <a:pt x="1619250" y="3371850"/>
                </a:lnTo>
                <a:lnTo>
                  <a:pt x="1619250" y="3381375"/>
                </a:lnTo>
                <a:lnTo>
                  <a:pt x="1600200" y="3381375"/>
                </a:lnTo>
                <a:close/>
                <a:moveTo>
                  <a:pt x="1257300" y="3381375"/>
                </a:moveTo>
                <a:lnTo>
                  <a:pt x="1266825" y="3381375"/>
                </a:lnTo>
                <a:lnTo>
                  <a:pt x="1266825" y="3390900"/>
                </a:lnTo>
                <a:lnTo>
                  <a:pt x="1257300" y="3390900"/>
                </a:lnTo>
                <a:close/>
                <a:moveTo>
                  <a:pt x="895350" y="3390900"/>
                </a:moveTo>
                <a:lnTo>
                  <a:pt x="904875" y="3390900"/>
                </a:lnTo>
                <a:lnTo>
                  <a:pt x="904875" y="3400425"/>
                </a:lnTo>
                <a:lnTo>
                  <a:pt x="895350" y="3400425"/>
                </a:lnTo>
                <a:close/>
                <a:moveTo>
                  <a:pt x="933450" y="3400425"/>
                </a:moveTo>
                <a:lnTo>
                  <a:pt x="952500" y="3400425"/>
                </a:lnTo>
                <a:lnTo>
                  <a:pt x="952500" y="3419475"/>
                </a:lnTo>
                <a:lnTo>
                  <a:pt x="933450" y="3419475"/>
                </a:lnTo>
                <a:close/>
                <a:moveTo>
                  <a:pt x="1209675" y="3400425"/>
                </a:moveTo>
                <a:lnTo>
                  <a:pt x="1228725" y="3400425"/>
                </a:lnTo>
                <a:lnTo>
                  <a:pt x="1228725" y="3409950"/>
                </a:lnTo>
                <a:lnTo>
                  <a:pt x="1209675" y="3409950"/>
                </a:lnTo>
                <a:close/>
                <a:moveTo>
                  <a:pt x="1238250" y="3400425"/>
                </a:moveTo>
                <a:lnTo>
                  <a:pt x="1276350" y="3400425"/>
                </a:lnTo>
                <a:lnTo>
                  <a:pt x="1276350" y="3409950"/>
                </a:lnTo>
                <a:lnTo>
                  <a:pt x="1238250" y="3409950"/>
                </a:lnTo>
                <a:close/>
                <a:moveTo>
                  <a:pt x="1285875" y="3400425"/>
                </a:moveTo>
                <a:lnTo>
                  <a:pt x="1295400" y="3400425"/>
                </a:lnTo>
                <a:lnTo>
                  <a:pt x="1295400" y="3409950"/>
                </a:lnTo>
                <a:lnTo>
                  <a:pt x="1285875" y="3409950"/>
                </a:lnTo>
                <a:close/>
                <a:moveTo>
                  <a:pt x="123825" y="3419475"/>
                </a:moveTo>
                <a:lnTo>
                  <a:pt x="133350" y="3419475"/>
                </a:lnTo>
                <a:lnTo>
                  <a:pt x="133350" y="3448050"/>
                </a:lnTo>
                <a:lnTo>
                  <a:pt x="123825" y="3448050"/>
                </a:lnTo>
                <a:close/>
                <a:moveTo>
                  <a:pt x="228600" y="3448050"/>
                </a:moveTo>
                <a:lnTo>
                  <a:pt x="238125" y="3448050"/>
                </a:lnTo>
                <a:lnTo>
                  <a:pt x="238125" y="3457575"/>
                </a:lnTo>
                <a:lnTo>
                  <a:pt x="285750" y="3457575"/>
                </a:lnTo>
                <a:lnTo>
                  <a:pt x="285750" y="3476625"/>
                </a:lnTo>
                <a:lnTo>
                  <a:pt x="228600" y="3476625"/>
                </a:lnTo>
                <a:lnTo>
                  <a:pt x="228600" y="3467100"/>
                </a:lnTo>
                <a:lnTo>
                  <a:pt x="219075" y="3467100"/>
                </a:lnTo>
                <a:lnTo>
                  <a:pt x="219075" y="3457575"/>
                </a:lnTo>
                <a:lnTo>
                  <a:pt x="228600" y="3457575"/>
                </a:lnTo>
                <a:close/>
                <a:moveTo>
                  <a:pt x="542925" y="3448050"/>
                </a:moveTo>
                <a:lnTo>
                  <a:pt x="552450" y="3448050"/>
                </a:lnTo>
                <a:lnTo>
                  <a:pt x="552450" y="3457575"/>
                </a:lnTo>
                <a:lnTo>
                  <a:pt x="666750" y="3457575"/>
                </a:lnTo>
                <a:lnTo>
                  <a:pt x="666750" y="3467100"/>
                </a:lnTo>
                <a:lnTo>
                  <a:pt x="676275" y="3467100"/>
                </a:lnTo>
                <a:lnTo>
                  <a:pt x="676275" y="3476625"/>
                </a:lnTo>
                <a:lnTo>
                  <a:pt x="647700" y="3476625"/>
                </a:lnTo>
                <a:lnTo>
                  <a:pt x="647700" y="3486150"/>
                </a:lnTo>
                <a:lnTo>
                  <a:pt x="628650" y="3486150"/>
                </a:lnTo>
                <a:lnTo>
                  <a:pt x="628650" y="3476625"/>
                </a:lnTo>
                <a:lnTo>
                  <a:pt x="542925" y="3476625"/>
                </a:lnTo>
                <a:close/>
                <a:moveTo>
                  <a:pt x="828675" y="3448050"/>
                </a:moveTo>
                <a:lnTo>
                  <a:pt x="847725" y="3448050"/>
                </a:lnTo>
                <a:lnTo>
                  <a:pt x="847725" y="3457575"/>
                </a:lnTo>
                <a:lnTo>
                  <a:pt x="904875" y="3457575"/>
                </a:lnTo>
                <a:lnTo>
                  <a:pt x="904875" y="3448050"/>
                </a:lnTo>
                <a:lnTo>
                  <a:pt x="923925" y="3448050"/>
                </a:lnTo>
                <a:lnTo>
                  <a:pt x="923925" y="3457575"/>
                </a:lnTo>
                <a:lnTo>
                  <a:pt x="952500" y="3457575"/>
                </a:lnTo>
                <a:lnTo>
                  <a:pt x="952500" y="3467100"/>
                </a:lnTo>
                <a:lnTo>
                  <a:pt x="962025" y="3467100"/>
                </a:lnTo>
                <a:lnTo>
                  <a:pt x="962025" y="3476625"/>
                </a:lnTo>
                <a:lnTo>
                  <a:pt x="914400" y="3476625"/>
                </a:lnTo>
                <a:lnTo>
                  <a:pt x="914400" y="3486150"/>
                </a:lnTo>
                <a:lnTo>
                  <a:pt x="885825" y="3486150"/>
                </a:lnTo>
                <a:lnTo>
                  <a:pt x="885825" y="3476625"/>
                </a:lnTo>
                <a:lnTo>
                  <a:pt x="857250" y="3476625"/>
                </a:lnTo>
                <a:lnTo>
                  <a:pt x="857250" y="3467100"/>
                </a:lnTo>
                <a:lnTo>
                  <a:pt x="819150" y="3467100"/>
                </a:lnTo>
                <a:lnTo>
                  <a:pt x="819150" y="3457575"/>
                </a:lnTo>
                <a:lnTo>
                  <a:pt x="828675" y="3457575"/>
                </a:lnTo>
                <a:close/>
                <a:moveTo>
                  <a:pt x="1543050" y="3448050"/>
                </a:moveTo>
                <a:lnTo>
                  <a:pt x="1619250" y="3448050"/>
                </a:lnTo>
                <a:lnTo>
                  <a:pt x="1619250" y="3457575"/>
                </a:lnTo>
                <a:lnTo>
                  <a:pt x="1628775" y="3457575"/>
                </a:lnTo>
                <a:lnTo>
                  <a:pt x="1628775" y="3476625"/>
                </a:lnTo>
                <a:lnTo>
                  <a:pt x="1619250" y="3476625"/>
                </a:lnTo>
                <a:lnTo>
                  <a:pt x="1619250" y="3486150"/>
                </a:lnTo>
                <a:lnTo>
                  <a:pt x="1571625" y="3486150"/>
                </a:lnTo>
                <a:lnTo>
                  <a:pt x="1571625" y="3476625"/>
                </a:lnTo>
                <a:lnTo>
                  <a:pt x="1581150" y="3476625"/>
                </a:lnTo>
                <a:lnTo>
                  <a:pt x="1581150" y="3467100"/>
                </a:lnTo>
                <a:lnTo>
                  <a:pt x="1590675" y="3467100"/>
                </a:lnTo>
                <a:lnTo>
                  <a:pt x="1590675" y="3476625"/>
                </a:lnTo>
                <a:lnTo>
                  <a:pt x="1609725" y="3476625"/>
                </a:lnTo>
                <a:lnTo>
                  <a:pt x="1609725" y="3457575"/>
                </a:lnTo>
                <a:lnTo>
                  <a:pt x="1543050" y="3457575"/>
                </a:lnTo>
                <a:close/>
                <a:moveTo>
                  <a:pt x="304800" y="3457575"/>
                </a:moveTo>
                <a:lnTo>
                  <a:pt x="342900" y="3457575"/>
                </a:lnTo>
                <a:lnTo>
                  <a:pt x="342900" y="3476625"/>
                </a:lnTo>
                <a:lnTo>
                  <a:pt x="314325" y="3476625"/>
                </a:lnTo>
                <a:lnTo>
                  <a:pt x="314325" y="3467100"/>
                </a:lnTo>
                <a:lnTo>
                  <a:pt x="304800" y="3467100"/>
                </a:lnTo>
                <a:close/>
                <a:moveTo>
                  <a:pt x="981075" y="3457575"/>
                </a:moveTo>
                <a:lnTo>
                  <a:pt x="1028700" y="3457575"/>
                </a:lnTo>
                <a:lnTo>
                  <a:pt x="1028700" y="3467100"/>
                </a:lnTo>
                <a:lnTo>
                  <a:pt x="1038225" y="3467100"/>
                </a:lnTo>
                <a:lnTo>
                  <a:pt x="1038225" y="3476625"/>
                </a:lnTo>
                <a:lnTo>
                  <a:pt x="981075" y="3476625"/>
                </a:lnTo>
                <a:close/>
                <a:moveTo>
                  <a:pt x="1162050" y="3457575"/>
                </a:moveTo>
                <a:lnTo>
                  <a:pt x="1171575" y="3457575"/>
                </a:lnTo>
                <a:lnTo>
                  <a:pt x="1171575" y="3476625"/>
                </a:lnTo>
                <a:lnTo>
                  <a:pt x="1162050" y="3476625"/>
                </a:lnTo>
                <a:close/>
                <a:moveTo>
                  <a:pt x="1190625" y="3457575"/>
                </a:moveTo>
                <a:lnTo>
                  <a:pt x="1285875" y="3457575"/>
                </a:lnTo>
                <a:lnTo>
                  <a:pt x="1285875" y="3476625"/>
                </a:lnTo>
                <a:lnTo>
                  <a:pt x="1209675" y="3476625"/>
                </a:lnTo>
                <a:lnTo>
                  <a:pt x="1209675" y="3486150"/>
                </a:lnTo>
                <a:lnTo>
                  <a:pt x="1190625" y="3486150"/>
                </a:lnTo>
                <a:lnTo>
                  <a:pt x="1190625" y="3476625"/>
                </a:lnTo>
                <a:lnTo>
                  <a:pt x="1181100" y="3476625"/>
                </a:lnTo>
                <a:lnTo>
                  <a:pt x="1181100" y="3467100"/>
                </a:lnTo>
                <a:lnTo>
                  <a:pt x="1190625" y="3467100"/>
                </a:lnTo>
                <a:close/>
                <a:moveTo>
                  <a:pt x="1304925" y="3467100"/>
                </a:moveTo>
                <a:lnTo>
                  <a:pt x="1333500" y="3467100"/>
                </a:lnTo>
                <a:lnTo>
                  <a:pt x="1333500" y="3476625"/>
                </a:lnTo>
                <a:lnTo>
                  <a:pt x="1304925" y="3476625"/>
                </a:lnTo>
                <a:close/>
                <a:moveTo>
                  <a:pt x="1724025" y="3467100"/>
                </a:moveTo>
                <a:lnTo>
                  <a:pt x="1733550" y="3467100"/>
                </a:lnTo>
                <a:lnTo>
                  <a:pt x="1733550" y="3476625"/>
                </a:lnTo>
                <a:lnTo>
                  <a:pt x="1724025" y="3476625"/>
                </a:lnTo>
                <a:close/>
                <a:moveTo>
                  <a:pt x="1800225" y="3467100"/>
                </a:moveTo>
                <a:lnTo>
                  <a:pt x="1809750" y="3467100"/>
                </a:lnTo>
                <a:lnTo>
                  <a:pt x="1809750" y="3495675"/>
                </a:lnTo>
                <a:lnTo>
                  <a:pt x="1800225" y="3495675"/>
                </a:lnTo>
                <a:close/>
                <a:moveTo>
                  <a:pt x="133350" y="3486150"/>
                </a:moveTo>
                <a:lnTo>
                  <a:pt x="142875" y="3486150"/>
                </a:lnTo>
                <a:lnTo>
                  <a:pt x="142875" y="3495675"/>
                </a:lnTo>
                <a:lnTo>
                  <a:pt x="133350" y="3495675"/>
                </a:lnTo>
                <a:close/>
                <a:moveTo>
                  <a:pt x="57150" y="3495675"/>
                </a:moveTo>
                <a:lnTo>
                  <a:pt x="66675" y="3495675"/>
                </a:lnTo>
                <a:lnTo>
                  <a:pt x="66675" y="3514725"/>
                </a:lnTo>
                <a:lnTo>
                  <a:pt x="57150" y="3514725"/>
                </a:lnTo>
                <a:close/>
                <a:moveTo>
                  <a:pt x="1714500" y="3505200"/>
                </a:moveTo>
                <a:lnTo>
                  <a:pt x="1724025" y="3505200"/>
                </a:lnTo>
                <a:lnTo>
                  <a:pt x="1724025" y="3514725"/>
                </a:lnTo>
                <a:lnTo>
                  <a:pt x="1714500" y="3514725"/>
                </a:lnTo>
                <a:close/>
                <a:moveTo>
                  <a:pt x="1790700" y="3514725"/>
                </a:moveTo>
                <a:lnTo>
                  <a:pt x="1800225" y="3514725"/>
                </a:lnTo>
                <a:lnTo>
                  <a:pt x="1800225" y="3533775"/>
                </a:lnTo>
                <a:lnTo>
                  <a:pt x="1790700" y="3533775"/>
                </a:lnTo>
                <a:close/>
                <a:moveTo>
                  <a:pt x="66675" y="3533775"/>
                </a:moveTo>
                <a:lnTo>
                  <a:pt x="76200" y="3533775"/>
                </a:lnTo>
                <a:lnTo>
                  <a:pt x="76200" y="3543300"/>
                </a:lnTo>
                <a:lnTo>
                  <a:pt x="66675" y="3543300"/>
                </a:lnTo>
                <a:close/>
                <a:moveTo>
                  <a:pt x="1704975" y="3533775"/>
                </a:moveTo>
                <a:lnTo>
                  <a:pt x="1714500" y="3533775"/>
                </a:lnTo>
                <a:lnTo>
                  <a:pt x="1714500" y="3543300"/>
                </a:lnTo>
                <a:lnTo>
                  <a:pt x="1704975" y="3543300"/>
                </a:lnTo>
                <a:close/>
                <a:moveTo>
                  <a:pt x="152400" y="3543300"/>
                </a:moveTo>
                <a:lnTo>
                  <a:pt x="161925" y="3543300"/>
                </a:lnTo>
                <a:lnTo>
                  <a:pt x="161925" y="3552825"/>
                </a:lnTo>
                <a:lnTo>
                  <a:pt x="152400" y="3552825"/>
                </a:lnTo>
                <a:close/>
                <a:moveTo>
                  <a:pt x="1695450" y="3552825"/>
                </a:moveTo>
                <a:lnTo>
                  <a:pt x="1704975" y="3552825"/>
                </a:lnTo>
                <a:lnTo>
                  <a:pt x="1704975" y="3562350"/>
                </a:lnTo>
                <a:lnTo>
                  <a:pt x="1695450" y="3562350"/>
                </a:lnTo>
                <a:close/>
                <a:moveTo>
                  <a:pt x="1781175" y="3552825"/>
                </a:moveTo>
                <a:lnTo>
                  <a:pt x="1790700" y="3552825"/>
                </a:lnTo>
                <a:lnTo>
                  <a:pt x="1790700" y="3562350"/>
                </a:lnTo>
                <a:lnTo>
                  <a:pt x="1781175" y="3562350"/>
                </a:lnTo>
                <a:close/>
                <a:moveTo>
                  <a:pt x="76200" y="3562350"/>
                </a:moveTo>
                <a:lnTo>
                  <a:pt x="85725" y="3562350"/>
                </a:lnTo>
                <a:lnTo>
                  <a:pt x="85725" y="3571875"/>
                </a:lnTo>
                <a:lnTo>
                  <a:pt x="76200" y="3571875"/>
                </a:lnTo>
                <a:close/>
                <a:moveTo>
                  <a:pt x="171450" y="3571875"/>
                </a:moveTo>
                <a:lnTo>
                  <a:pt x="180975" y="3571875"/>
                </a:lnTo>
                <a:lnTo>
                  <a:pt x="180975" y="3581400"/>
                </a:lnTo>
                <a:lnTo>
                  <a:pt x="171450" y="3581400"/>
                </a:lnTo>
                <a:close/>
                <a:moveTo>
                  <a:pt x="1771650" y="3571875"/>
                </a:moveTo>
                <a:lnTo>
                  <a:pt x="1781175" y="3571875"/>
                </a:lnTo>
                <a:lnTo>
                  <a:pt x="1781175" y="3581400"/>
                </a:lnTo>
                <a:lnTo>
                  <a:pt x="1771650" y="3581400"/>
                </a:lnTo>
                <a:close/>
                <a:moveTo>
                  <a:pt x="85725" y="3581400"/>
                </a:moveTo>
                <a:lnTo>
                  <a:pt x="95250" y="3581400"/>
                </a:lnTo>
                <a:lnTo>
                  <a:pt x="95250" y="3590925"/>
                </a:lnTo>
                <a:lnTo>
                  <a:pt x="85725" y="3590925"/>
                </a:lnTo>
                <a:close/>
                <a:moveTo>
                  <a:pt x="1676400" y="3581400"/>
                </a:moveTo>
                <a:lnTo>
                  <a:pt x="1685925" y="3581400"/>
                </a:lnTo>
                <a:lnTo>
                  <a:pt x="1685925" y="3590925"/>
                </a:lnTo>
                <a:lnTo>
                  <a:pt x="1676400" y="3590925"/>
                </a:lnTo>
                <a:close/>
                <a:moveTo>
                  <a:pt x="1762125" y="3590925"/>
                </a:moveTo>
                <a:lnTo>
                  <a:pt x="1771650" y="3590925"/>
                </a:lnTo>
                <a:lnTo>
                  <a:pt x="1771650" y="3600450"/>
                </a:lnTo>
                <a:lnTo>
                  <a:pt x="1762125" y="3600450"/>
                </a:lnTo>
                <a:close/>
                <a:moveTo>
                  <a:pt x="104775" y="3609975"/>
                </a:moveTo>
                <a:lnTo>
                  <a:pt x="114300" y="3609975"/>
                </a:lnTo>
                <a:lnTo>
                  <a:pt x="114300" y="3619500"/>
                </a:lnTo>
                <a:lnTo>
                  <a:pt x="104775" y="3619500"/>
                </a:lnTo>
                <a:close/>
                <a:moveTo>
                  <a:pt x="1752600" y="3609975"/>
                </a:moveTo>
                <a:lnTo>
                  <a:pt x="1762125" y="3609975"/>
                </a:lnTo>
                <a:lnTo>
                  <a:pt x="1762125" y="3619500"/>
                </a:lnTo>
                <a:lnTo>
                  <a:pt x="1752600" y="3619500"/>
                </a:lnTo>
                <a:close/>
                <a:moveTo>
                  <a:pt x="219075" y="3619500"/>
                </a:moveTo>
                <a:lnTo>
                  <a:pt x="228600" y="3619500"/>
                </a:lnTo>
                <a:lnTo>
                  <a:pt x="228600" y="3629025"/>
                </a:lnTo>
                <a:lnTo>
                  <a:pt x="219075" y="3629025"/>
                </a:lnTo>
                <a:close/>
                <a:moveTo>
                  <a:pt x="1638300" y="3619500"/>
                </a:moveTo>
                <a:lnTo>
                  <a:pt x="1647825" y="3619500"/>
                </a:lnTo>
                <a:lnTo>
                  <a:pt x="1647825" y="3629025"/>
                </a:lnTo>
                <a:lnTo>
                  <a:pt x="1638300" y="3629025"/>
                </a:lnTo>
                <a:close/>
                <a:moveTo>
                  <a:pt x="1743075" y="3619500"/>
                </a:moveTo>
                <a:lnTo>
                  <a:pt x="1752600" y="3619500"/>
                </a:lnTo>
                <a:lnTo>
                  <a:pt x="1752600" y="3629025"/>
                </a:lnTo>
                <a:lnTo>
                  <a:pt x="1743075" y="3629025"/>
                </a:lnTo>
                <a:close/>
                <a:moveTo>
                  <a:pt x="123825" y="3638550"/>
                </a:moveTo>
                <a:lnTo>
                  <a:pt x="133350" y="3638550"/>
                </a:lnTo>
                <a:lnTo>
                  <a:pt x="133350" y="3648075"/>
                </a:lnTo>
                <a:lnTo>
                  <a:pt x="123825" y="3648075"/>
                </a:lnTo>
                <a:close/>
                <a:moveTo>
                  <a:pt x="1609725" y="3638550"/>
                </a:moveTo>
                <a:lnTo>
                  <a:pt x="1619250" y="3638550"/>
                </a:lnTo>
                <a:lnTo>
                  <a:pt x="1619250" y="3648075"/>
                </a:lnTo>
                <a:lnTo>
                  <a:pt x="1609725" y="3648075"/>
                </a:lnTo>
                <a:close/>
                <a:moveTo>
                  <a:pt x="133350" y="3648075"/>
                </a:moveTo>
                <a:lnTo>
                  <a:pt x="142875" y="3648075"/>
                </a:lnTo>
                <a:lnTo>
                  <a:pt x="142875" y="3657600"/>
                </a:lnTo>
                <a:lnTo>
                  <a:pt x="133350" y="3657600"/>
                </a:lnTo>
                <a:close/>
                <a:moveTo>
                  <a:pt x="276225" y="3648075"/>
                </a:moveTo>
                <a:lnTo>
                  <a:pt x="285750" y="3648075"/>
                </a:lnTo>
                <a:lnTo>
                  <a:pt x="285750" y="3657600"/>
                </a:lnTo>
                <a:lnTo>
                  <a:pt x="276225" y="3657600"/>
                </a:lnTo>
                <a:close/>
                <a:moveTo>
                  <a:pt x="142875" y="3657600"/>
                </a:moveTo>
                <a:lnTo>
                  <a:pt x="152400" y="3657600"/>
                </a:lnTo>
                <a:lnTo>
                  <a:pt x="152400" y="3667125"/>
                </a:lnTo>
                <a:lnTo>
                  <a:pt x="142875" y="3667125"/>
                </a:lnTo>
                <a:close/>
                <a:moveTo>
                  <a:pt x="304800" y="3657600"/>
                </a:moveTo>
                <a:lnTo>
                  <a:pt x="314325" y="3657600"/>
                </a:lnTo>
                <a:lnTo>
                  <a:pt x="314325" y="3667125"/>
                </a:lnTo>
                <a:lnTo>
                  <a:pt x="304800" y="3667125"/>
                </a:lnTo>
                <a:close/>
                <a:moveTo>
                  <a:pt x="1552575" y="3657600"/>
                </a:moveTo>
                <a:lnTo>
                  <a:pt x="1562100" y="3657600"/>
                </a:lnTo>
                <a:lnTo>
                  <a:pt x="1562100" y="3667125"/>
                </a:lnTo>
                <a:lnTo>
                  <a:pt x="1552575" y="3667125"/>
                </a:lnTo>
                <a:close/>
                <a:moveTo>
                  <a:pt x="1714500" y="3657600"/>
                </a:moveTo>
                <a:lnTo>
                  <a:pt x="1724025" y="3657600"/>
                </a:lnTo>
                <a:lnTo>
                  <a:pt x="1724025" y="3667125"/>
                </a:lnTo>
                <a:lnTo>
                  <a:pt x="1714500" y="3667125"/>
                </a:lnTo>
                <a:close/>
                <a:moveTo>
                  <a:pt x="152400" y="3667125"/>
                </a:moveTo>
                <a:lnTo>
                  <a:pt x="161925" y="3667125"/>
                </a:lnTo>
                <a:lnTo>
                  <a:pt x="161925" y="3676650"/>
                </a:lnTo>
                <a:lnTo>
                  <a:pt x="152400" y="3676650"/>
                </a:lnTo>
                <a:close/>
                <a:moveTo>
                  <a:pt x="352425" y="3667125"/>
                </a:moveTo>
                <a:lnTo>
                  <a:pt x="361950" y="3667125"/>
                </a:lnTo>
                <a:lnTo>
                  <a:pt x="361950" y="3676650"/>
                </a:lnTo>
                <a:lnTo>
                  <a:pt x="352425" y="3676650"/>
                </a:lnTo>
                <a:close/>
                <a:moveTo>
                  <a:pt x="1504950" y="3667125"/>
                </a:moveTo>
                <a:lnTo>
                  <a:pt x="1514475" y="3667125"/>
                </a:lnTo>
                <a:lnTo>
                  <a:pt x="1514475" y="3676650"/>
                </a:lnTo>
                <a:lnTo>
                  <a:pt x="1504950" y="3676650"/>
                </a:lnTo>
                <a:close/>
                <a:moveTo>
                  <a:pt x="1704975" y="3667125"/>
                </a:moveTo>
                <a:lnTo>
                  <a:pt x="1714500" y="3667125"/>
                </a:lnTo>
                <a:lnTo>
                  <a:pt x="1714500" y="3676650"/>
                </a:lnTo>
                <a:lnTo>
                  <a:pt x="1704975" y="3676650"/>
                </a:lnTo>
                <a:close/>
                <a:moveTo>
                  <a:pt x="161925" y="3676650"/>
                </a:moveTo>
                <a:lnTo>
                  <a:pt x="171450" y="3676650"/>
                </a:lnTo>
                <a:lnTo>
                  <a:pt x="171450" y="3686175"/>
                </a:lnTo>
                <a:lnTo>
                  <a:pt x="161925" y="3686175"/>
                </a:lnTo>
                <a:close/>
                <a:moveTo>
                  <a:pt x="171450" y="3686175"/>
                </a:moveTo>
                <a:lnTo>
                  <a:pt x="190500" y="3686175"/>
                </a:lnTo>
                <a:lnTo>
                  <a:pt x="190500" y="3695700"/>
                </a:lnTo>
                <a:lnTo>
                  <a:pt x="200025" y="3695700"/>
                </a:lnTo>
                <a:lnTo>
                  <a:pt x="200025" y="3705225"/>
                </a:lnTo>
                <a:lnTo>
                  <a:pt x="219075" y="3705225"/>
                </a:lnTo>
                <a:lnTo>
                  <a:pt x="219075" y="3714750"/>
                </a:lnTo>
                <a:lnTo>
                  <a:pt x="238125" y="3714750"/>
                </a:lnTo>
                <a:lnTo>
                  <a:pt x="238125" y="3724275"/>
                </a:lnTo>
                <a:lnTo>
                  <a:pt x="257175" y="3724275"/>
                </a:lnTo>
                <a:lnTo>
                  <a:pt x="257175" y="3733800"/>
                </a:lnTo>
                <a:lnTo>
                  <a:pt x="295275" y="3733800"/>
                </a:lnTo>
                <a:lnTo>
                  <a:pt x="295275" y="3743325"/>
                </a:lnTo>
                <a:lnTo>
                  <a:pt x="333375" y="3743325"/>
                </a:lnTo>
                <a:lnTo>
                  <a:pt x="333375" y="3752850"/>
                </a:lnTo>
                <a:lnTo>
                  <a:pt x="1524000" y="3752850"/>
                </a:lnTo>
                <a:lnTo>
                  <a:pt x="1524000" y="3743325"/>
                </a:lnTo>
                <a:lnTo>
                  <a:pt x="1571625" y="3743325"/>
                </a:lnTo>
                <a:lnTo>
                  <a:pt x="1571625" y="3733800"/>
                </a:lnTo>
                <a:lnTo>
                  <a:pt x="1600200" y="3733800"/>
                </a:lnTo>
                <a:lnTo>
                  <a:pt x="1600200" y="3724275"/>
                </a:lnTo>
                <a:lnTo>
                  <a:pt x="1628775" y="3724275"/>
                </a:lnTo>
                <a:lnTo>
                  <a:pt x="1628775" y="3714750"/>
                </a:lnTo>
                <a:lnTo>
                  <a:pt x="1647825" y="3714750"/>
                </a:lnTo>
                <a:lnTo>
                  <a:pt x="1647825" y="3705225"/>
                </a:lnTo>
                <a:lnTo>
                  <a:pt x="1666875" y="3705225"/>
                </a:lnTo>
                <a:lnTo>
                  <a:pt x="1666875" y="3695700"/>
                </a:lnTo>
                <a:lnTo>
                  <a:pt x="1676400" y="3695700"/>
                </a:lnTo>
                <a:lnTo>
                  <a:pt x="1676400" y="3686175"/>
                </a:lnTo>
                <a:lnTo>
                  <a:pt x="1685925" y="3686175"/>
                </a:lnTo>
                <a:lnTo>
                  <a:pt x="1685925" y="3695700"/>
                </a:lnTo>
                <a:lnTo>
                  <a:pt x="1676400" y="3695700"/>
                </a:lnTo>
                <a:lnTo>
                  <a:pt x="1676400" y="3705225"/>
                </a:lnTo>
                <a:lnTo>
                  <a:pt x="1666875" y="3705225"/>
                </a:lnTo>
                <a:lnTo>
                  <a:pt x="1666875" y="3714750"/>
                </a:lnTo>
                <a:lnTo>
                  <a:pt x="1657350" y="3714750"/>
                </a:lnTo>
                <a:lnTo>
                  <a:pt x="1657350" y="3724275"/>
                </a:lnTo>
                <a:lnTo>
                  <a:pt x="1647825" y="3724275"/>
                </a:lnTo>
                <a:lnTo>
                  <a:pt x="1647825" y="3733800"/>
                </a:lnTo>
                <a:lnTo>
                  <a:pt x="1638300" y="3733800"/>
                </a:lnTo>
                <a:lnTo>
                  <a:pt x="1638300" y="3743325"/>
                </a:lnTo>
                <a:lnTo>
                  <a:pt x="1628775" y="3743325"/>
                </a:lnTo>
                <a:lnTo>
                  <a:pt x="1628775" y="3752850"/>
                </a:lnTo>
                <a:lnTo>
                  <a:pt x="1619250" y="3752850"/>
                </a:lnTo>
                <a:lnTo>
                  <a:pt x="1619250" y="3762375"/>
                </a:lnTo>
                <a:lnTo>
                  <a:pt x="1600200" y="3762375"/>
                </a:lnTo>
                <a:lnTo>
                  <a:pt x="1600200" y="3771900"/>
                </a:lnTo>
                <a:lnTo>
                  <a:pt x="1581150" y="3771900"/>
                </a:lnTo>
                <a:lnTo>
                  <a:pt x="1581150" y="3781425"/>
                </a:lnTo>
                <a:lnTo>
                  <a:pt x="1562100" y="3781425"/>
                </a:lnTo>
                <a:lnTo>
                  <a:pt x="1562100" y="3790950"/>
                </a:lnTo>
                <a:lnTo>
                  <a:pt x="304800" y="3790950"/>
                </a:lnTo>
                <a:lnTo>
                  <a:pt x="304800" y="3781425"/>
                </a:lnTo>
                <a:lnTo>
                  <a:pt x="295275" y="3781425"/>
                </a:lnTo>
                <a:lnTo>
                  <a:pt x="295275" y="3771900"/>
                </a:lnTo>
                <a:lnTo>
                  <a:pt x="276225" y="3771900"/>
                </a:lnTo>
                <a:lnTo>
                  <a:pt x="276225" y="3762375"/>
                </a:lnTo>
                <a:lnTo>
                  <a:pt x="257175" y="3762375"/>
                </a:lnTo>
                <a:lnTo>
                  <a:pt x="257175" y="3752850"/>
                </a:lnTo>
                <a:lnTo>
                  <a:pt x="228600" y="3752850"/>
                </a:lnTo>
                <a:lnTo>
                  <a:pt x="228600" y="3743325"/>
                </a:lnTo>
                <a:lnTo>
                  <a:pt x="209550" y="3743325"/>
                </a:lnTo>
                <a:lnTo>
                  <a:pt x="209550" y="3733800"/>
                </a:lnTo>
                <a:lnTo>
                  <a:pt x="200025" y="3733800"/>
                </a:lnTo>
                <a:lnTo>
                  <a:pt x="200025" y="3724275"/>
                </a:lnTo>
                <a:lnTo>
                  <a:pt x="180975" y="3724275"/>
                </a:lnTo>
                <a:lnTo>
                  <a:pt x="180975" y="3705225"/>
                </a:lnTo>
                <a:lnTo>
                  <a:pt x="171450" y="3705225"/>
                </a:lnTo>
                <a:close/>
              </a:path>
            </a:pathLst>
          </a:custGeom>
          <a:solidFill xmlns:a="http://schemas.openxmlformats.org/drawingml/2006/main">
            <a:srgbClr val="B7BAAC"/>
          </a:solidFill>
          <a:ln xmlns:a="http://schemas.openxmlformats.org/drawingml/2006/main" w="0">
            <a:noFill/>
          </a:ln>
        </p:spPr>
      </p:sp>
      <p:sp>
        <p:nvSpPr>
          <p:cNvPr id="53" name="profit vector #787f73">
            <a:extLst xmlns:a="http://schemas.openxmlformats.org/drawingml/2006/main">
              <a:ext uri="{FF2B5EF4-FFF2-40B4-BE49-F238E27FC236}">
                <a16:creationId xmlns:a16="http://schemas.microsoft.com/office/drawing/2014/main" id="{43D2EFC3-F3B4-4DA6-BC6F-CBFEC09F4E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29825" y="1447800"/>
            <a:ext cx="2200275" cy="4467225"/>
          </a:xfrm>
          <a:custGeom xmlns:a="http://schemas.openxmlformats.org/drawingml/2006/main">
            <a:pathLst>
              <a:path w="1866900" h="3790950">
                <a:moveTo>
                  <a:pt x="314325" y="57150"/>
                </a:moveTo>
                <a:lnTo>
                  <a:pt x="361950" y="57150"/>
                </a:lnTo>
                <a:lnTo>
                  <a:pt x="361950" y="66675"/>
                </a:lnTo>
                <a:lnTo>
                  <a:pt x="314325" y="66675"/>
                </a:lnTo>
                <a:close/>
                <a:moveTo>
                  <a:pt x="1485900" y="57150"/>
                </a:moveTo>
                <a:lnTo>
                  <a:pt x="1533525" y="57150"/>
                </a:lnTo>
                <a:lnTo>
                  <a:pt x="1533525" y="66675"/>
                </a:lnTo>
                <a:lnTo>
                  <a:pt x="1485900" y="66675"/>
                </a:lnTo>
                <a:close/>
                <a:moveTo>
                  <a:pt x="276225" y="66675"/>
                </a:moveTo>
                <a:lnTo>
                  <a:pt x="295275" y="66675"/>
                </a:lnTo>
                <a:lnTo>
                  <a:pt x="295275" y="76200"/>
                </a:lnTo>
                <a:lnTo>
                  <a:pt x="276225" y="76200"/>
                </a:lnTo>
                <a:close/>
                <a:moveTo>
                  <a:pt x="1552575" y="66675"/>
                </a:moveTo>
                <a:lnTo>
                  <a:pt x="1581150" y="66675"/>
                </a:lnTo>
                <a:lnTo>
                  <a:pt x="1581150" y="76200"/>
                </a:lnTo>
                <a:lnTo>
                  <a:pt x="1552575" y="76200"/>
                </a:lnTo>
                <a:close/>
                <a:moveTo>
                  <a:pt x="247650" y="76200"/>
                </a:moveTo>
                <a:lnTo>
                  <a:pt x="266700" y="76200"/>
                </a:lnTo>
                <a:lnTo>
                  <a:pt x="266700" y="85725"/>
                </a:lnTo>
                <a:lnTo>
                  <a:pt x="247650" y="85725"/>
                </a:lnTo>
                <a:close/>
                <a:moveTo>
                  <a:pt x="1590675" y="76200"/>
                </a:moveTo>
                <a:lnTo>
                  <a:pt x="1609725" y="76200"/>
                </a:lnTo>
                <a:lnTo>
                  <a:pt x="1609725" y="85725"/>
                </a:lnTo>
                <a:lnTo>
                  <a:pt x="1590675" y="85725"/>
                </a:lnTo>
                <a:close/>
                <a:moveTo>
                  <a:pt x="228600" y="85725"/>
                </a:moveTo>
                <a:lnTo>
                  <a:pt x="238125" y="85725"/>
                </a:lnTo>
                <a:lnTo>
                  <a:pt x="238125" y="95250"/>
                </a:lnTo>
                <a:lnTo>
                  <a:pt x="228600" y="95250"/>
                </a:lnTo>
                <a:close/>
                <a:moveTo>
                  <a:pt x="1619250" y="85725"/>
                </a:moveTo>
                <a:lnTo>
                  <a:pt x="1628775" y="85725"/>
                </a:lnTo>
                <a:lnTo>
                  <a:pt x="1628775" y="95250"/>
                </a:lnTo>
                <a:lnTo>
                  <a:pt x="1619250" y="95250"/>
                </a:lnTo>
                <a:close/>
                <a:moveTo>
                  <a:pt x="209550" y="95250"/>
                </a:moveTo>
                <a:lnTo>
                  <a:pt x="219075" y="95250"/>
                </a:lnTo>
                <a:lnTo>
                  <a:pt x="219075" y="104775"/>
                </a:lnTo>
                <a:lnTo>
                  <a:pt x="209550" y="104775"/>
                </a:lnTo>
                <a:close/>
                <a:moveTo>
                  <a:pt x="1638300" y="95250"/>
                </a:moveTo>
                <a:lnTo>
                  <a:pt x="1647825" y="95250"/>
                </a:lnTo>
                <a:lnTo>
                  <a:pt x="1647825" y="104775"/>
                </a:lnTo>
                <a:lnTo>
                  <a:pt x="1638300" y="104775"/>
                </a:lnTo>
                <a:close/>
                <a:moveTo>
                  <a:pt x="190500" y="104775"/>
                </a:moveTo>
                <a:lnTo>
                  <a:pt x="200025" y="104775"/>
                </a:lnTo>
                <a:lnTo>
                  <a:pt x="200025" y="114300"/>
                </a:lnTo>
                <a:lnTo>
                  <a:pt x="190500" y="114300"/>
                </a:lnTo>
                <a:close/>
                <a:moveTo>
                  <a:pt x="1657350" y="104775"/>
                </a:moveTo>
                <a:lnTo>
                  <a:pt x="1666875" y="104775"/>
                </a:lnTo>
                <a:lnTo>
                  <a:pt x="1666875" y="114300"/>
                </a:lnTo>
                <a:lnTo>
                  <a:pt x="1657350" y="114300"/>
                </a:lnTo>
                <a:close/>
                <a:moveTo>
                  <a:pt x="180975" y="114300"/>
                </a:moveTo>
                <a:lnTo>
                  <a:pt x="190500" y="114300"/>
                </a:lnTo>
                <a:lnTo>
                  <a:pt x="190500" y="123825"/>
                </a:lnTo>
                <a:lnTo>
                  <a:pt x="180975" y="123825"/>
                </a:lnTo>
                <a:close/>
                <a:moveTo>
                  <a:pt x="1676400" y="114300"/>
                </a:moveTo>
                <a:lnTo>
                  <a:pt x="1685925" y="114300"/>
                </a:lnTo>
                <a:lnTo>
                  <a:pt x="1685925" y="123825"/>
                </a:lnTo>
                <a:lnTo>
                  <a:pt x="1676400" y="123825"/>
                </a:lnTo>
                <a:close/>
                <a:moveTo>
                  <a:pt x="161925" y="123825"/>
                </a:moveTo>
                <a:lnTo>
                  <a:pt x="171450" y="123825"/>
                </a:lnTo>
                <a:lnTo>
                  <a:pt x="171450" y="133350"/>
                </a:lnTo>
                <a:lnTo>
                  <a:pt x="161925" y="133350"/>
                </a:lnTo>
                <a:close/>
                <a:moveTo>
                  <a:pt x="333375" y="123825"/>
                </a:moveTo>
                <a:lnTo>
                  <a:pt x="361950" y="123825"/>
                </a:lnTo>
                <a:lnTo>
                  <a:pt x="361950" y="133350"/>
                </a:lnTo>
                <a:lnTo>
                  <a:pt x="333375" y="133350"/>
                </a:lnTo>
                <a:close/>
                <a:moveTo>
                  <a:pt x="1504950" y="123825"/>
                </a:moveTo>
                <a:lnTo>
                  <a:pt x="1524000" y="123825"/>
                </a:lnTo>
                <a:lnTo>
                  <a:pt x="1524000" y="133350"/>
                </a:lnTo>
                <a:lnTo>
                  <a:pt x="1504950" y="133350"/>
                </a:lnTo>
                <a:close/>
                <a:moveTo>
                  <a:pt x="1685925" y="123825"/>
                </a:moveTo>
                <a:lnTo>
                  <a:pt x="1695450" y="123825"/>
                </a:lnTo>
                <a:lnTo>
                  <a:pt x="1695450" y="133350"/>
                </a:lnTo>
                <a:lnTo>
                  <a:pt x="1685925" y="133350"/>
                </a:lnTo>
                <a:close/>
                <a:moveTo>
                  <a:pt x="152400" y="133350"/>
                </a:moveTo>
                <a:lnTo>
                  <a:pt x="161925" y="133350"/>
                </a:lnTo>
                <a:lnTo>
                  <a:pt x="161925" y="142875"/>
                </a:lnTo>
                <a:lnTo>
                  <a:pt x="152400" y="142875"/>
                </a:lnTo>
                <a:close/>
                <a:moveTo>
                  <a:pt x="285750" y="133350"/>
                </a:moveTo>
                <a:lnTo>
                  <a:pt x="304800" y="133350"/>
                </a:lnTo>
                <a:lnTo>
                  <a:pt x="304800" y="142875"/>
                </a:lnTo>
                <a:lnTo>
                  <a:pt x="285750" y="142875"/>
                </a:lnTo>
                <a:close/>
                <a:moveTo>
                  <a:pt x="1562100" y="133350"/>
                </a:moveTo>
                <a:lnTo>
                  <a:pt x="1571625" y="133350"/>
                </a:lnTo>
                <a:lnTo>
                  <a:pt x="1571625" y="142875"/>
                </a:lnTo>
                <a:lnTo>
                  <a:pt x="1562100" y="142875"/>
                </a:lnTo>
                <a:close/>
                <a:moveTo>
                  <a:pt x="1695450" y="133350"/>
                </a:moveTo>
                <a:lnTo>
                  <a:pt x="1704975" y="133350"/>
                </a:lnTo>
                <a:lnTo>
                  <a:pt x="1704975" y="142875"/>
                </a:lnTo>
                <a:lnTo>
                  <a:pt x="1695450" y="142875"/>
                </a:lnTo>
                <a:close/>
                <a:moveTo>
                  <a:pt x="142875" y="142875"/>
                </a:moveTo>
                <a:lnTo>
                  <a:pt x="152400" y="142875"/>
                </a:lnTo>
                <a:lnTo>
                  <a:pt x="152400" y="152400"/>
                </a:lnTo>
                <a:lnTo>
                  <a:pt x="142875" y="152400"/>
                </a:lnTo>
                <a:close/>
                <a:moveTo>
                  <a:pt x="266700" y="142875"/>
                </a:moveTo>
                <a:lnTo>
                  <a:pt x="276225" y="142875"/>
                </a:lnTo>
                <a:lnTo>
                  <a:pt x="276225" y="152400"/>
                </a:lnTo>
                <a:lnTo>
                  <a:pt x="266700" y="152400"/>
                </a:lnTo>
                <a:close/>
                <a:moveTo>
                  <a:pt x="1590675" y="142875"/>
                </a:moveTo>
                <a:lnTo>
                  <a:pt x="1600200" y="142875"/>
                </a:lnTo>
                <a:lnTo>
                  <a:pt x="1600200" y="152400"/>
                </a:lnTo>
                <a:lnTo>
                  <a:pt x="1590675" y="152400"/>
                </a:lnTo>
                <a:close/>
                <a:moveTo>
                  <a:pt x="1704975" y="142875"/>
                </a:moveTo>
                <a:lnTo>
                  <a:pt x="1714500" y="142875"/>
                </a:lnTo>
                <a:lnTo>
                  <a:pt x="1714500" y="152400"/>
                </a:lnTo>
                <a:lnTo>
                  <a:pt x="1704975" y="152400"/>
                </a:lnTo>
                <a:close/>
                <a:moveTo>
                  <a:pt x="133350" y="152400"/>
                </a:moveTo>
                <a:lnTo>
                  <a:pt x="142875" y="152400"/>
                </a:lnTo>
                <a:lnTo>
                  <a:pt x="142875" y="161925"/>
                </a:lnTo>
                <a:lnTo>
                  <a:pt x="133350" y="161925"/>
                </a:lnTo>
                <a:close/>
                <a:moveTo>
                  <a:pt x="1609725" y="152400"/>
                </a:moveTo>
                <a:lnTo>
                  <a:pt x="1619250" y="152400"/>
                </a:lnTo>
                <a:lnTo>
                  <a:pt x="1619250" y="161925"/>
                </a:lnTo>
                <a:lnTo>
                  <a:pt x="1609725" y="161925"/>
                </a:lnTo>
                <a:close/>
                <a:moveTo>
                  <a:pt x="1714500" y="152400"/>
                </a:moveTo>
                <a:lnTo>
                  <a:pt x="1724025" y="152400"/>
                </a:lnTo>
                <a:lnTo>
                  <a:pt x="1724025" y="161925"/>
                </a:lnTo>
                <a:lnTo>
                  <a:pt x="1714500" y="161925"/>
                </a:lnTo>
                <a:close/>
                <a:moveTo>
                  <a:pt x="228600" y="161925"/>
                </a:moveTo>
                <a:lnTo>
                  <a:pt x="238125" y="161925"/>
                </a:lnTo>
                <a:lnTo>
                  <a:pt x="238125" y="171450"/>
                </a:lnTo>
                <a:lnTo>
                  <a:pt x="228600" y="171450"/>
                </a:lnTo>
                <a:close/>
                <a:moveTo>
                  <a:pt x="1724025" y="161925"/>
                </a:moveTo>
                <a:lnTo>
                  <a:pt x="1733550" y="161925"/>
                </a:lnTo>
                <a:lnTo>
                  <a:pt x="1733550" y="171450"/>
                </a:lnTo>
                <a:lnTo>
                  <a:pt x="1724025" y="171450"/>
                </a:lnTo>
                <a:close/>
                <a:moveTo>
                  <a:pt x="1638300" y="171450"/>
                </a:moveTo>
                <a:lnTo>
                  <a:pt x="1647825" y="171450"/>
                </a:lnTo>
                <a:lnTo>
                  <a:pt x="1647825" y="180975"/>
                </a:lnTo>
                <a:lnTo>
                  <a:pt x="1638300" y="180975"/>
                </a:lnTo>
                <a:close/>
                <a:moveTo>
                  <a:pt x="1733550" y="171450"/>
                </a:moveTo>
                <a:lnTo>
                  <a:pt x="1743075" y="171450"/>
                </a:lnTo>
                <a:lnTo>
                  <a:pt x="1743075" y="180975"/>
                </a:lnTo>
                <a:lnTo>
                  <a:pt x="1733550" y="180975"/>
                </a:lnTo>
                <a:close/>
                <a:moveTo>
                  <a:pt x="114300" y="180975"/>
                </a:moveTo>
                <a:lnTo>
                  <a:pt x="123825" y="180975"/>
                </a:lnTo>
                <a:lnTo>
                  <a:pt x="123825" y="190500"/>
                </a:lnTo>
                <a:lnTo>
                  <a:pt x="114300" y="190500"/>
                </a:lnTo>
                <a:close/>
                <a:moveTo>
                  <a:pt x="723900" y="180975"/>
                </a:moveTo>
                <a:lnTo>
                  <a:pt x="733425" y="180975"/>
                </a:lnTo>
                <a:lnTo>
                  <a:pt x="733425" y="190500"/>
                </a:lnTo>
                <a:lnTo>
                  <a:pt x="723900" y="190500"/>
                </a:lnTo>
                <a:close/>
                <a:moveTo>
                  <a:pt x="1133475" y="180975"/>
                </a:moveTo>
                <a:lnTo>
                  <a:pt x="1143000" y="180975"/>
                </a:lnTo>
                <a:lnTo>
                  <a:pt x="1143000" y="190500"/>
                </a:lnTo>
                <a:lnTo>
                  <a:pt x="1133475" y="190500"/>
                </a:lnTo>
                <a:close/>
                <a:moveTo>
                  <a:pt x="1647825" y="180975"/>
                </a:moveTo>
                <a:lnTo>
                  <a:pt x="1657350" y="180975"/>
                </a:lnTo>
                <a:lnTo>
                  <a:pt x="1657350" y="190500"/>
                </a:lnTo>
                <a:lnTo>
                  <a:pt x="1647825" y="190500"/>
                </a:lnTo>
                <a:close/>
                <a:moveTo>
                  <a:pt x="104775" y="190500"/>
                </a:moveTo>
                <a:lnTo>
                  <a:pt x="114300" y="190500"/>
                </a:lnTo>
                <a:lnTo>
                  <a:pt x="114300" y="200025"/>
                </a:lnTo>
                <a:lnTo>
                  <a:pt x="104775" y="200025"/>
                </a:lnTo>
                <a:close/>
                <a:moveTo>
                  <a:pt x="704850" y="190500"/>
                </a:moveTo>
                <a:lnTo>
                  <a:pt x="714375" y="190500"/>
                </a:lnTo>
                <a:lnTo>
                  <a:pt x="714375" y="200025"/>
                </a:lnTo>
                <a:lnTo>
                  <a:pt x="704850" y="200025"/>
                </a:lnTo>
                <a:close/>
                <a:moveTo>
                  <a:pt x="1152525" y="190500"/>
                </a:moveTo>
                <a:lnTo>
                  <a:pt x="1162050" y="190500"/>
                </a:lnTo>
                <a:lnTo>
                  <a:pt x="1162050" y="200025"/>
                </a:lnTo>
                <a:lnTo>
                  <a:pt x="1152525" y="200025"/>
                </a:lnTo>
                <a:close/>
                <a:moveTo>
                  <a:pt x="1657350" y="190500"/>
                </a:moveTo>
                <a:lnTo>
                  <a:pt x="1666875" y="190500"/>
                </a:lnTo>
                <a:lnTo>
                  <a:pt x="1666875" y="200025"/>
                </a:lnTo>
                <a:lnTo>
                  <a:pt x="1657350" y="200025"/>
                </a:lnTo>
                <a:close/>
                <a:moveTo>
                  <a:pt x="1743075" y="190500"/>
                </a:moveTo>
                <a:lnTo>
                  <a:pt x="1752600" y="190500"/>
                </a:lnTo>
                <a:lnTo>
                  <a:pt x="1752600" y="200025"/>
                </a:lnTo>
                <a:lnTo>
                  <a:pt x="1743075" y="200025"/>
                </a:lnTo>
                <a:close/>
                <a:moveTo>
                  <a:pt x="695325" y="200025"/>
                </a:moveTo>
                <a:lnTo>
                  <a:pt x="704850" y="200025"/>
                </a:lnTo>
                <a:lnTo>
                  <a:pt x="704850" y="209550"/>
                </a:lnTo>
                <a:lnTo>
                  <a:pt x="695325" y="209550"/>
                </a:lnTo>
                <a:close/>
                <a:moveTo>
                  <a:pt x="1162050" y="200025"/>
                </a:moveTo>
                <a:lnTo>
                  <a:pt x="1171575" y="200025"/>
                </a:lnTo>
                <a:lnTo>
                  <a:pt x="1171575" y="209550"/>
                </a:lnTo>
                <a:lnTo>
                  <a:pt x="1162050" y="209550"/>
                </a:lnTo>
                <a:close/>
                <a:moveTo>
                  <a:pt x="1666875" y="200025"/>
                </a:moveTo>
                <a:lnTo>
                  <a:pt x="1676400" y="200025"/>
                </a:lnTo>
                <a:lnTo>
                  <a:pt x="1676400" y="209550"/>
                </a:lnTo>
                <a:lnTo>
                  <a:pt x="1666875" y="209550"/>
                </a:lnTo>
                <a:close/>
                <a:moveTo>
                  <a:pt x="1752600" y="200025"/>
                </a:moveTo>
                <a:lnTo>
                  <a:pt x="1762125" y="200025"/>
                </a:lnTo>
                <a:lnTo>
                  <a:pt x="1762125" y="209550"/>
                </a:lnTo>
                <a:lnTo>
                  <a:pt x="1752600" y="209550"/>
                </a:lnTo>
                <a:close/>
                <a:moveTo>
                  <a:pt x="95250" y="209550"/>
                </a:moveTo>
                <a:lnTo>
                  <a:pt x="104775" y="209550"/>
                </a:lnTo>
                <a:lnTo>
                  <a:pt x="104775" y="219075"/>
                </a:lnTo>
                <a:lnTo>
                  <a:pt x="95250" y="219075"/>
                </a:lnTo>
                <a:close/>
                <a:moveTo>
                  <a:pt x="685800" y="209550"/>
                </a:moveTo>
                <a:lnTo>
                  <a:pt x="695325" y="209550"/>
                </a:lnTo>
                <a:lnTo>
                  <a:pt x="695325" y="219075"/>
                </a:lnTo>
                <a:lnTo>
                  <a:pt x="685800" y="219075"/>
                </a:lnTo>
                <a:close/>
                <a:moveTo>
                  <a:pt x="1676400" y="209550"/>
                </a:moveTo>
                <a:lnTo>
                  <a:pt x="1685925" y="209550"/>
                </a:lnTo>
                <a:lnTo>
                  <a:pt x="1685925" y="219075"/>
                </a:lnTo>
                <a:lnTo>
                  <a:pt x="1676400" y="219075"/>
                </a:lnTo>
                <a:close/>
                <a:moveTo>
                  <a:pt x="1762125" y="219075"/>
                </a:moveTo>
                <a:lnTo>
                  <a:pt x="1771650" y="219075"/>
                </a:lnTo>
                <a:lnTo>
                  <a:pt x="1771650" y="238125"/>
                </a:lnTo>
                <a:lnTo>
                  <a:pt x="1762125" y="238125"/>
                </a:lnTo>
                <a:close/>
                <a:moveTo>
                  <a:pt x="85725" y="228600"/>
                </a:moveTo>
                <a:lnTo>
                  <a:pt x="95250" y="228600"/>
                </a:lnTo>
                <a:lnTo>
                  <a:pt x="95250" y="238125"/>
                </a:lnTo>
                <a:lnTo>
                  <a:pt x="85725" y="238125"/>
                </a:lnTo>
                <a:close/>
                <a:moveTo>
                  <a:pt x="161925" y="228600"/>
                </a:moveTo>
                <a:lnTo>
                  <a:pt x="171450" y="228600"/>
                </a:lnTo>
                <a:lnTo>
                  <a:pt x="171450" y="238125"/>
                </a:lnTo>
                <a:lnTo>
                  <a:pt x="161925" y="238125"/>
                </a:lnTo>
                <a:close/>
                <a:moveTo>
                  <a:pt x="381000" y="228600"/>
                </a:moveTo>
                <a:lnTo>
                  <a:pt x="390525" y="228600"/>
                </a:lnTo>
                <a:lnTo>
                  <a:pt x="390525" y="238125"/>
                </a:lnTo>
                <a:lnTo>
                  <a:pt x="400050" y="238125"/>
                </a:lnTo>
                <a:lnTo>
                  <a:pt x="400050" y="257175"/>
                </a:lnTo>
                <a:lnTo>
                  <a:pt x="409575" y="257175"/>
                </a:lnTo>
                <a:lnTo>
                  <a:pt x="409575" y="276225"/>
                </a:lnTo>
                <a:lnTo>
                  <a:pt x="381000" y="276225"/>
                </a:lnTo>
                <a:lnTo>
                  <a:pt x="381000" y="257175"/>
                </a:lnTo>
                <a:lnTo>
                  <a:pt x="342900" y="257175"/>
                </a:lnTo>
                <a:lnTo>
                  <a:pt x="342900" y="247650"/>
                </a:lnTo>
                <a:lnTo>
                  <a:pt x="371475" y="247650"/>
                </a:lnTo>
                <a:lnTo>
                  <a:pt x="371475" y="238125"/>
                </a:lnTo>
                <a:lnTo>
                  <a:pt x="381000" y="238125"/>
                </a:lnTo>
                <a:close/>
                <a:moveTo>
                  <a:pt x="1409700" y="228600"/>
                </a:moveTo>
                <a:lnTo>
                  <a:pt x="1438275" y="228600"/>
                </a:lnTo>
                <a:lnTo>
                  <a:pt x="1438275" y="238125"/>
                </a:lnTo>
                <a:lnTo>
                  <a:pt x="1447800" y="238125"/>
                </a:lnTo>
                <a:lnTo>
                  <a:pt x="1447800" y="266700"/>
                </a:lnTo>
                <a:lnTo>
                  <a:pt x="1438275" y="266700"/>
                </a:lnTo>
                <a:lnTo>
                  <a:pt x="1438275" y="276225"/>
                </a:lnTo>
                <a:lnTo>
                  <a:pt x="1419225" y="276225"/>
                </a:lnTo>
                <a:lnTo>
                  <a:pt x="1419225" y="266700"/>
                </a:lnTo>
                <a:lnTo>
                  <a:pt x="1409700" y="266700"/>
                </a:lnTo>
                <a:lnTo>
                  <a:pt x="1409700" y="257175"/>
                </a:lnTo>
                <a:lnTo>
                  <a:pt x="1400175" y="257175"/>
                </a:lnTo>
                <a:lnTo>
                  <a:pt x="1400175" y="238125"/>
                </a:lnTo>
                <a:lnTo>
                  <a:pt x="1409700" y="238125"/>
                </a:lnTo>
                <a:close/>
                <a:moveTo>
                  <a:pt x="438150" y="238125"/>
                </a:moveTo>
                <a:lnTo>
                  <a:pt x="466725" y="238125"/>
                </a:lnTo>
                <a:lnTo>
                  <a:pt x="466725" y="247650"/>
                </a:lnTo>
                <a:lnTo>
                  <a:pt x="485775" y="247650"/>
                </a:lnTo>
                <a:lnTo>
                  <a:pt x="485775" y="238125"/>
                </a:lnTo>
                <a:lnTo>
                  <a:pt x="495300" y="238125"/>
                </a:lnTo>
                <a:lnTo>
                  <a:pt x="495300" y="247650"/>
                </a:lnTo>
                <a:lnTo>
                  <a:pt x="504825" y="247650"/>
                </a:lnTo>
                <a:lnTo>
                  <a:pt x="504825" y="266700"/>
                </a:lnTo>
                <a:lnTo>
                  <a:pt x="457200" y="266700"/>
                </a:lnTo>
                <a:lnTo>
                  <a:pt x="457200" y="276225"/>
                </a:lnTo>
                <a:lnTo>
                  <a:pt x="438150" y="276225"/>
                </a:lnTo>
                <a:lnTo>
                  <a:pt x="438150" y="266700"/>
                </a:lnTo>
                <a:lnTo>
                  <a:pt x="428625" y="266700"/>
                </a:lnTo>
                <a:lnTo>
                  <a:pt x="428625" y="247650"/>
                </a:lnTo>
                <a:lnTo>
                  <a:pt x="438150" y="247650"/>
                </a:lnTo>
                <a:close/>
                <a:moveTo>
                  <a:pt x="676275" y="238125"/>
                </a:moveTo>
                <a:lnTo>
                  <a:pt x="685800" y="238125"/>
                </a:lnTo>
                <a:lnTo>
                  <a:pt x="685800" y="276225"/>
                </a:lnTo>
                <a:lnTo>
                  <a:pt x="676275" y="276225"/>
                </a:lnTo>
                <a:close/>
                <a:moveTo>
                  <a:pt x="1695450" y="238125"/>
                </a:moveTo>
                <a:lnTo>
                  <a:pt x="1704975" y="238125"/>
                </a:lnTo>
                <a:lnTo>
                  <a:pt x="1704975" y="247650"/>
                </a:lnTo>
                <a:lnTo>
                  <a:pt x="1695450" y="247650"/>
                </a:lnTo>
                <a:close/>
                <a:moveTo>
                  <a:pt x="1771650" y="238125"/>
                </a:moveTo>
                <a:lnTo>
                  <a:pt x="1781175" y="238125"/>
                </a:lnTo>
                <a:lnTo>
                  <a:pt x="1781175" y="257175"/>
                </a:lnTo>
                <a:lnTo>
                  <a:pt x="1771650" y="257175"/>
                </a:lnTo>
                <a:close/>
                <a:moveTo>
                  <a:pt x="76200" y="247650"/>
                </a:moveTo>
                <a:lnTo>
                  <a:pt x="85725" y="247650"/>
                </a:lnTo>
                <a:lnTo>
                  <a:pt x="85725" y="266700"/>
                </a:lnTo>
                <a:lnTo>
                  <a:pt x="76200" y="266700"/>
                </a:lnTo>
                <a:close/>
                <a:moveTo>
                  <a:pt x="361950" y="266700"/>
                </a:moveTo>
                <a:lnTo>
                  <a:pt x="371475" y="266700"/>
                </a:lnTo>
                <a:lnTo>
                  <a:pt x="371475" y="276225"/>
                </a:lnTo>
                <a:lnTo>
                  <a:pt x="361950" y="276225"/>
                </a:lnTo>
                <a:close/>
                <a:moveTo>
                  <a:pt x="1419225" y="266700"/>
                </a:moveTo>
                <a:lnTo>
                  <a:pt x="1428750" y="266700"/>
                </a:lnTo>
                <a:lnTo>
                  <a:pt x="1428750" y="257175"/>
                </a:lnTo>
                <a:lnTo>
                  <a:pt x="1419225" y="257175"/>
                </a:lnTo>
                <a:close/>
                <a:moveTo>
                  <a:pt x="1781175" y="266700"/>
                </a:moveTo>
                <a:lnTo>
                  <a:pt x="1790700" y="266700"/>
                </a:lnTo>
                <a:lnTo>
                  <a:pt x="1790700" y="285750"/>
                </a:lnTo>
                <a:lnTo>
                  <a:pt x="1781175" y="285750"/>
                </a:lnTo>
                <a:close/>
                <a:moveTo>
                  <a:pt x="66675" y="276225"/>
                </a:moveTo>
                <a:lnTo>
                  <a:pt x="76200" y="276225"/>
                </a:lnTo>
                <a:lnTo>
                  <a:pt x="76200" y="295275"/>
                </a:lnTo>
                <a:lnTo>
                  <a:pt x="66675" y="295275"/>
                </a:lnTo>
                <a:close/>
                <a:moveTo>
                  <a:pt x="1714500" y="276225"/>
                </a:moveTo>
                <a:lnTo>
                  <a:pt x="1724025" y="276225"/>
                </a:lnTo>
                <a:lnTo>
                  <a:pt x="1724025" y="285750"/>
                </a:lnTo>
                <a:lnTo>
                  <a:pt x="1714500" y="285750"/>
                </a:lnTo>
                <a:close/>
                <a:moveTo>
                  <a:pt x="133350" y="285750"/>
                </a:moveTo>
                <a:lnTo>
                  <a:pt x="142875" y="285750"/>
                </a:lnTo>
                <a:lnTo>
                  <a:pt x="142875" y="295275"/>
                </a:lnTo>
                <a:lnTo>
                  <a:pt x="133350" y="295275"/>
                </a:lnTo>
                <a:close/>
                <a:moveTo>
                  <a:pt x="1171575" y="285750"/>
                </a:moveTo>
                <a:lnTo>
                  <a:pt x="1181100" y="285750"/>
                </a:lnTo>
                <a:lnTo>
                  <a:pt x="1181100" y="295275"/>
                </a:lnTo>
                <a:lnTo>
                  <a:pt x="1171575" y="295275"/>
                </a:lnTo>
                <a:close/>
                <a:moveTo>
                  <a:pt x="1790700" y="304800"/>
                </a:moveTo>
                <a:lnTo>
                  <a:pt x="1800225" y="304800"/>
                </a:lnTo>
                <a:lnTo>
                  <a:pt x="1800225" y="333375"/>
                </a:lnTo>
                <a:lnTo>
                  <a:pt x="1790700" y="333375"/>
                </a:lnTo>
                <a:close/>
                <a:moveTo>
                  <a:pt x="57150" y="314325"/>
                </a:moveTo>
                <a:lnTo>
                  <a:pt x="66675" y="314325"/>
                </a:lnTo>
                <a:lnTo>
                  <a:pt x="66675" y="352425"/>
                </a:lnTo>
                <a:lnTo>
                  <a:pt x="57150" y="352425"/>
                </a:lnTo>
                <a:close/>
                <a:moveTo>
                  <a:pt x="1143000" y="314325"/>
                </a:moveTo>
                <a:lnTo>
                  <a:pt x="1152525" y="314325"/>
                </a:lnTo>
                <a:lnTo>
                  <a:pt x="1152525" y="323850"/>
                </a:lnTo>
                <a:lnTo>
                  <a:pt x="1143000" y="323850"/>
                </a:lnTo>
                <a:close/>
                <a:moveTo>
                  <a:pt x="1724025" y="314325"/>
                </a:moveTo>
                <a:lnTo>
                  <a:pt x="1733550" y="314325"/>
                </a:lnTo>
                <a:lnTo>
                  <a:pt x="1733550" y="323850"/>
                </a:lnTo>
                <a:lnTo>
                  <a:pt x="1724025" y="323850"/>
                </a:lnTo>
                <a:close/>
                <a:moveTo>
                  <a:pt x="733425" y="323850"/>
                </a:moveTo>
                <a:lnTo>
                  <a:pt x="742950" y="323850"/>
                </a:lnTo>
                <a:lnTo>
                  <a:pt x="742950" y="333375"/>
                </a:lnTo>
                <a:lnTo>
                  <a:pt x="733425" y="333375"/>
                </a:lnTo>
                <a:close/>
                <a:moveTo>
                  <a:pt x="1114425" y="323850"/>
                </a:moveTo>
                <a:lnTo>
                  <a:pt x="1133475" y="323850"/>
                </a:lnTo>
                <a:lnTo>
                  <a:pt x="1133475" y="333375"/>
                </a:lnTo>
                <a:lnTo>
                  <a:pt x="1114425" y="333375"/>
                </a:lnTo>
                <a:close/>
                <a:moveTo>
                  <a:pt x="123825" y="333375"/>
                </a:moveTo>
                <a:lnTo>
                  <a:pt x="133350" y="333375"/>
                </a:lnTo>
                <a:lnTo>
                  <a:pt x="133350" y="352425"/>
                </a:lnTo>
                <a:lnTo>
                  <a:pt x="123825" y="352425"/>
                </a:lnTo>
                <a:close/>
                <a:moveTo>
                  <a:pt x="1800225" y="361950"/>
                </a:moveTo>
                <a:lnTo>
                  <a:pt x="1809750" y="361950"/>
                </a:lnTo>
                <a:lnTo>
                  <a:pt x="1809750" y="1114425"/>
                </a:lnTo>
                <a:lnTo>
                  <a:pt x="1800225" y="1114425"/>
                </a:lnTo>
                <a:close/>
                <a:moveTo>
                  <a:pt x="1733550" y="371475"/>
                </a:moveTo>
                <a:lnTo>
                  <a:pt x="1743075" y="371475"/>
                </a:lnTo>
                <a:lnTo>
                  <a:pt x="1743075" y="1219200"/>
                </a:lnTo>
                <a:lnTo>
                  <a:pt x="1733550" y="1219200"/>
                </a:lnTo>
                <a:close/>
                <a:moveTo>
                  <a:pt x="742950" y="428625"/>
                </a:moveTo>
                <a:lnTo>
                  <a:pt x="752475" y="428625"/>
                </a:lnTo>
                <a:lnTo>
                  <a:pt x="752475" y="438150"/>
                </a:lnTo>
                <a:lnTo>
                  <a:pt x="762000" y="438150"/>
                </a:lnTo>
                <a:lnTo>
                  <a:pt x="762000" y="447675"/>
                </a:lnTo>
                <a:lnTo>
                  <a:pt x="733425" y="447675"/>
                </a:lnTo>
                <a:lnTo>
                  <a:pt x="733425" y="438150"/>
                </a:lnTo>
                <a:lnTo>
                  <a:pt x="742950" y="438150"/>
                </a:lnTo>
                <a:close/>
                <a:moveTo>
                  <a:pt x="266700" y="438150"/>
                </a:moveTo>
                <a:lnTo>
                  <a:pt x="276225" y="438150"/>
                </a:lnTo>
                <a:lnTo>
                  <a:pt x="276225" y="457200"/>
                </a:lnTo>
                <a:lnTo>
                  <a:pt x="266700" y="457200"/>
                </a:lnTo>
                <a:lnTo>
                  <a:pt x="266700" y="476250"/>
                </a:lnTo>
                <a:lnTo>
                  <a:pt x="276225" y="476250"/>
                </a:lnTo>
                <a:lnTo>
                  <a:pt x="276225" y="495300"/>
                </a:lnTo>
                <a:lnTo>
                  <a:pt x="266700" y="495300"/>
                </a:lnTo>
                <a:lnTo>
                  <a:pt x="266700" y="485775"/>
                </a:lnTo>
                <a:lnTo>
                  <a:pt x="257175" y="485775"/>
                </a:lnTo>
                <a:lnTo>
                  <a:pt x="257175" y="476250"/>
                </a:lnTo>
                <a:lnTo>
                  <a:pt x="247650" y="476250"/>
                </a:lnTo>
                <a:lnTo>
                  <a:pt x="247650" y="457200"/>
                </a:lnTo>
                <a:lnTo>
                  <a:pt x="257175" y="457200"/>
                </a:lnTo>
                <a:lnTo>
                  <a:pt x="257175" y="447675"/>
                </a:lnTo>
                <a:lnTo>
                  <a:pt x="266700" y="447675"/>
                </a:lnTo>
                <a:close/>
                <a:moveTo>
                  <a:pt x="723900" y="457200"/>
                </a:moveTo>
                <a:lnTo>
                  <a:pt x="742950" y="457200"/>
                </a:lnTo>
                <a:lnTo>
                  <a:pt x="742950" y="495300"/>
                </a:lnTo>
                <a:lnTo>
                  <a:pt x="733425" y="495300"/>
                </a:lnTo>
                <a:lnTo>
                  <a:pt x="733425" y="504825"/>
                </a:lnTo>
                <a:lnTo>
                  <a:pt x="723900" y="504825"/>
                </a:lnTo>
                <a:lnTo>
                  <a:pt x="723900" y="476250"/>
                </a:lnTo>
                <a:lnTo>
                  <a:pt x="733425" y="476250"/>
                </a:lnTo>
                <a:lnTo>
                  <a:pt x="733425" y="466725"/>
                </a:lnTo>
                <a:lnTo>
                  <a:pt x="723900" y="466725"/>
                </a:lnTo>
                <a:close/>
                <a:moveTo>
                  <a:pt x="952500" y="457200"/>
                </a:moveTo>
                <a:lnTo>
                  <a:pt x="962025" y="457200"/>
                </a:lnTo>
                <a:lnTo>
                  <a:pt x="962025" y="495300"/>
                </a:lnTo>
                <a:lnTo>
                  <a:pt x="952500" y="495300"/>
                </a:lnTo>
                <a:close/>
                <a:moveTo>
                  <a:pt x="781050" y="466725"/>
                </a:moveTo>
                <a:lnTo>
                  <a:pt x="790575" y="466725"/>
                </a:lnTo>
                <a:lnTo>
                  <a:pt x="790575" y="485775"/>
                </a:lnTo>
                <a:lnTo>
                  <a:pt x="781050" y="485775"/>
                </a:lnTo>
                <a:close/>
                <a:moveTo>
                  <a:pt x="904875" y="466725"/>
                </a:moveTo>
                <a:lnTo>
                  <a:pt x="914400" y="466725"/>
                </a:lnTo>
                <a:lnTo>
                  <a:pt x="914400" y="476250"/>
                </a:lnTo>
                <a:lnTo>
                  <a:pt x="923925" y="476250"/>
                </a:lnTo>
                <a:lnTo>
                  <a:pt x="923925" y="485775"/>
                </a:lnTo>
                <a:lnTo>
                  <a:pt x="914400" y="485775"/>
                </a:lnTo>
                <a:lnTo>
                  <a:pt x="914400" y="495300"/>
                </a:lnTo>
                <a:lnTo>
                  <a:pt x="895350" y="495300"/>
                </a:lnTo>
                <a:lnTo>
                  <a:pt x="895350" y="476250"/>
                </a:lnTo>
                <a:lnTo>
                  <a:pt x="904875" y="476250"/>
                </a:lnTo>
                <a:close/>
                <a:moveTo>
                  <a:pt x="819150" y="476250"/>
                </a:moveTo>
                <a:lnTo>
                  <a:pt x="828675" y="476250"/>
                </a:lnTo>
                <a:lnTo>
                  <a:pt x="828675" y="485775"/>
                </a:lnTo>
                <a:lnTo>
                  <a:pt x="819150" y="485775"/>
                </a:lnTo>
                <a:close/>
                <a:moveTo>
                  <a:pt x="1076325" y="476250"/>
                </a:moveTo>
                <a:lnTo>
                  <a:pt x="1123950" y="476250"/>
                </a:lnTo>
                <a:lnTo>
                  <a:pt x="1123950" y="495300"/>
                </a:lnTo>
                <a:lnTo>
                  <a:pt x="1114425" y="495300"/>
                </a:lnTo>
                <a:lnTo>
                  <a:pt x="1114425" y="485775"/>
                </a:lnTo>
                <a:lnTo>
                  <a:pt x="1104900" y="485775"/>
                </a:lnTo>
                <a:lnTo>
                  <a:pt x="1104900" y="495300"/>
                </a:lnTo>
                <a:lnTo>
                  <a:pt x="1076325" y="495300"/>
                </a:lnTo>
                <a:close/>
                <a:moveTo>
                  <a:pt x="1133475" y="476250"/>
                </a:moveTo>
                <a:lnTo>
                  <a:pt x="1143000" y="476250"/>
                </a:lnTo>
                <a:lnTo>
                  <a:pt x="1143000" y="504825"/>
                </a:lnTo>
                <a:lnTo>
                  <a:pt x="1133475" y="504825"/>
                </a:lnTo>
                <a:close/>
                <a:moveTo>
                  <a:pt x="1047750" y="485775"/>
                </a:moveTo>
                <a:lnTo>
                  <a:pt x="1057275" y="485775"/>
                </a:lnTo>
                <a:lnTo>
                  <a:pt x="1057275" y="495300"/>
                </a:lnTo>
                <a:lnTo>
                  <a:pt x="1047750" y="495300"/>
                </a:lnTo>
                <a:close/>
                <a:moveTo>
                  <a:pt x="238125" y="704850"/>
                </a:moveTo>
                <a:lnTo>
                  <a:pt x="247650" y="704850"/>
                </a:lnTo>
                <a:lnTo>
                  <a:pt x="247650" y="714375"/>
                </a:lnTo>
                <a:lnTo>
                  <a:pt x="266700" y="714375"/>
                </a:lnTo>
                <a:lnTo>
                  <a:pt x="266700" y="723900"/>
                </a:lnTo>
                <a:lnTo>
                  <a:pt x="276225" y="723900"/>
                </a:lnTo>
                <a:lnTo>
                  <a:pt x="276225" y="742950"/>
                </a:lnTo>
                <a:lnTo>
                  <a:pt x="257175" y="742950"/>
                </a:lnTo>
                <a:lnTo>
                  <a:pt x="257175" y="723900"/>
                </a:lnTo>
                <a:lnTo>
                  <a:pt x="238125" y="723900"/>
                </a:lnTo>
                <a:lnTo>
                  <a:pt x="238125" y="781050"/>
                </a:lnTo>
                <a:lnTo>
                  <a:pt x="228600" y="781050"/>
                </a:lnTo>
                <a:lnTo>
                  <a:pt x="228600" y="790575"/>
                </a:lnTo>
                <a:lnTo>
                  <a:pt x="219075" y="790575"/>
                </a:lnTo>
                <a:lnTo>
                  <a:pt x="219075" y="800100"/>
                </a:lnTo>
                <a:lnTo>
                  <a:pt x="200025" y="800100"/>
                </a:lnTo>
                <a:lnTo>
                  <a:pt x="200025" y="771525"/>
                </a:lnTo>
                <a:lnTo>
                  <a:pt x="209550" y="771525"/>
                </a:lnTo>
                <a:lnTo>
                  <a:pt x="209550" y="752475"/>
                </a:lnTo>
                <a:lnTo>
                  <a:pt x="219075" y="752475"/>
                </a:lnTo>
                <a:lnTo>
                  <a:pt x="219075" y="714375"/>
                </a:lnTo>
                <a:lnTo>
                  <a:pt x="238125" y="714375"/>
                </a:lnTo>
                <a:close/>
                <a:moveTo>
                  <a:pt x="38100" y="714375"/>
                </a:moveTo>
                <a:lnTo>
                  <a:pt x="47625" y="714375"/>
                </a:lnTo>
                <a:lnTo>
                  <a:pt x="47625" y="723900"/>
                </a:lnTo>
                <a:lnTo>
                  <a:pt x="38100" y="723900"/>
                </a:lnTo>
                <a:close/>
                <a:moveTo>
                  <a:pt x="628650" y="723900"/>
                </a:moveTo>
                <a:lnTo>
                  <a:pt x="638175" y="723900"/>
                </a:lnTo>
                <a:lnTo>
                  <a:pt x="638175" y="733425"/>
                </a:lnTo>
                <a:lnTo>
                  <a:pt x="628650" y="733425"/>
                </a:lnTo>
                <a:close/>
                <a:moveTo>
                  <a:pt x="819150" y="723900"/>
                </a:moveTo>
                <a:lnTo>
                  <a:pt x="838200" y="723900"/>
                </a:lnTo>
                <a:lnTo>
                  <a:pt x="838200" y="742950"/>
                </a:lnTo>
                <a:lnTo>
                  <a:pt x="828675" y="742950"/>
                </a:lnTo>
                <a:lnTo>
                  <a:pt x="828675" y="752475"/>
                </a:lnTo>
                <a:lnTo>
                  <a:pt x="819150" y="752475"/>
                </a:lnTo>
                <a:lnTo>
                  <a:pt x="819150" y="771525"/>
                </a:lnTo>
                <a:lnTo>
                  <a:pt x="809625" y="771525"/>
                </a:lnTo>
                <a:lnTo>
                  <a:pt x="809625" y="781050"/>
                </a:lnTo>
                <a:lnTo>
                  <a:pt x="819150" y="781050"/>
                </a:lnTo>
                <a:lnTo>
                  <a:pt x="819150" y="800100"/>
                </a:lnTo>
                <a:lnTo>
                  <a:pt x="771525" y="800100"/>
                </a:lnTo>
                <a:lnTo>
                  <a:pt x="771525" y="790575"/>
                </a:lnTo>
                <a:lnTo>
                  <a:pt x="752475" y="790575"/>
                </a:lnTo>
                <a:lnTo>
                  <a:pt x="752475" y="800100"/>
                </a:lnTo>
                <a:lnTo>
                  <a:pt x="723900" y="800100"/>
                </a:lnTo>
                <a:lnTo>
                  <a:pt x="723900" y="790575"/>
                </a:lnTo>
                <a:lnTo>
                  <a:pt x="714375" y="790575"/>
                </a:lnTo>
                <a:lnTo>
                  <a:pt x="714375" y="781050"/>
                </a:lnTo>
                <a:lnTo>
                  <a:pt x="723900" y="781050"/>
                </a:lnTo>
                <a:lnTo>
                  <a:pt x="723900" y="762000"/>
                </a:lnTo>
                <a:lnTo>
                  <a:pt x="752475" y="762000"/>
                </a:lnTo>
                <a:lnTo>
                  <a:pt x="752475" y="771525"/>
                </a:lnTo>
                <a:lnTo>
                  <a:pt x="762000" y="771525"/>
                </a:lnTo>
                <a:lnTo>
                  <a:pt x="762000" y="781050"/>
                </a:lnTo>
                <a:lnTo>
                  <a:pt x="781050" y="781050"/>
                </a:lnTo>
                <a:lnTo>
                  <a:pt x="781050" y="771525"/>
                </a:lnTo>
                <a:lnTo>
                  <a:pt x="800100" y="771525"/>
                </a:lnTo>
                <a:lnTo>
                  <a:pt x="800100" y="762000"/>
                </a:lnTo>
                <a:lnTo>
                  <a:pt x="809625" y="762000"/>
                </a:lnTo>
                <a:lnTo>
                  <a:pt x="809625" y="742950"/>
                </a:lnTo>
                <a:lnTo>
                  <a:pt x="819150" y="742950"/>
                </a:lnTo>
                <a:close/>
                <a:moveTo>
                  <a:pt x="419100" y="733425"/>
                </a:moveTo>
                <a:lnTo>
                  <a:pt x="428625" y="733425"/>
                </a:lnTo>
                <a:lnTo>
                  <a:pt x="428625" y="762000"/>
                </a:lnTo>
                <a:lnTo>
                  <a:pt x="419100" y="762000"/>
                </a:lnTo>
                <a:lnTo>
                  <a:pt x="419100" y="771525"/>
                </a:lnTo>
                <a:lnTo>
                  <a:pt x="400050" y="771525"/>
                </a:lnTo>
                <a:lnTo>
                  <a:pt x="400050" y="752475"/>
                </a:lnTo>
                <a:lnTo>
                  <a:pt x="409575" y="752475"/>
                </a:lnTo>
                <a:lnTo>
                  <a:pt x="409575" y="742950"/>
                </a:lnTo>
                <a:lnTo>
                  <a:pt x="419100" y="742950"/>
                </a:lnTo>
                <a:close/>
                <a:moveTo>
                  <a:pt x="523875" y="742950"/>
                </a:moveTo>
                <a:lnTo>
                  <a:pt x="542925" y="742950"/>
                </a:lnTo>
                <a:lnTo>
                  <a:pt x="542925" y="762000"/>
                </a:lnTo>
                <a:lnTo>
                  <a:pt x="552450" y="762000"/>
                </a:lnTo>
                <a:lnTo>
                  <a:pt x="552450" y="771525"/>
                </a:lnTo>
                <a:lnTo>
                  <a:pt x="523875" y="771525"/>
                </a:lnTo>
                <a:lnTo>
                  <a:pt x="523875" y="781050"/>
                </a:lnTo>
                <a:lnTo>
                  <a:pt x="514350" y="781050"/>
                </a:lnTo>
                <a:lnTo>
                  <a:pt x="514350" y="752475"/>
                </a:lnTo>
                <a:lnTo>
                  <a:pt x="523875" y="752475"/>
                </a:lnTo>
                <a:close/>
                <a:moveTo>
                  <a:pt x="466725" y="752475"/>
                </a:moveTo>
                <a:lnTo>
                  <a:pt x="476250" y="752475"/>
                </a:lnTo>
                <a:lnTo>
                  <a:pt x="476250" y="762000"/>
                </a:lnTo>
                <a:lnTo>
                  <a:pt x="485775" y="762000"/>
                </a:lnTo>
                <a:lnTo>
                  <a:pt x="485775" y="800100"/>
                </a:lnTo>
                <a:lnTo>
                  <a:pt x="438150" y="800100"/>
                </a:lnTo>
                <a:lnTo>
                  <a:pt x="438150" y="781050"/>
                </a:lnTo>
                <a:lnTo>
                  <a:pt x="457200" y="781050"/>
                </a:lnTo>
                <a:lnTo>
                  <a:pt x="457200" y="771525"/>
                </a:lnTo>
                <a:lnTo>
                  <a:pt x="466725" y="771525"/>
                </a:lnTo>
                <a:close/>
                <a:moveTo>
                  <a:pt x="685800" y="752475"/>
                </a:moveTo>
                <a:lnTo>
                  <a:pt x="695325" y="752475"/>
                </a:lnTo>
                <a:lnTo>
                  <a:pt x="695325" y="800100"/>
                </a:lnTo>
                <a:lnTo>
                  <a:pt x="647700" y="800100"/>
                </a:lnTo>
                <a:lnTo>
                  <a:pt x="647700" y="790575"/>
                </a:lnTo>
                <a:lnTo>
                  <a:pt x="638175" y="790575"/>
                </a:lnTo>
                <a:lnTo>
                  <a:pt x="638175" y="771525"/>
                </a:lnTo>
                <a:lnTo>
                  <a:pt x="647700" y="771525"/>
                </a:lnTo>
                <a:lnTo>
                  <a:pt x="647700" y="781050"/>
                </a:lnTo>
                <a:lnTo>
                  <a:pt x="676275" y="781050"/>
                </a:lnTo>
                <a:lnTo>
                  <a:pt x="676275" y="771525"/>
                </a:lnTo>
                <a:lnTo>
                  <a:pt x="685800" y="771525"/>
                </a:lnTo>
                <a:close/>
                <a:moveTo>
                  <a:pt x="285750" y="762000"/>
                </a:moveTo>
                <a:lnTo>
                  <a:pt x="314325" y="762000"/>
                </a:lnTo>
                <a:lnTo>
                  <a:pt x="314325" y="771525"/>
                </a:lnTo>
                <a:lnTo>
                  <a:pt x="304800" y="771525"/>
                </a:lnTo>
                <a:lnTo>
                  <a:pt x="304800" y="800100"/>
                </a:lnTo>
                <a:lnTo>
                  <a:pt x="276225" y="800100"/>
                </a:lnTo>
                <a:lnTo>
                  <a:pt x="276225" y="771525"/>
                </a:lnTo>
                <a:lnTo>
                  <a:pt x="285750" y="771525"/>
                </a:lnTo>
                <a:close/>
                <a:moveTo>
                  <a:pt x="342900" y="762000"/>
                </a:moveTo>
                <a:lnTo>
                  <a:pt x="371475" y="762000"/>
                </a:lnTo>
                <a:lnTo>
                  <a:pt x="371475" y="771525"/>
                </a:lnTo>
                <a:lnTo>
                  <a:pt x="381000" y="771525"/>
                </a:lnTo>
                <a:lnTo>
                  <a:pt x="381000" y="790575"/>
                </a:lnTo>
                <a:lnTo>
                  <a:pt x="323850" y="790575"/>
                </a:lnTo>
                <a:lnTo>
                  <a:pt x="323850" y="781050"/>
                </a:lnTo>
                <a:lnTo>
                  <a:pt x="333375" y="781050"/>
                </a:lnTo>
                <a:lnTo>
                  <a:pt x="333375" y="771525"/>
                </a:lnTo>
                <a:lnTo>
                  <a:pt x="342900" y="771525"/>
                </a:lnTo>
                <a:close/>
                <a:moveTo>
                  <a:pt x="400050" y="790575"/>
                </a:moveTo>
                <a:lnTo>
                  <a:pt x="419100" y="790575"/>
                </a:lnTo>
                <a:lnTo>
                  <a:pt x="419100" y="800100"/>
                </a:lnTo>
                <a:lnTo>
                  <a:pt x="400050" y="800100"/>
                </a:lnTo>
                <a:close/>
                <a:moveTo>
                  <a:pt x="238125" y="800100"/>
                </a:moveTo>
                <a:lnTo>
                  <a:pt x="247650" y="800100"/>
                </a:lnTo>
                <a:lnTo>
                  <a:pt x="247650" y="809625"/>
                </a:lnTo>
                <a:lnTo>
                  <a:pt x="238125" y="809625"/>
                </a:lnTo>
                <a:close/>
                <a:moveTo>
                  <a:pt x="38100" y="828675"/>
                </a:moveTo>
                <a:lnTo>
                  <a:pt x="47625" y="828675"/>
                </a:lnTo>
                <a:lnTo>
                  <a:pt x="47625" y="838200"/>
                </a:lnTo>
                <a:lnTo>
                  <a:pt x="38100" y="838200"/>
                </a:lnTo>
                <a:close/>
                <a:moveTo>
                  <a:pt x="47625" y="847725"/>
                </a:moveTo>
                <a:lnTo>
                  <a:pt x="57150" y="847725"/>
                </a:lnTo>
                <a:lnTo>
                  <a:pt x="57150" y="857250"/>
                </a:lnTo>
                <a:lnTo>
                  <a:pt x="47625" y="857250"/>
                </a:lnTo>
                <a:close/>
                <a:moveTo>
                  <a:pt x="38100" y="962025"/>
                </a:moveTo>
                <a:lnTo>
                  <a:pt x="47625" y="962025"/>
                </a:lnTo>
                <a:lnTo>
                  <a:pt x="47625" y="971550"/>
                </a:lnTo>
                <a:lnTo>
                  <a:pt x="38100" y="971550"/>
                </a:lnTo>
                <a:close/>
                <a:moveTo>
                  <a:pt x="1809750" y="1114425"/>
                </a:moveTo>
                <a:lnTo>
                  <a:pt x="1819275" y="1114425"/>
                </a:lnTo>
                <a:lnTo>
                  <a:pt x="1819275" y="1123950"/>
                </a:lnTo>
                <a:lnTo>
                  <a:pt x="1809750" y="1123950"/>
                </a:lnTo>
                <a:close/>
                <a:moveTo>
                  <a:pt x="1819275" y="1143000"/>
                </a:moveTo>
                <a:lnTo>
                  <a:pt x="1828800" y="1143000"/>
                </a:lnTo>
                <a:lnTo>
                  <a:pt x="1828800" y="1514475"/>
                </a:lnTo>
                <a:lnTo>
                  <a:pt x="1819275" y="1514475"/>
                </a:lnTo>
                <a:close/>
                <a:moveTo>
                  <a:pt x="257175" y="1181100"/>
                </a:moveTo>
                <a:lnTo>
                  <a:pt x="276225" y="1181100"/>
                </a:lnTo>
                <a:lnTo>
                  <a:pt x="276225" y="1190625"/>
                </a:lnTo>
                <a:lnTo>
                  <a:pt x="257175" y="1190625"/>
                </a:lnTo>
                <a:close/>
                <a:moveTo>
                  <a:pt x="1590675" y="1181100"/>
                </a:moveTo>
                <a:lnTo>
                  <a:pt x="1600200" y="1181100"/>
                </a:lnTo>
                <a:lnTo>
                  <a:pt x="1600200" y="1190625"/>
                </a:lnTo>
                <a:lnTo>
                  <a:pt x="1590675" y="1190625"/>
                </a:lnTo>
                <a:close/>
                <a:moveTo>
                  <a:pt x="1619250" y="1190625"/>
                </a:moveTo>
                <a:lnTo>
                  <a:pt x="1628775" y="1190625"/>
                </a:lnTo>
                <a:lnTo>
                  <a:pt x="1628775" y="1200150"/>
                </a:lnTo>
                <a:lnTo>
                  <a:pt x="1619250" y="1200150"/>
                </a:lnTo>
                <a:close/>
                <a:moveTo>
                  <a:pt x="38100" y="1200150"/>
                </a:moveTo>
                <a:lnTo>
                  <a:pt x="47625" y="1200150"/>
                </a:lnTo>
                <a:lnTo>
                  <a:pt x="47625" y="1209675"/>
                </a:lnTo>
                <a:lnTo>
                  <a:pt x="38100" y="1209675"/>
                </a:lnTo>
                <a:close/>
                <a:moveTo>
                  <a:pt x="219075" y="1200150"/>
                </a:moveTo>
                <a:lnTo>
                  <a:pt x="228600" y="1200150"/>
                </a:lnTo>
                <a:lnTo>
                  <a:pt x="228600" y="1209675"/>
                </a:lnTo>
                <a:lnTo>
                  <a:pt x="219075" y="1209675"/>
                </a:lnTo>
                <a:close/>
                <a:moveTo>
                  <a:pt x="209550" y="1209675"/>
                </a:moveTo>
                <a:lnTo>
                  <a:pt x="219075" y="1209675"/>
                </a:lnTo>
                <a:lnTo>
                  <a:pt x="219075" y="1219200"/>
                </a:lnTo>
                <a:lnTo>
                  <a:pt x="209550" y="1219200"/>
                </a:lnTo>
                <a:close/>
                <a:moveTo>
                  <a:pt x="47625" y="1219200"/>
                </a:moveTo>
                <a:lnTo>
                  <a:pt x="57150" y="1219200"/>
                </a:lnTo>
                <a:lnTo>
                  <a:pt x="57150" y="1266825"/>
                </a:lnTo>
                <a:lnTo>
                  <a:pt x="47625" y="1266825"/>
                </a:lnTo>
                <a:close/>
                <a:moveTo>
                  <a:pt x="200025" y="1219200"/>
                </a:moveTo>
                <a:lnTo>
                  <a:pt x="209550" y="1219200"/>
                </a:lnTo>
                <a:lnTo>
                  <a:pt x="209550" y="1228725"/>
                </a:lnTo>
                <a:lnTo>
                  <a:pt x="200025" y="1228725"/>
                </a:lnTo>
                <a:close/>
                <a:moveTo>
                  <a:pt x="1657350" y="1228725"/>
                </a:moveTo>
                <a:lnTo>
                  <a:pt x="1666875" y="1228725"/>
                </a:lnTo>
                <a:lnTo>
                  <a:pt x="1666875" y="1238250"/>
                </a:lnTo>
                <a:lnTo>
                  <a:pt x="1657350" y="1238250"/>
                </a:lnTo>
                <a:close/>
                <a:moveTo>
                  <a:pt x="1733550" y="1228725"/>
                </a:moveTo>
                <a:lnTo>
                  <a:pt x="1743075" y="1228725"/>
                </a:lnTo>
                <a:lnTo>
                  <a:pt x="1743075" y="1752600"/>
                </a:lnTo>
                <a:lnTo>
                  <a:pt x="1733550" y="1752600"/>
                </a:lnTo>
                <a:close/>
                <a:moveTo>
                  <a:pt x="180975" y="1257300"/>
                </a:moveTo>
                <a:lnTo>
                  <a:pt x="190500" y="1257300"/>
                </a:lnTo>
                <a:lnTo>
                  <a:pt x="190500" y="1266825"/>
                </a:lnTo>
                <a:lnTo>
                  <a:pt x="180975" y="1266825"/>
                </a:lnTo>
                <a:close/>
                <a:moveTo>
                  <a:pt x="1466850" y="1257300"/>
                </a:moveTo>
                <a:lnTo>
                  <a:pt x="1476375" y="1257300"/>
                </a:lnTo>
                <a:lnTo>
                  <a:pt x="1476375" y="1266825"/>
                </a:lnTo>
                <a:lnTo>
                  <a:pt x="1466850" y="1266825"/>
                </a:lnTo>
                <a:close/>
                <a:moveTo>
                  <a:pt x="1581150" y="1257300"/>
                </a:moveTo>
                <a:lnTo>
                  <a:pt x="1590675" y="1257300"/>
                </a:lnTo>
                <a:lnTo>
                  <a:pt x="1590675" y="1266825"/>
                </a:lnTo>
                <a:lnTo>
                  <a:pt x="1581150" y="1266825"/>
                </a:lnTo>
                <a:close/>
                <a:moveTo>
                  <a:pt x="1457325" y="1266825"/>
                </a:moveTo>
                <a:lnTo>
                  <a:pt x="1466850" y="1266825"/>
                </a:lnTo>
                <a:lnTo>
                  <a:pt x="1466850" y="1276350"/>
                </a:lnTo>
                <a:lnTo>
                  <a:pt x="1457325" y="1276350"/>
                </a:lnTo>
                <a:close/>
                <a:moveTo>
                  <a:pt x="1590675" y="1266825"/>
                </a:moveTo>
                <a:lnTo>
                  <a:pt x="1600200" y="1266825"/>
                </a:lnTo>
                <a:lnTo>
                  <a:pt x="1600200" y="1276350"/>
                </a:lnTo>
                <a:lnTo>
                  <a:pt x="1590675" y="1276350"/>
                </a:lnTo>
                <a:close/>
                <a:moveTo>
                  <a:pt x="1676400" y="1266825"/>
                </a:moveTo>
                <a:lnTo>
                  <a:pt x="1685925" y="1266825"/>
                </a:lnTo>
                <a:lnTo>
                  <a:pt x="1685925" y="1695450"/>
                </a:lnTo>
                <a:lnTo>
                  <a:pt x="1676400" y="1695450"/>
                </a:lnTo>
                <a:close/>
                <a:moveTo>
                  <a:pt x="38100" y="1276350"/>
                </a:moveTo>
                <a:lnTo>
                  <a:pt x="47625" y="1276350"/>
                </a:lnTo>
                <a:lnTo>
                  <a:pt x="47625" y="1285875"/>
                </a:lnTo>
                <a:lnTo>
                  <a:pt x="38100" y="1285875"/>
                </a:lnTo>
                <a:close/>
                <a:moveTo>
                  <a:pt x="257175" y="1276350"/>
                </a:moveTo>
                <a:lnTo>
                  <a:pt x="295275" y="1276350"/>
                </a:lnTo>
                <a:lnTo>
                  <a:pt x="295275" y="1285875"/>
                </a:lnTo>
                <a:lnTo>
                  <a:pt x="381000" y="1285875"/>
                </a:lnTo>
                <a:lnTo>
                  <a:pt x="381000" y="1276350"/>
                </a:lnTo>
                <a:lnTo>
                  <a:pt x="390525" y="1276350"/>
                </a:lnTo>
                <a:lnTo>
                  <a:pt x="390525" y="1295400"/>
                </a:lnTo>
                <a:lnTo>
                  <a:pt x="371475" y="1295400"/>
                </a:lnTo>
                <a:lnTo>
                  <a:pt x="371475" y="1304925"/>
                </a:lnTo>
                <a:lnTo>
                  <a:pt x="257175" y="1304925"/>
                </a:lnTo>
                <a:lnTo>
                  <a:pt x="257175" y="1295400"/>
                </a:lnTo>
                <a:lnTo>
                  <a:pt x="247650" y="1295400"/>
                </a:lnTo>
                <a:lnTo>
                  <a:pt x="247650" y="1285875"/>
                </a:lnTo>
                <a:lnTo>
                  <a:pt x="257175" y="1285875"/>
                </a:lnTo>
                <a:close/>
                <a:moveTo>
                  <a:pt x="447675" y="1276350"/>
                </a:moveTo>
                <a:lnTo>
                  <a:pt x="466725" y="1276350"/>
                </a:lnTo>
                <a:lnTo>
                  <a:pt x="466725" y="1285875"/>
                </a:lnTo>
                <a:lnTo>
                  <a:pt x="485775" y="1285875"/>
                </a:lnTo>
                <a:lnTo>
                  <a:pt x="485775" y="1295400"/>
                </a:lnTo>
                <a:lnTo>
                  <a:pt x="495300" y="1295400"/>
                </a:lnTo>
                <a:lnTo>
                  <a:pt x="495300" y="1304925"/>
                </a:lnTo>
                <a:lnTo>
                  <a:pt x="409575" y="1304925"/>
                </a:lnTo>
                <a:lnTo>
                  <a:pt x="409575" y="1295400"/>
                </a:lnTo>
                <a:lnTo>
                  <a:pt x="400050" y="1295400"/>
                </a:lnTo>
                <a:lnTo>
                  <a:pt x="400050" y="1285875"/>
                </a:lnTo>
                <a:lnTo>
                  <a:pt x="409575" y="1285875"/>
                </a:lnTo>
                <a:lnTo>
                  <a:pt x="409575" y="1295400"/>
                </a:lnTo>
                <a:lnTo>
                  <a:pt x="419100" y="1295400"/>
                </a:lnTo>
                <a:lnTo>
                  <a:pt x="419100" y="1285875"/>
                </a:lnTo>
                <a:lnTo>
                  <a:pt x="447675" y="1285875"/>
                </a:lnTo>
                <a:close/>
                <a:moveTo>
                  <a:pt x="581025" y="1276350"/>
                </a:moveTo>
                <a:lnTo>
                  <a:pt x="590550" y="1276350"/>
                </a:lnTo>
                <a:lnTo>
                  <a:pt x="590550" y="1285875"/>
                </a:lnTo>
                <a:lnTo>
                  <a:pt x="695325" y="1285875"/>
                </a:lnTo>
                <a:lnTo>
                  <a:pt x="695325" y="1276350"/>
                </a:lnTo>
                <a:lnTo>
                  <a:pt x="723900" y="1276350"/>
                </a:lnTo>
                <a:lnTo>
                  <a:pt x="723900" y="1285875"/>
                </a:lnTo>
                <a:lnTo>
                  <a:pt x="742950" y="1285875"/>
                </a:lnTo>
                <a:lnTo>
                  <a:pt x="742950" y="1304925"/>
                </a:lnTo>
                <a:lnTo>
                  <a:pt x="647700" y="1304925"/>
                </a:lnTo>
                <a:lnTo>
                  <a:pt x="647700" y="1295400"/>
                </a:lnTo>
                <a:lnTo>
                  <a:pt x="638175" y="1295400"/>
                </a:lnTo>
                <a:lnTo>
                  <a:pt x="638175" y="1304925"/>
                </a:lnTo>
                <a:lnTo>
                  <a:pt x="581025" y="1304925"/>
                </a:lnTo>
                <a:lnTo>
                  <a:pt x="581025" y="1295400"/>
                </a:lnTo>
                <a:lnTo>
                  <a:pt x="571500" y="1295400"/>
                </a:lnTo>
                <a:lnTo>
                  <a:pt x="571500" y="1304925"/>
                </a:lnTo>
                <a:lnTo>
                  <a:pt x="514350" y="1304925"/>
                </a:lnTo>
                <a:lnTo>
                  <a:pt x="514350" y="1295400"/>
                </a:lnTo>
                <a:lnTo>
                  <a:pt x="523875" y="1295400"/>
                </a:lnTo>
                <a:lnTo>
                  <a:pt x="523875" y="1285875"/>
                </a:lnTo>
                <a:lnTo>
                  <a:pt x="552450" y="1285875"/>
                </a:lnTo>
                <a:lnTo>
                  <a:pt x="552450" y="1295400"/>
                </a:lnTo>
                <a:lnTo>
                  <a:pt x="561975" y="1295400"/>
                </a:lnTo>
                <a:lnTo>
                  <a:pt x="561975" y="1285875"/>
                </a:lnTo>
                <a:lnTo>
                  <a:pt x="581025" y="1285875"/>
                </a:lnTo>
                <a:close/>
                <a:moveTo>
                  <a:pt x="1447800" y="1276350"/>
                </a:moveTo>
                <a:lnTo>
                  <a:pt x="1457325" y="1276350"/>
                </a:lnTo>
                <a:lnTo>
                  <a:pt x="1457325" y="1285875"/>
                </a:lnTo>
                <a:lnTo>
                  <a:pt x="1447800" y="1285875"/>
                </a:lnTo>
                <a:close/>
                <a:moveTo>
                  <a:pt x="1600200" y="1276350"/>
                </a:moveTo>
                <a:lnTo>
                  <a:pt x="1609725" y="1276350"/>
                </a:lnTo>
                <a:lnTo>
                  <a:pt x="1609725" y="1285875"/>
                </a:lnTo>
                <a:lnTo>
                  <a:pt x="1600200" y="1285875"/>
                </a:lnTo>
                <a:close/>
                <a:moveTo>
                  <a:pt x="1609725" y="1295400"/>
                </a:moveTo>
                <a:lnTo>
                  <a:pt x="1619250" y="1295400"/>
                </a:lnTo>
                <a:lnTo>
                  <a:pt x="1619250" y="1381125"/>
                </a:lnTo>
                <a:lnTo>
                  <a:pt x="1609725" y="1381125"/>
                </a:lnTo>
                <a:close/>
                <a:moveTo>
                  <a:pt x="1543050" y="1314450"/>
                </a:moveTo>
                <a:lnTo>
                  <a:pt x="1571625" y="1314450"/>
                </a:lnTo>
                <a:lnTo>
                  <a:pt x="1571625" y="1323975"/>
                </a:lnTo>
                <a:lnTo>
                  <a:pt x="1581150" y="1323975"/>
                </a:lnTo>
                <a:lnTo>
                  <a:pt x="1581150" y="1333500"/>
                </a:lnTo>
                <a:lnTo>
                  <a:pt x="1571625" y="1333500"/>
                </a:lnTo>
                <a:lnTo>
                  <a:pt x="1571625" y="1343025"/>
                </a:lnTo>
                <a:lnTo>
                  <a:pt x="1543050" y="1343025"/>
                </a:lnTo>
                <a:lnTo>
                  <a:pt x="1543050" y="1352550"/>
                </a:lnTo>
                <a:lnTo>
                  <a:pt x="1495425" y="1352550"/>
                </a:lnTo>
                <a:lnTo>
                  <a:pt x="1495425" y="1343025"/>
                </a:lnTo>
                <a:lnTo>
                  <a:pt x="1504950" y="1343025"/>
                </a:lnTo>
                <a:lnTo>
                  <a:pt x="1504950" y="1333500"/>
                </a:lnTo>
                <a:lnTo>
                  <a:pt x="1533525" y="1333500"/>
                </a:lnTo>
                <a:lnTo>
                  <a:pt x="1533525" y="1323975"/>
                </a:lnTo>
                <a:lnTo>
                  <a:pt x="1543050" y="1323975"/>
                </a:lnTo>
                <a:close/>
                <a:moveTo>
                  <a:pt x="276225" y="1371600"/>
                </a:moveTo>
                <a:lnTo>
                  <a:pt x="285750" y="1371600"/>
                </a:lnTo>
                <a:lnTo>
                  <a:pt x="285750" y="1381125"/>
                </a:lnTo>
                <a:lnTo>
                  <a:pt x="276225" y="1381125"/>
                </a:lnTo>
                <a:close/>
                <a:moveTo>
                  <a:pt x="304800" y="1371600"/>
                </a:moveTo>
                <a:lnTo>
                  <a:pt x="314325" y="1371600"/>
                </a:lnTo>
                <a:lnTo>
                  <a:pt x="314325" y="1381125"/>
                </a:lnTo>
                <a:lnTo>
                  <a:pt x="304800" y="1381125"/>
                </a:lnTo>
                <a:close/>
                <a:moveTo>
                  <a:pt x="390525" y="1371600"/>
                </a:moveTo>
                <a:lnTo>
                  <a:pt x="419100" y="1371600"/>
                </a:lnTo>
                <a:lnTo>
                  <a:pt x="419100" y="1381125"/>
                </a:lnTo>
                <a:lnTo>
                  <a:pt x="390525" y="1381125"/>
                </a:lnTo>
                <a:close/>
                <a:moveTo>
                  <a:pt x="466725" y="1371600"/>
                </a:moveTo>
                <a:lnTo>
                  <a:pt x="504825" y="1371600"/>
                </a:lnTo>
                <a:lnTo>
                  <a:pt x="504825" y="1381125"/>
                </a:lnTo>
                <a:lnTo>
                  <a:pt x="466725" y="1381125"/>
                </a:lnTo>
                <a:close/>
                <a:moveTo>
                  <a:pt x="542925" y="1371600"/>
                </a:moveTo>
                <a:lnTo>
                  <a:pt x="600075" y="1371600"/>
                </a:lnTo>
                <a:lnTo>
                  <a:pt x="600075" y="1381125"/>
                </a:lnTo>
                <a:lnTo>
                  <a:pt x="609600" y="1381125"/>
                </a:lnTo>
                <a:lnTo>
                  <a:pt x="609600" y="1400175"/>
                </a:lnTo>
                <a:lnTo>
                  <a:pt x="600075" y="1400175"/>
                </a:lnTo>
                <a:lnTo>
                  <a:pt x="600075" y="1390650"/>
                </a:lnTo>
                <a:lnTo>
                  <a:pt x="590550" y="1390650"/>
                </a:lnTo>
                <a:lnTo>
                  <a:pt x="590550" y="1381125"/>
                </a:lnTo>
                <a:lnTo>
                  <a:pt x="552450" y="1381125"/>
                </a:lnTo>
                <a:lnTo>
                  <a:pt x="552450" y="1400175"/>
                </a:lnTo>
                <a:lnTo>
                  <a:pt x="542925" y="1400175"/>
                </a:lnTo>
                <a:lnTo>
                  <a:pt x="542925" y="1390650"/>
                </a:lnTo>
                <a:lnTo>
                  <a:pt x="533400" y="1390650"/>
                </a:lnTo>
                <a:lnTo>
                  <a:pt x="533400" y="1381125"/>
                </a:lnTo>
                <a:lnTo>
                  <a:pt x="542925" y="1381125"/>
                </a:lnTo>
                <a:close/>
                <a:moveTo>
                  <a:pt x="657225" y="1371600"/>
                </a:moveTo>
                <a:lnTo>
                  <a:pt x="685800" y="1371600"/>
                </a:lnTo>
                <a:lnTo>
                  <a:pt x="685800" y="1381125"/>
                </a:lnTo>
                <a:lnTo>
                  <a:pt x="657225" y="1381125"/>
                </a:lnTo>
                <a:close/>
                <a:moveTo>
                  <a:pt x="733425" y="1371600"/>
                </a:moveTo>
                <a:lnTo>
                  <a:pt x="781050" y="1371600"/>
                </a:lnTo>
                <a:lnTo>
                  <a:pt x="781050" y="1381125"/>
                </a:lnTo>
                <a:lnTo>
                  <a:pt x="733425" y="1381125"/>
                </a:lnTo>
                <a:close/>
                <a:moveTo>
                  <a:pt x="828675" y="1371600"/>
                </a:moveTo>
                <a:lnTo>
                  <a:pt x="857250" y="1371600"/>
                </a:lnTo>
                <a:lnTo>
                  <a:pt x="857250" y="1381125"/>
                </a:lnTo>
                <a:lnTo>
                  <a:pt x="828675" y="1381125"/>
                </a:lnTo>
                <a:close/>
                <a:moveTo>
                  <a:pt x="952500" y="1371600"/>
                </a:moveTo>
                <a:lnTo>
                  <a:pt x="981075" y="1371600"/>
                </a:lnTo>
                <a:lnTo>
                  <a:pt x="981075" y="1381125"/>
                </a:lnTo>
                <a:lnTo>
                  <a:pt x="952500" y="1381125"/>
                </a:lnTo>
                <a:close/>
                <a:moveTo>
                  <a:pt x="1038225" y="1371600"/>
                </a:moveTo>
                <a:lnTo>
                  <a:pt x="1066800" y="1371600"/>
                </a:lnTo>
                <a:lnTo>
                  <a:pt x="1066800" y="1381125"/>
                </a:lnTo>
                <a:lnTo>
                  <a:pt x="1038225" y="1381125"/>
                </a:lnTo>
                <a:close/>
                <a:moveTo>
                  <a:pt x="314325" y="1381125"/>
                </a:moveTo>
                <a:lnTo>
                  <a:pt x="323850" y="1381125"/>
                </a:lnTo>
                <a:lnTo>
                  <a:pt x="323850" y="1419225"/>
                </a:lnTo>
                <a:lnTo>
                  <a:pt x="314325" y="1419225"/>
                </a:lnTo>
                <a:close/>
                <a:moveTo>
                  <a:pt x="371475" y="1381125"/>
                </a:moveTo>
                <a:lnTo>
                  <a:pt x="381000" y="1381125"/>
                </a:lnTo>
                <a:lnTo>
                  <a:pt x="381000" y="1390650"/>
                </a:lnTo>
                <a:lnTo>
                  <a:pt x="371475" y="1390650"/>
                </a:lnTo>
                <a:close/>
                <a:moveTo>
                  <a:pt x="457200" y="1381125"/>
                </a:moveTo>
                <a:lnTo>
                  <a:pt x="466725" y="1381125"/>
                </a:lnTo>
                <a:lnTo>
                  <a:pt x="466725" y="1390650"/>
                </a:lnTo>
                <a:lnTo>
                  <a:pt x="457200" y="1390650"/>
                </a:lnTo>
                <a:close/>
                <a:moveTo>
                  <a:pt x="723900" y="1381125"/>
                </a:moveTo>
                <a:lnTo>
                  <a:pt x="733425" y="1381125"/>
                </a:lnTo>
                <a:lnTo>
                  <a:pt x="733425" y="1390650"/>
                </a:lnTo>
                <a:lnTo>
                  <a:pt x="723900" y="1390650"/>
                </a:lnTo>
                <a:close/>
                <a:moveTo>
                  <a:pt x="781050" y="1381125"/>
                </a:moveTo>
                <a:lnTo>
                  <a:pt x="790575" y="1381125"/>
                </a:lnTo>
                <a:lnTo>
                  <a:pt x="790575" y="1390650"/>
                </a:lnTo>
                <a:lnTo>
                  <a:pt x="781050" y="1390650"/>
                </a:lnTo>
                <a:close/>
                <a:moveTo>
                  <a:pt x="933450" y="1381125"/>
                </a:moveTo>
                <a:lnTo>
                  <a:pt x="942975" y="1381125"/>
                </a:lnTo>
                <a:lnTo>
                  <a:pt x="942975" y="1390650"/>
                </a:lnTo>
                <a:lnTo>
                  <a:pt x="933450" y="1390650"/>
                </a:lnTo>
                <a:close/>
                <a:moveTo>
                  <a:pt x="523875" y="1390650"/>
                </a:moveTo>
                <a:lnTo>
                  <a:pt x="533400" y="1390650"/>
                </a:lnTo>
                <a:lnTo>
                  <a:pt x="533400" y="1400175"/>
                </a:lnTo>
                <a:lnTo>
                  <a:pt x="523875" y="1400175"/>
                </a:lnTo>
                <a:close/>
                <a:moveTo>
                  <a:pt x="638175" y="1390650"/>
                </a:moveTo>
                <a:lnTo>
                  <a:pt x="647700" y="1390650"/>
                </a:lnTo>
                <a:lnTo>
                  <a:pt x="647700" y="1400175"/>
                </a:lnTo>
                <a:lnTo>
                  <a:pt x="638175" y="1400175"/>
                </a:lnTo>
                <a:close/>
                <a:moveTo>
                  <a:pt x="923925" y="1390650"/>
                </a:moveTo>
                <a:lnTo>
                  <a:pt x="933450" y="1390650"/>
                </a:lnTo>
                <a:lnTo>
                  <a:pt x="933450" y="1400175"/>
                </a:lnTo>
                <a:lnTo>
                  <a:pt x="923925" y="1400175"/>
                </a:lnTo>
                <a:close/>
                <a:moveTo>
                  <a:pt x="371475" y="1400175"/>
                </a:moveTo>
                <a:lnTo>
                  <a:pt x="390525" y="1400175"/>
                </a:lnTo>
                <a:lnTo>
                  <a:pt x="390525" y="1409700"/>
                </a:lnTo>
                <a:lnTo>
                  <a:pt x="371475" y="1409700"/>
                </a:lnTo>
                <a:close/>
                <a:moveTo>
                  <a:pt x="457200" y="1400175"/>
                </a:moveTo>
                <a:lnTo>
                  <a:pt x="485775" y="1400175"/>
                </a:lnTo>
                <a:lnTo>
                  <a:pt x="485775" y="1409700"/>
                </a:lnTo>
                <a:lnTo>
                  <a:pt x="457200" y="1409700"/>
                </a:lnTo>
                <a:close/>
                <a:moveTo>
                  <a:pt x="647700" y="1400175"/>
                </a:moveTo>
                <a:lnTo>
                  <a:pt x="657225" y="1400175"/>
                </a:lnTo>
                <a:lnTo>
                  <a:pt x="657225" y="1409700"/>
                </a:lnTo>
                <a:lnTo>
                  <a:pt x="647700" y="1409700"/>
                </a:lnTo>
                <a:close/>
                <a:moveTo>
                  <a:pt x="666750" y="1400175"/>
                </a:moveTo>
                <a:lnTo>
                  <a:pt x="676275" y="1400175"/>
                </a:lnTo>
                <a:lnTo>
                  <a:pt x="676275" y="1409700"/>
                </a:lnTo>
                <a:lnTo>
                  <a:pt x="666750" y="1409700"/>
                </a:lnTo>
                <a:close/>
                <a:moveTo>
                  <a:pt x="800100" y="1400175"/>
                </a:moveTo>
                <a:lnTo>
                  <a:pt x="809625" y="1400175"/>
                </a:lnTo>
                <a:lnTo>
                  <a:pt x="809625" y="1409700"/>
                </a:lnTo>
                <a:lnTo>
                  <a:pt x="800100" y="1409700"/>
                </a:lnTo>
                <a:close/>
                <a:moveTo>
                  <a:pt x="838200" y="1400175"/>
                </a:moveTo>
                <a:lnTo>
                  <a:pt x="847725" y="1400175"/>
                </a:lnTo>
                <a:lnTo>
                  <a:pt x="847725" y="1409700"/>
                </a:lnTo>
                <a:lnTo>
                  <a:pt x="838200" y="1409700"/>
                </a:lnTo>
                <a:close/>
                <a:moveTo>
                  <a:pt x="876300" y="1400175"/>
                </a:moveTo>
                <a:lnTo>
                  <a:pt x="885825" y="1400175"/>
                </a:lnTo>
                <a:lnTo>
                  <a:pt x="885825" y="1438275"/>
                </a:lnTo>
                <a:lnTo>
                  <a:pt x="876300" y="1438275"/>
                </a:lnTo>
                <a:close/>
                <a:moveTo>
                  <a:pt x="962025" y="1400175"/>
                </a:moveTo>
                <a:lnTo>
                  <a:pt x="971550" y="1400175"/>
                </a:lnTo>
                <a:lnTo>
                  <a:pt x="971550" y="1409700"/>
                </a:lnTo>
                <a:lnTo>
                  <a:pt x="962025" y="1409700"/>
                </a:lnTo>
                <a:close/>
                <a:moveTo>
                  <a:pt x="1000125" y="1400175"/>
                </a:moveTo>
                <a:lnTo>
                  <a:pt x="1019175" y="1400175"/>
                </a:lnTo>
                <a:lnTo>
                  <a:pt x="1019175" y="1438275"/>
                </a:lnTo>
                <a:lnTo>
                  <a:pt x="1000125" y="1438275"/>
                </a:lnTo>
                <a:close/>
                <a:moveTo>
                  <a:pt x="1047750" y="1400175"/>
                </a:moveTo>
                <a:lnTo>
                  <a:pt x="1057275" y="1400175"/>
                </a:lnTo>
                <a:lnTo>
                  <a:pt x="1057275" y="1409700"/>
                </a:lnTo>
                <a:lnTo>
                  <a:pt x="1047750" y="1409700"/>
                </a:lnTo>
                <a:close/>
                <a:moveTo>
                  <a:pt x="1085850" y="1400175"/>
                </a:moveTo>
                <a:lnTo>
                  <a:pt x="1095375" y="1400175"/>
                </a:lnTo>
                <a:lnTo>
                  <a:pt x="1095375" y="1409700"/>
                </a:lnTo>
                <a:lnTo>
                  <a:pt x="1085850" y="1409700"/>
                </a:lnTo>
                <a:close/>
                <a:moveTo>
                  <a:pt x="1447800" y="1400175"/>
                </a:moveTo>
                <a:lnTo>
                  <a:pt x="1457325" y="1400175"/>
                </a:lnTo>
                <a:lnTo>
                  <a:pt x="1457325" y="1409700"/>
                </a:lnTo>
                <a:lnTo>
                  <a:pt x="1447800" y="1409700"/>
                </a:lnTo>
                <a:close/>
                <a:moveTo>
                  <a:pt x="257175" y="1409700"/>
                </a:moveTo>
                <a:lnTo>
                  <a:pt x="266700" y="1409700"/>
                </a:lnTo>
                <a:lnTo>
                  <a:pt x="266700" y="1419225"/>
                </a:lnTo>
                <a:lnTo>
                  <a:pt x="257175" y="1419225"/>
                </a:lnTo>
                <a:close/>
                <a:moveTo>
                  <a:pt x="485775" y="1409700"/>
                </a:moveTo>
                <a:lnTo>
                  <a:pt x="495300" y="1409700"/>
                </a:lnTo>
                <a:lnTo>
                  <a:pt x="495300" y="1419225"/>
                </a:lnTo>
                <a:lnTo>
                  <a:pt x="485775" y="1419225"/>
                </a:lnTo>
                <a:close/>
                <a:moveTo>
                  <a:pt x="514350" y="1409700"/>
                </a:moveTo>
                <a:lnTo>
                  <a:pt x="523875" y="1409700"/>
                </a:lnTo>
                <a:lnTo>
                  <a:pt x="523875" y="1419225"/>
                </a:lnTo>
                <a:lnTo>
                  <a:pt x="514350" y="1419225"/>
                </a:lnTo>
                <a:close/>
                <a:moveTo>
                  <a:pt x="561975" y="1409700"/>
                </a:moveTo>
                <a:lnTo>
                  <a:pt x="571500" y="1409700"/>
                </a:lnTo>
                <a:lnTo>
                  <a:pt x="571500" y="1419225"/>
                </a:lnTo>
                <a:lnTo>
                  <a:pt x="561975" y="1419225"/>
                </a:lnTo>
                <a:close/>
                <a:moveTo>
                  <a:pt x="590550" y="1409700"/>
                </a:moveTo>
                <a:lnTo>
                  <a:pt x="600075" y="1409700"/>
                </a:lnTo>
                <a:lnTo>
                  <a:pt x="600075" y="1419225"/>
                </a:lnTo>
                <a:lnTo>
                  <a:pt x="590550" y="1419225"/>
                </a:lnTo>
                <a:close/>
                <a:moveTo>
                  <a:pt x="790575" y="1409700"/>
                </a:moveTo>
                <a:lnTo>
                  <a:pt x="800100" y="1409700"/>
                </a:lnTo>
                <a:lnTo>
                  <a:pt x="800100" y="1428750"/>
                </a:lnTo>
                <a:lnTo>
                  <a:pt x="809625" y="1428750"/>
                </a:lnTo>
                <a:lnTo>
                  <a:pt x="809625" y="1447800"/>
                </a:lnTo>
                <a:lnTo>
                  <a:pt x="790575" y="1447800"/>
                </a:lnTo>
                <a:close/>
                <a:moveTo>
                  <a:pt x="971550" y="1409700"/>
                </a:moveTo>
                <a:lnTo>
                  <a:pt x="981075" y="1409700"/>
                </a:lnTo>
                <a:lnTo>
                  <a:pt x="981075" y="1438275"/>
                </a:lnTo>
                <a:lnTo>
                  <a:pt x="971550" y="1438275"/>
                </a:lnTo>
                <a:close/>
                <a:moveTo>
                  <a:pt x="1457325" y="1409700"/>
                </a:moveTo>
                <a:lnTo>
                  <a:pt x="1466850" y="1409700"/>
                </a:lnTo>
                <a:lnTo>
                  <a:pt x="1466850" y="1419225"/>
                </a:lnTo>
                <a:lnTo>
                  <a:pt x="1457325" y="1419225"/>
                </a:lnTo>
                <a:close/>
                <a:moveTo>
                  <a:pt x="266700" y="1419225"/>
                </a:moveTo>
                <a:lnTo>
                  <a:pt x="276225" y="1419225"/>
                </a:lnTo>
                <a:lnTo>
                  <a:pt x="276225" y="1428750"/>
                </a:lnTo>
                <a:lnTo>
                  <a:pt x="285750" y="1428750"/>
                </a:lnTo>
                <a:lnTo>
                  <a:pt x="285750" y="1447800"/>
                </a:lnTo>
                <a:lnTo>
                  <a:pt x="276225" y="1447800"/>
                </a:lnTo>
                <a:lnTo>
                  <a:pt x="276225" y="1438275"/>
                </a:lnTo>
                <a:lnTo>
                  <a:pt x="266700" y="1438275"/>
                </a:lnTo>
                <a:close/>
                <a:moveTo>
                  <a:pt x="476250" y="1419225"/>
                </a:moveTo>
                <a:lnTo>
                  <a:pt x="485775" y="1419225"/>
                </a:lnTo>
                <a:lnTo>
                  <a:pt x="485775" y="1428750"/>
                </a:lnTo>
                <a:lnTo>
                  <a:pt x="476250" y="1428750"/>
                </a:lnTo>
                <a:close/>
                <a:moveTo>
                  <a:pt x="504825" y="1419225"/>
                </a:moveTo>
                <a:lnTo>
                  <a:pt x="514350" y="1419225"/>
                </a:lnTo>
                <a:lnTo>
                  <a:pt x="514350" y="1428750"/>
                </a:lnTo>
                <a:lnTo>
                  <a:pt x="504825" y="1428750"/>
                </a:lnTo>
                <a:close/>
                <a:moveTo>
                  <a:pt x="1476375" y="1419225"/>
                </a:moveTo>
                <a:lnTo>
                  <a:pt x="1581150" y="1419225"/>
                </a:lnTo>
                <a:lnTo>
                  <a:pt x="1581150" y="1428750"/>
                </a:lnTo>
                <a:lnTo>
                  <a:pt x="1476375" y="1428750"/>
                </a:lnTo>
                <a:close/>
                <a:moveTo>
                  <a:pt x="381000" y="1428750"/>
                </a:moveTo>
                <a:lnTo>
                  <a:pt x="390525" y="1428750"/>
                </a:lnTo>
                <a:lnTo>
                  <a:pt x="390525" y="1438275"/>
                </a:lnTo>
                <a:lnTo>
                  <a:pt x="381000" y="1438275"/>
                </a:lnTo>
                <a:close/>
                <a:moveTo>
                  <a:pt x="466725" y="1428750"/>
                </a:moveTo>
                <a:lnTo>
                  <a:pt x="476250" y="1428750"/>
                </a:lnTo>
                <a:lnTo>
                  <a:pt x="476250" y="1438275"/>
                </a:lnTo>
                <a:lnTo>
                  <a:pt x="466725" y="1438275"/>
                </a:lnTo>
                <a:close/>
                <a:moveTo>
                  <a:pt x="495300" y="1428750"/>
                </a:moveTo>
                <a:lnTo>
                  <a:pt x="504825" y="1428750"/>
                </a:lnTo>
                <a:lnTo>
                  <a:pt x="504825" y="1447800"/>
                </a:lnTo>
                <a:lnTo>
                  <a:pt x="495300" y="1447800"/>
                </a:lnTo>
                <a:close/>
                <a:moveTo>
                  <a:pt x="552450" y="1428750"/>
                </a:moveTo>
                <a:lnTo>
                  <a:pt x="561975" y="1428750"/>
                </a:lnTo>
                <a:lnTo>
                  <a:pt x="561975" y="1438275"/>
                </a:lnTo>
                <a:lnTo>
                  <a:pt x="552450" y="1438275"/>
                </a:lnTo>
                <a:close/>
                <a:moveTo>
                  <a:pt x="723900" y="1428750"/>
                </a:moveTo>
                <a:lnTo>
                  <a:pt x="733425" y="1428750"/>
                </a:lnTo>
                <a:lnTo>
                  <a:pt x="733425" y="1447800"/>
                </a:lnTo>
                <a:lnTo>
                  <a:pt x="723900" y="1447800"/>
                </a:lnTo>
                <a:close/>
                <a:moveTo>
                  <a:pt x="752475" y="1428750"/>
                </a:moveTo>
                <a:lnTo>
                  <a:pt x="762000" y="1428750"/>
                </a:lnTo>
                <a:lnTo>
                  <a:pt x="762000" y="1447800"/>
                </a:lnTo>
                <a:lnTo>
                  <a:pt x="752475" y="1447800"/>
                </a:lnTo>
                <a:close/>
                <a:moveTo>
                  <a:pt x="1085850" y="1428750"/>
                </a:moveTo>
                <a:lnTo>
                  <a:pt x="1095375" y="1428750"/>
                </a:lnTo>
                <a:lnTo>
                  <a:pt x="1095375" y="1447800"/>
                </a:lnTo>
                <a:lnTo>
                  <a:pt x="1085850" y="1447800"/>
                </a:lnTo>
                <a:close/>
                <a:moveTo>
                  <a:pt x="257175" y="1438275"/>
                </a:moveTo>
                <a:lnTo>
                  <a:pt x="266700" y="1438275"/>
                </a:lnTo>
                <a:lnTo>
                  <a:pt x="266700" y="1457325"/>
                </a:lnTo>
                <a:lnTo>
                  <a:pt x="257175" y="1457325"/>
                </a:lnTo>
                <a:close/>
                <a:moveTo>
                  <a:pt x="371475" y="1438275"/>
                </a:moveTo>
                <a:lnTo>
                  <a:pt x="381000" y="1438275"/>
                </a:lnTo>
                <a:lnTo>
                  <a:pt x="381000" y="1447800"/>
                </a:lnTo>
                <a:lnTo>
                  <a:pt x="371475" y="1447800"/>
                </a:lnTo>
                <a:close/>
                <a:moveTo>
                  <a:pt x="457200" y="1438275"/>
                </a:moveTo>
                <a:lnTo>
                  <a:pt x="466725" y="1438275"/>
                </a:lnTo>
                <a:lnTo>
                  <a:pt x="466725" y="1447800"/>
                </a:lnTo>
                <a:lnTo>
                  <a:pt x="457200" y="1447800"/>
                </a:lnTo>
                <a:close/>
                <a:moveTo>
                  <a:pt x="838200" y="1438275"/>
                </a:moveTo>
                <a:lnTo>
                  <a:pt x="847725" y="1438275"/>
                </a:lnTo>
                <a:lnTo>
                  <a:pt x="847725" y="1447800"/>
                </a:lnTo>
                <a:lnTo>
                  <a:pt x="838200" y="1447800"/>
                </a:lnTo>
                <a:close/>
                <a:moveTo>
                  <a:pt x="923925" y="1438275"/>
                </a:moveTo>
                <a:lnTo>
                  <a:pt x="933450" y="1438275"/>
                </a:lnTo>
                <a:lnTo>
                  <a:pt x="933450" y="1447800"/>
                </a:lnTo>
                <a:lnTo>
                  <a:pt x="923925" y="1447800"/>
                </a:lnTo>
                <a:close/>
                <a:moveTo>
                  <a:pt x="962025" y="1438275"/>
                </a:moveTo>
                <a:lnTo>
                  <a:pt x="971550" y="1438275"/>
                </a:lnTo>
                <a:lnTo>
                  <a:pt x="971550" y="1447800"/>
                </a:lnTo>
                <a:lnTo>
                  <a:pt x="962025" y="1447800"/>
                </a:lnTo>
                <a:close/>
                <a:moveTo>
                  <a:pt x="447675" y="1447800"/>
                </a:moveTo>
                <a:lnTo>
                  <a:pt x="457200" y="1447800"/>
                </a:lnTo>
                <a:lnTo>
                  <a:pt x="457200" y="1457325"/>
                </a:lnTo>
                <a:lnTo>
                  <a:pt x="447675" y="1457325"/>
                </a:lnTo>
                <a:close/>
                <a:moveTo>
                  <a:pt x="609600" y="1447800"/>
                </a:moveTo>
                <a:lnTo>
                  <a:pt x="619125" y="1447800"/>
                </a:lnTo>
                <a:lnTo>
                  <a:pt x="619125" y="1466850"/>
                </a:lnTo>
                <a:lnTo>
                  <a:pt x="609600" y="1466850"/>
                </a:lnTo>
                <a:close/>
                <a:moveTo>
                  <a:pt x="781050" y="1447800"/>
                </a:moveTo>
                <a:lnTo>
                  <a:pt x="790575" y="1447800"/>
                </a:lnTo>
                <a:lnTo>
                  <a:pt x="790575" y="1457325"/>
                </a:lnTo>
                <a:lnTo>
                  <a:pt x="781050" y="1457325"/>
                </a:lnTo>
                <a:close/>
                <a:moveTo>
                  <a:pt x="895350" y="1447800"/>
                </a:moveTo>
                <a:lnTo>
                  <a:pt x="904875" y="1447800"/>
                </a:lnTo>
                <a:lnTo>
                  <a:pt x="904875" y="1457325"/>
                </a:lnTo>
                <a:lnTo>
                  <a:pt x="895350" y="1457325"/>
                </a:lnTo>
                <a:close/>
                <a:moveTo>
                  <a:pt x="990600" y="1447800"/>
                </a:moveTo>
                <a:lnTo>
                  <a:pt x="1000125" y="1447800"/>
                </a:lnTo>
                <a:lnTo>
                  <a:pt x="1000125" y="1457325"/>
                </a:lnTo>
                <a:lnTo>
                  <a:pt x="990600" y="1457325"/>
                </a:lnTo>
                <a:close/>
                <a:moveTo>
                  <a:pt x="266700" y="1457325"/>
                </a:moveTo>
                <a:lnTo>
                  <a:pt x="276225" y="1457325"/>
                </a:lnTo>
                <a:lnTo>
                  <a:pt x="276225" y="1466850"/>
                </a:lnTo>
                <a:lnTo>
                  <a:pt x="266700" y="1466850"/>
                </a:lnTo>
                <a:close/>
                <a:moveTo>
                  <a:pt x="457200" y="1457325"/>
                </a:moveTo>
                <a:lnTo>
                  <a:pt x="466725" y="1457325"/>
                </a:lnTo>
                <a:lnTo>
                  <a:pt x="466725" y="1466850"/>
                </a:lnTo>
                <a:lnTo>
                  <a:pt x="457200" y="1466850"/>
                </a:lnTo>
                <a:close/>
                <a:moveTo>
                  <a:pt x="771525" y="1457325"/>
                </a:moveTo>
                <a:lnTo>
                  <a:pt x="781050" y="1457325"/>
                </a:lnTo>
                <a:lnTo>
                  <a:pt x="781050" y="1466850"/>
                </a:lnTo>
                <a:lnTo>
                  <a:pt x="771525" y="1466850"/>
                </a:lnTo>
                <a:close/>
                <a:moveTo>
                  <a:pt x="885825" y="1457325"/>
                </a:moveTo>
                <a:lnTo>
                  <a:pt x="895350" y="1457325"/>
                </a:lnTo>
                <a:lnTo>
                  <a:pt x="895350" y="1476375"/>
                </a:lnTo>
                <a:lnTo>
                  <a:pt x="885825" y="1476375"/>
                </a:lnTo>
                <a:close/>
                <a:moveTo>
                  <a:pt x="981075" y="1457325"/>
                </a:moveTo>
                <a:lnTo>
                  <a:pt x="990600" y="1457325"/>
                </a:lnTo>
                <a:lnTo>
                  <a:pt x="990600" y="1466850"/>
                </a:lnTo>
                <a:lnTo>
                  <a:pt x="981075" y="1466850"/>
                </a:lnTo>
                <a:close/>
                <a:moveTo>
                  <a:pt x="285750" y="1466850"/>
                </a:moveTo>
                <a:lnTo>
                  <a:pt x="304800" y="1466850"/>
                </a:lnTo>
                <a:lnTo>
                  <a:pt x="304800" y="1476375"/>
                </a:lnTo>
                <a:lnTo>
                  <a:pt x="285750" y="1476375"/>
                </a:lnTo>
                <a:close/>
                <a:moveTo>
                  <a:pt x="895350" y="1476375"/>
                </a:moveTo>
                <a:lnTo>
                  <a:pt x="904875" y="1476375"/>
                </a:lnTo>
                <a:lnTo>
                  <a:pt x="904875" y="1485900"/>
                </a:lnTo>
                <a:lnTo>
                  <a:pt x="895350" y="1485900"/>
                </a:lnTo>
                <a:close/>
                <a:moveTo>
                  <a:pt x="28575" y="1485900"/>
                </a:moveTo>
                <a:lnTo>
                  <a:pt x="38100" y="1485900"/>
                </a:lnTo>
                <a:lnTo>
                  <a:pt x="38100" y="1524000"/>
                </a:lnTo>
                <a:lnTo>
                  <a:pt x="28575" y="1524000"/>
                </a:lnTo>
                <a:close/>
                <a:moveTo>
                  <a:pt x="38100" y="1524000"/>
                </a:moveTo>
                <a:lnTo>
                  <a:pt x="47625" y="1524000"/>
                </a:lnTo>
                <a:lnTo>
                  <a:pt x="47625" y="1533525"/>
                </a:lnTo>
                <a:lnTo>
                  <a:pt x="38100" y="1533525"/>
                </a:lnTo>
                <a:close/>
                <a:moveTo>
                  <a:pt x="1809750" y="1524000"/>
                </a:moveTo>
                <a:lnTo>
                  <a:pt x="1819275" y="1524000"/>
                </a:lnTo>
                <a:lnTo>
                  <a:pt x="1819275" y="1533525"/>
                </a:lnTo>
                <a:lnTo>
                  <a:pt x="1809750" y="1533525"/>
                </a:lnTo>
                <a:close/>
                <a:moveTo>
                  <a:pt x="1800225" y="1533525"/>
                </a:moveTo>
                <a:lnTo>
                  <a:pt x="1809750" y="1533525"/>
                </a:lnTo>
                <a:lnTo>
                  <a:pt x="1809750" y="2076450"/>
                </a:lnTo>
                <a:lnTo>
                  <a:pt x="1800225" y="2076450"/>
                </a:lnTo>
                <a:close/>
                <a:moveTo>
                  <a:pt x="581025" y="1590675"/>
                </a:moveTo>
                <a:lnTo>
                  <a:pt x="590550" y="1590675"/>
                </a:lnTo>
                <a:lnTo>
                  <a:pt x="590550" y="1600200"/>
                </a:lnTo>
                <a:lnTo>
                  <a:pt x="600075" y="1600200"/>
                </a:lnTo>
                <a:lnTo>
                  <a:pt x="600075" y="1609725"/>
                </a:lnTo>
                <a:lnTo>
                  <a:pt x="590550" y="1609725"/>
                </a:lnTo>
                <a:lnTo>
                  <a:pt x="590550" y="1619250"/>
                </a:lnTo>
                <a:lnTo>
                  <a:pt x="581025" y="1619250"/>
                </a:lnTo>
                <a:lnTo>
                  <a:pt x="581025" y="1609725"/>
                </a:lnTo>
                <a:lnTo>
                  <a:pt x="571500" y="1609725"/>
                </a:lnTo>
                <a:lnTo>
                  <a:pt x="571500" y="1600200"/>
                </a:lnTo>
                <a:lnTo>
                  <a:pt x="581025" y="1600200"/>
                </a:lnTo>
                <a:close/>
                <a:moveTo>
                  <a:pt x="1400175" y="1590675"/>
                </a:moveTo>
                <a:lnTo>
                  <a:pt x="1409700" y="1590675"/>
                </a:lnTo>
                <a:lnTo>
                  <a:pt x="1409700" y="1600200"/>
                </a:lnTo>
                <a:lnTo>
                  <a:pt x="1428750" y="1600200"/>
                </a:lnTo>
                <a:lnTo>
                  <a:pt x="1428750" y="1609725"/>
                </a:lnTo>
                <a:lnTo>
                  <a:pt x="1400175" y="1609725"/>
                </a:lnTo>
                <a:close/>
                <a:moveTo>
                  <a:pt x="1438275" y="1590675"/>
                </a:moveTo>
                <a:lnTo>
                  <a:pt x="1457325" y="1590675"/>
                </a:lnTo>
                <a:lnTo>
                  <a:pt x="1457325" y="1609725"/>
                </a:lnTo>
                <a:lnTo>
                  <a:pt x="1438275" y="1609725"/>
                </a:lnTo>
                <a:close/>
                <a:moveTo>
                  <a:pt x="352425" y="1600200"/>
                </a:moveTo>
                <a:lnTo>
                  <a:pt x="371475" y="1600200"/>
                </a:lnTo>
                <a:lnTo>
                  <a:pt x="371475" y="1609725"/>
                </a:lnTo>
                <a:lnTo>
                  <a:pt x="352425" y="1609725"/>
                </a:lnTo>
                <a:close/>
                <a:moveTo>
                  <a:pt x="542925" y="1600200"/>
                </a:moveTo>
                <a:lnTo>
                  <a:pt x="552450" y="1600200"/>
                </a:lnTo>
                <a:lnTo>
                  <a:pt x="552450" y="1609725"/>
                </a:lnTo>
                <a:lnTo>
                  <a:pt x="542925" y="1609725"/>
                </a:lnTo>
                <a:close/>
                <a:moveTo>
                  <a:pt x="619125" y="1600200"/>
                </a:moveTo>
                <a:lnTo>
                  <a:pt x="666750" y="1600200"/>
                </a:lnTo>
                <a:lnTo>
                  <a:pt x="666750" y="1609725"/>
                </a:lnTo>
                <a:lnTo>
                  <a:pt x="657225" y="1609725"/>
                </a:lnTo>
                <a:lnTo>
                  <a:pt x="657225" y="1619250"/>
                </a:lnTo>
                <a:lnTo>
                  <a:pt x="638175" y="1619250"/>
                </a:lnTo>
                <a:lnTo>
                  <a:pt x="638175" y="1628775"/>
                </a:lnTo>
                <a:lnTo>
                  <a:pt x="628650" y="1628775"/>
                </a:lnTo>
                <a:lnTo>
                  <a:pt x="628650" y="1619250"/>
                </a:lnTo>
                <a:lnTo>
                  <a:pt x="619125" y="1619250"/>
                </a:lnTo>
                <a:close/>
                <a:moveTo>
                  <a:pt x="685800" y="1600200"/>
                </a:moveTo>
                <a:lnTo>
                  <a:pt x="704850" y="1600200"/>
                </a:lnTo>
                <a:lnTo>
                  <a:pt x="704850" y="1619250"/>
                </a:lnTo>
                <a:lnTo>
                  <a:pt x="695325" y="1619250"/>
                </a:lnTo>
                <a:lnTo>
                  <a:pt x="695325" y="1609725"/>
                </a:lnTo>
                <a:lnTo>
                  <a:pt x="685800" y="1609725"/>
                </a:lnTo>
                <a:close/>
                <a:moveTo>
                  <a:pt x="742950" y="1600200"/>
                </a:moveTo>
                <a:lnTo>
                  <a:pt x="762000" y="1600200"/>
                </a:lnTo>
                <a:lnTo>
                  <a:pt x="762000" y="1609725"/>
                </a:lnTo>
                <a:lnTo>
                  <a:pt x="752475" y="1609725"/>
                </a:lnTo>
                <a:lnTo>
                  <a:pt x="752475" y="1619250"/>
                </a:lnTo>
                <a:lnTo>
                  <a:pt x="742950" y="1619250"/>
                </a:lnTo>
                <a:close/>
                <a:moveTo>
                  <a:pt x="800100" y="1600200"/>
                </a:moveTo>
                <a:lnTo>
                  <a:pt x="828675" y="1600200"/>
                </a:lnTo>
                <a:lnTo>
                  <a:pt x="828675" y="1619250"/>
                </a:lnTo>
                <a:lnTo>
                  <a:pt x="819150" y="1619250"/>
                </a:lnTo>
                <a:lnTo>
                  <a:pt x="819150" y="1609725"/>
                </a:lnTo>
                <a:lnTo>
                  <a:pt x="800100" y="1609725"/>
                </a:lnTo>
                <a:close/>
                <a:moveTo>
                  <a:pt x="847725" y="1600200"/>
                </a:moveTo>
                <a:lnTo>
                  <a:pt x="914400" y="1600200"/>
                </a:lnTo>
                <a:lnTo>
                  <a:pt x="914400" y="1619250"/>
                </a:lnTo>
                <a:lnTo>
                  <a:pt x="895350" y="1619250"/>
                </a:lnTo>
                <a:lnTo>
                  <a:pt x="895350" y="1609725"/>
                </a:lnTo>
                <a:lnTo>
                  <a:pt x="857250" y="1609725"/>
                </a:lnTo>
                <a:lnTo>
                  <a:pt x="857250" y="1619250"/>
                </a:lnTo>
                <a:lnTo>
                  <a:pt x="847725" y="1619250"/>
                </a:lnTo>
                <a:close/>
                <a:moveTo>
                  <a:pt x="942975" y="1600200"/>
                </a:moveTo>
                <a:lnTo>
                  <a:pt x="962025" y="1600200"/>
                </a:lnTo>
                <a:lnTo>
                  <a:pt x="962025" y="1609725"/>
                </a:lnTo>
                <a:lnTo>
                  <a:pt x="942975" y="1609725"/>
                </a:lnTo>
                <a:close/>
                <a:moveTo>
                  <a:pt x="1009650" y="1600200"/>
                </a:moveTo>
                <a:lnTo>
                  <a:pt x="1019175" y="1600200"/>
                </a:lnTo>
                <a:lnTo>
                  <a:pt x="1019175" y="1609725"/>
                </a:lnTo>
                <a:lnTo>
                  <a:pt x="1009650" y="1609725"/>
                </a:lnTo>
                <a:close/>
                <a:moveTo>
                  <a:pt x="1095375" y="1600200"/>
                </a:moveTo>
                <a:lnTo>
                  <a:pt x="1133475" y="1600200"/>
                </a:lnTo>
                <a:lnTo>
                  <a:pt x="1133475" y="1619250"/>
                </a:lnTo>
                <a:lnTo>
                  <a:pt x="1123950" y="1619250"/>
                </a:lnTo>
                <a:lnTo>
                  <a:pt x="1123950" y="1628775"/>
                </a:lnTo>
                <a:lnTo>
                  <a:pt x="1114425" y="1628775"/>
                </a:lnTo>
                <a:lnTo>
                  <a:pt x="1114425" y="1619250"/>
                </a:lnTo>
                <a:lnTo>
                  <a:pt x="1095375" y="1619250"/>
                </a:lnTo>
                <a:close/>
                <a:moveTo>
                  <a:pt x="1257300" y="1600200"/>
                </a:moveTo>
                <a:lnTo>
                  <a:pt x="1285875" y="1600200"/>
                </a:lnTo>
                <a:lnTo>
                  <a:pt x="1285875" y="1609725"/>
                </a:lnTo>
                <a:lnTo>
                  <a:pt x="1276350" y="1609725"/>
                </a:lnTo>
                <a:lnTo>
                  <a:pt x="1276350" y="1619250"/>
                </a:lnTo>
                <a:lnTo>
                  <a:pt x="1266825" y="1619250"/>
                </a:lnTo>
                <a:lnTo>
                  <a:pt x="1266825" y="1609725"/>
                </a:lnTo>
                <a:lnTo>
                  <a:pt x="1257300" y="1609725"/>
                </a:lnTo>
                <a:close/>
                <a:moveTo>
                  <a:pt x="590550" y="1666875"/>
                </a:moveTo>
                <a:lnTo>
                  <a:pt x="600075" y="1666875"/>
                </a:lnTo>
                <a:lnTo>
                  <a:pt x="600075" y="1685925"/>
                </a:lnTo>
                <a:lnTo>
                  <a:pt x="590550" y="1685925"/>
                </a:lnTo>
                <a:close/>
                <a:moveTo>
                  <a:pt x="790575" y="1666875"/>
                </a:moveTo>
                <a:lnTo>
                  <a:pt x="800100" y="1666875"/>
                </a:lnTo>
                <a:lnTo>
                  <a:pt x="800100" y="1685925"/>
                </a:lnTo>
                <a:lnTo>
                  <a:pt x="790575" y="1685925"/>
                </a:lnTo>
                <a:close/>
                <a:moveTo>
                  <a:pt x="628650" y="1676400"/>
                </a:moveTo>
                <a:lnTo>
                  <a:pt x="638175" y="1676400"/>
                </a:lnTo>
                <a:lnTo>
                  <a:pt x="638175" y="1685925"/>
                </a:lnTo>
                <a:lnTo>
                  <a:pt x="628650" y="1685925"/>
                </a:lnTo>
                <a:close/>
                <a:moveTo>
                  <a:pt x="180975" y="1695450"/>
                </a:moveTo>
                <a:lnTo>
                  <a:pt x="190500" y="1695450"/>
                </a:lnTo>
                <a:lnTo>
                  <a:pt x="190500" y="1714500"/>
                </a:lnTo>
                <a:lnTo>
                  <a:pt x="180975" y="1714500"/>
                </a:lnTo>
                <a:close/>
                <a:moveTo>
                  <a:pt x="1666875" y="1714500"/>
                </a:moveTo>
                <a:lnTo>
                  <a:pt x="1676400" y="1714500"/>
                </a:lnTo>
                <a:lnTo>
                  <a:pt x="1676400" y="1724025"/>
                </a:lnTo>
                <a:lnTo>
                  <a:pt x="1666875" y="1724025"/>
                </a:lnTo>
                <a:close/>
                <a:moveTo>
                  <a:pt x="190500" y="1724025"/>
                </a:moveTo>
                <a:lnTo>
                  <a:pt x="200025" y="1724025"/>
                </a:lnTo>
                <a:lnTo>
                  <a:pt x="200025" y="1733550"/>
                </a:lnTo>
                <a:lnTo>
                  <a:pt x="190500" y="1733550"/>
                </a:lnTo>
                <a:close/>
                <a:moveTo>
                  <a:pt x="200025" y="1733550"/>
                </a:moveTo>
                <a:lnTo>
                  <a:pt x="209550" y="1733550"/>
                </a:lnTo>
                <a:lnTo>
                  <a:pt x="209550" y="1743075"/>
                </a:lnTo>
                <a:lnTo>
                  <a:pt x="200025" y="1743075"/>
                </a:lnTo>
                <a:close/>
                <a:moveTo>
                  <a:pt x="209550" y="1743075"/>
                </a:moveTo>
                <a:lnTo>
                  <a:pt x="219075" y="1743075"/>
                </a:lnTo>
                <a:lnTo>
                  <a:pt x="219075" y="1752600"/>
                </a:lnTo>
                <a:lnTo>
                  <a:pt x="209550" y="1752600"/>
                </a:lnTo>
                <a:close/>
                <a:moveTo>
                  <a:pt x="219075" y="1752600"/>
                </a:moveTo>
                <a:lnTo>
                  <a:pt x="228600" y="1752600"/>
                </a:lnTo>
                <a:lnTo>
                  <a:pt x="228600" y="1762125"/>
                </a:lnTo>
                <a:lnTo>
                  <a:pt x="219075" y="1762125"/>
                </a:lnTo>
                <a:close/>
                <a:moveTo>
                  <a:pt x="1619250" y="1762125"/>
                </a:moveTo>
                <a:lnTo>
                  <a:pt x="1628775" y="1762125"/>
                </a:lnTo>
                <a:lnTo>
                  <a:pt x="1628775" y="1771650"/>
                </a:lnTo>
                <a:lnTo>
                  <a:pt x="1619250" y="1771650"/>
                </a:lnTo>
                <a:close/>
                <a:moveTo>
                  <a:pt x="257175" y="1771650"/>
                </a:moveTo>
                <a:lnTo>
                  <a:pt x="266700" y="1771650"/>
                </a:lnTo>
                <a:lnTo>
                  <a:pt x="266700" y="1781175"/>
                </a:lnTo>
                <a:lnTo>
                  <a:pt x="257175" y="1781175"/>
                </a:lnTo>
                <a:close/>
                <a:moveTo>
                  <a:pt x="1590675" y="1771650"/>
                </a:moveTo>
                <a:lnTo>
                  <a:pt x="1609725" y="1771650"/>
                </a:lnTo>
                <a:lnTo>
                  <a:pt x="1609725" y="1781175"/>
                </a:lnTo>
                <a:lnTo>
                  <a:pt x="1590675" y="1781175"/>
                </a:lnTo>
                <a:close/>
                <a:moveTo>
                  <a:pt x="209550" y="1866900"/>
                </a:moveTo>
                <a:lnTo>
                  <a:pt x="219075" y="1866900"/>
                </a:lnTo>
                <a:lnTo>
                  <a:pt x="219075" y="1885950"/>
                </a:lnTo>
                <a:lnTo>
                  <a:pt x="200025" y="1885950"/>
                </a:lnTo>
                <a:lnTo>
                  <a:pt x="200025" y="1876425"/>
                </a:lnTo>
                <a:lnTo>
                  <a:pt x="209550" y="1876425"/>
                </a:lnTo>
                <a:close/>
                <a:moveTo>
                  <a:pt x="657225" y="1885950"/>
                </a:moveTo>
                <a:lnTo>
                  <a:pt x="666750" y="1885950"/>
                </a:lnTo>
                <a:lnTo>
                  <a:pt x="666750" y="1895475"/>
                </a:lnTo>
                <a:lnTo>
                  <a:pt x="676275" y="1895475"/>
                </a:lnTo>
                <a:lnTo>
                  <a:pt x="676275" y="1905000"/>
                </a:lnTo>
                <a:lnTo>
                  <a:pt x="666750" y="1905000"/>
                </a:lnTo>
                <a:lnTo>
                  <a:pt x="666750" y="1914525"/>
                </a:lnTo>
                <a:lnTo>
                  <a:pt x="638175" y="1914525"/>
                </a:lnTo>
                <a:lnTo>
                  <a:pt x="638175" y="1895475"/>
                </a:lnTo>
                <a:lnTo>
                  <a:pt x="657225" y="1895475"/>
                </a:lnTo>
                <a:close/>
                <a:moveTo>
                  <a:pt x="228600" y="1895475"/>
                </a:moveTo>
                <a:lnTo>
                  <a:pt x="285750" y="1895475"/>
                </a:lnTo>
                <a:lnTo>
                  <a:pt x="285750" y="1914525"/>
                </a:lnTo>
                <a:lnTo>
                  <a:pt x="228600" y="1914525"/>
                </a:lnTo>
                <a:close/>
                <a:moveTo>
                  <a:pt x="304800" y="1895475"/>
                </a:moveTo>
                <a:lnTo>
                  <a:pt x="323850" y="1895475"/>
                </a:lnTo>
                <a:lnTo>
                  <a:pt x="323850" y="1914525"/>
                </a:lnTo>
                <a:lnTo>
                  <a:pt x="304800" y="1914525"/>
                </a:lnTo>
                <a:close/>
                <a:moveTo>
                  <a:pt x="381000" y="1895475"/>
                </a:moveTo>
                <a:lnTo>
                  <a:pt x="400050" y="1895475"/>
                </a:lnTo>
                <a:lnTo>
                  <a:pt x="400050" y="1914525"/>
                </a:lnTo>
                <a:lnTo>
                  <a:pt x="381000" y="1914525"/>
                </a:lnTo>
                <a:close/>
                <a:moveTo>
                  <a:pt x="476250" y="1895475"/>
                </a:moveTo>
                <a:lnTo>
                  <a:pt x="533400" y="1895475"/>
                </a:lnTo>
                <a:lnTo>
                  <a:pt x="533400" y="1905000"/>
                </a:lnTo>
                <a:lnTo>
                  <a:pt x="552450" y="1905000"/>
                </a:lnTo>
                <a:lnTo>
                  <a:pt x="552450" y="1895475"/>
                </a:lnTo>
                <a:lnTo>
                  <a:pt x="581025" y="1895475"/>
                </a:lnTo>
                <a:lnTo>
                  <a:pt x="581025" y="1905000"/>
                </a:lnTo>
                <a:lnTo>
                  <a:pt x="571500" y="1905000"/>
                </a:lnTo>
                <a:lnTo>
                  <a:pt x="571500" y="1914525"/>
                </a:lnTo>
                <a:lnTo>
                  <a:pt x="561975" y="1914525"/>
                </a:lnTo>
                <a:lnTo>
                  <a:pt x="561975" y="1924050"/>
                </a:lnTo>
                <a:lnTo>
                  <a:pt x="533400" y="1924050"/>
                </a:lnTo>
                <a:lnTo>
                  <a:pt x="533400" y="1914525"/>
                </a:lnTo>
                <a:lnTo>
                  <a:pt x="466725" y="1914525"/>
                </a:lnTo>
                <a:lnTo>
                  <a:pt x="466725" y="1905000"/>
                </a:lnTo>
                <a:lnTo>
                  <a:pt x="476250" y="1905000"/>
                </a:lnTo>
                <a:close/>
                <a:moveTo>
                  <a:pt x="590550" y="1895475"/>
                </a:moveTo>
                <a:lnTo>
                  <a:pt x="628650" y="1895475"/>
                </a:lnTo>
                <a:lnTo>
                  <a:pt x="628650" y="1914525"/>
                </a:lnTo>
                <a:lnTo>
                  <a:pt x="590550" y="1914525"/>
                </a:lnTo>
                <a:close/>
                <a:moveTo>
                  <a:pt x="714375" y="2057400"/>
                </a:moveTo>
                <a:lnTo>
                  <a:pt x="733425" y="2057400"/>
                </a:lnTo>
                <a:lnTo>
                  <a:pt x="733425" y="2066925"/>
                </a:lnTo>
                <a:lnTo>
                  <a:pt x="771525" y="2066925"/>
                </a:lnTo>
                <a:lnTo>
                  <a:pt x="771525" y="2076450"/>
                </a:lnTo>
                <a:lnTo>
                  <a:pt x="790575" y="2076450"/>
                </a:lnTo>
                <a:lnTo>
                  <a:pt x="790575" y="2066925"/>
                </a:lnTo>
                <a:lnTo>
                  <a:pt x="800100" y="2066925"/>
                </a:lnTo>
                <a:lnTo>
                  <a:pt x="800100" y="2085975"/>
                </a:lnTo>
                <a:lnTo>
                  <a:pt x="752475" y="2085975"/>
                </a:lnTo>
                <a:lnTo>
                  <a:pt x="752475" y="2095500"/>
                </a:lnTo>
                <a:lnTo>
                  <a:pt x="742950" y="2095500"/>
                </a:lnTo>
                <a:lnTo>
                  <a:pt x="742950" y="2085975"/>
                </a:lnTo>
                <a:lnTo>
                  <a:pt x="685800" y="2085975"/>
                </a:lnTo>
                <a:lnTo>
                  <a:pt x="685800" y="2076450"/>
                </a:lnTo>
                <a:lnTo>
                  <a:pt x="695325" y="2076450"/>
                </a:lnTo>
                <a:lnTo>
                  <a:pt x="695325" y="2066925"/>
                </a:lnTo>
                <a:lnTo>
                  <a:pt x="714375" y="2066925"/>
                </a:lnTo>
                <a:close/>
                <a:moveTo>
                  <a:pt x="371475" y="2066925"/>
                </a:moveTo>
                <a:lnTo>
                  <a:pt x="514350" y="2066925"/>
                </a:lnTo>
                <a:lnTo>
                  <a:pt x="514350" y="2076450"/>
                </a:lnTo>
                <a:lnTo>
                  <a:pt x="542925" y="2076450"/>
                </a:lnTo>
                <a:lnTo>
                  <a:pt x="542925" y="2066925"/>
                </a:lnTo>
                <a:lnTo>
                  <a:pt x="552450" y="2066925"/>
                </a:lnTo>
                <a:lnTo>
                  <a:pt x="552450" y="2076450"/>
                </a:lnTo>
                <a:lnTo>
                  <a:pt x="561975" y="2076450"/>
                </a:lnTo>
                <a:lnTo>
                  <a:pt x="561975" y="2066925"/>
                </a:lnTo>
                <a:lnTo>
                  <a:pt x="571500" y="2066925"/>
                </a:lnTo>
                <a:lnTo>
                  <a:pt x="571500" y="2076450"/>
                </a:lnTo>
                <a:lnTo>
                  <a:pt x="590550" y="2076450"/>
                </a:lnTo>
                <a:lnTo>
                  <a:pt x="590550" y="2085975"/>
                </a:lnTo>
                <a:lnTo>
                  <a:pt x="485775" y="2085975"/>
                </a:lnTo>
                <a:lnTo>
                  <a:pt x="485775" y="2095500"/>
                </a:lnTo>
                <a:lnTo>
                  <a:pt x="476250" y="2095500"/>
                </a:lnTo>
                <a:lnTo>
                  <a:pt x="476250" y="2085975"/>
                </a:lnTo>
                <a:lnTo>
                  <a:pt x="457200" y="2085975"/>
                </a:lnTo>
                <a:lnTo>
                  <a:pt x="457200" y="2095500"/>
                </a:lnTo>
                <a:lnTo>
                  <a:pt x="447675" y="2095500"/>
                </a:lnTo>
                <a:lnTo>
                  <a:pt x="447675" y="2105025"/>
                </a:lnTo>
                <a:lnTo>
                  <a:pt x="428625" y="2105025"/>
                </a:lnTo>
                <a:lnTo>
                  <a:pt x="428625" y="2095500"/>
                </a:lnTo>
                <a:lnTo>
                  <a:pt x="409575" y="2095500"/>
                </a:lnTo>
                <a:lnTo>
                  <a:pt x="409575" y="2085975"/>
                </a:lnTo>
                <a:lnTo>
                  <a:pt x="371475" y="2085975"/>
                </a:lnTo>
                <a:close/>
                <a:moveTo>
                  <a:pt x="647700" y="2066925"/>
                </a:moveTo>
                <a:lnTo>
                  <a:pt x="657225" y="2066925"/>
                </a:lnTo>
                <a:lnTo>
                  <a:pt x="657225" y="2085975"/>
                </a:lnTo>
                <a:lnTo>
                  <a:pt x="647700" y="2085975"/>
                </a:lnTo>
                <a:close/>
                <a:moveTo>
                  <a:pt x="809625" y="2066925"/>
                </a:moveTo>
                <a:lnTo>
                  <a:pt x="819150" y="2066925"/>
                </a:lnTo>
                <a:lnTo>
                  <a:pt x="819150" y="2085975"/>
                </a:lnTo>
                <a:lnTo>
                  <a:pt x="809625" y="2085975"/>
                </a:lnTo>
                <a:close/>
                <a:moveTo>
                  <a:pt x="828675" y="2066925"/>
                </a:moveTo>
                <a:lnTo>
                  <a:pt x="847725" y="2066925"/>
                </a:lnTo>
                <a:lnTo>
                  <a:pt x="847725" y="2076450"/>
                </a:lnTo>
                <a:lnTo>
                  <a:pt x="876300" y="2076450"/>
                </a:lnTo>
                <a:lnTo>
                  <a:pt x="876300" y="2066925"/>
                </a:lnTo>
                <a:lnTo>
                  <a:pt x="885825" y="2066925"/>
                </a:lnTo>
                <a:lnTo>
                  <a:pt x="885825" y="2085975"/>
                </a:lnTo>
                <a:lnTo>
                  <a:pt x="828675" y="2085975"/>
                </a:lnTo>
                <a:close/>
                <a:moveTo>
                  <a:pt x="609600" y="2076450"/>
                </a:moveTo>
                <a:lnTo>
                  <a:pt x="638175" y="2076450"/>
                </a:lnTo>
                <a:lnTo>
                  <a:pt x="638175" y="2085975"/>
                </a:lnTo>
                <a:lnTo>
                  <a:pt x="609600" y="2085975"/>
                </a:lnTo>
                <a:close/>
                <a:moveTo>
                  <a:pt x="238125" y="2085975"/>
                </a:moveTo>
                <a:lnTo>
                  <a:pt x="257175" y="2085975"/>
                </a:lnTo>
                <a:lnTo>
                  <a:pt x="257175" y="2095500"/>
                </a:lnTo>
                <a:lnTo>
                  <a:pt x="238125" y="2095500"/>
                </a:lnTo>
                <a:close/>
                <a:moveTo>
                  <a:pt x="1390650" y="2085975"/>
                </a:moveTo>
                <a:lnTo>
                  <a:pt x="1400175" y="2085975"/>
                </a:lnTo>
                <a:lnTo>
                  <a:pt x="1400175" y="2095500"/>
                </a:lnTo>
                <a:lnTo>
                  <a:pt x="1409700" y="2095500"/>
                </a:lnTo>
                <a:lnTo>
                  <a:pt x="1409700" y="2124075"/>
                </a:lnTo>
                <a:lnTo>
                  <a:pt x="1381125" y="2124075"/>
                </a:lnTo>
                <a:lnTo>
                  <a:pt x="1381125" y="2095500"/>
                </a:lnTo>
                <a:lnTo>
                  <a:pt x="1390650" y="2095500"/>
                </a:lnTo>
                <a:close/>
                <a:moveTo>
                  <a:pt x="1533525" y="2085975"/>
                </a:moveTo>
                <a:lnTo>
                  <a:pt x="1552575" y="2085975"/>
                </a:lnTo>
                <a:lnTo>
                  <a:pt x="1552575" y="2095500"/>
                </a:lnTo>
                <a:lnTo>
                  <a:pt x="1571625" y="2095500"/>
                </a:lnTo>
                <a:lnTo>
                  <a:pt x="1571625" y="2085975"/>
                </a:lnTo>
                <a:lnTo>
                  <a:pt x="1581150" y="2085975"/>
                </a:lnTo>
                <a:lnTo>
                  <a:pt x="1581150" y="2095500"/>
                </a:lnTo>
                <a:lnTo>
                  <a:pt x="1590675" y="2095500"/>
                </a:lnTo>
                <a:lnTo>
                  <a:pt x="1590675" y="2114550"/>
                </a:lnTo>
                <a:lnTo>
                  <a:pt x="1533525" y="2114550"/>
                </a:lnTo>
                <a:lnTo>
                  <a:pt x="1533525" y="2124075"/>
                </a:lnTo>
                <a:lnTo>
                  <a:pt x="1504950" y="2124075"/>
                </a:lnTo>
                <a:lnTo>
                  <a:pt x="1504950" y="2114550"/>
                </a:lnTo>
                <a:lnTo>
                  <a:pt x="1485900" y="2114550"/>
                </a:lnTo>
                <a:lnTo>
                  <a:pt x="1485900" y="2095500"/>
                </a:lnTo>
                <a:lnTo>
                  <a:pt x="1533525" y="2095500"/>
                </a:lnTo>
                <a:close/>
                <a:moveTo>
                  <a:pt x="1619250" y="2085975"/>
                </a:moveTo>
                <a:lnTo>
                  <a:pt x="1638300" y="2085975"/>
                </a:lnTo>
                <a:lnTo>
                  <a:pt x="1638300" y="2095500"/>
                </a:lnTo>
                <a:lnTo>
                  <a:pt x="1657350" y="2095500"/>
                </a:lnTo>
                <a:lnTo>
                  <a:pt x="1657350" y="2085975"/>
                </a:lnTo>
                <a:lnTo>
                  <a:pt x="1676400" y="2085975"/>
                </a:lnTo>
                <a:lnTo>
                  <a:pt x="1676400" y="2114550"/>
                </a:lnTo>
                <a:lnTo>
                  <a:pt x="1666875" y="2114550"/>
                </a:lnTo>
                <a:lnTo>
                  <a:pt x="1666875" y="2124075"/>
                </a:lnTo>
                <a:lnTo>
                  <a:pt x="1647825" y="2124075"/>
                </a:lnTo>
                <a:lnTo>
                  <a:pt x="1647825" y="2114550"/>
                </a:lnTo>
                <a:lnTo>
                  <a:pt x="1619250" y="2114550"/>
                </a:lnTo>
                <a:close/>
                <a:moveTo>
                  <a:pt x="1343025" y="2095500"/>
                </a:moveTo>
                <a:lnTo>
                  <a:pt x="1362075" y="2095500"/>
                </a:lnTo>
                <a:lnTo>
                  <a:pt x="1362075" y="2114550"/>
                </a:lnTo>
                <a:lnTo>
                  <a:pt x="1352550" y="2114550"/>
                </a:lnTo>
                <a:lnTo>
                  <a:pt x="1352550" y="2124075"/>
                </a:lnTo>
                <a:lnTo>
                  <a:pt x="1343025" y="2124075"/>
                </a:lnTo>
                <a:lnTo>
                  <a:pt x="1343025" y="2114550"/>
                </a:lnTo>
                <a:lnTo>
                  <a:pt x="1333500" y="2114550"/>
                </a:lnTo>
                <a:lnTo>
                  <a:pt x="1333500" y="2105025"/>
                </a:lnTo>
                <a:lnTo>
                  <a:pt x="1343025" y="2105025"/>
                </a:lnTo>
                <a:close/>
                <a:moveTo>
                  <a:pt x="1733550" y="2105025"/>
                </a:moveTo>
                <a:lnTo>
                  <a:pt x="1743075" y="2105025"/>
                </a:lnTo>
                <a:lnTo>
                  <a:pt x="1743075" y="2190750"/>
                </a:lnTo>
                <a:lnTo>
                  <a:pt x="1733550" y="2190750"/>
                </a:lnTo>
                <a:close/>
                <a:moveTo>
                  <a:pt x="1800225" y="2133600"/>
                </a:moveTo>
                <a:lnTo>
                  <a:pt x="1809750" y="2133600"/>
                </a:lnTo>
                <a:lnTo>
                  <a:pt x="1809750" y="2343150"/>
                </a:lnTo>
                <a:lnTo>
                  <a:pt x="1800225" y="2343150"/>
                </a:lnTo>
                <a:close/>
                <a:moveTo>
                  <a:pt x="1733550" y="2200275"/>
                </a:moveTo>
                <a:lnTo>
                  <a:pt x="1743075" y="2200275"/>
                </a:lnTo>
                <a:lnTo>
                  <a:pt x="1743075" y="2209800"/>
                </a:lnTo>
                <a:lnTo>
                  <a:pt x="1733550" y="2209800"/>
                </a:lnTo>
                <a:close/>
                <a:moveTo>
                  <a:pt x="581025" y="2314575"/>
                </a:moveTo>
                <a:lnTo>
                  <a:pt x="590550" y="2314575"/>
                </a:lnTo>
                <a:lnTo>
                  <a:pt x="590550" y="2324100"/>
                </a:lnTo>
                <a:lnTo>
                  <a:pt x="609600" y="2324100"/>
                </a:lnTo>
                <a:lnTo>
                  <a:pt x="609600" y="2333625"/>
                </a:lnTo>
                <a:lnTo>
                  <a:pt x="628650" y="2333625"/>
                </a:lnTo>
                <a:lnTo>
                  <a:pt x="628650" y="2324100"/>
                </a:lnTo>
                <a:lnTo>
                  <a:pt x="638175" y="2324100"/>
                </a:lnTo>
                <a:lnTo>
                  <a:pt x="638175" y="2333625"/>
                </a:lnTo>
                <a:lnTo>
                  <a:pt x="647700" y="2333625"/>
                </a:lnTo>
                <a:lnTo>
                  <a:pt x="647700" y="2324100"/>
                </a:lnTo>
                <a:lnTo>
                  <a:pt x="676275" y="2324100"/>
                </a:lnTo>
                <a:lnTo>
                  <a:pt x="676275" y="2343150"/>
                </a:lnTo>
                <a:lnTo>
                  <a:pt x="666750" y="2343150"/>
                </a:lnTo>
                <a:lnTo>
                  <a:pt x="666750" y="2352675"/>
                </a:lnTo>
                <a:lnTo>
                  <a:pt x="647700" y="2352675"/>
                </a:lnTo>
                <a:lnTo>
                  <a:pt x="647700" y="2362200"/>
                </a:lnTo>
                <a:lnTo>
                  <a:pt x="619125" y="2362200"/>
                </a:lnTo>
                <a:lnTo>
                  <a:pt x="619125" y="2352675"/>
                </a:lnTo>
                <a:lnTo>
                  <a:pt x="581025" y="2352675"/>
                </a:lnTo>
                <a:lnTo>
                  <a:pt x="581025" y="2343150"/>
                </a:lnTo>
                <a:lnTo>
                  <a:pt x="571500" y="2343150"/>
                </a:lnTo>
                <a:lnTo>
                  <a:pt x="571500" y="2324100"/>
                </a:lnTo>
                <a:lnTo>
                  <a:pt x="581025" y="2324100"/>
                </a:lnTo>
                <a:close/>
                <a:moveTo>
                  <a:pt x="361950" y="2324100"/>
                </a:moveTo>
                <a:lnTo>
                  <a:pt x="390525" y="2324100"/>
                </a:lnTo>
                <a:lnTo>
                  <a:pt x="390525" y="2343150"/>
                </a:lnTo>
                <a:lnTo>
                  <a:pt x="361950" y="2343150"/>
                </a:lnTo>
                <a:close/>
                <a:moveTo>
                  <a:pt x="409575" y="2324100"/>
                </a:moveTo>
                <a:lnTo>
                  <a:pt x="457200" y="2324100"/>
                </a:lnTo>
                <a:lnTo>
                  <a:pt x="457200" y="2333625"/>
                </a:lnTo>
                <a:lnTo>
                  <a:pt x="466725" y="2333625"/>
                </a:lnTo>
                <a:lnTo>
                  <a:pt x="466725" y="2324100"/>
                </a:lnTo>
                <a:lnTo>
                  <a:pt x="476250" y="2324100"/>
                </a:lnTo>
                <a:lnTo>
                  <a:pt x="476250" y="2333625"/>
                </a:lnTo>
                <a:lnTo>
                  <a:pt x="504825" y="2333625"/>
                </a:lnTo>
                <a:lnTo>
                  <a:pt x="504825" y="2324100"/>
                </a:lnTo>
                <a:lnTo>
                  <a:pt x="542925" y="2324100"/>
                </a:lnTo>
                <a:lnTo>
                  <a:pt x="542925" y="2333625"/>
                </a:lnTo>
                <a:lnTo>
                  <a:pt x="552450" y="2333625"/>
                </a:lnTo>
                <a:lnTo>
                  <a:pt x="552450" y="2343150"/>
                </a:lnTo>
                <a:lnTo>
                  <a:pt x="542925" y="2343150"/>
                </a:lnTo>
                <a:lnTo>
                  <a:pt x="542925" y="2352675"/>
                </a:lnTo>
                <a:lnTo>
                  <a:pt x="504825" y="2352675"/>
                </a:lnTo>
                <a:lnTo>
                  <a:pt x="504825" y="2343150"/>
                </a:lnTo>
                <a:lnTo>
                  <a:pt x="476250" y="2343150"/>
                </a:lnTo>
                <a:lnTo>
                  <a:pt x="476250" y="2352675"/>
                </a:lnTo>
                <a:lnTo>
                  <a:pt x="409575" y="2352675"/>
                </a:lnTo>
                <a:lnTo>
                  <a:pt x="409575" y="2343150"/>
                </a:lnTo>
                <a:lnTo>
                  <a:pt x="400050" y="2343150"/>
                </a:lnTo>
                <a:lnTo>
                  <a:pt x="400050" y="2333625"/>
                </a:lnTo>
                <a:lnTo>
                  <a:pt x="409575" y="2333625"/>
                </a:lnTo>
                <a:close/>
                <a:moveTo>
                  <a:pt x="704850" y="2324100"/>
                </a:moveTo>
                <a:lnTo>
                  <a:pt x="752475" y="2324100"/>
                </a:lnTo>
                <a:lnTo>
                  <a:pt x="752475" y="2333625"/>
                </a:lnTo>
                <a:lnTo>
                  <a:pt x="790575" y="2333625"/>
                </a:lnTo>
                <a:lnTo>
                  <a:pt x="790575" y="2343150"/>
                </a:lnTo>
                <a:lnTo>
                  <a:pt x="752475" y="2343150"/>
                </a:lnTo>
                <a:lnTo>
                  <a:pt x="752475" y="2352675"/>
                </a:lnTo>
                <a:lnTo>
                  <a:pt x="695325" y="2352675"/>
                </a:lnTo>
                <a:lnTo>
                  <a:pt x="695325" y="2333625"/>
                </a:lnTo>
                <a:lnTo>
                  <a:pt x="704850" y="2333625"/>
                </a:lnTo>
                <a:close/>
                <a:moveTo>
                  <a:pt x="219075" y="2343150"/>
                </a:moveTo>
                <a:lnTo>
                  <a:pt x="276225" y="2343150"/>
                </a:lnTo>
                <a:lnTo>
                  <a:pt x="276225" y="2362200"/>
                </a:lnTo>
                <a:lnTo>
                  <a:pt x="266700" y="2362200"/>
                </a:lnTo>
                <a:lnTo>
                  <a:pt x="266700" y="2352675"/>
                </a:lnTo>
                <a:lnTo>
                  <a:pt x="228600" y="2352675"/>
                </a:lnTo>
                <a:lnTo>
                  <a:pt x="228600" y="2362200"/>
                </a:lnTo>
                <a:lnTo>
                  <a:pt x="238125" y="2362200"/>
                </a:lnTo>
                <a:lnTo>
                  <a:pt x="238125" y="2371725"/>
                </a:lnTo>
                <a:lnTo>
                  <a:pt x="228600" y="2371725"/>
                </a:lnTo>
                <a:lnTo>
                  <a:pt x="228600" y="2390775"/>
                </a:lnTo>
                <a:lnTo>
                  <a:pt x="219075" y="2390775"/>
                </a:lnTo>
                <a:lnTo>
                  <a:pt x="219075" y="2381250"/>
                </a:lnTo>
                <a:lnTo>
                  <a:pt x="209550" y="2381250"/>
                </a:lnTo>
                <a:lnTo>
                  <a:pt x="209550" y="2352675"/>
                </a:lnTo>
                <a:lnTo>
                  <a:pt x="219075" y="2352675"/>
                </a:lnTo>
                <a:close/>
                <a:moveTo>
                  <a:pt x="1733550" y="2343150"/>
                </a:moveTo>
                <a:lnTo>
                  <a:pt x="1743075" y="2343150"/>
                </a:lnTo>
                <a:lnTo>
                  <a:pt x="1743075" y="2352675"/>
                </a:lnTo>
                <a:lnTo>
                  <a:pt x="1733550" y="2352675"/>
                </a:lnTo>
                <a:close/>
                <a:moveTo>
                  <a:pt x="1371600" y="2352675"/>
                </a:moveTo>
                <a:lnTo>
                  <a:pt x="1381125" y="2352675"/>
                </a:lnTo>
                <a:lnTo>
                  <a:pt x="1381125" y="2362200"/>
                </a:lnTo>
                <a:lnTo>
                  <a:pt x="1390650" y="2362200"/>
                </a:lnTo>
                <a:lnTo>
                  <a:pt x="1390650" y="2381250"/>
                </a:lnTo>
                <a:lnTo>
                  <a:pt x="1371600" y="2381250"/>
                </a:lnTo>
                <a:close/>
                <a:moveTo>
                  <a:pt x="1504950" y="2352675"/>
                </a:moveTo>
                <a:lnTo>
                  <a:pt x="1533525" y="2352675"/>
                </a:lnTo>
                <a:lnTo>
                  <a:pt x="1533525" y="2362200"/>
                </a:lnTo>
                <a:lnTo>
                  <a:pt x="1590675" y="2362200"/>
                </a:lnTo>
                <a:lnTo>
                  <a:pt x="1590675" y="2381250"/>
                </a:lnTo>
                <a:lnTo>
                  <a:pt x="1581150" y="2381250"/>
                </a:lnTo>
                <a:lnTo>
                  <a:pt x="1581150" y="2390775"/>
                </a:lnTo>
                <a:lnTo>
                  <a:pt x="1571625" y="2390775"/>
                </a:lnTo>
                <a:lnTo>
                  <a:pt x="1571625" y="2381250"/>
                </a:lnTo>
                <a:lnTo>
                  <a:pt x="1552575" y="2381250"/>
                </a:lnTo>
                <a:lnTo>
                  <a:pt x="1552575" y="2390775"/>
                </a:lnTo>
                <a:lnTo>
                  <a:pt x="1533525" y="2390775"/>
                </a:lnTo>
                <a:lnTo>
                  <a:pt x="1533525" y="2381250"/>
                </a:lnTo>
                <a:lnTo>
                  <a:pt x="1514475" y="2381250"/>
                </a:lnTo>
                <a:lnTo>
                  <a:pt x="1514475" y="2390775"/>
                </a:lnTo>
                <a:lnTo>
                  <a:pt x="1504950" y="2390775"/>
                </a:lnTo>
                <a:lnTo>
                  <a:pt x="1504950" y="2381250"/>
                </a:lnTo>
                <a:lnTo>
                  <a:pt x="1495425" y="2381250"/>
                </a:lnTo>
                <a:lnTo>
                  <a:pt x="1495425" y="2362200"/>
                </a:lnTo>
                <a:lnTo>
                  <a:pt x="1504950" y="2362200"/>
                </a:lnTo>
                <a:close/>
                <a:moveTo>
                  <a:pt x="1447800" y="2362200"/>
                </a:moveTo>
                <a:lnTo>
                  <a:pt x="1466850" y="2362200"/>
                </a:lnTo>
                <a:lnTo>
                  <a:pt x="1466850" y="2381250"/>
                </a:lnTo>
                <a:lnTo>
                  <a:pt x="1447800" y="2381250"/>
                </a:lnTo>
                <a:close/>
                <a:moveTo>
                  <a:pt x="1619250" y="2362200"/>
                </a:moveTo>
                <a:lnTo>
                  <a:pt x="1676400" y="2362200"/>
                </a:lnTo>
                <a:lnTo>
                  <a:pt x="1676400" y="2381250"/>
                </a:lnTo>
                <a:lnTo>
                  <a:pt x="1638300" y="2381250"/>
                </a:lnTo>
                <a:lnTo>
                  <a:pt x="1638300" y="2390775"/>
                </a:lnTo>
                <a:lnTo>
                  <a:pt x="1619250" y="2390775"/>
                </a:lnTo>
                <a:close/>
                <a:moveTo>
                  <a:pt x="1733550" y="2362200"/>
                </a:moveTo>
                <a:lnTo>
                  <a:pt x="1743075" y="2362200"/>
                </a:lnTo>
                <a:lnTo>
                  <a:pt x="1743075" y="2409825"/>
                </a:lnTo>
                <a:lnTo>
                  <a:pt x="1733550" y="2409825"/>
                </a:lnTo>
                <a:close/>
                <a:moveTo>
                  <a:pt x="1800225" y="2362200"/>
                </a:moveTo>
                <a:lnTo>
                  <a:pt x="1809750" y="2362200"/>
                </a:lnTo>
                <a:lnTo>
                  <a:pt x="1809750" y="2457450"/>
                </a:lnTo>
                <a:lnTo>
                  <a:pt x="1800225" y="2457450"/>
                </a:lnTo>
                <a:close/>
                <a:moveTo>
                  <a:pt x="1800225" y="2524125"/>
                </a:moveTo>
                <a:lnTo>
                  <a:pt x="1809750" y="2524125"/>
                </a:lnTo>
                <a:lnTo>
                  <a:pt x="1809750" y="2552700"/>
                </a:lnTo>
                <a:lnTo>
                  <a:pt x="1800225" y="2552700"/>
                </a:lnTo>
                <a:close/>
                <a:moveTo>
                  <a:pt x="371475" y="2581275"/>
                </a:moveTo>
                <a:lnTo>
                  <a:pt x="390525" y="2581275"/>
                </a:lnTo>
                <a:lnTo>
                  <a:pt x="390525" y="2600325"/>
                </a:lnTo>
                <a:lnTo>
                  <a:pt x="400050" y="2600325"/>
                </a:lnTo>
                <a:lnTo>
                  <a:pt x="400050" y="2590800"/>
                </a:lnTo>
                <a:lnTo>
                  <a:pt x="571500" y="2590800"/>
                </a:lnTo>
                <a:lnTo>
                  <a:pt x="571500" y="2609850"/>
                </a:lnTo>
                <a:lnTo>
                  <a:pt x="457200" y="2609850"/>
                </a:lnTo>
                <a:lnTo>
                  <a:pt x="457200" y="2600325"/>
                </a:lnTo>
                <a:lnTo>
                  <a:pt x="438150" y="2600325"/>
                </a:lnTo>
                <a:lnTo>
                  <a:pt x="438150" y="2609850"/>
                </a:lnTo>
                <a:lnTo>
                  <a:pt x="428625" y="2609850"/>
                </a:lnTo>
                <a:lnTo>
                  <a:pt x="428625" y="2619375"/>
                </a:lnTo>
                <a:lnTo>
                  <a:pt x="419100" y="2619375"/>
                </a:lnTo>
                <a:lnTo>
                  <a:pt x="419100" y="2628900"/>
                </a:lnTo>
                <a:lnTo>
                  <a:pt x="409575" y="2628900"/>
                </a:lnTo>
                <a:lnTo>
                  <a:pt x="409575" y="2619375"/>
                </a:lnTo>
                <a:lnTo>
                  <a:pt x="400050" y="2619375"/>
                </a:lnTo>
                <a:lnTo>
                  <a:pt x="400050" y="2609850"/>
                </a:lnTo>
                <a:lnTo>
                  <a:pt x="381000" y="2609850"/>
                </a:lnTo>
                <a:lnTo>
                  <a:pt x="381000" y="2590800"/>
                </a:lnTo>
                <a:lnTo>
                  <a:pt x="371475" y="2590800"/>
                </a:lnTo>
                <a:close/>
                <a:moveTo>
                  <a:pt x="1381125" y="2609850"/>
                </a:moveTo>
                <a:lnTo>
                  <a:pt x="1390650" y="2609850"/>
                </a:lnTo>
                <a:lnTo>
                  <a:pt x="1390650" y="2619375"/>
                </a:lnTo>
                <a:lnTo>
                  <a:pt x="1409700" y="2619375"/>
                </a:lnTo>
                <a:lnTo>
                  <a:pt x="1409700" y="2638425"/>
                </a:lnTo>
                <a:lnTo>
                  <a:pt x="1390650" y="2638425"/>
                </a:lnTo>
                <a:lnTo>
                  <a:pt x="1390650" y="2647950"/>
                </a:lnTo>
                <a:lnTo>
                  <a:pt x="1381125" y="2647950"/>
                </a:lnTo>
                <a:lnTo>
                  <a:pt x="1381125" y="2638425"/>
                </a:lnTo>
                <a:lnTo>
                  <a:pt x="1371600" y="2638425"/>
                </a:lnTo>
                <a:lnTo>
                  <a:pt x="1371600" y="2619375"/>
                </a:lnTo>
                <a:lnTo>
                  <a:pt x="1381125" y="2619375"/>
                </a:lnTo>
                <a:close/>
                <a:moveTo>
                  <a:pt x="1323975" y="2619375"/>
                </a:moveTo>
                <a:lnTo>
                  <a:pt x="1343025" y="2619375"/>
                </a:lnTo>
                <a:lnTo>
                  <a:pt x="1343025" y="2638425"/>
                </a:lnTo>
                <a:lnTo>
                  <a:pt x="1323975" y="2638425"/>
                </a:lnTo>
                <a:close/>
                <a:moveTo>
                  <a:pt x="1419225" y="2619375"/>
                </a:moveTo>
                <a:lnTo>
                  <a:pt x="1428750" y="2619375"/>
                </a:lnTo>
                <a:lnTo>
                  <a:pt x="1428750" y="2638425"/>
                </a:lnTo>
                <a:lnTo>
                  <a:pt x="1419225" y="2638425"/>
                </a:lnTo>
                <a:close/>
                <a:moveTo>
                  <a:pt x="1504950" y="2619375"/>
                </a:moveTo>
                <a:lnTo>
                  <a:pt x="1514475" y="2619375"/>
                </a:lnTo>
                <a:lnTo>
                  <a:pt x="1514475" y="2638425"/>
                </a:lnTo>
                <a:lnTo>
                  <a:pt x="1504950" y="2638425"/>
                </a:lnTo>
                <a:close/>
                <a:moveTo>
                  <a:pt x="1543050" y="2619375"/>
                </a:moveTo>
                <a:lnTo>
                  <a:pt x="1562100" y="2619375"/>
                </a:lnTo>
                <a:lnTo>
                  <a:pt x="1562100" y="2638425"/>
                </a:lnTo>
                <a:lnTo>
                  <a:pt x="1552575" y="2638425"/>
                </a:lnTo>
                <a:lnTo>
                  <a:pt x="1552575" y="2628900"/>
                </a:lnTo>
                <a:lnTo>
                  <a:pt x="1543050" y="2628900"/>
                </a:lnTo>
                <a:close/>
                <a:moveTo>
                  <a:pt x="1571625" y="2619375"/>
                </a:moveTo>
                <a:lnTo>
                  <a:pt x="1581150" y="2619375"/>
                </a:lnTo>
                <a:lnTo>
                  <a:pt x="1581150" y="2638425"/>
                </a:lnTo>
                <a:lnTo>
                  <a:pt x="1571625" y="2638425"/>
                </a:lnTo>
                <a:close/>
                <a:moveTo>
                  <a:pt x="1638300" y="2619375"/>
                </a:moveTo>
                <a:lnTo>
                  <a:pt x="1657350" y="2619375"/>
                </a:lnTo>
                <a:lnTo>
                  <a:pt x="1657350" y="2638425"/>
                </a:lnTo>
                <a:lnTo>
                  <a:pt x="1638300" y="2638425"/>
                </a:lnTo>
                <a:close/>
                <a:moveTo>
                  <a:pt x="504825" y="2838450"/>
                </a:moveTo>
                <a:lnTo>
                  <a:pt x="514350" y="2838450"/>
                </a:lnTo>
                <a:lnTo>
                  <a:pt x="514350" y="2847975"/>
                </a:lnTo>
                <a:lnTo>
                  <a:pt x="533400" y="2847975"/>
                </a:lnTo>
                <a:lnTo>
                  <a:pt x="533400" y="2857500"/>
                </a:lnTo>
                <a:lnTo>
                  <a:pt x="571500" y="2857500"/>
                </a:lnTo>
                <a:lnTo>
                  <a:pt x="571500" y="2867025"/>
                </a:lnTo>
                <a:lnTo>
                  <a:pt x="504825" y="2867025"/>
                </a:lnTo>
                <a:lnTo>
                  <a:pt x="504825" y="2857500"/>
                </a:lnTo>
                <a:lnTo>
                  <a:pt x="495300" y="2857500"/>
                </a:lnTo>
                <a:lnTo>
                  <a:pt x="495300" y="2867025"/>
                </a:lnTo>
                <a:lnTo>
                  <a:pt x="428625" y="2867025"/>
                </a:lnTo>
                <a:lnTo>
                  <a:pt x="428625" y="2876550"/>
                </a:lnTo>
                <a:lnTo>
                  <a:pt x="390525" y="2876550"/>
                </a:lnTo>
                <a:lnTo>
                  <a:pt x="390525" y="2867025"/>
                </a:lnTo>
                <a:lnTo>
                  <a:pt x="381000" y="2867025"/>
                </a:lnTo>
                <a:lnTo>
                  <a:pt x="381000" y="2857500"/>
                </a:lnTo>
                <a:lnTo>
                  <a:pt x="371475" y="2857500"/>
                </a:lnTo>
                <a:lnTo>
                  <a:pt x="371475" y="2847975"/>
                </a:lnTo>
                <a:lnTo>
                  <a:pt x="409575" y="2847975"/>
                </a:lnTo>
                <a:lnTo>
                  <a:pt x="409575" y="2857500"/>
                </a:lnTo>
                <a:lnTo>
                  <a:pt x="419100" y="2857500"/>
                </a:lnTo>
                <a:lnTo>
                  <a:pt x="419100" y="2847975"/>
                </a:lnTo>
                <a:lnTo>
                  <a:pt x="476250" y="2847975"/>
                </a:lnTo>
                <a:lnTo>
                  <a:pt x="476250" y="2857500"/>
                </a:lnTo>
                <a:lnTo>
                  <a:pt x="485775" y="2857500"/>
                </a:lnTo>
                <a:lnTo>
                  <a:pt x="485775" y="2847975"/>
                </a:lnTo>
                <a:lnTo>
                  <a:pt x="504825" y="2847975"/>
                </a:lnTo>
                <a:close/>
                <a:moveTo>
                  <a:pt x="1285875" y="2876550"/>
                </a:moveTo>
                <a:lnTo>
                  <a:pt x="1304925" y="2876550"/>
                </a:lnTo>
                <a:lnTo>
                  <a:pt x="1304925" y="2895600"/>
                </a:lnTo>
                <a:lnTo>
                  <a:pt x="1285875" y="2895600"/>
                </a:lnTo>
                <a:close/>
                <a:moveTo>
                  <a:pt x="1381125" y="2876550"/>
                </a:moveTo>
                <a:lnTo>
                  <a:pt x="1390650" y="2876550"/>
                </a:lnTo>
                <a:lnTo>
                  <a:pt x="1390650" y="2895600"/>
                </a:lnTo>
                <a:lnTo>
                  <a:pt x="1381125" y="2895600"/>
                </a:lnTo>
                <a:close/>
                <a:moveTo>
                  <a:pt x="1400175" y="2876550"/>
                </a:moveTo>
                <a:lnTo>
                  <a:pt x="1428750" y="2876550"/>
                </a:lnTo>
                <a:lnTo>
                  <a:pt x="1428750" y="2895600"/>
                </a:lnTo>
                <a:lnTo>
                  <a:pt x="1409700" y="2895600"/>
                </a:lnTo>
                <a:lnTo>
                  <a:pt x="1409700" y="2905125"/>
                </a:lnTo>
                <a:lnTo>
                  <a:pt x="1400175" y="2905125"/>
                </a:lnTo>
                <a:close/>
                <a:moveTo>
                  <a:pt x="1504950" y="2876550"/>
                </a:moveTo>
                <a:lnTo>
                  <a:pt x="1533525" y="2876550"/>
                </a:lnTo>
                <a:lnTo>
                  <a:pt x="1533525" y="2895600"/>
                </a:lnTo>
                <a:lnTo>
                  <a:pt x="1504950" y="2895600"/>
                </a:lnTo>
                <a:close/>
                <a:moveTo>
                  <a:pt x="1571625" y="2876550"/>
                </a:moveTo>
                <a:lnTo>
                  <a:pt x="1581150" y="2876550"/>
                </a:lnTo>
                <a:lnTo>
                  <a:pt x="1581150" y="2895600"/>
                </a:lnTo>
                <a:lnTo>
                  <a:pt x="1571625" y="2895600"/>
                </a:lnTo>
                <a:close/>
                <a:moveTo>
                  <a:pt x="371475" y="3095625"/>
                </a:moveTo>
                <a:lnTo>
                  <a:pt x="390525" y="3095625"/>
                </a:lnTo>
                <a:lnTo>
                  <a:pt x="390525" y="3105150"/>
                </a:lnTo>
                <a:lnTo>
                  <a:pt x="457200" y="3105150"/>
                </a:lnTo>
                <a:lnTo>
                  <a:pt x="457200" y="3114675"/>
                </a:lnTo>
                <a:lnTo>
                  <a:pt x="466725" y="3114675"/>
                </a:lnTo>
                <a:lnTo>
                  <a:pt x="466725" y="3105150"/>
                </a:lnTo>
                <a:lnTo>
                  <a:pt x="476250" y="3105150"/>
                </a:lnTo>
                <a:lnTo>
                  <a:pt x="476250" y="3133725"/>
                </a:lnTo>
                <a:lnTo>
                  <a:pt x="447675" y="3133725"/>
                </a:lnTo>
                <a:lnTo>
                  <a:pt x="447675" y="3124200"/>
                </a:lnTo>
                <a:lnTo>
                  <a:pt x="438150" y="3124200"/>
                </a:lnTo>
                <a:lnTo>
                  <a:pt x="438150" y="3133725"/>
                </a:lnTo>
                <a:lnTo>
                  <a:pt x="381000" y="3133725"/>
                </a:lnTo>
                <a:lnTo>
                  <a:pt x="381000" y="3124200"/>
                </a:lnTo>
                <a:lnTo>
                  <a:pt x="361950" y="3124200"/>
                </a:lnTo>
                <a:lnTo>
                  <a:pt x="361950" y="3114675"/>
                </a:lnTo>
                <a:lnTo>
                  <a:pt x="371475" y="3114675"/>
                </a:lnTo>
                <a:close/>
                <a:moveTo>
                  <a:pt x="504825" y="3105150"/>
                </a:moveTo>
                <a:lnTo>
                  <a:pt x="514350" y="3105150"/>
                </a:lnTo>
                <a:lnTo>
                  <a:pt x="514350" y="3114675"/>
                </a:lnTo>
                <a:lnTo>
                  <a:pt x="542925" y="3114675"/>
                </a:lnTo>
                <a:lnTo>
                  <a:pt x="542925" y="3133725"/>
                </a:lnTo>
                <a:lnTo>
                  <a:pt x="504825" y="3133725"/>
                </a:lnTo>
                <a:lnTo>
                  <a:pt x="504825" y="3124200"/>
                </a:lnTo>
                <a:lnTo>
                  <a:pt x="485775" y="3124200"/>
                </a:lnTo>
                <a:lnTo>
                  <a:pt x="485775" y="3114675"/>
                </a:lnTo>
                <a:lnTo>
                  <a:pt x="504825" y="3114675"/>
                </a:lnTo>
                <a:close/>
                <a:moveTo>
                  <a:pt x="1276350" y="3133725"/>
                </a:moveTo>
                <a:lnTo>
                  <a:pt x="1304925" y="3133725"/>
                </a:lnTo>
                <a:lnTo>
                  <a:pt x="1304925" y="3162300"/>
                </a:lnTo>
                <a:lnTo>
                  <a:pt x="1285875" y="3162300"/>
                </a:lnTo>
                <a:lnTo>
                  <a:pt x="1285875" y="3152775"/>
                </a:lnTo>
                <a:lnTo>
                  <a:pt x="1276350" y="3152775"/>
                </a:lnTo>
                <a:close/>
                <a:moveTo>
                  <a:pt x="1381125" y="3133725"/>
                </a:moveTo>
                <a:lnTo>
                  <a:pt x="1447800" y="3133725"/>
                </a:lnTo>
                <a:lnTo>
                  <a:pt x="1447800" y="3143250"/>
                </a:lnTo>
                <a:lnTo>
                  <a:pt x="1466850" y="3143250"/>
                </a:lnTo>
                <a:lnTo>
                  <a:pt x="1466850" y="3152775"/>
                </a:lnTo>
                <a:lnTo>
                  <a:pt x="1476375" y="3152775"/>
                </a:lnTo>
                <a:lnTo>
                  <a:pt x="1476375" y="3162300"/>
                </a:lnTo>
                <a:lnTo>
                  <a:pt x="1466850" y="3162300"/>
                </a:lnTo>
                <a:lnTo>
                  <a:pt x="1466850" y="3171825"/>
                </a:lnTo>
                <a:lnTo>
                  <a:pt x="1447800" y="3171825"/>
                </a:lnTo>
                <a:lnTo>
                  <a:pt x="1447800" y="3162300"/>
                </a:lnTo>
                <a:lnTo>
                  <a:pt x="1428750" y="3162300"/>
                </a:lnTo>
                <a:lnTo>
                  <a:pt x="1428750" y="3171825"/>
                </a:lnTo>
                <a:lnTo>
                  <a:pt x="1409700" y="3171825"/>
                </a:lnTo>
                <a:lnTo>
                  <a:pt x="1409700" y="3162300"/>
                </a:lnTo>
                <a:lnTo>
                  <a:pt x="1381125" y="3162300"/>
                </a:lnTo>
                <a:close/>
                <a:moveTo>
                  <a:pt x="1495425" y="3133725"/>
                </a:moveTo>
                <a:lnTo>
                  <a:pt x="1581150" y="3133725"/>
                </a:lnTo>
                <a:lnTo>
                  <a:pt x="1581150" y="3162300"/>
                </a:lnTo>
                <a:lnTo>
                  <a:pt x="1485900" y="3162300"/>
                </a:lnTo>
                <a:lnTo>
                  <a:pt x="1485900" y="3152775"/>
                </a:lnTo>
                <a:lnTo>
                  <a:pt x="1495425" y="3152775"/>
                </a:lnTo>
                <a:close/>
                <a:moveTo>
                  <a:pt x="1638300" y="3133725"/>
                </a:moveTo>
                <a:lnTo>
                  <a:pt x="1666875" y="3133725"/>
                </a:lnTo>
                <a:lnTo>
                  <a:pt x="1666875" y="3143250"/>
                </a:lnTo>
                <a:lnTo>
                  <a:pt x="1676400" y="3143250"/>
                </a:lnTo>
                <a:lnTo>
                  <a:pt x="1676400" y="3171825"/>
                </a:lnTo>
                <a:lnTo>
                  <a:pt x="1657350" y="3171825"/>
                </a:lnTo>
                <a:lnTo>
                  <a:pt x="1657350" y="3162300"/>
                </a:lnTo>
                <a:lnTo>
                  <a:pt x="1638300" y="3162300"/>
                </a:lnTo>
                <a:lnTo>
                  <a:pt x="1638300" y="3171825"/>
                </a:lnTo>
                <a:lnTo>
                  <a:pt x="1628775" y="3171825"/>
                </a:lnTo>
                <a:lnTo>
                  <a:pt x="1628775" y="3162300"/>
                </a:lnTo>
                <a:lnTo>
                  <a:pt x="1619250" y="3162300"/>
                </a:lnTo>
                <a:lnTo>
                  <a:pt x="1619250" y="3143250"/>
                </a:lnTo>
                <a:lnTo>
                  <a:pt x="1638300" y="3143250"/>
                </a:lnTo>
                <a:close/>
                <a:moveTo>
                  <a:pt x="1733550" y="3381375"/>
                </a:moveTo>
                <a:lnTo>
                  <a:pt x="1743075" y="3381375"/>
                </a:lnTo>
                <a:lnTo>
                  <a:pt x="1743075" y="3438525"/>
                </a:lnTo>
                <a:lnTo>
                  <a:pt x="1733550" y="3438525"/>
                </a:lnTo>
                <a:close/>
                <a:moveTo>
                  <a:pt x="1800225" y="3390900"/>
                </a:moveTo>
                <a:lnTo>
                  <a:pt x="1809750" y="3390900"/>
                </a:lnTo>
                <a:lnTo>
                  <a:pt x="1809750" y="3467100"/>
                </a:lnTo>
                <a:lnTo>
                  <a:pt x="1800225" y="3467100"/>
                </a:lnTo>
                <a:close/>
                <a:moveTo>
                  <a:pt x="123825" y="3448050"/>
                </a:moveTo>
                <a:lnTo>
                  <a:pt x="133350" y="3448050"/>
                </a:lnTo>
                <a:lnTo>
                  <a:pt x="133350" y="3467100"/>
                </a:lnTo>
                <a:lnTo>
                  <a:pt x="123825" y="3467100"/>
                </a:lnTo>
                <a:close/>
                <a:moveTo>
                  <a:pt x="57150" y="3457575"/>
                </a:moveTo>
                <a:lnTo>
                  <a:pt x="66675" y="3457575"/>
                </a:lnTo>
                <a:lnTo>
                  <a:pt x="66675" y="3495675"/>
                </a:lnTo>
                <a:lnTo>
                  <a:pt x="57150" y="3495675"/>
                </a:lnTo>
                <a:close/>
                <a:moveTo>
                  <a:pt x="1533525" y="3457575"/>
                </a:moveTo>
                <a:lnTo>
                  <a:pt x="1609725" y="3457575"/>
                </a:lnTo>
                <a:lnTo>
                  <a:pt x="1609725" y="3476625"/>
                </a:lnTo>
                <a:lnTo>
                  <a:pt x="1590675" y="3476625"/>
                </a:lnTo>
                <a:lnTo>
                  <a:pt x="1590675" y="3467100"/>
                </a:lnTo>
                <a:lnTo>
                  <a:pt x="1581150" y="3467100"/>
                </a:lnTo>
                <a:lnTo>
                  <a:pt x="1581150" y="3476625"/>
                </a:lnTo>
                <a:lnTo>
                  <a:pt x="1543050" y="3476625"/>
                </a:lnTo>
                <a:lnTo>
                  <a:pt x="1543050" y="3467100"/>
                </a:lnTo>
                <a:lnTo>
                  <a:pt x="1533525" y="3467100"/>
                </a:lnTo>
                <a:close/>
                <a:moveTo>
                  <a:pt x="1724025" y="3476625"/>
                </a:moveTo>
                <a:lnTo>
                  <a:pt x="1733550" y="3476625"/>
                </a:lnTo>
                <a:lnTo>
                  <a:pt x="1733550" y="3495675"/>
                </a:lnTo>
                <a:lnTo>
                  <a:pt x="1724025" y="3495675"/>
                </a:lnTo>
                <a:close/>
                <a:moveTo>
                  <a:pt x="133350" y="3495675"/>
                </a:moveTo>
                <a:lnTo>
                  <a:pt x="142875" y="3495675"/>
                </a:lnTo>
                <a:lnTo>
                  <a:pt x="142875" y="3505200"/>
                </a:lnTo>
                <a:lnTo>
                  <a:pt x="133350" y="3505200"/>
                </a:lnTo>
                <a:close/>
                <a:moveTo>
                  <a:pt x="1790700" y="3495675"/>
                </a:moveTo>
                <a:lnTo>
                  <a:pt x="1800225" y="3495675"/>
                </a:lnTo>
                <a:lnTo>
                  <a:pt x="1800225" y="3514725"/>
                </a:lnTo>
                <a:lnTo>
                  <a:pt x="1790700" y="3514725"/>
                </a:lnTo>
                <a:close/>
                <a:moveTo>
                  <a:pt x="66675" y="3514725"/>
                </a:moveTo>
                <a:lnTo>
                  <a:pt x="76200" y="3514725"/>
                </a:lnTo>
                <a:lnTo>
                  <a:pt x="76200" y="3533775"/>
                </a:lnTo>
                <a:lnTo>
                  <a:pt x="66675" y="3533775"/>
                </a:lnTo>
                <a:close/>
                <a:moveTo>
                  <a:pt x="1714500" y="3514725"/>
                </a:moveTo>
                <a:lnTo>
                  <a:pt x="1724025" y="3514725"/>
                </a:lnTo>
                <a:lnTo>
                  <a:pt x="1724025" y="3524250"/>
                </a:lnTo>
                <a:lnTo>
                  <a:pt x="1714500" y="3524250"/>
                </a:lnTo>
                <a:close/>
                <a:moveTo>
                  <a:pt x="142875" y="3524250"/>
                </a:moveTo>
                <a:lnTo>
                  <a:pt x="152400" y="3524250"/>
                </a:lnTo>
                <a:lnTo>
                  <a:pt x="152400" y="3533775"/>
                </a:lnTo>
                <a:lnTo>
                  <a:pt x="142875" y="3533775"/>
                </a:lnTo>
                <a:close/>
                <a:moveTo>
                  <a:pt x="1781175" y="3533775"/>
                </a:moveTo>
                <a:lnTo>
                  <a:pt x="1790700" y="3533775"/>
                </a:lnTo>
                <a:lnTo>
                  <a:pt x="1790700" y="3552825"/>
                </a:lnTo>
                <a:lnTo>
                  <a:pt x="1781175" y="3552825"/>
                </a:lnTo>
                <a:close/>
                <a:moveTo>
                  <a:pt x="76200" y="3543300"/>
                </a:moveTo>
                <a:lnTo>
                  <a:pt x="85725" y="3543300"/>
                </a:lnTo>
                <a:lnTo>
                  <a:pt x="85725" y="3562350"/>
                </a:lnTo>
                <a:lnTo>
                  <a:pt x="76200" y="3562350"/>
                </a:lnTo>
                <a:close/>
                <a:moveTo>
                  <a:pt x="161925" y="3562350"/>
                </a:moveTo>
                <a:lnTo>
                  <a:pt x="171450" y="3562350"/>
                </a:lnTo>
                <a:lnTo>
                  <a:pt x="171450" y="3571875"/>
                </a:lnTo>
                <a:lnTo>
                  <a:pt x="161925" y="3571875"/>
                </a:lnTo>
                <a:close/>
                <a:moveTo>
                  <a:pt x="1771650" y="3562350"/>
                </a:moveTo>
                <a:lnTo>
                  <a:pt x="1781175" y="3562350"/>
                </a:lnTo>
                <a:lnTo>
                  <a:pt x="1781175" y="3571875"/>
                </a:lnTo>
                <a:lnTo>
                  <a:pt x="1771650" y="3571875"/>
                </a:lnTo>
                <a:close/>
                <a:moveTo>
                  <a:pt x="85725" y="3571875"/>
                </a:moveTo>
                <a:lnTo>
                  <a:pt x="95250" y="3571875"/>
                </a:lnTo>
                <a:lnTo>
                  <a:pt x="95250" y="3581400"/>
                </a:lnTo>
                <a:lnTo>
                  <a:pt x="85725" y="3581400"/>
                </a:lnTo>
                <a:close/>
                <a:moveTo>
                  <a:pt x="1685925" y="3571875"/>
                </a:moveTo>
                <a:lnTo>
                  <a:pt x="1695450" y="3571875"/>
                </a:lnTo>
                <a:lnTo>
                  <a:pt x="1695450" y="3581400"/>
                </a:lnTo>
                <a:lnTo>
                  <a:pt x="1685925" y="3581400"/>
                </a:lnTo>
                <a:close/>
                <a:moveTo>
                  <a:pt x="1762125" y="3581400"/>
                </a:moveTo>
                <a:lnTo>
                  <a:pt x="1771650" y="3581400"/>
                </a:lnTo>
                <a:lnTo>
                  <a:pt x="1771650" y="3590925"/>
                </a:lnTo>
                <a:lnTo>
                  <a:pt x="1762125" y="3590925"/>
                </a:lnTo>
                <a:close/>
                <a:moveTo>
                  <a:pt x="95250" y="3590925"/>
                </a:moveTo>
                <a:lnTo>
                  <a:pt x="104775" y="3590925"/>
                </a:lnTo>
                <a:lnTo>
                  <a:pt x="104775" y="3600450"/>
                </a:lnTo>
                <a:lnTo>
                  <a:pt x="95250" y="3600450"/>
                </a:lnTo>
                <a:close/>
                <a:moveTo>
                  <a:pt x="1752600" y="3600450"/>
                </a:moveTo>
                <a:lnTo>
                  <a:pt x="1762125" y="3600450"/>
                </a:lnTo>
                <a:lnTo>
                  <a:pt x="1762125" y="3609975"/>
                </a:lnTo>
                <a:lnTo>
                  <a:pt x="1752600" y="3609975"/>
                </a:lnTo>
                <a:close/>
                <a:moveTo>
                  <a:pt x="1743075" y="3609975"/>
                </a:moveTo>
                <a:lnTo>
                  <a:pt x="1752600" y="3609975"/>
                </a:lnTo>
                <a:lnTo>
                  <a:pt x="1752600" y="3619500"/>
                </a:lnTo>
                <a:lnTo>
                  <a:pt x="1743075" y="3619500"/>
                </a:lnTo>
                <a:close/>
                <a:moveTo>
                  <a:pt x="114300" y="3619500"/>
                </a:moveTo>
                <a:lnTo>
                  <a:pt x="123825" y="3619500"/>
                </a:lnTo>
                <a:lnTo>
                  <a:pt x="123825" y="3629025"/>
                </a:lnTo>
                <a:lnTo>
                  <a:pt x="114300" y="3629025"/>
                </a:lnTo>
                <a:close/>
                <a:moveTo>
                  <a:pt x="123825" y="3629025"/>
                </a:moveTo>
                <a:lnTo>
                  <a:pt x="133350" y="3629025"/>
                </a:lnTo>
                <a:lnTo>
                  <a:pt x="133350" y="3638550"/>
                </a:lnTo>
                <a:lnTo>
                  <a:pt x="123825" y="3638550"/>
                </a:lnTo>
                <a:close/>
                <a:moveTo>
                  <a:pt x="228600" y="3629025"/>
                </a:moveTo>
                <a:lnTo>
                  <a:pt x="238125" y="3629025"/>
                </a:lnTo>
                <a:lnTo>
                  <a:pt x="238125" y="3638550"/>
                </a:lnTo>
                <a:lnTo>
                  <a:pt x="228600" y="3638550"/>
                </a:lnTo>
                <a:close/>
                <a:moveTo>
                  <a:pt x="1628775" y="3629025"/>
                </a:moveTo>
                <a:lnTo>
                  <a:pt x="1638300" y="3629025"/>
                </a:lnTo>
                <a:lnTo>
                  <a:pt x="1638300" y="3638550"/>
                </a:lnTo>
                <a:lnTo>
                  <a:pt x="1628775" y="3638550"/>
                </a:lnTo>
                <a:close/>
                <a:moveTo>
                  <a:pt x="1733550" y="3629025"/>
                </a:moveTo>
                <a:lnTo>
                  <a:pt x="1743075" y="3629025"/>
                </a:lnTo>
                <a:lnTo>
                  <a:pt x="1743075" y="3638550"/>
                </a:lnTo>
                <a:lnTo>
                  <a:pt x="1733550" y="3638550"/>
                </a:lnTo>
                <a:close/>
                <a:moveTo>
                  <a:pt x="133350" y="3638550"/>
                </a:moveTo>
                <a:lnTo>
                  <a:pt x="142875" y="3638550"/>
                </a:lnTo>
                <a:lnTo>
                  <a:pt x="142875" y="3648075"/>
                </a:lnTo>
                <a:lnTo>
                  <a:pt x="133350" y="3648075"/>
                </a:lnTo>
                <a:close/>
                <a:moveTo>
                  <a:pt x="247650" y="3638550"/>
                </a:moveTo>
                <a:lnTo>
                  <a:pt x="257175" y="3638550"/>
                </a:lnTo>
                <a:lnTo>
                  <a:pt x="257175" y="3648075"/>
                </a:lnTo>
                <a:lnTo>
                  <a:pt x="247650" y="3648075"/>
                </a:lnTo>
                <a:close/>
                <a:moveTo>
                  <a:pt x="1724025" y="3638550"/>
                </a:moveTo>
                <a:lnTo>
                  <a:pt x="1733550" y="3638550"/>
                </a:lnTo>
                <a:lnTo>
                  <a:pt x="1733550" y="3648075"/>
                </a:lnTo>
                <a:lnTo>
                  <a:pt x="1724025" y="3648075"/>
                </a:lnTo>
                <a:close/>
                <a:moveTo>
                  <a:pt x="142875" y="3648075"/>
                </a:moveTo>
                <a:lnTo>
                  <a:pt x="152400" y="3648075"/>
                </a:lnTo>
                <a:lnTo>
                  <a:pt x="152400" y="3657600"/>
                </a:lnTo>
                <a:lnTo>
                  <a:pt x="142875" y="3657600"/>
                </a:lnTo>
                <a:close/>
                <a:moveTo>
                  <a:pt x="266700" y="3648075"/>
                </a:moveTo>
                <a:lnTo>
                  <a:pt x="276225" y="3648075"/>
                </a:lnTo>
                <a:lnTo>
                  <a:pt x="276225" y="3657600"/>
                </a:lnTo>
                <a:lnTo>
                  <a:pt x="266700" y="3657600"/>
                </a:lnTo>
                <a:close/>
                <a:moveTo>
                  <a:pt x="1590675" y="3648075"/>
                </a:moveTo>
                <a:lnTo>
                  <a:pt x="1600200" y="3648075"/>
                </a:lnTo>
                <a:lnTo>
                  <a:pt x="1600200" y="3657600"/>
                </a:lnTo>
                <a:lnTo>
                  <a:pt x="1590675" y="3657600"/>
                </a:lnTo>
                <a:close/>
                <a:moveTo>
                  <a:pt x="1714500" y="3648075"/>
                </a:moveTo>
                <a:lnTo>
                  <a:pt x="1724025" y="3648075"/>
                </a:lnTo>
                <a:lnTo>
                  <a:pt x="1724025" y="3657600"/>
                </a:lnTo>
                <a:lnTo>
                  <a:pt x="1714500" y="3657600"/>
                </a:lnTo>
                <a:close/>
                <a:moveTo>
                  <a:pt x="152400" y="3657600"/>
                </a:moveTo>
                <a:lnTo>
                  <a:pt x="161925" y="3657600"/>
                </a:lnTo>
                <a:lnTo>
                  <a:pt x="161925" y="3667125"/>
                </a:lnTo>
                <a:lnTo>
                  <a:pt x="152400" y="3667125"/>
                </a:lnTo>
                <a:close/>
                <a:moveTo>
                  <a:pt x="295275" y="3657600"/>
                </a:moveTo>
                <a:lnTo>
                  <a:pt x="304800" y="3657600"/>
                </a:lnTo>
                <a:lnTo>
                  <a:pt x="304800" y="3667125"/>
                </a:lnTo>
                <a:lnTo>
                  <a:pt x="295275" y="3667125"/>
                </a:lnTo>
                <a:close/>
                <a:moveTo>
                  <a:pt x="1562100" y="3657600"/>
                </a:moveTo>
                <a:lnTo>
                  <a:pt x="1571625" y="3657600"/>
                </a:lnTo>
                <a:lnTo>
                  <a:pt x="1571625" y="3667125"/>
                </a:lnTo>
                <a:lnTo>
                  <a:pt x="1562100" y="3667125"/>
                </a:lnTo>
                <a:close/>
                <a:moveTo>
                  <a:pt x="1704975" y="3657600"/>
                </a:moveTo>
                <a:lnTo>
                  <a:pt x="1714500" y="3657600"/>
                </a:lnTo>
                <a:lnTo>
                  <a:pt x="1714500" y="3667125"/>
                </a:lnTo>
                <a:lnTo>
                  <a:pt x="1704975" y="3667125"/>
                </a:lnTo>
                <a:close/>
                <a:moveTo>
                  <a:pt x="161925" y="3667125"/>
                </a:moveTo>
                <a:lnTo>
                  <a:pt x="171450" y="3667125"/>
                </a:lnTo>
                <a:lnTo>
                  <a:pt x="171450" y="3676650"/>
                </a:lnTo>
                <a:lnTo>
                  <a:pt x="161925" y="3676650"/>
                </a:lnTo>
                <a:close/>
                <a:moveTo>
                  <a:pt x="333375" y="3667125"/>
                </a:moveTo>
                <a:lnTo>
                  <a:pt x="352425" y="3667125"/>
                </a:lnTo>
                <a:lnTo>
                  <a:pt x="352425" y="3676650"/>
                </a:lnTo>
                <a:lnTo>
                  <a:pt x="333375" y="3676650"/>
                </a:lnTo>
                <a:close/>
                <a:moveTo>
                  <a:pt x="1514475" y="3667125"/>
                </a:moveTo>
                <a:lnTo>
                  <a:pt x="1533525" y="3667125"/>
                </a:lnTo>
                <a:lnTo>
                  <a:pt x="1533525" y="3676650"/>
                </a:lnTo>
                <a:lnTo>
                  <a:pt x="1514475" y="3676650"/>
                </a:lnTo>
                <a:close/>
                <a:moveTo>
                  <a:pt x="1695450" y="3667125"/>
                </a:moveTo>
                <a:lnTo>
                  <a:pt x="1704975" y="3667125"/>
                </a:lnTo>
                <a:lnTo>
                  <a:pt x="1704975" y="3676650"/>
                </a:lnTo>
                <a:lnTo>
                  <a:pt x="1695450" y="3676650"/>
                </a:lnTo>
                <a:close/>
                <a:moveTo>
                  <a:pt x="171450" y="3676650"/>
                </a:moveTo>
                <a:lnTo>
                  <a:pt x="180975" y="3676650"/>
                </a:lnTo>
                <a:lnTo>
                  <a:pt x="180975" y="3686175"/>
                </a:lnTo>
                <a:lnTo>
                  <a:pt x="171450" y="3686175"/>
                </a:lnTo>
                <a:close/>
                <a:moveTo>
                  <a:pt x="1685925" y="3676650"/>
                </a:moveTo>
                <a:lnTo>
                  <a:pt x="1695450" y="3676650"/>
                </a:lnTo>
                <a:lnTo>
                  <a:pt x="1695450" y="3686175"/>
                </a:lnTo>
                <a:lnTo>
                  <a:pt x="1685925" y="3686175"/>
                </a:lnTo>
                <a:close/>
                <a:moveTo>
                  <a:pt x="190500" y="3686175"/>
                </a:moveTo>
                <a:lnTo>
                  <a:pt x="200025" y="3686175"/>
                </a:lnTo>
                <a:lnTo>
                  <a:pt x="200025" y="3695700"/>
                </a:lnTo>
                <a:lnTo>
                  <a:pt x="190500" y="3695700"/>
                </a:lnTo>
                <a:close/>
                <a:moveTo>
                  <a:pt x="1666875" y="3686175"/>
                </a:moveTo>
                <a:lnTo>
                  <a:pt x="1676400" y="3686175"/>
                </a:lnTo>
                <a:lnTo>
                  <a:pt x="1676400" y="3695700"/>
                </a:lnTo>
                <a:lnTo>
                  <a:pt x="1666875" y="3695700"/>
                </a:lnTo>
                <a:close/>
                <a:moveTo>
                  <a:pt x="200025" y="3695700"/>
                </a:moveTo>
                <a:lnTo>
                  <a:pt x="209550" y="3695700"/>
                </a:lnTo>
                <a:lnTo>
                  <a:pt x="209550" y="3705225"/>
                </a:lnTo>
                <a:lnTo>
                  <a:pt x="200025" y="3705225"/>
                </a:lnTo>
                <a:close/>
                <a:moveTo>
                  <a:pt x="1657350" y="3695700"/>
                </a:moveTo>
                <a:lnTo>
                  <a:pt x="1666875" y="3695700"/>
                </a:lnTo>
                <a:lnTo>
                  <a:pt x="1666875" y="3705225"/>
                </a:lnTo>
                <a:lnTo>
                  <a:pt x="1657350" y="3705225"/>
                </a:lnTo>
                <a:close/>
                <a:moveTo>
                  <a:pt x="219075" y="3705225"/>
                </a:moveTo>
                <a:lnTo>
                  <a:pt x="228600" y="3705225"/>
                </a:lnTo>
                <a:lnTo>
                  <a:pt x="228600" y="3714750"/>
                </a:lnTo>
                <a:lnTo>
                  <a:pt x="219075" y="3714750"/>
                </a:lnTo>
                <a:close/>
                <a:moveTo>
                  <a:pt x="1638300" y="3705225"/>
                </a:moveTo>
                <a:lnTo>
                  <a:pt x="1647825" y="3705225"/>
                </a:lnTo>
                <a:lnTo>
                  <a:pt x="1647825" y="3714750"/>
                </a:lnTo>
                <a:lnTo>
                  <a:pt x="1638300" y="3714750"/>
                </a:lnTo>
                <a:close/>
                <a:moveTo>
                  <a:pt x="238125" y="3714750"/>
                </a:moveTo>
                <a:lnTo>
                  <a:pt x="247650" y="3714750"/>
                </a:lnTo>
                <a:lnTo>
                  <a:pt x="247650" y="3724275"/>
                </a:lnTo>
                <a:lnTo>
                  <a:pt x="238125" y="3724275"/>
                </a:lnTo>
                <a:close/>
                <a:moveTo>
                  <a:pt x="1609725" y="3714750"/>
                </a:moveTo>
                <a:lnTo>
                  <a:pt x="1628775" y="3714750"/>
                </a:lnTo>
                <a:lnTo>
                  <a:pt x="1628775" y="3724275"/>
                </a:lnTo>
                <a:lnTo>
                  <a:pt x="1609725" y="3724275"/>
                </a:lnTo>
                <a:close/>
                <a:moveTo>
                  <a:pt x="257175" y="3724275"/>
                </a:moveTo>
                <a:lnTo>
                  <a:pt x="276225" y="3724275"/>
                </a:lnTo>
                <a:lnTo>
                  <a:pt x="276225" y="3733800"/>
                </a:lnTo>
                <a:lnTo>
                  <a:pt x="257175" y="3733800"/>
                </a:lnTo>
                <a:close/>
                <a:moveTo>
                  <a:pt x="1581150" y="3724275"/>
                </a:moveTo>
                <a:lnTo>
                  <a:pt x="1600200" y="3724275"/>
                </a:lnTo>
                <a:lnTo>
                  <a:pt x="1600200" y="3733800"/>
                </a:lnTo>
                <a:lnTo>
                  <a:pt x="1581150" y="3733800"/>
                </a:lnTo>
                <a:close/>
                <a:moveTo>
                  <a:pt x="295275" y="3733800"/>
                </a:moveTo>
                <a:lnTo>
                  <a:pt x="314325" y="3733800"/>
                </a:lnTo>
                <a:lnTo>
                  <a:pt x="314325" y="3743325"/>
                </a:lnTo>
                <a:lnTo>
                  <a:pt x="295275" y="3743325"/>
                </a:lnTo>
                <a:close/>
                <a:moveTo>
                  <a:pt x="1543050" y="3733800"/>
                </a:moveTo>
                <a:lnTo>
                  <a:pt x="1571625" y="3733800"/>
                </a:lnTo>
                <a:lnTo>
                  <a:pt x="1571625" y="3743325"/>
                </a:lnTo>
                <a:lnTo>
                  <a:pt x="1543050" y="3743325"/>
                </a:lnTo>
                <a:close/>
                <a:moveTo>
                  <a:pt x="333375" y="3743325"/>
                </a:moveTo>
                <a:lnTo>
                  <a:pt x="485775" y="3743325"/>
                </a:lnTo>
                <a:lnTo>
                  <a:pt x="485775" y="3752850"/>
                </a:lnTo>
                <a:lnTo>
                  <a:pt x="333375" y="3752850"/>
                </a:lnTo>
                <a:close/>
                <a:moveTo>
                  <a:pt x="523875" y="3743325"/>
                </a:moveTo>
                <a:lnTo>
                  <a:pt x="571500" y="3743325"/>
                </a:lnTo>
                <a:lnTo>
                  <a:pt x="571500" y="3752850"/>
                </a:lnTo>
                <a:lnTo>
                  <a:pt x="523875" y="3752850"/>
                </a:lnTo>
                <a:close/>
                <a:moveTo>
                  <a:pt x="590550" y="3743325"/>
                </a:moveTo>
                <a:lnTo>
                  <a:pt x="1524000" y="3743325"/>
                </a:lnTo>
                <a:lnTo>
                  <a:pt x="1524000" y="3752850"/>
                </a:lnTo>
                <a:lnTo>
                  <a:pt x="590550" y="3752850"/>
                </a:lnTo>
                <a:close/>
              </a:path>
            </a:pathLst>
          </a:custGeom>
          <a:solidFill xmlns:a="http://schemas.openxmlformats.org/drawingml/2006/main">
            <a:srgbClr val="787F73"/>
          </a:solidFill>
          <a:ln xmlns:a="http://schemas.openxmlformats.org/drawingml/2006/main" w="0">
            <a:noFill/>
          </a:ln>
        </p:spPr>
      </p:sp>
      <p:sp>
        <p:nvSpPr>
          <p:cNvPr id="54" name="profit vector #35463b">
            <a:extLst xmlns:a="http://schemas.openxmlformats.org/drawingml/2006/main">
              <a:ext uri="{FF2B5EF4-FFF2-40B4-BE49-F238E27FC236}">
                <a16:creationId xmlns:a16="http://schemas.microsoft.com/office/drawing/2014/main" id="{28A71422-9419-420B-A70A-16EBA877BFB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29825" y="1447800"/>
            <a:ext cx="2200275" cy="4467225"/>
          </a:xfrm>
          <a:custGeom xmlns:a="http://schemas.openxmlformats.org/drawingml/2006/main">
            <a:pathLst>
              <a:path w="1866900" h="3790950">
                <a:moveTo>
                  <a:pt x="361950" y="57150"/>
                </a:moveTo>
                <a:lnTo>
                  <a:pt x="1485900" y="57150"/>
                </a:lnTo>
                <a:lnTo>
                  <a:pt x="1485900" y="66675"/>
                </a:lnTo>
                <a:lnTo>
                  <a:pt x="361950" y="66675"/>
                </a:lnTo>
                <a:close/>
                <a:moveTo>
                  <a:pt x="295275" y="66675"/>
                </a:moveTo>
                <a:lnTo>
                  <a:pt x="342900" y="66675"/>
                </a:lnTo>
                <a:lnTo>
                  <a:pt x="342900" y="76200"/>
                </a:lnTo>
                <a:lnTo>
                  <a:pt x="295275" y="76200"/>
                </a:lnTo>
                <a:close/>
                <a:moveTo>
                  <a:pt x="1504950" y="66675"/>
                </a:moveTo>
                <a:lnTo>
                  <a:pt x="1552575" y="66675"/>
                </a:lnTo>
                <a:lnTo>
                  <a:pt x="1552575" y="76200"/>
                </a:lnTo>
                <a:lnTo>
                  <a:pt x="1504950" y="76200"/>
                </a:lnTo>
                <a:close/>
                <a:moveTo>
                  <a:pt x="266700" y="76200"/>
                </a:moveTo>
                <a:lnTo>
                  <a:pt x="285750" y="76200"/>
                </a:lnTo>
                <a:lnTo>
                  <a:pt x="285750" y="85725"/>
                </a:lnTo>
                <a:lnTo>
                  <a:pt x="266700" y="85725"/>
                </a:lnTo>
                <a:close/>
                <a:moveTo>
                  <a:pt x="1562100" y="76200"/>
                </a:moveTo>
                <a:lnTo>
                  <a:pt x="1590675" y="76200"/>
                </a:lnTo>
                <a:lnTo>
                  <a:pt x="1590675" y="85725"/>
                </a:lnTo>
                <a:lnTo>
                  <a:pt x="1562100" y="85725"/>
                </a:lnTo>
                <a:close/>
                <a:moveTo>
                  <a:pt x="238125" y="85725"/>
                </a:moveTo>
                <a:lnTo>
                  <a:pt x="257175" y="85725"/>
                </a:lnTo>
                <a:lnTo>
                  <a:pt x="257175" y="95250"/>
                </a:lnTo>
                <a:lnTo>
                  <a:pt x="238125" y="95250"/>
                </a:lnTo>
                <a:close/>
                <a:moveTo>
                  <a:pt x="1600200" y="85725"/>
                </a:moveTo>
                <a:lnTo>
                  <a:pt x="1619250" y="85725"/>
                </a:lnTo>
                <a:lnTo>
                  <a:pt x="1619250" y="95250"/>
                </a:lnTo>
                <a:lnTo>
                  <a:pt x="1600200" y="95250"/>
                </a:lnTo>
                <a:close/>
                <a:moveTo>
                  <a:pt x="219075" y="95250"/>
                </a:moveTo>
                <a:lnTo>
                  <a:pt x="228600" y="95250"/>
                </a:lnTo>
                <a:lnTo>
                  <a:pt x="228600" y="104775"/>
                </a:lnTo>
                <a:lnTo>
                  <a:pt x="219075" y="104775"/>
                </a:lnTo>
                <a:close/>
                <a:moveTo>
                  <a:pt x="1628775" y="95250"/>
                </a:moveTo>
                <a:lnTo>
                  <a:pt x="1638300" y="95250"/>
                </a:lnTo>
                <a:lnTo>
                  <a:pt x="1638300" y="104775"/>
                </a:lnTo>
                <a:lnTo>
                  <a:pt x="1628775" y="104775"/>
                </a:lnTo>
                <a:close/>
                <a:moveTo>
                  <a:pt x="200025" y="104775"/>
                </a:moveTo>
                <a:lnTo>
                  <a:pt x="209550" y="104775"/>
                </a:lnTo>
                <a:lnTo>
                  <a:pt x="209550" y="114300"/>
                </a:lnTo>
                <a:lnTo>
                  <a:pt x="200025" y="114300"/>
                </a:lnTo>
                <a:close/>
                <a:moveTo>
                  <a:pt x="1638300" y="104775"/>
                </a:moveTo>
                <a:lnTo>
                  <a:pt x="1657350" y="104775"/>
                </a:lnTo>
                <a:lnTo>
                  <a:pt x="1657350" y="114300"/>
                </a:lnTo>
                <a:lnTo>
                  <a:pt x="1638300" y="114300"/>
                </a:lnTo>
                <a:close/>
                <a:moveTo>
                  <a:pt x="190500" y="114300"/>
                </a:moveTo>
                <a:lnTo>
                  <a:pt x="200025" y="114300"/>
                </a:lnTo>
                <a:lnTo>
                  <a:pt x="200025" y="123825"/>
                </a:lnTo>
                <a:lnTo>
                  <a:pt x="190500" y="123825"/>
                </a:lnTo>
                <a:close/>
                <a:moveTo>
                  <a:pt x="1657350" y="114300"/>
                </a:moveTo>
                <a:lnTo>
                  <a:pt x="1676400" y="114300"/>
                </a:lnTo>
                <a:lnTo>
                  <a:pt x="1676400" y="123825"/>
                </a:lnTo>
                <a:lnTo>
                  <a:pt x="1657350" y="123825"/>
                </a:lnTo>
                <a:close/>
                <a:moveTo>
                  <a:pt x="171450" y="123825"/>
                </a:moveTo>
                <a:lnTo>
                  <a:pt x="180975" y="123825"/>
                </a:lnTo>
                <a:lnTo>
                  <a:pt x="180975" y="133350"/>
                </a:lnTo>
                <a:lnTo>
                  <a:pt x="171450" y="133350"/>
                </a:lnTo>
                <a:close/>
                <a:moveTo>
                  <a:pt x="323850" y="123825"/>
                </a:moveTo>
                <a:lnTo>
                  <a:pt x="333375" y="123825"/>
                </a:lnTo>
                <a:lnTo>
                  <a:pt x="333375" y="133350"/>
                </a:lnTo>
                <a:lnTo>
                  <a:pt x="323850" y="133350"/>
                </a:lnTo>
                <a:close/>
                <a:moveTo>
                  <a:pt x="1524000" y="123825"/>
                </a:moveTo>
                <a:lnTo>
                  <a:pt x="1543050" y="123825"/>
                </a:lnTo>
                <a:lnTo>
                  <a:pt x="1543050" y="133350"/>
                </a:lnTo>
                <a:lnTo>
                  <a:pt x="1524000" y="133350"/>
                </a:lnTo>
                <a:close/>
                <a:moveTo>
                  <a:pt x="1676400" y="123825"/>
                </a:moveTo>
                <a:lnTo>
                  <a:pt x="1685925" y="123825"/>
                </a:lnTo>
                <a:lnTo>
                  <a:pt x="1685925" y="133350"/>
                </a:lnTo>
                <a:lnTo>
                  <a:pt x="1676400" y="133350"/>
                </a:lnTo>
                <a:close/>
                <a:moveTo>
                  <a:pt x="161925" y="133350"/>
                </a:moveTo>
                <a:lnTo>
                  <a:pt x="171450" y="133350"/>
                </a:lnTo>
                <a:lnTo>
                  <a:pt x="171450" y="142875"/>
                </a:lnTo>
                <a:lnTo>
                  <a:pt x="161925" y="142875"/>
                </a:lnTo>
                <a:close/>
                <a:moveTo>
                  <a:pt x="1571625" y="133350"/>
                </a:moveTo>
                <a:lnTo>
                  <a:pt x="1581150" y="133350"/>
                </a:lnTo>
                <a:lnTo>
                  <a:pt x="1581150" y="142875"/>
                </a:lnTo>
                <a:lnTo>
                  <a:pt x="1571625" y="142875"/>
                </a:lnTo>
                <a:close/>
                <a:moveTo>
                  <a:pt x="1685925" y="133350"/>
                </a:moveTo>
                <a:lnTo>
                  <a:pt x="1695450" y="133350"/>
                </a:lnTo>
                <a:lnTo>
                  <a:pt x="1695450" y="142875"/>
                </a:lnTo>
                <a:lnTo>
                  <a:pt x="1685925" y="142875"/>
                </a:lnTo>
                <a:close/>
                <a:moveTo>
                  <a:pt x="152400" y="142875"/>
                </a:moveTo>
                <a:lnTo>
                  <a:pt x="161925" y="142875"/>
                </a:lnTo>
                <a:lnTo>
                  <a:pt x="161925" y="152400"/>
                </a:lnTo>
                <a:lnTo>
                  <a:pt x="152400" y="152400"/>
                </a:lnTo>
                <a:close/>
                <a:moveTo>
                  <a:pt x="142875" y="152400"/>
                </a:moveTo>
                <a:lnTo>
                  <a:pt x="152400" y="152400"/>
                </a:lnTo>
                <a:lnTo>
                  <a:pt x="152400" y="161925"/>
                </a:lnTo>
                <a:lnTo>
                  <a:pt x="142875" y="161925"/>
                </a:lnTo>
                <a:close/>
                <a:moveTo>
                  <a:pt x="133350" y="161925"/>
                </a:moveTo>
                <a:lnTo>
                  <a:pt x="142875" y="161925"/>
                </a:lnTo>
                <a:lnTo>
                  <a:pt x="142875" y="171450"/>
                </a:lnTo>
                <a:lnTo>
                  <a:pt x="133350" y="171450"/>
                </a:lnTo>
                <a:close/>
                <a:moveTo>
                  <a:pt x="1714500" y="161925"/>
                </a:moveTo>
                <a:lnTo>
                  <a:pt x="1724025" y="161925"/>
                </a:lnTo>
                <a:lnTo>
                  <a:pt x="1724025" y="171450"/>
                </a:lnTo>
                <a:lnTo>
                  <a:pt x="1714500" y="171450"/>
                </a:lnTo>
                <a:close/>
                <a:moveTo>
                  <a:pt x="123825" y="171450"/>
                </a:moveTo>
                <a:lnTo>
                  <a:pt x="133350" y="171450"/>
                </a:lnTo>
                <a:lnTo>
                  <a:pt x="133350" y="180975"/>
                </a:lnTo>
                <a:lnTo>
                  <a:pt x="123825" y="180975"/>
                </a:lnTo>
                <a:close/>
                <a:moveTo>
                  <a:pt x="1724025" y="171450"/>
                </a:moveTo>
                <a:lnTo>
                  <a:pt x="1733550" y="171450"/>
                </a:lnTo>
                <a:lnTo>
                  <a:pt x="1733550" y="180975"/>
                </a:lnTo>
                <a:lnTo>
                  <a:pt x="1724025" y="180975"/>
                </a:lnTo>
                <a:close/>
                <a:moveTo>
                  <a:pt x="200025" y="180975"/>
                </a:moveTo>
                <a:lnTo>
                  <a:pt x="209550" y="180975"/>
                </a:lnTo>
                <a:lnTo>
                  <a:pt x="209550" y="190500"/>
                </a:lnTo>
                <a:lnTo>
                  <a:pt x="200025" y="190500"/>
                </a:lnTo>
                <a:close/>
                <a:moveTo>
                  <a:pt x="1123950" y="180975"/>
                </a:moveTo>
                <a:lnTo>
                  <a:pt x="1133475" y="180975"/>
                </a:lnTo>
                <a:lnTo>
                  <a:pt x="1133475" y="190500"/>
                </a:lnTo>
                <a:lnTo>
                  <a:pt x="1123950" y="190500"/>
                </a:lnTo>
                <a:close/>
                <a:moveTo>
                  <a:pt x="1733550" y="180975"/>
                </a:moveTo>
                <a:lnTo>
                  <a:pt x="1743075" y="180975"/>
                </a:lnTo>
                <a:lnTo>
                  <a:pt x="1743075" y="190500"/>
                </a:lnTo>
                <a:lnTo>
                  <a:pt x="1733550" y="190500"/>
                </a:lnTo>
                <a:close/>
                <a:moveTo>
                  <a:pt x="114300" y="190500"/>
                </a:moveTo>
                <a:lnTo>
                  <a:pt x="123825" y="190500"/>
                </a:lnTo>
                <a:lnTo>
                  <a:pt x="123825" y="200025"/>
                </a:lnTo>
                <a:lnTo>
                  <a:pt x="114300" y="200025"/>
                </a:lnTo>
                <a:close/>
                <a:moveTo>
                  <a:pt x="190500" y="190500"/>
                </a:moveTo>
                <a:lnTo>
                  <a:pt x="200025" y="190500"/>
                </a:lnTo>
                <a:lnTo>
                  <a:pt x="200025" y="200025"/>
                </a:lnTo>
                <a:lnTo>
                  <a:pt x="190500" y="200025"/>
                </a:lnTo>
                <a:close/>
                <a:moveTo>
                  <a:pt x="104775" y="200025"/>
                </a:moveTo>
                <a:lnTo>
                  <a:pt x="114300" y="200025"/>
                </a:lnTo>
                <a:lnTo>
                  <a:pt x="114300" y="209550"/>
                </a:lnTo>
                <a:lnTo>
                  <a:pt x="104775" y="209550"/>
                </a:lnTo>
                <a:close/>
                <a:moveTo>
                  <a:pt x="180975" y="200025"/>
                </a:moveTo>
                <a:lnTo>
                  <a:pt x="190500" y="200025"/>
                </a:lnTo>
                <a:lnTo>
                  <a:pt x="190500" y="209550"/>
                </a:lnTo>
                <a:lnTo>
                  <a:pt x="180975" y="209550"/>
                </a:lnTo>
                <a:close/>
                <a:moveTo>
                  <a:pt x="1743075" y="200025"/>
                </a:moveTo>
                <a:lnTo>
                  <a:pt x="1752600" y="200025"/>
                </a:lnTo>
                <a:lnTo>
                  <a:pt x="1752600" y="209550"/>
                </a:lnTo>
                <a:lnTo>
                  <a:pt x="1743075" y="209550"/>
                </a:lnTo>
                <a:close/>
                <a:moveTo>
                  <a:pt x="1752600" y="209550"/>
                </a:moveTo>
                <a:lnTo>
                  <a:pt x="1762125" y="209550"/>
                </a:lnTo>
                <a:lnTo>
                  <a:pt x="1762125" y="228600"/>
                </a:lnTo>
                <a:lnTo>
                  <a:pt x="1752600" y="228600"/>
                </a:lnTo>
                <a:close/>
                <a:moveTo>
                  <a:pt x="95250" y="219075"/>
                </a:moveTo>
                <a:lnTo>
                  <a:pt x="104775" y="219075"/>
                </a:lnTo>
                <a:lnTo>
                  <a:pt x="104775" y="228600"/>
                </a:lnTo>
                <a:lnTo>
                  <a:pt x="95250" y="228600"/>
                </a:lnTo>
                <a:close/>
                <a:moveTo>
                  <a:pt x="1171575" y="219075"/>
                </a:moveTo>
                <a:lnTo>
                  <a:pt x="1181100" y="219075"/>
                </a:lnTo>
                <a:lnTo>
                  <a:pt x="1181100" y="228600"/>
                </a:lnTo>
                <a:lnTo>
                  <a:pt x="1171575" y="228600"/>
                </a:lnTo>
                <a:close/>
                <a:moveTo>
                  <a:pt x="1685925" y="219075"/>
                </a:moveTo>
                <a:lnTo>
                  <a:pt x="1695450" y="219075"/>
                </a:lnTo>
                <a:lnTo>
                  <a:pt x="1695450" y="228600"/>
                </a:lnTo>
                <a:lnTo>
                  <a:pt x="1685925" y="228600"/>
                </a:lnTo>
                <a:close/>
                <a:moveTo>
                  <a:pt x="85725" y="238125"/>
                </a:moveTo>
                <a:lnTo>
                  <a:pt x="95250" y="238125"/>
                </a:lnTo>
                <a:lnTo>
                  <a:pt x="95250" y="257175"/>
                </a:lnTo>
                <a:lnTo>
                  <a:pt x="85725" y="257175"/>
                </a:lnTo>
                <a:close/>
                <a:moveTo>
                  <a:pt x="1762125" y="238125"/>
                </a:moveTo>
                <a:lnTo>
                  <a:pt x="1771650" y="238125"/>
                </a:lnTo>
                <a:lnTo>
                  <a:pt x="1771650" y="247650"/>
                </a:lnTo>
                <a:lnTo>
                  <a:pt x="1762125" y="247650"/>
                </a:lnTo>
                <a:close/>
                <a:moveTo>
                  <a:pt x="142875" y="257175"/>
                </a:moveTo>
                <a:lnTo>
                  <a:pt x="152400" y="257175"/>
                </a:lnTo>
                <a:lnTo>
                  <a:pt x="152400" y="266700"/>
                </a:lnTo>
                <a:lnTo>
                  <a:pt x="142875" y="266700"/>
                </a:lnTo>
                <a:close/>
                <a:moveTo>
                  <a:pt x="361950" y="257175"/>
                </a:moveTo>
                <a:lnTo>
                  <a:pt x="371475" y="257175"/>
                </a:lnTo>
                <a:lnTo>
                  <a:pt x="371475" y="266700"/>
                </a:lnTo>
                <a:lnTo>
                  <a:pt x="361950" y="266700"/>
                </a:lnTo>
                <a:close/>
                <a:moveTo>
                  <a:pt x="1419225" y="257175"/>
                </a:moveTo>
                <a:lnTo>
                  <a:pt x="1428750" y="257175"/>
                </a:lnTo>
                <a:lnTo>
                  <a:pt x="1428750" y="266700"/>
                </a:lnTo>
                <a:lnTo>
                  <a:pt x="1419225" y="266700"/>
                </a:lnTo>
                <a:close/>
                <a:moveTo>
                  <a:pt x="1771650" y="257175"/>
                </a:moveTo>
                <a:lnTo>
                  <a:pt x="1781175" y="257175"/>
                </a:lnTo>
                <a:lnTo>
                  <a:pt x="1781175" y="276225"/>
                </a:lnTo>
                <a:lnTo>
                  <a:pt x="1771650" y="276225"/>
                </a:lnTo>
                <a:close/>
                <a:moveTo>
                  <a:pt x="76200" y="266700"/>
                </a:moveTo>
                <a:lnTo>
                  <a:pt x="85725" y="266700"/>
                </a:lnTo>
                <a:lnTo>
                  <a:pt x="85725" y="285750"/>
                </a:lnTo>
                <a:lnTo>
                  <a:pt x="76200" y="285750"/>
                </a:lnTo>
                <a:close/>
                <a:moveTo>
                  <a:pt x="1171575" y="276225"/>
                </a:moveTo>
                <a:lnTo>
                  <a:pt x="1181100" y="276225"/>
                </a:lnTo>
                <a:lnTo>
                  <a:pt x="1181100" y="285750"/>
                </a:lnTo>
                <a:lnTo>
                  <a:pt x="1171575" y="285750"/>
                </a:lnTo>
                <a:close/>
                <a:moveTo>
                  <a:pt x="685800" y="285750"/>
                </a:moveTo>
                <a:lnTo>
                  <a:pt x="695325" y="285750"/>
                </a:lnTo>
                <a:lnTo>
                  <a:pt x="695325" y="295275"/>
                </a:lnTo>
                <a:lnTo>
                  <a:pt x="685800" y="295275"/>
                </a:lnTo>
                <a:close/>
                <a:moveTo>
                  <a:pt x="1781175" y="285750"/>
                </a:moveTo>
                <a:lnTo>
                  <a:pt x="1790700" y="285750"/>
                </a:lnTo>
                <a:lnTo>
                  <a:pt x="1790700" y="304800"/>
                </a:lnTo>
                <a:lnTo>
                  <a:pt x="1781175" y="304800"/>
                </a:lnTo>
                <a:close/>
                <a:moveTo>
                  <a:pt x="66675" y="295275"/>
                </a:moveTo>
                <a:lnTo>
                  <a:pt x="76200" y="295275"/>
                </a:lnTo>
                <a:lnTo>
                  <a:pt x="76200" y="323850"/>
                </a:lnTo>
                <a:lnTo>
                  <a:pt x="66675" y="323850"/>
                </a:lnTo>
                <a:close/>
                <a:moveTo>
                  <a:pt x="1162050" y="295275"/>
                </a:moveTo>
                <a:lnTo>
                  <a:pt x="1171575" y="295275"/>
                </a:lnTo>
                <a:lnTo>
                  <a:pt x="1171575" y="304800"/>
                </a:lnTo>
                <a:lnTo>
                  <a:pt x="1162050" y="304800"/>
                </a:lnTo>
                <a:close/>
                <a:moveTo>
                  <a:pt x="1152525" y="304800"/>
                </a:moveTo>
                <a:lnTo>
                  <a:pt x="1162050" y="304800"/>
                </a:lnTo>
                <a:lnTo>
                  <a:pt x="1162050" y="314325"/>
                </a:lnTo>
                <a:lnTo>
                  <a:pt x="1152525" y="314325"/>
                </a:lnTo>
                <a:close/>
                <a:moveTo>
                  <a:pt x="1724025" y="304800"/>
                </a:moveTo>
                <a:lnTo>
                  <a:pt x="1733550" y="304800"/>
                </a:lnTo>
                <a:lnTo>
                  <a:pt x="1733550" y="314325"/>
                </a:lnTo>
                <a:lnTo>
                  <a:pt x="1724025" y="314325"/>
                </a:lnTo>
                <a:close/>
                <a:moveTo>
                  <a:pt x="123825" y="314325"/>
                </a:moveTo>
                <a:lnTo>
                  <a:pt x="133350" y="314325"/>
                </a:lnTo>
                <a:lnTo>
                  <a:pt x="133350" y="333375"/>
                </a:lnTo>
                <a:lnTo>
                  <a:pt x="123825" y="333375"/>
                </a:lnTo>
                <a:close/>
                <a:moveTo>
                  <a:pt x="714375" y="314325"/>
                </a:moveTo>
                <a:lnTo>
                  <a:pt x="723900" y="314325"/>
                </a:lnTo>
                <a:lnTo>
                  <a:pt x="723900" y="323850"/>
                </a:lnTo>
                <a:lnTo>
                  <a:pt x="714375" y="323850"/>
                </a:lnTo>
                <a:close/>
                <a:moveTo>
                  <a:pt x="742950" y="323850"/>
                </a:moveTo>
                <a:lnTo>
                  <a:pt x="1114425" y="323850"/>
                </a:lnTo>
                <a:lnTo>
                  <a:pt x="1114425" y="333375"/>
                </a:lnTo>
                <a:lnTo>
                  <a:pt x="742950" y="333375"/>
                </a:lnTo>
                <a:close/>
                <a:moveTo>
                  <a:pt x="1790700" y="333375"/>
                </a:moveTo>
                <a:lnTo>
                  <a:pt x="1800225" y="333375"/>
                </a:lnTo>
                <a:lnTo>
                  <a:pt x="1800225" y="361950"/>
                </a:lnTo>
                <a:lnTo>
                  <a:pt x="1790700" y="361950"/>
                </a:lnTo>
                <a:close/>
                <a:moveTo>
                  <a:pt x="57150" y="352425"/>
                </a:moveTo>
                <a:lnTo>
                  <a:pt x="66675" y="352425"/>
                </a:lnTo>
                <a:lnTo>
                  <a:pt x="66675" y="704850"/>
                </a:lnTo>
                <a:lnTo>
                  <a:pt x="76200" y="704850"/>
                </a:lnTo>
                <a:lnTo>
                  <a:pt x="76200" y="790575"/>
                </a:lnTo>
                <a:lnTo>
                  <a:pt x="66675" y="790575"/>
                </a:lnTo>
                <a:lnTo>
                  <a:pt x="66675" y="923925"/>
                </a:lnTo>
                <a:lnTo>
                  <a:pt x="76200" y="923925"/>
                </a:lnTo>
                <a:lnTo>
                  <a:pt x="76200" y="1038225"/>
                </a:lnTo>
                <a:lnTo>
                  <a:pt x="66675" y="1038225"/>
                </a:lnTo>
                <a:lnTo>
                  <a:pt x="66675" y="1152525"/>
                </a:lnTo>
                <a:lnTo>
                  <a:pt x="76200" y="1152525"/>
                </a:lnTo>
                <a:lnTo>
                  <a:pt x="76200" y="1200150"/>
                </a:lnTo>
                <a:lnTo>
                  <a:pt x="66675" y="1200150"/>
                </a:lnTo>
                <a:lnTo>
                  <a:pt x="66675" y="1228725"/>
                </a:lnTo>
                <a:lnTo>
                  <a:pt x="76200" y="1228725"/>
                </a:lnTo>
                <a:lnTo>
                  <a:pt x="76200" y="1323975"/>
                </a:lnTo>
                <a:lnTo>
                  <a:pt x="66675" y="1323975"/>
                </a:lnTo>
                <a:lnTo>
                  <a:pt x="66675" y="1609725"/>
                </a:lnTo>
                <a:lnTo>
                  <a:pt x="76200" y="1609725"/>
                </a:lnTo>
                <a:lnTo>
                  <a:pt x="76200" y="1714500"/>
                </a:lnTo>
                <a:lnTo>
                  <a:pt x="66675" y="1714500"/>
                </a:lnTo>
                <a:lnTo>
                  <a:pt x="66675" y="3409950"/>
                </a:lnTo>
                <a:lnTo>
                  <a:pt x="76200" y="3409950"/>
                </a:lnTo>
                <a:lnTo>
                  <a:pt x="76200" y="3467100"/>
                </a:lnTo>
                <a:lnTo>
                  <a:pt x="66675" y="3467100"/>
                </a:lnTo>
                <a:lnTo>
                  <a:pt x="66675" y="3457575"/>
                </a:lnTo>
                <a:lnTo>
                  <a:pt x="57150" y="3457575"/>
                </a:lnTo>
                <a:lnTo>
                  <a:pt x="57150" y="1543050"/>
                </a:lnTo>
                <a:lnTo>
                  <a:pt x="47625" y="1543050"/>
                </a:lnTo>
                <a:lnTo>
                  <a:pt x="47625" y="1524000"/>
                </a:lnTo>
                <a:lnTo>
                  <a:pt x="38100" y="1524000"/>
                </a:lnTo>
                <a:lnTo>
                  <a:pt x="38100" y="1285875"/>
                </a:lnTo>
                <a:lnTo>
                  <a:pt x="47625" y="1285875"/>
                </a:lnTo>
                <a:lnTo>
                  <a:pt x="47625" y="1266825"/>
                </a:lnTo>
                <a:lnTo>
                  <a:pt x="57150" y="1266825"/>
                </a:lnTo>
                <a:lnTo>
                  <a:pt x="57150" y="1219200"/>
                </a:lnTo>
                <a:lnTo>
                  <a:pt x="47625" y="1219200"/>
                </a:lnTo>
                <a:lnTo>
                  <a:pt x="47625" y="1200150"/>
                </a:lnTo>
                <a:lnTo>
                  <a:pt x="38100" y="1200150"/>
                </a:lnTo>
                <a:lnTo>
                  <a:pt x="38100" y="971550"/>
                </a:lnTo>
                <a:lnTo>
                  <a:pt x="47625" y="971550"/>
                </a:lnTo>
                <a:lnTo>
                  <a:pt x="47625" y="952500"/>
                </a:lnTo>
                <a:lnTo>
                  <a:pt x="57150" y="952500"/>
                </a:lnTo>
                <a:lnTo>
                  <a:pt x="57150" y="847725"/>
                </a:lnTo>
                <a:lnTo>
                  <a:pt x="47625" y="847725"/>
                </a:lnTo>
                <a:lnTo>
                  <a:pt x="47625" y="828675"/>
                </a:lnTo>
                <a:lnTo>
                  <a:pt x="38100" y="828675"/>
                </a:lnTo>
                <a:lnTo>
                  <a:pt x="38100" y="723900"/>
                </a:lnTo>
                <a:lnTo>
                  <a:pt x="47625" y="723900"/>
                </a:lnTo>
                <a:lnTo>
                  <a:pt x="47625" y="704850"/>
                </a:lnTo>
                <a:lnTo>
                  <a:pt x="57150" y="704850"/>
                </a:lnTo>
                <a:close/>
                <a:moveTo>
                  <a:pt x="1733550" y="352425"/>
                </a:moveTo>
                <a:lnTo>
                  <a:pt x="1743075" y="352425"/>
                </a:lnTo>
                <a:lnTo>
                  <a:pt x="1743075" y="371475"/>
                </a:lnTo>
                <a:lnTo>
                  <a:pt x="1733550" y="371475"/>
                </a:lnTo>
                <a:close/>
                <a:moveTo>
                  <a:pt x="114300" y="419100"/>
                </a:moveTo>
                <a:lnTo>
                  <a:pt x="123825" y="419100"/>
                </a:lnTo>
                <a:lnTo>
                  <a:pt x="123825" y="2771775"/>
                </a:lnTo>
                <a:lnTo>
                  <a:pt x="114300" y="2771775"/>
                </a:lnTo>
                <a:close/>
                <a:moveTo>
                  <a:pt x="1800225" y="1114425"/>
                </a:moveTo>
                <a:lnTo>
                  <a:pt x="1809750" y="1114425"/>
                </a:lnTo>
                <a:lnTo>
                  <a:pt x="1809750" y="1123950"/>
                </a:lnTo>
                <a:lnTo>
                  <a:pt x="1800225" y="1123950"/>
                </a:lnTo>
                <a:close/>
                <a:moveTo>
                  <a:pt x="1809750" y="1123950"/>
                </a:moveTo>
                <a:lnTo>
                  <a:pt x="1819275" y="1123950"/>
                </a:lnTo>
                <a:lnTo>
                  <a:pt x="1819275" y="1524000"/>
                </a:lnTo>
                <a:lnTo>
                  <a:pt x="1809750" y="1524000"/>
                </a:lnTo>
                <a:lnTo>
                  <a:pt x="1809750" y="1257300"/>
                </a:lnTo>
                <a:lnTo>
                  <a:pt x="1790700" y="1257300"/>
                </a:lnTo>
                <a:lnTo>
                  <a:pt x="1790700" y="1171575"/>
                </a:lnTo>
                <a:lnTo>
                  <a:pt x="1809750" y="1171575"/>
                </a:lnTo>
                <a:close/>
                <a:moveTo>
                  <a:pt x="276225" y="1181100"/>
                </a:moveTo>
                <a:lnTo>
                  <a:pt x="1590675" y="1181100"/>
                </a:lnTo>
                <a:lnTo>
                  <a:pt x="1590675" y="1190625"/>
                </a:lnTo>
                <a:lnTo>
                  <a:pt x="276225" y="1190625"/>
                </a:lnTo>
                <a:close/>
                <a:moveTo>
                  <a:pt x="238125" y="1190625"/>
                </a:moveTo>
                <a:lnTo>
                  <a:pt x="247650" y="1190625"/>
                </a:lnTo>
                <a:lnTo>
                  <a:pt x="247650" y="1200150"/>
                </a:lnTo>
                <a:lnTo>
                  <a:pt x="238125" y="1200150"/>
                </a:lnTo>
                <a:close/>
                <a:moveTo>
                  <a:pt x="1609725" y="1190625"/>
                </a:moveTo>
                <a:lnTo>
                  <a:pt x="1619250" y="1190625"/>
                </a:lnTo>
                <a:lnTo>
                  <a:pt x="1619250" y="1200150"/>
                </a:lnTo>
                <a:lnTo>
                  <a:pt x="1609725" y="1200150"/>
                </a:lnTo>
                <a:close/>
                <a:moveTo>
                  <a:pt x="1628775" y="1200150"/>
                </a:moveTo>
                <a:lnTo>
                  <a:pt x="1638300" y="1200150"/>
                </a:lnTo>
                <a:lnTo>
                  <a:pt x="1638300" y="1209675"/>
                </a:lnTo>
                <a:lnTo>
                  <a:pt x="1628775" y="1209675"/>
                </a:lnTo>
                <a:close/>
                <a:moveTo>
                  <a:pt x="1638300" y="1209675"/>
                </a:moveTo>
                <a:lnTo>
                  <a:pt x="1647825" y="1209675"/>
                </a:lnTo>
                <a:lnTo>
                  <a:pt x="1647825" y="1219200"/>
                </a:lnTo>
                <a:lnTo>
                  <a:pt x="1638300" y="1219200"/>
                </a:lnTo>
                <a:close/>
                <a:moveTo>
                  <a:pt x="1647825" y="1219200"/>
                </a:moveTo>
                <a:lnTo>
                  <a:pt x="1657350" y="1219200"/>
                </a:lnTo>
                <a:lnTo>
                  <a:pt x="1657350" y="1228725"/>
                </a:lnTo>
                <a:lnTo>
                  <a:pt x="1647825" y="1228725"/>
                </a:lnTo>
                <a:close/>
                <a:moveTo>
                  <a:pt x="190500" y="1238250"/>
                </a:moveTo>
                <a:lnTo>
                  <a:pt x="200025" y="1238250"/>
                </a:lnTo>
                <a:lnTo>
                  <a:pt x="200025" y="1247775"/>
                </a:lnTo>
                <a:lnTo>
                  <a:pt x="190500" y="1247775"/>
                </a:lnTo>
                <a:close/>
                <a:moveTo>
                  <a:pt x="1476375" y="1247775"/>
                </a:moveTo>
                <a:lnTo>
                  <a:pt x="1581150" y="1247775"/>
                </a:lnTo>
                <a:lnTo>
                  <a:pt x="1581150" y="1257300"/>
                </a:lnTo>
                <a:lnTo>
                  <a:pt x="1476375" y="1257300"/>
                </a:lnTo>
                <a:close/>
                <a:moveTo>
                  <a:pt x="1666875" y="1247775"/>
                </a:moveTo>
                <a:lnTo>
                  <a:pt x="1676400" y="1247775"/>
                </a:lnTo>
                <a:lnTo>
                  <a:pt x="1676400" y="1257300"/>
                </a:lnTo>
                <a:lnTo>
                  <a:pt x="1666875" y="1257300"/>
                </a:lnTo>
                <a:close/>
                <a:moveTo>
                  <a:pt x="1457325" y="1257300"/>
                </a:moveTo>
                <a:lnTo>
                  <a:pt x="1466850" y="1257300"/>
                </a:lnTo>
                <a:lnTo>
                  <a:pt x="1466850" y="1266825"/>
                </a:lnTo>
                <a:lnTo>
                  <a:pt x="1457325" y="1266825"/>
                </a:lnTo>
                <a:close/>
                <a:moveTo>
                  <a:pt x="1590675" y="1257300"/>
                </a:moveTo>
                <a:lnTo>
                  <a:pt x="1600200" y="1257300"/>
                </a:lnTo>
                <a:lnTo>
                  <a:pt x="1600200" y="1266825"/>
                </a:lnTo>
                <a:lnTo>
                  <a:pt x="1590675" y="1266825"/>
                </a:lnTo>
                <a:close/>
                <a:moveTo>
                  <a:pt x="180975" y="1266825"/>
                </a:moveTo>
                <a:lnTo>
                  <a:pt x="190500" y="1266825"/>
                </a:lnTo>
                <a:lnTo>
                  <a:pt x="190500" y="1276350"/>
                </a:lnTo>
                <a:lnTo>
                  <a:pt x="180975" y="1276350"/>
                </a:lnTo>
                <a:close/>
                <a:moveTo>
                  <a:pt x="257175" y="1266825"/>
                </a:moveTo>
                <a:lnTo>
                  <a:pt x="276225" y="1266825"/>
                </a:lnTo>
                <a:lnTo>
                  <a:pt x="276225" y="1276350"/>
                </a:lnTo>
                <a:lnTo>
                  <a:pt x="257175" y="1276350"/>
                </a:lnTo>
                <a:close/>
                <a:moveTo>
                  <a:pt x="381000" y="1266825"/>
                </a:moveTo>
                <a:lnTo>
                  <a:pt x="390525" y="1266825"/>
                </a:lnTo>
                <a:lnTo>
                  <a:pt x="390525" y="1276350"/>
                </a:lnTo>
                <a:lnTo>
                  <a:pt x="381000" y="1276350"/>
                </a:lnTo>
                <a:close/>
                <a:moveTo>
                  <a:pt x="571500" y="1266825"/>
                </a:moveTo>
                <a:lnTo>
                  <a:pt x="600075" y="1266825"/>
                </a:lnTo>
                <a:lnTo>
                  <a:pt x="600075" y="1276350"/>
                </a:lnTo>
                <a:lnTo>
                  <a:pt x="695325" y="1276350"/>
                </a:lnTo>
                <a:lnTo>
                  <a:pt x="695325" y="1285875"/>
                </a:lnTo>
                <a:lnTo>
                  <a:pt x="590550" y="1285875"/>
                </a:lnTo>
                <a:lnTo>
                  <a:pt x="590550" y="1276350"/>
                </a:lnTo>
                <a:lnTo>
                  <a:pt x="581025" y="1276350"/>
                </a:lnTo>
                <a:lnTo>
                  <a:pt x="581025" y="1285875"/>
                </a:lnTo>
                <a:lnTo>
                  <a:pt x="561975" y="1285875"/>
                </a:lnTo>
                <a:lnTo>
                  <a:pt x="561975" y="1295400"/>
                </a:lnTo>
                <a:lnTo>
                  <a:pt x="552450" y="1295400"/>
                </a:lnTo>
                <a:lnTo>
                  <a:pt x="552450" y="1285875"/>
                </a:lnTo>
                <a:lnTo>
                  <a:pt x="523875" y="1285875"/>
                </a:lnTo>
                <a:lnTo>
                  <a:pt x="523875" y="1276350"/>
                </a:lnTo>
                <a:lnTo>
                  <a:pt x="571500" y="1276350"/>
                </a:lnTo>
                <a:close/>
                <a:moveTo>
                  <a:pt x="1447800" y="1266825"/>
                </a:moveTo>
                <a:lnTo>
                  <a:pt x="1457325" y="1266825"/>
                </a:lnTo>
                <a:lnTo>
                  <a:pt x="1457325" y="1276350"/>
                </a:lnTo>
                <a:lnTo>
                  <a:pt x="1447800" y="1276350"/>
                </a:lnTo>
                <a:close/>
                <a:moveTo>
                  <a:pt x="1600200" y="1266825"/>
                </a:moveTo>
                <a:lnTo>
                  <a:pt x="1609725" y="1266825"/>
                </a:lnTo>
                <a:lnTo>
                  <a:pt x="1609725" y="1276350"/>
                </a:lnTo>
                <a:lnTo>
                  <a:pt x="1600200" y="1276350"/>
                </a:lnTo>
                <a:close/>
                <a:moveTo>
                  <a:pt x="247650" y="1276350"/>
                </a:moveTo>
                <a:lnTo>
                  <a:pt x="257175" y="1276350"/>
                </a:lnTo>
                <a:lnTo>
                  <a:pt x="257175" y="1285875"/>
                </a:lnTo>
                <a:lnTo>
                  <a:pt x="247650" y="1285875"/>
                </a:lnTo>
                <a:close/>
                <a:moveTo>
                  <a:pt x="295275" y="1276350"/>
                </a:moveTo>
                <a:lnTo>
                  <a:pt x="352425" y="1276350"/>
                </a:lnTo>
                <a:lnTo>
                  <a:pt x="352425" y="1285875"/>
                </a:lnTo>
                <a:lnTo>
                  <a:pt x="295275" y="1285875"/>
                </a:lnTo>
                <a:close/>
                <a:moveTo>
                  <a:pt x="361950" y="1276350"/>
                </a:moveTo>
                <a:lnTo>
                  <a:pt x="381000" y="1276350"/>
                </a:lnTo>
                <a:lnTo>
                  <a:pt x="381000" y="1285875"/>
                </a:lnTo>
                <a:lnTo>
                  <a:pt x="361950" y="1285875"/>
                </a:lnTo>
                <a:close/>
                <a:moveTo>
                  <a:pt x="390525" y="1276350"/>
                </a:moveTo>
                <a:lnTo>
                  <a:pt x="447675" y="1276350"/>
                </a:lnTo>
                <a:lnTo>
                  <a:pt x="447675" y="1285875"/>
                </a:lnTo>
                <a:lnTo>
                  <a:pt x="419100" y="1285875"/>
                </a:lnTo>
                <a:lnTo>
                  <a:pt x="419100" y="1295400"/>
                </a:lnTo>
                <a:lnTo>
                  <a:pt x="409575" y="1295400"/>
                </a:lnTo>
                <a:lnTo>
                  <a:pt x="409575" y="1285875"/>
                </a:lnTo>
                <a:lnTo>
                  <a:pt x="400050" y="1285875"/>
                </a:lnTo>
                <a:lnTo>
                  <a:pt x="400050" y="1295400"/>
                </a:lnTo>
                <a:lnTo>
                  <a:pt x="409575" y="1295400"/>
                </a:lnTo>
                <a:lnTo>
                  <a:pt x="409575" y="1304925"/>
                </a:lnTo>
                <a:lnTo>
                  <a:pt x="495300" y="1304925"/>
                </a:lnTo>
                <a:lnTo>
                  <a:pt x="495300" y="1295400"/>
                </a:lnTo>
                <a:lnTo>
                  <a:pt x="485775" y="1295400"/>
                </a:lnTo>
                <a:lnTo>
                  <a:pt x="485775" y="1285875"/>
                </a:lnTo>
                <a:lnTo>
                  <a:pt x="466725" y="1285875"/>
                </a:lnTo>
                <a:lnTo>
                  <a:pt x="466725" y="1276350"/>
                </a:lnTo>
                <a:lnTo>
                  <a:pt x="495300" y="1276350"/>
                </a:lnTo>
                <a:lnTo>
                  <a:pt x="495300" y="1285875"/>
                </a:lnTo>
                <a:lnTo>
                  <a:pt x="504825" y="1285875"/>
                </a:lnTo>
                <a:lnTo>
                  <a:pt x="504825" y="1295400"/>
                </a:lnTo>
                <a:lnTo>
                  <a:pt x="514350" y="1295400"/>
                </a:lnTo>
                <a:lnTo>
                  <a:pt x="514350" y="1285875"/>
                </a:lnTo>
                <a:lnTo>
                  <a:pt x="523875" y="1285875"/>
                </a:lnTo>
                <a:lnTo>
                  <a:pt x="523875" y="1295400"/>
                </a:lnTo>
                <a:lnTo>
                  <a:pt x="514350" y="1295400"/>
                </a:lnTo>
                <a:lnTo>
                  <a:pt x="514350" y="1304925"/>
                </a:lnTo>
                <a:lnTo>
                  <a:pt x="495300" y="1304925"/>
                </a:lnTo>
                <a:lnTo>
                  <a:pt x="495300" y="1314450"/>
                </a:lnTo>
                <a:lnTo>
                  <a:pt x="257175" y="1314450"/>
                </a:lnTo>
                <a:lnTo>
                  <a:pt x="257175" y="1304925"/>
                </a:lnTo>
                <a:lnTo>
                  <a:pt x="247650" y="1304925"/>
                </a:lnTo>
                <a:lnTo>
                  <a:pt x="247650" y="1295400"/>
                </a:lnTo>
                <a:lnTo>
                  <a:pt x="257175" y="1295400"/>
                </a:lnTo>
                <a:lnTo>
                  <a:pt x="257175" y="1304925"/>
                </a:lnTo>
                <a:lnTo>
                  <a:pt x="371475" y="1304925"/>
                </a:lnTo>
                <a:lnTo>
                  <a:pt x="371475" y="1295400"/>
                </a:lnTo>
                <a:lnTo>
                  <a:pt x="390525" y="1295400"/>
                </a:lnTo>
                <a:close/>
                <a:moveTo>
                  <a:pt x="723900" y="1276350"/>
                </a:moveTo>
                <a:lnTo>
                  <a:pt x="733425" y="1276350"/>
                </a:lnTo>
                <a:lnTo>
                  <a:pt x="733425" y="1285875"/>
                </a:lnTo>
                <a:lnTo>
                  <a:pt x="723900" y="1285875"/>
                </a:lnTo>
                <a:close/>
                <a:moveTo>
                  <a:pt x="1438275" y="1285875"/>
                </a:moveTo>
                <a:lnTo>
                  <a:pt x="1447800" y="1285875"/>
                </a:lnTo>
                <a:lnTo>
                  <a:pt x="1447800" y="1390650"/>
                </a:lnTo>
                <a:lnTo>
                  <a:pt x="1438275" y="1390650"/>
                </a:lnTo>
                <a:close/>
                <a:moveTo>
                  <a:pt x="1609725" y="1285875"/>
                </a:moveTo>
                <a:lnTo>
                  <a:pt x="1619250" y="1285875"/>
                </a:lnTo>
                <a:lnTo>
                  <a:pt x="1619250" y="1295400"/>
                </a:lnTo>
                <a:lnTo>
                  <a:pt x="1609725" y="1295400"/>
                </a:lnTo>
                <a:close/>
                <a:moveTo>
                  <a:pt x="571500" y="1295400"/>
                </a:moveTo>
                <a:lnTo>
                  <a:pt x="581025" y="1295400"/>
                </a:lnTo>
                <a:lnTo>
                  <a:pt x="581025" y="1304925"/>
                </a:lnTo>
                <a:lnTo>
                  <a:pt x="638175" y="1304925"/>
                </a:lnTo>
                <a:lnTo>
                  <a:pt x="638175" y="1295400"/>
                </a:lnTo>
                <a:lnTo>
                  <a:pt x="647700" y="1295400"/>
                </a:lnTo>
                <a:lnTo>
                  <a:pt x="647700" y="1304925"/>
                </a:lnTo>
                <a:lnTo>
                  <a:pt x="733425" y="1304925"/>
                </a:lnTo>
                <a:lnTo>
                  <a:pt x="733425" y="1314450"/>
                </a:lnTo>
                <a:lnTo>
                  <a:pt x="523875" y="1314450"/>
                </a:lnTo>
                <a:lnTo>
                  <a:pt x="523875" y="1304925"/>
                </a:lnTo>
                <a:lnTo>
                  <a:pt x="571500" y="1304925"/>
                </a:lnTo>
                <a:close/>
                <a:moveTo>
                  <a:pt x="266700" y="1371600"/>
                </a:moveTo>
                <a:lnTo>
                  <a:pt x="276225" y="1371600"/>
                </a:lnTo>
                <a:lnTo>
                  <a:pt x="276225" y="1381125"/>
                </a:lnTo>
                <a:lnTo>
                  <a:pt x="266700" y="1381125"/>
                </a:lnTo>
                <a:close/>
                <a:moveTo>
                  <a:pt x="381000" y="1371600"/>
                </a:moveTo>
                <a:lnTo>
                  <a:pt x="390525" y="1371600"/>
                </a:lnTo>
                <a:lnTo>
                  <a:pt x="390525" y="1381125"/>
                </a:lnTo>
                <a:lnTo>
                  <a:pt x="381000" y="1381125"/>
                </a:lnTo>
                <a:close/>
                <a:moveTo>
                  <a:pt x="419100" y="1371600"/>
                </a:moveTo>
                <a:lnTo>
                  <a:pt x="428625" y="1371600"/>
                </a:lnTo>
                <a:lnTo>
                  <a:pt x="428625" y="1381125"/>
                </a:lnTo>
                <a:lnTo>
                  <a:pt x="419100" y="1381125"/>
                </a:lnTo>
                <a:close/>
                <a:moveTo>
                  <a:pt x="504825" y="1371600"/>
                </a:moveTo>
                <a:lnTo>
                  <a:pt x="514350" y="1371600"/>
                </a:lnTo>
                <a:lnTo>
                  <a:pt x="514350" y="1381125"/>
                </a:lnTo>
                <a:lnTo>
                  <a:pt x="504825" y="1381125"/>
                </a:lnTo>
                <a:close/>
                <a:moveTo>
                  <a:pt x="647700" y="1371600"/>
                </a:moveTo>
                <a:lnTo>
                  <a:pt x="657225" y="1371600"/>
                </a:lnTo>
                <a:lnTo>
                  <a:pt x="657225" y="1381125"/>
                </a:lnTo>
                <a:lnTo>
                  <a:pt x="647700" y="1381125"/>
                </a:lnTo>
                <a:close/>
                <a:moveTo>
                  <a:pt x="685800" y="1371600"/>
                </a:moveTo>
                <a:lnTo>
                  <a:pt x="695325" y="1371600"/>
                </a:lnTo>
                <a:lnTo>
                  <a:pt x="695325" y="1381125"/>
                </a:lnTo>
                <a:lnTo>
                  <a:pt x="685800" y="1381125"/>
                </a:lnTo>
                <a:close/>
                <a:moveTo>
                  <a:pt x="723900" y="1371600"/>
                </a:moveTo>
                <a:lnTo>
                  <a:pt x="733425" y="1371600"/>
                </a:lnTo>
                <a:lnTo>
                  <a:pt x="733425" y="1381125"/>
                </a:lnTo>
                <a:lnTo>
                  <a:pt x="723900" y="1381125"/>
                </a:lnTo>
                <a:close/>
                <a:moveTo>
                  <a:pt x="819150" y="1371600"/>
                </a:moveTo>
                <a:lnTo>
                  <a:pt x="828675" y="1371600"/>
                </a:lnTo>
                <a:lnTo>
                  <a:pt x="828675" y="1381125"/>
                </a:lnTo>
                <a:lnTo>
                  <a:pt x="819150" y="1381125"/>
                </a:lnTo>
                <a:close/>
                <a:moveTo>
                  <a:pt x="857250" y="1371600"/>
                </a:moveTo>
                <a:lnTo>
                  <a:pt x="866775" y="1371600"/>
                </a:lnTo>
                <a:lnTo>
                  <a:pt x="866775" y="1381125"/>
                </a:lnTo>
                <a:lnTo>
                  <a:pt x="857250" y="1381125"/>
                </a:lnTo>
                <a:close/>
                <a:moveTo>
                  <a:pt x="942975" y="1371600"/>
                </a:moveTo>
                <a:lnTo>
                  <a:pt x="952500" y="1371600"/>
                </a:lnTo>
                <a:lnTo>
                  <a:pt x="952500" y="1381125"/>
                </a:lnTo>
                <a:lnTo>
                  <a:pt x="942975" y="1381125"/>
                </a:lnTo>
                <a:close/>
                <a:moveTo>
                  <a:pt x="1066800" y="1371600"/>
                </a:moveTo>
                <a:lnTo>
                  <a:pt x="1076325" y="1371600"/>
                </a:lnTo>
                <a:lnTo>
                  <a:pt x="1076325" y="1381125"/>
                </a:lnTo>
                <a:lnTo>
                  <a:pt x="1066800" y="1381125"/>
                </a:lnTo>
                <a:close/>
                <a:moveTo>
                  <a:pt x="257175" y="1381125"/>
                </a:moveTo>
                <a:lnTo>
                  <a:pt x="266700" y="1381125"/>
                </a:lnTo>
                <a:lnTo>
                  <a:pt x="266700" y="1390650"/>
                </a:lnTo>
                <a:lnTo>
                  <a:pt x="257175" y="1390650"/>
                </a:lnTo>
                <a:close/>
                <a:moveTo>
                  <a:pt x="428625" y="1381125"/>
                </a:moveTo>
                <a:lnTo>
                  <a:pt x="457200" y="1381125"/>
                </a:lnTo>
                <a:lnTo>
                  <a:pt x="457200" y="1409700"/>
                </a:lnTo>
                <a:lnTo>
                  <a:pt x="447675" y="1409700"/>
                </a:lnTo>
                <a:lnTo>
                  <a:pt x="447675" y="1419225"/>
                </a:lnTo>
                <a:lnTo>
                  <a:pt x="438150" y="1419225"/>
                </a:lnTo>
                <a:lnTo>
                  <a:pt x="438150" y="1390650"/>
                </a:lnTo>
                <a:lnTo>
                  <a:pt x="428625" y="1390650"/>
                </a:lnTo>
                <a:close/>
                <a:moveTo>
                  <a:pt x="514350" y="1381125"/>
                </a:moveTo>
                <a:lnTo>
                  <a:pt x="523875" y="1381125"/>
                </a:lnTo>
                <a:lnTo>
                  <a:pt x="523875" y="1390650"/>
                </a:lnTo>
                <a:lnTo>
                  <a:pt x="514350" y="1390650"/>
                </a:lnTo>
                <a:close/>
                <a:moveTo>
                  <a:pt x="638175" y="1381125"/>
                </a:moveTo>
                <a:lnTo>
                  <a:pt x="647700" y="1381125"/>
                </a:lnTo>
                <a:lnTo>
                  <a:pt x="647700" y="1390650"/>
                </a:lnTo>
                <a:lnTo>
                  <a:pt x="638175" y="1390650"/>
                </a:lnTo>
                <a:close/>
                <a:moveTo>
                  <a:pt x="695325" y="1381125"/>
                </a:moveTo>
                <a:lnTo>
                  <a:pt x="723900" y="1381125"/>
                </a:lnTo>
                <a:lnTo>
                  <a:pt x="723900" y="1419225"/>
                </a:lnTo>
                <a:lnTo>
                  <a:pt x="733425" y="1419225"/>
                </a:lnTo>
                <a:lnTo>
                  <a:pt x="733425" y="1428750"/>
                </a:lnTo>
                <a:lnTo>
                  <a:pt x="723900" y="1428750"/>
                </a:lnTo>
                <a:lnTo>
                  <a:pt x="723900" y="1457325"/>
                </a:lnTo>
                <a:lnTo>
                  <a:pt x="733425" y="1457325"/>
                </a:lnTo>
                <a:lnTo>
                  <a:pt x="733425" y="1466850"/>
                </a:lnTo>
                <a:lnTo>
                  <a:pt x="704850" y="1466850"/>
                </a:lnTo>
                <a:lnTo>
                  <a:pt x="704850" y="1476375"/>
                </a:lnTo>
                <a:lnTo>
                  <a:pt x="638175" y="1476375"/>
                </a:lnTo>
                <a:lnTo>
                  <a:pt x="638175" y="1466850"/>
                </a:lnTo>
                <a:lnTo>
                  <a:pt x="619125" y="1466850"/>
                </a:lnTo>
                <a:lnTo>
                  <a:pt x="619125" y="1447800"/>
                </a:lnTo>
                <a:lnTo>
                  <a:pt x="609600" y="1447800"/>
                </a:lnTo>
                <a:lnTo>
                  <a:pt x="609600" y="1438275"/>
                </a:lnTo>
                <a:lnTo>
                  <a:pt x="619125" y="1438275"/>
                </a:lnTo>
                <a:lnTo>
                  <a:pt x="619125" y="1447800"/>
                </a:lnTo>
                <a:lnTo>
                  <a:pt x="638175" y="1447800"/>
                </a:lnTo>
                <a:lnTo>
                  <a:pt x="638175" y="1438275"/>
                </a:lnTo>
                <a:lnTo>
                  <a:pt x="647700" y="1438275"/>
                </a:lnTo>
                <a:lnTo>
                  <a:pt x="647700" y="1428750"/>
                </a:lnTo>
                <a:lnTo>
                  <a:pt x="657225" y="1428750"/>
                </a:lnTo>
                <a:lnTo>
                  <a:pt x="657225" y="1419225"/>
                </a:lnTo>
                <a:lnTo>
                  <a:pt x="666750" y="1419225"/>
                </a:lnTo>
                <a:lnTo>
                  <a:pt x="666750" y="1409700"/>
                </a:lnTo>
                <a:lnTo>
                  <a:pt x="657225" y="1409700"/>
                </a:lnTo>
                <a:lnTo>
                  <a:pt x="657225" y="1400175"/>
                </a:lnTo>
                <a:lnTo>
                  <a:pt x="666750" y="1400175"/>
                </a:lnTo>
                <a:lnTo>
                  <a:pt x="666750" y="1409700"/>
                </a:lnTo>
                <a:lnTo>
                  <a:pt x="676275" y="1409700"/>
                </a:lnTo>
                <a:lnTo>
                  <a:pt x="676275" y="1419225"/>
                </a:lnTo>
                <a:lnTo>
                  <a:pt x="666750" y="1419225"/>
                </a:lnTo>
                <a:lnTo>
                  <a:pt x="666750" y="1428750"/>
                </a:lnTo>
                <a:lnTo>
                  <a:pt x="657225" y="1428750"/>
                </a:lnTo>
                <a:lnTo>
                  <a:pt x="657225" y="1438275"/>
                </a:lnTo>
                <a:lnTo>
                  <a:pt x="647700" y="1438275"/>
                </a:lnTo>
                <a:lnTo>
                  <a:pt x="647700" y="1447800"/>
                </a:lnTo>
                <a:lnTo>
                  <a:pt x="638175" y="1447800"/>
                </a:lnTo>
                <a:lnTo>
                  <a:pt x="638175" y="1457325"/>
                </a:lnTo>
                <a:lnTo>
                  <a:pt x="647700" y="1457325"/>
                </a:lnTo>
                <a:lnTo>
                  <a:pt x="647700" y="1466850"/>
                </a:lnTo>
                <a:lnTo>
                  <a:pt x="695325" y="1466850"/>
                </a:lnTo>
                <a:lnTo>
                  <a:pt x="695325" y="1447800"/>
                </a:lnTo>
                <a:lnTo>
                  <a:pt x="685800" y="1447800"/>
                </a:lnTo>
                <a:lnTo>
                  <a:pt x="685800" y="1428750"/>
                </a:lnTo>
                <a:lnTo>
                  <a:pt x="695325" y="1428750"/>
                </a:lnTo>
                <a:lnTo>
                  <a:pt x="695325" y="1419225"/>
                </a:lnTo>
                <a:lnTo>
                  <a:pt x="704850" y="1419225"/>
                </a:lnTo>
                <a:lnTo>
                  <a:pt x="704850" y="1390650"/>
                </a:lnTo>
                <a:lnTo>
                  <a:pt x="695325" y="1390650"/>
                </a:lnTo>
                <a:close/>
                <a:moveTo>
                  <a:pt x="809625" y="1381125"/>
                </a:moveTo>
                <a:lnTo>
                  <a:pt x="819150" y="1381125"/>
                </a:lnTo>
                <a:lnTo>
                  <a:pt x="819150" y="1390650"/>
                </a:lnTo>
                <a:lnTo>
                  <a:pt x="809625" y="1390650"/>
                </a:lnTo>
                <a:close/>
                <a:moveTo>
                  <a:pt x="866775" y="1381125"/>
                </a:moveTo>
                <a:lnTo>
                  <a:pt x="876300" y="1381125"/>
                </a:lnTo>
                <a:lnTo>
                  <a:pt x="876300" y="1390650"/>
                </a:lnTo>
                <a:lnTo>
                  <a:pt x="866775" y="1390650"/>
                </a:lnTo>
                <a:close/>
                <a:moveTo>
                  <a:pt x="1076325" y="1381125"/>
                </a:moveTo>
                <a:lnTo>
                  <a:pt x="1085850" y="1381125"/>
                </a:lnTo>
                <a:lnTo>
                  <a:pt x="1085850" y="1390650"/>
                </a:lnTo>
                <a:lnTo>
                  <a:pt x="1076325" y="1390650"/>
                </a:lnTo>
                <a:close/>
                <a:moveTo>
                  <a:pt x="1609725" y="1381125"/>
                </a:moveTo>
                <a:lnTo>
                  <a:pt x="1619250" y="1381125"/>
                </a:lnTo>
                <a:lnTo>
                  <a:pt x="1619250" y="1390650"/>
                </a:lnTo>
                <a:lnTo>
                  <a:pt x="1609725" y="1390650"/>
                </a:lnTo>
                <a:close/>
                <a:moveTo>
                  <a:pt x="247650" y="1390650"/>
                </a:moveTo>
                <a:lnTo>
                  <a:pt x="257175" y="1390650"/>
                </a:lnTo>
                <a:lnTo>
                  <a:pt x="257175" y="1409700"/>
                </a:lnTo>
                <a:lnTo>
                  <a:pt x="247650" y="1409700"/>
                </a:lnTo>
                <a:close/>
                <a:moveTo>
                  <a:pt x="323850" y="1390650"/>
                </a:moveTo>
                <a:lnTo>
                  <a:pt x="333375" y="1390650"/>
                </a:lnTo>
                <a:lnTo>
                  <a:pt x="333375" y="1400175"/>
                </a:lnTo>
                <a:lnTo>
                  <a:pt x="323850" y="1400175"/>
                </a:lnTo>
                <a:close/>
                <a:moveTo>
                  <a:pt x="361950" y="1390650"/>
                </a:moveTo>
                <a:lnTo>
                  <a:pt x="371475" y="1390650"/>
                </a:lnTo>
                <a:lnTo>
                  <a:pt x="371475" y="1400175"/>
                </a:lnTo>
                <a:lnTo>
                  <a:pt x="361950" y="1400175"/>
                </a:lnTo>
                <a:close/>
                <a:moveTo>
                  <a:pt x="628650" y="1390650"/>
                </a:moveTo>
                <a:lnTo>
                  <a:pt x="638175" y="1390650"/>
                </a:lnTo>
                <a:lnTo>
                  <a:pt x="638175" y="1400175"/>
                </a:lnTo>
                <a:lnTo>
                  <a:pt x="628650" y="1400175"/>
                </a:lnTo>
                <a:close/>
                <a:moveTo>
                  <a:pt x="781050" y="1390650"/>
                </a:moveTo>
                <a:lnTo>
                  <a:pt x="790575" y="1390650"/>
                </a:lnTo>
                <a:lnTo>
                  <a:pt x="790575" y="1400175"/>
                </a:lnTo>
                <a:lnTo>
                  <a:pt x="800100" y="1400175"/>
                </a:lnTo>
                <a:lnTo>
                  <a:pt x="800100" y="1390650"/>
                </a:lnTo>
                <a:lnTo>
                  <a:pt x="809625" y="1390650"/>
                </a:lnTo>
                <a:lnTo>
                  <a:pt x="809625" y="1400175"/>
                </a:lnTo>
                <a:lnTo>
                  <a:pt x="800100" y="1400175"/>
                </a:lnTo>
                <a:lnTo>
                  <a:pt x="800100" y="1409700"/>
                </a:lnTo>
                <a:lnTo>
                  <a:pt x="790575" y="1409700"/>
                </a:lnTo>
                <a:lnTo>
                  <a:pt x="790575" y="1419225"/>
                </a:lnTo>
                <a:lnTo>
                  <a:pt x="781050" y="1419225"/>
                </a:lnTo>
                <a:close/>
                <a:moveTo>
                  <a:pt x="876300" y="1390650"/>
                </a:moveTo>
                <a:lnTo>
                  <a:pt x="885825" y="1390650"/>
                </a:lnTo>
                <a:lnTo>
                  <a:pt x="885825" y="1400175"/>
                </a:lnTo>
                <a:lnTo>
                  <a:pt x="876300" y="1400175"/>
                </a:lnTo>
                <a:close/>
                <a:moveTo>
                  <a:pt x="1000125" y="1390650"/>
                </a:moveTo>
                <a:lnTo>
                  <a:pt x="1019175" y="1390650"/>
                </a:lnTo>
                <a:lnTo>
                  <a:pt x="1019175" y="1400175"/>
                </a:lnTo>
                <a:lnTo>
                  <a:pt x="1000125" y="1400175"/>
                </a:lnTo>
                <a:close/>
                <a:moveTo>
                  <a:pt x="1085850" y="1390650"/>
                </a:moveTo>
                <a:lnTo>
                  <a:pt x="1095375" y="1390650"/>
                </a:lnTo>
                <a:lnTo>
                  <a:pt x="1095375" y="1400175"/>
                </a:lnTo>
                <a:lnTo>
                  <a:pt x="1085850" y="1400175"/>
                </a:lnTo>
                <a:close/>
                <a:moveTo>
                  <a:pt x="390525" y="1400175"/>
                </a:moveTo>
                <a:lnTo>
                  <a:pt x="400050" y="1400175"/>
                </a:lnTo>
                <a:lnTo>
                  <a:pt x="400050" y="1409700"/>
                </a:lnTo>
                <a:lnTo>
                  <a:pt x="390525" y="1409700"/>
                </a:lnTo>
                <a:close/>
                <a:moveTo>
                  <a:pt x="600075" y="1400175"/>
                </a:moveTo>
                <a:lnTo>
                  <a:pt x="609600" y="1400175"/>
                </a:lnTo>
                <a:lnTo>
                  <a:pt x="609600" y="1409700"/>
                </a:lnTo>
                <a:lnTo>
                  <a:pt x="600075" y="1409700"/>
                </a:lnTo>
                <a:close/>
                <a:moveTo>
                  <a:pt x="638175" y="1400175"/>
                </a:moveTo>
                <a:lnTo>
                  <a:pt x="647700" y="1400175"/>
                </a:lnTo>
                <a:lnTo>
                  <a:pt x="647700" y="1409700"/>
                </a:lnTo>
                <a:lnTo>
                  <a:pt x="638175" y="1409700"/>
                </a:lnTo>
                <a:close/>
                <a:moveTo>
                  <a:pt x="1600200" y="1400175"/>
                </a:moveTo>
                <a:lnTo>
                  <a:pt x="1609725" y="1400175"/>
                </a:lnTo>
                <a:lnTo>
                  <a:pt x="1609725" y="1409700"/>
                </a:lnTo>
                <a:lnTo>
                  <a:pt x="1600200" y="1409700"/>
                </a:lnTo>
                <a:close/>
                <a:moveTo>
                  <a:pt x="400050" y="1409700"/>
                </a:moveTo>
                <a:lnTo>
                  <a:pt x="409575" y="1409700"/>
                </a:lnTo>
                <a:lnTo>
                  <a:pt x="409575" y="1419225"/>
                </a:lnTo>
                <a:lnTo>
                  <a:pt x="400050" y="1419225"/>
                </a:lnTo>
                <a:close/>
                <a:moveTo>
                  <a:pt x="828675" y="1409700"/>
                </a:moveTo>
                <a:lnTo>
                  <a:pt x="857250" y="1409700"/>
                </a:lnTo>
                <a:lnTo>
                  <a:pt x="857250" y="1438275"/>
                </a:lnTo>
                <a:lnTo>
                  <a:pt x="828675" y="1438275"/>
                </a:lnTo>
                <a:close/>
                <a:moveTo>
                  <a:pt x="1038225" y="1409700"/>
                </a:moveTo>
                <a:lnTo>
                  <a:pt x="1066800" y="1409700"/>
                </a:lnTo>
                <a:lnTo>
                  <a:pt x="1066800" y="1438275"/>
                </a:lnTo>
                <a:lnTo>
                  <a:pt x="1038225" y="1438275"/>
                </a:lnTo>
                <a:close/>
                <a:moveTo>
                  <a:pt x="1590675" y="1409700"/>
                </a:moveTo>
                <a:lnTo>
                  <a:pt x="1600200" y="1409700"/>
                </a:lnTo>
                <a:lnTo>
                  <a:pt x="1600200" y="1419225"/>
                </a:lnTo>
                <a:lnTo>
                  <a:pt x="1590675" y="1419225"/>
                </a:lnTo>
                <a:close/>
                <a:moveTo>
                  <a:pt x="257175" y="1419225"/>
                </a:moveTo>
                <a:lnTo>
                  <a:pt x="266700" y="1419225"/>
                </a:lnTo>
                <a:lnTo>
                  <a:pt x="266700" y="1438275"/>
                </a:lnTo>
                <a:lnTo>
                  <a:pt x="257175" y="1438275"/>
                </a:lnTo>
                <a:close/>
                <a:moveTo>
                  <a:pt x="390525" y="1419225"/>
                </a:moveTo>
                <a:lnTo>
                  <a:pt x="400050" y="1419225"/>
                </a:lnTo>
                <a:lnTo>
                  <a:pt x="400050" y="1428750"/>
                </a:lnTo>
                <a:lnTo>
                  <a:pt x="390525" y="1428750"/>
                </a:lnTo>
                <a:close/>
                <a:moveTo>
                  <a:pt x="428625" y="1419225"/>
                </a:moveTo>
                <a:lnTo>
                  <a:pt x="438150" y="1419225"/>
                </a:lnTo>
                <a:lnTo>
                  <a:pt x="438150" y="1438275"/>
                </a:lnTo>
                <a:lnTo>
                  <a:pt x="457200" y="1438275"/>
                </a:lnTo>
                <a:lnTo>
                  <a:pt x="457200" y="1447800"/>
                </a:lnTo>
                <a:lnTo>
                  <a:pt x="447675" y="1447800"/>
                </a:lnTo>
                <a:lnTo>
                  <a:pt x="447675" y="1457325"/>
                </a:lnTo>
                <a:lnTo>
                  <a:pt x="457200" y="1457325"/>
                </a:lnTo>
                <a:lnTo>
                  <a:pt x="457200" y="1466850"/>
                </a:lnTo>
                <a:lnTo>
                  <a:pt x="438150" y="1466850"/>
                </a:lnTo>
                <a:lnTo>
                  <a:pt x="438150" y="1476375"/>
                </a:lnTo>
                <a:lnTo>
                  <a:pt x="371475" y="1476375"/>
                </a:lnTo>
                <a:lnTo>
                  <a:pt x="371475" y="1466850"/>
                </a:lnTo>
                <a:lnTo>
                  <a:pt x="361950" y="1466850"/>
                </a:lnTo>
                <a:lnTo>
                  <a:pt x="361950" y="1447800"/>
                </a:lnTo>
                <a:lnTo>
                  <a:pt x="371475" y="1447800"/>
                </a:lnTo>
                <a:lnTo>
                  <a:pt x="371475" y="1457325"/>
                </a:lnTo>
                <a:lnTo>
                  <a:pt x="381000" y="1457325"/>
                </a:lnTo>
                <a:lnTo>
                  <a:pt x="381000" y="1466850"/>
                </a:lnTo>
                <a:lnTo>
                  <a:pt x="428625" y="1466850"/>
                </a:lnTo>
                <a:lnTo>
                  <a:pt x="428625" y="1447800"/>
                </a:lnTo>
                <a:lnTo>
                  <a:pt x="419100" y="1447800"/>
                </a:lnTo>
                <a:lnTo>
                  <a:pt x="419100" y="1428750"/>
                </a:lnTo>
                <a:lnTo>
                  <a:pt x="428625" y="1428750"/>
                </a:lnTo>
                <a:close/>
                <a:moveTo>
                  <a:pt x="1466850" y="1419225"/>
                </a:moveTo>
                <a:lnTo>
                  <a:pt x="1476375" y="1419225"/>
                </a:lnTo>
                <a:lnTo>
                  <a:pt x="1476375" y="1428750"/>
                </a:lnTo>
                <a:lnTo>
                  <a:pt x="1466850" y="1428750"/>
                </a:lnTo>
                <a:close/>
                <a:moveTo>
                  <a:pt x="1581150" y="1419225"/>
                </a:moveTo>
                <a:lnTo>
                  <a:pt x="1590675" y="1419225"/>
                </a:lnTo>
                <a:lnTo>
                  <a:pt x="1590675" y="1428750"/>
                </a:lnTo>
                <a:lnTo>
                  <a:pt x="1581150" y="1428750"/>
                </a:lnTo>
                <a:close/>
                <a:moveTo>
                  <a:pt x="504825" y="1428750"/>
                </a:moveTo>
                <a:lnTo>
                  <a:pt x="514350" y="1428750"/>
                </a:lnTo>
                <a:lnTo>
                  <a:pt x="514350" y="1447800"/>
                </a:lnTo>
                <a:lnTo>
                  <a:pt x="504825" y="1447800"/>
                </a:lnTo>
                <a:close/>
                <a:moveTo>
                  <a:pt x="581025" y="1428750"/>
                </a:moveTo>
                <a:lnTo>
                  <a:pt x="590550" y="1428750"/>
                </a:lnTo>
                <a:lnTo>
                  <a:pt x="590550" y="1438275"/>
                </a:lnTo>
                <a:lnTo>
                  <a:pt x="581025" y="1438275"/>
                </a:lnTo>
                <a:close/>
                <a:moveTo>
                  <a:pt x="742950" y="1428750"/>
                </a:moveTo>
                <a:lnTo>
                  <a:pt x="752475" y="1428750"/>
                </a:lnTo>
                <a:lnTo>
                  <a:pt x="752475" y="1447800"/>
                </a:lnTo>
                <a:lnTo>
                  <a:pt x="742950" y="1447800"/>
                </a:lnTo>
                <a:close/>
                <a:moveTo>
                  <a:pt x="952500" y="1428750"/>
                </a:moveTo>
                <a:lnTo>
                  <a:pt x="971550" y="1428750"/>
                </a:lnTo>
                <a:lnTo>
                  <a:pt x="971550" y="1438275"/>
                </a:lnTo>
                <a:lnTo>
                  <a:pt x="952500" y="1438275"/>
                </a:lnTo>
                <a:close/>
                <a:moveTo>
                  <a:pt x="247650" y="1438275"/>
                </a:moveTo>
                <a:lnTo>
                  <a:pt x="257175" y="1438275"/>
                </a:lnTo>
                <a:lnTo>
                  <a:pt x="257175" y="1457325"/>
                </a:lnTo>
                <a:lnTo>
                  <a:pt x="247650" y="1457325"/>
                </a:lnTo>
                <a:close/>
                <a:moveTo>
                  <a:pt x="542925" y="1438275"/>
                </a:moveTo>
                <a:lnTo>
                  <a:pt x="552450" y="1438275"/>
                </a:lnTo>
                <a:lnTo>
                  <a:pt x="552450" y="1447800"/>
                </a:lnTo>
                <a:lnTo>
                  <a:pt x="542925" y="1447800"/>
                </a:lnTo>
                <a:close/>
                <a:moveTo>
                  <a:pt x="695325" y="1438275"/>
                </a:moveTo>
                <a:lnTo>
                  <a:pt x="714375" y="1438275"/>
                </a:lnTo>
                <a:lnTo>
                  <a:pt x="714375" y="1419225"/>
                </a:lnTo>
                <a:lnTo>
                  <a:pt x="704850" y="1419225"/>
                </a:lnTo>
                <a:lnTo>
                  <a:pt x="704850" y="1428750"/>
                </a:lnTo>
                <a:lnTo>
                  <a:pt x="695325" y="1428750"/>
                </a:lnTo>
                <a:close/>
                <a:moveTo>
                  <a:pt x="876300" y="1438275"/>
                </a:moveTo>
                <a:lnTo>
                  <a:pt x="904875" y="1438275"/>
                </a:lnTo>
                <a:lnTo>
                  <a:pt x="904875" y="1447800"/>
                </a:lnTo>
                <a:lnTo>
                  <a:pt x="895350" y="1447800"/>
                </a:lnTo>
                <a:lnTo>
                  <a:pt x="895350" y="1457325"/>
                </a:lnTo>
                <a:lnTo>
                  <a:pt x="885825" y="1457325"/>
                </a:lnTo>
                <a:lnTo>
                  <a:pt x="885825" y="1466850"/>
                </a:lnTo>
                <a:lnTo>
                  <a:pt x="876300" y="1466850"/>
                </a:lnTo>
                <a:close/>
                <a:moveTo>
                  <a:pt x="914400" y="1438275"/>
                </a:moveTo>
                <a:lnTo>
                  <a:pt x="923925" y="1438275"/>
                </a:lnTo>
                <a:lnTo>
                  <a:pt x="923925" y="1447800"/>
                </a:lnTo>
                <a:lnTo>
                  <a:pt x="933450" y="1447800"/>
                </a:lnTo>
                <a:lnTo>
                  <a:pt x="933450" y="1457325"/>
                </a:lnTo>
                <a:lnTo>
                  <a:pt x="904875" y="1457325"/>
                </a:lnTo>
                <a:lnTo>
                  <a:pt x="904875" y="1447800"/>
                </a:lnTo>
                <a:lnTo>
                  <a:pt x="914400" y="1447800"/>
                </a:lnTo>
                <a:close/>
                <a:moveTo>
                  <a:pt x="1000125" y="1438275"/>
                </a:moveTo>
                <a:lnTo>
                  <a:pt x="1019175" y="1438275"/>
                </a:lnTo>
                <a:lnTo>
                  <a:pt x="1019175" y="1457325"/>
                </a:lnTo>
                <a:lnTo>
                  <a:pt x="1009650" y="1457325"/>
                </a:lnTo>
                <a:lnTo>
                  <a:pt x="1009650" y="1447800"/>
                </a:lnTo>
                <a:lnTo>
                  <a:pt x="1000125" y="1447800"/>
                </a:lnTo>
                <a:close/>
                <a:moveTo>
                  <a:pt x="323850" y="1447800"/>
                </a:moveTo>
                <a:lnTo>
                  <a:pt x="333375" y="1447800"/>
                </a:lnTo>
                <a:lnTo>
                  <a:pt x="333375" y="1457325"/>
                </a:lnTo>
                <a:lnTo>
                  <a:pt x="323850" y="1457325"/>
                </a:lnTo>
                <a:close/>
                <a:moveTo>
                  <a:pt x="514350" y="1447800"/>
                </a:moveTo>
                <a:lnTo>
                  <a:pt x="523875" y="1447800"/>
                </a:lnTo>
                <a:lnTo>
                  <a:pt x="523875" y="1457325"/>
                </a:lnTo>
                <a:lnTo>
                  <a:pt x="514350" y="1457325"/>
                </a:lnTo>
                <a:close/>
                <a:moveTo>
                  <a:pt x="571500" y="1447800"/>
                </a:moveTo>
                <a:lnTo>
                  <a:pt x="581025" y="1447800"/>
                </a:lnTo>
                <a:lnTo>
                  <a:pt x="581025" y="1457325"/>
                </a:lnTo>
                <a:lnTo>
                  <a:pt x="571500" y="1457325"/>
                </a:lnTo>
                <a:close/>
                <a:moveTo>
                  <a:pt x="600075" y="1447800"/>
                </a:moveTo>
                <a:lnTo>
                  <a:pt x="609600" y="1447800"/>
                </a:lnTo>
                <a:lnTo>
                  <a:pt x="609600" y="1466850"/>
                </a:lnTo>
                <a:lnTo>
                  <a:pt x="600075" y="1466850"/>
                </a:lnTo>
                <a:close/>
                <a:moveTo>
                  <a:pt x="790575" y="1447800"/>
                </a:moveTo>
                <a:lnTo>
                  <a:pt x="809625" y="1447800"/>
                </a:lnTo>
                <a:lnTo>
                  <a:pt x="809625" y="1457325"/>
                </a:lnTo>
                <a:lnTo>
                  <a:pt x="790575" y="1457325"/>
                </a:lnTo>
                <a:close/>
                <a:moveTo>
                  <a:pt x="257175" y="1457325"/>
                </a:moveTo>
                <a:lnTo>
                  <a:pt x="266700" y="1457325"/>
                </a:lnTo>
                <a:lnTo>
                  <a:pt x="266700" y="1466850"/>
                </a:lnTo>
                <a:lnTo>
                  <a:pt x="257175" y="1466850"/>
                </a:lnTo>
                <a:close/>
                <a:moveTo>
                  <a:pt x="314325" y="1457325"/>
                </a:moveTo>
                <a:lnTo>
                  <a:pt x="323850" y="1457325"/>
                </a:lnTo>
                <a:lnTo>
                  <a:pt x="323850" y="1466850"/>
                </a:lnTo>
                <a:lnTo>
                  <a:pt x="314325" y="1466850"/>
                </a:lnTo>
                <a:close/>
                <a:moveTo>
                  <a:pt x="542925" y="1457325"/>
                </a:moveTo>
                <a:lnTo>
                  <a:pt x="552450" y="1457325"/>
                </a:lnTo>
                <a:lnTo>
                  <a:pt x="552450" y="1466850"/>
                </a:lnTo>
                <a:lnTo>
                  <a:pt x="561975" y="1466850"/>
                </a:lnTo>
                <a:lnTo>
                  <a:pt x="561975" y="1457325"/>
                </a:lnTo>
                <a:lnTo>
                  <a:pt x="571500" y="1457325"/>
                </a:lnTo>
                <a:lnTo>
                  <a:pt x="571500" y="1466850"/>
                </a:lnTo>
                <a:lnTo>
                  <a:pt x="561975" y="1466850"/>
                </a:lnTo>
                <a:lnTo>
                  <a:pt x="561975" y="1476375"/>
                </a:lnTo>
                <a:lnTo>
                  <a:pt x="542925" y="1476375"/>
                </a:lnTo>
                <a:close/>
                <a:moveTo>
                  <a:pt x="933450" y="1457325"/>
                </a:moveTo>
                <a:lnTo>
                  <a:pt x="942975" y="1457325"/>
                </a:lnTo>
                <a:lnTo>
                  <a:pt x="942975" y="1466850"/>
                </a:lnTo>
                <a:lnTo>
                  <a:pt x="933450" y="1466850"/>
                </a:lnTo>
                <a:close/>
                <a:moveTo>
                  <a:pt x="276225" y="1466850"/>
                </a:moveTo>
                <a:lnTo>
                  <a:pt x="285750" y="1466850"/>
                </a:lnTo>
                <a:lnTo>
                  <a:pt x="285750" y="1476375"/>
                </a:lnTo>
                <a:lnTo>
                  <a:pt x="276225" y="1476375"/>
                </a:lnTo>
                <a:close/>
                <a:moveTo>
                  <a:pt x="304800" y="1466850"/>
                </a:moveTo>
                <a:lnTo>
                  <a:pt x="314325" y="1466850"/>
                </a:lnTo>
                <a:lnTo>
                  <a:pt x="314325" y="1476375"/>
                </a:lnTo>
                <a:lnTo>
                  <a:pt x="304800" y="1476375"/>
                </a:lnTo>
                <a:close/>
                <a:moveTo>
                  <a:pt x="457200" y="1466850"/>
                </a:moveTo>
                <a:lnTo>
                  <a:pt x="504825" y="1466850"/>
                </a:lnTo>
                <a:lnTo>
                  <a:pt x="504825" y="1476375"/>
                </a:lnTo>
                <a:lnTo>
                  <a:pt x="457200" y="1476375"/>
                </a:lnTo>
                <a:close/>
                <a:moveTo>
                  <a:pt x="742950" y="1466850"/>
                </a:moveTo>
                <a:lnTo>
                  <a:pt x="771525" y="1466850"/>
                </a:lnTo>
                <a:lnTo>
                  <a:pt x="771525" y="1476375"/>
                </a:lnTo>
                <a:lnTo>
                  <a:pt x="742950" y="1476375"/>
                </a:lnTo>
                <a:close/>
                <a:moveTo>
                  <a:pt x="828675" y="1466850"/>
                </a:moveTo>
                <a:lnTo>
                  <a:pt x="857250" y="1466850"/>
                </a:lnTo>
                <a:lnTo>
                  <a:pt x="857250" y="1476375"/>
                </a:lnTo>
                <a:lnTo>
                  <a:pt x="828675" y="1476375"/>
                </a:lnTo>
                <a:close/>
                <a:moveTo>
                  <a:pt x="942975" y="1466850"/>
                </a:moveTo>
                <a:lnTo>
                  <a:pt x="981075" y="1466850"/>
                </a:lnTo>
                <a:lnTo>
                  <a:pt x="981075" y="1476375"/>
                </a:lnTo>
                <a:lnTo>
                  <a:pt x="942975" y="1476375"/>
                </a:lnTo>
                <a:close/>
                <a:moveTo>
                  <a:pt x="1038225" y="1466850"/>
                </a:moveTo>
                <a:lnTo>
                  <a:pt x="1066800" y="1466850"/>
                </a:lnTo>
                <a:lnTo>
                  <a:pt x="1066800" y="1476375"/>
                </a:lnTo>
                <a:lnTo>
                  <a:pt x="1038225" y="1476375"/>
                </a:lnTo>
                <a:close/>
                <a:moveTo>
                  <a:pt x="885825" y="1476375"/>
                </a:moveTo>
                <a:lnTo>
                  <a:pt x="895350" y="1476375"/>
                </a:lnTo>
                <a:lnTo>
                  <a:pt x="895350" y="1485900"/>
                </a:lnTo>
                <a:lnTo>
                  <a:pt x="885825" y="1485900"/>
                </a:lnTo>
                <a:close/>
                <a:moveTo>
                  <a:pt x="904875" y="1476375"/>
                </a:moveTo>
                <a:lnTo>
                  <a:pt x="914400" y="1476375"/>
                </a:lnTo>
                <a:lnTo>
                  <a:pt x="914400" y="1485900"/>
                </a:lnTo>
                <a:lnTo>
                  <a:pt x="904875" y="1485900"/>
                </a:lnTo>
                <a:close/>
                <a:moveTo>
                  <a:pt x="1800225" y="1524000"/>
                </a:moveTo>
                <a:lnTo>
                  <a:pt x="1809750" y="1524000"/>
                </a:lnTo>
                <a:lnTo>
                  <a:pt x="1809750" y="1533525"/>
                </a:lnTo>
                <a:lnTo>
                  <a:pt x="1800225" y="1533525"/>
                </a:lnTo>
                <a:close/>
                <a:moveTo>
                  <a:pt x="257175" y="1581150"/>
                </a:moveTo>
                <a:lnTo>
                  <a:pt x="276225" y="1581150"/>
                </a:lnTo>
                <a:lnTo>
                  <a:pt x="276225" y="1590675"/>
                </a:lnTo>
                <a:lnTo>
                  <a:pt x="285750" y="1590675"/>
                </a:lnTo>
                <a:lnTo>
                  <a:pt x="285750" y="1600200"/>
                </a:lnTo>
                <a:lnTo>
                  <a:pt x="314325" y="1600200"/>
                </a:lnTo>
                <a:lnTo>
                  <a:pt x="314325" y="1590675"/>
                </a:lnTo>
                <a:lnTo>
                  <a:pt x="381000" y="1590675"/>
                </a:lnTo>
                <a:lnTo>
                  <a:pt x="381000" y="1600200"/>
                </a:lnTo>
                <a:lnTo>
                  <a:pt x="400050" y="1600200"/>
                </a:lnTo>
                <a:lnTo>
                  <a:pt x="400050" y="1590675"/>
                </a:lnTo>
                <a:lnTo>
                  <a:pt x="438150" y="1590675"/>
                </a:lnTo>
                <a:lnTo>
                  <a:pt x="438150" y="1581150"/>
                </a:lnTo>
                <a:lnTo>
                  <a:pt x="457200" y="1581150"/>
                </a:lnTo>
                <a:lnTo>
                  <a:pt x="457200" y="1590675"/>
                </a:lnTo>
                <a:lnTo>
                  <a:pt x="561975" y="1590675"/>
                </a:lnTo>
                <a:lnTo>
                  <a:pt x="561975" y="1581150"/>
                </a:lnTo>
                <a:lnTo>
                  <a:pt x="581025" y="1581150"/>
                </a:lnTo>
                <a:lnTo>
                  <a:pt x="581025" y="1600200"/>
                </a:lnTo>
                <a:lnTo>
                  <a:pt x="571500" y="1600200"/>
                </a:lnTo>
                <a:lnTo>
                  <a:pt x="571500" y="1609725"/>
                </a:lnTo>
                <a:lnTo>
                  <a:pt x="581025" y="1609725"/>
                </a:lnTo>
                <a:lnTo>
                  <a:pt x="581025" y="1619250"/>
                </a:lnTo>
                <a:lnTo>
                  <a:pt x="400050" y="1619250"/>
                </a:lnTo>
                <a:lnTo>
                  <a:pt x="400050" y="1609725"/>
                </a:lnTo>
                <a:lnTo>
                  <a:pt x="381000" y="1609725"/>
                </a:lnTo>
                <a:lnTo>
                  <a:pt x="381000" y="1619250"/>
                </a:lnTo>
                <a:lnTo>
                  <a:pt x="314325" y="1619250"/>
                </a:lnTo>
                <a:lnTo>
                  <a:pt x="314325" y="1609725"/>
                </a:lnTo>
                <a:lnTo>
                  <a:pt x="295275" y="1609725"/>
                </a:lnTo>
                <a:lnTo>
                  <a:pt x="295275" y="1619250"/>
                </a:lnTo>
                <a:lnTo>
                  <a:pt x="276225" y="1619250"/>
                </a:lnTo>
                <a:lnTo>
                  <a:pt x="276225" y="1628775"/>
                </a:lnTo>
                <a:lnTo>
                  <a:pt x="257175" y="1628775"/>
                </a:lnTo>
                <a:lnTo>
                  <a:pt x="257175" y="1619250"/>
                </a:lnTo>
                <a:lnTo>
                  <a:pt x="247650" y="1619250"/>
                </a:lnTo>
                <a:lnTo>
                  <a:pt x="247650" y="1590675"/>
                </a:lnTo>
                <a:lnTo>
                  <a:pt x="257175" y="1590675"/>
                </a:lnTo>
                <a:close/>
                <a:moveTo>
                  <a:pt x="781050" y="1581150"/>
                </a:moveTo>
                <a:lnTo>
                  <a:pt x="790575" y="1581150"/>
                </a:lnTo>
                <a:lnTo>
                  <a:pt x="790575" y="1590675"/>
                </a:lnTo>
                <a:lnTo>
                  <a:pt x="914400" y="1590675"/>
                </a:lnTo>
                <a:lnTo>
                  <a:pt x="914400" y="1600200"/>
                </a:lnTo>
                <a:lnTo>
                  <a:pt x="847725" y="1600200"/>
                </a:lnTo>
                <a:lnTo>
                  <a:pt x="847725" y="1619250"/>
                </a:lnTo>
                <a:lnTo>
                  <a:pt x="828675" y="1619250"/>
                </a:lnTo>
                <a:lnTo>
                  <a:pt x="828675" y="1600200"/>
                </a:lnTo>
                <a:lnTo>
                  <a:pt x="800100" y="1600200"/>
                </a:lnTo>
                <a:lnTo>
                  <a:pt x="800100" y="1609725"/>
                </a:lnTo>
                <a:lnTo>
                  <a:pt x="819150" y="1609725"/>
                </a:lnTo>
                <a:lnTo>
                  <a:pt x="819150" y="1619250"/>
                </a:lnTo>
                <a:lnTo>
                  <a:pt x="781050" y="1619250"/>
                </a:lnTo>
                <a:lnTo>
                  <a:pt x="781050" y="1609725"/>
                </a:lnTo>
                <a:lnTo>
                  <a:pt x="762000" y="1609725"/>
                </a:lnTo>
                <a:lnTo>
                  <a:pt x="762000" y="1600200"/>
                </a:lnTo>
                <a:lnTo>
                  <a:pt x="742950" y="1600200"/>
                </a:lnTo>
                <a:lnTo>
                  <a:pt x="742950" y="1619250"/>
                </a:lnTo>
                <a:lnTo>
                  <a:pt x="733425" y="1619250"/>
                </a:lnTo>
                <a:lnTo>
                  <a:pt x="733425" y="1628775"/>
                </a:lnTo>
                <a:lnTo>
                  <a:pt x="704850" y="1628775"/>
                </a:lnTo>
                <a:lnTo>
                  <a:pt x="704850" y="1600200"/>
                </a:lnTo>
                <a:lnTo>
                  <a:pt x="685800" y="1600200"/>
                </a:lnTo>
                <a:lnTo>
                  <a:pt x="685800" y="1609725"/>
                </a:lnTo>
                <a:lnTo>
                  <a:pt x="695325" y="1609725"/>
                </a:lnTo>
                <a:lnTo>
                  <a:pt x="695325" y="1619250"/>
                </a:lnTo>
                <a:lnTo>
                  <a:pt x="657225" y="1619250"/>
                </a:lnTo>
                <a:lnTo>
                  <a:pt x="657225" y="1609725"/>
                </a:lnTo>
                <a:lnTo>
                  <a:pt x="666750" y="1609725"/>
                </a:lnTo>
                <a:lnTo>
                  <a:pt x="666750" y="1600200"/>
                </a:lnTo>
                <a:lnTo>
                  <a:pt x="619125" y="1600200"/>
                </a:lnTo>
                <a:lnTo>
                  <a:pt x="619125" y="1590675"/>
                </a:lnTo>
                <a:lnTo>
                  <a:pt x="781050" y="1590675"/>
                </a:lnTo>
                <a:close/>
                <a:moveTo>
                  <a:pt x="1000125" y="1581150"/>
                </a:moveTo>
                <a:lnTo>
                  <a:pt x="1009650" y="1581150"/>
                </a:lnTo>
                <a:lnTo>
                  <a:pt x="1009650" y="1590675"/>
                </a:lnTo>
                <a:lnTo>
                  <a:pt x="1047750" y="1590675"/>
                </a:lnTo>
                <a:lnTo>
                  <a:pt x="1047750" y="1600200"/>
                </a:lnTo>
                <a:lnTo>
                  <a:pt x="1076325" y="1600200"/>
                </a:lnTo>
                <a:lnTo>
                  <a:pt x="1076325" y="1590675"/>
                </a:lnTo>
                <a:lnTo>
                  <a:pt x="1143000" y="1590675"/>
                </a:lnTo>
                <a:lnTo>
                  <a:pt x="1143000" y="1581150"/>
                </a:lnTo>
                <a:lnTo>
                  <a:pt x="1162050" y="1581150"/>
                </a:lnTo>
                <a:lnTo>
                  <a:pt x="1162050" y="1590675"/>
                </a:lnTo>
                <a:lnTo>
                  <a:pt x="1238250" y="1590675"/>
                </a:lnTo>
                <a:lnTo>
                  <a:pt x="1238250" y="1600200"/>
                </a:lnTo>
                <a:lnTo>
                  <a:pt x="1257300" y="1600200"/>
                </a:lnTo>
                <a:lnTo>
                  <a:pt x="1257300" y="1609725"/>
                </a:lnTo>
                <a:lnTo>
                  <a:pt x="1247775" y="1609725"/>
                </a:lnTo>
                <a:lnTo>
                  <a:pt x="1247775" y="1619250"/>
                </a:lnTo>
                <a:lnTo>
                  <a:pt x="1228725" y="1619250"/>
                </a:lnTo>
                <a:lnTo>
                  <a:pt x="1228725" y="1628775"/>
                </a:lnTo>
                <a:lnTo>
                  <a:pt x="1200150" y="1628775"/>
                </a:lnTo>
                <a:lnTo>
                  <a:pt x="1200150" y="1619250"/>
                </a:lnTo>
                <a:lnTo>
                  <a:pt x="1133475" y="1619250"/>
                </a:lnTo>
                <a:lnTo>
                  <a:pt x="1133475" y="1600200"/>
                </a:lnTo>
                <a:lnTo>
                  <a:pt x="1095375" y="1600200"/>
                </a:lnTo>
                <a:lnTo>
                  <a:pt x="1095375" y="1619250"/>
                </a:lnTo>
                <a:lnTo>
                  <a:pt x="1076325" y="1619250"/>
                </a:lnTo>
                <a:lnTo>
                  <a:pt x="1076325" y="1609725"/>
                </a:lnTo>
                <a:lnTo>
                  <a:pt x="1057275" y="1609725"/>
                </a:lnTo>
                <a:lnTo>
                  <a:pt x="1057275" y="1619250"/>
                </a:lnTo>
                <a:lnTo>
                  <a:pt x="1038225" y="1619250"/>
                </a:lnTo>
                <a:lnTo>
                  <a:pt x="1038225" y="1628775"/>
                </a:lnTo>
                <a:lnTo>
                  <a:pt x="1009650" y="1628775"/>
                </a:lnTo>
                <a:lnTo>
                  <a:pt x="1009650" y="1619250"/>
                </a:lnTo>
                <a:lnTo>
                  <a:pt x="933450" y="1619250"/>
                </a:lnTo>
                <a:lnTo>
                  <a:pt x="933450" y="1609725"/>
                </a:lnTo>
                <a:lnTo>
                  <a:pt x="914400" y="1609725"/>
                </a:lnTo>
                <a:lnTo>
                  <a:pt x="914400" y="1600200"/>
                </a:lnTo>
                <a:lnTo>
                  <a:pt x="942975" y="1600200"/>
                </a:lnTo>
                <a:lnTo>
                  <a:pt x="942975" y="1590675"/>
                </a:lnTo>
                <a:lnTo>
                  <a:pt x="1000125" y="1590675"/>
                </a:lnTo>
                <a:close/>
                <a:moveTo>
                  <a:pt x="1390650" y="1581150"/>
                </a:moveTo>
                <a:lnTo>
                  <a:pt x="1409700" y="1581150"/>
                </a:lnTo>
                <a:lnTo>
                  <a:pt x="1409700" y="1590675"/>
                </a:lnTo>
                <a:lnTo>
                  <a:pt x="1400175" y="1590675"/>
                </a:lnTo>
                <a:lnTo>
                  <a:pt x="1400175" y="1609725"/>
                </a:lnTo>
                <a:lnTo>
                  <a:pt x="1428750" y="1609725"/>
                </a:lnTo>
                <a:lnTo>
                  <a:pt x="1428750" y="1600200"/>
                </a:lnTo>
                <a:lnTo>
                  <a:pt x="1409700" y="1600200"/>
                </a:lnTo>
                <a:lnTo>
                  <a:pt x="1409700" y="1590675"/>
                </a:lnTo>
                <a:lnTo>
                  <a:pt x="1438275" y="1590675"/>
                </a:lnTo>
                <a:lnTo>
                  <a:pt x="1438275" y="1581150"/>
                </a:lnTo>
                <a:lnTo>
                  <a:pt x="1457325" y="1581150"/>
                </a:lnTo>
                <a:lnTo>
                  <a:pt x="1457325" y="1590675"/>
                </a:lnTo>
                <a:lnTo>
                  <a:pt x="1438275" y="1590675"/>
                </a:lnTo>
                <a:lnTo>
                  <a:pt x="1438275" y="1609725"/>
                </a:lnTo>
                <a:lnTo>
                  <a:pt x="1457325" y="1609725"/>
                </a:lnTo>
                <a:lnTo>
                  <a:pt x="1457325" y="1590675"/>
                </a:lnTo>
                <a:lnTo>
                  <a:pt x="1495425" y="1590675"/>
                </a:lnTo>
                <a:lnTo>
                  <a:pt x="1495425" y="1600200"/>
                </a:lnTo>
                <a:lnTo>
                  <a:pt x="1504950" y="1600200"/>
                </a:lnTo>
                <a:lnTo>
                  <a:pt x="1504950" y="1609725"/>
                </a:lnTo>
                <a:lnTo>
                  <a:pt x="1514475" y="1609725"/>
                </a:lnTo>
                <a:lnTo>
                  <a:pt x="1514475" y="1619250"/>
                </a:lnTo>
                <a:lnTo>
                  <a:pt x="1504950" y="1619250"/>
                </a:lnTo>
                <a:lnTo>
                  <a:pt x="1504950" y="1628775"/>
                </a:lnTo>
                <a:lnTo>
                  <a:pt x="1495425" y="1628775"/>
                </a:lnTo>
                <a:lnTo>
                  <a:pt x="1495425" y="1619250"/>
                </a:lnTo>
                <a:lnTo>
                  <a:pt x="1390650" y="1619250"/>
                </a:lnTo>
                <a:lnTo>
                  <a:pt x="1390650" y="1628775"/>
                </a:lnTo>
                <a:lnTo>
                  <a:pt x="1371600" y="1628775"/>
                </a:lnTo>
                <a:lnTo>
                  <a:pt x="1371600" y="1619250"/>
                </a:lnTo>
                <a:lnTo>
                  <a:pt x="1314450" y="1619250"/>
                </a:lnTo>
                <a:lnTo>
                  <a:pt x="1314450" y="1628775"/>
                </a:lnTo>
                <a:lnTo>
                  <a:pt x="1276350" y="1628775"/>
                </a:lnTo>
                <a:lnTo>
                  <a:pt x="1276350" y="1609725"/>
                </a:lnTo>
                <a:lnTo>
                  <a:pt x="1285875" y="1609725"/>
                </a:lnTo>
                <a:lnTo>
                  <a:pt x="1285875" y="1600200"/>
                </a:lnTo>
                <a:lnTo>
                  <a:pt x="1266825" y="1600200"/>
                </a:lnTo>
                <a:lnTo>
                  <a:pt x="1266825" y="1590675"/>
                </a:lnTo>
                <a:lnTo>
                  <a:pt x="1390650" y="1590675"/>
                </a:lnTo>
                <a:close/>
                <a:moveTo>
                  <a:pt x="1533525" y="1590675"/>
                </a:moveTo>
                <a:lnTo>
                  <a:pt x="1571625" y="1590675"/>
                </a:lnTo>
                <a:lnTo>
                  <a:pt x="1571625" y="1600200"/>
                </a:lnTo>
                <a:lnTo>
                  <a:pt x="1581150" y="1600200"/>
                </a:lnTo>
                <a:lnTo>
                  <a:pt x="1581150" y="1619250"/>
                </a:lnTo>
                <a:lnTo>
                  <a:pt x="1533525" y="1619250"/>
                </a:lnTo>
                <a:lnTo>
                  <a:pt x="1533525" y="1609725"/>
                </a:lnTo>
                <a:lnTo>
                  <a:pt x="1524000" y="1609725"/>
                </a:lnTo>
                <a:lnTo>
                  <a:pt x="1524000" y="1600200"/>
                </a:lnTo>
                <a:lnTo>
                  <a:pt x="1533525" y="1600200"/>
                </a:lnTo>
                <a:close/>
                <a:moveTo>
                  <a:pt x="600075" y="1600200"/>
                </a:moveTo>
                <a:lnTo>
                  <a:pt x="619125" y="1600200"/>
                </a:lnTo>
                <a:lnTo>
                  <a:pt x="619125" y="1619250"/>
                </a:lnTo>
                <a:lnTo>
                  <a:pt x="628650" y="1619250"/>
                </a:lnTo>
                <a:lnTo>
                  <a:pt x="628650" y="1628775"/>
                </a:lnTo>
                <a:lnTo>
                  <a:pt x="638175" y="1628775"/>
                </a:lnTo>
                <a:lnTo>
                  <a:pt x="638175" y="1619250"/>
                </a:lnTo>
                <a:lnTo>
                  <a:pt x="647700" y="1619250"/>
                </a:lnTo>
                <a:lnTo>
                  <a:pt x="647700" y="1628775"/>
                </a:lnTo>
                <a:lnTo>
                  <a:pt x="638175" y="1628775"/>
                </a:lnTo>
                <a:lnTo>
                  <a:pt x="638175" y="1638300"/>
                </a:lnTo>
                <a:lnTo>
                  <a:pt x="619125" y="1638300"/>
                </a:lnTo>
                <a:lnTo>
                  <a:pt x="619125" y="1628775"/>
                </a:lnTo>
                <a:lnTo>
                  <a:pt x="609600" y="1628775"/>
                </a:lnTo>
                <a:lnTo>
                  <a:pt x="609600" y="1619250"/>
                </a:lnTo>
                <a:lnTo>
                  <a:pt x="590550" y="1619250"/>
                </a:lnTo>
                <a:lnTo>
                  <a:pt x="590550" y="1609725"/>
                </a:lnTo>
                <a:lnTo>
                  <a:pt x="600075" y="1609725"/>
                </a:lnTo>
                <a:close/>
                <a:moveTo>
                  <a:pt x="352425" y="1609725"/>
                </a:moveTo>
                <a:lnTo>
                  <a:pt x="371475" y="1609725"/>
                </a:lnTo>
                <a:lnTo>
                  <a:pt x="371475" y="1600200"/>
                </a:lnTo>
                <a:lnTo>
                  <a:pt x="352425" y="1600200"/>
                </a:lnTo>
                <a:close/>
                <a:moveTo>
                  <a:pt x="542925" y="1609725"/>
                </a:moveTo>
                <a:lnTo>
                  <a:pt x="552450" y="1609725"/>
                </a:lnTo>
                <a:lnTo>
                  <a:pt x="552450" y="1600200"/>
                </a:lnTo>
                <a:lnTo>
                  <a:pt x="542925" y="1600200"/>
                </a:lnTo>
                <a:close/>
                <a:moveTo>
                  <a:pt x="857250" y="1609725"/>
                </a:moveTo>
                <a:lnTo>
                  <a:pt x="895350" y="1609725"/>
                </a:lnTo>
                <a:lnTo>
                  <a:pt x="895350" y="1619250"/>
                </a:lnTo>
                <a:lnTo>
                  <a:pt x="857250" y="1619250"/>
                </a:lnTo>
                <a:close/>
                <a:moveTo>
                  <a:pt x="942975" y="1609725"/>
                </a:moveTo>
                <a:lnTo>
                  <a:pt x="962025" y="1609725"/>
                </a:lnTo>
                <a:lnTo>
                  <a:pt x="962025" y="1600200"/>
                </a:lnTo>
                <a:lnTo>
                  <a:pt x="942975" y="1600200"/>
                </a:lnTo>
                <a:close/>
                <a:moveTo>
                  <a:pt x="1009650" y="1609725"/>
                </a:moveTo>
                <a:lnTo>
                  <a:pt x="1019175" y="1609725"/>
                </a:lnTo>
                <a:lnTo>
                  <a:pt x="1019175" y="1600200"/>
                </a:lnTo>
                <a:lnTo>
                  <a:pt x="1009650" y="1600200"/>
                </a:lnTo>
                <a:close/>
                <a:moveTo>
                  <a:pt x="1257300" y="1609725"/>
                </a:moveTo>
                <a:lnTo>
                  <a:pt x="1266825" y="1609725"/>
                </a:lnTo>
                <a:lnTo>
                  <a:pt x="1266825" y="1619250"/>
                </a:lnTo>
                <a:lnTo>
                  <a:pt x="1257300" y="1619250"/>
                </a:lnTo>
                <a:close/>
                <a:moveTo>
                  <a:pt x="581025" y="1619250"/>
                </a:moveTo>
                <a:lnTo>
                  <a:pt x="590550" y="1619250"/>
                </a:lnTo>
                <a:lnTo>
                  <a:pt x="590550" y="1628775"/>
                </a:lnTo>
                <a:lnTo>
                  <a:pt x="581025" y="1628775"/>
                </a:lnTo>
                <a:close/>
                <a:moveTo>
                  <a:pt x="1095375" y="1619250"/>
                </a:moveTo>
                <a:lnTo>
                  <a:pt x="1114425" y="1619250"/>
                </a:lnTo>
                <a:lnTo>
                  <a:pt x="1114425" y="1628775"/>
                </a:lnTo>
                <a:lnTo>
                  <a:pt x="1095375" y="1628775"/>
                </a:lnTo>
                <a:close/>
                <a:moveTo>
                  <a:pt x="1123950" y="1619250"/>
                </a:moveTo>
                <a:lnTo>
                  <a:pt x="1133475" y="1619250"/>
                </a:lnTo>
                <a:lnTo>
                  <a:pt x="1133475" y="1628775"/>
                </a:lnTo>
                <a:lnTo>
                  <a:pt x="1123950" y="1628775"/>
                </a:lnTo>
                <a:close/>
                <a:moveTo>
                  <a:pt x="371475" y="1657350"/>
                </a:moveTo>
                <a:lnTo>
                  <a:pt x="390525" y="1657350"/>
                </a:lnTo>
                <a:lnTo>
                  <a:pt x="390525" y="1666875"/>
                </a:lnTo>
                <a:lnTo>
                  <a:pt x="409575" y="1666875"/>
                </a:lnTo>
                <a:lnTo>
                  <a:pt x="409575" y="1657350"/>
                </a:lnTo>
                <a:lnTo>
                  <a:pt x="438150" y="1657350"/>
                </a:lnTo>
                <a:lnTo>
                  <a:pt x="438150" y="1666875"/>
                </a:lnTo>
                <a:lnTo>
                  <a:pt x="457200" y="1666875"/>
                </a:lnTo>
                <a:lnTo>
                  <a:pt x="457200" y="1676400"/>
                </a:lnTo>
                <a:lnTo>
                  <a:pt x="476250" y="1676400"/>
                </a:lnTo>
                <a:lnTo>
                  <a:pt x="476250" y="1666875"/>
                </a:lnTo>
                <a:lnTo>
                  <a:pt x="523875" y="1666875"/>
                </a:lnTo>
                <a:lnTo>
                  <a:pt x="523875" y="1676400"/>
                </a:lnTo>
                <a:lnTo>
                  <a:pt x="533400" y="1676400"/>
                </a:lnTo>
                <a:lnTo>
                  <a:pt x="533400" y="1666875"/>
                </a:lnTo>
                <a:lnTo>
                  <a:pt x="581025" y="1666875"/>
                </a:lnTo>
                <a:lnTo>
                  <a:pt x="581025" y="1657350"/>
                </a:lnTo>
                <a:lnTo>
                  <a:pt x="609600" y="1657350"/>
                </a:lnTo>
                <a:lnTo>
                  <a:pt x="609600" y="1666875"/>
                </a:lnTo>
                <a:lnTo>
                  <a:pt x="619125" y="1666875"/>
                </a:lnTo>
                <a:lnTo>
                  <a:pt x="619125" y="1657350"/>
                </a:lnTo>
                <a:lnTo>
                  <a:pt x="657225" y="1657350"/>
                </a:lnTo>
                <a:lnTo>
                  <a:pt x="657225" y="1666875"/>
                </a:lnTo>
                <a:lnTo>
                  <a:pt x="695325" y="1666875"/>
                </a:lnTo>
                <a:lnTo>
                  <a:pt x="695325" y="1657350"/>
                </a:lnTo>
                <a:lnTo>
                  <a:pt x="714375" y="1657350"/>
                </a:lnTo>
                <a:lnTo>
                  <a:pt x="714375" y="1666875"/>
                </a:lnTo>
                <a:lnTo>
                  <a:pt x="742950" y="1666875"/>
                </a:lnTo>
                <a:lnTo>
                  <a:pt x="742950" y="1657350"/>
                </a:lnTo>
                <a:lnTo>
                  <a:pt x="771525" y="1657350"/>
                </a:lnTo>
                <a:lnTo>
                  <a:pt x="771525" y="1666875"/>
                </a:lnTo>
                <a:lnTo>
                  <a:pt x="790575" y="1666875"/>
                </a:lnTo>
                <a:lnTo>
                  <a:pt x="790575" y="1657350"/>
                </a:lnTo>
                <a:lnTo>
                  <a:pt x="847725" y="1657350"/>
                </a:lnTo>
                <a:lnTo>
                  <a:pt x="847725" y="1666875"/>
                </a:lnTo>
                <a:lnTo>
                  <a:pt x="857250" y="1666875"/>
                </a:lnTo>
                <a:lnTo>
                  <a:pt x="857250" y="1676400"/>
                </a:lnTo>
                <a:lnTo>
                  <a:pt x="866775" y="1676400"/>
                </a:lnTo>
                <a:lnTo>
                  <a:pt x="866775" y="1685925"/>
                </a:lnTo>
                <a:lnTo>
                  <a:pt x="857250" y="1685925"/>
                </a:lnTo>
                <a:lnTo>
                  <a:pt x="857250" y="1695450"/>
                </a:lnTo>
                <a:lnTo>
                  <a:pt x="542925" y="1695450"/>
                </a:lnTo>
                <a:lnTo>
                  <a:pt x="542925" y="1685925"/>
                </a:lnTo>
                <a:lnTo>
                  <a:pt x="514350" y="1685925"/>
                </a:lnTo>
                <a:lnTo>
                  <a:pt x="514350" y="1695450"/>
                </a:lnTo>
                <a:lnTo>
                  <a:pt x="476250" y="1695450"/>
                </a:lnTo>
                <a:lnTo>
                  <a:pt x="476250" y="1685925"/>
                </a:lnTo>
                <a:lnTo>
                  <a:pt x="447675" y="1685925"/>
                </a:lnTo>
                <a:lnTo>
                  <a:pt x="447675" y="1695450"/>
                </a:lnTo>
                <a:lnTo>
                  <a:pt x="257175" y="1695450"/>
                </a:lnTo>
                <a:lnTo>
                  <a:pt x="257175" y="1685925"/>
                </a:lnTo>
                <a:lnTo>
                  <a:pt x="247650" y="1685925"/>
                </a:lnTo>
                <a:lnTo>
                  <a:pt x="247650" y="1676400"/>
                </a:lnTo>
                <a:lnTo>
                  <a:pt x="257175" y="1676400"/>
                </a:lnTo>
                <a:lnTo>
                  <a:pt x="257175" y="1666875"/>
                </a:lnTo>
                <a:lnTo>
                  <a:pt x="371475" y="1666875"/>
                </a:lnTo>
                <a:close/>
                <a:moveTo>
                  <a:pt x="180975" y="1685925"/>
                </a:moveTo>
                <a:lnTo>
                  <a:pt x="190500" y="1685925"/>
                </a:lnTo>
                <a:lnTo>
                  <a:pt x="190500" y="1695450"/>
                </a:lnTo>
                <a:lnTo>
                  <a:pt x="180975" y="1695450"/>
                </a:lnTo>
                <a:close/>
                <a:moveTo>
                  <a:pt x="590550" y="1685925"/>
                </a:moveTo>
                <a:lnTo>
                  <a:pt x="600075" y="1685925"/>
                </a:lnTo>
                <a:lnTo>
                  <a:pt x="600075" y="1666875"/>
                </a:lnTo>
                <a:lnTo>
                  <a:pt x="590550" y="1666875"/>
                </a:lnTo>
                <a:close/>
                <a:moveTo>
                  <a:pt x="628650" y="1685925"/>
                </a:moveTo>
                <a:lnTo>
                  <a:pt x="638175" y="1685925"/>
                </a:lnTo>
                <a:lnTo>
                  <a:pt x="638175" y="1676400"/>
                </a:lnTo>
                <a:lnTo>
                  <a:pt x="628650" y="1676400"/>
                </a:lnTo>
                <a:close/>
                <a:moveTo>
                  <a:pt x="790575" y="1685925"/>
                </a:moveTo>
                <a:lnTo>
                  <a:pt x="800100" y="1685925"/>
                </a:lnTo>
                <a:lnTo>
                  <a:pt x="800100" y="1666875"/>
                </a:lnTo>
                <a:lnTo>
                  <a:pt x="790575" y="1666875"/>
                </a:lnTo>
                <a:close/>
                <a:moveTo>
                  <a:pt x="1666875" y="1695450"/>
                </a:moveTo>
                <a:lnTo>
                  <a:pt x="1676400" y="1695450"/>
                </a:lnTo>
                <a:lnTo>
                  <a:pt x="1676400" y="1714500"/>
                </a:lnTo>
                <a:lnTo>
                  <a:pt x="1666875" y="1714500"/>
                </a:lnTo>
                <a:close/>
                <a:moveTo>
                  <a:pt x="190500" y="1714500"/>
                </a:moveTo>
                <a:lnTo>
                  <a:pt x="200025" y="1714500"/>
                </a:lnTo>
                <a:lnTo>
                  <a:pt x="200025" y="1724025"/>
                </a:lnTo>
                <a:lnTo>
                  <a:pt x="190500" y="1724025"/>
                </a:lnTo>
                <a:close/>
                <a:moveTo>
                  <a:pt x="1657350" y="1724025"/>
                </a:moveTo>
                <a:lnTo>
                  <a:pt x="1666875" y="1724025"/>
                </a:lnTo>
                <a:lnTo>
                  <a:pt x="1666875" y="1733550"/>
                </a:lnTo>
                <a:lnTo>
                  <a:pt x="1657350" y="1733550"/>
                </a:lnTo>
                <a:close/>
                <a:moveTo>
                  <a:pt x="1647825" y="1733550"/>
                </a:moveTo>
                <a:lnTo>
                  <a:pt x="1657350" y="1733550"/>
                </a:lnTo>
                <a:lnTo>
                  <a:pt x="1657350" y="1743075"/>
                </a:lnTo>
                <a:lnTo>
                  <a:pt x="1647825" y="1743075"/>
                </a:lnTo>
                <a:close/>
                <a:moveTo>
                  <a:pt x="1638300" y="1743075"/>
                </a:moveTo>
                <a:lnTo>
                  <a:pt x="1647825" y="1743075"/>
                </a:lnTo>
                <a:lnTo>
                  <a:pt x="1647825" y="1752600"/>
                </a:lnTo>
                <a:lnTo>
                  <a:pt x="1638300" y="1752600"/>
                </a:lnTo>
                <a:close/>
                <a:moveTo>
                  <a:pt x="1628775" y="1752600"/>
                </a:moveTo>
                <a:lnTo>
                  <a:pt x="1638300" y="1752600"/>
                </a:lnTo>
                <a:lnTo>
                  <a:pt x="1638300" y="1762125"/>
                </a:lnTo>
                <a:lnTo>
                  <a:pt x="1628775" y="1762125"/>
                </a:lnTo>
                <a:close/>
                <a:moveTo>
                  <a:pt x="238125" y="1762125"/>
                </a:moveTo>
                <a:lnTo>
                  <a:pt x="247650" y="1762125"/>
                </a:lnTo>
                <a:lnTo>
                  <a:pt x="247650" y="1771650"/>
                </a:lnTo>
                <a:lnTo>
                  <a:pt x="238125" y="1771650"/>
                </a:lnTo>
                <a:close/>
                <a:moveTo>
                  <a:pt x="1609725" y="1762125"/>
                </a:moveTo>
                <a:lnTo>
                  <a:pt x="1619250" y="1762125"/>
                </a:lnTo>
                <a:lnTo>
                  <a:pt x="1619250" y="1771650"/>
                </a:lnTo>
                <a:lnTo>
                  <a:pt x="1609725" y="1771650"/>
                </a:lnTo>
                <a:close/>
                <a:moveTo>
                  <a:pt x="266700" y="1771650"/>
                </a:moveTo>
                <a:lnTo>
                  <a:pt x="1590675" y="1771650"/>
                </a:lnTo>
                <a:lnTo>
                  <a:pt x="1590675" y="1781175"/>
                </a:lnTo>
                <a:lnTo>
                  <a:pt x="266700" y="1781175"/>
                </a:lnTo>
                <a:close/>
                <a:moveTo>
                  <a:pt x="1800225" y="2076450"/>
                </a:moveTo>
                <a:lnTo>
                  <a:pt x="1809750" y="2076450"/>
                </a:lnTo>
                <a:lnTo>
                  <a:pt x="1809750" y="2133600"/>
                </a:lnTo>
                <a:lnTo>
                  <a:pt x="1800225" y="2133600"/>
                </a:lnTo>
                <a:close/>
                <a:moveTo>
                  <a:pt x="1800225" y="2343150"/>
                </a:moveTo>
                <a:lnTo>
                  <a:pt x="1809750" y="2343150"/>
                </a:lnTo>
                <a:lnTo>
                  <a:pt x="1809750" y="2362200"/>
                </a:lnTo>
                <a:lnTo>
                  <a:pt x="1800225" y="2362200"/>
                </a:lnTo>
                <a:close/>
                <a:moveTo>
                  <a:pt x="1800225" y="2457450"/>
                </a:moveTo>
                <a:lnTo>
                  <a:pt x="1809750" y="2457450"/>
                </a:lnTo>
                <a:lnTo>
                  <a:pt x="1809750" y="2524125"/>
                </a:lnTo>
                <a:lnTo>
                  <a:pt x="1800225" y="2524125"/>
                </a:lnTo>
                <a:close/>
                <a:moveTo>
                  <a:pt x="1800225" y="2552700"/>
                </a:moveTo>
                <a:lnTo>
                  <a:pt x="1809750" y="2552700"/>
                </a:lnTo>
                <a:lnTo>
                  <a:pt x="1809750" y="3390900"/>
                </a:lnTo>
                <a:lnTo>
                  <a:pt x="1800225" y="3390900"/>
                </a:lnTo>
                <a:close/>
                <a:moveTo>
                  <a:pt x="114300" y="2790825"/>
                </a:moveTo>
                <a:lnTo>
                  <a:pt x="123825" y="2790825"/>
                </a:lnTo>
                <a:lnTo>
                  <a:pt x="123825" y="2962275"/>
                </a:lnTo>
                <a:lnTo>
                  <a:pt x="114300" y="2962275"/>
                </a:lnTo>
                <a:close/>
                <a:moveTo>
                  <a:pt x="114300" y="2981325"/>
                </a:moveTo>
                <a:lnTo>
                  <a:pt x="123825" y="2981325"/>
                </a:lnTo>
                <a:lnTo>
                  <a:pt x="123825" y="3209925"/>
                </a:lnTo>
                <a:lnTo>
                  <a:pt x="114300" y="3209925"/>
                </a:lnTo>
                <a:close/>
                <a:moveTo>
                  <a:pt x="114300" y="3286125"/>
                </a:moveTo>
                <a:lnTo>
                  <a:pt x="123825" y="3286125"/>
                </a:lnTo>
                <a:lnTo>
                  <a:pt x="123825" y="3371850"/>
                </a:lnTo>
                <a:lnTo>
                  <a:pt x="114300" y="3371850"/>
                </a:lnTo>
                <a:close/>
                <a:moveTo>
                  <a:pt x="1733550" y="3438525"/>
                </a:moveTo>
                <a:lnTo>
                  <a:pt x="1743075" y="3438525"/>
                </a:lnTo>
                <a:lnTo>
                  <a:pt x="1743075" y="3457575"/>
                </a:lnTo>
                <a:lnTo>
                  <a:pt x="1733550" y="3457575"/>
                </a:lnTo>
                <a:close/>
                <a:moveTo>
                  <a:pt x="123825" y="3467100"/>
                </a:moveTo>
                <a:lnTo>
                  <a:pt x="133350" y="3467100"/>
                </a:lnTo>
                <a:lnTo>
                  <a:pt x="133350" y="3476625"/>
                </a:lnTo>
                <a:lnTo>
                  <a:pt x="123825" y="3476625"/>
                </a:lnTo>
                <a:close/>
                <a:moveTo>
                  <a:pt x="1790700" y="3467100"/>
                </a:moveTo>
                <a:lnTo>
                  <a:pt x="1800225" y="3467100"/>
                </a:lnTo>
                <a:lnTo>
                  <a:pt x="1800225" y="3495675"/>
                </a:lnTo>
                <a:lnTo>
                  <a:pt x="1790700" y="3495675"/>
                </a:lnTo>
                <a:close/>
                <a:moveTo>
                  <a:pt x="66675" y="3495675"/>
                </a:moveTo>
                <a:lnTo>
                  <a:pt x="76200" y="3495675"/>
                </a:lnTo>
                <a:lnTo>
                  <a:pt x="76200" y="3514725"/>
                </a:lnTo>
                <a:lnTo>
                  <a:pt x="66675" y="3514725"/>
                </a:lnTo>
                <a:close/>
                <a:moveTo>
                  <a:pt x="133350" y="3505200"/>
                </a:moveTo>
                <a:lnTo>
                  <a:pt x="142875" y="3505200"/>
                </a:lnTo>
                <a:lnTo>
                  <a:pt x="142875" y="3514725"/>
                </a:lnTo>
                <a:lnTo>
                  <a:pt x="133350" y="3514725"/>
                </a:lnTo>
                <a:close/>
                <a:moveTo>
                  <a:pt x="1781175" y="3514725"/>
                </a:moveTo>
                <a:lnTo>
                  <a:pt x="1790700" y="3514725"/>
                </a:lnTo>
                <a:lnTo>
                  <a:pt x="1790700" y="3533775"/>
                </a:lnTo>
                <a:lnTo>
                  <a:pt x="1781175" y="3533775"/>
                </a:lnTo>
                <a:close/>
                <a:moveTo>
                  <a:pt x="76200" y="3533775"/>
                </a:moveTo>
                <a:lnTo>
                  <a:pt x="85725" y="3533775"/>
                </a:lnTo>
                <a:lnTo>
                  <a:pt x="85725" y="3543300"/>
                </a:lnTo>
                <a:lnTo>
                  <a:pt x="76200" y="3543300"/>
                </a:lnTo>
                <a:close/>
                <a:moveTo>
                  <a:pt x="142875" y="3533775"/>
                </a:moveTo>
                <a:lnTo>
                  <a:pt x="152400" y="3533775"/>
                </a:lnTo>
                <a:lnTo>
                  <a:pt x="152400" y="3543300"/>
                </a:lnTo>
                <a:lnTo>
                  <a:pt x="142875" y="3543300"/>
                </a:lnTo>
                <a:close/>
                <a:moveTo>
                  <a:pt x="1704975" y="3543300"/>
                </a:moveTo>
                <a:lnTo>
                  <a:pt x="1714500" y="3543300"/>
                </a:lnTo>
                <a:lnTo>
                  <a:pt x="1714500" y="3552825"/>
                </a:lnTo>
                <a:lnTo>
                  <a:pt x="1704975" y="3552825"/>
                </a:lnTo>
                <a:close/>
                <a:moveTo>
                  <a:pt x="1771650" y="3543300"/>
                </a:moveTo>
                <a:lnTo>
                  <a:pt x="1781175" y="3543300"/>
                </a:lnTo>
                <a:lnTo>
                  <a:pt x="1781175" y="3562350"/>
                </a:lnTo>
                <a:lnTo>
                  <a:pt x="1771650" y="3562350"/>
                </a:lnTo>
                <a:close/>
                <a:moveTo>
                  <a:pt x="85725" y="3552825"/>
                </a:moveTo>
                <a:lnTo>
                  <a:pt x="95250" y="3552825"/>
                </a:lnTo>
                <a:lnTo>
                  <a:pt x="95250" y="3571875"/>
                </a:lnTo>
                <a:lnTo>
                  <a:pt x="85725" y="3571875"/>
                </a:lnTo>
                <a:close/>
                <a:moveTo>
                  <a:pt x="1762125" y="3562350"/>
                </a:moveTo>
                <a:lnTo>
                  <a:pt x="1771650" y="3562350"/>
                </a:lnTo>
                <a:lnTo>
                  <a:pt x="1771650" y="3581400"/>
                </a:lnTo>
                <a:lnTo>
                  <a:pt x="1762125" y="3581400"/>
                </a:lnTo>
                <a:close/>
                <a:moveTo>
                  <a:pt x="95250" y="3571875"/>
                </a:moveTo>
                <a:lnTo>
                  <a:pt x="104775" y="3571875"/>
                </a:lnTo>
                <a:lnTo>
                  <a:pt x="104775" y="3590925"/>
                </a:lnTo>
                <a:lnTo>
                  <a:pt x="95250" y="3590925"/>
                </a:lnTo>
                <a:close/>
                <a:moveTo>
                  <a:pt x="1752600" y="3581400"/>
                </a:moveTo>
                <a:lnTo>
                  <a:pt x="1762125" y="3581400"/>
                </a:lnTo>
                <a:lnTo>
                  <a:pt x="1762125" y="3600450"/>
                </a:lnTo>
                <a:lnTo>
                  <a:pt x="1752600" y="3600450"/>
                </a:lnTo>
                <a:lnTo>
                  <a:pt x="1752600" y="3609975"/>
                </a:lnTo>
                <a:lnTo>
                  <a:pt x="1743075" y="3609975"/>
                </a:lnTo>
                <a:lnTo>
                  <a:pt x="1743075" y="3629025"/>
                </a:lnTo>
                <a:lnTo>
                  <a:pt x="1733550" y="3629025"/>
                </a:lnTo>
                <a:lnTo>
                  <a:pt x="1733550" y="3638550"/>
                </a:lnTo>
                <a:lnTo>
                  <a:pt x="1724025" y="3638550"/>
                </a:lnTo>
                <a:lnTo>
                  <a:pt x="1724025" y="3619500"/>
                </a:lnTo>
                <a:lnTo>
                  <a:pt x="1733550" y="3619500"/>
                </a:lnTo>
                <a:lnTo>
                  <a:pt x="1733550" y="3600450"/>
                </a:lnTo>
                <a:lnTo>
                  <a:pt x="1743075" y="3600450"/>
                </a:lnTo>
                <a:lnTo>
                  <a:pt x="1743075" y="3590925"/>
                </a:lnTo>
                <a:lnTo>
                  <a:pt x="1752600" y="3590925"/>
                </a:lnTo>
                <a:close/>
                <a:moveTo>
                  <a:pt x="104775" y="3590925"/>
                </a:moveTo>
                <a:lnTo>
                  <a:pt x="114300" y="3590925"/>
                </a:lnTo>
                <a:lnTo>
                  <a:pt x="114300" y="3600450"/>
                </a:lnTo>
                <a:lnTo>
                  <a:pt x="123825" y="3600450"/>
                </a:lnTo>
                <a:lnTo>
                  <a:pt x="123825" y="3609975"/>
                </a:lnTo>
                <a:lnTo>
                  <a:pt x="133350" y="3609975"/>
                </a:lnTo>
                <a:lnTo>
                  <a:pt x="133350" y="3619500"/>
                </a:lnTo>
                <a:lnTo>
                  <a:pt x="142875" y="3619500"/>
                </a:lnTo>
                <a:lnTo>
                  <a:pt x="142875" y="3638550"/>
                </a:lnTo>
                <a:lnTo>
                  <a:pt x="133350" y="3638550"/>
                </a:lnTo>
                <a:lnTo>
                  <a:pt x="133350" y="3629025"/>
                </a:lnTo>
                <a:lnTo>
                  <a:pt x="123825" y="3629025"/>
                </a:lnTo>
                <a:lnTo>
                  <a:pt x="123825" y="3619500"/>
                </a:lnTo>
                <a:lnTo>
                  <a:pt x="114300" y="3619500"/>
                </a:lnTo>
                <a:lnTo>
                  <a:pt x="114300" y="3609975"/>
                </a:lnTo>
                <a:lnTo>
                  <a:pt x="104775" y="3609975"/>
                </a:lnTo>
                <a:close/>
                <a:moveTo>
                  <a:pt x="180975" y="3590925"/>
                </a:moveTo>
                <a:lnTo>
                  <a:pt x="190500" y="3590925"/>
                </a:lnTo>
                <a:lnTo>
                  <a:pt x="190500" y="3600450"/>
                </a:lnTo>
                <a:lnTo>
                  <a:pt x="180975" y="3600450"/>
                </a:lnTo>
                <a:close/>
                <a:moveTo>
                  <a:pt x="190500" y="3600450"/>
                </a:moveTo>
                <a:lnTo>
                  <a:pt x="200025" y="3600450"/>
                </a:lnTo>
                <a:lnTo>
                  <a:pt x="200025" y="3609975"/>
                </a:lnTo>
                <a:lnTo>
                  <a:pt x="190500" y="3609975"/>
                </a:lnTo>
                <a:close/>
                <a:moveTo>
                  <a:pt x="200025" y="3609975"/>
                </a:moveTo>
                <a:lnTo>
                  <a:pt x="209550" y="3609975"/>
                </a:lnTo>
                <a:lnTo>
                  <a:pt x="209550" y="3619500"/>
                </a:lnTo>
                <a:lnTo>
                  <a:pt x="200025" y="3619500"/>
                </a:lnTo>
                <a:close/>
                <a:moveTo>
                  <a:pt x="142875" y="3638550"/>
                </a:moveTo>
                <a:lnTo>
                  <a:pt x="152400" y="3638550"/>
                </a:lnTo>
                <a:lnTo>
                  <a:pt x="152400" y="3648075"/>
                </a:lnTo>
                <a:lnTo>
                  <a:pt x="142875" y="3648075"/>
                </a:lnTo>
                <a:close/>
                <a:moveTo>
                  <a:pt x="1714500" y="3638550"/>
                </a:moveTo>
                <a:lnTo>
                  <a:pt x="1724025" y="3638550"/>
                </a:lnTo>
                <a:lnTo>
                  <a:pt x="1724025" y="3648075"/>
                </a:lnTo>
                <a:lnTo>
                  <a:pt x="1714500" y="3648075"/>
                </a:lnTo>
                <a:close/>
                <a:moveTo>
                  <a:pt x="152400" y="3648075"/>
                </a:moveTo>
                <a:lnTo>
                  <a:pt x="161925" y="3648075"/>
                </a:lnTo>
                <a:lnTo>
                  <a:pt x="161925" y="3657600"/>
                </a:lnTo>
                <a:lnTo>
                  <a:pt x="152400" y="3657600"/>
                </a:lnTo>
                <a:close/>
                <a:moveTo>
                  <a:pt x="1600200" y="3648075"/>
                </a:moveTo>
                <a:lnTo>
                  <a:pt x="1609725" y="3648075"/>
                </a:lnTo>
                <a:lnTo>
                  <a:pt x="1609725" y="3657600"/>
                </a:lnTo>
                <a:lnTo>
                  <a:pt x="1600200" y="3657600"/>
                </a:lnTo>
                <a:close/>
                <a:moveTo>
                  <a:pt x="1704975" y="3648075"/>
                </a:moveTo>
                <a:lnTo>
                  <a:pt x="1714500" y="3648075"/>
                </a:lnTo>
                <a:lnTo>
                  <a:pt x="1714500" y="3657600"/>
                </a:lnTo>
                <a:lnTo>
                  <a:pt x="1704975" y="3657600"/>
                </a:lnTo>
                <a:close/>
                <a:moveTo>
                  <a:pt x="161925" y="3657600"/>
                </a:moveTo>
                <a:lnTo>
                  <a:pt x="171450" y="3657600"/>
                </a:lnTo>
                <a:lnTo>
                  <a:pt x="171450" y="3667125"/>
                </a:lnTo>
                <a:lnTo>
                  <a:pt x="161925" y="3667125"/>
                </a:lnTo>
                <a:close/>
                <a:moveTo>
                  <a:pt x="285750" y="3657600"/>
                </a:moveTo>
                <a:lnTo>
                  <a:pt x="295275" y="3657600"/>
                </a:lnTo>
                <a:lnTo>
                  <a:pt x="295275" y="3667125"/>
                </a:lnTo>
                <a:lnTo>
                  <a:pt x="285750" y="3667125"/>
                </a:lnTo>
                <a:close/>
                <a:moveTo>
                  <a:pt x="1571625" y="3657600"/>
                </a:moveTo>
                <a:lnTo>
                  <a:pt x="1581150" y="3657600"/>
                </a:lnTo>
                <a:lnTo>
                  <a:pt x="1581150" y="3667125"/>
                </a:lnTo>
                <a:lnTo>
                  <a:pt x="1571625" y="3667125"/>
                </a:lnTo>
                <a:close/>
                <a:moveTo>
                  <a:pt x="1695450" y="3657600"/>
                </a:moveTo>
                <a:lnTo>
                  <a:pt x="1704975" y="3657600"/>
                </a:lnTo>
                <a:lnTo>
                  <a:pt x="1704975" y="3667125"/>
                </a:lnTo>
                <a:lnTo>
                  <a:pt x="1695450" y="3667125"/>
                </a:lnTo>
                <a:close/>
                <a:moveTo>
                  <a:pt x="171450" y="3667125"/>
                </a:moveTo>
                <a:lnTo>
                  <a:pt x="180975" y="3667125"/>
                </a:lnTo>
                <a:lnTo>
                  <a:pt x="180975" y="3676650"/>
                </a:lnTo>
                <a:lnTo>
                  <a:pt x="171450" y="3676650"/>
                </a:lnTo>
                <a:close/>
                <a:moveTo>
                  <a:pt x="323850" y="3667125"/>
                </a:moveTo>
                <a:lnTo>
                  <a:pt x="333375" y="3667125"/>
                </a:lnTo>
                <a:lnTo>
                  <a:pt x="333375" y="3676650"/>
                </a:lnTo>
                <a:lnTo>
                  <a:pt x="323850" y="3676650"/>
                </a:lnTo>
                <a:close/>
                <a:moveTo>
                  <a:pt x="1533525" y="3667125"/>
                </a:moveTo>
                <a:lnTo>
                  <a:pt x="1543050" y="3667125"/>
                </a:lnTo>
                <a:lnTo>
                  <a:pt x="1543050" y="3676650"/>
                </a:lnTo>
                <a:lnTo>
                  <a:pt x="1533525" y="3676650"/>
                </a:lnTo>
                <a:close/>
                <a:moveTo>
                  <a:pt x="1685925" y="3667125"/>
                </a:moveTo>
                <a:lnTo>
                  <a:pt x="1695450" y="3667125"/>
                </a:lnTo>
                <a:lnTo>
                  <a:pt x="1695450" y="3676650"/>
                </a:lnTo>
                <a:lnTo>
                  <a:pt x="1685925" y="3676650"/>
                </a:lnTo>
                <a:close/>
                <a:moveTo>
                  <a:pt x="180975" y="3676650"/>
                </a:moveTo>
                <a:lnTo>
                  <a:pt x="190500" y="3676650"/>
                </a:lnTo>
                <a:lnTo>
                  <a:pt x="190500" y="3686175"/>
                </a:lnTo>
                <a:lnTo>
                  <a:pt x="180975" y="3686175"/>
                </a:lnTo>
                <a:close/>
                <a:moveTo>
                  <a:pt x="400050" y="3676650"/>
                </a:moveTo>
                <a:lnTo>
                  <a:pt x="1457325" y="3676650"/>
                </a:lnTo>
                <a:lnTo>
                  <a:pt x="1457325" y="3686175"/>
                </a:lnTo>
                <a:lnTo>
                  <a:pt x="400050" y="3686175"/>
                </a:lnTo>
                <a:close/>
                <a:moveTo>
                  <a:pt x="1676400" y="3676650"/>
                </a:moveTo>
                <a:lnTo>
                  <a:pt x="1685925" y="3676650"/>
                </a:lnTo>
                <a:lnTo>
                  <a:pt x="1685925" y="3686175"/>
                </a:lnTo>
                <a:lnTo>
                  <a:pt x="1676400" y="3686175"/>
                </a:lnTo>
                <a:close/>
                <a:moveTo>
                  <a:pt x="200025" y="3686175"/>
                </a:moveTo>
                <a:lnTo>
                  <a:pt x="209550" y="3686175"/>
                </a:lnTo>
                <a:lnTo>
                  <a:pt x="209550" y="3695700"/>
                </a:lnTo>
                <a:lnTo>
                  <a:pt x="200025" y="3695700"/>
                </a:lnTo>
                <a:close/>
                <a:moveTo>
                  <a:pt x="1657350" y="3686175"/>
                </a:moveTo>
                <a:lnTo>
                  <a:pt x="1666875" y="3686175"/>
                </a:lnTo>
                <a:lnTo>
                  <a:pt x="1666875" y="3695700"/>
                </a:lnTo>
                <a:lnTo>
                  <a:pt x="1657350" y="3695700"/>
                </a:lnTo>
                <a:close/>
                <a:moveTo>
                  <a:pt x="209550" y="3695700"/>
                </a:moveTo>
                <a:lnTo>
                  <a:pt x="219075" y="3695700"/>
                </a:lnTo>
                <a:lnTo>
                  <a:pt x="219075" y="3705225"/>
                </a:lnTo>
                <a:lnTo>
                  <a:pt x="209550" y="3705225"/>
                </a:lnTo>
                <a:close/>
                <a:moveTo>
                  <a:pt x="1647825" y="3695700"/>
                </a:moveTo>
                <a:lnTo>
                  <a:pt x="1657350" y="3695700"/>
                </a:lnTo>
                <a:lnTo>
                  <a:pt x="1657350" y="3705225"/>
                </a:lnTo>
                <a:lnTo>
                  <a:pt x="1647825" y="3705225"/>
                </a:lnTo>
                <a:close/>
                <a:moveTo>
                  <a:pt x="228600" y="3705225"/>
                </a:moveTo>
                <a:lnTo>
                  <a:pt x="238125" y="3705225"/>
                </a:lnTo>
                <a:lnTo>
                  <a:pt x="238125" y="3714750"/>
                </a:lnTo>
                <a:lnTo>
                  <a:pt x="228600" y="3714750"/>
                </a:lnTo>
                <a:close/>
                <a:moveTo>
                  <a:pt x="1619250" y="3705225"/>
                </a:moveTo>
                <a:lnTo>
                  <a:pt x="1638300" y="3705225"/>
                </a:lnTo>
                <a:lnTo>
                  <a:pt x="1638300" y="3714750"/>
                </a:lnTo>
                <a:lnTo>
                  <a:pt x="1619250" y="3714750"/>
                </a:lnTo>
                <a:close/>
                <a:moveTo>
                  <a:pt x="247650" y="3714750"/>
                </a:moveTo>
                <a:lnTo>
                  <a:pt x="266700" y="3714750"/>
                </a:lnTo>
                <a:lnTo>
                  <a:pt x="266700" y="3724275"/>
                </a:lnTo>
                <a:lnTo>
                  <a:pt x="247650" y="3724275"/>
                </a:lnTo>
                <a:close/>
                <a:moveTo>
                  <a:pt x="1590675" y="3714750"/>
                </a:moveTo>
                <a:lnTo>
                  <a:pt x="1609725" y="3714750"/>
                </a:lnTo>
                <a:lnTo>
                  <a:pt x="1609725" y="3724275"/>
                </a:lnTo>
                <a:lnTo>
                  <a:pt x="1590675" y="3724275"/>
                </a:lnTo>
                <a:close/>
                <a:moveTo>
                  <a:pt x="276225" y="3724275"/>
                </a:moveTo>
                <a:lnTo>
                  <a:pt x="314325" y="3724275"/>
                </a:lnTo>
                <a:lnTo>
                  <a:pt x="314325" y="3733800"/>
                </a:lnTo>
                <a:lnTo>
                  <a:pt x="276225" y="3733800"/>
                </a:lnTo>
                <a:close/>
                <a:moveTo>
                  <a:pt x="1562100" y="3724275"/>
                </a:moveTo>
                <a:lnTo>
                  <a:pt x="1581150" y="3724275"/>
                </a:lnTo>
                <a:lnTo>
                  <a:pt x="1581150" y="3733800"/>
                </a:lnTo>
                <a:lnTo>
                  <a:pt x="1562100" y="3733800"/>
                </a:lnTo>
                <a:close/>
                <a:moveTo>
                  <a:pt x="314325" y="3733800"/>
                </a:moveTo>
                <a:lnTo>
                  <a:pt x="361950" y="3733800"/>
                </a:lnTo>
                <a:lnTo>
                  <a:pt x="361950" y="3743325"/>
                </a:lnTo>
                <a:lnTo>
                  <a:pt x="314325" y="3743325"/>
                </a:lnTo>
                <a:close/>
                <a:moveTo>
                  <a:pt x="1504950" y="3733800"/>
                </a:moveTo>
                <a:lnTo>
                  <a:pt x="1543050" y="3733800"/>
                </a:lnTo>
                <a:lnTo>
                  <a:pt x="1543050" y="3743325"/>
                </a:lnTo>
                <a:lnTo>
                  <a:pt x="1504950" y="3743325"/>
                </a:lnTo>
                <a:close/>
                <a:moveTo>
                  <a:pt x="485775" y="3743325"/>
                </a:moveTo>
                <a:lnTo>
                  <a:pt x="523875" y="3743325"/>
                </a:lnTo>
                <a:lnTo>
                  <a:pt x="523875" y="3752850"/>
                </a:lnTo>
                <a:lnTo>
                  <a:pt x="485775" y="3752850"/>
                </a:lnTo>
                <a:close/>
                <a:moveTo>
                  <a:pt x="571500" y="3743325"/>
                </a:moveTo>
                <a:lnTo>
                  <a:pt x="590550" y="3743325"/>
                </a:lnTo>
                <a:lnTo>
                  <a:pt x="590550" y="3752850"/>
                </a:lnTo>
                <a:lnTo>
                  <a:pt x="571500" y="3752850"/>
                </a:lnTo>
                <a:close/>
              </a:path>
            </a:pathLst>
          </a:custGeom>
          <a:solidFill xmlns:a="http://schemas.openxmlformats.org/drawingml/2006/main">
            <a:srgbClr val="35463B"/>
          </a:solidFill>
          <a:ln xmlns:a="http://schemas.openxmlformats.org/drawingml/2006/main" w="0">
            <a:noFill/>
          </a:ln>
        </p:spPr>
      </p:sp>
      <p:sp>
        <p:nvSpPr>
          <p:cNvPr id="55" name="profit vector #263d31">
            <a:extLst xmlns:a="http://schemas.openxmlformats.org/drawingml/2006/main">
              <a:ext uri="{FF2B5EF4-FFF2-40B4-BE49-F238E27FC236}">
                <a16:creationId xmlns:a16="http://schemas.microsoft.com/office/drawing/2014/main" id="{04692AD3-9F9E-4801-B907-F86F6B77E5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29825" y="1447800"/>
            <a:ext cx="2200275" cy="4467225"/>
          </a:xfrm>
          <a:custGeom xmlns:a="http://schemas.openxmlformats.org/drawingml/2006/main">
            <a:pathLst>
              <a:path w="1866900" h="3790950">
                <a:moveTo>
                  <a:pt x="342900" y="66675"/>
                </a:moveTo>
                <a:lnTo>
                  <a:pt x="419100" y="66675"/>
                </a:lnTo>
                <a:lnTo>
                  <a:pt x="419100" y="76200"/>
                </a:lnTo>
                <a:lnTo>
                  <a:pt x="342900" y="76200"/>
                </a:lnTo>
                <a:close/>
                <a:moveTo>
                  <a:pt x="457200" y="66675"/>
                </a:moveTo>
                <a:lnTo>
                  <a:pt x="476250" y="66675"/>
                </a:lnTo>
                <a:lnTo>
                  <a:pt x="476250" y="76200"/>
                </a:lnTo>
                <a:lnTo>
                  <a:pt x="457200" y="76200"/>
                </a:lnTo>
                <a:close/>
                <a:moveTo>
                  <a:pt x="533400" y="66675"/>
                </a:moveTo>
                <a:lnTo>
                  <a:pt x="1028700" y="66675"/>
                </a:lnTo>
                <a:lnTo>
                  <a:pt x="1028700" y="76200"/>
                </a:lnTo>
                <a:lnTo>
                  <a:pt x="533400" y="76200"/>
                </a:lnTo>
                <a:close/>
                <a:moveTo>
                  <a:pt x="1038225" y="66675"/>
                </a:moveTo>
                <a:lnTo>
                  <a:pt x="1066800" y="66675"/>
                </a:lnTo>
                <a:lnTo>
                  <a:pt x="1066800" y="76200"/>
                </a:lnTo>
                <a:lnTo>
                  <a:pt x="1038225" y="76200"/>
                </a:lnTo>
                <a:close/>
                <a:moveTo>
                  <a:pt x="1133475" y="66675"/>
                </a:moveTo>
                <a:lnTo>
                  <a:pt x="1181100" y="66675"/>
                </a:lnTo>
                <a:lnTo>
                  <a:pt x="1181100" y="76200"/>
                </a:lnTo>
                <a:lnTo>
                  <a:pt x="1133475" y="76200"/>
                </a:lnTo>
                <a:close/>
                <a:moveTo>
                  <a:pt x="1200150" y="66675"/>
                </a:moveTo>
                <a:lnTo>
                  <a:pt x="1219200" y="66675"/>
                </a:lnTo>
                <a:lnTo>
                  <a:pt x="1219200" y="76200"/>
                </a:lnTo>
                <a:lnTo>
                  <a:pt x="1200150" y="76200"/>
                </a:lnTo>
                <a:close/>
                <a:moveTo>
                  <a:pt x="1238250" y="66675"/>
                </a:moveTo>
                <a:lnTo>
                  <a:pt x="1257300" y="66675"/>
                </a:lnTo>
                <a:lnTo>
                  <a:pt x="1257300" y="76200"/>
                </a:lnTo>
                <a:lnTo>
                  <a:pt x="1238250" y="76200"/>
                </a:lnTo>
                <a:close/>
                <a:moveTo>
                  <a:pt x="1304925" y="66675"/>
                </a:moveTo>
                <a:lnTo>
                  <a:pt x="1390650" y="66675"/>
                </a:lnTo>
                <a:lnTo>
                  <a:pt x="1390650" y="76200"/>
                </a:lnTo>
                <a:lnTo>
                  <a:pt x="1304925" y="76200"/>
                </a:lnTo>
                <a:close/>
                <a:moveTo>
                  <a:pt x="1419225" y="66675"/>
                </a:moveTo>
                <a:lnTo>
                  <a:pt x="1428750" y="66675"/>
                </a:lnTo>
                <a:lnTo>
                  <a:pt x="1428750" y="76200"/>
                </a:lnTo>
                <a:lnTo>
                  <a:pt x="1419225" y="76200"/>
                </a:lnTo>
                <a:close/>
                <a:moveTo>
                  <a:pt x="1485900" y="66675"/>
                </a:moveTo>
                <a:lnTo>
                  <a:pt x="1504950" y="66675"/>
                </a:lnTo>
                <a:lnTo>
                  <a:pt x="1504950" y="76200"/>
                </a:lnTo>
                <a:lnTo>
                  <a:pt x="1485900" y="76200"/>
                </a:lnTo>
                <a:close/>
                <a:moveTo>
                  <a:pt x="1590675" y="85725"/>
                </a:moveTo>
                <a:lnTo>
                  <a:pt x="1600200" y="85725"/>
                </a:lnTo>
                <a:lnTo>
                  <a:pt x="1600200" y="95250"/>
                </a:lnTo>
                <a:lnTo>
                  <a:pt x="1590675" y="95250"/>
                </a:lnTo>
                <a:close/>
                <a:moveTo>
                  <a:pt x="228600" y="95250"/>
                </a:moveTo>
                <a:lnTo>
                  <a:pt x="238125" y="95250"/>
                </a:lnTo>
                <a:lnTo>
                  <a:pt x="238125" y="104775"/>
                </a:lnTo>
                <a:lnTo>
                  <a:pt x="228600" y="104775"/>
                </a:lnTo>
                <a:close/>
                <a:moveTo>
                  <a:pt x="1619250" y="95250"/>
                </a:moveTo>
                <a:lnTo>
                  <a:pt x="1628775" y="95250"/>
                </a:lnTo>
                <a:lnTo>
                  <a:pt x="1628775" y="104775"/>
                </a:lnTo>
                <a:lnTo>
                  <a:pt x="1619250" y="104775"/>
                </a:lnTo>
                <a:close/>
                <a:moveTo>
                  <a:pt x="209550" y="104775"/>
                </a:moveTo>
                <a:lnTo>
                  <a:pt x="219075" y="104775"/>
                </a:lnTo>
                <a:lnTo>
                  <a:pt x="219075" y="114300"/>
                </a:lnTo>
                <a:lnTo>
                  <a:pt x="209550" y="114300"/>
                </a:lnTo>
                <a:close/>
                <a:moveTo>
                  <a:pt x="314325" y="123825"/>
                </a:moveTo>
                <a:lnTo>
                  <a:pt x="323850" y="123825"/>
                </a:lnTo>
                <a:lnTo>
                  <a:pt x="323850" y="133350"/>
                </a:lnTo>
                <a:lnTo>
                  <a:pt x="314325" y="133350"/>
                </a:lnTo>
                <a:close/>
                <a:moveTo>
                  <a:pt x="257175" y="142875"/>
                </a:moveTo>
                <a:lnTo>
                  <a:pt x="266700" y="142875"/>
                </a:lnTo>
                <a:lnTo>
                  <a:pt x="266700" y="152400"/>
                </a:lnTo>
                <a:lnTo>
                  <a:pt x="257175" y="152400"/>
                </a:lnTo>
                <a:close/>
                <a:moveTo>
                  <a:pt x="1695450" y="142875"/>
                </a:moveTo>
                <a:lnTo>
                  <a:pt x="1704975" y="142875"/>
                </a:lnTo>
                <a:lnTo>
                  <a:pt x="1704975" y="152400"/>
                </a:lnTo>
                <a:lnTo>
                  <a:pt x="1695450" y="152400"/>
                </a:lnTo>
                <a:close/>
                <a:moveTo>
                  <a:pt x="1704975" y="152400"/>
                </a:moveTo>
                <a:lnTo>
                  <a:pt x="1714500" y="152400"/>
                </a:lnTo>
                <a:lnTo>
                  <a:pt x="1714500" y="161925"/>
                </a:lnTo>
                <a:lnTo>
                  <a:pt x="1704975" y="161925"/>
                </a:lnTo>
                <a:close/>
                <a:moveTo>
                  <a:pt x="1628775" y="161925"/>
                </a:moveTo>
                <a:lnTo>
                  <a:pt x="1638300" y="161925"/>
                </a:lnTo>
                <a:lnTo>
                  <a:pt x="1638300" y="171450"/>
                </a:lnTo>
                <a:lnTo>
                  <a:pt x="1628775" y="171450"/>
                </a:lnTo>
                <a:close/>
                <a:moveTo>
                  <a:pt x="209550" y="171450"/>
                </a:moveTo>
                <a:lnTo>
                  <a:pt x="219075" y="171450"/>
                </a:lnTo>
                <a:lnTo>
                  <a:pt x="219075" y="180975"/>
                </a:lnTo>
                <a:lnTo>
                  <a:pt x="209550" y="180975"/>
                </a:lnTo>
                <a:close/>
                <a:moveTo>
                  <a:pt x="1733550" y="190500"/>
                </a:moveTo>
                <a:lnTo>
                  <a:pt x="1743075" y="190500"/>
                </a:lnTo>
                <a:lnTo>
                  <a:pt x="1743075" y="200025"/>
                </a:lnTo>
                <a:lnTo>
                  <a:pt x="1733550" y="200025"/>
                </a:lnTo>
                <a:close/>
                <a:moveTo>
                  <a:pt x="104775" y="209550"/>
                </a:moveTo>
                <a:lnTo>
                  <a:pt x="114300" y="209550"/>
                </a:lnTo>
                <a:lnTo>
                  <a:pt x="114300" y="219075"/>
                </a:lnTo>
                <a:lnTo>
                  <a:pt x="104775" y="219075"/>
                </a:lnTo>
                <a:close/>
                <a:moveTo>
                  <a:pt x="1743075" y="209550"/>
                </a:moveTo>
                <a:lnTo>
                  <a:pt x="1752600" y="209550"/>
                </a:lnTo>
                <a:lnTo>
                  <a:pt x="1752600" y="219075"/>
                </a:lnTo>
                <a:lnTo>
                  <a:pt x="1743075" y="219075"/>
                </a:lnTo>
                <a:close/>
                <a:moveTo>
                  <a:pt x="1781175" y="304800"/>
                </a:moveTo>
                <a:lnTo>
                  <a:pt x="1790700" y="304800"/>
                </a:lnTo>
                <a:lnTo>
                  <a:pt x="1790700" y="314325"/>
                </a:lnTo>
                <a:lnTo>
                  <a:pt x="1781175" y="314325"/>
                </a:lnTo>
                <a:close/>
                <a:moveTo>
                  <a:pt x="66675" y="323850"/>
                </a:moveTo>
                <a:lnTo>
                  <a:pt x="76200" y="323850"/>
                </a:lnTo>
                <a:lnTo>
                  <a:pt x="76200" y="342900"/>
                </a:lnTo>
                <a:lnTo>
                  <a:pt x="66675" y="342900"/>
                </a:lnTo>
                <a:close/>
                <a:moveTo>
                  <a:pt x="1790700" y="361950"/>
                </a:moveTo>
                <a:lnTo>
                  <a:pt x="1800225" y="361950"/>
                </a:lnTo>
                <a:lnTo>
                  <a:pt x="1800225" y="371475"/>
                </a:lnTo>
                <a:lnTo>
                  <a:pt x="1790700" y="371475"/>
                </a:lnTo>
                <a:close/>
                <a:moveTo>
                  <a:pt x="114300" y="409575"/>
                </a:moveTo>
                <a:lnTo>
                  <a:pt x="123825" y="409575"/>
                </a:lnTo>
                <a:lnTo>
                  <a:pt x="123825" y="419100"/>
                </a:lnTo>
                <a:lnTo>
                  <a:pt x="114300" y="419100"/>
                </a:lnTo>
                <a:close/>
                <a:moveTo>
                  <a:pt x="66675" y="676275"/>
                </a:moveTo>
                <a:lnTo>
                  <a:pt x="76200" y="676275"/>
                </a:lnTo>
                <a:lnTo>
                  <a:pt x="76200" y="704850"/>
                </a:lnTo>
                <a:lnTo>
                  <a:pt x="66675" y="704850"/>
                </a:lnTo>
                <a:close/>
                <a:moveTo>
                  <a:pt x="66675" y="790575"/>
                </a:moveTo>
                <a:lnTo>
                  <a:pt x="76200" y="790575"/>
                </a:lnTo>
                <a:lnTo>
                  <a:pt x="76200" y="809625"/>
                </a:lnTo>
                <a:lnTo>
                  <a:pt x="66675" y="809625"/>
                </a:lnTo>
                <a:close/>
                <a:moveTo>
                  <a:pt x="66675" y="847725"/>
                </a:moveTo>
                <a:lnTo>
                  <a:pt x="76200" y="847725"/>
                </a:lnTo>
                <a:lnTo>
                  <a:pt x="76200" y="923925"/>
                </a:lnTo>
                <a:lnTo>
                  <a:pt x="66675" y="923925"/>
                </a:lnTo>
                <a:close/>
                <a:moveTo>
                  <a:pt x="66675" y="1038225"/>
                </a:moveTo>
                <a:lnTo>
                  <a:pt x="76200" y="1038225"/>
                </a:lnTo>
                <a:lnTo>
                  <a:pt x="76200" y="1152525"/>
                </a:lnTo>
                <a:lnTo>
                  <a:pt x="66675" y="1152525"/>
                </a:lnTo>
                <a:close/>
                <a:moveTo>
                  <a:pt x="1800225" y="1123950"/>
                </a:moveTo>
                <a:lnTo>
                  <a:pt x="1809750" y="1123950"/>
                </a:lnTo>
                <a:lnTo>
                  <a:pt x="1809750" y="1171575"/>
                </a:lnTo>
                <a:lnTo>
                  <a:pt x="1790700" y="1171575"/>
                </a:lnTo>
                <a:lnTo>
                  <a:pt x="1790700" y="1133475"/>
                </a:lnTo>
                <a:lnTo>
                  <a:pt x="1800225" y="1133475"/>
                </a:lnTo>
                <a:close/>
                <a:moveTo>
                  <a:pt x="361950" y="1190625"/>
                </a:moveTo>
                <a:lnTo>
                  <a:pt x="590550" y="1190625"/>
                </a:lnTo>
                <a:lnTo>
                  <a:pt x="590550" y="1200150"/>
                </a:lnTo>
                <a:lnTo>
                  <a:pt x="361950" y="1200150"/>
                </a:lnTo>
                <a:close/>
                <a:moveTo>
                  <a:pt x="676275" y="1190625"/>
                </a:moveTo>
                <a:lnTo>
                  <a:pt x="733425" y="1190625"/>
                </a:lnTo>
                <a:lnTo>
                  <a:pt x="733425" y="1200150"/>
                </a:lnTo>
                <a:lnTo>
                  <a:pt x="676275" y="1200150"/>
                </a:lnTo>
                <a:close/>
                <a:moveTo>
                  <a:pt x="752475" y="1190625"/>
                </a:moveTo>
                <a:lnTo>
                  <a:pt x="828675" y="1190625"/>
                </a:lnTo>
                <a:lnTo>
                  <a:pt x="828675" y="1200150"/>
                </a:lnTo>
                <a:lnTo>
                  <a:pt x="752475" y="1200150"/>
                </a:lnTo>
                <a:close/>
                <a:moveTo>
                  <a:pt x="847725" y="1190625"/>
                </a:moveTo>
                <a:lnTo>
                  <a:pt x="876300" y="1190625"/>
                </a:lnTo>
                <a:lnTo>
                  <a:pt x="876300" y="1200150"/>
                </a:lnTo>
                <a:lnTo>
                  <a:pt x="847725" y="1200150"/>
                </a:lnTo>
                <a:close/>
                <a:moveTo>
                  <a:pt x="914400" y="1190625"/>
                </a:moveTo>
                <a:lnTo>
                  <a:pt x="942975" y="1190625"/>
                </a:lnTo>
                <a:lnTo>
                  <a:pt x="942975" y="1200150"/>
                </a:lnTo>
                <a:lnTo>
                  <a:pt x="914400" y="1200150"/>
                </a:lnTo>
                <a:close/>
                <a:moveTo>
                  <a:pt x="981075" y="1190625"/>
                </a:moveTo>
                <a:lnTo>
                  <a:pt x="1609725" y="1190625"/>
                </a:lnTo>
                <a:lnTo>
                  <a:pt x="1609725" y="1200150"/>
                </a:lnTo>
                <a:lnTo>
                  <a:pt x="1628775" y="1200150"/>
                </a:lnTo>
                <a:lnTo>
                  <a:pt x="1628775" y="1209675"/>
                </a:lnTo>
                <a:lnTo>
                  <a:pt x="1638300" y="1209675"/>
                </a:lnTo>
                <a:lnTo>
                  <a:pt x="1638300" y="1219200"/>
                </a:lnTo>
                <a:lnTo>
                  <a:pt x="1647825" y="1219200"/>
                </a:lnTo>
                <a:lnTo>
                  <a:pt x="1647825" y="1228725"/>
                </a:lnTo>
                <a:lnTo>
                  <a:pt x="1657350" y="1228725"/>
                </a:lnTo>
                <a:lnTo>
                  <a:pt x="1657350" y="1238250"/>
                </a:lnTo>
                <a:lnTo>
                  <a:pt x="1666875" y="1238250"/>
                </a:lnTo>
                <a:lnTo>
                  <a:pt x="1666875" y="1257300"/>
                </a:lnTo>
                <a:lnTo>
                  <a:pt x="1676400" y="1257300"/>
                </a:lnTo>
                <a:lnTo>
                  <a:pt x="1676400" y="1333500"/>
                </a:lnTo>
                <a:lnTo>
                  <a:pt x="1666875" y="1333500"/>
                </a:lnTo>
                <a:lnTo>
                  <a:pt x="1666875" y="1323975"/>
                </a:lnTo>
                <a:lnTo>
                  <a:pt x="1657350" y="1323975"/>
                </a:lnTo>
                <a:lnTo>
                  <a:pt x="1657350" y="1333500"/>
                </a:lnTo>
                <a:lnTo>
                  <a:pt x="1647825" y="1333500"/>
                </a:lnTo>
                <a:lnTo>
                  <a:pt x="1647825" y="1343025"/>
                </a:lnTo>
                <a:lnTo>
                  <a:pt x="1638300" y="1343025"/>
                </a:lnTo>
                <a:lnTo>
                  <a:pt x="1638300" y="1333500"/>
                </a:lnTo>
                <a:lnTo>
                  <a:pt x="1628775" y="1333500"/>
                </a:lnTo>
                <a:lnTo>
                  <a:pt x="1628775" y="1352550"/>
                </a:lnTo>
                <a:lnTo>
                  <a:pt x="1619250" y="1352550"/>
                </a:lnTo>
                <a:lnTo>
                  <a:pt x="1619250" y="1285875"/>
                </a:lnTo>
                <a:lnTo>
                  <a:pt x="1609725" y="1285875"/>
                </a:lnTo>
                <a:lnTo>
                  <a:pt x="1609725" y="1266825"/>
                </a:lnTo>
                <a:lnTo>
                  <a:pt x="1600200" y="1266825"/>
                </a:lnTo>
                <a:lnTo>
                  <a:pt x="1600200" y="1257300"/>
                </a:lnTo>
                <a:lnTo>
                  <a:pt x="1581150" y="1257300"/>
                </a:lnTo>
                <a:lnTo>
                  <a:pt x="1581150" y="1247775"/>
                </a:lnTo>
                <a:lnTo>
                  <a:pt x="1476375" y="1247775"/>
                </a:lnTo>
                <a:lnTo>
                  <a:pt x="1476375" y="1257300"/>
                </a:lnTo>
                <a:lnTo>
                  <a:pt x="1457325" y="1257300"/>
                </a:lnTo>
                <a:lnTo>
                  <a:pt x="1457325" y="1266825"/>
                </a:lnTo>
                <a:lnTo>
                  <a:pt x="1447800" y="1266825"/>
                </a:lnTo>
                <a:lnTo>
                  <a:pt x="1447800" y="1285875"/>
                </a:lnTo>
                <a:lnTo>
                  <a:pt x="1438275" y="1285875"/>
                </a:lnTo>
                <a:lnTo>
                  <a:pt x="1438275" y="1276350"/>
                </a:lnTo>
                <a:lnTo>
                  <a:pt x="1419225" y="1276350"/>
                </a:lnTo>
                <a:lnTo>
                  <a:pt x="1419225" y="1285875"/>
                </a:lnTo>
                <a:lnTo>
                  <a:pt x="1409700" y="1285875"/>
                </a:lnTo>
                <a:lnTo>
                  <a:pt x="1409700" y="1276350"/>
                </a:lnTo>
                <a:lnTo>
                  <a:pt x="1400175" y="1276350"/>
                </a:lnTo>
                <a:lnTo>
                  <a:pt x="1400175" y="1295400"/>
                </a:lnTo>
                <a:lnTo>
                  <a:pt x="1352550" y="1295400"/>
                </a:lnTo>
                <a:lnTo>
                  <a:pt x="1352550" y="1285875"/>
                </a:lnTo>
                <a:lnTo>
                  <a:pt x="1343025" y="1285875"/>
                </a:lnTo>
                <a:lnTo>
                  <a:pt x="1343025" y="1276350"/>
                </a:lnTo>
                <a:lnTo>
                  <a:pt x="1352550" y="1276350"/>
                </a:lnTo>
                <a:lnTo>
                  <a:pt x="1352550" y="1266825"/>
                </a:lnTo>
                <a:lnTo>
                  <a:pt x="1362075" y="1266825"/>
                </a:lnTo>
                <a:lnTo>
                  <a:pt x="1362075" y="1257300"/>
                </a:lnTo>
                <a:lnTo>
                  <a:pt x="1381125" y="1257300"/>
                </a:lnTo>
                <a:lnTo>
                  <a:pt x="1381125" y="1266825"/>
                </a:lnTo>
                <a:lnTo>
                  <a:pt x="1409700" y="1266825"/>
                </a:lnTo>
                <a:lnTo>
                  <a:pt x="1409700" y="1257300"/>
                </a:lnTo>
                <a:lnTo>
                  <a:pt x="1428750" y="1257300"/>
                </a:lnTo>
                <a:lnTo>
                  <a:pt x="1428750" y="1238250"/>
                </a:lnTo>
                <a:lnTo>
                  <a:pt x="1457325" y="1238250"/>
                </a:lnTo>
                <a:lnTo>
                  <a:pt x="1457325" y="1228725"/>
                </a:lnTo>
                <a:lnTo>
                  <a:pt x="1466850" y="1228725"/>
                </a:lnTo>
                <a:lnTo>
                  <a:pt x="1466850" y="1238250"/>
                </a:lnTo>
                <a:lnTo>
                  <a:pt x="1533525" y="1238250"/>
                </a:lnTo>
                <a:lnTo>
                  <a:pt x="1533525" y="1228725"/>
                </a:lnTo>
                <a:lnTo>
                  <a:pt x="1485900" y="1228725"/>
                </a:lnTo>
                <a:lnTo>
                  <a:pt x="1485900" y="1200150"/>
                </a:lnTo>
                <a:lnTo>
                  <a:pt x="981075" y="1200150"/>
                </a:lnTo>
                <a:close/>
                <a:moveTo>
                  <a:pt x="66675" y="1200150"/>
                </a:moveTo>
                <a:lnTo>
                  <a:pt x="76200" y="1200150"/>
                </a:lnTo>
                <a:lnTo>
                  <a:pt x="76200" y="1228725"/>
                </a:lnTo>
                <a:lnTo>
                  <a:pt x="66675" y="1228725"/>
                </a:lnTo>
                <a:close/>
                <a:moveTo>
                  <a:pt x="1352550" y="1209675"/>
                </a:moveTo>
                <a:lnTo>
                  <a:pt x="1381125" y="1209675"/>
                </a:lnTo>
                <a:lnTo>
                  <a:pt x="1381125" y="1219200"/>
                </a:lnTo>
                <a:lnTo>
                  <a:pt x="1352550" y="1219200"/>
                </a:lnTo>
                <a:close/>
                <a:moveTo>
                  <a:pt x="1209675" y="1238250"/>
                </a:moveTo>
                <a:lnTo>
                  <a:pt x="1228725" y="1238250"/>
                </a:lnTo>
                <a:lnTo>
                  <a:pt x="1228725" y="1257300"/>
                </a:lnTo>
                <a:lnTo>
                  <a:pt x="1219200" y="1257300"/>
                </a:lnTo>
                <a:lnTo>
                  <a:pt x="1219200" y="1247775"/>
                </a:lnTo>
                <a:lnTo>
                  <a:pt x="1209675" y="1247775"/>
                </a:lnTo>
                <a:close/>
                <a:moveTo>
                  <a:pt x="1304925" y="1238250"/>
                </a:moveTo>
                <a:lnTo>
                  <a:pt x="1314450" y="1238250"/>
                </a:lnTo>
                <a:lnTo>
                  <a:pt x="1314450" y="1247775"/>
                </a:lnTo>
                <a:lnTo>
                  <a:pt x="1323975" y="1247775"/>
                </a:lnTo>
                <a:lnTo>
                  <a:pt x="1323975" y="1257300"/>
                </a:lnTo>
                <a:lnTo>
                  <a:pt x="1285875" y="1257300"/>
                </a:lnTo>
                <a:lnTo>
                  <a:pt x="1285875" y="1276350"/>
                </a:lnTo>
                <a:lnTo>
                  <a:pt x="1276350" y="1276350"/>
                </a:lnTo>
                <a:lnTo>
                  <a:pt x="1276350" y="1266825"/>
                </a:lnTo>
                <a:lnTo>
                  <a:pt x="1257300" y="1266825"/>
                </a:lnTo>
                <a:lnTo>
                  <a:pt x="1257300" y="1257300"/>
                </a:lnTo>
                <a:lnTo>
                  <a:pt x="1266825" y="1257300"/>
                </a:lnTo>
                <a:lnTo>
                  <a:pt x="1266825" y="1247775"/>
                </a:lnTo>
                <a:lnTo>
                  <a:pt x="1304925" y="1247775"/>
                </a:lnTo>
                <a:close/>
                <a:moveTo>
                  <a:pt x="190500" y="1247775"/>
                </a:moveTo>
                <a:lnTo>
                  <a:pt x="200025" y="1247775"/>
                </a:lnTo>
                <a:lnTo>
                  <a:pt x="200025" y="1257300"/>
                </a:lnTo>
                <a:lnTo>
                  <a:pt x="190500" y="1257300"/>
                </a:lnTo>
                <a:close/>
                <a:moveTo>
                  <a:pt x="1171575" y="1247775"/>
                </a:moveTo>
                <a:lnTo>
                  <a:pt x="1200150" y="1247775"/>
                </a:lnTo>
                <a:lnTo>
                  <a:pt x="1200150" y="1257300"/>
                </a:lnTo>
                <a:lnTo>
                  <a:pt x="1209675" y="1257300"/>
                </a:lnTo>
                <a:lnTo>
                  <a:pt x="1209675" y="1266825"/>
                </a:lnTo>
                <a:lnTo>
                  <a:pt x="1219200" y="1266825"/>
                </a:lnTo>
                <a:lnTo>
                  <a:pt x="1219200" y="1276350"/>
                </a:lnTo>
                <a:lnTo>
                  <a:pt x="1209675" y="1276350"/>
                </a:lnTo>
                <a:lnTo>
                  <a:pt x="1209675" y="1285875"/>
                </a:lnTo>
                <a:lnTo>
                  <a:pt x="1219200" y="1285875"/>
                </a:lnTo>
                <a:lnTo>
                  <a:pt x="1219200" y="1295400"/>
                </a:lnTo>
                <a:lnTo>
                  <a:pt x="1238250" y="1295400"/>
                </a:lnTo>
                <a:lnTo>
                  <a:pt x="1238250" y="1304925"/>
                </a:lnTo>
                <a:lnTo>
                  <a:pt x="1247775" y="1304925"/>
                </a:lnTo>
                <a:lnTo>
                  <a:pt x="1247775" y="1323975"/>
                </a:lnTo>
                <a:lnTo>
                  <a:pt x="1190625" y="1323975"/>
                </a:lnTo>
                <a:lnTo>
                  <a:pt x="1190625" y="1304925"/>
                </a:lnTo>
                <a:lnTo>
                  <a:pt x="1181100" y="1304925"/>
                </a:lnTo>
                <a:lnTo>
                  <a:pt x="1181100" y="1295400"/>
                </a:lnTo>
                <a:lnTo>
                  <a:pt x="1200150" y="1295400"/>
                </a:lnTo>
                <a:lnTo>
                  <a:pt x="1200150" y="1276350"/>
                </a:lnTo>
                <a:lnTo>
                  <a:pt x="1143000" y="1276350"/>
                </a:lnTo>
                <a:lnTo>
                  <a:pt x="1143000" y="1266825"/>
                </a:lnTo>
                <a:lnTo>
                  <a:pt x="1171575" y="1266825"/>
                </a:lnTo>
                <a:close/>
                <a:moveTo>
                  <a:pt x="1790700" y="1257300"/>
                </a:moveTo>
                <a:lnTo>
                  <a:pt x="1809750" y="1257300"/>
                </a:lnTo>
                <a:lnTo>
                  <a:pt x="1809750" y="1524000"/>
                </a:lnTo>
                <a:lnTo>
                  <a:pt x="1790700" y="1524000"/>
                </a:lnTo>
                <a:close/>
                <a:moveTo>
                  <a:pt x="371475" y="1266825"/>
                </a:moveTo>
                <a:lnTo>
                  <a:pt x="381000" y="1266825"/>
                </a:lnTo>
                <a:lnTo>
                  <a:pt x="381000" y="1276350"/>
                </a:lnTo>
                <a:lnTo>
                  <a:pt x="371475" y="1276350"/>
                </a:lnTo>
                <a:close/>
                <a:moveTo>
                  <a:pt x="447675" y="1266825"/>
                </a:moveTo>
                <a:lnTo>
                  <a:pt x="476250" y="1266825"/>
                </a:lnTo>
                <a:lnTo>
                  <a:pt x="476250" y="1276350"/>
                </a:lnTo>
                <a:lnTo>
                  <a:pt x="447675" y="1276350"/>
                </a:lnTo>
                <a:close/>
                <a:moveTo>
                  <a:pt x="695325" y="1266825"/>
                </a:moveTo>
                <a:lnTo>
                  <a:pt x="714375" y="1266825"/>
                </a:lnTo>
                <a:lnTo>
                  <a:pt x="714375" y="1276350"/>
                </a:lnTo>
                <a:lnTo>
                  <a:pt x="695325" y="1276350"/>
                </a:lnTo>
                <a:close/>
                <a:moveTo>
                  <a:pt x="180975" y="1276350"/>
                </a:moveTo>
                <a:lnTo>
                  <a:pt x="190500" y="1276350"/>
                </a:lnTo>
                <a:lnTo>
                  <a:pt x="190500" y="1362075"/>
                </a:lnTo>
                <a:lnTo>
                  <a:pt x="180975" y="1362075"/>
                </a:lnTo>
                <a:close/>
                <a:moveTo>
                  <a:pt x="352425" y="1276350"/>
                </a:moveTo>
                <a:lnTo>
                  <a:pt x="361950" y="1276350"/>
                </a:lnTo>
                <a:lnTo>
                  <a:pt x="361950" y="1285875"/>
                </a:lnTo>
                <a:lnTo>
                  <a:pt x="352425" y="1285875"/>
                </a:lnTo>
                <a:close/>
                <a:moveTo>
                  <a:pt x="733425" y="1276350"/>
                </a:moveTo>
                <a:lnTo>
                  <a:pt x="742950" y="1276350"/>
                </a:lnTo>
                <a:lnTo>
                  <a:pt x="742950" y="1285875"/>
                </a:lnTo>
                <a:lnTo>
                  <a:pt x="733425" y="1285875"/>
                </a:lnTo>
                <a:close/>
                <a:moveTo>
                  <a:pt x="1285875" y="1276350"/>
                </a:moveTo>
                <a:lnTo>
                  <a:pt x="1295400" y="1276350"/>
                </a:lnTo>
                <a:lnTo>
                  <a:pt x="1295400" y="1285875"/>
                </a:lnTo>
                <a:lnTo>
                  <a:pt x="1314450" y="1285875"/>
                </a:lnTo>
                <a:lnTo>
                  <a:pt x="1314450" y="1304925"/>
                </a:lnTo>
                <a:lnTo>
                  <a:pt x="1304925" y="1304925"/>
                </a:lnTo>
                <a:lnTo>
                  <a:pt x="1304925" y="1314450"/>
                </a:lnTo>
                <a:lnTo>
                  <a:pt x="1276350" y="1314450"/>
                </a:lnTo>
                <a:lnTo>
                  <a:pt x="1276350" y="1285875"/>
                </a:lnTo>
                <a:lnTo>
                  <a:pt x="1285875" y="1285875"/>
                </a:lnTo>
                <a:close/>
                <a:moveTo>
                  <a:pt x="504825" y="1285875"/>
                </a:moveTo>
                <a:lnTo>
                  <a:pt x="514350" y="1285875"/>
                </a:lnTo>
                <a:lnTo>
                  <a:pt x="514350" y="1295400"/>
                </a:lnTo>
                <a:lnTo>
                  <a:pt x="504825" y="1295400"/>
                </a:lnTo>
                <a:close/>
                <a:moveTo>
                  <a:pt x="200025" y="1295400"/>
                </a:moveTo>
                <a:lnTo>
                  <a:pt x="209550" y="1295400"/>
                </a:lnTo>
                <a:lnTo>
                  <a:pt x="209550" y="1314450"/>
                </a:lnTo>
                <a:lnTo>
                  <a:pt x="200025" y="1314450"/>
                </a:lnTo>
                <a:close/>
                <a:moveTo>
                  <a:pt x="1133475" y="1295400"/>
                </a:moveTo>
                <a:lnTo>
                  <a:pt x="1152525" y="1295400"/>
                </a:lnTo>
                <a:lnTo>
                  <a:pt x="1152525" y="1304925"/>
                </a:lnTo>
                <a:lnTo>
                  <a:pt x="1143000" y="1304925"/>
                </a:lnTo>
                <a:lnTo>
                  <a:pt x="1143000" y="1314450"/>
                </a:lnTo>
                <a:lnTo>
                  <a:pt x="1133475" y="1314450"/>
                </a:lnTo>
                <a:close/>
                <a:moveTo>
                  <a:pt x="1628775" y="1295400"/>
                </a:moveTo>
                <a:lnTo>
                  <a:pt x="1638300" y="1295400"/>
                </a:lnTo>
                <a:lnTo>
                  <a:pt x="1638300" y="1285875"/>
                </a:lnTo>
                <a:lnTo>
                  <a:pt x="1628775" y="1285875"/>
                </a:lnTo>
                <a:close/>
                <a:moveTo>
                  <a:pt x="733425" y="1304925"/>
                </a:moveTo>
                <a:lnTo>
                  <a:pt x="742950" y="1304925"/>
                </a:lnTo>
                <a:lnTo>
                  <a:pt x="742950" y="1314450"/>
                </a:lnTo>
                <a:lnTo>
                  <a:pt x="733425" y="1314450"/>
                </a:lnTo>
                <a:close/>
                <a:moveTo>
                  <a:pt x="66675" y="1323975"/>
                </a:moveTo>
                <a:lnTo>
                  <a:pt x="76200" y="1323975"/>
                </a:lnTo>
                <a:lnTo>
                  <a:pt x="76200" y="1485900"/>
                </a:lnTo>
                <a:lnTo>
                  <a:pt x="66675" y="1485900"/>
                </a:lnTo>
                <a:close/>
                <a:moveTo>
                  <a:pt x="809625" y="1333500"/>
                </a:moveTo>
                <a:lnTo>
                  <a:pt x="838200" y="1333500"/>
                </a:lnTo>
                <a:lnTo>
                  <a:pt x="838200" y="1343025"/>
                </a:lnTo>
                <a:lnTo>
                  <a:pt x="857250" y="1343025"/>
                </a:lnTo>
                <a:lnTo>
                  <a:pt x="857250" y="1352550"/>
                </a:lnTo>
                <a:lnTo>
                  <a:pt x="838200" y="1352550"/>
                </a:lnTo>
                <a:lnTo>
                  <a:pt x="838200" y="1362075"/>
                </a:lnTo>
                <a:lnTo>
                  <a:pt x="876300" y="1362075"/>
                </a:lnTo>
                <a:lnTo>
                  <a:pt x="876300" y="1381125"/>
                </a:lnTo>
                <a:lnTo>
                  <a:pt x="866775" y="1381125"/>
                </a:lnTo>
                <a:lnTo>
                  <a:pt x="866775" y="1371600"/>
                </a:lnTo>
                <a:lnTo>
                  <a:pt x="819150" y="1371600"/>
                </a:lnTo>
                <a:lnTo>
                  <a:pt x="819150" y="1381125"/>
                </a:lnTo>
                <a:lnTo>
                  <a:pt x="809625" y="1381125"/>
                </a:lnTo>
                <a:lnTo>
                  <a:pt x="809625" y="1371600"/>
                </a:lnTo>
                <a:lnTo>
                  <a:pt x="790575" y="1371600"/>
                </a:lnTo>
                <a:lnTo>
                  <a:pt x="790575" y="1352550"/>
                </a:lnTo>
                <a:lnTo>
                  <a:pt x="800100" y="1352550"/>
                </a:lnTo>
                <a:lnTo>
                  <a:pt x="800100" y="1343025"/>
                </a:lnTo>
                <a:lnTo>
                  <a:pt x="809625" y="1343025"/>
                </a:lnTo>
                <a:close/>
                <a:moveTo>
                  <a:pt x="1228725" y="1333500"/>
                </a:moveTo>
                <a:lnTo>
                  <a:pt x="1238250" y="1333500"/>
                </a:lnTo>
                <a:lnTo>
                  <a:pt x="1238250" y="1343025"/>
                </a:lnTo>
                <a:lnTo>
                  <a:pt x="1228725" y="1343025"/>
                </a:lnTo>
                <a:close/>
                <a:moveTo>
                  <a:pt x="1190625" y="1343025"/>
                </a:moveTo>
                <a:lnTo>
                  <a:pt x="1209675" y="1343025"/>
                </a:lnTo>
                <a:lnTo>
                  <a:pt x="1209675" y="1352550"/>
                </a:lnTo>
                <a:lnTo>
                  <a:pt x="1228725" y="1352550"/>
                </a:lnTo>
                <a:lnTo>
                  <a:pt x="1228725" y="1362075"/>
                </a:lnTo>
                <a:lnTo>
                  <a:pt x="1190625" y="1362075"/>
                </a:lnTo>
                <a:close/>
                <a:moveTo>
                  <a:pt x="1238250" y="1352550"/>
                </a:moveTo>
                <a:lnTo>
                  <a:pt x="1247775" y="1352550"/>
                </a:lnTo>
                <a:lnTo>
                  <a:pt x="1247775" y="1362075"/>
                </a:lnTo>
                <a:lnTo>
                  <a:pt x="1238250" y="1362075"/>
                </a:lnTo>
                <a:close/>
                <a:moveTo>
                  <a:pt x="342900" y="1362075"/>
                </a:moveTo>
                <a:lnTo>
                  <a:pt x="352425" y="1362075"/>
                </a:lnTo>
                <a:lnTo>
                  <a:pt x="352425" y="1371600"/>
                </a:lnTo>
                <a:lnTo>
                  <a:pt x="381000" y="1371600"/>
                </a:lnTo>
                <a:lnTo>
                  <a:pt x="381000" y="1381125"/>
                </a:lnTo>
                <a:lnTo>
                  <a:pt x="371475" y="1381125"/>
                </a:lnTo>
                <a:lnTo>
                  <a:pt x="371475" y="1390650"/>
                </a:lnTo>
                <a:lnTo>
                  <a:pt x="361950" y="1390650"/>
                </a:lnTo>
                <a:lnTo>
                  <a:pt x="361950" y="1400175"/>
                </a:lnTo>
                <a:lnTo>
                  <a:pt x="371475" y="1400175"/>
                </a:lnTo>
                <a:lnTo>
                  <a:pt x="371475" y="1409700"/>
                </a:lnTo>
                <a:lnTo>
                  <a:pt x="381000" y="1409700"/>
                </a:lnTo>
                <a:lnTo>
                  <a:pt x="381000" y="1419225"/>
                </a:lnTo>
                <a:lnTo>
                  <a:pt x="371475" y="1419225"/>
                </a:lnTo>
                <a:lnTo>
                  <a:pt x="371475" y="1428750"/>
                </a:lnTo>
                <a:lnTo>
                  <a:pt x="381000" y="1428750"/>
                </a:lnTo>
                <a:lnTo>
                  <a:pt x="381000" y="1438275"/>
                </a:lnTo>
                <a:lnTo>
                  <a:pt x="371475" y="1438275"/>
                </a:lnTo>
                <a:lnTo>
                  <a:pt x="371475" y="1447800"/>
                </a:lnTo>
                <a:lnTo>
                  <a:pt x="361950" y="1447800"/>
                </a:lnTo>
                <a:lnTo>
                  <a:pt x="361950" y="1466850"/>
                </a:lnTo>
                <a:lnTo>
                  <a:pt x="352425" y="1466850"/>
                </a:lnTo>
                <a:lnTo>
                  <a:pt x="352425" y="1447800"/>
                </a:lnTo>
                <a:lnTo>
                  <a:pt x="342900" y="1447800"/>
                </a:lnTo>
                <a:lnTo>
                  <a:pt x="342900" y="1457325"/>
                </a:lnTo>
                <a:lnTo>
                  <a:pt x="333375" y="1457325"/>
                </a:lnTo>
                <a:lnTo>
                  <a:pt x="333375" y="1428750"/>
                </a:lnTo>
                <a:lnTo>
                  <a:pt x="323850" y="1428750"/>
                </a:lnTo>
                <a:lnTo>
                  <a:pt x="323850" y="1400175"/>
                </a:lnTo>
                <a:lnTo>
                  <a:pt x="333375" y="1400175"/>
                </a:lnTo>
                <a:lnTo>
                  <a:pt x="333375" y="1390650"/>
                </a:lnTo>
                <a:lnTo>
                  <a:pt x="323850" y="1390650"/>
                </a:lnTo>
                <a:lnTo>
                  <a:pt x="323850" y="1381125"/>
                </a:lnTo>
                <a:lnTo>
                  <a:pt x="314325" y="1381125"/>
                </a:lnTo>
                <a:lnTo>
                  <a:pt x="314325" y="1371600"/>
                </a:lnTo>
                <a:lnTo>
                  <a:pt x="342900" y="1371600"/>
                </a:lnTo>
                <a:close/>
                <a:moveTo>
                  <a:pt x="933450" y="1362075"/>
                </a:moveTo>
                <a:lnTo>
                  <a:pt x="971550" y="1362075"/>
                </a:lnTo>
                <a:lnTo>
                  <a:pt x="971550" y="1371600"/>
                </a:lnTo>
                <a:lnTo>
                  <a:pt x="942975" y="1371600"/>
                </a:lnTo>
                <a:lnTo>
                  <a:pt x="942975" y="1381125"/>
                </a:lnTo>
                <a:lnTo>
                  <a:pt x="933450" y="1381125"/>
                </a:lnTo>
                <a:close/>
                <a:moveTo>
                  <a:pt x="1666875" y="1362075"/>
                </a:moveTo>
                <a:lnTo>
                  <a:pt x="1676400" y="1362075"/>
                </a:lnTo>
                <a:lnTo>
                  <a:pt x="1676400" y="1695450"/>
                </a:lnTo>
                <a:lnTo>
                  <a:pt x="1666875" y="1695450"/>
                </a:lnTo>
                <a:lnTo>
                  <a:pt x="1666875" y="1724025"/>
                </a:lnTo>
                <a:lnTo>
                  <a:pt x="1657350" y="1724025"/>
                </a:lnTo>
                <a:lnTo>
                  <a:pt x="1657350" y="1733550"/>
                </a:lnTo>
                <a:lnTo>
                  <a:pt x="1647825" y="1733550"/>
                </a:lnTo>
                <a:lnTo>
                  <a:pt x="1647825" y="1743075"/>
                </a:lnTo>
                <a:lnTo>
                  <a:pt x="1638300" y="1743075"/>
                </a:lnTo>
                <a:lnTo>
                  <a:pt x="1638300" y="1752600"/>
                </a:lnTo>
                <a:lnTo>
                  <a:pt x="1628775" y="1752600"/>
                </a:lnTo>
                <a:lnTo>
                  <a:pt x="1628775" y="1762125"/>
                </a:lnTo>
                <a:lnTo>
                  <a:pt x="1609725" y="1762125"/>
                </a:lnTo>
                <a:lnTo>
                  <a:pt x="1609725" y="1771650"/>
                </a:lnTo>
                <a:lnTo>
                  <a:pt x="847725" y="1771650"/>
                </a:lnTo>
                <a:lnTo>
                  <a:pt x="847725" y="1762125"/>
                </a:lnTo>
                <a:lnTo>
                  <a:pt x="857250" y="1762125"/>
                </a:lnTo>
                <a:lnTo>
                  <a:pt x="857250" y="1752600"/>
                </a:lnTo>
                <a:lnTo>
                  <a:pt x="847725" y="1752600"/>
                </a:lnTo>
                <a:lnTo>
                  <a:pt x="847725" y="1743075"/>
                </a:lnTo>
                <a:lnTo>
                  <a:pt x="866775" y="1743075"/>
                </a:lnTo>
                <a:lnTo>
                  <a:pt x="866775" y="1762125"/>
                </a:lnTo>
                <a:lnTo>
                  <a:pt x="923925" y="1762125"/>
                </a:lnTo>
                <a:lnTo>
                  <a:pt x="923925" y="1743075"/>
                </a:lnTo>
                <a:lnTo>
                  <a:pt x="933450" y="1743075"/>
                </a:lnTo>
                <a:lnTo>
                  <a:pt x="933450" y="1733550"/>
                </a:lnTo>
                <a:lnTo>
                  <a:pt x="952500" y="1733550"/>
                </a:lnTo>
                <a:lnTo>
                  <a:pt x="952500" y="1743075"/>
                </a:lnTo>
                <a:lnTo>
                  <a:pt x="971550" y="1743075"/>
                </a:lnTo>
                <a:lnTo>
                  <a:pt x="971550" y="1762125"/>
                </a:lnTo>
                <a:lnTo>
                  <a:pt x="981075" y="1762125"/>
                </a:lnTo>
                <a:lnTo>
                  <a:pt x="981075" y="1743075"/>
                </a:lnTo>
                <a:lnTo>
                  <a:pt x="990600" y="1743075"/>
                </a:lnTo>
                <a:lnTo>
                  <a:pt x="990600" y="1762125"/>
                </a:lnTo>
                <a:lnTo>
                  <a:pt x="1028700" y="1762125"/>
                </a:lnTo>
                <a:lnTo>
                  <a:pt x="1028700" y="1752600"/>
                </a:lnTo>
                <a:lnTo>
                  <a:pt x="1009650" y="1752600"/>
                </a:lnTo>
                <a:lnTo>
                  <a:pt x="1009650" y="1743075"/>
                </a:lnTo>
                <a:lnTo>
                  <a:pt x="1000125" y="1743075"/>
                </a:lnTo>
                <a:lnTo>
                  <a:pt x="1000125" y="1733550"/>
                </a:lnTo>
                <a:lnTo>
                  <a:pt x="990600" y="1733550"/>
                </a:lnTo>
                <a:lnTo>
                  <a:pt x="990600" y="1724025"/>
                </a:lnTo>
                <a:lnTo>
                  <a:pt x="981075" y="1724025"/>
                </a:lnTo>
                <a:lnTo>
                  <a:pt x="981075" y="1704975"/>
                </a:lnTo>
                <a:lnTo>
                  <a:pt x="1000125" y="1704975"/>
                </a:lnTo>
                <a:lnTo>
                  <a:pt x="1000125" y="1714500"/>
                </a:lnTo>
                <a:lnTo>
                  <a:pt x="1009650" y="1714500"/>
                </a:lnTo>
                <a:lnTo>
                  <a:pt x="1009650" y="1743075"/>
                </a:lnTo>
                <a:lnTo>
                  <a:pt x="1057275" y="1743075"/>
                </a:lnTo>
                <a:lnTo>
                  <a:pt x="1057275" y="1762125"/>
                </a:lnTo>
                <a:lnTo>
                  <a:pt x="1143000" y="1762125"/>
                </a:lnTo>
                <a:lnTo>
                  <a:pt x="1143000" y="1752600"/>
                </a:lnTo>
                <a:lnTo>
                  <a:pt x="1133475" y="1752600"/>
                </a:lnTo>
                <a:lnTo>
                  <a:pt x="1133475" y="1743075"/>
                </a:lnTo>
                <a:lnTo>
                  <a:pt x="1143000" y="1743075"/>
                </a:lnTo>
                <a:lnTo>
                  <a:pt x="1143000" y="1724025"/>
                </a:lnTo>
                <a:lnTo>
                  <a:pt x="1162050" y="1724025"/>
                </a:lnTo>
                <a:lnTo>
                  <a:pt x="1162050" y="1714500"/>
                </a:lnTo>
                <a:lnTo>
                  <a:pt x="1171575" y="1714500"/>
                </a:lnTo>
                <a:lnTo>
                  <a:pt x="1171575" y="1743075"/>
                </a:lnTo>
                <a:lnTo>
                  <a:pt x="1181100" y="1743075"/>
                </a:lnTo>
                <a:lnTo>
                  <a:pt x="1181100" y="1752600"/>
                </a:lnTo>
                <a:lnTo>
                  <a:pt x="1171575" y="1752600"/>
                </a:lnTo>
                <a:lnTo>
                  <a:pt x="1171575" y="1762125"/>
                </a:lnTo>
                <a:lnTo>
                  <a:pt x="1276350" y="1762125"/>
                </a:lnTo>
                <a:lnTo>
                  <a:pt x="1276350" y="1752600"/>
                </a:lnTo>
                <a:lnTo>
                  <a:pt x="1238250" y="1752600"/>
                </a:lnTo>
                <a:lnTo>
                  <a:pt x="1238250" y="1743075"/>
                </a:lnTo>
                <a:lnTo>
                  <a:pt x="1276350" y="1743075"/>
                </a:lnTo>
                <a:lnTo>
                  <a:pt x="1276350" y="1724025"/>
                </a:lnTo>
                <a:lnTo>
                  <a:pt x="1285875" y="1724025"/>
                </a:lnTo>
                <a:lnTo>
                  <a:pt x="1285875" y="1733550"/>
                </a:lnTo>
                <a:lnTo>
                  <a:pt x="1323975" y="1733550"/>
                </a:lnTo>
                <a:lnTo>
                  <a:pt x="1323975" y="1714500"/>
                </a:lnTo>
                <a:lnTo>
                  <a:pt x="1314450" y="1714500"/>
                </a:lnTo>
                <a:lnTo>
                  <a:pt x="1314450" y="1704975"/>
                </a:lnTo>
                <a:lnTo>
                  <a:pt x="1304925" y="1704975"/>
                </a:lnTo>
                <a:lnTo>
                  <a:pt x="1304925" y="1695450"/>
                </a:lnTo>
                <a:lnTo>
                  <a:pt x="1285875" y="1695450"/>
                </a:lnTo>
                <a:lnTo>
                  <a:pt x="1285875" y="1704975"/>
                </a:lnTo>
                <a:lnTo>
                  <a:pt x="1257300" y="1704975"/>
                </a:lnTo>
                <a:lnTo>
                  <a:pt x="1257300" y="1714500"/>
                </a:lnTo>
                <a:lnTo>
                  <a:pt x="1247775" y="1714500"/>
                </a:lnTo>
                <a:lnTo>
                  <a:pt x="1247775" y="1724025"/>
                </a:lnTo>
                <a:lnTo>
                  <a:pt x="1238250" y="1724025"/>
                </a:lnTo>
                <a:lnTo>
                  <a:pt x="1238250" y="1714500"/>
                </a:lnTo>
                <a:lnTo>
                  <a:pt x="1190625" y="1714500"/>
                </a:lnTo>
                <a:lnTo>
                  <a:pt x="1190625" y="1704975"/>
                </a:lnTo>
                <a:lnTo>
                  <a:pt x="1181100" y="1704975"/>
                </a:lnTo>
                <a:lnTo>
                  <a:pt x="1181100" y="1676400"/>
                </a:lnTo>
                <a:lnTo>
                  <a:pt x="1190625" y="1676400"/>
                </a:lnTo>
                <a:lnTo>
                  <a:pt x="1190625" y="1666875"/>
                </a:lnTo>
                <a:lnTo>
                  <a:pt x="1171575" y="1666875"/>
                </a:lnTo>
                <a:lnTo>
                  <a:pt x="1171575" y="1685925"/>
                </a:lnTo>
                <a:lnTo>
                  <a:pt x="1162050" y="1685925"/>
                </a:lnTo>
                <a:lnTo>
                  <a:pt x="1162050" y="1695450"/>
                </a:lnTo>
                <a:lnTo>
                  <a:pt x="1143000" y="1695450"/>
                </a:lnTo>
                <a:lnTo>
                  <a:pt x="1143000" y="1685925"/>
                </a:lnTo>
                <a:lnTo>
                  <a:pt x="1152525" y="1685925"/>
                </a:lnTo>
                <a:lnTo>
                  <a:pt x="1152525" y="1676400"/>
                </a:lnTo>
                <a:lnTo>
                  <a:pt x="1143000" y="1676400"/>
                </a:lnTo>
                <a:lnTo>
                  <a:pt x="1143000" y="1657350"/>
                </a:lnTo>
                <a:lnTo>
                  <a:pt x="1133475" y="1657350"/>
                </a:lnTo>
                <a:lnTo>
                  <a:pt x="1133475" y="1647825"/>
                </a:lnTo>
                <a:lnTo>
                  <a:pt x="1143000" y="1647825"/>
                </a:lnTo>
                <a:lnTo>
                  <a:pt x="1143000" y="1638300"/>
                </a:lnTo>
                <a:lnTo>
                  <a:pt x="1095375" y="1638300"/>
                </a:lnTo>
                <a:lnTo>
                  <a:pt x="1095375" y="1628775"/>
                </a:lnTo>
                <a:lnTo>
                  <a:pt x="1076325" y="1628775"/>
                </a:lnTo>
                <a:lnTo>
                  <a:pt x="1076325" y="1638300"/>
                </a:lnTo>
                <a:lnTo>
                  <a:pt x="1047750" y="1638300"/>
                </a:lnTo>
                <a:lnTo>
                  <a:pt x="1047750" y="1628775"/>
                </a:lnTo>
                <a:lnTo>
                  <a:pt x="1038225" y="1628775"/>
                </a:lnTo>
                <a:lnTo>
                  <a:pt x="1038225" y="1619250"/>
                </a:lnTo>
                <a:lnTo>
                  <a:pt x="1057275" y="1619250"/>
                </a:lnTo>
                <a:lnTo>
                  <a:pt x="1057275" y="1609725"/>
                </a:lnTo>
                <a:lnTo>
                  <a:pt x="1076325" y="1609725"/>
                </a:lnTo>
                <a:lnTo>
                  <a:pt x="1076325" y="1619250"/>
                </a:lnTo>
                <a:lnTo>
                  <a:pt x="1095375" y="1619250"/>
                </a:lnTo>
                <a:lnTo>
                  <a:pt x="1095375" y="1628775"/>
                </a:lnTo>
                <a:lnTo>
                  <a:pt x="1133475" y="1628775"/>
                </a:lnTo>
                <a:lnTo>
                  <a:pt x="1133475" y="1619250"/>
                </a:lnTo>
                <a:lnTo>
                  <a:pt x="1200150" y="1619250"/>
                </a:lnTo>
                <a:lnTo>
                  <a:pt x="1200150" y="1628775"/>
                </a:lnTo>
                <a:lnTo>
                  <a:pt x="1228725" y="1628775"/>
                </a:lnTo>
                <a:lnTo>
                  <a:pt x="1228725" y="1619250"/>
                </a:lnTo>
                <a:lnTo>
                  <a:pt x="1247775" y="1619250"/>
                </a:lnTo>
                <a:lnTo>
                  <a:pt x="1247775" y="1609725"/>
                </a:lnTo>
                <a:lnTo>
                  <a:pt x="1257300" y="1609725"/>
                </a:lnTo>
                <a:lnTo>
                  <a:pt x="1257300" y="1619250"/>
                </a:lnTo>
                <a:lnTo>
                  <a:pt x="1276350" y="1619250"/>
                </a:lnTo>
                <a:lnTo>
                  <a:pt x="1276350" y="1628775"/>
                </a:lnTo>
                <a:lnTo>
                  <a:pt x="1314450" y="1628775"/>
                </a:lnTo>
                <a:lnTo>
                  <a:pt x="1314450" y="1619250"/>
                </a:lnTo>
                <a:lnTo>
                  <a:pt x="1371600" y="1619250"/>
                </a:lnTo>
                <a:lnTo>
                  <a:pt x="1371600" y="1628775"/>
                </a:lnTo>
                <a:lnTo>
                  <a:pt x="1362075" y="1628775"/>
                </a:lnTo>
                <a:lnTo>
                  <a:pt x="1362075" y="1647825"/>
                </a:lnTo>
                <a:lnTo>
                  <a:pt x="1352550" y="1647825"/>
                </a:lnTo>
                <a:lnTo>
                  <a:pt x="1352550" y="1657350"/>
                </a:lnTo>
                <a:lnTo>
                  <a:pt x="1333500" y="1657350"/>
                </a:lnTo>
                <a:lnTo>
                  <a:pt x="1333500" y="1666875"/>
                </a:lnTo>
                <a:lnTo>
                  <a:pt x="1314450" y="1666875"/>
                </a:lnTo>
                <a:lnTo>
                  <a:pt x="1314450" y="1685925"/>
                </a:lnTo>
                <a:lnTo>
                  <a:pt x="1371600" y="1685925"/>
                </a:lnTo>
                <a:lnTo>
                  <a:pt x="1371600" y="1695450"/>
                </a:lnTo>
                <a:lnTo>
                  <a:pt x="1390650" y="1695450"/>
                </a:lnTo>
                <a:lnTo>
                  <a:pt x="1390650" y="1685925"/>
                </a:lnTo>
                <a:lnTo>
                  <a:pt x="1409700" y="1685925"/>
                </a:lnTo>
                <a:lnTo>
                  <a:pt x="1409700" y="1666875"/>
                </a:lnTo>
                <a:lnTo>
                  <a:pt x="1419225" y="1666875"/>
                </a:lnTo>
                <a:lnTo>
                  <a:pt x="1419225" y="1704975"/>
                </a:lnTo>
                <a:lnTo>
                  <a:pt x="1447800" y="1704975"/>
                </a:lnTo>
                <a:lnTo>
                  <a:pt x="1447800" y="1714500"/>
                </a:lnTo>
                <a:lnTo>
                  <a:pt x="1476375" y="1714500"/>
                </a:lnTo>
                <a:lnTo>
                  <a:pt x="1476375" y="1724025"/>
                </a:lnTo>
                <a:lnTo>
                  <a:pt x="1514475" y="1724025"/>
                </a:lnTo>
                <a:lnTo>
                  <a:pt x="1514475" y="1695450"/>
                </a:lnTo>
                <a:lnTo>
                  <a:pt x="1524000" y="1695450"/>
                </a:lnTo>
                <a:lnTo>
                  <a:pt x="1524000" y="1676400"/>
                </a:lnTo>
                <a:lnTo>
                  <a:pt x="1504950" y="1676400"/>
                </a:lnTo>
                <a:lnTo>
                  <a:pt x="1504950" y="1666875"/>
                </a:lnTo>
                <a:lnTo>
                  <a:pt x="1533525" y="1666875"/>
                </a:lnTo>
                <a:lnTo>
                  <a:pt x="1533525" y="1657350"/>
                </a:lnTo>
                <a:lnTo>
                  <a:pt x="1543050" y="1657350"/>
                </a:lnTo>
                <a:lnTo>
                  <a:pt x="1543050" y="1647825"/>
                </a:lnTo>
                <a:lnTo>
                  <a:pt x="1571625" y="1647825"/>
                </a:lnTo>
                <a:lnTo>
                  <a:pt x="1571625" y="1638300"/>
                </a:lnTo>
                <a:lnTo>
                  <a:pt x="1562100" y="1638300"/>
                </a:lnTo>
                <a:lnTo>
                  <a:pt x="1562100" y="1628775"/>
                </a:lnTo>
                <a:lnTo>
                  <a:pt x="1552575" y="1628775"/>
                </a:lnTo>
                <a:lnTo>
                  <a:pt x="1552575" y="1619250"/>
                </a:lnTo>
                <a:lnTo>
                  <a:pt x="1571625" y="1619250"/>
                </a:lnTo>
                <a:lnTo>
                  <a:pt x="1571625" y="1628775"/>
                </a:lnTo>
                <a:lnTo>
                  <a:pt x="1581150" y="1628775"/>
                </a:lnTo>
                <a:lnTo>
                  <a:pt x="1581150" y="1638300"/>
                </a:lnTo>
                <a:lnTo>
                  <a:pt x="1609725" y="1638300"/>
                </a:lnTo>
                <a:lnTo>
                  <a:pt x="1609725" y="1647825"/>
                </a:lnTo>
                <a:lnTo>
                  <a:pt x="1619250" y="1647825"/>
                </a:lnTo>
                <a:lnTo>
                  <a:pt x="1619250" y="1628775"/>
                </a:lnTo>
                <a:lnTo>
                  <a:pt x="1638300" y="1628775"/>
                </a:lnTo>
                <a:lnTo>
                  <a:pt x="1638300" y="1619250"/>
                </a:lnTo>
                <a:lnTo>
                  <a:pt x="1647825" y="1619250"/>
                </a:lnTo>
                <a:lnTo>
                  <a:pt x="1647825" y="1609725"/>
                </a:lnTo>
                <a:lnTo>
                  <a:pt x="1657350" y="1609725"/>
                </a:lnTo>
                <a:lnTo>
                  <a:pt x="1657350" y="1628775"/>
                </a:lnTo>
                <a:lnTo>
                  <a:pt x="1666875" y="1628775"/>
                </a:lnTo>
                <a:lnTo>
                  <a:pt x="1666875" y="1543050"/>
                </a:lnTo>
                <a:lnTo>
                  <a:pt x="1638300" y="1543050"/>
                </a:lnTo>
                <a:lnTo>
                  <a:pt x="1638300" y="1552575"/>
                </a:lnTo>
                <a:lnTo>
                  <a:pt x="1619250" y="1552575"/>
                </a:lnTo>
                <a:lnTo>
                  <a:pt x="1619250" y="1562100"/>
                </a:lnTo>
                <a:lnTo>
                  <a:pt x="1581150" y="1562100"/>
                </a:lnTo>
                <a:lnTo>
                  <a:pt x="1581150" y="1571625"/>
                </a:lnTo>
                <a:lnTo>
                  <a:pt x="1571625" y="1571625"/>
                </a:lnTo>
                <a:lnTo>
                  <a:pt x="1571625" y="1562100"/>
                </a:lnTo>
                <a:lnTo>
                  <a:pt x="1543050" y="1562100"/>
                </a:lnTo>
                <a:lnTo>
                  <a:pt x="1543050" y="1571625"/>
                </a:lnTo>
                <a:lnTo>
                  <a:pt x="1466850" y="1571625"/>
                </a:lnTo>
                <a:lnTo>
                  <a:pt x="1466850" y="1581150"/>
                </a:lnTo>
                <a:lnTo>
                  <a:pt x="1476375" y="1581150"/>
                </a:lnTo>
                <a:lnTo>
                  <a:pt x="1476375" y="1590675"/>
                </a:lnTo>
                <a:lnTo>
                  <a:pt x="1457325" y="1590675"/>
                </a:lnTo>
                <a:lnTo>
                  <a:pt x="1457325" y="1581150"/>
                </a:lnTo>
                <a:lnTo>
                  <a:pt x="1438275" y="1581150"/>
                </a:lnTo>
                <a:lnTo>
                  <a:pt x="1438275" y="1562100"/>
                </a:lnTo>
                <a:lnTo>
                  <a:pt x="1428750" y="1562100"/>
                </a:lnTo>
                <a:lnTo>
                  <a:pt x="1428750" y="1571625"/>
                </a:lnTo>
                <a:lnTo>
                  <a:pt x="1419225" y="1571625"/>
                </a:lnTo>
                <a:lnTo>
                  <a:pt x="1419225" y="1543050"/>
                </a:lnTo>
                <a:lnTo>
                  <a:pt x="1409700" y="1543050"/>
                </a:lnTo>
                <a:lnTo>
                  <a:pt x="1409700" y="1533525"/>
                </a:lnTo>
                <a:lnTo>
                  <a:pt x="1400175" y="1533525"/>
                </a:lnTo>
                <a:lnTo>
                  <a:pt x="1400175" y="1524000"/>
                </a:lnTo>
                <a:lnTo>
                  <a:pt x="1390650" y="1524000"/>
                </a:lnTo>
                <a:lnTo>
                  <a:pt x="1390650" y="1514475"/>
                </a:lnTo>
                <a:lnTo>
                  <a:pt x="1371600" y="1514475"/>
                </a:lnTo>
                <a:lnTo>
                  <a:pt x="1371600" y="1485900"/>
                </a:lnTo>
                <a:lnTo>
                  <a:pt x="1381125" y="1485900"/>
                </a:lnTo>
                <a:lnTo>
                  <a:pt x="1381125" y="1495425"/>
                </a:lnTo>
                <a:lnTo>
                  <a:pt x="1390650" y="1495425"/>
                </a:lnTo>
                <a:lnTo>
                  <a:pt x="1390650" y="1504950"/>
                </a:lnTo>
                <a:lnTo>
                  <a:pt x="1409700" y="1504950"/>
                </a:lnTo>
                <a:lnTo>
                  <a:pt x="1409700" y="1495425"/>
                </a:lnTo>
                <a:lnTo>
                  <a:pt x="1419225" y="1495425"/>
                </a:lnTo>
                <a:lnTo>
                  <a:pt x="1419225" y="1485900"/>
                </a:lnTo>
                <a:lnTo>
                  <a:pt x="1409700" y="1485900"/>
                </a:lnTo>
                <a:lnTo>
                  <a:pt x="1409700" y="1476375"/>
                </a:lnTo>
                <a:lnTo>
                  <a:pt x="1400175" y="1476375"/>
                </a:lnTo>
                <a:lnTo>
                  <a:pt x="1400175" y="1466850"/>
                </a:lnTo>
                <a:lnTo>
                  <a:pt x="1362075" y="1466850"/>
                </a:lnTo>
                <a:lnTo>
                  <a:pt x="1362075" y="1457325"/>
                </a:lnTo>
                <a:lnTo>
                  <a:pt x="1352550" y="1457325"/>
                </a:lnTo>
                <a:lnTo>
                  <a:pt x="1352550" y="1438275"/>
                </a:lnTo>
                <a:lnTo>
                  <a:pt x="1381125" y="1438275"/>
                </a:lnTo>
                <a:lnTo>
                  <a:pt x="1381125" y="1419225"/>
                </a:lnTo>
                <a:lnTo>
                  <a:pt x="1362075" y="1419225"/>
                </a:lnTo>
                <a:lnTo>
                  <a:pt x="1362075" y="1428750"/>
                </a:lnTo>
                <a:lnTo>
                  <a:pt x="1352550" y="1428750"/>
                </a:lnTo>
                <a:lnTo>
                  <a:pt x="1352550" y="1409700"/>
                </a:lnTo>
                <a:lnTo>
                  <a:pt x="1323975" y="1409700"/>
                </a:lnTo>
                <a:lnTo>
                  <a:pt x="1323975" y="1400175"/>
                </a:lnTo>
                <a:lnTo>
                  <a:pt x="1314450" y="1400175"/>
                </a:lnTo>
                <a:lnTo>
                  <a:pt x="1314450" y="1390650"/>
                </a:lnTo>
                <a:lnTo>
                  <a:pt x="1323975" y="1390650"/>
                </a:lnTo>
                <a:lnTo>
                  <a:pt x="1323975" y="1381125"/>
                </a:lnTo>
                <a:lnTo>
                  <a:pt x="1333500" y="1381125"/>
                </a:lnTo>
                <a:lnTo>
                  <a:pt x="1333500" y="1371600"/>
                </a:lnTo>
                <a:lnTo>
                  <a:pt x="1343025" y="1371600"/>
                </a:lnTo>
                <a:lnTo>
                  <a:pt x="1343025" y="1400175"/>
                </a:lnTo>
                <a:lnTo>
                  <a:pt x="1362075" y="1400175"/>
                </a:lnTo>
                <a:lnTo>
                  <a:pt x="1362075" y="1390650"/>
                </a:lnTo>
                <a:lnTo>
                  <a:pt x="1371600" y="1390650"/>
                </a:lnTo>
                <a:lnTo>
                  <a:pt x="1371600" y="1381125"/>
                </a:lnTo>
                <a:lnTo>
                  <a:pt x="1428750" y="1381125"/>
                </a:lnTo>
                <a:lnTo>
                  <a:pt x="1428750" y="1371600"/>
                </a:lnTo>
                <a:lnTo>
                  <a:pt x="1438275" y="1371600"/>
                </a:lnTo>
                <a:lnTo>
                  <a:pt x="1438275" y="1390650"/>
                </a:lnTo>
                <a:lnTo>
                  <a:pt x="1447800" y="1390650"/>
                </a:lnTo>
                <a:lnTo>
                  <a:pt x="1447800" y="1409700"/>
                </a:lnTo>
                <a:lnTo>
                  <a:pt x="1457325" y="1409700"/>
                </a:lnTo>
                <a:lnTo>
                  <a:pt x="1457325" y="1419225"/>
                </a:lnTo>
                <a:lnTo>
                  <a:pt x="1466850" y="1419225"/>
                </a:lnTo>
                <a:lnTo>
                  <a:pt x="1466850" y="1428750"/>
                </a:lnTo>
                <a:lnTo>
                  <a:pt x="1514475" y="1428750"/>
                </a:lnTo>
                <a:lnTo>
                  <a:pt x="1514475" y="1438275"/>
                </a:lnTo>
                <a:lnTo>
                  <a:pt x="1504950" y="1438275"/>
                </a:lnTo>
                <a:lnTo>
                  <a:pt x="1504950" y="1447800"/>
                </a:lnTo>
                <a:lnTo>
                  <a:pt x="1533525" y="1447800"/>
                </a:lnTo>
                <a:lnTo>
                  <a:pt x="1533525" y="1457325"/>
                </a:lnTo>
                <a:lnTo>
                  <a:pt x="1600200" y="1457325"/>
                </a:lnTo>
                <a:lnTo>
                  <a:pt x="1600200" y="1447800"/>
                </a:lnTo>
                <a:lnTo>
                  <a:pt x="1609725" y="1447800"/>
                </a:lnTo>
                <a:lnTo>
                  <a:pt x="1609725" y="1438275"/>
                </a:lnTo>
                <a:lnTo>
                  <a:pt x="1619250" y="1438275"/>
                </a:lnTo>
                <a:lnTo>
                  <a:pt x="1619250" y="1428750"/>
                </a:lnTo>
                <a:lnTo>
                  <a:pt x="1628775" y="1428750"/>
                </a:lnTo>
                <a:lnTo>
                  <a:pt x="1628775" y="1409700"/>
                </a:lnTo>
                <a:lnTo>
                  <a:pt x="1638300" y="1409700"/>
                </a:lnTo>
                <a:lnTo>
                  <a:pt x="1638300" y="1400175"/>
                </a:lnTo>
                <a:lnTo>
                  <a:pt x="1647825" y="1400175"/>
                </a:lnTo>
                <a:lnTo>
                  <a:pt x="1647825" y="1390650"/>
                </a:lnTo>
                <a:lnTo>
                  <a:pt x="1666875" y="1390650"/>
                </a:lnTo>
                <a:close/>
                <a:moveTo>
                  <a:pt x="457200" y="1371600"/>
                </a:moveTo>
                <a:lnTo>
                  <a:pt x="466725" y="1371600"/>
                </a:lnTo>
                <a:lnTo>
                  <a:pt x="466725" y="1381125"/>
                </a:lnTo>
                <a:lnTo>
                  <a:pt x="457200" y="1381125"/>
                </a:lnTo>
                <a:close/>
                <a:moveTo>
                  <a:pt x="781050" y="1371600"/>
                </a:moveTo>
                <a:lnTo>
                  <a:pt x="790575" y="1371600"/>
                </a:lnTo>
                <a:lnTo>
                  <a:pt x="790575" y="1381125"/>
                </a:lnTo>
                <a:lnTo>
                  <a:pt x="781050" y="1381125"/>
                </a:lnTo>
                <a:close/>
                <a:moveTo>
                  <a:pt x="1028700" y="1371600"/>
                </a:moveTo>
                <a:lnTo>
                  <a:pt x="1038225" y="1371600"/>
                </a:lnTo>
                <a:lnTo>
                  <a:pt x="1038225" y="1381125"/>
                </a:lnTo>
                <a:lnTo>
                  <a:pt x="1028700" y="1381125"/>
                </a:lnTo>
                <a:close/>
                <a:moveTo>
                  <a:pt x="523875" y="1381125"/>
                </a:moveTo>
                <a:lnTo>
                  <a:pt x="533400" y="1381125"/>
                </a:lnTo>
                <a:lnTo>
                  <a:pt x="533400" y="1390650"/>
                </a:lnTo>
                <a:lnTo>
                  <a:pt x="523875" y="1390650"/>
                </a:lnTo>
                <a:close/>
                <a:moveTo>
                  <a:pt x="790575" y="1381125"/>
                </a:moveTo>
                <a:lnTo>
                  <a:pt x="800100" y="1381125"/>
                </a:lnTo>
                <a:lnTo>
                  <a:pt x="800100" y="1400175"/>
                </a:lnTo>
                <a:lnTo>
                  <a:pt x="790575" y="1400175"/>
                </a:lnTo>
                <a:close/>
                <a:moveTo>
                  <a:pt x="1019175" y="1381125"/>
                </a:moveTo>
                <a:lnTo>
                  <a:pt x="1028700" y="1381125"/>
                </a:lnTo>
                <a:lnTo>
                  <a:pt x="1028700" y="1390650"/>
                </a:lnTo>
                <a:lnTo>
                  <a:pt x="1019175" y="1390650"/>
                </a:lnTo>
                <a:close/>
                <a:moveTo>
                  <a:pt x="533400" y="1390650"/>
                </a:moveTo>
                <a:lnTo>
                  <a:pt x="542925" y="1390650"/>
                </a:lnTo>
                <a:lnTo>
                  <a:pt x="542925" y="1400175"/>
                </a:lnTo>
                <a:lnTo>
                  <a:pt x="533400" y="1400175"/>
                </a:lnTo>
                <a:close/>
                <a:moveTo>
                  <a:pt x="1095375" y="1390650"/>
                </a:moveTo>
                <a:lnTo>
                  <a:pt x="1123950" y="1390650"/>
                </a:lnTo>
                <a:lnTo>
                  <a:pt x="1123950" y="1400175"/>
                </a:lnTo>
                <a:lnTo>
                  <a:pt x="1133475" y="1400175"/>
                </a:lnTo>
                <a:lnTo>
                  <a:pt x="1133475" y="1390650"/>
                </a:lnTo>
                <a:lnTo>
                  <a:pt x="1143000" y="1390650"/>
                </a:lnTo>
                <a:lnTo>
                  <a:pt x="1143000" y="1419225"/>
                </a:lnTo>
                <a:lnTo>
                  <a:pt x="1133475" y="1419225"/>
                </a:lnTo>
                <a:lnTo>
                  <a:pt x="1133475" y="1409700"/>
                </a:lnTo>
                <a:lnTo>
                  <a:pt x="1114425" y="1409700"/>
                </a:lnTo>
                <a:lnTo>
                  <a:pt x="1114425" y="1400175"/>
                </a:lnTo>
                <a:lnTo>
                  <a:pt x="1104900" y="1400175"/>
                </a:lnTo>
                <a:lnTo>
                  <a:pt x="1104900" y="1409700"/>
                </a:lnTo>
                <a:lnTo>
                  <a:pt x="1095375" y="1409700"/>
                </a:lnTo>
                <a:close/>
                <a:moveTo>
                  <a:pt x="1609725" y="1390650"/>
                </a:moveTo>
                <a:lnTo>
                  <a:pt x="1619250" y="1390650"/>
                </a:lnTo>
                <a:lnTo>
                  <a:pt x="1619250" y="1400175"/>
                </a:lnTo>
                <a:lnTo>
                  <a:pt x="1609725" y="1400175"/>
                </a:lnTo>
                <a:close/>
                <a:moveTo>
                  <a:pt x="552450" y="1400175"/>
                </a:moveTo>
                <a:lnTo>
                  <a:pt x="561975" y="1400175"/>
                </a:lnTo>
                <a:lnTo>
                  <a:pt x="561975" y="1409700"/>
                </a:lnTo>
                <a:lnTo>
                  <a:pt x="552450" y="1409700"/>
                </a:lnTo>
                <a:close/>
                <a:moveTo>
                  <a:pt x="247650" y="1409700"/>
                </a:moveTo>
                <a:lnTo>
                  <a:pt x="257175" y="1409700"/>
                </a:lnTo>
                <a:lnTo>
                  <a:pt x="257175" y="1438275"/>
                </a:lnTo>
                <a:lnTo>
                  <a:pt x="247650" y="1438275"/>
                </a:lnTo>
                <a:close/>
                <a:moveTo>
                  <a:pt x="390525" y="1409700"/>
                </a:moveTo>
                <a:lnTo>
                  <a:pt x="400050" y="1409700"/>
                </a:lnTo>
                <a:lnTo>
                  <a:pt x="400050" y="1419225"/>
                </a:lnTo>
                <a:lnTo>
                  <a:pt x="390525" y="1419225"/>
                </a:lnTo>
                <a:close/>
                <a:moveTo>
                  <a:pt x="657225" y="1409700"/>
                </a:moveTo>
                <a:lnTo>
                  <a:pt x="666750" y="1409700"/>
                </a:lnTo>
                <a:lnTo>
                  <a:pt x="666750" y="1419225"/>
                </a:lnTo>
                <a:lnTo>
                  <a:pt x="657225" y="1419225"/>
                </a:lnTo>
                <a:close/>
                <a:moveTo>
                  <a:pt x="914400" y="1409700"/>
                </a:moveTo>
                <a:lnTo>
                  <a:pt x="923925" y="1409700"/>
                </a:lnTo>
                <a:lnTo>
                  <a:pt x="923925" y="1438275"/>
                </a:lnTo>
                <a:lnTo>
                  <a:pt x="914400" y="1438275"/>
                </a:lnTo>
                <a:close/>
                <a:moveTo>
                  <a:pt x="952500" y="1409700"/>
                </a:moveTo>
                <a:lnTo>
                  <a:pt x="971550" y="1409700"/>
                </a:lnTo>
                <a:lnTo>
                  <a:pt x="971550" y="1428750"/>
                </a:lnTo>
                <a:lnTo>
                  <a:pt x="952500" y="1428750"/>
                </a:lnTo>
                <a:close/>
                <a:moveTo>
                  <a:pt x="552450" y="1419225"/>
                </a:moveTo>
                <a:lnTo>
                  <a:pt x="561975" y="1419225"/>
                </a:lnTo>
                <a:lnTo>
                  <a:pt x="561975" y="1428750"/>
                </a:lnTo>
                <a:lnTo>
                  <a:pt x="552450" y="1428750"/>
                </a:lnTo>
                <a:close/>
                <a:moveTo>
                  <a:pt x="438150" y="1428750"/>
                </a:moveTo>
                <a:lnTo>
                  <a:pt x="447675" y="1428750"/>
                </a:lnTo>
                <a:lnTo>
                  <a:pt x="447675" y="1438275"/>
                </a:lnTo>
                <a:lnTo>
                  <a:pt x="438150" y="1438275"/>
                </a:lnTo>
                <a:close/>
                <a:moveTo>
                  <a:pt x="695325" y="1428750"/>
                </a:moveTo>
                <a:lnTo>
                  <a:pt x="704850" y="1428750"/>
                </a:lnTo>
                <a:lnTo>
                  <a:pt x="704850" y="1438275"/>
                </a:lnTo>
                <a:lnTo>
                  <a:pt x="695325" y="1438275"/>
                </a:lnTo>
                <a:close/>
                <a:moveTo>
                  <a:pt x="1285875" y="1428750"/>
                </a:moveTo>
                <a:lnTo>
                  <a:pt x="1304925" y="1428750"/>
                </a:lnTo>
                <a:lnTo>
                  <a:pt x="1304925" y="1447800"/>
                </a:lnTo>
                <a:lnTo>
                  <a:pt x="1295400" y="1447800"/>
                </a:lnTo>
                <a:lnTo>
                  <a:pt x="1295400" y="1457325"/>
                </a:lnTo>
                <a:lnTo>
                  <a:pt x="1285875" y="1457325"/>
                </a:lnTo>
                <a:close/>
                <a:moveTo>
                  <a:pt x="1390650" y="1438275"/>
                </a:moveTo>
                <a:lnTo>
                  <a:pt x="1400175" y="1438275"/>
                </a:lnTo>
                <a:lnTo>
                  <a:pt x="1400175" y="1419225"/>
                </a:lnTo>
                <a:lnTo>
                  <a:pt x="1390650" y="1419225"/>
                </a:lnTo>
                <a:close/>
                <a:moveTo>
                  <a:pt x="1000125" y="1447800"/>
                </a:moveTo>
                <a:lnTo>
                  <a:pt x="1009650" y="1447800"/>
                </a:lnTo>
                <a:lnTo>
                  <a:pt x="1009650" y="1457325"/>
                </a:lnTo>
                <a:lnTo>
                  <a:pt x="1000125" y="1457325"/>
                </a:lnTo>
                <a:close/>
                <a:moveTo>
                  <a:pt x="1085850" y="1447800"/>
                </a:moveTo>
                <a:lnTo>
                  <a:pt x="1095375" y="1447800"/>
                </a:lnTo>
                <a:lnTo>
                  <a:pt x="1095375" y="1457325"/>
                </a:lnTo>
                <a:lnTo>
                  <a:pt x="1085850" y="1457325"/>
                </a:lnTo>
                <a:close/>
                <a:moveTo>
                  <a:pt x="514350" y="1457325"/>
                </a:moveTo>
                <a:lnTo>
                  <a:pt x="523875" y="1457325"/>
                </a:lnTo>
                <a:lnTo>
                  <a:pt x="523875" y="1466850"/>
                </a:lnTo>
                <a:lnTo>
                  <a:pt x="514350" y="1466850"/>
                </a:lnTo>
                <a:close/>
                <a:moveTo>
                  <a:pt x="533400" y="1457325"/>
                </a:moveTo>
                <a:lnTo>
                  <a:pt x="542925" y="1457325"/>
                </a:lnTo>
                <a:lnTo>
                  <a:pt x="542925" y="1466850"/>
                </a:lnTo>
                <a:lnTo>
                  <a:pt x="533400" y="1466850"/>
                </a:lnTo>
                <a:close/>
                <a:moveTo>
                  <a:pt x="571500" y="1457325"/>
                </a:moveTo>
                <a:lnTo>
                  <a:pt x="581025" y="1457325"/>
                </a:lnTo>
                <a:lnTo>
                  <a:pt x="581025" y="1466850"/>
                </a:lnTo>
                <a:lnTo>
                  <a:pt x="571500" y="1466850"/>
                </a:lnTo>
                <a:close/>
                <a:moveTo>
                  <a:pt x="809625" y="1457325"/>
                </a:moveTo>
                <a:lnTo>
                  <a:pt x="819150" y="1457325"/>
                </a:lnTo>
                <a:lnTo>
                  <a:pt x="819150" y="1466850"/>
                </a:lnTo>
                <a:lnTo>
                  <a:pt x="809625" y="1466850"/>
                </a:lnTo>
                <a:close/>
                <a:moveTo>
                  <a:pt x="914400" y="1457325"/>
                </a:moveTo>
                <a:lnTo>
                  <a:pt x="933450" y="1457325"/>
                </a:lnTo>
                <a:lnTo>
                  <a:pt x="933450" y="1466850"/>
                </a:lnTo>
                <a:lnTo>
                  <a:pt x="942975" y="1466850"/>
                </a:lnTo>
                <a:lnTo>
                  <a:pt x="942975" y="1476375"/>
                </a:lnTo>
                <a:lnTo>
                  <a:pt x="981075" y="1476375"/>
                </a:lnTo>
                <a:lnTo>
                  <a:pt x="981075" y="1466850"/>
                </a:lnTo>
                <a:lnTo>
                  <a:pt x="1000125" y="1466850"/>
                </a:lnTo>
                <a:lnTo>
                  <a:pt x="1000125" y="1476375"/>
                </a:lnTo>
                <a:lnTo>
                  <a:pt x="990600" y="1476375"/>
                </a:lnTo>
                <a:lnTo>
                  <a:pt x="990600" y="1485900"/>
                </a:lnTo>
                <a:lnTo>
                  <a:pt x="1000125" y="1485900"/>
                </a:lnTo>
                <a:lnTo>
                  <a:pt x="1000125" y="1514475"/>
                </a:lnTo>
                <a:lnTo>
                  <a:pt x="923925" y="1514475"/>
                </a:lnTo>
                <a:lnTo>
                  <a:pt x="923925" y="1504950"/>
                </a:lnTo>
                <a:lnTo>
                  <a:pt x="904875" y="1504950"/>
                </a:lnTo>
                <a:lnTo>
                  <a:pt x="904875" y="1495425"/>
                </a:lnTo>
                <a:lnTo>
                  <a:pt x="895350" y="1495425"/>
                </a:lnTo>
                <a:lnTo>
                  <a:pt x="895350" y="1485900"/>
                </a:lnTo>
                <a:lnTo>
                  <a:pt x="914400" y="1485900"/>
                </a:lnTo>
                <a:close/>
                <a:moveTo>
                  <a:pt x="1019175" y="1457325"/>
                </a:moveTo>
                <a:lnTo>
                  <a:pt x="1028700" y="1457325"/>
                </a:lnTo>
                <a:lnTo>
                  <a:pt x="1028700" y="1466850"/>
                </a:lnTo>
                <a:lnTo>
                  <a:pt x="1019175" y="1466850"/>
                </a:lnTo>
                <a:close/>
                <a:moveTo>
                  <a:pt x="1076325" y="1457325"/>
                </a:moveTo>
                <a:lnTo>
                  <a:pt x="1085850" y="1457325"/>
                </a:lnTo>
                <a:lnTo>
                  <a:pt x="1085850" y="1466850"/>
                </a:lnTo>
                <a:lnTo>
                  <a:pt x="1076325" y="1466850"/>
                </a:lnTo>
                <a:close/>
                <a:moveTo>
                  <a:pt x="438150" y="1466850"/>
                </a:moveTo>
                <a:lnTo>
                  <a:pt x="457200" y="1466850"/>
                </a:lnTo>
                <a:lnTo>
                  <a:pt x="457200" y="1476375"/>
                </a:lnTo>
                <a:lnTo>
                  <a:pt x="438150" y="1476375"/>
                </a:lnTo>
                <a:close/>
                <a:moveTo>
                  <a:pt x="504825" y="1466850"/>
                </a:moveTo>
                <a:lnTo>
                  <a:pt x="514350" y="1466850"/>
                </a:lnTo>
                <a:lnTo>
                  <a:pt x="514350" y="1476375"/>
                </a:lnTo>
                <a:lnTo>
                  <a:pt x="504825" y="1476375"/>
                </a:lnTo>
                <a:close/>
                <a:moveTo>
                  <a:pt x="561975" y="1466850"/>
                </a:moveTo>
                <a:lnTo>
                  <a:pt x="571500" y="1466850"/>
                </a:lnTo>
                <a:lnTo>
                  <a:pt x="571500" y="1476375"/>
                </a:lnTo>
                <a:lnTo>
                  <a:pt x="561975" y="1476375"/>
                </a:lnTo>
                <a:close/>
                <a:moveTo>
                  <a:pt x="609600" y="1466850"/>
                </a:moveTo>
                <a:lnTo>
                  <a:pt x="638175" y="1466850"/>
                </a:lnTo>
                <a:lnTo>
                  <a:pt x="638175" y="1476375"/>
                </a:lnTo>
                <a:lnTo>
                  <a:pt x="609600" y="1476375"/>
                </a:lnTo>
                <a:close/>
                <a:moveTo>
                  <a:pt x="733425" y="1466850"/>
                </a:moveTo>
                <a:lnTo>
                  <a:pt x="742950" y="1466850"/>
                </a:lnTo>
                <a:lnTo>
                  <a:pt x="742950" y="1476375"/>
                </a:lnTo>
                <a:lnTo>
                  <a:pt x="733425" y="1476375"/>
                </a:lnTo>
                <a:close/>
                <a:moveTo>
                  <a:pt x="771525" y="1466850"/>
                </a:moveTo>
                <a:lnTo>
                  <a:pt x="781050" y="1466850"/>
                </a:lnTo>
                <a:lnTo>
                  <a:pt x="781050" y="1476375"/>
                </a:lnTo>
                <a:lnTo>
                  <a:pt x="771525" y="1476375"/>
                </a:lnTo>
                <a:close/>
                <a:moveTo>
                  <a:pt x="857250" y="1466850"/>
                </a:moveTo>
                <a:lnTo>
                  <a:pt x="866775" y="1466850"/>
                </a:lnTo>
                <a:lnTo>
                  <a:pt x="866775" y="1476375"/>
                </a:lnTo>
                <a:lnTo>
                  <a:pt x="857250" y="1476375"/>
                </a:lnTo>
                <a:close/>
                <a:moveTo>
                  <a:pt x="876300" y="1466850"/>
                </a:moveTo>
                <a:lnTo>
                  <a:pt x="885825" y="1466850"/>
                </a:lnTo>
                <a:lnTo>
                  <a:pt x="885825" y="1476375"/>
                </a:lnTo>
                <a:lnTo>
                  <a:pt x="876300" y="1476375"/>
                </a:lnTo>
                <a:close/>
                <a:moveTo>
                  <a:pt x="1028700" y="1466850"/>
                </a:moveTo>
                <a:lnTo>
                  <a:pt x="1038225" y="1466850"/>
                </a:lnTo>
                <a:lnTo>
                  <a:pt x="1038225" y="1476375"/>
                </a:lnTo>
                <a:lnTo>
                  <a:pt x="1028700" y="1476375"/>
                </a:lnTo>
                <a:close/>
                <a:moveTo>
                  <a:pt x="552450" y="1476375"/>
                </a:moveTo>
                <a:lnTo>
                  <a:pt x="561975" y="1476375"/>
                </a:lnTo>
                <a:lnTo>
                  <a:pt x="561975" y="1485900"/>
                </a:lnTo>
                <a:lnTo>
                  <a:pt x="552450" y="1485900"/>
                </a:lnTo>
                <a:close/>
                <a:moveTo>
                  <a:pt x="638175" y="1476375"/>
                </a:moveTo>
                <a:lnTo>
                  <a:pt x="695325" y="1476375"/>
                </a:lnTo>
                <a:lnTo>
                  <a:pt x="695325" y="1485900"/>
                </a:lnTo>
                <a:lnTo>
                  <a:pt x="638175" y="1485900"/>
                </a:lnTo>
                <a:close/>
                <a:moveTo>
                  <a:pt x="666750" y="1495425"/>
                </a:moveTo>
                <a:lnTo>
                  <a:pt x="685800" y="1495425"/>
                </a:lnTo>
                <a:lnTo>
                  <a:pt x="685800" y="1504950"/>
                </a:lnTo>
                <a:lnTo>
                  <a:pt x="666750" y="1504950"/>
                </a:lnTo>
                <a:close/>
                <a:moveTo>
                  <a:pt x="66675" y="1533525"/>
                </a:moveTo>
                <a:lnTo>
                  <a:pt x="76200" y="1533525"/>
                </a:lnTo>
                <a:lnTo>
                  <a:pt x="76200" y="1609725"/>
                </a:lnTo>
                <a:lnTo>
                  <a:pt x="66675" y="1609725"/>
                </a:lnTo>
                <a:close/>
                <a:moveTo>
                  <a:pt x="762000" y="1543050"/>
                </a:moveTo>
                <a:lnTo>
                  <a:pt x="809625" y="1543050"/>
                </a:lnTo>
                <a:lnTo>
                  <a:pt x="809625" y="1552575"/>
                </a:lnTo>
                <a:lnTo>
                  <a:pt x="800100" y="1552575"/>
                </a:lnTo>
                <a:lnTo>
                  <a:pt x="800100" y="1562100"/>
                </a:lnTo>
                <a:lnTo>
                  <a:pt x="790575" y="1562100"/>
                </a:lnTo>
                <a:lnTo>
                  <a:pt x="790575" y="1571625"/>
                </a:lnTo>
                <a:lnTo>
                  <a:pt x="771525" y="1571625"/>
                </a:lnTo>
                <a:lnTo>
                  <a:pt x="771525" y="1552575"/>
                </a:lnTo>
                <a:lnTo>
                  <a:pt x="762000" y="1552575"/>
                </a:lnTo>
                <a:close/>
                <a:moveTo>
                  <a:pt x="1362075" y="1543050"/>
                </a:moveTo>
                <a:lnTo>
                  <a:pt x="1371600" y="1543050"/>
                </a:lnTo>
                <a:lnTo>
                  <a:pt x="1371600" y="1562100"/>
                </a:lnTo>
                <a:lnTo>
                  <a:pt x="1362075" y="1562100"/>
                </a:lnTo>
                <a:close/>
                <a:moveTo>
                  <a:pt x="1419225" y="1543050"/>
                </a:moveTo>
                <a:lnTo>
                  <a:pt x="1428750" y="1543050"/>
                </a:lnTo>
                <a:lnTo>
                  <a:pt x="1428750" y="1533525"/>
                </a:lnTo>
                <a:lnTo>
                  <a:pt x="1419225" y="1533525"/>
                </a:lnTo>
                <a:close/>
                <a:moveTo>
                  <a:pt x="723900" y="1562100"/>
                </a:moveTo>
                <a:lnTo>
                  <a:pt x="752475" y="1562100"/>
                </a:lnTo>
                <a:lnTo>
                  <a:pt x="752475" y="1581150"/>
                </a:lnTo>
                <a:lnTo>
                  <a:pt x="781050" y="1581150"/>
                </a:lnTo>
                <a:lnTo>
                  <a:pt x="781050" y="1590675"/>
                </a:lnTo>
                <a:lnTo>
                  <a:pt x="666750" y="1590675"/>
                </a:lnTo>
                <a:lnTo>
                  <a:pt x="666750" y="1581150"/>
                </a:lnTo>
                <a:lnTo>
                  <a:pt x="685800" y="1581150"/>
                </a:lnTo>
                <a:lnTo>
                  <a:pt x="685800" y="1571625"/>
                </a:lnTo>
                <a:lnTo>
                  <a:pt x="704850" y="1571625"/>
                </a:lnTo>
                <a:lnTo>
                  <a:pt x="704850" y="1581150"/>
                </a:lnTo>
                <a:lnTo>
                  <a:pt x="733425" y="1581150"/>
                </a:lnTo>
                <a:lnTo>
                  <a:pt x="733425" y="1571625"/>
                </a:lnTo>
                <a:lnTo>
                  <a:pt x="723900" y="1571625"/>
                </a:lnTo>
                <a:close/>
                <a:moveTo>
                  <a:pt x="1352550" y="1562100"/>
                </a:moveTo>
                <a:lnTo>
                  <a:pt x="1362075" y="1562100"/>
                </a:lnTo>
                <a:lnTo>
                  <a:pt x="1362075" y="1571625"/>
                </a:lnTo>
                <a:lnTo>
                  <a:pt x="1352550" y="1571625"/>
                </a:lnTo>
                <a:close/>
                <a:moveTo>
                  <a:pt x="1028700" y="1571625"/>
                </a:moveTo>
                <a:lnTo>
                  <a:pt x="1038225" y="1571625"/>
                </a:lnTo>
                <a:lnTo>
                  <a:pt x="1038225" y="1581150"/>
                </a:lnTo>
                <a:lnTo>
                  <a:pt x="1066800" y="1581150"/>
                </a:lnTo>
                <a:lnTo>
                  <a:pt x="1066800" y="1590675"/>
                </a:lnTo>
                <a:lnTo>
                  <a:pt x="1076325" y="1590675"/>
                </a:lnTo>
                <a:lnTo>
                  <a:pt x="1076325" y="1600200"/>
                </a:lnTo>
                <a:lnTo>
                  <a:pt x="1047750" y="1600200"/>
                </a:lnTo>
                <a:lnTo>
                  <a:pt x="1047750" y="1590675"/>
                </a:lnTo>
                <a:lnTo>
                  <a:pt x="1009650" y="1590675"/>
                </a:lnTo>
                <a:lnTo>
                  <a:pt x="1009650" y="1581150"/>
                </a:lnTo>
                <a:lnTo>
                  <a:pt x="1028700" y="1581150"/>
                </a:lnTo>
                <a:close/>
                <a:moveTo>
                  <a:pt x="552450" y="1581150"/>
                </a:moveTo>
                <a:lnTo>
                  <a:pt x="561975" y="1581150"/>
                </a:lnTo>
                <a:lnTo>
                  <a:pt x="561975" y="1590675"/>
                </a:lnTo>
                <a:lnTo>
                  <a:pt x="552450" y="1590675"/>
                </a:lnTo>
                <a:close/>
                <a:moveTo>
                  <a:pt x="581025" y="1581150"/>
                </a:moveTo>
                <a:lnTo>
                  <a:pt x="590550" y="1581150"/>
                </a:lnTo>
                <a:lnTo>
                  <a:pt x="590550" y="1590675"/>
                </a:lnTo>
                <a:lnTo>
                  <a:pt x="581025" y="1590675"/>
                </a:lnTo>
                <a:close/>
                <a:moveTo>
                  <a:pt x="790575" y="1581150"/>
                </a:moveTo>
                <a:lnTo>
                  <a:pt x="809625" y="1581150"/>
                </a:lnTo>
                <a:lnTo>
                  <a:pt x="809625" y="1590675"/>
                </a:lnTo>
                <a:lnTo>
                  <a:pt x="790575" y="1590675"/>
                </a:lnTo>
                <a:close/>
                <a:moveTo>
                  <a:pt x="876300" y="1581150"/>
                </a:moveTo>
                <a:lnTo>
                  <a:pt x="904875" y="1581150"/>
                </a:lnTo>
                <a:lnTo>
                  <a:pt x="904875" y="1590675"/>
                </a:lnTo>
                <a:lnTo>
                  <a:pt x="876300" y="1590675"/>
                </a:lnTo>
                <a:close/>
                <a:moveTo>
                  <a:pt x="981075" y="1581150"/>
                </a:moveTo>
                <a:lnTo>
                  <a:pt x="1000125" y="1581150"/>
                </a:lnTo>
                <a:lnTo>
                  <a:pt x="1000125" y="1590675"/>
                </a:lnTo>
                <a:lnTo>
                  <a:pt x="981075" y="1590675"/>
                </a:lnTo>
                <a:close/>
                <a:moveTo>
                  <a:pt x="1104900" y="1581150"/>
                </a:moveTo>
                <a:lnTo>
                  <a:pt x="1143000" y="1581150"/>
                </a:lnTo>
                <a:lnTo>
                  <a:pt x="1143000" y="1590675"/>
                </a:lnTo>
                <a:lnTo>
                  <a:pt x="1104900" y="1590675"/>
                </a:lnTo>
                <a:close/>
                <a:moveTo>
                  <a:pt x="1162050" y="1581150"/>
                </a:moveTo>
                <a:lnTo>
                  <a:pt x="1181100" y="1581150"/>
                </a:lnTo>
                <a:lnTo>
                  <a:pt x="1181100" y="1590675"/>
                </a:lnTo>
                <a:lnTo>
                  <a:pt x="1162050" y="1590675"/>
                </a:lnTo>
                <a:close/>
                <a:moveTo>
                  <a:pt x="1428750" y="1581150"/>
                </a:moveTo>
                <a:lnTo>
                  <a:pt x="1438275" y="1581150"/>
                </a:lnTo>
                <a:lnTo>
                  <a:pt x="1438275" y="1590675"/>
                </a:lnTo>
                <a:lnTo>
                  <a:pt x="1428750" y="1590675"/>
                </a:lnTo>
                <a:close/>
                <a:moveTo>
                  <a:pt x="285750" y="1590675"/>
                </a:moveTo>
                <a:lnTo>
                  <a:pt x="314325" y="1590675"/>
                </a:lnTo>
                <a:lnTo>
                  <a:pt x="314325" y="1600200"/>
                </a:lnTo>
                <a:lnTo>
                  <a:pt x="285750" y="1600200"/>
                </a:lnTo>
                <a:close/>
                <a:moveTo>
                  <a:pt x="590550" y="1590675"/>
                </a:moveTo>
                <a:lnTo>
                  <a:pt x="619125" y="1590675"/>
                </a:lnTo>
                <a:lnTo>
                  <a:pt x="619125" y="1600200"/>
                </a:lnTo>
                <a:lnTo>
                  <a:pt x="590550" y="1600200"/>
                </a:lnTo>
                <a:close/>
                <a:moveTo>
                  <a:pt x="914400" y="1590675"/>
                </a:moveTo>
                <a:lnTo>
                  <a:pt x="942975" y="1590675"/>
                </a:lnTo>
                <a:lnTo>
                  <a:pt x="942975" y="1600200"/>
                </a:lnTo>
                <a:lnTo>
                  <a:pt x="914400" y="1600200"/>
                </a:lnTo>
                <a:close/>
                <a:moveTo>
                  <a:pt x="180975" y="1609725"/>
                </a:moveTo>
                <a:lnTo>
                  <a:pt x="190500" y="1609725"/>
                </a:lnTo>
                <a:lnTo>
                  <a:pt x="190500" y="1638300"/>
                </a:lnTo>
                <a:lnTo>
                  <a:pt x="200025" y="1638300"/>
                </a:lnTo>
                <a:lnTo>
                  <a:pt x="200025" y="1628775"/>
                </a:lnTo>
                <a:lnTo>
                  <a:pt x="209550" y="1628775"/>
                </a:lnTo>
                <a:lnTo>
                  <a:pt x="209550" y="1647825"/>
                </a:lnTo>
                <a:lnTo>
                  <a:pt x="200025" y="1647825"/>
                </a:lnTo>
                <a:lnTo>
                  <a:pt x="200025" y="1666875"/>
                </a:lnTo>
                <a:lnTo>
                  <a:pt x="190500" y="1666875"/>
                </a:lnTo>
                <a:lnTo>
                  <a:pt x="190500" y="1685925"/>
                </a:lnTo>
                <a:lnTo>
                  <a:pt x="180975" y="1685925"/>
                </a:lnTo>
                <a:close/>
                <a:moveTo>
                  <a:pt x="295275" y="1609725"/>
                </a:moveTo>
                <a:lnTo>
                  <a:pt x="314325" y="1609725"/>
                </a:lnTo>
                <a:lnTo>
                  <a:pt x="314325" y="1619250"/>
                </a:lnTo>
                <a:lnTo>
                  <a:pt x="295275" y="1619250"/>
                </a:lnTo>
                <a:close/>
                <a:moveTo>
                  <a:pt x="381000" y="1609725"/>
                </a:moveTo>
                <a:lnTo>
                  <a:pt x="400050" y="1609725"/>
                </a:lnTo>
                <a:lnTo>
                  <a:pt x="400050" y="1619250"/>
                </a:lnTo>
                <a:lnTo>
                  <a:pt x="381000" y="1619250"/>
                </a:lnTo>
                <a:close/>
                <a:moveTo>
                  <a:pt x="752475" y="1609725"/>
                </a:moveTo>
                <a:lnTo>
                  <a:pt x="781050" y="1609725"/>
                </a:lnTo>
                <a:lnTo>
                  <a:pt x="781050" y="1619250"/>
                </a:lnTo>
                <a:lnTo>
                  <a:pt x="752475" y="1619250"/>
                </a:lnTo>
                <a:close/>
                <a:moveTo>
                  <a:pt x="914400" y="1609725"/>
                </a:moveTo>
                <a:lnTo>
                  <a:pt x="933450" y="1609725"/>
                </a:lnTo>
                <a:lnTo>
                  <a:pt x="933450" y="1619250"/>
                </a:lnTo>
                <a:lnTo>
                  <a:pt x="914400" y="1619250"/>
                </a:lnTo>
                <a:close/>
                <a:moveTo>
                  <a:pt x="276225" y="1619250"/>
                </a:moveTo>
                <a:lnTo>
                  <a:pt x="295275" y="1619250"/>
                </a:lnTo>
                <a:lnTo>
                  <a:pt x="295275" y="1628775"/>
                </a:lnTo>
                <a:lnTo>
                  <a:pt x="276225" y="1628775"/>
                </a:lnTo>
                <a:close/>
                <a:moveTo>
                  <a:pt x="352425" y="1619250"/>
                </a:moveTo>
                <a:lnTo>
                  <a:pt x="381000" y="1619250"/>
                </a:lnTo>
                <a:lnTo>
                  <a:pt x="381000" y="1628775"/>
                </a:lnTo>
                <a:lnTo>
                  <a:pt x="352425" y="1628775"/>
                </a:lnTo>
                <a:close/>
                <a:moveTo>
                  <a:pt x="400050" y="1619250"/>
                </a:moveTo>
                <a:lnTo>
                  <a:pt x="523875" y="1619250"/>
                </a:lnTo>
                <a:lnTo>
                  <a:pt x="523875" y="1628775"/>
                </a:lnTo>
                <a:lnTo>
                  <a:pt x="400050" y="1628775"/>
                </a:lnTo>
                <a:close/>
                <a:moveTo>
                  <a:pt x="552450" y="1619250"/>
                </a:moveTo>
                <a:lnTo>
                  <a:pt x="581025" y="1619250"/>
                </a:lnTo>
                <a:lnTo>
                  <a:pt x="581025" y="1628775"/>
                </a:lnTo>
                <a:lnTo>
                  <a:pt x="552450" y="1628775"/>
                </a:lnTo>
                <a:close/>
                <a:moveTo>
                  <a:pt x="590550" y="1619250"/>
                </a:moveTo>
                <a:lnTo>
                  <a:pt x="609600" y="1619250"/>
                </a:lnTo>
                <a:lnTo>
                  <a:pt x="609600" y="1628775"/>
                </a:lnTo>
                <a:lnTo>
                  <a:pt x="590550" y="1628775"/>
                </a:lnTo>
                <a:close/>
                <a:moveTo>
                  <a:pt x="647700" y="1619250"/>
                </a:moveTo>
                <a:lnTo>
                  <a:pt x="704850" y="1619250"/>
                </a:lnTo>
                <a:lnTo>
                  <a:pt x="704850" y="1628775"/>
                </a:lnTo>
                <a:lnTo>
                  <a:pt x="647700" y="1628775"/>
                </a:lnTo>
                <a:close/>
                <a:moveTo>
                  <a:pt x="733425" y="1619250"/>
                </a:moveTo>
                <a:lnTo>
                  <a:pt x="752475" y="1619250"/>
                </a:lnTo>
                <a:lnTo>
                  <a:pt x="752475" y="1628775"/>
                </a:lnTo>
                <a:lnTo>
                  <a:pt x="733425" y="1628775"/>
                </a:lnTo>
                <a:close/>
                <a:moveTo>
                  <a:pt x="790575" y="1619250"/>
                </a:moveTo>
                <a:lnTo>
                  <a:pt x="847725" y="1619250"/>
                </a:lnTo>
                <a:lnTo>
                  <a:pt x="847725" y="1628775"/>
                </a:lnTo>
                <a:lnTo>
                  <a:pt x="790575" y="1628775"/>
                </a:lnTo>
                <a:close/>
                <a:moveTo>
                  <a:pt x="866775" y="1619250"/>
                </a:moveTo>
                <a:lnTo>
                  <a:pt x="914400" y="1619250"/>
                </a:lnTo>
                <a:lnTo>
                  <a:pt x="914400" y="1628775"/>
                </a:lnTo>
                <a:lnTo>
                  <a:pt x="866775" y="1628775"/>
                </a:lnTo>
                <a:close/>
                <a:moveTo>
                  <a:pt x="942975" y="1619250"/>
                </a:moveTo>
                <a:lnTo>
                  <a:pt x="962025" y="1619250"/>
                </a:lnTo>
                <a:lnTo>
                  <a:pt x="962025" y="1628775"/>
                </a:lnTo>
                <a:lnTo>
                  <a:pt x="942975" y="1628775"/>
                </a:lnTo>
                <a:close/>
                <a:moveTo>
                  <a:pt x="1409700" y="1619250"/>
                </a:moveTo>
                <a:lnTo>
                  <a:pt x="1438275" y="1619250"/>
                </a:lnTo>
                <a:lnTo>
                  <a:pt x="1438275" y="1628775"/>
                </a:lnTo>
                <a:lnTo>
                  <a:pt x="1409700" y="1628775"/>
                </a:lnTo>
                <a:close/>
                <a:moveTo>
                  <a:pt x="1447800" y="1619250"/>
                </a:moveTo>
                <a:lnTo>
                  <a:pt x="1495425" y="1619250"/>
                </a:lnTo>
                <a:lnTo>
                  <a:pt x="1495425" y="1628775"/>
                </a:lnTo>
                <a:lnTo>
                  <a:pt x="1447800" y="1628775"/>
                </a:lnTo>
                <a:close/>
                <a:moveTo>
                  <a:pt x="609600" y="1628775"/>
                </a:moveTo>
                <a:lnTo>
                  <a:pt x="619125" y="1628775"/>
                </a:lnTo>
                <a:lnTo>
                  <a:pt x="619125" y="1638300"/>
                </a:lnTo>
                <a:lnTo>
                  <a:pt x="609600" y="1638300"/>
                </a:lnTo>
                <a:close/>
                <a:moveTo>
                  <a:pt x="504825" y="1647825"/>
                </a:moveTo>
                <a:lnTo>
                  <a:pt x="523875" y="1647825"/>
                </a:lnTo>
                <a:lnTo>
                  <a:pt x="523875" y="1657350"/>
                </a:lnTo>
                <a:lnTo>
                  <a:pt x="533400" y="1657350"/>
                </a:lnTo>
                <a:lnTo>
                  <a:pt x="533400" y="1676400"/>
                </a:lnTo>
                <a:lnTo>
                  <a:pt x="523875" y="1676400"/>
                </a:lnTo>
                <a:lnTo>
                  <a:pt x="523875" y="1666875"/>
                </a:lnTo>
                <a:lnTo>
                  <a:pt x="485775" y="1666875"/>
                </a:lnTo>
                <a:lnTo>
                  <a:pt x="485775" y="1657350"/>
                </a:lnTo>
                <a:lnTo>
                  <a:pt x="504825" y="1657350"/>
                </a:lnTo>
                <a:close/>
                <a:moveTo>
                  <a:pt x="590550" y="1647825"/>
                </a:moveTo>
                <a:lnTo>
                  <a:pt x="600075" y="1647825"/>
                </a:lnTo>
                <a:lnTo>
                  <a:pt x="600075" y="1657350"/>
                </a:lnTo>
                <a:lnTo>
                  <a:pt x="590550" y="1657350"/>
                </a:lnTo>
                <a:close/>
                <a:moveTo>
                  <a:pt x="266700" y="1657350"/>
                </a:moveTo>
                <a:lnTo>
                  <a:pt x="276225" y="1657350"/>
                </a:lnTo>
                <a:lnTo>
                  <a:pt x="276225" y="1666875"/>
                </a:lnTo>
                <a:lnTo>
                  <a:pt x="266700" y="1666875"/>
                </a:lnTo>
                <a:close/>
                <a:moveTo>
                  <a:pt x="285750" y="1657350"/>
                </a:moveTo>
                <a:lnTo>
                  <a:pt x="295275" y="1657350"/>
                </a:lnTo>
                <a:lnTo>
                  <a:pt x="295275" y="1666875"/>
                </a:lnTo>
                <a:lnTo>
                  <a:pt x="285750" y="1666875"/>
                </a:lnTo>
                <a:close/>
                <a:moveTo>
                  <a:pt x="323850" y="1657350"/>
                </a:moveTo>
                <a:lnTo>
                  <a:pt x="371475" y="1657350"/>
                </a:lnTo>
                <a:lnTo>
                  <a:pt x="371475" y="1666875"/>
                </a:lnTo>
                <a:lnTo>
                  <a:pt x="323850" y="1666875"/>
                </a:lnTo>
                <a:close/>
                <a:moveTo>
                  <a:pt x="390525" y="1657350"/>
                </a:moveTo>
                <a:lnTo>
                  <a:pt x="409575" y="1657350"/>
                </a:lnTo>
                <a:lnTo>
                  <a:pt x="409575" y="1666875"/>
                </a:lnTo>
                <a:lnTo>
                  <a:pt x="390525" y="1666875"/>
                </a:lnTo>
                <a:close/>
                <a:moveTo>
                  <a:pt x="438150" y="1657350"/>
                </a:moveTo>
                <a:lnTo>
                  <a:pt x="447675" y="1657350"/>
                </a:lnTo>
                <a:lnTo>
                  <a:pt x="447675" y="1666875"/>
                </a:lnTo>
                <a:lnTo>
                  <a:pt x="438150" y="1666875"/>
                </a:lnTo>
                <a:close/>
                <a:moveTo>
                  <a:pt x="542925" y="1657350"/>
                </a:moveTo>
                <a:lnTo>
                  <a:pt x="581025" y="1657350"/>
                </a:lnTo>
                <a:lnTo>
                  <a:pt x="581025" y="1666875"/>
                </a:lnTo>
                <a:lnTo>
                  <a:pt x="542925" y="1666875"/>
                </a:lnTo>
                <a:close/>
                <a:moveTo>
                  <a:pt x="609600" y="1657350"/>
                </a:moveTo>
                <a:lnTo>
                  <a:pt x="619125" y="1657350"/>
                </a:lnTo>
                <a:lnTo>
                  <a:pt x="619125" y="1666875"/>
                </a:lnTo>
                <a:lnTo>
                  <a:pt x="609600" y="1666875"/>
                </a:lnTo>
                <a:close/>
                <a:moveTo>
                  <a:pt x="657225" y="1657350"/>
                </a:moveTo>
                <a:lnTo>
                  <a:pt x="695325" y="1657350"/>
                </a:lnTo>
                <a:lnTo>
                  <a:pt x="695325" y="1666875"/>
                </a:lnTo>
                <a:lnTo>
                  <a:pt x="657225" y="1666875"/>
                </a:lnTo>
                <a:close/>
                <a:moveTo>
                  <a:pt x="714375" y="1657350"/>
                </a:moveTo>
                <a:lnTo>
                  <a:pt x="742950" y="1657350"/>
                </a:lnTo>
                <a:lnTo>
                  <a:pt x="742950" y="1666875"/>
                </a:lnTo>
                <a:lnTo>
                  <a:pt x="714375" y="1666875"/>
                </a:lnTo>
                <a:close/>
                <a:moveTo>
                  <a:pt x="771525" y="1657350"/>
                </a:moveTo>
                <a:lnTo>
                  <a:pt x="790575" y="1657350"/>
                </a:lnTo>
                <a:lnTo>
                  <a:pt x="790575" y="1666875"/>
                </a:lnTo>
                <a:lnTo>
                  <a:pt x="771525" y="1666875"/>
                </a:lnTo>
                <a:close/>
                <a:moveTo>
                  <a:pt x="247650" y="1666875"/>
                </a:moveTo>
                <a:lnTo>
                  <a:pt x="257175" y="1666875"/>
                </a:lnTo>
                <a:lnTo>
                  <a:pt x="257175" y="1676400"/>
                </a:lnTo>
                <a:lnTo>
                  <a:pt x="247650" y="1676400"/>
                </a:lnTo>
                <a:close/>
                <a:moveTo>
                  <a:pt x="457200" y="1666875"/>
                </a:moveTo>
                <a:lnTo>
                  <a:pt x="476250" y="1666875"/>
                </a:lnTo>
                <a:lnTo>
                  <a:pt x="476250" y="1676400"/>
                </a:lnTo>
                <a:lnTo>
                  <a:pt x="457200" y="1676400"/>
                </a:lnTo>
                <a:close/>
                <a:moveTo>
                  <a:pt x="1247775" y="1666875"/>
                </a:moveTo>
                <a:lnTo>
                  <a:pt x="1257300" y="1666875"/>
                </a:lnTo>
                <a:lnTo>
                  <a:pt x="1257300" y="1657350"/>
                </a:lnTo>
                <a:lnTo>
                  <a:pt x="1247775" y="1657350"/>
                </a:lnTo>
                <a:close/>
                <a:moveTo>
                  <a:pt x="1447800" y="1666875"/>
                </a:moveTo>
                <a:lnTo>
                  <a:pt x="1466850" y="1666875"/>
                </a:lnTo>
                <a:lnTo>
                  <a:pt x="1466850" y="1695450"/>
                </a:lnTo>
                <a:lnTo>
                  <a:pt x="1457325" y="1695450"/>
                </a:lnTo>
                <a:lnTo>
                  <a:pt x="1457325" y="1676400"/>
                </a:lnTo>
                <a:lnTo>
                  <a:pt x="1447800" y="1676400"/>
                </a:lnTo>
                <a:close/>
                <a:moveTo>
                  <a:pt x="1104900" y="1676400"/>
                </a:moveTo>
                <a:lnTo>
                  <a:pt x="1114425" y="1676400"/>
                </a:lnTo>
                <a:lnTo>
                  <a:pt x="1114425" y="1685925"/>
                </a:lnTo>
                <a:lnTo>
                  <a:pt x="1104900" y="1685925"/>
                </a:lnTo>
                <a:close/>
                <a:moveTo>
                  <a:pt x="1476375" y="1676400"/>
                </a:moveTo>
                <a:lnTo>
                  <a:pt x="1485900" y="1676400"/>
                </a:lnTo>
                <a:lnTo>
                  <a:pt x="1485900" y="1685925"/>
                </a:lnTo>
                <a:lnTo>
                  <a:pt x="1495425" y="1685925"/>
                </a:lnTo>
                <a:lnTo>
                  <a:pt x="1495425" y="1676400"/>
                </a:lnTo>
                <a:lnTo>
                  <a:pt x="1504950" y="1676400"/>
                </a:lnTo>
                <a:lnTo>
                  <a:pt x="1504950" y="1704975"/>
                </a:lnTo>
                <a:lnTo>
                  <a:pt x="1495425" y="1704975"/>
                </a:lnTo>
                <a:lnTo>
                  <a:pt x="1495425" y="1695450"/>
                </a:lnTo>
                <a:lnTo>
                  <a:pt x="1476375" y="1695450"/>
                </a:lnTo>
                <a:close/>
                <a:moveTo>
                  <a:pt x="447675" y="1685925"/>
                </a:moveTo>
                <a:lnTo>
                  <a:pt x="457200" y="1685925"/>
                </a:lnTo>
                <a:lnTo>
                  <a:pt x="457200" y="1695450"/>
                </a:lnTo>
                <a:lnTo>
                  <a:pt x="447675" y="1695450"/>
                </a:lnTo>
                <a:close/>
                <a:moveTo>
                  <a:pt x="514350" y="1685925"/>
                </a:moveTo>
                <a:lnTo>
                  <a:pt x="542925" y="1685925"/>
                </a:lnTo>
                <a:lnTo>
                  <a:pt x="542925" y="1695450"/>
                </a:lnTo>
                <a:lnTo>
                  <a:pt x="552450" y="1695450"/>
                </a:lnTo>
                <a:lnTo>
                  <a:pt x="552450" y="1704975"/>
                </a:lnTo>
                <a:lnTo>
                  <a:pt x="542925" y="1704975"/>
                </a:lnTo>
                <a:lnTo>
                  <a:pt x="542925" y="1714500"/>
                </a:lnTo>
                <a:lnTo>
                  <a:pt x="533400" y="1714500"/>
                </a:lnTo>
                <a:lnTo>
                  <a:pt x="533400" y="1704975"/>
                </a:lnTo>
                <a:lnTo>
                  <a:pt x="514350" y="1704975"/>
                </a:lnTo>
                <a:close/>
                <a:moveTo>
                  <a:pt x="1295400" y="1685925"/>
                </a:moveTo>
                <a:lnTo>
                  <a:pt x="1304925" y="1685925"/>
                </a:lnTo>
                <a:lnTo>
                  <a:pt x="1304925" y="1657350"/>
                </a:lnTo>
                <a:lnTo>
                  <a:pt x="1295400" y="1657350"/>
                </a:lnTo>
                <a:close/>
                <a:moveTo>
                  <a:pt x="342900" y="1695450"/>
                </a:moveTo>
                <a:lnTo>
                  <a:pt x="361950" y="1695450"/>
                </a:lnTo>
                <a:lnTo>
                  <a:pt x="361950" y="1704975"/>
                </a:lnTo>
                <a:lnTo>
                  <a:pt x="342900" y="1704975"/>
                </a:lnTo>
                <a:close/>
                <a:moveTo>
                  <a:pt x="600075" y="1695450"/>
                </a:moveTo>
                <a:lnTo>
                  <a:pt x="666750" y="1695450"/>
                </a:lnTo>
                <a:lnTo>
                  <a:pt x="666750" y="1704975"/>
                </a:lnTo>
                <a:lnTo>
                  <a:pt x="628650" y="1704975"/>
                </a:lnTo>
                <a:lnTo>
                  <a:pt x="628650" y="1714500"/>
                </a:lnTo>
                <a:lnTo>
                  <a:pt x="600075" y="1714500"/>
                </a:lnTo>
                <a:close/>
                <a:moveTo>
                  <a:pt x="66675" y="1714500"/>
                </a:moveTo>
                <a:lnTo>
                  <a:pt x="76200" y="1714500"/>
                </a:lnTo>
                <a:lnTo>
                  <a:pt x="76200" y="1743075"/>
                </a:lnTo>
                <a:lnTo>
                  <a:pt x="66675" y="1743075"/>
                </a:lnTo>
                <a:close/>
                <a:moveTo>
                  <a:pt x="1543050" y="1714500"/>
                </a:moveTo>
                <a:lnTo>
                  <a:pt x="1562100" y="1714500"/>
                </a:lnTo>
                <a:lnTo>
                  <a:pt x="1562100" y="1704975"/>
                </a:lnTo>
                <a:lnTo>
                  <a:pt x="1543050" y="1704975"/>
                </a:lnTo>
                <a:close/>
                <a:moveTo>
                  <a:pt x="1076325" y="1724025"/>
                </a:moveTo>
                <a:lnTo>
                  <a:pt x="1095375" y="1724025"/>
                </a:lnTo>
                <a:lnTo>
                  <a:pt x="1095375" y="1733550"/>
                </a:lnTo>
                <a:lnTo>
                  <a:pt x="1076325" y="1733550"/>
                </a:lnTo>
                <a:close/>
                <a:moveTo>
                  <a:pt x="409575" y="1743075"/>
                </a:moveTo>
                <a:lnTo>
                  <a:pt x="457200" y="1743075"/>
                </a:lnTo>
                <a:lnTo>
                  <a:pt x="457200" y="1752600"/>
                </a:lnTo>
                <a:lnTo>
                  <a:pt x="409575" y="1752600"/>
                </a:lnTo>
                <a:close/>
                <a:moveTo>
                  <a:pt x="1076325" y="1743075"/>
                </a:moveTo>
                <a:lnTo>
                  <a:pt x="1095375" y="1743075"/>
                </a:lnTo>
                <a:lnTo>
                  <a:pt x="1095375" y="1752600"/>
                </a:lnTo>
                <a:lnTo>
                  <a:pt x="1076325" y="1752600"/>
                </a:lnTo>
                <a:close/>
                <a:moveTo>
                  <a:pt x="1600200" y="1752600"/>
                </a:moveTo>
                <a:lnTo>
                  <a:pt x="1543050" y="1752600"/>
                </a:lnTo>
                <a:lnTo>
                  <a:pt x="1543050" y="1762125"/>
                </a:lnTo>
                <a:lnTo>
                  <a:pt x="1600200" y="1762125"/>
                </a:lnTo>
                <a:close/>
                <a:moveTo>
                  <a:pt x="1600200" y="1752600"/>
                </a:moveTo>
                <a:lnTo>
                  <a:pt x="1619250" y="1752600"/>
                </a:lnTo>
                <a:lnTo>
                  <a:pt x="1619250" y="1743075"/>
                </a:lnTo>
                <a:lnTo>
                  <a:pt x="1600200" y="1743075"/>
                </a:lnTo>
                <a:close/>
                <a:moveTo>
                  <a:pt x="333375" y="1762125"/>
                </a:moveTo>
                <a:lnTo>
                  <a:pt x="352425" y="1762125"/>
                </a:lnTo>
                <a:lnTo>
                  <a:pt x="352425" y="1771650"/>
                </a:lnTo>
                <a:lnTo>
                  <a:pt x="333375" y="1771650"/>
                </a:lnTo>
                <a:close/>
                <a:moveTo>
                  <a:pt x="400050" y="1762125"/>
                </a:moveTo>
                <a:lnTo>
                  <a:pt x="466725" y="1762125"/>
                </a:lnTo>
                <a:lnTo>
                  <a:pt x="466725" y="1771650"/>
                </a:lnTo>
                <a:lnTo>
                  <a:pt x="400050" y="1771650"/>
                </a:lnTo>
                <a:close/>
                <a:moveTo>
                  <a:pt x="476250" y="1762125"/>
                </a:moveTo>
                <a:lnTo>
                  <a:pt x="485775" y="1762125"/>
                </a:lnTo>
                <a:lnTo>
                  <a:pt x="485775" y="1771650"/>
                </a:lnTo>
                <a:lnTo>
                  <a:pt x="476250" y="1771650"/>
                </a:lnTo>
                <a:close/>
                <a:moveTo>
                  <a:pt x="714375" y="1762125"/>
                </a:moveTo>
                <a:lnTo>
                  <a:pt x="733425" y="1762125"/>
                </a:lnTo>
                <a:lnTo>
                  <a:pt x="733425" y="1771650"/>
                </a:lnTo>
                <a:lnTo>
                  <a:pt x="714375" y="1771650"/>
                </a:lnTo>
                <a:close/>
                <a:moveTo>
                  <a:pt x="771525" y="1762125"/>
                </a:moveTo>
                <a:lnTo>
                  <a:pt x="809625" y="1762125"/>
                </a:lnTo>
                <a:lnTo>
                  <a:pt x="809625" y="1771650"/>
                </a:lnTo>
                <a:lnTo>
                  <a:pt x="771525" y="1771650"/>
                </a:lnTo>
                <a:close/>
                <a:moveTo>
                  <a:pt x="819150" y="1762125"/>
                </a:moveTo>
                <a:lnTo>
                  <a:pt x="828675" y="1762125"/>
                </a:lnTo>
                <a:lnTo>
                  <a:pt x="828675" y="1771650"/>
                </a:lnTo>
                <a:lnTo>
                  <a:pt x="819150" y="1771650"/>
                </a:lnTo>
                <a:close/>
                <a:moveTo>
                  <a:pt x="66675" y="1914525"/>
                </a:moveTo>
                <a:lnTo>
                  <a:pt x="76200" y="1914525"/>
                </a:lnTo>
                <a:lnTo>
                  <a:pt x="76200" y="2133600"/>
                </a:lnTo>
                <a:lnTo>
                  <a:pt x="66675" y="2133600"/>
                </a:lnTo>
                <a:close/>
                <a:moveTo>
                  <a:pt x="66675" y="2143125"/>
                </a:moveTo>
                <a:lnTo>
                  <a:pt x="76200" y="2143125"/>
                </a:lnTo>
                <a:lnTo>
                  <a:pt x="76200" y="2266950"/>
                </a:lnTo>
                <a:lnTo>
                  <a:pt x="66675" y="2266950"/>
                </a:lnTo>
                <a:close/>
                <a:moveTo>
                  <a:pt x="66675" y="2333625"/>
                </a:moveTo>
                <a:lnTo>
                  <a:pt x="76200" y="2333625"/>
                </a:lnTo>
                <a:lnTo>
                  <a:pt x="76200" y="2638425"/>
                </a:lnTo>
                <a:lnTo>
                  <a:pt x="66675" y="2638425"/>
                </a:lnTo>
                <a:close/>
                <a:moveTo>
                  <a:pt x="66675" y="2714625"/>
                </a:moveTo>
                <a:lnTo>
                  <a:pt x="76200" y="2714625"/>
                </a:lnTo>
                <a:lnTo>
                  <a:pt x="76200" y="2724150"/>
                </a:lnTo>
                <a:lnTo>
                  <a:pt x="66675" y="2724150"/>
                </a:lnTo>
                <a:close/>
                <a:moveTo>
                  <a:pt x="66675" y="2733675"/>
                </a:moveTo>
                <a:lnTo>
                  <a:pt x="76200" y="2733675"/>
                </a:lnTo>
                <a:lnTo>
                  <a:pt x="76200" y="2781300"/>
                </a:lnTo>
                <a:lnTo>
                  <a:pt x="66675" y="2781300"/>
                </a:lnTo>
                <a:close/>
                <a:moveTo>
                  <a:pt x="114300" y="2771775"/>
                </a:moveTo>
                <a:lnTo>
                  <a:pt x="123825" y="2771775"/>
                </a:lnTo>
                <a:lnTo>
                  <a:pt x="123825" y="2790825"/>
                </a:lnTo>
                <a:lnTo>
                  <a:pt x="114300" y="2790825"/>
                </a:lnTo>
                <a:close/>
                <a:moveTo>
                  <a:pt x="66675" y="2809875"/>
                </a:moveTo>
                <a:lnTo>
                  <a:pt x="76200" y="2809875"/>
                </a:lnTo>
                <a:lnTo>
                  <a:pt x="76200" y="2962275"/>
                </a:lnTo>
                <a:lnTo>
                  <a:pt x="66675" y="2962275"/>
                </a:lnTo>
                <a:close/>
                <a:moveTo>
                  <a:pt x="114300" y="2962275"/>
                </a:moveTo>
                <a:lnTo>
                  <a:pt x="123825" y="2962275"/>
                </a:lnTo>
                <a:lnTo>
                  <a:pt x="123825" y="2981325"/>
                </a:lnTo>
                <a:lnTo>
                  <a:pt x="114300" y="2981325"/>
                </a:lnTo>
                <a:close/>
                <a:moveTo>
                  <a:pt x="66675" y="3009900"/>
                </a:moveTo>
                <a:lnTo>
                  <a:pt x="76200" y="3009900"/>
                </a:lnTo>
                <a:lnTo>
                  <a:pt x="76200" y="3019425"/>
                </a:lnTo>
                <a:lnTo>
                  <a:pt x="66675" y="3019425"/>
                </a:lnTo>
                <a:close/>
                <a:moveTo>
                  <a:pt x="66675" y="3028950"/>
                </a:moveTo>
                <a:lnTo>
                  <a:pt x="76200" y="3028950"/>
                </a:lnTo>
                <a:lnTo>
                  <a:pt x="76200" y="3162300"/>
                </a:lnTo>
                <a:lnTo>
                  <a:pt x="66675" y="3162300"/>
                </a:lnTo>
                <a:close/>
                <a:moveTo>
                  <a:pt x="114300" y="3209925"/>
                </a:moveTo>
                <a:lnTo>
                  <a:pt x="123825" y="3209925"/>
                </a:lnTo>
                <a:lnTo>
                  <a:pt x="123825" y="3286125"/>
                </a:lnTo>
                <a:lnTo>
                  <a:pt x="114300" y="3286125"/>
                </a:lnTo>
                <a:close/>
                <a:moveTo>
                  <a:pt x="66675" y="3333750"/>
                </a:moveTo>
                <a:lnTo>
                  <a:pt x="76200" y="3333750"/>
                </a:lnTo>
                <a:lnTo>
                  <a:pt x="76200" y="3409950"/>
                </a:lnTo>
                <a:lnTo>
                  <a:pt x="66675" y="3409950"/>
                </a:lnTo>
                <a:close/>
                <a:moveTo>
                  <a:pt x="114300" y="3371850"/>
                </a:moveTo>
                <a:lnTo>
                  <a:pt x="123825" y="3371850"/>
                </a:lnTo>
                <a:lnTo>
                  <a:pt x="123825" y="3381375"/>
                </a:lnTo>
                <a:lnTo>
                  <a:pt x="114300" y="3381375"/>
                </a:lnTo>
                <a:close/>
                <a:moveTo>
                  <a:pt x="1790700" y="3448050"/>
                </a:moveTo>
                <a:lnTo>
                  <a:pt x="1800225" y="3448050"/>
                </a:lnTo>
                <a:lnTo>
                  <a:pt x="1800225" y="3467100"/>
                </a:lnTo>
                <a:lnTo>
                  <a:pt x="1790700" y="3467100"/>
                </a:lnTo>
                <a:close/>
                <a:moveTo>
                  <a:pt x="66675" y="3467100"/>
                </a:moveTo>
                <a:lnTo>
                  <a:pt x="76200" y="3467100"/>
                </a:lnTo>
                <a:lnTo>
                  <a:pt x="76200" y="3495675"/>
                </a:lnTo>
                <a:lnTo>
                  <a:pt x="66675" y="3495675"/>
                </a:lnTo>
                <a:close/>
                <a:moveTo>
                  <a:pt x="1724025" y="3495675"/>
                </a:moveTo>
                <a:lnTo>
                  <a:pt x="1733550" y="3495675"/>
                </a:lnTo>
                <a:lnTo>
                  <a:pt x="1733550" y="3505200"/>
                </a:lnTo>
                <a:lnTo>
                  <a:pt x="1724025" y="3505200"/>
                </a:lnTo>
                <a:close/>
                <a:moveTo>
                  <a:pt x="76200" y="3524250"/>
                </a:moveTo>
                <a:lnTo>
                  <a:pt x="85725" y="3524250"/>
                </a:lnTo>
                <a:lnTo>
                  <a:pt x="85725" y="3533775"/>
                </a:lnTo>
                <a:lnTo>
                  <a:pt x="76200" y="3533775"/>
                </a:lnTo>
                <a:close/>
                <a:moveTo>
                  <a:pt x="1714500" y="3524250"/>
                </a:moveTo>
                <a:lnTo>
                  <a:pt x="1724025" y="3524250"/>
                </a:lnTo>
                <a:lnTo>
                  <a:pt x="1724025" y="3533775"/>
                </a:lnTo>
                <a:lnTo>
                  <a:pt x="1714500" y="3533775"/>
                </a:lnTo>
                <a:close/>
                <a:moveTo>
                  <a:pt x="1695450" y="3562350"/>
                </a:moveTo>
                <a:lnTo>
                  <a:pt x="1704975" y="3562350"/>
                </a:lnTo>
                <a:lnTo>
                  <a:pt x="1704975" y="3571875"/>
                </a:lnTo>
                <a:lnTo>
                  <a:pt x="1695450" y="3571875"/>
                </a:lnTo>
                <a:close/>
                <a:moveTo>
                  <a:pt x="1752600" y="3571875"/>
                </a:moveTo>
                <a:lnTo>
                  <a:pt x="1762125" y="3571875"/>
                </a:lnTo>
                <a:lnTo>
                  <a:pt x="1762125" y="3581400"/>
                </a:lnTo>
                <a:lnTo>
                  <a:pt x="1752600" y="3581400"/>
                </a:lnTo>
                <a:close/>
                <a:moveTo>
                  <a:pt x="104775" y="3581400"/>
                </a:moveTo>
                <a:lnTo>
                  <a:pt x="114300" y="3581400"/>
                </a:lnTo>
                <a:lnTo>
                  <a:pt x="114300" y="3590925"/>
                </a:lnTo>
                <a:lnTo>
                  <a:pt x="104775" y="3590925"/>
                </a:lnTo>
                <a:close/>
                <a:moveTo>
                  <a:pt x="114300" y="3590925"/>
                </a:moveTo>
                <a:lnTo>
                  <a:pt x="123825" y="3590925"/>
                </a:lnTo>
                <a:lnTo>
                  <a:pt x="123825" y="3600450"/>
                </a:lnTo>
                <a:lnTo>
                  <a:pt x="114300" y="3600450"/>
                </a:lnTo>
                <a:close/>
                <a:moveTo>
                  <a:pt x="1666875" y="3600450"/>
                </a:moveTo>
                <a:lnTo>
                  <a:pt x="1676400" y="3600450"/>
                </a:lnTo>
                <a:lnTo>
                  <a:pt x="1676400" y="3609975"/>
                </a:lnTo>
                <a:lnTo>
                  <a:pt x="1666875" y="3609975"/>
                </a:lnTo>
                <a:close/>
                <a:moveTo>
                  <a:pt x="1657350" y="3609975"/>
                </a:moveTo>
                <a:lnTo>
                  <a:pt x="1666875" y="3609975"/>
                </a:lnTo>
                <a:lnTo>
                  <a:pt x="1666875" y="3619500"/>
                </a:lnTo>
                <a:lnTo>
                  <a:pt x="1657350" y="3619500"/>
                </a:lnTo>
                <a:close/>
                <a:moveTo>
                  <a:pt x="1724025" y="3609975"/>
                </a:moveTo>
                <a:lnTo>
                  <a:pt x="1733550" y="3609975"/>
                </a:lnTo>
                <a:lnTo>
                  <a:pt x="1733550" y="3619500"/>
                </a:lnTo>
                <a:lnTo>
                  <a:pt x="1724025" y="3619500"/>
                </a:lnTo>
                <a:close/>
                <a:moveTo>
                  <a:pt x="1714500" y="3619500"/>
                </a:moveTo>
                <a:lnTo>
                  <a:pt x="1724025" y="3619500"/>
                </a:lnTo>
                <a:lnTo>
                  <a:pt x="1724025" y="3638550"/>
                </a:lnTo>
                <a:lnTo>
                  <a:pt x="1714500" y="3638550"/>
                </a:lnTo>
                <a:close/>
                <a:moveTo>
                  <a:pt x="142875" y="3629025"/>
                </a:moveTo>
                <a:lnTo>
                  <a:pt x="152400" y="3629025"/>
                </a:lnTo>
                <a:lnTo>
                  <a:pt x="152400" y="3638550"/>
                </a:lnTo>
                <a:lnTo>
                  <a:pt x="142875" y="3638550"/>
                </a:lnTo>
                <a:close/>
                <a:moveTo>
                  <a:pt x="152400" y="3638550"/>
                </a:moveTo>
                <a:lnTo>
                  <a:pt x="161925" y="3638550"/>
                </a:lnTo>
                <a:lnTo>
                  <a:pt x="161925" y="3648075"/>
                </a:lnTo>
                <a:lnTo>
                  <a:pt x="152400" y="3648075"/>
                </a:lnTo>
                <a:close/>
                <a:moveTo>
                  <a:pt x="1619250" y="3638550"/>
                </a:moveTo>
                <a:lnTo>
                  <a:pt x="1628775" y="3638550"/>
                </a:lnTo>
                <a:lnTo>
                  <a:pt x="1628775" y="3648075"/>
                </a:lnTo>
                <a:lnTo>
                  <a:pt x="1619250" y="3648075"/>
                </a:lnTo>
                <a:close/>
                <a:moveTo>
                  <a:pt x="1704975" y="3638550"/>
                </a:moveTo>
                <a:lnTo>
                  <a:pt x="1714500" y="3638550"/>
                </a:lnTo>
                <a:lnTo>
                  <a:pt x="1714500" y="3648075"/>
                </a:lnTo>
                <a:lnTo>
                  <a:pt x="1704975" y="3648075"/>
                </a:lnTo>
                <a:close/>
                <a:moveTo>
                  <a:pt x="161925" y="3648075"/>
                </a:moveTo>
                <a:lnTo>
                  <a:pt x="171450" y="3648075"/>
                </a:lnTo>
                <a:lnTo>
                  <a:pt x="171450" y="3657600"/>
                </a:lnTo>
                <a:lnTo>
                  <a:pt x="161925" y="3657600"/>
                </a:lnTo>
                <a:close/>
                <a:moveTo>
                  <a:pt x="257175" y="3648075"/>
                </a:moveTo>
                <a:lnTo>
                  <a:pt x="266700" y="3648075"/>
                </a:lnTo>
                <a:lnTo>
                  <a:pt x="266700" y="3657600"/>
                </a:lnTo>
                <a:lnTo>
                  <a:pt x="257175" y="3657600"/>
                </a:lnTo>
                <a:close/>
                <a:moveTo>
                  <a:pt x="1695450" y="3648075"/>
                </a:moveTo>
                <a:lnTo>
                  <a:pt x="1704975" y="3648075"/>
                </a:lnTo>
                <a:lnTo>
                  <a:pt x="1704975" y="3657600"/>
                </a:lnTo>
                <a:lnTo>
                  <a:pt x="1695450" y="3657600"/>
                </a:lnTo>
                <a:close/>
                <a:moveTo>
                  <a:pt x="171450" y="3657600"/>
                </a:moveTo>
                <a:lnTo>
                  <a:pt x="180975" y="3657600"/>
                </a:lnTo>
                <a:lnTo>
                  <a:pt x="180975" y="3667125"/>
                </a:lnTo>
                <a:lnTo>
                  <a:pt x="171450" y="3667125"/>
                </a:lnTo>
                <a:close/>
                <a:moveTo>
                  <a:pt x="390525" y="3676650"/>
                </a:moveTo>
                <a:lnTo>
                  <a:pt x="400050" y="3676650"/>
                </a:lnTo>
                <a:lnTo>
                  <a:pt x="400050" y="3686175"/>
                </a:lnTo>
                <a:lnTo>
                  <a:pt x="390525" y="3686175"/>
                </a:lnTo>
                <a:close/>
                <a:moveTo>
                  <a:pt x="1457325" y="3676650"/>
                </a:moveTo>
                <a:lnTo>
                  <a:pt x="1466850" y="3676650"/>
                </a:lnTo>
                <a:lnTo>
                  <a:pt x="1466850" y="3686175"/>
                </a:lnTo>
                <a:lnTo>
                  <a:pt x="1457325" y="3686175"/>
                </a:lnTo>
                <a:close/>
                <a:moveTo>
                  <a:pt x="1638300" y="3695700"/>
                </a:moveTo>
                <a:lnTo>
                  <a:pt x="1647825" y="3695700"/>
                </a:lnTo>
                <a:lnTo>
                  <a:pt x="1647825" y="3705225"/>
                </a:lnTo>
                <a:lnTo>
                  <a:pt x="1638300" y="3705225"/>
                </a:lnTo>
                <a:close/>
                <a:moveTo>
                  <a:pt x="238125" y="3705225"/>
                </a:moveTo>
                <a:lnTo>
                  <a:pt x="247650" y="3705225"/>
                </a:lnTo>
                <a:lnTo>
                  <a:pt x="247650" y="3714750"/>
                </a:lnTo>
                <a:lnTo>
                  <a:pt x="238125" y="3714750"/>
                </a:lnTo>
                <a:close/>
                <a:moveTo>
                  <a:pt x="266700" y="3714750"/>
                </a:moveTo>
                <a:lnTo>
                  <a:pt x="285750" y="3714750"/>
                </a:lnTo>
                <a:lnTo>
                  <a:pt x="285750" y="3724275"/>
                </a:lnTo>
                <a:lnTo>
                  <a:pt x="266700" y="3724275"/>
                </a:lnTo>
                <a:close/>
                <a:moveTo>
                  <a:pt x="1552575" y="3724275"/>
                </a:moveTo>
                <a:lnTo>
                  <a:pt x="1562100" y="3724275"/>
                </a:lnTo>
                <a:lnTo>
                  <a:pt x="1562100" y="3733800"/>
                </a:lnTo>
                <a:lnTo>
                  <a:pt x="1552575" y="3733800"/>
                </a:lnTo>
                <a:close/>
                <a:moveTo>
                  <a:pt x="361950" y="3733800"/>
                </a:moveTo>
                <a:lnTo>
                  <a:pt x="390525" y="3733800"/>
                </a:lnTo>
                <a:lnTo>
                  <a:pt x="390525" y="3743325"/>
                </a:lnTo>
                <a:lnTo>
                  <a:pt x="361950" y="3743325"/>
                </a:lnTo>
                <a:close/>
                <a:moveTo>
                  <a:pt x="1495425" y="3733800"/>
                </a:moveTo>
                <a:lnTo>
                  <a:pt x="1504950" y="3733800"/>
                </a:lnTo>
                <a:lnTo>
                  <a:pt x="1504950" y="3743325"/>
                </a:lnTo>
                <a:lnTo>
                  <a:pt x="1495425" y="3743325"/>
                </a:lnTo>
                <a:close/>
              </a:path>
            </a:pathLst>
          </a:custGeom>
          <a:solidFill xmlns:a="http://schemas.openxmlformats.org/drawingml/2006/main">
            <a:srgbClr val="263D31"/>
          </a:solidFill>
          <a:ln xmlns:a="http://schemas.openxmlformats.org/drawingml/2006/main" w="0">
            <a:noFill/>
          </a:ln>
        </p:spPr>
      </p:sp>
      <p:sp>
        <p:nvSpPr>
          <p:cNvPr id="56" name="profit vector #223d2f">
            <a:extLst xmlns:a="http://schemas.openxmlformats.org/drawingml/2006/main">
              <a:ext uri="{FF2B5EF4-FFF2-40B4-BE49-F238E27FC236}">
                <a16:creationId xmlns:a16="http://schemas.microsoft.com/office/drawing/2014/main" id="{968360A5-DD3C-4AA1-9DB6-FB50C062FA8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29825" y="1447800"/>
            <a:ext cx="2200275" cy="4467225"/>
          </a:xfrm>
          <a:custGeom xmlns:a="http://schemas.openxmlformats.org/drawingml/2006/main">
            <a:pathLst>
              <a:path w="1866900" h="3790950">
                <a:moveTo>
                  <a:pt x="247650" y="1190625"/>
                </a:moveTo>
                <a:lnTo>
                  <a:pt x="361950" y="1190625"/>
                </a:lnTo>
                <a:lnTo>
                  <a:pt x="361950" y="1200150"/>
                </a:lnTo>
                <a:lnTo>
                  <a:pt x="590550" y="1200150"/>
                </a:lnTo>
                <a:lnTo>
                  <a:pt x="590550" y="1190625"/>
                </a:lnTo>
                <a:lnTo>
                  <a:pt x="676275" y="1190625"/>
                </a:lnTo>
                <a:lnTo>
                  <a:pt x="676275" y="1200150"/>
                </a:lnTo>
                <a:lnTo>
                  <a:pt x="733425" y="1200150"/>
                </a:lnTo>
                <a:lnTo>
                  <a:pt x="733425" y="1190625"/>
                </a:lnTo>
                <a:lnTo>
                  <a:pt x="752475" y="1190625"/>
                </a:lnTo>
                <a:lnTo>
                  <a:pt x="752475" y="1200150"/>
                </a:lnTo>
                <a:lnTo>
                  <a:pt x="828675" y="1200150"/>
                </a:lnTo>
                <a:lnTo>
                  <a:pt x="828675" y="1190625"/>
                </a:lnTo>
                <a:lnTo>
                  <a:pt x="847725" y="1190625"/>
                </a:lnTo>
                <a:lnTo>
                  <a:pt x="847725" y="1200150"/>
                </a:lnTo>
                <a:lnTo>
                  <a:pt x="876300" y="1200150"/>
                </a:lnTo>
                <a:lnTo>
                  <a:pt x="876300" y="1190625"/>
                </a:lnTo>
                <a:lnTo>
                  <a:pt x="914400" y="1190625"/>
                </a:lnTo>
                <a:lnTo>
                  <a:pt x="914400" y="1200150"/>
                </a:lnTo>
                <a:lnTo>
                  <a:pt x="942975" y="1200150"/>
                </a:lnTo>
                <a:lnTo>
                  <a:pt x="942975" y="1190625"/>
                </a:lnTo>
                <a:lnTo>
                  <a:pt x="981075" y="1190625"/>
                </a:lnTo>
                <a:lnTo>
                  <a:pt x="981075" y="1200150"/>
                </a:lnTo>
                <a:lnTo>
                  <a:pt x="1485900" y="1200150"/>
                </a:lnTo>
                <a:lnTo>
                  <a:pt x="1485900" y="1228725"/>
                </a:lnTo>
                <a:lnTo>
                  <a:pt x="1533525" y="1228725"/>
                </a:lnTo>
                <a:lnTo>
                  <a:pt x="1533525" y="1238250"/>
                </a:lnTo>
                <a:lnTo>
                  <a:pt x="1466850" y="1238250"/>
                </a:lnTo>
                <a:lnTo>
                  <a:pt x="1466850" y="1228725"/>
                </a:lnTo>
                <a:lnTo>
                  <a:pt x="1457325" y="1228725"/>
                </a:lnTo>
                <a:lnTo>
                  <a:pt x="1457325" y="1238250"/>
                </a:lnTo>
                <a:lnTo>
                  <a:pt x="1428750" y="1238250"/>
                </a:lnTo>
                <a:lnTo>
                  <a:pt x="1428750" y="1257300"/>
                </a:lnTo>
                <a:lnTo>
                  <a:pt x="1409700" y="1257300"/>
                </a:lnTo>
                <a:lnTo>
                  <a:pt x="1409700" y="1266825"/>
                </a:lnTo>
                <a:lnTo>
                  <a:pt x="1381125" y="1266825"/>
                </a:lnTo>
                <a:lnTo>
                  <a:pt x="1381125" y="1257300"/>
                </a:lnTo>
                <a:lnTo>
                  <a:pt x="1362075" y="1257300"/>
                </a:lnTo>
                <a:lnTo>
                  <a:pt x="1362075" y="1266825"/>
                </a:lnTo>
                <a:lnTo>
                  <a:pt x="1352550" y="1266825"/>
                </a:lnTo>
                <a:lnTo>
                  <a:pt x="1352550" y="1276350"/>
                </a:lnTo>
                <a:lnTo>
                  <a:pt x="1343025" y="1276350"/>
                </a:lnTo>
                <a:lnTo>
                  <a:pt x="1343025" y="1285875"/>
                </a:lnTo>
                <a:lnTo>
                  <a:pt x="1352550" y="1285875"/>
                </a:lnTo>
                <a:lnTo>
                  <a:pt x="1352550" y="1295400"/>
                </a:lnTo>
                <a:lnTo>
                  <a:pt x="1400175" y="1295400"/>
                </a:lnTo>
                <a:lnTo>
                  <a:pt x="1400175" y="1276350"/>
                </a:lnTo>
                <a:lnTo>
                  <a:pt x="1409700" y="1276350"/>
                </a:lnTo>
                <a:lnTo>
                  <a:pt x="1409700" y="1285875"/>
                </a:lnTo>
                <a:lnTo>
                  <a:pt x="1419225" y="1285875"/>
                </a:lnTo>
                <a:lnTo>
                  <a:pt x="1419225" y="1276350"/>
                </a:lnTo>
                <a:lnTo>
                  <a:pt x="1438275" y="1276350"/>
                </a:lnTo>
                <a:lnTo>
                  <a:pt x="1438275" y="1371600"/>
                </a:lnTo>
                <a:lnTo>
                  <a:pt x="1428750" y="1371600"/>
                </a:lnTo>
                <a:lnTo>
                  <a:pt x="1428750" y="1381125"/>
                </a:lnTo>
                <a:lnTo>
                  <a:pt x="1371600" y="1381125"/>
                </a:lnTo>
                <a:lnTo>
                  <a:pt x="1371600" y="1390650"/>
                </a:lnTo>
                <a:lnTo>
                  <a:pt x="1362075" y="1390650"/>
                </a:lnTo>
                <a:lnTo>
                  <a:pt x="1362075" y="1400175"/>
                </a:lnTo>
                <a:lnTo>
                  <a:pt x="1343025" y="1400175"/>
                </a:lnTo>
                <a:lnTo>
                  <a:pt x="1343025" y="1371600"/>
                </a:lnTo>
                <a:lnTo>
                  <a:pt x="1333500" y="1371600"/>
                </a:lnTo>
                <a:lnTo>
                  <a:pt x="1333500" y="1381125"/>
                </a:lnTo>
                <a:lnTo>
                  <a:pt x="1323975" y="1381125"/>
                </a:lnTo>
                <a:lnTo>
                  <a:pt x="1323975" y="1390650"/>
                </a:lnTo>
                <a:lnTo>
                  <a:pt x="1314450" y="1390650"/>
                </a:lnTo>
                <a:lnTo>
                  <a:pt x="1314450" y="1400175"/>
                </a:lnTo>
                <a:lnTo>
                  <a:pt x="1323975" y="1400175"/>
                </a:lnTo>
                <a:lnTo>
                  <a:pt x="1323975" y="1409700"/>
                </a:lnTo>
                <a:lnTo>
                  <a:pt x="1352550" y="1409700"/>
                </a:lnTo>
                <a:lnTo>
                  <a:pt x="1352550" y="1428750"/>
                </a:lnTo>
                <a:lnTo>
                  <a:pt x="1362075" y="1428750"/>
                </a:lnTo>
                <a:lnTo>
                  <a:pt x="1362075" y="1419225"/>
                </a:lnTo>
                <a:lnTo>
                  <a:pt x="1381125" y="1419225"/>
                </a:lnTo>
                <a:lnTo>
                  <a:pt x="1381125" y="1438275"/>
                </a:lnTo>
                <a:lnTo>
                  <a:pt x="1352550" y="1438275"/>
                </a:lnTo>
                <a:lnTo>
                  <a:pt x="1352550" y="1457325"/>
                </a:lnTo>
                <a:lnTo>
                  <a:pt x="1362075" y="1457325"/>
                </a:lnTo>
                <a:lnTo>
                  <a:pt x="1362075" y="1466850"/>
                </a:lnTo>
                <a:lnTo>
                  <a:pt x="1400175" y="1466850"/>
                </a:lnTo>
                <a:lnTo>
                  <a:pt x="1400175" y="1476375"/>
                </a:lnTo>
                <a:lnTo>
                  <a:pt x="1409700" y="1476375"/>
                </a:lnTo>
                <a:lnTo>
                  <a:pt x="1409700" y="1485900"/>
                </a:lnTo>
                <a:lnTo>
                  <a:pt x="1419225" y="1485900"/>
                </a:lnTo>
                <a:lnTo>
                  <a:pt x="1419225" y="1495425"/>
                </a:lnTo>
                <a:lnTo>
                  <a:pt x="1409700" y="1495425"/>
                </a:lnTo>
                <a:lnTo>
                  <a:pt x="1409700" y="1504950"/>
                </a:lnTo>
                <a:lnTo>
                  <a:pt x="1390650" y="1504950"/>
                </a:lnTo>
                <a:lnTo>
                  <a:pt x="1390650" y="1495425"/>
                </a:lnTo>
                <a:lnTo>
                  <a:pt x="1381125" y="1495425"/>
                </a:lnTo>
                <a:lnTo>
                  <a:pt x="1381125" y="1485900"/>
                </a:lnTo>
                <a:lnTo>
                  <a:pt x="1371600" y="1485900"/>
                </a:lnTo>
                <a:lnTo>
                  <a:pt x="1371600" y="1514475"/>
                </a:lnTo>
                <a:lnTo>
                  <a:pt x="1390650" y="1514475"/>
                </a:lnTo>
                <a:lnTo>
                  <a:pt x="1390650" y="1524000"/>
                </a:lnTo>
                <a:lnTo>
                  <a:pt x="1400175" y="1524000"/>
                </a:lnTo>
                <a:lnTo>
                  <a:pt x="1400175" y="1533525"/>
                </a:lnTo>
                <a:lnTo>
                  <a:pt x="1409700" y="1533525"/>
                </a:lnTo>
                <a:lnTo>
                  <a:pt x="1409700" y="1543050"/>
                </a:lnTo>
                <a:lnTo>
                  <a:pt x="1419225" y="1543050"/>
                </a:lnTo>
                <a:lnTo>
                  <a:pt x="1419225" y="1533525"/>
                </a:lnTo>
                <a:lnTo>
                  <a:pt x="1428750" y="1533525"/>
                </a:lnTo>
                <a:lnTo>
                  <a:pt x="1428750" y="1543050"/>
                </a:lnTo>
                <a:lnTo>
                  <a:pt x="1419225" y="1543050"/>
                </a:lnTo>
                <a:lnTo>
                  <a:pt x="1419225" y="1571625"/>
                </a:lnTo>
                <a:lnTo>
                  <a:pt x="1428750" y="1571625"/>
                </a:lnTo>
                <a:lnTo>
                  <a:pt x="1428750" y="1562100"/>
                </a:lnTo>
                <a:lnTo>
                  <a:pt x="1438275" y="1562100"/>
                </a:lnTo>
                <a:lnTo>
                  <a:pt x="1438275" y="1581150"/>
                </a:lnTo>
                <a:lnTo>
                  <a:pt x="1428750" y="1581150"/>
                </a:lnTo>
                <a:lnTo>
                  <a:pt x="1428750" y="1590675"/>
                </a:lnTo>
                <a:lnTo>
                  <a:pt x="1409700" y="1590675"/>
                </a:lnTo>
                <a:lnTo>
                  <a:pt x="1409700" y="1581150"/>
                </a:lnTo>
                <a:lnTo>
                  <a:pt x="1390650" y="1581150"/>
                </a:lnTo>
                <a:lnTo>
                  <a:pt x="1390650" y="1590675"/>
                </a:lnTo>
                <a:lnTo>
                  <a:pt x="1266825" y="1590675"/>
                </a:lnTo>
                <a:lnTo>
                  <a:pt x="1266825" y="1600200"/>
                </a:lnTo>
                <a:lnTo>
                  <a:pt x="1238250" y="1600200"/>
                </a:lnTo>
                <a:lnTo>
                  <a:pt x="1238250" y="1590675"/>
                </a:lnTo>
                <a:lnTo>
                  <a:pt x="1181100" y="1590675"/>
                </a:lnTo>
                <a:lnTo>
                  <a:pt x="1181100" y="1581150"/>
                </a:lnTo>
                <a:lnTo>
                  <a:pt x="1104900" y="1581150"/>
                </a:lnTo>
                <a:lnTo>
                  <a:pt x="1104900" y="1590675"/>
                </a:lnTo>
                <a:lnTo>
                  <a:pt x="1066800" y="1590675"/>
                </a:lnTo>
                <a:lnTo>
                  <a:pt x="1066800" y="1581150"/>
                </a:lnTo>
                <a:lnTo>
                  <a:pt x="1038225" y="1581150"/>
                </a:lnTo>
                <a:lnTo>
                  <a:pt x="1038225" y="1571625"/>
                </a:lnTo>
                <a:lnTo>
                  <a:pt x="1028700" y="1571625"/>
                </a:lnTo>
                <a:lnTo>
                  <a:pt x="1028700" y="1581150"/>
                </a:lnTo>
                <a:lnTo>
                  <a:pt x="981075" y="1581150"/>
                </a:lnTo>
                <a:lnTo>
                  <a:pt x="981075" y="1590675"/>
                </a:lnTo>
                <a:lnTo>
                  <a:pt x="904875" y="1590675"/>
                </a:lnTo>
                <a:lnTo>
                  <a:pt x="904875" y="1581150"/>
                </a:lnTo>
                <a:lnTo>
                  <a:pt x="876300" y="1581150"/>
                </a:lnTo>
                <a:lnTo>
                  <a:pt x="876300" y="1590675"/>
                </a:lnTo>
                <a:lnTo>
                  <a:pt x="809625" y="1590675"/>
                </a:lnTo>
                <a:lnTo>
                  <a:pt x="809625" y="1581150"/>
                </a:lnTo>
                <a:lnTo>
                  <a:pt x="752475" y="1581150"/>
                </a:lnTo>
                <a:lnTo>
                  <a:pt x="752475" y="1562100"/>
                </a:lnTo>
                <a:lnTo>
                  <a:pt x="723900" y="1562100"/>
                </a:lnTo>
                <a:lnTo>
                  <a:pt x="723900" y="1571625"/>
                </a:lnTo>
                <a:lnTo>
                  <a:pt x="733425" y="1571625"/>
                </a:lnTo>
                <a:lnTo>
                  <a:pt x="733425" y="1581150"/>
                </a:lnTo>
                <a:lnTo>
                  <a:pt x="704850" y="1581150"/>
                </a:lnTo>
                <a:lnTo>
                  <a:pt x="704850" y="1571625"/>
                </a:lnTo>
                <a:lnTo>
                  <a:pt x="685800" y="1571625"/>
                </a:lnTo>
                <a:lnTo>
                  <a:pt x="685800" y="1581150"/>
                </a:lnTo>
                <a:lnTo>
                  <a:pt x="666750" y="1581150"/>
                </a:lnTo>
                <a:lnTo>
                  <a:pt x="666750" y="1590675"/>
                </a:lnTo>
                <a:lnTo>
                  <a:pt x="590550" y="1590675"/>
                </a:lnTo>
                <a:lnTo>
                  <a:pt x="590550" y="1581150"/>
                </a:lnTo>
                <a:lnTo>
                  <a:pt x="552450" y="1581150"/>
                </a:lnTo>
                <a:lnTo>
                  <a:pt x="552450" y="1590675"/>
                </a:lnTo>
                <a:lnTo>
                  <a:pt x="457200" y="1590675"/>
                </a:lnTo>
                <a:lnTo>
                  <a:pt x="457200" y="1581150"/>
                </a:lnTo>
                <a:lnTo>
                  <a:pt x="438150" y="1581150"/>
                </a:lnTo>
                <a:lnTo>
                  <a:pt x="438150" y="1590675"/>
                </a:lnTo>
                <a:lnTo>
                  <a:pt x="400050" y="1590675"/>
                </a:lnTo>
                <a:lnTo>
                  <a:pt x="400050" y="1600200"/>
                </a:lnTo>
                <a:lnTo>
                  <a:pt x="381000" y="1600200"/>
                </a:lnTo>
                <a:lnTo>
                  <a:pt x="381000" y="1590675"/>
                </a:lnTo>
                <a:lnTo>
                  <a:pt x="276225" y="1590675"/>
                </a:lnTo>
                <a:lnTo>
                  <a:pt x="276225" y="1581150"/>
                </a:lnTo>
                <a:lnTo>
                  <a:pt x="257175" y="1581150"/>
                </a:lnTo>
                <a:lnTo>
                  <a:pt x="257175" y="1590675"/>
                </a:lnTo>
                <a:lnTo>
                  <a:pt x="247650" y="1590675"/>
                </a:lnTo>
                <a:lnTo>
                  <a:pt x="247650" y="1619250"/>
                </a:lnTo>
                <a:lnTo>
                  <a:pt x="257175" y="1619250"/>
                </a:lnTo>
                <a:lnTo>
                  <a:pt x="257175" y="1628775"/>
                </a:lnTo>
                <a:lnTo>
                  <a:pt x="295275" y="1628775"/>
                </a:lnTo>
                <a:lnTo>
                  <a:pt x="295275" y="1619250"/>
                </a:lnTo>
                <a:lnTo>
                  <a:pt x="352425" y="1619250"/>
                </a:lnTo>
                <a:lnTo>
                  <a:pt x="352425" y="1628775"/>
                </a:lnTo>
                <a:lnTo>
                  <a:pt x="381000" y="1628775"/>
                </a:lnTo>
                <a:lnTo>
                  <a:pt x="381000" y="1619250"/>
                </a:lnTo>
                <a:lnTo>
                  <a:pt x="400050" y="1619250"/>
                </a:lnTo>
                <a:lnTo>
                  <a:pt x="400050" y="1628775"/>
                </a:lnTo>
                <a:lnTo>
                  <a:pt x="523875" y="1628775"/>
                </a:lnTo>
                <a:lnTo>
                  <a:pt x="523875" y="1619250"/>
                </a:lnTo>
                <a:lnTo>
                  <a:pt x="552450" y="1619250"/>
                </a:lnTo>
                <a:lnTo>
                  <a:pt x="552450" y="1628775"/>
                </a:lnTo>
                <a:lnTo>
                  <a:pt x="609600" y="1628775"/>
                </a:lnTo>
                <a:lnTo>
                  <a:pt x="609600" y="1638300"/>
                </a:lnTo>
                <a:lnTo>
                  <a:pt x="638175" y="1638300"/>
                </a:lnTo>
                <a:lnTo>
                  <a:pt x="638175" y="1628775"/>
                </a:lnTo>
                <a:lnTo>
                  <a:pt x="752475" y="1628775"/>
                </a:lnTo>
                <a:lnTo>
                  <a:pt x="752475" y="1619250"/>
                </a:lnTo>
                <a:lnTo>
                  <a:pt x="790575" y="1619250"/>
                </a:lnTo>
                <a:lnTo>
                  <a:pt x="790575" y="1628775"/>
                </a:lnTo>
                <a:lnTo>
                  <a:pt x="847725" y="1628775"/>
                </a:lnTo>
                <a:lnTo>
                  <a:pt x="847725" y="1619250"/>
                </a:lnTo>
                <a:lnTo>
                  <a:pt x="866775" y="1619250"/>
                </a:lnTo>
                <a:lnTo>
                  <a:pt x="866775" y="1628775"/>
                </a:lnTo>
                <a:lnTo>
                  <a:pt x="914400" y="1628775"/>
                </a:lnTo>
                <a:lnTo>
                  <a:pt x="914400" y="1619250"/>
                </a:lnTo>
                <a:lnTo>
                  <a:pt x="942975" y="1619250"/>
                </a:lnTo>
                <a:lnTo>
                  <a:pt x="942975" y="1628775"/>
                </a:lnTo>
                <a:lnTo>
                  <a:pt x="962025" y="1628775"/>
                </a:lnTo>
                <a:lnTo>
                  <a:pt x="962025" y="1619250"/>
                </a:lnTo>
                <a:lnTo>
                  <a:pt x="1009650" y="1619250"/>
                </a:lnTo>
                <a:lnTo>
                  <a:pt x="1009650" y="1628775"/>
                </a:lnTo>
                <a:lnTo>
                  <a:pt x="1047750" y="1628775"/>
                </a:lnTo>
                <a:lnTo>
                  <a:pt x="1047750" y="1638300"/>
                </a:lnTo>
                <a:lnTo>
                  <a:pt x="1076325" y="1638300"/>
                </a:lnTo>
                <a:lnTo>
                  <a:pt x="1076325" y="1628775"/>
                </a:lnTo>
                <a:lnTo>
                  <a:pt x="1095375" y="1628775"/>
                </a:lnTo>
                <a:lnTo>
                  <a:pt x="1095375" y="1638300"/>
                </a:lnTo>
                <a:lnTo>
                  <a:pt x="1143000" y="1638300"/>
                </a:lnTo>
                <a:lnTo>
                  <a:pt x="1143000" y="1647825"/>
                </a:lnTo>
                <a:lnTo>
                  <a:pt x="1133475" y="1647825"/>
                </a:lnTo>
                <a:lnTo>
                  <a:pt x="1133475" y="1657350"/>
                </a:lnTo>
                <a:lnTo>
                  <a:pt x="1143000" y="1657350"/>
                </a:lnTo>
                <a:lnTo>
                  <a:pt x="1143000" y="1676400"/>
                </a:lnTo>
                <a:lnTo>
                  <a:pt x="1152525" y="1676400"/>
                </a:lnTo>
                <a:lnTo>
                  <a:pt x="1152525" y="1685925"/>
                </a:lnTo>
                <a:lnTo>
                  <a:pt x="1143000" y="1685925"/>
                </a:lnTo>
                <a:lnTo>
                  <a:pt x="1143000" y="1695450"/>
                </a:lnTo>
                <a:lnTo>
                  <a:pt x="1162050" y="1695450"/>
                </a:lnTo>
                <a:lnTo>
                  <a:pt x="1162050" y="1685925"/>
                </a:lnTo>
                <a:lnTo>
                  <a:pt x="1171575" y="1685925"/>
                </a:lnTo>
                <a:lnTo>
                  <a:pt x="1171575" y="1666875"/>
                </a:lnTo>
                <a:lnTo>
                  <a:pt x="1190625" y="1666875"/>
                </a:lnTo>
                <a:lnTo>
                  <a:pt x="1190625" y="1676400"/>
                </a:lnTo>
                <a:lnTo>
                  <a:pt x="1181100" y="1676400"/>
                </a:lnTo>
                <a:lnTo>
                  <a:pt x="1181100" y="1704975"/>
                </a:lnTo>
                <a:lnTo>
                  <a:pt x="1190625" y="1704975"/>
                </a:lnTo>
                <a:lnTo>
                  <a:pt x="1190625" y="1714500"/>
                </a:lnTo>
                <a:lnTo>
                  <a:pt x="1238250" y="1714500"/>
                </a:lnTo>
                <a:lnTo>
                  <a:pt x="1238250" y="1724025"/>
                </a:lnTo>
                <a:lnTo>
                  <a:pt x="1247775" y="1724025"/>
                </a:lnTo>
                <a:lnTo>
                  <a:pt x="1247775" y="1714500"/>
                </a:lnTo>
                <a:lnTo>
                  <a:pt x="1257300" y="1714500"/>
                </a:lnTo>
                <a:lnTo>
                  <a:pt x="1257300" y="1704975"/>
                </a:lnTo>
                <a:lnTo>
                  <a:pt x="1285875" y="1704975"/>
                </a:lnTo>
                <a:lnTo>
                  <a:pt x="1285875" y="1695450"/>
                </a:lnTo>
                <a:lnTo>
                  <a:pt x="1304925" y="1695450"/>
                </a:lnTo>
                <a:lnTo>
                  <a:pt x="1304925" y="1704975"/>
                </a:lnTo>
                <a:lnTo>
                  <a:pt x="1314450" y="1704975"/>
                </a:lnTo>
                <a:lnTo>
                  <a:pt x="1314450" y="1714500"/>
                </a:lnTo>
                <a:lnTo>
                  <a:pt x="1323975" y="1714500"/>
                </a:lnTo>
                <a:lnTo>
                  <a:pt x="1323975" y="1733550"/>
                </a:lnTo>
                <a:lnTo>
                  <a:pt x="1285875" y="1733550"/>
                </a:lnTo>
                <a:lnTo>
                  <a:pt x="1285875" y="1724025"/>
                </a:lnTo>
                <a:lnTo>
                  <a:pt x="1276350" y="1724025"/>
                </a:lnTo>
                <a:lnTo>
                  <a:pt x="1276350" y="1743075"/>
                </a:lnTo>
                <a:lnTo>
                  <a:pt x="1238250" y="1743075"/>
                </a:lnTo>
                <a:lnTo>
                  <a:pt x="1238250" y="1752600"/>
                </a:lnTo>
                <a:lnTo>
                  <a:pt x="1276350" y="1752600"/>
                </a:lnTo>
                <a:lnTo>
                  <a:pt x="1276350" y="1762125"/>
                </a:lnTo>
                <a:lnTo>
                  <a:pt x="1171575" y="1762125"/>
                </a:lnTo>
                <a:lnTo>
                  <a:pt x="1171575" y="1752600"/>
                </a:lnTo>
                <a:lnTo>
                  <a:pt x="1181100" y="1752600"/>
                </a:lnTo>
                <a:lnTo>
                  <a:pt x="1181100" y="1743075"/>
                </a:lnTo>
                <a:lnTo>
                  <a:pt x="1171575" y="1743075"/>
                </a:lnTo>
                <a:lnTo>
                  <a:pt x="1171575" y="1714500"/>
                </a:lnTo>
                <a:lnTo>
                  <a:pt x="1162050" y="1714500"/>
                </a:lnTo>
                <a:lnTo>
                  <a:pt x="1162050" y="1724025"/>
                </a:lnTo>
                <a:lnTo>
                  <a:pt x="1143000" y="1724025"/>
                </a:lnTo>
                <a:lnTo>
                  <a:pt x="1143000" y="1743075"/>
                </a:lnTo>
                <a:lnTo>
                  <a:pt x="1133475" y="1743075"/>
                </a:lnTo>
                <a:lnTo>
                  <a:pt x="1133475" y="1752600"/>
                </a:lnTo>
                <a:lnTo>
                  <a:pt x="1143000" y="1752600"/>
                </a:lnTo>
                <a:lnTo>
                  <a:pt x="1143000" y="1762125"/>
                </a:lnTo>
                <a:lnTo>
                  <a:pt x="1057275" y="1762125"/>
                </a:lnTo>
                <a:lnTo>
                  <a:pt x="1057275" y="1743075"/>
                </a:lnTo>
                <a:lnTo>
                  <a:pt x="1009650" y="1743075"/>
                </a:lnTo>
                <a:lnTo>
                  <a:pt x="1009650" y="1714500"/>
                </a:lnTo>
                <a:lnTo>
                  <a:pt x="1000125" y="1714500"/>
                </a:lnTo>
                <a:lnTo>
                  <a:pt x="1000125" y="1704975"/>
                </a:lnTo>
                <a:lnTo>
                  <a:pt x="981075" y="1704975"/>
                </a:lnTo>
                <a:lnTo>
                  <a:pt x="981075" y="1724025"/>
                </a:lnTo>
                <a:lnTo>
                  <a:pt x="990600" y="1724025"/>
                </a:lnTo>
                <a:lnTo>
                  <a:pt x="990600" y="1733550"/>
                </a:lnTo>
                <a:lnTo>
                  <a:pt x="1000125" y="1733550"/>
                </a:lnTo>
                <a:lnTo>
                  <a:pt x="1000125" y="1743075"/>
                </a:lnTo>
                <a:lnTo>
                  <a:pt x="1009650" y="1743075"/>
                </a:lnTo>
                <a:lnTo>
                  <a:pt x="1009650" y="1752600"/>
                </a:lnTo>
                <a:lnTo>
                  <a:pt x="1028700" y="1752600"/>
                </a:lnTo>
                <a:lnTo>
                  <a:pt x="1028700" y="1762125"/>
                </a:lnTo>
                <a:lnTo>
                  <a:pt x="990600" y="1762125"/>
                </a:lnTo>
                <a:lnTo>
                  <a:pt x="990600" y="1743075"/>
                </a:lnTo>
                <a:lnTo>
                  <a:pt x="981075" y="1743075"/>
                </a:lnTo>
                <a:lnTo>
                  <a:pt x="981075" y="1762125"/>
                </a:lnTo>
                <a:lnTo>
                  <a:pt x="971550" y="1762125"/>
                </a:lnTo>
                <a:lnTo>
                  <a:pt x="971550" y="1743075"/>
                </a:lnTo>
                <a:lnTo>
                  <a:pt x="952500" y="1743075"/>
                </a:lnTo>
                <a:lnTo>
                  <a:pt x="952500" y="1733550"/>
                </a:lnTo>
                <a:lnTo>
                  <a:pt x="933450" y="1733550"/>
                </a:lnTo>
                <a:lnTo>
                  <a:pt x="933450" y="1743075"/>
                </a:lnTo>
                <a:lnTo>
                  <a:pt x="923925" y="1743075"/>
                </a:lnTo>
                <a:lnTo>
                  <a:pt x="923925" y="1762125"/>
                </a:lnTo>
                <a:lnTo>
                  <a:pt x="866775" y="1762125"/>
                </a:lnTo>
                <a:lnTo>
                  <a:pt x="866775" y="1743075"/>
                </a:lnTo>
                <a:lnTo>
                  <a:pt x="847725" y="1743075"/>
                </a:lnTo>
                <a:lnTo>
                  <a:pt x="847725" y="1752600"/>
                </a:lnTo>
                <a:lnTo>
                  <a:pt x="857250" y="1752600"/>
                </a:lnTo>
                <a:lnTo>
                  <a:pt x="857250" y="1762125"/>
                </a:lnTo>
                <a:lnTo>
                  <a:pt x="847725" y="1762125"/>
                </a:lnTo>
                <a:lnTo>
                  <a:pt x="847725" y="1771650"/>
                </a:lnTo>
                <a:lnTo>
                  <a:pt x="828675" y="1771650"/>
                </a:lnTo>
                <a:lnTo>
                  <a:pt x="828675" y="1762125"/>
                </a:lnTo>
                <a:lnTo>
                  <a:pt x="819150" y="1762125"/>
                </a:lnTo>
                <a:lnTo>
                  <a:pt x="819150" y="1771650"/>
                </a:lnTo>
                <a:lnTo>
                  <a:pt x="809625" y="1771650"/>
                </a:lnTo>
                <a:lnTo>
                  <a:pt x="809625" y="1762125"/>
                </a:lnTo>
                <a:lnTo>
                  <a:pt x="771525" y="1762125"/>
                </a:lnTo>
                <a:lnTo>
                  <a:pt x="771525" y="1771650"/>
                </a:lnTo>
                <a:lnTo>
                  <a:pt x="733425" y="1771650"/>
                </a:lnTo>
                <a:lnTo>
                  <a:pt x="733425" y="1762125"/>
                </a:lnTo>
                <a:lnTo>
                  <a:pt x="714375" y="1762125"/>
                </a:lnTo>
                <a:lnTo>
                  <a:pt x="714375" y="1771650"/>
                </a:lnTo>
                <a:lnTo>
                  <a:pt x="485775" y="1771650"/>
                </a:lnTo>
                <a:lnTo>
                  <a:pt x="485775" y="1762125"/>
                </a:lnTo>
                <a:lnTo>
                  <a:pt x="476250" y="1762125"/>
                </a:lnTo>
                <a:lnTo>
                  <a:pt x="476250" y="1771650"/>
                </a:lnTo>
                <a:lnTo>
                  <a:pt x="466725" y="1771650"/>
                </a:lnTo>
                <a:lnTo>
                  <a:pt x="466725" y="1762125"/>
                </a:lnTo>
                <a:lnTo>
                  <a:pt x="400050" y="1762125"/>
                </a:lnTo>
                <a:lnTo>
                  <a:pt x="400050" y="1771650"/>
                </a:lnTo>
                <a:lnTo>
                  <a:pt x="352425" y="1771650"/>
                </a:lnTo>
                <a:lnTo>
                  <a:pt x="352425" y="1762125"/>
                </a:lnTo>
                <a:lnTo>
                  <a:pt x="333375" y="1762125"/>
                </a:lnTo>
                <a:lnTo>
                  <a:pt x="333375" y="1771650"/>
                </a:lnTo>
                <a:lnTo>
                  <a:pt x="247650" y="1771650"/>
                </a:lnTo>
                <a:lnTo>
                  <a:pt x="247650" y="1762125"/>
                </a:lnTo>
                <a:lnTo>
                  <a:pt x="228600" y="1762125"/>
                </a:lnTo>
                <a:lnTo>
                  <a:pt x="228600" y="1752600"/>
                </a:lnTo>
                <a:lnTo>
                  <a:pt x="219075" y="1752600"/>
                </a:lnTo>
                <a:lnTo>
                  <a:pt x="219075" y="1743075"/>
                </a:lnTo>
                <a:lnTo>
                  <a:pt x="209550" y="1743075"/>
                </a:lnTo>
                <a:lnTo>
                  <a:pt x="209550" y="1733550"/>
                </a:lnTo>
                <a:lnTo>
                  <a:pt x="200025" y="1733550"/>
                </a:lnTo>
                <a:lnTo>
                  <a:pt x="200025" y="1714500"/>
                </a:lnTo>
                <a:lnTo>
                  <a:pt x="190500" y="1714500"/>
                </a:lnTo>
                <a:lnTo>
                  <a:pt x="190500" y="1666875"/>
                </a:lnTo>
                <a:lnTo>
                  <a:pt x="200025" y="1666875"/>
                </a:lnTo>
                <a:lnTo>
                  <a:pt x="200025" y="1647825"/>
                </a:lnTo>
                <a:lnTo>
                  <a:pt x="209550" y="1647825"/>
                </a:lnTo>
                <a:lnTo>
                  <a:pt x="209550" y="1628775"/>
                </a:lnTo>
                <a:lnTo>
                  <a:pt x="200025" y="1628775"/>
                </a:lnTo>
                <a:lnTo>
                  <a:pt x="200025" y="1638300"/>
                </a:lnTo>
                <a:lnTo>
                  <a:pt x="190500" y="1638300"/>
                </a:lnTo>
                <a:lnTo>
                  <a:pt x="190500" y="1609725"/>
                </a:lnTo>
                <a:lnTo>
                  <a:pt x="180975" y="1609725"/>
                </a:lnTo>
                <a:lnTo>
                  <a:pt x="180975" y="1362075"/>
                </a:lnTo>
                <a:lnTo>
                  <a:pt x="190500" y="1362075"/>
                </a:lnTo>
                <a:lnTo>
                  <a:pt x="190500" y="1257300"/>
                </a:lnTo>
                <a:lnTo>
                  <a:pt x="200025" y="1257300"/>
                </a:lnTo>
                <a:lnTo>
                  <a:pt x="200025" y="1228725"/>
                </a:lnTo>
                <a:lnTo>
                  <a:pt x="209550" y="1228725"/>
                </a:lnTo>
                <a:lnTo>
                  <a:pt x="209550" y="1238250"/>
                </a:lnTo>
                <a:lnTo>
                  <a:pt x="219075" y="1238250"/>
                </a:lnTo>
                <a:lnTo>
                  <a:pt x="219075" y="1228725"/>
                </a:lnTo>
                <a:lnTo>
                  <a:pt x="228600" y="1228725"/>
                </a:lnTo>
                <a:lnTo>
                  <a:pt x="228600" y="1219200"/>
                </a:lnTo>
                <a:lnTo>
                  <a:pt x="238125" y="1219200"/>
                </a:lnTo>
                <a:lnTo>
                  <a:pt x="238125" y="1209675"/>
                </a:lnTo>
                <a:lnTo>
                  <a:pt x="228600" y="1209675"/>
                </a:lnTo>
                <a:lnTo>
                  <a:pt x="228600" y="1200150"/>
                </a:lnTo>
                <a:lnTo>
                  <a:pt x="238125" y="1200150"/>
                </a:lnTo>
                <a:lnTo>
                  <a:pt x="238125" y="1209675"/>
                </a:lnTo>
                <a:lnTo>
                  <a:pt x="247650" y="1209675"/>
                </a:lnTo>
                <a:close/>
                <a:moveTo>
                  <a:pt x="1352550" y="1219200"/>
                </a:moveTo>
                <a:lnTo>
                  <a:pt x="1381125" y="1219200"/>
                </a:lnTo>
                <a:lnTo>
                  <a:pt x="1381125" y="1209675"/>
                </a:lnTo>
                <a:lnTo>
                  <a:pt x="1352550" y="1209675"/>
                </a:lnTo>
                <a:close/>
                <a:moveTo>
                  <a:pt x="1209675" y="1247775"/>
                </a:moveTo>
                <a:lnTo>
                  <a:pt x="1219200" y="1247775"/>
                </a:lnTo>
                <a:lnTo>
                  <a:pt x="1219200" y="1257300"/>
                </a:lnTo>
                <a:lnTo>
                  <a:pt x="1228725" y="1257300"/>
                </a:lnTo>
                <a:lnTo>
                  <a:pt x="1228725" y="1238250"/>
                </a:lnTo>
                <a:lnTo>
                  <a:pt x="1209675" y="1238250"/>
                </a:lnTo>
                <a:close/>
                <a:moveTo>
                  <a:pt x="1285875" y="1257300"/>
                </a:moveTo>
                <a:lnTo>
                  <a:pt x="1323975" y="1257300"/>
                </a:lnTo>
                <a:lnTo>
                  <a:pt x="1323975" y="1247775"/>
                </a:lnTo>
                <a:lnTo>
                  <a:pt x="1314450" y="1247775"/>
                </a:lnTo>
                <a:lnTo>
                  <a:pt x="1314450" y="1238250"/>
                </a:lnTo>
                <a:lnTo>
                  <a:pt x="1304925" y="1238250"/>
                </a:lnTo>
                <a:lnTo>
                  <a:pt x="1304925" y="1247775"/>
                </a:lnTo>
                <a:lnTo>
                  <a:pt x="1266825" y="1247775"/>
                </a:lnTo>
                <a:lnTo>
                  <a:pt x="1266825" y="1257300"/>
                </a:lnTo>
                <a:lnTo>
                  <a:pt x="1257300" y="1257300"/>
                </a:lnTo>
                <a:lnTo>
                  <a:pt x="1257300" y="1266825"/>
                </a:lnTo>
                <a:lnTo>
                  <a:pt x="1276350" y="1266825"/>
                </a:lnTo>
                <a:lnTo>
                  <a:pt x="1276350" y="1276350"/>
                </a:lnTo>
                <a:lnTo>
                  <a:pt x="1285875" y="1276350"/>
                </a:lnTo>
                <a:close/>
                <a:moveTo>
                  <a:pt x="1143000" y="1276350"/>
                </a:moveTo>
                <a:lnTo>
                  <a:pt x="1200150" y="1276350"/>
                </a:lnTo>
                <a:lnTo>
                  <a:pt x="1200150" y="1295400"/>
                </a:lnTo>
                <a:lnTo>
                  <a:pt x="1181100" y="1295400"/>
                </a:lnTo>
                <a:lnTo>
                  <a:pt x="1181100" y="1304925"/>
                </a:lnTo>
                <a:lnTo>
                  <a:pt x="1190625" y="1304925"/>
                </a:lnTo>
                <a:lnTo>
                  <a:pt x="1190625" y="1323975"/>
                </a:lnTo>
                <a:lnTo>
                  <a:pt x="1247775" y="1323975"/>
                </a:lnTo>
                <a:lnTo>
                  <a:pt x="1247775" y="1304925"/>
                </a:lnTo>
                <a:lnTo>
                  <a:pt x="1238250" y="1304925"/>
                </a:lnTo>
                <a:lnTo>
                  <a:pt x="1238250" y="1295400"/>
                </a:lnTo>
                <a:lnTo>
                  <a:pt x="1219200" y="1295400"/>
                </a:lnTo>
                <a:lnTo>
                  <a:pt x="1219200" y="1285875"/>
                </a:lnTo>
                <a:lnTo>
                  <a:pt x="1209675" y="1285875"/>
                </a:lnTo>
                <a:lnTo>
                  <a:pt x="1209675" y="1276350"/>
                </a:lnTo>
                <a:lnTo>
                  <a:pt x="1219200" y="1276350"/>
                </a:lnTo>
                <a:lnTo>
                  <a:pt x="1219200" y="1266825"/>
                </a:lnTo>
                <a:lnTo>
                  <a:pt x="1209675" y="1266825"/>
                </a:lnTo>
                <a:lnTo>
                  <a:pt x="1209675" y="1257300"/>
                </a:lnTo>
                <a:lnTo>
                  <a:pt x="1200150" y="1257300"/>
                </a:lnTo>
                <a:lnTo>
                  <a:pt x="1200150" y="1247775"/>
                </a:lnTo>
                <a:lnTo>
                  <a:pt x="1171575" y="1247775"/>
                </a:lnTo>
                <a:lnTo>
                  <a:pt x="1171575" y="1266825"/>
                </a:lnTo>
                <a:lnTo>
                  <a:pt x="1143000" y="1266825"/>
                </a:lnTo>
                <a:close/>
                <a:moveTo>
                  <a:pt x="1628775" y="1285875"/>
                </a:moveTo>
                <a:lnTo>
                  <a:pt x="1638300" y="1285875"/>
                </a:lnTo>
                <a:lnTo>
                  <a:pt x="1638300" y="1295400"/>
                </a:lnTo>
                <a:lnTo>
                  <a:pt x="1628775" y="1295400"/>
                </a:lnTo>
                <a:close/>
                <a:moveTo>
                  <a:pt x="247650" y="1304925"/>
                </a:moveTo>
                <a:lnTo>
                  <a:pt x="257175" y="1304925"/>
                </a:lnTo>
                <a:lnTo>
                  <a:pt x="257175" y="1314450"/>
                </a:lnTo>
                <a:lnTo>
                  <a:pt x="495300" y="1314450"/>
                </a:lnTo>
                <a:lnTo>
                  <a:pt x="495300" y="1304925"/>
                </a:lnTo>
                <a:lnTo>
                  <a:pt x="523875" y="1304925"/>
                </a:lnTo>
                <a:lnTo>
                  <a:pt x="523875" y="1314450"/>
                </a:lnTo>
                <a:lnTo>
                  <a:pt x="742950" y="1314450"/>
                </a:lnTo>
                <a:lnTo>
                  <a:pt x="742950" y="1276350"/>
                </a:lnTo>
                <a:lnTo>
                  <a:pt x="714375" y="1276350"/>
                </a:lnTo>
                <a:lnTo>
                  <a:pt x="714375" y="1266825"/>
                </a:lnTo>
                <a:lnTo>
                  <a:pt x="695325" y="1266825"/>
                </a:lnTo>
                <a:lnTo>
                  <a:pt x="695325" y="1276350"/>
                </a:lnTo>
                <a:lnTo>
                  <a:pt x="600075" y="1276350"/>
                </a:lnTo>
                <a:lnTo>
                  <a:pt x="600075" y="1266825"/>
                </a:lnTo>
                <a:lnTo>
                  <a:pt x="571500" y="1266825"/>
                </a:lnTo>
                <a:lnTo>
                  <a:pt x="571500" y="1276350"/>
                </a:lnTo>
                <a:lnTo>
                  <a:pt x="523875" y="1276350"/>
                </a:lnTo>
                <a:lnTo>
                  <a:pt x="523875" y="1285875"/>
                </a:lnTo>
                <a:lnTo>
                  <a:pt x="495300" y="1285875"/>
                </a:lnTo>
                <a:lnTo>
                  <a:pt x="495300" y="1276350"/>
                </a:lnTo>
                <a:lnTo>
                  <a:pt x="476250" y="1276350"/>
                </a:lnTo>
                <a:lnTo>
                  <a:pt x="476250" y="1266825"/>
                </a:lnTo>
                <a:lnTo>
                  <a:pt x="447675" y="1266825"/>
                </a:lnTo>
                <a:lnTo>
                  <a:pt x="447675" y="1276350"/>
                </a:lnTo>
                <a:lnTo>
                  <a:pt x="390525" y="1276350"/>
                </a:lnTo>
                <a:lnTo>
                  <a:pt x="390525" y="1266825"/>
                </a:lnTo>
                <a:lnTo>
                  <a:pt x="371475" y="1266825"/>
                </a:lnTo>
                <a:lnTo>
                  <a:pt x="371475" y="1276350"/>
                </a:lnTo>
                <a:lnTo>
                  <a:pt x="276225" y="1276350"/>
                </a:lnTo>
                <a:lnTo>
                  <a:pt x="276225" y="1266825"/>
                </a:lnTo>
                <a:lnTo>
                  <a:pt x="257175" y="1266825"/>
                </a:lnTo>
                <a:lnTo>
                  <a:pt x="257175" y="1276350"/>
                </a:lnTo>
                <a:lnTo>
                  <a:pt x="247650" y="1276350"/>
                </a:lnTo>
                <a:close/>
                <a:moveTo>
                  <a:pt x="1143000" y="1304925"/>
                </a:moveTo>
                <a:lnTo>
                  <a:pt x="1152525" y="1304925"/>
                </a:lnTo>
                <a:lnTo>
                  <a:pt x="1152525" y="1295400"/>
                </a:lnTo>
                <a:lnTo>
                  <a:pt x="1133475" y="1295400"/>
                </a:lnTo>
                <a:lnTo>
                  <a:pt x="1133475" y="1314450"/>
                </a:lnTo>
                <a:lnTo>
                  <a:pt x="1143000" y="1314450"/>
                </a:lnTo>
                <a:close/>
                <a:moveTo>
                  <a:pt x="1304925" y="1304925"/>
                </a:moveTo>
                <a:lnTo>
                  <a:pt x="1314450" y="1304925"/>
                </a:lnTo>
                <a:lnTo>
                  <a:pt x="1314450" y="1285875"/>
                </a:lnTo>
                <a:lnTo>
                  <a:pt x="1295400" y="1285875"/>
                </a:lnTo>
                <a:lnTo>
                  <a:pt x="1295400" y="1276350"/>
                </a:lnTo>
                <a:lnTo>
                  <a:pt x="1285875" y="1276350"/>
                </a:lnTo>
                <a:lnTo>
                  <a:pt x="1285875" y="1285875"/>
                </a:lnTo>
                <a:lnTo>
                  <a:pt x="1276350" y="1285875"/>
                </a:lnTo>
                <a:lnTo>
                  <a:pt x="1276350" y="1314450"/>
                </a:lnTo>
                <a:lnTo>
                  <a:pt x="1304925" y="1314450"/>
                </a:lnTo>
                <a:close/>
                <a:moveTo>
                  <a:pt x="200025" y="1314450"/>
                </a:moveTo>
                <a:lnTo>
                  <a:pt x="209550" y="1314450"/>
                </a:lnTo>
                <a:lnTo>
                  <a:pt x="209550" y="1295400"/>
                </a:lnTo>
                <a:lnTo>
                  <a:pt x="200025" y="1295400"/>
                </a:lnTo>
                <a:close/>
                <a:moveTo>
                  <a:pt x="1657350" y="1323975"/>
                </a:moveTo>
                <a:lnTo>
                  <a:pt x="1666875" y="1323975"/>
                </a:lnTo>
                <a:lnTo>
                  <a:pt x="1666875" y="1333500"/>
                </a:lnTo>
                <a:lnTo>
                  <a:pt x="1676400" y="1333500"/>
                </a:lnTo>
                <a:lnTo>
                  <a:pt x="1676400" y="1362075"/>
                </a:lnTo>
                <a:lnTo>
                  <a:pt x="1666875" y="1362075"/>
                </a:lnTo>
                <a:lnTo>
                  <a:pt x="1666875" y="1390650"/>
                </a:lnTo>
                <a:lnTo>
                  <a:pt x="1647825" y="1390650"/>
                </a:lnTo>
                <a:lnTo>
                  <a:pt x="1647825" y="1400175"/>
                </a:lnTo>
                <a:lnTo>
                  <a:pt x="1638300" y="1400175"/>
                </a:lnTo>
                <a:lnTo>
                  <a:pt x="1638300" y="1409700"/>
                </a:lnTo>
                <a:lnTo>
                  <a:pt x="1628775" y="1409700"/>
                </a:lnTo>
                <a:lnTo>
                  <a:pt x="1628775" y="1428750"/>
                </a:lnTo>
                <a:lnTo>
                  <a:pt x="1619250" y="1428750"/>
                </a:lnTo>
                <a:lnTo>
                  <a:pt x="1619250" y="1438275"/>
                </a:lnTo>
                <a:lnTo>
                  <a:pt x="1609725" y="1438275"/>
                </a:lnTo>
                <a:lnTo>
                  <a:pt x="1609725" y="1447800"/>
                </a:lnTo>
                <a:lnTo>
                  <a:pt x="1600200" y="1447800"/>
                </a:lnTo>
                <a:lnTo>
                  <a:pt x="1600200" y="1457325"/>
                </a:lnTo>
                <a:lnTo>
                  <a:pt x="1533525" y="1457325"/>
                </a:lnTo>
                <a:lnTo>
                  <a:pt x="1533525" y="1447800"/>
                </a:lnTo>
                <a:lnTo>
                  <a:pt x="1504950" y="1447800"/>
                </a:lnTo>
                <a:lnTo>
                  <a:pt x="1504950" y="1438275"/>
                </a:lnTo>
                <a:lnTo>
                  <a:pt x="1514475" y="1438275"/>
                </a:lnTo>
                <a:lnTo>
                  <a:pt x="1514475" y="1428750"/>
                </a:lnTo>
                <a:lnTo>
                  <a:pt x="1590675" y="1428750"/>
                </a:lnTo>
                <a:lnTo>
                  <a:pt x="1590675" y="1419225"/>
                </a:lnTo>
                <a:lnTo>
                  <a:pt x="1600200" y="1419225"/>
                </a:lnTo>
                <a:lnTo>
                  <a:pt x="1600200" y="1409700"/>
                </a:lnTo>
                <a:lnTo>
                  <a:pt x="1609725" y="1409700"/>
                </a:lnTo>
                <a:lnTo>
                  <a:pt x="1609725" y="1400175"/>
                </a:lnTo>
                <a:lnTo>
                  <a:pt x="1619250" y="1400175"/>
                </a:lnTo>
                <a:lnTo>
                  <a:pt x="1619250" y="1352550"/>
                </a:lnTo>
                <a:lnTo>
                  <a:pt x="1628775" y="1352550"/>
                </a:lnTo>
                <a:lnTo>
                  <a:pt x="1628775" y="1333500"/>
                </a:lnTo>
                <a:lnTo>
                  <a:pt x="1638300" y="1333500"/>
                </a:lnTo>
                <a:lnTo>
                  <a:pt x="1638300" y="1343025"/>
                </a:lnTo>
                <a:lnTo>
                  <a:pt x="1647825" y="1343025"/>
                </a:lnTo>
                <a:lnTo>
                  <a:pt x="1647825" y="1333500"/>
                </a:lnTo>
                <a:lnTo>
                  <a:pt x="1657350" y="1333500"/>
                </a:lnTo>
                <a:close/>
                <a:moveTo>
                  <a:pt x="1228725" y="1343025"/>
                </a:moveTo>
                <a:lnTo>
                  <a:pt x="1238250" y="1343025"/>
                </a:lnTo>
                <a:lnTo>
                  <a:pt x="1238250" y="1333500"/>
                </a:lnTo>
                <a:lnTo>
                  <a:pt x="1228725" y="1333500"/>
                </a:lnTo>
                <a:close/>
                <a:moveTo>
                  <a:pt x="838200" y="1352550"/>
                </a:moveTo>
                <a:lnTo>
                  <a:pt x="857250" y="1352550"/>
                </a:lnTo>
                <a:lnTo>
                  <a:pt x="857250" y="1343025"/>
                </a:lnTo>
                <a:lnTo>
                  <a:pt x="838200" y="1343025"/>
                </a:lnTo>
                <a:lnTo>
                  <a:pt x="838200" y="1333500"/>
                </a:lnTo>
                <a:lnTo>
                  <a:pt x="809625" y="1333500"/>
                </a:lnTo>
                <a:lnTo>
                  <a:pt x="809625" y="1343025"/>
                </a:lnTo>
                <a:lnTo>
                  <a:pt x="800100" y="1343025"/>
                </a:lnTo>
                <a:lnTo>
                  <a:pt x="800100" y="1352550"/>
                </a:lnTo>
                <a:lnTo>
                  <a:pt x="790575" y="1352550"/>
                </a:lnTo>
                <a:lnTo>
                  <a:pt x="790575" y="1371600"/>
                </a:lnTo>
                <a:lnTo>
                  <a:pt x="723900" y="1371600"/>
                </a:lnTo>
                <a:lnTo>
                  <a:pt x="723900" y="1381125"/>
                </a:lnTo>
                <a:lnTo>
                  <a:pt x="704850" y="1381125"/>
                </a:lnTo>
                <a:lnTo>
                  <a:pt x="704850" y="1371600"/>
                </a:lnTo>
                <a:lnTo>
                  <a:pt x="647700" y="1371600"/>
                </a:lnTo>
                <a:lnTo>
                  <a:pt x="647700" y="1381125"/>
                </a:lnTo>
                <a:lnTo>
                  <a:pt x="638175" y="1381125"/>
                </a:lnTo>
                <a:lnTo>
                  <a:pt x="638175" y="1390650"/>
                </a:lnTo>
                <a:lnTo>
                  <a:pt x="628650" y="1390650"/>
                </a:lnTo>
                <a:lnTo>
                  <a:pt x="628650" y="1400175"/>
                </a:lnTo>
                <a:lnTo>
                  <a:pt x="638175" y="1400175"/>
                </a:lnTo>
                <a:lnTo>
                  <a:pt x="638175" y="1409700"/>
                </a:lnTo>
                <a:lnTo>
                  <a:pt x="657225" y="1409700"/>
                </a:lnTo>
                <a:lnTo>
                  <a:pt x="657225" y="1419225"/>
                </a:lnTo>
                <a:lnTo>
                  <a:pt x="647700" y="1419225"/>
                </a:lnTo>
                <a:lnTo>
                  <a:pt x="647700" y="1438275"/>
                </a:lnTo>
                <a:lnTo>
                  <a:pt x="638175" y="1438275"/>
                </a:lnTo>
                <a:lnTo>
                  <a:pt x="638175" y="1447800"/>
                </a:lnTo>
                <a:lnTo>
                  <a:pt x="619125" y="1447800"/>
                </a:lnTo>
                <a:lnTo>
                  <a:pt x="619125" y="1438275"/>
                </a:lnTo>
                <a:lnTo>
                  <a:pt x="609600" y="1438275"/>
                </a:lnTo>
                <a:lnTo>
                  <a:pt x="609600" y="1447800"/>
                </a:lnTo>
                <a:lnTo>
                  <a:pt x="600075" y="1447800"/>
                </a:lnTo>
                <a:lnTo>
                  <a:pt x="600075" y="1466850"/>
                </a:lnTo>
                <a:lnTo>
                  <a:pt x="609600" y="1466850"/>
                </a:lnTo>
                <a:lnTo>
                  <a:pt x="609600" y="1476375"/>
                </a:lnTo>
                <a:lnTo>
                  <a:pt x="638175" y="1476375"/>
                </a:lnTo>
                <a:lnTo>
                  <a:pt x="638175" y="1485900"/>
                </a:lnTo>
                <a:lnTo>
                  <a:pt x="695325" y="1485900"/>
                </a:lnTo>
                <a:lnTo>
                  <a:pt x="695325" y="1476375"/>
                </a:lnTo>
                <a:lnTo>
                  <a:pt x="704850" y="1476375"/>
                </a:lnTo>
                <a:lnTo>
                  <a:pt x="704850" y="1466850"/>
                </a:lnTo>
                <a:lnTo>
                  <a:pt x="733425" y="1466850"/>
                </a:lnTo>
                <a:lnTo>
                  <a:pt x="733425" y="1476375"/>
                </a:lnTo>
                <a:lnTo>
                  <a:pt x="781050" y="1476375"/>
                </a:lnTo>
                <a:lnTo>
                  <a:pt x="781050" y="1457325"/>
                </a:lnTo>
                <a:lnTo>
                  <a:pt x="809625" y="1457325"/>
                </a:lnTo>
                <a:lnTo>
                  <a:pt x="809625" y="1466850"/>
                </a:lnTo>
                <a:lnTo>
                  <a:pt x="828675" y="1466850"/>
                </a:lnTo>
                <a:lnTo>
                  <a:pt x="828675" y="1476375"/>
                </a:lnTo>
                <a:lnTo>
                  <a:pt x="866775" y="1476375"/>
                </a:lnTo>
                <a:lnTo>
                  <a:pt x="866775" y="1457325"/>
                </a:lnTo>
                <a:lnTo>
                  <a:pt x="876300" y="1457325"/>
                </a:lnTo>
                <a:lnTo>
                  <a:pt x="876300" y="1476375"/>
                </a:lnTo>
                <a:lnTo>
                  <a:pt x="885825" y="1476375"/>
                </a:lnTo>
                <a:lnTo>
                  <a:pt x="885825" y="1485900"/>
                </a:lnTo>
                <a:lnTo>
                  <a:pt x="895350" y="1485900"/>
                </a:lnTo>
                <a:lnTo>
                  <a:pt x="895350" y="1495425"/>
                </a:lnTo>
                <a:lnTo>
                  <a:pt x="904875" y="1495425"/>
                </a:lnTo>
                <a:lnTo>
                  <a:pt x="904875" y="1504950"/>
                </a:lnTo>
                <a:lnTo>
                  <a:pt x="923925" y="1504950"/>
                </a:lnTo>
                <a:lnTo>
                  <a:pt x="923925" y="1514475"/>
                </a:lnTo>
                <a:lnTo>
                  <a:pt x="1000125" y="1514475"/>
                </a:lnTo>
                <a:lnTo>
                  <a:pt x="1000125" y="1485900"/>
                </a:lnTo>
                <a:lnTo>
                  <a:pt x="990600" y="1485900"/>
                </a:lnTo>
                <a:lnTo>
                  <a:pt x="990600" y="1476375"/>
                </a:lnTo>
                <a:lnTo>
                  <a:pt x="1000125" y="1476375"/>
                </a:lnTo>
                <a:lnTo>
                  <a:pt x="1000125" y="1466850"/>
                </a:lnTo>
                <a:lnTo>
                  <a:pt x="990600" y="1466850"/>
                </a:lnTo>
                <a:lnTo>
                  <a:pt x="990600" y="1457325"/>
                </a:lnTo>
                <a:lnTo>
                  <a:pt x="1019175" y="1457325"/>
                </a:lnTo>
                <a:lnTo>
                  <a:pt x="1019175" y="1466850"/>
                </a:lnTo>
                <a:lnTo>
                  <a:pt x="1028700" y="1466850"/>
                </a:lnTo>
                <a:lnTo>
                  <a:pt x="1028700" y="1476375"/>
                </a:lnTo>
                <a:lnTo>
                  <a:pt x="1066800" y="1476375"/>
                </a:lnTo>
                <a:lnTo>
                  <a:pt x="1066800" y="1466850"/>
                </a:lnTo>
                <a:lnTo>
                  <a:pt x="1085850" y="1466850"/>
                </a:lnTo>
                <a:lnTo>
                  <a:pt x="1085850" y="1457325"/>
                </a:lnTo>
                <a:lnTo>
                  <a:pt x="1095375" y="1457325"/>
                </a:lnTo>
                <a:lnTo>
                  <a:pt x="1095375" y="1409700"/>
                </a:lnTo>
                <a:lnTo>
                  <a:pt x="1104900" y="1409700"/>
                </a:lnTo>
                <a:lnTo>
                  <a:pt x="1104900" y="1400175"/>
                </a:lnTo>
                <a:lnTo>
                  <a:pt x="1114425" y="1400175"/>
                </a:lnTo>
                <a:lnTo>
                  <a:pt x="1114425" y="1409700"/>
                </a:lnTo>
                <a:lnTo>
                  <a:pt x="1133475" y="1409700"/>
                </a:lnTo>
                <a:lnTo>
                  <a:pt x="1133475" y="1419225"/>
                </a:lnTo>
                <a:lnTo>
                  <a:pt x="1143000" y="1419225"/>
                </a:lnTo>
                <a:lnTo>
                  <a:pt x="1143000" y="1390650"/>
                </a:lnTo>
                <a:lnTo>
                  <a:pt x="1133475" y="1390650"/>
                </a:lnTo>
                <a:lnTo>
                  <a:pt x="1133475" y="1400175"/>
                </a:lnTo>
                <a:lnTo>
                  <a:pt x="1123950" y="1400175"/>
                </a:lnTo>
                <a:lnTo>
                  <a:pt x="1123950" y="1390650"/>
                </a:lnTo>
                <a:lnTo>
                  <a:pt x="1085850" y="1390650"/>
                </a:lnTo>
                <a:lnTo>
                  <a:pt x="1085850" y="1381125"/>
                </a:lnTo>
                <a:lnTo>
                  <a:pt x="1076325" y="1381125"/>
                </a:lnTo>
                <a:lnTo>
                  <a:pt x="1076325" y="1371600"/>
                </a:lnTo>
                <a:lnTo>
                  <a:pt x="1028700" y="1371600"/>
                </a:lnTo>
                <a:lnTo>
                  <a:pt x="1028700" y="1381125"/>
                </a:lnTo>
                <a:lnTo>
                  <a:pt x="1019175" y="1381125"/>
                </a:lnTo>
                <a:lnTo>
                  <a:pt x="1019175" y="1390650"/>
                </a:lnTo>
                <a:lnTo>
                  <a:pt x="990600" y="1390650"/>
                </a:lnTo>
                <a:lnTo>
                  <a:pt x="990600" y="1381125"/>
                </a:lnTo>
                <a:lnTo>
                  <a:pt x="981075" y="1381125"/>
                </a:lnTo>
                <a:lnTo>
                  <a:pt x="981075" y="1371600"/>
                </a:lnTo>
                <a:lnTo>
                  <a:pt x="971550" y="1371600"/>
                </a:lnTo>
                <a:lnTo>
                  <a:pt x="971550" y="1362075"/>
                </a:lnTo>
                <a:lnTo>
                  <a:pt x="933450" y="1362075"/>
                </a:lnTo>
                <a:lnTo>
                  <a:pt x="933450" y="1390650"/>
                </a:lnTo>
                <a:lnTo>
                  <a:pt x="923925" y="1390650"/>
                </a:lnTo>
                <a:lnTo>
                  <a:pt x="923925" y="1409700"/>
                </a:lnTo>
                <a:lnTo>
                  <a:pt x="914400" y="1409700"/>
                </a:lnTo>
                <a:lnTo>
                  <a:pt x="914400" y="1447800"/>
                </a:lnTo>
                <a:lnTo>
                  <a:pt x="904875" y="1447800"/>
                </a:lnTo>
                <a:lnTo>
                  <a:pt x="904875" y="1438275"/>
                </a:lnTo>
                <a:lnTo>
                  <a:pt x="885825" y="1438275"/>
                </a:lnTo>
                <a:lnTo>
                  <a:pt x="885825" y="1390650"/>
                </a:lnTo>
                <a:lnTo>
                  <a:pt x="876300" y="1390650"/>
                </a:lnTo>
                <a:lnTo>
                  <a:pt x="876300" y="1362075"/>
                </a:lnTo>
                <a:lnTo>
                  <a:pt x="838200" y="1362075"/>
                </a:lnTo>
                <a:close/>
                <a:moveTo>
                  <a:pt x="1190625" y="1362075"/>
                </a:moveTo>
                <a:lnTo>
                  <a:pt x="1228725" y="1362075"/>
                </a:lnTo>
                <a:lnTo>
                  <a:pt x="1228725" y="1352550"/>
                </a:lnTo>
                <a:lnTo>
                  <a:pt x="1209675" y="1352550"/>
                </a:lnTo>
                <a:lnTo>
                  <a:pt x="1209675" y="1343025"/>
                </a:lnTo>
                <a:lnTo>
                  <a:pt x="1190625" y="1343025"/>
                </a:lnTo>
                <a:close/>
                <a:moveTo>
                  <a:pt x="1238250" y="1362075"/>
                </a:moveTo>
                <a:lnTo>
                  <a:pt x="1247775" y="1362075"/>
                </a:lnTo>
                <a:lnTo>
                  <a:pt x="1247775" y="1352550"/>
                </a:lnTo>
                <a:lnTo>
                  <a:pt x="1238250" y="1352550"/>
                </a:lnTo>
                <a:close/>
                <a:moveTo>
                  <a:pt x="790575" y="1371600"/>
                </a:moveTo>
                <a:lnTo>
                  <a:pt x="809625" y="1371600"/>
                </a:lnTo>
                <a:lnTo>
                  <a:pt x="809625" y="1390650"/>
                </a:lnTo>
                <a:lnTo>
                  <a:pt x="800100" y="1390650"/>
                </a:lnTo>
                <a:lnTo>
                  <a:pt x="800100" y="1381125"/>
                </a:lnTo>
                <a:lnTo>
                  <a:pt x="790575" y="1381125"/>
                </a:lnTo>
                <a:close/>
                <a:moveTo>
                  <a:pt x="523875" y="1400175"/>
                </a:moveTo>
                <a:lnTo>
                  <a:pt x="533400" y="1400175"/>
                </a:lnTo>
                <a:lnTo>
                  <a:pt x="533400" y="1409700"/>
                </a:lnTo>
                <a:lnTo>
                  <a:pt x="523875" y="1409700"/>
                </a:lnTo>
                <a:close/>
                <a:moveTo>
                  <a:pt x="542925" y="1400175"/>
                </a:moveTo>
                <a:lnTo>
                  <a:pt x="552450" y="1400175"/>
                </a:lnTo>
                <a:lnTo>
                  <a:pt x="552450" y="1409700"/>
                </a:lnTo>
                <a:lnTo>
                  <a:pt x="542925" y="1409700"/>
                </a:lnTo>
                <a:close/>
                <a:moveTo>
                  <a:pt x="381000" y="1409700"/>
                </a:moveTo>
                <a:lnTo>
                  <a:pt x="390525" y="1409700"/>
                </a:lnTo>
                <a:lnTo>
                  <a:pt x="390525" y="1428750"/>
                </a:lnTo>
                <a:lnTo>
                  <a:pt x="371475" y="1428750"/>
                </a:lnTo>
                <a:lnTo>
                  <a:pt x="371475" y="1419225"/>
                </a:lnTo>
                <a:lnTo>
                  <a:pt x="381000" y="1419225"/>
                </a:lnTo>
                <a:close/>
                <a:moveTo>
                  <a:pt x="447675" y="1409700"/>
                </a:moveTo>
                <a:lnTo>
                  <a:pt x="476250" y="1409700"/>
                </a:lnTo>
                <a:lnTo>
                  <a:pt x="476250" y="1428750"/>
                </a:lnTo>
                <a:lnTo>
                  <a:pt x="466725" y="1428750"/>
                </a:lnTo>
                <a:lnTo>
                  <a:pt x="466725" y="1438275"/>
                </a:lnTo>
                <a:lnTo>
                  <a:pt x="447675" y="1438275"/>
                </a:lnTo>
                <a:lnTo>
                  <a:pt x="447675" y="1428750"/>
                </a:lnTo>
                <a:lnTo>
                  <a:pt x="438150" y="1428750"/>
                </a:lnTo>
                <a:lnTo>
                  <a:pt x="438150" y="1419225"/>
                </a:lnTo>
                <a:lnTo>
                  <a:pt x="447675" y="1419225"/>
                </a:lnTo>
                <a:close/>
                <a:moveTo>
                  <a:pt x="600075" y="1409700"/>
                </a:moveTo>
                <a:lnTo>
                  <a:pt x="609600" y="1409700"/>
                </a:lnTo>
                <a:lnTo>
                  <a:pt x="609600" y="1381125"/>
                </a:lnTo>
                <a:lnTo>
                  <a:pt x="600075" y="1381125"/>
                </a:lnTo>
                <a:lnTo>
                  <a:pt x="600075" y="1371600"/>
                </a:lnTo>
                <a:lnTo>
                  <a:pt x="542925" y="1371600"/>
                </a:lnTo>
                <a:lnTo>
                  <a:pt x="542925" y="1381125"/>
                </a:lnTo>
                <a:lnTo>
                  <a:pt x="514350" y="1381125"/>
                </a:lnTo>
                <a:lnTo>
                  <a:pt x="514350" y="1371600"/>
                </a:lnTo>
                <a:lnTo>
                  <a:pt x="457200" y="1371600"/>
                </a:lnTo>
                <a:lnTo>
                  <a:pt x="457200" y="1381125"/>
                </a:lnTo>
                <a:lnTo>
                  <a:pt x="428625" y="1381125"/>
                </a:lnTo>
                <a:lnTo>
                  <a:pt x="428625" y="1371600"/>
                </a:lnTo>
                <a:lnTo>
                  <a:pt x="352425" y="1371600"/>
                </a:lnTo>
                <a:lnTo>
                  <a:pt x="352425" y="1362075"/>
                </a:lnTo>
                <a:lnTo>
                  <a:pt x="342900" y="1362075"/>
                </a:lnTo>
                <a:lnTo>
                  <a:pt x="342900" y="1371600"/>
                </a:lnTo>
                <a:lnTo>
                  <a:pt x="266700" y="1371600"/>
                </a:lnTo>
                <a:lnTo>
                  <a:pt x="266700" y="1381125"/>
                </a:lnTo>
                <a:lnTo>
                  <a:pt x="257175" y="1381125"/>
                </a:lnTo>
                <a:lnTo>
                  <a:pt x="257175" y="1390650"/>
                </a:lnTo>
                <a:lnTo>
                  <a:pt x="247650" y="1390650"/>
                </a:lnTo>
                <a:lnTo>
                  <a:pt x="247650" y="1457325"/>
                </a:lnTo>
                <a:lnTo>
                  <a:pt x="257175" y="1457325"/>
                </a:lnTo>
                <a:lnTo>
                  <a:pt x="257175" y="1466850"/>
                </a:lnTo>
                <a:lnTo>
                  <a:pt x="276225" y="1466850"/>
                </a:lnTo>
                <a:lnTo>
                  <a:pt x="276225" y="1476375"/>
                </a:lnTo>
                <a:lnTo>
                  <a:pt x="314325" y="1476375"/>
                </a:lnTo>
                <a:lnTo>
                  <a:pt x="314325" y="1466850"/>
                </a:lnTo>
                <a:lnTo>
                  <a:pt x="323850" y="1466850"/>
                </a:lnTo>
                <a:lnTo>
                  <a:pt x="323850" y="1457325"/>
                </a:lnTo>
                <a:lnTo>
                  <a:pt x="342900" y="1457325"/>
                </a:lnTo>
                <a:lnTo>
                  <a:pt x="342900" y="1447800"/>
                </a:lnTo>
                <a:lnTo>
                  <a:pt x="352425" y="1447800"/>
                </a:lnTo>
                <a:lnTo>
                  <a:pt x="352425" y="1466850"/>
                </a:lnTo>
                <a:lnTo>
                  <a:pt x="371475" y="1466850"/>
                </a:lnTo>
                <a:lnTo>
                  <a:pt x="371475" y="1476375"/>
                </a:lnTo>
                <a:lnTo>
                  <a:pt x="514350" y="1476375"/>
                </a:lnTo>
                <a:lnTo>
                  <a:pt x="514350" y="1466850"/>
                </a:lnTo>
                <a:lnTo>
                  <a:pt x="523875" y="1466850"/>
                </a:lnTo>
                <a:lnTo>
                  <a:pt x="523875" y="1447800"/>
                </a:lnTo>
                <a:lnTo>
                  <a:pt x="514350" y="1447800"/>
                </a:lnTo>
                <a:lnTo>
                  <a:pt x="514350" y="1438275"/>
                </a:lnTo>
                <a:lnTo>
                  <a:pt x="523875" y="1438275"/>
                </a:lnTo>
                <a:lnTo>
                  <a:pt x="523875" y="1447800"/>
                </a:lnTo>
                <a:lnTo>
                  <a:pt x="542925" y="1447800"/>
                </a:lnTo>
                <a:lnTo>
                  <a:pt x="542925" y="1457325"/>
                </a:lnTo>
                <a:lnTo>
                  <a:pt x="533400" y="1457325"/>
                </a:lnTo>
                <a:lnTo>
                  <a:pt x="533400" y="1466850"/>
                </a:lnTo>
                <a:lnTo>
                  <a:pt x="542925" y="1466850"/>
                </a:lnTo>
                <a:lnTo>
                  <a:pt x="542925" y="1476375"/>
                </a:lnTo>
                <a:lnTo>
                  <a:pt x="552450" y="1476375"/>
                </a:lnTo>
                <a:lnTo>
                  <a:pt x="552450" y="1485900"/>
                </a:lnTo>
                <a:lnTo>
                  <a:pt x="561975" y="1485900"/>
                </a:lnTo>
                <a:lnTo>
                  <a:pt x="561975" y="1476375"/>
                </a:lnTo>
                <a:lnTo>
                  <a:pt x="571500" y="1476375"/>
                </a:lnTo>
                <a:lnTo>
                  <a:pt x="571500" y="1466850"/>
                </a:lnTo>
                <a:lnTo>
                  <a:pt x="581025" y="1466850"/>
                </a:lnTo>
                <a:lnTo>
                  <a:pt x="581025" y="1438275"/>
                </a:lnTo>
                <a:lnTo>
                  <a:pt x="590550" y="1438275"/>
                </a:lnTo>
                <a:lnTo>
                  <a:pt x="590550" y="1419225"/>
                </a:lnTo>
                <a:lnTo>
                  <a:pt x="600075" y="1419225"/>
                </a:lnTo>
                <a:close/>
                <a:moveTo>
                  <a:pt x="704850" y="1419225"/>
                </a:moveTo>
                <a:lnTo>
                  <a:pt x="714375" y="1419225"/>
                </a:lnTo>
                <a:lnTo>
                  <a:pt x="714375" y="1438275"/>
                </a:lnTo>
                <a:lnTo>
                  <a:pt x="704850" y="1438275"/>
                </a:lnTo>
                <a:close/>
                <a:moveTo>
                  <a:pt x="1390650" y="1419225"/>
                </a:moveTo>
                <a:lnTo>
                  <a:pt x="1400175" y="1419225"/>
                </a:lnTo>
                <a:lnTo>
                  <a:pt x="1400175" y="1438275"/>
                </a:lnTo>
                <a:lnTo>
                  <a:pt x="1390650" y="1438275"/>
                </a:lnTo>
                <a:close/>
                <a:moveTo>
                  <a:pt x="1295400" y="1447800"/>
                </a:moveTo>
                <a:lnTo>
                  <a:pt x="1304925" y="1447800"/>
                </a:lnTo>
                <a:lnTo>
                  <a:pt x="1304925" y="1428750"/>
                </a:lnTo>
                <a:lnTo>
                  <a:pt x="1285875" y="1428750"/>
                </a:lnTo>
                <a:lnTo>
                  <a:pt x="1285875" y="1457325"/>
                </a:lnTo>
                <a:lnTo>
                  <a:pt x="1295400" y="1457325"/>
                </a:lnTo>
                <a:close/>
                <a:moveTo>
                  <a:pt x="666750" y="1504950"/>
                </a:moveTo>
                <a:lnTo>
                  <a:pt x="685800" y="1504950"/>
                </a:lnTo>
                <a:lnTo>
                  <a:pt x="685800" y="1495425"/>
                </a:lnTo>
                <a:lnTo>
                  <a:pt x="666750" y="1495425"/>
                </a:lnTo>
                <a:close/>
                <a:moveTo>
                  <a:pt x="1638300" y="1543050"/>
                </a:moveTo>
                <a:lnTo>
                  <a:pt x="1666875" y="1543050"/>
                </a:lnTo>
                <a:lnTo>
                  <a:pt x="1666875" y="1628775"/>
                </a:lnTo>
                <a:lnTo>
                  <a:pt x="1657350" y="1628775"/>
                </a:lnTo>
                <a:lnTo>
                  <a:pt x="1657350" y="1609725"/>
                </a:lnTo>
                <a:lnTo>
                  <a:pt x="1647825" y="1609725"/>
                </a:lnTo>
                <a:lnTo>
                  <a:pt x="1647825" y="1619250"/>
                </a:lnTo>
                <a:lnTo>
                  <a:pt x="1638300" y="1619250"/>
                </a:lnTo>
                <a:lnTo>
                  <a:pt x="1638300" y="1628775"/>
                </a:lnTo>
                <a:lnTo>
                  <a:pt x="1619250" y="1628775"/>
                </a:lnTo>
                <a:lnTo>
                  <a:pt x="1619250" y="1647825"/>
                </a:lnTo>
                <a:lnTo>
                  <a:pt x="1609725" y="1647825"/>
                </a:lnTo>
                <a:lnTo>
                  <a:pt x="1609725" y="1638300"/>
                </a:lnTo>
                <a:lnTo>
                  <a:pt x="1581150" y="1638300"/>
                </a:lnTo>
                <a:lnTo>
                  <a:pt x="1581150" y="1628775"/>
                </a:lnTo>
                <a:lnTo>
                  <a:pt x="1571625" y="1628775"/>
                </a:lnTo>
                <a:lnTo>
                  <a:pt x="1571625" y="1619250"/>
                </a:lnTo>
                <a:lnTo>
                  <a:pt x="1581150" y="1619250"/>
                </a:lnTo>
                <a:lnTo>
                  <a:pt x="1581150" y="1600200"/>
                </a:lnTo>
                <a:lnTo>
                  <a:pt x="1571625" y="1600200"/>
                </a:lnTo>
                <a:lnTo>
                  <a:pt x="1571625" y="1590675"/>
                </a:lnTo>
                <a:lnTo>
                  <a:pt x="1533525" y="1590675"/>
                </a:lnTo>
                <a:lnTo>
                  <a:pt x="1533525" y="1600200"/>
                </a:lnTo>
                <a:lnTo>
                  <a:pt x="1524000" y="1600200"/>
                </a:lnTo>
                <a:lnTo>
                  <a:pt x="1524000" y="1609725"/>
                </a:lnTo>
                <a:lnTo>
                  <a:pt x="1533525" y="1609725"/>
                </a:lnTo>
                <a:lnTo>
                  <a:pt x="1533525" y="1619250"/>
                </a:lnTo>
                <a:lnTo>
                  <a:pt x="1552575" y="1619250"/>
                </a:lnTo>
                <a:lnTo>
                  <a:pt x="1552575" y="1628775"/>
                </a:lnTo>
                <a:lnTo>
                  <a:pt x="1562100" y="1628775"/>
                </a:lnTo>
                <a:lnTo>
                  <a:pt x="1562100" y="1638300"/>
                </a:lnTo>
                <a:lnTo>
                  <a:pt x="1571625" y="1638300"/>
                </a:lnTo>
                <a:lnTo>
                  <a:pt x="1571625" y="1647825"/>
                </a:lnTo>
                <a:lnTo>
                  <a:pt x="1543050" y="1647825"/>
                </a:lnTo>
                <a:lnTo>
                  <a:pt x="1543050" y="1657350"/>
                </a:lnTo>
                <a:lnTo>
                  <a:pt x="1533525" y="1657350"/>
                </a:lnTo>
                <a:lnTo>
                  <a:pt x="1533525" y="1666875"/>
                </a:lnTo>
                <a:lnTo>
                  <a:pt x="1504950" y="1666875"/>
                </a:lnTo>
                <a:lnTo>
                  <a:pt x="1504950" y="1676400"/>
                </a:lnTo>
                <a:lnTo>
                  <a:pt x="1495425" y="1676400"/>
                </a:lnTo>
                <a:lnTo>
                  <a:pt x="1495425" y="1685925"/>
                </a:lnTo>
                <a:lnTo>
                  <a:pt x="1485900" y="1685925"/>
                </a:lnTo>
                <a:lnTo>
                  <a:pt x="1485900" y="1676400"/>
                </a:lnTo>
                <a:lnTo>
                  <a:pt x="1476375" y="1676400"/>
                </a:lnTo>
                <a:lnTo>
                  <a:pt x="1476375" y="1695450"/>
                </a:lnTo>
                <a:lnTo>
                  <a:pt x="1495425" y="1695450"/>
                </a:lnTo>
                <a:lnTo>
                  <a:pt x="1495425" y="1704975"/>
                </a:lnTo>
                <a:lnTo>
                  <a:pt x="1504950" y="1704975"/>
                </a:lnTo>
                <a:lnTo>
                  <a:pt x="1504950" y="1676400"/>
                </a:lnTo>
                <a:lnTo>
                  <a:pt x="1524000" y="1676400"/>
                </a:lnTo>
                <a:lnTo>
                  <a:pt x="1524000" y="1695450"/>
                </a:lnTo>
                <a:lnTo>
                  <a:pt x="1514475" y="1695450"/>
                </a:lnTo>
                <a:lnTo>
                  <a:pt x="1514475" y="1724025"/>
                </a:lnTo>
                <a:lnTo>
                  <a:pt x="1476375" y="1724025"/>
                </a:lnTo>
                <a:lnTo>
                  <a:pt x="1476375" y="1714500"/>
                </a:lnTo>
                <a:lnTo>
                  <a:pt x="1447800" y="1714500"/>
                </a:lnTo>
                <a:lnTo>
                  <a:pt x="1447800" y="1704975"/>
                </a:lnTo>
                <a:lnTo>
                  <a:pt x="1419225" y="1704975"/>
                </a:lnTo>
                <a:lnTo>
                  <a:pt x="1419225" y="1666875"/>
                </a:lnTo>
                <a:lnTo>
                  <a:pt x="1409700" y="1666875"/>
                </a:lnTo>
                <a:lnTo>
                  <a:pt x="1409700" y="1685925"/>
                </a:lnTo>
                <a:lnTo>
                  <a:pt x="1390650" y="1685925"/>
                </a:lnTo>
                <a:lnTo>
                  <a:pt x="1390650" y="1695450"/>
                </a:lnTo>
                <a:lnTo>
                  <a:pt x="1371600" y="1695450"/>
                </a:lnTo>
                <a:lnTo>
                  <a:pt x="1371600" y="1685925"/>
                </a:lnTo>
                <a:lnTo>
                  <a:pt x="1314450" y="1685925"/>
                </a:lnTo>
                <a:lnTo>
                  <a:pt x="1314450" y="1666875"/>
                </a:lnTo>
                <a:lnTo>
                  <a:pt x="1333500" y="1666875"/>
                </a:lnTo>
                <a:lnTo>
                  <a:pt x="1333500" y="1657350"/>
                </a:lnTo>
                <a:lnTo>
                  <a:pt x="1352550" y="1657350"/>
                </a:lnTo>
                <a:lnTo>
                  <a:pt x="1352550" y="1647825"/>
                </a:lnTo>
                <a:lnTo>
                  <a:pt x="1362075" y="1647825"/>
                </a:lnTo>
                <a:lnTo>
                  <a:pt x="1362075" y="1628775"/>
                </a:lnTo>
                <a:lnTo>
                  <a:pt x="1390650" y="1628775"/>
                </a:lnTo>
                <a:lnTo>
                  <a:pt x="1390650" y="1619250"/>
                </a:lnTo>
                <a:lnTo>
                  <a:pt x="1409700" y="1619250"/>
                </a:lnTo>
                <a:lnTo>
                  <a:pt x="1409700" y="1628775"/>
                </a:lnTo>
                <a:lnTo>
                  <a:pt x="1438275" y="1628775"/>
                </a:lnTo>
                <a:lnTo>
                  <a:pt x="1438275" y="1619250"/>
                </a:lnTo>
                <a:lnTo>
                  <a:pt x="1447800" y="1619250"/>
                </a:lnTo>
                <a:lnTo>
                  <a:pt x="1447800" y="1628775"/>
                </a:lnTo>
                <a:lnTo>
                  <a:pt x="1504950" y="1628775"/>
                </a:lnTo>
                <a:lnTo>
                  <a:pt x="1504950" y="1619250"/>
                </a:lnTo>
                <a:lnTo>
                  <a:pt x="1514475" y="1619250"/>
                </a:lnTo>
                <a:lnTo>
                  <a:pt x="1514475" y="1609725"/>
                </a:lnTo>
                <a:lnTo>
                  <a:pt x="1504950" y="1609725"/>
                </a:lnTo>
                <a:lnTo>
                  <a:pt x="1504950" y="1600200"/>
                </a:lnTo>
                <a:lnTo>
                  <a:pt x="1495425" y="1600200"/>
                </a:lnTo>
                <a:lnTo>
                  <a:pt x="1495425" y="1590675"/>
                </a:lnTo>
                <a:lnTo>
                  <a:pt x="1476375" y="1590675"/>
                </a:lnTo>
                <a:lnTo>
                  <a:pt x="1476375" y="1581150"/>
                </a:lnTo>
                <a:lnTo>
                  <a:pt x="1466850" y="1581150"/>
                </a:lnTo>
                <a:lnTo>
                  <a:pt x="1466850" y="1571625"/>
                </a:lnTo>
                <a:lnTo>
                  <a:pt x="1543050" y="1571625"/>
                </a:lnTo>
                <a:lnTo>
                  <a:pt x="1543050" y="1562100"/>
                </a:lnTo>
                <a:lnTo>
                  <a:pt x="1571625" y="1562100"/>
                </a:lnTo>
                <a:lnTo>
                  <a:pt x="1571625" y="1571625"/>
                </a:lnTo>
                <a:lnTo>
                  <a:pt x="1581150" y="1571625"/>
                </a:lnTo>
                <a:lnTo>
                  <a:pt x="1581150" y="1562100"/>
                </a:lnTo>
                <a:lnTo>
                  <a:pt x="1619250" y="1562100"/>
                </a:lnTo>
                <a:lnTo>
                  <a:pt x="1619250" y="1552575"/>
                </a:lnTo>
                <a:lnTo>
                  <a:pt x="1638300" y="1552575"/>
                </a:lnTo>
                <a:close/>
                <a:moveTo>
                  <a:pt x="762000" y="1552575"/>
                </a:moveTo>
                <a:lnTo>
                  <a:pt x="771525" y="1552575"/>
                </a:lnTo>
                <a:lnTo>
                  <a:pt x="771525" y="1571625"/>
                </a:lnTo>
                <a:lnTo>
                  <a:pt x="790575" y="1571625"/>
                </a:lnTo>
                <a:lnTo>
                  <a:pt x="790575" y="1562100"/>
                </a:lnTo>
                <a:lnTo>
                  <a:pt x="800100" y="1562100"/>
                </a:lnTo>
                <a:lnTo>
                  <a:pt x="800100" y="1552575"/>
                </a:lnTo>
                <a:lnTo>
                  <a:pt x="809625" y="1552575"/>
                </a:lnTo>
                <a:lnTo>
                  <a:pt x="809625" y="1543050"/>
                </a:lnTo>
                <a:lnTo>
                  <a:pt x="762000" y="1543050"/>
                </a:lnTo>
                <a:close/>
                <a:moveTo>
                  <a:pt x="1362075" y="1562100"/>
                </a:moveTo>
                <a:lnTo>
                  <a:pt x="1352550" y="1562100"/>
                </a:lnTo>
                <a:lnTo>
                  <a:pt x="1352550" y="1571625"/>
                </a:lnTo>
                <a:lnTo>
                  <a:pt x="1362075" y="1571625"/>
                </a:lnTo>
                <a:close/>
                <a:moveTo>
                  <a:pt x="1362075" y="1562100"/>
                </a:moveTo>
                <a:lnTo>
                  <a:pt x="1371600" y="1562100"/>
                </a:lnTo>
                <a:lnTo>
                  <a:pt x="1371600" y="1543050"/>
                </a:lnTo>
                <a:lnTo>
                  <a:pt x="1362075" y="1543050"/>
                </a:lnTo>
                <a:close/>
                <a:moveTo>
                  <a:pt x="1247775" y="1657350"/>
                </a:moveTo>
                <a:lnTo>
                  <a:pt x="1257300" y="1657350"/>
                </a:lnTo>
                <a:lnTo>
                  <a:pt x="1257300" y="1666875"/>
                </a:lnTo>
                <a:lnTo>
                  <a:pt x="1247775" y="1666875"/>
                </a:lnTo>
                <a:close/>
                <a:moveTo>
                  <a:pt x="1295400" y="1657350"/>
                </a:moveTo>
                <a:lnTo>
                  <a:pt x="1304925" y="1657350"/>
                </a:lnTo>
                <a:lnTo>
                  <a:pt x="1304925" y="1685925"/>
                </a:lnTo>
                <a:lnTo>
                  <a:pt x="1295400" y="1685925"/>
                </a:lnTo>
                <a:close/>
                <a:moveTo>
                  <a:pt x="1447800" y="1676400"/>
                </a:moveTo>
                <a:lnTo>
                  <a:pt x="1457325" y="1676400"/>
                </a:lnTo>
                <a:lnTo>
                  <a:pt x="1457325" y="1695450"/>
                </a:lnTo>
                <a:lnTo>
                  <a:pt x="1466850" y="1695450"/>
                </a:lnTo>
                <a:lnTo>
                  <a:pt x="1466850" y="1666875"/>
                </a:lnTo>
                <a:lnTo>
                  <a:pt x="1447800" y="1666875"/>
                </a:lnTo>
                <a:close/>
                <a:moveTo>
                  <a:pt x="247650" y="1685925"/>
                </a:moveTo>
                <a:lnTo>
                  <a:pt x="257175" y="1685925"/>
                </a:lnTo>
                <a:lnTo>
                  <a:pt x="257175" y="1695450"/>
                </a:lnTo>
                <a:lnTo>
                  <a:pt x="342900" y="1695450"/>
                </a:lnTo>
                <a:lnTo>
                  <a:pt x="342900" y="1704975"/>
                </a:lnTo>
                <a:lnTo>
                  <a:pt x="361950" y="1704975"/>
                </a:lnTo>
                <a:lnTo>
                  <a:pt x="361950" y="1695450"/>
                </a:lnTo>
                <a:lnTo>
                  <a:pt x="457200" y="1695450"/>
                </a:lnTo>
                <a:lnTo>
                  <a:pt x="457200" y="1685925"/>
                </a:lnTo>
                <a:lnTo>
                  <a:pt x="476250" y="1685925"/>
                </a:lnTo>
                <a:lnTo>
                  <a:pt x="476250" y="1695450"/>
                </a:lnTo>
                <a:lnTo>
                  <a:pt x="514350" y="1695450"/>
                </a:lnTo>
                <a:lnTo>
                  <a:pt x="514350" y="1704975"/>
                </a:lnTo>
                <a:lnTo>
                  <a:pt x="533400" y="1704975"/>
                </a:lnTo>
                <a:lnTo>
                  <a:pt x="533400" y="1714500"/>
                </a:lnTo>
                <a:lnTo>
                  <a:pt x="542925" y="1714500"/>
                </a:lnTo>
                <a:lnTo>
                  <a:pt x="542925" y="1704975"/>
                </a:lnTo>
                <a:lnTo>
                  <a:pt x="552450" y="1704975"/>
                </a:lnTo>
                <a:lnTo>
                  <a:pt x="552450" y="1695450"/>
                </a:lnTo>
                <a:lnTo>
                  <a:pt x="600075" y="1695450"/>
                </a:lnTo>
                <a:lnTo>
                  <a:pt x="600075" y="1714500"/>
                </a:lnTo>
                <a:lnTo>
                  <a:pt x="628650" y="1714500"/>
                </a:lnTo>
                <a:lnTo>
                  <a:pt x="628650" y="1704975"/>
                </a:lnTo>
                <a:lnTo>
                  <a:pt x="666750" y="1704975"/>
                </a:lnTo>
                <a:lnTo>
                  <a:pt x="666750" y="1695450"/>
                </a:lnTo>
                <a:lnTo>
                  <a:pt x="857250" y="1695450"/>
                </a:lnTo>
                <a:lnTo>
                  <a:pt x="857250" y="1685925"/>
                </a:lnTo>
                <a:lnTo>
                  <a:pt x="866775" y="1685925"/>
                </a:lnTo>
                <a:lnTo>
                  <a:pt x="866775" y="1676400"/>
                </a:lnTo>
                <a:lnTo>
                  <a:pt x="857250" y="1676400"/>
                </a:lnTo>
                <a:lnTo>
                  <a:pt x="857250" y="1666875"/>
                </a:lnTo>
                <a:lnTo>
                  <a:pt x="847725" y="1666875"/>
                </a:lnTo>
                <a:lnTo>
                  <a:pt x="847725" y="1657350"/>
                </a:lnTo>
                <a:lnTo>
                  <a:pt x="600075" y="1657350"/>
                </a:lnTo>
                <a:lnTo>
                  <a:pt x="600075" y="1647825"/>
                </a:lnTo>
                <a:lnTo>
                  <a:pt x="590550" y="1647825"/>
                </a:lnTo>
                <a:lnTo>
                  <a:pt x="590550" y="1657350"/>
                </a:lnTo>
                <a:lnTo>
                  <a:pt x="542925" y="1657350"/>
                </a:lnTo>
                <a:lnTo>
                  <a:pt x="542925" y="1666875"/>
                </a:lnTo>
                <a:lnTo>
                  <a:pt x="533400" y="1666875"/>
                </a:lnTo>
                <a:lnTo>
                  <a:pt x="533400" y="1657350"/>
                </a:lnTo>
                <a:lnTo>
                  <a:pt x="523875" y="1657350"/>
                </a:lnTo>
                <a:lnTo>
                  <a:pt x="523875" y="1647825"/>
                </a:lnTo>
                <a:lnTo>
                  <a:pt x="504825" y="1647825"/>
                </a:lnTo>
                <a:lnTo>
                  <a:pt x="504825" y="1657350"/>
                </a:lnTo>
                <a:lnTo>
                  <a:pt x="485775" y="1657350"/>
                </a:lnTo>
                <a:lnTo>
                  <a:pt x="485775" y="1666875"/>
                </a:lnTo>
                <a:lnTo>
                  <a:pt x="447675" y="1666875"/>
                </a:lnTo>
                <a:lnTo>
                  <a:pt x="447675" y="1657350"/>
                </a:lnTo>
                <a:lnTo>
                  <a:pt x="323850" y="1657350"/>
                </a:lnTo>
                <a:lnTo>
                  <a:pt x="323850" y="1666875"/>
                </a:lnTo>
                <a:lnTo>
                  <a:pt x="295275" y="1666875"/>
                </a:lnTo>
                <a:lnTo>
                  <a:pt x="295275" y="1657350"/>
                </a:lnTo>
                <a:lnTo>
                  <a:pt x="285750" y="1657350"/>
                </a:lnTo>
                <a:lnTo>
                  <a:pt x="285750" y="1666875"/>
                </a:lnTo>
                <a:lnTo>
                  <a:pt x="276225" y="1666875"/>
                </a:lnTo>
                <a:lnTo>
                  <a:pt x="276225" y="1657350"/>
                </a:lnTo>
                <a:lnTo>
                  <a:pt x="266700" y="1657350"/>
                </a:lnTo>
                <a:lnTo>
                  <a:pt x="266700" y="1666875"/>
                </a:lnTo>
                <a:lnTo>
                  <a:pt x="247650" y="1666875"/>
                </a:lnTo>
                <a:close/>
                <a:moveTo>
                  <a:pt x="1104900" y="1685925"/>
                </a:moveTo>
                <a:lnTo>
                  <a:pt x="1114425" y="1685925"/>
                </a:lnTo>
                <a:lnTo>
                  <a:pt x="1114425" y="1676400"/>
                </a:lnTo>
                <a:lnTo>
                  <a:pt x="1104900" y="1676400"/>
                </a:lnTo>
                <a:close/>
                <a:moveTo>
                  <a:pt x="1543050" y="1704975"/>
                </a:moveTo>
                <a:lnTo>
                  <a:pt x="1562100" y="1704975"/>
                </a:lnTo>
                <a:lnTo>
                  <a:pt x="1562100" y="1714500"/>
                </a:lnTo>
                <a:lnTo>
                  <a:pt x="1543050" y="1714500"/>
                </a:lnTo>
                <a:close/>
                <a:moveTo>
                  <a:pt x="1076325" y="1733550"/>
                </a:moveTo>
                <a:lnTo>
                  <a:pt x="1095375" y="1733550"/>
                </a:lnTo>
                <a:lnTo>
                  <a:pt x="1095375" y="1724025"/>
                </a:lnTo>
                <a:lnTo>
                  <a:pt x="1076325" y="1724025"/>
                </a:lnTo>
                <a:close/>
                <a:moveTo>
                  <a:pt x="1600200" y="1743075"/>
                </a:moveTo>
                <a:lnTo>
                  <a:pt x="1619250" y="1743075"/>
                </a:lnTo>
                <a:lnTo>
                  <a:pt x="1619250" y="1752600"/>
                </a:lnTo>
                <a:lnTo>
                  <a:pt x="1600200" y="1752600"/>
                </a:lnTo>
                <a:close/>
                <a:moveTo>
                  <a:pt x="409575" y="1752600"/>
                </a:moveTo>
                <a:lnTo>
                  <a:pt x="457200" y="1752600"/>
                </a:lnTo>
                <a:lnTo>
                  <a:pt x="457200" y="1743075"/>
                </a:lnTo>
                <a:lnTo>
                  <a:pt x="409575" y="1743075"/>
                </a:lnTo>
                <a:close/>
                <a:moveTo>
                  <a:pt x="1076325" y="1752600"/>
                </a:moveTo>
                <a:lnTo>
                  <a:pt x="1095375" y="1752600"/>
                </a:lnTo>
                <a:lnTo>
                  <a:pt x="1095375" y="1743075"/>
                </a:lnTo>
                <a:lnTo>
                  <a:pt x="1076325" y="1743075"/>
                </a:lnTo>
                <a:close/>
                <a:moveTo>
                  <a:pt x="1543050" y="1752600"/>
                </a:moveTo>
                <a:lnTo>
                  <a:pt x="1600200" y="1752600"/>
                </a:lnTo>
                <a:lnTo>
                  <a:pt x="1600200" y="1762125"/>
                </a:lnTo>
                <a:lnTo>
                  <a:pt x="1543050" y="1762125"/>
                </a:lnTo>
                <a:close/>
              </a:path>
            </a:pathLst>
          </a:custGeom>
          <a:solidFill xmlns:a="http://schemas.openxmlformats.org/drawingml/2006/main">
            <a:srgbClr val="223D2F"/>
          </a:solidFill>
          <a:ln xmlns:a="http://schemas.openxmlformats.org/drawingml/2006/main" w="0">
            <a:noFill/>
          </a:ln>
        </p:spPr>
      </p:sp>
      <p:sp>
        <p:nvSpPr>
          <p:cNvPr id="57" name="profit vector #242c26">
            <a:extLst xmlns:a="http://schemas.openxmlformats.org/drawingml/2006/main">
              <a:ext uri="{FF2B5EF4-FFF2-40B4-BE49-F238E27FC236}">
                <a16:creationId xmlns:a16="http://schemas.microsoft.com/office/drawing/2014/main" id="{CFEB9A0C-79D4-438B-9B73-35D6204AA1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29825" y="1447800"/>
            <a:ext cx="2200275" cy="4467225"/>
          </a:xfrm>
          <a:custGeom xmlns:a="http://schemas.openxmlformats.org/drawingml/2006/main">
            <a:pathLst>
              <a:path w="1866900" h="3790950">
                <a:moveTo>
                  <a:pt x="419100" y="66675"/>
                </a:moveTo>
                <a:lnTo>
                  <a:pt x="457200" y="66675"/>
                </a:lnTo>
                <a:lnTo>
                  <a:pt x="457200" y="76200"/>
                </a:lnTo>
                <a:lnTo>
                  <a:pt x="476250" y="76200"/>
                </a:lnTo>
                <a:lnTo>
                  <a:pt x="476250" y="66675"/>
                </a:lnTo>
                <a:lnTo>
                  <a:pt x="533400" y="66675"/>
                </a:lnTo>
                <a:lnTo>
                  <a:pt x="533400" y="76200"/>
                </a:lnTo>
                <a:lnTo>
                  <a:pt x="1028700" y="76200"/>
                </a:lnTo>
                <a:lnTo>
                  <a:pt x="1028700" y="66675"/>
                </a:lnTo>
                <a:lnTo>
                  <a:pt x="1038225" y="66675"/>
                </a:lnTo>
                <a:lnTo>
                  <a:pt x="1038225" y="76200"/>
                </a:lnTo>
                <a:lnTo>
                  <a:pt x="1066800" y="76200"/>
                </a:lnTo>
                <a:lnTo>
                  <a:pt x="1066800" y="66675"/>
                </a:lnTo>
                <a:lnTo>
                  <a:pt x="1133475" y="66675"/>
                </a:lnTo>
                <a:lnTo>
                  <a:pt x="1133475" y="76200"/>
                </a:lnTo>
                <a:lnTo>
                  <a:pt x="1181100" y="76200"/>
                </a:lnTo>
                <a:lnTo>
                  <a:pt x="1181100" y="66675"/>
                </a:lnTo>
                <a:lnTo>
                  <a:pt x="1200150" y="66675"/>
                </a:lnTo>
                <a:lnTo>
                  <a:pt x="1200150" y="76200"/>
                </a:lnTo>
                <a:lnTo>
                  <a:pt x="1219200" y="76200"/>
                </a:lnTo>
                <a:lnTo>
                  <a:pt x="1219200" y="66675"/>
                </a:lnTo>
                <a:lnTo>
                  <a:pt x="1238250" y="66675"/>
                </a:lnTo>
                <a:lnTo>
                  <a:pt x="1238250" y="76200"/>
                </a:lnTo>
                <a:lnTo>
                  <a:pt x="1257300" y="76200"/>
                </a:lnTo>
                <a:lnTo>
                  <a:pt x="1257300" y="66675"/>
                </a:lnTo>
                <a:lnTo>
                  <a:pt x="1304925" y="66675"/>
                </a:lnTo>
                <a:lnTo>
                  <a:pt x="1304925" y="76200"/>
                </a:lnTo>
                <a:lnTo>
                  <a:pt x="1390650" y="76200"/>
                </a:lnTo>
                <a:lnTo>
                  <a:pt x="1390650" y="66675"/>
                </a:lnTo>
                <a:lnTo>
                  <a:pt x="1419225" y="66675"/>
                </a:lnTo>
                <a:lnTo>
                  <a:pt x="1419225" y="76200"/>
                </a:lnTo>
                <a:lnTo>
                  <a:pt x="1428750" y="76200"/>
                </a:lnTo>
                <a:lnTo>
                  <a:pt x="1428750" y="66675"/>
                </a:lnTo>
                <a:lnTo>
                  <a:pt x="1485900" y="66675"/>
                </a:lnTo>
                <a:lnTo>
                  <a:pt x="1485900" y="76200"/>
                </a:lnTo>
                <a:lnTo>
                  <a:pt x="1562100" y="76200"/>
                </a:lnTo>
                <a:lnTo>
                  <a:pt x="1562100" y="85725"/>
                </a:lnTo>
                <a:lnTo>
                  <a:pt x="1590675" y="85725"/>
                </a:lnTo>
                <a:lnTo>
                  <a:pt x="1590675" y="95250"/>
                </a:lnTo>
                <a:lnTo>
                  <a:pt x="1619250" y="95250"/>
                </a:lnTo>
                <a:lnTo>
                  <a:pt x="1619250" y="104775"/>
                </a:lnTo>
                <a:lnTo>
                  <a:pt x="1638300" y="104775"/>
                </a:lnTo>
                <a:lnTo>
                  <a:pt x="1638300" y="114300"/>
                </a:lnTo>
                <a:lnTo>
                  <a:pt x="1657350" y="114300"/>
                </a:lnTo>
                <a:lnTo>
                  <a:pt x="1657350" y="123825"/>
                </a:lnTo>
                <a:lnTo>
                  <a:pt x="1676400" y="123825"/>
                </a:lnTo>
                <a:lnTo>
                  <a:pt x="1676400" y="133350"/>
                </a:lnTo>
                <a:lnTo>
                  <a:pt x="1685925" y="133350"/>
                </a:lnTo>
                <a:lnTo>
                  <a:pt x="1685925" y="142875"/>
                </a:lnTo>
                <a:lnTo>
                  <a:pt x="1695450" y="142875"/>
                </a:lnTo>
                <a:lnTo>
                  <a:pt x="1695450" y="152400"/>
                </a:lnTo>
                <a:lnTo>
                  <a:pt x="1704975" y="152400"/>
                </a:lnTo>
                <a:lnTo>
                  <a:pt x="1704975" y="161925"/>
                </a:lnTo>
                <a:lnTo>
                  <a:pt x="1714500" y="161925"/>
                </a:lnTo>
                <a:lnTo>
                  <a:pt x="1714500" y="171450"/>
                </a:lnTo>
                <a:lnTo>
                  <a:pt x="1724025" y="171450"/>
                </a:lnTo>
                <a:lnTo>
                  <a:pt x="1724025" y="180975"/>
                </a:lnTo>
                <a:lnTo>
                  <a:pt x="1733550" y="180975"/>
                </a:lnTo>
                <a:lnTo>
                  <a:pt x="1733550" y="200025"/>
                </a:lnTo>
                <a:lnTo>
                  <a:pt x="1743075" y="200025"/>
                </a:lnTo>
                <a:lnTo>
                  <a:pt x="1743075" y="219075"/>
                </a:lnTo>
                <a:lnTo>
                  <a:pt x="1752600" y="219075"/>
                </a:lnTo>
                <a:lnTo>
                  <a:pt x="1752600" y="228600"/>
                </a:lnTo>
                <a:lnTo>
                  <a:pt x="1762125" y="228600"/>
                </a:lnTo>
                <a:lnTo>
                  <a:pt x="1762125" y="247650"/>
                </a:lnTo>
                <a:lnTo>
                  <a:pt x="1771650" y="247650"/>
                </a:lnTo>
                <a:lnTo>
                  <a:pt x="1771650" y="276225"/>
                </a:lnTo>
                <a:lnTo>
                  <a:pt x="1781175" y="276225"/>
                </a:lnTo>
                <a:lnTo>
                  <a:pt x="1781175" y="314325"/>
                </a:lnTo>
                <a:lnTo>
                  <a:pt x="1790700" y="314325"/>
                </a:lnTo>
                <a:lnTo>
                  <a:pt x="1790700" y="371475"/>
                </a:lnTo>
                <a:lnTo>
                  <a:pt x="1800225" y="371475"/>
                </a:lnTo>
                <a:lnTo>
                  <a:pt x="1800225" y="1133475"/>
                </a:lnTo>
                <a:lnTo>
                  <a:pt x="1790700" y="1133475"/>
                </a:lnTo>
                <a:lnTo>
                  <a:pt x="1790700" y="1524000"/>
                </a:lnTo>
                <a:lnTo>
                  <a:pt x="1800225" y="1524000"/>
                </a:lnTo>
                <a:lnTo>
                  <a:pt x="1800225" y="3448050"/>
                </a:lnTo>
                <a:lnTo>
                  <a:pt x="1790700" y="3448050"/>
                </a:lnTo>
                <a:lnTo>
                  <a:pt x="1790700" y="3514725"/>
                </a:lnTo>
                <a:lnTo>
                  <a:pt x="1781175" y="3514725"/>
                </a:lnTo>
                <a:lnTo>
                  <a:pt x="1781175" y="3543300"/>
                </a:lnTo>
                <a:lnTo>
                  <a:pt x="1771650" y="3543300"/>
                </a:lnTo>
                <a:lnTo>
                  <a:pt x="1771650" y="3562350"/>
                </a:lnTo>
                <a:lnTo>
                  <a:pt x="1762125" y="3562350"/>
                </a:lnTo>
                <a:lnTo>
                  <a:pt x="1762125" y="3571875"/>
                </a:lnTo>
                <a:lnTo>
                  <a:pt x="1752600" y="3571875"/>
                </a:lnTo>
                <a:lnTo>
                  <a:pt x="1752600" y="3590925"/>
                </a:lnTo>
                <a:lnTo>
                  <a:pt x="1743075" y="3590925"/>
                </a:lnTo>
                <a:lnTo>
                  <a:pt x="1743075" y="3600450"/>
                </a:lnTo>
                <a:lnTo>
                  <a:pt x="1733550" y="3600450"/>
                </a:lnTo>
                <a:lnTo>
                  <a:pt x="1733550" y="3581400"/>
                </a:lnTo>
                <a:lnTo>
                  <a:pt x="1743075" y="3581400"/>
                </a:lnTo>
                <a:lnTo>
                  <a:pt x="1743075" y="3562350"/>
                </a:lnTo>
                <a:lnTo>
                  <a:pt x="1752600" y="3562350"/>
                </a:lnTo>
                <a:lnTo>
                  <a:pt x="1752600" y="3543300"/>
                </a:lnTo>
                <a:lnTo>
                  <a:pt x="1762125" y="3543300"/>
                </a:lnTo>
                <a:lnTo>
                  <a:pt x="1762125" y="3514725"/>
                </a:lnTo>
                <a:lnTo>
                  <a:pt x="1771650" y="3514725"/>
                </a:lnTo>
                <a:lnTo>
                  <a:pt x="1771650" y="3476625"/>
                </a:lnTo>
                <a:lnTo>
                  <a:pt x="1781175" y="3476625"/>
                </a:lnTo>
                <a:lnTo>
                  <a:pt x="1781175" y="361950"/>
                </a:lnTo>
                <a:lnTo>
                  <a:pt x="1771650" y="361950"/>
                </a:lnTo>
                <a:lnTo>
                  <a:pt x="1771650" y="304800"/>
                </a:lnTo>
                <a:lnTo>
                  <a:pt x="1762125" y="304800"/>
                </a:lnTo>
                <a:lnTo>
                  <a:pt x="1762125" y="276225"/>
                </a:lnTo>
                <a:lnTo>
                  <a:pt x="1752600" y="276225"/>
                </a:lnTo>
                <a:lnTo>
                  <a:pt x="1752600" y="247650"/>
                </a:lnTo>
                <a:lnTo>
                  <a:pt x="1743075" y="247650"/>
                </a:lnTo>
                <a:lnTo>
                  <a:pt x="1743075" y="228600"/>
                </a:lnTo>
                <a:lnTo>
                  <a:pt x="1733550" y="228600"/>
                </a:lnTo>
                <a:lnTo>
                  <a:pt x="1733550" y="209550"/>
                </a:lnTo>
                <a:lnTo>
                  <a:pt x="1724025" y="209550"/>
                </a:lnTo>
                <a:lnTo>
                  <a:pt x="1724025" y="200025"/>
                </a:lnTo>
                <a:lnTo>
                  <a:pt x="1714500" y="200025"/>
                </a:lnTo>
                <a:lnTo>
                  <a:pt x="1714500" y="180975"/>
                </a:lnTo>
                <a:lnTo>
                  <a:pt x="1704975" y="180975"/>
                </a:lnTo>
                <a:lnTo>
                  <a:pt x="1704975" y="171450"/>
                </a:lnTo>
                <a:lnTo>
                  <a:pt x="1695450" y="171450"/>
                </a:lnTo>
                <a:lnTo>
                  <a:pt x="1695450" y="161925"/>
                </a:lnTo>
                <a:lnTo>
                  <a:pt x="1685925" y="161925"/>
                </a:lnTo>
                <a:lnTo>
                  <a:pt x="1685925" y="152400"/>
                </a:lnTo>
                <a:lnTo>
                  <a:pt x="1676400" y="152400"/>
                </a:lnTo>
                <a:lnTo>
                  <a:pt x="1676400" y="142875"/>
                </a:lnTo>
                <a:lnTo>
                  <a:pt x="1657350" y="142875"/>
                </a:lnTo>
                <a:lnTo>
                  <a:pt x="1657350" y="133350"/>
                </a:lnTo>
                <a:lnTo>
                  <a:pt x="1638300" y="133350"/>
                </a:lnTo>
                <a:lnTo>
                  <a:pt x="1638300" y="123825"/>
                </a:lnTo>
                <a:lnTo>
                  <a:pt x="1619250" y="123825"/>
                </a:lnTo>
                <a:lnTo>
                  <a:pt x="1619250" y="114300"/>
                </a:lnTo>
                <a:lnTo>
                  <a:pt x="1600200" y="114300"/>
                </a:lnTo>
                <a:lnTo>
                  <a:pt x="1600200" y="104775"/>
                </a:lnTo>
                <a:lnTo>
                  <a:pt x="1571625" y="104775"/>
                </a:lnTo>
                <a:lnTo>
                  <a:pt x="1571625" y="95250"/>
                </a:lnTo>
                <a:lnTo>
                  <a:pt x="1533525" y="95250"/>
                </a:lnTo>
                <a:lnTo>
                  <a:pt x="1533525" y="85725"/>
                </a:lnTo>
                <a:lnTo>
                  <a:pt x="333375" y="85725"/>
                </a:lnTo>
                <a:lnTo>
                  <a:pt x="333375" y="95250"/>
                </a:lnTo>
                <a:lnTo>
                  <a:pt x="285750" y="95250"/>
                </a:lnTo>
                <a:lnTo>
                  <a:pt x="285750" y="104775"/>
                </a:lnTo>
                <a:lnTo>
                  <a:pt x="257175" y="104775"/>
                </a:lnTo>
                <a:lnTo>
                  <a:pt x="257175" y="114300"/>
                </a:lnTo>
                <a:lnTo>
                  <a:pt x="228600" y="114300"/>
                </a:lnTo>
                <a:lnTo>
                  <a:pt x="228600" y="123825"/>
                </a:lnTo>
                <a:lnTo>
                  <a:pt x="219075" y="123825"/>
                </a:lnTo>
                <a:lnTo>
                  <a:pt x="219075" y="133350"/>
                </a:lnTo>
                <a:lnTo>
                  <a:pt x="200025" y="133350"/>
                </a:lnTo>
                <a:lnTo>
                  <a:pt x="200025" y="142875"/>
                </a:lnTo>
                <a:lnTo>
                  <a:pt x="190500" y="142875"/>
                </a:lnTo>
                <a:lnTo>
                  <a:pt x="190500" y="152400"/>
                </a:lnTo>
                <a:lnTo>
                  <a:pt x="180975" y="152400"/>
                </a:lnTo>
                <a:lnTo>
                  <a:pt x="180975" y="161925"/>
                </a:lnTo>
                <a:lnTo>
                  <a:pt x="171450" y="161925"/>
                </a:lnTo>
                <a:lnTo>
                  <a:pt x="171450" y="171450"/>
                </a:lnTo>
                <a:lnTo>
                  <a:pt x="152400" y="171450"/>
                </a:lnTo>
                <a:lnTo>
                  <a:pt x="152400" y="180975"/>
                </a:lnTo>
                <a:lnTo>
                  <a:pt x="142875" y="180975"/>
                </a:lnTo>
                <a:lnTo>
                  <a:pt x="142875" y="200025"/>
                </a:lnTo>
                <a:lnTo>
                  <a:pt x="133350" y="200025"/>
                </a:lnTo>
                <a:lnTo>
                  <a:pt x="133350" y="219075"/>
                </a:lnTo>
                <a:lnTo>
                  <a:pt x="123825" y="219075"/>
                </a:lnTo>
                <a:lnTo>
                  <a:pt x="123825" y="228600"/>
                </a:lnTo>
                <a:lnTo>
                  <a:pt x="114300" y="228600"/>
                </a:lnTo>
                <a:lnTo>
                  <a:pt x="114300" y="257175"/>
                </a:lnTo>
                <a:lnTo>
                  <a:pt x="104775" y="257175"/>
                </a:lnTo>
                <a:lnTo>
                  <a:pt x="104775" y="276225"/>
                </a:lnTo>
                <a:lnTo>
                  <a:pt x="95250" y="276225"/>
                </a:lnTo>
                <a:lnTo>
                  <a:pt x="95250" y="304800"/>
                </a:lnTo>
                <a:lnTo>
                  <a:pt x="85725" y="304800"/>
                </a:lnTo>
                <a:lnTo>
                  <a:pt x="85725" y="371475"/>
                </a:lnTo>
                <a:lnTo>
                  <a:pt x="76200" y="371475"/>
                </a:lnTo>
                <a:lnTo>
                  <a:pt x="76200" y="676275"/>
                </a:lnTo>
                <a:lnTo>
                  <a:pt x="66675" y="676275"/>
                </a:lnTo>
                <a:lnTo>
                  <a:pt x="66675" y="342900"/>
                </a:lnTo>
                <a:lnTo>
                  <a:pt x="76200" y="342900"/>
                </a:lnTo>
                <a:lnTo>
                  <a:pt x="76200" y="285750"/>
                </a:lnTo>
                <a:lnTo>
                  <a:pt x="85725" y="285750"/>
                </a:lnTo>
                <a:lnTo>
                  <a:pt x="85725" y="257175"/>
                </a:lnTo>
                <a:lnTo>
                  <a:pt x="95250" y="257175"/>
                </a:lnTo>
                <a:lnTo>
                  <a:pt x="95250" y="228600"/>
                </a:lnTo>
                <a:lnTo>
                  <a:pt x="104775" y="228600"/>
                </a:lnTo>
                <a:lnTo>
                  <a:pt x="104775" y="219075"/>
                </a:lnTo>
                <a:lnTo>
                  <a:pt x="114300" y="219075"/>
                </a:lnTo>
                <a:lnTo>
                  <a:pt x="114300" y="200025"/>
                </a:lnTo>
                <a:lnTo>
                  <a:pt x="123825" y="200025"/>
                </a:lnTo>
                <a:lnTo>
                  <a:pt x="123825" y="180975"/>
                </a:lnTo>
                <a:lnTo>
                  <a:pt x="133350" y="180975"/>
                </a:lnTo>
                <a:lnTo>
                  <a:pt x="133350" y="171450"/>
                </a:lnTo>
                <a:lnTo>
                  <a:pt x="142875" y="171450"/>
                </a:lnTo>
                <a:lnTo>
                  <a:pt x="142875" y="161925"/>
                </a:lnTo>
                <a:lnTo>
                  <a:pt x="152400" y="161925"/>
                </a:lnTo>
                <a:lnTo>
                  <a:pt x="152400" y="152400"/>
                </a:lnTo>
                <a:lnTo>
                  <a:pt x="161925" y="152400"/>
                </a:lnTo>
                <a:lnTo>
                  <a:pt x="161925" y="142875"/>
                </a:lnTo>
                <a:lnTo>
                  <a:pt x="171450" y="142875"/>
                </a:lnTo>
                <a:lnTo>
                  <a:pt x="171450" y="133350"/>
                </a:lnTo>
                <a:lnTo>
                  <a:pt x="180975" y="133350"/>
                </a:lnTo>
                <a:lnTo>
                  <a:pt x="180975" y="123825"/>
                </a:lnTo>
                <a:lnTo>
                  <a:pt x="200025" y="123825"/>
                </a:lnTo>
                <a:lnTo>
                  <a:pt x="200025" y="114300"/>
                </a:lnTo>
                <a:lnTo>
                  <a:pt x="219075" y="114300"/>
                </a:lnTo>
                <a:lnTo>
                  <a:pt x="219075" y="104775"/>
                </a:lnTo>
                <a:lnTo>
                  <a:pt x="238125" y="104775"/>
                </a:lnTo>
                <a:lnTo>
                  <a:pt x="238125" y="95250"/>
                </a:lnTo>
                <a:lnTo>
                  <a:pt x="257175" y="95250"/>
                </a:lnTo>
                <a:lnTo>
                  <a:pt x="257175" y="85725"/>
                </a:lnTo>
                <a:lnTo>
                  <a:pt x="285750" y="85725"/>
                </a:lnTo>
                <a:lnTo>
                  <a:pt x="285750" y="76200"/>
                </a:lnTo>
                <a:lnTo>
                  <a:pt x="419100" y="76200"/>
                </a:lnTo>
                <a:close/>
                <a:moveTo>
                  <a:pt x="371475" y="114300"/>
                </a:moveTo>
                <a:lnTo>
                  <a:pt x="1485900" y="114300"/>
                </a:lnTo>
                <a:lnTo>
                  <a:pt x="1485900" y="123825"/>
                </a:lnTo>
                <a:lnTo>
                  <a:pt x="371475" y="123825"/>
                </a:lnTo>
                <a:close/>
                <a:moveTo>
                  <a:pt x="304800" y="123825"/>
                </a:moveTo>
                <a:lnTo>
                  <a:pt x="314325" y="123825"/>
                </a:lnTo>
                <a:lnTo>
                  <a:pt x="314325" y="133350"/>
                </a:lnTo>
                <a:lnTo>
                  <a:pt x="304800" y="133350"/>
                </a:lnTo>
                <a:close/>
                <a:moveTo>
                  <a:pt x="1543050" y="123825"/>
                </a:moveTo>
                <a:lnTo>
                  <a:pt x="1552575" y="123825"/>
                </a:lnTo>
                <a:lnTo>
                  <a:pt x="1552575" y="133350"/>
                </a:lnTo>
                <a:lnTo>
                  <a:pt x="1543050" y="133350"/>
                </a:lnTo>
                <a:close/>
                <a:moveTo>
                  <a:pt x="276225" y="133350"/>
                </a:moveTo>
                <a:lnTo>
                  <a:pt x="285750" y="133350"/>
                </a:lnTo>
                <a:lnTo>
                  <a:pt x="285750" y="142875"/>
                </a:lnTo>
                <a:lnTo>
                  <a:pt x="276225" y="142875"/>
                </a:lnTo>
                <a:close/>
                <a:moveTo>
                  <a:pt x="238125" y="152400"/>
                </a:moveTo>
                <a:lnTo>
                  <a:pt x="247650" y="152400"/>
                </a:lnTo>
                <a:lnTo>
                  <a:pt x="247650" y="161925"/>
                </a:lnTo>
                <a:lnTo>
                  <a:pt x="238125" y="161925"/>
                </a:lnTo>
                <a:close/>
                <a:moveTo>
                  <a:pt x="219075" y="161925"/>
                </a:moveTo>
                <a:lnTo>
                  <a:pt x="228600" y="161925"/>
                </a:lnTo>
                <a:lnTo>
                  <a:pt x="228600" y="171450"/>
                </a:lnTo>
                <a:lnTo>
                  <a:pt x="219075" y="171450"/>
                </a:lnTo>
                <a:close/>
                <a:moveTo>
                  <a:pt x="733425" y="180975"/>
                </a:moveTo>
                <a:lnTo>
                  <a:pt x="742950" y="180975"/>
                </a:lnTo>
                <a:lnTo>
                  <a:pt x="742950" y="190500"/>
                </a:lnTo>
                <a:lnTo>
                  <a:pt x="733425" y="190500"/>
                </a:lnTo>
                <a:close/>
                <a:moveTo>
                  <a:pt x="1114425" y="180975"/>
                </a:moveTo>
                <a:lnTo>
                  <a:pt x="1123950" y="180975"/>
                </a:lnTo>
                <a:lnTo>
                  <a:pt x="1123950" y="190500"/>
                </a:lnTo>
                <a:lnTo>
                  <a:pt x="1114425" y="190500"/>
                </a:lnTo>
                <a:close/>
                <a:moveTo>
                  <a:pt x="714375" y="190500"/>
                </a:moveTo>
                <a:lnTo>
                  <a:pt x="723900" y="190500"/>
                </a:lnTo>
                <a:lnTo>
                  <a:pt x="723900" y="200025"/>
                </a:lnTo>
                <a:lnTo>
                  <a:pt x="714375" y="200025"/>
                </a:lnTo>
                <a:close/>
                <a:moveTo>
                  <a:pt x="1143000" y="190500"/>
                </a:moveTo>
                <a:lnTo>
                  <a:pt x="1152525" y="190500"/>
                </a:lnTo>
                <a:lnTo>
                  <a:pt x="1152525" y="200025"/>
                </a:lnTo>
                <a:lnTo>
                  <a:pt x="1143000" y="200025"/>
                </a:lnTo>
                <a:close/>
                <a:moveTo>
                  <a:pt x="171450" y="209550"/>
                </a:moveTo>
                <a:lnTo>
                  <a:pt x="180975" y="209550"/>
                </a:lnTo>
                <a:lnTo>
                  <a:pt x="180975" y="219075"/>
                </a:lnTo>
                <a:lnTo>
                  <a:pt x="171450" y="219075"/>
                </a:lnTo>
                <a:close/>
                <a:moveTo>
                  <a:pt x="685800" y="219075"/>
                </a:moveTo>
                <a:lnTo>
                  <a:pt x="695325" y="219075"/>
                </a:lnTo>
                <a:lnTo>
                  <a:pt x="695325" y="228600"/>
                </a:lnTo>
                <a:lnTo>
                  <a:pt x="685800" y="228600"/>
                </a:lnTo>
                <a:close/>
                <a:moveTo>
                  <a:pt x="1171575" y="228600"/>
                </a:moveTo>
                <a:lnTo>
                  <a:pt x="1181100" y="228600"/>
                </a:lnTo>
                <a:lnTo>
                  <a:pt x="1181100" y="238125"/>
                </a:lnTo>
                <a:lnTo>
                  <a:pt x="1171575" y="238125"/>
                </a:lnTo>
                <a:close/>
                <a:moveTo>
                  <a:pt x="1695450" y="228600"/>
                </a:moveTo>
                <a:lnTo>
                  <a:pt x="1704975" y="228600"/>
                </a:lnTo>
                <a:lnTo>
                  <a:pt x="1704975" y="238125"/>
                </a:lnTo>
                <a:lnTo>
                  <a:pt x="1695450" y="238125"/>
                </a:lnTo>
                <a:close/>
                <a:moveTo>
                  <a:pt x="152400" y="238125"/>
                </a:moveTo>
                <a:lnTo>
                  <a:pt x="161925" y="238125"/>
                </a:lnTo>
                <a:lnTo>
                  <a:pt x="161925" y="247650"/>
                </a:lnTo>
                <a:lnTo>
                  <a:pt x="152400" y="247650"/>
                </a:lnTo>
                <a:close/>
                <a:moveTo>
                  <a:pt x="1504950" y="238125"/>
                </a:moveTo>
                <a:lnTo>
                  <a:pt x="1571625" y="238125"/>
                </a:lnTo>
                <a:lnTo>
                  <a:pt x="1571625" y="247650"/>
                </a:lnTo>
                <a:lnTo>
                  <a:pt x="1514475" y="247650"/>
                </a:lnTo>
                <a:lnTo>
                  <a:pt x="1514475" y="257175"/>
                </a:lnTo>
                <a:lnTo>
                  <a:pt x="1504950" y="257175"/>
                </a:lnTo>
                <a:lnTo>
                  <a:pt x="1504950" y="266700"/>
                </a:lnTo>
                <a:lnTo>
                  <a:pt x="1495425" y="266700"/>
                </a:lnTo>
                <a:lnTo>
                  <a:pt x="1495425" y="247650"/>
                </a:lnTo>
                <a:lnTo>
                  <a:pt x="1504950" y="247650"/>
                </a:lnTo>
                <a:close/>
                <a:moveTo>
                  <a:pt x="1571625" y="247650"/>
                </a:moveTo>
                <a:lnTo>
                  <a:pt x="1581150" y="247650"/>
                </a:lnTo>
                <a:lnTo>
                  <a:pt x="1581150" y="266700"/>
                </a:lnTo>
                <a:lnTo>
                  <a:pt x="1571625" y="266700"/>
                </a:lnTo>
                <a:close/>
                <a:moveTo>
                  <a:pt x="1704975" y="247650"/>
                </a:moveTo>
                <a:lnTo>
                  <a:pt x="1714500" y="247650"/>
                </a:lnTo>
                <a:lnTo>
                  <a:pt x="1714500" y="257175"/>
                </a:lnTo>
                <a:lnTo>
                  <a:pt x="1704975" y="257175"/>
                </a:lnTo>
                <a:close/>
                <a:moveTo>
                  <a:pt x="1504950" y="266700"/>
                </a:moveTo>
                <a:lnTo>
                  <a:pt x="1514475" y="266700"/>
                </a:lnTo>
                <a:lnTo>
                  <a:pt x="1514475" y="276225"/>
                </a:lnTo>
                <a:lnTo>
                  <a:pt x="1504950" y="276225"/>
                </a:lnTo>
                <a:close/>
                <a:moveTo>
                  <a:pt x="1562100" y="266700"/>
                </a:moveTo>
                <a:lnTo>
                  <a:pt x="1571625" y="266700"/>
                </a:lnTo>
                <a:lnTo>
                  <a:pt x="1571625" y="276225"/>
                </a:lnTo>
                <a:lnTo>
                  <a:pt x="1562100" y="276225"/>
                </a:lnTo>
                <a:close/>
                <a:moveTo>
                  <a:pt x="1714500" y="266700"/>
                </a:moveTo>
                <a:lnTo>
                  <a:pt x="1724025" y="266700"/>
                </a:lnTo>
                <a:lnTo>
                  <a:pt x="1724025" y="276225"/>
                </a:lnTo>
                <a:lnTo>
                  <a:pt x="1714500" y="276225"/>
                </a:lnTo>
                <a:close/>
                <a:moveTo>
                  <a:pt x="133350" y="276225"/>
                </a:moveTo>
                <a:lnTo>
                  <a:pt x="142875" y="276225"/>
                </a:lnTo>
                <a:lnTo>
                  <a:pt x="142875" y="285750"/>
                </a:lnTo>
                <a:lnTo>
                  <a:pt x="133350" y="285750"/>
                </a:lnTo>
                <a:close/>
                <a:moveTo>
                  <a:pt x="695325" y="295275"/>
                </a:moveTo>
                <a:lnTo>
                  <a:pt x="704850" y="295275"/>
                </a:lnTo>
                <a:lnTo>
                  <a:pt x="704850" y="304800"/>
                </a:lnTo>
                <a:lnTo>
                  <a:pt x="695325" y="304800"/>
                </a:lnTo>
                <a:close/>
                <a:moveTo>
                  <a:pt x="1724025" y="295275"/>
                </a:moveTo>
                <a:lnTo>
                  <a:pt x="1733550" y="295275"/>
                </a:lnTo>
                <a:lnTo>
                  <a:pt x="1733550" y="304800"/>
                </a:lnTo>
                <a:lnTo>
                  <a:pt x="1724025" y="304800"/>
                </a:lnTo>
                <a:close/>
                <a:moveTo>
                  <a:pt x="123825" y="304800"/>
                </a:moveTo>
                <a:lnTo>
                  <a:pt x="133350" y="304800"/>
                </a:lnTo>
                <a:lnTo>
                  <a:pt x="133350" y="314325"/>
                </a:lnTo>
                <a:lnTo>
                  <a:pt x="123825" y="314325"/>
                </a:lnTo>
                <a:close/>
                <a:moveTo>
                  <a:pt x="704850" y="304800"/>
                </a:moveTo>
                <a:lnTo>
                  <a:pt x="714375" y="304800"/>
                </a:lnTo>
                <a:lnTo>
                  <a:pt x="714375" y="314325"/>
                </a:lnTo>
                <a:lnTo>
                  <a:pt x="704850" y="314325"/>
                </a:lnTo>
                <a:close/>
                <a:moveTo>
                  <a:pt x="1133475" y="314325"/>
                </a:moveTo>
                <a:lnTo>
                  <a:pt x="1143000" y="314325"/>
                </a:lnTo>
                <a:lnTo>
                  <a:pt x="1143000" y="323850"/>
                </a:lnTo>
                <a:lnTo>
                  <a:pt x="1133475" y="323850"/>
                </a:lnTo>
                <a:close/>
                <a:moveTo>
                  <a:pt x="1733550" y="333375"/>
                </a:moveTo>
                <a:lnTo>
                  <a:pt x="1743075" y="333375"/>
                </a:lnTo>
                <a:lnTo>
                  <a:pt x="1743075" y="352425"/>
                </a:lnTo>
                <a:lnTo>
                  <a:pt x="1733550" y="352425"/>
                </a:lnTo>
                <a:close/>
                <a:moveTo>
                  <a:pt x="114300" y="361950"/>
                </a:moveTo>
                <a:lnTo>
                  <a:pt x="123825" y="361950"/>
                </a:lnTo>
                <a:lnTo>
                  <a:pt x="123825" y="409575"/>
                </a:lnTo>
                <a:lnTo>
                  <a:pt x="114300" y="409575"/>
                </a:lnTo>
                <a:close/>
                <a:moveTo>
                  <a:pt x="76200" y="695325"/>
                </a:moveTo>
                <a:lnTo>
                  <a:pt x="85725" y="695325"/>
                </a:lnTo>
                <a:lnTo>
                  <a:pt x="85725" y="809625"/>
                </a:lnTo>
                <a:lnTo>
                  <a:pt x="76200" y="809625"/>
                </a:lnTo>
                <a:close/>
                <a:moveTo>
                  <a:pt x="66675" y="809625"/>
                </a:moveTo>
                <a:lnTo>
                  <a:pt x="76200" y="809625"/>
                </a:lnTo>
                <a:lnTo>
                  <a:pt x="76200" y="847725"/>
                </a:lnTo>
                <a:lnTo>
                  <a:pt x="66675" y="847725"/>
                </a:lnTo>
                <a:close/>
                <a:moveTo>
                  <a:pt x="76200" y="933450"/>
                </a:moveTo>
                <a:lnTo>
                  <a:pt x="85725" y="933450"/>
                </a:lnTo>
                <a:lnTo>
                  <a:pt x="85725" y="1152525"/>
                </a:lnTo>
                <a:lnTo>
                  <a:pt x="76200" y="1152525"/>
                </a:lnTo>
                <a:close/>
                <a:moveTo>
                  <a:pt x="238125" y="1200150"/>
                </a:moveTo>
                <a:lnTo>
                  <a:pt x="247650" y="1200150"/>
                </a:lnTo>
                <a:lnTo>
                  <a:pt x="247650" y="1209675"/>
                </a:lnTo>
                <a:lnTo>
                  <a:pt x="238125" y="1209675"/>
                </a:lnTo>
                <a:close/>
                <a:moveTo>
                  <a:pt x="219075" y="1209675"/>
                </a:moveTo>
                <a:lnTo>
                  <a:pt x="238125" y="1209675"/>
                </a:lnTo>
                <a:lnTo>
                  <a:pt x="238125" y="1219200"/>
                </a:lnTo>
                <a:lnTo>
                  <a:pt x="228600" y="1219200"/>
                </a:lnTo>
                <a:lnTo>
                  <a:pt x="228600" y="1228725"/>
                </a:lnTo>
                <a:lnTo>
                  <a:pt x="219075" y="1228725"/>
                </a:lnTo>
                <a:lnTo>
                  <a:pt x="219075" y="1238250"/>
                </a:lnTo>
                <a:lnTo>
                  <a:pt x="209550" y="1238250"/>
                </a:lnTo>
                <a:lnTo>
                  <a:pt x="209550" y="1219200"/>
                </a:lnTo>
                <a:lnTo>
                  <a:pt x="219075" y="1219200"/>
                </a:lnTo>
                <a:close/>
                <a:moveTo>
                  <a:pt x="76200" y="1238250"/>
                </a:moveTo>
                <a:lnTo>
                  <a:pt x="85725" y="1238250"/>
                </a:lnTo>
                <a:lnTo>
                  <a:pt x="85725" y="1552575"/>
                </a:lnTo>
                <a:lnTo>
                  <a:pt x="76200" y="1552575"/>
                </a:lnTo>
                <a:lnTo>
                  <a:pt x="76200" y="1533525"/>
                </a:lnTo>
                <a:lnTo>
                  <a:pt x="66675" y="1533525"/>
                </a:lnTo>
                <a:lnTo>
                  <a:pt x="66675" y="1485900"/>
                </a:lnTo>
                <a:lnTo>
                  <a:pt x="76200" y="1485900"/>
                </a:lnTo>
                <a:close/>
                <a:moveTo>
                  <a:pt x="695325" y="1371600"/>
                </a:moveTo>
                <a:lnTo>
                  <a:pt x="704850" y="1371600"/>
                </a:lnTo>
                <a:lnTo>
                  <a:pt x="704850" y="1381125"/>
                </a:lnTo>
                <a:lnTo>
                  <a:pt x="695325" y="1381125"/>
                </a:lnTo>
                <a:close/>
                <a:moveTo>
                  <a:pt x="533400" y="1400175"/>
                </a:moveTo>
                <a:lnTo>
                  <a:pt x="542925" y="1400175"/>
                </a:lnTo>
                <a:lnTo>
                  <a:pt x="542925" y="1409700"/>
                </a:lnTo>
                <a:lnTo>
                  <a:pt x="561975" y="1409700"/>
                </a:lnTo>
                <a:lnTo>
                  <a:pt x="561975" y="1419225"/>
                </a:lnTo>
                <a:lnTo>
                  <a:pt x="552450" y="1419225"/>
                </a:lnTo>
                <a:lnTo>
                  <a:pt x="552450" y="1438275"/>
                </a:lnTo>
                <a:lnTo>
                  <a:pt x="542925" y="1438275"/>
                </a:lnTo>
                <a:lnTo>
                  <a:pt x="542925" y="1447800"/>
                </a:lnTo>
                <a:lnTo>
                  <a:pt x="523875" y="1447800"/>
                </a:lnTo>
                <a:lnTo>
                  <a:pt x="523875" y="1438275"/>
                </a:lnTo>
                <a:lnTo>
                  <a:pt x="514350" y="1438275"/>
                </a:lnTo>
                <a:lnTo>
                  <a:pt x="514350" y="1419225"/>
                </a:lnTo>
                <a:lnTo>
                  <a:pt x="523875" y="1419225"/>
                </a:lnTo>
                <a:lnTo>
                  <a:pt x="523875" y="1409700"/>
                </a:lnTo>
                <a:lnTo>
                  <a:pt x="533400" y="1409700"/>
                </a:lnTo>
                <a:close/>
                <a:moveTo>
                  <a:pt x="476250" y="1409700"/>
                </a:moveTo>
                <a:lnTo>
                  <a:pt x="485775" y="1409700"/>
                </a:lnTo>
                <a:lnTo>
                  <a:pt x="485775" y="1419225"/>
                </a:lnTo>
                <a:lnTo>
                  <a:pt x="476250" y="1419225"/>
                </a:lnTo>
                <a:close/>
                <a:moveTo>
                  <a:pt x="647700" y="1419225"/>
                </a:moveTo>
                <a:lnTo>
                  <a:pt x="657225" y="1419225"/>
                </a:lnTo>
                <a:lnTo>
                  <a:pt x="657225" y="1428750"/>
                </a:lnTo>
                <a:lnTo>
                  <a:pt x="647700" y="1428750"/>
                </a:lnTo>
                <a:close/>
                <a:moveTo>
                  <a:pt x="76200" y="1571625"/>
                </a:moveTo>
                <a:lnTo>
                  <a:pt x="85725" y="1571625"/>
                </a:lnTo>
                <a:lnTo>
                  <a:pt x="85725" y="1743075"/>
                </a:lnTo>
                <a:lnTo>
                  <a:pt x="76200" y="1743075"/>
                </a:lnTo>
                <a:close/>
                <a:moveTo>
                  <a:pt x="66675" y="1743075"/>
                </a:moveTo>
                <a:lnTo>
                  <a:pt x="76200" y="1743075"/>
                </a:lnTo>
                <a:lnTo>
                  <a:pt x="76200" y="1895475"/>
                </a:lnTo>
                <a:lnTo>
                  <a:pt x="85725" y="1895475"/>
                </a:lnTo>
                <a:lnTo>
                  <a:pt x="85725" y="2124075"/>
                </a:lnTo>
                <a:lnTo>
                  <a:pt x="76200" y="2124075"/>
                </a:lnTo>
                <a:lnTo>
                  <a:pt x="76200" y="1914525"/>
                </a:lnTo>
                <a:lnTo>
                  <a:pt x="66675" y="1914525"/>
                </a:lnTo>
                <a:close/>
                <a:moveTo>
                  <a:pt x="66675" y="2133600"/>
                </a:moveTo>
                <a:lnTo>
                  <a:pt x="85725" y="2133600"/>
                </a:lnTo>
                <a:lnTo>
                  <a:pt x="85725" y="2143125"/>
                </a:lnTo>
                <a:lnTo>
                  <a:pt x="66675" y="2143125"/>
                </a:lnTo>
                <a:close/>
                <a:moveTo>
                  <a:pt x="76200" y="2152650"/>
                </a:moveTo>
                <a:lnTo>
                  <a:pt x="85725" y="2152650"/>
                </a:lnTo>
                <a:lnTo>
                  <a:pt x="85725" y="2762250"/>
                </a:lnTo>
                <a:lnTo>
                  <a:pt x="76200" y="2762250"/>
                </a:lnTo>
                <a:lnTo>
                  <a:pt x="76200" y="2733675"/>
                </a:lnTo>
                <a:lnTo>
                  <a:pt x="66675" y="2733675"/>
                </a:lnTo>
                <a:lnTo>
                  <a:pt x="66675" y="2724150"/>
                </a:lnTo>
                <a:lnTo>
                  <a:pt x="76200" y="2724150"/>
                </a:lnTo>
                <a:lnTo>
                  <a:pt x="76200" y="2714625"/>
                </a:lnTo>
                <a:lnTo>
                  <a:pt x="66675" y="2714625"/>
                </a:lnTo>
                <a:lnTo>
                  <a:pt x="66675" y="2638425"/>
                </a:lnTo>
                <a:lnTo>
                  <a:pt x="76200" y="2638425"/>
                </a:lnTo>
                <a:lnTo>
                  <a:pt x="76200" y="2333625"/>
                </a:lnTo>
                <a:lnTo>
                  <a:pt x="66675" y="2333625"/>
                </a:lnTo>
                <a:lnTo>
                  <a:pt x="66675" y="2266950"/>
                </a:lnTo>
                <a:lnTo>
                  <a:pt x="76200" y="2266950"/>
                </a:lnTo>
                <a:close/>
                <a:moveTo>
                  <a:pt x="66675" y="2781300"/>
                </a:moveTo>
                <a:lnTo>
                  <a:pt x="76200" y="2781300"/>
                </a:lnTo>
                <a:lnTo>
                  <a:pt x="76200" y="2790825"/>
                </a:lnTo>
                <a:lnTo>
                  <a:pt x="85725" y="2790825"/>
                </a:lnTo>
                <a:lnTo>
                  <a:pt x="85725" y="3009900"/>
                </a:lnTo>
                <a:lnTo>
                  <a:pt x="66675" y="3009900"/>
                </a:lnTo>
                <a:lnTo>
                  <a:pt x="66675" y="2962275"/>
                </a:lnTo>
                <a:lnTo>
                  <a:pt x="76200" y="2962275"/>
                </a:lnTo>
                <a:lnTo>
                  <a:pt x="76200" y="2809875"/>
                </a:lnTo>
                <a:lnTo>
                  <a:pt x="66675" y="2809875"/>
                </a:lnTo>
                <a:close/>
                <a:moveTo>
                  <a:pt x="66675" y="3019425"/>
                </a:moveTo>
                <a:lnTo>
                  <a:pt x="76200" y="3019425"/>
                </a:lnTo>
                <a:lnTo>
                  <a:pt x="76200" y="3028950"/>
                </a:lnTo>
                <a:lnTo>
                  <a:pt x="66675" y="3028950"/>
                </a:lnTo>
                <a:close/>
                <a:moveTo>
                  <a:pt x="76200" y="3038475"/>
                </a:moveTo>
                <a:lnTo>
                  <a:pt x="85725" y="3038475"/>
                </a:lnTo>
                <a:lnTo>
                  <a:pt x="85725" y="3200400"/>
                </a:lnTo>
                <a:lnTo>
                  <a:pt x="76200" y="3200400"/>
                </a:lnTo>
                <a:lnTo>
                  <a:pt x="76200" y="3305175"/>
                </a:lnTo>
                <a:lnTo>
                  <a:pt x="85725" y="3305175"/>
                </a:lnTo>
                <a:lnTo>
                  <a:pt x="85725" y="3505200"/>
                </a:lnTo>
                <a:lnTo>
                  <a:pt x="95250" y="3505200"/>
                </a:lnTo>
                <a:lnTo>
                  <a:pt x="95250" y="3533775"/>
                </a:lnTo>
                <a:lnTo>
                  <a:pt x="104775" y="3533775"/>
                </a:lnTo>
                <a:lnTo>
                  <a:pt x="104775" y="3562350"/>
                </a:lnTo>
                <a:lnTo>
                  <a:pt x="114300" y="3562350"/>
                </a:lnTo>
                <a:lnTo>
                  <a:pt x="114300" y="3581400"/>
                </a:lnTo>
                <a:lnTo>
                  <a:pt x="104775" y="3581400"/>
                </a:lnTo>
                <a:lnTo>
                  <a:pt x="104775" y="3571875"/>
                </a:lnTo>
                <a:lnTo>
                  <a:pt x="95250" y="3571875"/>
                </a:lnTo>
                <a:lnTo>
                  <a:pt x="95250" y="3552825"/>
                </a:lnTo>
                <a:lnTo>
                  <a:pt x="85725" y="3552825"/>
                </a:lnTo>
                <a:lnTo>
                  <a:pt x="85725" y="3524250"/>
                </a:lnTo>
                <a:lnTo>
                  <a:pt x="76200" y="3524250"/>
                </a:lnTo>
                <a:lnTo>
                  <a:pt x="76200" y="3333750"/>
                </a:lnTo>
                <a:lnTo>
                  <a:pt x="66675" y="3333750"/>
                </a:lnTo>
                <a:lnTo>
                  <a:pt x="66675" y="3162300"/>
                </a:lnTo>
                <a:lnTo>
                  <a:pt x="76200" y="3162300"/>
                </a:lnTo>
                <a:close/>
                <a:moveTo>
                  <a:pt x="114300" y="3381375"/>
                </a:moveTo>
                <a:lnTo>
                  <a:pt x="123825" y="3381375"/>
                </a:lnTo>
                <a:lnTo>
                  <a:pt x="123825" y="3438525"/>
                </a:lnTo>
                <a:lnTo>
                  <a:pt x="114300" y="3438525"/>
                </a:lnTo>
                <a:close/>
                <a:moveTo>
                  <a:pt x="1733550" y="3457575"/>
                </a:moveTo>
                <a:lnTo>
                  <a:pt x="1743075" y="3457575"/>
                </a:lnTo>
                <a:lnTo>
                  <a:pt x="1743075" y="3467100"/>
                </a:lnTo>
                <a:lnTo>
                  <a:pt x="1733550" y="3467100"/>
                </a:lnTo>
                <a:close/>
                <a:moveTo>
                  <a:pt x="123825" y="3476625"/>
                </a:moveTo>
                <a:lnTo>
                  <a:pt x="133350" y="3476625"/>
                </a:lnTo>
                <a:lnTo>
                  <a:pt x="133350" y="3486150"/>
                </a:lnTo>
                <a:lnTo>
                  <a:pt x="123825" y="3486150"/>
                </a:lnTo>
                <a:close/>
                <a:moveTo>
                  <a:pt x="133350" y="3514725"/>
                </a:moveTo>
                <a:lnTo>
                  <a:pt x="142875" y="3514725"/>
                </a:lnTo>
                <a:lnTo>
                  <a:pt x="142875" y="3524250"/>
                </a:lnTo>
                <a:lnTo>
                  <a:pt x="133350" y="3524250"/>
                </a:lnTo>
                <a:close/>
                <a:moveTo>
                  <a:pt x="152400" y="3552825"/>
                </a:moveTo>
                <a:lnTo>
                  <a:pt x="161925" y="3552825"/>
                </a:lnTo>
                <a:lnTo>
                  <a:pt x="161925" y="3562350"/>
                </a:lnTo>
                <a:lnTo>
                  <a:pt x="152400" y="3562350"/>
                </a:lnTo>
                <a:close/>
                <a:moveTo>
                  <a:pt x="161925" y="3571875"/>
                </a:moveTo>
                <a:lnTo>
                  <a:pt x="171450" y="3571875"/>
                </a:lnTo>
                <a:lnTo>
                  <a:pt x="171450" y="3581400"/>
                </a:lnTo>
                <a:lnTo>
                  <a:pt x="161925" y="3581400"/>
                </a:lnTo>
                <a:close/>
                <a:moveTo>
                  <a:pt x="114300" y="3581400"/>
                </a:moveTo>
                <a:lnTo>
                  <a:pt x="123825" y="3581400"/>
                </a:lnTo>
                <a:lnTo>
                  <a:pt x="123825" y="3590925"/>
                </a:lnTo>
                <a:lnTo>
                  <a:pt x="114300" y="3590925"/>
                </a:lnTo>
                <a:close/>
                <a:moveTo>
                  <a:pt x="171450" y="3581400"/>
                </a:moveTo>
                <a:lnTo>
                  <a:pt x="180975" y="3581400"/>
                </a:lnTo>
                <a:lnTo>
                  <a:pt x="180975" y="3590925"/>
                </a:lnTo>
                <a:lnTo>
                  <a:pt x="171450" y="3590925"/>
                </a:lnTo>
                <a:close/>
                <a:moveTo>
                  <a:pt x="123825" y="3590925"/>
                </a:moveTo>
                <a:lnTo>
                  <a:pt x="133350" y="3590925"/>
                </a:lnTo>
                <a:lnTo>
                  <a:pt x="133350" y="3609975"/>
                </a:lnTo>
                <a:lnTo>
                  <a:pt x="123825" y="3609975"/>
                </a:lnTo>
                <a:close/>
                <a:moveTo>
                  <a:pt x="1676400" y="3590925"/>
                </a:moveTo>
                <a:lnTo>
                  <a:pt x="1685925" y="3590925"/>
                </a:lnTo>
                <a:lnTo>
                  <a:pt x="1685925" y="3600450"/>
                </a:lnTo>
                <a:lnTo>
                  <a:pt x="1676400" y="3600450"/>
                </a:lnTo>
                <a:close/>
                <a:moveTo>
                  <a:pt x="1724025" y="3600450"/>
                </a:moveTo>
                <a:lnTo>
                  <a:pt x="1733550" y="3600450"/>
                </a:lnTo>
                <a:lnTo>
                  <a:pt x="1733550" y="3609975"/>
                </a:lnTo>
                <a:lnTo>
                  <a:pt x="1724025" y="3609975"/>
                </a:lnTo>
                <a:close/>
                <a:moveTo>
                  <a:pt x="133350" y="3609975"/>
                </a:moveTo>
                <a:lnTo>
                  <a:pt x="142875" y="3609975"/>
                </a:lnTo>
                <a:lnTo>
                  <a:pt x="142875" y="3619500"/>
                </a:lnTo>
                <a:lnTo>
                  <a:pt x="133350" y="3619500"/>
                </a:lnTo>
                <a:close/>
                <a:moveTo>
                  <a:pt x="1714500" y="3609975"/>
                </a:moveTo>
                <a:lnTo>
                  <a:pt x="1724025" y="3609975"/>
                </a:lnTo>
                <a:lnTo>
                  <a:pt x="1724025" y="3619500"/>
                </a:lnTo>
                <a:lnTo>
                  <a:pt x="1714500" y="3619500"/>
                </a:lnTo>
                <a:close/>
                <a:moveTo>
                  <a:pt x="142875" y="3619500"/>
                </a:moveTo>
                <a:lnTo>
                  <a:pt x="152400" y="3619500"/>
                </a:lnTo>
                <a:lnTo>
                  <a:pt x="152400" y="3629025"/>
                </a:lnTo>
                <a:lnTo>
                  <a:pt x="142875" y="3629025"/>
                </a:lnTo>
                <a:close/>
                <a:moveTo>
                  <a:pt x="209550" y="3619500"/>
                </a:moveTo>
                <a:lnTo>
                  <a:pt x="219075" y="3619500"/>
                </a:lnTo>
                <a:lnTo>
                  <a:pt x="219075" y="3629025"/>
                </a:lnTo>
                <a:lnTo>
                  <a:pt x="209550" y="3629025"/>
                </a:lnTo>
                <a:close/>
                <a:moveTo>
                  <a:pt x="1647825" y="3619500"/>
                </a:moveTo>
                <a:lnTo>
                  <a:pt x="1657350" y="3619500"/>
                </a:lnTo>
                <a:lnTo>
                  <a:pt x="1657350" y="3629025"/>
                </a:lnTo>
                <a:lnTo>
                  <a:pt x="1647825" y="3629025"/>
                </a:lnTo>
                <a:close/>
                <a:moveTo>
                  <a:pt x="152400" y="3629025"/>
                </a:moveTo>
                <a:lnTo>
                  <a:pt x="161925" y="3629025"/>
                </a:lnTo>
                <a:lnTo>
                  <a:pt x="161925" y="3638550"/>
                </a:lnTo>
                <a:lnTo>
                  <a:pt x="152400" y="3638550"/>
                </a:lnTo>
                <a:close/>
                <a:moveTo>
                  <a:pt x="1704975" y="3629025"/>
                </a:moveTo>
                <a:lnTo>
                  <a:pt x="1714500" y="3629025"/>
                </a:lnTo>
                <a:lnTo>
                  <a:pt x="1714500" y="3638550"/>
                </a:lnTo>
                <a:lnTo>
                  <a:pt x="1704975" y="3638550"/>
                </a:lnTo>
                <a:close/>
                <a:moveTo>
                  <a:pt x="161925" y="3638550"/>
                </a:moveTo>
                <a:lnTo>
                  <a:pt x="171450" y="3638550"/>
                </a:lnTo>
                <a:lnTo>
                  <a:pt x="171450" y="3648075"/>
                </a:lnTo>
                <a:lnTo>
                  <a:pt x="161925" y="3648075"/>
                </a:lnTo>
                <a:close/>
                <a:moveTo>
                  <a:pt x="238125" y="3638550"/>
                </a:moveTo>
                <a:lnTo>
                  <a:pt x="247650" y="3638550"/>
                </a:lnTo>
                <a:lnTo>
                  <a:pt x="247650" y="3648075"/>
                </a:lnTo>
                <a:lnTo>
                  <a:pt x="238125" y="3648075"/>
                </a:lnTo>
                <a:close/>
                <a:moveTo>
                  <a:pt x="1695450" y="3638550"/>
                </a:moveTo>
                <a:lnTo>
                  <a:pt x="1704975" y="3638550"/>
                </a:lnTo>
                <a:lnTo>
                  <a:pt x="1704975" y="3648075"/>
                </a:lnTo>
                <a:lnTo>
                  <a:pt x="1695450" y="3648075"/>
                </a:lnTo>
                <a:close/>
                <a:moveTo>
                  <a:pt x="171450" y="3648075"/>
                </a:moveTo>
                <a:lnTo>
                  <a:pt x="180975" y="3648075"/>
                </a:lnTo>
                <a:lnTo>
                  <a:pt x="180975" y="3657600"/>
                </a:lnTo>
                <a:lnTo>
                  <a:pt x="171450" y="3657600"/>
                </a:lnTo>
                <a:close/>
                <a:moveTo>
                  <a:pt x="1685925" y="3648075"/>
                </a:moveTo>
                <a:lnTo>
                  <a:pt x="1695450" y="3648075"/>
                </a:lnTo>
                <a:lnTo>
                  <a:pt x="1695450" y="3667125"/>
                </a:lnTo>
                <a:lnTo>
                  <a:pt x="1685925" y="3667125"/>
                </a:lnTo>
                <a:lnTo>
                  <a:pt x="1685925" y="3676650"/>
                </a:lnTo>
                <a:lnTo>
                  <a:pt x="1676400" y="3676650"/>
                </a:lnTo>
                <a:lnTo>
                  <a:pt x="1676400" y="3686175"/>
                </a:lnTo>
                <a:lnTo>
                  <a:pt x="1657350" y="3686175"/>
                </a:lnTo>
                <a:lnTo>
                  <a:pt x="1657350" y="3695700"/>
                </a:lnTo>
                <a:lnTo>
                  <a:pt x="1638300" y="3695700"/>
                </a:lnTo>
                <a:lnTo>
                  <a:pt x="1638300" y="3705225"/>
                </a:lnTo>
                <a:lnTo>
                  <a:pt x="1619250" y="3705225"/>
                </a:lnTo>
                <a:lnTo>
                  <a:pt x="1619250" y="3714750"/>
                </a:lnTo>
                <a:lnTo>
                  <a:pt x="1590675" y="3714750"/>
                </a:lnTo>
                <a:lnTo>
                  <a:pt x="1590675" y="3724275"/>
                </a:lnTo>
                <a:lnTo>
                  <a:pt x="1552575" y="3724275"/>
                </a:lnTo>
                <a:lnTo>
                  <a:pt x="1552575" y="3733800"/>
                </a:lnTo>
                <a:lnTo>
                  <a:pt x="1495425" y="3733800"/>
                </a:lnTo>
                <a:lnTo>
                  <a:pt x="1495425" y="3743325"/>
                </a:lnTo>
                <a:lnTo>
                  <a:pt x="390525" y="3743325"/>
                </a:lnTo>
                <a:lnTo>
                  <a:pt x="390525" y="3733800"/>
                </a:lnTo>
                <a:lnTo>
                  <a:pt x="314325" y="3733800"/>
                </a:lnTo>
                <a:lnTo>
                  <a:pt x="314325" y="3724275"/>
                </a:lnTo>
                <a:lnTo>
                  <a:pt x="285750" y="3724275"/>
                </a:lnTo>
                <a:lnTo>
                  <a:pt x="285750" y="3714750"/>
                </a:lnTo>
                <a:lnTo>
                  <a:pt x="247650" y="3714750"/>
                </a:lnTo>
                <a:lnTo>
                  <a:pt x="247650" y="3705225"/>
                </a:lnTo>
                <a:lnTo>
                  <a:pt x="219075" y="3705225"/>
                </a:lnTo>
                <a:lnTo>
                  <a:pt x="219075" y="3695700"/>
                </a:lnTo>
                <a:lnTo>
                  <a:pt x="209550" y="3695700"/>
                </a:lnTo>
                <a:lnTo>
                  <a:pt x="209550" y="3686175"/>
                </a:lnTo>
                <a:lnTo>
                  <a:pt x="190500" y="3686175"/>
                </a:lnTo>
                <a:lnTo>
                  <a:pt x="190500" y="3676650"/>
                </a:lnTo>
                <a:lnTo>
                  <a:pt x="180975" y="3676650"/>
                </a:lnTo>
                <a:lnTo>
                  <a:pt x="180975" y="3657600"/>
                </a:lnTo>
                <a:lnTo>
                  <a:pt x="190500" y="3657600"/>
                </a:lnTo>
                <a:lnTo>
                  <a:pt x="190500" y="3667125"/>
                </a:lnTo>
                <a:lnTo>
                  <a:pt x="209550" y="3667125"/>
                </a:lnTo>
                <a:lnTo>
                  <a:pt x="209550" y="3676650"/>
                </a:lnTo>
                <a:lnTo>
                  <a:pt x="219075" y="3676650"/>
                </a:lnTo>
                <a:lnTo>
                  <a:pt x="219075" y="3686175"/>
                </a:lnTo>
                <a:lnTo>
                  <a:pt x="238125" y="3686175"/>
                </a:lnTo>
                <a:lnTo>
                  <a:pt x="238125" y="3695700"/>
                </a:lnTo>
                <a:lnTo>
                  <a:pt x="266700" y="3695700"/>
                </a:lnTo>
                <a:lnTo>
                  <a:pt x="266700" y="3705225"/>
                </a:lnTo>
                <a:lnTo>
                  <a:pt x="304800" y="3705225"/>
                </a:lnTo>
                <a:lnTo>
                  <a:pt x="304800" y="3714750"/>
                </a:lnTo>
                <a:lnTo>
                  <a:pt x="361950" y="3714750"/>
                </a:lnTo>
                <a:lnTo>
                  <a:pt x="361950" y="3724275"/>
                </a:lnTo>
                <a:lnTo>
                  <a:pt x="1504950" y="3724275"/>
                </a:lnTo>
                <a:lnTo>
                  <a:pt x="1504950" y="3714750"/>
                </a:lnTo>
                <a:lnTo>
                  <a:pt x="1562100" y="3714750"/>
                </a:lnTo>
                <a:lnTo>
                  <a:pt x="1562100" y="3705225"/>
                </a:lnTo>
                <a:lnTo>
                  <a:pt x="1600200" y="3705225"/>
                </a:lnTo>
                <a:lnTo>
                  <a:pt x="1600200" y="3695700"/>
                </a:lnTo>
                <a:lnTo>
                  <a:pt x="1628775" y="3695700"/>
                </a:lnTo>
                <a:lnTo>
                  <a:pt x="1628775" y="3686175"/>
                </a:lnTo>
                <a:lnTo>
                  <a:pt x="1647825" y="3686175"/>
                </a:lnTo>
                <a:lnTo>
                  <a:pt x="1647825" y="3676650"/>
                </a:lnTo>
                <a:lnTo>
                  <a:pt x="1657350" y="3676650"/>
                </a:lnTo>
                <a:lnTo>
                  <a:pt x="1657350" y="3667125"/>
                </a:lnTo>
                <a:lnTo>
                  <a:pt x="1676400" y="3667125"/>
                </a:lnTo>
                <a:lnTo>
                  <a:pt x="1676400" y="3657600"/>
                </a:lnTo>
                <a:lnTo>
                  <a:pt x="1685925" y="3657600"/>
                </a:lnTo>
                <a:close/>
                <a:moveTo>
                  <a:pt x="276225" y="3657600"/>
                </a:moveTo>
                <a:lnTo>
                  <a:pt x="285750" y="3657600"/>
                </a:lnTo>
                <a:lnTo>
                  <a:pt x="285750" y="3667125"/>
                </a:lnTo>
                <a:lnTo>
                  <a:pt x="276225" y="3667125"/>
                </a:lnTo>
                <a:close/>
                <a:moveTo>
                  <a:pt x="1581150" y="3657600"/>
                </a:moveTo>
                <a:lnTo>
                  <a:pt x="1590675" y="3657600"/>
                </a:lnTo>
                <a:lnTo>
                  <a:pt x="1590675" y="3667125"/>
                </a:lnTo>
                <a:lnTo>
                  <a:pt x="1581150" y="3667125"/>
                </a:lnTo>
                <a:close/>
                <a:moveTo>
                  <a:pt x="304800" y="3667125"/>
                </a:moveTo>
                <a:lnTo>
                  <a:pt x="323850" y="3667125"/>
                </a:lnTo>
                <a:lnTo>
                  <a:pt x="323850" y="3676650"/>
                </a:lnTo>
                <a:lnTo>
                  <a:pt x="304800" y="3676650"/>
                </a:lnTo>
                <a:close/>
                <a:moveTo>
                  <a:pt x="1543050" y="3667125"/>
                </a:moveTo>
                <a:lnTo>
                  <a:pt x="1562100" y="3667125"/>
                </a:lnTo>
                <a:lnTo>
                  <a:pt x="1562100" y="3676650"/>
                </a:lnTo>
                <a:lnTo>
                  <a:pt x="1543050" y="3676650"/>
                </a:lnTo>
                <a:close/>
                <a:moveTo>
                  <a:pt x="371475" y="3676650"/>
                </a:moveTo>
                <a:lnTo>
                  <a:pt x="390525" y="3676650"/>
                </a:lnTo>
                <a:lnTo>
                  <a:pt x="390525" y="3686175"/>
                </a:lnTo>
                <a:lnTo>
                  <a:pt x="371475" y="3686175"/>
                </a:lnTo>
                <a:close/>
                <a:moveTo>
                  <a:pt x="1466850" y="3676650"/>
                </a:moveTo>
                <a:lnTo>
                  <a:pt x="1495425" y="3676650"/>
                </a:lnTo>
                <a:lnTo>
                  <a:pt x="1495425" y="3686175"/>
                </a:lnTo>
                <a:lnTo>
                  <a:pt x="1466850" y="3686175"/>
                </a:lnTo>
                <a:close/>
              </a:path>
            </a:pathLst>
          </a:custGeom>
          <a:solidFill xmlns:a="http://schemas.openxmlformats.org/drawingml/2006/main">
            <a:srgbClr val="242C26"/>
          </a:solidFill>
          <a:ln xmlns:a="http://schemas.openxmlformats.org/drawingml/2006/main" w="0">
            <a:noFill/>
          </a:ln>
        </p:spPr>
      </p:sp>
      <p:sp>
        <p:nvSpPr>
          <p:cNvPr id="58" name="profit vector #020302">
            <a:extLst xmlns:a="http://schemas.openxmlformats.org/drawingml/2006/main">
              <a:ext uri="{FF2B5EF4-FFF2-40B4-BE49-F238E27FC236}">
                <a16:creationId xmlns:a16="http://schemas.microsoft.com/office/drawing/2014/main" id="{8AE41025-074C-4704-9EFF-E3F5006394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10029825" y="1447800"/>
            <a:ext cx="2200275" cy="4467225"/>
          </a:xfrm>
          <a:custGeom xmlns:a="http://schemas.openxmlformats.org/drawingml/2006/main">
            <a:pathLst>
              <a:path w="1866900" h="3790950">
                <a:moveTo>
                  <a:pt x="333375" y="85725"/>
                </a:moveTo>
                <a:lnTo>
                  <a:pt x="1533525" y="85725"/>
                </a:lnTo>
                <a:lnTo>
                  <a:pt x="1533525" y="95250"/>
                </a:lnTo>
                <a:lnTo>
                  <a:pt x="1571625" y="95250"/>
                </a:lnTo>
                <a:lnTo>
                  <a:pt x="1571625" y="104775"/>
                </a:lnTo>
                <a:lnTo>
                  <a:pt x="1600200" y="104775"/>
                </a:lnTo>
                <a:lnTo>
                  <a:pt x="1600200" y="114300"/>
                </a:lnTo>
                <a:lnTo>
                  <a:pt x="1619250" y="114300"/>
                </a:lnTo>
                <a:lnTo>
                  <a:pt x="1619250" y="123825"/>
                </a:lnTo>
                <a:lnTo>
                  <a:pt x="1638300" y="123825"/>
                </a:lnTo>
                <a:lnTo>
                  <a:pt x="1638300" y="133350"/>
                </a:lnTo>
                <a:lnTo>
                  <a:pt x="1657350" y="133350"/>
                </a:lnTo>
                <a:lnTo>
                  <a:pt x="1657350" y="142875"/>
                </a:lnTo>
                <a:lnTo>
                  <a:pt x="1676400" y="142875"/>
                </a:lnTo>
                <a:lnTo>
                  <a:pt x="1676400" y="152400"/>
                </a:lnTo>
                <a:lnTo>
                  <a:pt x="1685925" y="152400"/>
                </a:lnTo>
                <a:lnTo>
                  <a:pt x="1685925" y="161925"/>
                </a:lnTo>
                <a:lnTo>
                  <a:pt x="1695450" y="161925"/>
                </a:lnTo>
                <a:lnTo>
                  <a:pt x="1695450" y="171450"/>
                </a:lnTo>
                <a:lnTo>
                  <a:pt x="1704975" y="171450"/>
                </a:lnTo>
                <a:lnTo>
                  <a:pt x="1704975" y="180975"/>
                </a:lnTo>
                <a:lnTo>
                  <a:pt x="1714500" y="180975"/>
                </a:lnTo>
                <a:lnTo>
                  <a:pt x="1714500" y="200025"/>
                </a:lnTo>
                <a:lnTo>
                  <a:pt x="1724025" y="200025"/>
                </a:lnTo>
                <a:lnTo>
                  <a:pt x="1724025" y="209550"/>
                </a:lnTo>
                <a:lnTo>
                  <a:pt x="1733550" y="209550"/>
                </a:lnTo>
                <a:lnTo>
                  <a:pt x="1733550" y="228600"/>
                </a:lnTo>
                <a:lnTo>
                  <a:pt x="1743075" y="228600"/>
                </a:lnTo>
                <a:lnTo>
                  <a:pt x="1743075" y="247650"/>
                </a:lnTo>
                <a:lnTo>
                  <a:pt x="1752600" y="247650"/>
                </a:lnTo>
                <a:lnTo>
                  <a:pt x="1752600" y="276225"/>
                </a:lnTo>
                <a:lnTo>
                  <a:pt x="1762125" y="276225"/>
                </a:lnTo>
                <a:lnTo>
                  <a:pt x="1762125" y="304800"/>
                </a:lnTo>
                <a:lnTo>
                  <a:pt x="1771650" y="304800"/>
                </a:lnTo>
                <a:lnTo>
                  <a:pt x="1771650" y="361950"/>
                </a:lnTo>
                <a:lnTo>
                  <a:pt x="1781175" y="361950"/>
                </a:lnTo>
                <a:lnTo>
                  <a:pt x="1781175" y="3476625"/>
                </a:lnTo>
                <a:lnTo>
                  <a:pt x="1771650" y="3476625"/>
                </a:lnTo>
                <a:lnTo>
                  <a:pt x="1771650" y="3514725"/>
                </a:lnTo>
                <a:lnTo>
                  <a:pt x="1762125" y="3514725"/>
                </a:lnTo>
                <a:lnTo>
                  <a:pt x="1762125" y="3543300"/>
                </a:lnTo>
                <a:lnTo>
                  <a:pt x="1752600" y="3543300"/>
                </a:lnTo>
                <a:lnTo>
                  <a:pt x="1752600" y="3562350"/>
                </a:lnTo>
                <a:lnTo>
                  <a:pt x="1743075" y="3562350"/>
                </a:lnTo>
                <a:lnTo>
                  <a:pt x="1743075" y="3581400"/>
                </a:lnTo>
                <a:lnTo>
                  <a:pt x="1733550" y="3581400"/>
                </a:lnTo>
                <a:lnTo>
                  <a:pt x="1733550" y="3600450"/>
                </a:lnTo>
                <a:lnTo>
                  <a:pt x="1724025" y="3600450"/>
                </a:lnTo>
                <a:lnTo>
                  <a:pt x="1724025" y="3609975"/>
                </a:lnTo>
                <a:lnTo>
                  <a:pt x="1714500" y="3609975"/>
                </a:lnTo>
                <a:lnTo>
                  <a:pt x="1714500" y="3629025"/>
                </a:lnTo>
                <a:lnTo>
                  <a:pt x="1704975" y="3629025"/>
                </a:lnTo>
                <a:lnTo>
                  <a:pt x="1704975" y="3638550"/>
                </a:lnTo>
                <a:lnTo>
                  <a:pt x="1695450" y="3638550"/>
                </a:lnTo>
                <a:lnTo>
                  <a:pt x="1695450" y="3648075"/>
                </a:lnTo>
                <a:lnTo>
                  <a:pt x="1685925" y="3648075"/>
                </a:lnTo>
                <a:lnTo>
                  <a:pt x="1685925" y="3657600"/>
                </a:lnTo>
                <a:lnTo>
                  <a:pt x="1676400" y="3657600"/>
                </a:lnTo>
                <a:lnTo>
                  <a:pt x="1676400" y="3667125"/>
                </a:lnTo>
                <a:lnTo>
                  <a:pt x="1657350" y="3667125"/>
                </a:lnTo>
                <a:lnTo>
                  <a:pt x="1657350" y="3676650"/>
                </a:lnTo>
                <a:lnTo>
                  <a:pt x="1647825" y="3676650"/>
                </a:lnTo>
                <a:lnTo>
                  <a:pt x="1647825" y="3686175"/>
                </a:lnTo>
                <a:lnTo>
                  <a:pt x="1628775" y="3686175"/>
                </a:lnTo>
                <a:lnTo>
                  <a:pt x="1628775" y="3695700"/>
                </a:lnTo>
                <a:lnTo>
                  <a:pt x="1600200" y="3695700"/>
                </a:lnTo>
                <a:lnTo>
                  <a:pt x="1600200" y="3705225"/>
                </a:lnTo>
                <a:lnTo>
                  <a:pt x="1562100" y="3705225"/>
                </a:lnTo>
                <a:lnTo>
                  <a:pt x="1562100" y="3714750"/>
                </a:lnTo>
                <a:lnTo>
                  <a:pt x="1504950" y="3714750"/>
                </a:lnTo>
                <a:lnTo>
                  <a:pt x="1504950" y="3724275"/>
                </a:lnTo>
                <a:lnTo>
                  <a:pt x="361950" y="3724275"/>
                </a:lnTo>
                <a:lnTo>
                  <a:pt x="361950" y="3714750"/>
                </a:lnTo>
                <a:lnTo>
                  <a:pt x="304800" y="3714750"/>
                </a:lnTo>
                <a:lnTo>
                  <a:pt x="304800" y="3705225"/>
                </a:lnTo>
                <a:lnTo>
                  <a:pt x="266700" y="3705225"/>
                </a:lnTo>
                <a:lnTo>
                  <a:pt x="266700" y="3695700"/>
                </a:lnTo>
                <a:lnTo>
                  <a:pt x="238125" y="3695700"/>
                </a:lnTo>
                <a:lnTo>
                  <a:pt x="238125" y="3686175"/>
                </a:lnTo>
                <a:lnTo>
                  <a:pt x="219075" y="3686175"/>
                </a:lnTo>
                <a:lnTo>
                  <a:pt x="219075" y="3676650"/>
                </a:lnTo>
                <a:lnTo>
                  <a:pt x="209550" y="3676650"/>
                </a:lnTo>
                <a:lnTo>
                  <a:pt x="209550" y="3667125"/>
                </a:lnTo>
                <a:lnTo>
                  <a:pt x="190500" y="3667125"/>
                </a:lnTo>
                <a:lnTo>
                  <a:pt x="190500" y="3657600"/>
                </a:lnTo>
                <a:lnTo>
                  <a:pt x="180975" y="3657600"/>
                </a:lnTo>
                <a:lnTo>
                  <a:pt x="180975" y="3648075"/>
                </a:lnTo>
                <a:lnTo>
                  <a:pt x="171450" y="3648075"/>
                </a:lnTo>
                <a:lnTo>
                  <a:pt x="171450" y="3638550"/>
                </a:lnTo>
                <a:lnTo>
                  <a:pt x="161925" y="3638550"/>
                </a:lnTo>
                <a:lnTo>
                  <a:pt x="161925" y="3629025"/>
                </a:lnTo>
                <a:lnTo>
                  <a:pt x="152400" y="3629025"/>
                </a:lnTo>
                <a:lnTo>
                  <a:pt x="152400" y="3619500"/>
                </a:lnTo>
                <a:lnTo>
                  <a:pt x="142875" y="3619500"/>
                </a:lnTo>
                <a:lnTo>
                  <a:pt x="142875" y="3609975"/>
                </a:lnTo>
                <a:lnTo>
                  <a:pt x="133350" y="3609975"/>
                </a:lnTo>
                <a:lnTo>
                  <a:pt x="133350" y="3590925"/>
                </a:lnTo>
                <a:lnTo>
                  <a:pt x="123825" y="3590925"/>
                </a:lnTo>
                <a:lnTo>
                  <a:pt x="123825" y="3581400"/>
                </a:lnTo>
                <a:lnTo>
                  <a:pt x="114300" y="3581400"/>
                </a:lnTo>
                <a:lnTo>
                  <a:pt x="114300" y="3562350"/>
                </a:lnTo>
                <a:lnTo>
                  <a:pt x="104775" y="3562350"/>
                </a:lnTo>
                <a:lnTo>
                  <a:pt x="104775" y="3533775"/>
                </a:lnTo>
                <a:lnTo>
                  <a:pt x="95250" y="3533775"/>
                </a:lnTo>
                <a:lnTo>
                  <a:pt x="95250" y="3505200"/>
                </a:lnTo>
                <a:lnTo>
                  <a:pt x="85725" y="3505200"/>
                </a:lnTo>
                <a:lnTo>
                  <a:pt x="85725" y="3305175"/>
                </a:lnTo>
                <a:lnTo>
                  <a:pt x="76200" y="3305175"/>
                </a:lnTo>
                <a:lnTo>
                  <a:pt x="76200" y="3200400"/>
                </a:lnTo>
                <a:lnTo>
                  <a:pt x="85725" y="3200400"/>
                </a:lnTo>
                <a:lnTo>
                  <a:pt x="85725" y="3038475"/>
                </a:lnTo>
                <a:lnTo>
                  <a:pt x="76200" y="3038475"/>
                </a:lnTo>
                <a:lnTo>
                  <a:pt x="76200" y="3009900"/>
                </a:lnTo>
                <a:lnTo>
                  <a:pt x="85725" y="3009900"/>
                </a:lnTo>
                <a:lnTo>
                  <a:pt x="85725" y="2790825"/>
                </a:lnTo>
                <a:lnTo>
                  <a:pt x="76200" y="2790825"/>
                </a:lnTo>
                <a:lnTo>
                  <a:pt x="76200" y="2762250"/>
                </a:lnTo>
                <a:lnTo>
                  <a:pt x="85725" y="2762250"/>
                </a:lnTo>
                <a:lnTo>
                  <a:pt x="85725" y="2152650"/>
                </a:lnTo>
                <a:lnTo>
                  <a:pt x="76200" y="2152650"/>
                </a:lnTo>
                <a:lnTo>
                  <a:pt x="76200" y="2143125"/>
                </a:lnTo>
                <a:lnTo>
                  <a:pt x="85725" y="2143125"/>
                </a:lnTo>
                <a:lnTo>
                  <a:pt x="85725" y="2133600"/>
                </a:lnTo>
                <a:lnTo>
                  <a:pt x="76200" y="2133600"/>
                </a:lnTo>
                <a:lnTo>
                  <a:pt x="76200" y="2124075"/>
                </a:lnTo>
                <a:lnTo>
                  <a:pt x="85725" y="2124075"/>
                </a:lnTo>
                <a:lnTo>
                  <a:pt x="85725" y="1895475"/>
                </a:lnTo>
                <a:lnTo>
                  <a:pt x="76200" y="1895475"/>
                </a:lnTo>
                <a:lnTo>
                  <a:pt x="76200" y="1743075"/>
                </a:lnTo>
                <a:lnTo>
                  <a:pt x="85725" y="1743075"/>
                </a:lnTo>
                <a:lnTo>
                  <a:pt x="85725" y="1571625"/>
                </a:lnTo>
                <a:lnTo>
                  <a:pt x="76200" y="1571625"/>
                </a:lnTo>
                <a:lnTo>
                  <a:pt x="76200" y="1552575"/>
                </a:lnTo>
                <a:lnTo>
                  <a:pt x="85725" y="1552575"/>
                </a:lnTo>
                <a:lnTo>
                  <a:pt x="85725" y="1238250"/>
                </a:lnTo>
                <a:lnTo>
                  <a:pt x="76200" y="1238250"/>
                </a:lnTo>
                <a:lnTo>
                  <a:pt x="76200" y="1152525"/>
                </a:lnTo>
                <a:lnTo>
                  <a:pt x="85725" y="1152525"/>
                </a:lnTo>
                <a:lnTo>
                  <a:pt x="85725" y="933450"/>
                </a:lnTo>
                <a:lnTo>
                  <a:pt x="76200" y="933450"/>
                </a:lnTo>
                <a:lnTo>
                  <a:pt x="76200" y="809625"/>
                </a:lnTo>
                <a:lnTo>
                  <a:pt x="85725" y="809625"/>
                </a:lnTo>
                <a:lnTo>
                  <a:pt x="85725" y="695325"/>
                </a:lnTo>
                <a:lnTo>
                  <a:pt x="76200" y="695325"/>
                </a:lnTo>
                <a:lnTo>
                  <a:pt x="76200" y="371475"/>
                </a:lnTo>
                <a:lnTo>
                  <a:pt x="85725" y="371475"/>
                </a:lnTo>
                <a:lnTo>
                  <a:pt x="85725" y="304800"/>
                </a:lnTo>
                <a:lnTo>
                  <a:pt x="95250" y="304800"/>
                </a:lnTo>
                <a:lnTo>
                  <a:pt x="95250" y="276225"/>
                </a:lnTo>
                <a:lnTo>
                  <a:pt x="104775" y="276225"/>
                </a:lnTo>
                <a:lnTo>
                  <a:pt x="104775" y="257175"/>
                </a:lnTo>
                <a:lnTo>
                  <a:pt x="114300" y="257175"/>
                </a:lnTo>
                <a:lnTo>
                  <a:pt x="114300" y="228600"/>
                </a:lnTo>
                <a:lnTo>
                  <a:pt x="123825" y="228600"/>
                </a:lnTo>
                <a:lnTo>
                  <a:pt x="123825" y="219075"/>
                </a:lnTo>
                <a:lnTo>
                  <a:pt x="133350" y="219075"/>
                </a:lnTo>
                <a:lnTo>
                  <a:pt x="133350" y="200025"/>
                </a:lnTo>
                <a:lnTo>
                  <a:pt x="142875" y="200025"/>
                </a:lnTo>
                <a:lnTo>
                  <a:pt x="142875" y="180975"/>
                </a:lnTo>
                <a:lnTo>
                  <a:pt x="152400" y="180975"/>
                </a:lnTo>
                <a:lnTo>
                  <a:pt x="152400" y="171450"/>
                </a:lnTo>
                <a:lnTo>
                  <a:pt x="171450" y="171450"/>
                </a:lnTo>
                <a:lnTo>
                  <a:pt x="171450" y="161925"/>
                </a:lnTo>
                <a:lnTo>
                  <a:pt x="180975" y="161925"/>
                </a:lnTo>
                <a:lnTo>
                  <a:pt x="180975" y="152400"/>
                </a:lnTo>
                <a:lnTo>
                  <a:pt x="190500" y="152400"/>
                </a:lnTo>
                <a:lnTo>
                  <a:pt x="190500" y="142875"/>
                </a:lnTo>
                <a:lnTo>
                  <a:pt x="200025" y="142875"/>
                </a:lnTo>
                <a:lnTo>
                  <a:pt x="200025" y="133350"/>
                </a:lnTo>
                <a:lnTo>
                  <a:pt x="219075" y="133350"/>
                </a:lnTo>
                <a:lnTo>
                  <a:pt x="219075" y="123825"/>
                </a:lnTo>
                <a:lnTo>
                  <a:pt x="228600" y="123825"/>
                </a:lnTo>
                <a:lnTo>
                  <a:pt x="228600" y="114300"/>
                </a:lnTo>
                <a:lnTo>
                  <a:pt x="257175" y="114300"/>
                </a:lnTo>
                <a:lnTo>
                  <a:pt x="257175" y="104775"/>
                </a:lnTo>
                <a:lnTo>
                  <a:pt x="285750" y="104775"/>
                </a:lnTo>
                <a:lnTo>
                  <a:pt x="285750" y="95250"/>
                </a:lnTo>
                <a:lnTo>
                  <a:pt x="333375" y="95250"/>
                </a:lnTo>
                <a:close/>
                <a:moveTo>
                  <a:pt x="742950" y="180975"/>
                </a:moveTo>
                <a:lnTo>
                  <a:pt x="1114425" y="180975"/>
                </a:lnTo>
                <a:lnTo>
                  <a:pt x="1114425" y="190500"/>
                </a:lnTo>
                <a:lnTo>
                  <a:pt x="1143000" y="190500"/>
                </a:lnTo>
                <a:lnTo>
                  <a:pt x="1143000" y="200025"/>
                </a:lnTo>
                <a:lnTo>
                  <a:pt x="1162050" y="200025"/>
                </a:lnTo>
                <a:lnTo>
                  <a:pt x="1162050" y="209550"/>
                </a:lnTo>
                <a:lnTo>
                  <a:pt x="1171575" y="209550"/>
                </a:lnTo>
                <a:lnTo>
                  <a:pt x="1171575" y="238125"/>
                </a:lnTo>
                <a:lnTo>
                  <a:pt x="1181100" y="238125"/>
                </a:lnTo>
                <a:lnTo>
                  <a:pt x="1181100" y="276225"/>
                </a:lnTo>
                <a:lnTo>
                  <a:pt x="1171575" y="276225"/>
                </a:lnTo>
                <a:lnTo>
                  <a:pt x="1171575" y="295275"/>
                </a:lnTo>
                <a:lnTo>
                  <a:pt x="1162050" y="295275"/>
                </a:lnTo>
                <a:lnTo>
                  <a:pt x="1162050" y="304800"/>
                </a:lnTo>
                <a:lnTo>
                  <a:pt x="1152525" y="304800"/>
                </a:lnTo>
                <a:lnTo>
                  <a:pt x="1152525" y="314325"/>
                </a:lnTo>
                <a:lnTo>
                  <a:pt x="1133475" y="314325"/>
                </a:lnTo>
                <a:lnTo>
                  <a:pt x="1133475" y="323850"/>
                </a:lnTo>
                <a:lnTo>
                  <a:pt x="723900" y="323850"/>
                </a:lnTo>
                <a:lnTo>
                  <a:pt x="723900" y="314325"/>
                </a:lnTo>
                <a:lnTo>
                  <a:pt x="714375" y="314325"/>
                </a:lnTo>
                <a:lnTo>
                  <a:pt x="714375" y="304800"/>
                </a:lnTo>
                <a:lnTo>
                  <a:pt x="704850" y="304800"/>
                </a:lnTo>
                <a:lnTo>
                  <a:pt x="704850" y="295275"/>
                </a:lnTo>
                <a:lnTo>
                  <a:pt x="695325" y="295275"/>
                </a:lnTo>
                <a:lnTo>
                  <a:pt x="695325" y="285750"/>
                </a:lnTo>
                <a:lnTo>
                  <a:pt x="685800" y="285750"/>
                </a:lnTo>
                <a:lnTo>
                  <a:pt x="685800" y="228600"/>
                </a:lnTo>
                <a:lnTo>
                  <a:pt x="695325" y="228600"/>
                </a:lnTo>
                <a:lnTo>
                  <a:pt x="695325" y="209550"/>
                </a:lnTo>
                <a:lnTo>
                  <a:pt x="704850" y="209550"/>
                </a:lnTo>
                <a:lnTo>
                  <a:pt x="704850" y="200025"/>
                </a:lnTo>
                <a:lnTo>
                  <a:pt x="723900" y="200025"/>
                </a:lnTo>
                <a:lnTo>
                  <a:pt x="723900" y="190500"/>
                </a:lnTo>
                <a:lnTo>
                  <a:pt x="742950" y="190500"/>
                </a:lnTo>
                <a:close/>
                <a:moveTo>
                  <a:pt x="1514475" y="247650"/>
                </a:moveTo>
                <a:lnTo>
                  <a:pt x="1571625" y="247650"/>
                </a:lnTo>
                <a:lnTo>
                  <a:pt x="1571625" y="266700"/>
                </a:lnTo>
                <a:lnTo>
                  <a:pt x="1562100" y="266700"/>
                </a:lnTo>
                <a:lnTo>
                  <a:pt x="1562100" y="276225"/>
                </a:lnTo>
                <a:lnTo>
                  <a:pt x="1514475" y="276225"/>
                </a:lnTo>
                <a:lnTo>
                  <a:pt x="1514475" y="266700"/>
                </a:lnTo>
                <a:lnTo>
                  <a:pt x="1504950" y="266700"/>
                </a:lnTo>
                <a:lnTo>
                  <a:pt x="1504950" y="257175"/>
                </a:lnTo>
                <a:lnTo>
                  <a:pt x="1514475" y="257175"/>
                </a:lnTo>
                <a:close/>
                <a:moveTo>
                  <a:pt x="114300" y="3438525"/>
                </a:moveTo>
                <a:lnTo>
                  <a:pt x="123825" y="3438525"/>
                </a:lnTo>
                <a:lnTo>
                  <a:pt x="123825" y="3486150"/>
                </a:lnTo>
                <a:lnTo>
                  <a:pt x="133350" y="3486150"/>
                </a:lnTo>
                <a:lnTo>
                  <a:pt x="133350" y="3524250"/>
                </a:lnTo>
                <a:lnTo>
                  <a:pt x="142875" y="3524250"/>
                </a:lnTo>
                <a:lnTo>
                  <a:pt x="142875" y="3543300"/>
                </a:lnTo>
                <a:lnTo>
                  <a:pt x="152400" y="3543300"/>
                </a:lnTo>
                <a:lnTo>
                  <a:pt x="152400" y="3562350"/>
                </a:lnTo>
                <a:lnTo>
                  <a:pt x="161925" y="3562350"/>
                </a:lnTo>
                <a:lnTo>
                  <a:pt x="161925" y="3581400"/>
                </a:lnTo>
                <a:lnTo>
                  <a:pt x="171450" y="3581400"/>
                </a:lnTo>
                <a:lnTo>
                  <a:pt x="171450" y="3590925"/>
                </a:lnTo>
                <a:lnTo>
                  <a:pt x="180975" y="3590925"/>
                </a:lnTo>
                <a:lnTo>
                  <a:pt x="180975" y="3600450"/>
                </a:lnTo>
                <a:lnTo>
                  <a:pt x="190500" y="3600450"/>
                </a:lnTo>
                <a:lnTo>
                  <a:pt x="190500" y="3609975"/>
                </a:lnTo>
                <a:lnTo>
                  <a:pt x="200025" y="3609975"/>
                </a:lnTo>
                <a:lnTo>
                  <a:pt x="200025" y="3619500"/>
                </a:lnTo>
                <a:lnTo>
                  <a:pt x="209550" y="3619500"/>
                </a:lnTo>
                <a:lnTo>
                  <a:pt x="209550" y="3629025"/>
                </a:lnTo>
                <a:lnTo>
                  <a:pt x="228600" y="3629025"/>
                </a:lnTo>
                <a:lnTo>
                  <a:pt x="228600" y="3638550"/>
                </a:lnTo>
                <a:lnTo>
                  <a:pt x="238125" y="3638550"/>
                </a:lnTo>
                <a:lnTo>
                  <a:pt x="238125" y="3648075"/>
                </a:lnTo>
                <a:lnTo>
                  <a:pt x="257175" y="3648075"/>
                </a:lnTo>
                <a:lnTo>
                  <a:pt x="257175" y="3657600"/>
                </a:lnTo>
                <a:lnTo>
                  <a:pt x="276225" y="3657600"/>
                </a:lnTo>
                <a:lnTo>
                  <a:pt x="276225" y="3667125"/>
                </a:lnTo>
                <a:lnTo>
                  <a:pt x="304800" y="3667125"/>
                </a:lnTo>
                <a:lnTo>
                  <a:pt x="304800" y="3676650"/>
                </a:lnTo>
                <a:lnTo>
                  <a:pt x="371475" y="3676650"/>
                </a:lnTo>
                <a:lnTo>
                  <a:pt x="371475" y="3686175"/>
                </a:lnTo>
                <a:lnTo>
                  <a:pt x="1495425" y="3686175"/>
                </a:lnTo>
                <a:lnTo>
                  <a:pt x="1495425" y="3676650"/>
                </a:lnTo>
                <a:lnTo>
                  <a:pt x="1562100" y="3676650"/>
                </a:lnTo>
                <a:lnTo>
                  <a:pt x="1562100" y="3667125"/>
                </a:lnTo>
                <a:lnTo>
                  <a:pt x="1590675" y="3667125"/>
                </a:lnTo>
                <a:lnTo>
                  <a:pt x="1590675" y="3657600"/>
                </a:lnTo>
                <a:lnTo>
                  <a:pt x="1609725" y="3657600"/>
                </a:lnTo>
                <a:lnTo>
                  <a:pt x="1609725" y="3648075"/>
                </a:lnTo>
                <a:lnTo>
                  <a:pt x="1628775" y="3648075"/>
                </a:lnTo>
                <a:lnTo>
                  <a:pt x="1628775" y="3638550"/>
                </a:lnTo>
                <a:lnTo>
                  <a:pt x="1638300" y="3638550"/>
                </a:lnTo>
                <a:lnTo>
                  <a:pt x="1638300" y="3629025"/>
                </a:lnTo>
                <a:lnTo>
                  <a:pt x="1657350" y="3629025"/>
                </a:lnTo>
                <a:lnTo>
                  <a:pt x="1657350" y="3619500"/>
                </a:lnTo>
                <a:lnTo>
                  <a:pt x="1666875" y="3619500"/>
                </a:lnTo>
                <a:lnTo>
                  <a:pt x="1666875" y="3609975"/>
                </a:lnTo>
                <a:lnTo>
                  <a:pt x="1676400" y="3609975"/>
                </a:lnTo>
                <a:lnTo>
                  <a:pt x="1676400" y="3600450"/>
                </a:lnTo>
                <a:lnTo>
                  <a:pt x="1685925" y="3600450"/>
                </a:lnTo>
                <a:lnTo>
                  <a:pt x="1685925" y="3581400"/>
                </a:lnTo>
                <a:lnTo>
                  <a:pt x="1695450" y="3581400"/>
                </a:lnTo>
                <a:lnTo>
                  <a:pt x="1695450" y="3571875"/>
                </a:lnTo>
                <a:lnTo>
                  <a:pt x="1704975" y="3571875"/>
                </a:lnTo>
                <a:lnTo>
                  <a:pt x="1704975" y="3552825"/>
                </a:lnTo>
                <a:lnTo>
                  <a:pt x="1714500" y="3552825"/>
                </a:lnTo>
                <a:lnTo>
                  <a:pt x="1714500" y="3533775"/>
                </a:lnTo>
                <a:lnTo>
                  <a:pt x="1724025" y="3533775"/>
                </a:lnTo>
                <a:lnTo>
                  <a:pt x="1724025" y="3505200"/>
                </a:lnTo>
                <a:lnTo>
                  <a:pt x="1733550" y="3505200"/>
                </a:lnTo>
                <a:lnTo>
                  <a:pt x="1733550" y="3467100"/>
                </a:lnTo>
                <a:lnTo>
                  <a:pt x="1743075" y="3467100"/>
                </a:lnTo>
                <a:lnTo>
                  <a:pt x="1743075" y="333375"/>
                </a:lnTo>
                <a:lnTo>
                  <a:pt x="1733550" y="333375"/>
                </a:lnTo>
                <a:lnTo>
                  <a:pt x="1733550" y="295275"/>
                </a:lnTo>
                <a:lnTo>
                  <a:pt x="1724025" y="295275"/>
                </a:lnTo>
                <a:lnTo>
                  <a:pt x="1724025" y="266700"/>
                </a:lnTo>
                <a:lnTo>
                  <a:pt x="1714500" y="266700"/>
                </a:lnTo>
                <a:lnTo>
                  <a:pt x="1714500" y="247650"/>
                </a:lnTo>
                <a:lnTo>
                  <a:pt x="1704975" y="247650"/>
                </a:lnTo>
                <a:lnTo>
                  <a:pt x="1704975" y="228600"/>
                </a:lnTo>
                <a:lnTo>
                  <a:pt x="1695450" y="228600"/>
                </a:lnTo>
                <a:lnTo>
                  <a:pt x="1695450" y="219075"/>
                </a:lnTo>
                <a:lnTo>
                  <a:pt x="1685925" y="219075"/>
                </a:lnTo>
                <a:lnTo>
                  <a:pt x="1685925" y="209550"/>
                </a:lnTo>
                <a:lnTo>
                  <a:pt x="1676400" y="209550"/>
                </a:lnTo>
                <a:lnTo>
                  <a:pt x="1676400" y="200025"/>
                </a:lnTo>
                <a:lnTo>
                  <a:pt x="1666875" y="200025"/>
                </a:lnTo>
                <a:lnTo>
                  <a:pt x="1666875" y="190500"/>
                </a:lnTo>
                <a:lnTo>
                  <a:pt x="1657350" y="190500"/>
                </a:lnTo>
                <a:lnTo>
                  <a:pt x="1657350" y="180975"/>
                </a:lnTo>
                <a:lnTo>
                  <a:pt x="1647825" y="180975"/>
                </a:lnTo>
                <a:lnTo>
                  <a:pt x="1647825" y="171450"/>
                </a:lnTo>
                <a:lnTo>
                  <a:pt x="1638300" y="171450"/>
                </a:lnTo>
                <a:lnTo>
                  <a:pt x="1638300" y="161925"/>
                </a:lnTo>
                <a:lnTo>
                  <a:pt x="1619250" y="161925"/>
                </a:lnTo>
                <a:lnTo>
                  <a:pt x="1619250" y="152400"/>
                </a:lnTo>
                <a:lnTo>
                  <a:pt x="1600200" y="152400"/>
                </a:lnTo>
                <a:lnTo>
                  <a:pt x="1600200" y="142875"/>
                </a:lnTo>
                <a:lnTo>
                  <a:pt x="1581150" y="142875"/>
                </a:lnTo>
                <a:lnTo>
                  <a:pt x="1581150" y="133350"/>
                </a:lnTo>
                <a:lnTo>
                  <a:pt x="1552575" y="133350"/>
                </a:lnTo>
                <a:lnTo>
                  <a:pt x="1552575" y="123825"/>
                </a:lnTo>
                <a:lnTo>
                  <a:pt x="1485900" y="123825"/>
                </a:lnTo>
                <a:lnTo>
                  <a:pt x="1485900" y="114300"/>
                </a:lnTo>
                <a:lnTo>
                  <a:pt x="371475" y="114300"/>
                </a:lnTo>
                <a:lnTo>
                  <a:pt x="371475" y="123825"/>
                </a:lnTo>
                <a:lnTo>
                  <a:pt x="304800" y="123825"/>
                </a:lnTo>
                <a:lnTo>
                  <a:pt x="304800" y="133350"/>
                </a:lnTo>
                <a:lnTo>
                  <a:pt x="276225" y="133350"/>
                </a:lnTo>
                <a:lnTo>
                  <a:pt x="276225" y="142875"/>
                </a:lnTo>
                <a:lnTo>
                  <a:pt x="257175" y="142875"/>
                </a:lnTo>
                <a:lnTo>
                  <a:pt x="257175" y="152400"/>
                </a:lnTo>
                <a:lnTo>
                  <a:pt x="238125" y="152400"/>
                </a:lnTo>
                <a:lnTo>
                  <a:pt x="238125" y="161925"/>
                </a:lnTo>
                <a:lnTo>
                  <a:pt x="219075" y="161925"/>
                </a:lnTo>
                <a:lnTo>
                  <a:pt x="219075" y="171450"/>
                </a:lnTo>
                <a:lnTo>
                  <a:pt x="209550" y="171450"/>
                </a:lnTo>
                <a:lnTo>
                  <a:pt x="209550" y="180975"/>
                </a:lnTo>
                <a:lnTo>
                  <a:pt x="200025" y="180975"/>
                </a:lnTo>
                <a:lnTo>
                  <a:pt x="200025" y="190500"/>
                </a:lnTo>
                <a:lnTo>
                  <a:pt x="190500" y="190500"/>
                </a:lnTo>
                <a:lnTo>
                  <a:pt x="190500" y="200025"/>
                </a:lnTo>
                <a:lnTo>
                  <a:pt x="180975" y="200025"/>
                </a:lnTo>
                <a:lnTo>
                  <a:pt x="180975" y="209550"/>
                </a:lnTo>
                <a:lnTo>
                  <a:pt x="171450" y="209550"/>
                </a:lnTo>
                <a:lnTo>
                  <a:pt x="171450" y="228600"/>
                </a:lnTo>
                <a:lnTo>
                  <a:pt x="161925" y="228600"/>
                </a:lnTo>
                <a:lnTo>
                  <a:pt x="161925" y="238125"/>
                </a:lnTo>
                <a:lnTo>
                  <a:pt x="152400" y="238125"/>
                </a:lnTo>
                <a:lnTo>
                  <a:pt x="152400" y="257175"/>
                </a:lnTo>
                <a:lnTo>
                  <a:pt x="142875" y="257175"/>
                </a:lnTo>
                <a:lnTo>
                  <a:pt x="142875" y="276225"/>
                </a:lnTo>
                <a:lnTo>
                  <a:pt x="133350" y="276225"/>
                </a:lnTo>
                <a:lnTo>
                  <a:pt x="133350" y="304800"/>
                </a:lnTo>
                <a:lnTo>
                  <a:pt x="123825" y="304800"/>
                </a:lnTo>
                <a:lnTo>
                  <a:pt x="123825" y="361950"/>
                </a:lnTo>
                <a:lnTo>
                  <a:pt x="114300" y="361950"/>
                </a:lnTo>
                <a:close/>
              </a:path>
            </a:pathLst>
          </a:custGeom>
          <a:solidFill xmlns:a="http://schemas.openxmlformats.org/drawingml/2006/main">
            <a:srgbClr val="020302"/>
          </a:solidFill>
          <a:ln xmlns:a="http://schemas.openxmlformats.org/drawingml/2006/main" w="0">
            <a:noFill/>
          </a:ln>
        </p:spPr>
      </p:sp>
      <p:sp>
        <p:nvSpPr>
          <p:cNvPr id="59" name="">
            <a:extLst xmlns:a="http://schemas.openxmlformats.org/drawingml/2006/main">
              <a:ext uri="{FF2B5EF4-FFF2-40B4-BE49-F238E27FC236}">
                <a16:creationId xmlns:a16="http://schemas.microsoft.com/office/drawing/2014/main" id="{38019671-005E-464B-BCC4-F63E995457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705225" y="2009775"/>
            <a:ext cx="5695950" cy="2952750"/>
          </a:xfrm>
          <a:prstGeom xmlns:a="http://schemas.openxmlformats.org/drawingml/2006/main" prst="roundRect">
            <a:avLst>
              <a:gd name="adj" fmla="val 7097"/>
            </a:avLst>
          </a:prstGeom>
          <a:solidFill xmlns:a="http://schemas.openxmlformats.org/drawingml/2006/main">
            <a:srgbClr val="1B1B18"/>
          </a:solidFill>
          <a:ln xmlns:a="http://schemas.openxmlformats.org/drawingml/2006/main" w="38100">
            <a:solidFill>
              <a:srgbClr val="777870"/>
            </a:solidFill>
          </a:ln>
        </p:spPr>
        <p:style>
          <a:lnRef xmlns:a="http://schemas.openxmlformats.org/drawingml/2006/main" idx="0"/>
          <a:fillRef xmlns:a="http://schemas.openxmlformats.org/drawingml/2006/main" idx="0"/>
          <a:effectRef xmlns:a="http://schemas.openxmlformats.org/drawingml/2006/main" idx="7"/>
          <a:fontRef xmlns:a="http://schemas.openxmlformats.org/drawingml/2006/main" idx="major"/>
        </p:style>
      </p:sp>
      <p:sp>
        <p:nvSpPr>
          <p:cNvPr id="60" name="">
            <a:extLst xmlns:a="http://schemas.openxmlformats.org/drawingml/2006/main">
              <a:ext uri="{FF2B5EF4-FFF2-40B4-BE49-F238E27FC236}">
                <a16:creationId xmlns:a16="http://schemas.microsoft.com/office/drawing/2014/main" id="{7297C079-5F19-43F2-B461-100DEB3617A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829050" y="2124075"/>
            <a:ext cx="5448300" cy="2705100"/>
          </a:xfrm>
          <a:prstGeom xmlns:a="http://schemas.openxmlformats.org/drawingml/2006/main" prst="roundRect">
            <a:avLst>
              <a:gd name="adj" fmla="val 7746"/>
            </a:avLst>
          </a:prstGeom>
          <a:solidFill xmlns:a="http://schemas.openxmlformats.org/drawingml/2006/main">
            <a:srgbClr val="F5F2E8"/>
          </a:solidFill>
          <a:ln xmlns:a="http://schemas.openxmlformats.org/drawingml/2006/main" w="0">
            <a:noFill/>
          </a:ln>
        </p:spPr>
      </p:sp>
      <p:sp>
        <p:nvSpPr>
          <p:cNvPr id="61" name="">
            <a:extLst xmlns:a="http://schemas.openxmlformats.org/drawingml/2006/main">
              <a:ext uri="{FF2B5EF4-FFF2-40B4-BE49-F238E27FC236}">
                <a16:creationId xmlns:a16="http://schemas.microsoft.com/office/drawing/2014/main" id="{6EDE74A1-5F1C-462D-83E3-7DD494211EA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914775" y="3095625"/>
            <a:ext cx="238125" cy="781050"/>
          </a:xfrm>
          <a:prstGeom xmlns:a="http://schemas.openxmlformats.org/drawingml/2006/main" prst="roundRect">
            <a:avLst>
              <a:gd name="adj" fmla="val 50000"/>
            </a:avLst>
          </a:prstGeom>
          <a:solidFill xmlns:a="http://schemas.openxmlformats.org/drawingml/2006/main">
            <a:srgbClr val="000000"/>
          </a:solidFill>
          <a:ln xmlns:a="http://schemas.openxmlformats.org/drawingml/2006/main" w="0">
            <a:noFill/>
          </a:ln>
        </p:spPr>
      </p:sp>
      <p:sp>
        <p:nvSpPr>
          <p:cNvPr id="62" name="">
            <a:extLst xmlns:a="http://schemas.openxmlformats.org/drawingml/2006/main">
              <a:ext uri="{FF2B5EF4-FFF2-40B4-BE49-F238E27FC236}">
                <a16:creationId xmlns:a16="http://schemas.microsoft.com/office/drawing/2014/main" id="{7ABCF6ED-43AB-4D5E-9820-90B49D0CA0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629275" y="1971675"/>
            <a:ext cx="609600" cy="38100"/>
          </a:xfrm>
          <a:prstGeom xmlns:a="http://schemas.openxmlformats.org/drawingml/2006/main" prst="rect">
            <a:avLst/>
          </a:prstGeom>
          <a:solidFill xmlns:a="http://schemas.openxmlformats.org/drawingml/2006/main">
            <a:srgbClr val="686A63"/>
          </a:solidFill>
          <a:ln xmlns:a="http://schemas.openxmlformats.org/drawingml/2006/main" w="0">
            <a:noFill/>
          </a:ln>
        </p:spPr>
      </p:sp>
      <p:sp>
        <p:nvSpPr>
          <p:cNvPr id="63" name="">
            <a:extLst xmlns:a="http://schemas.openxmlformats.org/drawingml/2006/main">
              <a:ext uri="{FF2B5EF4-FFF2-40B4-BE49-F238E27FC236}">
                <a16:creationId xmlns:a16="http://schemas.microsoft.com/office/drawing/2014/main" id="{D50308F7-DFC1-43B3-B01C-2F2DD924AD0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04850" y="6181725"/>
            <a:ext cx="2571750" cy="40005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ctr">
              <a:defRPr sz="2025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defPPr>
            <a:lvl1pPr algn="ctr">
              <a:defRPr sz="2025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lvl1pPr>
            <a:lvl2pPr algn="ctr">
              <a:defRPr sz="2025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lvl2pPr>
            <a:lvl3pPr algn="ctr">
              <a:defRPr sz="2025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lvl3pPr>
            <a:lvl4pPr algn="ctr">
              <a:defRPr sz="2025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lvl4pPr>
            <a:lvl5pPr algn="ctr">
              <a:defRPr sz="2025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lvl5pPr>
            <a:lvl6pPr algn="ctr">
              <a:defRPr sz="2025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lvl6pPr>
            <a:lvl7pPr algn="ctr">
              <a:defRPr sz="2025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lvl7pPr>
            <a:lvl8pPr algn="ctr">
              <a:defRPr sz="2025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lvl8pPr>
            <a:lvl9pPr algn="ctr">
              <a:defRPr sz="2025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ctr">
              <a:lnSpc>
                <a:spcPct val="105000"/>
              </a:lnSpc>
              <a:buNone/>
              <a:defRPr sz="2025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pPr>
            <a:r>
              <a:rPr sz="2025" b="1">
                <a:solidFill>
                  <a:srgbClr val="1D4333"/>
                </a:solidFill>
                <a:latin typeface="Arial"/>
                <a:ea typeface="Arial"/>
                <a:cs typeface="Arial"/>
              </a:rPr>
              <a:t>Resumen Operativo:</a:t>
            </a:r>
          </a:p>
        </p:txBody>
      </p:sp>
      <p:sp>
        <p:nvSpPr>
          <p:cNvPr id="64" name="">
            <a:extLst xmlns:a="http://schemas.openxmlformats.org/drawingml/2006/main">
              <a:ext uri="{FF2B5EF4-FFF2-40B4-BE49-F238E27FC236}">
                <a16:creationId xmlns:a16="http://schemas.microsoft.com/office/drawing/2014/main" id="{71D13049-258C-4361-A946-148E615489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04850" y="6496050"/>
            <a:ext cx="2571750" cy="40005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ctr">
              <a:defRPr sz="195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defPPr>
            <a:lvl1pPr algn="ctr">
              <a:defRPr sz="195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1pPr>
            <a:lvl2pPr algn="ctr">
              <a:defRPr sz="195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2pPr>
            <a:lvl3pPr algn="ctr">
              <a:defRPr sz="195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3pPr>
            <a:lvl4pPr algn="ctr">
              <a:defRPr sz="195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4pPr>
            <a:lvl5pPr algn="ctr">
              <a:defRPr sz="195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5pPr>
            <a:lvl6pPr algn="ctr">
              <a:defRPr sz="195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6pPr>
            <a:lvl7pPr algn="ctr">
              <a:defRPr sz="195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7pPr>
            <a:lvl8pPr algn="ctr">
              <a:defRPr sz="195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8pPr>
            <a:lvl9pPr algn="ctr">
              <a:defRPr sz="195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ctr">
              <a:lnSpc>
                <a:spcPct val="105000"/>
              </a:lnSpc>
              <a:buNone/>
              <a:defRPr sz="195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pPr>
            <a:r>
              <a:rPr sz="1950" b="0">
                <a:solidFill>
                  <a:srgbClr val="1D4333"/>
                </a:solidFill>
                <a:latin typeface="Arial"/>
                <a:ea typeface="Arial"/>
                <a:cs typeface="Arial"/>
              </a:rPr>
              <a:t>Impacto en tiempo real.</a:t>
            </a:r>
          </a:p>
        </p:txBody>
      </p:sp>
      <p:sp>
        <p:nvSpPr>
          <p:cNvPr id="65" name="">
            <a:extLst xmlns:a="http://schemas.openxmlformats.org/drawingml/2006/main">
              <a:ext uri="{FF2B5EF4-FFF2-40B4-BE49-F238E27FC236}">
                <a16:creationId xmlns:a16="http://schemas.microsoft.com/office/drawing/2014/main" id="{346D993C-4507-4DB4-829F-21C446B05F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467225" y="5381625"/>
            <a:ext cx="4267200" cy="125730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ctr">
              <a:defRPr sz="2025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defPPr>
            <a:lvl1pPr algn="ctr">
              <a:defRPr sz="2025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1pPr>
            <a:lvl2pPr algn="ctr">
              <a:defRPr sz="2025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2pPr>
            <a:lvl3pPr algn="ctr">
              <a:defRPr sz="2025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3pPr>
            <a:lvl4pPr algn="ctr">
              <a:defRPr sz="2025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4pPr>
            <a:lvl5pPr algn="ctr">
              <a:defRPr sz="2025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5pPr>
            <a:lvl6pPr algn="ctr">
              <a:defRPr sz="2025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6pPr>
            <a:lvl7pPr algn="ctr">
              <a:defRPr sz="2025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7pPr>
            <a:lvl8pPr algn="ctr">
              <a:defRPr sz="2025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8pPr>
            <a:lvl9pPr algn="ctr">
              <a:defRPr sz="2025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ctr">
              <a:lnSpc>
                <a:spcPct val="105000"/>
              </a:lnSpc>
              <a:buNone/>
              <a:defRPr sz="2025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pPr>
            <a:r>
              <a:rPr sz="2025" b="0">
                <a:solidFill>
                  <a:srgbClr val="1D4333"/>
                </a:solidFill>
                <a:latin typeface="Arial"/>
                <a:ea typeface="Arial"/>
                <a:cs typeface="Arial"/>
              </a:rPr>
              <a:t>Flujo de la Demo: Ingreso de</a:t>
            </a:r>
          </a:p>
          <a:p xmlns:a="http://schemas.openxmlformats.org/drawingml/2006/main">
            <a:pPr algn="ctr">
              <a:lnSpc>
                <a:spcPct val="105000"/>
              </a:lnSpc>
              <a:buNone/>
              <a:defRPr sz="2025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pPr>
            <a:r>
              <a:rPr sz="2025" b="0">
                <a:solidFill>
                  <a:srgbClr val="1D4333"/>
                </a:solidFill>
                <a:latin typeface="Arial"/>
                <a:ea typeface="Arial"/>
                <a:cs typeface="Arial"/>
              </a:rPr>
              <a:t>mercadería → Registro de venta →</a:t>
            </a:r>
          </a:p>
          <a:p xmlns:a="http://schemas.openxmlformats.org/drawingml/2006/main">
            <a:pPr algn="ctr">
              <a:lnSpc>
                <a:spcPct val="105000"/>
              </a:lnSpc>
              <a:buNone/>
              <a:defRPr sz="2025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pPr>
            <a:r>
              <a:rPr sz="2025" b="0">
                <a:solidFill>
                  <a:srgbClr val="1D4333"/>
                </a:solidFill>
                <a:latin typeface="Arial"/>
                <a:ea typeface="Arial"/>
                <a:cs typeface="Arial"/>
              </a:rPr>
              <a:t>Actualización automática de</a:t>
            </a:r>
          </a:p>
          <a:p xmlns:a="http://schemas.openxmlformats.org/drawingml/2006/main">
            <a:pPr algn="ctr">
              <a:lnSpc>
                <a:spcPct val="105000"/>
              </a:lnSpc>
              <a:buNone/>
              <a:defRPr sz="2025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pPr>
            <a:r>
              <a:rPr sz="2025" b="0">
                <a:solidFill>
                  <a:srgbClr val="1D4333"/>
                </a:solidFill>
                <a:latin typeface="Arial"/>
                <a:ea typeface="Arial"/>
                <a:cs typeface="Arial"/>
              </a:rPr>
              <a:t>existencias.</a:t>
            </a:r>
          </a:p>
        </p:txBody>
      </p:sp>
      <p:sp>
        <p:nvSpPr>
          <p:cNvPr id="66" name="">
            <a:extLst xmlns:a="http://schemas.openxmlformats.org/drawingml/2006/main">
              <a:ext uri="{FF2B5EF4-FFF2-40B4-BE49-F238E27FC236}">
                <a16:creationId xmlns:a16="http://schemas.microsoft.com/office/drawing/2014/main" id="{F315C02F-C169-4488-9FE5-79A76CD526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725025" y="6181725"/>
            <a:ext cx="2762250" cy="76200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ctr">
              <a:defRPr sz="195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defPPr>
            <a:lvl1pPr algn="ctr">
              <a:defRPr sz="195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1pPr>
            <a:lvl2pPr algn="ctr">
              <a:defRPr sz="195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2pPr>
            <a:lvl3pPr algn="ctr">
              <a:defRPr sz="195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3pPr>
            <a:lvl4pPr algn="ctr">
              <a:defRPr sz="195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4pPr>
            <a:lvl5pPr algn="ctr">
              <a:defRPr sz="195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5pPr>
            <a:lvl6pPr algn="ctr">
              <a:defRPr sz="195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6pPr>
            <a:lvl7pPr algn="ctr">
              <a:defRPr sz="195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7pPr>
            <a:lvl8pPr algn="ctr">
              <a:defRPr sz="195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8pPr>
            <a:lvl9pPr algn="ctr">
              <a:defRPr sz="195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ctr">
              <a:lnSpc>
                <a:spcPct val="105000"/>
              </a:lnSpc>
              <a:buNone/>
              <a:defRPr sz="195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pPr>
            <a:r>
              <a:rPr sz="1950" b="0">
                <a:solidFill>
                  <a:srgbClr val="1D4333"/>
                </a:solidFill>
                <a:latin typeface="Arial"/>
                <a:ea typeface="Arial"/>
                <a:cs typeface="Arial"/>
              </a:rPr>
              <a:t>Análisis: Rentabilidad y</a:t>
            </a:r>
          </a:p>
          <a:p xmlns:a="http://schemas.openxmlformats.org/drawingml/2006/main">
            <a:pPr algn="ctr">
              <a:lnSpc>
                <a:spcPct val="105000"/>
              </a:lnSpc>
              <a:buNone/>
              <a:defRPr sz="195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pPr>
            <a:r>
              <a:rPr sz="1950" b="0">
                <a:solidFill>
                  <a:srgbClr val="1D4333"/>
                </a:solidFill>
                <a:latin typeface="Arial"/>
                <a:ea typeface="Arial"/>
                <a:cs typeface="Arial"/>
              </a:rPr>
              <a:t>composición de ingresos</a:t>
            </a:r>
          </a:p>
        </p:txBody>
      </p:sp>
    </p:spTree>
    <p:extLst>
      <p:ext uri="{BB962C8B-B14F-4D97-AF65-F5344CB8AC3E}">
        <p14:creationId xmlns:p14="http://schemas.microsoft.com/office/powerpoint/2010/main" val="1188476385"/>
      </p:ext>
    </p:extLst>
  </p:cSld>
</p:sld>
</file>

<file path=ppt/slides/slide6.xml><?xml version="1.0" encoding="utf-8"?>
<p:sld xmlns:p="http://schemas.openxmlformats.org/presentationml/2006/main">
  <p:cSld>
    <p:bg>
      <p:bgPr>
        <a:solidFill xmlns:a="http://schemas.openxmlformats.org/drawingml/2006/main">
          <a:srgbClr val="F5F2E8"/>
        </a:solidFill>
      </p:bgPr>
    </p:bg>
    <p:spTree>
      <p:nvGrpSpPr>
        <p:cNvPr id="1" name=""/>
        <p:cNvGrpSpPr/>
        <p:nvPr/>
      </p:nvGrpSpPr>
      <p:grpSpPr>
        <a:xfrm xmlns:a="http://schemas.openxmlformats.org/drawingml/2006/main"/>
      </p:grpSpPr>
      <p:sp>
        <p:nvSpPr>
          <p:cNvPr id="152" name="">
            <a:extLst xmlns:a="http://schemas.openxmlformats.org/drawingml/2006/main">
              <a:ext uri="{FF2B5EF4-FFF2-40B4-BE49-F238E27FC236}">
                <a16:creationId xmlns:a16="http://schemas.microsoft.com/office/drawing/2014/main" id="{C220C337-5F4B-4D27-9F14-BEC433F9F6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077700" y="7153275"/>
            <a:ext cx="990600" cy="17145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l">
              <a:defRPr sz="750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defPPr>
            <a:lvl1pPr algn="l">
              <a:defRPr sz="750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1pPr>
            <a:lvl2pPr algn="l">
              <a:defRPr sz="750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2pPr>
            <a:lvl3pPr algn="l">
              <a:defRPr sz="750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3pPr>
            <a:lvl4pPr algn="l">
              <a:defRPr sz="750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4pPr>
            <a:lvl5pPr algn="l">
              <a:defRPr sz="750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5pPr>
            <a:lvl6pPr algn="l">
              <a:defRPr sz="750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6pPr>
            <a:lvl7pPr algn="l">
              <a:defRPr sz="750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7pPr>
            <a:lvl8pPr algn="l">
              <a:defRPr sz="750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8pPr>
            <a:lvl9pPr algn="l">
              <a:defRPr sz="750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l">
              <a:lnSpc>
                <a:spcPct val="105000"/>
              </a:lnSpc>
              <a:buNone/>
              <a:defRPr sz="750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pPr>
            <a:r>
              <a:rPr sz="750" b="1">
                <a:solidFill>
                  <a:srgbClr val="111111"/>
                </a:solidFill>
                <a:latin typeface="Arial"/>
                <a:ea typeface="Arial"/>
                <a:cs typeface="Arial"/>
              </a:rPr>
              <a:t>Gemini Notebook</a:t>
            </a:r>
          </a:p>
        </p:txBody>
      </p:sp>
      <p:sp>
        <p:nvSpPr>
          <p:cNvPr id="2" name="">
            <a:extLst xmlns:a="http://schemas.openxmlformats.org/drawingml/2006/main">
              <a:ext uri="{FF2B5EF4-FFF2-40B4-BE49-F238E27FC236}">
                <a16:creationId xmlns:a16="http://schemas.microsoft.com/office/drawing/2014/main" id="{D4DD74F9-EBEE-4060-8738-10890A5CB6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0" y="0"/>
            <a:ext cx="0" cy="7372350"/>
          </a:xfrm>
          <a:prstGeom xmlns:a="http://schemas.openxmlformats.org/drawingml/2006/main" prst="line">
            <a:avLst/>
          </a:prstGeom>
          <a:noFill xmlns:a="http://schemas.openxmlformats.org/drawingml/2006/main"/>
          <a:ln xmlns:a="http://schemas.openxmlformats.org/drawingml/2006/main" w="7620">
            <a:solidFill>
              <a:srgbClr val="DDD9CD"/>
            </a:solidFill>
          </a:ln>
        </p:spPr>
      </p:sp>
      <p:sp>
        <p:nvSpPr>
          <p:cNvPr id="3" name="">
            <a:extLst xmlns:a="http://schemas.openxmlformats.org/drawingml/2006/main">
              <a:ext uri="{FF2B5EF4-FFF2-40B4-BE49-F238E27FC236}">
                <a16:creationId xmlns:a16="http://schemas.microsoft.com/office/drawing/2014/main" id="{7BC0D15B-E7DB-4E91-A075-31D6BAF0EC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95375" y="0"/>
            <a:ext cx="0" cy="7372350"/>
          </a:xfrm>
          <a:prstGeom xmlns:a="http://schemas.openxmlformats.org/drawingml/2006/main" prst="line">
            <a:avLst/>
          </a:prstGeom>
          <a:noFill xmlns:a="http://schemas.openxmlformats.org/drawingml/2006/main"/>
          <a:ln xmlns:a="http://schemas.openxmlformats.org/drawingml/2006/main" w="7620">
            <a:solidFill>
              <a:srgbClr val="DDD9CD"/>
            </a:solidFill>
          </a:ln>
        </p:spPr>
      </p:sp>
      <p:sp>
        <p:nvSpPr>
          <p:cNvPr id="4" name="">
            <a:extLst xmlns:a="http://schemas.openxmlformats.org/drawingml/2006/main">
              <a:ext uri="{FF2B5EF4-FFF2-40B4-BE49-F238E27FC236}">
                <a16:creationId xmlns:a16="http://schemas.microsoft.com/office/drawing/2014/main" id="{3EFFA9C0-36C8-4B11-AF60-24124F3B1BF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190750" y="0"/>
            <a:ext cx="0" cy="7372350"/>
          </a:xfrm>
          <a:prstGeom xmlns:a="http://schemas.openxmlformats.org/drawingml/2006/main" prst="line">
            <a:avLst/>
          </a:prstGeom>
          <a:noFill xmlns:a="http://schemas.openxmlformats.org/drawingml/2006/main"/>
          <a:ln xmlns:a="http://schemas.openxmlformats.org/drawingml/2006/main" w="7620">
            <a:solidFill>
              <a:srgbClr val="DDD9CD"/>
            </a:solidFill>
          </a:ln>
        </p:spPr>
      </p:sp>
      <p:sp>
        <p:nvSpPr>
          <p:cNvPr id="5" name="">
            <a:extLst xmlns:a="http://schemas.openxmlformats.org/drawingml/2006/main">
              <a:ext uri="{FF2B5EF4-FFF2-40B4-BE49-F238E27FC236}">
                <a16:creationId xmlns:a16="http://schemas.microsoft.com/office/drawing/2014/main" id="{55031CB6-138B-48DF-923C-AF307C32D1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286125" y="0"/>
            <a:ext cx="0" cy="7372350"/>
          </a:xfrm>
          <a:prstGeom xmlns:a="http://schemas.openxmlformats.org/drawingml/2006/main" prst="line">
            <a:avLst/>
          </a:prstGeom>
          <a:noFill xmlns:a="http://schemas.openxmlformats.org/drawingml/2006/main"/>
          <a:ln xmlns:a="http://schemas.openxmlformats.org/drawingml/2006/main" w="7620">
            <a:solidFill>
              <a:srgbClr val="DDD9CD"/>
            </a:solidFill>
          </a:ln>
        </p:spPr>
      </p:sp>
      <p:sp>
        <p:nvSpPr>
          <p:cNvPr id="6" name="">
            <a:extLst xmlns:a="http://schemas.openxmlformats.org/drawingml/2006/main">
              <a:ext uri="{FF2B5EF4-FFF2-40B4-BE49-F238E27FC236}">
                <a16:creationId xmlns:a16="http://schemas.microsoft.com/office/drawing/2014/main" id="{A2D96C04-3871-40D4-97C5-C5A90E98723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381500" y="0"/>
            <a:ext cx="0" cy="7372350"/>
          </a:xfrm>
          <a:prstGeom xmlns:a="http://schemas.openxmlformats.org/drawingml/2006/main" prst="line">
            <a:avLst/>
          </a:prstGeom>
          <a:noFill xmlns:a="http://schemas.openxmlformats.org/drawingml/2006/main"/>
          <a:ln xmlns:a="http://schemas.openxmlformats.org/drawingml/2006/main" w="7620">
            <a:solidFill>
              <a:srgbClr val="DDD9CD"/>
            </a:solidFill>
          </a:ln>
        </p:spPr>
      </p:sp>
      <p:sp>
        <p:nvSpPr>
          <p:cNvPr id="7" name="">
            <a:extLst xmlns:a="http://schemas.openxmlformats.org/drawingml/2006/main">
              <a:ext uri="{FF2B5EF4-FFF2-40B4-BE49-F238E27FC236}">
                <a16:creationId xmlns:a16="http://schemas.microsoft.com/office/drawing/2014/main" id="{48F65F8E-4A6D-4B95-AA84-23A066470B5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476875" y="0"/>
            <a:ext cx="0" cy="7372350"/>
          </a:xfrm>
          <a:prstGeom xmlns:a="http://schemas.openxmlformats.org/drawingml/2006/main" prst="line">
            <a:avLst/>
          </a:prstGeom>
          <a:noFill xmlns:a="http://schemas.openxmlformats.org/drawingml/2006/main"/>
          <a:ln xmlns:a="http://schemas.openxmlformats.org/drawingml/2006/main" w="7620">
            <a:solidFill>
              <a:srgbClr val="DDD9CD"/>
            </a:solidFill>
          </a:ln>
        </p:spPr>
      </p:sp>
      <p:sp>
        <p:nvSpPr>
          <p:cNvPr id="8" name="">
            <a:extLst xmlns:a="http://schemas.openxmlformats.org/drawingml/2006/main">
              <a:ext uri="{FF2B5EF4-FFF2-40B4-BE49-F238E27FC236}">
                <a16:creationId xmlns:a16="http://schemas.microsoft.com/office/drawing/2014/main" id="{34B99680-5816-4FF4-98E2-C8F26C5FB9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572250" y="0"/>
            <a:ext cx="0" cy="7372350"/>
          </a:xfrm>
          <a:prstGeom xmlns:a="http://schemas.openxmlformats.org/drawingml/2006/main" prst="line">
            <a:avLst/>
          </a:prstGeom>
          <a:noFill xmlns:a="http://schemas.openxmlformats.org/drawingml/2006/main"/>
          <a:ln xmlns:a="http://schemas.openxmlformats.org/drawingml/2006/main" w="7620">
            <a:solidFill>
              <a:srgbClr val="DDD9CD"/>
            </a:solidFill>
          </a:ln>
        </p:spPr>
      </p:sp>
      <p:sp>
        <p:nvSpPr>
          <p:cNvPr id="9" name="">
            <a:extLst xmlns:a="http://schemas.openxmlformats.org/drawingml/2006/main">
              <a:ext uri="{FF2B5EF4-FFF2-40B4-BE49-F238E27FC236}">
                <a16:creationId xmlns:a16="http://schemas.microsoft.com/office/drawing/2014/main" id="{E6486545-EFA1-4AC7-A20C-6CE1503B53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667625" y="0"/>
            <a:ext cx="0" cy="7372350"/>
          </a:xfrm>
          <a:prstGeom xmlns:a="http://schemas.openxmlformats.org/drawingml/2006/main" prst="line">
            <a:avLst/>
          </a:prstGeom>
          <a:noFill xmlns:a="http://schemas.openxmlformats.org/drawingml/2006/main"/>
          <a:ln xmlns:a="http://schemas.openxmlformats.org/drawingml/2006/main" w="7620">
            <a:solidFill>
              <a:srgbClr val="DDD9CD"/>
            </a:solidFill>
          </a:ln>
        </p:spPr>
      </p:sp>
      <p:sp>
        <p:nvSpPr>
          <p:cNvPr id="10" name="">
            <a:extLst xmlns:a="http://schemas.openxmlformats.org/drawingml/2006/main">
              <a:ext uri="{FF2B5EF4-FFF2-40B4-BE49-F238E27FC236}">
                <a16:creationId xmlns:a16="http://schemas.microsoft.com/office/drawing/2014/main" id="{23E73F9B-DEAF-4976-A63A-4FBBFE688E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763000" y="0"/>
            <a:ext cx="0" cy="7372350"/>
          </a:xfrm>
          <a:prstGeom xmlns:a="http://schemas.openxmlformats.org/drawingml/2006/main" prst="line">
            <a:avLst/>
          </a:prstGeom>
          <a:noFill xmlns:a="http://schemas.openxmlformats.org/drawingml/2006/main"/>
          <a:ln xmlns:a="http://schemas.openxmlformats.org/drawingml/2006/main" w="7620">
            <a:solidFill>
              <a:srgbClr val="DDD9CD"/>
            </a:solidFill>
          </a:ln>
        </p:spPr>
      </p:sp>
      <p:sp>
        <p:nvSpPr>
          <p:cNvPr id="11" name="">
            <a:extLst xmlns:a="http://schemas.openxmlformats.org/drawingml/2006/main">
              <a:ext uri="{FF2B5EF4-FFF2-40B4-BE49-F238E27FC236}">
                <a16:creationId xmlns:a16="http://schemas.microsoft.com/office/drawing/2014/main" id="{5C991353-D9E0-475E-8BD9-0D6C817DC5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858375" y="0"/>
            <a:ext cx="0" cy="7372350"/>
          </a:xfrm>
          <a:prstGeom xmlns:a="http://schemas.openxmlformats.org/drawingml/2006/main" prst="line">
            <a:avLst/>
          </a:prstGeom>
          <a:noFill xmlns:a="http://schemas.openxmlformats.org/drawingml/2006/main"/>
          <a:ln xmlns:a="http://schemas.openxmlformats.org/drawingml/2006/main" w="7620">
            <a:solidFill>
              <a:srgbClr val="DDD9CD"/>
            </a:solidFill>
          </a:ln>
        </p:spPr>
      </p:sp>
      <p:sp>
        <p:nvSpPr>
          <p:cNvPr id="12" name="">
            <a:extLst xmlns:a="http://schemas.openxmlformats.org/drawingml/2006/main">
              <a:ext uri="{FF2B5EF4-FFF2-40B4-BE49-F238E27FC236}">
                <a16:creationId xmlns:a16="http://schemas.microsoft.com/office/drawing/2014/main" id="{9D3F07D1-B149-435B-B518-D981606ACD7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953750" y="0"/>
            <a:ext cx="0" cy="7372350"/>
          </a:xfrm>
          <a:prstGeom xmlns:a="http://schemas.openxmlformats.org/drawingml/2006/main" prst="line">
            <a:avLst/>
          </a:prstGeom>
          <a:noFill xmlns:a="http://schemas.openxmlformats.org/drawingml/2006/main"/>
          <a:ln xmlns:a="http://schemas.openxmlformats.org/drawingml/2006/main" w="7620">
            <a:solidFill>
              <a:srgbClr val="DDD9CD"/>
            </a:solidFill>
          </a:ln>
        </p:spPr>
      </p:sp>
      <p:sp>
        <p:nvSpPr>
          <p:cNvPr id="13" name="">
            <a:extLst xmlns:a="http://schemas.openxmlformats.org/drawingml/2006/main">
              <a:ext uri="{FF2B5EF4-FFF2-40B4-BE49-F238E27FC236}">
                <a16:creationId xmlns:a16="http://schemas.microsoft.com/office/drawing/2014/main" id="{96151510-EEA3-4B1C-81F8-FB0B4E8905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049125" y="0"/>
            <a:ext cx="0" cy="7372350"/>
          </a:xfrm>
          <a:prstGeom xmlns:a="http://schemas.openxmlformats.org/drawingml/2006/main" prst="line">
            <a:avLst/>
          </a:prstGeom>
          <a:noFill xmlns:a="http://schemas.openxmlformats.org/drawingml/2006/main"/>
          <a:ln xmlns:a="http://schemas.openxmlformats.org/drawingml/2006/main" w="7620">
            <a:solidFill>
              <a:srgbClr val="DDD9CD"/>
            </a:solidFill>
          </a:ln>
        </p:spPr>
      </p:sp>
      <p:sp>
        <p:nvSpPr>
          <p:cNvPr id="14" name="">
            <a:extLst xmlns:a="http://schemas.openxmlformats.org/drawingml/2006/main">
              <a:ext uri="{FF2B5EF4-FFF2-40B4-BE49-F238E27FC236}">
                <a16:creationId xmlns:a16="http://schemas.microsoft.com/office/drawing/2014/main" id="{7C3A9013-FBBE-4CA6-BADA-F3CA777E52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0" y="714375"/>
            <a:ext cx="13106400" cy="0"/>
          </a:xfrm>
          <a:prstGeom xmlns:a="http://schemas.openxmlformats.org/drawingml/2006/main" prst="line">
            <a:avLst/>
          </a:prstGeom>
          <a:noFill xmlns:a="http://schemas.openxmlformats.org/drawingml/2006/main"/>
          <a:ln xmlns:a="http://schemas.openxmlformats.org/drawingml/2006/main" w="7620">
            <a:solidFill>
              <a:srgbClr val="DDD9CD"/>
            </a:solidFill>
          </a:ln>
        </p:spPr>
      </p:sp>
      <p:sp>
        <p:nvSpPr>
          <p:cNvPr id="15" name="">
            <a:extLst xmlns:a="http://schemas.openxmlformats.org/drawingml/2006/main">
              <a:ext uri="{FF2B5EF4-FFF2-40B4-BE49-F238E27FC236}">
                <a16:creationId xmlns:a16="http://schemas.microsoft.com/office/drawing/2014/main" id="{8A38569A-1D65-4F3B-9156-99C30FB5F5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0" y="1276350"/>
            <a:ext cx="13106400" cy="0"/>
          </a:xfrm>
          <a:prstGeom xmlns:a="http://schemas.openxmlformats.org/drawingml/2006/main" prst="line">
            <a:avLst/>
          </a:prstGeom>
          <a:noFill xmlns:a="http://schemas.openxmlformats.org/drawingml/2006/main"/>
          <a:ln xmlns:a="http://schemas.openxmlformats.org/drawingml/2006/main" w="7620">
            <a:solidFill>
              <a:srgbClr val="DDD9CD"/>
            </a:solidFill>
          </a:ln>
        </p:spPr>
      </p:sp>
      <p:sp>
        <p:nvSpPr>
          <p:cNvPr id="16" name="">
            <a:extLst xmlns:a="http://schemas.openxmlformats.org/drawingml/2006/main">
              <a:ext uri="{FF2B5EF4-FFF2-40B4-BE49-F238E27FC236}">
                <a16:creationId xmlns:a16="http://schemas.microsoft.com/office/drawing/2014/main" id="{E37BCCB0-F11D-4491-94CE-59A13E96CF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0" y="1838325"/>
            <a:ext cx="13106400" cy="0"/>
          </a:xfrm>
          <a:prstGeom xmlns:a="http://schemas.openxmlformats.org/drawingml/2006/main" prst="line">
            <a:avLst/>
          </a:prstGeom>
          <a:noFill xmlns:a="http://schemas.openxmlformats.org/drawingml/2006/main"/>
          <a:ln xmlns:a="http://schemas.openxmlformats.org/drawingml/2006/main" w="7620">
            <a:solidFill>
              <a:srgbClr val="DDD9CD"/>
            </a:solidFill>
          </a:ln>
        </p:spPr>
      </p:sp>
      <p:sp>
        <p:nvSpPr>
          <p:cNvPr id="17" name="">
            <a:extLst xmlns:a="http://schemas.openxmlformats.org/drawingml/2006/main">
              <a:ext uri="{FF2B5EF4-FFF2-40B4-BE49-F238E27FC236}">
                <a16:creationId xmlns:a16="http://schemas.microsoft.com/office/drawing/2014/main" id="{1551433C-3F43-48A5-A3C2-50A87C204F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0" y="2400300"/>
            <a:ext cx="13106400" cy="0"/>
          </a:xfrm>
          <a:prstGeom xmlns:a="http://schemas.openxmlformats.org/drawingml/2006/main" prst="line">
            <a:avLst/>
          </a:prstGeom>
          <a:noFill xmlns:a="http://schemas.openxmlformats.org/drawingml/2006/main"/>
          <a:ln xmlns:a="http://schemas.openxmlformats.org/drawingml/2006/main" w="7620">
            <a:solidFill>
              <a:srgbClr val="DDD9CD"/>
            </a:solidFill>
          </a:ln>
        </p:spPr>
      </p:sp>
      <p:sp>
        <p:nvSpPr>
          <p:cNvPr id="18" name="">
            <a:extLst xmlns:a="http://schemas.openxmlformats.org/drawingml/2006/main">
              <a:ext uri="{FF2B5EF4-FFF2-40B4-BE49-F238E27FC236}">
                <a16:creationId xmlns:a16="http://schemas.microsoft.com/office/drawing/2014/main" id="{40CF4DE5-B0E1-4426-A9CB-AA9824043B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0" y="2962275"/>
            <a:ext cx="13106400" cy="0"/>
          </a:xfrm>
          <a:prstGeom xmlns:a="http://schemas.openxmlformats.org/drawingml/2006/main" prst="line">
            <a:avLst/>
          </a:prstGeom>
          <a:noFill xmlns:a="http://schemas.openxmlformats.org/drawingml/2006/main"/>
          <a:ln xmlns:a="http://schemas.openxmlformats.org/drawingml/2006/main" w="7620">
            <a:solidFill>
              <a:srgbClr val="DDD9CD"/>
            </a:solidFill>
          </a:ln>
        </p:spPr>
      </p:sp>
      <p:sp>
        <p:nvSpPr>
          <p:cNvPr id="19" name="">
            <a:extLst xmlns:a="http://schemas.openxmlformats.org/drawingml/2006/main">
              <a:ext uri="{FF2B5EF4-FFF2-40B4-BE49-F238E27FC236}">
                <a16:creationId xmlns:a16="http://schemas.microsoft.com/office/drawing/2014/main" id="{57267304-BC50-42A9-B33D-EDAEA64C17C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0" y="3524250"/>
            <a:ext cx="13106400" cy="0"/>
          </a:xfrm>
          <a:prstGeom xmlns:a="http://schemas.openxmlformats.org/drawingml/2006/main" prst="line">
            <a:avLst/>
          </a:prstGeom>
          <a:noFill xmlns:a="http://schemas.openxmlformats.org/drawingml/2006/main"/>
          <a:ln xmlns:a="http://schemas.openxmlformats.org/drawingml/2006/main" w="7620">
            <a:solidFill>
              <a:srgbClr val="DDD9CD"/>
            </a:solidFill>
          </a:ln>
        </p:spPr>
      </p:sp>
      <p:sp>
        <p:nvSpPr>
          <p:cNvPr id="20" name="">
            <a:extLst xmlns:a="http://schemas.openxmlformats.org/drawingml/2006/main">
              <a:ext uri="{FF2B5EF4-FFF2-40B4-BE49-F238E27FC236}">
                <a16:creationId xmlns:a16="http://schemas.microsoft.com/office/drawing/2014/main" id="{8D1C0A80-EFE5-418A-8629-2BFF053D14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0" y="4086225"/>
            <a:ext cx="13106400" cy="0"/>
          </a:xfrm>
          <a:prstGeom xmlns:a="http://schemas.openxmlformats.org/drawingml/2006/main" prst="line">
            <a:avLst/>
          </a:prstGeom>
          <a:noFill xmlns:a="http://schemas.openxmlformats.org/drawingml/2006/main"/>
          <a:ln xmlns:a="http://schemas.openxmlformats.org/drawingml/2006/main" w="7620">
            <a:solidFill>
              <a:srgbClr val="DDD9CD"/>
            </a:solidFill>
          </a:ln>
        </p:spPr>
      </p:sp>
      <p:sp>
        <p:nvSpPr>
          <p:cNvPr id="21" name="">
            <a:extLst xmlns:a="http://schemas.openxmlformats.org/drawingml/2006/main">
              <a:ext uri="{FF2B5EF4-FFF2-40B4-BE49-F238E27FC236}">
                <a16:creationId xmlns:a16="http://schemas.microsoft.com/office/drawing/2014/main" id="{1B200E52-0532-4EB5-A34B-77F692C56F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0" y="4648200"/>
            <a:ext cx="13106400" cy="0"/>
          </a:xfrm>
          <a:prstGeom xmlns:a="http://schemas.openxmlformats.org/drawingml/2006/main" prst="line">
            <a:avLst/>
          </a:prstGeom>
          <a:noFill xmlns:a="http://schemas.openxmlformats.org/drawingml/2006/main"/>
          <a:ln xmlns:a="http://schemas.openxmlformats.org/drawingml/2006/main" w="7620">
            <a:solidFill>
              <a:srgbClr val="DDD9CD"/>
            </a:solidFill>
          </a:ln>
        </p:spPr>
      </p:sp>
      <p:sp>
        <p:nvSpPr>
          <p:cNvPr id="22" name="">
            <a:extLst xmlns:a="http://schemas.openxmlformats.org/drawingml/2006/main">
              <a:ext uri="{FF2B5EF4-FFF2-40B4-BE49-F238E27FC236}">
                <a16:creationId xmlns:a16="http://schemas.microsoft.com/office/drawing/2014/main" id="{85A6766E-B0D8-430E-9BF3-53B6B5D2E0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0" y="5210175"/>
            <a:ext cx="13106400" cy="0"/>
          </a:xfrm>
          <a:prstGeom xmlns:a="http://schemas.openxmlformats.org/drawingml/2006/main" prst="line">
            <a:avLst/>
          </a:prstGeom>
          <a:noFill xmlns:a="http://schemas.openxmlformats.org/drawingml/2006/main"/>
          <a:ln xmlns:a="http://schemas.openxmlformats.org/drawingml/2006/main" w="7620">
            <a:solidFill>
              <a:srgbClr val="DDD9CD"/>
            </a:solidFill>
          </a:ln>
        </p:spPr>
      </p:sp>
      <p:sp>
        <p:nvSpPr>
          <p:cNvPr id="23" name="">
            <a:extLst xmlns:a="http://schemas.openxmlformats.org/drawingml/2006/main">
              <a:ext uri="{FF2B5EF4-FFF2-40B4-BE49-F238E27FC236}">
                <a16:creationId xmlns:a16="http://schemas.microsoft.com/office/drawing/2014/main" id="{0378F267-D3CD-42F0-86E8-D44CAB4CC07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0" y="5772150"/>
            <a:ext cx="13106400" cy="0"/>
          </a:xfrm>
          <a:prstGeom xmlns:a="http://schemas.openxmlformats.org/drawingml/2006/main" prst="line">
            <a:avLst/>
          </a:prstGeom>
          <a:noFill xmlns:a="http://schemas.openxmlformats.org/drawingml/2006/main"/>
          <a:ln xmlns:a="http://schemas.openxmlformats.org/drawingml/2006/main" w="7620">
            <a:solidFill>
              <a:srgbClr val="DDD9CD"/>
            </a:solidFill>
          </a:ln>
        </p:spPr>
      </p:sp>
      <p:sp>
        <p:nvSpPr>
          <p:cNvPr id="24" name="">
            <a:extLst xmlns:a="http://schemas.openxmlformats.org/drawingml/2006/main">
              <a:ext uri="{FF2B5EF4-FFF2-40B4-BE49-F238E27FC236}">
                <a16:creationId xmlns:a16="http://schemas.microsoft.com/office/drawing/2014/main" id="{285EEAB1-FF5E-48EB-A006-EFA0DAC102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0" y="6334125"/>
            <a:ext cx="13106400" cy="0"/>
          </a:xfrm>
          <a:prstGeom xmlns:a="http://schemas.openxmlformats.org/drawingml/2006/main" prst="line">
            <a:avLst/>
          </a:prstGeom>
          <a:noFill xmlns:a="http://schemas.openxmlformats.org/drawingml/2006/main"/>
          <a:ln xmlns:a="http://schemas.openxmlformats.org/drawingml/2006/main" w="7620">
            <a:solidFill>
              <a:srgbClr val="DDD9CD"/>
            </a:solidFill>
          </a:ln>
        </p:spPr>
      </p:sp>
      <p:sp>
        <p:nvSpPr>
          <p:cNvPr id="25" name="">
            <a:extLst xmlns:a="http://schemas.openxmlformats.org/drawingml/2006/main">
              <a:ext uri="{FF2B5EF4-FFF2-40B4-BE49-F238E27FC236}">
                <a16:creationId xmlns:a16="http://schemas.microsoft.com/office/drawing/2014/main" id="{3908F078-9F88-4AAB-B51F-4457E5E353A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0" y="6896100"/>
            <a:ext cx="13106400" cy="0"/>
          </a:xfrm>
          <a:prstGeom xmlns:a="http://schemas.openxmlformats.org/drawingml/2006/main" prst="line">
            <a:avLst/>
          </a:prstGeom>
          <a:noFill xmlns:a="http://schemas.openxmlformats.org/drawingml/2006/main"/>
          <a:ln xmlns:a="http://schemas.openxmlformats.org/drawingml/2006/main" w="7620">
            <a:solidFill>
              <a:srgbClr val="DDD9CD"/>
            </a:solidFill>
          </a:ln>
        </p:spPr>
      </p:sp>
      <p:sp>
        <p:nvSpPr>
          <p:cNvPr id="26" name="">
            <a:extLst xmlns:a="http://schemas.openxmlformats.org/drawingml/2006/main">
              <a:ext uri="{FF2B5EF4-FFF2-40B4-BE49-F238E27FC236}">
                <a16:creationId xmlns:a16="http://schemas.microsoft.com/office/drawing/2014/main" id="{2FF9CCBD-C04B-49A8-A435-2898C438357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42925" y="523875"/>
            <a:ext cx="12030075" cy="80962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l">
              <a:defRPr sz="4275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defPPr>
            <a:lvl1pPr algn="l">
              <a:defRPr sz="4275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lvl1pPr>
            <a:lvl2pPr algn="l">
              <a:defRPr sz="4275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lvl2pPr>
            <a:lvl3pPr algn="l">
              <a:defRPr sz="4275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lvl3pPr>
            <a:lvl4pPr algn="l">
              <a:defRPr sz="4275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lvl4pPr>
            <a:lvl5pPr algn="l">
              <a:defRPr sz="4275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lvl5pPr>
            <a:lvl6pPr algn="l">
              <a:defRPr sz="4275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lvl6pPr>
            <a:lvl7pPr algn="l">
              <a:defRPr sz="4275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lvl7pPr>
            <a:lvl8pPr algn="l">
              <a:defRPr sz="4275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lvl8pPr>
            <a:lvl9pPr algn="l">
              <a:defRPr sz="4275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l">
              <a:lnSpc>
                <a:spcPct val="105000"/>
              </a:lnSpc>
              <a:buNone/>
              <a:defRPr sz="4275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pPr>
            <a:r>
              <a:rPr sz="4275" b="1">
                <a:solidFill>
                  <a:srgbClr val="1D4333"/>
                </a:solidFill>
                <a:latin typeface="Arial"/>
                <a:ea typeface="Arial"/>
                <a:cs typeface="Arial"/>
              </a:rPr>
              <a:t>¿Cómo funciona por dentro?</a:t>
            </a:r>
          </a:p>
        </p:txBody>
      </p:sp>
      <p:sp>
        <p:nvSpPr>
          <p:cNvPr id="27" name="">
            <a:extLst xmlns:a="http://schemas.openxmlformats.org/drawingml/2006/main">
              <a:ext uri="{FF2B5EF4-FFF2-40B4-BE49-F238E27FC236}">
                <a16:creationId xmlns:a16="http://schemas.microsoft.com/office/drawing/2014/main" id="{4001C976-500A-4A17-80C1-5FA062231C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52450" y="1514475"/>
            <a:ext cx="3362325" cy="3095625"/>
          </a:xfrm>
          <a:prstGeom xmlns:a="http://schemas.openxmlformats.org/drawingml/2006/main" prst="roundRect">
            <a:avLst>
              <a:gd name="adj" fmla="val 6769"/>
            </a:avLst>
          </a:prstGeom>
          <a:solidFill xmlns:a="http://schemas.openxmlformats.org/drawingml/2006/main">
            <a:srgbClr val="F5F2E8"/>
          </a:solidFill>
          <a:ln xmlns:a="http://schemas.openxmlformats.org/drawingml/2006/main" w="23813">
            <a:solidFill>
              <a:srgbClr val="1D4333"/>
            </a:solidFill>
          </a:ln>
        </p:spPr>
      </p:sp>
      <p:sp>
        <p:nvSpPr>
          <p:cNvPr id="28" name="">
            <a:extLst xmlns:a="http://schemas.openxmlformats.org/drawingml/2006/main">
              <a:ext uri="{FF2B5EF4-FFF2-40B4-BE49-F238E27FC236}">
                <a16:creationId xmlns:a16="http://schemas.microsoft.com/office/drawing/2014/main" id="{EF820D88-2A0B-4D96-95BD-8DB21EEBCB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895850" y="1514475"/>
            <a:ext cx="3314700" cy="3095625"/>
          </a:xfrm>
          <a:prstGeom xmlns:a="http://schemas.openxmlformats.org/drawingml/2006/main" prst="roundRect">
            <a:avLst>
              <a:gd name="adj" fmla="val 6769"/>
            </a:avLst>
          </a:prstGeom>
          <a:solidFill xmlns:a="http://schemas.openxmlformats.org/drawingml/2006/main">
            <a:srgbClr val="F5F2E8"/>
          </a:solidFill>
          <a:ln xmlns:a="http://schemas.openxmlformats.org/drawingml/2006/main" w="23813">
            <a:solidFill>
              <a:srgbClr val="1D4333"/>
            </a:solidFill>
          </a:ln>
        </p:spPr>
      </p:sp>
      <p:sp>
        <p:nvSpPr>
          <p:cNvPr id="29" name="">
            <a:extLst xmlns:a="http://schemas.openxmlformats.org/drawingml/2006/main">
              <a:ext uri="{FF2B5EF4-FFF2-40B4-BE49-F238E27FC236}">
                <a16:creationId xmlns:a16="http://schemas.microsoft.com/office/drawing/2014/main" id="{C5C31EB2-8F3A-451C-A3A8-C7ACB76D9F1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191625" y="1514475"/>
            <a:ext cx="3362325" cy="3095625"/>
          </a:xfrm>
          <a:prstGeom xmlns:a="http://schemas.openxmlformats.org/drawingml/2006/main" prst="roundRect">
            <a:avLst>
              <a:gd name="adj" fmla="val 6769"/>
            </a:avLst>
          </a:prstGeom>
          <a:solidFill xmlns:a="http://schemas.openxmlformats.org/drawingml/2006/main">
            <a:srgbClr val="F5F2E8"/>
          </a:solidFill>
          <a:ln xmlns:a="http://schemas.openxmlformats.org/drawingml/2006/main" w="23813">
            <a:solidFill>
              <a:srgbClr val="1D4333"/>
            </a:solidFill>
          </a:ln>
        </p:spPr>
      </p:sp>
      <p:sp>
        <p:nvSpPr>
          <p:cNvPr id="30" name="">
            <a:extLst xmlns:a="http://schemas.openxmlformats.org/drawingml/2006/main">
              <a:ext uri="{FF2B5EF4-FFF2-40B4-BE49-F238E27FC236}">
                <a16:creationId xmlns:a16="http://schemas.microsoft.com/office/drawing/2014/main" id="{A24F48EB-AB0F-4097-8499-A644DA2948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00100" y="1647825"/>
            <a:ext cx="447675" cy="685800"/>
          </a:xfrm>
          <a:prstGeom xmlns:a="http://schemas.openxmlformats.org/drawingml/2006/main" prst="rect">
            <a:avLst/>
          </a:prstGeom>
          <a:solidFill xmlns:a="http://schemas.openxmlformats.org/drawingml/2006/main">
            <a:srgbClr val="F5F2E8"/>
          </a:solidFill>
          <a:ln xmlns:a="http://schemas.openxmlformats.org/drawingml/2006/main" w="0">
            <a:noFill/>
          </a:ln>
        </p:spPr>
      </p:sp>
      <p:sp>
        <p:nvSpPr>
          <p:cNvPr id="31" name="front vector #f3f1e4">
            <a:extLst xmlns:a="http://schemas.openxmlformats.org/drawingml/2006/main">
              <a:ext uri="{FF2B5EF4-FFF2-40B4-BE49-F238E27FC236}">
                <a16:creationId xmlns:a16="http://schemas.microsoft.com/office/drawing/2014/main" id="{17F3C023-1E94-4415-8A4C-127D1FF627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0100" y="1647825"/>
            <a:ext cx="447675" cy="685800"/>
          </a:xfrm>
          <a:custGeom xmlns:a="http://schemas.openxmlformats.org/drawingml/2006/main">
            <a:pathLst>
              <a:path w="371475" h="581025">
                <a:moveTo>
                  <a:pt x="257175" y="0"/>
                </a:moveTo>
                <a:lnTo>
                  <a:pt x="266700" y="0"/>
                </a:lnTo>
                <a:lnTo>
                  <a:pt x="266700" y="9525"/>
                </a:lnTo>
                <a:lnTo>
                  <a:pt x="257175" y="9525"/>
                </a:lnTo>
                <a:close/>
                <a:moveTo>
                  <a:pt x="276225" y="9525"/>
                </a:moveTo>
                <a:lnTo>
                  <a:pt x="285750" y="9525"/>
                </a:lnTo>
                <a:lnTo>
                  <a:pt x="285750" y="19050"/>
                </a:lnTo>
                <a:lnTo>
                  <a:pt x="276225" y="19050"/>
                </a:lnTo>
                <a:close/>
                <a:moveTo>
                  <a:pt x="333375" y="57150"/>
                </a:moveTo>
                <a:lnTo>
                  <a:pt x="352425" y="57150"/>
                </a:lnTo>
                <a:lnTo>
                  <a:pt x="352425" y="85725"/>
                </a:lnTo>
                <a:lnTo>
                  <a:pt x="342900" y="85725"/>
                </a:lnTo>
                <a:lnTo>
                  <a:pt x="342900" y="76200"/>
                </a:lnTo>
                <a:lnTo>
                  <a:pt x="333375" y="76200"/>
                </a:lnTo>
                <a:close/>
                <a:moveTo>
                  <a:pt x="9525" y="85725"/>
                </a:moveTo>
                <a:lnTo>
                  <a:pt x="19050" y="85725"/>
                </a:lnTo>
                <a:lnTo>
                  <a:pt x="19050" y="95250"/>
                </a:lnTo>
                <a:lnTo>
                  <a:pt x="9525" y="95250"/>
                </a:lnTo>
                <a:close/>
                <a:moveTo>
                  <a:pt x="238125" y="95250"/>
                </a:moveTo>
                <a:lnTo>
                  <a:pt x="276225" y="95250"/>
                </a:lnTo>
                <a:lnTo>
                  <a:pt x="276225" y="104775"/>
                </a:lnTo>
                <a:lnTo>
                  <a:pt x="285750" y="104775"/>
                </a:lnTo>
                <a:lnTo>
                  <a:pt x="285750" y="114300"/>
                </a:lnTo>
                <a:lnTo>
                  <a:pt x="266700" y="114300"/>
                </a:lnTo>
                <a:lnTo>
                  <a:pt x="266700" y="123825"/>
                </a:lnTo>
                <a:lnTo>
                  <a:pt x="247650" y="123825"/>
                </a:lnTo>
                <a:lnTo>
                  <a:pt x="247650" y="114300"/>
                </a:lnTo>
                <a:lnTo>
                  <a:pt x="238125" y="114300"/>
                </a:lnTo>
                <a:close/>
                <a:moveTo>
                  <a:pt x="142875" y="123825"/>
                </a:moveTo>
                <a:lnTo>
                  <a:pt x="200025" y="123825"/>
                </a:lnTo>
                <a:lnTo>
                  <a:pt x="200025" y="133350"/>
                </a:lnTo>
                <a:lnTo>
                  <a:pt x="219075" y="133350"/>
                </a:lnTo>
                <a:lnTo>
                  <a:pt x="219075" y="123825"/>
                </a:lnTo>
                <a:lnTo>
                  <a:pt x="247650" y="123825"/>
                </a:lnTo>
                <a:lnTo>
                  <a:pt x="247650" y="133350"/>
                </a:lnTo>
                <a:lnTo>
                  <a:pt x="228600" y="133350"/>
                </a:lnTo>
                <a:lnTo>
                  <a:pt x="228600" y="142875"/>
                </a:lnTo>
                <a:lnTo>
                  <a:pt x="180975" y="142875"/>
                </a:lnTo>
                <a:lnTo>
                  <a:pt x="180975" y="152400"/>
                </a:lnTo>
                <a:lnTo>
                  <a:pt x="171450" y="152400"/>
                </a:lnTo>
                <a:lnTo>
                  <a:pt x="171450" y="142875"/>
                </a:lnTo>
                <a:lnTo>
                  <a:pt x="152400" y="142875"/>
                </a:lnTo>
                <a:lnTo>
                  <a:pt x="152400" y="133350"/>
                </a:lnTo>
                <a:lnTo>
                  <a:pt x="142875" y="133350"/>
                </a:lnTo>
                <a:close/>
                <a:moveTo>
                  <a:pt x="342900" y="266700"/>
                </a:moveTo>
                <a:lnTo>
                  <a:pt x="352425" y="266700"/>
                </a:lnTo>
                <a:lnTo>
                  <a:pt x="352425" y="285750"/>
                </a:lnTo>
                <a:lnTo>
                  <a:pt x="342900" y="285750"/>
                </a:lnTo>
                <a:close/>
                <a:moveTo>
                  <a:pt x="0" y="419100"/>
                </a:moveTo>
                <a:lnTo>
                  <a:pt x="9525" y="419100"/>
                </a:lnTo>
                <a:lnTo>
                  <a:pt x="9525" y="428625"/>
                </a:lnTo>
                <a:lnTo>
                  <a:pt x="0" y="428625"/>
                </a:lnTo>
                <a:close/>
                <a:moveTo>
                  <a:pt x="76200" y="466725"/>
                </a:moveTo>
                <a:lnTo>
                  <a:pt x="104775" y="466725"/>
                </a:lnTo>
                <a:lnTo>
                  <a:pt x="104775" y="476250"/>
                </a:lnTo>
                <a:lnTo>
                  <a:pt x="76200" y="476250"/>
                </a:lnTo>
                <a:close/>
                <a:moveTo>
                  <a:pt x="304800" y="514350"/>
                </a:moveTo>
                <a:lnTo>
                  <a:pt x="323850" y="514350"/>
                </a:lnTo>
                <a:lnTo>
                  <a:pt x="323850" y="523875"/>
                </a:lnTo>
                <a:lnTo>
                  <a:pt x="304800" y="523875"/>
                </a:lnTo>
                <a:close/>
                <a:moveTo>
                  <a:pt x="47625" y="523875"/>
                </a:moveTo>
                <a:lnTo>
                  <a:pt x="57150" y="523875"/>
                </a:lnTo>
                <a:lnTo>
                  <a:pt x="57150" y="533400"/>
                </a:lnTo>
                <a:lnTo>
                  <a:pt x="47625" y="533400"/>
                </a:lnTo>
                <a:close/>
                <a:moveTo>
                  <a:pt x="57150" y="533400"/>
                </a:moveTo>
                <a:lnTo>
                  <a:pt x="66675" y="533400"/>
                </a:lnTo>
                <a:lnTo>
                  <a:pt x="66675" y="542925"/>
                </a:lnTo>
                <a:lnTo>
                  <a:pt x="57150" y="542925"/>
                </a:lnTo>
                <a:close/>
                <a:moveTo>
                  <a:pt x="219075" y="533400"/>
                </a:moveTo>
                <a:lnTo>
                  <a:pt x="247650" y="533400"/>
                </a:lnTo>
                <a:lnTo>
                  <a:pt x="247650" y="552450"/>
                </a:lnTo>
                <a:lnTo>
                  <a:pt x="190500" y="552450"/>
                </a:lnTo>
                <a:lnTo>
                  <a:pt x="190500" y="542925"/>
                </a:lnTo>
                <a:lnTo>
                  <a:pt x="219075" y="542925"/>
                </a:lnTo>
                <a:close/>
                <a:moveTo>
                  <a:pt x="142875" y="542925"/>
                </a:moveTo>
                <a:lnTo>
                  <a:pt x="152400" y="542925"/>
                </a:lnTo>
                <a:lnTo>
                  <a:pt x="152400" y="552450"/>
                </a:lnTo>
                <a:lnTo>
                  <a:pt x="142875" y="552450"/>
                </a:lnTo>
                <a:close/>
                <a:moveTo>
                  <a:pt x="180975" y="552450"/>
                </a:moveTo>
                <a:lnTo>
                  <a:pt x="190500" y="552450"/>
                </a:lnTo>
                <a:lnTo>
                  <a:pt x="190500" y="561975"/>
                </a:lnTo>
                <a:lnTo>
                  <a:pt x="180975" y="561975"/>
                </a:lnTo>
                <a:close/>
              </a:path>
            </a:pathLst>
          </a:custGeom>
          <a:solidFill xmlns:a="http://schemas.openxmlformats.org/drawingml/2006/main">
            <a:srgbClr val="F3F1E4"/>
          </a:solidFill>
          <a:ln xmlns:a="http://schemas.openxmlformats.org/drawingml/2006/main" w="0">
            <a:noFill/>
          </a:ln>
        </p:spPr>
      </p:sp>
      <p:sp>
        <p:nvSpPr>
          <p:cNvPr id="32" name="front vector #f3f0e4">
            <a:extLst xmlns:a="http://schemas.openxmlformats.org/drawingml/2006/main">
              <a:ext uri="{FF2B5EF4-FFF2-40B4-BE49-F238E27FC236}">
                <a16:creationId xmlns:a16="http://schemas.microsoft.com/office/drawing/2014/main" id="{5C3CC4D8-18B1-40C3-958B-06E5575FB19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0100" y="1647825"/>
            <a:ext cx="447675" cy="685800"/>
          </a:xfrm>
          <a:custGeom xmlns:a="http://schemas.openxmlformats.org/drawingml/2006/main">
            <a:pathLst>
              <a:path w="371475" h="581025">
                <a:moveTo>
                  <a:pt x="266700" y="0"/>
                </a:moveTo>
                <a:lnTo>
                  <a:pt x="276225" y="0"/>
                </a:lnTo>
                <a:lnTo>
                  <a:pt x="276225" y="9525"/>
                </a:lnTo>
                <a:lnTo>
                  <a:pt x="266700" y="9525"/>
                </a:lnTo>
                <a:close/>
                <a:moveTo>
                  <a:pt x="304800" y="0"/>
                </a:moveTo>
                <a:lnTo>
                  <a:pt x="333375" y="0"/>
                </a:lnTo>
                <a:lnTo>
                  <a:pt x="333375" y="9525"/>
                </a:lnTo>
                <a:lnTo>
                  <a:pt x="342900" y="9525"/>
                </a:lnTo>
                <a:lnTo>
                  <a:pt x="342900" y="28575"/>
                </a:lnTo>
                <a:lnTo>
                  <a:pt x="333375" y="28575"/>
                </a:lnTo>
                <a:lnTo>
                  <a:pt x="333375" y="47625"/>
                </a:lnTo>
                <a:lnTo>
                  <a:pt x="352425" y="47625"/>
                </a:lnTo>
                <a:lnTo>
                  <a:pt x="352425" y="28575"/>
                </a:lnTo>
                <a:lnTo>
                  <a:pt x="371475" y="28575"/>
                </a:lnTo>
                <a:lnTo>
                  <a:pt x="371475" y="66675"/>
                </a:lnTo>
                <a:lnTo>
                  <a:pt x="361950" y="66675"/>
                </a:lnTo>
                <a:lnTo>
                  <a:pt x="361950" y="76200"/>
                </a:lnTo>
                <a:lnTo>
                  <a:pt x="352425" y="76200"/>
                </a:lnTo>
                <a:lnTo>
                  <a:pt x="352425" y="57150"/>
                </a:lnTo>
                <a:lnTo>
                  <a:pt x="333375" y="57150"/>
                </a:lnTo>
                <a:lnTo>
                  <a:pt x="333375" y="66675"/>
                </a:lnTo>
                <a:lnTo>
                  <a:pt x="323850" y="66675"/>
                </a:lnTo>
                <a:lnTo>
                  <a:pt x="323850" y="28575"/>
                </a:lnTo>
                <a:lnTo>
                  <a:pt x="314325" y="28575"/>
                </a:lnTo>
                <a:lnTo>
                  <a:pt x="314325" y="19050"/>
                </a:lnTo>
                <a:lnTo>
                  <a:pt x="285750" y="19050"/>
                </a:lnTo>
                <a:lnTo>
                  <a:pt x="285750" y="9525"/>
                </a:lnTo>
                <a:lnTo>
                  <a:pt x="304800" y="9525"/>
                </a:lnTo>
                <a:close/>
                <a:moveTo>
                  <a:pt x="76200" y="76200"/>
                </a:moveTo>
                <a:lnTo>
                  <a:pt x="85725" y="76200"/>
                </a:lnTo>
                <a:lnTo>
                  <a:pt x="85725" y="85725"/>
                </a:lnTo>
                <a:lnTo>
                  <a:pt x="76200" y="85725"/>
                </a:lnTo>
                <a:close/>
                <a:moveTo>
                  <a:pt x="114300" y="114300"/>
                </a:moveTo>
                <a:lnTo>
                  <a:pt x="133350" y="114300"/>
                </a:lnTo>
                <a:lnTo>
                  <a:pt x="133350" y="123825"/>
                </a:lnTo>
                <a:lnTo>
                  <a:pt x="142875" y="123825"/>
                </a:lnTo>
                <a:lnTo>
                  <a:pt x="142875" y="133350"/>
                </a:lnTo>
                <a:lnTo>
                  <a:pt x="152400" y="133350"/>
                </a:lnTo>
                <a:lnTo>
                  <a:pt x="152400" y="142875"/>
                </a:lnTo>
                <a:lnTo>
                  <a:pt x="171450" y="142875"/>
                </a:lnTo>
                <a:lnTo>
                  <a:pt x="171450" y="152400"/>
                </a:lnTo>
                <a:lnTo>
                  <a:pt x="161925" y="152400"/>
                </a:lnTo>
                <a:lnTo>
                  <a:pt x="161925" y="190500"/>
                </a:lnTo>
                <a:lnTo>
                  <a:pt x="152400" y="190500"/>
                </a:lnTo>
                <a:lnTo>
                  <a:pt x="152400" y="180975"/>
                </a:lnTo>
                <a:lnTo>
                  <a:pt x="133350" y="180975"/>
                </a:lnTo>
                <a:lnTo>
                  <a:pt x="133350" y="171450"/>
                </a:lnTo>
                <a:lnTo>
                  <a:pt x="142875" y="171450"/>
                </a:lnTo>
                <a:lnTo>
                  <a:pt x="142875" y="142875"/>
                </a:lnTo>
                <a:lnTo>
                  <a:pt x="133350" y="142875"/>
                </a:lnTo>
                <a:lnTo>
                  <a:pt x="133350" y="133350"/>
                </a:lnTo>
                <a:lnTo>
                  <a:pt x="123825" y="133350"/>
                </a:lnTo>
                <a:lnTo>
                  <a:pt x="123825" y="123825"/>
                </a:lnTo>
                <a:lnTo>
                  <a:pt x="114300" y="123825"/>
                </a:lnTo>
                <a:close/>
                <a:moveTo>
                  <a:pt x="247650" y="123825"/>
                </a:moveTo>
                <a:lnTo>
                  <a:pt x="257175" y="123825"/>
                </a:lnTo>
                <a:lnTo>
                  <a:pt x="257175" y="133350"/>
                </a:lnTo>
                <a:lnTo>
                  <a:pt x="247650" y="133350"/>
                </a:lnTo>
                <a:close/>
                <a:moveTo>
                  <a:pt x="228600" y="133350"/>
                </a:moveTo>
                <a:lnTo>
                  <a:pt x="247650" y="133350"/>
                </a:lnTo>
                <a:lnTo>
                  <a:pt x="247650" y="142875"/>
                </a:lnTo>
                <a:lnTo>
                  <a:pt x="238125" y="142875"/>
                </a:lnTo>
                <a:lnTo>
                  <a:pt x="238125" y="152400"/>
                </a:lnTo>
                <a:lnTo>
                  <a:pt x="209550" y="152400"/>
                </a:lnTo>
                <a:lnTo>
                  <a:pt x="209550" y="142875"/>
                </a:lnTo>
                <a:lnTo>
                  <a:pt x="228600" y="142875"/>
                </a:lnTo>
                <a:close/>
                <a:moveTo>
                  <a:pt x="352425" y="209550"/>
                </a:moveTo>
                <a:lnTo>
                  <a:pt x="361950" y="209550"/>
                </a:lnTo>
                <a:lnTo>
                  <a:pt x="361950" y="219075"/>
                </a:lnTo>
                <a:lnTo>
                  <a:pt x="352425" y="219075"/>
                </a:lnTo>
                <a:close/>
                <a:moveTo>
                  <a:pt x="133350" y="219075"/>
                </a:moveTo>
                <a:lnTo>
                  <a:pt x="142875" y="219075"/>
                </a:lnTo>
                <a:lnTo>
                  <a:pt x="142875" y="228600"/>
                </a:lnTo>
                <a:lnTo>
                  <a:pt x="133350" y="228600"/>
                </a:lnTo>
                <a:close/>
                <a:moveTo>
                  <a:pt x="0" y="257175"/>
                </a:moveTo>
                <a:lnTo>
                  <a:pt x="9525" y="257175"/>
                </a:lnTo>
                <a:lnTo>
                  <a:pt x="9525" y="285750"/>
                </a:lnTo>
                <a:lnTo>
                  <a:pt x="0" y="285750"/>
                </a:lnTo>
                <a:close/>
                <a:moveTo>
                  <a:pt x="352425" y="257175"/>
                </a:moveTo>
                <a:lnTo>
                  <a:pt x="361950" y="257175"/>
                </a:lnTo>
                <a:lnTo>
                  <a:pt x="361950" y="276225"/>
                </a:lnTo>
                <a:lnTo>
                  <a:pt x="371475" y="276225"/>
                </a:lnTo>
                <a:lnTo>
                  <a:pt x="371475" y="285750"/>
                </a:lnTo>
                <a:lnTo>
                  <a:pt x="361950" y="285750"/>
                </a:lnTo>
                <a:lnTo>
                  <a:pt x="361950" y="295275"/>
                </a:lnTo>
                <a:lnTo>
                  <a:pt x="352425" y="295275"/>
                </a:lnTo>
                <a:close/>
                <a:moveTo>
                  <a:pt x="342900" y="323850"/>
                </a:moveTo>
                <a:lnTo>
                  <a:pt x="352425" y="323850"/>
                </a:lnTo>
                <a:lnTo>
                  <a:pt x="352425" y="333375"/>
                </a:lnTo>
                <a:lnTo>
                  <a:pt x="342900" y="333375"/>
                </a:lnTo>
                <a:close/>
                <a:moveTo>
                  <a:pt x="276225" y="361950"/>
                </a:moveTo>
                <a:lnTo>
                  <a:pt x="285750" y="361950"/>
                </a:lnTo>
                <a:lnTo>
                  <a:pt x="285750" y="371475"/>
                </a:lnTo>
                <a:lnTo>
                  <a:pt x="276225" y="371475"/>
                </a:lnTo>
                <a:close/>
                <a:moveTo>
                  <a:pt x="76200" y="438150"/>
                </a:moveTo>
                <a:lnTo>
                  <a:pt x="85725" y="438150"/>
                </a:lnTo>
                <a:lnTo>
                  <a:pt x="85725" y="447675"/>
                </a:lnTo>
                <a:lnTo>
                  <a:pt x="95250" y="447675"/>
                </a:lnTo>
                <a:lnTo>
                  <a:pt x="95250" y="466725"/>
                </a:lnTo>
                <a:lnTo>
                  <a:pt x="76200" y="466725"/>
                </a:lnTo>
                <a:close/>
                <a:moveTo>
                  <a:pt x="342900" y="447675"/>
                </a:moveTo>
                <a:lnTo>
                  <a:pt x="352425" y="447675"/>
                </a:lnTo>
                <a:lnTo>
                  <a:pt x="352425" y="476250"/>
                </a:lnTo>
                <a:lnTo>
                  <a:pt x="342900" y="476250"/>
                </a:lnTo>
                <a:close/>
                <a:moveTo>
                  <a:pt x="0" y="457200"/>
                </a:moveTo>
                <a:lnTo>
                  <a:pt x="19050" y="457200"/>
                </a:lnTo>
                <a:lnTo>
                  <a:pt x="19050" y="476250"/>
                </a:lnTo>
                <a:lnTo>
                  <a:pt x="9525" y="476250"/>
                </a:lnTo>
                <a:lnTo>
                  <a:pt x="9525" y="466725"/>
                </a:lnTo>
                <a:lnTo>
                  <a:pt x="0" y="466725"/>
                </a:lnTo>
                <a:close/>
                <a:moveTo>
                  <a:pt x="333375" y="485775"/>
                </a:moveTo>
                <a:lnTo>
                  <a:pt x="352425" y="485775"/>
                </a:lnTo>
                <a:lnTo>
                  <a:pt x="352425" y="495300"/>
                </a:lnTo>
                <a:lnTo>
                  <a:pt x="342900" y="495300"/>
                </a:lnTo>
                <a:lnTo>
                  <a:pt x="342900" y="504825"/>
                </a:lnTo>
                <a:lnTo>
                  <a:pt x="333375" y="504825"/>
                </a:lnTo>
                <a:close/>
                <a:moveTo>
                  <a:pt x="19050" y="504825"/>
                </a:moveTo>
                <a:lnTo>
                  <a:pt x="38100" y="504825"/>
                </a:lnTo>
                <a:lnTo>
                  <a:pt x="38100" y="523875"/>
                </a:lnTo>
                <a:lnTo>
                  <a:pt x="47625" y="523875"/>
                </a:lnTo>
                <a:lnTo>
                  <a:pt x="47625" y="533400"/>
                </a:lnTo>
                <a:lnTo>
                  <a:pt x="9525" y="533400"/>
                </a:lnTo>
                <a:lnTo>
                  <a:pt x="9525" y="523875"/>
                </a:lnTo>
                <a:lnTo>
                  <a:pt x="19050" y="523875"/>
                </a:lnTo>
                <a:close/>
                <a:moveTo>
                  <a:pt x="323850" y="514350"/>
                </a:moveTo>
                <a:lnTo>
                  <a:pt x="333375" y="514350"/>
                </a:lnTo>
                <a:lnTo>
                  <a:pt x="333375" y="523875"/>
                </a:lnTo>
                <a:lnTo>
                  <a:pt x="323850" y="523875"/>
                </a:lnTo>
                <a:close/>
                <a:moveTo>
                  <a:pt x="304800" y="523875"/>
                </a:moveTo>
                <a:lnTo>
                  <a:pt x="323850" y="523875"/>
                </a:lnTo>
                <a:lnTo>
                  <a:pt x="323850" y="533400"/>
                </a:lnTo>
                <a:lnTo>
                  <a:pt x="304800" y="533400"/>
                </a:lnTo>
                <a:close/>
                <a:moveTo>
                  <a:pt x="47625" y="533400"/>
                </a:moveTo>
                <a:lnTo>
                  <a:pt x="57150" y="533400"/>
                </a:lnTo>
                <a:lnTo>
                  <a:pt x="57150" y="542925"/>
                </a:lnTo>
                <a:lnTo>
                  <a:pt x="95250" y="542925"/>
                </a:lnTo>
                <a:lnTo>
                  <a:pt x="95250" y="552450"/>
                </a:lnTo>
                <a:lnTo>
                  <a:pt x="47625" y="552450"/>
                </a:lnTo>
                <a:close/>
                <a:moveTo>
                  <a:pt x="295275" y="533400"/>
                </a:moveTo>
                <a:lnTo>
                  <a:pt x="304800" y="533400"/>
                </a:lnTo>
                <a:lnTo>
                  <a:pt x="304800" y="542925"/>
                </a:lnTo>
                <a:lnTo>
                  <a:pt x="295275" y="542925"/>
                </a:lnTo>
                <a:close/>
                <a:moveTo>
                  <a:pt x="123825" y="542925"/>
                </a:moveTo>
                <a:lnTo>
                  <a:pt x="142875" y="542925"/>
                </a:lnTo>
                <a:lnTo>
                  <a:pt x="142875" y="552450"/>
                </a:lnTo>
                <a:lnTo>
                  <a:pt x="152400" y="552450"/>
                </a:lnTo>
                <a:lnTo>
                  <a:pt x="152400" y="561975"/>
                </a:lnTo>
                <a:lnTo>
                  <a:pt x="190500" y="561975"/>
                </a:lnTo>
                <a:lnTo>
                  <a:pt x="190500" y="552450"/>
                </a:lnTo>
                <a:lnTo>
                  <a:pt x="219075" y="552450"/>
                </a:lnTo>
                <a:lnTo>
                  <a:pt x="219075" y="561975"/>
                </a:lnTo>
                <a:lnTo>
                  <a:pt x="200025" y="561975"/>
                </a:lnTo>
                <a:lnTo>
                  <a:pt x="200025" y="581025"/>
                </a:lnTo>
                <a:lnTo>
                  <a:pt x="180975" y="581025"/>
                </a:lnTo>
                <a:lnTo>
                  <a:pt x="180975" y="571500"/>
                </a:lnTo>
                <a:lnTo>
                  <a:pt x="171450" y="571500"/>
                </a:lnTo>
                <a:lnTo>
                  <a:pt x="171450" y="581025"/>
                </a:lnTo>
                <a:lnTo>
                  <a:pt x="152400" y="581025"/>
                </a:lnTo>
                <a:lnTo>
                  <a:pt x="152400" y="571500"/>
                </a:lnTo>
                <a:lnTo>
                  <a:pt x="142875" y="571500"/>
                </a:lnTo>
                <a:lnTo>
                  <a:pt x="142875" y="561975"/>
                </a:lnTo>
                <a:lnTo>
                  <a:pt x="123825" y="561975"/>
                </a:lnTo>
                <a:close/>
                <a:moveTo>
                  <a:pt x="247650" y="542925"/>
                </a:moveTo>
                <a:lnTo>
                  <a:pt x="257175" y="542925"/>
                </a:lnTo>
                <a:lnTo>
                  <a:pt x="257175" y="552450"/>
                </a:lnTo>
                <a:lnTo>
                  <a:pt x="247650" y="552450"/>
                </a:lnTo>
                <a:close/>
                <a:moveTo>
                  <a:pt x="276225" y="542925"/>
                </a:moveTo>
                <a:lnTo>
                  <a:pt x="295275" y="542925"/>
                </a:lnTo>
                <a:lnTo>
                  <a:pt x="295275" y="552450"/>
                </a:lnTo>
                <a:lnTo>
                  <a:pt x="276225" y="552450"/>
                </a:lnTo>
                <a:close/>
                <a:moveTo>
                  <a:pt x="95250" y="552450"/>
                </a:moveTo>
                <a:lnTo>
                  <a:pt x="104775" y="552450"/>
                </a:lnTo>
                <a:lnTo>
                  <a:pt x="104775" y="561975"/>
                </a:lnTo>
                <a:lnTo>
                  <a:pt x="95250" y="561975"/>
                </a:lnTo>
                <a:close/>
              </a:path>
            </a:pathLst>
          </a:custGeom>
          <a:solidFill xmlns:a="http://schemas.openxmlformats.org/drawingml/2006/main">
            <a:srgbClr val="F3F0E4"/>
          </a:solidFill>
          <a:ln xmlns:a="http://schemas.openxmlformats.org/drawingml/2006/main" w="0">
            <a:noFill/>
          </a:ln>
        </p:spPr>
      </p:sp>
      <p:sp>
        <p:nvSpPr>
          <p:cNvPr id="33" name="front vector #f3f0e2">
            <a:extLst xmlns:a="http://schemas.openxmlformats.org/drawingml/2006/main">
              <a:ext uri="{FF2B5EF4-FFF2-40B4-BE49-F238E27FC236}">
                <a16:creationId xmlns:a16="http://schemas.microsoft.com/office/drawing/2014/main" id="{C6CA0CF6-BBB4-4A2D-8B75-9B51731DF0F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0100" y="1647825"/>
            <a:ext cx="447675" cy="685800"/>
          </a:xfrm>
          <a:custGeom xmlns:a="http://schemas.openxmlformats.org/drawingml/2006/main">
            <a:pathLst>
              <a:path w="371475" h="581025">
                <a:moveTo>
                  <a:pt x="19050" y="9525"/>
                </a:moveTo>
                <a:lnTo>
                  <a:pt x="38100" y="9525"/>
                </a:lnTo>
                <a:lnTo>
                  <a:pt x="38100" y="38100"/>
                </a:lnTo>
                <a:lnTo>
                  <a:pt x="28575" y="38100"/>
                </a:lnTo>
                <a:lnTo>
                  <a:pt x="28575" y="47625"/>
                </a:lnTo>
                <a:lnTo>
                  <a:pt x="19050" y="47625"/>
                </a:lnTo>
                <a:lnTo>
                  <a:pt x="19050" y="85725"/>
                </a:lnTo>
                <a:lnTo>
                  <a:pt x="9525" y="85725"/>
                </a:lnTo>
                <a:lnTo>
                  <a:pt x="9525" y="76200"/>
                </a:lnTo>
                <a:lnTo>
                  <a:pt x="0" y="76200"/>
                </a:lnTo>
                <a:lnTo>
                  <a:pt x="0" y="28575"/>
                </a:lnTo>
                <a:lnTo>
                  <a:pt x="19050" y="28575"/>
                </a:lnTo>
                <a:close/>
                <a:moveTo>
                  <a:pt x="0" y="85725"/>
                </a:moveTo>
                <a:lnTo>
                  <a:pt x="9525" y="85725"/>
                </a:lnTo>
                <a:lnTo>
                  <a:pt x="9525" y="95250"/>
                </a:lnTo>
                <a:lnTo>
                  <a:pt x="0" y="95250"/>
                </a:lnTo>
                <a:close/>
                <a:moveTo>
                  <a:pt x="180975" y="142875"/>
                </a:moveTo>
                <a:lnTo>
                  <a:pt x="209550" y="142875"/>
                </a:lnTo>
                <a:lnTo>
                  <a:pt x="209550" y="152400"/>
                </a:lnTo>
                <a:lnTo>
                  <a:pt x="200025" y="152400"/>
                </a:lnTo>
                <a:lnTo>
                  <a:pt x="200025" y="171450"/>
                </a:lnTo>
                <a:lnTo>
                  <a:pt x="209550" y="171450"/>
                </a:lnTo>
                <a:lnTo>
                  <a:pt x="209550" y="180975"/>
                </a:lnTo>
                <a:lnTo>
                  <a:pt x="180975" y="180975"/>
                </a:lnTo>
                <a:lnTo>
                  <a:pt x="180975" y="161925"/>
                </a:lnTo>
                <a:lnTo>
                  <a:pt x="171450" y="161925"/>
                </a:lnTo>
                <a:lnTo>
                  <a:pt x="171450" y="200025"/>
                </a:lnTo>
                <a:lnTo>
                  <a:pt x="161925" y="200025"/>
                </a:lnTo>
                <a:lnTo>
                  <a:pt x="161925" y="152400"/>
                </a:lnTo>
                <a:lnTo>
                  <a:pt x="180975" y="152400"/>
                </a:lnTo>
                <a:close/>
                <a:moveTo>
                  <a:pt x="0" y="152400"/>
                </a:moveTo>
                <a:lnTo>
                  <a:pt x="9525" y="152400"/>
                </a:lnTo>
                <a:lnTo>
                  <a:pt x="9525" y="171450"/>
                </a:lnTo>
                <a:lnTo>
                  <a:pt x="0" y="171450"/>
                </a:lnTo>
                <a:close/>
                <a:moveTo>
                  <a:pt x="104775" y="180975"/>
                </a:moveTo>
                <a:lnTo>
                  <a:pt x="114300" y="180975"/>
                </a:lnTo>
                <a:lnTo>
                  <a:pt x="114300" y="190500"/>
                </a:lnTo>
                <a:lnTo>
                  <a:pt x="104775" y="190500"/>
                </a:lnTo>
                <a:close/>
                <a:moveTo>
                  <a:pt x="76200" y="190500"/>
                </a:moveTo>
                <a:lnTo>
                  <a:pt x="85725" y="190500"/>
                </a:lnTo>
                <a:lnTo>
                  <a:pt x="85725" y="209550"/>
                </a:lnTo>
                <a:lnTo>
                  <a:pt x="76200" y="209550"/>
                </a:lnTo>
                <a:close/>
                <a:moveTo>
                  <a:pt x="228600" y="190500"/>
                </a:moveTo>
                <a:lnTo>
                  <a:pt x="238125" y="190500"/>
                </a:lnTo>
                <a:lnTo>
                  <a:pt x="238125" y="200025"/>
                </a:lnTo>
                <a:lnTo>
                  <a:pt x="228600" y="200025"/>
                </a:lnTo>
                <a:close/>
                <a:moveTo>
                  <a:pt x="257175" y="209550"/>
                </a:moveTo>
                <a:lnTo>
                  <a:pt x="266700" y="209550"/>
                </a:lnTo>
                <a:lnTo>
                  <a:pt x="266700" y="219075"/>
                </a:lnTo>
                <a:lnTo>
                  <a:pt x="257175" y="219075"/>
                </a:lnTo>
                <a:close/>
                <a:moveTo>
                  <a:pt x="104775" y="228600"/>
                </a:moveTo>
                <a:lnTo>
                  <a:pt x="114300" y="228600"/>
                </a:lnTo>
                <a:lnTo>
                  <a:pt x="114300" y="238125"/>
                </a:lnTo>
                <a:lnTo>
                  <a:pt x="133350" y="238125"/>
                </a:lnTo>
                <a:lnTo>
                  <a:pt x="133350" y="247650"/>
                </a:lnTo>
                <a:lnTo>
                  <a:pt x="104775" y="247650"/>
                </a:lnTo>
                <a:close/>
                <a:moveTo>
                  <a:pt x="228600" y="247650"/>
                </a:moveTo>
                <a:lnTo>
                  <a:pt x="238125" y="247650"/>
                </a:lnTo>
                <a:lnTo>
                  <a:pt x="238125" y="257175"/>
                </a:lnTo>
                <a:lnTo>
                  <a:pt x="228600" y="257175"/>
                </a:lnTo>
                <a:close/>
                <a:moveTo>
                  <a:pt x="257175" y="266700"/>
                </a:moveTo>
                <a:lnTo>
                  <a:pt x="266700" y="266700"/>
                </a:lnTo>
                <a:lnTo>
                  <a:pt x="266700" y="285750"/>
                </a:lnTo>
                <a:lnTo>
                  <a:pt x="257175" y="285750"/>
                </a:lnTo>
                <a:close/>
                <a:moveTo>
                  <a:pt x="257175" y="333375"/>
                </a:moveTo>
                <a:lnTo>
                  <a:pt x="266700" y="333375"/>
                </a:lnTo>
                <a:lnTo>
                  <a:pt x="266700" y="361950"/>
                </a:lnTo>
                <a:lnTo>
                  <a:pt x="276225" y="361950"/>
                </a:lnTo>
                <a:lnTo>
                  <a:pt x="276225" y="371475"/>
                </a:lnTo>
                <a:lnTo>
                  <a:pt x="257175" y="371475"/>
                </a:lnTo>
                <a:close/>
                <a:moveTo>
                  <a:pt x="76200" y="352425"/>
                </a:moveTo>
                <a:lnTo>
                  <a:pt x="85725" y="352425"/>
                </a:lnTo>
                <a:lnTo>
                  <a:pt x="85725" y="361950"/>
                </a:lnTo>
                <a:lnTo>
                  <a:pt x="76200" y="361950"/>
                </a:lnTo>
                <a:close/>
                <a:moveTo>
                  <a:pt x="114300" y="352425"/>
                </a:moveTo>
                <a:lnTo>
                  <a:pt x="123825" y="352425"/>
                </a:lnTo>
                <a:lnTo>
                  <a:pt x="123825" y="361950"/>
                </a:lnTo>
                <a:lnTo>
                  <a:pt x="133350" y="361950"/>
                </a:lnTo>
                <a:lnTo>
                  <a:pt x="133350" y="371475"/>
                </a:lnTo>
                <a:lnTo>
                  <a:pt x="123825" y="371475"/>
                </a:lnTo>
                <a:lnTo>
                  <a:pt x="123825" y="381000"/>
                </a:lnTo>
                <a:lnTo>
                  <a:pt x="104775" y="381000"/>
                </a:lnTo>
                <a:lnTo>
                  <a:pt x="104775" y="390525"/>
                </a:lnTo>
                <a:lnTo>
                  <a:pt x="95250" y="390525"/>
                </a:lnTo>
                <a:lnTo>
                  <a:pt x="95250" y="361950"/>
                </a:lnTo>
                <a:lnTo>
                  <a:pt x="114300" y="361950"/>
                </a:lnTo>
                <a:close/>
                <a:moveTo>
                  <a:pt x="276225" y="381000"/>
                </a:moveTo>
                <a:lnTo>
                  <a:pt x="285750" y="381000"/>
                </a:lnTo>
                <a:lnTo>
                  <a:pt x="285750" y="390525"/>
                </a:lnTo>
                <a:lnTo>
                  <a:pt x="276225" y="390525"/>
                </a:lnTo>
                <a:close/>
                <a:moveTo>
                  <a:pt x="76200" y="390525"/>
                </a:moveTo>
                <a:lnTo>
                  <a:pt x="85725" y="390525"/>
                </a:lnTo>
                <a:lnTo>
                  <a:pt x="85725" y="409575"/>
                </a:lnTo>
                <a:lnTo>
                  <a:pt x="76200" y="409575"/>
                </a:lnTo>
                <a:close/>
                <a:moveTo>
                  <a:pt x="238125" y="390525"/>
                </a:moveTo>
                <a:lnTo>
                  <a:pt x="247650" y="390525"/>
                </a:lnTo>
                <a:lnTo>
                  <a:pt x="247650" y="400050"/>
                </a:lnTo>
                <a:lnTo>
                  <a:pt x="238125" y="400050"/>
                </a:lnTo>
                <a:close/>
                <a:moveTo>
                  <a:pt x="0" y="400050"/>
                </a:moveTo>
                <a:lnTo>
                  <a:pt x="9525" y="400050"/>
                </a:lnTo>
                <a:lnTo>
                  <a:pt x="9525" y="409575"/>
                </a:lnTo>
                <a:lnTo>
                  <a:pt x="0" y="409575"/>
                </a:lnTo>
                <a:close/>
                <a:moveTo>
                  <a:pt x="76200" y="428625"/>
                </a:moveTo>
                <a:lnTo>
                  <a:pt x="85725" y="428625"/>
                </a:lnTo>
                <a:lnTo>
                  <a:pt x="85725" y="438150"/>
                </a:lnTo>
                <a:lnTo>
                  <a:pt x="76200" y="438150"/>
                </a:lnTo>
                <a:close/>
                <a:moveTo>
                  <a:pt x="0" y="438150"/>
                </a:moveTo>
                <a:lnTo>
                  <a:pt x="9525" y="438150"/>
                </a:lnTo>
                <a:lnTo>
                  <a:pt x="9525" y="457200"/>
                </a:lnTo>
                <a:lnTo>
                  <a:pt x="0" y="457200"/>
                </a:lnTo>
                <a:close/>
                <a:moveTo>
                  <a:pt x="95250" y="447675"/>
                </a:moveTo>
                <a:lnTo>
                  <a:pt x="104775" y="447675"/>
                </a:lnTo>
                <a:lnTo>
                  <a:pt x="104775" y="466725"/>
                </a:lnTo>
                <a:lnTo>
                  <a:pt x="95250" y="466725"/>
                </a:lnTo>
                <a:close/>
                <a:moveTo>
                  <a:pt x="0" y="466725"/>
                </a:moveTo>
                <a:lnTo>
                  <a:pt x="9525" y="466725"/>
                </a:lnTo>
                <a:lnTo>
                  <a:pt x="9525" y="476250"/>
                </a:lnTo>
                <a:lnTo>
                  <a:pt x="0" y="476250"/>
                </a:lnTo>
                <a:close/>
                <a:moveTo>
                  <a:pt x="104775" y="466725"/>
                </a:moveTo>
                <a:lnTo>
                  <a:pt x="114300" y="466725"/>
                </a:lnTo>
                <a:lnTo>
                  <a:pt x="114300" y="476250"/>
                </a:lnTo>
                <a:lnTo>
                  <a:pt x="104775" y="476250"/>
                </a:lnTo>
                <a:close/>
                <a:moveTo>
                  <a:pt x="0" y="523875"/>
                </a:moveTo>
                <a:lnTo>
                  <a:pt x="9525" y="523875"/>
                </a:lnTo>
                <a:lnTo>
                  <a:pt x="9525" y="533400"/>
                </a:lnTo>
                <a:lnTo>
                  <a:pt x="19050" y="533400"/>
                </a:lnTo>
                <a:lnTo>
                  <a:pt x="19050" y="542925"/>
                </a:lnTo>
                <a:lnTo>
                  <a:pt x="0" y="542925"/>
                </a:lnTo>
                <a:close/>
                <a:moveTo>
                  <a:pt x="257175" y="542925"/>
                </a:moveTo>
                <a:lnTo>
                  <a:pt x="266700" y="542925"/>
                </a:lnTo>
                <a:lnTo>
                  <a:pt x="266700" y="561975"/>
                </a:lnTo>
                <a:lnTo>
                  <a:pt x="247650" y="561975"/>
                </a:lnTo>
                <a:lnTo>
                  <a:pt x="247650" y="571500"/>
                </a:lnTo>
                <a:lnTo>
                  <a:pt x="228600" y="571500"/>
                </a:lnTo>
                <a:lnTo>
                  <a:pt x="228600" y="561975"/>
                </a:lnTo>
                <a:lnTo>
                  <a:pt x="219075" y="561975"/>
                </a:lnTo>
                <a:lnTo>
                  <a:pt x="219075" y="552450"/>
                </a:lnTo>
                <a:lnTo>
                  <a:pt x="257175" y="552450"/>
                </a:lnTo>
                <a:close/>
                <a:moveTo>
                  <a:pt x="152400" y="552450"/>
                </a:moveTo>
                <a:lnTo>
                  <a:pt x="161925" y="552450"/>
                </a:lnTo>
                <a:lnTo>
                  <a:pt x="161925" y="561975"/>
                </a:lnTo>
                <a:lnTo>
                  <a:pt x="152400" y="561975"/>
                </a:lnTo>
                <a:close/>
                <a:moveTo>
                  <a:pt x="200025" y="571500"/>
                </a:moveTo>
                <a:lnTo>
                  <a:pt x="209550" y="571500"/>
                </a:lnTo>
                <a:lnTo>
                  <a:pt x="209550" y="581025"/>
                </a:lnTo>
                <a:lnTo>
                  <a:pt x="200025" y="581025"/>
                </a:lnTo>
                <a:close/>
              </a:path>
            </a:pathLst>
          </a:custGeom>
          <a:solidFill xmlns:a="http://schemas.openxmlformats.org/drawingml/2006/main">
            <a:srgbClr val="F3F0E2"/>
          </a:solidFill>
          <a:ln xmlns:a="http://schemas.openxmlformats.org/drawingml/2006/main" w="0">
            <a:noFill/>
          </a:ln>
        </p:spPr>
      </p:sp>
      <p:sp>
        <p:nvSpPr>
          <p:cNvPr id="34" name="front vector #f4f0e1">
            <a:extLst xmlns:a="http://schemas.openxmlformats.org/drawingml/2006/main">
              <a:ext uri="{FF2B5EF4-FFF2-40B4-BE49-F238E27FC236}">
                <a16:creationId xmlns:a16="http://schemas.microsoft.com/office/drawing/2014/main" id="{8DAE9A59-7040-487D-B9DE-B983E751B6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0100" y="1647825"/>
            <a:ext cx="447675" cy="685800"/>
          </a:xfrm>
          <a:custGeom xmlns:a="http://schemas.openxmlformats.org/drawingml/2006/main">
            <a:pathLst>
              <a:path w="371475" h="581025">
                <a:moveTo>
                  <a:pt x="180975" y="238125"/>
                </a:moveTo>
                <a:lnTo>
                  <a:pt x="190500" y="238125"/>
                </a:lnTo>
                <a:lnTo>
                  <a:pt x="190500" y="247650"/>
                </a:lnTo>
                <a:lnTo>
                  <a:pt x="180975" y="247650"/>
                </a:lnTo>
                <a:close/>
                <a:moveTo>
                  <a:pt x="219075" y="247650"/>
                </a:moveTo>
                <a:lnTo>
                  <a:pt x="228600" y="247650"/>
                </a:lnTo>
                <a:lnTo>
                  <a:pt x="228600" y="266700"/>
                </a:lnTo>
                <a:lnTo>
                  <a:pt x="209550" y="266700"/>
                </a:lnTo>
                <a:lnTo>
                  <a:pt x="209550" y="257175"/>
                </a:lnTo>
                <a:lnTo>
                  <a:pt x="219075" y="257175"/>
                </a:lnTo>
                <a:close/>
                <a:moveTo>
                  <a:pt x="114300" y="314325"/>
                </a:moveTo>
                <a:lnTo>
                  <a:pt x="123825" y="314325"/>
                </a:lnTo>
                <a:lnTo>
                  <a:pt x="123825" y="333375"/>
                </a:lnTo>
                <a:lnTo>
                  <a:pt x="114300" y="333375"/>
                </a:lnTo>
                <a:close/>
                <a:moveTo>
                  <a:pt x="200025" y="361950"/>
                </a:moveTo>
                <a:lnTo>
                  <a:pt x="209550" y="361950"/>
                </a:lnTo>
                <a:lnTo>
                  <a:pt x="209550" y="371475"/>
                </a:lnTo>
                <a:lnTo>
                  <a:pt x="200025" y="371475"/>
                </a:lnTo>
                <a:close/>
              </a:path>
            </a:pathLst>
          </a:custGeom>
          <a:solidFill xmlns:a="http://schemas.openxmlformats.org/drawingml/2006/main">
            <a:srgbClr val="F4F0E1"/>
          </a:solidFill>
          <a:ln xmlns:a="http://schemas.openxmlformats.org/drawingml/2006/main" w="0">
            <a:noFill/>
          </a:ln>
        </p:spPr>
      </p:sp>
      <p:sp>
        <p:nvSpPr>
          <p:cNvPr id="35" name="front vector #f3f0e1">
            <a:extLst xmlns:a="http://schemas.openxmlformats.org/drawingml/2006/main">
              <a:ext uri="{FF2B5EF4-FFF2-40B4-BE49-F238E27FC236}">
                <a16:creationId xmlns:a16="http://schemas.microsoft.com/office/drawing/2014/main" id="{9C5AD5EF-8FBC-48CD-B7EF-BF7D5B4C06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0100" y="1647825"/>
            <a:ext cx="447675" cy="685800"/>
          </a:xfrm>
          <a:custGeom xmlns:a="http://schemas.openxmlformats.org/drawingml/2006/main">
            <a:pathLst>
              <a:path w="371475" h="581025">
                <a:moveTo>
                  <a:pt x="0" y="0"/>
                </a:moveTo>
                <a:lnTo>
                  <a:pt x="28575" y="0"/>
                </a:lnTo>
                <a:lnTo>
                  <a:pt x="28575" y="9525"/>
                </a:lnTo>
                <a:lnTo>
                  <a:pt x="0" y="9525"/>
                </a:lnTo>
                <a:close/>
                <a:moveTo>
                  <a:pt x="0" y="76200"/>
                </a:moveTo>
                <a:lnTo>
                  <a:pt x="9525" y="76200"/>
                </a:lnTo>
                <a:lnTo>
                  <a:pt x="9525" y="85725"/>
                </a:lnTo>
                <a:lnTo>
                  <a:pt x="0" y="85725"/>
                </a:lnTo>
                <a:close/>
                <a:moveTo>
                  <a:pt x="200025" y="152400"/>
                </a:moveTo>
                <a:lnTo>
                  <a:pt x="219075" y="152400"/>
                </a:lnTo>
                <a:lnTo>
                  <a:pt x="219075" y="161925"/>
                </a:lnTo>
                <a:lnTo>
                  <a:pt x="209550" y="161925"/>
                </a:lnTo>
                <a:lnTo>
                  <a:pt x="209550" y="171450"/>
                </a:lnTo>
                <a:lnTo>
                  <a:pt x="200025" y="171450"/>
                </a:lnTo>
                <a:close/>
                <a:moveTo>
                  <a:pt x="171450" y="161925"/>
                </a:moveTo>
                <a:lnTo>
                  <a:pt x="180975" y="161925"/>
                </a:lnTo>
                <a:lnTo>
                  <a:pt x="180975" y="180975"/>
                </a:lnTo>
                <a:lnTo>
                  <a:pt x="200025" y="180975"/>
                </a:lnTo>
                <a:lnTo>
                  <a:pt x="200025" y="190500"/>
                </a:lnTo>
                <a:lnTo>
                  <a:pt x="209550" y="190500"/>
                </a:lnTo>
                <a:lnTo>
                  <a:pt x="209550" y="200025"/>
                </a:lnTo>
                <a:lnTo>
                  <a:pt x="219075" y="200025"/>
                </a:lnTo>
                <a:lnTo>
                  <a:pt x="219075" y="190500"/>
                </a:lnTo>
                <a:lnTo>
                  <a:pt x="228600" y="190500"/>
                </a:lnTo>
                <a:lnTo>
                  <a:pt x="228600" y="200025"/>
                </a:lnTo>
                <a:lnTo>
                  <a:pt x="238125" y="200025"/>
                </a:lnTo>
                <a:lnTo>
                  <a:pt x="238125" y="209550"/>
                </a:lnTo>
                <a:lnTo>
                  <a:pt x="257175" y="209550"/>
                </a:lnTo>
                <a:lnTo>
                  <a:pt x="257175" y="219075"/>
                </a:lnTo>
                <a:lnTo>
                  <a:pt x="266700" y="219075"/>
                </a:lnTo>
                <a:lnTo>
                  <a:pt x="266700" y="238125"/>
                </a:lnTo>
                <a:lnTo>
                  <a:pt x="238125" y="238125"/>
                </a:lnTo>
                <a:lnTo>
                  <a:pt x="238125" y="247650"/>
                </a:lnTo>
                <a:lnTo>
                  <a:pt x="219075" y="247650"/>
                </a:lnTo>
                <a:lnTo>
                  <a:pt x="219075" y="257175"/>
                </a:lnTo>
                <a:lnTo>
                  <a:pt x="200025" y="257175"/>
                </a:lnTo>
                <a:lnTo>
                  <a:pt x="200025" y="266700"/>
                </a:lnTo>
                <a:lnTo>
                  <a:pt x="171450" y="266700"/>
                </a:lnTo>
                <a:lnTo>
                  <a:pt x="171450" y="276225"/>
                </a:lnTo>
                <a:lnTo>
                  <a:pt x="133350" y="276225"/>
                </a:lnTo>
                <a:lnTo>
                  <a:pt x="133350" y="285750"/>
                </a:lnTo>
                <a:lnTo>
                  <a:pt x="123825" y="285750"/>
                </a:lnTo>
                <a:lnTo>
                  <a:pt x="123825" y="304800"/>
                </a:lnTo>
                <a:lnTo>
                  <a:pt x="133350" y="304800"/>
                </a:lnTo>
                <a:lnTo>
                  <a:pt x="133350" y="314325"/>
                </a:lnTo>
                <a:lnTo>
                  <a:pt x="142875" y="314325"/>
                </a:lnTo>
                <a:lnTo>
                  <a:pt x="142875" y="304800"/>
                </a:lnTo>
                <a:lnTo>
                  <a:pt x="152400" y="304800"/>
                </a:lnTo>
                <a:lnTo>
                  <a:pt x="152400" y="295275"/>
                </a:lnTo>
                <a:lnTo>
                  <a:pt x="161925" y="295275"/>
                </a:lnTo>
                <a:lnTo>
                  <a:pt x="161925" y="285750"/>
                </a:lnTo>
                <a:lnTo>
                  <a:pt x="219075" y="285750"/>
                </a:lnTo>
                <a:lnTo>
                  <a:pt x="219075" y="295275"/>
                </a:lnTo>
                <a:lnTo>
                  <a:pt x="238125" y="295275"/>
                </a:lnTo>
                <a:lnTo>
                  <a:pt x="238125" y="304800"/>
                </a:lnTo>
                <a:lnTo>
                  <a:pt x="266700" y="304800"/>
                </a:lnTo>
                <a:lnTo>
                  <a:pt x="266700" y="323850"/>
                </a:lnTo>
                <a:lnTo>
                  <a:pt x="257175" y="323850"/>
                </a:lnTo>
                <a:lnTo>
                  <a:pt x="257175" y="371475"/>
                </a:lnTo>
                <a:lnTo>
                  <a:pt x="266700" y="371475"/>
                </a:lnTo>
                <a:lnTo>
                  <a:pt x="266700" y="390525"/>
                </a:lnTo>
                <a:lnTo>
                  <a:pt x="238125" y="390525"/>
                </a:lnTo>
                <a:lnTo>
                  <a:pt x="238125" y="400050"/>
                </a:lnTo>
                <a:lnTo>
                  <a:pt x="247650" y="400050"/>
                </a:lnTo>
                <a:lnTo>
                  <a:pt x="247650" y="419100"/>
                </a:lnTo>
                <a:lnTo>
                  <a:pt x="238125" y="419100"/>
                </a:lnTo>
                <a:lnTo>
                  <a:pt x="238125" y="428625"/>
                </a:lnTo>
                <a:lnTo>
                  <a:pt x="228600" y="428625"/>
                </a:lnTo>
                <a:lnTo>
                  <a:pt x="228600" y="409575"/>
                </a:lnTo>
                <a:lnTo>
                  <a:pt x="219075" y="409575"/>
                </a:lnTo>
                <a:lnTo>
                  <a:pt x="219075" y="390525"/>
                </a:lnTo>
                <a:lnTo>
                  <a:pt x="209550" y="390525"/>
                </a:lnTo>
                <a:lnTo>
                  <a:pt x="209550" y="361950"/>
                </a:lnTo>
                <a:lnTo>
                  <a:pt x="200025" y="361950"/>
                </a:lnTo>
                <a:lnTo>
                  <a:pt x="200025" y="371475"/>
                </a:lnTo>
                <a:lnTo>
                  <a:pt x="190500" y="371475"/>
                </a:lnTo>
                <a:lnTo>
                  <a:pt x="190500" y="381000"/>
                </a:lnTo>
                <a:lnTo>
                  <a:pt x="180975" y="381000"/>
                </a:lnTo>
                <a:lnTo>
                  <a:pt x="180975" y="390525"/>
                </a:lnTo>
                <a:lnTo>
                  <a:pt x="171450" y="390525"/>
                </a:lnTo>
                <a:lnTo>
                  <a:pt x="171450" y="381000"/>
                </a:lnTo>
                <a:lnTo>
                  <a:pt x="161925" y="381000"/>
                </a:lnTo>
                <a:lnTo>
                  <a:pt x="161925" y="390525"/>
                </a:lnTo>
                <a:lnTo>
                  <a:pt x="142875" y="390525"/>
                </a:lnTo>
                <a:lnTo>
                  <a:pt x="142875" y="381000"/>
                </a:lnTo>
                <a:lnTo>
                  <a:pt x="123825" y="381000"/>
                </a:lnTo>
                <a:lnTo>
                  <a:pt x="123825" y="371475"/>
                </a:lnTo>
                <a:lnTo>
                  <a:pt x="133350" y="371475"/>
                </a:lnTo>
                <a:lnTo>
                  <a:pt x="133350" y="361950"/>
                </a:lnTo>
                <a:lnTo>
                  <a:pt x="123825" y="361950"/>
                </a:lnTo>
                <a:lnTo>
                  <a:pt x="123825" y="352425"/>
                </a:lnTo>
                <a:lnTo>
                  <a:pt x="114300" y="352425"/>
                </a:lnTo>
                <a:lnTo>
                  <a:pt x="114300" y="361950"/>
                </a:lnTo>
                <a:lnTo>
                  <a:pt x="85725" y="361950"/>
                </a:lnTo>
                <a:lnTo>
                  <a:pt x="85725" y="352425"/>
                </a:lnTo>
                <a:lnTo>
                  <a:pt x="95250" y="352425"/>
                </a:lnTo>
                <a:lnTo>
                  <a:pt x="95250" y="314325"/>
                </a:lnTo>
                <a:lnTo>
                  <a:pt x="76200" y="314325"/>
                </a:lnTo>
                <a:lnTo>
                  <a:pt x="76200" y="247650"/>
                </a:lnTo>
                <a:lnTo>
                  <a:pt x="95250" y="247650"/>
                </a:lnTo>
                <a:lnTo>
                  <a:pt x="95250" y="200025"/>
                </a:lnTo>
                <a:lnTo>
                  <a:pt x="85725" y="200025"/>
                </a:lnTo>
                <a:lnTo>
                  <a:pt x="85725" y="190500"/>
                </a:lnTo>
                <a:lnTo>
                  <a:pt x="76200" y="190500"/>
                </a:lnTo>
                <a:lnTo>
                  <a:pt x="76200" y="180975"/>
                </a:lnTo>
                <a:lnTo>
                  <a:pt x="95250" y="180975"/>
                </a:lnTo>
                <a:lnTo>
                  <a:pt x="95250" y="171450"/>
                </a:lnTo>
                <a:lnTo>
                  <a:pt x="104775" y="171450"/>
                </a:lnTo>
                <a:lnTo>
                  <a:pt x="104775" y="247650"/>
                </a:lnTo>
                <a:lnTo>
                  <a:pt x="133350" y="247650"/>
                </a:lnTo>
                <a:lnTo>
                  <a:pt x="133350" y="228600"/>
                </a:lnTo>
                <a:lnTo>
                  <a:pt x="142875" y="228600"/>
                </a:lnTo>
                <a:lnTo>
                  <a:pt x="142875" y="219075"/>
                </a:lnTo>
                <a:lnTo>
                  <a:pt x="152400" y="219075"/>
                </a:lnTo>
                <a:lnTo>
                  <a:pt x="152400" y="238125"/>
                </a:lnTo>
                <a:lnTo>
                  <a:pt x="180975" y="238125"/>
                </a:lnTo>
                <a:lnTo>
                  <a:pt x="180975" y="209550"/>
                </a:lnTo>
                <a:lnTo>
                  <a:pt x="171450" y="209550"/>
                </a:lnTo>
                <a:close/>
                <a:moveTo>
                  <a:pt x="76200" y="209550"/>
                </a:moveTo>
                <a:lnTo>
                  <a:pt x="85725" y="209550"/>
                </a:lnTo>
                <a:lnTo>
                  <a:pt x="85725" y="228600"/>
                </a:lnTo>
                <a:lnTo>
                  <a:pt x="76200" y="228600"/>
                </a:lnTo>
                <a:close/>
                <a:moveTo>
                  <a:pt x="190500" y="228600"/>
                </a:moveTo>
                <a:lnTo>
                  <a:pt x="209550" y="228600"/>
                </a:lnTo>
                <a:lnTo>
                  <a:pt x="209550" y="209550"/>
                </a:lnTo>
                <a:lnTo>
                  <a:pt x="200025" y="209550"/>
                </a:lnTo>
                <a:lnTo>
                  <a:pt x="200025" y="200025"/>
                </a:lnTo>
                <a:lnTo>
                  <a:pt x="190500" y="200025"/>
                </a:lnTo>
                <a:close/>
                <a:moveTo>
                  <a:pt x="180975" y="247650"/>
                </a:moveTo>
                <a:lnTo>
                  <a:pt x="190500" y="247650"/>
                </a:lnTo>
                <a:lnTo>
                  <a:pt x="190500" y="238125"/>
                </a:lnTo>
                <a:lnTo>
                  <a:pt x="180975" y="238125"/>
                </a:lnTo>
                <a:close/>
                <a:moveTo>
                  <a:pt x="228600" y="257175"/>
                </a:moveTo>
                <a:lnTo>
                  <a:pt x="238125" y="257175"/>
                </a:lnTo>
                <a:lnTo>
                  <a:pt x="238125" y="276225"/>
                </a:lnTo>
                <a:lnTo>
                  <a:pt x="209550" y="276225"/>
                </a:lnTo>
                <a:lnTo>
                  <a:pt x="209550" y="266700"/>
                </a:lnTo>
                <a:lnTo>
                  <a:pt x="228600" y="266700"/>
                </a:lnTo>
                <a:close/>
                <a:moveTo>
                  <a:pt x="85725" y="295275"/>
                </a:moveTo>
                <a:lnTo>
                  <a:pt x="95250" y="295275"/>
                </a:lnTo>
                <a:lnTo>
                  <a:pt x="95250" y="266700"/>
                </a:lnTo>
                <a:lnTo>
                  <a:pt x="85725" y="266700"/>
                </a:lnTo>
                <a:close/>
                <a:moveTo>
                  <a:pt x="114300" y="333375"/>
                </a:moveTo>
                <a:lnTo>
                  <a:pt x="123825" y="333375"/>
                </a:lnTo>
                <a:lnTo>
                  <a:pt x="123825" y="314325"/>
                </a:lnTo>
                <a:lnTo>
                  <a:pt x="114300" y="314325"/>
                </a:lnTo>
                <a:close/>
                <a:moveTo>
                  <a:pt x="104775" y="381000"/>
                </a:moveTo>
                <a:lnTo>
                  <a:pt x="123825" y="381000"/>
                </a:lnTo>
                <a:lnTo>
                  <a:pt x="123825" y="400050"/>
                </a:lnTo>
                <a:lnTo>
                  <a:pt x="95250" y="400050"/>
                </a:lnTo>
                <a:lnTo>
                  <a:pt x="95250" y="390525"/>
                </a:lnTo>
                <a:lnTo>
                  <a:pt x="104775" y="390525"/>
                </a:lnTo>
                <a:close/>
                <a:moveTo>
                  <a:pt x="276225" y="390525"/>
                </a:moveTo>
                <a:lnTo>
                  <a:pt x="285750" y="390525"/>
                </a:lnTo>
                <a:lnTo>
                  <a:pt x="285750" y="400050"/>
                </a:lnTo>
                <a:lnTo>
                  <a:pt x="276225" y="400050"/>
                </a:lnTo>
                <a:close/>
                <a:moveTo>
                  <a:pt x="219075" y="438150"/>
                </a:moveTo>
                <a:lnTo>
                  <a:pt x="228600" y="438150"/>
                </a:lnTo>
                <a:lnTo>
                  <a:pt x="228600" y="457200"/>
                </a:lnTo>
                <a:lnTo>
                  <a:pt x="209550" y="457200"/>
                </a:lnTo>
                <a:lnTo>
                  <a:pt x="209550" y="447675"/>
                </a:lnTo>
                <a:lnTo>
                  <a:pt x="219075" y="447675"/>
                </a:lnTo>
                <a:close/>
                <a:moveTo>
                  <a:pt x="104775" y="457200"/>
                </a:moveTo>
                <a:lnTo>
                  <a:pt x="114300" y="457200"/>
                </a:lnTo>
                <a:lnTo>
                  <a:pt x="114300" y="466725"/>
                </a:lnTo>
                <a:lnTo>
                  <a:pt x="104775" y="466725"/>
                </a:lnTo>
                <a:close/>
              </a:path>
            </a:pathLst>
          </a:custGeom>
          <a:solidFill xmlns:a="http://schemas.openxmlformats.org/drawingml/2006/main">
            <a:srgbClr val="F3F0E1"/>
          </a:solidFill>
          <a:ln xmlns:a="http://schemas.openxmlformats.org/drawingml/2006/main" w="0">
            <a:noFill/>
          </a:ln>
        </p:spPr>
      </p:sp>
      <p:sp>
        <p:nvSpPr>
          <p:cNvPr id="36" name="front vector #f3f0e0">
            <a:extLst xmlns:a="http://schemas.openxmlformats.org/drawingml/2006/main">
              <a:ext uri="{FF2B5EF4-FFF2-40B4-BE49-F238E27FC236}">
                <a16:creationId xmlns:a16="http://schemas.microsoft.com/office/drawing/2014/main" id="{6B698EF3-E613-4868-B190-097000BDA2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0100" y="1647825"/>
            <a:ext cx="447675" cy="685800"/>
          </a:xfrm>
          <a:custGeom xmlns:a="http://schemas.openxmlformats.org/drawingml/2006/main">
            <a:pathLst>
              <a:path w="371475" h="581025">
                <a:moveTo>
                  <a:pt x="190500" y="200025"/>
                </a:moveTo>
                <a:lnTo>
                  <a:pt x="200025" y="200025"/>
                </a:lnTo>
                <a:lnTo>
                  <a:pt x="200025" y="209550"/>
                </a:lnTo>
                <a:lnTo>
                  <a:pt x="209550" y="209550"/>
                </a:lnTo>
                <a:lnTo>
                  <a:pt x="209550" y="228600"/>
                </a:lnTo>
                <a:lnTo>
                  <a:pt x="190500" y="228600"/>
                </a:lnTo>
                <a:close/>
                <a:moveTo>
                  <a:pt x="152400" y="228600"/>
                </a:moveTo>
                <a:lnTo>
                  <a:pt x="180975" y="228600"/>
                </a:lnTo>
                <a:lnTo>
                  <a:pt x="180975" y="238125"/>
                </a:lnTo>
                <a:lnTo>
                  <a:pt x="152400" y="238125"/>
                </a:lnTo>
                <a:close/>
                <a:moveTo>
                  <a:pt x="171450" y="266700"/>
                </a:moveTo>
                <a:lnTo>
                  <a:pt x="200025" y="266700"/>
                </a:lnTo>
                <a:lnTo>
                  <a:pt x="200025" y="276225"/>
                </a:lnTo>
                <a:lnTo>
                  <a:pt x="238125" y="276225"/>
                </a:lnTo>
                <a:lnTo>
                  <a:pt x="238125" y="295275"/>
                </a:lnTo>
                <a:lnTo>
                  <a:pt x="219075" y="295275"/>
                </a:lnTo>
                <a:lnTo>
                  <a:pt x="219075" y="285750"/>
                </a:lnTo>
                <a:lnTo>
                  <a:pt x="161925" y="285750"/>
                </a:lnTo>
                <a:lnTo>
                  <a:pt x="161925" y="295275"/>
                </a:lnTo>
                <a:lnTo>
                  <a:pt x="152400" y="295275"/>
                </a:lnTo>
                <a:lnTo>
                  <a:pt x="152400" y="304800"/>
                </a:lnTo>
                <a:lnTo>
                  <a:pt x="142875" y="304800"/>
                </a:lnTo>
                <a:lnTo>
                  <a:pt x="142875" y="314325"/>
                </a:lnTo>
                <a:lnTo>
                  <a:pt x="133350" y="314325"/>
                </a:lnTo>
                <a:lnTo>
                  <a:pt x="133350" y="304800"/>
                </a:lnTo>
                <a:lnTo>
                  <a:pt x="123825" y="304800"/>
                </a:lnTo>
                <a:lnTo>
                  <a:pt x="123825" y="285750"/>
                </a:lnTo>
                <a:lnTo>
                  <a:pt x="133350" y="285750"/>
                </a:lnTo>
                <a:lnTo>
                  <a:pt x="133350" y="276225"/>
                </a:lnTo>
                <a:lnTo>
                  <a:pt x="171450" y="276225"/>
                </a:lnTo>
                <a:close/>
                <a:moveTo>
                  <a:pt x="85725" y="285750"/>
                </a:moveTo>
                <a:lnTo>
                  <a:pt x="95250" y="285750"/>
                </a:lnTo>
                <a:lnTo>
                  <a:pt x="95250" y="295275"/>
                </a:lnTo>
                <a:lnTo>
                  <a:pt x="85725" y="295275"/>
                </a:lnTo>
                <a:close/>
                <a:moveTo>
                  <a:pt x="76200" y="333375"/>
                </a:moveTo>
                <a:lnTo>
                  <a:pt x="95250" y="333375"/>
                </a:lnTo>
                <a:lnTo>
                  <a:pt x="95250" y="352425"/>
                </a:lnTo>
                <a:lnTo>
                  <a:pt x="76200" y="352425"/>
                </a:lnTo>
                <a:close/>
                <a:moveTo>
                  <a:pt x="190500" y="371475"/>
                </a:moveTo>
                <a:lnTo>
                  <a:pt x="209550" y="371475"/>
                </a:lnTo>
                <a:lnTo>
                  <a:pt x="209550" y="390525"/>
                </a:lnTo>
                <a:lnTo>
                  <a:pt x="219075" y="390525"/>
                </a:lnTo>
                <a:lnTo>
                  <a:pt x="219075" y="409575"/>
                </a:lnTo>
                <a:lnTo>
                  <a:pt x="209550" y="409575"/>
                </a:lnTo>
                <a:lnTo>
                  <a:pt x="209550" y="400050"/>
                </a:lnTo>
                <a:lnTo>
                  <a:pt x="200025" y="400050"/>
                </a:lnTo>
                <a:lnTo>
                  <a:pt x="200025" y="390525"/>
                </a:lnTo>
                <a:lnTo>
                  <a:pt x="180975" y="390525"/>
                </a:lnTo>
                <a:lnTo>
                  <a:pt x="180975" y="381000"/>
                </a:lnTo>
                <a:lnTo>
                  <a:pt x="190500" y="381000"/>
                </a:lnTo>
                <a:close/>
                <a:moveTo>
                  <a:pt x="123825" y="381000"/>
                </a:moveTo>
                <a:lnTo>
                  <a:pt x="142875" y="381000"/>
                </a:lnTo>
                <a:lnTo>
                  <a:pt x="142875" y="390525"/>
                </a:lnTo>
                <a:lnTo>
                  <a:pt x="161925" y="390525"/>
                </a:lnTo>
                <a:lnTo>
                  <a:pt x="161925" y="400050"/>
                </a:lnTo>
                <a:lnTo>
                  <a:pt x="133350" y="400050"/>
                </a:lnTo>
                <a:lnTo>
                  <a:pt x="133350" y="390525"/>
                </a:lnTo>
                <a:lnTo>
                  <a:pt x="123825" y="390525"/>
                </a:lnTo>
                <a:close/>
                <a:moveTo>
                  <a:pt x="219075" y="409575"/>
                </a:moveTo>
                <a:lnTo>
                  <a:pt x="228600" y="409575"/>
                </a:lnTo>
                <a:lnTo>
                  <a:pt x="228600" y="438150"/>
                </a:lnTo>
                <a:lnTo>
                  <a:pt x="219075" y="438150"/>
                </a:lnTo>
                <a:close/>
                <a:moveTo>
                  <a:pt x="95250" y="438150"/>
                </a:moveTo>
                <a:lnTo>
                  <a:pt x="104775" y="438150"/>
                </a:lnTo>
                <a:lnTo>
                  <a:pt x="104775" y="447675"/>
                </a:lnTo>
                <a:lnTo>
                  <a:pt x="95250" y="447675"/>
                </a:lnTo>
                <a:close/>
                <a:moveTo>
                  <a:pt x="104775" y="447675"/>
                </a:moveTo>
                <a:lnTo>
                  <a:pt x="114300" y="447675"/>
                </a:lnTo>
                <a:lnTo>
                  <a:pt x="114300" y="457200"/>
                </a:lnTo>
                <a:lnTo>
                  <a:pt x="104775" y="457200"/>
                </a:lnTo>
                <a:close/>
              </a:path>
            </a:pathLst>
          </a:custGeom>
          <a:solidFill xmlns:a="http://schemas.openxmlformats.org/drawingml/2006/main">
            <a:srgbClr val="F3F0E0"/>
          </a:solidFill>
          <a:ln xmlns:a="http://schemas.openxmlformats.org/drawingml/2006/main" w="0">
            <a:noFill/>
          </a:ln>
        </p:spPr>
      </p:sp>
      <p:sp>
        <p:nvSpPr>
          <p:cNvPr id="37" name="front vector #f3efe4">
            <a:extLst xmlns:a="http://schemas.openxmlformats.org/drawingml/2006/main">
              <a:ext uri="{FF2B5EF4-FFF2-40B4-BE49-F238E27FC236}">
                <a16:creationId xmlns:a16="http://schemas.microsoft.com/office/drawing/2014/main" id="{5EADEBCA-14D5-45FF-9E05-F6653FF339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0100" y="1647825"/>
            <a:ext cx="447675" cy="685800"/>
          </a:xfrm>
          <a:custGeom xmlns:a="http://schemas.openxmlformats.org/drawingml/2006/main">
            <a:pathLst>
              <a:path w="371475" h="581025">
                <a:moveTo>
                  <a:pt x="276225" y="0"/>
                </a:moveTo>
                <a:lnTo>
                  <a:pt x="285750" y="0"/>
                </a:lnTo>
                <a:lnTo>
                  <a:pt x="285750" y="9525"/>
                </a:lnTo>
                <a:lnTo>
                  <a:pt x="276225" y="9525"/>
                </a:lnTo>
                <a:close/>
                <a:moveTo>
                  <a:pt x="333375" y="0"/>
                </a:moveTo>
                <a:lnTo>
                  <a:pt x="371475" y="0"/>
                </a:lnTo>
                <a:lnTo>
                  <a:pt x="371475" y="28575"/>
                </a:lnTo>
                <a:lnTo>
                  <a:pt x="352425" y="28575"/>
                </a:lnTo>
                <a:lnTo>
                  <a:pt x="352425" y="47625"/>
                </a:lnTo>
                <a:lnTo>
                  <a:pt x="333375" y="47625"/>
                </a:lnTo>
                <a:lnTo>
                  <a:pt x="333375" y="28575"/>
                </a:lnTo>
                <a:lnTo>
                  <a:pt x="342900" y="28575"/>
                </a:lnTo>
                <a:lnTo>
                  <a:pt x="342900" y="9525"/>
                </a:lnTo>
                <a:lnTo>
                  <a:pt x="333375" y="9525"/>
                </a:lnTo>
                <a:close/>
                <a:moveTo>
                  <a:pt x="361950" y="66675"/>
                </a:moveTo>
                <a:lnTo>
                  <a:pt x="371475" y="66675"/>
                </a:lnTo>
                <a:lnTo>
                  <a:pt x="371475" y="85725"/>
                </a:lnTo>
                <a:lnTo>
                  <a:pt x="352425" y="85725"/>
                </a:lnTo>
                <a:lnTo>
                  <a:pt x="352425" y="76200"/>
                </a:lnTo>
                <a:lnTo>
                  <a:pt x="361950" y="76200"/>
                </a:lnTo>
                <a:close/>
                <a:moveTo>
                  <a:pt x="114300" y="133350"/>
                </a:moveTo>
                <a:lnTo>
                  <a:pt x="133350" y="133350"/>
                </a:lnTo>
                <a:lnTo>
                  <a:pt x="133350" y="142875"/>
                </a:lnTo>
                <a:lnTo>
                  <a:pt x="142875" y="142875"/>
                </a:lnTo>
                <a:lnTo>
                  <a:pt x="142875" y="171450"/>
                </a:lnTo>
                <a:lnTo>
                  <a:pt x="114300" y="171450"/>
                </a:lnTo>
                <a:lnTo>
                  <a:pt x="114300" y="152400"/>
                </a:lnTo>
                <a:lnTo>
                  <a:pt x="123825" y="152400"/>
                </a:lnTo>
                <a:lnTo>
                  <a:pt x="123825" y="142875"/>
                </a:lnTo>
                <a:lnTo>
                  <a:pt x="114300" y="142875"/>
                </a:lnTo>
                <a:close/>
                <a:moveTo>
                  <a:pt x="247650" y="133350"/>
                </a:moveTo>
                <a:lnTo>
                  <a:pt x="257175" y="133350"/>
                </a:lnTo>
                <a:lnTo>
                  <a:pt x="257175" y="142875"/>
                </a:lnTo>
                <a:lnTo>
                  <a:pt x="247650" y="142875"/>
                </a:lnTo>
                <a:close/>
                <a:moveTo>
                  <a:pt x="238125" y="142875"/>
                </a:moveTo>
                <a:lnTo>
                  <a:pt x="247650" y="142875"/>
                </a:lnTo>
                <a:lnTo>
                  <a:pt x="247650" y="152400"/>
                </a:lnTo>
                <a:lnTo>
                  <a:pt x="238125" y="152400"/>
                </a:lnTo>
                <a:close/>
                <a:moveTo>
                  <a:pt x="352425" y="409575"/>
                </a:moveTo>
                <a:lnTo>
                  <a:pt x="361950" y="409575"/>
                </a:lnTo>
                <a:lnTo>
                  <a:pt x="361950" y="428625"/>
                </a:lnTo>
                <a:lnTo>
                  <a:pt x="352425" y="428625"/>
                </a:lnTo>
                <a:close/>
                <a:moveTo>
                  <a:pt x="352425" y="457200"/>
                </a:moveTo>
                <a:lnTo>
                  <a:pt x="361950" y="457200"/>
                </a:lnTo>
                <a:lnTo>
                  <a:pt x="361950" y="466725"/>
                </a:lnTo>
                <a:lnTo>
                  <a:pt x="371475" y="466725"/>
                </a:lnTo>
                <a:lnTo>
                  <a:pt x="371475" y="514350"/>
                </a:lnTo>
                <a:lnTo>
                  <a:pt x="352425" y="514350"/>
                </a:lnTo>
                <a:lnTo>
                  <a:pt x="352425" y="504825"/>
                </a:lnTo>
                <a:lnTo>
                  <a:pt x="342900" y="504825"/>
                </a:lnTo>
                <a:lnTo>
                  <a:pt x="342900" y="495300"/>
                </a:lnTo>
                <a:lnTo>
                  <a:pt x="352425" y="495300"/>
                </a:lnTo>
                <a:lnTo>
                  <a:pt x="352425" y="485775"/>
                </a:lnTo>
                <a:lnTo>
                  <a:pt x="333375" y="485775"/>
                </a:lnTo>
                <a:lnTo>
                  <a:pt x="333375" y="466725"/>
                </a:lnTo>
                <a:lnTo>
                  <a:pt x="342900" y="466725"/>
                </a:lnTo>
                <a:lnTo>
                  <a:pt x="342900" y="476250"/>
                </a:lnTo>
                <a:lnTo>
                  <a:pt x="352425" y="476250"/>
                </a:lnTo>
                <a:close/>
                <a:moveTo>
                  <a:pt x="323850" y="523875"/>
                </a:moveTo>
                <a:lnTo>
                  <a:pt x="333375" y="523875"/>
                </a:lnTo>
                <a:lnTo>
                  <a:pt x="333375" y="542925"/>
                </a:lnTo>
                <a:lnTo>
                  <a:pt x="314325" y="542925"/>
                </a:lnTo>
                <a:lnTo>
                  <a:pt x="314325" y="533400"/>
                </a:lnTo>
                <a:lnTo>
                  <a:pt x="323850" y="533400"/>
                </a:lnTo>
                <a:close/>
                <a:moveTo>
                  <a:pt x="361950" y="542925"/>
                </a:moveTo>
                <a:lnTo>
                  <a:pt x="371475" y="542925"/>
                </a:lnTo>
                <a:lnTo>
                  <a:pt x="371475" y="561975"/>
                </a:lnTo>
                <a:lnTo>
                  <a:pt x="352425" y="561975"/>
                </a:lnTo>
                <a:lnTo>
                  <a:pt x="352425" y="552450"/>
                </a:lnTo>
                <a:lnTo>
                  <a:pt x="361950" y="552450"/>
                </a:lnTo>
                <a:close/>
                <a:moveTo>
                  <a:pt x="66675" y="552450"/>
                </a:moveTo>
                <a:lnTo>
                  <a:pt x="85725" y="552450"/>
                </a:lnTo>
                <a:lnTo>
                  <a:pt x="85725" y="571500"/>
                </a:lnTo>
                <a:lnTo>
                  <a:pt x="66675" y="571500"/>
                </a:lnTo>
                <a:close/>
                <a:moveTo>
                  <a:pt x="123825" y="561975"/>
                </a:moveTo>
                <a:lnTo>
                  <a:pt x="133350" y="561975"/>
                </a:lnTo>
                <a:lnTo>
                  <a:pt x="133350" y="571500"/>
                </a:lnTo>
                <a:lnTo>
                  <a:pt x="123825" y="571500"/>
                </a:lnTo>
                <a:close/>
              </a:path>
            </a:pathLst>
          </a:custGeom>
          <a:solidFill xmlns:a="http://schemas.openxmlformats.org/drawingml/2006/main">
            <a:srgbClr val="F3EFE4"/>
          </a:solidFill>
          <a:ln xmlns:a="http://schemas.openxmlformats.org/drawingml/2006/main" w="0">
            <a:noFill/>
          </a:ln>
        </p:spPr>
      </p:sp>
      <p:sp>
        <p:nvSpPr>
          <p:cNvPr id="38" name="front vector #f3efe3">
            <a:extLst xmlns:a="http://schemas.openxmlformats.org/drawingml/2006/main">
              <a:ext uri="{FF2B5EF4-FFF2-40B4-BE49-F238E27FC236}">
                <a16:creationId xmlns:a16="http://schemas.microsoft.com/office/drawing/2014/main" id="{1CDDCC16-E83E-4916-85F3-EA44AF857F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0100" y="1647825"/>
            <a:ext cx="447675" cy="685800"/>
          </a:xfrm>
          <a:custGeom xmlns:a="http://schemas.openxmlformats.org/drawingml/2006/main">
            <a:pathLst>
              <a:path w="371475" h="581025">
                <a:moveTo>
                  <a:pt x="285750" y="0"/>
                </a:moveTo>
                <a:lnTo>
                  <a:pt x="304800" y="0"/>
                </a:lnTo>
                <a:lnTo>
                  <a:pt x="304800" y="9525"/>
                </a:lnTo>
                <a:lnTo>
                  <a:pt x="285750" y="9525"/>
                </a:lnTo>
                <a:close/>
                <a:moveTo>
                  <a:pt x="76200" y="85725"/>
                </a:moveTo>
                <a:lnTo>
                  <a:pt x="85725" y="85725"/>
                </a:lnTo>
                <a:lnTo>
                  <a:pt x="85725" y="104775"/>
                </a:lnTo>
                <a:lnTo>
                  <a:pt x="76200" y="104775"/>
                </a:lnTo>
                <a:close/>
                <a:moveTo>
                  <a:pt x="352425" y="85725"/>
                </a:moveTo>
                <a:lnTo>
                  <a:pt x="371475" y="85725"/>
                </a:lnTo>
                <a:lnTo>
                  <a:pt x="371475" y="104775"/>
                </a:lnTo>
                <a:lnTo>
                  <a:pt x="352425" y="104775"/>
                </a:lnTo>
                <a:close/>
                <a:moveTo>
                  <a:pt x="95250" y="95250"/>
                </a:moveTo>
                <a:lnTo>
                  <a:pt x="104775" y="95250"/>
                </a:lnTo>
                <a:lnTo>
                  <a:pt x="104775" y="104775"/>
                </a:lnTo>
                <a:lnTo>
                  <a:pt x="114300" y="104775"/>
                </a:lnTo>
                <a:lnTo>
                  <a:pt x="114300" y="123825"/>
                </a:lnTo>
                <a:lnTo>
                  <a:pt x="123825" y="123825"/>
                </a:lnTo>
                <a:lnTo>
                  <a:pt x="123825" y="133350"/>
                </a:lnTo>
                <a:lnTo>
                  <a:pt x="114300" y="133350"/>
                </a:lnTo>
                <a:lnTo>
                  <a:pt x="114300" y="142875"/>
                </a:lnTo>
                <a:lnTo>
                  <a:pt x="123825" y="142875"/>
                </a:lnTo>
                <a:lnTo>
                  <a:pt x="123825" y="152400"/>
                </a:lnTo>
                <a:lnTo>
                  <a:pt x="114300" y="152400"/>
                </a:lnTo>
                <a:lnTo>
                  <a:pt x="114300" y="171450"/>
                </a:lnTo>
                <a:lnTo>
                  <a:pt x="104775" y="171450"/>
                </a:lnTo>
                <a:lnTo>
                  <a:pt x="104775" y="161925"/>
                </a:lnTo>
                <a:lnTo>
                  <a:pt x="95250" y="161925"/>
                </a:lnTo>
                <a:lnTo>
                  <a:pt x="95250" y="133350"/>
                </a:lnTo>
                <a:lnTo>
                  <a:pt x="104775" y="133350"/>
                </a:lnTo>
                <a:lnTo>
                  <a:pt x="104775" y="114300"/>
                </a:lnTo>
                <a:lnTo>
                  <a:pt x="95250" y="114300"/>
                </a:lnTo>
                <a:close/>
                <a:moveTo>
                  <a:pt x="266700" y="114300"/>
                </a:moveTo>
                <a:lnTo>
                  <a:pt x="276225" y="114300"/>
                </a:lnTo>
                <a:lnTo>
                  <a:pt x="276225" y="123825"/>
                </a:lnTo>
                <a:lnTo>
                  <a:pt x="266700" y="123825"/>
                </a:lnTo>
                <a:close/>
                <a:moveTo>
                  <a:pt x="257175" y="123825"/>
                </a:moveTo>
                <a:lnTo>
                  <a:pt x="266700" y="123825"/>
                </a:lnTo>
                <a:lnTo>
                  <a:pt x="266700" y="133350"/>
                </a:lnTo>
                <a:lnTo>
                  <a:pt x="257175" y="133350"/>
                </a:lnTo>
                <a:close/>
                <a:moveTo>
                  <a:pt x="276225" y="123825"/>
                </a:moveTo>
                <a:lnTo>
                  <a:pt x="285750" y="123825"/>
                </a:lnTo>
                <a:lnTo>
                  <a:pt x="285750" y="133350"/>
                </a:lnTo>
                <a:lnTo>
                  <a:pt x="276225" y="133350"/>
                </a:lnTo>
                <a:close/>
                <a:moveTo>
                  <a:pt x="76200" y="133350"/>
                </a:moveTo>
                <a:lnTo>
                  <a:pt x="85725" y="133350"/>
                </a:lnTo>
                <a:lnTo>
                  <a:pt x="85725" y="152400"/>
                </a:lnTo>
                <a:lnTo>
                  <a:pt x="76200" y="152400"/>
                </a:lnTo>
                <a:close/>
                <a:moveTo>
                  <a:pt x="247650" y="142875"/>
                </a:moveTo>
                <a:lnTo>
                  <a:pt x="257175" y="142875"/>
                </a:lnTo>
                <a:lnTo>
                  <a:pt x="257175" y="190500"/>
                </a:lnTo>
                <a:lnTo>
                  <a:pt x="228600" y="190500"/>
                </a:lnTo>
                <a:lnTo>
                  <a:pt x="228600" y="152400"/>
                </a:lnTo>
                <a:lnTo>
                  <a:pt x="247650" y="152400"/>
                </a:lnTo>
                <a:close/>
                <a:moveTo>
                  <a:pt x="361950" y="152400"/>
                </a:moveTo>
                <a:lnTo>
                  <a:pt x="371475" y="152400"/>
                </a:lnTo>
                <a:lnTo>
                  <a:pt x="371475" y="219075"/>
                </a:lnTo>
                <a:lnTo>
                  <a:pt x="361950" y="219075"/>
                </a:lnTo>
                <a:lnTo>
                  <a:pt x="361950" y="209550"/>
                </a:lnTo>
                <a:lnTo>
                  <a:pt x="352425" y="209550"/>
                </a:lnTo>
                <a:lnTo>
                  <a:pt x="352425" y="161925"/>
                </a:lnTo>
                <a:lnTo>
                  <a:pt x="361950" y="161925"/>
                </a:lnTo>
                <a:close/>
                <a:moveTo>
                  <a:pt x="114300" y="171450"/>
                </a:moveTo>
                <a:lnTo>
                  <a:pt x="133350" y="171450"/>
                </a:lnTo>
                <a:lnTo>
                  <a:pt x="133350" y="180975"/>
                </a:lnTo>
                <a:lnTo>
                  <a:pt x="152400" y="180975"/>
                </a:lnTo>
                <a:lnTo>
                  <a:pt x="152400" y="190500"/>
                </a:lnTo>
                <a:lnTo>
                  <a:pt x="161925" y="190500"/>
                </a:lnTo>
                <a:lnTo>
                  <a:pt x="161925" y="200025"/>
                </a:lnTo>
                <a:lnTo>
                  <a:pt x="152400" y="200025"/>
                </a:lnTo>
                <a:lnTo>
                  <a:pt x="152400" y="209550"/>
                </a:lnTo>
                <a:lnTo>
                  <a:pt x="142875" y="209550"/>
                </a:lnTo>
                <a:lnTo>
                  <a:pt x="142875" y="219075"/>
                </a:lnTo>
                <a:lnTo>
                  <a:pt x="133350" y="219075"/>
                </a:lnTo>
                <a:lnTo>
                  <a:pt x="133350" y="238125"/>
                </a:lnTo>
                <a:lnTo>
                  <a:pt x="114300" y="238125"/>
                </a:lnTo>
                <a:close/>
                <a:moveTo>
                  <a:pt x="276225" y="190500"/>
                </a:moveTo>
                <a:lnTo>
                  <a:pt x="285750" y="190500"/>
                </a:lnTo>
                <a:lnTo>
                  <a:pt x="285750" y="266700"/>
                </a:lnTo>
                <a:lnTo>
                  <a:pt x="276225" y="266700"/>
                </a:lnTo>
                <a:close/>
                <a:moveTo>
                  <a:pt x="352425" y="228600"/>
                </a:moveTo>
                <a:lnTo>
                  <a:pt x="371475" y="228600"/>
                </a:lnTo>
                <a:lnTo>
                  <a:pt x="371475" y="276225"/>
                </a:lnTo>
                <a:lnTo>
                  <a:pt x="361950" y="276225"/>
                </a:lnTo>
                <a:lnTo>
                  <a:pt x="361950" y="257175"/>
                </a:lnTo>
                <a:lnTo>
                  <a:pt x="352425" y="257175"/>
                </a:lnTo>
                <a:close/>
                <a:moveTo>
                  <a:pt x="276225" y="285750"/>
                </a:moveTo>
                <a:lnTo>
                  <a:pt x="285750" y="285750"/>
                </a:lnTo>
                <a:lnTo>
                  <a:pt x="285750" y="342900"/>
                </a:lnTo>
                <a:lnTo>
                  <a:pt x="276225" y="342900"/>
                </a:lnTo>
                <a:close/>
                <a:moveTo>
                  <a:pt x="361950" y="285750"/>
                </a:moveTo>
                <a:lnTo>
                  <a:pt x="371475" y="285750"/>
                </a:lnTo>
                <a:lnTo>
                  <a:pt x="371475" y="466725"/>
                </a:lnTo>
                <a:lnTo>
                  <a:pt x="361950" y="466725"/>
                </a:lnTo>
                <a:lnTo>
                  <a:pt x="361950" y="457200"/>
                </a:lnTo>
                <a:lnTo>
                  <a:pt x="352425" y="457200"/>
                </a:lnTo>
                <a:lnTo>
                  <a:pt x="352425" y="428625"/>
                </a:lnTo>
                <a:lnTo>
                  <a:pt x="361950" y="428625"/>
                </a:lnTo>
                <a:lnTo>
                  <a:pt x="361950" y="409575"/>
                </a:lnTo>
                <a:lnTo>
                  <a:pt x="352425" y="409575"/>
                </a:lnTo>
                <a:lnTo>
                  <a:pt x="352425" y="295275"/>
                </a:lnTo>
                <a:lnTo>
                  <a:pt x="361950" y="295275"/>
                </a:lnTo>
                <a:close/>
                <a:moveTo>
                  <a:pt x="76200" y="371475"/>
                </a:moveTo>
                <a:lnTo>
                  <a:pt x="85725" y="371475"/>
                </a:lnTo>
                <a:lnTo>
                  <a:pt x="85725" y="390525"/>
                </a:lnTo>
                <a:lnTo>
                  <a:pt x="76200" y="390525"/>
                </a:lnTo>
                <a:close/>
                <a:moveTo>
                  <a:pt x="276225" y="371475"/>
                </a:moveTo>
                <a:lnTo>
                  <a:pt x="285750" y="371475"/>
                </a:lnTo>
                <a:lnTo>
                  <a:pt x="285750" y="381000"/>
                </a:lnTo>
                <a:lnTo>
                  <a:pt x="276225" y="381000"/>
                </a:lnTo>
                <a:close/>
                <a:moveTo>
                  <a:pt x="0" y="495300"/>
                </a:moveTo>
                <a:lnTo>
                  <a:pt x="9525" y="495300"/>
                </a:lnTo>
                <a:lnTo>
                  <a:pt x="9525" y="504825"/>
                </a:lnTo>
                <a:lnTo>
                  <a:pt x="19050" y="504825"/>
                </a:lnTo>
                <a:lnTo>
                  <a:pt x="19050" y="523875"/>
                </a:lnTo>
                <a:lnTo>
                  <a:pt x="0" y="523875"/>
                </a:lnTo>
                <a:close/>
                <a:moveTo>
                  <a:pt x="342900" y="504825"/>
                </a:moveTo>
                <a:lnTo>
                  <a:pt x="352425" y="504825"/>
                </a:lnTo>
                <a:lnTo>
                  <a:pt x="352425" y="514350"/>
                </a:lnTo>
                <a:lnTo>
                  <a:pt x="371475" y="514350"/>
                </a:lnTo>
                <a:lnTo>
                  <a:pt x="371475" y="542925"/>
                </a:lnTo>
                <a:lnTo>
                  <a:pt x="361950" y="542925"/>
                </a:lnTo>
                <a:lnTo>
                  <a:pt x="361950" y="552450"/>
                </a:lnTo>
                <a:lnTo>
                  <a:pt x="352425" y="552450"/>
                </a:lnTo>
                <a:lnTo>
                  <a:pt x="352425" y="561975"/>
                </a:lnTo>
                <a:lnTo>
                  <a:pt x="371475" y="561975"/>
                </a:lnTo>
                <a:lnTo>
                  <a:pt x="371475" y="571500"/>
                </a:lnTo>
                <a:lnTo>
                  <a:pt x="352425" y="571500"/>
                </a:lnTo>
                <a:lnTo>
                  <a:pt x="352425" y="581025"/>
                </a:lnTo>
                <a:lnTo>
                  <a:pt x="266700" y="581025"/>
                </a:lnTo>
                <a:lnTo>
                  <a:pt x="266700" y="571500"/>
                </a:lnTo>
                <a:lnTo>
                  <a:pt x="285750" y="571500"/>
                </a:lnTo>
                <a:lnTo>
                  <a:pt x="285750" y="552450"/>
                </a:lnTo>
                <a:lnTo>
                  <a:pt x="295275" y="552450"/>
                </a:lnTo>
                <a:lnTo>
                  <a:pt x="295275" y="542925"/>
                </a:lnTo>
                <a:lnTo>
                  <a:pt x="304800" y="542925"/>
                </a:lnTo>
                <a:lnTo>
                  <a:pt x="304800" y="533400"/>
                </a:lnTo>
                <a:lnTo>
                  <a:pt x="314325" y="533400"/>
                </a:lnTo>
                <a:lnTo>
                  <a:pt x="314325" y="542925"/>
                </a:lnTo>
                <a:lnTo>
                  <a:pt x="333375" y="542925"/>
                </a:lnTo>
                <a:lnTo>
                  <a:pt x="333375" y="514350"/>
                </a:lnTo>
                <a:lnTo>
                  <a:pt x="342900" y="514350"/>
                </a:lnTo>
                <a:close/>
                <a:moveTo>
                  <a:pt x="19050" y="533400"/>
                </a:moveTo>
                <a:lnTo>
                  <a:pt x="47625" y="533400"/>
                </a:lnTo>
                <a:lnTo>
                  <a:pt x="47625" y="552450"/>
                </a:lnTo>
                <a:lnTo>
                  <a:pt x="66675" y="552450"/>
                </a:lnTo>
                <a:lnTo>
                  <a:pt x="66675" y="571500"/>
                </a:lnTo>
                <a:lnTo>
                  <a:pt x="85725" y="571500"/>
                </a:lnTo>
                <a:lnTo>
                  <a:pt x="85725" y="552450"/>
                </a:lnTo>
                <a:lnTo>
                  <a:pt x="95250" y="552450"/>
                </a:lnTo>
                <a:lnTo>
                  <a:pt x="95250" y="571500"/>
                </a:lnTo>
                <a:lnTo>
                  <a:pt x="85725" y="571500"/>
                </a:lnTo>
                <a:lnTo>
                  <a:pt x="85725" y="581025"/>
                </a:lnTo>
                <a:lnTo>
                  <a:pt x="0" y="581025"/>
                </a:lnTo>
                <a:lnTo>
                  <a:pt x="0" y="542925"/>
                </a:lnTo>
                <a:lnTo>
                  <a:pt x="19050" y="542925"/>
                </a:lnTo>
                <a:close/>
                <a:moveTo>
                  <a:pt x="104775" y="561975"/>
                </a:moveTo>
                <a:lnTo>
                  <a:pt x="123825" y="561975"/>
                </a:lnTo>
                <a:lnTo>
                  <a:pt x="123825" y="571500"/>
                </a:lnTo>
                <a:lnTo>
                  <a:pt x="133350" y="571500"/>
                </a:lnTo>
                <a:lnTo>
                  <a:pt x="133350" y="561975"/>
                </a:lnTo>
                <a:lnTo>
                  <a:pt x="142875" y="561975"/>
                </a:lnTo>
                <a:lnTo>
                  <a:pt x="142875" y="571500"/>
                </a:lnTo>
                <a:lnTo>
                  <a:pt x="152400" y="571500"/>
                </a:lnTo>
                <a:lnTo>
                  <a:pt x="152400" y="581025"/>
                </a:lnTo>
                <a:lnTo>
                  <a:pt x="104775" y="581025"/>
                </a:lnTo>
                <a:close/>
                <a:moveTo>
                  <a:pt x="200025" y="561975"/>
                </a:moveTo>
                <a:lnTo>
                  <a:pt x="219075" y="561975"/>
                </a:lnTo>
                <a:lnTo>
                  <a:pt x="219075" y="571500"/>
                </a:lnTo>
                <a:lnTo>
                  <a:pt x="228600" y="571500"/>
                </a:lnTo>
                <a:lnTo>
                  <a:pt x="228600" y="581025"/>
                </a:lnTo>
                <a:lnTo>
                  <a:pt x="209550" y="581025"/>
                </a:lnTo>
                <a:lnTo>
                  <a:pt x="209550" y="571500"/>
                </a:lnTo>
                <a:lnTo>
                  <a:pt x="200025" y="571500"/>
                </a:lnTo>
                <a:close/>
                <a:moveTo>
                  <a:pt x="171450" y="571500"/>
                </a:moveTo>
                <a:lnTo>
                  <a:pt x="180975" y="571500"/>
                </a:lnTo>
                <a:lnTo>
                  <a:pt x="180975" y="581025"/>
                </a:lnTo>
                <a:lnTo>
                  <a:pt x="171450" y="581025"/>
                </a:lnTo>
                <a:close/>
              </a:path>
            </a:pathLst>
          </a:custGeom>
          <a:solidFill xmlns:a="http://schemas.openxmlformats.org/drawingml/2006/main">
            <a:srgbClr val="F3EFE3"/>
          </a:solidFill>
          <a:ln xmlns:a="http://schemas.openxmlformats.org/drawingml/2006/main" w="0">
            <a:noFill/>
          </a:ln>
        </p:spPr>
      </p:sp>
      <p:sp>
        <p:nvSpPr>
          <p:cNvPr id="39" name="front vector #f3efe2">
            <a:extLst xmlns:a="http://schemas.openxmlformats.org/drawingml/2006/main">
              <a:ext uri="{FF2B5EF4-FFF2-40B4-BE49-F238E27FC236}">
                <a16:creationId xmlns:a16="http://schemas.microsoft.com/office/drawing/2014/main" id="{B1E73E0A-6983-4354-90B7-4E0A64CF47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0100" y="1647825"/>
            <a:ext cx="447675" cy="685800"/>
          </a:xfrm>
          <a:custGeom xmlns:a="http://schemas.openxmlformats.org/drawingml/2006/main">
            <a:pathLst>
              <a:path w="371475" h="581025">
                <a:moveTo>
                  <a:pt x="0" y="9525"/>
                </a:moveTo>
                <a:lnTo>
                  <a:pt x="19050" y="9525"/>
                </a:lnTo>
                <a:lnTo>
                  <a:pt x="19050" y="28575"/>
                </a:lnTo>
                <a:lnTo>
                  <a:pt x="0" y="28575"/>
                </a:lnTo>
                <a:close/>
                <a:moveTo>
                  <a:pt x="361950" y="104775"/>
                </a:moveTo>
                <a:lnTo>
                  <a:pt x="371475" y="104775"/>
                </a:lnTo>
                <a:lnTo>
                  <a:pt x="371475" y="133350"/>
                </a:lnTo>
                <a:lnTo>
                  <a:pt x="361950" y="133350"/>
                </a:lnTo>
                <a:close/>
                <a:moveTo>
                  <a:pt x="95250" y="114300"/>
                </a:moveTo>
                <a:lnTo>
                  <a:pt x="104775" y="114300"/>
                </a:lnTo>
                <a:lnTo>
                  <a:pt x="104775" y="133350"/>
                </a:lnTo>
                <a:lnTo>
                  <a:pt x="95250" y="133350"/>
                </a:lnTo>
                <a:close/>
                <a:moveTo>
                  <a:pt x="85725" y="133350"/>
                </a:moveTo>
                <a:lnTo>
                  <a:pt x="95250" y="133350"/>
                </a:lnTo>
                <a:lnTo>
                  <a:pt x="95250" y="142875"/>
                </a:lnTo>
                <a:lnTo>
                  <a:pt x="85725" y="142875"/>
                </a:lnTo>
                <a:close/>
                <a:moveTo>
                  <a:pt x="219075" y="152400"/>
                </a:moveTo>
                <a:lnTo>
                  <a:pt x="228600" y="152400"/>
                </a:lnTo>
                <a:lnTo>
                  <a:pt x="228600" y="190500"/>
                </a:lnTo>
                <a:lnTo>
                  <a:pt x="219075" y="190500"/>
                </a:lnTo>
                <a:lnTo>
                  <a:pt x="219075" y="200025"/>
                </a:lnTo>
                <a:lnTo>
                  <a:pt x="209550" y="200025"/>
                </a:lnTo>
                <a:lnTo>
                  <a:pt x="209550" y="190500"/>
                </a:lnTo>
                <a:lnTo>
                  <a:pt x="200025" y="190500"/>
                </a:lnTo>
                <a:lnTo>
                  <a:pt x="200025" y="180975"/>
                </a:lnTo>
                <a:lnTo>
                  <a:pt x="209550" y="180975"/>
                </a:lnTo>
                <a:lnTo>
                  <a:pt x="209550" y="161925"/>
                </a:lnTo>
                <a:lnTo>
                  <a:pt x="219075" y="161925"/>
                </a:lnTo>
                <a:close/>
                <a:moveTo>
                  <a:pt x="104775" y="171450"/>
                </a:moveTo>
                <a:lnTo>
                  <a:pt x="114300" y="171450"/>
                </a:lnTo>
                <a:lnTo>
                  <a:pt x="114300" y="180975"/>
                </a:lnTo>
                <a:lnTo>
                  <a:pt x="104775" y="180975"/>
                </a:lnTo>
                <a:close/>
                <a:moveTo>
                  <a:pt x="257175" y="171450"/>
                </a:moveTo>
                <a:lnTo>
                  <a:pt x="266700" y="171450"/>
                </a:lnTo>
                <a:lnTo>
                  <a:pt x="266700" y="190500"/>
                </a:lnTo>
                <a:lnTo>
                  <a:pt x="276225" y="190500"/>
                </a:lnTo>
                <a:lnTo>
                  <a:pt x="276225" y="266700"/>
                </a:lnTo>
                <a:lnTo>
                  <a:pt x="257175" y="266700"/>
                </a:lnTo>
                <a:lnTo>
                  <a:pt x="257175" y="285750"/>
                </a:lnTo>
                <a:lnTo>
                  <a:pt x="266700" y="285750"/>
                </a:lnTo>
                <a:lnTo>
                  <a:pt x="266700" y="295275"/>
                </a:lnTo>
                <a:lnTo>
                  <a:pt x="276225" y="295275"/>
                </a:lnTo>
                <a:lnTo>
                  <a:pt x="276225" y="333375"/>
                </a:lnTo>
                <a:lnTo>
                  <a:pt x="257175" y="333375"/>
                </a:lnTo>
                <a:lnTo>
                  <a:pt x="257175" y="323850"/>
                </a:lnTo>
                <a:lnTo>
                  <a:pt x="266700" y="323850"/>
                </a:lnTo>
                <a:lnTo>
                  <a:pt x="266700" y="304800"/>
                </a:lnTo>
                <a:lnTo>
                  <a:pt x="238125" y="304800"/>
                </a:lnTo>
                <a:lnTo>
                  <a:pt x="238125" y="238125"/>
                </a:lnTo>
                <a:lnTo>
                  <a:pt x="266700" y="238125"/>
                </a:lnTo>
                <a:lnTo>
                  <a:pt x="266700" y="209550"/>
                </a:lnTo>
                <a:lnTo>
                  <a:pt x="238125" y="209550"/>
                </a:lnTo>
                <a:lnTo>
                  <a:pt x="238125" y="190500"/>
                </a:lnTo>
                <a:lnTo>
                  <a:pt x="257175" y="190500"/>
                </a:lnTo>
                <a:close/>
                <a:moveTo>
                  <a:pt x="104775" y="190500"/>
                </a:moveTo>
                <a:lnTo>
                  <a:pt x="114300" y="190500"/>
                </a:lnTo>
                <a:lnTo>
                  <a:pt x="114300" y="200025"/>
                </a:lnTo>
                <a:lnTo>
                  <a:pt x="104775" y="200025"/>
                </a:lnTo>
                <a:close/>
                <a:moveTo>
                  <a:pt x="152400" y="200025"/>
                </a:moveTo>
                <a:lnTo>
                  <a:pt x="171450" y="200025"/>
                </a:lnTo>
                <a:lnTo>
                  <a:pt x="171450" y="209550"/>
                </a:lnTo>
                <a:lnTo>
                  <a:pt x="152400" y="209550"/>
                </a:lnTo>
                <a:close/>
                <a:moveTo>
                  <a:pt x="142875" y="209550"/>
                </a:moveTo>
                <a:lnTo>
                  <a:pt x="152400" y="209550"/>
                </a:lnTo>
                <a:lnTo>
                  <a:pt x="152400" y="219075"/>
                </a:lnTo>
                <a:lnTo>
                  <a:pt x="142875" y="219075"/>
                </a:lnTo>
                <a:close/>
                <a:moveTo>
                  <a:pt x="104775" y="219075"/>
                </a:moveTo>
                <a:lnTo>
                  <a:pt x="114300" y="219075"/>
                </a:lnTo>
                <a:lnTo>
                  <a:pt x="114300" y="228600"/>
                </a:lnTo>
                <a:lnTo>
                  <a:pt x="104775" y="228600"/>
                </a:lnTo>
                <a:close/>
                <a:moveTo>
                  <a:pt x="152400" y="219075"/>
                </a:moveTo>
                <a:lnTo>
                  <a:pt x="161925" y="219075"/>
                </a:lnTo>
                <a:lnTo>
                  <a:pt x="161925" y="228600"/>
                </a:lnTo>
                <a:lnTo>
                  <a:pt x="152400" y="228600"/>
                </a:lnTo>
                <a:close/>
                <a:moveTo>
                  <a:pt x="361950" y="219075"/>
                </a:moveTo>
                <a:lnTo>
                  <a:pt x="371475" y="219075"/>
                </a:lnTo>
                <a:lnTo>
                  <a:pt x="371475" y="228600"/>
                </a:lnTo>
                <a:lnTo>
                  <a:pt x="361950" y="228600"/>
                </a:lnTo>
                <a:close/>
                <a:moveTo>
                  <a:pt x="76200" y="228600"/>
                </a:moveTo>
                <a:lnTo>
                  <a:pt x="95250" y="228600"/>
                </a:lnTo>
                <a:lnTo>
                  <a:pt x="95250" y="247650"/>
                </a:lnTo>
                <a:lnTo>
                  <a:pt x="76200" y="247650"/>
                </a:lnTo>
                <a:close/>
                <a:moveTo>
                  <a:pt x="200025" y="257175"/>
                </a:moveTo>
                <a:lnTo>
                  <a:pt x="209550" y="257175"/>
                </a:lnTo>
                <a:lnTo>
                  <a:pt x="209550" y="276225"/>
                </a:lnTo>
                <a:lnTo>
                  <a:pt x="200025" y="276225"/>
                </a:lnTo>
                <a:close/>
                <a:moveTo>
                  <a:pt x="76200" y="361950"/>
                </a:moveTo>
                <a:lnTo>
                  <a:pt x="95250" y="361950"/>
                </a:lnTo>
                <a:lnTo>
                  <a:pt x="95250" y="390525"/>
                </a:lnTo>
                <a:lnTo>
                  <a:pt x="85725" y="390525"/>
                </a:lnTo>
                <a:lnTo>
                  <a:pt x="85725" y="371475"/>
                </a:lnTo>
                <a:lnTo>
                  <a:pt x="76200" y="371475"/>
                </a:lnTo>
                <a:close/>
                <a:moveTo>
                  <a:pt x="266700" y="371475"/>
                </a:moveTo>
                <a:lnTo>
                  <a:pt x="276225" y="371475"/>
                </a:lnTo>
                <a:lnTo>
                  <a:pt x="276225" y="381000"/>
                </a:lnTo>
                <a:lnTo>
                  <a:pt x="266700" y="381000"/>
                </a:lnTo>
                <a:close/>
                <a:moveTo>
                  <a:pt x="85725" y="438150"/>
                </a:moveTo>
                <a:lnTo>
                  <a:pt x="95250" y="438150"/>
                </a:lnTo>
                <a:lnTo>
                  <a:pt x="95250" y="447675"/>
                </a:lnTo>
                <a:lnTo>
                  <a:pt x="85725" y="447675"/>
                </a:lnTo>
                <a:close/>
                <a:moveTo>
                  <a:pt x="276225" y="552450"/>
                </a:moveTo>
                <a:lnTo>
                  <a:pt x="285750" y="552450"/>
                </a:lnTo>
                <a:lnTo>
                  <a:pt x="285750" y="561975"/>
                </a:lnTo>
                <a:lnTo>
                  <a:pt x="276225" y="561975"/>
                </a:lnTo>
                <a:close/>
                <a:moveTo>
                  <a:pt x="95250" y="561975"/>
                </a:moveTo>
                <a:lnTo>
                  <a:pt x="104775" y="561975"/>
                </a:lnTo>
                <a:lnTo>
                  <a:pt x="104775" y="571500"/>
                </a:lnTo>
                <a:lnTo>
                  <a:pt x="95250" y="571500"/>
                </a:lnTo>
                <a:close/>
                <a:moveTo>
                  <a:pt x="219075" y="561975"/>
                </a:moveTo>
                <a:lnTo>
                  <a:pt x="228600" y="561975"/>
                </a:lnTo>
                <a:lnTo>
                  <a:pt x="228600" y="571500"/>
                </a:lnTo>
                <a:lnTo>
                  <a:pt x="219075" y="571500"/>
                </a:lnTo>
                <a:close/>
                <a:moveTo>
                  <a:pt x="247650" y="561975"/>
                </a:moveTo>
                <a:lnTo>
                  <a:pt x="257175" y="561975"/>
                </a:lnTo>
                <a:lnTo>
                  <a:pt x="257175" y="571500"/>
                </a:lnTo>
                <a:lnTo>
                  <a:pt x="247650" y="571500"/>
                </a:lnTo>
                <a:close/>
                <a:moveTo>
                  <a:pt x="85725" y="571500"/>
                </a:moveTo>
                <a:lnTo>
                  <a:pt x="95250" y="571500"/>
                </a:lnTo>
                <a:lnTo>
                  <a:pt x="95250" y="581025"/>
                </a:lnTo>
                <a:lnTo>
                  <a:pt x="85725" y="581025"/>
                </a:lnTo>
                <a:close/>
                <a:moveTo>
                  <a:pt x="228600" y="571500"/>
                </a:moveTo>
                <a:lnTo>
                  <a:pt x="247650" y="571500"/>
                </a:lnTo>
                <a:lnTo>
                  <a:pt x="247650" y="581025"/>
                </a:lnTo>
                <a:lnTo>
                  <a:pt x="228600" y="581025"/>
                </a:lnTo>
                <a:close/>
                <a:moveTo>
                  <a:pt x="352425" y="571500"/>
                </a:moveTo>
                <a:lnTo>
                  <a:pt x="371475" y="571500"/>
                </a:lnTo>
                <a:lnTo>
                  <a:pt x="371475" y="581025"/>
                </a:lnTo>
                <a:lnTo>
                  <a:pt x="352425" y="581025"/>
                </a:lnTo>
                <a:close/>
              </a:path>
            </a:pathLst>
          </a:custGeom>
          <a:solidFill xmlns:a="http://schemas.openxmlformats.org/drawingml/2006/main">
            <a:srgbClr val="F3EFE2"/>
          </a:solidFill>
          <a:ln xmlns:a="http://schemas.openxmlformats.org/drawingml/2006/main" w="0">
            <a:noFill/>
          </a:ln>
        </p:spPr>
      </p:sp>
      <p:sp>
        <p:nvSpPr>
          <p:cNvPr id="40" name="front vector #f2f2e5">
            <a:extLst xmlns:a="http://schemas.openxmlformats.org/drawingml/2006/main">
              <a:ext uri="{FF2B5EF4-FFF2-40B4-BE49-F238E27FC236}">
                <a16:creationId xmlns:a16="http://schemas.microsoft.com/office/drawing/2014/main" id="{410B4B12-4F7D-43BC-9284-2A62A41F1DB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0100" y="1647825"/>
            <a:ext cx="447675" cy="685800"/>
          </a:xfrm>
          <a:custGeom xmlns:a="http://schemas.openxmlformats.org/drawingml/2006/main">
            <a:pathLst>
              <a:path w="371475" h="581025">
                <a:moveTo>
                  <a:pt x="219075" y="9525"/>
                </a:moveTo>
                <a:lnTo>
                  <a:pt x="276225" y="9525"/>
                </a:lnTo>
                <a:lnTo>
                  <a:pt x="276225" y="28575"/>
                </a:lnTo>
                <a:lnTo>
                  <a:pt x="266700" y="28575"/>
                </a:lnTo>
                <a:lnTo>
                  <a:pt x="266700" y="19050"/>
                </a:lnTo>
                <a:lnTo>
                  <a:pt x="219075" y="19050"/>
                </a:lnTo>
                <a:close/>
                <a:moveTo>
                  <a:pt x="38100" y="28575"/>
                </a:moveTo>
                <a:lnTo>
                  <a:pt x="47625" y="28575"/>
                </a:lnTo>
                <a:lnTo>
                  <a:pt x="47625" y="47625"/>
                </a:lnTo>
                <a:lnTo>
                  <a:pt x="38100" y="47625"/>
                </a:lnTo>
                <a:lnTo>
                  <a:pt x="38100" y="57150"/>
                </a:lnTo>
                <a:lnTo>
                  <a:pt x="28575" y="57150"/>
                </a:lnTo>
                <a:lnTo>
                  <a:pt x="28575" y="38100"/>
                </a:lnTo>
                <a:lnTo>
                  <a:pt x="38100" y="38100"/>
                </a:lnTo>
                <a:close/>
                <a:moveTo>
                  <a:pt x="304800" y="28575"/>
                </a:moveTo>
                <a:lnTo>
                  <a:pt x="314325" y="28575"/>
                </a:lnTo>
                <a:lnTo>
                  <a:pt x="314325" y="38100"/>
                </a:lnTo>
                <a:lnTo>
                  <a:pt x="304800" y="38100"/>
                </a:lnTo>
                <a:close/>
                <a:moveTo>
                  <a:pt x="238125" y="66675"/>
                </a:moveTo>
                <a:lnTo>
                  <a:pt x="276225" y="66675"/>
                </a:lnTo>
                <a:lnTo>
                  <a:pt x="276225" y="76200"/>
                </a:lnTo>
                <a:lnTo>
                  <a:pt x="295275" y="76200"/>
                </a:lnTo>
                <a:lnTo>
                  <a:pt x="295275" y="95250"/>
                </a:lnTo>
                <a:lnTo>
                  <a:pt x="285750" y="95250"/>
                </a:lnTo>
                <a:lnTo>
                  <a:pt x="285750" y="104775"/>
                </a:lnTo>
                <a:lnTo>
                  <a:pt x="276225" y="104775"/>
                </a:lnTo>
                <a:lnTo>
                  <a:pt x="276225" y="95250"/>
                </a:lnTo>
                <a:lnTo>
                  <a:pt x="238125" y="95250"/>
                </a:lnTo>
                <a:close/>
                <a:moveTo>
                  <a:pt x="95250" y="76200"/>
                </a:moveTo>
                <a:lnTo>
                  <a:pt x="114300" y="76200"/>
                </a:lnTo>
                <a:lnTo>
                  <a:pt x="114300" y="85725"/>
                </a:lnTo>
                <a:lnTo>
                  <a:pt x="95250" y="85725"/>
                </a:lnTo>
                <a:close/>
                <a:moveTo>
                  <a:pt x="219075" y="104775"/>
                </a:moveTo>
                <a:lnTo>
                  <a:pt x="238125" y="104775"/>
                </a:lnTo>
                <a:lnTo>
                  <a:pt x="238125" y="114300"/>
                </a:lnTo>
                <a:lnTo>
                  <a:pt x="247650" y="114300"/>
                </a:lnTo>
                <a:lnTo>
                  <a:pt x="247650" y="123825"/>
                </a:lnTo>
                <a:lnTo>
                  <a:pt x="152400" y="123825"/>
                </a:lnTo>
                <a:lnTo>
                  <a:pt x="152400" y="114300"/>
                </a:lnTo>
                <a:lnTo>
                  <a:pt x="219075" y="114300"/>
                </a:lnTo>
                <a:close/>
                <a:moveTo>
                  <a:pt x="9525" y="228600"/>
                </a:moveTo>
                <a:lnTo>
                  <a:pt x="19050" y="228600"/>
                </a:lnTo>
                <a:lnTo>
                  <a:pt x="19050" y="257175"/>
                </a:lnTo>
                <a:lnTo>
                  <a:pt x="9525" y="257175"/>
                </a:lnTo>
                <a:close/>
                <a:moveTo>
                  <a:pt x="9525" y="323850"/>
                </a:moveTo>
                <a:lnTo>
                  <a:pt x="19050" y="323850"/>
                </a:lnTo>
                <a:lnTo>
                  <a:pt x="19050" y="333375"/>
                </a:lnTo>
                <a:lnTo>
                  <a:pt x="9525" y="333375"/>
                </a:lnTo>
                <a:close/>
                <a:moveTo>
                  <a:pt x="9525" y="438150"/>
                </a:moveTo>
                <a:lnTo>
                  <a:pt x="19050" y="438150"/>
                </a:lnTo>
                <a:lnTo>
                  <a:pt x="19050" y="447675"/>
                </a:lnTo>
                <a:lnTo>
                  <a:pt x="9525" y="447675"/>
                </a:lnTo>
                <a:close/>
                <a:moveTo>
                  <a:pt x="66675" y="523875"/>
                </a:moveTo>
                <a:lnTo>
                  <a:pt x="76200" y="523875"/>
                </a:lnTo>
                <a:lnTo>
                  <a:pt x="76200" y="542925"/>
                </a:lnTo>
                <a:lnTo>
                  <a:pt x="66675" y="542925"/>
                </a:lnTo>
                <a:close/>
                <a:moveTo>
                  <a:pt x="285750" y="523875"/>
                </a:moveTo>
                <a:lnTo>
                  <a:pt x="295275" y="523875"/>
                </a:lnTo>
                <a:lnTo>
                  <a:pt x="295275" y="542925"/>
                </a:lnTo>
                <a:lnTo>
                  <a:pt x="285750" y="542925"/>
                </a:lnTo>
                <a:close/>
              </a:path>
            </a:pathLst>
          </a:custGeom>
          <a:solidFill xmlns:a="http://schemas.openxmlformats.org/drawingml/2006/main">
            <a:srgbClr val="F2F2E5"/>
          </a:solidFill>
          <a:ln xmlns:a="http://schemas.openxmlformats.org/drawingml/2006/main" w="0">
            <a:noFill/>
          </a:ln>
        </p:spPr>
      </p:sp>
      <p:sp>
        <p:nvSpPr>
          <p:cNvPr id="41" name="front vector #f2f1e4">
            <a:extLst xmlns:a="http://schemas.openxmlformats.org/drawingml/2006/main">
              <a:ext uri="{FF2B5EF4-FFF2-40B4-BE49-F238E27FC236}">
                <a16:creationId xmlns:a16="http://schemas.microsoft.com/office/drawing/2014/main" id="{EECE620D-6573-4160-B005-8F8172F0E16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0100" y="1647825"/>
            <a:ext cx="447675" cy="685800"/>
          </a:xfrm>
          <a:custGeom xmlns:a="http://schemas.openxmlformats.org/drawingml/2006/main">
            <a:pathLst>
              <a:path w="371475" h="581025">
                <a:moveTo>
                  <a:pt x="219075" y="0"/>
                </a:moveTo>
                <a:lnTo>
                  <a:pt x="257175" y="0"/>
                </a:lnTo>
                <a:lnTo>
                  <a:pt x="257175" y="9525"/>
                </a:lnTo>
                <a:lnTo>
                  <a:pt x="219075" y="9525"/>
                </a:lnTo>
                <a:close/>
                <a:moveTo>
                  <a:pt x="209550" y="9525"/>
                </a:moveTo>
                <a:lnTo>
                  <a:pt x="219075" y="9525"/>
                </a:lnTo>
                <a:lnTo>
                  <a:pt x="219075" y="19050"/>
                </a:lnTo>
                <a:lnTo>
                  <a:pt x="209550" y="19050"/>
                </a:lnTo>
                <a:close/>
                <a:moveTo>
                  <a:pt x="276225" y="19050"/>
                </a:moveTo>
                <a:lnTo>
                  <a:pt x="314325" y="19050"/>
                </a:lnTo>
                <a:lnTo>
                  <a:pt x="314325" y="28575"/>
                </a:lnTo>
                <a:lnTo>
                  <a:pt x="276225" y="28575"/>
                </a:lnTo>
                <a:close/>
                <a:moveTo>
                  <a:pt x="314325" y="28575"/>
                </a:moveTo>
                <a:lnTo>
                  <a:pt x="323850" y="28575"/>
                </a:lnTo>
                <a:lnTo>
                  <a:pt x="323850" y="47625"/>
                </a:lnTo>
                <a:lnTo>
                  <a:pt x="314325" y="47625"/>
                </a:lnTo>
                <a:close/>
                <a:moveTo>
                  <a:pt x="19050" y="47625"/>
                </a:moveTo>
                <a:lnTo>
                  <a:pt x="28575" y="47625"/>
                </a:lnTo>
                <a:lnTo>
                  <a:pt x="28575" y="66675"/>
                </a:lnTo>
                <a:lnTo>
                  <a:pt x="19050" y="66675"/>
                </a:lnTo>
                <a:close/>
                <a:moveTo>
                  <a:pt x="276225" y="66675"/>
                </a:moveTo>
                <a:lnTo>
                  <a:pt x="285750" y="66675"/>
                </a:lnTo>
                <a:lnTo>
                  <a:pt x="285750" y="76200"/>
                </a:lnTo>
                <a:lnTo>
                  <a:pt x="276225" y="76200"/>
                </a:lnTo>
                <a:close/>
                <a:moveTo>
                  <a:pt x="114300" y="76200"/>
                </a:moveTo>
                <a:lnTo>
                  <a:pt x="123825" y="76200"/>
                </a:lnTo>
                <a:lnTo>
                  <a:pt x="123825" y="85725"/>
                </a:lnTo>
                <a:lnTo>
                  <a:pt x="114300" y="85725"/>
                </a:lnTo>
                <a:close/>
                <a:moveTo>
                  <a:pt x="333375" y="76200"/>
                </a:moveTo>
                <a:lnTo>
                  <a:pt x="342900" y="76200"/>
                </a:lnTo>
                <a:lnTo>
                  <a:pt x="342900" y="85725"/>
                </a:lnTo>
                <a:lnTo>
                  <a:pt x="352425" y="85725"/>
                </a:lnTo>
                <a:lnTo>
                  <a:pt x="352425" y="95250"/>
                </a:lnTo>
                <a:lnTo>
                  <a:pt x="333375" y="95250"/>
                </a:lnTo>
                <a:close/>
                <a:moveTo>
                  <a:pt x="19050" y="85725"/>
                </a:moveTo>
                <a:lnTo>
                  <a:pt x="28575" y="85725"/>
                </a:lnTo>
                <a:lnTo>
                  <a:pt x="28575" y="95250"/>
                </a:lnTo>
                <a:lnTo>
                  <a:pt x="19050" y="95250"/>
                </a:lnTo>
                <a:close/>
                <a:moveTo>
                  <a:pt x="9525" y="95250"/>
                </a:moveTo>
                <a:lnTo>
                  <a:pt x="19050" y="95250"/>
                </a:lnTo>
                <a:lnTo>
                  <a:pt x="19050" y="133350"/>
                </a:lnTo>
                <a:lnTo>
                  <a:pt x="9525" y="133350"/>
                </a:lnTo>
                <a:close/>
                <a:moveTo>
                  <a:pt x="114300" y="95250"/>
                </a:moveTo>
                <a:lnTo>
                  <a:pt x="123825" y="95250"/>
                </a:lnTo>
                <a:lnTo>
                  <a:pt x="123825" y="104775"/>
                </a:lnTo>
                <a:lnTo>
                  <a:pt x="133350" y="104775"/>
                </a:lnTo>
                <a:lnTo>
                  <a:pt x="133350" y="114300"/>
                </a:lnTo>
                <a:lnTo>
                  <a:pt x="114300" y="114300"/>
                </a:lnTo>
                <a:close/>
                <a:moveTo>
                  <a:pt x="285750" y="95250"/>
                </a:moveTo>
                <a:lnTo>
                  <a:pt x="295275" y="95250"/>
                </a:lnTo>
                <a:lnTo>
                  <a:pt x="295275" y="114300"/>
                </a:lnTo>
                <a:lnTo>
                  <a:pt x="285750" y="114300"/>
                </a:lnTo>
                <a:close/>
                <a:moveTo>
                  <a:pt x="133350" y="114300"/>
                </a:moveTo>
                <a:lnTo>
                  <a:pt x="152400" y="114300"/>
                </a:lnTo>
                <a:lnTo>
                  <a:pt x="152400" y="123825"/>
                </a:lnTo>
                <a:lnTo>
                  <a:pt x="133350" y="123825"/>
                </a:lnTo>
                <a:close/>
                <a:moveTo>
                  <a:pt x="276225" y="114300"/>
                </a:moveTo>
                <a:lnTo>
                  <a:pt x="285750" y="114300"/>
                </a:lnTo>
                <a:lnTo>
                  <a:pt x="285750" y="123825"/>
                </a:lnTo>
                <a:lnTo>
                  <a:pt x="276225" y="123825"/>
                </a:lnTo>
                <a:close/>
                <a:moveTo>
                  <a:pt x="200025" y="123825"/>
                </a:moveTo>
                <a:lnTo>
                  <a:pt x="219075" y="123825"/>
                </a:lnTo>
                <a:lnTo>
                  <a:pt x="219075" y="133350"/>
                </a:lnTo>
                <a:lnTo>
                  <a:pt x="200025" y="133350"/>
                </a:lnTo>
                <a:close/>
                <a:moveTo>
                  <a:pt x="9525" y="161925"/>
                </a:moveTo>
                <a:lnTo>
                  <a:pt x="19050" y="161925"/>
                </a:lnTo>
                <a:lnTo>
                  <a:pt x="19050" y="228600"/>
                </a:lnTo>
                <a:lnTo>
                  <a:pt x="9525" y="228600"/>
                </a:lnTo>
                <a:close/>
                <a:moveTo>
                  <a:pt x="333375" y="200025"/>
                </a:moveTo>
                <a:lnTo>
                  <a:pt x="352425" y="200025"/>
                </a:lnTo>
                <a:lnTo>
                  <a:pt x="352425" y="266700"/>
                </a:lnTo>
                <a:lnTo>
                  <a:pt x="342900" y="266700"/>
                </a:lnTo>
                <a:lnTo>
                  <a:pt x="342900" y="285750"/>
                </a:lnTo>
                <a:lnTo>
                  <a:pt x="352425" y="285750"/>
                </a:lnTo>
                <a:lnTo>
                  <a:pt x="352425" y="323850"/>
                </a:lnTo>
                <a:lnTo>
                  <a:pt x="342900" y="323850"/>
                </a:lnTo>
                <a:lnTo>
                  <a:pt x="342900" y="333375"/>
                </a:lnTo>
                <a:lnTo>
                  <a:pt x="352425" y="333375"/>
                </a:lnTo>
                <a:lnTo>
                  <a:pt x="352425" y="447675"/>
                </a:lnTo>
                <a:lnTo>
                  <a:pt x="342900" y="447675"/>
                </a:lnTo>
                <a:lnTo>
                  <a:pt x="342900" y="466725"/>
                </a:lnTo>
                <a:lnTo>
                  <a:pt x="333375" y="466725"/>
                </a:lnTo>
                <a:close/>
                <a:moveTo>
                  <a:pt x="0" y="228600"/>
                </a:moveTo>
                <a:lnTo>
                  <a:pt x="9525" y="228600"/>
                </a:lnTo>
                <a:lnTo>
                  <a:pt x="9525" y="257175"/>
                </a:lnTo>
                <a:lnTo>
                  <a:pt x="0" y="257175"/>
                </a:lnTo>
                <a:close/>
                <a:moveTo>
                  <a:pt x="9525" y="257175"/>
                </a:moveTo>
                <a:lnTo>
                  <a:pt x="19050" y="257175"/>
                </a:lnTo>
                <a:lnTo>
                  <a:pt x="19050" y="323850"/>
                </a:lnTo>
                <a:lnTo>
                  <a:pt x="9525" y="323850"/>
                </a:lnTo>
                <a:close/>
                <a:moveTo>
                  <a:pt x="9525" y="333375"/>
                </a:moveTo>
                <a:lnTo>
                  <a:pt x="19050" y="333375"/>
                </a:lnTo>
                <a:lnTo>
                  <a:pt x="19050" y="361950"/>
                </a:lnTo>
                <a:lnTo>
                  <a:pt x="9525" y="361950"/>
                </a:lnTo>
                <a:close/>
                <a:moveTo>
                  <a:pt x="9525" y="400050"/>
                </a:moveTo>
                <a:lnTo>
                  <a:pt x="19050" y="400050"/>
                </a:lnTo>
                <a:lnTo>
                  <a:pt x="19050" y="438150"/>
                </a:lnTo>
                <a:lnTo>
                  <a:pt x="0" y="438150"/>
                </a:lnTo>
                <a:lnTo>
                  <a:pt x="0" y="428625"/>
                </a:lnTo>
                <a:lnTo>
                  <a:pt x="9525" y="428625"/>
                </a:lnTo>
                <a:close/>
                <a:moveTo>
                  <a:pt x="9525" y="447675"/>
                </a:moveTo>
                <a:lnTo>
                  <a:pt x="19050" y="447675"/>
                </a:lnTo>
                <a:lnTo>
                  <a:pt x="19050" y="457200"/>
                </a:lnTo>
                <a:lnTo>
                  <a:pt x="9525" y="457200"/>
                </a:lnTo>
                <a:close/>
                <a:moveTo>
                  <a:pt x="28575" y="495300"/>
                </a:moveTo>
                <a:lnTo>
                  <a:pt x="38100" y="495300"/>
                </a:lnTo>
                <a:lnTo>
                  <a:pt x="38100" y="504825"/>
                </a:lnTo>
                <a:lnTo>
                  <a:pt x="28575" y="504825"/>
                </a:lnTo>
                <a:close/>
                <a:moveTo>
                  <a:pt x="323850" y="495300"/>
                </a:moveTo>
                <a:lnTo>
                  <a:pt x="333375" y="495300"/>
                </a:lnTo>
                <a:lnTo>
                  <a:pt x="333375" y="514350"/>
                </a:lnTo>
                <a:lnTo>
                  <a:pt x="314325" y="514350"/>
                </a:lnTo>
                <a:lnTo>
                  <a:pt x="314325" y="504825"/>
                </a:lnTo>
                <a:lnTo>
                  <a:pt x="323850" y="504825"/>
                </a:lnTo>
                <a:close/>
                <a:moveTo>
                  <a:pt x="38100" y="504825"/>
                </a:moveTo>
                <a:lnTo>
                  <a:pt x="47625" y="504825"/>
                </a:lnTo>
                <a:lnTo>
                  <a:pt x="47625" y="514350"/>
                </a:lnTo>
                <a:lnTo>
                  <a:pt x="57150" y="514350"/>
                </a:lnTo>
                <a:lnTo>
                  <a:pt x="57150" y="523875"/>
                </a:lnTo>
                <a:lnTo>
                  <a:pt x="38100" y="523875"/>
                </a:lnTo>
                <a:close/>
                <a:moveTo>
                  <a:pt x="57150" y="523875"/>
                </a:moveTo>
                <a:lnTo>
                  <a:pt x="66675" y="523875"/>
                </a:lnTo>
                <a:lnTo>
                  <a:pt x="66675" y="533400"/>
                </a:lnTo>
                <a:lnTo>
                  <a:pt x="57150" y="533400"/>
                </a:lnTo>
                <a:close/>
                <a:moveTo>
                  <a:pt x="295275" y="523875"/>
                </a:moveTo>
                <a:lnTo>
                  <a:pt x="304800" y="523875"/>
                </a:lnTo>
                <a:lnTo>
                  <a:pt x="304800" y="533400"/>
                </a:lnTo>
                <a:lnTo>
                  <a:pt x="295275" y="533400"/>
                </a:lnTo>
                <a:close/>
                <a:moveTo>
                  <a:pt x="76200" y="533400"/>
                </a:moveTo>
                <a:lnTo>
                  <a:pt x="114300" y="533400"/>
                </a:lnTo>
                <a:lnTo>
                  <a:pt x="114300" y="542925"/>
                </a:lnTo>
                <a:lnTo>
                  <a:pt x="123825" y="542925"/>
                </a:lnTo>
                <a:lnTo>
                  <a:pt x="123825" y="533400"/>
                </a:lnTo>
                <a:lnTo>
                  <a:pt x="219075" y="533400"/>
                </a:lnTo>
                <a:lnTo>
                  <a:pt x="219075" y="542925"/>
                </a:lnTo>
                <a:lnTo>
                  <a:pt x="190500" y="542925"/>
                </a:lnTo>
                <a:lnTo>
                  <a:pt x="190500" y="552450"/>
                </a:lnTo>
                <a:lnTo>
                  <a:pt x="180975" y="552450"/>
                </a:lnTo>
                <a:lnTo>
                  <a:pt x="180975" y="561975"/>
                </a:lnTo>
                <a:lnTo>
                  <a:pt x="171450" y="561975"/>
                </a:lnTo>
                <a:lnTo>
                  <a:pt x="171450" y="552450"/>
                </a:lnTo>
                <a:lnTo>
                  <a:pt x="152400" y="552450"/>
                </a:lnTo>
                <a:lnTo>
                  <a:pt x="152400" y="542925"/>
                </a:lnTo>
                <a:lnTo>
                  <a:pt x="123825" y="542925"/>
                </a:lnTo>
                <a:lnTo>
                  <a:pt x="123825" y="552450"/>
                </a:lnTo>
                <a:lnTo>
                  <a:pt x="95250" y="552450"/>
                </a:lnTo>
                <a:lnTo>
                  <a:pt x="95250" y="542925"/>
                </a:lnTo>
                <a:lnTo>
                  <a:pt x="76200" y="542925"/>
                </a:lnTo>
                <a:close/>
                <a:moveTo>
                  <a:pt x="247650" y="533400"/>
                </a:moveTo>
                <a:lnTo>
                  <a:pt x="285750" y="533400"/>
                </a:lnTo>
                <a:lnTo>
                  <a:pt x="285750" y="542925"/>
                </a:lnTo>
                <a:lnTo>
                  <a:pt x="247650" y="542925"/>
                </a:lnTo>
                <a:close/>
              </a:path>
            </a:pathLst>
          </a:custGeom>
          <a:solidFill xmlns:a="http://schemas.openxmlformats.org/drawingml/2006/main">
            <a:srgbClr val="F2F1E4"/>
          </a:solidFill>
          <a:ln xmlns:a="http://schemas.openxmlformats.org/drawingml/2006/main" w="0">
            <a:noFill/>
          </a:ln>
        </p:spPr>
      </p:sp>
      <p:sp>
        <p:nvSpPr>
          <p:cNvPr id="42" name="front vector #f2f0e2">
            <a:extLst xmlns:a="http://schemas.openxmlformats.org/drawingml/2006/main">
              <a:ext uri="{FF2B5EF4-FFF2-40B4-BE49-F238E27FC236}">
                <a16:creationId xmlns:a16="http://schemas.microsoft.com/office/drawing/2014/main" id="{80A193C3-D90C-4CC7-9561-FE0C11A5DE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0100" y="1647825"/>
            <a:ext cx="447675" cy="685800"/>
          </a:xfrm>
          <a:custGeom xmlns:a="http://schemas.openxmlformats.org/drawingml/2006/main">
            <a:pathLst>
              <a:path w="371475" h="581025">
                <a:moveTo>
                  <a:pt x="28575" y="0"/>
                </a:moveTo>
                <a:lnTo>
                  <a:pt x="47625" y="0"/>
                </a:lnTo>
                <a:lnTo>
                  <a:pt x="47625" y="28575"/>
                </a:lnTo>
                <a:lnTo>
                  <a:pt x="38100" y="28575"/>
                </a:lnTo>
                <a:lnTo>
                  <a:pt x="38100" y="9525"/>
                </a:lnTo>
                <a:lnTo>
                  <a:pt x="28575" y="9525"/>
                </a:lnTo>
                <a:close/>
                <a:moveTo>
                  <a:pt x="180975" y="0"/>
                </a:moveTo>
                <a:lnTo>
                  <a:pt x="219075" y="0"/>
                </a:lnTo>
                <a:lnTo>
                  <a:pt x="219075" y="9525"/>
                </a:lnTo>
                <a:lnTo>
                  <a:pt x="180975" y="9525"/>
                </a:lnTo>
                <a:close/>
                <a:moveTo>
                  <a:pt x="47625" y="28575"/>
                </a:moveTo>
                <a:lnTo>
                  <a:pt x="57150" y="28575"/>
                </a:lnTo>
                <a:lnTo>
                  <a:pt x="57150" y="38100"/>
                </a:lnTo>
                <a:lnTo>
                  <a:pt x="47625" y="38100"/>
                </a:lnTo>
                <a:close/>
                <a:moveTo>
                  <a:pt x="19050" y="66675"/>
                </a:moveTo>
                <a:lnTo>
                  <a:pt x="28575" y="66675"/>
                </a:lnTo>
                <a:lnTo>
                  <a:pt x="28575" y="85725"/>
                </a:lnTo>
                <a:lnTo>
                  <a:pt x="19050" y="85725"/>
                </a:lnTo>
                <a:close/>
                <a:moveTo>
                  <a:pt x="95250" y="66675"/>
                </a:moveTo>
                <a:lnTo>
                  <a:pt x="104775" y="66675"/>
                </a:lnTo>
                <a:lnTo>
                  <a:pt x="104775" y="76200"/>
                </a:lnTo>
                <a:lnTo>
                  <a:pt x="95250" y="76200"/>
                </a:lnTo>
                <a:close/>
                <a:moveTo>
                  <a:pt x="85725" y="76200"/>
                </a:moveTo>
                <a:lnTo>
                  <a:pt x="95250" y="76200"/>
                </a:lnTo>
                <a:lnTo>
                  <a:pt x="95250" y="85725"/>
                </a:lnTo>
                <a:lnTo>
                  <a:pt x="85725" y="85725"/>
                </a:lnTo>
                <a:close/>
                <a:moveTo>
                  <a:pt x="95250" y="85725"/>
                </a:moveTo>
                <a:lnTo>
                  <a:pt x="114300" y="85725"/>
                </a:lnTo>
                <a:lnTo>
                  <a:pt x="114300" y="104775"/>
                </a:lnTo>
                <a:lnTo>
                  <a:pt x="104775" y="104775"/>
                </a:lnTo>
                <a:lnTo>
                  <a:pt x="104775" y="95250"/>
                </a:lnTo>
                <a:lnTo>
                  <a:pt x="95250" y="95250"/>
                </a:lnTo>
                <a:close/>
                <a:moveTo>
                  <a:pt x="0" y="95250"/>
                </a:moveTo>
                <a:lnTo>
                  <a:pt x="9525" y="95250"/>
                </a:lnTo>
                <a:lnTo>
                  <a:pt x="9525" y="133350"/>
                </a:lnTo>
                <a:lnTo>
                  <a:pt x="19050" y="133350"/>
                </a:lnTo>
                <a:lnTo>
                  <a:pt x="19050" y="161925"/>
                </a:lnTo>
                <a:lnTo>
                  <a:pt x="9525" y="161925"/>
                </a:lnTo>
                <a:lnTo>
                  <a:pt x="9525" y="152400"/>
                </a:lnTo>
                <a:lnTo>
                  <a:pt x="0" y="152400"/>
                </a:lnTo>
                <a:close/>
                <a:moveTo>
                  <a:pt x="333375" y="95250"/>
                </a:moveTo>
                <a:lnTo>
                  <a:pt x="352425" y="95250"/>
                </a:lnTo>
                <a:lnTo>
                  <a:pt x="352425" y="104775"/>
                </a:lnTo>
                <a:lnTo>
                  <a:pt x="361950" y="104775"/>
                </a:lnTo>
                <a:lnTo>
                  <a:pt x="361950" y="114300"/>
                </a:lnTo>
                <a:lnTo>
                  <a:pt x="342900" y="114300"/>
                </a:lnTo>
                <a:lnTo>
                  <a:pt x="342900" y="104775"/>
                </a:lnTo>
                <a:lnTo>
                  <a:pt x="333375" y="104775"/>
                </a:lnTo>
                <a:close/>
                <a:moveTo>
                  <a:pt x="76200" y="123825"/>
                </a:moveTo>
                <a:lnTo>
                  <a:pt x="85725" y="123825"/>
                </a:lnTo>
                <a:lnTo>
                  <a:pt x="85725" y="133350"/>
                </a:lnTo>
                <a:lnTo>
                  <a:pt x="76200" y="133350"/>
                </a:lnTo>
                <a:close/>
                <a:moveTo>
                  <a:pt x="257175" y="133350"/>
                </a:moveTo>
                <a:lnTo>
                  <a:pt x="266700" y="133350"/>
                </a:lnTo>
                <a:lnTo>
                  <a:pt x="266700" y="161925"/>
                </a:lnTo>
                <a:lnTo>
                  <a:pt x="257175" y="161925"/>
                </a:lnTo>
                <a:close/>
                <a:moveTo>
                  <a:pt x="85725" y="142875"/>
                </a:moveTo>
                <a:lnTo>
                  <a:pt x="95250" y="142875"/>
                </a:lnTo>
                <a:lnTo>
                  <a:pt x="95250" y="152400"/>
                </a:lnTo>
                <a:lnTo>
                  <a:pt x="85725" y="152400"/>
                </a:lnTo>
                <a:close/>
                <a:moveTo>
                  <a:pt x="342900" y="152400"/>
                </a:moveTo>
                <a:lnTo>
                  <a:pt x="352425" y="152400"/>
                </a:lnTo>
                <a:lnTo>
                  <a:pt x="352425" y="200025"/>
                </a:lnTo>
                <a:lnTo>
                  <a:pt x="333375" y="200025"/>
                </a:lnTo>
                <a:lnTo>
                  <a:pt x="333375" y="180975"/>
                </a:lnTo>
                <a:lnTo>
                  <a:pt x="342900" y="180975"/>
                </a:lnTo>
                <a:close/>
                <a:moveTo>
                  <a:pt x="95250" y="161925"/>
                </a:moveTo>
                <a:lnTo>
                  <a:pt x="104775" y="161925"/>
                </a:lnTo>
                <a:lnTo>
                  <a:pt x="104775" y="171450"/>
                </a:lnTo>
                <a:lnTo>
                  <a:pt x="95250" y="171450"/>
                </a:lnTo>
                <a:close/>
                <a:moveTo>
                  <a:pt x="0" y="171450"/>
                </a:moveTo>
                <a:lnTo>
                  <a:pt x="9525" y="171450"/>
                </a:lnTo>
                <a:lnTo>
                  <a:pt x="9525" y="228600"/>
                </a:lnTo>
                <a:lnTo>
                  <a:pt x="0" y="228600"/>
                </a:lnTo>
                <a:close/>
                <a:moveTo>
                  <a:pt x="266700" y="171450"/>
                </a:moveTo>
                <a:lnTo>
                  <a:pt x="285750" y="171450"/>
                </a:lnTo>
                <a:lnTo>
                  <a:pt x="285750" y="190500"/>
                </a:lnTo>
                <a:lnTo>
                  <a:pt x="266700" y="190500"/>
                </a:lnTo>
                <a:close/>
                <a:moveTo>
                  <a:pt x="85725" y="200025"/>
                </a:moveTo>
                <a:lnTo>
                  <a:pt x="95250" y="200025"/>
                </a:lnTo>
                <a:lnTo>
                  <a:pt x="95250" y="228600"/>
                </a:lnTo>
                <a:lnTo>
                  <a:pt x="85725" y="228600"/>
                </a:lnTo>
                <a:close/>
                <a:moveTo>
                  <a:pt x="352425" y="219075"/>
                </a:moveTo>
                <a:lnTo>
                  <a:pt x="361950" y="219075"/>
                </a:lnTo>
                <a:lnTo>
                  <a:pt x="361950" y="228600"/>
                </a:lnTo>
                <a:lnTo>
                  <a:pt x="352425" y="228600"/>
                </a:lnTo>
                <a:close/>
                <a:moveTo>
                  <a:pt x="266700" y="266700"/>
                </a:moveTo>
                <a:lnTo>
                  <a:pt x="285750" y="266700"/>
                </a:lnTo>
                <a:lnTo>
                  <a:pt x="285750" y="285750"/>
                </a:lnTo>
                <a:lnTo>
                  <a:pt x="266700" y="285750"/>
                </a:lnTo>
                <a:close/>
                <a:moveTo>
                  <a:pt x="0" y="285750"/>
                </a:moveTo>
                <a:lnTo>
                  <a:pt x="9525" y="285750"/>
                </a:lnTo>
                <a:lnTo>
                  <a:pt x="9525" y="361950"/>
                </a:lnTo>
                <a:lnTo>
                  <a:pt x="19050" y="361950"/>
                </a:lnTo>
                <a:lnTo>
                  <a:pt x="19050" y="400050"/>
                </a:lnTo>
                <a:lnTo>
                  <a:pt x="0" y="400050"/>
                </a:lnTo>
                <a:close/>
                <a:moveTo>
                  <a:pt x="76200" y="314325"/>
                </a:moveTo>
                <a:lnTo>
                  <a:pt x="95250" y="314325"/>
                </a:lnTo>
                <a:lnTo>
                  <a:pt x="95250" y="323850"/>
                </a:lnTo>
                <a:lnTo>
                  <a:pt x="76200" y="323850"/>
                </a:lnTo>
                <a:close/>
                <a:moveTo>
                  <a:pt x="266700" y="333375"/>
                </a:moveTo>
                <a:lnTo>
                  <a:pt x="276225" y="333375"/>
                </a:lnTo>
                <a:lnTo>
                  <a:pt x="276225" y="342900"/>
                </a:lnTo>
                <a:lnTo>
                  <a:pt x="285750" y="342900"/>
                </a:lnTo>
                <a:lnTo>
                  <a:pt x="285750" y="361950"/>
                </a:lnTo>
                <a:lnTo>
                  <a:pt x="266700" y="361950"/>
                </a:lnTo>
                <a:close/>
                <a:moveTo>
                  <a:pt x="161925" y="381000"/>
                </a:moveTo>
                <a:lnTo>
                  <a:pt x="171450" y="381000"/>
                </a:lnTo>
                <a:lnTo>
                  <a:pt x="171450" y="390525"/>
                </a:lnTo>
                <a:lnTo>
                  <a:pt x="161925" y="390525"/>
                </a:lnTo>
                <a:close/>
                <a:moveTo>
                  <a:pt x="266700" y="381000"/>
                </a:moveTo>
                <a:lnTo>
                  <a:pt x="276225" y="381000"/>
                </a:lnTo>
                <a:lnTo>
                  <a:pt x="276225" y="400050"/>
                </a:lnTo>
                <a:lnTo>
                  <a:pt x="266700" y="400050"/>
                </a:lnTo>
                <a:lnTo>
                  <a:pt x="266700" y="428625"/>
                </a:lnTo>
                <a:lnTo>
                  <a:pt x="247650" y="428625"/>
                </a:lnTo>
                <a:lnTo>
                  <a:pt x="247650" y="438150"/>
                </a:lnTo>
                <a:lnTo>
                  <a:pt x="238125" y="438150"/>
                </a:lnTo>
                <a:lnTo>
                  <a:pt x="238125" y="419100"/>
                </a:lnTo>
                <a:lnTo>
                  <a:pt x="247650" y="419100"/>
                </a:lnTo>
                <a:lnTo>
                  <a:pt x="247650" y="390525"/>
                </a:lnTo>
                <a:lnTo>
                  <a:pt x="266700" y="390525"/>
                </a:lnTo>
                <a:close/>
                <a:moveTo>
                  <a:pt x="85725" y="390525"/>
                </a:moveTo>
                <a:lnTo>
                  <a:pt x="95250" y="390525"/>
                </a:lnTo>
                <a:lnTo>
                  <a:pt x="95250" y="400050"/>
                </a:lnTo>
                <a:lnTo>
                  <a:pt x="114300" y="400050"/>
                </a:lnTo>
                <a:lnTo>
                  <a:pt x="114300" y="409575"/>
                </a:lnTo>
                <a:lnTo>
                  <a:pt x="104775" y="409575"/>
                </a:lnTo>
                <a:lnTo>
                  <a:pt x="104775" y="419100"/>
                </a:lnTo>
                <a:lnTo>
                  <a:pt x="85725" y="419100"/>
                </a:lnTo>
                <a:lnTo>
                  <a:pt x="85725" y="428625"/>
                </a:lnTo>
                <a:lnTo>
                  <a:pt x="76200" y="428625"/>
                </a:lnTo>
                <a:lnTo>
                  <a:pt x="76200" y="409575"/>
                </a:lnTo>
                <a:lnTo>
                  <a:pt x="85725" y="409575"/>
                </a:lnTo>
                <a:close/>
                <a:moveTo>
                  <a:pt x="0" y="409575"/>
                </a:moveTo>
                <a:lnTo>
                  <a:pt x="9525" y="409575"/>
                </a:lnTo>
                <a:lnTo>
                  <a:pt x="9525" y="419100"/>
                </a:lnTo>
                <a:lnTo>
                  <a:pt x="0" y="419100"/>
                </a:lnTo>
                <a:close/>
                <a:moveTo>
                  <a:pt x="66675" y="438150"/>
                </a:moveTo>
                <a:lnTo>
                  <a:pt x="76200" y="438150"/>
                </a:lnTo>
                <a:lnTo>
                  <a:pt x="76200" y="466725"/>
                </a:lnTo>
                <a:lnTo>
                  <a:pt x="66675" y="466725"/>
                </a:lnTo>
                <a:close/>
                <a:moveTo>
                  <a:pt x="209550" y="438150"/>
                </a:moveTo>
                <a:lnTo>
                  <a:pt x="219075" y="438150"/>
                </a:lnTo>
                <a:lnTo>
                  <a:pt x="219075" y="447675"/>
                </a:lnTo>
                <a:lnTo>
                  <a:pt x="209550" y="447675"/>
                </a:lnTo>
                <a:close/>
                <a:moveTo>
                  <a:pt x="228600" y="438150"/>
                </a:moveTo>
                <a:lnTo>
                  <a:pt x="238125" y="438150"/>
                </a:lnTo>
                <a:lnTo>
                  <a:pt x="238125" y="457200"/>
                </a:lnTo>
                <a:lnTo>
                  <a:pt x="228600" y="457200"/>
                </a:lnTo>
                <a:close/>
                <a:moveTo>
                  <a:pt x="19050" y="457200"/>
                </a:moveTo>
                <a:lnTo>
                  <a:pt x="28575" y="457200"/>
                </a:lnTo>
                <a:lnTo>
                  <a:pt x="28575" y="476250"/>
                </a:lnTo>
                <a:lnTo>
                  <a:pt x="19050" y="476250"/>
                </a:lnTo>
                <a:close/>
                <a:moveTo>
                  <a:pt x="219075" y="457200"/>
                </a:moveTo>
                <a:lnTo>
                  <a:pt x="228600" y="457200"/>
                </a:lnTo>
                <a:lnTo>
                  <a:pt x="228600" y="476250"/>
                </a:lnTo>
                <a:lnTo>
                  <a:pt x="209550" y="476250"/>
                </a:lnTo>
                <a:lnTo>
                  <a:pt x="209550" y="466725"/>
                </a:lnTo>
                <a:lnTo>
                  <a:pt x="219075" y="466725"/>
                </a:lnTo>
                <a:close/>
                <a:moveTo>
                  <a:pt x="114300" y="466725"/>
                </a:moveTo>
                <a:lnTo>
                  <a:pt x="123825" y="466725"/>
                </a:lnTo>
                <a:lnTo>
                  <a:pt x="123825" y="485775"/>
                </a:lnTo>
                <a:lnTo>
                  <a:pt x="85725" y="485775"/>
                </a:lnTo>
                <a:lnTo>
                  <a:pt x="85725" y="476250"/>
                </a:lnTo>
                <a:lnTo>
                  <a:pt x="114300" y="476250"/>
                </a:lnTo>
                <a:close/>
                <a:moveTo>
                  <a:pt x="9525" y="476250"/>
                </a:moveTo>
                <a:lnTo>
                  <a:pt x="19050" y="476250"/>
                </a:lnTo>
                <a:lnTo>
                  <a:pt x="19050" y="485775"/>
                </a:lnTo>
                <a:lnTo>
                  <a:pt x="28575" y="485775"/>
                </a:lnTo>
                <a:lnTo>
                  <a:pt x="28575" y="504825"/>
                </a:lnTo>
                <a:lnTo>
                  <a:pt x="9525" y="504825"/>
                </a:lnTo>
                <a:close/>
                <a:moveTo>
                  <a:pt x="333375" y="504825"/>
                </a:moveTo>
                <a:lnTo>
                  <a:pt x="342900" y="504825"/>
                </a:lnTo>
                <a:lnTo>
                  <a:pt x="342900" y="514350"/>
                </a:lnTo>
                <a:lnTo>
                  <a:pt x="333375" y="514350"/>
                </a:lnTo>
                <a:close/>
                <a:moveTo>
                  <a:pt x="114300" y="533400"/>
                </a:moveTo>
                <a:lnTo>
                  <a:pt x="123825" y="533400"/>
                </a:lnTo>
                <a:lnTo>
                  <a:pt x="123825" y="542925"/>
                </a:lnTo>
                <a:lnTo>
                  <a:pt x="114300" y="542925"/>
                </a:lnTo>
                <a:close/>
                <a:moveTo>
                  <a:pt x="266700" y="542925"/>
                </a:moveTo>
                <a:lnTo>
                  <a:pt x="276225" y="542925"/>
                </a:lnTo>
                <a:lnTo>
                  <a:pt x="276225" y="561975"/>
                </a:lnTo>
                <a:lnTo>
                  <a:pt x="266700" y="561975"/>
                </a:lnTo>
                <a:close/>
                <a:moveTo>
                  <a:pt x="104775" y="552450"/>
                </a:moveTo>
                <a:lnTo>
                  <a:pt x="123825" y="552450"/>
                </a:lnTo>
                <a:lnTo>
                  <a:pt x="123825" y="561975"/>
                </a:lnTo>
                <a:lnTo>
                  <a:pt x="104775" y="561975"/>
                </a:lnTo>
                <a:close/>
                <a:moveTo>
                  <a:pt x="161925" y="552450"/>
                </a:moveTo>
                <a:lnTo>
                  <a:pt x="171450" y="552450"/>
                </a:lnTo>
                <a:lnTo>
                  <a:pt x="171450" y="561975"/>
                </a:lnTo>
                <a:lnTo>
                  <a:pt x="161925" y="561975"/>
                </a:lnTo>
                <a:close/>
              </a:path>
            </a:pathLst>
          </a:custGeom>
          <a:solidFill xmlns:a="http://schemas.openxmlformats.org/drawingml/2006/main">
            <a:srgbClr val="F2F0E2"/>
          </a:solidFill>
          <a:ln xmlns:a="http://schemas.openxmlformats.org/drawingml/2006/main" w="0">
            <a:noFill/>
          </a:ln>
        </p:spPr>
      </p:sp>
      <p:sp>
        <p:nvSpPr>
          <p:cNvPr id="43" name="front vector #f2f0df">
            <a:extLst xmlns:a="http://schemas.openxmlformats.org/drawingml/2006/main">
              <a:ext uri="{FF2B5EF4-FFF2-40B4-BE49-F238E27FC236}">
                <a16:creationId xmlns:a16="http://schemas.microsoft.com/office/drawing/2014/main" id="{C4F77162-E95B-462B-8518-C65454EF1E6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0100" y="1647825"/>
            <a:ext cx="447675" cy="685800"/>
          </a:xfrm>
          <a:custGeom xmlns:a="http://schemas.openxmlformats.org/drawingml/2006/main">
            <a:pathLst>
              <a:path w="371475" h="581025">
                <a:moveTo>
                  <a:pt x="47625" y="0"/>
                </a:moveTo>
                <a:lnTo>
                  <a:pt x="85725" y="0"/>
                </a:lnTo>
                <a:lnTo>
                  <a:pt x="85725" y="9525"/>
                </a:lnTo>
                <a:lnTo>
                  <a:pt x="76200" y="9525"/>
                </a:lnTo>
                <a:lnTo>
                  <a:pt x="76200" y="19050"/>
                </a:lnTo>
                <a:lnTo>
                  <a:pt x="47625" y="19050"/>
                </a:lnTo>
                <a:close/>
                <a:moveTo>
                  <a:pt x="76200" y="323850"/>
                </a:moveTo>
                <a:lnTo>
                  <a:pt x="95250" y="323850"/>
                </a:lnTo>
                <a:lnTo>
                  <a:pt x="95250" y="333375"/>
                </a:lnTo>
                <a:lnTo>
                  <a:pt x="76200" y="333375"/>
                </a:lnTo>
                <a:close/>
                <a:moveTo>
                  <a:pt x="123825" y="390525"/>
                </a:moveTo>
                <a:lnTo>
                  <a:pt x="133350" y="390525"/>
                </a:lnTo>
                <a:lnTo>
                  <a:pt x="133350" y="400050"/>
                </a:lnTo>
                <a:lnTo>
                  <a:pt x="161925" y="400050"/>
                </a:lnTo>
                <a:lnTo>
                  <a:pt x="161925" y="390525"/>
                </a:lnTo>
                <a:lnTo>
                  <a:pt x="200025" y="390525"/>
                </a:lnTo>
                <a:lnTo>
                  <a:pt x="200025" y="400050"/>
                </a:lnTo>
                <a:lnTo>
                  <a:pt x="209550" y="400050"/>
                </a:lnTo>
                <a:lnTo>
                  <a:pt x="209550" y="409575"/>
                </a:lnTo>
                <a:lnTo>
                  <a:pt x="219075" y="409575"/>
                </a:lnTo>
                <a:lnTo>
                  <a:pt x="219075" y="438150"/>
                </a:lnTo>
                <a:lnTo>
                  <a:pt x="200025" y="438150"/>
                </a:lnTo>
                <a:lnTo>
                  <a:pt x="200025" y="428625"/>
                </a:lnTo>
                <a:lnTo>
                  <a:pt x="190500" y="428625"/>
                </a:lnTo>
                <a:lnTo>
                  <a:pt x="190500" y="419100"/>
                </a:lnTo>
                <a:lnTo>
                  <a:pt x="180975" y="419100"/>
                </a:lnTo>
                <a:lnTo>
                  <a:pt x="180975" y="428625"/>
                </a:lnTo>
                <a:lnTo>
                  <a:pt x="171450" y="428625"/>
                </a:lnTo>
                <a:lnTo>
                  <a:pt x="171450" y="438150"/>
                </a:lnTo>
                <a:lnTo>
                  <a:pt x="152400" y="438150"/>
                </a:lnTo>
                <a:lnTo>
                  <a:pt x="152400" y="476250"/>
                </a:lnTo>
                <a:lnTo>
                  <a:pt x="142875" y="476250"/>
                </a:lnTo>
                <a:lnTo>
                  <a:pt x="142875" y="485775"/>
                </a:lnTo>
                <a:lnTo>
                  <a:pt x="123825" y="485775"/>
                </a:lnTo>
                <a:lnTo>
                  <a:pt x="123825" y="466725"/>
                </a:lnTo>
                <a:lnTo>
                  <a:pt x="114300" y="466725"/>
                </a:lnTo>
                <a:lnTo>
                  <a:pt x="114300" y="447675"/>
                </a:lnTo>
                <a:lnTo>
                  <a:pt x="104775" y="447675"/>
                </a:lnTo>
                <a:lnTo>
                  <a:pt x="104775" y="438150"/>
                </a:lnTo>
                <a:lnTo>
                  <a:pt x="95250" y="438150"/>
                </a:lnTo>
                <a:lnTo>
                  <a:pt x="95250" y="428625"/>
                </a:lnTo>
                <a:lnTo>
                  <a:pt x="85725" y="428625"/>
                </a:lnTo>
                <a:lnTo>
                  <a:pt x="85725" y="419100"/>
                </a:lnTo>
                <a:lnTo>
                  <a:pt x="104775" y="419100"/>
                </a:lnTo>
                <a:lnTo>
                  <a:pt x="104775" y="409575"/>
                </a:lnTo>
                <a:lnTo>
                  <a:pt x="114300" y="409575"/>
                </a:lnTo>
                <a:lnTo>
                  <a:pt x="114300" y="400050"/>
                </a:lnTo>
                <a:lnTo>
                  <a:pt x="123825" y="400050"/>
                </a:lnTo>
                <a:close/>
                <a:moveTo>
                  <a:pt x="266700" y="400050"/>
                </a:moveTo>
                <a:lnTo>
                  <a:pt x="285750" y="400050"/>
                </a:lnTo>
                <a:lnTo>
                  <a:pt x="285750" y="419100"/>
                </a:lnTo>
                <a:lnTo>
                  <a:pt x="276225" y="419100"/>
                </a:lnTo>
                <a:lnTo>
                  <a:pt x="276225" y="409575"/>
                </a:lnTo>
                <a:lnTo>
                  <a:pt x="266700" y="409575"/>
                </a:lnTo>
                <a:close/>
                <a:moveTo>
                  <a:pt x="228600" y="428625"/>
                </a:moveTo>
                <a:lnTo>
                  <a:pt x="238125" y="428625"/>
                </a:lnTo>
                <a:lnTo>
                  <a:pt x="238125" y="438150"/>
                </a:lnTo>
                <a:lnTo>
                  <a:pt x="228600" y="438150"/>
                </a:lnTo>
                <a:close/>
                <a:moveTo>
                  <a:pt x="266700" y="457200"/>
                </a:moveTo>
                <a:lnTo>
                  <a:pt x="285750" y="457200"/>
                </a:lnTo>
                <a:lnTo>
                  <a:pt x="285750" y="476250"/>
                </a:lnTo>
                <a:lnTo>
                  <a:pt x="276225" y="476250"/>
                </a:lnTo>
                <a:lnTo>
                  <a:pt x="276225" y="466725"/>
                </a:lnTo>
                <a:lnTo>
                  <a:pt x="266700" y="466725"/>
                </a:lnTo>
                <a:close/>
              </a:path>
            </a:pathLst>
          </a:custGeom>
          <a:solidFill xmlns:a="http://schemas.openxmlformats.org/drawingml/2006/main">
            <a:srgbClr val="F2F0DF"/>
          </a:solidFill>
          <a:ln xmlns:a="http://schemas.openxmlformats.org/drawingml/2006/main" w="0">
            <a:noFill/>
          </a:ln>
        </p:spPr>
      </p:sp>
      <p:sp>
        <p:nvSpPr>
          <p:cNvPr id="44" name="front vector #f1efe1">
            <a:extLst xmlns:a="http://schemas.openxmlformats.org/drawingml/2006/main">
              <a:ext uri="{FF2B5EF4-FFF2-40B4-BE49-F238E27FC236}">
                <a16:creationId xmlns:a16="http://schemas.microsoft.com/office/drawing/2014/main" id="{EDE8A4F0-C3D4-4B26-9199-42CE8A4EC0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0100" y="1647825"/>
            <a:ext cx="447675" cy="685800"/>
          </a:xfrm>
          <a:custGeom xmlns:a="http://schemas.openxmlformats.org/drawingml/2006/main">
            <a:pathLst>
              <a:path w="371475" h="581025">
                <a:moveTo>
                  <a:pt x="142875" y="0"/>
                </a:moveTo>
                <a:lnTo>
                  <a:pt x="180975" y="0"/>
                </a:lnTo>
                <a:lnTo>
                  <a:pt x="180975" y="9525"/>
                </a:lnTo>
                <a:lnTo>
                  <a:pt x="142875" y="9525"/>
                </a:lnTo>
                <a:close/>
                <a:moveTo>
                  <a:pt x="76200" y="9525"/>
                </a:moveTo>
                <a:lnTo>
                  <a:pt x="85725" y="9525"/>
                </a:lnTo>
                <a:lnTo>
                  <a:pt x="85725" y="19050"/>
                </a:lnTo>
                <a:lnTo>
                  <a:pt x="76200" y="19050"/>
                </a:lnTo>
                <a:close/>
                <a:moveTo>
                  <a:pt x="47625" y="19050"/>
                </a:moveTo>
                <a:lnTo>
                  <a:pt x="57150" y="19050"/>
                </a:lnTo>
                <a:lnTo>
                  <a:pt x="57150" y="28575"/>
                </a:lnTo>
                <a:lnTo>
                  <a:pt x="47625" y="28575"/>
                </a:lnTo>
                <a:close/>
                <a:moveTo>
                  <a:pt x="85725" y="66675"/>
                </a:moveTo>
                <a:lnTo>
                  <a:pt x="95250" y="66675"/>
                </a:lnTo>
                <a:lnTo>
                  <a:pt x="95250" y="76200"/>
                </a:lnTo>
                <a:lnTo>
                  <a:pt x="85725" y="76200"/>
                </a:lnTo>
                <a:close/>
                <a:moveTo>
                  <a:pt x="104775" y="66675"/>
                </a:moveTo>
                <a:lnTo>
                  <a:pt x="114300" y="66675"/>
                </a:lnTo>
                <a:lnTo>
                  <a:pt x="114300" y="76200"/>
                </a:lnTo>
                <a:lnTo>
                  <a:pt x="104775" y="76200"/>
                </a:lnTo>
                <a:close/>
                <a:moveTo>
                  <a:pt x="85725" y="85725"/>
                </a:moveTo>
                <a:lnTo>
                  <a:pt x="95250" y="85725"/>
                </a:lnTo>
                <a:lnTo>
                  <a:pt x="95250" y="95250"/>
                </a:lnTo>
                <a:lnTo>
                  <a:pt x="85725" y="95250"/>
                </a:lnTo>
                <a:close/>
                <a:moveTo>
                  <a:pt x="76200" y="104775"/>
                </a:moveTo>
                <a:lnTo>
                  <a:pt x="85725" y="104775"/>
                </a:lnTo>
                <a:lnTo>
                  <a:pt x="85725" y="123825"/>
                </a:lnTo>
                <a:lnTo>
                  <a:pt x="76200" y="123825"/>
                </a:lnTo>
                <a:close/>
                <a:moveTo>
                  <a:pt x="333375" y="104775"/>
                </a:moveTo>
                <a:lnTo>
                  <a:pt x="342900" y="104775"/>
                </a:lnTo>
                <a:lnTo>
                  <a:pt x="342900" y="114300"/>
                </a:lnTo>
                <a:lnTo>
                  <a:pt x="352425" y="114300"/>
                </a:lnTo>
                <a:lnTo>
                  <a:pt x="352425" y="152400"/>
                </a:lnTo>
                <a:lnTo>
                  <a:pt x="342900" y="152400"/>
                </a:lnTo>
                <a:lnTo>
                  <a:pt x="342900" y="123825"/>
                </a:lnTo>
                <a:lnTo>
                  <a:pt x="333375" y="123825"/>
                </a:lnTo>
                <a:close/>
                <a:moveTo>
                  <a:pt x="266700" y="123825"/>
                </a:moveTo>
                <a:lnTo>
                  <a:pt x="276225" y="123825"/>
                </a:lnTo>
                <a:lnTo>
                  <a:pt x="276225" y="133350"/>
                </a:lnTo>
                <a:lnTo>
                  <a:pt x="285750" y="133350"/>
                </a:lnTo>
                <a:lnTo>
                  <a:pt x="285750" y="152400"/>
                </a:lnTo>
                <a:lnTo>
                  <a:pt x="266700" y="152400"/>
                </a:lnTo>
                <a:close/>
                <a:moveTo>
                  <a:pt x="76200" y="152400"/>
                </a:moveTo>
                <a:lnTo>
                  <a:pt x="85725" y="152400"/>
                </a:lnTo>
                <a:lnTo>
                  <a:pt x="85725" y="171450"/>
                </a:lnTo>
                <a:lnTo>
                  <a:pt x="95250" y="171450"/>
                </a:lnTo>
                <a:lnTo>
                  <a:pt x="95250" y="180975"/>
                </a:lnTo>
                <a:lnTo>
                  <a:pt x="76200" y="180975"/>
                </a:lnTo>
                <a:close/>
                <a:moveTo>
                  <a:pt x="333375" y="152400"/>
                </a:moveTo>
                <a:lnTo>
                  <a:pt x="342900" y="152400"/>
                </a:lnTo>
                <a:lnTo>
                  <a:pt x="342900" y="180975"/>
                </a:lnTo>
                <a:lnTo>
                  <a:pt x="333375" y="180975"/>
                </a:lnTo>
                <a:close/>
                <a:moveTo>
                  <a:pt x="285750" y="180975"/>
                </a:moveTo>
                <a:lnTo>
                  <a:pt x="295275" y="180975"/>
                </a:lnTo>
                <a:lnTo>
                  <a:pt x="295275" y="200025"/>
                </a:lnTo>
                <a:lnTo>
                  <a:pt x="285750" y="200025"/>
                </a:lnTo>
                <a:close/>
                <a:moveTo>
                  <a:pt x="66675" y="190500"/>
                </a:moveTo>
                <a:lnTo>
                  <a:pt x="76200" y="190500"/>
                </a:lnTo>
                <a:lnTo>
                  <a:pt x="76200" y="209550"/>
                </a:lnTo>
                <a:lnTo>
                  <a:pt x="66675" y="209550"/>
                </a:lnTo>
                <a:close/>
                <a:moveTo>
                  <a:pt x="104775" y="200025"/>
                </a:moveTo>
                <a:lnTo>
                  <a:pt x="114300" y="200025"/>
                </a:lnTo>
                <a:lnTo>
                  <a:pt x="114300" y="219075"/>
                </a:lnTo>
                <a:lnTo>
                  <a:pt x="104775" y="219075"/>
                </a:lnTo>
                <a:close/>
                <a:moveTo>
                  <a:pt x="152400" y="209550"/>
                </a:moveTo>
                <a:lnTo>
                  <a:pt x="180975" y="209550"/>
                </a:lnTo>
                <a:lnTo>
                  <a:pt x="180975" y="228600"/>
                </a:lnTo>
                <a:lnTo>
                  <a:pt x="161925" y="228600"/>
                </a:lnTo>
                <a:lnTo>
                  <a:pt x="161925" y="219075"/>
                </a:lnTo>
                <a:lnTo>
                  <a:pt x="152400" y="219075"/>
                </a:lnTo>
                <a:close/>
                <a:moveTo>
                  <a:pt x="66675" y="257175"/>
                </a:moveTo>
                <a:lnTo>
                  <a:pt x="76200" y="257175"/>
                </a:lnTo>
                <a:lnTo>
                  <a:pt x="76200" y="361950"/>
                </a:lnTo>
                <a:lnTo>
                  <a:pt x="66675" y="361950"/>
                </a:lnTo>
                <a:close/>
                <a:moveTo>
                  <a:pt x="85725" y="266700"/>
                </a:moveTo>
                <a:lnTo>
                  <a:pt x="95250" y="266700"/>
                </a:lnTo>
                <a:lnTo>
                  <a:pt x="95250" y="285750"/>
                </a:lnTo>
                <a:lnTo>
                  <a:pt x="85725" y="285750"/>
                </a:lnTo>
                <a:close/>
                <a:moveTo>
                  <a:pt x="266700" y="285750"/>
                </a:moveTo>
                <a:lnTo>
                  <a:pt x="276225" y="285750"/>
                </a:lnTo>
                <a:lnTo>
                  <a:pt x="276225" y="295275"/>
                </a:lnTo>
                <a:lnTo>
                  <a:pt x="266700" y="295275"/>
                </a:lnTo>
                <a:close/>
                <a:moveTo>
                  <a:pt x="285750" y="342900"/>
                </a:moveTo>
                <a:lnTo>
                  <a:pt x="295275" y="342900"/>
                </a:lnTo>
                <a:lnTo>
                  <a:pt x="295275" y="361950"/>
                </a:lnTo>
                <a:lnTo>
                  <a:pt x="285750" y="361950"/>
                </a:lnTo>
                <a:close/>
                <a:moveTo>
                  <a:pt x="285750" y="381000"/>
                </a:moveTo>
                <a:lnTo>
                  <a:pt x="295275" y="381000"/>
                </a:lnTo>
                <a:lnTo>
                  <a:pt x="295275" y="390525"/>
                </a:lnTo>
                <a:lnTo>
                  <a:pt x="285750" y="390525"/>
                </a:lnTo>
                <a:close/>
                <a:moveTo>
                  <a:pt x="66675" y="400050"/>
                </a:moveTo>
                <a:lnTo>
                  <a:pt x="76200" y="400050"/>
                </a:lnTo>
                <a:lnTo>
                  <a:pt x="76200" y="438150"/>
                </a:lnTo>
                <a:lnTo>
                  <a:pt x="66675" y="438150"/>
                </a:lnTo>
                <a:close/>
                <a:moveTo>
                  <a:pt x="266700" y="409575"/>
                </a:moveTo>
                <a:lnTo>
                  <a:pt x="276225" y="409575"/>
                </a:lnTo>
                <a:lnTo>
                  <a:pt x="276225" y="419100"/>
                </a:lnTo>
                <a:lnTo>
                  <a:pt x="285750" y="419100"/>
                </a:lnTo>
                <a:lnTo>
                  <a:pt x="285750" y="428625"/>
                </a:lnTo>
                <a:lnTo>
                  <a:pt x="266700" y="428625"/>
                </a:lnTo>
                <a:close/>
                <a:moveTo>
                  <a:pt x="180975" y="419100"/>
                </a:moveTo>
                <a:lnTo>
                  <a:pt x="190500" y="419100"/>
                </a:lnTo>
                <a:lnTo>
                  <a:pt x="190500" y="428625"/>
                </a:lnTo>
                <a:lnTo>
                  <a:pt x="180975" y="428625"/>
                </a:lnTo>
                <a:close/>
                <a:moveTo>
                  <a:pt x="85725" y="428625"/>
                </a:moveTo>
                <a:lnTo>
                  <a:pt x="95250" y="428625"/>
                </a:lnTo>
                <a:lnTo>
                  <a:pt x="95250" y="438150"/>
                </a:lnTo>
                <a:lnTo>
                  <a:pt x="85725" y="438150"/>
                </a:lnTo>
                <a:close/>
                <a:moveTo>
                  <a:pt x="247650" y="428625"/>
                </a:moveTo>
                <a:lnTo>
                  <a:pt x="266700" y="428625"/>
                </a:lnTo>
                <a:lnTo>
                  <a:pt x="266700" y="438150"/>
                </a:lnTo>
                <a:lnTo>
                  <a:pt x="257175" y="438150"/>
                </a:lnTo>
                <a:lnTo>
                  <a:pt x="257175" y="457200"/>
                </a:lnTo>
                <a:lnTo>
                  <a:pt x="238125" y="457200"/>
                </a:lnTo>
                <a:lnTo>
                  <a:pt x="238125" y="438150"/>
                </a:lnTo>
                <a:lnTo>
                  <a:pt x="247650" y="438150"/>
                </a:lnTo>
                <a:close/>
                <a:moveTo>
                  <a:pt x="200025" y="438150"/>
                </a:moveTo>
                <a:lnTo>
                  <a:pt x="209550" y="438150"/>
                </a:lnTo>
                <a:lnTo>
                  <a:pt x="209550" y="447675"/>
                </a:lnTo>
                <a:lnTo>
                  <a:pt x="200025" y="447675"/>
                </a:lnTo>
                <a:close/>
                <a:moveTo>
                  <a:pt x="209550" y="457200"/>
                </a:moveTo>
                <a:lnTo>
                  <a:pt x="219075" y="457200"/>
                </a:lnTo>
                <a:lnTo>
                  <a:pt x="219075" y="466725"/>
                </a:lnTo>
                <a:lnTo>
                  <a:pt x="209550" y="466725"/>
                </a:lnTo>
                <a:close/>
                <a:moveTo>
                  <a:pt x="238125" y="466725"/>
                </a:moveTo>
                <a:lnTo>
                  <a:pt x="266700" y="466725"/>
                </a:lnTo>
                <a:lnTo>
                  <a:pt x="266700" y="476250"/>
                </a:lnTo>
                <a:lnTo>
                  <a:pt x="238125" y="476250"/>
                </a:lnTo>
                <a:close/>
                <a:moveTo>
                  <a:pt x="0" y="476250"/>
                </a:moveTo>
                <a:lnTo>
                  <a:pt x="9525" y="476250"/>
                </a:lnTo>
                <a:lnTo>
                  <a:pt x="9525" y="495300"/>
                </a:lnTo>
                <a:lnTo>
                  <a:pt x="0" y="495300"/>
                </a:lnTo>
                <a:close/>
                <a:moveTo>
                  <a:pt x="19050" y="476250"/>
                </a:moveTo>
                <a:lnTo>
                  <a:pt x="28575" y="476250"/>
                </a:lnTo>
                <a:lnTo>
                  <a:pt x="28575" y="485775"/>
                </a:lnTo>
                <a:lnTo>
                  <a:pt x="19050" y="485775"/>
                </a:lnTo>
                <a:close/>
              </a:path>
            </a:pathLst>
          </a:custGeom>
          <a:solidFill xmlns:a="http://schemas.openxmlformats.org/drawingml/2006/main">
            <a:srgbClr val="F1EFE1"/>
          </a:solidFill>
          <a:ln xmlns:a="http://schemas.openxmlformats.org/drawingml/2006/main" w="0">
            <a:noFill/>
          </a:ln>
        </p:spPr>
      </p:sp>
      <p:sp>
        <p:nvSpPr>
          <p:cNvPr id="45" name="front vector #edf2e3">
            <a:extLst xmlns:a="http://schemas.openxmlformats.org/drawingml/2006/main">
              <a:ext uri="{FF2B5EF4-FFF2-40B4-BE49-F238E27FC236}">
                <a16:creationId xmlns:a16="http://schemas.microsoft.com/office/drawing/2014/main" id="{DF1AE6F0-FDA9-4442-BFC5-E0038E1AEA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0100" y="1647825"/>
            <a:ext cx="447675" cy="685800"/>
          </a:xfrm>
          <a:custGeom xmlns:a="http://schemas.openxmlformats.org/drawingml/2006/main">
            <a:pathLst>
              <a:path w="371475" h="581025">
                <a:moveTo>
                  <a:pt x="152400" y="9525"/>
                </a:moveTo>
                <a:lnTo>
                  <a:pt x="209550" y="9525"/>
                </a:lnTo>
                <a:lnTo>
                  <a:pt x="209550" y="19050"/>
                </a:lnTo>
                <a:lnTo>
                  <a:pt x="266700" y="19050"/>
                </a:lnTo>
                <a:lnTo>
                  <a:pt x="266700" y="28575"/>
                </a:lnTo>
                <a:lnTo>
                  <a:pt x="152400" y="28575"/>
                </a:lnTo>
                <a:close/>
                <a:moveTo>
                  <a:pt x="295275" y="28575"/>
                </a:moveTo>
                <a:lnTo>
                  <a:pt x="304800" y="28575"/>
                </a:lnTo>
                <a:lnTo>
                  <a:pt x="304800" y="38100"/>
                </a:lnTo>
                <a:lnTo>
                  <a:pt x="295275" y="38100"/>
                </a:lnTo>
                <a:close/>
                <a:moveTo>
                  <a:pt x="28575" y="57150"/>
                </a:moveTo>
                <a:lnTo>
                  <a:pt x="38100" y="57150"/>
                </a:lnTo>
                <a:lnTo>
                  <a:pt x="38100" y="66675"/>
                </a:lnTo>
                <a:lnTo>
                  <a:pt x="28575" y="66675"/>
                </a:lnTo>
                <a:close/>
                <a:moveTo>
                  <a:pt x="228600" y="76200"/>
                </a:moveTo>
                <a:lnTo>
                  <a:pt x="238125" y="76200"/>
                </a:lnTo>
                <a:lnTo>
                  <a:pt x="238125" y="85725"/>
                </a:lnTo>
                <a:lnTo>
                  <a:pt x="228600" y="85725"/>
                </a:lnTo>
                <a:close/>
                <a:moveTo>
                  <a:pt x="19050" y="95250"/>
                </a:moveTo>
                <a:lnTo>
                  <a:pt x="28575" y="95250"/>
                </a:lnTo>
                <a:lnTo>
                  <a:pt x="28575" y="457200"/>
                </a:lnTo>
                <a:lnTo>
                  <a:pt x="19050" y="457200"/>
                </a:lnTo>
                <a:close/>
                <a:moveTo>
                  <a:pt x="228600" y="95250"/>
                </a:moveTo>
                <a:lnTo>
                  <a:pt x="238125" y="95250"/>
                </a:lnTo>
                <a:lnTo>
                  <a:pt x="238125" y="104775"/>
                </a:lnTo>
                <a:lnTo>
                  <a:pt x="228600" y="104775"/>
                </a:lnTo>
                <a:close/>
                <a:moveTo>
                  <a:pt x="142875" y="104775"/>
                </a:moveTo>
                <a:lnTo>
                  <a:pt x="219075" y="104775"/>
                </a:lnTo>
                <a:lnTo>
                  <a:pt x="219075" y="114300"/>
                </a:lnTo>
                <a:lnTo>
                  <a:pt x="142875" y="114300"/>
                </a:lnTo>
                <a:close/>
                <a:moveTo>
                  <a:pt x="28575" y="485775"/>
                </a:moveTo>
                <a:lnTo>
                  <a:pt x="38100" y="485775"/>
                </a:lnTo>
                <a:lnTo>
                  <a:pt x="38100" y="495300"/>
                </a:lnTo>
                <a:lnTo>
                  <a:pt x="28575" y="495300"/>
                </a:lnTo>
                <a:close/>
                <a:moveTo>
                  <a:pt x="76200" y="523875"/>
                </a:moveTo>
                <a:lnTo>
                  <a:pt x="85725" y="523875"/>
                </a:lnTo>
                <a:lnTo>
                  <a:pt x="85725" y="533400"/>
                </a:lnTo>
                <a:lnTo>
                  <a:pt x="76200" y="533400"/>
                </a:lnTo>
                <a:close/>
                <a:moveTo>
                  <a:pt x="104775" y="523875"/>
                </a:moveTo>
                <a:lnTo>
                  <a:pt x="190500" y="523875"/>
                </a:lnTo>
                <a:lnTo>
                  <a:pt x="190500" y="533400"/>
                </a:lnTo>
                <a:lnTo>
                  <a:pt x="104775" y="533400"/>
                </a:lnTo>
                <a:close/>
                <a:moveTo>
                  <a:pt x="200025" y="523875"/>
                </a:moveTo>
                <a:lnTo>
                  <a:pt x="285750" y="523875"/>
                </a:lnTo>
                <a:lnTo>
                  <a:pt x="285750" y="533400"/>
                </a:lnTo>
                <a:lnTo>
                  <a:pt x="200025" y="533400"/>
                </a:lnTo>
                <a:close/>
              </a:path>
            </a:pathLst>
          </a:custGeom>
          <a:solidFill xmlns:a="http://schemas.openxmlformats.org/drawingml/2006/main">
            <a:srgbClr val="EDF2E3"/>
          </a:solidFill>
          <a:ln xmlns:a="http://schemas.openxmlformats.org/drawingml/2006/main" w="0">
            <a:noFill/>
          </a:ln>
        </p:spPr>
      </p:sp>
      <p:sp>
        <p:nvSpPr>
          <p:cNvPr id="46" name="front vector #eef0e0">
            <a:extLst xmlns:a="http://schemas.openxmlformats.org/drawingml/2006/main">
              <a:ext uri="{FF2B5EF4-FFF2-40B4-BE49-F238E27FC236}">
                <a16:creationId xmlns:a16="http://schemas.microsoft.com/office/drawing/2014/main" id="{55345C23-CECC-489B-95D9-0C0721CDBC1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0100" y="1647825"/>
            <a:ext cx="447675" cy="685800"/>
          </a:xfrm>
          <a:custGeom xmlns:a="http://schemas.openxmlformats.org/drawingml/2006/main">
            <a:pathLst>
              <a:path w="371475" h="581025">
                <a:moveTo>
                  <a:pt x="85725" y="0"/>
                </a:moveTo>
                <a:lnTo>
                  <a:pt x="142875" y="0"/>
                </a:lnTo>
                <a:lnTo>
                  <a:pt x="142875" y="9525"/>
                </a:lnTo>
                <a:lnTo>
                  <a:pt x="152400" y="9525"/>
                </a:lnTo>
                <a:lnTo>
                  <a:pt x="152400" y="28575"/>
                </a:lnTo>
                <a:lnTo>
                  <a:pt x="57150" y="28575"/>
                </a:lnTo>
                <a:lnTo>
                  <a:pt x="57150" y="19050"/>
                </a:lnTo>
                <a:lnTo>
                  <a:pt x="85725" y="19050"/>
                </a:lnTo>
                <a:close/>
                <a:moveTo>
                  <a:pt x="76200" y="66675"/>
                </a:moveTo>
                <a:lnTo>
                  <a:pt x="85725" y="66675"/>
                </a:lnTo>
                <a:lnTo>
                  <a:pt x="85725" y="76200"/>
                </a:lnTo>
                <a:lnTo>
                  <a:pt x="76200" y="76200"/>
                </a:lnTo>
                <a:close/>
                <a:moveTo>
                  <a:pt x="114300" y="66675"/>
                </a:moveTo>
                <a:lnTo>
                  <a:pt x="123825" y="66675"/>
                </a:lnTo>
                <a:lnTo>
                  <a:pt x="123825" y="76200"/>
                </a:lnTo>
                <a:lnTo>
                  <a:pt x="114300" y="76200"/>
                </a:lnTo>
                <a:close/>
                <a:moveTo>
                  <a:pt x="66675" y="76200"/>
                </a:moveTo>
                <a:lnTo>
                  <a:pt x="76200" y="76200"/>
                </a:lnTo>
                <a:lnTo>
                  <a:pt x="76200" y="85725"/>
                </a:lnTo>
                <a:lnTo>
                  <a:pt x="66675" y="85725"/>
                </a:lnTo>
                <a:close/>
                <a:moveTo>
                  <a:pt x="114300" y="85725"/>
                </a:moveTo>
                <a:lnTo>
                  <a:pt x="123825" y="85725"/>
                </a:lnTo>
                <a:lnTo>
                  <a:pt x="123825" y="95250"/>
                </a:lnTo>
                <a:lnTo>
                  <a:pt x="114300" y="95250"/>
                </a:lnTo>
                <a:close/>
                <a:moveTo>
                  <a:pt x="133350" y="104775"/>
                </a:moveTo>
                <a:lnTo>
                  <a:pt x="142875" y="104775"/>
                </a:lnTo>
                <a:lnTo>
                  <a:pt x="142875" y="114300"/>
                </a:lnTo>
                <a:lnTo>
                  <a:pt x="133350" y="114300"/>
                </a:lnTo>
                <a:close/>
                <a:moveTo>
                  <a:pt x="66675" y="114300"/>
                </a:moveTo>
                <a:lnTo>
                  <a:pt x="76200" y="114300"/>
                </a:lnTo>
                <a:lnTo>
                  <a:pt x="76200" y="123825"/>
                </a:lnTo>
                <a:lnTo>
                  <a:pt x="66675" y="123825"/>
                </a:lnTo>
                <a:close/>
                <a:moveTo>
                  <a:pt x="333375" y="123825"/>
                </a:moveTo>
                <a:lnTo>
                  <a:pt x="342900" y="123825"/>
                </a:lnTo>
                <a:lnTo>
                  <a:pt x="342900" y="152400"/>
                </a:lnTo>
                <a:lnTo>
                  <a:pt x="333375" y="152400"/>
                </a:lnTo>
                <a:close/>
                <a:moveTo>
                  <a:pt x="285750" y="133350"/>
                </a:moveTo>
                <a:lnTo>
                  <a:pt x="295275" y="133350"/>
                </a:lnTo>
                <a:lnTo>
                  <a:pt x="295275" y="152400"/>
                </a:lnTo>
                <a:lnTo>
                  <a:pt x="285750" y="152400"/>
                </a:lnTo>
                <a:close/>
                <a:moveTo>
                  <a:pt x="66675" y="161925"/>
                </a:moveTo>
                <a:lnTo>
                  <a:pt x="76200" y="161925"/>
                </a:lnTo>
                <a:lnTo>
                  <a:pt x="76200" y="190500"/>
                </a:lnTo>
                <a:lnTo>
                  <a:pt x="66675" y="190500"/>
                </a:lnTo>
                <a:close/>
                <a:moveTo>
                  <a:pt x="66675" y="209550"/>
                </a:moveTo>
                <a:lnTo>
                  <a:pt x="76200" y="209550"/>
                </a:lnTo>
                <a:lnTo>
                  <a:pt x="76200" y="228600"/>
                </a:lnTo>
                <a:lnTo>
                  <a:pt x="66675" y="228600"/>
                </a:lnTo>
                <a:close/>
                <a:moveTo>
                  <a:pt x="285750" y="390525"/>
                </a:moveTo>
                <a:lnTo>
                  <a:pt x="295275" y="390525"/>
                </a:lnTo>
                <a:lnTo>
                  <a:pt x="295275" y="419100"/>
                </a:lnTo>
                <a:lnTo>
                  <a:pt x="285750" y="419100"/>
                </a:lnTo>
                <a:close/>
                <a:moveTo>
                  <a:pt x="171450" y="428625"/>
                </a:moveTo>
                <a:lnTo>
                  <a:pt x="200025" y="428625"/>
                </a:lnTo>
                <a:lnTo>
                  <a:pt x="200025" y="438150"/>
                </a:lnTo>
                <a:lnTo>
                  <a:pt x="171450" y="438150"/>
                </a:lnTo>
                <a:close/>
                <a:moveTo>
                  <a:pt x="152400" y="438150"/>
                </a:moveTo>
                <a:lnTo>
                  <a:pt x="161925" y="438150"/>
                </a:lnTo>
                <a:lnTo>
                  <a:pt x="161925" y="447675"/>
                </a:lnTo>
                <a:lnTo>
                  <a:pt x="152400" y="447675"/>
                </a:lnTo>
                <a:close/>
                <a:moveTo>
                  <a:pt x="285750" y="447675"/>
                </a:moveTo>
                <a:lnTo>
                  <a:pt x="295275" y="447675"/>
                </a:lnTo>
                <a:lnTo>
                  <a:pt x="295275" y="476250"/>
                </a:lnTo>
                <a:lnTo>
                  <a:pt x="285750" y="476250"/>
                </a:lnTo>
                <a:close/>
                <a:moveTo>
                  <a:pt x="66675" y="466725"/>
                </a:moveTo>
                <a:lnTo>
                  <a:pt x="76200" y="466725"/>
                </a:lnTo>
                <a:lnTo>
                  <a:pt x="76200" y="476250"/>
                </a:lnTo>
                <a:lnTo>
                  <a:pt x="66675" y="476250"/>
                </a:lnTo>
                <a:close/>
                <a:moveTo>
                  <a:pt x="152400" y="466725"/>
                </a:moveTo>
                <a:lnTo>
                  <a:pt x="161925" y="466725"/>
                </a:lnTo>
                <a:lnTo>
                  <a:pt x="161925" y="476250"/>
                </a:lnTo>
                <a:lnTo>
                  <a:pt x="152400" y="476250"/>
                </a:lnTo>
                <a:close/>
                <a:moveTo>
                  <a:pt x="200025" y="466725"/>
                </a:moveTo>
                <a:lnTo>
                  <a:pt x="209550" y="466725"/>
                </a:lnTo>
                <a:lnTo>
                  <a:pt x="209550" y="476250"/>
                </a:lnTo>
                <a:lnTo>
                  <a:pt x="200025" y="476250"/>
                </a:lnTo>
                <a:close/>
                <a:moveTo>
                  <a:pt x="76200" y="476250"/>
                </a:moveTo>
                <a:lnTo>
                  <a:pt x="85725" y="476250"/>
                </a:lnTo>
                <a:lnTo>
                  <a:pt x="85725" y="485775"/>
                </a:lnTo>
                <a:lnTo>
                  <a:pt x="76200" y="485775"/>
                </a:lnTo>
                <a:close/>
                <a:moveTo>
                  <a:pt x="142875" y="476250"/>
                </a:moveTo>
                <a:lnTo>
                  <a:pt x="152400" y="476250"/>
                </a:lnTo>
                <a:lnTo>
                  <a:pt x="152400" y="485775"/>
                </a:lnTo>
                <a:lnTo>
                  <a:pt x="142875" y="485775"/>
                </a:lnTo>
                <a:close/>
                <a:moveTo>
                  <a:pt x="209550" y="476250"/>
                </a:moveTo>
                <a:lnTo>
                  <a:pt x="219075" y="476250"/>
                </a:lnTo>
                <a:lnTo>
                  <a:pt x="219075" y="485775"/>
                </a:lnTo>
                <a:lnTo>
                  <a:pt x="209550" y="485775"/>
                </a:lnTo>
                <a:close/>
                <a:moveTo>
                  <a:pt x="266700" y="476250"/>
                </a:moveTo>
                <a:lnTo>
                  <a:pt x="285750" y="476250"/>
                </a:lnTo>
                <a:lnTo>
                  <a:pt x="285750" y="485775"/>
                </a:lnTo>
                <a:lnTo>
                  <a:pt x="266700" y="485775"/>
                </a:lnTo>
                <a:close/>
                <a:moveTo>
                  <a:pt x="323850" y="485775"/>
                </a:moveTo>
                <a:lnTo>
                  <a:pt x="333375" y="485775"/>
                </a:lnTo>
                <a:lnTo>
                  <a:pt x="333375" y="495300"/>
                </a:lnTo>
                <a:lnTo>
                  <a:pt x="323850" y="495300"/>
                </a:lnTo>
                <a:close/>
                <a:moveTo>
                  <a:pt x="85725" y="523875"/>
                </a:moveTo>
                <a:lnTo>
                  <a:pt x="104775" y="523875"/>
                </a:lnTo>
                <a:lnTo>
                  <a:pt x="104775" y="533400"/>
                </a:lnTo>
                <a:lnTo>
                  <a:pt x="85725" y="533400"/>
                </a:lnTo>
                <a:close/>
                <a:moveTo>
                  <a:pt x="190500" y="523875"/>
                </a:moveTo>
                <a:lnTo>
                  <a:pt x="200025" y="523875"/>
                </a:lnTo>
                <a:lnTo>
                  <a:pt x="200025" y="533400"/>
                </a:lnTo>
                <a:lnTo>
                  <a:pt x="190500" y="533400"/>
                </a:lnTo>
                <a:close/>
              </a:path>
            </a:pathLst>
          </a:custGeom>
          <a:solidFill xmlns:a="http://schemas.openxmlformats.org/drawingml/2006/main">
            <a:srgbClr val="EEF0E0"/>
          </a:solidFill>
          <a:ln xmlns:a="http://schemas.openxmlformats.org/drawingml/2006/main" w="0">
            <a:noFill/>
          </a:ln>
        </p:spPr>
      </p:sp>
      <p:sp>
        <p:nvSpPr>
          <p:cNvPr id="47" name="front vector #f1eee1">
            <a:extLst xmlns:a="http://schemas.openxmlformats.org/drawingml/2006/main">
              <a:ext uri="{FF2B5EF4-FFF2-40B4-BE49-F238E27FC236}">
                <a16:creationId xmlns:a16="http://schemas.microsoft.com/office/drawing/2014/main" id="{61F9AFD9-D069-432A-A482-FB1C6595863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0100" y="1647825"/>
            <a:ext cx="447675" cy="685800"/>
          </a:xfrm>
          <a:custGeom xmlns:a="http://schemas.openxmlformats.org/drawingml/2006/main">
            <a:pathLst>
              <a:path w="371475" h="581025">
                <a:moveTo>
                  <a:pt x="66675" y="85725"/>
                </a:moveTo>
                <a:lnTo>
                  <a:pt x="76200" y="85725"/>
                </a:lnTo>
                <a:lnTo>
                  <a:pt x="76200" y="114300"/>
                </a:lnTo>
                <a:lnTo>
                  <a:pt x="66675" y="114300"/>
                </a:lnTo>
                <a:close/>
                <a:moveTo>
                  <a:pt x="85725" y="95250"/>
                </a:moveTo>
                <a:lnTo>
                  <a:pt x="95250" y="95250"/>
                </a:lnTo>
                <a:lnTo>
                  <a:pt x="95250" y="133350"/>
                </a:lnTo>
                <a:lnTo>
                  <a:pt x="85725" y="133350"/>
                </a:lnTo>
                <a:close/>
                <a:moveTo>
                  <a:pt x="285750" y="114300"/>
                </a:moveTo>
                <a:lnTo>
                  <a:pt x="295275" y="114300"/>
                </a:lnTo>
                <a:lnTo>
                  <a:pt x="295275" y="133350"/>
                </a:lnTo>
                <a:lnTo>
                  <a:pt x="285750" y="133350"/>
                </a:lnTo>
                <a:close/>
                <a:moveTo>
                  <a:pt x="352425" y="114300"/>
                </a:moveTo>
                <a:lnTo>
                  <a:pt x="361950" y="114300"/>
                </a:lnTo>
                <a:lnTo>
                  <a:pt x="361950" y="133350"/>
                </a:lnTo>
                <a:lnTo>
                  <a:pt x="371475" y="133350"/>
                </a:lnTo>
                <a:lnTo>
                  <a:pt x="371475" y="152400"/>
                </a:lnTo>
                <a:lnTo>
                  <a:pt x="361950" y="152400"/>
                </a:lnTo>
                <a:lnTo>
                  <a:pt x="361950" y="161925"/>
                </a:lnTo>
                <a:lnTo>
                  <a:pt x="352425" y="161925"/>
                </a:lnTo>
                <a:close/>
                <a:moveTo>
                  <a:pt x="66675" y="123825"/>
                </a:moveTo>
                <a:lnTo>
                  <a:pt x="76200" y="123825"/>
                </a:lnTo>
                <a:lnTo>
                  <a:pt x="76200" y="161925"/>
                </a:lnTo>
                <a:lnTo>
                  <a:pt x="66675" y="161925"/>
                </a:lnTo>
                <a:close/>
                <a:moveTo>
                  <a:pt x="85725" y="152400"/>
                </a:moveTo>
                <a:lnTo>
                  <a:pt x="95250" y="152400"/>
                </a:lnTo>
                <a:lnTo>
                  <a:pt x="95250" y="171450"/>
                </a:lnTo>
                <a:lnTo>
                  <a:pt x="85725" y="171450"/>
                </a:lnTo>
                <a:close/>
                <a:moveTo>
                  <a:pt x="266700" y="152400"/>
                </a:moveTo>
                <a:lnTo>
                  <a:pt x="295275" y="152400"/>
                </a:lnTo>
                <a:lnTo>
                  <a:pt x="295275" y="180975"/>
                </a:lnTo>
                <a:lnTo>
                  <a:pt x="285750" y="180975"/>
                </a:lnTo>
                <a:lnTo>
                  <a:pt x="285750" y="171450"/>
                </a:lnTo>
                <a:lnTo>
                  <a:pt x="257175" y="171450"/>
                </a:lnTo>
                <a:lnTo>
                  <a:pt x="257175" y="161925"/>
                </a:lnTo>
                <a:lnTo>
                  <a:pt x="266700" y="161925"/>
                </a:lnTo>
                <a:close/>
                <a:moveTo>
                  <a:pt x="285750" y="200025"/>
                </a:moveTo>
                <a:lnTo>
                  <a:pt x="295275" y="200025"/>
                </a:lnTo>
                <a:lnTo>
                  <a:pt x="295275" y="342900"/>
                </a:lnTo>
                <a:lnTo>
                  <a:pt x="285750" y="342900"/>
                </a:lnTo>
                <a:close/>
                <a:moveTo>
                  <a:pt x="66675" y="228600"/>
                </a:moveTo>
                <a:lnTo>
                  <a:pt x="76200" y="228600"/>
                </a:lnTo>
                <a:lnTo>
                  <a:pt x="76200" y="257175"/>
                </a:lnTo>
                <a:lnTo>
                  <a:pt x="66675" y="257175"/>
                </a:lnTo>
                <a:close/>
                <a:moveTo>
                  <a:pt x="66675" y="361950"/>
                </a:moveTo>
                <a:lnTo>
                  <a:pt x="76200" y="361950"/>
                </a:lnTo>
                <a:lnTo>
                  <a:pt x="76200" y="400050"/>
                </a:lnTo>
                <a:lnTo>
                  <a:pt x="66675" y="400050"/>
                </a:lnTo>
                <a:close/>
                <a:moveTo>
                  <a:pt x="285750" y="361950"/>
                </a:moveTo>
                <a:lnTo>
                  <a:pt x="295275" y="361950"/>
                </a:lnTo>
                <a:lnTo>
                  <a:pt x="295275" y="381000"/>
                </a:lnTo>
                <a:lnTo>
                  <a:pt x="285750" y="381000"/>
                </a:lnTo>
                <a:close/>
                <a:moveTo>
                  <a:pt x="285750" y="419100"/>
                </a:moveTo>
                <a:lnTo>
                  <a:pt x="295275" y="419100"/>
                </a:lnTo>
                <a:lnTo>
                  <a:pt x="295275" y="447675"/>
                </a:lnTo>
                <a:lnTo>
                  <a:pt x="285750" y="447675"/>
                </a:lnTo>
                <a:lnTo>
                  <a:pt x="285750" y="457200"/>
                </a:lnTo>
                <a:lnTo>
                  <a:pt x="266700" y="457200"/>
                </a:lnTo>
                <a:lnTo>
                  <a:pt x="266700" y="466725"/>
                </a:lnTo>
                <a:lnTo>
                  <a:pt x="238125" y="466725"/>
                </a:lnTo>
                <a:lnTo>
                  <a:pt x="238125" y="476250"/>
                </a:lnTo>
                <a:lnTo>
                  <a:pt x="266700" y="476250"/>
                </a:lnTo>
                <a:lnTo>
                  <a:pt x="266700" y="466725"/>
                </a:lnTo>
                <a:lnTo>
                  <a:pt x="276225" y="466725"/>
                </a:lnTo>
                <a:lnTo>
                  <a:pt x="276225" y="476250"/>
                </a:lnTo>
                <a:lnTo>
                  <a:pt x="266700" y="476250"/>
                </a:lnTo>
                <a:lnTo>
                  <a:pt x="266700" y="485775"/>
                </a:lnTo>
                <a:lnTo>
                  <a:pt x="219075" y="485775"/>
                </a:lnTo>
                <a:lnTo>
                  <a:pt x="219075" y="476250"/>
                </a:lnTo>
                <a:lnTo>
                  <a:pt x="228600" y="476250"/>
                </a:lnTo>
                <a:lnTo>
                  <a:pt x="228600" y="457200"/>
                </a:lnTo>
                <a:lnTo>
                  <a:pt x="257175" y="457200"/>
                </a:lnTo>
                <a:lnTo>
                  <a:pt x="257175" y="438150"/>
                </a:lnTo>
                <a:lnTo>
                  <a:pt x="266700" y="438150"/>
                </a:lnTo>
                <a:lnTo>
                  <a:pt x="266700" y="428625"/>
                </a:lnTo>
                <a:lnTo>
                  <a:pt x="285750" y="428625"/>
                </a:lnTo>
                <a:close/>
                <a:moveTo>
                  <a:pt x="257175" y="561975"/>
                </a:moveTo>
                <a:lnTo>
                  <a:pt x="285750" y="561975"/>
                </a:lnTo>
                <a:lnTo>
                  <a:pt x="285750" y="571500"/>
                </a:lnTo>
                <a:lnTo>
                  <a:pt x="266700" y="571500"/>
                </a:lnTo>
                <a:lnTo>
                  <a:pt x="266700" y="581025"/>
                </a:lnTo>
                <a:lnTo>
                  <a:pt x="247650" y="581025"/>
                </a:lnTo>
                <a:lnTo>
                  <a:pt x="247650" y="571500"/>
                </a:lnTo>
                <a:lnTo>
                  <a:pt x="257175" y="571500"/>
                </a:lnTo>
                <a:close/>
                <a:moveTo>
                  <a:pt x="95250" y="571500"/>
                </a:moveTo>
                <a:lnTo>
                  <a:pt x="104775" y="571500"/>
                </a:lnTo>
                <a:lnTo>
                  <a:pt x="104775" y="581025"/>
                </a:lnTo>
                <a:lnTo>
                  <a:pt x="95250" y="581025"/>
                </a:lnTo>
                <a:close/>
              </a:path>
            </a:pathLst>
          </a:custGeom>
          <a:solidFill xmlns:a="http://schemas.openxmlformats.org/drawingml/2006/main">
            <a:srgbClr val="F1EEE1"/>
          </a:solidFill>
          <a:ln xmlns:a="http://schemas.openxmlformats.org/drawingml/2006/main" w="0">
            <a:noFill/>
          </a:ln>
        </p:spPr>
      </p:sp>
      <p:sp>
        <p:nvSpPr>
          <p:cNvPr id="48" name="front vector #dbe4d5">
            <a:extLst xmlns:a="http://schemas.openxmlformats.org/drawingml/2006/main">
              <a:ext uri="{FF2B5EF4-FFF2-40B4-BE49-F238E27FC236}">
                <a16:creationId xmlns:a16="http://schemas.microsoft.com/office/drawing/2014/main" id="{ABE8EA1F-4AF9-47B3-9D0D-E544C6FB0C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0100" y="1647825"/>
            <a:ext cx="447675" cy="685800"/>
          </a:xfrm>
          <a:custGeom xmlns:a="http://schemas.openxmlformats.org/drawingml/2006/main">
            <a:pathLst>
              <a:path w="371475" h="581025">
                <a:moveTo>
                  <a:pt x="57150" y="28575"/>
                </a:moveTo>
                <a:lnTo>
                  <a:pt x="66675" y="28575"/>
                </a:lnTo>
                <a:lnTo>
                  <a:pt x="66675" y="38100"/>
                </a:lnTo>
                <a:lnTo>
                  <a:pt x="57150" y="38100"/>
                </a:lnTo>
                <a:close/>
                <a:moveTo>
                  <a:pt x="47625" y="38100"/>
                </a:moveTo>
                <a:lnTo>
                  <a:pt x="57150" y="38100"/>
                </a:lnTo>
                <a:lnTo>
                  <a:pt x="57150" y="47625"/>
                </a:lnTo>
                <a:lnTo>
                  <a:pt x="47625" y="47625"/>
                </a:lnTo>
                <a:close/>
                <a:moveTo>
                  <a:pt x="304800" y="38100"/>
                </a:moveTo>
                <a:lnTo>
                  <a:pt x="314325" y="38100"/>
                </a:lnTo>
                <a:lnTo>
                  <a:pt x="314325" y="47625"/>
                </a:lnTo>
                <a:lnTo>
                  <a:pt x="304800" y="47625"/>
                </a:lnTo>
                <a:close/>
                <a:moveTo>
                  <a:pt x="38100" y="47625"/>
                </a:moveTo>
                <a:lnTo>
                  <a:pt x="47625" y="47625"/>
                </a:lnTo>
                <a:lnTo>
                  <a:pt x="47625" y="57150"/>
                </a:lnTo>
                <a:lnTo>
                  <a:pt x="38100" y="57150"/>
                </a:lnTo>
                <a:close/>
                <a:moveTo>
                  <a:pt x="314325" y="47625"/>
                </a:moveTo>
                <a:lnTo>
                  <a:pt x="323850" y="47625"/>
                </a:lnTo>
                <a:lnTo>
                  <a:pt x="323850" y="57150"/>
                </a:lnTo>
                <a:lnTo>
                  <a:pt x="314325" y="57150"/>
                </a:lnTo>
                <a:close/>
                <a:moveTo>
                  <a:pt x="85725" y="57150"/>
                </a:moveTo>
                <a:lnTo>
                  <a:pt x="276225" y="57150"/>
                </a:lnTo>
                <a:lnTo>
                  <a:pt x="276225" y="66675"/>
                </a:lnTo>
                <a:lnTo>
                  <a:pt x="238125" y="66675"/>
                </a:lnTo>
                <a:lnTo>
                  <a:pt x="238125" y="76200"/>
                </a:lnTo>
                <a:lnTo>
                  <a:pt x="133350" y="76200"/>
                </a:lnTo>
                <a:lnTo>
                  <a:pt x="133350" y="85725"/>
                </a:lnTo>
                <a:lnTo>
                  <a:pt x="123825" y="85725"/>
                </a:lnTo>
                <a:lnTo>
                  <a:pt x="123825" y="66675"/>
                </a:lnTo>
                <a:lnTo>
                  <a:pt x="85725" y="66675"/>
                </a:lnTo>
                <a:close/>
                <a:moveTo>
                  <a:pt x="323850" y="66675"/>
                </a:moveTo>
                <a:lnTo>
                  <a:pt x="333375" y="66675"/>
                </a:lnTo>
                <a:lnTo>
                  <a:pt x="333375" y="76200"/>
                </a:lnTo>
                <a:lnTo>
                  <a:pt x="323850" y="76200"/>
                </a:lnTo>
                <a:close/>
                <a:moveTo>
                  <a:pt x="123825" y="95250"/>
                </a:moveTo>
                <a:lnTo>
                  <a:pt x="133350" y="95250"/>
                </a:lnTo>
                <a:lnTo>
                  <a:pt x="133350" y="104775"/>
                </a:lnTo>
                <a:lnTo>
                  <a:pt x="123825" y="104775"/>
                </a:lnTo>
                <a:close/>
                <a:moveTo>
                  <a:pt x="152400" y="476250"/>
                </a:moveTo>
                <a:lnTo>
                  <a:pt x="209550" y="476250"/>
                </a:lnTo>
                <a:lnTo>
                  <a:pt x="209550" y="485775"/>
                </a:lnTo>
                <a:lnTo>
                  <a:pt x="276225" y="485775"/>
                </a:lnTo>
                <a:lnTo>
                  <a:pt x="276225" y="495300"/>
                </a:lnTo>
                <a:lnTo>
                  <a:pt x="85725" y="495300"/>
                </a:lnTo>
                <a:lnTo>
                  <a:pt x="85725" y="485775"/>
                </a:lnTo>
                <a:lnTo>
                  <a:pt x="152400" y="485775"/>
                </a:lnTo>
                <a:close/>
                <a:moveTo>
                  <a:pt x="57150" y="514350"/>
                </a:moveTo>
                <a:lnTo>
                  <a:pt x="66675" y="514350"/>
                </a:lnTo>
                <a:lnTo>
                  <a:pt x="66675" y="523875"/>
                </a:lnTo>
                <a:lnTo>
                  <a:pt x="57150" y="523875"/>
                </a:lnTo>
                <a:close/>
                <a:moveTo>
                  <a:pt x="295275" y="514350"/>
                </a:moveTo>
                <a:lnTo>
                  <a:pt x="304800" y="514350"/>
                </a:lnTo>
                <a:lnTo>
                  <a:pt x="304800" y="523875"/>
                </a:lnTo>
                <a:lnTo>
                  <a:pt x="295275" y="523875"/>
                </a:lnTo>
                <a:close/>
              </a:path>
            </a:pathLst>
          </a:custGeom>
          <a:solidFill xmlns:a="http://schemas.openxmlformats.org/drawingml/2006/main">
            <a:srgbClr val="DBE4D5"/>
          </a:solidFill>
          <a:ln xmlns:a="http://schemas.openxmlformats.org/drawingml/2006/main" w="0">
            <a:noFill/>
          </a:ln>
        </p:spPr>
      </p:sp>
      <p:sp>
        <p:nvSpPr>
          <p:cNvPr id="49" name="front vector #c3cfbf">
            <a:extLst xmlns:a="http://schemas.openxmlformats.org/drawingml/2006/main">
              <a:ext uri="{FF2B5EF4-FFF2-40B4-BE49-F238E27FC236}">
                <a16:creationId xmlns:a16="http://schemas.microsoft.com/office/drawing/2014/main" id="{141AB8AA-3A7B-4506-863D-CAFF6EF01DF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0100" y="1647825"/>
            <a:ext cx="447675" cy="685800"/>
          </a:xfrm>
          <a:custGeom xmlns:a="http://schemas.openxmlformats.org/drawingml/2006/main">
            <a:pathLst>
              <a:path w="371475" h="581025">
                <a:moveTo>
                  <a:pt x="66675" y="28575"/>
                </a:moveTo>
                <a:lnTo>
                  <a:pt x="76200" y="28575"/>
                </a:lnTo>
                <a:lnTo>
                  <a:pt x="76200" y="38100"/>
                </a:lnTo>
                <a:lnTo>
                  <a:pt x="66675" y="38100"/>
                </a:lnTo>
                <a:close/>
                <a:moveTo>
                  <a:pt x="285750" y="28575"/>
                </a:moveTo>
                <a:lnTo>
                  <a:pt x="295275" y="28575"/>
                </a:lnTo>
                <a:lnTo>
                  <a:pt x="295275" y="38100"/>
                </a:lnTo>
                <a:lnTo>
                  <a:pt x="285750" y="38100"/>
                </a:lnTo>
                <a:close/>
                <a:moveTo>
                  <a:pt x="76200" y="57150"/>
                </a:moveTo>
                <a:lnTo>
                  <a:pt x="85725" y="57150"/>
                </a:lnTo>
                <a:lnTo>
                  <a:pt x="85725" y="66675"/>
                </a:lnTo>
                <a:lnTo>
                  <a:pt x="76200" y="66675"/>
                </a:lnTo>
                <a:close/>
                <a:moveTo>
                  <a:pt x="28575" y="66675"/>
                </a:moveTo>
                <a:lnTo>
                  <a:pt x="38100" y="66675"/>
                </a:lnTo>
                <a:lnTo>
                  <a:pt x="38100" y="76200"/>
                </a:lnTo>
                <a:lnTo>
                  <a:pt x="28575" y="76200"/>
                </a:lnTo>
                <a:close/>
                <a:moveTo>
                  <a:pt x="66675" y="66675"/>
                </a:moveTo>
                <a:lnTo>
                  <a:pt x="76200" y="66675"/>
                </a:lnTo>
                <a:lnTo>
                  <a:pt x="76200" y="76200"/>
                </a:lnTo>
                <a:lnTo>
                  <a:pt x="66675" y="76200"/>
                </a:lnTo>
                <a:close/>
                <a:moveTo>
                  <a:pt x="285750" y="66675"/>
                </a:moveTo>
                <a:lnTo>
                  <a:pt x="295275" y="66675"/>
                </a:lnTo>
                <a:lnTo>
                  <a:pt x="295275" y="76200"/>
                </a:lnTo>
                <a:lnTo>
                  <a:pt x="285750" y="76200"/>
                </a:lnTo>
                <a:close/>
                <a:moveTo>
                  <a:pt x="57150" y="76200"/>
                </a:moveTo>
                <a:lnTo>
                  <a:pt x="66675" y="76200"/>
                </a:lnTo>
                <a:lnTo>
                  <a:pt x="66675" y="476250"/>
                </a:lnTo>
                <a:lnTo>
                  <a:pt x="57150" y="476250"/>
                </a:lnTo>
                <a:close/>
                <a:moveTo>
                  <a:pt x="295275" y="76200"/>
                </a:moveTo>
                <a:lnTo>
                  <a:pt x="304800" y="76200"/>
                </a:lnTo>
                <a:lnTo>
                  <a:pt x="304800" y="476250"/>
                </a:lnTo>
                <a:lnTo>
                  <a:pt x="295275" y="476250"/>
                </a:lnTo>
                <a:close/>
                <a:moveTo>
                  <a:pt x="161925" y="438150"/>
                </a:moveTo>
                <a:lnTo>
                  <a:pt x="171450" y="438150"/>
                </a:lnTo>
                <a:lnTo>
                  <a:pt x="171450" y="447675"/>
                </a:lnTo>
                <a:lnTo>
                  <a:pt x="161925" y="447675"/>
                </a:lnTo>
                <a:close/>
                <a:moveTo>
                  <a:pt x="190500" y="438150"/>
                </a:moveTo>
                <a:lnTo>
                  <a:pt x="200025" y="438150"/>
                </a:lnTo>
                <a:lnTo>
                  <a:pt x="200025" y="447675"/>
                </a:lnTo>
                <a:lnTo>
                  <a:pt x="190500" y="447675"/>
                </a:lnTo>
                <a:close/>
                <a:moveTo>
                  <a:pt x="152400" y="447675"/>
                </a:moveTo>
                <a:lnTo>
                  <a:pt x="161925" y="447675"/>
                </a:lnTo>
                <a:lnTo>
                  <a:pt x="161925" y="457200"/>
                </a:lnTo>
                <a:lnTo>
                  <a:pt x="171450" y="457200"/>
                </a:lnTo>
                <a:lnTo>
                  <a:pt x="171450" y="466725"/>
                </a:lnTo>
                <a:lnTo>
                  <a:pt x="200025" y="466725"/>
                </a:lnTo>
                <a:lnTo>
                  <a:pt x="200025" y="447675"/>
                </a:lnTo>
                <a:lnTo>
                  <a:pt x="209550" y="447675"/>
                </a:lnTo>
                <a:lnTo>
                  <a:pt x="209550" y="466725"/>
                </a:lnTo>
                <a:lnTo>
                  <a:pt x="200025" y="466725"/>
                </a:lnTo>
                <a:lnTo>
                  <a:pt x="200025" y="476250"/>
                </a:lnTo>
                <a:lnTo>
                  <a:pt x="161925" y="476250"/>
                </a:lnTo>
                <a:lnTo>
                  <a:pt x="161925" y="466725"/>
                </a:lnTo>
                <a:lnTo>
                  <a:pt x="152400" y="466725"/>
                </a:lnTo>
                <a:close/>
                <a:moveTo>
                  <a:pt x="28575" y="476250"/>
                </a:moveTo>
                <a:lnTo>
                  <a:pt x="38100" y="476250"/>
                </a:lnTo>
                <a:lnTo>
                  <a:pt x="38100" y="485775"/>
                </a:lnTo>
                <a:lnTo>
                  <a:pt x="28575" y="485775"/>
                </a:lnTo>
                <a:close/>
                <a:moveTo>
                  <a:pt x="66675" y="476250"/>
                </a:moveTo>
                <a:lnTo>
                  <a:pt x="76200" y="476250"/>
                </a:lnTo>
                <a:lnTo>
                  <a:pt x="76200" y="485775"/>
                </a:lnTo>
                <a:lnTo>
                  <a:pt x="66675" y="485775"/>
                </a:lnTo>
                <a:close/>
                <a:moveTo>
                  <a:pt x="285750" y="476250"/>
                </a:moveTo>
                <a:lnTo>
                  <a:pt x="295275" y="476250"/>
                </a:lnTo>
                <a:lnTo>
                  <a:pt x="295275" y="485775"/>
                </a:lnTo>
                <a:lnTo>
                  <a:pt x="285750" y="485775"/>
                </a:lnTo>
                <a:close/>
                <a:moveTo>
                  <a:pt x="323850" y="476250"/>
                </a:moveTo>
                <a:lnTo>
                  <a:pt x="333375" y="476250"/>
                </a:lnTo>
                <a:lnTo>
                  <a:pt x="333375" y="485775"/>
                </a:lnTo>
                <a:lnTo>
                  <a:pt x="323850" y="485775"/>
                </a:lnTo>
                <a:close/>
                <a:moveTo>
                  <a:pt x="76200" y="485775"/>
                </a:moveTo>
                <a:lnTo>
                  <a:pt x="85725" y="485775"/>
                </a:lnTo>
                <a:lnTo>
                  <a:pt x="85725" y="495300"/>
                </a:lnTo>
                <a:lnTo>
                  <a:pt x="76200" y="495300"/>
                </a:lnTo>
                <a:close/>
                <a:moveTo>
                  <a:pt x="276225" y="485775"/>
                </a:moveTo>
                <a:lnTo>
                  <a:pt x="285750" y="485775"/>
                </a:lnTo>
                <a:lnTo>
                  <a:pt x="285750" y="495300"/>
                </a:lnTo>
                <a:lnTo>
                  <a:pt x="276225" y="495300"/>
                </a:lnTo>
                <a:close/>
                <a:moveTo>
                  <a:pt x="38100" y="495300"/>
                </a:moveTo>
                <a:lnTo>
                  <a:pt x="47625" y="495300"/>
                </a:lnTo>
                <a:lnTo>
                  <a:pt x="47625" y="504825"/>
                </a:lnTo>
                <a:lnTo>
                  <a:pt x="38100" y="504825"/>
                </a:lnTo>
                <a:close/>
                <a:moveTo>
                  <a:pt x="314325" y="495300"/>
                </a:moveTo>
                <a:lnTo>
                  <a:pt x="323850" y="495300"/>
                </a:lnTo>
                <a:lnTo>
                  <a:pt x="323850" y="504825"/>
                </a:lnTo>
                <a:lnTo>
                  <a:pt x="314325" y="504825"/>
                </a:lnTo>
                <a:close/>
                <a:moveTo>
                  <a:pt x="47625" y="504825"/>
                </a:moveTo>
                <a:lnTo>
                  <a:pt x="57150" y="504825"/>
                </a:lnTo>
                <a:lnTo>
                  <a:pt x="57150" y="514350"/>
                </a:lnTo>
                <a:lnTo>
                  <a:pt x="47625" y="514350"/>
                </a:lnTo>
                <a:close/>
                <a:moveTo>
                  <a:pt x="304800" y="504825"/>
                </a:moveTo>
                <a:lnTo>
                  <a:pt x="314325" y="504825"/>
                </a:lnTo>
                <a:lnTo>
                  <a:pt x="314325" y="514350"/>
                </a:lnTo>
                <a:lnTo>
                  <a:pt x="304800" y="514350"/>
                </a:lnTo>
                <a:close/>
              </a:path>
            </a:pathLst>
          </a:custGeom>
          <a:solidFill xmlns:a="http://schemas.openxmlformats.org/drawingml/2006/main">
            <a:srgbClr val="C3CFBF"/>
          </a:solidFill>
          <a:ln xmlns:a="http://schemas.openxmlformats.org/drawingml/2006/main" w="0">
            <a:noFill/>
          </a:ln>
        </p:spPr>
      </p:sp>
      <p:sp>
        <p:nvSpPr>
          <p:cNvPr id="50" name="front vector #6f806f">
            <a:extLst xmlns:a="http://schemas.openxmlformats.org/drawingml/2006/main">
              <a:ext uri="{FF2B5EF4-FFF2-40B4-BE49-F238E27FC236}">
                <a16:creationId xmlns:a16="http://schemas.microsoft.com/office/drawing/2014/main" id="{2A128331-9911-4D1D-B130-056D25AF3B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0100" y="1647825"/>
            <a:ext cx="447675" cy="685800"/>
          </a:xfrm>
          <a:custGeom xmlns:a="http://schemas.openxmlformats.org/drawingml/2006/main">
            <a:pathLst>
              <a:path w="371475" h="581025">
                <a:moveTo>
                  <a:pt x="76200" y="28575"/>
                </a:moveTo>
                <a:lnTo>
                  <a:pt x="285750" y="28575"/>
                </a:lnTo>
                <a:lnTo>
                  <a:pt x="285750" y="38100"/>
                </a:lnTo>
                <a:lnTo>
                  <a:pt x="76200" y="38100"/>
                </a:lnTo>
                <a:close/>
                <a:moveTo>
                  <a:pt x="38100" y="57150"/>
                </a:moveTo>
                <a:lnTo>
                  <a:pt x="47625" y="57150"/>
                </a:lnTo>
                <a:lnTo>
                  <a:pt x="47625" y="66675"/>
                </a:lnTo>
                <a:lnTo>
                  <a:pt x="38100" y="66675"/>
                </a:lnTo>
                <a:close/>
                <a:moveTo>
                  <a:pt x="276225" y="57150"/>
                </a:moveTo>
                <a:lnTo>
                  <a:pt x="285750" y="57150"/>
                </a:lnTo>
                <a:lnTo>
                  <a:pt x="285750" y="66675"/>
                </a:lnTo>
                <a:lnTo>
                  <a:pt x="276225" y="66675"/>
                </a:lnTo>
                <a:close/>
                <a:moveTo>
                  <a:pt x="314325" y="57150"/>
                </a:moveTo>
                <a:lnTo>
                  <a:pt x="323850" y="57150"/>
                </a:lnTo>
                <a:lnTo>
                  <a:pt x="323850" y="66675"/>
                </a:lnTo>
                <a:lnTo>
                  <a:pt x="314325" y="66675"/>
                </a:lnTo>
                <a:close/>
                <a:moveTo>
                  <a:pt x="28575" y="76200"/>
                </a:moveTo>
                <a:lnTo>
                  <a:pt x="38100" y="76200"/>
                </a:lnTo>
                <a:lnTo>
                  <a:pt x="38100" y="95250"/>
                </a:lnTo>
                <a:lnTo>
                  <a:pt x="28575" y="95250"/>
                </a:lnTo>
                <a:close/>
                <a:moveTo>
                  <a:pt x="133350" y="76200"/>
                </a:moveTo>
                <a:lnTo>
                  <a:pt x="142875" y="76200"/>
                </a:lnTo>
                <a:lnTo>
                  <a:pt x="142875" y="85725"/>
                </a:lnTo>
                <a:lnTo>
                  <a:pt x="133350" y="85725"/>
                </a:lnTo>
                <a:close/>
                <a:moveTo>
                  <a:pt x="171450" y="76200"/>
                </a:moveTo>
                <a:lnTo>
                  <a:pt x="190500" y="76200"/>
                </a:lnTo>
                <a:lnTo>
                  <a:pt x="190500" y="85725"/>
                </a:lnTo>
                <a:lnTo>
                  <a:pt x="171450" y="85725"/>
                </a:lnTo>
                <a:close/>
                <a:moveTo>
                  <a:pt x="219075" y="76200"/>
                </a:moveTo>
                <a:lnTo>
                  <a:pt x="228600" y="76200"/>
                </a:lnTo>
                <a:lnTo>
                  <a:pt x="228600" y="85725"/>
                </a:lnTo>
                <a:lnTo>
                  <a:pt x="219075" y="85725"/>
                </a:lnTo>
                <a:close/>
                <a:moveTo>
                  <a:pt x="323850" y="76200"/>
                </a:moveTo>
                <a:lnTo>
                  <a:pt x="333375" y="76200"/>
                </a:lnTo>
                <a:lnTo>
                  <a:pt x="333375" y="114300"/>
                </a:lnTo>
                <a:lnTo>
                  <a:pt x="323850" y="114300"/>
                </a:lnTo>
                <a:close/>
                <a:moveTo>
                  <a:pt x="123825" y="85725"/>
                </a:moveTo>
                <a:lnTo>
                  <a:pt x="133350" y="85725"/>
                </a:lnTo>
                <a:lnTo>
                  <a:pt x="133350" y="95250"/>
                </a:lnTo>
                <a:lnTo>
                  <a:pt x="123825" y="95250"/>
                </a:lnTo>
                <a:close/>
                <a:moveTo>
                  <a:pt x="228600" y="85725"/>
                </a:moveTo>
                <a:lnTo>
                  <a:pt x="238125" y="85725"/>
                </a:lnTo>
                <a:lnTo>
                  <a:pt x="238125" y="95250"/>
                </a:lnTo>
                <a:lnTo>
                  <a:pt x="228600" y="95250"/>
                </a:lnTo>
                <a:close/>
                <a:moveTo>
                  <a:pt x="28575" y="228600"/>
                </a:moveTo>
                <a:lnTo>
                  <a:pt x="38100" y="228600"/>
                </a:lnTo>
                <a:lnTo>
                  <a:pt x="38100" y="276225"/>
                </a:lnTo>
                <a:lnTo>
                  <a:pt x="28575" y="276225"/>
                </a:lnTo>
                <a:close/>
                <a:moveTo>
                  <a:pt x="28575" y="323850"/>
                </a:moveTo>
                <a:lnTo>
                  <a:pt x="38100" y="323850"/>
                </a:lnTo>
                <a:lnTo>
                  <a:pt x="38100" y="381000"/>
                </a:lnTo>
                <a:lnTo>
                  <a:pt x="28575" y="381000"/>
                </a:lnTo>
                <a:close/>
                <a:moveTo>
                  <a:pt x="28575" y="428625"/>
                </a:moveTo>
                <a:lnTo>
                  <a:pt x="38100" y="428625"/>
                </a:lnTo>
                <a:lnTo>
                  <a:pt x="38100" y="476250"/>
                </a:lnTo>
                <a:lnTo>
                  <a:pt x="28575" y="476250"/>
                </a:lnTo>
                <a:close/>
                <a:moveTo>
                  <a:pt x="171450" y="438150"/>
                </a:moveTo>
                <a:lnTo>
                  <a:pt x="190500" y="438150"/>
                </a:lnTo>
                <a:lnTo>
                  <a:pt x="190500" y="447675"/>
                </a:lnTo>
                <a:lnTo>
                  <a:pt x="171450" y="447675"/>
                </a:lnTo>
                <a:close/>
                <a:moveTo>
                  <a:pt x="161925" y="447675"/>
                </a:moveTo>
                <a:lnTo>
                  <a:pt x="171450" y="447675"/>
                </a:lnTo>
                <a:lnTo>
                  <a:pt x="171450" y="457200"/>
                </a:lnTo>
                <a:lnTo>
                  <a:pt x="161925" y="457200"/>
                </a:lnTo>
                <a:close/>
                <a:moveTo>
                  <a:pt x="190500" y="447675"/>
                </a:moveTo>
                <a:lnTo>
                  <a:pt x="200025" y="447675"/>
                </a:lnTo>
                <a:lnTo>
                  <a:pt x="200025" y="466725"/>
                </a:lnTo>
                <a:lnTo>
                  <a:pt x="190500" y="466725"/>
                </a:lnTo>
                <a:close/>
                <a:moveTo>
                  <a:pt x="323850" y="457200"/>
                </a:moveTo>
                <a:lnTo>
                  <a:pt x="333375" y="457200"/>
                </a:lnTo>
                <a:lnTo>
                  <a:pt x="333375" y="476250"/>
                </a:lnTo>
                <a:lnTo>
                  <a:pt x="323850" y="476250"/>
                </a:lnTo>
                <a:close/>
                <a:moveTo>
                  <a:pt x="66675" y="514350"/>
                </a:moveTo>
                <a:lnTo>
                  <a:pt x="76200" y="514350"/>
                </a:lnTo>
                <a:lnTo>
                  <a:pt x="76200" y="523875"/>
                </a:lnTo>
                <a:lnTo>
                  <a:pt x="66675" y="523875"/>
                </a:lnTo>
                <a:close/>
                <a:moveTo>
                  <a:pt x="276225" y="514350"/>
                </a:moveTo>
                <a:lnTo>
                  <a:pt x="295275" y="514350"/>
                </a:lnTo>
                <a:lnTo>
                  <a:pt x="295275" y="523875"/>
                </a:lnTo>
                <a:lnTo>
                  <a:pt x="276225" y="523875"/>
                </a:lnTo>
                <a:close/>
              </a:path>
            </a:pathLst>
          </a:custGeom>
          <a:solidFill xmlns:a="http://schemas.openxmlformats.org/drawingml/2006/main">
            <a:srgbClr val="6F806F"/>
          </a:solidFill>
          <a:ln xmlns:a="http://schemas.openxmlformats.org/drawingml/2006/main" w="0">
            <a:noFill/>
          </a:ln>
        </p:spPr>
      </p:sp>
      <p:sp>
        <p:nvSpPr>
          <p:cNvPr id="51" name="front vector #586a59">
            <a:extLst xmlns:a="http://schemas.openxmlformats.org/drawingml/2006/main">
              <a:ext uri="{FF2B5EF4-FFF2-40B4-BE49-F238E27FC236}">
                <a16:creationId xmlns:a16="http://schemas.microsoft.com/office/drawing/2014/main" id="{5DA2593D-5FB1-4078-8449-B7B200131FA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0100" y="1647825"/>
            <a:ext cx="447675" cy="685800"/>
          </a:xfrm>
          <a:custGeom xmlns:a="http://schemas.openxmlformats.org/drawingml/2006/main">
            <a:pathLst>
              <a:path w="371475" h="581025">
                <a:moveTo>
                  <a:pt x="57150" y="38100"/>
                </a:moveTo>
                <a:lnTo>
                  <a:pt x="66675" y="38100"/>
                </a:lnTo>
                <a:lnTo>
                  <a:pt x="66675" y="47625"/>
                </a:lnTo>
                <a:lnTo>
                  <a:pt x="57150" y="47625"/>
                </a:lnTo>
                <a:close/>
                <a:moveTo>
                  <a:pt x="295275" y="38100"/>
                </a:moveTo>
                <a:lnTo>
                  <a:pt x="304800" y="38100"/>
                </a:lnTo>
                <a:lnTo>
                  <a:pt x="304800" y="47625"/>
                </a:lnTo>
                <a:lnTo>
                  <a:pt x="295275" y="47625"/>
                </a:lnTo>
                <a:close/>
                <a:moveTo>
                  <a:pt x="47625" y="47625"/>
                </a:moveTo>
                <a:lnTo>
                  <a:pt x="57150" y="47625"/>
                </a:lnTo>
                <a:lnTo>
                  <a:pt x="57150" y="57150"/>
                </a:lnTo>
                <a:lnTo>
                  <a:pt x="47625" y="57150"/>
                </a:lnTo>
                <a:close/>
                <a:moveTo>
                  <a:pt x="304800" y="47625"/>
                </a:moveTo>
                <a:lnTo>
                  <a:pt x="314325" y="47625"/>
                </a:lnTo>
                <a:lnTo>
                  <a:pt x="314325" y="57150"/>
                </a:lnTo>
                <a:lnTo>
                  <a:pt x="304800" y="57150"/>
                </a:lnTo>
                <a:close/>
                <a:moveTo>
                  <a:pt x="66675" y="57150"/>
                </a:moveTo>
                <a:lnTo>
                  <a:pt x="76200" y="57150"/>
                </a:lnTo>
                <a:lnTo>
                  <a:pt x="76200" y="66675"/>
                </a:lnTo>
                <a:lnTo>
                  <a:pt x="66675" y="66675"/>
                </a:lnTo>
                <a:close/>
                <a:moveTo>
                  <a:pt x="57150" y="66675"/>
                </a:moveTo>
                <a:lnTo>
                  <a:pt x="66675" y="66675"/>
                </a:lnTo>
                <a:lnTo>
                  <a:pt x="66675" y="76200"/>
                </a:lnTo>
                <a:lnTo>
                  <a:pt x="57150" y="76200"/>
                </a:lnTo>
                <a:close/>
                <a:moveTo>
                  <a:pt x="142875" y="76200"/>
                </a:moveTo>
                <a:lnTo>
                  <a:pt x="171450" y="76200"/>
                </a:lnTo>
                <a:lnTo>
                  <a:pt x="171450" y="85725"/>
                </a:lnTo>
                <a:lnTo>
                  <a:pt x="142875" y="85725"/>
                </a:lnTo>
                <a:close/>
                <a:moveTo>
                  <a:pt x="190500" y="76200"/>
                </a:moveTo>
                <a:lnTo>
                  <a:pt x="219075" y="76200"/>
                </a:lnTo>
                <a:lnTo>
                  <a:pt x="219075" y="85725"/>
                </a:lnTo>
                <a:lnTo>
                  <a:pt x="228600" y="85725"/>
                </a:lnTo>
                <a:lnTo>
                  <a:pt x="228600" y="104775"/>
                </a:lnTo>
                <a:lnTo>
                  <a:pt x="200025" y="104775"/>
                </a:lnTo>
                <a:lnTo>
                  <a:pt x="200025" y="85725"/>
                </a:lnTo>
                <a:lnTo>
                  <a:pt x="190500" y="85725"/>
                </a:lnTo>
                <a:close/>
                <a:moveTo>
                  <a:pt x="28575" y="95250"/>
                </a:moveTo>
                <a:lnTo>
                  <a:pt x="38100" y="95250"/>
                </a:lnTo>
                <a:lnTo>
                  <a:pt x="38100" y="228600"/>
                </a:lnTo>
                <a:lnTo>
                  <a:pt x="28575" y="228600"/>
                </a:lnTo>
                <a:close/>
                <a:moveTo>
                  <a:pt x="323850" y="114300"/>
                </a:moveTo>
                <a:lnTo>
                  <a:pt x="333375" y="114300"/>
                </a:lnTo>
                <a:lnTo>
                  <a:pt x="333375" y="457200"/>
                </a:lnTo>
                <a:lnTo>
                  <a:pt x="323850" y="457200"/>
                </a:lnTo>
                <a:close/>
                <a:moveTo>
                  <a:pt x="28575" y="276225"/>
                </a:moveTo>
                <a:lnTo>
                  <a:pt x="38100" y="276225"/>
                </a:lnTo>
                <a:lnTo>
                  <a:pt x="38100" y="323850"/>
                </a:lnTo>
                <a:lnTo>
                  <a:pt x="28575" y="323850"/>
                </a:lnTo>
                <a:close/>
                <a:moveTo>
                  <a:pt x="28575" y="381000"/>
                </a:moveTo>
                <a:lnTo>
                  <a:pt x="38100" y="381000"/>
                </a:lnTo>
                <a:lnTo>
                  <a:pt x="38100" y="428625"/>
                </a:lnTo>
                <a:lnTo>
                  <a:pt x="28575" y="428625"/>
                </a:lnTo>
                <a:close/>
                <a:moveTo>
                  <a:pt x="57150" y="476250"/>
                </a:moveTo>
                <a:lnTo>
                  <a:pt x="66675" y="476250"/>
                </a:lnTo>
                <a:lnTo>
                  <a:pt x="66675" y="485775"/>
                </a:lnTo>
                <a:lnTo>
                  <a:pt x="57150" y="485775"/>
                </a:lnTo>
                <a:close/>
                <a:moveTo>
                  <a:pt x="295275" y="476250"/>
                </a:moveTo>
                <a:lnTo>
                  <a:pt x="304800" y="476250"/>
                </a:lnTo>
                <a:lnTo>
                  <a:pt x="304800" y="485775"/>
                </a:lnTo>
                <a:lnTo>
                  <a:pt x="295275" y="485775"/>
                </a:lnTo>
                <a:close/>
                <a:moveTo>
                  <a:pt x="38100" y="485775"/>
                </a:moveTo>
                <a:lnTo>
                  <a:pt x="47625" y="485775"/>
                </a:lnTo>
                <a:lnTo>
                  <a:pt x="47625" y="495300"/>
                </a:lnTo>
                <a:lnTo>
                  <a:pt x="38100" y="495300"/>
                </a:lnTo>
                <a:close/>
                <a:moveTo>
                  <a:pt x="66675" y="485775"/>
                </a:moveTo>
                <a:lnTo>
                  <a:pt x="76200" y="485775"/>
                </a:lnTo>
                <a:lnTo>
                  <a:pt x="76200" y="495300"/>
                </a:lnTo>
                <a:lnTo>
                  <a:pt x="66675" y="495300"/>
                </a:lnTo>
                <a:close/>
                <a:moveTo>
                  <a:pt x="285750" y="485775"/>
                </a:moveTo>
                <a:lnTo>
                  <a:pt x="295275" y="485775"/>
                </a:lnTo>
                <a:lnTo>
                  <a:pt x="295275" y="495300"/>
                </a:lnTo>
                <a:lnTo>
                  <a:pt x="285750" y="495300"/>
                </a:lnTo>
                <a:close/>
                <a:moveTo>
                  <a:pt x="314325" y="485775"/>
                </a:moveTo>
                <a:lnTo>
                  <a:pt x="323850" y="485775"/>
                </a:lnTo>
                <a:lnTo>
                  <a:pt x="323850" y="495300"/>
                </a:lnTo>
                <a:lnTo>
                  <a:pt x="314325" y="495300"/>
                </a:lnTo>
                <a:close/>
                <a:moveTo>
                  <a:pt x="85725" y="495300"/>
                </a:moveTo>
                <a:lnTo>
                  <a:pt x="276225" y="495300"/>
                </a:lnTo>
                <a:lnTo>
                  <a:pt x="276225" y="523875"/>
                </a:lnTo>
                <a:lnTo>
                  <a:pt x="104775" y="523875"/>
                </a:lnTo>
                <a:lnTo>
                  <a:pt x="104775" y="504825"/>
                </a:lnTo>
                <a:lnTo>
                  <a:pt x="85725" y="504825"/>
                </a:lnTo>
                <a:close/>
                <a:moveTo>
                  <a:pt x="76200" y="514350"/>
                </a:moveTo>
                <a:lnTo>
                  <a:pt x="85725" y="514350"/>
                </a:lnTo>
                <a:lnTo>
                  <a:pt x="85725" y="523875"/>
                </a:lnTo>
                <a:lnTo>
                  <a:pt x="76200" y="523875"/>
                </a:lnTo>
                <a:close/>
              </a:path>
            </a:pathLst>
          </a:custGeom>
          <a:solidFill xmlns:a="http://schemas.openxmlformats.org/drawingml/2006/main">
            <a:srgbClr val="586A59"/>
          </a:solidFill>
          <a:ln xmlns:a="http://schemas.openxmlformats.org/drawingml/2006/main" w="0">
            <a:noFill/>
          </a:ln>
        </p:spPr>
      </p:sp>
      <p:sp>
        <p:nvSpPr>
          <p:cNvPr id="52" name="front vector #425746">
            <a:extLst xmlns:a="http://schemas.openxmlformats.org/drawingml/2006/main">
              <a:ext uri="{FF2B5EF4-FFF2-40B4-BE49-F238E27FC236}">
                <a16:creationId xmlns:a16="http://schemas.microsoft.com/office/drawing/2014/main" id="{2487EBA5-9AF8-4DBE-8880-F17850EFFFD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0100" y="1647825"/>
            <a:ext cx="447675" cy="685800"/>
          </a:xfrm>
          <a:custGeom xmlns:a="http://schemas.openxmlformats.org/drawingml/2006/main">
            <a:pathLst>
              <a:path w="371475" h="581025">
                <a:moveTo>
                  <a:pt x="285750" y="57150"/>
                </a:moveTo>
                <a:lnTo>
                  <a:pt x="295275" y="57150"/>
                </a:lnTo>
                <a:lnTo>
                  <a:pt x="295275" y="66675"/>
                </a:lnTo>
                <a:lnTo>
                  <a:pt x="285750" y="66675"/>
                </a:lnTo>
                <a:close/>
                <a:moveTo>
                  <a:pt x="295275" y="66675"/>
                </a:moveTo>
                <a:lnTo>
                  <a:pt x="304800" y="66675"/>
                </a:lnTo>
                <a:lnTo>
                  <a:pt x="304800" y="76200"/>
                </a:lnTo>
                <a:lnTo>
                  <a:pt x="295275" y="76200"/>
                </a:lnTo>
                <a:close/>
                <a:moveTo>
                  <a:pt x="133350" y="85725"/>
                </a:moveTo>
                <a:lnTo>
                  <a:pt x="200025" y="85725"/>
                </a:lnTo>
                <a:lnTo>
                  <a:pt x="200025" y="104775"/>
                </a:lnTo>
                <a:lnTo>
                  <a:pt x="133350" y="104775"/>
                </a:lnTo>
                <a:close/>
                <a:moveTo>
                  <a:pt x="304800" y="95250"/>
                </a:moveTo>
                <a:lnTo>
                  <a:pt x="323850" y="95250"/>
                </a:lnTo>
                <a:lnTo>
                  <a:pt x="323850" y="114300"/>
                </a:lnTo>
                <a:lnTo>
                  <a:pt x="304800" y="114300"/>
                </a:lnTo>
                <a:close/>
                <a:moveTo>
                  <a:pt x="304800" y="180975"/>
                </a:moveTo>
                <a:lnTo>
                  <a:pt x="323850" y="180975"/>
                </a:lnTo>
                <a:lnTo>
                  <a:pt x="323850" y="390525"/>
                </a:lnTo>
                <a:lnTo>
                  <a:pt x="304800" y="390525"/>
                </a:lnTo>
                <a:close/>
                <a:moveTo>
                  <a:pt x="47625" y="495300"/>
                </a:moveTo>
                <a:lnTo>
                  <a:pt x="57150" y="495300"/>
                </a:lnTo>
                <a:lnTo>
                  <a:pt x="57150" y="504825"/>
                </a:lnTo>
                <a:lnTo>
                  <a:pt x="47625" y="504825"/>
                </a:lnTo>
                <a:close/>
                <a:moveTo>
                  <a:pt x="76200" y="495300"/>
                </a:moveTo>
                <a:lnTo>
                  <a:pt x="85725" y="495300"/>
                </a:lnTo>
                <a:lnTo>
                  <a:pt x="85725" y="504825"/>
                </a:lnTo>
                <a:lnTo>
                  <a:pt x="104775" y="504825"/>
                </a:lnTo>
                <a:lnTo>
                  <a:pt x="104775" y="523875"/>
                </a:lnTo>
                <a:lnTo>
                  <a:pt x="85725" y="523875"/>
                </a:lnTo>
                <a:lnTo>
                  <a:pt x="85725" y="514350"/>
                </a:lnTo>
                <a:lnTo>
                  <a:pt x="57150" y="514350"/>
                </a:lnTo>
                <a:lnTo>
                  <a:pt x="57150" y="504825"/>
                </a:lnTo>
                <a:lnTo>
                  <a:pt x="76200" y="504825"/>
                </a:lnTo>
                <a:close/>
                <a:moveTo>
                  <a:pt x="304800" y="495300"/>
                </a:moveTo>
                <a:lnTo>
                  <a:pt x="314325" y="495300"/>
                </a:lnTo>
                <a:lnTo>
                  <a:pt x="314325" y="504825"/>
                </a:lnTo>
                <a:lnTo>
                  <a:pt x="304800" y="504825"/>
                </a:lnTo>
                <a:close/>
                <a:moveTo>
                  <a:pt x="295275" y="504825"/>
                </a:moveTo>
                <a:lnTo>
                  <a:pt x="304800" y="504825"/>
                </a:lnTo>
                <a:lnTo>
                  <a:pt x="304800" y="514350"/>
                </a:lnTo>
                <a:lnTo>
                  <a:pt x="295275" y="514350"/>
                </a:lnTo>
                <a:close/>
              </a:path>
            </a:pathLst>
          </a:custGeom>
          <a:solidFill xmlns:a="http://schemas.openxmlformats.org/drawingml/2006/main">
            <a:srgbClr val="425746"/>
          </a:solidFill>
          <a:ln xmlns:a="http://schemas.openxmlformats.org/drawingml/2006/main" w="0">
            <a:noFill/>
          </a:ln>
        </p:spPr>
      </p:sp>
      <p:sp>
        <p:nvSpPr>
          <p:cNvPr id="53" name="front vector #334938">
            <a:extLst xmlns:a="http://schemas.openxmlformats.org/drawingml/2006/main">
              <a:ext uri="{FF2B5EF4-FFF2-40B4-BE49-F238E27FC236}">
                <a16:creationId xmlns:a16="http://schemas.microsoft.com/office/drawing/2014/main" id="{3EF5BC8E-24E5-4F85-85AB-303700CF21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0100" y="1647825"/>
            <a:ext cx="447675" cy="685800"/>
          </a:xfrm>
          <a:custGeom xmlns:a="http://schemas.openxmlformats.org/drawingml/2006/main">
            <a:pathLst>
              <a:path w="371475" h="581025">
                <a:moveTo>
                  <a:pt x="95250" y="38100"/>
                </a:moveTo>
                <a:lnTo>
                  <a:pt x="276225" y="38100"/>
                </a:lnTo>
                <a:lnTo>
                  <a:pt x="276225" y="57150"/>
                </a:lnTo>
                <a:lnTo>
                  <a:pt x="95250" y="57150"/>
                </a:lnTo>
                <a:close/>
                <a:moveTo>
                  <a:pt x="304800" y="57150"/>
                </a:moveTo>
                <a:lnTo>
                  <a:pt x="314325" y="57150"/>
                </a:lnTo>
                <a:lnTo>
                  <a:pt x="314325" y="66675"/>
                </a:lnTo>
                <a:lnTo>
                  <a:pt x="304800" y="66675"/>
                </a:lnTo>
                <a:close/>
                <a:moveTo>
                  <a:pt x="314325" y="66675"/>
                </a:moveTo>
                <a:lnTo>
                  <a:pt x="323850" y="66675"/>
                </a:lnTo>
                <a:lnTo>
                  <a:pt x="323850" y="95250"/>
                </a:lnTo>
                <a:lnTo>
                  <a:pt x="304800" y="95250"/>
                </a:lnTo>
                <a:lnTo>
                  <a:pt x="304800" y="76200"/>
                </a:lnTo>
                <a:lnTo>
                  <a:pt x="314325" y="76200"/>
                </a:lnTo>
                <a:close/>
                <a:moveTo>
                  <a:pt x="38100" y="104775"/>
                </a:moveTo>
                <a:lnTo>
                  <a:pt x="57150" y="104775"/>
                </a:lnTo>
                <a:lnTo>
                  <a:pt x="57150" y="114300"/>
                </a:lnTo>
                <a:lnTo>
                  <a:pt x="38100" y="114300"/>
                </a:lnTo>
                <a:close/>
                <a:moveTo>
                  <a:pt x="304800" y="114300"/>
                </a:moveTo>
                <a:lnTo>
                  <a:pt x="323850" y="114300"/>
                </a:lnTo>
                <a:lnTo>
                  <a:pt x="323850" y="180975"/>
                </a:lnTo>
                <a:lnTo>
                  <a:pt x="304800" y="180975"/>
                </a:lnTo>
                <a:close/>
                <a:moveTo>
                  <a:pt x="38100" y="133350"/>
                </a:moveTo>
                <a:lnTo>
                  <a:pt x="57150" y="133350"/>
                </a:lnTo>
                <a:lnTo>
                  <a:pt x="57150" y="466725"/>
                </a:lnTo>
                <a:lnTo>
                  <a:pt x="38100" y="466725"/>
                </a:lnTo>
                <a:close/>
                <a:moveTo>
                  <a:pt x="304800" y="390525"/>
                </a:moveTo>
                <a:lnTo>
                  <a:pt x="323850" y="390525"/>
                </a:lnTo>
                <a:lnTo>
                  <a:pt x="323850" y="466725"/>
                </a:lnTo>
                <a:lnTo>
                  <a:pt x="304800" y="466725"/>
                </a:lnTo>
                <a:close/>
                <a:moveTo>
                  <a:pt x="276225" y="495300"/>
                </a:moveTo>
                <a:lnTo>
                  <a:pt x="285750" y="495300"/>
                </a:lnTo>
                <a:lnTo>
                  <a:pt x="285750" y="504825"/>
                </a:lnTo>
                <a:lnTo>
                  <a:pt x="295275" y="504825"/>
                </a:lnTo>
                <a:lnTo>
                  <a:pt x="295275" y="514350"/>
                </a:lnTo>
                <a:lnTo>
                  <a:pt x="276225" y="514350"/>
                </a:lnTo>
                <a:close/>
              </a:path>
            </a:pathLst>
          </a:custGeom>
          <a:solidFill xmlns:a="http://schemas.openxmlformats.org/drawingml/2006/main">
            <a:srgbClr val="334938"/>
          </a:solidFill>
          <a:ln xmlns:a="http://schemas.openxmlformats.org/drawingml/2006/main" w="0">
            <a:noFill/>
          </a:ln>
        </p:spPr>
      </p:sp>
      <p:sp>
        <p:nvSpPr>
          <p:cNvPr id="54" name="front vector #2b4230">
            <a:extLst xmlns:a="http://schemas.openxmlformats.org/drawingml/2006/main">
              <a:ext uri="{FF2B5EF4-FFF2-40B4-BE49-F238E27FC236}">
                <a16:creationId xmlns:a16="http://schemas.microsoft.com/office/drawing/2014/main" id="{3BD45D63-7050-434B-8BCC-851060CFAB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00100" y="1647825"/>
            <a:ext cx="447675" cy="685800"/>
          </a:xfrm>
          <a:custGeom xmlns:a="http://schemas.openxmlformats.org/drawingml/2006/main">
            <a:pathLst>
              <a:path w="371475" h="581025">
                <a:moveTo>
                  <a:pt x="66675" y="38100"/>
                </a:moveTo>
                <a:lnTo>
                  <a:pt x="95250" y="38100"/>
                </a:lnTo>
                <a:lnTo>
                  <a:pt x="95250" y="57150"/>
                </a:lnTo>
                <a:lnTo>
                  <a:pt x="66675" y="57150"/>
                </a:lnTo>
                <a:lnTo>
                  <a:pt x="66675" y="66675"/>
                </a:lnTo>
                <a:lnTo>
                  <a:pt x="57150" y="66675"/>
                </a:lnTo>
                <a:lnTo>
                  <a:pt x="57150" y="104775"/>
                </a:lnTo>
                <a:lnTo>
                  <a:pt x="38100" y="104775"/>
                </a:lnTo>
                <a:lnTo>
                  <a:pt x="38100" y="66675"/>
                </a:lnTo>
                <a:lnTo>
                  <a:pt x="47625" y="66675"/>
                </a:lnTo>
                <a:lnTo>
                  <a:pt x="47625" y="57150"/>
                </a:lnTo>
                <a:lnTo>
                  <a:pt x="57150" y="57150"/>
                </a:lnTo>
                <a:lnTo>
                  <a:pt x="57150" y="47625"/>
                </a:lnTo>
                <a:lnTo>
                  <a:pt x="66675" y="47625"/>
                </a:lnTo>
                <a:close/>
                <a:moveTo>
                  <a:pt x="276225" y="38100"/>
                </a:moveTo>
                <a:lnTo>
                  <a:pt x="295275" y="38100"/>
                </a:lnTo>
                <a:lnTo>
                  <a:pt x="295275" y="47625"/>
                </a:lnTo>
                <a:lnTo>
                  <a:pt x="304800" y="47625"/>
                </a:lnTo>
                <a:lnTo>
                  <a:pt x="304800" y="66675"/>
                </a:lnTo>
                <a:lnTo>
                  <a:pt x="295275" y="66675"/>
                </a:lnTo>
                <a:lnTo>
                  <a:pt x="295275" y="57150"/>
                </a:lnTo>
                <a:lnTo>
                  <a:pt x="276225" y="57150"/>
                </a:lnTo>
                <a:close/>
                <a:moveTo>
                  <a:pt x="304800" y="66675"/>
                </a:moveTo>
                <a:lnTo>
                  <a:pt x="314325" y="66675"/>
                </a:lnTo>
                <a:lnTo>
                  <a:pt x="314325" y="76200"/>
                </a:lnTo>
                <a:lnTo>
                  <a:pt x="304800" y="76200"/>
                </a:lnTo>
                <a:close/>
                <a:moveTo>
                  <a:pt x="38100" y="114300"/>
                </a:moveTo>
                <a:lnTo>
                  <a:pt x="57150" y="114300"/>
                </a:lnTo>
                <a:lnTo>
                  <a:pt x="57150" y="133350"/>
                </a:lnTo>
                <a:lnTo>
                  <a:pt x="38100" y="133350"/>
                </a:lnTo>
                <a:close/>
                <a:moveTo>
                  <a:pt x="171450" y="447675"/>
                </a:moveTo>
                <a:lnTo>
                  <a:pt x="190500" y="447675"/>
                </a:lnTo>
                <a:lnTo>
                  <a:pt x="190500" y="466725"/>
                </a:lnTo>
                <a:lnTo>
                  <a:pt x="171450" y="466725"/>
                </a:lnTo>
                <a:close/>
                <a:moveTo>
                  <a:pt x="38100" y="466725"/>
                </a:moveTo>
                <a:lnTo>
                  <a:pt x="57150" y="466725"/>
                </a:lnTo>
                <a:lnTo>
                  <a:pt x="57150" y="485775"/>
                </a:lnTo>
                <a:lnTo>
                  <a:pt x="66675" y="485775"/>
                </a:lnTo>
                <a:lnTo>
                  <a:pt x="66675" y="495300"/>
                </a:lnTo>
                <a:lnTo>
                  <a:pt x="76200" y="495300"/>
                </a:lnTo>
                <a:lnTo>
                  <a:pt x="76200" y="504825"/>
                </a:lnTo>
                <a:lnTo>
                  <a:pt x="57150" y="504825"/>
                </a:lnTo>
                <a:lnTo>
                  <a:pt x="57150" y="495300"/>
                </a:lnTo>
                <a:lnTo>
                  <a:pt x="47625" y="495300"/>
                </a:lnTo>
                <a:lnTo>
                  <a:pt x="47625" y="485775"/>
                </a:lnTo>
                <a:lnTo>
                  <a:pt x="38100" y="485775"/>
                </a:lnTo>
                <a:close/>
                <a:moveTo>
                  <a:pt x="304800" y="466725"/>
                </a:moveTo>
                <a:lnTo>
                  <a:pt x="323850" y="466725"/>
                </a:lnTo>
                <a:lnTo>
                  <a:pt x="323850" y="485775"/>
                </a:lnTo>
                <a:lnTo>
                  <a:pt x="314325" y="485775"/>
                </a:lnTo>
                <a:lnTo>
                  <a:pt x="314325" y="495300"/>
                </a:lnTo>
                <a:lnTo>
                  <a:pt x="304800" y="495300"/>
                </a:lnTo>
                <a:lnTo>
                  <a:pt x="304800" y="504825"/>
                </a:lnTo>
                <a:lnTo>
                  <a:pt x="285750" y="504825"/>
                </a:lnTo>
                <a:lnTo>
                  <a:pt x="285750" y="495300"/>
                </a:lnTo>
                <a:lnTo>
                  <a:pt x="295275" y="495300"/>
                </a:lnTo>
                <a:lnTo>
                  <a:pt x="295275" y="485775"/>
                </a:lnTo>
                <a:lnTo>
                  <a:pt x="304800" y="485775"/>
                </a:lnTo>
                <a:close/>
              </a:path>
            </a:pathLst>
          </a:custGeom>
          <a:solidFill xmlns:a="http://schemas.openxmlformats.org/drawingml/2006/main">
            <a:srgbClr val="2B4230"/>
          </a:solidFill>
          <a:ln xmlns:a="http://schemas.openxmlformats.org/drawingml/2006/main" w="0">
            <a:noFill/>
          </a:ln>
        </p:spPr>
      </p:sp>
      <p:sp>
        <p:nvSpPr>
          <p:cNvPr id="55" name="">
            <a:extLst xmlns:a="http://schemas.openxmlformats.org/drawingml/2006/main">
              <a:ext uri="{FF2B5EF4-FFF2-40B4-BE49-F238E27FC236}">
                <a16:creationId xmlns:a16="http://schemas.microsoft.com/office/drawing/2014/main" id="{9B574C08-CEDB-4082-85D2-B9F1EE74C7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067300" y="1647825"/>
            <a:ext cx="638175" cy="666750"/>
          </a:xfrm>
          <a:prstGeom xmlns:a="http://schemas.openxmlformats.org/drawingml/2006/main" prst="rect">
            <a:avLst/>
          </a:prstGeom>
          <a:solidFill xmlns:a="http://schemas.openxmlformats.org/drawingml/2006/main">
            <a:srgbClr val="F5F2E8"/>
          </a:solidFill>
          <a:ln xmlns:a="http://schemas.openxmlformats.org/drawingml/2006/main" w="0">
            <a:noFill/>
          </a:ln>
        </p:spPr>
      </p:sp>
      <p:sp>
        <p:nvSpPr>
          <p:cNvPr id="56" name="back vector #f4f3e7">
            <a:extLst xmlns:a="http://schemas.openxmlformats.org/drawingml/2006/main">
              <a:ext uri="{FF2B5EF4-FFF2-40B4-BE49-F238E27FC236}">
                <a16:creationId xmlns:a16="http://schemas.microsoft.com/office/drawing/2014/main" id="{38072442-CA84-4D6F-8377-F7A1BDEA845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67300" y="1647825"/>
            <a:ext cx="638175" cy="666750"/>
          </a:xfrm>
          <a:custGeom xmlns:a="http://schemas.openxmlformats.org/drawingml/2006/main">
            <a:pathLst>
              <a:path w="533400" h="561975">
                <a:moveTo>
                  <a:pt x="180975" y="123825"/>
                </a:moveTo>
                <a:lnTo>
                  <a:pt x="200025" y="123825"/>
                </a:lnTo>
                <a:lnTo>
                  <a:pt x="200025" y="133350"/>
                </a:lnTo>
                <a:lnTo>
                  <a:pt x="209550" y="133350"/>
                </a:lnTo>
                <a:lnTo>
                  <a:pt x="209550" y="142875"/>
                </a:lnTo>
                <a:lnTo>
                  <a:pt x="200025" y="142875"/>
                </a:lnTo>
                <a:lnTo>
                  <a:pt x="200025" y="171450"/>
                </a:lnTo>
                <a:lnTo>
                  <a:pt x="209550" y="171450"/>
                </a:lnTo>
                <a:lnTo>
                  <a:pt x="209550" y="180975"/>
                </a:lnTo>
                <a:lnTo>
                  <a:pt x="200025" y="180975"/>
                </a:lnTo>
                <a:lnTo>
                  <a:pt x="200025" y="190500"/>
                </a:lnTo>
                <a:lnTo>
                  <a:pt x="161925" y="190500"/>
                </a:lnTo>
                <a:lnTo>
                  <a:pt x="161925" y="200025"/>
                </a:lnTo>
                <a:lnTo>
                  <a:pt x="152400" y="200025"/>
                </a:lnTo>
                <a:lnTo>
                  <a:pt x="152400" y="209550"/>
                </a:lnTo>
                <a:lnTo>
                  <a:pt x="142875" y="209550"/>
                </a:lnTo>
                <a:lnTo>
                  <a:pt x="142875" y="190500"/>
                </a:lnTo>
                <a:lnTo>
                  <a:pt x="123825" y="190500"/>
                </a:lnTo>
                <a:lnTo>
                  <a:pt x="123825" y="161925"/>
                </a:lnTo>
                <a:lnTo>
                  <a:pt x="133350" y="161925"/>
                </a:lnTo>
                <a:lnTo>
                  <a:pt x="133350" y="152400"/>
                </a:lnTo>
                <a:lnTo>
                  <a:pt x="142875" y="152400"/>
                </a:lnTo>
                <a:lnTo>
                  <a:pt x="142875" y="142875"/>
                </a:lnTo>
                <a:lnTo>
                  <a:pt x="161925" y="142875"/>
                </a:lnTo>
                <a:lnTo>
                  <a:pt x="161925" y="133350"/>
                </a:lnTo>
                <a:lnTo>
                  <a:pt x="180975" y="133350"/>
                </a:lnTo>
                <a:close/>
                <a:moveTo>
                  <a:pt x="133350" y="209550"/>
                </a:moveTo>
                <a:lnTo>
                  <a:pt x="142875" y="209550"/>
                </a:lnTo>
                <a:lnTo>
                  <a:pt x="142875" y="219075"/>
                </a:lnTo>
                <a:lnTo>
                  <a:pt x="133350" y="219075"/>
                </a:lnTo>
                <a:close/>
                <a:moveTo>
                  <a:pt x="238125" y="209550"/>
                </a:moveTo>
                <a:lnTo>
                  <a:pt x="257175" y="209550"/>
                </a:lnTo>
                <a:lnTo>
                  <a:pt x="257175" y="228600"/>
                </a:lnTo>
                <a:lnTo>
                  <a:pt x="247650" y="228600"/>
                </a:lnTo>
                <a:lnTo>
                  <a:pt x="247650" y="219075"/>
                </a:lnTo>
                <a:lnTo>
                  <a:pt x="238125" y="219075"/>
                </a:lnTo>
                <a:close/>
                <a:moveTo>
                  <a:pt x="438150" y="238125"/>
                </a:moveTo>
                <a:lnTo>
                  <a:pt x="476250" y="238125"/>
                </a:lnTo>
                <a:lnTo>
                  <a:pt x="476250" y="276225"/>
                </a:lnTo>
                <a:lnTo>
                  <a:pt x="466725" y="276225"/>
                </a:lnTo>
                <a:lnTo>
                  <a:pt x="466725" y="266700"/>
                </a:lnTo>
                <a:lnTo>
                  <a:pt x="457200" y="266700"/>
                </a:lnTo>
                <a:lnTo>
                  <a:pt x="457200" y="257175"/>
                </a:lnTo>
                <a:lnTo>
                  <a:pt x="438150" y="257175"/>
                </a:lnTo>
                <a:close/>
                <a:moveTo>
                  <a:pt x="323850" y="247650"/>
                </a:moveTo>
                <a:lnTo>
                  <a:pt x="352425" y="247650"/>
                </a:lnTo>
                <a:lnTo>
                  <a:pt x="352425" y="257175"/>
                </a:lnTo>
                <a:lnTo>
                  <a:pt x="361950" y="257175"/>
                </a:lnTo>
                <a:lnTo>
                  <a:pt x="361950" y="266700"/>
                </a:lnTo>
                <a:lnTo>
                  <a:pt x="371475" y="266700"/>
                </a:lnTo>
                <a:lnTo>
                  <a:pt x="371475" y="276225"/>
                </a:lnTo>
                <a:lnTo>
                  <a:pt x="333375" y="276225"/>
                </a:lnTo>
                <a:lnTo>
                  <a:pt x="333375" y="295275"/>
                </a:lnTo>
                <a:lnTo>
                  <a:pt x="314325" y="295275"/>
                </a:lnTo>
                <a:lnTo>
                  <a:pt x="314325" y="285750"/>
                </a:lnTo>
                <a:lnTo>
                  <a:pt x="323850" y="285750"/>
                </a:lnTo>
                <a:close/>
                <a:moveTo>
                  <a:pt x="390525" y="257175"/>
                </a:moveTo>
                <a:lnTo>
                  <a:pt x="400050" y="257175"/>
                </a:lnTo>
                <a:lnTo>
                  <a:pt x="400050" y="266700"/>
                </a:lnTo>
                <a:lnTo>
                  <a:pt x="419100" y="266700"/>
                </a:lnTo>
                <a:lnTo>
                  <a:pt x="419100" y="295275"/>
                </a:lnTo>
                <a:lnTo>
                  <a:pt x="409575" y="295275"/>
                </a:lnTo>
                <a:lnTo>
                  <a:pt x="409575" y="285750"/>
                </a:lnTo>
                <a:lnTo>
                  <a:pt x="371475" y="285750"/>
                </a:lnTo>
                <a:lnTo>
                  <a:pt x="371475" y="276225"/>
                </a:lnTo>
                <a:lnTo>
                  <a:pt x="381000" y="276225"/>
                </a:lnTo>
                <a:lnTo>
                  <a:pt x="381000" y="266700"/>
                </a:lnTo>
                <a:lnTo>
                  <a:pt x="390525" y="266700"/>
                </a:lnTo>
                <a:close/>
                <a:moveTo>
                  <a:pt x="28575" y="314325"/>
                </a:moveTo>
                <a:lnTo>
                  <a:pt x="38100" y="314325"/>
                </a:lnTo>
                <a:lnTo>
                  <a:pt x="38100" y="342900"/>
                </a:lnTo>
                <a:lnTo>
                  <a:pt x="28575" y="342900"/>
                </a:lnTo>
                <a:close/>
                <a:moveTo>
                  <a:pt x="95250" y="333375"/>
                </a:moveTo>
                <a:lnTo>
                  <a:pt x="104775" y="333375"/>
                </a:lnTo>
                <a:lnTo>
                  <a:pt x="104775" y="352425"/>
                </a:lnTo>
                <a:lnTo>
                  <a:pt x="95250" y="352425"/>
                </a:lnTo>
                <a:close/>
                <a:moveTo>
                  <a:pt x="114300" y="352425"/>
                </a:moveTo>
                <a:lnTo>
                  <a:pt x="123825" y="352425"/>
                </a:lnTo>
                <a:lnTo>
                  <a:pt x="123825" y="361950"/>
                </a:lnTo>
                <a:lnTo>
                  <a:pt x="133350" y="361950"/>
                </a:lnTo>
                <a:lnTo>
                  <a:pt x="133350" y="381000"/>
                </a:lnTo>
                <a:lnTo>
                  <a:pt x="142875" y="381000"/>
                </a:lnTo>
                <a:lnTo>
                  <a:pt x="142875" y="400050"/>
                </a:lnTo>
                <a:lnTo>
                  <a:pt x="171450" y="400050"/>
                </a:lnTo>
                <a:lnTo>
                  <a:pt x="171450" y="409575"/>
                </a:lnTo>
                <a:lnTo>
                  <a:pt x="180975" y="409575"/>
                </a:lnTo>
                <a:lnTo>
                  <a:pt x="180975" y="428625"/>
                </a:lnTo>
                <a:lnTo>
                  <a:pt x="161925" y="428625"/>
                </a:lnTo>
                <a:lnTo>
                  <a:pt x="161925" y="419100"/>
                </a:lnTo>
                <a:lnTo>
                  <a:pt x="123825" y="419100"/>
                </a:lnTo>
                <a:lnTo>
                  <a:pt x="123825" y="400050"/>
                </a:lnTo>
                <a:lnTo>
                  <a:pt x="133350" y="400050"/>
                </a:lnTo>
                <a:lnTo>
                  <a:pt x="133350" y="390525"/>
                </a:lnTo>
                <a:lnTo>
                  <a:pt x="123825" y="390525"/>
                </a:lnTo>
                <a:lnTo>
                  <a:pt x="123825" y="371475"/>
                </a:lnTo>
                <a:lnTo>
                  <a:pt x="114300" y="371475"/>
                </a:lnTo>
                <a:close/>
                <a:moveTo>
                  <a:pt x="38100" y="361950"/>
                </a:moveTo>
                <a:lnTo>
                  <a:pt x="47625" y="361950"/>
                </a:lnTo>
                <a:lnTo>
                  <a:pt x="47625" y="371475"/>
                </a:lnTo>
                <a:lnTo>
                  <a:pt x="57150" y="371475"/>
                </a:lnTo>
                <a:lnTo>
                  <a:pt x="57150" y="381000"/>
                </a:lnTo>
                <a:lnTo>
                  <a:pt x="76200" y="381000"/>
                </a:lnTo>
                <a:lnTo>
                  <a:pt x="76200" y="409575"/>
                </a:lnTo>
                <a:lnTo>
                  <a:pt x="66675" y="409575"/>
                </a:lnTo>
                <a:lnTo>
                  <a:pt x="66675" y="419100"/>
                </a:lnTo>
                <a:lnTo>
                  <a:pt x="47625" y="419100"/>
                </a:lnTo>
                <a:lnTo>
                  <a:pt x="47625" y="409575"/>
                </a:lnTo>
                <a:lnTo>
                  <a:pt x="38100" y="409575"/>
                </a:lnTo>
                <a:lnTo>
                  <a:pt x="38100" y="400050"/>
                </a:lnTo>
                <a:lnTo>
                  <a:pt x="28575" y="400050"/>
                </a:lnTo>
                <a:lnTo>
                  <a:pt x="28575" y="371475"/>
                </a:lnTo>
                <a:lnTo>
                  <a:pt x="38100" y="371475"/>
                </a:lnTo>
                <a:close/>
                <a:moveTo>
                  <a:pt x="228600" y="400050"/>
                </a:moveTo>
                <a:lnTo>
                  <a:pt x="247650" y="400050"/>
                </a:lnTo>
                <a:lnTo>
                  <a:pt x="247650" y="419100"/>
                </a:lnTo>
                <a:lnTo>
                  <a:pt x="238125" y="419100"/>
                </a:lnTo>
                <a:lnTo>
                  <a:pt x="238125" y="428625"/>
                </a:lnTo>
                <a:lnTo>
                  <a:pt x="219075" y="428625"/>
                </a:lnTo>
                <a:lnTo>
                  <a:pt x="219075" y="419100"/>
                </a:lnTo>
                <a:lnTo>
                  <a:pt x="209550" y="419100"/>
                </a:lnTo>
                <a:lnTo>
                  <a:pt x="209550" y="409575"/>
                </a:lnTo>
                <a:lnTo>
                  <a:pt x="228600" y="409575"/>
                </a:lnTo>
                <a:close/>
                <a:moveTo>
                  <a:pt x="257175" y="400050"/>
                </a:moveTo>
                <a:lnTo>
                  <a:pt x="266700" y="400050"/>
                </a:lnTo>
                <a:lnTo>
                  <a:pt x="266700" y="419100"/>
                </a:lnTo>
                <a:lnTo>
                  <a:pt x="257175" y="419100"/>
                </a:lnTo>
                <a:close/>
                <a:moveTo>
                  <a:pt x="133350" y="466725"/>
                </a:moveTo>
                <a:lnTo>
                  <a:pt x="152400" y="466725"/>
                </a:lnTo>
                <a:lnTo>
                  <a:pt x="152400" y="485775"/>
                </a:lnTo>
                <a:lnTo>
                  <a:pt x="142875" y="485775"/>
                </a:lnTo>
                <a:lnTo>
                  <a:pt x="142875" y="476250"/>
                </a:lnTo>
                <a:lnTo>
                  <a:pt x="133350" y="476250"/>
                </a:lnTo>
                <a:close/>
                <a:moveTo>
                  <a:pt x="238125" y="466725"/>
                </a:moveTo>
                <a:lnTo>
                  <a:pt x="257175" y="466725"/>
                </a:lnTo>
                <a:lnTo>
                  <a:pt x="257175" y="476250"/>
                </a:lnTo>
                <a:lnTo>
                  <a:pt x="238125" y="476250"/>
                </a:lnTo>
                <a:close/>
              </a:path>
            </a:pathLst>
          </a:custGeom>
          <a:solidFill xmlns:a="http://schemas.openxmlformats.org/drawingml/2006/main">
            <a:srgbClr val="F4F3E7"/>
          </a:solidFill>
          <a:ln xmlns:a="http://schemas.openxmlformats.org/drawingml/2006/main" w="0">
            <a:noFill/>
          </a:ln>
        </p:spPr>
      </p:sp>
      <p:sp>
        <p:nvSpPr>
          <p:cNvPr id="57" name="back vector #f4f1e4">
            <a:extLst xmlns:a="http://schemas.openxmlformats.org/drawingml/2006/main">
              <a:ext uri="{FF2B5EF4-FFF2-40B4-BE49-F238E27FC236}">
                <a16:creationId xmlns:a16="http://schemas.microsoft.com/office/drawing/2014/main" id="{229A5BF1-9CF9-4475-8D57-1C5F966ABD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67300" y="1647825"/>
            <a:ext cx="638175" cy="666750"/>
          </a:xfrm>
          <a:custGeom xmlns:a="http://schemas.openxmlformats.org/drawingml/2006/main">
            <a:pathLst>
              <a:path w="533400" h="561975">
                <a:moveTo>
                  <a:pt x="314325" y="57150"/>
                </a:moveTo>
                <a:lnTo>
                  <a:pt x="333375" y="57150"/>
                </a:lnTo>
                <a:lnTo>
                  <a:pt x="333375" y="76200"/>
                </a:lnTo>
                <a:lnTo>
                  <a:pt x="314325" y="76200"/>
                </a:lnTo>
                <a:close/>
                <a:moveTo>
                  <a:pt x="466725" y="104775"/>
                </a:moveTo>
                <a:lnTo>
                  <a:pt x="476250" y="104775"/>
                </a:lnTo>
                <a:lnTo>
                  <a:pt x="476250" y="114300"/>
                </a:lnTo>
                <a:lnTo>
                  <a:pt x="466725" y="114300"/>
                </a:lnTo>
                <a:close/>
                <a:moveTo>
                  <a:pt x="38100" y="133350"/>
                </a:moveTo>
                <a:lnTo>
                  <a:pt x="57150" y="133350"/>
                </a:lnTo>
                <a:lnTo>
                  <a:pt x="57150" y="142875"/>
                </a:lnTo>
                <a:lnTo>
                  <a:pt x="76200" y="142875"/>
                </a:lnTo>
                <a:lnTo>
                  <a:pt x="76200" y="152400"/>
                </a:lnTo>
                <a:lnTo>
                  <a:pt x="66675" y="152400"/>
                </a:lnTo>
                <a:lnTo>
                  <a:pt x="66675" y="161925"/>
                </a:lnTo>
                <a:lnTo>
                  <a:pt x="47625" y="161925"/>
                </a:lnTo>
                <a:lnTo>
                  <a:pt x="47625" y="152400"/>
                </a:lnTo>
                <a:lnTo>
                  <a:pt x="38100" y="152400"/>
                </a:lnTo>
                <a:close/>
                <a:moveTo>
                  <a:pt x="495300" y="133350"/>
                </a:moveTo>
                <a:lnTo>
                  <a:pt x="523875" y="133350"/>
                </a:lnTo>
                <a:lnTo>
                  <a:pt x="523875" y="142875"/>
                </a:lnTo>
                <a:lnTo>
                  <a:pt x="533400" y="142875"/>
                </a:lnTo>
                <a:lnTo>
                  <a:pt x="533400" y="152400"/>
                </a:lnTo>
                <a:lnTo>
                  <a:pt x="514350" y="152400"/>
                </a:lnTo>
                <a:lnTo>
                  <a:pt x="514350" y="161925"/>
                </a:lnTo>
                <a:lnTo>
                  <a:pt x="495300" y="161925"/>
                </a:lnTo>
                <a:lnTo>
                  <a:pt x="495300" y="152400"/>
                </a:lnTo>
                <a:lnTo>
                  <a:pt x="485775" y="152400"/>
                </a:lnTo>
                <a:lnTo>
                  <a:pt x="485775" y="142875"/>
                </a:lnTo>
                <a:lnTo>
                  <a:pt x="495300" y="142875"/>
                </a:lnTo>
                <a:close/>
                <a:moveTo>
                  <a:pt x="200025" y="142875"/>
                </a:moveTo>
                <a:lnTo>
                  <a:pt x="219075" y="142875"/>
                </a:lnTo>
                <a:lnTo>
                  <a:pt x="219075" y="152400"/>
                </a:lnTo>
                <a:lnTo>
                  <a:pt x="228600" y="152400"/>
                </a:lnTo>
                <a:lnTo>
                  <a:pt x="228600" y="161925"/>
                </a:lnTo>
                <a:lnTo>
                  <a:pt x="219075" y="161925"/>
                </a:lnTo>
                <a:lnTo>
                  <a:pt x="219075" y="171450"/>
                </a:lnTo>
                <a:lnTo>
                  <a:pt x="228600" y="171450"/>
                </a:lnTo>
                <a:lnTo>
                  <a:pt x="228600" y="180975"/>
                </a:lnTo>
                <a:lnTo>
                  <a:pt x="209550" y="180975"/>
                </a:lnTo>
                <a:lnTo>
                  <a:pt x="209550" y="171450"/>
                </a:lnTo>
                <a:lnTo>
                  <a:pt x="200025" y="171450"/>
                </a:lnTo>
                <a:close/>
                <a:moveTo>
                  <a:pt x="114300" y="180975"/>
                </a:moveTo>
                <a:lnTo>
                  <a:pt x="123825" y="180975"/>
                </a:lnTo>
                <a:lnTo>
                  <a:pt x="123825" y="190500"/>
                </a:lnTo>
                <a:lnTo>
                  <a:pt x="133350" y="190500"/>
                </a:lnTo>
                <a:lnTo>
                  <a:pt x="133350" y="219075"/>
                </a:lnTo>
                <a:lnTo>
                  <a:pt x="104775" y="219075"/>
                </a:lnTo>
                <a:lnTo>
                  <a:pt x="104775" y="200025"/>
                </a:lnTo>
                <a:lnTo>
                  <a:pt x="114300" y="200025"/>
                </a:lnTo>
                <a:close/>
                <a:moveTo>
                  <a:pt x="476250" y="228600"/>
                </a:moveTo>
                <a:lnTo>
                  <a:pt x="495300" y="228600"/>
                </a:lnTo>
                <a:lnTo>
                  <a:pt x="495300" y="238125"/>
                </a:lnTo>
                <a:lnTo>
                  <a:pt x="504825" y="238125"/>
                </a:lnTo>
                <a:lnTo>
                  <a:pt x="504825" y="257175"/>
                </a:lnTo>
                <a:lnTo>
                  <a:pt x="495300" y="257175"/>
                </a:lnTo>
                <a:lnTo>
                  <a:pt x="495300" y="285750"/>
                </a:lnTo>
                <a:lnTo>
                  <a:pt x="504825" y="285750"/>
                </a:lnTo>
                <a:lnTo>
                  <a:pt x="504825" y="295275"/>
                </a:lnTo>
                <a:lnTo>
                  <a:pt x="495300" y="295275"/>
                </a:lnTo>
                <a:lnTo>
                  <a:pt x="495300" y="314325"/>
                </a:lnTo>
                <a:lnTo>
                  <a:pt x="476250" y="314325"/>
                </a:lnTo>
                <a:lnTo>
                  <a:pt x="476250" y="304800"/>
                </a:lnTo>
                <a:lnTo>
                  <a:pt x="466725" y="304800"/>
                </a:lnTo>
                <a:lnTo>
                  <a:pt x="466725" y="276225"/>
                </a:lnTo>
                <a:lnTo>
                  <a:pt x="476250" y="276225"/>
                </a:lnTo>
                <a:close/>
                <a:moveTo>
                  <a:pt x="333375" y="276225"/>
                </a:moveTo>
                <a:lnTo>
                  <a:pt x="371475" y="276225"/>
                </a:lnTo>
                <a:lnTo>
                  <a:pt x="371475" y="285750"/>
                </a:lnTo>
                <a:lnTo>
                  <a:pt x="409575" y="285750"/>
                </a:lnTo>
                <a:lnTo>
                  <a:pt x="409575" y="295275"/>
                </a:lnTo>
                <a:lnTo>
                  <a:pt x="361950" y="295275"/>
                </a:lnTo>
                <a:lnTo>
                  <a:pt x="361950" y="285750"/>
                </a:lnTo>
                <a:lnTo>
                  <a:pt x="333375" y="285750"/>
                </a:lnTo>
                <a:close/>
                <a:moveTo>
                  <a:pt x="9525" y="304800"/>
                </a:moveTo>
                <a:lnTo>
                  <a:pt x="38100" y="304800"/>
                </a:lnTo>
                <a:lnTo>
                  <a:pt x="38100" y="314325"/>
                </a:lnTo>
                <a:lnTo>
                  <a:pt x="28575" y="314325"/>
                </a:lnTo>
                <a:lnTo>
                  <a:pt x="28575" y="333375"/>
                </a:lnTo>
                <a:lnTo>
                  <a:pt x="19050" y="333375"/>
                </a:lnTo>
                <a:lnTo>
                  <a:pt x="19050" y="352425"/>
                </a:lnTo>
                <a:lnTo>
                  <a:pt x="9525" y="352425"/>
                </a:lnTo>
                <a:lnTo>
                  <a:pt x="9525" y="381000"/>
                </a:lnTo>
                <a:lnTo>
                  <a:pt x="19050" y="381000"/>
                </a:lnTo>
                <a:lnTo>
                  <a:pt x="19050" y="371475"/>
                </a:lnTo>
                <a:lnTo>
                  <a:pt x="28575" y="371475"/>
                </a:lnTo>
                <a:lnTo>
                  <a:pt x="28575" y="400050"/>
                </a:lnTo>
                <a:lnTo>
                  <a:pt x="38100" y="400050"/>
                </a:lnTo>
                <a:lnTo>
                  <a:pt x="38100" y="409575"/>
                </a:lnTo>
                <a:lnTo>
                  <a:pt x="47625" y="409575"/>
                </a:lnTo>
                <a:lnTo>
                  <a:pt x="47625" y="428625"/>
                </a:lnTo>
                <a:lnTo>
                  <a:pt x="38100" y="428625"/>
                </a:lnTo>
                <a:lnTo>
                  <a:pt x="38100" y="419100"/>
                </a:lnTo>
                <a:lnTo>
                  <a:pt x="28575" y="419100"/>
                </a:lnTo>
                <a:lnTo>
                  <a:pt x="28575" y="409575"/>
                </a:lnTo>
                <a:lnTo>
                  <a:pt x="9525" y="409575"/>
                </a:lnTo>
                <a:lnTo>
                  <a:pt x="9525" y="400050"/>
                </a:lnTo>
                <a:lnTo>
                  <a:pt x="0" y="400050"/>
                </a:lnTo>
                <a:lnTo>
                  <a:pt x="0" y="314325"/>
                </a:lnTo>
                <a:lnTo>
                  <a:pt x="9525" y="314325"/>
                </a:lnTo>
                <a:close/>
                <a:moveTo>
                  <a:pt x="133350" y="476250"/>
                </a:moveTo>
                <a:lnTo>
                  <a:pt x="142875" y="476250"/>
                </a:lnTo>
                <a:lnTo>
                  <a:pt x="142875" y="485775"/>
                </a:lnTo>
                <a:lnTo>
                  <a:pt x="133350" y="485775"/>
                </a:lnTo>
                <a:close/>
              </a:path>
            </a:pathLst>
          </a:custGeom>
          <a:solidFill xmlns:a="http://schemas.openxmlformats.org/drawingml/2006/main">
            <a:srgbClr val="F4F1E4"/>
          </a:solidFill>
          <a:ln xmlns:a="http://schemas.openxmlformats.org/drawingml/2006/main" w="0">
            <a:noFill/>
          </a:ln>
        </p:spPr>
      </p:sp>
      <p:sp>
        <p:nvSpPr>
          <p:cNvPr id="58" name="back vector #f3f0e3">
            <a:extLst xmlns:a="http://schemas.openxmlformats.org/drawingml/2006/main">
              <a:ext uri="{FF2B5EF4-FFF2-40B4-BE49-F238E27FC236}">
                <a16:creationId xmlns:a16="http://schemas.microsoft.com/office/drawing/2014/main" id="{AB62E586-3078-47A4-85B1-C4F8D1BE4B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67300" y="1647825"/>
            <a:ext cx="638175" cy="666750"/>
          </a:xfrm>
          <a:custGeom xmlns:a="http://schemas.openxmlformats.org/drawingml/2006/main">
            <a:pathLst>
              <a:path w="533400" h="561975">
                <a:moveTo>
                  <a:pt x="219075" y="0"/>
                </a:moveTo>
                <a:lnTo>
                  <a:pt x="228600" y="0"/>
                </a:lnTo>
                <a:lnTo>
                  <a:pt x="228600" y="28575"/>
                </a:lnTo>
                <a:lnTo>
                  <a:pt x="238125" y="28575"/>
                </a:lnTo>
                <a:lnTo>
                  <a:pt x="238125" y="47625"/>
                </a:lnTo>
                <a:lnTo>
                  <a:pt x="228600" y="47625"/>
                </a:lnTo>
                <a:lnTo>
                  <a:pt x="228600" y="38100"/>
                </a:lnTo>
                <a:lnTo>
                  <a:pt x="209550" y="38100"/>
                </a:lnTo>
                <a:lnTo>
                  <a:pt x="209550" y="28575"/>
                </a:lnTo>
                <a:lnTo>
                  <a:pt x="219075" y="28575"/>
                </a:lnTo>
                <a:close/>
                <a:moveTo>
                  <a:pt x="257175" y="28575"/>
                </a:moveTo>
                <a:lnTo>
                  <a:pt x="276225" y="28575"/>
                </a:lnTo>
                <a:lnTo>
                  <a:pt x="276225" y="47625"/>
                </a:lnTo>
                <a:lnTo>
                  <a:pt x="285750" y="47625"/>
                </a:lnTo>
                <a:lnTo>
                  <a:pt x="285750" y="57150"/>
                </a:lnTo>
                <a:lnTo>
                  <a:pt x="276225" y="57150"/>
                </a:lnTo>
                <a:lnTo>
                  <a:pt x="276225" y="66675"/>
                </a:lnTo>
                <a:lnTo>
                  <a:pt x="266700" y="66675"/>
                </a:lnTo>
                <a:lnTo>
                  <a:pt x="266700" y="47625"/>
                </a:lnTo>
                <a:lnTo>
                  <a:pt x="247650" y="47625"/>
                </a:lnTo>
                <a:lnTo>
                  <a:pt x="247650" y="38100"/>
                </a:lnTo>
                <a:lnTo>
                  <a:pt x="257175" y="38100"/>
                </a:lnTo>
                <a:close/>
                <a:moveTo>
                  <a:pt x="352425" y="28575"/>
                </a:moveTo>
                <a:lnTo>
                  <a:pt x="361950" y="28575"/>
                </a:lnTo>
                <a:lnTo>
                  <a:pt x="361950" y="47625"/>
                </a:lnTo>
                <a:lnTo>
                  <a:pt x="352425" y="47625"/>
                </a:lnTo>
                <a:close/>
                <a:moveTo>
                  <a:pt x="381000" y="38100"/>
                </a:moveTo>
                <a:lnTo>
                  <a:pt x="390525" y="38100"/>
                </a:lnTo>
                <a:lnTo>
                  <a:pt x="390525" y="47625"/>
                </a:lnTo>
                <a:lnTo>
                  <a:pt x="381000" y="47625"/>
                </a:lnTo>
                <a:close/>
                <a:moveTo>
                  <a:pt x="314325" y="47625"/>
                </a:moveTo>
                <a:lnTo>
                  <a:pt x="352425" y="47625"/>
                </a:lnTo>
                <a:lnTo>
                  <a:pt x="352425" y="57150"/>
                </a:lnTo>
                <a:lnTo>
                  <a:pt x="314325" y="57150"/>
                </a:lnTo>
                <a:close/>
                <a:moveTo>
                  <a:pt x="390525" y="47625"/>
                </a:moveTo>
                <a:lnTo>
                  <a:pt x="400050" y="47625"/>
                </a:lnTo>
                <a:lnTo>
                  <a:pt x="400050" y="57150"/>
                </a:lnTo>
                <a:lnTo>
                  <a:pt x="390525" y="57150"/>
                </a:lnTo>
                <a:close/>
                <a:moveTo>
                  <a:pt x="419100" y="47625"/>
                </a:moveTo>
                <a:lnTo>
                  <a:pt x="438150" y="47625"/>
                </a:lnTo>
                <a:lnTo>
                  <a:pt x="438150" y="57150"/>
                </a:lnTo>
                <a:lnTo>
                  <a:pt x="419100" y="57150"/>
                </a:lnTo>
                <a:close/>
                <a:moveTo>
                  <a:pt x="114300" y="57150"/>
                </a:moveTo>
                <a:lnTo>
                  <a:pt x="123825" y="57150"/>
                </a:lnTo>
                <a:lnTo>
                  <a:pt x="123825" y="76200"/>
                </a:lnTo>
                <a:lnTo>
                  <a:pt x="114300" y="76200"/>
                </a:lnTo>
                <a:close/>
                <a:moveTo>
                  <a:pt x="304800" y="57150"/>
                </a:moveTo>
                <a:lnTo>
                  <a:pt x="314325" y="57150"/>
                </a:lnTo>
                <a:lnTo>
                  <a:pt x="314325" y="66675"/>
                </a:lnTo>
                <a:lnTo>
                  <a:pt x="304800" y="66675"/>
                </a:lnTo>
                <a:close/>
                <a:moveTo>
                  <a:pt x="438150" y="57150"/>
                </a:moveTo>
                <a:lnTo>
                  <a:pt x="447675" y="57150"/>
                </a:lnTo>
                <a:lnTo>
                  <a:pt x="447675" y="66675"/>
                </a:lnTo>
                <a:lnTo>
                  <a:pt x="438150" y="66675"/>
                </a:lnTo>
                <a:close/>
                <a:moveTo>
                  <a:pt x="133350" y="85725"/>
                </a:moveTo>
                <a:lnTo>
                  <a:pt x="152400" y="85725"/>
                </a:lnTo>
                <a:lnTo>
                  <a:pt x="152400" y="95250"/>
                </a:lnTo>
                <a:lnTo>
                  <a:pt x="133350" y="95250"/>
                </a:lnTo>
                <a:close/>
                <a:moveTo>
                  <a:pt x="85725" y="114300"/>
                </a:moveTo>
                <a:lnTo>
                  <a:pt x="95250" y="114300"/>
                </a:lnTo>
                <a:lnTo>
                  <a:pt x="95250" y="123825"/>
                </a:lnTo>
                <a:lnTo>
                  <a:pt x="85725" y="123825"/>
                </a:lnTo>
                <a:close/>
                <a:moveTo>
                  <a:pt x="476250" y="114300"/>
                </a:moveTo>
                <a:lnTo>
                  <a:pt x="485775" y="114300"/>
                </a:lnTo>
                <a:lnTo>
                  <a:pt x="485775" y="123825"/>
                </a:lnTo>
                <a:lnTo>
                  <a:pt x="476250" y="123825"/>
                </a:lnTo>
                <a:close/>
                <a:moveTo>
                  <a:pt x="485775" y="123825"/>
                </a:moveTo>
                <a:lnTo>
                  <a:pt x="495300" y="123825"/>
                </a:lnTo>
                <a:lnTo>
                  <a:pt x="495300" y="133350"/>
                </a:lnTo>
                <a:lnTo>
                  <a:pt x="485775" y="133350"/>
                </a:lnTo>
                <a:close/>
                <a:moveTo>
                  <a:pt x="57150" y="133350"/>
                </a:moveTo>
                <a:lnTo>
                  <a:pt x="85725" y="133350"/>
                </a:lnTo>
                <a:lnTo>
                  <a:pt x="85725" y="142875"/>
                </a:lnTo>
                <a:lnTo>
                  <a:pt x="57150" y="142875"/>
                </a:lnTo>
                <a:close/>
                <a:moveTo>
                  <a:pt x="219075" y="142875"/>
                </a:moveTo>
                <a:lnTo>
                  <a:pt x="228600" y="142875"/>
                </a:lnTo>
                <a:lnTo>
                  <a:pt x="228600" y="152400"/>
                </a:lnTo>
                <a:lnTo>
                  <a:pt x="219075" y="152400"/>
                </a:lnTo>
                <a:close/>
                <a:moveTo>
                  <a:pt x="38100" y="152400"/>
                </a:moveTo>
                <a:lnTo>
                  <a:pt x="47625" y="152400"/>
                </a:lnTo>
                <a:lnTo>
                  <a:pt x="47625" y="161925"/>
                </a:lnTo>
                <a:lnTo>
                  <a:pt x="38100" y="161925"/>
                </a:lnTo>
                <a:close/>
                <a:moveTo>
                  <a:pt x="47625" y="161925"/>
                </a:moveTo>
                <a:lnTo>
                  <a:pt x="66675" y="161925"/>
                </a:lnTo>
                <a:lnTo>
                  <a:pt x="66675" y="171450"/>
                </a:lnTo>
                <a:lnTo>
                  <a:pt x="47625" y="171450"/>
                </a:lnTo>
                <a:close/>
                <a:moveTo>
                  <a:pt x="219075" y="161925"/>
                </a:moveTo>
                <a:lnTo>
                  <a:pt x="228600" y="161925"/>
                </a:lnTo>
                <a:lnTo>
                  <a:pt x="228600" y="171450"/>
                </a:lnTo>
                <a:lnTo>
                  <a:pt x="219075" y="171450"/>
                </a:lnTo>
                <a:close/>
                <a:moveTo>
                  <a:pt x="495300" y="161925"/>
                </a:moveTo>
                <a:lnTo>
                  <a:pt x="514350" y="161925"/>
                </a:lnTo>
                <a:lnTo>
                  <a:pt x="514350" y="171450"/>
                </a:lnTo>
                <a:lnTo>
                  <a:pt x="495300" y="171450"/>
                </a:lnTo>
                <a:close/>
                <a:moveTo>
                  <a:pt x="485775" y="171450"/>
                </a:moveTo>
                <a:lnTo>
                  <a:pt x="495300" y="171450"/>
                </a:lnTo>
                <a:lnTo>
                  <a:pt x="495300" y="180975"/>
                </a:lnTo>
                <a:lnTo>
                  <a:pt x="485775" y="180975"/>
                </a:lnTo>
                <a:close/>
                <a:moveTo>
                  <a:pt x="238125" y="190500"/>
                </a:moveTo>
                <a:lnTo>
                  <a:pt x="247650" y="190500"/>
                </a:lnTo>
                <a:lnTo>
                  <a:pt x="247650" y="200025"/>
                </a:lnTo>
                <a:lnTo>
                  <a:pt x="238125" y="200025"/>
                </a:lnTo>
                <a:close/>
                <a:moveTo>
                  <a:pt x="476250" y="219075"/>
                </a:moveTo>
                <a:lnTo>
                  <a:pt x="485775" y="219075"/>
                </a:lnTo>
                <a:lnTo>
                  <a:pt x="485775" y="228600"/>
                </a:lnTo>
                <a:lnTo>
                  <a:pt x="476250" y="228600"/>
                </a:lnTo>
                <a:close/>
                <a:moveTo>
                  <a:pt x="495300" y="266700"/>
                </a:moveTo>
                <a:lnTo>
                  <a:pt x="504825" y="266700"/>
                </a:lnTo>
                <a:lnTo>
                  <a:pt x="504825" y="276225"/>
                </a:lnTo>
                <a:lnTo>
                  <a:pt x="495300" y="276225"/>
                </a:lnTo>
                <a:close/>
                <a:moveTo>
                  <a:pt x="0" y="276225"/>
                </a:moveTo>
                <a:lnTo>
                  <a:pt x="19050" y="276225"/>
                </a:lnTo>
                <a:lnTo>
                  <a:pt x="19050" y="285750"/>
                </a:lnTo>
                <a:lnTo>
                  <a:pt x="28575" y="285750"/>
                </a:lnTo>
                <a:lnTo>
                  <a:pt x="28575" y="295275"/>
                </a:lnTo>
                <a:lnTo>
                  <a:pt x="38100" y="295275"/>
                </a:lnTo>
                <a:lnTo>
                  <a:pt x="38100" y="304800"/>
                </a:lnTo>
                <a:lnTo>
                  <a:pt x="9525" y="304800"/>
                </a:lnTo>
                <a:lnTo>
                  <a:pt x="9525" y="314325"/>
                </a:lnTo>
                <a:lnTo>
                  <a:pt x="0" y="314325"/>
                </a:lnTo>
                <a:close/>
                <a:moveTo>
                  <a:pt x="333375" y="285750"/>
                </a:moveTo>
                <a:lnTo>
                  <a:pt x="361950" y="285750"/>
                </a:lnTo>
                <a:lnTo>
                  <a:pt x="361950" y="295275"/>
                </a:lnTo>
                <a:lnTo>
                  <a:pt x="333375" y="295275"/>
                </a:lnTo>
                <a:close/>
                <a:moveTo>
                  <a:pt x="323850" y="295275"/>
                </a:moveTo>
                <a:lnTo>
                  <a:pt x="333375" y="295275"/>
                </a:lnTo>
                <a:lnTo>
                  <a:pt x="333375" y="304800"/>
                </a:lnTo>
                <a:lnTo>
                  <a:pt x="323850" y="304800"/>
                </a:lnTo>
                <a:close/>
                <a:moveTo>
                  <a:pt x="400050" y="295275"/>
                </a:moveTo>
                <a:lnTo>
                  <a:pt x="409575" y="295275"/>
                </a:lnTo>
                <a:lnTo>
                  <a:pt x="409575" y="304800"/>
                </a:lnTo>
                <a:lnTo>
                  <a:pt x="400050" y="304800"/>
                </a:lnTo>
                <a:close/>
                <a:moveTo>
                  <a:pt x="409575" y="304800"/>
                </a:moveTo>
                <a:lnTo>
                  <a:pt x="419100" y="304800"/>
                </a:lnTo>
                <a:lnTo>
                  <a:pt x="419100" y="314325"/>
                </a:lnTo>
                <a:lnTo>
                  <a:pt x="409575" y="314325"/>
                </a:lnTo>
                <a:close/>
                <a:moveTo>
                  <a:pt x="495300" y="304800"/>
                </a:moveTo>
                <a:lnTo>
                  <a:pt x="504825" y="304800"/>
                </a:lnTo>
                <a:lnTo>
                  <a:pt x="504825" y="314325"/>
                </a:lnTo>
                <a:lnTo>
                  <a:pt x="495300" y="314325"/>
                </a:lnTo>
                <a:close/>
                <a:moveTo>
                  <a:pt x="466725" y="314325"/>
                </a:moveTo>
                <a:lnTo>
                  <a:pt x="495300" y="314325"/>
                </a:lnTo>
                <a:lnTo>
                  <a:pt x="495300" y="323850"/>
                </a:lnTo>
                <a:lnTo>
                  <a:pt x="466725" y="323850"/>
                </a:lnTo>
                <a:close/>
                <a:moveTo>
                  <a:pt x="0" y="400050"/>
                </a:moveTo>
                <a:lnTo>
                  <a:pt x="9525" y="400050"/>
                </a:lnTo>
                <a:lnTo>
                  <a:pt x="9525" y="409575"/>
                </a:lnTo>
                <a:lnTo>
                  <a:pt x="0" y="409575"/>
                </a:lnTo>
                <a:close/>
                <a:moveTo>
                  <a:pt x="19050" y="409575"/>
                </a:moveTo>
                <a:lnTo>
                  <a:pt x="28575" y="409575"/>
                </a:lnTo>
                <a:lnTo>
                  <a:pt x="28575" y="419100"/>
                </a:lnTo>
                <a:lnTo>
                  <a:pt x="19050" y="419100"/>
                </a:lnTo>
                <a:close/>
                <a:moveTo>
                  <a:pt x="28575" y="419100"/>
                </a:moveTo>
                <a:lnTo>
                  <a:pt x="38100" y="419100"/>
                </a:lnTo>
                <a:lnTo>
                  <a:pt x="38100" y="428625"/>
                </a:lnTo>
                <a:lnTo>
                  <a:pt x="57150" y="428625"/>
                </a:lnTo>
                <a:lnTo>
                  <a:pt x="57150" y="438150"/>
                </a:lnTo>
                <a:lnTo>
                  <a:pt x="28575" y="438150"/>
                </a:lnTo>
                <a:close/>
                <a:moveTo>
                  <a:pt x="428625" y="428625"/>
                </a:moveTo>
                <a:lnTo>
                  <a:pt x="438150" y="428625"/>
                </a:lnTo>
                <a:lnTo>
                  <a:pt x="438150" y="457200"/>
                </a:lnTo>
                <a:lnTo>
                  <a:pt x="428625" y="457200"/>
                </a:lnTo>
                <a:close/>
                <a:moveTo>
                  <a:pt x="314325" y="438150"/>
                </a:moveTo>
                <a:lnTo>
                  <a:pt x="323850" y="438150"/>
                </a:lnTo>
                <a:lnTo>
                  <a:pt x="323850" y="457200"/>
                </a:lnTo>
                <a:lnTo>
                  <a:pt x="314325" y="457200"/>
                </a:lnTo>
                <a:lnTo>
                  <a:pt x="314325" y="466725"/>
                </a:lnTo>
                <a:lnTo>
                  <a:pt x="304800" y="466725"/>
                </a:lnTo>
                <a:lnTo>
                  <a:pt x="304800" y="447675"/>
                </a:lnTo>
                <a:lnTo>
                  <a:pt x="314325" y="447675"/>
                </a:lnTo>
                <a:close/>
                <a:moveTo>
                  <a:pt x="66675" y="447675"/>
                </a:moveTo>
                <a:lnTo>
                  <a:pt x="76200" y="447675"/>
                </a:lnTo>
                <a:lnTo>
                  <a:pt x="76200" y="457200"/>
                </a:lnTo>
                <a:lnTo>
                  <a:pt x="66675" y="457200"/>
                </a:lnTo>
                <a:close/>
                <a:moveTo>
                  <a:pt x="352425" y="447675"/>
                </a:moveTo>
                <a:lnTo>
                  <a:pt x="361950" y="447675"/>
                </a:lnTo>
                <a:lnTo>
                  <a:pt x="361950" y="466725"/>
                </a:lnTo>
                <a:lnTo>
                  <a:pt x="371475" y="466725"/>
                </a:lnTo>
                <a:lnTo>
                  <a:pt x="371475" y="476250"/>
                </a:lnTo>
                <a:lnTo>
                  <a:pt x="352425" y="476250"/>
                </a:lnTo>
                <a:lnTo>
                  <a:pt x="352425" y="466725"/>
                </a:lnTo>
                <a:lnTo>
                  <a:pt x="342900" y="466725"/>
                </a:lnTo>
                <a:lnTo>
                  <a:pt x="342900" y="457200"/>
                </a:lnTo>
                <a:lnTo>
                  <a:pt x="352425" y="457200"/>
                </a:lnTo>
                <a:close/>
                <a:moveTo>
                  <a:pt x="38100" y="457200"/>
                </a:moveTo>
                <a:lnTo>
                  <a:pt x="47625" y="457200"/>
                </a:lnTo>
                <a:lnTo>
                  <a:pt x="47625" y="466725"/>
                </a:lnTo>
                <a:lnTo>
                  <a:pt x="57150" y="466725"/>
                </a:lnTo>
                <a:lnTo>
                  <a:pt x="57150" y="485775"/>
                </a:lnTo>
                <a:lnTo>
                  <a:pt x="47625" y="485775"/>
                </a:lnTo>
                <a:lnTo>
                  <a:pt x="47625" y="476250"/>
                </a:lnTo>
                <a:lnTo>
                  <a:pt x="38100" y="476250"/>
                </a:lnTo>
                <a:lnTo>
                  <a:pt x="38100" y="485775"/>
                </a:lnTo>
                <a:lnTo>
                  <a:pt x="28575" y="485775"/>
                </a:lnTo>
                <a:lnTo>
                  <a:pt x="28575" y="466725"/>
                </a:lnTo>
                <a:lnTo>
                  <a:pt x="38100" y="466725"/>
                </a:lnTo>
                <a:close/>
                <a:moveTo>
                  <a:pt x="76200" y="457200"/>
                </a:moveTo>
                <a:lnTo>
                  <a:pt x="85725" y="457200"/>
                </a:lnTo>
                <a:lnTo>
                  <a:pt x="85725" y="466725"/>
                </a:lnTo>
                <a:lnTo>
                  <a:pt x="76200" y="466725"/>
                </a:lnTo>
                <a:close/>
                <a:moveTo>
                  <a:pt x="323850" y="457200"/>
                </a:moveTo>
                <a:lnTo>
                  <a:pt x="333375" y="457200"/>
                </a:lnTo>
                <a:lnTo>
                  <a:pt x="333375" y="466725"/>
                </a:lnTo>
                <a:lnTo>
                  <a:pt x="323850" y="466725"/>
                </a:lnTo>
                <a:close/>
                <a:moveTo>
                  <a:pt x="85725" y="466725"/>
                </a:moveTo>
                <a:lnTo>
                  <a:pt x="114300" y="466725"/>
                </a:lnTo>
                <a:lnTo>
                  <a:pt x="114300" y="476250"/>
                </a:lnTo>
                <a:lnTo>
                  <a:pt x="85725" y="476250"/>
                </a:lnTo>
                <a:close/>
                <a:moveTo>
                  <a:pt x="285750" y="466725"/>
                </a:moveTo>
                <a:lnTo>
                  <a:pt x="295275" y="466725"/>
                </a:lnTo>
                <a:lnTo>
                  <a:pt x="295275" y="485775"/>
                </a:lnTo>
                <a:lnTo>
                  <a:pt x="285750" y="485775"/>
                </a:lnTo>
                <a:lnTo>
                  <a:pt x="285750" y="495300"/>
                </a:lnTo>
                <a:lnTo>
                  <a:pt x="276225" y="495300"/>
                </a:lnTo>
                <a:lnTo>
                  <a:pt x="276225" y="485775"/>
                </a:lnTo>
                <a:lnTo>
                  <a:pt x="266700" y="485775"/>
                </a:lnTo>
                <a:lnTo>
                  <a:pt x="266700" y="476250"/>
                </a:lnTo>
                <a:lnTo>
                  <a:pt x="285750" y="476250"/>
                </a:lnTo>
                <a:close/>
                <a:moveTo>
                  <a:pt x="390525" y="466725"/>
                </a:moveTo>
                <a:lnTo>
                  <a:pt x="400050" y="466725"/>
                </a:lnTo>
                <a:lnTo>
                  <a:pt x="400050" y="476250"/>
                </a:lnTo>
                <a:lnTo>
                  <a:pt x="390525" y="476250"/>
                </a:lnTo>
                <a:close/>
                <a:moveTo>
                  <a:pt x="114300" y="476250"/>
                </a:moveTo>
                <a:lnTo>
                  <a:pt x="133350" y="476250"/>
                </a:lnTo>
                <a:lnTo>
                  <a:pt x="133350" y="495300"/>
                </a:lnTo>
                <a:lnTo>
                  <a:pt x="114300" y="495300"/>
                </a:lnTo>
                <a:close/>
                <a:moveTo>
                  <a:pt x="371475" y="476250"/>
                </a:moveTo>
                <a:lnTo>
                  <a:pt x="381000" y="476250"/>
                </a:lnTo>
                <a:lnTo>
                  <a:pt x="381000" y="485775"/>
                </a:lnTo>
                <a:lnTo>
                  <a:pt x="371475" y="485775"/>
                </a:lnTo>
                <a:close/>
                <a:moveTo>
                  <a:pt x="400050" y="476250"/>
                </a:moveTo>
                <a:lnTo>
                  <a:pt x="409575" y="476250"/>
                </a:lnTo>
                <a:lnTo>
                  <a:pt x="409575" y="485775"/>
                </a:lnTo>
                <a:lnTo>
                  <a:pt x="400050" y="485775"/>
                </a:lnTo>
                <a:close/>
                <a:moveTo>
                  <a:pt x="142875" y="485775"/>
                </a:moveTo>
                <a:lnTo>
                  <a:pt x="161925" y="485775"/>
                </a:lnTo>
                <a:lnTo>
                  <a:pt x="161925" y="495300"/>
                </a:lnTo>
                <a:lnTo>
                  <a:pt x="142875" y="495300"/>
                </a:lnTo>
                <a:close/>
                <a:moveTo>
                  <a:pt x="238125" y="485775"/>
                </a:moveTo>
                <a:lnTo>
                  <a:pt x="266700" y="485775"/>
                </a:lnTo>
                <a:lnTo>
                  <a:pt x="266700" y="495300"/>
                </a:lnTo>
                <a:lnTo>
                  <a:pt x="276225" y="495300"/>
                </a:lnTo>
                <a:lnTo>
                  <a:pt x="276225" y="523875"/>
                </a:lnTo>
                <a:lnTo>
                  <a:pt x="266700" y="523875"/>
                </a:lnTo>
                <a:lnTo>
                  <a:pt x="266700" y="514350"/>
                </a:lnTo>
                <a:lnTo>
                  <a:pt x="257175" y="514350"/>
                </a:lnTo>
                <a:lnTo>
                  <a:pt x="257175" y="504825"/>
                </a:lnTo>
                <a:lnTo>
                  <a:pt x="238125" y="504825"/>
                </a:lnTo>
                <a:close/>
                <a:moveTo>
                  <a:pt x="171450" y="495300"/>
                </a:moveTo>
                <a:lnTo>
                  <a:pt x="200025" y="495300"/>
                </a:lnTo>
                <a:lnTo>
                  <a:pt x="200025" y="504825"/>
                </a:lnTo>
                <a:lnTo>
                  <a:pt x="219075" y="504825"/>
                </a:lnTo>
                <a:lnTo>
                  <a:pt x="219075" y="514350"/>
                </a:lnTo>
                <a:lnTo>
                  <a:pt x="209550" y="514350"/>
                </a:lnTo>
                <a:lnTo>
                  <a:pt x="209550" y="523875"/>
                </a:lnTo>
                <a:lnTo>
                  <a:pt x="190500" y="523875"/>
                </a:lnTo>
                <a:lnTo>
                  <a:pt x="190500" y="514350"/>
                </a:lnTo>
                <a:lnTo>
                  <a:pt x="171450" y="514350"/>
                </a:lnTo>
                <a:close/>
                <a:moveTo>
                  <a:pt x="152400" y="514350"/>
                </a:moveTo>
                <a:lnTo>
                  <a:pt x="161925" y="514350"/>
                </a:lnTo>
                <a:lnTo>
                  <a:pt x="161925" y="533400"/>
                </a:lnTo>
                <a:lnTo>
                  <a:pt x="152400" y="533400"/>
                </a:lnTo>
                <a:close/>
                <a:moveTo>
                  <a:pt x="133350" y="523875"/>
                </a:moveTo>
                <a:lnTo>
                  <a:pt x="142875" y="523875"/>
                </a:lnTo>
                <a:lnTo>
                  <a:pt x="142875" y="533400"/>
                </a:lnTo>
                <a:lnTo>
                  <a:pt x="133350" y="533400"/>
                </a:lnTo>
                <a:close/>
              </a:path>
            </a:pathLst>
          </a:custGeom>
          <a:solidFill xmlns:a="http://schemas.openxmlformats.org/drawingml/2006/main">
            <a:srgbClr val="F3F0E3"/>
          </a:solidFill>
          <a:ln xmlns:a="http://schemas.openxmlformats.org/drawingml/2006/main" w="0">
            <a:noFill/>
          </a:ln>
        </p:spPr>
      </p:sp>
      <p:sp>
        <p:nvSpPr>
          <p:cNvPr id="59" name="back vector #f4f0e1">
            <a:extLst xmlns:a="http://schemas.openxmlformats.org/drawingml/2006/main">
              <a:ext uri="{FF2B5EF4-FFF2-40B4-BE49-F238E27FC236}">
                <a16:creationId xmlns:a16="http://schemas.microsoft.com/office/drawing/2014/main" id="{550701A1-2A85-4181-A476-70091D5E8C8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67300" y="1647825"/>
            <a:ext cx="638175" cy="666750"/>
          </a:xfrm>
          <a:custGeom xmlns:a="http://schemas.openxmlformats.org/drawingml/2006/main">
            <a:pathLst>
              <a:path w="533400" h="561975">
                <a:moveTo>
                  <a:pt x="285750" y="28575"/>
                </a:moveTo>
                <a:lnTo>
                  <a:pt x="314325" y="28575"/>
                </a:lnTo>
                <a:lnTo>
                  <a:pt x="314325" y="57150"/>
                </a:lnTo>
                <a:lnTo>
                  <a:pt x="304800" y="57150"/>
                </a:lnTo>
                <a:lnTo>
                  <a:pt x="304800" y="47625"/>
                </a:lnTo>
                <a:lnTo>
                  <a:pt x="295275" y="47625"/>
                </a:lnTo>
                <a:lnTo>
                  <a:pt x="295275" y="57150"/>
                </a:lnTo>
                <a:lnTo>
                  <a:pt x="285750" y="57150"/>
                </a:lnTo>
                <a:close/>
                <a:moveTo>
                  <a:pt x="9525" y="133350"/>
                </a:moveTo>
                <a:lnTo>
                  <a:pt x="38100" y="133350"/>
                </a:lnTo>
                <a:lnTo>
                  <a:pt x="38100" y="161925"/>
                </a:lnTo>
                <a:lnTo>
                  <a:pt x="19050" y="161925"/>
                </a:lnTo>
                <a:lnTo>
                  <a:pt x="19050" y="152400"/>
                </a:lnTo>
                <a:lnTo>
                  <a:pt x="0" y="152400"/>
                </a:lnTo>
                <a:lnTo>
                  <a:pt x="0" y="142875"/>
                </a:lnTo>
                <a:lnTo>
                  <a:pt x="9525" y="142875"/>
                </a:lnTo>
                <a:close/>
                <a:moveTo>
                  <a:pt x="38100" y="476250"/>
                </a:moveTo>
                <a:lnTo>
                  <a:pt x="47625" y="476250"/>
                </a:lnTo>
                <a:lnTo>
                  <a:pt x="47625" y="485775"/>
                </a:lnTo>
                <a:lnTo>
                  <a:pt x="38100" y="485775"/>
                </a:lnTo>
                <a:close/>
              </a:path>
            </a:pathLst>
          </a:custGeom>
          <a:solidFill xmlns:a="http://schemas.openxmlformats.org/drawingml/2006/main">
            <a:srgbClr val="F4F0E1"/>
          </a:solidFill>
          <a:ln xmlns:a="http://schemas.openxmlformats.org/drawingml/2006/main" w="0">
            <a:noFill/>
          </a:ln>
        </p:spPr>
      </p:sp>
      <p:sp>
        <p:nvSpPr>
          <p:cNvPr id="60" name="back vector #f3f0e1">
            <a:extLst xmlns:a="http://schemas.openxmlformats.org/drawingml/2006/main">
              <a:ext uri="{FF2B5EF4-FFF2-40B4-BE49-F238E27FC236}">
                <a16:creationId xmlns:a16="http://schemas.microsoft.com/office/drawing/2014/main" id="{71F3D560-8AC5-44C9-B145-CAC01737B0A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67300" y="1647825"/>
            <a:ext cx="638175" cy="666750"/>
          </a:xfrm>
          <a:custGeom xmlns:a="http://schemas.openxmlformats.org/drawingml/2006/main">
            <a:pathLst>
              <a:path w="533400" h="561975">
                <a:moveTo>
                  <a:pt x="0" y="0"/>
                </a:moveTo>
                <a:lnTo>
                  <a:pt x="190500" y="0"/>
                </a:lnTo>
                <a:lnTo>
                  <a:pt x="190500" y="9525"/>
                </a:lnTo>
                <a:lnTo>
                  <a:pt x="180975" y="9525"/>
                </a:lnTo>
                <a:lnTo>
                  <a:pt x="180975" y="19050"/>
                </a:lnTo>
                <a:lnTo>
                  <a:pt x="171450" y="19050"/>
                </a:lnTo>
                <a:lnTo>
                  <a:pt x="171450" y="66675"/>
                </a:lnTo>
                <a:lnTo>
                  <a:pt x="152400" y="66675"/>
                </a:lnTo>
                <a:lnTo>
                  <a:pt x="152400" y="85725"/>
                </a:lnTo>
                <a:lnTo>
                  <a:pt x="133350" y="85725"/>
                </a:lnTo>
                <a:lnTo>
                  <a:pt x="133350" y="95250"/>
                </a:lnTo>
                <a:lnTo>
                  <a:pt x="123825" y="95250"/>
                </a:lnTo>
                <a:lnTo>
                  <a:pt x="123825" y="85725"/>
                </a:lnTo>
                <a:lnTo>
                  <a:pt x="114300" y="85725"/>
                </a:lnTo>
                <a:lnTo>
                  <a:pt x="114300" y="104775"/>
                </a:lnTo>
                <a:lnTo>
                  <a:pt x="104775" y="104775"/>
                </a:lnTo>
                <a:lnTo>
                  <a:pt x="104775" y="114300"/>
                </a:lnTo>
                <a:lnTo>
                  <a:pt x="85725" y="114300"/>
                </a:lnTo>
                <a:lnTo>
                  <a:pt x="85725" y="123825"/>
                </a:lnTo>
                <a:lnTo>
                  <a:pt x="76200" y="123825"/>
                </a:lnTo>
                <a:lnTo>
                  <a:pt x="76200" y="133350"/>
                </a:lnTo>
                <a:lnTo>
                  <a:pt x="9525" y="133350"/>
                </a:lnTo>
                <a:lnTo>
                  <a:pt x="9525" y="142875"/>
                </a:lnTo>
                <a:lnTo>
                  <a:pt x="0" y="142875"/>
                </a:lnTo>
                <a:close/>
                <a:moveTo>
                  <a:pt x="228600" y="0"/>
                </a:moveTo>
                <a:lnTo>
                  <a:pt x="266700" y="0"/>
                </a:lnTo>
                <a:lnTo>
                  <a:pt x="266700" y="28575"/>
                </a:lnTo>
                <a:lnTo>
                  <a:pt x="257175" y="28575"/>
                </a:lnTo>
                <a:lnTo>
                  <a:pt x="257175" y="38100"/>
                </a:lnTo>
                <a:lnTo>
                  <a:pt x="238125" y="38100"/>
                </a:lnTo>
                <a:lnTo>
                  <a:pt x="238125" y="28575"/>
                </a:lnTo>
                <a:lnTo>
                  <a:pt x="228600" y="28575"/>
                </a:lnTo>
                <a:close/>
                <a:moveTo>
                  <a:pt x="285750" y="0"/>
                </a:moveTo>
                <a:lnTo>
                  <a:pt x="304800" y="0"/>
                </a:lnTo>
                <a:lnTo>
                  <a:pt x="304800" y="9525"/>
                </a:lnTo>
                <a:lnTo>
                  <a:pt x="314325" y="9525"/>
                </a:lnTo>
                <a:lnTo>
                  <a:pt x="314325" y="19050"/>
                </a:lnTo>
                <a:lnTo>
                  <a:pt x="323850" y="19050"/>
                </a:lnTo>
                <a:lnTo>
                  <a:pt x="323850" y="28575"/>
                </a:lnTo>
                <a:lnTo>
                  <a:pt x="352425" y="28575"/>
                </a:lnTo>
                <a:lnTo>
                  <a:pt x="352425" y="47625"/>
                </a:lnTo>
                <a:lnTo>
                  <a:pt x="314325" y="47625"/>
                </a:lnTo>
                <a:lnTo>
                  <a:pt x="314325" y="28575"/>
                </a:lnTo>
                <a:lnTo>
                  <a:pt x="285750" y="28575"/>
                </a:lnTo>
                <a:lnTo>
                  <a:pt x="285750" y="19050"/>
                </a:lnTo>
                <a:lnTo>
                  <a:pt x="295275" y="19050"/>
                </a:lnTo>
                <a:lnTo>
                  <a:pt x="295275" y="9525"/>
                </a:lnTo>
                <a:lnTo>
                  <a:pt x="285750" y="9525"/>
                </a:lnTo>
                <a:close/>
                <a:moveTo>
                  <a:pt x="323850" y="0"/>
                </a:moveTo>
                <a:lnTo>
                  <a:pt x="333375" y="0"/>
                </a:lnTo>
                <a:lnTo>
                  <a:pt x="333375" y="9525"/>
                </a:lnTo>
                <a:lnTo>
                  <a:pt x="323850" y="9525"/>
                </a:lnTo>
                <a:close/>
                <a:moveTo>
                  <a:pt x="428625" y="0"/>
                </a:moveTo>
                <a:lnTo>
                  <a:pt x="438150" y="0"/>
                </a:lnTo>
                <a:lnTo>
                  <a:pt x="438150" y="9525"/>
                </a:lnTo>
                <a:lnTo>
                  <a:pt x="428625" y="9525"/>
                </a:lnTo>
                <a:close/>
                <a:moveTo>
                  <a:pt x="276225" y="28575"/>
                </a:moveTo>
                <a:lnTo>
                  <a:pt x="285750" y="28575"/>
                </a:lnTo>
                <a:lnTo>
                  <a:pt x="285750" y="47625"/>
                </a:lnTo>
                <a:lnTo>
                  <a:pt x="276225" y="47625"/>
                </a:lnTo>
                <a:close/>
                <a:moveTo>
                  <a:pt x="295275" y="47625"/>
                </a:moveTo>
                <a:lnTo>
                  <a:pt x="304800" y="47625"/>
                </a:lnTo>
                <a:lnTo>
                  <a:pt x="304800" y="66675"/>
                </a:lnTo>
                <a:lnTo>
                  <a:pt x="276225" y="66675"/>
                </a:lnTo>
                <a:lnTo>
                  <a:pt x="276225" y="57150"/>
                </a:lnTo>
                <a:lnTo>
                  <a:pt x="295275" y="57150"/>
                </a:lnTo>
                <a:close/>
                <a:moveTo>
                  <a:pt x="142875" y="57150"/>
                </a:moveTo>
                <a:lnTo>
                  <a:pt x="161925" y="57150"/>
                </a:lnTo>
                <a:lnTo>
                  <a:pt x="161925" y="47625"/>
                </a:lnTo>
                <a:lnTo>
                  <a:pt x="142875" y="47625"/>
                </a:lnTo>
                <a:close/>
                <a:moveTo>
                  <a:pt x="95250" y="66675"/>
                </a:moveTo>
                <a:lnTo>
                  <a:pt x="104775" y="66675"/>
                </a:lnTo>
                <a:lnTo>
                  <a:pt x="104775" y="76200"/>
                </a:lnTo>
                <a:lnTo>
                  <a:pt x="123825" y="76200"/>
                </a:lnTo>
                <a:lnTo>
                  <a:pt x="123825" y="57150"/>
                </a:lnTo>
                <a:lnTo>
                  <a:pt x="95250" y="57150"/>
                </a:lnTo>
                <a:close/>
                <a:moveTo>
                  <a:pt x="304800" y="66675"/>
                </a:moveTo>
                <a:lnTo>
                  <a:pt x="314325" y="66675"/>
                </a:lnTo>
                <a:lnTo>
                  <a:pt x="314325" y="76200"/>
                </a:lnTo>
                <a:lnTo>
                  <a:pt x="304800" y="76200"/>
                </a:lnTo>
                <a:close/>
                <a:moveTo>
                  <a:pt x="57150" y="123825"/>
                </a:moveTo>
                <a:lnTo>
                  <a:pt x="66675" y="123825"/>
                </a:lnTo>
                <a:lnTo>
                  <a:pt x="66675" y="114300"/>
                </a:lnTo>
                <a:lnTo>
                  <a:pt x="57150" y="114300"/>
                </a:lnTo>
                <a:close/>
                <a:moveTo>
                  <a:pt x="38100" y="161925"/>
                </a:moveTo>
                <a:lnTo>
                  <a:pt x="47625" y="161925"/>
                </a:lnTo>
                <a:lnTo>
                  <a:pt x="47625" y="171450"/>
                </a:lnTo>
                <a:lnTo>
                  <a:pt x="38100" y="171450"/>
                </a:lnTo>
                <a:close/>
                <a:moveTo>
                  <a:pt x="9525" y="266700"/>
                </a:moveTo>
                <a:lnTo>
                  <a:pt x="19050" y="266700"/>
                </a:lnTo>
                <a:lnTo>
                  <a:pt x="19050" y="276225"/>
                </a:lnTo>
                <a:lnTo>
                  <a:pt x="9525" y="276225"/>
                </a:lnTo>
                <a:close/>
                <a:moveTo>
                  <a:pt x="19050" y="276225"/>
                </a:moveTo>
                <a:lnTo>
                  <a:pt x="28575" y="276225"/>
                </a:lnTo>
                <a:lnTo>
                  <a:pt x="28575" y="285750"/>
                </a:lnTo>
                <a:lnTo>
                  <a:pt x="19050" y="285750"/>
                </a:lnTo>
                <a:close/>
                <a:moveTo>
                  <a:pt x="104775" y="485775"/>
                </a:moveTo>
                <a:lnTo>
                  <a:pt x="114300" y="485775"/>
                </a:lnTo>
                <a:lnTo>
                  <a:pt x="114300" y="504825"/>
                </a:lnTo>
                <a:lnTo>
                  <a:pt x="104775" y="504825"/>
                </a:lnTo>
                <a:close/>
              </a:path>
            </a:pathLst>
          </a:custGeom>
          <a:solidFill xmlns:a="http://schemas.openxmlformats.org/drawingml/2006/main">
            <a:srgbClr val="F3F0E1"/>
          </a:solidFill>
          <a:ln xmlns:a="http://schemas.openxmlformats.org/drawingml/2006/main" w="0">
            <a:noFill/>
          </a:ln>
        </p:spPr>
      </p:sp>
      <p:sp>
        <p:nvSpPr>
          <p:cNvPr id="61" name="back vector #f3f0e0">
            <a:extLst xmlns:a="http://schemas.openxmlformats.org/drawingml/2006/main">
              <a:ext uri="{FF2B5EF4-FFF2-40B4-BE49-F238E27FC236}">
                <a16:creationId xmlns:a16="http://schemas.microsoft.com/office/drawing/2014/main" id="{2F596C11-5572-48A1-8F0E-4279CA26A5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67300" y="1647825"/>
            <a:ext cx="638175" cy="666750"/>
          </a:xfrm>
          <a:custGeom xmlns:a="http://schemas.openxmlformats.org/drawingml/2006/main">
            <a:pathLst>
              <a:path w="533400" h="561975">
                <a:moveTo>
                  <a:pt x="304800" y="0"/>
                </a:moveTo>
                <a:lnTo>
                  <a:pt x="323850" y="0"/>
                </a:lnTo>
                <a:lnTo>
                  <a:pt x="323850" y="9525"/>
                </a:lnTo>
                <a:lnTo>
                  <a:pt x="333375" y="9525"/>
                </a:lnTo>
                <a:lnTo>
                  <a:pt x="333375" y="28575"/>
                </a:lnTo>
                <a:lnTo>
                  <a:pt x="323850" y="28575"/>
                </a:lnTo>
                <a:lnTo>
                  <a:pt x="323850" y="19050"/>
                </a:lnTo>
                <a:lnTo>
                  <a:pt x="314325" y="19050"/>
                </a:lnTo>
                <a:lnTo>
                  <a:pt x="314325" y="9525"/>
                </a:lnTo>
                <a:lnTo>
                  <a:pt x="304800" y="9525"/>
                </a:lnTo>
                <a:close/>
                <a:moveTo>
                  <a:pt x="142875" y="47625"/>
                </a:moveTo>
                <a:lnTo>
                  <a:pt x="161925" y="47625"/>
                </a:lnTo>
                <a:lnTo>
                  <a:pt x="161925" y="57150"/>
                </a:lnTo>
                <a:lnTo>
                  <a:pt x="142875" y="57150"/>
                </a:lnTo>
                <a:close/>
                <a:moveTo>
                  <a:pt x="0" y="152400"/>
                </a:moveTo>
                <a:lnTo>
                  <a:pt x="19050" y="152400"/>
                </a:lnTo>
                <a:lnTo>
                  <a:pt x="19050" y="171450"/>
                </a:lnTo>
                <a:lnTo>
                  <a:pt x="28575" y="171450"/>
                </a:lnTo>
                <a:lnTo>
                  <a:pt x="28575" y="161925"/>
                </a:lnTo>
                <a:lnTo>
                  <a:pt x="38100" y="161925"/>
                </a:lnTo>
                <a:lnTo>
                  <a:pt x="38100" y="171450"/>
                </a:lnTo>
                <a:lnTo>
                  <a:pt x="28575" y="171450"/>
                </a:lnTo>
                <a:lnTo>
                  <a:pt x="28575" y="190500"/>
                </a:lnTo>
                <a:lnTo>
                  <a:pt x="19050" y="190500"/>
                </a:lnTo>
                <a:lnTo>
                  <a:pt x="19050" y="209550"/>
                </a:lnTo>
                <a:lnTo>
                  <a:pt x="38100" y="209550"/>
                </a:lnTo>
                <a:lnTo>
                  <a:pt x="38100" y="228600"/>
                </a:lnTo>
                <a:lnTo>
                  <a:pt x="28575" y="228600"/>
                </a:lnTo>
                <a:lnTo>
                  <a:pt x="28575" y="266700"/>
                </a:lnTo>
                <a:lnTo>
                  <a:pt x="19050" y="266700"/>
                </a:lnTo>
                <a:lnTo>
                  <a:pt x="19050" y="247650"/>
                </a:lnTo>
                <a:lnTo>
                  <a:pt x="9525" y="247650"/>
                </a:lnTo>
                <a:lnTo>
                  <a:pt x="9525" y="238125"/>
                </a:lnTo>
                <a:lnTo>
                  <a:pt x="19050" y="238125"/>
                </a:lnTo>
                <a:lnTo>
                  <a:pt x="19050" y="228600"/>
                </a:lnTo>
                <a:lnTo>
                  <a:pt x="0" y="228600"/>
                </a:lnTo>
                <a:close/>
                <a:moveTo>
                  <a:pt x="38100" y="171450"/>
                </a:moveTo>
                <a:lnTo>
                  <a:pt x="47625" y="171450"/>
                </a:lnTo>
                <a:lnTo>
                  <a:pt x="47625" y="180975"/>
                </a:lnTo>
                <a:lnTo>
                  <a:pt x="38100" y="180975"/>
                </a:lnTo>
                <a:close/>
                <a:moveTo>
                  <a:pt x="28575" y="266700"/>
                </a:moveTo>
                <a:lnTo>
                  <a:pt x="38100" y="266700"/>
                </a:lnTo>
                <a:lnTo>
                  <a:pt x="38100" y="276225"/>
                </a:lnTo>
                <a:lnTo>
                  <a:pt x="28575" y="276225"/>
                </a:lnTo>
                <a:close/>
                <a:moveTo>
                  <a:pt x="476250" y="381000"/>
                </a:moveTo>
                <a:lnTo>
                  <a:pt x="485775" y="381000"/>
                </a:lnTo>
                <a:lnTo>
                  <a:pt x="485775" y="390525"/>
                </a:lnTo>
                <a:lnTo>
                  <a:pt x="476250" y="390525"/>
                </a:lnTo>
                <a:close/>
                <a:moveTo>
                  <a:pt x="361950" y="447675"/>
                </a:moveTo>
                <a:lnTo>
                  <a:pt x="371475" y="447675"/>
                </a:lnTo>
                <a:lnTo>
                  <a:pt x="371475" y="457200"/>
                </a:lnTo>
                <a:lnTo>
                  <a:pt x="361950" y="457200"/>
                </a:lnTo>
                <a:close/>
              </a:path>
            </a:pathLst>
          </a:custGeom>
          <a:solidFill xmlns:a="http://schemas.openxmlformats.org/drawingml/2006/main">
            <a:srgbClr val="F3F0E0"/>
          </a:solidFill>
          <a:ln xmlns:a="http://schemas.openxmlformats.org/drawingml/2006/main" w="0">
            <a:noFill/>
          </a:ln>
        </p:spPr>
      </p:sp>
      <p:sp>
        <p:nvSpPr>
          <p:cNvPr id="62" name="back vector #f4efe3">
            <a:extLst xmlns:a="http://schemas.openxmlformats.org/drawingml/2006/main">
              <a:ext uri="{FF2B5EF4-FFF2-40B4-BE49-F238E27FC236}">
                <a16:creationId xmlns:a16="http://schemas.microsoft.com/office/drawing/2014/main" id="{A58639A1-0401-4D8E-9CCA-ACA19DAD49D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67300" y="1647825"/>
            <a:ext cx="638175" cy="666750"/>
          </a:xfrm>
          <a:custGeom xmlns:a="http://schemas.openxmlformats.org/drawingml/2006/main">
            <a:pathLst>
              <a:path w="533400" h="561975">
                <a:moveTo>
                  <a:pt x="514350" y="152400"/>
                </a:moveTo>
                <a:lnTo>
                  <a:pt x="523875" y="152400"/>
                </a:lnTo>
                <a:lnTo>
                  <a:pt x="523875" y="161925"/>
                </a:lnTo>
                <a:lnTo>
                  <a:pt x="514350" y="161925"/>
                </a:lnTo>
                <a:close/>
                <a:moveTo>
                  <a:pt x="504825" y="219075"/>
                </a:moveTo>
                <a:lnTo>
                  <a:pt x="523875" y="219075"/>
                </a:lnTo>
                <a:lnTo>
                  <a:pt x="523875" y="228600"/>
                </a:lnTo>
                <a:lnTo>
                  <a:pt x="514350" y="228600"/>
                </a:lnTo>
                <a:lnTo>
                  <a:pt x="514350" y="247650"/>
                </a:lnTo>
                <a:lnTo>
                  <a:pt x="504825" y="247650"/>
                </a:lnTo>
                <a:close/>
                <a:moveTo>
                  <a:pt x="381000" y="295275"/>
                </a:moveTo>
                <a:lnTo>
                  <a:pt x="400050" y="295275"/>
                </a:lnTo>
                <a:lnTo>
                  <a:pt x="400050" y="304800"/>
                </a:lnTo>
                <a:lnTo>
                  <a:pt x="381000" y="304800"/>
                </a:lnTo>
                <a:close/>
                <a:moveTo>
                  <a:pt x="495300" y="295275"/>
                </a:moveTo>
                <a:lnTo>
                  <a:pt x="504825" y="295275"/>
                </a:lnTo>
                <a:lnTo>
                  <a:pt x="504825" y="304800"/>
                </a:lnTo>
                <a:lnTo>
                  <a:pt x="495300" y="304800"/>
                </a:lnTo>
                <a:close/>
                <a:moveTo>
                  <a:pt x="523875" y="314325"/>
                </a:moveTo>
                <a:lnTo>
                  <a:pt x="533400" y="314325"/>
                </a:lnTo>
                <a:lnTo>
                  <a:pt x="533400" y="333375"/>
                </a:lnTo>
                <a:lnTo>
                  <a:pt x="523875" y="333375"/>
                </a:lnTo>
                <a:close/>
                <a:moveTo>
                  <a:pt x="0" y="438150"/>
                </a:moveTo>
                <a:lnTo>
                  <a:pt x="19050" y="438150"/>
                </a:lnTo>
                <a:lnTo>
                  <a:pt x="19050" y="447675"/>
                </a:lnTo>
                <a:lnTo>
                  <a:pt x="9525" y="447675"/>
                </a:lnTo>
                <a:lnTo>
                  <a:pt x="9525" y="457200"/>
                </a:lnTo>
                <a:lnTo>
                  <a:pt x="0" y="457200"/>
                </a:lnTo>
                <a:close/>
                <a:moveTo>
                  <a:pt x="333375" y="447675"/>
                </a:moveTo>
                <a:lnTo>
                  <a:pt x="342900" y="447675"/>
                </a:lnTo>
                <a:lnTo>
                  <a:pt x="342900" y="476250"/>
                </a:lnTo>
                <a:lnTo>
                  <a:pt x="333375" y="476250"/>
                </a:lnTo>
                <a:close/>
                <a:moveTo>
                  <a:pt x="57150" y="466725"/>
                </a:moveTo>
                <a:lnTo>
                  <a:pt x="66675" y="466725"/>
                </a:lnTo>
                <a:lnTo>
                  <a:pt x="66675" y="476250"/>
                </a:lnTo>
                <a:lnTo>
                  <a:pt x="76200" y="476250"/>
                </a:lnTo>
                <a:lnTo>
                  <a:pt x="76200" y="485775"/>
                </a:lnTo>
                <a:lnTo>
                  <a:pt x="57150" y="485775"/>
                </a:lnTo>
                <a:close/>
                <a:moveTo>
                  <a:pt x="285750" y="485775"/>
                </a:moveTo>
                <a:lnTo>
                  <a:pt x="295275" y="485775"/>
                </a:lnTo>
                <a:lnTo>
                  <a:pt x="295275" y="504825"/>
                </a:lnTo>
                <a:lnTo>
                  <a:pt x="285750" y="504825"/>
                </a:lnTo>
                <a:close/>
                <a:moveTo>
                  <a:pt x="0" y="523875"/>
                </a:moveTo>
                <a:lnTo>
                  <a:pt x="9525" y="523875"/>
                </a:lnTo>
                <a:lnTo>
                  <a:pt x="9525" y="542925"/>
                </a:lnTo>
                <a:lnTo>
                  <a:pt x="0" y="542925"/>
                </a:lnTo>
                <a:close/>
              </a:path>
            </a:pathLst>
          </a:custGeom>
          <a:solidFill xmlns:a="http://schemas.openxmlformats.org/drawingml/2006/main">
            <a:srgbClr val="F4EFE3"/>
          </a:solidFill>
          <a:ln xmlns:a="http://schemas.openxmlformats.org/drawingml/2006/main" w="0">
            <a:noFill/>
          </a:ln>
        </p:spPr>
      </p:sp>
      <p:sp>
        <p:nvSpPr>
          <p:cNvPr id="63" name="back vector #f3efe4">
            <a:extLst xmlns:a="http://schemas.openxmlformats.org/drawingml/2006/main">
              <a:ext uri="{FF2B5EF4-FFF2-40B4-BE49-F238E27FC236}">
                <a16:creationId xmlns:a16="http://schemas.microsoft.com/office/drawing/2014/main" id="{49F7A93C-9C24-40F7-9975-35B1494367B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67300" y="1647825"/>
            <a:ext cx="638175" cy="666750"/>
          </a:xfrm>
          <a:custGeom xmlns:a="http://schemas.openxmlformats.org/drawingml/2006/main">
            <a:pathLst>
              <a:path w="533400" h="561975">
                <a:moveTo>
                  <a:pt x="495300" y="123825"/>
                </a:moveTo>
                <a:lnTo>
                  <a:pt x="504825" y="123825"/>
                </a:lnTo>
                <a:lnTo>
                  <a:pt x="504825" y="133350"/>
                </a:lnTo>
                <a:lnTo>
                  <a:pt x="495300" y="133350"/>
                </a:lnTo>
                <a:close/>
                <a:moveTo>
                  <a:pt x="523875" y="133350"/>
                </a:moveTo>
                <a:lnTo>
                  <a:pt x="533400" y="133350"/>
                </a:lnTo>
                <a:lnTo>
                  <a:pt x="533400" y="142875"/>
                </a:lnTo>
                <a:lnTo>
                  <a:pt x="523875" y="142875"/>
                </a:lnTo>
                <a:close/>
                <a:moveTo>
                  <a:pt x="523875" y="152400"/>
                </a:moveTo>
                <a:lnTo>
                  <a:pt x="533400" y="152400"/>
                </a:lnTo>
                <a:lnTo>
                  <a:pt x="533400" y="200025"/>
                </a:lnTo>
                <a:lnTo>
                  <a:pt x="523875" y="200025"/>
                </a:lnTo>
                <a:lnTo>
                  <a:pt x="523875" y="171450"/>
                </a:lnTo>
                <a:lnTo>
                  <a:pt x="514350" y="171450"/>
                </a:lnTo>
                <a:lnTo>
                  <a:pt x="514350" y="161925"/>
                </a:lnTo>
                <a:lnTo>
                  <a:pt x="523875" y="161925"/>
                </a:lnTo>
                <a:close/>
                <a:moveTo>
                  <a:pt x="495300" y="257175"/>
                </a:moveTo>
                <a:lnTo>
                  <a:pt x="504825" y="257175"/>
                </a:lnTo>
                <a:lnTo>
                  <a:pt x="504825" y="266700"/>
                </a:lnTo>
                <a:lnTo>
                  <a:pt x="495300" y="266700"/>
                </a:lnTo>
                <a:close/>
                <a:moveTo>
                  <a:pt x="495300" y="276225"/>
                </a:moveTo>
                <a:lnTo>
                  <a:pt x="504825" y="276225"/>
                </a:lnTo>
                <a:lnTo>
                  <a:pt x="504825" y="285750"/>
                </a:lnTo>
                <a:lnTo>
                  <a:pt x="495300" y="285750"/>
                </a:lnTo>
                <a:close/>
                <a:moveTo>
                  <a:pt x="504825" y="285750"/>
                </a:moveTo>
                <a:lnTo>
                  <a:pt x="523875" y="285750"/>
                </a:lnTo>
                <a:lnTo>
                  <a:pt x="523875" y="295275"/>
                </a:lnTo>
                <a:lnTo>
                  <a:pt x="533400" y="295275"/>
                </a:lnTo>
                <a:lnTo>
                  <a:pt x="533400" y="314325"/>
                </a:lnTo>
                <a:lnTo>
                  <a:pt x="523875" y="314325"/>
                </a:lnTo>
                <a:lnTo>
                  <a:pt x="523875" y="333375"/>
                </a:lnTo>
                <a:lnTo>
                  <a:pt x="533400" y="333375"/>
                </a:lnTo>
                <a:lnTo>
                  <a:pt x="533400" y="342900"/>
                </a:lnTo>
                <a:lnTo>
                  <a:pt x="514350" y="342900"/>
                </a:lnTo>
                <a:lnTo>
                  <a:pt x="514350" y="333375"/>
                </a:lnTo>
                <a:lnTo>
                  <a:pt x="504825" y="333375"/>
                </a:lnTo>
                <a:lnTo>
                  <a:pt x="504825" y="323850"/>
                </a:lnTo>
                <a:lnTo>
                  <a:pt x="495300" y="323850"/>
                </a:lnTo>
                <a:lnTo>
                  <a:pt x="495300" y="314325"/>
                </a:lnTo>
                <a:lnTo>
                  <a:pt x="504825" y="314325"/>
                </a:lnTo>
                <a:close/>
                <a:moveTo>
                  <a:pt x="466725" y="304800"/>
                </a:moveTo>
                <a:lnTo>
                  <a:pt x="476250" y="304800"/>
                </a:lnTo>
                <a:lnTo>
                  <a:pt x="476250" y="314325"/>
                </a:lnTo>
                <a:lnTo>
                  <a:pt x="466725" y="314325"/>
                </a:lnTo>
                <a:close/>
                <a:moveTo>
                  <a:pt x="66675" y="466725"/>
                </a:moveTo>
                <a:lnTo>
                  <a:pt x="85725" y="466725"/>
                </a:lnTo>
                <a:lnTo>
                  <a:pt x="85725" y="476250"/>
                </a:lnTo>
                <a:lnTo>
                  <a:pt x="66675" y="476250"/>
                </a:lnTo>
                <a:close/>
                <a:moveTo>
                  <a:pt x="0" y="476250"/>
                </a:moveTo>
                <a:lnTo>
                  <a:pt x="9525" y="476250"/>
                </a:lnTo>
                <a:lnTo>
                  <a:pt x="9525" y="485775"/>
                </a:lnTo>
                <a:lnTo>
                  <a:pt x="19050" y="485775"/>
                </a:lnTo>
                <a:lnTo>
                  <a:pt x="19050" y="495300"/>
                </a:lnTo>
                <a:lnTo>
                  <a:pt x="0" y="495300"/>
                </a:lnTo>
                <a:close/>
                <a:moveTo>
                  <a:pt x="47625" y="504825"/>
                </a:moveTo>
                <a:lnTo>
                  <a:pt x="66675" y="504825"/>
                </a:lnTo>
                <a:lnTo>
                  <a:pt x="66675" y="514350"/>
                </a:lnTo>
                <a:lnTo>
                  <a:pt x="57150" y="514350"/>
                </a:lnTo>
                <a:lnTo>
                  <a:pt x="57150" y="523875"/>
                </a:lnTo>
                <a:lnTo>
                  <a:pt x="47625" y="523875"/>
                </a:lnTo>
                <a:close/>
                <a:moveTo>
                  <a:pt x="38100" y="533400"/>
                </a:moveTo>
                <a:lnTo>
                  <a:pt x="47625" y="533400"/>
                </a:lnTo>
                <a:lnTo>
                  <a:pt x="47625" y="561975"/>
                </a:lnTo>
                <a:lnTo>
                  <a:pt x="19050" y="561975"/>
                </a:lnTo>
                <a:lnTo>
                  <a:pt x="19050" y="552450"/>
                </a:lnTo>
                <a:lnTo>
                  <a:pt x="38100" y="552450"/>
                </a:lnTo>
                <a:close/>
                <a:moveTo>
                  <a:pt x="57150" y="542925"/>
                </a:moveTo>
                <a:lnTo>
                  <a:pt x="66675" y="542925"/>
                </a:lnTo>
                <a:lnTo>
                  <a:pt x="66675" y="561975"/>
                </a:lnTo>
                <a:lnTo>
                  <a:pt x="57150" y="561975"/>
                </a:lnTo>
                <a:close/>
                <a:moveTo>
                  <a:pt x="504825" y="552450"/>
                </a:moveTo>
                <a:lnTo>
                  <a:pt x="514350" y="552450"/>
                </a:lnTo>
                <a:lnTo>
                  <a:pt x="514350" y="561975"/>
                </a:lnTo>
                <a:lnTo>
                  <a:pt x="504825" y="561975"/>
                </a:lnTo>
                <a:close/>
              </a:path>
            </a:pathLst>
          </a:custGeom>
          <a:solidFill xmlns:a="http://schemas.openxmlformats.org/drawingml/2006/main">
            <a:srgbClr val="F3EFE4"/>
          </a:solidFill>
          <a:ln xmlns:a="http://schemas.openxmlformats.org/drawingml/2006/main" w="0">
            <a:noFill/>
          </a:ln>
        </p:spPr>
      </p:sp>
      <p:sp>
        <p:nvSpPr>
          <p:cNvPr id="64" name="back vector #f3efe3">
            <a:extLst xmlns:a="http://schemas.openxmlformats.org/drawingml/2006/main">
              <a:ext uri="{FF2B5EF4-FFF2-40B4-BE49-F238E27FC236}">
                <a16:creationId xmlns:a16="http://schemas.microsoft.com/office/drawing/2014/main" id="{BCD287C5-EC21-468F-AFDE-0CC8977D7B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67300" y="1647825"/>
            <a:ext cx="638175" cy="666750"/>
          </a:xfrm>
          <a:custGeom xmlns:a="http://schemas.openxmlformats.org/drawingml/2006/main">
            <a:pathLst>
              <a:path w="533400" h="561975">
                <a:moveTo>
                  <a:pt x="190500" y="0"/>
                </a:moveTo>
                <a:lnTo>
                  <a:pt x="219075" y="0"/>
                </a:lnTo>
                <a:lnTo>
                  <a:pt x="219075" y="28575"/>
                </a:lnTo>
                <a:lnTo>
                  <a:pt x="209550" y="28575"/>
                </a:lnTo>
                <a:lnTo>
                  <a:pt x="209550" y="38100"/>
                </a:lnTo>
                <a:lnTo>
                  <a:pt x="219075" y="38100"/>
                </a:lnTo>
                <a:lnTo>
                  <a:pt x="219075" y="47625"/>
                </a:lnTo>
                <a:lnTo>
                  <a:pt x="190500" y="47625"/>
                </a:lnTo>
                <a:close/>
                <a:moveTo>
                  <a:pt x="333375" y="0"/>
                </a:moveTo>
                <a:lnTo>
                  <a:pt x="428625" y="0"/>
                </a:lnTo>
                <a:lnTo>
                  <a:pt x="428625" y="9525"/>
                </a:lnTo>
                <a:lnTo>
                  <a:pt x="419100" y="9525"/>
                </a:lnTo>
                <a:lnTo>
                  <a:pt x="419100" y="19050"/>
                </a:lnTo>
                <a:lnTo>
                  <a:pt x="409575" y="19050"/>
                </a:lnTo>
                <a:lnTo>
                  <a:pt x="409575" y="28575"/>
                </a:lnTo>
                <a:lnTo>
                  <a:pt x="428625" y="28575"/>
                </a:lnTo>
                <a:lnTo>
                  <a:pt x="428625" y="9525"/>
                </a:lnTo>
                <a:lnTo>
                  <a:pt x="438150" y="9525"/>
                </a:lnTo>
                <a:lnTo>
                  <a:pt x="438150" y="0"/>
                </a:lnTo>
                <a:lnTo>
                  <a:pt x="533400" y="0"/>
                </a:lnTo>
                <a:lnTo>
                  <a:pt x="533400" y="133350"/>
                </a:lnTo>
                <a:lnTo>
                  <a:pt x="504825" y="133350"/>
                </a:lnTo>
                <a:lnTo>
                  <a:pt x="504825" y="123825"/>
                </a:lnTo>
                <a:lnTo>
                  <a:pt x="485775" y="123825"/>
                </a:lnTo>
                <a:lnTo>
                  <a:pt x="485775" y="114300"/>
                </a:lnTo>
                <a:lnTo>
                  <a:pt x="476250" y="114300"/>
                </a:lnTo>
                <a:lnTo>
                  <a:pt x="476250" y="104775"/>
                </a:lnTo>
                <a:lnTo>
                  <a:pt x="466725" y="104775"/>
                </a:lnTo>
                <a:lnTo>
                  <a:pt x="466725" y="76200"/>
                </a:lnTo>
                <a:lnTo>
                  <a:pt x="457200" y="76200"/>
                </a:lnTo>
                <a:lnTo>
                  <a:pt x="457200" y="66675"/>
                </a:lnTo>
                <a:lnTo>
                  <a:pt x="447675" y="66675"/>
                </a:lnTo>
                <a:lnTo>
                  <a:pt x="447675" y="57150"/>
                </a:lnTo>
                <a:lnTo>
                  <a:pt x="438150" y="57150"/>
                </a:lnTo>
                <a:lnTo>
                  <a:pt x="438150" y="47625"/>
                </a:lnTo>
                <a:lnTo>
                  <a:pt x="409575" y="47625"/>
                </a:lnTo>
                <a:lnTo>
                  <a:pt x="409575" y="38100"/>
                </a:lnTo>
                <a:lnTo>
                  <a:pt x="371475" y="38100"/>
                </a:lnTo>
                <a:lnTo>
                  <a:pt x="371475" y="28575"/>
                </a:lnTo>
                <a:lnTo>
                  <a:pt x="361950" y="28575"/>
                </a:lnTo>
                <a:lnTo>
                  <a:pt x="361950" y="19050"/>
                </a:lnTo>
                <a:lnTo>
                  <a:pt x="342900" y="19050"/>
                </a:lnTo>
                <a:lnTo>
                  <a:pt x="342900" y="9525"/>
                </a:lnTo>
                <a:lnTo>
                  <a:pt x="333375" y="9525"/>
                </a:lnTo>
                <a:close/>
                <a:moveTo>
                  <a:pt x="495300" y="171450"/>
                </a:moveTo>
                <a:lnTo>
                  <a:pt x="523875" y="171450"/>
                </a:lnTo>
                <a:lnTo>
                  <a:pt x="523875" y="200025"/>
                </a:lnTo>
                <a:lnTo>
                  <a:pt x="514350" y="200025"/>
                </a:lnTo>
                <a:lnTo>
                  <a:pt x="514350" y="190500"/>
                </a:lnTo>
                <a:lnTo>
                  <a:pt x="504825" y="190500"/>
                </a:lnTo>
                <a:lnTo>
                  <a:pt x="504825" y="180975"/>
                </a:lnTo>
                <a:lnTo>
                  <a:pt x="495300" y="180975"/>
                </a:lnTo>
                <a:close/>
                <a:moveTo>
                  <a:pt x="523875" y="200025"/>
                </a:moveTo>
                <a:lnTo>
                  <a:pt x="533400" y="200025"/>
                </a:lnTo>
                <a:lnTo>
                  <a:pt x="533400" y="209550"/>
                </a:lnTo>
                <a:lnTo>
                  <a:pt x="523875" y="209550"/>
                </a:lnTo>
                <a:close/>
                <a:moveTo>
                  <a:pt x="485775" y="219075"/>
                </a:moveTo>
                <a:lnTo>
                  <a:pt x="504825" y="219075"/>
                </a:lnTo>
                <a:lnTo>
                  <a:pt x="504825" y="238125"/>
                </a:lnTo>
                <a:lnTo>
                  <a:pt x="495300" y="238125"/>
                </a:lnTo>
                <a:lnTo>
                  <a:pt x="495300" y="228600"/>
                </a:lnTo>
                <a:lnTo>
                  <a:pt x="485775" y="228600"/>
                </a:lnTo>
                <a:close/>
                <a:moveTo>
                  <a:pt x="504825" y="247650"/>
                </a:moveTo>
                <a:lnTo>
                  <a:pt x="514350" y="247650"/>
                </a:lnTo>
                <a:lnTo>
                  <a:pt x="514350" y="257175"/>
                </a:lnTo>
                <a:lnTo>
                  <a:pt x="523875" y="257175"/>
                </a:lnTo>
                <a:lnTo>
                  <a:pt x="523875" y="266700"/>
                </a:lnTo>
                <a:lnTo>
                  <a:pt x="514350" y="266700"/>
                </a:lnTo>
                <a:lnTo>
                  <a:pt x="514350" y="276225"/>
                </a:lnTo>
                <a:lnTo>
                  <a:pt x="523875" y="276225"/>
                </a:lnTo>
                <a:lnTo>
                  <a:pt x="523875" y="285750"/>
                </a:lnTo>
                <a:lnTo>
                  <a:pt x="504825" y="285750"/>
                </a:lnTo>
                <a:close/>
                <a:moveTo>
                  <a:pt x="523875" y="285750"/>
                </a:moveTo>
                <a:lnTo>
                  <a:pt x="533400" y="285750"/>
                </a:lnTo>
                <a:lnTo>
                  <a:pt x="533400" y="295275"/>
                </a:lnTo>
                <a:lnTo>
                  <a:pt x="523875" y="295275"/>
                </a:lnTo>
                <a:close/>
                <a:moveTo>
                  <a:pt x="400050" y="304800"/>
                </a:moveTo>
                <a:lnTo>
                  <a:pt x="409575" y="304800"/>
                </a:lnTo>
                <a:lnTo>
                  <a:pt x="409575" y="314325"/>
                </a:lnTo>
                <a:lnTo>
                  <a:pt x="400050" y="314325"/>
                </a:lnTo>
                <a:close/>
                <a:moveTo>
                  <a:pt x="485775" y="323850"/>
                </a:moveTo>
                <a:lnTo>
                  <a:pt x="504825" y="323850"/>
                </a:lnTo>
                <a:lnTo>
                  <a:pt x="504825" y="333375"/>
                </a:lnTo>
                <a:lnTo>
                  <a:pt x="514350" y="333375"/>
                </a:lnTo>
                <a:lnTo>
                  <a:pt x="514350" y="342900"/>
                </a:lnTo>
                <a:lnTo>
                  <a:pt x="533400" y="342900"/>
                </a:lnTo>
                <a:lnTo>
                  <a:pt x="533400" y="561975"/>
                </a:lnTo>
                <a:lnTo>
                  <a:pt x="514350" y="561975"/>
                </a:lnTo>
                <a:lnTo>
                  <a:pt x="514350" y="552450"/>
                </a:lnTo>
                <a:lnTo>
                  <a:pt x="504825" y="552450"/>
                </a:lnTo>
                <a:lnTo>
                  <a:pt x="504825" y="561975"/>
                </a:lnTo>
                <a:lnTo>
                  <a:pt x="66675" y="561975"/>
                </a:lnTo>
                <a:lnTo>
                  <a:pt x="66675" y="542925"/>
                </a:lnTo>
                <a:lnTo>
                  <a:pt x="57150" y="542925"/>
                </a:lnTo>
                <a:lnTo>
                  <a:pt x="57150" y="561975"/>
                </a:lnTo>
                <a:lnTo>
                  <a:pt x="47625" y="561975"/>
                </a:lnTo>
                <a:lnTo>
                  <a:pt x="47625" y="533400"/>
                </a:lnTo>
                <a:lnTo>
                  <a:pt x="38100" y="533400"/>
                </a:lnTo>
                <a:lnTo>
                  <a:pt x="38100" y="552450"/>
                </a:lnTo>
                <a:lnTo>
                  <a:pt x="28575" y="552450"/>
                </a:lnTo>
                <a:lnTo>
                  <a:pt x="28575" y="542925"/>
                </a:lnTo>
                <a:lnTo>
                  <a:pt x="19050" y="542925"/>
                </a:lnTo>
                <a:lnTo>
                  <a:pt x="19050" y="533400"/>
                </a:lnTo>
                <a:lnTo>
                  <a:pt x="9525" y="533400"/>
                </a:lnTo>
                <a:lnTo>
                  <a:pt x="9525" y="523875"/>
                </a:lnTo>
                <a:lnTo>
                  <a:pt x="0" y="523875"/>
                </a:lnTo>
                <a:lnTo>
                  <a:pt x="0" y="495300"/>
                </a:lnTo>
                <a:lnTo>
                  <a:pt x="19050" y="495300"/>
                </a:lnTo>
                <a:lnTo>
                  <a:pt x="19050" y="485775"/>
                </a:lnTo>
                <a:lnTo>
                  <a:pt x="9525" y="485775"/>
                </a:lnTo>
                <a:lnTo>
                  <a:pt x="9525" y="476250"/>
                </a:lnTo>
                <a:lnTo>
                  <a:pt x="0" y="476250"/>
                </a:lnTo>
                <a:lnTo>
                  <a:pt x="0" y="457200"/>
                </a:lnTo>
                <a:lnTo>
                  <a:pt x="9525" y="457200"/>
                </a:lnTo>
                <a:lnTo>
                  <a:pt x="9525" y="447675"/>
                </a:lnTo>
                <a:lnTo>
                  <a:pt x="19050" y="447675"/>
                </a:lnTo>
                <a:lnTo>
                  <a:pt x="19050" y="438150"/>
                </a:lnTo>
                <a:lnTo>
                  <a:pt x="0" y="438150"/>
                </a:lnTo>
                <a:lnTo>
                  <a:pt x="0" y="409575"/>
                </a:lnTo>
                <a:lnTo>
                  <a:pt x="19050" y="409575"/>
                </a:lnTo>
                <a:lnTo>
                  <a:pt x="19050" y="419100"/>
                </a:lnTo>
                <a:lnTo>
                  <a:pt x="28575" y="419100"/>
                </a:lnTo>
                <a:lnTo>
                  <a:pt x="28575" y="438150"/>
                </a:lnTo>
                <a:lnTo>
                  <a:pt x="57150" y="438150"/>
                </a:lnTo>
                <a:lnTo>
                  <a:pt x="57150" y="447675"/>
                </a:lnTo>
                <a:lnTo>
                  <a:pt x="66675" y="447675"/>
                </a:lnTo>
                <a:lnTo>
                  <a:pt x="66675" y="457200"/>
                </a:lnTo>
                <a:lnTo>
                  <a:pt x="76200" y="457200"/>
                </a:lnTo>
                <a:lnTo>
                  <a:pt x="76200" y="466725"/>
                </a:lnTo>
                <a:lnTo>
                  <a:pt x="47625" y="466725"/>
                </a:lnTo>
                <a:lnTo>
                  <a:pt x="47625" y="457200"/>
                </a:lnTo>
                <a:lnTo>
                  <a:pt x="38100" y="457200"/>
                </a:lnTo>
                <a:lnTo>
                  <a:pt x="38100" y="466725"/>
                </a:lnTo>
                <a:lnTo>
                  <a:pt x="28575" y="466725"/>
                </a:lnTo>
                <a:lnTo>
                  <a:pt x="28575" y="495300"/>
                </a:lnTo>
                <a:lnTo>
                  <a:pt x="47625" y="495300"/>
                </a:lnTo>
                <a:lnTo>
                  <a:pt x="47625" y="485775"/>
                </a:lnTo>
                <a:lnTo>
                  <a:pt x="76200" y="485775"/>
                </a:lnTo>
                <a:lnTo>
                  <a:pt x="76200" y="476250"/>
                </a:lnTo>
                <a:lnTo>
                  <a:pt x="95250" y="476250"/>
                </a:lnTo>
                <a:lnTo>
                  <a:pt x="95250" y="485775"/>
                </a:lnTo>
                <a:lnTo>
                  <a:pt x="104775" y="485775"/>
                </a:lnTo>
                <a:lnTo>
                  <a:pt x="104775" y="495300"/>
                </a:lnTo>
                <a:lnTo>
                  <a:pt x="95250" y="495300"/>
                </a:lnTo>
                <a:lnTo>
                  <a:pt x="95250" y="504825"/>
                </a:lnTo>
                <a:lnTo>
                  <a:pt x="104775" y="504825"/>
                </a:lnTo>
                <a:lnTo>
                  <a:pt x="104775" y="514350"/>
                </a:lnTo>
                <a:lnTo>
                  <a:pt x="123825" y="514350"/>
                </a:lnTo>
                <a:lnTo>
                  <a:pt x="123825" y="504825"/>
                </a:lnTo>
                <a:lnTo>
                  <a:pt x="133350" y="504825"/>
                </a:lnTo>
                <a:lnTo>
                  <a:pt x="133350" y="485775"/>
                </a:lnTo>
                <a:lnTo>
                  <a:pt x="142875" y="485775"/>
                </a:lnTo>
                <a:lnTo>
                  <a:pt x="142875" y="495300"/>
                </a:lnTo>
                <a:lnTo>
                  <a:pt x="171450" y="495300"/>
                </a:lnTo>
                <a:lnTo>
                  <a:pt x="171450" y="504825"/>
                </a:lnTo>
                <a:lnTo>
                  <a:pt x="161925" y="504825"/>
                </a:lnTo>
                <a:lnTo>
                  <a:pt x="161925" y="514350"/>
                </a:lnTo>
                <a:lnTo>
                  <a:pt x="152400" y="514350"/>
                </a:lnTo>
                <a:lnTo>
                  <a:pt x="152400" y="523875"/>
                </a:lnTo>
                <a:lnTo>
                  <a:pt x="133350" y="523875"/>
                </a:lnTo>
                <a:lnTo>
                  <a:pt x="133350" y="533400"/>
                </a:lnTo>
                <a:lnTo>
                  <a:pt x="142875" y="533400"/>
                </a:lnTo>
                <a:lnTo>
                  <a:pt x="142875" y="542925"/>
                </a:lnTo>
                <a:lnTo>
                  <a:pt x="171450" y="542925"/>
                </a:lnTo>
                <a:lnTo>
                  <a:pt x="171450" y="533400"/>
                </a:lnTo>
                <a:lnTo>
                  <a:pt x="180975" y="533400"/>
                </a:lnTo>
                <a:lnTo>
                  <a:pt x="180975" y="514350"/>
                </a:lnTo>
                <a:lnTo>
                  <a:pt x="190500" y="514350"/>
                </a:lnTo>
                <a:lnTo>
                  <a:pt x="190500" y="523875"/>
                </a:lnTo>
                <a:lnTo>
                  <a:pt x="219075" y="523875"/>
                </a:lnTo>
                <a:lnTo>
                  <a:pt x="219075" y="514350"/>
                </a:lnTo>
                <a:lnTo>
                  <a:pt x="228600" y="514350"/>
                </a:lnTo>
                <a:lnTo>
                  <a:pt x="228600" y="504825"/>
                </a:lnTo>
                <a:lnTo>
                  <a:pt x="257175" y="504825"/>
                </a:lnTo>
                <a:lnTo>
                  <a:pt x="257175" y="514350"/>
                </a:lnTo>
                <a:lnTo>
                  <a:pt x="266700" y="514350"/>
                </a:lnTo>
                <a:lnTo>
                  <a:pt x="266700" y="523875"/>
                </a:lnTo>
                <a:lnTo>
                  <a:pt x="276225" y="523875"/>
                </a:lnTo>
                <a:lnTo>
                  <a:pt x="276225" y="495300"/>
                </a:lnTo>
                <a:lnTo>
                  <a:pt x="285750" y="495300"/>
                </a:lnTo>
                <a:lnTo>
                  <a:pt x="285750" y="504825"/>
                </a:lnTo>
                <a:lnTo>
                  <a:pt x="295275" y="504825"/>
                </a:lnTo>
                <a:lnTo>
                  <a:pt x="295275" y="466725"/>
                </a:lnTo>
                <a:lnTo>
                  <a:pt x="333375" y="466725"/>
                </a:lnTo>
                <a:lnTo>
                  <a:pt x="333375" y="476250"/>
                </a:lnTo>
                <a:lnTo>
                  <a:pt x="342900" y="476250"/>
                </a:lnTo>
                <a:lnTo>
                  <a:pt x="342900" y="466725"/>
                </a:lnTo>
                <a:lnTo>
                  <a:pt x="352425" y="466725"/>
                </a:lnTo>
                <a:lnTo>
                  <a:pt x="352425" y="476250"/>
                </a:lnTo>
                <a:lnTo>
                  <a:pt x="371475" y="476250"/>
                </a:lnTo>
                <a:lnTo>
                  <a:pt x="371475" y="485775"/>
                </a:lnTo>
                <a:lnTo>
                  <a:pt x="409575" y="485775"/>
                </a:lnTo>
                <a:lnTo>
                  <a:pt x="409575" y="476250"/>
                </a:lnTo>
                <a:lnTo>
                  <a:pt x="457200" y="476250"/>
                </a:lnTo>
                <a:lnTo>
                  <a:pt x="457200" y="466725"/>
                </a:lnTo>
                <a:lnTo>
                  <a:pt x="476250" y="466725"/>
                </a:lnTo>
                <a:lnTo>
                  <a:pt x="476250" y="457200"/>
                </a:lnTo>
                <a:lnTo>
                  <a:pt x="438150" y="457200"/>
                </a:lnTo>
                <a:lnTo>
                  <a:pt x="438150" y="419100"/>
                </a:lnTo>
                <a:lnTo>
                  <a:pt x="457200" y="419100"/>
                </a:lnTo>
                <a:lnTo>
                  <a:pt x="457200" y="409575"/>
                </a:lnTo>
                <a:lnTo>
                  <a:pt x="466725" y="409575"/>
                </a:lnTo>
                <a:lnTo>
                  <a:pt x="466725" y="419100"/>
                </a:lnTo>
                <a:lnTo>
                  <a:pt x="504825" y="419100"/>
                </a:lnTo>
                <a:lnTo>
                  <a:pt x="504825" y="400050"/>
                </a:lnTo>
                <a:lnTo>
                  <a:pt x="514350" y="400050"/>
                </a:lnTo>
                <a:lnTo>
                  <a:pt x="514350" y="381000"/>
                </a:lnTo>
                <a:lnTo>
                  <a:pt x="523875" y="381000"/>
                </a:lnTo>
                <a:lnTo>
                  <a:pt x="523875" y="352425"/>
                </a:lnTo>
                <a:lnTo>
                  <a:pt x="504825" y="352425"/>
                </a:lnTo>
                <a:lnTo>
                  <a:pt x="504825" y="342900"/>
                </a:lnTo>
                <a:lnTo>
                  <a:pt x="495300" y="342900"/>
                </a:lnTo>
                <a:lnTo>
                  <a:pt x="495300" y="333375"/>
                </a:lnTo>
                <a:lnTo>
                  <a:pt x="485775" y="333375"/>
                </a:lnTo>
                <a:close/>
                <a:moveTo>
                  <a:pt x="342900" y="438150"/>
                </a:moveTo>
                <a:lnTo>
                  <a:pt x="352425" y="438150"/>
                </a:lnTo>
                <a:lnTo>
                  <a:pt x="352425" y="457200"/>
                </a:lnTo>
                <a:lnTo>
                  <a:pt x="342900" y="457200"/>
                </a:lnTo>
                <a:close/>
                <a:moveTo>
                  <a:pt x="323850" y="447675"/>
                </a:moveTo>
                <a:lnTo>
                  <a:pt x="333375" y="447675"/>
                </a:lnTo>
                <a:lnTo>
                  <a:pt x="333375" y="457200"/>
                </a:lnTo>
                <a:lnTo>
                  <a:pt x="323850" y="457200"/>
                </a:lnTo>
                <a:close/>
                <a:moveTo>
                  <a:pt x="57150" y="514350"/>
                </a:moveTo>
                <a:lnTo>
                  <a:pt x="66675" y="514350"/>
                </a:lnTo>
                <a:lnTo>
                  <a:pt x="66675" y="504825"/>
                </a:lnTo>
                <a:lnTo>
                  <a:pt x="47625" y="504825"/>
                </a:lnTo>
                <a:lnTo>
                  <a:pt x="47625" y="523875"/>
                </a:lnTo>
                <a:lnTo>
                  <a:pt x="57150" y="523875"/>
                </a:lnTo>
                <a:close/>
                <a:moveTo>
                  <a:pt x="333375" y="523875"/>
                </a:moveTo>
                <a:lnTo>
                  <a:pt x="342900" y="523875"/>
                </a:lnTo>
                <a:lnTo>
                  <a:pt x="342900" y="533400"/>
                </a:lnTo>
                <a:lnTo>
                  <a:pt x="352425" y="533400"/>
                </a:lnTo>
                <a:lnTo>
                  <a:pt x="352425" y="504825"/>
                </a:lnTo>
                <a:lnTo>
                  <a:pt x="342900" y="504825"/>
                </a:lnTo>
                <a:lnTo>
                  <a:pt x="342900" y="514350"/>
                </a:lnTo>
                <a:lnTo>
                  <a:pt x="333375" y="514350"/>
                </a:lnTo>
                <a:close/>
              </a:path>
            </a:pathLst>
          </a:custGeom>
          <a:solidFill xmlns:a="http://schemas.openxmlformats.org/drawingml/2006/main">
            <a:srgbClr val="F3EFE3"/>
          </a:solidFill>
          <a:ln xmlns:a="http://schemas.openxmlformats.org/drawingml/2006/main" w="0">
            <a:noFill/>
          </a:ln>
        </p:spPr>
      </p:sp>
      <p:sp>
        <p:nvSpPr>
          <p:cNvPr id="65" name="back vector #f3efe1">
            <a:extLst xmlns:a="http://schemas.openxmlformats.org/drawingml/2006/main">
              <a:ext uri="{FF2B5EF4-FFF2-40B4-BE49-F238E27FC236}">
                <a16:creationId xmlns:a16="http://schemas.microsoft.com/office/drawing/2014/main" id="{BEDCAD95-F390-4790-9A01-E76792F7935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67300" y="1647825"/>
            <a:ext cx="638175" cy="666750"/>
          </a:xfrm>
          <a:custGeom xmlns:a="http://schemas.openxmlformats.org/drawingml/2006/main">
            <a:pathLst>
              <a:path w="533400" h="561975">
                <a:moveTo>
                  <a:pt x="266700" y="0"/>
                </a:moveTo>
                <a:lnTo>
                  <a:pt x="285750" y="0"/>
                </a:lnTo>
                <a:lnTo>
                  <a:pt x="285750" y="9525"/>
                </a:lnTo>
                <a:lnTo>
                  <a:pt x="295275" y="9525"/>
                </a:lnTo>
                <a:lnTo>
                  <a:pt x="295275" y="19050"/>
                </a:lnTo>
                <a:lnTo>
                  <a:pt x="285750" y="19050"/>
                </a:lnTo>
                <a:lnTo>
                  <a:pt x="285750" y="28575"/>
                </a:lnTo>
                <a:lnTo>
                  <a:pt x="266700" y="28575"/>
                </a:lnTo>
                <a:close/>
                <a:moveTo>
                  <a:pt x="180975" y="9525"/>
                </a:moveTo>
                <a:lnTo>
                  <a:pt x="190500" y="9525"/>
                </a:lnTo>
                <a:lnTo>
                  <a:pt x="190500" y="57150"/>
                </a:lnTo>
                <a:lnTo>
                  <a:pt x="180975" y="57150"/>
                </a:lnTo>
                <a:lnTo>
                  <a:pt x="180975" y="66675"/>
                </a:lnTo>
                <a:lnTo>
                  <a:pt x="171450" y="66675"/>
                </a:lnTo>
                <a:lnTo>
                  <a:pt x="171450" y="19050"/>
                </a:lnTo>
                <a:lnTo>
                  <a:pt x="180975" y="19050"/>
                </a:lnTo>
                <a:close/>
                <a:moveTo>
                  <a:pt x="333375" y="9525"/>
                </a:moveTo>
                <a:lnTo>
                  <a:pt x="342900" y="9525"/>
                </a:lnTo>
                <a:lnTo>
                  <a:pt x="342900" y="19050"/>
                </a:lnTo>
                <a:lnTo>
                  <a:pt x="361950" y="19050"/>
                </a:lnTo>
                <a:lnTo>
                  <a:pt x="361950" y="28575"/>
                </a:lnTo>
                <a:lnTo>
                  <a:pt x="333375" y="28575"/>
                </a:lnTo>
                <a:close/>
                <a:moveTo>
                  <a:pt x="419100" y="9525"/>
                </a:moveTo>
                <a:lnTo>
                  <a:pt x="428625" y="9525"/>
                </a:lnTo>
                <a:lnTo>
                  <a:pt x="428625" y="28575"/>
                </a:lnTo>
                <a:lnTo>
                  <a:pt x="409575" y="28575"/>
                </a:lnTo>
                <a:lnTo>
                  <a:pt x="409575" y="19050"/>
                </a:lnTo>
                <a:lnTo>
                  <a:pt x="419100" y="19050"/>
                </a:lnTo>
                <a:close/>
                <a:moveTo>
                  <a:pt x="104775" y="66675"/>
                </a:moveTo>
                <a:lnTo>
                  <a:pt x="114300" y="66675"/>
                </a:lnTo>
                <a:lnTo>
                  <a:pt x="114300" y="76200"/>
                </a:lnTo>
                <a:lnTo>
                  <a:pt x="104775" y="76200"/>
                </a:lnTo>
                <a:close/>
                <a:moveTo>
                  <a:pt x="114300" y="85725"/>
                </a:moveTo>
                <a:lnTo>
                  <a:pt x="123825" y="85725"/>
                </a:lnTo>
                <a:lnTo>
                  <a:pt x="123825" y="95250"/>
                </a:lnTo>
                <a:lnTo>
                  <a:pt x="114300" y="95250"/>
                </a:lnTo>
                <a:close/>
                <a:moveTo>
                  <a:pt x="19050" y="161925"/>
                </a:moveTo>
                <a:lnTo>
                  <a:pt x="28575" y="161925"/>
                </a:lnTo>
                <a:lnTo>
                  <a:pt x="28575" y="171450"/>
                </a:lnTo>
                <a:lnTo>
                  <a:pt x="19050" y="171450"/>
                </a:lnTo>
                <a:close/>
                <a:moveTo>
                  <a:pt x="504825" y="200025"/>
                </a:moveTo>
                <a:lnTo>
                  <a:pt x="523875" y="200025"/>
                </a:lnTo>
                <a:lnTo>
                  <a:pt x="523875" y="209550"/>
                </a:lnTo>
                <a:lnTo>
                  <a:pt x="533400" y="209550"/>
                </a:lnTo>
                <a:lnTo>
                  <a:pt x="533400" y="257175"/>
                </a:lnTo>
                <a:lnTo>
                  <a:pt x="514350" y="257175"/>
                </a:lnTo>
                <a:lnTo>
                  <a:pt x="514350" y="228600"/>
                </a:lnTo>
                <a:lnTo>
                  <a:pt x="523875" y="228600"/>
                </a:lnTo>
                <a:lnTo>
                  <a:pt x="523875" y="219075"/>
                </a:lnTo>
                <a:lnTo>
                  <a:pt x="495300" y="219075"/>
                </a:lnTo>
                <a:lnTo>
                  <a:pt x="495300" y="209550"/>
                </a:lnTo>
                <a:lnTo>
                  <a:pt x="504825" y="209550"/>
                </a:lnTo>
                <a:close/>
                <a:moveTo>
                  <a:pt x="523875" y="276225"/>
                </a:moveTo>
                <a:lnTo>
                  <a:pt x="533400" y="276225"/>
                </a:lnTo>
                <a:lnTo>
                  <a:pt x="533400" y="285750"/>
                </a:lnTo>
                <a:lnTo>
                  <a:pt x="523875" y="285750"/>
                </a:lnTo>
                <a:close/>
                <a:moveTo>
                  <a:pt x="371475" y="295275"/>
                </a:moveTo>
                <a:lnTo>
                  <a:pt x="381000" y="295275"/>
                </a:lnTo>
                <a:lnTo>
                  <a:pt x="381000" y="304800"/>
                </a:lnTo>
                <a:lnTo>
                  <a:pt x="371475" y="304800"/>
                </a:lnTo>
                <a:close/>
                <a:moveTo>
                  <a:pt x="381000" y="304800"/>
                </a:moveTo>
                <a:lnTo>
                  <a:pt x="400050" y="304800"/>
                </a:lnTo>
                <a:lnTo>
                  <a:pt x="400050" y="314325"/>
                </a:lnTo>
                <a:lnTo>
                  <a:pt x="381000" y="314325"/>
                </a:lnTo>
                <a:close/>
                <a:moveTo>
                  <a:pt x="495300" y="352425"/>
                </a:moveTo>
                <a:lnTo>
                  <a:pt x="523875" y="352425"/>
                </a:lnTo>
                <a:lnTo>
                  <a:pt x="523875" y="381000"/>
                </a:lnTo>
                <a:lnTo>
                  <a:pt x="514350" y="381000"/>
                </a:lnTo>
                <a:lnTo>
                  <a:pt x="514350" y="400050"/>
                </a:lnTo>
                <a:lnTo>
                  <a:pt x="504825" y="400050"/>
                </a:lnTo>
                <a:lnTo>
                  <a:pt x="504825" y="419100"/>
                </a:lnTo>
                <a:lnTo>
                  <a:pt x="466725" y="419100"/>
                </a:lnTo>
                <a:lnTo>
                  <a:pt x="466725" y="409575"/>
                </a:lnTo>
                <a:lnTo>
                  <a:pt x="485775" y="409575"/>
                </a:lnTo>
                <a:lnTo>
                  <a:pt x="485775" y="400050"/>
                </a:lnTo>
                <a:lnTo>
                  <a:pt x="495300" y="400050"/>
                </a:lnTo>
                <a:close/>
                <a:moveTo>
                  <a:pt x="447675" y="409575"/>
                </a:moveTo>
                <a:lnTo>
                  <a:pt x="457200" y="409575"/>
                </a:lnTo>
                <a:lnTo>
                  <a:pt x="457200" y="419100"/>
                </a:lnTo>
                <a:lnTo>
                  <a:pt x="447675" y="419100"/>
                </a:lnTo>
                <a:close/>
                <a:moveTo>
                  <a:pt x="28575" y="485775"/>
                </a:moveTo>
                <a:lnTo>
                  <a:pt x="47625" y="485775"/>
                </a:lnTo>
                <a:lnTo>
                  <a:pt x="47625" y="495300"/>
                </a:lnTo>
                <a:lnTo>
                  <a:pt x="28575" y="495300"/>
                </a:lnTo>
                <a:close/>
                <a:moveTo>
                  <a:pt x="95250" y="495300"/>
                </a:moveTo>
                <a:lnTo>
                  <a:pt x="104775" y="495300"/>
                </a:lnTo>
                <a:lnTo>
                  <a:pt x="104775" y="504825"/>
                </a:lnTo>
                <a:lnTo>
                  <a:pt x="95250" y="504825"/>
                </a:lnTo>
                <a:close/>
                <a:moveTo>
                  <a:pt x="114300" y="495300"/>
                </a:moveTo>
                <a:lnTo>
                  <a:pt x="133350" y="495300"/>
                </a:lnTo>
                <a:lnTo>
                  <a:pt x="133350" y="504825"/>
                </a:lnTo>
                <a:lnTo>
                  <a:pt x="123825" y="504825"/>
                </a:lnTo>
                <a:lnTo>
                  <a:pt x="123825" y="514350"/>
                </a:lnTo>
                <a:lnTo>
                  <a:pt x="104775" y="514350"/>
                </a:lnTo>
                <a:lnTo>
                  <a:pt x="104775" y="504825"/>
                </a:lnTo>
                <a:lnTo>
                  <a:pt x="114300" y="504825"/>
                </a:lnTo>
                <a:close/>
                <a:moveTo>
                  <a:pt x="161925" y="504825"/>
                </a:moveTo>
                <a:lnTo>
                  <a:pt x="171450" y="504825"/>
                </a:lnTo>
                <a:lnTo>
                  <a:pt x="171450" y="514350"/>
                </a:lnTo>
                <a:lnTo>
                  <a:pt x="180975" y="514350"/>
                </a:lnTo>
                <a:lnTo>
                  <a:pt x="180975" y="533400"/>
                </a:lnTo>
                <a:lnTo>
                  <a:pt x="171450" y="533400"/>
                </a:lnTo>
                <a:lnTo>
                  <a:pt x="171450" y="542925"/>
                </a:lnTo>
                <a:lnTo>
                  <a:pt x="142875" y="542925"/>
                </a:lnTo>
                <a:lnTo>
                  <a:pt x="142875" y="523875"/>
                </a:lnTo>
                <a:lnTo>
                  <a:pt x="152400" y="523875"/>
                </a:lnTo>
                <a:lnTo>
                  <a:pt x="152400" y="533400"/>
                </a:lnTo>
                <a:lnTo>
                  <a:pt x="161925" y="533400"/>
                </a:lnTo>
                <a:close/>
                <a:moveTo>
                  <a:pt x="9525" y="533400"/>
                </a:moveTo>
                <a:lnTo>
                  <a:pt x="19050" y="533400"/>
                </a:lnTo>
                <a:lnTo>
                  <a:pt x="19050" y="542925"/>
                </a:lnTo>
                <a:lnTo>
                  <a:pt x="28575" y="542925"/>
                </a:lnTo>
                <a:lnTo>
                  <a:pt x="28575" y="552450"/>
                </a:lnTo>
                <a:lnTo>
                  <a:pt x="19050" y="552450"/>
                </a:lnTo>
                <a:lnTo>
                  <a:pt x="19050" y="561975"/>
                </a:lnTo>
                <a:lnTo>
                  <a:pt x="0" y="561975"/>
                </a:lnTo>
                <a:lnTo>
                  <a:pt x="0" y="542925"/>
                </a:lnTo>
                <a:lnTo>
                  <a:pt x="9525" y="542925"/>
                </a:lnTo>
                <a:close/>
              </a:path>
            </a:pathLst>
          </a:custGeom>
          <a:solidFill xmlns:a="http://schemas.openxmlformats.org/drawingml/2006/main">
            <a:srgbClr val="F3EFE1"/>
          </a:solidFill>
          <a:ln xmlns:a="http://schemas.openxmlformats.org/drawingml/2006/main" w="0">
            <a:noFill/>
          </a:ln>
        </p:spPr>
      </p:sp>
      <p:sp>
        <p:nvSpPr>
          <p:cNvPr id="66" name="back vector #f2f2e5">
            <a:extLst xmlns:a="http://schemas.openxmlformats.org/drawingml/2006/main">
              <a:ext uri="{FF2B5EF4-FFF2-40B4-BE49-F238E27FC236}">
                <a16:creationId xmlns:a16="http://schemas.microsoft.com/office/drawing/2014/main" id="{300A35BB-211B-4962-98DB-23D6902A89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67300" y="1647825"/>
            <a:ext cx="638175" cy="666750"/>
          </a:xfrm>
          <a:custGeom xmlns:a="http://schemas.openxmlformats.org/drawingml/2006/main">
            <a:pathLst>
              <a:path w="533400" h="561975">
                <a:moveTo>
                  <a:pt x="333375" y="57150"/>
                </a:moveTo>
                <a:lnTo>
                  <a:pt x="342900" y="57150"/>
                </a:lnTo>
                <a:lnTo>
                  <a:pt x="342900" y="66675"/>
                </a:lnTo>
                <a:lnTo>
                  <a:pt x="333375" y="66675"/>
                </a:lnTo>
                <a:close/>
                <a:moveTo>
                  <a:pt x="409575" y="57150"/>
                </a:moveTo>
                <a:lnTo>
                  <a:pt x="438150" y="57150"/>
                </a:lnTo>
                <a:lnTo>
                  <a:pt x="438150" y="76200"/>
                </a:lnTo>
                <a:lnTo>
                  <a:pt x="428625" y="76200"/>
                </a:lnTo>
                <a:lnTo>
                  <a:pt x="428625" y="66675"/>
                </a:lnTo>
                <a:lnTo>
                  <a:pt x="409575" y="66675"/>
                </a:lnTo>
                <a:close/>
                <a:moveTo>
                  <a:pt x="133350" y="95250"/>
                </a:moveTo>
                <a:lnTo>
                  <a:pt x="152400" y="95250"/>
                </a:lnTo>
                <a:lnTo>
                  <a:pt x="152400" y="104775"/>
                </a:lnTo>
                <a:lnTo>
                  <a:pt x="133350" y="104775"/>
                </a:lnTo>
                <a:close/>
                <a:moveTo>
                  <a:pt x="466725" y="114300"/>
                </a:moveTo>
                <a:lnTo>
                  <a:pt x="476250" y="114300"/>
                </a:lnTo>
                <a:lnTo>
                  <a:pt x="476250" y="123825"/>
                </a:lnTo>
                <a:lnTo>
                  <a:pt x="485775" y="123825"/>
                </a:lnTo>
                <a:lnTo>
                  <a:pt x="485775" y="133350"/>
                </a:lnTo>
                <a:lnTo>
                  <a:pt x="495300" y="133350"/>
                </a:lnTo>
                <a:lnTo>
                  <a:pt x="495300" y="142875"/>
                </a:lnTo>
                <a:lnTo>
                  <a:pt x="485775" y="142875"/>
                </a:lnTo>
                <a:lnTo>
                  <a:pt x="485775" y="152400"/>
                </a:lnTo>
                <a:lnTo>
                  <a:pt x="495300" y="152400"/>
                </a:lnTo>
                <a:lnTo>
                  <a:pt x="495300" y="171450"/>
                </a:lnTo>
                <a:lnTo>
                  <a:pt x="476250" y="171450"/>
                </a:lnTo>
                <a:lnTo>
                  <a:pt x="476250" y="133350"/>
                </a:lnTo>
                <a:lnTo>
                  <a:pt x="466725" y="133350"/>
                </a:lnTo>
                <a:close/>
                <a:moveTo>
                  <a:pt x="171450" y="123825"/>
                </a:moveTo>
                <a:lnTo>
                  <a:pt x="180975" y="123825"/>
                </a:lnTo>
                <a:lnTo>
                  <a:pt x="180975" y="133350"/>
                </a:lnTo>
                <a:lnTo>
                  <a:pt x="171450" y="133350"/>
                </a:lnTo>
                <a:close/>
                <a:moveTo>
                  <a:pt x="76200" y="142875"/>
                </a:moveTo>
                <a:lnTo>
                  <a:pt x="85725" y="142875"/>
                </a:lnTo>
                <a:lnTo>
                  <a:pt x="85725" y="171450"/>
                </a:lnTo>
                <a:lnTo>
                  <a:pt x="66675" y="171450"/>
                </a:lnTo>
                <a:lnTo>
                  <a:pt x="66675" y="152400"/>
                </a:lnTo>
                <a:lnTo>
                  <a:pt x="76200" y="152400"/>
                </a:lnTo>
                <a:close/>
                <a:moveTo>
                  <a:pt x="114300" y="171450"/>
                </a:moveTo>
                <a:lnTo>
                  <a:pt x="123825" y="171450"/>
                </a:lnTo>
                <a:lnTo>
                  <a:pt x="123825" y="180975"/>
                </a:lnTo>
                <a:lnTo>
                  <a:pt x="114300" y="180975"/>
                </a:lnTo>
                <a:close/>
                <a:moveTo>
                  <a:pt x="200025" y="180975"/>
                </a:moveTo>
                <a:lnTo>
                  <a:pt x="238125" y="180975"/>
                </a:lnTo>
                <a:lnTo>
                  <a:pt x="238125" y="200025"/>
                </a:lnTo>
                <a:lnTo>
                  <a:pt x="228600" y="200025"/>
                </a:lnTo>
                <a:lnTo>
                  <a:pt x="228600" y="190500"/>
                </a:lnTo>
                <a:lnTo>
                  <a:pt x="200025" y="190500"/>
                </a:lnTo>
                <a:close/>
                <a:moveTo>
                  <a:pt x="104775" y="190500"/>
                </a:moveTo>
                <a:lnTo>
                  <a:pt x="114300" y="190500"/>
                </a:lnTo>
                <a:lnTo>
                  <a:pt x="114300" y="200025"/>
                </a:lnTo>
                <a:lnTo>
                  <a:pt x="104775" y="200025"/>
                </a:lnTo>
                <a:close/>
                <a:moveTo>
                  <a:pt x="133350" y="190500"/>
                </a:moveTo>
                <a:lnTo>
                  <a:pt x="142875" y="190500"/>
                </a:lnTo>
                <a:lnTo>
                  <a:pt x="142875" y="209550"/>
                </a:lnTo>
                <a:lnTo>
                  <a:pt x="133350" y="209550"/>
                </a:lnTo>
                <a:close/>
                <a:moveTo>
                  <a:pt x="161925" y="190500"/>
                </a:moveTo>
                <a:lnTo>
                  <a:pt x="171450" y="190500"/>
                </a:lnTo>
                <a:lnTo>
                  <a:pt x="171450" y="200025"/>
                </a:lnTo>
                <a:lnTo>
                  <a:pt x="161925" y="200025"/>
                </a:lnTo>
                <a:close/>
                <a:moveTo>
                  <a:pt x="152400" y="200025"/>
                </a:moveTo>
                <a:lnTo>
                  <a:pt x="161925" y="200025"/>
                </a:lnTo>
                <a:lnTo>
                  <a:pt x="161925" y="209550"/>
                </a:lnTo>
                <a:lnTo>
                  <a:pt x="152400" y="209550"/>
                </a:lnTo>
                <a:close/>
                <a:moveTo>
                  <a:pt x="238125" y="200025"/>
                </a:moveTo>
                <a:lnTo>
                  <a:pt x="285750" y="200025"/>
                </a:lnTo>
                <a:lnTo>
                  <a:pt x="285750" y="219075"/>
                </a:lnTo>
                <a:lnTo>
                  <a:pt x="257175" y="219075"/>
                </a:lnTo>
                <a:lnTo>
                  <a:pt x="257175" y="209550"/>
                </a:lnTo>
                <a:lnTo>
                  <a:pt x="238125" y="209550"/>
                </a:lnTo>
                <a:close/>
                <a:moveTo>
                  <a:pt x="466725" y="200025"/>
                </a:moveTo>
                <a:lnTo>
                  <a:pt x="476250" y="200025"/>
                </a:lnTo>
                <a:lnTo>
                  <a:pt x="476250" y="209550"/>
                </a:lnTo>
                <a:lnTo>
                  <a:pt x="466725" y="209550"/>
                </a:lnTo>
                <a:close/>
                <a:moveTo>
                  <a:pt x="142875" y="209550"/>
                </a:moveTo>
                <a:lnTo>
                  <a:pt x="152400" y="209550"/>
                </a:lnTo>
                <a:lnTo>
                  <a:pt x="152400" y="219075"/>
                </a:lnTo>
                <a:lnTo>
                  <a:pt x="142875" y="219075"/>
                </a:lnTo>
                <a:close/>
                <a:moveTo>
                  <a:pt x="457200" y="219075"/>
                </a:moveTo>
                <a:lnTo>
                  <a:pt x="476250" y="219075"/>
                </a:lnTo>
                <a:lnTo>
                  <a:pt x="476250" y="238125"/>
                </a:lnTo>
                <a:lnTo>
                  <a:pt x="447675" y="238125"/>
                </a:lnTo>
                <a:lnTo>
                  <a:pt x="447675" y="228600"/>
                </a:lnTo>
                <a:lnTo>
                  <a:pt x="457200" y="228600"/>
                </a:lnTo>
                <a:close/>
                <a:moveTo>
                  <a:pt x="400050" y="247650"/>
                </a:moveTo>
                <a:lnTo>
                  <a:pt x="438150" y="247650"/>
                </a:lnTo>
                <a:lnTo>
                  <a:pt x="438150" y="266700"/>
                </a:lnTo>
                <a:lnTo>
                  <a:pt x="428625" y="266700"/>
                </a:lnTo>
                <a:lnTo>
                  <a:pt x="428625" y="304800"/>
                </a:lnTo>
                <a:lnTo>
                  <a:pt x="409575" y="304800"/>
                </a:lnTo>
                <a:lnTo>
                  <a:pt x="409575" y="295275"/>
                </a:lnTo>
                <a:lnTo>
                  <a:pt x="419100" y="295275"/>
                </a:lnTo>
                <a:lnTo>
                  <a:pt x="419100" y="266700"/>
                </a:lnTo>
                <a:lnTo>
                  <a:pt x="400050" y="266700"/>
                </a:lnTo>
                <a:close/>
                <a:moveTo>
                  <a:pt x="381000" y="257175"/>
                </a:moveTo>
                <a:lnTo>
                  <a:pt x="390525" y="257175"/>
                </a:lnTo>
                <a:lnTo>
                  <a:pt x="390525" y="266700"/>
                </a:lnTo>
                <a:lnTo>
                  <a:pt x="381000" y="266700"/>
                </a:lnTo>
                <a:close/>
                <a:moveTo>
                  <a:pt x="447675" y="257175"/>
                </a:moveTo>
                <a:lnTo>
                  <a:pt x="457200" y="257175"/>
                </a:lnTo>
                <a:lnTo>
                  <a:pt x="457200" y="266700"/>
                </a:lnTo>
                <a:lnTo>
                  <a:pt x="447675" y="266700"/>
                </a:lnTo>
                <a:close/>
                <a:moveTo>
                  <a:pt x="219075" y="266700"/>
                </a:moveTo>
                <a:lnTo>
                  <a:pt x="238125" y="266700"/>
                </a:lnTo>
                <a:lnTo>
                  <a:pt x="238125" y="276225"/>
                </a:lnTo>
                <a:lnTo>
                  <a:pt x="219075" y="276225"/>
                </a:lnTo>
                <a:close/>
                <a:moveTo>
                  <a:pt x="257175" y="266700"/>
                </a:moveTo>
                <a:lnTo>
                  <a:pt x="266700" y="266700"/>
                </a:lnTo>
                <a:lnTo>
                  <a:pt x="266700" y="285750"/>
                </a:lnTo>
                <a:lnTo>
                  <a:pt x="257175" y="285750"/>
                </a:lnTo>
                <a:close/>
                <a:moveTo>
                  <a:pt x="371475" y="266700"/>
                </a:moveTo>
                <a:lnTo>
                  <a:pt x="381000" y="266700"/>
                </a:lnTo>
                <a:lnTo>
                  <a:pt x="381000" y="276225"/>
                </a:lnTo>
                <a:lnTo>
                  <a:pt x="371475" y="276225"/>
                </a:lnTo>
                <a:close/>
                <a:moveTo>
                  <a:pt x="457200" y="266700"/>
                </a:moveTo>
                <a:lnTo>
                  <a:pt x="466725" y="266700"/>
                </a:lnTo>
                <a:lnTo>
                  <a:pt x="466725" y="276225"/>
                </a:lnTo>
                <a:lnTo>
                  <a:pt x="457200" y="276225"/>
                </a:lnTo>
                <a:close/>
                <a:moveTo>
                  <a:pt x="57150" y="285750"/>
                </a:moveTo>
                <a:lnTo>
                  <a:pt x="76200" y="285750"/>
                </a:lnTo>
                <a:lnTo>
                  <a:pt x="76200" y="295275"/>
                </a:lnTo>
                <a:lnTo>
                  <a:pt x="57150" y="295275"/>
                </a:lnTo>
                <a:close/>
                <a:moveTo>
                  <a:pt x="38100" y="295275"/>
                </a:moveTo>
                <a:lnTo>
                  <a:pt x="57150" y="295275"/>
                </a:lnTo>
                <a:lnTo>
                  <a:pt x="57150" y="314325"/>
                </a:lnTo>
                <a:lnTo>
                  <a:pt x="47625" y="314325"/>
                </a:lnTo>
                <a:lnTo>
                  <a:pt x="47625" y="361950"/>
                </a:lnTo>
                <a:lnTo>
                  <a:pt x="38100" y="361950"/>
                </a:lnTo>
                <a:lnTo>
                  <a:pt x="38100" y="371475"/>
                </a:lnTo>
                <a:lnTo>
                  <a:pt x="19050" y="371475"/>
                </a:lnTo>
                <a:lnTo>
                  <a:pt x="19050" y="381000"/>
                </a:lnTo>
                <a:lnTo>
                  <a:pt x="9525" y="381000"/>
                </a:lnTo>
                <a:lnTo>
                  <a:pt x="9525" y="352425"/>
                </a:lnTo>
                <a:lnTo>
                  <a:pt x="19050" y="352425"/>
                </a:lnTo>
                <a:lnTo>
                  <a:pt x="19050" y="333375"/>
                </a:lnTo>
                <a:lnTo>
                  <a:pt x="28575" y="333375"/>
                </a:lnTo>
                <a:lnTo>
                  <a:pt x="28575" y="342900"/>
                </a:lnTo>
                <a:lnTo>
                  <a:pt x="38100" y="342900"/>
                </a:lnTo>
                <a:close/>
                <a:moveTo>
                  <a:pt x="114300" y="314325"/>
                </a:moveTo>
                <a:lnTo>
                  <a:pt x="133350" y="314325"/>
                </a:lnTo>
                <a:lnTo>
                  <a:pt x="133350" y="323850"/>
                </a:lnTo>
                <a:lnTo>
                  <a:pt x="123825" y="323850"/>
                </a:lnTo>
                <a:lnTo>
                  <a:pt x="123825" y="333375"/>
                </a:lnTo>
                <a:lnTo>
                  <a:pt x="133350" y="333375"/>
                </a:lnTo>
                <a:lnTo>
                  <a:pt x="133350" y="361950"/>
                </a:lnTo>
                <a:lnTo>
                  <a:pt x="123825" y="361950"/>
                </a:lnTo>
                <a:lnTo>
                  <a:pt x="123825" y="352425"/>
                </a:lnTo>
                <a:lnTo>
                  <a:pt x="104775" y="352425"/>
                </a:lnTo>
                <a:lnTo>
                  <a:pt x="104775" y="333375"/>
                </a:lnTo>
                <a:lnTo>
                  <a:pt x="114300" y="333375"/>
                </a:lnTo>
                <a:close/>
                <a:moveTo>
                  <a:pt x="76200" y="390525"/>
                </a:moveTo>
                <a:lnTo>
                  <a:pt x="85725" y="390525"/>
                </a:lnTo>
                <a:lnTo>
                  <a:pt x="85725" y="400050"/>
                </a:lnTo>
                <a:lnTo>
                  <a:pt x="76200" y="400050"/>
                </a:lnTo>
                <a:close/>
                <a:moveTo>
                  <a:pt x="123825" y="390525"/>
                </a:moveTo>
                <a:lnTo>
                  <a:pt x="133350" y="390525"/>
                </a:lnTo>
                <a:lnTo>
                  <a:pt x="133350" y="400050"/>
                </a:lnTo>
                <a:lnTo>
                  <a:pt x="123825" y="400050"/>
                </a:lnTo>
                <a:close/>
                <a:moveTo>
                  <a:pt x="142875" y="390525"/>
                </a:moveTo>
                <a:lnTo>
                  <a:pt x="152400" y="390525"/>
                </a:lnTo>
                <a:lnTo>
                  <a:pt x="152400" y="400050"/>
                </a:lnTo>
                <a:lnTo>
                  <a:pt x="142875" y="400050"/>
                </a:lnTo>
                <a:close/>
                <a:moveTo>
                  <a:pt x="323850" y="390525"/>
                </a:moveTo>
                <a:lnTo>
                  <a:pt x="333375" y="390525"/>
                </a:lnTo>
                <a:lnTo>
                  <a:pt x="333375" y="400050"/>
                </a:lnTo>
                <a:lnTo>
                  <a:pt x="323850" y="400050"/>
                </a:lnTo>
                <a:close/>
                <a:moveTo>
                  <a:pt x="219075" y="400050"/>
                </a:moveTo>
                <a:lnTo>
                  <a:pt x="228600" y="400050"/>
                </a:lnTo>
                <a:lnTo>
                  <a:pt x="228600" y="409575"/>
                </a:lnTo>
                <a:lnTo>
                  <a:pt x="219075" y="409575"/>
                </a:lnTo>
                <a:close/>
                <a:moveTo>
                  <a:pt x="266700" y="409575"/>
                </a:moveTo>
                <a:lnTo>
                  <a:pt x="276225" y="409575"/>
                </a:lnTo>
                <a:lnTo>
                  <a:pt x="276225" y="419100"/>
                </a:lnTo>
                <a:lnTo>
                  <a:pt x="266700" y="419100"/>
                </a:lnTo>
                <a:close/>
                <a:moveTo>
                  <a:pt x="47625" y="419100"/>
                </a:moveTo>
                <a:lnTo>
                  <a:pt x="66675" y="419100"/>
                </a:lnTo>
                <a:lnTo>
                  <a:pt x="66675" y="428625"/>
                </a:lnTo>
                <a:lnTo>
                  <a:pt x="76200" y="428625"/>
                </a:lnTo>
                <a:lnTo>
                  <a:pt x="76200" y="438150"/>
                </a:lnTo>
                <a:lnTo>
                  <a:pt x="85725" y="438150"/>
                </a:lnTo>
                <a:lnTo>
                  <a:pt x="85725" y="447675"/>
                </a:lnTo>
                <a:lnTo>
                  <a:pt x="95250" y="447675"/>
                </a:lnTo>
                <a:lnTo>
                  <a:pt x="95250" y="457200"/>
                </a:lnTo>
                <a:lnTo>
                  <a:pt x="104775" y="457200"/>
                </a:lnTo>
                <a:lnTo>
                  <a:pt x="104775" y="466725"/>
                </a:lnTo>
                <a:lnTo>
                  <a:pt x="85725" y="466725"/>
                </a:lnTo>
                <a:lnTo>
                  <a:pt x="85725" y="457200"/>
                </a:lnTo>
                <a:lnTo>
                  <a:pt x="76200" y="457200"/>
                </a:lnTo>
                <a:lnTo>
                  <a:pt x="76200" y="447675"/>
                </a:lnTo>
                <a:lnTo>
                  <a:pt x="66675" y="447675"/>
                </a:lnTo>
                <a:lnTo>
                  <a:pt x="66675" y="438150"/>
                </a:lnTo>
                <a:lnTo>
                  <a:pt x="57150" y="438150"/>
                </a:lnTo>
                <a:lnTo>
                  <a:pt x="57150" y="428625"/>
                </a:lnTo>
                <a:lnTo>
                  <a:pt x="47625" y="428625"/>
                </a:lnTo>
                <a:close/>
                <a:moveTo>
                  <a:pt x="180975" y="419100"/>
                </a:moveTo>
                <a:lnTo>
                  <a:pt x="190500" y="419100"/>
                </a:lnTo>
                <a:lnTo>
                  <a:pt x="190500" y="428625"/>
                </a:lnTo>
                <a:lnTo>
                  <a:pt x="180975" y="428625"/>
                </a:lnTo>
                <a:close/>
                <a:moveTo>
                  <a:pt x="209550" y="419100"/>
                </a:moveTo>
                <a:lnTo>
                  <a:pt x="219075" y="419100"/>
                </a:lnTo>
                <a:lnTo>
                  <a:pt x="219075" y="428625"/>
                </a:lnTo>
                <a:lnTo>
                  <a:pt x="209550" y="428625"/>
                </a:lnTo>
                <a:close/>
                <a:moveTo>
                  <a:pt x="333375" y="419100"/>
                </a:moveTo>
                <a:lnTo>
                  <a:pt x="342900" y="419100"/>
                </a:lnTo>
                <a:lnTo>
                  <a:pt x="342900" y="438150"/>
                </a:lnTo>
                <a:lnTo>
                  <a:pt x="333375" y="438150"/>
                </a:lnTo>
                <a:close/>
                <a:moveTo>
                  <a:pt x="133350" y="457200"/>
                </a:moveTo>
                <a:lnTo>
                  <a:pt x="142875" y="457200"/>
                </a:lnTo>
                <a:lnTo>
                  <a:pt x="142875" y="466725"/>
                </a:lnTo>
                <a:lnTo>
                  <a:pt x="133350" y="466725"/>
                </a:lnTo>
                <a:close/>
                <a:moveTo>
                  <a:pt x="247650" y="457200"/>
                </a:moveTo>
                <a:lnTo>
                  <a:pt x="257175" y="457200"/>
                </a:lnTo>
                <a:lnTo>
                  <a:pt x="257175" y="466725"/>
                </a:lnTo>
                <a:lnTo>
                  <a:pt x="247650" y="466725"/>
                </a:lnTo>
                <a:close/>
                <a:moveTo>
                  <a:pt x="295275" y="457200"/>
                </a:moveTo>
                <a:lnTo>
                  <a:pt x="304800" y="457200"/>
                </a:lnTo>
                <a:lnTo>
                  <a:pt x="304800" y="466725"/>
                </a:lnTo>
                <a:lnTo>
                  <a:pt x="295275" y="466725"/>
                </a:lnTo>
                <a:close/>
                <a:moveTo>
                  <a:pt x="123825" y="466725"/>
                </a:moveTo>
                <a:lnTo>
                  <a:pt x="133350" y="466725"/>
                </a:lnTo>
                <a:lnTo>
                  <a:pt x="133350" y="476250"/>
                </a:lnTo>
                <a:lnTo>
                  <a:pt x="123825" y="476250"/>
                </a:lnTo>
                <a:close/>
                <a:moveTo>
                  <a:pt x="257175" y="466725"/>
                </a:moveTo>
                <a:lnTo>
                  <a:pt x="266700" y="466725"/>
                </a:lnTo>
                <a:lnTo>
                  <a:pt x="266700" y="485775"/>
                </a:lnTo>
                <a:lnTo>
                  <a:pt x="238125" y="485775"/>
                </a:lnTo>
                <a:lnTo>
                  <a:pt x="238125" y="476250"/>
                </a:lnTo>
                <a:lnTo>
                  <a:pt x="257175" y="476250"/>
                </a:lnTo>
                <a:close/>
              </a:path>
            </a:pathLst>
          </a:custGeom>
          <a:solidFill xmlns:a="http://schemas.openxmlformats.org/drawingml/2006/main">
            <a:srgbClr val="F2F2E5"/>
          </a:solidFill>
          <a:ln xmlns:a="http://schemas.openxmlformats.org/drawingml/2006/main" w="0">
            <a:noFill/>
          </a:ln>
        </p:spPr>
      </p:sp>
      <p:sp>
        <p:nvSpPr>
          <p:cNvPr id="67" name="back vector #f2f0e2">
            <a:extLst xmlns:a="http://schemas.openxmlformats.org/drawingml/2006/main">
              <a:ext uri="{FF2B5EF4-FFF2-40B4-BE49-F238E27FC236}">
                <a16:creationId xmlns:a16="http://schemas.microsoft.com/office/drawing/2014/main" id="{53A575D1-B604-430A-A27A-2B844C874D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67300" y="1647825"/>
            <a:ext cx="638175" cy="666750"/>
          </a:xfrm>
          <a:custGeom xmlns:a="http://schemas.openxmlformats.org/drawingml/2006/main">
            <a:pathLst>
              <a:path w="533400" h="561975">
                <a:moveTo>
                  <a:pt x="361950" y="28575"/>
                </a:moveTo>
                <a:lnTo>
                  <a:pt x="371475" y="28575"/>
                </a:lnTo>
                <a:lnTo>
                  <a:pt x="371475" y="38100"/>
                </a:lnTo>
                <a:lnTo>
                  <a:pt x="381000" y="38100"/>
                </a:lnTo>
                <a:lnTo>
                  <a:pt x="381000" y="47625"/>
                </a:lnTo>
                <a:lnTo>
                  <a:pt x="390525" y="47625"/>
                </a:lnTo>
                <a:lnTo>
                  <a:pt x="390525" y="38100"/>
                </a:lnTo>
                <a:lnTo>
                  <a:pt x="409575" y="38100"/>
                </a:lnTo>
                <a:lnTo>
                  <a:pt x="409575" y="47625"/>
                </a:lnTo>
                <a:lnTo>
                  <a:pt x="419100" y="47625"/>
                </a:lnTo>
                <a:lnTo>
                  <a:pt x="419100" y="57150"/>
                </a:lnTo>
                <a:lnTo>
                  <a:pt x="400050" y="57150"/>
                </a:lnTo>
                <a:lnTo>
                  <a:pt x="400050" y="47625"/>
                </a:lnTo>
                <a:lnTo>
                  <a:pt x="390525" y="47625"/>
                </a:lnTo>
                <a:lnTo>
                  <a:pt x="390525" y="57150"/>
                </a:lnTo>
                <a:lnTo>
                  <a:pt x="352425" y="57150"/>
                </a:lnTo>
                <a:lnTo>
                  <a:pt x="352425" y="47625"/>
                </a:lnTo>
                <a:lnTo>
                  <a:pt x="361950" y="47625"/>
                </a:lnTo>
                <a:close/>
                <a:moveTo>
                  <a:pt x="219075" y="38100"/>
                </a:moveTo>
                <a:lnTo>
                  <a:pt x="228600" y="38100"/>
                </a:lnTo>
                <a:lnTo>
                  <a:pt x="228600" y="47625"/>
                </a:lnTo>
                <a:lnTo>
                  <a:pt x="219075" y="47625"/>
                </a:lnTo>
                <a:close/>
                <a:moveTo>
                  <a:pt x="238125" y="38100"/>
                </a:moveTo>
                <a:lnTo>
                  <a:pt x="247650" y="38100"/>
                </a:lnTo>
                <a:lnTo>
                  <a:pt x="247650" y="47625"/>
                </a:lnTo>
                <a:lnTo>
                  <a:pt x="257175" y="47625"/>
                </a:lnTo>
                <a:lnTo>
                  <a:pt x="257175" y="57150"/>
                </a:lnTo>
                <a:lnTo>
                  <a:pt x="266700" y="57150"/>
                </a:lnTo>
                <a:lnTo>
                  <a:pt x="266700" y="76200"/>
                </a:lnTo>
                <a:lnTo>
                  <a:pt x="247650" y="76200"/>
                </a:lnTo>
                <a:lnTo>
                  <a:pt x="247650" y="66675"/>
                </a:lnTo>
                <a:lnTo>
                  <a:pt x="238125" y="66675"/>
                </a:lnTo>
                <a:lnTo>
                  <a:pt x="238125" y="57150"/>
                </a:lnTo>
                <a:lnTo>
                  <a:pt x="228600" y="57150"/>
                </a:lnTo>
                <a:lnTo>
                  <a:pt x="228600" y="47625"/>
                </a:lnTo>
                <a:lnTo>
                  <a:pt x="238125" y="47625"/>
                </a:lnTo>
                <a:close/>
                <a:moveTo>
                  <a:pt x="200025" y="47625"/>
                </a:moveTo>
                <a:lnTo>
                  <a:pt x="209550" y="47625"/>
                </a:lnTo>
                <a:lnTo>
                  <a:pt x="209550" y="57150"/>
                </a:lnTo>
                <a:lnTo>
                  <a:pt x="200025" y="57150"/>
                </a:lnTo>
                <a:close/>
                <a:moveTo>
                  <a:pt x="95250" y="57150"/>
                </a:moveTo>
                <a:lnTo>
                  <a:pt x="104775" y="57150"/>
                </a:lnTo>
                <a:lnTo>
                  <a:pt x="104775" y="66675"/>
                </a:lnTo>
                <a:lnTo>
                  <a:pt x="95250" y="66675"/>
                </a:lnTo>
                <a:close/>
                <a:moveTo>
                  <a:pt x="190500" y="57150"/>
                </a:moveTo>
                <a:lnTo>
                  <a:pt x="200025" y="57150"/>
                </a:lnTo>
                <a:lnTo>
                  <a:pt x="200025" y="66675"/>
                </a:lnTo>
                <a:lnTo>
                  <a:pt x="190500" y="66675"/>
                </a:lnTo>
                <a:close/>
                <a:moveTo>
                  <a:pt x="342900" y="57150"/>
                </a:moveTo>
                <a:lnTo>
                  <a:pt x="352425" y="57150"/>
                </a:lnTo>
                <a:lnTo>
                  <a:pt x="352425" y="66675"/>
                </a:lnTo>
                <a:lnTo>
                  <a:pt x="342900" y="66675"/>
                </a:lnTo>
                <a:close/>
                <a:moveTo>
                  <a:pt x="152400" y="66675"/>
                </a:moveTo>
                <a:lnTo>
                  <a:pt x="190500" y="66675"/>
                </a:lnTo>
                <a:lnTo>
                  <a:pt x="190500" y="76200"/>
                </a:lnTo>
                <a:lnTo>
                  <a:pt x="180975" y="76200"/>
                </a:lnTo>
                <a:lnTo>
                  <a:pt x="180975" y="85725"/>
                </a:lnTo>
                <a:lnTo>
                  <a:pt x="161925" y="85725"/>
                </a:lnTo>
                <a:lnTo>
                  <a:pt x="161925" y="95250"/>
                </a:lnTo>
                <a:lnTo>
                  <a:pt x="152400" y="95250"/>
                </a:lnTo>
                <a:close/>
                <a:moveTo>
                  <a:pt x="438150" y="66675"/>
                </a:moveTo>
                <a:lnTo>
                  <a:pt x="447675" y="66675"/>
                </a:lnTo>
                <a:lnTo>
                  <a:pt x="447675" y="76200"/>
                </a:lnTo>
                <a:lnTo>
                  <a:pt x="438150" y="76200"/>
                </a:lnTo>
                <a:close/>
                <a:moveTo>
                  <a:pt x="457200" y="76200"/>
                </a:moveTo>
                <a:lnTo>
                  <a:pt x="466725" y="76200"/>
                </a:lnTo>
                <a:lnTo>
                  <a:pt x="466725" y="95250"/>
                </a:lnTo>
                <a:lnTo>
                  <a:pt x="457200" y="95250"/>
                </a:lnTo>
                <a:close/>
                <a:moveTo>
                  <a:pt x="276225" y="85725"/>
                </a:moveTo>
                <a:lnTo>
                  <a:pt x="285750" y="85725"/>
                </a:lnTo>
                <a:lnTo>
                  <a:pt x="285750" y="95250"/>
                </a:lnTo>
                <a:lnTo>
                  <a:pt x="276225" y="95250"/>
                </a:lnTo>
                <a:close/>
                <a:moveTo>
                  <a:pt x="123825" y="95250"/>
                </a:moveTo>
                <a:lnTo>
                  <a:pt x="133350" y="95250"/>
                </a:lnTo>
                <a:lnTo>
                  <a:pt x="133350" y="114300"/>
                </a:lnTo>
                <a:lnTo>
                  <a:pt x="123825" y="114300"/>
                </a:lnTo>
                <a:close/>
                <a:moveTo>
                  <a:pt x="104775" y="104775"/>
                </a:moveTo>
                <a:lnTo>
                  <a:pt x="114300" y="104775"/>
                </a:lnTo>
                <a:lnTo>
                  <a:pt x="114300" y="114300"/>
                </a:lnTo>
                <a:lnTo>
                  <a:pt x="123825" y="114300"/>
                </a:lnTo>
                <a:lnTo>
                  <a:pt x="123825" y="123825"/>
                </a:lnTo>
                <a:lnTo>
                  <a:pt x="104775" y="123825"/>
                </a:lnTo>
                <a:lnTo>
                  <a:pt x="104775" y="133350"/>
                </a:lnTo>
                <a:lnTo>
                  <a:pt x="95250" y="133350"/>
                </a:lnTo>
                <a:lnTo>
                  <a:pt x="95250" y="142875"/>
                </a:lnTo>
                <a:lnTo>
                  <a:pt x="85725" y="142875"/>
                </a:lnTo>
                <a:lnTo>
                  <a:pt x="85725" y="133350"/>
                </a:lnTo>
                <a:lnTo>
                  <a:pt x="76200" y="133350"/>
                </a:lnTo>
                <a:lnTo>
                  <a:pt x="76200" y="123825"/>
                </a:lnTo>
                <a:lnTo>
                  <a:pt x="95250" y="123825"/>
                </a:lnTo>
                <a:lnTo>
                  <a:pt x="95250" y="114300"/>
                </a:lnTo>
                <a:lnTo>
                  <a:pt x="104775" y="114300"/>
                </a:lnTo>
                <a:close/>
                <a:moveTo>
                  <a:pt x="57150" y="114300"/>
                </a:moveTo>
                <a:lnTo>
                  <a:pt x="66675" y="114300"/>
                </a:lnTo>
                <a:lnTo>
                  <a:pt x="66675" y="123825"/>
                </a:lnTo>
                <a:lnTo>
                  <a:pt x="57150" y="123825"/>
                </a:lnTo>
                <a:close/>
                <a:moveTo>
                  <a:pt x="228600" y="142875"/>
                </a:moveTo>
                <a:lnTo>
                  <a:pt x="238125" y="142875"/>
                </a:lnTo>
                <a:lnTo>
                  <a:pt x="238125" y="171450"/>
                </a:lnTo>
                <a:lnTo>
                  <a:pt x="247650" y="171450"/>
                </a:lnTo>
                <a:lnTo>
                  <a:pt x="247650" y="180975"/>
                </a:lnTo>
                <a:lnTo>
                  <a:pt x="266700" y="180975"/>
                </a:lnTo>
                <a:lnTo>
                  <a:pt x="266700" y="190500"/>
                </a:lnTo>
                <a:lnTo>
                  <a:pt x="276225" y="190500"/>
                </a:lnTo>
                <a:lnTo>
                  <a:pt x="276225" y="200025"/>
                </a:lnTo>
                <a:lnTo>
                  <a:pt x="247650" y="200025"/>
                </a:lnTo>
                <a:lnTo>
                  <a:pt x="247650" y="190500"/>
                </a:lnTo>
                <a:lnTo>
                  <a:pt x="238125" y="190500"/>
                </a:lnTo>
                <a:lnTo>
                  <a:pt x="238125" y="180975"/>
                </a:lnTo>
                <a:lnTo>
                  <a:pt x="228600" y="180975"/>
                </a:lnTo>
                <a:close/>
                <a:moveTo>
                  <a:pt x="47625" y="171450"/>
                </a:moveTo>
                <a:lnTo>
                  <a:pt x="76200" y="171450"/>
                </a:lnTo>
                <a:lnTo>
                  <a:pt x="76200" y="190500"/>
                </a:lnTo>
                <a:lnTo>
                  <a:pt x="57150" y="190500"/>
                </a:lnTo>
                <a:lnTo>
                  <a:pt x="57150" y="180975"/>
                </a:lnTo>
                <a:lnTo>
                  <a:pt x="47625" y="180975"/>
                </a:lnTo>
                <a:close/>
                <a:moveTo>
                  <a:pt x="476250" y="171450"/>
                </a:moveTo>
                <a:lnTo>
                  <a:pt x="485775" y="171450"/>
                </a:lnTo>
                <a:lnTo>
                  <a:pt x="485775" y="190500"/>
                </a:lnTo>
                <a:lnTo>
                  <a:pt x="476250" y="190500"/>
                </a:lnTo>
                <a:close/>
                <a:moveTo>
                  <a:pt x="466725" y="209550"/>
                </a:moveTo>
                <a:lnTo>
                  <a:pt x="485775" y="209550"/>
                </a:lnTo>
                <a:lnTo>
                  <a:pt x="485775" y="219075"/>
                </a:lnTo>
                <a:lnTo>
                  <a:pt x="466725" y="219075"/>
                </a:lnTo>
                <a:close/>
                <a:moveTo>
                  <a:pt x="0" y="266700"/>
                </a:moveTo>
                <a:lnTo>
                  <a:pt x="9525" y="266700"/>
                </a:lnTo>
                <a:lnTo>
                  <a:pt x="9525" y="276225"/>
                </a:lnTo>
                <a:lnTo>
                  <a:pt x="0" y="276225"/>
                </a:lnTo>
                <a:close/>
                <a:moveTo>
                  <a:pt x="19050" y="266700"/>
                </a:moveTo>
                <a:lnTo>
                  <a:pt x="28575" y="266700"/>
                </a:lnTo>
                <a:lnTo>
                  <a:pt x="28575" y="276225"/>
                </a:lnTo>
                <a:lnTo>
                  <a:pt x="19050" y="276225"/>
                </a:lnTo>
                <a:close/>
                <a:moveTo>
                  <a:pt x="28575" y="276225"/>
                </a:moveTo>
                <a:lnTo>
                  <a:pt x="47625" y="276225"/>
                </a:lnTo>
                <a:lnTo>
                  <a:pt x="47625" y="285750"/>
                </a:lnTo>
                <a:lnTo>
                  <a:pt x="57150" y="285750"/>
                </a:lnTo>
                <a:lnTo>
                  <a:pt x="57150" y="295275"/>
                </a:lnTo>
                <a:lnTo>
                  <a:pt x="28575" y="295275"/>
                </a:lnTo>
                <a:close/>
                <a:moveTo>
                  <a:pt x="333375" y="295275"/>
                </a:moveTo>
                <a:lnTo>
                  <a:pt x="342900" y="295275"/>
                </a:lnTo>
                <a:lnTo>
                  <a:pt x="342900" y="304800"/>
                </a:lnTo>
                <a:lnTo>
                  <a:pt x="333375" y="304800"/>
                </a:lnTo>
                <a:close/>
                <a:moveTo>
                  <a:pt x="419100" y="304800"/>
                </a:moveTo>
                <a:lnTo>
                  <a:pt x="428625" y="304800"/>
                </a:lnTo>
                <a:lnTo>
                  <a:pt x="428625" y="314325"/>
                </a:lnTo>
                <a:lnTo>
                  <a:pt x="419100" y="314325"/>
                </a:lnTo>
                <a:close/>
                <a:moveTo>
                  <a:pt x="409575" y="314325"/>
                </a:moveTo>
                <a:lnTo>
                  <a:pt x="419100" y="314325"/>
                </a:lnTo>
                <a:lnTo>
                  <a:pt x="419100" y="323850"/>
                </a:lnTo>
                <a:lnTo>
                  <a:pt x="409575" y="323850"/>
                </a:lnTo>
                <a:close/>
                <a:moveTo>
                  <a:pt x="466725" y="323850"/>
                </a:moveTo>
                <a:lnTo>
                  <a:pt x="485775" y="323850"/>
                </a:lnTo>
                <a:lnTo>
                  <a:pt x="485775" y="333375"/>
                </a:lnTo>
                <a:lnTo>
                  <a:pt x="476250" y="333375"/>
                </a:lnTo>
                <a:lnTo>
                  <a:pt x="476250" y="342900"/>
                </a:lnTo>
                <a:lnTo>
                  <a:pt x="466725" y="342900"/>
                </a:lnTo>
                <a:close/>
                <a:moveTo>
                  <a:pt x="323850" y="419100"/>
                </a:moveTo>
                <a:lnTo>
                  <a:pt x="333375" y="419100"/>
                </a:lnTo>
                <a:lnTo>
                  <a:pt x="333375" y="438150"/>
                </a:lnTo>
                <a:lnTo>
                  <a:pt x="342900" y="438150"/>
                </a:lnTo>
                <a:lnTo>
                  <a:pt x="342900" y="447675"/>
                </a:lnTo>
                <a:lnTo>
                  <a:pt x="323850" y="447675"/>
                </a:lnTo>
                <a:close/>
                <a:moveTo>
                  <a:pt x="428625" y="419100"/>
                </a:moveTo>
                <a:lnTo>
                  <a:pt x="438150" y="419100"/>
                </a:lnTo>
                <a:lnTo>
                  <a:pt x="438150" y="428625"/>
                </a:lnTo>
                <a:lnTo>
                  <a:pt x="428625" y="428625"/>
                </a:lnTo>
                <a:close/>
                <a:moveTo>
                  <a:pt x="419100" y="428625"/>
                </a:moveTo>
                <a:lnTo>
                  <a:pt x="428625" y="428625"/>
                </a:lnTo>
                <a:lnTo>
                  <a:pt x="428625" y="457200"/>
                </a:lnTo>
                <a:lnTo>
                  <a:pt x="476250" y="457200"/>
                </a:lnTo>
                <a:lnTo>
                  <a:pt x="476250" y="466725"/>
                </a:lnTo>
                <a:lnTo>
                  <a:pt x="457200" y="466725"/>
                </a:lnTo>
                <a:lnTo>
                  <a:pt x="457200" y="476250"/>
                </a:lnTo>
                <a:lnTo>
                  <a:pt x="400050" y="476250"/>
                </a:lnTo>
                <a:lnTo>
                  <a:pt x="400050" y="466725"/>
                </a:lnTo>
                <a:lnTo>
                  <a:pt x="390525" y="466725"/>
                </a:lnTo>
                <a:lnTo>
                  <a:pt x="390525" y="476250"/>
                </a:lnTo>
                <a:lnTo>
                  <a:pt x="400050" y="476250"/>
                </a:lnTo>
                <a:lnTo>
                  <a:pt x="400050" y="485775"/>
                </a:lnTo>
                <a:lnTo>
                  <a:pt x="381000" y="485775"/>
                </a:lnTo>
                <a:lnTo>
                  <a:pt x="381000" y="476250"/>
                </a:lnTo>
                <a:lnTo>
                  <a:pt x="371475" y="476250"/>
                </a:lnTo>
                <a:lnTo>
                  <a:pt x="371475" y="466725"/>
                </a:lnTo>
                <a:lnTo>
                  <a:pt x="361950" y="466725"/>
                </a:lnTo>
                <a:lnTo>
                  <a:pt x="361950" y="457200"/>
                </a:lnTo>
                <a:lnTo>
                  <a:pt x="419100" y="457200"/>
                </a:lnTo>
                <a:close/>
                <a:moveTo>
                  <a:pt x="57150" y="438150"/>
                </a:moveTo>
                <a:lnTo>
                  <a:pt x="66675" y="438150"/>
                </a:lnTo>
                <a:lnTo>
                  <a:pt x="66675" y="447675"/>
                </a:lnTo>
                <a:lnTo>
                  <a:pt x="57150" y="447675"/>
                </a:lnTo>
                <a:close/>
                <a:moveTo>
                  <a:pt x="314325" y="457200"/>
                </a:moveTo>
                <a:lnTo>
                  <a:pt x="323850" y="457200"/>
                </a:lnTo>
                <a:lnTo>
                  <a:pt x="323850" y="466725"/>
                </a:lnTo>
                <a:lnTo>
                  <a:pt x="314325" y="466725"/>
                </a:lnTo>
                <a:close/>
                <a:moveTo>
                  <a:pt x="114300" y="466725"/>
                </a:moveTo>
                <a:lnTo>
                  <a:pt x="123825" y="466725"/>
                </a:lnTo>
                <a:lnTo>
                  <a:pt x="123825" y="476250"/>
                </a:lnTo>
                <a:lnTo>
                  <a:pt x="114300" y="476250"/>
                </a:lnTo>
                <a:close/>
                <a:moveTo>
                  <a:pt x="266700" y="466725"/>
                </a:moveTo>
                <a:lnTo>
                  <a:pt x="285750" y="466725"/>
                </a:lnTo>
                <a:lnTo>
                  <a:pt x="285750" y="476250"/>
                </a:lnTo>
                <a:lnTo>
                  <a:pt x="266700" y="476250"/>
                </a:lnTo>
                <a:close/>
                <a:moveTo>
                  <a:pt x="95250" y="476250"/>
                </a:moveTo>
                <a:lnTo>
                  <a:pt x="114300" y="476250"/>
                </a:lnTo>
                <a:lnTo>
                  <a:pt x="114300" y="485775"/>
                </a:lnTo>
                <a:lnTo>
                  <a:pt x="95250" y="485775"/>
                </a:lnTo>
                <a:close/>
                <a:moveTo>
                  <a:pt x="228600" y="485775"/>
                </a:moveTo>
                <a:lnTo>
                  <a:pt x="238125" y="485775"/>
                </a:lnTo>
                <a:lnTo>
                  <a:pt x="238125" y="504825"/>
                </a:lnTo>
                <a:lnTo>
                  <a:pt x="200025" y="504825"/>
                </a:lnTo>
                <a:lnTo>
                  <a:pt x="200025" y="495300"/>
                </a:lnTo>
                <a:lnTo>
                  <a:pt x="228600" y="495300"/>
                </a:lnTo>
                <a:close/>
                <a:moveTo>
                  <a:pt x="266700" y="485775"/>
                </a:moveTo>
                <a:lnTo>
                  <a:pt x="276225" y="485775"/>
                </a:lnTo>
                <a:lnTo>
                  <a:pt x="276225" y="495300"/>
                </a:lnTo>
                <a:lnTo>
                  <a:pt x="266700" y="495300"/>
                </a:lnTo>
                <a:close/>
                <a:moveTo>
                  <a:pt x="342900" y="504825"/>
                </a:moveTo>
                <a:lnTo>
                  <a:pt x="352425" y="504825"/>
                </a:lnTo>
                <a:lnTo>
                  <a:pt x="352425" y="533400"/>
                </a:lnTo>
                <a:lnTo>
                  <a:pt x="342900" y="533400"/>
                </a:lnTo>
                <a:lnTo>
                  <a:pt x="342900" y="523875"/>
                </a:lnTo>
                <a:lnTo>
                  <a:pt x="333375" y="523875"/>
                </a:lnTo>
                <a:lnTo>
                  <a:pt x="333375" y="514350"/>
                </a:lnTo>
                <a:lnTo>
                  <a:pt x="342900" y="514350"/>
                </a:lnTo>
                <a:close/>
              </a:path>
            </a:pathLst>
          </a:custGeom>
          <a:solidFill xmlns:a="http://schemas.openxmlformats.org/drawingml/2006/main">
            <a:srgbClr val="F2F0E2"/>
          </a:solidFill>
          <a:ln xmlns:a="http://schemas.openxmlformats.org/drawingml/2006/main" w="0">
            <a:noFill/>
          </a:ln>
        </p:spPr>
      </p:sp>
      <p:sp>
        <p:nvSpPr>
          <p:cNvPr id="68" name="back vector #eff1e3">
            <a:extLst xmlns:a="http://schemas.openxmlformats.org/drawingml/2006/main">
              <a:ext uri="{FF2B5EF4-FFF2-40B4-BE49-F238E27FC236}">
                <a16:creationId xmlns:a16="http://schemas.microsoft.com/office/drawing/2014/main" id="{7A09D306-9E68-4E44-ACD9-D040582A61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67300" y="1647825"/>
            <a:ext cx="638175" cy="666750"/>
          </a:xfrm>
          <a:custGeom xmlns:a="http://schemas.openxmlformats.org/drawingml/2006/main">
            <a:pathLst>
              <a:path w="533400" h="561975">
                <a:moveTo>
                  <a:pt x="200025" y="57150"/>
                </a:moveTo>
                <a:lnTo>
                  <a:pt x="209550" y="57150"/>
                </a:lnTo>
                <a:lnTo>
                  <a:pt x="209550" y="66675"/>
                </a:lnTo>
                <a:lnTo>
                  <a:pt x="200025" y="66675"/>
                </a:lnTo>
                <a:close/>
                <a:moveTo>
                  <a:pt x="400050" y="57150"/>
                </a:moveTo>
                <a:lnTo>
                  <a:pt x="409575" y="57150"/>
                </a:lnTo>
                <a:lnTo>
                  <a:pt x="409575" y="66675"/>
                </a:lnTo>
                <a:lnTo>
                  <a:pt x="400050" y="66675"/>
                </a:lnTo>
                <a:close/>
                <a:moveTo>
                  <a:pt x="190500" y="66675"/>
                </a:moveTo>
                <a:lnTo>
                  <a:pt x="200025" y="66675"/>
                </a:lnTo>
                <a:lnTo>
                  <a:pt x="200025" y="76200"/>
                </a:lnTo>
                <a:lnTo>
                  <a:pt x="190500" y="76200"/>
                </a:lnTo>
                <a:close/>
                <a:moveTo>
                  <a:pt x="333375" y="66675"/>
                </a:moveTo>
                <a:lnTo>
                  <a:pt x="342900" y="66675"/>
                </a:lnTo>
                <a:lnTo>
                  <a:pt x="342900" y="76200"/>
                </a:lnTo>
                <a:lnTo>
                  <a:pt x="333375" y="76200"/>
                </a:lnTo>
                <a:close/>
                <a:moveTo>
                  <a:pt x="409575" y="66675"/>
                </a:moveTo>
                <a:lnTo>
                  <a:pt x="428625" y="66675"/>
                </a:lnTo>
                <a:lnTo>
                  <a:pt x="428625" y="76200"/>
                </a:lnTo>
                <a:lnTo>
                  <a:pt x="409575" y="76200"/>
                </a:lnTo>
                <a:close/>
                <a:moveTo>
                  <a:pt x="180975" y="76200"/>
                </a:moveTo>
                <a:lnTo>
                  <a:pt x="190500" y="76200"/>
                </a:lnTo>
                <a:lnTo>
                  <a:pt x="190500" y="85725"/>
                </a:lnTo>
                <a:lnTo>
                  <a:pt x="180975" y="85725"/>
                </a:lnTo>
                <a:close/>
                <a:moveTo>
                  <a:pt x="447675" y="76200"/>
                </a:moveTo>
                <a:lnTo>
                  <a:pt x="457200" y="76200"/>
                </a:lnTo>
                <a:lnTo>
                  <a:pt x="457200" y="85725"/>
                </a:lnTo>
                <a:lnTo>
                  <a:pt x="447675" y="85725"/>
                </a:lnTo>
                <a:close/>
                <a:moveTo>
                  <a:pt x="266700" y="95250"/>
                </a:moveTo>
                <a:lnTo>
                  <a:pt x="285750" y="95250"/>
                </a:lnTo>
                <a:lnTo>
                  <a:pt x="285750" y="114300"/>
                </a:lnTo>
                <a:lnTo>
                  <a:pt x="276225" y="114300"/>
                </a:lnTo>
                <a:lnTo>
                  <a:pt x="276225" y="142875"/>
                </a:lnTo>
                <a:lnTo>
                  <a:pt x="228600" y="142875"/>
                </a:lnTo>
                <a:lnTo>
                  <a:pt x="228600" y="133350"/>
                </a:lnTo>
                <a:lnTo>
                  <a:pt x="238125" y="133350"/>
                </a:lnTo>
                <a:lnTo>
                  <a:pt x="238125" y="123825"/>
                </a:lnTo>
                <a:lnTo>
                  <a:pt x="247650" y="123825"/>
                </a:lnTo>
                <a:lnTo>
                  <a:pt x="247650" y="114300"/>
                </a:lnTo>
                <a:lnTo>
                  <a:pt x="266700" y="114300"/>
                </a:lnTo>
                <a:close/>
                <a:moveTo>
                  <a:pt x="457200" y="95250"/>
                </a:moveTo>
                <a:lnTo>
                  <a:pt x="466725" y="95250"/>
                </a:lnTo>
                <a:lnTo>
                  <a:pt x="466725" y="114300"/>
                </a:lnTo>
                <a:lnTo>
                  <a:pt x="457200" y="114300"/>
                </a:lnTo>
                <a:close/>
                <a:moveTo>
                  <a:pt x="104775" y="123825"/>
                </a:moveTo>
                <a:lnTo>
                  <a:pt x="114300" y="123825"/>
                </a:lnTo>
                <a:lnTo>
                  <a:pt x="114300" y="133350"/>
                </a:lnTo>
                <a:lnTo>
                  <a:pt x="104775" y="133350"/>
                </a:lnTo>
                <a:close/>
                <a:moveTo>
                  <a:pt x="95250" y="133350"/>
                </a:moveTo>
                <a:lnTo>
                  <a:pt x="104775" y="133350"/>
                </a:lnTo>
                <a:lnTo>
                  <a:pt x="104775" y="142875"/>
                </a:lnTo>
                <a:lnTo>
                  <a:pt x="95250" y="142875"/>
                </a:lnTo>
                <a:close/>
                <a:moveTo>
                  <a:pt x="85725" y="142875"/>
                </a:moveTo>
                <a:lnTo>
                  <a:pt x="95250" y="142875"/>
                </a:lnTo>
                <a:lnTo>
                  <a:pt x="95250" y="152400"/>
                </a:lnTo>
                <a:lnTo>
                  <a:pt x="85725" y="152400"/>
                </a:lnTo>
                <a:close/>
                <a:moveTo>
                  <a:pt x="266700" y="180975"/>
                </a:moveTo>
                <a:lnTo>
                  <a:pt x="285750" y="180975"/>
                </a:lnTo>
                <a:lnTo>
                  <a:pt x="285750" y="200025"/>
                </a:lnTo>
                <a:lnTo>
                  <a:pt x="276225" y="200025"/>
                </a:lnTo>
                <a:lnTo>
                  <a:pt x="276225" y="190500"/>
                </a:lnTo>
                <a:lnTo>
                  <a:pt x="266700" y="190500"/>
                </a:lnTo>
                <a:close/>
                <a:moveTo>
                  <a:pt x="466725" y="180975"/>
                </a:moveTo>
                <a:lnTo>
                  <a:pt x="476250" y="180975"/>
                </a:lnTo>
                <a:lnTo>
                  <a:pt x="476250" y="200025"/>
                </a:lnTo>
                <a:lnTo>
                  <a:pt x="466725" y="200025"/>
                </a:lnTo>
                <a:close/>
                <a:moveTo>
                  <a:pt x="219075" y="190500"/>
                </a:moveTo>
                <a:lnTo>
                  <a:pt x="228600" y="190500"/>
                </a:lnTo>
                <a:lnTo>
                  <a:pt x="228600" y="200025"/>
                </a:lnTo>
                <a:lnTo>
                  <a:pt x="219075" y="200025"/>
                </a:lnTo>
                <a:close/>
                <a:moveTo>
                  <a:pt x="228600" y="200025"/>
                </a:moveTo>
                <a:lnTo>
                  <a:pt x="238125" y="200025"/>
                </a:lnTo>
                <a:lnTo>
                  <a:pt x="238125" y="209550"/>
                </a:lnTo>
                <a:lnTo>
                  <a:pt x="228600" y="209550"/>
                </a:lnTo>
                <a:close/>
                <a:moveTo>
                  <a:pt x="95250" y="209550"/>
                </a:moveTo>
                <a:lnTo>
                  <a:pt x="104775" y="209550"/>
                </a:lnTo>
                <a:lnTo>
                  <a:pt x="104775" y="219075"/>
                </a:lnTo>
                <a:lnTo>
                  <a:pt x="95250" y="219075"/>
                </a:lnTo>
                <a:close/>
                <a:moveTo>
                  <a:pt x="133350" y="219075"/>
                </a:moveTo>
                <a:lnTo>
                  <a:pt x="142875" y="219075"/>
                </a:lnTo>
                <a:lnTo>
                  <a:pt x="142875" y="228600"/>
                </a:lnTo>
                <a:lnTo>
                  <a:pt x="133350" y="228600"/>
                </a:lnTo>
                <a:close/>
                <a:moveTo>
                  <a:pt x="190500" y="238125"/>
                </a:moveTo>
                <a:lnTo>
                  <a:pt x="209550" y="238125"/>
                </a:lnTo>
                <a:lnTo>
                  <a:pt x="209550" y="247650"/>
                </a:lnTo>
                <a:lnTo>
                  <a:pt x="219075" y="247650"/>
                </a:lnTo>
                <a:lnTo>
                  <a:pt x="219075" y="257175"/>
                </a:lnTo>
                <a:lnTo>
                  <a:pt x="228600" y="257175"/>
                </a:lnTo>
                <a:lnTo>
                  <a:pt x="228600" y="266700"/>
                </a:lnTo>
                <a:lnTo>
                  <a:pt x="219075" y="266700"/>
                </a:lnTo>
                <a:lnTo>
                  <a:pt x="219075" y="276225"/>
                </a:lnTo>
                <a:lnTo>
                  <a:pt x="209550" y="276225"/>
                </a:lnTo>
                <a:lnTo>
                  <a:pt x="209550" y="266700"/>
                </a:lnTo>
                <a:lnTo>
                  <a:pt x="190500" y="266700"/>
                </a:lnTo>
                <a:lnTo>
                  <a:pt x="190500" y="257175"/>
                </a:lnTo>
                <a:lnTo>
                  <a:pt x="200025" y="257175"/>
                </a:lnTo>
                <a:lnTo>
                  <a:pt x="200025" y="247650"/>
                </a:lnTo>
                <a:lnTo>
                  <a:pt x="190500" y="247650"/>
                </a:lnTo>
                <a:close/>
                <a:moveTo>
                  <a:pt x="123825" y="266700"/>
                </a:moveTo>
                <a:lnTo>
                  <a:pt x="133350" y="266700"/>
                </a:lnTo>
                <a:lnTo>
                  <a:pt x="133350" y="276225"/>
                </a:lnTo>
                <a:lnTo>
                  <a:pt x="142875" y="276225"/>
                </a:lnTo>
                <a:lnTo>
                  <a:pt x="142875" y="285750"/>
                </a:lnTo>
                <a:lnTo>
                  <a:pt x="123825" y="285750"/>
                </a:lnTo>
                <a:close/>
                <a:moveTo>
                  <a:pt x="238125" y="266700"/>
                </a:moveTo>
                <a:lnTo>
                  <a:pt x="257175" y="266700"/>
                </a:lnTo>
                <a:lnTo>
                  <a:pt x="257175" y="285750"/>
                </a:lnTo>
                <a:lnTo>
                  <a:pt x="266700" y="285750"/>
                </a:lnTo>
                <a:lnTo>
                  <a:pt x="266700" y="266700"/>
                </a:lnTo>
                <a:lnTo>
                  <a:pt x="276225" y="266700"/>
                </a:lnTo>
                <a:lnTo>
                  <a:pt x="276225" y="295275"/>
                </a:lnTo>
                <a:lnTo>
                  <a:pt x="266700" y="295275"/>
                </a:lnTo>
                <a:lnTo>
                  <a:pt x="266700" y="304800"/>
                </a:lnTo>
                <a:lnTo>
                  <a:pt x="257175" y="304800"/>
                </a:lnTo>
                <a:lnTo>
                  <a:pt x="257175" y="295275"/>
                </a:lnTo>
                <a:lnTo>
                  <a:pt x="247650" y="295275"/>
                </a:lnTo>
                <a:lnTo>
                  <a:pt x="247650" y="285750"/>
                </a:lnTo>
                <a:lnTo>
                  <a:pt x="228600" y="285750"/>
                </a:lnTo>
                <a:lnTo>
                  <a:pt x="228600" y="276225"/>
                </a:lnTo>
                <a:lnTo>
                  <a:pt x="238125" y="276225"/>
                </a:lnTo>
                <a:close/>
                <a:moveTo>
                  <a:pt x="57150" y="276225"/>
                </a:moveTo>
                <a:lnTo>
                  <a:pt x="66675" y="276225"/>
                </a:lnTo>
                <a:lnTo>
                  <a:pt x="66675" y="285750"/>
                </a:lnTo>
                <a:lnTo>
                  <a:pt x="57150" y="285750"/>
                </a:lnTo>
                <a:close/>
                <a:moveTo>
                  <a:pt x="314325" y="276225"/>
                </a:moveTo>
                <a:lnTo>
                  <a:pt x="323850" y="276225"/>
                </a:lnTo>
                <a:lnTo>
                  <a:pt x="323850" y="285750"/>
                </a:lnTo>
                <a:lnTo>
                  <a:pt x="314325" y="285750"/>
                </a:lnTo>
                <a:close/>
                <a:moveTo>
                  <a:pt x="57150" y="295275"/>
                </a:moveTo>
                <a:lnTo>
                  <a:pt x="76200" y="295275"/>
                </a:lnTo>
                <a:lnTo>
                  <a:pt x="76200" y="304800"/>
                </a:lnTo>
                <a:lnTo>
                  <a:pt x="57150" y="304800"/>
                </a:lnTo>
                <a:close/>
                <a:moveTo>
                  <a:pt x="123825" y="295275"/>
                </a:moveTo>
                <a:lnTo>
                  <a:pt x="133350" y="295275"/>
                </a:lnTo>
                <a:lnTo>
                  <a:pt x="133350" y="314325"/>
                </a:lnTo>
                <a:lnTo>
                  <a:pt x="123825" y="314325"/>
                </a:lnTo>
                <a:close/>
                <a:moveTo>
                  <a:pt x="104775" y="323850"/>
                </a:moveTo>
                <a:lnTo>
                  <a:pt x="114300" y="323850"/>
                </a:lnTo>
                <a:lnTo>
                  <a:pt x="114300" y="333375"/>
                </a:lnTo>
                <a:lnTo>
                  <a:pt x="104775" y="333375"/>
                </a:lnTo>
                <a:close/>
                <a:moveTo>
                  <a:pt x="123825" y="323850"/>
                </a:moveTo>
                <a:lnTo>
                  <a:pt x="133350" y="323850"/>
                </a:lnTo>
                <a:lnTo>
                  <a:pt x="133350" y="333375"/>
                </a:lnTo>
                <a:lnTo>
                  <a:pt x="123825" y="333375"/>
                </a:lnTo>
                <a:close/>
                <a:moveTo>
                  <a:pt x="200025" y="323850"/>
                </a:moveTo>
                <a:lnTo>
                  <a:pt x="219075" y="323850"/>
                </a:lnTo>
                <a:lnTo>
                  <a:pt x="219075" y="333375"/>
                </a:lnTo>
                <a:lnTo>
                  <a:pt x="200025" y="333375"/>
                </a:lnTo>
                <a:close/>
                <a:moveTo>
                  <a:pt x="104775" y="352425"/>
                </a:moveTo>
                <a:lnTo>
                  <a:pt x="114300" y="352425"/>
                </a:lnTo>
                <a:lnTo>
                  <a:pt x="114300" y="361950"/>
                </a:lnTo>
                <a:lnTo>
                  <a:pt x="104775" y="361950"/>
                </a:lnTo>
                <a:close/>
                <a:moveTo>
                  <a:pt x="180975" y="352425"/>
                </a:moveTo>
                <a:lnTo>
                  <a:pt x="190500" y="352425"/>
                </a:lnTo>
                <a:lnTo>
                  <a:pt x="190500" y="361950"/>
                </a:lnTo>
                <a:lnTo>
                  <a:pt x="180975" y="361950"/>
                </a:lnTo>
                <a:close/>
                <a:moveTo>
                  <a:pt x="114300" y="371475"/>
                </a:moveTo>
                <a:lnTo>
                  <a:pt x="123825" y="371475"/>
                </a:lnTo>
                <a:lnTo>
                  <a:pt x="123825" y="381000"/>
                </a:lnTo>
                <a:lnTo>
                  <a:pt x="114300" y="381000"/>
                </a:lnTo>
                <a:close/>
                <a:moveTo>
                  <a:pt x="133350" y="371475"/>
                </a:moveTo>
                <a:lnTo>
                  <a:pt x="142875" y="371475"/>
                </a:lnTo>
                <a:lnTo>
                  <a:pt x="142875" y="381000"/>
                </a:lnTo>
                <a:lnTo>
                  <a:pt x="133350" y="381000"/>
                </a:lnTo>
                <a:close/>
                <a:moveTo>
                  <a:pt x="323850" y="381000"/>
                </a:moveTo>
                <a:lnTo>
                  <a:pt x="333375" y="381000"/>
                </a:lnTo>
                <a:lnTo>
                  <a:pt x="333375" y="390525"/>
                </a:lnTo>
                <a:lnTo>
                  <a:pt x="323850" y="390525"/>
                </a:lnTo>
                <a:close/>
                <a:moveTo>
                  <a:pt x="238125" y="390525"/>
                </a:moveTo>
                <a:lnTo>
                  <a:pt x="266700" y="390525"/>
                </a:lnTo>
                <a:lnTo>
                  <a:pt x="266700" y="400050"/>
                </a:lnTo>
                <a:lnTo>
                  <a:pt x="257175" y="400050"/>
                </a:lnTo>
                <a:lnTo>
                  <a:pt x="257175" y="419100"/>
                </a:lnTo>
                <a:lnTo>
                  <a:pt x="247650" y="419100"/>
                </a:lnTo>
                <a:lnTo>
                  <a:pt x="247650" y="400050"/>
                </a:lnTo>
                <a:lnTo>
                  <a:pt x="238125" y="400050"/>
                </a:lnTo>
                <a:close/>
                <a:moveTo>
                  <a:pt x="314325" y="390525"/>
                </a:moveTo>
                <a:lnTo>
                  <a:pt x="323850" y="390525"/>
                </a:lnTo>
                <a:lnTo>
                  <a:pt x="323850" y="400050"/>
                </a:lnTo>
                <a:lnTo>
                  <a:pt x="314325" y="400050"/>
                </a:lnTo>
                <a:close/>
                <a:moveTo>
                  <a:pt x="333375" y="390525"/>
                </a:moveTo>
                <a:lnTo>
                  <a:pt x="342900" y="390525"/>
                </a:lnTo>
                <a:lnTo>
                  <a:pt x="342900" y="419100"/>
                </a:lnTo>
                <a:lnTo>
                  <a:pt x="333375" y="419100"/>
                </a:lnTo>
                <a:close/>
                <a:moveTo>
                  <a:pt x="266700" y="400050"/>
                </a:moveTo>
                <a:lnTo>
                  <a:pt x="276225" y="400050"/>
                </a:lnTo>
                <a:lnTo>
                  <a:pt x="276225" y="409575"/>
                </a:lnTo>
                <a:lnTo>
                  <a:pt x="266700" y="409575"/>
                </a:lnTo>
                <a:close/>
                <a:moveTo>
                  <a:pt x="428625" y="400050"/>
                </a:moveTo>
                <a:lnTo>
                  <a:pt x="438150" y="400050"/>
                </a:lnTo>
                <a:lnTo>
                  <a:pt x="438150" y="419100"/>
                </a:lnTo>
                <a:lnTo>
                  <a:pt x="428625" y="419100"/>
                </a:lnTo>
                <a:lnTo>
                  <a:pt x="428625" y="428625"/>
                </a:lnTo>
                <a:lnTo>
                  <a:pt x="419100" y="428625"/>
                </a:lnTo>
                <a:lnTo>
                  <a:pt x="419100" y="409575"/>
                </a:lnTo>
                <a:lnTo>
                  <a:pt x="428625" y="409575"/>
                </a:lnTo>
                <a:close/>
                <a:moveTo>
                  <a:pt x="66675" y="409575"/>
                </a:moveTo>
                <a:lnTo>
                  <a:pt x="76200" y="409575"/>
                </a:lnTo>
                <a:lnTo>
                  <a:pt x="76200" y="428625"/>
                </a:lnTo>
                <a:lnTo>
                  <a:pt x="66675" y="428625"/>
                </a:lnTo>
                <a:close/>
                <a:moveTo>
                  <a:pt x="190500" y="419100"/>
                </a:moveTo>
                <a:lnTo>
                  <a:pt x="209550" y="419100"/>
                </a:lnTo>
                <a:lnTo>
                  <a:pt x="209550" y="428625"/>
                </a:lnTo>
                <a:lnTo>
                  <a:pt x="190500" y="428625"/>
                </a:lnTo>
                <a:close/>
                <a:moveTo>
                  <a:pt x="342900" y="428625"/>
                </a:moveTo>
                <a:lnTo>
                  <a:pt x="352425" y="428625"/>
                </a:lnTo>
                <a:lnTo>
                  <a:pt x="352425" y="438150"/>
                </a:lnTo>
                <a:lnTo>
                  <a:pt x="342900" y="438150"/>
                </a:lnTo>
                <a:close/>
                <a:moveTo>
                  <a:pt x="190500" y="438150"/>
                </a:moveTo>
                <a:lnTo>
                  <a:pt x="200025" y="438150"/>
                </a:lnTo>
                <a:lnTo>
                  <a:pt x="200025" y="447675"/>
                </a:lnTo>
                <a:lnTo>
                  <a:pt x="190500" y="447675"/>
                </a:lnTo>
                <a:close/>
                <a:moveTo>
                  <a:pt x="352425" y="438150"/>
                </a:moveTo>
                <a:lnTo>
                  <a:pt x="361950" y="438150"/>
                </a:lnTo>
                <a:lnTo>
                  <a:pt x="361950" y="447675"/>
                </a:lnTo>
                <a:lnTo>
                  <a:pt x="352425" y="447675"/>
                </a:lnTo>
                <a:close/>
                <a:moveTo>
                  <a:pt x="409575" y="447675"/>
                </a:moveTo>
                <a:lnTo>
                  <a:pt x="419100" y="447675"/>
                </a:lnTo>
                <a:lnTo>
                  <a:pt x="419100" y="457200"/>
                </a:lnTo>
                <a:lnTo>
                  <a:pt x="409575" y="457200"/>
                </a:lnTo>
                <a:close/>
                <a:moveTo>
                  <a:pt x="152400" y="476250"/>
                </a:moveTo>
                <a:lnTo>
                  <a:pt x="161925" y="476250"/>
                </a:lnTo>
                <a:lnTo>
                  <a:pt x="161925" y="485775"/>
                </a:lnTo>
                <a:lnTo>
                  <a:pt x="152400" y="485775"/>
                </a:lnTo>
                <a:close/>
                <a:moveTo>
                  <a:pt x="161925" y="485775"/>
                </a:moveTo>
                <a:lnTo>
                  <a:pt x="171450" y="485775"/>
                </a:lnTo>
                <a:lnTo>
                  <a:pt x="171450" y="495300"/>
                </a:lnTo>
                <a:lnTo>
                  <a:pt x="161925" y="495300"/>
                </a:lnTo>
                <a:close/>
              </a:path>
            </a:pathLst>
          </a:custGeom>
          <a:solidFill xmlns:a="http://schemas.openxmlformats.org/drawingml/2006/main">
            <a:srgbClr val="EFF1E3"/>
          </a:solidFill>
          <a:ln xmlns:a="http://schemas.openxmlformats.org/drawingml/2006/main" w="0">
            <a:noFill/>
          </a:ln>
        </p:spPr>
      </p:sp>
      <p:sp>
        <p:nvSpPr>
          <p:cNvPr id="69" name="back vector #ecf1e2">
            <a:extLst xmlns:a="http://schemas.openxmlformats.org/drawingml/2006/main">
              <a:ext uri="{FF2B5EF4-FFF2-40B4-BE49-F238E27FC236}">
                <a16:creationId xmlns:a16="http://schemas.microsoft.com/office/drawing/2014/main" id="{8F53E9A9-48CF-4D91-9A26-C60A4DAB4E0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67300" y="1647825"/>
            <a:ext cx="638175" cy="666750"/>
          </a:xfrm>
          <a:custGeom xmlns:a="http://schemas.openxmlformats.org/drawingml/2006/main">
            <a:pathLst>
              <a:path w="533400" h="561975">
                <a:moveTo>
                  <a:pt x="200025" y="66675"/>
                </a:moveTo>
                <a:lnTo>
                  <a:pt x="209550" y="66675"/>
                </a:lnTo>
                <a:lnTo>
                  <a:pt x="209550" y="76200"/>
                </a:lnTo>
                <a:lnTo>
                  <a:pt x="200025" y="76200"/>
                </a:lnTo>
                <a:close/>
                <a:moveTo>
                  <a:pt x="438150" y="76200"/>
                </a:moveTo>
                <a:lnTo>
                  <a:pt x="447675" y="76200"/>
                </a:lnTo>
                <a:lnTo>
                  <a:pt x="447675" y="85725"/>
                </a:lnTo>
                <a:lnTo>
                  <a:pt x="438150" y="85725"/>
                </a:lnTo>
                <a:close/>
                <a:moveTo>
                  <a:pt x="171450" y="85725"/>
                </a:moveTo>
                <a:lnTo>
                  <a:pt x="180975" y="85725"/>
                </a:lnTo>
                <a:lnTo>
                  <a:pt x="180975" y="95250"/>
                </a:lnTo>
                <a:lnTo>
                  <a:pt x="171450" y="95250"/>
                </a:lnTo>
                <a:close/>
                <a:moveTo>
                  <a:pt x="447675" y="85725"/>
                </a:moveTo>
                <a:lnTo>
                  <a:pt x="457200" y="85725"/>
                </a:lnTo>
                <a:lnTo>
                  <a:pt x="457200" y="95250"/>
                </a:lnTo>
                <a:lnTo>
                  <a:pt x="447675" y="95250"/>
                </a:lnTo>
                <a:close/>
                <a:moveTo>
                  <a:pt x="152400" y="95250"/>
                </a:moveTo>
                <a:lnTo>
                  <a:pt x="161925" y="95250"/>
                </a:lnTo>
                <a:lnTo>
                  <a:pt x="161925" y="104775"/>
                </a:lnTo>
                <a:lnTo>
                  <a:pt x="152400" y="104775"/>
                </a:lnTo>
                <a:close/>
                <a:moveTo>
                  <a:pt x="190500" y="114300"/>
                </a:moveTo>
                <a:lnTo>
                  <a:pt x="200025" y="114300"/>
                </a:lnTo>
                <a:lnTo>
                  <a:pt x="200025" y="123825"/>
                </a:lnTo>
                <a:lnTo>
                  <a:pt x="190500" y="123825"/>
                </a:lnTo>
                <a:close/>
                <a:moveTo>
                  <a:pt x="285750" y="114300"/>
                </a:moveTo>
                <a:lnTo>
                  <a:pt x="295275" y="114300"/>
                </a:lnTo>
                <a:lnTo>
                  <a:pt x="295275" y="123825"/>
                </a:lnTo>
                <a:lnTo>
                  <a:pt x="285750" y="123825"/>
                </a:lnTo>
                <a:close/>
                <a:moveTo>
                  <a:pt x="200025" y="123825"/>
                </a:moveTo>
                <a:lnTo>
                  <a:pt x="209550" y="123825"/>
                </a:lnTo>
                <a:lnTo>
                  <a:pt x="209550" y="133350"/>
                </a:lnTo>
                <a:lnTo>
                  <a:pt x="200025" y="133350"/>
                </a:lnTo>
                <a:close/>
                <a:moveTo>
                  <a:pt x="342900" y="123825"/>
                </a:moveTo>
                <a:lnTo>
                  <a:pt x="352425" y="123825"/>
                </a:lnTo>
                <a:lnTo>
                  <a:pt x="352425" y="133350"/>
                </a:lnTo>
                <a:lnTo>
                  <a:pt x="342900" y="133350"/>
                </a:lnTo>
                <a:close/>
                <a:moveTo>
                  <a:pt x="400050" y="123825"/>
                </a:moveTo>
                <a:lnTo>
                  <a:pt x="409575" y="123825"/>
                </a:lnTo>
                <a:lnTo>
                  <a:pt x="409575" y="133350"/>
                </a:lnTo>
                <a:lnTo>
                  <a:pt x="400050" y="133350"/>
                </a:lnTo>
                <a:close/>
                <a:moveTo>
                  <a:pt x="209550" y="133350"/>
                </a:moveTo>
                <a:lnTo>
                  <a:pt x="219075" y="133350"/>
                </a:lnTo>
                <a:lnTo>
                  <a:pt x="219075" y="142875"/>
                </a:lnTo>
                <a:lnTo>
                  <a:pt x="209550" y="142875"/>
                </a:lnTo>
                <a:close/>
                <a:moveTo>
                  <a:pt x="266700" y="142875"/>
                </a:moveTo>
                <a:lnTo>
                  <a:pt x="276225" y="142875"/>
                </a:lnTo>
                <a:lnTo>
                  <a:pt x="276225" y="161925"/>
                </a:lnTo>
                <a:lnTo>
                  <a:pt x="266700" y="161925"/>
                </a:lnTo>
                <a:close/>
                <a:moveTo>
                  <a:pt x="85725" y="152400"/>
                </a:moveTo>
                <a:lnTo>
                  <a:pt x="95250" y="152400"/>
                </a:lnTo>
                <a:lnTo>
                  <a:pt x="95250" y="161925"/>
                </a:lnTo>
                <a:lnTo>
                  <a:pt x="85725" y="161925"/>
                </a:lnTo>
                <a:close/>
                <a:moveTo>
                  <a:pt x="285750" y="190500"/>
                </a:moveTo>
                <a:lnTo>
                  <a:pt x="295275" y="190500"/>
                </a:lnTo>
                <a:lnTo>
                  <a:pt x="295275" y="219075"/>
                </a:lnTo>
                <a:lnTo>
                  <a:pt x="285750" y="219075"/>
                </a:lnTo>
                <a:close/>
                <a:moveTo>
                  <a:pt x="457200" y="200025"/>
                </a:moveTo>
                <a:lnTo>
                  <a:pt x="466725" y="200025"/>
                </a:lnTo>
                <a:lnTo>
                  <a:pt x="466725" y="219075"/>
                </a:lnTo>
                <a:lnTo>
                  <a:pt x="457200" y="219075"/>
                </a:lnTo>
                <a:close/>
                <a:moveTo>
                  <a:pt x="371475" y="209550"/>
                </a:moveTo>
                <a:lnTo>
                  <a:pt x="381000" y="209550"/>
                </a:lnTo>
                <a:lnTo>
                  <a:pt x="381000" y="219075"/>
                </a:lnTo>
                <a:lnTo>
                  <a:pt x="371475" y="219075"/>
                </a:lnTo>
                <a:close/>
                <a:moveTo>
                  <a:pt x="180975" y="238125"/>
                </a:moveTo>
                <a:lnTo>
                  <a:pt x="190500" y="238125"/>
                </a:lnTo>
                <a:lnTo>
                  <a:pt x="190500" y="247650"/>
                </a:lnTo>
                <a:lnTo>
                  <a:pt x="180975" y="247650"/>
                </a:lnTo>
                <a:close/>
                <a:moveTo>
                  <a:pt x="323850" y="238125"/>
                </a:moveTo>
                <a:lnTo>
                  <a:pt x="333375" y="238125"/>
                </a:lnTo>
                <a:lnTo>
                  <a:pt x="333375" y="247650"/>
                </a:lnTo>
                <a:lnTo>
                  <a:pt x="323850" y="247650"/>
                </a:lnTo>
                <a:close/>
                <a:moveTo>
                  <a:pt x="409575" y="238125"/>
                </a:moveTo>
                <a:lnTo>
                  <a:pt x="438150" y="238125"/>
                </a:lnTo>
                <a:lnTo>
                  <a:pt x="438150" y="247650"/>
                </a:lnTo>
                <a:lnTo>
                  <a:pt x="409575" y="247650"/>
                </a:lnTo>
                <a:close/>
                <a:moveTo>
                  <a:pt x="171450" y="247650"/>
                </a:moveTo>
                <a:lnTo>
                  <a:pt x="180975" y="247650"/>
                </a:lnTo>
                <a:lnTo>
                  <a:pt x="180975" y="257175"/>
                </a:lnTo>
                <a:lnTo>
                  <a:pt x="171450" y="257175"/>
                </a:lnTo>
                <a:close/>
                <a:moveTo>
                  <a:pt x="314325" y="247650"/>
                </a:moveTo>
                <a:lnTo>
                  <a:pt x="323850" y="247650"/>
                </a:lnTo>
                <a:lnTo>
                  <a:pt x="323850" y="257175"/>
                </a:lnTo>
                <a:lnTo>
                  <a:pt x="314325" y="257175"/>
                </a:lnTo>
                <a:close/>
                <a:moveTo>
                  <a:pt x="228600" y="257175"/>
                </a:moveTo>
                <a:lnTo>
                  <a:pt x="238125" y="257175"/>
                </a:lnTo>
                <a:lnTo>
                  <a:pt x="238125" y="266700"/>
                </a:lnTo>
                <a:lnTo>
                  <a:pt x="228600" y="266700"/>
                </a:lnTo>
                <a:close/>
                <a:moveTo>
                  <a:pt x="257175" y="257175"/>
                </a:moveTo>
                <a:lnTo>
                  <a:pt x="266700" y="257175"/>
                </a:lnTo>
                <a:lnTo>
                  <a:pt x="266700" y="266700"/>
                </a:lnTo>
                <a:lnTo>
                  <a:pt x="257175" y="266700"/>
                </a:lnTo>
                <a:close/>
                <a:moveTo>
                  <a:pt x="361950" y="257175"/>
                </a:moveTo>
                <a:lnTo>
                  <a:pt x="381000" y="257175"/>
                </a:lnTo>
                <a:lnTo>
                  <a:pt x="381000" y="266700"/>
                </a:lnTo>
                <a:lnTo>
                  <a:pt x="361950" y="266700"/>
                </a:lnTo>
                <a:close/>
                <a:moveTo>
                  <a:pt x="438150" y="257175"/>
                </a:moveTo>
                <a:lnTo>
                  <a:pt x="447675" y="257175"/>
                </a:lnTo>
                <a:lnTo>
                  <a:pt x="447675" y="266700"/>
                </a:lnTo>
                <a:lnTo>
                  <a:pt x="438150" y="266700"/>
                </a:lnTo>
                <a:close/>
                <a:moveTo>
                  <a:pt x="161925" y="276225"/>
                </a:moveTo>
                <a:lnTo>
                  <a:pt x="171450" y="276225"/>
                </a:lnTo>
                <a:lnTo>
                  <a:pt x="171450" y="285750"/>
                </a:lnTo>
                <a:lnTo>
                  <a:pt x="161925" y="285750"/>
                </a:lnTo>
                <a:close/>
                <a:moveTo>
                  <a:pt x="76200" y="285750"/>
                </a:moveTo>
                <a:lnTo>
                  <a:pt x="85725" y="285750"/>
                </a:lnTo>
                <a:lnTo>
                  <a:pt x="85725" y="295275"/>
                </a:lnTo>
                <a:lnTo>
                  <a:pt x="76200" y="295275"/>
                </a:lnTo>
                <a:close/>
                <a:moveTo>
                  <a:pt x="152400" y="285750"/>
                </a:moveTo>
                <a:lnTo>
                  <a:pt x="161925" y="285750"/>
                </a:lnTo>
                <a:lnTo>
                  <a:pt x="161925" y="295275"/>
                </a:lnTo>
                <a:lnTo>
                  <a:pt x="152400" y="295275"/>
                </a:lnTo>
                <a:close/>
                <a:moveTo>
                  <a:pt x="238125" y="285750"/>
                </a:moveTo>
                <a:lnTo>
                  <a:pt x="247650" y="285750"/>
                </a:lnTo>
                <a:lnTo>
                  <a:pt x="247650" y="295275"/>
                </a:lnTo>
                <a:lnTo>
                  <a:pt x="238125" y="295275"/>
                </a:lnTo>
                <a:close/>
                <a:moveTo>
                  <a:pt x="142875" y="295275"/>
                </a:moveTo>
                <a:lnTo>
                  <a:pt x="152400" y="295275"/>
                </a:lnTo>
                <a:lnTo>
                  <a:pt x="152400" y="304800"/>
                </a:lnTo>
                <a:lnTo>
                  <a:pt x="142875" y="304800"/>
                </a:lnTo>
                <a:close/>
                <a:moveTo>
                  <a:pt x="114300" y="304800"/>
                </a:moveTo>
                <a:lnTo>
                  <a:pt x="123825" y="304800"/>
                </a:lnTo>
                <a:lnTo>
                  <a:pt x="123825" y="314325"/>
                </a:lnTo>
                <a:lnTo>
                  <a:pt x="114300" y="314325"/>
                </a:lnTo>
                <a:close/>
                <a:moveTo>
                  <a:pt x="133350" y="304800"/>
                </a:moveTo>
                <a:lnTo>
                  <a:pt x="142875" y="304800"/>
                </a:lnTo>
                <a:lnTo>
                  <a:pt x="142875" y="314325"/>
                </a:lnTo>
                <a:lnTo>
                  <a:pt x="133350" y="314325"/>
                </a:lnTo>
                <a:close/>
                <a:moveTo>
                  <a:pt x="257175" y="304800"/>
                </a:moveTo>
                <a:lnTo>
                  <a:pt x="266700" y="304800"/>
                </a:lnTo>
                <a:lnTo>
                  <a:pt x="266700" y="314325"/>
                </a:lnTo>
                <a:lnTo>
                  <a:pt x="257175" y="314325"/>
                </a:lnTo>
                <a:close/>
                <a:moveTo>
                  <a:pt x="276225" y="314325"/>
                </a:moveTo>
                <a:lnTo>
                  <a:pt x="285750" y="314325"/>
                </a:lnTo>
                <a:lnTo>
                  <a:pt x="285750" y="323850"/>
                </a:lnTo>
                <a:lnTo>
                  <a:pt x="276225" y="323850"/>
                </a:lnTo>
                <a:close/>
                <a:moveTo>
                  <a:pt x="457200" y="314325"/>
                </a:moveTo>
                <a:lnTo>
                  <a:pt x="466725" y="314325"/>
                </a:lnTo>
                <a:lnTo>
                  <a:pt x="466725" y="323850"/>
                </a:lnTo>
                <a:lnTo>
                  <a:pt x="457200" y="323850"/>
                </a:lnTo>
                <a:close/>
                <a:moveTo>
                  <a:pt x="285750" y="323850"/>
                </a:moveTo>
                <a:lnTo>
                  <a:pt x="295275" y="323850"/>
                </a:lnTo>
                <a:lnTo>
                  <a:pt x="295275" y="333375"/>
                </a:lnTo>
                <a:lnTo>
                  <a:pt x="285750" y="333375"/>
                </a:lnTo>
                <a:close/>
                <a:moveTo>
                  <a:pt x="419100" y="323850"/>
                </a:moveTo>
                <a:lnTo>
                  <a:pt x="428625" y="323850"/>
                </a:lnTo>
                <a:lnTo>
                  <a:pt x="428625" y="333375"/>
                </a:lnTo>
                <a:lnTo>
                  <a:pt x="419100" y="333375"/>
                </a:lnTo>
                <a:close/>
                <a:moveTo>
                  <a:pt x="161925" y="333375"/>
                </a:moveTo>
                <a:lnTo>
                  <a:pt x="171450" y="333375"/>
                </a:lnTo>
                <a:lnTo>
                  <a:pt x="171450" y="352425"/>
                </a:lnTo>
                <a:lnTo>
                  <a:pt x="161925" y="352425"/>
                </a:lnTo>
                <a:close/>
                <a:moveTo>
                  <a:pt x="295275" y="333375"/>
                </a:moveTo>
                <a:lnTo>
                  <a:pt x="304800" y="333375"/>
                </a:lnTo>
                <a:lnTo>
                  <a:pt x="304800" y="352425"/>
                </a:lnTo>
                <a:lnTo>
                  <a:pt x="295275" y="352425"/>
                </a:lnTo>
                <a:close/>
                <a:moveTo>
                  <a:pt x="266700" y="361950"/>
                </a:moveTo>
                <a:lnTo>
                  <a:pt x="276225" y="361950"/>
                </a:lnTo>
                <a:lnTo>
                  <a:pt x="276225" y="390525"/>
                </a:lnTo>
                <a:lnTo>
                  <a:pt x="257175" y="390525"/>
                </a:lnTo>
                <a:lnTo>
                  <a:pt x="257175" y="371475"/>
                </a:lnTo>
                <a:lnTo>
                  <a:pt x="266700" y="371475"/>
                </a:lnTo>
                <a:close/>
                <a:moveTo>
                  <a:pt x="333375" y="371475"/>
                </a:moveTo>
                <a:lnTo>
                  <a:pt x="342900" y="371475"/>
                </a:lnTo>
                <a:lnTo>
                  <a:pt x="342900" y="381000"/>
                </a:lnTo>
                <a:lnTo>
                  <a:pt x="333375" y="381000"/>
                </a:lnTo>
                <a:close/>
                <a:moveTo>
                  <a:pt x="114300" y="381000"/>
                </a:moveTo>
                <a:lnTo>
                  <a:pt x="123825" y="381000"/>
                </a:lnTo>
                <a:lnTo>
                  <a:pt x="123825" y="390525"/>
                </a:lnTo>
                <a:lnTo>
                  <a:pt x="114300" y="390525"/>
                </a:lnTo>
                <a:close/>
                <a:moveTo>
                  <a:pt x="419100" y="400050"/>
                </a:moveTo>
                <a:lnTo>
                  <a:pt x="428625" y="400050"/>
                </a:lnTo>
                <a:lnTo>
                  <a:pt x="428625" y="409575"/>
                </a:lnTo>
                <a:lnTo>
                  <a:pt x="419100" y="409575"/>
                </a:lnTo>
                <a:close/>
                <a:moveTo>
                  <a:pt x="114300" y="409575"/>
                </a:moveTo>
                <a:lnTo>
                  <a:pt x="123825" y="409575"/>
                </a:lnTo>
                <a:lnTo>
                  <a:pt x="123825" y="419100"/>
                </a:lnTo>
                <a:lnTo>
                  <a:pt x="114300" y="419100"/>
                </a:lnTo>
                <a:close/>
                <a:moveTo>
                  <a:pt x="123825" y="419100"/>
                </a:moveTo>
                <a:lnTo>
                  <a:pt x="133350" y="419100"/>
                </a:lnTo>
                <a:lnTo>
                  <a:pt x="133350" y="428625"/>
                </a:lnTo>
                <a:lnTo>
                  <a:pt x="123825" y="428625"/>
                </a:lnTo>
                <a:close/>
                <a:moveTo>
                  <a:pt x="152400" y="419100"/>
                </a:moveTo>
                <a:lnTo>
                  <a:pt x="161925" y="419100"/>
                </a:lnTo>
                <a:lnTo>
                  <a:pt x="161925" y="428625"/>
                </a:lnTo>
                <a:lnTo>
                  <a:pt x="152400" y="428625"/>
                </a:lnTo>
                <a:close/>
                <a:moveTo>
                  <a:pt x="257175" y="457200"/>
                </a:moveTo>
                <a:lnTo>
                  <a:pt x="266700" y="457200"/>
                </a:lnTo>
                <a:lnTo>
                  <a:pt x="266700" y="466725"/>
                </a:lnTo>
                <a:lnTo>
                  <a:pt x="257175" y="466725"/>
                </a:lnTo>
                <a:close/>
              </a:path>
            </a:pathLst>
          </a:custGeom>
          <a:solidFill xmlns:a="http://schemas.openxmlformats.org/drawingml/2006/main">
            <a:srgbClr val="ECF1E2"/>
          </a:solidFill>
          <a:ln xmlns:a="http://schemas.openxmlformats.org/drawingml/2006/main" w="0">
            <a:noFill/>
          </a:ln>
        </p:spPr>
      </p:sp>
      <p:sp>
        <p:nvSpPr>
          <p:cNvPr id="70" name="back vector #f2efe1">
            <a:extLst xmlns:a="http://schemas.openxmlformats.org/drawingml/2006/main">
              <a:ext uri="{FF2B5EF4-FFF2-40B4-BE49-F238E27FC236}">
                <a16:creationId xmlns:a16="http://schemas.microsoft.com/office/drawing/2014/main" id="{293BF5A2-DDAE-4BC4-81F7-98686A882D7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67300" y="1647825"/>
            <a:ext cx="638175" cy="666750"/>
          </a:xfrm>
          <a:custGeom xmlns:a="http://schemas.openxmlformats.org/drawingml/2006/main">
            <a:pathLst>
              <a:path w="533400" h="561975">
                <a:moveTo>
                  <a:pt x="190500" y="47625"/>
                </a:moveTo>
                <a:lnTo>
                  <a:pt x="200025" y="47625"/>
                </a:lnTo>
                <a:lnTo>
                  <a:pt x="200025" y="57150"/>
                </a:lnTo>
                <a:lnTo>
                  <a:pt x="190500" y="57150"/>
                </a:lnTo>
                <a:close/>
                <a:moveTo>
                  <a:pt x="257175" y="47625"/>
                </a:moveTo>
                <a:lnTo>
                  <a:pt x="266700" y="47625"/>
                </a:lnTo>
                <a:lnTo>
                  <a:pt x="266700" y="57150"/>
                </a:lnTo>
                <a:lnTo>
                  <a:pt x="257175" y="57150"/>
                </a:lnTo>
                <a:close/>
                <a:moveTo>
                  <a:pt x="104775" y="57150"/>
                </a:moveTo>
                <a:lnTo>
                  <a:pt x="114300" y="57150"/>
                </a:lnTo>
                <a:lnTo>
                  <a:pt x="114300" y="66675"/>
                </a:lnTo>
                <a:lnTo>
                  <a:pt x="104775" y="66675"/>
                </a:lnTo>
                <a:close/>
                <a:moveTo>
                  <a:pt x="180975" y="57150"/>
                </a:moveTo>
                <a:lnTo>
                  <a:pt x="190500" y="57150"/>
                </a:lnTo>
                <a:lnTo>
                  <a:pt x="190500" y="66675"/>
                </a:lnTo>
                <a:lnTo>
                  <a:pt x="180975" y="66675"/>
                </a:lnTo>
                <a:close/>
                <a:moveTo>
                  <a:pt x="266700" y="66675"/>
                </a:moveTo>
                <a:lnTo>
                  <a:pt x="304800" y="66675"/>
                </a:lnTo>
                <a:lnTo>
                  <a:pt x="304800" y="76200"/>
                </a:lnTo>
                <a:lnTo>
                  <a:pt x="285750" y="76200"/>
                </a:lnTo>
                <a:lnTo>
                  <a:pt x="285750" y="85725"/>
                </a:lnTo>
                <a:lnTo>
                  <a:pt x="276225" y="85725"/>
                </a:lnTo>
                <a:lnTo>
                  <a:pt x="276225" y="95250"/>
                </a:lnTo>
                <a:lnTo>
                  <a:pt x="266700" y="95250"/>
                </a:lnTo>
                <a:lnTo>
                  <a:pt x="266700" y="85725"/>
                </a:lnTo>
                <a:lnTo>
                  <a:pt x="257175" y="85725"/>
                </a:lnTo>
                <a:lnTo>
                  <a:pt x="257175" y="76200"/>
                </a:lnTo>
                <a:lnTo>
                  <a:pt x="266700" y="76200"/>
                </a:lnTo>
                <a:close/>
                <a:moveTo>
                  <a:pt x="447675" y="66675"/>
                </a:moveTo>
                <a:lnTo>
                  <a:pt x="457200" y="66675"/>
                </a:lnTo>
                <a:lnTo>
                  <a:pt x="457200" y="76200"/>
                </a:lnTo>
                <a:lnTo>
                  <a:pt x="447675" y="76200"/>
                </a:lnTo>
                <a:close/>
                <a:moveTo>
                  <a:pt x="114300" y="95250"/>
                </a:moveTo>
                <a:lnTo>
                  <a:pt x="123825" y="95250"/>
                </a:lnTo>
                <a:lnTo>
                  <a:pt x="123825" y="114300"/>
                </a:lnTo>
                <a:lnTo>
                  <a:pt x="114300" y="114300"/>
                </a:lnTo>
                <a:close/>
                <a:moveTo>
                  <a:pt x="238125" y="152400"/>
                </a:moveTo>
                <a:lnTo>
                  <a:pt x="247650" y="152400"/>
                </a:lnTo>
                <a:lnTo>
                  <a:pt x="247650" y="171450"/>
                </a:lnTo>
                <a:lnTo>
                  <a:pt x="238125" y="171450"/>
                </a:lnTo>
                <a:close/>
                <a:moveTo>
                  <a:pt x="247650" y="171450"/>
                </a:moveTo>
                <a:lnTo>
                  <a:pt x="266700" y="171450"/>
                </a:lnTo>
                <a:lnTo>
                  <a:pt x="266700" y="180975"/>
                </a:lnTo>
                <a:lnTo>
                  <a:pt x="247650" y="180975"/>
                </a:lnTo>
                <a:close/>
                <a:moveTo>
                  <a:pt x="47625" y="180975"/>
                </a:moveTo>
                <a:lnTo>
                  <a:pt x="57150" y="180975"/>
                </a:lnTo>
                <a:lnTo>
                  <a:pt x="57150" y="190500"/>
                </a:lnTo>
                <a:lnTo>
                  <a:pt x="47625" y="190500"/>
                </a:lnTo>
                <a:close/>
                <a:moveTo>
                  <a:pt x="485775" y="180975"/>
                </a:moveTo>
                <a:lnTo>
                  <a:pt x="504825" y="180975"/>
                </a:lnTo>
                <a:lnTo>
                  <a:pt x="504825" y="190500"/>
                </a:lnTo>
                <a:lnTo>
                  <a:pt x="495300" y="190500"/>
                </a:lnTo>
                <a:lnTo>
                  <a:pt x="495300" y="200025"/>
                </a:lnTo>
                <a:lnTo>
                  <a:pt x="485775" y="200025"/>
                </a:lnTo>
                <a:lnTo>
                  <a:pt x="485775" y="209550"/>
                </a:lnTo>
                <a:lnTo>
                  <a:pt x="476250" y="209550"/>
                </a:lnTo>
                <a:lnTo>
                  <a:pt x="476250" y="190500"/>
                </a:lnTo>
                <a:lnTo>
                  <a:pt x="485775" y="190500"/>
                </a:lnTo>
                <a:close/>
                <a:moveTo>
                  <a:pt x="504825" y="190500"/>
                </a:moveTo>
                <a:lnTo>
                  <a:pt x="514350" y="190500"/>
                </a:lnTo>
                <a:lnTo>
                  <a:pt x="514350" y="200025"/>
                </a:lnTo>
                <a:lnTo>
                  <a:pt x="504825" y="200025"/>
                </a:lnTo>
                <a:close/>
                <a:moveTo>
                  <a:pt x="485775" y="209550"/>
                </a:moveTo>
                <a:lnTo>
                  <a:pt x="495300" y="209550"/>
                </a:lnTo>
                <a:lnTo>
                  <a:pt x="495300" y="219075"/>
                </a:lnTo>
                <a:lnTo>
                  <a:pt x="485775" y="219075"/>
                </a:lnTo>
                <a:close/>
                <a:moveTo>
                  <a:pt x="0" y="228600"/>
                </a:moveTo>
                <a:lnTo>
                  <a:pt x="19050" y="228600"/>
                </a:lnTo>
                <a:lnTo>
                  <a:pt x="19050" y="238125"/>
                </a:lnTo>
                <a:lnTo>
                  <a:pt x="0" y="238125"/>
                </a:lnTo>
                <a:close/>
                <a:moveTo>
                  <a:pt x="0" y="247650"/>
                </a:moveTo>
                <a:lnTo>
                  <a:pt x="19050" y="247650"/>
                </a:lnTo>
                <a:lnTo>
                  <a:pt x="19050" y="266700"/>
                </a:lnTo>
                <a:lnTo>
                  <a:pt x="0" y="266700"/>
                </a:lnTo>
                <a:close/>
                <a:moveTo>
                  <a:pt x="523875" y="257175"/>
                </a:moveTo>
                <a:lnTo>
                  <a:pt x="533400" y="257175"/>
                </a:lnTo>
                <a:lnTo>
                  <a:pt x="533400" y="276225"/>
                </a:lnTo>
                <a:lnTo>
                  <a:pt x="514350" y="276225"/>
                </a:lnTo>
                <a:lnTo>
                  <a:pt x="514350" y="266700"/>
                </a:lnTo>
                <a:lnTo>
                  <a:pt x="523875" y="266700"/>
                </a:lnTo>
                <a:close/>
                <a:moveTo>
                  <a:pt x="342900" y="295275"/>
                </a:moveTo>
                <a:lnTo>
                  <a:pt x="371475" y="295275"/>
                </a:lnTo>
                <a:lnTo>
                  <a:pt x="371475" y="304800"/>
                </a:lnTo>
                <a:lnTo>
                  <a:pt x="342900" y="304800"/>
                </a:lnTo>
                <a:close/>
                <a:moveTo>
                  <a:pt x="371475" y="304800"/>
                </a:moveTo>
                <a:lnTo>
                  <a:pt x="381000" y="304800"/>
                </a:lnTo>
                <a:lnTo>
                  <a:pt x="381000" y="314325"/>
                </a:lnTo>
                <a:lnTo>
                  <a:pt x="371475" y="314325"/>
                </a:lnTo>
                <a:close/>
                <a:moveTo>
                  <a:pt x="400050" y="314325"/>
                </a:moveTo>
                <a:lnTo>
                  <a:pt x="409575" y="314325"/>
                </a:lnTo>
                <a:lnTo>
                  <a:pt x="409575" y="323850"/>
                </a:lnTo>
                <a:lnTo>
                  <a:pt x="400050" y="323850"/>
                </a:lnTo>
                <a:close/>
                <a:moveTo>
                  <a:pt x="485775" y="333375"/>
                </a:moveTo>
                <a:lnTo>
                  <a:pt x="495300" y="333375"/>
                </a:lnTo>
                <a:lnTo>
                  <a:pt x="495300" y="342900"/>
                </a:lnTo>
                <a:lnTo>
                  <a:pt x="504825" y="342900"/>
                </a:lnTo>
                <a:lnTo>
                  <a:pt x="504825" y="352425"/>
                </a:lnTo>
                <a:lnTo>
                  <a:pt x="485775" y="352425"/>
                </a:lnTo>
                <a:close/>
                <a:moveTo>
                  <a:pt x="485775" y="381000"/>
                </a:moveTo>
                <a:lnTo>
                  <a:pt x="495300" y="381000"/>
                </a:lnTo>
                <a:lnTo>
                  <a:pt x="495300" y="400050"/>
                </a:lnTo>
                <a:lnTo>
                  <a:pt x="485775" y="400050"/>
                </a:lnTo>
                <a:lnTo>
                  <a:pt x="485775" y="409575"/>
                </a:lnTo>
                <a:lnTo>
                  <a:pt x="447675" y="409575"/>
                </a:lnTo>
                <a:lnTo>
                  <a:pt x="447675" y="400050"/>
                </a:lnTo>
                <a:lnTo>
                  <a:pt x="476250" y="400050"/>
                </a:lnTo>
                <a:lnTo>
                  <a:pt x="476250" y="390525"/>
                </a:lnTo>
                <a:lnTo>
                  <a:pt x="485775" y="390525"/>
                </a:lnTo>
                <a:close/>
                <a:moveTo>
                  <a:pt x="438150" y="409575"/>
                </a:moveTo>
                <a:lnTo>
                  <a:pt x="447675" y="409575"/>
                </a:lnTo>
                <a:lnTo>
                  <a:pt x="447675" y="419100"/>
                </a:lnTo>
                <a:lnTo>
                  <a:pt x="438150" y="419100"/>
                </a:lnTo>
                <a:close/>
                <a:moveTo>
                  <a:pt x="219075" y="504825"/>
                </a:moveTo>
                <a:lnTo>
                  <a:pt x="228600" y="504825"/>
                </a:lnTo>
                <a:lnTo>
                  <a:pt x="228600" y="514350"/>
                </a:lnTo>
                <a:lnTo>
                  <a:pt x="219075" y="514350"/>
                </a:lnTo>
                <a:close/>
                <a:moveTo>
                  <a:pt x="209550" y="514350"/>
                </a:moveTo>
                <a:lnTo>
                  <a:pt x="219075" y="514350"/>
                </a:lnTo>
                <a:lnTo>
                  <a:pt x="219075" y="523875"/>
                </a:lnTo>
                <a:lnTo>
                  <a:pt x="209550" y="523875"/>
                </a:lnTo>
                <a:close/>
              </a:path>
            </a:pathLst>
          </a:custGeom>
          <a:solidFill xmlns:a="http://schemas.openxmlformats.org/drawingml/2006/main">
            <a:srgbClr val="F2EFE1"/>
          </a:solidFill>
          <a:ln xmlns:a="http://schemas.openxmlformats.org/drawingml/2006/main" w="0">
            <a:noFill/>
          </a:ln>
        </p:spPr>
      </p:sp>
      <p:sp>
        <p:nvSpPr>
          <p:cNvPr id="71" name="back vector #eeefe1">
            <a:extLst xmlns:a="http://schemas.openxmlformats.org/drawingml/2006/main">
              <a:ext uri="{FF2B5EF4-FFF2-40B4-BE49-F238E27FC236}">
                <a16:creationId xmlns:a16="http://schemas.microsoft.com/office/drawing/2014/main" id="{277CFDB8-E880-4EB2-998F-DBBDB3DB712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67300" y="1647825"/>
            <a:ext cx="638175" cy="666750"/>
          </a:xfrm>
          <a:custGeom xmlns:a="http://schemas.openxmlformats.org/drawingml/2006/main">
            <a:pathLst>
              <a:path w="533400" h="561975">
                <a:moveTo>
                  <a:pt x="219075" y="47625"/>
                </a:moveTo>
                <a:lnTo>
                  <a:pt x="228600" y="47625"/>
                </a:lnTo>
                <a:lnTo>
                  <a:pt x="228600" y="57150"/>
                </a:lnTo>
                <a:lnTo>
                  <a:pt x="219075" y="57150"/>
                </a:lnTo>
                <a:close/>
                <a:moveTo>
                  <a:pt x="190500" y="76200"/>
                </a:moveTo>
                <a:lnTo>
                  <a:pt x="200025" y="76200"/>
                </a:lnTo>
                <a:lnTo>
                  <a:pt x="200025" y="85725"/>
                </a:lnTo>
                <a:lnTo>
                  <a:pt x="190500" y="85725"/>
                </a:lnTo>
                <a:close/>
                <a:moveTo>
                  <a:pt x="161925" y="85725"/>
                </a:moveTo>
                <a:lnTo>
                  <a:pt x="171450" y="85725"/>
                </a:lnTo>
                <a:lnTo>
                  <a:pt x="171450" y="95250"/>
                </a:lnTo>
                <a:lnTo>
                  <a:pt x="161925" y="95250"/>
                </a:lnTo>
                <a:close/>
                <a:moveTo>
                  <a:pt x="285750" y="85725"/>
                </a:moveTo>
                <a:lnTo>
                  <a:pt x="295275" y="85725"/>
                </a:lnTo>
                <a:lnTo>
                  <a:pt x="295275" y="114300"/>
                </a:lnTo>
                <a:lnTo>
                  <a:pt x="285750" y="114300"/>
                </a:lnTo>
                <a:close/>
                <a:moveTo>
                  <a:pt x="133350" y="104775"/>
                </a:moveTo>
                <a:lnTo>
                  <a:pt x="142875" y="104775"/>
                </a:lnTo>
                <a:lnTo>
                  <a:pt x="142875" y="114300"/>
                </a:lnTo>
                <a:lnTo>
                  <a:pt x="133350" y="114300"/>
                </a:lnTo>
                <a:close/>
                <a:moveTo>
                  <a:pt x="257175" y="104775"/>
                </a:moveTo>
                <a:lnTo>
                  <a:pt x="266700" y="104775"/>
                </a:lnTo>
                <a:lnTo>
                  <a:pt x="266700" y="114300"/>
                </a:lnTo>
                <a:lnTo>
                  <a:pt x="257175" y="114300"/>
                </a:lnTo>
                <a:close/>
                <a:moveTo>
                  <a:pt x="276225" y="114300"/>
                </a:moveTo>
                <a:lnTo>
                  <a:pt x="285750" y="114300"/>
                </a:lnTo>
                <a:lnTo>
                  <a:pt x="285750" y="133350"/>
                </a:lnTo>
                <a:lnTo>
                  <a:pt x="276225" y="133350"/>
                </a:lnTo>
                <a:close/>
                <a:moveTo>
                  <a:pt x="219075" y="133350"/>
                </a:moveTo>
                <a:lnTo>
                  <a:pt x="228600" y="133350"/>
                </a:lnTo>
                <a:lnTo>
                  <a:pt x="228600" y="142875"/>
                </a:lnTo>
                <a:lnTo>
                  <a:pt x="219075" y="142875"/>
                </a:lnTo>
                <a:close/>
                <a:moveTo>
                  <a:pt x="238125" y="142875"/>
                </a:moveTo>
                <a:lnTo>
                  <a:pt x="266700" y="142875"/>
                </a:lnTo>
                <a:lnTo>
                  <a:pt x="266700" y="161925"/>
                </a:lnTo>
                <a:lnTo>
                  <a:pt x="276225" y="161925"/>
                </a:lnTo>
                <a:lnTo>
                  <a:pt x="276225" y="180975"/>
                </a:lnTo>
                <a:lnTo>
                  <a:pt x="266700" y="180975"/>
                </a:lnTo>
                <a:lnTo>
                  <a:pt x="266700" y="171450"/>
                </a:lnTo>
                <a:lnTo>
                  <a:pt x="247650" y="171450"/>
                </a:lnTo>
                <a:lnTo>
                  <a:pt x="247650" y="152400"/>
                </a:lnTo>
                <a:lnTo>
                  <a:pt x="238125" y="152400"/>
                </a:lnTo>
                <a:close/>
                <a:moveTo>
                  <a:pt x="85725" y="200025"/>
                </a:moveTo>
                <a:lnTo>
                  <a:pt x="95250" y="200025"/>
                </a:lnTo>
                <a:lnTo>
                  <a:pt x="95250" y="209550"/>
                </a:lnTo>
                <a:lnTo>
                  <a:pt x="85725" y="209550"/>
                </a:lnTo>
                <a:close/>
                <a:moveTo>
                  <a:pt x="85725" y="219075"/>
                </a:moveTo>
                <a:lnTo>
                  <a:pt x="104775" y="219075"/>
                </a:lnTo>
                <a:lnTo>
                  <a:pt x="104775" y="228600"/>
                </a:lnTo>
                <a:lnTo>
                  <a:pt x="95250" y="228600"/>
                </a:lnTo>
                <a:lnTo>
                  <a:pt x="95250" y="238125"/>
                </a:lnTo>
                <a:lnTo>
                  <a:pt x="85725" y="238125"/>
                </a:lnTo>
                <a:lnTo>
                  <a:pt x="85725" y="247650"/>
                </a:lnTo>
                <a:lnTo>
                  <a:pt x="76200" y="247650"/>
                </a:lnTo>
                <a:lnTo>
                  <a:pt x="76200" y="257175"/>
                </a:lnTo>
                <a:lnTo>
                  <a:pt x="66675" y="257175"/>
                </a:lnTo>
                <a:lnTo>
                  <a:pt x="66675" y="238125"/>
                </a:lnTo>
                <a:lnTo>
                  <a:pt x="76200" y="238125"/>
                </a:lnTo>
                <a:lnTo>
                  <a:pt x="76200" y="228600"/>
                </a:lnTo>
                <a:lnTo>
                  <a:pt x="85725" y="228600"/>
                </a:lnTo>
                <a:close/>
                <a:moveTo>
                  <a:pt x="180975" y="247650"/>
                </a:moveTo>
                <a:lnTo>
                  <a:pt x="200025" y="247650"/>
                </a:lnTo>
                <a:lnTo>
                  <a:pt x="200025" y="257175"/>
                </a:lnTo>
                <a:lnTo>
                  <a:pt x="190500" y="257175"/>
                </a:lnTo>
                <a:lnTo>
                  <a:pt x="190500" y="266700"/>
                </a:lnTo>
                <a:lnTo>
                  <a:pt x="209550" y="266700"/>
                </a:lnTo>
                <a:lnTo>
                  <a:pt x="209550" y="276225"/>
                </a:lnTo>
                <a:lnTo>
                  <a:pt x="161925" y="276225"/>
                </a:lnTo>
                <a:lnTo>
                  <a:pt x="161925" y="285750"/>
                </a:lnTo>
                <a:lnTo>
                  <a:pt x="152400" y="285750"/>
                </a:lnTo>
                <a:lnTo>
                  <a:pt x="152400" y="295275"/>
                </a:lnTo>
                <a:lnTo>
                  <a:pt x="142875" y="295275"/>
                </a:lnTo>
                <a:lnTo>
                  <a:pt x="142875" y="304800"/>
                </a:lnTo>
                <a:lnTo>
                  <a:pt x="133350" y="304800"/>
                </a:lnTo>
                <a:lnTo>
                  <a:pt x="133350" y="295275"/>
                </a:lnTo>
                <a:lnTo>
                  <a:pt x="123825" y="295275"/>
                </a:lnTo>
                <a:lnTo>
                  <a:pt x="123825" y="304800"/>
                </a:lnTo>
                <a:lnTo>
                  <a:pt x="114300" y="304800"/>
                </a:lnTo>
                <a:lnTo>
                  <a:pt x="114300" y="266700"/>
                </a:lnTo>
                <a:lnTo>
                  <a:pt x="123825" y="266700"/>
                </a:lnTo>
                <a:lnTo>
                  <a:pt x="123825" y="285750"/>
                </a:lnTo>
                <a:lnTo>
                  <a:pt x="142875" y="285750"/>
                </a:lnTo>
                <a:lnTo>
                  <a:pt x="142875" y="276225"/>
                </a:lnTo>
                <a:lnTo>
                  <a:pt x="133350" y="276225"/>
                </a:lnTo>
                <a:lnTo>
                  <a:pt x="133350" y="266700"/>
                </a:lnTo>
                <a:lnTo>
                  <a:pt x="142875" y="266700"/>
                </a:lnTo>
                <a:lnTo>
                  <a:pt x="142875" y="276225"/>
                </a:lnTo>
                <a:lnTo>
                  <a:pt x="152400" y="276225"/>
                </a:lnTo>
                <a:lnTo>
                  <a:pt x="152400" y="266700"/>
                </a:lnTo>
                <a:lnTo>
                  <a:pt x="161925" y="266700"/>
                </a:lnTo>
                <a:lnTo>
                  <a:pt x="161925" y="257175"/>
                </a:lnTo>
                <a:lnTo>
                  <a:pt x="180975" y="257175"/>
                </a:lnTo>
                <a:close/>
                <a:moveTo>
                  <a:pt x="47625" y="276225"/>
                </a:moveTo>
                <a:lnTo>
                  <a:pt x="57150" y="276225"/>
                </a:lnTo>
                <a:lnTo>
                  <a:pt x="57150" y="285750"/>
                </a:lnTo>
                <a:lnTo>
                  <a:pt x="47625" y="285750"/>
                </a:lnTo>
                <a:close/>
                <a:moveTo>
                  <a:pt x="66675" y="276225"/>
                </a:moveTo>
                <a:lnTo>
                  <a:pt x="76200" y="276225"/>
                </a:lnTo>
                <a:lnTo>
                  <a:pt x="76200" y="285750"/>
                </a:lnTo>
                <a:lnTo>
                  <a:pt x="66675" y="285750"/>
                </a:lnTo>
                <a:close/>
                <a:moveTo>
                  <a:pt x="219075" y="276225"/>
                </a:moveTo>
                <a:lnTo>
                  <a:pt x="228600" y="276225"/>
                </a:lnTo>
                <a:lnTo>
                  <a:pt x="228600" y="285750"/>
                </a:lnTo>
                <a:lnTo>
                  <a:pt x="219075" y="285750"/>
                </a:lnTo>
                <a:close/>
                <a:moveTo>
                  <a:pt x="247650" y="295275"/>
                </a:moveTo>
                <a:lnTo>
                  <a:pt x="257175" y="295275"/>
                </a:lnTo>
                <a:lnTo>
                  <a:pt x="257175" y="314325"/>
                </a:lnTo>
                <a:lnTo>
                  <a:pt x="247650" y="314325"/>
                </a:lnTo>
                <a:close/>
                <a:moveTo>
                  <a:pt x="266700" y="295275"/>
                </a:moveTo>
                <a:lnTo>
                  <a:pt x="276225" y="295275"/>
                </a:lnTo>
                <a:lnTo>
                  <a:pt x="276225" y="323850"/>
                </a:lnTo>
                <a:lnTo>
                  <a:pt x="285750" y="323850"/>
                </a:lnTo>
                <a:lnTo>
                  <a:pt x="285750" y="333375"/>
                </a:lnTo>
                <a:lnTo>
                  <a:pt x="295275" y="333375"/>
                </a:lnTo>
                <a:lnTo>
                  <a:pt x="295275" y="361950"/>
                </a:lnTo>
                <a:lnTo>
                  <a:pt x="285750" y="361950"/>
                </a:lnTo>
                <a:lnTo>
                  <a:pt x="285750" y="371475"/>
                </a:lnTo>
                <a:lnTo>
                  <a:pt x="276225" y="371475"/>
                </a:lnTo>
                <a:lnTo>
                  <a:pt x="276225" y="361950"/>
                </a:lnTo>
                <a:lnTo>
                  <a:pt x="266700" y="361950"/>
                </a:lnTo>
                <a:lnTo>
                  <a:pt x="266700" y="371475"/>
                </a:lnTo>
                <a:lnTo>
                  <a:pt x="257175" y="371475"/>
                </a:lnTo>
                <a:lnTo>
                  <a:pt x="257175" y="314325"/>
                </a:lnTo>
                <a:lnTo>
                  <a:pt x="266700" y="314325"/>
                </a:lnTo>
                <a:close/>
                <a:moveTo>
                  <a:pt x="333375" y="304800"/>
                </a:moveTo>
                <a:lnTo>
                  <a:pt x="342900" y="304800"/>
                </a:lnTo>
                <a:lnTo>
                  <a:pt x="342900" y="314325"/>
                </a:lnTo>
                <a:lnTo>
                  <a:pt x="333375" y="314325"/>
                </a:lnTo>
                <a:close/>
                <a:moveTo>
                  <a:pt x="180975" y="314325"/>
                </a:moveTo>
                <a:lnTo>
                  <a:pt x="209550" y="314325"/>
                </a:lnTo>
                <a:lnTo>
                  <a:pt x="209550" y="323850"/>
                </a:lnTo>
                <a:lnTo>
                  <a:pt x="200025" y="323850"/>
                </a:lnTo>
                <a:lnTo>
                  <a:pt x="200025" y="333375"/>
                </a:lnTo>
                <a:lnTo>
                  <a:pt x="228600" y="333375"/>
                </a:lnTo>
                <a:lnTo>
                  <a:pt x="228600" y="352425"/>
                </a:lnTo>
                <a:lnTo>
                  <a:pt x="219075" y="352425"/>
                </a:lnTo>
                <a:lnTo>
                  <a:pt x="219075" y="361950"/>
                </a:lnTo>
                <a:lnTo>
                  <a:pt x="209550" y="361950"/>
                </a:lnTo>
                <a:lnTo>
                  <a:pt x="209550" y="371475"/>
                </a:lnTo>
                <a:lnTo>
                  <a:pt x="180975" y="371475"/>
                </a:lnTo>
                <a:lnTo>
                  <a:pt x="180975" y="361950"/>
                </a:lnTo>
                <a:lnTo>
                  <a:pt x="171450" y="361950"/>
                </a:lnTo>
                <a:lnTo>
                  <a:pt x="171450" y="323850"/>
                </a:lnTo>
                <a:lnTo>
                  <a:pt x="180975" y="323850"/>
                </a:lnTo>
                <a:close/>
                <a:moveTo>
                  <a:pt x="342900" y="314325"/>
                </a:moveTo>
                <a:lnTo>
                  <a:pt x="352425" y="314325"/>
                </a:lnTo>
                <a:lnTo>
                  <a:pt x="352425" y="323850"/>
                </a:lnTo>
                <a:lnTo>
                  <a:pt x="342900" y="323850"/>
                </a:lnTo>
                <a:close/>
                <a:moveTo>
                  <a:pt x="419100" y="314325"/>
                </a:moveTo>
                <a:lnTo>
                  <a:pt x="428625" y="314325"/>
                </a:lnTo>
                <a:lnTo>
                  <a:pt x="428625" y="323850"/>
                </a:lnTo>
                <a:lnTo>
                  <a:pt x="419100" y="323850"/>
                </a:lnTo>
                <a:close/>
                <a:moveTo>
                  <a:pt x="352425" y="323850"/>
                </a:moveTo>
                <a:lnTo>
                  <a:pt x="361950" y="323850"/>
                </a:lnTo>
                <a:lnTo>
                  <a:pt x="361950" y="342900"/>
                </a:lnTo>
                <a:lnTo>
                  <a:pt x="371475" y="342900"/>
                </a:lnTo>
                <a:lnTo>
                  <a:pt x="371475" y="361950"/>
                </a:lnTo>
                <a:lnTo>
                  <a:pt x="400050" y="361950"/>
                </a:lnTo>
                <a:lnTo>
                  <a:pt x="400050" y="352425"/>
                </a:lnTo>
                <a:lnTo>
                  <a:pt x="409575" y="352425"/>
                </a:lnTo>
                <a:lnTo>
                  <a:pt x="409575" y="342900"/>
                </a:lnTo>
                <a:lnTo>
                  <a:pt x="419100" y="342900"/>
                </a:lnTo>
                <a:lnTo>
                  <a:pt x="419100" y="352425"/>
                </a:lnTo>
                <a:lnTo>
                  <a:pt x="409575" y="352425"/>
                </a:lnTo>
                <a:lnTo>
                  <a:pt x="409575" y="371475"/>
                </a:lnTo>
                <a:lnTo>
                  <a:pt x="400050" y="371475"/>
                </a:lnTo>
                <a:lnTo>
                  <a:pt x="400050" y="381000"/>
                </a:lnTo>
                <a:lnTo>
                  <a:pt x="381000" y="381000"/>
                </a:lnTo>
                <a:lnTo>
                  <a:pt x="381000" y="371475"/>
                </a:lnTo>
                <a:lnTo>
                  <a:pt x="361950" y="371475"/>
                </a:lnTo>
                <a:lnTo>
                  <a:pt x="361950" y="381000"/>
                </a:lnTo>
                <a:lnTo>
                  <a:pt x="352425" y="381000"/>
                </a:lnTo>
                <a:lnTo>
                  <a:pt x="352425" y="428625"/>
                </a:lnTo>
                <a:lnTo>
                  <a:pt x="342900" y="428625"/>
                </a:lnTo>
                <a:lnTo>
                  <a:pt x="342900" y="390525"/>
                </a:lnTo>
                <a:lnTo>
                  <a:pt x="333375" y="390525"/>
                </a:lnTo>
                <a:lnTo>
                  <a:pt x="333375" y="381000"/>
                </a:lnTo>
                <a:lnTo>
                  <a:pt x="342900" y="381000"/>
                </a:lnTo>
                <a:lnTo>
                  <a:pt x="342900" y="361950"/>
                </a:lnTo>
                <a:lnTo>
                  <a:pt x="352425" y="361950"/>
                </a:lnTo>
                <a:close/>
                <a:moveTo>
                  <a:pt x="457200" y="323850"/>
                </a:moveTo>
                <a:lnTo>
                  <a:pt x="466725" y="323850"/>
                </a:lnTo>
                <a:lnTo>
                  <a:pt x="466725" y="342900"/>
                </a:lnTo>
                <a:lnTo>
                  <a:pt x="457200" y="342900"/>
                </a:lnTo>
                <a:close/>
                <a:moveTo>
                  <a:pt x="447675" y="352425"/>
                </a:moveTo>
                <a:lnTo>
                  <a:pt x="457200" y="352425"/>
                </a:lnTo>
                <a:lnTo>
                  <a:pt x="457200" y="400050"/>
                </a:lnTo>
                <a:lnTo>
                  <a:pt x="428625" y="400050"/>
                </a:lnTo>
                <a:lnTo>
                  <a:pt x="428625" y="390525"/>
                </a:lnTo>
                <a:lnTo>
                  <a:pt x="438150" y="390525"/>
                </a:lnTo>
                <a:lnTo>
                  <a:pt x="438150" y="371475"/>
                </a:lnTo>
                <a:lnTo>
                  <a:pt x="447675" y="371475"/>
                </a:lnTo>
                <a:close/>
                <a:moveTo>
                  <a:pt x="180975" y="361950"/>
                </a:moveTo>
                <a:lnTo>
                  <a:pt x="190500" y="361950"/>
                </a:lnTo>
                <a:lnTo>
                  <a:pt x="190500" y="352425"/>
                </a:lnTo>
                <a:lnTo>
                  <a:pt x="180975" y="352425"/>
                </a:lnTo>
                <a:close/>
                <a:moveTo>
                  <a:pt x="247650" y="381000"/>
                </a:moveTo>
                <a:lnTo>
                  <a:pt x="257175" y="381000"/>
                </a:lnTo>
                <a:lnTo>
                  <a:pt x="257175" y="390525"/>
                </a:lnTo>
                <a:lnTo>
                  <a:pt x="247650" y="390525"/>
                </a:lnTo>
                <a:close/>
                <a:moveTo>
                  <a:pt x="266700" y="390525"/>
                </a:moveTo>
                <a:lnTo>
                  <a:pt x="276225" y="390525"/>
                </a:lnTo>
                <a:lnTo>
                  <a:pt x="276225" y="400050"/>
                </a:lnTo>
                <a:lnTo>
                  <a:pt x="266700" y="400050"/>
                </a:lnTo>
                <a:close/>
                <a:moveTo>
                  <a:pt x="314325" y="400050"/>
                </a:moveTo>
                <a:lnTo>
                  <a:pt x="333375" y="400050"/>
                </a:lnTo>
                <a:lnTo>
                  <a:pt x="333375" y="419100"/>
                </a:lnTo>
                <a:lnTo>
                  <a:pt x="323850" y="419100"/>
                </a:lnTo>
                <a:lnTo>
                  <a:pt x="323850" y="409575"/>
                </a:lnTo>
                <a:lnTo>
                  <a:pt x="314325" y="409575"/>
                </a:lnTo>
                <a:close/>
                <a:moveTo>
                  <a:pt x="180975" y="409575"/>
                </a:moveTo>
                <a:lnTo>
                  <a:pt x="209550" y="409575"/>
                </a:lnTo>
                <a:lnTo>
                  <a:pt x="209550" y="419100"/>
                </a:lnTo>
                <a:lnTo>
                  <a:pt x="180975" y="419100"/>
                </a:lnTo>
                <a:close/>
                <a:moveTo>
                  <a:pt x="180975" y="428625"/>
                </a:moveTo>
                <a:lnTo>
                  <a:pt x="219075" y="428625"/>
                </a:lnTo>
                <a:lnTo>
                  <a:pt x="219075" y="438150"/>
                </a:lnTo>
                <a:lnTo>
                  <a:pt x="209550" y="438150"/>
                </a:lnTo>
                <a:lnTo>
                  <a:pt x="209550" y="447675"/>
                </a:lnTo>
                <a:lnTo>
                  <a:pt x="200025" y="447675"/>
                </a:lnTo>
                <a:lnTo>
                  <a:pt x="200025" y="438150"/>
                </a:lnTo>
                <a:lnTo>
                  <a:pt x="180975" y="438150"/>
                </a:lnTo>
                <a:close/>
              </a:path>
            </a:pathLst>
          </a:custGeom>
          <a:solidFill xmlns:a="http://schemas.openxmlformats.org/drawingml/2006/main">
            <a:srgbClr val="EEEFE1"/>
          </a:solidFill>
          <a:ln xmlns:a="http://schemas.openxmlformats.org/drawingml/2006/main" w="0">
            <a:noFill/>
          </a:ln>
        </p:spPr>
      </p:sp>
      <p:sp>
        <p:nvSpPr>
          <p:cNvPr id="72" name="back vector #f1eee0">
            <a:extLst xmlns:a="http://schemas.openxmlformats.org/drawingml/2006/main">
              <a:ext uri="{FF2B5EF4-FFF2-40B4-BE49-F238E27FC236}">
                <a16:creationId xmlns:a16="http://schemas.microsoft.com/office/drawing/2014/main" id="{25AFCBB6-4916-4656-8B63-BB46AF9E8B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67300" y="1647825"/>
            <a:ext cx="638175" cy="666750"/>
          </a:xfrm>
          <a:custGeom xmlns:a="http://schemas.openxmlformats.org/drawingml/2006/main">
            <a:pathLst>
              <a:path w="533400" h="561975">
                <a:moveTo>
                  <a:pt x="209550" y="47625"/>
                </a:moveTo>
                <a:lnTo>
                  <a:pt x="219075" y="47625"/>
                </a:lnTo>
                <a:lnTo>
                  <a:pt x="219075" y="57150"/>
                </a:lnTo>
                <a:lnTo>
                  <a:pt x="209550" y="57150"/>
                </a:lnTo>
                <a:close/>
                <a:moveTo>
                  <a:pt x="285750" y="76200"/>
                </a:moveTo>
                <a:lnTo>
                  <a:pt x="304800" y="76200"/>
                </a:lnTo>
                <a:lnTo>
                  <a:pt x="304800" y="85725"/>
                </a:lnTo>
                <a:lnTo>
                  <a:pt x="285750" y="85725"/>
                </a:lnTo>
                <a:close/>
                <a:moveTo>
                  <a:pt x="28575" y="171450"/>
                </a:moveTo>
                <a:lnTo>
                  <a:pt x="38100" y="171450"/>
                </a:lnTo>
                <a:lnTo>
                  <a:pt x="38100" y="180975"/>
                </a:lnTo>
                <a:lnTo>
                  <a:pt x="47625" y="180975"/>
                </a:lnTo>
                <a:lnTo>
                  <a:pt x="47625" y="190500"/>
                </a:lnTo>
                <a:lnTo>
                  <a:pt x="85725" y="190500"/>
                </a:lnTo>
                <a:lnTo>
                  <a:pt x="85725" y="209550"/>
                </a:lnTo>
                <a:lnTo>
                  <a:pt x="95250" y="209550"/>
                </a:lnTo>
                <a:lnTo>
                  <a:pt x="95250" y="200025"/>
                </a:lnTo>
                <a:lnTo>
                  <a:pt x="104775" y="200025"/>
                </a:lnTo>
                <a:lnTo>
                  <a:pt x="104775" y="209550"/>
                </a:lnTo>
                <a:lnTo>
                  <a:pt x="95250" y="209550"/>
                </a:lnTo>
                <a:lnTo>
                  <a:pt x="95250" y="219075"/>
                </a:lnTo>
                <a:lnTo>
                  <a:pt x="85725" y="219075"/>
                </a:lnTo>
                <a:lnTo>
                  <a:pt x="85725" y="228600"/>
                </a:lnTo>
                <a:lnTo>
                  <a:pt x="76200" y="228600"/>
                </a:lnTo>
                <a:lnTo>
                  <a:pt x="76200" y="238125"/>
                </a:lnTo>
                <a:lnTo>
                  <a:pt x="66675" y="238125"/>
                </a:lnTo>
                <a:lnTo>
                  <a:pt x="66675" y="276225"/>
                </a:lnTo>
                <a:lnTo>
                  <a:pt x="38100" y="276225"/>
                </a:lnTo>
                <a:lnTo>
                  <a:pt x="38100" y="266700"/>
                </a:lnTo>
                <a:lnTo>
                  <a:pt x="28575" y="266700"/>
                </a:lnTo>
                <a:lnTo>
                  <a:pt x="28575" y="228600"/>
                </a:lnTo>
                <a:lnTo>
                  <a:pt x="38100" y="228600"/>
                </a:lnTo>
                <a:lnTo>
                  <a:pt x="38100" y="209550"/>
                </a:lnTo>
                <a:lnTo>
                  <a:pt x="19050" y="209550"/>
                </a:lnTo>
                <a:lnTo>
                  <a:pt x="19050" y="190500"/>
                </a:lnTo>
                <a:lnTo>
                  <a:pt x="28575" y="190500"/>
                </a:lnTo>
                <a:close/>
                <a:moveTo>
                  <a:pt x="495300" y="190500"/>
                </a:moveTo>
                <a:lnTo>
                  <a:pt x="504825" y="190500"/>
                </a:lnTo>
                <a:lnTo>
                  <a:pt x="504825" y="209550"/>
                </a:lnTo>
                <a:lnTo>
                  <a:pt x="485775" y="209550"/>
                </a:lnTo>
                <a:lnTo>
                  <a:pt x="485775" y="200025"/>
                </a:lnTo>
                <a:lnTo>
                  <a:pt x="495300" y="200025"/>
                </a:lnTo>
                <a:close/>
                <a:moveTo>
                  <a:pt x="0" y="238125"/>
                </a:moveTo>
                <a:lnTo>
                  <a:pt x="9525" y="238125"/>
                </a:lnTo>
                <a:lnTo>
                  <a:pt x="9525" y="247650"/>
                </a:lnTo>
                <a:lnTo>
                  <a:pt x="0" y="247650"/>
                </a:lnTo>
                <a:close/>
                <a:moveTo>
                  <a:pt x="142875" y="266700"/>
                </a:moveTo>
                <a:lnTo>
                  <a:pt x="152400" y="266700"/>
                </a:lnTo>
                <a:lnTo>
                  <a:pt x="152400" y="276225"/>
                </a:lnTo>
                <a:lnTo>
                  <a:pt x="142875" y="276225"/>
                </a:lnTo>
                <a:close/>
                <a:moveTo>
                  <a:pt x="342900" y="304800"/>
                </a:moveTo>
                <a:lnTo>
                  <a:pt x="371475" y="304800"/>
                </a:lnTo>
                <a:lnTo>
                  <a:pt x="371475" y="314325"/>
                </a:lnTo>
                <a:lnTo>
                  <a:pt x="400050" y="314325"/>
                </a:lnTo>
                <a:lnTo>
                  <a:pt x="400050" y="323850"/>
                </a:lnTo>
                <a:lnTo>
                  <a:pt x="419100" y="323850"/>
                </a:lnTo>
                <a:lnTo>
                  <a:pt x="419100" y="342900"/>
                </a:lnTo>
                <a:lnTo>
                  <a:pt x="409575" y="342900"/>
                </a:lnTo>
                <a:lnTo>
                  <a:pt x="409575" y="352425"/>
                </a:lnTo>
                <a:lnTo>
                  <a:pt x="400050" y="352425"/>
                </a:lnTo>
                <a:lnTo>
                  <a:pt x="400050" y="361950"/>
                </a:lnTo>
                <a:lnTo>
                  <a:pt x="371475" y="361950"/>
                </a:lnTo>
                <a:lnTo>
                  <a:pt x="371475" y="342900"/>
                </a:lnTo>
                <a:lnTo>
                  <a:pt x="361950" y="342900"/>
                </a:lnTo>
                <a:lnTo>
                  <a:pt x="361950" y="323850"/>
                </a:lnTo>
                <a:lnTo>
                  <a:pt x="352425" y="323850"/>
                </a:lnTo>
                <a:lnTo>
                  <a:pt x="352425" y="314325"/>
                </a:lnTo>
                <a:lnTo>
                  <a:pt x="342900" y="314325"/>
                </a:lnTo>
                <a:close/>
                <a:moveTo>
                  <a:pt x="476250" y="333375"/>
                </a:moveTo>
                <a:lnTo>
                  <a:pt x="485775" y="333375"/>
                </a:lnTo>
                <a:lnTo>
                  <a:pt x="485775" y="352425"/>
                </a:lnTo>
                <a:lnTo>
                  <a:pt x="495300" y="352425"/>
                </a:lnTo>
                <a:lnTo>
                  <a:pt x="495300" y="381000"/>
                </a:lnTo>
                <a:lnTo>
                  <a:pt x="476250" y="381000"/>
                </a:lnTo>
                <a:lnTo>
                  <a:pt x="476250" y="400050"/>
                </a:lnTo>
                <a:lnTo>
                  <a:pt x="457200" y="400050"/>
                </a:lnTo>
                <a:lnTo>
                  <a:pt x="457200" y="342900"/>
                </a:lnTo>
                <a:lnTo>
                  <a:pt x="476250" y="342900"/>
                </a:lnTo>
                <a:close/>
                <a:moveTo>
                  <a:pt x="438150" y="400050"/>
                </a:moveTo>
                <a:lnTo>
                  <a:pt x="447675" y="400050"/>
                </a:lnTo>
                <a:lnTo>
                  <a:pt x="447675" y="409575"/>
                </a:lnTo>
                <a:lnTo>
                  <a:pt x="438150" y="409575"/>
                </a:lnTo>
                <a:close/>
              </a:path>
            </a:pathLst>
          </a:custGeom>
          <a:solidFill xmlns:a="http://schemas.openxmlformats.org/drawingml/2006/main">
            <a:srgbClr val="F1EEE0"/>
          </a:solidFill>
          <a:ln xmlns:a="http://schemas.openxmlformats.org/drawingml/2006/main" w="0">
            <a:noFill/>
          </a:ln>
        </p:spPr>
      </p:sp>
      <p:sp>
        <p:nvSpPr>
          <p:cNvPr id="73" name="back vector #dde5d7">
            <a:extLst xmlns:a="http://schemas.openxmlformats.org/drawingml/2006/main">
              <a:ext uri="{FF2B5EF4-FFF2-40B4-BE49-F238E27FC236}">
                <a16:creationId xmlns:a16="http://schemas.microsoft.com/office/drawing/2014/main" id="{E7DE6570-6C36-40C3-A2BF-F738619791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67300" y="1647825"/>
            <a:ext cx="638175" cy="666750"/>
          </a:xfrm>
          <a:custGeom xmlns:a="http://schemas.openxmlformats.org/drawingml/2006/main">
            <a:pathLst>
              <a:path w="533400" h="561975">
                <a:moveTo>
                  <a:pt x="209550" y="57150"/>
                </a:moveTo>
                <a:lnTo>
                  <a:pt x="219075" y="57150"/>
                </a:lnTo>
                <a:lnTo>
                  <a:pt x="219075" y="66675"/>
                </a:lnTo>
                <a:lnTo>
                  <a:pt x="209550" y="66675"/>
                </a:lnTo>
                <a:close/>
                <a:moveTo>
                  <a:pt x="304800" y="76200"/>
                </a:moveTo>
                <a:lnTo>
                  <a:pt x="314325" y="76200"/>
                </a:lnTo>
                <a:lnTo>
                  <a:pt x="314325" y="85725"/>
                </a:lnTo>
                <a:lnTo>
                  <a:pt x="304800" y="85725"/>
                </a:lnTo>
                <a:close/>
                <a:moveTo>
                  <a:pt x="295275" y="85725"/>
                </a:moveTo>
                <a:lnTo>
                  <a:pt x="304800" y="85725"/>
                </a:lnTo>
                <a:lnTo>
                  <a:pt x="304800" y="95250"/>
                </a:lnTo>
                <a:lnTo>
                  <a:pt x="295275" y="95250"/>
                </a:lnTo>
                <a:close/>
                <a:moveTo>
                  <a:pt x="123825" y="114300"/>
                </a:moveTo>
                <a:lnTo>
                  <a:pt x="133350" y="114300"/>
                </a:lnTo>
                <a:lnTo>
                  <a:pt x="133350" y="123825"/>
                </a:lnTo>
                <a:lnTo>
                  <a:pt x="123825" y="123825"/>
                </a:lnTo>
                <a:close/>
                <a:moveTo>
                  <a:pt x="342900" y="114300"/>
                </a:moveTo>
                <a:lnTo>
                  <a:pt x="352425" y="114300"/>
                </a:lnTo>
                <a:lnTo>
                  <a:pt x="352425" y="123825"/>
                </a:lnTo>
                <a:lnTo>
                  <a:pt x="342900" y="123825"/>
                </a:lnTo>
                <a:close/>
                <a:moveTo>
                  <a:pt x="400050" y="114300"/>
                </a:moveTo>
                <a:lnTo>
                  <a:pt x="419100" y="114300"/>
                </a:lnTo>
                <a:lnTo>
                  <a:pt x="419100" y="133350"/>
                </a:lnTo>
                <a:lnTo>
                  <a:pt x="409575" y="133350"/>
                </a:lnTo>
                <a:lnTo>
                  <a:pt x="409575" y="123825"/>
                </a:lnTo>
                <a:lnTo>
                  <a:pt x="400050" y="123825"/>
                </a:lnTo>
                <a:close/>
                <a:moveTo>
                  <a:pt x="457200" y="114300"/>
                </a:moveTo>
                <a:lnTo>
                  <a:pt x="466725" y="114300"/>
                </a:lnTo>
                <a:lnTo>
                  <a:pt x="466725" y="123825"/>
                </a:lnTo>
                <a:lnTo>
                  <a:pt x="457200" y="123825"/>
                </a:lnTo>
                <a:close/>
                <a:moveTo>
                  <a:pt x="209550" y="123825"/>
                </a:moveTo>
                <a:lnTo>
                  <a:pt x="219075" y="123825"/>
                </a:lnTo>
                <a:lnTo>
                  <a:pt x="219075" y="133350"/>
                </a:lnTo>
                <a:lnTo>
                  <a:pt x="209550" y="133350"/>
                </a:lnTo>
                <a:close/>
                <a:moveTo>
                  <a:pt x="333375" y="123825"/>
                </a:moveTo>
                <a:lnTo>
                  <a:pt x="342900" y="123825"/>
                </a:lnTo>
                <a:lnTo>
                  <a:pt x="342900" y="133350"/>
                </a:lnTo>
                <a:lnTo>
                  <a:pt x="333375" y="133350"/>
                </a:lnTo>
                <a:close/>
                <a:moveTo>
                  <a:pt x="152400" y="133350"/>
                </a:moveTo>
                <a:lnTo>
                  <a:pt x="161925" y="133350"/>
                </a:lnTo>
                <a:lnTo>
                  <a:pt x="161925" y="142875"/>
                </a:lnTo>
                <a:lnTo>
                  <a:pt x="152400" y="142875"/>
                </a:lnTo>
                <a:close/>
                <a:moveTo>
                  <a:pt x="276225" y="133350"/>
                </a:moveTo>
                <a:lnTo>
                  <a:pt x="285750" y="133350"/>
                </a:lnTo>
                <a:lnTo>
                  <a:pt x="285750" y="142875"/>
                </a:lnTo>
                <a:lnTo>
                  <a:pt x="276225" y="142875"/>
                </a:lnTo>
                <a:close/>
                <a:moveTo>
                  <a:pt x="466725" y="133350"/>
                </a:moveTo>
                <a:lnTo>
                  <a:pt x="476250" y="133350"/>
                </a:lnTo>
                <a:lnTo>
                  <a:pt x="476250" y="142875"/>
                </a:lnTo>
                <a:lnTo>
                  <a:pt x="466725" y="142875"/>
                </a:lnTo>
                <a:close/>
                <a:moveTo>
                  <a:pt x="95250" y="142875"/>
                </a:moveTo>
                <a:lnTo>
                  <a:pt x="104775" y="142875"/>
                </a:lnTo>
                <a:lnTo>
                  <a:pt x="104775" y="152400"/>
                </a:lnTo>
                <a:lnTo>
                  <a:pt x="95250" y="152400"/>
                </a:lnTo>
                <a:close/>
                <a:moveTo>
                  <a:pt x="428625" y="152400"/>
                </a:moveTo>
                <a:lnTo>
                  <a:pt x="438150" y="152400"/>
                </a:lnTo>
                <a:lnTo>
                  <a:pt x="438150" y="161925"/>
                </a:lnTo>
                <a:lnTo>
                  <a:pt x="428625" y="161925"/>
                </a:lnTo>
                <a:close/>
                <a:moveTo>
                  <a:pt x="276225" y="171450"/>
                </a:moveTo>
                <a:lnTo>
                  <a:pt x="285750" y="171450"/>
                </a:lnTo>
                <a:lnTo>
                  <a:pt x="285750" y="180975"/>
                </a:lnTo>
                <a:lnTo>
                  <a:pt x="276225" y="180975"/>
                </a:lnTo>
                <a:close/>
                <a:moveTo>
                  <a:pt x="104775" y="180975"/>
                </a:moveTo>
                <a:lnTo>
                  <a:pt x="114300" y="180975"/>
                </a:lnTo>
                <a:lnTo>
                  <a:pt x="114300" y="190500"/>
                </a:lnTo>
                <a:lnTo>
                  <a:pt x="104775" y="190500"/>
                </a:lnTo>
                <a:close/>
                <a:moveTo>
                  <a:pt x="342900" y="180975"/>
                </a:moveTo>
                <a:lnTo>
                  <a:pt x="352425" y="180975"/>
                </a:lnTo>
                <a:lnTo>
                  <a:pt x="352425" y="200025"/>
                </a:lnTo>
                <a:lnTo>
                  <a:pt x="342900" y="200025"/>
                </a:lnTo>
                <a:close/>
                <a:moveTo>
                  <a:pt x="400050" y="180975"/>
                </a:moveTo>
                <a:lnTo>
                  <a:pt x="419100" y="180975"/>
                </a:lnTo>
                <a:lnTo>
                  <a:pt x="419100" y="190500"/>
                </a:lnTo>
                <a:lnTo>
                  <a:pt x="409575" y="190500"/>
                </a:lnTo>
                <a:lnTo>
                  <a:pt x="409575" y="200025"/>
                </a:lnTo>
                <a:lnTo>
                  <a:pt x="400050" y="200025"/>
                </a:lnTo>
                <a:close/>
                <a:moveTo>
                  <a:pt x="95250" y="190500"/>
                </a:moveTo>
                <a:lnTo>
                  <a:pt x="104775" y="190500"/>
                </a:lnTo>
                <a:lnTo>
                  <a:pt x="104775" y="200025"/>
                </a:lnTo>
                <a:lnTo>
                  <a:pt x="95250" y="200025"/>
                </a:lnTo>
                <a:close/>
                <a:moveTo>
                  <a:pt x="171450" y="190500"/>
                </a:moveTo>
                <a:lnTo>
                  <a:pt x="180975" y="190500"/>
                </a:lnTo>
                <a:lnTo>
                  <a:pt x="180975" y="200025"/>
                </a:lnTo>
                <a:lnTo>
                  <a:pt x="171450" y="200025"/>
                </a:lnTo>
                <a:close/>
                <a:moveTo>
                  <a:pt x="209550" y="190500"/>
                </a:moveTo>
                <a:lnTo>
                  <a:pt x="219075" y="190500"/>
                </a:lnTo>
                <a:lnTo>
                  <a:pt x="219075" y="200025"/>
                </a:lnTo>
                <a:lnTo>
                  <a:pt x="209550" y="200025"/>
                </a:lnTo>
                <a:close/>
                <a:moveTo>
                  <a:pt x="457200" y="190500"/>
                </a:moveTo>
                <a:lnTo>
                  <a:pt x="466725" y="190500"/>
                </a:lnTo>
                <a:lnTo>
                  <a:pt x="466725" y="200025"/>
                </a:lnTo>
                <a:lnTo>
                  <a:pt x="457200" y="200025"/>
                </a:lnTo>
                <a:close/>
                <a:moveTo>
                  <a:pt x="161925" y="200025"/>
                </a:moveTo>
                <a:lnTo>
                  <a:pt x="171450" y="200025"/>
                </a:lnTo>
                <a:lnTo>
                  <a:pt x="171450" y="209550"/>
                </a:lnTo>
                <a:lnTo>
                  <a:pt x="161925" y="209550"/>
                </a:lnTo>
                <a:close/>
                <a:moveTo>
                  <a:pt x="361950" y="200025"/>
                </a:moveTo>
                <a:lnTo>
                  <a:pt x="371475" y="200025"/>
                </a:lnTo>
                <a:lnTo>
                  <a:pt x="371475" y="219075"/>
                </a:lnTo>
                <a:lnTo>
                  <a:pt x="361950" y="219075"/>
                </a:lnTo>
                <a:close/>
                <a:moveTo>
                  <a:pt x="381000" y="200025"/>
                </a:moveTo>
                <a:lnTo>
                  <a:pt x="390525" y="200025"/>
                </a:lnTo>
                <a:lnTo>
                  <a:pt x="390525" y="219075"/>
                </a:lnTo>
                <a:lnTo>
                  <a:pt x="381000" y="219075"/>
                </a:lnTo>
                <a:close/>
                <a:moveTo>
                  <a:pt x="152400" y="209550"/>
                </a:moveTo>
                <a:lnTo>
                  <a:pt x="161925" y="209550"/>
                </a:lnTo>
                <a:lnTo>
                  <a:pt x="161925" y="219075"/>
                </a:lnTo>
                <a:lnTo>
                  <a:pt x="152400" y="219075"/>
                </a:lnTo>
                <a:close/>
                <a:moveTo>
                  <a:pt x="104775" y="219075"/>
                </a:moveTo>
                <a:lnTo>
                  <a:pt x="133350" y="219075"/>
                </a:lnTo>
                <a:lnTo>
                  <a:pt x="133350" y="228600"/>
                </a:lnTo>
                <a:lnTo>
                  <a:pt x="104775" y="228600"/>
                </a:lnTo>
                <a:close/>
                <a:moveTo>
                  <a:pt x="142875" y="219075"/>
                </a:moveTo>
                <a:lnTo>
                  <a:pt x="152400" y="219075"/>
                </a:lnTo>
                <a:lnTo>
                  <a:pt x="152400" y="228600"/>
                </a:lnTo>
                <a:lnTo>
                  <a:pt x="142875" y="228600"/>
                </a:lnTo>
                <a:close/>
                <a:moveTo>
                  <a:pt x="190500" y="228600"/>
                </a:moveTo>
                <a:lnTo>
                  <a:pt x="209550" y="228600"/>
                </a:lnTo>
                <a:lnTo>
                  <a:pt x="209550" y="238125"/>
                </a:lnTo>
                <a:lnTo>
                  <a:pt x="190500" y="238125"/>
                </a:lnTo>
                <a:close/>
                <a:moveTo>
                  <a:pt x="314325" y="238125"/>
                </a:moveTo>
                <a:lnTo>
                  <a:pt x="323850" y="238125"/>
                </a:lnTo>
                <a:lnTo>
                  <a:pt x="323850" y="247650"/>
                </a:lnTo>
                <a:lnTo>
                  <a:pt x="314325" y="247650"/>
                </a:lnTo>
                <a:close/>
                <a:moveTo>
                  <a:pt x="333375" y="238125"/>
                </a:moveTo>
                <a:lnTo>
                  <a:pt x="342900" y="238125"/>
                </a:lnTo>
                <a:lnTo>
                  <a:pt x="342900" y="247650"/>
                </a:lnTo>
                <a:lnTo>
                  <a:pt x="333375" y="247650"/>
                </a:lnTo>
                <a:close/>
                <a:moveTo>
                  <a:pt x="66675" y="257175"/>
                </a:moveTo>
                <a:lnTo>
                  <a:pt x="76200" y="257175"/>
                </a:lnTo>
                <a:lnTo>
                  <a:pt x="76200" y="276225"/>
                </a:lnTo>
                <a:lnTo>
                  <a:pt x="66675" y="276225"/>
                </a:lnTo>
                <a:close/>
                <a:moveTo>
                  <a:pt x="114300" y="257175"/>
                </a:moveTo>
                <a:lnTo>
                  <a:pt x="133350" y="257175"/>
                </a:lnTo>
                <a:lnTo>
                  <a:pt x="133350" y="266700"/>
                </a:lnTo>
                <a:lnTo>
                  <a:pt x="114300" y="266700"/>
                </a:lnTo>
                <a:close/>
                <a:moveTo>
                  <a:pt x="152400" y="257175"/>
                </a:moveTo>
                <a:lnTo>
                  <a:pt x="161925" y="257175"/>
                </a:lnTo>
                <a:lnTo>
                  <a:pt x="161925" y="266700"/>
                </a:lnTo>
                <a:lnTo>
                  <a:pt x="152400" y="266700"/>
                </a:lnTo>
                <a:close/>
                <a:moveTo>
                  <a:pt x="266700" y="257175"/>
                </a:moveTo>
                <a:lnTo>
                  <a:pt x="276225" y="257175"/>
                </a:lnTo>
                <a:lnTo>
                  <a:pt x="276225" y="266700"/>
                </a:lnTo>
                <a:lnTo>
                  <a:pt x="266700" y="266700"/>
                </a:lnTo>
                <a:close/>
                <a:moveTo>
                  <a:pt x="314325" y="257175"/>
                </a:moveTo>
                <a:lnTo>
                  <a:pt x="323850" y="257175"/>
                </a:lnTo>
                <a:lnTo>
                  <a:pt x="323850" y="276225"/>
                </a:lnTo>
                <a:lnTo>
                  <a:pt x="314325" y="276225"/>
                </a:lnTo>
                <a:close/>
                <a:moveTo>
                  <a:pt x="428625" y="266700"/>
                </a:moveTo>
                <a:lnTo>
                  <a:pt x="438150" y="266700"/>
                </a:lnTo>
                <a:lnTo>
                  <a:pt x="438150" y="276225"/>
                </a:lnTo>
                <a:lnTo>
                  <a:pt x="428625" y="276225"/>
                </a:lnTo>
                <a:close/>
                <a:moveTo>
                  <a:pt x="447675" y="266700"/>
                </a:moveTo>
                <a:lnTo>
                  <a:pt x="457200" y="266700"/>
                </a:lnTo>
                <a:lnTo>
                  <a:pt x="457200" y="276225"/>
                </a:lnTo>
                <a:lnTo>
                  <a:pt x="447675" y="276225"/>
                </a:lnTo>
                <a:close/>
                <a:moveTo>
                  <a:pt x="171450" y="276225"/>
                </a:moveTo>
                <a:lnTo>
                  <a:pt x="180975" y="276225"/>
                </a:lnTo>
                <a:lnTo>
                  <a:pt x="180975" y="285750"/>
                </a:lnTo>
                <a:lnTo>
                  <a:pt x="171450" y="285750"/>
                </a:lnTo>
                <a:close/>
                <a:moveTo>
                  <a:pt x="209550" y="276225"/>
                </a:moveTo>
                <a:lnTo>
                  <a:pt x="219075" y="276225"/>
                </a:lnTo>
                <a:lnTo>
                  <a:pt x="219075" y="285750"/>
                </a:lnTo>
                <a:lnTo>
                  <a:pt x="209550" y="285750"/>
                </a:lnTo>
                <a:close/>
                <a:moveTo>
                  <a:pt x="457200" y="276225"/>
                </a:moveTo>
                <a:lnTo>
                  <a:pt x="466725" y="276225"/>
                </a:lnTo>
                <a:lnTo>
                  <a:pt x="466725" y="314325"/>
                </a:lnTo>
                <a:lnTo>
                  <a:pt x="457200" y="314325"/>
                </a:lnTo>
                <a:close/>
                <a:moveTo>
                  <a:pt x="228600" y="285750"/>
                </a:moveTo>
                <a:lnTo>
                  <a:pt x="238125" y="285750"/>
                </a:lnTo>
                <a:lnTo>
                  <a:pt x="238125" y="295275"/>
                </a:lnTo>
                <a:lnTo>
                  <a:pt x="228600" y="295275"/>
                </a:lnTo>
                <a:close/>
                <a:moveTo>
                  <a:pt x="238125" y="295275"/>
                </a:moveTo>
                <a:lnTo>
                  <a:pt x="247650" y="295275"/>
                </a:lnTo>
                <a:lnTo>
                  <a:pt x="247650" y="304800"/>
                </a:lnTo>
                <a:lnTo>
                  <a:pt x="238125" y="304800"/>
                </a:lnTo>
                <a:close/>
                <a:moveTo>
                  <a:pt x="104775" y="314325"/>
                </a:moveTo>
                <a:lnTo>
                  <a:pt x="114300" y="314325"/>
                </a:lnTo>
                <a:lnTo>
                  <a:pt x="114300" y="323850"/>
                </a:lnTo>
                <a:lnTo>
                  <a:pt x="104775" y="323850"/>
                </a:lnTo>
                <a:close/>
                <a:moveTo>
                  <a:pt x="209550" y="314325"/>
                </a:moveTo>
                <a:lnTo>
                  <a:pt x="219075" y="314325"/>
                </a:lnTo>
                <a:lnTo>
                  <a:pt x="219075" y="323850"/>
                </a:lnTo>
                <a:lnTo>
                  <a:pt x="209550" y="323850"/>
                </a:lnTo>
                <a:close/>
                <a:moveTo>
                  <a:pt x="95250" y="323850"/>
                </a:moveTo>
                <a:lnTo>
                  <a:pt x="104775" y="323850"/>
                </a:lnTo>
                <a:lnTo>
                  <a:pt x="104775" y="333375"/>
                </a:lnTo>
                <a:lnTo>
                  <a:pt x="95250" y="333375"/>
                </a:lnTo>
                <a:close/>
                <a:moveTo>
                  <a:pt x="219075" y="323850"/>
                </a:moveTo>
                <a:lnTo>
                  <a:pt x="228600" y="323850"/>
                </a:lnTo>
                <a:lnTo>
                  <a:pt x="228600" y="333375"/>
                </a:lnTo>
                <a:lnTo>
                  <a:pt x="219075" y="333375"/>
                </a:lnTo>
                <a:close/>
                <a:moveTo>
                  <a:pt x="342900" y="323850"/>
                </a:moveTo>
                <a:lnTo>
                  <a:pt x="352425" y="323850"/>
                </a:lnTo>
                <a:lnTo>
                  <a:pt x="352425" y="361950"/>
                </a:lnTo>
                <a:lnTo>
                  <a:pt x="342900" y="361950"/>
                </a:lnTo>
                <a:close/>
                <a:moveTo>
                  <a:pt x="85725" y="333375"/>
                </a:moveTo>
                <a:lnTo>
                  <a:pt x="95250" y="333375"/>
                </a:lnTo>
                <a:lnTo>
                  <a:pt x="95250" y="352425"/>
                </a:lnTo>
                <a:lnTo>
                  <a:pt x="85725" y="352425"/>
                </a:lnTo>
                <a:close/>
                <a:moveTo>
                  <a:pt x="447675" y="342900"/>
                </a:moveTo>
                <a:lnTo>
                  <a:pt x="457200" y="342900"/>
                </a:lnTo>
                <a:lnTo>
                  <a:pt x="457200" y="352425"/>
                </a:lnTo>
                <a:lnTo>
                  <a:pt x="447675" y="352425"/>
                </a:lnTo>
                <a:close/>
                <a:moveTo>
                  <a:pt x="95250" y="352425"/>
                </a:moveTo>
                <a:lnTo>
                  <a:pt x="104775" y="352425"/>
                </a:lnTo>
                <a:lnTo>
                  <a:pt x="104775" y="361950"/>
                </a:lnTo>
                <a:lnTo>
                  <a:pt x="95250" y="361950"/>
                </a:lnTo>
                <a:close/>
                <a:moveTo>
                  <a:pt x="161925" y="352425"/>
                </a:moveTo>
                <a:lnTo>
                  <a:pt x="171450" y="352425"/>
                </a:lnTo>
                <a:lnTo>
                  <a:pt x="171450" y="361950"/>
                </a:lnTo>
                <a:lnTo>
                  <a:pt x="161925" y="361950"/>
                </a:lnTo>
                <a:close/>
                <a:moveTo>
                  <a:pt x="219075" y="352425"/>
                </a:moveTo>
                <a:lnTo>
                  <a:pt x="228600" y="352425"/>
                </a:lnTo>
                <a:lnTo>
                  <a:pt x="228600" y="361950"/>
                </a:lnTo>
                <a:lnTo>
                  <a:pt x="219075" y="361950"/>
                </a:lnTo>
                <a:close/>
                <a:moveTo>
                  <a:pt x="409575" y="352425"/>
                </a:moveTo>
                <a:lnTo>
                  <a:pt x="419100" y="352425"/>
                </a:lnTo>
                <a:lnTo>
                  <a:pt x="419100" y="361950"/>
                </a:lnTo>
                <a:lnTo>
                  <a:pt x="409575" y="361950"/>
                </a:lnTo>
                <a:close/>
                <a:moveTo>
                  <a:pt x="104775" y="361950"/>
                </a:moveTo>
                <a:lnTo>
                  <a:pt x="114300" y="361950"/>
                </a:lnTo>
                <a:lnTo>
                  <a:pt x="114300" y="371475"/>
                </a:lnTo>
                <a:lnTo>
                  <a:pt x="104775" y="371475"/>
                </a:lnTo>
                <a:close/>
                <a:moveTo>
                  <a:pt x="171450" y="361950"/>
                </a:moveTo>
                <a:lnTo>
                  <a:pt x="180975" y="361950"/>
                </a:lnTo>
                <a:lnTo>
                  <a:pt x="180975" y="371475"/>
                </a:lnTo>
                <a:lnTo>
                  <a:pt x="171450" y="371475"/>
                </a:lnTo>
                <a:close/>
                <a:moveTo>
                  <a:pt x="209550" y="361950"/>
                </a:moveTo>
                <a:lnTo>
                  <a:pt x="219075" y="361950"/>
                </a:lnTo>
                <a:lnTo>
                  <a:pt x="219075" y="371475"/>
                </a:lnTo>
                <a:lnTo>
                  <a:pt x="209550" y="371475"/>
                </a:lnTo>
                <a:close/>
                <a:moveTo>
                  <a:pt x="247650" y="371475"/>
                </a:moveTo>
                <a:lnTo>
                  <a:pt x="257175" y="371475"/>
                </a:lnTo>
                <a:lnTo>
                  <a:pt x="257175" y="381000"/>
                </a:lnTo>
                <a:lnTo>
                  <a:pt x="247650" y="381000"/>
                </a:lnTo>
                <a:close/>
                <a:moveTo>
                  <a:pt x="361950" y="371475"/>
                </a:moveTo>
                <a:lnTo>
                  <a:pt x="381000" y="371475"/>
                </a:lnTo>
                <a:lnTo>
                  <a:pt x="381000" y="381000"/>
                </a:lnTo>
                <a:lnTo>
                  <a:pt x="400050" y="381000"/>
                </a:lnTo>
                <a:lnTo>
                  <a:pt x="400050" y="390525"/>
                </a:lnTo>
                <a:lnTo>
                  <a:pt x="371475" y="390525"/>
                </a:lnTo>
                <a:lnTo>
                  <a:pt x="371475" y="381000"/>
                </a:lnTo>
                <a:lnTo>
                  <a:pt x="361950" y="381000"/>
                </a:lnTo>
                <a:close/>
                <a:moveTo>
                  <a:pt x="142875" y="381000"/>
                </a:moveTo>
                <a:lnTo>
                  <a:pt x="152400" y="381000"/>
                </a:lnTo>
                <a:lnTo>
                  <a:pt x="152400" y="390525"/>
                </a:lnTo>
                <a:lnTo>
                  <a:pt x="142875" y="390525"/>
                </a:lnTo>
                <a:close/>
                <a:moveTo>
                  <a:pt x="314325" y="381000"/>
                </a:moveTo>
                <a:lnTo>
                  <a:pt x="323850" y="381000"/>
                </a:lnTo>
                <a:lnTo>
                  <a:pt x="323850" y="390525"/>
                </a:lnTo>
                <a:lnTo>
                  <a:pt x="314325" y="390525"/>
                </a:lnTo>
                <a:close/>
                <a:moveTo>
                  <a:pt x="352425" y="381000"/>
                </a:moveTo>
                <a:lnTo>
                  <a:pt x="361950" y="381000"/>
                </a:lnTo>
                <a:lnTo>
                  <a:pt x="361950" y="390525"/>
                </a:lnTo>
                <a:lnTo>
                  <a:pt x="352425" y="390525"/>
                </a:lnTo>
                <a:close/>
                <a:moveTo>
                  <a:pt x="114300" y="390525"/>
                </a:moveTo>
                <a:lnTo>
                  <a:pt x="123825" y="390525"/>
                </a:lnTo>
                <a:lnTo>
                  <a:pt x="123825" y="409575"/>
                </a:lnTo>
                <a:lnTo>
                  <a:pt x="114300" y="409575"/>
                </a:lnTo>
                <a:close/>
                <a:moveTo>
                  <a:pt x="152400" y="390525"/>
                </a:moveTo>
                <a:lnTo>
                  <a:pt x="161925" y="390525"/>
                </a:lnTo>
                <a:lnTo>
                  <a:pt x="161925" y="400050"/>
                </a:lnTo>
                <a:lnTo>
                  <a:pt x="152400" y="400050"/>
                </a:lnTo>
                <a:close/>
                <a:moveTo>
                  <a:pt x="76200" y="400050"/>
                </a:moveTo>
                <a:lnTo>
                  <a:pt x="85725" y="400050"/>
                </a:lnTo>
                <a:lnTo>
                  <a:pt x="85725" y="409575"/>
                </a:lnTo>
                <a:lnTo>
                  <a:pt x="76200" y="409575"/>
                </a:lnTo>
                <a:close/>
                <a:moveTo>
                  <a:pt x="171450" y="400050"/>
                </a:moveTo>
                <a:lnTo>
                  <a:pt x="180975" y="400050"/>
                </a:lnTo>
                <a:lnTo>
                  <a:pt x="180975" y="409575"/>
                </a:lnTo>
                <a:lnTo>
                  <a:pt x="171450" y="409575"/>
                </a:lnTo>
                <a:close/>
                <a:moveTo>
                  <a:pt x="209550" y="400050"/>
                </a:moveTo>
                <a:lnTo>
                  <a:pt x="219075" y="400050"/>
                </a:lnTo>
                <a:lnTo>
                  <a:pt x="219075" y="409575"/>
                </a:lnTo>
                <a:lnTo>
                  <a:pt x="209550" y="409575"/>
                </a:lnTo>
                <a:close/>
                <a:moveTo>
                  <a:pt x="276225" y="409575"/>
                </a:moveTo>
                <a:lnTo>
                  <a:pt x="285750" y="409575"/>
                </a:lnTo>
                <a:lnTo>
                  <a:pt x="285750" y="419100"/>
                </a:lnTo>
                <a:lnTo>
                  <a:pt x="276225" y="419100"/>
                </a:lnTo>
                <a:close/>
                <a:moveTo>
                  <a:pt x="409575" y="409575"/>
                </a:moveTo>
                <a:lnTo>
                  <a:pt x="419100" y="409575"/>
                </a:lnTo>
                <a:lnTo>
                  <a:pt x="419100" y="428625"/>
                </a:lnTo>
                <a:lnTo>
                  <a:pt x="409575" y="428625"/>
                </a:lnTo>
                <a:close/>
                <a:moveTo>
                  <a:pt x="257175" y="419100"/>
                </a:moveTo>
                <a:lnTo>
                  <a:pt x="276225" y="419100"/>
                </a:lnTo>
                <a:lnTo>
                  <a:pt x="276225" y="428625"/>
                </a:lnTo>
                <a:lnTo>
                  <a:pt x="257175" y="428625"/>
                </a:lnTo>
                <a:close/>
                <a:moveTo>
                  <a:pt x="171450" y="428625"/>
                </a:moveTo>
                <a:lnTo>
                  <a:pt x="180975" y="428625"/>
                </a:lnTo>
                <a:lnTo>
                  <a:pt x="180975" y="438150"/>
                </a:lnTo>
                <a:lnTo>
                  <a:pt x="171450" y="438150"/>
                </a:lnTo>
                <a:close/>
                <a:moveTo>
                  <a:pt x="314325" y="428625"/>
                </a:moveTo>
                <a:lnTo>
                  <a:pt x="323850" y="428625"/>
                </a:lnTo>
                <a:lnTo>
                  <a:pt x="323850" y="438150"/>
                </a:lnTo>
                <a:lnTo>
                  <a:pt x="314325" y="438150"/>
                </a:lnTo>
                <a:close/>
                <a:moveTo>
                  <a:pt x="180975" y="438150"/>
                </a:moveTo>
                <a:lnTo>
                  <a:pt x="190500" y="438150"/>
                </a:lnTo>
                <a:lnTo>
                  <a:pt x="190500" y="447675"/>
                </a:lnTo>
                <a:lnTo>
                  <a:pt x="180975" y="447675"/>
                </a:lnTo>
                <a:close/>
                <a:moveTo>
                  <a:pt x="304800" y="438150"/>
                </a:moveTo>
                <a:lnTo>
                  <a:pt x="314325" y="438150"/>
                </a:lnTo>
                <a:lnTo>
                  <a:pt x="314325" y="447675"/>
                </a:lnTo>
                <a:lnTo>
                  <a:pt x="304800" y="447675"/>
                </a:lnTo>
                <a:close/>
                <a:moveTo>
                  <a:pt x="190500" y="447675"/>
                </a:moveTo>
                <a:lnTo>
                  <a:pt x="209550" y="447675"/>
                </a:lnTo>
                <a:lnTo>
                  <a:pt x="209550" y="457200"/>
                </a:lnTo>
                <a:lnTo>
                  <a:pt x="190500" y="457200"/>
                </a:lnTo>
                <a:close/>
                <a:moveTo>
                  <a:pt x="295275" y="447675"/>
                </a:moveTo>
                <a:lnTo>
                  <a:pt x="304800" y="447675"/>
                </a:lnTo>
                <a:lnTo>
                  <a:pt x="304800" y="457200"/>
                </a:lnTo>
                <a:lnTo>
                  <a:pt x="295275" y="457200"/>
                </a:lnTo>
                <a:close/>
                <a:moveTo>
                  <a:pt x="371475" y="447675"/>
                </a:moveTo>
                <a:lnTo>
                  <a:pt x="390525" y="447675"/>
                </a:lnTo>
                <a:lnTo>
                  <a:pt x="390525" y="457200"/>
                </a:lnTo>
                <a:lnTo>
                  <a:pt x="371475" y="457200"/>
                </a:lnTo>
                <a:close/>
                <a:moveTo>
                  <a:pt x="142875" y="457200"/>
                </a:moveTo>
                <a:lnTo>
                  <a:pt x="152400" y="457200"/>
                </a:lnTo>
                <a:lnTo>
                  <a:pt x="152400" y="466725"/>
                </a:lnTo>
                <a:lnTo>
                  <a:pt x="142875" y="466725"/>
                </a:lnTo>
                <a:close/>
                <a:moveTo>
                  <a:pt x="285750" y="457200"/>
                </a:moveTo>
                <a:lnTo>
                  <a:pt x="295275" y="457200"/>
                </a:lnTo>
                <a:lnTo>
                  <a:pt x="295275" y="466725"/>
                </a:lnTo>
                <a:lnTo>
                  <a:pt x="285750" y="466725"/>
                </a:lnTo>
                <a:close/>
                <a:moveTo>
                  <a:pt x="152400" y="466725"/>
                </a:moveTo>
                <a:lnTo>
                  <a:pt x="161925" y="466725"/>
                </a:lnTo>
                <a:lnTo>
                  <a:pt x="161925" y="476250"/>
                </a:lnTo>
                <a:lnTo>
                  <a:pt x="152400" y="476250"/>
                </a:lnTo>
                <a:close/>
                <a:moveTo>
                  <a:pt x="228600" y="476250"/>
                </a:moveTo>
                <a:lnTo>
                  <a:pt x="238125" y="476250"/>
                </a:lnTo>
                <a:lnTo>
                  <a:pt x="238125" y="485775"/>
                </a:lnTo>
                <a:lnTo>
                  <a:pt x="228600" y="485775"/>
                </a:lnTo>
                <a:close/>
                <a:moveTo>
                  <a:pt x="219075" y="485775"/>
                </a:moveTo>
                <a:lnTo>
                  <a:pt x="228600" y="485775"/>
                </a:lnTo>
                <a:lnTo>
                  <a:pt x="228600" y="495300"/>
                </a:lnTo>
                <a:lnTo>
                  <a:pt x="219075" y="495300"/>
                </a:lnTo>
                <a:close/>
              </a:path>
            </a:pathLst>
          </a:custGeom>
          <a:solidFill xmlns:a="http://schemas.openxmlformats.org/drawingml/2006/main">
            <a:srgbClr val="DDE5D7"/>
          </a:solidFill>
          <a:ln xmlns:a="http://schemas.openxmlformats.org/drawingml/2006/main" w="0">
            <a:noFill/>
          </a:ln>
        </p:spPr>
      </p:sp>
      <p:sp>
        <p:nvSpPr>
          <p:cNvPr id="74" name="back vector #bac6b7">
            <a:extLst xmlns:a="http://schemas.openxmlformats.org/drawingml/2006/main">
              <a:ext uri="{FF2B5EF4-FFF2-40B4-BE49-F238E27FC236}">
                <a16:creationId xmlns:a16="http://schemas.microsoft.com/office/drawing/2014/main" id="{B89F76B4-53D0-4093-9BDD-6583829255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67300" y="1647825"/>
            <a:ext cx="638175" cy="666750"/>
          </a:xfrm>
          <a:custGeom xmlns:a="http://schemas.openxmlformats.org/drawingml/2006/main">
            <a:pathLst>
              <a:path w="533400" h="561975">
                <a:moveTo>
                  <a:pt x="228600" y="57150"/>
                </a:moveTo>
                <a:lnTo>
                  <a:pt x="238125" y="57150"/>
                </a:lnTo>
                <a:lnTo>
                  <a:pt x="238125" y="66675"/>
                </a:lnTo>
                <a:lnTo>
                  <a:pt x="228600" y="66675"/>
                </a:lnTo>
                <a:close/>
                <a:moveTo>
                  <a:pt x="352425" y="57150"/>
                </a:moveTo>
                <a:lnTo>
                  <a:pt x="361950" y="57150"/>
                </a:lnTo>
                <a:lnTo>
                  <a:pt x="361950" y="66675"/>
                </a:lnTo>
                <a:lnTo>
                  <a:pt x="352425" y="66675"/>
                </a:lnTo>
                <a:close/>
                <a:moveTo>
                  <a:pt x="390525" y="57150"/>
                </a:moveTo>
                <a:lnTo>
                  <a:pt x="400050" y="57150"/>
                </a:lnTo>
                <a:lnTo>
                  <a:pt x="400050" y="66675"/>
                </a:lnTo>
                <a:lnTo>
                  <a:pt x="390525" y="66675"/>
                </a:lnTo>
                <a:close/>
                <a:moveTo>
                  <a:pt x="238125" y="66675"/>
                </a:moveTo>
                <a:lnTo>
                  <a:pt x="247650" y="66675"/>
                </a:lnTo>
                <a:lnTo>
                  <a:pt x="247650" y="76200"/>
                </a:lnTo>
                <a:lnTo>
                  <a:pt x="238125" y="76200"/>
                </a:lnTo>
                <a:close/>
                <a:moveTo>
                  <a:pt x="342900" y="66675"/>
                </a:moveTo>
                <a:lnTo>
                  <a:pt x="352425" y="66675"/>
                </a:lnTo>
                <a:lnTo>
                  <a:pt x="352425" y="76200"/>
                </a:lnTo>
                <a:lnTo>
                  <a:pt x="342900" y="76200"/>
                </a:lnTo>
                <a:close/>
                <a:moveTo>
                  <a:pt x="400050" y="66675"/>
                </a:moveTo>
                <a:lnTo>
                  <a:pt x="409575" y="66675"/>
                </a:lnTo>
                <a:lnTo>
                  <a:pt x="409575" y="76200"/>
                </a:lnTo>
                <a:lnTo>
                  <a:pt x="400050" y="76200"/>
                </a:lnTo>
                <a:close/>
                <a:moveTo>
                  <a:pt x="200025" y="76200"/>
                </a:moveTo>
                <a:lnTo>
                  <a:pt x="209550" y="76200"/>
                </a:lnTo>
                <a:lnTo>
                  <a:pt x="209550" y="85725"/>
                </a:lnTo>
                <a:lnTo>
                  <a:pt x="200025" y="85725"/>
                </a:lnTo>
                <a:close/>
                <a:moveTo>
                  <a:pt x="247650" y="76200"/>
                </a:moveTo>
                <a:lnTo>
                  <a:pt x="257175" y="76200"/>
                </a:lnTo>
                <a:lnTo>
                  <a:pt x="257175" y="85725"/>
                </a:lnTo>
                <a:lnTo>
                  <a:pt x="247650" y="85725"/>
                </a:lnTo>
                <a:close/>
                <a:moveTo>
                  <a:pt x="180975" y="85725"/>
                </a:moveTo>
                <a:lnTo>
                  <a:pt x="190500" y="85725"/>
                </a:lnTo>
                <a:lnTo>
                  <a:pt x="190500" y="95250"/>
                </a:lnTo>
                <a:lnTo>
                  <a:pt x="180975" y="95250"/>
                </a:lnTo>
                <a:close/>
                <a:moveTo>
                  <a:pt x="257175" y="85725"/>
                </a:moveTo>
                <a:lnTo>
                  <a:pt x="266700" y="85725"/>
                </a:lnTo>
                <a:lnTo>
                  <a:pt x="266700" y="104775"/>
                </a:lnTo>
                <a:lnTo>
                  <a:pt x="257175" y="104775"/>
                </a:lnTo>
                <a:close/>
                <a:moveTo>
                  <a:pt x="161925" y="95250"/>
                </a:moveTo>
                <a:lnTo>
                  <a:pt x="171450" y="95250"/>
                </a:lnTo>
                <a:lnTo>
                  <a:pt x="171450" y="104775"/>
                </a:lnTo>
                <a:lnTo>
                  <a:pt x="161925" y="104775"/>
                </a:lnTo>
                <a:close/>
                <a:moveTo>
                  <a:pt x="371475" y="95250"/>
                </a:moveTo>
                <a:lnTo>
                  <a:pt x="390525" y="95250"/>
                </a:lnTo>
                <a:lnTo>
                  <a:pt x="390525" y="104775"/>
                </a:lnTo>
                <a:lnTo>
                  <a:pt x="400050" y="104775"/>
                </a:lnTo>
                <a:lnTo>
                  <a:pt x="400050" y="123825"/>
                </a:lnTo>
                <a:lnTo>
                  <a:pt x="352425" y="123825"/>
                </a:lnTo>
                <a:lnTo>
                  <a:pt x="352425" y="114300"/>
                </a:lnTo>
                <a:lnTo>
                  <a:pt x="361950" y="114300"/>
                </a:lnTo>
                <a:lnTo>
                  <a:pt x="361950" y="104775"/>
                </a:lnTo>
                <a:lnTo>
                  <a:pt x="371475" y="104775"/>
                </a:lnTo>
                <a:close/>
                <a:moveTo>
                  <a:pt x="142875" y="104775"/>
                </a:moveTo>
                <a:lnTo>
                  <a:pt x="152400" y="104775"/>
                </a:lnTo>
                <a:lnTo>
                  <a:pt x="152400" y="114300"/>
                </a:lnTo>
                <a:lnTo>
                  <a:pt x="142875" y="114300"/>
                </a:lnTo>
                <a:close/>
                <a:moveTo>
                  <a:pt x="247650" y="104775"/>
                </a:moveTo>
                <a:lnTo>
                  <a:pt x="257175" y="104775"/>
                </a:lnTo>
                <a:lnTo>
                  <a:pt x="257175" y="114300"/>
                </a:lnTo>
                <a:lnTo>
                  <a:pt x="247650" y="114300"/>
                </a:lnTo>
                <a:close/>
                <a:moveTo>
                  <a:pt x="180975" y="114300"/>
                </a:moveTo>
                <a:lnTo>
                  <a:pt x="190500" y="114300"/>
                </a:lnTo>
                <a:lnTo>
                  <a:pt x="190500" y="123825"/>
                </a:lnTo>
                <a:lnTo>
                  <a:pt x="180975" y="123825"/>
                </a:lnTo>
                <a:close/>
                <a:moveTo>
                  <a:pt x="238125" y="114300"/>
                </a:moveTo>
                <a:lnTo>
                  <a:pt x="247650" y="114300"/>
                </a:lnTo>
                <a:lnTo>
                  <a:pt x="247650" y="123825"/>
                </a:lnTo>
                <a:lnTo>
                  <a:pt x="238125" y="123825"/>
                </a:lnTo>
                <a:close/>
                <a:moveTo>
                  <a:pt x="333375" y="114300"/>
                </a:moveTo>
                <a:lnTo>
                  <a:pt x="342900" y="114300"/>
                </a:lnTo>
                <a:lnTo>
                  <a:pt x="342900" y="123825"/>
                </a:lnTo>
                <a:lnTo>
                  <a:pt x="333375" y="123825"/>
                </a:lnTo>
                <a:close/>
                <a:moveTo>
                  <a:pt x="114300" y="123825"/>
                </a:moveTo>
                <a:lnTo>
                  <a:pt x="123825" y="123825"/>
                </a:lnTo>
                <a:lnTo>
                  <a:pt x="123825" y="133350"/>
                </a:lnTo>
                <a:lnTo>
                  <a:pt x="114300" y="133350"/>
                </a:lnTo>
                <a:close/>
                <a:moveTo>
                  <a:pt x="161925" y="123825"/>
                </a:moveTo>
                <a:lnTo>
                  <a:pt x="171450" y="123825"/>
                </a:lnTo>
                <a:lnTo>
                  <a:pt x="171450" y="133350"/>
                </a:lnTo>
                <a:lnTo>
                  <a:pt x="161925" y="133350"/>
                </a:lnTo>
                <a:close/>
                <a:moveTo>
                  <a:pt x="228600" y="123825"/>
                </a:moveTo>
                <a:lnTo>
                  <a:pt x="238125" y="123825"/>
                </a:lnTo>
                <a:lnTo>
                  <a:pt x="238125" y="133350"/>
                </a:lnTo>
                <a:lnTo>
                  <a:pt x="228600" y="133350"/>
                </a:lnTo>
                <a:close/>
                <a:moveTo>
                  <a:pt x="323850" y="123825"/>
                </a:moveTo>
                <a:lnTo>
                  <a:pt x="333375" y="123825"/>
                </a:lnTo>
                <a:lnTo>
                  <a:pt x="333375" y="133350"/>
                </a:lnTo>
                <a:lnTo>
                  <a:pt x="342900" y="133350"/>
                </a:lnTo>
                <a:lnTo>
                  <a:pt x="342900" y="152400"/>
                </a:lnTo>
                <a:lnTo>
                  <a:pt x="333375" y="152400"/>
                </a:lnTo>
                <a:lnTo>
                  <a:pt x="333375" y="161925"/>
                </a:lnTo>
                <a:lnTo>
                  <a:pt x="314325" y="161925"/>
                </a:lnTo>
                <a:lnTo>
                  <a:pt x="314325" y="142875"/>
                </a:lnTo>
                <a:lnTo>
                  <a:pt x="323850" y="142875"/>
                </a:lnTo>
                <a:close/>
                <a:moveTo>
                  <a:pt x="419100" y="123825"/>
                </a:moveTo>
                <a:lnTo>
                  <a:pt x="428625" y="123825"/>
                </a:lnTo>
                <a:lnTo>
                  <a:pt x="428625" y="142875"/>
                </a:lnTo>
                <a:lnTo>
                  <a:pt x="438150" y="142875"/>
                </a:lnTo>
                <a:lnTo>
                  <a:pt x="438150" y="152400"/>
                </a:lnTo>
                <a:lnTo>
                  <a:pt x="428625" y="152400"/>
                </a:lnTo>
                <a:lnTo>
                  <a:pt x="428625" y="161925"/>
                </a:lnTo>
                <a:lnTo>
                  <a:pt x="438150" y="161925"/>
                </a:lnTo>
                <a:lnTo>
                  <a:pt x="438150" y="171450"/>
                </a:lnTo>
                <a:lnTo>
                  <a:pt x="428625" y="171450"/>
                </a:lnTo>
                <a:lnTo>
                  <a:pt x="428625" y="190500"/>
                </a:lnTo>
                <a:lnTo>
                  <a:pt x="419100" y="190500"/>
                </a:lnTo>
                <a:lnTo>
                  <a:pt x="419100" y="180975"/>
                </a:lnTo>
                <a:lnTo>
                  <a:pt x="409575" y="180975"/>
                </a:lnTo>
                <a:lnTo>
                  <a:pt x="409575" y="133350"/>
                </a:lnTo>
                <a:lnTo>
                  <a:pt x="419100" y="133350"/>
                </a:lnTo>
                <a:close/>
                <a:moveTo>
                  <a:pt x="457200" y="123825"/>
                </a:moveTo>
                <a:lnTo>
                  <a:pt x="466725" y="123825"/>
                </a:lnTo>
                <a:lnTo>
                  <a:pt x="466725" y="133350"/>
                </a:lnTo>
                <a:lnTo>
                  <a:pt x="457200" y="133350"/>
                </a:lnTo>
                <a:close/>
                <a:moveTo>
                  <a:pt x="104775" y="133350"/>
                </a:moveTo>
                <a:lnTo>
                  <a:pt x="114300" y="133350"/>
                </a:lnTo>
                <a:lnTo>
                  <a:pt x="114300" y="142875"/>
                </a:lnTo>
                <a:lnTo>
                  <a:pt x="104775" y="142875"/>
                </a:lnTo>
                <a:close/>
                <a:moveTo>
                  <a:pt x="133350" y="142875"/>
                </a:moveTo>
                <a:lnTo>
                  <a:pt x="142875" y="142875"/>
                </a:lnTo>
                <a:lnTo>
                  <a:pt x="142875" y="152400"/>
                </a:lnTo>
                <a:lnTo>
                  <a:pt x="133350" y="152400"/>
                </a:lnTo>
                <a:close/>
                <a:moveTo>
                  <a:pt x="123825" y="152400"/>
                </a:moveTo>
                <a:lnTo>
                  <a:pt x="133350" y="152400"/>
                </a:lnTo>
                <a:lnTo>
                  <a:pt x="133350" y="161925"/>
                </a:lnTo>
                <a:lnTo>
                  <a:pt x="123825" y="161925"/>
                </a:lnTo>
                <a:close/>
                <a:moveTo>
                  <a:pt x="361950" y="152400"/>
                </a:moveTo>
                <a:lnTo>
                  <a:pt x="390525" y="152400"/>
                </a:lnTo>
                <a:lnTo>
                  <a:pt x="390525" y="161925"/>
                </a:lnTo>
                <a:lnTo>
                  <a:pt x="381000" y="161925"/>
                </a:lnTo>
                <a:lnTo>
                  <a:pt x="381000" y="171450"/>
                </a:lnTo>
                <a:lnTo>
                  <a:pt x="371475" y="171450"/>
                </a:lnTo>
                <a:lnTo>
                  <a:pt x="371475" y="161925"/>
                </a:lnTo>
                <a:lnTo>
                  <a:pt x="361950" y="161925"/>
                </a:lnTo>
                <a:close/>
                <a:moveTo>
                  <a:pt x="76200" y="171450"/>
                </a:moveTo>
                <a:lnTo>
                  <a:pt x="85725" y="171450"/>
                </a:lnTo>
                <a:lnTo>
                  <a:pt x="85725" y="180975"/>
                </a:lnTo>
                <a:lnTo>
                  <a:pt x="76200" y="180975"/>
                </a:lnTo>
                <a:close/>
                <a:moveTo>
                  <a:pt x="466725" y="171450"/>
                </a:moveTo>
                <a:lnTo>
                  <a:pt x="476250" y="171450"/>
                </a:lnTo>
                <a:lnTo>
                  <a:pt x="476250" y="180975"/>
                </a:lnTo>
                <a:lnTo>
                  <a:pt x="466725" y="180975"/>
                </a:lnTo>
                <a:close/>
                <a:moveTo>
                  <a:pt x="285750" y="180975"/>
                </a:moveTo>
                <a:lnTo>
                  <a:pt x="295275" y="180975"/>
                </a:lnTo>
                <a:lnTo>
                  <a:pt x="295275" y="190500"/>
                </a:lnTo>
                <a:lnTo>
                  <a:pt x="285750" y="190500"/>
                </a:lnTo>
                <a:close/>
                <a:moveTo>
                  <a:pt x="333375" y="180975"/>
                </a:moveTo>
                <a:lnTo>
                  <a:pt x="342900" y="180975"/>
                </a:lnTo>
                <a:lnTo>
                  <a:pt x="342900" y="200025"/>
                </a:lnTo>
                <a:lnTo>
                  <a:pt x="352425" y="200025"/>
                </a:lnTo>
                <a:lnTo>
                  <a:pt x="352425" y="190500"/>
                </a:lnTo>
                <a:lnTo>
                  <a:pt x="361950" y="190500"/>
                </a:lnTo>
                <a:lnTo>
                  <a:pt x="361950" y="209550"/>
                </a:lnTo>
                <a:lnTo>
                  <a:pt x="333375" y="209550"/>
                </a:lnTo>
                <a:close/>
                <a:moveTo>
                  <a:pt x="457200" y="180975"/>
                </a:moveTo>
                <a:lnTo>
                  <a:pt x="466725" y="180975"/>
                </a:lnTo>
                <a:lnTo>
                  <a:pt x="466725" y="190500"/>
                </a:lnTo>
                <a:lnTo>
                  <a:pt x="457200" y="190500"/>
                </a:lnTo>
                <a:close/>
                <a:moveTo>
                  <a:pt x="180975" y="190500"/>
                </a:moveTo>
                <a:lnTo>
                  <a:pt x="209550" y="190500"/>
                </a:lnTo>
                <a:lnTo>
                  <a:pt x="209550" y="200025"/>
                </a:lnTo>
                <a:lnTo>
                  <a:pt x="180975" y="200025"/>
                </a:lnTo>
                <a:close/>
                <a:moveTo>
                  <a:pt x="390525" y="190500"/>
                </a:moveTo>
                <a:lnTo>
                  <a:pt x="400050" y="190500"/>
                </a:lnTo>
                <a:lnTo>
                  <a:pt x="400050" y="209550"/>
                </a:lnTo>
                <a:lnTo>
                  <a:pt x="390525" y="209550"/>
                </a:lnTo>
                <a:close/>
                <a:moveTo>
                  <a:pt x="409575" y="190500"/>
                </a:moveTo>
                <a:lnTo>
                  <a:pt x="419100" y="190500"/>
                </a:lnTo>
                <a:lnTo>
                  <a:pt x="419100" y="200025"/>
                </a:lnTo>
                <a:lnTo>
                  <a:pt x="409575" y="200025"/>
                </a:lnTo>
                <a:close/>
                <a:moveTo>
                  <a:pt x="219075" y="200025"/>
                </a:moveTo>
                <a:lnTo>
                  <a:pt x="228600" y="200025"/>
                </a:lnTo>
                <a:lnTo>
                  <a:pt x="228600" y="209550"/>
                </a:lnTo>
                <a:lnTo>
                  <a:pt x="219075" y="209550"/>
                </a:lnTo>
                <a:close/>
                <a:moveTo>
                  <a:pt x="371475" y="200025"/>
                </a:moveTo>
                <a:lnTo>
                  <a:pt x="381000" y="200025"/>
                </a:lnTo>
                <a:lnTo>
                  <a:pt x="381000" y="209550"/>
                </a:lnTo>
                <a:lnTo>
                  <a:pt x="371475" y="209550"/>
                </a:lnTo>
                <a:close/>
                <a:moveTo>
                  <a:pt x="228600" y="209550"/>
                </a:moveTo>
                <a:lnTo>
                  <a:pt x="238125" y="209550"/>
                </a:lnTo>
                <a:lnTo>
                  <a:pt x="238125" y="219075"/>
                </a:lnTo>
                <a:lnTo>
                  <a:pt x="228600" y="219075"/>
                </a:lnTo>
                <a:close/>
                <a:moveTo>
                  <a:pt x="238125" y="219075"/>
                </a:moveTo>
                <a:lnTo>
                  <a:pt x="247650" y="219075"/>
                </a:lnTo>
                <a:lnTo>
                  <a:pt x="247650" y="228600"/>
                </a:lnTo>
                <a:lnTo>
                  <a:pt x="238125" y="228600"/>
                </a:lnTo>
                <a:close/>
                <a:moveTo>
                  <a:pt x="257175" y="219075"/>
                </a:moveTo>
                <a:lnTo>
                  <a:pt x="295275" y="219075"/>
                </a:lnTo>
                <a:lnTo>
                  <a:pt x="295275" y="228600"/>
                </a:lnTo>
                <a:lnTo>
                  <a:pt x="257175" y="228600"/>
                </a:lnTo>
                <a:close/>
                <a:moveTo>
                  <a:pt x="447675" y="219075"/>
                </a:moveTo>
                <a:lnTo>
                  <a:pt x="457200" y="219075"/>
                </a:lnTo>
                <a:lnTo>
                  <a:pt x="457200" y="228600"/>
                </a:lnTo>
                <a:lnTo>
                  <a:pt x="447675" y="228600"/>
                </a:lnTo>
                <a:close/>
                <a:moveTo>
                  <a:pt x="95250" y="228600"/>
                </a:moveTo>
                <a:lnTo>
                  <a:pt x="104775" y="228600"/>
                </a:lnTo>
                <a:lnTo>
                  <a:pt x="104775" y="238125"/>
                </a:lnTo>
                <a:lnTo>
                  <a:pt x="95250" y="238125"/>
                </a:lnTo>
                <a:close/>
                <a:moveTo>
                  <a:pt x="438150" y="228600"/>
                </a:moveTo>
                <a:lnTo>
                  <a:pt x="447675" y="228600"/>
                </a:lnTo>
                <a:lnTo>
                  <a:pt x="447675" y="238125"/>
                </a:lnTo>
                <a:lnTo>
                  <a:pt x="438150" y="238125"/>
                </a:lnTo>
                <a:close/>
                <a:moveTo>
                  <a:pt x="209550" y="238125"/>
                </a:moveTo>
                <a:lnTo>
                  <a:pt x="219075" y="238125"/>
                </a:lnTo>
                <a:lnTo>
                  <a:pt x="219075" y="247650"/>
                </a:lnTo>
                <a:lnTo>
                  <a:pt x="209550" y="247650"/>
                </a:lnTo>
                <a:close/>
                <a:moveTo>
                  <a:pt x="342900" y="238125"/>
                </a:moveTo>
                <a:lnTo>
                  <a:pt x="352425" y="238125"/>
                </a:lnTo>
                <a:lnTo>
                  <a:pt x="352425" y="247650"/>
                </a:lnTo>
                <a:lnTo>
                  <a:pt x="342900" y="247650"/>
                </a:lnTo>
                <a:close/>
                <a:moveTo>
                  <a:pt x="161925" y="247650"/>
                </a:moveTo>
                <a:lnTo>
                  <a:pt x="171450" y="247650"/>
                </a:lnTo>
                <a:lnTo>
                  <a:pt x="171450" y="257175"/>
                </a:lnTo>
                <a:lnTo>
                  <a:pt x="161925" y="257175"/>
                </a:lnTo>
                <a:close/>
                <a:moveTo>
                  <a:pt x="219075" y="247650"/>
                </a:moveTo>
                <a:lnTo>
                  <a:pt x="228600" y="247650"/>
                </a:lnTo>
                <a:lnTo>
                  <a:pt x="228600" y="257175"/>
                </a:lnTo>
                <a:lnTo>
                  <a:pt x="219075" y="257175"/>
                </a:lnTo>
                <a:close/>
                <a:moveTo>
                  <a:pt x="352425" y="247650"/>
                </a:moveTo>
                <a:lnTo>
                  <a:pt x="361950" y="247650"/>
                </a:lnTo>
                <a:lnTo>
                  <a:pt x="361950" y="257175"/>
                </a:lnTo>
                <a:lnTo>
                  <a:pt x="352425" y="257175"/>
                </a:lnTo>
                <a:close/>
                <a:moveTo>
                  <a:pt x="238125" y="257175"/>
                </a:moveTo>
                <a:lnTo>
                  <a:pt x="257175" y="257175"/>
                </a:lnTo>
                <a:lnTo>
                  <a:pt x="257175" y="266700"/>
                </a:lnTo>
                <a:lnTo>
                  <a:pt x="238125" y="266700"/>
                </a:lnTo>
                <a:close/>
                <a:moveTo>
                  <a:pt x="104775" y="266700"/>
                </a:moveTo>
                <a:lnTo>
                  <a:pt x="114300" y="266700"/>
                </a:lnTo>
                <a:lnTo>
                  <a:pt x="114300" y="276225"/>
                </a:lnTo>
                <a:lnTo>
                  <a:pt x="104775" y="276225"/>
                </a:lnTo>
                <a:close/>
                <a:moveTo>
                  <a:pt x="276225" y="266700"/>
                </a:moveTo>
                <a:lnTo>
                  <a:pt x="285750" y="266700"/>
                </a:lnTo>
                <a:lnTo>
                  <a:pt x="285750" y="276225"/>
                </a:lnTo>
                <a:lnTo>
                  <a:pt x="276225" y="276225"/>
                </a:lnTo>
                <a:close/>
                <a:moveTo>
                  <a:pt x="438150" y="266700"/>
                </a:moveTo>
                <a:lnTo>
                  <a:pt x="447675" y="266700"/>
                </a:lnTo>
                <a:lnTo>
                  <a:pt x="447675" y="276225"/>
                </a:lnTo>
                <a:lnTo>
                  <a:pt x="438150" y="276225"/>
                </a:lnTo>
                <a:close/>
                <a:moveTo>
                  <a:pt x="180975" y="276225"/>
                </a:moveTo>
                <a:lnTo>
                  <a:pt x="209550" y="276225"/>
                </a:lnTo>
                <a:lnTo>
                  <a:pt x="209550" y="285750"/>
                </a:lnTo>
                <a:lnTo>
                  <a:pt x="180975" y="285750"/>
                </a:lnTo>
                <a:close/>
                <a:moveTo>
                  <a:pt x="428625" y="276225"/>
                </a:moveTo>
                <a:lnTo>
                  <a:pt x="438150" y="276225"/>
                </a:lnTo>
                <a:lnTo>
                  <a:pt x="438150" y="295275"/>
                </a:lnTo>
                <a:lnTo>
                  <a:pt x="428625" y="295275"/>
                </a:lnTo>
                <a:close/>
                <a:moveTo>
                  <a:pt x="304800" y="285750"/>
                </a:moveTo>
                <a:lnTo>
                  <a:pt x="314325" y="285750"/>
                </a:lnTo>
                <a:lnTo>
                  <a:pt x="314325" y="295275"/>
                </a:lnTo>
                <a:lnTo>
                  <a:pt x="304800" y="295275"/>
                </a:lnTo>
                <a:close/>
                <a:moveTo>
                  <a:pt x="314325" y="295275"/>
                </a:moveTo>
                <a:lnTo>
                  <a:pt x="323850" y="295275"/>
                </a:lnTo>
                <a:lnTo>
                  <a:pt x="323850" y="304800"/>
                </a:lnTo>
                <a:lnTo>
                  <a:pt x="314325" y="304800"/>
                </a:lnTo>
                <a:close/>
                <a:moveTo>
                  <a:pt x="57150" y="304800"/>
                </a:moveTo>
                <a:lnTo>
                  <a:pt x="66675" y="304800"/>
                </a:lnTo>
                <a:lnTo>
                  <a:pt x="66675" y="314325"/>
                </a:lnTo>
                <a:lnTo>
                  <a:pt x="57150" y="314325"/>
                </a:lnTo>
                <a:close/>
                <a:moveTo>
                  <a:pt x="190500" y="304800"/>
                </a:moveTo>
                <a:lnTo>
                  <a:pt x="209550" y="304800"/>
                </a:lnTo>
                <a:lnTo>
                  <a:pt x="209550" y="314325"/>
                </a:lnTo>
                <a:lnTo>
                  <a:pt x="190500" y="314325"/>
                </a:lnTo>
                <a:close/>
                <a:moveTo>
                  <a:pt x="47625" y="314325"/>
                </a:moveTo>
                <a:lnTo>
                  <a:pt x="57150" y="314325"/>
                </a:lnTo>
                <a:lnTo>
                  <a:pt x="57150" y="323850"/>
                </a:lnTo>
                <a:lnTo>
                  <a:pt x="47625" y="323850"/>
                </a:lnTo>
                <a:close/>
                <a:moveTo>
                  <a:pt x="133350" y="314325"/>
                </a:moveTo>
                <a:lnTo>
                  <a:pt x="142875" y="314325"/>
                </a:lnTo>
                <a:lnTo>
                  <a:pt x="142875" y="323850"/>
                </a:lnTo>
                <a:lnTo>
                  <a:pt x="133350" y="323850"/>
                </a:lnTo>
                <a:close/>
                <a:moveTo>
                  <a:pt x="171450" y="314325"/>
                </a:moveTo>
                <a:lnTo>
                  <a:pt x="180975" y="314325"/>
                </a:lnTo>
                <a:lnTo>
                  <a:pt x="180975" y="323850"/>
                </a:lnTo>
                <a:lnTo>
                  <a:pt x="171450" y="323850"/>
                </a:lnTo>
                <a:close/>
                <a:moveTo>
                  <a:pt x="247650" y="314325"/>
                </a:moveTo>
                <a:lnTo>
                  <a:pt x="257175" y="314325"/>
                </a:lnTo>
                <a:lnTo>
                  <a:pt x="257175" y="323850"/>
                </a:lnTo>
                <a:lnTo>
                  <a:pt x="247650" y="323850"/>
                </a:lnTo>
                <a:close/>
                <a:moveTo>
                  <a:pt x="161925" y="323850"/>
                </a:moveTo>
                <a:lnTo>
                  <a:pt x="171450" y="323850"/>
                </a:lnTo>
                <a:lnTo>
                  <a:pt x="171450" y="333375"/>
                </a:lnTo>
                <a:lnTo>
                  <a:pt x="161925" y="333375"/>
                </a:lnTo>
                <a:close/>
                <a:moveTo>
                  <a:pt x="419100" y="333375"/>
                </a:moveTo>
                <a:lnTo>
                  <a:pt x="428625" y="333375"/>
                </a:lnTo>
                <a:lnTo>
                  <a:pt x="428625" y="342900"/>
                </a:lnTo>
                <a:lnTo>
                  <a:pt x="419100" y="342900"/>
                </a:lnTo>
                <a:close/>
                <a:moveTo>
                  <a:pt x="47625" y="361950"/>
                </a:moveTo>
                <a:lnTo>
                  <a:pt x="57150" y="361950"/>
                </a:lnTo>
                <a:lnTo>
                  <a:pt x="57150" y="371475"/>
                </a:lnTo>
                <a:lnTo>
                  <a:pt x="47625" y="371475"/>
                </a:lnTo>
                <a:close/>
                <a:moveTo>
                  <a:pt x="133350" y="361950"/>
                </a:moveTo>
                <a:lnTo>
                  <a:pt x="142875" y="361950"/>
                </a:lnTo>
                <a:lnTo>
                  <a:pt x="142875" y="371475"/>
                </a:lnTo>
                <a:lnTo>
                  <a:pt x="133350" y="371475"/>
                </a:lnTo>
                <a:close/>
                <a:moveTo>
                  <a:pt x="438150" y="361950"/>
                </a:moveTo>
                <a:lnTo>
                  <a:pt x="447675" y="361950"/>
                </a:lnTo>
                <a:lnTo>
                  <a:pt x="447675" y="371475"/>
                </a:lnTo>
                <a:lnTo>
                  <a:pt x="438150" y="371475"/>
                </a:lnTo>
                <a:close/>
                <a:moveTo>
                  <a:pt x="57150" y="371475"/>
                </a:moveTo>
                <a:lnTo>
                  <a:pt x="66675" y="371475"/>
                </a:lnTo>
                <a:lnTo>
                  <a:pt x="66675" y="381000"/>
                </a:lnTo>
                <a:lnTo>
                  <a:pt x="57150" y="381000"/>
                </a:lnTo>
                <a:close/>
                <a:moveTo>
                  <a:pt x="180975" y="371475"/>
                </a:moveTo>
                <a:lnTo>
                  <a:pt x="209550" y="371475"/>
                </a:lnTo>
                <a:lnTo>
                  <a:pt x="209550" y="381000"/>
                </a:lnTo>
                <a:lnTo>
                  <a:pt x="180975" y="381000"/>
                </a:lnTo>
                <a:close/>
                <a:moveTo>
                  <a:pt x="276225" y="371475"/>
                </a:moveTo>
                <a:lnTo>
                  <a:pt x="285750" y="371475"/>
                </a:lnTo>
                <a:lnTo>
                  <a:pt x="285750" y="381000"/>
                </a:lnTo>
                <a:lnTo>
                  <a:pt x="276225" y="381000"/>
                </a:lnTo>
                <a:close/>
                <a:moveTo>
                  <a:pt x="400050" y="371475"/>
                </a:moveTo>
                <a:lnTo>
                  <a:pt x="409575" y="371475"/>
                </a:lnTo>
                <a:lnTo>
                  <a:pt x="409575" y="381000"/>
                </a:lnTo>
                <a:lnTo>
                  <a:pt x="400050" y="381000"/>
                </a:lnTo>
                <a:close/>
                <a:moveTo>
                  <a:pt x="238125" y="381000"/>
                </a:moveTo>
                <a:lnTo>
                  <a:pt x="247650" y="381000"/>
                </a:lnTo>
                <a:lnTo>
                  <a:pt x="247650" y="390525"/>
                </a:lnTo>
                <a:lnTo>
                  <a:pt x="238125" y="390525"/>
                </a:lnTo>
                <a:close/>
                <a:moveTo>
                  <a:pt x="361950" y="381000"/>
                </a:moveTo>
                <a:lnTo>
                  <a:pt x="371475" y="381000"/>
                </a:lnTo>
                <a:lnTo>
                  <a:pt x="371475" y="390525"/>
                </a:lnTo>
                <a:lnTo>
                  <a:pt x="361950" y="390525"/>
                </a:lnTo>
                <a:close/>
                <a:moveTo>
                  <a:pt x="428625" y="381000"/>
                </a:moveTo>
                <a:lnTo>
                  <a:pt x="438150" y="381000"/>
                </a:lnTo>
                <a:lnTo>
                  <a:pt x="438150" y="390525"/>
                </a:lnTo>
                <a:lnTo>
                  <a:pt x="428625" y="390525"/>
                </a:lnTo>
                <a:close/>
                <a:moveTo>
                  <a:pt x="228600" y="390525"/>
                </a:moveTo>
                <a:lnTo>
                  <a:pt x="238125" y="390525"/>
                </a:lnTo>
                <a:lnTo>
                  <a:pt x="238125" y="400050"/>
                </a:lnTo>
                <a:lnTo>
                  <a:pt x="228600" y="400050"/>
                </a:lnTo>
                <a:close/>
                <a:moveTo>
                  <a:pt x="352425" y="390525"/>
                </a:moveTo>
                <a:lnTo>
                  <a:pt x="361950" y="390525"/>
                </a:lnTo>
                <a:lnTo>
                  <a:pt x="361950" y="409575"/>
                </a:lnTo>
                <a:lnTo>
                  <a:pt x="352425" y="409575"/>
                </a:lnTo>
                <a:close/>
                <a:moveTo>
                  <a:pt x="180975" y="400050"/>
                </a:moveTo>
                <a:lnTo>
                  <a:pt x="209550" y="400050"/>
                </a:lnTo>
                <a:lnTo>
                  <a:pt x="209550" y="409575"/>
                </a:lnTo>
                <a:lnTo>
                  <a:pt x="180975" y="409575"/>
                </a:lnTo>
                <a:close/>
                <a:moveTo>
                  <a:pt x="314325" y="409575"/>
                </a:moveTo>
                <a:lnTo>
                  <a:pt x="323850" y="409575"/>
                </a:lnTo>
                <a:lnTo>
                  <a:pt x="323850" y="428625"/>
                </a:lnTo>
                <a:lnTo>
                  <a:pt x="314325" y="428625"/>
                </a:lnTo>
                <a:close/>
                <a:moveTo>
                  <a:pt x="114300" y="419100"/>
                </a:moveTo>
                <a:lnTo>
                  <a:pt x="123825" y="419100"/>
                </a:lnTo>
                <a:lnTo>
                  <a:pt x="123825" y="428625"/>
                </a:lnTo>
                <a:lnTo>
                  <a:pt x="114300" y="428625"/>
                </a:lnTo>
                <a:close/>
                <a:moveTo>
                  <a:pt x="133350" y="419100"/>
                </a:moveTo>
                <a:lnTo>
                  <a:pt x="152400" y="419100"/>
                </a:lnTo>
                <a:lnTo>
                  <a:pt x="152400" y="428625"/>
                </a:lnTo>
                <a:lnTo>
                  <a:pt x="133350" y="428625"/>
                </a:lnTo>
                <a:close/>
                <a:moveTo>
                  <a:pt x="238125" y="419100"/>
                </a:moveTo>
                <a:lnTo>
                  <a:pt x="257175" y="419100"/>
                </a:lnTo>
                <a:lnTo>
                  <a:pt x="257175" y="428625"/>
                </a:lnTo>
                <a:lnTo>
                  <a:pt x="238125" y="428625"/>
                </a:lnTo>
                <a:close/>
                <a:moveTo>
                  <a:pt x="161925" y="428625"/>
                </a:moveTo>
                <a:lnTo>
                  <a:pt x="171450" y="428625"/>
                </a:lnTo>
                <a:lnTo>
                  <a:pt x="171450" y="438150"/>
                </a:lnTo>
                <a:lnTo>
                  <a:pt x="161925" y="438150"/>
                </a:lnTo>
                <a:close/>
                <a:moveTo>
                  <a:pt x="219075" y="428625"/>
                </a:moveTo>
                <a:lnTo>
                  <a:pt x="228600" y="428625"/>
                </a:lnTo>
                <a:lnTo>
                  <a:pt x="228600" y="438150"/>
                </a:lnTo>
                <a:lnTo>
                  <a:pt x="219075" y="438150"/>
                </a:lnTo>
                <a:close/>
                <a:moveTo>
                  <a:pt x="409575" y="428625"/>
                </a:moveTo>
                <a:lnTo>
                  <a:pt x="419100" y="428625"/>
                </a:lnTo>
                <a:lnTo>
                  <a:pt x="419100" y="447675"/>
                </a:lnTo>
                <a:lnTo>
                  <a:pt x="409575" y="447675"/>
                </a:lnTo>
                <a:lnTo>
                  <a:pt x="409575" y="457200"/>
                </a:lnTo>
                <a:lnTo>
                  <a:pt x="390525" y="457200"/>
                </a:lnTo>
                <a:lnTo>
                  <a:pt x="390525" y="447675"/>
                </a:lnTo>
                <a:lnTo>
                  <a:pt x="400050" y="447675"/>
                </a:lnTo>
                <a:lnTo>
                  <a:pt x="400050" y="438150"/>
                </a:lnTo>
                <a:lnTo>
                  <a:pt x="409575" y="438150"/>
                </a:lnTo>
                <a:close/>
                <a:moveTo>
                  <a:pt x="171450" y="438150"/>
                </a:moveTo>
                <a:lnTo>
                  <a:pt x="180975" y="438150"/>
                </a:lnTo>
                <a:lnTo>
                  <a:pt x="180975" y="447675"/>
                </a:lnTo>
                <a:lnTo>
                  <a:pt x="171450" y="447675"/>
                </a:lnTo>
                <a:close/>
                <a:moveTo>
                  <a:pt x="209550" y="438150"/>
                </a:moveTo>
                <a:lnTo>
                  <a:pt x="219075" y="438150"/>
                </a:lnTo>
                <a:lnTo>
                  <a:pt x="219075" y="447675"/>
                </a:lnTo>
                <a:lnTo>
                  <a:pt x="209550" y="447675"/>
                </a:lnTo>
                <a:close/>
                <a:moveTo>
                  <a:pt x="180975" y="447675"/>
                </a:moveTo>
                <a:lnTo>
                  <a:pt x="190500" y="447675"/>
                </a:lnTo>
                <a:lnTo>
                  <a:pt x="190500" y="457200"/>
                </a:lnTo>
                <a:lnTo>
                  <a:pt x="180975" y="457200"/>
                </a:lnTo>
                <a:close/>
                <a:moveTo>
                  <a:pt x="104775" y="457200"/>
                </a:moveTo>
                <a:lnTo>
                  <a:pt x="133350" y="457200"/>
                </a:lnTo>
                <a:lnTo>
                  <a:pt x="133350" y="466725"/>
                </a:lnTo>
                <a:lnTo>
                  <a:pt x="104775" y="466725"/>
                </a:lnTo>
                <a:close/>
                <a:moveTo>
                  <a:pt x="190500" y="457200"/>
                </a:moveTo>
                <a:lnTo>
                  <a:pt x="200025" y="457200"/>
                </a:lnTo>
                <a:lnTo>
                  <a:pt x="200025" y="466725"/>
                </a:lnTo>
                <a:lnTo>
                  <a:pt x="190500" y="466725"/>
                </a:lnTo>
                <a:close/>
                <a:moveTo>
                  <a:pt x="238125" y="457200"/>
                </a:moveTo>
                <a:lnTo>
                  <a:pt x="247650" y="457200"/>
                </a:lnTo>
                <a:lnTo>
                  <a:pt x="247650" y="466725"/>
                </a:lnTo>
                <a:lnTo>
                  <a:pt x="238125" y="466725"/>
                </a:lnTo>
                <a:close/>
                <a:moveTo>
                  <a:pt x="266700" y="457200"/>
                </a:moveTo>
                <a:lnTo>
                  <a:pt x="285750" y="457200"/>
                </a:lnTo>
                <a:lnTo>
                  <a:pt x="285750" y="466725"/>
                </a:lnTo>
                <a:lnTo>
                  <a:pt x="266700" y="466725"/>
                </a:lnTo>
                <a:close/>
                <a:moveTo>
                  <a:pt x="228600" y="466725"/>
                </a:moveTo>
                <a:lnTo>
                  <a:pt x="238125" y="466725"/>
                </a:lnTo>
                <a:lnTo>
                  <a:pt x="238125" y="476250"/>
                </a:lnTo>
                <a:lnTo>
                  <a:pt x="228600" y="476250"/>
                </a:lnTo>
                <a:close/>
                <a:moveTo>
                  <a:pt x="161925" y="476250"/>
                </a:moveTo>
                <a:lnTo>
                  <a:pt x="171450" y="476250"/>
                </a:lnTo>
                <a:lnTo>
                  <a:pt x="171450" y="485775"/>
                </a:lnTo>
                <a:lnTo>
                  <a:pt x="161925" y="485775"/>
                </a:lnTo>
                <a:close/>
                <a:moveTo>
                  <a:pt x="219075" y="476250"/>
                </a:moveTo>
                <a:lnTo>
                  <a:pt x="228600" y="476250"/>
                </a:lnTo>
                <a:lnTo>
                  <a:pt x="228600" y="485775"/>
                </a:lnTo>
                <a:lnTo>
                  <a:pt x="219075" y="485775"/>
                </a:lnTo>
                <a:close/>
                <a:moveTo>
                  <a:pt x="171450" y="485775"/>
                </a:moveTo>
                <a:lnTo>
                  <a:pt x="219075" y="485775"/>
                </a:lnTo>
                <a:lnTo>
                  <a:pt x="219075" y="495300"/>
                </a:lnTo>
                <a:lnTo>
                  <a:pt x="171450" y="495300"/>
                </a:lnTo>
                <a:close/>
              </a:path>
            </a:pathLst>
          </a:custGeom>
          <a:solidFill xmlns:a="http://schemas.openxmlformats.org/drawingml/2006/main">
            <a:srgbClr val="BAC6B7"/>
          </a:solidFill>
          <a:ln xmlns:a="http://schemas.openxmlformats.org/drawingml/2006/main" w="0">
            <a:noFill/>
          </a:ln>
        </p:spPr>
      </p:sp>
      <p:sp>
        <p:nvSpPr>
          <p:cNvPr id="75" name="back vector #8e9c8d">
            <a:extLst xmlns:a="http://schemas.openxmlformats.org/drawingml/2006/main">
              <a:ext uri="{FF2B5EF4-FFF2-40B4-BE49-F238E27FC236}">
                <a16:creationId xmlns:a16="http://schemas.microsoft.com/office/drawing/2014/main" id="{AA515CF4-DEF0-4B95-838D-8CB5EA00AE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67300" y="1647825"/>
            <a:ext cx="638175" cy="666750"/>
          </a:xfrm>
          <a:custGeom xmlns:a="http://schemas.openxmlformats.org/drawingml/2006/main">
            <a:pathLst>
              <a:path w="533400" h="561975">
                <a:moveTo>
                  <a:pt x="219075" y="57150"/>
                </a:moveTo>
                <a:lnTo>
                  <a:pt x="228600" y="57150"/>
                </a:lnTo>
                <a:lnTo>
                  <a:pt x="228600" y="66675"/>
                </a:lnTo>
                <a:lnTo>
                  <a:pt x="219075" y="66675"/>
                </a:lnTo>
                <a:close/>
                <a:moveTo>
                  <a:pt x="361950" y="57150"/>
                </a:moveTo>
                <a:lnTo>
                  <a:pt x="390525" y="57150"/>
                </a:lnTo>
                <a:lnTo>
                  <a:pt x="390525" y="66675"/>
                </a:lnTo>
                <a:lnTo>
                  <a:pt x="361950" y="66675"/>
                </a:lnTo>
                <a:close/>
                <a:moveTo>
                  <a:pt x="209550" y="66675"/>
                </a:moveTo>
                <a:lnTo>
                  <a:pt x="219075" y="66675"/>
                </a:lnTo>
                <a:lnTo>
                  <a:pt x="219075" y="76200"/>
                </a:lnTo>
                <a:lnTo>
                  <a:pt x="209550" y="76200"/>
                </a:lnTo>
                <a:close/>
                <a:moveTo>
                  <a:pt x="352425" y="66675"/>
                </a:moveTo>
                <a:lnTo>
                  <a:pt x="361950" y="66675"/>
                </a:lnTo>
                <a:lnTo>
                  <a:pt x="361950" y="76200"/>
                </a:lnTo>
                <a:lnTo>
                  <a:pt x="352425" y="76200"/>
                </a:lnTo>
                <a:close/>
                <a:moveTo>
                  <a:pt x="390525" y="66675"/>
                </a:moveTo>
                <a:lnTo>
                  <a:pt x="400050" y="66675"/>
                </a:lnTo>
                <a:lnTo>
                  <a:pt x="400050" y="76200"/>
                </a:lnTo>
                <a:lnTo>
                  <a:pt x="390525" y="76200"/>
                </a:lnTo>
                <a:close/>
                <a:moveTo>
                  <a:pt x="314325" y="76200"/>
                </a:moveTo>
                <a:lnTo>
                  <a:pt x="342900" y="76200"/>
                </a:lnTo>
                <a:lnTo>
                  <a:pt x="342900" y="85725"/>
                </a:lnTo>
                <a:lnTo>
                  <a:pt x="314325" y="85725"/>
                </a:lnTo>
                <a:close/>
                <a:moveTo>
                  <a:pt x="409575" y="76200"/>
                </a:moveTo>
                <a:lnTo>
                  <a:pt x="438150" y="76200"/>
                </a:lnTo>
                <a:lnTo>
                  <a:pt x="438150" y="85725"/>
                </a:lnTo>
                <a:lnTo>
                  <a:pt x="409575" y="85725"/>
                </a:lnTo>
                <a:close/>
                <a:moveTo>
                  <a:pt x="438150" y="85725"/>
                </a:moveTo>
                <a:lnTo>
                  <a:pt x="447675" y="85725"/>
                </a:lnTo>
                <a:lnTo>
                  <a:pt x="447675" y="95250"/>
                </a:lnTo>
                <a:lnTo>
                  <a:pt x="438150" y="95250"/>
                </a:lnTo>
                <a:close/>
                <a:moveTo>
                  <a:pt x="361950" y="95250"/>
                </a:moveTo>
                <a:lnTo>
                  <a:pt x="371475" y="95250"/>
                </a:lnTo>
                <a:lnTo>
                  <a:pt x="371475" y="104775"/>
                </a:lnTo>
                <a:lnTo>
                  <a:pt x="361950" y="104775"/>
                </a:lnTo>
                <a:close/>
                <a:moveTo>
                  <a:pt x="447675" y="95250"/>
                </a:moveTo>
                <a:lnTo>
                  <a:pt x="457200" y="95250"/>
                </a:lnTo>
                <a:lnTo>
                  <a:pt x="457200" y="104775"/>
                </a:lnTo>
                <a:lnTo>
                  <a:pt x="447675" y="104775"/>
                </a:lnTo>
                <a:close/>
                <a:moveTo>
                  <a:pt x="352425" y="104775"/>
                </a:moveTo>
                <a:lnTo>
                  <a:pt x="361950" y="104775"/>
                </a:lnTo>
                <a:lnTo>
                  <a:pt x="361950" y="114300"/>
                </a:lnTo>
                <a:lnTo>
                  <a:pt x="352425" y="114300"/>
                </a:lnTo>
                <a:close/>
                <a:moveTo>
                  <a:pt x="400050" y="104775"/>
                </a:moveTo>
                <a:lnTo>
                  <a:pt x="419100" y="104775"/>
                </a:lnTo>
                <a:lnTo>
                  <a:pt x="419100" y="114300"/>
                </a:lnTo>
                <a:lnTo>
                  <a:pt x="400050" y="114300"/>
                </a:lnTo>
                <a:close/>
                <a:moveTo>
                  <a:pt x="200025" y="114300"/>
                </a:moveTo>
                <a:lnTo>
                  <a:pt x="209550" y="114300"/>
                </a:lnTo>
                <a:lnTo>
                  <a:pt x="209550" y="123825"/>
                </a:lnTo>
                <a:lnTo>
                  <a:pt x="200025" y="123825"/>
                </a:lnTo>
                <a:close/>
                <a:moveTo>
                  <a:pt x="295275" y="114300"/>
                </a:moveTo>
                <a:lnTo>
                  <a:pt x="304800" y="114300"/>
                </a:lnTo>
                <a:lnTo>
                  <a:pt x="304800" y="123825"/>
                </a:lnTo>
                <a:lnTo>
                  <a:pt x="295275" y="123825"/>
                </a:lnTo>
                <a:close/>
                <a:moveTo>
                  <a:pt x="323850" y="114300"/>
                </a:moveTo>
                <a:lnTo>
                  <a:pt x="333375" y="114300"/>
                </a:lnTo>
                <a:lnTo>
                  <a:pt x="333375" y="123825"/>
                </a:lnTo>
                <a:lnTo>
                  <a:pt x="323850" y="123825"/>
                </a:lnTo>
                <a:close/>
                <a:moveTo>
                  <a:pt x="419100" y="114300"/>
                </a:moveTo>
                <a:lnTo>
                  <a:pt x="428625" y="114300"/>
                </a:lnTo>
                <a:lnTo>
                  <a:pt x="428625" y="123825"/>
                </a:lnTo>
                <a:lnTo>
                  <a:pt x="419100" y="123825"/>
                </a:lnTo>
                <a:close/>
                <a:moveTo>
                  <a:pt x="219075" y="123825"/>
                </a:moveTo>
                <a:lnTo>
                  <a:pt x="228600" y="123825"/>
                </a:lnTo>
                <a:lnTo>
                  <a:pt x="228600" y="133350"/>
                </a:lnTo>
                <a:lnTo>
                  <a:pt x="219075" y="133350"/>
                </a:lnTo>
                <a:close/>
                <a:moveTo>
                  <a:pt x="285750" y="123825"/>
                </a:moveTo>
                <a:lnTo>
                  <a:pt x="295275" y="123825"/>
                </a:lnTo>
                <a:lnTo>
                  <a:pt x="295275" y="133350"/>
                </a:lnTo>
                <a:lnTo>
                  <a:pt x="285750" y="133350"/>
                </a:lnTo>
                <a:close/>
                <a:moveTo>
                  <a:pt x="142875" y="133350"/>
                </a:moveTo>
                <a:lnTo>
                  <a:pt x="152400" y="133350"/>
                </a:lnTo>
                <a:lnTo>
                  <a:pt x="152400" y="142875"/>
                </a:lnTo>
                <a:lnTo>
                  <a:pt x="142875" y="142875"/>
                </a:lnTo>
                <a:close/>
                <a:moveTo>
                  <a:pt x="371475" y="142875"/>
                </a:moveTo>
                <a:lnTo>
                  <a:pt x="381000" y="142875"/>
                </a:lnTo>
                <a:lnTo>
                  <a:pt x="381000" y="152400"/>
                </a:lnTo>
                <a:lnTo>
                  <a:pt x="371475" y="152400"/>
                </a:lnTo>
                <a:close/>
                <a:moveTo>
                  <a:pt x="466725" y="142875"/>
                </a:moveTo>
                <a:lnTo>
                  <a:pt x="476250" y="142875"/>
                </a:lnTo>
                <a:lnTo>
                  <a:pt x="476250" y="171450"/>
                </a:lnTo>
                <a:lnTo>
                  <a:pt x="466725" y="171450"/>
                </a:lnTo>
                <a:close/>
                <a:moveTo>
                  <a:pt x="333375" y="152400"/>
                </a:moveTo>
                <a:lnTo>
                  <a:pt x="342900" y="152400"/>
                </a:lnTo>
                <a:lnTo>
                  <a:pt x="342900" y="180975"/>
                </a:lnTo>
                <a:lnTo>
                  <a:pt x="333375" y="180975"/>
                </a:lnTo>
                <a:lnTo>
                  <a:pt x="333375" y="209550"/>
                </a:lnTo>
                <a:lnTo>
                  <a:pt x="323850" y="209550"/>
                </a:lnTo>
                <a:lnTo>
                  <a:pt x="323850" y="171450"/>
                </a:lnTo>
                <a:lnTo>
                  <a:pt x="314325" y="171450"/>
                </a:lnTo>
                <a:lnTo>
                  <a:pt x="314325" y="161925"/>
                </a:lnTo>
                <a:lnTo>
                  <a:pt x="333375" y="161925"/>
                </a:lnTo>
                <a:close/>
                <a:moveTo>
                  <a:pt x="85725" y="161925"/>
                </a:moveTo>
                <a:lnTo>
                  <a:pt x="95250" y="161925"/>
                </a:lnTo>
                <a:lnTo>
                  <a:pt x="95250" y="171450"/>
                </a:lnTo>
                <a:lnTo>
                  <a:pt x="85725" y="171450"/>
                </a:lnTo>
                <a:close/>
                <a:moveTo>
                  <a:pt x="114300" y="161925"/>
                </a:moveTo>
                <a:lnTo>
                  <a:pt x="123825" y="161925"/>
                </a:lnTo>
                <a:lnTo>
                  <a:pt x="123825" y="171450"/>
                </a:lnTo>
                <a:lnTo>
                  <a:pt x="114300" y="171450"/>
                </a:lnTo>
                <a:close/>
                <a:moveTo>
                  <a:pt x="104775" y="171450"/>
                </a:moveTo>
                <a:lnTo>
                  <a:pt x="114300" y="171450"/>
                </a:lnTo>
                <a:lnTo>
                  <a:pt x="114300" y="180975"/>
                </a:lnTo>
                <a:lnTo>
                  <a:pt x="104775" y="180975"/>
                </a:lnTo>
                <a:close/>
                <a:moveTo>
                  <a:pt x="76200" y="180975"/>
                </a:moveTo>
                <a:lnTo>
                  <a:pt x="85725" y="180975"/>
                </a:lnTo>
                <a:lnTo>
                  <a:pt x="85725" y="190500"/>
                </a:lnTo>
                <a:lnTo>
                  <a:pt x="76200" y="190500"/>
                </a:lnTo>
                <a:close/>
                <a:moveTo>
                  <a:pt x="85725" y="190500"/>
                </a:moveTo>
                <a:lnTo>
                  <a:pt x="95250" y="190500"/>
                </a:lnTo>
                <a:lnTo>
                  <a:pt x="95250" y="200025"/>
                </a:lnTo>
                <a:lnTo>
                  <a:pt x="85725" y="200025"/>
                </a:lnTo>
                <a:close/>
                <a:moveTo>
                  <a:pt x="295275" y="190500"/>
                </a:moveTo>
                <a:lnTo>
                  <a:pt x="304800" y="190500"/>
                </a:lnTo>
                <a:lnTo>
                  <a:pt x="304800" y="200025"/>
                </a:lnTo>
                <a:lnTo>
                  <a:pt x="295275" y="200025"/>
                </a:lnTo>
                <a:close/>
                <a:moveTo>
                  <a:pt x="361950" y="190500"/>
                </a:moveTo>
                <a:lnTo>
                  <a:pt x="390525" y="190500"/>
                </a:lnTo>
                <a:lnTo>
                  <a:pt x="390525" y="200025"/>
                </a:lnTo>
                <a:lnTo>
                  <a:pt x="361950" y="200025"/>
                </a:lnTo>
                <a:close/>
                <a:moveTo>
                  <a:pt x="419100" y="190500"/>
                </a:moveTo>
                <a:lnTo>
                  <a:pt x="428625" y="190500"/>
                </a:lnTo>
                <a:lnTo>
                  <a:pt x="428625" y="200025"/>
                </a:lnTo>
                <a:lnTo>
                  <a:pt x="419100" y="200025"/>
                </a:lnTo>
                <a:close/>
                <a:moveTo>
                  <a:pt x="400050" y="200025"/>
                </a:moveTo>
                <a:lnTo>
                  <a:pt x="419100" y="200025"/>
                </a:lnTo>
                <a:lnTo>
                  <a:pt x="419100" y="209550"/>
                </a:lnTo>
                <a:lnTo>
                  <a:pt x="400050" y="209550"/>
                </a:lnTo>
                <a:close/>
                <a:moveTo>
                  <a:pt x="390525" y="209550"/>
                </a:moveTo>
                <a:lnTo>
                  <a:pt x="400050" y="209550"/>
                </a:lnTo>
                <a:lnTo>
                  <a:pt x="400050" y="219075"/>
                </a:lnTo>
                <a:lnTo>
                  <a:pt x="390525" y="219075"/>
                </a:lnTo>
                <a:close/>
                <a:moveTo>
                  <a:pt x="152400" y="219075"/>
                </a:moveTo>
                <a:lnTo>
                  <a:pt x="161925" y="219075"/>
                </a:lnTo>
                <a:lnTo>
                  <a:pt x="161925" y="228600"/>
                </a:lnTo>
                <a:lnTo>
                  <a:pt x="152400" y="228600"/>
                </a:lnTo>
                <a:close/>
                <a:moveTo>
                  <a:pt x="190500" y="219075"/>
                </a:moveTo>
                <a:lnTo>
                  <a:pt x="200025" y="219075"/>
                </a:lnTo>
                <a:lnTo>
                  <a:pt x="200025" y="228600"/>
                </a:lnTo>
                <a:lnTo>
                  <a:pt x="190500" y="228600"/>
                </a:lnTo>
                <a:close/>
                <a:moveTo>
                  <a:pt x="228600" y="219075"/>
                </a:moveTo>
                <a:lnTo>
                  <a:pt x="238125" y="219075"/>
                </a:lnTo>
                <a:lnTo>
                  <a:pt x="238125" y="228600"/>
                </a:lnTo>
                <a:lnTo>
                  <a:pt x="228600" y="228600"/>
                </a:lnTo>
                <a:close/>
                <a:moveTo>
                  <a:pt x="295275" y="219075"/>
                </a:moveTo>
                <a:lnTo>
                  <a:pt x="304800" y="219075"/>
                </a:lnTo>
                <a:lnTo>
                  <a:pt x="304800" y="228600"/>
                </a:lnTo>
                <a:lnTo>
                  <a:pt x="314325" y="228600"/>
                </a:lnTo>
                <a:lnTo>
                  <a:pt x="314325" y="257175"/>
                </a:lnTo>
                <a:lnTo>
                  <a:pt x="304800" y="257175"/>
                </a:lnTo>
                <a:lnTo>
                  <a:pt x="304800" y="247650"/>
                </a:lnTo>
                <a:lnTo>
                  <a:pt x="295275" y="247650"/>
                </a:lnTo>
                <a:lnTo>
                  <a:pt x="295275" y="238125"/>
                </a:lnTo>
                <a:lnTo>
                  <a:pt x="285750" y="238125"/>
                </a:lnTo>
                <a:lnTo>
                  <a:pt x="285750" y="228600"/>
                </a:lnTo>
                <a:lnTo>
                  <a:pt x="295275" y="228600"/>
                </a:lnTo>
                <a:close/>
                <a:moveTo>
                  <a:pt x="371475" y="219075"/>
                </a:moveTo>
                <a:lnTo>
                  <a:pt x="381000" y="219075"/>
                </a:lnTo>
                <a:lnTo>
                  <a:pt x="381000" y="228600"/>
                </a:lnTo>
                <a:lnTo>
                  <a:pt x="371475" y="228600"/>
                </a:lnTo>
                <a:close/>
                <a:moveTo>
                  <a:pt x="133350" y="228600"/>
                </a:moveTo>
                <a:lnTo>
                  <a:pt x="152400" y="228600"/>
                </a:lnTo>
                <a:lnTo>
                  <a:pt x="152400" y="238125"/>
                </a:lnTo>
                <a:lnTo>
                  <a:pt x="133350" y="238125"/>
                </a:lnTo>
                <a:close/>
                <a:moveTo>
                  <a:pt x="180975" y="228600"/>
                </a:moveTo>
                <a:lnTo>
                  <a:pt x="190500" y="228600"/>
                </a:lnTo>
                <a:lnTo>
                  <a:pt x="190500" y="238125"/>
                </a:lnTo>
                <a:lnTo>
                  <a:pt x="180975" y="238125"/>
                </a:lnTo>
                <a:close/>
                <a:moveTo>
                  <a:pt x="238125" y="228600"/>
                </a:moveTo>
                <a:lnTo>
                  <a:pt x="257175" y="228600"/>
                </a:lnTo>
                <a:lnTo>
                  <a:pt x="257175" y="238125"/>
                </a:lnTo>
                <a:lnTo>
                  <a:pt x="238125" y="238125"/>
                </a:lnTo>
                <a:close/>
                <a:moveTo>
                  <a:pt x="333375" y="228600"/>
                </a:moveTo>
                <a:lnTo>
                  <a:pt x="342900" y="228600"/>
                </a:lnTo>
                <a:lnTo>
                  <a:pt x="342900" y="238125"/>
                </a:lnTo>
                <a:lnTo>
                  <a:pt x="333375" y="238125"/>
                </a:lnTo>
                <a:close/>
                <a:moveTo>
                  <a:pt x="85725" y="238125"/>
                </a:moveTo>
                <a:lnTo>
                  <a:pt x="95250" y="238125"/>
                </a:lnTo>
                <a:lnTo>
                  <a:pt x="95250" y="247650"/>
                </a:lnTo>
                <a:lnTo>
                  <a:pt x="85725" y="247650"/>
                </a:lnTo>
                <a:close/>
                <a:moveTo>
                  <a:pt x="171450" y="238125"/>
                </a:moveTo>
                <a:lnTo>
                  <a:pt x="180975" y="238125"/>
                </a:lnTo>
                <a:lnTo>
                  <a:pt x="180975" y="247650"/>
                </a:lnTo>
                <a:lnTo>
                  <a:pt x="171450" y="247650"/>
                </a:lnTo>
                <a:close/>
                <a:moveTo>
                  <a:pt x="400050" y="238125"/>
                </a:moveTo>
                <a:lnTo>
                  <a:pt x="409575" y="238125"/>
                </a:lnTo>
                <a:lnTo>
                  <a:pt x="409575" y="247650"/>
                </a:lnTo>
                <a:lnTo>
                  <a:pt x="400050" y="247650"/>
                </a:lnTo>
                <a:close/>
                <a:moveTo>
                  <a:pt x="76200" y="247650"/>
                </a:moveTo>
                <a:lnTo>
                  <a:pt x="85725" y="247650"/>
                </a:lnTo>
                <a:lnTo>
                  <a:pt x="85725" y="257175"/>
                </a:lnTo>
                <a:lnTo>
                  <a:pt x="76200" y="257175"/>
                </a:lnTo>
                <a:close/>
                <a:moveTo>
                  <a:pt x="390525" y="247650"/>
                </a:moveTo>
                <a:lnTo>
                  <a:pt x="400050" y="247650"/>
                </a:lnTo>
                <a:lnTo>
                  <a:pt x="400050" y="257175"/>
                </a:lnTo>
                <a:lnTo>
                  <a:pt x="390525" y="257175"/>
                </a:lnTo>
                <a:close/>
                <a:moveTo>
                  <a:pt x="104775" y="257175"/>
                </a:moveTo>
                <a:lnTo>
                  <a:pt x="114300" y="257175"/>
                </a:lnTo>
                <a:lnTo>
                  <a:pt x="114300" y="266700"/>
                </a:lnTo>
                <a:lnTo>
                  <a:pt x="104775" y="266700"/>
                </a:lnTo>
                <a:close/>
                <a:moveTo>
                  <a:pt x="133350" y="257175"/>
                </a:moveTo>
                <a:lnTo>
                  <a:pt x="152400" y="257175"/>
                </a:lnTo>
                <a:lnTo>
                  <a:pt x="152400" y="266700"/>
                </a:lnTo>
                <a:lnTo>
                  <a:pt x="133350" y="266700"/>
                </a:lnTo>
                <a:close/>
                <a:moveTo>
                  <a:pt x="276225" y="257175"/>
                </a:moveTo>
                <a:lnTo>
                  <a:pt x="285750" y="257175"/>
                </a:lnTo>
                <a:lnTo>
                  <a:pt x="285750" y="266700"/>
                </a:lnTo>
                <a:lnTo>
                  <a:pt x="276225" y="266700"/>
                </a:lnTo>
                <a:close/>
                <a:moveTo>
                  <a:pt x="76200" y="276225"/>
                </a:moveTo>
                <a:lnTo>
                  <a:pt x="85725" y="276225"/>
                </a:lnTo>
                <a:lnTo>
                  <a:pt x="85725" y="285750"/>
                </a:lnTo>
                <a:lnTo>
                  <a:pt x="76200" y="285750"/>
                </a:lnTo>
                <a:close/>
                <a:moveTo>
                  <a:pt x="276225" y="276225"/>
                </a:moveTo>
                <a:lnTo>
                  <a:pt x="285750" y="276225"/>
                </a:lnTo>
                <a:lnTo>
                  <a:pt x="285750" y="285750"/>
                </a:lnTo>
                <a:lnTo>
                  <a:pt x="276225" y="285750"/>
                </a:lnTo>
                <a:close/>
                <a:moveTo>
                  <a:pt x="304800" y="276225"/>
                </a:moveTo>
                <a:lnTo>
                  <a:pt x="314325" y="276225"/>
                </a:lnTo>
                <a:lnTo>
                  <a:pt x="314325" y="285750"/>
                </a:lnTo>
                <a:lnTo>
                  <a:pt x="304800" y="285750"/>
                </a:lnTo>
                <a:close/>
                <a:moveTo>
                  <a:pt x="161925" y="285750"/>
                </a:moveTo>
                <a:lnTo>
                  <a:pt x="171450" y="285750"/>
                </a:lnTo>
                <a:lnTo>
                  <a:pt x="171450" y="295275"/>
                </a:lnTo>
                <a:lnTo>
                  <a:pt x="161925" y="295275"/>
                </a:lnTo>
                <a:close/>
                <a:moveTo>
                  <a:pt x="219075" y="285750"/>
                </a:moveTo>
                <a:lnTo>
                  <a:pt x="228600" y="285750"/>
                </a:lnTo>
                <a:lnTo>
                  <a:pt x="228600" y="295275"/>
                </a:lnTo>
                <a:lnTo>
                  <a:pt x="219075" y="295275"/>
                </a:lnTo>
                <a:close/>
                <a:moveTo>
                  <a:pt x="152400" y="295275"/>
                </a:moveTo>
                <a:lnTo>
                  <a:pt x="161925" y="295275"/>
                </a:lnTo>
                <a:lnTo>
                  <a:pt x="161925" y="304800"/>
                </a:lnTo>
                <a:lnTo>
                  <a:pt x="152400" y="304800"/>
                </a:lnTo>
                <a:close/>
                <a:moveTo>
                  <a:pt x="428625" y="295275"/>
                </a:moveTo>
                <a:lnTo>
                  <a:pt x="438150" y="295275"/>
                </a:lnTo>
                <a:lnTo>
                  <a:pt x="438150" y="314325"/>
                </a:lnTo>
                <a:lnTo>
                  <a:pt x="428625" y="314325"/>
                </a:lnTo>
                <a:close/>
                <a:moveTo>
                  <a:pt x="104775" y="304800"/>
                </a:moveTo>
                <a:lnTo>
                  <a:pt x="114300" y="304800"/>
                </a:lnTo>
                <a:lnTo>
                  <a:pt x="114300" y="314325"/>
                </a:lnTo>
                <a:lnTo>
                  <a:pt x="104775" y="314325"/>
                </a:lnTo>
                <a:close/>
                <a:moveTo>
                  <a:pt x="142875" y="304800"/>
                </a:moveTo>
                <a:lnTo>
                  <a:pt x="152400" y="304800"/>
                </a:lnTo>
                <a:lnTo>
                  <a:pt x="152400" y="314325"/>
                </a:lnTo>
                <a:lnTo>
                  <a:pt x="142875" y="314325"/>
                </a:lnTo>
                <a:close/>
                <a:moveTo>
                  <a:pt x="180975" y="304800"/>
                </a:moveTo>
                <a:lnTo>
                  <a:pt x="190500" y="304800"/>
                </a:lnTo>
                <a:lnTo>
                  <a:pt x="190500" y="314325"/>
                </a:lnTo>
                <a:lnTo>
                  <a:pt x="180975" y="314325"/>
                </a:lnTo>
                <a:close/>
                <a:moveTo>
                  <a:pt x="276225" y="304800"/>
                </a:moveTo>
                <a:lnTo>
                  <a:pt x="285750" y="304800"/>
                </a:lnTo>
                <a:lnTo>
                  <a:pt x="285750" y="314325"/>
                </a:lnTo>
                <a:lnTo>
                  <a:pt x="276225" y="314325"/>
                </a:lnTo>
                <a:close/>
                <a:moveTo>
                  <a:pt x="323850" y="304800"/>
                </a:moveTo>
                <a:lnTo>
                  <a:pt x="333375" y="304800"/>
                </a:lnTo>
                <a:lnTo>
                  <a:pt x="333375" y="314325"/>
                </a:lnTo>
                <a:lnTo>
                  <a:pt x="323850" y="314325"/>
                </a:lnTo>
                <a:close/>
                <a:moveTo>
                  <a:pt x="95250" y="314325"/>
                </a:moveTo>
                <a:lnTo>
                  <a:pt x="104775" y="314325"/>
                </a:lnTo>
                <a:lnTo>
                  <a:pt x="104775" y="323850"/>
                </a:lnTo>
                <a:lnTo>
                  <a:pt x="95250" y="323850"/>
                </a:lnTo>
                <a:close/>
                <a:moveTo>
                  <a:pt x="285750" y="314325"/>
                </a:moveTo>
                <a:lnTo>
                  <a:pt x="295275" y="314325"/>
                </a:lnTo>
                <a:lnTo>
                  <a:pt x="295275" y="323850"/>
                </a:lnTo>
                <a:lnTo>
                  <a:pt x="285750" y="323850"/>
                </a:lnTo>
                <a:close/>
                <a:moveTo>
                  <a:pt x="333375" y="314325"/>
                </a:moveTo>
                <a:lnTo>
                  <a:pt x="342900" y="314325"/>
                </a:lnTo>
                <a:lnTo>
                  <a:pt x="342900" y="323850"/>
                </a:lnTo>
                <a:lnTo>
                  <a:pt x="333375" y="323850"/>
                </a:lnTo>
                <a:close/>
                <a:moveTo>
                  <a:pt x="47625" y="323850"/>
                </a:moveTo>
                <a:lnTo>
                  <a:pt x="57150" y="323850"/>
                </a:lnTo>
                <a:lnTo>
                  <a:pt x="57150" y="361950"/>
                </a:lnTo>
                <a:lnTo>
                  <a:pt x="47625" y="361950"/>
                </a:lnTo>
                <a:close/>
                <a:moveTo>
                  <a:pt x="85725" y="323850"/>
                </a:moveTo>
                <a:lnTo>
                  <a:pt x="95250" y="323850"/>
                </a:lnTo>
                <a:lnTo>
                  <a:pt x="95250" y="333375"/>
                </a:lnTo>
                <a:lnTo>
                  <a:pt x="85725" y="333375"/>
                </a:lnTo>
                <a:close/>
                <a:moveTo>
                  <a:pt x="133350" y="323850"/>
                </a:moveTo>
                <a:lnTo>
                  <a:pt x="142875" y="323850"/>
                </a:lnTo>
                <a:lnTo>
                  <a:pt x="142875" y="333375"/>
                </a:lnTo>
                <a:lnTo>
                  <a:pt x="133350" y="333375"/>
                </a:lnTo>
                <a:close/>
                <a:moveTo>
                  <a:pt x="295275" y="323850"/>
                </a:moveTo>
                <a:lnTo>
                  <a:pt x="304800" y="323850"/>
                </a:lnTo>
                <a:lnTo>
                  <a:pt x="304800" y="333375"/>
                </a:lnTo>
                <a:lnTo>
                  <a:pt x="295275" y="333375"/>
                </a:lnTo>
                <a:close/>
                <a:moveTo>
                  <a:pt x="76200" y="333375"/>
                </a:moveTo>
                <a:lnTo>
                  <a:pt x="85725" y="333375"/>
                </a:lnTo>
                <a:lnTo>
                  <a:pt x="85725" y="352425"/>
                </a:lnTo>
                <a:lnTo>
                  <a:pt x="76200" y="352425"/>
                </a:lnTo>
                <a:close/>
                <a:moveTo>
                  <a:pt x="304800" y="333375"/>
                </a:moveTo>
                <a:lnTo>
                  <a:pt x="314325" y="333375"/>
                </a:lnTo>
                <a:lnTo>
                  <a:pt x="314325" y="352425"/>
                </a:lnTo>
                <a:lnTo>
                  <a:pt x="304800" y="352425"/>
                </a:lnTo>
                <a:close/>
                <a:moveTo>
                  <a:pt x="447675" y="333375"/>
                </a:moveTo>
                <a:lnTo>
                  <a:pt x="457200" y="333375"/>
                </a:lnTo>
                <a:lnTo>
                  <a:pt x="457200" y="342900"/>
                </a:lnTo>
                <a:lnTo>
                  <a:pt x="447675" y="342900"/>
                </a:lnTo>
                <a:close/>
                <a:moveTo>
                  <a:pt x="419100" y="342900"/>
                </a:moveTo>
                <a:lnTo>
                  <a:pt x="428625" y="342900"/>
                </a:lnTo>
                <a:lnTo>
                  <a:pt x="428625" y="352425"/>
                </a:lnTo>
                <a:lnTo>
                  <a:pt x="419100" y="352425"/>
                </a:lnTo>
                <a:close/>
                <a:moveTo>
                  <a:pt x="85725" y="352425"/>
                </a:moveTo>
                <a:lnTo>
                  <a:pt x="95250" y="352425"/>
                </a:lnTo>
                <a:lnTo>
                  <a:pt x="95250" y="361950"/>
                </a:lnTo>
                <a:lnTo>
                  <a:pt x="85725" y="361950"/>
                </a:lnTo>
                <a:close/>
                <a:moveTo>
                  <a:pt x="133350" y="352425"/>
                </a:moveTo>
                <a:lnTo>
                  <a:pt x="142875" y="352425"/>
                </a:lnTo>
                <a:lnTo>
                  <a:pt x="142875" y="361950"/>
                </a:lnTo>
                <a:lnTo>
                  <a:pt x="133350" y="361950"/>
                </a:lnTo>
                <a:close/>
                <a:moveTo>
                  <a:pt x="295275" y="352425"/>
                </a:moveTo>
                <a:lnTo>
                  <a:pt x="304800" y="352425"/>
                </a:lnTo>
                <a:lnTo>
                  <a:pt x="304800" y="361950"/>
                </a:lnTo>
                <a:lnTo>
                  <a:pt x="295275" y="361950"/>
                </a:lnTo>
                <a:close/>
                <a:moveTo>
                  <a:pt x="57150" y="361950"/>
                </a:moveTo>
                <a:lnTo>
                  <a:pt x="66675" y="361950"/>
                </a:lnTo>
                <a:lnTo>
                  <a:pt x="66675" y="371475"/>
                </a:lnTo>
                <a:lnTo>
                  <a:pt x="57150" y="371475"/>
                </a:lnTo>
                <a:close/>
                <a:moveTo>
                  <a:pt x="95250" y="361950"/>
                </a:moveTo>
                <a:lnTo>
                  <a:pt x="104775" y="361950"/>
                </a:lnTo>
                <a:lnTo>
                  <a:pt x="104775" y="371475"/>
                </a:lnTo>
                <a:lnTo>
                  <a:pt x="95250" y="371475"/>
                </a:lnTo>
                <a:close/>
                <a:moveTo>
                  <a:pt x="219075" y="361950"/>
                </a:moveTo>
                <a:lnTo>
                  <a:pt x="228600" y="361950"/>
                </a:lnTo>
                <a:lnTo>
                  <a:pt x="228600" y="371475"/>
                </a:lnTo>
                <a:lnTo>
                  <a:pt x="219075" y="371475"/>
                </a:lnTo>
                <a:close/>
                <a:moveTo>
                  <a:pt x="247650" y="361950"/>
                </a:moveTo>
                <a:lnTo>
                  <a:pt x="257175" y="361950"/>
                </a:lnTo>
                <a:lnTo>
                  <a:pt x="257175" y="371475"/>
                </a:lnTo>
                <a:lnTo>
                  <a:pt x="247650" y="371475"/>
                </a:lnTo>
                <a:close/>
                <a:moveTo>
                  <a:pt x="285750" y="361950"/>
                </a:moveTo>
                <a:lnTo>
                  <a:pt x="295275" y="361950"/>
                </a:lnTo>
                <a:lnTo>
                  <a:pt x="295275" y="371475"/>
                </a:lnTo>
                <a:lnTo>
                  <a:pt x="285750" y="371475"/>
                </a:lnTo>
                <a:close/>
                <a:moveTo>
                  <a:pt x="409575" y="361950"/>
                </a:moveTo>
                <a:lnTo>
                  <a:pt x="419100" y="361950"/>
                </a:lnTo>
                <a:lnTo>
                  <a:pt x="419100" y="371475"/>
                </a:lnTo>
                <a:lnTo>
                  <a:pt x="409575" y="371475"/>
                </a:lnTo>
                <a:close/>
                <a:moveTo>
                  <a:pt x="66675" y="371475"/>
                </a:moveTo>
                <a:lnTo>
                  <a:pt x="76200" y="371475"/>
                </a:lnTo>
                <a:lnTo>
                  <a:pt x="76200" y="381000"/>
                </a:lnTo>
                <a:lnTo>
                  <a:pt x="66675" y="381000"/>
                </a:lnTo>
                <a:close/>
                <a:moveTo>
                  <a:pt x="104775" y="371475"/>
                </a:moveTo>
                <a:lnTo>
                  <a:pt x="114300" y="371475"/>
                </a:lnTo>
                <a:lnTo>
                  <a:pt x="114300" y="381000"/>
                </a:lnTo>
                <a:lnTo>
                  <a:pt x="104775" y="381000"/>
                </a:lnTo>
                <a:close/>
                <a:moveTo>
                  <a:pt x="209550" y="371475"/>
                </a:moveTo>
                <a:lnTo>
                  <a:pt x="219075" y="371475"/>
                </a:lnTo>
                <a:lnTo>
                  <a:pt x="219075" y="381000"/>
                </a:lnTo>
                <a:lnTo>
                  <a:pt x="209550" y="381000"/>
                </a:lnTo>
                <a:close/>
                <a:moveTo>
                  <a:pt x="76200" y="381000"/>
                </a:moveTo>
                <a:lnTo>
                  <a:pt x="85725" y="381000"/>
                </a:lnTo>
                <a:lnTo>
                  <a:pt x="85725" y="390525"/>
                </a:lnTo>
                <a:lnTo>
                  <a:pt x="76200" y="390525"/>
                </a:lnTo>
                <a:close/>
                <a:moveTo>
                  <a:pt x="276225" y="381000"/>
                </a:moveTo>
                <a:lnTo>
                  <a:pt x="285750" y="381000"/>
                </a:lnTo>
                <a:lnTo>
                  <a:pt x="285750" y="409575"/>
                </a:lnTo>
                <a:lnTo>
                  <a:pt x="276225" y="409575"/>
                </a:lnTo>
                <a:close/>
                <a:moveTo>
                  <a:pt x="161925" y="390525"/>
                </a:moveTo>
                <a:lnTo>
                  <a:pt x="171450" y="390525"/>
                </a:lnTo>
                <a:lnTo>
                  <a:pt x="171450" y="400050"/>
                </a:lnTo>
                <a:lnTo>
                  <a:pt x="161925" y="400050"/>
                </a:lnTo>
                <a:close/>
                <a:moveTo>
                  <a:pt x="304800" y="390525"/>
                </a:moveTo>
                <a:lnTo>
                  <a:pt x="314325" y="390525"/>
                </a:lnTo>
                <a:lnTo>
                  <a:pt x="314325" y="409575"/>
                </a:lnTo>
                <a:lnTo>
                  <a:pt x="304800" y="409575"/>
                </a:lnTo>
                <a:close/>
                <a:moveTo>
                  <a:pt x="419100" y="390525"/>
                </a:moveTo>
                <a:lnTo>
                  <a:pt x="428625" y="390525"/>
                </a:lnTo>
                <a:lnTo>
                  <a:pt x="428625" y="400050"/>
                </a:lnTo>
                <a:lnTo>
                  <a:pt x="419100" y="400050"/>
                </a:lnTo>
                <a:close/>
                <a:moveTo>
                  <a:pt x="104775" y="409575"/>
                </a:moveTo>
                <a:lnTo>
                  <a:pt x="114300" y="409575"/>
                </a:lnTo>
                <a:lnTo>
                  <a:pt x="114300" y="428625"/>
                </a:lnTo>
                <a:lnTo>
                  <a:pt x="104775" y="428625"/>
                </a:lnTo>
                <a:close/>
                <a:moveTo>
                  <a:pt x="352425" y="409575"/>
                </a:moveTo>
                <a:lnTo>
                  <a:pt x="361950" y="409575"/>
                </a:lnTo>
                <a:lnTo>
                  <a:pt x="361950" y="438150"/>
                </a:lnTo>
                <a:lnTo>
                  <a:pt x="352425" y="438150"/>
                </a:lnTo>
                <a:close/>
                <a:moveTo>
                  <a:pt x="276225" y="419100"/>
                </a:moveTo>
                <a:lnTo>
                  <a:pt x="285750" y="419100"/>
                </a:lnTo>
                <a:lnTo>
                  <a:pt x="285750" y="428625"/>
                </a:lnTo>
                <a:lnTo>
                  <a:pt x="276225" y="428625"/>
                </a:lnTo>
                <a:close/>
                <a:moveTo>
                  <a:pt x="76200" y="428625"/>
                </a:moveTo>
                <a:lnTo>
                  <a:pt x="85725" y="428625"/>
                </a:lnTo>
                <a:lnTo>
                  <a:pt x="85725" y="438150"/>
                </a:lnTo>
                <a:lnTo>
                  <a:pt x="76200" y="438150"/>
                </a:lnTo>
                <a:close/>
                <a:moveTo>
                  <a:pt x="114300" y="428625"/>
                </a:moveTo>
                <a:lnTo>
                  <a:pt x="133350" y="428625"/>
                </a:lnTo>
                <a:lnTo>
                  <a:pt x="133350" y="438150"/>
                </a:lnTo>
                <a:lnTo>
                  <a:pt x="114300" y="438150"/>
                </a:lnTo>
                <a:close/>
                <a:moveTo>
                  <a:pt x="85725" y="438150"/>
                </a:moveTo>
                <a:lnTo>
                  <a:pt x="95250" y="438150"/>
                </a:lnTo>
                <a:lnTo>
                  <a:pt x="95250" y="447675"/>
                </a:lnTo>
                <a:lnTo>
                  <a:pt x="85725" y="447675"/>
                </a:lnTo>
                <a:close/>
                <a:moveTo>
                  <a:pt x="361950" y="438150"/>
                </a:moveTo>
                <a:lnTo>
                  <a:pt x="371475" y="438150"/>
                </a:lnTo>
                <a:lnTo>
                  <a:pt x="371475" y="447675"/>
                </a:lnTo>
                <a:lnTo>
                  <a:pt x="361950" y="447675"/>
                </a:lnTo>
                <a:close/>
                <a:moveTo>
                  <a:pt x="95250" y="447675"/>
                </a:moveTo>
                <a:lnTo>
                  <a:pt x="104775" y="447675"/>
                </a:lnTo>
                <a:lnTo>
                  <a:pt x="104775" y="457200"/>
                </a:lnTo>
                <a:lnTo>
                  <a:pt x="95250" y="457200"/>
                </a:lnTo>
                <a:close/>
                <a:moveTo>
                  <a:pt x="238125" y="447675"/>
                </a:moveTo>
                <a:lnTo>
                  <a:pt x="257175" y="447675"/>
                </a:lnTo>
                <a:lnTo>
                  <a:pt x="257175" y="457200"/>
                </a:lnTo>
                <a:lnTo>
                  <a:pt x="238125" y="457200"/>
                </a:lnTo>
                <a:close/>
                <a:moveTo>
                  <a:pt x="228600" y="457200"/>
                </a:moveTo>
                <a:lnTo>
                  <a:pt x="238125" y="457200"/>
                </a:lnTo>
                <a:lnTo>
                  <a:pt x="238125" y="466725"/>
                </a:lnTo>
                <a:lnTo>
                  <a:pt x="228600" y="466725"/>
                </a:lnTo>
                <a:close/>
              </a:path>
            </a:pathLst>
          </a:custGeom>
          <a:solidFill xmlns:a="http://schemas.openxmlformats.org/drawingml/2006/main">
            <a:srgbClr val="8E9C8D"/>
          </a:solidFill>
          <a:ln xmlns:a="http://schemas.openxmlformats.org/drawingml/2006/main" w="0">
            <a:noFill/>
          </a:ln>
        </p:spPr>
      </p:sp>
      <p:sp>
        <p:nvSpPr>
          <p:cNvPr id="76" name="back vector #5e6f5f">
            <a:extLst xmlns:a="http://schemas.openxmlformats.org/drawingml/2006/main">
              <a:ext uri="{FF2B5EF4-FFF2-40B4-BE49-F238E27FC236}">
                <a16:creationId xmlns:a16="http://schemas.microsoft.com/office/drawing/2014/main" id="{F6E2109F-C12B-4729-A84D-0AF19035CE3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67300" y="1647825"/>
            <a:ext cx="638175" cy="666750"/>
          </a:xfrm>
          <a:custGeom xmlns:a="http://schemas.openxmlformats.org/drawingml/2006/main">
            <a:pathLst>
              <a:path w="533400" h="561975">
                <a:moveTo>
                  <a:pt x="190500" y="85725"/>
                </a:moveTo>
                <a:lnTo>
                  <a:pt x="200025" y="85725"/>
                </a:lnTo>
                <a:lnTo>
                  <a:pt x="200025" y="95250"/>
                </a:lnTo>
                <a:lnTo>
                  <a:pt x="190500" y="95250"/>
                </a:lnTo>
                <a:close/>
                <a:moveTo>
                  <a:pt x="304800" y="85725"/>
                </a:moveTo>
                <a:lnTo>
                  <a:pt x="314325" y="85725"/>
                </a:lnTo>
                <a:lnTo>
                  <a:pt x="314325" y="95250"/>
                </a:lnTo>
                <a:lnTo>
                  <a:pt x="304800" y="95250"/>
                </a:lnTo>
                <a:close/>
                <a:moveTo>
                  <a:pt x="371475" y="85725"/>
                </a:moveTo>
                <a:lnTo>
                  <a:pt x="381000" y="85725"/>
                </a:lnTo>
                <a:lnTo>
                  <a:pt x="381000" y="95250"/>
                </a:lnTo>
                <a:lnTo>
                  <a:pt x="371475" y="95250"/>
                </a:lnTo>
                <a:close/>
                <a:moveTo>
                  <a:pt x="247650" y="95250"/>
                </a:moveTo>
                <a:lnTo>
                  <a:pt x="257175" y="95250"/>
                </a:lnTo>
                <a:lnTo>
                  <a:pt x="257175" y="104775"/>
                </a:lnTo>
                <a:lnTo>
                  <a:pt x="247650" y="104775"/>
                </a:lnTo>
                <a:close/>
                <a:moveTo>
                  <a:pt x="295275" y="95250"/>
                </a:moveTo>
                <a:lnTo>
                  <a:pt x="304800" y="95250"/>
                </a:lnTo>
                <a:lnTo>
                  <a:pt x="304800" y="114300"/>
                </a:lnTo>
                <a:lnTo>
                  <a:pt x="295275" y="114300"/>
                </a:lnTo>
                <a:close/>
                <a:moveTo>
                  <a:pt x="200025" y="104775"/>
                </a:moveTo>
                <a:lnTo>
                  <a:pt x="209550" y="104775"/>
                </a:lnTo>
                <a:lnTo>
                  <a:pt x="209550" y="114300"/>
                </a:lnTo>
                <a:lnTo>
                  <a:pt x="200025" y="114300"/>
                </a:lnTo>
                <a:close/>
                <a:moveTo>
                  <a:pt x="333375" y="104775"/>
                </a:moveTo>
                <a:lnTo>
                  <a:pt x="352425" y="104775"/>
                </a:lnTo>
                <a:lnTo>
                  <a:pt x="352425" y="114300"/>
                </a:lnTo>
                <a:lnTo>
                  <a:pt x="333375" y="114300"/>
                </a:lnTo>
                <a:close/>
                <a:moveTo>
                  <a:pt x="419100" y="104775"/>
                </a:moveTo>
                <a:lnTo>
                  <a:pt x="428625" y="104775"/>
                </a:lnTo>
                <a:lnTo>
                  <a:pt x="428625" y="114300"/>
                </a:lnTo>
                <a:lnTo>
                  <a:pt x="419100" y="114300"/>
                </a:lnTo>
                <a:close/>
                <a:moveTo>
                  <a:pt x="447675" y="104775"/>
                </a:moveTo>
                <a:lnTo>
                  <a:pt x="457200" y="104775"/>
                </a:lnTo>
                <a:lnTo>
                  <a:pt x="457200" y="123825"/>
                </a:lnTo>
                <a:lnTo>
                  <a:pt x="447675" y="123825"/>
                </a:lnTo>
                <a:close/>
                <a:moveTo>
                  <a:pt x="133350" y="114300"/>
                </a:moveTo>
                <a:lnTo>
                  <a:pt x="142875" y="114300"/>
                </a:lnTo>
                <a:lnTo>
                  <a:pt x="142875" y="123825"/>
                </a:lnTo>
                <a:lnTo>
                  <a:pt x="133350" y="123825"/>
                </a:lnTo>
                <a:close/>
                <a:moveTo>
                  <a:pt x="171450" y="114300"/>
                </a:moveTo>
                <a:lnTo>
                  <a:pt x="180975" y="114300"/>
                </a:lnTo>
                <a:lnTo>
                  <a:pt x="180975" y="123825"/>
                </a:lnTo>
                <a:lnTo>
                  <a:pt x="171450" y="123825"/>
                </a:lnTo>
                <a:close/>
                <a:moveTo>
                  <a:pt x="209550" y="114300"/>
                </a:moveTo>
                <a:lnTo>
                  <a:pt x="219075" y="114300"/>
                </a:lnTo>
                <a:lnTo>
                  <a:pt x="219075" y="123825"/>
                </a:lnTo>
                <a:lnTo>
                  <a:pt x="209550" y="123825"/>
                </a:lnTo>
                <a:close/>
                <a:moveTo>
                  <a:pt x="152400" y="123825"/>
                </a:moveTo>
                <a:lnTo>
                  <a:pt x="161925" y="123825"/>
                </a:lnTo>
                <a:lnTo>
                  <a:pt x="161925" y="133350"/>
                </a:lnTo>
                <a:lnTo>
                  <a:pt x="152400" y="133350"/>
                </a:lnTo>
                <a:close/>
                <a:moveTo>
                  <a:pt x="352425" y="123825"/>
                </a:moveTo>
                <a:lnTo>
                  <a:pt x="361950" y="123825"/>
                </a:lnTo>
                <a:lnTo>
                  <a:pt x="361950" y="133350"/>
                </a:lnTo>
                <a:lnTo>
                  <a:pt x="352425" y="133350"/>
                </a:lnTo>
                <a:close/>
                <a:moveTo>
                  <a:pt x="390525" y="123825"/>
                </a:moveTo>
                <a:lnTo>
                  <a:pt x="400050" y="123825"/>
                </a:lnTo>
                <a:lnTo>
                  <a:pt x="400050" y="133350"/>
                </a:lnTo>
                <a:lnTo>
                  <a:pt x="390525" y="133350"/>
                </a:lnTo>
                <a:close/>
                <a:moveTo>
                  <a:pt x="314325" y="133350"/>
                </a:moveTo>
                <a:lnTo>
                  <a:pt x="323850" y="133350"/>
                </a:lnTo>
                <a:lnTo>
                  <a:pt x="323850" y="142875"/>
                </a:lnTo>
                <a:lnTo>
                  <a:pt x="314325" y="142875"/>
                </a:lnTo>
                <a:close/>
                <a:moveTo>
                  <a:pt x="342900" y="133350"/>
                </a:moveTo>
                <a:lnTo>
                  <a:pt x="352425" y="133350"/>
                </a:lnTo>
                <a:lnTo>
                  <a:pt x="352425" y="142875"/>
                </a:lnTo>
                <a:lnTo>
                  <a:pt x="342900" y="142875"/>
                </a:lnTo>
                <a:close/>
                <a:moveTo>
                  <a:pt x="400050" y="133350"/>
                </a:moveTo>
                <a:lnTo>
                  <a:pt x="409575" y="133350"/>
                </a:lnTo>
                <a:lnTo>
                  <a:pt x="409575" y="142875"/>
                </a:lnTo>
                <a:lnTo>
                  <a:pt x="400050" y="142875"/>
                </a:lnTo>
                <a:close/>
                <a:moveTo>
                  <a:pt x="428625" y="133350"/>
                </a:moveTo>
                <a:lnTo>
                  <a:pt x="438150" y="133350"/>
                </a:lnTo>
                <a:lnTo>
                  <a:pt x="438150" y="142875"/>
                </a:lnTo>
                <a:lnTo>
                  <a:pt x="428625" y="142875"/>
                </a:lnTo>
                <a:close/>
                <a:moveTo>
                  <a:pt x="457200" y="133350"/>
                </a:moveTo>
                <a:lnTo>
                  <a:pt x="466725" y="133350"/>
                </a:lnTo>
                <a:lnTo>
                  <a:pt x="466725" y="142875"/>
                </a:lnTo>
                <a:lnTo>
                  <a:pt x="457200" y="142875"/>
                </a:lnTo>
                <a:close/>
                <a:moveTo>
                  <a:pt x="276225" y="142875"/>
                </a:moveTo>
                <a:lnTo>
                  <a:pt x="285750" y="142875"/>
                </a:lnTo>
                <a:lnTo>
                  <a:pt x="285750" y="171450"/>
                </a:lnTo>
                <a:lnTo>
                  <a:pt x="276225" y="171450"/>
                </a:lnTo>
                <a:close/>
                <a:moveTo>
                  <a:pt x="304800" y="142875"/>
                </a:moveTo>
                <a:lnTo>
                  <a:pt x="314325" y="142875"/>
                </a:lnTo>
                <a:lnTo>
                  <a:pt x="314325" y="161925"/>
                </a:lnTo>
                <a:lnTo>
                  <a:pt x="304800" y="161925"/>
                </a:lnTo>
                <a:close/>
                <a:moveTo>
                  <a:pt x="438150" y="142875"/>
                </a:moveTo>
                <a:lnTo>
                  <a:pt x="447675" y="142875"/>
                </a:lnTo>
                <a:lnTo>
                  <a:pt x="447675" y="161925"/>
                </a:lnTo>
                <a:lnTo>
                  <a:pt x="438150" y="161925"/>
                </a:lnTo>
                <a:close/>
                <a:moveTo>
                  <a:pt x="95250" y="152400"/>
                </a:moveTo>
                <a:lnTo>
                  <a:pt x="104775" y="152400"/>
                </a:lnTo>
                <a:lnTo>
                  <a:pt x="104775" y="161925"/>
                </a:lnTo>
                <a:lnTo>
                  <a:pt x="95250" y="161925"/>
                </a:lnTo>
                <a:close/>
                <a:moveTo>
                  <a:pt x="361950" y="161925"/>
                </a:moveTo>
                <a:lnTo>
                  <a:pt x="371475" y="161925"/>
                </a:lnTo>
                <a:lnTo>
                  <a:pt x="371475" y="171450"/>
                </a:lnTo>
                <a:lnTo>
                  <a:pt x="361950" y="171450"/>
                </a:lnTo>
                <a:close/>
                <a:moveTo>
                  <a:pt x="381000" y="161925"/>
                </a:moveTo>
                <a:lnTo>
                  <a:pt x="390525" y="161925"/>
                </a:lnTo>
                <a:lnTo>
                  <a:pt x="390525" y="171450"/>
                </a:lnTo>
                <a:lnTo>
                  <a:pt x="381000" y="171450"/>
                </a:lnTo>
                <a:close/>
                <a:moveTo>
                  <a:pt x="285750" y="171450"/>
                </a:moveTo>
                <a:lnTo>
                  <a:pt x="295275" y="171450"/>
                </a:lnTo>
                <a:lnTo>
                  <a:pt x="295275" y="180975"/>
                </a:lnTo>
                <a:lnTo>
                  <a:pt x="285750" y="180975"/>
                </a:lnTo>
                <a:close/>
                <a:moveTo>
                  <a:pt x="457200" y="171450"/>
                </a:moveTo>
                <a:lnTo>
                  <a:pt x="466725" y="171450"/>
                </a:lnTo>
                <a:lnTo>
                  <a:pt x="466725" y="180975"/>
                </a:lnTo>
                <a:lnTo>
                  <a:pt x="457200" y="180975"/>
                </a:lnTo>
                <a:close/>
                <a:moveTo>
                  <a:pt x="428625" y="190500"/>
                </a:moveTo>
                <a:lnTo>
                  <a:pt x="438150" y="190500"/>
                </a:lnTo>
                <a:lnTo>
                  <a:pt x="438150" y="200025"/>
                </a:lnTo>
                <a:lnTo>
                  <a:pt x="428625" y="200025"/>
                </a:lnTo>
                <a:close/>
                <a:moveTo>
                  <a:pt x="447675" y="190500"/>
                </a:moveTo>
                <a:lnTo>
                  <a:pt x="457200" y="190500"/>
                </a:lnTo>
                <a:lnTo>
                  <a:pt x="457200" y="219075"/>
                </a:lnTo>
                <a:lnTo>
                  <a:pt x="447675" y="219075"/>
                </a:lnTo>
                <a:close/>
                <a:moveTo>
                  <a:pt x="171450" y="200025"/>
                </a:moveTo>
                <a:lnTo>
                  <a:pt x="180975" y="200025"/>
                </a:lnTo>
                <a:lnTo>
                  <a:pt x="180975" y="209550"/>
                </a:lnTo>
                <a:lnTo>
                  <a:pt x="171450" y="209550"/>
                </a:lnTo>
                <a:close/>
                <a:moveTo>
                  <a:pt x="295275" y="200025"/>
                </a:moveTo>
                <a:lnTo>
                  <a:pt x="304800" y="200025"/>
                </a:lnTo>
                <a:lnTo>
                  <a:pt x="304800" y="219075"/>
                </a:lnTo>
                <a:lnTo>
                  <a:pt x="295275" y="219075"/>
                </a:lnTo>
                <a:close/>
                <a:moveTo>
                  <a:pt x="419100" y="200025"/>
                </a:moveTo>
                <a:lnTo>
                  <a:pt x="428625" y="200025"/>
                </a:lnTo>
                <a:lnTo>
                  <a:pt x="428625" y="209550"/>
                </a:lnTo>
                <a:lnTo>
                  <a:pt x="419100" y="209550"/>
                </a:lnTo>
                <a:close/>
                <a:moveTo>
                  <a:pt x="161925" y="209550"/>
                </a:moveTo>
                <a:lnTo>
                  <a:pt x="171450" y="209550"/>
                </a:lnTo>
                <a:lnTo>
                  <a:pt x="171450" y="219075"/>
                </a:lnTo>
                <a:lnTo>
                  <a:pt x="161925" y="219075"/>
                </a:lnTo>
                <a:close/>
                <a:moveTo>
                  <a:pt x="352425" y="209550"/>
                </a:moveTo>
                <a:lnTo>
                  <a:pt x="361950" y="209550"/>
                </a:lnTo>
                <a:lnTo>
                  <a:pt x="361950" y="219075"/>
                </a:lnTo>
                <a:lnTo>
                  <a:pt x="352425" y="219075"/>
                </a:lnTo>
                <a:close/>
                <a:moveTo>
                  <a:pt x="200025" y="219075"/>
                </a:moveTo>
                <a:lnTo>
                  <a:pt x="209550" y="219075"/>
                </a:lnTo>
                <a:lnTo>
                  <a:pt x="209550" y="228600"/>
                </a:lnTo>
                <a:lnTo>
                  <a:pt x="200025" y="228600"/>
                </a:lnTo>
                <a:close/>
                <a:moveTo>
                  <a:pt x="361950" y="219075"/>
                </a:moveTo>
                <a:lnTo>
                  <a:pt x="371475" y="219075"/>
                </a:lnTo>
                <a:lnTo>
                  <a:pt x="371475" y="228600"/>
                </a:lnTo>
                <a:lnTo>
                  <a:pt x="361950" y="228600"/>
                </a:lnTo>
                <a:close/>
                <a:moveTo>
                  <a:pt x="381000" y="219075"/>
                </a:moveTo>
                <a:lnTo>
                  <a:pt x="390525" y="219075"/>
                </a:lnTo>
                <a:lnTo>
                  <a:pt x="390525" y="228600"/>
                </a:lnTo>
                <a:lnTo>
                  <a:pt x="381000" y="228600"/>
                </a:lnTo>
                <a:close/>
                <a:moveTo>
                  <a:pt x="438150" y="219075"/>
                </a:moveTo>
                <a:lnTo>
                  <a:pt x="447675" y="219075"/>
                </a:lnTo>
                <a:lnTo>
                  <a:pt x="447675" y="228600"/>
                </a:lnTo>
                <a:lnTo>
                  <a:pt x="438150" y="228600"/>
                </a:lnTo>
                <a:close/>
                <a:moveTo>
                  <a:pt x="209550" y="228600"/>
                </a:moveTo>
                <a:lnTo>
                  <a:pt x="219075" y="228600"/>
                </a:lnTo>
                <a:lnTo>
                  <a:pt x="219075" y="238125"/>
                </a:lnTo>
                <a:lnTo>
                  <a:pt x="209550" y="238125"/>
                </a:lnTo>
                <a:close/>
                <a:moveTo>
                  <a:pt x="314325" y="228600"/>
                </a:moveTo>
                <a:lnTo>
                  <a:pt x="333375" y="228600"/>
                </a:lnTo>
                <a:lnTo>
                  <a:pt x="333375" y="238125"/>
                </a:lnTo>
                <a:lnTo>
                  <a:pt x="314325" y="238125"/>
                </a:lnTo>
                <a:close/>
                <a:moveTo>
                  <a:pt x="409575" y="228600"/>
                </a:moveTo>
                <a:lnTo>
                  <a:pt x="438150" y="228600"/>
                </a:lnTo>
                <a:lnTo>
                  <a:pt x="438150" y="238125"/>
                </a:lnTo>
                <a:lnTo>
                  <a:pt x="409575" y="238125"/>
                </a:lnTo>
                <a:close/>
                <a:moveTo>
                  <a:pt x="219075" y="238125"/>
                </a:moveTo>
                <a:lnTo>
                  <a:pt x="228600" y="238125"/>
                </a:lnTo>
                <a:lnTo>
                  <a:pt x="228600" y="247650"/>
                </a:lnTo>
                <a:lnTo>
                  <a:pt x="219075" y="247650"/>
                </a:lnTo>
                <a:close/>
                <a:moveTo>
                  <a:pt x="390525" y="238125"/>
                </a:moveTo>
                <a:lnTo>
                  <a:pt x="400050" y="238125"/>
                </a:lnTo>
                <a:lnTo>
                  <a:pt x="400050" y="247650"/>
                </a:lnTo>
                <a:lnTo>
                  <a:pt x="390525" y="247650"/>
                </a:lnTo>
                <a:close/>
                <a:moveTo>
                  <a:pt x="228600" y="247650"/>
                </a:moveTo>
                <a:lnTo>
                  <a:pt x="238125" y="247650"/>
                </a:lnTo>
                <a:lnTo>
                  <a:pt x="238125" y="257175"/>
                </a:lnTo>
                <a:lnTo>
                  <a:pt x="228600" y="257175"/>
                </a:lnTo>
                <a:close/>
                <a:moveTo>
                  <a:pt x="257175" y="247650"/>
                </a:moveTo>
                <a:lnTo>
                  <a:pt x="276225" y="247650"/>
                </a:lnTo>
                <a:lnTo>
                  <a:pt x="276225" y="257175"/>
                </a:lnTo>
                <a:lnTo>
                  <a:pt x="257175" y="257175"/>
                </a:lnTo>
                <a:close/>
                <a:moveTo>
                  <a:pt x="381000" y="247650"/>
                </a:moveTo>
                <a:lnTo>
                  <a:pt x="390525" y="247650"/>
                </a:lnTo>
                <a:lnTo>
                  <a:pt x="390525" y="257175"/>
                </a:lnTo>
                <a:lnTo>
                  <a:pt x="381000" y="257175"/>
                </a:lnTo>
                <a:close/>
                <a:moveTo>
                  <a:pt x="304800" y="257175"/>
                </a:moveTo>
                <a:lnTo>
                  <a:pt x="314325" y="257175"/>
                </a:lnTo>
                <a:lnTo>
                  <a:pt x="314325" y="276225"/>
                </a:lnTo>
                <a:lnTo>
                  <a:pt x="304800" y="276225"/>
                </a:lnTo>
                <a:close/>
                <a:moveTo>
                  <a:pt x="104775" y="276225"/>
                </a:moveTo>
                <a:lnTo>
                  <a:pt x="114300" y="276225"/>
                </a:lnTo>
                <a:lnTo>
                  <a:pt x="114300" y="304800"/>
                </a:lnTo>
                <a:lnTo>
                  <a:pt x="104775" y="304800"/>
                </a:lnTo>
                <a:close/>
                <a:moveTo>
                  <a:pt x="85725" y="285750"/>
                </a:moveTo>
                <a:lnTo>
                  <a:pt x="95250" y="285750"/>
                </a:lnTo>
                <a:lnTo>
                  <a:pt x="95250" y="295275"/>
                </a:lnTo>
                <a:lnTo>
                  <a:pt x="85725" y="295275"/>
                </a:lnTo>
                <a:close/>
                <a:moveTo>
                  <a:pt x="276225" y="285750"/>
                </a:moveTo>
                <a:lnTo>
                  <a:pt x="285750" y="285750"/>
                </a:lnTo>
                <a:lnTo>
                  <a:pt x="285750" y="304800"/>
                </a:lnTo>
                <a:lnTo>
                  <a:pt x="276225" y="304800"/>
                </a:lnTo>
                <a:close/>
                <a:moveTo>
                  <a:pt x="76200" y="295275"/>
                </a:moveTo>
                <a:lnTo>
                  <a:pt x="85725" y="295275"/>
                </a:lnTo>
                <a:lnTo>
                  <a:pt x="85725" y="304800"/>
                </a:lnTo>
                <a:lnTo>
                  <a:pt x="76200" y="304800"/>
                </a:lnTo>
                <a:close/>
                <a:moveTo>
                  <a:pt x="228600" y="295275"/>
                </a:moveTo>
                <a:lnTo>
                  <a:pt x="238125" y="295275"/>
                </a:lnTo>
                <a:lnTo>
                  <a:pt x="238125" y="304800"/>
                </a:lnTo>
                <a:lnTo>
                  <a:pt x="228600" y="304800"/>
                </a:lnTo>
                <a:close/>
                <a:moveTo>
                  <a:pt x="304800" y="295275"/>
                </a:moveTo>
                <a:lnTo>
                  <a:pt x="314325" y="295275"/>
                </a:lnTo>
                <a:lnTo>
                  <a:pt x="314325" y="304800"/>
                </a:lnTo>
                <a:lnTo>
                  <a:pt x="304800" y="304800"/>
                </a:lnTo>
                <a:close/>
                <a:moveTo>
                  <a:pt x="66675" y="304800"/>
                </a:moveTo>
                <a:lnTo>
                  <a:pt x="76200" y="304800"/>
                </a:lnTo>
                <a:lnTo>
                  <a:pt x="76200" y="314325"/>
                </a:lnTo>
                <a:lnTo>
                  <a:pt x="66675" y="314325"/>
                </a:lnTo>
                <a:close/>
                <a:moveTo>
                  <a:pt x="209550" y="304800"/>
                </a:moveTo>
                <a:lnTo>
                  <a:pt x="219075" y="304800"/>
                </a:lnTo>
                <a:lnTo>
                  <a:pt x="219075" y="314325"/>
                </a:lnTo>
                <a:lnTo>
                  <a:pt x="209550" y="314325"/>
                </a:lnTo>
                <a:close/>
                <a:moveTo>
                  <a:pt x="238125" y="304800"/>
                </a:moveTo>
                <a:lnTo>
                  <a:pt x="247650" y="304800"/>
                </a:lnTo>
                <a:lnTo>
                  <a:pt x="247650" y="314325"/>
                </a:lnTo>
                <a:lnTo>
                  <a:pt x="238125" y="314325"/>
                </a:lnTo>
                <a:close/>
                <a:moveTo>
                  <a:pt x="314325" y="304800"/>
                </a:moveTo>
                <a:lnTo>
                  <a:pt x="323850" y="304800"/>
                </a:lnTo>
                <a:lnTo>
                  <a:pt x="323850" y="314325"/>
                </a:lnTo>
                <a:lnTo>
                  <a:pt x="314325" y="314325"/>
                </a:lnTo>
                <a:close/>
                <a:moveTo>
                  <a:pt x="57150" y="314325"/>
                </a:moveTo>
                <a:lnTo>
                  <a:pt x="66675" y="314325"/>
                </a:lnTo>
                <a:lnTo>
                  <a:pt x="66675" y="323850"/>
                </a:lnTo>
                <a:lnTo>
                  <a:pt x="57150" y="323850"/>
                </a:lnTo>
                <a:close/>
                <a:moveTo>
                  <a:pt x="219075" y="314325"/>
                </a:moveTo>
                <a:lnTo>
                  <a:pt x="228600" y="314325"/>
                </a:lnTo>
                <a:lnTo>
                  <a:pt x="228600" y="323850"/>
                </a:lnTo>
                <a:lnTo>
                  <a:pt x="219075" y="323850"/>
                </a:lnTo>
                <a:close/>
                <a:moveTo>
                  <a:pt x="428625" y="314325"/>
                </a:moveTo>
                <a:lnTo>
                  <a:pt x="438150" y="314325"/>
                </a:lnTo>
                <a:lnTo>
                  <a:pt x="438150" y="323850"/>
                </a:lnTo>
                <a:lnTo>
                  <a:pt x="428625" y="323850"/>
                </a:lnTo>
                <a:close/>
                <a:moveTo>
                  <a:pt x="447675" y="314325"/>
                </a:moveTo>
                <a:lnTo>
                  <a:pt x="457200" y="314325"/>
                </a:lnTo>
                <a:lnTo>
                  <a:pt x="457200" y="333375"/>
                </a:lnTo>
                <a:lnTo>
                  <a:pt x="447675" y="333375"/>
                </a:lnTo>
                <a:close/>
                <a:moveTo>
                  <a:pt x="247650" y="323850"/>
                </a:moveTo>
                <a:lnTo>
                  <a:pt x="257175" y="323850"/>
                </a:lnTo>
                <a:lnTo>
                  <a:pt x="257175" y="361950"/>
                </a:lnTo>
                <a:lnTo>
                  <a:pt x="247650" y="361950"/>
                </a:lnTo>
                <a:close/>
                <a:moveTo>
                  <a:pt x="304800" y="323850"/>
                </a:moveTo>
                <a:lnTo>
                  <a:pt x="314325" y="323850"/>
                </a:lnTo>
                <a:lnTo>
                  <a:pt x="314325" y="333375"/>
                </a:lnTo>
                <a:lnTo>
                  <a:pt x="304800" y="333375"/>
                </a:lnTo>
                <a:close/>
                <a:moveTo>
                  <a:pt x="133350" y="333375"/>
                </a:moveTo>
                <a:lnTo>
                  <a:pt x="142875" y="333375"/>
                </a:lnTo>
                <a:lnTo>
                  <a:pt x="142875" y="352425"/>
                </a:lnTo>
                <a:lnTo>
                  <a:pt x="133350" y="352425"/>
                </a:lnTo>
                <a:close/>
                <a:moveTo>
                  <a:pt x="228600" y="333375"/>
                </a:moveTo>
                <a:lnTo>
                  <a:pt x="238125" y="333375"/>
                </a:lnTo>
                <a:lnTo>
                  <a:pt x="238125" y="352425"/>
                </a:lnTo>
                <a:lnTo>
                  <a:pt x="228600" y="352425"/>
                </a:lnTo>
                <a:close/>
                <a:moveTo>
                  <a:pt x="314325" y="333375"/>
                </a:moveTo>
                <a:lnTo>
                  <a:pt x="323850" y="333375"/>
                </a:lnTo>
                <a:lnTo>
                  <a:pt x="323850" y="342900"/>
                </a:lnTo>
                <a:lnTo>
                  <a:pt x="314325" y="342900"/>
                </a:lnTo>
                <a:close/>
                <a:moveTo>
                  <a:pt x="76200" y="352425"/>
                </a:moveTo>
                <a:lnTo>
                  <a:pt x="85725" y="352425"/>
                </a:lnTo>
                <a:lnTo>
                  <a:pt x="85725" y="361950"/>
                </a:lnTo>
                <a:lnTo>
                  <a:pt x="76200" y="361950"/>
                </a:lnTo>
                <a:close/>
                <a:moveTo>
                  <a:pt x="438150" y="352425"/>
                </a:moveTo>
                <a:lnTo>
                  <a:pt x="447675" y="352425"/>
                </a:lnTo>
                <a:lnTo>
                  <a:pt x="447675" y="361950"/>
                </a:lnTo>
                <a:lnTo>
                  <a:pt x="438150" y="361950"/>
                </a:lnTo>
                <a:close/>
                <a:moveTo>
                  <a:pt x="161925" y="361950"/>
                </a:moveTo>
                <a:lnTo>
                  <a:pt x="171450" y="361950"/>
                </a:lnTo>
                <a:lnTo>
                  <a:pt x="171450" y="371475"/>
                </a:lnTo>
                <a:lnTo>
                  <a:pt x="161925" y="371475"/>
                </a:lnTo>
                <a:close/>
                <a:moveTo>
                  <a:pt x="333375" y="361950"/>
                </a:moveTo>
                <a:lnTo>
                  <a:pt x="342900" y="361950"/>
                </a:lnTo>
                <a:lnTo>
                  <a:pt x="342900" y="371475"/>
                </a:lnTo>
                <a:lnTo>
                  <a:pt x="333375" y="371475"/>
                </a:lnTo>
                <a:close/>
                <a:moveTo>
                  <a:pt x="76200" y="371475"/>
                </a:moveTo>
                <a:lnTo>
                  <a:pt x="85725" y="371475"/>
                </a:lnTo>
                <a:lnTo>
                  <a:pt x="85725" y="381000"/>
                </a:lnTo>
                <a:lnTo>
                  <a:pt x="76200" y="381000"/>
                </a:lnTo>
                <a:close/>
                <a:moveTo>
                  <a:pt x="142875" y="371475"/>
                </a:moveTo>
                <a:lnTo>
                  <a:pt x="152400" y="371475"/>
                </a:lnTo>
                <a:lnTo>
                  <a:pt x="152400" y="381000"/>
                </a:lnTo>
                <a:lnTo>
                  <a:pt x="142875" y="381000"/>
                </a:lnTo>
                <a:close/>
                <a:moveTo>
                  <a:pt x="171450" y="371475"/>
                </a:moveTo>
                <a:lnTo>
                  <a:pt x="180975" y="371475"/>
                </a:lnTo>
                <a:lnTo>
                  <a:pt x="180975" y="381000"/>
                </a:lnTo>
                <a:lnTo>
                  <a:pt x="171450" y="381000"/>
                </a:lnTo>
                <a:close/>
                <a:moveTo>
                  <a:pt x="314325" y="371475"/>
                </a:moveTo>
                <a:lnTo>
                  <a:pt x="333375" y="371475"/>
                </a:lnTo>
                <a:lnTo>
                  <a:pt x="333375" y="381000"/>
                </a:lnTo>
                <a:lnTo>
                  <a:pt x="314325" y="381000"/>
                </a:lnTo>
                <a:close/>
                <a:moveTo>
                  <a:pt x="428625" y="371475"/>
                </a:moveTo>
                <a:lnTo>
                  <a:pt x="438150" y="371475"/>
                </a:lnTo>
                <a:lnTo>
                  <a:pt x="438150" y="381000"/>
                </a:lnTo>
                <a:lnTo>
                  <a:pt x="428625" y="381000"/>
                </a:lnTo>
                <a:close/>
                <a:moveTo>
                  <a:pt x="85725" y="381000"/>
                </a:moveTo>
                <a:lnTo>
                  <a:pt x="95250" y="381000"/>
                </a:lnTo>
                <a:lnTo>
                  <a:pt x="95250" y="409575"/>
                </a:lnTo>
                <a:lnTo>
                  <a:pt x="85725" y="409575"/>
                </a:lnTo>
                <a:close/>
                <a:moveTo>
                  <a:pt x="104775" y="381000"/>
                </a:moveTo>
                <a:lnTo>
                  <a:pt x="114300" y="381000"/>
                </a:lnTo>
                <a:lnTo>
                  <a:pt x="114300" y="390525"/>
                </a:lnTo>
                <a:lnTo>
                  <a:pt x="104775" y="390525"/>
                </a:lnTo>
                <a:close/>
                <a:moveTo>
                  <a:pt x="152400" y="381000"/>
                </a:moveTo>
                <a:lnTo>
                  <a:pt x="161925" y="381000"/>
                </a:lnTo>
                <a:lnTo>
                  <a:pt x="161925" y="390525"/>
                </a:lnTo>
                <a:lnTo>
                  <a:pt x="152400" y="390525"/>
                </a:lnTo>
                <a:close/>
                <a:moveTo>
                  <a:pt x="304800" y="381000"/>
                </a:moveTo>
                <a:lnTo>
                  <a:pt x="314325" y="381000"/>
                </a:lnTo>
                <a:lnTo>
                  <a:pt x="314325" y="390525"/>
                </a:lnTo>
                <a:lnTo>
                  <a:pt x="304800" y="390525"/>
                </a:lnTo>
                <a:close/>
                <a:moveTo>
                  <a:pt x="400050" y="381000"/>
                </a:moveTo>
                <a:lnTo>
                  <a:pt x="409575" y="381000"/>
                </a:lnTo>
                <a:lnTo>
                  <a:pt x="409575" y="390525"/>
                </a:lnTo>
                <a:lnTo>
                  <a:pt x="400050" y="390525"/>
                </a:lnTo>
                <a:close/>
                <a:moveTo>
                  <a:pt x="219075" y="390525"/>
                </a:moveTo>
                <a:lnTo>
                  <a:pt x="228600" y="390525"/>
                </a:lnTo>
                <a:lnTo>
                  <a:pt x="228600" y="400050"/>
                </a:lnTo>
                <a:lnTo>
                  <a:pt x="219075" y="400050"/>
                </a:lnTo>
                <a:close/>
                <a:moveTo>
                  <a:pt x="361950" y="390525"/>
                </a:moveTo>
                <a:lnTo>
                  <a:pt x="371475" y="390525"/>
                </a:lnTo>
                <a:lnTo>
                  <a:pt x="371475" y="400050"/>
                </a:lnTo>
                <a:lnTo>
                  <a:pt x="361950" y="400050"/>
                </a:lnTo>
                <a:close/>
                <a:moveTo>
                  <a:pt x="381000" y="390525"/>
                </a:moveTo>
                <a:lnTo>
                  <a:pt x="400050" y="390525"/>
                </a:lnTo>
                <a:lnTo>
                  <a:pt x="400050" y="400050"/>
                </a:lnTo>
                <a:lnTo>
                  <a:pt x="381000" y="400050"/>
                </a:lnTo>
                <a:close/>
                <a:moveTo>
                  <a:pt x="409575" y="400050"/>
                </a:moveTo>
                <a:lnTo>
                  <a:pt x="419100" y="400050"/>
                </a:lnTo>
                <a:lnTo>
                  <a:pt x="419100" y="409575"/>
                </a:lnTo>
                <a:lnTo>
                  <a:pt x="409575" y="409575"/>
                </a:lnTo>
                <a:close/>
                <a:moveTo>
                  <a:pt x="76200" y="409575"/>
                </a:moveTo>
                <a:lnTo>
                  <a:pt x="85725" y="409575"/>
                </a:lnTo>
                <a:lnTo>
                  <a:pt x="85725" y="428625"/>
                </a:lnTo>
                <a:lnTo>
                  <a:pt x="76200" y="428625"/>
                </a:lnTo>
                <a:close/>
                <a:moveTo>
                  <a:pt x="285750" y="409575"/>
                </a:moveTo>
                <a:lnTo>
                  <a:pt x="295275" y="409575"/>
                </a:lnTo>
                <a:lnTo>
                  <a:pt x="295275" y="428625"/>
                </a:lnTo>
                <a:lnTo>
                  <a:pt x="285750" y="428625"/>
                </a:lnTo>
                <a:close/>
                <a:moveTo>
                  <a:pt x="400050" y="409575"/>
                </a:moveTo>
                <a:lnTo>
                  <a:pt x="409575" y="409575"/>
                </a:lnTo>
                <a:lnTo>
                  <a:pt x="409575" y="438150"/>
                </a:lnTo>
                <a:lnTo>
                  <a:pt x="400050" y="438150"/>
                </a:lnTo>
                <a:close/>
                <a:moveTo>
                  <a:pt x="152400" y="428625"/>
                </a:moveTo>
                <a:lnTo>
                  <a:pt x="161925" y="428625"/>
                </a:lnTo>
                <a:lnTo>
                  <a:pt x="161925" y="438150"/>
                </a:lnTo>
                <a:lnTo>
                  <a:pt x="152400" y="438150"/>
                </a:lnTo>
                <a:close/>
                <a:moveTo>
                  <a:pt x="228600" y="428625"/>
                </a:moveTo>
                <a:lnTo>
                  <a:pt x="238125" y="428625"/>
                </a:lnTo>
                <a:lnTo>
                  <a:pt x="238125" y="438150"/>
                </a:lnTo>
                <a:lnTo>
                  <a:pt x="228600" y="438150"/>
                </a:lnTo>
                <a:close/>
                <a:moveTo>
                  <a:pt x="266700" y="428625"/>
                </a:moveTo>
                <a:lnTo>
                  <a:pt x="285750" y="428625"/>
                </a:lnTo>
                <a:lnTo>
                  <a:pt x="285750" y="438150"/>
                </a:lnTo>
                <a:lnTo>
                  <a:pt x="266700" y="438150"/>
                </a:lnTo>
                <a:close/>
                <a:moveTo>
                  <a:pt x="304800" y="428625"/>
                </a:moveTo>
                <a:lnTo>
                  <a:pt x="314325" y="428625"/>
                </a:lnTo>
                <a:lnTo>
                  <a:pt x="314325" y="438150"/>
                </a:lnTo>
                <a:lnTo>
                  <a:pt x="304800" y="438150"/>
                </a:lnTo>
                <a:close/>
                <a:moveTo>
                  <a:pt x="361950" y="428625"/>
                </a:moveTo>
                <a:lnTo>
                  <a:pt x="371475" y="428625"/>
                </a:lnTo>
                <a:lnTo>
                  <a:pt x="371475" y="438150"/>
                </a:lnTo>
                <a:lnTo>
                  <a:pt x="361950" y="438150"/>
                </a:lnTo>
                <a:close/>
                <a:moveTo>
                  <a:pt x="161925" y="438150"/>
                </a:moveTo>
                <a:lnTo>
                  <a:pt x="171450" y="438150"/>
                </a:lnTo>
                <a:lnTo>
                  <a:pt x="171450" y="447675"/>
                </a:lnTo>
                <a:lnTo>
                  <a:pt x="161925" y="447675"/>
                </a:lnTo>
                <a:close/>
                <a:moveTo>
                  <a:pt x="295275" y="438150"/>
                </a:moveTo>
                <a:lnTo>
                  <a:pt x="304800" y="438150"/>
                </a:lnTo>
                <a:lnTo>
                  <a:pt x="304800" y="447675"/>
                </a:lnTo>
                <a:lnTo>
                  <a:pt x="295275" y="447675"/>
                </a:lnTo>
                <a:close/>
                <a:moveTo>
                  <a:pt x="371475" y="438150"/>
                </a:moveTo>
                <a:lnTo>
                  <a:pt x="381000" y="438150"/>
                </a:lnTo>
                <a:lnTo>
                  <a:pt x="381000" y="447675"/>
                </a:lnTo>
                <a:lnTo>
                  <a:pt x="371475" y="447675"/>
                </a:lnTo>
                <a:close/>
                <a:moveTo>
                  <a:pt x="133350" y="447675"/>
                </a:moveTo>
                <a:lnTo>
                  <a:pt x="152400" y="447675"/>
                </a:lnTo>
                <a:lnTo>
                  <a:pt x="152400" y="457200"/>
                </a:lnTo>
                <a:lnTo>
                  <a:pt x="133350" y="457200"/>
                </a:lnTo>
                <a:close/>
                <a:moveTo>
                  <a:pt x="257175" y="447675"/>
                </a:moveTo>
                <a:lnTo>
                  <a:pt x="266700" y="447675"/>
                </a:lnTo>
                <a:lnTo>
                  <a:pt x="266700" y="457200"/>
                </a:lnTo>
                <a:lnTo>
                  <a:pt x="257175" y="457200"/>
                </a:lnTo>
                <a:close/>
                <a:moveTo>
                  <a:pt x="285750" y="447675"/>
                </a:moveTo>
                <a:lnTo>
                  <a:pt x="295275" y="447675"/>
                </a:lnTo>
                <a:lnTo>
                  <a:pt x="295275" y="457200"/>
                </a:lnTo>
                <a:lnTo>
                  <a:pt x="285750" y="457200"/>
                </a:lnTo>
                <a:close/>
                <a:moveTo>
                  <a:pt x="152400" y="457200"/>
                </a:moveTo>
                <a:lnTo>
                  <a:pt x="161925" y="457200"/>
                </a:lnTo>
                <a:lnTo>
                  <a:pt x="161925" y="466725"/>
                </a:lnTo>
                <a:lnTo>
                  <a:pt x="152400" y="466725"/>
                </a:lnTo>
                <a:close/>
                <a:moveTo>
                  <a:pt x="161925" y="466725"/>
                </a:moveTo>
                <a:lnTo>
                  <a:pt x="171450" y="466725"/>
                </a:lnTo>
                <a:lnTo>
                  <a:pt x="171450" y="476250"/>
                </a:lnTo>
                <a:lnTo>
                  <a:pt x="161925" y="476250"/>
                </a:lnTo>
                <a:close/>
              </a:path>
            </a:pathLst>
          </a:custGeom>
          <a:solidFill xmlns:a="http://schemas.openxmlformats.org/drawingml/2006/main">
            <a:srgbClr val="5E6F5F"/>
          </a:solidFill>
          <a:ln xmlns:a="http://schemas.openxmlformats.org/drawingml/2006/main" w="0">
            <a:noFill/>
          </a:ln>
        </p:spPr>
      </p:sp>
      <p:sp>
        <p:nvSpPr>
          <p:cNvPr id="77" name="back vector #425544">
            <a:extLst xmlns:a="http://schemas.openxmlformats.org/drawingml/2006/main">
              <a:ext uri="{FF2B5EF4-FFF2-40B4-BE49-F238E27FC236}">
                <a16:creationId xmlns:a16="http://schemas.microsoft.com/office/drawing/2014/main" id="{68E3E34C-CB92-4C27-9C8D-35B3AE3188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67300" y="1647825"/>
            <a:ext cx="638175" cy="666750"/>
          </a:xfrm>
          <a:custGeom xmlns:a="http://schemas.openxmlformats.org/drawingml/2006/main">
            <a:pathLst>
              <a:path w="533400" h="561975">
                <a:moveTo>
                  <a:pt x="219075" y="66675"/>
                </a:moveTo>
                <a:lnTo>
                  <a:pt x="238125" y="66675"/>
                </a:lnTo>
                <a:lnTo>
                  <a:pt x="238125" y="76200"/>
                </a:lnTo>
                <a:lnTo>
                  <a:pt x="219075" y="76200"/>
                </a:lnTo>
                <a:close/>
                <a:moveTo>
                  <a:pt x="209550" y="76200"/>
                </a:moveTo>
                <a:lnTo>
                  <a:pt x="219075" y="76200"/>
                </a:lnTo>
                <a:lnTo>
                  <a:pt x="219075" y="95250"/>
                </a:lnTo>
                <a:lnTo>
                  <a:pt x="209550" y="95250"/>
                </a:lnTo>
                <a:lnTo>
                  <a:pt x="209550" y="104775"/>
                </a:lnTo>
                <a:lnTo>
                  <a:pt x="200025" y="104775"/>
                </a:lnTo>
                <a:lnTo>
                  <a:pt x="200025" y="114300"/>
                </a:lnTo>
                <a:lnTo>
                  <a:pt x="180975" y="114300"/>
                </a:lnTo>
                <a:lnTo>
                  <a:pt x="180975" y="104775"/>
                </a:lnTo>
                <a:lnTo>
                  <a:pt x="171450" y="104775"/>
                </a:lnTo>
                <a:lnTo>
                  <a:pt x="171450" y="95250"/>
                </a:lnTo>
                <a:lnTo>
                  <a:pt x="200025" y="95250"/>
                </a:lnTo>
                <a:lnTo>
                  <a:pt x="200025" y="85725"/>
                </a:lnTo>
                <a:lnTo>
                  <a:pt x="209550" y="85725"/>
                </a:lnTo>
                <a:close/>
                <a:moveTo>
                  <a:pt x="342900" y="76200"/>
                </a:moveTo>
                <a:lnTo>
                  <a:pt x="352425" y="76200"/>
                </a:lnTo>
                <a:lnTo>
                  <a:pt x="352425" y="85725"/>
                </a:lnTo>
                <a:lnTo>
                  <a:pt x="342900" y="85725"/>
                </a:lnTo>
                <a:close/>
                <a:moveTo>
                  <a:pt x="400050" y="76200"/>
                </a:moveTo>
                <a:lnTo>
                  <a:pt x="409575" y="76200"/>
                </a:lnTo>
                <a:lnTo>
                  <a:pt x="409575" y="85725"/>
                </a:lnTo>
                <a:lnTo>
                  <a:pt x="400050" y="85725"/>
                </a:lnTo>
                <a:close/>
                <a:moveTo>
                  <a:pt x="247650" y="85725"/>
                </a:moveTo>
                <a:lnTo>
                  <a:pt x="257175" y="85725"/>
                </a:lnTo>
                <a:lnTo>
                  <a:pt x="257175" y="95250"/>
                </a:lnTo>
                <a:lnTo>
                  <a:pt x="247650" y="95250"/>
                </a:lnTo>
                <a:close/>
                <a:moveTo>
                  <a:pt x="361950" y="85725"/>
                </a:moveTo>
                <a:lnTo>
                  <a:pt x="371475" y="85725"/>
                </a:lnTo>
                <a:lnTo>
                  <a:pt x="371475" y="95250"/>
                </a:lnTo>
                <a:lnTo>
                  <a:pt x="361950" y="95250"/>
                </a:lnTo>
                <a:close/>
                <a:moveTo>
                  <a:pt x="409575" y="85725"/>
                </a:moveTo>
                <a:lnTo>
                  <a:pt x="419100" y="85725"/>
                </a:lnTo>
                <a:lnTo>
                  <a:pt x="419100" y="104775"/>
                </a:lnTo>
                <a:lnTo>
                  <a:pt x="390525" y="104775"/>
                </a:lnTo>
                <a:lnTo>
                  <a:pt x="390525" y="95250"/>
                </a:lnTo>
                <a:lnTo>
                  <a:pt x="409575" y="95250"/>
                </a:lnTo>
                <a:close/>
                <a:moveTo>
                  <a:pt x="304800" y="95250"/>
                </a:moveTo>
                <a:lnTo>
                  <a:pt x="314325" y="95250"/>
                </a:lnTo>
                <a:lnTo>
                  <a:pt x="314325" y="104775"/>
                </a:lnTo>
                <a:lnTo>
                  <a:pt x="304800" y="104775"/>
                </a:lnTo>
                <a:close/>
                <a:moveTo>
                  <a:pt x="352425" y="95250"/>
                </a:moveTo>
                <a:lnTo>
                  <a:pt x="361950" y="95250"/>
                </a:lnTo>
                <a:lnTo>
                  <a:pt x="361950" y="104775"/>
                </a:lnTo>
                <a:lnTo>
                  <a:pt x="352425" y="104775"/>
                </a:lnTo>
                <a:close/>
                <a:moveTo>
                  <a:pt x="438150" y="95250"/>
                </a:moveTo>
                <a:lnTo>
                  <a:pt x="447675" y="95250"/>
                </a:lnTo>
                <a:lnTo>
                  <a:pt x="447675" y="123825"/>
                </a:lnTo>
                <a:lnTo>
                  <a:pt x="428625" y="123825"/>
                </a:lnTo>
                <a:lnTo>
                  <a:pt x="428625" y="114300"/>
                </a:lnTo>
                <a:lnTo>
                  <a:pt x="438150" y="114300"/>
                </a:lnTo>
                <a:close/>
                <a:moveTo>
                  <a:pt x="152400" y="104775"/>
                </a:moveTo>
                <a:lnTo>
                  <a:pt x="171450" y="104775"/>
                </a:lnTo>
                <a:lnTo>
                  <a:pt x="171450" y="123825"/>
                </a:lnTo>
                <a:lnTo>
                  <a:pt x="161925" y="123825"/>
                </a:lnTo>
                <a:lnTo>
                  <a:pt x="161925" y="114300"/>
                </a:lnTo>
                <a:lnTo>
                  <a:pt x="152400" y="114300"/>
                </a:lnTo>
                <a:close/>
                <a:moveTo>
                  <a:pt x="323850" y="104775"/>
                </a:moveTo>
                <a:lnTo>
                  <a:pt x="333375" y="104775"/>
                </a:lnTo>
                <a:lnTo>
                  <a:pt x="333375" y="114300"/>
                </a:lnTo>
                <a:lnTo>
                  <a:pt x="323850" y="114300"/>
                </a:lnTo>
                <a:close/>
                <a:moveTo>
                  <a:pt x="142875" y="114300"/>
                </a:moveTo>
                <a:lnTo>
                  <a:pt x="152400" y="114300"/>
                </a:lnTo>
                <a:lnTo>
                  <a:pt x="152400" y="123825"/>
                </a:lnTo>
                <a:lnTo>
                  <a:pt x="142875" y="123825"/>
                </a:lnTo>
                <a:close/>
                <a:moveTo>
                  <a:pt x="219075" y="114300"/>
                </a:moveTo>
                <a:lnTo>
                  <a:pt x="238125" y="114300"/>
                </a:lnTo>
                <a:lnTo>
                  <a:pt x="238125" y="123825"/>
                </a:lnTo>
                <a:lnTo>
                  <a:pt x="219075" y="123825"/>
                </a:lnTo>
                <a:close/>
                <a:moveTo>
                  <a:pt x="123825" y="123825"/>
                </a:moveTo>
                <a:lnTo>
                  <a:pt x="133350" y="123825"/>
                </a:lnTo>
                <a:lnTo>
                  <a:pt x="133350" y="133350"/>
                </a:lnTo>
                <a:lnTo>
                  <a:pt x="123825" y="133350"/>
                </a:lnTo>
                <a:close/>
                <a:moveTo>
                  <a:pt x="447675" y="123825"/>
                </a:moveTo>
                <a:lnTo>
                  <a:pt x="457200" y="123825"/>
                </a:lnTo>
                <a:lnTo>
                  <a:pt x="457200" y="133350"/>
                </a:lnTo>
                <a:lnTo>
                  <a:pt x="447675" y="133350"/>
                </a:lnTo>
                <a:close/>
                <a:moveTo>
                  <a:pt x="114300" y="133350"/>
                </a:moveTo>
                <a:lnTo>
                  <a:pt x="123825" y="133350"/>
                </a:lnTo>
                <a:lnTo>
                  <a:pt x="123825" y="142875"/>
                </a:lnTo>
                <a:lnTo>
                  <a:pt x="114300" y="142875"/>
                </a:lnTo>
                <a:close/>
                <a:moveTo>
                  <a:pt x="285750" y="133350"/>
                </a:moveTo>
                <a:lnTo>
                  <a:pt x="295275" y="133350"/>
                </a:lnTo>
                <a:lnTo>
                  <a:pt x="295275" y="142875"/>
                </a:lnTo>
                <a:lnTo>
                  <a:pt x="285750" y="142875"/>
                </a:lnTo>
                <a:close/>
                <a:moveTo>
                  <a:pt x="104775" y="142875"/>
                </a:moveTo>
                <a:lnTo>
                  <a:pt x="114300" y="142875"/>
                </a:lnTo>
                <a:lnTo>
                  <a:pt x="114300" y="152400"/>
                </a:lnTo>
                <a:lnTo>
                  <a:pt x="104775" y="152400"/>
                </a:lnTo>
                <a:close/>
                <a:moveTo>
                  <a:pt x="342900" y="142875"/>
                </a:moveTo>
                <a:lnTo>
                  <a:pt x="352425" y="142875"/>
                </a:lnTo>
                <a:lnTo>
                  <a:pt x="352425" y="152400"/>
                </a:lnTo>
                <a:lnTo>
                  <a:pt x="342900" y="152400"/>
                </a:lnTo>
                <a:close/>
                <a:moveTo>
                  <a:pt x="361950" y="142875"/>
                </a:moveTo>
                <a:lnTo>
                  <a:pt x="371475" y="142875"/>
                </a:lnTo>
                <a:lnTo>
                  <a:pt x="371475" y="152400"/>
                </a:lnTo>
                <a:lnTo>
                  <a:pt x="361950" y="152400"/>
                </a:lnTo>
                <a:close/>
                <a:moveTo>
                  <a:pt x="457200" y="142875"/>
                </a:moveTo>
                <a:lnTo>
                  <a:pt x="466725" y="142875"/>
                </a:lnTo>
                <a:lnTo>
                  <a:pt x="466725" y="152400"/>
                </a:lnTo>
                <a:lnTo>
                  <a:pt x="457200" y="152400"/>
                </a:lnTo>
                <a:close/>
                <a:moveTo>
                  <a:pt x="285750" y="161925"/>
                </a:moveTo>
                <a:lnTo>
                  <a:pt x="295275" y="161925"/>
                </a:lnTo>
                <a:lnTo>
                  <a:pt x="295275" y="171450"/>
                </a:lnTo>
                <a:lnTo>
                  <a:pt x="285750" y="171450"/>
                </a:lnTo>
                <a:close/>
                <a:moveTo>
                  <a:pt x="438150" y="161925"/>
                </a:moveTo>
                <a:lnTo>
                  <a:pt x="447675" y="161925"/>
                </a:lnTo>
                <a:lnTo>
                  <a:pt x="447675" y="171450"/>
                </a:lnTo>
                <a:lnTo>
                  <a:pt x="438150" y="171450"/>
                </a:lnTo>
                <a:close/>
                <a:moveTo>
                  <a:pt x="85725" y="171450"/>
                </a:moveTo>
                <a:lnTo>
                  <a:pt x="95250" y="171450"/>
                </a:lnTo>
                <a:lnTo>
                  <a:pt x="95250" y="180975"/>
                </a:lnTo>
                <a:lnTo>
                  <a:pt x="104775" y="180975"/>
                </a:lnTo>
                <a:lnTo>
                  <a:pt x="104775" y="190500"/>
                </a:lnTo>
                <a:lnTo>
                  <a:pt x="85725" y="190500"/>
                </a:lnTo>
                <a:close/>
                <a:moveTo>
                  <a:pt x="400050" y="171450"/>
                </a:moveTo>
                <a:lnTo>
                  <a:pt x="409575" y="171450"/>
                </a:lnTo>
                <a:lnTo>
                  <a:pt x="409575" y="180975"/>
                </a:lnTo>
                <a:lnTo>
                  <a:pt x="400050" y="180975"/>
                </a:lnTo>
                <a:close/>
                <a:moveTo>
                  <a:pt x="428625" y="171450"/>
                </a:moveTo>
                <a:lnTo>
                  <a:pt x="438150" y="171450"/>
                </a:lnTo>
                <a:lnTo>
                  <a:pt x="438150" y="180975"/>
                </a:lnTo>
                <a:lnTo>
                  <a:pt x="428625" y="180975"/>
                </a:lnTo>
                <a:close/>
                <a:moveTo>
                  <a:pt x="295275" y="180975"/>
                </a:moveTo>
                <a:lnTo>
                  <a:pt x="304800" y="180975"/>
                </a:lnTo>
                <a:lnTo>
                  <a:pt x="304800" y="190500"/>
                </a:lnTo>
                <a:lnTo>
                  <a:pt x="295275" y="190500"/>
                </a:lnTo>
                <a:close/>
                <a:moveTo>
                  <a:pt x="381000" y="180975"/>
                </a:moveTo>
                <a:lnTo>
                  <a:pt x="400050" y="180975"/>
                </a:lnTo>
                <a:lnTo>
                  <a:pt x="400050" y="190500"/>
                </a:lnTo>
                <a:lnTo>
                  <a:pt x="381000" y="190500"/>
                </a:lnTo>
                <a:close/>
                <a:moveTo>
                  <a:pt x="438150" y="190500"/>
                </a:moveTo>
                <a:lnTo>
                  <a:pt x="447675" y="190500"/>
                </a:lnTo>
                <a:lnTo>
                  <a:pt x="447675" y="209550"/>
                </a:lnTo>
                <a:lnTo>
                  <a:pt x="438150" y="209550"/>
                </a:lnTo>
                <a:close/>
                <a:moveTo>
                  <a:pt x="304800" y="200025"/>
                </a:moveTo>
                <a:lnTo>
                  <a:pt x="323850" y="200025"/>
                </a:lnTo>
                <a:lnTo>
                  <a:pt x="323850" y="209550"/>
                </a:lnTo>
                <a:lnTo>
                  <a:pt x="314325" y="209550"/>
                </a:lnTo>
                <a:lnTo>
                  <a:pt x="314325" y="219075"/>
                </a:lnTo>
                <a:lnTo>
                  <a:pt x="323850" y="219075"/>
                </a:lnTo>
                <a:lnTo>
                  <a:pt x="323850" y="209550"/>
                </a:lnTo>
                <a:lnTo>
                  <a:pt x="333375" y="209550"/>
                </a:lnTo>
                <a:lnTo>
                  <a:pt x="333375" y="228600"/>
                </a:lnTo>
                <a:lnTo>
                  <a:pt x="304800" y="228600"/>
                </a:lnTo>
                <a:close/>
                <a:moveTo>
                  <a:pt x="219075" y="209550"/>
                </a:moveTo>
                <a:lnTo>
                  <a:pt x="228600" y="209550"/>
                </a:lnTo>
                <a:lnTo>
                  <a:pt x="228600" y="219075"/>
                </a:lnTo>
                <a:lnTo>
                  <a:pt x="219075" y="219075"/>
                </a:lnTo>
                <a:close/>
                <a:moveTo>
                  <a:pt x="161925" y="219075"/>
                </a:moveTo>
                <a:lnTo>
                  <a:pt x="171450" y="219075"/>
                </a:lnTo>
                <a:lnTo>
                  <a:pt x="171450" y="228600"/>
                </a:lnTo>
                <a:lnTo>
                  <a:pt x="161925" y="228600"/>
                </a:lnTo>
                <a:close/>
                <a:moveTo>
                  <a:pt x="104775" y="228600"/>
                </a:moveTo>
                <a:lnTo>
                  <a:pt x="133350" y="228600"/>
                </a:lnTo>
                <a:lnTo>
                  <a:pt x="133350" y="238125"/>
                </a:lnTo>
                <a:lnTo>
                  <a:pt x="104775" y="238125"/>
                </a:lnTo>
                <a:close/>
                <a:moveTo>
                  <a:pt x="152400" y="228600"/>
                </a:moveTo>
                <a:lnTo>
                  <a:pt x="161925" y="228600"/>
                </a:lnTo>
                <a:lnTo>
                  <a:pt x="161925" y="238125"/>
                </a:lnTo>
                <a:lnTo>
                  <a:pt x="152400" y="238125"/>
                </a:lnTo>
                <a:close/>
                <a:moveTo>
                  <a:pt x="171450" y="228600"/>
                </a:moveTo>
                <a:lnTo>
                  <a:pt x="180975" y="228600"/>
                </a:lnTo>
                <a:lnTo>
                  <a:pt x="180975" y="238125"/>
                </a:lnTo>
                <a:lnTo>
                  <a:pt x="171450" y="238125"/>
                </a:lnTo>
                <a:close/>
                <a:moveTo>
                  <a:pt x="257175" y="228600"/>
                </a:moveTo>
                <a:lnTo>
                  <a:pt x="285750" y="228600"/>
                </a:lnTo>
                <a:lnTo>
                  <a:pt x="285750" y="238125"/>
                </a:lnTo>
                <a:lnTo>
                  <a:pt x="295275" y="238125"/>
                </a:lnTo>
                <a:lnTo>
                  <a:pt x="295275" y="247650"/>
                </a:lnTo>
                <a:lnTo>
                  <a:pt x="304800" y="247650"/>
                </a:lnTo>
                <a:lnTo>
                  <a:pt x="304800" y="276225"/>
                </a:lnTo>
                <a:lnTo>
                  <a:pt x="285750" y="276225"/>
                </a:lnTo>
                <a:lnTo>
                  <a:pt x="285750" y="257175"/>
                </a:lnTo>
                <a:lnTo>
                  <a:pt x="276225" y="257175"/>
                </a:lnTo>
                <a:lnTo>
                  <a:pt x="276225" y="247650"/>
                </a:lnTo>
                <a:lnTo>
                  <a:pt x="266700" y="247650"/>
                </a:lnTo>
                <a:lnTo>
                  <a:pt x="266700" y="238125"/>
                </a:lnTo>
                <a:lnTo>
                  <a:pt x="257175" y="238125"/>
                </a:lnTo>
                <a:close/>
                <a:moveTo>
                  <a:pt x="371475" y="228600"/>
                </a:moveTo>
                <a:lnTo>
                  <a:pt x="381000" y="228600"/>
                </a:lnTo>
                <a:lnTo>
                  <a:pt x="381000" y="238125"/>
                </a:lnTo>
                <a:lnTo>
                  <a:pt x="390525" y="238125"/>
                </a:lnTo>
                <a:lnTo>
                  <a:pt x="390525" y="247650"/>
                </a:lnTo>
                <a:lnTo>
                  <a:pt x="381000" y="247650"/>
                </a:lnTo>
                <a:lnTo>
                  <a:pt x="381000" y="257175"/>
                </a:lnTo>
                <a:lnTo>
                  <a:pt x="361950" y="257175"/>
                </a:lnTo>
                <a:lnTo>
                  <a:pt x="361950" y="247650"/>
                </a:lnTo>
                <a:lnTo>
                  <a:pt x="352425" y="247650"/>
                </a:lnTo>
                <a:lnTo>
                  <a:pt x="352425" y="238125"/>
                </a:lnTo>
                <a:lnTo>
                  <a:pt x="361950" y="238125"/>
                </a:lnTo>
                <a:lnTo>
                  <a:pt x="361950" y="247650"/>
                </a:lnTo>
                <a:lnTo>
                  <a:pt x="371475" y="247650"/>
                </a:lnTo>
                <a:close/>
                <a:moveTo>
                  <a:pt x="95250" y="238125"/>
                </a:moveTo>
                <a:lnTo>
                  <a:pt x="104775" y="238125"/>
                </a:lnTo>
                <a:lnTo>
                  <a:pt x="104775" y="247650"/>
                </a:lnTo>
                <a:lnTo>
                  <a:pt x="95250" y="247650"/>
                </a:lnTo>
                <a:close/>
                <a:moveTo>
                  <a:pt x="161925" y="238125"/>
                </a:moveTo>
                <a:lnTo>
                  <a:pt x="171450" y="238125"/>
                </a:lnTo>
                <a:lnTo>
                  <a:pt x="171450" y="247650"/>
                </a:lnTo>
                <a:lnTo>
                  <a:pt x="161925" y="247650"/>
                </a:lnTo>
                <a:close/>
                <a:moveTo>
                  <a:pt x="114300" y="247650"/>
                </a:moveTo>
                <a:lnTo>
                  <a:pt x="123825" y="247650"/>
                </a:lnTo>
                <a:lnTo>
                  <a:pt x="123825" y="257175"/>
                </a:lnTo>
                <a:lnTo>
                  <a:pt x="114300" y="257175"/>
                </a:lnTo>
                <a:close/>
                <a:moveTo>
                  <a:pt x="152400" y="247650"/>
                </a:moveTo>
                <a:lnTo>
                  <a:pt x="161925" y="247650"/>
                </a:lnTo>
                <a:lnTo>
                  <a:pt x="161925" y="257175"/>
                </a:lnTo>
                <a:lnTo>
                  <a:pt x="152400" y="257175"/>
                </a:lnTo>
                <a:close/>
                <a:moveTo>
                  <a:pt x="76200" y="257175"/>
                </a:moveTo>
                <a:lnTo>
                  <a:pt x="85725" y="257175"/>
                </a:lnTo>
                <a:lnTo>
                  <a:pt x="85725" y="276225"/>
                </a:lnTo>
                <a:lnTo>
                  <a:pt x="76200" y="276225"/>
                </a:lnTo>
                <a:close/>
                <a:moveTo>
                  <a:pt x="85725" y="276225"/>
                </a:moveTo>
                <a:lnTo>
                  <a:pt x="95250" y="276225"/>
                </a:lnTo>
                <a:lnTo>
                  <a:pt x="95250" y="285750"/>
                </a:lnTo>
                <a:lnTo>
                  <a:pt x="85725" y="285750"/>
                </a:lnTo>
                <a:close/>
                <a:moveTo>
                  <a:pt x="438150" y="276225"/>
                </a:moveTo>
                <a:lnTo>
                  <a:pt x="457200" y="276225"/>
                </a:lnTo>
                <a:lnTo>
                  <a:pt x="457200" y="314325"/>
                </a:lnTo>
                <a:lnTo>
                  <a:pt x="447675" y="314325"/>
                </a:lnTo>
                <a:lnTo>
                  <a:pt x="447675" y="333375"/>
                </a:lnTo>
                <a:lnTo>
                  <a:pt x="428625" y="333375"/>
                </a:lnTo>
                <a:lnTo>
                  <a:pt x="428625" y="323850"/>
                </a:lnTo>
                <a:lnTo>
                  <a:pt x="438150" y="323850"/>
                </a:lnTo>
                <a:close/>
                <a:moveTo>
                  <a:pt x="171450" y="285750"/>
                </a:moveTo>
                <a:lnTo>
                  <a:pt x="180975" y="285750"/>
                </a:lnTo>
                <a:lnTo>
                  <a:pt x="180975" y="295275"/>
                </a:lnTo>
                <a:lnTo>
                  <a:pt x="171450" y="295275"/>
                </a:lnTo>
                <a:close/>
                <a:moveTo>
                  <a:pt x="209550" y="285750"/>
                </a:moveTo>
                <a:lnTo>
                  <a:pt x="219075" y="285750"/>
                </a:lnTo>
                <a:lnTo>
                  <a:pt x="219075" y="295275"/>
                </a:lnTo>
                <a:lnTo>
                  <a:pt x="209550" y="295275"/>
                </a:lnTo>
                <a:close/>
                <a:moveTo>
                  <a:pt x="85725" y="295275"/>
                </a:moveTo>
                <a:lnTo>
                  <a:pt x="95250" y="295275"/>
                </a:lnTo>
                <a:lnTo>
                  <a:pt x="95250" y="304800"/>
                </a:lnTo>
                <a:lnTo>
                  <a:pt x="85725" y="304800"/>
                </a:lnTo>
                <a:close/>
                <a:moveTo>
                  <a:pt x="161925" y="295275"/>
                </a:moveTo>
                <a:lnTo>
                  <a:pt x="171450" y="295275"/>
                </a:lnTo>
                <a:lnTo>
                  <a:pt x="171450" y="304800"/>
                </a:lnTo>
                <a:lnTo>
                  <a:pt x="161925" y="304800"/>
                </a:lnTo>
                <a:close/>
                <a:moveTo>
                  <a:pt x="219075" y="295275"/>
                </a:moveTo>
                <a:lnTo>
                  <a:pt x="228600" y="295275"/>
                </a:lnTo>
                <a:lnTo>
                  <a:pt x="228600" y="304800"/>
                </a:lnTo>
                <a:lnTo>
                  <a:pt x="219075" y="304800"/>
                </a:lnTo>
                <a:close/>
                <a:moveTo>
                  <a:pt x="76200" y="304800"/>
                </a:moveTo>
                <a:lnTo>
                  <a:pt x="85725" y="304800"/>
                </a:lnTo>
                <a:lnTo>
                  <a:pt x="85725" y="314325"/>
                </a:lnTo>
                <a:lnTo>
                  <a:pt x="76200" y="314325"/>
                </a:lnTo>
                <a:close/>
                <a:moveTo>
                  <a:pt x="95250" y="304800"/>
                </a:moveTo>
                <a:lnTo>
                  <a:pt x="104775" y="304800"/>
                </a:lnTo>
                <a:lnTo>
                  <a:pt x="104775" y="314325"/>
                </a:lnTo>
                <a:lnTo>
                  <a:pt x="95250" y="314325"/>
                </a:lnTo>
                <a:close/>
                <a:moveTo>
                  <a:pt x="171450" y="304800"/>
                </a:moveTo>
                <a:lnTo>
                  <a:pt x="180975" y="304800"/>
                </a:lnTo>
                <a:lnTo>
                  <a:pt x="180975" y="314325"/>
                </a:lnTo>
                <a:lnTo>
                  <a:pt x="171450" y="314325"/>
                </a:lnTo>
                <a:close/>
                <a:moveTo>
                  <a:pt x="85725" y="314325"/>
                </a:moveTo>
                <a:lnTo>
                  <a:pt x="95250" y="314325"/>
                </a:lnTo>
                <a:lnTo>
                  <a:pt x="95250" y="323850"/>
                </a:lnTo>
                <a:lnTo>
                  <a:pt x="85725" y="323850"/>
                </a:lnTo>
                <a:close/>
                <a:moveTo>
                  <a:pt x="161925" y="314325"/>
                </a:moveTo>
                <a:lnTo>
                  <a:pt x="171450" y="314325"/>
                </a:lnTo>
                <a:lnTo>
                  <a:pt x="171450" y="323850"/>
                </a:lnTo>
                <a:lnTo>
                  <a:pt x="161925" y="323850"/>
                </a:lnTo>
                <a:close/>
                <a:moveTo>
                  <a:pt x="238125" y="314325"/>
                </a:moveTo>
                <a:lnTo>
                  <a:pt x="247650" y="314325"/>
                </a:lnTo>
                <a:lnTo>
                  <a:pt x="247650" y="381000"/>
                </a:lnTo>
                <a:lnTo>
                  <a:pt x="238125" y="381000"/>
                </a:lnTo>
                <a:lnTo>
                  <a:pt x="238125" y="361950"/>
                </a:lnTo>
                <a:lnTo>
                  <a:pt x="228600" y="361950"/>
                </a:lnTo>
                <a:lnTo>
                  <a:pt x="228600" y="352425"/>
                </a:lnTo>
                <a:lnTo>
                  <a:pt x="238125" y="352425"/>
                </a:lnTo>
                <a:lnTo>
                  <a:pt x="238125" y="333375"/>
                </a:lnTo>
                <a:lnTo>
                  <a:pt x="228600" y="333375"/>
                </a:lnTo>
                <a:lnTo>
                  <a:pt x="228600" y="323850"/>
                </a:lnTo>
                <a:lnTo>
                  <a:pt x="238125" y="323850"/>
                </a:lnTo>
                <a:close/>
                <a:moveTo>
                  <a:pt x="323850" y="314325"/>
                </a:moveTo>
                <a:lnTo>
                  <a:pt x="333375" y="314325"/>
                </a:lnTo>
                <a:lnTo>
                  <a:pt x="333375" y="323850"/>
                </a:lnTo>
                <a:lnTo>
                  <a:pt x="323850" y="323850"/>
                </a:lnTo>
                <a:close/>
                <a:moveTo>
                  <a:pt x="76200" y="323850"/>
                </a:moveTo>
                <a:lnTo>
                  <a:pt x="85725" y="323850"/>
                </a:lnTo>
                <a:lnTo>
                  <a:pt x="85725" y="333375"/>
                </a:lnTo>
                <a:lnTo>
                  <a:pt x="76200" y="333375"/>
                </a:lnTo>
                <a:close/>
                <a:moveTo>
                  <a:pt x="333375" y="323850"/>
                </a:moveTo>
                <a:lnTo>
                  <a:pt x="342900" y="323850"/>
                </a:lnTo>
                <a:lnTo>
                  <a:pt x="342900" y="361950"/>
                </a:lnTo>
                <a:lnTo>
                  <a:pt x="333375" y="361950"/>
                </a:lnTo>
                <a:lnTo>
                  <a:pt x="333375" y="342900"/>
                </a:lnTo>
                <a:lnTo>
                  <a:pt x="323850" y="342900"/>
                </a:lnTo>
                <a:lnTo>
                  <a:pt x="323850" y="333375"/>
                </a:lnTo>
                <a:lnTo>
                  <a:pt x="333375" y="333375"/>
                </a:lnTo>
                <a:close/>
                <a:moveTo>
                  <a:pt x="57150" y="333375"/>
                </a:moveTo>
                <a:lnTo>
                  <a:pt x="76200" y="333375"/>
                </a:lnTo>
                <a:lnTo>
                  <a:pt x="76200" y="352425"/>
                </a:lnTo>
                <a:lnTo>
                  <a:pt x="57150" y="352425"/>
                </a:lnTo>
                <a:close/>
                <a:moveTo>
                  <a:pt x="142875" y="333375"/>
                </a:moveTo>
                <a:lnTo>
                  <a:pt x="161925" y="333375"/>
                </a:lnTo>
                <a:lnTo>
                  <a:pt x="161925" y="361950"/>
                </a:lnTo>
                <a:lnTo>
                  <a:pt x="152400" y="361950"/>
                </a:lnTo>
                <a:lnTo>
                  <a:pt x="152400" y="371475"/>
                </a:lnTo>
                <a:lnTo>
                  <a:pt x="142875" y="371475"/>
                </a:lnTo>
                <a:close/>
                <a:moveTo>
                  <a:pt x="314325" y="342900"/>
                </a:moveTo>
                <a:lnTo>
                  <a:pt x="323850" y="342900"/>
                </a:lnTo>
                <a:lnTo>
                  <a:pt x="323850" y="352425"/>
                </a:lnTo>
                <a:lnTo>
                  <a:pt x="314325" y="352425"/>
                </a:lnTo>
                <a:close/>
                <a:moveTo>
                  <a:pt x="304800" y="352425"/>
                </a:moveTo>
                <a:lnTo>
                  <a:pt x="314325" y="352425"/>
                </a:lnTo>
                <a:lnTo>
                  <a:pt x="314325" y="361950"/>
                </a:lnTo>
                <a:lnTo>
                  <a:pt x="304800" y="361950"/>
                </a:lnTo>
                <a:close/>
                <a:moveTo>
                  <a:pt x="419100" y="352425"/>
                </a:moveTo>
                <a:lnTo>
                  <a:pt x="428625" y="352425"/>
                </a:lnTo>
                <a:lnTo>
                  <a:pt x="428625" y="361950"/>
                </a:lnTo>
                <a:lnTo>
                  <a:pt x="438150" y="361950"/>
                </a:lnTo>
                <a:lnTo>
                  <a:pt x="438150" y="371475"/>
                </a:lnTo>
                <a:lnTo>
                  <a:pt x="419100" y="371475"/>
                </a:lnTo>
                <a:close/>
                <a:moveTo>
                  <a:pt x="85725" y="361950"/>
                </a:moveTo>
                <a:lnTo>
                  <a:pt x="95250" y="361950"/>
                </a:lnTo>
                <a:lnTo>
                  <a:pt x="95250" y="371475"/>
                </a:lnTo>
                <a:lnTo>
                  <a:pt x="85725" y="371475"/>
                </a:lnTo>
                <a:close/>
                <a:moveTo>
                  <a:pt x="95250" y="371475"/>
                </a:moveTo>
                <a:lnTo>
                  <a:pt x="104775" y="371475"/>
                </a:lnTo>
                <a:lnTo>
                  <a:pt x="104775" y="390525"/>
                </a:lnTo>
                <a:lnTo>
                  <a:pt x="114300" y="390525"/>
                </a:lnTo>
                <a:lnTo>
                  <a:pt x="114300" y="409575"/>
                </a:lnTo>
                <a:lnTo>
                  <a:pt x="95250" y="409575"/>
                </a:lnTo>
                <a:close/>
                <a:moveTo>
                  <a:pt x="409575" y="371475"/>
                </a:moveTo>
                <a:lnTo>
                  <a:pt x="419100" y="371475"/>
                </a:lnTo>
                <a:lnTo>
                  <a:pt x="419100" y="381000"/>
                </a:lnTo>
                <a:lnTo>
                  <a:pt x="409575" y="381000"/>
                </a:lnTo>
                <a:close/>
                <a:moveTo>
                  <a:pt x="161925" y="381000"/>
                </a:moveTo>
                <a:lnTo>
                  <a:pt x="171450" y="381000"/>
                </a:lnTo>
                <a:lnTo>
                  <a:pt x="171450" y="390525"/>
                </a:lnTo>
                <a:lnTo>
                  <a:pt x="161925" y="390525"/>
                </a:lnTo>
                <a:close/>
                <a:moveTo>
                  <a:pt x="180975" y="381000"/>
                </a:moveTo>
                <a:lnTo>
                  <a:pt x="190500" y="381000"/>
                </a:lnTo>
                <a:lnTo>
                  <a:pt x="190500" y="400050"/>
                </a:lnTo>
                <a:lnTo>
                  <a:pt x="171450" y="400050"/>
                </a:lnTo>
                <a:lnTo>
                  <a:pt x="171450" y="390525"/>
                </a:lnTo>
                <a:lnTo>
                  <a:pt x="180975" y="390525"/>
                </a:lnTo>
                <a:close/>
                <a:moveTo>
                  <a:pt x="228600" y="381000"/>
                </a:moveTo>
                <a:lnTo>
                  <a:pt x="238125" y="381000"/>
                </a:lnTo>
                <a:lnTo>
                  <a:pt x="238125" y="390525"/>
                </a:lnTo>
                <a:lnTo>
                  <a:pt x="228600" y="390525"/>
                </a:lnTo>
                <a:close/>
                <a:moveTo>
                  <a:pt x="419100" y="381000"/>
                </a:moveTo>
                <a:lnTo>
                  <a:pt x="428625" y="381000"/>
                </a:lnTo>
                <a:lnTo>
                  <a:pt x="428625" y="390525"/>
                </a:lnTo>
                <a:lnTo>
                  <a:pt x="419100" y="390525"/>
                </a:lnTo>
                <a:close/>
                <a:moveTo>
                  <a:pt x="371475" y="390525"/>
                </a:moveTo>
                <a:lnTo>
                  <a:pt x="381000" y="390525"/>
                </a:lnTo>
                <a:lnTo>
                  <a:pt x="381000" y="400050"/>
                </a:lnTo>
                <a:lnTo>
                  <a:pt x="371475" y="400050"/>
                </a:lnTo>
                <a:close/>
                <a:moveTo>
                  <a:pt x="133350" y="428625"/>
                </a:moveTo>
                <a:lnTo>
                  <a:pt x="152400" y="428625"/>
                </a:lnTo>
                <a:lnTo>
                  <a:pt x="152400" y="438150"/>
                </a:lnTo>
                <a:lnTo>
                  <a:pt x="161925" y="438150"/>
                </a:lnTo>
                <a:lnTo>
                  <a:pt x="161925" y="457200"/>
                </a:lnTo>
                <a:lnTo>
                  <a:pt x="152400" y="457200"/>
                </a:lnTo>
                <a:lnTo>
                  <a:pt x="152400" y="447675"/>
                </a:lnTo>
                <a:lnTo>
                  <a:pt x="142875" y="447675"/>
                </a:lnTo>
                <a:lnTo>
                  <a:pt x="142875" y="438150"/>
                </a:lnTo>
                <a:lnTo>
                  <a:pt x="133350" y="438150"/>
                </a:lnTo>
                <a:close/>
                <a:moveTo>
                  <a:pt x="238125" y="428625"/>
                </a:moveTo>
                <a:lnTo>
                  <a:pt x="266700" y="428625"/>
                </a:lnTo>
                <a:lnTo>
                  <a:pt x="266700" y="438150"/>
                </a:lnTo>
                <a:lnTo>
                  <a:pt x="257175" y="438150"/>
                </a:lnTo>
                <a:lnTo>
                  <a:pt x="257175" y="447675"/>
                </a:lnTo>
                <a:lnTo>
                  <a:pt x="247650" y="447675"/>
                </a:lnTo>
                <a:lnTo>
                  <a:pt x="247650" y="438150"/>
                </a:lnTo>
                <a:lnTo>
                  <a:pt x="238125" y="438150"/>
                </a:lnTo>
                <a:close/>
                <a:moveTo>
                  <a:pt x="219075" y="438150"/>
                </a:moveTo>
                <a:lnTo>
                  <a:pt x="228600" y="438150"/>
                </a:lnTo>
                <a:lnTo>
                  <a:pt x="228600" y="447675"/>
                </a:lnTo>
                <a:lnTo>
                  <a:pt x="219075" y="447675"/>
                </a:lnTo>
                <a:close/>
                <a:moveTo>
                  <a:pt x="381000" y="438150"/>
                </a:moveTo>
                <a:lnTo>
                  <a:pt x="400050" y="438150"/>
                </a:lnTo>
                <a:lnTo>
                  <a:pt x="400050" y="447675"/>
                </a:lnTo>
                <a:lnTo>
                  <a:pt x="381000" y="447675"/>
                </a:lnTo>
                <a:close/>
                <a:moveTo>
                  <a:pt x="171450" y="447675"/>
                </a:moveTo>
                <a:lnTo>
                  <a:pt x="180975" y="447675"/>
                </a:lnTo>
                <a:lnTo>
                  <a:pt x="180975" y="457200"/>
                </a:lnTo>
                <a:lnTo>
                  <a:pt x="171450" y="457200"/>
                </a:lnTo>
                <a:close/>
                <a:moveTo>
                  <a:pt x="209550" y="447675"/>
                </a:moveTo>
                <a:lnTo>
                  <a:pt x="219075" y="447675"/>
                </a:lnTo>
                <a:lnTo>
                  <a:pt x="219075" y="457200"/>
                </a:lnTo>
                <a:lnTo>
                  <a:pt x="209550" y="457200"/>
                </a:lnTo>
                <a:close/>
                <a:moveTo>
                  <a:pt x="161925" y="457200"/>
                </a:moveTo>
                <a:lnTo>
                  <a:pt x="171450" y="457200"/>
                </a:lnTo>
                <a:lnTo>
                  <a:pt x="171450" y="466725"/>
                </a:lnTo>
                <a:lnTo>
                  <a:pt x="161925" y="466725"/>
                </a:lnTo>
                <a:close/>
                <a:moveTo>
                  <a:pt x="200025" y="457200"/>
                </a:moveTo>
                <a:lnTo>
                  <a:pt x="209550" y="457200"/>
                </a:lnTo>
                <a:lnTo>
                  <a:pt x="209550" y="466725"/>
                </a:lnTo>
                <a:lnTo>
                  <a:pt x="200025" y="466725"/>
                </a:lnTo>
                <a:close/>
                <a:moveTo>
                  <a:pt x="219075" y="466725"/>
                </a:moveTo>
                <a:lnTo>
                  <a:pt x="228600" y="466725"/>
                </a:lnTo>
                <a:lnTo>
                  <a:pt x="228600" y="476250"/>
                </a:lnTo>
                <a:lnTo>
                  <a:pt x="219075" y="476250"/>
                </a:lnTo>
                <a:close/>
                <a:moveTo>
                  <a:pt x="171450" y="476250"/>
                </a:moveTo>
                <a:lnTo>
                  <a:pt x="180975" y="476250"/>
                </a:lnTo>
                <a:lnTo>
                  <a:pt x="180975" y="485775"/>
                </a:lnTo>
                <a:lnTo>
                  <a:pt x="171450" y="485775"/>
                </a:lnTo>
                <a:close/>
              </a:path>
            </a:pathLst>
          </a:custGeom>
          <a:solidFill xmlns:a="http://schemas.openxmlformats.org/drawingml/2006/main">
            <a:srgbClr val="425544"/>
          </a:solidFill>
          <a:ln xmlns:a="http://schemas.openxmlformats.org/drawingml/2006/main" w="0">
            <a:noFill/>
          </a:ln>
        </p:spPr>
      </p:sp>
      <p:sp>
        <p:nvSpPr>
          <p:cNvPr id="78" name="back vector #314736">
            <a:extLst xmlns:a="http://schemas.openxmlformats.org/drawingml/2006/main">
              <a:ext uri="{FF2B5EF4-FFF2-40B4-BE49-F238E27FC236}">
                <a16:creationId xmlns:a16="http://schemas.microsoft.com/office/drawing/2014/main" id="{7E630634-4472-4957-BCA6-D5859BEFA43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67300" y="1647825"/>
            <a:ext cx="638175" cy="666750"/>
          </a:xfrm>
          <a:custGeom xmlns:a="http://schemas.openxmlformats.org/drawingml/2006/main">
            <a:pathLst>
              <a:path w="533400" h="561975">
                <a:moveTo>
                  <a:pt x="361950" y="66675"/>
                </a:moveTo>
                <a:lnTo>
                  <a:pt x="390525" y="66675"/>
                </a:lnTo>
                <a:lnTo>
                  <a:pt x="390525" y="76200"/>
                </a:lnTo>
                <a:lnTo>
                  <a:pt x="381000" y="76200"/>
                </a:lnTo>
                <a:lnTo>
                  <a:pt x="381000" y="85725"/>
                </a:lnTo>
                <a:lnTo>
                  <a:pt x="371475" y="85725"/>
                </a:lnTo>
                <a:lnTo>
                  <a:pt x="371475" y="76200"/>
                </a:lnTo>
                <a:lnTo>
                  <a:pt x="361950" y="76200"/>
                </a:lnTo>
                <a:close/>
                <a:moveTo>
                  <a:pt x="219075" y="76200"/>
                </a:moveTo>
                <a:lnTo>
                  <a:pt x="247650" y="76200"/>
                </a:lnTo>
                <a:lnTo>
                  <a:pt x="247650" y="85725"/>
                </a:lnTo>
                <a:lnTo>
                  <a:pt x="219075" y="85725"/>
                </a:lnTo>
                <a:close/>
                <a:moveTo>
                  <a:pt x="352425" y="76200"/>
                </a:moveTo>
                <a:lnTo>
                  <a:pt x="361950" y="76200"/>
                </a:lnTo>
                <a:lnTo>
                  <a:pt x="361950" y="95250"/>
                </a:lnTo>
                <a:lnTo>
                  <a:pt x="352425" y="95250"/>
                </a:lnTo>
                <a:close/>
                <a:moveTo>
                  <a:pt x="390525" y="76200"/>
                </a:moveTo>
                <a:lnTo>
                  <a:pt x="400050" y="76200"/>
                </a:lnTo>
                <a:lnTo>
                  <a:pt x="400050" y="85725"/>
                </a:lnTo>
                <a:lnTo>
                  <a:pt x="390525" y="85725"/>
                </a:lnTo>
                <a:close/>
                <a:moveTo>
                  <a:pt x="333375" y="85725"/>
                </a:moveTo>
                <a:lnTo>
                  <a:pt x="342900" y="85725"/>
                </a:lnTo>
                <a:lnTo>
                  <a:pt x="342900" y="95250"/>
                </a:lnTo>
                <a:lnTo>
                  <a:pt x="352425" y="95250"/>
                </a:lnTo>
                <a:lnTo>
                  <a:pt x="352425" y="104775"/>
                </a:lnTo>
                <a:lnTo>
                  <a:pt x="333375" y="104775"/>
                </a:lnTo>
                <a:close/>
                <a:moveTo>
                  <a:pt x="381000" y="85725"/>
                </a:moveTo>
                <a:lnTo>
                  <a:pt x="390525" y="85725"/>
                </a:lnTo>
                <a:lnTo>
                  <a:pt x="390525" y="95250"/>
                </a:lnTo>
                <a:lnTo>
                  <a:pt x="381000" y="95250"/>
                </a:lnTo>
                <a:close/>
                <a:moveTo>
                  <a:pt x="209550" y="95250"/>
                </a:moveTo>
                <a:lnTo>
                  <a:pt x="219075" y="95250"/>
                </a:lnTo>
                <a:lnTo>
                  <a:pt x="219075" y="114300"/>
                </a:lnTo>
                <a:lnTo>
                  <a:pt x="209550" y="114300"/>
                </a:lnTo>
                <a:close/>
                <a:moveTo>
                  <a:pt x="171450" y="104775"/>
                </a:moveTo>
                <a:lnTo>
                  <a:pt x="180975" y="104775"/>
                </a:lnTo>
                <a:lnTo>
                  <a:pt x="180975" y="114300"/>
                </a:lnTo>
                <a:lnTo>
                  <a:pt x="171450" y="114300"/>
                </a:lnTo>
                <a:close/>
                <a:moveTo>
                  <a:pt x="238125" y="104775"/>
                </a:moveTo>
                <a:lnTo>
                  <a:pt x="247650" y="104775"/>
                </a:lnTo>
                <a:lnTo>
                  <a:pt x="247650" y="114300"/>
                </a:lnTo>
                <a:lnTo>
                  <a:pt x="238125" y="114300"/>
                </a:lnTo>
                <a:close/>
                <a:moveTo>
                  <a:pt x="304800" y="104775"/>
                </a:moveTo>
                <a:lnTo>
                  <a:pt x="314325" y="104775"/>
                </a:lnTo>
                <a:lnTo>
                  <a:pt x="314325" y="114300"/>
                </a:lnTo>
                <a:lnTo>
                  <a:pt x="323850" y="114300"/>
                </a:lnTo>
                <a:lnTo>
                  <a:pt x="323850" y="123825"/>
                </a:lnTo>
                <a:lnTo>
                  <a:pt x="304800" y="123825"/>
                </a:lnTo>
                <a:close/>
                <a:moveTo>
                  <a:pt x="152400" y="114300"/>
                </a:moveTo>
                <a:lnTo>
                  <a:pt x="161925" y="114300"/>
                </a:lnTo>
                <a:lnTo>
                  <a:pt x="161925" y="123825"/>
                </a:lnTo>
                <a:lnTo>
                  <a:pt x="152400" y="123825"/>
                </a:lnTo>
                <a:close/>
                <a:moveTo>
                  <a:pt x="295275" y="123825"/>
                </a:moveTo>
                <a:lnTo>
                  <a:pt x="304800" y="123825"/>
                </a:lnTo>
                <a:lnTo>
                  <a:pt x="304800" y="152400"/>
                </a:lnTo>
                <a:lnTo>
                  <a:pt x="295275" y="152400"/>
                </a:lnTo>
                <a:lnTo>
                  <a:pt x="295275" y="161925"/>
                </a:lnTo>
                <a:lnTo>
                  <a:pt x="285750" y="161925"/>
                </a:lnTo>
                <a:lnTo>
                  <a:pt x="285750" y="142875"/>
                </a:lnTo>
                <a:lnTo>
                  <a:pt x="295275" y="142875"/>
                </a:lnTo>
                <a:close/>
                <a:moveTo>
                  <a:pt x="361950" y="123825"/>
                </a:moveTo>
                <a:lnTo>
                  <a:pt x="390525" y="123825"/>
                </a:lnTo>
                <a:lnTo>
                  <a:pt x="390525" y="133350"/>
                </a:lnTo>
                <a:lnTo>
                  <a:pt x="381000" y="133350"/>
                </a:lnTo>
                <a:lnTo>
                  <a:pt x="381000" y="142875"/>
                </a:lnTo>
                <a:lnTo>
                  <a:pt x="371475" y="142875"/>
                </a:lnTo>
                <a:lnTo>
                  <a:pt x="371475" y="133350"/>
                </a:lnTo>
                <a:lnTo>
                  <a:pt x="361950" y="133350"/>
                </a:lnTo>
                <a:close/>
                <a:moveTo>
                  <a:pt x="123825" y="133350"/>
                </a:moveTo>
                <a:lnTo>
                  <a:pt x="142875" y="133350"/>
                </a:lnTo>
                <a:lnTo>
                  <a:pt x="142875" y="142875"/>
                </a:lnTo>
                <a:lnTo>
                  <a:pt x="133350" y="142875"/>
                </a:lnTo>
                <a:lnTo>
                  <a:pt x="133350" y="152400"/>
                </a:lnTo>
                <a:lnTo>
                  <a:pt x="123825" y="152400"/>
                </a:lnTo>
                <a:lnTo>
                  <a:pt x="123825" y="161925"/>
                </a:lnTo>
                <a:lnTo>
                  <a:pt x="114300" y="161925"/>
                </a:lnTo>
                <a:lnTo>
                  <a:pt x="114300" y="171450"/>
                </a:lnTo>
                <a:lnTo>
                  <a:pt x="104775" y="171450"/>
                </a:lnTo>
                <a:lnTo>
                  <a:pt x="104775" y="180975"/>
                </a:lnTo>
                <a:lnTo>
                  <a:pt x="95250" y="180975"/>
                </a:lnTo>
                <a:lnTo>
                  <a:pt x="95250" y="161925"/>
                </a:lnTo>
                <a:lnTo>
                  <a:pt x="104775" y="161925"/>
                </a:lnTo>
                <a:lnTo>
                  <a:pt x="104775" y="152400"/>
                </a:lnTo>
                <a:lnTo>
                  <a:pt x="114300" y="152400"/>
                </a:lnTo>
                <a:lnTo>
                  <a:pt x="114300" y="142875"/>
                </a:lnTo>
                <a:lnTo>
                  <a:pt x="123825" y="142875"/>
                </a:lnTo>
                <a:close/>
                <a:moveTo>
                  <a:pt x="352425" y="133350"/>
                </a:moveTo>
                <a:lnTo>
                  <a:pt x="361950" y="133350"/>
                </a:lnTo>
                <a:lnTo>
                  <a:pt x="361950" y="142875"/>
                </a:lnTo>
                <a:lnTo>
                  <a:pt x="352425" y="142875"/>
                </a:lnTo>
                <a:close/>
                <a:moveTo>
                  <a:pt x="390525" y="133350"/>
                </a:moveTo>
                <a:lnTo>
                  <a:pt x="400050" y="133350"/>
                </a:lnTo>
                <a:lnTo>
                  <a:pt x="400050" y="142875"/>
                </a:lnTo>
                <a:lnTo>
                  <a:pt x="390525" y="142875"/>
                </a:lnTo>
                <a:close/>
                <a:moveTo>
                  <a:pt x="438150" y="133350"/>
                </a:moveTo>
                <a:lnTo>
                  <a:pt x="457200" y="133350"/>
                </a:lnTo>
                <a:lnTo>
                  <a:pt x="457200" y="152400"/>
                </a:lnTo>
                <a:lnTo>
                  <a:pt x="466725" y="152400"/>
                </a:lnTo>
                <a:lnTo>
                  <a:pt x="466725" y="171450"/>
                </a:lnTo>
                <a:lnTo>
                  <a:pt x="457200" y="171450"/>
                </a:lnTo>
                <a:lnTo>
                  <a:pt x="457200" y="190500"/>
                </a:lnTo>
                <a:lnTo>
                  <a:pt x="447675" y="190500"/>
                </a:lnTo>
                <a:lnTo>
                  <a:pt x="447675" y="142875"/>
                </a:lnTo>
                <a:lnTo>
                  <a:pt x="438150" y="142875"/>
                </a:lnTo>
                <a:close/>
                <a:moveTo>
                  <a:pt x="400050" y="142875"/>
                </a:moveTo>
                <a:lnTo>
                  <a:pt x="409575" y="142875"/>
                </a:lnTo>
                <a:lnTo>
                  <a:pt x="409575" y="152400"/>
                </a:lnTo>
                <a:lnTo>
                  <a:pt x="400050" y="152400"/>
                </a:lnTo>
                <a:close/>
                <a:moveTo>
                  <a:pt x="342900" y="161925"/>
                </a:moveTo>
                <a:lnTo>
                  <a:pt x="361950" y="161925"/>
                </a:lnTo>
                <a:lnTo>
                  <a:pt x="361950" y="171450"/>
                </a:lnTo>
                <a:lnTo>
                  <a:pt x="400050" y="171450"/>
                </a:lnTo>
                <a:lnTo>
                  <a:pt x="400050" y="180975"/>
                </a:lnTo>
                <a:lnTo>
                  <a:pt x="381000" y="180975"/>
                </a:lnTo>
                <a:lnTo>
                  <a:pt x="381000" y="190500"/>
                </a:lnTo>
                <a:lnTo>
                  <a:pt x="352425" y="190500"/>
                </a:lnTo>
                <a:lnTo>
                  <a:pt x="352425" y="180975"/>
                </a:lnTo>
                <a:lnTo>
                  <a:pt x="342900" y="180975"/>
                </a:lnTo>
                <a:close/>
                <a:moveTo>
                  <a:pt x="314325" y="171450"/>
                </a:moveTo>
                <a:lnTo>
                  <a:pt x="323850" y="171450"/>
                </a:lnTo>
                <a:lnTo>
                  <a:pt x="323850" y="200025"/>
                </a:lnTo>
                <a:lnTo>
                  <a:pt x="304800" y="200025"/>
                </a:lnTo>
                <a:lnTo>
                  <a:pt x="304800" y="190500"/>
                </a:lnTo>
                <a:lnTo>
                  <a:pt x="314325" y="190500"/>
                </a:lnTo>
                <a:close/>
                <a:moveTo>
                  <a:pt x="180975" y="200025"/>
                </a:moveTo>
                <a:lnTo>
                  <a:pt x="219075" y="200025"/>
                </a:lnTo>
                <a:lnTo>
                  <a:pt x="219075" y="209550"/>
                </a:lnTo>
                <a:lnTo>
                  <a:pt x="209550" y="209550"/>
                </a:lnTo>
                <a:lnTo>
                  <a:pt x="209550" y="219075"/>
                </a:lnTo>
                <a:lnTo>
                  <a:pt x="190500" y="219075"/>
                </a:lnTo>
                <a:lnTo>
                  <a:pt x="190500" y="209550"/>
                </a:lnTo>
                <a:lnTo>
                  <a:pt x="180975" y="209550"/>
                </a:lnTo>
                <a:close/>
                <a:moveTo>
                  <a:pt x="171450" y="209550"/>
                </a:moveTo>
                <a:lnTo>
                  <a:pt x="180975" y="209550"/>
                </a:lnTo>
                <a:lnTo>
                  <a:pt x="180975" y="219075"/>
                </a:lnTo>
                <a:lnTo>
                  <a:pt x="190500" y="219075"/>
                </a:lnTo>
                <a:lnTo>
                  <a:pt x="190500" y="228600"/>
                </a:lnTo>
                <a:lnTo>
                  <a:pt x="171450" y="228600"/>
                </a:lnTo>
                <a:close/>
                <a:moveTo>
                  <a:pt x="209550" y="219075"/>
                </a:moveTo>
                <a:lnTo>
                  <a:pt x="228600" y="219075"/>
                </a:lnTo>
                <a:lnTo>
                  <a:pt x="228600" y="228600"/>
                </a:lnTo>
                <a:lnTo>
                  <a:pt x="238125" y="228600"/>
                </a:lnTo>
                <a:lnTo>
                  <a:pt x="238125" y="238125"/>
                </a:lnTo>
                <a:lnTo>
                  <a:pt x="257175" y="238125"/>
                </a:lnTo>
                <a:lnTo>
                  <a:pt x="257175" y="257175"/>
                </a:lnTo>
                <a:lnTo>
                  <a:pt x="238125" y="257175"/>
                </a:lnTo>
                <a:lnTo>
                  <a:pt x="238125" y="247650"/>
                </a:lnTo>
                <a:lnTo>
                  <a:pt x="228600" y="247650"/>
                </a:lnTo>
                <a:lnTo>
                  <a:pt x="228600" y="238125"/>
                </a:lnTo>
                <a:lnTo>
                  <a:pt x="219075" y="238125"/>
                </a:lnTo>
                <a:lnTo>
                  <a:pt x="219075" y="228600"/>
                </a:lnTo>
                <a:lnTo>
                  <a:pt x="209550" y="228600"/>
                </a:lnTo>
                <a:close/>
                <a:moveTo>
                  <a:pt x="390525" y="219075"/>
                </a:moveTo>
                <a:lnTo>
                  <a:pt x="400050" y="219075"/>
                </a:lnTo>
                <a:lnTo>
                  <a:pt x="400050" y="228600"/>
                </a:lnTo>
                <a:lnTo>
                  <a:pt x="390525" y="228600"/>
                </a:lnTo>
                <a:close/>
                <a:moveTo>
                  <a:pt x="161925" y="228600"/>
                </a:moveTo>
                <a:lnTo>
                  <a:pt x="171450" y="228600"/>
                </a:lnTo>
                <a:lnTo>
                  <a:pt x="171450" y="238125"/>
                </a:lnTo>
                <a:lnTo>
                  <a:pt x="161925" y="238125"/>
                </a:lnTo>
                <a:close/>
                <a:moveTo>
                  <a:pt x="114300" y="238125"/>
                </a:moveTo>
                <a:lnTo>
                  <a:pt x="123825" y="238125"/>
                </a:lnTo>
                <a:lnTo>
                  <a:pt x="123825" y="247650"/>
                </a:lnTo>
                <a:lnTo>
                  <a:pt x="114300" y="247650"/>
                </a:lnTo>
                <a:close/>
                <a:moveTo>
                  <a:pt x="152400" y="238125"/>
                </a:moveTo>
                <a:lnTo>
                  <a:pt x="161925" y="238125"/>
                </a:lnTo>
                <a:lnTo>
                  <a:pt x="161925" y="247650"/>
                </a:lnTo>
                <a:lnTo>
                  <a:pt x="152400" y="247650"/>
                </a:lnTo>
                <a:close/>
                <a:moveTo>
                  <a:pt x="361950" y="238125"/>
                </a:moveTo>
                <a:lnTo>
                  <a:pt x="371475" y="238125"/>
                </a:lnTo>
                <a:lnTo>
                  <a:pt x="371475" y="247650"/>
                </a:lnTo>
                <a:lnTo>
                  <a:pt x="361950" y="247650"/>
                </a:lnTo>
                <a:close/>
                <a:moveTo>
                  <a:pt x="85725" y="247650"/>
                </a:moveTo>
                <a:lnTo>
                  <a:pt x="95250" y="247650"/>
                </a:lnTo>
                <a:lnTo>
                  <a:pt x="95250" y="257175"/>
                </a:lnTo>
                <a:lnTo>
                  <a:pt x="104775" y="257175"/>
                </a:lnTo>
                <a:lnTo>
                  <a:pt x="104775" y="247650"/>
                </a:lnTo>
                <a:lnTo>
                  <a:pt x="114300" y="247650"/>
                </a:lnTo>
                <a:lnTo>
                  <a:pt x="114300" y="257175"/>
                </a:lnTo>
                <a:lnTo>
                  <a:pt x="104775" y="257175"/>
                </a:lnTo>
                <a:lnTo>
                  <a:pt x="104775" y="304800"/>
                </a:lnTo>
                <a:lnTo>
                  <a:pt x="95250" y="304800"/>
                </a:lnTo>
                <a:lnTo>
                  <a:pt x="95250" y="276225"/>
                </a:lnTo>
                <a:lnTo>
                  <a:pt x="85725" y="276225"/>
                </a:lnTo>
                <a:close/>
                <a:moveTo>
                  <a:pt x="123825" y="247650"/>
                </a:moveTo>
                <a:lnTo>
                  <a:pt x="133350" y="247650"/>
                </a:lnTo>
                <a:lnTo>
                  <a:pt x="133350" y="257175"/>
                </a:lnTo>
                <a:lnTo>
                  <a:pt x="123825" y="257175"/>
                </a:lnTo>
                <a:close/>
                <a:moveTo>
                  <a:pt x="285750" y="276225"/>
                </a:moveTo>
                <a:lnTo>
                  <a:pt x="304800" y="276225"/>
                </a:lnTo>
                <a:lnTo>
                  <a:pt x="304800" y="304800"/>
                </a:lnTo>
                <a:lnTo>
                  <a:pt x="295275" y="304800"/>
                </a:lnTo>
                <a:lnTo>
                  <a:pt x="295275" y="314325"/>
                </a:lnTo>
                <a:lnTo>
                  <a:pt x="285750" y="314325"/>
                </a:lnTo>
                <a:close/>
                <a:moveTo>
                  <a:pt x="180975" y="285750"/>
                </a:moveTo>
                <a:lnTo>
                  <a:pt x="209550" y="285750"/>
                </a:lnTo>
                <a:lnTo>
                  <a:pt x="209550" y="295275"/>
                </a:lnTo>
                <a:lnTo>
                  <a:pt x="219075" y="295275"/>
                </a:lnTo>
                <a:lnTo>
                  <a:pt x="219075" y="304800"/>
                </a:lnTo>
                <a:lnTo>
                  <a:pt x="171450" y="304800"/>
                </a:lnTo>
                <a:lnTo>
                  <a:pt x="171450" y="295275"/>
                </a:lnTo>
                <a:lnTo>
                  <a:pt x="180975" y="295275"/>
                </a:lnTo>
                <a:close/>
                <a:moveTo>
                  <a:pt x="304800" y="304800"/>
                </a:moveTo>
                <a:lnTo>
                  <a:pt x="314325" y="304800"/>
                </a:lnTo>
                <a:lnTo>
                  <a:pt x="314325" y="314325"/>
                </a:lnTo>
                <a:lnTo>
                  <a:pt x="323850" y="314325"/>
                </a:lnTo>
                <a:lnTo>
                  <a:pt x="323850" y="323850"/>
                </a:lnTo>
                <a:lnTo>
                  <a:pt x="295275" y="323850"/>
                </a:lnTo>
                <a:lnTo>
                  <a:pt x="295275" y="314325"/>
                </a:lnTo>
                <a:lnTo>
                  <a:pt x="304800" y="314325"/>
                </a:lnTo>
                <a:close/>
                <a:moveTo>
                  <a:pt x="66675" y="314325"/>
                </a:moveTo>
                <a:lnTo>
                  <a:pt x="85725" y="314325"/>
                </a:lnTo>
                <a:lnTo>
                  <a:pt x="85725" y="323850"/>
                </a:lnTo>
                <a:lnTo>
                  <a:pt x="66675" y="323850"/>
                </a:lnTo>
                <a:close/>
                <a:moveTo>
                  <a:pt x="142875" y="314325"/>
                </a:moveTo>
                <a:lnTo>
                  <a:pt x="152400" y="314325"/>
                </a:lnTo>
                <a:lnTo>
                  <a:pt x="152400" y="323850"/>
                </a:lnTo>
                <a:lnTo>
                  <a:pt x="161925" y="323850"/>
                </a:lnTo>
                <a:lnTo>
                  <a:pt x="161925" y="333375"/>
                </a:lnTo>
                <a:lnTo>
                  <a:pt x="142875" y="333375"/>
                </a:lnTo>
                <a:close/>
                <a:moveTo>
                  <a:pt x="57150" y="323850"/>
                </a:moveTo>
                <a:lnTo>
                  <a:pt x="66675" y="323850"/>
                </a:lnTo>
                <a:lnTo>
                  <a:pt x="66675" y="333375"/>
                </a:lnTo>
                <a:lnTo>
                  <a:pt x="57150" y="333375"/>
                </a:lnTo>
                <a:close/>
                <a:moveTo>
                  <a:pt x="323850" y="323850"/>
                </a:moveTo>
                <a:lnTo>
                  <a:pt x="333375" y="323850"/>
                </a:lnTo>
                <a:lnTo>
                  <a:pt x="333375" y="333375"/>
                </a:lnTo>
                <a:lnTo>
                  <a:pt x="323850" y="333375"/>
                </a:lnTo>
                <a:close/>
                <a:moveTo>
                  <a:pt x="428625" y="333375"/>
                </a:moveTo>
                <a:lnTo>
                  <a:pt x="447675" y="333375"/>
                </a:lnTo>
                <a:lnTo>
                  <a:pt x="447675" y="352425"/>
                </a:lnTo>
                <a:lnTo>
                  <a:pt x="438150" y="352425"/>
                </a:lnTo>
                <a:lnTo>
                  <a:pt x="438150" y="361950"/>
                </a:lnTo>
                <a:lnTo>
                  <a:pt x="428625" y="361950"/>
                </a:lnTo>
                <a:close/>
                <a:moveTo>
                  <a:pt x="323850" y="342900"/>
                </a:moveTo>
                <a:lnTo>
                  <a:pt x="333375" y="342900"/>
                </a:lnTo>
                <a:lnTo>
                  <a:pt x="333375" y="352425"/>
                </a:lnTo>
                <a:lnTo>
                  <a:pt x="323850" y="352425"/>
                </a:lnTo>
                <a:close/>
                <a:moveTo>
                  <a:pt x="57150" y="352425"/>
                </a:moveTo>
                <a:lnTo>
                  <a:pt x="76200" y="352425"/>
                </a:lnTo>
                <a:lnTo>
                  <a:pt x="76200" y="361950"/>
                </a:lnTo>
                <a:lnTo>
                  <a:pt x="85725" y="361950"/>
                </a:lnTo>
                <a:lnTo>
                  <a:pt x="85725" y="371475"/>
                </a:lnTo>
                <a:lnTo>
                  <a:pt x="66675" y="371475"/>
                </a:lnTo>
                <a:lnTo>
                  <a:pt x="66675" y="361950"/>
                </a:lnTo>
                <a:lnTo>
                  <a:pt x="57150" y="361950"/>
                </a:lnTo>
                <a:close/>
                <a:moveTo>
                  <a:pt x="295275" y="361950"/>
                </a:moveTo>
                <a:lnTo>
                  <a:pt x="304800" y="361950"/>
                </a:lnTo>
                <a:lnTo>
                  <a:pt x="304800" y="371475"/>
                </a:lnTo>
                <a:lnTo>
                  <a:pt x="295275" y="371475"/>
                </a:lnTo>
                <a:close/>
                <a:moveTo>
                  <a:pt x="323850" y="361950"/>
                </a:moveTo>
                <a:lnTo>
                  <a:pt x="333375" y="361950"/>
                </a:lnTo>
                <a:lnTo>
                  <a:pt x="333375" y="371475"/>
                </a:lnTo>
                <a:lnTo>
                  <a:pt x="323850" y="371475"/>
                </a:lnTo>
                <a:close/>
                <a:moveTo>
                  <a:pt x="85725" y="371475"/>
                </a:moveTo>
                <a:lnTo>
                  <a:pt x="95250" y="371475"/>
                </a:lnTo>
                <a:lnTo>
                  <a:pt x="95250" y="381000"/>
                </a:lnTo>
                <a:lnTo>
                  <a:pt x="85725" y="381000"/>
                </a:lnTo>
                <a:close/>
                <a:moveTo>
                  <a:pt x="171450" y="381000"/>
                </a:moveTo>
                <a:lnTo>
                  <a:pt x="180975" y="381000"/>
                </a:lnTo>
                <a:lnTo>
                  <a:pt x="180975" y="390525"/>
                </a:lnTo>
                <a:lnTo>
                  <a:pt x="171450" y="390525"/>
                </a:lnTo>
                <a:close/>
                <a:moveTo>
                  <a:pt x="190500" y="381000"/>
                </a:moveTo>
                <a:lnTo>
                  <a:pt x="228600" y="381000"/>
                </a:lnTo>
                <a:lnTo>
                  <a:pt x="228600" y="390525"/>
                </a:lnTo>
                <a:lnTo>
                  <a:pt x="219075" y="390525"/>
                </a:lnTo>
                <a:lnTo>
                  <a:pt x="219075" y="400050"/>
                </a:lnTo>
                <a:lnTo>
                  <a:pt x="190500" y="400050"/>
                </a:lnTo>
                <a:close/>
                <a:moveTo>
                  <a:pt x="285750" y="400050"/>
                </a:moveTo>
                <a:lnTo>
                  <a:pt x="304800" y="400050"/>
                </a:lnTo>
                <a:lnTo>
                  <a:pt x="304800" y="409575"/>
                </a:lnTo>
                <a:lnTo>
                  <a:pt x="285750" y="409575"/>
                </a:lnTo>
                <a:close/>
                <a:moveTo>
                  <a:pt x="361950" y="400050"/>
                </a:moveTo>
                <a:lnTo>
                  <a:pt x="390525" y="400050"/>
                </a:lnTo>
                <a:lnTo>
                  <a:pt x="390525" y="409575"/>
                </a:lnTo>
                <a:lnTo>
                  <a:pt x="371475" y="409575"/>
                </a:lnTo>
                <a:lnTo>
                  <a:pt x="371475" y="419100"/>
                </a:lnTo>
                <a:lnTo>
                  <a:pt x="361950" y="419100"/>
                </a:lnTo>
                <a:close/>
                <a:moveTo>
                  <a:pt x="85725" y="409575"/>
                </a:moveTo>
                <a:lnTo>
                  <a:pt x="104775" y="409575"/>
                </a:lnTo>
                <a:lnTo>
                  <a:pt x="104775" y="419100"/>
                </a:lnTo>
                <a:lnTo>
                  <a:pt x="85725" y="419100"/>
                </a:lnTo>
                <a:close/>
                <a:moveTo>
                  <a:pt x="304800" y="409575"/>
                </a:moveTo>
                <a:lnTo>
                  <a:pt x="314325" y="409575"/>
                </a:lnTo>
                <a:lnTo>
                  <a:pt x="314325" y="428625"/>
                </a:lnTo>
                <a:lnTo>
                  <a:pt x="304800" y="428625"/>
                </a:lnTo>
                <a:close/>
                <a:moveTo>
                  <a:pt x="390525" y="419100"/>
                </a:moveTo>
                <a:lnTo>
                  <a:pt x="400050" y="419100"/>
                </a:lnTo>
                <a:lnTo>
                  <a:pt x="400050" y="438150"/>
                </a:lnTo>
                <a:lnTo>
                  <a:pt x="381000" y="438150"/>
                </a:lnTo>
                <a:lnTo>
                  <a:pt x="381000" y="428625"/>
                </a:lnTo>
                <a:lnTo>
                  <a:pt x="390525" y="428625"/>
                </a:lnTo>
                <a:close/>
                <a:moveTo>
                  <a:pt x="85725" y="428625"/>
                </a:moveTo>
                <a:lnTo>
                  <a:pt x="95250" y="428625"/>
                </a:lnTo>
                <a:lnTo>
                  <a:pt x="95250" y="438150"/>
                </a:lnTo>
                <a:lnTo>
                  <a:pt x="85725" y="438150"/>
                </a:lnTo>
                <a:close/>
                <a:moveTo>
                  <a:pt x="104775" y="428625"/>
                </a:moveTo>
                <a:lnTo>
                  <a:pt x="114300" y="428625"/>
                </a:lnTo>
                <a:lnTo>
                  <a:pt x="114300" y="438150"/>
                </a:lnTo>
                <a:lnTo>
                  <a:pt x="104775" y="438150"/>
                </a:lnTo>
                <a:close/>
                <a:moveTo>
                  <a:pt x="114300" y="438150"/>
                </a:moveTo>
                <a:lnTo>
                  <a:pt x="142875" y="438150"/>
                </a:lnTo>
                <a:lnTo>
                  <a:pt x="142875" y="447675"/>
                </a:lnTo>
                <a:lnTo>
                  <a:pt x="133350" y="447675"/>
                </a:lnTo>
                <a:lnTo>
                  <a:pt x="133350" y="457200"/>
                </a:lnTo>
                <a:lnTo>
                  <a:pt x="104775" y="457200"/>
                </a:lnTo>
                <a:lnTo>
                  <a:pt x="104775" y="447675"/>
                </a:lnTo>
                <a:lnTo>
                  <a:pt x="114300" y="447675"/>
                </a:lnTo>
                <a:close/>
                <a:moveTo>
                  <a:pt x="228600" y="438150"/>
                </a:moveTo>
                <a:lnTo>
                  <a:pt x="247650" y="438150"/>
                </a:lnTo>
                <a:lnTo>
                  <a:pt x="247650" y="447675"/>
                </a:lnTo>
                <a:lnTo>
                  <a:pt x="228600" y="447675"/>
                </a:lnTo>
                <a:close/>
                <a:moveTo>
                  <a:pt x="161925" y="447675"/>
                </a:moveTo>
                <a:lnTo>
                  <a:pt x="171450" y="447675"/>
                </a:lnTo>
                <a:lnTo>
                  <a:pt x="171450" y="457200"/>
                </a:lnTo>
                <a:lnTo>
                  <a:pt x="161925" y="457200"/>
                </a:lnTo>
                <a:close/>
                <a:moveTo>
                  <a:pt x="219075" y="447675"/>
                </a:moveTo>
                <a:lnTo>
                  <a:pt x="228600" y="447675"/>
                </a:lnTo>
                <a:lnTo>
                  <a:pt x="228600" y="466725"/>
                </a:lnTo>
                <a:lnTo>
                  <a:pt x="209550" y="466725"/>
                </a:lnTo>
                <a:lnTo>
                  <a:pt x="209550" y="457200"/>
                </a:lnTo>
                <a:lnTo>
                  <a:pt x="219075" y="457200"/>
                </a:lnTo>
                <a:close/>
                <a:moveTo>
                  <a:pt x="171450" y="457200"/>
                </a:moveTo>
                <a:lnTo>
                  <a:pt x="180975" y="457200"/>
                </a:lnTo>
                <a:lnTo>
                  <a:pt x="180975" y="476250"/>
                </a:lnTo>
                <a:lnTo>
                  <a:pt x="171450" y="476250"/>
                </a:lnTo>
                <a:close/>
                <a:moveTo>
                  <a:pt x="209550" y="476250"/>
                </a:moveTo>
                <a:lnTo>
                  <a:pt x="219075" y="476250"/>
                </a:lnTo>
                <a:lnTo>
                  <a:pt x="219075" y="485775"/>
                </a:lnTo>
                <a:lnTo>
                  <a:pt x="209550" y="485775"/>
                </a:lnTo>
                <a:close/>
              </a:path>
            </a:pathLst>
          </a:custGeom>
          <a:solidFill xmlns:a="http://schemas.openxmlformats.org/drawingml/2006/main">
            <a:srgbClr val="314736"/>
          </a:solidFill>
          <a:ln xmlns:a="http://schemas.openxmlformats.org/drawingml/2006/main" w="0">
            <a:noFill/>
          </a:ln>
        </p:spPr>
      </p:sp>
      <p:sp>
        <p:nvSpPr>
          <p:cNvPr id="79" name="back vector #283d2d">
            <a:extLst xmlns:a="http://schemas.openxmlformats.org/drawingml/2006/main">
              <a:ext uri="{FF2B5EF4-FFF2-40B4-BE49-F238E27FC236}">
                <a16:creationId xmlns:a16="http://schemas.microsoft.com/office/drawing/2014/main" id="{8786ED55-BD62-4C87-93A8-951DBA8C8B8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067300" y="1647825"/>
            <a:ext cx="638175" cy="666750"/>
          </a:xfrm>
          <a:custGeom xmlns:a="http://schemas.openxmlformats.org/drawingml/2006/main">
            <a:pathLst>
              <a:path w="533400" h="561975">
                <a:moveTo>
                  <a:pt x="361950" y="76200"/>
                </a:moveTo>
                <a:lnTo>
                  <a:pt x="371475" y="76200"/>
                </a:lnTo>
                <a:lnTo>
                  <a:pt x="371475" y="85725"/>
                </a:lnTo>
                <a:lnTo>
                  <a:pt x="361950" y="85725"/>
                </a:lnTo>
                <a:close/>
                <a:moveTo>
                  <a:pt x="381000" y="76200"/>
                </a:moveTo>
                <a:lnTo>
                  <a:pt x="390525" y="76200"/>
                </a:lnTo>
                <a:lnTo>
                  <a:pt x="390525" y="85725"/>
                </a:lnTo>
                <a:lnTo>
                  <a:pt x="381000" y="85725"/>
                </a:lnTo>
                <a:close/>
                <a:moveTo>
                  <a:pt x="219075" y="85725"/>
                </a:moveTo>
                <a:lnTo>
                  <a:pt x="247650" y="85725"/>
                </a:lnTo>
                <a:lnTo>
                  <a:pt x="247650" y="104775"/>
                </a:lnTo>
                <a:lnTo>
                  <a:pt x="238125" y="104775"/>
                </a:lnTo>
                <a:lnTo>
                  <a:pt x="238125" y="114300"/>
                </a:lnTo>
                <a:lnTo>
                  <a:pt x="219075" y="114300"/>
                </a:lnTo>
                <a:close/>
                <a:moveTo>
                  <a:pt x="314325" y="85725"/>
                </a:moveTo>
                <a:lnTo>
                  <a:pt x="333375" y="85725"/>
                </a:lnTo>
                <a:lnTo>
                  <a:pt x="333375" y="104775"/>
                </a:lnTo>
                <a:lnTo>
                  <a:pt x="323850" y="104775"/>
                </a:lnTo>
                <a:lnTo>
                  <a:pt x="323850" y="114300"/>
                </a:lnTo>
                <a:lnTo>
                  <a:pt x="314325" y="114300"/>
                </a:lnTo>
                <a:close/>
                <a:moveTo>
                  <a:pt x="342900" y="85725"/>
                </a:moveTo>
                <a:lnTo>
                  <a:pt x="352425" y="85725"/>
                </a:lnTo>
                <a:lnTo>
                  <a:pt x="352425" y="95250"/>
                </a:lnTo>
                <a:lnTo>
                  <a:pt x="342900" y="95250"/>
                </a:lnTo>
                <a:close/>
                <a:moveTo>
                  <a:pt x="390525" y="85725"/>
                </a:moveTo>
                <a:lnTo>
                  <a:pt x="409575" y="85725"/>
                </a:lnTo>
                <a:lnTo>
                  <a:pt x="409575" y="95250"/>
                </a:lnTo>
                <a:lnTo>
                  <a:pt x="390525" y="95250"/>
                </a:lnTo>
                <a:close/>
                <a:moveTo>
                  <a:pt x="419100" y="85725"/>
                </a:moveTo>
                <a:lnTo>
                  <a:pt x="438150" y="85725"/>
                </a:lnTo>
                <a:lnTo>
                  <a:pt x="438150" y="114300"/>
                </a:lnTo>
                <a:lnTo>
                  <a:pt x="428625" y="114300"/>
                </a:lnTo>
                <a:lnTo>
                  <a:pt x="428625" y="104775"/>
                </a:lnTo>
                <a:lnTo>
                  <a:pt x="419100" y="104775"/>
                </a:lnTo>
                <a:close/>
                <a:moveTo>
                  <a:pt x="133350" y="123825"/>
                </a:moveTo>
                <a:lnTo>
                  <a:pt x="152400" y="123825"/>
                </a:lnTo>
                <a:lnTo>
                  <a:pt x="152400" y="133350"/>
                </a:lnTo>
                <a:lnTo>
                  <a:pt x="133350" y="133350"/>
                </a:lnTo>
                <a:close/>
                <a:moveTo>
                  <a:pt x="304800" y="123825"/>
                </a:moveTo>
                <a:lnTo>
                  <a:pt x="323850" y="123825"/>
                </a:lnTo>
                <a:lnTo>
                  <a:pt x="323850" y="133350"/>
                </a:lnTo>
                <a:lnTo>
                  <a:pt x="314325" y="133350"/>
                </a:lnTo>
                <a:lnTo>
                  <a:pt x="314325" y="142875"/>
                </a:lnTo>
                <a:lnTo>
                  <a:pt x="304800" y="142875"/>
                </a:lnTo>
                <a:close/>
                <a:moveTo>
                  <a:pt x="428625" y="123825"/>
                </a:moveTo>
                <a:lnTo>
                  <a:pt x="447675" y="123825"/>
                </a:lnTo>
                <a:lnTo>
                  <a:pt x="447675" y="133350"/>
                </a:lnTo>
                <a:lnTo>
                  <a:pt x="428625" y="133350"/>
                </a:lnTo>
                <a:close/>
                <a:moveTo>
                  <a:pt x="361950" y="133350"/>
                </a:moveTo>
                <a:lnTo>
                  <a:pt x="371475" y="133350"/>
                </a:lnTo>
                <a:lnTo>
                  <a:pt x="371475" y="142875"/>
                </a:lnTo>
                <a:lnTo>
                  <a:pt x="361950" y="142875"/>
                </a:lnTo>
                <a:close/>
                <a:moveTo>
                  <a:pt x="381000" y="133350"/>
                </a:moveTo>
                <a:lnTo>
                  <a:pt x="390525" y="133350"/>
                </a:lnTo>
                <a:lnTo>
                  <a:pt x="390525" y="142875"/>
                </a:lnTo>
                <a:lnTo>
                  <a:pt x="400050" y="142875"/>
                </a:lnTo>
                <a:lnTo>
                  <a:pt x="400050" y="152400"/>
                </a:lnTo>
                <a:lnTo>
                  <a:pt x="409575" y="152400"/>
                </a:lnTo>
                <a:lnTo>
                  <a:pt x="409575" y="171450"/>
                </a:lnTo>
                <a:lnTo>
                  <a:pt x="390525" y="171450"/>
                </a:lnTo>
                <a:lnTo>
                  <a:pt x="390525" y="152400"/>
                </a:lnTo>
                <a:lnTo>
                  <a:pt x="381000" y="152400"/>
                </a:lnTo>
                <a:close/>
                <a:moveTo>
                  <a:pt x="352425" y="142875"/>
                </a:moveTo>
                <a:lnTo>
                  <a:pt x="361950" y="142875"/>
                </a:lnTo>
                <a:lnTo>
                  <a:pt x="361950" y="161925"/>
                </a:lnTo>
                <a:lnTo>
                  <a:pt x="342900" y="161925"/>
                </a:lnTo>
                <a:lnTo>
                  <a:pt x="342900" y="152400"/>
                </a:lnTo>
                <a:lnTo>
                  <a:pt x="352425" y="152400"/>
                </a:lnTo>
                <a:close/>
                <a:moveTo>
                  <a:pt x="295275" y="152400"/>
                </a:moveTo>
                <a:lnTo>
                  <a:pt x="304800" y="152400"/>
                </a:lnTo>
                <a:lnTo>
                  <a:pt x="304800" y="161925"/>
                </a:lnTo>
                <a:lnTo>
                  <a:pt x="314325" y="161925"/>
                </a:lnTo>
                <a:lnTo>
                  <a:pt x="314325" y="190500"/>
                </a:lnTo>
                <a:lnTo>
                  <a:pt x="304800" y="190500"/>
                </a:lnTo>
                <a:lnTo>
                  <a:pt x="304800" y="180975"/>
                </a:lnTo>
                <a:lnTo>
                  <a:pt x="295275" y="180975"/>
                </a:lnTo>
                <a:close/>
                <a:moveTo>
                  <a:pt x="438150" y="171450"/>
                </a:moveTo>
                <a:lnTo>
                  <a:pt x="447675" y="171450"/>
                </a:lnTo>
                <a:lnTo>
                  <a:pt x="447675" y="190500"/>
                </a:lnTo>
                <a:lnTo>
                  <a:pt x="428625" y="190500"/>
                </a:lnTo>
                <a:lnTo>
                  <a:pt x="428625" y="180975"/>
                </a:lnTo>
                <a:lnTo>
                  <a:pt x="438150" y="180975"/>
                </a:lnTo>
                <a:close/>
                <a:moveTo>
                  <a:pt x="428625" y="200025"/>
                </a:moveTo>
                <a:lnTo>
                  <a:pt x="438150" y="200025"/>
                </a:lnTo>
                <a:lnTo>
                  <a:pt x="438150" y="209550"/>
                </a:lnTo>
                <a:lnTo>
                  <a:pt x="447675" y="209550"/>
                </a:lnTo>
                <a:lnTo>
                  <a:pt x="447675" y="219075"/>
                </a:lnTo>
                <a:lnTo>
                  <a:pt x="438150" y="219075"/>
                </a:lnTo>
                <a:lnTo>
                  <a:pt x="438150" y="228600"/>
                </a:lnTo>
                <a:lnTo>
                  <a:pt x="409575" y="228600"/>
                </a:lnTo>
                <a:lnTo>
                  <a:pt x="409575" y="238125"/>
                </a:lnTo>
                <a:lnTo>
                  <a:pt x="381000" y="238125"/>
                </a:lnTo>
                <a:lnTo>
                  <a:pt x="381000" y="228600"/>
                </a:lnTo>
                <a:lnTo>
                  <a:pt x="400050" y="228600"/>
                </a:lnTo>
                <a:lnTo>
                  <a:pt x="400050" y="209550"/>
                </a:lnTo>
                <a:lnTo>
                  <a:pt x="428625" y="209550"/>
                </a:lnTo>
                <a:close/>
                <a:moveTo>
                  <a:pt x="180975" y="209550"/>
                </a:moveTo>
                <a:lnTo>
                  <a:pt x="190500" y="209550"/>
                </a:lnTo>
                <a:lnTo>
                  <a:pt x="190500" y="219075"/>
                </a:lnTo>
                <a:lnTo>
                  <a:pt x="180975" y="219075"/>
                </a:lnTo>
                <a:close/>
                <a:moveTo>
                  <a:pt x="209550" y="209550"/>
                </a:moveTo>
                <a:lnTo>
                  <a:pt x="219075" y="209550"/>
                </a:lnTo>
                <a:lnTo>
                  <a:pt x="219075" y="219075"/>
                </a:lnTo>
                <a:lnTo>
                  <a:pt x="209550" y="219075"/>
                </a:lnTo>
                <a:close/>
                <a:moveTo>
                  <a:pt x="314325" y="209550"/>
                </a:moveTo>
                <a:lnTo>
                  <a:pt x="323850" y="209550"/>
                </a:lnTo>
                <a:lnTo>
                  <a:pt x="323850" y="219075"/>
                </a:lnTo>
                <a:lnTo>
                  <a:pt x="314325" y="219075"/>
                </a:lnTo>
                <a:close/>
                <a:moveTo>
                  <a:pt x="333375" y="209550"/>
                </a:moveTo>
                <a:lnTo>
                  <a:pt x="352425" y="209550"/>
                </a:lnTo>
                <a:lnTo>
                  <a:pt x="352425" y="219075"/>
                </a:lnTo>
                <a:lnTo>
                  <a:pt x="361950" y="219075"/>
                </a:lnTo>
                <a:lnTo>
                  <a:pt x="361950" y="228600"/>
                </a:lnTo>
                <a:lnTo>
                  <a:pt x="371475" y="228600"/>
                </a:lnTo>
                <a:lnTo>
                  <a:pt x="371475" y="238125"/>
                </a:lnTo>
                <a:lnTo>
                  <a:pt x="342900" y="238125"/>
                </a:lnTo>
                <a:lnTo>
                  <a:pt x="342900" y="228600"/>
                </a:lnTo>
                <a:lnTo>
                  <a:pt x="333375" y="228600"/>
                </a:lnTo>
                <a:close/>
                <a:moveTo>
                  <a:pt x="104775" y="238125"/>
                </a:moveTo>
                <a:lnTo>
                  <a:pt x="114300" y="238125"/>
                </a:lnTo>
                <a:lnTo>
                  <a:pt x="114300" y="247650"/>
                </a:lnTo>
                <a:lnTo>
                  <a:pt x="104775" y="247650"/>
                </a:lnTo>
                <a:close/>
                <a:moveTo>
                  <a:pt x="123825" y="238125"/>
                </a:moveTo>
                <a:lnTo>
                  <a:pt x="152400" y="238125"/>
                </a:lnTo>
                <a:lnTo>
                  <a:pt x="152400" y="257175"/>
                </a:lnTo>
                <a:lnTo>
                  <a:pt x="133350" y="257175"/>
                </a:lnTo>
                <a:lnTo>
                  <a:pt x="133350" y="247650"/>
                </a:lnTo>
                <a:lnTo>
                  <a:pt x="123825" y="247650"/>
                </a:lnTo>
                <a:close/>
                <a:moveTo>
                  <a:pt x="257175" y="238125"/>
                </a:moveTo>
                <a:lnTo>
                  <a:pt x="266700" y="238125"/>
                </a:lnTo>
                <a:lnTo>
                  <a:pt x="266700" y="247650"/>
                </a:lnTo>
                <a:lnTo>
                  <a:pt x="257175" y="247650"/>
                </a:lnTo>
                <a:close/>
                <a:moveTo>
                  <a:pt x="95250" y="247650"/>
                </a:moveTo>
                <a:lnTo>
                  <a:pt x="104775" y="247650"/>
                </a:lnTo>
                <a:lnTo>
                  <a:pt x="104775" y="257175"/>
                </a:lnTo>
                <a:lnTo>
                  <a:pt x="95250" y="257175"/>
                </a:lnTo>
                <a:close/>
                <a:moveTo>
                  <a:pt x="85725" y="304800"/>
                </a:moveTo>
                <a:lnTo>
                  <a:pt x="95250" y="304800"/>
                </a:lnTo>
                <a:lnTo>
                  <a:pt x="95250" y="314325"/>
                </a:lnTo>
                <a:lnTo>
                  <a:pt x="85725" y="314325"/>
                </a:lnTo>
                <a:close/>
                <a:moveTo>
                  <a:pt x="152400" y="304800"/>
                </a:moveTo>
                <a:lnTo>
                  <a:pt x="171450" y="304800"/>
                </a:lnTo>
                <a:lnTo>
                  <a:pt x="171450" y="314325"/>
                </a:lnTo>
                <a:lnTo>
                  <a:pt x="161925" y="314325"/>
                </a:lnTo>
                <a:lnTo>
                  <a:pt x="161925" y="323850"/>
                </a:lnTo>
                <a:lnTo>
                  <a:pt x="152400" y="323850"/>
                </a:lnTo>
                <a:close/>
                <a:moveTo>
                  <a:pt x="219075" y="304800"/>
                </a:moveTo>
                <a:lnTo>
                  <a:pt x="238125" y="304800"/>
                </a:lnTo>
                <a:lnTo>
                  <a:pt x="238125" y="323850"/>
                </a:lnTo>
                <a:lnTo>
                  <a:pt x="228600" y="323850"/>
                </a:lnTo>
                <a:lnTo>
                  <a:pt x="228600" y="314325"/>
                </a:lnTo>
                <a:lnTo>
                  <a:pt x="219075" y="314325"/>
                </a:lnTo>
                <a:close/>
                <a:moveTo>
                  <a:pt x="295275" y="304800"/>
                </a:moveTo>
                <a:lnTo>
                  <a:pt x="304800" y="304800"/>
                </a:lnTo>
                <a:lnTo>
                  <a:pt x="304800" y="314325"/>
                </a:lnTo>
                <a:lnTo>
                  <a:pt x="295275" y="314325"/>
                </a:lnTo>
                <a:close/>
                <a:moveTo>
                  <a:pt x="66675" y="323850"/>
                </a:moveTo>
                <a:lnTo>
                  <a:pt x="76200" y="323850"/>
                </a:lnTo>
                <a:lnTo>
                  <a:pt x="76200" y="333375"/>
                </a:lnTo>
                <a:lnTo>
                  <a:pt x="66675" y="333375"/>
                </a:lnTo>
                <a:close/>
                <a:moveTo>
                  <a:pt x="314325" y="323850"/>
                </a:moveTo>
                <a:lnTo>
                  <a:pt x="323850" y="323850"/>
                </a:lnTo>
                <a:lnTo>
                  <a:pt x="323850" y="333375"/>
                </a:lnTo>
                <a:lnTo>
                  <a:pt x="314325" y="333375"/>
                </a:lnTo>
                <a:close/>
                <a:moveTo>
                  <a:pt x="314325" y="352425"/>
                </a:moveTo>
                <a:lnTo>
                  <a:pt x="333375" y="352425"/>
                </a:lnTo>
                <a:lnTo>
                  <a:pt x="333375" y="361950"/>
                </a:lnTo>
                <a:lnTo>
                  <a:pt x="323850" y="361950"/>
                </a:lnTo>
                <a:lnTo>
                  <a:pt x="323850" y="371475"/>
                </a:lnTo>
                <a:lnTo>
                  <a:pt x="314325" y="371475"/>
                </a:lnTo>
                <a:lnTo>
                  <a:pt x="314325" y="381000"/>
                </a:lnTo>
                <a:lnTo>
                  <a:pt x="304800" y="381000"/>
                </a:lnTo>
                <a:lnTo>
                  <a:pt x="304800" y="400050"/>
                </a:lnTo>
                <a:lnTo>
                  <a:pt x="285750" y="400050"/>
                </a:lnTo>
                <a:lnTo>
                  <a:pt x="285750" y="371475"/>
                </a:lnTo>
                <a:lnTo>
                  <a:pt x="304800" y="371475"/>
                </a:lnTo>
                <a:lnTo>
                  <a:pt x="304800" y="361950"/>
                </a:lnTo>
                <a:lnTo>
                  <a:pt x="314325" y="361950"/>
                </a:lnTo>
                <a:close/>
                <a:moveTo>
                  <a:pt x="152400" y="361950"/>
                </a:moveTo>
                <a:lnTo>
                  <a:pt x="161925" y="361950"/>
                </a:lnTo>
                <a:lnTo>
                  <a:pt x="161925" y="371475"/>
                </a:lnTo>
                <a:lnTo>
                  <a:pt x="171450" y="371475"/>
                </a:lnTo>
                <a:lnTo>
                  <a:pt x="171450" y="381000"/>
                </a:lnTo>
                <a:lnTo>
                  <a:pt x="152400" y="381000"/>
                </a:lnTo>
                <a:close/>
                <a:moveTo>
                  <a:pt x="228600" y="361950"/>
                </a:moveTo>
                <a:lnTo>
                  <a:pt x="238125" y="361950"/>
                </a:lnTo>
                <a:lnTo>
                  <a:pt x="238125" y="381000"/>
                </a:lnTo>
                <a:lnTo>
                  <a:pt x="219075" y="381000"/>
                </a:lnTo>
                <a:lnTo>
                  <a:pt x="219075" y="371475"/>
                </a:lnTo>
                <a:lnTo>
                  <a:pt x="228600" y="371475"/>
                </a:lnTo>
                <a:close/>
                <a:moveTo>
                  <a:pt x="419100" y="371475"/>
                </a:moveTo>
                <a:lnTo>
                  <a:pt x="428625" y="371475"/>
                </a:lnTo>
                <a:lnTo>
                  <a:pt x="428625" y="381000"/>
                </a:lnTo>
                <a:lnTo>
                  <a:pt x="419100" y="381000"/>
                </a:lnTo>
                <a:close/>
                <a:moveTo>
                  <a:pt x="409575" y="381000"/>
                </a:moveTo>
                <a:lnTo>
                  <a:pt x="419100" y="381000"/>
                </a:lnTo>
                <a:lnTo>
                  <a:pt x="419100" y="400050"/>
                </a:lnTo>
                <a:lnTo>
                  <a:pt x="409575" y="400050"/>
                </a:lnTo>
                <a:lnTo>
                  <a:pt x="409575" y="409575"/>
                </a:lnTo>
                <a:lnTo>
                  <a:pt x="400050" y="409575"/>
                </a:lnTo>
                <a:lnTo>
                  <a:pt x="400050" y="419100"/>
                </a:lnTo>
                <a:lnTo>
                  <a:pt x="390525" y="419100"/>
                </a:lnTo>
                <a:lnTo>
                  <a:pt x="390525" y="428625"/>
                </a:lnTo>
                <a:lnTo>
                  <a:pt x="381000" y="428625"/>
                </a:lnTo>
                <a:lnTo>
                  <a:pt x="381000" y="438150"/>
                </a:lnTo>
                <a:lnTo>
                  <a:pt x="371475" y="438150"/>
                </a:lnTo>
                <a:lnTo>
                  <a:pt x="371475" y="428625"/>
                </a:lnTo>
                <a:lnTo>
                  <a:pt x="361950" y="428625"/>
                </a:lnTo>
                <a:lnTo>
                  <a:pt x="361950" y="419100"/>
                </a:lnTo>
                <a:lnTo>
                  <a:pt x="371475" y="419100"/>
                </a:lnTo>
                <a:lnTo>
                  <a:pt x="371475" y="409575"/>
                </a:lnTo>
                <a:lnTo>
                  <a:pt x="390525" y="409575"/>
                </a:lnTo>
                <a:lnTo>
                  <a:pt x="390525" y="400050"/>
                </a:lnTo>
                <a:lnTo>
                  <a:pt x="400050" y="400050"/>
                </a:lnTo>
                <a:lnTo>
                  <a:pt x="400050" y="390525"/>
                </a:lnTo>
                <a:lnTo>
                  <a:pt x="409575" y="390525"/>
                </a:lnTo>
                <a:close/>
                <a:moveTo>
                  <a:pt x="295275" y="409575"/>
                </a:moveTo>
                <a:lnTo>
                  <a:pt x="304800" y="409575"/>
                </a:lnTo>
                <a:lnTo>
                  <a:pt x="304800" y="438150"/>
                </a:lnTo>
                <a:lnTo>
                  <a:pt x="295275" y="438150"/>
                </a:lnTo>
                <a:lnTo>
                  <a:pt x="295275" y="447675"/>
                </a:lnTo>
                <a:lnTo>
                  <a:pt x="285750" y="447675"/>
                </a:lnTo>
                <a:lnTo>
                  <a:pt x="285750" y="457200"/>
                </a:lnTo>
                <a:lnTo>
                  <a:pt x="266700" y="457200"/>
                </a:lnTo>
                <a:lnTo>
                  <a:pt x="266700" y="447675"/>
                </a:lnTo>
                <a:lnTo>
                  <a:pt x="257175" y="447675"/>
                </a:lnTo>
                <a:lnTo>
                  <a:pt x="257175" y="438150"/>
                </a:lnTo>
                <a:lnTo>
                  <a:pt x="285750" y="438150"/>
                </a:lnTo>
                <a:lnTo>
                  <a:pt x="285750" y="428625"/>
                </a:lnTo>
                <a:lnTo>
                  <a:pt x="295275" y="428625"/>
                </a:lnTo>
                <a:close/>
                <a:moveTo>
                  <a:pt x="85725" y="419100"/>
                </a:moveTo>
                <a:lnTo>
                  <a:pt x="104775" y="419100"/>
                </a:lnTo>
                <a:lnTo>
                  <a:pt x="104775" y="438150"/>
                </a:lnTo>
                <a:lnTo>
                  <a:pt x="114300" y="438150"/>
                </a:lnTo>
                <a:lnTo>
                  <a:pt x="114300" y="447675"/>
                </a:lnTo>
                <a:lnTo>
                  <a:pt x="95250" y="447675"/>
                </a:lnTo>
                <a:lnTo>
                  <a:pt x="95250" y="428625"/>
                </a:lnTo>
                <a:lnTo>
                  <a:pt x="85725" y="428625"/>
                </a:lnTo>
                <a:close/>
                <a:moveTo>
                  <a:pt x="228600" y="447675"/>
                </a:moveTo>
                <a:lnTo>
                  <a:pt x="238125" y="447675"/>
                </a:lnTo>
                <a:lnTo>
                  <a:pt x="238125" y="457200"/>
                </a:lnTo>
                <a:lnTo>
                  <a:pt x="228600" y="457200"/>
                </a:lnTo>
                <a:close/>
                <a:moveTo>
                  <a:pt x="180975" y="457200"/>
                </a:moveTo>
                <a:lnTo>
                  <a:pt x="190500" y="457200"/>
                </a:lnTo>
                <a:lnTo>
                  <a:pt x="190500" y="466725"/>
                </a:lnTo>
                <a:lnTo>
                  <a:pt x="219075" y="466725"/>
                </a:lnTo>
                <a:lnTo>
                  <a:pt x="219075" y="476250"/>
                </a:lnTo>
                <a:lnTo>
                  <a:pt x="209550" y="476250"/>
                </a:lnTo>
                <a:lnTo>
                  <a:pt x="209550" y="485775"/>
                </a:lnTo>
                <a:lnTo>
                  <a:pt x="180975" y="485775"/>
                </a:lnTo>
                <a:close/>
              </a:path>
            </a:pathLst>
          </a:custGeom>
          <a:solidFill xmlns:a="http://schemas.openxmlformats.org/drawingml/2006/main">
            <a:srgbClr val="283D2D"/>
          </a:solidFill>
          <a:ln xmlns:a="http://schemas.openxmlformats.org/drawingml/2006/main" w="0">
            <a:noFill/>
          </a:ln>
        </p:spPr>
      </p:sp>
      <p:sp>
        <p:nvSpPr>
          <p:cNvPr id="80" name="">
            <a:extLst xmlns:a="http://schemas.openxmlformats.org/drawingml/2006/main">
              <a:ext uri="{FF2B5EF4-FFF2-40B4-BE49-F238E27FC236}">
                <a16:creationId xmlns:a16="http://schemas.microsoft.com/office/drawing/2014/main" id="{9549C10D-D5EB-4878-92D5-E2D6584CAA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391650" y="1647825"/>
            <a:ext cx="514350" cy="666750"/>
          </a:xfrm>
          <a:prstGeom xmlns:a="http://schemas.openxmlformats.org/drawingml/2006/main" prst="rect">
            <a:avLst/>
          </a:prstGeom>
          <a:solidFill xmlns:a="http://schemas.openxmlformats.org/drawingml/2006/main">
            <a:srgbClr val="F5F2E8"/>
          </a:solidFill>
          <a:ln xmlns:a="http://schemas.openxmlformats.org/drawingml/2006/main" w="0">
            <a:noFill/>
          </a:ln>
        </p:spPr>
      </p:sp>
      <p:sp>
        <p:nvSpPr>
          <p:cNvPr id="81" name="db vector #f0f5e6">
            <a:extLst xmlns:a="http://schemas.openxmlformats.org/drawingml/2006/main">
              <a:ext uri="{FF2B5EF4-FFF2-40B4-BE49-F238E27FC236}">
                <a16:creationId xmlns:a16="http://schemas.microsoft.com/office/drawing/2014/main" id="{ACE33893-0791-496C-A5B0-D9A002B0A77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91650" y="1647825"/>
            <a:ext cx="514350" cy="666750"/>
          </a:xfrm>
          <a:custGeom xmlns:a="http://schemas.openxmlformats.org/drawingml/2006/main">
            <a:pathLst>
              <a:path w="428625" h="561975">
                <a:moveTo>
                  <a:pt x="381000" y="76200"/>
                </a:moveTo>
                <a:lnTo>
                  <a:pt x="390525" y="76200"/>
                </a:lnTo>
                <a:lnTo>
                  <a:pt x="390525" y="85725"/>
                </a:lnTo>
                <a:lnTo>
                  <a:pt x="381000" y="85725"/>
                </a:lnTo>
                <a:close/>
                <a:moveTo>
                  <a:pt x="390525" y="85725"/>
                </a:moveTo>
                <a:lnTo>
                  <a:pt x="400050" y="85725"/>
                </a:lnTo>
                <a:lnTo>
                  <a:pt x="400050" y="95250"/>
                </a:lnTo>
                <a:lnTo>
                  <a:pt x="390525" y="95250"/>
                </a:lnTo>
                <a:close/>
                <a:moveTo>
                  <a:pt x="76200" y="104775"/>
                </a:moveTo>
                <a:lnTo>
                  <a:pt x="85725" y="104775"/>
                </a:lnTo>
                <a:lnTo>
                  <a:pt x="85725" y="123825"/>
                </a:lnTo>
                <a:lnTo>
                  <a:pt x="66675" y="123825"/>
                </a:lnTo>
                <a:lnTo>
                  <a:pt x="66675" y="114300"/>
                </a:lnTo>
                <a:lnTo>
                  <a:pt x="76200" y="114300"/>
                </a:lnTo>
                <a:close/>
                <a:moveTo>
                  <a:pt x="66675" y="171450"/>
                </a:moveTo>
                <a:lnTo>
                  <a:pt x="76200" y="171450"/>
                </a:lnTo>
                <a:lnTo>
                  <a:pt x="76200" y="200025"/>
                </a:lnTo>
                <a:lnTo>
                  <a:pt x="66675" y="200025"/>
                </a:lnTo>
                <a:lnTo>
                  <a:pt x="66675" y="190500"/>
                </a:lnTo>
                <a:lnTo>
                  <a:pt x="57150" y="190500"/>
                </a:lnTo>
                <a:lnTo>
                  <a:pt x="57150" y="180975"/>
                </a:lnTo>
                <a:lnTo>
                  <a:pt x="66675" y="180975"/>
                </a:lnTo>
                <a:close/>
                <a:moveTo>
                  <a:pt x="352425" y="180975"/>
                </a:moveTo>
                <a:lnTo>
                  <a:pt x="361950" y="180975"/>
                </a:lnTo>
                <a:lnTo>
                  <a:pt x="361950" y="200025"/>
                </a:lnTo>
                <a:lnTo>
                  <a:pt x="371475" y="200025"/>
                </a:lnTo>
                <a:lnTo>
                  <a:pt x="371475" y="228600"/>
                </a:lnTo>
                <a:lnTo>
                  <a:pt x="352425" y="228600"/>
                </a:lnTo>
                <a:close/>
                <a:moveTo>
                  <a:pt x="66675" y="219075"/>
                </a:moveTo>
                <a:lnTo>
                  <a:pt x="76200" y="219075"/>
                </a:lnTo>
                <a:lnTo>
                  <a:pt x="76200" y="228600"/>
                </a:lnTo>
                <a:lnTo>
                  <a:pt x="66675" y="228600"/>
                </a:lnTo>
                <a:close/>
                <a:moveTo>
                  <a:pt x="57150" y="276225"/>
                </a:moveTo>
                <a:lnTo>
                  <a:pt x="85725" y="276225"/>
                </a:lnTo>
                <a:lnTo>
                  <a:pt x="85725" y="295275"/>
                </a:lnTo>
                <a:lnTo>
                  <a:pt x="76200" y="295275"/>
                </a:lnTo>
                <a:lnTo>
                  <a:pt x="76200" y="304800"/>
                </a:lnTo>
                <a:lnTo>
                  <a:pt x="66675" y="304800"/>
                </a:lnTo>
                <a:lnTo>
                  <a:pt x="66675" y="295275"/>
                </a:lnTo>
                <a:lnTo>
                  <a:pt x="57150" y="295275"/>
                </a:lnTo>
                <a:close/>
                <a:moveTo>
                  <a:pt x="352425" y="276225"/>
                </a:moveTo>
                <a:lnTo>
                  <a:pt x="361950" y="276225"/>
                </a:lnTo>
                <a:lnTo>
                  <a:pt x="361950" y="285750"/>
                </a:lnTo>
                <a:lnTo>
                  <a:pt x="371475" y="285750"/>
                </a:lnTo>
                <a:lnTo>
                  <a:pt x="371475" y="333375"/>
                </a:lnTo>
                <a:lnTo>
                  <a:pt x="352425" y="333375"/>
                </a:lnTo>
                <a:lnTo>
                  <a:pt x="352425" y="295275"/>
                </a:lnTo>
                <a:lnTo>
                  <a:pt x="342900" y="295275"/>
                </a:lnTo>
                <a:lnTo>
                  <a:pt x="342900" y="285750"/>
                </a:lnTo>
                <a:lnTo>
                  <a:pt x="352425" y="285750"/>
                </a:lnTo>
                <a:close/>
                <a:moveTo>
                  <a:pt x="295275" y="304800"/>
                </a:moveTo>
                <a:lnTo>
                  <a:pt x="314325" y="304800"/>
                </a:lnTo>
                <a:lnTo>
                  <a:pt x="314325" y="314325"/>
                </a:lnTo>
                <a:lnTo>
                  <a:pt x="295275" y="314325"/>
                </a:lnTo>
                <a:close/>
                <a:moveTo>
                  <a:pt x="66675" y="381000"/>
                </a:moveTo>
                <a:lnTo>
                  <a:pt x="76200" y="381000"/>
                </a:lnTo>
                <a:lnTo>
                  <a:pt x="76200" y="400050"/>
                </a:lnTo>
                <a:lnTo>
                  <a:pt x="66675" y="400050"/>
                </a:lnTo>
                <a:close/>
                <a:moveTo>
                  <a:pt x="352425" y="381000"/>
                </a:moveTo>
                <a:lnTo>
                  <a:pt x="361950" y="381000"/>
                </a:lnTo>
                <a:lnTo>
                  <a:pt x="361950" y="409575"/>
                </a:lnTo>
                <a:lnTo>
                  <a:pt x="371475" y="409575"/>
                </a:lnTo>
                <a:lnTo>
                  <a:pt x="371475" y="428625"/>
                </a:lnTo>
                <a:lnTo>
                  <a:pt x="361950" y="428625"/>
                </a:lnTo>
                <a:lnTo>
                  <a:pt x="361950" y="438150"/>
                </a:lnTo>
                <a:lnTo>
                  <a:pt x="352425" y="438150"/>
                </a:lnTo>
                <a:lnTo>
                  <a:pt x="352425" y="400050"/>
                </a:lnTo>
                <a:lnTo>
                  <a:pt x="342900" y="400050"/>
                </a:lnTo>
                <a:lnTo>
                  <a:pt x="342900" y="390525"/>
                </a:lnTo>
                <a:lnTo>
                  <a:pt x="352425" y="390525"/>
                </a:lnTo>
                <a:close/>
                <a:moveTo>
                  <a:pt x="304800" y="400050"/>
                </a:moveTo>
                <a:lnTo>
                  <a:pt x="333375" y="400050"/>
                </a:lnTo>
                <a:lnTo>
                  <a:pt x="333375" y="409575"/>
                </a:lnTo>
                <a:lnTo>
                  <a:pt x="304800" y="409575"/>
                </a:lnTo>
                <a:close/>
                <a:moveTo>
                  <a:pt x="66675" y="428625"/>
                </a:moveTo>
                <a:lnTo>
                  <a:pt x="76200" y="428625"/>
                </a:lnTo>
                <a:lnTo>
                  <a:pt x="76200" y="438150"/>
                </a:lnTo>
                <a:lnTo>
                  <a:pt x="66675" y="438150"/>
                </a:lnTo>
                <a:close/>
              </a:path>
            </a:pathLst>
          </a:custGeom>
          <a:solidFill xmlns:a="http://schemas.openxmlformats.org/drawingml/2006/main">
            <a:srgbClr val="F0F5E6"/>
          </a:solidFill>
          <a:ln xmlns:a="http://schemas.openxmlformats.org/drawingml/2006/main" w="0">
            <a:noFill/>
          </a:ln>
        </p:spPr>
      </p:sp>
      <p:sp>
        <p:nvSpPr>
          <p:cNvPr id="82" name="db vector #f1f1e3">
            <a:extLst xmlns:a="http://schemas.openxmlformats.org/drawingml/2006/main">
              <a:ext uri="{FF2B5EF4-FFF2-40B4-BE49-F238E27FC236}">
                <a16:creationId xmlns:a16="http://schemas.microsoft.com/office/drawing/2014/main" id="{68F604AA-164E-4599-8726-15276ACC4F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91650" y="1647825"/>
            <a:ext cx="514350" cy="666750"/>
          </a:xfrm>
          <a:custGeom xmlns:a="http://schemas.openxmlformats.org/drawingml/2006/main">
            <a:pathLst>
              <a:path w="428625" h="561975">
                <a:moveTo>
                  <a:pt x="95250" y="28575"/>
                </a:moveTo>
                <a:lnTo>
                  <a:pt x="104775" y="28575"/>
                </a:lnTo>
                <a:lnTo>
                  <a:pt x="104775" y="38100"/>
                </a:lnTo>
                <a:lnTo>
                  <a:pt x="123825" y="38100"/>
                </a:lnTo>
                <a:lnTo>
                  <a:pt x="123825" y="47625"/>
                </a:lnTo>
                <a:lnTo>
                  <a:pt x="114300" y="47625"/>
                </a:lnTo>
                <a:lnTo>
                  <a:pt x="114300" y="57150"/>
                </a:lnTo>
                <a:lnTo>
                  <a:pt x="95250" y="57150"/>
                </a:lnTo>
                <a:close/>
                <a:moveTo>
                  <a:pt x="171450" y="28575"/>
                </a:moveTo>
                <a:lnTo>
                  <a:pt x="209550" y="28575"/>
                </a:lnTo>
                <a:lnTo>
                  <a:pt x="209550" y="38100"/>
                </a:lnTo>
                <a:lnTo>
                  <a:pt x="190500" y="38100"/>
                </a:lnTo>
                <a:lnTo>
                  <a:pt x="190500" y="47625"/>
                </a:lnTo>
                <a:lnTo>
                  <a:pt x="171450" y="47625"/>
                </a:lnTo>
                <a:close/>
                <a:moveTo>
                  <a:pt x="238125" y="28575"/>
                </a:moveTo>
                <a:lnTo>
                  <a:pt x="276225" y="28575"/>
                </a:lnTo>
                <a:lnTo>
                  <a:pt x="276225" y="47625"/>
                </a:lnTo>
                <a:lnTo>
                  <a:pt x="247650" y="47625"/>
                </a:lnTo>
                <a:lnTo>
                  <a:pt x="247650" y="38100"/>
                </a:lnTo>
                <a:lnTo>
                  <a:pt x="238125" y="38100"/>
                </a:lnTo>
                <a:close/>
                <a:moveTo>
                  <a:pt x="47625" y="57150"/>
                </a:moveTo>
                <a:lnTo>
                  <a:pt x="57150" y="57150"/>
                </a:lnTo>
                <a:lnTo>
                  <a:pt x="57150" y="66675"/>
                </a:lnTo>
                <a:lnTo>
                  <a:pt x="47625" y="66675"/>
                </a:lnTo>
                <a:close/>
                <a:moveTo>
                  <a:pt x="371475" y="66675"/>
                </a:moveTo>
                <a:lnTo>
                  <a:pt x="381000" y="66675"/>
                </a:lnTo>
                <a:lnTo>
                  <a:pt x="381000" y="76200"/>
                </a:lnTo>
                <a:lnTo>
                  <a:pt x="371475" y="76200"/>
                </a:lnTo>
                <a:close/>
                <a:moveTo>
                  <a:pt x="390525" y="76200"/>
                </a:moveTo>
                <a:lnTo>
                  <a:pt x="400050" y="76200"/>
                </a:lnTo>
                <a:lnTo>
                  <a:pt x="400050" y="85725"/>
                </a:lnTo>
                <a:lnTo>
                  <a:pt x="390525" y="85725"/>
                </a:lnTo>
                <a:close/>
                <a:moveTo>
                  <a:pt x="123825" y="85725"/>
                </a:moveTo>
                <a:lnTo>
                  <a:pt x="142875" y="85725"/>
                </a:lnTo>
                <a:lnTo>
                  <a:pt x="142875" y="95250"/>
                </a:lnTo>
                <a:lnTo>
                  <a:pt x="133350" y="95250"/>
                </a:lnTo>
                <a:lnTo>
                  <a:pt x="133350" y="104775"/>
                </a:lnTo>
                <a:lnTo>
                  <a:pt x="123825" y="104775"/>
                </a:lnTo>
                <a:close/>
                <a:moveTo>
                  <a:pt x="95250" y="95250"/>
                </a:moveTo>
                <a:lnTo>
                  <a:pt x="104775" y="95250"/>
                </a:lnTo>
                <a:lnTo>
                  <a:pt x="104775" y="114300"/>
                </a:lnTo>
                <a:lnTo>
                  <a:pt x="95250" y="114300"/>
                </a:lnTo>
                <a:lnTo>
                  <a:pt x="95250" y="123825"/>
                </a:lnTo>
                <a:lnTo>
                  <a:pt x="85725" y="123825"/>
                </a:lnTo>
                <a:lnTo>
                  <a:pt x="85725" y="104775"/>
                </a:lnTo>
                <a:lnTo>
                  <a:pt x="95250" y="104775"/>
                </a:lnTo>
                <a:close/>
                <a:moveTo>
                  <a:pt x="352425" y="114300"/>
                </a:moveTo>
                <a:lnTo>
                  <a:pt x="361950" y="114300"/>
                </a:lnTo>
                <a:lnTo>
                  <a:pt x="361950" y="123825"/>
                </a:lnTo>
                <a:lnTo>
                  <a:pt x="352425" y="123825"/>
                </a:lnTo>
                <a:close/>
                <a:moveTo>
                  <a:pt x="76200" y="123825"/>
                </a:moveTo>
                <a:lnTo>
                  <a:pt x="85725" y="123825"/>
                </a:lnTo>
                <a:lnTo>
                  <a:pt x="85725" y="133350"/>
                </a:lnTo>
                <a:lnTo>
                  <a:pt x="76200" y="133350"/>
                </a:lnTo>
                <a:close/>
                <a:moveTo>
                  <a:pt x="171450" y="142875"/>
                </a:moveTo>
                <a:lnTo>
                  <a:pt x="200025" y="142875"/>
                </a:lnTo>
                <a:lnTo>
                  <a:pt x="200025" y="152400"/>
                </a:lnTo>
                <a:lnTo>
                  <a:pt x="171450" y="152400"/>
                </a:lnTo>
                <a:close/>
                <a:moveTo>
                  <a:pt x="247650" y="142875"/>
                </a:moveTo>
                <a:lnTo>
                  <a:pt x="257175" y="142875"/>
                </a:lnTo>
                <a:lnTo>
                  <a:pt x="257175" y="152400"/>
                </a:lnTo>
                <a:lnTo>
                  <a:pt x="247650" y="152400"/>
                </a:lnTo>
                <a:close/>
                <a:moveTo>
                  <a:pt x="352425" y="171450"/>
                </a:moveTo>
                <a:lnTo>
                  <a:pt x="361950" y="171450"/>
                </a:lnTo>
                <a:lnTo>
                  <a:pt x="361950" y="180975"/>
                </a:lnTo>
                <a:lnTo>
                  <a:pt x="352425" y="180975"/>
                </a:lnTo>
                <a:close/>
                <a:moveTo>
                  <a:pt x="76200" y="180975"/>
                </a:moveTo>
                <a:lnTo>
                  <a:pt x="85725" y="180975"/>
                </a:lnTo>
                <a:lnTo>
                  <a:pt x="85725" y="200025"/>
                </a:lnTo>
                <a:lnTo>
                  <a:pt x="76200" y="200025"/>
                </a:lnTo>
                <a:close/>
                <a:moveTo>
                  <a:pt x="361950" y="180975"/>
                </a:moveTo>
                <a:lnTo>
                  <a:pt x="371475" y="180975"/>
                </a:lnTo>
                <a:lnTo>
                  <a:pt x="371475" y="200025"/>
                </a:lnTo>
                <a:lnTo>
                  <a:pt x="361950" y="200025"/>
                </a:lnTo>
                <a:close/>
                <a:moveTo>
                  <a:pt x="57150" y="190500"/>
                </a:moveTo>
                <a:lnTo>
                  <a:pt x="66675" y="190500"/>
                </a:lnTo>
                <a:lnTo>
                  <a:pt x="66675" y="200025"/>
                </a:lnTo>
                <a:lnTo>
                  <a:pt x="76200" y="200025"/>
                </a:lnTo>
                <a:lnTo>
                  <a:pt x="76200" y="219075"/>
                </a:lnTo>
                <a:lnTo>
                  <a:pt x="66675" y="219075"/>
                </a:lnTo>
                <a:lnTo>
                  <a:pt x="66675" y="228600"/>
                </a:lnTo>
                <a:lnTo>
                  <a:pt x="57150" y="228600"/>
                </a:lnTo>
                <a:close/>
                <a:moveTo>
                  <a:pt x="95250" y="285750"/>
                </a:moveTo>
                <a:lnTo>
                  <a:pt x="104775" y="285750"/>
                </a:lnTo>
                <a:lnTo>
                  <a:pt x="104775" y="295275"/>
                </a:lnTo>
                <a:lnTo>
                  <a:pt x="95250" y="295275"/>
                </a:lnTo>
                <a:close/>
                <a:moveTo>
                  <a:pt x="57150" y="295275"/>
                </a:moveTo>
                <a:lnTo>
                  <a:pt x="66675" y="295275"/>
                </a:lnTo>
                <a:lnTo>
                  <a:pt x="66675" y="314325"/>
                </a:lnTo>
                <a:lnTo>
                  <a:pt x="76200" y="314325"/>
                </a:lnTo>
                <a:lnTo>
                  <a:pt x="76200" y="333375"/>
                </a:lnTo>
                <a:lnTo>
                  <a:pt x="66675" y="333375"/>
                </a:lnTo>
                <a:lnTo>
                  <a:pt x="66675" y="323850"/>
                </a:lnTo>
                <a:lnTo>
                  <a:pt x="57150" y="323850"/>
                </a:lnTo>
                <a:close/>
                <a:moveTo>
                  <a:pt x="76200" y="295275"/>
                </a:moveTo>
                <a:lnTo>
                  <a:pt x="85725" y="295275"/>
                </a:lnTo>
                <a:lnTo>
                  <a:pt x="85725" y="304800"/>
                </a:lnTo>
                <a:lnTo>
                  <a:pt x="76200" y="304800"/>
                </a:lnTo>
                <a:close/>
                <a:moveTo>
                  <a:pt x="161925" y="295275"/>
                </a:moveTo>
                <a:lnTo>
                  <a:pt x="180975" y="295275"/>
                </a:lnTo>
                <a:lnTo>
                  <a:pt x="180975" y="304800"/>
                </a:lnTo>
                <a:lnTo>
                  <a:pt x="190500" y="304800"/>
                </a:lnTo>
                <a:lnTo>
                  <a:pt x="190500" y="314325"/>
                </a:lnTo>
                <a:lnTo>
                  <a:pt x="161925" y="314325"/>
                </a:lnTo>
                <a:close/>
                <a:moveTo>
                  <a:pt x="295275" y="295275"/>
                </a:moveTo>
                <a:lnTo>
                  <a:pt x="314325" y="295275"/>
                </a:lnTo>
                <a:lnTo>
                  <a:pt x="314325" y="304800"/>
                </a:lnTo>
                <a:lnTo>
                  <a:pt x="295275" y="304800"/>
                </a:lnTo>
                <a:close/>
                <a:moveTo>
                  <a:pt x="419100" y="295275"/>
                </a:moveTo>
                <a:lnTo>
                  <a:pt x="428625" y="295275"/>
                </a:lnTo>
                <a:lnTo>
                  <a:pt x="428625" y="323850"/>
                </a:lnTo>
                <a:lnTo>
                  <a:pt x="419100" y="323850"/>
                </a:lnTo>
                <a:close/>
                <a:moveTo>
                  <a:pt x="247650" y="304800"/>
                </a:moveTo>
                <a:lnTo>
                  <a:pt x="266700" y="304800"/>
                </a:lnTo>
                <a:lnTo>
                  <a:pt x="266700" y="314325"/>
                </a:lnTo>
                <a:lnTo>
                  <a:pt x="247650" y="314325"/>
                </a:lnTo>
                <a:close/>
                <a:moveTo>
                  <a:pt x="295275" y="314325"/>
                </a:moveTo>
                <a:lnTo>
                  <a:pt x="304800" y="314325"/>
                </a:lnTo>
                <a:lnTo>
                  <a:pt x="304800" y="323850"/>
                </a:lnTo>
                <a:lnTo>
                  <a:pt x="295275" y="323850"/>
                </a:lnTo>
                <a:close/>
                <a:moveTo>
                  <a:pt x="76200" y="333375"/>
                </a:moveTo>
                <a:lnTo>
                  <a:pt x="85725" y="333375"/>
                </a:lnTo>
                <a:lnTo>
                  <a:pt x="85725" y="342900"/>
                </a:lnTo>
                <a:lnTo>
                  <a:pt x="76200" y="342900"/>
                </a:lnTo>
                <a:close/>
                <a:moveTo>
                  <a:pt x="295275" y="333375"/>
                </a:moveTo>
                <a:lnTo>
                  <a:pt x="323850" y="333375"/>
                </a:lnTo>
                <a:lnTo>
                  <a:pt x="323850" y="352425"/>
                </a:lnTo>
                <a:lnTo>
                  <a:pt x="304800" y="352425"/>
                </a:lnTo>
                <a:lnTo>
                  <a:pt x="304800" y="361950"/>
                </a:lnTo>
                <a:lnTo>
                  <a:pt x="285750" y="361950"/>
                </a:lnTo>
                <a:lnTo>
                  <a:pt x="285750" y="342900"/>
                </a:lnTo>
                <a:lnTo>
                  <a:pt x="295275" y="342900"/>
                </a:lnTo>
                <a:close/>
                <a:moveTo>
                  <a:pt x="161925" y="342900"/>
                </a:moveTo>
                <a:lnTo>
                  <a:pt x="171450" y="342900"/>
                </a:lnTo>
                <a:lnTo>
                  <a:pt x="171450" y="361950"/>
                </a:lnTo>
                <a:lnTo>
                  <a:pt x="161925" y="361950"/>
                </a:lnTo>
                <a:close/>
                <a:moveTo>
                  <a:pt x="57150" y="390525"/>
                </a:moveTo>
                <a:lnTo>
                  <a:pt x="66675" y="390525"/>
                </a:lnTo>
                <a:lnTo>
                  <a:pt x="66675" y="400050"/>
                </a:lnTo>
                <a:lnTo>
                  <a:pt x="76200" y="400050"/>
                </a:lnTo>
                <a:lnTo>
                  <a:pt x="76200" y="390525"/>
                </a:lnTo>
                <a:lnTo>
                  <a:pt x="85725" y="390525"/>
                </a:lnTo>
                <a:lnTo>
                  <a:pt x="85725" y="400050"/>
                </a:lnTo>
                <a:lnTo>
                  <a:pt x="76200" y="400050"/>
                </a:lnTo>
                <a:lnTo>
                  <a:pt x="76200" y="428625"/>
                </a:lnTo>
                <a:lnTo>
                  <a:pt x="66675" y="428625"/>
                </a:lnTo>
                <a:lnTo>
                  <a:pt x="66675" y="419100"/>
                </a:lnTo>
                <a:lnTo>
                  <a:pt x="57150" y="419100"/>
                </a:lnTo>
                <a:close/>
                <a:moveTo>
                  <a:pt x="361950" y="390525"/>
                </a:moveTo>
                <a:lnTo>
                  <a:pt x="371475" y="390525"/>
                </a:lnTo>
                <a:lnTo>
                  <a:pt x="371475" y="409575"/>
                </a:lnTo>
                <a:lnTo>
                  <a:pt x="361950" y="409575"/>
                </a:lnTo>
                <a:close/>
                <a:moveTo>
                  <a:pt x="219075" y="409575"/>
                </a:moveTo>
                <a:lnTo>
                  <a:pt x="228600" y="409575"/>
                </a:lnTo>
                <a:lnTo>
                  <a:pt x="228600" y="419100"/>
                </a:lnTo>
                <a:lnTo>
                  <a:pt x="219075" y="419100"/>
                </a:lnTo>
                <a:close/>
                <a:moveTo>
                  <a:pt x="295275" y="409575"/>
                </a:moveTo>
                <a:lnTo>
                  <a:pt x="323850" y="409575"/>
                </a:lnTo>
                <a:lnTo>
                  <a:pt x="323850" y="419100"/>
                </a:lnTo>
                <a:lnTo>
                  <a:pt x="314325" y="419100"/>
                </a:lnTo>
                <a:lnTo>
                  <a:pt x="314325" y="428625"/>
                </a:lnTo>
                <a:lnTo>
                  <a:pt x="304800" y="428625"/>
                </a:lnTo>
                <a:lnTo>
                  <a:pt x="304800" y="419100"/>
                </a:lnTo>
                <a:lnTo>
                  <a:pt x="295275" y="419100"/>
                </a:lnTo>
                <a:close/>
                <a:moveTo>
                  <a:pt x="304800" y="438150"/>
                </a:moveTo>
                <a:lnTo>
                  <a:pt x="314325" y="438150"/>
                </a:lnTo>
                <a:lnTo>
                  <a:pt x="314325" y="447675"/>
                </a:lnTo>
                <a:lnTo>
                  <a:pt x="304800" y="447675"/>
                </a:lnTo>
                <a:close/>
                <a:moveTo>
                  <a:pt x="276225" y="447675"/>
                </a:moveTo>
                <a:lnTo>
                  <a:pt x="304800" y="447675"/>
                </a:lnTo>
                <a:lnTo>
                  <a:pt x="304800" y="457200"/>
                </a:lnTo>
                <a:lnTo>
                  <a:pt x="295275" y="457200"/>
                </a:lnTo>
                <a:lnTo>
                  <a:pt x="295275" y="466725"/>
                </a:lnTo>
                <a:lnTo>
                  <a:pt x="276225" y="466725"/>
                </a:lnTo>
                <a:close/>
                <a:moveTo>
                  <a:pt x="400050" y="447675"/>
                </a:moveTo>
                <a:lnTo>
                  <a:pt x="409575" y="447675"/>
                </a:lnTo>
                <a:lnTo>
                  <a:pt x="409575" y="457200"/>
                </a:lnTo>
                <a:lnTo>
                  <a:pt x="400050" y="457200"/>
                </a:lnTo>
                <a:close/>
                <a:moveTo>
                  <a:pt x="28575" y="457200"/>
                </a:moveTo>
                <a:lnTo>
                  <a:pt x="38100" y="457200"/>
                </a:lnTo>
                <a:lnTo>
                  <a:pt x="38100" y="466725"/>
                </a:lnTo>
                <a:lnTo>
                  <a:pt x="47625" y="466725"/>
                </a:lnTo>
                <a:lnTo>
                  <a:pt x="47625" y="476250"/>
                </a:lnTo>
                <a:lnTo>
                  <a:pt x="66675" y="476250"/>
                </a:lnTo>
                <a:lnTo>
                  <a:pt x="66675" y="485775"/>
                </a:lnTo>
                <a:lnTo>
                  <a:pt x="76200" y="485775"/>
                </a:lnTo>
                <a:lnTo>
                  <a:pt x="76200" y="495300"/>
                </a:lnTo>
                <a:lnTo>
                  <a:pt x="57150" y="495300"/>
                </a:lnTo>
                <a:lnTo>
                  <a:pt x="57150" y="485775"/>
                </a:lnTo>
                <a:lnTo>
                  <a:pt x="38100" y="485775"/>
                </a:lnTo>
                <a:lnTo>
                  <a:pt x="38100" y="476250"/>
                </a:lnTo>
                <a:lnTo>
                  <a:pt x="19050" y="476250"/>
                </a:lnTo>
                <a:lnTo>
                  <a:pt x="19050" y="466725"/>
                </a:lnTo>
                <a:lnTo>
                  <a:pt x="28575" y="466725"/>
                </a:lnTo>
                <a:close/>
                <a:moveTo>
                  <a:pt x="390525" y="457200"/>
                </a:moveTo>
                <a:lnTo>
                  <a:pt x="400050" y="457200"/>
                </a:lnTo>
                <a:lnTo>
                  <a:pt x="400050" y="476250"/>
                </a:lnTo>
                <a:lnTo>
                  <a:pt x="390525" y="476250"/>
                </a:lnTo>
                <a:close/>
                <a:moveTo>
                  <a:pt x="352425" y="485775"/>
                </a:moveTo>
                <a:lnTo>
                  <a:pt x="361950" y="485775"/>
                </a:lnTo>
                <a:lnTo>
                  <a:pt x="361950" y="495300"/>
                </a:lnTo>
                <a:lnTo>
                  <a:pt x="352425" y="495300"/>
                </a:lnTo>
                <a:close/>
                <a:moveTo>
                  <a:pt x="104775" y="495300"/>
                </a:moveTo>
                <a:lnTo>
                  <a:pt x="123825" y="495300"/>
                </a:lnTo>
                <a:lnTo>
                  <a:pt x="123825" y="504825"/>
                </a:lnTo>
                <a:lnTo>
                  <a:pt x="104775" y="504825"/>
                </a:lnTo>
                <a:close/>
              </a:path>
            </a:pathLst>
          </a:custGeom>
          <a:solidFill xmlns:a="http://schemas.openxmlformats.org/drawingml/2006/main">
            <a:srgbClr val="F1F1E3"/>
          </a:solidFill>
          <a:ln xmlns:a="http://schemas.openxmlformats.org/drawingml/2006/main" w="0">
            <a:noFill/>
          </a:ln>
        </p:spPr>
      </p:sp>
      <p:sp>
        <p:nvSpPr>
          <p:cNvPr id="83" name="db vector #f4f0e2">
            <a:extLst xmlns:a="http://schemas.openxmlformats.org/drawingml/2006/main">
              <a:ext uri="{FF2B5EF4-FFF2-40B4-BE49-F238E27FC236}">
                <a16:creationId xmlns:a16="http://schemas.microsoft.com/office/drawing/2014/main" id="{6261BEFC-6A98-4E74-9800-4B892327AC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91650" y="1647825"/>
            <a:ext cx="514350" cy="666750"/>
          </a:xfrm>
          <a:custGeom xmlns:a="http://schemas.openxmlformats.org/drawingml/2006/main">
            <a:pathLst>
              <a:path w="428625" h="561975">
                <a:moveTo>
                  <a:pt x="180975" y="314325"/>
                </a:moveTo>
                <a:lnTo>
                  <a:pt x="190500" y="314325"/>
                </a:lnTo>
                <a:lnTo>
                  <a:pt x="190500" y="323850"/>
                </a:lnTo>
                <a:lnTo>
                  <a:pt x="180975" y="323850"/>
                </a:lnTo>
                <a:close/>
                <a:moveTo>
                  <a:pt x="0" y="495300"/>
                </a:moveTo>
                <a:lnTo>
                  <a:pt x="38100" y="495300"/>
                </a:lnTo>
                <a:lnTo>
                  <a:pt x="38100" y="504825"/>
                </a:lnTo>
                <a:lnTo>
                  <a:pt x="0" y="504825"/>
                </a:lnTo>
                <a:close/>
                <a:moveTo>
                  <a:pt x="0" y="523875"/>
                </a:moveTo>
                <a:lnTo>
                  <a:pt x="19050" y="523875"/>
                </a:lnTo>
                <a:lnTo>
                  <a:pt x="19050" y="533400"/>
                </a:lnTo>
                <a:lnTo>
                  <a:pt x="28575" y="533400"/>
                </a:lnTo>
                <a:lnTo>
                  <a:pt x="28575" y="542925"/>
                </a:lnTo>
                <a:lnTo>
                  <a:pt x="0" y="542925"/>
                </a:lnTo>
                <a:close/>
              </a:path>
            </a:pathLst>
          </a:custGeom>
          <a:solidFill xmlns:a="http://schemas.openxmlformats.org/drawingml/2006/main">
            <a:srgbClr val="F4F0E2"/>
          </a:solidFill>
          <a:ln xmlns:a="http://schemas.openxmlformats.org/drawingml/2006/main" w="0">
            <a:noFill/>
          </a:ln>
        </p:spPr>
      </p:sp>
      <p:sp>
        <p:nvSpPr>
          <p:cNvPr id="84" name="db vector #f3f0e3">
            <a:extLst xmlns:a="http://schemas.openxmlformats.org/drawingml/2006/main">
              <a:ext uri="{FF2B5EF4-FFF2-40B4-BE49-F238E27FC236}">
                <a16:creationId xmlns:a16="http://schemas.microsoft.com/office/drawing/2014/main" id="{33F8AEC6-B87B-45E7-8A8C-960BAB38AB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91650" y="1647825"/>
            <a:ext cx="514350" cy="666750"/>
          </a:xfrm>
          <a:custGeom xmlns:a="http://schemas.openxmlformats.org/drawingml/2006/main">
            <a:pathLst>
              <a:path w="428625" h="561975">
                <a:moveTo>
                  <a:pt x="142875" y="9525"/>
                </a:moveTo>
                <a:lnTo>
                  <a:pt x="152400" y="9525"/>
                </a:lnTo>
                <a:lnTo>
                  <a:pt x="152400" y="19050"/>
                </a:lnTo>
                <a:lnTo>
                  <a:pt x="142875" y="19050"/>
                </a:lnTo>
                <a:close/>
                <a:moveTo>
                  <a:pt x="104775" y="19050"/>
                </a:moveTo>
                <a:lnTo>
                  <a:pt x="114300" y="19050"/>
                </a:lnTo>
                <a:lnTo>
                  <a:pt x="114300" y="28575"/>
                </a:lnTo>
                <a:lnTo>
                  <a:pt x="161925" y="28575"/>
                </a:lnTo>
                <a:lnTo>
                  <a:pt x="161925" y="38100"/>
                </a:lnTo>
                <a:lnTo>
                  <a:pt x="104775" y="38100"/>
                </a:lnTo>
                <a:close/>
                <a:moveTo>
                  <a:pt x="200025" y="19050"/>
                </a:moveTo>
                <a:lnTo>
                  <a:pt x="209550" y="19050"/>
                </a:lnTo>
                <a:lnTo>
                  <a:pt x="209550" y="28575"/>
                </a:lnTo>
                <a:lnTo>
                  <a:pt x="200025" y="28575"/>
                </a:lnTo>
                <a:close/>
                <a:moveTo>
                  <a:pt x="219075" y="19050"/>
                </a:moveTo>
                <a:lnTo>
                  <a:pt x="247650" y="19050"/>
                </a:lnTo>
                <a:lnTo>
                  <a:pt x="247650" y="28575"/>
                </a:lnTo>
                <a:lnTo>
                  <a:pt x="228600" y="28575"/>
                </a:lnTo>
                <a:lnTo>
                  <a:pt x="228600" y="38100"/>
                </a:lnTo>
                <a:lnTo>
                  <a:pt x="209550" y="38100"/>
                </a:lnTo>
                <a:lnTo>
                  <a:pt x="209550" y="28575"/>
                </a:lnTo>
                <a:lnTo>
                  <a:pt x="219075" y="28575"/>
                </a:lnTo>
                <a:close/>
                <a:moveTo>
                  <a:pt x="342900" y="38100"/>
                </a:moveTo>
                <a:lnTo>
                  <a:pt x="361950" y="38100"/>
                </a:lnTo>
                <a:lnTo>
                  <a:pt x="361950" y="47625"/>
                </a:lnTo>
                <a:lnTo>
                  <a:pt x="342900" y="47625"/>
                </a:lnTo>
                <a:close/>
                <a:moveTo>
                  <a:pt x="361950" y="57150"/>
                </a:moveTo>
                <a:lnTo>
                  <a:pt x="400050" y="57150"/>
                </a:lnTo>
                <a:lnTo>
                  <a:pt x="400050" y="66675"/>
                </a:lnTo>
                <a:lnTo>
                  <a:pt x="409575" y="66675"/>
                </a:lnTo>
                <a:lnTo>
                  <a:pt x="409575" y="85725"/>
                </a:lnTo>
                <a:lnTo>
                  <a:pt x="419100" y="85725"/>
                </a:lnTo>
                <a:lnTo>
                  <a:pt x="419100" y="104775"/>
                </a:lnTo>
                <a:lnTo>
                  <a:pt x="428625" y="104775"/>
                </a:lnTo>
                <a:lnTo>
                  <a:pt x="428625" y="114300"/>
                </a:lnTo>
                <a:lnTo>
                  <a:pt x="409575" y="114300"/>
                </a:lnTo>
                <a:lnTo>
                  <a:pt x="409575" y="104775"/>
                </a:lnTo>
                <a:lnTo>
                  <a:pt x="400050" y="104775"/>
                </a:lnTo>
                <a:lnTo>
                  <a:pt x="400050" y="76200"/>
                </a:lnTo>
                <a:lnTo>
                  <a:pt x="381000" y="76200"/>
                </a:lnTo>
                <a:lnTo>
                  <a:pt x="381000" y="66675"/>
                </a:lnTo>
                <a:lnTo>
                  <a:pt x="361950" y="66675"/>
                </a:lnTo>
                <a:close/>
                <a:moveTo>
                  <a:pt x="142875" y="85725"/>
                </a:moveTo>
                <a:lnTo>
                  <a:pt x="171450" y="85725"/>
                </a:lnTo>
                <a:lnTo>
                  <a:pt x="171450" y="95250"/>
                </a:lnTo>
                <a:lnTo>
                  <a:pt x="180975" y="95250"/>
                </a:lnTo>
                <a:lnTo>
                  <a:pt x="180975" y="104775"/>
                </a:lnTo>
                <a:lnTo>
                  <a:pt x="161925" y="104775"/>
                </a:lnTo>
                <a:lnTo>
                  <a:pt x="161925" y="114300"/>
                </a:lnTo>
                <a:lnTo>
                  <a:pt x="152400" y="114300"/>
                </a:lnTo>
                <a:lnTo>
                  <a:pt x="152400" y="104775"/>
                </a:lnTo>
                <a:lnTo>
                  <a:pt x="133350" y="104775"/>
                </a:lnTo>
                <a:lnTo>
                  <a:pt x="133350" y="95250"/>
                </a:lnTo>
                <a:lnTo>
                  <a:pt x="142875" y="95250"/>
                </a:lnTo>
                <a:close/>
                <a:moveTo>
                  <a:pt x="266700" y="85725"/>
                </a:moveTo>
                <a:lnTo>
                  <a:pt x="304800" y="85725"/>
                </a:lnTo>
                <a:lnTo>
                  <a:pt x="304800" y="104775"/>
                </a:lnTo>
                <a:lnTo>
                  <a:pt x="266700" y="104775"/>
                </a:lnTo>
                <a:close/>
                <a:moveTo>
                  <a:pt x="190500" y="95250"/>
                </a:moveTo>
                <a:lnTo>
                  <a:pt x="209550" y="95250"/>
                </a:lnTo>
                <a:lnTo>
                  <a:pt x="209550" y="104775"/>
                </a:lnTo>
                <a:lnTo>
                  <a:pt x="190500" y="104775"/>
                </a:lnTo>
                <a:close/>
                <a:moveTo>
                  <a:pt x="104775" y="104775"/>
                </a:moveTo>
                <a:lnTo>
                  <a:pt x="133350" y="104775"/>
                </a:lnTo>
                <a:lnTo>
                  <a:pt x="133350" y="114300"/>
                </a:lnTo>
                <a:lnTo>
                  <a:pt x="104775" y="114300"/>
                </a:lnTo>
                <a:close/>
                <a:moveTo>
                  <a:pt x="247650" y="133350"/>
                </a:moveTo>
                <a:lnTo>
                  <a:pt x="257175" y="133350"/>
                </a:lnTo>
                <a:lnTo>
                  <a:pt x="257175" y="142875"/>
                </a:lnTo>
                <a:lnTo>
                  <a:pt x="247650" y="142875"/>
                </a:lnTo>
                <a:close/>
                <a:moveTo>
                  <a:pt x="0" y="180975"/>
                </a:moveTo>
                <a:lnTo>
                  <a:pt x="9525" y="180975"/>
                </a:lnTo>
                <a:lnTo>
                  <a:pt x="9525" y="209550"/>
                </a:lnTo>
                <a:lnTo>
                  <a:pt x="0" y="209550"/>
                </a:lnTo>
                <a:close/>
                <a:moveTo>
                  <a:pt x="85725" y="295275"/>
                </a:moveTo>
                <a:lnTo>
                  <a:pt x="104775" y="295275"/>
                </a:lnTo>
                <a:lnTo>
                  <a:pt x="104775" y="304800"/>
                </a:lnTo>
                <a:lnTo>
                  <a:pt x="85725" y="304800"/>
                </a:lnTo>
                <a:close/>
                <a:moveTo>
                  <a:pt x="66675" y="304800"/>
                </a:moveTo>
                <a:lnTo>
                  <a:pt x="85725" y="304800"/>
                </a:lnTo>
                <a:lnTo>
                  <a:pt x="85725" y="314325"/>
                </a:lnTo>
                <a:lnTo>
                  <a:pt x="66675" y="314325"/>
                </a:lnTo>
                <a:close/>
                <a:moveTo>
                  <a:pt x="190500" y="314325"/>
                </a:moveTo>
                <a:lnTo>
                  <a:pt x="200025" y="314325"/>
                </a:lnTo>
                <a:lnTo>
                  <a:pt x="200025" y="323850"/>
                </a:lnTo>
                <a:lnTo>
                  <a:pt x="190500" y="323850"/>
                </a:lnTo>
                <a:close/>
                <a:moveTo>
                  <a:pt x="200025" y="342900"/>
                </a:moveTo>
                <a:lnTo>
                  <a:pt x="219075" y="342900"/>
                </a:lnTo>
                <a:lnTo>
                  <a:pt x="219075" y="352425"/>
                </a:lnTo>
                <a:lnTo>
                  <a:pt x="200025" y="352425"/>
                </a:lnTo>
                <a:close/>
                <a:moveTo>
                  <a:pt x="419100" y="371475"/>
                </a:moveTo>
                <a:lnTo>
                  <a:pt x="428625" y="371475"/>
                </a:lnTo>
                <a:lnTo>
                  <a:pt x="428625" y="400050"/>
                </a:lnTo>
                <a:lnTo>
                  <a:pt x="419100" y="400050"/>
                </a:lnTo>
                <a:close/>
                <a:moveTo>
                  <a:pt x="409575" y="457200"/>
                </a:moveTo>
                <a:lnTo>
                  <a:pt x="419100" y="457200"/>
                </a:lnTo>
                <a:lnTo>
                  <a:pt x="419100" y="466725"/>
                </a:lnTo>
                <a:lnTo>
                  <a:pt x="409575" y="466725"/>
                </a:lnTo>
                <a:close/>
                <a:moveTo>
                  <a:pt x="419100" y="466725"/>
                </a:moveTo>
                <a:lnTo>
                  <a:pt x="428625" y="466725"/>
                </a:lnTo>
                <a:lnTo>
                  <a:pt x="428625" y="476250"/>
                </a:lnTo>
                <a:lnTo>
                  <a:pt x="419100" y="476250"/>
                </a:lnTo>
                <a:close/>
                <a:moveTo>
                  <a:pt x="0" y="476250"/>
                </a:moveTo>
                <a:lnTo>
                  <a:pt x="38100" y="476250"/>
                </a:lnTo>
                <a:lnTo>
                  <a:pt x="38100" y="485775"/>
                </a:lnTo>
                <a:lnTo>
                  <a:pt x="57150" y="485775"/>
                </a:lnTo>
                <a:lnTo>
                  <a:pt x="57150" y="514350"/>
                </a:lnTo>
                <a:lnTo>
                  <a:pt x="28575" y="514350"/>
                </a:lnTo>
                <a:lnTo>
                  <a:pt x="28575" y="523875"/>
                </a:lnTo>
                <a:lnTo>
                  <a:pt x="9525" y="523875"/>
                </a:lnTo>
                <a:lnTo>
                  <a:pt x="9525" y="514350"/>
                </a:lnTo>
                <a:lnTo>
                  <a:pt x="19050" y="514350"/>
                </a:lnTo>
                <a:lnTo>
                  <a:pt x="19050" y="504825"/>
                </a:lnTo>
                <a:lnTo>
                  <a:pt x="38100" y="504825"/>
                </a:lnTo>
                <a:lnTo>
                  <a:pt x="38100" y="495300"/>
                </a:lnTo>
                <a:lnTo>
                  <a:pt x="0" y="495300"/>
                </a:lnTo>
                <a:close/>
                <a:moveTo>
                  <a:pt x="76200" y="495300"/>
                </a:moveTo>
                <a:lnTo>
                  <a:pt x="85725" y="495300"/>
                </a:lnTo>
                <a:lnTo>
                  <a:pt x="85725" y="514350"/>
                </a:lnTo>
                <a:lnTo>
                  <a:pt x="76200" y="514350"/>
                </a:lnTo>
                <a:close/>
                <a:moveTo>
                  <a:pt x="419100" y="495300"/>
                </a:moveTo>
                <a:lnTo>
                  <a:pt x="428625" y="495300"/>
                </a:lnTo>
                <a:lnTo>
                  <a:pt x="428625" y="523875"/>
                </a:lnTo>
                <a:lnTo>
                  <a:pt x="409575" y="523875"/>
                </a:lnTo>
                <a:lnTo>
                  <a:pt x="409575" y="504825"/>
                </a:lnTo>
                <a:lnTo>
                  <a:pt x="419100" y="504825"/>
                </a:lnTo>
                <a:close/>
                <a:moveTo>
                  <a:pt x="114300" y="514350"/>
                </a:moveTo>
                <a:lnTo>
                  <a:pt x="200025" y="514350"/>
                </a:lnTo>
                <a:lnTo>
                  <a:pt x="200025" y="523875"/>
                </a:lnTo>
                <a:lnTo>
                  <a:pt x="114300" y="523875"/>
                </a:lnTo>
                <a:close/>
                <a:moveTo>
                  <a:pt x="285750" y="514350"/>
                </a:moveTo>
                <a:lnTo>
                  <a:pt x="314325" y="514350"/>
                </a:lnTo>
                <a:lnTo>
                  <a:pt x="314325" y="523875"/>
                </a:lnTo>
                <a:lnTo>
                  <a:pt x="285750" y="523875"/>
                </a:lnTo>
                <a:close/>
                <a:moveTo>
                  <a:pt x="9525" y="542925"/>
                </a:moveTo>
                <a:lnTo>
                  <a:pt x="38100" y="542925"/>
                </a:lnTo>
                <a:lnTo>
                  <a:pt x="38100" y="552450"/>
                </a:lnTo>
                <a:lnTo>
                  <a:pt x="28575" y="552450"/>
                </a:lnTo>
                <a:lnTo>
                  <a:pt x="28575" y="561975"/>
                </a:lnTo>
                <a:lnTo>
                  <a:pt x="19050" y="561975"/>
                </a:lnTo>
                <a:lnTo>
                  <a:pt x="19050" y="552450"/>
                </a:lnTo>
                <a:lnTo>
                  <a:pt x="9525" y="552450"/>
                </a:lnTo>
                <a:close/>
              </a:path>
            </a:pathLst>
          </a:custGeom>
          <a:solidFill xmlns:a="http://schemas.openxmlformats.org/drawingml/2006/main">
            <a:srgbClr val="F3F0E3"/>
          </a:solidFill>
          <a:ln xmlns:a="http://schemas.openxmlformats.org/drawingml/2006/main" w="0">
            <a:noFill/>
          </a:ln>
        </p:spPr>
      </p:sp>
      <p:sp>
        <p:nvSpPr>
          <p:cNvPr id="85" name="db vector #f3f0e1">
            <a:extLst xmlns:a="http://schemas.openxmlformats.org/drawingml/2006/main">
              <a:ext uri="{FF2B5EF4-FFF2-40B4-BE49-F238E27FC236}">
                <a16:creationId xmlns:a16="http://schemas.microsoft.com/office/drawing/2014/main" id="{54F92BF3-FDA9-437D-9F25-18F8CCB067C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91650" y="1647825"/>
            <a:ext cx="514350" cy="666750"/>
          </a:xfrm>
          <a:custGeom xmlns:a="http://schemas.openxmlformats.org/drawingml/2006/main">
            <a:pathLst>
              <a:path w="428625" h="561975">
                <a:moveTo>
                  <a:pt x="104775" y="0"/>
                </a:moveTo>
                <a:lnTo>
                  <a:pt x="133350" y="0"/>
                </a:lnTo>
                <a:lnTo>
                  <a:pt x="133350" y="9525"/>
                </a:lnTo>
                <a:lnTo>
                  <a:pt x="142875" y="9525"/>
                </a:lnTo>
                <a:lnTo>
                  <a:pt x="142875" y="28575"/>
                </a:lnTo>
                <a:lnTo>
                  <a:pt x="114300" y="28575"/>
                </a:lnTo>
                <a:lnTo>
                  <a:pt x="114300" y="9525"/>
                </a:lnTo>
                <a:lnTo>
                  <a:pt x="104775" y="9525"/>
                </a:lnTo>
                <a:close/>
                <a:moveTo>
                  <a:pt x="180975" y="0"/>
                </a:moveTo>
                <a:lnTo>
                  <a:pt x="304800" y="0"/>
                </a:lnTo>
                <a:lnTo>
                  <a:pt x="304800" y="9525"/>
                </a:lnTo>
                <a:lnTo>
                  <a:pt x="323850" y="9525"/>
                </a:lnTo>
                <a:lnTo>
                  <a:pt x="323850" y="0"/>
                </a:lnTo>
                <a:lnTo>
                  <a:pt x="428625" y="0"/>
                </a:lnTo>
                <a:lnTo>
                  <a:pt x="428625" y="104775"/>
                </a:lnTo>
                <a:lnTo>
                  <a:pt x="419100" y="104775"/>
                </a:lnTo>
                <a:lnTo>
                  <a:pt x="419100" y="85725"/>
                </a:lnTo>
                <a:lnTo>
                  <a:pt x="409575" y="85725"/>
                </a:lnTo>
                <a:lnTo>
                  <a:pt x="409575" y="66675"/>
                </a:lnTo>
                <a:lnTo>
                  <a:pt x="400050" y="66675"/>
                </a:lnTo>
                <a:lnTo>
                  <a:pt x="400050" y="57150"/>
                </a:lnTo>
                <a:lnTo>
                  <a:pt x="371475" y="57150"/>
                </a:lnTo>
                <a:lnTo>
                  <a:pt x="371475" y="38100"/>
                </a:lnTo>
                <a:lnTo>
                  <a:pt x="276225" y="38100"/>
                </a:lnTo>
                <a:lnTo>
                  <a:pt x="276225" y="19050"/>
                </a:lnTo>
                <a:lnTo>
                  <a:pt x="200025" y="19050"/>
                </a:lnTo>
                <a:lnTo>
                  <a:pt x="200025" y="9525"/>
                </a:lnTo>
                <a:lnTo>
                  <a:pt x="180975" y="9525"/>
                </a:lnTo>
                <a:close/>
                <a:moveTo>
                  <a:pt x="0" y="9525"/>
                </a:moveTo>
                <a:lnTo>
                  <a:pt x="19050" y="9525"/>
                </a:lnTo>
                <a:lnTo>
                  <a:pt x="19050" y="19050"/>
                </a:lnTo>
                <a:lnTo>
                  <a:pt x="28575" y="19050"/>
                </a:lnTo>
                <a:lnTo>
                  <a:pt x="28575" y="28575"/>
                </a:lnTo>
                <a:lnTo>
                  <a:pt x="9525" y="28575"/>
                </a:lnTo>
                <a:lnTo>
                  <a:pt x="9525" y="38100"/>
                </a:lnTo>
                <a:lnTo>
                  <a:pt x="0" y="38100"/>
                </a:lnTo>
                <a:close/>
                <a:moveTo>
                  <a:pt x="38100" y="9525"/>
                </a:moveTo>
                <a:lnTo>
                  <a:pt x="76200" y="9525"/>
                </a:lnTo>
                <a:lnTo>
                  <a:pt x="76200" y="38100"/>
                </a:lnTo>
                <a:lnTo>
                  <a:pt x="66675" y="38100"/>
                </a:lnTo>
                <a:lnTo>
                  <a:pt x="66675" y="47625"/>
                </a:lnTo>
                <a:lnTo>
                  <a:pt x="57150" y="47625"/>
                </a:lnTo>
                <a:lnTo>
                  <a:pt x="57150" y="38100"/>
                </a:lnTo>
                <a:lnTo>
                  <a:pt x="28575" y="38100"/>
                </a:lnTo>
                <a:lnTo>
                  <a:pt x="28575" y="28575"/>
                </a:lnTo>
                <a:lnTo>
                  <a:pt x="47625" y="28575"/>
                </a:lnTo>
                <a:lnTo>
                  <a:pt x="47625" y="19050"/>
                </a:lnTo>
                <a:lnTo>
                  <a:pt x="38100" y="19050"/>
                </a:lnTo>
                <a:close/>
                <a:moveTo>
                  <a:pt x="0" y="57150"/>
                </a:moveTo>
                <a:lnTo>
                  <a:pt x="28575" y="57150"/>
                </a:lnTo>
                <a:lnTo>
                  <a:pt x="28575" y="66675"/>
                </a:lnTo>
                <a:lnTo>
                  <a:pt x="19050" y="66675"/>
                </a:lnTo>
                <a:lnTo>
                  <a:pt x="19050" y="76200"/>
                </a:lnTo>
                <a:lnTo>
                  <a:pt x="9525" y="76200"/>
                </a:lnTo>
                <a:lnTo>
                  <a:pt x="9525" y="95250"/>
                </a:lnTo>
                <a:lnTo>
                  <a:pt x="19050" y="95250"/>
                </a:lnTo>
                <a:lnTo>
                  <a:pt x="19050" y="114300"/>
                </a:lnTo>
                <a:lnTo>
                  <a:pt x="9525" y="114300"/>
                </a:lnTo>
                <a:lnTo>
                  <a:pt x="9525" y="104775"/>
                </a:lnTo>
                <a:lnTo>
                  <a:pt x="0" y="104775"/>
                </a:lnTo>
                <a:close/>
                <a:moveTo>
                  <a:pt x="0" y="228600"/>
                </a:moveTo>
                <a:lnTo>
                  <a:pt x="9525" y="228600"/>
                </a:lnTo>
                <a:lnTo>
                  <a:pt x="9525" y="257175"/>
                </a:lnTo>
                <a:lnTo>
                  <a:pt x="0" y="257175"/>
                </a:lnTo>
                <a:close/>
                <a:moveTo>
                  <a:pt x="0" y="285750"/>
                </a:moveTo>
                <a:lnTo>
                  <a:pt x="9525" y="285750"/>
                </a:lnTo>
                <a:lnTo>
                  <a:pt x="9525" y="304800"/>
                </a:lnTo>
                <a:lnTo>
                  <a:pt x="0" y="304800"/>
                </a:lnTo>
                <a:close/>
                <a:moveTo>
                  <a:pt x="161925" y="314325"/>
                </a:moveTo>
                <a:lnTo>
                  <a:pt x="171450" y="314325"/>
                </a:lnTo>
                <a:lnTo>
                  <a:pt x="171450" y="323850"/>
                </a:lnTo>
                <a:lnTo>
                  <a:pt x="161925" y="323850"/>
                </a:lnTo>
                <a:close/>
                <a:moveTo>
                  <a:pt x="180975" y="323850"/>
                </a:moveTo>
                <a:lnTo>
                  <a:pt x="190500" y="323850"/>
                </a:lnTo>
                <a:lnTo>
                  <a:pt x="190500" y="333375"/>
                </a:lnTo>
                <a:lnTo>
                  <a:pt x="180975" y="333375"/>
                </a:lnTo>
                <a:close/>
                <a:moveTo>
                  <a:pt x="0" y="333375"/>
                </a:moveTo>
                <a:lnTo>
                  <a:pt x="9525" y="333375"/>
                </a:lnTo>
                <a:lnTo>
                  <a:pt x="9525" y="342900"/>
                </a:lnTo>
                <a:lnTo>
                  <a:pt x="0" y="342900"/>
                </a:lnTo>
                <a:close/>
                <a:moveTo>
                  <a:pt x="419100" y="447675"/>
                </a:moveTo>
                <a:lnTo>
                  <a:pt x="428625" y="447675"/>
                </a:lnTo>
                <a:lnTo>
                  <a:pt x="428625" y="466725"/>
                </a:lnTo>
                <a:lnTo>
                  <a:pt x="419100" y="466725"/>
                </a:lnTo>
                <a:close/>
                <a:moveTo>
                  <a:pt x="0" y="542925"/>
                </a:moveTo>
                <a:lnTo>
                  <a:pt x="9525" y="542925"/>
                </a:lnTo>
                <a:lnTo>
                  <a:pt x="9525" y="552450"/>
                </a:lnTo>
                <a:lnTo>
                  <a:pt x="19050" y="552450"/>
                </a:lnTo>
                <a:lnTo>
                  <a:pt x="19050" y="561975"/>
                </a:lnTo>
                <a:lnTo>
                  <a:pt x="0" y="561975"/>
                </a:lnTo>
                <a:close/>
              </a:path>
            </a:pathLst>
          </a:custGeom>
          <a:solidFill xmlns:a="http://schemas.openxmlformats.org/drawingml/2006/main">
            <a:srgbClr val="F3F0E1"/>
          </a:solidFill>
          <a:ln xmlns:a="http://schemas.openxmlformats.org/drawingml/2006/main" w="0">
            <a:noFill/>
          </a:ln>
        </p:spPr>
      </p:sp>
      <p:sp>
        <p:nvSpPr>
          <p:cNvPr id="86" name="db vector #f3f0e0">
            <a:extLst xmlns:a="http://schemas.openxmlformats.org/drawingml/2006/main">
              <a:ext uri="{FF2B5EF4-FFF2-40B4-BE49-F238E27FC236}">
                <a16:creationId xmlns:a16="http://schemas.microsoft.com/office/drawing/2014/main" id="{2666F744-2432-4086-9CB3-C4FC524091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91650" y="1647825"/>
            <a:ext cx="514350" cy="666750"/>
          </a:xfrm>
          <a:custGeom xmlns:a="http://schemas.openxmlformats.org/drawingml/2006/main">
            <a:pathLst>
              <a:path w="428625" h="561975">
                <a:moveTo>
                  <a:pt x="0" y="0"/>
                </a:moveTo>
                <a:lnTo>
                  <a:pt x="19050" y="0"/>
                </a:lnTo>
                <a:lnTo>
                  <a:pt x="19050" y="9525"/>
                </a:lnTo>
                <a:lnTo>
                  <a:pt x="0" y="9525"/>
                </a:lnTo>
                <a:close/>
                <a:moveTo>
                  <a:pt x="152400" y="314325"/>
                </a:moveTo>
                <a:lnTo>
                  <a:pt x="161925" y="314325"/>
                </a:lnTo>
                <a:lnTo>
                  <a:pt x="161925" y="323850"/>
                </a:lnTo>
                <a:lnTo>
                  <a:pt x="152400" y="323850"/>
                </a:lnTo>
                <a:close/>
                <a:moveTo>
                  <a:pt x="142875" y="333375"/>
                </a:moveTo>
                <a:lnTo>
                  <a:pt x="152400" y="333375"/>
                </a:lnTo>
                <a:lnTo>
                  <a:pt x="152400" y="342900"/>
                </a:lnTo>
                <a:lnTo>
                  <a:pt x="142875" y="342900"/>
                </a:lnTo>
                <a:close/>
                <a:moveTo>
                  <a:pt x="0" y="342900"/>
                </a:moveTo>
                <a:lnTo>
                  <a:pt x="9525" y="342900"/>
                </a:lnTo>
                <a:lnTo>
                  <a:pt x="9525" y="352425"/>
                </a:lnTo>
                <a:lnTo>
                  <a:pt x="0" y="352425"/>
                </a:lnTo>
                <a:close/>
                <a:moveTo>
                  <a:pt x="9525" y="409575"/>
                </a:moveTo>
                <a:lnTo>
                  <a:pt x="19050" y="409575"/>
                </a:lnTo>
                <a:lnTo>
                  <a:pt x="19050" y="428625"/>
                </a:lnTo>
                <a:lnTo>
                  <a:pt x="0" y="428625"/>
                </a:lnTo>
                <a:lnTo>
                  <a:pt x="0" y="419100"/>
                </a:lnTo>
                <a:lnTo>
                  <a:pt x="9525" y="419100"/>
                </a:lnTo>
                <a:close/>
              </a:path>
            </a:pathLst>
          </a:custGeom>
          <a:solidFill xmlns:a="http://schemas.openxmlformats.org/drawingml/2006/main">
            <a:srgbClr val="F3F0E0"/>
          </a:solidFill>
          <a:ln xmlns:a="http://schemas.openxmlformats.org/drawingml/2006/main" w="0">
            <a:noFill/>
          </a:ln>
        </p:spPr>
      </p:sp>
      <p:sp>
        <p:nvSpPr>
          <p:cNvPr id="87" name="db vector #f2f0e2">
            <a:extLst xmlns:a="http://schemas.openxmlformats.org/drawingml/2006/main">
              <a:ext uri="{FF2B5EF4-FFF2-40B4-BE49-F238E27FC236}">
                <a16:creationId xmlns:a16="http://schemas.microsoft.com/office/drawing/2014/main" id="{F9994501-C31F-4188-B490-3F89AA060D8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91650" y="1647825"/>
            <a:ext cx="514350" cy="666750"/>
          </a:xfrm>
          <a:custGeom xmlns:a="http://schemas.openxmlformats.org/drawingml/2006/main">
            <a:pathLst>
              <a:path w="428625" h="561975">
                <a:moveTo>
                  <a:pt x="19050" y="0"/>
                </a:moveTo>
                <a:lnTo>
                  <a:pt x="104775" y="0"/>
                </a:lnTo>
                <a:lnTo>
                  <a:pt x="104775" y="9525"/>
                </a:lnTo>
                <a:lnTo>
                  <a:pt x="114300" y="9525"/>
                </a:lnTo>
                <a:lnTo>
                  <a:pt x="114300" y="19050"/>
                </a:lnTo>
                <a:lnTo>
                  <a:pt x="104775" y="19050"/>
                </a:lnTo>
                <a:lnTo>
                  <a:pt x="104775" y="28575"/>
                </a:lnTo>
                <a:lnTo>
                  <a:pt x="95250" y="28575"/>
                </a:lnTo>
                <a:lnTo>
                  <a:pt x="95250" y="57150"/>
                </a:lnTo>
                <a:lnTo>
                  <a:pt x="47625" y="57150"/>
                </a:lnTo>
                <a:lnTo>
                  <a:pt x="47625" y="66675"/>
                </a:lnTo>
                <a:lnTo>
                  <a:pt x="28575" y="66675"/>
                </a:lnTo>
                <a:lnTo>
                  <a:pt x="28575" y="57150"/>
                </a:lnTo>
                <a:lnTo>
                  <a:pt x="0" y="57150"/>
                </a:lnTo>
                <a:lnTo>
                  <a:pt x="0" y="38100"/>
                </a:lnTo>
                <a:lnTo>
                  <a:pt x="9525" y="38100"/>
                </a:lnTo>
                <a:lnTo>
                  <a:pt x="9525" y="28575"/>
                </a:lnTo>
                <a:lnTo>
                  <a:pt x="28575" y="28575"/>
                </a:lnTo>
                <a:lnTo>
                  <a:pt x="28575" y="19050"/>
                </a:lnTo>
                <a:lnTo>
                  <a:pt x="19050" y="19050"/>
                </a:lnTo>
                <a:close/>
                <a:moveTo>
                  <a:pt x="133350" y="0"/>
                </a:moveTo>
                <a:lnTo>
                  <a:pt x="180975" y="0"/>
                </a:lnTo>
                <a:lnTo>
                  <a:pt x="180975" y="9525"/>
                </a:lnTo>
                <a:lnTo>
                  <a:pt x="200025" y="9525"/>
                </a:lnTo>
                <a:lnTo>
                  <a:pt x="200025" y="28575"/>
                </a:lnTo>
                <a:lnTo>
                  <a:pt x="171450" y="28575"/>
                </a:lnTo>
                <a:lnTo>
                  <a:pt x="171450" y="38100"/>
                </a:lnTo>
                <a:lnTo>
                  <a:pt x="161925" y="38100"/>
                </a:lnTo>
                <a:lnTo>
                  <a:pt x="161925" y="28575"/>
                </a:lnTo>
                <a:lnTo>
                  <a:pt x="142875" y="28575"/>
                </a:lnTo>
                <a:lnTo>
                  <a:pt x="142875" y="19050"/>
                </a:lnTo>
                <a:lnTo>
                  <a:pt x="152400" y="19050"/>
                </a:lnTo>
                <a:lnTo>
                  <a:pt x="152400" y="9525"/>
                </a:lnTo>
                <a:lnTo>
                  <a:pt x="133350" y="9525"/>
                </a:lnTo>
                <a:close/>
                <a:moveTo>
                  <a:pt x="304800" y="0"/>
                </a:moveTo>
                <a:lnTo>
                  <a:pt x="323850" y="0"/>
                </a:lnTo>
                <a:lnTo>
                  <a:pt x="323850" y="9525"/>
                </a:lnTo>
                <a:lnTo>
                  <a:pt x="304800" y="9525"/>
                </a:lnTo>
                <a:close/>
                <a:moveTo>
                  <a:pt x="38100" y="19050"/>
                </a:moveTo>
                <a:lnTo>
                  <a:pt x="47625" y="19050"/>
                </a:lnTo>
                <a:lnTo>
                  <a:pt x="47625" y="28575"/>
                </a:lnTo>
                <a:lnTo>
                  <a:pt x="28575" y="28575"/>
                </a:lnTo>
                <a:lnTo>
                  <a:pt x="28575" y="38100"/>
                </a:lnTo>
                <a:lnTo>
                  <a:pt x="57150" y="38100"/>
                </a:lnTo>
                <a:lnTo>
                  <a:pt x="57150" y="47625"/>
                </a:lnTo>
                <a:lnTo>
                  <a:pt x="66675" y="47625"/>
                </a:lnTo>
                <a:lnTo>
                  <a:pt x="66675" y="38100"/>
                </a:lnTo>
                <a:lnTo>
                  <a:pt x="76200" y="38100"/>
                </a:lnTo>
                <a:lnTo>
                  <a:pt x="76200" y="9525"/>
                </a:lnTo>
                <a:lnTo>
                  <a:pt x="38100" y="9525"/>
                </a:lnTo>
                <a:close/>
                <a:moveTo>
                  <a:pt x="209550" y="19050"/>
                </a:moveTo>
                <a:lnTo>
                  <a:pt x="219075" y="19050"/>
                </a:lnTo>
                <a:lnTo>
                  <a:pt x="219075" y="28575"/>
                </a:lnTo>
                <a:lnTo>
                  <a:pt x="209550" y="28575"/>
                </a:lnTo>
                <a:close/>
                <a:moveTo>
                  <a:pt x="247650" y="19050"/>
                </a:moveTo>
                <a:lnTo>
                  <a:pt x="266700" y="19050"/>
                </a:lnTo>
                <a:lnTo>
                  <a:pt x="266700" y="28575"/>
                </a:lnTo>
                <a:lnTo>
                  <a:pt x="247650" y="28575"/>
                </a:lnTo>
                <a:close/>
                <a:moveTo>
                  <a:pt x="123825" y="38100"/>
                </a:moveTo>
                <a:lnTo>
                  <a:pt x="142875" y="38100"/>
                </a:lnTo>
                <a:lnTo>
                  <a:pt x="142875" y="47625"/>
                </a:lnTo>
                <a:lnTo>
                  <a:pt x="123825" y="47625"/>
                </a:lnTo>
                <a:close/>
                <a:moveTo>
                  <a:pt x="295275" y="38100"/>
                </a:moveTo>
                <a:lnTo>
                  <a:pt x="342900" y="38100"/>
                </a:lnTo>
                <a:lnTo>
                  <a:pt x="342900" y="47625"/>
                </a:lnTo>
                <a:lnTo>
                  <a:pt x="352425" y="47625"/>
                </a:lnTo>
                <a:lnTo>
                  <a:pt x="352425" y="57150"/>
                </a:lnTo>
                <a:lnTo>
                  <a:pt x="333375" y="57150"/>
                </a:lnTo>
                <a:lnTo>
                  <a:pt x="333375" y="47625"/>
                </a:lnTo>
                <a:lnTo>
                  <a:pt x="295275" y="47625"/>
                </a:lnTo>
                <a:close/>
                <a:moveTo>
                  <a:pt x="19050" y="66675"/>
                </a:moveTo>
                <a:lnTo>
                  <a:pt x="28575" y="66675"/>
                </a:lnTo>
                <a:lnTo>
                  <a:pt x="28575" y="76200"/>
                </a:lnTo>
                <a:lnTo>
                  <a:pt x="19050" y="76200"/>
                </a:lnTo>
                <a:close/>
                <a:moveTo>
                  <a:pt x="9525" y="76200"/>
                </a:moveTo>
                <a:lnTo>
                  <a:pt x="19050" y="76200"/>
                </a:lnTo>
                <a:lnTo>
                  <a:pt x="19050" y="95250"/>
                </a:lnTo>
                <a:lnTo>
                  <a:pt x="9525" y="95250"/>
                </a:lnTo>
                <a:close/>
                <a:moveTo>
                  <a:pt x="104775" y="95250"/>
                </a:moveTo>
                <a:lnTo>
                  <a:pt x="123825" y="95250"/>
                </a:lnTo>
                <a:lnTo>
                  <a:pt x="123825" y="104775"/>
                </a:lnTo>
                <a:lnTo>
                  <a:pt x="104775" y="104775"/>
                </a:lnTo>
                <a:close/>
                <a:moveTo>
                  <a:pt x="304800" y="95250"/>
                </a:moveTo>
                <a:lnTo>
                  <a:pt x="314325" y="95250"/>
                </a:lnTo>
                <a:lnTo>
                  <a:pt x="314325" y="104775"/>
                </a:lnTo>
                <a:lnTo>
                  <a:pt x="304800" y="104775"/>
                </a:lnTo>
                <a:close/>
                <a:moveTo>
                  <a:pt x="0" y="104775"/>
                </a:moveTo>
                <a:lnTo>
                  <a:pt x="9525" y="104775"/>
                </a:lnTo>
                <a:lnTo>
                  <a:pt x="9525" y="114300"/>
                </a:lnTo>
                <a:lnTo>
                  <a:pt x="19050" y="114300"/>
                </a:lnTo>
                <a:lnTo>
                  <a:pt x="19050" y="133350"/>
                </a:lnTo>
                <a:lnTo>
                  <a:pt x="9525" y="133350"/>
                </a:lnTo>
                <a:lnTo>
                  <a:pt x="9525" y="161925"/>
                </a:lnTo>
                <a:lnTo>
                  <a:pt x="0" y="161925"/>
                </a:lnTo>
                <a:close/>
                <a:moveTo>
                  <a:pt x="419100" y="114300"/>
                </a:moveTo>
                <a:lnTo>
                  <a:pt x="428625" y="114300"/>
                </a:lnTo>
                <a:lnTo>
                  <a:pt x="428625" y="123825"/>
                </a:lnTo>
                <a:lnTo>
                  <a:pt x="419100" y="123825"/>
                </a:lnTo>
                <a:close/>
                <a:moveTo>
                  <a:pt x="238125" y="142875"/>
                </a:moveTo>
                <a:lnTo>
                  <a:pt x="247650" y="142875"/>
                </a:lnTo>
                <a:lnTo>
                  <a:pt x="247650" y="152400"/>
                </a:lnTo>
                <a:lnTo>
                  <a:pt x="238125" y="152400"/>
                </a:lnTo>
                <a:close/>
                <a:moveTo>
                  <a:pt x="85725" y="190500"/>
                </a:moveTo>
                <a:lnTo>
                  <a:pt x="104775" y="190500"/>
                </a:lnTo>
                <a:lnTo>
                  <a:pt x="104775" y="200025"/>
                </a:lnTo>
                <a:lnTo>
                  <a:pt x="85725" y="200025"/>
                </a:lnTo>
                <a:close/>
                <a:moveTo>
                  <a:pt x="419100" y="190500"/>
                </a:moveTo>
                <a:lnTo>
                  <a:pt x="428625" y="190500"/>
                </a:lnTo>
                <a:lnTo>
                  <a:pt x="428625" y="219075"/>
                </a:lnTo>
                <a:lnTo>
                  <a:pt x="419100" y="219075"/>
                </a:lnTo>
                <a:close/>
                <a:moveTo>
                  <a:pt x="76200" y="200025"/>
                </a:moveTo>
                <a:lnTo>
                  <a:pt x="85725" y="200025"/>
                </a:lnTo>
                <a:lnTo>
                  <a:pt x="85725" y="228600"/>
                </a:lnTo>
                <a:lnTo>
                  <a:pt x="76200" y="228600"/>
                </a:lnTo>
                <a:close/>
                <a:moveTo>
                  <a:pt x="419100" y="238125"/>
                </a:moveTo>
                <a:lnTo>
                  <a:pt x="428625" y="238125"/>
                </a:lnTo>
                <a:lnTo>
                  <a:pt x="428625" y="295275"/>
                </a:lnTo>
                <a:lnTo>
                  <a:pt x="419100" y="295275"/>
                </a:lnTo>
                <a:close/>
                <a:moveTo>
                  <a:pt x="142875" y="295275"/>
                </a:moveTo>
                <a:lnTo>
                  <a:pt x="161925" y="295275"/>
                </a:lnTo>
                <a:lnTo>
                  <a:pt x="161925" y="314325"/>
                </a:lnTo>
                <a:lnTo>
                  <a:pt x="152400" y="314325"/>
                </a:lnTo>
                <a:lnTo>
                  <a:pt x="152400" y="323850"/>
                </a:lnTo>
                <a:lnTo>
                  <a:pt x="142875" y="323850"/>
                </a:lnTo>
                <a:lnTo>
                  <a:pt x="142875" y="342900"/>
                </a:lnTo>
                <a:lnTo>
                  <a:pt x="95250" y="342900"/>
                </a:lnTo>
                <a:lnTo>
                  <a:pt x="95250" y="333375"/>
                </a:lnTo>
                <a:lnTo>
                  <a:pt x="104775" y="333375"/>
                </a:lnTo>
                <a:lnTo>
                  <a:pt x="104775" y="323850"/>
                </a:lnTo>
                <a:lnTo>
                  <a:pt x="123825" y="323850"/>
                </a:lnTo>
                <a:lnTo>
                  <a:pt x="123825" y="314325"/>
                </a:lnTo>
                <a:lnTo>
                  <a:pt x="114300" y="314325"/>
                </a:lnTo>
                <a:lnTo>
                  <a:pt x="114300" y="304800"/>
                </a:lnTo>
                <a:lnTo>
                  <a:pt x="142875" y="304800"/>
                </a:lnTo>
                <a:close/>
                <a:moveTo>
                  <a:pt x="0" y="304800"/>
                </a:moveTo>
                <a:lnTo>
                  <a:pt x="9525" y="304800"/>
                </a:lnTo>
                <a:lnTo>
                  <a:pt x="9525" y="333375"/>
                </a:lnTo>
                <a:lnTo>
                  <a:pt x="0" y="333375"/>
                </a:lnTo>
                <a:close/>
                <a:moveTo>
                  <a:pt x="171450" y="314325"/>
                </a:moveTo>
                <a:lnTo>
                  <a:pt x="180975" y="314325"/>
                </a:lnTo>
                <a:lnTo>
                  <a:pt x="180975" y="333375"/>
                </a:lnTo>
                <a:lnTo>
                  <a:pt x="190500" y="333375"/>
                </a:lnTo>
                <a:lnTo>
                  <a:pt x="190500" y="342900"/>
                </a:lnTo>
                <a:lnTo>
                  <a:pt x="200025" y="342900"/>
                </a:lnTo>
                <a:lnTo>
                  <a:pt x="200025" y="361950"/>
                </a:lnTo>
                <a:lnTo>
                  <a:pt x="190500" y="361950"/>
                </a:lnTo>
                <a:lnTo>
                  <a:pt x="190500" y="352425"/>
                </a:lnTo>
                <a:lnTo>
                  <a:pt x="171450" y="352425"/>
                </a:lnTo>
                <a:lnTo>
                  <a:pt x="171450" y="342900"/>
                </a:lnTo>
                <a:lnTo>
                  <a:pt x="152400" y="342900"/>
                </a:lnTo>
                <a:lnTo>
                  <a:pt x="152400" y="333375"/>
                </a:lnTo>
                <a:lnTo>
                  <a:pt x="161925" y="333375"/>
                </a:lnTo>
                <a:lnTo>
                  <a:pt x="161925" y="323850"/>
                </a:lnTo>
                <a:lnTo>
                  <a:pt x="171450" y="323850"/>
                </a:lnTo>
                <a:close/>
                <a:moveTo>
                  <a:pt x="76200" y="323850"/>
                </a:moveTo>
                <a:lnTo>
                  <a:pt x="85725" y="323850"/>
                </a:lnTo>
                <a:lnTo>
                  <a:pt x="85725" y="333375"/>
                </a:lnTo>
                <a:lnTo>
                  <a:pt x="76200" y="333375"/>
                </a:lnTo>
                <a:close/>
                <a:moveTo>
                  <a:pt x="219075" y="342900"/>
                </a:moveTo>
                <a:lnTo>
                  <a:pt x="247650" y="342900"/>
                </a:lnTo>
                <a:lnTo>
                  <a:pt x="247650" y="352425"/>
                </a:lnTo>
                <a:lnTo>
                  <a:pt x="219075" y="352425"/>
                </a:lnTo>
                <a:close/>
                <a:moveTo>
                  <a:pt x="419100" y="342900"/>
                </a:moveTo>
                <a:lnTo>
                  <a:pt x="428625" y="342900"/>
                </a:lnTo>
                <a:lnTo>
                  <a:pt x="428625" y="371475"/>
                </a:lnTo>
                <a:lnTo>
                  <a:pt x="419100" y="371475"/>
                </a:lnTo>
                <a:lnTo>
                  <a:pt x="419100" y="381000"/>
                </a:lnTo>
                <a:lnTo>
                  <a:pt x="409575" y="381000"/>
                </a:lnTo>
                <a:lnTo>
                  <a:pt x="409575" y="352425"/>
                </a:lnTo>
                <a:lnTo>
                  <a:pt x="419100" y="352425"/>
                </a:lnTo>
                <a:close/>
                <a:moveTo>
                  <a:pt x="0" y="352425"/>
                </a:moveTo>
                <a:lnTo>
                  <a:pt x="9525" y="352425"/>
                </a:lnTo>
                <a:lnTo>
                  <a:pt x="9525" y="361950"/>
                </a:lnTo>
                <a:lnTo>
                  <a:pt x="19050" y="361950"/>
                </a:lnTo>
                <a:lnTo>
                  <a:pt x="19050" y="400050"/>
                </a:lnTo>
                <a:lnTo>
                  <a:pt x="9525" y="400050"/>
                </a:lnTo>
                <a:lnTo>
                  <a:pt x="9525" y="419100"/>
                </a:lnTo>
                <a:lnTo>
                  <a:pt x="0" y="419100"/>
                </a:lnTo>
                <a:close/>
                <a:moveTo>
                  <a:pt x="409575" y="390525"/>
                </a:moveTo>
                <a:lnTo>
                  <a:pt x="419100" y="390525"/>
                </a:lnTo>
                <a:lnTo>
                  <a:pt x="419100" y="400050"/>
                </a:lnTo>
                <a:lnTo>
                  <a:pt x="409575" y="400050"/>
                </a:lnTo>
                <a:close/>
                <a:moveTo>
                  <a:pt x="95250" y="400050"/>
                </a:moveTo>
                <a:lnTo>
                  <a:pt x="114300" y="400050"/>
                </a:lnTo>
                <a:lnTo>
                  <a:pt x="114300" y="409575"/>
                </a:lnTo>
                <a:lnTo>
                  <a:pt x="123825" y="409575"/>
                </a:lnTo>
                <a:lnTo>
                  <a:pt x="123825" y="438150"/>
                </a:lnTo>
                <a:lnTo>
                  <a:pt x="104775" y="438150"/>
                </a:lnTo>
                <a:lnTo>
                  <a:pt x="104775" y="428625"/>
                </a:lnTo>
                <a:lnTo>
                  <a:pt x="95250" y="428625"/>
                </a:lnTo>
                <a:close/>
                <a:moveTo>
                  <a:pt x="419100" y="400050"/>
                </a:moveTo>
                <a:lnTo>
                  <a:pt x="428625" y="400050"/>
                </a:lnTo>
                <a:lnTo>
                  <a:pt x="428625" y="409575"/>
                </a:lnTo>
                <a:lnTo>
                  <a:pt x="419100" y="409575"/>
                </a:lnTo>
                <a:close/>
                <a:moveTo>
                  <a:pt x="152400" y="409575"/>
                </a:moveTo>
                <a:lnTo>
                  <a:pt x="190500" y="409575"/>
                </a:lnTo>
                <a:lnTo>
                  <a:pt x="190500" y="428625"/>
                </a:lnTo>
                <a:lnTo>
                  <a:pt x="180975" y="428625"/>
                </a:lnTo>
                <a:lnTo>
                  <a:pt x="180975" y="438150"/>
                </a:lnTo>
                <a:lnTo>
                  <a:pt x="171450" y="438150"/>
                </a:lnTo>
                <a:lnTo>
                  <a:pt x="171450" y="428625"/>
                </a:lnTo>
                <a:lnTo>
                  <a:pt x="161925" y="428625"/>
                </a:lnTo>
                <a:lnTo>
                  <a:pt x="161925" y="419100"/>
                </a:lnTo>
                <a:lnTo>
                  <a:pt x="152400" y="419100"/>
                </a:lnTo>
                <a:close/>
                <a:moveTo>
                  <a:pt x="419100" y="419100"/>
                </a:moveTo>
                <a:lnTo>
                  <a:pt x="428625" y="419100"/>
                </a:lnTo>
                <a:lnTo>
                  <a:pt x="428625" y="447675"/>
                </a:lnTo>
                <a:lnTo>
                  <a:pt x="419100" y="447675"/>
                </a:lnTo>
                <a:lnTo>
                  <a:pt x="419100" y="457200"/>
                </a:lnTo>
                <a:lnTo>
                  <a:pt x="409575" y="457200"/>
                </a:lnTo>
                <a:lnTo>
                  <a:pt x="409575" y="428625"/>
                </a:lnTo>
                <a:lnTo>
                  <a:pt x="419100" y="428625"/>
                </a:lnTo>
                <a:close/>
                <a:moveTo>
                  <a:pt x="0" y="428625"/>
                </a:moveTo>
                <a:lnTo>
                  <a:pt x="19050" y="428625"/>
                </a:lnTo>
                <a:lnTo>
                  <a:pt x="19050" y="438150"/>
                </a:lnTo>
                <a:lnTo>
                  <a:pt x="28575" y="438150"/>
                </a:lnTo>
                <a:lnTo>
                  <a:pt x="28575" y="466725"/>
                </a:lnTo>
                <a:lnTo>
                  <a:pt x="19050" y="466725"/>
                </a:lnTo>
                <a:lnTo>
                  <a:pt x="19050" y="476250"/>
                </a:lnTo>
                <a:lnTo>
                  <a:pt x="0" y="476250"/>
                </a:lnTo>
                <a:close/>
                <a:moveTo>
                  <a:pt x="400050" y="457200"/>
                </a:moveTo>
                <a:lnTo>
                  <a:pt x="409575" y="457200"/>
                </a:lnTo>
                <a:lnTo>
                  <a:pt x="409575" y="466725"/>
                </a:lnTo>
                <a:lnTo>
                  <a:pt x="419100" y="466725"/>
                </a:lnTo>
                <a:lnTo>
                  <a:pt x="419100" y="495300"/>
                </a:lnTo>
                <a:lnTo>
                  <a:pt x="409575" y="495300"/>
                </a:lnTo>
                <a:lnTo>
                  <a:pt x="409575" y="485775"/>
                </a:lnTo>
                <a:lnTo>
                  <a:pt x="400050" y="485775"/>
                </a:lnTo>
                <a:close/>
                <a:moveTo>
                  <a:pt x="361950" y="485775"/>
                </a:moveTo>
                <a:lnTo>
                  <a:pt x="381000" y="485775"/>
                </a:lnTo>
                <a:lnTo>
                  <a:pt x="381000" y="514350"/>
                </a:lnTo>
                <a:lnTo>
                  <a:pt x="352425" y="514350"/>
                </a:lnTo>
                <a:lnTo>
                  <a:pt x="352425" y="504825"/>
                </a:lnTo>
                <a:lnTo>
                  <a:pt x="342900" y="504825"/>
                </a:lnTo>
                <a:lnTo>
                  <a:pt x="342900" y="514350"/>
                </a:lnTo>
                <a:lnTo>
                  <a:pt x="333375" y="514350"/>
                </a:lnTo>
                <a:lnTo>
                  <a:pt x="333375" y="523875"/>
                </a:lnTo>
                <a:lnTo>
                  <a:pt x="314325" y="523875"/>
                </a:lnTo>
                <a:lnTo>
                  <a:pt x="314325" y="514350"/>
                </a:lnTo>
                <a:lnTo>
                  <a:pt x="304800" y="514350"/>
                </a:lnTo>
                <a:lnTo>
                  <a:pt x="304800" y="504825"/>
                </a:lnTo>
                <a:lnTo>
                  <a:pt x="333375" y="504825"/>
                </a:lnTo>
                <a:lnTo>
                  <a:pt x="333375" y="495300"/>
                </a:lnTo>
                <a:lnTo>
                  <a:pt x="361950" y="495300"/>
                </a:lnTo>
                <a:close/>
                <a:moveTo>
                  <a:pt x="57150" y="495300"/>
                </a:moveTo>
                <a:lnTo>
                  <a:pt x="76200" y="495300"/>
                </a:lnTo>
                <a:lnTo>
                  <a:pt x="76200" y="514350"/>
                </a:lnTo>
                <a:lnTo>
                  <a:pt x="57150" y="514350"/>
                </a:lnTo>
                <a:close/>
                <a:moveTo>
                  <a:pt x="85725" y="495300"/>
                </a:moveTo>
                <a:lnTo>
                  <a:pt x="95250" y="495300"/>
                </a:lnTo>
                <a:lnTo>
                  <a:pt x="95250" y="504825"/>
                </a:lnTo>
                <a:lnTo>
                  <a:pt x="180975" y="504825"/>
                </a:lnTo>
                <a:lnTo>
                  <a:pt x="180975" y="514350"/>
                </a:lnTo>
                <a:lnTo>
                  <a:pt x="85725" y="514350"/>
                </a:lnTo>
                <a:close/>
                <a:moveTo>
                  <a:pt x="0" y="504825"/>
                </a:moveTo>
                <a:lnTo>
                  <a:pt x="19050" y="504825"/>
                </a:lnTo>
                <a:lnTo>
                  <a:pt x="19050" y="514350"/>
                </a:lnTo>
                <a:lnTo>
                  <a:pt x="9525" y="514350"/>
                </a:lnTo>
                <a:lnTo>
                  <a:pt x="9525" y="523875"/>
                </a:lnTo>
                <a:lnTo>
                  <a:pt x="0" y="523875"/>
                </a:lnTo>
                <a:close/>
              </a:path>
            </a:pathLst>
          </a:custGeom>
          <a:solidFill xmlns:a="http://schemas.openxmlformats.org/drawingml/2006/main">
            <a:srgbClr val="F2F0E2"/>
          </a:solidFill>
          <a:ln xmlns:a="http://schemas.openxmlformats.org/drawingml/2006/main" w="0">
            <a:noFill/>
          </a:ln>
        </p:spPr>
      </p:sp>
      <p:sp>
        <p:nvSpPr>
          <p:cNvPr id="88" name="db vector #f1f0e2">
            <a:extLst xmlns:a="http://schemas.openxmlformats.org/drawingml/2006/main">
              <a:ext uri="{FF2B5EF4-FFF2-40B4-BE49-F238E27FC236}">
                <a16:creationId xmlns:a16="http://schemas.microsoft.com/office/drawing/2014/main" id="{CC570F0E-7040-4727-9638-A0321AD0A86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91650" y="1647825"/>
            <a:ext cx="514350" cy="666750"/>
          </a:xfrm>
          <a:custGeom xmlns:a="http://schemas.openxmlformats.org/drawingml/2006/main">
            <a:pathLst>
              <a:path w="428625" h="561975">
                <a:moveTo>
                  <a:pt x="266700" y="19050"/>
                </a:moveTo>
                <a:lnTo>
                  <a:pt x="276225" y="19050"/>
                </a:lnTo>
                <a:lnTo>
                  <a:pt x="276225" y="28575"/>
                </a:lnTo>
                <a:lnTo>
                  <a:pt x="266700" y="28575"/>
                </a:lnTo>
                <a:close/>
                <a:moveTo>
                  <a:pt x="228600" y="28575"/>
                </a:moveTo>
                <a:lnTo>
                  <a:pt x="238125" y="28575"/>
                </a:lnTo>
                <a:lnTo>
                  <a:pt x="238125" y="38100"/>
                </a:lnTo>
                <a:lnTo>
                  <a:pt x="228600" y="38100"/>
                </a:lnTo>
                <a:close/>
                <a:moveTo>
                  <a:pt x="142875" y="38100"/>
                </a:moveTo>
                <a:lnTo>
                  <a:pt x="152400" y="38100"/>
                </a:lnTo>
                <a:lnTo>
                  <a:pt x="152400" y="47625"/>
                </a:lnTo>
                <a:lnTo>
                  <a:pt x="142875" y="47625"/>
                </a:lnTo>
                <a:close/>
                <a:moveTo>
                  <a:pt x="276225" y="38100"/>
                </a:moveTo>
                <a:lnTo>
                  <a:pt x="295275" y="38100"/>
                </a:lnTo>
                <a:lnTo>
                  <a:pt x="295275" y="47625"/>
                </a:lnTo>
                <a:lnTo>
                  <a:pt x="276225" y="47625"/>
                </a:lnTo>
                <a:close/>
                <a:moveTo>
                  <a:pt x="323850" y="47625"/>
                </a:moveTo>
                <a:lnTo>
                  <a:pt x="333375" y="47625"/>
                </a:lnTo>
                <a:lnTo>
                  <a:pt x="333375" y="57150"/>
                </a:lnTo>
                <a:lnTo>
                  <a:pt x="323850" y="57150"/>
                </a:lnTo>
                <a:close/>
                <a:moveTo>
                  <a:pt x="57150" y="57150"/>
                </a:moveTo>
                <a:lnTo>
                  <a:pt x="76200" y="57150"/>
                </a:lnTo>
                <a:lnTo>
                  <a:pt x="76200" y="66675"/>
                </a:lnTo>
                <a:lnTo>
                  <a:pt x="57150" y="66675"/>
                </a:lnTo>
                <a:close/>
                <a:moveTo>
                  <a:pt x="28575" y="66675"/>
                </a:moveTo>
                <a:lnTo>
                  <a:pt x="38100" y="66675"/>
                </a:lnTo>
                <a:lnTo>
                  <a:pt x="38100" y="76200"/>
                </a:lnTo>
                <a:lnTo>
                  <a:pt x="28575" y="76200"/>
                </a:lnTo>
                <a:close/>
                <a:moveTo>
                  <a:pt x="19050" y="85725"/>
                </a:moveTo>
                <a:lnTo>
                  <a:pt x="28575" y="85725"/>
                </a:lnTo>
                <a:lnTo>
                  <a:pt x="28575" y="114300"/>
                </a:lnTo>
                <a:lnTo>
                  <a:pt x="19050" y="114300"/>
                </a:lnTo>
                <a:close/>
                <a:moveTo>
                  <a:pt x="409575" y="114300"/>
                </a:moveTo>
                <a:lnTo>
                  <a:pt x="419100" y="114300"/>
                </a:lnTo>
                <a:lnTo>
                  <a:pt x="419100" y="123825"/>
                </a:lnTo>
                <a:lnTo>
                  <a:pt x="428625" y="123825"/>
                </a:lnTo>
                <a:lnTo>
                  <a:pt x="428625" y="190500"/>
                </a:lnTo>
                <a:lnTo>
                  <a:pt x="419100" y="190500"/>
                </a:lnTo>
                <a:lnTo>
                  <a:pt x="419100" y="219075"/>
                </a:lnTo>
                <a:lnTo>
                  <a:pt x="428625" y="219075"/>
                </a:lnTo>
                <a:lnTo>
                  <a:pt x="428625" y="238125"/>
                </a:lnTo>
                <a:lnTo>
                  <a:pt x="419100" y="238125"/>
                </a:lnTo>
                <a:lnTo>
                  <a:pt x="419100" y="323850"/>
                </a:lnTo>
                <a:lnTo>
                  <a:pt x="409575" y="323850"/>
                </a:lnTo>
                <a:lnTo>
                  <a:pt x="409575" y="180975"/>
                </a:lnTo>
                <a:lnTo>
                  <a:pt x="419100" y="180975"/>
                </a:lnTo>
                <a:lnTo>
                  <a:pt x="419100" y="171450"/>
                </a:lnTo>
                <a:lnTo>
                  <a:pt x="409575" y="171450"/>
                </a:lnTo>
                <a:close/>
                <a:moveTo>
                  <a:pt x="85725" y="123825"/>
                </a:moveTo>
                <a:lnTo>
                  <a:pt x="95250" y="123825"/>
                </a:lnTo>
                <a:lnTo>
                  <a:pt x="95250" y="133350"/>
                </a:lnTo>
                <a:lnTo>
                  <a:pt x="85725" y="133350"/>
                </a:lnTo>
                <a:close/>
                <a:moveTo>
                  <a:pt x="9525" y="133350"/>
                </a:moveTo>
                <a:lnTo>
                  <a:pt x="19050" y="133350"/>
                </a:lnTo>
                <a:lnTo>
                  <a:pt x="19050" y="152400"/>
                </a:lnTo>
                <a:lnTo>
                  <a:pt x="9525" y="152400"/>
                </a:lnTo>
                <a:close/>
                <a:moveTo>
                  <a:pt x="200025" y="142875"/>
                </a:moveTo>
                <a:lnTo>
                  <a:pt x="238125" y="142875"/>
                </a:lnTo>
                <a:lnTo>
                  <a:pt x="238125" y="152400"/>
                </a:lnTo>
                <a:lnTo>
                  <a:pt x="200025" y="152400"/>
                </a:lnTo>
                <a:close/>
                <a:moveTo>
                  <a:pt x="257175" y="142875"/>
                </a:moveTo>
                <a:lnTo>
                  <a:pt x="276225" y="142875"/>
                </a:lnTo>
                <a:lnTo>
                  <a:pt x="276225" y="152400"/>
                </a:lnTo>
                <a:lnTo>
                  <a:pt x="257175" y="152400"/>
                </a:lnTo>
                <a:close/>
                <a:moveTo>
                  <a:pt x="85725" y="180975"/>
                </a:moveTo>
                <a:lnTo>
                  <a:pt x="95250" y="180975"/>
                </a:lnTo>
                <a:lnTo>
                  <a:pt x="95250" y="190500"/>
                </a:lnTo>
                <a:lnTo>
                  <a:pt x="85725" y="190500"/>
                </a:lnTo>
                <a:close/>
                <a:moveTo>
                  <a:pt x="152400" y="200025"/>
                </a:moveTo>
                <a:lnTo>
                  <a:pt x="161925" y="200025"/>
                </a:lnTo>
                <a:lnTo>
                  <a:pt x="161925" y="209550"/>
                </a:lnTo>
                <a:lnTo>
                  <a:pt x="152400" y="209550"/>
                </a:lnTo>
                <a:close/>
                <a:moveTo>
                  <a:pt x="76200" y="228600"/>
                </a:moveTo>
                <a:lnTo>
                  <a:pt x="95250" y="228600"/>
                </a:lnTo>
                <a:lnTo>
                  <a:pt x="95250" y="238125"/>
                </a:lnTo>
                <a:lnTo>
                  <a:pt x="76200" y="238125"/>
                </a:lnTo>
                <a:close/>
                <a:moveTo>
                  <a:pt x="123825" y="238125"/>
                </a:moveTo>
                <a:lnTo>
                  <a:pt x="133350" y="238125"/>
                </a:lnTo>
                <a:lnTo>
                  <a:pt x="133350" y="247650"/>
                </a:lnTo>
                <a:lnTo>
                  <a:pt x="123825" y="247650"/>
                </a:lnTo>
                <a:close/>
                <a:moveTo>
                  <a:pt x="104775" y="295275"/>
                </a:moveTo>
                <a:lnTo>
                  <a:pt x="123825" y="295275"/>
                </a:lnTo>
                <a:lnTo>
                  <a:pt x="123825" y="304800"/>
                </a:lnTo>
                <a:lnTo>
                  <a:pt x="104775" y="304800"/>
                </a:lnTo>
                <a:close/>
                <a:moveTo>
                  <a:pt x="285750" y="304800"/>
                </a:moveTo>
                <a:lnTo>
                  <a:pt x="295275" y="304800"/>
                </a:lnTo>
                <a:lnTo>
                  <a:pt x="295275" y="314325"/>
                </a:lnTo>
                <a:lnTo>
                  <a:pt x="285750" y="314325"/>
                </a:lnTo>
                <a:close/>
                <a:moveTo>
                  <a:pt x="304800" y="314325"/>
                </a:moveTo>
                <a:lnTo>
                  <a:pt x="314325" y="314325"/>
                </a:lnTo>
                <a:lnTo>
                  <a:pt x="314325" y="333375"/>
                </a:lnTo>
                <a:lnTo>
                  <a:pt x="295275" y="333375"/>
                </a:lnTo>
                <a:lnTo>
                  <a:pt x="295275" y="323850"/>
                </a:lnTo>
                <a:lnTo>
                  <a:pt x="304800" y="323850"/>
                </a:lnTo>
                <a:close/>
                <a:moveTo>
                  <a:pt x="419100" y="323850"/>
                </a:moveTo>
                <a:lnTo>
                  <a:pt x="428625" y="323850"/>
                </a:lnTo>
                <a:lnTo>
                  <a:pt x="428625" y="342900"/>
                </a:lnTo>
                <a:lnTo>
                  <a:pt x="419100" y="342900"/>
                </a:lnTo>
                <a:lnTo>
                  <a:pt x="419100" y="352425"/>
                </a:lnTo>
                <a:lnTo>
                  <a:pt x="409575" y="352425"/>
                </a:lnTo>
                <a:lnTo>
                  <a:pt x="409575" y="333375"/>
                </a:lnTo>
                <a:lnTo>
                  <a:pt x="419100" y="333375"/>
                </a:lnTo>
                <a:close/>
                <a:moveTo>
                  <a:pt x="9525" y="333375"/>
                </a:moveTo>
                <a:lnTo>
                  <a:pt x="19050" y="333375"/>
                </a:lnTo>
                <a:lnTo>
                  <a:pt x="19050" y="361950"/>
                </a:lnTo>
                <a:lnTo>
                  <a:pt x="9525" y="361950"/>
                </a:lnTo>
                <a:close/>
                <a:moveTo>
                  <a:pt x="85725" y="333375"/>
                </a:moveTo>
                <a:lnTo>
                  <a:pt x="95250" y="333375"/>
                </a:lnTo>
                <a:lnTo>
                  <a:pt x="95250" y="342900"/>
                </a:lnTo>
                <a:lnTo>
                  <a:pt x="85725" y="342900"/>
                </a:lnTo>
                <a:close/>
                <a:moveTo>
                  <a:pt x="285750" y="333375"/>
                </a:moveTo>
                <a:lnTo>
                  <a:pt x="295275" y="333375"/>
                </a:lnTo>
                <a:lnTo>
                  <a:pt x="295275" y="342900"/>
                </a:lnTo>
                <a:lnTo>
                  <a:pt x="285750" y="342900"/>
                </a:lnTo>
                <a:close/>
                <a:moveTo>
                  <a:pt x="133350" y="342900"/>
                </a:moveTo>
                <a:lnTo>
                  <a:pt x="161925" y="342900"/>
                </a:lnTo>
                <a:lnTo>
                  <a:pt x="161925" y="352425"/>
                </a:lnTo>
                <a:lnTo>
                  <a:pt x="133350" y="352425"/>
                </a:lnTo>
                <a:close/>
                <a:moveTo>
                  <a:pt x="247650" y="342900"/>
                </a:moveTo>
                <a:lnTo>
                  <a:pt x="285750" y="342900"/>
                </a:lnTo>
                <a:lnTo>
                  <a:pt x="285750" y="361950"/>
                </a:lnTo>
                <a:lnTo>
                  <a:pt x="276225" y="361950"/>
                </a:lnTo>
                <a:lnTo>
                  <a:pt x="276225" y="352425"/>
                </a:lnTo>
                <a:lnTo>
                  <a:pt x="266700" y="352425"/>
                </a:lnTo>
                <a:lnTo>
                  <a:pt x="266700" y="361950"/>
                </a:lnTo>
                <a:lnTo>
                  <a:pt x="257175" y="361950"/>
                </a:lnTo>
                <a:lnTo>
                  <a:pt x="257175" y="352425"/>
                </a:lnTo>
                <a:lnTo>
                  <a:pt x="247650" y="352425"/>
                </a:lnTo>
                <a:close/>
                <a:moveTo>
                  <a:pt x="180975" y="352425"/>
                </a:moveTo>
                <a:lnTo>
                  <a:pt x="190500" y="352425"/>
                </a:lnTo>
                <a:lnTo>
                  <a:pt x="190500" y="361950"/>
                </a:lnTo>
                <a:lnTo>
                  <a:pt x="180975" y="361950"/>
                </a:lnTo>
                <a:close/>
                <a:moveTo>
                  <a:pt x="85725" y="390525"/>
                </a:moveTo>
                <a:lnTo>
                  <a:pt x="95250" y="390525"/>
                </a:lnTo>
                <a:lnTo>
                  <a:pt x="95250" y="428625"/>
                </a:lnTo>
                <a:lnTo>
                  <a:pt x="104775" y="428625"/>
                </a:lnTo>
                <a:lnTo>
                  <a:pt x="104775" y="438150"/>
                </a:lnTo>
                <a:lnTo>
                  <a:pt x="85725" y="438150"/>
                </a:lnTo>
                <a:lnTo>
                  <a:pt x="85725" y="419100"/>
                </a:lnTo>
                <a:lnTo>
                  <a:pt x="76200" y="419100"/>
                </a:lnTo>
                <a:lnTo>
                  <a:pt x="76200" y="400050"/>
                </a:lnTo>
                <a:lnTo>
                  <a:pt x="85725" y="400050"/>
                </a:lnTo>
                <a:close/>
                <a:moveTo>
                  <a:pt x="104775" y="390525"/>
                </a:moveTo>
                <a:lnTo>
                  <a:pt x="114300" y="390525"/>
                </a:lnTo>
                <a:lnTo>
                  <a:pt x="114300" y="400050"/>
                </a:lnTo>
                <a:lnTo>
                  <a:pt x="104775" y="400050"/>
                </a:lnTo>
                <a:close/>
                <a:moveTo>
                  <a:pt x="9525" y="400050"/>
                </a:moveTo>
                <a:lnTo>
                  <a:pt x="19050" y="400050"/>
                </a:lnTo>
                <a:lnTo>
                  <a:pt x="19050" y="409575"/>
                </a:lnTo>
                <a:lnTo>
                  <a:pt x="9525" y="409575"/>
                </a:lnTo>
                <a:close/>
                <a:moveTo>
                  <a:pt x="114300" y="400050"/>
                </a:moveTo>
                <a:lnTo>
                  <a:pt x="123825" y="400050"/>
                </a:lnTo>
                <a:lnTo>
                  <a:pt x="123825" y="409575"/>
                </a:lnTo>
                <a:lnTo>
                  <a:pt x="114300" y="409575"/>
                </a:lnTo>
                <a:close/>
                <a:moveTo>
                  <a:pt x="409575" y="400050"/>
                </a:moveTo>
                <a:lnTo>
                  <a:pt x="419100" y="400050"/>
                </a:lnTo>
                <a:lnTo>
                  <a:pt x="419100" y="409575"/>
                </a:lnTo>
                <a:lnTo>
                  <a:pt x="428625" y="409575"/>
                </a:lnTo>
                <a:lnTo>
                  <a:pt x="428625" y="419100"/>
                </a:lnTo>
                <a:lnTo>
                  <a:pt x="419100" y="419100"/>
                </a:lnTo>
                <a:lnTo>
                  <a:pt x="419100" y="428625"/>
                </a:lnTo>
                <a:lnTo>
                  <a:pt x="409575" y="428625"/>
                </a:lnTo>
                <a:close/>
                <a:moveTo>
                  <a:pt x="190500" y="409575"/>
                </a:moveTo>
                <a:lnTo>
                  <a:pt x="209550" y="409575"/>
                </a:lnTo>
                <a:lnTo>
                  <a:pt x="209550" y="419100"/>
                </a:lnTo>
                <a:lnTo>
                  <a:pt x="190500" y="419100"/>
                </a:lnTo>
                <a:close/>
                <a:moveTo>
                  <a:pt x="104775" y="438150"/>
                </a:moveTo>
                <a:lnTo>
                  <a:pt x="142875" y="438150"/>
                </a:lnTo>
                <a:lnTo>
                  <a:pt x="142875" y="447675"/>
                </a:lnTo>
                <a:lnTo>
                  <a:pt x="104775" y="447675"/>
                </a:lnTo>
                <a:close/>
                <a:moveTo>
                  <a:pt x="142875" y="447675"/>
                </a:moveTo>
                <a:lnTo>
                  <a:pt x="152400" y="447675"/>
                </a:lnTo>
                <a:lnTo>
                  <a:pt x="152400" y="457200"/>
                </a:lnTo>
                <a:lnTo>
                  <a:pt x="142875" y="457200"/>
                </a:lnTo>
                <a:close/>
                <a:moveTo>
                  <a:pt x="419100" y="476250"/>
                </a:moveTo>
                <a:lnTo>
                  <a:pt x="428625" y="476250"/>
                </a:lnTo>
                <a:lnTo>
                  <a:pt x="428625" y="495300"/>
                </a:lnTo>
                <a:lnTo>
                  <a:pt x="419100" y="495300"/>
                </a:lnTo>
                <a:close/>
                <a:moveTo>
                  <a:pt x="76200" y="485775"/>
                </a:moveTo>
                <a:lnTo>
                  <a:pt x="85725" y="485775"/>
                </a:lnTo>
                <a:lnTo>
                  <a:pt x="85725" y="495300"/>
                </a:lnTo>
                <a:lnTo>
                  <a:pt x="76200" y="495300"/>
                </a:lnTo>
                <a:close/>
                <a:moveTo>
                  <a:pt x="342900" y="485775"/>
                </a:moveTo>
                <a:lnTo>
                  <a:pt x="352425" y="485775"/>
                </a:lnTo>
                <a:lnTo>
                  <a:pt x="352425" y="495300"/>
                </a:lnTo>
                <a:lnTo>
                  <a:pt x="342900" y="495300"/>
                </a:lnTo>
                <a:close/>
                <a:moveTo>
                  <a:pt x="95250" y="495300"/>
                </a:moveTo>
                <a:lnTo>
                  <a:pt x="104775" y="495300"/>
                </a:lnTo>
                <a:lnTo>
                  <a:pt x="104775" y="504825"/>
                </a:lnTo>
                <a:lnTo>
                  <a:pt x="95250" y="504825"/>
                </a:lnTo>
                <a:close/>
                <a:moveTo>
                  <a:pt x="314325" y="495300"/>
                </a:moveTo>
                <a:lnTo>
                  <a:pt x="333375" y="495300"/>
                </a:lnTo>
                <a:lnTo>
                  <a:pt x="333375" y="504825"/>
                </a:lnTo>
                <a:lnTo>
                  <a:pt x="314325" y="504825"/>
                </a:lnTo>
                <a:close/>
                <a:moveTo>
                  <a:pt x="295275" y="504825"/>
                </a:moveTo>
                <a:lnTo>
                  <a:pt x="304800" y="504825"/>
                </a:lnTo>
                <a:lnTo>
                  <a:pt x="304800" y="514350"/>
                </a:lnTo>
                <a:lnTo>
                  <a:pt x="295275" y="514350"/>
                </a:lnTo>
                <a:close/>
              </a:path>
            </a:pathLst>
          </a:custGeom>
          <a:solidFill xmlns:a="http://schemas.openxmlformats.org/drawingml/2006/main">
            <a:srgbClr val="F1F0E2"/>
          </a:solidFill>
          <a:ln xmlns:a="http://schemas.openxmlformats.org/drawingml/2006/main" w="0">
            <a:noFill/>
          </a:ln>
        </p:spPr>
      </p:sp>
      <p:sp>
        <p:nvSpPr>
          <p:cNvPr id="89" name="db vector #edf0e2">
            <a:extLst xmlns:a="http://schemas.openxmlformats.org/drawingml/2006/main">
              <a:ext uri="{FF2B5EF4-FFF2-40B4-BE49-F238E27FC236}">
                <a16:creationId xmlns:a16="http://schemas.microsoft.com/office/drawing/2014/main" id="{7534ED52-C219-4D44-9AEE-3F2CEA78484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91650" y="1647825"/>
            <a:ext cx="514350" cy="666750"/>
          </a:xfrm>
          <a:custGeom xmlns:a="http://schemas.openxmlformats.org/drawingml/2006/main">
            <a:pathLst>
              <a:path w="428625" h="561975">
                <a:moveTo>
                  <a:pt x="190500" y="38100"/>
                </a:moveTo>
                <a:lnTo>
                  <a:pt x="238125" y="38100"/>
                </a:lnTo>
                <a:lnTo>
                  <a:pt x="238125" y="47625"/>
                </a:lnTo>
                <a:lnTo>
                  <a:pt x="190500" y="47625"/>
                </a:lnTo>
                <a:close/>
                <a:moveTo>
                  <a:pt x="114300" y="47625"/>
                </a:moveTo>
                <a:lnTo>
                  <a:pt x="123825" y="47625"/>
                </a:lnTo>
                <a:lnTo>
                  <a:pt x="123825" y="57150"/>
                </a:lnTo>
                <a:lnTo>
                  <a:pt x="114300" y="57150"/>
                </a:lnTo>
                <a:close/>
                <a:moveTo>
                  <a:pt x="314325" y="47625"/>
                </a:moveTo>
                <a:lnTo>
                  <a:pt x="323850" y="47625"/>
                </a:lnTo>
                <a:lnTo>
                  <a:pt x="323850" y="57150"/>
                </a:lnTo>
                <a:lnTo>
                  <a:pt x="314325" y="57150"/>
                </a:lnTo>
                <a:close/>
                <a:moveTo>
                  <a:pt x="76200" y="57150"/>
                </a:moveTo>
                <a:lnTo>
                  <a:pt x="85725" y="57150"/>
                </a:lnTo>
                <a:lnTo>
                  <a:pt x="85725" y="66675"/>
                </a:lnTo>
                <a:lnTo>
                  <a:pt x="76200" y="66675"/>
                </a:lnTo>
                <a:close/>
                <a:moveTo>
                  <a:pt x="57150" y="66675"/>
                </a:moveTo>
                <a:lnTo>
                  <a:pt x="66675" y="66675"/>
                </a:lnTo>
                <a:lnTo>
                  <a:pt x="66675" y="76200"/>
                </a:lnTo>
                <a:lnTo>
                  <a:pt x="57150" y="76200"/>
                </a:lnTo>
                <a:close/>
                <a:moveTo>
                  <a:pt x="304800" y="85725"/>
                </a:moveTo>
                <a:lnTo>
                  <a:pt x="314325" y="85725"/>
                </a:lnTo>
                <a:lnTo>
                  <a:pt x="314325" y="95250"/>
                </a:lnTo>
                <a:lnTo>
                  <a:pt x="304800" y="95250"/>
                </a:lnTo>
                <a:close/>
                <a:moveTo>
                  <a:pt x="85725" y="95250"/>
                </a:moveTo>
                <a:lnTo>
                  <a:pt x="95250" y="95250"/>
                </a:lnTo>
                <a:lnTo>
                  <a:pt x="95250" y="104775"/>
                </a:lnTo>
                <a:lnTo>
                  <a:pt x="85725" y="104775"/>
                </a:lnTo>
                <a:close/>
                <a:moveTo>
                  <a:pt x="352425" y="104775"/>
                </a:moveTo>
                <a:lnTo>
                  <a:pt x="361950" y="104775"/>
                </a:lnTo>
                <a:lnTo>
                  <a:pt x="361950" y="114300"/>
                </a:lnTo>
                <a:lnTo>
                  <a:pt x="352425" y="114300"/>
                </a:lnTo>
                <a:close/>
                <a:moveTo>
                  <a:pt x="352425" y="123825"/>
                </a:moveTo>
                <a:lnTo>
                  <a:pt x="361950" y="123825"/>
                </a:lnTo>
                <a:lnTo>
                  <a:pt x="361950" y="133350"/>
                </a:lnTo>
                <a:lnTo>
                  <a:pt x="352425" y="133350"/>
                </a:lnTo>
                <a:close/>
                <a:moveTo>
                  <a:pt x="85725" y="133350"/>
                </a:moveTo>
                <a:lnTo>
                  <a:pt x="104775" y="133350"/>
                </a:lnTo>
                <a:lnTo>
                  <a:pt x="104775" y="142875"/>
                </a:lnTo>
                <a:lnTo>
                  <a:pt x="85725" y="142875"/>
                </a:lnTo>
                <a:close/>
                <a:moveTo>
                  <a:pt x="114300" y="142875"/>
                </a:moveTo>
                <a:lnTo>
                  <a:pt x="123825" y="142875"/>
                </a:lnTo>
                <a:lnTo>
                  <a:pt x="123825" y="152400"/>
                </a:lnTo>
                <a:lnTo>
                  <a:pt x="114300" y="152400"/>
                </a:lnTo>
                <a:close/>
                <a:moveTo>
                  <a:pt x="314325" y="142875"/>
                </a:moveTo>
                <a:lnTo>
                  <a:pt x="323850" y="142875"/>
                </a:lnTo>
                <a:lnTo>
                  <a:pt x="323850" y="152400"/>
                </a:lnTo>
                <a:lnTo>
                  <a:pt x="314325" y="152400"/>
                </a:lnTo>
                <a:close/>
                <a:moveTo>
                  <a:pt x="171450" y="152400"/>
                </a:moveTo>
                <a:lnTo>
                  <a:pt x="190500" y="152400"/>
                </a:lnTo>
                <a:lnTo>
                  <a:pt x="190500" y="161925"/>
                </a:lnTo>
                <a:lnTo>
                  <a:pt x="171450" y="161925"/>
                </a:lnTo>
                <a:close/>
                <a:moveTo>
                  <a:pt x="238125" y="152400"/>
                </a:moveTo>
                <a:lnTo>
                  <a:pt x="276225" y="152400"/>
                </a:lnTo>
                <a:lnTo>
                  <a:pt x="276225" y="161925"/>
                </a:lnTo>
                <a:lnTo>
                  <a:pt x="238125" y="161925"/>
                </a:lnTo>
                <a:close/>
                <a:moveTo>
                  <a:pt x="333375" y="180975"/>
                </a:moveTo>
                <a:lnTo>
                  <a:pt x="342900" y="180975"/>
                </a:lnTo>
                <a:lnTo>
                  <a:pt x="342900" y="200025"/>
                </a:lnTo>
                <a:lnTo>
                  <a:pt x="333375" y="200025"/>
                </a:lnTo>
                <a:close/>
                <a:moveTo>
                  <a:pt x="161925" y="190500"/>
                </a:moveTo>
                <a:lnTo>
                  <a:pt x="171450" y="190500"/>
                </a:lnTo>
                <a:lnTo>
                  <a:pt x="171450" y="200025"/>
                </a:lnTo>
                <a:lnTo>
                  <a:pt x="161925" y="200025"/>
                </a:lnTo>
                <a:close/>
                <a:moveTo>
                  <a:pt x="285750" y="190500"/>
                </a:moveTo>
                <a:lnTo>
                  <a:pt x="295275" y="190500"/>
                </a:lnTo>
                <a:lnTo>
                  <a:pt x="295275" y="200025"/>
                </a:lnTo>
                <a:lnTo>
                  <a:pt x="285750" y="200025"/>
                </a:lnTo>
                <a:close/>
                <a:moveTo>
                  <a:pt x="314325" y="190500"/>
                </a:moveTo>
                <a:lnTo>
                  <a:pt x="323850" y="190500"/>
                </a:lnTo>
                <a:lnTo>
                  <a:pt x="323850" y="200025"/>
                </a:lnTo>
                <a:lnTo>
                  <a:pt x="314325" y="200025"/>
                </a:lnTo>
                <a:close/>
                <a:moveTo>
                  <a:pt x="314325" y="228600"/>
                </a:moveTo>
                <a:lnTo>
                  <a:pt x="323850" y="228600"/>
                </a:lnTo>
                <a:lnTo>
                  <a:pt x="323850" y="247650"/>
                </a:lnTo>
                <a:lnTo>
                  <a:pt x="314325" y="247650"/>
                </a:lnTo>
                <a:lnTo>
                  <a:pt x="314325" y="257175"/>
                </a:lnTo>
                <a:lnTo>
                  <a:pt x="295275" y="257175"/>
                </a:lnTo>
                <a:lnTo>
                  <a:pt x="295275" y="247650"/>
                </a:lnTo>
                <a:lnTo>
                  <a:pt x="304800" y="247650"/>
                </a:lnTo>
                <a:lnTo>
                  <a:pt x="304800" y="238125"/>
                </a:lnTo>
                <a:lnTo>
                  <a:pt x="314325" y="238125"/>
                </a:lnTo>
                <a:close/>
                <a:moveTo>
                  <a:pt x="114300" y="247650"/>
                </a:moveTo>
                <a:lnTo>
                  <a:pt x="133350" y="247650"/>
                </a:lnTo>
                <a:lnTo>
                  <a:pt x="133350" y="257175"/>
                </a:lnTo>
                <a:lnTo>
                  <a:pt x="114300" y="257175"/>
                </a:lnTo>
                <a:close/>
                <a:moveTo>
                  <a:pt x="342900" y="276225"/>
                </a:moveTo>
                <a:lnTo>
                  <a:pt x="352425" y="276225"/>
                </a:lnTo>
                <a:lnTo>
                  <a:pt x="352425" y="285750"/>
                </a:lnTo>
                <a:lnTo>
                  <a:pt x="342900" y="285750"/>
                </a:lnTo>
                <a:close/>
                <a:moveTo>
                  <a:pt x="361950" y="276225"/>
                </a:moveTo>
                <a:lnTo>
                  <a:pt x="371475" y="276225"/>
                </a:lnTo>
                <a:lnTo>
                  <a:pt x="371475" y="285750"/>
                </a:lnTo>
                <a:lnTo>
                  <a:pt x="361950" y="285750"/>
                </a:lnTo>
                <a:close/>
                <a:moveTo>
                  <a:pt x="180975" y="295275"/>
                </a:moveTo>
                <a:lnTo>
                  <a:pt x="200025" y="295275"/>
                </a:lnTo>
                <a:lnTo>
                  <a:pt x="200025" y="304800"/>
                </a:lnTo>
                <a:lnTo>
                  <a:pt x="180975" y="304800"/>
                </a:lnTo>
                <a:close/>
                <a:moveTo>
                  <a:pt x="238125" y="295275"/>
                </a:moveTo>
                <a:lnTo>
                  <a:pt x="257175" y="295275"/>
                </a:lnTo>
                <a:lnTo>
                  <a:pt x="257175" y="304800"/>
                </a:lnTo>
                <a:lnTo>
                  <a:pt x="238125" y="304800"/>
                </a:lnTo>
                <a:close/>
                <a:moveTo>
                  <a:pt x="314325" y="295275"/>
                </a:moveTo>
                <a:lnTo>
                  <a:pt x="323850" y="295275"/>
                </a:lnTo>
                <a:lnTo>
                  <a:pt x="323850" y="304800"/>
                </a:lnTo>
                <a:lnTo>
                  <a:pt x="314325" y="304800"/>
                </a:lnTo>
                <a:close/>
                <a:moveTo>
                  <a:pt x="342900" y="295275"/>
                </a:moveTo>
                <a:lnTo>
                  <a:pt x="352425" y="295275"/>
                </a:lnTo>
                <a:lnTo>
                  <a:pt x="352425" y="304800"/>
                </a:lnTo>
                <a:lnTo>
                  <a:pt x="342900" y="304800"/>
                </a:lnTo>
                <a:close/>
                <a:moveTo>
                  <a:pt x="57150" y="323850"/>
                </a:moveTo>
                <a:lnTo>
                  <a:pt x="66675" y="323850"/>
                </a:lnTo>
                <a:lnTo>
                  <a:pt x="66675" y="333375"/>
                </a:lnTo>
                <a:lnTo>
                  <a:pt x="57150" y="333375"/>
                </a:lnTo>
                <a:close/>
                <a:moveTo>
                  <a:pt x="342900" y="323850"/>
                </a:moveTo>
                <a:lnTo>
                  <a:pt x="352425" y="323850"/>
                </a:lnTo>
                <a:lnTo>
                  <a:pt x="352425" y="342900"/>
                </a:lnTo>
                <a:lnTo>
                  <a:pt x="342900" y="342900"/>
                </a:lnTo>
                <a:close/>
                <a:moveTo>
                  <a:pt x="66675" y="333375"/>
                </a:moveTo>
                <a:lnTo>
                  <a:pt x="76200" y="333375"/>
                </a:lnTo>
                <a:lnTo>
                  <a:pt x="76200" y="342900"/>
                </a:lnTo>
                <a:lnTo>
                  <a:pt x="66675" y="342900"/>
                </a:lnTo>
                <a:close/>
                <a:moveTo>
                  <a:pt x="323850" y="333375"/>
                </a:moveTo>
                <a:lnTo>
                  <a:pt x="333375" y="333375"/>
                </a:lnTo>
                <a:lnTo>
                  <a:pt x="333375" y="352425"/>
                </a:lnTo>
                <a:lnTo>
                  <a:pt x="323850" y="352425"/>
                </a:lnTo>
                <a:close/>
                <a:moveTo>
                  <a:pt x="85725" y="342900"/>
                </a:moveTo>
                <a:lnTo>
                  <a:pt x="95250" y="342900"/>
                </a:lnTo>
                <a:lnTo>
                  <a:pt x="95250" y="352425"/>
                </a:lnTo>
                <a:lnTo>
                  <a:pt x="85725" y="352425"/>
                </a:lnTo>
                <a:close/>
                <a:moveTo>
                  <a:pt x="123825" y="352425"/>
                </a:moveTo>
                <a:lnTo>
                  <a:pt x="133350" y="352425"/>
                </a:lnTo>
                <a:lnTo>
                  <a:pt x="133350" y="361950"/>
                </a:lnTo>
                <a:lnTo>
                  <a:pt x="123825" y="361950"/>
                </a:lnTo>
                <a:close/>
                <a:moveTo>
                  <a:pt x="304800" y="352425"/>
                </a:moveTo>
                <a:lnTo>
                  <a:pt x="314325" y="352425"/>
                </a:lnTo>
                <a:lnTo>
                  <a:pt x="314325" y="361950"/>
                </a:lnTo>
                <a:lnTo>
                  <a:pt x="304800" y="361950"/>
                </a:lnTo>
                <a:close/>
                <a:moveTo>
                  <a:pt x="57150" y="381000"/>
                </a:moveTo>
                <a:lnTo>
                  <a:pt x="66675" y="381000"/>
                </a:lnTo>
                <a:lnTo>
                  <a:pt x="66675" y="390525"/>
                </a:lnTo>
                <a:lnTo>
                  <a:pt x="57150" y="390525"/>
                </a:lnTo>
                <a:close/>
                <a:moveTo>
                  <a:pt x="76200" y="381000"/>
                </a:moveTo>
                <a:lnTo>
                  <a:pt x="85725" y="381000"/>
                </a:lnTo>
                <a:lnTo>
                  <a:pt x="85725" y="390525"/>
                </a:lnTo>
                <a:lnTo>
                  <a:pt x="76200" y="390525"/>
                </a:lnTo>
                <a:close/>
                <a:moveTo>
                  <a:pt x="342900" y="381000"/>
                </a:moveTo>
                <a:lnTo>
                  <a:pt x="352425" y="381000"/>
                </a:lnTo>
                <a:lnTo>
                  <a:pt x="352425" y="390525"/>
                </a:lnTo>
                <a:lnTo>
                  <a:pt x="342900" y="390525"/>
                </a:lnTo>
                <a:close/>
                <a:moveTo>
                  <a:pt x="361950" y="381000"/>
                </a:moveTo>
                <a:lnTo>
                  <a:pt x="371475" y="381000"/>
                </a:lnTo>
                <a:lnTo>
                  <a:pt x="371475" y="390525"/>
                </a:lnTo>
                <a:lnTo>
                  <a:pt x="361950" y="390525"/>
                </a:lnTo>
                <a:close/>
                <a:moveTo>
                  <a:pt x="114300" y="390525"/>
                </a:moveTo>
                <a:lnTo>
                  <a:pt x="123825" y="390525"/>
                </a:lnTo>
                <a:lnTo>
                  <a:pt x="123825" y="400050"/>
                </a:lnTo>
                <a:lnTo>
                  <a:pt x="114300" y="400050"/>
                </a:lnTo>
                <a:close/>
                <a:moveTo>
                  <a:pt x="342900" y="400050"/>
                </a:moveTo>
                <a:lnTo>
                  <a:pt x="352425" y="400050"/>
                </a:lnTo>
                <a:lnTo>
                  <a:pt x="352425" y="409575"/>
                </a:lnTo>
                <a:lnTo>
                  <a:pt x="342900" y="409575"/>
                </a:lnTo>
                <a:close/>
                <a:moveTo>
                  <a:pt x="57150" y="419100"/>
                </a:moveTo>
                <a:lnTo>
                  <a:pt x="66675" y="419100"/>
                </a:lnTo>
                <a:lnTo>
                  <a:pt x="66675" y="438150"/>
                </a:lnTo>
                <a:lnTo>
                  <a:pt x="57150" y="438150"/>
                </a:lnTo>
                <a:close/>
                <a:moveTo>
                  <a:pt x="314325" y="419100"/>
                </a:moveTo>
                <a:lnTo>
                  <a:pt x="323850" y="419100"/>
                </a:lnTo>
                <a:lnTo>
                  <a:pt x="323850" y="438150"/>
                </a:lnTo>
                <a:lnTo>
                  <a:pt x="342900" y="438150"/>
                </a:lnTo>
                <a:lnTo>
                  <a:pt x="342900" y="457200"/>
                </a:lnTo>
                <a:lnTo>
                  <a:pt x="304800" y="457200"/>
                </a:lnTo>
                <a:lnTo>
                  <a:pt x="304800" y="447675"/>
                </a:lnTo>
                <a:lnTo>
                  <a:pt x="314325" y="447675"/>
                </a:lnTo>
                <a:close/>
                <a:moveTo>
                  <a:pt x="361950" y="428625"/>
                </a:moveTo>
                <a:lnTo>
                  <a:pt x="371475" y="428625"/>
                </a:lnTo>
                <a:lnTo>
                  <a:pt x="371475" y="438150"/>
                </a:lnTo>
                <a:lnTo>
                  <a:pt x="361950" y="438150"/>
                </a:lnTo>
                <a:close/>
                <a:moveTo>
                  <a:pt x="66675" y="438150"/>
                </a:moveTo>
                <a:lnTo>
                  <a:pt x="85725" y="438150"/>
                </a:lnTo>
                <a:lnTo>
                  <a:pt x="85725" y="447675"/>
                </a:lnTo>
                <a:lnTo>
                  <a:pt x="66675" y="447675"/>
                </a:lnTo>
                <a:close/>
                <a:moveTo>
                  <a:pt x="85725" y="447675"/>
                </a:moveTo>
                <a:lnTo>
                  <a:pt x="95250" y="447675"/>
                </a:lnTo>
                <a:lnTo>
                  <a:pt x="95250" y="457200"/>
                </a:lnTo>
                <a:lnTo>
                  <a:pt x="85725" y="457200"/>
                </a:lnTo>
                <a:close/>
                <a:moveTo>
                  <a:pt x="123825" y="457200"/>
                </a:moveTo>
                <a:lnTo>
                  <a:pt x="133350" y="457200"/>
                </a:lnTo>
                <a:lnTo>
                  <a:pt x="133350" y="466725"/>
                </a:lnTo>
                <a:lnTo>
                  <a:pt x="123825" y="466725"/>
                </a:lnTo>
                <a:close/>
                <a:moveTo>
                  <a:pt x="295275" y="457200"/>
                </a:moveTo>
                <a:lnTo>
                  <a:pt x="304800" y="457200"/>
                </a:lnTo>
                <a:lnTo>
                  <a:pt x="304800" y="466725"/>
                </a:lnTo>
                <a:lnTo>
                  <a:pt x="295275" y="466725"/>
                </a:lnTo>
                <a:close/>
                <a:moveTo>
                  <a:pt x="361950" y="476250"/>
                </a:moveTo>
                <a:lnTo>
                  <a:pt x="371475" y="476250"/>
                </a:lnTo>
                <a:lnTo>
                  <a:pt x="371475" y="485775"/>
                </a:lnTo>
                <a:lnTo>
                  <a:pt x="361950" y="485775"/>
                </a:lnTo>
                <a:close/>
                <a:moveTo>
                  <a:pt x="123825" y="495300"/>
                </a:moveTo>
                <a:lnTo>
                  <a:pt x="133350" y="495300"/>
                </a:lnTo>
                <a:lnTo>
                  <a:pt x="133350" y="504825"/>
                </a:lnTo>
                <a:lnTo>
                  <a:pt x="123825" y="504825"/>
                </a:lnTo>
                <a:close/>
                <a:moveTo>
                  <a:pt x="304800" y="495300"/>
                </a:moveTo>
                <a:lnTo>
                  <a:pt x="314325" y="495300"/>
                </a:lnTo>
                <a:lnTo>
                  <a:pt x="314325" y="504825"/>
                </a:lnTo>
                <a:lnTo>
                  <a:pt x="304800" y="504825"/>
                </a:lnTo>
                <a:close/>
              </a:path>
            </a:pathLst>
          </a:custGeom>
          <a:solidFill xmlns:a="http://schemas.openxmlformats.org/drawingml/2006/main">
            <a:srgbClr val="EDF0E2"/>
          </a:solidFill>
          <a:ln xmlns:a="http://schemas.openxmlformats.org/drawingml/2006/main" w="0">
            <a:noFill/>
          </a:ln>
        </p:spPr>
      </p:sp>
      <p:sp>
        <p:nvSpPr>
          <p:cNvPr id="90" name="db vector #f4efe3">
            <a:extLst xmlns:a="http://schemas.openxmlformats.org/drawingml/2006/main">
              <a:ext uri="{FF2B5EF4-FFF2-40B4-BE49-F238E27FC236}">
                <a16:creationId xmlns:a16="http://schemas.microsoft.com/office/drawing/2014/main" id="{6CEB2FD8-5CE0-4164-A5F8-0C785F270C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91650" y="1647825"/>
            <a:ext cx="514350" cy="666750"/>
          </a:xfrm>
          <a:custGeom xmlns:a="http://schemas.openxmlformats.org/drawingml/2006/main">
            <a:pathLst>
              <a:path w="428625" h="561975">
                <a:moveTo>
                  <a:pt x="361950" y="47625"/>
                </a:moveTo>
                <a:lnTo>
                  <a:pt x="371475" y="47625"/>
                </a:lnTo>
                <a:lnTo>
                  <a:pt x="371475" y="57150"/>
                </a:lnTo>
                <a:lnTo>
                  <a:pt x="361950" y="57150"/>
                </a:lnTo>
                <a:close/>
                <a:moveTo>
                  <a:pt x="228600" y="514350"/>
                </a:moveTo>
                <a:lnTo>
                  <a:pt x="238125" y="514350"/>
                </a:lnTo>
                <a:lnTo>
                  <a:pt x="238125" y="523875"/>
                </a:lnTo>
                <a:lnTo>
                  <a:pt x="228600" y="523875"/>
                </a:lnTo>
                <a:close/>
              </a:path>
            </a:pathLst>
          </a:custGeom>
          <a:solidFill xmlns:a="http://schemas.openxmlformats.org/drawingml/2006/main">
            <a:srgbClr val="F4EFE3"/>
          </a:solidFill>
          <a:ln xmlns:a="http://schemas.openxmlformats.org/drawingml/2006/main" w="0">
            <a:noFill/>
          </a:ln>
        </p:spPr>
      </p:sp>
      <p:sp>
        <p:nvSpPr>
          <p:cNvPr id="91" name="db vector #f3efe4">
            <a:extLst xmlns:a="http://schemas.openxmlformats.org/drawingml/2006/main">
              <a:ext uri="{FF2B5EF4-FFF2-40B4-BE49-F238E27FC236}">
                <a16:creationId xmlns:a16="http://schemas.microsoft.com/office/drawing/2014/main" id="{FC1D0370-5AC5-4E1F-B90A-4354CCF662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91650" y="1647825"/>
            <a:ext cx="514350" cy="666750"/>
          </a:xfrm>
          <a:custGeom xmlns:a="http://schemas.openxmlformats.org/drawingml/2006/main">
            <a:pathLst>
              <a:path w="428625" h="561975">
                <a:moveTo>
                  <a:pt x="200025" y="85725"/>
                </a:moveTo>
                <a:lnTo>
                  <a:pt x="228600" y="85725"/>
                </a:lnTo>
                <a:lnTo>
                  <a:pt x="228600" y="104775"/>
                </a:lnTo>
                <a:lnTo>
                  <a:pt x="209550" y="104775"/>
                </a:lnTo>
                <a:lnTo>
                  <a:pt x="209550" y="95250"/>
                </a:lnTo>
                <a:lnTo>
                  <a:pt x="200025" y="95250"/>
                </a:lnTo>
                <a:close/>
                <a:moveTo>
                  <a:pt x="257175" y="95250"/>
                </a:moveTo>
                <a:lnTo>
                  <a:pt x="266700" y="95250"/>
                </a:lnTo>
                <a:lnTo>
                  <a:pt x="266700" y="104775"/>
                </a:lnTo>
                <a:lnTo>
                  <a:pt x="295275" y="104775"/>
                </a:lnTo>
                <a:lnTo>
                  <a:pt x="295275" y="114300"/>
                </a:lnTo>
                <a:lnTo>
                  <a:pt x="276225" y="114300"/>
                </a:lnTo>
                <a:lnTo>
                  <a:pt x="276225" y="123825"/>
                </a:lnTo>
                <a:lnTo>
                  <a:pt x="257175" y="123825"/>
                </a:lnTo>
                <a:lnTo>
                  <a:pt x="257175" y="133350"/>
                </a:lnTo>
                <a:lnTo>
                  <a:pt x="247650" y="133350"/>
                </a:lnTo>
                <a:lnTo>
                  <a:pt x="247650" y="114300"/>
                </a:lnTo>
                <a:lnTo>
                  <a:pt x="257175" y="114300"/>
                </a:lnTo>
                <a:close/>
                <a:moveTo>
                  <a:pt x="161925" y="114300"/>
                </a:moveTo>
                <a:lnTo>
                  <a:pt x="171450" y="114300"/>
                </a:lnTo>
                <a:lnTo>
                  <a:pt x="171450" y="123825"/>
                </a:lnTo>
                <a:lnTo>
                  <a:pt x="180975" y="123825"/>
                </a:lnTo>
                <a:lnTo>
                  <a:pt x="180975" y="142875"/>
                </a:lnTo>
                <a:lnTo>
                  <a:pt x="123825" y="142875"/>
                </a:lnTo>
                <a:lnTo>
                  <a:pt x="123825" y="133350"/>
                </a:lnTo>
                <a:lnTo>
                  <a:pt x="142875" y="133350"/>
                </a:lnTo>
                <a:lnTo>
                  <a:pt x="142875" y="123825"/>
                </a:lnTo>
                <a:lnTo>
                  <a:pt x="152400" y="123825"/>
                </a:lnTo>
                <a:lnTo>
                  <a:pt x="152400" y="133350"/>
                </a:lnTo>
                <a:lnTo>
                  <a:pt x="161925" y="133350"/>
                </a:lnTo>
                <a:close/>
                <a:moveTo>
                  <a:pt x="85725" y="285750"/>
                </a:moveTo>
                <a:lnTo>
                  <a:pt x="95250" y="285750"/>
                </a:lnTo>
                <a:lnTo>
                  <a:pt x="95250" y="295275"/>
                </a:lnTo>
                <a:lnTo>
                  <a:pt x="85725" y="295275"/>
                </a:lnTo>
                <a:close/>
                <a:moveTo>
                  <a:pt x="419100" y="523875"/>
                </a:moveTo>
                <a:lnTo>
                  <a:pt x="428625" y="523875"/>
                </a:lnTo>
                <a:lnTo>
                  <a:pt x="428625" y="533400"/>
                </a:lnTo>
                <a:lnTo>
                  <a:pt x="419100" y="533400"/>
                </a:lnTo>
                <a:close/>
                <a:moveTo>
                  <a:pt x="76200" y="533400"/>
                </a:moveTo>
                <a:lnTo>
                  <a:pt x="104775" y="533400"/>
                </a:lnTo>
                <a:lnTo>
                  <a:pt x="104775" y="552450"/>
                </a:lnTo>
                <a:lnTo>
                  <a:pt x="76200" y="552450"/>
                </a:lnTo>
                <a:close/>
                <a:moveTo>
                  <a:pt x="219075" y="533400"/>
                </a:moveTo>
                <a:lnTo>
                  <a:pt x="228600" y="533400"/>
                </a:lnTo>
                <a:lnTo>
                  <a:pt x="228600" y="542925"/>
                </a:lnTo>
                <a:lnTo>
                  <a:pt x="266700" y="542925"/>
                </a:lnTo>
                <a:lnTo>
                  <a:pt x="266700" y="561975"/>
                </a:lnTo>
                <a:lnTo>
                  <a:pt x="238125" y="561975"/>
                </a:lnTo>
                <a:lnTo>
                  <a:pt x="238125" y="552450"/>
                </a:lnTo>
                <a:lnTo>
                  <a:pt x="219075" y="552450"/>
                </a:lnTo>
                <a:close/>
                <a:moveTo>
                  <a:pt x="38100" y="542925"/>
                </a:moveTo>
                <a:lnTo>
                  <a:pt x="57150" y="542925"/>
                </a:lnTo>
                <a:lnTo>
                  <a:pt x="57150" y="561975"/>
                </a:lnTo>
                <a:lnTo>
                  <a:pt x="38100" y="561975"/>
                </a:lnTo>
                <a:close/>
                <a:moveTo>
                  <a:pt x="171450" y="552450"/>
                </a:moveTo>
                <a:lnTo>
                  <a:pt x="190500" y="552450"/>
                </a:lnTo>
                <a:lnTo>
                  <a:pt x="190500" y="561975"/>
                </a:lnTo>
                <a:lnTo>
                  <a:pt x="171450" y="561975"/>
                </a:lnTo>
                <a:close/>
              </a:path>
            </a:pathLst>
          </a:custGeom>
          <a:solidFill xmlns:a="http://schemas.openxmlformats.org/drawingml/2006/main">
            <a:srgbClr val="F3EFE4"/>
          </a:solidFill>
          <a:ln xmlns:a="http://schemas.openxmlformats.org/drawingml/2006/main" w="0">
            <a:noFill/>
          </a:ln>
        </p:spPr>
      </p:sp>
      <p:sp>
        <p:nvSpPr>
          <p:cNvPr id="92" name="db vector #f3efe3">
            <a:extLst xmlns:a="http://schemas.openxmlformats.org/drawingml/2006/main">
              <a:ext uri="{FF2B5EF4-FFF2-40B4-BE49-F238E27FC236}">
                <a16:creationId xmlns:a16="http://schemas.microsoft.com/office/drawing/2014/main" id="{F889F44F-B4CC-49D4-9265-D57789679F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91650" y="1647825"/>
            <a:ext cx="514350" cy="666750"/>
          </a:xfrm>
          <a:custGeom xmlns:a="http://schemas.openxmlformats.org/drawingml/2006/main">
            <a:pathLst>
              <a:path w="428625" h="561975">
                <a:moveTo>
                  <a:pt x="352425" y="47625"/>
                </a:moveTo>
                <a:lnTo>
                  <a:pt x="361950" y="47625"/>
                </a:lnTo>
                <a:lnTo>
                  <a:pt x="361950" y="57150"/>
                </a:lnTo>
                <a:lnTo>
                  <a:pt x="352425" y="57150"/>
                </a:lnTo>
                <a:close/>
                <a:moveTo>
                  <a:pt x="171450" y="85725"/>
                </a:moveTo>
                <a:lnTo>
                  <a:pt x="200025" y="85725"/>
                </a:lnTo>
                <a:lnTo>
                  <a:pt x="200025" y="95250"/>
                </a:lnTo>
                <a:lnTo>
                  <a:pt x="190500" y="95250"/>
                </a:lnTo>
                <a:lnTo>
                  <a:pt x="190500" y="104775"/>
                </a:lnTo>
                <a:lnTo>
                  <a:pt x="180975" y="104775"/>
                </a:lnTo>
                <a:lnTo>
                  <a:pt x="180975" y="95250"/>
                </a:lnTo>
                <a:lnTo>
                  <a:pt x="171450" y="95250"/>
                </a:lnTo>
                <a:close/>
                <a:moveTo>
                  <a:pt x="257175" y="85725"/>
                </a:moveTo>
                <a:lnTo>
                  <a:pt x="266700" y="85725"/>
                </a:lnTo>
                <a:lnTo>
                  <a:pt x="266700" y="95250"/>
                </a:lnTo>
                <a:lnTo>
                  <a:pt x="257175" y="95250"/>
                </a:lnTo>
                <a:close/>
                <a:moveTo>
                  <a:pt x="228600" y="95250"/>
                </a:moveTo>
                <a:lnTo>
                  <a:pt x="257175" y="95250"/>
                </a:lnTo>
                <a:lnTo>
                  <a:pt x="257175" y="114300"/>
                </a:lnTo>
                <a:lnTo>
                  <a:pt x="247650" y="114300"/>
                </a:lnTo>
                <a:lnTo>
                  <a:pt x="247650" y="133350"/>
                </a:lnTo>
                <a:lnTo>
                  <a:pt x="228600" y="133350"/>
                </a:lnTo>
                <a:close/>
                <a:moveTo>
                  <a:pt x="133350" y="104775"/>
                </a:moveTo>
                <a:lnTo>
                  <a:pt x="152400" y="104775"/>
                </a:lnTo>
                <a:lnTo>
                  <a:pt x="152400" y="114300"/>
                </a:lnTo>
                <a:lnTo>
                  <a:pt x="161925" y="114300"/>
                </a:lnTo>
                <a:lnTo>
                  <a:pt x="161925" y="104775"/>
                </a:lnTo>
                <a:lnTo>
                  <a:pt x="180975" y="104775"/>
                </a:lnTo>
                <a:lnTo>
                  <a:pt x="180975" y="123825"/>
                </a:lnTo>
                <a:lnTo>
                  <a:pt x="171450" y="123825"/>
                </a:lnTo>
                <a:lnTo>
                  <a:pt x="171450" y="114300"/>
                </a:lnTo>
                <a:lnTo>
                  <a:pt x="161925" y="114300"/>
                </a:lnTo>
                <a:lnTo>
                  <a:pt x="161925" y="133350"/>
                </a:lnTo>
                <a:lnTo>
                  <a:pt x="152400" y="133350"/>
                </a:lnTo>
                <a:lnTo>
                  <a:pt x="152400" y="123825"/>
                </a:lnTo>
                <a:lnTo>
                  <a:pt x="142875" y="123825"/>
                </a:lnTo>
                <a:lnTo>
                  <a:pt x="142875" y="133350"/>
                </a:lnTo>
                <a:lnTo>
                  <a:pt x="123825" y="133350"/>
                </a:lnTo>
                <a:lnTo>
                  <a:pt x="123825" y="114300"/>
                </a:lnTo>
                <a:lnTo>
                  <a:pt x="133350" y="114300"/>
                </a:lnTo>
                <a:close/>
                <a:moveTo>
                  <a:pt x="295275" y="104775"/>
                </a:moveTo>
                <a:lnTo>
                  <a:pt x="314325" y="104775"/>
                </a:lnTo>
                <a:lnTo>
                  <a:pt x="314325" y="114300"/>
                </a:lnTo>
                <a:lnTo>
                  <a:pt x="295275" y="114300"/>
                </a:lnTo>
                <a:close/>
                <a:moveTo>
                  <a:pt x="276225" y="114300"/>
                </a:moveTo>
                <a:lnTo>
                  <a:pt x="285750" y="114300"/>
                </a:lnTo>
                <a:lnTo>
                  <a:pt x="285750" y="123825"/>
                </a:lnTo>
                <a:lnTo>
                  <a:pt x="276225" y="123825"/>
                </a:lnTo>
                <a:close/>
                <a:moveTo>
                  <a:pt x="257175" y="123825"/>
                </a:moveTo>
                <a:lnTo>
                  <a:pt x="266700" y="123825"/>
                </a:lnTo>
                <a:lnTo>
                  <a:pt x="266700" y="133350"/>
                </a:lnTo>
                <a:lnTo>
                  <a:pt x="257175" y="133350"/>
                </a:lnTo>
                <a:close/>
                <a:moveTo>
                  <a:pt x="85725" y="304800"/>
                </a:moveTo>
                <a:lnTo>
                  <a:pt x="95250" y="304800"/>
                </a:lnTo>
                <a:lnTo>
                  <a:pt x="95250" y="314325"/>
                </a:lnTo>
                <a:lnTo>
                  <a:pt x="85725" y="314325"/>
                </a:lnTo>
                <a:close/>
                <a:moveTo>
                  <a:pt x="219075" y="314325"/>
                </a:moveTo>
                <a:lnTo>
                  <a:pt x="228600" y="314325"/>
                </a:lnTo>
                <a:lnTo>
                  <a:pt x="228600" y="323850"/>
                </a:lnTo>
                <a:lnTo>
                  <a:pt x="219075" y="323850"/>
                </a:lnTo>
                <a:close/>
                <a:moveTo>
                  <a:pt x="381000" y="495300"/>
                </a:moveTo>
                <a:lnTo>
                  <a:pt x="409575" y="495300"/>
                </a:lnTo>
                <a:lnTo>
                  <a:pt x="409575" y="523875"/>
                </a:lnTo>
                <a:lnTo>
                  <a:pt x="419100" y="523875"/>
                </a:lnTo>
                <a:lnTo>
                  <a:pt x="419100" y="533400"/>
                </a:lnTo>
                <a:lnTo>
                  <a:pt x="428625" y="533400"/>
                </a:lnTo>
                <a:lnTo>
                  <a:pt x="428625" y="561975"/>
                </a:lnTo>
                <a:lnTo>
                  <a:pt x="314325" y="561975"/>
                </a:lnTo>
                <a:lnTo>
                  <a:pt x="314325" y="552450"/>
                </a:lnTo>
                <a:lnTo>
                  <a:pt x="342900" y="552450"/>
                </a:lnTo>
                <a:lnTo>
                  <a:pt x="342900" y="542925"/>
                </a:lnTo>
                <a:lnTo>
                  <a:pt x="352425" y="542925"/>
                </a:lnTo>
                <a:lnTo>
                  <a:pt x="352425" y="552450"/>
                </a:lnTo>
                <a:lnTo>
                  <a:pt x="361950" y="552450"/>
                </a:lnTo>
                <a:lnTo>
                  <a:pt x="361950" y="542925"/>
                </a:lnTo>
                <a:lnTo>
                  <a:pt x="371475" y="542925"/>
                </a:lnTo>
                <a:lnTo>
                  <a:pt x="371475" y="533400"/>
                </a:lnTo>
                <a:lnTo>
                  <a:pt x="381000" y="533400"/>
                </a:lnTo>
                <a:close/>
                <a:moveTo>
                  <a:pt x="28575" y="514350"/>
                </a:moveTo>
                <a:lnTo>
                  <a:pt x="85725" y="514350"/>
                </a:lnTo>
                <a:lnTo>
                  <a:pt x="85725" y="523875"/>
                </a:lnTo>
                <a:lnTo>
                  <a:pt x="180975" y="523875"/>
                </a:lnTo>
                <a:lnTo>
                  <a:pt x="180975" y="533400"/>
                </a:lnTo>
                <a:lnTo>
                  <a:pt x="190500" y="533400"/>
                </a:lnTo>
                <a:lnTo>
                  <a:pt x="190500" y="523875"/>
                </a:lnTo>
                <a:lnTo>
                  <a:pt x="238125" y="523875"/>
                </a:lnTo>
                <a:lnTo>
                  <a:pt x="238125" y="533400"/>
                </a:lnTo>
                <a:lnTo>
                  <a:pt x="266700" y="533400"/>
                </a:lnTo>
                <a:lnTo>
                  <a:pt x="266700" y="523875"/>
                </a:lnTo>
                <a:lnTo>
                  <a:pt x="257175" y="523875"/>
                </a:lnTo>
                <a:lnTo>
                  <a:pt x="257175" y="514350"/>
                </a:lnTo>
                <a:lnTo>
                  <a:pt x="285750" y="514350"/>
                </a:lnTo>
                <a:lnTo>
                  <a:pt x="285750" y="523875"/>
                </a:lnTo>
                <a:lnTo>
                  <a:pt x="276225" y="523875"/>
                </a:lnTo>
                <a:lnTo>
                  <a:pt x="276225" y="533400"/>
                </a:lnTo>
                <a:lnTo>
                  <a:pt x="295275" y="533400"/>
                </a:lnTo>
                <a:lnTo>
                  <a:pt x="295275" y="523875"/>
                </a:lnTo>
                <a:lnTo>
                  <a:pt x="323850" y="523875"/>
                </a:lnTo>
                <a:lnTo>
                  <a:pt x="323850" y="533400"/>
                </a:lnTo>
                <a:lnTo>
                  <a:pt x="304800" y="533400"/>
                </a:lnTo>
                <a:lnTo>
                  <a:pt x="304800" y="542925"/>
                </a:lnTo>
                <a:lnTo>
                  <a:pt x="276225" y="542925"/>
                </a:lnTo>
                <a:lnTo>
                  <a:pt x="276225" y="552450"/>
                </a:lnTo>
                <a:lnTo>
                  <a:pt x="285750" y="552450"/>
                </a:lnTo>
                <a:lnTo>
                  <a:pt x="285750" y="561975"/>
                </a:lnTo>
                <a:lnTo>
                  <a:pt x="266700" y="561975"/>
                </a:lnTo>
                <a:lnTo>
                  <a:pt x="266700" y="542925"/>
                </a:lnTo>
                <a:lnTo>
                  <a:pt x="228600" y="542925"/>
                </a:lnTo>
                <a:lnTo>
                  <a:pt x="228600" y="533400"/>
                </a:lnTo>
                <a:lnTo>
                  <a:pt x="219075" y="533400"/>
                </a:lnTo>
                <a:lnTo>
                  <a:pt x="219075" y="552450"/>
                </a:lnTo>
                <a:lnTo>
                  <a:pt x="238125" y="552450"/>
                </a:lnTo>
                <a:lnTo>
                  <a:pt x="238125" y="561975"/>
                </a:lnTo>
                <a:lnTo>
                  <a:pt x="190500" y="561975"/>
                </a:lnTo>
                <a:lnTo>
                  <a:pt x="190500" y="552450"/>
                </a:lnTo>
                <a:lnTo>
                  <a:pt x="171450" y="552450"/>
                </a:lnTo>
                <a:lnTo>
                  <a:pt x="171450" y="561975"/>
                </a:lnTo>
                <a:lnTo>
                  <a:pt x="123825" y="561975"/>
                </a:lnTo>
                <a:lnTo>
                  <a:pt x="123825" y="552450"/>
                </a:lnTo>
                <a:lnTo>
                  <a:pt x="104775" y="552450"/>
                </a:lnTo>
                <a:lnTo>
                  <a:pt x="104775" y="533400"/>
                </a:lnTo>
                <a:lnTo>
                  <a:pt x="76200" y="533400"/>
                </a:lnTo>
                <a:lnTo>
                  <a:pt x="76200" y="552450"/>
                </a:lnTo>
                <a:lnTo>
                  <a:pt x="95250" y="552450"/>
                </a:lnTo>
                <a:lnTo>
                  <a:pt x="95250" y="561975"/>
                </a:lnTo>
                <a:lnTo>
                  <a:pt x="57150" y="561975"/>
                </a:lnTo>
                <a:lnTo>
                  <a:pt x="57150" y="542925"/>
                </a:lnTo>
                <a:lnTo>
                  <a:pt x="28575" y="542925"/>
                </a:lnTo>
                <a:lnTo>
                  <a:pt x="28575" y="533400"/>
                </a:lnTo>
                <a:lnTo>
                  <a:pt x="19050" y="533400"/>
                </a:lnTo>
                <a:lnTo>
                  <a:pt x="19050" y="523875"/>
                </a:lnTo>
                <a:lnTo>
                  <a:pt x="28575" y="523875"/>
                </a:lnTo>
                <a:close/>
                <a:moveTo>
                  <a:pt x="342900" y="523875"/>
                </a:moveTo>
                <a:lnTo>
                  <a:pt x="361950" y="523875"/>
                </a:lnTo>
                <a:lnTo>
                  <a:pt x="361950" y="533400"/>
                </a:lnTo>
                <a:lnTo>
                  <a:pt x="342900" y="533400"/>
                </a:lnTo>
                <a:close/>
                <a:moveTo>
                  <a:pt x="295275" y="552450"/>
                </a:moveTo>
                <a:lnTo>
                  <a:pt x="304800" y="552450"/>
                </a:lnTo>
                <a:lnTo>
                  <a:pt x="304800" y="561975"/>
                </a:lnTo>
                <a:lnTo>
                  <a:pt x="295275" y="561975"/>
                </a:lnTo>
                <a:close/>
              </a:path>
            </a:pathLst>
          </a:custGeom>
          <a:solidFill xmlns:a="http://schemas.openxmlformats.org/drawingml/2006/main">
            <a:srgbClr val="F3EFE3"/>
          </a:solidFill>
          <a:ln xmlns:a="http://schemas.openxmlformats.org/drawingml/2006/main" w="0">
            <a:noFill/>
          </a:ln>
        </p:spPr>
      </p:sp>
      <p:sp>
        <p:nvSpPr>
          <p:cNvPr id="93" name="db vector #f3efe1">
            <a:extLst xmlns:a="http://schemas.openxmlformats.org/drawingml/2006/main">
              <a:ext uri="{FF2B5EF4-FFF2-40B4-BE49-F238E27FC236}">
                <a16:creationId xmlns:a16="http://schemas.microsoft.com/office/drawing/2014/main" id="{F553A2C2-AB3B-4EC5-B849-DE45D93F7C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91650" y="1647825"/>
            <a:ext cx="514350" cy="666750"/>
          </a:xfrm>
          <a:custGeom xmlns:a="http://schemas.openxmlformats.org/drawingml/2006/main">
            <a:pathLst>
              <a:path w="428625" h="561975">
                <a:moveTo>
                  <a:pt x="361950" y="38100"/>
                </a:moveTo>
                <a:lnTo>
                  <a:pt x="371475" y="38100"/>
                </a:lnTo>
                <a:lnTo>
                  <a:pt x="371475" y="47625"/>
                </a:lnTo>
                <a:lnTo>
                  <a:pt x="361950" y="47625"/>
                </a:lnTo>
                <a:close/>
                <a:moveTo>
                  <a:pt x="0" y="161925"/>
                </a:moveTo>
                <a:lnTo>
                  <a:pt x="9525" y="161925"/>
                </a:lnTo>
                <a:lnTo>
                  <a:pt x="9525" y="171450"/>
                </a:lnTo>
                <a:lnTo>
                  <a:pt x="19050" y="171450"/>
                </a:lnTo>
                <a:lnTo>
                  <a:pt x="19050" y="304800"/>
                </a:lnTo>
                <a:lnTo>
                  <a:pt x="9525" y="304800"/>
                </a:lnTo>
                <a:lnTo>
                  <a:pt x="9525" y="285750"/>
                </a:lnTo>
                <a:lnTo>
                  <a:pt x="0" y="285750"/>
                </a:lnTo>
                <a:lnTo>
                  <a:pt x="0" y="257175"/>
                </a:lnTo>
                <a:lnTo>
                  <a:pt x="9525" y="257175"/>
                </a:lnTo>
                <a:lnTo>
                  <a:pt x="9525" y="228600"/>
                </a:lnTo>
                <a:lnTo>
                  <a:pt x="0" y="228600"/>
                </a:lnTo>
                <a:lnTo>
                  <a:pt x="0" y="209550"/>
                </a:lnTo>
                <a:lnTo>
                  <a:pt x="9525" y="209550"/>
                </a:lnTo>
                <a:lnTo>
                  <a:pt x="9525" y="180975"/>
                </a:lnTo>
                <a:lnTo>
                  <a:pt x="0" y="180975"/>
                </a:lnTo>
                <a:close/>
                <a:moveTo>
                  <a:pt x="95250" y="314325"/>
                </a:moveTo>
                <a:lnTo>
                  <a:pt x="104775" y="314325"/>
                </a:lnTo>
                <a:lnTo>
                  <a:pt x="104775" y="323850"/>
                </a:lnTo>
                <a:lnTo>
                  <a:pt x="95250" y="323850"/>
                </a:lnTo>
                <a:close/>
                <a:moveTo>
                  <a:pt x="200025" y="314325"/>
                </a:moveTo>
                <a:lnTo>
                  <a:pt x="219075" y="314325"/>
                </a:lnTo>
                <a:lnTo>
                  <a:pt x="219075" y="323850"/>
                </a:lnTo>
                <a:lnTo>
                  <a:pt x="209550" y="323850"/>
                </a:lnTo>
                <a:lnTo>
                  <a:pt x="209550" y="342900"/>
                </a:lnTo>
                <a:lnTo>
                  <a:pt x="200025" y="342900"/>
                </a:lnTo>
                <a:close/>
                <a:moveTo>
                  <a:pt x="142875" y="323850"/>
                </a:moveTo>
                <a:lnTo>
                  <a:pt x="161925" y="323850"/>
                </a:lnTo>
                <a:lnTo>
                  <a:pt x="161925" y="333375"/>
                </a:lnTo>
                <a:lnTo>
                  <a:pt x="142875" y="333375"/>
                </a:lnTo>
                <a:close/>
                <a:moveTo>
                  <a:pt x="200025" y="352425"/>
                </a:moveTo>
                <a:lnTo>
                  <a:pt x="219075" y="352425"/>
                </a:lnTo>
                <a:lnTo>
                  <a:pt x="219075" y="361950"/>
                </a:lnTo>
                <a:lnTo>
                  <a:pt x="200025" y="361950"/>
                </a:lnTo>
                <a:close/>
                <a:moveTo>
                  <a:pt x="123825" y="419100"/>
                </a:moveTo>
                <a:lnTo>
                  <a:pt x="133350" y="419100"/>
                </a:lnTo>
                <a:lnTo>
                  <a:pt x="133350" y="428625"/>
                </a:lnTo>
                <a:lnTo>
                  <a:pt x="123825" y="428625"/>
                </a:lnTo>
                <a:close/>
                <a:moveTo>
                  <a:pt x="238125" y="514350"/>
                </a:moveTo>
                <a:lnTo>
                  <a:pt x="257175" y="514350"/>
                </a:lnTo>
                <a:lnTo>
                  <a:pt x="257175" y="523875"/>
                </a:lnTo>
                <a:lnTo>
                  <a:pt x="238125" y="523875"/>
                </a:lnTo>
                <a:close/>
                <a:moveTo>
                  <a:pt x="352425" y="514350"/>
                </a:moveTo>
                <a:lnTo>
                  <a:pt x="361950" y="514350"/>
                </a:lnTo>
                <a:lnTo>
                  <a:pt x="361950" y="523875"/>
                </a:lnTo>
                <a:lnTo>
                  <a:pt x="352425" y="523875"/>
                </a:lnTo>
                <a:close/>
                <a:moveTo>
                  <a:pt x="304800" y="533400"/>
                </a:moveTo>
                <a:lnTo>
                  <a:pt x="323850" y="533400"/>
                </a:lnTo>
                <a:lnTo>
                  <a:pt x="323850" y="552450"/>
                </a:lnTo>
                <a:lnTo>
                  <a:pt x="314325" y="552450"/>
                </a:lnTo>
                <a:lnTo>
                  <a:pt x="314325" y="542925"/>
                </a:lnTo>
                <a:lnTo>
                  <a:pt x="304800" y="542925"/>
                </a:lnTo>
                <a:close/>
                <a:moveTo>
                  <a:pt x="28575" y="552450"/>
                </a:moveTo>
                <a:lnTo>
                  <a:pt x="38100" y="552450"/>
                </a:lnTo>
                <a:lnTo>
                  <a:pt x="38100" y="561975"/>
                </a:lnTo>
                <a:lnTo>
                  <a:pt x="28575" y="561975"/>
                </a:lnTo>
                <a:close/>
                <a:moveTo>
                  <a:pt x="304800" y="552450"/>
                </a:moveTo>
                <a:lnTo>
                  <a:pt x="314325" y="552450"/>
                </a:lnTo>
                <a:lnTo>
                  <a:pt x="314325" y="561975"/>
                </a:lnTo>
                <a:lnTo>
                  <a:pt x="304800" y="561975"/>
                </a:lnTo>
                <a:close/>
              </a:path>
            </a:pathLst>
          </a:custGeom>
          <a:solidFill xmlns:a="http://schemas.openxmlformats.org/drawingml/2006/main">
            <a:srgbClr val="F3EFE1"/>
          </a:solidFill>
          <a:ln xmlns:a="http://schemas.openxmlformats.org/drawingml/2006/main" w="0">
            <a:noFill/>
          </a:ln>
        </p:spPr>
      </p:sp>
      <p:sp>
        <p:nvSpPr>
          <p:cNvPr id="94" name="db vector #f2efe2">
            <a:extLst xmlns:a="http://schemas.openxmlformats.org/drawingml/2006/main">
              <a:ext uri="{FF2B5EF4-FFF2-40B4-BE49-F238E27FC236}">
                <a16:creationId xmlns:a16="http://schemas.microsoft.com/office/drawing/2014/main" id="{A8714597-0310-4EAF-BF16-8C9DF725AB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91650" y="1647825"/>
            <a:ext cx="514350" cy="666750"/>
          </a:xfrm>
          <a:custGeom xmlns:a="http://schemas.openxmlformats.org/drawingml/2006/main">
            <a:pathLst>
              <a:path w="428625" h="561975">
                <a:moveTo>
                  <a:pt x="352425" y="57150"/>
                </a:moveTo>
                <a:lnTo>
                  <a:pt x="361950" y="57150"/>
                </a:lnTo>
                <a:lnTo>
                  <a:pt x="361950" y="66675"/>
                </a:lnTo>
                <a:lnTo>
                  <a:pt x="352425" y="66675"/>
                </a:lnTo>
                <a:close/>
                <a:moveTo>
                  <a:pt x="247650" y="85725"/>
                </a:moveTo>
                <a:lnTo>
                  <a:pt x="257175" y="85725"/>
                </a:lnTo>
                <a:lnTo>
                  <a:pt x="257175" y="95250"/>
                </a:lnTo>
                <a:lnTo>
                  <a:pt x="247650" y="95250"/>
                </a:lnTo>
                <a:close/>
                <a:moveTo>
                  <a:pt x="314325" y="95250"/>
                </a:moveTo>
                <a:lnTo>
                  <a:pt x="333375" y="95250"/>
                </a:lnTo>
                <a:lnTo>
                  <a:pt x="333375" y="114300"/>
                </a:lnTo>
                <a:lnTo>
                  <a:pt x="314325" y="114300"/>
                </a:lnTo>
                <a:close/>
                <a:moveTo>
                  <a:pt x="180975" y="104775"/>
                </a:moveTo>
                <a:lnTo>
                  <a:pt x="228600" y="104775"/>
                </a:lnTo>
                <a:lnTo>
                  <a:pt x="228600" y="133350"/>
                </a:lnTo>
                <a:lnTo>
                  <a:pt x="219075" y="133350"/>
                </a:lnTo>
                <a:lnTo>
                  <a:pt x="219075" y="142875"/>
                </a:lnTo>
                <a:lnTo>
                  <a:pt x="180975" y="142875"/>
                </a:lnTo>
                <a:close/>
                <a:moveTo>
                  <a:pt x="104775" y="114300"/>
                </a:moveTo>
                <a:lnTo>
                  <a:pt x="123825" y="114300"/>
                </a:lnTo>
                <a:lnTo>
                  <a:pt x="123825" y="142875"/>
                </a:lnTo>
                <a:lnTo>
                  <a:pt x="114300" y="142875"/>
                </a:lnTo>
                <a:lnTo>
                  <a:pt x="114300" y="133350"/>
                </a:lnTo>
                <a:lnTo>
                  <a:pt x="95250" y="133350"/>
                </a:lnTo>
                <a:lnTo>
                  <a:pt x="95250" y="123825"/>
                </a:lnTo>
                <a:lnTo>
                  <a:pt x="104775" y="123825"/>
                </a:lnTo>
                <a:close/>
                <a:moveTo>
                  <a:pt x="238125" y="133350"/>
                </a:moveTo>
                <a:lnTo>
                  <a:pt x="247650" y="133350"/>
                </a:lnTo>
                <a:lnTo>
                  <a:pt x="247650" y="142875"/>
                </a:lnTo>
                <a:lnTo>
                  <a:pt x="238125" y="142875"/>
                </a:lnTo>
                <a:close/>
                <a:moveTo>
                  <a:pt x="257175" y="133350"/>
                </a:moveTo>
                <a:lnTo>
                  <a:pt x="285750" y="133350"/>
                </a:lnTo>
                <a:lnTo>
                  <a:pt x="285750" y="142875"/>
                </a:lnTo>
                <a:lnTo>
                  <a:pt x="257175" y="142875"/>
                </a:lnTo>
                <a:close/>
                <a:moveTo>
                  <a:pt x="9525" y="152400"/>
                </a:moveTo>
                <a:lnTo>
                  <a:pt x="19050" y="152400"/>
                </a:lnTo>
                <a:lnTo>
                  <a:pt x="19050" y="171450"/>
                </a:lnTo>
                <a:lnTo>
                  <a:pt x="9525" y="171450"/>
                </a:lnTo>
                <a:close/>
                <a:moveTo>
                  <a:pt x="85725" y="200025"/>
                </a:moveTo>
                <a:lnTo>
                  <a:pt x="95250" y="200025"/>
                </a:lnTo>
                <a:lnTo>
                  <a:pt x="95250" y="209550"/>
                </a:lnTo>
                <a:lnTo>
                  <a:pt x="85725" y="209550"/>
                </a:lnTo>
                <a:close/>
                <a:moveTo>
                  <a:pt x="123825" y="200025"/>
                </a:moveTo>
                <a:lnTo>
                  <a:pt x="142875" y="200025"/>
                </a:lnTo>
                <a:lnTo>
                  <a:pt x="142875" y="209550"/>
                </a:lnTo>
                <a:lnTo>
                  <a:pt x="123825" y="209550"/>
                </a:lnTo>
                <a:close/>
                <a:moveTo>
                  <a:pt x="9525" y="304800"/>
                </a:moveTo>
                <a:lnTo>
                  <a:pt x="19050" y="304800"/>
                </a:lnTo>
                <a:lnTo>
                  <a:pt x="19050" y="314325"/>
                </a:lnTo>
                <a:lnTo>
                  <a:pt x="9525" y="314325"/>
                </a:lnTo>
                <a:close/>
                <a:moveTo>
                  <a:pt x="95250" y="304800"/>
                </a:moveTo>
                <a:lnTo>
                  <a:pt x="114300" y="304800"/>
                </a:lnTo>
                <a:lnTo>
                  <a:pt x="114300" y="314325"/>
                </a:lnTo>
                <a:lnTo>
                  <a:pt x="123825" y="314325"/>
                </a:lnTo>
                <a:lnTo>
                  <a:pt x="123825" y="323850"/>
                </a:lnTo>
                <a:lnTo>
                  <a:pt x="104775" y="323850"/>
                </a:lnTo>
                <a:lnTo>
                  <a:pt x="104775" y="314325"/>
                </a:lnTo>
                <a:lnTo>
                  <a:pt x="95250" y="314325"/>
                </a:lnTo>
                <a:close/>
                <a:moveTo>
                  <a:pt x="76200" y="314325"/>
                </a:moveTo>
                <a:lnTo>
                  <a:pt x="95250" y="314325"/>
                </a:lnTo>
                <a:lnTo>
                  <a:pt x="95250" y="323850"/>
                </a:lnTo>
                <a:lnTo>
                  <a:pt x="104775" y="323850"/>
                </a:lnTo>
                <a:lnTo>
                  <a:pt x="104775" y="333375"/>
                </a:lnTo>
                <a:lnTo>
                  <a:pt x="85725" y="333375"/>
                </a:lnTo>
                <a:lnTo>
                  <a:pt x="85725" y="323850"/>
                </a:lnTo>
                <a:lnTo>
                  <a:pt x="76200" y="323850"/>
                </a:lnTo>
                <a:close/>
                <a:moveTo>
                  <a:pt x="228600" y="314325"/>
                </a:moveTo>
                <a:lnTo>
                  <a:pt x="247650" y="314325"/>
                </a:lnTo>
                <a:lnTo>
                  <a:pt x="247650" y="333375"/>
                </a:lnTo>
                <a:lnTo>
                  <a:pt x="238125" y="333375"/>
                </a:lnTo>
                <a:lnTo>
                  <a:pt x="238125" y="342900"/>
                </a:lnTo>
                <a:lnTo>
                  <a:pt x="209550" y="342900"/>
                </a:lnTo>
                <a:lnTo>
                  <a:pt x="209550" y="323850"/>
                </a:lnTo>
                <a:lnTo>
                  <a:pt x="228600" y="323850"/>
                </a:lnTo>
                <a:close/>
                <a:moveTo>
                  <a:pt x="190500" y="323850"/>
                </a:moveTo>
                <a:lnTo>
                  <a:pt x="200025" y="323850"/>
                </a:lnTo>
                <a:lnTo>
                  <a:pt x="200025" y="342900"/>
                </a:lnTo>
                <a:lnTo>
                  <a:pt x="190500" y="342900"/>
                </a:lnTo>
                <a:close/>
                <a:moveTo>
                  <a:pt x="219075" y="352425"/>
                </a:moveTo>
                <a:lnTo>
                  <a:pt x="228600" y="352425"/>
                </a:lnTo>
                <a:lnTo>
                  <a:pt x="228600" y="361950"/>
                </a:lnTo>
                <a:lnTo>
                  <a:pt x="219075" y="361950"/>
                </a:lnTo>
                <a:close/>
                <a:moveTo>
                  <a:pt x="409575" y="381000"/>
                </a:moveTo>
                <a:lnTo>
                  <a:pt x="419100" y="381000"/>
                </a:lnTo>
                <a:lnTo>
                  <a:pt x="419100" y="390525"/>
                </a:lnTo>
                <a:lnTo>
                  <a:pt x="409575" y="390525"/>
                </a:lnTo>
                <a:close/>
                <a:moveTo>
                  <a:pt x="123825" y="409575"/>
                </a:moveTo>
                <a:lnTo>
                  <a:pt x="152400" y="409575"/>
                </a:lnTo>
                <a:lnTo>
                  <a:pt x="152400" y="419100"/>
                </a:lnTo>
                <a:lnTo>
                  <a:pt x="161925" y="419100"/>
                </a:lnTo>
                <a:lnTo>
                  <a:pt x="161925" y="428625"/>
                </a:lnTo>
                <a:lnTo>
                  <a:pt x="171450" y="428625"/>
                </a:lnTo>
                <a:lnTo>
                  <a:pt x="171450" y="447675"/>
                </a:lnTo>
                <a:lnTo>
                  <a:pt x="180975" y="447675"/>
                </a:lnTo>
                <a:lnTo>
                  <a:pt x="180975" y="457200"/>
                </a:lnTo>
                <a:lnTo>
                  <a:pt x="152400" y="457200"/>
                </a:lnTo>
                <a:lnTo>
                  <a:pt x="152400" y="447675"/>
                </a:lnTo>
                <a:lnTo>
                  <a:pt x="161925" y="447675"/>
                </a:lnTo>
                <a:lnTo>
                  <a:pt x="161925" y="438150"/>
                </a:lnTo>
                <a:lnTo>
                  <a:pt x="123825" y="438150"/>
                </a:lnTo>
                <a:lnTo>
                  <a:pt x="123825" y="428625"/>
                </a:lnTo>
                <a:lnTo>
                  <a:pt x="133350" y="428625"/>
                </a:lnTo>
                <a:lnTo>
                  <a:pt x="133350" y="419100"/>
                </a:lnTo>
                <a:lnTo>
                  <a:pt x="123825" y="419100"/>
                </a:lnTo>
                <a:close/>
                <a:moveTo>
                  <a:pt x="180975" y="428625"/>
                </a:moveTo>
                <a:lnTo>
                  <a:pt x="228600" y="428625"/>
                </a:lnTo>
                <a:lnTo>
                  <a:pt x="228600" y="438150"/>
                </a:lnTo>
                <a:lnTo>
                  <a:pt x="219075" y="438150"/>
                </a:lnTo>
                <a:lnTo>
                  <a:pt x="219075" y="447675"/>
                </a:lnTo>
                <a:lnTo>
                  <a:pt x="228600" y="447675"/>
                </a:lnTo>
                <a:lnTo>
                  <a:pt x="228600" y="457200"/>
                </a:lnTo>
                <a:lnTo>
                  <a:pt x="200025" y="457200"/>
                </a:lnTo>
                <a:lnTo>
                  <a:pt x="200025" y="447675"/>
                </a:lnTo>
                <a:lnTo>
                  <a:pt x="209550" y="447675"/>
                </a:lnTo>
                <a:lnTo>
                  <a:pt x="209550" y="438150"/>
                </a:lnTo>
                <a:lnTo>
                  <a:pt x="180975" y="438150"/>
                </a:lnTo>
                <a:close/>
                <a:moveTo>
                  <a:pt x="257175" y="447675"/>
                </a:moveTo>
                <a:lnTo>
                  <a:pt x="266700" y="447675"/>
                </a:lnTo>
                <a:lnTo>
                  <a:pt x="266700" y="457200"/>
                </a:lnTo>
                <a:lnTo>
                  <a:pt x="257175" y="457200"/>
                </a:lnTo>
                <a:close/>
                <a:moveTo>
                  <a:pt x="390525" y="476250"/>
                </a:moveTo>
                <a:lnTo>
                  <a:pt x="400050" y="476250"/>
                </a:lnTo>
                <a:lnTo>
                  <a:pt x="400050" y="485775"/>
                </a:lnTo>
                <a:lnTo>
                  <a:pt x="409575" y="485775"/>
                </a:lnTo>
                <a:lnTo>
                  <a:pt x="409575" y="495300"/>
                </a:lnTo>
                <a:lnTo>
                  <a:pt x="381000" y="495300"/>
                </a:lnTo>
                <a:lnTo>
                  <a:pt x="381000" y="485775"/>
                </a:lnTo>
                <a:lnTo>
                  <a:pt x="390525" y="485775"/>
                </a:lnTo>
                <a:close/>
                <a:moveTo>
                  <a:pt x="409575" y="495300"/>
                </a:moveTo>
                <a:lnTo>
                  <a:pt x="419100" y="495300"/>
                </a:lnTo>
                <a:lnTo>
                  <a:pt x="419100" y="504825"/>
                </a:lnTo>
                <a:lnTo>
                  <a:pt x="409575" y="504825"/>
                </a:lnTo>
                <a:close/>
                <a:moveTo>
                  <a:pt x="266700" y="504825"/>
                </a:moveTo>
                <a:lnTo>
                  <a:pt x="276225" y="504825"/>
                </a:lnTo>
                <a:lnTo>
                  <a:pt x="276225" y="514350"/>
                </a:lnTo>
                <a:lnTo>
                  <a:pt x="266700" y="514350"/>
                </a:lnTo>
                <a:close/>
                <a:moveTo>
                  <a:pt x="342900" y="504825"/>
                </a:moveTo>
                <a:lnTo>
                  <a:pt x="352425" y="504825"/>
                </a:lnTo>
                <a:lnTo>
                  <a:pt x="352425" y="523875"/>
                </a:lnTo>
                <a:lnTo>
                  <a:pt x="342900" y="523875"/>
                </a:lnTo>
                <a:lnTo>
                  <a:pt x="342900" y="533400"/>
                </a:lnTo>
                <a:lnTo>
                  <a:pt x="323850" y="533400"/>
                </a:lnTo>
                <a:lnTo>
                  <a:pt x="323850" y="523875"/>
                </a:lnTo>
                <a:lnTo>
                  <a:pt x="333375" y="523875"/>
                </a:lnTo>
                <a:lnTo>
                  <a:pt x="333375" y="514350"/>
                </a:lnTo>
                <a:lnTo>
                  <a:pt x="342900" y="514350"/>
                </a:lnTo>
                <a:close/>
                <a:moveTo>
                  <a:pt x="85725" y="514350"/>
                </a:moveTo>
                <a:lnTo>
                  <a:pt x="114300" y="514350"/>
                </a:lnTo>
                <a:lnTo>
                  <a:pt x="114300" y="523875"/>
                </a:lnTo>
                <a:lnTo>
                  <a:pt x="85725" y="523875"/>
                </a:lnTo>
                <a:close/>
                <a:moveTo>
                  <a:pt x="200025" y="514350"/>
                </a:moveTo>
                <a:lnTo>
                  <a:pt x="228600" y="514350"/>
                </a:lnTo>
                <a:lnTo>
                  <a:pt x="228600" y="523875"/>
                </a:lnTo>
                <a:lnTo>
                  <a:pt x="200025" y="523875"/>
                </a:lnTo>
                <a:close/>
                <a:moveTo>
                  <a:pt x="361950" y="514350"/>
                </a:moveTo>
                <a:lnTo>
                  <a:pt x="381000" y="514350"/>
                </a:lnTo>
                <a:lnTo>
                  <a:pt x="381000" y="533400"/>
                </a:lnTo>
                <a:lnTo>
                  <a:pt x="361950" y="533400"/>
                </a:lnTo>
                <a:close/>
                <a:moveTo>
                  <a:pt x="180975" y="523875"/>
                </a:moveTo>
                <a:lnTo>
                  <a:pt x="190500" y="523875"/>
                </a:lnTo>
                <a:lnTo>
                  <a:pt x="190500" y="533400"/>
                </a:lnTo>
                <a:lnTo>
                  <a:pt x="180975" y="533400"/>
                </a:lnTo>
                <a:close/>
                <a:moveTo>
                  <a:pt x="238125" y="523875"/>
                </a:moveTo>
                <a:lnTo>
                  <a:pt x="266700" y="523875"/>
                </a:lnTo>
                <a:lnTo>
                  <a:pt x="266700" y="533400"/>
                </a:lnTo>
                <a:lnTo>
                  <a:pt x="238125" y="533400"/>
                </a:lnTo>
                <a:close/>
                <a:moveTo>
                  <a:pt x="276225" y="523875"/>
                </a:moveTo>
                <a:lnTo>
                  <a:pt x="295275" y="523875"/>
                </a:lnTo>
                <a:lnTo>
                  <a:pt x="295275" y="533400"/>
                </a:lnTo>
                <a:lnTo>
                  <a:pt x="276225" y="533400"/>
                </a:lnTo>
                <a:close/>
              </a:path>
            </a:pathLst>
          </a:custGeom>
          <a:solidFill xmlns:a="http://schemas.openxmlformats.org/drawingml/2006/main">
            <a:srgbClr val="F2EFE2"/>
          </a:solidFill>
          <a:ln xmlns:a="http://schemas.openxmlformats.org/drawingml/2006/main" w="0">
            <a:noFill/>
          </a:ln>
        </p:spPr>
      </p:sp>
      <p:sp>
        <p:nvSpPr>
          <p:cNvPr id="95" name="db vector #f0efe2">
            <a:extLst xmlns:a="http://schemas.openxmlformats.org/drawingml/2006/main">
              <a:ext uri="{FF2B5EF4-FFF2-40B4-BE49-F238E27FC236}">
                <a16:creationId xmlns:a16="http://schemas.microsoft.com/office/drawing/2014/main" id="{06AD22D9-D6B7-4A48-A67E-4D8DC8607EC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91650" y="1647825"/>
            <a:ext cx="514350" cy="666750"/>
          </a:xfrm>
          <a:custGeom xmlns:a="http://schemas.openxmlformats.org/drawingml/2006/main">
            <a:pathLst>
              <a:path w="428625" h="561975">
                <a:moveTo>
                  <a:pt x="152400" y="38100"/>
                </a:moveTo>
                <a:lnTo>
                  <a:pt x="171450" y="38100"/>
                </a:lnTo>
                <a:lnTo>
                  <a:pt x="171450" y="47625"/>
                </a:lnTo>
                <a:lnTo>
                  <a:pt x="152400" y="47625"/>
                </a:lnTo>
                <a:close/>
                <a:moveTo>
                  <a:pt x="238125" y="38100"/>
                </a:moveTo>
                <a:lnTo>
                  <a:pt x="247650" y="38100"/>
                </a:lnTo>
                <a:lnTo>
                  <a:pt x="247650" y="47625"/>
                </a:lnTo>
                <a:lnTo>
                  <a:pt x="238125" y="47625"/>
                </a:lnTo>
                <a:close/>
                <a:moveTo>
                  <a:pt x="38100" y="66675"/>
                </a:moveTo>
                <a:lnTo>
                  <a:pt x="57150" y="66675"/>
                </a:lnTo>
                <a:lnTo>
                  <a:pt x="57150" y="76200"/>
                </a:lnTo>
                <a:lnTo>
                  <a:pt x="47625" y="76200"/>
                </a:lnTo>
                <a:lnTo>
                  <a:pt x="47625" y="85725"/>
                </a:lnTo>
                <a:lnTo>
                  <a:pt x="38100" y="85725"/>
                </a:lnTo>
                <a:lnTo>
                  <a:pt x="38100" y="95250"/>
                </a:lnTo>
                <a:lnTo>
                  <a:pt x="28575" y="95250"/>
                </a:lnTo>
                <a:lnTo>
                  <a:pt x="28575" y="85725"/>
                </a:lnTo>
                <a:lnTo>
                  <a:pt x="19050" y="85725"/>
                </a:lnTo>
                <a:lnTo>
                  <a:pt x="19050" y="76200"/>
                </a:lnTo>
                <a:lnTo>
                  <a:pt x="38100" y="76200"/>
                </a:lnTo>
                <a:close/>
                <a:moveTo>
                  <a:pt x="333375" y="95250"/>
                </a:moveTo>
                <a:lnTo>
                  <a:pt x="342900" y="95250"/>
                </a:lnTo>
                <a:lnTo>
                  <a:pt x="342900" y="104775"/>
                </a:lnTo>
                <a:lnTo>
                  <a:pt x="352425" y="104775"/>
                </a:lnTo>
                <a:lnTo>
                  <a:pt x="352425" y="142875"/>
                </a:lnTo>
                <a:lnTo>
                  <a:pt x="342900" y="142875"/>
                </a:lnTo>
                <a:lnTo>
                  <a:pt x="342900" y="114300"/>
                </a:lnTo>
                <a:lnTo>
                  <a:pt x="333375" y="114300"/>
                </a:lnTo>
                <a:close/>
                <a:moveTo>
                  <a:pt x="95250" y="114300"/>
                </a:moveTo>
                <a:lnTo>
                  <a:pt x="104775" y="114300"/>
                </a:lnTo>
                <a:lnTo>
                  <a:pt x="104775" y="123825"/>
                </a:lnTo>
                <a:lnTo>
                  <a:pt x="95250" y="123825"/>
                </a:lnTo>
                <a:close/>
                <a:moveTo>
                  <a:pt x="219075" y="133350"/>
                </a:moveTo>
                <a:lnTo>
                  <a:pt x="238125" y="133350"/>
                </a:lnTo>
                <a:lnTo>
                  <a:pt x="238125" y="142875"/>
                </a:lnTo>
                <a:lnTo>
                  <a:pt x="219075" y="142875"/>
                </a:lnTo>
                <a:close/>
                <a:moveTo>
                  <a:pt x="142875" y="142875"/>
                </a:moveTo>
                <a:lnTo>
                  <a:pt x="171450" y="142875"/>
                </a:lnTo>
                <a:lnTo>
                  <a:pt x="171450" y="152400"/>
                </a:lnTo>
                <a:lnTo>
                  <a:pt x="142875" y="152400"/>
                </a:lnTo>
                <a:close/>
                <a:moveTo>
                  <a:pt x="276225" y="142875"/>
                </a:moveTo>
                <a:lnTo>
                  <a:pt x="285750" y="142875"/>
                </a:lnTo>
                <a:lnTo>
                  <a:pt x="285750" y="152400"/>
                </a:lnTo>
                <a:lnTo>
                  <a:pt x="276225" y="152400"/>
                </a:lnTo>
                <a:close/>
                <a:moveTo>
                  <a:pt x="295275" y="142875"/>
                </a:moveTo>
                <a:lnTo>
                  <a:pt x="314325" y="142875"/>
                </a:lnTo>
                <a:lnTo>
                  <a:pt x="314325" y="152400"/>
                </a:lnTo>
                <a:lnTo>
                  <a:pt x="295275" y="152400"/>
                </a:lnTo>
                <a:close/>
                <a:moveTo>
                  <a:pt x="190500" y="152400"/>
                </a:moveTo>
                <a:lnTo>
                  <a:pt x="238125" y="152400"/>
                </a:lnTo>
                <a:lnTo>
                  <a:pt x="238125" y="161925"/>
                </a:lnTo>
                <a:lnTo>
                  <a:pt x="190500" y="161925"/>
                </a:lnTo>
                <a:close/>
                <a:moveTo>
                  <a:pt x="409575" y="171450"/>
                </a:moveTo>
                <a:lnTo>
                  <a:pt x="419100" y="171450"/>
                </a:lnTo>
                <a:lnTo>
                  <a:pt x="419100" y="180975"/>
                </a:lnTo>
                <a:lnTo>
                  <a:pt x="409575" y="180975"/>
                </a:lnTo>
                <a:close/>
                <a:moveTo>
                  <a:pt x="95250" y="180975"/>
                </a:moveTo>
                <a:lnTo>
                  <a:pt x="104775" y="180975"/>
                </a:lnTo>
                <a:lnTo>
                  <a:pt x="104775" y="190500"/>
                </a:lnTo>
                <a:lnTo>
                  <a:pt x="95250" y="190500"/>
                </a:lnTo>
                <a:close/>
                <a:moveTo>
                  <a:pt x="342900" y="180975"/>
                </a:moveTo>
                <a:lnTo>
                  <a:pt x="352425" y="180975"/>
                </a:lnTo>
                <a:lnTo>
                  <a:pt x="352425" y="200025"/>
                </a:lnTo>
                <a:lnTo>
                  <a:pt x="342900" y="200025"/>
                </a:lnTo>
                <a:close/>
                <a:moveTo>
                  <a:pt x="123825" y="190500"/>
                </a:moveTo>
                <a:lnTo>
                  <a:pt x="161925" y="190500"/>
                </a:lnTo>
                <a:lnTo>
                  <a:pt x="161925" y="200025"/>
                </a:lnTo>
                <a:lnTo>
                  <a:pt x="152400" y="200025"/>
                </a:lnTo>
                <a:lnTo>
                  <a:pt x="152400" y="219075"/>
                </a:lnTo>
                <a:lnTo>
                  <a:pt x="142875" y="219075"/>
                </a:lnTo>
                <a:lnTo>
                  <a:pt x="142875" y="238125"/>
                </a:lnTo>
                <a:lnTo>
                  <a:pt x="152400" y="238125"/>
                </a:lnTo>
                <a:lnTo>
                  <a:pt x="152400" y="247650"/>
                </a:lnTo>
                <a:lnTo>
                  <a:pt x="142875" y="247650"/>
                </a:lnTo>
                <a:lnTo>
                  <a:pt x="142875" y="257175"/>
                </a:lnTo>
                <a:lnTo>
                  <a:pt x="133350" y="257175"/>
                </a:lnTo>
                <a:lnTo>
                  <a:pt x="133350" y="238125"/>
                </a:lnTo>
                <a:lnTo>
                  <a:pt x="123825" y="238125"/>
                </a:lnTo>
                <a:lnTo>
                  <a:pt x="123825" y="247650"/>
                </a:lnTo>
                <a:lnTo>
                  <a:pt x="114300" y="247650"/>
                </a:lnTo>
                <a:lnTo>
                  <a:pt x="114300" y="228600"/>
                </a:lnTo>
                <a:lnTo>
                  <a:pt x="123825" y="228600"/>
                </a:lnTo>
                <a:lnTo>
                  <a:pt x="123825" y="209550"/>
                </a:lnTo>
                <a:lnTo>
                  <a:pt x="114300" y="209550"/>
                </a:lnTo>
                <a:lnTo>
                  <a:pt x="114300" y="200025"/>
                </a:lnTo>
                <a:lnTo>
                  <a:pt x="123825" y="200025"/>
                </a:lnTo>
                <a:close/>
                <a:moveTo>
                  <a:pt x="161925" y="200025"/>
                </a:moveTo>
                <a:lnTo>
                  <a:pt x="180975" y="200025"/>
                </a:lnTo>
                <a:lnTo>
                  <a:pt x="180975" y="209550"/>
                </a:lnTo>
                <a:lnTo>
                  <a:pt x="161925" y="209550"/>
                </a:lnTo>
                <a:close/>
                <a:moveTo>
                  <a:pt x="295275" y="200025"/>
                </a:moveTo>
                <a:lnTo>
                  <a:pt x="323850" y="200025"/>
                </a:lnTo>
                <a:lnTo>
                  <a:pt x="323850" y="209550"/>
                </a:lnTo>
                <a:lnTo>
                  <a:pt x="295275" y="209550"/>
                </a:lnTo>
                <a:close/>
                <a:moveTo>
                  <a:pt x="123825" y="209550"/>
                </a:moveTo>
                <a:lnTo>
                  <a:pt x="142875" y="209550"/>
                </a:lnTo>
                <a:lnTo>
                  <a:pt x="142875" y="200025"/>
                </a:lnTo>
                <a:lnTo>
                  <a:pt x="123825" y="200025"/>
                </a:lnTo>
                <a:close/>
                <a:moveTo>
                  <a:pt x="66675" y="228600"/>
                </a:moveTo>
                <a:lnTo>
                  <a:pt x="76200" y="228600"/>
                </a:lnTo>
                <a:lnTo>
                  <a:pt x="76200" y="238125"/>
                </a:lnTo>
                <a:lnTo>
                  <a:pt x="66675" y="238125"/>
                </a:lnTo>
                <a:close/>
                <a:moveTo>
                  <a:pt x="304800" y="228600"/>
                </a:moveTo>
                <a:lnTo>
                  <a:pt x="314325" y="228600"/>
                </a:lnTo>
                <a:lnTo>
                  <a:pt x="314325" y="238125"/>
                </a:lnTo>
                <a:lnTo>
                  <a:pt x="304800" y="238125"/>
                </a:lnTo>
                <a:close/>
                <a:moveTo>
                  <a:pt x="285750" y="238125"/>
                </a:moveTo>
                <a:lnTo>
                  <a:pt x="304800" y="238125"/>
                </a:lnTo>
                <a:lnTo>
                  <a:pt x="304800" y="247650"/>
                </a:lnTo>
                <a:lnTo>
                  <a:pt x="295275" y="247650"/>
                </a:lnTo>
                <a:lnTo>
                  <a:pt x="295275" y="257175"/>
                </a:lnTo>
                <a:lnTo>
                  <a:pt x="285750" y="257175"/>
                </a:lnTo>
                <a:close/>
                <a:moveTo>
                  <a:pt x="104775" y="285750"/>
                </a:moveTo>
                <a:lnTo>
                  <a:pt x="114300" y="285750"/>
                </a:lnTo>
                <a:lnTo>
                  <a:pt x="114300" y="295275"/>
                </a:lnTo>
                <a:lnTo>
                  <a:pt x="104775" y="295275"/>
                </a:lnTo>
                <a:close/>
                <a:moveTo>
                  <a:pt x="123825" y="295275"/>
                </a:moveTo>
                <a:lnTo>
                  <a:pt x="142875" y="295275"/>
                </a:lnTo>
                <a:lnTo>
                  <a:pt x="142875" y="304800"/>
                </a:lnTo>
                <a:lnTo>
                  <a:pt x="123825" y="304800"/>
                </a:lnTo>
                <a:close/>
                <a:moveTo>
                  <a:pt x="257175" y="295275"/>
                </a:moveTo>
                <a:lnTo>
                  <a:pt x="295275" y="295275"/>
                </a:lnTo>
                <a:lnTo>
                  <a:pt x="295275" y="304800"/>
                </a:lnTo>
                <a:lnTo>
                  <a:pt x="285750" y="304800"/>
                </a:lnTo>
                <a:lnTo>
                  <a:pt x="285750" y="314325"/>
                </a:lnTo>
                <a:lnTo>
                  <a:pt x="295275" y="314325"/>
                </a:lnTo>
                <a:lnTo>
                  <a:pt x="295275" y="333375"/>
                </a:lnTo>
                <a:lnTo>
                  <a:pt x="285750" y="333375"/>
                </a:lnTo>
                <a:lnTo>
                  <a:pt x="285750" y="323850"/>
                </a:lnTo>
                <a:lnTo>
                  <a:pt x="276225" y="323850"/>
                </a:lnTo>
                <a:lnTo>
                  <a:pt x="276225" y="314325"/>
                </a:lnTo>
                <a:lnTo>
                  <a:pt x="266700" y="314325"/>
                </a:lnTo>
                <a:lnTo>
                  <a:pt x="266700" y="304800"/>
                </a:lnTo>
                <a:lnTo>
                  <a:pt x="257175" y="304800"/>
                </a:lnTo>
                <a:close/>
                <a:moveTo>
                  <a:pt x="190500" y="304800"/>
                </a:moveTo>
                <a:lnTo>
                  <a:pt x="200025" y="304800"/>
                </a:lnTo>
                <a:lnTo>
                  <a:pt x="200025" y="314325"/>
                </a:lnTo>
                <a:lnTo>
                  <a:pt x="190500" y="314325"/>
                </a:lnTo>
                <a:close/>
                <a:moveTo>
                  <a:pt x="228600" y="304800"/>
                </a:moveTo>
                <a:lnTo>
                  <a:pt x="247650" y="304800"/>
                </a:lnTo>
                <a:lnTo>
                  <a:pt x="247650" y="314325"/>
                </a:lnTo>
                <a:lnTo>
                  <a:pt x="228600" y="314325"/>
                </a:lnTo>
                <a:close/>
                <a:moveTo>
                  <a:pt x="9525" y="314325"/>
                </a:moveTo>
                <a:lnTo>
                  <a:pt x="19050" y="314325"/>
                </a:lnTo>
                <a:lnTo>
                  <a:pt x="19050" y="333375"/>
                </a:lnTo>
                <a:lnTo>
                  <a:pt x="9525" y="333375"/>
                </a:lnTo>
                <a:close/>
                <a:moveTo>
                  <a:pt x="247650" y="314325"/>
                </a:moveTo>
                <a:lnTo>
                  <a:pt x="266700" y="314325"/>
                </a:lnTo>
                <a:lnTo>
                  <a:pt x="266700" y="323850"/>
                </a:lnTo>
                <a:lnTo>
                  <a:pt x="257175" y="323850"/>
                </a:lnTo>
                <a:lnTo>
                  <a:pt x="257175" y="333375"/>
                </a:lnTo>
                <a:lnTo>
                  <a:pt x="285750" y="333375"/>
                </a:lnTo>
                <a:lnTo>
                  <a:pt x="285750" y="342900"/>
                </a:lnTo>
                <a:lnTo>
                  <a:pt x="238125" y="342900"/>
                </a:lnTo>
                <a:lnTo>
                  <a:pt x="238125" y="333375"/>
                </a:lnTo>
                <a:lnTo>
                  <a:pt x="247650" y="333375"/>
                </a:lnTo>
                <a:close/>
                <a:moveTo>
                  <a:pt x="409575" y="323850"/>
                </a:moveTo>
                <a:lnTo>
                  <a:pt x="419100" y="323850"/>
                </a:lnTo>
                <a:lnTo>
                  <a:pt x="419100" y="333375"/>
                </a:lnTo>
                <a:lnTo>
                  <a:pt x="409575" y="333375"/>
                </a:lnTo>
                <a:close/>
                <a:moveTo>
                  <a:pt x="95250" y="342900"/>
                </a:moveTo>
                <a:lnTo>
                  <a:pt x="133350" y="342900"/>
                </a:lnTo>
                <a:lnTo>
                  <a:pt x="133350" y="352425"/>
                </a:lnTo>
                <a:lnTo>
                  <a:pt x="95250" y="352425"/>
                </a:lnTo>
                <a:close/>
                <a:moveTo>
                  <a:pt x="133350" y="352425"/>
                </a:moveTo>
                <a:lnTo>
                  <a:pt x="161925" y="352425"/>
                </a:lnTo>
                <a:lnTo>
                  <a:pt x="161925" y="361950"/>
                </a:lnTo>
                <a:lnTo>
                  <a:pt x="133350" y="361950"/>
                </a:lnTo>
                <a:close/>
                <a:moveTo>
                  <a:pt x="171450" y="352425"/>
                </a:moveTo>
                <a:lnTo>
                  <a:pt x="180975" y="352425"/>
                </a:lnTo>
                <a:lnTo>
                  <a:pt x="180975" y="361950"/>
                </a:lnTo>
                <a:lnTo>
                  <a:pt x="171450" y="361950"/>
                </a:lnTo>
                <a:close/>
                <a:moveTo>
                  <a:pt x="228600" y="352425"/>
                </a:moveTo>
                <a:lnTo>
                  <a:pt x="257175" y="352425"/>
                </a:lnTo>
                <a:lnTo>
                  <a:pt x="257175" y="361950"/>
                </a:lnTo>
                <a:lnTo>
                  <a:pt x="228600" y="361950"/>
                </a:lnTo>
                <a:close/>
                <a:moveTo>
                  <a:pt x="266700" y="352425"/>
                </a:moveTo>
                <a:lnTo>
                  <a:pt x="276225" y="352425"/>
                </a:lnTo>
                <a:lnTo>
                  <a:pt x="276225" y="361950"/>
                </a:lnTo>
                <a:lnTo>
                  <a:pt x="266700" y="361950"/>
                </a:lnTo>
                <a:close/>
                <a:moveTo>
                  <a:pt x="95250" y="390525"/>
                </a:moveTo>
                <a:lnTo>
                  <a:pt x="104775" y="390525"/>
                </a:lnTo>
                <a:lnTo>
                  <a:pt x="104775" y="400050"/>
                </a:lnTo>
                <a:lnTo>
                  <a:pt x="95250" y="400050"/>
                </a:lnTo>
                <a:close/>
                <a:moveTo>
                  <a:pt x="123825" y="400050"/>
                </a:moveTo>
                <a:lnTo>
                  <a:pt x="304800" y="400050"/>
                </a:lnTo>
                <a:lnTo>
                  <a:pt x="304800" y="409575"/>
                </a:lnTo>
                <a:lnTo>
                  <a:pt x="295275" y="409575"/>
                </a:lnTo>
                <a:lnTo>
                  <a:pt x="295275" y="419100"/>
                </a:lnTo>
                <a:lnTo>
                  <a:pt x="304800" y="419100"/>
                </a:lnTo>
                <a:lnTo>
                  <a:pt x="304800" y="428625"/>
                </a:lnTo>
                <a:lnTo>
                  <a:pt x="314325" y="428625"/>
                </a:lnTo>
                <a:lnTo>
                  <a:pt x="314325" y="438150"/>
                </a:lnTo>
                <a:lnTo>
                  <a:pt x="304800" y="438150"/>
                </a:lnTo>
                <a:lnTo>
                  <a:pt x="304800" y="447675"/>
                </a:lnTo>
                <a:lnTo>
                  <a:pt x="285750" y="447675"/>
                </a:lnTo>
                <a:lnTo>
                  <a:pt x="285750" y="438150"/>
                </a:lnTo>
                <a:lnTo>
                  <a:pt x="295275" y="438150"/>
                </a:lnTo>
                <a:lnTo>
                  <a:pt x="295275" y="428625"/>
                </a:lnTo>
                <a:lnTo>
                  <a:pt x="285750" y="428625"/>
                </a:lnTo>
                <a:lnTo>
                  <a:pt x="285750" y="419100"/>
                </a:lnTo>
                <a:lnTo>
                  <a:pt x="238125" y="419100"/>
                </a:lnTo>
                <a:lnTo>
                  <a:pt x="238125" y="428625"/>
                </a:lnTo>
                <a:lnTo>
                  <a:pt x="190500" y="428625"/>
                </a:lnTo>
                <a:lnTo>
                  <a:pt x="190500" y="419100"/>
                </a:lnTo>
                <a:lnTo>
                  <a:pt x="209550" y="419100"/>
                </a:lnTo>
                <a:lnTo>
                  <a:pt x="209550" y="409575"/>
                </a:lnTo>
                <a:lnTo>
                  <a:pt x="123825" y="409575"/>
                </a:lnTo>
                <a:close/>
                <a:moveTo>
                  <a:pt x="76200" y="419100"/>
                </a:moveTo>
                <a:lnTo>
                  <a:pt x="85725" y="419100"/>
                </a:lnTo>
                <a:lnTo>
                  <a:pt x="85725" y="438150"/>
                </a:lnTo>
                <a:lnTo>
                  <a:pt x="76200" y="438150"/>
                </a:lnTo>
                <a:close/>
                <a:moveTo>
                  <a:pt x="219075" y="419100"/>
                </a:moveTo>
                <a:lnTo>
                  <a:pt x="228600" y="419100"/>
                </a:lnTo>
                <a:lnTo>
                  <a:pt x="228600" y="409575"/>
                </a:lnTo>
                <a:lnTo>
                  <a:pt x="219075" y="409575"/>
                </a:lnTo>
                <a:close/>
                <a:moveTo>
                  <a:pt x="85725" y="438150"/>
                </a:moveTo>
                <a:lnTo>
                  <a:pt x="104775" y="438150"/>
                </a:lnTo>
                <a:lnTo>
                  <a:pt x="104775" y="447675"/>
                </a:lnTo>
                <a:lnTo>
                  <a:pt x="142875" y="447675"/>
                </a:lnTo>
                <a:lnTo>
                  <a:pt x="142875" y="438150"/>
                </a:lnTo>
                <a:lnTo>
                  <a:pt x="161925" y="438150"/>
                </a:lnTo>
                <a:lnTo>
                  <a:pt x="161925" y="447675"/>
                </a:lnTo>
                <a:lnTo>
                  <a:pt x="142875" y="447675"/>
                </a:lnTo>
                <a:lnTo>
                  <a:pt x="142875" y="457200"/>
                </a:lnTo>
                <a:lnTo>
                  <a:pt x="161925" y="457200"/>
                </a:lnTo>
                <a:lnTo>
                  <a:pt x="161925" y="466725"/>
                </a:lnTo>
                <a:lnTo>
                  <a:pt x="133350" y="466725"/>
                </a:lnTo>
                <a:lnTo>
                  <a:pt x="133350" y="457200"/>
                </a:lnTo>
                <a:lnTo>
                  <a:pt x="95250" y="457200"/>
                </a:lnTo>
                <a:lnTo>
                  <a:pt x="95250" y="447675"/>
                </a:lnTo>
                <a:lnTo>
                  <a:pt x="85725" y="447675"/>
                </a:lnTo>
                <a:close/>
                <a:moveTo>
                  <a:pt x="171450" y="438150"/>
                </a:moveTo>
                <a:lnTo>
                  <a:pt x="180975" y="438150"/>
                </a:lnTo>
                <a:lnTo>
                  <a:pt x="180975" y="447675"/>
                </a:lnTo>
                <a:lnTo>
                  <a:pt x="171450" y="447675"/>
                </a:lnTo>
                <a:close/>
                <a:moveTo>
                  <a:pt x="200025" y="438150"/>
                </a:moveTo>
                <a:lnTo>
                  <a:pt x="209550" y="438150"/>
                </a:lnTo>
                <a:lnTo>
                  <a:pt x="209550" y="447675"/>
                </a:lnTo>
                <a:lnTo>
                  <a:pt x="200025" y="447675"/>
                </a:lnTo>
                <a:close/>
                <a:moveTo>
                  <a:pt x="219075" y="438150"/>
                </a:moveTo>
                <a:lnTo>
                  <a:pt x="228600" y="438150"/>
                </a:lnTo>
                <a:lnTo>
                  <a:pt x="228600" y="447675"/>
                </a:lnTo>
                <a:lnTo>
                  <a:pt x="219075" y="447675"/>
                </a:lnTo>
                <a:close/>
                <a:moveTo>
                  <a:pt x="228600" y="447675"/>
                </a:moveTo>
                <a:lnTo>
                  <a:pt x="238125" y="447675"/>
                </a:lnTo>
                <a:lnTo>
                  <a:pt x="238125" y="457200"/>
                </a:lnTo>
                <a:lnTo>
                  <a:pt x="228600" y="457200"/>
                </a:lnTo>
                <a:close/>
                <a:moveTo>
                  <a:pt x="266700" y="447675"/>
                </a:moveTo>
                <a:lnTo>
                  <a:pt x="276225" y="447675"/>
                </a:lnTo>
                <a:lnTo>
                  <a:pt x="276225" y="466725"/>
                </a:lnTo>
                <a:lnTo>
                  <a:pt x="257175" y="466725"/>
                </a:lnTo>
                <a:lnTo>
                  <a:pt x="257175" y="457200"/>
                </a:lnTo>
                <a:lnTo>
                  <a:pt x="266700" y="457200"/>
                </a:lnTo>
                <a:close/>
                <a:moveTo>
                  <a:pt x="209550" y="457200"/>
                </a:moveTo>
                <a:lnTo>
                  <a:pt x="219075" y="457200"/>
                </a:lnTo>
                <a:lnTo>
                  <a:pt x="219075" y="466725"/>
                </a:lnTo>
                <a:lnTo>
                  <a:pt x="209550" y="466725"/>
                </a:lnTo>
                <a:close/>
                <a:moveTo>
                  <a:pt x="381000" y="466725"/>
                </a:moveTo>
                <a:lnTo>
                  <a:pt x="390525" y="466725"/>
                </a:lnTo>
                <a:lnTo>
                  <a:pt x="390525" y="485775"/>
                </a:lnTo>
                <a:lnTo>
                  <a:pt x="371475" y="485775"/>
                </a:lnTo>
                <a:lnTo>
                  <a:pt x="371475" y="476250"/>
                </a:lnTo>
                <a:lnTo>
                  <a:pt x="381000" y="476250"/>
                </a:lnTo>
                <a:close/>
                <a:moveTo>
                  <a:pt x="180975" y="504825"/>
                </a:moveTo>
                <a:lnTo>
                  <a:pt x="209550" y="504825"/>
                </a:lnTo>
                <a:lnTo>
                  <a:pt x="209550" y="514350"/>
                </a:lnTo>
                <a:lnTo>
                  <a:pt x="180975" y="514350"/>
                </a:lnTo>
                <a:close/>
                <a:moveTo>
                  <a:pt x="228600" y="504825"/>
                </a:moveTo>
                <a:lnTo>
                  <a:pt x="247650" y="504825"/>
                </a:lnTo>
                <a:lnTo>
                  <a:pt x="247650" y="514350"/>
                </a:lnTo>
                <a:lnTo>
                  <a:pt x="228600" y="514350"/>
                </a:lnTo>
                <a:close/>
                <a:moveTo>
                  <a:pt x="276225" y="504825"/>
                </a:moveTo>
                <a:lnTo>
                  <a:pt x="295275" y="504825"/>
                </a:lnTo>
                <a:lnTo>
                  <a:pt x="295275" y="514350"/>
                </a:lnTo>
                <a:lnTo>
                  <a:pt x="276225" y="514350"/>
                </a:lnTo>
                <a:close/>
              </a:path>
            </a:pathLst>
          </a:custGeom>
          <a:solidFill xmlns:a="http://schemas.openxmlformats.org/drawingml/2006/main">
            <a:srgbClr val="F0EFE2"/>
          </a:solidFill>
          <a:ln xmlns:a="http://schemas.openxmlformats.org/drawingml/2006/main" w="0">
            <a:noFill/>
          </a:ln>
        </p:spPr>
      </p:sp>
      <p:sp>
        <p:nvSpPr>
          <p:cNvPr id="96" name="db vector #f1eee2">
            <a:extLst xmlns:a="http://schemas.openxmlformats.org/drawingml/2006/main">
              <a:ext uri="{FF2B5EF4-FFF2-40B4-BE49-F238E27FC236}">
                <a16:creationId xmlns:a16="http://schemas.microsoft.com/office/drawing/2014/main" id="{812E83AB-B857-43D1-B9C8-EBB3F0F4773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91650" y="1647825"/>
            <a:ext cx="514350" cy="666750"/>
          </a:xfrm>
          <a:custGeom xmlns:a="http://schemas.openxmlformats.org/drawingml/2006/main">
            <a:pathLst>
              <a:path w="428625" h="561975">
                <a:moveTo>
                  <a:pt x="228600" y="85725"/>
                </a:moveTo>
                <a:lnTo>
                  <a:pt x="247650" y="85725"/>
                </a:lnTo>
                <a:lnTo>
                  <a:pt x="247650" y="95250"/>
                </a:lnTo>
                <a:lnTo>
                  <a:pt x="228600" y="95250"/>
                </a:lnTo>
                <a:close/>
                <a:moveTo>
                  <a:pt x="285750" y="114300"/>
                </a:moveTo>
                <a:lnTo>
                  <a:pt x="342900" y="114300"/>
                </a:lnTo>
                <a:lnTo>
                  <a:pt x="342900" y="142875"/>
                </a:lnTo>
                <a:lnTo>
                  <a:pt x="295275" y="142875"/>
                </a:lnTo>
                <a:lnTo>
                  <a:pt x="295275" y="152400"/>
                </a:lnTo>
                <a:lnTo>
                  <a:pt x="285750" y="152400"/>
                </a:lnTo>
                <a:lnTo>
                  <a:pt x="285750" y="133350"/>
                </a:lnTo>
                <a:lnTo>
                  <a:pt x="266700" y="133350"/>
                </a:lnTo>
                <a:lnTo>
                  <a:pt x="266700" y="123825"/>
                </a:lnTo>
                <a:lnTo>
                  <a:pt x="285750" y="123825"/>
                </a:lnTo>
                <a:close/>
                <a:moveTo>
                  <a:pt x="104775" y="133350"/>
                </a:moveTo>
                <a:lnTo>
                  <a:pt x="114300" y="133350"/>
                </a:lnTo>
                <a:lnTo>
                  <a:pt x="114300" y="142875"/>
                </a:lnTo>
                <a:lnTo>
                  <a:pt x="104775" y="142875"/>
                </a:lnTo>
                <a:close/>
                <a:moveTo>
                  <a:pt x="123825" y="142875"/>
                </a:moveTo>
                <a:lnTo>
                  <a:pt x="142875" y="142875"/>
                </a:lnTo>
                <a:lnTo>
                  <a:pt x="142875" y="152400"/>
                </a:lnTo>
                <a:lnTo>
                  <a:pt x="123825" y="152400"/>
                </a:lnTo>
                <a:close/>
                <a:moveTo>
                  <a:pt x="104775" y="190500"/>
                </a:moveTo>
                <a:lnTo>
                  <a:pt x="123825" y="190500"/>
                </a:lnTo>
                <a:lnTo>
                  <a:pt x="123825" y="200025"/>
                </a:lnTo>
                <a:lnTo>
                  <a:pt x="114300" y="200025"/>
                </a:lnTo>
                <a:lnTo>
                  <a:pt x="114300" y="209550"/>
                </a:lnTo>
                <a:lnTo>
                  <a:pt x="123825" y="209550"/>
                </a:lnTo>
                <a:lnTo>
                  <a:pt x="123825" y="228600"/>
                </a:lnTo>
                <a:lnTo>
                  <a:pt x="114300" y="228600"/>
                </a:lnTo>
                <a:lnTo>
                  <a:pt x="114300" y="247650"/>
                </a:lnTo>
                <a:lnTo>
                  <a:pt x="85725" y="247650"/>
                </a:lnTo>
                <a:lnTo>
                  <a:pt x="85725" y="238125"/>
                </a:lnTo>
                <a:lnTo>
                  <a:pt x="95250" y="238125"/>
                </a:lnTo>
                <a:lnTo>
                  <a:pt x="95250" y="228600"/>
                </a:lnTo>
                <a:lnTo>
                  <a:pt x="85725" y="228600"/>
                </a:lnTo>
                <a:lnTo>
                  <a:pt x="85725" y="209550"/>
                </a:lnTo>
                <a:lnTo>
                  <a:pt x="95250" y="209550"/>
                </a:lnTo>
                <a:lnTo>
                  <a:pt x="95250" y="200025"/>
                </a:lnTo>
                <a:lnTo>
                  <a:pt x="104775" y="200025"/>
                </a:lnTo>
                <a:close/>
                <a:moveTo>
                  <a:pt x="152400" y="209550"/>
                </a:moveTo>
                <a:lnTo>
                  <a:pt x="161925" y="209550"/>
                </a:lnTo>
                <a:lnTo>
                  <a:pt x="161925" y="219075"/>
                </a:lnTo>
                <a:lnTo>
                  <a:pt x="152400" y="219075"/>
                </a:lnTo>
                <a:close/>
                <a:moveTo>
                  <a:pt x="142875" y="219075"/>
                </a:moveTo>
                <a:lnTo>
                  <a:pt x="152400" y="219075"/>
                </a:lnTo>
                <a:lnTo>
                  <a:pt x="152400" y="238125"/>
                </a:lnTo>
                <a:lnTo>
                  <a:pt x="142875" y="238125"/>
                </a:lnTo>
                <a:close/>
                <a:moveTo>
                  <a:pt x="295275" y="228600"/>
                </a:moveTo>
                <a:lnTo>
                  <a:pt x="304800" y="228600"/>
                </a:lnTo>
                <a:lnTo>
                  <a:pt x="304800" y="238125"/>
                </a:lnTo>
                <a:lnTo>
                  <a:pt x="295275" y="238125"/>
                </a:lnTo>
                <a:close/>
                <a:moveTo>
                  <a:pt x="152400" y="238125"/>
                </a:moveTo>
                <a:lnTo>
                  <a:pt x="171450" y="238125"/>
                </a:lnTo>
                <a:lnTo>
                  <a:pt x="171450" y="257175"/>
                </a:lnTo>
                <a:lnTo>
                  <a:pt x="142875" y="257175"/>
                </a:lnTo>
                <a:lnTo>
                  <a:pt x="142875" y="247650"/>
                </a:lnTo>
                <a:lnTo>
                  <a:pt x="152400" y="247650"/>
                </a:lnTo>
                <a:close/>
                <a:moveTo>
                  <a:pt x="200025" y="238125"/>
                </a:moveTo>
                <a:lnTo>
                  <a:pt x="228600" y="238125"/>
                </a:lnTo>
                <a:lnTo>
                  <a:pt x="228600" y="247650"/>
                </a:lnTo>
                <a:lnTo>
                  <a:pt x="200025" y="247650"/>
                </a:lnTo>
                <a:close/>
                <a:moveTo>
                  <a:pt x="257175" y="238125"/>
                </a:moveTo>
                <a:lnTo>
                  <a:pt x="266700" y="238125"/>
                </a:lnTo>
                <a:lnTo>
                  <a:pt x="266700" y="257175"/>
                </a:lnTo>
                <a:lnTo>
                  <a:pt x="257175" y="257175"/>
                </a:lnTo>
                <a:close/>
                <a:moveTo>
                  <a:pt x="276225" y="238125"/>
                </a:moveTo>
                <a:lnTo>
                  <a:pt x="285750" y="238125"/>
                </a:lnTo>
                <a:lnTo>
                  <a:pt x="285750" y="257175"/>
                </a:lnTo>
                <a:lnTo>
                  <a:pt x="276225" y="257175"/>
                </a:lnTo>
                <a:close/>
                <a:moveTo>
                  <a:pt x="200025" y="304800"/>
                </a:moveTo>
                <a:lnTo>
                  <a:pt x="219075" y="304800"/>
                </a:lnTo>
                <a:lnTo>
                  <a:pt x="219075" y="314325"/>
                </a:lnTo>
                <a:lnTo>
                  <a:pt x="200025" y="314325"/>
                </a:lnTo>
                <a:close/>
                <a:moveTo>
                  <a:pt x="266700" y="314325"/>
                </a:moveTo>
                <a:lnTo>
                  <a:pt x="276225" y="314325"/>
                </a:lnTo>
                <a:lnTo>
                  <a:pt x="276225" y="323850"/>
                </a:lnTo>
                <a:lnTo>
                  <a:pt x="285750" y="323850"/>
                </a:lnTo>
                <a:lnTo>
                  <a:pt x="285750" y="333375"/>
                </a:lnTo>
                <a:lnTo>
                  <a:pt x="257175" y="333375"/>
                </a:lnTo>
                <a:lnTo>
                  <a:pt x="257175" y="323850"/>
                </a:lnTo>
                <a:lnTo>
                  <a:pt x="266700" y="323850"/>
                </a:lnTo>
                <a:close/>
                <a:moveTo>
                  <a:pt x="238125" y="419100"/>
                </a:moveTo>
                <a:lnTo>
                  <a:pt x="285750" y="419100"/>
                </a:lnTo>
                <a:lnTo>
                  <a:pt x="285750" y="428625"/>
                </a:lnTo>
                <a:lnTo>
                  <a:pt x="295275" y="428625"/>
                </a:lnTo>
                <a:lnTo>
                  <a:pt x="295275" y="438150"/>
                </a:lnTo>
                <a:lnTo>
                  <a:pt x="285750" y="438150"/>
                </a:lnTo>
                <a:lnTo>
                  <a:pt x="285750" y="447675"/>
                </a:lnTo>
                <a:lnTo>
                  <a:pt x="257175" y="447675"/>
                </a:lnTo>
                <a:lnTo>
                  <a:pt x="257175" y="438150"/>
                </a:lnTo>
                <a:lnTo>
                  <a:pt x="238125" y="438150"/>
                </a:lnTo>
                <a:lnTo>
                  <a:pt x="238125" y="447675"/>
                </a:lnTo>
                <a:lnTo>
                  <a:pt x="228600" y="447675"/>
                </a:lnTo>
                <a:lnTo>
                  <a:pt x="228600" y="428625"/>
                </a:lnTo>
                <a:lnTo>
                  <a:pt x="238125" y="428625"/>
                </a:lnTo>
                <a:close/>
                <a:moveTo>
                  <a:pt x="180975" y="438150"/>
                </a:moveTo>
                <a:lnTo>
                  <a:pt x="200025" y="438150"/>
                </a:lnTo>
                <a:lnTo>
                  <a:pt x="200025" y="457200"/>
                </a:lnTo>
                <a:lnTo>
                  <a:pt x="209550" y="457200"/>
                </a:lnTo>
                <a:lnTo>
                  <a:pt x="209550" y="466725"/>
                </a:lnTo>
                <a:lnTo>
                  <a:pt x="161925" y="466725"/>
                </a:lnTo>
                <a:lnTo>
                  <a:pt x="161925" y="457200"/>
                </a:lnTo>
                <a:lnTo>
                  <a:pt x="180975" y="457200"/>
                </a:lnTo>
                <a:close/>
                <a:moveTo>
                  <a:pt x="238125" y="447675"/>
                </a:moveTo>
                <a:lnTo>
                  <a:pt x="257175" y="447675"/>
                </a:lnTo>
                <a:lnTo>
                  <a:pt x="257175" y="466725"/>
                </a:lnTo>
                <a:lnTo>
                  <a:pt x="219075" y="466725"/>
                </a:lnTo>
                <a:lnTo>
                  <a:pt x="219075" y="457200"/>
                </a:lnTo>
                <a:lnTo>
                  <a:pt x="238125" y="457200"/>
                </a:lnTo>
                <a:close/>
                <a:moveTo>
                  <a:pt x="209550" y="504825"/>
                </a:moveTo>
                <a:lnTo>
                  <a:pt x="228600" y="504825"/>
                </a:lnTo>
                <a:lnTo>
                  <a:pt x="228600" y="514350"/>
                </a:lnTo>
                <a:lnTo>
                  <a:pt x="209550" y="514350"/>
                </a:lnTo>
                <a:close/>
                <a:moveTo>
                  <a:pt x="247650" y="504825"/>
                </a:moveTo>
                <a:lnTo>
                  <a:pt x="266700" y="504825"/>
                </a:lnTo>
                <a:lnTo>
                  <a:pt x="266700" y="514350"/>
                </a:lnTo>
                <a:lnTo>
                  <a:pt x="247650" y="514350"/>
                </a:lnTo>
                <a:close/>
                <a:moveTo>
                  <a:pt x="323850" y="533400"/>
                </a:moveTo>
                <a:lnTo>
                  <a:pt x="371475" y="533400"/>
                </a:lnTo>
                <a:lnTo>
                  <a:pt x="371475" y="542925"/>
                </a:lnTo>
                <a:lnTo>
                  <a:pt x="361950" y="542925"/>
                </a:lnTo>
                <a:lnTo>
                  <a:pt x="361950" y="552450"/>
                </a:lnTo>
                <a:lnTo>
                  <a:pt x="352425" y="552450"/>
                </a:lnTo>
                <a:lnTo>
                  <a:pt x="352425" y="542925"/>
                </a:lnTo>
                <a:lnTo>
                  <a:pt x="342900" y="542925"/>
                </a:lnTo>
                <a:lnTo>
                  <a:pt x="342900" y="552450"/>
                </a:lnTo>
                <a:lnTo>
                  <a:pt x="323850" y="552450"/>
                </a:lnTo>
                <a:close/>
                <a:moveTo>
                  <a:pt x="276225" y="542925"/>
                </a:moveTo>
                <a:lnTo>
                  <a:pt x="314325" y="542925"/>
                </a:lnTo>
                <a:lnTo>
                  <a:pt x="314325" y="552450"/>
                </a:lnTo>
                <a:lnTo>
                  <a:pt x="295275" y="552450"/>
                </a:lnTo>
                <a:lnTo>
                  <a:pt x="295275" y="561975"/>
                </a:lnTo>
                <a:lnTo>
                  <a:pt x="285750" y="561975"/>
                </a:lnTo>
                <a:lnTo>
                  <a:pt x="285750" y="552450"/>
                </a:lnTo>
                <a:lnTo>
                  <a:pt x="276225" y="552450"/>
                </a:lnTo>
                <a:close/>
                <a:moveTo>
                  <a:pt x="95250" y="552450"/>
                </a:moveTo>
                <a:lnTo>
                  <a:pt x="123825" y="552450"/>
                </a:lnTo>
                <a:lnTo>
                  <a:pt x="123825" y="561975"/>
                </a:lnTo>
                <a:lnTo>
                  <a:pt x="95250" y="561975"/>
                </a:lnTo>
                <a:close/>
              </a:path>
            </a:pathLst>
          </a:custGeom>
          <a:solidFill xmlns:a="http://schemas.openxmlformats.org/drawingml/2006/main">
            <a:srgbClr val="F1EEE2"/>
          </a:solidFill>
          <a:ln xmlns:a="http://schemas.openxmlformats.org/drawingml/2006/main" w="0">
            <a:noFill/>
          </a:ln>
        </p:spPr>
      </p:sp>
      <p:sp>
        <p:nvSpPr>
          <p:cNvPr id="97" name="db vector #f1ede1">
            <a:extLst xmlns:a="http://schemas.openxmlformats.org/drawingml/2006/main">
              <a:ext uri="{FF2B5EF4-FFF2-40B4-BE49-F238E27FC236}">
                <a16:creationId xmlns:a16="http://schemas.microsoft.com/office/drawing/2014/main" id="{C21B39BF-9F01-42D7-81C8-E1DFBC7705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91650" y="1647825"/>
            <a:ext cx="514350" cy="666750"/>
          </a:xfrm>
          <a:custGeom xmlns:a="http://schemas.openxmlformats.org/drawingml/2006/main">
            <a:pathLst>
              <a:path w="428625" h="561975">
                <a:moveTo>
                  <a:pt x="295275" y="190500"/>
                </a:moveTo>
                <a:lnTo>
                  <a:pt x="304800" y="190500"/>
                </a:lnTo>
                <a:lnTo>
                  <a:pt x="304800" y="200025"/>
                </a:lnTo>
                <a:lnTo>
                  <a:pt x="295275" y="200025"/>
                </a:lnTo>
                <a:close/>
                <a:moveTo>
                  <a:pt x="180975" y="200025"/>
                </a:moveTo>
                <a:lnTo>
                  <a:pt x="295275" y="200025"/>
                </a:lnTo>
                <a:lnTo>
                  <a:pt x="295275" y="209550"/>
                </a:lnTo>
                <a:lnTo>
                  <a:pt x="314325" y="209550"/>
                </a:lnTo>
                <a:lnTo>
                  <a:pt x="314325" y="228600"/>
                </a:lnTo>
                <a:lnTo>
                  <a:pt x="295275" y="228600"/>
                </a:lnTo>
                <a:lnTo>
                  <a:pt x="295275" y="238125"/>
                </a:lnTo>
                <a:lnTo>
                  <a:pt x="276225" y="238125"/>
                </a:lnTo>
                <a:lnTo>
                  <a:pt x="276225" y="257175"/>
                </a:lnTo>
                <a:lnTo>
                  <a:pt x="266700" y="257175"/>
                </a:lnTo>
                <a:lnTo>
                  <a:pt x="266700" y="238125"/>
                </a:lnTo>
                <a:lnTo>
                  <a:pt x="257175" y="238125"/>
                </a:lnTo>
                <a:lnTo>
                  <a:pt x="257175" y="257175"/>
                </a:lnTo>
                <a:lnTo>
                  <a:pt x="171450" y="257175"/>
                </a:lnTo>
                <a:lnTo>
                  <a:pt x="171450" y="238125"/>
                </a:lnTo>
                <a:lnTo>
                  <a:pt x="152400" y="238125"/>
                </a:lnTo>
                <a:lnTo>
                  <a:pt x="152400" y="219075"/>
                </a:lnTo>
                <a:lnTo>
                  <a:pt x="161925" y="219075"/>
                </a:lnTo>
                <a:lnTo>
                  <a:pt x="161925" y="209550"/>
                </a:lnTo>
                <a:lnTo>
                  <a:pt x="180975" y="209550"/>
                </a:lnTo>
                <a:close/>
                <a:moveTo>
                  <a:pt x="200025" y="247650"/>
                </a:moveTo>
                <a:lnTo>
                  <a:pt x="228600" y="247650"/>
                </a:lnTo>
                <a:lnTo>
                  <a:pt x="228600" y="238125"/>
                </a:lnTo>
                <a:lnTo>
                  <a:pt x="200025" y="238125"/>
                </a:lnTo>
                <a:close/>
                <a:moveTo>
                  <a:pt x="219075" y="304800"/>
                </a:moveTo>
                <a:lnTo>
                  <a:pt x="228600" y="304800"/>
                </a:lnTo>
                <a:lnTo>
                  <a:pt x="228600" y="314325"/>
                </a:lnTo>
                <a:lnTo>
                  <a:pt x="219075" y="314325"/>
                </a:lnTo>
                <a:close/>
                <a:moveTo>
                  <a:pt x="238125" y="438150"/>
                </a:moveTo>
                <a:lnTo>
                  <a:pt x="257175" y="438150"/>
                </a:lnTo>
                <a:lnTo>
                  <a:pt x="257175" y="447675"/>
                </a:lnTo>
                <a:lnTo>
                  <a:pt x="238125" y="447675"/>
                </a:lnTo>
                <a:close/>
              </a:path>
            </a:pathLst>
          </a:custGeom>
          <a:solidFill xmlns:a="http://schemas.openxmlformats.org/drawingml/2006/main">
            <a:srgbClr val="F1EDE1"/>
          </a:solidFill>
          <a:ln xmlns:a="http://schemas.openxmlformats.org/drawingml/2006/main" w="0">
            <a:noFill/>
          </a:ln>
        </p:spPr>
      </p:sp>
      <p:sp>
        <p:nvSpPr>
          <p:cNvPr id="98" name="db vector #e6ebdd">
            <a:extLst xmlns:a="http://schemas.openxmlformats.org/drawingml/2006/main">
              <a:ext uri="{FF2B5EF4-FFF2-40B4-BE49-F238E27FC236}">
                <a16:creationId xmlns:a16="http://schemas.microsoft.com/office/drawing/2014/main" id="{D5CD13FB-C843-4791-9981-6BC7390F99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91650" y="1647825"/>
            <a:ext cx="514350" cy="666750"/>
          </a:xfrm>
          <a:custGeom xmlns:a="http://schemas.openxmlformats.org/drawingml/2006/main">
            <a:pathLst>
              <a:path w="428625" h="561975">
                <a:moveTo>
                  <a:pt x="304800" y="47625"/>
                </a:moveTo>
                <a:lnTo>
                  <a:pt x="314325" y="47625"/>
                </a:lnTo>
                <a:lnTo>
                  <a:pt x="314325" y="57150"/>
                </a:lnTo>
                <a:lnTo>
                  <a:pt x="304800" y="57150"/>
                </a:lnTo>
                <a:close/>
                <a:moveTo>
                  <a:pt x="342900" y="57150"/>
                </a:moveTo>
                <a:lnTo>
                  <a:pt x="352425" y="57150"/>
                </a:lnTo>
                <a:lnTo>
                  <a:pt x="352425" y="66675"/>
                </a:lnTo>
                <a:lnTo>
                  <a:pt x="342900" y="66675"/>
                </a:lnTo>
                <a:close/>
                <a:moveTo>
                  <a:pt x="180975" y="76200"/>
                </a:moveTo>
                <a:lnTo>
                  <a:pt x="257175" y="76200"/>
                </a:lnTo>
                <a:lnTo>
                  <a:pt x="257175" y="85725"/>
                </a:lnTo>
                <a:lnTo>
                  <a:pt x="180975" y="85725"/>
                </a:lnTo>
                <a:close/>
                <a:moveTo>
                  <a:pt x="114300" y="85725"/>
                </a:moveTo>
                <a:lnTo>
                  <a:pt x="123825" y="85725"/>
                </a:lnTo>
                <a:lnTo>
                  <a:pt x="123825" y="95250"/>
                </a:lnTo>
                <a:lnTo>
                  <a:pt x="114300" y="95250"/>
                </a:lnTo>
                <a:close/>
                <a:moveTo>
                  <a:pt x="342900" y="95250"/>
                </a:moveTo>
                <a:lnTo>
                  <a:pt x="352425" y="95250"/>
                </a:lnTo>
                <a:lnTo>
                  <a:pt x="352425" y="104775"/>
                </a:lnTo>
                <a:lnTo>
                  <a:pt x="342900" y="104775"/>
                </a:lnTo>
                <a:close/>
                <a:moveTo>
                  <a:pt x="66675" y="104775"/>
                </a:moveTo>
                <a:lnTo>
                  <a:pt x="76200" y="104775"/>
                </a:lnTo>
                <a:lnTo>
                  <a:pt x="76200" y="114300"/>
                </a:lnTo>
                <a:lnTo>
                  <a:pt x="66675" y="114300"/>
                </a:lnTo>
                <a:close/>
                <a:moveTo>
                  <a:pt x="19050" y="114300"/>
                </a:moveTo>
                <a:lnTo>
                  <a:pt x="28575" y="114300"/>
                </a:lnTo>
                <a:lnTo>
                  <a:pt x="28575" y="438150"/>
                </a:lnTo>
                <a:lnTo>
                  <a:pt x="19050" y="438150"/>
                </a:lnTo>
                <a:close/>
                <a:moveTo>
                  <a:pt x="66675" y="123825"/>
                </a:moveTo>
                <a:lnTo>
                  <a:pt x="76200" y="123825"/>
                </a:lnTo>
                <a:lnTo>
                  <a:pt x="76200" y="133350"/>
                </a:lnTo>
                <a:lnTo>
                  <a:pt x="66675" y="133350"/>
                </a:lnTo>
                <a:close/>
                <a:moveTo>
                  <a:pt x="76200" y="133350"/>
                </a:moveTo>
                <a:lnTo>
                  <a:pt x="85725" y="133350"/>
                </a:lnTo>
                <a:lnTo>
                  <a:pt x="85725" y="142875"/>
                </a:lnTo>
                <a:lnTo>
                  <a:pt x="76200" y="142875"/>
                </a:lnTo>
                <a:close/>
                <a:moveTo>
                  <a:pt x="104775" y="142875"/>
                </a:moveTo>
                <a:lnTo>
                  <a:pt x="114300" y="142875"/>
                </a:lnTo>
                <a:lnTo>
                  <a:pt x="114300" y="152400"/>
                </a:lnTo>
                <a:lnTo>
                  <a:pt x="104775" y="152400"/>
                </a:lnTo>
                <a:close/>
                <a:moveTo>
                  <a:pt x="323850" y="142875"/>
                </a:moveTo>
                <a:lnTo>
                  <a:pt x="333375" y="142875"/>
                </a:lnTo>
                <a:lnTo>
                  <a:pt x="333375" y="152400"/>
                </a:lnTo>
                <a:lnTo>
                  <a:pt x="323850" y="152400"/>
                </a:lnTo>
                <a:close/>
                <a:moveTo>
                  <a:pt x="152400" y="152400"/>
                </a:moveTo>
                <a:lnTo>
                  <a:pt x="171450" y="152400"/>
                </a:lnTo>
                <a:lnTo>
                  <a:pt x="171450" y="161925"/>
                </a:lnTo>
                <a:lnTo>
                  <a:pt x="152400" y="161925"/>
                </a:lnTo>
                <a:close/>
                <a:moveTo>
                  <a:pt x="276225" y="152400"/>
                </a:moveTo>
                <a:lnTo>
                  <a:pt x="285750" y="152400"/>
                </a:lnTo>
                <a:lnTo>
                  <a:pt x="285750" y="161925"/>
                </a:lnTo>
                <a:lnTo>
                  <a:pt x="276225" y="161925"/>
                </a:lnTo>
                <a:close/>
                <a:moveTo>
                  <a:pt x="57150" y="171450"/>
                </a:moveTo>
                <a:lnTo>
                  <a:pt x="66675" y="171450"/>
                </a:lnTo>
                <a:lnTo>
                  <a:pt x="66675" y="180975"/>
                </a:lnTo>
                <a:lnTo>
                  <a:pt x="57150" y="180975"/>
                </a:lnTo>
                <a:close/>
                <a:moveTo>
                  <a:pt x="76200" y="171450"/>
                </a:moveTo>
                <a:lnTo>
                  <a:pt x="85725" y="171450"/>
                </a:lnTo>
                <a:lnTo>
                  <a:pt x="85725" y="180975"/>
                </a:lnTo>
                <a:lnTo>
                  <a:pt x="76200" y="180975"/>
                </a:lnTo>
                <a:close/>
                <a:moveTo>
                  <a:pt x="104775" y="180975"/>
                </a:moveTo>
                <a:lnTo>
                  <a:pt x="114300" y="180975"/>
                </a:lnTo>
                <a:lnTo>
                  <a:pt x="114300" y="190500"/>
                </a:lnTo>
                <a:lnTo>
                  <a:pt x="104775" y="190500"/>
                </a:lnTo>
                <a:close/>
                <a:moveTo>
                  <a:pt x="323850" y="180975"/>
                </a:moveTo>
                <a:lnTo>
                  <a:pt x="333375" y="180975"/>
                </a:lnTo>
                <a:lnTo>
                  <a:pt x="333375" y="200025"/>
                </a:lnTo>
                <a:lnTo>
                  <a:pt x="323850" y="200025"/>
                </a:lnTo>
                <a:close/>
                <a:moveTo>
                  <a:pt x="171450" y="190500"/>
                </a:moveTo>
                <a:lnTo>
                  <a:pt x="209550" y="190500"/>
                </a:lnTo>
                <a:lnTo>
                  <a:pt x="209550" y="200025"/>
                </a:lnTo>
                <a:lnTo>
                  <a:pt x="171450" y="200025"/>
                </a:lnTo>
                <a:close/>
                <a:moveTo>
                  <a:pt x="228600" y="190500"/>
                </a:moveTo>
                <a:lnTo>
                  <a:pt x="285750" y="190500"/>
                </a:lnTo>
                <a:lnTo>
                  <a:pt x="285750" y="200025"/>
                </a:lnTo>
                <a:lnTo>
                  <a:pt x="228600" y="200025"/>
                </a:lnTo>
                <a:close/>
                <a:moveTo>
                  <a:pt x="304800" y="190500"/>
                </a:moveTo>
                <a:lnTo>
                  <a:pt x="314325" y="190500"/>
                </a:lnTo>
                <a:lnTo>
                  <a:pt x="314325" y="200025"/>
                </a:lnTo>
                <a:lnTo>
                  <a:pt x="304800" y="200025"/>
                </a:lnTo>
                <a:close/>
                <a:moveTo>
                  <a:pt x="342900" y="200025"/>
                </a:moveTo>
                <a:lnTo>
                  <a:pt x="352425" y="200025"/>
                </a:lnTo>
                <a:lnTo>
                  <a:pt x="352425" y="209550"/>
                </a:lnTo>
                <a:lnTo>
                  <a:pt x="342900" y="209550"/>
                </a:lnTo>
                <a:close/>
                <a:moveTo>
                  <a:pt x="314325" y="219075"/>
                </a:moveTo>
                <a:lnTo>
                  <a:pt x="323850" y="219075"/>
                </a:lnTo>
                <a:lnTo>
                  <a:pt x="323850" y="228600"/>
                </a:lnTo>
                <a:lnTo>
                  <a:pt x="314325" y="228600"/>
                </a:lnTo>
                <a:close/>
                <a:moveTo>
                  <a:pt x="342900" y="219075"/>
                </a:moveTo>
                <a:lnTo>
                  <a:pt x="352425" y="219075"/>
                </a:lnTo>
                <a:lnTo>
                  <a:pt x="352425" y="228600"/>
                </a:lnTo>
                <a:lnTo>
                  <a:pt x="361950" y="228600"/>
                </a:lnTo>
                <a:lnTo>
                  <a:pt x="361950" y="238125"/>
                </a:lnTo>
                <a:lnTo>
                  <a:pt x="352425" y="238125"/>
                </a:lnTo>
                <a:lnTo>
                  <a:pt x="352425" y="247650"/>
                </a:lnTo>
                <a:lnTo>
                  <a:pt x="323850" y="247650"/>
                </a:lnTo>
                <a:lnTo>
                  <a:pt x="323850" y="228600"/>
                </a:lnTo>
                <a:lnTo>
                  <a:pt x="342900" y="228600"/>
                </a:lnTo>
                <a:close/>
                <a:moveTo>
                  <a:pt x="314325" y="247650"/>
                </a:moveTo>
                <a:lnTo>
                  <a:pt x="323850" y="247650"/>
                </a:lnTo>
                <a:lnTo>
                  <a:pt x="323850" y="257175"/>
                </a:lnTo>
                <a:lnTo>
                  <a:pt x="314325" y="257175"/>
                </a:lnTo>
                <a:close/>
                <a:moveTo>
                  <a:pt x="171450" y="257175"/>
                </a:moveTo>
                <a:lnTo>
                  <a:pt x="257175" y="257175"/>
                </a:lnTo>
                <a:lnTo>
                  <a:pt x="257175" y="266700"/>
                </a:lnTo>
                <a:lnTo>
                  <a:pt x="171450" y="266700"/>
                </a:lnTo>
                <a:close/>
                <a:moveTo>
                  <a:pt x="114300" y="285750"/>
                </a:moveTo>
                <a:lnTo>
                  <a:pt x="123825" y="285750"/>
                </a:lnTo>
                <a:lnTo>
                  <a:pt x="123825" y="295275"/>
                </a:lnTo>
                <a:lnTo>
                  <a:pt x="114300" y="295275"/>
                </a:lnTo>
                <a:close/>
                <a:moveTo>
                  <a:pt x="304800" y="285750"/>
                </a:moveTo>
                <a:lnTo>
                  <a:pt x="342900" y="285750"/>
                </a:lnTo>
                <a:lnTo>
                  <a:pt x="342900" y="304800"/>
                </a:lnTo>
                <a:lnTo>
                  <a:pt x="323850" y="304800"/>
                </a:lnTo>
                <a:lnTo>
                  <a:pt x="323850" y="295275"/>
                </a:lnTo>
                <a:lnTo>
                  <a:pt x="304800" y="295275"/>
                </a:lnTo>
                <a:close/>
                <a:moveTo>
                  <a:pt x="200025" y="295275"/>
                </a:moveTo>
                <a:lnTo>
                  <a:pt x="238125" y="295275"/>
                </a:lnTo>
                <a:lnTo>
                  <a:pt x="238125" y="304800"/>
                </a:lnTo>
                <a:lnTo>
                  <a:pt x="200025" y="304800"/>
                </a:lnTo>
                <a:close/>
                <a:moveTo>
                  <a:pt x="314325" y="304800"/>
                </a:moveTo>
                <a:lnTo>
                  <a:pt x="323850" y="304800"/>
                </a:lnTo>
                <a:lnTo>
                  <a:pt x="323850" y="314325"/>
                </a:lnTo>
                <a:lnTo>
                  <a:pt x="314325" y="314325"/>
                </a:lnTo>
                <a:close/>
                <a:moveTo>
                  <a:pt x="314325" y="323850"/>
                </a:moveTo>
                <a:lnTo>
                  <a:pt x="323850" y="323850"/>
                </a:lnTo>
                <a:lnTo>
                  <a:pt x="323850" y="333375"/>
                </a:lnTo>
                <a:lnTo>
                  <a:pt x="314325" y="333375"/>
                </a:lnTo>
                <a:close/>
                <a:moveTo>
                  <a:pt x="333375" y="333375"/>
                </a:moveTo>
                <a:lnTo>
                  <a:pt x="342900" y="333375"/>
                </a:lnTo>
                <a:lnTo>
                  <a:pt x="342900" y="342900"/>
                </a:lnTo>
                <a:lnTo>
                  <a:pt x="352425" y="342900"/>
                </a:lnTo>
                <a:lnTo>
                  <a:pt x="352425" y="333375"/>
                </a:lnTo>
                <a:lnTo>
                  <a:pt x="361950" y="333375"/>
                </a:lnTo>
                <a:lnTo>
                  <a:pt x="361950" y="342900"/>
                </a:lnTo>
                <a:lnTo>
                  <a:pt x="352425" y="342900"/>
                </a:lnTo>
                <a:lnTo>
                  <a:pt x="352425" y="352425"/>
                </a:lnTo>
                <a:lnTo>
                  <a:pt x="333375" y="352425"/>
                </a:lnTo>
                <a:close/>
                <a:moveTo>
                  <a:pt x="114300" y="352425"/>
                </a:moveTo>
                <a:lnTo>
                  <a:pt x="123825" y="352425"/>
                </a:lnTo>
                <a:lnTo>
                  <a:pt x="123825" y="361950"/>
                </a:lnTo>
                <a:lnTo>
                  <a:pt x="114300" y="361950"/>
                </a:lnTo>
                <a:close/>
                <a:moveTo>
                  <a:pt x="200025" y="361950"/>
                </a:moveTo>
                <a:lnTo>
                  <a:pt x="238125" y="361950"/>
                </a:lnTo>
                <a:lnTo>
                  <a:pt x="238125" y="371475"/>
                </a:lnTo>
                <a:lnTo>
                  <a:pt x="200025" y="371475"/>
                </a:lnTo>
                <a:close/>
                <a:moveTo>
                  <a:pt x="85725" y="381000"/>
                </a:moveTo>
                <a:lnTo>
                  <a:pt x="95250" y="381000"/>
                </a:lnTo>
                <a:lnTo>
                  <a:pt x="95250" y="390525"/>
                </a:lnTo>
                <a:lnTo>
                  <a:pt x="85725" y="390525"/>
                </a:lnTo>
                <a:close/>
                <a:moveTo>
                  <a:pt x="123825" y="390525"/>
                </a:moveTo>
                <a:lnTo>
                  <a:pt x="133350" y="390525"/>
                </a:lnTo>
                <a:lnTo>
                  <a:pt x="133350" y="400050"/>
                </a:lnTo>
                <a:lnTo>
                  <a:pt x="123825" y="400050"/>
                </a:lnTo>
                <a:close/>
                <a:moveTo>
                  <a:pt x="304800" y="390525"/>
                </a:moveTo>
                <a:lnTo>
                  <a:pt x="342900" y="390525"/>
                </a:lnTo>
                <a:lnTo>
                  <a:pt x="342900" y="409575"/>
                </a:lnTo>
                <a:lnTo>
                  <a:pt x="333375" y="409575"/>
                </a:lnTo>
                <a:lnTo>
                  <a:pt x="333375" y="400050"/>
                </a:lnTo>
                <a:lnTo>
                  <a:pt x="304800" y="400050"/>
                </a:lnTo>
                <a:close/>
                <a:moveTo>
                  <a:pt x="323850" y="428625"/>
                </a:moveTo>
                <a:lnTo>
                  <a:pt x="333375" y="428625"/>
                </a:lnTo>
                <a:lnTo>
                  <a:pt x="333375" y="438150"/>
                </a:lnTo>
                <a:lnTo>
                  <a:pt x="323850" y="438150"/>
                </a:lnTo>
                <a:close/>
                <a:moveTo>
                  <a:pt x="342900" y="428625"/>
                </a:moveTo>
                <a:lnTo>
                  <a:pt x="352425" y="428625"/>
                </a:lnTo>
                <a:lnTo>
                  <a:pt x="352425" y="447675"/>
                </a:lnTo>
                <a:lnTo>
                  <a:pt x="342900" y="447675"/>
                </a:lnTo>
                <a:close/>
                <a:moveTo>
                  <a:pt x="400050" y="438150"/>
                </a:moveTo>
                <a:lnTo>
                  <a:pt x="409575" y="438150"/>
                </a:lnTo>
                <a:lnTo>
                  <a:pt x="409575" y="447675"/>
                </a:lnTo>
                <a:lnTo>
                  <a:pt x="400050" y="447675"/>
                </a:lnTo>
                <a:close/>
                <a:moveTo>
                  <a:pt x="114300" y="457200"/>
                </a:moveTo>
                <a:lnTo>
                  <a:pt x="123825" y="457200"/>
                </a:lnTo>
                <a:lnTo>
                  <a:pt x="123825" y="466725"/>
                </a:lnTo>
                <a:lnTo>
                  <a:pt x="114300" y="466725"/>
                </a:lnTo>
                <a:close/>
                <a:moveTo>
                  <a:pt x="304800" y="457200"/>
                </a:moveTo>
                <a:lnTo>
                  <a:pt x="314325" y="457200"/>
                </a:lnTo>
                <a:lnTo>
                  <a:pt x="314325" y="466725"/>
                </a:lnTo>
                <a:lnTo>
                  <a:pt x="304800" y="466725"/>
                </a:lnTo>
                <a:close/>
                <a:moveTo>
                  <a:pt x="47625" y="466725"/>
                </a:moveTo>
                <a:lnTo>
                  <a:pt x="57150" y="466725"/>
                </a:lnTo>
                <a:lnTo>
                  <a:pt x="57150" y="476250"/>
                </a:lnTo>
                <a:lnTo>
                  <a:pt x="47625" y="476250"/>
                </a:lnTo>
                <a:close/>
                <a:moveTo>
                  <a:pt x="85725" y="485775"/>
                </a:moveTo>
                <a:lnTo>
                  <a:pt x="95250" y="485775"/>
                </a:lnTo>
                <a:lnTo>
                  <a:pt x="95250" y="495300"/>
                </a:lnTo>
                <a:lnTo>
                  <a:pt x="85725" y="495300"/>
                </a:lnTo>
                <a:close/>
                <a:moveTo>
                  <a:pt x="133350" y="495300"/>
                </a:moveTo>
                <a:lnTo>
                  <a:pt x="142875" y="495300"/>
                </a:lnTo>
                <a:lnTo>
                  <a:pt x="142875" y="504825"/>
                </a:lnTo>
                <a:lnTo>
                  <a:pt x="133350" y="504825"/>
                </a:lnTo>
                <a:close/>
                <a:moveTo>
                  <a:pt x="295275" y="495300"/>
                </a:moveTo>
                <a:lnTo>
                  <a:pt x="304800" y="495300"/>
                </a:lnTo>
                <a:lnTo>
                  <a:pt x="304800" y="504825"/>
                </a:lnTo>
                <a:lnTo>
                  <a:pt x="295275" y="504825"/>
                </a:lnTo>
                <a:close/>
              </a:path>
            </a:pathLst>
          </a:custGeom>
          <a:solidFill xmlns:a="http://schemas.openxmlformats.org/drawingml/2006/main">
            <a:srgbClr val="E6EBDD"/>
          </a:solidFill>
          <a:ln xmlns:a="http://schemas.openxmlformats.org/drawingml/2006/main" w="0">
            <a:noFill/>
          </a:ln>
        </p:spPr>
      </p:sp>
      <p:sp>
        <p:nvSpPr>
          <p:cNvPr id="99" name="db vector #cbd5c6">
            <a:extLst xmlns:a="http://schemas.openxmlformats.org/drawingml/2006/main">
              <a:ext uri="{FF2B5EF4-FFF2-40B4-BE49-F238E27FC236}">
                <a16:creationId xmlns:a16="http://schemas.microsoft.com/office/drawing/2014/main" id="{13B72C13-7C41-403B-A461-473ED787069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91650" y="1647825"/>
            <a:ext cx="514350" cy="666750"/>
          </a:xfrm>
          <a:custGeom xmlns:a="http://schemas.openxmlformats.org/drawingml/2006/main">
            <a:pathLst>
              <a:path w="428625" h="561975">
                <a:moveTo>
                  <a:pt x="123825" y="47625"/>
                </a:moveTo>
                <a:lnTo>
                  <a:pt x="142875" y="47625"/>
                </a:lnTo>
                <a:lnTo>
                  <a:pt x="142875" y="57150"/>
                </a:lnTo>
                <a:lnTo>
                  <a:pt x="123825" y="57150"/>
                </a:lnTo>
                <a:close/>
                <a:moveTo>
                  <a:pt x="285750" y="47625"/>
                </a:moveTo>
                <a:lnTo>
                  <a:pt x="304800" y="47625"/>
                </a:lnTo>
                <a:lnTo>
                  <a:pt x="304800" y="57150"/>
                </a:lnTo>
                <a:lnTo>
                  <a:pt x="285750" y="57150"/>
                </a:lnTo>
                <a:close/>
                <a:moveTo>
                  <a:pt x="85725" y="57150"/>
                </a:moveTo>
                <a:lnTo>
                  <a:pt x="95250" y="57150"/>
                </a:lnTo>
                <a:lnTo>
                  <a:pt x="95250" y="66675"/>
                </a:lnTo>
                <a:lnTo>
                  <a:pt x="85725" y="66675"/>
                </a:lnTo>
                <a:close/>
                <a:moveTo>
                  <a:pt x="333375" y="57150"/>
                </a:moveTo>
                <a:lnTo>
                  <a:pt x="342900" y="57150"/>
                </a:lnTo>
                <a:lnTo>
                  <a:pt x="342900" y="66675"/>
                </a:lnTo>
                <a:lnTo>
                  <a:pt x="333375" y="66675"/>
                </a:lnTo>
                <a:close/>
                <a:moveTo>
                  <a:pt x="66675" y="66675"/>
                </a:moveTo>
                <a:lnTo>
                  <a:pt x="76200" y="66675"/>
                </a:lnTo>
                <a:lnTo>
                  <a:pt x="76200" y="76200"/>
                </a:lnTo>
                <a:lnTo>
                  <a:pt x="66675" y="76200"/>
                </a:lnTo>
                <a:close/>
                <a:moveTo>
                  <a:pt x="361950" y="66675"/>
                </a:moveTo>
                <a:lnTo>
                  <a:pt x="371475" y="66675"/>
                </a:lnTo>
                <a:lnTo>
                  <a:pt x="371475" y="76200"/>
                </a:lnTo>
                <a:lnTo>
                  <a:pt x="361950" y="76200"/>
                </a:lnTo>
                <a:close/>
                <a:moveTo>
                  <a:pt x="47625" y="76200"/>
                </a:moveTo>
                <a:lnTo>
                  <a:pt x="57150" y="76200"/>
                </a:lnTo>
                <a:lnTo>
                  <a:pt x="57150" y="85725"/>
                </a:lnTo>
                <a:lnTo>
                  <a:pt x="47625" y="85725"/>
                </a:lnTo>
                <a:close/>
                <a:moveTo>
                  <a:pt x="142875" y="76200"/>
                </a:moveTo>
                <a:lnTo>
                  <a:pt x="180975" y="76200"/>
                </a:lnTo>
                <a:lnTo>
                  <a:pt x="180975" y="85725"/>
                </a:lnTo>
                <a:lnTo>
                  <a:pt x="142875" y="85725"/>
                </a:lnTo>
                <a:close/>
                <a:moveTo>
                  <a:pt x="257175" y="76200"/>
                </a:moveTo>
                <a:lnTo>
                  <a:pt x="285750" y="76200"/>
                </a:lnTo>
                <a:lnTo>
                  <a:pt x="285750" y="85725"/>
                </a:lnTo>
                <a:lnTo>
                  <a:pt x="257175" y="85725"/>
                </a:lnTo>
                <a:close/>
                <a:moveTo>
                  <a:pt x="38100" y="85725"/>
                </a:moveTo>
                <a:lnTo>
                  <a:pt x="47625" y="85725"/>
                </a:lnTo>
                <a:lnTo>
                  <a:pt x="47625" y="95250"/>
                </a:lnTo>
                <a:lnTo>
                  <a:pt x="38100" y="95250"/>
                </a:lnTo>
                <a:close/>
                <a:moveTo>
                  <a:pt x="104775" y="85725"/>
                </a:moveTo>
                <a:lnTo>
                  <a:pt x="114300" y="85725"/>
                </a:lnTo>
                <a:lnTo>
                  <a:pt x="114300" y="95250"/>
                </a:lnTo>
                <a:lnTo>
                  <a:pt x="104775" y="95250"/>
                </a:lnTo>
                <a:close/>
                <a:moveTo>
                  <a:pt x="314325" y="85725"/>
                </a:moveTo>
                <a:lnTo>
                  <a:pt x="333375" y="85725"/>
                </a:lnTo>
                <a:lnTo>
                  <a:pt x="333375" y="95250"/>
                </a:lnTo>
                <a:lnTo>
                  <a:pt x="314325" y="95250"/>
                </a:lnTo>
                <a:close/>
                <a:moveTo>
                  <a:pt x="28575" y="95250"/>
                </a:moveTo>
                <a:lnTo>
                  <a:pt x="38100" y="95250"/>
                </a:lnTo>
                <a:lnTo>
                  <a:pt x="38100" y="104775"/>
                </a:lnTo>
                <a:lnTo>
                  <a:pt x="28575" y="104775"/>
                </a:lnTo>
                <a:close/>
                <a:moveTo>
                  <a:pt x="76200" y="95250"/>
                </a:moveTo>
                <a:lnTo>
                  <a:pt x="85725" y="95250"/>
                </a:lnTo>
                <a:lnTo>
                  <a:pt x="85725" y="104775"/>
                </a:lnTo>
                <a:lnTo>
                  <a:pt x="76200" y="104775"/>
                </a:lnTo>
                <a:close/>
                <a:moveTo>
                  <a:pt x="400050" y="104775"/>
                </a:moveTo>
                <a:lnTo>
                  <a:pt x="409575" y="104775"/>
                </a:lnTo>
                <a:lnTo>
                  <a:pt x="409575" y="438150"/>
                </a:lnTo>
                <a:lnTo>
                  <a:pt x="400050" y="438150"/>
                </a:lnTo>
                <a:close/>
                <a:moveTo>
                  <a:pt x="361950" y="114300"/>
                </a:moveTo>
                <a:lnTo>
                  <a:pt x="371475" y="114300"/>
                </a:lnTo>
                <a:lnTo>
                  <a:pt x="371475" y="133350"/>
                </a:lnTo>
                <a:lnTo>
                  <a:pt x="361950" y="133350"/>
                </a:lnTo>
                <a:close/>
                <a:moveTo>
                  <a:pt x="352425" y="133350"/>
                </a:moveTo>
                <a:lnTo>
                  <a:pt x="361950" y="133350"/>
                </a:lnTo>
                <a:lnTo>
                  <a:pt x="361950" y="142875"/>
                </a:lnTo>
                <a:lnTo>
                  <a:pt x="352425" y="142875"/>
                </a:lnTo>
                <a:close/>
                <a:moveTo>
                  <a:pt x="95250" y="142875"/>
                </a:moveTo>
                <a:lnTo>
                  <a:pt x="104775" y="142875"/>
                </a:lnTo>
                <a:lnTo>
                  <a:pt x="104775" y="152400"/>
                </a:lnTo>
                <a:lnTo>
                  <a:pt x="95250" y="152400"/>
                </a:lnTo>
                <a:close/>
                <a:moveTo>
                  <a:pt x="133350" y="152400"/>
                </a:moveTo>
                <a:lnTo>
                  <a:pt x="152400" y="152400"/>
                </a:lnTo>
                <a:lnTo>
                  <a:pt x="152400" y="161925"/>
                </a:lnTo>
                <a:lnTo>
                  <a:pt x="133350" y="161925"/>
                </a:lnTo>
                <a:close/>
                <a:moveTo>
                  <a:pt x="285750" y="152400"/>
                </a:moveTo>
                <a:lnTo>
                  <a:pt x="304800" y="152400"/>
                </a:lnTo>
                <a:lnTo>
                  <a:pt x="304800" y="161925"/>
                </a:lnTo>
                <a:lnTo>
                  <a:pt x="285750" y="161925"/>
                </a:lnTo>
                <a:close/>
                <a:moveTo>
                  <a:pt x="85725" y="171450"/>
                </a:moveTo>
                <a:lnTo>
                  <a:pt x="95250" y="171450"/>
                </a:lnTo>
                <a:lnTo>
                  <a:pt x="95250" y="180975"/>
                </a:lnTo>
                <a:lnTo>
                  <a:pt x="85725" y="180975"/>
                </a:lnTo>
                <a:close/>
                <a:moveTo>
                  <a:pt x="342900" y="171450"/>
                </a:moveTo>
                <a:lnTo>
                  <a:pt x="352425" y="171450"/>
                </a:lnTo>
                <a:lnTo>
                  <a:pt x="352425" y="180975"/>
                </a:lnTo>
                <a:lnTo>
                  <a:pt x="342900" y="180975"/>
                </a:lnTo>
                <a:close/>
                <a:moveTo>
                  <a:pt x="361950" y="171450"/>
                </a:moveTo>
                <a:lnTo>
                  <a:pt x="371475" y="171450"/>
                </a:lnTo>
                <a:lnTo>
                  <a:pt x="371475" y="180975"/>
                </a:lnTo>
                <a:lnTo>
                  <a:pt x="361950" y="180975"/>
                </a:lnTo>
                <a:close/>
                <a:moveTo>
                  <a:pt x="114300" y="180975"/>
                </a:moveTo>
                <a:lnTo>
                  <a:pt x="133350" y="180975"/>
                </a:lnTo>
                <a:lnTo>
                  <a:pt x="133350" y="190500"/>
                </a:lnTo>
                <a:lnTo>
                  <a:pt x="114300" y="190500"/>
                </a:lnTo>
                <a:close/>
                <a:moveTo>
                  <a:pt x="304800" y="180975"/>
                </a:moveTo>
                <a:lnTo>
                  <a:pt x="323850" y="180975"/>
                </a:lnTo>
                <a:lnTo>
                  <a:pt x="323850" y="190500"/>
                </a:lnTo>
                <a:lnTo>
                  <a:pt x="304800" y="190500"/>
                </a:lnTo>
                <a:close/>
                <a:moveTo>
                  <a:pt x="209550" y="190500"/>
                </a:moveTo>
                <a:lnTo>
                  <a:pt x="228600" y="190500"/>
                </a:lnTo>
                <a:lnTo>
                  <a:pt x="228600" y="200025"/>
                </a:lnTo>
                <a:lnTo>
                  <a:pt x="209550" y="200025"/>
                </a:lnTo>
                <a:close/>
                <a:moveTo>
                  <a:pt x="323850" y="200025"/>
                </a:moveTo>
                <a:lnTo>
                  <a:pt x="333375" y="200025"/>
                </a:lnTo>
                <a:lnTo>
                  <a:pt x="333375" y="209550"/>
                </a:lnTo>
                <a:lnTo>
                  <a:pt x="323850" y="209550"/>
                </a:lnTo>
                <a:close/>
                <a:moveTo>
                  <a:pt x="314325" y="209550"/>
                </a:moveTo>
                <a:lnTo>
                  <a:pt x="323850" y="209550"/>
                </a:lnTo>
                <a:lnTo>
                  <a:pt x="323850" y="219075"/>
                </a:lnTo>
                <a:lnTo>
                  <a:pt x="314325" y="219075"/>
                </a:lnTo>
                <a:close/>
                <a:moveTo>
                  <a:pt x="323850" y="219075"/>
                </a:moveTo>
                <a:lnTo>
                  <a:pt x="333375" y="219075"/>
                </a:lnTo>
                <a:lnTo>
                  <a:pt x="333375" y="228600"/>
                </a:lnTo>
                <a:lnTo>
                  <a:pt x="323850" y="228600"/>
                </a:lnTo>
                <a:close/>
                <a:moveTo>
                  <a:pt x="76200" y="238125"/>
                </a:moveTo>
                <a:lnTo>
                  <a:pt x="85725" y="238125"/>
                </a:lnTo>
                <a:lnTo>
                  <a:pt x="85725" y="247650"/>
                </a:lnTo>
                <a:lnTo>
                  <a:pt x="76200" y="247650"/>
                </a:lnTo>
                <a:close/>
                <a:moveTo>
                  <a:pt x="104775" y="247650"/>
                </a:moveTo>
                <a:lnTo>
                  <a:pt x="114300" y="247650"/>
                </a:lnTo>
                <a:lnTo>
                  <a:pt x="114300" y="257175"/>
                </a:lnTo>
                <a:lnTo>
                  <a:pt x="104775" y="257175"/>
                </a:lnTo>
                <a:close/>
                <a:moveTo>
                  <a:pt x="323850" y="247650"/>
                </a:moveTo>
                <a:lnTo>
                  <a:pt x="333375" y="247650"/>
                </a:lnTo>
                <a:lnTo>
                  <a:pt x="333375" y="257175"/>
                </a:lnTo>
                <a:lnTo>
                  <a:pt x="323850" y="257175"/>
                </a:lnTo>
                <a:close/>
                <a:moveTo>
                  <a:pt x="142875" y="257175"/>
                </a:moveTo>
                <a:lnTo>
                  <a:pt x="171450" y="257175"/>
                </a:lnTo>
                <a:lnTo>
                  <a:pt x="171450" y="266700"/>
                </a:lnTo>
                <a:lnTo>
                  <a:pt x="142875" y="266700"/>
                </a:lnTo>
                <a:close/>
                <a:moveTo>
                  <a:pt x="257175" y="257175"/>
                </a:moveTo>
                <a:lnTo>
                  <a:pt x="285750" y="257175"/>
                </a:lnTo>
                <a:lnTo>
                  <a:pt x="285750" y="266700"/>
                </a:lnTo>
                <a:lnTo>
                  <a:pt x="257175" y="266700"/>
                </a:lnTo>
                <a:close/>
                <a:moveTo>
                  <a:pt x="66675" y="266700"/>
                </a:moveTo>
                <a:lnTo>
                  <a:pt x="76200" y="266700"/>
                </a:lnTo>
                <a:lnTo>
                  <a:pt x="76200" y="276225"/>
                </a:lnTo>
                <a:lnTo>
                  <a:pt x="66675" y="276225"/>
                </a:lnTo>
                <a:close/>
                <a:moveTo>
                  <a:pt x="85725" y="276225"/>
                </a:moveTo>
                <a:lnTo>
                  <a:pt x="95250" y="276225"/>
                </a:lnTo>
                <a:lnTo>
                  <a:pt x="95250" y="285750"/>
                </a:lnTo>
                <a:lnTo>
                  <a:pt x="85725" y="285750"/>
                </a:lnTo>
                <a:close/>
                <a:moveTo>
                  <a:pt x="333375" y="276225"/>
                </a:moveTo>
                <a:lnTo>
                  <a:pt x="342900" y="276225"/>
                </a:lnTo>
                <a:lnTo>
                  <a:pt x="342900" y="285750"/>
                </a:lnTo>
                <a:lnTo>
                  <a:pt x="333375" y="285750"/>
                </a:lnTo>
                <a:close/>
                <a:moveTo>
                  <a:pt x="123825" y="285750"/>
                </a:moveTo>
                <a:lnTo>
                  <a:pt x="142875" y="285750"/>
                </a:lnTo>
                <a:lnTo>
                  <a:pt x="142875" y="295275"/>
                </a:lnTo>
                <a:lnTo>
                  <a:pt x="123825" y="295275"/>
                </a:lnTo>
                <a:close/>
                <a:moveTo>
                  <a:pt x="285750" y="285750"/>
                </a:moveTo>
                <a:lnTo>
                  <a:pt x="304800" y="285750"/>
                </a:lnTo>
                <a:lnTo>
                  <a:pt x="304800" y="295275"/>
                </a:lnTo>
                <a:lnTo>
                  <a:pt x="285750" y="295275"/>
                </a:lnTo>
                <a:close/>
                <a:moveTo>
                  <a:pt x="323850" y="304800"/>
                </a:moveTo>
                <a:lnTo>
                  <a:pt x="333375" y="304800"/>
                </a:lnTo>
                <a:lnTo>
                  <a:pt x="333375" y="314325"/>
                </a:lnTo>
                <a:lnTo>
                  <a:pt x="323850" y="314325"/>
                </a:lnTo>
                <a:close/>
                <a:moveTo>
                  <a:pt x="342900" y="304800"/>
                </a:moveTo>
                <a:lnTo>
                  <a:pt x="352425" y="304800"/>
                </a:lnTo>
                <a:lnTo>
                  <a:pt x="352425" y="314325"/>
                </a:lnTo>
                <a:lnTo>
                  <a:pt x="342900" y="314325"/>
                </a:lnTo>
                <a:close/>
                <a:moveTo>
                  <a:pt x="314325" y="314325"/>
                </a:moveTo>
                <a:lnTo>
                  <a:pt x="323850" y="314325"/>
                </a:lnTo>
                <a:lnTo>
                  <a:pt x="323850" y="323850"/>
                </a:lnTo>
                <a:lnTo>
                  <a:pt x="314325" y="323850"/>
                </a:lnTo>
                <a:close/>
                <a:moveTo>
                  <a:pt x="323850" y="323850"/>
                </a:moveTo>
                <a:lnTo>
                  <a:pt x="333375" y="323850"/>
                </a:lnTo>
                <a:lnTo>
                  <a:pt x="333375" y="333375"/>
                </a:lnTo>
                <a:lnTo>
                  <a:pt x="323850" y="333375"/>
                </a:lnTo>
                <a:close/>
                <a:moveTo>
                  <a:pt x="76200" y="342900"/>
                </a:moveTo>
                <a:lnTo>
                  <a:pt x="85725" y="342900"/>
                </a:lnTo>
                <a:lnTo>
                  <a:pt x="85725" y="352425"/>
                </a:lnTo>
                <a:lnTo>
                  <a:pt x="76200" y="352425"/>
                </a:lnTo>
                <a:close/>
                <a:moveTo>
                  <a:pt x="104775" y="352425"/>
                </a:moveTo>
                <a:lnTo>
                  <a:pt x="114300" y="352425"/>
                </a:lnTo>
                <a:lnTo>
                  <a:pt x="114300" y="361950"/>
                </a:lnTo>
                <a:lnTo>
                  <a:pt x="104775" y="361950"/>
                </a:lnTo>
                <a:close/>
                <a:moveTo>
                  <a:pt x="314325" y="352425"/>
                </a:moveTo>
                <a:lnTo>
                  <a:pt x="333375" y="352425"/>
                </a:lnTo>
                <a:lnTo>
                  <a:pt x="333375" y="361950"/>
                </a:lnTo>
                <a:lnTo>
                  <a:pt x="314325" y="361950"/>
                </a:lnTo>
                <a:close/>
                <a:moveTo>
                  <a:pt x="152400" y="361950"/>
                </a:moveTo>
                <a:lnTo>
                  <a:pt x="200025" y="361950"/>
                </a:lnTo>
                <a:lnTo>
                  <a:pt x="200025" y="371475"/>
                </a:lnTo>
                <a:lnTo>
                  <a:pt x="152400" y="371475"/>
                </a:lnTo>
                <a:close/>
                <a:moveTo>
                  <a:pt x="238125" y="361950"/>
                </a:moveTo>
                <a:lnTo>
                  <a:pt x="276225" y="361950"/>
                </a:lnTo>
                <a:lnTo>
                  <a:pt x="276225" y="371475"/>
                </a:lnTo>
                <a:lnTo>
                  <a:pt x="238125" y="371475"/>
                </a:lnTo>
                <a:close/>
                <a:moveTo>
                  <a:pt x="66675" y="371475"/>
                </a:moveTo>
                <a:lnTo>
                  <a:pt x="76200" y="371475"/>
                </a:lnTo>
                <a:lnTo>
                  <a:pt x="76200" y="381000"/>
                </a:lnTo>
                <a:lnTo>
                  <a:pt x="66675" y="381000"/>
                </a:lnTo>
                <a:close/>
                <a:moveTo>
                  <a:pt x="95250" y="381000"/>
                </a:moveTo>
                <a:lnTo>
                  <a:pt x="104775" y="381000"/>
                </a:lnTo>
                <a:lnTo>
                  <a:pt x="104775" y="390525"/>
                </a:lnTo>
                <a:lnTo>
                  <a:pt x="95250" y="390525"/>
                </a:lnTo>
                <a:close/>
                <a:moveTo>
                  <a:pt x="333375" y="381000"/>
                </a:moveTo>
                <a:lnTo>
                  <a:pt x="342900" y="381000"/>
                </a:lnTo>
                <a:lnTo>
                  <a:pt x="342900" y="390525"/>
                </a:lnTo>
                <a:lnTo>
                  <a:pt x="333375" y="390525"/>
                </a:lnTo>
                <a:close/>
                <a:moveTo>
                  <a:pt x="133350" y="390525"/>
                </a:moveTo>
                <a:lnTo>
                  <a:pt x="152400" y="390525"/>
                </a:lnTo>
                <a:lnTo>
                  <a:pt x="152400" y="400050"/>
                </a:lnTo>
                <a:lnTo>
                  <a:pt x="133350" y="400050"/>
                </a:lnTo>
                <a:close/>
                <a:moveTo>
                  <a:pt x="276225" y="390525"/>
                </a:moveTo>
                <a:lnTo>
                  <a:pt x="304800" y="390525"/>
                </a:lnTo>
                <a:lnTo>
                  <a:pt x="304800" y="400050"/>
                </a:lnTo>
                <a:lnTo>
                  <a:pt x="276225" y="400050"/>
                </a:lnTo>
                <a:close/>
                <a:moveTo>
                  <a:pt x="323850" y="409575"/>
                </a:moveTo>
                <a:lnTo>
                  <a:pt x="333375" y="409575"/>
                </a:lnTo>
                <a:lnTo>
                  <a:pt x="333375" y="419100"/>
                </a:lnTo>
                <a:lnTo>
                  <a:pt x="323850" y="419100"/>
                </a:lnTo>
                <a:close/>
                <a:moveTo>
                  <a:pt x="342900" y="409575"/>
                </a:moveTo>
                <a:lnTo>
                  <a:pt x="352425" y="409575"/>
                </a:lnTo>
                <a:lnTo>
                  <a:pt x="352425" y="419100"/>
                </a:lnTo>
                <a:lnTo>
                  <a:pt x="342900" y="419100"/>
                </a:lnTo>
                <a:close/>
                <a:moveTo>
                  <a:pt x="352425" y="438150"/>
                </a:moveTo>
                <a:lnTo>
                  <a:pt x="361950" y="438150"/>
                </a:lnTo>
                <a:lnTo>
                  <a:pt x="361950" y="447675"/>
                </a:lnTo>
                <a:lnTo>
                  <a:pt x="352425" y="447675"/>
                </a:lnTo>
                <a:close/>
                <a:moveTo>
                  <a:pt x="28575" y="447675"/>
                </a:moveTo>
                <a:lnTo>
                  <a:pt x="38100" y="447675"/>
                </a:lnTo>
                <a:lnTo>
                  <a:pt x="38100" y="457200"/>
                </a:lnTo>
                <a:lnTo>
                  <a:pt x="28575" y="457200"/>
                </a:lnTo>
                <a:close/>
                <a:moveTo>
                  <a:pt x="76200" y="447675"/>
                </a:moveTo>
                <a:lnTo>
                  <a:pt x="85725" y="447675"/>
                </a:lnTo>
                <a:lnTo>
                  <a:pt x="85725" y="457200"/>
                </a:lnTo>
                <a:lnTo>
                  <a:pt x="76200" y="457200"/>
                </a:lnTo>
                <a:close/>
                <a:moveTo>
                  <a:pt x="342900" y="447675"/>
                </a:moveTo>
                <a:lnTo>
                  <a:pt x="352425" y="447675"/>
                </a:lnTo>
                <a:lnTo>
                  <a:pt x="352425" y="457200"/>
                </a:lnTo>
                <a:lnTo>
                  <a:pt x="342900" y="457200"/>
                </a:lnTo>
                <a:close/>
                <a:moveTo>
                  <a:pt x="38100" y="457200"/>
                </a:moveTo>
                <a:lnTo>
                  <a:pt x="47625" y="457200"/>
                </a:lnTo>
                <a:lnTo>
                  <a:pt x="47625" y="466725"/>
                </a:lnTo>
                <a:lnTo>
                  <a:pt x="38100" y="466725"/>
                </a:lnTo>
                <a:close/>
                <a:moveTo>
                  <a:pt x="104775" y="457200"/>
                </a:moveTo>
                <a:lnTo>
                  <a:pt x="114300" y="457200"/>
                </a:lnTo>
                <a:lnTo>
                  <a:pt x="114300" y="466725"/>
                </a:lnTo>
                <a:lnTo>
                  <a:pt x="104775" y="466725"/>
                </a:lnTo>
                <a:close/>
                <a:moveTo>
                  <a:pt x="314325" y="457200"/>
                </a:moveTo>
                <a:lnTo>
                  <a:pt x="323850" y="457200"/>
                </a:lnTo>
                <a:lnTo>
                  <a:pt x="323850" y="466725"/>
                </a:lnTo>
                <a:lnTo>
                  <a:pt x="314325" y="466725"/>
                </a:lnTo>
                <a:close/>
                <a:moveTo>
                  <a:pt x="152400" y="466725"/>
                </a:moveTo>
                <a:lnTo>
                  <a:pt x="276225" y="466725"/>
                </a:lnTo>
                <a:lnTo>
                  <a:pt x="276225" y="476250"/>
                </a:lnTo>
                <a:lnTo>
                  <a:pt x="152400" y="476250"/>
                </a:lnTo>
                <a:close/>
                <a:moveTo>
                  <a:pt x="371475" y="466725"/>
                </a:moveTo>
                <a:lnTo>
                  <a:pt x="381000" y="466725"/>
                </a:lnTo>
                <a:lnTo>
                  <a:pt x="381000" y="476250"/>
                </a:lnTo>
                <a:lnTo>
                  <a:pt x="371475" y="476250"/>
                </a:lnTo>
                <a:close/>
                <a:moveTo>
                  <a:pt x="66675" y="476250"/>
                </a:moveTo>
                <a:lnTo>
                  <a:pt x="76200" y="476250"/>
                </a:lnTo>
                <a:lnTo>
                  <a:pt x="76200" y="485775"/>
                </a:lnTo>
                <a:lnTo>
                  <a:pt x="66675" y="485775"/>
                </a:lnTo>
                <a:close/>
                <a:moveTo>
                  <a:pt x="352425" y="476250"/>
                </a:moveTo>
                <a:lnTo>
                  <a:pt x="361950" y="476250"/>
                </a:lnTo>
                <a:lnTo>
                  <a:pt x="361950" y="485775"/>
                </a:lnTo>
                <a:lnTo>
                  <a:pt x="352425" y="485775"/>
                </a:lnTo>
                <a:close/>
                <a:moveTo>
                  <a:pt x="95250" y="485775"/>
                </a:moveTo>
                <a:lnTo>
                  <a:pt x="104775" y="485775"/>
                </a:lnTo>
                <a:lnTo>
                  <a:pt x="104775" y="495300"/>
                </a:lnTo>
                <a:lnTo>
                  <a:pt x="95250" y="495300"/>
                </a:lnTo>
                <a:close/>
                <a:moveTo>
                  <a:pt x="323850" y="485775"/>
                </a:moveTo>
                <a:lnTo>
                  <a:pt x="342900" y="485775"/>
                </a:lnTo>
                <a:lnTo>
                  <a:pt x="342900" y="495300"/>
                </a:lnTo>
                <a:lnTo>
                  <a:pt x="323850" y="495300"/>
                </a:lnTo>
                <a:close/>
                <a:moveTo>
                  <a:pt x="142875" y="495300"/>
                </a:moveTo>
                <a:lnTo>
                  <a:pt x="171450" y="495300"/>
                </a:lnTo>
                <a:lnTo>
                  <a:pt x="171450" y="504825"/>
                </a:lnTo>
                <a:lnTo>
                  <a:pt x="142875" y="504825"/>
                </a:lnTo>
                <a:close/>
                <a:moveTo>
                  <a:pt x="266700" y="495300"/>
                </a:moveTo>
                <a:lnTo>
                  <a:pt x="295275" y="495300"/>
                </a:lnTo>
                <a:lnTo>
                  <a:pt x="295275" y="504825"/>
                </a:lnTo>
                <a:lnTo>
                  <a:pt x="266700" y="504825"/>
                </a:lnTo>
                <a:close/>
              </a:path>
            </a:pathLst>
          </a:custGeom>
          <a:solidFill xmlns:a="http://schemas.openxmlformats.org/drawingml/2006/main">
            <a:srgbClr val="CBD5C6"/>
          </a:solidFill>
          <a:ln xmlns:a="http://schemas.openxmlformats.org/drawingml/2006/main" w="0">
            <a:noFill/>
          </a:ln>
        </p:spPr>
      </p:sp>
      <p:sp>
        <p:nvSpPr>
          <p:cNvPr id="100" name="db vector #93a192">
            <a:extLst xmlns:a="http://schemas.openxmlformats.org/drawingml/2006/main">
              <a:ext uri="{FF2B5EF4-FFF2-40B4-BE49-F238E27FC236}">
                <a16:creationId xmlns:a16="http://schemas.microsoft.com/office/drawing/2014/main" id="{5CB8A577-93D6-4B2D-86E3-4A1A326DFD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91650" y="1647825"/>
            <a:ext cx="514350" cy="666750"/>
          </a:xfrm>
          <a:custGeom xmlns:a="http://schemas.openxmlformats.org/drawingml/2006/main">
            <a:pathLst>
              <a:path w="428625" h="561975">
                <a:moveTo>
                  <a:pt x="142875" y="47625"/>
                </a:moveTo>
                <a:lnTo>
                  <a:pt x="171450" y="47625"/>
                </a:lnTo>
                <a:lnTo>
                  <a:pt x="171450" y="57150"/>
                </a:lnTo>
                <a:lnTo>
                  <a:pt x="142875" y="57150"/>
                </a:lnTo>
                <a:close/>
                <a:moveTo>
                  <a:pt x="266700" y="47625"/>
                </a:moveTo>
                <a:lnTo>
                  <a:pt x="285750" y="47625"/>
                </a:lnTo>
                <a:lnTo>
                  <a:pt x="285750" y="57150"/>
                </a:lnTo>
                <a:lnTo>
                  <a:pt x="266700" y="57150"/>
                </a:lnTo>
                <a:close/>
                <a:moveTo>
                  <a:pt x="95250" y="57150"/>
                </a:moveTo>
                <a:lnTo>
                  <a:pt x="104775" y="57150"/>
                </a:lnTo>
                <a:lnTo>
                  <a:pt x="104775" y="66675"/>
                </a:lnTo>
                <a:lnTo>
                  <a:pt x="95250" y="66675"/>
                </a:lnTo>
                <a:close/>
                <a:moveTo>
                  <a:pt x="323850" y="57150"/>
                </a:moveTo>
                <a:lnTo>
                  <a:pt x="333375" y="57150"/>
                </a:lnTo>
                <a:lnTo>
                  <a:pt x="333375" y="66675"/>
                </a:lnTo>
                <a:lnTo>
                  <a:pt x="323850" y="66675"/>
                </a:lnTo>
                <a:close/>
                <a:moveTo>
                  <a:pt x="352425" y="66675"/>
                </a:moveTo>
                <a:lnTo>
                  <a:pt x="361950" y="66675"/>
                </a:lnTo>
                <a:lnTo>
                  <a:pt x="361950" y="76200"/>
                </a:lnTo>
                <a:lnTo>
                  <a:pt x="352425" y="76200"/>
                </a:lnTo>
                <a:close/>
                <a:moveTo>
                  <a:pt x="123825" y="76200"/>
                </a:moveTo>
                <a:lnTo>
                  <a:pt x="142875" y="76200"/>
                </a:lnTo>
                <a:lnTo>
                  <a:pt x="142875" y="85725"/>
                </a:lnTo>
                <a:lnTo>
                  <a:pt x="123825" y="85725"/>
                </a:lnTo>
                <a:close/>
                <a:moveTo>
                  <a:pt x="285750" y="76200"/>
                </a:moveTo>
                <a:lnTo>
                  <a:pt x="304800" y="76200"/>
                </a:lnTo>
                <a:lnTo>
                  <a:pt x="304800" y="85725"/>
                </a:lnTo>
                <a:lnTo>
                  <a:pt x="285750" y="85725"/>
                </a:lnTo>
                <a:close/>
                <a:moveTo>
                  <a:pt x="371475" y="76200"/>
                </a:moveTo>
                <a:lnTo>
                  <a:pt x="381000" y="76200"/>
                </a:lnTo>
                <a:lnTo>
                  <a:pt x="381000" y="85725"/>
                </a:lnTo>
                <a:lnTo>
                  <a:pt x="371475" y="85725"/>
                </a:lnTo>
                <a:close/>
                <a:moveTo>
                  <a:pt x="95250" y="85725"/>
                </a:moveTo>
                <a:lnTo>
                  <a:pt x="104775" y="85725"/>
                </a:lnTo>
                <a:lnTo>
                  <a:pt x="104775" y="95250"/>
                </a:lnTo>
                <a:lnTo>
                  <a:pt x="95250" y="95250"/>
                </a:lnTo>
                <a:close/>
                <a:moveTo>
                  <a:pt x="333375" y="85725"/>
                </a:moveTo>
                <a:lnTo>
                  <a:pt x="342900" y="85725"/>
                </a:lnTo>
                <a:lnTo>
                  <a:pt x="342900" y="95250"/>
                </a:lnTo>
                <a:lnTo>
                  <a:pt x="333375" y="95250"/>
                </a:lnTo>
                <a:close/>
                <a:moveTo>
                  <a:pt x="381000" y="85725"/>
                </a:moveTo>
                <a:lnTo>
                  <a:pt x="390525" y="85725"/>
                </a:lnTo>
                <a:lnTo>
                  <a:pt x="390525" y="95250"/>
                </a:lnTo>
                <a:lnTo>
                  <a:pt x="381000" y="95250"/>
                </a:lnTo>
                <a:close/>
                <a:moveTo>
                  <a:pt x="352425" y="95250"/>
                </a:moveTo>
                <a:lnTo>
                  <a:pt x="361950" y="95250"/>
                </a:lnTo>
                <a:lnTo>
                  <a:pt x="361950" y="104775"/>
                </a:lnTo>
                <a:lnTo>
                  <a:pt x="352425" y="104775"/>
                </a:lnTo>
                <a:close/>
                <a:moveTo>
                  <a:pt x="390525" y="95250"/>
                </a:moveTo>
                <a:lnTo>
                  <a:pt x="400050" y="95250"/>
                </a:lnTo>
                <a:lnTo>
                  <a:pt x="400050" y="104775"/>
                </a:lnTo>
                <a:lnTo>
                  <a:pt x="390525" y="104775"/>
                </a:lnTo>
                <a:close/>
                <a:moveTo>
                  <a:pt x="361950" y="104775"/>
                </a:moveTo>
                <a:lnTo>
                  <a:pt x="371475" y="104775"/>
                </a:lnTo>
                <a:lnTo>
                  <a:pt x="371475" y="114300"/>
                </a:lnTo>
                <a:lnTo>
                  <a:pt x="361950" y="114300"/>
                </a:lnTo>
                <a:close/>
                <a:moveTo>
                  <a:pt x="57150" y="114300"/>
                </a:moveTo>
                <a:lnTo>
                  <a:pt x="66675" y="114300"/>
                </a:lnTo>
                <a:lnTo>
                  <a:pt x="66675" y="133350"/>
                </a:lnTo>
                <a:lnTo>
                  <a:pt x="57150" y="133350"/>
                </a:lnTo>
                <a:close/>
                <a:moveTo>
                  <a:pt x="66675" y="133350"/>
                </a:moveTo>
                <a:lnTo>
                  <a:pt x="76200" y="133350"/>
                </a:lnTo>
                <a:lnTo>
                  <a:pt x="76200" y="142875"/>
                </a:lnTo>
                <a:lnTo>
                  <a:pt x="66675" y="142875"/>
                </a:lnTo>
                <a:close/>
                <a:moveTo>
                  <a:pt x="85725" y="142875"/>
                </a:moveTo>
                <a:lnTo>
                  <a:pt x="95250" y="142875"/>
                </a:lnTo>
                <a:lnTo>
                  <a:pt x="95250" y="152400"/>
                </a:lnTo>
                <a:lnTo>
                  <a:pt x="85725" y="152400"/>
                </a:lnTo>
                <a:close/>
                <a:moveTo>
                  <a:pt x="333375" y="142875"/>
                </a:moveTo>
                <a:lnTo>
                  <a:pt x="342900" y="142875"/>
                </a:lnTo>
                <a:lnTo>
                  <a:pt x="342900" y="152400"/>
                </a:lnTo>
                <a:lnTo>
                  <a:pt x="333375" y="152400"/>
                </a:lnTo>
                <a:close/>
                <a:moveTo>
                  <a:pt x="123825" y="152400"/>
                </a:moveTo>
                <a:lnTo>
                  <a:pt x="133350" y="152400"/>
                </a:lnTo>
                <a:lnTo>
                  <a:pt x="133350" y="161925"/>
                </a:lnTo>
                <a:lnTo>
                  <a:pt x="123825" y="161925"/>
                </a:lnTo>
                <a:close/>
                <a:moveTo>
                  <a:pt x="304800" y="152400"/>
                </a:moveTo>
                <a:lnTo>
                  <a:pt x="314325" y="152400"/>
                </a:lnTo>
                <a:lnTo>
                  <a:pt x="314325" y="161925"/>
                </a:lnTo>
                <a:lnTo>
                  <a:pt x="304800" y="161925"/>
                </a:lnTo>
                <a:close/>
                <a:moveTo>
                  <a:pt x="66675" y="161925"/>
                </a:moveTo>
                <a:lnTo>
                  <a:pt x="76200" y="161925"/>
                </a:lnTo>
                <a:lnTo>
                  <a:pt x="76200" y="171450"/>
                </a:lnTo>
                <a:lnTo>
                  <a:pt x="66675" y="171450"/>
                </a:lnTo>
                <a:close/>
                <a:moveTo>
                  <a:pt x="190500" y="161925"/>
                </a:moveTo>
                <a:lnTo>
                  <a:pt x="247650" y="161925"/>
                </a:lnTo>
                <a:lnTo>
                  <a:pt x="247650" y="171450"/>
                </a:lnTo>
                <a:lnTo>
                  <a:pt x="190500" y="171450"/>
                </a:lnTo>
                <a:close/>
                <a:moveTo>
                  <a:pt x="361950" y="161925"/>
                </a:moveTo>
                <a:lnTo>
                  <a:pt x="371475" y="161925"/>
                </a:lnTo>
                <a:lnTo>
                  <a:pt x="371475" y="171450"/>
                </a:lnTo>
                <a:lnTo>
                  <a:pt x="361950" y="171450"/>
                </a:lnTo>
                <a:close/>
                <a:moveTo>
                  <a:pt x="95250" y="171450"/>
                </a:moveTo>
                <a:lnTo>
                  <a:pt x="104775" y="171450"/>
                </a:lnTo>
                <a:lnTo>
                  <a:pt x="104775" y="180975"/>
                </a:lnTo>
                <a:lnTo>
                  <a:pt x="95250" y="180975"/>
                </a:lnTo>
                <a:close/>
                <a:moveTo>
                  <a:pt x="333375" y="171450"/>
                </a:moveTo>
                <a:lnTo>
                  <a:pt x="342900" y="171450"/>
                </a:lnTo>
                <a:lnTo>
                  <a:pt x="342900" y="180975"/>
                </a:lnTo>
                <a:lnTo>
                  <a:pt x="333375" y="180975"/>
                </a:lnTo>
                <a:close/>
                <a:moveTo>
                  <a:pt x="371475" y="171450"/>
                </a:moveTo>
                <a:lnTo>
                  <a:pt x="381000" y="171450"/>
                </a:lnTo>
                <a:lnTo>
                  <a:pt x="381000" y="228600"/>
                </a:lnTo>
                <a:lnTo>
                  <a:pt x="371475" y="228600"/>
                </a:lnTo>
                <a:close/>
                <a:moveTo>
                  <a:pt x="133350" y="180975"/>
                </a:moveTo>
                <a:lnTo>
                  <a:pt x="161925" y="180975"/>
                </a:lnTo>
                <a:lnTo>
                  <a:pt x="161925" y="190500"/>
                </a:lnTo>
                <a:lnTo>
                  <a:pt x="133350" y="190500"/>
                </a:lnTo>
                <a:close/>
                <a:moveTo>
                  <a:pt x="285750" y="180975"/>
                </a:moveTo>
                <a:lnTo>
                  <a:pt x="304800" y="180975"/>
                </a:lnTo>
                <a:lnTo>
                  <a:pt x="304800" y="190500"/>
                </a:lnTo>
                <a:lnTo>
                  <a:pt x="285750" y="190500"/>
                </a:lnTo>
                <a:close/>
                <a:moveTo>
                  <a:pt x="342900" y="209550"/>
                </a:moveTo>
                <a:lnTo>
                  <a:pt x="352425" y="209550"/>
                </a:lnTo>
                <a:lnTo>
                  <a:pt x="352425" y="219075"/>
                </a:lnTo>
                <a:lnTo>
                  <a:pt x="342900" y="219075"/>
                </a:lnTo>
                <a:close/>
                <a:moveTo>
                  <a:pt x="361950" y="228600"/>
                </a:moveTo>
                <a:lnTo>
                  <a:pt x="371475" y="228600"/>
                </a:lnTo>
                <a:lnTo>
                  <a:pt x="371475" y="238125"/>
                </a:lnTo>
                <a:lnTo>
                  <a:pt x="361950" y="238125"/>
                </a:lnTo>
                <a:close/>
                <a:moveTo>
                  <a:pt x="352425" y="238125"/>
                </a:moveTo>
                <a:lnTo>
                  <a:pt x="361950" y="238125"/>
                </a:lnTo>
                <a:lnTo>
                  <a:pt x="361950" y="247650"/>
                </a:lnTo>
                <a:lnTo>
                  <a:pt x="352425" y="247650"/>
                </a:lnTo>
                <a:close/>
                <a:moveTo>
                  <a:pt x="95250" y="247650"/>
                </a:moveTo>
                <a:lnTo>
                  <a:pt x="104775" y="247650"/>
                </a:lnTo>
                <a:lnTo>
                  <a:pt x="104775" y="257175"/>
                </a:lnTo>
                <a:lnTo>
                  <a:pt x="95250" y="257175"/>
                </a:lnTo>
                <a:close/>
                <a:moveTo>
                  <a:pt x="123825" y="257175"/>
                </a:moveTo>
                <a:lnTo>
                  <a:pt x="142875" y="257175"/>
                </a:lnTo>
                <a:lnTo>
                  <a:pt x="142875" y="266700"/>
                </a:lnTo>
                <a:lnTo>
                  <a:pt x="123825" y="266700"/>
                </a:lnTo>
                <a:close/>
                <a:moveTo>
                  <a:pt x="285750" y="257175"/>
                </a:moveTo>
                <a:lnTo>
                  <a:pt x="304800" y="257175"/>
                </a:lnTo>
                <a:lnTo>
                  <a:pt x="304800" y="266700"/>
                </a:lnTo>
                <a:lnTo>
                  <a:pt x="285750" y="266700"/>
                </a:lnTo>
                <a:close/>
                <a:moveTo>
                  <a:pt x="352425" y="266700"/>
                </a:moveTo>
                <a:lnTo>
                  <a:pt x="371475" y="266700"/>
                </a:lnTo>
                <a:lnTo>
                  <a:pt x="371475" y="276225"/>
                </a:lnTo>
                <a:lnTo>
                  <a:pt x="352425" y="276225"/>
                </a:lnTo>
                <a:close/>
                <a:moveTo>
                  <a:pt x="95250" y="276225"/>
                </a:moveTo>
                <a:lnTo>
                  <a:pt x="114300" y="276225"/>
                </a:lnTo>
                <a:lnTo>
                  <a:pt x="114300" y="285750"/>
                </a:lnTo>
                <a:lnTo>
                  <a:pt x="95250" y="285750"/>
                </a:lnTo>
                <a:close/>
                <a:moveTo>
                  <a:pt x="323850" y="276225"/>
                </a:moveTo>
                <a:lnTo>
                  <a:pt x="333375" y="276225"/>
                </a:lnTo>
                <a:lnTo>
                  <a:pt x="333375" y="285750"/>
                </a:lnTo>
                <a:lnTo>
                  <a:pt x="323850" y="285750"/>
                </a:lnTo>
                <a:close/>
                <a:moveTo>
                  <a:pt x="371475" y="276225"/>
                </a:moveTo>
                <a:lnTo>
                  <a:pt x="381000" y="276225"/>
                </a:lnTo>
                <a:lnTo>
                  <a:pt x="381000" y="333375"/>
                </a:lnTo>
                <a:lnTo>
                  <a:pt x="371475" y="333375"/>
                </a:lnTo>
                <a:close/>
                <a:moveTo>
                  <a:pt x="142875" y="285750"/>
                </a:moveTo>
                <a:lnTo>
                  <a:pt x="171450" y="285750"/>
                </a:lnTo>
                <a:lnTo>
                  <a:pt x="171450" y="295275"/>
                </a:lnTo>
                <a:lnTo>
                  <a:pt x="142875" y="295275"/>
                </a:lnTo>
                <a:close/>
                <a:moveTo>
                  <a:pt x="266700" y="285750"/>
                </a:moveTo>
                <a:lnTo>
                  <a:pt x="285750" y="285750"/>
                </a:lnTo>
                <a:lnTo>
                  <a:pt x="285750" y="295275"/>
                </a:lnTo>
                <a:lnTo>
                  <a:pt x="266700" y="295275"/>
                </a:lnTo>
                <a:close/>
                <a:moveTo>
                  <a:pt x="361950" y="333375"/>
                </a:moveTo>
                <a:lnTo>
                  <a:pt x="371475" y="333375"/>
                </a:lnTo>
                <a:lnTo>
                  <a:pt x="371475" y="342900"/>
                </a:lnTo>
                <a:lnTo>
                  <a:pt x="361950" y="342900"/>
                </a:lnTo>
                <a:close/>
                <a:moveTo>
                  <a:pt x="352425" y="342900"/>
                </a:moveTo>
                <a:lnTo>
                  <a:pt x="361950" y="342900"/>
                </a:lnTo>
                <a:lnTo>
                  <a:pt x="361950" y="352425"/>
                </a:lnTo>
                <a:lnTo>
                  <a:pt x="352425" y="352425"/>
                </a:lnTo>
                <a:close/>
                <a:moveTo>
                  <a:pt x="95250" y="352425"/>
                </a:moveTo>
                <a:lnTo>
                  <a:pt x="104775" y="352425"/>
                </a:lnTo>
                <a:lnTo>
                  <a:pt x="104775" y="361950"/>
                </a:lnTo>
                <a:lnTo>
                  <a:pt x="95250" y="361950"/>
                </a:lnTo>
                <a:close/>
                <a:moveTo>
                  <a:pt x="133350" y="361950"/>
                </a:moveTo>
                <a:lnTo>
                  <a:pt x="152400" y="361950"/>
                </a:lnTo>
                <a:lnTo>
                  <a:pt x="152400" y="371475"/>
                </a:lnTo>
                <a:lnTo>
                  <a:pt x="133350" y="371475"/>
                </a:lnTo>
                <a:close/>
                <a:moveTo>
                  <a:pt x="276225" y="361950"/>
                </a:moveTo>
                <a:lnTo>
                  <a:pt x="295275" y="361950"/>
                </a:lnTo>
                <a:lnTo>
                  <a:pt x="295275" y="371475"/>
                </a:lnTo>
                <a:lnTo>
                  <a:pt x="276225" y="371475"/>
                </a:lnTo>
                <a:close/>
                <a:moveTo>
                  <a:pt x="57150" y="371475"/>
                </a:moveTo>
                <a:lnTo>
                  <a:pt x="66675" y="371475"/>
                </a:lnTo>
                <a:lnTo>
                  <a:pt x="66675" y="381000"/>
                </a:lnTo>
                <a:lnTo>
                  <a:pt x="57150" y="381000"/>
                </a:lnTo>
                <a:close/>
                <a:moveTo>
                  <a:pt x="352425" y="371475"/>
                </a:moveTo>
                <a:lnTo>
                  <a:pt x="371475" y="371475"/>
                </a:lnTo>
                <a:lnTo>
                  <a:pt x="371475" y="381000"/>
                </a:lnTo>
                <a:lnTo>
                  <a:pt x="352425" y="381000"/>
                </a:lnTo>
                <a:close/>
                <a:moveTo>
                  <a:pt x="104775" y="381000"/>
                </a:moveTo>
                <a:lnTo>
                  <a:pt x="114300" y="381000"/>
                </a:lnTo>
                <a:lnTo>
                  <a:pt x="114300" y="390525"/>
                </a:lnTo>
                <a:lnTo>
                  <a:pt x="104775" y="390525"/>
                </a:lnTo>
                <a:close/>
                <a:moveTo>
                  <a:pt x="314325" y="381000"/>
                </a:moveTo>
                <a:lnTo>
                  <a:pt x="333375" y="381000"/>
                </a:lnTo>
                <a:lnTo>
                  <a:pt x="333375" y="390525"/>
                </a:lnTo>
                <a:lnTo>
                  <a:pt x="314325" y="390525"/>
                </a:lnTo>
                <a:close/>
                <a:moveTo>
                  <a:pt x="371475" y="381000"/>
                </a:moveTo>
                <a:lnTo>
                  <a:pt x="381000" y="381000"/>
                </a:lnTo>
                <a:lnTo>
                  <a:pt x="381000" y="428625"/>
                </a:lnTo>
                <a:lnTo>
                  <a:pt x="371475" y="428625"/>
                </a:lnTo>
                <a:close/>
                <a:moveTo>
                  <a:pt x="152400" y="390525"/>
                </a:moveTo>
                <a:lnTo>
                  <a:pt x="209550" y="390525"/>
                </a:lnTo>
                <a:lnTo>
                  <a:pt x="209550" y="400050"/>
                </a:lnTo>
                <a:lnTo>
                  <a:pt x="152400" y="400050"/>
                </a:lnTo>
                <a:close/>
                <a:moveTo>
                  <a:pt x="228600" y="390525"/>
                </a:moveTo>
                <a:lnTo>
                  <a:pt x="276225" y="390525"/>
                </a:lnTo>
                <a:lnTo>
                  <a:pt x="276225" y="400050"/>
                </a:lnTo>
                <a:lnTo>
                  <a:pt x="228600" y="400050"/>
                </a:lnTo>
                <a:close/>
                <a:moveTo>
                  <a:pt x="333375" y="409575"/>
                </a:moveTo>
                <a:lnTo>
                  <a:pt x="342900" y="409575"/>
                </a:lnTo>
                <a:lnTo>
                  <a:pt x="342900" y="419100"/>
                </a:lnTo>
                <a:lnTo>
                  <a:pt x="352425" y="419100"/>
                </a:lnTo>
                <a:lnTo>
                  <a:pt x="352425" y="428625"/>
                </a:lnTo>
                <a:lnTo>
                  <a:pt x="342900" y="428625"/>
                </a:lnTo>
                <a:lnTo>
                  <a:pt x="342900" y="438150"/>
                </a:lnTo>
                <a:lnTo>
                  <a:pt x="333375" y="438150"/>
                </a:lnTo>
                <a:lnTo>
                  <a:pt x="333375" y="428625"/>
                </a:lnTo>
                <a:lnTo>
                  <a:pt x="323850" y="428625"/>
                </a:lnTo>
                <a:lnTo>
                  <a:pt x="323850" y="419100"/>
                </a:lnTo>
                <a:lnTo>
                  <a:pt x="333375" y="419100"/>
                </a:lnTo>
                <a:close/>
                <a:moveTo>
                  <a:pt x="390525" y="447675"/>
                </a:moveTo>
                <a:lnTo>
                  <a:pt x="400050" y="447675"/>
                </a:lnTo>
                <a:lnTo>
                  <a:pt x="400050" y="457200"/>
                </a:lnTo>
                <a:lnTo>
                  <a:pt x="390525" y="457200"/>
                </a:lnTo>
                <a:close/>
                <a:moveTo>
                  <a:pt x="95250" y="457200"/>
                </a:moveTo>
                <a:lnTo>
                  <a:pt x="104775" y="457200"/>
                </a:lnTo>
                <a:lnTo>
                  <a:pt x="104775" y="466725"/>
                </a:lnTo>
                <a:lnTo>
                  <a:pt x="95250" y="466725"/>
                </a:lnTo>
                <a:close/>
                <a:moveTo>
                  <a:pt x="323850" y="457200"/>
                </a:moveTo>
                <a:lnTo>
                  <a:pt x="333375" y="457200"/>
                </a:lnTo>
                <a:lnTo>
                  <a:pt x="333375" y="466725"/>
                </a:lnTo>
                <a:lnTo>
                  <a:pt x="323850" y="466725"/>
                </a:lnTo>
                <a:close/>
                <a:moveTo>
                  <a:pt x="381000" y="457200"/>
                </a:moveTo>
                <a:lnTo>
                  <a:pt x="390525" y="457200"/>
                </a:lnTo>
                <a:lnTo>
                  <a:pt x="390525" y="466725"/>
                </a:lnTo>
                <a:lnTo>
                  <a:pt x="381000" y="466725"/>
                </a:lnTo>
                <a:close/>
                <a:moveTo>
                  <a:pt x="57150" y="466725"/>
                </a:moveTo>
                <a:lnTo>
                  <a:pt x="66675" y="466725"/>
                </a:lnTo>
                <a:lnTo>
                  <a:pt x="66675" y="476250"/>
                </a:lnTo>
                <a:lnTo>
                  <a:pt x="57150" y="476250"/>
                </a:lnTo>
                <a:close/>
                <a:moveTo>
                  <a:pt x="133350" y="466725"/>
                </a:moveTo>
                <a:lnTo>
                  <a:pt x="152400" y="466725"/>
                </a:lnTo>
                <a:lnTo>
                  <a:pt x="152400" y="476250"/>
                </a:lnTo>
                <a:lnTo>
                  <a:pt x="133350" y="476250"/>
                </a:lnTo>
                <a:close/>
                <a:moveTo>
                  <a:pt x="276225" y="466725"/>
                </a:moveTo>
                <a:lnTo>
                  <a:pt x="295275" y="466725"/>
                </a:lnTo>
                <a:lnTo>
                  <a:pt x="295275" y="476250"/>
                </a:lnTo>
                <a:lnTo>
                  <a:pt x="276225" y="476250"/>
                </a:lnTo>
                <a:close/>
                <a:moveTo>
                  <a:pt x="76200" y="476250"/>
                </a:moveTo>
                <a:lnTo>
                  <a:pt x="85725" y="476250"/>
                </a:lnTo>
                <a:lnTo>
                  <a:pt x="85725" y="485775"/>
                </a:lnTo>
                <a:lnTo>
                  <a:pt x="76200" y="485775"/>
                </a:lnTo>
                <a:close/>
                <a:moveTo>
                  <a:pt x="104775" y="485775"/>
                </a:moveTo>
                <a:lnTo>
                  <a:pt x="123825" y="485775"/>
                </a:lnTo>
                <a:lnTo>
                  <a:pt x="123825" y="495300"/>
                </a:lnTo>
                <a:lnTo>
                  <a:pt x="104775" y="495300"/>
                </a:lnTo>
                <a:close/>
                <a:moveTo>
                  <a:pt x="314325" y="485775"/>
                </a:moveTo>
                <a:lnTo>
                  <a:pt x="323850" y="485775"/>
                </a:lnTo>
                <a:lnTo>
                  <a:pt x="323850" y="495300"/>
                </a:lnTo>
                <a:lnTo>
                  <a:pt x="314325" y="495300"/>
                </a:lnTo>
                <a:close/>
                <a:moveTo>
                  <a:pt x="171450" y="495300"/>
                </a:moveTo>
                <a:lnTo>
                  <a:pt x="266700" y="495300"/>
                </a:lnTo>
                <a:lnTo>
                  <a:pt x="266700" y="504825"/>
                </a:lnTo>
                <a:lnTo>
                  <a:pt x="171450" y="504825"/>
                </a:lnTo>
                <a:close/>
              </a:path>
            </a:pathLst>
          </a:custGeom>
          <a:solidFill xmlns:a="http://schemas.openxmlformats.org/drawingml/2006/main">
            <a:srgbClr val="93A192"/>
          </a:solidFill>
          <a:ln xmlns:a="http://schemas.openxmlformats.org/drawingml/2006/main" w="0">
            <a:noFill/>
          </a:ln>
        </p:spPr>
      </p:sp>
      <p:sp>
        <p:nvSpPr>
          <p:cNvPr id="101" name="db vector #607161">
            <a:extLst xmlns:a="http://schemas.openxmlformats.org/drawingml/2006/main">
              <a:ext uri="{FF2B5EF4-FFF2-40B4-BE49-F238E27FC236}">
                <a16:creationId xmlns:a16="http://schemas.microsoft.com/office/drawing/2014/main" id="{644E5080-DE65-4F08-841C-DCA33E1A8B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91650" y="1647825"/>
            <a:ext cx="514350" cy="666750"/>
          </a:xfrm>
          <a:custGeom xmlns:a="http://schemas.openxmlformats.org/drawingml/2006/main">
            <a:pathLst>
              <a:path w="428625" h="561975">
                <a:moveTo>
                  <a:pt x="171450" y="47625"/>
                </a:moveTo>
                <a:lnTo>
                  <a:pt x="209550" y="47625"/>
                </a:lnTo>
                <a:lnTo>
                  <a:pt x="209550" y="66675"/>
                </a:lnTo>
                <a:lnTo>
                  <a:pt x="219075" y="66675"/>
                </a:lnTo>
                <a:lnTo>
                  <a:pt x="219075" y="47625"/>
                </a:lnTo>
                <a:lnTo>
                  <a:pt x="266700" y="47625"/>
                </a:lnTo>
                <a:lnTo>
                  <a:pt x="266700" y="57150"/>
                </a:lnTo>
                <a:lnTo>
                  <a:pt x="238125" y="57150"/>
                </a:lnTo>
                <a:lnTo>
                  <a:pt x="238125" y="76200"/>
                </a:lnTo>
                <a:lnTo>
                  <a:pt x="190500" y="76200"/>
                </a:lnTo>
                <a:lnTo>
                  <a:pt x="190500" y="57150"/>
                </a:lnTo>
                <a:lnTo>
                  <a:pt x="171450" y="57150"/>
                </a:lnTo>
                <a:close/>
                <a:moveTo>
                  <a:pt x="104775" y="57150"/>
                </a:moveTo>
                <a:lnTo>
                  <a:pt x="114300" y="57150"/>
                </a:lnTo>
                <a:lnTo>
                  <a:pt x="114300" y="66675"/>
                </a:lnTo>
                <a:lnTo>
                  <a:pt x="104775" y="66675"/>
                </a:lnTo>
                <a:close/>
                <a:moveTo>
                  <a:pt x="314325" y="57150"/>
                </a:moveTo>
                <a:lnTo>
                  <a:pt x="323850" y="57150"/>
                </a:lnTo>
                <a:lnTo>
                  <a:pt x="323850" y="66675"/>
                </a:lnTo>
                <a:lnTo>
                  <a:pt x="314325" y="66675"/>
                </a:lnTo>
                <a:close/>
                <a:moveTo>
                  <a:pt x="76200" y="66675"/>
                </a:moveTo>
                <a:lnTo>
                  <a:pt x="85725" y="66675"/>
                </a:lnTo>
                <a:lnTo>
                  <a:pt x="85725" y="76200"/>
                </a:lnTo>
                <a:lnTo>
                  <a:pt x="76200" y="76200"/>
                </a:lnTo>
                <a:close/>
                <a:moveTo>
                  <a:pt x="57150" y="76200"/>
                </a:moveTo>
                <a:lnTo>
                  <a:pt x="66675" y="76200"/>
                </a:lnTo>
                <a:lnTo>
                  <a:pt x="66675" y="85725"/>
                </a:lnTo>
                <a:lnTo>
                  <a:pt x="57150" y="85725"/>
                </a:lnTo>
                <a:close/>
                <a:moveTo>
                  <a:pt x="114300" y="76200"/>
                </a:moveTo>
                <a:lnTo>
                  <a:pt x="123825" y="76200"/>
                </a:lnTo>
                <a:lnTo>
                  <a:pt x="123825" y="85725"/>
                </a:lnTo>
                <a:lnTo>
                  <a:pt x="114300" y="85725"/>
                </a:lnTo>
                <a:close/>
                <a:moveTo>
                  <a:pt x="304800" y="76200"/>
                </a:moveTo>
                <a:lnTo>
                  <a:pt x="314325" y="76200"/>
                </a:lnTo>
                <a:lnTo>
                  <a:pt x="314325" y="85725"/>
                </a:lnTo>
                <a:lnTo>
                  <a:pt x="304800" y="85725"/>
                </a:lnTo>
                <a:close/>
                <a:moveTo>
                  <a:pt x="85725" y="85725"/>
                </a:moveTo>
                <a:lnTo>
                  <a:pt x="95250" y="85725"/>
                </a:lnTo>
                <a:lnTo>
                  <a:pt x="95250" y="95250"/>
                </a:lnTo>
                <a:lnTo>
                  <a:pt x="85725" y="95250"/>
                </a:lnTo>
                <a:close/>
                <a:moveTo>
                  <a:pt x="66675" y="95250"/>
                </a:moveTo>
                <a:lnTo>
                  <a:pt x="76200" y="95250"/>
                </a:lnTo>
                <a:lnTo>
                  <a:pt x="76200" y="104775"/>
                </a:lnTo>
                <a:lnTo>
                  <a:pt x="66675" y="104775"/>
                </a:lnTo>
                <a:close/>
                <a:moveTo>
                  <a:pt x="28575" y="104775"/>
                </a:moveTo>
                <a:lnTo>
                  <a:pt x="38100" y="104775"/>
                </a:lnTo>
                <a:lnTo>
                  <a:pt x="38100" y="123825"/>
                </a:lnTo>
                <a:lnTo>
                  <a:pt x="28575" y="123825"/>
                </a:lnTo>
                <a:close/>
                <a:moveTo>
                  <a:pt x="57150" y="104775"/>
                </a:moveTo>
                <a:lnTo>
                  <a:pt x="66675" y="104775"/>
                </a:lnTo>
                <a:lnTo>
                  <a:pt x="66675" y="114300"/>
                </a:lnTo>
                <a:lnTo>
                  <a:pt x="57150" y="114300"/>
                </a:lnTo>
                <a:close/>
                <a:moveTo>
                  <a:pt x="342900" y="142875"/>
                </a:moveTo>
                <a:lnTo>
                  <a:pt x="352425" y="142875"/>
                </a:lnTo>
                <a:lnTo>
                  <a:pt x="352425" y="152400"/>
                </a:lnTo>
                <a:lnTo>
                  <a:pt x="342900" y="152400"/>
                </a:lnTo>
                <a:close/>
                <a:moveTo>
                  <a:pt x="28575" y="152400"/>
                </a:moveTo>
                <a:lnTo>
                  <a:pt x="38100" y="152400"/>
                </a:lnTo>
                <a:lnTo>
                  <a:pt x="38100" y="171450"/>
                </a:lnTo>
                <a:lnTo>
                  <a:pt x="28575" y="171450"/>
                </a:lnTo>
                <a:close/>
                <a:moveTo>
                  <a:pt x="114300" y="152400"/>
                </a:moveTo>
                <a:lnTo>
                  <a:pt x="123825" y="152400"/>
                </a:lnTo>
                <a:lnTo>
                  <a:pt x="123825" y="161925"/>
                </a:lnTo>
                <a:lnTo>
                  <a:pt x="114300" y="161925"/>
                </a:lnTo>
                <a:close/>
                <a:moveTo>
                  <a:pt x="314325" y="152400"/>
                </a:moveTo>
                <a:lnTo>
                  <a:pt x="323850" y="152400"/>
                </a:lnTo>
                <a:lnTo>
                  <a:pt x="323850" y="161925"/>
                </a:lnTo>
                <a:lnTo>
                  <a:pt x="314325" y="161925"/>
                </a:lnTo>
                <a:close/>
                <a:moveTo>
                  <a:pt x="57150" y="161925"/>
                </a:moveTo>
                <a:lnTo>
                  <a:pt x="66675" y="161925"/>
                </a:lnTo>
                <a:lnTo>
                  <a:pt x="66675" y="171450"/>
                </a:lnTo>
                <a:lnTo>
                  <a:pt x="57150" y="171450"/>
                </a:lnTo>
                <a:close/>
                <a:moveTo>
                  <a:pt x="171450" y="161925"/>
                </a:moveTo>
                <a:lnTo>
                  <a:pt x="190500" y="161925"/>
                </a:lnTo>
                <a:lnTo>
                  <a:pt x="190500" y="171450"/>
                </a:lnTo>
                <a:lnTo>
                  <a:pt x="171450" y="171450"/>
                </a:lnTo>
                <a:close/>
                <a:moveTo>
                  <a:pt x="247650" y="161925"/>
                </a:moveTo>
                <a:lnTo>
                  <a:pt x="276225" y="161925"/>
                </a:lnTo>
                <a:lnTo>
                  <a:pt x="276225" y="180975"/>
                </a:lnTo>
                <a:lnTo>
                  <a:pt x="285750" y="180975"/>
                </a:lnTo>
                <a:lnTo>
                  <a:pt x="285750" y="190500"/>
                </a:lnTo>
                <a:lnTo>
                  <a:pt x="257175" y="190500"/>
                </a:lnTo>
                <a:lnTo>
                  <a:pt x="257175" y="171450"/>
                </a:lnTo>
                <a:lnTo>
                  <a:pt x="247650" y="171450"/>
                </a:lnTo>
                <a:close/>
                <a:moveTo>
                  <a:pt x="352425" y="161925"/>
                </a:moveTo>
                <a:lnTo>
                  <a:pt x="361950" y="161925"/>
                </a:lnTo>
                <a:lnTo>
                  <a:pt x="361950" y="171450"/>
                </a:lnTo>
                <a:lnTo>
                  <a:pt x="352425" y="171450"/>
                </a:lnTo>
                <a:close/>
                <a:moveTo>
                  <a:pt x="47625" y="171450"/>
                </a:moveTo>
                <a:lnTo>
                  <a:pt x="57150" y="171450"/>
                </a:lnTo>
                <a:lnTo>
                  <a:pt x="57150" y="228600"/>
                </a:lnTo>
                <a:lnTo>
                  <a:pt x="38100" y="228600"/>
                </a:lnTo>
                <a:lnTo>
                  <a:pt x="38100" y="257175"/>
                </a:lnTo>
                <a:lnTo>
                  <a:pt x="47625" y="257175"/>
                </a:lnTo>
                <a:lnTo>
                  <a:pt x="47625" y="266700"/>
                </a:lnTo>
                <a:lnTo>
                  <a:pt x="57150" y="266700"/>
                </a:lnTo>
                <a:lnTo>
                  <a:pt x="57150" y="257175"/>
                </a:lnTo>
                <a:lnTo>
                  <a:pt x="66675" y="257175"/>
                </a:lnTo>
                <a:lnTo>
                  <a:pt x="66675" y="276225"/>
                </a:lnTo>
                <a:lnTo>
                  <a:pt x="57150" y="276225"/>
                </a:lnTo>
                <a:lnTo>
                  <a:pt x="57150" y="323850"/>
                </a:lnTo>
                <a:lnTo>
                  <a:pt x="47625" y="323850"/>
                </a:lnTo>
                <a:lnTo>
                  <a:pt x="47625" y="314325"/>
                </a:lnTo>
                <a:lnTo>
                  <a:pt x="38100" y="314325"/>
                </a:lnTo>
                <a:lnTo>
                  <a:pt x="38100" y="323850"/>
                </a:lnTo>
                <a:lnTo>
                  <a:pt x="28575" y="323850"/>
                </a:lnTo>
                <a:lnTo>
                  <a:pt x="28575" y="180975"/>
                </a:lnTo>
                <a:lnTo>
                  <a:pt x="47625" y="180975"/>
                </a:lnTo>
                <a:close/>
                <a:moveTo>
                  <a:pt x="104775" y="171450"/>
                </a:moveTo>
                <a:lnTo>
                  <a:pt x="114300" y="171450"/>
                </a:lnTo>
                <a:lnTo>
                  <a:pt x="114300" y="180975"/>
                </a:lnTo>
                <a:lnTo>
                  <a:pt x="104775" y="180975"/>
                </a:lnTo>
                <a:close/>
                <a:moveTo>
                  <a:pt x="323850" y="171450"/>
                </a:moveTo>
                <a:lnTo>
                  <a:pt x="333375" y="171450"/>
                </a:lnTo>
                <a:lnTo>
                  <a:pt x="333375" y="180975"/>
                </a:lnTo>
                <a:lnTo>
                  <a:pt x="323850" y="180975"/>
                </a:lnTo>
                <a:close/>
                <a:moveTo>
                  <a:pt x="161925" y="180975"/>
                </a:moveTo>
                <a:lnTo>
                  <a:pt x="180975" y="180975"/>
                </a:lnTo>
                <a:lnTo>
                  <a:pt x="180975" y="190500"/>
                </a:lnTo>
                <a:lnTo>
                  <a:pt x="161925" y="190500"/>
                </a:lnTo>
                <a:close/>
                <a:moveTo>
                  <a:pt x="333375" y="200025"/>
                </a:moveTo>
                <a:lnTo>
                  <a:pt x="342900" y="200025"/>
                </a:lnTo>
                <a:lnTo>
                  <a:pt x="342900" y="228600"/>
                </a:lnTo>
                <a:lnTo>
                  <a:pt x="333375" y="228600"/>
                </a:lnTo>
                <a:lnTo>
                  <a:pt x="333375" y="219075"/>
                </a:lnTo>
                <a:lnTo>
                  <a:pt x="323850" y="219075"/>
                </a:lnTo>
                <a:lnTo>
                  <a:pt x="323850" y="209550"/>
                </a:lnTo>
                <a:lnTo>
                  <a:pt x="333375" y="209550"/>
                </a:lnTo>
                <a:close/>
                <a:moveTo>
                  <a:pt x="57150" y="228600"/>
                </a:moveTo>
                <a:lnTo>
                  <a:pt x="66675" y="228600"/>
                </a:lnTo>
                <a:lnTo>
                  <a:pt x="66675" y="238125"/>
                </a:lnTo>
                <a:lnTo>
                  <a:pt x="57150" y="238125"/>
                </a:lnTo>
                <a:close/>
                <a:moveTo>
                  <a:pt x="66675" y="238125"/>
                </a:moveTo>
                <a:lnTo>
                  <a:pt x="76200" y="238125"/>
                </a:lnTo>
                <a:lnTo>
                  <a:pt x="76200" y="247650"/>
                </a:lnTo>
                <a:lnTo>
                  <a:pt x="66675" y="247650"/>
                </a:lnTo>
                <a:close/>
                <a:moveTo>
                  <a:pt x="85725" y="247650"/>
                </a:moveTo>
                <a:lnTo>
                  <a:pt x="95250" y="247650"/>
                </a:lnTo>
                <a:lnTo>
                  <a:pt x="95250" y="257175"/>
                </a:lnTo>
                <a:lnTo>
                  <a:pt x="85725" y="257175"/>
                </a:lnTo>
                <a:close/>
                <a:moveTo>
                  <a:pt x="333375" y="247650"/>
                </a:moveTo>
                <a:lnTo>
                  <a:pt x="342900" y="247650"/>
                </a:lnTo>
                <a:lnTo>
                  <a:pt x="342900" y="257175"/>
                </a:lnTo>
                <a:lnTo>
                  <a:pt x="333375" y="257175"/>
                </a:lnTo>
                <a:close/>
                <a:moveTo>
                  <a:pt x="304800" y="257175"/>
                </a:moveTo>
                <a:lnTo>
                  <a:pt x="314325" y="257175"/>
                </a:lnTo>
                <a:lnTo>
                  <a:pt x="314325" y="266700"/>
                </a:lnTo>
                <a:lnTo>
                  <a:pt x="304800" y="266700"/>
                </a:lnTo>
                <a:close/>
                <a:moveTo>
                  <a:pt x="76200" y="266700"/>
                </a:moveTo>
                <a:lnTo>
                  <a:pt x="85725" y="266700"/>
                </a:lnTo>
                <a:lnTo>
                  <a:pt x="85725" y="276225"/>
                </a:lnTo>
                <a:lnTo>
                  <a:pt x="76200" y="276225"/>
                </a:lnTo>
                <a:close/>
                <a:moveTo>
                  <a:pt x="209550" y="266700"/>
                </a:moveTo>
                <a:lnTo>
                  <a:pt x="228600" y="266700"/>
                </a:lnTo>
                <a:lnTo>
                  <a:pt x="228600" y="276225"/>
                </a:lnTo>
                <a:lnTo>
                  <a:pt x="209550" y="276225"/>
                </a:lnTo>
                <a:close/>
                <a:moveTo>
                  <a:pt x="342900" y="266700"/>
                </a:moveTo>
                <a:lnTo>
                  <a:pt x="352425" y="266700"/>
                </a:lnTo>
                <a:lnTo>
                  <a:pt x="352425" y="276225"/>
                </a:lnTo>
                <a:lnTo>
                  <a:pt x="342900" y="276225"/>
                </a:lnTo>
                <a:close/>
                <a:moveTo>
                  <a:pt x="371475" y="266700"/>
                </a:moveTo>
                <a:lnTo>
                  <a:pt x="381000" y="266700"/>
                </a:lnTo>
                <a:lnTo>
                  <a:pt x="381000" y="276225"/>
                </a:lnTo>
                <a:lnTo>
                  <a:pt x="371475" y="276225"/>
                </a:lnTo>
                <a:close/>
                <a:moveTo>
                  <a:pt x="114300" y="276225"/>
                </a:moveTo>
                <a:lnTo>
                  <a:pt x="123825" y="276225"/>
                </a:lnTo>
                <a:lnTo>
                  <a:pt x="123825" y="285750"/>
                </a:lnTo>
                <a:lnTo>
                  <a:pt x="114300" y="285750"/>
                </a:lnTo>
                <a:close/>
                <a:moveTo>
                  <a:pt x="314325" y="276225"/>
                </a:moveTo>
                <a:lnTo>
                  <a:pt x="323850" y="276225"/>
                </a:lnTo>
                <a:lnTo>
                  <a:pt x="323850" y="285750"/>
                </a:lnTo>
                <a:lnTo>
                  <a:pt x="314325" y="285750"/>
                </a:lnTo>
                <a:close/>
                <a:moveTo>
                  <a:pt x="171450" y="285750"/>
                </a:moveTo>
                <a:lnTo>
                  <a:pt x="209550" y="285750"/>
                </a:lnTo>
                <a:lnTo>
                  <a:pt x="209550" y="295275"/>
                </a:lnTo>
                <a:lnTo>
                  <a:pt x="171450" y="295275"/>
                </a:lnTo>
                <a:close/>
                <a:moveTo>
                  <a:pt x="228600" y="285750"/>
                </a:moveTo>
                <a:lnTo>
                  <a:pt x="266700" y="285750"/>
                </a:lnTo>
                <a:lnTo>
                  <a:pt x="266700" y="295275"/>
                </a:lnTo>
                <a:lnTo>
                  <a:pt x="228600" y="295275"/>
                </a:lnTo>
                <a:close/>
                <a:moveTo>
                  <a:pt x="333375" y="304800"/>
                </a:moveTo>
                <a:lnTo>
                  <a:pt x="342900" y="304800"/>
                </a:lnTo>
                <a:lnTo>
                  <a:pt x="342900" y="314325"/>
                </a:lnTo>
                <a:lnTo>
                  <a:pt x="352425" y="314325"/>
                </a:lnTo>
                <a:lnTo>
                  <a:pt x="352425" y="323850"/>
                </a:lnTo>
                <a:lnTo>
                  <a:pt x="342900" y="323850"/>
                </a:lnTo>
                <a:lnTo>
                  <a:pt x="342900" y="333375"/>
                </a:lnTo>
                <a:lnTo>
                  <a:pt x="333375" y="333375"/>
                </a:lnTo>
                <a:lnTo>
                  <a:pt x="333375" y="323850"/>
                </a:lnTo>
                <a:lnTo>
                  <a:pt x="323850" y="323850"/>
                </a:lnTo>
                <a:lnTo>
                  <a:pt x="323850" y="314325"/>
                </a:lnTo>
                <a:lnTo>
                  <a:pt x="333375" y="314325"/>
                </a:lnTo>
                <a:close/>
                <a:moveTo>
                  <a:pt x="57150" y="333375"/>
                </a:moveTo>
                <a:lnTo>
                  <a:pt x="66675" y="333375"/>
                </a:lnTo>
                <a:lnTo>
                  <a:pt x="66675" y="342900"/>
                </a:lnTo>
                <a:lnTo>
                  <a:pt x="57150" y="342900"/>
                </a:lnTo>
                <a:close/>
                <a:moveTo>
                  <a:pt x="66675" y="342900"/>
                </a:moveTo>
                <a:lnTo>
                  <a:pt x="76200" y="342900"/>
                </a:lnTo>
                <a:lnTo>
                  <a:pt x="76200" y="352425"/>
                </a:lnTo>
                <a:lnTo>
                  <a:pt x="66675" y="352425"/>
                </a:lnTo>
                <a:close/>
                <a:moveTo>
                  <a:pt x="333375" y="352425"/>
                </a:moveTo>
                <a:lnTo>
                  <a:pt x="342900" y="352425"/>
                </a:lnTo>
                <a:lnTo>
                  <a:pt x="342900" y="361950"/>
                </a:lnTo>
                <a:lnTo>
                  <a:pt x="333375" y="361950"/>
                </a:lnTo>
                <a:close/>
                <a:moveTo>
                  <a:pt x="57150" y="361950"/>
                </a:moveTo>
                <a:lnTo>
                  <a:pt x="66675" y="361950"/>
                </a:lnTo>
                <a:lnTo>
                  <a:pt x="66675" y="371475"/>
                </a:lnTo>
                <a:lnTo>
                  <a:pt x="57150" y="371475"/>
                </a:lnTo>
                <a:close/>
                <a:moveTo>
                  <a:pt x="123825" y="361950"/>
                </a:moveTo>
                <a:lnTo>
                  <a:pt x="133350" y="361950"/>
                </a:lnTo>
                <a:lnTo>
                  <a:pt x="133350" y="371475"/>
                </a:lnTo>
                <a:lnTo>
                  <a:pt x="123825" y="371475"/>
                </a:lnTo>
                <a:close/>
                <a:moveTo>
                  <a:pt x="295275" y="361950"/>
                </a:moveTo>
                <a:lnTo>
                  <a:pt x="304800" y="361950"/>
                </a:lnTo>
                <a:lnTo>
                  <a:pt x="304800" y="371475"/>
                </a:lnTo>
                <a:lnTo>
                  <a:pt x="295275" y="371475"/>
                </a:lnTo>
                <a:close/>
                <a:moveTo>
                  <a:pt x="361950" y="361950"/>
                </a:moveTo>
                <a:lnTo>
                  <a:pt x="371475" y="361950"/>
                </a:lnTo>
                <a:lnTo>
                  <a:pt x="371475" y="371475"/>
                </a:lnTo>
                <a:lnTo>
                  <a:pt x="361950" y="371475"/>
                </a:lnTo>
                <a:close/>
                <a:moveTo>
                  <a:pt x="28575" y="371475"/>
                </a:moveTo>
                <a:lnTo>
                  <a:pt x="57150" y="371475"/>
                </a:lnTo>
                <a:lnTo>
                  <a:pt x="57150" y="438150"/>
                </a:lnTo>
                <a:lnTo>
                  <a:pt x="47625" y="438150"/>
                </a:lnTo>
                <a:lnTo>
                  <a:pt x="47625" y="390525"/>
                </a:lnTo>
                <a:lnTo>
                  <a:pt x="28575" y="390525"/>
                </a:lnTo>
                <a:close/>
                <a:moveTo>
                  <a:pt x="76200" y="371475"/>
                </a:moveTo>
                <a:lnTo>
                  <a:pt x="85725" y="371475"/>
                </a:lnTo>
                <a:lnTo>
                  <a:pt x="85725" y="381000"/>
                </a:lnTo>
                <a:lnTo>
                  <a:pt x="76200" y="381000"/>
                </a:lnTo>
                <a:close/>
                <a:moveTo>
                  <a:pt x="342900" y="371475"/>
                </a:moveTo>
                <a:lnTo>
                  <a:pt x="352425" y="371475"/>
                </a:lnTo>
                <a:lnTo>
                  <a:pt x="352425" y="381000"/>
                </a:lnTo>
                <a:lnTo>
                  <a:pt x="342900" y="381000"/>
                </a:lnTo>
                <a:close/>
                <a:moveTo>
                  <a:pt x="371475" y="371475"/>
                </a:moveTo>
                <a:lnTo>
                  <a:pt x="381000" y="371475"/>
                </a:lnTo>
                <a:lnTo>
                  <a:pt x="381000" y="381000"/>
                </a:lnTo>
                <a:lnTo>
                  <a:pt x="371475" y="381000"/>
                </a:lnTo>
                <a:close/>
                <a:moveTo>
                  <a:pt x="114300" y="381000"/>
                </a:moveTo>
                <a:lnTo>
                  <a:pt x="123825" y="381000"/>
                </a:lnTo>
                <a:lnTo>
                  <a:pt x="123825" y="390525"/>
                </a:lnTo>
                <a:lnTo>
                  <a:pt x="114300" y="390525"/>
                </a:lnTo>
                <a:close/>
                <a:moveTo>
                  <a:pt x="304800" y="381000"/>
                </a:moveTo>
                <a:lnTo>
                  <a:pt x="314325" y="381000"/>
                </a:lnTo>
                <a:lnTo>
                  <a:pt x="314325" y="390525"/>
                </a:lnTo>
                <a:lnTo>
                  <a:pt x="304800" y="390525"/>
                </a:lnTo>
                <a:close/>
                <a:moveTo>
                  <a:pt x="209550" y="390525"/>
                </a:moveTo>
                <a:lnTo>
                  <a:pt x="228600" y="390525"/>
                </a:lnTo>
                <a:lnTo>
                  <a:pt x="228600" y="400050"/>
                </a:lnTo>
                <a:lnTo>
                  <a:pt x="209550" y="400050"/>
                </a:lnTo>
                <a:close/>
                <a:moveTo>
                  <a:pt x="371475" y="428625"/>
                </a:moveTo>
                <a:lnTo>
                  <a:pt x="381000" y="428625"/>
                </a:lnTo>
                <a:lnTo>
                  <a:pt x="381000" y="438150"/>
                </a:lnTo>
                <a:lnTo>
                  <a:pt x="371475" y="438150"/>
                </a:lnTo>
                <a:close/>
                <a:moveTo>
                  <a:pt x="28575" y="438150"/>
                </a:moveTo>
                <a:lnTo>
                  <a:pt x="38100" y="438150"/>
                </a:lnTo>
                <a:lnTo>
                  <a:pt x="38100" y="447675"/>
                </a:lnTo>
                <a:lnTo>
                  <a:pt x="28575" y="447675"/>
                </a:lnTo>
                <a:close/>
                <a:moveTo>
                  <a:pt x="57150" y="438150"/>
                </a:moveTo>
                <a:lnTo>
                  <a:pt x="66675" y="438150"/>
                </a:lnTo>
                <a:lnTo>
                  <a:pt x="66675" y="447675"/>
                </a:lnTo>
                <a:lnTo>
                  <a:pt x="57150" y="447675"/>
                </a:lnTo>
                <a:close/>
                <a:moveTo>
                  <a:pt x="361950" y="438150"/>
                </a:moveTo>
                <a:lnTo>
                  <a:pt x="371475" y="438150"/>
                </a:lnTo>
                <a:lnTo>
                  <a:pt x="371475" y="447675"/>
                </a:lnTo>
                <a:lnTo>
                  <a:pt x="361950" y="447675"/>
                </a:lnTo>
                <a:close/>
                <a:moveTo>
                  <a:pt x="66675" y="447675"/>
                </a:moveTo>
                <a:lnTo>
                  <a:pt x="76200" y="447675"/>
                </a:lnTo>
                <a:lnTo>
                  <a:pt x="76200" y="457200"/>
                </a:lnTo>
                <a:lnTo>
                  <a:pt x="66675" y="457200"/>
                </a:lnTo>
                <a:close/>
                <a:moveTo>
                  <a:pt x="352425" y="447675"/>
                </a:moveTo>
                <a:lnTo>
                  <a:pt x="361950" y="447675"/>
                </a:lnTo>
                <a:lnTo>
                  <a:pt x="361950" y="457200"/>
                </a:lnTo>
                <a:lnTo>
                  <a:pt x="352425" y="457200"/>
                </a:lnTo>
                <a:close/>
                <a:moveTo>
                  <a:pt x="123825" y="466725"/>
                </a:moveTo>
                <a:lnTo>
                  <a:pt x="133350" y="466725"/>
                </a:lnTo>
                <a:lnTo>
                  <a:pt x="133350" y="476250"/>
                </a:lnTo>
                <a:lnTo>
                  <a:pt x="123825" y="476250"/>
                </a:lnTo>
                <a:close/>
                <a:moveTo>
                  <a:pt x="295275" y="466725"/>
                </a:moveTo>
                <a:lnTo>
                  <a:pt x="304800" y="466725"/>
                </a:lnTo>
                <a:lnTo>
                  <a:pt x="304800" y="476250"/>
                </a:lnTo>
                <a:lnTo>
                  <a:pt x="295275" y="476250"/>
                </a:lnTo>
                <a:close/>
                <a:moveTo>
                  <a:pt x="361950" y="466725"/>
                </a:moveTo>
                <a:lnTo>
                  <a:pt x="371475" y="466725"/>
                </a:lnTo>
                <a:lnTo>
                  <a:pt x="371475" y="476250"/>
                </a:lnTo>
                <a:lnTo>
                  <a:pt x="361950" y="476250"/>
                </a:lnTo>
                <a:close/>
                <a:moveTo>
                  <a:pt x="85725" y="476250"/>
                </a:moveTo>
                <a:lnTo>
                  <a:pt x="95250" y="476250"/>
                </a:lnTo>
                <a:lnTo>
                  <a:pt x="95250" y="485775"/>
                </a:lnTo>
                <a:lnTo>
                  <a:pt x="85725" y="485775"/>
                </a:lnTo>
                <a:close/>
                <a:moveTo>
                  <a:pt x="342900" y="476250"/>
                </a:moveTo>
                <a:lnTo>
                  <a:pt x="352425" y="476250"/>
                </a:lnTo>
                <a:lnTo>
                  <a:pt x="352425" y="485775"/>
                </a:lnTo>
                <a:lnTo>
                  <a:pt x="342900" y="485775"/>
                </a:lnTo>
                <a:close/>
                <a:moveTo>
                  <a:pt x="123825" y="485775"/>
                </a:moveTo>
                <a:lnTo>
                  <a:pt x="133350" y="485775"/>
                </a:lnTo>
                <a:lnTo>
                  <a:pt x="133350" y="495300"/>
                </a:lnTo>
                <a:lnTo>
                  <a:pt x="123825" y="495300"/>
                </a:lnTo>
                <a:close/>
                <a:moveTo>
                  <a:pt x="295275" y="485775"/>
                </a:moveTo>
                <a:lnTo>
                  <a:pt x="314325" y="485775"/>
                </a:lnTo>
                <a:lnTo>
                  <a:pt x="314325" y="495300"/>
                </a:lnTo>
                <a:lnTo>
                  <a:pt x="295275" y="495300"/>
                </a:lnTo>
                <a:close/>
              </a:path>
            </a:pathLst>
          </a:custGeom>
          <a:solidFill xmlns:a="http://schemas.openxmlformats.org/drawingml/2006/main">
            <a:srgbClr val="607161"/>
          </a:solidFill>
          <a:ln xmlns:a="http://schemas.openxmlformats.org/drawingml/2006/main" w="0">
            <a:noFill/>
          </a:ln>
        </p:spPr>
      </p:sp>
      <p:sp>
        <p:nvSpPr>
          <p:cNvPr id="102" name="db vector #495b4c">
            <a:extLst xmlns:a="http://schemas.openxmlformats.org/drawingml/2006/main">
              <a:ext uri="{FF2B5EF4-FFF2-40B4-BE49-F238E27FC236}">
                <a16:creationId xmlns:a16="http://schemas.microsoft.com/office/drawing/2014/main" id="{BCC86C77-AB2E-48CA-BB04-291E0D7061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91650" y="1647825"/>
            <a:ext cx="514350" cy="666750"/>
          </a:xfrm>
          <a:custGeom xmlns:a="http://schemas.openxmlformats.org/drawingml/2006/main">
            <a:pathLst>
              <a:path w="428625" h="561975">
                <a:moveTo>
                  <a:pt x="209550" y="47625"/>
                </a:moveTo>
                <a:lnTo>
                  <a:pt x="219075" y="47625"/>
                </a:lnTo>
                <a:lnTo>
                  <a:pt x="219075" y="66675"/>
                </a:lnTo>
                <a:lnTo>
                  <a:pt x="209550" y="66675"/>
                </a:lnTo>
                <a:close/>
                <a:moveTo>
                  <a:pt x="114300" y="57150"/>
                </a:moveTo>
                <a:lnTo>
                  <a:pt x="123825" y="57150"/>
                </a:lnTo>
                <a:lnTo>
                  <a:pt x="123825" y="66675"/>
                </a:lnTo>
                <a:lnTo>
                  <a:pt x="114300" y="66675"/>
                </a:lnTo>
                <a:close/>
                <a:moveTo>
                  <a:pt x="161925" y="57150"/>
                </a:moveTo>
                <a:lnTo>
                  <a:pt x="190500" y="57150"/>
                </a:lnTo>
                <a:lnTo>
                  <a:pt x="190500" y="76200"/>
                </a:lnTo>
                <a:lnTo>
                  <a:pt x="161925" y="76200"/>
                </a:lnTo>
                <a:close/>
                <a:moveTo>
                  <a:pt x="238125" y="57150"/>
                </a:moveTo>
                <a:lnTo>
                  <a:pt x="266700" y="57150"/>
                </a:lnTo>
                <a:lnTo>
                  <a:pt x="266700" y="76200"/>
                </a:lnTo>
                <a:lnTo>
                  <a:pt x="238125" y="76200"/>
                </a:lnTo>
                <a:close/>
                <a:moveTo>
                  <a:pt x="304800" y="57150"/>
                </a:moveTo>
                <a:lnTo>
                  <a:pt x="314325" y="57150"/>
                </a:lnTo>
                <a:lnTo>
                  <a:pt x="314325" y="66675"/>
                </a:lnTo>
                <a:lnTo>
                  <a:pt x="323850" y="66675"/>
                </a:lnTo>
                <a:lnTo>
                  <a:pt x="323850" y="85725"/>
                </a:lnTo>
                <a:lnTo>
                  <a:pt x="314325" y="85725"/>
                </a:lnTo>
                <a:lnTo>
                  <a:pt x="314325" y="76200"/>
                </a:lnTo>
                <a:lnTo>
                  <a:pt x="304800" y="76200"/>
                </a:lnTo>
                <a:close/>
                <a:moveTo>
                  <a:pt x="342900" y="66675"/>
                </a:moveTo>
                <a:lnTo>
                  <a:pt x="352425" y="66675"/>
                </a:lnTo>
                <a:lnTo>
                  <a:pt x="352425" y="76200"/>
                </a:lnTo>
                <a:lnTo>
                  <a:pt x="342900" y="76200"/>
                </a:lnTo>
                <a:close/>
                <a:moveTo>
                  <a:pt x="352425" y="76200"/>
                </a:moveTo>
                <a:lnTo>
                  <a:pt x="371475" y="76200"/>
                </a:lnTo>
                <a:lnTo>
                  <a:pt x="371475" y="85725"/>
                </a:lnTo>
                <a:lnTo>
                  <a:pt x="352425" y="85725"/>
                </a:lnTo>
                <a:close/>
                <a:moveTo>
                  <a:pt x="342900" y="85725"/>
                </a:moveTo>
                <a:lnTo>
                  <a:pt x="352425" y="85725"/>
                </a:lnTo>
                <a:lnTo>
                  <a:pt x="352425" y="95250"/>
                </a:lnTo>
                <a:lnTo>
                  <a:pt x="342900" y="95250"/>
                </a:lnTo>
                <a:close/>
                <a:moveTo>
                  <a:pt x="381000" y="95250"/>
                </a:moveTo>
                <a:lnTo>
                  <a:pt x="390525" y="95250"/>
                </a:lnTo>
                <a:lnTo>
                  <a:pt x="390525" y="104775"/>
                </a:lnTo>
                <a:lnTo>
                  <a:pt x="381000" y="104775"/>
                </a:lnTo>
                <a:close/>
                <a:moveTo>
                  <a:pt x="390525" y="104775"/>
                </a:moveTo>
                <a:lnTo>
                  <a:pt x="400050" y="104775"/>
                </a:lnTo>
                <a:lnTo>
                  <a:pt x="400050" y="114300"/>
                </a:lnTo>
                <a:lnTo>
                  <a:pt x="390525" y="114300"/>
                </a:lnTo>
                <a:close/>
                <a:moveTo>
                  <a:pt x="371475" y="114300"/>
                </a:moveTo>
                <a:lnTo>
                  <a:pt x="381000" y="114300"/>
                </a:lnTo>
                <a:lnTo>
                  <a:pt x="381000" y="133350"/>
                </a:lnTo>
                <a:lnTo>
                  <a:pt x="371475" y="133350"/>
                </a:lnTo>
                <a:close/>
                <a:moveTo>
                  <a:pt x="28575" y="123825"/>
                </a:moveTo>
                <a:lnTo>
                  <a:pt x="38100" y="123825"/>
                </a:lnTo>
                <a:lnTo>
                  <a:pt x="38100" y="152400"/>
                </a:lnTo>
                <a:lnTo>
                  <a:pt x="28575" y="152400"/>
                </a:lnTo>
                <a:close/>
                <a:moveTo>
                  <a:pt x="361950" y="133350"/>
                </a:moveTo>
                <a:lnTo>
                  <a:pt x="371475" y="133350"/>
                </a:lnTo>
                <a:lnTo>
                  <a:pt x="371475" y="142875"/>
                </a:lnTo>
                <a:lnTo>
                  <a:pt x="361950" y="142875"/>
                </a:lnTo>
                <a:close/>
                <a:moveTo>
                  <a:pt x="38100" y="152400"/>
                </a:moveTo>
                <a:lnTo>
                  <a:pt x="47625" y="152400"/>
                </a:lnTo>
                <a:lnTo>
                  <a:pt x="47625" y="161925"/>
                </a:lnTo>
                <a:lnTo>
                  <a:pt x="57150" y="161925"/>
                </a:lnTo>
                <a:lnTo>
                  <a:pt x="57150" y="152400"/>
                </a:lnTo>
                <a:lnTo>
                  <a:pt x="66675" y="152400"/>
                </a:lnTo>
                <a:lnTo>
                  <a:pt x="66675" y="161925"/>
                </a:lnTo>
                <a:lnTo>
                  <a:pt x="57150" y="161925"/>
                </a:lnTo>
                <a:lnTo>
                  <a:pt x="57150" y="171450"/>
                </a:lnTo>
                <a:lnTo>
                  <a:pt x="47625" y="171450"/>
                </a:lnTo>
                <a:lnTo>
                  <a:pt x="47625" y="180975"/>
                </a:lnTo>
                <a:lnTo>
                  <a:pt x="28575" y="180975"/>
                </a:lnTo>
                <a:lnTo>
                  <a:pt x="28575" y="171450"/>
                </a:lnTo>
                <a:lnTo>
                  <a:pt x="38100" y="171450"/>
                </a:lnTo>
                <a:close/>
                <a:moveTo>
                  <a:pt x="104775" y="152400"/>
                </a:moveTo>
                <a:lnTo>
                  <a:pt x="114300" y="152400"/>
                </a:lnTo>
                <a:lnTo>
                  <a:pt x="114300" y="161925"/>
                </a:lnTo>
                <a:lnTo>
                  <a:pt x="123825" y="161925"/>
                </a:lnTo>
                <a:lnTo>
                  <a:pt x="123825" y="180975"/>
                </a:lnTo>
                <a:lnTo>
                  <a:pt x="114300" y="180975"/>
                </a:lnTo>
                <a:lnTo>
                  <a:pt x="114300" y="171450"/>
                </a:lnTo>
                <a:lnTo>
                  <a:pt x="104775" y="171450"/>
                </a:lnTo>
                <a:close/>
                <a:moveTo>
                  <a:pt x="76200" y="161925"/>
                </a:moveTo>
                <a:lnTo>
                  <a:pt x="85725" y="161925"/>
                </a:lnTo>
                <a:lnTo>
                  <a:pt x="85725" y="171450"/>
                </a:lnTo>
                <a:lnTo>
                  <a:pt x="76200" y="171450"/>
                </a:lnTo>
                <a:close/>
                <a:moveTo>
                  <a:pt x="161925" y="161925"/>
                </a:moveTo>
                <a:lnTo>
                  <a:pt x="171450" y="161925"/>
                </a:lnTo>
                <a:lnTo>
                  <a:pt x="171450" y="171450"/>
                </a:lnTo>
                <a:lnTo>
                  <a:pt x="257175" y="171450"/>
                </a:lnTo>
                <a:lnTo>
                  <a:pt x="257175" y="190500"/>
                </a:lnTo>
                <a:lnTo>
                  <a:pt x="180975" y="190500"/>
                </a:lnTo>
                <a:lnTo>
                  <a:pt x="180975" y="180975"/>
                </a:lnTo>
                <a:lnTo>
                  <a:pt x="161925" y="180975"/>
                </a:lnTo>
                <a:close/>
                <a:moveTo>
                  <a:pt x="276225" y="161925"/>
                </a:moveTo>
                <a:lnTo>
                  <a:pt x="285750" y="161925"/>
                </a:lnTo>
                <a:lnTo>
                  <a:pt x="285750" y="180975"/>
                </a:lnTo>
                <a:lnTo>
                  <a:pt x="276225" y="180975"/>
                </a:lnTo>
                <a:close/>
                <a:moveTo>
                  <a:pt x="371475" y="161925"/>
                </a:moveTo>
                <a:lnTo>
                  <a:pt x="381000" y="161925"/>
                </a:lnTo>
                <a:lnTo>
                  <a:pt x="381000" y="171450"/>
                </a:lnTo>
                <a:lnTo>
                  <a:pt x="371475" y="171450"/>
                </a:lnTo>
                <a:close/>
                <a:moveTo>
                  <a:pt x="314325" y="171450"/>
                </a:moveTo>
                <a:lnTo>
                  <a:pt x="323850" y="171450"/>
                </a:lnTo>
                <a:lnTo>
                  <a:pt x="323850" y="180975"/>
                </a:lnTo>
                <a:lnTo>
                  <a:pt x="314325" y="180975"/>
                </a:lnTo>
                <a:close/>
                <a:moveTo>
                  <a:pt x="114300" y="257175"/>
                </a:moveTo>
                <a:lnTo>
                  <a:pt x="123825" y="257175"/>
                </a:lnTo>
                <a:lnTo>
                  <a:pt x="123825" y="266700"/>
                </a:lnTo>
                <a:lnTo>
                  <a:pt x="114300" y="266700"/>
                </a:lnTo>
                <a:close/>
                <a:moveTo>
                  <a:pt x="361950" y="257175"/>
                </a:moveTo>
                <a:lnTo>
                  <a:pt x="371475" y="257175"/>
                </a:lnTo>
                <a:lnTo>
                  <a:pt x="371475" y="266700"/>
                </a:lnTo>
                <a:lnTo>
                  <a:pt x="361950" y="266700"/>
                </a:lnTo>
                <a:close/>
                <a:moveTo>
                  <a:pt x="85725" y="266700"/>
                </a:moveTo>
                <a:lnTo>
                  <a:pt x="95250" y="266700"/>
                </a:lnTo>
                <a:lnTo>
                  <a:pt x="95250" y="276225"/>
                </a:lnTo>
                <a:lnTo>
                  <a:pt x="85725" y="276225"/>
                </a:lnTo>
                <a:close/>
                <a:moveTo>
                  <a:pt x="171450" y="266700"/>
                </a:moveTo>
                <a:lnTo>
                  <a:pt x="209550" y="266700"/>
                </a:lnTo>
                <a:lnTo>
                  <a:pt x="209550" y="276225"/>
                </a:lnTo>
                <a:lnTo>
                  <a:pt x="228600" y="276225"/>
                </a:lnTo>
                <a:lnTo>
                  <a:pt x="228600" y="266700"/>
                </a:lnTo>
                <a:lnTo>
                  <a:pt x="257175" y="266700"/>
                </a:lnTo>
                <a:lnTo>
                  <a:pt x="257175" y="285750"/>
                </a:lnTo>
                <a:lnTo>
                  <a:pt x="228600" y="285750"/>
                </a:lnTo>
                <a:lnTo>
                  <a:pt x="228600" y="295275"/>
                </a:lnTo>
                <a:lnTo>
                  <a:pt x="209550" y="295275"/>
                </a:lnTo>
                <a:lnTo>
                  <a:pt x="209550" y="285750"/>
                </a:lnTo>
                <a:lnTo>
                  <a:pt x="171450" y="285750"/>
                </a:lnTo>
                <a:close/>
                <a:moveTo>
                  <a:pt x="304800" y="276225"/>
                </a:moveTo>
                <a:lnTo>
                  <a:pt x="314325" y="276225"/>
                </a:lnTo>
                <a:lnTo>
                  <a:pt x="314325" y="285750"/>
                </a:lnTo>
                <a:lnTo>
                  <a:pt x="304800" y="285750"/>
                </a:lnTo>
                <a:close/>
                <a:moveTo>
                  <a:pt x="38100" y="314325"/>
                </a:moveTo>
                <a:lnTo>
                  <a:pt x="47625" y="314325"/>
                </a:lnTo>
                <a:lnTo>
                  <a:pt x="47625" y="323850"/>
                </a:lnTo>
                <a:lnTo>
                  <a:pt x="57150" y="323850"/>
                </a:lnTo>
                <a:lnTo>
                  <a:pt x="57150" y="333375"/>
                </a:lnTo>
                <a:lnTo>
                  <a:pt x="38100" y="333375"/>
                </a:lnTo>
                <a:lnTo>
                  <a:pt x="38100" y="361950"/>
                </a:lnTo>
                <a:lnTo>
                  <a:pt x="47625" y="361950"/>
                </a:lnTo>
                <a:lnTo>
                  <a:pt x="47625" y="371475"/>
                </a:lnTo>
                <a:lnTo>
                  <a:pt x="28575" y="371475"/>
                </a:lnTo>
                <a:lnTo>
                  <a:pt x="28575" y="323850"/>
                </a:lnTo>
                <a:lnTo>
                  <a:pt x="38100" y="323850"/>
                </a:lnTo>
                <a:close/>
                <a:moveTo>
                  <a:pt x="85725" y="352425"/>
                </a:moveTo>
                <a:lnTo>
                  <a:pt x="95250" y="352425"/>
                </a:lnTo>
                <a:lnTo>
                  <a:pt x="95250" y="361950"/>
                </a:lnTo>
                <a:lnTo>
                  <a:pt x="85725" y="361950"/>
                </a:lnTo>
                <a:close/>
                <a:moveTo>
                  <a:pt x="114300" y="361950"/>
                </a:moveTo>
                <a:lnTo>
                  <a:pt x="123825" y="361950"/>
                </a:lnTo>
                <a:lnTo>
                  <a:pt x="123825" y="371475"/>
                </a:lnTo>
                <a:lnTo>
                  <a:pt x="133350" y="371475"/>
                </a:lnTo>
                <a:lnTo>
                  <a:pt x="133350" y="390525"/>
                </a:lnTo>
                <a:lnTo>
                  <a:pt x="123825" y="390525"/>
                </a:lnTo>
                <a:lnTo>
                  <a:pt x="123825" y="381000"/>
                </a:lnTo>
                <a:lnTo>
                  <a:pt x="114300" y="381000"/>
                </a:lnTo>
                <a:close/>
                <a:moveTo>
                  <a:pt x="304800" y="361950"/>
                </a:moveTo>
                <a:lnTo>
                  <a:pt x="314325" y="361950"/>
                </a:lnTo>
                <a:lnTo>
                  <a:pt x="314325" y="381000"/>
                </a:lnTo>
                <a:lnTo>
                  <a:pt x="304800" y="381000"/>
                </a:lnTo>
                <a:lnTo>
                  <a:pt x="304800" y="390525"/>
                </a:lnTo>
                <a:lnTo>
                  <a:pt x="295275" y="390525"/>
                </a:lnTo>
                <a:lnTo>
                  <a:pt x="295275" y="371475"/>
                </a:lnTo>
                <a:lnTo>
                  <a:pt x="304800" y="371475"/>
                </a:lnTo>
                <a:close/>
                <a:moveTo>
                  <a:pt x="85725" y="371475"/>
                </a:moveTo>
                <a:lnTo>
                  <a:pt x="95250" y="371475"/>
                </a:lnTo>
                <a:lnTo>
                  <a:pt x="95250" y="381000"/>
                </a:lnTo>
                <a:lnTo>
                  <a:pt x="85725" y="381000"/>
                </a:lnTo>
                <a:close/>
                <a:moveTo>
                  <a:pt x="180975" y="371475"/>
                </a:moveTo>
                <a:lnTo>
                  <a:pt x="247650" y="371475"/>
                </a:lnTo>
                <a:lnTo>
                  <a:pt x="247650" y="390525"/>
                </a:lnTo>
                <a:lnTo>
                  <a:pt x="180975" y="390525"/>
                </a:lnTo>
                <a:close/>
                <a:moveTo>
                  <a:pt x="28575" y="390525"/>
                </a:moveTo>
                <a:lnTo>
                  <a:pt x="47625" y="390525"/>
                </a:lnTo>
                <a:lnTo>
                  <a:pt x="47625" y="438150"/>
                </a:lnTo>
                <a:lnTo>
                  <a:pt x="28575" y="438150"/>
                </a:lnTo>
                <a:close/>
                <a:moveTo>
                  <a:pt x="390525" y="438150"/>
                </a:moveTo>
                <a:lnTo>
                  <a:pt x="400050" y="438150"/>
                </a:lnTo>
                <a:lnTo>
                  <a:pt x="400050" y="447675"/>
                </a:lnTo>
                <a:lnTo>
                  <a:pt x="390525" y="447675"/>
                </a:lnTo>
                <a:close/>
                <a:moveTo>
                  <a:pt x="38100" y="447675"/>
                </a:moveTo>
                <a:lnTo>
                  <a:pt x="47625" y="447675"/>
                </a:lnTo>
                <a:lnTo>
                  <a:pt x="47625" y="457200"/>
                </a:lnTo>
                <a:lnTo>
                  <a:pt x="38100" y="457200"/>
                </a:lnTo>
                <a:close/>
                <a:moveTo>
                  <a:pt x="47625" y="457200"/>
                </a:moveTo>
                <a:lnTo>
                  <a:pt x="57150" y="457200"/>
                </a:lnTo>
                <a:lnTo>
                  <a:pt x="57150" y="466725"/>
                </a:lnTo>
                <a:lnTo>
                  <a:pt x="47625" y="466725"/>
                </a:lnTo>
                <a:close/>
                <a:moveTo>
                  <a:pt x="85725" y="457200"/>
                </a:moveTo>
                <a:lnTo>
                  <a:pt x="95250" y="457200"/>
                </a:lnTo>
                <a:lnTo>
                  <a:pt x="95250" y="466725"/>
                </a:lnTo>
                <a:lnTo>
                  <a:pt x="85725" y="466725"/>
                </a:lnTo>
                <a:close/>
                <a:moveTo>
                  <a:pt x="333375" y="457200"/>
                </a:moveTo>
                <a:lnTo>
                  <a:pt x="342900" y="457200"/>
                </a:lnTo>
                <a:lnTo>
                  <a:pt x="342900" y="466725"/>
                </a:lnTo>
                <a:lnTo>
                  <a:pt x="333375" y="466725"/>
                </a:lnTo>
                <a:close/>
                <a:moveTo>
                  <a:pt x="114300" y="466725"/>
                </a:moveTo>
                <a:lnTo>
                  <a:pt x="123825" y="466725"/>
                </a:lnTo>
                <a:lnTo>
                  <a:pt x="123825" y="476250"/>
                </a:lnTo>
                <a:lnTo>
                  <a:pt x="142875" y="476250"/>
                </a:lnTo>
                <a:lnTo>
                  <a:pt x="142875" y="495300"/>
                </a:lnTo>
                <a:lnTo>
                  <a:pt x="133350" y="495300"/>
                </a:lnTo>
                <a:lnTo>
                  <a:pt x="133350" y="485775"/>
                </a:lnTo>
                <a:lnTo>
                  <a:pt x="114300" y="485775"/>
                </a:lnTo>
                <a:close/>
                <a:moveTo>
                  <a:pt x="304800" y="466725"/>
                </a:moveTo>
                <a:lnTo>
                  <a:pt x="314325" y="466725"/>
                </a:lnTo>
                <a:lnTo>
                  <a:pt x="314325" y="485775"/>
                </a:lnTo>
                <a:lnTo>
                  <a:pt x="295275" y="485775"/>
                </a:lnTo>
                <a:lnTo>
                  <a:pt x="295275" y="476250"/>
                </a:lnTo>
                <a:lnTo>
                  <a:pt x="304800" y="476250"/>
                </a:lnTo>
                <a:close/>
                <a:moveTo>
                  <a:pt x="190500" y="476250"/>
                </a:moveTo>
                <a:lnTo>
                  <a:pt x="238125" y="476250"/>
                </a:lnTo>
                <a:lnTo>
                  <a:pt x="238125" y="495300"/>
                </a:lnTo>
                <a:lnTo>
                  <a:pt x="190500" y="495300"/>
                </a:lnTo>
                <a:close/>
                <a:moveTo>
                  <a:pt x="333375" y="476250"/>
                </a:moveTo>
                <a:lnTo>
                  <a:pt x="342900" y="476250"/>
                </a:lnTo>
                <a:lnTo>
                  <a:pt x="342900" y="485775"/>
                </a:lnTo>
                <a:lnTo>
                  <a:pt x="333375" y="485775"/>
                </a:lnTo>
                <a:close/>
              </a:path>
            </a:pathLst>
          </a:custGeom>
          <a:solidFill xmlns:a="http://schemas.openxmlformats.org/drawingml/2006/main">
            <a:srgbClr val="495B4C"/>
          </a:solidFill>
          <a:ln xmlns:a="http://schemas.openxmlformats.org/drawingml/2006/main" w="0">
            <a:noFill/>
          </a:ln>
        </p:spPr>
      </p:sp>
      <p:sp>
        <p:nvSpPr>
          <p:cNvPr id="103" name="db vector #374b3a">
            <a:extLst xmlns:a="http://schemas.openxmlformats.org/drawingml/2006/main">
              <a:ext uri="{FF2B5EF4-FFF2-40B4-BE49-F238E27FC236}">
                <a16:creationId xmlns:a16="http://schemas.microsoft.com/office/drawing/2014/main" id="{9694A5F0-9BB1-4BDF-B7F6-B3FFE7019F4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91650" y="1647825"/>
            <a:ext cx="514350" cy="666750"/>
          </a:xfrm>
          <a:custGeom xmlns:a="http://schemas.openxmlformats.org/drawingml/2006/main">
            <a:pathLst>
              <a:path w="428625" h="561975">
                <a:moveTo>
                  <a:pt x="123825" y="57150"/>
                </a:moveTo>
                <a:lnTo>
                  <a:pt x="133350" y="57150"/>
                </a:lnTo>
                <a:lnTo>
                  <a:pt x="133350" y="76200"/>
                </a:lnTo>
                <a:lnTo>
                  <a:pt x="114300" y="76200"/>
                </a:lnTo>
                <a:lnTo>
                  <a:pt x="114300" y="85725"/>
                </a:lnTo>
                <a:lnTo>
                  <a:pt x="95250" y="85725"/>
                </a:lnTo>
                <a:lnTo>
                  <a:pt x="95250" y="76200"/>
                </a:lnTo>
                <a:lnTo>
                  <a:pt x="85725" y="76200"/>
                </a:lnTo>
                <a:lnTo>
                  <a:pt x="85725" y="66675"/>
                </a:lnTo>
                <a:lnTo>
                  <a:pt x="123825" y="66675"/>
                </a:lnTo>
                <a:close/>
                <a:moveTo>
                  <a:pt x="152400" y="57150"/>
                </a:moveTo>
                <a:lnTo>
                  <a:pt x="161925" y="57150"/>
                </a:lnTo>
                <a:lnTo>
                  <a:pt x="161925" y="76200"/>
                </a:lnTo>
                <a:lnTo>
                  <a:pt x="152400" y="76200"/>
                </a:lnTo>
                <a:close/>
                <a:moveTo>
                  <a:pt x="266700" y="57150"/>
                </a:moveTo>
                <a:lnTo>
                  <a:pt x="276225" y="57150"/>
                </a:lnTo>
                <a:lnTo>
                  <a:pt x="276225" y="76200"/>
                </a:lnTo>
                <a:lnTo>
                  <a:pt x="266700" y="76200"/>
                </a:lnTo>
                <a:close/>
                <a:moveTo>
                  <a:pt x="47625" y="85725"/>
                </a:moveTo>
                <a:lnTo>
                  <a:pt x="57150" y="85725"/>
                </a:lnTo>
                <a:lnTo>
                  <a:pt x="57150" y="95250"/>
                </a:lnTo>
                <a:lnTo>
                  <a:pt x="47625" y="95250"/>
                </a:lnTo>
                <a:close/>
                <a:moveTo>
                  <a:pt x="352425" y="85725"/>
                </a:moveTo>
                <a:lnTo>
                  <a:pt x="361950" y="85725"/>
                </a:lnTo>
                <a:lnTo>
                  <a:pt x="361950" y="95250"/>
                </a:lnTo>
                <a:lnTo>
                  <a:pt x="352425" y="95250"/>
                </a:lnTo>
                <a:close/>
                <a:moveTo>
                  <a:pt x="371475" y="85725"/>
                </a:moveTo>
                <a:lnTo>
                  <a:pt x="381000" y="85725"/>
                </a:lnTo>
                <a:lnTo>
                  <a:pt x="381000" y="95250"/>
                </a:lnTo>
                <a:lnTo>
                  <a:pt x="371475" y="95250"/>
                </a:lnTo>
                <a:close/>
                <a:moveTo>
                  <a:pt x="38100" y="95250"/>
                </a:moveTo>
                <a:lnTo>
                  <a:pt x="47625" y="95250"/>
                </a:lnTo>
                <a:lnTo>
                  <a:pt x="47625" y="104775"/>
                </a:lnTo>
                <a:lnTo>
                  <a:pt x="38100" y="104775"/>
                </a:lnTo>
                <a:close/>
                <a:moveTo>
                  <a:pt x="361950" y="95250"/>
                </a:moveTo>
                <a:lnTo>
                  <a:pt x="371475" y="95250"/>
                </a:lnTo>
                <a:lnTo>
                  <a:pt x="371475" y="104775"/>
                </a:lnTo>
                <a:lnTo>
                  <a:pt x="361950" y="104775"/>
                </a:lnTo>
                <a:close/>
                <a:moveTo>
                  <a:pt x="371475" y="104775"/>
                </a:moveTo>
                <a:lnTo>
                  <a:pt x="390525" y="104775"/>
                </a:lnTo>
                <a:lnTo>
                  <a:pt x="390525" y="114300"/>
                </a:lnTo>
                <a:lnTo>
                  <a:pt x="400050" y="114300"/>
                </a:lnTo>
                <a:lnTo>
                  <a:pt x="400050" y="438150"/>
                </a:lnTo>
                <a:lnTo>
                  <a:pt x="381000" y="438150"/>
                </a:lnTo>
                <a:lnTo>
                  <a:pt x="381000" y="361950"/>
                </a:lnTo>
                <a:lnTo>
                  <a:pt x="390525" y="361950"/>
                </a:lnTo>
                <a:lnTo>
                  <a:pt x="390525" y="342900"/>
                </a:lnTo>
                <a:lnTo>
                  <a:pt x="371475" y="342900"/>
                </a:lnTo>
                <a:lnTo>
                  <a:pt x="371475" y="333375"/>
                </a:lnTo>
                <a:lnTo>
                  <a:pt x="381000" y="333375"/>
                </a:lnTo>
                <a:lnTo>
                  <a:pt x="381000" y="257175"/>
                </a:lnTo>
                <a:lnTo>
                  <a:pt x="390525" y="257175"/>
                </a:lnTo>
                <a:lnTo>
                  <a:pt x="390525" y="238125"/>
                </a:lnTo>
                <a:lnTo>
                  <a:pt x="371475" y="238125"/>
                </a:lnTo>
                <a:lnTo>
                  <a:pt x="371475" y="228600"/>
                </a:lnTo>
                <a:lnTo>
                  <a:pt x="381000" y="228600"/>
                </a:lnTo>
                <a:lnTo>
                  <a:pt x="381000" y="152400"/>
                </a:lnTo>
                <a:lnTo>
                  <a:pt x="390525" y="152400"/>
                </a:lnTo>
                <a:lnTo>
                  <a:pt x="390525" y="133350"/>
                </a:lnTo>
                <a:lnTo>
                  <a:pt x="381000" y="133350"/>
                </a:lnTo>
                <a:lnTo>
                  <a:pt x="381000" y="114300"/>
                </a:lnTo>
                <a:lnTo>
                  <a:pt x="371475" y="114300"/>
                </a:lnTo>
                <a:close/>
                <a:moveTo>
                  <a:pt x="76200" y="142875"/>
                </a:moveTo>
                <a:lnTo>
                  <a:pt x="85725" y="142875"/>
                </a:lnTo>
                <a:lnTo>
                  <a:pt x="85725" y="152400"/>
                </a:lnTo>
                <a:lnTo>
                  <a:pt x="76200" y="152400"/>
                </a:lnTo>
                <a:close/>
                <a:moveTo>
                  <a:pt x="66675" y="152400"/>
                </a:moveTo>
                <a:lnTo>
                  <a:pt x="76200" y="152400"/>
                </a:lnTo>
                <a:lnTo>
                  <a:pt x="76200" y="161925"/>
                </a:lnTo>
                <a:lnTo>
                  <a:pt x="66675" y="161925"/>
                </a:lnTo>
                <a:close/>
                <a:moveTo>
                  <a:pt x="323850" y="152400"/>
                </a:moveTo>
                <a:lnTo>
                  <a:pt x="342900" y="152400"/>
                </a:lnTo>
                <a:lnTo>
                  <a:pt x="342900" y="161925"/>
                </a:lnTo>
                <a:lnTo>
                  <a:pt x="352425" y="161925"/>
                </a:lnTo>
                <a:lnTo>
                  <a:pt x="352425" y="171450"/>
                </a:lnTo>
                <a:lnTo>
                  <a:pt x="314325" y="171450"/>
                </a:lnTo>
                <a:lnTo>
                  <a:pt x="314325" y="161925"/>
                </a:lnTo>
                <a:lnTo>
                  <a:pt x="323850" y="161925"/>
                </a:lnTo>
                <a:close/>
                <a:moveTo>
                  <a:pt x="152400" y="161925"/>
                </a:moveTo>
                <a:lnTo>
                  <a:pt x="161925" y="161925"/>
                </a:lnTo>
                <a:lnTo>
                  <a:pt x="161925" y="180975"/>
                </a:lnTo>
                <a:lnTo>
                  <a:pt x="152400" y="180975"/>
                </a:lnTo>
                <a:close/>
                <a:moveTo>
                  <a:pt x="285750" y="161925"/>
                </a:moveTo>
                <a:lnTo>
                  <a:pt x="295275" y="161925"/>
                </a:lnTo>
                <a:lnTo>
                  <a:pt x="295275" y="180975"/>
                </a:lnTo>
                <a:lnTo>
                  <a:pt x="285750" y="180975"/>
                </a:lnTo>
                <a:close/>
                <a:moveTo>
                  <a:pt x="38100" y="228600"/>
                </a:moveTo>
                <a:lnTo>
                  <a:pt x="47625" y="228600"/>
                </a:lnTo>
                <a:lnTo>
                  <a:pt x="47625" y="238125"/>
                </a:lnTo>
                <a:lnTo>
                  <a:pt x="38100" y="238125"/>
                </a:lnTo>
                <a:close/>
                <a:moveTo>
                  <a:pt x="361950" y="238125"/>
                </a:moveTo>
                <a:lnTo>
                  <a:pt x="371475" y="238125"/>
                </a:lnTo>
                <a:lnTo>
                  <a:pt x="371475" y="247650"/>
                </a:lnTo>
                <a:lnTo>
                  <a:pt x="361950" y="247650"/>
                </a:lnTo>
                <a:close/>
                <a:moveTo>
                  <a:pt x="66675" y="247650"/>
                </a:moveTo>
                <a:lnTo>
                  <a:pt x="85725" y="247650"/>
                </a:lnTo>
                <a:lnTo>
                  <a:pt x="85725" y="257175"/>
                </a:lnTo>
                <a:lnTo>
                  <a:pt x="114300" y="257175"/>
                </a:lnTo>
                <a:lnTo>
                  <a:pt x="114300" y="266700"/>
                </a:lnTo>
                <a:lnTo>
                  <a:pt x="133350" y="266700"/>
                </a:lnTo>
                <a:lnTo>
                  <a:pt x="133350" y="285750"/>
                </a:lnTo>
                <a:lnTo>
                  <a:pt x="123825" y="285750"/>
                </a:lnTo>
                <a:lnTo>
                  <a:pt x="123825" y="276225"/>
                </a:lnTo>
                <a:lnTo>
                  <a:pt x="95250" y="276225"/>
                </a:lnTo>
                <a:lnTo>
                  <a:pt x="95250" y="266700"/>
                </a:lnTo>
                <a:lnTo>
                  <a:pt x="66675" y="266700"/>
                </a:lnTo>
                <a:close/>
                <a:moveTo>
                  <a:pt x="342900" y="247650"/>
                </a:moveTo>
                <a:lnTo>
                  <a:pt x="361950" y="247650"/>
                </a:lnTo>
                <a:lnTo>
                  <a:pt x="361950" y="266700"/>
                </a:lnTo>
                <a:lnTo>
                  <a:pt x="342900" y="266700"/>
                </a:lnTo>
                <a:lnTo>
                  <a:pt x="342900" y="276225"/>
                </a:lnTo>
                <a:lnTo>
                  <a:pt x="304800" y="276225"/>
                </a:lnTo>
                <a:lnTo>
                  <a:pt x="304800" y="285750"/>
                </a:lnTo>
                <a:lnTo>
                  <a:pt x="295275" y="285750"/>
                </a:lnTo>
                <a:lnTo>
                  <a:pt x="295275" y="266700"/>
                </a:lnTo>
                <a:lnTo>
                  <a:pt x="314325" y="266700"/>
                </a:lnTo>
                <a:lnTo>
                  <a:pt x="314325" y="257175"/>
                </a:lnTo>
                <a:lnTo>
                  <a:pt x="342900" y="257175"/>
                </a:lnTo>
                <a:close/>
                <a:moveTo>
                  <a:pt x="161925" y="266700"/>
                </a:moveTo>
                <a:lnTo>
                  <a:pt x="171450" y="266700"/>
                </a:lnTo>
                <a:lnTo>
                  <a:pt x="171450" y="285750"/>
                </a:lnTo>
                <a:lnTo>
                  <a:pt x="161925" y="285750"/>
                </a:lnTo>
                <a:close/>
                <a:moveTo>
                  <a:pt x="257175" y="266700"/>
                </a:moveTo>
                <a:lnTo>
                  <a:pt x="266700" y="266700"/>
                </a:lnTo>
                <a:lnTo>
                  <a:pt x="266700" y="285750"/>
                </a:lnTo>
                <a:lnTo>
                  <a:pt x="257175" y="285750"/>
                </a:lnTo>
                <a:close/>
                <a:moveTo>
                  <a:pt x="361950" y="342900"/>
                </a:moveTo>
                <a:lnTo>
                  <a:pt x="371475" y="342900"/>
                </a:lnTo>
                <a:lnTo>
                  <a:pt x="371475" y="352425"/>
                </a:lnTo>
                <a:lnTo>
                  <a:pt x="361950" y="352425"/>
                </a:lnTo>
                <a:close/>
                <a:moveTo>
                  <a:pt x="342900" y="352425"/>
                </a:moveTo>
                <a:lnTo>
                  <a:pt x="361950" y="352425"/>
                </a:lnTo>
                <a:lnTo>
                  <a:pt x="361950" y="371475"/>
                </a:lnTo>
                <a:lnTo>
                  <a:pt x="342900" y="371475"/>
                </a:lnTo>
                <a:lnTo>
                  <a:pt x="342900" y="381000"/>
                </a:lnTo>
                <a:lnTo>
                  <a:pt x="314325" y="381000"/>
                </a:lnTo>
                <a:lnTo>
                  <a:pt x="314325" y="361950"/>
                </a:lnTo>
                <a:lnTo>
                  <a:pt x="342900" y="361950"/>
                </a:lnTo>
                <a:close/>
                <a:moveTo>
                  <a:pt x="133350" y="371475"/>
                </a:moveTo>
                <a:lnTo>
                  <a:pt x="142875" y="371475"/>
                </a:lnTo>
                <a:lnTo>
                  <a:pt x="142875" y="390525"/>
                </a:lnTo>
                <a:lnTo>
                  <a:pt x="133350" y="390525"/>
                </a:lnTo>
                <a:close/>
                <a:moveTo>
                  <a:pt x="171450" y="371475"/>
                </a:moveTo>
                <a:lnTo>
                  <a:pt x="180975" y="371475"/>
                </a:lnTo>
                <a:lnTo>
                  <a:pt x="180975" y="390525"/>
                </a:lnTo>
                <a:lnTo>
                  <a:pt x="171450" y="390525"/>
                </a:lnTo>
                <a:close/>
                <a:moveTo>
                  <a:pt x="247650" y="371475"/>
                </a:moveTo>
                <a:lnTo>
                  <a:pt x="266700" y="371475"/>
                </a:lnTo>
                <a:lnTo>
                  <a:pt x="266700" y="390525"/>
                </a:lnTo>
                <a:lnTo>
                  <a:pt x="247650" y="390525"/>
                </a:lnTo>
                <a:close/>
                <a:moveTo>
                  <a:pt x="285750" y="371475"/>
                </a:moveTo>
                <a:lnTo>
                  <a:pt x="295275" y="371475"/>
                </a:lnTo>
                <a:lnTo>
                  <a:pt x="295275" y="390525"/>
                </a:lnTo>
                <a:lnTo>
                  <a:pt x="285750" y="390525"/>
                </a:lnTo>
                <a:close/>
                <a:moveTo>
                  <a:pt x="38100" y="438150"/>
                </a:moveTo>
                <a:lnTo>
                  <a:pt x="47625" y="438150"/>
                </a:lnTo>
                <a:lnTo>
                  <a:pt x="47625" y="447675"/>
                </a:lnTo>
                <a:lnTo>
                  <a:pt x="38100" y="447675"/>
                </a:lnTo>
                <a:close/>
                <a:moveTo>
                  <a:pt x="57150" y="457200"/>
                </a:moveTo>
                <a:lnTo>
                  <a:pt x="66675" y="457200"/>
                </a:lnTo>
                <a:lnTo>
                  <a:pt x="66675" y="466725"/>
                </a:lnTo>
                <a:lnTo>
                  <a:pt x="57150" y="466725"/>
                </a:lnTo>
                <a:close/>
                <a:moveTo>
                  <a:pt x="76200" y="457200"/>
                </a:moveTo>
                <a:lnTo>
                  <a:pt x="85725" y="457200"/>
                </a:lnTo>
                <a:lnTo>
                  <a:pt x="85725" y="466725"/>
                </a:lnTo>
                <a:lnTo>
                  <a:pt x="114300" y="466725"/>
                </a:lnTo>
                <a:lnTo>
                  <a:pt x="114300" y="485775"/>
                </a:lnTo>
                <a:lnTo>
                  <a:pt x="95250" y="485775"/>
                </a:lnTo>
                <a:lnTo>
                  <a:pt x="95250" y="476250"/>
                </a:lnTo>
                <a:lnTo>
                  <a:pt x="66675" y="476250"/>
                </a:lnTo>
                <a:lnTo>
                  <a:pt x="66675" y="466725"/>
                </a:lnTo>
                <a:lnTo>
                  <a:pt x="76200" y="466725"/>
                </a:lnTo>
                <a:close/>
                <a:moveTo>
                  <a:pt x="142875" y="476250"/>
                </a:moveTo>
                <a:lnTo>
                  <a:pt x="152400" y="476250"/>
                </a:lnTo>
                <a:lnTo>
                  <a:pt x="152400" y="495300"/>
                </a:lnTo>
                <a:lnTo>
                  <a:pt x="142875" y="495300"/>
                </a:lnTo>
                <a:close/>
                <a:moveTo>
                  <a:pt x="171450" y="476250"/>
                </a:moveTo>
                <a:lnTo>
                  <a:pt x="190500" y="476250"/>
                </a:lnTo>
                <a:lnTo>
                  <a:pt x="190500" y="495300"/>
                </a:lnTo>
                <a:lnTo>
                  <a:pt x="171450" y="495300"/>
                </a:lnTo>
                <a:close/>
                <a:moveTo>
                  <a:pt x="238125" y="476250"/>
                </a:moveTo>
                <a:lnTo>
                  <a:pt x="257175" y="476250"/>
                </a:lnTo>
                <a:lnTo>
                  <a:pt x="257175" y="495300"/>
                </a:lnTo>
                <a:lnTo>
                  <a:pt x="238125" y="495300"/>
                </a:lnTo>
                <a:close/>
                <a:moveTo>
                  <a:pt x="285750" y="476250"/>
                </a:moveTo>
                <a:lnTo>
                  <a:pt x="295275" y="476250"/>
                </a:lnTo>
                <a:lnTo>
                  <a:pt x="295275" y="495300"/>
                </a:lnTo>
                <a:lnTo>
                  <a:pt x="285750" y="495300"/>
                </a:lnTo>
                <a:close/>
              </a:path>
            </a:pathLst>
          </a:custGeom>
          <a:solidFill xmlns:a="http://schemas.openxmlformats.org/drawingml/2006/main">
            <a:srgbClr val="374B3A"/>
          </a:solidFill>
          <a:ln xmlns:a="http://schemas.openxmlformats.org/drawingml/2006/main" w="0">
            <a:noFill/>
          </a:ln>
        </p:spPr>
      </p:sp>
      <p:sp>
        <p:nvSpPr>
          <p:cNvPr id="104" name="db vector #2a3f2f">
            <a:extLst xmlns:a="http://schemas.openxmlformats.org/drawingml/2006/main">
              <a:ext uri="{FF2B5EF4-FFF2-40B4-BE49-F238E27FC236}">
                <a16:creationId xmlns:a16="http://schemas.microsoft.com/office/drawing/2014/main" id="{F68E731A-64AC-48DD-B698-05EE4DE0765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9391650" y="1647825"/>
            <a:ext cx="514350" cy="666750"/>
          </a:xfrm>
          <a:custGeom xmlns:a="http://schemas.openxmlformats.org/drawingml/2006/main">
            <a:pathLst>
              <a:path w="428625" h="561975">
                <a:moveTo>
                  <a:pt x="133350" y="57150"/>
                </a:moveTo>
                <a:lnTo>
                  <a:pt x="152400" y="57150"/>
                </a:lnTo>
                <a:lnTo>
                  <a:pt x="152400" y="76200"/>
                </a:lnTo>
                <a:lnTo>
                  <a:pt x="133350" y="76200"/>
                </a:lnTo>
                <a:close/>
                <a:moveTo>
                  <a:pt x="276225" y="57150"/>
                </a:moveTo>
                <a:lnTo>
                  <a:pt x="304800" y="57150"/>
                </a:lnTo>
                <a:lnTo>
                  <a:pt x="304800" y="76200"/>
                </a:lnTo>
                <a:lnTo>
                  <a:pt x="276225" y="76200"/>
                </a:lnTo>
                <a:close/>
                <a:moveTo>
                  <a:pt x="323850" y="66675"/>
                </a:moveTo>
                <a:lnTo>
                  <a:pt x="342900" y="66675"/>
                </a:lnTo>
                <a:lnTo>
                  <a:pt x="342900" y="76200"/>
                </a:lnTo>
                <a:lnTo>
                  <a:pt x="352425" y="76200"/>
                </a:lnTo>
                <a:lnTo>
                  <a:pt x="352425" y="85725"/>
                </a:lnTo>
                <a:lnTo>
                  <a:pt x="323850" y="85725"/>
                </a:lnTo>
                <a:close/>
                <a:moveTo>
                  <a:pt x="66675" y="76200"/>
                </a:moveTo>
                <a:lnTo>
                  <a:pt x="95250" y="76200"/>
                </a:lnTo>
                <a:lnTo>
                  <a:pt x="95250" y="85725"/>
                </a:lnTo>
                <a:lnTo>
                  <a:pt x="85725" y="85725"/>
                </a:lnTo>
                <a:lnTo>
                  <a:pt x="85725" y="95250"/>
                </a:lnTo>
                <a:lnTo>
                  <a:pt x="66675" y="95250"/>
                </a:lnTo>
                <a:lnTo>
                  <a:pt x="66675" y="104775"/>
                </a:lnTo>
                <a:lnTo>
                  <a:pt x="57150" y="104775"/>
                </a:lnTo>
                <a:lnTo>
                  <a:pt x="57150" y="133350"/>
                </a:lnTo>
                <a:lnTo>
                  <a:pt x="66675" y="133350"/>
                </a:lnTo>
                <a:lnTo>
                  <a:pt x="66675" y="142875"/>
                </a:lnTo>
                <a:lnTo>
                  <a:pt x="76200" y="142875"/>
                </a:lnTo>
                <a:lnTo>
                  <a:pt x="76200" y="152400"/>
                </a:lnTo>
                <a:lnTo>
                  <a:pt x="57150" y="152400"/>
                </a:lnTo>
                <a:lnTo>
                  <a:pt x="57150" y="161925"/>
                </a:lnTo>
                <a:lnTo>
                  <a:pt x="47625" y="161925"/>
                </a:lnTo>
                <a:lnTo>
                  <a:pt x="47625" y="152400"/>
                </a:lnTo>
                <a:lnTo>
                  <a:pt x="38100" y="152400"/>
                </a:lnTo>
                <a:lnTo>
                  <a:pt x="38100" y="104775"/>
                </a:lnTo>
                <a:lnTo>
                  <a:pt x="47625" y="104775"/>
                </a:lnTo>
                <a:lnTo>
                  <a:pt x="47625" y="95250"/>
                </a:lnTo>
                <a:lnTo>
                  <a:pt x="57150" y="95250"/>
                </a:lnTo>
                <a:lnTo>
                  <a:pt x="57150" y="85725"/>
                </a:lnTo>
                <a:lnTo>
                  <a:pt x="66675" y="85725"/>
                </a:lnTo>
                <a:close/>
                <a:moveTo>
                  <a:pt x="361950" y="85725"/>
                </a:moveTo>
                <a:lnTo>
                  <a:pt x="371475" y="85725"/>
                </a:lnTo>
                <a:lnTo>
                  <a:pt x="371475" y="95250"/>
                </a:lnTo>
                <a:lnTo>
                  <a:pt x="361950" y="95250"/>
                </a:lnTo>
                <a:close/>
                <a:moveTo>
                  <a:pt x="371475" y="95250"/>
                </a:moveTo>
                <a:lnTo>
                  <a:pt x="381000" y="95250"/>
                </a:lnTo>
                <a:lnTo>
                  <a:pt x="381000" y="104775"/>
                </a:lnTo>
                <a:lnTo>
                  <a:pt x="371475" y="104775"/>
                </a:lnTo>
                <a:close/>
                <a:moveTo>
                  <a:pt x="371475" y="133350"/>
                </a:moveTo>
                <a:lnTo>
                  <a:pt x="390525" y="133350"/>
                </a:lnTo>
                <a:lnTo>
                  <a:pt x="390525" y="152400"/>
                </a:lnTo>
                <a:lnTo>
                  <a:pt x="381000" y="152400"/>
                </a:lnTo>
                <a:lnTo>
                  <a:pt x="381000" y="161925"/>
                </a:lnTo>
                <a:lnTo>
                  <a:pt x="342900" y="161925"/>
                </a:lnTo>
                <a:lnTo>
                  <a:pt x="342900" y="152400"/>
                </a:lnTo>
                <a:lnTo>
                  <a:pt x="352425" y="152400"/>
                </a:lnTo>
                <a:lnTo>
                  <a:pt x="352425" y="142875"/>
                </a:lnTo>
                <a:lnTo>
                  <a:pt x="371475" y="142875"/>
                </a:lnTo>
                <a:close/>
                <a:moveTo>
                  <a:pt x="76200" y="152400"/>
                </a:moveTo>
                <a:lnTo>
                  <a:pt x="104775" y="152400"/>
                </a:lnTo>
                <a:lnTo>
                  <a:pt x="104775" y="171450"/>
                </a:lnTo>
                <a:lnTo>
                  <a:pt x="85725" y="171450"/>
                </a:lnTo>
                <a:lnTo>
                  <a:pt x="85725" y="161925"/>
                </a:lnTo>
                <a:lnTo>
                  <a:pt x="76200" y="161925"/>
                </a:lnTo>
                <a:close/>
                <a:moveTo>
                  <a:pt x="123825" y="161925"/>
                </a:moveTo>
                <a:lnTo>
                  <a:pt x="152400" y="161925"/>
                </a:lnTo>
                <a:lnTo>
                  <a:pt x="152400" y="180975"/>
                </a:lnTo>
                <a:lnTo>
                  <a:pt x="123825" y="180975"/>
                </a:lnTo>
                <a:close/>
                <a:moveTo>
                  <a:pt x="295275" y="161925"/>
                </a:moveTo>
                <a:lnTo>
                  <a:pt x="314325" y="161925"/>
                </a:lnTo>
                <a:lnTo>
                  <a:pt x="314325" y="180975"/>
                </a:lnTo>
                <a:lnTo>
                  <a:pt x="295275" y="180975"/>
                </a:lnTo>
                <a:close/>
                <a:moveTo>
                  <a:pt x="47625" y="228600"/>
                </a:moveTo>
                <a:lnTo>
                  <a:pt x="57150" y="228600"/>
                </a:lnTo>
                <a:lnTo>
                  <a:pt x="57150" y="238125"/>
                </a:lnTo>
                <a:lnTo>
                  <a:pt x="66675" y="238125"/>
                </a:lnTo>
                <a:lnTo>
                  <a:pt x="66675" y="257175"/>
                </a:lnTo>
                <a:lnTo>
                  <a:pt x="57150" y="257175"/>
                </a:lnTo>
                <a:lnTo>
                  <a:pt x="57150" y="266700"/>
                </a:lnTo>
                <a:lnTo>
                  <a:pt x="47625" y="266700"/>
                </a:lnTo>
                <a:lnTo>
                  <a:pt x="47625" y="257175"/>
                </a:lnTo>
                <a:lnTo>
                  <a:pt x="38100" y="257175"/>
                </a:lnTo>
                <a:lnTo>
                  <a:pt x="38100" y="238125"/>
                </a:lnTo>
                <a:lnTo>
                  <a:pt x="47625" y="238125"/>
                </a:lnTo>
                <a:close/>
                <a:moveTo>
                  <a:pt x="371475" y="238125"/>
                </a:moveTo>
                <a:lnTo>
                  <a:pt x="390525" y="238125"/>
                </a:lnTo>
                <a:lnTo>
                  <a:pt x="390525" y="257175"/>
                </a:lnTo>
                <a:lnTo>
                  <a:pt x="381000" y="257175"/>
                </a:lnTo>
                <a:lnTo>
                  <a:pt x="381000" y="266700"/>
                </a:lnTo>
                <a:lnTo>
                  <a:pt x="371475" y="266700"/>
                </a:lnTo>
                <a:lnTo>
                  <a:pt x="371475" y="257175"/>
                </a:lnTo>
                <a:lnTo>
                  <a:pt x="361950" y="257175"/>
                </a:lnTo>
                <a:lnTo>
                  <a:pt x="361950" y="247650"/>
                </a:lnTo>
                <a:lnTo>
                  <a:pt x="371475" y="247650"/>
                </a:lnTo>
                <a:close/>
                <a:moveTo>
                  <a:pt x="133350" y="266700"/>
                </a:moveTo>
                <a:lnTo>
                  <a:pt x="161925" y="266700"/>
                </a:lnTo>
                <a:lnTo>
                  <a:pt x="161925" y="285750"/>
                </a:lnTo>
                <a:lnTo>
                  <a:pt x="133350" y="285750"/>
                </a:lnTo>
                <a:close/>
                <a:moveTo>
                  <a:pt x="266700" y="266700"/>
                </a:moveTo>
                <a:lnTo>
                  <a:pt x="295275" y="266700"/>
                </a:lnTo>
                <a:lnTo>
                  <a:pt x="295275" y="285750"/>
                </a:lnTo>
                <a:lnTo>
                  <a:pt x="266700" y="285750"/>
                </a:lnTo>
                <a:close/>
                <a:moveTo>
                  <a:pt x="38100" y="333375"/>
                </a:moveTo>
                <a:lnTo>
                  <a:pt x="57150" y="333375"/>
                </a:lnTo>
                <a:lnTo>
                  <a:pt x="57150" y="342900"/>
                </a:lnTo>
                <a:lnTo>
                  <a:pt x="66675" y="342900"/>
                </a:lnTo>
                <a:lnTo>
                  <a:pt x="66675" y="352425"/>
                </a:lnTo>
                <a:lnTo>
                  <a:pt x="85725" y="352425"/>
                </a:lnTo>
                <a:lnTo>
                  <a:pt x="85725" y="361950"/>
                </a:lnTo>
                <a:lnTo>
                  <a:pt x="114300" y="361950"/>
                </a:lnTo>
                <a:lnTo>
                  <a:pt x="114300" y="381000"/>
                </a:lnTo>
                <a:lnTo>
                  <a:pt x="95250" y="381000"/>
                </a:lnTo>
                <a:lnTo>
                  <a:pt x="95250" y="371475"/>
                </a:lnTo>
                <a:lnTo>
                  <a:pt x="66675" y="371475"/>
                </a:lnTo>
                <a:lnTo>
                  <a:pt x="66675" y="361950"/>
                </a:lnTo>
                <a:lnTo>
                  <a:pt x="57150" y="361950"/>
                </a:lnTo>
                <a:lnTo>
                  <a:pt x="57150" y="371475"/>
                </a:lnTo>
                <a:lnTo>
                  <a:pt x="47625" y="371475"/>
                </a:lnTo>
                <a:lnTo>
                  <a:pt x="47625" y="361950"/>
                </a:lnTo>
                <a:lnTo>
                  <a:pt x="38100" y="361950"/>
                </a:lnTo>
                <a:close/>
                <a:moveTo>
                  <a:pt x="371475" y="342900"/>
                </a:moveTo>
                <a:lnTo>
                  <a:pt x="390525" y="342900"/>
                </a:lnTo>
                <a:lnTo>
                  <a:pt x="390525" y="361950"/>
                </a:lnTo>
                <a:lnTo>
                  <a:pt x="381000" y="361950"/>
                </a:lnTo>
                <a:lnTo>
                  <a:pt x="381000" y="371475"/>
                </a:lnTo>
                <a:lnTo>
                  <a:pt x="371475" y="371475"/>
                </a:lnTo>
                <a:lnTo>
                  <a:pt x="371475" y="361950"/>
                </a:lnTo>
                <a:lnTo>
                  <a:pt x="361950" y="361950"/>
                </a:lnTo>
                <a:lnTo>
                  <a:pt x="361950" y="352425"/>
                </a:lnTo>
                <a:lnTo>
                  <a:pt x="371475" y="352425"/>
                </a:lnTo>
                <a:close/>
                <a:moveTo>
                  <a:pt x="142875" y="371475"/>
                </a:moveTo>
                <a:lnTo>
                  <a:pt x="171450" y="371475"/>
                </a:lnTo>
                <a:lnTo>
                  <a:pt x="171450" y="390525"/>
                </a:lnTo>
                <a:lnTo>
                  <a:pt x="142875" y="390525"/>
                </a:lnTo>
                <a:close/>
                <a:moveTo>
                  <a:pt x="266700" y="371475"/>
                </a:moveTo>
                <a:lnTo>
                  <a:pt x="285750" y="371475"/>
                </a:lnTo>
                <a:lnTo>
                  <a:pt x="285750" y="390525"/>
                </a:lnTo>
                <a:lnTo>
                  <a:pt x="266700" y="390525"/>
                </a:lnTo>
                <a:close/>
                <a:moveTo>
                  <a:pt x="47625" y="438150"/>
                </a:moveTo>
                <a:lnTo>
                  <a:pt x="57150" y="438150"/>
                </a:lnTo>
                <a:lnTo>
                  <a:pt x="57150" y="447675"/>
                </a:lnTo>
                <a:lnTo>
                  <a:pt x="66675" y="447675"/>
                </a:lnTo>
                <a:lnTo>
                  <a:pt x="66675" y="457200"/>
                </a:lnTo>
                <a:lnTo>
                  <a:pt x="47625" y="457200"/>
                </a:lnTo>
                <a:close/>
                <a:moveTo>
                  <a:pt x="371475" y="438150"/>
                </a:moveTo>
                <a:lnTo>
                  <a:pt x="390525" y="438150"/>
                </a:lnTo>
                <a:lnTo>
                  <a:pt x="390525" y="457200"/>
                </a:lnTo>
                <a:lnTo>
                  <a:pt x="381000" y="457200"/>
                </a:lnTo>
                <a:lnTo>
                  <a:pt x="381000" y="466725"/>
                </a:lnTo>
                <a:lnTo>
                  <a:pt x="361950" y="466725"/>
                </a:lnTo>
                <a:lnTo>
                  <a:pt x="361950" y="476250"/>
                </a:lnTo>
                <a:lnTo>
                  <a:pt x="333375" y="476250"/>
                </a:lnTo>
                <a:lnTo>
                  <a:pt x="333375" y="485775"/>
                </a:lnTo>
                <a:lnTo>
                  <a:pt x="314325" y="485775"/>
                </a:lnTo>
                <a:lnTo>
                  <a:pt x="314325" y="466725"/>
                </a:lnTo>
                <a:lnTo>
                  <a:pt x="342900" y="466725"/>
                </a:lnTo>
                <a:lnTo>
                  <a:pt x="342900" y="457200"/>
                </a:lnTo>
                <a:lnTo>
                  <a:pt x="361950" y="457200"/>
                </a:lnTo>
                <a:lnTo>
                  <a:pt x="361950" y="447675"/>
                </a:lnTo>
                <a:lnTo>
                  <a:pt x="371475" y="447675"/>
                </a:lnTo>
                <a:close/>
                <a:moveTo>
                  <a:pt x="66675" y="457200"/>
                </a:moveTo>
                <a:lnTo>
                  <a:pt x="76200" y="457200"/>
                </a:lnTo>
                <a:lnTo>
                  <a:pt x="76200" y="466725"/>
                </a:lnTo>
                <a:lnTo>
                  <a:pt x="66675" y="466725"/>
                </a:lnTo>
                <a:close/>
                <a:moveTo>
                  <a:pt x="152400" y="476250"/>
                </a:moveTo>
                <a:lnTo>
                  <a:pt x="171450" y="476250"/>
                </a:lnTo>
                <a:lnTo>
                  <a:pt x="171450" y="495300"/>
                </a:lnTo>
                <a:lnTo>
                  <a:pt x="152400" y="495300"/>
                </a:lnTo>
                <a:close/>
                <a:moveTo>
                  <a:pt x="257175" y="476250"/>
                </a:moveTo>
                <a:lnTo>
                  <a:pt x="285750" y="476250"/>
                </a:lnTo>
                <a:lnTo>
                  <a:pt x="285750" y="495300"/>
                </a:lnTo>
                <a:lnTo>
                  <a:pt x="257175" y="495300"/>
                </a:lnTo>
                <a:close/>
              </a:path>
            </a:pathLst>
          </a:custGeom>
          <a:solidFill xmlns:a="http://schemas.openxmlformats.org/drawingml/2006/main">
            <a:srgbClr val="2A3F2F"/>
          </a:solidFill>
          <a:ln xmlns:a="http://schemas.openxmlformats.org/drawingml/2006/main" w="0">
            <a:noFill/>
          </a:ln>
        </p:spPr>
      </p:sp>
      <p:sp>
        <p:nvSpPr>
          <p:cNvPr id="105" name="">
            <a:extLst xmlns:a="http://schemas.openxmlformats.org/drawingml/2006/main">
              <a:ext uri="{FF2B5EF4-FFF2-40B4-BE49-F238E27FC236}">
                <a16:creationId xmlns:a16="http://schemas.microsoft.com/office/drawing/2014/main" id="{357CC5D9-6EEF-4A7C-884C-E6FCE94338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390650" y="1847850"/>
            <a:ext cx="2438400" cy="40957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l">
              <a:defRPr sz="2100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defPPr>
            <a:lvl1pPr algn="l">
              <a:defRPr sz="2100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lvl1pPr>
            <a:lvl2pPr algn="l">
              <a:defRPr sz="2100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lvl2pPr>
            <a:lvl3pPr algn="l">
              <a:defRPr sz="2100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lvl3pPr>
            <a:lvl4pPr algn="l">
              <a:defRPr sz="2100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lvl4pPr>
            <a:lvl5pPr algn="l">
              <a:defRPr sz="2100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lvl5pPr>
            <a:lvl6pPr algn="l">
              <a:defRPr sz="2100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lvl6pPr>
            <a:lvl7pPr algn="l">
              <a:defRPr sz="2100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lvl7pPr>
            <a:lvl8pPr algn="l">
              <a:defRPr sz="2100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lvl8pPr>
            <a:lvl9pPr algn="l">
              <a:defRPr sz="2100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l">
              <a:lnSpc>
                <a:spcPct val="105000"/>
              </a:lnSpc>
              <a:buNone/>
              <a:defRPr sz="2100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pPr>
            <a:r>
              <a:rPr sz="2100" b="1">
                <a:solidFill>
                  <a:srgbClr val="1D4333"/>
                </a:solidFill>
                <a:latin typeface="Arial"/>
                <a:ea typeface="Arial"/>
                <a:cs typeface="Arial"/>
              </a:rPr>
              <a:t>Capa 1: Frontend</a:t>
            </a:r>
          </a:p>
        </p:txBody>
      </p:sp>
      <p:sp>
        <p:nvSpPr>
          <p:cNvPr id="106" name="">
            <a:extLst xmlns:a="http://schemas.openxmlformats.org/drawingml/2006/main">
              <a:ext uri="{FF2B5EF4-FFF2-40B4-BE49-F238E27FC236}">
                <a16:creationId xmlns:a16="http://schemas.microsoft.com/office/drawing/2014/main" id="{499A79DC-ED5C-4DD9-8667-15335F15472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762625" y="1847850"/>
            <a:ext cx="2381250" cy="40957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l">
              <a:defRPr sz="2100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defPPr>
            <a:lvl1pPr algn="l">
              <a:defRPr sz="2100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lvl1pPr>
            <a:lvl2pPr algn="l">
              <a:defRPr sz="2100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lvl2pPr>
            <a:lvl3pPr algn="l">
              <a:defRPr sz="2100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lvl3pPr>
            <a:lvl4pPr algn="l">
              <a:defRPr sz="2100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lvl4pPr>
            <a:lvl5pPr algn="l">
              <a:defRPr sz="2100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lvl5pPr>
            <a:lvl6pPr algn="l">
              <a:defRPr sz="2100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lvl6pPr>
            <a:lvl7pPr algn="l">
              <a:defRPr sz="2100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lvl7pPr>
            <a:lvl8pPr algn="l">
              <a:defRPr sz="2100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lvl8pPr>
            <a:lvl9pPr algn="l">
              <a:defRPr sz="2100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l">
              <a:lnSpc>
                <a:spcPct val="105000"/>
              </a:lnSpc>
              <a:buNone/>
              <a:defRPr sz="2100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pPr>
            <a:r>
              <a:rPr sz="2100" b="1">
                <a:solidFill>
                  <a:srgbClr val="1D4333"/>
                </a:solidFill>
                <a:latin typeface="Arial"/>
                <a:ea typeface="Arial"/>
                <a:cs typeface="Arial"/>
              </a:rPr>
              <a:t>Capa 2: Backend</a:t>
            </a:r>
          </a:p>
        </p:txBody>
      </p:sp>
      <p:sp>
        <p:nvSpPr>
          <p:cNvPr id="107" name="">
            <a:extLst xmlns:a="http://schemas.openxmlformats.org/drawingml/2006/main">
              <a:ext uri="{FF2B5EF4-FFF2-40B4-BE49-F238E27FC236}">
                <a16:creationId xmlns:a16="http://schemas.microsoft.com/office/drawing/2014/main" id="{6C693119-C298-4100-AB9C-104820C875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048875" y="1714500"/>
            <a:ext cx="2400300" cy="74295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l">
              <a:defRPr sz="2100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defPPr>
            <a:lvl1pPr algn="l">
              <a:defRPr sz="2100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lvl1pPr>
            <a:lvl2pPr algn="l">
              <a:defRPr sz="2100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lvl2pPr>
            <a:lvl3pPr algn="l">
              <a:defRPr sz="2100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lvl3pPr>
            <a:lvl4pPr algn="l">
              <a:defRPr sz="2100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lvl4pPr>
            <a:lvl5pPr algn="l">
              <a:defRPr sz="2100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lvl5pPr>
            <a:lvl6pPr algn="l">
              <a:defRPr sz="2100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lvl6pPr>
            <a:lvl7pPr algn="l">
              <a:defRPr sz="2100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lvl7pPr>
            <a:lvl8pPr algn="l">
              <a:defRPr sz="2100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lvl8pPr>
            <a:lvl9pPr algn="l">
              <a:defRPr sz="2100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l">
              <a:lnSpc>
                <a:spcPct val="105000"/>
              </a:lnSpc>
              <a:buNone/>
              <a:defRPr sz="2100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pPr>
            <a:r>
              <a:rPr sz="2100" b="1">
                <a:solidFill>
                  <a:srgbClr val="1D4333"/>
                </a:solidFill>
                <a:latin typeface="Arial"/>
                <a:ea typeface="Arial"/>
                <a:cs typeface="Arial"/>
              </a:rPr>
              <a:t>Capa 3:</a:t>
            </a:r>
          </a:p>
          <a:p xmlns:a="http://schemas.openxmlformats.org/drawingml/2006/main">
            <a:pPr algn="l">
              <a:lnSpc>
                <a:spcPct val="105000"/>
              </a:lnSpc>
              <a:buNone/>
              <a:defRPr sz="2100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pPr>
            <a:r>
              <a:rPr sz="2100" b="1">
                <a:solidFill>
                  <a:srgbClr val="1D4333"/>
                </a:solidFill>
                <a:latin typeface="Arial"/>
                <a:ea typeface="Arial"/>
                <a:cs typeface="Arial"/>
              </a:rPr>
              <a:t>Base de Datos</a:t>
            </a:r>
          </a:p>
        </p:txBody>
      </p:sp>
      <p:sp>
        <p:nvSpPr>
          <p:cNvPr id="108" name="">
            <a:extLst xmlns:a="http://schemas.openxmlformats.org/drawingml/2006/main">
              <a:ext uri="{FF2B5EF4-FFF2-40B4-BE49-F238E27FC236}">
                <a16:creationId xmlns:a16="http://schemas.microsoft.com/office/drawing/2014/main" id="{F2D2DB43-3EF0-41B6-A7C1-089F492721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81050" y="2486025"/>
            <a:ext cx="3000375" cy="100012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l">
              <a:defRPr sz="18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defPPr>
            <a:lvl1pPr algn="l">
              <a:defRPr sz="18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1pPr>
            <a:lvl2pPr algn="l">
              <a:defRPr sz="18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2pPr>
            <a:lvl3pPr algn="l">
              <a:defRPr sz="18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3pPr>
            <a:lvl4pPr algn="l">
              <a:defRPr sz="18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4pPr>
            <a:lvl5pPr algn="l">
              <a:defRPr sz="18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5pPr>
            <a:lvl6pPr algn="l">
              <a:defRPr sz="18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6pPr>
            <a:lvl7pPr algn="l">
              <a:defRPr sz="18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7pPr>
            <a:lvl8pPr algn="l">
              <a:defRPr sz="18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8pPr>
            <a:lvl9pPr algn="l">
              <a:defRPr sz="18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l">
              <a:lnSpc>
                <a:spcPct val="105000"/>
              </a:lnSpc>
              <a:buNone/>
              <a:defRPr sz="18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pPr>
            <a:r>
              <a:rPr sz="1875" b="0">
                <a:solidFill>
                  <a:srgbClr val="111111"/>
                </a:solidFill>
                <a:latin typeface="Arial"/>
                <a:ea typeface="Arial"/>
                <a:cs typeface="Arial"/>
              </a:rPr>
              <a:t>Lo que vemos</a:t>
            </a:r>
          </a:p>
          <a:p xmlns:a="http://schemas.openxmlformats.org/drawingml/2006/main">
            <a:pPr algn="l">
              <a:lnSpc>
                <a:spcPct val="105000"/>
              </a:lnSpc>
              <a:buNone/>
              <a:defRPr sz="18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pPr>
            <a:r>
              <a:rPr sz="1875" b="0">
                <a:solidFill>
                  <a:srgbClr val="111111"/>
                </a:solidFill>
                <a:latin typeface="Arial"/>
                <a:ea typeface="Arial"/>
                <a:cs typeface="Arial"/>
              </a:rPr>
              <a:t>Tecnologías: React Native +</a:t>
            </a:r>
          </a:p>
          <a:p xmlns:a="http://schemas.openxmlformats.org/drawingml/2006/main">
            <a:pPr algn="l">
              <a:lnSpc>
                <a:spcPct val="105000"/>
              </a:lnSpc>
              <a:buNone/>
              <a:defRPr sz="18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pPr>
            <a:r>
              <a:rPr sz="1875" b="0">
                <a:solidFill>
                  <a:srgbClr val="111111"/>
                </a:solidFill>
                <a:latin typeface="Arial"/>
                <a:ea typeface="Arial"/>
                <a:cs typeface="Arial"/>
              </a:rPr>
              <a:t>Expo</a:t>
            </a:r>
          </a:p>
        </p:txBody>
      </p:sp>
      <p:sp>
        <p:nvSpPr>
          <p:cNvPr id="109" name="">
            <a:extLst xmlns:a="http://schemas.openxmlformats.org/drawingml/2006/main">
              <a:ext uri="{FF2B5EF4-FFF2-40B4-BE49-F238E27FC236}">
                <a16:creationId xmlns:a16="http://schemas.microsoft.com/office/drawing/2014/main" id="{FAE662D0-B67B-4A5E-9706-ABF6BC7F71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124450" y="2486025"/>
            <a:ext cx="2952750" cy="120967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l">
              <a:defRPr sz="18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defPPr>
            <a:lvl1pPr algn="l">
              <a:defRPr sz="18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1pPr>
            <a:lvl2pPr algn="l">
              <a:defRPr sz="18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2pPr>
            <a:lvl3pPr algn="l">
              <a:defRPr sz="18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3pPr>
            <a:lvl4pPr algn="l">
              <a:defRPr sz="18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4pPr>
            <a:lvl5pPr algn="l">
              <a:defRPr sz="18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5pPr>
            <a:lvl6pPr algn="l">
              <a:defRPr sz="18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6pPr>
            <a:lvl7pPr algn="l">
              <a:defRPr sz="18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7pPr>
            <a:lvl8pPr algn="l">
              <a:defRPr sz="18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8pPr>
            <a:lvl9pPr algn="l">
              <a:defRPr sz="18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l">
              <a:lnSpc>
                <a:spcPct val="105000"/>
              </a:lnSpc>
              <a:buNone/>
              <a:defRPr sz="18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pPr>
            <a:r>
              <a:rPr sz="1875" b="0">
                <a:solidFill>
                  <a:srgbClr val="111111"/>
                </a:solidFill>
                <a:latin typeface="Arial"/>
                <a:ea typeface="Arial"/>
                <a:cs typeface="Arial"/>
              </a:rPr>
              <a:t>Donde se procesan las</a:t>
            </a:r>
          </a:p>
          <a:p xmlns:a="http://schemas.openxmlformats.org/drawingml/2006/main">
            <a:pPr algn="l">
              <a:lnSpc>
                <a:spcPct val="105000"/>
              </a:lnSpc>
              <a:buNone/>
              <a:defRPr sz="18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pPr>
            <a:r>
              <a:rPr sz="1875" b="0">
                <a:solidFill>
                  <a:srgbClr val="111111"/>
                </a:solidFill>
                <a:latin typeface="Arial"/>
                <a:ea typeface="Arial"/>
                <a:cs typeface="Arial"/>
              </a:rPr>
              <a:t>operaciones</a:t>
            </a:r>
          </a:p>
          <a:p xmlns:a="http://schemas.openxmlformats.org/drawingml/2006/main">
            <a:pPr algn="l">
              <a:lnSpc>
                <a:spcPct val="105000"/>
              </a:lnSpc>
              <a:buNone/>
              <a:defRPr sz="18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pPr>
            <a:r>
              <a:rPr sz="1875" b="0">
                <a:solidFill>
                  <a:srgbClr val="111111"/>
                </a:solidFill>
                <a:latin typeface="Arial"/>
                <a:ea typeface="Arial"/>
                <a:cs typeface="Arial"/>
              </a:rPr>
              <a:t>Tecnologías: Node.js +</a:t>
            </a:r>
          </a:p>
          <a:p xmlns:a="http://schemas.openxmlformats.org/drawingml/2006/main">
            <a:pPr algn="l">
              <a:lnSpc>
                <a:spcPct val="105000"/>
              </a:lnSpc>
              <a:buNone/>
              <a:defRPr sz="18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pPr>
            <a:r>
              <a:rPr sz="1875" b="0">
                <a:solidFill>
                  <a:srgbClr val="111111"/>
                </a:solidFill>
                <a:latin typeface="Arial"/>
                <a:ea typeface="Arial"/>
                <a:cs typeface="Arial"/>
              </a:rPr>
              <a:t>Express (Prisma)</a:t>
            </a:r>
          </a:p>
        </p:txBody>
      </p:sp>
      <p:sp>
        <p:nvSpPr>
          <p:cNvPr id="110" name="">
            <a:extLst xmlns:a="http://schemas.openxmlformats.org/drawingml/2006/main">
              <a:ext uri="{FF2B5EF4-FFF2-40B4-BE49-F238E27FC236}">
                <a16:creationId xmlns:a16="http://schemas.microsoft.com/office/drawing/2014/main" id="{53CC08EB-5501-4472-862B-6EB034E544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410700" y="2486025"/>
            <a:ext cx="2990850" cy="101917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l">
              <a:defRPr sz="18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defPPr>
            <a:lvl1pPr algn="l">
              <a:defRPr sz="18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1pPr>
            <a:lvl2pPr algn="l">
              <a:defRPr sz="18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2pPr>
            <a:lvl3pPr algn="l">
              <a:defRPr sz="18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3pPr>
            <a:lvl4pPr algn="l">
              <a:defRPr sz="18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4pPr>
            <a:lvl5pPr algn="l">
              <a:defRPr sz="18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5pPr>
            <a:lvl6pPr algn="l">
              <a:defRPr sz="18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6pPr>
            <a:lvl7pPr algn="l">
              <a:defRPr sz="18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7pPr>
            <a:lvl8pPr algn="l">
              <a:defRPr sz="18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8pPr>
            <a:lvl9pPr algn="l">
              <a:defRPr sz="18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l">
              <a:lnSpc>
                <a:spcPct val="105000"/>
              </a:lnSpc>
              <a:buNone/>
              <a:defRPr sz="18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pPr>
            <a:r>
              <a:rPr sz="1875" b="0">
                <a:solidFill>
                  <a:srgbClr val="111111"/>
                </a:solidFill>
                <a:latin typeface="Arial"/>
                <a:ea typeface="Arial"/>
                <a:cs typeface="Arial"/>
              </a:rPr>
              <a:t>Donde se guarda la</a:t>
            </a:r>
          </a:p>
          <a:p xmlns:a="http://schemas.openxmlformats.org/drawingml/2006/main">
            <a:pPr algn="l">
              <a:lnSpc>
                <a:spcPct val="105000"/>
              </a:lnSpc>
              <a:buNone/>
              <a:defRPr sz="18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pPr>
            <a:r>
              <a:rPr sz="1875" b="0">
                <a:solidFill>
                  <a:srgbClr val="111111"/>
                </a:solidFill>
                <a:latin typeface="Arial"/>
                <a:ea typeface="Arial"/>
                <a:cs typeface="Arial"/>
              </a:rPr>
              <a:t>información</a:t>
            </a:r>
          </a:p>
          <a:p xmlns:a="http://schemas.openxmlformats.org/drawingml/2006/main">
            <a:pPr algn="l">
              <a:lnSpc>
                <a:spcPct val="105000"/>
              </a:lnSpc>
              <a:buNone/>
              <a:defRPr sz="187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pPr>
            <a:r>
              <a:rPr sz="1875" b="0">
                <a:solidFill>
                  <a:srgbClr val="111111"/>
                </a:solidFill>
                <a:latin typeface="Arial"/>
                <a:ea typeface="Arial"/>
                <a:cs typeface="Arial"/>
              </a:rPr>
              <a:t>Tecnologías: PostgreSQL</a:t>
            </a:r>
          </a:p>
        </p:txBody>
      </p:sp>
      <p:sp>
        <p:nvSpPr>
          <p:cNvPr id="111" name="">
            <a:extLst xmlns:a="http://schemas.openxmlformats.org/drawingml/2006/main">
              <a:ext uri="{FF2B5EF4-FFF2-40B4-BE49-F238E27FC236}">
                <a16:creationId xmlns:a16="http://schemas.microsoft.com/office/drawing/2014/main" id="{9D9F6ECC-1547-413A-9B5F-C6DA9664EC2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42950" y="3486150"/>
            <a:ext cx="2981325" cy="923925"/>
          </a:xfrm>
          <a:prstGeom xmlns:a="http://schemas.openxmlformats.org/drawingml/2006/main" prst="roundRect">
            <a:avLst>
              <a:gd name="adj" fmla="val 22680"/>
            </a:avLst>
          </a:prstGeom>
          <a:solidFill xmlns:a="http://schemas.openxmlformats.org/drawingml/2006/main">
            <a:srgbClr val="B3674A"/>
          </a:solidFill>
          <a:ln xmlns:a="http://schemas.openxmlformats.org/drawingml/2006/main" w="0">
            <a:noFill/>
          </a:ln>
        </p:spPr>
      </p:sp>
      <p:sp>
        <p:nvSpPr>
          <p:cNvPr id="112" name="">
            <a:extLst xmlns:a="http://schemas.openxmlformats.org/drawingml/2006/main">
              <a:ext uri="{FF2B5EF4-FFF2-40B4-BE49-F238E27FC236}">
                <a16:creationId xmlns:a16="http://schemas.microsoft.com/office/drawing/2014/main" id="{27B0DA9D-67C0-441F-B2AE-62E46B9A5C8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76300" y="3590925"/>
            <a:ext cx="2762250" cy="30480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l">
              <a:defRPr sz="1725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defPPr>
            <a:lvl1pPr algn="l">
              <a:defRPr sz="1725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lvl1pPr>
            <a:lvl2pPr algn="l">
              <a:defRPr sz="1725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lvl2pPr>
            <a:lvl3pPr algn="l">
              <a:defRPr sz="1725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lvl3pPr>
            <a:lvl4pPr algn="l">
              <a:defRPr sz="1725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lvl4pPr>
            <a:lvl5pPr algn="l">
              <a:defRPr sz="1725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lvl5pPr>
            <a:lvl6pPr algn="l">
              <a:defRPr sz="1725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lvl6pPr>
            <a:lvl7pPr algn="l">
              <a:defRPr sz="1725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lvl7pPr>
            <a:lvl8pPr algn="l">
              <a:defRPr sz="1725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lvl8pPr>
            <a:lvl9pPr algn="l">
              <a:defRPr sz="1725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l">
              <a:lnSpc>
                <a:spcPct val="105000"/>
              </a:lnSpc>
              <a:buNone/>
              <a:defRPr sz="1725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pPr>
            <a:r>
              <a:rPr sz="1725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Flujo del ejemplo:</a:t>
            </a:r>
          </a:p>
        </p:txBody>
      </p:sp>
      <p:sp>
        <p:nvSpPr>
          <p:cNvPr id="113" name="">
            <a:extLst xmlns:a="http://schemas.openxmlformats.org/drawingml/2006/main">
              <a:ext uri="{FF2B5EF4-FFF2-40B4-BE49-F238E27FC236}">
                <a16:creationId xmlns:a16="http://schemas.microsoft.com/office/drawing/2014/main" id="{1D564335-F70D-4C8C-B8A1-799E16F43CE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76300" y="3848100"/>
            <a:ext cx="2762250" cy="59055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l">
              <a:defRPr sz="1725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defPPr>
            <a:lvl1pPr algn="l">
              <a:defRPr sz="1725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lvl1pPr>
            <a:lvl2pPr algn="l">
              <a:defRPr sz="1725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lvl2pPr>
            <a:lvl3pPr algn="l">
              <a:defRPr sz="1725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lvl3pPr>
            <a:lvl4pPr algn="l">
              <a:defRPr sz="1725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lvl4pPr>
            <a:lvl5pPr algn="l">
              <a:defRPr sz="1725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lvl5pPr>
            <a:lvl6pPr algn="l">
              <a:defRPr sz="1725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lvl6pPr>
            <a:lvl7pPr algn="l">
              <a:defRPr sz="1725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lvl7pPr>
            <a:lvl8pPr algn="l">
              <a:defRPr sz="1725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lvl8pPr>
            <a:lvl9pPr algn="l">
              <a:defRPr sz="1725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l">
              <a:lnSpc>
                <a:spcPct val="105000"/>
              </a:lnSpc>
              <a:buNone/>
              <a:defRPr sz="1725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pPr>
            <a:r>
              <a:rPr sz="1725" b="0">
                <a:solidFill>
                  <a:srgbClr val="FFFFFF"/>
                </a:solidFill>
                <a:latin typeface="Arial"/>
                <a:ea typeface="Arial"/>
                <a:cs typeface="Arial"/>
              </a:rPr>
              <a:t>El empleado confirma una</a:t>
            </a:r>
          </a:p>
          <a:p xmlns:a="http://schemas.openxmlformats.org/drawingml/2006/main">
            <a:pPr algn="l">
              <a:lnSpc>
                <a:spcPct val="105000"/>
              </a:lnSpc>
              <a:buNone/>
              <a:defRPr sz="1725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pPr>
            <a:r>
              <a:rPr sz="1725" b="0">
                <a:solidFill>
                  <a:srgbClr val="FFFFFF"/>
                </a:solidFill>
                <a:latin typeface="Arial"/>
                <a:ea typeface="Arial"/>
                <a:cs typeface="Arial"/>
              </a:rPr>
              <a:t>venta.</a:t>
            </a:r>
          </a:p>
        </p:txBody>
      </p:sp>
      <p:sp>
        <p:nvSpPr>
          <p:cNvPr id="114" name="">
            <a:extLst xmlns:a="http://schemas.openxmlformats.org/drawingml/2006/main">
              <a:ext uri="{FF2B5EF4-FFF2-40B4-BE49-F238E27FC236}">
                <a16:creationId xmlns:a16="http://schemas.microsoft.com/office/drawing/2014/main" id="{8F79A8DD-0F88-4EC1-B696-4255AAC9C88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086350" y="3733800"/>
            <a:ext cx="2981325" cy="676275"/>
          </a:xfrm>
          <a:prstGeom xmlns:a="http://schemas.openxmlformats.org/drawingml/2006/main" prst="roundRect">
            <a:avLst>
              <a:gd name="adj" fmla="val 30986"/>
            </a:avLst>
          </a:prstGeom>
          <a:solidFill xmlns:a="http://schemas.openxmlformats.org/drawingml/2006/main">
            <a:srgbClr val="B3674A"/>
          </a:solidFill>
          <a:ln xmlns:a="http://schemas.openxmlformats.org/drawingml/2006/main" w="0">
            <a:noFill/>
          </a:ln>
        </p:spPr>
      </p:sp>
      <p:sp>
        <p:nvSpPr>
          <p:cNvPr id="115" name="">
            <a:extLst xmlns:a="http://schemas.openxmlformats.org/drawingml/2006/main">
              <a:ext uri="{FF2B5EF4-FFF2-40B4-BE49-F238E27FC236}">
                <a16:creationId xmlns:a16="http://schemas.microsoft.com/office/drawing/2014/main" id="{F80485B8-B047-4903-8115-70F6772463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219700" y="3838575"/>
            <a:ext cx="2762250" cy="30480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l">
              <a:defRPr sz="1725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defPPr>
            <a:lvl1pPr algn="l">
              <a:defRPr sz="1725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lvl1pPr>
            <a:lvl2pPr algn="l">
              <a:defRPr sz="1725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lvl2pPr>
            <a:lvl3pPr algn="l">
              <a:defRPr sz="1725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lvl3pPr>
            <a:lvl4pPr algn="l">
              <a:defRPr sz="1725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lvl4pPr>
            <a:lvl5pPr algn="l">
              <a:defRPr sz="1725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lvl5pPr>
            <a:lvl6pPr algn="l">
              <a:defRPr sz="1725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lvl6pPr>
            <a:lvl7pPr algn="l">
              <a:defRPr sz="1725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lvl7pPr>
            <a:lvl8pPr algn="l">
              <a:defRPr sz="1725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lvl8pPr>
            <a:lvl9pPr algn="l">
              <a:defRPr sz="1725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l">
              <a:lnSpc>
                <a:spcPct val="105000"/>
              </a:lnSpc>
              <a:buNone/>
              <a:defRPr sz="1725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pPr>
            <a:r>
              <a:rPr sz="1725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Flujo del ejemplo:</a:t>
            </a:r>
          </a:p>
        </p:txBody>
      </p:sp>
      <p:sp>
        <p:nvSpPr>
          <p:cNvPr id="116" name="">
            <a:extLst xmlns:a="http://schemas.openxmlformats.org/drawingml/2006/main">
              <a:ext uri="{FF2B5EF4-FFF2-40B4-BE49-F238E27FC236}">
                <a16:creationId xmlns:a16="http://schemas.microsoft.com/office/drawing/2014/main" id="{FCDA12C5-BFDA-4A26-89FC-13EC5D503C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219700" y="4095750"/>
            <a:ext cx="2762250" cy="59055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l">
              <a:defRPr sz="1725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defPPr>
            <a:lvl1pPr algn="l">
              <a:defRPr sz="1725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lvl1pPr>
            <a:lvl2pPr algn="l">
              <a:defRPr sz="1725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lvl2pPr>
            <a:lvl3pPr algn="l">
              <a:defRPr sz="1725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lvl3pPr>
            <a:lvl4pPr algn="l">
              <a:defRPr sz="1725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lvl4pPr>
            <a:lvl5pPr algn="l">
              <a:defRPr sz="1725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lvl5pPr>
            <a:lvl6pPr algn="l">
              <a:defRPr sz="1725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lvl6pPr>
            <a:lvl7pPr algn="l">
              <a:defRPr sz="1725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lvl7pPr>
            <a:lvl8pPr algn="l">
              <a:defRPr sz="1725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lvl8pPr>
            <a:lvl9pPr algn="l">
              <a:defRPr sz="1725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l">
              <a:lnSpc>
                <a:spcPct val="105000"/>
              </a:lnSpc>
              <a:buNone/>
              <a:defRPr sz="1725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pPr>
            <a:r>
              <a:rPr sz="1725" b="0">
                <a:solidFill>
                  <a:srgbClr val="FFFFFF"/>
                </a:solidFill>
                <a:latin typeface="Arial"/>
                <a:ea typeface="Arial"/>
                <a:cs typeface="Arial"/>
              </a:rPr>
              <a:t>Se procesa la operación.</a:t>
            </a:r>
          </a:p>
        </p:txBody>
      </p:sp>
      <p:sp>
        <p:nvSpPr>
          <p:cNvPr id="117" name="">
            <a:extLst xmlns:a="http://schemas.openxmlformats.org/drawingml/2006/main">
              <a:ext uri="{FF2B5EF4-FFF2-40B4-BE49-F238E27FC236}">
                <a16:creationId xmlns:a16="http://schemas.microsoft.com/office/drawing/2014/main" id="{063BF577-F002-4561-91C3-E99096CFB24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382125" y="3486150"/>
            <a:ext cx="2981325" cy="923925"/>
          </a:xfrm>
          <a:prstGeom xmlns:a="http://schemas.openxmlformats.org/drawingml/2006/main" prst="roundRect">
            <a:avLst>
              <a:gd name="adj" fmla="val 22680"/>
            </a:avLst>
          </a:prstGeom>
          <a:solidFill xmlns:a="http://schemas.openxmlformats.org/drawingml/2006/main">
            <a:srgbClr val="B3674A"/>
          </a:solidFill>
          <a:ln xmlns:a="http://schemas.openxmlformats.org/drawingml/2006/main" w="0">
            <a:noFill/>
          </a:ln>
        </p:spPr>
      </p:sp>
      <p:sp>
        <p:nvSpPr>
          <p:cNvPr id="118" name="">
            <a:extLst xmlns:a="http://schemas.openxmlformats.org/drawingml/2006/main">
              <a:ext uri="{FF2B5EF4-FFF2-40B4-BE49-F238E27FC236}">
                <a16:creationId xmlns:a16="http://schemas.microsoft.com/office/drawing/2014/main" id="{9F3F48DB-D9F0-4771-AE37-777E64D6CA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515475" y="3590925"/>
            <a:ext cx="2762250" cy="30480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l">
              <a:defRPr sz="1725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defPPr>
            <a:lvl1pPr algn="l">
              <a:defRPr sz="1725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lvl1pPr>
            <a:lvl2pPr algn="l">
              <a:defRPr sz="1725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lvl2pPr>
            <a:lvl3pPr algn="l">
              <a:defRPr sz="1725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lvl3pPr>
            <a:lvl4pPr algn="l">
              <a:defRPr sz="1725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lvl4pPr>
            <a:lvl5pPr algn="l">
              <a:defRPr sz="1725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lvl5pPr>
            <a:lvl6pPr algn="l">
              <a:defRPr sz="1725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lvl6pPr>
            <a:lvl7pPr algn="l">
              <a:defRPr sz="1725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lvl7pPr>
            <a:lvl8pPr algn="l">
              <a:defRPr sz="1725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lvl8pPr>
            <a:lvl9pPr algn="l">
              <a:defRPr sz="1725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l">
              <a:lnSpc>
                <a:spcPct val="105000"/>
              </a:lnSpc>
              <a:buNone/>
              <a:defRPr sz="1725" b="1">
                <a:solidFill>
                  <a:srgbClr val="FFFFFF"/>
                </a:solidFill>
                <a:latin typeface="Arial"/>
                <a:ea typeface="Arial"/>
                <a:cs typeface="Arial"/>
              </a:defRPr>
            </a:pPr>
            <a:r>
              <a:rPr sz="1725" b="1">
                <a:solidFill>
                  <a:srgbClr val="FFFFFF"/>
                </a:solidFill>
                <a:latin typeface="Arial"/>
                <a:ea typeface="Arial"/>
                <a:cs typeface="Arial"/>
              </a:rPr>
              <a:t>Flujo del ejemplo:</a:t>
            </a:r>
          </a:p>
        </p:txBody>
      </p:sp>
      <p:sp>
        <p:nvSpPr>
          <p:cNvPr id="119" name="">
            <a:extLst xmlns:a="http://schemas.openxmlformats.org/drawingml/2006/main">
              <a:ext uri="{FF2B5EF4-FFF2-40B4-BE49-F238E27FC236}">
                <a16:creationId xmlns:a16="http://schemas.microsoft.com/office/drawing/2014/main" id="{4F033DA5-5DEC-4106-A1DD-A2F0FCCF530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515475" y="3848100"/>
            <a:ext cx="2762250" cy="59055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l">
              <a:defRPr sz="1725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defPPr>
            <a:lvl1pPr algn="l">
              <a:defRPr sz="1725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lvl1pPr>
            <a:lvl2pPr algn="l">
              <a:defRPr sz="1725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lvl2pPr>
            <a:lvl3pPr algn="l">
              <a:defRPr sz="1725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lvl3pPr>
            <a:lvl4pPr algn="l">
              <a:defRPr sz="1725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lvl4pPr>
            <a:lvl5pPr algn="l">
              <a:defRPr sz="1725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lvl5pPr>
            <a:lvl6pPr algn="l">
              <a:defRPr sz="1725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lvl6pPr>
            <a:lvl7pPr algn="l">
              <a:defRPr sz="1725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lvl7pPr>
            <a:lvl8pPr algn="l">
              <a:defRPr sz="1725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lvl8pPr>
            <a:lvl9pPr algn="l">
              <a:defRPr sz="1725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l">
              <a:lnSpc>
                <a:spcPct val="105000"/>
              </a:lnSpc>
              <a:buNone/>
              <a:defRPr sz="1725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pPr>
            <a:r>
              <a:rPr sz="1725" b="0">
                <a:solidFill>
                  <a:srgbClr val="FFFFFF"/>
                </a:solidFill>
                <a:latin typeface="Arial"/>
                <a:ea typeface="Arial"/>
                <a:cs typeface="Arial"/>
              </a:rPr>
              <a:t>Se guardan la venta y las</a:t>
            </a:r>
          </a:p>
          <a:p xmlns:a="http://schemas.openxmlformats.org/drawingml/2006/main">
            <a:pPr algn="l">
              <a:lnSpc>
                <a:spcPct val="105000"/>
              </a:lnSpc>
              <a:buNone/>
              <a:defRPr sz="1725" b="0">
                <a:solidFill>
                  <a:srgbClr val="FFFFFF"/>
                </a:solidFill>
                <a:latin typeface="Arial"/>
                <a:ea typeface="Arial"/>
                <a:cs typeface="Arial"/>
              </a:defRPr>
            </a:pPr>
            <a:r>
              <a:rPr sz="1725" b="0">
                <a:solidFill>
                  <a:srgbClr val="FFFFFF"/>
                </a:solidFill>
                <a:latin typeface="Arial"/>
                <a:ea typeface="Arial"/>
                <a:cs typeface="Arial"/>
              </a:rPr>
              <a:t>nuevas cantidades.</a:t>
            </a:r>
          </a:p>
        </p:txBody>
      </p:sp>
      <p:sp>
        <p:nvSpPr>
          <p:cNvPr id="120" name="">
            <a:extLst xmlns:a="http://schemas.openxmlformats.org/drawingml/2006/main">
              <a:ext uri="{FF2B5EF4-FFF2-40B4-BE49-F238E27FC236}">
                <a16:creationId xmlns:a16="http://schemas.microsoft.com/office/drawing/2014/main" id="{1123EBCE-A997-4CDB-B521-6AD1F79BDFA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905250" y="2695575"/>
            <a:ext cx="971550" cy="723900"/>
          </a:xfrm>
          <a:prstGeom xmlns:a="http://schemas.openxmlformats.org/drawingml/2006/main" prst="rightArrow">
            <a:avLst/>
          </a:prstGeom>
          <a:solidFill xmlns:a="http://schemas.openxmlformats.org/drawingml/2006/main">
            <a:srgbClr val="B3674A"/>
          </a:solidFill>
          <a:ln xmlns:a="http://schemas.openxmlformats.org/drawingml/2006/main" w="0">
            <a:noFill/>
          </a:ln>
        </p:spPr>
      </p:sp>
      <p:sp>
        <p:nvSpPr>
          <p:cNvPr id="121" name="">
            <a:extLst xmlns:a="http://schemas.openxmlformats.org/drawingml/2006/main">
              <a:ext uri="{FF2B5EF4-FFF2-40B4-BE49-F238E27FC236}">
                <a16:creationId xmlns:a16="http://schemas.microsoft.com/office/drawing/2014/main" id="{CC67D66B-E52B-4012-BE5D-521B9210801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210550" y="2695575"/>
            <a:ext cx="971550" cy="723900"/>
          </a:xfrm>
          <a:prstGeom xmlns:a="http://schemas.openxmlformats.org/drawingml/2006/main" prst="rightArrow">
            <a:avLst/>
          </a:prstGeom>
          <a:solidFill xmlns:a="http://schemas.openxmlformats.org/drawingml/2006/main">
            <a:srgbClr val="B3674A"/>
          </a:solidFill>
          <a:ln xmlns:a="http://schemas.openxmlformats.org/drawingml/2006/main" w="0">
            <a:noFill/>
          </a:ln>
        </p:spPr>
      </p:sp>
      <p:sp>
        <p:nvSpPr>
          <p:cNvPr id="122" name="">
            <a:extLst xmlns:a="http://schemas.openxmlformats.org/drawingml/2006/main">
              <a:ext uri="{FF2B5EF4-FFF2-40B4-BE49-F238E27FC236}">
                <a16:creationId xmlns:a16="http://schemas.microsoft.com/office/drawing/2014/main" id="{8800C8DC-C066-4AEB-A526-2863A964C1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52450" y="5057775"/>
            <a:ext cx="12001500" cy="1714500"/>
          </a:xfrm>
          <a:prstGeom xmlns:a="http://schemas.openxmlformats.org/drawingml/2006/main" prst="roundRect">
            <a:avLst>
              <a:gd name="adj" fmla="val 12222"/>
            </a:avLst>
          </a:prstGeom>
          <a:solidFill xmlns:a="http://schemas.openxmlformats.org/drawingml/2006/main">
            <a:srgbClr val="F5F2E8"/>
          </a:solidFill>
          <a:ln xmlns:a="http://schemas.openxmlformats.org/drawingml/2006/main" w="23813">
            <a:solidFill>
              <a:srgbClr val="1D4333"/>
            </a:solidFill>
          </a:ln>
        </p:spPr>
      </p:sp>
      <p:sp>
        <p:nvSpPr>
          <p:cNvPr id="123" name="">
            <a:extLst xmlns:a="http://schemas.openxmlformats.org/drawingml/2006/main">
              <a:ext uri="{FF2B5EF4-FFF2-40B4-BE49-F238E27FC236}">
                <a16:creationId xmlns:a16="http://schemas.microsoft.com/office/drawing/2014/main" id="{3A913BE3-DBE4-4819-B293-3935BB1767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28675" y="5457825"/>
            <a:ext cx="4572000" cy="43815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l">
              <a:defRPr sz="2550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defPPr>
            <a:lvl1pPr algn="l">
              <a:defRPr sz="2550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lvl1pPr>
            <a:lvl2pPr algn="l">
              <a:defRPr sz="2550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lvl2pPr>
            <a:lvl3pPr algn="l">
              <a:defRPr sz="2550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lvl3pPr>
            <a:lvl4pPr algn="l">
              <a:defRPr sz="2550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lvl4pPr>
            <a:lvl5pPr algn="l">
              <a:defRPr sz="2550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lvl5pPr>
            <a:lvl6pPr algn="l">
              <a:defRPr sz="2550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lvl6pPr>
            <a:lvl7pPr algn="l">
              <a:defRPr sz="2550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lvl7pPr>
            <a:lvl8pPr algn="l">
              <a:defRPr sz="2550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lvl8pPr>
            <a:lvl9pPr algn="l">
              <a:defRPr sz="2550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l">
              <a:lnSpc>
                <a:spcPct val="105000"/>
              </a:lnSpc>
              <a:buNone/>
              <a:defRPr sz="2550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pPr>
            <a:r>
              <a:rPr sz="2550" b="1">
                <a:solidFill>
                  <a:srgbClr val="1D4333"/>
                </a:solidFill>
                <a:latin typeface="Arial"/>
                <a:ea typeface="Arial"/>
                <a:cs typeface="Arial"/>
              </a:rPr>
              <a:t>Diseño y Accesibilidad</a:t>
            </a:r>
          </a:p>
        </p:txBody>
      </p:sp>
      <p:sp>
        <p:nvSpPr>
          <p:cNvPr id="124" name="">
            <a:extLst xmlns:a="http://schemas.openxmlformats.org/drawingml/2006/main">
              <a:ext uri="{FF2B5EF4-FFF2-40B4-BE49-F238E27FC236}">
                <a16:creationId xmlns:a16="http://schemas.microsoft.com/office/drawing/2014/main" id="{F80DC01C-D96B-4E6A-BC68-0BD040F539E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28675" y="5924550"/>
            <a:ext cx="4572000" cy="72390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l">
              <a:defRPr sz="172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defPPr>
            <a:lvl1pPr algn="l">
              <a:defRPr sz="172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1pPr>
            <a:lvl2pPr algn="l">
              <a:defRPr sz="172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2pPr>
            <a:lvl3pPr algn="l">
              <a:defRPr sz="172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3pPr>
            <a:lvl4pPr algn="l">
              <a:defRPr sz="172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4pPr>
            <a:lvl5pPr algn="l">
              <a:defRPr sz="172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5pPr>
            <a:lvl6pPr algn="l">
              <a:defRPr sz="172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6pPr>
            <a:lvl7pPr algn="l">
              <a:defRPr sz="172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7pPr>
            <a:lvl8pPr algn="l">
              <a:defRPr sz="172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8pPr>
            <a:lvl9pPr algn="l">
              <a:defRPr sz="172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l">
              <a:lnSpc>
                <a:spcPct val="105000"/>
              </a:lnSpc>
              <a:buNone/>
              <a:defRPr sz="172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pPr>
            <a:r>
              <a:rPr sz="1725" b="0">
                <a:solidFill>
                  <a:srgbClr val="111111"/>
                </a:solidFill>
                <a:latin typeface="Arial"/>
                <a:ea typeface="Arial"/>
                <a:cs typeface="Arial"/>
              </a:rPr>
              <a:t>Botones que guían · Pantallas consistentes ·</a:t>
            </a:r>
          </a:p>
          <a:p xmlns:a="http://schemas.openxmlformats.org/drawingml/2006/main">
            <a:pPr algn="l">
              <a:lnSpc>
                <a:spcPct val="105000"/>
              </a:lnSpc>
              <a:buNone/>
              <a:defRPr sz="1725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pPr>
            <a:r>
              <a:rPr sz="1725" b="0">
                <a:solidFill>
                  <a:srgbClr val="111111"/>
                </a:solidFill>
                <a:latin typeface="Arial"/>
                <a:ea typeface="Arial"/>
                <a:cs typeface="Arial"/>
              </a:rPr>
              <a:t>Tipografía clara · Textos breves</a:t>
            </a:r>
          </a:p>
        </p:txBody>
      </p:sp>
      <p:sp>
        <p:nvSpPr>
          <p:cNvPr id="125" name="">
            <a:extLst xmlns:a="http://schemas.openxmlformats.org/drawingml/2006/main">
              <a:ext uri="{FF2B5EF4-FFF2-40B4-BE49-F238E27FC236}">
                <a16:creationId xmlns:a16="http://schemas.microsoft.com/office/drawing/2014/main" id="{3A5BF328-3A96-4328-800F-47117D8DF4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905750" y="5457825"/>
            <a:ext cx="4476750" cy="43815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l">
              <a:defRPr sz="2550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defPPr>
            <a:lvl1pPr algn="l">
              <a:defRPr sz="2550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lvl1pPr>
            <a:lvl2pPr algn="l">
              <a:defRPr sz="2550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lvl2pPr>
            <a:lvl3pPr algn="l">
              <a:defRPr sz="2550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lvl3pPr>
            <a:lvl4pPr algn="l">
              <a:defRPr sz="2550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lvl4pPr>
            <a:lvl5pPr algn="l">
              <a:defRPr sz="2550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lvl5pPr>
            <a:lvl6pPr algn="l">
              <a:defRPr sz="2550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lvl6pPr>
            <a:lvl7pPr algn="l">
              <a:defRPr sz="2550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lvl7pPr>
            <a:lvl8pPr algn="l">
              <a:defRPr sz="2550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lvl8pPr>
            <a:lvl9pPr algn="l">
              <a:defRPr sz="2550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l">
              <a:lnSpc>
                <a:spcPct val="105000"/>
              </a:lnSpc>
              <a:buNone/>
              <a:defRPr sz="2550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pPr>
            <a:r>
              <a:rPr sz="2550" b="1">
                <a:solidFill>
                  <a:srgbClr val="1D4333"/>
                </a:solidFill>
                <a:latin typeface="Arial"/>
                <a:ea typeface="Arial"/>
                <a:cs typeface="Arial"/>
              </a:rPr>
              <a:t>Ética e Impacto Social</a:t>
            </a:r>
          </a:p>
        </p:txBody>
      </p:sp>
      <p:sp>
        <p:nvSpPr>
          <p:cNvPr id="126" name="">
            <a:extLst xmlns:a="http://schemas.openxmlformats.org/drawingml/2006/main">
              <a:ext uri="{FF2B5EF4-FFF2-40B4-BE49-F238E27FC236}">
                <a16:creationId xmlns:a16="http://schemas.microsoft.com/office/drawing/2014/main" id="{E2FF26E8-42C0-4D05-B65F-8BA32CA81E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905750" y="5924550"/>
            <a:ext cx="4476750" cy="72390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l">
              <a:defRPr sz="16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defPPr>
            <a:lvl1pPr algn="l">
              <a:defRPr sz="16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1pPr>
            <a:lvl2pPr algn="l">
              <a:defRPr sz="16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2pPr>
            <a:lvl3pPr algn="l">
              <a:defRPr sz="16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3pPr>
            <a:lvl4pPr algn="l">
              <a:defRPr sz="16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4pPr>
            <a:lvl5pPr algn="l">
              <a:defRPr sz="16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5pPr>
            <a:lvl6pPr algn="l">
              <a:defRPr sz="16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6pPr>
            <a:lvl7pPr algn="l">
              <a:defRPr sz="16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7pPr>
            <a:lvl8pPr algn="l">
              <a:defRPr sz="16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8pPr>
            <a:lvl9pPr algn="l">
              <a:defRPr sz="16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l">
              <a:lnSpc>
                <a:spcPct val="105000"/>
              </a:lnSpc>
              <a:buNone/>
              <a:defRPr sz="16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pPr>
            <a:r>
              <a:rPr sz="1650" b="0">
                <a:solidFill>
                  <a:srgbClr val="111111"/>
                </a:solidFill>
                <a:latin typeface="Arial"/>
                <a:ea typeface="Arial"/>
                <a:cs typeface="Arial"/>
              </a:rPr>
              <a:t>Herramientas para comercios de barrio ·</a:t>
            </a:r>
          </a:p>
          <a:p xmlns:a="http://schemas.openxmlformats.org/drawingml/2006/main">
            <a:pPr algn="l">
              <a:lnSpc>
                <a:spcPct val="105000"/>
              </a:lnSpc>
              <a:buNone/>
              <a:defRPr sz="16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pPr>
            <a:r>
              <a:rPr sz="1650" b="0">
                <a:solidFill>
                  <a:srgbClr val="111111"/>
                </a:solidFill>
                <a:latin typeface="Arial"/>
                <a:ea typeface="Arial"/>
                <a:cs typeface="Arial"/>
              </a:rPr>
              <a:t>Autonomía para decidir · Cuidado de los datos</a:t>
            </a:r>
          </a:p>
        </p:txBody>
      </p:sp>
      <p:sp>
        <p:nvSpPr>
          <p:cNvPr id="127" name="">
            <a:extLst xmlns:a="http://schemas.openxmlformats.org/drawingml/2006/main">
              <a:ext uri="{FF2B5EF4-FFF2-40B4-BE49-F238E27FC236}">
                <a16:creationId xmlns:a16="http://schemas.microsoft.com/office/drawing/2014/main" id="{7EFD50CF-303F-4048-A6C8-3A16A8AC181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381625" y="4914900"/>
            <a:ext cx="2247900" cy="2400300"/>
          </a:xfrm>
          <a:prstGeom xmlns:a="http://schemas.openxmlformats.org/drawingml/2006/main" prst="rect">
            <a:avLst/>
          </a:prstGeom>
          <a:solidFill xmlns:a="http://schemas.openxmlformats.org/drawingml/2006/main">
            <a:srgbClr val="F5F2E8"/>
          </a:solidFill>
          <a:ln xmlns:a="http://schemas.openxmlformats.org/drawingml/2006/main" w="0">
            <a:noFill/>
          </a:ln>
        </p:spPr>
      </p:sp>
      <p:sp>
        <p:nvSpPr>
          <p:cNvPr id="128" name="sales vector #f6f4e7">
            <a:extLst xmlns:a="http://schemas.openxmlformats.org/drawingml/2006/main">
              <a:ext uri="{FF2B5EF4-FFF2-40B4-BE49-F238E27FC236}">
                <a16:creationId xmlns:a16="http://schemas.microsoft.com/office/drawing/2014/main" id="{764C4B98-EEBA-403E-BF27-43B006ED259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381625" y="4914900"/>
            <a:ext cx="2247900" cy="2400300"/>
          </a:xfrm>
          <a:custGeom xmlns:a="http://schemas.openxmlformats.org/drawingml/2006/main">
            <a:pathLst>
              <a:path w="1905000" h="2038350">
                <a:moveTo>
                  <a:pt x="209550" y="47625"/>
                </a:moveTo>
                <a:lnTo>
                  <a:pt x="238125" y="47625"/>
                </a:lnTo>
                <a:lnTo>
                  <a:pt x="238125" y="57150"/>
                </a:lnTo>
                <a:lnTo>
                  <a:pt x="228600" y="57150"/>
                </a:lnTo>
                <a:lnTo>
                  <a:pt x="228600" y="66675"/>
                </a:lnTo>
                <a:lnTo>
                  <a:pt x="219075" y="66675"/>
                </a:lnTo>
                <a:lnTo>
                  <a:pt x="219075" y="76200"/>
                </a:lnTo>
                <a:lnTo>
                  <a:pt x="190500" y="76200"/>
                </a:lnTo>
                <a:lnTo>
                  <a:pt x="190500" y="66675"/>
                </a:lnTo>
                <a:lnTo>
                  <a:pt x="200025" y="66675"/>
                </a:lnTo>
                <a:lnTo>
                  <a:pt x="200025" y="57150"/>
                </a:lnTo>
                <a:lnTo>
                  <a:pt x="209550" y="57150"/>
                </a:lnTo>
                <a:close/>
                <a:moveTo>
                  <a:pt x="1704975" y="66675"/>
                </a:moveTo>
                <a:lnTo>
                  <a:pt x="1714500" y="66675"/>
                </a:lnTo>
                <a:lnTo>
                  <a:pt x="1714500" y="76200"/>
                </a:lnTo>
                <a:lnTo>
                  <a:pt x="1704975" y="76200"/>
                </a:lnTo>
                <a:close/>
                <a:moveTo>
                  <a:pt x="304800" y="457200"/>
                </a:moveTo>
                <a:lnTo>
                  <a:pt x="323850" y="457200"/>
                </a:lnTo>
                <a:lnTo>
                  <a:pt x="323850" y="466725"/>
                </a:lnTo>
                <a:lnTo>
                  <a:pt x="304800" y="466725"/>
                </a:lnTo>
                <a:close/>
                <a:moveTo>
                  <a:pt x="457200" y="476250"/>
                </a:moveTo>
                <a:lnTo>
                  <a:pt x="476250" y="476250"/>
                </a:lnTo>
                <a:lnTo>
                  <a:pt x="476250" y="485775"/>
                </a:lnTo>
                <a:lnTo>
                  <a:pt x="504825" y="485775"/>
                </a:lnTo>
                <a:lnTo>
                  <a:pt x="504825" y="495300"/>
                </a:lnTo>
                <a:lnTo>
                  <a:pt x="457200" y="495300"/>
                </a:lnTo>
                <a:close/>
                <a:moveTo>
                  <a:pt x="304800" y="676275"/>
                </a:moveTo>
                <a:lnTo>
                  <a:pt x="314325" y="676275"/>
                </a:lnTo>
                <a:lnTo>
                  <a:pt x="314325" y="704850"/>
                </a:lnTo>
                <a:lnTo>
                  <a:pt x="304800" y="704850"/>
                </a:lnTo>
                <a:close/>
                <a:moveTo>
                  <a:pt x="1123950" y="714375"/>
                </a:moveTo>
                <a:lnTo>
                  <a:pt x="1133475" y="714375"/>
                </a:lnTo>
                <a:lnTo>
                  <a:pt x="1133475" y="723900"/>
                </a:lnTo>
                <a:lnTo>
                  <a:pt x="1123950" y="723900"/>
                </a:lnTo>
                <a:close/>
                <a:moveTo>
                  <a:pt x="1114425" y="723900"/>
                </a:moveTo>
                <a:lnTo>
                  <a:pt x="1123950" y="723900"/>
                </a:lnTo>
                <a:lnTo>
                  <a:pt x="1123950" y="733425"/>
                </a:lnTo>
                <a:lnTo>
                  <a:pt x="1114425" y="733425"/>
                </a:lnTo>
                <a:close/>
                <a:moveTo>
                  <a:pt x="1228725" y="723900"/>
                </a:moveTo>
                <a:lnTo>
                  <a:pt x="1238250" y="723900"/>
                </a:lnTo>
                <a:lnTo>
                  <a:pt x="1238250" y="733425"/>
                </a:lnTo>
                <a:lnTo>
                  <a:pt x="1228725" y="733425"/>
                </a:lnTo>
                <a:close/>
                <a:moveTo>
                  <a:pt x="247650" y="733425"/>
                </a:moveTo>
                <a:lnTo>
                  <a:pt x="266700" y="733425"/>
                </a:lnTo>
                <a:lnTo>
                  <a:pt x="266700" y="742950"/>
                </a:lnTo>
                <a:lnTo>
                  <a:pt x="257175" y="742950"/>
                </a:lnTo>
                <a:lnTo>
                  <a:pt x="257175" y="752475"/>
                </a:lnTo>
                <a:lnTo>
                  <a:pt x="238125" y="752475"/>
                </a:lnTo>
                <a:lnTo>
                  <a:pt x="238125" y="742950"/>
                </a:lnTo>
                <a:lnTo>
                  <a:pt x="247650" y="742950"/>
                </a:lnTo>
                <a:close/>
                <a:moveTo>
                  <a:pt x="190500" y="742950"/>
                </a:moveTo>
                <a:lnTo>
                  <a:pt x="209550" y="742950"/>
                </a:lnTo>
                <a:lnTo>
                  <a:pt x="209550" y="762000"/>
                </a:lnTo>
                <a:lnTo>
                  <a:pt x="190500" y="762000"/>
                </a:lnTo>
                <a:close/>
                <a:moveTo>
                  <a:pt x="304800" y="800100"/>
                </a:moveTo>
                <a:lnTo>
                  <a:pt x="400050" y="800100"/>
                </a:lnTo>
                <a:lnTo>
                  <a:pt x="400050" y="819150"/>
                </a:lnTo>
                <a:lnTo>
                  <a:pt x="304800" y="819150"/>
                </a:lnTo>
                <a:close/>
                <a:moveTo>
                  <a:pt x="228600" y="1019175"/>
                </a:moveTo>
                <a:lnTo>
                  <a:pt x="1104900" y="1019175"/>
                </a:lnTo>
                <a:lnTo>
                  <a:pt x="1104900" y="1028700"/>
                </a:lnTo>
                <a:lnTo>
                  <a:pt x="1114425" y="1028700"/>
                </a:lnTo>
                <a:lnTo>
                  <a:pt x="1114425" y="1038225"/>
                </a:lnTo>
                <a:lnTo>
                  <a:pt x="1123950" y="1038225"/>
                </a:lnTo>
                <a:lnTo>
                  <a:pt x="1123950" y="1171575"/>
                </a:lnTo>
                <a:lnTo>
                  <a:pt x="1114425" y="1171575"/>
                </a:lnTo>
                <a:lnTo>
                  <a:pt x="1114425" y="1181100"/>
                </a:lnTo>
                <a:lnTo>
                  <a:pt x="1095375" y="1181100"/>
                </a:lnTo>
                <a:lnTo>
                  <a:pt x="1095375" y="1190625"/>
                </a:lnTo>
                <a:lnTo>
                  <a:pt x="247650" y="1190625"/>
                </a:lnTo>
                <a:lnTo>
                  <a:pt x="247650" y="1181100"/>
                </a:lnTo>
                <a:lnTo>
                  <a:pt x="228600" y="1181100"/>
                </a:lnTo>
                <a:lnTo>
                  <a:pt x="228600" y="1171575"/>
                </a:lnTo>
                <a:lnTo>
                  <a:pt x="219075" y="1171575"/>
                </a:lnTo>
                <a:lnTo>
                  <a:pt x="219075" y="1162050"/>
                </a:lnTo>
                <a:lnTo>
                  <a:pt x="209550" y="1162050"/>
                </a:lnTo>
                <a:lnTo>
                  <a:pt x="209550" y="1047750"/>
                </a:lnTo>
                <a:lnTo>
                  <a:pt x="219075" y="1047750"/>
                </a:lnTo>
                <a:lnTo>
                  <a:pt x="219075" y="1028700"/>
                </a:lnTo>
                <a:lnTo>
                  <a:pt x="228600" y="1028700"/>
                </a:lnTo>
                <a:close/>
                <a:moveTo>
                  <a:pt x="438150" y="1114425"/>
                </a:moveTo>
                <a:lnTo>
                  <a:pt x="447675" y="1114425"/>
                </a:lnTo>
                <a:lnTo>
                  <a:pt x="447675" y="1123950"/>
                </a:lnTo>
                <a:lnTo>
                  <a:pt x="466725" y="1123950"/>
                </a:lnTo>
                <a:lnTo>
                  <a:pt x="466725" y="1133475"/>
                </a:lnTo>
                <a:lnTo>
                  <a:pt x="495300" y="1133475"/>
                </a:lnTo>
                <a:lnTo>
                  <a:pt x="495300" y="1143000"/>
                </a:lnTo>
                <a:lnTo>
                  <a:pt x="514350" y="1143000"/>
                </a:lnTo>
                <a:lnTo>
                  <a:pt x="514350" y="1133475"/>
                </a:lnTo>
                <a:lnTo>
                  <a:pt x="571500" y="1133475"/>
                </a:lnTo>
                <a:lnTo>
                  <a:pt x="571500" y="1143000"/>
                </a:lnTo>
                <a:lnTo>
                  <a:pt x="581025" y="1143000"/>
                </a:lnTo>
                <a:lnTo>
                  <a:pt x="581025" y="1133475"/>
                </a:lnTo>
                <a:lnTo>
                  <a:pt x="600075" y="1133475"/>
                </a:lnTo>
                <a:lnTo>
                  <a:pt x="600075" y="1123950"/>
                </a:lnTo>
                <a:lnTo>
                  <a:pt x="609600" y="1123950"/>
                </a:lnTo>
                <a:lnTo>
                  <a:pt x="609600" y="1104900"/>
                </a:lnTo>
                <a:lnTo>
                  <a:pt x="600075" y="1104900"/>
                </a:lnTo>
                <a:lnTo>
                  <a:pt x="600075" y="1095375"/>
                </a:lnTo>
                <a:lnTo>
                  <a:pt x="571500" y="1095375"/>
                </a:lnTo>
                <a:lnTo>
                  <a:pt x="571500" y="1085850"/>
                </a:lnTo>
                <a:lnTo>
                  <a:pt x="552450" y="1085850"/>
                </a:lnTo>
                <a:lnTo>
                  <a:pt x="552450" y="1095375"/>
                </a:lnTo>
                <a:lnTo>
                  <a:pt x="285750" y="1095375"/>
                </a:lnTo>
                <a:lnTo>
                  <a:pt x="285750" y="1085850"/>
                </a:lnTo>
                <a:lnTo>
                  <a:pt x="257175" y="1085850"/>
                </a:lnTo>
                <a:lnTo>
                  <a:pt x="257175" y="1095375"/>
                </a:lnTo>
                <a:lnTo>
                  <a:pt x="247650" y="1095375"/>
                </a:lnTo>
                <a:lnTo>
                  <a:pt x="247650" y="1133475"/>
                </a:lnTo>
                <a:lnTo>
                  <a:pt x="295275" y="1133475"/>
                </a:lnTo>
                <a:lnTo>
                  <a:pt x="295275" y="1143000"/>
                </a:lnTo>
                <a:lnTo>
                  <a:pt x="314325" y="1143000"/>
                </a:lnTo>
                <a:lnTo>
                  <a:pt x="314325" y="1133475"/>
                </a:lnTo>
                <a:lnTo>
                  <a:pt x="361950" y="1133475"/>
                </a:lnTo>
                <a:lnTo>
                  <a:pt x="361950" y="1143000"/>
                </a:lnTo>
                <a:lnTo>
                  <a:pt x="419100" y="1143000"/>
                </a:lnTo>
                <a:lnTo>
                  <a:pt x="419100" y="1133475"/>
                </a:lnTo>
                <a:lnTo>
                  <a:pt x="428625" y="1133475"/>
                </a:lnTo>
                <a:lnTo>
                  <a:pt x="428625" y="1123950"/>
                </a:lnTo>
                <a:lnTo>
                  <a:pt x="438150" y="1123950"/>
                </a:lnTo>
                <a:close/>
                <a:moveTo>
                  <a:pt x="542925" y="1362075"/>
                </a:moveTo>
                <a:lnTo>
                  <a:pt x="552450" y="1362075"/>
                </a:lnTo>
                <a:lnTo>
                  <a:pt x="552450" y="1371600"/>
                </a:lnTo>
                <a:lnTo>
                  <a:pt x="542925" y="1371600"/>
                </a:lnTo>
                <a:close/>
                <a:moveTo>
                  <a:pt x="942975" y="1362075"/>
                </a:moveTo>
                <a:lnTo>
                  <a:pt x="962025" y="1362075"/>
                </a:lnTo>
                <a:lnTo>
                  <a:pt x="962025" y="1371600"/>
                </a:lnTo>
                <a:lnTo>
                  <a:pt x="942975" y="1371600"/>
                </a:lnTo>
                <a:close/>
                <a:moveTo>
                  <a:pt x="266700" y="1390650"/>
                </a:moveTo>
                <a:lnTo>
                  <a:pt x="276225" y="1390650"/>
                </a:lnTo>
                <a:lnTo>
                  <a:pt x="276225" y="1400175"/>
                </a:lnTo>
                <a:lnTo>
                  <a:pt x="266700" y="1400175"/>
                </a:lnTo>
                <a:close/>
                <a:moveTo>
                  <a:pt x="981075" y="1428750"/>
                </a:moveTo>
                <a:lnTo>
                  <a:pt x="1009650" y="1428750"/>
                </a:lnTo>
                <a:lnTo>
                  <a:pt x="1009650" y="1438275"/>
                </a:lnTo>
                <a:lnTo>
                  <a:pt x="1028700" y="1438275"/>
                </a:lnTo>
                <a:lnTo>
                  <a:pt x="1028700" y="1447800"/>
                </a:lnTo>
                <a:lnTo>
                  <a:pt x="1019175" y="1447800"/>
                </a:lnTo>
                <a:lnTo>
                  <a:pt x="1019175" y="1466850"/>
                </a:lnTo>
                <a:lnTo>
                  <a:pt x="981075" y="1466850"/>
                </a:lnTo>
                <a:lnTo>
                  <a:pt x="981075" y="1447800"/>
                </a:lnTo>
                <a:lnTo>
                  <a:pt x="990600" y="1447800"/>
                </a:lnTo>
                <a:lnTo>
                  <a:pt x="990600" y="1457325"/>
                </a:lnTo>
                <a:lnTo>
                  <a:pt x="1009650" y="1457325"/>
                </a:lnTo>
                <a:lnTo>
                  <a:pt x="1009650" y="1447800"/>
                </a:lnTo>
                <a:lnTo>
                  <a:pt x="1000125" y="1447800"/>
                </a:lnTo>
                <a:lnTo>
                  <a:pt x="1000125" y="1438275"/>
                </a:lnTo>
                <a:lnTo>
                  <a:pt x="981075" y="1438275"/>
                </a:lnTo>
                <a:close/>
                <a:moveTo>
                  <a:pt x="0" y="1543050"/>
                </a:moveTo>
                <a:lnTo>
                  <a:pt x="9525" y="1543050"/>
                </a:lnTo>
                <a:lnTo>
                  <a:pt x="9525" y="1552575"/>
                </a:lnTo>
                <a:lnTo>
                  <a:pt x="0" y="1552575"/>
                </a:lnTo>
                <a:close/>
                <a:moveTo>
                  <a:pt x="1362075" y="1581150"/>
                </a:moveTo>
                <a:lnTo>
                  <a:pt x="1371600" y="1581150"/>
                </a:lnTo>
                <a:lnTo>
                  <a:pt x="1371600" y="1609725"/>
                </a:lnTo>
                <a:lnTo>
                  <a:pt x="1352550" y="1609725"/>
                </a:lnTo>
                <a:lnTo>
                  <a:pt x="1352550" y="1590675"/>
                </a:lnTo>
                <a:lnTo>
                  <a:pt x="1362075" y="1590675"/>
                </a:lnTo>
                <a:close/>
                <a:moveTo>
                  <a:pt x="19050" y="1590675"/>
                </a:moveTo>
                <a:lnTo>
                  <a:pt x="28575" y="1590675"/>
                </a:lnTo>
                <a:lnTo>
                  <a:pt x="28575" y="1609725"/>
                </a:lnTo>
                <a:lnTo>
                  <a:pt x="19050" y="1609725"/>
                </a:lnTo>
                <a:close/>
                <a:moveTo>
                  <a:pt x="180975" y="1590675"/>
                </a:moveTo>
                <a:lnTo>
                  <a:pt x="200025" y="1590675"/>
                </a:lnTo>
                <a:lnTo>
                  <a:pt x="200025" y="1628775"/>
                </a:lnTo>
                <a:lnTo>
                  <a:pt x="190500" y="1628775"/>
                </a:lnTo>
                <a:lnTo>
                  <a:pt x="190500" y="1609725"/>
                </a:lnTo>
                <a:lnTo>
                  <a:pt x="180975" y="1609725"/>
                </a:lnTo>
                <a:close/>
                <a:moveTo>
                  <a:pt x="381000" y="1590675"/>
                </a:moveTo>
                <a:lnTo>
                  <a:pt x="390525" y="1590675"/>
                </a:lnTo>
                <a:lnTo>
                  <a:pt x="390525" y="1600200"/>
                </a:lnTo>
                <a:lnTo>
                  <a:pt x="381000" y="1600200"/>
                </a:lnTo>
                <a:close/>
                <a:moveTo>
                  <a:pt x="1885950" y="1600200"/>
                </a:moveTo>
                <a:lnTo>
                  <a:pt x="1895475" y="1600200"/>
                </a:lnTo>
                <a:lnTo>
                  <a:pt x="1895475" y="1609725"/>
                </a:lnTo>
                <a:lnTo>
                  <a:pt x="1885950" y="1609725"/>
                </a:lnTo>
                <a:close/>
                <a:moveTo>
                  <a:pt x="1885950" y="1657350"/>
                </a:moveTo>
                <a:lnTo>
                  <a:pt x="1895475" y="1657350"/>
                </a:lnTo>
                <a:lnTo>
                  <a:pt x="1895475" y="1695450"/>
                </a:lnTo>
                <a:lnTo>
                  <a:pt x="1876425" y="1695450"/>
                </a:lnTo>
                <a:lnTo>
                  <a:pt x="1876425" y="1666875"/>
                </a:lnTo>
                <a:lnTo>
                  <a:pt x="1885950" y="1666875"/>
                </a:lnTo>
                <a:close/>
                <a:moveTo>
                  <a:pt x="200025" y="1857375"/>
                </a:moveTo>
                <a:lnTo>
                  <a:pt x="228600" y="1857375"/>
                </a:lnTo>
                <a:lnTo>
                  <a:pt x="228600" y="1876425"/>
                </a:lnTo>
                <a:lnTo>
                  <a:pt x="219075" y="1876425"/>
                </a:lnTo>
                <a:lnTo>
                  <a:pt x="219075" y="1866900"/>
                </a:lnTo>
                <a:lnTo>
                  <a:pt x="200025" y="1866900"/>
                </a:lnTo>
                <a:close/>
                <a:moveTo>
                  <a:pt x="466725" y="1857375"/>
                </a:moveTo>
                <a:lnTo>
                  <a:pt x="485775" y="1857375"/>
                </a:lnTo>
                <a:lnTo>
                  <a:pt x="485775" y="1866900"/>
                </a:lnTo>
                <a:lnTo>
                  <a:pt x="466725" y="1866900"/>
                </a:lnTo>
                <a:close/>
                <a:moveTo>
                  <a:pt x="552450" y="1876425"/>
                </a:moveTo>
                <a:lnTo>
                  <a:pt x="571500" y="1876425"/>
                </a:lnTo>
                <a:lnTo>
                  <a:pt x="571500" y="1885950"/>
                </a:lnTo>
                <a:lnTo>
                  <a:pt x="552450" y="1885950"/>
                </a:lnTo>
                <a:close/>
                <a:moveTo>
                  <a:pt x="1876425" y="1876425"/>
                </a:moveTo>
                <a:lnTo>
                  <a:pt x="1895475" y="1876425"/>
                </a:lnTo>
                <a:lnTo>
                  <a:pt x="1895475" y="1895475"/>
                </a:lnTo>
                <a:lnTo>
                  <a:pt x="1876425" y="1895475"/>
                </a:lnTo>
                <a:close/>
                <a:moveTo>
                  <a:pt x="180975" y="1943100"/>
                </a:moveTo>
                <a:lnTo>
                  <a:pt x="190500" y="1943100"/>
                </a:lnTo>
                <a:lnTo>
                  <a:pt x="190500" y="1971675"/>
                </a:lnTo>
                <a:lnTo>
                  <a:pt x="180975" y="1971675"/>
                </a:lnTo>
                <a:close/>
                <a:moveTo>
                  <a:pt x="114300" y="1971675"/>
                </a:moveTo>
                <a:lnTo>
                  <a:pt x="133350" y="1971675"/>
                </a:lnTo>
                <a:lnTo>
                  <a:pt x="133350" y="1990725"/>
                </a:lnTo>
                <a:lnTo>
                  <a:pt x="114300" y="1990725"/>
                </a:lnTo>
                <a:close/>
                <a:moveTo>
                  <a:pt x="114300" y="2000250"/>
                </a:moveTo>
                <a:lnTo>
                  <a:pt x="133350" y="2000250"/>
                </a:lnTo>
                <a:lnTo>
                  <a:pt x="133350" y="2038350"/>
                </a:lnTo>
                <a:lnTo>
                  <a:pt x="123825" y="2038350"/>
                </a:lnTo>
                <a:lnTo>
                  <a:pt x="123825" y="2028825"/>
                </a:lnTo>
                <a:lnTo>
                  <a:pt x="114300" y="2028825"/>
                </a:lnTo>
                <a:close/>
                <a:moveTo>
                  <a:pt x="1885950" y="2000250"/>
                </a:moveTo>
                <a:lnTo>
                  <a:pt x="1895475" y="2000250"/>
                </a:lnTo>
                <a:lnTo>
                  <a:pt x="1895475" y="2009775"/>
                </a:lnTo>
                <a:lnTo>
                  <a:pt x="1905000" y="2009775"/>
                </a:lnTo>
                <a:lnTo>
                  <a:pt x="1905000" y="2028825"/>
                </a:lnTo>
                <a:lnTo>
                  <a:pt x="1895475" y="2028825"/>
                </a:lnTo>
                <a:lnTo>
                  <a:pt x="1895475" y="2038350"/>
                </a:lnTo>
                <a:lnTo>
                  <a:pt x="1885950" y="2038350"/>
                </a:lnTo>
                <a:close/>
              </a:path>
            </a:pathLst>
          </a:custGeom>
          <a:solidFill xmlns:a="http://schemas.openxmlformats.org/drawingml/2006/main">
            <a:srgbClr val="F6F4E7"/>
          </a:solidFill>
          <a:ln xmlns:a="http://schemas.openxmlformats.org/drawingml/2006/main" w="0">
            <a:noFill/>
          </a:ln>
        </p:spPr>
      </p:sp>
      <p:sp>
        <p:nvSpPr>
          <p:cNvPr id="129" name="sales vector #f5f0e3">
            <a:extLst xmlns:a="http://schemas.openxmlformats.org/drawingml/2006/main">
              <a:ext uri="{FF2B5EF4-FFF2-40B4-BE49-F238E27FC236}">
                <a16:creationId xmlns:a16="http://schemas.microsoft.com/office/drawing/2014/main" id="{D576B34E-A536-4C80-864A-A766D190C6D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381625" y="4914900"/>
            <a:ext cx="2247900" cy="2400300"/>
          </a:xfrm>
          <a:custGeom xmlns:a="http://schemas.openxmlformats.org/drawingml/2006/main">
            <a:pathLst>
              <a:path w="1905000" h="2038350">
                <a:moveTo>
                  <a:pt x="142875" y="0"/>
                </a:moveTo>
                <a:lnTo>
                  <a:pt x="171450" y="0"/>
                </a:lnTo>
                <a:lnTo>
                  <a:pt x="171450" y="9525"/>
                </a:lnTo>
                <a:lnTo>
                  <a:pt x="161925" y="9525"/>
                </a:lnTo>
                <a:lnTo>
                  <a:pt x="161925" y="19050"/>
                </a:lnTo>
                <a:lnTo>
                  <a:pt x="152400" y="19050"/>
                </a:lnTo>
                <a:lnTo>
                  <a:pt x="152400" y="9525"/>
                </a:lnTo>
                <a:lnTo>
                  <a:pt x="142875" y="9525"/>
                </a:lnTo>
                <a:close/>
                <a:moveTo>
                  <a:pt x="1676400" y="0"/>
                </a:moveTo>
                <a:lnTo>
                  <a:pt x="1695450" y="0"/>
                </a:lnTo>
                <a:lnTo>
                  <a:pt x="1695450" y="9525"/>
                </a:lnTo>
                <a:lnTo>
                  <a:pt x="1714500" y="9525"/>
                </a:lnTo>
                <a:lnTo>
                  <a:pt x="1714500" y="47625"/>
                </a:lnTo>
                <a:lnTo>
                  <a:pt x="1724025" y="47625"/>
                </a:lnTo>
                <a:lnTo>
                  <a:pt x="1724025" y="28575"/>
                </a:lnTo>
                <a:lnTo>
                  <a:pt x="1743075" y="28575"/>
                </a:lnTo>
                <a:lnTo>
                  <a:pt x="1743075" y="19050"/>
                </a:lnTo>
                <a:lnTo>
                  <a:pt x="1800225" y="19050"/>
                </a:lnTo>
                <a:lnTo>
                  <a:pt x="1800225" y="28575"/>
                </a:lnTo>
                <a:lnTo>
                  <a:pt x="1762125" y="28575"/>
                </a:lnTo>
                <a:lnTo>
                  <a:pt x="1762125" y="38100"/>
                </a:lnTo>
                <a:lnTo>
                  <a:pt x="1819275" y="38100"/>
                </a:lnTo>
                <a:lnTo>
                  <a:pt x="1819275" y="47625"/>
                </a:lnTo>
                <a:lnTo>
                  <a:pt x="1771650" y="47625"/>
                </a:lnTo>
                <a:lnTo>
                  <a:pt x="1771650" y="57150"/>
                </a:lnTo>
                <a:lnTo>
                  <a:pt x="1762125" y="57150"/>
                </a:lnTo>
                <a:lnTo>
                  <a:pt x="1762125" y="66675"/>
                </a:lnTo>
                <a:lnTo>
                  <a:pt x="1752600" y="66675"/>
                </a:lnTo>
                <a:lnTo>
                  <a:pt x="1752600" y="76200"/>
                </a:lnTo>
                <a:lnTo>
                  <a:pt x="1743075" y="76200"/>
                </a:lnTo>
                <a:lnTo>
                  <a:pt x="1743075" y="66675"/>
                </a:lnTo>
                <a:lnTo>
                  <a:pt x="1733550" y="66675"/>
                </a:lnTo>
                <a:lnTo>
                  <a:pt x="1733550" y="47625"/>
                </a:lnTo>
                <a:lnTo>
                  <a:pt x="1724025" y="47625"/>
                </a:lnTo>
                <a:lnTo>
                  <a:pt x="1724025" y="66675"/>
                </a:lnTo>
                <a:lnTo>
                  <a:pt x="1685925" y="66675"/>
                </a:lnTo>
                <a:lnTo>
                  <a:pt x="1685925" y="47625"/>
                </a:lnTo>
                <a:lnTo>
                  <a:pt x="1676400" y="47625"/>
                </a:lnTo>
                <a:lnTo>
                  <a:pt x="1676400" y="38100"/>
                </a:lnTo>
                <a:lnTo>
                  <a:pt x="1666875" y="38100"/>
                </a:lnTo>
                <a:lnTo>
                  <a:pt x="1666875" y="9525"/>
                </a:lnTo>
                <a:lnTo>
                  <a:pt x="1676400" y="9525"/>
                </a:lnTo>
                <a:close/>
                <a:moveTo>
                  <a:pt x="1581150" y="19050"/>
                </a:moveTo>
                <a:lnTo>
                  <a:pt x="1590675" y="19050"/>
                </a:lnTo>
                <a:lnTo>
                  <a:pt x="1590675" y="28575"/>
                </a:lnTo>
                <a:lnTo>
                  <a:pt x="1581150" y="28575"/>
                </a:lnTo>
                <a:close/>
                <a:moveTo>
                  <a:pt x="171450" y="28575"/>
                </a:moveTo>
                <a:lnTo>
                  <a:pt x="180975" y="28575"/>
                </a:lnTo>
                <a:lnTo>
                  <a:pt x="180975" y="38100"/>
                </a:lnTo>
                <a:lnTo>
                  <a:pt x="190500" y="38100"/>
                </a:lnTo>
                <a:lnTo>
                  <a:pt x="190500" y="28575"/>
                </a:lnTo>
                <a:lnTo>
                  <a:pt x="200025" y="28575"/>
                </a:lnTo>
                <a:lnTo>
                  <a:pt x="200025" y="38100"/>
                </a:lnTo>
                <a:lnTo>
                  <a:pt x="228600" y="38100"/>
                </a:lnTo>
                <a:lnTo>
                  <a:pt x="228600" y="28575"/>
                </a:lnTo>
                <a:lnTo>
                  <a:pt x="247650" y="28575"/>
                </a:lnTo>
                <a:lnTo>
                  <a:pt x="247650" y="38100"/>
                </a:lnTo>
                <a:lnTo>
                  <a:pt x="228600" y="38100"/>
                </a:lnTo>
                <a:lnTo>
                  <a:pt x="228600" y="47625"/>
                </a:lnTo>
                <a:lnTo>
                  <a:pt x="209550" y="47625"/>
                </a:lnTo>
                <a:lnTo>
                  <a:pt x="209550" y="57150"/>
                </a:lnTo>
                <a:lnTo>
                  <a:pt x="200025" y="57150"/>
                </a:lnTo>
                <a:lnTo>
                  <a:pt x="200025" y="66675"/>
                </a:lnTo>
                <a:lnTo>
                  <a:pt x="190500" y="66675"/>
                </a:lnTo>
                <a:lnTo>
                  <a:pt x="190500" y="76200"/>
                </a:lnTo>
                <a:lnTo>
                  <a:pt x="180975" y="76200"/>
                </a:lnTo>
                <a:lnTo>
                  <a:pt x="180975" y="85725"/>
                </a:lnTo>
                <a:lnTo>
                  <a:pt x="171450" y="85725"/>
                </a:lnTo>
                <a:lnTo>
                  <a:pt x="171450" y="66675"/>
                </a:lnTo>
                <a:lnTo>
                  <a:pt x="161925" y="66675"/>
                </a:lnTo>
                <a:lnTo>
                  <a:pt x="161925" y="47625"/>
                </a:lnTo>
                <a:lnTo>
                  <a:pt x="152400" y="47625"/>
                </a:lnTo>
                <a:lnTo>
                  <a:pt x="152400" y="38100"/>
                </a:lnTo>
                <a:lnTo>
                  <a:pt x="171450" y="38100"/>
                </a:lnTo>
                <a:close/>
                <a:moveTo>
                  <a:pt x="266700" y="28575"/>
                </a:moveTo>
                <a:lnTo>
                  <a:pt x="285750" y="28575"/>
                </a:lnTo>
                <a:lnTo>
                  <a:pt x="285750" y="38100"/>
                </a:lnTo>
                <a:lnTo>
                  <a:pt x="266700" y="38100"/>
                </a:lnTo>
                <a:close/>
                <a:moveTo>
                  <a:pt x="247650" y="38100"/>
                </a:moveTo>
                <a:lnTo>
                  <a:pt x="257175" y="38100"/>
                </a:lnTo>
                <a:lnTo>
                  <a:pt x="257175" y="47625"/>
                </a:lnTo>
                <a:lnTo>
                  <a:pt x="247650" y="47625"/>
                </a:lnTo>
                <a:close/>
                <a:moveTo>
                  <a:pt x="1657350" y="38100"/>
                </a:moveTo>
                <a:lnTo>
                  <a:pt x="1666875" y="38100"/>
                </a:lnTo>
                <a:lnTo>
                  <a:pt x="1666875" y="47625"/>
                </a:lnTo>
                <a:lnTo>
                  <a:pt x="1657350" y="47625"/>
                </a:lnTo>
                <a:close/>
                <a:moveTo>
                  <a:pt x="228600" y="57150"/>
                </a:moveTo>
                <a:lnTo>
                  <a:pt x="238125" y="57150"/>
                </a:lnTo>
                <a:lnTo>
                  <a:pt x="238125" y="66675"/>
                </a:lnTo>
                <a:lnTo>
                  <a:pt x="228600" y="66675"/>
                </a:lnTo>
                <a:close/>
                <a:moveTo>
                  <a:pt x="1724025" y="76200"/>
                </a:moveTo>
                <a:lnTo>
                  <a:pt x="1743075" y="76200"/>
                </a:lnTo>
                <a:lnTo>
                  <a:pt x="1743075" y="95250"/>
                </a:lnTo>
                <a:lnTo>
                  <a:pt x="1733550" y="95250"/>
                </a:lnTo>
                <a:lnTo>
                  <a:pt x="1733550" y="85725"/>
                </a:lnTo>
                <a:lnTo>
                  <a:pt x="1724025" y="85725"/>
                </a:lnTo>
                <a:close/>
                <a:moveTo>
                  <a:pt x="361950" y="209550"/>
                </a:moveTo>
                <a:lnTo>
                  <a:pt x="371475" y="209550"/>
                </a:lnTo>
                <a:lnTo>
                  <a:pt x="371475" y="219075"/>
                </a:lnTo>
                <a:lnTo>
                  <a:pt x="361950" y="219075"/>
                </a:lnTo>
                <a:close/>
                <a:moveTo>
                  <a:pt x="1838325" y="209550"/>
                </a:moveTo>
                <a:lnTo>
                  <a:pt x="1857375" y="209550"/>
                </a:lnTo>
                <a:lnTo>
                  <a:pt x="1857375" y="219075"/>
                </a:lnTo>
                <a:lnTo>
                  <a:pt x="1838325" y="219075"/>
                </a:lnTo>
                <a:close/>
                <a:moveTo>
                  <a:pt x="533400" y="238125"/>
                </a:moveTo>
                <a:lnTo>
                  <a:pt x="542925" y="238125"/>
                </a:lnTo>
                <a:lnTo>
                  <a:pt x="542925" y="247650"/>
                </a:lnTo>
                <a:lnTo>
                  <a:pt x="552450" y="247650"/>
                </a:lnTo>
                <a:lnTo>
                  <a:pt x="552450" y="257175"/>
                </a:lnTo>
                <a:lnTo>
                  <a:pt x="542925" y="257175"/>
                </a:lnTo>
                <a:lnTo>
                  <a:pt x="542925" y="266700"/>
                </a:lnTo>
                <a:lnTo>
                  <a:pt x="533400" y="266700"/>
                </a:lnTo>
                <a:close/>
                <a:moveTo>
                  <a:pt x="1866900" y="247650"/>
                </a:moveTo>
                <a:lnTo>
                  <a:pt x="1876425" y="247650"/>
                </a:lnTo>
                <a:lnTo>
                  <a:pt x="1876425" y="266700"/>
                </a:lnTo>
                <a:lnTo>
                  <a:pt x="1866900" y="266700"/>
                </a:lnTo>
                <a:close/>
                <a:moveTo>
                  <a:pt x="1228725" y="257175"/>
                </a:moveTo>
                <a:lnTo>
                  <a:pt x="1247775" y="257175"/>
                </a:lnTo>
                <a:lnTo>
                  <a:pt x="1247775" y="266700"/>
                </a:lnTo>
                <a:lnTo>
                  <a:pt x="1238250" y="266700"/>
                </a:lnTo>
                <a:lnTo>
                  <a:pt x="1238250" y="285750"/>
                </a:lnTo>
                <a:lnTo>
                  <a:pt x="1228725" y="285750"/>
                </a:lnTo>
                <a:close/>
                <a:moveTo>
                  <a:pt x="1143000" y="342900"/>
                </a:moveTo>
                <a:lnTo>
                  <a:pt x="1152525" y="342900"/>
                </a:lnTo>
                <a:lnTo>
                  <a:pt x="1152525" y="352425"/>
                </a:lnTo>
                <a:lnTo>
                  <a:pt x="1143000" y="352425"/>
                </a:lnTo>
                <a:close/>
                <a:moveTo>
                  <a:pt x="1028700" y="409575"/>
                </a:moveTo>
                <a:lnTo>
                  <a:pt x="1038225" y="409575"/>
                </a:lnTo>
                <a:lnTo>
                  <a:pt x="1038225" y="419100"/>
                </a:lnTo>
                <a:lnTo>
                  <a:pt x="1028700" y="419100"/>
                </a:lnTo>
                <a:close/>
                <a:moveTo>
                  <a:pt x="304800" y="466725"/>
                </a:moveTo>
                <a:lnTo>
                  <a:pt x="342900" y="466725"/>
                </a:lnTo>
                <a:lnTo>
                  <a:pt x="342900" y="476250"/>
                </a:lnTo>
                <a:lnTo>
                  <a:pt x="381000" y="476250"/>
                </a:lnTo>
                <a:lnTo>
                  <a:pt x="381000" y="485775"/>
                </a:lnTo>
                <a:lnTo>
                  <a:pt x="352425" y="485775"/>
                </a:lnTo>
                <a:lnTo>
                  <a:pt x="352425" y="495300"/>
                </a:lnTo>
                <a:lnTo>
                  <a:pt x="323850" y="495300"/>
                </a:lnTo>
                <a:lnTo>
                  <a:pt x="323850" y="476250"/>
                </a:lnTo>
                <a:lnTo>
                  <a:pt x="314325" y="476250"/>
                </a:lnTo>
                <a:lnTo>
                  <a:pt x="314325" y="485775"/>
                </a:lnTo>
                <a:lnTo>
                  <a:pt x="304800" y="485775"/>
                </a:lnTo>
                <a:close/>
                <a:moveTo>
                  <a:pt x="447675" y="476250"/>
                </a:moveTo>
                <a:lnTo>
                  <a:pt x="457200" y="476250"/>
                </a:lnTo>
                <a:lnTo>
                  <a:pt x="457200" y="495300"/>
                </a:lnTo>
                <a:lnTo>
                  <a:pt x="447675" y="495300"/>
                </a:lnTo>
                <a:close/>
                <a:moveTo>
                  <a:pt x="476250" y="476250"/>
                </a:moveTo>
                <a:lnTo>
                  <a:pt x="485775" y="476250"/>
                </a:lnTo>
                <a:lnTo>
                  <a:pt x="485775" y="485775"/>
                </a:lnTo>
                <a:lnTo>
                  <a:pt x="476250" y="485775"/>
                </a:lnTo>
                <a:close/>
                <a:moveTo>
                  <a:pt x="295275" y="485775"/>
                </a:moveTo>
                <a:lnTo>
                  <a:pt x="304800" y="485775"/>
                </a:lnTo>
                <a:lnTo>
                  <a:pt x="304800" y="495300"/>
                </a:lnTo>
                <a:lnTo>
                  <a:pt x="295275" y="495300"/>
                </a:lnTo>
                <a:close/>
                <a:moveTo>
                  <a:pt x="571500" y="485775"/>
                </a:moveTo>
                <a:lnTo>
                  <a:pt x="590550" y="485775"/>
                </a:lnTo>
                <a:lnTo>
                  <a:pt x="590550" y="504825"/>
                </a:lnTo>
                <a:lnTo>
                  <a:pt x="600075" y="504825"/>
                </a:lnTo>
                <a:lnTo>
                  <a:pt x="600075" y="514350"/>
                </a:lnTo>
                <a:lnTo>
                  <a:pt x="590550" y="514350"/>
                </a:lnTo>
                <a:lnTo>
                  <a:pt x="590550" y="533400"/>
                </a:lnTo>
                <a:lnTo>
                  <a:pt x="571500" y="533400"/>
                </a:lnTo>
                <a:lnTo>
                  <a:pt x="571500" y="542925"/>
                </a:lnTo>
                <a:lnTo>
                  <a:pt x="561975" y="542925"/>
                </a:lnTo>
                <a:lnTo>
                  <a:pt x="561975" y="523875"/>
                </a:lnTo>
                <a:lnTo>
                  <a:pt x="552450" y="523875"/>
                </a:lnTo>
                <a:lnTo>
                  <a:pt x="552450" y="504825"/>
                </a:lnTo>
                <a:lnTo>
                  <a:pt x="561975" y="504825"/>
                </a:lnTo>
                <a:lnTo>
                  <a:pt x="561975" y="523875"/>
                </a:lnTo>
                <a:lnTo>
                  <a:pt x="581025" y="523875"/>
                </a:lnTo>
                <a:lnTo>
                  <a:pt x="581025" y="514350"/>
                </a:lnTo>
                <a:lnTo>
                  <a:pt x="571500" y="514350"/>
                </a:lnTo>
                <a:lnTo>
                  <a:pt x="571500" y="504825"/>
                </a:lnTo>
                <a:lnTo>
                  <a:pt x="581025" y="504825"/>
                </a:lnTo>
                <a:lnTo>
                  <a:pt x="581025" y="495300"/>
                </a:lnTo>
                <a:lnTo>
                  <a:pt x="571500" y="495300"/>
                </a:lnTo>
                <a:close/>
                <a:moveTo>
                  <a:pt x="809625" y="485775"/>
                </a:moveTo>
                <a:lnTo>
                  <a:pt x="828675" y="485775"/>
                </a:lnTo>
                <a:lnTo>
                  <a:pt x="828675" y="495300"/>
                </a:lnTo>
                <a:lnTo>
                  <a:pt x="809625" y="495300"/>
                </a:lnTo>
                <a:close/>
                <a:moveTo>
                  <a:pt x="466725" y="495300"/>
                </a:moveTo>
                <a:lnTo>
                  <a:pt x="495300" y="495300"/>
                </a:lnTo>
                <a:lnTo>
                  <a:pt x="495300" y="523875"/>
                </a:lnTo>
                <a:lnTo>
                  <a:pt x="485775" y="523875"/>
                </a:lnTo>
                <a:lnTo>
                  <a:pt x="485775" y="514350"/>
                </a:lnTo>
                <a:lnTo>
                  <a:pt x="476250" y="514350"/>
                </a:lnTo>
                <a:lnTo>
                  <a:pt x="476250" y="504825"/>
                </a:lnTo>
                <a:lnTo>
                  <a:pt x="466725" y="504825"/>
                </a:lnTo>
                <a:close/>
                <a:moveTo>
                  <a:pt x="361950" y="523875"/>
                </a:moveTo>
                <a:lnTo>
                  <a:pt x="371475" y="523875"/>
                </a:lnTo>
                <a:lnTo>
                  <a:pt x="371475" y="533400"/>
                </a:lnTo>
                <a:lnTo>
                  <a:pt x="361950" y="533400"/>
                </a:lnTo>
                <a:close/>
                <a:moveTo>
                  <a:pt x="409575" y="523875"/>
                </a:moveTo>
                <a:lnTo>
                  <a:pt x="419100" y="523875"/>
                </a:lnTo>
                <a:lnTo>
                  <a:pt x="419100" y="533400"/>
                </a:lnTo>
                <a:lnTo>
                  <a:pt x="409575" y="533400"/>
                </a:lnTo>
                <a:close/>
                <a:moveTo>
                  <a:pt x="457200" y="523875"/>
                </a:moveTo>
                <a:lnTo>
                  <a:pt x="476250" y="523875"/>
                </a:lnTo>
                <a:lnTo>
                  <a:pt x="476250" y="542925"/>
                </a:lnTo>
                <a:lnTo>
                  <a:pt x="466725" y="542925"/>
                </a:lnTo>
                <a:lnTo>
                  <a:pt x="466725" y="533400"/>
                </a:lnTo>
                <a:lnTo>
                  <a:pt x="457200" y="533400"/>
                </a:lnTo>
                <a:close/>
                <a:moveTo>
                  <a:pt x="542925" y="523875"/>
                </a:moveTo>
                <a:lnTo>
                  <a:pt x="552450" y="523875"/>
                </a:lnTo>
                <a:lnTo>
                  <a:pt x="552450" y="533400"/>
                </a:lnTo>
                <a:lnTo>
                  <a:pt x="542925" y="533400"/>
                </a:lnTo>
                <a:close/>
                <a:moveTo>
                  <a:pt x="1885950" y="666750"/>
                </a:moveTo>
                <a:lnTo>
                  <a:pt x="1895475" y="666750"/>
                </a:lnTo>
                <a:lnTo>
                  <a:pt x="1895475" y="676275"/>
                </a:lnTo>
                <a:lnTo>
                  <a:pt x="1885950" y="676275"/>
                </a:lnTo>
                <a:close/>
                <a:moveTo>
                  <a:pt x="180975" y="733425"/>
                </a:moveTo>
                <a:lnTo>
                  <a:pt x="200025" y="733425"/>
                </a:lnTo>
                <a:lnTo>
                  <a:pt x="200025" y="742950"/>
                </a:lnTo>
                <a:lnTo>
                  <a:pt x="190500" y="742950"/>
                </a:lnTo>
                <a:lnTo>
                  <a:pt x="190500" y="762000"/>
                </a:lnTo>
                <a:lnTo>
                  <a:pt x="200025" y="762000"/>
                </a:lnTo>
                <a:lnTo>
                  <a:pt x="200025" y="771525"/>
                </a:lnTo>
                <a:lnTo>
                  <a:pt x="190500" y="771525"/>
                </a:lnTo>
                <a:lnTo>
                  <a:pt x="190500" y="790575"/>
                </a:lnTo>
                <a:lnTo>
                  <a:pt x="180975" y="790575"/>
                </a:lnTo>
                <a:close/>
                <a:moveTo>
                  <a:pt x="0" y="762000"/>
                </a:moveTo>
                <a:lnTo>
                  <a:pt x="9525" y="762000"/>
                </a:lnTo>
                <a:lnTo>
                  <a:pt x="9525" y="771525"/>
                </a:lnTo>
                <a:lnTo>
                  <a:pt x="0" y="771525"/>
                </a:lnTo>
                <a:close/>
                <a:moveTo>
                  <a:pt x="1771650" y="771525"/>
                </a:moveTo>
                <a:lnTo>
                  <a:pt x="1781175" y="771525"/>
                </a:lnTo>
                <a:lnTo>
                  <a:pt x="1781175" y="781050"/>
                </a:lnTo>
                <a:lnTo>
                  <a:pt x="1771650" y="781050"/>
                </a:lnTo>
                <a:close/>
                <a:moveTo>
                  <a:pt x="400050" y="781050"/>
                </a:moveTo>
                <a:lnTo>
                  <a:pt x="409575" y="781050"/>
                </a:lnTo>
                <a:lnTo>
                  <a:pt x="409575" y="790575"/>
                </a:lnTo>
                <a:lnTo>
                  <a:pt x="428625" y="790575"/>
                </a:lnTo>
                <a:lnTo>
                  <a:pt x="428625" y="800100"/>
                </a:lnTo>
                <a:lnTo>
                  <a:pt x="438150" y="800100"/>
                </a:lnTo>
                <a:lnTo>
                  <a:pt x="438150" y="819150"/>
                </a:lnTo>
                <a:lnTo>
                  <a:pt x="400050" y="819150"/>
                </a:lnTo>
                <a:lnTo>
                  <a:pt x="400050" y="800100"/>
                </a:lnTo>
                <a:lnTo>
                  <a:pt x="390525" y="800100"/>
                </a:lnTo>
                <a:lnTo>
                  <a:pt x="390525" y="790575"/>
                </a:lnTo>
                <a:lnTo>
                  <a:pt x="400050" y="790575"/>
                </a:lnTo>
                <a:close/>
                <a:moveTo>
                  <a:pt x="238125" y="800100"/>
                </a:moveTo>
                <a:lnTo>
                  <a:pt x="304800" y="800100"/>
                </a:lnTo>
                <a:lnTo>
                  <a:pt x="304800" y="819150"/>
                </a:lnTo>
                <a:lnTo>
                  <a:pt x="238125" y="819150"/>
                </a:lnTo>
                <a:close/>
                <a:moveTo>
                  <a:pt x="714375" y="847725"/>
                </a:moveTo>
                <a:lnTo>
                  <a:pt x="723900" y="847725"/>
                </a:lnTo>
                <a:lnTo>
                  <a:pt x="723900" y="857250"/>
                </a:lnTo>
                <a:lnTo>
                  <a:pt x="714375" y="857250"/>
                </a:lnTo>
                <a:close/>
                <a:moveTo>
                  <a:pt x="904875" y="847725"/>
                </a:moveTo>
                <a:lnTo>
                  <a:pt x="914400" y="847725"/>
                </a:lnTo>
                <a:lnTo>
                  <a:pt x="914400" y="857250"/>
                </a:lnTo>
                <a:lnTo>
                  <a:pt x="904875" y="857250"/>
                </a:lnTo>
                <a:close/>
                <a:moveTo>
                  <a:pt x="1685925" y="895350"/>
                </a:moveTo>
                <a:lnTo>
                  <a:pt x="1695450" y="895350"/>
                </a:lnTo>
                <a:lnTo>
                  <a:pt x="1695450" y="904875"/>
                </a:lnTo>
                <a:lnTo>
                  <a:pt x="1685925" y="904875"/>
                </a:lnTo>
                <a:close/>
                <a:moveTo>
                  <a:pt x="428625" y="914400"/>
                </a:moveTo>
                <a:lnTo>
                  <a:pt x="438150" y="914400"/>
                </a:lnTo>
                <a:lnTo>
                  <a:pt x="438150" y="923925"/>
                </a:lnTo>
                <a:lnTo>
                  <a:pt x="428625" y="923925"/>
                </a:lnTo>
                <a:close/>
                <a:moveTo>
                  <a:pt x="666750" y="952500"/>
                </a:moveTo>
                <a:lnTo>
                  <a:pt x="685800" y="952500"/>
                </a:lnTo>
                <a:lnTo>
                  <a:pt x="685800" y="962025"/>
                </a:lnTo>
                <a:lnTo>
                  <a:pt x="666750" y="962025"/>
                </a:lnTo>
                <a:close/>
                <a:moveTo>
                  <a:pt x="1590675" y="971550"/>
                </a:moveTo>
                <a:lnTo>
                  <a:pt x="1600200" y="971550"/>
                </a:lnTo>
                <a:lnTo>
                  <a:pt x="1600200" y="981075"/>
                </a:lnTo>
                <a:lnTo>
                  <a:pt x="1590675" y="981075"/>
                </a:lnTo>
                <a:close/>
                <a:moveTo>
                  <a:pt x="723900" y="981075"/>
                </a:moveTo>
                <a:lnTo>
                  <a:pt x="762000" y="981075"/>
                </a:lnTo>
                <a:lnTo>
                  <a:pt x="762000" y="990600"/>
                </a:lnTo>
                <a:lnTo>
                  <a:pt x="723900" y="990600"/>
                </a:lnTo>
                <a:close/>
                <a:moveTo>
                  <a:pt x="819150" y="981075"/>
                </a:moveTo>
                <a:lnTo>
                  <a:pt x="838200" y="981075"/>
                </a:lnTo>
                <a:lnTo>
                  <a:pt x="838200" y="990600"/>
                </a:lnTo>
                <a:lnTo>
                  <a:pt x="819150" y="990600"/>
                </a:lnTo>
                <a:close/>
                <a:moveTo>
                  <a:pt x="1066800" y="981075"/>
                </a:moveTo>
                <a:lnTo>
                  <a:pt x="1076325" y="981075"/>
                </a:lnTo>
                <a:lnTo>
                  <a:pt x="1076325" y="990600"/>
                </a:lnTo>
                <a:lnTo>
                  <a:pt x="1066800" y="990600"/>
                </a:lnTo>
                <a:close/>
                <a:moveTo>
                  <a:pt x="0" y="990600"/>
                </a:moveTo>
                <a:lnTo>
                  <a:pt x="9525" y="990600"/>
                </a:lnTo>
                <a:lnTo>
                  <a:pt x="9525" y="1009650"/>
                </a:lnTo>
                <a:lnTo>
                  <a:pt x="0" y="1009650"/>
                </a:lnTo>
                <a:close/>
                <a:moveTo>
                  <a:pt x="1771650" y="1028700"/>
                </a:moveTo>
                <a:lnTo>
                  <a:pt x="1781175" y="1028700"/>
                </a:lnTo>
                <a:lnTo>
                  <a:pt x="1781175" y="1057275"/>
                </a:lnTo>
                <a:lnTo>
                  <a:pt x="1771650" y="1057275"/>
                </a:lnTo>
                <a:close/>
                <a:moveTo>
                  <a:pt x="1752600" y="1038225"/>
                </a:moveTo>
                <a:lnTo>
                  <a:pt x="1762125" y="1038225"/>
                </a:lnTo>
                <a:lnTo>
                  <a:pt x="1762125" y="1047750"/>
                </a:lnTo>
                <a:lnTo>
                  <a:pt x="1752600" y="1047750"/>
                </a:lnTo>
                <a:close/>
                <a:moveTo>
                  <a:pt x="1733550" y="1085850"/>
                </a:moveTo>
                <a:lnTo>
                  <a:pt x="1743075" y="1085850"/>
                </a:lnTo>
                <a:lnTo>
                  <a:pt x="1743075" y="1104900"/>
                </a:lnTo>
                <a:lnTo>
                  <a:pt x="1733550" y="1104900"/>
                </a:lnTo>
                <a:close/>
                <a:moveTo>
                  <a:pt x="0" y="1190625"/>
                </a:moveTo>
                <a:lnTo>
                  <a:pt x="9525" y="1190625"/>
                </a:lnTo>
                <a:lnTo>
                  <a:pt x="9525" y="1219200"/>
                </a:lnTo>
                <a:lnTo>
                  <a:pt x="0" y="1219200"/>
                </a:lnTo>
                <a:close/>
                <a:moveTo>
                  <a:pt x="1000125" y="1247775"/>
                </a:moveTo>
                <a:lnTo>
                  <a:pt x="1009650" y="1247775"/>
                </a:lnTo>
                <a:lnTo>
                  <a:pt x="1009650" y="1257300"/>
                </a:lnTo>
                <a:lnTo>
                  <a:pt x="1000125" y="1257300"/>
                </a:lnTo>
                <a:close/>
                <a:moveTo>
                  <a:pt x="1038225" y="1257300"/>
                </a:moveTo>
                <a:lnTo>
                  <a:pt x="1076325" y="1257300"/>
                </a:lnTo>
                <a:lnTo>
                  <a:pt x="1076325" y="1285875"/>
                </a:lnTo>
                <a:lnTo>
                  <a:pt x="1038225" y="1285875"/>
                </a:lnTo>
                <a:lnTo>
                  <a:pt x="1038225" y="1276350"/>
                </a:lnTo>
                <a:lnTo>
                  <a:pt x="1028700" y="1276350"/>
                </a:lnTo>
                <a:lnTo>
                  <a:pt x="1028700" y="1266825"/>
                </a:lnTo>
                <a:lnTo>
                  <a:pt x="1038225" y="1266825"/>
                </a:lnTo>
                <a:close/>
                <a:moveTo>
                  <a:pt x="400050" y="1266825"/>
                </a:moveTo>
                <a:lnTo>
                  <a:pt x="419100" y="1266825"/>
                </a:lnTo>
                <a:lnTo>
                  <a:pt x="419100" y="1276350"/>
                </a:lnTo>
                <a:lnTo>
                  <a:pt x="400050" y="1276350"/>
                </a:lnTo>
                <a:close/>
                <a:moveTo>
                  <a:pt x="19050" y="1295400"/>
                </a:moveTo>
                <a:lnTo>
                  <a:pt x="28575" y="1295400"/>
                </a:lnTo>
                <a:lnTo>
                  <a:pt x="28575" y="1304925"/>
                </a:lnTo>
                <a:lnTo>
                  <a:pt x="19050" y="1304925"/>
                </a:lnTo>
                <a:close/>
                <a:moveTo>
                  <a:pt x="295275" y="1304925"/>
                </a:moveTo>
                <a:lnTo>
                  <a:pt x="314325" y="1304925"/>
                </a:lnTo>
                <a:lnTo>
                  <a:pt x="314325" y="1314450"/>
                </a:lnTo>
                <a:lnTo>
                  <a:pt x="304800" y="1314450"/>
                </a:lnTo>
                <a:lnTo>
                  <a:pt x="304800" y="1323975"/>
                </a:lnTo>
                <a:lnTo>
                  <a:pt x="295275" y="1323975"/>
                </a:lnTo>
                <a:close/>
                <a:moveTo>
                  <a:pt x="1438275" y="1362075"/>
                </a:moveTo>
                <a:lnTo>
                  <a:pt x="1447800" y="1362075"/>
                </a:lnTo>
                <a:lnTo>
                  <a:pt x="1447800" y="1371600"/>
                </a:lnTo>
                <a:lnTo>
                  <a:pt x="1438275" y="1371600"/>
                </a:lnTo>
                <a:close/>
                <a:moveTo>
                  <a:pt x="1104900" y="1409700"/>
                </a:moveTo>
                <a:lnTo>
                  <a:pt x="1123950" y="1409700"/>
                </a:lnTo>
                <a:lnTo>
                  <a:pt x="1123950" y="1419225"/>
                </a:lnTo>
                <a:lnTo>
                  <a:pt x="1104900" y="1419225"/>
                </a:lnTo>
                <a:close/>
                <a:moveTo>
                  <a:pt x="228600" y="1428750"/>
                </a:moveTo>
                <a:lnTo>
                  <a:pt x="247650" y="1428750"/>
                </a:lnTo>
                <a:lnTo>
                  <a:pt x="247650" y="1438275"/>
                </a:lnTo>
                <a:lnTo>
                  <a:pt x="266700" y="1438275"/>
                </a:lnTo>
                <a:lnTo>
                  <a:pt x="266700" y="1447800"/>
                </a:lnTo>
                <a:lnTo>
                  <a:pt x="295275" y="1447800"/>
                </a:lnTo>
                <a:lnTo>
                  <a:pt x="295275" y="1457325"/>
                </a:lnTo>
                <a:lnTo>
                  <a:pt x="247650" y="1457325"/>
                </a:lnTo>
                <a:lnTo>
                  <a:pt x="247650" y="1447800"/>
                </a:lnTo>
                <a:lnTo>
                  <a:pt x="228600" y="1447800"/>
                </a:lnTo>
                <a:close/>
                <a:moveTo>
                  <a:pt x="342900" y="1428750"/>
                </a:moveTo>
                <a:lnTo>
                  <a:pt x="352425" y="1428750"/>
                </a:lnTo>
                <a:lnTo>
                  <a:pt x="352425" y="1438275"/>
                </a:lnTo>
                <a:lnTo>
                  <a:pt x="371475" y="1438275"/>
                </a:lnTo>
                <a:lnTo>
                  <a:pt x="371475" y="1447800"/>
                </a:lnTo>
                <a:lnTo>
                  <a:pt x="352425" y="1447800"/>
                </a:lnTo>
                <a:lnTo>
                  <a:pt x="352425" y="1457325"/>
                </a:lnTo>
                <a:lnTo>
                  <a:pt x="333375" y="1457325"/>
                </a:lnTo>
                <a:lnTo>
                  <a:pt x="333375" y="1438275"/>
                </a:lnTo>
                <a:lnTo>
                  <a:pt x="342900" y="1438275"/>
                </a:lnTo>
                <a:close/>
                <a:moveTo>
                  <a:pt x="533400" y="1428750"/>
                </a:moveTo>
                <a:lnTo>
                  <a:pt x="542925" y="1428750"/>
                </a:lnTo>
                <a:lnTo>
                  <a:pt x="542925" y="1438275"/>
                </a:lnTo>
                <a:lnTo>
                  <a:pt x="647700" y="1438275"/>
                </a:lnTo>
                <a:lnTo>
                  <a:pt x="647700" y="1447800"/>
                </a:lnTo>
                <a:lnTo>
                  <a:pt x="657225" y="1447800"/>
                </a:lnTo>
                <a:lnTo>
                  <a:pt x="657225" y="1438275"/>
                </a:lnTo>
                <a:lnTo>
                  <a:pt x="666750" y="1438275"/>
                </a:lnTo>
                <a:lnTo>
                  <a:pt x="666750" y="1447800"/>
                </a:lnTo>
                <a:lnTo>
                  <a:pt x="685800" y="1447800"/>
                </a:lnTo>
                <a:lnTo>
                  <a:pt x="685800" y="1457325"/>
                </a:lnTo>
                <a:lnTo>
                  <a:pt x="628650" y="1457325"/>
                </a:lnTo>
                <a:lnTo>
                  <a:pt x="628650" y="1466850"/>
                </a:lnTo>
                <a:lnTo>
                  <a:pt x="523875" y="1466850"/>
                </a:lnTo>
                <a:lnTo>
                  <a:pt x="523875" y="1457325"/>
                </a:lnTo>
                <a:lnTo>
                  <a:pt x="514350" y="1457325"/>
                </a:lnTo>
                <a:lnTo>
                  <a:pt x="514350" y="1466850"/>
                </a:lnTo>
                <a:lnTo>
                  <a:pt x="504825" y="1466850"/>
                </a:lnTo>
                <a:lnTo>
                  <a:pt x="504825" y="1457325"/>
                </a:lnTo>
                <a:lnTo>
                  <a:pt x="485775" y="1457325"/>
                </a:lnTo>
                <a:lnTo>
                  <a:pt x="485775" y="1447800"/>
                </a:lnTo>
                <a:lnTo>
                  <a:pt x="476250" y="1447800"/>
                </a:lnTo>
                <a:lnTo>
                  <a:pt x="476250" y="1438275"/>
                </a:lnTo>
                <a:lnTo>
                  <a:pt x="495300" y="1438275"/>
                </a:lnTo>
                <a:lnTo>
                  <a:pt x="495300" y="1447800"/>
                </a:lnTo>
                <a:lnTo>
                  <a:pt x="504825" y="1447800"/>
                </a:lnTo>
                <a:lnTo>
                  <a:pt x="504825" y="1438275"/>
                </a:lnTo>
                <a:lnTo>
                  <a:pt x="533400" y="1438275"/>
                </a:lnTo>
                <a:close/>
                <a:moveTo>
                  <a:pt x="819150" y="1438275"/>
                </a:moveTo>
                <a:lnTo>
                  <a:pt x="838200" y="1438275"/>
                </a:lnTo>
                <a:lnTo>
                  <a:pt x="838200" y="1447800"/>
                </a:lnTo>
                <a:lnTo>
                  <a:pt x="857250" y="1447800"/>
                </a:lnTo>
                <a:lnTo>
                  <a:pt x="857250" y="1466850"/>
                </a:lnTo>
                <a:lnTo>
                  <a:pt x="847725" y="1466850"/>
                </a:lnTo>
                <a:lnTo>
                  <a:pt x="847725" y="1457325"/>
                </a:lnTo>
                <a:lnTo>
                  <a:pt x="819150" y="1457325"/>
                </a:lnTo>
                <a:close/>
                <a:moveTo>
                  <a:pt x="971550" y="1438275"/>
                </a:moveTo>
                <a:lnTo>
                  <a:pt x="990600" y="1438275"/>
                </a:lnTo>
                <a:lnTo>
                  <a:pt x="990600" y="1447800"/>
                </a:lnTo>
                <a:lnTo>
                  <a:pt x="981075" y="1447800"/>
                </a:lnTo>
                <a:lnTo>
                  <a:pt x="981075" y="1466850"/>
                </a:lnTo>
                <a:lnTo>
                  <a:pt x="971550" y="1466850"/>
                </a:lnTo>
                <a:lnTo>
                  <a:pt x="971550" y="1457325"/>
                </a:lnTo>
                <a:lnTo>
                  <a:pt x="952500" y="1457325"/>
                </a:lnTo>
                <a:lnTo>
                  <a:pt x="952500" y="1447800"/>
                </a:lnTo>
                <a:lnTo>
                  <a:pt x="971550" y="1447800"/>
                </a:lnTo>
                <a:close/>
                <a:moveTo>
                  <a:pt x="1028700" y="1438275"/>
                </a:moveTo>
                <a:lnTo>
                  <a:pt x="1038225" y="1438275"/>
                </a:lnTo>
                <a:lnTo>
                  <a:pt x="1038225" y="1447800"/>
                </a:lnTo>
                <a:lnTo>
                  <a:pt x="1047750" y="1447800"/>
                </a:lnTo>
                <a:lnTo>
                  <a:pt x="1047750" y="1457325"/>
                </a:lnTo>
                <a:lnTo>
                  <a:pt x="1019175" y="1457325"/>
                </a:lnTo>
                <a:lnTo>
                  <a:pt x="1019175" y="1447800"/>
                </a:lnTo>
                <a:lnTo>
                  <a:pt x="1028700" y="1447800"/>
                </a:lnTo>
                <a:close/>
                <a:moveTo>
                  <a:pt x="409575" y="1447800"/>
                </a:moveTo>
                <a:lnTo>
                  <a:pt x="419100" y="1447800"/>
                </a:lnTo>
                <a:lnTo>
                  <a:pt x="419100" y="1457325"/>
                </a:lnTo>
                <a:lnTo>
                  <a:pt x="409575" y="1457325"/>
                </a:lnTo>
                <a:close/>
                <a:moveTo>
                  <a:pt x="714375" y="1447800"/>
                </a:moveTo>
                <a:lnTo>
                  <a:pt x="752475" y="1447800"/>
                </a:lnTo>
                <a:lnTo>
                  <a:pt x="752475" y="1457325"/>
                </a:lnTo>
                <a:lnTo>
                  <a:pt x="714375" y="1457325"/>
                </a:lnTo>
                <a:close/>
                <a:moveTo>
                  <a:pt x="990600" y="1447800"/>
                </a:moveTo>
                <a:lnTo>
                  <a:pt x="1009650" y="1447800"/>
                </a:lnTo>
                <a:lnTo>
                  <a:pt x="1009650" y="1457325"/>
                </a:lnTo>
                <a:lnTo>
                  <a:pt x="990600" y="1457325"/>
                </a:lnTo>
                <a:close/>
                <a:moveTo>
                  <a:pt x="638175" y="1495425"/>
                </a:moveTo>
                <a:lnTo>
                  <a:pt x="647700" y="1495425"/>
                </a:lnTo>
                <a:lnTo>
                  <a:pt x="647700" y="1514475"/>
                </a:lnTo>
                <a:lnTo>
                  <a:pt x="638175" y="1514475"/>
                </a:lnTo>
                <a:close/>
                <a:moveTo>
                  <a:pt x="514350" y="1504950"/>
                </a:moveTo>
                <a:lnTo>
                  <a:pt x="533400" y="1504950"/>
                </a:lnTo>
                <a:lnTo>
                  <a:pt x="533400" y="1514475"/>
                </a:lnTo>
                <a:lnTo>
                  <a:pt x="514350" y="1514475"/>
                </a:lnTo>
                <a:close/>
                <a:moveTo>
                  <a:pt x="542925" y="1504950"/>
                </a:moveTo>
                <a:lnTo>
                  <a:pt x="571500" y="1504950"/>
                </a:lnTo>
                <a:lnTo>
                  <a:pt x="571500" y="1514475"/>
                </a:lnTo>
                <a:lnTo>
                  <a:pt x="542925" y="1514475"/>
                </a:lnTo>
                <a:close/>
                <a:moveTo>
                  <a:pt x="600075" y="1504950"/>
                </a:moveTo>
                <a:lnTo>
                  <a:pt x="619125" y="1504950"/>
                </a:lnTo>
                <a:lnTo>
                  <a:pt x="619125" y="1514475"/>
                </a:lnTo>
                <a:lnTo>
                  <a:pt x="600075" y="1514475"/>
                </a:lnTo>
                <a:close/>
                <a:moveTo>
                  <a:pt x="0" y="1514475"/>
                </a:moveTo>
                <a:lnTo>
                  <a:pt x="9525" y="1514475"/>
                </a:lnTo>
                <a:lnTo>
                  <a:pt x="9525" y="1524000"/>
                </a:lnTo>
                <a:lnTo>
                  <a:pt x="19050" y="1524000"/>
                </a:lnTo>
                <a:lnTo>
                  <a:pt x="19050" y="1533525"/>
                </a:lnTo>
                <a:lnTo>
                  <a:pt x="0" y="1533525"/>
                </a:lnTo>
                <a:close/>
                <a:moveTo>
                  <a:pt x="1228725" y="1524000"/>
                </a:moveTo>
                <a:lnTo>
                  <a:pt x="1238250" y="1524000"/>
                </a:lnTo>
                <a:lnTo>
                  <a:pt x="1238250" y="1533525"/>
                </a:lnTo>
                <a:lnTo>
                  <a:pt x="1247775" y="1533525"/>
                </a:lnTo>
                <a:lnTo>
                  <a:pt x="1247775" y="1543050"/>
                </a:lnTo>
                <a:lnTo>
                  <a:pt x="1238250" y="1543050"/>
                </a:lnTo>
                <a:lnTo>
                  <a:pt x="1238250" y="1571625"/>
                </a:lnTo>
                <a:lnTo>
                  <a:pt x="1228725" y="1571625"/>
                </a:lnTo>
                <a:lnTo>
                  <a:pt x="1228725" y="1562100"/>
                </a:lnTo>
                <a:lnTo>
                  <a:pt x="1219200" y="1562100"/>
                </a:lnTo>
                <a:lnTo>
                  <a:pt x="1219200" y="1533525"/>
                </a:lnTo>
                <a:lnTo>
                  <a:pt x="1228725" y="1533525"/>
                </a:lnTo>
                <a:close/>
                <a:moveTo>
                  <a:pt x="1419225" y="1524000"/>
                </a:moveTo>
                <a:lnTo>
                  <a:pt x="1438275" y="1524000"/>
                </a:lnTo>
                <a:lnTo>
                  <a:pt x="1438275" y="1533525"/>
                </a:lnTo>
                <a:lnTo>
                  <a:pt x="1419225" y="1533525"/>
                </a:lnTo>
                <a:close/>
                <a:moveTo>
                  <a:pt x="114300" y="1543050"/>
                </a:moveTo>
                <a:lnTo>
                  <a:pt x="133350" y="1543050"/>
                </a:lnTo>
                <a:lnTo>
                  <a:pt x="133350" y="1552575"/>
                </a:lnTo>
                <a:lnTo>
                  <a:pt x="114300" y="1552575"/>
                </a:lnTo>
                <a:close/>
                <a:moveTo>
                  <a:pt x="228600" y="1552575"/>
                </a:moveTo>
                <a:lnTo>
                  <a:pt x="238125" y="1552575"/>
                </a:lnTo>
                <a:lnTo>
                  <a:pt x="238125" y="1562100"/>
                </a:lnTo>
                <a:lnTo>
                  <a:pt x="228600" y="1562100"/>
                </a:lnTo>
                <a:close/>
                <a:moveTo>
                  <a:pt x="419100" y="1552575"/>
                </a:moveTo>
                <a:lnTo>
                  <a:pt x="438150" y="1552575"/>
                </a:lnTo>
                <a:lnTo>
                  <a:pt x="438150" y="1562100"/>
                </a:lnTo>
                <a:lnTo>
                  <a:pt x="419100" y="1562100"/>
                </a:lnTo>
                <a:close/>
                <a:moveTo>
                  <a:pt x="485775" y="1552575"/>
                </a:moveTo>
                <a:lnTo>
                  <a:pt x="504825" y="1552575"/>
                </a:lnTo>
                <a:lnTo>
                  <a:pt x="504825" y="1562100"/>
                </a:lnTo>
                <a:lnTo>
                  <a:pt x="485775" y="1562100"/>
                </a:lnTo>
                <a:close/>
                <a:moveTo>
                  <a:pt x="190500" y="1562100"/>
                </a:moveTo>
                <a:lnTo>
                  <a:pt x="209550" y="1562100"/>
                </a:lnTo>
                <a:lnTo>
                  <a:pt x="209550" y="1571625"/>
                </a:lnTo>
                <a:lnTo>
                  <a:pt x="219075" y="1571625"/>
                </a:lnTo>
                <a:lnTo>
                  <a:pt x="219075" y="1581150"/>
                </a:lnTo>
                <a:lnTo>
                  <a:pt x="209550" y="1581150"/>
                </a:lnTo>
                <a:lnTo>
                  <a:pt x="209550" y="1590675"/>
                </a:lnTo>
                <a:lnTo>
                  <a:pt x="180975" y="1590675"/>
                </a:lnTo>
                <a:lnTo>
                  <a:pt x="180975" y="1581150"/>
                </a:lnTo>
                <a:lnTo>
                  <a:pt x="190500" y="1581150"/>
                </a:lnTo>
                <a:close/>
                <a:moveTo>
                  <a:pt x="333375" y="1562100"/>
                </a:moveTo>
                <a:lnTo>
                  <a:pt x="342900" y="1562100"/>
                </a:lnTo>
                <a:lnTo>
                  <a:pt x="342900" y="1571625"/>
                </a:lnTo>
                <a:lnTo>
                  <a:pt x="333375" y="1571625"/>
                </a:lnTo>
                <a:close/>
                <a:moveTo>
                  <a:pt x="476250" y="1562100"/>
                </a:moveTo>
                <a:lnTo>
                  <a:pt x="485775" y="1562100"/>
                </a:lnTo>
                <a:lnTo>
                  <a:pt x="485775" y="1571625"/>
                </a:lnTo>
                <a:lnTo>
                  <a:pt x="476250" y="1571625"/>
                </a:lnTo>
                <a:close/>
                <a:moveTo>
                  <a:pt x="504825" y="1562100"/>
                </a:moveTo>
                <a:lnTo>
                  <a:pt x="523875" y="1562100"/>
                </a:lnTo>
                <a:lnTo>
                  <a:pt x="523875" y="1581150"/>
                </a:lnTo>
                <a:lnTo>
                  <a:pt x="504825" y="1581150"/>
                </a:lnTo>
                <a:close/>
                <a:moveTo>
                  <a:pt x="1266825" y="1562100"/>
                </a:moveTo>
                <a:lnTo>
                  <a:pt x="1295400" y="1562100"/>
                </a:lnTo>
                <a:lnTo>
                  <a:pt x="1295400" y="1581150"/>
                </a:lnTo>
                <a:lnTo>
                  <a:pt x="1266825" y="1581150"/>
                </a:lnTo>
                <a:close/>
                <a:moveTo>
                  <a:pt x="1533525" y="1562100"/>
                </a:moveTo>
                <a:lnTo>
                  <a:pt x="1543050" y="1562100"/>
                </a:lnTo>
                <a:lnTo>
                  <a:pt x="1543050" y="1571625"/>
                </a:lnTo>
                <a:lnTo>
                  <a:pt x="1533525" y="1571625"/>
                </a:lnTo>
                <a:close/>
                <a:moveTo>
                  <a:pt x="171450" y="1609725"/>
                </a:moveTo>
                <a:lnTo>
                  <a:pt x="190500" y="1609725"/>
                </a:lnTo>
                <a:lnTo>
                  <a:pt x="190500" y="1638300"/>
                </a:lnTo>
                <a:lnTo>
                  <a:pt x="180975" y="1638300"/>
                </a:lnTo>
                <a:lnTo>
                  <a:pt x="180975" y="1619250"/>
                </a:lnTo>
                <a:lnTo>
                  <a:pt x="171450" y="1619250"/>
                </a:lnTo>
                <a:close/>
                <a:moveTo>
                  <a:pt x="190500" y="1638300"/>
                </a:moveTo>
                <a:lnTo>
                  <a:pt x="200025" y="1638300"/>
                </a:lnTo>
                <a:lnTo>
                  <a:pt x="200025" y="1647825"/>
                </a:lnTo>
                <a:lnTo>
                  <a:pt x="190500" y="1647825"/>
                </a:lnTo>
                <a:close/>
                <a:moveTo>
                  <a:pt x="257175" y="1638300"/>
                </a:moveTo>
                <a:lnTo>
                  <a:pt x="266700" y="1638300"/>
                </a:lnTo>
                <a:lnTo>
                  <a:pt x="266700" y="1647825"/>
                </a:lnTo>
                <a:lnTo>
                  <a:pt x="285750" y="1647825"/>
                </a:lnTo>
                <a:lnTo>
                  <a:pt x="285750" y="1657350"/>
                </a:lnTo>
                <a:lnTo>
                  <a:pt x="276225" y="1657350"/>
                </a:lnTo>
                <a:lnTo>
                  <a:pt x="276225" y="1666875"/>
                </a:lnTo>
                <a:lnTo>
                  <a:pt x="285750" y="1666875"/>
                </a:lnTo>
                <a:lnTo>
                  <a:pt x="285750" y="1676400"/>
                </a:lnTo>
                <a:lnTo>
                  <a:pt x="257175" y="1676400"/>
                </a:lnTo>
                <a:lnTo>
                  <a:pt x="257175" y="1657350"/>
                </a:lnTo>
                <a:lnTo>
                  <a:pt x="238125" y="1657350"/>
                </a:lnTo>
                <a:lnTo>
                  <a:pt x="238125" y="1647825"/>
                </a:lnTo>
                <a:lnTo>
                  <a:pt x="257175" y="1647825"/>
                </a:lnTo>
                <a:close/>
                <a:moveTo>
                  <a:pt x="962025" y="1638300"/>
                </a:moveTo>
                <a:lnTo>
                  <a:pt x="981075" y="1638300"/>
                </a:lnTo>
                <a:lnTo>
                  <a:pt x="981075" y="1666875"/>
                </a:lnTo>
                <a:lnTo>
                  <a:pt x="952500" y="1666875"/>
                </a:lnTo>
                <a:lnTo>
                  <a:pt x="952500" y="1647825"/>
                </a:lnTo>
                <a:lnTo>
                  <a:pt x="962025" y="1647825"/>
                </a:lnTo>
                <a:close/>
                <a:moveTo>
                  <a:pt x="1885950" y="1638300"/>
                </a:moveTo>
                <a:lnTo>
                  <a:pt x="1895475" y="1638300"/>
                </a:lnTo>
                <a:lnTo>
                  <a:pt x="1895475" y="1647825"/>
                </a:lnTo>
                <a:lnTo>
                  <a:pt x="1905000" y="1647825"/>
                </a:lnTo>
                <a:lnTo>
                  <a:pt x="1905000" y="1695450"/>
                </a:lnTo>
                <a:lnTo>
                  <a:pt x="1895475" y="1695450"/>
                </a:lnTo>
                <a:lnTo>
                  <a:pt x="1895475" y="1657350"/>
                </a:lnTo>
                <a:lnTo>
                  <a:pt x="1885950" y="1657350"/>
                </a:lnTo>
                <a:close/>
                <a:moveTo>
                  <a:pt x="180975" y="1647825"/>
                </a:moveTo>
                <a:lnTo>
                  <a:pt x="190500" y="1647825"/>
                </a:lnTo>
                <a:lnTo>
                  <a:pt x="190500" y="1676400"/>
                </a:lnTo>
                <a:lnTo>
                  <a:pt x="180975" y="1676400"/>
                </a:lnTo>
                <a:close/>
                <a:moveTo>
                  <a:pt x="219075" y="1647825"/>
                </a:moveTo>
                <a:lnTo>
                  <a:pt x="228600" y="1647825"/>
                </a:lnTo>
                <a:lnTo>
                  <a:pt x="228600" y="1657350"/>
                </a:lnTo>
                <a:lnTo>
                  <a:pt x="219075" y="1657350"/>
                </a:lnTo>
                <a:close/>
                <a:moveTo>
                  <a:pt x="485775" y="1647825"/>
                </a:moveTo>
                <a:lnTo>
                  <a:pt x="495300" y="1647825"/>
                </a:lnTo>
                <a:lnTo>
                  <a:pt x="495300" y="1666875"/>
                </a:lnTo>
                <a:lnTo>
                  <a:pt x="485775" y="1666875"/>
                </a:lnTo>
                <a:close/>
                <a:moveTo>
                  <a:pt x="685800" y="1647825"/>
                </a:moveTo>
                <a:lnTo>
                  <a:pt x="704850" y="1647825"/>
                </a:lnTo>
                <a:lnTo>
                  <a:pt x="704850" y="1666875"/>
                </a:lnTo>
                <a:lnTo>
                  <a:pt x="685800" y="1666875"/>
                </a:lnTo>
                <a:close/>
                <a:moveTo>
                  <a:pt x="371475" y="1676400"/>
                </a:moveTo>
                <a:lnTo>
                  <a:pt x="381000" y="1676400"/>
                </a:lnTo>
                <a:lnTo>
                  <a:pt x="381000" y="1685925"/>
                </a:lnTo>
                <a:lnTo>
                  <a:pt x="371475" y="1685925"/>
                </a:lnTo>
                <a:close/>
                <a:moveTo>
                  <a:pt x="504825" y="1685925"/>
                </a:moveTo>
                <a:lnTo>
                  <a:pt x="514350" y="1685925"/>
                </a:lnTo>
                <a:lnTo>
                  <a:pt x="514350" y="1714500"/>
                </a:lnTo>
                <a:lnTo>
                  <a:pt x="504825" y="1714500"/>
                </a:lnTo>
                <a:close/>
                <a:moveTo>
                  <a:pt x="19050" y="1704975"/>
                </a:moveTo>
                <a:lnTo>
                  <a:pt x="28575" y="1704975"/>
                </a:lnTo>
                <a:lnTo>
                  <a:pt x="28575" y="1724025"/>
                </a:lnTo>
                <a:lnTo>
                  <a:pt x="19050" y="1724025"/>
                </a:lnTo>
                <a:close/>
                <a:moveTo>
                  <a:pt x="1895475" y="1704975"/>
                </a:moveTo>
                <a:lnTo>
                  <a:pt x="1905000" y="1704975"/>
                </a:lnTo>
                <a:lnTo>
                  <a:pt x="1905000" y="1714500"/>
                </a:lnTo>
                <a:lnTo>
                  <a:pt x="1895475" y="1714500"/>
                </a:lnTo>
                <a:close/>
                <a:moveTo>
                  <a:pt x="1038225" y="1714500"/>
                </a:moveTo>
                <a:lnTo>
                  <a:pt x="1047750" y="1714500"/>
                </a:lnTo>
                <a:lnTo>
                  <a:pt x="1047750" y="1724025"/>
                </a:lnTo>
                <a:lnTo>
                  <a:pt x="1038225" y="1724025"/>
                </a:lnTo>
                <a:close/>
                <a:moveTo>
                  <a:pt x="0" y="1752600"/>
                </a:moveTo>
                <a:lnTo>
                  <a:pt x="9525" y="1752600"/>
                </a:lnTo>
                <a:lnTo>
                  <a:pt x="9525" y="1771650"/>
                </a:lnTo>
                <a:lnTo>
                  <a:pt x="0" y="1771650"/>
                </a:lnTo>
                <a:close/>
                <a:moveTo>
                  <a:pt x="276225" y="1752600"/>
                </a:moveTo>
                <a:lnTo>
                  <a:pt x="295275" y="1752600"/>
                </a:lnTo>
                <a:lnTo>
                  <a:pt x="295275" y="1762125"/>
                </a:lnTo>
                <a:lnTo>
                  <a:pt x="276225" y="1762125"/>
                </a:lnTo>
                <a:close/>
                <a:moveTo>
                  <a:pt x="581025" y="1752600"/>
                </a:moveTo>
                <a:lnTo>
                  <a:pt x="638175" y="1752600"/>
                </a:lnTo>
                <a:lnTo>
                  <a:pt x="638175" y="1762125"/>
                </a:lnTo>
                <a:lnTo>
                  <a:pt x="581025" y="1762125"/>
                </a:lnTo>
                <a:close/>
                <a:moveTo>
                  <a:pt x="1885950" y="1752600"/>
                </a:moveTo>
                <a:lnTo>
                  <a:pt x="1905000" y="1752600"/>
                </a:lnTo>
                <a:lnTo>
                  <a:pt x="1905000" y="1771650"/>
                </a:lnTo>
                <a:lnTo>
                  <a:pt x="1885950" y="1771650"/>
                </a:lnTo>
                <a:close/>
                <a:moveTo>
                  <a:pt x="180975" y="1762125"/>
                </a:moveTo>
                <a:lnTo>
                  <a:pt x="247650" y="1762125"/>
                </a:lnTo>
                <a:lnTo>
                  <a:pt x="247650" y="1771650"/>
                </a:lnTo>
                <a:lnTo>
                  <a:pt x="257175" y="1771650"/>
                </a:lnTo>
                <a:lnTo>
                  <a:pt x="257175" y="1790700"/>
                </a:lnTo>
                <a:lnTo>
                  <a:pt x="247650" y="1790700"/>
                </a:lnTo>
                <a:lnTo>
                  <a:pt x="247650" y="1800225"/>
                </a:lnTo>
                <a:lnTo>
                  <a:pt x="228600" y="1800225"/>
                </a:lnTo>
                <a:lnTo>
                  <a:pt x="228600" y="1809750"/>
                </a:lnTo>
                <a:lnTo>
                  <a:pt x="219075" y="1809750"/>
                </a:lnTo>
                <a:lnTo>
                  <a:pt x="219075" y="1800225"/>
                </a:lnTo>
                <a:lnTo>
                  <a:pt x="209550" y="1800225"/>
                </a:lnTo>
                <a:lnTo>
                  <a:pt x="209550" y="1819275"/>
                </a:lnTo>
                <a:lnTo>
                  <a:pt x="200025" y="1819275"/>
                </a:lnTo>
                <a:lnTo>
                  <a:pt x="200025" y="1828800"/>
                </a:lnTo>
                <a:lnTo>
                  <a:pt x="180975" y="1828800"/>
                </a:lnTo>
                <a:lnTo>
                  <a:pt x="180975" y="1781175"/>
                </a:lnTo>
                <a:lnTo>
                  <a:pt x="171450" y="1781175"/>
                </a:lnTo>
                <a:lnTo>
                  <a:pt x="171450" y="1771650"/>
                </a:lnTo>
                <a:lnTo>
                  <a:pt x="180975" y="1771650"/>
                </a:lnTo>
                <a:close/>
                <a:moveTo>
                  <a:pt x="542925" y="1771650"/>
                </a:moveTo>
                <a:lnTo>
                  <a:pt x="571500" y="1771650"/>
                </a:lnTo>
                <a:lnTo>
                  <a:pt x="571500" y="1781175"/>
                </a:lnTo>
                <a:lnTo>
                  <a:pt x="542925" y="1781175"/>
                </a:lnTo>
                <a:close/>
                <a:moveTo>
                  <a:pt x="590550" y="1771650"/>
                </a:moveTo>
                <a:lnTo>
                  <a:pt x="609600" y="1771650"/>
                </a:lnTo>
                <a:lnTo>
                  <a:pt x="609600" y="1781175"/>
                </a:lnTo>
                <a:lnTo>
                  <a:pt x="590550" y="1781175"/>
                </a:lnTo>
                <a:close/>
                <a:moveTo>
                  <a:pt x="619125" y="1771650"/>
                </a:moveTo>
                <a:lnTo>
                  <a:pt x="657225" y="1771650"/>
                </a:lnTo>
                <a:lnTo>
                  <a:pt x="657225" y="1781175"/>
                </a:lnTo>
                <a:lnTo>
                  <a:pt x="647700" y="1781175"/>
                </a:lnTo>
                <a:lnTo>
                  <a:pt x="647700" y="1809750"/>
                </a:lnTo>
                <a:lnTo>
                  <a:pt x="628650" y="1809750"/>
                </a:lnTo>
                <a:lnTo>
                  <a:pt x="628650" y="1800225"/>
                </a:lnTo>
                <a:lnTo>
                  <a:pt x="638175" y="1800225"/>
                </a:lnTo>
                <a:lnTo>
                  <a:pt x="638175" y="1781175"/>
                </a:lnTo>
                <a:lnTo>
                  <a:pt x="619125" y="1781175"/>
                </a:lnTo>
                <a:close/>
                <a:moveTo>
                  <a:pt x="333375" y="1781175"/>
                </a:moveTo>
                <a:lnTo>
                  <a:pt x="361950" y="1781175"/>
                </a:lnTo>
                <a:lnTo>
                  <a:pt x="361950" y="1790700"/>
                </a:lnTo>
                <a:lnTo>
                  <a:pt x="400050" y="1790700"/>
                </a:lnTo>
                <a:lnTo>
                  <a:pt x="400050" y="1800225"/>
                </a:lnTo>
                <a:lnTo>
                  <a:pt x="390525" y="1800225"/>
                </a:lnTo>
                <a:lnTo>
                  <a:pt x="390525" y="1809750"/>
                </a:lnTo>
                <a:lnTo>
                  <a:pt x="371475" y="1809750"/>
                </a:lnTo>
                <a:lnTo>
                  <a:pt x="371475" y="1819275"/>
                </a:lnTo>
                <a:lnTo>
                  <a:pt x="342900" y="1819275"/>
                </a:lnTo>
                <a:lnTo>
                  <a:pt x="342900" y="1809750"/>
                </a:lnTo>
                <a:lnTo>
                  <a:pt x="333375" y="1809750"/>
                </a:lnTo>
                <a:lnTo>
                  <a:pt x="333375" y="1800225"/>
                </a:lnTo>
                <a:lnTo>
                  <a:pt x="323850" y="1800225"/>
                </a:lnTo>
                <a:lnTo>
                  <a:pt x="323850" y="1790700"/>
                </a:lnTo>
                <a:lnTo>
                  <a:pt x="333375" y="1790700"/>
                </a:lnTo>
                <a:close/>
                <a:moveTo>
                  <a:pt x="257175" y="1790700"/>
                </a:moveTo>
                <a:lnTo>
                  <a:pt x="285750" y="1790700"/>
                </a:lnTo>
                <a:lnTo>
                  <a:pt x="285750" y="1800225"/>
                </a:lnTo>
                <a:lnTo>
                  <a:pt x="304800" y="1800225"/>
                </a:lnTo>
                <a:lnTo>
                  <a:pt x="304800" y="1809750"/>
                </a:lnTo>
                <a:lnTo>
                  <a:pt x="295275" y="1809750"/>
                </a:lnTo>
                <a:lnTo>
                  <a:pt x="295275" y="1819275"/>
                </a:lnTo>
                <a:lnTo>
                  <a:pt x="266700" y="1819275"/>
                </a:lnTo>
                <a:lnTo>
                  <a:pt x="266700" y="1809750"/>
                </a:lnTo>
                <a:lnTo>
                  <a:pt x="257175" y="1809750"/>
                </a:lnTo>
                <a:close/>
                <a:moveTo>
                  <a:pt x="552450" y="1790700"/>
                </a:moveTo>
                <a:lnTo>
                  <a:pt x="571500" y="1790700"/>
                </a:lnTo>
                <a:lnTo>
                  <a:pt x="571500" y="1800225"/>
                </a:lnTo>
                <a:lnTo>
                  <a:pt x="581025" y="1800225"/>
                </a:lnTo>
                <a:lnTo>
                  <a:pt x="581025" y="1809750"/>
                </a:lnTo>
                <a:lnTo>
                  <a:pt x="561975" y="1809750"/>
                </a:lnTo>
                <a:lnTo>
                  <a:pt x="561975" y="1819275"/>
                </a:lnTo>
                <a:lnTo>
                  <a:pt x="552450" y="1819275"/>
                </a:lnTo>
                <a:lnTo>
                  <a:pt x="552450" y="1809750"/>
                </a:lnTo>
                <a:lnTo>
                  <a:pt x="542925" y="1809750"/>
                </a:lnTo>
                <a:lnTo>
                  <a:pt x="542925" y="1800225"/>
                </a:lnTo>
                <a:lnTo>
                  <a:pt x="552450" y="1800225"/>
                </a:lnTo>
                <a:close/>
                <a:moveTo>
                  <a:pt x="657225" y="1790700"/>
                </a:moveTo>
                <a:lnTo>
                  <a:pt x="685800" y="1790700"/>
                </a:lnTo>
                <a:lnTo>
                  <a:pt x="685800" y="1800225"/>
                </a:lnTo>
                <a:lnTo>
                  <a:pt x="657225" y="1800225"/>
                </a:lnTo>
                <a:close/>
                <a:moveTo>
                  <a:pt x="1885950" y="1790700"/>
                </a:moveTo>
                <a:lnTo>
                  <a:pt x="1905000" y="1790700"/>
                </a:lnTo>
                <a:lnTo>
                  <a:pt x="1905000" y="1819275"/>
                </a:lnTo>
                <a:lnTo>
                  <a:pt x="1885950" y="1819275"/>
                </a:lnTo>
                <a:close/>
                <a:moveTo>
                  <a:pt x="400050" y="1800225"/>
                </a:moveTo>
                <a:lnTo>
                  <a:pt x="438150" y="1800225"/>
                </a:lnTo>
                <a:lnTo>
                  <a:pt x="438150" y="1809750"/>
                </a:lnTo>
                <a:lnTo>
                  <a:pt x="400050" y="1809750"/>
                </a:lnTo>
                <a:close/>
                <a:moveTo>
                  <a:pt x="447675" y="1800225"/>
                </a:moveTo>
                <a:lnTo>
                  <a:pt x="476250" y="1800225"/>
                </a:lnTo>
                <a:lnTo>
                  <a:pt x="476250" y="1809750"/>
                </a:lnTo>
                <a:lnTo>
                  <a:pt x="485775" y="1809750"/>
                </a:lnTo>
                <a:lnTo>
                  <a:pt x="485775" y="1819275"/>
                </a:lnTo>
                <a:lnTo>
                  <a:pt x="466725" y="1819275"/>
                </a:lnTo>
                <a:lnTo>
                  <a:pt x="466725" y="1828800"/>
                </a:lnTo>
                <a:lnTo>
                  <a:pt x="457200" y="1828800"/>
                </a:lnTo>
                <a:lnTo>
                  <a:pt x="457200" y="1809750"/>
                </a:lnTo>
                <a:lnTo>
                  <a:pt x="447675" y="1809750"/>
                </a:lnTo>
                <a:close/>
                <a:moveTo>
                  <a:pt x="819150" y="1800225"/>
                </a:moveTo>
                <a:lnTo>
                  <a:pt x="828675" y="1800225"/>
                </a:lnTo>
                <a:lnTo>
                  <a:pt x="828675" y="1809750"/>
                </a:lnTo>
                <a:lnTo>
                  <a:pt x="819150" y="1809750"/>
                </a:lnTo>
                <a:close/>
                <a:moveTo>
                  <a:pt x="876300" y="1809750"/>
                </a:moveTo>
                <a:lnTo>
                  <a:pt x="885825" y="1809750"/>
                </a:lnTo>
                <a:lnTo>
                  <a:pt x="885825" y="1819275"/>
                </a:lnTo>
                <a:lnTo>
                  <a:pt x="876300" y="1819275"/>
                </a:lnTo>
                <a:close/>
                <a:moveTo>
                  <a:pt x="190500" y="1838325"/>
                </a:moveTo>
                <a:lnTo>
                  <a:pt x="200025" y="1838325"/>
                </a:lnTo>
                <a:lnTo>
                  <a:pt x="200025" y="1847850"/>
                </a:lnTo>
                <a:lnTo>
                  <a:pt x="209550" y="1847850"/>
                </a:lnTo>
                <a:lnTo>
                  <a:pt x="209550" y="1857375"/>
                </a:lnTo>
                <a:lnTo>
                  <a:pt x="200025" y="1857375"/>
                </a:lnTo>
                <a:lnTo>
                  <a:pt x="200025" y="1866900"/>
                </a:lnTo>
                <a:lnTo>
                  <a:pt x="219075" y="1866900"/>
                </a:lnTo>
                <a:lnTo>
                  <a:pt x="219075" y="1876425"/>
                </a:lnTo>
                <a:lnTo>
                  <a:pt x="180975" y="1876425"/>
                </a:lnTo>
                <a:lnTo>
                  <a:pt x="180975" y="1857375"/>
                </a:lnTo>
                <a:lnTo>
                  <a:pt x="190500" y="1857375"/>
                </a:lnTo>
                <a:close/>
                <a:moveTo>
                  <a:pt x="457200" y="1857375"/>
                </a:moveTo>
                <a:lnTo>
                  <a:pt x="466725" y="1857375"/>
                </a:lnTo>
                <a:lnTo>
                  <a:pt x="466725" y="1866900"/>
                </a:lnTo>
                <a:lnTo>
                  <a:pt x="457200" y="1866900"/>
                </a:lnTo>
                <a:close/>
                <a:moveTo>
                  <a:pt x="1895475" y="1866900"/>
                </a:moveTo>
                <a:lnTo>
                  <a:pt x="1905000" y="1866900"/>
                </a:lnTo>
                <a:lnTo>
                  <a:pt x="1905000" y="1895475"/>
                </a:lnTo>
                <a:lnTo>
                  <a:pt x="1895475" y="1895475"/>
                </a:lnTo>
                <a:close/>
                <a:moveTo>
                  <a:pt x="228600" y="1876425"/>
                </a:moveTo>
                <a:lnTo>
                  <a:pt x="247650" y="1876425"/>
                </a:lnTo>
                <a:lnTo>
                  <a:pt x="247650" y="1885950"/>
                </a:lnTo>
                <a:lnTo>
                  <a:pt x="228600" y="1885950"/>
                </a:lnTo>
                <a:close/>
                <a:moveTo>
                  <a:pt x="266700" y="1876425"/>
                </a:moveTo>
                <a:lnTo>
                  <a:pt x="285750" y="1876425"/>
                </a:lnTo>
                <a:lnTo>
                  <a:pt x="285750" y="1885950"/>
                </a:lnTo>
                <a:lnTo>
                  <a:pt x="266700" y="1885950"/>
                </a:lnTo>
                <a:close/>
                <a:moveTo>
                  <a:pt x="314325" y="1876425"/>
                </a:moveTo>
                <a:lnTo>
                  <a:pt x="428625" y="1876425"/>
                </a:lnTo>
                <a:lnTo>
                  <a:pt x="428625" y="1885950"/>
                </a:lnTo>
                <a:lnTo>
                  <a:pt x="400050" y="1885950"/>
                </a:lnTo>
                <a:lnTo>
                  <a:pt x="400050" y="1905000"/>
                </a:lnTo>
                <a:lnTo>
                  <a:pt x="381000" y="1905000"/>
                </a:lnTo>
                <a:lnTo>
                  <a:pt x="381000" y="1914525"/>
                </a:lnTo>
                <a:lnTo>
                  <a:pt x="361950" y="1914525"/>
                </a:lnTo>
                <a:lnTo>
                  <a:pt x="361950" y="1905000"/>
                </a:lnTo>
                <a:lnTo>
                  <a:pt x="323850" y="1905000"/>
                </a:lnTo>
                <a:lnTo>
                  <a:pt x="323850" y="1914525"/>
                </a:lnTo>
                <a:lnTo>
                  <a:pt x="304800" y="1914525"/>
                </a:lnTo>
                <a:lnTo>
                  <a:pt x="304800" y="1895475"/>
                </a:lnTo>
                <a:lnTo>
                  <a:pt x="314325" y="1895475"/>
                </a:lnTo>
                <a:close/>
                <a:moveTo>
                  <a:pt x="571500" y="1876425"/>
                </a:moveTo>
                <a:lnTo>
                  <a:pt x="600075" y="1876425"/>
                </a:lnTo>
                <a:lnTo>
                  <a:pt x="600075" y="1885950"/>
                </a:lnTo>
                <a:lnTo>
                  <a:pt x="571500" y="1885950"/>
                </a:lnTo>
                <a:close/>
                <a:moveTo>
                  <a:pt x="333375" y="1895475"/>
                </a:moveTo>
                <a:lnTo>
                  <a:pt x="342900" y="1895475"/>
                </a:lnTo>
                <a:lnTo>
                  <a:pt x="342900" y="1885950"/>
                </a:lnTo>
                <a:lnTo>
                  <a:pt x="333375" y="1885950"/>
                </a:lnTo>
                <a:close/>
                <a:moveTo>
                  <a:pt x="638175" y="1895475"/>
                </a:moveTo>
                <a:lnTo>
                  <a:pt x="647700" y="1895475"/>
                </a:lnTo>
                <a:lnTo>
                  <a:pt x="647700" y="1914525"/>
                </a:lnTo>
                <a:lnTo>
                  <a:pt x="638175" y="1914525"/>
                </a:lnTo>
                <a:close/>
                <a:moveTo>
                  <a:pt x="1876425" y="1895475"/>
                </a:moveTo>
                <a:lnTo>
                  <a:pt x="1895475" y="1895475"/>
                </a:lnTo>
                <a:lnTo>
                  <a:pt x="1895475" y="1905000"/>
                </a:lnTo>
                <a:lnTo>
                  <a:pt x="1876425" y="1905000"/>
                </a:lnTo>
                <a:close/>
                <a:moveTo>
                  <a:pt x="180975" y="1905000"/>
                </a:moveTo>
                <a:lnTo>
                  <a:pt x="200025" y="1905000"/>
                </a:lnTo>
                <a:lnTo>
                  <a:pt x="200025" y="1943100"/>
                </a:lnTo>
                <a:lnTo>
                  <a:pt x="209550" y="1943100"/>
                </a:lnTo>
                <a:lnTo>
                  <a:pt x="209550" y="1962150"/>
                </a:lnTo>
                <a:lnTo>
                  <a:pt x="247650" y="1962150"/>
                </a:lnTo>
                <a:lnTo>
                  <a:pt x="247650" y="1952625"/>
                </a:lnTo>
                <a:lnTo>
                  <a:pt x="257175" y="1952625"/>
                </a:lnTo>
                <a:lnTo>
                  <a:pt x="257175" y="1971675"/>
                </a:lnTo>
                <a:lnTo>
                  <a:pt x="219075" y="1971675"/>
                </a:lnTo>
                <a:lnTo>
                  <a:pt x="219075" y="1981200"/>
                </a:lnTo>
                <a:lnTo>
                  <a:pt x="247650" y="1981200"/>
                </a:lnTo>
                <a:lnTo>
                  <a:pt x="247650" y="1990725"/>
                </a:lnTo>
                <a:lnTo>
                  <a:pt x="266700" y="1990725"/>
                </a:lnTo>
                <a:lnTo>
                  <a:pt x="266700" y="2009775"/>
                </a:lnTo>
                <a:lnTo>
                  <a:pt x="209550" y="2009775"/>
                </a:lnTo>
                <a:lnTo>
                  <a:pt x="209550" y="2019300"/>
                </a:lnTo>
                <a:lnTo>
                  <a:pt x="190500" y="2019300"/>
                </a:lnTo>
                <a:lnTo>
                  <a:pt x="190500" y="2028825"/>
                </a:lnTo>
                <a:lnTo>
                  <a:pt x="180975" y="2028825"/>
                </a:lnTo>
                <a:lnTo>
                  <a:pt x="180975" y="2019300"/>
                </a:lnTo>
                <a:lnTo>
                  <a:pt x="171450" y="2019300"/>
                </a:lnTo>
                <a:lnTo>
                  <a:pt x="171450" y="2009775"/>
                </a:lnTo>
                <a:lnTo>
                  <a:pt x="180975" y="2009775"/>
                </a:lnTo>
                <a:lnTo>
                  <a:pt x="180975" y="2000250"/>
                </a:lnTo>
                <a:lnTo>
                  <a:pt x="171450" y="2000250"/>
                </a:lnTo>
                <a:lnTo>
                  <a:pt x="171450" y="1914525"/>
                </a:lnTo>
                <a:lnTo>
                  <a:pt x="180975" y="1914525"/>
                </a:lnTo>
                <a:close/>
                <a:moveTo>
                  <a:pt x="114300" y="1924050"/>
                </a:moveTo>
                <a:lnTo>
                  <a:pt x="133350" y="1924050"/>
                </a:lnTo>
                <a:lnTo>
                  <a:pt x="133350" y="1933575"/>
                </a:lnTo>
                <a:lnTo>
                  <a:pt x="142875" y="1933575"/>
                </a:lnTo>
                <a:lnTo>
                  <a:pt x="142875" y="1952625"/>
                </a:lnTo>
                <a:lnTo>
                  <a:pt x="133350" y="1952625"/>
                </a:lnTo>
                <a:lnTo>
                  <a:pt x="133350" y="1971675"/>
                </a:lnTo>
                <a:lnTo>
                  <a:pt x="114300" y="1971675"/>
                </a:lnTo>
                <a:close/>
                <a:moveTo>
                  <a:pt x="1876425" y="1924050"/>
                </a:moveTo>
                <a:lnTo>
                  <a:pt x="1895475" y="1924050"/>
                </a:lnTo>
                <a:lnTo>
                  <a:pt x="1895475" y="1933575"/>
                </a:lnTo>
                <a:lnTo>
                  <a:pt x="1905000" y="1933575"/>
                </a:lnTo>
                <a:lnTo>
                  <a:pt x="1905000" y="2000250"/>
                </a:lnTo>
                <a:lnTo>
                  <a:pt x="1895475" y="2000250"/>
                </a:lnTo>
                <a:lnTo>
                  <a:pt x="1895475" y="1981200"/>
                </a:lnTo>
                <a:lnTo>
                  <a:pt x="1876425" y="1981200"/>
                </a:lnTo>
                <a:close/>
                <a:moveTo>
                  <a:pt x="1771650" y="1943100"/>
                </a:moveTo>
                <a:lnTo>
                  <a:pt x="1781175" y="1943100"/>
                </a:lnTo>
                <a:lnTo>
                  <a:pt x="1781175" y="1962150"/>
                </a:lnTo>
                <a:lnTo>
                  <a:pt x="1771650" y="1962150"/>
                </a:lnTo>
                <a:close/>
                <a:moveTo>
                  <a:pt x="542925" y="1952625"/>
                </a:moveTo>
                <a:lnTo>
                  <a:pt x="581025" y="1952625"/>
                </a:lnTo>
                <a:lnTo>
                  <a:pt x="581025" y="1962150"/>
                </a:lnTo>
                <a:lnTo>
                  <a:pt x="590550" y="1962150"/>
                </a:lnTo>
                <a:lnTo>
                  <a:pt x="590550" y="1952625"/>
                </a:lnTo>
                <a:lnTo>
                  <a:pt x="609600" y="1952625"/>
                </a:lnTo>
                <a:lnTo>
                  <a:pt x="609600" y="1962150"/>
                </a:lnTo>
                <a:lnTo>
                  <a:pt x="590550" y="1962150"/>
                </a:lnTo>
                <a:lnTo>
                  <a:pt x="590550" y="1971675"/>
                </a:lnTo>
                <a:lnTo>
                  <a:pt x="609600" y="1971675"/>
                </a:lnTo>
                <a:lnTo>
                  <a:pt x="609600" y="1962150"/>
                </a:lnTo>
                <a:lnTo>
                  <a:pt x="666750" y="1962150"/>
                </a:lnTo>
                <a:lnTo>
                  <a:pt x="666750" y="1971675"/>
                </a:lnTo>
                <a:lnTo>
                  <a:pt x="657225" y="1971675"/>
                </a:lnTo>
                <a:lnTo>
                  <a:pt x="657225" y="1981200"/>
                </a:lnTo>
                <a:lnTo>
                  <a:pt x="666750" y="1981200"/>
                </a:lnTo>
                <a:lnTo>
                  <a:pt x="666750" y="1990725"/>
                </a:lnTo>
                <a:lnTo>
                  <a:pt x="676275" y="1990725"/>
                </a:lnTo>
                <a:lnTo>
                  <a:pt x="676275" y="2009775"/>
                </a:lnTo>
                <a:lnTo>
                  <a:pt x="561975" y="2009775"/>
                </a:lnTo>
                <a:lnTo>
                  <a:pt x="561975" y="2000250"/>
                </a:lnTo>
                <a:lnTo>
                  <a:pt x="533400" y="2000250"/>
                </a:lnTo>
                <a:lnTo>
                  <a:pt x="533400" y="2009775"/>
                </a:lnTo>
                <a:lnTo>
                  <a:pt x="523875" y="2009775"/>
                </a:lnTo>
                <a:lnTo>
                  <a:pt x="523875" y="2000250"/>
                </a:lnTo>
                <a:lnTo>
                  <a:pt x="495300" y="2000250"/>
                </a:lnTo>
                <a:lnTo>
                  <a:pt x="495300" y="1990725"/>
                </a:lnTo>
                <a:lnTo>
                  <a:pt x="504825" y="1990725"/>
                </a:lnTo>
                <a:lnTo>
                  <a:pt x="504825" y="1981200"/>
                </a:lnTo>
                <a:lnTo>
                  <a:pt x="495300" y="1981200"/>
                </a:lnTo>
                <a:lnTo>
                  <a:pt x="495300" y="1971675"/>
                </a:lnTo>
                <a:lnTo>
                  <a:pt x="504825" y="1971675"/>
                </a:lnTo>
                <a:lnTo>
                  <a:pt x="504825" y="1962150"/>
                </a:lnTo>
                <a:lnTo>
                  <a:pt x="542925" y="1962150"/>
                </a:lnTo>
                <a:close/>
                <a:moveTo>
                  <a:pt x="314325" y="1962150"/>
                </a:moveTo>
                <a:lnTo>
                  <a:pt x="333375" y="1962150"/>
                </a:lnTo>
                <a:lnTo>
                  <a:pt x="333375" y="1971675"/>
                </a:lnTo>
                <a:lnTo>
                  <a:pt x="314325" y="1971675"/>
                </a:lnTo>
                <a:close/>
                <a:moveTo>
                  <a:pt x="180975" y="1971675"/>
                </a:moveTo>
                <a:lnTo>
                  <a:pt x="190500" y="1971675"/>
                </a:lnTo>
                <a:lnTo>
                  <a:pt x="190500" y="1943100"/>
                </a:lnTo>
                <a:lnTo>
                  <a:pt x="180975" y="1943100"/>
                </a:lnTo>
                <a:close/>
                <a:moveTo>
                  <a:pt x="371475" y="1971675"/>
                </a:moveTo>
                <a:lnTo>
                  <a:pt x="438150" y="1971675"/>
                </a:lnTo>
                <a:lnTo>
                  <a:pt x="438150" y="1981200"/>
                </a:lnTo>
                <a:lnTo>
                  <a:pt x="447675" y="1981200"/>
                </a:lnTo>
                <a:lnTo>
                  <a:pt x="447675" y="1971675"/>
                </a:lnTo>
                <a:lnTo>
                  <a:pt x="476250" y="1971675"/>
                </a:lnTo>
                <a:lnTo>
                  <a:pt x="476250" y="1981200"/>
                </a:lnTo>
                <a:lnTo>
                  <a:pt x="466725" y="1981200"/>
                </a:lnTo>
                <a:lnTo>
                  <a:pt x="466725" y="1990725"/>
                </a:lnTo>
                <a:lnTo>
                  <a:pt x="476250" y="1990725"/>
                </a:lnTo>
                <a:lnTo>
                  <a:pt x="476250" y="2000250"/>
                </a:lnTo>
                <a:lnTo>
                  <a:pt x="466725" y="2000250"/>
                </a:lnTo>
                <a:lnTo>
                  <a:pt x="466725" y="2009775"/>
                </a:lnTo>
                <a:lnTo>
                  <a:pt x="361950" y="2009775"/>
                </a:lnTo>
                <a:lnTo>
                  <a:pt x="361950" y="2000250"/>
                </a:lnTo>
                <a:lnTo>
                  <a:pt x="352425" y="2000250"/>
                </a:lnTo>
                <a:lnTo>
                  <a:pt x="352425" y="1990725"/>
                </a:lnTo>
                <a:lnTo>
                  <a:pt x="361950" y="1990725"/>
                </a:lnTo>
                <a:lnTo>
                  <a:pt x="361950" y="1981200"/>
                </a:lnTo>
                <a:lnTo>
                  <a:pt x="371475" y="1981200"/>
                </a:lnTo>
                <a:close/>
                <a:moveTo>
                  <a:pt x="0" y="1990725"/>
                </a:moveTo>
                <a:lnTo>
                  <a:pt x="9525" y="1990725"/>
                </a:lnTo>
                <a:lnTo>
                  <a:pt x="9525" y="2000250"/>
                </a:lnTo>
                <a:lnTo>
                  <a:pt x="0" y="2000250"/>
                </a:lnTo>
                <a:close/>
                <a:moveTo>
                  <a:pt x="114300" y="1990725"/>
                </a:moveTo>
                <a:lnTo>
                  <a:pt x="133350" y="1990725"/>
                </a:lnTo>
                <a:lnTo>
                  <a:pt x="133350" y="2000250"/>
                </a:lnTo>
                <a:lnTo>
                  <a:pt x="114300" y="2000250"/>
                </a:lnTo>
                <a:close/>
                <a:moveTo>
                  <a:pt x="276225" y="1990725"/>
                </a:moveTo>
                <a:lnTo>
                  <a:pt x="342900" y="1990725"/>
                </a:lnTo>
                <a:lnTo>
                  <a:pt x="342900" y="2009775"/>
                </a:lnTo>
                <a:lnTo>
                  <a:pt x="323850" y="2009775"/>
                </a:lnTo>
                <a:lnTo>
                  <a:pt x="323850" y="2000250"/>
                </a:lnTo>
                <a:lnTo>
                  <a:pt x="276225" y="2000250"/>
                </a:lnTo>
                <a:close/>
                <a:moveTo>
                  <a:pt x="1019175" y="1990725"/>
                </a:moveTo>
                <a:lnTo>
                  <a:pt x="1028700" y="1990725"/>
                </a:lnTo>
                <a:lnTo>
                  <a:pt x="1028700" y="2000250"/>
                </a:lnTo>
                <a:lnTo>
                  <a:pt x="1019175" y="2000250"/>
                </a:lnTo>
                <a:close/>
                <a:moveTo>
                  <a:pt x="1143000" y="1990725"/>
                </a:moveTo>
                <a:lnTo>
                  <a:pt x="1152525" y="1990725"/>
                </a:lnTo>
                <a:lnTo>
                  <a:pt x="1152525" y="2000250"/>
                </a:lnTo>
                <a:lnTo>
                  <a:pt x="1143000" y="2000250"/>
                </a:lnTo>
                <a:close/>
                <a:moveTo>
                  <a:pt x="1200150" y="1990725"/>
                </a:moveTo>
                <a:lnTo>
                  <a:pt x="1228725" y="1990725"/>
                </a:lnTo>
                <a:lnTo>
                  <a:pt x="1228725" y="2000250"/>
                </a:lnTo>
                <a:lnTo>
                  <a:pt x="1200150" y="2000250"/>
                </a:lnTo>
                <a:close/>
                <a:moveTo>
                  <a:pt x="1304925" y="1990725"/>
                </a:moveTo>
                <a:lnTo>
                  <a:pt x="1333500" y="1990725"/>
                </a:lnTo>
                <a:lnTo>
                  <a:pt x="1333500" y="2000250"/>
                </a:lnTo>
                <a:lnTo>
                  <a:pt x="1304925" y="2000250"/>
                </a:lnTo>
                <a:close/>
                <a:moveTo>
                  <a:pt x="1685925" y="1990725"/>
                </a:moveTo>
                <a:lnTo>
                  <a:pt x="1695450" y="1990725"/>
                </a:lnTo>
                <a:lnTo>
                  <a:pt x="1695450" y="2000250"/>
                </a:lnTo>
                <a:lnTo>
                  <a:pt x="1685925" y="2000250"/>
                </a:lnTo>
                <a:close/>
                <a:moveTo>
                  <a:pt x="133350" y="2000250"/>
                </a:moveTo>
                <a:lnTo>
                  <a:pt x="142875" y="2000250"/>
                </a:lnTo>
                <a:lnTo>
                  <a:pt x="142875" y="2009775"/>
                </a:lnTo>
                <a:lnTo>
                  <a:pt x="161925" y="2009775"/>
                </a:lnTo>
                <a:lnTo>
                  <a:pt x="161925" y="2019300"/>
                </a:lnTo>
                <a:lnTo>
                  <a:pt x="152400" y="2019300"/>
                </a:lnTo>
                <a:lnTo>
                  <a:pt x="152400" y="2028825"/>
                </a:lnTo>
                <a:lnTo>
                  <a:pt x="133350" y="2028825"/>
                </a:lnTo>
                <a:close/>
                <a:moveTo>
                  <a:pt x="1771650" y="2028825"/>
                </a:moveTo>
                <a:lnTo>
                  <a:pt x="1781175" y="2028825"/>
                </a:lnTo>
                <a:lnTo>
                  <a:pt x="1781175" y="2038350"/>
                </a:lnTo>
                <a:lnTo>
                  <a:pt x="1771650" y="2038350"/>
                </a:lnTo>
                <a:close/>
              </a:path>
            </a:pathLst>
          </a:custGeom>
          <a:solidFill xmlns:a="http://schemas.openxmlformats.org/drawingml/2006/main">
            <a:srgbClr val="F5F0E3"/>
          </a:solidFill>
          <a:ln xmlns:a="http://schemas.openxmlformats.org/drawingml/2006/main" w="0">
            <a:noFill/>
          </a:ln>
        </p:spPr>
      </p:sp>
      <p:sp>
        <p:nvSpPr>
          <p:cNvPr id="130" name="sales vector #f3f0e3">
            <a:extLst xmlns:a="http://schemas.openxmlformats.org/drawingml/2006/main">
              <a:ext uri="{FF2B5EF4-FFF2-40B4-BE49-F238E27FC236}">
                <a16:creationId xmlns:a16="http://schemas.microsoft.com/office/drawing/2014/main" id="{61591BB1-26B3-429D-B116-857D672121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381625" y="4914900"/>
            <a:ext cx="2247900" cy="2400300"/>
          </a:xfrm>
          <a:custGeom xmlns:a="http://schemas.openxmlformats.org/drawingml/2006/main">
            <a:pathLst>
              <a:path w="1905000" h="2038350">
                <a:moveTo>
                  <a:pt x="85725" y="0"/>
                </a:moveTo>
                <a:lnTo>
                  <a:pt x="142875" y="0"/>
                </a:lnTo>
                <a:lnTo>
                  <a:pt x="142875" y="9525"/>
                </a:lnTo>
                <a:lnTo>
                  <a:pt x="152400" y="9525"/>
                </a:lnTo>
                <a:lnTo>
                  <a:pt x="152400" y="19050"/>
                </a:lnTo>
                <a:lnTo>
                  <a:pt x="161925" y="19050"/>
                </a:lnTo>
                <a:lnTo>
                  <a:pt x="161925" y="9525"/>
                </a:lnTo>
                <a:lnTo>
                  <a:pt x="171450" y="9525"/>
                </a:lnTo>
                <a:lnTo>
                  <a:pt x="171450" y="0"/>
                </a:lnTo>
                <a:lnTo>
                  <a:pt x="219075" y="0"/>
                </a:lnTo>
                <a:lnTo>
                  <a:pt x="219075" y="9525"/>
                </a:lnTo>
                <a:lnTo>
                  <a:pt x="238125" y="9525"/>
                </a:lnTo>
                <a:lnTo>
                  <a:pt x="238125" y="19050"/>
                </a:lnTo>
                <a:lnTo>
                  <a:pt x="257175" y="19050"/>
                </a:lnTo>
                <a:lnTo>
                  <a:pt x="257175" y="28575"/>
                </a:lnTo>
                <a:lnTo>
                  <a:pt x="228600" y="28575"/>
                </a:lnTo>
                <a:lnTo>
                  <a:pt x="228600" y="38100"/>
                </a:lnTo>
                <a:lnTo>
                  <a:pt x="200025" y="38100"/>
                </a:lnTo>
                <a:lnTo>
                  <a:pt x="200025" y="28575"/>
                </a:lnTo>
                <a:lnTo>
                  <a:pt x="190500" y="28575"/>
                </a:lnTo>
                <a:lnTo>
                  <a:pt x="190500" y="38100"/>
                </a:lnTo>
                <a:lnTo>
                  <a:pt x="180975" y="38100"/>
                </a:lnTo>
                <a:lnTo>
                  <a:pt x="180975" y="28575"/>
                </a:lnTo>
                <a:lnTo>
                  <a:pt x="171450" y="28575"/>
                </a:lnTo>
                <a:lnTo>
                  <a:pt x="171450" y="38100"/>
                </a:lnTo>
                <a:lnTo>
                  <a:pt x="152400" y="38100"/>
                </a:lnTo>
                <a:lnTo>
                  <a:pt x="152400" y="47625"/>
                </a:lnTo>
                <a:lnTo>
                  <a:pt x="161925" y="47625"/>
                </a:lnTo>
                <a:lnTo>
                  <a:pt x="161925" y="66675"/>
                </a:lnTo>
                <a:lnTo>
                  <a:pt x="171450" y="66675"/>
                </a:lnTo>
                <a:lnTo>
                  <a:pt x="171450" y="85725"/>
                </a:lnTo>
                <a:lnTo>
                  <a:pt x="161925" y="85725"/>
                </a:lnTo>
                <a:lnTo>
                  <a:pt x="161925" y="95250"/>
                </a:lnTo>
                <a:lnTo>
                  <a:pt x="142875" y="95250"/>
                </a:lnTo>
                <a:lnTo>
                  <a:pt x="142875" y="85725"/>
                </a:lnTo>
                <a:lnTo>
                  <a:pt x="152400" y="85725"/>
                </a:lnTo>
                <a:lnTo>
                  <a:pt x="152400" y="76200"/>
                </a:lnTo>
                <a:lnTo>
                  <a:pt x="142875" y="76200"/>
                </a:lnTo>
                <a:lnTo>
                  <a:pt x="142875" y="57150"/>
                </a:lnTo>
                <a:lnTo>
                  <a:pt x="133350" y="57150"/>
                </a:lnTo>
                <a:lnTo>
                  <a:pt x="133350" y="47625"/>
                </a:lnTo>
                <a:lnTo>
                  <a:pt x="95250" y="47625"/>
                </a:lnTo>
                <a:lnTo>
                  <a:pt x="95250" y="38100"/>
                </a:lnTo>
                <a:lnTo>
                  <a:pt x="85725" y="38100"/>
                </a:lnTo>
                <a:close/>
                <a:moveTo>
                  <a:pt x="647700" y="0"/>
                </a:moveTo>
                <a:lnTo>
                  <a:pt x="685800" y="0"/>
                </a:lnTo>
                <a:lnTo>
                  <a:pt x="685800" y="19050"/>
                </a:lnTo>
                <a:lnTo>
                  <a:pt x="628650" y="19050"/>
                </a:lnTo>
                <a:lnTo>
                  <a:pt x="628650" y="9525"/>
                </a:lnTo>
                <a:lnTo>
                  <a:pt x="647700" y="9525"/>
                </a:lnTo>
                <a:close/>
                <a:moveTo>
                  <a:pt x="1038225" y="0"/>
                </a:moveTo>
                <a:lnTo>
                  <a:pt x="1047750" y="0"/>
                </a:lnTo>
                <a:lnTo>
                  <a:pt x="1047750" y="9525"/>
                </a:lnTo>
                <a:lnTo>
                  <a:pt x="1038225" y="9525"/>
                </a:lnTo>
                <a:close/>
                <a:moveTo>
                  <a:pt x="1695450" y="0"/>
                </a:moveTo>
                <a:lnTo>
                  <a:pt x="1704975" y="0"/>
                </a:lnTo>
                <a:lnTo>
                  <a:pt x="1704975" y="9525"/>
                </a:lnTo>
                <a:lnTo>
                  <a:pt x="1695450" y="9525"/>
                </a:lnTo>
                <a:close/>
                <a:moveTo>
                  <a:pt x="1724025" y="0"/>
                </a:moveTo>
                <a:lnTo>
                  <a:pt x="1762125" y="0"/>
                </a:lnTo>
                <a:lnTo>
                  <a:pt x="1762125" y="9525"/>
                </a:lnTo>
                <a:lnTo>
                  <a:pt x="1781175" y="9525"/>
                </a:lnTo>
                <a:lnTo>
                  <a:pt x="1781175" y="0"/>
                </a:lnTo>
                <a:lnTo>
                  <a:pt x="1809750" y="0"/>
                </a:lnTo>
                <a:lnTo>
                  <a:pt x="1809750" y="9525"/>
                </a:lnTo>
                <a:lnTo>
                  <a:pt x="1800225" y="9525"/>
                </a:lnTo>
                <a:lnTo>
                  <a:pt x="1800225" y="19050"/>
                </a:lnTo>
                <a:lnTo>
                  <a:pt x="1743075" y="19050"/>
                </a:lnTo>
                <a:lnTo>
                  <a:pt x="1743075" y="28575"/>
                </a:lnTo>
                <a:lnTo>
                  <a:pt x="1724025" y="28575"/>
                </a:lnTo>
                <a:lnTo>
                  <a:pt x="1724025" y="47625"/>
                </a:lnTo>
                <a:lnTo>
                  <a:pt x="1714500" y="47625"/>
                </a:lnTo>
                <a:lnTo>
                  <a:pt x="1714500" y="9525"/>
                </a:lnTo>
                <a:lnTo>
                  <a:pt x="1724025" y="9525"/>
                </a:lnTo>
                <a:close/>
                <a:moveTo>
                  <a:pt x="28575" y="9525"/>
                </a:moveTo>
                <a:lnTo>
                  <a:pt x="38100" y="9525"/>
                </a:lnTo>
                <a:lnTo>
                  <a:pt x="38100" y="19050"/>
                </a:lnTo>
                <a:lnTo>
                  <a:pt x="28575" y="19050"/>
                </a:lnTo>
                <a:close/>
                <a:moveTo>
                  <a:pt x="476250" y="9525"/>
                </a:moveTo>
                <a:lnTo>
                  <a:pt x="590550" y="9525"/>
                </a:lnTo>
                <a:lnTo>
                  <a:pt x="590550" y="19050"/>
                </a:lnTo>
                <a:lnTo>
                  <a:pt x="533400" y="19050"/>
                </a:lnTo>
                <a:lnTo>
                  <a:pt x="533400" y="28575"/>
                </a:lnTo>
                <a:lnTo>
                  <a:pt x="523875" y="28575"/>
                </a:lnTo>
                <a:lnTo>
                  <a:pt x="523875" y="19050"/>
                </a:lnTo>
                <a:lnTo>
                  <a:pt x="476250" y="19050"/>
                </a:lnTo>
                <a:close/>
                <a:moveTo>
                  <a:pt x="733425" y="9525"/>
                </a:moveTo>
                <a:lnTo>
                  <a:pt x="771525" y="9525"/>
                </a:lnTo>
                <a:lnTo>
                  <a:pt x="771525" y="19050"/>
                </a:lnTo>
                <a:lnTo>
                  <a:pt x="733425" y="19050"/>
                </a:lnTo>
                <a:close/>
                <a:moveTo>
                  <a:pt x="952500" y="9525"/>
                </a:moveTo>
                <a:lnTo>
                  <a:pt x="971550" y="9525"/>
                </a:lnTo>
                <a:lnTo>
                  <a:pt x="971550" y="19050"/>
                </a:lnTo>
                <a:lnTo>
                  <a:pt x="962025" y="19050"/>
                </a:lnTo>
                <a:lnTo>
                  <a:pt x="962025" y="28575"/>
                </a:lnTo>
                <a:lnTo>
                  <a:pt x="942975" y="28575"/>
                </a:lnTo>
                <a:lnTo>
                  <a:pt x="942975" y="19050"/>
                </a:lnTo>
                <a:lnTo>
                  <a:pt x="952500" y="19050"/>
                </a:lnTo>
                <a:close/>
                <a:moveTo>
                  <a:pt x="1009650" y="9525"/>
                </a:moveTo>
                <a:lnTo>
                  <a:pt x="1019175" y="9525"/>
                </a:lnTo>
                <a:lnTo>
                  <a:pt x="1019175" y="19050"/>
                </a:lnTo>
                <a:lnTo>
                  <a:pt x="1009650" y="19050"/>
                </a:lnTo>
                <a:close/>
                <a:moveTo>
                  <a:pt x="1047750" y="9525"/>
                </a:moveTo>
                <a:lnTo>
                  <a:pt x="1057275" y="9525"/>
                </a:lnTo>
                <a:lnTo>
                  <a:pt x="1057275" y="19050"/>
                </a:lnTo>
                <a:lnTo>
                  <a:pt x="1047750" y="19050"/>
                </a:lnTo>
                <a:close/>
                <a:moveTo>
                  <a:pt x="1143000" y="9525"/>
                </a:moveTo>
                <a:lnTo>
                  <a:pt x="1247775" y="9525"/>
                </a:lnTo>
                <a:lnTo>
                  <a:pt x="1247775" y="19050"/>
                </a:lnTo>
                <a:lnTo>
                  <a:pt x="1143000" y="19050"/>
                </a:lnTo>
                <a:close/>
                <a:moveTo>
                  <a:pt x="1257300" y="9525"/>
                </a:moveTo>
                <a:lnTo>
                  <a:pt x="1276350" y="9525"/>
                </a:lnTo>
                <a:lnTo>
                  <a:pt x="1276350" y="19050"/>
                </a:lnTo>
                <a:lnTo>
                  <a:pt x="1257300" y="19050"/>
                </a:lnTo>
                <a:close/>
                <a:moveTo>
                  <a:pt x="1285875" y="9525"/>
                </a:moveTo>
                <a:lnTo>
                  <a:pt x="1314450" y="9525"/>
                </a:lnTo>
                <a:lnTo>
                  <a:pt x="1314450" y="19050"/>
                </a:lnTo>
                <a:lnTo>
                  <a:pt x="1285875" y="19050"/>
                </a:lnTo>
                <a:close/>
                <a:moveTo>
                  <a:pt x="1323975" y="9525"/>
                </a:moveTo>
                <a:lnTo>
                  <a:pt x="1333500" y="9525"/>
                </a:lnTo>
                <a:lnTo>
                  <a:pt x="1333500" y="19050"/>
                </a:lnTo>
                <a:lnTo>
                  <a:pt x="1323975" y="19050"/>
                </a:lnTo>
                <a:close/>
                <a:moveTo>
                  <a:pt x="1343025" y="9525"/>
                </a:moveTo>
                <a:lnTo>
                  <a:pt x="1352550" y="9525"/>
                </a:lnTo>
                <a:lnTo>
                  <a:pt x="1352550" y="19050"/>
                </a:lnTo>
                <a:lnTo>
                  <a:pt x="1343025" y="19050"/>
                </a:lnTo>
                <a:close/>
                <a:moveTo>
                  <a:pt x="1400175" y="9525"/>
                </a:moveTo>
                <a:lnTo>
                  <a:pt x="1428750" y="9525"/>
                </a:lnTo>
                <a:lnTo>
                  <a:pt x="1428750" y="19050"/>
                </a:lnTo>
                <a:lnTo>
                  <a:pt x="1400175" y="19050"/>
                </a:lnTo>
                <a:close/>
                <a:moveTo>
                  <a:pt x="1438275" y="9525"/>
                </a:moveTo>
                <a:lnTo>
                  <a:pt x="1447800" y="9525"/>
                </a:lnTo>
                <a:lnTo>
                  <a:pt x="1447800" y="19050"/>
                </a:lnTo>
                <a:lnTo>
                  <a:pt x="1438275" y="19050"/>
                </a:lnTo>
                <a:close/>
                <a:moveTo>
                  <a:pt x="1476375" y="9525"/>
                </a:moveTo>
                <a:lnTo>
                  <a:pt x="1495425" y="9525"/>
                </a:lnTo>
                <a:lnTo>
                  <a:pt x="1495425" y="19050"/>
                </a:lnTo>
                <a:lnTo>
                  <a:pt x="1476375" y="19050"/>
                </a:lnTo>
                <a:close/>
                <a:moveTo>
                  <a:pt x="1571625" y="9525"/>
                </a:moveTo>
                <a:lnTo>
                  <a:pt x="1590675" y="9525"/>
                </a:lnTo>
                <a:lnTo>
                  <a:pt x="1590675" y="19050"/>
                </a:lnTo>
                <a:lnTo>
                  <a:pt x="1581150" y="19050"/>
                </a:lnTo>
                <a:lnTo>
                  <a:pt x="1581150" y="28575"/>
                </a:lnTo>
                <a:lnTo>
                  <a:pt x="1562100" y="28575"/>
                </a:lnTo>
                <a:lnTo>
                  <a:pt x="1562100" y="19050"/>
                </a:lnTo>
                <a:lnTo>
                  <a:pt x="1571625" y="19050"/>
                </a:lnTo>
                <a:close/>
                <a:moveTo>
                  <a:pt x="266700" y="19050"/>
                </a:moveTo>
                <a:lnTo>
                  <a:pt x="276225" y="19050"/>
                </a:lnTo>
                <a:lnTo>
                  <a:pt x="276225" y="28575"/>
                </a:lnTo>
                <a:lnTo>
                  <a:pt x="266700" y="28575"/>
                </a:lnTo>
                <a:close/>
                <a:moveTo>
                  <a:pt x="609600" y="19050"/>
                </a:moveTo>
                <a:lnTo>
                  <a:pt x="619125" y="19050"/>
                </a:lnTo>
                <a:lnTo>
                  <a:pt x="619125" y="28575"/>
                </a:lnTo>
                <a:lnTo>
                  <a:pt x="609600" y="28575"/>
                </a:lnTo>
                <a:close/>
                <a:moveTo>
                  <a:pt x="1600200" y="19050"/>
                </a:moveTo>
                <a:lnTo>
                  <a:pt x="1619250" y="19050"/>
                </a:lnTo>
                <a:lnTo>
                  <a:pt x="1619250" y="28575"/>
                </a:lnTo>
                <a:lnTo>
                  <a:pt x="1628775" y="28575"/>
                </a:lnTo>
                <a:lnTo>
                  <a:pt x="1628775" y="19050"/>
                </a:lnTo>
                <a:lnTo>
                  <a:pt x="1638300" y="19050"/>
                </a:lnTo>
                <a:lnTo>
                  <a:pt x="1638300" y="28575"/>
                </a:lnTo>
                <a:lnTo>
                  <a:pt x="1657350" y="28575"/>
                </a:lnTo>
                <a:lnTo>
                  <a:pt x="1657350" y="19050"/>
                </a:lnTo>
                <a:lnTo>
                  <a:pt x="1666875" y="19050"/>
                </a:lnTo>
                <a:lnTo>
                  <a:pt x="1666875" y="38100"/>
                </a:lnTo>
                <a:lnTo>
                  <a:pt x="1657350" y="38100"/>
                </a:lnTo>
                <a:lnTo>
                  <a:pt x="1657350" y="47625"/>
                </a:lnTo>
                <a:lnTo>
                  <a:pt x="1647825" y="47625"/>
                </a:lnTo>
                <a:lnTo>
                  <a:pt x="1647825" y="38100"/>
                </a:lnTo>
                <a:lnTo>
                  <a:pt x="1609725" y="38100"/>
                </a:lnTo>
                <a:lnTo>
                  <a:pt x="1609725" y="28575"/>
                </a:lnTo>
                <a:lnTo>
                  <a:pt x="1600200" y="28575"/>
                </a:lnTo>
                <a:close/>
                <a:moveTo>
                  <a:pt x="104775" y="28575"/>
                </a:moveTo>
                <a:lnTo>
                  <a:pt x="114300" y="28575"/>
                </a:lnTo>
                <a:lnTo>
                  <a:pt x="114300" y="38100"/>
                </a:lnTo>
                <a:lnTo>
                  <a:pt x="123825" y="38100"/>
                </a:lnTo>
                <a:lnTo>
                  <a:pt x="123825" y="19050"/>
                </a:lnTo>
                <a:lnTo>
                  <a:pt x="104775" y="19050"/>
                </a:lnTo>
                <a:close/>
                <a:moveTo>
                  <a:pt x="285750" y="28575"/>
                </a:moveTo>
                <a:lnTo>
                  <a:pt x="295275" y="28575"/>
                </a:lnTo>
                <a:lnTo>
                  <a:pt x="295275" y="47625"/>
                </a:lnTo>
                <a:lnTo>
                  <a:pt x="285750" y="47625"/>
                </a:lnTo>
                <a:close/>
                <a:moveTo>
                  <a:pt x="1819275" y="38100"/>
                </a:moveTo>
                <a:lnTo>
                  <a:pt x="1828800" y="38100"/>
                </a:lnTo>
                <a:lnTo>
                  <a:pt x="1828800" y="47625"/>
                </a:lnTo>
                <a:lnTo>
                  <a:pt x="1819275" y="47625"/>
                </a:lnTo>
                <a:close/>
                <a:moveTo>
                  <a:pt x="1800225" y="47625"/>
                </a:moveTo>
                <a:lnTo>
                  <a:pt x="1819275" y="47625"/>
                </a:lnTo>
                <a:lnTo>
                  <a:pt x="1819275" y="66675"/>
                </a:lnTo>
                <a:lnTo>
                  <a:pt x="1800225" y="66675"/>
                </a:lnTo>
                <a:close/>
                <a:moveTo>
                  <a:pt x="1762125" y="57150"/>
                </a:moveTo>
                <a:lnTo>
                  <a:pt x="1771650" y="57150"/>
                </a:lnTo>
                <a:lnTo>
                  <a:pt x="1771650" y="66675"/>
                </a:lnTo>
                <a:lnTo>
                  <a:pt x="1781175" y="66675"/>
                </a:lnTo>
                <a:lnTo>
                  <a:pt x="1781175" y="76200"/>
                </a:lnTo>
                <a:lnTo>
                  <a:pt x="1752600" y="76200"/>
                </a:lnTo>
                <a:lnTo>
                  <a:pt x="1752600" y="66675"/>
                </a:lnTo>
                <a:lnTo>
                  <a:pt x="1762125" y="66675"/>
                </a:lnTo>
                <a:close/>
                <a:moveTo>
                  <a:pt x="1743075" y="76200"/>
                </a:moveTo>
                <a:lnTo>
                  <a:pt x="1752600" y="76200"/>
                </a:lnTo>
                <a:lnTo>
                  <a:pt x="1752600" y="85725"/>
                </a:lnTo>
                <a:lnTo>
                  <a:pt x="1781175" y="85725"/>
                </a:lnTo>
                <a:lnTo>
                  <a:pt x="1781175" y="95250"/>
                </a:lnTo>
                <a:lnTo>
                  <a:pt x="1743075" y="95250"/>
                </a:lnTo>
                <a:close/>
                <a:moveTo>
                  <a:pt x="1866900" y="142875"/>
                </a:moveTo>
                <a:lnTo>
                  <a:pt x="1876425" y="142875"/>
                </a:lnTo>
                <a:lnTo>
                  <a:pt x="1876425" y="152400"/>
                </a:lnTo>
                <a:lnTo>
                  <a:pt x="1866900" y="152400"/>
                </a:lnTo>
                <a:close/>
                <a:moveTo>
                  <a:pt x="38100" y="171450"/>
                </a:moveTo>
                <a:lnTo>
                  <a:pt x="47625" y="171450"/>
                </a:lnTo>
                <a:lnTo>
                  <a:pt x="47625" y="180975"/>
                </a:lnTo>
                <a:lnTo>
                  <a:pt x="38100" y="180975"/>
                </a:lnTo>
                <a:close/>
                <a:moveTo>
                  <a:pt x="47625" y="180975"/>
                </a:moveTo>
                <a:lnTo>
                  <a:pt x="57150" y="180975"/>
                </a:lnTo>
                <a:lnTo>
                  <a:pt x="57150" y="190500"/>
                </a:lnTo>
                <a:lnTo>
                  <a:pt x="47625" y="190500"/>
                </a:lnTo>
                <a:close/>
                <a:moveTo>
                  <a:pt x="38100" y="209550"/>
                </a:moveTo>
                <a:lnTo>
                  <a:pt x="47625" y="209550"/>
                </a:lnTo>
                <a:lnTo>
                  <a:pt x="47625" y="219075"/>
                </a:lnTo>
                <a:lnTo>
                  <a:pt x="66675" y="219075"/>
                </a:lnTo>
                <a:lnTo>
                  <a:pt x="66675" y="238125"/>
                </a:lnTo>
                <a:lnTo>
                  <a:pt x="57150" y="238125"/>
                </a:lnTo>
                <a:lnTo>
                  <a:pt x="57150" y="247650"/>
                </a:lnTo>
                <a:lnTo>
                  <a:pt x="47625" y="247650"/>
                </a:lnTo>
                <a:lnTo>
                  <a:pt x="47625" y="276225"/>
                </a:lnTo>
                <a:lnTo>
                  <a:pt x="38100" y="276225"/>
                </a:lnTo>
                <a:lnTo>
                  <a:pt x="38100" y="247650"/>
                </a:lnTo>
                <a:lnTo>
                  <a:pt x="28575" y="247650"/>
                </a:lnTo>
                <a:lnTo>
                  <a:pt x="28575" y="219075"/>
                </a:lnTo>
                <a:lnTo>
                  <a:pt x="38100" y="219075"/>
                </a:lnTo>
                <a:close/>
                <a:moveTo>
                  <a:pt x="533400" y="228600"/>
                </a:moveTo>
                <a:lnTo>
                  <a:pt x="552450" y="228600"/>
                </a:lnTo>
                <a:lnTo>
                  <a:pt x="552450" y="247650"/>
                </a:lnTo>
                <a:lnTo>
                  <a:pt x="542925" y="247650"/>
                </a:lnTo>
                <a:lnTo>
                  <a:pt x="542925" y="238125"/>
                </a:lnTo>
                <a:lnTo>
                  <a:pt x="533400" y="238125"/>
                </a:lnTo>
                <a:close/>
                <a:moveTo>
                  <a:pt x="161925" y="247650"/>
                </a:moveTo>
                <a:lnTo>
                  <a:pt x="171450" y="247650"/>
                </a:lnTo>
                <a:lnTo>
                  <a:pt x="171450" y="257175"/>
                </a:lnTo>
                <a:lnTo>
                  <a:pt x="161925" y="257175"/>
                </a:lnTo>
                <a:close/>
                <a:moveTo>
                  <a:pt x="1228725" y="247650"/>
                </a:moveTo>
                <a:lnTo>
                  <a:pt x="1247775" y="247650"/>
                </a:lnTo>
                <a:lnTo>
                  <a:pt x="1247775" y="257175"/>
                </a:lnTo>
                <a:lnTo>
                  <a:pt x="1228725" y="257175"/>
                </a:lnTo>
                <a:close/>
                <a:moveTo>
                  <a:pt x="219075" y="257175"/>
                </a:moveTo>
                <a:lnTo>
                  <a:pt x="228600" y="257175"/>
                </a:lnTo>
                <a:lnTo>
                  <a:pt x="228600" y="285750"/>
                </a:lnTo>
                <a:lnTo>
                  <a:pt x="209550" y="285750"/>
                </a:lnTo>
                <a:lnTo>
                  <a:pt x="209550" y="266700"/>
                </a:lnTo>
                <a:lnTo>
                  <a:pt x="219075" y="266700"/>
                </a:lnTo>
                <a:close/>
                <a:moveTo>
                  <a:pt x="1247775" y="257175"/>
                </a:moveTo>
                <a:lnTo>
                  <a:pt x="1285875" y="257175"/>
                </a:lnTo>
                <a:lnTo>
                  <a:pt x="1285875" y="266700"/>
                </a:lnTo>
                <a:lnTo>
                  <a:pt x="1276350" y="266700"/>
                </a:lnTo>
                <a:lnTo>
                  <a:pt x="1276350" y="276225"/>
                </a:lnTo>
                <a:lnTo>
                  <a:pt x="1285875" y="276225"/>
                </a:lnTo>
                <a:lnTo>
                  <a:pt x="1285875" y="285750"/>
                </a:lnTo>
                <a:lnTo>
                  <a:pt x="1257300" y="285750"/>
                </a:lnTo>
                <a:lnTo>
                  <a:pt x="1257300" y="295275"/>
                </a:lnTo>
                <a:lnTo>
                  <a:pt x="1266825" y="295275"/>
                </a:lnTo>
                <a:lnTo>
                  <a:pt x="1266825" y="304800"/>
                </a:lnTo>
                <a:lnTo>
                  <a:pt x="1247775" y="304800"/>
                </a:lnTo>
                <a:lnTo>
                  <a:pt x="1247775" y="285750"/>
                </a:lnTo>
                <a:lnTo>
                  <a:pt x="1238250" y="285750"/>
                </a:lnTo>
                <a:lnTo>
                  <a:pt x="1238250" y="266700"/>
                </a:lnTo>
                <a:lnTo>
                  <a:pt x="1247775" y="266700"/>
                </a:lnTo>
                <a:close/>
                <a:moveTo>
                  <a:pt x="1724025" y="257175"/>
                </a:moveTo>
                <a:lnTo>
                  <a:pt x="1733550" y="257175"/>
                </a:lnTo>
                <a:lnTo>
                  <a:pt x="1733550" y="266700"/>
                </a:lnTo>
                <a:lnTo>
                  <a:pt x="1724025" y="266700"/>
                </a:lnTo>
                <a:close/>
                <a:moveTo>
                  <a:pt x="171450" y="266700"/>
                </a:moveTo>
                <a:lnTo>
                  <a:pt x="180975" y="266700"/>
                </a:lnTo>
                <a:lnTo>
                  <a:pt x="180975" y="285750"/>
                </a:lnTo>
                <a:lnTo>
                  <a:pt x="142875" y="285750"/>
                </a:lnTo>
                <a:lnTo>
                  <a:pt x="142875" y="276225"/>
                </a:lnTo>
                <a:lnTo>
                  <a:pt x="171450" y="276225"/>
                </a:lnTo>
                <a:close/>
                <a:moveTo>
                  <a:pt x="1857375" y="266700"/>
                </a:moveTo>
                <a:lnTo>
                  <a:pt x="1876425" y="266700"/>
                </a:lnTo>
                <a:lnTo>
                  <a:pt x="1876425" y="295275"/>
                </a:lnTo>
                <a:lnTo>
                  <a:pt x="1885950" y="295275"/>
                </a:lnTo>
                <a:lnTo>
                  <a:pt x="1885950" y="314325"/>
                </a:lnTo>
                <a:lnTo>
                  <a:pt x="1876425" y="314325"/>
                </a:lnTo>
                <a:lnTo>
                  <a:pt x="1876425" y="304800"/>
                </a:lnTo>
                <a:lnTo>
                  <a:pt x="1866900" y="304800"/>
                </a:lnTo>
                <a:lnTo>
                  <a:pt x="1866900" y="285750"/>
                </a:lnTo>
                <a:lnTo>
                  <a:pt x="1857375" y="285750"/>
                </a:lnTo>
                <a:close/>
                <a:moveTo>
                  <a:pt x="476250" y="285750"/>
                </a:moveTo>
                <a:lnTo>
                  <a:pt x="485775" y="285750"/>
                </a:lnTo>
                <a:lnTo>
                  <a:pt x="485775" y="304800"/>
                </a:lnTo>
                <a:lnTo>
                  <a:pt x="476250" y="304800"/>
                </a:lnTo>
                <a:close/>
                <a:moveTo>
                  <a:pt x="495300" y="285750"/>
                </a:moveTo>
                <a:lnTo>
                  <a:pt x="514350" y="285750"/>
                </a:lnTo>
                <a:lnTo>
                  <a:pt x="514350" y="295275"/>
                </a:lnTo>
                <a:lnTo>
                  <a:pt x="495300" y="295275"/>
                </a:lnTo>
                <a:close/>
                <a:moveTo>
                  <a:pt x="1219200" y="285750"/>
                </a:moveTo>
                <a:lnTo>
                  <a:pt x="1238250" y="285750"/>
                </a:lnTo>
                <a:lnTo>
                  <a:pt x="1238250" y="304800"/>
                </a:lnTo>
                <a:lnTo>
                  <a:pt x="1219200" y="304800"/>
                </a:lnTo>
                <a:lnTo>
                  <a:pt x="1219200" y="314325"/>
                </a:lnTo>
                <a:lnTo>
                  <a:pt x="1209675" y="314325"/>
                </a:lnTo>
                <a:lnTo>
                  <a:pt x="1209675" y="295275"/>
                </a:lnTo>
                <a:lnTo>
                  <a:pt x="1219200" y="295275"/>
                </a:lnTo>
                <a:close/>
                <a:moveTo>
                  <a:pt x="1352550" y="285750"/>
                </a:moveTo>
                <a:lnTo>
                  <a:pt x="1390650" y="285750"/>
                </a:lnTo>
                <a:lnTo>
                  <a:pt x="1390650" y="295275"/>
                </a:lnTo>
                <a:lnTo>
                  <a:pt x="1352550" y="295275"/>
                </a:lnTo>
                <a:close/>
                <a:moveTo>
                  <a:pt x="1571625" y="285750"/>
                </a:moveTo>
                <a:lnTo>
                  <a:pt x="1581150" y="285750"/>
                </a:lnTo>
                <a:lnTo>
                  <a:pt x="1581150" y="295275"/>
                </a:lnTo>
                <a:lnTo>
                  <a:pt x="1590675" y="295275"/>
                </a:lnTo>
                <a:lnTo>
                  <a:pt x="1590675" y="304800"/>
                </a:lnTo>
                <a:lnTo>
                  <a:pt x="1571625" y="304800"/>
                </a:lnTo>
                <a:close/>
                <a:moveTo>
                  <a:pt x="1514475" y="295275"/>
                </a:moveTo>
                <a:lnTo>
                  <a:pt x="1524000" y="295275"/>
                </a:lnTo>
                <a:lnTo>
                  <a:pt x="1524000" y="304800"/>
                </a:lnTo>
                <a:lnTo>
                  <a:pt x="1514475" y="304800"/>
                </a:lnTo>
                <a:close/>
                <a:moveTo>
                  <a:pt x="1762125" y="314325"/>
                </a:moveTo>
                <a:lnTo>
                  <a:pt x="1771650" y="314325"/>
                </a:lnTo>
                <a:lnTo>
                  <a:pt x="1771650" y="323850"/>
                </a:lnTo>
                <a:lnTo>
                  <a:pt x="1762125" y="323850"/>
                </a:lnTo>
                <a:close/>
                <a:moveTo>
                  <a:pt x="209550" y="323850"/>
                </a:moveTo>
                <a:lnTo>
                  <a:pt x="228600" y="323850"/>
                </a:lnTo>
                <a:lnTo>
                  <a:pt x="228600" y="333375"/>
                </a:lnTo>
                <a:lnTo>
                  <a:pt x="219075" y="333375"/>
                </a:lnTo>
                <a:lnTo>
                  <a:pt x="219075" y="342900"/>
                </a:lnTo>
                <a:lnTo>
                  <a:pt x="209550" y="342900"/>
                </a:lnTo>
                <a:close/>
                <a:moveTo>
                  <a:pt x="1543050" y="333375"/>
                </a:moveTo>
                <a:lnTo>
                  <a:pt x="1552575" y="333375"/>
                </a:lnTo>
                <a:lnTo>
                  <a:pt x="1552575" y="342900"/>
                </a:lnTo>
                <a:lnTo>
                  <a:pt x="1543050" y="342900"/>
                </a:lnTo>
                <a:close/>
                <a:moveTo>
                  <a:pt x="971550" y="342900"/>
                </a:moveTo>
                <a:lnTo>
                  <a:pt x="981075" y="342900"/>
                </a:lnTo>
                <a:lnTo>
                  <a:pt x="981075" y="352425"/>
                </a:lnTo>
                <a:lnTo>
                  <a:pt x="971550" y="352425"/>
                </a:lnTo>
                <a:close/>
                <a:moveTo>
                  <a:pt x="1038225" y="342900"/>
                </a:moveTo>
                <a:lnTo>
                  <a:pt x="1143000" y="342900"/>
                </a:lnTo>
                <a:lnTo>
                  <a:pt x="1143000" y="352425"/>
                </a:lnTo>
                <a:lnTo>
                  <a:pt x="1066800" y="352425"/>
                </a:lnTo>
                <a:lnTo>
                  <a:pt x="1066800" y="361950"/>
                </a:lnTo>
                <a:lnTo>
                  <a:pt x="1104900" y="361950"/>
                </a:lnTo>
                <a:lnTo>
                  <a:pt x="1104900" y="371475"/>
                </a:lnTo>
                <a:lnTo>
                  <a:pt x="1095375" y="371475"/>
                </a:lnTo>
                <a:lnTo>
                  <a:pt x="1095375" y="390525"/>
                </a:lnTo>
                <a:lnTo>
                  <a:pt x="1085850" y="390525"/>
                </a:lnTo>
                <a:lnTo>
                  <a:pt x="1085850" y="400050"/>
                </a:lnTo>
                <a:lnTo>
                  <a:pt x="1076325" y="400050"/>
                </a:lnTo>
                <a:lnTo>
                  <a:pt x="1076325" y="371475"/>
                </a:lnTo>
                <a:lnTo>
                  <a:pt x="1066800" y="371475"/>
                </a:lnTo>
                <a:lnTo>
                  <a:pt x="1066800" y="400050"/>
                </a:lnTo>
                <a:lnTo>
                  <a:pt x="1057275" y="400050"/>
                </a:lnTo>
                <a:lnTo>
                  <a:pt x="1057275" y="381000"/>
                </a:lnTo>
                <a:lnTo>
                  <a:pt x="1038225" y="381000"/>
                </a:lnTo>
                <a:close/>
                <a:moveTo>
                  <a:pt x="1152525" y="342900"/>
                </a:moveTo>
                <a:lnTo>
                  <a:pt x="1171575" y="342900"/>
                </a:lnTo>
                <a:lnTo>
                  <a:pt x="1171575" y="352425"/>
                </a:lnTo>
                <a:lnTo>
                  <a:pt x="1152525" y="352425"/>
                </a:lnTo>
                <a:close/>
                <a:moveTo>
                  <a:pt x="1771650" y="371475"/>
                </a:moveTo>
                <a:lnTo>
                  <a:pt x="1781175" y="371475"/>
                </a:lnTo>
                <a:lnTo>
                  <a:pt x="1781175" y="409575"/>
                </a:lnTo>
                <a:lnTo>
                  <a:pt x="1771650" y="409575"/>
                </a:lnTo>
                <a:close/>
                <a:moveTo>
                  <a:pt x="200025" y="381000"/>
                </a:moveTo>
                <a:lnTo>
                  <a:pt x="209550" y="381000"/>
                </a:lnTo>
                <a:lnTo>
                  <a:pt x="209550" y="390525"/>
                </a:lnTo>
                <a:lnTo>
                  <a:pt x="200025" y="390525"/>
                </a:lnTo>
                <a:close/>
                <a:moveTo>
                  <a:pt x="1019175" y="409575"/>
                </a:moveTo>
                <a:lnTo>
                  <a:pt x="1028700" y="409575"/>
                </a:lnTo>
                <a:lnTo>
                  <a:pt x="1028700" y="419100"/>
                </a:lnTo>
                <a:lnTo>
                  <a:pt x="1019175" y="419100"/>
                </a:lnTo>
                <a:close/>
                <a:moveTo>
                  <a:pt x="323850" y="457200"/>
                </a:moveTo>
                <a:lnTo>
                  <a:pt x="333375" y="457200"/>
                </a:lnTo>
                <a:lnTo>
                  <a:pt x="333375" y="466725"/>
                </a:lnTo>
                <a:lnTo>
                  <a:pt x="323850" y="466725"/>
                </a:lnTo>
                <a:close/>
                <a:moveTo>
                  <a:pt x="561975" y="476250"/>
                </a:moveTo>
                <a:lnTo>
                  <a:pt x="590550" y="476250"/>
                </a:lnTo>
                <a:lnTo>
                  <a:pt x="590550" y="485775"/>
                </a:lnTo>
                <a:lnTo>
                  <a:pt x="561975" y="485775"/>
                </a:lnTo>
                <a:close/>
                <a:moveTo>
                  <a:pt x="704850" y="476250"/>
                </a:moveTo>
                <a:lnTo>
                  <a:pt x="714375" y="476250"/>
                </a:lnTo>
                <a:lnTo>
                  <a:pt x="714375" y="495300"/>
                </a:lnTo>
                <a:lnTo>
                  <a:pt x="695325" y="495300"/>
                </a:lnTo>
                <a:lnTo>
                  <a:pt x="695325" y="504825"/>
                </a:lnTo>
                <a:lnTo>
                  <a:pt x="685800" y="504825"/>
                </a:lnTo>
                <a:lnTo>
                  <a:pt x="685800" y="495300"/>
                </a:lnTo>
                <a:lnTo>
                  <a:pt x="666750" y="495300"/>
                </a:lnTo>
                <a:lnTo>
                  <a:pt x="666750" y="485775"/>
                </a:lnTo>
                <a:lnTo>
                  <a:pt x="704850" y="485775"/>
                </a:lnTo>
                <a:close/>
                <a:moveTo>
                  <a:pt x="809625" y="476250"/>
                </a:moveTo>
                <a:lnTo>
                  <a:pt x="828675" y="476250"/>
                </a:lnTo>
                <a:lnTo>
                  <a:pt x="828675" y="485775"/>
                </a:lnTo>
                <a:lnTo>
                  <a:pt x="809625" y="485775"/>
                </a:lnTo>
                <a:close/>
                <a:moveTo>
                  <a:pt x="523875" y="485775"/>
                </a:moveTo>
                <a:lnTo>
                  <a:pt x="533400" y="485775"/>
                </a:lnTo>
                <a:lnTo>
                  <a:pt x="533400" y="495300"/>
                </a:lnTo>
                <a:lnTo>
                  <a:pt x="523875" y="495300"/>
                </a:lnTo>
                <a:close/>
                <a:moveTo>
                  <a:pt x="590550" y="485775"/>
                </a:moveTo>
                <a:lnTo>
                  <a:pt x="609600" y="485775"/>
                </a:lnTo>
                <a:lnTo>
                  <a:pt x="609600" y="504825"/>
                </a:lnTo>
                <a:lnTo>
                  <a:pt x="590550" y="504825"/>
                </a:lnTo>
                <a:close/>
                <a:moveTo>
                  <a:pt x="762000" y="485775"/>
                </a:moveTo>
                <a:lnTo>
                  <a:pt x="809625" y="485775"/>
                </a:lnTo>
                <a:lnTo>
                  <a:pt x="809625" y="495300"/>
                </a:lnTo>
                <a:lnTo>
                  <a:pt x="762000" y="495300"/>
                </a:lnTo>
                <a:close/>
                <a:moveTo>
                  <a:pt x="828675" y="485775"/>
                </a:moveTo>
                <a:lnTo>
                  <a:pt x="847725" y="485775"/>
                </a:lnTo>
                <a:lnTo>
                  <a:pt x="847725" y="495300"/>
                </a:lnTo>
                <a:lnTo>
                  <a:pt x="828675" y="495300"/>
                </a:lnTo>
                <a:close/>
                <a:moveTo>
                  <a:pt x="571500" y="495300"/>
                </a:moveTo>
                <a:lnTo>
                  <a:pt x="581025" y="495300"/>
                </a:lnTo>
                <a:lnTo>
                  <a:pt x="581025" y="504825"/>
                </a:lnTo>
                <a:lnTo>
                  <a:pt x="571500" y="504825"/>
                </a:lnTo>
                <a:close/>
                <a:moveTo>
                  <a:pt x="809625" y="495300"/>
                </a:moveTo>
                <a:lnTo>
                  <a:pt x="828675" y="495300"/>
                </a:lnTo>
                <a:lnTo>
                  <a:pt x="828675" y="504825"/>
                </a:lnTo>
                <a:lnTo>
                  <a:pt x="809625" y="504825"/>
                </a:lnTo>
                <a:close/>
                <a:moveTo>
                  <a:pt x="571500" y="514350"/>
                </a:moveTo>
                <a:lnTo>
                  <a:pt x="581025" y="514350"/>
                </a:lnTo>
                <a:lnTo>
                  <a:pt x="581025" y="523875"/>
                </a:lnTo>
                <a:lnTo>
                  <a:pt x="571500" y="523875"/>
                </a:lnTo>
                <a:close/>
                <a:moveTo>
                  <a:pt x="590550" y="514350"/>
                </a:moveTo>
                <a:lnTo>
                  <a:pt x="600075" y="514350"/>
                </a:lnTo>
                <a:lnTo>
                  <a:pt x="600075" y="523875"/>
                </a:lnTo>
                <a:lnTo>
                  <a:pt x="590550" y="523875"/>
                </a:lnTo>
                <a:close/>
                <a:moveTo>
                  <a:pt x="266700" y="523875"/>
                </a:moveTo>
                <a:lnTo>
                  <a:pt x="276225" y="523875"/>
                </a:lnTo>
                <a:lnTo>
                  <a:pt x="276225" y="533400"/>
                </a:lnTo>
                <a:lnTo>
                  <a:pt x="266700" y="533400"/>
                </a:lnTo>
                <a:close/>
                <a:moveTo>
                  <a:pt x="504825" y="523875"/>
                </a:moveTo>
                <a:lnTo>
                  <a:pt x="523875" y="523875"/>
                </a:lnTo>
                <a:lnTo>
                  <a:pt x="523875" y="533400"/>
                </a:lnTo>
                <a:lnTo>
                  <a:pt x="552450" y="533400"/>
                </a:lnTo>
                <a:lnTo>
                  <a:pt x="552450" y="523875"/>
                </a:lnTo>
                <a:lnTo>
                  <a:pt x="561975" y="523875"/>
                </a:lnTo>
                <a:lnTo>
                  <a:pt x="561975" y="542925"/>
                </a:lnTo>
                <a:lnTo>
                  <a:pt x="571500" y="542925"/>
                </a:lnTo>
                <a:lnTo>
                  <a:pt x="571500" y="552450"/>
                </a:lnTo>
                <a:lnTo>
                  <a:pt x="542925" y="552450"/>
                </a:lnTo>
                <a:lnTo>
                  <a:pt x="542925" y="561975"/>
                </a:lnTo>
                <a:lnTo>
                  <a:pt x="523875" y="561975"/>
                </a:lnTo>
                <a:lnTo>
                  <a:pt x="523875" y="571500"/>
                </a:lnTo>
                <a:lnTo>
                  <a:pt x="514350" y="571500"/>
                </a:lnTo>
                <a:lnTo>
                  <a:pt x="514350" y="561975"/>
                </a:lnTo>
                <a:lnTo>
                  <a:pt x="504825" y="561975"/>
                </a:lnTo>
                <a:lnTo>
                  <a:pt x="504825" y="552450"/>
                </a:lnTo>
                <a:lnTo>
                  <a:pt x="495300" y="552450"/>
                </a:lnTo>
                <a:lnTo>
                  <a:pt x="495300" y="533400"/>
                </a:lnTo>
                <a:lnTo>
                  <a:pt x="504825" y="533400"/>
                </a:lnTo>
                <a:close/>
                <a:moveTo>
                  <a:pt x="295275" y="561975"/>
                </a:moveTo>
                <a:lnTo>
                  <a:pt x="314325" y="561975"/>
                </a:lnTo>
                <a:lnTo>
                  <a:pt x="314325" y="571500"/>
                </a:lnTo>
                <a:lnTo>
                  <a:pt x="295275" y="571500"/>
                </a:lnTo>
                <a:close/>
                <a:moveTo>
                  <a:pt x="1771650" y="561975"/>
                </a:moveTo>
                <a:lnTo>
                  <a:pt x="1781175" y="561975"/>
                </a:lnTo>
                <a:lnTo>
                  <a:pt x="1781175" y="657225"/>
                </a:lnTo>
                <a:lnTo>
                  <a:pt x="1771650" y="657225"/>
                </a:lnTo>
                <a:close/>
                <a:moveTo>
                  <a:pt x="428625" y="571500"/>
                </a:moveTo>
                <a:lnTo>
                  <a:pt x="438150" y="571500"/>
                </a:lnTo>
                <a:lnTo>
                  <a:pt x="438150" y="581025"/>
                </a:lnTo>
                <a:lnTo>
                  <a:pt x="428625" y="581025"/>
                </a:lnTo>
                <a:close/>
                <a:moveTo>
                  <a:pt x="533400" y="571500"/>
                </a:moveTo>
                <a:lnTo>
                  <a:pt x="542925" y="571500"/>
                </a:lnTo>
                <a:lnTo>
                  <a:pt x="542925" y="581025"/>
                </a:lnTo>
                <a:lnTo>
                  <a:pt x="533400" y="581025"/>
                </a:lnTo>
                <a:close/>
                <a:moveTo>
                  <a:pt x="923925" y="571500"/>
                </a:moveTo>
                <a:lnTo>
                  <a:pt x="933450" y="571500"/>
                </a:lnTo>
                <a:lnTo>
                  <a:pt x="933450" y="581025"/>
                </a:lnTo>
                <a:lnTo>
                  <a:pt x="923925" y="581025"/>
                </a:lnTo>
                <a:close/>
                <a:moveTo>
                  <a:pt x="276225" y="581025"/>
                </a:moveTo>
                <a:lnTo>
                  <a:pt x="285750" y="581025"/>
                </a:lnTo>
                <a:lnTo>
                  <a:pt x="285750" y="600075"/>
                </a:lnTo>
                <a:lnTo>
                  <a:pt x="276225" y="600075"/>
                </a:lnTo>
                <a:close/>
                <a:moveTo>
                  <a:pt x="447675" y="590550"/>
                </a:moveTo>
                <a:lnTo>
                  <a:pt x="457200" y="590550"/>
                </a:lnTo>
                <a:lnTo>
                  <a:pt x="457200" y="619125"/>
                </a:lnTo>
                <a:lnTo>
                  <a:pt x="438150" y="619125"/>
                </a:lnTo>
                <a:lnTo>
                  <a:pt x="438150" y="609600"/>
                </a:lnTo>
                <a:lnTo>
                  <a:pt x="428625" y="609600"/>
                </a:lnTo>
                <a:lnTo>
                  <a:pt x="428625" y="600075"/>
                </a:lnTo>
                <a:lnTo>
                  <a:pt x="447675" y="600075"/>
                </a:lnTo>
                <a:close/>
                <a:moveTo>
                  <a:pt x="533400" y="590550"/>
                </a:moveTo>
                <a:lnTo>
                  <a:pt x="542925" y="590550"/>
                </a:lnTo>
                <a:lnTo>
                  <a:pt x="542925" y="609600"/>
                </a:lnTo>
                <a:lnTo>
                  <a:pt x="552450" y="609600"/>
                </a:lnTo>
                <a:lnTo>
                  <a:pt x="552450" y="619125"/>
                </a:lnTo>
                <a:lnTo>
                  <a:pt x="533400" y="619125"/>
                </a:lnTo>
                <a:lnTo>
                  <a:pt x="533400" y="628650"/>
                </a:lnTo>
                <a:lnTo>
                  <a:pt x="523875" y="628650"/>
                </a:lnTo>
                <a:lnTo>
                  <a:pt x="523875" y="619125"/>
                </a:lnTo>
                <a:lnTo>
                  <a:pt x="514350" y="619125"/>
                </a:lnTo>
                <a:lnTo>
                  <a:pt x="514350" y="609600"/>
                </a:lnTo>
                <a:lnTo>
                  <a:pt x="523875" y="609600"/>
                </a:lnTo>
                <a:lnTo>
                  <a:pt x="523875" y="600075"/>
                </a:lnTo>
                <a:lnTo>
                  <a:pt x="533400" y="600075"/>
                </a:lnTo>
                <a:close/>
                <a:moveTo>
                  <a:pt x="933450" y="590550"/>
                </a:moveTo>
                <a:lnTo>
                  <a:pt x="942975" y="590550"/>
                </a:lnTo>
                <a:lnTo>
                  <a:pt x="942975" y="600075"/>
                </a:lnTo>
                <a:lnTo>
                  <a:pt x="933450" y="600075"/>
                </a:lnTo>
                <a:close/>
                <a:moveTo>
                  <a:pt x="923925" y="600075"/>
                </a:moveTo>
                <a:lnTo>
                  <a:pt x="933450" y="600075"/>
                </a:lnTo>
                <a:lnTo>
                  <a:pt x="933450" y="609600"/>
                </a:lnTo>
                <a:lnTo>
                  <a:pt x="923925" y="609600"/>
                </a:lnTo>
                <a:close/>
                <a:moveTo>
                  <a:pt x="228600" y="609600"/>
                </a:moveTo>
                <a:lnTo>
                  <a:pt x="238125" y="609600"/>
                </a:lnTo>
                <a:lnTo>
                  <a:pt x="238125" y="647700"/>
                </a:lnTo>
                <a:lnTo>
                  <a:pt x="228600" y="647700"/>
                </a:lnTo>
                <a:lnTo>
                  <a:pt x="228600" y="628650"/>
                </a:lnTo>
                <a:lnTo>
                  <a:pt x="219075" y="628650"/>
                </a:lnTo>
                <a:lnTo>
                  <a:pt x="219075" y="619125"/>
                </a:lnTo>
                <a:lnTo>
                  <a:pt x="228600" y="619125"/>
                </a:lnTo>
                <a:close/>
                <a:moveTo>
                  <a:pt x="285750" y="619125"/>
                </a:moveTo>
                <a:lnTo>
                  <a:pt x="295275" y="619125"/>
                </a:lnTo>
                <a:lnTo>
                  <a:pt x="295275" y="628650"/>
                </a:lnTo>
                <a:lnTo>
                  <a:pt x="314325" y="628650"/>
                </a:lnTo>
                <a:lnTo>
                  <a:pt x="314325" y="638175"/>
                </a:lnTo>
                <a:lnTo>
                  <a:pt x="257175" y="638175"/>
                </a:lnTo>
                <a:lnTo>
                  <a:pt x="257175" y="628650"/>
                </a:lnTo>
                <a:lnTo>
                  <a:pt x="285750" y="628650"/>
                </a:lnTo>
                <a:close/>
                <a:moveTo>
                  <a:pt x="904875" y="619125"/>
                </a:moveTo>
                <a:lnTo>
                  <a:pt x="952500" y="619125"/>
                </a:lnTo>
                <a:lnTo>
                  <a:pt x="952500" y="628650"/>
                </a:lnTo>
                <a:lnTo>
                  <a:pt x="904875" y="628650"/>
                </a:lnTo>
                <a:close/>
                <a:moveTo>
                  <a:pt x="1114425" y="619125"/>
                </a:moveTo>
                <a:lnTo>
                  <a:pt x="1133475" y="619125"/>
                </a:lnTo>
                <a:lnTo>
                  <a:pt x="1133475" y="638175"/>
                </a:lnTo>
                <a:lnTo>
                  <a:pt x="1123950" y="638175"/>
                </a:lnTo>
                <a:lnTo>
                  <a:pt x="1123950" y="647700"/>
                </a:lnTo>
                <a:lnTo>
                  <a:pt x="1095375" y="647700"/>
                </a:lnTo>
                <a:lnTo>
                  <a:pt x="1095375" y="628650"/>
                </a:lnTo>
                <a:lnTo>
                  <a:pt x="1104900" y="628650"/>
                </a:lnTo>
                <a:lnTo>
                  <a:pt x="1104900" y="638175"/>
                </a:lnTo>
                <a:lnTo>
                  <a:pt x="1114425" y="638175"/>
                </a:lnTo>
                <a:close/>
                <a:moveTo>
                  <a:pt x="409575" y="628650"/>
                </a:moveTo>
                <a:lnTo>
                  <a:pt x="419100" y="628650"/>
                </a:lnTo>
                <a:lnTo>
                  <a:pt x="419100" y="638175"/>
                </a:lnTo>
                <a:lnTo>
                  <a:pt x="409575" y="638175"/>
                </a:lnTo>
                <a:close/>
                <a:moveTo>
                  <a:pt x="571500" y="628650"/>
                </a:moveTo>
                <a:lnTo>
                  <a:pt x="600075" y="628650"/>
                </a:lnTo>
                <a:lnTo>
                  <a:pt x="600075" y="638175"/>
                </a:lnTo>
                <a:lnTo>
                  <a:pt x="571500" y="638175"/>
                </a:lnTo>
                <a:close/>
                <a:moveTo>
                  <a:pt x="638175" y="628650"/>
                </a:moveTo>
                <a:lnTo>
                  <a:pt x="666750" y="628650"/>
                </a:lnTo>
                <a:lnTo>
                  <a:pt x="666750" y="638175"/>
                </a:lnTo>
                <a:lnTo>
                  <a:pt x="657225" y="638175"/>
                </a:lnTo>
                <a:lnTo>
                  <a:pt x="657225" y="647700"/>
                </a:lnTo>
                <a:lnTo>
                  <a:pt x="647700" y="647700"/>
                </a:lnTo>
                <a:lnTo>
                  <a:pt x="647700" y="638175"/>
                </a:lnTo>
                <a:lnTo>
                  <a:pt x="638175" y="638175"/>
                </a:lnTo>
                <a:close/>
                <a:moveTo>
                  <a:pt x="895350" y="628650"/>
                </a:moveTo>
                <a:lnTo>
                  <a:pt x="904875" y="628650"/>
                </a:lnTo>
                <a:lnTo>
                  <a:pt x="904875" y="647700"/>
                </a:lnTo>
                <a:lnTo>
                  <a:pt x="895350" y="647700"/>
                </a:lnTo>
                <a:close/>
                <a:moveTo>
                  <a:pt x="352425" y="638175"/>
                </a:moveTo>
                <a:lnTo>
                  <a:pt x="361950" y="638175"/>
                </a:lnTo>
                <a:lnTo>
                  <a:pt x="361950" y="647700"/>
                </a:lnTo>
                <a:lnTo>
                  <a:pt x="352425" y="647700"/>
                </a:lnTo>
                <a:close/>
                <a:moveTo>
                  <a:pt x="981075" y="638175"/>
                </a:moveTo>
                <a:lnTo>
                  <a:pt x="990600" y="638175"/>
                </a:lnTo>
                <a:lnTo>
                  <a:pt x="990600" y="647700"/>
                </a:lnTo>
                <a:lnTo>
                  <a:pt x="981075" y="647700"/>
                </a:lnTo>
                <a:close/>
                <a:moveTo>
                  <a:pt x="1181100" y="638175"/>
                </a:moveTo>
                <a:lnTo>
                  <a:pt x="1190625" y="638175"/>
                </a:lnTo>
                <a:lnTo>
                  <a:pt x="1190625" y="647700"/>
                </a:lnTo>
                <a:lnTo>
                  <a:pt x="1181100" y="647700"/>
                </a:lnTo>
                <a:close/>
                <a:moveTo>
                  <a:pt x="1276350" y="685800"/>
                </a:moveTo>
                <a:lnTo>
                  <a:pt x="1285875" y="685800"/>
                </a:lnTo>
                <a:lnTo>
                  <a:pt x="1285875" y="723900"/>
                </a:lnTo>
                <a:lnTo>
                  <a:pt x="1295400" y="723900"/>
                </a:lnTo>
                <a:lnTo>
                  <a:pt x="1295400" y="733425"/>
                </a:lnTo>
                <a:lnTo>
                  <a:pt x="1304925" y="733425"/>
                </a:lnTo>
                <a:lnTo>
                  <a:pt x="1304925" y="762000"/>
                </a:lnTo>
                <a:lnTo>
                  <a:pt x="1276350" y="762000"/>
                </a:lnTo>
                <a:lnTo>
                  <a:pt x="1276350" y="752475"/>
                </a:lnTo>
                <a:lnTo>
                  <a:pt x="1238250" y="752475"/>
                </a:lnTo>
                <a:lnTo>
                  <a:pt x="1238250" y="742950"/>
                </a:lnTo>
                <a:lnTo>
                  <a:pt x="1247775" y="742950"/>
                </a:lnTo>
                <a:lnTo>
                  <a:pt x="1247775" y="733425"/>
                </a:lnTo>
                <a:lnTo>
                  <a:pt x="1257300" y="733425"/>
                </a:lnTo>
                <a:lnTo>
                  <a:pt x="1257300" y="723900"/>
                </a:lnTo>
                <a:lnTo>
                  <a:pt x="1266825" y="723900"/>
                </a:lnTo>
                <a:lnTo>
                  <a:pt x="1266825" y="714375"/>
                </a:lnTo>
                <a:lnTo>
                  <a:pt x="1276350" y="714375"/>
                </a:lnTo>
                <a:lnTo>
                  <a:pt x="1276350" y="704850"/>
                </a:lnTo>
                <a:lnTo>
                  <a:pt x="1266825" y="704850"/>
                </a:lnTo>
                <a:lnTo>
                  <a:pt x="1266825" y="695325"/>
                </a:lnTo>
                <a:lnTo>
                  <a:pt x="1276350" y="695325"/>
                </a:lnTo>
                <a:close/>
                <a:moveTo>
                  <a:pt x="1771650" y="685800"/>
                </a:moveTo>
                <a:lnTo>
                  <a:pt x="1781175" y="685800"/>
                </a:lnTo>
                <a:lnTo>
                  <a:pt x="1781175" y="771525"/>
                </a:lnTo>
                <a:lnTo>
                  <a:pt x="1771650" y="771525"/>
                </a:lnTo>
                <a:lnTo>
                  <a:pt x="1771650" y="781050"/>
                </a:lnTo>
                <a:lnTo>
                  <a:pt x="1762125" y="781050"/>
                </a:lnTo>
                <a:lnTo>
                  <a:pt x="1762125" y="790575"/>
                </a:lnTo>
                <a:lnTo>
                  <a:pt x="1704975" y="790575"/>
                </a:lnTo>
                <a:lnTo>
                  <a:pt x="1704975" y="781050"/>
                </a:lnTo>
                <a:lnTo>
                  <a:pt x="1676400" y="781050"/>
                </a:lnTo>
                <a:lnTo>
                  <a:pt x="1676400" y="790575"/>
                </a:lnTo>
                <a:lnTo>
                  <a:pt x="1666875" y="790575"/>
                </a:lnTo>
                <a:lnTo>
                  <a:pt x="1666875" y="771525"/>
                </a:lnTo>
                <a:lnTo>
                  <a:pt x="1676400" y="771525"/>
                </a:lnTo>
                <a:lnTo>
                  <a:pt x="1676400" y="762000"/>
                </a:lnTo>
                <a:lnTo>
                  <a:pt x="1704975" y="762000"/>
                </a:lnTo>
                <a:lnTo>
                  <a:pt x="1704975" y="771525"/>
                </a:lnTo>
                <a:lnTo>
                  <a:pt x="1733550" y="771525"/>
                </a:lnTo>
                <a:lnTo>
                  <a:pt x="1733550" y="781050"/>
                </a:lnTo>
                <a:lnTo>
                  <a:pt x="1752600" y="781050"/>
                </a:lnTo>
                <a:lnTo>
                  <a:pt x="1752600" y="742950"/>
                </a:lnTo>
                <a:lnTo>
                  <a:pt x="1743075" y="742950"/>
                </a:lnTo>
                <a:lnTo>
                  <a:pt x="1743075" y="733425"/>
                </a:lnTo>
                <a:lnTo>
                  <a:pt x="1752600" y="733425"/>
                </a:lnTo>
                <a:lnTo>
                  <a:pt x="1752600" y="704850"/>
                </a:lnTo>
                <a:lnTo>
                  <a:pt x="1762125" y="704850"/>
                </a:lnTo>
                <a:lnTo>
                  <a:pt x="1762125" y="762000"/>
                </a:lnTo>
                <a:lnTo>
                  <a:pt x="1771650" y="762000"/>
                </a:lnTo>
                <a:close/>
                <a:moveTo>
                  <a:pt x="1885950" y="685800"/>
                </a:moveTo>
                <a:lnTo>
                  <a:pt x="1895475" y="685800"/>
                </a:lnTo>
                <a:lnTo>
                  <a:pt x="1895475" y="742950"/>
                </a:lnTo>
                <a:lnTo>
                  <a:pt x="1885950" y="742950"/>
                </a:lnTo>
                <a:close/>
                <a:moveTo>
                  <a:pt x="209550" y="695325"/>
                </a:moveTo>
                <a:lnTo>
                  <a:pt x="228600" y="695325"/>
                </a:lnTo>
                <a:lnTo>
                  <a:pt x="228600" y="704850"/>
                </a:lnTo>
                <a:lnTo>
                  <a:pt x="219075" y="704850"/>
                </a:lnTo>
                <a:lnTo>
                  <a:pt x="219075" y="723900"/>
                </a:lnTo>
                <a:lnTo>
                  <a:pt x="209550" y="723900"/>
                </a:lnTo>
                <a:lnTo>
                  <a:pt x="209550" y="742950"/>
                </a:lnTo>
                <a:lnTo>
                  <a:pt x="200025" y="742950"/>
                </a:lnTo>
                <a:lnTo>
                  <a:pt x="200025" y="733425"/>
                </a:lnTo>
                <a:lnTo>
                  <a:pt x="190500" y="733425"/>
                </a:lnTo>
                <a:lnTo>
                  <a:pt x="190500" y="714375"/>
                </a:lnTo>
                <a:lnTo>
                  <a:pt x="209550" y="714375"/>
                </a:lnTo>
                <a:close/>
                <a:moveTo>
                  <a:pt x="1666875" y="695325"/>
                </a:moveTo>
                <a:lnTo>
                  <a:pt x="1676400" y="695325"/>
                </a:lnTo>
                <a:lnTo>
                  <a:pt x="1676400" y="704850"/>
                </a:lnTo>
                <a:lnTo>
                  <a:pt x="1666875" y="704850"/>
                </a:lnTo>
                <a:close/>
                <a:moveTo>
                  <a:pt x="1657350" y="704850"/>
                </a:moveTo>
                <a:lnTo>
                  <a:pt x="1666875" y="704850"/>
                </a:lnTo>
                <a:lnTo>
                  <a:pt x="1666875" y="714375"/>
                </a:lnTo>
                <a:lnTo>
                  <a:pt x="1657350" y="714375"/>
                </a:lnTo>
                <a:close/>
                <a:moveTo>
                  <a:pt x="1323975" y="714375"/>
                </a:moveTo>
                <a:lnTo>
                  <a:pt x="1333500" y="714375"/>
                </a:lnTo>
                <a:lnTo>
                  <a:pt x="1333500" y="733425"/>
                </a:lnTo>
                <a:lnTo>
                  <a:pt x="1323975" y="733425"/>
                </a:lnTo>
                <a:close/>
                <a:moveTo>
                  <a:pt x="1371600" y="714375"/>
                </a:moveTo>
                <a:lnTo>
                  <a:pt x="1390650" y="714375"/>
                </a:lnTo>
                <a:lnTo>
                  <a:pt x="1390650" y="723900"/>
                </a:lnTo>
                <a:lnTo>
                  <a:pt x="1381125" y="723900"/>
                </a:lnTo>
                <a:lnTo>
                  <a:pt x="1381125" y="733425"/>
                </a:lnTo>
                <a:lnTo>
                  <a:pt x="1362075" y="733425"/>
                </a:lnTo>
                <a:lnTo>
                  <a:pt x="1362075" y="752475"/>
                </a:lnTo>
                <a:lnTo>
                  <a:pt x="1400175" y="752475"/>
                </a:lnTo>
                <a:lnTo>
                  <a:pt x="1400175" y="742950"/>
                </a:lnTo>
                <a:lnTo>
                  <a:pt x="1409700" y="742950"/>
                </a:lnTo>
                <a:lnTo>
                  <a:pt x="1409700" y="752475"/>
                </a:lnTo>
                <a:lnTo>
                  <a:pt x="1428750" y="752475"/>
                </a:lnTo>
                <a:lnTo>
                  <a:pt x="1428750" y="771525"/>
                </a:lnTo>
                <a:lnTo>
                  <a:pt x="1390650" y="771525"/>
                </a:lnTo>
                <a:lnTo>
                  <a:pt x="1390650" y="762000"/>
                </a:lnTo>
                <a:lnTo>
                  <a:pt x="1352550" y="762000"/>
                </a:lnTo>
                <a:lnTo>
                  <a:pt x="1352550" y="752475"/>
                </a:lnTo>
                <a:lnTo>
                  <a:pt x="1343025" y="752475"/>
                </a:lnTo>
                <a:lnTo>
                  <a:pt x="1343025" y="723900"/>
                </a:lnTo>
                <a:lnTo>
                  <a:pt x="1371600" y="723900"/>
                </a:lnTo>
                <a:close/>
                <a:moveTo>
                  <a:pt x="1733550" y="714375"/>
                </a:moveTo>
                <a:lnTo>
                  <a:pt x="1743075" y="714375"/>
                </a:lnTo>
                <a:lnTo>
                  <a:pt x="1743075" y="723900"/>
                </a:lnTo>
                <a:lnTo>
                  <a:pt x="1733550" y="723900"/>
                </a:lnTo>
                <a:close/>
                <a:moveTo>
                  <a:pt x="1266825" y="742950"/>
                </a:moveTo>
                <a:lnTo>
                  <a:pt x="1276350" y="742950"/>
                </a:lnTo>
                <a:lnTo>
                  <a:pt x="1276350" y="733425"/>
                </a:lnTo>
                <a:lnTo>
                  <a:pt x="1266825" y="733425"/>
                </a:lnTo>
                <a:close/>
                <a:moveTo>
                  <a:pt x="1466850" y="742950"/>
                </a:moveTo>
                <a:lnTo>
                  <a:pt x="1485900" y="742950"/>
                </a:lnTo>
                <a:lnTo>
                  <a:pt x="1485900" y="762000"/>
                </a:lnTo>
                <a:lnTo>
                  <a:pt x="1476375" y="762000"/>
                </a:lnTo>
                <a:lnTo>
                  <a:pt x="1476375" y="752475"/>
                </a:lnTo>
                <a:lnTo>
                  <a:pt x="1466850" y="752475"/>
                </a:lnTo>
                <a:close/>
                <a:moveTo>
                  <a:pt x="1504950" y="742950"/>
                </a:moveTo>
                <a:lnTo>
                  <a:pt x="1514475" y="742950"/>
                </a:lnTo>
                <a:lnTo>
                  <a:pt x="1514475" y="752475"/>
                </a:lnTo>
                <a:lnTo>
                  <a:pt x="1504950" y="752475"/>
                </a:lnTo>
                <a:close/>
                <a:moveTo>
                  <a:pt x="1600200" y="742950"/>
                </a:moveTo>
                <a:lnTo>
                  <a:pt x="1609725" y="742950"/>
                </a:lnTo>
                <a:lnTo>
                  <a:pt x="1609725" y="752475"/>
                </a:lnTo>
                <a:lnTo>
                  <a:pt x="1600200" y="752475"/>
                </a:lnTo>
                <a:close/>
                <a:moveTo>
                  <a:pt x="200025" y="762000"/>
                </a:moveTo>
                <a:lnTo>
                  <a:pt x="209550" y="762000"/>
                </a:lnTo>
                <a:lnTo>
                  <a:pt x="209550" y="771525"/>
                </a:lnTo>
                <a:lnTo>
                  <a:pt x="200025" y="771525"/>
                </a:lnTo>
                <a:close/>
                <a:moveTo>
                  <a:pt x="381000" y="762000"/>
                </a:moveTo>
                <a:lnTo>
                  <a:pt x="409575" y="762000"/>
                </a:lnTo>
                <a:lnTo>
                  <a:pt x="409575" y="771525"/>
                </a:lnTo>
                <a:lnTo>
                  <a:pt x="428625" y="771525"/>
                </a:lnTo>
                <a:lnTo>
                  <a:pt x="428625" y="781050"/>
                </a:lnTo>
                <a:lnTo>
                  <a:pt x="419100" y="781050"/>
                </a:lnTo>
                <a:lnTo>
                  <a:pt x="419100" y="790575"/>
                </a:lnTo>
                <a:lnTo>
                  <a:pt x="409575" y="790575"/>
                </a:lnTo>
                <a:lnTo>
                  <a:pt x="409575" y="781050"/>
                </a:lnTo>
                <a:lnTo>
                  <a:pt x="400050" y="781050"/>
                </a:lnTo>
                <a:lnTo>
                  <a:pt x="400050" y="790575"/>
                </a:lnTo>
                <a:lnTo>
                  <a:pt x="390525" y="790575"/>
                </a:lnTo>
                <a:lnTo>
                  <a:pt x="390525" y="771525"/>
                </a:lnTo>
                <a:lnTo>
                  <a:pt x="381000" y="771525"/>
                </a:lnTo>
                <a:close/>
                <a:moveTo>
                  <a:pt x="933450" y="762000"/>
                </a:moveTo>
                <a:lnTo>
                  <a:pt x="942975" y="762000"/>
                </a:lnTo>
                <a:lnTo>
                  <a:pt x="942975" y="771525"/>
                </a:lnTo>
                <a:lnTo>
                  <a:pt x="962025" y="771525"/>
                </a:lnTo>
                <a:lnTo>
                  <a:pt x="962025" y="781050"/>
                </a:lnTo>
                <a:lnTo>
                  <a:pt x="952500" y="781050"/>
                </a:lnTo>
                <a:lnTo>
                  <a:pt x="952500" y="790575"/>
                </a:lnTo>
                <a:lnTo>
                  <a:pt x="857250" y="790575"/>
                </a:lnTo>
                <a:lnTo>
                  <a:pt x="857250" y="771525"/>
                </a:lnTo>
                <a:lnTo>
                  <a:pt x="866775" y="771525"/>
                </a:lnTo>
                <a:lnTo>
                  <a:pt x="866775" y="781050"/>
                </a:lnTo>
                <a:lnTo>
                  <a:pt x="885825" y="781050"/>
                </a:lnTo>
                <a:lnTo>
                  <a:pt x="885825" y="771525"/>
                </a:lnTo>
                <a:lnTo>
                  <a:pt x="904875" y="771525"/>
                </a:lnTo>
                <a:lnTo>
                  <a:pt x="904875" y="781050"/>
                </a:lnTo>
                <a:lnTo>
                  <a:pt x="914400" y="781050"/>
                </a:lnTo>
                <a:lnTo>
                  <a:pt x="914400" y="771525"/>
                </a:lnTo>
                <a:lnTo>
                  <a:pt x="933450" y="771525"/>
                </a:lnTo>
                <a:close/>
                <a:moveTo>
                  <a:pt x="1485900" y="762000"/>
                </a:moveTo>
                <a:lnTo>
                  <a:pt x="1552575" y="762000"/>
                </a:lnTo>
                <a:lnTo>
                  <a:pt x="1552575" y="771525"/>
                </a:lnTo>
                <a:lnTo>
                  <a:pt x="1543050" y="771525"/>
                </a:lnTo>
                <a:lnTo>
                  <a:pt x="1543050" y="781050"/>
                </a:lnTo>
                <a:lnTo>
                  <a:pt x="1514475" y="781050"/>
                </a:lnTo>
                <a:lnTo>
                  <a:pt x="1514475" y="771525"/>
                </a:lnTo>
                <a:lnTo>
                  <a:pt x="1485900" y="771525"/>
                </a:lnTo>
                <a:close/>
                <a:moveTo>
                  <a:pt x="1562100" y="762000"/>
                </a:moveTo>
                <a:lnTo>
                  <a:pt x="1590675" y="762000"/>
                </a:lnTo>
                <a:lnTo>
                  <a:pt x="1590675" y="771525"/>
                </a:lnTo>
                <a:lnTo>
                  <a:pt x="1562100" y="771525"/>
                </a:lnTo>
                <a:close/>
                <a:moveTo>
                  <a:pt x="1609725" y="762000"/>
                </a:moveTo>
                <a:lnTo>
                  <a:pt x="1619250" y="762000"/>
                </a:lnTo>
                <a:lnTo>
                  <a:pt x="1619250" y="771525"/>
                </a:lnTo>
                <a:lnTo>
                  <a:pt x="1609725" y="771525"/>
                </a:lnTo>
                <a:close/>
                <a:moveTo>
                  <a:pt x="1638300" y="762000"/>
                </a:moveTo>
                <a:lnTo>
                  <a:pt x="1647825" y="762000"/>
                </a:lnTo>
                <a:lnTo>
                  <a:pt x="1647825" y="771525"/>
                </a:lnTo>
                <a:lnTo>
                  <a:pt x="1638300" y="771525"/>
                </a:lnTo>
                <a:close/>
                <a:moveTo>
                  <a:pt x="0" y="771525"/>
                </a:moveTo>
                <a:lnTo>
                  <a:pt x="9525" y="771525"/>
                </a:lnTo>
                <a:lnTo>
                  <a:pt x="9525" y="781050"/>
                </a:lnTo>
                <a:lnTo>
                  <a:pt x="0" y="781050"/>
                </a:lnTo>
                <a:close/>
                <a:moveTo>
                  <a:pt x="190500" y="771525"/>
                </a:moveTo>
                <a:lnTo>
                  <a:pt x="200025" y="771525"/>
                </a:lnTo>
                <a:lnTo>
                  <a:pt x="200025" y="790575"/>
                </a:lnTo>
                <a:lnTo>
                  <a:pt x="190500" y="790575"/>
                </a:lnTo>
                <a:close/>
                <a:moveTo>
                  <a:pt x="828675" y="771525"/>
                </a:moveTo>
                <a:lnTo>
                  <a:pt x="847725" y="771525"/>
                </a:lnTo>
                <a:lnTo>
                  <a:pt x="847725" y="790575"/>
                </a:lnTo>
                <a:lnTo>
                  <a:pt x="828675" y="790575"/>
                </a:lnTo>
                <a:lnTo>
                  <a:pt x="828675" y="800100"/>
                </a:lnTo>
                <a:lnTo>
                  <a:pt x="819150" y="800100"/>
                </a:lnTo>
                <a:lnTo>
                  <a:pt x="819150" y="781050"/>
                </a:lnTo>
                <a:lnTo>
                  <a:pt x="828675" y="781050"/>
                </a:lnTo>
                <a:close/>
                <a:moveTo>
                  <a:pt x="1200150" y="771525"/>
                </a:moveTo>
                <a:lnTo>
                  <a:pt x="1219200" y="771525"/>
                </a:lnTo>
                <a:lnTo>
                  <a:pt x="1219200" y="781050"/>
                </a:lnTo>
                <a:lnTo>
                  <a:pt x="1200150" y="781050"/>
                </a:lnTo>
                <a:close/>
                <a:moveTo>
                  <a:pt x="1619250" y="771525"/>
                </a:moveTo>
                <a:lnTo>
                  <a:pt x="1638300" y="771525"/>
                </a:lnTo>
                <a:lnTo>
                  <a:pt x="1638300" y="781050"/>
                </a:lnTo>
                <a:lnTo>
                  <a:pt x="1619250" y="781050"/>
                </a:lnTo>
                <a:close/>
                <a:moveTo>
                  <a:pt x="1876425" y="771525"/>
                </a:moveTo>
                <a:lnTo>
                  <a:pt x="1895475" y="771525"/>
                </a:lnTo>
                <a:lnTo>
                  <a:pt x="1895475" y="800100"/>
                </a:lnTo>
                <a:lnTo>
                  <a:pt x="1885950" y="800100"/>
                </a:lnTo>
                <a:lnTo>
                  <a:pt x="1885950" y="790575"/>
                </a:lnTo>
                <a:lnTo>
                  <a:pt x="1876425" y="790575"/>
                </a:lnTo>
                <a:close/>
                <a:moveTo>
                  <a:pt x="790575" y="781050"/>
                </a:moveTo>
                <a:lnTo>
                  <a:pt x="809625" y="781050"/>
                </a:lnTo>
                <a:lnTo>
                  <a:pt x="809625" y="790575"/>
                </a:lnTo>
                <a:lnTo>
                  <a:pt x="790575" y="790575"/>
                </a:lnTo>
                <a:close/>
                <a:moveTo>
                  <a:pt x="1162050" y="781050"/>
                </a:moveTo>
                <a:lnTo>
                  <a:pt x="1190625" y="781050"/>
                </a:lnTo>
                <a:lnTo>
                  <a:pt x="1190625" y="790575"/>
                </a:lnTo>
                <a:lnTo>
                  <a:pt x="1162050" y="790575"/>
                </a:lnTo>
                <a:close/>
                <a:moveTo>
                  <a:pt x="1228725" y="781050"/>
                </a:moveTo>
                <a:lnTo>
                  <a:pt x="1247775" y="781050"/>
                </a:lnTo>
                <a:lnTo>
                  <a:pt x="1247775" y="790575"/>
                </a:lnTo>
                <a:lnTo>
                  <a:pt x="1228725" y="790575"/>
                </a:lnTo>
                <a:close/>
                <a:moveTo>
                  <a:pt x="1266825" y="781050"/>
                </a:moveTo>
                <a:lnTo>
                  <a:pt x="1276350" y="781050"/>
                </a:lnTo>
                <a:lnTo>
                  <a:pt x="1276350" y="790575"/>
                </a:lnTo>
                <a:lnTo>
                  <a:pt x="1266825" y="790575"/>
                </a:lnTo>
                <a:close/>
                <a:moveTo>
                  <a:pt x="1771650" y="781050"/>
                </a:moveTo>
                <a:lnTo>
                  <a:pt x="1781175" y="781050"/>
                </a:lnTo>
                <a:lnTo>
                  <a:pt x="1781175" y="800100"/>
                </a:lnTo>
                <a:lnTo>
                  <a:pt x="1771650" y="800100"/>
                </a:lnTo>
                <a:close/>
                <a:moveTo>
                  <a:pt x="381000" y="790575"/>
                </a:moveTo>
                <a:lnTo>
                  <a:pt x="390525" y="790575"/>
                </a:lnTo>
                <a:lnTo>
                  <a:pt x="390525" y="800100"/>
                </a:lnTo>
                <a:lnTo>
                  <a:pt x="381000" y="800100"/>
                </a:lnTo>
                <a:close/>
                <a:moveTo>
                  <a:pt x="428625" y="790575"/>
                </a:moveTo>
                <a:lnTo>
                  <a:pt x="447675" y="790575"/>
                </a:lnTo>
                <a:lnTo>
                  <a:pt x="447675" y="800100"/>
                </a:lnTo>
                <a:lnTo>
                  <a:pt x="428625" y="800100"/>
                </a:lnTo>
                <a:close/>
                <a:moveTo>
                  <a:pt x="209550" y="800100"/>
                </a:moveTo>
                <a:lnTo>
                  <a:pt x="238125" y="800100"/>
                </a:lnTo>
                <a:lnTo>
                  <a:pt x="238125" y="809625"/>
                </a:lnTo>
                <a:lnTo>
                  <a:pt x="209550" y="809625"/>
                </a:lnTo>
                <a:close/>
                <a:moveTo>
                  <a:pt x="771525" y="819150"/>
                </a:moveTo>
                <a:lnTo>
                  <a:pt x="800100" y="819150"/>
                </a:lnTo>
                <a:lnTo>
                  <a:pt x="800100" y="838200"/>
                </a:lnTo>
                <a:lnTo>
                  <a:pt x="781050" y="838200"/>
                </a:lnTo>
                <a:lnTo>
                  <a:pt x="781050" y="847725"/>
                </a:lnTo>
                <a:lnTo>
                  <a:pt x="800100" y="847725"/>
                </a:lnTo>
                <a:lnTo>
                  <a:pt x="800100" y="857250"/>
                </a:lnTo>
                <a:lnTo>
                  <a:pt x="809625" y="857250"/>
                </a:lnTo>
                <a:lnTo>
                  <a:pt x="809625" y="866775"/>
                </a:lnTo>
                <a:lnTo>
                  <a:pt x="790575" y="866775"/>
                </a:lnTo>
                <a:lnTo>
                  <a:pt x="790575" y="857250"/>
                </a:lnTo>
                <a:lnTo>
                  <a:pt x="781050" y="857250"/>
                </a:lnTo>
                <a:lnTo>
                  <a:pt x="781050" y="895350"/>
                </a:lnTo>
                <a:lnTo>
                  <a:pt x="771525" y="895350"/>
                </a:lnTo>
                <a:lnTo>
                  <a:pt x="771525" y="857250"/>
                </a:lnTo>
                <a:lnTo>
                  <a:pt x="762000" y="857250"/>
                </a:lnTo>
                <a:lnTo>
                  <a:pt x="762000" y="838200"/>
                </a:lnTo>
                <a:lnTo>
                  <a:pt x="752475" y="838200"/>
                </a:lnTo>
                <a:lnTo>
                  <a:pt x="752475" y="828675"/>
                </a:lnTo>
                <a:lnTo>
                  <a:pt x="771525" y="828675"/>
                </a:lnTo>
                <a:close/>
                <a:moveTo>
                  <a:pt x="885825" y="819150"/>
                </a:moveTo>
                <a:lnTo>
                  <a:pt x="895350" y="819150"/>
                </a:lnTo>
                <a:lnTo>
                  <a:pt x="895350" y="828675"/>
                </a:lnTo>
                <a:lnTo>
                  <a:pt x="885825" y="828675"/>
                </a:lnTo>
                <a:close/>
                <a:moveTo>
                  <a:pt x="1695450" y="819150"/>
                </a:moveTo>
                <a:lnTo>
                  <a:pt x="1704975" y="819150"/>
                </a:lnTo>
                <a:lnTo>
                  <a:pt x="1704975" y="838200"/>
                </a:lnTo>
                <a:lnTo>
                  <a:pt x="1647825" y="838200"/>
                </a:lnTo>
                <a:lnTo>
                  <a:pt x="1647825" y="828675"/>
                </a:lnTo>
                <a:lnTo>
                  <a:pt x="1695450" y="828675"/>
                </a:lnTo>
                <a:close/>
                <a:moveTo>
                  <a:pt x="1733550" y="819150"/>
                </a:moveTo>
                <a:lnTo>
                  <a:pt x="1743075" y="819150"/>
                </a:lnTo>
                <a:lnTo>
                  <a:pt x="1743075" y="828675"/>
                </a:lnTo>
                <a:lnTo>
                  <a:pt x="1733550" y="828675"/>
                </a:lnTo>
                <a:close/>
                <a:moveTo>
                  <a:pt x="838200" y="828675"/>
                </a:moveTo>
                <a:lnTo>
                  <a:pt x="847725" y="828675"/>
                </a:lnTo>
                <a:lnTo>
                  <a:pt x="847725" y="857250"/>
                </a:lnTo>
                <a:lnTo>
                  <a:pt x="838200" y="857250"/>
                </a:lnTo>
                <a:lnTo>
                  <a:pt x="838200" y="847725"/>
                </a:lnTo>
                <a:lnTo>
                  <a:pt x="828675" y="847725"/>
                </a:lnTo>
                <a:lnTo>
                  <a:pt x="828675" y="838200"/>
                </a:lnTo>
                <a:lnTo>
                  <a:pt x="838200" y="838200"/>
                </a:lnTo>
                <a:close/>
                <a:moveTo>
                  <a:pt x="1114425" y="828675"/>
                </a:moveTo>
                <a:lnTo>
                  <a:pt x="1133475" y="828675"/>
                </a:lnTo>
                <a:lnTo>
                  <a:pt x="1133475" y="838200"/>
                </a:lnTo>
                <a:lnTo>
                  <a:pt x="1123950" y="838200"/>
                </a:lnTo>
                <a:lnTo>
                  <a:pt x="1123950" y="847725"/>
                </a:lnTo>
                <a:lnTo>
                  <a:pt x="1114425" y="847725"/>
                </a:lnTo>
                <a:close/>
                <a:moveTo>
                  <a:pt x="1543050" y="828675"/>
                </a:moveTo>
                <a:lnTo>
                  <a:pt x="1581150" y="828675"/>
                </a:lnTo>
                <a:lnTo>
                  <a:pt x="1581150" y="838200"/>
                </a:lnTo>
                <a:lnTo>
                  <a:pt x="1562100" y="838200"/>
                </a:lnTo>
                <a:lnTo>
                  <a:pt x="1562100" y="847725"/>
                </a:lnTo>
                <a:lnTo>
                  <a:pt x="1533525" y="847725"/>
                </a:lnTo>
                <a:lnTo>
                  <a:pt x="1533525" y="857250"/>
                </a:lnTo>
                <a:lnTo>
                  <a:pt x="1514475" y="857250"/>
                </a:lnTo>
                <a:lnTo>
                  <a:pt x="1514475" y="847725"/>
                </a:lnTo>
                <a:lnTo>
                  <a:pt x="1524000" y="847725"/>
                </a:lnTo>
                <a:lnTo>
                  <a:pt x="1524000" y="838200"/>
                </a:lnTo>
                <a:lnTo>
                  <a:pt x="1543050" y="838200"/>
                </a:lnTo>
                <a:close/>
                <a:moveTo>
                  <a:pt x="1600200" y="828675"/>
                </a:moveTo>
                <a:lnTo>
                  <a:pt x="1619250" y="828675"/>
                </a:lnTo>
                <a:lnTo>
                  <a:pt x="1619250" y="838200"/>
                </a:lnTo>
                <a:lnTo>
                  <a:pt x="1628775" y="838200"/>
                </a:lnTo>
                <a:lnTo>
                  <a:pt x="1628775" y="828675"/>
                </a:lnTo>
                <a:lnTo>
                  <a:pt x="1638300" y="828675"/>
                </a:lnTo>
                <a:lnTo>
                  <a:pt x="1638300" y="838200"/>
                </a:lnTo>
                <a:lnTo>
                  <a:pt x="1628775" y="838200"/>
                </a:lnTo>
                <a:lnTo>
                  <a:pt x="1628775" y="857250"/>
                </a:lnTo>
                <a:lnTo>
                  <a:pt x="1600200" y="857250"/>
                </a:lnTo>
                <a:lnTo>
                  <a:pt x="1600200" y="847725"/>
                </a:lnTo>
                <a:lnTo>
                  <a:pt x="1590675" y="847725"/>
                </a:lnTo>
                <a:lnTo>
                  <a:pt x="1590675" y="838200"/>
                </a:lnTo>
                <a:lnTo>
                  <a:pt x="1600200" y="838200"/>
                </a:lnTo>
                <a:close/>
                <a:moveTo>
                  <a:pt x="0" y="838200"/>
                </a:moveTo>
                <a:lnTo>
                  <a:pt x="9525" y="838200"/>
                </a:lnTo>
                <a:lnTo>
                  <a:pt x="9525" y="847725"/>
                </a:lnTo>
                <a:lnTo>
                  <a:pt x="0" y="847725"/>
                </a:lnTo>
                <a:close/>
                <a:moveTo>
                  <a:pt x="1343025" y="838200"/>
                </a:moveTo>
                <a:lnTo>
                  <a:pt x="1352550" y="838200"/>
                </a:lnTo>
                <a:lnTo>
                  <a:pt x="1352550" y="847725"/>
                </a:lnTo>
                <a:lnTo>
                  <a:pt x="1362075" y="847725"/>
                </a:lnTo>
                <a:lnTo>
                  <a:pt x="1362075" y="866775"/>
                </a:lnTo>
                <a:lnTo>
                  <a:pt x="1333500" y="866775"/>
                </a:lnTo>
                <a:lnTo>
                  <a:pt x="1333500" y="847725"/>
                </a:lnTo>
                <a:lnTo>
                  <a:pt x="1343025" y="847725"/>
                </a:lnTo>
                <a:close/>
                <a:moveTo>
                  <a:pt x="895350" y="847725"/>
                </a:moveTo>
                <a:lnTo>
                  <a:pt x="904875" y="847725"/>
                </a:lnTo>
                <a:lnTo>
                  <a:pt x="904875" y="857250"/>
                </a:lnTo>
                <a:lnTo>
                  <a:pt x="914400" y="857250"/>
                </a:lnTo>
                <a:lnTo>
                  <a:pt x="914400" y="866775"/>
                </a:lnTo>
                <a:lnTo>
                  <a:pt x="895350" y="866775"/>
                </a:lnTo>
                <a:close/>
                <a:moveTo>
                  <a:pt x="1771650" y="847725"/>
                </a:moveTo>
                <a:lnTo>
                  <a:pt x="1781175" y="847725"/>
                </a:lnTo>
                <a:lnTo>
                  <a:pt x="1781175" y="866775"/>
                </a:lnTo>
                <a:lnTo>
                  <a:pt x="1771650" y="866775"/>
                </a:lnTo>
                <a:close/>
                <a:moveTo>
                  <a:pt x="723900" y="857250"/>
                </a:moveTo>
                <a:lnTo>
                  <a:pt x="733425" y="857250"/>
                </a:lnTo>
                <a:lnTo>
                  <a:pt x="733425" y="866775"/>
                </a:lnTo>
                <a:lnTo>
                  <a:pt x="752475" y="866775"/>
                </a:lnTo>
                <a:lnTo>
                  <a:pt x="752475" y="876300"/>
                </a:lnTo>
                <a:lnTo>
                  <a:pt x="742950" y="876300"/>
                </a:lnTo>
                <a:lnTo>
                  <a:pt x="742950" y="885825"/>
                </a:lnTo>
                <a:lnTo>
                  <a:pt x="733425" y="885825"/>
                </a:lnTo>
                <a:lnTo>
                  <a:pt x="733425" y="876300"/>
                </a:lnTo>
                <a:lnTo>
                  <a:pt x="704850" y="876300"/>
                </a:lnTo>
                <a:lnTo>
                  <a:pt x="704850" y="866775"/>
                </a:lnTo>
                <a:lnTo>
                  <a:pt x="723900" y="866775"/>
                </a:lnTo>
                <a:close/>
                <a:moveTo>
                  <a:pt x="1066800" y="857250"/>
                </a:moveTo>
                <a:lnTo>
                  <a:pt x="1076325" y="857250"/>
                </a:lnTo>
                <a:lnTo>
                  <a:pt x="1076325" y="866775"/>
                </a:lnTo>
                <a:lnTo>
                  <a:pt x="1066800" y="866775"/>
                </a:lnTo>
                <a:close/>
                <a:moveTo>
                  <a:pt x="666750" y="866775"/>
                </a:moveTo>
                <a:lnTo>
                  <a:pt x="695325" y="866775"/>
                </a:lnTo>
                <a:lnTo>
                  <a:pt x="695325" y="876300"/>
                </a:lnTo>
                <a:lnTo>
                  <a:pt x="685800" y="876300"/>
                </a:lnTo>
                <a:lnTo>
                  <a:pt x="685800" y="885825"/>
                </a:lnTo>
                <a:lnTo>
                  <a:pt x="666750" y="885825"/>
                </a:lnTo>
                <a:close/>
                <a:moveTo>
                  <a:pt x="1343025" y="876300"/>
                </a:moveTo>
                <a:lnTo>
                  <a:pt x="1362075" y="876300"/>
                </a:lnTo>
                <a:lnTo>
                  <a:pt x="1362075" y="885825"/>
                </a:lnTo>
                <a:lnTo>
                  <a:pt x="1343025" y="885825"/>
                </a:lnTo>
                <a:close/>
                <a:moveTo>
                  <a:pt x="1581150" y="876300"/>
                </a:moveTo>
                <a:lnTo>
                  <a:pt x="1609725" y="876300"/>
                </a:lnTo>
                <a:lnTo>
                  <a:pt x="1609725" y="895350"/>
                </a:lnTo>
                <a:lnTo>
                  <a:pt x="1590675" y="895350"/>
                </a:lnTo>
                <a:lnTo>
                  <a:pt x="1590675" y="904875"/>
                </a:lnTo>
                <a:lnTo>
                  <a:pt x="1581150" y="904875"/>
                </a:lnTo>
                <a:lnTo>
                  <a:pt x="1581150" y="895350"/>
                </a:lnTo>
                <a:lnTo>
                  <a:pt x="1552575" y="895350"/>
                </a:lnTo>
                <a:lnTo>
                  <a:pt x="1552575" y="904875"/>
                </a:lnTo>
                <a:lnTo>
                  <a:pt x="1533525" y="904875"/>
                </a:lnTo>
                <a:lnTo>
                  <a:pt x="1533525" y="885825"/>
                </a:lnTo>
                <a:lnTo>
                  <a:pt x="1581150" y="885825"/>
                </a:lnTo>
                <a:close/>
                <a:moveTo>
                  <a:pt x="552450" y="885825"/>
                </a:moveTo>
                <a:lnTo>
                  <a:pt x="581025" y="885825"/>
                </a:lnTo>
                <a:lnTo>
                  <a:pt x="581025" y="895350"/>
                </a:lnTo>
                <a:lnTo>
                  <a:pt x="552450" y="895350"/>
                </a:lnTo>
                <a:close/>
                <a:moveTo>
                  <a:pt x="1400175" y="885825"/>
                </a:moveTo>
                <a:lnTo>
                  <a:pt x="1409700" y="885825"/>
                </a:lnTo>
                <a:lnTo>
                  <a:pt x="1409700" y="895350"/>
                </a:lnTo>
                <a:lnTo>
                  <a:pt x="1400175" y="895350"/>
                </a:lnTo>
                <a:close/>
                <a:moveTo>
                  <a:pt x="1495425" y="885825"/>
                </a:moveTo>
                <a:lnTo>
                  <a:pt x="1514475" y="885825"/>
                </a:lnTo>
                <a:lnTo>
                  <a:pt x="1514475" y="904875"/>
                </a:lnTo>
                <a:lnTo>
                  <a:pt x="1504950" y="904875"/>
                </a:lnTo>
                <a:lnTo>
                  <a:pt x="1504950" y="914400"/>
                </a:lnTo>
                <a:lnTo>
                  <a:pt x="1485900" y="914400"/>
                </a:lnTo>
                <a:lnTo>
                  <a:pt x="1485900" y="895350"/>
                </a:lnTo>
                <a:lnTo>
                  <a:pt x="1495425" y="895350"/>
                </a:lnTo>
                <a:close/>
                <a:moveTo>
                  <a:pt x="1628775" y="885825"/>
                </a:moveTo>
                <a:lnTo>
                  <a:pt x="1657350" y="885825"/>
                </a:lnTo>
                <a:lnTo>
                  <a:pt x="1657350" y="895350"/>
                </a:lnTo>
                <a:lnTo>
                  <a:pt x="1628775" y="895350"/>
                </a:lnTo>
                <a:close/>
                <a:moveTo>
                  <a:pt x="1381125" y="895350"/>
                </a:moveTo>
                <a:lnTo>
                  <a:pt x="1400175" y="895350"/>
                </a:lnTo>
                <a:lnTo>
                  <a:pt x="1400175" y="914400"/>
                </a:lnTo>
                <a:lnTo>
                  <a:pt x="1381125" y="914400"/>
                </a:lnTo>
                <a:close/>
                <a:moveTo>
                  <a:pt x="1695450" y="895350"/>
                </a:moveTo>
                <a:lnTo>
                  <a:pt x="1714500" y="895350"/>
                </a:lnTo>
                <a:lnTo>
                  <a:pt x="1714500" y="904875"/>
                </a:lnTo>
                <a:lnTo>
                  <a:pt x="1704975" y="904875"/>
                </a:lnTo>
                <a:lnTo>
                  <a:pt x="1704975" y="914400"/>
                </a:lnTo>
                <a:lnTo>
                  <a:pt x="1695450" y="914400"/>
                </a:lnTo>
                <a:close/>
                <a:moveTo>
                  <a:pt x="762000" y="904875"/>
                </a:moveTo>
                <a:lnTo>
                  <a:pt x="771525" y="904875"/>
                </a:lnTo>
                <a:lnTo>
                  <a:pt x="771525" y="923925"/>
                </a:lnTo>
                <a:lnTo>
                  <a:pt x="762000" y="923925"/>
                </a:lnTo>
                <a:close/>
                <a:moveTo>
                  <a:pt x="1457325" y="904875"/>
                </a:moveTo>
                <a:lnTo>
                  <a:pt x="1476375" y="904875"/>
                </a:lnTo>
                <a:lnTo>
                  <a:pt x="1476375" y="914400"/>
                </a:lnTo>
                <a:lnTo>
                  <a:pt x="1457325" y="914400"/>
                </a:lnTo>
                <a:close/>
                <a:moveTo>
                  <a:pt x="1638300" y="904875"/>
                </a:moveTo>
                <a:lnTo>
                  <a:pt x="1676400" y="904875"/>
                </a:lnTo>
                <a:lnTo>
                  <a:pt x="1676400" y="914400"/>
                </a:lnTo>
                <a:lnTo>
                  <a:pt x="1638300" y="914400"/>
                </a:lnTo>
                <a:close/>
                <a:moveTo>
                  <a:pt x="419100" y="914400"/>
                </a:moveTo>
                <a:lnTo>
                  <a:pt x="428625" y="914400"/>
                </a:lnTo>
                <a:lnTo>
                  <a:pt x="428625" y="923925"/>
                </a:lnTo>
                <a:lnTo>
                  <a:pt x="419100" y="923925"/>
                </a:lnTo>
                <a:close/>
                <a:moveTo>
                  <a:pt x="676275" y="942975"/>
                </a:moveTo>
                <a:lnTo>
                  <a:pt x="685800" y="942975"/>
                </a:lnTo>
                <a:lnTo>
                  <a:pt x="685800" y="952500"/>
                </a:lnTo>
                <a:lnTo>
                  <a:pt x="676275" y="952500"/>
                </a:lnTo>
                <a:close/>
                <a:moveTo>
                  <a:pt x="695325" y="942975"/>
                </a:moveTo>
                <a:lnTo>
                  <a:pt x="704850" y="942975"/>
                </a:lnTo>
                <a:lnTo>
                  <a:pt x="704850" y="952500"/>
                </a:lnTo>
                <a:lnTo>
                  <a:pt x="695325" y="952500"/>
                </a:lnTo>
                <a:close/>
                <a:moveTo>
                  <a:pt x="657225" y="952500"/>
                </a:moveTo>
                <a:lnTo>
                  <a:pt x="666750" y="952500"/>
                </a:lnTo>
                <a:lnTo>
                  <a:pt x="666750" y="962025"/>
                </a:lnTo>
                <a:lnTo>
                  <a:pt x="657225" y="962025"/>
                </a:lnTo>
                <a:close/>
                <a:moveTo>
                  <a:pt x="733425" y="952500"/>
                </a:moveTo>
                <a:lnTo>
                  <a:pt x="762000" y="952500"/>
                </a:lnTo>
                <a:lnTo>
                  <a:pt x="762000" y="962025"/>
                </a:lnTo>
                <a:lnTo>
                  <a:pt x="781050" y="962025"/>
                </a:lnTo>
                <a:lnTo>
                  <a:pt x="781050" y="981075"/>
                </a:lnTo>
                <a:lnTo>
                  <a:pt x="800100" y="981075"/>
                </a:lnTo>
                <a:lnTo>
                  <a:pt x="800100" y="990600"/>
                </a:lnTo>
                <a:lnTo>
                  <a:pt x="771525" y="990600"/>
                </a:lnTo>
                <a:lnTo>
                  <a:pt x="771525" y="1000125"/>
                </a:lnTo>
                <a:lnTo>
                  <a:pt x="723900" y="1000125"/>
                </a:lnTo>
                <a:lnTo>
                  <a:pt x="723900" y="990600"/>
                </a:lnTo>
                <a:lnTo>
                  <a:pt x="714375" y="990600"/>
                </a:lnTo>
                <a:lnTo>
                  <a:pt x="714375" y="971550"/>
                </a:lnTo>
                <a:lnTo>
                  <a:pt x="704850" y="971550"/>
                </a:lnTo>
                <a:lnTo>
                  <a:pt x="704850" y="962025"/>
                </a:lnTo>
                <a:lnTo>
                  <a:pt x="714375" y="962025"/>
                </a:lnTo>
                <a:lnTo>
                  <a:pt x="714375" y="971550"/>
                </a:lnTo>
                <a:lnTo>
                  <a:pt x="723900" y="971550"/>
                </a:lnTo>
                <a:lnTo>
                  <a:pt x="723900" y="962025"/>
                </a:lnTo>
                <a:lnTo>
                  <a:pt x="733425" y="962025"/>
                </a:lnTo>
                <a:close/>
                <a:moveTo>
                  <a:pt x="1714500" y="952500"/>
                </a:moveTo>
                <a:lnTo>
                  <a:pt x="1724025" y="952500"/>
                </a:lnTo>
                <a:lnTo>
                  <a:pt x="1724025" y="962025"/>
                </a:lnTo>
                <a:lnTo>
                  <a:pt x="1714500" y="962025"/>
                </a:lnTo>
                <a:close/>
                <a:moveTo>
                  <a:pt x="638175" y="962025"/>
                </a:moveTo>
                <a:lnTo>
                  <a:pt x="647700" y="962025"/>
                </a:lnTo>
                <a:lnTo>
                  <a:pt x="647700" y="990600"/>
                </a:lnTo>
                <a:lnTo>
                  <a:pt x="638175" y="990600"/>
                </a:lnTo>
                <a:close/>
                <a:moveTo>
                  <a:pt x="828675" y="962025"/>
                </a:moveTo>
                <a:lnTo>
                  <a:pt x="847725" y="962025"/>
                </a:lnTo>
                <a:lnTo>
                  <a:pt x="847725" y="981075"/>
                </a:lnTo>
                <a:lnTo>
                  <a:pt x="857250" y="981075"/>
                </a:lnTo>
                <a:lnTo>
                  <a:pt x="857250" y="990600"/>
                </a:lnTo>
                <a:lnTo>
                  <a:pt x="838200" y="990600"/>
                </a:lnTo>
                <a:lnTo>
                  <a:pt x="838200" y="981075"/>
                </a:lnTo>
                <a:lnTo>
                  <a:pt x="828675" y="981075"/>
                </a:lnTo>
                <a:close/>
                <a:moveTo>
                  <a:pt x="1066800" y="971550"/>
                </a:moveTo>
                <a:lnTo>
                  <a:pt x="1085850" y="971550"/>
                </a:lnTo>
                <a:lnTo>
                  <a:pt x="1085850" y="981075"/>
                </a:lnTo>
                <a:lnTo>
                  <a:pt x="1095375" y="981075"/>
                </a:lnTo>
                <a:lnTo>
                  <a:pt x="1095375" y="990600"/>
                </a:lnTo>
                <a:lnTo>
                  <a:pt x="1076325" y="990600"/>
                </a:lnTo>
                <a:lnTo>
                  <a:pt x="1076325" y="981075"/>
                </a:lnTo>
                <a:lnTo>
                  <a:pt x="1066800" y="981075"/>
                </a:lnTo>
                <a:close/>
                <a:moveTo>
                  <a:pt x="1371600" y="971550"/>
                </a:moveTo>
                <a:lnTo>
                  <a:pt x="1400175" y="971550"/>
                </a:lnTo>
                <a:lnTo>
                  <a:pt x="1400175" y="981075"/>
                </a:lnTo>
                <a:lnTo>
                  <a:pt x="1371600" y="981075"/>
                </a:lnTo>
                <a:close/>
                <a:moveTo>
                  <a:pt x="1476375" y="971550"/>
                </a:moveTo>
                <a:lnTo>
                  <a:pt x="1495425" y="971550"/>
                </a:lnTo>
                <a:lnTo>
                  <a:pt x="1495425" y="981075"/>
                </a:lnTo>
                <a:lnTo>
                  <a:pt x="1476375" y="981075"/>
                </a:lnTo>
                <a:close/>
                <a:moveTo>
                  <a:pt x="1524000" y="971550"/>
                </a:moveTo>
                <a:lnTo>
                  <a:pt x="1533525" y="971550"/>
                </a:lnTo>
                <a:lnTo>
                  <a:pt x="1533525" y="981075"/>
                </a:lnTo>
                <a:lnTo>
                  <a:pt x="1524000" y="981075"/>
                </a:lnTo>
                <a:close/>
                <a:moveTo>
                  <a:pt x="1562100" y="971550"/>
                </a:moveTo>
                <a:lnTo>
                  <a:pt x="1590675" y="971550"/>
                </a:lnTo>
                <a:lnTo>
                  <a:pt x="1590675" y="981075"/>
                </a:lnTo>
                <a:lnTo>
                  <a:pt x="1562100" y="981075"/>
                </a:lnTo>
                <a:close/>
                <a:moveTo>
                  <a:pt x="1600200" y="971550"/>
                </a:moveTo>
                <a:lnTo>
                  <a:pt x="1619250" y="971550"/>
                </a:lnTo>
                <a:lnTo>
                  <a:pt x="1619250" y="981075"/>
                </a:lnTo>
                <a:lnTo>
                  <a:pt x="1600200" y="981075"/>
                </a:lnTo>
                <a:close/>
                <a:moveTo>
                  <a:pt x="1685925" y="971550"/>
                </a:moveTo>
                <a:lnTo>
                  <a:pt x="1704975" y="971550"/>
                </a:lnTo>
                <a:lnTo>
                  <a:pt x="1704975" y="981075"/>
                </a:lnTo>
                <a:lnTo>
                  <a:pt x="1685925" y="981075"/>
                </a:lnTo>
                <a:close/>
                <a:moveTo>
                  <a:pt x="1038225" y="981075"/>
                </a:moveTo>
                <a:lnTo>
                  <a:pt x="1066800" y="981075"/>
                </a:lnTo>
                <a:lnTo>
                  <a:pt x="1066800" y="990600"/>
                </a:lnTo>
                <a:lnTo>
                  <a:pt x="1038225" y="990600"/>
                </a:lnTo>
                <a:close/>
                <a:moveTo>
                  <a:pt x="723900" y="990600"/>
                </a:moveTo>
                <a:lnTo>
                  <a:pt x="762000" y="990600"/>
                </a:lnTo>
                <a:lnTo>
                  <a:pt x="762000" y="981075"/>
                </a:lnTo>
                <a:lnTo>
                  <a:pt x="723900" y="981075"/>
                </a:lnTo>
                <a:close/>
                <a:moveTo>
                  <a:pt x="828675" y="990600"/>
                </a:moveTo>
                <a:lnTo>
                  <a:pt x="838200" y="990600"/>
                </a:lnTo>
                <a:lnTo>
                  <a:pt x="838200" y="1000125"/>
                </a:lnTo>
                <a:lnTo>
                  <a:pt x="828675" y="1000125"/>
                </a:lnTo>
                <a:close/>
                <a:moveTo>
                  <a:pt x="1066800" y="990600"/>
                </a:moveTo>
                <a:lnTo>
                  <a:pt x="1076325" y="990600"/>
                </a:lnTo>
                <a:lnTo>
                  <a:pt x="1076325" y="1000125"/>
                </a:lnTo>
                <a:lnTo>
                  <a:pt x="1066800" y="1000125"/>
                </a:lnTo>
                <a:close/>
                <a:moveTo>
                  <a:pt x="1371600" y="990600"/>
                </a:moveTo>
                <a:lnTo>
                  <a:pt x="1400175" y="990600"/>
                </a:lnTo>
                <a:lnTo>
                  <a:pt x="1400175" y="1000125"/>
                </a:lnTo>
                <a:lnTo>
                  <a:pt x="1371600" y="1000125"/>
                </a:lnTo>
                <a:close/>
                <a:moveTo>
                  <a:pt x="1428750" y="990600"/>
                </a:moveTo>
                <a:lnTo>
                  <a:pt x="1447800" y="990600"/>
                </a:lnTo>
                <a:lnTo>
                  <a:pt x="1447800" y="1000125"/>
                </a:lnTo>
                <a:lnTo>
                  <a:pt x="1428750" y="1000125"/>
                </a:lnTo>
                <a:close/>
                <a:moveTo>
                  <a:pt x="1466850" y="990600"/>
                </a:moveTo>
                <a:lnTo>
                  <a:pt x="1495425" y="990600"/>
                </a:lnTo>
                <a:lnTo>
                  <a:pt x="1495425" y="1000125"/>
                </a:lnTo>
                <a:lnTo>
                  <a:pt x="1466850" y="1000125"/>
                </a:lnTo>
                <a:close/>
                <a:moveTo>
                  <a:pt x="1609725" y="990600"/>
                </a:moveTo>
                <a:lnTo>
                  <a:pt x="1638300" y="990600"/>
                </a:lnTo>
                <a:lnTo>
                  <a:pt x="1638300" y="1000125"/>
                </a:lnTo>
                <a:lnTo>
                  <a:pt x="1609725" y="1000125"/>
                </a:lnTo>
                <a:close/>
                <a:moveTo>
                  <a:pt x="9525" y="1000125"/>
                </a:moveTo>
                <a:lnTo>
                  <a:pt x="19050" y="1000125"/>
                </a:lnTo>
                <a:lnTo>
                  <a:pt x="19050" y="1019175"/>
                </a:lnTo>
                <a:lnTo>
                  <a:pt x="9525" y="1019175"/>
                </a:lnTo>
                <a:lnTo>
                  <a:pt x="9525" y="1028700"/>
                </a:lnTo>
                <a:lnTo>
                  <a:pt x="0" y="1028700"/>
                </a:lnTo>
                <a:lnTo>
                  <a:pt x="0" y="1009650"/>
                </a:lnTo>
                <a:lnTo>
                  <a:pt x="9525" y="1009650"/>
                </a:lnTo>
                <a:close/>
                <a:moveTo>
                  <a:pt x="123825" y="1000125"/>
                </a:moveTo>
                <a:lnTo>
                  <a:pt x="133350" y="1000125"/>
                </a:lnTo>
                <a:lnTo>
                  <a:pt x="133350" y="1009650"/>
                </a:lnTo>
                <a:lnTo>
                  <a:pt x="123825" y="1009650"/>
                </a:lnTo>
                <a:close/>
                <a:moveTo>
                  <a:pt x="1771650" y="1009650"/>
                </a:moveTo>
                <a:lnTo>
                  <a:pt x="1781175" y="1009650"/>
                </a:lnTo>
                <a:lnTo>
                  <a:pt x="1781175" y="1028700"/>
                </a:lnTo>
                <a:lnTo>
                  <a:pt x="1771650" y="1028700"/>
                </a:lnTo>
                <a:close/>
                <a:moveTo>
                  <a:pt x="1104900" y="1019175"/>
                </a:moveTo>
                <a:lnTo>
                  <a:pt x="1114425" y="1019175"/>
                </a:lnTo>
                <a:lnTo>
                  <a:pt x="1114425" y="1028700"/>
                </a:lnTo>
                <a:lnTo>
                  <a:pt x="1104900" y="1028700"/>
                </a:lnTo>
                <a:close/>
                <a:moveTo>
                  <a:pt x="1743075" y="1019175"/>
                </a:moveTo>
                <a:lnTo>
                  <a:pt x="1762125" y="1019175"/>
                </a:lnTo>
                <a:lnTo>
                  <a:pt x="1762125" y="1038225"/>
                </a:lnTo>
                <a:lnTo>
                  <a:pt x="1752600" y="1038225"/>
                </a:lnTo>
                <a:lnTo>
                  <a:pt x="1752600" y="1047750"/>
                </a:lnTo>
                <a:lnTo>
                  <a:pt x="1762125" y="1047750"/>
                </a:lnTo>
                <a:lnTo>
                  <a:pt x="1762125" y="1057275"/>
                </a:lnTo>
                <a:lnTo>
                  <a:pt x="1743075" y="1057275"/>
                </a:lnTo>
                <a:lnTo>
                  <a:pt x="1743075" y="1066800"/>
                </a:lnTo>
                <a:lnTo>
                  <a:pt x="1733550" y="1066800"/>
                </a:lnTo>
                <a:lnTo>
                  <a:pt x="1733550" y="1047750"/>
                </a:lnTo>
                <a:lnTo>
                  <a:pt x="1724025" y="1047750"/>
                </a:lnTo>
                <a:lnTo>
                  <a:pt x="1724025" y="1028700"/>
                </a:lnTo>
                <a:lnTo>
                  <a:pt x="1743075" y="1028700"/>
                </a:lnTo>
                <a:close/>
                <a:moveTo>
                  <a:pt x="1114425" y="1028700"/>
                </a:moveTo>
                <a:lnTo>
                  <a:pt x="1123950" y="1028700"/>
                </a:lnTo>
                <a:lnTo>
                  <a:pt x="1123950" y="1038225"/>
                </a:lnTo>
                <a:lnTo>
                  <a:pt x="1114425" y="1038225"/>
                </a:lnTo>
                <a:close/>
                <a:moveTo>
                  <a:pt x="1885950" y="1047750"/>
                </a:moveTo>
                <a:lnTo>
                  <a:pt x="1895475" y="1047750"/>
                </a:lnTo>
                <a:lnTo>
                  <a:pt x="1895475" y="1076325"/>
                </a:lnTo>
                <a:lnTo>
                  <a:pt x="1885950" y="1076325"/>
                </a:lnTo>
                <a:close/>
                <a:moveTo>
                  <a:pt x="1752600" y="1095375"/>
                </a:moveTo>
                <a:lnTo>
                  <a:pt x="1762125" y="1095375"/>
                </a:lnTo>
                <a:lnTo>
                  <a:pt x="1762125" y="1104900"/>
                </a:lnTo>
                <a:lnTo>
                  <a:pt x="1752600" y="1104900"/>
                </a:lnTo>
                <a:close/>
                <a:moveTo>
                  <a:pt x="1771650" y="1095375"/>
                </a:moveTo>
                <a:lnTo>
                  <a:pt x="1781175" y="1095375"/>
                </a:lnTo>
                <a:lnTo>
                  <a:pt x="1781175" y="1104900"/>
                </a:lnTo>
                <a:lnTo>
                  <a:pt x="1771650" y="1104900"/>
                </a:lnTo>
                <a:close/>
                <a:moveTo>
                  <a:pt x="0" y="1181100"/>
                </a:moveTo>
                <a:lnTo>
                  <a:pt x="9525" y="1181100"/>
                </a:lnTo>
                <a:lnTo>
                  <a:pt x="9525" y="1190625"/>
                </a:lnTo>
                <a:lnTo>
                  <a:pt x="0" y="1190625"/>
                </a:lnTo>
                <a:close/>
                <a:moveTo>
                  <a:pt x="1771650" y="1219200"/>
                </a:moveTo>
                <a:lnTo>
                  <a:pt x="1781175" y="1219200"/>
                </a:lnTo>
                <a:lnTo>
                  <a:pt x="1781175" y="1333500"/>
                </a:lnTo>
                <a:lnTo>
                  <a:pt x="1771650" y="1333500"/>
                </a:lnTo>
                <a:lnTo>
                  <a:pt x="1771650" y="1276350"/>
                </a:lnTo>
                <a:lnTo>
                  <a:pt x="1762125" y="1276350"/>
                </a:lnTo>
                <a:lnTo>
                  <a:pt x="1762125" y="1323975"/>
                </a:lnTo>
                <a:lnTo>
                  <a:pt x="1724025" y="1323975"/>
                </a:lnTo>
                <a:lnTo>
                  <a:pt x="1724025" y="1314450"/>
                </a:lnTo>
                <a:lnTo>
                  <a:pt x="1743075" y="1314450"/>
                </a:lnTo>
                <a:lnTo>
                  <a:pt x="1743075" y="1304925"/>
                </a:lnTo>
                <a:lnTo>
                  <a:pt x="1752600" y="1304925"/>
                </a:lnTo>
                <a:lnTo>
                  <a:pt x="1752600" y="1276350"/>
                </a:lnTo>
                <a:lnTo>
                  <a:pt x="1743075" y="1276350"/>
                </a:lnTo>
                <a:lnTo>
                  <a:pt x="1743075" y="1295400"/>
                </a:lnTo>
                <a:lnTo>
                  <a:pt x="1733550" y="1295400"/>
                </a:lnTo>
                <a:lnTo>
                  <a:pt x="1733550" y="1266825"/>
                </a:lnTo>
                <a:lnTo>
                  <a:pt x="1752600" y="1266825"/>
                </a:lnTo>
                <a:lnTo>
                  <a:pt x="1752600" y="1247775"/>
                </a:lnTo>
                <a:lnTo>
                  <a:pt x="1762125" y="1247775"/>
                </a:lnTo>
                <a:lnTo>
                  <a:pt x="1762125" y="1257300"/>
                </a:lnTo>
                <a:lnTo>
                  <a:pt x="1771650" y="1257300"/>
                </a:lnTo>
                <a:lnTo>
                  <a:pt x="1771650" y="1238250"/>
                </a:lnTo>
                <a:lnTo>
                  <a:pt x="1752600" y="1238250"/>
                </a:lnTo>
                <a:lnTo>
                  <a:pt x="1752600" y="1228725"/>
                </a:lnTo>
                <a:lnTo>
                  <a:pt x="1771650" y="1228725"/>
                </a:lnTo>
                <a:close/>
                <a:moveTo>
                  <a:pt x="361950" y="1228725"/>
                </a:moveTo>
                <a:lnTo>
                  <a:pt x="371475" y="1228725"/>
                </a:lnTo>
                <a:lnTo>
                  <a:pt x="371475" y="1238250"/>
                </a:lnTo>
                <a:lnTo>
                  <a:pt x="361950" y="1238250"/>
                </a:lnTo>
                <a:close/>
                <a:moveTo>
                  <a:pt x="381000" y="1228725"/>
                </a:moveTo>
                <a:lnTo>
                  <a:pt x="390525" y="1228725"/>
                </a:lnTo>
                <a:lnTo>
                  <a:pt x="390525" y="1238250"/>
                </a:lnTo>
                <a:lnTo>
                  <a:pt x="381000" y="1238250"/>
                </a:lnTo>
                <a:close/>
                <a:moveTo>
                  <a:pt x="400050" y="1228725"/>
                </a:moveTo>
                <a:lnTo>
                  <a:pt x="409575" y="1228725"/>
                </a:lnTo>
                <a:lnTo>
                  <a:pt x="409575" y="1238250"/>
                </a:lnTo>
                <a:lnTo>
                  <a:pt x="400050" y="1238250"/>
                </a:lnTo>
                <a:close/>
                <a:moveTo>
                  <a:pt x="438150" y="1228725"/>
                </a:moveTo>
                <a:lnTo>
                  <a:pt x="457200" y="1228725"/>
                </a:lnTo>
                <a:lnTo>
                  <a:pt x="457200" y="1238250"/>
                </a:lnTo>
                <a:lnTo>
                  <a:pt x="438150" y="1238250"/>
                </a:lnTo>
                <a:close/>
                <a:moveTo>
                  <a:pt x="847725" y="1228725"/>
                </a:moveTo>
                <a:lnTo>
                  <a:pt x="857250" y="1228725"/>
                </a:lnTo>
                <a:lnTo>
                  <a:pt x="857250" y="1238250"/>
                </a:lnTo>
                <a:lnTo>
                  <a:pt x="847725" y="1238250"/>
                </a:lnTo>
                <a:close/>
                <a:moveTo>
                  <a:pt x="895350" y="1228725"/>
                </a:moveTo>
                <a:lnTo>
                  <a:pt x="904875" y="1228725"/>
                </a:lnTo>
                <a:lnTo>
                  <a:pt x="904875" y="1238250"/>
                </a:lnTo>
                <a:lnTo>
                  <a:pt x="895350" y="1238250"/>
                </a:lnTo>
                <a:close/>
                <a:moveTo>
                  <a:pt x="990600" y="1228725"/>
                </a:moveTo>
                <a:lnTo>
                  <a:pt x="1009650" y="1228725"/>
                </a:lnTo>
                <a:lnTo>
                  <a:pt x="1009650" y="1247775"/>
                </a:lnTo>
                <a:lnTo>
                  <a:pt x="1000125" y="1247775"/>
                </a:lnTo>
                <a:lnTo>
                  <a:pt x="1000125" y="1238250"/>
                </a:lnTo>
                <a:lnTo>
                  <a:pt x="990600" y="1238250"/>
                </a:lnTo>
                <a:close/>
                <a:moveTo>
                  <a:pt x="1085850" y="1228725"/>
                </a:moveTo>
                <a:lnTo>
                  <a:pt x="1104900" y="1228725"/>
                </a:lnTo>
                <a:lnTo>
                  <a:pt x="1104900" y="1247775"/>
                </a:lnTo>
                <a:lnTo>
                  <a:pt x="1095375" y="1247775"/>
                </a:lnTo>
                <a:lnTo>
                  <a:pt x="1095375" y="1266825"/>
                </a:lnTo>
                <a:lnTo>
                  <a:pt x="1085850" y="1266825"/>
                </a:lnTo>
                <a:lnTo>
                  <a:pt x="1085850" y="1276350"/>
                </a:lnTo>
                <a:lnTo>
                  <a:pt x="1076325" y="1276350"/>
                </a:lnTo>
                <a:lnTo>
                  <a:pt x="1076325" y="1247775"/>
                </a:lnTo>
                <a:lnTo>
                  <a:pt x="1085850" y="1247775"/>
                </a:lnTo>
                <a:close/>
                <a:moveTo>
                  <a:pt x="1647825" y="1228725"/>
                </a:moveTo>
                <a:lnTo>
                  <a:pt x="1714500" y="1228725"/>
                </a:lnTo>
                <a:lnTo>
                  <a:pt x="1714500" y="1238250"/>
                </a:lnTo>
                <a:lnTo>
                  <a:pt x="1647825" y="1238250"/>
                </a:lnTo>
                <a:close/>
                <a:moveTo>
                  <a:pt x="333375" y="1238250"/>
                </a:moveTo>
                <a:lnTo>
                  <a:pt x="342900" y="1238250"/>
                </a:lnTo>
                <a:lnTo>
                  <a:pt x="342900" y="1247775"/>
                </a:lnTo>
                <a:lnTo>
                  <a:pt x="333375" y="1247775"/>
                </a:lnTo>
                <a:close/>
                <a:moveTo>
                  <a:pt x="390525" y="1238250"/>
                </a:moveTo>
                <a:lnTo>
                  <a:pt x="400050" y="1238250"/>
                </a:lnTo>
                <a:lnTo>
                  <a:pt x="400050" y="1247775"/>
                </a:lnTo>
                <a:lnTo>
                  <a:pt x="409575" y="1247775"/>
                </a:lnTo>
                <a:lnTo>
                  <a:pt x="409575" y="1257300"/>
                </a:lnTo>
                <a:lnTo>
                  <a:pt x="419100" y="1257300"/>
                </a:lnTo>
                <a:lnTo>
                  <a:pt x="419100" y="1266825"/>
                </a:lnTo>
                <a:lnTo>
                  <a:pt x="400050" y="1266825"/>
                </a:lnTo>
                <a:lnTo>
                  <a:pt x="400050" y="1285875"/>
                </a:lnTo>
                <a:lnTo>
                  <a:pt x="381000" y="1285875"/>
                </a:lnTo>
                <a:lnTo>
                  <a:pt x="381000" y="1266825"/>
                </a:lnTo>
                <a:lnTo>
                  <a:pt x="371475" y="1266825"/>
                </a:lnTo>
                <a:lnTo>
                  <a:pt x="371475" y="1276350"/>
                </a:lnTo>
                <a:lnTo>
                  <a:pt x="361950" y="1276350"/>
                </a:lnTo>
                <a:lnTo>
                  <a:pt x="361950" y="1247775"/>
                </a:lnTo>
                <a:lnTo>
                  <a:pt x="371475" y="1247775"/>
                </a:lnTo>
                <a:lnTo>
                  <a:pt x="371475" y="1257300"/>
                </a:lnTo>
                <a:lnTo>
                  <a:pt x="381000" y="1257300"/>
                </a:lnTo>
                <a:lnTo>
                  <a:pt x="381000" y="1247775"/>
                </a:lnTo>
                <a:lnTo>
                  <a:pt x="390525" y="1247775"/>
                </a:lnTo>
                <a:close/>
                <a:moveTo>
                  <a:pt x="857250" y="1238250"/>
                </a:moveTo>
                <a:lnTo>
                  <a:pt x="866775" y="1238250"/>
                </a:lnTo>
                <a:lnTo>
                  <a:pt x="866775" y="1247775"/>
                </a:lnTo>
                <a:lnTo>
                  <a:pt x="876300" y="1247775"/>
                </a:lnTo>
                <a:lnTo>
                  <a:pt x="876300" y="1238250"/>
                </a:lnTo>
                <a:lnTo>
                  <a:pt x="885825" y="1238250"/>
                </a:lnTo>
                <a:lnTo>
                  <a:pt x="885825" y="1247775"/>
                </a:lnTo>
                <a:lnTo>
                  <a:pt x="876300" y="1247775"/>
                </a:lnTo>
                <a:lnTo>
                  <a:pt x="876300" y="1276350"/>
                </a:lnTo>
                <a:lnTo>
                  <a:pt x="866775" y="1276350"/>
                </a:lnTo>
                <a:lnTo>
                  <a:pt x="866775" y="1285875"/>
                </a:lnTo>
                <a:lnTo>
                  <a:pt x="847725" y="1285875"/>
                </a:lnTo>
                <a:lnTo>
                  <a:pt x="847725" y="1276350"/>
                </a:lnTo>
                <a:lnTo>
                  <a:pt x="838200" y="1276350"/>
                </a:lnTo>
                <a:lnTo>
                  <a:pt x="838200" y="1257300"/>
                </a:lnTo>
                <a:lnTo>
                  <a:pt x="847725" y="1257300"/>
                </a:lnTo>
                <a:lnTo>
                  <a:pt x="847725" y="1247775"/>
                </a:lnTo>
                <a:lnTo>
                  <a:pt x="857250" y="1247775"/>
                </a:lnTo>
                <a:close/>
                <a:moveTo>
                  <a:pt x="914400" y="1238250"/>
                </a:moveTo>
                <a:lnTo>
                  <a:pt x="942975" y="1238250"/>
                </a:lnTo>
                <a:lnTo>
                  <a:pt x="942975" y="1266825"/>
                </a:lnTo>
                <a:lnTo>
                  <a:pt x="933450" y="1266825"/>
                </a:lnTo>
                <a:lnTo>
                  <a:pt x="933450" y="1247775"/>
                </a:lnTo>
                <a:lnTo>
                  <a:pt x="923925" y="1247775"/>
                </a:lnTo>
                <a:lnTo>
                  <a:pt x="923925" y="1276350"/>
                </a:lnTo>
                <a:lnTo>
                  <a:pt x="914400" y="1276350"/>
                </a:lnTo>
                <a:lnTo>
                  <a:pt x="914400" y="1295400"/>
                </a:lnTo>
                <a:lnTo>
                  <a:pt x="895350" y="1295400"/>
                </a:lnTo>
                <a:lnTo>
                  <a:pt x="895350" y="1266825"/>
                </a:lnTo>
                <a:lnTo>
                  <a:pt x="914400" y="1266825"/>
                </a:lnTo>
                <a:close/>
                <a:moveTo>
                  <a:pt x="1114425" y="1238250"/>
                </a:moveTo>
                <a:lnTo>
                  <a:pt x="1123950" y="1238250"/>
                </a:lnTo>
                <a:lnTo>
                  <a:pt x="1123950" y="1247775"/>
                </a:lnTo>
                <a:lnTo>
                  <a:pt x="1114425" y="1247775"/>
                </a:lnTo>
                <a:close/>
                <a:moveTo>
                  <a:pt x="1419225" y="1238250"/>
                </a:moveTo>
                <a:lnTo>
                  <a:pt x="1428750" y="1238250"/>
                </a:lnTo>
                <a:lnTo>
                  <a:pt x="1428750" y="1257300"/>
                </a:lnTo>
                <a:lnTo>
                  <a:pt x="1419225" y="1257300"/>
                </a:lnTo>
                <a:close/>
                <a:moveTo>
                  <a:pt x="1571625" y="1238250"/>
                </a:moveTo>
                <a:lnTo>
                  <a:pt x="1581150" y="1238250"/>
                </a:lnTo>
                <a:lnTo>
                  <a:pt x="1581150" y="1247775"/>
                </a:lnTo>
                <a:lnTo>
                  <a:pt x="1571625" y="1247775"/>
                </a:lnTo>
                <a:close/>
                <a:moveTo>
                  <a:pt x="1609725" y="1238250"/>
                </a:moveTo>
                <a:lnTo>
                  <a:pt x="1619250" y="1238250"/>
                </a:lnTo>
                <a:lnTo>
                  <a:pt x="1619250" y="1257300"/>
                </a:lnTo>
                <a:lnTo>
                  <a:pt x="1628775" y="1257300"/>
                </a:lnTo>
                <a:lnTo>
                  <a:pt x="1628775" y="1295400"/>
                </a:lnTo>
                <a:lnTo>
                  <a:pt x="1676400" y="1295400"/>
                </a:lnTo>
                <a:lnTo>
                  <a:pt x="1676400" y="1314450"/>
                </a:lnTo>
                <a:lnTo>
                  <a:pt x="1685925" y="1314450"/>
                </a:lnTo>
                <a:lnTo>
                  <a:pt x="1685925" y="1323975"/>
                </a:lnTo>
                <a:lnTo>
                  <a:pt x="1666875" y="1323975"/>
                </a:lnTo>
                <a:lnTo>
                  <a:pt x="1666875" y="1314450"/>
                </a:lnTo>
                <a:lnTo>
                  <a:pt x="1647825" y="1314450"/>
                </a:lnTo>
                <a:lnTo>
                  <a:pt x="1647825" y="1304925"/>
                </a:lnTo>
                <a:lnTo>
                  <a:pt x="1619250" y="1304925"/>
                </a:lnTo>
                <a:lnTo>
                  <a:pt x="1619250" y="1323975"/>
                </a:lnTo>
                <a:lnTo>
                  <a:pt x="1600200" y="1323975"/>
                </a:lnTo>
                <a:lnTo>
                  <a:pt x="1600200" y="1314450"/>
                </a:lnTo>
                <a:lnTo>
                  <a:pt x="1609725" y="1314450"/>
                </a:lnTo>
                <a:lnTo>
                  <a:pt x="1609725" y="1295400"/>
                </a:lnTo>
                <a:lnTo>
                  <a:pt x="1600200" y="1295400"/>
                </a:lnTo>
                <a:lnTo>
                  <a:pt x="1600200" y="1285875"/>
                </a:lnTo>
                <a:lnTo>
                  <a:pt x="1590675" y="1285875"/>
                </a:lnTo>
                <a:lnTo>
                  <a:pt x="1590675" y="1247775"/>
                </a:lnTo>
                <a:lnTo>
                  <a:pt x="1600200" y="1247775"/>
                </a:lnTo>
                <a:lnTo>
                  <a:pt x="1600200" y="1266825"/>
                </a:lnTo>
                <a:lnTo>
                  <a:pt x="1609725" y="1266825"/>
                </a:lnTo>
                <a:close/>
                <a:moveTo>
                  <a:pt x="19050" y="1247775"/>
                </a:moveTo>
                <a:lnTo>
                  <a:pt x="28575" y="1247775"/>
                </a:lnTo>
                <a:lnTo>
                  <a:pt x="28575" y="1266825"/>
                </a:lnTo>
                <a:lnTo>
                  <a:pt x="9525" y="1266825"/>
                </a:lnTo>
                <a:lnTo>
                  <a:pt x="9525" y="1257300"/>
                </a:lnTo>
                <a:lnTo>
                  <a:pt x="19050" y="1257300"/>
                </a:lnTo>
                <a:close/>
                <a:moveTo>
                  <a:pt x="285750" y="1247775"/>
                </a:moveTo>
                <a:lnTo>
                  <a:pt x="323850" y="1247775"/>
                </a:lnTo>
                <a:lnTo>
                  <a:pt x="323850" y="1266825"/>
                </a:lnTo>
                <a:lnTo>
                  <a:pt x="352425" y="1266825"/>
                </a:lnTo>
                <a:lnTo>
                  <a:pt x="352425" y="1285875"/>
                </a:lnTo>
                <a:lnTo>
                  <a:pt x="323850" y="1285875"/>
                </a:lnTo>
                <a:lnTo>
                  <a:pt x="323850" y="1276350"/>
                </a:lnTo>
                <a:lnTo>
                  <a:pt x="285750" y="1276350"/>
                </a:lnTo>
                <a:lnTo>
                  <a:pt x="285750" y="1266825"/>
                </a:lnTo>
                <a:lnTo>
                  <a:pt x="276225" y="1266825"/>
                </a:lnTo>
                <a:lnTo>
                  <a:pt x="276225" y="1285875"/>
                </a:lnTo>
                <a:lnTo>
                  <a:pt x="257175" y="1285875"/>
                </a:lnTo>
                <a:lnTo>
                  <a:pt x="257175" y="1276350"/>
                </a:lnTo>
                <a:lnTo>
                  <a:pt x="247650" y="1276350"/>
                </a:lnTo>
                <a:lnTo>
                  <a:pt x="247650" y="1266825"/>
                </a:lnTo>
                <a:lnTo>
                  <a:pt x="257175" y="1266825"/>
                </a:lnTo>
                <a:lnTo>
                  <a:pt x="257175" y="1257300"/>
                </a:lnTo>
                <a:lnTo>
                  <a:pt x="285750" y="1257300"/>
                </a:lnTo>
                <a:close/>
                <a:moveTo>
                  <a:pt x="1009650" y="1247775"/>
                </a:moveTo>
                <a:lnTo>
                  <a:pt x="1019175" y="1247775"/>
                </a:lnTo>
                <a:lnTo>
                  <a:pt x="1019175" y="1257300"/>
                </a:lnTo>
                <a:lnTo>
                  <a:pt x="1028700" y="1257300"/>
                </a:lnTo>
                <a:lnTo>
                  <a:pt x="1028700" y="1247775"/>
                </a:lnTo>
                <a:lnTo>
                  <a:pt x="1057275" y="1247775"/>
                </a:lnTo>
                <a:lnTo>
                  <a:pt x="1057275" y="1257300"/>
                </a:lnTo>
                <a:lnTo>
                  <a:pt x="1038225" y="1257300"/>
                </a:lnTo>
                <a:lnTo>
                  <a:pt x="1038225" y="1266825"/>
                </a:lnTo>
                <a:lnTo>
                  <a:pt x="1028700" y="1266825"/>
                </a:lnTo>
                <a:lnTo>
                  <a:pt x="1028700" y="1276350"/>
                </a:lnTo>
                <a:lnTo>
                  <a:pt x="1019175" y="1276350"/>
                </a:lnTo>
                <a:lnTo>
                  <a:pt x="1019175" y="1266825"/>
                </a:lnTo>
                <a:lnTo>
                  <a:pt x="1009650" y="1266825"/>
                </a:lnTo>
                <a:close/>
                <a:moveTo>
                  <a:pt x="1133475" y="1247775"/>
                </a:moveTo>
                <a:lnTo>
                  <a:pt x="1209675" y="1247775"/>
                </a:lnTo>
                <a:lnTo>
                  <a:pt x="1209675" y="1257300"/>
                </a:lnTo>
                <a:lnTo>
                  <a:pt x="1200150" y="1257300"/>
                </a:lnTo>
                <a:lnTo>
                  <a:pt x="1200150" y="1266825"/>
                </a:lnTo>
                <a:lnTo>
                  <a:pt x="1190625" y="1266825"/>
                </a:lnTo>
                <a:lnTo>
                  <a:pt x="1190625" y="1276350"/>
                </a:lnTo>
                <a:lnTo>
                  <a:pt x="1171575" y="1276350"/>
                </a:lnTo>
                <a:lnTo>
                  <a:pt x="1171575" y="1295400"/>
                </a:lnTo>
                <a:lnTo>
                  <a:pt x="1162050" y="1295400"/>
                </a:lnTo>
                <a:lnTo>
                  <a:pt x="1162050" y="1285875"/>
                </a:lnTo>
                <a:lnTo>
                  <a:pt x="1123950" y="1285875"/>
                </a:lnTo>
                <a:lnTo>
                  <a:pt x="1123950" y="1276350"/>
                </a:lnTo>
                <a:lnTo>
                  <a:pt x="1133475" y="1276350"/>
                </a:lnTo>
                <a:lnTo>
                  <a:pt x="1133475" y="1266825"/>
                </a:lnTo>
                <a:lnTo>
                  <a:pt x="1162050" y="1266825"/>
                </a:lnTo>
                <a:lnTo>
                  <a:pt x="1162050" y="1257300"/>
                </a:lnTo>
                <a:lnTo>
                  <a:pt x="1133475" y="1257300"/>
                </a:lnTo>
                <a:close/>
                <a:moveTo>
                  <a:pt x="1495425" y="1247775"/>
                </a:moveTo>
                <a:lnTo>
                  <a:pt x="1514475" y="1247775"/>
                </a:lnTo>
                <a:lnTo>
                  <a:pt x="1514475" y="1257300"/>
                </a:lnTo>
                <a:lnTo>
                  <a:pt x="1495425" y="1257300"/>
                </a:lnTo>
                <a:close/>
                <a:moveTo>
                  <a:pt x="1562100" y="1247775"/>
                </a:moveTo>
                <a:lnTo>
                  <a:pt x="1571625" y="1247775"/>
                </a:lnTo>
                <a:lnTo>
                  <a:pt x="1571625" y="1266825"/>
                </a:lnTo>
                <a:lnTo>
                  <a:pt x="1562100" y="1266825"/>
                </a:lnTo>
                <a:lnTo>
                  <a:pt x="1562100" y="1285875"/>
                </a:lnTo>
                <a:lnTo>
                  <a:pt x="1552575" y="1285875"/>
                </a:lnTo>
                <a:lnTo>
                  <a:pt x="1552575" y="1295400"/>
                </a:lnTo>
                <a:lnTo>
                  <a:pt x="1562100" y="1295400"/>
                </a:lnTo>
                <a:lnTo>
                  <a:pt x="1562100" y="1314450"/>
                </a:lnTo>
                <a:lnTo>
                  <a:pt x="1543050" y="1314450"/>
                </a:lnTo>
                <a:lnTo>
                  <a:pt x="1543050" y="1266825"/>
                </a:lnTo>
                <a:lnTo>
                  <a:pt x="1533525" y="1266825"/>
                </a:lnTo>
                <a:lnTo>
                  <a:pt x="1533525" y="1257300"/>
                </a:lnTo>
                <a:lnTo>
                  <a:pt x="1562100" y="1257300"/>
                </a:lnTo>
                <a:close/>
                <a:moveTo>
                  <a:pt x="1666875" y="1247775"/>
                </a:moveTo>
                <a:lnTo>
                  <a:pt x="1676400" y="1247775"/>
                </a:lnTo>
                <a:lnTo>
                  <a:pt x="1676400" y="1257300"/>
                </a:lnTo>
                <a:lnTo>
                  <a:pt x="1685925" y="1257300"/>
                </a:lnTo>
                <a:lnTo>
                  <a:pt x="1685925" y="1247775"/>
                </a:lnTo>
                <a:lnTo>
                  <a:pt x="1695450" y="1247775"/>
                </a:lnTo>
                <a:lnTo>
                  <a:pt x="1695450" y="1257300"/>
                </a:lnTo>
                <a:lnTo>
                  <a:pt x="1685925" y="1257300"/>
                </a:lnTo>
                <a:lnTo>
                  <a:pt x="1685925" y="1266825"/>
                </a:lnTo>
                <a:lnTo>
                  <a:pt x="1704975" y="1266825"/>
                </a:lnTo>
                <a:lnTo>
                  <a:pt x="1704975" y="1276350"/>
                </a:lnTo>
                <a:lnTo>
                  <a:pt x="1685925" y="1276350"/>
                </a:lnTo>
                <a:lnTo>
                  <a:pt x="1685925" y="1285875"/>
                </a:lnTo>
                <a:lnTo>
                  <a:pt x="1666875" y="1285875"/>
                </a:lnTo>
                <a:lnTo>
                  <a:pt x="1666875" y="1276350"/>
                </a:lnTo>
                <a:lnTo>
                  <a:pt x="1647825" y="1276350"/>
                </a:lnTo>
                <a:lnTo>
                  <a:pt x="1647825" y="1266825"/>
                </a:lnTo>
                <a:lnTo>
                  <a:pt x="1657350" y="1266825"/>
                </a:lnTo>
                <a:lnTo>
                  <a:pt x="1657350" y="1257300"/>
                </a:lnTo>
                <a:lnTo>
                  <a:pt x="1666875" y="1257300"/>
                </a:lnTo>
                <a:close/>
                <a:moveTo>
                  <a:pt x="676275" y="1257300"/>
                </a:moveTo>
                <a:lnTo>
                  <a:pt x="685800" y="1257300"/>
                </a:lnTo>
                <a:lnTo>
                  <a:pt x="685800" y="1266825"/>
                </a:lnTo>
                <a:lnTo>
                  <a:pt x="676275" y="1266825"/>
                </a:lnTo>
                <a:close/>
                <a:moveTo>
                  <a:pt x="819150" y="1257300"/>
                </a:moveTo>
                <a:lnTo>
                  <a:pt x="828675" y="1257300"/>
                </a:lnTo>
                <a:lnTo>
                  <a:pt x="828675" y="1285875"/>
                </a:lnTo>
                <a:lnTo>
                  <a:pt x="809625" y="1285875"/>
                </a:lnTo>
                <a:lnTo>
                  <a:pt x="809625" y="1266825"/>
                </a:lnTo>
                <a:lnTo>
                  <a:pt x="819150" y="1266825"/>
                </a:lnTo>
                <a:close/>
                <a:moveTo>
                  <a:pt x="1362075" y="1257300"/>
                </a:moveTo>
                <a:lnTo>
                  <a:pt x="1400175" y="1257300"/>
                </a:lnTo>
                <a:lnTo>
                  <a:pt x="1400175" y="1266825"/>
                </a:lnTo>
                <a:lnTo>
                  <a:pt x="1371600" y="1266825"/>
                </a:lnTo>
                <a:lnTo>
                  <a:pt x="1371600" y="1276350"/>
                </a:lnTo>
                <a:lnTo>
                  <a:pt x="1352550" y="1276350"/>
                </a:lnTo>
                <a:lnTo>
                  <a:pt x="1352550" y="1266825"/>
                </a:lnTo>
                <a:lnTo>
                  <a:pt x="1362075" y="1266825"/>
                </a:lnTo>
                <a:close/>
                <a:moveTo>
                  <a:pt x="1409700" y="1257300"/>
                </a:moveTo>
                <a:lnTo>
                  <a:pt x="1419225" y="1257300"/>
                </a:lnTo>
                <a:lnTo>
                  <a:pt x="1419225" y="1266825"/>
                </a:lnTo>
                <a:lnTo>
                  <a:pt x="1409700" y="1266825"/>
                </a:lnTo>
                <a:close/>
                <a:moveTo>
                  <a:pt x="1447800" y="1257300"/>
                </a:moveTo>
                <a:lnTo>
                  <a:pt x="1457325" y="1257300"/>
                </a:lnTo>
                <a:lnTo>
                  <a:pt x="1457325" y="1276350"/>
                </a:lnTo>
                <a:lnTo>
                  <a:pt x="1447800" y="1276350"/>
                </a:lnTo>
                <a:close/>
                <a:moveTo>
                  <a:pt x="733425" y="1266825"/>
                </a:moveTo>
                <a:lnTo>
                  <a:pt x="752475" y="1266825"/>
                </a:lnTo>
                <a:lnTo>
                  <a:pt x="752475" y="1276350"/>
                </a:lnTo>
                <a:lnTo>
                  <a:pt x="733425" y="1276350"/>
                </a:lnTo>
                <a:close/>
                <a:moveTo>
                  <a:pt x="561975" y="1276350"/>
                </a:moveTo>
                <a:lnTo>
                  <a:pt x="571500" y="1276350"/>
                </a:lnTo>
                <a:lnTo>
                  <a:pt x="571500" y="1285875"/>
                </a:lnTo>
                <a:lnTo>
                  <a:pt x="561975" y="1285875"/>
                </a:lnTo>
                <a:close/>
                <a:moveTo>
                  <a:pt x="1247775" y="1276350"/>
                </a:moveTo>
                <a:lnTo>
                  <a:pt x="1266825" y="1276350"/>
                </a:lnTo>
                <a:lnTo>
                  <a:pt x="1266825" y="1285875"/>
                </a:lnTo>
                <a:lnTo>
                  <a:pt x="1247775" y="1285875"/>
                </a:lnTo>
                <a:close/>
                <a:moveTo>
                  <a:pt x="295275" y="1285875"/>
                </a:moveTo>
                <a:lnTo>
                  <a:pt x="304800" y="1285875"/>
                </a:lnTo>
                <a:lnTo>
                  <a:pt x="304800" y="1304925"/>
                </a:lnTo>
                <a:lnTo>
                  <a:pt x="295275" y="1304925"/>
                </a:lnTo>
                <a:lnTo>
                  <a:pt x="295275" y="1323975"/>
                </a:lnTo>
                <a:lnTo>
                  <a:pt x="304800" y="1323975"/>
                </a:lnTo>
                <a:lnTo>
                  <a:pt x="304800" y="1314450"/>
                </a:lnTo>
                <a:lnTo>
                  <a:pt x="314325" y="1314450"/>
                </a:lnTo>
                <a:lnTo>
                  <a:pt x="314325" y="1323975"/>
                </a:lnTo>
                <a:lnTo>
                  <a:pt x="304800" y="1323975"/>
                </a:lnTo>
                <a:lnTo>
                  <a:pt x="304800" y="1343025"/>
                </a:lnTo>
                <a:lnTo>
                  <a:pt x="285750" y="1343025"/>
                </a:lnTo>
                <a:lnTo>
                  <a:pt x="285750" y="1333500"/>
                </a:lnTo>
                <a:lnTo>
                  <a:pt x="276225" y="1333500"/>
                </a:lnTo>
                <a:lnTo>
                  <a:pt x="276225" y="1323975"/>
                </a:lnTo>
                <a:lnTo>
                  <a:pt x="247650" y="1323975"/>
                </a:lnTo>
                <a:lnTo>
                  <a:pt x="247650" y="1314450"/>
                </a:lnTo>
                <a:lnTo>
                  <a:pt x="238125" y="1314450"/>
                </a:lnTo>
                <a:lnTo>
                  <a:pt x="238125" y="1304925"/>
                </a:lnTo>
                <a:lnTo>
                  <a:pt x="266700" y="1304925"/>
                </a:lnTo>
                <a:lnTo>
                  <a:pt x="266700" y="1295400"/>
                </a:lnTo>
                <a:lnTo>
                  <a:pt x="276225" y="1295400"/>
                </a:lnTo>
                <a:lnTo>
                  <a:pt x="276225" y="1304925"/>
                </a:lnTo>
                <a:lnTo>
                  <a:pt x="266700" y="1304925"/>
                </a:lnTo>
                <a:lnTo>
                  <a:pt x="266700" y="1314450"/>
                </a:lnTo>
                <a:lnTo>
                  <a:pt x="285750" y="1314450"/>
                </a:lnTo>
                <a:lnTo>
                  <a:pt x="285750" y="1295400"/>
                </a:lnTo>
                <a:lnTo>
                  <a:pt x="295275" y="1295400"/>
                </a:lnTo>
                <a:close/>
                <a:moveTo>
                  <a:pt x="914400" y="1295400"/>
                </a:moveTo>
                <a:lnTo>
                  <a:pt x="923925" y="1295400"/>
                </a:lnTo>
                <a:lnTo>
                  <a:pt x="923925" y="1304925"/>
                </a:lnTo>
                <a:lnTo>
                  <a:pt x="914400" y="1304925"/>
                </a:lnTo>
                <a:close/>
                <a:moveTo>
                  <a:pt x="990600" y="1295400"/>
                </a:moveTo>
                <a:lnTo>
                  <a:pt x="1000125" y="1295400"/>
                </a:lnTo>
                <a:lnTo>
                  <a:pt x="1000125" y="1314450"/>
                </a:lnTo>
                <a:lnTo>
                  <a:pt x="1009650" y="1314450"/>
                </a:lnTo>
                <a:lnTo>
                  <a:pt x="1009650" y="1323975"/>
                </a:lnTo>
                <a:lnTo>
                  <a:pt x="1019175" y="1323975"/>
                </a:lnTo>
                <a:lnTo>
                  <a:pt x="1019175" y="1333500"/>
                </a:lnTo>
                <a:lnTo>
                  <a:pt x="981075" y="1333500"/>
                </a:lnTo>
                <a:lnTo>
                  <a:pt x="981075" y="1314450"/>
                </a:lnTo>
                <a:lnTo>
                  <a:pt x="990600" y="1314450"/>
                </a:lnTo>
                <a:close/>
                <a:moveTo>
                  <a:pt x="1114425" y="1295400"/>
                </a:moveTo>
                <a:lnTo>
                  <a:pt x="1133475" y="1295400"/>
                </a:lnTo>
                <a:lnTo>
                  <a:pt x="1133475" y="1304925"/>
                </a:lnTo>
                <a:lnTo>
                  <a:pt x="1114425" y="1304925"/>
                </a:lnTo>
                <a:close/>
                <a:moveTo>
                  <a:pt x="419100" y="1304925"/>
                </a:moveTo>
                <a:lnTo>
                  <a:pt x="428625" y="1304925"/>
                </a:lnTo>
                <a:lnTo>
                  <a:pt x="428625" y="1323975"/>
                </a:lnTo>
                <a:lnTo>
                  <a:pt x="419100" y="1323975"/>
                </a:lnTo>
                <a:close/>
                <a:moveTo>
                  <a:pt x="1047750" y="1304925"/>
                </a:moveTo>
                <a:lnTo>
                  <a:pt x="1076325" y="1304925"/>
                </a:lnTo>
                <a:lnTo>
                  <a:pt x="1076325" y="1314450"/>
                </a:lnTo>
                <a:lnTo>
                  <a:pt x="1066800" y="1314450"/>
                </a:lnTo>
                <a:lnTo>
                  <a:pt x="1066800" y="1323975"/>
                </a:lnTo>
                <a:lnTo>
                  <a:pt x="1047750" y="1323975"/>
                </a:lnTo>
                <a:lnTo>
                  <a:pt x="1047750" y="1333500"/>
                </a:lnTo>
                <a:lnTo>
                  <a:pt x="1038225" y="1333500"/>
                </a:lnTo>
                <a:lnTo>
                  <a:pt x="1038225" y="1323975"/>
                </a:lnTo>
                <a:lnTo>
                  <a:pt x="1028700" y="1323975"/>
                </a:lnTo>
                <a:lnTo>
                  <a:pt x="1028700" y="1314450"/>
                </a:lnTo>
                <a:lnTo>
                  <a:pt x="1047750" y="1314450"/>
                </a:lnTo>
                <a:close/>
                <a:moveTo>
                  <a:pt x="1085850" y="1304925"/>
                </a:moveTo>
                <a:lnTo>
                  <a:pt x="1095375" y="1304925"/>
                </a:lnTo>
                <a:lnTo>
                  <a:pt x="1095375" y="1323975"/>
                </a:lnTo>
                <a:lnTo>
                  <a:pt x="1085850" y="1323975"/>
                </a:lnTo>
                <a:close/>
                <a:moveTo>
                  <a:pt x="1400175" y="1304925"/>
                </a:moveTo>
                <a:lnTo>
                  <a:pt x="1409700" y="1304925"/>
                </a:lnTo>
                <a:lnTo>
                  <a:pt x="1409700" y="1314450"/>
                </a:lnTo>
                <a:lnTo>
                  <a:pt x="1400175" y="1314450"/>
                </a:lnTo>
                <a:close/>
                <a:moveTo>
                  <a:pt x="1457325" y="1304925"/>
                </a:moveTo>
                <a:lnTo>
                  <a:pt x="1514475" y="1304925"/>
                </a:lnTo>
                <a:lnTo>
                  <a:pt x="1514475" y="1314450"/>
                </a:lnTo>
                <a:lnTo>
                  <a:pt x="1457325" y="1314450"/>
                </a:lnTo>
                <a:close/>
                <a:moveTo>
                  <a:pt x="323850" y="1314450"/>
                </a:moveTo>
                <a:lnTo>
                  <a:pt x="361950" y="1314450"/>
                </a:lnTo>
                <a:lnTo>
                  <a:pt x="361950" y="1323975"/>
                </a:lnTo>
                <a:lnTo>
                  <a:pt x="323850" y="1323975"/>
                </a:lnTo>
                <a:close/>
                <a:moveTo>
                  <a:pt x="809625" y="1314450"/>
                </a:moveTo>
                <a:lnTo>
                  <a:pt x="819150" y="1314450"/>
                </a:lnTo>
                <a:lnTo>
                  <a:pt x="819150" y="1323975"/>
                </a:lnTo>
                <a:lnTo>
                  <a:pt x="809625" y="1323975"/>
                </a:lnTo>
                <a:close/>
                <a:moveTo>
                  <a:pt x="1219200" y="1352550"/>
                </a:moveTo>
                <a:lnTo>
                  <a:pt x="1228725" y="1352550"/>
                </a:lnTo>
                <a:lnTo>
                  <a:pt x="1228725" y="1371600"/>
                </a:lnTo>
                <a:lnTo>
                  <a:pt x="1219200" y="1371600"/>
                </a:lnTo>
                <a:close/>
                <a:moveTo>
                  <a:pt x="1390650" y="1352550"/>
                </a:moveTo>
                <a:lnTo>
                  <a:pt x="1400175" y="1352550"/>
                </a:lnTo>
                <a:lnTo>
                  <a:pt x="1400175" y="1362075"/>
                </a:lnTo>
                <a:lnTo>
                  <a:pt x="1409700" y="1362075"/>
                </a:lnTo>
                <a:lnTo>
                  <a:pt x="1409700" y="1371600"/>
                </a:lnTo>
                <a:lnTo>
                  <a:pt x="1381125" y="1371600"/>
                </a:lnTo>
                <a:lnTo>
                  <a:pt x="1381125" y="1362075"/>
                </a:lnTo>
                <a:lnTo>
                  <a:pt x="1390650" y="1362075"/>
                </a:lnTo>
                <a:close/>
                <a:moveTo>
                  <a:pt x="190500" y="1362075"/>
                </a:moveTo>
                <a:lnTo>
                  <a:pt x="219075" y="1362075"/>
                </a:lnTo>
                <a:lnTo>
                  <a:pt x="219075" y="1390650"/>
                </a:lnTo>
                <a:lnTo>
                  <a:pt x="190500" y="1390650"/>
                </a:lnTo>
                <a:lnTo>
                  <a:pt x="190500" y="1381125"/>
                </a:lnTo>
                <a:lnTo>
                  <a:pt x="180975" y="1381125"/>
                </a:lnTo>
                <a:lnTo>
                  <a:pt x="180975" y="1371600"/>
                </a:lnTo>
                <a:lnTo>
                  <a:pt x="190500" y="1371600"/>
                </a:lnTo>
                <a:close/>
                <a:moveTo>
                  <a:pt x="447675" y="1362075"/>
                </a:moveTo>
                <a:lnTo>
                  <a:pt x="466725" y="1362075"/>
                </a:lnTo>
                <a:lnTo>
                  <a:pt x="466725" y="1371600"/>
                </a:lnTo>
                <a:lnTo>
                  <a:pt x="447675" y="1371600"/>
                </a:lnTo>
                <a:close/>
                <a:moveTo>
                  <a:pt x="523875" y="1362075"/>
                </a:moveTo>
                <a:lnTo>
                  <a:pt x="533400" y="1362075"/>
                </a:lnTo>
                <a:lnTo>
                  <a:pt x="533400" y="1371600"/>
                </a:lnTo>
                <a:lnTo>
                  <a:pt x="523875" y="1371600"/>
                </a:lnTo>
                <a:close/>
                <a:moveTo>
                  <a:pt x="885825" y="1362075"/>
                </a:moveTo>
                <a:lnTo>
                  <a:pt x="904875" y="1362075"/>
                </a:lnTo>
                <a:lnTo>
                  <a:pt x="904875" y="1371600"/>
                </a:lnTo>
                <a:lnTo>
                  <a:pt x="885825" y="1371600"/>
                </a:lnTo>
                <a:close/>
                <a:moveTo>
                  <a:pt x="1428750" y="1362075"/>
                </a:moveTo>
                <a:lnTo>
                  <a:pt x="1438275" y="1362075"/>
                </a:lnTo>
                <a:lnTo>
                  <a:pt x="1438275" y="1371600"/>
                </a:lnTo>
                <a:lnTo>
                  <a:pt x="1428750" y="1371600"/>
                </a:lnTo>
                <a:close/>
                <a:moveTo>
                  <a:pt x="1476375" y="1362075"/>
                </a:moveTo>
                <a:lnTo>
                  <a:pt x="1485900" y="1362075"/>
                </a:lnTo>
                <a:lnTo>
                  <a:pt x="1485900" y="1371600"/>
                </a:lnTo>
                <a:lnTo>
                  <a:pt x="1514475" y="1371600"/>
                </a:lnTo>
                <a:lnTo>
                  <a:pt x="1514475" y="1381125"/>
                </a:lnTo>
                <a:lnTo>
                  <a:pt x="1504950" y="1381125"/>
                </a:lnTo>
                <a:lnTo>
                  <a:pt x="1504950" y="1390650"/>
                </a:lnTo>
                <a:lnTo>
                  <a:pt x="1466850" y="1390650"/>
                </a:lnTo>
                <a:lnTo>
                  <a:pt x="1466850" y="1381125"/>
                </a:lnTo>
                <a:lnTo>
                  <a:pt x="1476375" y="1381125"/>
                </a:lnTo>
                <a:close/>
                <a:moveTo>
                  <a:pt x="1581150" y="1362075"/>
                </a:moveTo>
                <a:lnTo>
                  <a:pt x="1600200" y="1362075"/>
                </a:lnTo>
                <a:lnTo>
                  <a:pt x="1600200" y="1371600"/>
                </a:lnTo>
                <a:lnTo>
                  <a:pt x="1581150" y="1371600"/>
                </a:lnTo>
                <a:close/>
                <a:moveTo>
                  <a:pt x="1638300" y="1362075"/>
                </a:moveTo>
                <a:lnTo>
                  <a:pt x="1657350" y="1362075"/>
                </a:lnTo>
                <a:lnTo>
                  <a:pt x="1657350" y="1371600"/>
                </a:lnTo>
                <a:lnTo>
                  <a:pt x="1638300" y="1371600"/>
                </a:lnTo>
                <a:close/>
                <a:moveTo>
                  <a:pt x="1771650" y="1362075"/>
                </a:moveTo>
                <a:lnTo>
                  <a:pt x="1781175" y="1362075"/>
                </a:lnTo>
                <a:lnTo>
                  <a:pt x="1781175" y="1447800"/>
                </a:lnTo>
                <a:lnTo>
                  <a:pt x="1771650" y="1447800"/>
                </a:lnTo>
                <a:close/>
                <a:moveTo>
                  <a:pt x="1600200" y="1371600"/>
                </a:moveTo>
                <a:lnTo>
                  <a:pt x="1619250" y="1371600"/>
                </a:lnTo>
                <a:lnTo>
                  <a:pt x="1619250" y="1381125"/>
                </a:lnTo>
                <a:lnTo>
                  <a:pt x="1600200" y="1381125"/>
                </a:lnTo>
                <a:close/>
                <a:moveTo>
                  <a:pt x="1752600" y="1371600"/>
                </a:moveTo>
                <a:lnTo>
                  <a:pt x="1762125" y="1371600"/>
                </a:lnTo>
                <a:lnTo>
                  <a:pt x="1762125" y="1390650"/>
                </a:lnTo>
                <a:lnTo>
                  <a:pt x="1752600" y="1390650"/>
                </a:lnTo>
                <a:close/>
                <a:moveTo>
                  <a:pt x="1295400" y="1381125"/>
                </a:moveTo>
                <a:lnTo>
                  <a:pt x="1333500" y="1381125"/>
                </a:lnTo>
                <a:lnTo>
                  <a:pt x="1333500" y="1390650"/>
                </a:lnTo>
                <a:lnTo>
                  <a:pt x="1295400" y="1390650"/>
                </a:lnTo>
                <a:close/>
                <a:moveTo>
                  <a:pt x="1257300" y="1390650"/>
                </a:moveTo>
                <a:lnTo>
                  <a:pt x="1285875" y="1390650"/>
                </a:lnTo>
                <a:lnTo>
                  <a:pt x="1285875" y="1409700"/>
                </a:lnTo>
                <a:lnTo>
                  <a:pt x="1295400" y="1409700"/>
                </a:lnTo>
                <a:lnTo>
                  <a:pt x="1295400" y="1419225"/>
                </a:lnTo>
                <a:lnTo>
                  <a:pt x="1276350" y="1419225"/>
                </a:lnTo>
                <a:lnTo>
                  <a:pt x="1276350" y="1409700"/>
                </a:lnTo>
                <a:lnTo>
                  <a:pt x="1257300" y="1409700"/>
                </a:lnTo>
                <a:lnTo>
                  <a:pt x="1257300" y="1419225"/>
                </a:lnTo>
                <a:lnTo>
                  <a:pt x="1247775" y="1419225"/>
                </a:lnTo>
                <a:lnTo>
                  <a:pt x="1247775" y="1400175"/>
                </a:lnTo>
                <a:lnTo>
                  <a:pt x="1257300" y="1400175"/>
                </a:lnTo>
                <a:close/>
                <a:moveTo>
                  <a:pt x="323850" y="1400175"/>
                </a:moveTo>
                <a:lnTo>
                  <a:pt x="333375" y="1400175"/>
                </a:lnTo>
                <a:lnTo>
                  <a:pt x="333375" y="1428750"/>
                </a:lnTo>
                <a:lnTo>
                  <a:pt x="342900" y="1428750"/>
                </a:lnTo>
                <a:lnTo>
                  <a:pt x="342900" y="1438275"/>
                </a:lnTo>
                <a:lnTo>
                  <a:pt x="323850" y="1438275"/>
                </a:lnTo>
                <a:lnTo>
                  <a:pt x="323850" y="1428750"/>
                </a:lnTo>
                <a:lnTo>
                  <a:pt x="314325" y="1428750"/>
                </a:lnTo>
                <a:lnTo>
                  <a:pt x="314325" y="1409700"/>
                </a:lnTo>
                <a:lnTo>
                  <a:pt x="323850" y="1409700"/>
                </a:lnTo>
                <a:close/>
                <a:moveTo>
                  <a:pt x="1114425" y="1400175"/>
                </a:moveTo>
                <a:lnTo>
                  <a:pt x="1133475" y="1400175"/>
                </a:lnTo>
                <a:lnTo>
                  <a:pt x="1133475" y="1428750"/>
                </a:lnTo>
                <a:lnTo>
                  <a:pt x="1123950" y="1428750"/>
                </a:lnTo>
                <a:lnTo>
                  <a:pt x="1123950" y="1438275"/>
                </a:lnTo>
                <a:lnTo>
                  <a:pt x="1104900" y="1438275"/>
                </a:lnTo>
                <a:lnTo>
                  <a:pt x="1104900" y="1447800"/>
                </a:lnTo>
                <a:lnTo>
                  <a:pt x="1085850" y="1447800"/>
                </a:lnTo>
                <a:lnTo>
                  <a:pt x="1085850" y="1428750"/>
                </a:lnTo>
                <a:lnTo>
                  <a:pt x="1095375" y="1428750"/>
                </a:lnTo>
                <a:lnTo>
                  <a:pt x="1095375" y="1419225"/>
                </a:lnTo>
                <a:lnTo>
                  <a:pt x="1123950" y="1419225"/>
                </a:lnTo>
                <a:lnTo>
                  <a:pt x="1123950" y="1409700"/>
                </a:lnTo>
                <a:lnTo>
                  <a:pt x="1114425" y="1409700"/>
                </a:lnTo>
                <a:close/>
                <a:moveTo>
                  <a:pt x="1390650" y="1409700"/>
                </a:moveTo>
                <a:lnTo>
                  <a:pt x="1409700" y="1409700"/>
                </a:lnTo>
                <a:lnTo>
                  <a:pt x="1409700" y="1419225"/>
                </a:lnTo>
                <a:lnTo>
                  <a:pt x="1419225" y="1419225"/>
                </a:lnTo>
                <a:lnTo>
                  <a:pt x="1419225" y="1428750"/>
                </a:lnTo>
                <a:lnTo>
                  <a:pt x="1400175" y="1428750"/>
                </a:lnTo>
                <a:lnTo>
                  <a:pt x="1400175" y="1438275"/>
                </a:lnTo>
                <a:lnTo>
                  <a:pt x="1390650" y="1438275"/>
                </a:lnTo>
                <a:close/>
                <a:moveTo>
                  <a:pt x="247650" y="1428750"/>
                </a:moveTo>
                <a:lnTo>
                  <a:pt x="257175" y="1428750"/>
                </a:lnTo>
                <a:lnTo>
                  <a:pt x="257175" y="1438275"/>
                </a:lnTo>
                <a:lnTo>
                  <a:pt x="247650" y="1438275"/>
                </a:lnTo>
                <a:close/>
                <a:moveTo>
                  <a:pt x="647700" y="1428750"/>
                </a:moveTo>
                <a:lnTo>
                  <a:pt x="666750" y="1428750"/>
                </a:lnTo>
                <a:lnTo>
                  <a:pt x="666750" y="1438275"/>
                </a:lnTo>
                <a:lnTo>
                  <a:pt x="647700" y="1438275"/>
                </a:lnTo>
                <a:close/>
                <a:moveTo>
                  <a:pt x="1038225" y="1428750"/>
                </a:moveTo>
                <a:lnTo>
                  <a:pt x="1057275" y="1428750"/>
                </a:lnTo>
                <a:lnTo>
                  <a:pt x="1057275" y="1438275"/>
                </a:lnTo>
                <a:lnTo>
                  <a:pt x="1066800" y="1438275"/>
                </a:lnTo>
                <a:lnTo>
                  <a:pt x="1066800" y="1447800"/>
                </a:lnTo>
                <a:lnTo>
                  <a:pt x="1047750" y="1447800"/>
                </a:lnTo>
                <a:lnTo>
                  <a:pt x="1047750" y="1438275"/>
                </a:lnTo>
                <a:lnTo>
                  <a:pt x="1038225" y="1438275"/>
                </a:lnTo>
                <a:close/>
                <a:moveTo>
                  <a:pt x="1543050" y="1428750"/>
                </a:moveTo>
                <a:lnTo>
                  <a:pt x="1571625" y="1428750"/>
                </a:lnTo>
                <a:lnTo>
                  <a:pt x="1571625" y="1447800"/>
                </a:lnTo>
                <a:lnTo>
                  <a:pt x="1543050" y="1447800"/>
                </a:lnTo>
                <a:close/>
                <a:moveTo>
                  <a:pt x="733425" y="1438275"/>
                </a:moveTo>
                <a:lnTo>
                  <a:pt x="742950" y="1438275"/>
                </a:lnTo>
                <a:lnTo>
                  <a:pt x="742950" y="1447800"/>
                </a:lnTo>
                <a:lnTo>
                  <a:pt x="733425" y="1447800"/>
                </a:lnTo>
                <a:close/>
                <a:moveTo>
                  <a:pt x="838200" y="1438275"/>
                </a:moveTo>
                <a:lnTo>
                  <a:pt x="876300" y="1438275"/>
                </a:lnTo>
                <a:lnTo>
                  <a:pt x="876300" y="1447800"/>
                </a:lnTo>
                <a:lnTo>
                  <a:pt x="866775" y="1447800"/>
                </a:lnTo>
                <a:lnTo>
                  <a:pt x="866775" y="1457325"/>
                </a:lnTo>
                <a:lnTo>
                  <a:pt x="857250" y="1457325"/>
                </a:lnTo>
                <a:lnTo>
                  <a:pt x="857250" y="1447800"/>
                </a:lnTo>
                <a:lnTo>
                  <a:pt x="838200" y="1447800"/>
                </a:lnTo>
                <a:close/>
                <a:moveTo>
                  <a:pt x="923925" y="1438275"/>
                </a:moveTo>
                <a:lnTo>
                  <a:pt x="962025" y="1438275"/>
                </a:lnTo>
                <a:lnTo>
                  <a:pt x="962025" y="1447800"/>
                </a:lnTo>
                <a:lnTo>
                  <a:pt x="923925" y="1447800"/>
                </a:lnTo>
                <a:close/>
                <a:moveTo>
                  <a:pt x="1524000" y="1438275"/>
                </a:moveTo>
                <a:lnTo>
                  <a:pt x="1533525" y="1438275"/>
                </a:lnTo>
                <a:lnTo>
                  <a:pt x="1533525" y="1447800"/>
                </a:lnTo>
                <a:lnTo>
                  <a:pt x="1524000" y="1447800"/>
                </a:lnTo>
                <a:close/>
                <a:moveTo>
                  <a:pt x="904875" y="1447800"/>
                </a:moveTo>
                <a:lnTo>
                  <a:pt x="923925" y="1447800"/>
                </a:lnTo>
                <a:lnTo>
                  <a:pt x="923925" y="1457325"/>
                </a:lnTo>
                <a:lnTo>
                  <a:pt x="904875" y="1457325"/>
                </a:lnTo>
                <a:close/>
                <a:moveTo>
                  <a:pt x="1104900" y="1447800"/>
                </a:moveTo>
                <a:lnTo>
                  <a:pt x="1114425" y="1447800"/>
                </a:lnTo>
                <a:lnTo>
                  <a:pt x="1114425" y="1457325"/>
                </a:lnTo>
                <a:lnTo>
                  <a:pt x="1104900" y="1457325"/>
                </a:lnTo>
                <a:close/>
                <a:moveTo>
                  <a:pt x="1495425" y="1447800"/>
                </a:moveTo>
                <a:lnTo>
                  <a:pt x="1504950" y="1447800"/>
                </a:lnTo>
                <a:lnTo>
                  <a:pt x="1504950" y="1457325"/>
                </a:lnTo>
                <a:lnTo>
                  <a:pt x="1495425" y="1457325"/>
                </a:lnTo>
                <a:close/>
                <a:moveTo>
                  <a:pt x="1419225" y="1504950"/>
                </a:moveTo>
                <a:lnTo>
                  <a:pt x="1466850" y="1504950"/>
                </a:lnTo>
                <a:lnTo>
                  <a:pt x="1466850" y="1514475"/>
                </a:lnTo>
                <a:lnTo>
                  <a:pt x="1447800" y="1514475"/>
                </a:lnTo>
                <a:lnTo>
                  <a:pt x="1447800" y="1533525"/>
                </a:lnTo>
                <a:lnTo>
                  <a:pt x="1438275" y="1533525"/>
                </a:lnTo>
                <a:lnTo>
                  <a:pt x="1438275" y="1524000"/>
                </a:lnTo>
                <a:lnTo>
                  <a:pt x="1419225" y="1524000"/>
                </a:lnTo>
                <a:close/>
                <a:moveTo>
                  <a:pt x="1619250" y="1504950"/>
                </a:moveTo>
                <a:lnTo>
                  <a:pt x="1628775" y="1504950"/>
                </a:lnTo>
                <a:lnTo>
                  <a:pt x="1628775" y="1533525"/>
                </a:lnTo>
                <a:lnTo>
                  <a:pt x="1619250" y="1533525"/>
                </a:lnTo>
                <a:close/>
                <a:moveTo>
                  <a:pt x="1733550" y="1504950"/>
                </a:moveTo>
                <a:lnTo>
                  <a:pt x="1762125" y="1504950"/>
                </a:lnTo>
                <a:lnTo>
                  <a:pt x="1762125" y="1514475"/>
                </a:lnTo>
                <a:lnTo>
                  <a:pt x="1771650" y="1514475"/>
                </a:lnTo>
                <a:lnTo>
                  <a:pt x="1771650" y="1504950"/>
                </a:lnTo>
                <a:lnTo>
                  <a:pt x="1781175" y="1504950"/>
                </a:lnTo>
                <a:lnTo>
                  <a:pt x="1781175" y="1600200"/>
                </a:lnTo>
                <a:lnTo>
                  <a:pt x="1771650" y="1600200"/>
                </a:lnTo>
                <a:lnTo>
                  <a:pt x="1771650" y="1552575"/>
                </a:lnTo>
                <a:lnTo>
                  <a:pt x="1762125" y="1552575"/>
                </a:lnTo>
                <a:lnTo>
                  <a:pt x="1762125" y="1562100"/>
                </a:lnTo>
                <a:lnTo>
                  <a:pt x="1752600" y="1562100"/>
                </a:lnTo>
                <a:lnTo>
                  <a:pt x="1752600" y="1552575"/>
                </a:lnTo>
                <a:lnTo>
                  <a:pt x="1743075" y="1552575"/>
                </a:lnTo>
                <a:lnTo>
                  <a:pt x="1743075" y="1533525"/>
                </a:lnTo>
                <a:lnTo>
                  <a:pt x="1733550" y="1533525"/>
                </a:lnTo>
                <a:lnTo>
                  <a:pt x="1733550" y="1524000"/>
                </a:lnTo>
                <a:lnTo>
                  <a:pt x="1743075" y="1524000"/>
                </a:lnTo>
                <a:lnTo>
                  <a:pt x="1743075" y="1514475"/>
                </a:lnTo>
                <a:lnTo>
                  <a:pt x="1733550" y="1514475"/>
                </a:lnTo>
                <a:close/>
                <a:moveTo>
                  <a:pt x="1409700" y="1524000"/>
                </a:moveTo>
                <a:lnTo>
                  <a:pt x="1419225" y="1524000"/>
                </a:lnTo>
                <a:lnTo>
                  <a:pt x="1419225" y="1533525"/>
                </a:lnTo>
                <a:lnTo>
                  <a:pt x="1438275" y="1533525"/>
                </a:lnTo>
                <a:lnTo>
                  <a:pt x="1438275" y="1562100"/>
                </a:lnTo>
                <a:lnTo>
                  <a:pt x="1466850" y="1562100"/>
                </a:lnTo>
                <a:lnTo>
                  <a:pt x="1466850" y="1581150"/>
                </a:lnTo>
                <a:lnTo>
                  <a:pt x="1428750" y="1581150"/>
                </a:lnTo>
                <a:lnTo>
                  <a:pt x="1428750" y="1552575"/>
                </a:lnTo>
                <a:lnTo>
                  <a:pt x="1409700" y="1552575"/>
                </a:lnTo>
                <a:lnTo>
                  <a:pt x="1409700" y="1581150"/>
                </a:lnTo>
                <a:lnTo>
                  <a:pt x="1362075" y="1581150"/>
                </a:lnTo>
                <a:lnTo>
                  <a:pt x="1362075" y="1590675"/>
                </a:lnTo>
                <a:lnTo>
                  <a:pt x="1352550" y="1590675"/>
                </a:lnTo>
                <a:lnTo>
                  <a:pt x="1352550" y="1571625"/>
                </a:lnTo>
                <a:lnTo>
                  <a:pt x="1371600" y="1571625"/>
                </a:lnTo>
                <a:lnTo>
                  <a:pt x="1371600" y="1562100"/>
                </a:lnTo>
                <a:lnTo>
                  <a:pt x="1381125" y="1562100"/>
                </a:lnTo>
                <a:lnTo>
                  <a:pt x="1381125" y="1552575"/>
                </a:lnTo>
                <a:lnTo>
                  <a:pt x="1400175" y="1552575"/>
                </a:lnTo>
                <a:lnTo>
                  <a:pt x="1400175" y="1543050"/>
                </a:lnTo>
                <a:lnTo>
                  <a:pt x="1390650" y="1543050"/>
                </a:lnTo>
                <a:lnTo>
                  <a:pt x="1390650" y="1533525"/>
                </a:lnTo>
                <a:lnTo>
                  <a:pt x="1409700" y="1533525"/>
                </a:lnTo>
                <a:close/>
                <a:moveTo>
                  <a:pt x="1457325" y="1524000"/>
                </a:moveTo>
                <a:lnTo>
                  <a:pt x="1466850" y="1524000"/>
                </a:lnTo>
                <a:lnTo>
                  <a:pt x="1466850" y="1533525"/>
                </a:lnTo>
                <a:lnTo>
                  <a:pt x="1457325" y="1533525"/>
                </a:lnTo>
                <a:close/>
                <a:moveTo>
                  <a:pt x="1895475" y="1524000"/>
                </a:moveTo>
                <a:lnTo>
                  <a:pt x="1905000" y="1524000"/>
                </a:lnTo>
                <a:lnTo>
                  <a:pt x="1905000" y="1533525"/>
                </a:lnTo>
                <a:lnTo>
                  <a:pt x="1895475" y="1533525"/>
                </a:lnTo>
                <a:close/>
                <a:moveTo>
                  <a:pt x="314325" y="1543050"/>
                </a:moveTo>
                <a:lnTo>
                  <a:pt x="342900" y="1543050"/>
                </a:lnTo>
                <a:lnTo>
                  <a:pt x="342900" y="1552575"/>
                </a:lnTo>
                <a:lnTo>
                  <a:pt x="314325" y="1552575"/>
                </a:lnTo>
                <a:close/>
                <a:moveTo>
                  <a:pt x="581025" y="1543050"/>
                </a:moveTo>
                <a:lnTo>
                  <a:pt x="590550" y="1543050"/>
                </a:lnTo>
                <a:lnTo>
                  <a:pt x="590550" y="1552575"/>
                </a:lnTo>
                <a:lnTo>
                  <a:pt x="581025" y="1552575"/>
                </a:lnTo>
                <a:close/>
                <a:moveTo>
                  <a:pt x="209550" y="1552575"/>
                </a:moveTo>
                <a:lnTo>
                  <a:pt x="228600" y="1552575"/>
                </a:lnTo>
                <a:lnTo>
                  <a:pt x="228600" y="1562100"/>
                </a:lnTo>
                <a:lnTo>
                  <a:pt x="247650" y="1562100"/>
                </a:lnTo>
                <a:lnTo>
                  <a:pt x="247650" y="1571625"/>
                </a:lnTo>
                <a:lnTo>
                  <a:pt x="238125" y="1571625"/>
                </a:lnTo>
                <a:lnTo>
                  <a:pt x="238125" y="1581150"/>
                </a:lnTo>
                <a:lnTo>
                  <a:pt x="219075" y="1581150"/>
                </a:lnTo>
                <a:lnTo>
                  <a:pt x="219075" y="1571625"/>
                </a:lnTo>
                <a:lnTo>
                  <a:pt x="209550" y="1571625"/>
                </a:lnTo>
                <a:close/>
                <a:moveTo>
                  <a:pt x="409575" y="1552575"/>
                </a:moveTo>
                <a:lnTo>
                  <a:pt x="419100" y="1552575"/>
                </a:lnTo>
                <a:lnTo>
                  <a:pt x="419100" y="1562100"/>
                </a:lnTo>
                <a:lnTo>
                  <a:pt x="438150" y="1562100"/>
                </a:lnTo>
                <a:lnTo>
                  <a:pt x="438150" y="1552575"/>
                </a:lnTo>
                <a:lnTo>
                  <a:pt x="485775" y="1552575"/>
                </a:lnTo>
                <a:lnTo>
                  <a:pt x="485775" y="1562100"/>
                </a:lnTo>
                <a:lnTo>
                  <a:pt x="476250" y="1562100"/>
                </a:lnTo>
                <a:lnTo>
                  <a:pt x="476250" y="1571625"/>
                </a:lnTo>
                <a:lnTo>
                  <a:pt x="447675" y="1571625"/>
                </a:lnTo>
                <a:lnTo>
                  <a:pt x="447675" y="1581150"/>
                </a:lnTo>
                <a:lnTo>
                  <a:pt x="409575" y="1581150"/>
                </a:lnTo>
                <a:lnTo>
                  <a:pt x="409575" y="1590675"/>
                </a:lnTo>
                <a:lnTo>
                  <a:pt x="381000" y="1590675"/>
                </a:lnTo>
                <a:lnTo>
                  <a:pt x="381000" y="1581150"/>
                </a:lnTo>
                <a:lnTo>
                  <a:pt x="390525" y="1581150"/>
                </a:lnTo>
                <a:lnTo>
                  <a:pt x="390525" y="1571625"/>
                </a:lnTo>
                <a:lnTo>
                  <a:pt x="400050" y="1571625"/>
                </a:lnTo>
                <a:lnTo>
                  <a:pt x="400050" y="1562100"/>
                </a:lnTo>
                <a:lnTo>
                  <a:pt x="409575" y="1562100"/>
                </a:lnTo>
                <a:close/>
                <a:moveTo>
                  <a:pt x="523875" y="1552575"/>
                </a:moveTo>
                <a:lnTo>
                  <a:pt x="542925" y="1552575"/>
                </a:lnTo>
                <a:lnTo>
                  <a:pt x="542925" y="1562100"/>
                </a:lnTo>
                <a:lnTo>
                  <a:pt x="523875" y="1562100"/>
                </a:lnTo>
                <a:close/>
                <a:moveTo>
                  <a:pt x="590550" y="1552575"/>
                </a:moveTo>
                <a:lnTo>
                  <a:pt x="609600" y="1552575"/>
                </a:lnTo>
                <a:lnTo>
                  <a:pt x="609600" y="1571625"/>
                </a:lnTo>
                <a:lnTo>
                  <a:pt x="600075" y="1571625"/>
                </a:lnTo>
                <a:lnTo>
                  <a:pt x="600075" y="1562100"/>
                </a:lnTo>
                <a:lnTo>
                  <a:pt x="590550" y="1562100"/>
                </a:lnTo>
                <a:close/>
                <a:moveTo>
                  <a:pt x="1323975" y="1552575"/>
                </a:moveTo>
                <a:lnTo>
                  <a:pt x="1333500" y="1552575"/>
                </a:lnTo>
                <a:lnTo>
                  <a:pt x="1333500" y="1571625"/>
                </a:lnTo>
                <a:lnTo>
                  <a:pt x="1314450" y="1571625"/>
                </a:lnTo>
                <a:lnTo>
                  <a:pt x="1314450" y="1581150"/>
                </a:lnTo>
                <a:lnTo>
                  <a:pt x="1295400" y="1581150"/>
                </a:lnTo>
                <a:lnTo>
                  <a:pt x="1295400" y="1562100"/>
                </a:lnTo>
                <a:lnTo>
                  <a:pt x="1323975" y="1562100"/>
                </a:lnTo>
                <a:close/>
                <a:moveTo>
                  <a:pt x="1343025" y="1552575"/>
                </a:moveTo>
                <a:lnTo>
                  <a:pt x="1352550" y="1552575"/>
                </a:lnTo>
                <a:lnTo>
                  <a:pt x="1352550" y="1562100"/>
                </a:lnTo>
                <a:lnTo>
                  <a:pt x="1343025" y="1562100"/>
                </a:lnTo>
                <a:close/>
                <a:moveTo>
                  <a:pt x="323850" y="1562100"/>
                </a:moveTo>
                <a:lnTo>
                  <a:pt x="333375" y="1562100"/>
                </a:lnTo>
                <a:lnTo>
                  <a:pt x="333375" y="1571625"/>
                </a:lnTo>
                <a:lnTo>
                  <a:pt x="323850" y="1571625"/>
                </a:lnTo>
                <a:close/>
                <a:moveTo>
                  <a:pt x="1209675" y="1562100"/>
                </a:moveTo>
                <a:lnTo>
                  <a:pt x="1228725" y="1562100"/>
                </a:lnTo>
                <a:lnTo>
                  <a:pt x="1228725" y="1571625"/>
                </a:lnTo>
                <a:lnTo>
                  <a:pt x="1209675" y="1571625"/>
                </a:lnTo>
                <a:close/>
                <a:moveTo>
                  <a:pt x="1724025" y="1562100"/>
                </a:moveTo>
                <a:lnTo>
                  <a:pt x="1733550" y="1562100"/>
                </a:lnTo>
                <a:lnTo>
                  <a:pt x="1733550" y="1581150"/>
                </a:lnTo>
                <a:lnTo>
                  <a:pt x="1762125" y="1581150"/>
                </a:lnTo>
                <a:lnTo>
                  <a:pt x="1762125" y="1600200"/>
                </a:lnTo>
                <a:lnTo>
                  <a:pt x="1733550" y="1600200"/>
                </a:lnTo>
                <a:lnTo>
                  <a:pt x="1733550" y="1590675"/>
                </a:lnTo>
                <a:lnTo>
                  <a:pt x="1724025" y="1590675"/>
                </a:lnTo>
                <a:close/>
                <a:moveTo>
                  <a:pt x="295275" y="1571625"/>
                </a:moveTo>
                <a:lnTo>
                  <a:pt x="323850" y="1571625"/>
                </a:lnTo>
                <a:lnTo>
                  <a:pt x="323850" y="1581150"/>
                </a:lnTo>
                <a:lnTo>
                  <a:pt x="295275" y="1581150"/>
                </a:lnTo>
                <a:close/>
                <a:moveTo>
                  <a:pt x="485775" y="1571625"/>
                </a:moveTo>
                <a:lnTo>
                  <a:pt x="495300" y="1571625"/>
                </a:lnTo>
                <a:lnTo>
                  <a:pt x="495300" y="1581150"/>
                </a:lnTo>
                <a:lnTo>
                  <a:pt x="485775" y="1581150"/>
                </a:lnTo>
                <a:close/>
                <a:moveTo>
                  <a:pt x="1257300" y="1571625"/>
                </a:moveTo>
                <a:lnTo>
                  <a:pt x="1266825" y="1571625"/>
                </a:lnTo>
                <a:lnTo>
                  <a:pt x="1266825" y="1581150"/>
                </a:lnTo>
                <a:lnTo>
                  <a:pt x="1257300" y="1581150"/>
                </a:lnTo>
                <a:close/>
                <a:moveTo>
                  <a:pt x="1524000" y="1571625"/>
                </a:moveTo>
                <a:lnTo>
                  <a:pt x="1543050" y="1571625"/>
                </a:lnTo>
                <a:lnTo>
                  <a:pt x="1543050" y="1581150"/>
                </a:lnTo>
                <a:lnTo>
                  <a:pt x="1524000" y="1581150"/>
                </a:lnTo>
                <a:close/>
                <a:moveTo>
                  <a:pt x="1190625" y="1590675"/>
                </a:moveTo>
                <a:lnTo>
                  <a:pt x="1200150" y="1590675"/>
                </a:lnTo>
                <a:lnTo>
                  <a:pt x="1200150" y="1600200"/>
                </a:lnTo>
                <a:lnTo>
                  <a:pt x="1190625" y="1600200"/>
                </a:lnTo>
                <a:close/>
                <a:moveTo>
                  <a:pt x="9525" y="1600200"/>
                </a:moveTo>
                <a:lnTo>
                  <a:pt x="19050" y="1600200"/>
                </a:lnTo>
                <a:lnTo>
                  <a:pt x="19050" y="1609725"/>
                </a:lnTo>
                <a:lnTo>
                  <a:pt x="9525" y="1609725"/>
                </a:lnTo>
                <a:close/>
                <a:moveTo>
                  <a:pt x="28575" y="1600200"/>
                </a:moveTo>
                <a:lnTo>
                  <a:pt x="38100" y="1600200"/>
                </a:lnTo>
                <a:lnTo>
                  <a:pt x="38100" y="1609725"/>
                </a:lnTo>
                <a:lnTo>
                  <a:pt x="28575" y="1609725"/>
                </a:lnTo>
                <a:close/>
                <a:moveTo>
                  <a:pt x="19050" y="1609725"/>
                </a:moveTo>
                <a:lnTo>
                  <a:pt x="28575" y="1609725"/>
                </a:lnTo>
                <a:lnTo>
                  <a:pt x="28575" y="1628775"/>
                </a:lnTo>
                <a:lnTo>
                  <a:pt x="19050" y="1628775"/>
                </a:lnTo>
                <a:close/>
                <a:moveTo>
                  <a:pt x="1885950" y="1609725"/>
                </a:moveTo>
                <a:lnTo>
                  <a:pt x="1895475" y="1609725"/>
                </a:lnTo>
                <a:lnTo>
                  <a:pt x="1895475" y="1619250"/>
                </a:lnTo>
                <a:lnTo>
                  <a:pt x="1905000" y="1619250"/>
                </a:lnTo>
                <a:lnTo>
                  <a:pt x="1905000" y="1647825"/>
                </a:lnTo>
                <a:lnTo>
                  <a:pt x="1895475" y="1647825"/>
                </a:lnTo>
                <a:lnTo>
                  <a:pt x="1895475" y="1638300"/>
                </a:lnTo>
                <a:lnTo>
                  <a:pt x="1885950" y="1638300"/>
                </a:lnTo>
                <a:lnTo>
                  <a:pt x="1885950" y="1657350"/>
                </a:lnTo>
                <a:lnTo>
                  <a:pt x="1876425" y="1657350"/>
                </a:lnTo>
                <a:lnTo>
                  <a:pt x="1876425" y="1619250"/>
                </a:lnTo>
                <a:lnTo>
                  <a:pt x="1885950" y="1619250"/>
                </a:lnTo>
                <a:close/>
                <a:moveTo>
                  <a:pt x="1771650" y="1619250"/>
                </a:moveTo>
                <a:lnTo>
                  <a:pt x="1781175" y="1619250"/>
                </a:lnTo>
                <a:lnTo>
                  <a:pt x="1781175" y="1666875"/>
                </a:lnTo>
                <a:lnTo>
                  <a:pt x="1771650" y="1666875"/>
                </a:lnTo>
                <a:close/>
                <a:moveTo>
                  <a:pt x="676275" y="1628775"/>
                </a:moveTo>
                <a:lnTo>
                  <a:pt x="781050" y="1628775"/>
                </a:lnTo>
                <a:lnTo>
                  <a:pt x="781050" y="1647825"/>
                </a:lnTo>
                <a:lnTo>
                  <a:pt x="762000" y="1647825"/>
                </a:lnTo>
                <a:lnTo>
                  <a:pt x="762000" y="1638300"/>
                </a:lnTo>
                <a:lnTo>
                  <a:pt x="704850" y="1638300"/>
                </a:lnTo>
                <a:lnTo>
                  <a:pt x="704850" y="1647825"/>
                </a:lnTo>
                <a:lnTo>
                  <a:pt x="666750" y="1647825"/>
                </a:lnTo>
                <a:lnTo>
                  <a:pt x="666750" y="1638300"/>
                </a:lnTo>
                <a:lnTo>
                  <a:pt x="676275" y="1638300"/>
                </a:lnTo>
                <a:close/>
                <a:moveTo>
                  <a:pt x="819150" y="1628775"/>
                </a:moveTo>
                <a:lnTo>
                  <a:pt x="828675" y="1628775"/>
                </a:lnTo>
                <a:lnTo>
                  <a:pt x="828675" y="1638300"/>
                </a:lnTo>
                <a:lnTo>
                  <a:pt x="819150" y="1638300"/>
                </a:lnTo>
                <a:close/>
                <a:moveTo>
                  <a:pt x="866775" y="1628775"/>
                </a:moveTo>
                <a:lnTo>
                  <a:pt x="895350" y="1628775"/>
                </a:lnTo>
                <a:lnTo>
                  <a:pt x="895350" y="1638300"/>
                </a:lnTo>
                <a:lnTo>
                  <a:pt x="866775" y="1638300"/>
                </a:lnTo>
                <a:close/>
                <a:moveTo>
                  <a:pt x="952500" y="1628775"/>
                </a:moveTo>
                <a:lnTo>
                  <a:pt x="962025" y="1628775"/>
                </a:lnTo>
                <a:lnTo>
                  <a:pt x="962025" y="1647825"/>
                </a:lnTo>
                <a:lnTo>
                  <a:pt x="952500" y="1647825"/>
                </a:lnTo>
                <a:close/>
                <a:moveTo>
                  <a:pt x="971550" y="1628775"/>
                </a:moveTo>
                <a:lnTo>
                  <a:pt x="981075" y="1628775"/>
                </a:lnTo>
                <a:lnTo>
                  <a:pt x="981075" y="1638300"/>
                </a:lnTo>
                <a:lnTo>
                  <a:pt x="971550" y="1638300"/>
                </a:lnTo>
                <a:close/>
                <a:moveTo>
                  <a:pt x="1076325" y="1628775"/>
                </a:moveTo>
                <a:lnTo>
                  <a:pt x="1085850" y="1628775"/>
                </a:lnTo>
                <a:lnTo>
                  <a:pt x="1085850" y="1638300"/>
                </a:lnTo>
                <a:lnTo>
                  <a:pt x="1076325" y="1638300"/>
                </a:lnTo>
                <a:close/>
                <a:moveTo>
                  <a:pt x="200025" y="1638300"/>
                </a:moveTo>
                <a:lnTo>
                  <a:pt x="209550" y="1638300"/>
                </a:lnTo>
                <a:lnTo>
                  <a:pt x="209550" y="1647825"/>
                </a:lnTo>
                <a:lnTo>
                  <a:pt x="219075" y="1647825"/>
                </a:lnTo>
                <a:lnTo>
                  <a:pt x="219075" y="1657350"/>
                </a:lnTo>
                <a:lnTo>
                  <a:pt x="228600" y="1657350"/>
                </a:lnTo>
                <a:lnTo>
                  <a:pt x="228600" y="1638300"/>
                </a:lnTo>
                <a:lnTo>
                  <a:pt x="247650" y="1638300"/>
                </a:lnTo>
                <a:lnTo>
                  <a:pt x="247650" y="1647825"/>
                </a:lnTo>
                <a:lnTo>
                  <a:pt x="238125" y="1647825"/>
                </a:lnTo>
                <a:lnTo>
                  <a:pt x="238125" y="1657350"/>
                </a:lnTo>
                <a:lnTo>
                  <a:pt x="257175" y="1657350"/>
                </a:lnTo>
                <a:lnTo>
                  <a:pt x="257175" y="1676400"/>
                </a:lnTo>
                <a:lnTo>
                  <a:pt x="238125" y="1676400"/>
                </a:lnTo>
                <a:lnTo>
                  <a:pt x="238125" y="1685925"/>
                </a:lnTo>
                <a:lnTo>
                  <a:pt x="200025" y="1685925"/>
                </a:lnTo>
                <a:lnTo>
                  <a:pt x="200025" y="1695450"/>
                </a:lnTo>
                <a:lnTo>
                  <a:pt x="190500" y="1695450"/>
                </a:lnTo>
                <a:lnTo>
                  <a:pt x="190500" y="1647825"/>
                </a:lnTo>
                <a:lnTo>
                  <a:pt x="200025" y="1647825"/>
                </a:lnTo>
                <a:close/>
                <a:moveTo>
                  <a:pt x="266700" y="1638300"/>
                </a:moveTo>
                <a:lnTo>
                  <a:pt x="295275" y="1638300"/>
                </a:lnTo>
                <a:lnTo>
                  <a:pt x="295275" y="1647825"/>
                </a:lnTo>
                <a:lnTo>
                  <a:pt x="381000" y="1647825"/>
                </a:lnTo>
                <a:lnTo>
                  <a:pt x="381000" y="1638300"/>
                </a:lnTo>
                <a:lnTo>
                  <a:pt x="409575" y="1638300"/>
                </a:lnTo>
                <a:lnTo>
                  <a:pt x="409575" y="1647825"/>
                </a:lnTo>
                <a:lnTo>
                  <a:pt x="390525" y="1647825"/>
                </a:lnTo>
                <a:lnTo>
                  <a:pt x="390525" y="1657350"/>
                </a:lnTo>
                <a:lnTo>
                  <a:pt x="295275" y="1657350"/>
                </a:lnTo>
                <a:lnTo>
                  <a:pt x="295275" y="1676400"/>
                </a:lnTo>
                <a:lnTo>
                  <a:pt x="285750" y="1676400"/>
                </a:lnTo>
                <a:lnTo>
                  <a:pt x="285750" y="1666875"/>
                </a:lnTo>
                <a:lnTo>
                  <a:pt x="276225" y="1666875"/>
                </a:lnTo>
                <a:lnTo>
                  <a:pt x="276225" y="1657350"/>
                </a:lnTo>
                <a:lnTo>
                  <a:pt x="285750" y="1657350"/>
                </a:lnTo>
                <a:lnTo>
                  <a:pt x="285750" y="1647825"/>
                </a:lnTo>
                <a:lnTo>
                  <a:pt x="266700" y="1647825"/>
                </a:lnTo>
                <a:close/>
                <a:moveTo>
                  <a:pt x="533400" y="1638300"/>
                </a:moveTo>
                <a:lnTo>
                  <a:pt x="561975" y="1638300"/>
                </a:lnTo>
                <a:lnTo>
                  <a:pt x="561975" y="1647825"/>
                </a:lnTo>
                <a:lnTo>
                  <a:pt x="552450" y="1647825"/>
                </a:lnTo>
                <a:lnTo>
                  <a:pt x="552450" y="1657350"/>
                </a:lnTo>
                <a:lnTo>
                  <a:pt x="542925" y="1657350"/>
                </a:lnTo>
                <a:lnTo>
                  <a:pt x="542925" y="1647825"/>
                </a:lnTo>
                <a:lnTo>
                  <a:pt x="533400" y="1647825"/>
                </a:lnTo>
                <a:close/>
                <a:moveTo>
                  <a:pt x="981075" y="1638300"/>
                </a:moveTo>
                <a:lnTo>
                  <a:pt x="990600" y="1638300"/>
                </a:lnTo>
                <a:lnTo>
                  <a:pt x="990600" y="1657350"/>
                </a:lnTo>
                <a:lnTo>
                  <a:pt x="981075" y="1657350"/>
                </a:lnTo>
                <a:close/>
                <a:moveTo>
                  <a:pt x="1095375" y="1638300"/>
                </a:moveTo>
                <a:lnTo>
                  <a:pt x="1104900" y="1638300"/>
                </a:lnTo>
                <a:lnTo>
                  <a:pt x="1104900" y="1657350"/>
                </a:lnTo>
                <a:lnTo>
                  <a:pt x="1095375" y="1657350"/>
                </a:lnTo>
                <a:close/>
                <a:moveTo>
                  <a:pt x="1724025" y="1638300"/>
                </a:moveTo>
                <a:lnTo>
                  <a:pt x="1743075" y="1638300"/>
                </a:lnTo>
                <a:lnTo>
                  <a:pt x="1743075" y="1647825"/>
                </a:lnTo>
                <a:lnTo>
                  <a:pt x="1724025" y="1647825"/>
                </a:lnTo>
                <a:close/>
                <a:moveTo>
                  <a:pt x="1752600" y="1638300"/>
                </a:moveTo>
                <a:lnTo>
                  <a:pt x="1762125" y="1638300"/>
                </a:lnTo>
                <a:lnTo>
                  <a:pt x="1762125" y="1666875"/>
                </a:lnTo>
                <a:lnTo>
                  <a:pt x="1752600" y="1666875"/>
                </a:lnTo>
                <a:lnTo>
                  <a:pt x="1752600" y="1676400"/>
                </a:lnTo>
                <a:lnTo>
                  <a:pt x="1743075" y="1676400"/>
                </a:lnTo>
                <a:lnTo>
                  <a:pt x="1743075" y="1647825"/>
                </a:lnTo>
                <a:lnTo>
                  <a:pt x="1752600" y="1647825"/>
                </a:lnTo>
                <a:close/>
                <a:moveTo>
                  <a:pt x="19050" y="1647825"/>
                </a:moveTo>
                <a:lnTo>
                  <a:pt x="28575" y="1647825"/>
                </a:lnTo>
                <a:lnTo>
                  <a:pt x="28575" y="1695450"/>
                </a:lnTo>
                <a:lnTo>
                  <a:pt x="38100" y="1695450"/>
                </a:lnTo>
                <a:lnTo>
                  <a:pt x="38100" y="1724025"/>
                </a:lnTo>
                <a:lnTo>
                  <a:pt x="28575" y="1724025"/>
                </a:lnTo>
                <a:lnTo>
                  <a:pt x="28575" y="1704975"/>
                </a:lnTo>
                <a:lnTo>
                  <a:pt x="19050" y="1704975"/>
                </a:lnTo>
                <a:lnTo>
                  <a:pt x="19050" y="1685925"/>
                </a:lnTo>
                <a:lnTo>
                  <a:pt x="9525" y="1685925"/>
                </a:lnTo>
                <a:lnTo>
                  <a:pt x="9525" y="1666875"/>
                </a:lnTo>
                <a:lnTo>
                  <a:pt x="19050" y="1666875"/>
                </a:lnTo>
                <a:close/>
                <a:moveTo>
                  <a:pt x="1114425" y="1647825"/>
                </a:moveTo>
                <a:lnTo>
                  <a:pt x="1133475" y="1647825"/>
                </a:lnTo>
                <a:lnTo>
                  <a:pt x="1133475" y="1676400"/>
                </a:lnTo>
                <a:lnTo>
                  <a:pt x="1123950" y="1676400"/>
                </a:lnTo>
                <a:lnTo>
                  <a:pt x="1123950" y="1657350"/>
                </a:lnTo>
                <a:lnTo>
                  <a:pt x="1114425" y="1657350"/>
                </a:lnTo>
                <a:close/>
                <a:moveTo>
                  <a:pt x="1323975" y="1647825"/>
                </a:moveTo>
                <a:lnTo>
                  <a:pt x="1333500" y="1647825"/>
                </a:lnTo>
                <a:lnTo>
                  <a:pt x="1333500" y="1657350"/>
                </a:lnTo>
                <a:lnTo>
                  <a:pt x="1323975" y="1657350"/>
                </a:lnTo>
                <a:close/>
                <a:moveTo>
                  <a:pt x="1362075" y="1647825"/>
                </a:moveTo>
                <a:lnTo>
                  <a:pt x="1400175" y="1647825"/>
                </a:lnTo>
                <a:lnTo>
                  <a:pt x="1400175" y="1657350"/>
                </a:lnTo>
                <a:lnTo>
                  <a:pt x="1381125" y="1657350"/>
                </a:lnTo>
                <a:lnTo>
                  <a:pt x="1381125" y="1666875"/>
                </a:lnTo>
                <a:lnTo>
                  <a:pt x="1362075" y="1666875"/>
                </a:lnTo>
                <a:lnTo>
                  <a:pt x="1362075" y="1676400"/>
                </a:lnTo>
                <a:lnTo>
                  <a:pt x="1352550" y="1676400"/>
                </a:lnTo>
                <a:lnTo>
                  <a:pt x="1352550" y="1657350"/>
                </a:lnTo>
                <a:lnTo>
                  <a:pt x="1362075" y="1657350"/>
                </a:lnTo>
                <a:close/>
                <a:moveTo>
                  <a:pt x="1466850" y="1647825"/>
                </a:moveTo>
                <a:lnTo>
                  <a:pt x="1485900" y="1647825"/>
                </a:lnTo>
                <a:lnTo>
                  <a:pt x="1485900" y="1657350"/>
                </a:lnTo>
                <a:lnTo>
                  <a:pt x="1466850" y="1657350"/>
                </a:lnTo>
                <a:close/>
                <a:moveTo>
                  <a:pt x="1514475" y="1647825"/>
                </a:moveTo>
                <a:lnTo>
                  <a:pt x="1524000" y="1647825"/>
                </a:lnTo>
                <a:lnTo>
                  <a:pt x="1524000" y="1657350"/>
                </a:lnTo>
                <a:lnTo>
                  <a:pt x="1514475" y="1657350"/>
                </a:lnTo>
                <a:close/>
                <a:moveTo>
                  <a:pt x="1685925" y="1657350"/>
                </a:moveTo>
                <a:lnTo>
                  <a:pt x="1695450" y="1657350"/>
                </a:lnTo>
                <a:lnTo>
                  <a:pt x="1695450" y="1666875"/>
                </a:lnTo>
                <a:lnTo>
                  <a:pt x="1685925" y="1666875"/>
                </a:lnTo>
                <a:close/>
                <a:moveTo>
                  <a:pt x="647700" y="1666875"/>
                </a:moveTo>
                <a:lnTo>
                  <a:pt x="704850" y="1666875"/>
                </a:lnTo>
                <a:lnTo>
                  <a:pt x="704850" y="1685925"/>
                </a:lnTo>
                <a:lnTo>
                  <a:pt x="723900" y="1685925"/>
                </a:lnTo>
                <a:lnTo>
                  <a:pt x="723900" y="1695450"/>
                </a:lnTo>
                <a:lnTo>
                  <a:pt x="666750" y="1695450"/>
                </a:lnTo>
                <a:lnTo>
                  <a:pt x="666750" y="1685925"/>
                </a:lnTo>
                <a:lnTo>
                  <a:pt x="638175" y="1685925"/>
                </a:lnTo>
                <a:lnTo>
                  <a:pt x="638175" y="1676400"/>
                </a:lnTo>
                <a:lnTo>
                  <a:pt x="647700" y="1676400"/>
                </a:lnTo>
                <a:close/>
                <a:moveTo>
                  <a:pt x="952500" y="1666875"/>
                </a:moveTo>
                <a:lnTo>
                  <a:pt x="971550" y="1666875"/>
                </a:lnTo>
                <a:lnTo>
                  <a:pt x="971550" y="1676400"/>
                </a:lnTo>
                <a:lnTo>
                  <a:pt x="962025" y="1676400"/>
                </a:lnTo>
                <a:lnTo>
                  <a:pt x="962025" y="1685925"/>
                </a:lnTo>
                <a:lnTo>
                  <a:pt x="952500" y="1685925"/>
                </a:lnTo>
                <a:close/>
                <a:moveTo>
                  <a:pt x="1038225" y="1666875"/>
                </a:moveTo>
                <a:lnTo>
                  <a:pt x="1047750" y="1666875"/>
                </a:lnTo>
                <a:lnTo>
                  <a:pt x="1047750" y="1685925"/>
                </a:lnTo>
                <a:lnTo>
                  <a:pt x="1038225" y="1685925"/>
                </a:lnTo>
                <a:close/>
                <a:moveTo>
                  <a:pt x="1666875" y="1666875"/>
                </a:moveTo>
                <a:lnTo>
                  <a:pt x="1685925" y="1666875"/>
                </a:lnTo>
                <a:lnTo>
                  <a:pt x="1685925" y="1676400"/>
                </a:lnTo>
                <a:lnTo>
                  <a:pt x="1666875" y="1676400"/>
                </a:lnTo>
                <a:close/>
                <a:moveTo>
                  <a:pt x="1695450" y="1666875"/>
                </a:moveTo>
                <a:lnTo>
                  <a:pt x="1704975" y="1666875"/>
                </a:lnTo>
                <a:lnTo>
                  <a:pt x="1704975" y="1676400"/>
                </a:lnTo>
                <a:lnTo>
                  <a:pt x="1695450" y="1676400"/>
                </a:lnTo>
                <a:close/>
                <a:moveTo>
                  <a:pt x="266700" y="1676400"/>
                </a:moveTo>
                <a:lnTo>
                  <a:pt x="276225" y="1676400"/>
                </a:lnTo>
                <a:lnTo>
                  <a:pt x="276225" y="1685925"/>
                </a:lnTo>
                <a:lnTo>
                  <a:pt x="266700" y="1685925"/>
                </a:lnTo>
                <a:close/>
                <a:moveTo>
                  <a:pt x="419100" y="1676400"/>
                </a:moveTo>
                <a:lnTo>
                  <a:pt x="428625" y="1676400"/>
                </a:lnTo>
                <a:lnTo>
                  <a:pt x="428625" y="1685925"/>
                </a:lnTo>
                <a:lnTo>
                  <a:pt x="419100" y="1685925"/>
                </a:lnTo>
                <a:close/>
                <a:moveTo>
                  <a:pt x="447675" y="1676400"/>
                </a:moveTo>
                <a:lnTo>
                  <a:pt x="457200" y="1676400"/>
                </a:lnTo>
                <a:lnTo>
                  <a:pt x="457200" y="1685925"/>
                </a:lnTo>
                <a:lnTo>
                  <a:pt x="466725" y="1685925"/>
                </a:lnTo>
                <a:lnTo>
                  <a:pt x="466725" y="1704975"/>
                </a:lnTo>
                <a:lnTo>
                  <a:pt x="457200" y="1704975"/>
                </a:lnTo>
                <a:lnTo>
                  <a:pt x="457200" y="1695450"/>
                </a:lnTo>
                <a:lnTo>
                  <a:pt x="438150" y="1695450"/>
                </a:lnTo>
                <a:lnTo>
                  <a:pt x="438150" y="1685925"/>
                </a:lnTo>
                <a:lnTo>
                  <a:pt x="447675" y="1685925"/>
                </a:lnTo>
                <a:close/>
                <a:moveTo>
                  <a:pt x="1114425" y="1676400"/>
                </a:moveTo>
                <a:lnTo>
                  <a:pt x="1123950" y="1676400"/>
                </a:lnTo>
                <a:lnTo>
                  <a:pt x="1123950" y="1685925"/>
                </a:lnTo>
                <a:lnTo>
                  <a:pt x="1114425" y="1685925"/>
                </a:lnTo>
                <a:close/>
                <a:moveTo>
                  <a:pt x="1724025" y="1676400"/>
                </a:moveTo>
                <a:lnTo>
                  <a:pt x="1743075" y="1676400"/>
                </a:lnTo>
                <a:lnTo>
                  <a:pt x="1743075" y="1695450"/>
                </a:lnTo>
                <a:lnTo>
                  <a:pt x="1733550" y="1695450"/>
                </a:lnTo>
                <a:lnTo>
                  <a:pt x="1733550" y="1685925"/>
                </a:lnTo>
                <a:lnTo>
                  <a:pt x="1724025" y="1685925"/>
                </a:lnTo>
                <a:close/>
                <a:moveTo>
                  <a:pt x="1076325" y="1685925"/>
                </a:moveTo>
                <a:lnTo>
                  <a:pt x="1085850" y="1685925"/>
                </a:lnTo>
                <a:lnTo>
                  <a:pt x="1085850" y="1695450"/>
                </a:lnTo>
                <a:lnTo>
                  <a:pt x="1076325" y="1695450"/>
                </a:lnTo>
                <a:close/>
                <a:moveTo>
                  <a:pt x="1676400" y="1685925"/>
                </a:moveTo>
                <a:lnTo>
                  <a:pt x="1685925" y="1685925"/>
                </a:lnTo>
                <a:lnTo>
                  <a:pt x="1685925" y="1695450"/>
                </a:lnTo>
                <a:lnTo>
                  <a:pt x="1695450" y="1695450"/>
                </a:lnTo>
                <a:lnTo>
                  <a:pt x="1695450" y="1685925"/>
                </a:lnTo>
                <a:lnTo>
                  <a:pt x="1704975" y="1685925"/>
                </a:lnTo>
                <a:lnTo>
                  <a:pt x="1704975" y="1695450"/>
                </a:lnTo>
                <a:lnTo>
                  <a:pt x="1695450" y="1695450"/>
                </a:lnTo>
                <a:lnTo>
                  <a:pt x="1695450" y="1704975"/>
                </a:lnTo>
                <a:lnTo>
                  <a:pt x="1714500" y="1704975"/>
                </a:lnTo>
                <a:lnTo>
                  <a:pt x="1714500" y="1724025"/>
                </a:lnTo>
                <a:lnTo>
                  <a:pt x="1695450" y="1724025"/>
                </a:lnTo>
                <a:lnTo>
                  <a:pt x="1695450" y="1714500"/>
                </a:lnTo>
                <a:lnTo>
                  <a:pt x="1685925" y="1714500"/>
                </a:lnTo>
                <a:lnTo>
                  <a:pt x="1685925" y="1724025"/>
                </a:lnTo>
                <a:lnTo>
                  <a:pt x="1676400" y="1724025"/>
                </a:lnTo>
                <a:lnTo>
                  <a:pt x="1676400" y="1714500"/>
                </a:lnTo>
                <a:lnTo>
                  <a:pt x="1666875" y="1714500"/>
                </a:lnTo>
                <a:lnTo>
                  <a:pt x="1666875" y="1704975"/>
                </a:lnTo>
                <a:lnTo>
                  <a:pt x="1676400" y="1704975"/>
                </a:lnTo>
                <a:close/>
                <a:moveTo>
                  <a:pt x="1066800" y="1695450"/>
                </a:moveTo>
                <a:lnTo>
                  <a:pt x="1076325" y="1695450"/>
                </a:lnTo>
                <a:lnTo>
                  <a:pt x="1076325" y="1704975"/>
                </a:lnTo>
                <a:lnTo>
                  <a:pt x="1066800" y="1704975"/>
                </a:lnTo>
                <a:close/>
                <a:moveTo>
                  <a:pt x="1895475" y="1695450"/>
                </a:moveTo>
                <a:lnTo>
                  <a:pt x="1905000" y="1695450"/>
                </a:lnTo>
                <a:lnTo>
                  <a:pt x="1905000" y="1704975"/>
                </a:lnTo>
                <a:lnTo>
                  <a:pt x="1895475" y="1704975"/>
                </a:lnTo>
                <a:close/>
                <a:moveTo>
                  <a:pt x="190500" y="1704975"/>
                </a:moveTo>
                <a:lnTo>
                  <a:pt x="200025" y="1704975"/>
                </a:lnTo>
                <a:lnTo>
                  <a:pt x="200025" y="1714500"/>
                </a:lnTo>
                <a:lnTo>
                  <a:pt x="190500" y="1714500"/>
                </a:lnTo>
                <a:close/>
                <a:moveTo>
                  <a:pt x="466725" y="1704975"/>
                </a:moveTo>
                <a:lnTo>
                  <a:pt x="476250" y="1704975"/>
                </a:lnTo>
                <a:lnTo>
                  <a:pt x="476250" y="1714500"/>
                </a:lnTo>
                <a:lnTo>
                  <a:pt x="466725" y="1714500"/>
                </a:lnTo>
                <a:close/>
                <a:moveTo>
                  <a:pt x="885825" y="1704975"/>
                </a:moveTo>
                <a:lnTo>
                  <a:pt x="895350" y="1704975"/>
                </a:lnTo>
                <a:lnTo>
                  <a:pt x="895350" y="1714500"/>
                </a:lnTo>
                <a:lnTo>
                  <a:pt x="885825" y="1714500"/>
                </a:lnTo>
                <a:close/>
                <a:moveTo>
                  <a:pt x="923925" y="1704975"/>
                </a:moveTo>
                <a:lnTo>
                  <a:pt x="942975" y="1704975"/>
                </a:lnTo>
                <a:lnTo>
                  <a:pt x="942975" y="1714500"/>
                </a:lnTo>
                <a:lnTo>
                  <a:pt x="962025" y="1714500"/>
                </a:lnTo>
                <a:lnTo>
                  <a:pt x="962025" y="1724025"/>
                </a:lnTo>
                <a:lnTo>
                  <a:pt x="942975" y="1724025"/>
                </a:lnTo>
                <a:lnTo>
                  <a:pt x="942975" y="1733550"/>
                </a:lnTo>
                <a:lnTo>
                  <a:pt x="933450" y="1733550"/>
                </a:lnTo>
                <a:lnTo>
                  <a:pt x="933450" y="1724025"/>
                </a:lnTo>
                <a:lnTo>
                  <a:pt x="904875" y="1724025"/>
                </a:lnTo>
                <a:lnTo>
                  <a:pt x="904875" y="1714500"/>
                </a:lnTo>
                <a:lnTo>
                  <a:pt x="923925" y="1714500"/>
                </a:lnTo>
                <a:close/>
                <a:moveTo>
                  <a:pt x="1028700" y="1704975"/>
                </a:moveTo>
                <a:lnTo>
                  <a:pt x="1066800" y="1704975"/>
                </a:lnTo>
                <a:lnTo>
                  <a:pt x="1066800" y="1714500"/>
                </a:lnTo>
                <a:lnTo>
                  <a:pt x="1057275" y="1714500"/>
                </a:lnTo>
                <a:lnTo>
                  <a:pt x="1057275" y="1724025"/>
                </a:lnTo>
                <a:lnTo>
                  <a:pt x="1047750" y="1724025"/>
                </a:lnTo>
                <a:lnTo>
                  <a:pt x="1047750" y="1714500"/>
                </a:lnTo>
                <a:lnTo>
                  <a:pt x="1038225" y="1714500"/>
                </a:lnTo>
                <a:lnTo>
                  <a:pt x="1038225" y="1724025"/>
                </a:lnTo>
                <a:lnTo>
                  <a:pt x="1028700" y="1724025"/>
                </a:lnTo>
                <a:close/>
                <a:moveTo>
                  <a:pt x="1085850" y="1704975"/>
                </a:moveTo>
                <a:lnTo>
                  <a:pt x="1095375" y="1704975"/>
                </a:lnTo>
                <a:lnTo>
                  <a:pt x="1095375" y="1714500"/>
                </a:lnTo>
                <a:lnTo>
                  <a:pt x="1085850" y="1714500"/>
                </a:lnTo>
                <a:close/>
                <a:moveTo>
                  <a:pt x="1733550" y="1704975"/>
                </a:moveTo>
                <a:lnTo>
                  <a:pt x="1762125" y="1704975"/>
                </a:lnTo>
                <a:lnTo>
                  <a:pt x="1762125" y="1733550"/>
                </a:lnTo>
                <a:lnTo>
                  <a:pt x="1752600" y="1733550"/>
                </a:lnTo>
                <a:lnTo>
                  <a:pt x="1752600" y="1724025"/>
                </a:lnTo>
                <a:lnTo>
                  <a:pt x="1733550" y="1724025"/>
                </a:lnTo>
                <a:close/>
                <a:moveTo>
                  <a:pt x="1771650" y="1704975"/>
                </a:moveTo>
                <a:lnTo>
                  <a:pt x="1781175" y="1704975"/>
                </a:lnTo>
                <a:lnTo>
                  <a:pt x="1781175" y="1733550"/>
                </a:lnTo>
                <a:lnTo>
                  <a:pt x="1771650" y="1733550"/>
                </a:lnTo>
                <a:close/>
                <a:moveTo>
                  <a:pt x="781050" y="1714500"/>
                </a:moveTo>
                <a:lnTo>
                  <a:pt x="819150" y="1714500"/>
                </a:lnTo>
                <a:lnTo>
                  <a:pt x="819150" y="1724025"/>
                </a:lnTo>
                <a:lnTo>
                  <a:pt x="781050" y="1724025"/>
                </a:lnTo>
                <a:close/>
                <a:moveTo>
                  <a:pt x="971550" y="1714500"/>
                </a:moveTo>
                <a:lnTo>
                  <a:pt x="1000125" y="1714500"/>
                </a:lnTo>
                <a:lnTo>
                  <a:pt x="1000125" y="1724025"/>
                </a:lnTo>
                <a:lnTo>
                  <a:pt x="990600" y="1724025"/>
                </a:lnTo>
                <a:lnTo>
                  <a:pt x="990600" y="1733550"/>
                </a:lnTo>
                <a:lnTo>
                  <a:pt x="962025" y="1733550"/>
                </a:lnTo>
                <a:lnTo>
                  <a:pt x="962025" y="1724025"/>
                </a:lnTo>
                <a:lnTo>
                  <a:pt x="971550" y="1724025"/>
                </a:lnTo>
                <a:close/>
                <a:moveTo>
                  <a:pt x="742950" y="1724025"/>
                </a:moveTo>
                <a:lnTo>
                  <a:pt x="771525" y="1724025"/>
                </a:lnTo>
                <a:lnTo>
                  <a:pt x="771525" y="1733550"/>
                </a:lnTo>
                <a:lnTo>
                  <a:pt x="742950" y="1733550"/>
                </a:lnTo>
                <a:close/>
                <a:moveTo>
                  <a:pt x="19050" y="1752600"/>
                </a:moveTo>
                <a:lnTo>
                  <a:pt x="28575" y="1752600"/>
                </a:lnTo>
                <a:lnTo>
                  <a:pt x="28575" y="1771650"/>
                </a:lnTo>
                <a:lnTo>
                  <a:pt x="9525" y="1771650"/>
                </a:lnTo>
                <a:lnTo>
                  <a:pt x="9525" y="1762125"/>
                </a:lnTo>
                <a:lnTo>
                  <a:pt x="19050" y="1762125"/>
                </a:lnTo>
                <a:close/>
                <a:moveTo>
                  <a:pt x="228600" y="1752600"/>
                </a:moveTo>
                <a:lnTo>
                  <a:pt x="276225" y="1752600"/>
                </a:lnTo>
                <a:lnTo>
                  <a:pt x="276225" y="1762125"/>
                </a:lnTo>
                <a:lnTo>
                  <a:pt x="228600" y="1762125"/>
                </a:lnTo>
                <a:close/>
                <a:moveTo>
                  <a:pt x="533400" y="1752600"/>
                </a:moveTo>
                <a:lnTo>
                  <a:pt x="542925" y="1752600"/>
                </a:lnTo>
                <a:lnTo>
                  <a:pt x="542925" y="1762125"/>
                </a:lnTo>
                <a:lnTo>
                  <a:pt x="533400" y="1762125"/>
                </a:lnTo>
                <a:close/>
                <a:moveTo>
                  <a:pt x="638175" y="1752600"/>
                </a:moveTo>
                <a:lnTo>
                  <a:pt x="657225" y="1752600"/>
                </a:lnTo>
                <a:lnTo>
                  <a:pt x="657225" y="1762125"/>
                </a:lnTo>
                <a:lnTo>
                  <a:pt x="638175" y="1762125"/>
                </a:lnTo>
                <a:close/>
                <a:moveTo>
                  <a:pt x="1876425" y="1752600"/>
                </a:moveTo>
                <a:lnTo>
                  <a:pt x="1885950" y="1752600"/>
                </a:lnTo>
                <a:lnTo>
                  <a:pt x="1885950" y="1771650"/>
                </a:lnTo>
                <a:lnTo>
                  <a:pt x="1905000" y="1771650"/>
                </a:lnTo>
                <a:lnTo>
                  <a:pt x="1905000" y="1790700"/>
                </a:lnTo>
                <a:lnTo>
                  <a:pt x="1885950" y="1790700"/>
                </a:lnTo>
                <a:lnTo>
                  <a:pt x="1885950" y="1819275"/>
                </a:lnTo>
                <a:lnTo>
                  <a:pt x="1876425" y="1819275"/>
                </a:lnTo>
                <a:close/>
                <a:moveTo>
                  <a:pt x="571500" y="1762125"/>
                </a:moveTo>
                <a:lnTo>
                  <a:pt x="581025" y="1762125"/>
                </a:lnTo>
                <a:lnTo>
                  <a:pt x="581025" y="1771650"/>
                </a:lnTo>
                <a:lnTo>
                  <a:pt x="571500" y="1771650"/>
                </a:lnTo>
                <a:close/>
                <a:moveTo>
                  <a:pt x="733425" y="1762125"/>
                </a:moveTo>
                <a:lnTo>
                  <a:pt x="762000" y="1762125"/>
                </a:lnTo>
                <a:lnTo>
                  <a:pt x="762000" y="1771650"/>
                </a:lnTo>
                <a:lnTo>
                  <a:pt x="733425" y="1771650"/>
                </a:lnTo>
                <a:close/>
                <a:moveTo>
                  <a:pt x="1743075" y="1762125"/>
                </a:moveTo>
                <a:lnTo>
                  <a:pt x="1762125" y="1762125"/>
                </a:lnTo>
                <a:lnTo>
                  <a:pt x="1762125" y="1771650"/>
                </a:lnTo>
                <a:lnTo>
                  <a:pt x="1771650" y="1771650"/>
                </a:lnTo>
                <a:lnTo>
                  <a:pt x="1771650" y="1762125"/>
                </a:lnTo>
                <a:lnTo>
                  <a:pt x="1781175" y="1762125"/>
                </a:lnTo>
                <a:lnTo>
                  <a:pt x="1781175" y="1847850"/>
                </a:lnTo>
                <a:lnTo>
                  <a:pt x="1771650" y="1847850"/>
                </a:lnTo>
                <a:lnTo>
                  <a:pt x="1771650" y="1790700"/>
                </a:lnTo>
                <a:lnTo>
                  <a:pt x="1752600" y="1790700"/>
                </a:lnTo>
                <a:lnTo>
                  <a:pt x="1752600" y="1771650"/>
                </a:lnTo>
                <a:lnTo>
                  <a:pt x="1743075" y="1771650"/>
                </a:lnTo>
                <a:close/>
                <a:moveTo>
                  <a:pt x="561975" y="1781175"/>
                </a:moveTo>
                <a:lnTo>
                  <a:pt x="571500" y="1781175"/>
                </a:lnTo>
                <a:lnTo>
                  <a:pt x="571500" y="1790700"/>
                </a:lnTo>
                <a:lnTo>
                  <a:pt x="561975" y="1790700"/>
                </a:lnTo>
                <a:close/>
                <a:moveTo>
                  <a:pt x="800100" y="1781175"/>
                </a:moveTo>
                <a:lnTo>
                  <a:pt x="828675" y="1781175"/>
                </a:lnTo>
                <a:lnTo>
                  <a:pt x="828675" y="1800225"/>
                </a:lnTo>
                <a:lnTo>
                  <a:pt x="819150" y="1800225"/>
                </a:lnTo>
                <a:lnTo>
                  <a:pt x="819150" y="1790700"/>
                </a:lnTo>
                <a:lnTo>
                  <a:pt x="800100" y="1790700"/>
                </a:lnTo>
                <a:close/>
                <a:moveTo>
                  <a:pt x="876300" y="1781175"/>
                </a:moveTo>
                <a:lnTo>
                  <a:pt x="895350" y="1781175"/>
                </a:lnTo>
                <a:lnTo>
                  <a:pt x="895350" y="1790700"/>
                </a:lnTo>
                <a:lnTo>
                  <a:pt x="933450" y="1790700"/>
                </a:lnTo>
                <a:lnTo>
                  <a:pt x="933450" y="1809750"/>
                </a:lnTo>
                <a:lnTo>
                  <a:pt x="895350" y="1809750"/>
                </a:lnTo>
                <a:lnTo>
                  <a:pt x="895350" y="1819275"/>
                </a:lnTo>
                <a:lnTo>
                  <a:pt x="885825" y="1819275"/>
                </a:lnTo>
                <a:lnTo>
                  <a:pt x="885825" y="1809750"/>
                </a:lnTo>
                <a:lnTo>
                  <a:pt x="866775" y="1809750"/>
                </a:lnTo>
                <a:lnTo>
                  <a:pt x="866775" y="1790700"/>
                </a:lnTo>
                <a:lnTo>
                  <a:pt x="876300" y="1790700"/>
                </a:lnTo>
                <a:close/>
                <a:moveTo>
                  <a:pt x="1647825" y="1781175"/>
                </a:moveTo>
                <a:lnTo>
                  <a:pt x="1657350" y="1781175"/>
                </a:lnTo>
                <a:lnTo>
                  <a:pt x="1657350" y="1790700"/>
                </a:lnTo>
                <a:lnTo>
                  <a:pt x="1647825" y="1790700"/>
                </a:lnTo>
                <a:close/>
                <a:moveTo>
                  <a:pt x="504825" y="1790700"/>
                </a:moveTo>
                <a:lnTo>
                  <a:pt x="514350" y="1790700"/>
                </a:lnTo>
                <a:lnTo>
                  <a:pt x="514350" y="1800225"/>
                </a:lnTo>
                <a:lnTo>
                  <a:pt x="504825" y="1800225"/>
                </a:lnTo>
                <a:close/>
                <a:moveTo>
                  <a:pt x="571500" y="1790700"/>
                </a:moveTo>
                <a:lnTo>
                  <a:pt x="590550" y="1790700"/>
                </a:lnTo>
                <a:lnTo>
                  <a:pt x="590550" y="1809750"/>
                </a:lnTo>
                <a:lnTo>
                  <a:pt x="581025" y="1809750"/>
                </a:lnTo>
                <a:lnTo>
                  <a:pt x="581025" y="1800225"/>
                </a:lnTo>
                <a:lnTo>
                  <a:pt x="571500" y="1800225"/>
                </a:lnTo>
                <a:close/>
                <a:moveTo>
                  <a:pt x="695325" y="1790700"/>
                </a:moveTo>
                <a:lnTo>
                  <a:pt x="704850" y="1790700"/>
                </a:lnTo>
                <a:lnTo>
                  <a:pt x="704850" y="1800225"/>
                </a:lnTo>
                <a:lnTo>
                  <a:pt x="714375" y="1800225"/>
                </a:lnTo>
                <a:lnTo>
                  <a:pt x="714375" y="1809750"/>
                </a:lnTo>
                <a:lnTo>
                  <a:pt x="695325" y="1809750"/>
                </a:lnTo>
                <a:close/>
                <a:moveTo>
                  <a:pt x="1638300" y="1790700"/>
                </a:moveTo>
                <a:lnTo>
                  <a:pt x="1647825" y="1790700"/>
                </a:lnTo>
                <a:lnTo>
                  <a:pt x="1647825" y="1800225"/>
                </a:lnTo>
                <a:lnTo>
                  <a:pt x="1638300" y="1800225"/>
                </a:lnTo>
                <a:close/>
                <a:moveTo>
                  <a:pt x="209550" y="1800225"/>
                </a:moveTo>
                <a:lnTo>
                  <a:pt x="219075" y="1800225"/>
                </a:lnTo>
                <a:lnTo>
                  <a:pt x="219075" y="1809750"/>
                </a:lnTo>
                <a:lnTo>
                  <a:pt x="209550" y="1809750"/>
                </a:lnTo>
                <a:close/>
                <a:moveTo>
                  <a:pt x="304800" y="1800225"/>
                </a:moveTo>
                <a:lnTo>
                  <a:pt x="314325" y="1800225"/>
                </a:lnTo>
                <a:lnTo>
                  <a:pt x="314325" y="1819275"/>
                </a:lnTo>
                <a:lnTo>
                  <a:pt x="295275" y="1819275"/>
                </a:lnTo>
                <a:lnTo>
                  <a:pt x="295275" y="1809750"/>
                </a:lnTo>
                <a:lnTo>
                  <a:pt x="304800" y="1809750"/>
                </a:lnTo>
                <a:close/>
                <a:moveTo>
                  <a:pt x="647700" y="1800225"/>
                </a:moveTo>
                <a:lnTo>
                  <a:pt x="657225" y="1800225"/>
                </a:lnTo>
                <a:lnTo>
                  <a:pt x="657225" y="1809750"/>
                </a:lnTo>
                <a:lnTo>
                  <a:pt x="647700" y="1809750"/>
                </a:lnTo>
                <a:close/>
                <a:moveTo>
                  <a:pt x="742950" y="1800225"/>
                </a:moveTo>
                <a:lnTo>
                  <a:pt x="752475" y="1800225"/>
                </a:lnTo>
                <a:lnTo>
                  <a:pt x="752475" y="1809750"/>
                </a:lnTo>
                <a:lnTo>
                  <a:pt x="742950" y="1809750"/>
                </a:lnTo>
                <a:close/>
                <a:moveTo>
                  <a:pt x="809625" y="1800225"/>
                </a:moveTo>
                <a:lnTo>
                  <a:pt x="819150" y="1800225"/>
                </a:lnTo>
                <a:lnTo>
                  <a:pt x="819150" y="1809750"/>
                </a:lnTo>
                <a:lnTo>
                  <a:pt x="809625" y="1809750"/>
                </a:lnTo>
                <a:close/>
                <a:moveTo>
                  <a:pt x="828675" y="1800225"/>
                </a:moveTo>
                <a:lnTo>
                  <a:pt x="847725" y="1800225"/>
                </a:lnTo>
                <a:lnTo>
                  <a:pt x="847725" y="1809750"/>
                </a:lnTo>
                <a:lnTo>
                  <a:pt x="828675" y="1809750"/>
                </a:lnTo>
                <a:close/>
                <a:moveTo>
                  <a:pt x="371475" y="1809750"/>
                </a:moveTo>
                <a:lnTo>
                  <a:pt x="381000" y="1809750"/>
                </a:lnTo>
                <a:lnTo>
                  <a:pt x="381000" y="1819275"/>
                </a:lnTo>
                <a:lnTo>
                  <a:pt x="371475" y="1819275"/>
                </a:lnTo>
                <a:close/>
                <a:moveTo>
                  <a:pt x="542925" y="1809750"/>
                </a:moveTo>
                <a:lnTo>
                  <a:pt x="552450" y="1809750"/>
                </a:lnTo>
                <a:lnTo>
                  <a:pt x="552450" y="1819275"/>
                </a:lnTo>
                <a:lnTo>
                  <a:pt x="542925" y="1819275"/>
                </a:lnTo>
                <a:close/>
                <a:moveTo>
                  <a:pt x="1752600" y="1819275"/>
                </a:moveTo>
                <a:lnTo>
                  <a:pt x="1762125" y="1819275"/>
                </a:lnTo>
                <a:lnTo>
                  <a:pt x="1762125" y="1828800"/>
                </a:lnTo>
                <a:lnTo>
                  <a:pt x="1752600" y="1828800"/>
                </a:lnTo>
                <a:close/>
                <a:moveTo>
                  <a:pt x="1885950" y="1819275"/>
                </a:moveTo>
                <a:lnTo>
                  <a:pt x="1905000" y="1819275"/>
                </a:lnTo>
                <a:lnTo>
                  <a:pt x="1905000" y="1828800"/>
                </a:lnTo>
                <a:lnTo>
                  <a:pt x="1895475" y="1828800"/>
                </a:lnTo>
                <a:lnTo>
                  <a:pt x="1895475" y="1838325"/>
                </a:lnTo>
                <a:lnTo>
                  <a:pt x="1885950" y="1838325"/>
                </a:lnTo>
                <a:close/>
                <a:moveTo>
                  <a:pt x="1562100" y="1828800"/>
                </a:moveTo>
                <a:lnTo>
                  <a:pt x="1571625" y="1828800"/>
                </a:lnTo>
                <a:lnTo>
                  <a:pt x="1571625" y="1847850"/>
                </a:lnTo>
                <a:lnTo>
                  <a:pt x="1590675" y="1847850"/>
                </a:lnTo>
                <a:lnTo>
                  <a:pt x="1590675" y="1857375"/>
                </a:lnTo>
                <a:lnTo>
                  <a:pt x="1562100" y="1857375"/>
                </a:lnTo>
                <a:lnTo>
                  <a:pt x="1562100" y="1847850"/>
                </a:lnTo>
                <a:lnTo>
                  <a:pt x="1543050" y="1847850"/>
                </a:lnTo>
                <a:lnTo>
                  <a:pt x="1543050" y="1838325"/>
                </a:lnTo>
                <a:lnTo>
                  <a:pt x="1562100" y="1838325"/>
                </a:lnTo>
                <a:close/>
                <a:moveTo>
                  <a:pt x="1647825" y="1838325"/>
                </a:moveTo>
                <a:lnTo>
                  <a:pt x="1666875" y="1838325"/>
                </a:lnTo>
                <a:lnTo>
                  <a:pt x="1666875" y="1847850"/>
                </a:lnTo>
                <a:lnTo>
                  <a:pt x="1647825" y="1847850"/>
                </a:lnTo>
                <a:close/>
                <a:moveTo>
                  <a:pt x="476250" y="1847850"/>
                </a:moveTo>
                <a:lnTo>
                  <a:pt x="485775" y="1847850"/>
                </a:lnTo>
                <a:lnTo>
                  <a:pt x="485775" y="1857375"/>
                </a:lnTo>
                <a:lnTo>
                  <a:pt x="476250" y="1857375"/>
                </a:lnTo>
                <a:close/>
                <a:moveTo>
                  <a:pt x="1666875" y="1847850"/>
                </a:moveTo>
                <a:lnTo>
                  <a:pt x="1685925" y="1847850"/>
                </a:lnTo>
                <a:lnTo>
                  <a:pt x="1685925" y="1857375"/>
                </a:lnTo>
                <a:lnTo>
                  <a:pt x="1666875" y="1857375"/>
                </a:lnTo>
                <a:close/>
                <a:moveTo>
                  <a:pt x="1895475" y="1847850"/>
                </a:moveTo>
                <a:lnTo>
                  <a:pt x="1905000" y="1847850"/>
                </a:lnTo>
                <a:lnTo>
                  <a:pt x="1905000" y="1866900"/>
                </a:lnTo>
                <a:lnTo>
                  <a:pt x="1895475" y="1866900"/>
                </a:lnTo>
                <a:close/>
                <a:moveTo>
                  <a:pt x="285750" y="1857375"/>
                </a:moveTo>
                <a:lnTo>
                  <a:pt x="304800" y="1857375"/>
                </a:lnTo>
                <a:lnTo>
                  <a:pt x="304800" y="1876425"/>
                </a:lnTo>
                <a:lnTo>
                  <a:pt x="285750" y="1876425"/>
                </a:lnTo>
                <a:close/>
                <a:moveTo>
                  <a:pt x="485775" y="1857375"/>
                </a:moveTo>
                <a:lnTo>
                  <a:pt x="495300" y="1857375"/>
                </a:lnTo>
                <a:lnTo>
                  <a:pt x="495300" y="1876425"/>
                </a:lnTo>
                <a:lnTo>
                  <a:pt x="466725" y="1876425"/>
                </a:lnTo>
                <a:lnTo>
                  <a:pt x="466725" y="1866900"/>
                </a:lnTo>
                <a:lnTo>
                  <a:pt x="485775" y="1866900"/>
                </a:lnTo>
                <a:close/>
                <a:moveTo>
                  <a:pt x="571500" y="1857375"/>
                </a:moveTo>
                <a:lnTo>
                  <a:pt x="600075" y="1857375"/>
                </a:lnTo>
                <a:lnTo>
                  <a:pt x="600075" y="1876425"/>
                </a:lnTo>
                <a:lnTo>
                  <a:pt x="571500" y="1876425"/>
                </a:lnTo>
                <a:close/>
                <a:moveTo>
                  <a:pt x="742950" y="1857375"/>
                </a:moveTo>
                <a:lnTo>
                  <a:pt x="771525" y="1857375"/>
                </a:lnTo>
                <a:lnTo>
                  <a:pt x="771525" y="1866900"/>
                </a:lnTo>
                <a:lnTo>
                  <a:pt x="742950" y="1866900"/>
                </a:lnTo>
                <a:close/>
                <a:moveTo>
                  <a:pt x="209550" y="1876425"/>
                </a:moveTo>
                <a:lnTo>
                  <a:pt x="228600" y="1876425"/>
                </a:lnTo>
                <a:lnTo>
                  <a:pt x="228600" y="1885950"/>
                </a:lnTo>
                <a:lnTo>
                  <a:pt x="219075" y="1885950"/>
                </a:lnTo>
                <a:lnTo>
                  <a:pt x="219075" y="1905000"/>
                </a:lnTo>
                <a:lnTo>
                  <a:pt x="209550" y="1905000"/>
                </a:lnTo>
                <a:lnTo>
                  <a:pt x="209550" y="1914525"/>
                </a:lnTo>
                <a:lnTo>
                  <a:pt x="200025" y="1914525"/>
                </a:lnTo>
                <a:lnTo>
                  <a:pt x="200025" y="1905000"/>
                </a:lnTo>
                <a:lnTo>
                  <a:pt x="190500" y="1905000"/>
                </a:lnTo>
                <a:lnTo>
                  <a:pt x="190500" y="1895475"/>
                </a:lnTo>
                <a:lnTo>
                  <a:pt x="209550" y="1895475"/>
                </a:lnTo>
                <a:close/>
                <a:moveTo>
                  <a:pt x="247650" y="1876425"/>
                </a:moveTo>
                <a:lnTo>
                  <a:pt x="266700" y="1876425"/>
                </a:lnTo>
                <a:lnTo>
                  <a:pt x="266700" y="1885950"/>
                </a:lnTo>
                <a:lnTo>
                  <a:pt x="276225" y="1885950"/>
                </a:lnTo>
                <a:lnTo>
                  <a:pt x="276225" y="1895475"/>
                </a:lnTo>
                <a:lnTo>
                  <a:pt x="285750" y="1895475"/>
                </a:lnTo>
                <a:lnTo>
                  <a:pt x="285750" y="1905000"/>
                </a:lnTo>
                <a:lnTo>
                  <a:pt x="247650" y="1905000"/>
                </a:lnTo>
                <a:close/>
                <a:moveTo>
                  <a:pt x="428625" y="1876425"/>
                </a:moveTo>
                <a:lnTo>
                  <a:pt x="447675" y="1876425"/>
                </a:lnTo>
                <a:lnTo>
                  <a:pt x="447675" y="1895475"/>
                </a:lnTo>
                <a:lnTo>
                  <a:pt x="457200" y="1895475"/>
                </a:lnTo>
                <a:lnTo>
                  <a:pt x="457200" y="1905000"/>
                </a:lnTo>
                <a:lnTo>
                  <a:pt x="428625" y="1905000"/>
                </a:lnTo>
                <a:close/>
                <a:moveTo>
                  <a:pt x="600075" y="1876425"/>
                </a:moveTo>
                <a:lnTo>
                  <a:pt x="609600" y="1876425"/>
                </a:lnTo>
                <a:lnTo>
                  <a:pt x="609600" y="1895475"/>
                </a:lnTo>
                <a:lnTo>
                  <a:pt x="619125" y="1895475"/>
                </a:lnTo>
                <a:lnTo>
                  <a:pt x="619125" y="1914525"/>
                </a:lnTo>
                <a:lnTo>
                  <a:pt x="609600" y="1914525"/>
                </a:lnTo>
                <a:lnTo>
                  <a:pt x="609600" y="1905000"/>
                </a:lnTo>
                <a:lnTo>
                  <a:pt x="590550" y="1905000"/>
                </a:lnTo>
                <a:lnTo>
                  <a:pt x="590550" y="1895475"/>
                </a:lnTo>
                <a:lnTo>
                  <a:pt x="600075" y="1895475"/>
                </a:lnTo>
                <a:close/>
                <a:moveTo>
                  <a:pt x="333375" y="1885950"/>
                </a:moveTo>
                <a:lnTo>
                  <a:pt x="342900" y="1885950"/>
                </a:lnTo>
                <a:lnTo>
                  <a:pt x="342900" y="1895475"/>
                </a:lnTo>
                <a:lnTo>
                  <a:pt x="333375" y="1895475"/>
                </a:lnTo>
                <a:close/>
                <a:moveTo>
                  <a:pt x="1771650" y="1895475"/>
                </a:moveTo>
                <a:lnTo>
                  <a:pt x="1781175" y="1895475"/>
                </a:lnTo>
                <a:lnTo>
                  <a:pt x="1781175" y="1914525"/>
                </a:lnTo>
                <a:lnTo>
                  <a:pt x="1771650" y="1914525"/>
                </a:lnTo>
                <a:close/>
                <a:moveTo>
                  <a:pt x="1895475" y="1895475"/>
                </a:moveTo>
                <a:lnTo>
                  <a:pt x="1905000" y="1895475"/>
                </a:lnTo>
                <a:lnTo>
                  <a:pt x="1905000" y="1905000"/>
                </a:lnTo>
                <a:lnTo>
                  <a:pt x="1895475" y="1905000"/>
                </a:lnTo>
                <a:close/>
                <a:moveTo>
                  <a:pt x="352425" y="1905000"/>
                </a:moveTo>
                <a:lnTo>
                  <a:pt x="361950" y="1905000"/>
                </a:lnTo>
                <a:lnTo>
                  <a:pt x="361950" y="1914525"/>
                </a:lnTo>
                <a:lnTo>
                  <a:pt x="352425" y="1914525"/>
                </a:lnTo>
                <a:close/>
                <a:moveTo>
                  <a:pt x="381000" y="1905000"/>
                </a:moveTo>
                <a:lnTo>
                  <a:pt x="390525" y="1905000"/>
                </a:lnTo>
                <a:lnTo>
                  <a:pt x="390525" y="1914525"/>
                </a:lnTo>
                <a:lnTo>
                  <a:pt x="381000" y="1914525"/>
                </a:lnTo>
                <a:close/>
                <a:moveTo>
                  <a:pt x="1685925" y="1905000"/>
                </a:moveTo>
                <a:lnTo>
                  <a:pt x="1762125" y="1905000"/>
                </a:lnTo>
                <a:lnTo>
                  <a:pt x="1762125" y="1914525"/>
                </a:lnTo>
                <a:lnTo>
                  <a:pt x="1695450" y="1914525"/>
                </a:lnTo>
                <a:lnTo>
                  <a:pt x="1695450" y="1924050"/>
                </a:lnTo>
                <a:lnTo>
                  <a:pt x="1685925" y="1924050"/>
                </a:lnTo>
                <a:close/>
                <a:moveTo>
                  <a:pt x="1876425" y="1905000"/>
                </a:moveTo>
                <a:lnTo>
                  <a:pt x="1895475" y="1905000"/>
                </a:lnTo>
                <a:lnTo>
                  <a:pt x="1895475" y="1924050"/>
                </a:lnTo>
                <a:lnTo>
                  <a:pt x="1876425" y="1924050"/>
                </a:lnTo>
                <a:close/>
                <a:moveTo>
                  <a:pt x="1895475" y="1924050"/>
                </a:moveTo>
                <a:lnTo>
                  <a:pt x="1905000" y="1924050"/>
                </a:lnTo>
                <a:lnTo>
                  <a:pt x="1905000" y="1933575"/>
                </a:lnTo>
                <a:lnTo>
                  <a:pt x="1895475" y="1933575"/>
                </a:lnTo>
                <a:close/>
                <a:moveTo>
                  <a:pt x="1771650" y="1933575"/>
                </a:moveTo>
                <a:lnTo>
                  <a:pt x="1781175" y="1933575"/>
                </a:lnTo>
                <a:lnTo>
                  <a:pt x="1781175" y="1943100"/>
                </a:lnTo>
                <a:lnTo>
                  <a:pt x="1771650" y="1943100"/>
                </a:lnTo>
                <a:close/>
                <a:moveTo>
                  <a:pt x="1676400" y="1943100"/>
                </a:moveTo>
                <a:lnTo>
                  <a:pt x="1685925" y="1943100"/>
                </a:lnTo>
                <a:lnTo>
                  <a:pt x="1685925" y="1962150"/>
                </a:lnTo>
                <a:lnTo>
                  <a:pt x="1676400" y="1962150"/>
                </a:lnTo>
                <a:close/>
                <a:moveTo>
                  <a:pt x="209550" y="1952625"/>
                </a:moveTo>
                <a:lnTo>
                  <a:pt x="247650" y="1952625"/>
                </a:lnTo>
                <a:lnTo>
                  <a:pt x="247650" y="1962150"/>
                </a:lnTo>
                <a:lnTo>
                  <a:pt x="209550" y="1962150"/>
                </a:lnTo>
                <a:close/>
                <a:moveTo>
                  <a:pt x="485775" y="1952625"/>
                </a:moveTo>
                <a:lnTo>
                  <a:pt x="514350" y="1952625"/>
                </a:lnTo>
                <a:lnTo>
                  <a:pt x="514350" y="1962150"/>
                </a:lnTo>
                <a:lnTo>
                  <a:pt x="504825" y="1962150"/>
                </a:lnTo>
                <a:lnTo>
                  <a:pt x="504825" y="1971675"/>
                </a:lnTo>
                <a:lnTo>
                  <a:pt x="485775" y="1971675"/>
                </a:lnTo>
                <a:close/>
                <a:moveTo>
                  <a:pt x="371475" y="1962150"/>
                </a:moveTo>
                <a:lnTo>
                  <a:pt x="400050" y="1962150"/>
                </a:lnTo>
                <a:lnTo>
                  <a:pt x="400050" y="1971675"/>
                </a:lnTo>
                <a:lnTo>
                  <a:pt x="371475" y="1971675"/>
                </a:lnTo>
                <a:close/>
                <a:moveTo>
                  <a:pt x="685800" y="1962150"/>
                </a:moveTo>
                <a:lnTo>
                  <a:pt x="695325" y="1962150"/>
                </a:lnTo>
                <a:lnTo>
                  <a:pt x="695325" y="1971675"/>
                </a:lnTo>
                <a:lnTo>
                  <a:pt x="685800" y="1971675"/>
                </a:lnTo>
                <a:close/>
                <a:moveTo>
                  <a:pt x="1771650" y="1962150"/>
                </a:moveTo>
                <a:lnTo>
                  <a:pt x="1781175" y="1962150"/>
                </a:lnTo>
                <a:lnTo>
                  <a:pt x="1781175" y="2000250"/>
                </a:lnTo>
                <a:lnTo>
                  <a:pt x="1771650" y="2000250"/>
                </a:lnTo>
                <a:close/>
                <a:moveTo>
                  <a:pt x="9525" y="1971675"/>
                </a:moveTo>
                <a:lnTo>
                  <a:pt x="28575" y="1971675"/>
                </a:lnTo>
                <a:lnTo>
                  <a:pt x="28575" y="1981200"/>
                </a:lnTo>
                <a:lnTo>
                  <a:pt x="38100" y="1981200"/>
                </a:lnTo>
                <a:lnTo>
                  <a:pt x="38100" y="2000250"/>
                </a:lnTo>
                <a:lnTo>
                  <a:pt x="28575" y="2000250"/>
                </a:lnTo>
                <a:lnTo>
                  <a:pt x="28575" y="2038350"/>
                </a:lnTo>
                <a:lnTo>
                  <a:pt x="19050" y="2038350"/>
                </a:lnTo>
                <a:lnTo>
                  <a:pt x="19050" y="2009775"/>
                </a:lnTo>
                <a:lnTo>
                  <a:pt x="9525" y="2009775"/>
                </a:lnTo>
                <a:close/>
                <a:moveTo>
                  <a:pt x="219075" y="1971675"/>
                </a:moveTo>
                <a:lnTo>
                  <a:pt x="228600" y="1971675"/>
                </a:lnTo>
                <a:lnTo>
                  <a:pt x="228600" y="1981200"/>
                </a:lnTo>
                <a:lnTo>
                  <a:pt x="219075" y="1981200"/>
                </a:lnTo>
                <a:close/>
                <a:moveTo>
                  <a:pt x="714375" y="1971675"/>
                </a:moveTo>
                <a:lnTo>
                  <a:pt x="733425" y="1971675"/>
                </a:lnTo>
                <a:lnTo>
                  <a:pt x="733425" y="1981200"/>
                </a:lnTo>
                <a:lnTo>
                  <a:pt x="714375" y="1981200"/>
                </a:lnTo>
                <a:close/>
                <a:moveTo>
                  <a:pt x="1000125" y="1971675"/>
                </a:moveTo>
                <a:lnTo>
                  <a:pt x="1009650" y="1971675"/>
                </a:lnTo>
                <a:lnTo>
                  <a:pt x="1009650" y="1981200"/>
                </a:lnTo>
                <a:lnTo>
                  <a:pt x="1019175" y="1981200"/>
                </a:lnTo>
                <a:lnTo>
                  <a:pt x="1019175" y="2009775"/>
                </a:lnTo>
                <a:lnTo>
                  <a:pt x="1009650" y="2009775"/>
                </a:lnTo>
                <a:lnTo>
                  <a:pt x="1009650" y="2000250"/>
                </a:lnTo>
                <a:lnTo>
                  <a:pt x="990600" y="2000250"/>
                </a:lnTo>
                <a:lnTo>
                  <a:pt x="990600" y="1990725"/>
                </a:lnTo>
                <a:lnTo>
                  <a:pt x="1000125" y="1990725"/>
                </a:lnTo>
                <a:close/>
                <a:moveTo>
                  <a:pt x="676275" y="1990725"/>
                </a:moveTo>
                <a:lnTo>
                  <a:pt x="685800" y="1990725"/>
                </a:lnTo>
                <a:lnTo>
                  <a:pt x="685800" y="2009775"/>
                </a:lnTo>
                <a:lnTo>
                  <a:pt x="676275" y="2009775"/>
                </a:lnTo>
                <a:close/>
                <a:moveTo>
                  <a:pt x="714375" y="1990725"/>
                </a:moveTo>
                <a:lnTo>
                  <a:pt x="733425" y="1990725"/>
                </a:lnTo>
                <a:lnTo>
                  <a:pt x="733425" y="2000250"/>
                </a:lnTo>
                <a:lnTo>
                  <a:pt x="714375" y="2000250"/>
                </a:lnTo>
                <a:close/>
                <a:moveTo>
                  <a:pt x="1028700" y="1990725"/>
                </a:moveTo>
                <a:lnTo>
                  <a:pt x="1038225" y="1990725"/>
                </a:lnTo>
                <a:lnTo>
                  <a:pt x="1038225" y="2000250"/>
                </a:lnTo>
                <a:lnTo>
                  <a:pt x="1028700" y="2000250"/>
                </a:lnTo>
                <a:close/>
                <a:moveTo>
                  <a:pt x="1504950" y="1990725"/>
                </a:moveTo>
                <a:lnTo>
                  <a:pt x="1514475" y="1990725"/>
                </a:lnTo>
                <a:lnTo>
                  <a:pt x="1514475" y="2000250"/>
                </a:lnTo>
                <a:lnTo>
                  <a:pt x="1504950" y="2000250"/>
                </a:lnTo>
                <a:close/>
                <a:moveTo>
                  <a:pt x="1704975" y="1990725"/>
                </a:moveTo>
                <a:lnTo>
                  <a:pt x="1724025" y="1990725"/>
                </a:lnTo>
                <a:lnTo>
                  <a:pt x="1724025" y="2000250"/>
                </a:lnTo>
                <a:lnTo>
                  <a:pt x="1704975" y="2000250"/>
                </a:lnTo>
                <a:close/>
                <a:moveTo>
                  <a:pt x="1752600" y="1990725"/>
                </a:moveTo>
                <a:lnTo>
                  <a:pt x="1762125" y="1990725"/>
                </a:lnTo>
                <a:lnTo>
                  <a:pt x="1762125" y="2000250"/>
                </a:lnTo>
                <a:lnTo>
                  <a:pt x="1752600" y="2000250"/>
                </a:lnTo>
                <a:close/>
              </a:path>
            </a:pathLst>
          </a:custGeom>
          <a:solidFill xmlns:a="http://schemas.openxmlformats.org/drawingml/2006/main">
            <a:srgbClr val="F3F0E3"/>
          </a:solidFill>
          <a:ln xmlns:a="http://schemas.openxmlformats.org/drawingml/2006/main" w="0">
            <a:noFill/>
          </a:ln>
        </p:spPr>
      </p:sp>
      <p:sp>
        <p:nvSpPr>
          <p:cNvPr id="131" name="sales vector #f3f0e1">
            <a:extLst xmlns:a="http://schemas.openxmlformats.org/drawingml/2006/main">
              <a:ext uri="{FF2B5EF4-FFF2-40B4-BE49-F238E27FC236}">
                <a16:creationId xmlns:a16="http://schemas.microsoft.com/office/drawing/2014/main" id="{9F114F41-5392-4E21-8D7A-283C840C9C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381625" y="4914900"/>
            <a:ext cx="2247900" cy="2400300"/>
          </a:xfrm>
          <a:custGeom xmlns:a="http://schemas.openxmlformats.org/drawingml/2006/main">
            <a:pathLst>
              <a:path w="1905000" h="2038350">
                <a:moveTo>
                  <a:pt x="76200" y="0"/>
                </a:moveTo>
                <a:lnTo>
                  <a:pt x="85725" y="0"/>
                </a:lnTo>
                <a:lnTo>
                  <a:pt x="85725" y="28575"/>
                </a:lnTo>
                <a:lnTo>
                  <a:pt x="76200" y="28575"/>
                </a:lnTo>
                <a:close/>
                <a:moveTo>
                  <a:pt x="238125" y="0"/>
                </a:moveTo>
                <a:lnTo>
                  <a:pt x="266700" y="0"/>
                </a:lnTo>
                <a:lnTo>
                  <a:pt x="266700" y="9525"/>
                </a:lnTo>
                <a:lnTo>
                  <a:pt x="257175" y="9525"/>
                </a:lnTo>
                <a:lnTo>
                  <a:pt x="257175" y="19050"/>
                </a:lnTo>
                <a:lnTo>
                  <a:pt x="247650" y="19050"/>
                </a:lnTo>
                <a:lnTo>
                  <a:pt x="247650" y="9525"/>
                </a:lnTo>
                <a:lnTo>
                  <a:pt x="238125" y="9525"/>
                </a:lnTo>
                <a:close/>
                <a:moveTo>
                  <a:pt x="381000" y="0"/>
                </a:moveTo>
                <a:lnTo>
                  <a:pt x="390525" y="0"/>
                </a:lnTo>
                <a:lnTo>
                  <a:pt x="390525" y="19050"/>
                </a:lnTo>
                <a:lnTo>
                  <a:pt x="381000" y="19050"/>
                </a:lnTo>
                <a:close/>
                <a:moveTo>
                  <a:pt x="447675" y="0"/>
                </a:moveTo>
                <a:lnTo>
                  <a:pt x="457200" y="0"/>
                </a:lnTo>
                <a:lnTo>
                  <a:pt x="457200" y="19050"/>
                </a:lnTo>
                <a:lnTo>
                  <a:pt x="447675" y="19050"/>
                </a:lnTo>
                <a:close/>
                <a:moveTo>
                  <a:pt x="466725" y="0"/>
                </a:moveTo>
                <a:lnTo>
                  <a:pt x="647700" y="0"/>
                </a:lnTo>
                <a:lnTo>
                  <a:pt x="647700" y="9525"/>
                </a:lnTo>
                <a:lnTo>
                  <a:pt x="628650" y="9525"/>
                </a:lnTo>
                <a:lnTo>
                  <a:pt x="628650" y="19050"/>
                </a:lnTo>
                <a:lnTo>
                  <a:pt x="590550" y="19050"/>
                </a:lnTo>
                <a:lnTo>
                  <a:pt x="590550" y="9525"/>
                </a:lnTo>
                <a:lnTo>
                  <a:pt x="476250" y="9525"/>
                </a:lnTo>
                <a:lnTo>
                  <a:pt x="476250" y="19050"/>
                </a:lnTo>
                <a:lnTo>
                  <a:pt x="466725" y="19050"/>
                </a:lnTo>
                <a:close/>
                <a:moveTo>
                  <a:pt x="742950" y="0"/>
                </a:moveTo>
                <a:lnTo>
                  <a:pt x="762000" y="0"/>
                </a:lnTo>
                <a:lnTo>
                  <a:pt x="762000" y="9525"/>
                </a:lnTo>
                <a:lnTo>
                  <a:pt x="742950" y="9525"/>
                </a:lnTo>
                <a:close/>
                <a:moveTo>
                  <a:pt x="828675" y="0"/>
                </a:moveTo>
                <a:lnTo>
                  <a:pt x="838200" y="0"/>
                </a:lnTo>
                <a:lnTo>
                  <a:pt x="838200" y="9525"/>
                </a:lnTo>
                <a:lnTo>
                  <a:pt x="857250" y="9525"/>
                </a:lnTo>
                <a:lnTo>
                  <a:pt x="857250" y="0"/>
                </a:lnTo>
                <a:lnTo>
                  <a:pt x="914400" y="0"/>
                </a:lnTo>
                <a:lnTo>
                  <a:pt x="914400" y="9525"/>
                </a:lnTo>
                <a:lnTo>
                  <a:pt x="923925" y="9525"/>
                </a:lnTo>
                <a:lnTo>
                  <a:pt x="923925" y="19050"/>
                </a:lnTo>
                <a:lnTo>
                  <a:pt x="809625" y="19050"/>
                </a:lnTo>
                <a:lnTo>
                  <a:pt x="809625" y="9525"/>
                </a:lnTo>
                <a:lnTo>
                  <a:pt x="828675" y="9525"/>
                </a:lnTo>
                <a:close/>
                <a:moveTo>
                  <a:pt x="942975" y="0"/>
                </a:moveTo>
                <a:lnTo>
                  <a:pt x="971550" y="0"/>
                </a:lnTo>
                <a:lnTo>
                  <a:pt x="971550" y="9525"/>
                </a:lnTo>
                <a:lnTo>
                  <a:pt x="952500" y="9525"/>
                </a:lnTo>
                <a:lnTo>
                  <a:pt x="952500" y="19050"/>
                </a:lnTo>
                <a:lnTo>
                  <a:pt x="933450" y="19050"/>
                </a:lnTo>
                <a:lnTo>
                  <a:pt x="933450" y="9525"/>
                </a:lnTo>
                <a:lnTo>
                  <a:pt x="942975" y="9525"/>
                </a:lnTo>
                <a:close/>
                <a:moveTo>
                  <a:pt x="1047750" y="0"/>
                </a:moveTo>
                <a:lnTo>
                  <a:pt x="1066800" y="0"/>
                </a:lnTo>
                <a:lnTo>
                  <a:pt x="1066800" y="9525"/>
                </a:lnTo>
                <a:lnTo>
                  <a:pt x="1047750" y="9525"/>
                </a:lnTo>
                <a:close/>
                <a:moveTo>
                  <a:pt x="1143000" y="0"/>
                </a:moveTo>
                <a:lnTo>
                  <a:pt x="1152525" y="0"/>
                </a:lnTo>
                <a:lnTo>
                  <a:pt x="1152525" y="9525"/>
                </a:lnTo>
                <a:lnTo>
                  <a:pt x="1143000" y="9525"/>
                </a:lnTo>
                <a:close/>
                <a:moveTo>
                  <a:pt x="1171575" y="0"/>
                </a:moveTo>
                <a:lnTo>
                  <a:pt x="1257300" y="0"/>
                </a:lnTo>
                <a:lnTo>
                  <a:pt x="1257300" y="19050"/>
                </a:lnTo>
                <a:lnTo>
                  <a:pt x="1247775" y="19050"/>
                </a:lnTo>
                <a:lnTo>
                  <a:pt x="1247775" y="9525"/>
                </a:lnTo>
                <a:lnTo>
                  <a:pt x="1171575" y="9525"/>
                </a:lnTo>
                <a:close/>
                <a:moveTo>
                  <a:pt x="1304925" y="0"/>
                </a:moveTo>
                <a:lnTo>
                  <a:pt x="1447800" y="0"/>
                </a:lnTo>
                <a:lnTo>
                  <a:pt x="1447800" y="9525"/>
                </a:lnTo>
                <a:lnTo>
                  <a:pt x="1438275" y="9525"/>
                </a:lnTo>
                <a:lnTo>
                  <a:pt x="1438275" y="19050"/>
                </a:lnTo>
                <a:lnTo>
                  <a:pt x="1428750" y="19050"/>
                </a:lnTo>
                <a:lnTo>
                  <a:pt x="1428750" y="9525"/>
                </a:lnTo>
                <a:lnTo>
                  <a:pt x="1400175" y="9525"/>
                </a:lnTo>
                <a:lnTo>
                  <a:pt x="1400175" y="19050"/>
                </a:lnTo>
                <a:lnTo>
                  <a:pt x="1352550" y="19050"/>
                </a:lnTo>
                <a:lnTo>
                  <a:pt x="1352550" y="9525"/>
                </a:lnTo>
                <a:lnTo>
                  <a:pt x="1343025" y="9525"/>
                </a:lnTo>
                <a:lnTo>
                  <a:pt x="1343025" y="19050"/>
                </a:lnTo>
                <a:lnTo>
                  <a:pt x="1333500" y="19050"/>
                </a:lnTo>
                <a:lnTo>
                  <a:pt x="1333500" y="9525"/>
                </a:lnTo>
                <a:lnTo>
                  <a:pt x="1323975" y="9525"/>
                </a:lnTo>
                <a:lnTo>
                  <a:pt x="1323975" y="19050"/>
                </a:lnTo>
                <a:lnTo>
                  <a:pt x="1314450" y="19050"/>
                </a:lnTo>
                <a:lnTo>
                  <a:pt x="1314450" y="9525"/>
                </a:lnTo>
                <a:lnTo>
                  <a:pt x="1304925" y="9525"/>
                </a:lnTo>
                <a:close/>
                <a:moveTo>
                  <a:pt x="1476375" y="0"/>
                </a:moveTo>
                <a:lnTo>
                  <a:pt x="1495425" y="0"/>
                </a:lnTo>
                <a:lnTo>
                  <a:pt x="1495425" y="9525"/>
                </a:lnTo>
                <a:lnTo>
                  <a:pt x="1476375" y="9525"/>
                </a:lnTo>
                <a:close/>
                <a:moveTo>
                  <a:pt x="1571625" y="0"/>
                </a:moveTo>
                <a:lnTo>
                  <a:pt x="1581150" y="0"/>
                </a:lnTo>
                <a:lnTo>
                  <a:pt x="1581150" y="9525"/>
                </a:lnTo>
                <a:lnTo>
                  <a:pt x="1571625" y="9525"/>
                </a:lnTo>
                <a:close/>
                <a:moveTo>
                  <a:pt x="1638300" y="0"/>
                </a:moveTo>
                <a:lnTo>
                  <a:pt x="1676400" y="0"/>
                </a:lnTo>
                <a:lnTo>
                  <a:pt x="1676400" y="9525"/>
                </a:lnTo>
                <a:lnTo>
                  <a:pt x="1666875" y="9525"/>
                </a:lnTo>
                <a:lnTo>
                  <a:pt x="1666875" y="19050"/>
                </a:lnTo>
                <a:lnTo>
                  <a:pt x="1657350" y="19050"/>
                </a:lnTo>
                <a:lnTo>
                  <a:pt x="1657350" y="28575"/>
                </a:lnTo>
                <a:lnTo>
                  <a:pt x="1638300" y="28575"/>
                </a:lnTo>
                <a:lnTo>
                  <a:pt x="1638300" y="19050"/>
                </a:lnTo>
                <a:lnTo>
                  <a:pt x="1628775" y="19050"/>
                </a:lnTo>
                <a:lnTo>
                  <a:pt x="1628775" y="9525"/>
                </a:lnTo>
                <a:lnTo>
                  <a:pt x="1638300" y="9525"/>
                </a:lnTo>
                <a:close/>
                <a:moveTo>
                  <a:pt x="1704975" y="0"/>
                </a:moveTo>
                <a:lnTo>
                  <a:pt x="1724025" y="0"/>
                </a:lnTo>
                <a:lnTo>
                  <a:pt x="1724025" y="9525"/>
                </a:lnTo>
                <a:lnTo>
                  <a:pt x="1704975" y="9525"/>
                </a:lnTo>
                <a:close/>
                <a:moveTo>
                  <a:pt x="38100" y="9525"/>
                </a:moveTo>
                <a:lnTo>
                  <a:pt x="47625" y="9525"/>
                </a:lnTo>
                <a:lnTo>
                  <a:pt x="47625" y="19050"/>
                </a:lnTo>
                <a:lnTo>
                  <a:pt x="38100" y="19050"/>
                </a:lnTo>
                <a:close/>
                <a:moveTo>
                  <a:pt x="428625" y="9525"/>
                </a:moveTo>
                <a:lnTo>
                  <a:pt x="438150" y="9525"/>
                </a:lnTo>
                <a:lnTo>
                  <a:pt x="438150" y="19050"/>
                </a:lnTo>
                <a:lnTo>
                  <a:pt x="428625" y="19050"/>
                </a:lnTo>
                <a:close/>
                <a:moveTo>
                  <a:pt x="1447800" y="9525"/>
                </a:moveTo>
                <a:lnTo>
                  <a:pt x="1476375" y="9525"/>
                </a:lnTo>
                <a:lnTo>
                  <a:pt x="1476375" y="19050"/>
                </a:lnTo>
                <a:lnTo>
                  <a:pt x="1447800" y="19050"/>
                </a:lnTo>
                <a:close/>
                <a:moveTo>
                  <a:pt x="1495425" y="9525"/>
                </a:moveTo>
                <a:lnTo>
                  <a:pt x="1504950" y="9525"/>
                </a:lnTo>
                <a:lnTo>
                  <a:pt x="1504950" y="19050"/>
                </a:lnTo>
                <a:lnTo>
                  <a:pt x="1495425" y="19050"/>
                </a:lnTo>
                <a:close/>
                <a:moveTo>
                  <a:pt x="1562100" y="9525"/>
                </a:moveTo>
                <a:lnTo>
                  <a:pt x="1571625" y="9525"/>
                </a:lnTo>
                <a:lnTo>
                  <a:pt x="1571625" y="19050"/>
                </a:lnTo>
                <a:lnTo>
                  <a:pt x="1562100" y="19050"/>
                </a:lnTo>
                <a:close/>
                <a:moveTo>
                  <a:pt x="1619250" y="19050"/>
                </a:moveTo>
                <a:lnTo>
                  <a:pt x="1628775" y="19050"/>
                </a:lnTo>
                <a:lnTo>
                  <a:pt x="1628775" y="28575"/>
                </a:lnTo>
                <a:lnTo>
                  <a:pt x="1619250" y="28575"/>
                </a:lnTo>
                <a:close/>
                <a:moveTo>
                  <a:pt x="85725" y="38100"/>
                </a:moveTo>
                <a:lnTo>
                  <a:pt x="95250" y="38100"/>
                </a:lnTo>
                <a:lnTo>
                  <a:pt x="95250" y="47625"/>
                </a:lnTo>
                <a:lnTo>
                  <a:pt x="133350" y="47625"/>
                </a:lnTo>
                <a:lnTo>
                  <a:pt x="133350" y="57150"/>
                </a:lnTo>
                <a:lnTo>
                  <a:pt x="142875" y="57150"/>
                </a:lnTo>
                <a:lnTo>
                  <a:pt x="142875" y="76200"/>
                </a:lnTo>
                <a:lnTo>
                  <a:pt x="133350" y="76200"/>
                </a:lnTo>
                <a:lnTo>
                  <a:pt x="133350" y="66675"/>
                </a:lnTo>
                <a:lnTo>
                  <a:pt x="114300" y="66675"/>
                </a:lnTo>
                <a:lnTo>
                  <a:pt x="114300" y="76200"/>
                </a:lnTo>
                <a:lnTo>
                  <a:pt x="95250" y="76200"/>
                </a:lnTo>
                <a:lnTo>
                  <a:pt x="95250" y="57150"/>
                </a:lnTo>
                <a:lnTo>
                  <a:pt x="85725" y="57150"/>
                </a:lnTo>
                <a:close/>
                <a:moveTo>
                  <a:pt x="142875" y="76200"/>
                </a:moveTo>
                <a:lnTo>
                  <a:pt x="152400" y="76200"/>
                </a:lnTo>
                <a:lnTo>
                  <a:pt x="152400" y="85725"/>
                </a:lnTo>
                <a:lnTo>
                  <a:pt x="142875" y="85725"/>
                </a:lnTo>
                <a:close/>
                <a:moveTo>
                  <a:pt x="133350" y="85725"/>
                </a:moveTo>
                <a:lnTo>
                  <a:pt x="142875" y="85725"/>
                </a:lnTo>
                <a:lnTo>
                  <a:pt x="142875" y="95250"/>
                </a:lnTo>
                <a:lnTo>
                  <a:pt x="133350" y="95250"/>
                </a:lnTo>
                <a:close/>
                <a:moveTo>
                  <a:pt x="0" y="142875"/>
                </a:moveTo>
                <a:lnTo>
                  <a:pt x="9525" y="142875"/>
                </a:lnTo>
                <a:lnTo>
                  <a:pt x="9525" y="161925"/>
                </a:lnTo>
                <a:lnTo>
                  <a:pt x="19050" y="161925"/>
                </a:lnTo>
                <a:lnTo>
                  <a:pt x="19050" y="180975"/>
                </a:lnTo>
                <a:lnTo>
                  <a:pt x="9525" y="180975"/>
                </a:lnTo>
                <a:lnTo>
                  <a:pt x="9525" y="209550"/>
                </a:lnTo>
                <a:lnTo>
                  <a:pt x="0" y="209550"/>
                </a:lnTo>
                <a:close/>
                <a:moveTo>
                  <a:pt x="38100" y="161925"/>
                </a:moveTo>
                <a:lnTo>
                  <a:pt x="57150" y="161925"/>
                </a:lnTo>
                <a:lnTo>
                  <a:pt x="57150" y="180975"/>
                </a:lnTo>
                <a:lnTo>
                  <a:pt x="47625" y="180975"/>
                </a:lnTo>
                <a:lnTo>
                  <a:pt x="47625" y="171450"/>
                </a:lnTo>
                <a:lnTo>
                  <a:pt x="38100" y="171450"/>
                </a:lnTo>
                <a:close/>
                <a:moveTo>
                  <a:pt x="1676400" y="180975"/>
                </a:moveTo>
                <a:lnTo>
                  <a:pt x="1685925" y="180975"/>
                </a:lnTo>
                <a:lnTo>
                  <a:pt x="1685925" y="190500"/>
                </a:lnTo>
                <a:lnTo>
                  <a:pt x="1676400" y="190500"/>
                </a:lnTo>
                <a:close/>
                <a:moveTo>
                  <a:pt x="1828800" y="190500"/>
                </a:moveTo>
                <a:lnTo>
                  <a:pt x="1838325" y="190500"/>
                </a:lnTo>
                <a:lnTo>
                  <a:pt x="1838325" y="200025"/>
                </a:lnTo>
                <a:lnTo>
                  <a:pt x="1828800" y="200025"/>
                </a:lnTo>
                <a:close/>
                <a:moveTo>
                  <a:pt x="209550" y="219075"/>
                </a:moveTo>
                <a:lnTo>
                  <a:pt x="228600" y="219075"/>
                </a:lnTo>
                <a:lnTo>
                  <a:pt x="228600" y="228600"/>
                </a:lnTo>
                <a:lnTo>
                  <a:pt x="238125" y="228600"/>
                </a:lnTo>
                <a:lnTo>
                  <a:pt x="238125" y="238125"/>
                </a:lnTo>
                <a:lnTo>
                  <a:pt x="200025" y="238125"/>
                </a:lnTo>
                <a:lnTo>
                  <a:pt x="200025" y="228600"/>
                </a:lnTo>
                <a:lnTo>
                  <a:pt x="209550" y="228600"/>
                </a:lnTo>
                <a:close/>
                <a:moveTo>
                  <a:pt x="0" y="228600"/>
                </a:moveTo>
                <a:lnTo>
                  <a:pt x="28575" y="228600"/>
                </a:lnTo>
                <a:lnTo>
                  <a:pt x="28575" y="266700"/>
                </a:lnTo>
                <a:lnTo>
                  <a:pt x="19050" y="266700"/>
                </a:lnTo>
                <a:lnTo>
                  <a:pt x="19050" y="276225"/>
                </a:lnTo>
                <a:lnTo>
                  <a:pt x="9525" y="276225"/>
                </a:lnTo>
                <a:lnTo>
                  <a:pt x="9525" y="285750"/>
                </a:lnTo>
                <a:lnTo>
                  <a:pt x="0" y="285750"/>
                </a:lnTo>
                <a:close/>
                <a:moveTo>
                  <a:pt x="571500" y="238125"/>
                </a:moveTo>
                <a:lnTo>
                  <a:pt x="581025" y="238125"/>
                </a:lnTo>
                <a:lnTo>
                  <a:pt x="581025" y="257175"/>
                </a:lnTo>
                <a:lnTo>
                  <a:pt x="571500" y="257175"/>
                </a:lnTo>
                <a:close/>
                <a:moveTo>
                  <a:pt x="219075" y="247650"/>
                </a:moveTo>
                <a:lnTo>
                  <a:pt x="238125" y="247650"/>
                </a:lnTo>
                <a:lnTo>
                  <a:pt x="238125" y="266700"/>
                </a:lnTo>
                <a:lnTo>
                  <a:pt x="266700" y="266700"/>
                </a:lnTo>
                <a:lnTo>
                  <a:pt x="266700" y="276225"/>
                </a:lnTo>
                <a:lnTo>
                  <a:pt x="276225" y="276225"/>
                </a:lnTo>
                <a:lnTo>
                  <a:pt x="276225" y="295275"/>
                </a:lnTo>
                <a:lnTo>
                  <a:pt x="266700" y="295275"/>
                </a:lnTo>
                <a:lnTo>
                  <a:pt x="266700" y="285750"/>
                </a:lnTo>
                <a:lnTo>
                  <a:pt x="238125" y="285750"/>
                </a:lnTo>
                <a:lnTo>
                  <a:pt x="238125" y="304800"/>
                </a:lnTo>
                <a:lnTo>
                  <a:pt x="247650" y="304800"/>
                </a:lnTo>
                <a:lnTo>
                  <a:pt x="247650" y="333375"/>
                </a:lnTo>
                <a:lnTo>
                  <a:pt x="238125" y="333375"/>
                </a:lnTo>
                <a:lnTo>
                  <a:pt x="238125" y="352425"/>
                </a:lnTo>
                <a:lnTo>
                  <a:pt x="228600" y="352425"/>
                </a:lnTo>
                <a:lnTo>
                  <a:pt x="228600" y="371475"/>
                </a:lnTo>
                <a:lnTo>
                  <a:pt x="238125" y="371475"/>
                </a:lnTo>
                <a:lnTo>
                  <a:pt x="238125" y="381000"/>
                </a:lnTo>
                <a:lnTo>
                  <a:pt x="200025" y="381000"/>
                </a:lnTo>
                <a:lnTo>
                  <a:pt x="200025" y="390525"/>
                </a:lnTo>
                <a:lnTo>
                  <a:pt x="190500" y="390525"/>
                </a:lnTo>
                <a:lnTo>
                  <a:pt x="190500" y="400050"/>
                </a:lnTo>
                <a:lnTo>
                  <a:pt x="161925" y="400050"/>
                </a:lnTo>
                <a:lnTo>
                  <a:pt x="161925" y="390525"/>
                </a:lnTo>
                <a:lnTo>
                  <a:pt x="152400" y="390525"/>
                </a:lnTo>
                <a:lnTo>
                  <a:pt x="152400" y="381000"/>
                </a:lnTo>
                <a:lnTo>
                  <a:pt x="161925" y="381000"/>
                </a:lnTo>
                <a:lnTo>
                  <a:pt x="161925" y="371475"/>
                </a:lnTo>
                <a:lnTo>
                  <a:pt x="180975" y="371475"/>
                </a:lnTo>
                <a:lnTo>
                  <a:pt x="180975" y="352425"/>
                </a:lnTo>
                <a:lnTo>
                  <a:pt x="190500" y="352425"/>
                </a:lnTo>
                <a:lnTo>
                  <a:pt x="190500" y="314325"/>
                </a:lnTo>
                <a:lnTo>
                  <a:pt x="200025" y="314325"/>
                </a:lnTo>
                <a:lnTo>
                  <a:pt x="200025" y="304800"/>
                </a:lnTo>
                <a:lnTo>
                  <a:pt x="209550" y="304800"/>
                </a:lnTo>
                <a:lnTo>
                  <a:pt x="209550" y="295275"/>
                </a:lnTo>
                <a:lnTo>
                  <a:pt x="171450" y="295275"/>
                </a:lnTo>
                <a:lnTo>
                  <a:pt x="171450" y="285750"/>
                </a:lnTo>
                <a:lnTo>
                  <a:pt x="180975" y="285750"/>
                </a:lnTo>
                <a:lnTo>
                  <a:pt x="180975" y="257175"/>
                </a:lnTo>
                <a:lnTo>
                  <a:pt x="219075" y="257175"/>
                </a:lnTo>
                <a:close/>
                <a:moveTo>
                  <a:pt x="552450" y="247650"/>
                </a:moveTo>
                <a:lnTo>
                  <a:pt x="561975" y="247650"/>
                </a:lnTo>
                <a:lnTo>
                  <a:pt x="561975" y="276225"/>
                </a:lnTo>
                <a:lnTo>
                  <a:pt x="552450" y="276225"/>
                </a:lnTo>
                <a:lnTo>
                  <a:pt x="552450" y="266700"/>
                </a:lnTo>
                <a:lnTo>
                  <a:pt x="542925" y="266700"/>
                </a:lnTo>
                <a:lnTo>
                  <a:pt x="542925" y="257175"/>
                </a:lnTo>
                <a:lnTo>
                  <a:pt x="552450" y="257175"/>
                </a:lnTo>
                <a:close/>
                <a:moveTo>
                  <a:pt x="1733550" y="247650"/>
                </a:moveTo>
                <a:lnTo>
                  <a:pt x="1743075" y="247650"/>
                </a:lnTo>
                <a:lnTo>
                  <a:pt x="1743075" y="257175"/>
                </a:lnTo>
                <a:lnTo>
                  <a:pt x="1733550" y="257175"/>
                </a:lnTo>
                <a:close/>
                <a:moveTo>
                  <a:pt x="1276350" y="266700"/>
                </a:moveTo>
                <a:lnTo>
                  <a:pt x="1285875" y="266700"/>
                </a:lnTo>
                <a:lnTo>
                  <a:pt x="1285875" y="276225"/>
                </a:lnTo>
                <a:lnTo>
                  <a:pt x="1276350" y="276225"/>
                </a:lnTo>
                <a:close/>
                <a:moveTo>
                  <a:pt x="209550" y="285750"/>
                </a:moveTo>
                <a:lnTo>
                  <a:pt x="228600" y="285750"/>
                </a:lnTo>
                <a:lnTo>
                  <a:pt x="228600" y="257175"/>
                </a:lnTo>
                <a:lnTo>
                  <a:pt x="219075" y="257175"/>
                </a:lnTo>
                <a:lnTo>
                  <a:pt x="219075" y="266700"/>
                </a:lnTo>
                <a:lnTo>
                  <a:pt x="209550" y="266700"/>
                </a:lnTo>
                <a:close/>
                <a:moveTo>
                  <a:pt x="552450" y="285750"/>
                </a:moveTo>
                <a:lnTo>
                  <a:pt x="561975" y="285750"/>
                </a:lnTo>
                <a:lnTo>
                  <a:pt x="561975" y="304800"/>
                </a:lnTo>
                <a:lnTo>
                  <a:pt x="571500" y="304800"/>
                </a:lnTo>
                <a:lnTo>
                  <a:pt x="571500" y="314325"/>
                </a:lnTo>
                <a:lnTo>
                  <a:pt x="552450" y="314325"/>
                </a:lnTo>
                <a:lnTo>
                  <a:pt x="552450" y="323850"/>
                </a:lnTo>
                <a:lnTo>
                  <a:pt x="523875" y="323850"/>
                </a:lnTo>
                <a:lnTo>
                  <a:pt x="523875" y="304800"/>
                </a:lnTo>
                <a:lnTo>
                  <a:pt x="533400" y="304800"/>
                </a:lnTo>
                <a:lnTo>
                  <a:pt x="533400" y="295275"/>
                </a:lnTo>
                <a:lnTo>
                  <a:pt x="552450" y="295275"/>
                </a:lnTo>
                <a:close/>
                <a:moveTo>
                  <a:pt x="485775" y="295275"/>
                </a:moveTo>
                <a:lnTo>
                  <a:pt x="504825" y="295275"/>
                </a:lnTo>
                <a:lnTo>
                  <a:pt x="504825" y="304800"/>
                </a:lnTo>
                <a:lnTo>
                  <a:pt x="485775" y="304800"/>
                </a:lnTo>
                <a:close/>
                <a:moveTo>
                  <a:pt x="1524000" y="295275"/>
                </a:moveTo>
                <a:lnTo>
                  <a:pt x="1533525" y="295275"/>
                </a:lnTo>
                <a:lnTo>
                  <a:pt x="1533525" y="304800"/>
                </a:lnTo>
                <a:lnTo>
                  <a:pt x="1524000" y="304800"/>
                </a:lnTo>
                <a:close/>
                <a:moveTo>
                  <a:pt x="1571625" y="304800"/>
                </a:moveTo>
                <a:lnTo>
                  <a:pt x="1590675" y="304800"/>
                </a:lnTo>
                <a:lnTo>
                  <a:pt x="1590675" y="314325"/>
                </a:lnTo>
                <a:lnTo>
                  <a:pt x="1571625" y="314325"/>
                </a:lnTo>
                <a:close/>
                <a:moveTo>
                  <a:pt x="276225" y="314325"/>
                </a:moveTo>
                <a:lnTo>
                  <a:pt x="285750" y="314325"/>
                </a:lnTo>
                <a:lnTo>
                  <a:pt x="285750" y="342900"/>
                </a:lnTo>
                <a:lnTo>
                  <a:pt x="266700" y="342900"/>
                </a:lnTo>
                <a:lnTo>
                  <a:pt x="266700" y="333375"/>
                </a:lnTo>
                <a:lnTo>
                  <a:pt x="257175" y="333375"/>
                </a:lnTo>
                <a:lnTo>
                  <a:pt x="257175" y="323850"/>
                </a:lnTo>
                <a:lnTo>
                  <a:pt x="276225" y="323850"/>
                </a:lnTo>
                <a:close/>
                <a:moveTo>
                  <a:pt x="228600" y="323850"/>
                </a:moveTo>
                <a:lnTo>
                  <a:pt x="209550" y="323850"/>
                </a:lnTo>
                <a:lnTo>
                  <a:pt x="209550" y="342900"/>
                </a:lnTo>
                <a:lnTo>
                  <a:pt x="219075" y="342900"/>
                </a:lnTo>
                <a:lnTo>
                  <a:pt x="219075" y="333375"/>
                </a:lnTo>
                <a:lnTo>
                  <a:pt x="228600" y="333375"/>
                </a:lnTo>
                <a:close/>
                <a:moveTo>
                  <a:pt x="228600" y="323850"/>
                </a:moveTo>
                <a:lnTo>
                  <a:pt x="238125" y="323850"/>
                </a:lnTo>
                <a:lnTo>
                  <a:pt x="238125" y="314325"/>
                </a:lnTo>
                <a:lnTo>
                  <a:pt x="228600" y="314325"/>
                </a:lnTo>
                <a:close/>
                <a:moveTo>
                  <a:pt x="314325" y="323850"/>
                </a:moveTo>
                <a:lnTo>
                  <a:pt x="333375" y="323850"/>
                </a:lnTo>
                <a:lnTo>
                  <a:pt x="333375" y="342900"/>
                </a:lnTo>
                <a:lnTo>
                  <a:pt x="314325" y="342900"/>
                </a:lnTo>
                <a:close/>
                <a:moveTo>
                  <a:pt x="542925" y="333375"/>
                </a:moveTo>
                <a:lnTo>
                  <a:pt x="552450" y="333375"/>
                </a:lnTo>
                <a:lnTo>
                  <a:pt x="552450" y="342900"/>
                </a:lnTo>
                <a:lnTo>
                  <a:pt x="542925" y="342900"/>
                </a:lnTo>
                <a:close/>
                <a:moveTo>
                  <a:pt x="1152525" y="333375"/>
                </a:moveTo>
                <a:lnTo>
                  <a:pt x="1181100" y="333375"/>
                </a:lnTo>
                <a:lnTo>
                  <a:pt x="1181100" y="342900"/>
                </a:lnTo>
                <a:lnTo>
                  <a:pt x="1152525" y="342900"/>
                </a:lnTo>
                <a:close/>
                <a:moveTo>
                  <a:pt x="1066800" y="352425"/>
                </a:moveTo>
                <a:lnTo>
                  <a:pt x="1085850" y="352425"/>
                </a:lnTo>
                <a:lnTo>
                  <a:pt x="1085850" y="361950"/>
                </a:lnTo>
                <a:lnTo>
                  <a:pt x="1066800" y="361950"/>
                </a:lnTo>
                <a:close/>
                <a:moveTo>
                  <a:pt x="200025" y="361950"/>
                </a:moveTo>
                <a:lnTo>
                  <a:pt x="209550" y="361950"/>
                </a:lnTo>
                <a:lnTo>
                  <a:pt x="209550" y="371475"/>
                </a:lnTo>
                <a:lnTo>
                  <a:pt x="219075" y="371475"/>
                </a:lnTo>
                <a:lnTo>
                  <a:pt x="219075" y="352425"/>
                </a:lnTo>
                <a:lnTo>
                  <a:pt x="200025" y="352425"/>
                </a:lnTo>
                <a:close/>
                <a:moveTo>
                  <a:pt x="1066800" y="371475"/>
                </a:moveTo>
                <a:lnTo>
                  <a:pt x="1076325" y="371475"/>
                </a:lnTo>
                <a:lnTo>
                  <a:pt x="1076325" y="419100"/>
                </a:lnTo>
                <a:lnTo>
                  <a:pt x="1066800" y="419100"/>
                </a:lnTo>
                <a:lnTo>
                  <a:pt x="1066800" y="409575"/>
                </a:lnTo>
                <a:lnTo>
                  <a:pt x="1057275" y="409575"/>
                </a:lnTo>
                <a:lnTo>
                  <a:pt x="1057275" y="400050"/>
                </a:lnTo>
                <a:lnTo>
                  <a:pt x="1066800" y="400050"/>
                </a:lnTo>
                <a:close/>
                <a:moveTo>
                  <a:pt x="276225" y="390525"/>
                </a:moveTo>
                <a:lnTo>
                  <a:pt x="285750" y="390525"/>
                </a:lnTo>
                <a:lnTo>
                  <a:pt x="285750" y="400050"/>
                </a:lnTo>
                <a:lnTo>
                  <a:pt x="276225" y="400050"/>
                </a:lnTo>
                <a:close/>
                <a:moveTo>
                  <a:pt x="342900" y="390525"/>
                </a:moveTo>
                <a:lnTo>
                  <a:pt x="371475" y="390525"/>
                </a:lnTo>
                <a:lnTo>
                  <a:pt x="371475" y="400050"/>
                </a:lnTo>
                <a:lnTo>
                  <a:pt x="342900" y="400050"/>
                </a:lnTo>
                <a:close/>
                <a:moveTo>
                  <a:pt x="438150" y="400050"/>
                </a:moveTo>
                <a:lnTo>
                  <a:pt x="485775" y="400050"/>
                </a:lnTo>
                <a:lnTo>
                  <a:pt x="485775" y="409575"/>
                </a:lnTo>
                <a:lnTo>
                  <a:pt x="438150" y="409575"/>
                </a:lnTo>
                <a:close/>
                <a:moveTo>
                  <a:pt x="409575" y="533400"/>
                </a:moveTo>
                <a:lnTo>
                  <a:pt x="419100" y="533400"/>
                </a:lnTo>
                <a:lnTo>
                  <a:pt x="419100" y="542925"/>
                </a:lnTo>
                <a:lnTo>
                  <a:pt x="428625" y="542925"/>
                </a:lnTo>
                <a:lnTo>
                  <a:pt x="428625" y="581025"/>
                </a:lnTo>
                <a:lnTo>
                  <a:pt x="438150" y="581025"/>
                </a:lnTo>
                <a:lnTo>
                  <a:pt x="438150" y="590550"/>
                </a:lnTo>
                <a:lnTo>
                  <a:pt x="447675" y="590550"/>
                </a:lnTo>
                <a:lnTo>
                  <a:pt x="447675" y="600075"/>
                </a:lnTo>
                <a:lnTo>
                  <a:pt x="390525" y="600075"/>
                </a:lnTo>
                <a:lnTo>
                  <a:pt x="390525" y="609600"/>
                </a:lnTo>
                <a:lnTo>
                  <a:pt x="400050" y="609600"/>
                </a:lnTo>
                <a:lnTo>
                  <a:pt x="400050" y="619125"/>
                </a:lnTo>
                <a:lnTo>
                  <a:pt x="409575" y="619125"/>
                </a:lnTo>
                <a:lnTo>
                  <a:pt x="409575" y="638175"/>
                </a:lnTo>
                <a:lnTo>
                  <a:pt x="400050" y="638175"/>
                </a:lnTo>
                <a:lnTo>
                  <a:pt x="400050" y="647700"/>
                </a:lnTo>
                <a:lnTo>
                  <a:pt x="361950" y="647700"/>
                </a:lnTo>
                <a:lnTo>
                  <a:pt x="361950" y="638175"/>
                </a:lnTo>
                <a:lnTo>
                  <a:pt x="352425" y="638175"/>
                </a:lnTo>
                <a:lnTo>
                  <a:pt x="352425" y="647700"/>
                </a:lnTo>
                <a:lnTo>
                  <a:pt x="323850" y="647700"/>
                </a:lnTo>
                <a:lnTo>
                  <a:pt x="323850" y="638175"/>
                </a:lnTo>
                <a:lnTo>
                  <a:pt x="314325" y="638175"/>
                </a:lnTo>
                <a:lnTo>
                  <a:pt x="314325" y="628650"/>
                </a:lnTo>
                <a:lnTo>
                  <a:pt x="295275" y="628650"/>
                </a:lnTo>
                <a:lnTo>
                  <a:pt x="295275" y="619125"/>
                </a:lnTo>
                <a:lnTo>
                  <a:pt x="285750" y="619125"/>
                </a:lnTo>
                <a:lnTo>
                  <a:pt x="285750" y="571500"/>
                </a:lnTo>
                <a:lnTo>
                  <a:pt x="314325" y="571500"/>
                </a:lnTo>
                <a:lnTo>
                  <a:pt x="314325" y="561975"/>
                </a:lnTo>
                <a:lnTo>
                  <a:pt x="352425" y="561975"/>
                </a:lnTo>
                <a:lnTo>
                  <a:pt x="352425" y="552450"/>
                </a:lnTo>
                <a:lnTo>
                  <a:pt x="361950" y="552450"/>
                </a:lnTo>
                <a:lnTo>
                  <a:pt x="361950" y="561975"/>
                </a:lnTo>
                <a:lnTo>
                  <a:pt x="390525" y="561975"/>
                </a:lnTo>
                <a:lnTo>
                  <a:pt x="390525" y="542925"/>
                </a:lnTo>
                <a:lnTo>
                  <a:pt x="409575" y="542925"/>
                </a:lnTo>
                <a:close/>
                <a:moveTo>
                  <a:pt x="933450" y="571500"/>
                </a:moveTo>
                <a:lnTo>
                  <a:pt x="942975" y="571500"/>
                </a:lnTo>
                <a:lnTo>
                  <a:pt x="942975" y="590550"/>
                </a:lnTo>
                <a:lnTo>
                  <a:pt x="933450" y="590550"/>
                </a:lnTo>
                <a:lnTo>
                  <a:pt x="933450" y="600075"/>
                </a:lnTo>
                <a:lnTo>
                  <a:pt x="904875" y="600075"/>
                </a:lnTo>
                <a:lnTo>
                  <a:pt x="904875" y="581025"/>
                </a:lnTo>
                <a:lnTo>
                  <a:pt x="933450" y="581025"/>
                </a:lnTo>
                <a:close/>
                <a:moveTo>
                  <a:pt x="361950" y="600075"/>
                </a:moveTo>
                <a:lnTo>
                  <a:pt x="381000" y="600075"/>
                </a:lnTo>
                <a:lnTo>
                  <a:pt x="381000" y="581025"/>
                </a:lnTo>
                <a:lnTo>
                  <a:pt x="371475" y="581025"/>
                </a:lnTo>
                <a:lnTo>
                  <a:pt x="371475" y="590550"/>
                </a:lnTo>
                <a:lnTo>
                  <a:pt x="361950" y="590550"/>
                </a:lnTo>
                <a:close/>
                <a:moveTo>
                  <a:pt x="342900" y="619125"/>
                </a:moveTo>
                <a:lnTo>
                  <a:pt x="361950" y="619125"/>
                </a:lnTo>
                <a:lnTo>
                  <a:pt x="361950" y="609600"/>
                </a:lnTo>
                <a:lnTo>
                  <a:pt x="342900" y="609600"/>
                </a:lnTo>
                <a:close/>
                <a:moveTo>
                  <a:pt x="962025" y="619125"/>
                </a:moveTo>
                <a:lnTo>
                  <a:pt x="990600" y="619125"/>
                </a:lnTo>
                <a:lnTo>
                  <a:pt x="990600" y="638175"/>
                </a:lnTo>
                <a:lnTo>
                  <a:pt x="981075" y="638175"/>
                </a:lnTo>
                <a:lnTo>
                  <a:pt x="981075" y="647700"/>
                </a:lnTo>
                <a:lnTo>
                  <a:pt x="962025" y="647700"/>
                </a:lnTo>
                <a:lnTo>
                  <a:pt x="962025" y="638175"/>
                </a:lnTo>
                <a:lnTo>
                  <a:pt x="952500" y="638175"/>
                </a:lnTo>
                <a:lnTo>
                  <a:pt x="952500" y="647700"/>
                </a:lnTo>
                <a:lnTo>
                  <a:pt x="914400" y="647700"/>
                </a:lnTo>
                <a:lnTo>
                  <a:pt x="914400" y="657225"/>
                </a:lnTo>
                <a:lnTo>
                  <a:pt x="895350" y="657225"/>
                </a:lnTo>
                <a:lnTo>
                  <a:pt x="895350" y="647700"/>
                </a:lnTo>
                <a:lnTo>
                  <a:pt x="904875" y="647700"/>
                </a:lnTo>
                <a:lnTo>
                  <a:pt x="904875" y="628650"/>
                </a:lnTo>
                <a:lnTo>
                  <a:pt x="962025" y="628650"/>
                </a:lnTo>
                <a:close/>
                <a:moveTo>
                  <a:pt x="209550" y="628650"/>
                </a:moveTo>
                <a:lnTo>
                  <a:pt x="228600" y="628650"/>
                </a:lnTo>
                <a:lnTo>
                  <a:pt x="228600" y="647700"/>
                </a:lnTo>
                <a:lnTo>
                  <a:pt x="209550" y="647700"/>
                </a:lnTo>
                <a:close/>
                <a:moveTo>
                  <a:pt x="1685925" y="685800"/>
                </a:moveTo>
                <a:lnTo>
                  <a:pt x="1704975" y="685800"/>
                </a:lnTo>
                <a:lnTo>
                  <a:pt x="1704975" y="695325"/>
                </a:lnTo>
                <a:lnTo>
                  <a:pt x="1733550" y="695325"/>
                </a:lnTo>
                <a:lnTo>
                  <a:pt x="1733550" y="685800"/>
                </a:lnTo>
                <a:lnTo>
                  <a:pt x="1743075" y="685800"/>
                </a:lnTo>
                <a:lnTo>
                  <a:pt x="1743075" y="695325"/>
                </a:lnTo>
                <a:lnTo>
                  <a:pt x="1762125" y="695325"/>
                </a:lnTo>
                <a:lnTo>
                  <a:pt x="1762125" y="704850"/>
                </a:lnTo>
                <a:lnTo>
                  <a:pt x="1743075" y="704850"/>
                </a:lnTo>
                <a:lnTo>
                  <a:pt x="1743075" y="714375"/>
                </a:lnTo>
                <a:lnTo>
                  <a:pt x="1733550" y="714375"/>
                </a:lnTo>
                <a:lnTo>
                  <a:pt x="1733550" y="723900"/>
                </a:lnTo>
                <a:lnTo>
                  <a:pt x="1743075" y="723900"/>
                </a:lnTo>
                <a:lnTo>
                  <a:pt x="1743075" y="742950"/>
                </a:lnTo>
                <a:lnTo>
                  <a:pt x="1724025" y="742950"/>
                </a:lnTo>
                <a:lnTo>
                  <a:pt x="1724025" y="762000"/>
                </a:lnTo>
                <a:lnTo>
                  <a:pt x="1743075" y="762000"/>
                </a:lnTo>
                <a:lnTo>
                  <a:pt x="1743075" y="742950"/>
                </a:lnTo>
                <a:lnTo>
                  <a:pt x="1752600" y="742950"/>
                </a:lnTo>
                <a:lnTo>
                  <a:pt x="1752600" y="781050"/>
                </a:lnTo>
                <a:lnTo>
                  <a:pt x="1733550" y="781050"/>
                </a:lnTo>
                <a:lnTo>
                  <a:pt x="1733550" y="771525"/>
                </a:lnTo>
                <a:lnTo>
                  <a:pt x="1704975" y="771525"/>
                </a:lnTo>
                <a:lnTo>
                  <a:pt x="1704975" y="762000"/>
                </a:lnTo>
                <a:lnTo>
                  <a:pt x="1676400" y="762000"/>
                </a:lnTo>
                <a:lnTo>
                  <a:pt x="1676400" y="752475"/>
                </a:lnTo>
                <a:lnTo>
                  <a:pt x="1666875" y="752475"/>
                </a:lnTo>
                <a:lnTo>
                  <a:pt x="1666875" y="742950"/>
                </a:lnTo>
                <a:lnTo>
                  <a:pt x="1657350" y="742950"/>
                </a:lnTo>
                <a:lnTo>
                  <a:pt x="1657350" y="752475"/>
                </a:lnTo>
                <a:lnTo>
                  <a:pt x="1647825" y="752475"/>
                </a:lnTo>
                <a:lnTo>
                  <a:pt x="1647825" y="762000"/>
                </a:lnTo>
                <a:lnTo>
                  <a:pt x="1638300" y="762000"/>
                </a:lnTo>
                <a:lnTo>
                  <a:pt x="1638300" y="771525"/>
                </a:lnTo>
                <a:lnTo>
                  <a:pt x="1619250" y="771525"/>
                </a:lnTo>
                <a:lnTo>
                  <a:pt x="1619250" y="762000"/>
                </a:lnTo>
                <a:lnTo>
                  <a:pt x="1609725" y="762000"/>
                </a:lnTo>
                <a:lnTo>
                  <a:pt x="1609725" y="742950"/>
                </a:lnTo>
                <a:lnTo>
                  <a:pt x="1600200" y="742950"/>
                </a:lnTo>
                <a:lnTo>
                  <a:pt x="1600200" y="752475"/>
                </a:lnTo>
                <a:lnTo>
                  <a:pt x="1590675" y="752475"/>
                </a:lnTo>
                <a:lnTo>
                  <a:pt x="1590675" y="762000"/>
                </a:lnTo>
                <a:lnTo>
                  <a:pt x="1571625" y="762000"/>
                </a:lnTo>
                <a:lnTo>
                  <a:pt x="1571625" y="752475"/>
                </a:lnTo>
                <a:lnTo>
                  <a:pt x="1562100" y="752475"/>
                </a:lnTo>
                <a:lnTo>
                  <a:pt x="1562100" y="742950"/>
                </a:lnTo>
                <a:lnTo>
                  <a:pt x="1457325" y="742950"/>
                </a:lnTo>
                <a:lnTo>
                  <a:pt x="1457325" y="752475"/>
                </a:lnTo>
                <a:lnTo>
                  <a:pt x="1409700" y="752475"/>
                </a:lnTo>
                <a:lnTo>
                  <a:pt x="1409700" y="742950"/>
                </a:lnTo>
                <a:lnTo>
                  <a:pt x="1400175" y="742950"/>
                </a:lnTo>
                <a:lnTo>
                  <a:pt x="1400175" y="752475"/>
                </a:lnTo>
                <a:lnTo>
                  <a:pt x="1362075" y="752475"/>
                </a:lnTo>
                <a:lnTo>
                  <a:pt x="1362075" y="733425"/>
                </a:lnTo>
                <a:lnTo>
                  <a:pt x="1381125" y="733425"/>
                </a:lnTo>
                <a:lnTo>
                  <a:pt x="1381125" y="723900"/>
                </a:lnTo>
                <a:lnTo>
                  <a:pt x="1390650" y="723900"/>
                </a:lnTo>
                <a:lnTo>
                  <a:pt x="1390650" y="714375"/>
                </a:lnTo>
                <a:lnTo>
                  <a:pt x="1476375" y="714375"/>
                </a:lnTo>
                <a:lnTo>
                  <a:pt x="1476375" y="723900"/>
                </a:lnTo>
                <a:lnTo>
                  <a:pt x="1485900" y="723900"/>
                </a:lnTo>
                <a:lnTo>
                  <a:pt x="1485900" y="714375"/>
                </a:lnTo>
                <a:lnTo>
                  <a:pt x="1666875" y="714375"/>
                </a:lnTo>
                <a:lnTo>
                  <a:pt x="1666875" y="704850"/>
                </a:lnTo>
                <a:lnTo>
                  <a:pt x="1676400" y="704850"/>
                </a:lnTo>
                <a:lnTo>
                  <a:pt x="1676400" y="695325"/>
                </a:lnTo>
                <a:lnTo>
                  <a:pt x="1685925" y="695325"/>
                </a:lnTo>
                <a:close/>
                <a:moveTo>
                  <a:pt x="1257300" y="695325"/>
                </a:moveTo>
                <a:lnTo>
                  <a:pt x="1266825" y="695325"/>
                </a:lnTo>
                <a:lnTo>
                  <a:pt x="1266825" y="704850"/>
                </a:lnTo>
                <a:lnTo>
                  <a:pt x="1276350" y="704850"/>
                </a:lnTo>
                <a:lnTo>
                  <a:pt x="1276350" y="714375"/>
                </a:lnTo>
                <a:lnTo>
                  <a:pt x="1257300" y="714375"/>
                </a:lnTo>
                <a:close/>
                <a:moveTo>
                  <a:pt x="876300" y="762000"/>
                </a:moveTo>
                <a:lnTo>
                  <a:pt x="885825" y="762000"/>
                </a:lnTo>
                <a:lnTo>
                  <a:pt x="885825" y="781050"/>
                </a:lnTo>
                <a:lnTo>
                  <a:pt x="866775" y="781050"/>
                </a:lnTo>
                <a:lnTo>
                  <a:pt x="866775" y="771525"/>
                </a:lnTo>
                <a:lnTo>
                  <a:pt x="876300" y="771525"/>
                </a:lnTo>
                <a:close/>
                <a:moveTo>
                  <a:pt x="1066800" y="762000"/>
                </a:moveTo>
                <a:lnTo>
                  <a:pt x="1076325" y="762000"/>
                </a:lnTo>
                <a:lnTo>
                  <a:pt x="1076325" y="790575"/>
                </a:lnTo>
                <a:lnTo>
                  <a:pt x="1066800" y="790575"/>
                </a:lnTo>
                <a:lnTo>
                  <a:pt x="1066800" y="781050"/>
                </a:lnTo>
                <a:lnTo>
                  <a:pt x="1057275" y="781050"/>
                </a:lnTo>
                <a:lnTo>
                  <a:pt x="1057275" y="771525"/>
                </a:lnTo>
                <a:lnTo>
                  <a:pt x="1066800" y="771525"/>
                </a:lnTo>
                <a:close/>
                <a:moveTo>
                  <a:pt x="1171575" y="762000"/>
                </a:moveTo>
                <a:lnTo>
                  <a:pt x="1190625" y="762000"/>
                </a:lnTo>
                <a:lnTo>
                  <a:pt x="1190625" y="771525"/>
                </a:lnTo>
                <a:lnTo>
                  <a:pt x="1200150" y="771525"/>
                </a:lnTo>
                <a:lnTo>
                  <a:pt x="1200150" y="781050"/>
                </a:lnTo>
                <a:lnTo>
                  <a:pt x="1162050" y="781050"/>
                </a:lnTo>
                <a:lnTo>
                  <a:pt x="1162050" y="771525"/>
                </a:lnTo>
                <a:lnTo>
                  <a:pt x="1171575" y="771525"/>
                </a:lnTo>
                <a:close/>
                <a:moveTo>
                  <a:pt x="428625" y="771525"/>
                </a:moveTo>
                <a:lnTo>
                  <a:pt x="447675" y="771525"/>
                </a:lnTo>
                <a:lnTo>
                  <a:pt x="447675" y="781050"/>
                </a:lnTo>
                <a:lnTo>
                  <a:pt x="428625" y="781050"/>
                </a:lnTo>
                <a:close/>
                <a:moveTo>
                  <a:pt x="419100" y="781050"/>
                </a:moveTo>
                <a:lnTo>
                  <a:pt x="428625" y="781050"/>
                </a:lnTo>
                <a:lnTo>
                  <a:pt x="428625" y="790575"/>
                </a:lnTo>
                <a:lnTo>
                  <a:pt x="419100" y="790575"/>
                </a:lnTo>
                <a:close/>
                <a:moveTo>
                  <a:pt x="1676400" y="781050"/>
                </a:moveTo>
                <a:lnTo>
                  <a:pt x="1704975" y="781050"/>
                </a:lnTo>
                <a:lnTo>
                  <a:pt x="1704975" y="790575"/>
                </a:lnTo>
                <a:lnTo>
                  <a:pt x="1714500" y="790575"/>
                </a:lnTo>
                <a:lnTo>
                  <a:pt x="1714500" y="800100"/>
                </a:lnTo>
                <a:lnTo>
                  <a:pt x="1676400" y="800100"/>
                </a:lnTo>
                <a:close/>
                <a:moveTo>
                  <a:pt x="1762125" y="781050"/>
                </a:moveTo>
                <a:lnTo>
                  <a:pt x="1771650" y="781050"/>
                </a:lnTo>
                <a:lnTo>
                  <a:pt x="1771650" y="790575"/>
                </a:lnTo>
                <a:lnTo>
                  <a:pt x="1762125" y="790575"/>
                </a:lnTo>
                <a:close/>
                <a:moveTo>
                  <a:pt x="476250" y="790575"/>
                </a:moveTo>
                <a:lnTo>
                  <a:pt x="495300" y="790575"/>
                </a:lnTo>
                <a:lnTo>
                  <a:pt x="495300" y="800100"/>
                </a:lnTo>
                <a:lnTo>
                  <a:pt x="476250" y="800100"/>
                </a:lnTo>
                <a:close/>
                <a:moveTo>
                  <a:pt x="1743075" y="790575"/>
                </a:moveTo>
                <a:lnTo>
                  <a:pt x="1762125" y="790575"/>
                </a:lnTo>
                <a:lnTo>
                  <a:pt x="1762125" y="800100"/>
                </a:lnTo>
                <a:lnTo>
                  <a:pt x="1743075" y="800100"/>
                </a:lnTo>
                <a:close/>
                <a:moveTo>
                  <a:pt x="1704975" y="819150"/>
                </a:moveTo>
                <a:lnTo>
                  <a:pt x="1733550" y="819150"/>
                </a:lnTo>
                <a:lnTo>
                  <a:pt x="1733550" y="828675"/>
                </a:lnTo>
                <a:lnTo>
                  <a:pt x="1752600" y="828675"/>
                </a:lnTo>
                <a:lnTo>
                  <a:pt x="1752600" y="838200"/>
                </a:lnTo>
                <a:lnTo>
                  <a:pt x="1771650" y="838200"/>
                </a:lnTo>
                <a:lnTo>
                  <a:pt x="1771650" y="866775"/>
                </a:lnTo>
                <a:lnTo>
                  <a:pt x="1781175" y="866775"/>
                </a:lnTo>
                <a:lnTo>
                  <a:pt x="1781175" y="904875"/>
                </a:lnTo>
                <a:lnTo>
                  <a:pt x="1771650" y="904875"/>
                </a:lnTo>
                <a:lnTo>
                  <a:pt x="1771650" y="895350"/>
                </a:lnTo>
                <a:lnTo>
                  <a:pt x="1762125" y="895350"/>
                </a:lnTo>
                <a:lnTo>
                  <a:pt x="1762125" y="914400"/>
                </a:lnTo>
                <a:lnTo>
                  <a:pt x="1724025" y="914400"/>
                </a:lnTo>
                <a:lnTo>
                  <a:pt x="1724025" y="904875"/>
                </a:lnTo>
                <a:lnTo>
                  <a:pt x="1714500" y="904875"/>
                </a:lnTo>
                <a:lnTo>
                  <a:pt x="1714500" y="895350"/>
                </a:lnTo>
                <a:lnTo>
                  <a:pt x="1685925" y="895350"/>
                </a:lnTo>
                <a:lnTo>
                  <a:pt x="1685925" y="904875"/>
                </a:lnTo>
                <a:lnTo>
                  <a:pt x="1695450" y="904875"/>
                </a:lnTo>
                <a:lnTo>
                  <a:pt x="1695450" y="923925"/>
                </a:lnTo>
                <a:lnTo>
                  <a:pt x="1676400" y="923925"/>
                </a:lnTo>
                <a:lnTo>
                  <a:pt x="1676400" y="904875"/>
                </a:lnTo>
                <a:lnTo>
                  <a:pt x="1638300" y="904875"/>
                </a:lnTo>
                <a:lnTo>
                  <a:pt x="1638300" y="895350"/>
                </a:lnTo>
                <a:lnTo>
                  <a:pt x="1657350" y="895350"/>
                </a:lnTo>
                <a:lnTo>
                  <a:pt x="1657350" y="885825"/>
                </a:lnTo>
                <a:lnTo>
                  <a:pt x="1609725" y="885825"/>
                </a:lnTo>
                <a:lnTo>
                  <a:pt x="1609725" y="876300"/>
                </a:lnTo>
                <a:lnTo>
                  <a:pt x="1581150" y="876300"/>
                </a:lnTo>
                <a:lnTo>
                  <a:pt x="1581150" y="885825"/>
                </a:lnTo>
                <a:lnTo>
                  <a:pt x="1533525" y="885825"/>
                </a:lnTo>
                <a:lnTo>
                  <a:pt x="1533525" y="876300"/>
                </a:lnTo>
                <a:lnTo>
                  <a:pt x="1514475" y="876300"/>
                </a:lnTo>
                <a:lnTo>
                  <a:pt x="1514475" y="885825"/>
                </a:lnTo>
                <a:lnTo>
                  <a:pt x="1495425" y="885825"/>
                </a:lnTo>
                <a:lnTo>
                  <a:pt x="1495425" y="895350"/>
                </a:lnTo>
                <a:lnTo>
                  <a:pt x="1485900" y="895350"/>
                </a:lnTo>
                <a:lnTo>
                  <a:pt x="1485900" y="914400"/>
                </a:lnTo>
                <a:lnTo>
                  <a:pt x="1504950" y="914400"/>
                </a:lnTo>
                <a:lnTo>
                  <a:pt x="1504950" y="923925"/>
                </a:lnTo>
                <a:lnTo>
                  <a:pt x="1495425" y="923925"/>
                </a:lnTo>
                <a:lnTo>
                  <a:pt x="1495425" y="933450"/>
                </a:lnTo>
                <a:lnTo>
                  <a:pt x="1485900" y="933450"/>
                </a:lnTo>
                <a:lnTo>
                  <a:pt x="1485900" y="923925"/>
                </a:lnTo>
                <a:lnTo>
                  <a:pt x="1476375" y="923925"/>
                </a:lnTo>
                <a:lnTo>
                  <a:pt x="1476375" y="904875"/>
                </a:lnTo>
                <a:lnTo>
                  <a:pt x="1447800" y="904875"/>
                </a:lnTo>
                <a:lnTo>
                  <a:pt x="1447800" y="885825"/>
                </a:lnTo>
                <a:lnTo>
                  <a:pt x="1476375" y="885825"/>
                </a:lnTo>
                <a:lnTo>
                  <a:pt x="1476375" y="866775"/>
                </a:lnTo>
                <a:lnTo>
                  <a:pt x="1438275" y="866775"/>
                </a:lnTo>
                <a:lnTo>
                  <a:pt x="1438275" y="857250"/>
                </a:lnTo>
                <a:lnTo>
                  <a:pt x="1428750" y="857250"/>
                </a:lnTo>
                <a:lnTo>
                  <a:pt x="1428750" y="885825"/>
                </a:lnTo>
                <a:lnTo>
                  <a:pt x="1438275" y="885825"/>
                </a:lnTo>
                <a:lnTo>
                  <a:pt x="1438275" y="895350"/>
                </a:lnTo>
                <a:lnTo>
                  <a:pt x="1409700" y="895350"/>
                </a:lnTo>
                <a:lnTo>
                  <a:pt x="1409700" y="885825"/>
                </a:lnTo>
                <a:lnTo>
                  <a:pt x="1400175" y="885825"/>
                </a:lnTo>
                <a:lnTo>
                  <a:pt x="1400175" y="895350"/>
                </a:lnTo>
                <a:lnTo>
                  <a:pt x="1371600" y="895350"/>
                </a:lnTo>
                <a:lnTo>
                  <a:pt x="1371600" y="885825"/>
                </a:lnTo>
                <a:lnTo>
                  <a:pt x="1362075" y="885825"/>
                </a:lnTo>
                <a:lnTo>
                  <a:pt x="1362075" y="876300"/>
                </a:lnTo>
                <a:lnTo>
                  <a:pt x="1352550" y="876300"/>
                </a:lnTo>
                <a:lnTo>
                  <a:pt x="1352550" y="866775"/>
                </a:lnTo>
                <a:lnTo>
                  <a:pt x="1362075" y="866775"/>
                </a:lnTo>
                <a:lnTo>
                  <a:pt x="1362075" y="857250"/>
                </a:lnTo>
                <a:lnTo>
                  <a:pt x="1371600" y="857250"/>
                </a:lnTo>
                <a:lnTo>
                  <a:pt x="1371600" y="847725"/>
                </a:lnTo>
                <a:lnTo>
                  <a:pt x="1381125" y="847725"/>
                </a:lnTo>
                <a:lnTo>
                  <a:pt x="1381125" y="838200"/>
                </a:lnTo>
                <a:lnTo>
                  <a:pt x="1390650" y="838200"/>
                </a:lnTo>
                <a:lnTo>
                  <a:pt x="1390650" y="828675"/>
                </a:lnTo>
                <a:lnTo>
                  <a:pt x="1495425" y="828675"/>
                </a:lnTo>
                <a:lnTo>
                  <a:pt x="1495425" y="838200"/>
                </a:lnTo>
                <a:lnTo>
                  <a:pt x="1524000" y="838200"/>
                </a:lnTo>
                <a:lnTo>
                  <a:pt x="1524000" y="847725"/>
                </a:lnTo>
                <a:lnTo>
                  <a:pt x="1514475" y="847725"/>
                </a:lnTo>
                <a:lnTo>
                  <a:pt x="1514475" y="857250"/>
                </a:lnTo>
                <a:lnTo>
                  <a:pt x="1533525" y="857250"/>
                </a:lnTo>
                <a:lnTo>
                  <a:pt x="1533525" y="847725"/>
                </a:lnTo>
                <a:lnTo>
                  <a:pt x="1562100" y="847725"/>
                </a:lnTo>
                <a:lnTo>
                  <a:pt x="1562100" y="838200"/>
                </a:lnTo>
                <a:lnTo>
                  <a:pt x="1590675" y="838200"/>
                </a:lnTo>
                <a:lnTo>
                  <a:pt x="1590675" y="847725"/>
                </a:lnTo>
                <a:lnTo>
                  <a:pt x="1600200" y="847725"/>
                </a:lnTo>
                <a:lnTo>
                  <a:pt x="1600200" y="857250"/>
                </a:lnTo>
                <a:lnTo>
                  <a:pt x="1628775" y="857250"/>
                </a:lnTo>
                <a:lnTo>
                  <a:pt x="1628775" y="838200"/>
                </a:lnTo>
                <a:lnTo>
                  <a:pt x="1638300" y="838200"/>
                </a:lnTo>
                <a:lnTo>
                  <a:pt x="1638300" y="828675"/>
                </a:lnTo>
                <a:lnTo>
                  <a:pt x="1647825" y="828675"/>
                </a:lnTo>
                <a:lnTo>
                  <a:pt x="1647825" y="838200"/>
                </a:lnTo>
                <a:lnTo>
                  <a:pt x="1704975" y="838200"/>
                </a:lnTo>
                <a:close/>
                <a:moveTo>
                  <a:pt x="742950" y="838200"/>
                </a:moveTo>
                <a:lnTo>
                  <a:pt x="752475" y="838200"/>
                </a:lnTo>
                <a:lnTo>
                  <a:pt x="752475" y="857250"/>
                </a:lnTo>
                <a:lnTo>
                  <a:pt x="762000" y="857250"/>
                </a:lnTo>
                <a:lnTo>
                  <a:pt x="762000" y="866775"/>
                </a:lnTo>
                <a:lnTo>
                  <a:pt x="733425" y="866775"/>
                </a:lnTo>
                <a:lnTo>
                  <a:pt x="733425" y="857250"/>
                </a:lnTo>
                <a:lnTo>
                  <a:pt x="723900" y="857250"/>
                </a:lnTo>
                <a:lnTo>
                  <a:pt x="723900" y="847725"/>
                </a:lnTo>
                <a:lnTo>
                  <a:pt x="742950" y="847725"/>
                </a:lnTo>
                <a:close/>
                <a:moveTo>
                  <a:pt x="762000" y="876300"/>
                </a:moveTo>
                <a:lnTo>
                  <a:pt x="771525" y="876300"/>
                </a:lnTo>
                <a:lnTo>
                  <a:pt x="771525" y="895350"/>
                </a:lnTo>
                <a:lnTo>
                  <a:pt x="781050" y="895350"/>
                </a:lnTo>
                <a:lnTo>
                  <a:pt x="781050" y="904875"/>
                </a:lnTo>
                <a:lnTo>
                  <a:pt x="752475" y="904875"/>
                </a:lnTo>
                <a:lnTo>
                  <a:pt x="752475" y="895350"/>
                </a:lnTo>
                <a:lnTo>
                  <a:pt x="762000" y="895350"/>
                </a:lnTo>
                <a:close/>
                <a:moveTo>
                  <a:pt x="1514475" y="895350"/>
                </a:moveTo>
                <a:lnTo>
                  <a:pt x="1533525" y="895350"/>
                </a:lnTo>
                <a:lnTo>
                  <a:pt x="1533525" y="904875"/>
                </a:lnTo>
                <a:lnTo>
                  <a:pt x="1514475" y="904875"/>
                </a:lnTo>
                <a:close/>
                <a:moveTo>
                  <a:pt x="1571625" y="914400"/>
                </a:moveTo>
                <a:lnTo>
                  <a:pt x="1590675" y="914400"/>
                </a:lnTo>
                <a:lnTo>
                  <a:pt x="1590675" y="923925"/>
                </a:lnTo>
                <a:lnTo>
                  <a:pt x="1571625" y="923925"/>
                </a:lnTo>
                <a:close/>
                <a:moveTo>
                  <a:pt x="1638300" y="914400"/>
                </a:moveTo>
                <a:lnTo>
                  <a:pt x="1657350" y="914400"/>
                </a:lnTo>
                <a:lnTo>
                  <a:pt x="1657350" y="923925"/>
                </a:lnTo>
                <a:lnTo>
                  <a:pt x="1638300" y="923925"/>
                </a:lnTo>
                <a:close/>
                <a:moveTo>
                  <a:pt x="1685925" y="952500"/>
                </a:moveTo>
                <a:lnTo>
                  <a:pt x="1714500" y="952500"/>
                </a:lnTo>
                <a:lnTo>
                  <a:pt x="1714500" y="962025"/>
                </a:lnTo>
                <a:lnTo>
                  <a:pt x="1724025" y="962025"/>
                </a:lnTo>
                <a:lnTo>
                  <a:pt x="1724025" y="952500"/>
                </a:lnTo>
                <a:lnTo>
                  <a:pt x="1733550" y="952500"/>
                </a:lnTo>
                <a:lnTo>
                  <a:pt x="1733550" y="962025"/>
                </a:lnTo>
                <a:lnTo>
                  <a:pt x="1743075" y="962025"/>
                </a:lnTo>
                <a:lnTo>
                  <a:pt x="1743075" y="971550"/>
                </a:lnTo>
                <a:lnTo>
                  <a:pt x="1733550" y="971550"/>
                </a:lnTo>
                <a:lnTo>
                  <a:pt x="1733550" y="981075"/>
                </a:lnTo>
                <a:lnTo>
                  <a:pt x="1724025" y="981075"/>
                </a:lnTo>
                <a:lnTo>
                  <a:pt x="1724025" y="990600"/>
                </a:lnTo>
                <a:lnTo>
                  <a:pt x="1704975" y="990600"/>
                </a:lnTo>
                <a:lnTo>
                  <a:pt x="1704975" y="971550"/>
                </a:lnTo>
                <a:lnTo>
                  <a:pt x="1685925" y="971550"/>
                </a:lnTo>
                <a:lnTo>
                  <a:pt x="1685925" y="981075"/>
                </a:lnTo>
                <a:lnTo>
                  <a:pt x="1647825" y="981075"/>
                </a:lnTo>
                <a:lnTo>
                  <a:pt x="1647825" y="990600"/>
                </a:lnTo>
                <a:lnTo>
                  <a:pt x="1619250" y="990600"/>
                </a:lnTo>
                <a:lnTo>
                  <a:pt x="1619250" y="971550"/>
                </a:lnTo>
                <a:lnTo>
                  <a:pt x="1609725" y="971550"/>
                </a:lnTo>
                <a:lnTo>
                  <a:pt x="1609725" y="962025"/>
                </a:lnTo>
                <a:lnTo>
                  <a:pt x="1685925" y="962025"/>
                </a:lnTo>
                <a:close/>
                <a:moveTo>
                  <a:pt x="1771650" y="952500"/>
                </a:moveTo>
                <a:lnTo>
                  <a:pt x="1781175" y="952500"/>
                </a:lnTo>
                <a:lnTo>
                  <a:pt x="1781175" y="971550"/>
                </a:lnTo>
                <a:lnTo>
                  <a:pt x="1771650" y="971550"/>
                </a:lnTo>
                <a:close/>
                <a:moveTo>
                  <a:pt x="1419225" y="962025"/>
                </a:moveTo>
                <a:lnTo>
                  <a:pt x="1476375" y="962025"/>
                </a:lnTo>
                <a:lnTo>
                  <a:pt x="1476375" y="981075"/>
                </a:lnTo>
                <a:lnTo>
                  <a:pt x="1495425" y="981075"/>
                </a:lnTo>
                <a:lnTo>
                  <a:pt x="1495425" y="990600"/>
                </a:lnTo>
                <a:lnTo>
                  <a:pt x="1466850" y="990600"/>
                </a:lnTo>
                <a:lnTo>
                  <a:pt x="1466850" y="981075"/>
                </a:lnTo>
                <a:lnTo>
                  <a:pt x="1438275" y="981075"/>
                </a:lnTo>
                <a:lnTo>
                  <a:pt x="1438275" y="990600"/>
                </a:lnTo>
                <a:lnTo>
                  <a:pt x="1428750" y="990600"/>
                </a:lnTo>
                <a:lnTo>
                  <a:pt x="1428750" y="1000125"/>
                </a:lnTo>
                <a:lnTo>
                  <a:pt x="1400175" y="1000125"/>
                </a:lnTo>
                <a:lnTo>
                  <a:pt x="1400175" y="990600"/>
                </a:lnTo>
                <a:lnTo>
                  <a:pt x="1371600" y="990600"/>
                </a:lnTo>
                <a:lnTo>
                  <a:pt x="1371600" y="981075"/>
                </a:lnTo>
                <a:lnTo>
                  <a:pt x="1400175" y="981075"/>
                </a:lnTo>
                <a:lnTo>
                  <a:pt x="1400175" y="971550"/>
                </a:lnTo>
                <a:lnTo>
                  <a:pt x="1419225" y="971550"/>
                </a:lnTo>
                <a:close/>
                <a:moveTo>
                  <a:pt x="1571625" y="962025"/>
                </a:moveTo>
                <a:lnTo>
                  <a:pt x="1590675" y="962025"/>
                </a:lnTo>
                <a:lnTo>
                  <a:pt x="1590675" y="971550"/>
                </a:lnTo>
                <a:lnTo>
                  <a:pt x="1571625" y="971550"/>
                </a:lnTo>
                <a:close/>
                <a:moveTo>
                  <a:pt x="1752600" y="962025"/>
                </a:moveTo>
                <a:lnTo>
                  <a:pt x="1762125" y="962025"/>
                </a:lnTo>
                <a:lnTo>
                  <a:pt x="1762125" y="971550"/>
                </a:lnTo>
                <a:lnTo>
                  <a:pt x="1752600" y="971550"/>
                </a:lnTo>
                <a:close/>
                <a:moveTo>
                  <a:pt x="1504950" y="971550"/>
                </a:moveTo>
                <a:lnTo>
                  <a:pt x="1524000" y="971550"/>
                </a:lnTo>
                <a:lnTo>
                  <a:pt x="1524000" y="981075"/>
                </a:lnTo>
                <a:lnTo>
                  <a:pt x="1514475" y="981075"/>
                </a:lnTo>
                <a:lnTo>
                  <a:pt x="1514475" y="1000125"/>
                </a:lnTo>
                <a:lnTo>
                  <a:pt x="1504950" y="1000125"/>
                </a:lnTo>
                <a:close/>
                <a:moveTo>
                  <a:pt x="647700" y="981075"/>
                </a:moveTo>
                <a:lnTo>
                  <a:pt x="657225" y="981075"/>
                </a:lnTo>
                <a:lnTo>
                  <a:pt x="657225" y="990600"/>
                </a:lnTo>
                <a:lnTo>
                  <a:pt x="647700" y="990600"/>
                </a:lnTo>
                <a:close/>
                <a:moveTo>
                  <a:pt x="1076325" y="990600"/>
                </a:moveTo>
                <a:lnTo>
                  <a:pt x="1095375" y="990600"/>
                </a:lnTo>
                <a:lnTo>
                  <a:pt x="1095375" y="1000125"/>
                </a:lnTo>
                <a:lnTo>
                  <a:pt x="1076325" y="1000125"/>
                </a:lnTo>
                <a:close/>
                <a:moveTo>
                  <a:pt x="1743075" y="1009650"/>
                </a:moveTo>
                <a:lnTo>
                  <a:pt x="1762125" y="1009650"/>
                </a:lnTo>
                <a:lnTo>
                  <a:pt x="1762125" y="1019175"/>
                </a:lnTo>
                <a:lnTo>
                  <a:pt x="1743075" y="1019175"/>
                </a:lnTo>
                <a:close/>
                <a:moveTo>
                  <a:pt x="1724025" y="1019175"/>
                </a:moveTo>
                <a:lnTo>
                  <a:pt x="1743075" y="1019175"/>
                </a:lnTo>
                <a:lnTo>
                  <a:pt x="1743075" y="1028700"/>
                </a:lnTo>
                <a:lnTo>
                  <a:pt x="1724025" y="1028700"/>
                </a:lnTo>
                <a:close/>
                <a:moveTo>
                  <a:pt x="419100" y="1219200"/>
                </a:moveTo>
                <a:lnTo>
                  <a:pt x="428625" y="1219200"/>
                </a:lnTo>
                <a:lnTo>
                  <a:pt x="428625" y="1228725"/>
                </a:lnTo>
                <a:lnTo>
                  <a:pt x="438150" y="1228725"/>
                </a:lnTo>
                <a:lnTo>
                  <a:pt x="438150" y="1238250"/>
                </a:lnTo>
                <a:lnTo>
                  <a:pt x="457200" y="1238250"/>
                </a:lnTo>
                <a:lnTo>
                  <a:pt x="457200" y="1228725"/>
                </a:lnTo>
                <a:lnTo>
                  <a:pt x="781050" y="1228725"/>
                </a:lnTo>
                <a:lnTo>
                  <a:pt x="781050" y="1238250"/>
                </a:lnTo>
                <a:lnTo>
                  <a:pt x="800100" y="1238250"/>
                </a:lnTo>
                <a:lnTo>
                  <a:pt x="800100" y="1228725"/>
                </a:lnTo>
                <a:lnTo>
                  <a:pt x="847725" y="1228725"/>
                </a:lnTo>
                <a:lnTo>
                  <a:pt x="847725" y="1238250"/>
                </a:lnTo>
                <a:lnTo>
                  <a:pt x="857250" y="1238250"/>
                </a:lnTo>
                <a:lnTo>
                  <a:pt x="857250" y="1247775"/>
                </a:lnTo>
                <a:lnTo>
                  <a:pt x="847725" y="1247775"/>
                </a:lnTo>
                <a:lnTo>
                  <a:pt x="847725" y="1257300"/>
                </a:lnTo>
                <a:lnTo>
                  <a:pt x="838200" y="1257300"/>
                </a:lnTo>
                <a:lnTo>
                  <a:pt x="838200" y="1276350"/>
                </a:lnTo>
                <a:lnTo>
                  <a:pt x="847725" y="1276350"/>
                </a:lnTo>
                <a:lnTo>
                  <a:pt x="847725" y="1285875"/>
                </a:lnTo>
                <a:lnTo>
                  <a:pt x="866775" y="1285875"/>
                </a:lnTo>
                <a:lnTo>
                  <a:pt x="866775" y="1276350"/>
                </a:lnTo>
                <a:lnTo>
                  <a:pt x="876300" y="1276350"/>
                </a:lnTo>
                <a:lnTo>
                  <a:pt x="876300" y="1247775"/>
                </a:lnTo>
                <a:lnTo>
                  <a:pt x="885825" y="1247775"/>
                </a:lnTo>
                <a:lnTo>
                  <a:pt x="885825" y="1238250"/>
                </a:lnTo>
                <a:lnTo>
                  <a:pt x="914400" y="1238250"/>
                </a:lnTo>
                <a:lnTo>
                  <a:pt x="914400" y="1266825"/>
                </a:lnTo>
                <a:lnTo>
                  <a:pt x="895350" y="1266825"/>
                </a:lnTo>
                <a:lnTo>
                  <a:pt x="895350" y="1304925"/>
                </a:lnTo>
                <a:lnTo>
                  <a:pt x="866775" y="1304925"/>
                </a:lnTo>
                <a:lnTo>
                  <a:pt x="866775" y="1314450"/>
                </a:lnTo>
                <a:lnTo>
                  <a:pt x="857250" y="1314450"/>
                </a:lnTo>
                <a:lnTo>
                  <a:pt x="857250" y="1323975"/>
                </a:lnTo>
                <a:lnTo>
                  <a:pt x="838200" y="1323975"/>
                </a:lnTo>
                <a:lnTo>
                  <a:pt x="838200" y="1314450"/>
                </a:lnTo>
                <a:lnTo>
                  <a:pt x="819150" y="1314450"/>
                </a:lnTo>
                <a:lnTo>
                  <a:pt x="819150" y="1304925"/>
                </a:lnTo>
                <a:lnTo>
                  <a:pt x="828675" y="1304925"/>
                </a:lnTo>
                <a:lnTo>
                  <a:pt x="828675" y="1295400"/>
                </a:lnTo>
                <a:lnTo>
                  <a:pt x="809625" y="1295400"/>
                </a:lnTo>
                <a:lnTo>
                  <a:pt x="809625" y="1285875"/>
                </a:lnTo>
                <a:lnTo>
                  <a:pt x="790575" y="1285875"/>
                </a:lnTo>
                <a:lnTo>
                  <a:pt x="790575" y="1276350"/>
                </a:lnTo>
                <a:lnTo>
                  <a:pt x="762000" y="1276350"/>
                </a:lnTo>
                <a:lnTo>
                  <a:pt x="762000" y="1304925"/>
                </a:lnTo>
                <a:lnTo>
                  <a:pt x="752475" y="1304925"/>
                </a:lnTo>
                <a:lnTo>
                  <a:pt x="752475" y="1314450"/>
                </a:lnTo>
                <a:lnTo>
                  <a:pt x="733425" y="1314450"/>
                </a:lnTo>
                <a:lnTo>
                  <a:pt x="733425" y="1323975"/>
                </a:lnTo>
                <a:lnTo>
                  <a:pt x="714375" y="1323975"/>
                </a:lnTo>
                <a:lnTo>
                  <a:pt x="714375" y="1314450"/>
                </a:lnTo>
                <a:lnTo>
                  <a:pt x="704850" y="1314450"/>
                </a:lnTo>
                <a:lnTo>
                  <a:pt x="704850" y="1304925"/>
                </a:lnTo>
                <a:lnTo>
                  <a:pt x="676275" y="1304925"/>
                </a:lnTo>
                <a:lnTo>
                  <a:pt x="676275" y="1314450"/>
                </a:lnTo>
                <a:lnTo>
                  <a:pt x="647700" y="1314450"/>
                </a:lnTo>
                <a:lnTo>
                  <a:pt x="647700" y="1323975"/>
                </a:lnTo>
                <a:lnTo>
                  <a:pt x="628650" y="1323975"/>
                </a:lnTo>
                <a:lnTo>
                  <a:pt x="628650" y="1285875"/>
                </a:lnTo>
                <a:lnTo>
                  <a:pt x="619125" y="1285875"/>
                </a:lnTo>
                <a:lnTo>
                  <a:pt x="619125" y="1276350"/>
                </a:lnTo>
                <a:lnTo>
                  <a:pt x="609600" y="1276350"/>
                </a:lnTo>
                <a:lnTo>
                  <a:pt x="609600" y="1266825"/>
                </a:lnTo>
                <a:lnTo>
                  <a:pt x="571500" y="1266825"/>
                </a:lnTo>
                <a:lnTo>
                  <a:pt x="571500" y="1257300"/>
                </a:lnTo>
                <a:lnTo>
                  <a:pt x="561975" y="1257300"/>
                </a:lnTo>
                <a:lnTo>
                  <a:pt x="561975" y="1247775"/>
                </a:lnTo>
                <a:lnTo>
                  <a:pt x="552450" y="1247775"/>
                </a:lnTo>
                <a:lnTo>
                  <a:pt x="552450" y="1257300"/>
                </a:lnTo>
                <a:lnTo>
                  <a:pt x="542925" y="1257300"/>
                </a:lnTo>
                <a:lnTo>
                  <a:pt x="542925" y="1276350"/>
                </a:lnTo>
                <a:lnTo>
                  <a:pt x="552450" y="1276350"/>
                </a:lnTo>
                <a:lnTo>
                  <a:pt x="552450" y="1304925"/>
                </a:lnTo>
                <a:lnTo>
                  <a:pt x="542925" y="1304925"/>
                </a:lnTo>
                <a:lnTo>
                  <a:pt x="542925" y="1314450"/>
                </a:lnTo>
                <a:lnTo>
                  <a:pt x="533400" y="1314450"/>
                </a:lnTo>
                <a:lnTo>
                  <a:pt x="533400" y="1304925"/>
                </a:lnTo>
                <a:lnTo>
                  <a:pt x="523875" y="1304925"/>
                </a:lnTo>
                <a:lnTo>
                  <a:pt x="523875" y="1285875"/>
                </a:lnTo>
                <a:lnTo>
                  <a:pt x="533400" y="1285875"/>
                </a:lnTo>
                <a:lnTo>
                  <a:pt x="533400" y="1266825"/>
                </a:lnTo>
                <a:lnTo>
                  <a:pt x="523875" y="1266825"/>
                </a:lnTo>
                <a:lnTo>
                  <a:pt x="523875" y="1257300"/>
                </a:lnTo>
                <a:lnTo>
                  <a:pt x="485775" y="1257300"/>
                </a:lnTo>
                <a:lnTo>
                  <a:pt x="485775" y="1266825"/>
                </a:lnTo>
                <a:lnTo>
                  <a:pt x="476250" y="1266825"/>
                </a:lnTo>
                <a:lnTo>
                  <a:pt x="476250" y="1285875"/>
                </a:lnTo>
                <a:lnTo>
                  <a:pt x="514350" y="1285875"/>
                </a:lnTo>
                <a:lnTo>
                  <a:pt x="514350" y="1295400"/>
                </a:lnTo>
                <a:lnTo>
                  <a:pt x="495300" y="1295400"/>
                </a:lnTo>
                <a:lnTo>
                  <a:pt x="495300" y="1304925"/>
                </a:lnTo>
                <a:lnTo>
                  <a:pt x="485775" y="1304925"/>
                </a:lnTo>
                <a:lnTo>
                  <a:pt x="485775" y="1314450"/>
                </a:lnTo>
                <a:lnTo>
                  <a:pt x="457200" y="1314450"/>
                </a:lnTo>
                <a:lnTo>
                  <a:pt x="457200" y="1304925"/>
                </a:lnTo>
                <a:lnTo>
                  <a:pt x="447675" y="1304925"/>
                </a:lnTo>
                <a:lnTo>
                  <a:pt x="447675" y="1295400"/>
                </a:lnTo>
                <a:lnTo>
                  <a:pt x="457200" y="1295400"/>
                </a:lnTo>
                <a:lnTo>
                  <a:pt x="457200" y="1285875"/>
                </a:lnTo>
                <a:lnTo>
                  <a:pt x="447675" y="1285875"/>
                </a:lnTo>
                <a:lnTo>
                  <a:pt x="447675" y="1266825"/>
                </a:lnTo>
                <a:lnTo>
                  <a:pt x="438150" y="1266825"/>
                </a:lnTo>
                <a:lnTo>
                  <a:pt x="438150" y="1276350"/>
                </a:lnTo>
                <a:lnTo>
                  <a:pt x="419100" y="1276350"/>
                </a:lnTo>
                <a:lnTo>
                  <a:pt x="419100" y="1257300"/>
                </a:lnTo>
                <a:lnTo>
                  <a:pt x="409575" y="1257300"/>
                </a:lnTo>
                <a:lnTo>
                  <a:pt x="409575" y="1247775"/>
                </a:lnTo>
                <a:lnTo>
                  <a:pt x="400050" y="1247775"/>
                </a:lnTo>
                <a:lnTo>
                  <a:pt x="400050" y="1238250"/>
                </a:lnTo>
                <a:lnTo>
                  <a:pt x="409575" y="1238250"/>
                </a:lnTo>
                <a:lnTo>
                  <a:pt x="409575" y="1228725"/>
                </a:lnTo>
                <a:lnTo>
                  <a:pt x="419100" y="1228725"/>
                </a:lnTo>
                <a:close/>
                <a:moveTo>
                  <a:pt x="1733550" y="1219200"/>
                </a:moveTo>
                <a:lnTo>
                  <a:pt x="1762125" y="1219200"/>
                </a:lnTo>
                <a:lnTo>
                  <a:pt x="1762125" y="1228725"/>
                </a:lnTo>
                <a:lnTo>
                  <a:pt x="1752600" y="1228725"/>
                </a:lnTo>
                <a:lnTo>
                  <a:pt x="1752600" y="1238250"/>
                </a:lnTo>
                <a:lnTo>
                  <a:pt x="1771650" y="1238250"/>
                </a:lnTo>
                <a:lnTo>
                  <a:pt x="1771650" y="1257300"/>
                </a:lnTo>
                <a:lnTo>
                  <a:pt x="1762125" y="1257300"/>
                </a:lnTo>
                <a:lnTo>
                  <a:pt x="1762125" y="1247775"/>
                </a:lnTo>
                <a:lnTo>
                  <a:pt x="1752600" y="1247775"/>
                </a:lnTo>
                <a:lnTo>
                  <a:pt x="1752600" y="1266825"/>
                </a:lnTo>
                <a:lnTo>
                  <a:pt x="1733550" y="1266825"/>
                </a:lnTo>
                <a:lnTo>
                  <a:pt x="1733550" y="1295400"/>
                </a:lnTo>
                <a:lnTo>
                  <a:pt x="1743075" y="1295400"/>
                </a:lnTo>
                <a:lnTo>
                  <a:pt x="1743075" y="1314450"/>
                </a:lnTo>
                <a:lnTo>
                  <a:pt x="1724025" y="1314450"/>
                </a:lnTo>
                <a:lnTo>
                  <a:pt x="1724025" y="1323975"/>
                </a:lnTo>
                <a:lnTo>
                  <a:pt x="1714500" y="1323975"/>
                </a:lnTo>
                <a:lnTo>
                  <a:pt x="1714500" y="1333500"/>
                </a:lnTo>
                <a:lnTo>
                  <a:pt x="1704975" y="1333500"/>
                </a:lnTo>
                <a:lnTo>
                  <a:pt x="1704975" y="1323975"/>
                </a:lnTo>
                <a:lnTo>
                  <a:pt x="1685925" y="1323975"/>
                </a:lnTo>
                <a:lnTo>
                  <a:pt x="1685925" y="1314450"/>
                </a:lnTo>
                <a:lnTo>
                  <a:pt x="1676400" y="1314450"/>
                </a:lnTo>
                <a:lnTo>
                  <a:pt x="1676400" y="1295400"/>
                </a:lnTo>
                <a:lnTo>
                  <a:pt x="1628775" y="1295400"/>
                </a:lnTo>
                <a:lnTo>
                  <a:pt x="1628775" y="1257300"/>
                </a:lnTo>
                <a:lnTo>
                  <a:pt x="1619250" y="1257300"/>
                </a:lnTo>
                <a:lnTo>
                  <a:pt x="1619250" y="1228725"/>
                </a:lnTo>
                <a:lnTo>
                  <a:pt x="1647825" y="1228725"/>
                </a:lnTo>
                <a:lnTo>
                  <a:pt x="1647825" y="1238250"/>
                </a:lnTo>
                <a:lnTo>
                  <a:pt x="1714500" y="1238250"/>
                </a:lnTo>
                <a:lnTo>
                  <a:pt x="1714500" y="1228725"/>
                </a:lnTo>
                <a:lnTo>
                  <a:pt x="1733550" y="1228725"/>
                </a:lnTo>
                <a:close/>
                <a:moveTo>
                  <a:pt x="371475" y="1228725"/>
                </a:moveTo>
                <a:lnTo>
                  <a:pt x="381000" y="1228725"/>
                </a:lnTo>
                <a:lnTo>
                  <a:pt x="381000" y="1238250"/>
                </a:lnTo>
                <a:lnTo>
                  <a:pt x="390525" y="1238250"/>
                </a:lnTo>
                <a:lnTo>
                  <a:pt x="390525" y="1247775"/>
                </a:lnTo>
                <a:lnTo>
                  <a:pt x="381000" y="1247775"/>
                </a:lnTo>
                <a:lnTo>
                  <a:pt x="381000" y="1257300"/>
                </a:lnTo>
                <a:lnTo>
                  <a:pt x="371475" y="1257300"/>
                </a:lnTo>
                <a:lnTo>
                  <a:pt x="371475" y="1247775"/>
                </a:lnTo>
                <a:lnTo>
                  <a:pt x="361950" y="1247775"/>
                </a:lnTo>
                <a:lnTo>
                  <a:pt x="361950" y="1238250"/>
                </a:lnTo>
                <a:lnTo>
                  <a:pt x="371475" y="1238250"/>
                </a:lnTo>
                <a:close/>
                <a:moveTo>
                  <a:pt x="1438275" y="1228725"/>
                </a:moveTo>
                <a:lnTo>
                  <a:pt x="1447800" y="1228725"/>
                </a:lnTo>
                <a:lnTo>
                  <a:pt x="1447800" y="1238250"/>
                </a:lnTo>
                <a:lnTo>
                  <a:pt x="1466850" y="1238250"/>
                </a:lnTo>
                <a:lnTo>
                  <a:pt x="1466850" y="1247775"/>
                </a:lnTo>
                <a:lnTo>
                  <a:pt x="1495425" y="1247775"/>
                </a:lnTo>
                <a:lnTo>
                  <a:pt x="1495425" y="1257300"/>
                </a:lnTo>
                <a:lnTo>
                  <a:pt x="1533525" y="1257300"/>
                </a:lnTo>
                <a:lnTo>
                  <a:pt x="1533525" y="1266825"/>
                </a:lnTo>
                <a:lnTo>
                  <a:pt x="1543050" y="1266825"/>
                </a:lnTo>
                <a:lnTo>
                  <a:pt x="1543050" y="1295400"/>
                </a:lnTo>
                <a:lnTo>
                  <a:pt x="1533525" y="1295400"/>
                </a:lnTo>
                <a:lnTo>
                  <a:pt x="1533525" y="1304925"/>
                </a:lnTo>
                <a:lnTo>
                  <a:pt x="1457325" y="1304925"/>
                </a:lnTo>
                <a:lnTo>
                  <a:pt x="1457325" y="1314450"/>
                </a:lnTo>
                <a:lnTo>
                  <a:pt x="1438275" y="1314450"/>
                </a:lnTo>
                <a:lnTo>
                  <a:pt x="1438275" y="1304925"/>
                </a:lnTo>
                <a:lnTo>
                  <a:pt x="1371600" y="1304925"/>
                </a:lnTo>
                <a:lnTo>
                  <a:pt x="1371600" y="1314450"/>
                </a:lnTo>
                <a:lnTo>
                  <a:pt x="1352550" y="1314450"/>
                </a:lnTo>
                <a:lnTo>
                  <a:pt x="1352550" y="1295400"/>
                </a:lnTo>
                <a:lnTo>
                  <a:pt x="1362075" y="1295400"/>
                </a:lnTo>
                <a:lnTo>
                  <a:pt x="1362075" y="1276350"/>
                </a:lnTo>
                <a:lnTo>
                  <a:pt x="1371600" y="1276350"/>
                </a:lnTo>
                <a:lnTo>
                  <a:pt x="1371600" y="1266825"/>
                </a:lnTo>
                <a:lnTo>
                  <a:pt x="1419225" y="1266825"/>
                </a:lnTo>
                <a:lnTo>
                  <a:pt x="1419225" y="1276350"/>
                </a:lnTo>
                <a:lnTo>
                  <a:pt x="1457325" y="1276350"/>
                </a:lnTo>
                <a:lnTo>
                  <a:pt x="1457325" y="1257300"/>
                </a:lnTo>
                <a:lnTo>
                  <a:pt x="1428750" y="1257300"/>
                </a:lnTo>
                <a:lnTo>
                  <a:pt x="1428750" y="1238250"/>
                </a:lnTo>
                <a:lnTo>
                  <a:pt x="1438275" y="1238250"/>
                </a:lnTo>
                <a:close/>
                <a:moveTo>
                  <a:pt x="971550" y="1238250"/>
                </a:moveTo>
                <a:lnTo>
                  <a:pt x="1000125" y="1238250"/>
                </a:lnTo>
                <a:lnTo>
                  <a:pt x="1000125" y="1257300"/>
                </a:lnTo>
                <a:lnTo>
                  <a:pt x="1009650" y="1257300"/>
                </a:lnTo>
                <a:lnTo>
                  <a:pt x="1009650" y="1266825"/>
                </a:lnTo>
                <a:lnTo>
                  <a:pt x="1019175" y="1266825"/>
                </a:lnTo>
                <a:lnTo>
                  <a:pt x="1019175" y="1276350"/>
                </a:lnTo>
                <a:lnTo>
                  <a:pt x="1038225" y="1276350"/>
                </a:lnTo>
                <a:lnTo>
                  <a:pt x="1038225" y="1285875"/>
                </a:lnTo>
                <a:lnTo>
                  <a:pt x="1076325" y="1285875"/>
                </a:lnTo>
                <a:lnTo>
                  <a:pt x="1076325" y="1276350"/>
                </a:lnTo>
                <a:lnTo>
                  <a:pt x="1085850" y="1276350"/>
                </a:lnTo>
                <a:lnTo>
                  <a:pt x="1085850" y="1266825"/>
                </a:lnTo>
                <a:lnTo>
                  <a:pt x="1095375" y="1266825"/>
                </a:lnTo>
                <a:lnTo>
                  <a:pt x="1095375" y="1247775"/>
                </a:lnTo>
                <a:lnTo>
                  <a:pt x="1104900" y="1247775"/>
                </a:lnTo>
                <a:lnTo>
                  <a:pt x="1104900" y="1238250"/>
                </a:lnTo>
                <a:lnTo>
                  <a:pt x="1114425" y="1238250"/>
                </a:lnTo>
                <a:lnTo>
                  <a:pt x="1114425" y="1247775"/>
                </a:lnTo>
                <a:lnTo>
                  <a:pt x="1133475" y="1247775"/>
                </a:lnTo>
                <a:lnTo>
                  <a:pt x="1133475" y="1257300"/>
                </a:lnTo>
                <a:lnTo>
                  <a:pt x="1162050" y="1257300"/>
                </a:lnTo>
                <a:lnTo>
                  <a:pt x="1162050" y="1266825"/>
                </a:lnTo>
                <a:lnTo>
                  <a:pt x="1133475" y="1266825"/>
                </a:lnTo>
                <a:lnTo>
                  <a:pt x="1133475" y="1276350"/>
                </a:lnTo>
                <a:lnTo>
                  <a:pt x="1123950" y="1276350"/>
                </a:lnTo>
                <a:lnTo>
                  <a:pt x="1123950" y="1285875"/>
                </a:lnTo>
                <a:lnTo>
                  <a:pt x="1095375" y="1285875"/>
                </a:lnTo>
                <a:lnTo>
                  <a:pt x="1095375" y="1304925"/>
                </a:lnTo>
                <a:lnTo>
                  <a:pt x="1047750" y="1304925"/>
                </a:lnTo>
                <a:lnTo>
                  <a:pt x="1047750" y="1314450"/>
                </a:lnTo>
                <a:lnTo>
                  <a:pt x="1028700" y="1314450"/>
                </a:lnTo>
                <a:lnTo>
                  <a:pt x="1028700" y="1323975"/>
                </a:lnTo>
                <a:lnTo>
                  <a:pt x="1038225" y="1323975"/>
                </a:lnTo>
                <a:lnTo>
                  <a:pt x="1038225" y="1333500"/>
                </a:lnTo>
                <a:lnTo>
                  <a:pt x="1019175" y="1333500"/>
                </a:lnTo>
                <a:lnTo>
                  <a:pt x="1019175" y="1323975"/>
                </a:lnTo>
                <a:lnTo>
                  <a:pt x="1009650" y="1323975"/>
                </a:lnTo>
                <a:lnTo>
                  <a:pt x="1009650" y="1314450"/>
                </a:lnTo>
                <a:lnTo>
                  <a:pt x="1000125" y="1314450"/>
                </a:lnTo>
                <a:lnTo>
                  <a:pt x="1000125" y="1295400"/>
                </a:lnTo>
                <a:lnTo>
                  <a:pt x="990600" y="1295400"/>
                </a:lnTo>
                <a:lnTo>
                  <a:pt x="990600" y="1314450"/>
                </a:lnTo>
                <a:lnTo>
                  <a:pt x="981075" y="1314450"/>
                </a:lnTo>
                <a:lnTo>
                  <a:pt x="981075" y="1304925"/>
                </a:lnTo>
                <a:lnTo>
                  <a:pt x="962025" y="1304925"/>
                </a:lnTo>
                <a:lnTo>
                  <a:pt x="962025" y="1314450"/>
                </a:lnTo>
                <a:lnTo>
                  <a:pt x="981075" y="1314450"/>
                </a:lnTo>
                <a:lnTo>
                  <a:pt x="981075" y="1323975"/>
                </a:lnTo>
                <a:lnTo>
                  <a:pt x="942975" y="1323975"/>
                </a:lnTo>
                <a:lnTo>
                  <a:pt x="942975" y="1304925"/>
                </a:lnTo>
                <a:lnTo>
                  <a:pt x="933450" y="1304925"/>
                </a:lnTo>
                <a:lnTo>
                  <a:pt x="933450" y="1295400"/>
                </a:lnTo>
                <a:lnTo>
                  <a:pt x="914400" y="1295400"/>
                </a:lnTo>
                <a:lnTo>
                  <a:pt x="914400" y="1276350"/>
                </a:lnTo>
                <a:lnTo>
                  <a:pt x="923925" y="1276350"/>
                </a:lnTo>
                <a:lnTo>
                  <a:pt x="923925" y="1247775"/>
                </a:lnTo>
                <a:lnTo>
                  <a:pt x="933450" y="1247775"/>
                </a:lnTo>
                <a:lnTo>
                  <a:pt x="933450" y="1266825"/>
                </a:lnTo>
                <a:lnTo>
                  <a:pt x="942975" y="1266825"/>
                </a:lnTo>
                <a:lnTo>
                  <a:pt x="942975" y="1247775"/>
                </a:lnTo>
                <a:lnTo>
                  <a:pt x="971550" y="1247775"/>
                </a:lnTo>
                <a:close/>
                <a:moveTo>
                  <a:pt x="323850" y="1247775"/>
                </a:moveTo>
                <a:lnTo>
                  <a:pt x="342900" y="1247775"/>
                </a:lnTo>
                <a:lnTo>
                  <a:pt x="342900" y="1266825"/>
                </a:lnTo>
                <a:lnTo>
                  <a:pt x="323850" y="1266825"/>
                </a:lnTo>
                <a:close/>
                <a:moveTo>
                  <a:pt x="1571625" y="1247775"/>
                </a:moveTo>
                <a:lnTo>
                  <a:pt x="1590675" y="1247775"/>
                </a:lnTo>
                <a:lnTo>
                  <a:pt x="1590675" y="1285875"/>
                </a:lnTo>
                <a:lnTo>
                  <a:pt x="1600200" y="1285875"/>
                </a:lnTo>
                <a:lnTo>
                  <a:pt x="1600200" y="1295400"/>
                </a:lnTo>
                <a:lnTo>
                  <a:pt x="1609725" y="1295400"/>
                </a:lnTo>
                <a:lnTo>
                  <a:pt x="1609725" y="1314450"/>
                </a:lnTo>
                <a:lnTo>
                  <a:pt x="1600200" y="1314450"/>
                </a:lnTo>
                <a:lnTo>
                  <a:pt x="1600200" y="1323975"/>
                </a:lnTo>
                <a:lnTo>
                  <a:pt x="1581150" y="1323975"/>
                </a:lnTo>
                <a:lnTo>
                  <a:pt x="1581150" y="1314450"/>
                </a:lnTo>
                <a:lnTo>
                  <a:pt x="1562100" y="1314450"/>
                </a:lnTo>
                <a:lnTo>
                  <a:pt x="1562100" y="1295400"/>
                </a:lnTo>
                <a:lnTo>
                  <a:pt x="1552575" y="1295400"/>
                </a:lnTo>
                <a:lnTo>
                  <a:pt x="1552575" y="1285875"/>
                </a:lnTo>
                <a:lnTo>
                  <a:pt x="1562100" y="1285875"/>
                </a:lnTo>
                <a:lnTo>
                  <a:pt x="1562100" y="1266825"/>
                </a:lnTo>
                <a:lnTo>
                  <a:pt x="1571625" y="1266825"/>
                </a:lnTo>
                <a:close/>
                <a:moveTo>
                  <a:pt x="0" y="1257300"/>
                </a:moveTo>
                <a:lnTo>
                  <a:pt x="9525" y="1257300"/>
                </a:lnTo>
                <a:lnTo>
                  <a:pt x="9525" y="1266825"/>
                </a:lnTo>
                <a:lnTo>
                  <a:pt x="19050" y="1266825"/>
                </a:lnTo>
                <a:lnTo>
                  <a:pt x="19050" y="1314450"/>
                </a:lnTo>
                <a:lnTo>
                  <a:pt x="9525" y="1314450"/>
                </a:lnTo>
                <a:lnTo>
                  <a:pt x="9525" y="1323975"/>
                </a:lnTo>
                <a:lnTo>
                  <a:pt x="0" y="1323975"/>
                </a:lnTo>
                <a:lnTo>
                  <a:pt x="0" y="1285875"/>
                </a:lnTo>
                <a:lnTo>
                  <a:pt x="9525" y="1285875"/>
                </a:lnTo>
                <a:lnTo>
                  <a:pt x="9525" y="1276350"/>
                </a:lnTo>
                <a:lnTo>
                  <a:pt x="0" y="1276350"/>
                </a:lnTo>
                <a:close/>
                <a:moveTo>
                  <a:pt x="1685925" y="1257300"/>
                </a:moveTo>
                <a:lnTo>
                  <a:pt x="1676400" y="1257300"/>
                </a:lnTo>
                <a:lnTo>
                  <a:pt x="1676400" y="1247775"/>
                </a:lnTo>
                <a:lnTo>
                  <a:pt x="1666875" y="1247775"/>
                </a:lnTo>
                <a:lnTo>
                  <a:pt x="1666875" y="1257300"/>
                </a:lnTo>
                <a:lnTo>
                  <a:pt x="1657350" y="1257300"/>
                </a:lnTo>
                <a:lnTo>
                  <a:pt x="1657350" y="1266825"/>
                </a:lnTo>
                <a:lnTo>
                  <a:pt x="1647825" y="1266825"/>
                </a:lnTo>
                <a:lnTo>
                  <a:pt x="1647825" y="1276350"/>
                </a:lnTo>
                <a:lnTo>
                  <a:pt x="1666875" y="1276350"/>
                </a:lnTo>
                <a:lnTo>
                  <a:pt x="1666875" y="1285875"/>
                </a:lnTo>
                <a:lnTo>
                  <a:pt x="1685925" y="1285875"/>
                </a:lnTo>
                <a:lnTo>
                  <a:pt x="1685925" y="1276350"/>
                </a:lnTo>
                <a:lnTo>
                  <a:pt x="1704975" y="1276350"/>
                </a:lnTo>
                <a:lnTo>
                  <a:pt x="1704975" y="1266825"/>
                </a:lnTo>
                <a:lnTo>
                  <a:pt x="1685925" y="1266825"/>
                </a:lnTo>
                <a:close/>
                <a:moveTo>
                  <a:pt x="1685925" y="1257300"/>
                </a:moveTo>
                <a:lnTo>
                  <a:pt x="1695450" y="1257300"/>
                </a:lnTo>
                <a:lnTo>
                  <a:pt x="1695450" y="1247775"/>
                </a:lnTo>
                <a:lnTo>
                  <a:pt x="1685925" y="1247775"/>
                </a:lnTo>
                <a:close/>
                <a:moveTo>
                  <a:pt x="352425" y="1266825"/>
                </a:moveTo>
                <a:lnTo>
                  <a:pt x="361950" y="1266825"/>
                </a:lnTo>
                <a:lnTo>
                  <a:pt x="361950" y="1276350"/>
                </a:lnTo>
                <a:lnTo>
                  <a:pt x="371475" y="1276350"/>
                </a:lnTo>
                <a:lnTo>
                  <a:pt x="371475" y="1266825"/>
                </a:lnTo>
                <a:lnTo>
                  <a:pt x="381000" y="1266825"/>
                </a:lnTo>
                <a:lnTo>
                  <a:pt x="381000" y="1285875"/>
                </a:lnTo>
                <a:lnTo>
                  <a:pt x="400050" y="1285875"/>
                </a:lnTo>
                <a:lnTo>
                  <a:pt x="400050" y="1295400"/>
                </a:lnTo>
                <a:lnTo>
                  <a:pt x="409575" y="1295400"/>
                </a:lnTo>
                <a:lnTo>
                  <a:pt x="409575" y="1304925"/>
                </a:lnTo>
                <a:lnTo>
                  <a:pt x="419100" y="1304925"/>
                </a:lnTo>
                <a:lnTo>
                  <a:pt x="419100" y="1295400"/>
                </a:lnTo>
                <a:lnTo>
                  <a:pt x="428625" y="1295400"/>
                </a:lnTo>
                <a:lnTo>
                  <a:pt x="428625" y="1304925"/>
                </a:lnTo>
                <a:lnTo>
                  <a:pt x="419100" y="1304925"/>
                </a:lnTo>
                <a:lnTo>
                  <a:pt x="419100" y="1314450"/>
                </a:lnTo>
                <a:lnTo>
                  <a:pt x="390525" y="1314450"/>
                </a:lnTo>
                <a:lnTo>
                  <a:pt x="390525" y="1323975"/>
                </a:lnTo>
                <a:lnTo>
                  <a:pt x="361950" y="1323975"/>
                </a:lnTo>
                <a:lnTo>
                  <a:pt x="361950" y="1314450"/>
                </a:lnTo>
                <a:lnTo>
                  <a:pt x="314325" y="1314450"/>
                </a:lnTo>
                <a:lnTo>
                  <a:pt x="314325" y="1304925"/>
                </a:lnTo>
                <a:lnTo>
                  <a:pt x="304800" y="1304925"/>
                </a:lnTo>
                <a:lnTo>
                  <a:pt x="304800" y="1285875"/>
                </a:lnTo>
                <a:lnTo>
                  <a:pt x="295275" y="1285875"/>
                </a:lnTo>
                <a:lnTo>
                  <a:pt x="295275" y="1295400"/>
                </a:lnTo>
                <a:lnTo>
                  <a:pt x="285750" y="1295400"/>
                </a:lnTo>
                <a:lnTo>
                  <a:pt x="285750" y="1304925"/>
                </a:lnTo>
                <a:lnTo>
                  <a:pt x="276225" y="1304925"/>
                </a:lnTo>
                <a:lnTo>
                  <a:pt x="276225" y="1295400"/>
                </a:lnTo>
                <a:lnTo>
                  <a:pt x="266700" y="1295400"/>
                </a:lnTo>
                <a:lnTo>
                  <a:pt x="266700" y="1285875"/>
                </a:lnTo>
                <a:lnTo>
                  <a:pt x="276225" y="1285875"/>
                </a:lnTo>
                <a:lnTo>
                  <a:pt x="276225" y="1276350"/>
                </a:lnTo>
                <a:lnTo>
                  <a:pt x="323850" y="1276350"/>
                </a:lnTo>
                <a:lnTo>
                  <a:pt x="323850" y="1285875"/>
                </a:lnTo>
                <a:lnTo>
                  <a:pt x="352425" y="1285875"/>
                </a:lnTo>
                <a:close/>
                <a:moveTo>
                  <a:pt x="666750" y="1266825"/>
                </a:moveTo>
                <a:lnTo>
                  <a:pt x="685800" y="1266825"/>
                </a:lnTo>
                <a:lnTo>
                  <a:pt x="685800" y="1257300"/>
                </a:lnTo>
                <a:lnTo>
                  <a:pt x="666750" y="1257300"/>
                </a:lnTo>
                <a:lnTo>
                  <a:pt x="666750" y="1247775"/>
                </a:lnTo>
                <a:lnTo>
                  <a:pt x="638175" y="1247775"/>
                </a:lnTo>
                <a:lnTo>
                  <a:pt x="638175" y="1276350"/>
                </a:lnTo>
                <a:lnTo>
                  <a:pt x="666750" y="1276350"/>
                </a:lnTo>
                <a:close/>
                <a:moveTo>
                  <a:pt x="962025" y="1266825"/>
                </a:moveTo>
                <a:lnTo>
                  <a:pt x="971550" y="1266825"/>
                </a:lnTo>
                <a:lnTo>
                  <a:pt x="971550" y="1257300"/>
                </a:lnTo>
                <a:lnTo>
                  <a:pt x="962025" y="1257300"/>
                </a:lnTo>
                <a:close/>
                <a:moveTo>
                  <a:pt x="571500" y="1276350"/>
                </a:moveTo>
                <a:lnTo>
                  <a:pt x="590550" y="1276350"/>
                </a:lnTo>
                <a:lnTo>
                  <a:pt x="590550" y="1304925"/>
                </a:lnTo>
                <a:lnTo>
                  <a:pt x="571500" y="1304925"/>
                </a:lnTo>
                <a:lnTo>
                  <a:pt x="571500" y="1295400"/>
                </a:lnTo>
                <a:lnTo>
                  <a:pt x="581025" y="1295400"/>
                </a:lnTo>
                <a:lnTo>
                  <a:pt x="581025" y="1285875"/>
                </a:lnTo>
                <a:lnTo>
                  <a:pt x="571500" y="1285875"/>
                </a:lnTo>
                <a:close/>
                <a:moveTo>
                  <a:pt x="733425" y="1276350"/>
                </a:moveTo>
                <a:lnTo>
                  <a:pt x="752475" y="1276350"/>
                </a:lnTo>
                <a:lnTo>
                  <a:pt x="752475" y="1247775"/>
                </a:lnTo>
                <a:lnTo>
                  <a:pt x="733425" y="1247775"/>
                </a:lnTo>
                <a:close/>
                <a:moveTo>
                  <a:pt x="1171575" y="1276350"/>
                </a:moveTo>
                <a:lnTo>
                  <a:pt x="1190625" y="1276350"/>
                </a:lnTo>
                <a:lnTo>
                  <a:pt x="1190625" y="1285875"/>
                </a:lnTo>
                <a:lnTo>
                  <a:pt x="1171575" y="1285875"/>
                </a:lnTo>
                <a:close/>
                <a:moveTo>
                  <a:pt x="809625" y="1285875"/>
                </a:moveTo>
                <a:lnTo>
                  <a:pt x="828675" y="1285875"/>
                </a:lnTo>
                <a:lnTo>
                  <a:pt x="828675" y="1257300"/>
                </a:lnTo>
                <a:lnTo>
                  <a:pt x="819150" y="1257300"/>
                </a:lnTo>
                <a:lnTo>
                  <a:pt x="819150" y="1266825"/>
                </a:lnTo>
                <a:lnTo>
                  <a:pt x="809625" y="1266825"/>
                </a:lnTo>
                <a:close/>
                <a:moveTo>
                  <a:pt x="933450" y="1295400"/>
                </a:moveTo>
                <a:lnTo>
                  <a:pt x="942975" y="1295400"/>
                </a:lnTo>
                <a:lnTo>
                  <a:pt x="942975" y="1276350"/>
                </a:lnTo>
                <a:lnTo>
                  <a:pt x="933450" y="1276350"/>
                </a:lnTo>
                <a:close/>
                <a:moveTo>
                  <a:pt x="1371600" y="1295400"/>
                </a:moveTo>
                <a:lnTo>
                  <a:pt x="1400175" y="1295400"/>
                </a:lnTo>
                <a:lnTo>
                  <a:pt x="1400175" y="1285875"/>
                </a:lnTo>
                <a:lnTo>
                  <a:pt x="1371600" y="1285875"/>
                </a:lnTo>
                <a:close/>
                <a:moveTo>
                  <a:pt x="428625" y="1304925"/>
                </a:moveTo>
                <a:lnTo>
                  <a:pt x="438150" y="1304925"/>
                </a:lnTo>
                <a:lnTo>
                  <a:pt x="438150" y="1323975"/>
                </a:lnTo>
                <a:lnTo>
                  <a:pt x="428625" y="1323975"/>
                </a:lnTo>
                <a:close/>
                <a:moveTo>
                  <a:pt x="542925" y="1314450"/>
                </a:moveTo>
                <a:lnTo>
                  <a:pt x="561975" y="1314450"/>
                </a:lnTo>
                <a:lnTo>
                  <a:pt x="561975" y="1323975"/>
                </a:lnTo>
                <a:lnTo>
                  <a:pt x="542925" y="1323975"/>
                </a:lnTo>
                <a:close/>
                <a:moveTo>
                  <a:pt x="676275" y="1314450"/>
                </a:moveTo>
                <a:lnTo>
                  <a:pt x="695325" y="1314450"/>
                </a:lnTo>
                <a:lnTo>
                  <a:pt x="695325" y="1323975"/>
                </a:lnTo>
                <a:lnTo>
                  <a:pt x="676275" y="1323975"/>
                </a:lnTo>
                <a:close/>
                <a:moveTo>
                  <a:pt x="762000" y="1314450"/>
                </a:moveTo>
                <a:lnTo>
                  <a:pt x="809625" y="1314450"/>
                </a:lnTo>
                <a:lnTo>
                  <a:pt x="809625" y="1323975"/>
                </a:lnTo>
                <a:lnTo>
                  <a:pt x="800100" y="1323975"/>
                </a:lnTo>
                <a:lnTo>
                  <a:pt x="800100" y="1333500"/>
                </a:lnTo>
                <a:lnTo>
                  <a:pt x="771525" y="1333500"/>
                </a:lnTo>
                <a:lnTo>
                  <a:pt x="771525" y="1323975"/>
                </a:lnTo>
                <a:lnTo>
                  <a:pt x="762000" y="1323975"/>
                </a:lnTo>
                <a:close/>
                <a:moveTo>
                  <a:pt x="1685925" y="1314450"/>
                </a:moveTo>
                <a:lnTo>
                  <a:pt x="1704975" y="1314450"/>
                </a:lnTo>
                <a:lnTo>
                  <a:pt x="1704975" y="1304925"/>
                </a:lnTo>
                <a:lnTo>
                  <a:pt x="1685925" y="1304925"/>
                </a:lnTo>
                <a:close/>
                <a:moveTo>
                  <a:pt x="1409700" y="1352550"/>
                </a:moveTo>
                <a:lnTo>
                  <a:pt x="1428750" y="1352550"/>
                </a:lnTo>
                <a:lnTo>
                  <a:pt x="1428750" y="1362075"/>
                </a:lnTo>
                <a:lnTo>
                  <a:pt x="1409700" y="1362075"/>
                </a:lnTo>
                <a:close/>
                <a:moveTo>
                  <a:pt x="1562100" y="1352550"/>
                </a:moveTo>
                <a:lnTo>
                  <a:pt x="1581150" y="1352550"/>
                </a:lnTo>
                <a:lnTo>
                  <a:pt x="1581150" y="1371600"/>
                </a:lnTo>
                <a:lnTo>
                  <a:pt x="1600200" y="1371600"/>
                </a:lnTo>
                <a:lnTo>
                  <a:pt x="1600200" y="1381125"/>
                </a:lnTo>
                <a:lnTo>
                  <a:pt x="1628775" y="1381125"/>
                </a:lnTo>
                <a:lnTo>
                  <a:pt x="1628775" y="1371600"/>
                </a:lnTo>
                <a:lnTo>
                  <a:pt x="1657350" y="1371600"/>
                </a:lnTo>
                <a:lnTo>
                  <a:pt x="1657350" y="1362075"/>
                </a:lnTo>
                <a:lnTo>
                  <a:pt x="1647825" y="1362075"/>
                </a:lnTo>
                <a:lnTo>
                  <a:pt x="1647825" y="1352550"/>
                </a:lnTo>
                <a:lnTo>
                  <a:pt x="1685925" y="1352550"/>
                </a:lnTo>
                <a:lnTo>
                  <a:pt x="1685925" y="1362075"/>
                </a:lnTo>
                <a:lnTo>
                  <a:pt x="1733550" y="1362075"/>
                </a:lnTo>
                <a:lnTo>
                  <a:pt x="1733550" y="1352550"/>
                </a:lnTo>
                <a:lnTo>
                  <a:pt x="1762125" y="1352550"/>
                </a:lnTo>
                <a:lnTo>
                  <a:pt x="1762125" y="1362075"/>
                </a:lnTo>
                <a:lnTo>
                  <a:pt x="1752600" y="1362075"/>
                </a:lnTo>
                <a:lnTo>
                  <a:pt x="1752600" y="1390650"/>
                </a:lnTo>
                <a:lnTo>
                  <a:pt x="1771650" y="1390650"/>
                </a:lnTo>
                <a:lnTo>
                  <a:pt x="1771650" y="1438275"/>
                </a:lnTo>
                <a:lnTo>
                  <a:pt x="1762125" y="1438275"/>
                </a:lnTo>
                <a:lnTo>
                  <a:pt x="1762125" y="1447800"/>
                </a:lnTo>
                <a:lnTo>
                  <a:pt x="1752600" y="1447800"/>
                </a:lnTo>
                <a:lnTo>
                  <a:pt x="1752600" y="1457325"/>
                </a:lnTo>
                <a:lnTo>
                  <a:pt x="1704975" y="1457325"/>
                </a:lnTo>
                <a:lnTo>
                  <a:pt x="1704975" y="1447800"/>
                </a:lnTo>
                <a:lnTo>
                  <a:pt x="1695450" y="1447800"/>
                </a:lnTo>
                <a:lnTo>
                  <a:pt x="1695450" y="1457325"/>
                </a:lnTo>
                <a:lnTo>
                  <a:pt x="1647825" y="1457325"/>
                </a:lnTo>
                <a:lnTo>
                  <a:pt x="1647825" y="1447800"/>
                </a:lnTo>
                <a:lnTo>
                  <a:pt x="1638300" y="1447800"/>
                </a:lnTo>
                <a:lnTo>
                  <a:pt x="1638300" y="1428750"/>
                </a:lnTo>
                <a:lnTo>
                  <a:pt x="1628775" y="1428750"/>
                </a:lnTo>
                <a:lnTo>
                  <a:pt x="1628775" y="1419225"/>
                </a:lnTo>
                <a:lnTo>
                  <a:pt x="1600200" y="1419225"/>
                </a:lnTo>
                <a:lnTo>
                  <a:pt x="1600200" y="1428750"/>
                </a:lnTo>
                <a:lnTo>
                  <a:pt x="1581150" y="1428750"/>
                </a:lnTo>
                <a:lnTo>
                  <a:pt x="1581150" y="1438275"/>
                </a:lnTo>
                <a:lnTo>
                  <a:pt x="1571625" y="1438275"/>
                </a:lnTo>
                <a:lnTo>
                  <a:pt x="1571625" y="1428750"/>
                </a:lnTo>
                <a:lnTo>
                  <a:pt x="1543050" y="1428750"/>
                </a:lnTo>
                <a:lnTo>
                  <a:pt x="1543050" y="1438275"/>
                </a:lnTo>
                <a:lnTo>
                  <a:pt x="1524000" y="1438275"/>
                </a:lnTo>
                <a:lnTo>
                  <a:pt x="1524000" y="1447800"/>
                </a:lnTo>
                <a:lnTo>
                  <a:pt x="1514475" y="1447800"/>
                </a:lnTo>
                <a:lnTo>
                  <a:pt x="1514475" y="1457325"/>
                </a:lnTo>
                <a:lnTo>
                  <a:pt x="1504950" y="1457325"/>
                </a:lnTo>
                <a:lnTo>
                  <a:pt x="1504950" y="1447800"/>
                </a:lnTo>
                <a:lnTo>
                  <a:pt x="1485900" y="1447800"/>
                </a:lnTo>
                <a:lnTo>
                  <a:pt x="1485900" y="1428750"/>
                </a:lnTo>
                <a:lnTo>
                  <a:pt x="1476375" y="1428750"/>
                </a:lnTo>
                <a:lnTo>
                  <a:pt x="1476375" y="1419225"/>
                </a:lnTo>
                <a:lnTo>
                  <a:pt x="1447800" y="1419225"/>
                </a:lnTo>
                <a:lnTo>
                  <a:pt x="1447800" y="1428750"/>
                </a:lnTo>
                <a:lnTo>
                  <a:pt x="1419225" y="1428750"/>
                </a:lnTo>
                <a:lnTo>
                  <a:pt x="1419225" y="1419225"/>
                </a:lnTo>
                <a:lnTo>
                  <a:pt x="1438275" y="1419225"/>
                </a:lnTo>
                <a:lnTo>
                  <a:pt x="1438275" y="1400175"/>
                </a:lnTo>
                <a:lnTo>
                  <a:pt x="1447800" y="1400175"/>
                </a:lnTo>
                <a:lnTo>
                  <a:pt x="1447800" y="1390650"/>
                </a:lnTo>
                <a:lnTo>
                  <a:pt x="1371600" y="1390650"/>
                </a:lnTo>
                <a:lnTo>
                  <a:pt x="1371600" y="1400175"/>
                </a:lnTo>
                <a:lnTo>
                  <a:pt x="1362075" y="1400175"/>
                </a:lnTo>
                <a:lnTo>
                  <a:pt x="1362075" y="1409700"/>
                </a:lnTo>
                <a:lnTo>
                  <a:pt x="1390650" y="1409700"/>
                </a:lnTo>
                <a:lnTo>
                  <a:pt x="1390650" y="1400175"/>
                </a:lnTo>
                <a:lnTo>
                  <a:pt x="1400175" y="1400175"/>
                </a:lnTo>
                <a:lnTo>
                  <a:pt x="1400175" y="1409700"/>
                </a:lnTo>
                <a:lnTo>
                  <a:pt x="1390650" y="1409700"/>
                </a:lnTo>
                <a:lnTo>
                  <a:pt x="1390650" y="1438275"/>
                </a:lnTo>
                <a:lnTo>
                  <a:pt x="1381125" y="1438275"/>
                </a:lnTo>
                <a:lnTo>
                  <a:pt x="1381125" y="1428750"/>
                </a:lnTo>
                <a:lnTo>
                  <a:pt x="1314450" y="1428750"/>
                </a:lnTo>
                <a:lnTo>
                  <a:pt x="1314450" y="1419225"/>
                </a:lnTo>
                <a:lnTo>
                  <a:pt x="1295400" y="1419225"/>
                </a:lnTo>
                <a:lnTo>
                  <a:pt x="1295400" y="1409700"/>
                </a:lnTo>
                <a:lnTo>
                  <a:pt x="1285875" y="1409700"/>
                </a:lnTo>
                <a:lnTo>
                  <a:pt x="1285875" y="1390650"/>
                </a:lnTo>
                <a:lnTo>
                  <a:pt x="1352550" y="1390650"/>
                </a:lnTo>
                <a:lnTo>
                  <a:pt x="1352550" y="1381125"/>
                </a:lnTo>
                <a:lnTo>
                  <a:pt x="1371600" y="1381125"/>
                </a:lnTo>
                <a:lnTo>
                  <a:pt x="1371600" y="1371600"/>
                </a:lnTo>
                <a:lnTo>
                  <a:pt x="1447800" y="1371600"/>
                </a:lnTo>
                <a:lnTo>
                  <a:pt x="1447800" y="1381125"/>
                </a:lnTo>
                <a:lnTo>
                  <a:pt x="1457325" y="1381125"/>
                </a:lnTo>
                <a:lnTo>
                  <a:pt x="1457325" y="1390650"/>
                </a:lnTo>
                <a:lnTo>
                  <a:pt x="1504950" y="1390650"/>
                </a:lnTo>
                <a:lnTo>
                  <a:pt x="1504950" y="1381125"/>
                </a:lnTo>
                <a:lnTo>
                  <a:pt x="1514475" y="1381125"/>
                </a:lnTo>
                <a:lnTo>
                  <a:pt x="1514475" y="1371600"/>
                </a:lnTo>
                <a:lnTo>
                  <a:pt x="1524000" y="1371600"/>
                </a:lnTo>
                <a:lnTo>
                  <a:pt x="1524000" y="1381125"/>
                </a:lnTo>
                <a:lnTo>
                  <a:pt x="1543050" y="1381125"/>
                </a:lnTo>
                <a:lnTo>
                  <a:pt x="1543050" y="1362075"/>
                </a:lnTo>
                <a:lnTo>
                  <a:pt x="1562100" y="1362075"/>
                </a:lnTo>
                <a:close/>
                <a:moveTo>
                  <a:pt x="1647825" y="1400175"/>
                </a:moveTo>
                <a:lnTo>
                  <a:pt x="1657350" y="1400175"/>
                </a:lnTo>
                <a:lnTo>
                  <a:pt x="1657350" y="1381125"/>
                </a:lnTo>
                <a:lnTo>
                  <a:pt x="1638300" y="1381125"/>
                </a:lnTo>
                <a:lnTo>
                  <a:pt x="1638300" y="1390650"/>
                </a:lnTo>
                <a:lnTo>
                  <a:pt x="1628775" y="1390650"/>
                </a:lnTo>
                <a:lnTo>
                  <a:pt x="1628775" y="1409700"/>
                </a:lnTo>
                <a:lnTo>
                  <a:pt x="1647825" y="1409700"/>
                </a:lnTo>
                <a:close/>
                <a:moveTo>
                  <a:pt x="1104900" y="1438275"/>
                </a:moveTo>
                <a:lnTo>
                  <a:pt x="1123950" y="1438275"/>
                </a:lnTo>
                <a:lnTo>
                  <a:pt x="1123950" y="1447800"/>
                </a:lnTo>
                <a:lnTo>
                  <a:pt x="1104900" y="1447800"/>
                </a:lnTo>
                <a:close/>
                <a:moveTo>
                  <a:pt x="1466850" y="1504950"/>
                </a:moveTo>
                <a:lnTo>
                  <a:pt x="1485900" y="1504950"/>
                </a:lnTo>
                <a:lnTo>
                  <a:pt x="1485900" y="1514475"/>
                </a:lnTo>
                <a:lnTo>
                  <a:pt x="1524000" y="1514475"/>
                </a:lnTo>
                <a:lnTo>
                  <a:pt x="1524000" y="1533525"/>
                </a:lnTo>
                <a:lnTo>
                  <a:pt x="1514475" y="1533525"/>
                </a:lnTo>
                <a:lnTo>
                  <a:pt x="1514475" y="1552575"/>
                </a:lnTo>
                <a:lnTo>
                  <a:pt x="1485900" y="1552575"/>
                </a:lnTo>
                <a:lnTo>
                  <a:pt x="1485900" y="1543050"/>
                </a:lnTo>
                <a:lnTo>
                  <a:pt x="1476375" y="1543050"/>
                </a:lnTo>
                <a:lnTo>
                  <a:pt x="1476375" y="1533525"/>
                </a:lnTo>
                <a:lnTo>
                  <a:pt x="1466850" y="1533525"/>
                </a:lnTo>
                <a:lnTo>
                  <a:pt x="1466850" y="1524000"/>
                </a:lnTo>
                <a:lnTo>
                  <a:pt x="1457325" y="1524000"/>
                </a:lnTo>
                <a:lnTo>
                  <a:pt x="1457325" y="1562100"/>
                </a:lnTo>
                <a:lnTo>
                  <a:pt x="1438275" y="1562100"/>
                </a:lnTo>
                <a:lnTo>
                  <a:pt x="1438275" y="1533525"/>
                </a:lnTo>
                <a:lnTo>
                  <a:pt x="1447800" y="1533525"/>
                </a:lnTo>
                <a:lnTo>
                  <a:pt x="1447800" y="1514475"/>
                </a:lnTo>
                <a:lnTo>
                  <a:pt x="1466850" y="1514475"/>
                </a:lnTo>
                <a:close/>
                <a:moveTo>
                  <a:pt x="1628775" y="1504950"/>
                </a:moveTo>
                <a:lnTo>
                  <a:pt x="1733550" y="1504950"/>
                </a:lnTo>
                <a:lnTo>
                  <a:pt x="1733550" y="1514475"/>
                </a:lnTo>
                <a:lnTo>
                  <a:pt x="1743075" y="1514475"/>
                </a:lnTo>
                <a:lnTo>
                  <a:pt x="1743075" y="1524000"/>
                </a:lnTo>
                <a:lnTo>
                  <a:pt x="1733550" y="1524000"/>
                </a:lnTo>
                <a:lnTo>
                  <a:pt x="1733550" y="1533525"/>
                </a:lnTo>
                <a:lnTo>
                  <a:pt x="1743075" y="1533525"/>
                </a:lnTo>
                <a:lnTo>
                  <a:pt x="1743075" y="1562100"/>
                </a:lnTo>
                <a:lnTo>
                  <a:pt x="1724025" y="1562100"/>
                </a:lnTo>
                <a:lnTo>
                  <a:pt x="1724025" y="1590675"/>
                </a:lnTo>
                <a:lnTo>
                  <a:pt x="1733550" y="1590675"/>
                </a:lnTo>
                <a:lnTo>
                  <a:pt x="1733550" y="1600200"/>
                </a:lnTo>
                <a:lnTo>
                  <a:pt x="1714500" y="1600200"/>
                </a:lnTo>
                <a:lnTo>
                  <a:pt x="1714500" y="1590675"/>
                </a:lnTo>
                <a:lnTo>
                  <a:pt x="1695450" y="1590675"/>
                </a:lnTo>
                <a:lnTo>
                  <a:pt x="1695450" y="1562100"/>
                </a:lnTo>
                <a:lnTo>
                  <a:pt x="1685925" y="1562100"/>
                </a:lnTo>
                <a:lnTo>
                  <a:pt x="1685925" y="1581150"/>
                </a:lnTo>
                <a:lnTo>
                  <a:pt x="1676400" y="1581150"/>
                </a:lnTo>
                <a:lnTo>
                  <a:pt x="1676400" y="1552575"/>
                </a:lnTo>
                <a:lnTo>
                  <a:pt x="1695450" y="1552575"/>
                </a:lnTo>
                <a:lnTo>
                  <a:pt x="1695450" y="1543050"/>
                </a:lnTo>
                <a:lnTo>
                  <a:pt x="1685925" y="1543050"/>
                </a:lnTo>
                <a:lnTo>
                  <a:pt x="1685925" y="1533525"/>
                </a:lnTo>
                <a:lnTo>
                  <a:pt x="1676400" y="1533525"/>
                </a:lnTo>
                <a:lnTo>
                  <a:pt x="1676400" y="1543050"/>
                </a:lnTo>
                <a:lnTo>
                  <a:pt x="1647825" y="1543050"/>
                </a:lnTo>
                <a:lnTo>
                  <a:pt x="1647825" y="1533525"/>
                </a:lnTo>
                <a:lnTo>
                  <a:pt x="1628775" y="1533525"/>
                </a:lnTo>
                <a:close/>
                <a:moveTo>
                  <a:pt x="1714500" y="1543050"/>
                </a:moveTo>
                <a:lnTo>
                  <a:pt x="1724025" y="1543050"/>
                </a:lnTo>
                <a:lnTo>
                  <a:pt x="1724025" y="1533525"/>
                </a:lnTo>
                <a:lnTo>
                  <a:pt x="1704975" y="1533525"/>
                </a:lnTo>
                <a:lnTo>
                  <a:pt x="1704975" y="1552575"/>
                </a:lnTo>
                <a:lnTo>
                  <a:pt x="1714500" y="1552575"/>
                </a:lnTo>
                <a:close/>
                <a:moveTo>
                  <a:pt x="523875" y="1562100"/>
                </a:moveTo>
                <a:lnTo>
                  <a:pt x="542925" y="1562100"/>
                </a:lnTo>
                <a:lnTo>
                  <a:pt x="542925" y="1590675"/>
                </a:lnTo>
                <a:lnTo>
                  <a:pt x="514350" y="1590675"/>
                </a:lnTo>
                <a:lnTo>
                  <a:pt x="514350" y="1581150"/>
                </a:lnTo>
                <a:lnTo>
                  <a:pt x="523875" y="1581150"/>
                </a:lnTo>
                <a:close/>
                <a:moveTo>
                  <a:pt x="0" y="1600200"/>
                </a:moveTo>
                <a:lnTo>
                  <a:pt x="9525" y="1600200"/>
                </a:lnTo>
                <a:lnTo>
                  <a:pt x="9525" y="1609725"/>
                </a:lnTo>
                <a:lnTo>
                  <a:pt x="19050" y="1609725"/>
                </a:lnTo>
                <a:lnTo>
                  <a:pt x="19050" y="1628775"/>
                </a:lnTo>
                <a:lnTo>
                  <a:pt x="38100" y="1628775"/>
                </a:lnTo>
                <a:lnTo>
                  <a:pt x="38100" y="1657350"/>
                </a:lnTo>
                <a:lnTo>
                  <a:pt x="28575" y="1657350"/>
                </a:lnTo>
                <a:lnTo>
                  <a:pt x="28575" y="1647825"/>
                </a:lnTo>
                <a:lnTo>
                  <a:pt x="19050" y="1647825"/>
                </a:lnTo>
                <a:lnTo>
                  <a:pt x="19050" y="1666875"/>
                </a:lnTo>
                <a:lnTo>
                  <a:pt x="9525" y="1666875"/>
                </a:lnTo>
                <a:lnTo>
                  <a:pt x="9525" y="1685925"/>
                </a:lnTo>
                <a:lnTo>
                  <a:pt x="19050" y="1685925"/>
                </a:lnTo>
                <a:lnTo>
                  <a:pt x="19050" y="1724025"/>
                </a:lnTo>
                <a:lnTo>
                  <a:pt x="0" y="1724025"/>
                </a:lnTo>
                <a:close/>
                <a:moveTo>
                  <a:pt x="1000125" y="1609725"/>
                </a:moveTo>
                <a:lnTo>
                  <a:pt x="1019175" y="1609725"/>
                </a:lnTo>
                <a:lnTo>
                  <a:pt x="1019175" y="1638300"/>
                </a:lnTo>
                <a:lnTo>
                  <a:pt x="1038225" y="1638300"/>
                </a:lnTo>
                <a:lnTo>
                  <a:pt x="1038225" y="1628775"/>
                </a:lnTo>
                <a:lnTo>
                  <a:pt x="1057275" y="1628775"/>
                </a:lnTo>
                <a:lnTo>
                  <a:pt x="1057275" y="1619250"/>
                </a:lnTo>
                <a:lnTo>
                  <a:pt x="1076325" y="1619250"/>
                </a:lnTo>
                <a:lnTo>
                  <a:pt x="1076325" y="1638300"/>
                </a:lnTo>
                <a:lnTo>
                  <a:pt x="1095375" y="1638300"/>
                </a:lnTo>
                <a:lnTo>
                  <a:pt x="1095375" y="1657350"/>
                </a:lnTo>
                <a:lnTo>
                  <a:pt x="1104900" y="1657350"/>
                </a:lnTo>
                <a:lnTo>
                  <a:pt x="1104900" y="1647825"/>
                </a:lnTo>
                <a:lnTo>
                  <a:pt x="1114425" y="1647825"/>
                </a:lnTo>
                <a:lnTo>
                  <a:pt x="1114425" y="1657350"/>
                </a:lnTo>
                <a:lnTo>
                  <a:pt x="1123950" y="1657350"/>
                </a:lnTo>
                <a:lnTo>
                  <a:pt x="1123950" y="1676400"/>
                </a:lnTo>
                <a:lnTo>
                  <a:pt x="1114425" y="1676400"/>
                </a:lnTo>
                <a:lnTo>
                  <a:pt x="1114425" y="1685925"/>
                </a:lnTo>
                <a:lnTo>
                  <a:pt x="1104900" y="1685925"/>
                </a:lnTo>
                <a:lnTo>
                  <a:pt x="1104900" y="1666875"/>
                </a:lnTo>
                <a:lnTo>
                  <a:pt x="1095375" y="1666875"/>
                </a:lnTo>
                <a:lnTo>
                  <a:pt x="1095375" y="1685925"/>
                </a:lnTo>
                <a:lnTo>
                  <a:pt x="1104900" y="1685925"/>
                </a:lnTo>
                <a:lnTo>
                  <a:pt x="1104900" y="1695450"/>
                </a:lnTo>
                <a:lnTo>
                  <a:pt x="1085850" y="1695450"/>
                </a:lnTo>
                <a:lnTo>
                  <a:pt x="1085850" y="1685925"/>
                </a:lnTo>
                <a:lnTo>
                  <a:pt x="1076325" y="1685925"/>
                </a:lnTo>
                <a:lnTo>
                  <a:pt x="1076325" y="1695450"/>
                </a:lnTo>
                <a:lnTo>
                  <a:pt x="1066800" y="1695450"/>
                </a:lnTo>
                <a:lnTo>
                  <a:pt x="1066800" y="1704975"/>
                </a:lnTo>
                <a:lnTo>
                  <a:pt x="1028700" y="1704975"/>
                </a:lnTo>
                <a:lnTo>
                  <a:pt x="1028700" y="1714500"/>
                </a:lnTo>
                <a:lnTo>
                  <a:pt x="971550" y="1714500"/>
                </a:lnTo>
                <a:lnTo>
                  <a:pt x="971550" y="1724025"/>
                </a:lnTo>
                <a:lnTo>
                  <a:pt x="962025" y="1724025"/>
                </a:lnTo>
                <a:lnTo>
                  <a:pt x="962025" y="1714500"/>
                </a:lnTo>
                <a:lnTo>
                  <a:pt x="942975" y="1714500"/>
                </a:lnTo>
                <a:lnTo>
                  <a:pt x="942975" y="1704975"/>
                </a:lnTo>
                <a:lnTo>
                  <a:pt x="923925" y="1704975"/>
                </a:lnTo>
                <a:lnTo>
                  <a:pt x="923925" y="1714500"/>
                </a:lnTo>
                <a:lnTo>
                  <a:pt x="895350" y="1714500"/>
                </a:lnTo>
                <a:lnTo>
                  <a:pt x="895350" y="1704975"/>
                </a:lnTo>
                <a:lnTo>
                  <a:pt x="885825" y="1704975"/>
                </a:lnTo>
                <a:lnTo>
                  <a:pt x="885825" y="1714500"/>
                </a:lnTo>
                <a:lnTo>
                  <a:pt x="781050" y="1714500"/>
                </a:lnTo>
                <a:lnTo>
                  <a:pt x="781050" y="1724025"/>
                </a:lnTo>
                <a:lnTo>
                  <a:pt x="733425" y="1724025"/>
                </a:lnTo>
                <a:lnTo>
                  <a:pt x="733425" y="1704975"/>
                </a:lnTo>
                <a:lnTo>
                  <a:pt x="723900" y="1704975"/>
                </a:lnTo>
                <a:lnTo>
                  <a:pt x="723900" y="1685925"/>
                </a:lnTo>
                <a:lnTo>
                  <a:pt x="704850" y="1685925"/>
                </a:lnTo>
                <a:lnTo>
                  <a:pt x="704850" y="1638300"/>
                </a:lnTo>
                <a:lnTo>
                  <a:pt x="762000" y="1638300"/>
                </a:lnTo>
                <a:lnTo>
                  <a:pt x="762000" y="1647825"/>
                </a:lnTo>
                <a:lnTo>
                  <a:pt x="781050" y="1647825"/>
                </a:lnTo>
                <a:lnTo>
                  <a:pt x="781050" y="1638300"/>
                </a:lnTo>
                <a:lnTo>
                  <a:pt x="790575" y="1638300"/>
                </a:lnTo>
                <a:lnTo>
                  <a:pt x="790575" y="1628775"/>
                </a:lnTo>
                <a:lnTo>
                  <a:pt x="819150" y="1628775"/>
                </a:lnTo>
                <a:lnTo>
                  <a:pt x="819150" y="1638300"/>
                </a:lnTo>
                <a:lnTo>
                  <a:pt x="828675" y="1638300"/>
                </a:lnTo>
                <a:lnTo>
                  <a:pt x="828675" y="1628775"/>
                </a:lnTo>
                <a:lnTo>
                  <a:pt x="866775" y="1628775"/>
                </a:lnTo>
                <a:lnTo>
                  <a:pt x="866775" y="1638300"/>
                </a:lnTo>
                <a:lnTo>
                  <a:pt x="895350" y="1638300"/>
                </a:lnTo>
                <a:lnTo>
                  <a:pt x="895350" y="1628775"/>
                </a:lnTo>
                <a:lnTo>
                  <a:pt x="952500" y="1628775"/>
                </a:lnTo>
                <a:lnTo>
                  <a:pt x="952500" y="1685925"/>
                </a:lnTo>
                <a:lnTo>
                  <a:pt x="962025" y="1685925"/>
                </a:lnTo>
                <a:lnTo>
                  <a:pt x="962025" y="1676400"/>
                </a:lnTo>
                <a:lnTo>
                  <a:pt x="971550" y="1676400"/>
                </a:lnTo>
                <a:lnTo>
                  <a:pt x="971550" y="1666875"/>
                </a:lnTo>
                <a:lnTo>
                  <a:pt x="981075" y="1666875"/>
                </a:lnTo>
                <a:lnTo>
                  <a:pt x="981075" y="1657350"/>
                </a:lnTo>
                <a:lnTo>
                  <a:pt x="990600" y="1657350"/>
                </a:lnTo>
                <a:lnTo>
                  <a:pt x="990600" y="1638300"/>
                </a:lnTo>
                <a:lnTo>
                  <a:pt x="981075" y="1638300"/>
                </a:lnTo>
                <a:lnTo>
                  <a:pt x="981075" y="1628775"/>
                </a:lnTo>
                <a:lnTo>
                  <a:pt x="1000125" y="1628775"/>
                </a:lnTo>
                <a:close/>
                <a:moveTo>
                  <a:pt x="1685925" y="1638300"/>
                </a:moveTo>
                <a:lnTo>
                  <a:pt x="1724025" y="1638300"/>
                </a:lnTo>
                <a:lnTo>
                  <a:pt x="1724025" y="1647825"/>
                </a:lnTo>
                <a:lnTo>
                  <a:pt x="1743075" y="1647825"/>
                </a:lnTo>
                <a:lnTo>
                  <a:pt x="1743075" y="1676400"/>
                </a:lnTo>
                <a:lnTo>
                  <a:pt x="1724025" y="1676400"/>
                </a:lnTo>
                <a:lnTo>
                  <a:pt x="1724025" y="1695450"/>
                </a:lnTo>
                <a:lnTo>
                  <a:pt x="1714500" y="1695450"/>
                </a:lnTo>
                <a:lnTo>
                  <a:pt x="1714500" y="1704975"/>
                </a:lnTo>
                <a:lnTo>
                  <a:pt x="1695450" y="1704975"/>
                </a:lnTo>
                <a:lnTo>
                  <a:pt x="1695450" y="1695450"/>
                </a:lnTo>
                <a:lnTo>
                  <a:pt x="1704975" y="1695450"/>
                </a:lnTo>
                <a:lnTo>
                  <a:pt x="1704975" y="1666875"/>
                </a:lnTo>
                <a:lnTo>
                  <a:pt x="1695450" y="1666875"/>
                </a:lnTo>
                <a:lnTo>
                  <a:pt x="1695450" y="1657350"/>
                </a:lnTo>
                <a:lnTo>
                  <a:pt x="1685925" y="1657350"/>
                </a:lnTo>
                <a:close/>
                <a:moveTo>
                  <a:pt x="666750" y="1647825"/>
                </a:moveTo>
                <a:lnTo>
                  <a:pt x="685800" y="1647825"/>
                </a:lnTo>
                <a:lnTo>
                  <a:pt x="685800" y="1666875"/>
                </a:lnTo>
                <a:lnTo>
                  <a:pt x="657225" y="1666875"/>
                </a:lnTo>
                <a:lnTo>
                  <a:pt x="657225" y="1657350"/>
                </a:lnTo>
                <a:lnTo>
                  <a:pt x="666750" y="1657350"/>
                </a:lnTo>
                <a:close/>
                <a:moveTo>
                  <a:pt x="1009650" y="1685925"/>
                </a:moveTo>
                <a:lnTo>
                  <a:pt x="1019175" y="1685925"/>
                </a:lnTo>
                <a:lnTo>
                  <a:pt x="1019175" y="1666875"/>
                </a:lnTo>
                <a:lnTo>
                  <a:pt x="1009650" y="1666875"/>
                </a:lnTo>
                <a:close/>
                <a:moveTo>
                  <a:pt x="1038225" y="1685925"/>
                </a:moveTo>
                <a:lnTo>
                  <a:pt x="1047750" y="1685925"/>
                </a:lnTo>
                <a:lnTo>
                  <a:pt x="1047750" y="1666875"/>
                </a:lnTo>
                <a:lnTo>
                  <a:pt x="1038225" y="1666875"/>
                </a:lnTo>
                <a:close/>
                <a:moveTo>
                  <a:pt x="971550" y="1704975"/>
                </a:moveTo>
                <a:lnTo>
                  <a:pt x="981075" y="1704975"/>
                </a:lnTo>
                <a:lnTo>
                  <a:pt x="981075" y="1695450"/>
                </a:lnTo>
                <a:lnTo>
                  <a:pt x="971550" y="1695450"/>
                </a:lnTo>
                <a:close/>
                <a:moveTo>
                  <a:pt x="1685925" y="1714500"/>
                </a:moveTo>
                <a:lnTo>
                  <a:pt x="1695450" y="1714500"/>
                </a:lnTo>
                <a:lnTo>
                  <a:pt x="1695450" y="1724025"/>
                </a:lnTo>
                <a:lnTo>
                  <a:pt x="1685925" y="1724025"/>
                </a:lnTo>
                <a:close/>
                <a:moveTo>
                  <a:pt x="581025" y="1762125"/>
                </a:moveTo>
                <a:lnTo>
                  <a:pt x="590550" y="1762125"/>
                </a:lnTo>
                <a:lnTo>
                  <a:pt x="590550" y="1790700"/>
                </a:lnTo>
                <a:lnTo>
                  <a:pt x="571500" y="1790700"/>
                </a:lnTo>
                <a:lnTo>
                  <a:pt x="571500" y="1771650"/>
                </a:lnTo>
                <a:lnTo>
                  <a:pt x="581025" y="1771650"/>
                </a:lnTo>
                <a:close/>
                <a:moveTo>
                  <a:pt x="762000" y="1762125"/>
                </a:moveTo>
                <a:lnTo>
                  <a:pt x="771525" y="1762125"/>
                </a:lnTo>
                <a:lnTo>
                  <a:pt x="771525" y="1771650"/>
                </a:lnTo>
                <a:lnTo>
                  <a:pt x="790575" y="1771650"/>
                </a:lnTo>
                <a:lnTo>
                  <a:pt x="790575" y="1781175"/>
                </a:lnTo>
                <a:lnTo>
                  <a:pt x="800100" y="1781175"/>
                </a:lnTo>
                <a:lnTo>
                  <a:pt x="800100" y="1790700"/>
                </a:lnTo>
                <a:lnTo>
                  <a:pt x="819150" y="1790700"/>
                </a:lnTo>
                <a:lnTo>
                  <a:pt x="819150" y="1800225"/>
                </a:lnTo>
                <a:lnTo>
                  <a:pt x="809625" y="1800225"/>
                </a:lnTo>
                <a:lnTo>
                  <a:pt x="809625" y="1809750"/>
                </a:lnTo>
                <a:lnTo>
                  <a:pt x="790575" y="1809750"/>
                </a:lnTo>
                <a:lnTo>
                  <a:pt x="790575" y="1800225"/>
                </a:lnTo>
                <a:lnTo>
                  <a:pt x="781050" y="1800225"/>
                </a:lnTo>
                <a:lnTo>
                  <a:pt x="781050" y="1790700"/>
                </a:lnTo>
                <a:lnTo>
                  <a:pt x="762000" y="1790700"/>
                </a:lnTo>
                <a:lnTo>
                  <a:pt x="762000" y="1809750"/>
                </a:lnTo>
                <a:lnTo>
                  <a:pt x="752475" y="1809750"/>
                </a:lnTo>
                <a:lnTo>
                  <a:pt x="752475" y="1800225"/>
                </a:lnTo>
                <a:lnTo>
                  <a:pt x="742950" y="1800225"/>
                </a:lnTo>
                <a:lnTo>
                  <a:pt x="742950" y="1809750"/>
                </a:lnTo>
                <a:lnTo>
                  <a:pt x="752475" y="1809750"/>
                </a:lnTo>
                <a:lnTo>
                  <a:pt x="752475" y="1819275"/>
                </a:lnTo>
                <a:lnTo>
                  <a:pt x="733425" y="1819275"/>
                </a:lnTo>
                <a:lnTo>
                  <a:pt x="733425" y="1809750"/>
                </a:lnTo>
                <a:lnTo>
                  <a:pt x="714375" y="1809750"/>
                </a:lnTo>
                <a:lnTo>
                  <a:pt x="714375" y="1800225"/>
                </a:lnTo>
                <a:lnTo>
                  <a:pt x="704850" y="1800225"/>
                </a:lnTo>
                <a:lnTo>
                  <a:pt x="704850" y="1781175"/>
                </a:lnTo>
                <a:lnTo>
                  <a:pt x="714375" y="1781175"/>
                </a:lnTo>
                <a:lnTo>
                  <a:pt x="714375" y="1771650"/>
                </a:lnTo>
                <a:lnTo>
                  <a:pt x="762000" y="1771650"/>
                </a:lnTo>
                <a:close/>
                <a:moveTo>
                  <a:pt x="1666875" y="1762125"/>
                </a:moveTo>
                <a:lnTo>
                  <a:pt x="1714500" y="1762125"/>
                </a:lnTo>
                <a:lnTo>
                  <a:pt x="1714500" y="1771650"/>
                </a:lnTo>
                <a:lnTo>
                  <a:pt x="1752600" y="1771650"/>
                </a:lnTo>
                <a:lnTo>
                  <a:pt x="1752600" y="1790700"/>
                </a:lnTo>
                <a:lnTo>
                  <a:pt x="1771650" y="1790700"/>
                </a:lnTo>
                <a:lnTo>
                  <a:pt x="1771650" y="1819275"/>
                </a:lnTo>
                <a:lnTo>
                  <a:pt x="1752600" y="1819275"/>
                </a:lnTo>
                <a:lnTo>
                  <a:pt x="1752600" y="1828800"/>
                </a:lnTo>
                <a:lnTo>
                  <a:pt x="1743075" y="1828800"/>
                </a:lnTo>
                <a:lnTo>
                  <a:pt x="1743075" y="1847850"/>
                </a:lnTo>
                <a:lnTo>
                  <a:pt x="1733550" y="1847850"/>
                </a:lnTo>
                <a:lnTo>
                  <a:pt x="1733550" y="1857375"/>
                </a:lnTo>
                <a:lnTo>
                  <a:pt x="1685925" y="1857375"/>
                </a:lnTo>
                <a:lnTo>
                  <a:pt x="1685925" y="1847850"/>
                </a:lnTo>
                <a:lnTo>
                  <a:pt x="1666875" y="1847850"/>
                </a:lnTo>
                <a:lnTo>
                  <a:pt x="1666875" y="1838325"/>
                </a:lnTo>
                <a:lnTo>
                  <a:pt x="1647825" y="1838325"/>
                </a:lnTo>
                <a:lnTo>
                  <a:pt x="1647825" y="1847850"/>
                </a:lnTo>
                <a:lnTo>
                  <a:pt x="1638300" y="1847850"/>
                </a:lnTo>
                <a:lnTo>
                  <a:pt x="1638300" y="1857375"/>
                </a:lnTo>
                <a:lnTo>
                  <a:pt x="1619250" y="1857375"/>
                </a:lnTo>
                <a:lnTo>
                  <a:pt x="1619250" y="1847850"/>
                </a:lnTo>
                <a:lnTo>
                  <a:pt x="1609725" y="1847850"/>
                </a:lnTo>
                <a:lnTo>
                  <a:pt x="1609725" y="1809750"/>
                </a:lnTo>
                <a:lnTo>
                  <a:pt x="1619250" y="1809750"/>
                </a:lnTo>
                <a:lnTo>
                  <a:pt x="1619250" y="1800225"/>
                </a:lnTo>
                <a:lnTo>
                  <a:pt x="1647825" y="1800225"/>
                </a:lnTo>
                <a:lnTo>
                  <a:pt x="1647825" y="1790700"/>
                </a:lnTo>
                <a:lnTo>
                  <a:pt x="1657350" y="1790700"/>
                </a:lnTo>
                <a:lnTo>
                  <a:pt x="1657350" y="1771650"/>
                </a:lnTo>
                <a:lnTo>
                  <a:pt x="1666875" y="1771650"/>
                </a:lnTo>
                <a:close/>
                <a:moveTo>
                  <a:pt x="704850" y="1809750"/>
                </a:moveTo>
                <a:lnTo>
                  <a:pt x="714375" y="1809750"/>
                </a:lnTo>
                <a:lnTo>
                  <a:pt x="714375" y="1819275"/>
                </a:lnTo>
                <a:lnTo>
                  <a:pt x="704850" y="1819275"/>
                </a:lnTo>
                <a:close/>
                <a:moveTo>
                  <a:pt x="1571625" y="1819275"/>
                </a:moveTo>
                <a:lnTo>
                  <a:pt x="1590675" y="1819275"/>
                </a:lnTo>
                <a:lnTo>
                  <a:pt x="1590675" y="1847850"/>
                </a:lnTo>
                <a:lnTo>
                  <a:pt x="1571625" y="1847850"/>
                </a:lnTo>
                <a:close/>
                <a:moveTo>
                  <a:pt x="1762125" y="1905000"/>
                </a:moveTo>
                <a:lnTo>
                  <a:pt x="1771650" y="1905000"/>
                </a:lnTo>
                <a:lnTo>
                  <a:pt x="1771650" y="1914525"/>
                </a:lnTo>
                <a:lnTo>
                  <a:pt x="1781175" y="1914525"/>
                </a:lnTo>
                <a:lnTo>
                  <a:pt x="1781175" y="1933575"/>
                </a:lnTo>
                <a:lnTo>
                  <a:pt x="1771650" y="1933575"/>
                </a:lnTo>
                <a:lnTo>
                  <a:pt x="1771650" y="1990725"/>
                </a:lnTo>
                <a:lnTo>
                  <a:pt x="1752600" y="1990725"/>
                </a:lnTo>
                <a:lnTo>
                  <a:pt x="1752600" y="2000250"/>
                </a:lnTo>
                <a:lnTo>
                  <a:pt x="1743075" y="2000250"/>
                </a:lnTo>
                <a:lnTo>
                  <a:pt x="1743075" y="2009775"/>
                </a:lnTo>
                <a:lnTo>
                  <a:pt x="1733550" y="2009775"/>
                </a:lnTo>
                <a:lnTo>
                  <a:pt x="1733550" y="2000250"/>
                </a:lnTo>
                <a:lnTo>
                  <a:pt x="1724025" y="2000250"/>
                </a:lnTo>
                <a:lnTo>
                  <a:pt x="1724025" y="1990725"/>
                </a:lnTo>
                <a:lnTo>
                  <a:pt x="1704975" y="1990725"/>
                </a:lnTo>
                <a:lnTo>
                  <a:pt x="1704975" y="2000250"/>
                </a:lnTo>
                <a:lnTo>
                  <a:pt x="1695450" y="2000250"/>
                </a:lnTo>
                <a:lnTo>
                  <a:pt x="1695450" y="1971675"/>
                </a:lnTo>
                <a:lnTo>
                  <a:pt x="1685925" y="1971675"/>
                </a:lnTo>
                <a:lnTo>
                  <a:pt x="1685925" y="1924050"/>
                </a:lnTo>
                <a:lnTo>
                  <a:pt x="1695450" y="1924050"/>
                </a:lnTo>
                <a:lnTo>
                  <a:pt x="1695450" y="1914525"/>
                </a:lnTo>
                <a:lnTo>
                  <a:pt x="1762125" y="1914525"/>
                </a:lnTo>
                <a:close/>
                <a:moveTo>
                  <a:pt x="1724025" y="1943100"/>
                </a:moveTo>
                <a:lnTo>
                  <a:pt x="1733550" y="1943100"/>
                </a:lnTo>
                <a:lnTo>
                  <a:pt x="1733550" y="1952625"/>
                </a:lnTo>
                <a:lnTo>
                  <a:pt x="1752600" y="1952625"/>
                </a:lnTo>
                <a:lnTo>
                  <a:pt x="1752600" y="1943100"/>
                </a:lnTo>
                <a:lnTo>
                  <a:pt x="1743075" y="1943100"/>
                </a:lnTo>
                <a:lnTo>
                  <a:pt x="1743075" y="1924050"/>
                </a:lnTo>
                <a:lnTo>
                  <a:pt x="1724025" y="1924050"/>
                </a:lnTo>
                <a:close/>
                <a:moveTo>
                  <a:pt x="685800" y="1952625"/>
                </a:moveTo>
                <a:lnTo>
                  <a:pt x="695325" y="1952625"/>
                </a:lnTo>
                <a:lnTo>
                  <a:pt x="695325" y="1962150"/>
                </a:lnTo>
                <a:lnTo>
                  <a:pt x="685800" y="1962150"/>
                </a:lnTo>
                <a:close/>
                <a:moveTo>
                  <a:pt x="0" y="1962150"/>
                </a:moveTo>
                <a:lnTo>
                  <a:pt x="19050" y="1962150"/>
                </a:lnTo>
                <a:lnTo>
                  <a:pt x="19050" y="1971675"/>
                </a:lnTo>
                <a:lnTo>
                  <a:pt x="9525" y="1971675"/>
                </a:lnTo>
                <a:lnTo>
                  <a:pt x="9525" y="1990725"/>
                </a:lnTo>
                <a:lnTo>
                  <a:pt x="0" y="1990725"/>
                </a:lnTo>
                <a:close/>
                <a:moveTo>
                  <a:pt x="257175" y="1962150"/>
                </a:moveTo>
                <a:lnTo>
                  <a:pt x="266700" y="1962150"/>
                </a:lnTo>
                <a:lnTo>
                  <a:pt x="266700" y="1971675"/>
                </a:lnTo>
                <a:lnTo>
                  <a:pt x="257175" y="1971675"/>
                </a:lnTo>
                <a:close/>
                <a:moveTo>
                  <a:pt x="400050" y="1962150"/>
                </a:moveTo>
                <a:lnTo>
                  <a:pt x="419100" y="1962150"/>
                </a:lnTo>
                <a:lnTo>
                  <a:pt x="419100" y="1971675"/>
                </a:lnTo>
                <a:lnTo>
                  <a:pt x="400050" y="1971675"/>
                </a:lnTo>
                <a:close/>
                <a:moveTo>
                  <a:pt x="228600" y="1971675"/>
                </a:moveTo>
                <a:lnTo>
                  <a:pt x="257175" y="1971675"/>
                </a:lnTo>
                <a:lnTo>
                  <a:pt x="257175" y="1990725"/>
                </a:lnTo>
                <a:lnTo>
                  <a:pt x="247650" y="1990725"/>
                </a:lnTo>
                <a:lnTo>
                  <a:pt x="247650" y="1981200"/>
                </a:lnTo>
                <a:lnTo>
                  <a:pt x="228600" y="1981200"/>
                </a:lnTo>
                <a:close/>
                <a:moveTo>
                  <a:pt x="266700" y="1990725"/>
                </a:moveTo>
                <a:lnTo>
                  <a:pt x="276225" y="1990725"/>
                </a:lnTo>
                <a:lnTo>
                  <a:pt x="276225" y="2000250"/>
                </a:lnTo>
                <a:lnTo>
                  <a:pt x="285750" y="2000250"/>
                </a:lnTo>
                <a:lnTo>
                  <a:pt x="285750" y="2009775"/>
                </a:lnTo>
                <a:lnTo>
                  <a:pt x="266700" y="2009775"/>
                </a:lnTo>
                <a:close/>
                <a:moveTo>
                  <a:pt x="0" y="2000250"/>
                </a:moveTo>
                <a:lnTo>
                  <a:pt x="9525" y="2000250"/>
                </a:lnTo>
                <a:lnTo>
                  <a:pt x="9525" y="2009775"/>
                </a:lnTo>
                <a:lnTo>
                  <a:pt x="0" y="2009775"/>
                </a:lnTo>
                <a:close/>
                <a:moveTo>
                  <a:pt x="1685925" y="2000250"/>
                </a:moveTo>
                <a:lnTo>
                  <a:pt x="1695450" y="2000250"/>
                </a:lnTo>
                <a:lnTo>
                  <a:pt x="1695450" y="2009775"/>
                </a:lnTo>
                <a:lnTo>
                  <a:pt x="1685925" y="2009775"/>
                </a:lnTo>
                <a:close/>
              </a:path>
            </a:pathLst>
          </a:custGeom>
          <a:solidFill xmlns:a="http://schemas.openxmlformats.org/drawingml/2006/main">
            <a:srgbClr val="F3F0E1"/>
          </a:solidFill>
          <a:ln xmlns:a="http://schemas.openxmlformats.org/drawingml/2006/main" w="0">
            <a:noFill/>
          </a:ln>
        </p:spPr>
      </p:sp>
      <p:sp>
        <p:nvSpPr>
          <p:cNvPr id="132" name="sales vector #f3f0e0">
            <a:extLst xmlns:a="http://schemas.openxmlformats.org/drawingml/2006/main">
              <a:ext uri="{FF2B5EF4-FFF2-40B4-BE49-F238E27FC236}">
                <a16:creationId xmlns:a16="http://schemas.microsoft.com/office/drawing/2014/main" id="{CC5C0CEB-A061-4711-9238-B6229E431D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381625" y="4914900"/>
            <a:ext cx="2247900" cy="2400300"/>
          </a:xfrm>
          <a:custGeom xmlns:a="http://schemas.openxmlformats.org/drawingml/2006/main">
            <a:pathLst>
              <a:path w="1905000" h="2038350">
                <a:moveTo>
                  <a:pt x="323850" y="0"/>
                </a:moveTo>
                <a:lnTo>
                  <a:pt x="333375" y="0"/>
                </a:lnTo>
                <a:lnTo>
                  <a:pt x="333375" y="9525"/>
                </a:lnTo>
                <a:lnTo>
                  <a:pt x="323850" y="9525"/>
                </a:lnTo>
                <a:close/>
                <a:moveTo>
                  <a:pt x="352425" y="0"/>
                </a:moveTo>
                <a:lnTo>
                  <a:pt x="381000" y="0"/>
                </a:lnTo>
                <a:lnTo>
                  <a:pt x="381000" y="9525"/>
                </a:lnTo>
                <a:lnTo>
                  <a:pt x="361950" y="9525"/>
                </a:lnTo>
                <a:lnTo>
                  <a:pt x="361950" y="19050"/>
                </a:lnTo>
                <a:lnTo>
                  <a:pt x="352425" y="19050"/>
                </a:lnTo>
                <a:close/>
                <a:moveTo>
                  <a:pt x="390525" y="0"/>
                </a:moveTo>
                <a:lnTo>
                  <a:pt x="447675" y="0"/>
                </a:lnTo>
                <a:lnTo>
                  <a:pt x="447675" y="9525"/>
                </a:lnTo>
                <a:lnTo>
                  <a:pt x="428625" y="9525"/>
                </a:lnTo>
                <a:lnTo>
                  <a:pt x="428625" y="19050"/>
                </a:lnTo>
                <a:lnTo>
                  <a:pt x="419100" y="19050"/>
                </a:lnTo>
                <a:lnTo>
                  <a:pt x="419100" y="9525"/>
                </a:lnTo>
                <a:lnTo>
                  <a:pt x="390525" y="9525"/>
                </a:lnTo>
                <a:close/>
                <a:moveTo>
                  <a:pt x="838200" y="0"/>
                </a:moveTo>
                <a:lnTo>
                  <a:pt x="857250" y="0"/>
                </a:lnTo>
                <a:lnTo>
                  <a:pt x="857250" y="9525"/>
                </a:lnTo>
                <a:lnTo>
                  <a:pt x="838200" y="9525"/>
                </a:lnTo>
                <a:close/>
                <a:moveTo>
                  <a:pt x="914400" y="0"/>
                </a:moveTo>
                <a:lnTo>
                  <a:pt x="942975" y="0"/>
                </a:lnTo>
                <a:lnTo>
                  <a:pt x="942975" y="9525"/>
                </a:lnTo>
                <a:lnTo>
                  <a:pt x="933450" y="9525"/>
                </a:lnTo>
                <a:lnTo>
                  <a:pt x="933450" y="19050"/>
                </a:lnTo>
                <a:lnTo>
                  <a:pt x="923925" y="19050"/>
                </a:lnTo>
                <a:lnTo>
                  <a:pt x="923925" y="9525"/>
                </a:lnTo>
                <a:lnTo>
                  <a:pt x="914400" y="9525"/>
                </a:lnTo>
                <a:close/>
                <a:moveTo>
                  <a:pt x="1447800" y="0"/>
                </a:moveTo>
                <a:lnTo>
                  <a:pt x="1476375" y="0"/>
                </a:lnTo>
                <a:lnTo>
                  <a:pt x="1476375" y="9525"/>
                </a:lnTo>
                <a:lnTo>
                  <a:pt x="1447800" y="9525"/>
                </a:lnTo>
                <a:close/>
                <a:moveTo>
                  <a:pt x="1504950" y="0"/>
                </a:moveTo>
                <a:lnTo>
                  <a:pt x="1571625" y="0"/>
                </a:lnTo>
                <a:lnTo>
                  <a:pt x="1571625" y="9525"/>
                </a:lnTo>
                <a:lnTo>
                  <a:pt x="1552575" y="9525"/>
                </a:lnTo>
                <a:lnTo>
                  <a:pt x="1552575" y="19050"/>
                </a:lnTo>
                <a:lnTo>
                  <a:pt x="1504950" y="19050"/>
                </a:lnTo>
                <a:close/>
                <a:moveTo>
                  <a:pt x="1581150" y="0"/>
                </a:moveTo>
                <a:lnTo>
                  <a:pt x="1638300" y="0"/>
                </a:lnTo>
                <a:lnTo>
                  <a:pt x="1638300" y="9525"/>
                </a:lnTo>
                <a:lnTo>
                  <a:pt x="1628775" y="9525"/>
                </a:lnTo>
                <a:lnTo>
                  <a:pt x="1628775" y="19050"/>
                </a:lnTo>
                <a:lnTo>
                  <a:pt x="1600200" y="19050"/>
                </a:lnTo>
                <a:lnTo>
                  <a:pt x="1600200" y="9525"/>
                </a:lnTo>
                <a:lnTo>
                  <a:pt x="1581150" y="9525"/>
                </a:lnTo>
                <a:close/>
                <a:moveTo>
                  <a:pt x="409575" y="19050"/>
                </a:moveTo>
                <a:lnTo>
                  <a:pt x="419100" y="19050"/>
                </a:lnTo>
                <a:lnTo>
                  <a:pt x="419100" y="28575"/>
                </a:lnTo>
                <a:lnTo>
                  <a:pt x="409575" y="28575"/>
                </a:lnTo>
                <a:close/>
                <a:moveTo>
                  <a:pt x="76200" y="28575"/>
                </a:moveTo>
                <a:lnTo>
                  <a:pt x="85725" y="28575"/>
                </a:lnTo>
                <a:lnTo>
                  <a:pt x="85725" y="47625"/>
                </a:lnTo>
                <a:lnTo>
                  <a:pt x="76200" y="47625"/>
                </a:lnTo>
                <a:close/>
                <a:moveTo>
                  <a:pt x="114300" y="66675"/>
                </a:moveTo>
                <a:lnTo>
                  <a:pt x="133350" y="66675"/>
                </a:lnTo>
                <a:lnTo>
                  <a:pt x="133350" y="76200"/>
                </a:lnTo>
                <a:lnTo>
                  <a:pt x="142875" y="76200"/>
                </a:lnTo>
                <a:lnTo>
                  <a:pt x="142875" y="85725"/>
                </a:lnTo>
                <a:lnTo>
                  <a:pt x="133350" y="85725"/>
                </a:lnTo>
                <a:lnTo>
                  <a:pt x="133350" y="95250"/>
                </a:lnTo>
                <a:lnTo>
                  <a:pt x="114300" y="95250"/>
                </a:lnTo>
                <a:lnTo>
                  <a:pt x="114300" y="85725"/>
                </a:lnTo>
                <a:lnTo>
                  <a:pt x="104775" y="85725"/>
                </a:lnTo>
                <a:lnTo>
                  <a:pt x="104775" y="76200"/>
                </a:lnTo>
                <a:lnTo>
                  <a:pt x="114300" y="76200"/>
                </a:lnTo>
                <a:close/>
                <a:moveTo>
                  <a:pt x="1209675" y="133350"/>
                </a:moveTo>
                <a:lnTo>
                  <a:pt x="1219200" y="133350"/>
                </a:lnTo>
                <a:lnTo>
                  <a:pt x="1219200" y="142875"/>
                </a:lnTo>
                <a:lnTo>
                  <a:pt x="1209675" y="142875"/>
                </a:lnTo>
                <a:close/>
                <a:moveTo>
                  <a:pt x="257175" y="180975"/>
                </a:moveTo>
                <a:lnTo>
                  <a:pt x="285750" y="180975"/>
                </a:lnTo>
                <a:lnTo>
                  <a:pt x="285750" y="190500"/>
                </a:lnTo>
                <a:lnTo>
                  <a:pt x="295275" y="190500"/>
                </a:lnTo>
                <a:lnTo>
                  <a:pt x="295275" y="200025"/>
                </a:lnTo>
                <a:lnTo>
                  <a:pt x="285750" y="200025"/>
                </a:lnTo>
                <a:lnTo>
                  <a:pt x="285750" y="209550"/>
                </a:lnTo>
                <a:lnTo>
                  <a:pt x="257175" y="209550"/>
                </a:lnTo>
                <a:lnTo>
                  <a:pt x="257175" y="200025"/>
                </a:lnTo>
                <a:lnTo>
                  <a:pt x="247650" y="200025"/>
                </a:lnTo>
                <a:lnTo>
                  <a:pt x="247650" y="190500"/>
                </a:lnTo>
                <a:lnTo>
                  <a:pt x="257175" y="190500"/>
                </a:lnTo>
                <a:close/>
                <a:moveTo>
                  <a:pt x="171450" y="219075"/>
                </a:moveTo>
                <a:lnTo>
                  <a:pt x="190500" y="219075"/>
                </a:lnTo>
                <a:lnTo>
                  <a:pt x="190500" y="228600"/>
                </a:lnTo>
                <a:lnTo>
                  <a:pt x="200025" y="228600"/>
                </a:lnTo>
                <a:lnTo>
                  <a:pt x="200025" y="238125"/>
                </a:lnTo>
                <a:lnTo>
                  <a:pt x="209550" y="238125"/>
                </a:lnTo>
                <a:lnTo>
                  <a:pt x="209550" y="257175"/>
                </a:lnTo>
                <a:lnTo>
                  <a:pt x="180975" y="257175"/>
                </a:lnTo>
                <a:lnTo>
                  <a:pt x="180975" y="247650"/>
                </a:lnTo>
                <a:lnTo>
                  <a:pt x="171450" y="247650"/>
                </a:lnTo>
                <a:close/>
                <a:moveTo>
                  <a:pt x="228600" y="219075"/>
                </a:moveTo>
                <a:lnTo>
                  <a:pt x="276225" y="219075"/>
                </a:lnTo>
                <a:lnTo>
                  <a:pt x="276225" y="228600"/>
                </a:lnTo>
                <a:lnTo>
                  <a:pt x="285750" y="228600"/>
                </a:lnTo>
                <a:lnTo>
                  <a:pt x="285750" y="238125"/>
                </a:lnTo>
                <a:lnTo>
                  <a:pt x="304800" y="238125"/>
                </a:lnTo>
                <a:lnTo>
                  <a:pt x="304800" y="247650"/>
                </a:lnTo>
                <a:lnTo>
                  <a:pt x="295275" y="247650"/>
                </a:lnTo>
                <a:lnTo>
                  <a:pt x="295275" y="266700"/>
                </a:lnTo>
                <a:lnTo>
                  <a:pt x="285750" y="266700"/>
                </a:lnTo>
                <a:lnTo>
                  <a:pt x="285750" y="257175"/>
                </a:lnTo>
                <a:lnTo>
                  <a:pt x="257175" y="257175"/>
                </a:lnTo>
                <a:lnTo>
                  <a:pt x="257175" y="266700"/>
                </a:lnTo>
                <a:lnTo>
                  <a:pt x="247650" y="266700"/>
                </a:lnTo>
                <a:lnTo>
                  <a:pt x="247650" y="257175"/>
                </a:lnTo>
                <a:lnTo>
                  <a:pt x="238125" y="257175"/>
                </a:lnTo>
                <a:lnTo>
                  <a:pt x="238125" y="228600"/>
                </a:lnTo>
                <a:lnTo>
                  <a:pt x="228600" y="228600"/>
                </a:lnTo>
                <a:close/>
                <a:moveTo>
                  <a:pt x="561975" y="247650"/>
                </a:moveTo>
                <a:lnTo>
                  <a:pt x="571500" y="247650"/>
                </a:lnTo>
                <a:lnTo>
                  <a:pt x="571500" y="257175"/>
                </a:lnTo>
                <a:lnTo>
                  <a:pt x="581025" y="257175"/>
                </a:lnTo>
                <a:lnTo>
                  <a:pt x="581025" y="266700"/>
                </a:lnTo>
                <a:lnTo>
                  <a:pt x="590550" y="266700"/>
                </a:lnTo>
                <a:lnTo>
                  <a:pt x="590550" y="285750"/>
                </a:lnTo>
                <a:lnTo>
                  <a:pt x="609600" y="285750"/>
                </a:lnTo>
                <a:lnTo>
                  <a:pt x="609600" y="295275"/>
                </a:lnTo>
                <a:lnTo>
                  <a:pt x="628650" y="295275"/>
                </a:lnTo>
                <a:lnTo>
                  <a:pt x="628650" y="304800"/>
                </a:lnTo>
                <a:lnTo>
                  <a:pt x="657225" y="304800"/>
                </a:lnTo>
                <a:lnTo>
                  <a:pt x="657225" y="314325"/>
                </a:lnTo>
                <a:lnTo>
                  <a:pt x="676275" y="314325"/>
                </a:lnTo>
                <a:lnTo>
                  <a:pt x="676275" y="323850"/>
                </a:lnTo>
                <a:lnTo>
                  <a:pt x="666750" y="323850"/>
                </a:lnTo>
                <a:lnTo>
                  <a:pt x="666750" y="333375"/>
                </a:lnTo>
                <a:lnTo>
                  <a:pt x="638175" y="333375"/>
                </a:lnTo>
                <a:lnTo>
                  <a:pt x="638175" y="342900"/>
                </a:lnTo>
                <a:lnTo>
                  <a:pt x="628650" y="342900"/>
                </a:lnTo>
                <a:lnTo>
                  <a:pt x="628650" y="352425"/>
                </a:lnTo>
                <a:lnTo>
                  <a:pt x="609600" y="352425"/>
                </a:lnTo>
                <a:lnTo>
                  <a:pt x="609600" y="361950"/>
                </a:lnTo>
                <a:lnTo>
                  <a:pt x="590550" y="361950"/>
                </a:lnTo>
                <a:lnTo>
                  <a:pt x="590550" y="390525"/>
                </a:lnTo>
                <a:lnTo>
                  <a:pt x="581025" y="390525"/>
                </a:lnTo>
                <a:lnTo>
                  <a:pt x="581025" y="400050"/>
                </a:lnTo>
                <a:lnTo>
                  <a:pt x="571500" y="400050"/>
                </a:lnTo>
                <a:lnTo>
                  <a:pt x="571500" y="390525"/>
                </a:lnTo>
                <a:lnTo>
                  <a:pt x="561975" y="390525"/>
                </a:lnTo>
                <a:lnTo>
                  <a:pt x="561975" y="381000"/>
                </a:lnTo>
                <a:lnTo>
                  <a:pt x="552450" y="381000"/>
                </a:lnTo>
                <a:lnTo>
                  <a:pt x="552450" y="390525"/>
                </a:lnTo>
                <a:lnTo>
                  <a:pt x="533400" y="390525"/>
                </a:lnTo>
                <a:lnTo>
                  <a:pt x="533400" y="400050"/>
                </a:lnTo>
                <a:lnTo>
                  <a:pt x="514350" y="400050"/>
                </a:lnTo>
                <a:lnTo>
                  <a:pt x="514350" y="390525"/>
                </a:lnTo>
                <a:lnTo>
                  <a:pt x="495300" y="390525"/>
                </a:lnTo>
                <a:lnTo>
                  <a:pt x="495300" y="400050"/>
                </a:lnTo>
                <a:lnTo>
                  <a:pt x="447675" y="400050"/>
                </a:lnTo>
                <a:lnTo>
                  <a:pt x="447675" y="390525"/>
                </a:lnTo>
                <a:lnTo>
                  <a:pt x="438150" y="390525"/>
                </a:lnTo>
                <a:lnTo>
                  <a:pt x="438150" y="400050"/>
                </a:lnTo>
                <a:lnTo>
                  <a:pt x="409575" y="400050"/>
                </a:lnTo>
                <a:lnTo>
                  <a:pt x="409575" y="390525"/>
                </a:lnTo>
                <a:lnTo>
                  <a:pt x="381000" y="390525"/>
                </a:lnTo>
                <a:lnTo>
                  <a:pt x="381000" y="381000"/>
                </a:lnTo>
                <a:lnTo>
                  <a:pt x="352425" y="381000"/>
                </a:lnTo>
                <a:lnTo>
                  <a:pt x="352425" y="371475"/>
                </a:lnTo>
                <a:lnTo>
                  <a:pt x="323850" y="371475"/>
                </a:lnTo>
                <a:lnTo>
                  <a:pt x="323850" y="361950"/>
                </a:lnTo>
                <a:lnTo>
                  <a:pt x="314325" y="361950"/>
                </a:lnTo>
                <a:lnTo>
                  <a:pt x="314325" y="342900"/>
                </a:lnTo>
                <a:lnTo>
                  <a:pt x="304800" y="342900"/>
                </a:lnTo>
                <a:lnTo>
                  <a:pt x="304800" y="333375"/>
                </a:lnTo>
                <a:lnTo>
                  <a:pt x="295275" y="333375"/>
                </a:lnTo>
                <a:lnTo>
                  <a:pt x="295275" y="323850"/>
                </a:lnTo>
                <a:lnTo>
                  <a:pt x="285750" y="323850"/>
                </a:lnTo>
                <a:lnTo>
                  <a:pt x="285750" y="314325"/>
                </a:lnTo>
                <a:lnTo>
                  <a:pt x="276225" y="314325"/>
                </a:lnTo>
                <a:lnTo>
                  <a:pt x="276225" y="323850"/>
                </a:lnTo>
                <a:lnTo>
                  <a:pt x="257175" y="323850"/>
                </a:lnTo>
                <a:lnTo>
                  <a:pt x="257175" y="342900"/>
                </a:lnTo>
                <a:lnTo>
                  <a:pt x="266700" y="342900"/>
                </a:lnTo>
                <a:lnTo>
                  <a:pt x="266700" y="352425"/>
                </a:lnTo>
                <a:lnTo>
                  <a:pt x="247650" y="352425"/>
                </a:lnTo>
                <a:lnTo>
                  <a:pt x="247650" y="361950"/>
                </a:lnTo>
                <a:lnTo>
                  <a:pt x="257175" y="361950"/>
                </a:lnTo>
                <a:lnTo>
                  <a:pt x="257175" y="371475"/>
                </a:lnTo>
                <a:lnTo>
                  <a:pt x="228600" y="371475"/>
                </a:lnTo>
                <a:lnTo>
                  <a:pt x="228600" y="352425"/>
                </a:lnTo>
                <a:lnTo>
                  <a:pt x="238125" y="352425"/>
                </a:lnTo>
                <a:lnTo>
                  <a:pt x="238125" y="342900"/>
                </a:lnTo>
                <a:lnTo>
                  <a:pt x="247650" y="342900"/>
                </a:lnTo>
                <a:lnTo>
                  <a:pt x="247650" y="304800"/>
                </a:lnTo>
                <a:lnTo>
                  <a:pt x="238125" y="304800"/>
                </a:lnTo>
                <a:lnTo>
                  <a:pt x="238125" y="285750"/>
                </a:lnTo>
                <a:lnTo>
                  <a:pt x="266700" y="285750"/>
                </a:lnTo>
                <a:lnTo>
                  <a:pt x="266700" y="295275"/>
                </a:lnTo>
                <a:lnTo>
                  <a:pt x="276225" y="295275"/>
                </a:lnTo>
                <a:lnTo>
                  <a:pt x="276225" y="276225"/>
                </a:lnTo>
                <a:lnTo>
                  <a:pt x="304800" y="276225"/>
                </a:lnTo>
                <a:lnTo>
                  <a:pt x="304800" y="295275"/>
                </a:lnTo>
                <a:lnTo>
                  <a:pt x="314325" y="295275"/>
                </a:lnTo>
                <a:lnTo>
                  <a:pt x="314325" y="314325"/>
                </a:lnTo>
                <a:lnTo>
                  <a:pt x="342900" y="314325"/>
                </a:lnTo>
                <a:lnTo>
                  <a:pt x="342900" y="323850"/>
                </a:lnTo>
                <a:lnTo>
                  <a:pt x="352425" y="323850"/>
                </a:lnTo>
                <a:lnTo>
                  <a:pt x="352425" y="333375"/>
                </a:lnTo>
                <a:lnTo>
                  <a:pt x="361950" y="333375"/>
                </a:lnTo>
                <a:lnTo>
                  <a:pt x="361950" y="352425"/>
                </a:lnTo>
                <a:lnTo>
                  <a:pt x="371475" y="352425"/>
                </a:lnTo>
                <a:lnTo>
                  <a:pt x="371475" y="371475"/>
                </a:lnTo>
                <a:lnTo>
                  <a:pt x="400050" y="371475"/>
                </a:lnTo>
                <a:lnTo>
                  <a:pt x="400050" y="361950"/>
                </a:lnTo>
                <a:lnTo>
                  <a:pt x="409575" y="361950"/>
                </a:lnTo>
                <a:lnTo>
                  <a:pt x="409575" y="352425"/>
                </a:lnTo>
                <a:lnTo>
                  <a:pt x="428625" y="352425"/>
                </a:lnTo>
                <a:lnTo>
                  <a:pt x="428625" y="361950"/>
                </a:lnTo>
                <a:lnTo>
                  <a:pt x="476250" y="361950"/>
                </a:lnTo>
                <a:lnTo>
                  <a:pt x="476250" y="371475"/>
                </a:lnTo>
                <a:lnTo>
                  <a:pt x="495300" y="371475"/>
                </a:lnTo>
                <a:lnTo>
                  <a:pt x="495300" y="361950"/>
                </a:lnTo>
                <a:lnTo>
                  <a:pt x="504825" y="361950"/>
                </a:lnTo>
                <a:lnTo>
                  <a:pt x="504825" y="352425"/>
                </a:lnTo>
                <a:lnTo>
                  <a:pt x="514350" y="352425"/>
                </a:lnTo>
                <a:lnTo>
                  <a:pt x="514350" y="333375"/>
                </a:lnTo>
                <a:lnTo>
                  <a:pt x="504825" y="333375"/>
                </a:lnTo>
                <a:lnTo>
                  <a:pt x="504825" y="323850"/>
                </a:lnTo>
                <a:lnTo>
                  <a:pt x="485775" y="323850"/>
                </a:lnTo>
                <a:lnTo>
                  <a:pt x="485775" y="304800"/>
                </a:lnTo>
                <a:lnTo>
                  <a:pt x="523875" y="304800"/>
                </a:lnTo>
                <a:lnTo>
                  <a:pt x="523875" y="323850"/>
                </a:lnTo>
                <a:lnTo>
                  <a:pt x="552450" y="323850"/>
                </a:lnTo>
                <a:lnTo>
                  <a:pt x="552450" y="314325"/>
                </a:lnTo>
                <a:lnTo>
                  <a:pt x="581025" y="314325"/>
                </a:lnTo>
                <a:lnTo>
                  <a:pt x="581025" y="323850"/>
                </a:lnTo>
                <a:lnTo>
                  <a:pt x="590550" y="323850"/>
                </a:lnTo>
                <a:lnTo>
                  <a:pt x="590550" y="304800"/>
                </a:lnTo>
                <a:lnTo>
                  <a:pt x="561975" y="304800"/>
                </a:lnTo>
                <a:lnTo>
                  <a:pt x="561975" y="285750"/>
                </a:lnTo>
                <a:lnTo>
                  <a:pt x="552450" y="285750"/>
                </a:lnTo>
                <a:lnTo>
                  <a:pt x="552450" y="276225"/>
                </a:lnTo>
                <a:lnTo>
                  <a:pt x="561975" y="276225"/>
                </a:lnTo>
                <a:close/>
                <a:moveTo>
                  <a:pt x="304800" y="257175"/>
                </a:moveTo>
                <a:lnTo>
                  <a:pt x="323850" y="257175"/>
                </a:lnTo>
                <a:lnTo>
                  <a:pt x="323850" y="266700"/>
                </a:lnTo>
                <a:lnTo>
                  <a:pt x="304800" y="266700"/>
                </a:lnTo>
                <a:close/>
                <a:moveTo>
                  <a:pt x="1504950" y="276225"/>
                </a:moveTo>
                <a:lnTo>
                  <a:pt x="1514475" y="276225"/>
                </a:lnTo>
                <a:lnTo>
                  <a:pt x="1514475" y="285750"/>
                </a:lnTo>
                <a:lnTo>
                  <a:pt x="1504950" y="285750"/>
                </a:lnTo>
                <a:close/>
                <a:moveTo>
                  <a:pt x="171450" y="295275"/>
                </a:moveTo>
                <a:lnTo>
                  <a:pt x="209550" y="295275"/>
                </a:lnTo>
                <a:lnTo>
                  <a:pt x="209550" y="304800"/>
                </a:lnTo>
                <a:lnTo>
                  <a:pt x="200025" y="304800"/>
                </a:lnTo>
                <a:lnTo>
                  <a:pt x="200025" y="314325"/>
                </a:lnTo>
                <a:lnTo>
                  <a:pt x="190500" y="314325"/>
                </a:lnTo>
                <a:lnTo>
                  <a:pt x="190500" y="323850"/>
                </a:lnTo>
                <a:lnTo>
                  <a:pt x="171450" y="323850"/>
                </a:lnTo>
                <a:lnTo>
                  <a:pt x="171450" y="314325"/>
                </a:lnTo>
                <a:lnTo>
                  <a:pt x="161925" y="314325"/>
                </a:lnTo>
                <a:lnTo>
                  <a:pt x="161925" y="304800"/>
                </a:lnTo>
                <a:lnTo>
                  <a:pt x="171450" y="304800"/>
                </a:lnTo>
                <a:close/>
                <a:moveTo>
                  <a:pt x="0" y="304800"/>
                </a:moveTo>
                <a:lnTo>
                  <a:pt x="9525" y="304800"/>
                </a:lnTo>
                <a:lnTo>
                  <a:pt x="9525" y="323850"/>
                </a:lnTo>
                <a:lnTo>
                  <a:pt x="0" y="323850"/>
                </a:lnTo>
                <a:close/>
                <a:moveTo>
                  <a:pt x="381000" y="304800"/>
                </a:moveTo>
                <a:lnTo>
                  <a:pt x="390525" y="304800"/>
                </a:lnTo>
                <a:lnTo>
                  <a:pt x="390525" y="323850"/>
                </a:lnTo>
                <a:lnTo>
                  <a:pt x="381000" y="323850"/>
                </a:lnTo>
                <a:lnTo>
                  <a:pt x="381000" y="333375"/>
                </a:lnTo>
                <a:lnTo>
                  <a:pt x="371475" y="333375"/>
                </a:lnTo>
                <a:lnTo>
                  <a:pt x="371475" y="314325"/>
                </a:lnTo>
                <a:lnTo>
                  <a:pt x="381000" y="314325"/>
                </a:lnTo>
                <a:close/>
                <a:moveTo>
                  <a:pt x="400050" y="304800"/>
                </a:moveTo>
                <a:lnTo>
                  <a:pt x="428625" y="304800"/>
                </a:lnTo>
                <a:lnTo>
                  <a:pt x="428625" y="323850"/>
                </a:lnTo>
                <a:lnTo>
                  <a:pt x="400050" y="323850"/>
                </a:lnTo>
                <a:close/>
                <a:moveTo>
                  <a:pt x="304800" y="333375"/>
                </a:moveTo>
                <a:lnTo>
                  <a:pt x="314325" y="333375"/>
                </a:lnTo>
                <a:lnTo>
                  <a:pt x="314325" y="342900"/>
                </a:lnTo>
                <a:lnTo>
                  <a:pt x="333375" y="342900"/>
                </a:lnTo>
                <a:lnTo>
                  <a:pt x="333375" y="323850"/>
                </a:lnTo>
                <a:lnTo>
                  <a:pt x="304800" y="323850"/>
                </a:lnTo>
                <a:close/>
                <a:moveTo>
                  <a:pt x="542925" y="342900"/>
                </a:moveTo>
                <a:lnTo>
                  <a:pt x="552450" y="342900"/>
                </a:lnTo>
                <a:lnTo>
                  <a:pt x="552450" y="361950"/>
                </a:lnTo>
                <a:lnTo>
                  <a:pt x="581025" y="361950"/>
                </a:lnTo>
                <a:lnTo>
                  <a:pt x="581025" y="342900"/>
                </a:lnTo>
                <a:lnTo>
                  <a:pt x="571500" y="342900"/>
                </a:lnTo>
                <a:lnTo>
                  <a:pt x="571500" y="333375"/>
                </a:lnTo>
                <a:lnTo>
                  <a:pt x="542925" y="333375"/>
                </a:lnTo>
                <a:close/>
                <a:moveTo>
                  <a:pt x="142875" y="381000"/>
                </a:moveTo>
                <a:lnTo>
                  <a:pt x="152400" y="381000"/>
                </a:lnTo>
                <a:lnTo>
                  <a:pt x="152400" y="390525"/>
                </a:lnTo>
                <a:lnTo>
                  <a:pt x="142875" y="390525"/>
                </a:lnTo>
                <a:close/>
                <a:moveTo>
                  <a:pt x="352425" y="542925"/>
                </a:moveTo>
                <a:lnTo>
                  <a:pt x="381000" y="542925"/>
                </a:lnTo>
                <a:lnTo>
                  <a:pt x="381000" y="561975"/>
                </a:lnTo>
                <a:lnTo>
                  <a:pt x="361950" y="561975"/>
                </a:lnTo>
                <a:lnTo>
                  <a:pt x="361950" y="552450"/>
                </a:lnTo>
                <a:lnTo>
                  <a:pt x="352425" y="552450"/>
                </a:lnTo>
                <a:close/>
                <a:moveTo>
                  <a:pt x="342900" y="609600"/>
                </a:moveTo>
                <a:lnTo>
                  <a:pt x="361950" y="609600"/>
                </a:lnTo>
                <a:lnTo>
                  <a:pt x="361950" y="619125"/>
                </a:lnTo>
                <a:lnTo>
                  <a:pt x="342900" y="619125"/>
                </a:lnTo>
                <a:close/>
                <a:moveTo>
                  <a:pt x="200025" y="647700"/>
                </a:moveTo>
                <a:lnTo>
                  <a:pt x="209550" y="647700"/>
                </a:lnTo>
                <a:lnTo>
                  <a:pt x="209550" y="657225"/>
                </a:lnTo>
                <a:lnTo>
                  <a:pt x="219075" y="657225"/>
                </a:lnTo>
                <a:lnTo>
                  <a:pt x="219075" y="676275"/>
                </a:lnTo>
                <a:lnTo>
                  <a:pt x="209550" y="676275"/>
                </a:lnTo>
                <a:lnTo>
                  <a:pt x="209550" y="666750"/>
                </a:lnTo>
                <a:lnTo>
                  <a:pt x="200025" y="666750"/>
                </a:lnTo>
                <a:close/>
                <a:moveTo>
                  <a:pt x="514350" y="647700"/>
                </a:moveTo>
                <a:lnTo>
                  <a:pt x="523875" y="647700"/>
                </a:lnTo>
                <a:lnTo>
                  <a:pt x="523875" y="657225"/>
                </a:lnTo>
                <a:lnTo>
                  <a:pt x="514350" y="657225"/>
                </a:lnTo>
                <a:close/>
                <a:moveTo>
                  <a:pt x="1714500" y="676275"/>
                </a:moveTo>
                <a:lnTo>
                  <a:pt x="1733550" y="676275"/>
                </a:lnTo>
                <a:lnTo>
                  <a:pt x="1733550" y="685800"/>
                </a:lnTo>
                <a:lnTo>
                  <a:pt x="1714500" y="685800"/>
                </a:lnTo>
                <a:close/>
                <a:moveTo>
                  <a:pt x="1743075" y="676275"/>
                </a:moveTo>
                <a:lnTo>
                  <a:pt x="1762125" y="676275"/>
                </a:lnTo>
                <a:lnTo>
                  <a:pt x="1762125" y="685800"/>
                </a:lnTo>
                <a:lnTo>
                  <a:pt x="1743075" y="685800"/>
                </a:lnTo>
                <a:close/>
                <a:moveTo>
                  <a:pt x="200025" y="685800"/>
                </a:moveTo>
                <a:lnTo>
                  <a:pt x="209550" y="685800"/>
                </a:lnTo>
                <a:lnTo>
                  <a:pt x="209550" y="704850"/>
                </a:lnTo>
                <a:lnTo>
                  <a:pt x="200025" y="704850"/>
                </a:lnTo>
                <a:close/>
                <a:moveTo>
                  <a:pt x="1247775" y="704850"/>
                </a:moveTo>
                <a:lnTo>
                  <a:pt x="1257300" y="704850"/>
                </a:lnTo>
                <a:lnTo>
                  <a:pt x="1257300" y="714375"/>
                </a:lnTo>
                <a:lnTo>
                  <a:pt x="1247775" y="714375"/>
                </a:lnTo>
                <a:close/>
                <a:moveTo>
                  <a:pt x="161925" y="723900"/>
                </a:moveTo>
                <a:lnTo>
                  <a:pt x="171450" y="723900"/>
                </a:lnTo>
                <a:lnTo>
                  <a:pt x="171450" y="752475"/>
                </a:lnTo>
                <a:lnTo>
                  <a:pt x="161925" y="752475"/>
                </a:lnTo>
                <a:close/>
                <a:moveTo>
                  <a:pt x="695325" y="733425"/>
                </a:moveTo>
                <a:lnTo>
                  <a:pt x="704850" y="733425"/>
                </a:lnTo>
                <a:lnTo>
                  <a:pt x="704850" y="742950"/>
                </a:lnTo>
                <a:lnTo>
                  <a:pt x="714375" y="742950"/>
                </a:lnTo>
                <a:lnTo>
                  <a:pt x="714375" y="752475"/>
                </a:lnTo>
                <a:lnTo>
                  <a:pt x="695325" y="752475"/>
                </a:lnTo>
                <a:close/>
                <a:moveTo>
                  <a:pt x="1724025" y="742950"/>
                </a:moveTo>
                <a:lnTo>
                  <a:pt x="1743075" y="742950"/>
                </a:lnTo>
                <a:lnTo>
                  <a:pt x="1743075" y="762000"/>
                </a:lnTo>
                <a:lnTo>
                  <a:pt x="1724025" y="762000"/>
                </a:lnTo>
                <a:close/>
                <a:moveTo>
                  <a:pt x="1152525" y="762000"/>
                </a:moveTo>
                <a:lnTo>
                  <a:pt x="1162050" y="762000"/>
                </a:lnTo>
                <a:lnTo>
                  <a:pt x="1162050" y="771525"/>
                </a:lnTo>
                <a:lnTo>
                  <a:pt x="1152525" y="771525"/>
                </a:lnTo>
                <a:close/>
                <a:moveTo>
                  <a:pt x="1190625" y="762000"/>
                </a:moveTo>
                <a:lnTo>
                  <a:pt x="1200150" y="762000"/>
                </a:lnTo>
                <a:lnTo>
                  <a:pt x="1200150" y="771525"/>
                </a:lnTo>
                <a:lnTo>
                  <a:pt x="1190625" y="771525"/>
                </a:lnTo>
                <a:close/>
                <a:moveTo>
                  <a:pt x="447675" y="781050"/>
                </a:moveTo>
                <a:lnTo>
                  <a:pt x="457200" y="781050"/>
                </a:lnTo>
                <a:lnTo>
                  <a:pt x="457200" y="790575"/>
                </a:lnTo>
                <a:lnTo>
                  <a:pt x="447675" y="790575"/>
                </a:lnTo>
                <a:close/>
                <a:moveTo>
                  <a:pt x="485775" y="781050"/>
                </a:moveTo>
                <a:lnTo>
                  <a:pt x="504825" y="781050"/>
                </a:lnTo>
                <a:lnTo>
                  <a:pt x="504825" y="790575"/>
                </a:lnTo>
                <a:lnTo>
                  <a:pt x="485775" y="790575"/>
                </a:lnTo>
                <a:close/>
                <a:moveTo>
                  <a:pt x="542925" y="790575"/>
                </a:moveTo>
                <a:lnTo>
                  <a:pt x="561975" y="790575"/>
                </a:lnTo>
                <a:lnTo>
                  <a:pt x="561975" y="800100"/>
                </a:lnTo>
                <a:lnTo>
                  <a:pt x="542925" y="800100"/>
                </a:lnTo>
                <a:close/>
                <a:moveTo>
                  <a:pt x="638175" y="790575"/>
                </a:moveTo>
                <a:lnTo>
                  <a:pt x="647700" y="790575"/>
                </a:lnTo>
                <a:lnTo>
                  <a:pt x="647700" y="800100"/>
                </a:lnTo>
                <a:lnTo>
                  <a:pt x="638175" y="800100"/>
                </a:lnTo>
                <a:close/>
                <a:moveTo>
                  <a:pt x="1704975" y="800100"/>
                </a:moveTo>
                <a:lnTo>
                  <a:pt x="1714500" y="800100"/>
                </a:lnTo>
                <a:lnTo>
                  <a:pt x="1714500" y="819150"/>
                </a:lnTo>
                <a:lnTo>
                  <a:pt x="1704975" y="819150"/>
                </a:lnTo>
                <a:close/>
                <a:moveTo>
                  <a:pt x="733425" y="828675"/>
                </a:moveTo>
                <a:lnTo>
                  <a:pt x="742950" y="828675"/>
                </a:lnTo>
                <a:lnTo>
                  <a:pt x="742950" y="847725"/>
                </a:lnTo>
                <a:lnTo>
                  <a:pt x="723900" y="847725"/>
                </a:lnTo>
                <a:lnTo>
                  <a:pt x="723900" y="838200"/>
                </a:lnTo>
                <a:lnTo>
                  <a:pt x="733425" y="838200"/>
                </a:lnTo>
                <a:close/>
                <a:moveTo>
                  <a:pt x="190500" y="857250"/>
                </a:moveTo>
                <a:lnTo>
                  <a:pt x="200025" y="857250"/>
                </a:lnTo>
                <a:lnTo>
                  <a:pt x="200025" y="866775"/>
                </a:lnTo>
                <a:lnTo>
                  <a:pt x="190500" y="866775"/>
                </a:lnTo>
                <a:close/>
                <a:moveTo>
                  <a:pt x="1428750" y="857250"/>
                </a:moveTo>
                <a:lnTo>
                  <a:pt x="1438275" y="857250"/>
                </a:lnTo>
                <a:lnTo>
                  <a:pt x="1438275" y="866775"/>
                </a:lnTo>
                <a:lnTo>
                  <a:pt x="1476375" y="866775"/>
                </a:lnTo>
                <a:lnTo>
                  <a:pt x="1476375" y="885825"/>
                </a:lnTo>
                <a:lnTo>
                  <a:pt x="1428750" y="885825"/>
                </a:lnTo>
                <a:close/>
                <a:moveTo>
                  <a:pt x="0" y="866775"/>
                </a:moveTo>
                <a:lnTo>
                  <a:pt x="9525" y="866775"/>
                </a:lnTo>
                <a:lnTo>
                  <a:pt x="9525" y="876300"/>
                </a:lnTo>
                <a:lnTo>
                  <a:pt x="0" y="876300"/>
                </a:lnTo>
                <a:close/>
                <a:moveTo>
                  <a:pt x="1514475" y="876300"/>
                </a:moveTo>
                <a:lnTo>
                  <a:pt x="1533525" y="876300"/>
                </a:lnTo>
                <a:lnTo>
                  <a:pt x="1533525" y="895350"/>
                </a:lnTo>
                <a:lnTo>
                  <a:pt x="1514475" y="895350"/>
                </a:lnTo>
                <a:close/>
                <a:moveTo>
                  <a:pt x="1504950" y="923925"/>
                </a:moveTo>
                <a:lnTo>
                  <a:pt x="1524000" y="923925"/>
                </a:lnTo>
                <a:lnTo>
                  <a:pt x="1524000" y="933450"/>
                </a:lnTo>
                <a:lnTo>
                  <a:pt x="1504950" y="933450"/>
                </a:lnTo>
                <a:close/>
                <a:moveTo>
                  <a:pt x="1628775" y="923925"/>
                </a:moveTo>
                <a:lnTo>
                  <a:pt x="1657350" y="923925"/>
                </a:lnTo>
                <a:lnTo>
                  <a:pt x="1657350" y="933450"/>
                </a:lnTo>
                <a:lnTo>
                  <a:pt x="1628775" y="933450"/>
                </a:lnTo>
                <a:close/>
                <a:moveTo>
                  <a:pt x="1733550" y="923925"/>
                </a:moveTo>
                <a:lnTo>
                  <a:pt x="1752600" y="923925"/>
                </a:lnTo>
                <a:lnTo>
                  <a:pt x="1752600" y="933450"/>
                </a:lnTo>
                <a:lnTo>
                  <a:pt x="1762125" y="933450"/>
                </a:lnTo>
                <a:lnTo>
                  <a:pt x="1762125" y="952500"/>
                </a:lnTo>
                <a:lnTo>
                  <a:pt x="1771650" y="952500"/>
                </a:lnTo>
                <a:lnTo>
                  <a:pt x="1771650" y="981075"/>
                </a:lnTo>
                <a:lnTo>
                  <a:pt x="1762125" y="981075"/>
                </a:lnTo>
                <a:lnTo>
                  <a:pt x="1762125" y="1009650"/>
                </a:lnTo>
                <a:lnTo>
                  <a:pt x="1743075" y="1009650"/>
                </a:lnTo>
                <a:lnTo>
                  <a:pt x="1743075" y="1019175"/>
                </a:lnTo>
                <a:lnTo>
                  <a:pt x="1724025" y="1019175"/>
                </a:lnTo>
                <a:lnTo>
                  <a:pt x="1724025" y="1028700"/>
                </a:lnTo>
                <a:lnTo>
                  <a:pt x="1714500" y="1028700"/>
                </a:lnTo>
                <a:lnTo>
                  <a:pt x="1714500" y="1009650"/>
                </a:lnTo>
                <a:lnTo>
                  <a:pt x="1695450" y="1009650"/>
                </a:lnTo>
                <a:lnTo>
                  <a:pt x="1695450" y="1000125"/>
                </a:lnTo>
                <a:lnTo>
                  <a:pt x="1704975" y="1000125"/>
                </a:lnTo>
                <a:lnTo>
                  <a:pt x="1704975" y="990600"/>
                </a:lnTo>
                <a:lnTo>
                  <a:pt x="1724025" y="990600"/>
                </a:lnTo>
                <a:lnTo>
                  <a:pt x="1724025" y="981075"/>
                </a:lnTo>
                <a:lnTo>
                  <a:pt x="1733550" y="981075"/>
                </a:lnTo>
                <a:lnTo>
                  <a:pt x="1733550" y="971550"/>
                </a:lnTo>
                <a:lnTo>
                  <a:pt x="1743075" y="971550"/>
                </a:lnTo>
                <a:lnTo>
                  <a:pt x="1743075" y="962025"/>
                </a:lnTo>
                <a:lnTo>
                  <a:pt x="1733550" y="962025"/>
                </a:lnTo>
                <a:lnTo>
                  <a:pt x="1733550" y="942975"/>
                </a:lnTo>
                <a:lnTo>
                  <a:pt x="1743075" y="942975"/>
                </a:lnTo>
                <a:lnTo>
                  <a:pt x="1743075" y="933450"/>
                </a:lnTo>
                <a:lnTo>
                  <a:pt x="1733550" y="933450"/>
                </a:lnTo>
                <a:close/>
                <a:moveTo>
                  <a:pt x="1752600" y="971550"/>
                </a:moveTo>
                <a:lnTo>
                  <a:pt x="1762125" y="971550"/>
                </a:lnTo>
                <a:lnTo>
                  <a:pt x="1762125" y="962025"/>
                </a:lnTo>
                <a:lnTo>
                  <a:pt x="1752600" y="962025"/>
                </a:lnTo>
                <a:close/>
                <a:moveTo>
                  <a:pt x="485775" y="1257300"/>
                </a:moveTo>
                <a:lnTo>
                  <a:pt x="523875" y="1257300"/>
                </a:lnTo>
                <a:lnTo>
                  <a:pt x="523875" y="1266825"/>
                </a:lnTo>
                <a:lnTo>
                  <a:pt x="533400" y="1266825"/>
                </a:lnTo>
                <a:lnTo>
                  <a:pt x="533400" y="1285875"/>
                </a:lnTo>
                <a:lnTo>
                  <a:pt x="523875" y="1285875"/>
                </a:lnTo>
                <a:lnTo>
                  <a:pt x="523875" y="1304925"/>
                </a:lnTo>
                <a:lnTo>
                  <a:pt x="514350" y="1304925"/>
                </a:lnTo>
                <a:lnTo>
                  <a:pt x="514350" y="1285875"/>
                </a:lnTo>
                <a:lnTo>
                  <a:pt x="476250" y="1285875"/>
                </a:lnTo>
                <a:lnTo>
                  <a:pt x="476250" y="1266825"/>
                </a:lnTo>
                <a:lnTo>
                  <a:pt x="485775" y="1266825"/>
                </a:lnTo>
                <a:close/>
                <a:moveTo>
                  <a:pt x="962025" y="1257300"/>
                </a:moveTo>
                <a:lnTo>
                  <a:pt x="971550" y="1257300"/>
                </a:lnTo>
                <a:lnTo>
                  <a:pt x="971550" y="1266825"/>
                </a:lnTo>
                <a:lnTo>
                  <a:pt x="962025" y="1266825"/>
                </a:lnTo>
                <a:close/>
                <a:moveTo>
                  <a:pt x="438150" y="1266825"/>
                </a:moveTo>
                <a:lnTo>
                  <a:pt x="447675" y="1266825"/>
                </a:lnTo>
                <a:lnTo>
                  <a:pt x="447675" y="1276350"/>
                </a:lnTo>
                <a:lnTo>
                  <a:pt x="438150" y="1276350"/>
                </a:lnTo>
                <a:close/>
                <a:moveTo>
                  <a:pt x="0" y="1276350"/>
                </a:moveTo>
                <a:lnTo>
                  <a:pt x="9525" y="1276350"/>
                </a:lnTo>
                <a:lnTo>
                  <a:pt x="9525" y="1285875"/>
                </a:lnTo>
                <a:lnTo>
                  <a:pt x="0" y="1285875"/>
                </a:lnTo>
                <a:close/>
                <a:moveTo>
                  <a:pt x="762000" y="1276350"/>
                </a:moveTo>
                <a:lnTo>
                  <a:pt x="790575" y="1276350"/>
                </a:lnTo>
                <a:lnTo>
                  <a:pt x="790575" y="1285875"/>
                </a:lnTo>
                <a:lnTo>
                  <a:pt x="809625" y="1285875"/>
                </a:lnTo>
                <a:lnTo>
                  <a:pt x="809625" y="1295400"/>
                </a:lnTo>
                <a:lnTo>
                  <a:pt x="828675" y="1295400"/>
                </a:lnTo>
                <a:lnTo>
                  <a:pt x="828675" y="1304925"/>
                </a:lnTo>
                <a:lnTo>
                  <a:pt x="819150" y="1304925"/>
                </a:lnTo>
                <a:lnTo>
                  <a:pt x="819150" y="1314450"/>
                </a:lnTo>
                <a:lnTo>
                  <a:pt x="762000" y="1314450"/>
                </a:lnTo>
                <a:lnTo>
                  <a:pt x="762000" y="1333500"/>
                </a:lnTo>
                <a:lnTo>
                  <a:pt x="723900" y="1333500"/>
                </a:lnTo>
                <a:lnTo>
                  <a:pt x="723900" y="1323975"/>
                </a:lnTo>
                <a:lnTo>
                  <a:pt x="733425" y="1323975"/>
                </a:lnTo>
                <a:lnTo>
                  <a:pt x="733425" y="1314450"/>
                </a:lnTo>
                <a:lnTo>
                  <a:pt x="752475" y="1314450"/>
                </a:lnTo>
                <a:lnTo>
                  <a:pt x="752475" y="1304925"/>
                </a:lnTo>
                <a:lnTo>
                  <a:pt x="762000" y="1304925"/>
                </a:lnTo>
                <a:close/>
                <a:moveTo>
                  <a:pt x="933450" y="1276350"/>
                </a:moveTo>
                <a:lnTo>
                  <a:pt x="942975" y="1276350"/>
                </a:lnTo>
                <a:lnTo>
                  <a:pt x="942975" y="1295400"/>
                </a:lnTo>
                <a:lnTo>
                  <a:pt x="933450" y="1295400"/>
                </a:lnTo>
                <a:close/>
                <a:moveTo>
                  <a:pt x="1371600" y="1285875"/>
                </a:moveTo>
                <a:lnTo>
                  <a:pt x="1400175" y="1285875"/>
                </a:lnTo>
                <a:lnTo>
                  <a:pt x="1400175" y="1295400"/>
                </a:lnTo>
                <a:lnTo>
                  <a:pt x="1371600" y="1295400"/>
                </a:lnTo>
                <a:close/>
                <a:moveTo>
                  <a:pt x="438150" y="1304925"/>
                </a:moveTo>
                <a:lnTo>
                  <a:pt x="457200" y="1304925"/>
                </a:lnTo>
                <a:lnTo>
                  <a:pt x="457200" y="1323975"/>
                </a:lnTo>
                <a:lnTo>
                  <a:pt x="438150" y="1323975"/>
                </a:lnTo>
                <a:close/>
                <a:moveTo>
                  <a:pt x="495300" y="1304925"/>
                </a:moveTo>
                <a:lnTo>
                  <a:pt x="504825" y="1304925"/>
                </a:lnTo>
                <a:lnTo>
                  <a:pt x="504825" y="1323975"/>
                </a:lnTo>
                <a:lnTo>
                  <a:pt x="495300" y="1323975"/>
                </a:lnTo>
                <a:close/>
                <a:moveTo>
                  <a:pt x="542925" y="1304925"/>
                </a:moveTo>
                <a:lnTo>
                  <a:pt x="571500" y="1304925"/>
                </a:lnTo>
                <a:lnTo>
                  <a:pt x="571500" y="1314450"/>
                </a:lnTo>
                <a:lnTo>
                  <a:pt x="542925" y="1314450"/>
                </a:lnTo>
                <a:close/>
                <a:moveTo>
                  <a:pt x="676275" y="1304925"/>
                </a:moveTo>
                <a:lnTo>
                  <a:pt x="704850" y="1304925"/>
                </a:lnTo>
                <a:lnTo>
                  <a:pt x="704850" y="1314450"/>
                </a:lnTo>
                <a:lnTo>
                  <a:pt x="676275" y="1314450"/>
                </a:lnTo>
                <a:close/>
                <a:moveTo>
                  <a:pt x="962025" y="1304925"/>
                </a:moveTo>
                <a:lnTo>
                  <a:pt x="981075" y="1304925"/>
                </a:lnTo>
                <a:lnTo>
                  <a:pt x="981075" y="1314450"/>
                </a:lnTo>
                <a:lnTo>
                  <a:pt x="962025" y="1314450"/>
                </a:lnTo>
                <a:close/>
                <a:moveTo>
                  <a:pt x="1685925" y="1304925"/>
                </a:moveTo>
                <a:lnTo>
                  <a:pt x="1704975" y="1304925"/>
                </a:lnTo>
                <a:lnTo>
                  <a:pt x="1704975" y="1314450"/>
                </a:lnTo>
                <a:lnTo>
                  <a:pt x="1685925" y="1314450"/>
                </a:lnTo>
                <a:close/>
                <a:moveTo>
                  <a:pt x="666750" y="1314450"/>
                </a:moveTo>
                <a:lnTo>
                  <a:pt x="676275" y="1314450"/>
                </a:lnTo>
                <a:lnTo>
                  <a:pt x="676275" y="1323975"/>
                </a:lnTo>
                <a:lnTo>
                  <a:pt x="695325" y="1323975"/>
                </a:lnTo>
                <a:lnTo>
                  <a:pt x="695325" y="1333500"/>
                </a:lnTo>
                <a:lnTo>
                  <a:pt x="666750" y="1333500"/>
                </a:lnTo>
                <a:close/>
                <a:moveTo>
                  <a:pt x="1543050" y="1352550"/>
                </a:moveTo>
                <a:lnTo>
                  <a:pt x="1562100" y="1352550"/>
                </a:lnTo>
                <a:lnTo>
                  <a:pt x="1562100" y="1362075"/>
                </a:lnTo>
                <a:lnTo>
                  <a:pt x="1543050" y="1362075"/>
                </a:lnTo>
                <a:close/>
                <a:moveTo>
                  <a:pt x="1704975" y="1352550"/>
                </a:moveTo>
                <a:lnTo>
                  <a:pt x="1724025" y="1352550"/>
                </a:lnTo>
                <a:lnTo>
                  <a:pt x="1724025" y="1362075"/>
                </a:lnTo>
                <a:lnTo>
                  <a:pt x="1704975" y="1362075"/>
                </a:lnTo>
                <a:close/>
                <a:moveTo>
                  <a:pt x="1638300" y="1381125"/>
                </a:moveTo>
                <a:lnTo>
                  <a:pt x="1657350" y="1381125"/>
                </a:lnTo>
                <a:lnTo>
                  <a:pt x="1657350" y="1400175"/>
                </a:lnTo>
                <a:lnTo>
                  <a:pt x="1647825" y="1400175"/>
                </a:lnTo>
                <a:lnTo>
                  <a:pt x="1647825" y="1409700"/>
                </a:lnTo>
                <a:lnTo>
                  <a:pt x="1628775" y="1409700"/>
                </a:lnTo>
                <a:lnTo>
                  <a:pt x="1628775" y="1390650"/>
                </a:lnTo>
                <a:lnTo>
                  <a:pt x="1638300" y="1390650"/>
                </a:lnTo>
                <a:close/>
                <a:moveTo>
                  <a:pt x="1371600" y="1390650"/>
                </a:moveTo>
                <a:lnTo>
                  <a:pt x="1447800" y="1390650"/>
                </a:lnTo>
                <a:lnTo>
                  <a:pt x="1447800" y="1400175"/>
                </a:lnTo>
                <a:lnTo>
                  <a:pt x="1438275" y="1400175"/>
                </a:lnTo>
                <a:lnTo>
                  <a:pt x="1438275" y="1419225"/>
                </a:lnTo>
                <a:lnTo>
                  <a:pt x="1409700" y="1419225"/>
                </a:lnTo>
                <a:lnTo>
                  <a:pt x="1409700" y="1409700"/>
                </a:lnTo>
                <a:lnTo>
                  <a:pt x="1400175" y="1409700"/>
                </a:lnTo>
                <a:lnTo>
                  <a:pt x="1400175" y="1400175"/>
                </a:lnTo>
                <a:lnTo>
                  <a:pt x="1390650" y="1400175"/>
                </a:lnTo>
                <a:lnTo>
                  <a:pt x="1390650" y="1409700"/>
                </a:lnTo>
                <a:lnTo>
                  <a:pt x="1362075" y="1409700"/>
                </a:lnTo>
                <a:lnTo>
                  <a:pt x="1362075" y="1400175"/>
                </a:lnTo>
                <a:lnTo>
                  <a:pt x="1371600" y="1400175"/>
                </a:lnTo>
                <a:close/>
                <a:moveTo>
                  <a:pt x="0" y="1428750"/>
                </a:moveTo>
                <a:lnTo>
                  <a:pt x="9525" y="1428750"/>
                </a:lnTo>
                <a:lnTo>
                  <a:pt x="9525" y="1438275"/>
                </a:lnTo>
                <a:lnTo>
                  <a:pt x="0" y="1438275"/>
                </a:lnTo>
                <a:close/>
                <a:moveTo>
                  <a:pt x="180975" y="1438275"/>
                </a:moveTo>
                <a:lnTo>
                  <a:pt x="190500" y="1438275"/>
                </a:lnTo>
                <a:lnTo>
                  <a:pt x="190500" y="1447800"/>
                </a:lnTo>
                <a:lnTo>
                  <a:pt x="180975" y="1447800"/>
                </a:lnTo>
                <a:close/>
                <a:moveTo>
                  <a:pt x="1704975" y="1533525"/>
                </a:moveTo>
                <a:lnTo>
                  <a:pt x="1724025" y="1533525"/>
                </a:lnTo>
                <a:lnTo>
                  <a:pt x="1724025" y="1543050"/>
                </a:lnTo>
                <a:lnTo>
                  <a:pt x="1714500" y="1543050"/>
                </a:lnTo>
                <a:lnTo>
                  <a:pt x="1714500" y="1552575"/>
                </a:lnTo>
                <a:lnTo>
                  <a:pt x="1704975" y="1552575"/>
                </a:lnTo>
                <a:close/>
                <a:moveTo>
                  <a:pt x="1647825" y="1562100"/>
                </a:moveTo>
                <a:lnTo>
                  <a:pt x="1657350" y="1562100"/>
                </a:lnTo>
                <a:lnTo>
                  <a:pt x="1657350" y="1571625"/>
                </a:lnTo>
                <a:lnTo>
                  <a:pt x="1647825" y="1571625"/>
                </a:lnTo>
                <a:close/>
                <a:moveTo>
                  <a:pt x="0" y="1590675"/>
                </a:moveTo>
                <a:lnTo>
                  <a:pt x="9525" y="1590675"/>
                </a:lnTo>
                <a:lnTo>
                  <a:pt x="9525" y="1600200"/>
                </a:lnTo>
                <a:lnTo>
                  <a:pt x="0" y="1600200"/>
                </a:lnTo>
                <a:close/>
                <a:moveTo>
                  <a:pt x="838200" y="1609725"/>
                </a:moveTo>
                <a:lnTo>
                  <a:pt x="857250" y="1609725"/>
                </a:lnTo>
                <a:lnTo>
                  <a:pt x="857250" y="1628775"/>
                </a:lnTo>
                <a:lnTo>
                  <a:pt x="838200" y="1628775"/>
                </a:lnTo>
                <a:close/>
                <a:moveTo>
                  <a:pt x="1019175" y="1609725"/>
                </a:moveTo>
                <a:lnTo>
                  <a:pt x="1038225" y="1609725"/>
                </a:lnTo>
                <a:lnTo>
                  <a:pt x="1038225" y="1619250"/>
                </a:lnTo>
                <a:lnTo>
                  <a:pt x="1047750" y="1619250"/>
                </a:lnTo>
                <a:lnTo>
                  <a:pt x="1047750" y="1628775"/>
                </a:lnTo>
                <a:lnTo>
                  <a:pt x="1038225" y="1628775"/>
                </a:lnTo>
                <a:lnTo>
                  <a:pt x="1038225" y="1638300"/>
                </a:lnTo>
                <a:lnTo>
                  <a:pt x="1019175" y="1638300"/>
                </a:lnTo>
                <a:close/>
                <a:moveTo>
                  <a:pt x="1685925" y="1619250"/>
                </a:moveTo>
                <a:lnTo>
                  <a:pt x="1714500" y="1619250"/>
                </a:lnTo>
                <a:lnTo>
                  <a:pt x="1714500" y="1628775"/>
                </a:lnTo>
                <a:lnTo>
                  <a:pt x="1695450" y="1628775"/>
                </a:lnTo>
                <a:lnTo>
                  <a:pt x="1695450" y="1638300"/>
                </a:lnTo>
                <a:lnTo>
                  <a:pt x="1676400" y="1638300"/>
                </a:lnTo>
                <a:lnTo>
                  <a:pt x="1676400" y="1628775"/>
                </a:lnTo>
                <a:lnTo>
                  <a:pt x="1685925" y="1628775"/>
                </a:lnTo>
                <a:close/>
                <a:moveTo>
                  <a:pt x="1009650" y="1666875"/>
                </a:moveTo>
                <a:lnTo>
                  <a:pt x="1019175" y="1666875"/>
                </a:lnTo>
                <a:lnTo>
                  <a:pt x="1019175" y="1685925"/>
                </a:lnTo>
                <a:lnTo>
                  <a:pt x="1009650" y="1685925"/>
                </a:lnTo>
                <a:close/>
                <a:moveTo>
                  <a:pt x="1095375" y="1666875"/>
                </a:moveTo>
                <a:lnTo>
                  <a:pt x="1104900" y="1666875"/>
                </a:lnTo>
                <a:lnTo>
                  <a:pt x="1104900" y="1685925"/>
                </a:lnTo>
                <a:lnTo>
                  <a:pt x="1095375" y="1685925"/>
                </a:lnTo>
                <a:close/>
                <a:moveTo>
                  <a:pt x="971550" y="1695450"/>
                </a:moveTo>
                <a:lnTo>
                  <a:pt x="981075" y="1695450"/>
                </a:lnTo>
                <a:lnTo>
                  <a:pt x="981075" y="1704975"/>
                </a:lnTo>
                <a:lnTo>
                  <a:pt x="971550" y="1704975"/>
                </a:lnTo>
                <a:close/>
                <a:moveTo>
                  <a:pt x="171450" y="1714500"/>
                </a:moveTo>
                <a:lnTo>
                  <a:pt x="180975" y="1714500"/>
                </a:lnTo>
                <a:lnTo>
                  <a:pt x="180975" y="1733550"/>
                </a:lnTo>
                <a:lnTo>
                  <a:pt x="171450" y="1733550"/>
                </a:lnTo>
                <a:close/>
                <a:moveTo>
                  <a:pt x="762000" y="1790700"/>
                </a:moveTo>
                <a:lnTo>
                  <a:pt x="781050" y="1790700"/>
                </a:lnTo>
                <a:lnTo>
                  <a:pt x="781050" y="1800225"/>
                </a:lnTo>
                <a:lnTo>
                  <a:pt x="790575" y="1800225"/>
                </a:lnTo>
                <a:lnTo>
                  <a:pt x="790575" y="1819275"/>
                </a:lnTo>
                <a:lnTo>
                  <a:pt x="771525" y="1819275"/>
                </a:lnTo>
                <a:lnTo>
                  <a:pt x="771525" y="1809750"/>
                </a:lnTo>
                <a:lnTo>
                  <a:pt x="762000" y="1809750"/>
                </a:lnTo>
                <a:close/>
                <a:moveTo>
                  <a:pt x="0" y="1800225"/>
                </a:moveTo>
                <a:lnTo>
                  <a:pt x="9525" y="1800225"/>
                </a:lnTo>
                <a:lnTo>
                  <a:pt x="9525" y="1819275"/>
                </a:lnTo>
                <a:lnTo>
                  <a:pt x="0" y="1819275"/>
                </a:lnTo>
                <a:close/>
                <a:moveTo>
                  <a:pt x="714375" y="1809750"/>
                </a:moveTo>
                <a:lnTo>
                  <a:pt x="733425" y="1809750"/>
                </a:lnTo>
                <a:lnTo>
                  <a:pt x="733425" y="1819275"/>
                </a:lnTo>
                <a:lnTo>
                  <a:pt x="714375" y="1819275"/>
                </a:lnTo>
                <a:close/>
                <a:moveTo>
                  <a:pt x="800100" y="1809750"/>
                </a:moveTo>
                <a:lnTo>
                  <a:pt x="809625" y="1809750"/>
                </a:lnTo>
                <a:lnTo>
                  <a:pt x="809625" y="1819275"/>
                </a:lnTo>
                <a:lnTo>
                  <a:pt x="800100" y="1819275"/>
                </a:lnTo>
                <a:close/>
                <a:moveTo>
                  <a:pt x="1724025" y="1924050"/>
                </a:moveTo>
                <a:lnTo>
                  <a:pt x="1743075" y="1924050"/>
                </a:lnTo>
                <a:lnTo>
                  <a:pt x="1743075" y="1943100"/>
                </a:lnTo>
                <a:lnTo>
                  <a:pt x="1752600" y="1943100"/>
                </a:lnTo>
                <a:lnTo>
                  <a:pt x="1752600" y="1952625"/>
                </a:lnTo>
                <a:lnTo>
                  <a:pt x="1733550" y="1952625"/>
                </a:lnTo>
                <a:lnTo>
                  <a:pt x="1733550" y="1943100"/>
                </a:lnTo>
                <a:lnTo>
                  <a:pt x="1724025" y="1943100"/>
                </a:lnTo>
                <a:close/>
                <a:moveTo>
                  <a:pt x="304800" y="1952625"/>
                </a:moveTo>
                <a:lnTo>
                  <a:pt x="314325" y="1952625"/>
                </a:lnTo>
                <a:lnTo>
                  <a:pt x="314325" y="1971675"/>
                </a:lnTo>
                <a:lnTo>
                  <a:pt x="333375" y="1971675"/>
                </a:lnTo>
                <a:lnTo>
                  <a:pt x="333375" y="1952625"/>
                </a:lnTo>
                <a:lnTo>
                  <a:pt x="371475" y="1952625"/>
                </a:lnTo>
                <a:lnTo>
                  <a:pt x="371475" y="1962150"/>
                </a:lnTo>
                <a:lnTo>
                  <a:pt x="361950" y="1962150"/>
                </a:lnTo>
                <a:lnTo>
                  <a:pt x="361950" y="1990725"/>
                </a:lnTo>
                <a:lnTo>
                  <a:pt x="352425" y="1990725"/>
                </a:lnTo>
                <a:lnTo>
                  <a:pt x="352425" y="2000250"/>
                </a:lnTo>
                <a:lnTo>
                  <a:pt x="361950" y="2000250"/>
                </a:lnTo>
                <a:lnTo>
                  <a:pt x="361950" y="2009775"/>
                </a:lnTo>
                <a:lnTo>
                  <a:pt x="342900" y="2009775"/>
                </a:lnTo>
                <a:lnTo>
                  <a:pt x="342900" y="1990725"/>
                </a:lnTo>
                <a:lnTo>
                  <a:pt x="304800" y="1990725"/>
                </a:lnTo>
                <a:lnTo>
                  <a:pt x="304800" y="1971675"/>
                </a:lnTo>
                <a:lnTo>
                  <a:pt x="295275" y="1971675"/>
                </a:lnTo>
                <a:lnTo>
                  <a:pt x="295275" y="1990725"/>
                </a:lnTo>
                <a:lnTo>
                  <a:pt x="257175" y="1990725"/>
                </a:lnTo>
                <a:lnTo>
                  <a:pt x="257175" y="1971675"/>
                </a:lnTo>
                <a:lnTo>
                  <a:pt x="266700" y="1971675"/>
                </a:lnTo>
                <a:lnTo>
                  <a:pt x="266700" y="1962150"/>
                </a:lnTo>
                <a:lnTo>
                  <a:pt x="304800" y="1962150"/>
                </a:lnTo>
                <a:close/>
                <a:moveTo>
                  <a:pt x="419100" y="1962150"/>
                </a:moveTo>
                <a:lnTo>
                  <a:pt x="466725" y="1962150"/>
                </a:lnTo>
                <a:lnTo>
                  <a:pt x="466725" y="1971675"/>
                </a:lnTo>
                <a:lnTo>
                  <a:pt x="447675" y="1971675"/>
                </a:lnTo>
                <a:lnTo>
                  <a:pt x="447675" y="1981200"/>
                </a:lnTo>
                <a:lnTo>
                  <a:pt x="438150" y="1981200"/>
                </a:lnTo>
                <a:lnTo>
                  <a:pt x="438150" y="1971675"/>
                </a:lnTo>
                <a:lnTo>
                  <a:pt x="419100" y="1971675"/>
                </a:lnTo>
                <a:close/>
              </a:path>
            </a:pathLst>
          </a:custGeom>
          <a:solidFill xmlns:a="http://schemas.openxmlformats.org/drawingml/2006/main">
            <a:srgbClr val="F3F0E0"/>
          </a:solidFill>
          <a:ln xmlns:a="http://schemas.openxmlformats.org/drawingml/2006/main" w="0">
            <a:noFill/>
          </a:ln>
        </p:spPr>
      </p:sp>
      <p:sp>
        <p:nvSpPr>
          <p:cNvPr id="133" name="sales vector #f5efe3">
            <a:extLst xmlns:a="http://schemas.openxmlformats.org/drawingml/2006/main">
              <a:ext uri="{FF2B5EF4-FFF2-40B4-BE49-F238E27FC236}">
                <a16:creationId xmlns:a16="http://schemas.microsoft.com/office/drawing/2014/main" id="{42932819-7150-4C26-AB6A-F9A716415D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381625" y="4914900"/>
            <a:ext cx="2247900" cy="2400300"/>
          </a:xfrm>
          <a:custGeom xmlns:a="http://schemas.openxmlformats.org/drawingml/2006/main">
            <a:pathLst>
              <a:path w="1905000" h="2038350">
                <a:moveTo>
                  <a:pt x="1895475" y="0"/>
                </a:moveTo>
                <a:lnTo>
                  <a:pt x="1905000" y="0"/>
                </a:lnTo>
                <a:lnTo>
                  <a:pt x="1905000" y="9525"/>
                </a:lnTo>
                <a:lnTo>
                  <a:pt x="1895475" y="9525"/>
                </a:lnTo>
                <a:close/>
                <a:moveTo>
                  <a:pt x="1590675" y="19050"/>
                </a:moveTo>
                <a:lnTo>
                  <a:pt x="1600200" y="19050"/>
                </a:lnTo>
                <a:lnTo>
                  <a:pt x="1600200" y="28575"/>
                </a:lnTo>
                <a:lnTo>
                  <a:pt x="1590675" y="28575"/>
                </a:lnTo>
                <a:close/>
                <a:moveTo>
                  <a:pt x="1666875" y="38100"/>
                </a:moveTo>
                <a:lnTo>
                  <a:pt x="1676400" y="38100"/>
                </a:lnTo>
                <a:lnTo>
                  <a:pt x="1676400" y="47625"/>
                </a:lnTo>
                <a:lnTo>
                  <a:pt x="1666875" y="47625"/>
                </a:lnTo>
                <a:close/>
                <a:moveTo>
                  <a:pt x="1866900" y="238125"/>
                </a:moveTo>
                <a:lnTo>
                  <a:pt x="1895475" y="238125"/>
                </a:lnTo>
                <a:lnTo>
                  <a:pt x="1895475" y="247650"/>
                </a:lnTo>
                <a:lnTo>
                  <a:pt x="1866900" y="247650"/>
                </a:lnTo>
                <a:close/>
                <a:moveTo>
                  <a:pt x="1504950" y="304800"/>
                </a:moveTo>
                <a:lnTo>
                  <a:pt x="1524000" y="304800"/>
                </a:lnTo>
                <a:lnTo>
                  <a:pt x="1524000" y="323850"/>
                </a:lnTo>
                <a:lnTo>
                  <a:pt x="1504950" y="323850"/>
                </a:lnTo>
                <a:close/>
                <a:moveTo>
                  <a:pt x="381000" y="476250"/>
                </a:moveTo>
                <a:lnTo>
                  <a:pt x="447675" y="476250"/>
                </a:lnTo>
                <a:lnTo>
                  <a:pt x="447675" y="495300"/>
                </a:lnTo>
                <a:lnTo>
                  <a:pt x="352425" y="495300"/>
                </a:lnTo>
                <a:lnTo>
                  <a:pt x="352425" y="485775"/>
                </a:lnTo>
                <a:lnTo>
                  <a:pt x="381000" y="485775"/>
                </a:lnTo>
                <a:close/>
                <a:moveTo>
                  <a:pt x="466725" y="504825"/>
                </a:moveTo>
                <a:lnTo>
                  <a:pt x="476250" y="504825"/>
                </a:lnTo>
                <a:lnTo>
                  <a:pt x="476250" y="514350"/>
                </a:lnTo>
                <a:lnTo>
                  <a:pt x="485775" y="514350"/>
                </a:lnTo>
                <a:lnTo>
                  <a:pt x="485775" y="523875"/>
                </a:lnTo>
                <a:lnTo>
                  <a:pt x="495300" y="523875"/>
                </a:lnTo>
                <a:lnTo>
                  <a:pt x="495300" y="533400"/>
                </a:lnTo>
                <a:lnTo>
                  <a:pt x="476250" y="533400"/>
                </a:lnTo>
                <a:lnTo>
                  <a:pt x="476250" y="523875"/>
                </a:lnTo>
                <a:lnTo>
                  <a:pt x="457200" y="523875"/>
                </a:lnTo>
                <a:lnTo>
                  <a:pt x="457200" y="533400"/>
                </a:lnTo>
                <a:lnTo>
                  <a:pt x="447675" y="533400"/>
                </a:lnTo>
                <a:lnTo>
                  <a:pt x="447675" y="542925"/>
                </a:lnTo>
                <a:lnTo>
                  <a:pt x="438150" y="542925"/>
                </a:lnTo>
                <a:lnTo>
                  <a:pt x="438150" y="533400"/>
                </a:lnTo>
                <a:lnTo>
                  <a:pt x="419100" y="533400"/>
                </a:lnTo>
                <a:lnTo>
                  <a:pt x="419100" y="523875"/>
                </a:lnTo>
                <a:lnTo>
                  <a:pt x="409575" y="523875"/>
                </a:lnTo>
                <a:lnTo>
                  <a:pt x="409575" y="533400"/>
                </a:lnTo>
                <a:lnTo>
                  <a:pt x="371475" y="533400"/>
                </a:lnTo>
                <a:lnTo>
                  <a:pt x="371475" y="523875"/>
                </a:lnTo>
                <a:lnTo>
                  <a:pt x="361950" y="523875"/>
                </a:lnTo>
                <a:lnTo>
                  <a:pt x="361950" y="533400"/>
                </a:lnTo>
                <a:lnTo>
                  <a:pt x="342900" y="533400"/>
                </a:lnTo>
                <a:lnTo>
                  <a:pt x="342900" y="514350"/>
                </a:lnTo>
                <a:lnTo>
                  <a:pt x="381000" y="514350"/>
                </a:lnTo>
                <a:lnTo>
                  <a:pt x="381000" y="523875"/>
                </a:lnTo>
                <a:lnTo>
                  <a:pt x="400050" y="523875"/>
                </a:lnTo>
                <a:lnTo>
                  <a:pt x="400050" y="514350"/>
                </a:lnTo>
                <a:lnTo>
                  <a:pt x="466725" y="514350"/>
                </a:lnTo>
                <a:close/>
                <a:moveTo>
                  <a:pt x="1181100" y="514350"/>
                </a:moveTo>
                <a:lnTo>
                  <a:pt x="1190625" y="514350"/>
                </a:lnTo>
                <a:lnTo>
                  <a:pt x="1190625" y="533400"/>
                </a:lnTo>
                <a:lnTo>
                  <a:pt x="1181100" y="533400"/>
                </a:lnTo>
                <a:close/>
                <a:moveTo>
                  <a:pt x="876300" y="523875"/>
                </a:moveTo>
                <a:lnTo>
                  <a:pt x="885825" y="523875"/>
                </a:lnTo>
                <a:lnTo>
                  <a:pt x="885825" y="533400"/>
                </a:lnTo>
                <a:lnTo>
                  <a:pt x="876300" y="533400"/>
                </a:lnTo>
                <a:close/>
                <a:moveTo>
                  <a:pt x="276225" y="533400"/>
                </a:moveTo>
                <a:lnTo>
                  <a:pt x="285750" y="533400"/>
                </a:lnTo>
                <a:lnTo>
                  <a:pt x="285750" y="542925"/>
                </a:lnTo>
                <a:lnTo>
                  <a:pt x="295275" y="542925"/>
                </a:lnTo>
                <a:lnTo>
                  <a:pt x="295275" y="552450"/>
                </a:lnTo>
                <a:lnTo>
                  <a:pt x="276225" y="552450"/>
                </a:lnTo>
                <a:close/>
                <a:moveTo>
                  <a:pt x="1238250" y="533400"/>
                </a:moveTo>
                <a:lnTo>
                  <a:pt x="1247775" y="533400"/>
                </a:lnTo>
                <a:lnTo>
                  <a:pt x="1247775" y="552450"/>
                </a:lnTo>
                <a:lnTo>
                  <a:pt x="1238250" y="552450"/>
                </a:lnTo>
                <a:close/>
                <a:moveTo>
                  <a:pt x="457200" y="552450"/>
                </a:moveTo>
                <a:lnTo>
                  <a:pt x="476250" y="552450"/>
                </a:lnTo>
                <a:lnTo>
                  <a:pt x="476250" y="571500"/>
                </a:lnTo>
                <a:lnTo>
                  <a:pt x="457200" y="571500"/>
                </a:lnTo>
                <a:close/>
                <a:moveTo>
                  <a:pt x="190500" y="561975"/>
                </a:moveTo>
                <a:lnTo>
                  <a:pt x="200025" y="561975"/>
                </a:lnTo>
                <a:lnTo>
                  <a:pt x="200025" y="590550"/>
                </a:lnTo>
                <a:lnTo>
                  <a:pt x="190500" y="590550"/>
                </a:lnTo>
                <a:lnTo>
                  <a:pt x="190500" y="600075"/>
                </a:lnTo>
                <a:lnTo>
                  <a:pt x="180975" y="600075"/>
                </a:lnTo>
                <a:lnTo>
                  <a:pt x="180975" y="571500"/>
                </a:lnTo>
                <a:lnTo>
                  <a:pt x="190500" y="571500"/>
                </a:lnTo>
                <a:close/>
                <a:moveTo>
                  <a:pt x="828675" y="628650"/>
                </a:moveTo>
                <a:lnTo>
                  <a:pt x="838200" y="628650"/>
                </a:lnTo>
                <a:lnTo>
                  <a:pt x="838200" y="638175"/>
                </a:lnTo>
                <a:lnTo>
                  <a:pt x="828675" y="638175"/>
                </a:lnTo>
                <a:close/>
                <a:moveTo>
                  <a:pt x="171450" y="638175"/>
                </a:moveTo>
                <a:lnTo>
                  <a:pt x="190500" y="638175"/>
                </a:lnTo>
                <a:lnTo>
                  <a:pt x="190500" y="647700"/>
                </a:lnTo>
                <a:lnTo>
                  <a:pt x="171450" y="647700"/>
                </a:lnTo>
                <a:close/>
                <a:moveTo>
                  <a:pt x="171450" y="723900"/>
                </a:moveTo>
                <a:lnTo>
                  <a:pt x="190500" y="723900"/>
                </a:lnTo>
                <a:lnTo>
                  <a:pt x="190500" y="733425"/>
                </a:lnTo>
                <a:lnTo>
                  <a:pt x="180975" y="733425"/>
                </a:lnTo>
                <a:lnTo>
                  <a:pt x="180975" y="771525"/>
                </a:lnTo>
                <a:lnTo>
                  <a:pt x="171450" y="771525"/>
                </a:lnTo>
                <a:close/>
                <a:moveTo>
                  <a:pt x="180975" y="790575"/>
                </a:moveTo>
                <a:lnTo>
                  <a:pt x="190500" y="790575"/>
                </a:lnTo>
                <a:lnTo>
                  <a:pt x="190500" y="800100"/>
                </a:lnTo>
                <a:lnTo>
                  <a:pt x="200025" y="800100"/>
                </a:lnTo>
                <a:lnTo>
                  <a:pt x="200025" y="809625"/>
                </a:lnTo>
                <a:lnTo>
                  <a:pt x="209550" y="809625"/>
                </a:lnTo>
                <a:lnTo>
                  <a:pt x="209550" y="819150"/>
                </a:lnTo>
                <a:lnTo>
                  <a:pt x="190500" y="819150"/>
                </a:lnTo>
                <a:lnTo>
                  <a:pt x="190500" y="809625"/>
                </a:lnTo>
                <a:lnTo>
                  <a:pt x="180975" y="809625"/>
                </a:lnTo>
                <a:close/>
                <a:moveTo>
                  <a:pt x="438150" y="800100"/>
                </a:moveTo>
                <a:lnTo>
                  <a:pt x="466725" y="800100"/>
                </a:lnTo>
                <a:lnTo>
                  <a:pt x="466725" y="809625"/>
                </a:lnTo>
                <a:lnTo>
                  <a:pt x="457200" y="809625"/>
                </a:lnTo>
                <a:lnTo>
                  <a:pt x="457200" y="819150"/>
                </a:lnTo>
                <a:lnTo>
                  <a:pt x="438150" y="819150"/>
                </a:lnTo>
                <a:close/>
                <a:moveTo>
                  <a:pt x="1190625" y="828675"/>
                </a:moveTo>
                <a:lnTo>
                  <a:pt x="1219200" y="828675"/>
                </a:lnTo>
                <a:lnTo>
                  <a:pt x="1219200" y="838200"/>
                </a:lnTo>
                <a:lnTo>
                  <a:pt x="1190625" y="838200"/>
                </a:lnTo>
                <a:close/>
                <a:moveTo>
                  <a:pt x="314325" y="838200"/>
                </a:moveTo>
                <a:lnTo>
                  <a:pt x="390525" y="838200"/>
                </a:lnTo>
                <a:lnTo>
                  <a:pt x="390525" y="857250"/>
                </a:lnTo>
                <a:lnTo>
                  <a:pt x="314325" y="857250"/>
                </a:lnTo>
                <a:close/>
                <a:moveTo>
                  <a:pt x="1181100" y="838200"/>
                </a:moveTo>
                <a:lnTo>
                  <a:pt x="1190625" y="838200"/>
                </a:lnTo>
                <a:lnTo>
                  <a:pt x="1190625" y="847725"/>
                </a:lnTo>
                <a:lnTo>
                  <a:pt x="1181100" y="847725"/>
                </a:lnTo>
                <a:close/>
                <a:moveTo>
                  <a:pt x="552450" y="847725"/>
                </a:moveTo>
                <a:lnTo>
                  <a:pt x="657225" y="847725"/>
                </a:lnTo>
                <a:lnTo>
                  <a:pt x="657225" y="857250"/>
                </a:lnTo>
                <a:lnTo>
                  <a:pt x="552450" y="857250"/>
                </a:lnTo>
                <a:close/>
                <a:moveTo>
                  <a:pt x="695325" y="847725"/>
                </a:moveTo>
                <a:lnTo>
                  <a:pt x="704850" y="847725"/>
                </a:lnTo>
                <a:lnTo>
                  <a:pt x="704850" y="857250"/>
                </a:lnTo>
                <a:lnTo>
                  <a:pt x="695325" y="857250"/>
                </a:lnTo>
                <a:close/>
                <a:moveTo>
                  <a:pt x="285750" y="952500"/>
                </a:moveTo>
                <a:lnTo>
                  <a:pt x="304800" y="952500"/>
                </a:lnTo>
                <a:lnTo>
                  <a:pt x="304800" y="962025"/>
                </a:lnTo>
                <a:lnTo>
                  <a:pt x="285750" y="962025"/>
                </a:lnTo>
                <a:close/>
                <a:moveTo>
                  <a:pt x="314325" y="952500"/>
                </a:moveTo>
                <a:lnTo>
                  <a:pt x="323850" y="952500"/>
                </a:lnTo>
                <a:lnTo>
                  <a:pt x="323850" y="962025"/>
                </a:lnTo>
                <a:lnTo>
                  <a:pt x="314325" y="962025"/>
                </a:lnTo>
                <a:close/>
                <a:moveTo>
                  <a:pt x="333375" y="952500"/>
                </a:moveTo>
                <a:lnTo>
                  <a:pt x="361950" y="952500"/>
                </a:lnTo>
                <a:lnTo>
                  <a:pt x="361950" y="962025"/>
                </a:lnTo>
                <a:lnTo>
                  <a:pt x="333375" y="962025"/>
                </a:lnTo>
                <a:close/>
                <a:moveTo>
                  <a:pt x="685800" y="952500"/>
                </a:moveTo>
                <a:lnTo>
                  <a:pt x="695325" y="952500"/>
                </a:lnTo>
                <a:lnTo>
                  <a:pt x="695325" y="971550"/>
                </a:lnTo>
                <a:lnTo>
                  <a:pt x="666750" y="971550"/>
                </a:lnTo>
                <a:lnTo>
                  <a:pt x="666750" y="962025"/>
                </a:lnTo>
                <a:lnTo>
                  <a:pt x="685800" y="962025"/>
                </a:lnTo>
                <a:close/>
                <a:moveTo>
                  <a:pt x="1133475" y="971550"/>
                </a:moveTo>
                <a:lnTo>
                  <a:pt x="1162050" y="971550"/>
                </a:lnTo>
                <a:lnTo>
                  <a:pt x="1162050" y="981075"/>
                </a:lnTo>
                <a:lnTo>
                  <a:pt x="1133475" y="981075"/>
                </a:lnTo>
                <a:close/>
                <a:moveTo>
                  <a:pt x="619125" y="981075"/>
                </a:moveTo>
                <a:lnTo>
                  <a:pt x="638175" y="981075"/>
                </a:lnTo>
                <a:lnTo>
                  <a:pt x="638175" y="990600"/>
                </a:lnTo>
                <a:lnTo>
                  <a:pt x="619125" y="990600"/>
                </a:lnTo>
                <a:close/>
                <a:moveTo>
                  <a:pt x="676275" y="981075"/>
                </a:moveTo>
                <a:lnTo>
                  <a:pt x="704850" y="981075"/>
                </a:lnTo>
                <a:lnTo>
                  <a:pt x="704850" y="990600"/>
                </a:lnTo>
                <a:lnTo>
                  <a:pt x="676275" y="990600"/>
                </a:lnTo>
                <a:close/>
                <a:moveTo>
                  <a:pt x="180975" y="1009650"/>
                </a:moveTo>
                <a:lnTo>
                  <a:pt x="190500" y="1009650"/>
                </a:lnTo>
                <a:lnTo>
                  <a:pt x="190500" y="1028700"/>
                </a:lnTo>
                <a:lnTo>
                  <a:pt x="180975" y="1028700"/>
                </a:lnTo>
                <a:close/>
                <a:moveTo>
                  <a:pt x="180975" y="1228725"/>
                </a:moveTo>
                <a:lnTo>
                  <a:pt x="190500" y="1228725"/>
                </a:lnTo>
                <a:lnTo>
                  <a:pt x="190500" y="1247775"/>
                </a:lnTo>
                <a:lnTo>
                  <a:pt x="200025" y="1247775"/>
                </a:lnTo>
                <a:lnTo>
                  <a:pt x="200025" y="1257300"/>
                </a:lnTo>
                <a:lnTo>
                  <a:pt x="180975" y="1257300"/>
                </a:lnTo>
                <a:close/>
                <a:moveTo>
                  <a:pt x="1457325" y="1362075"/>
                </a:moveTo>
                <a:lnTo>
                  <a:pt x="1466850" y="1362075"/>
                </a:lnTo>
                <a:lnTo>
                  <a:pt x="1466850" y="1371600"/>
                </a:lnTo>
                <a:lnTo>
                  <a:pt x="1457325" y="1371600"/>
                </a:lnTo>
                <a:close/>
                <a:moveTo>
                  <a:pt x="180975" y="1400175"/>
                </a:moveTo>
                <a:lnTo>
                  <a:pt x="200025" y="1400175"/>
                </a:lnTo>
                <a:lnTo>
                  <a:pt x="200025" y="1409700"/>
                </a:lnTo>
                <a:lnTo>
                  <a:pt x="190500" y="1409700"/>
                </a:lnTo>
                <a:lnTo>
                  <a:pt x="190500" y="1419225"/>
                </a:lnTo>
                <a:lnTo>
                  <a:pt x="180975" y="1419225"/>
                </a:lnTo>
                <a:close/>
                <a:moveTo>
                  <a:pt x="266700" y="1438275"/>
                </a:moveTo>
                <a:lnTo>
                  <a:pt x="314325" y="1438275"/>
                </a:lnTo>
                <a:lnTo>
                  <a:pt x="314325" y="1447800"/>
                </a:lnTo>
                <a:lnTo>
                  <a:pt x="323850" y="1447800"/>
                </a:lnTo>
                <a:lnTo>
                  <a:pt x="323850" y="1438275"/>
                </a:lnTo>
                <a:lnTo>
                  <a:pt x="333375" y="1438275"/>
                </a:lnTo>
                <a:lnTo>
                  <a:pt x="333375" y="1457325"/>
                </a:lnTo>
                <a:lnTo>
                  <a:pt x="352425" y="1457325"/>
                </a:lnTo>
                <a:lnTo>
                  <a:pt x="352425" y="1447800"/>
                </a:lnTo>
                <a:lnTo>
                  <a:pt x="381000" y="1447800"/>
                </a:lnTo>
                <a:lnTo>
                  <a:pt x="381000" y="1457325"/>
                </a:lnTo>
                <a:lnTo>
                  <a:pt x="457200" y="1457325"/>
                </a:lnTo>
                <a:lnTo>
                  <a:pt x="457200" y="1447800"/>
                </a:lnTo>
                <a:lnTo>
                  <a:pt x="466725" y="1447800"/>
                </a:lnTo>
                <a:lnTo>
                  <a:pt x="466725" y="1438275"/>
                </a:lnTo>
                <a:lnTo>
                  <a:pt x="476250" y="1438275"/>
                </a:lnTo>
                <a:lnTo>
                  <a:pt x="476250" y="1447800"/>
                </a:lnTo>
                <a:lnTo>
                  <a:pt x="485775" y="1447800"/>
                </a:lnTo>
                <a:lnTo>
                  <a:pt x="485775" y="1457325"/>
                </a:lnTo>
                <a:lnTo>
                  <a:pt x="504825" y="1457325"/>
                </a:lnTo>
                <a:lnTo>
                  <a:pt x="504825" y="1466850"/>
                </a:lnTo>
                <a:lnTo>
                  <a:pt x="361950" y="1466850"/>
                </a:lnTo>
                <a:lnTo>
                  <a:pt x="361950" y="1476375"/>
                </a:lnTo>
                <a:lnTo>
                  <a:pt x="247650" y="1476375"/>
                </a:lnTo>
                <a:lnTo>
                  <a:pt x="247650" y="1466850"/>
                </a:lnTo>
                <a:lnTo>
                  <a:pt x="228600" y="1466850"/>
                </a:lnTo>
                <a:lnTo>
                  <a:pt x="228600" y="1447800"/>
                </a:lnTo>
                <a:lnTo>
                  <a:pt x="247650" y="1447800"/>
                </a:lnTo>
                <a:lnTo>
                  <a:pt x="247650" y="1457325"/>
                </a:lnTo>
                <a:lnTo>
                  <a:pt x="295275" y="1457325"/>
                </a:lnTo>
                <a:lnTo>
                  <a:pt x="295275" y="1447800"/>
                </a:lnTo>
                <a:lnTo>
                  <a:pt x="266700" y="1447800"/>
                </a:lnTo>
                <a:close/>
                <a:moveTo>
                  <a:pt x="647700" y="1438275"/>
                </a:moveTo>
                <a:lnTo>
                  <a:pt x="657225" y="1438275"/>
                </a:lnTo>
                <a:lnTo>
                  <a:pt x="657225" y="1447800"/>
                </a:lnTo>
                <a:lnTo>
                  <a:pt x="647700" y="1447800"/>
                </a:lnTo>
                <a:close/>
                <a:moveTo>
                  <a:pt x="704850" y="1438275"/>
                </a:moveTo>
                <a:lnTo>
                  <a:pt x="733425" y="1438275"/>
                </a:lnTo>
                <a:lnTo>
                  <a:pt x="733425" y="1447800"/>
                </a:lnTo>
                <a:lnTo>
                  <a:pt x="714375" y="1447800"/>
                </a:lnTo>
                <a:lnTo>
                  <a:pt x="714375" y="1457325"/>
                </a:lnTo>
                <a:lnTo>
                  <a:pt x="752475" y="1457325"/>
                </a:lnTo>
                <a:lnTo>
                  <a:pt x="752475" y="1447800"/>
                </a:lnTo>
                <a:lnTo>
                  <a:pt x="762000" y="1447800"/>
                </a:lnTo>
                <a:lnTo>
                  <a:pt x="762000" y="1438275"/>
                </a:lnTo>
                <a:lnTo>
                  <a:pt x="790575" y="1438275"/>
                </a:lnTo>
                <a:lnTo>
                  <a:pt x="790575" y="1447800"/>
                </a:lnTo>
                <a:lnTo>
                  <a:pt x="819150" y="1447800"/>
                </a:lnTo>
                <a:lnTo>
                  <a:pt x="819150" y="1457325"/>
                </a:lnTo>
                <a:lnTo>
                  <a:pt x="847725" y="1457325"/>
                </a:lnTo>
                <a:lnTo>
                  <a:pt x="847725" y="1466850"/>
                </a:lnTo>
                <a:lnTo>
                  <a:pt x="628650" y="1466850"/>
                </a:lnTo>
                <a:lnTo>
                  <a:pt x="628650" y="1457325"/>
                </a:lnTo>
                <a:lnTo>
                  <a:pt x="685800" y="1457325"/>
                </a:lnTo>
                <a:lnTo>
                  <a:pt x="685800" y="1447800"/>
                </a:lnTo>
                <a:lnTo>
                  <a:pt x="704850" y="1447800"/>
                </a:lnTo>
                <a:close/>
                <a:moveTo>
                  <a:pt x="876300" y="1447800"/>
                </a:moveTo>
                <a:lnTo>
                  <a:pt x="895350" y="1447800"/>
                </a:lnTo>
                <a:lnTo>
                  <a:pt x="895350" y="1457325"/>
                </a:lnTo>
                <a:lnTo>
                  <a:pt x="942975" y="1457325"/>
                </a:lnTo>
                <a:lnTo>
                  <a:pt x="942975" y="1447800"/>
                </a:lnTo>
                <a:lnTo>
                  <a:pt x="952500" y="1447800"/>
                </a:lnTo>
                <a:lnTo>
                  <a:pt x="952500" y="1457325"/>
                </a:lnTo>
                <a:lnTo>
                  <a:pt x="971550" y="1457325"/>
                </a:lnTo>
                <a:lnTo>
                  <a:pt x="971550" y="1466850"/>
                </a:lnTo>
                <a:lnTo>
                  <a:pt x="857250" y="1466850"/>
                </a:lnTo>
                <a:lnTo>
                  <a:pt x="857250" y="1457325"/>
                </a:lnTo>
                <a:lnTo>
                  <a:pt x="876300" y="1457325"/>
                </a:lnTo>
                <a:close/>
                <a:moveTo>
                  <a:pt x="1076325" y="1447800"/>
                </a:moveTo>
                <a:lnTo>
                  <a:pt x="1085850" y="1447800"/>
                </a:lnTo>
                <a:lnTo>
                  <a:pt x="1085850" y="1457325"/>
                </a:lnTo>
                <a:lnTo>
                  <a:pt x="1104900" y="1457325"/>
                </a:lnTo>
                <a:lnTo>
                  <a:pt x="1104900" y="1466850"/>
                </a:lnTo>
                <a:lnTo>
                  <a:pt x="1047750" y="1466850"/>
                </a:lnTo>
                <a:lnTo>
                  <a:pt x="1047750" y="1476375"/>
                </a:lnTo>
                <a:lnTo>
                  <a:pt x="1019175" y="1476375"/>
                </a:lnTo>
                <a:lnTo>
                  <a:pt x="1019175" y="1457325"/>
                </a:lnTo>
                <a:lnTo>
                  <a:pt x="1076325" y="1457325"/>
                </a:lnTo>
                <a:close/>
                <a:moveTo>
                  <a:pt x="514350" y="1457325"/>
                </a:moveTo>
                <a:lnTo>
                  <a:pt x="523875" y="1457325"/>
                </a:lnTo>
                <a:lnTo>
                  <a:pt x="523875" y="1466850"/>
                </a:lnTo>
                <a:lnTo>
                  <a:pt x="514350" y="1466850"/>
                </a:lnTo>
                <a:close/>
                <a:moveTo>
                  <a:pt x="276225" y="1495425"/>
                </a:moveTo>
                <a:lnTo>
                  <a:pt x="381000" y="1495425"/>
                </a:lnTo>
                <a:lnTo>
                  <a:pt x="381000" y="1504950"/>
                </a:lnTo>
                <a:lnTo>
                  <a:pt x="466725" y="1504950"/>
                </a:lnTo>
                <a:lnTo>
                  <a:pt x="466725" y="1495425"/>
                </a:lnTo>
                <a:lnTo>
                  <a:pt x="600075" y="1495425"/>
                </a:lnTo>
                <a:lnTo>
                  <a:pt x="600075" y="1514475"/>
                </a:lnTo>
                <a:lnTo>
                  <a:pt x="571500" y="1514475"/>
                </a:lnTo>
                <a:lnTo>
                  <a:pt x="571500" y="1504950"/>
                </a:lnTo>
                <a:lnTo>
                  <a:pt x="542925" y="1504950"/>
                </a:lnTo>
                <a:lnTo>
                  <a:pt x="542925" y="1514475"/>
                </a:lnTo>
                <a:lnTo>
                  <a:pt x="552450" y="1514475"/>
                </a:lnTo>
                <a:lnTo>
                  <a:pt x="552450" y="1524000"/>
                </a:lnTo>
                <a:lnTo>
                  <a:pt x="495300" y="1524000"/>
                </a:lnTo>
                <a:lnTo>
                  <a:pt x="495300" y="1514475"/>
                </a:lnTo>
                <a:lnTo>
                  <a:pt x="419100" y="1514475"/>
                </a:lnTo>
                <a:lnTo>
                  <a:pt x="419100" y="1524000"/>
                </a:lnTo>
                <a:lnTo>
                  <a:pt x="381000" y="1524000"/>
                </a:lnTo>
                <a:lnTo>
                  <a:pt x="381000" y="1533525"/>
                </a:lnTo>
                <a:lnTo>
                  <a:pt x="352425" y="1533525"/>
                </a:lnTo>
                <a:lnTo>
                  <a:pt x="352425" y="1524000"/>
                </a:lnTo>
                <a:lnTo>
                  <a:pt x="266700" y="1524000"/>
                </a:lnTo>
                <a:lnTo>
                  <a:pt x="266700" y="1504950"/>
                </a:lnTo>
                <a:lnTo>
                  <a:pt x="276225" y="1504950"/>
                </a:lnTo>
                <a:close/>
                <a:moveTo>
                  <a:pt x="647700" y="1495425"/>
                </a:moveTo>
                <a:lnTo>
                  <a:pt x="762000" y="1495425"/>
                </a:lnTo>
                <a:lnTo>
                  <a:pt x="762000" y="1504950"/>
                </a:lnTo>
                <a:lnTo>
                  <a:pt x="771525" y="1504950"/>
                </a:lnTo>
                <a:lnTo>
                  <a:pt x="771525" y="1495425"/>
                </a:lnTo>
                <a:lnTo>
                  <a:pt x="838200" y="1495425"/>
                </a:lnTo>
                <a:lnTo>
                  <a:pt x="838200" y="1504950"/>
                </a:lnTo>
                <a:lnTo>
                  <a:pt x="847725" y="1504950"/>
                </a:lnTo>
                <a:lnTo>
                  <a:pt x="847725" y="1495425"/>
                </a:lnTo>
                <a:lnTo>
                  <a:pt x="876300" y="1495425"/>
                </a:lnTo>
                <a:lnTo>
                  <a:pt x="876300" y="1504950"/>
                </a:lnTo>
                <a:lnTo>
                  <a:pt x="895350" y="1504950"/>
                </a:lnTo>
                <a:lnTo>
                  <a:pt x="895350" y="1495425"/>
                </a:lnTo>
                <a:lnTo>
                  <a:pt x="962025" y="1495425"/>
                </a:lnTo>
                <a:lnTo>
                  <a:pt x="962025" y="1504950"/>
                </a:lnTo>
                <a:lnTo>
                  <a:pt x="971550" y="1504950"/>
                </a:lnTo>
                <a:lnTo>
                  <a:pt x="971550" y="1514475"/>
                </a:lnTo>
                <a:lnTo>
                  <a:pt x="962025" y="1514475"/>
                </a:lnTo>
                <a:lnTo>
                  <a:pt x="962025" y="1524000"/>
                </a:lnTo>
                <a:lnTo>
                  <a:pt x="885825" y="1524000"/>
                </a:lnTo>
                <a:lnTo>
                  <a:pt x="885825" y="1514475"/>
                </a:lnTo>
                <a:lnTo>
                  <a:pt x="866775" y="1514475"/>
                </a:lnTo>
                <a:lnTo>
                  <a:pt x="866775" y="1524000"/>
                </a:lnTo>
                <a:lnTo>
                  <a:pt x="847725" y="1524000"/>
                </a:lnTo>
                <a:lnTo>
                  <a:pt x="847725" y="1514475"/>
                </a:lnTo>
                <a:lnTo>
                  <a:pt x="809625" y="1514475"/>
                </a:lnTo>
                <a:lnTo>
                  <a:pt x="809625" y="1524000"/>
                </a:lnTo>
                <a:lnTo>
                  <a:pt x="742950" y="1524000"/>
                </a:lnTo>
                <a:lnTo>
                  <a:pt x="742950" y="1514475"/>
                </a:lnTo>
                <a:lnTo>
                  <a:pt x="676275" y="1514475"/>
                </a:lnTo>
                <a:lnTo>
                  <a:pt x="676275" y="1524000"/>
                </a:lnTo>
                <a:lnTo>
                  <a:pt x="647700" y="1524000"/>
                </a:lnTo>
                <a:close/>
                <a:moveTo>
                  <a:pt x="1066800" y="1495425"/>
                </a:moveTo>
                <a:lnTo>
                  <a:pt x="1104900" y="1495425"/>
                </a:lnTo>
                <a:lnTo>
                  <a:pt x="1104900" y="1504950"/>
                </a:lnTo>
                <a:lnTo>
                  <a:pt x="1095375" y="1504950"/>
                </a:lnTo>
                <a:lnTo>
                  <a:pt x="1095375" y="1514475"/>
                </a:lnTo>
                <a:lnTo>
                  <a:pt x="1057275" y="1514475"/>
                </a:lnTo>
                <a:lnTo>
                  <a:pt x="1057275" y="1504950"/>
                </a:lnTo>
                <a:lnTo>
                  <a:pt x="1066800" y="1504950"/>
                </a:lnTo>
                <a:close/>
                <a:moveTo>
                  <a:pt x="209550" y="1504950"/>
                </a:moveTo>
                <a:lnTo>
                  <a:pt x="247650" y="1504950"/>
                </a:lnTo>
                <a:lnTo>
                  <a:pt x="247650" y="1514475"/>
                </a:lnTo>
                <a:lnTo>
                  <a:pt x="238125" y="1514475"/>
                </a:lnTo>
                <a:lnTo>
                  <a:pt x="238125" y="1524000"/>
                </a:lnTo>
                <a:lnTo>
                  <a:pt x="219075" y="1524000"/>
                </a:lnTo>
                <a:lnTo>
                  <a:pt x="219075" y="1514475"/>
                </a:lnTo>
                <a:lnTo>
                  <a:pt x="209550" y="1514475"/>
                </a:lnTo>
                <a:close/>
                <a:moveTo>
                  <a:pt x="619125" y="1504950"/>
                </a:moveTo>
                <a:lnTo>
                  <a:pt x="638175" y="1504950"/>
                </a:lnTo>
                <a:lnTo>
                  <a:pt x="638175" y="1514475"/>
                </a:lnTo>
                <a:lnTo>
                  <a:pt x="619125" y="1514475"/>
                </a:lnTo>
                <a:close/>
                <a:moveTo>
                  <a:pt x="1028700" y="1504950"/>
                </a:moveTo>
                <a:lnTo>
                  <a:pt x="1038225" y="1504950"/>
                </a:lnTo>
                <a:lnTo>
                  <a:pt x="1038225" y="1514475"/>
                </a:lnTo>
                <a:lnTo>
                  <a:pt x="1028700" y="1514475"/>
                </a:lnTo>
                <a:close/>
                <a:moveTo>
                  <a:pt x="180975" y="1514475"/>
                </a:moveTo>
                <a:lnTo>
                  <a:pt x="190500" y="1514475"/>
                </a:lnTo>
                <a:lnTo>
                  <a:pt x="190500" y="1552575"/>
                </a:lnTo>
                <a:lnTo>
                  <a:pt x="200025" y="1552575"/>
                </a:lnTo>
                <a:lnTo>
                  <a:pt x="200025" y="1562100"/>
                </a:lnTo>
                <a:lnTo>
                  <a:pt x="190500" y="1562100"/>
                </a:lnTo>
                <a:lnTo>
                  <a:pt x="190500" y="1581150"/>
                </a:lnTo>
                <a:lnTo>
                  <a:pt x="180975" y="1581150"/>
                </a:lnTo>
                <a:close/>
                <a:moveTo>
                  <a:pt x="514350" y="1514475"/>
                </a:moveTo>
                <a:lnTo>
                  <a:pt x="533400" y="1514475"/>
                </a:lnTo>
                <a:lnTo>
                  <a:pt x="533400" y="1504950"/>
                </a:lnTo>
                <a:lnTo>
                  <a:pt x="514350" y="1504950"/>
                </a:lnTo>
                <a:close/>
                <a:moveTo>
                  <a:pt x="238125" y="1524000"/>
                </a:moveTo>
                <a:lnTo>
                  <a:pt x="266700" y="1524000"/>
                </a:lnTo>
                <a:lnTo>
                  <a:pt x="266700" y="1533525"/>
                </a:lnTo>
                <a:lnTo>
                  <a:pt x="257175" y="1533525"/>
                </a:lnTo>
                <a:lnTo>
                  <a:pt x="257175" y="1552575"/>
                </a:lnTo>
                <a:lnTo>
                  <a:pt x="228600" y="1552575"/>
                </a:lnTo>
                <a:lnTo>
                  <a:pt x="228600" y="1533525"/>
                </a:lnTo>
                <a:lnTo>
                  <a:pt x="238125" y="1533525"/>
                </a:lnTo>
                <a:close/>
                <a:moveTo>
                  <a:pt x="1038225" y="1524000"/>
                </a:moveTo>
                <a:lnTo>
                  <a:pt x="1047750" y="1524000"/>
                </a:lnTo>
                <a:lnTo>
                  <a:pt x="1047750" y="1533525"/>
                </a:lnTo>
                <a:lnTo>
                  <a:pt x="1038225" y="1533525"/>
                </a:lnTo>
                <a:close/>
                <a:moveTo>
                  <a:pt x="1219200" y="1524000"/>
                </a:moveTo>
                <a:lnTo>
                  <a:pt x="1228725" y="1524000"/>
                </a:lnTo>
                <a:lnTo>
                  <a:pt x="1228725" y="1533525"/>
                </a:lnTo>
                <a:lnTo>
                  <a:pt x="1219200" y="1533525"/>
                </a:lnTo>
                <a:close/>
                <a:moveTo>
                  <a:pt x="1333500" y="1524000"/>
                </a:moveTo>
                <a:lnTo>
                  <a:pt x="1352550" y="1524000"/>
                </a:lnTo>
                <a:lnTo>
                  <a:pt x="1352550" y="1533525"/>
                </a:lnTo>
                <a:lnTo>
                  <a:pt x="1343025" y="1533525"/>
                </a:lnTo>
                <a:lnTo>
                  <a:pt x="1343025" y="1543050"/>
                </a:lnTo>
                <a:lnTo>
                  <a:pt x="1333500" y="1543050"/>
                </a:lnTo>
                <a:close/>
                <a:moveTo>
                  <a:pt x="1524000" y="1524000"/>
                </a:moveTo>
                <a:lnTo>
                  <a:pt x="1552575" y="1524000"/>
                </a:lnTo>
                <a:lnTo>
                  <a:pt x="1552575" y="1543050"/>
                </a:lnTo>
                <a:lnTo>
                  <a:pt x="1543050" y="1543050"/>
                </a:lnTo>
                <a:lnTo>
                  <a:pt x="1543050" y="1552575"/>
                </a:lnTo>
                <a:lnTo>
                  <a:pt x="1533525" y="1552575"/>
                </a:lnTo>
                <a:lnTo>
                  <a:pt x="1533525" y="1543050"/>
                </a:lnTo>
                <a:lnTo>
                  <a:pt x="1524000" y="1543050"/>
                </a:lnTo>
                <a:close/>
                <a:moveTo>
                  <a:pt x="171450" y="1600200"/>
                </a:moveTo>
                <a:lnTo>
                  <a:pt x="180975" y="1600200"/>
                </a:lnTo>
                <a:lnTo>
                  <a:pt x="180975" y="1609725"/>
                </a:lnTo>
                <a:lnTo>
                  <a:pt x="171450" y="1609725"/>
                </a:lnTo>
                <a:close/>
                <a:moveTo>
                  <a:pt x="171450" y="1619250"/>
                </a:moveTo>
                <a:lnTo>
                  <a:pt x="180975" y="1619250"/>
                </a:lnTo>
                <a:lnTo>
                  <a:pt x="180975" y="1628775"/>
                </a:lnTo>
                <a:lnTo>
                  <a:pt x="171450" y="1628775"/>
                </a:lnTo>
                <a:close/>
                <a:moveTo>
                  <a:pt x="180975" y="1638300"/>
                </a:moveTo>
                <a:lnTo>
                  <a:pt x="190500" y="1638300"/>
                </a:lnTo>
                <a:lnTo>
                  <a:pt x="190500" y="1647825"/>
                </a:lnTo>
                <a:lnTo>
                  <a:pt x="180975" y="1647825"/>
                </a:lnTo>
                <a:close/>
                <a:moveTo>
                  <a:pt x="171450" y="1647825"/>
                </a:moveTo>
                <a:lnTo>
                  <a:pt x="180975" y="1647825"/>
                </a:lnTo>
                <a:lnTo>
                  <a:pt x="180975" y="1666875"/>
                </a:lnTo>
                <a:lnTo>
                  <a:pt x="171450" y="1666875"/>
                </a:lnTo>
                <a:close/>
                <a:moveTo>
                  <a:pt x="1581150" y="1647825"/>
                </a:moveTo>
                <a:lnTo>
                  <a:pt x="1590675" y="1647825"/>
                </a:lnTo>
                <a:lnTo>
                  <a:pt x="1590675" y="1657350"/>
                </a:lnTo>
                <a:lnTo>
                  <a:pt x="1581150" y="1657350"/>
                </a:lnTo>
                <a:close/>
                <a:moveTo>
                  <a:pt x="1609725" y="1647825"/>
                </a:moveTo>
                <a:lnTo>
                  <a:pt x="1628775" y="1647825"/>
                </a:lnTo>
                <a:lnTo>
                  <a:pt x="1628775" y="1657350"/>
                </a:lnTo>
                <a:lnTo>
                  <a:pt x="1619250" y="1657350"/>
                </a:lnTo>
                <a:lnTo>
                  <a:pt x="1619250" y="1666875"/>
                </a:lnTo>
                <a:lnTo>
                  <a:pt x="1609725" y="1666875"/>
                </a:lnTo>
                <a:close/>
                <a:moveTo>
                  <a:pt x="323850" y="1666875"/>
                </a:moveTo>
                <a:lnTo>
                  <a:pt x="342900" y="1666875"/>
                </a:lnTo>
                <a:lnTo>
                  <a:pt x="342900" y="1676400"/>
                </a:lnTo>
                <a:lnTo>
                  <a:pt x="361950" y="1676400"/>
                </a:lnTo>
                <a:lnTo>
                  <a:pt x="361950" y="1685925"/>
                </a:lnTo>
                <a:lnTo>
                  <a:pt x="352425" y="1685925"/>
                </a:lnTo>
                <a:lnTo>
                  <a:pt x="352425" y="1695450"/>
                </a:lnTo>
                <a:lnTo>
                  <a:pt x="333375" y="1695450"/>
                </a:lnTo>
                <a:lnTo>
                  <a:pt x="333375" y="1685925"/>
                </a:lnTo>
                <a:lnTo>
                  <a:pt x="323850" y="1685925"/>
                </a:lnTo>
                <a:close/>
                <a:moveTo>
                  <a:pt x="180975" y="1685925"/>
                </a:moveTo>
                <a:lnTo>
                  <a:pt x="190500" y="1685925"/>
                </a:lnTo>
                <a:lnTo>
                  <a:pt x="190500" y="1695450"/>
                </a:lnTo>
                <a:lnTo>
                  <a:pt x="180975" y="1695450"/>
                </a:lnTo>
                <a:close/>
                <a:moveTo>
                  <a:pt x="1152525" y="1685925"/>
                </a:moveTo>
                <a:lnTo>
                  <a:pt x="1171575" y="1685925"/>
                </a:lnTo>
                <a:lnTo>
                  <a:pt x="1171575" y="1695450"/>
                </a:lnTo>
                <a:lnTo>
                  <a:pt x="1152525" y="1695450"/>
                </a:lnTo>
                <a:close/>
                <a:moveTo>
                  <a:pt x="1771650" y="1695450"/>
                </a:moveTo>
                <a:lnTo>
                  <a:pt x="1781175" y="1695450"/>
                </a:lnTo>
                <a:lnTo>
                  <a:pt x="1781175" y="1704975"/>
                </a:lnTo>
                <a:lnTo>
                  <a:pt x="1771650" y="1704975"/>
                </a:lnTo>
                <a:close/>
                <a:moveTo>
                  <a:pt x="866775" y="1714500"/>
                </a:moveTo>
                <a:lnTo>
                  <a:pt x="876300" y="1714500"/>
                </a:lnTo>
                <a:lnTo>
                  <a:pt x="876300" y="1733550"/>
                </a:lnTo>
                <a:lnTo>
                  <a:pt x="866775" y="1733550"/>
                </a:lnTo>
                <a:close/>
                <a:moveTo>
                  <a:pt x="295275" y="1752600"/>
                </a:moveTo>
                <a:lnTo>
                  <a:pt x="314325" y="1752600"/>
                </a:lnTo>
                <a:lnTo>
                  <a:pt x="314325" y="1771650"/>
                </a:lnTo>
                <a:lnTo>
                  <a:pt x="361950" y="1771650"/>
                </a:lnTo>
                <a:lnTo>
                  <a:pt x="361950" y="1762125"/>
                </a:lnTo>
                <a:lnTo>
                  <a:pt x="381000" y="1762125"/>
                </a:lnTo>
                <a:lnTo>
                  <a:pt x="381000" y="1771650"/>
                </a:lnTo>
                <a:lnTo>
                  <a:pt x="400050" y="1771650"/>
                </a:lnTo>
                <a:lnTo>
                  <a:pt x="400050" y="1762125"/>
                </a:lnTo>
                <a:lnTo>
                  <a:pt x="409575" y="1762125"/>
                </a:lnTo>
                <a:lnTo>
                  <a:pt x="409575" y="1771650"/>
                </a:lnTo>
                <a:lnTo>
                  <a:pt x="428625" y="1771650"/>
                </a:lnTo>
                <a:lnTo>
                  <a:pt x="428625" y="1781175"/>
                </a:lnTo>
                <a:lnTo>
                  <a:pt x="466725" y="1781175"/>
                </a:lnTo>
                <a:lnTo>
                  <a:pt x="466725" y="1790700"/>
                </a:lnTo>
                <a:lnTo>
                  <a:pt x="485775" y="1790700"/>
                </a:lnTo>
                <a:lnTo>
                  <a:pt x="485775" y="1809750"/>
                </a:lnTo>
                <a:lnTo>
                  <a:pt x="476250" y="1809750"/>
                </a:lnTo>
                <a:lnTo>
                  <a:pt x="476250" y="1800225"/>
                </a:lnTo>
                <a:lnTo>
                  <a:pt x="447675" y="1800225"/>
                </a:lnTo>
                <a:lnTo>
                  <a:pt x="447675" y="1809750"/>
                </a:lnTo>
                <a:lnTo>
                  <a:pt x="457200" y="1809750"/>
                </a:lnTo>
                <a:lnTo>
                  <a:pt x="457200" y="1819275"/>
                </a:lnTo>
                <a:lnTo>
                  <a:pt x="438150" y="1819275"/>
                </a:lnTo>
                <a:lnTo>
                  <a:pt x="438150" y="1800225"/>
                </a:lnTo>
                <a:lnTo>
                  <a:pt x="400050" y="1800225"/>
                </a:lnTo>
                <a:lnTo>
                  <a:pt x="400050" y="1790700"/>
                </a:lnTo>
                <a:lnTo>
                  <a:pt x="361950" y="1790700"/>
                </a:lnTo>
                <a:lnTo>
                  <a:pt x="361950" y="1781175"/>
                </a:lnTo>
                <a:lnTo>
                  <a:pt x="333375" y="1781175"/>
                </a:lnTo>
                <a:lnTo>
                  <a:pt x="333375" y="1790700"/>
                </a:lnTo>
                <a:lnTo>
                  <a:pt x="323850" y="1790700"/>
                </a:lnTo>
                <a:lnTo>
                  <a:pt x="323850" y="1809750"/>
                </a:lnTo>
                <a:lnTo>
                  <a:pt x="314325" y="1809750"/>
                </a:lnTo>
                <a:lnTo>
                  <a:pt x="314325" y="1781175"/>
                </a:lnTo>
                <a:lnTo>
                  <a:pt x="295275" y="1781175"/>
                </a:lnTo>
                <a:lnTo>
                  <a:pt x="295275" y="1800225"/>
                </a:lnTo>
                <a:lnTo>
                  <a:pt x="285750" y="1800225"/>
                </a:lnTo>
                <a:lnTo>
                  <a:pt x="285750" y="1790700"/>
                </a:lnTo>
                <a:lnTo>
                  <a:pt x="276225" y="1790700"/>
                </a:lnTo>
                <a:lnTo>
                  <a:pt x="276225" y="1771650"/>
                </a:lnTo>
                <a:lnTo>
                  <a:pt x="285750" y="1771650"/>
                </a:lnTo>
                <a:lnTo>
                  <a:pt x="285750" y="1762125"/>
                </a:lnTo>
                <a:lnTo>
                  <a:pt x="295275" y="1762125"/>
                </a:lnTo>
                <a:close/>
                <a:moveTo>
                  <a:pt x="638175" y="1762125"/>
                </a:moveTo>
                <a:lnTo>
                  <a:pt x="666750" y="1762125"/>
                </a:lnTo>
                <a:lnTo>
                  <a:pt x="666750" y="1771650"/>
                </a:lnTo>
                <a:lnTo>
                  <a:pt x="676275" y="1771650"/>
                </a:lnTo>
                <a:lnTo>
                  <a:pt x="676275" y="1781175"/>
                </a:lnTo>
                <a:lnTo>
                  <a:pt x="657225" y="1781175"/>
                </a:lnTo>
                <a:lnTo>
                  <a:pt x="657225" y="1771650"/>
                </a:lnTo>
                <a:lnTo>
                  <a:pt x="638175" y="1771650"/>
                </a:lnTo>
                <a:close/>
                <a:moveTo>
                  <a:pt x="609600" y="1771650"/>
                </a:moveTo>
                <a:lnTo>
                  <a:pt x="619125" y="1771650"/>
                </a:lnTo>
                <a:lnTo>
                  <a:pt x="619125" y="1781175"/>
                </a:lnTo>
                <a:lnTo>
                  <a:pt x="609600" y="1781175"/>
                </a:lnTo>
                <a:close/>
                <a:moveTo>
                  <a:pt x="171450" y="1781175"/>
                </a:moveTo>
                <a:lnTo>
                  <a:pt x="180975" y="1781175"/>
                </a:lnTo>
                <a:lnTo>
                  <a:pt x="180975" y="1828800"/>
                </a:lnTo>
                <a:lnTo>
                  <a:pt x="171450" y="1828800"/>
                </a:lnTo>
                <a:close/>
                <a:moveTo>
                  <a:pt x="628650" y="1790700"/>
                </a:moveTo>
                <a:lnTo>
                  <a:pt x="638175" y="1790700"/>
                </a:lnTo>
                <a:lnTo>
                  <a:pt x="638175" y="1800225"/>
                </a:lnTo>
                <a:lnTo>
                  <a:pt x="628650" y="1800225"/>
                </a:lnTo>
                <a:close/>
                <a:moveTo>
                  <a:pt x="390525" y="1800225"/>
                </a:moveTo>
                <a:lnTo>
                  <a:pt x="400050" y="1800225"/>
                </a:lnTo>
                <a:lnTo>
                  <a:pt x="400050" y="1809750"/>
                </a:lnTo>
                <a:lnTo>
                  <a:pt x="390525" y="1809750"/>
                </a:lnTo>
                <a:close/>
                <a:moveTo>
                  <a:pt x="590550" y="1800225"/>
                </a:moveTo>
                <a:lnTo>
                  <a:pt x="600075" y="1800225"/>
                </a:lnTo>
                <a:lnTo>
                  <a:pt x="600075" y="1809750"/>
                </a:lnTo>
                <a:lnTo>
                  <a:pt x="590550" y="1809750"/>
                </a:lnTo>
                <a:close/>
                <a:moveTo>
                  <a:pt x="619125" y="1800225"/>
                </a:moveTo>
                <a:lnTo>
                  <a:pt x="628650" y="1800225"/>
                </a:lnTo>
                <a:lnTo>
                  <a:pt x="628650" y="1819275"/>
                </a:lnTo>
                <a:lnTo>
                  <a:pt x="619125" y="1819275"/>
                </a:lnTo>
                <a:close/>
                <a:moveTo>
                  <a:pt x="971550" y="1809750"/>
                </a:moveTo>
                <a:lnTo>
                  <a:pt x="981075" y="1809750"/>
                </a:lnTo>
                <a:lnTo>
                  <a:pt x="981075" y="1819275"/>
                </a:lnTo>
                <a:lnTo>
                  <a:pt x="990600" y="1819275"/>
                </a:lnTo>
                <a:lnTo>
                  <a:pt x="990600" y="1828800"/>
                </a:lnTo>
                <a:lnTo>
                  <a:pt x="971550" y="1828800"/>
                </a:lnTo>
                <a:close/>
                <a:moveTo>
                  <a:pt x="180975" y="1828800"/>
                </a:moveTo>
                <a:lnTo>
                  <a:pt x="200025" y="1828800"/>
                </a:lnTo>
                <a:lnTo>
                  <a:pt x="200025" y="1838325"/>
                </a:lnTo>
                <a:lnTo>
                  <a:pt x="190500" y="1838325"/>
                </a:lnTo>
                <a:lnTo>
                  <a:pt x="190500" y="1857375"/>
                </a:lnTo>
                <a:lnTo>
                  <a:pt x="180975" y="1857375"/>
                </a:lnTo>
                <a:close/>
                <a:moveTo>
                  <a:pt x="171450" y="1857375"/>
                </a:moveTo>
                <a:lnTo>
                  <a:pt x="180975" y="1857375"/>
                </a:lnTo>
                <a:lnTo>
                  <a:pt x="180975" y="1866900"/>
                </a:lnTo>
                <a:lnTo>
                  <a:pt x="171450" y="1866900"/>
                </a:lnTo>
                <a:close/>
                <a:moveTo>
                  <a:pt x="171450" y="1905000"/>
                </a:moveTo>
                <a:lnTo>
                  <a:pt x="180975" y="1905000"/>
                </a:lnTo>
                <a:lnTo>
                  <a:pt x="180975" y="1914525"/>
                </a:lnTo>
                <a:lnTo>
                  <a:pt x="171450" y="1914525"/>
                </a:lnTo>
                <a:close/>
                <a:moveTo>
                  <a:pt x="161925" y="1933575"/>
                </a:moveTo>
                <a:lnTo>
                  <a:pt x="171450" y="1933575"/>
                </a:lnTo>
                <a:lnTo>
                  <a:pt x="171450" y="1943100"/>
                </a:lnTo>
                <a:lnTo>
                  <a:pt x="161925" y="1943100"/>
                </a:lnTo>
                <a:close/>
                <a:moveTo>
                  <a:pt x="666750" y="1952625"/>
                </a:moveTo>
                <a:lnTo>
                  <a:pt x="676275" y="1952625"/>
                </a:lnTo>
                <a:lnTo>
                  <a:pt x="676275" y="1962150"/>
                </a:lnTo>
                <a:lnTo>
                  <a:pt x="666750" y="1962150"/>
                </a:lnTo>
                <a:close/>
                <a:moveTo>
                  <a:pt x="133350" y="1962150"/>
                </a:moveTo>
                <a:lnTo>
                  <a:pt x="142875" y="1962150"/>
                </a:lnTo>
                <a:lnTo>
                  <a:pt x="142875" y="1971675"/>
                </a:lnTo>
                <a:lnTo>
                  <a:pt x="152400" y="1971675"/>
                </a:lnTo>
                <a:lnTo>
                  <a:pt x="152400" y="1990725"/>
                </a:lnTo>
                <a:lnTo>
                  <a:pt x="142875" y="1990725"/>
                </a:lnTo>
                <a:lnTo>
                  <a:pt x="142875" y="2000250"/>
                </a:lnTo>
                <a:lnTo>
                  <a:pt x="133350" y="2000250"/>
                </a:lnTo>
                <a:close/>
                <a:moveTo>
                  <a:pt x="476250" y="1971675"/>
                </a:moveTo>
                <a:lnTo>
                  <a:pt x="495300" y="1971675"/>
                </a:lnTo>
                <a:lnTo>
                  <a:pt x="495300" y="1981200"/>
                </a:lnTo>
                <a:lnTo>
                  <a:pt x="504825" y="1981200"/>
                </a:lnTo>
                <a:lnTo>
                  <a:pt x="504825" y="1990725"/>
                </a:lnTo>
                <a:lnTo>
                  <a:pt x="495300" y="1990725"/>
                </a:lnTo>
                <a:lnTo>
                  <a:pt x="495300" y="2000250"/>
                </a:lnTo>
                <a:lnTo>
                  <a:pt x="476250" y="2000250"/>
                </a:lnTo>
                <a:lnTo>
                  <a:pt x="476250" y="1990725"/>
                </a:lnTo>
                <a:lnTo>
                  <a:pt x="466725" y="1990725"/>
                </a:lnTo>
                <a:lnTo>
                  <a:pt x="466725" y="1981200"/>
                </a:lnTo>
                <a:lnTo>
                  <a:pt x="476250" y="1981200"/>
                </a:lnTo>
                <a:close/>
                <a:moveTo>
                  <a:pt x="657225" y="1971675"/>
                </a:moveTo>
                <a:lnTo>
                  <a:pt x="666750" y="1971675"/>
                </a:lnTo>
                <a:lnTo>
                  <a:pt x="666750" y="1981200"/>
                </a:lnTo>
                <a:lnTo>
                  <a:pt x="657225" y="1981200"/>
                </a:lnTo>
                <a:close/>
                <a:moveTo>
                  <a:pt x="1676400" y="1981200"/>
                </a:moveTo>
                <a:lnTo>
                  <a:pt x="1685925" y="1981200"/>
                </a:lnTo>
                <a:lnTo>
                  <a:pt x="1685925" y="2000250"/>
                </a:lnTo>
                <a:lnTo>
                  <a:pt x="1676400" y="2000250"/>
                </a:lnTo>
                <a:close/>
                <a:moveTo>
                  <a:pt x="142875" y="2000250"/>
                </a:moveTo>
                <a:lnTo>
                  <a:pt x="152400" y="2000250"/>
                </a:lnTo>
                <a:lnTo>
                  <a:pt x="152400" y="2009775"/>
                </a:lnTo>
                <a:lnTo>
                  <a:pt x="142875" y="2009775"/>
                </a:lnTo>
                <a:close/>
                <a:moveTo>
                  <a:pt x="171450" y="2000250"/>
                </a:moveTo>
                <a:lnTo>
                  <a:pt x="180975" y="2000250"/>
                </a:lnTo>
                <a:lnTo>
                  <a:pt x="180975" y="2009775"/>
                </a:lnTo>
                <a:lnTo>
                  <a:pt x="171450" y="2009775"/>
                </a:lnTo>
                <a:close/>
                <a:moveTo>
                  <a:pt x="295275" y="2000250"/>
                </a:moveTo>
                <a:lnTo>
                  <a:pt x="323850" y="2000250"/>
                </a:lnTo>
                <a:lnTo>
                  <a:pt x="323850" y="2009775"/>
                </a:lnTo>
                <a:lnTo>
                  <a:pt x="295275" y="2009775"/>
                </a:lnTo>
                <a:close/>
                <a:moveTo>
                  <a:pt x="466725" y="2000250"/>
                </a:moveTo>
                <a:lnTo>
                  <a:pt x="476250" y="2000250"/>
                </a:lnTo>
                <a:lnTo>
                  <a:pt x="476250" y="2009775"/>
                </a:lnTo>
                <a:lnTo>
                  <a:pt x="466725" y="2009775"/>
                </a:lnTo>
                <a:close/>
                <a:moveTo>
                  <a:pt x="504825" y="2000250"/>
                </a:moveTo>
                <a:lnTo>
                  <a:pt x="523875" y="2000250"/>
                </a:lnTo>
                <a:lnTo>
                  <a:pt x="523875" y="2009775"/>
                </a:lnTo>
                <a:lnTo>
                  <a:pt x="504825" y="2009775"/>
                </a:lnTo>
                <a:close/>
                <a:moveTo>
                  <a:pt x="533400" y="2000250"/>
                </a:moveTo>
                <a:lnTo>
                  <a:pt x="561975" y="2000250"/>
                </a:lnTo>
                <a:lnTo>
                  <a:pt x="561975" y="2009775"/>
                </a:lnTo>
                <a:lnTo>
                  <a:pt x="533400" y="2009775"/>
                </a:lnTo>
                <a:close/>
                <a:moveTo>
                  <a:pt x="161925" y="2009775"/>
                </a:moveTo>
                <a:lnTo>
                  <a:pt x="171450" y="2009775"/>
                </a:lnTo>
                <a:lnTo>
                  <a:pt x="171450" y="2019300"/>
                </a:lnTo>
                <a:lnTo>
                  <a:pt x="161925" y="2019300"/>
                </a:lnTo>
                <a:close/>
              </a:path>
            </a:pathLst>
          </a:custGeom>
          <a:solidFill xmlns:a="http://schemas.openxmlformats.org/drawingml/2006/main">
            <a:srgbClr val="F5EFE3"/>
          </a:solidFill>
          <a:ln xmlns:a="http://schemas.openxmlformats.org/drawingml/2006/main" w="0">
            <a:noFill/>
          </a:ln>
        </p:spPr>
      </p:sp>
      <p:sp>
        <p:nvSpPr>
          <p:cNvPr id="134" name="sales vector #f3efe4">
            <a:extLst xmlns:a="http://schemas.openxmlformats.org/drawingml/2006/main">
              <a:ext uri="{FF2B5EF4-FFF2-40B4-BE49-F238E27FC236}">
                <a16:creationId xmlns:a16="http://schemas.microsoft.com/office/drawing/2014/main" id="{5CA19766-EBEF-4E42-AA96-B90FB63CEFA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381625" y="4914900"/>
            <a:ext cx="2247900" cy="2400300"/>
          </a:xfrm>
          <a:custGeom xmlns:a="http://schemas.openxmlformats.org/drawingml/2006/main">
            <a:pathLst>
              <a:path w="1905000" h="2038350">
                <a:moveTo>
                  <a:pt x="1809750" y="0"/>
                </a:moveTo>
                <a:lnTo>
                  <a:pt x="1885950" y="0"/>
                </a:lnTo>
                <a:lnTo>
                  <a:pt x="1885950" y="9525"/>
                </a:lnTo>
                <a:lnTo>
                  <a:pt x="1876425" y="9525"/>
                </a:lnTo>
                <a:lnTo>
                  <a:pt x="1876425" y="19050"/>
                </a:lnTo>
                <a:lnTo>
                  <a:pt x="1866900" y="19050"/>
                </a:lnTo>
                <a:lnTo>
                  <a:pt x="1866900" y="28575"/>
                </a:lnTo>
                <a:lnTo>
                  <a:pt x="1838325" y="28575"/>
                </a:lnTo>
                <a:lnTo>
                  <a:pt x="1838325" y="9525"/>
                </a:lnTo>
                <a:lnTo>
                  <a:pt x="1809750" y="9525"/>
                </a:lnTo>
                <a:close/>
                <a:moveTo>
                  <a:pt x="1800225" y="9525"/>
                </a:moveTo>
                <a:lnTo>
                  <a:pt x="1809750" y="9525"/>
                </a:lnTo>
                <a:lnTo>
                  <a:pt x="1809750" y="19050"/>
                </a:lnTo>
                <a:lnTo>
                  <a:pt x="1828800" y="19050"/>
                </a:lnTo>
                <a:lnTo>
                  <a:pt x="1828800" y="38100"/>
                </a:lnTo>
                <a:lnTo>
                  <a:pt x="1762125" y="38100"/>
                </a:lnTo>
                <a:lnTo>
                  <a:pt x="1762125" y="28575"/>
                </a:lnTo>
                <a:lnTo>
                  <a:pt x="1800225" y="28575"/>
                </a:lnTo>
                <a:close/>
                <a:moveTo>
                  <a:pt x="104775" y="19050"/>
                </a:moveTo>
                <a:lnTo>
                  <a:pt x="123825" y="19050"/>
                </a:lnTo>
                <a:lnTo>
                  <a:pt x="123825" y="38100"/>
                </a:lnTo>
                <a:lnTo>
                  <a:pt x="114300" y="38100"/>
                </a:lnTo>
                <a:lnTo>
                  <a:pt x="114300" y="28575"/>
                </a:lnTo>
                <a:lnTo>
                  <a:pt x="104775" y="28575"/>
                </a:lnTo>
                <a:close/>
                <a:moveTo>
                  <a:pt x="257175" y="19050"/>
                </a:moveTo>
                <a:lnTo>
                  <a:pt x="266700" y="19050"/>
                </a:lnTo>
                <a:lnTo>
                  <a:pt x="266700" y="38100"/>
                </a:lnTo>
                <a:lnTo>
                  <a:pt x="285750" y="38100"/>
                </a:lnTo>
                <a:lnTo>
                  <a:pt x="285750" y="47625"/>
                </a:lnTo>
                <a:lnTo>
                  <a:pt x="266700" y="47625"/>
                </a:lnTo>
                <a:lnTo>
                  <a:pt x="266700" y="57150"/>
                </a:lnTo>
                <a:lnTo>
                  <a:pt x="238125" y="57150"/>
                </a:lnTo>
                <a:lnTo>
                  <a:pt x="238125" y="47625"/>
                </a:lnTo>
                <a:lnTo>
                  <a:pt x="228600" y="47625"/>
                </a:lnTo>
                <a:lnTo>
                  <a:pt x="228600" y="38100"/>
                </a:lnTo>
                <a:lnTo>
                  <a:pt x="247650" y="38100"/>
                </a:lnTo>
                <a:lnTo>
                  <a:pt x="247650" y="28575"/>
                </a:lnTo>
                <a:lnTo>
                  <a:pt x="257175" y="28575"/>
                </a:lnTo>
                <a:close/>
                <a:moveTo>
                  <a:pt x="533400" y="19050"/>
                </a:moveTo>
                <a:lnTo>
                  <a:pt x="609600" y="19050"/>
                </a:lnTo>
                <a:lnTo>
                  <a:pt x="609600" y="28575"/>
                </a:lnTo>
                <a:lnTo>
                  <a:pt x="533400" y="28575"/>
                </a:lnTo>
                <a:close/>
                <a:moveTo>
                  <a:pt x="647700" y="19050"/>
                </a:moveTo>
                <a:lnTo>
                  <a:pt x="847725" y="19050"/>
                </a:lnTo>
                <a:lnTo>
                  <a:pt x="847725" y="28575"/>
                </a:lnTo>
                <a:lnTo>
                  <a:pt x="790575" y="28575"/>
                </a:lnTo>
                <a:lnTo>
                  <a:pt x="790575" y="38100"/>
                </a:lnTo>
                <a:lnTo>
                  <a:pt x="781050" y="38100"/>
                </a:lnTo>
                <a:lnTo>
                  <a:pt x="781050" y="28575"/>
                </a:lnTo>
                <a:lnTo>
                  <a:pt x="647700" y="28575"/>
                </a:lnTo>
                <a:close/>
                <a:moveTo>
                  <a:pt x="914400" y="19050"/>
                </a:moveTo>
                <a:lnTo>
                  <a:pt x="942975" y="19050"/>
                </a:lnTo>
                <a:lnTo>
                  <a:pt x="942975" y="28575"/>
                </a:lnTo>
                <a:lnTo>
                  <a:pt x="914400" y="28575"/>
                </a:lnTo>
                <a:close/>
                <a:moveTo>
                  <a:pt x="962025" y="19050"/>
                </a:moveTo>
                <a:lnTo>
                  <a:pt x="971550" y="19050"/>
                </a:lnTo>
                <a:lnTo>
                  <a:pt x="971550" y="28575"/>
                </a:lnTo>
                <a:lnTo>
                  <a:pt x="962025" y="28575"/>
                </a:lnTo>
                <a:close/>
                <a:moveTo>
                  <a:pt x="1009650" y="19050"/>
                </a:moveTo>
                <a:lnTo>
                  <a:pt x="1028700" y="19050"/>
                </a:lnTo>
                <a:lnTo>
                  <a:pt x="1028700" y="28575"/>
                </a:lnTo>
                <a:lnTo>
                  <a:pt x="1009650" y="28575"/>
                </a:lnTo>
                <a:close/>
                <a:moveTo>
                  <a:pt x="1057275" y="19050"/>
                </a:moveTo>
                <a:lnTo>
                  <a:pt x="1400175" y="19050"/>
                </a:lnTo>
                <a:lnTo>
                  <a:pt x="1400175" y="28575"/>
                </a:lnTo>
                <a:lnTo>
                  <a:pt x="1352550" y="28575"/>
                </a:lnTo>
                <a:lnTo>
                  <a:pt x="1352550" y="38100"/>
                </a:lnTo>
                <a:lnTo>
                  <a:pt x="1152525" y="38100"/>
                </a:lnTo>
                <a:lnTo>
                  <a:pt x="1152525" y="28575"/>
                </a:lnTo>
                <a:lnTo>
                  <a:pt x="1057275" y="28575"/>
                </a:lnTo>
                <a:close/>
                <a:moveTo>
                  <a:pt x="1628775" y="38100"/>
                </a:moveTo>
                <a:lnTo>
                  <a:pt x="1638300" y="38100"/>
                </a:lnTo>
                <a:lnTo>
                  <a:pt x="1638300" y="47625"/>
                </a:lnTo>
                <a:lnTo>
                  <a:pt x="1628775" y="47625"/>
                </a:lnTo>
                <a:close/>
                <a:moveTo>
                  <a:pt x="247650" y="47625"/>
                </a:moveTo>
                <a:lnTo>
                  <a:pt x="257175" y="47625"/>
                </a:lnTo>
                <a:lnTo>
                  <a:pt x="257175" y="38100"/>
                </a:lnTo>
                <a:lnTo>
                  <a:pt x="247650" y="38100"/>
                </a:lnTo>
                <a:close/>
                <a:moveTo>
                  <a:pt x="1647825" y="47625"/>
                </a:moveTo>
                <a:lnTo>
                  <a:pt x="1685925" y="47625"/>
                </a:lnTo>
                <a:lnTo>
                  <a:pt x="1685925" y="57150"/>
                </a:lnTo>
                <a:lnTo>
                  <a:pt x="1647825" y="57150"/>
                </a:lnTo>
                <a:close/>
                <a:moveTo>
                  <a:pt x="1724025" y="47625"/>
                </a:moveTo>
                <a:lnTo>
                  <a:pt x="1733550" y="47625"/>
                </a:lnTo>
                <a:lnTo>
                  <a:pt x="1733550" y="66675"/>
                </a:lnTo>
                <a:lnTo>
                  <a:pt x="1743075" y="66675"/>
                </a:lnTo>
                <a:lnTo>
                  <a:pt x="1743075" y="76200"/>
                </a:lnTo>
                <a:lnTo>
                  <a:pt x="1724025" y="76200"/>
                </a:lnTo>
                <a:lnTo>
                  <a:pt x="1724025" y="85725"/>
                </a:lnTo>
                <a:lnTo>
                  <a:pt x="1704975" y="85725"/>
                </a:lnTo>
                <a:lnTo>
                  <a:pt x="1704975" y="76200"/>
                </a:lnTo>
                <a:lnTo>
                  <a:pt x="1695450" y="76200"/>
                </a:lnTo>
                <a:lnTo>
                  <a:pt x="1695450" y="66675"/>
                </a:lnTo>
                <a:lnTo>
                  <a:pt x="1704975" y="66675"/>
                </a:lnTo>
                <a:lnTo>
                  <a:pt x="1704975" y="76200"/>
                </a:lnTo>
                <a:lnTo>
                  <a:pt x="1714500" y="76200"/>
                </a:lnTo>
                <a:lnTo>
                  <a:pt x="1714500" y="66675"/>
                </a:lnTo>
                <a:lnTo>
                  <a:pt x="1724025" y="66675"/>
                </a:lnTo>
                <a:close/>
                <a:moveTo>
                  <a:pt x="180975" y="76200"/>
                </a:moveTo>
                <a:lnTo>
                  <a:pt x="200025" y="76200"/>
                </a:lnTo>
                <a:lnTo>
                  <a:pt x="200025" y="85725"/>
                </a:lnTo>
                <a:lnTo>
                  <a:pt x="180975" y="85725"/>
                </a:lnTo>
                <a:close/>
                <a:moveTo>
                  <a:pt x="1724025" y="85725"/>
                </a:moveTo>
                <a:lnTo>
                  <a:pt x="1733550" y="85725"/>
                </a:lnTo>
                <a:lnTo>
                  <a:pt x="1733550" y="95250"/>
                </a:lnTo>
                <a:lnTo>
                  <a:pt x="1724025" y="95250"/>
                </a:lnTo>
                <a:close/>
                <a:moveTo>
                  <a:pt x="428625" y="114300"/>
                </a:moveTo>
                <a:lnTo>
                  <a:pt x="438150" y="114300"/>
                </a:lnTo>
                <a:lnTo>
                  <a:pt x="438150" y="133350"/>
                </a:lnTo>
                <a:lnTo>
                  <a:pt x="409575" y="133350"/>
                </a:lnTo>
                <a:lnTo>
                  <a:pt x="409575" y="123825"/>
                </a:lnTo>
                <a:lnTo>
                  <a:pt x="428625" y="123825"/>
                </a:lnTo>
                <a:close/>
                <a:moveTo>
                  <a:pt x="1876425" y="142875"/>
                </a:moveTo>
                <a:lnTo>
                  <a:pt x="1895475" y="142875"/>
                </a:lnTo>
                <a:lnTo>
                  <a:pt x="1895475" y="152400"/>
                </a:lnTo>
                <a:lnTo>
                  <a:pt x="1876425" y="152400"/>
                </a:lnTo>
                <a:close/>
                <a:moveTo>
                  <a:pt x="247650" y="152400"/>
                </a:moveTo>
                <a:lnTo>
                  <a:pt x="257175" y="152400"/>
                </a:lnTo>
                <a:lnTo>
                  <a:pt x="257175" y="161925"/>
                </a:lnTo>
                <a:lnTo>
                  <a:pt x="247650" y="161925"/>
                </a:lnTo>
                <a:close/>
                <a:moveTo>
                  <a:pt x="200025" y="180975"/>
                </a:moveTo>
                <a:lnTo>
                  <a:pt x="219075" y="180975"/>
                </a:lnTo>
                <a:lnTo>
                  <a:pt x="219075" y="190500"/>
                </a:lnTo>
                <a:lnTo>
                  <a:pt x="209550" y="190500"/>
                </a:lnTo>
                <a:lnTo>
                  <a:pt x="209550" y="200025"/>
                </a:lnTo>
                <a:lnTo>
                  <a:pt x="200025" y="200025"/>
                </a:lnTo>
                <a:close/>
                <a:moveTo>
                  <a:pt x="1714500" y="190500"/>
                </a:moveTo>
                <a:lnTo>
                  <a:pt x="1724025" y="190500"/>
                </a:lnTo>
                <a:lnTo>
                  <a:pt x="1724025" y="200025"/>
                </a:lnTo>
                <a:lnTo>
                  <a:pt x="1714500" y="200025"/>
                </a:lnTo>
                <a:close/>
                <a:moveTo>
                  <a:pt x="1838325" y="200025"/>
                </a:moveTo>
                <a:lnTo>
                  <a:pt x="1857375" y="200025"/>
                </a:lnTo>
                <a:lnTo>
                  <a:pt x="1857375" y="209550"/>
                </a:lnTo>
                <a:lnTo>
                  <a:pt x="1838325" y="209550"/>
                </a:lnTo>
                <a:close/>
                <a:moveTo>
                  <a:pt x="180975" y="209550"/>
                </a:moveTo>
                <a:lnTo>
                  <a:pt x="190500" y="209550"/>
                </a:lnTo>
                <a:lnTo>
                  <a:pt x="190500" y="219075"/>
                </a:lnTo>
                <a:lnTo>
                  <a:pt x="180975" y="219075"/>
                </a:lnTo>
                <a:close/>
                <a:moveTo>
                  <a:pt x="552450" y="219075"/>
                </a:moveTo>
                <a:lnTo>
                  <a:pt x="561975" y="219075"/>
                </a:lnTo>
                <a:lnTo>
                  <a:pt x="561975" y="238125"/>
                </a:lnTo>
                <a:lnTo>
                  <a:pt x="552450" y="238125"/>
                </a:lnTo>
                <a:close/>
                <a:moveTo>
                  <a:pt x="1495425" y="219075"/>
                </a:moveTo>
                <a:lnTo>
                  <a:pt x="1524000" y="219075"/>
                </a:lnTo>
                <a:lnTo>
                  <a:pt x="1524000" y="238125"/>
                </a:lnTo>
                <a:lnTo>
                  <a:pt x="1514475" y="238125"/>
                </a:lnTo>
                <a:lnTo>
                  <a:pt x="1514475" y="247650"/>
                </a:lnTo>
                <a:lnTo>
                  <a:pt x="1504950" y="247650"/>
                </a:lnTo>
                <a:lnTo>
                  <a:pt x="1504950" y="228600"/>
                </a:lnTo>
                <a:lnTo>
                  <a:pt x="1495425" y="228600"/>
                </a:lnTo>
                <a:close/>
                <a:moveTo>
                  <a:pt x="1838325" y="219075"/>
                </a:moveTo>
                <a:lnTo>
                  <a:pt x="1866900" y="219075"/>
                </a:lnTo>
                <a:lnTo>
                  <a:pt x="1866900" y="266700"/>
                </a:lnTo>
                <a:lnTo>
                  <a:pt x="1847850" y="266700"/>
                </a:lnTo>
                <a:lnTo>
                  <a:pt x="1847850" y="238125"/>
                </a:lnTo>
                <a:lnTo>
                  <a:pt x="1838325" y="238125"/>
                </a:lnTo>
                <a:close/>
                <a:moveTo>
                  <a:pt x="142875" y="266700"/>
                </a:moveTo>
                <a:lnTo>
                  <a:pt x="161925" y="266700"/>
                </a:lnTo>
                <a:lnTo>
                  <a:pt x="161925" y="276225"/>
                </a:lnTo>
                <a:lnTo>
                  <a:pt x="142875" y="276225"/>
                </a:lnTo>
                <a:close/>
                <a:moveTo>
                  <a:pt x="1219200" y="266700"/>
                </a:moveTo>
                <a:lnTo>
                  <a:pt x="1228725" y="266700"/>
                </a:lnTo>
                <a:lnTo>
                  <a:pt x="1228725" y="276225"/>
                </a:lnTo>
                <a:lnTo>
                  <a:pt x="1219200" y="276225"/>
                </a:lnTo>
                <a:close/>
                <a:moveTo>
                  <a:pt x="1543050" y="314325"/>
                </a:moveTo>
                <a:lnTo>
                  <a:pt x="1562100" y="314325"/>
                </a:lnTo>
                <a:lnTo>
                  <a:pt x="1562100" y="333375"/>
                </a:lnTo>
                <a:lnTo>
                  <a:pt x="1543050" y="333375"/>
                </a:lnTo>
                <a:close/>
                <a:moveTo>
                  <a:pt x="1457325" y="333375"/>
                </a:moveTo>
                <a:lnTo>
                  <a:pt x="1466850" y="333375"/>
                </a:lnTo>
                <a:lnTo>
                  <a:pt x="1466850" y="342900"/>
                </a:lnTo>
                <a:lnTo>
                  <a:pt x="1457325" y="342900"/>
                </a:lnTo>
                <a:close/>
                <a:moveTo>
                  <a:pt x="1504950" y="333375"/>
                </a:moveTo>
                <a:lnTo>
                  <a:pt x="1524000" y="333375"/>
                </a:lnTo>
                <a:lnTo>
                  <a:pt x="1524000" y="342900"/>
                </a:lnTo>
                <a:lnTo>
                  <a:pt x="1504950" y="342900"/>
                </a:lnTo>
                <a:close/>
                <a:moveTo>
                  <a:pt x="1876425" y="333375"/>
                </a:moveTo>
                <a:lnTo>
                  <a:pt x="1885950" y="333375"/>
                </a:lnTo>
                <a:lnTo>
                  <a:pt x="1885950" y="342900"/>
                </a:lnTo>
                <a:lnTo>
                  <a:pt x="1876425" y="342900"/>
                </a:lnTo>
                <a:close/>
                <a:moveTo>
                  <a:pt x="1181100" y="352425"/>
                </a:moveTo>
                <a:lnTo>
                  <a:pt x="1190625" y="352425"/>
                </a:lnTo>
                <a:lnTo>
                  <a:pt x="1190625" y="371475"/>
                </a:lnTo>
                <a:lnTo>
                  <a:pt x="1181100" y="371475"/>
                </a:lnTo>
                <a:close/>
                <a:moveTo>
                  <a:pt x="1276350" y="361950"/>
                </a:moveTo>
                <a:lnTo>
                  <a:pt x="1285875" y="361950"/>
                </a:lnTo>
                <a:lnTo>
                  <a:pt x="1285875" y="371475"/>
                </a:lnTo>
                <a:lnTo>
                  <a:pt x="1295400" y="371475"/>
                </a:lnTo>
                <a:lnTo>
                  <a:pt x="1295400" y="381000"/>
                </a:lnTo>
                <a:lnTo>
                  <a:pt x="1285875" y="381000"/>
                </a:lnTo>
                <a:lnTo>
                  <a:pt x="1285875" y="390525"/>
                </a:lnTo>
                <a:lnTo>
                  <a:pt x="1276350" y="390525"/>
                </a:lnTo>
                <a:close/>
                <a:moveTo>
                  <a:pt x="1238250" y="390525"/>
                </a:moveTo>
                <a:lnTo>
                  <a:pt x="1247775" y="390525"/>
                </a:lnTo>
                <a:lnTo>
                  <a:pt x="1247775" y="400050"/>
                </a:lnTo>
                <a:lnTo>
                  <a:pt x="1238250" y="400050"/>
                </a:lnTo>
                <a:close/>
                <a:moveTo>
                  <a:pt x="1228725" y="400050"/>
                </a:moveTo>
                <a:lnTo>
                  <a:pt x="1238250" y="400050"/>
                </a:lnTo>
                <a:lnTo>
                  <a:pt x="1238250" y="419100"/>
                </a:lnTo>
                <a:lnTo>
                  <a:pt x="1228725" y="419100"/>
                </a:lnTo>
                <a:close/>
                <a:moveTo>
                  <a:pt x="1771650" y="419100"/>
                </a:moveTo>
                <a:lnTo>
                  <a:pt x="1781175" y="419100"/>
                </a:lnTo>
                <a:lnTo>
                  <a:pt x="1781175" y="438150"/>
                </a:lnTo>
                <a:lnTo>
                  <a:pt x="1771650" y="438150"/>
                </a:lnTo>
                <a:close/>
                <a:moveTo>
                  <a:pt x="1181100" y="428625"/>
                </a:moveTo>
                <a:lnTo>
                  <a:pt x="1190625" y="428625"/>
                </a:lnTo>
                <a:lnTo>
                  <a:pt x="1190625" y="447675"/>
                </a:lnTo>
                <a:lnTo>
                  <a:pt x="1181100" y="447675"/>
                </a:lnTo>
                <a:close/>
                <a:moveTo>
                  <a:pt x="1314450" y="428625"/>
                </a:moveTo>
                <a:lnTo>
                  <a:pt x="1323975" y="428625"/>
                </a:lnTo>
                <a:lnTo>
                  <a:pt x="1323975" y="438150"/>
                </a:lnTo>
                <a:lnTo>
                  <a:pt x="1314450" y="438150"/>
                </a:lnTo>
                <a:close/>
                <a:moveTo>
                  <a:pt x="1390650" y="428625"/>
                </a:moveTo>
                <a:lnTo>
                  <a:pt x="1400175" y="428625"/>
                </a:lnTo>
                <a:lnTo>
                  <a:pt x="1400175" y="438150"/>
                </a:lnTo>
                <a:lnTo>
                  <a:pt x="1390650" y="438150"/>
                </a:lnTo>
                <a:close/>
                <a:moveTo>
                  <a:pt x="295275" y="447675"/>
                </a:moveTo>
                <a:lnTo>
                  <a:pt x="323850" y="447675"/>
                </a:lnTo>
                <a:lnTo>
                  <a:pt x="323850" y="457200"/>
                </a:lnTo>
                <a:lnTo>
                  <a:pt x="304800" y="457200"/>
                </a:lnTo>
                <a:lnTo>
                  <a:pt x="304800" y="485775"/>
                </a:lnTo>
                <a:lnTo>
                  <a:pt x="295275" y="485775"/>
                </a:lnTo>
                <a:close/>
                <a:moveTo>
                  <a:pt x="1228725" y="447675"/>
                </a:moveTo>
                <a:lnTo>
                  <a:pt x="1238250" y="447675"/>
                </a:lnTo>
                <a:lnTo>
                  <a:pt x="1238250" y="466725"/>
                </a:lnTo>
                <a:lnTo>
                  <a:pt x="1228725" y="466725"/>
                </a:lnTo>
                <a:close/>
                <a:moveTo>
                  <a:pt x="314325" y="476250"/>
                </a:moveTo>
                <a:lnTo>
                  <a:pt x="323850" y="476250"/>
                </a:lnTo>
                <a:lnTo>
                  <a:pt x="323850" y="495300"/>
                </a:lnTo>
                <a:lnTo>
                  <a:pt x="342900" y="495300"/>
                </a:lnTo>
                <a:lnTo>
                  <a:pt x="342900" y="504825"/>
                </a:lnTo>
                <a:lnTo>
                  <a:pt x="314325" y="504825"/>
                </a:lnTo>
                <a:lnTo>
                  <a:pt x="314325" y="495300"/>
                </a:lnTo>
                <a:lnTo>
                  <a:pt x="304800" y="495300"/>
                </a:lnTo>
                <a:lnTo>
                  <a:pt x="304800" y="485775"/>
                </a:lnTo>
                <a:lnTo>
                  <a:pt x="314325" y="485775"/>
                </a:lnTo>
                <a:close/>
                <a:moveTo>
                  <a:pt x="485775" y="476250"/>
                </a:moveTo>
                <a:lnTo>
                  <a:pt x="561975" y="476250"/>
                </a:lnTo>
                <a:lnTo>
                  <a:pt x="561975" y="485775"/>
                </a:lnTo>
                <a:lnTo>
                  <a:pt x="571500" y="485775"/>
                </a:lnTo>
                <a:lnTo>
                  <a:pt x="571500" y="523875"/>
                </a:lnTo>
                <a:lnTo>
                  <a:pt x="561975" y="523875"/>
                </a:lnTo>
                <a:lnTo>
                  <a:pt x="561975" y="504825"/>
                </a:lnTo>
                <a:lnTo>
                  <a:pt x="552450" y="504825"/>
                </a:lnTo>
                <a:lnTo>
                  <a:pt x="552450" y="523875"/>
                </a:lnTo>
                <a:lnTo>
                  <a:pt x="542925" y="523875"/>
                </a:lnTo>
                <a:lnTo>
                  <a:pt x="542925" y="533400"/>
                </a:lnTo>
                <a:lnTo>
                  <a:pt x="523875" y="533400"/>
                </a:lnTo>
                <a:lnTo>
                  <a:pt x="523875" y="523875"/>
                </a:lnTo>
                <a:lnTo>
                  <a:pt x="504825" y="523875"/>
                </a:lnTo>
                <a:lnTo>
                  <a:pt x="504825" y="533400"/>
                </a:lnTo>
                <a:lnTo>
                  <a:pt x="495300" y="533400"/>
                </a:lnTo>
                <a:lnTo>
                  <a:pt x="495300" y="495300"/>
                </a:lnTo>
                <a:lnTo>
                  <a:pt x="504825" y="495300"/>
                </a:lnTo>
                <a:lnTo>
                  <a:pt x="504825" y="485775"/>
                </a:lnTo>
                <a:lnTo>
                  <a:pt x="485775" y="485775"/>
                </a:lnTo>
                <a:close/>
                <a:moveTo>
                  <a:pt x="847725" y="485775"/>
                </a:moveTo>
                <a:lnTo>
                  <a:pt x="866775" y="485775"/>
                </a:lnTo>
                <a:lnTo>
                  <a:pt x="866775" y="495300"/>
                </a:lnTo>
                <a:lnTo>
                  <a:pt x="847725" y="495300"/>
                </a:lnTo>
                <a:close/>
                <a:moveTo>
                  <a:pt x="523875" y="495300"/>
                </a:moveTo>
                <a:lnTo>
                  <a:pt x="533400" y="495300"/>
                </a:lnTo>
                <a:lnTo>
                  <a:pt x="533400" y="485775"/>
                </a:lnTo>
                <a:lnTo>
                  <a:pt x="523875" y="485775"/>
                </a:lnTo>
                <a:close/>
                <a:moveTo>
                  <a:pt x="828675" y="495300"/>
                </a:moveTo>
                <a:lnTo>
                  <a:pt x="838200" y="495300"/>
                </a:lnTo>
                <a:lnTo>
                  <a:pt x="838200" y="504825"/>
                </a:lnTo>
                <a:lnTo>
                  <a:pt x="828675" y="504825"/>
                </a:lnTo>
                <a:close/>
                <a:moveTo>
                  <a:pt x="1038225" y="495300"/>
                </a:moveTo>
                <a:lnTo>
                  <a:pt x="1066800" y="495300"/>
                </a:lnTo>
                <a:lnTo>
                  <a:pt x="1066800" y="504825"/>
                </a:lnTo>
                <a:lnTo>
                  <a:pt x="1095375" y="504825"/>
                </a:lnTo>
                <a:lnTo>
                  <a:pt x="1095375" y="514350"/>
                </a:lnTo>
                <a:lnTo>
                  <a:pt x="1123950" y="514350"/>
                </a:lnTo>
                <a:lnTo>
                  <a:pt x="1123950" y="523875"/>
                </a:lnTo>
                <a:lnTo>
                  <a:pt x="1133475" y="523875"/>
                </a:lnTo>
                <a:lnTo>
                  <a:pt x="1133475" y="533400"/>
                </a:lnTo>
                <a:lnTo>
                  <a:pt x="1143000" y="533400"/>
                </a:lnTo>
                <a:lnTo>
                  <a:pt x="1143000" y="552450"/>
                </a:lnTo>
                <a:lnTo>
                  <a:pt x="1123950" y="552450"/>
                </a:lnTo>
                <a:lnTo>
                  <a:pt x="1123950" y="561975"/>
                </a:lnTo>
                <a:lnTo>
                  <a:pt x="1104900" y="561975"/>
                </a:lnTo>
                <a:lnTo>
                  <a:pt x="1104900" y="552450"/>
                </a:lnTo>
                <a:lnTo>
                  <a:pt x="1095375" y="552450"/>
                </a:lnTo>
                <a:lnTo>
                  <a:pt x="1095375" y="542925"/>
                </a:lnTo>
                <a:lnTo>
                  <a:pt x="1085850" y="542925"/>
                </a:lnTo>
                <a:lnTo>
                  <a:pt x="1085850" y="533400"/>
                </a:lnTo>
                <a:lnTo>
                  <a:pt x="1076325" y="533400"/>
                </a:lnTo>
                <a:lnTo>
                  <a:pt x="1076325" y="523875"/>
                </a:lnTo>
                <a:lnTo>
                  <a:pt x="1066800" y="523875"/>
                </a:lnTo>
                <a:lnTo>
                  <a:pt x="1066800" y="514350"/>
                </a:lnTo>
                <a:lnTo>
                  <a:pt x="1057275" y="514350"/>
                </a:lnTo>
                <a:lnTo>
                  <a:pt x="1057275" y="504825"/>
                </a:lnTo>
                <a:lnTo>
                  <a:pt x="1047750" y="504825"/>
                </a:lnTo>
                <a:lnTo>
                  <a:pt x="1047750" y="514350"/>
                </a:lnTo>
                <a:lnTo>
                  <a:pt x="1038225" y="514350"/>
                </a:lnTo>
                <a:close/>
                <a:moveTo>
                  <a:pt x="1885950" y="495300"/>
                </a:moveTo>
                <a:lnTo>
                  <a:pt x="1895475" y="495300"/>
                </a:lnTo>
                <a:lnTo>
                  <a:pt x="1895475" y="504825"/>
                </a:lnTo>
                <a:lnTo>
                  <a:pt x="1905000" y="504825"/>
                </a:lnTo>
                <a:lnTo>
                  <a:pt x="1905000" y="533400"/>
                </a:lnTo>
                <a:lnTo>
                  <a:pt x="1895475" y="533400"/>
                </a:lnTo>
                <a:lnTo>
                  <a:pt x="1895475" y="542925"/>
                </a:lnTo>
                <a:lnTo>
                  <a:pt x="1885950" y="542925"/>
                </a:lnTo>
                <a:close/>
                <a:moveTo>
                  <a:pt x="600075" y="504825"/>
                </a:moveTo>
                <a:lnTo>
                  <a:pt x="619125" y="504825"/>
                </a:lnTo>
                <a:lnTo>
                  <a:pt x="619125" y="514350"/>
                </a:lnTo>
                <a:lnTo>
                  <a:pt x="628650" y="514350"/>
                </a:lnTo>
                <a:lnTo>
                  <a:pt x="628650" y="533400"/>
                </a:lnTo>
                <a:lnTo>
                  <a:pt x="590550" y="533400"/>
                </a:lnTo>
                <a:lnTo>
                  <a:pt x="590550" y="523875"/>
                </a:lnTo>
                <a:lnTo>
                  <a:pt x="600075" y="523875"/>
                </a:lnTo>
                <a:close/>
                <a:moveTo>
                  <a:pt x="714375" y="504825"/>
                </a:moveTo>
                <a:lnTo>
                  <a:pt x="723900" y="504825"/>
                </a:lnTo>
                <a:lnTo>
                  <a:pt x="723900" y="514350"/>
                </a:lnTo>
                <a:lnTo>
                  <a:pt x="733425" y="514350"/>
                </a:lnTo>
                <a:lnTo>
                  <a:pt x="733425" y="552450"/>
                </a:lnTo>
                <a:lnTo>
                  <a:pt x="723900" y="552450"/>
                </a:lnTo>
                <a:lnTo>
                  <a:pt x="723900" y="561975"/>
                </a:lnTo>
                <a:lnTo>
                  <a:pt x="714375" y="561975"/>
                </a:lnTo>
                <a:lnTo>
                  <a:pt x="714375" y="533400"/>
                </a:lnTo>
                <a:lnTo>
                  <a:pt x="704850" y="533400"/>
                </a:lnTo>
                <a:lnTo>
                  <a:pt x="704850" y="514350"/>
                </a:lnTo>
                <a:lnTo>
                  <a:pt x="714375" y="514350"/>
                </a:lnTo>
                <a:close/>
                <a:moveTo>
                  <a:pt x="981075" y="514350"/>
                </a:moveTo>
                <a:lnTo>
                  <a:pt x="990600" y="514350"/>
                </a:lnTo>
                <a:lnTo>
                  <a:pt x="990600" y="533400"/>
                </a:lnTo>
                <a:lnTo>
                  <a:pt x="981075" y="533400"/>
                </a:lnTo>
                <a:close/>
                <a:moveTo>
                  <a:pt x="1695450" y="514350"/>
                </a:moveTo>
                <a:lnTo>
                  <a:pt x="1714500" y="514350"/>
                </a:lnTo>
                <a:lnTo>
                  <a:pt x="1714500" y="533400"/>
                </a:lnTo>
                <a:lnTo>
                  <a:pt x="1695450" y="533400"/>
                </a:lnTo>
                <a:close/>
                <a:moveTo>
                  <a:pt x="447675" y="533400"/>
                </a:moveTo>
                <a:lnTo>
                  <a:pt x="466725" y="533400"/>
                </a:lnTo>
                <a:lnTo>
                  <a:pt x="466725" y="542925"/>
                </a:lnTo>
                <a:lnTo>
                  <a:pt x="476250" y="542925"/>
                </a:lnTo>
                <a:lnTo>
                  <a:pt x="476250" y="533400"/>
                </a:lnTo>
                <a:lnTo>
                  <a:pt x="495300" y="533400"/>
                </a:lnTo>
                <a:lnTo>
                  <a:pt x="495300" y="552450"/>
                </a:lnTo>
                <a:lnTo>
                  <a:pt x="504825" y="552450"/>
                </a:lnTo>
                <a:lnTo>
                  <a:pt x="504825" y="561975"/>
                </a:lnTo>
                <a:lnTo>
                  <a:pt x="476250" y="561975"/>
                </a:lnTo>
                <a:lnTo>
                  <a:pt x="476250" y="552450"/>
                </a:lnTo>
                <a:lnTo>
                  <a:pt x="447675" y="552450"/>
                </a:lnTo>
                <a:close/>
                <a:moveTo>
                  <a:pt x="1362075" y="533400"/>
                </a:moveTo>
                <a:lnTo>
                  <a:pt x="1371600" y="533400"/>
                </a:lnTo>
                <a:lnTo>
                  <a:pt x="1371600" y="542925"/>
                </a:lnTo>
                <a:lnTo>
                  <a:pt x="1362075" y="542925"/>
                </a:lnTo>
                <a:close/>
                <a:moveTo>
                  <a:pt x="781050" y="542925"/>
                </a:moveTo>
                <a:lnTo>
                  <a:pt x="809625" y="542925"/>
                </a:lnTo>
                <a:lnTo>
                  <a:pt x="809625" y="552450"/>
                </a:lnTo>
                <a:lnTo>
                  <a:pt x="781050" y="552450"/>
                </a:lnTo>
                <a:close/>
                <a:moveTo>
                  <a:pt x="904875" y="542925"/>
                </a:moveTo>
                <a:lnTo>
                  <a:pt x="933450" y="542925"/>
                </a:lnTo>
                <a:lnTo>
                  <a:pt x="933450" y="552450"/>
                </a:lnTo>
                <a:lnTo>
                  <a:pt x="914400" y="552450"/>
                </a:lnTo>
                <a:lnTo>
                  <a:pt x="914400" y="561975"/>
                </a:lnTo>
                <a:lnTo>
                  <a:pt x="895350" y="561975"/>
                </a:lnTo>
                <a:lnTo>
                  <a:pt x="895350" y="552450"/>
                </a:lnTo>
                <a:lnTo>
                  <a:pt x="904875" y="552450"/>
                </a:lnTo>
                <a:close/>
                <a:moveTo>
                  <a:pt x="542925" y="552450"/>
                </a:moveTo>
                <a:lnTo>
                  <a:pt x="571500" y="552450"/>
                </a:lnTo>
                <a:lnTo>
                  <a:pt x="571500" y="571500"/>
                </a:lnTo>
                <a:lnTo>
                  <a:pt x="561975" y="571500"/>
                </a:lnTo>
                <a:lnTo>
                  <a:pt x="561975" y="581025"/>
                </a:lnTo>
                <a:lnTo>
                  <a:pt x="542925" y="581025"/>
                </a:lnTo>
                <a:lnTo>
                  <a:pt x="542925" y="571500"/>
                </a:lnTo>
                <a:lnTo>
                  <a:pt x="523875" y="571500"/>
                </a:lnTo>
                <a:lnTo>
                  <a:pt x="523875" y="561975"/>
                </a:lnTo>
                <a:lnTo>
                  <a:pt x="542925" y="561975"/>
                </a:lnTo>
                <a:close/>
                <a:moveTo>
                  <a:pt x="1190625" y="561975"/>
                </a:moveTo>
                <a:lnTo>
                  <a:pt x="1209675" y="561975"/>
                </a:lnTo>
                <a:lnTo>
                  <a:pt x="1209675" y="571500"/>
                </a:lnTo>
                <a:lnTo>
                  <a:pt x="1219200" y="571500"/>
                </a:lnTo>
                <a:lnTo>
                  <a:pt x="1219200" y="590550"/>
                </a:lnTo>
                <a:lnTo>
                  <a:pt x="1200150" y="590550"/>
                </a:lnTo>
                <a:lnTo>
                  <a:pt x="1200150" y="581025"/>
                </a:lnTo>
                <a:lnTo>
                  <a:pt x="1190625" y="581025"/>
                </a:lnTo>
                <a:close/>
                <a:moveTo>
                  <a:pt x="247650" y="581025"/>
                </a:moveTo>
                <a:lnTo>
                  <a:pt x="257175" y="581025"/>
                </a:lnTo>
                <a:lnTo>
                  <a:pt x="257175" y="600075"/>
                </a:lnTo>
                <a:lnTo>
                  <a:pt x="247650" y="600075"/>
                </a:lnTo>
                <a:close/>
                <a:moveTo>
                  <a:pt x="762000" y="581025"/>
                </a:moveTo>
                <a:lnTo>
                  <a:pt x="771525" y="581025"/>
                </a:lnTo>
                <a:lnTo>
                  <a:pt x="771525" y="600075"/>
                </a:lnTo>
                <a:lnTo>
                  <a:pt x="752475" y="600075"/>
                </a:lnTo>
                <a:lnTo>
                  <a:pt x="752475" y="590550"/>
                </a:lnTo>
                <a:lnTo>
                  <a:pt x="762000" y="590550"/>
                </a:lnTo>
                <a:close/>
                <a:moveTo>
                  <a:pt x="1009650" y="581025"/>
                </a:moveTo>
                <a:lnTo>
                  <a:pt x="1019175" y="581025"/>
                </a:lnTo>
                <a:lnTo>
                  <a:pt x="1019175" y="609600"/>
                </a:lnTo>
                <a:lnTo>
                  <a:pt x="1009650" y="609600"/>
                </a:lnTo>
                <a:close/>
                <a:moveTo>
                  <a:pt x="847725" y="590550"/>
                </a:moveTo>
                <a:lnTo>
                  <a:pt x="866775" y="590550"/>
                </a:lnTo>
                <a:lnTo>
                  <a:pt x="866775" y="600075"/>
                </a:lnTo>
                <a:lnTo>
                  <a:pt x="876300" y="600075"/>
                </a:lnTo>
                <a:lnTo>
                  <a:pt x="876300" y="619125"/>
                </a:lnTo>
                <a:lnTo>
                  <a:pt x="866775" y="619125"/>
                </a:lnTo>
                <a:lnTo>
                  <a:pt x="866775" y="628650"/>
                </a:lnTo>
                <a:lnTo>
                  <a:pt x="838200" y="628650"/>
                </a:lnTo>
                <a:lnTo>
                  <a:pt x="838200" y="619125"/>
                </a:lnTo>
                <a:lnTo>
                  <a:pt x="828675" y="619125"/>
                </a:lnTo>
                <a:lnTo>
                  <a:pt x="828675" y="609600"/>
                </a:lnTo>
                <a:lnTo>
                  <a:pt x="847725" y="609600"/>
                </a:lnTo>
                <a:close/>
                <a:moveTo>
                  <a:pt x="1628775" y="590550"/>
                </a:moveTo>
                <a:lnTo>
                  <a:pt x="1638300" y="590550"/>
                </a:lnTo>
                <a:lnTo>
                  <a:pt x="1638300" y="600075"/>
                </a:lnTo>
                <a:lnTo>
                  <a:pt x="1628775" y="600075"/>
                </a:lnTo>
                <a:close/>
                <a:moveTo>
                  <a:pt x="114300" y="600075"/>
                </a:moveTo>
                <a:lnTo>
                  <a:pt x="133350" y="600075"/>
                </a:lnTo>
                <a:lnTo>
                  <a:pt x="133350" y="657225"/>
                </a:lnTo>
                <a:lnTo>
                  <a:pt x="114300" y="657225"/>
                </a:lnTo>
                <a:close/>
                <a:moveTo>
                  <a:pt x="1638300" y="600075"/>
                </a:moveTo>
                <a:lnTo>
                  <a:pt x="1647825" y="600075"/>
                </a:lnTo>
                <a:lnTo>
                  <a:pt x="1647825" y="609600"/>
                </a:lnTo>
                <a:lnTo>
                  <a:pt x="1638300" y="609600"/>
                </a:lnTo>
                <a:close/>
                <a:moveTo>
                  <a:pt x="1885950" y="600075"/>
                </a:moveTo>
                <a:lnTo>
                  <a:pt x="1895475" y="600075"/>
                </a:lnTo>
                <a:lnTo>
                  <a:pt x="1895475" y="619125"/>
                </a:lnTo>
                <a:lnTo>
                  <a:pt x="1885950" y="619125"/>
                </a:lnTo>
                <a:close/>
                <a:moveTo>
                  <a:pt x="628650" y="609600"/>
                </a:moveTo>
                <a:lnTo>
                  <a:pt x="638175" y="609600"/>
                </a:lnTo>
                <a:lnTo>
                  <a:pt x="638175" y="619125"/>
                </a:lnTo>
                <a:lnTo>
                  <a:pt x="628650" y="619125"/>
                </a:lnTo>
                <a:close/>
                <a:moveTo>
                  <a:pt x="733425" y="609600"/>
                </a:moveTo>
                <a:lnTo>
                  <a:pt x="742950" y="609600"/>
                </a:lnTo>
                <a:lnTo>
                  <a:pt x="742950" y="628650"/>
                </a:lnTo>
                <a:lnTo>
                  <a:pt x="752475" y="628650"/>
                </a:lnTo>
                <a:lnTo>
                  <a:pt x="752475" y="638175"/>
                </a:lnTo>
                <a:lnTo>
                  <a:pt x="723900" y="638175"/>
                </a:lnTo>
                <a:lnTo>
                  <a:pt x="723900" y="619125"/>
                </a:lnTo>
                <a:lnTo>
                  <a:pt x="733425" y="619125"/>
                </a:lnTo>
                <a:close/>
                <a:moveTo>
                  <a:pt x="561975" y="619125"/>
                </a:moveTo>
                <a:lnTo>
                  <a:pt x="581025" y="619125"/>
                </a:lnTo>
                <a:lnTo>
                  <a:pt x="581025" y="628650"/>
                </a:lnTo>
                <a:lnTo>
                  <a:pt x="571500" y="628650"/>
                </a:lnTo>
                <a:lnTo>
                  <a:pt x="571500" y="638175"/>
                </a:lnTo>
                <a:lnTo>
                  <a:pt x="552450" y="638175"/>
                </a:lnTo>
                <a:lnTo>
                  <a:pt x="552450" y="628650"/>
                </a:lnTo>
                <a:lnTo>
                  <a:pt x="561975" y="628650"/>
                </a:lnTo>
                <a:close/>
                <a:moveTo>
                  <a:pt x="1047750" y="619125"/>
                </a:moveTo>
                <a:lnTo>
                  <a:pt x="1085850" y="619125"/>
                </a:lnTo>
                <a:lnTo>
                  <a:pt x="1085850" y="638175"/>
                </a:lnTo>
                <a:lnTo>
                  <a:pt x="1047750" y="638175"/>
                </a:lnTo>
                <a:close/>
                <a:moveTo>
                  <a:pt x="781050" y="638175"/>
                </a:moveTo>
                <a:lnTo>
                  <a:pt x="800100" y="638175"/>
                </a:lnTo>
                <a:lnTo>
                  <a:pt x="800100" y="647700"/>
                </a:lnTo>
                <a:lnTo>
                  <a:pt x="809625" y="647700"/>
                </a:lnTo>
                <a:lnTo>
                  <a:pt x="809625" y="657225"/>
                </a:lnTo>
                <a:lnTo>
                  <a:pt x="781050" y="657225"/>
                </a:lnTo>
                <a:close/>
                <a:moveTo>
                  <a:pt x="1571625" y="638175"/>
                </a:moveTo>
                <a:lnTo>
                  <a:pt x="1590675" y="638175"/>
                </a:lnTo>
                <a:lnTo>
                  <a:pt x="1590675" y="647700"/>
                </a:lnTo>
                <a:lnTo>
                  <a:pt x="1571625" y="647700"/>
                </a:lnTo>
                <a:close/>
                <a:moveTo>
                  <a:pt x="1876425" y="638175"/>
                </a:moveTo>
                <a:lnTo>
                  <a:pt x="1895475" y="638175"/>
                </a:lnTo>
                <a:lnTo>
                  <a:pt x="1895475" y="666750"/>
                </a:lnTo>
                <a:lnTo>
                  <a:pt x="1885950" y="666750"/>
                </a:lnTo>
                <a:lnTo>
                  <a:pt x="1885950" y="657225"/>
                </a:lnTo>
                <a:lnTo>
                  <a:pt x="1876425" y="657225"/>
                </a:lnTo>
                <a:close/>
                <a:moveTo>
                  <a:pt x="828675" y="647700"/>
                </a:moveTo>
                <a:lnTo>
                  <a:pt x="847725" y="647700"/>
                </a:lnTo>
                <a:lnTo>
                  <a:pt x="847725" y="676275"/>
                </a:lnTo>
                <a:lnTo>
                  <a:pt x="838200" y="676275"/>
                </a:lnTo>
                <a:lnTo>
                  <a:pt x="838200" y="666750"/>
                </a:lnTo>
                <a:lnTo>
                  <a:pt x="828675" y="666750"/>
                </a:lnTo>
                <a:close/>
                <a:moveTo>
                  <a:pt x="714375" y="695325"/>
                </a:moveTo>
                <a:lnTo>
                  <a:pt x="723900" y="695325"/>
                </a:lnTo>
                <a:lnTo>
                  <a:pt x="723900" y="704850"/>
                </a:lnTo>
                <a:lnTo>
                  <a:pt x="714375" y="704850"/>
                </a:lnTo>
                <a:close/>
                <a:moveTo>
                  <a:pt x="1314450" y="695325"/>
                </a:moveTo>
                <a:lnTo>
                  <a:pt x="1333500" y="695325"/>
                </a:lnTo>
                <a:lnTo>
                  <a:pt x="1333500" y="714375"/>
                </a:lnTo>
                <a:lnTo>
                  <a:pt x="1314450" y="714375"/>
                </a:lnTo>
                <a:close/>
                <a:moveTo>
                  <a:pt x="0" y="723900"/>
                </a:moveTo>
                <a:lnTo>
                  <a:pt x="9525" y="723900"/>
                </a:lnTo>
                <a:lnTo>
                  <a:pt x="9525" y="733425"/>
                </a:lnTo>
                <a:lnTo>
                  <a:pt x="0" y="733425"/>
                </a:lnTo>
                <a:close/>
                <a:moveTo>
                  <a:pt x="1295400" y="723900"/>
                </a:moveTo>
                <a:lnTo>
                  <a:pt x="1304925" y="723900"/>
                </a:lnTo>
                <a:lnTo>
                  <a:pt x="1304925" y="733425"/>
                </a:lnTo>
                <a:lnTo>
                  <a:pt x="1295400" y="733425"/>
                </a:lnTo>
                <a:close/>
                <a:moveTo>
                  <a:pt x="1304925" y="733425"/>
                </a:moveTo>
                <a:lnTo>
                  <a:pt x="1314450" y="733425"/>
                </a:lnTo>
                <a:lnTo>
                  <a:pt x="1314450" y="762000"/>
                </a:lnTo>
                <a:lnTo>
                  <a:pt x="1304925" y="762000"/>
                </a:lnTo>
                <a:close/>
                <a:moveTo>
                  <a:pt x="314325" y="742950"/>
                </a:moveTo>
                <a:lnTo>
                  <a:pt x="333375" y="742950"/>
                </a:lnTo>
                <a:lnTo>
                  <a:pt x="333375" y="762000"/>
                </a:lnTo>
                <a:lnTo>
                  <a:pt x="314325" y="762000"/>
                </a:lnTo>
                <a:close/>
                <a:moveTo>
                  <a:pt x="1295400" y="762000"/>
                </a:moveTo>
                <a:lnTo>
                  <a:pt x="1304925" y="762000"/>
                </a:lnTo>
                <a:lnTo>
                  <a:pt x="1304925" y="771525"/>
                </a:lnTo>
                <a:lnTo>
                  <a:pt x="1295400" y="771525"/>
                </a:lnTo>
                <a:close/>
                <a:moveTo>
                  <a:pt x="171450" y="771525"/>
                </a:moveTo>
                <a:lnTo>
                  <a:pt x="180975" y="771525"/>
                </a:lnTo>
                <a:lnTo>
                  <a:pt x="180975" y="781050"/>
                </a:lnTo>
                <a:lnTo>
                  <a:pt x="171450" y="781050"/>
                </a:lnTo>
                <a:close/>
                <a:moveTo>
                  <a:pt x="238125" y="771525"/>
                </a:moveTo>
                <a:lnTo>
                  <a:pt x="247650" y="771525"/>
                </a:lnTo>
                <a:lnTo>
                  <a:pt x="247650" y="781050"/>
                </a:lnTo>
                <a:lnTo>
                  <a:pt x="238125" y="781050"/>
                </a:lnTo>
                <a:close/>
                <a:moveTo>
                  <a:pt x="352425" y="781050"/>
                </a:moveTo>
                <a:lnTo>
                  <a:pt x="361950" y="781050"/>
                </a:lnTo>
                <a:lnTo>
                  <a:pt x="361950" y="790575"/>
                </a:lnTo>
                <a:lnTo>
                  <a:pt x="371475" y="790575"/>
                </a:lnTo>
                <a:lnTo>
                  <a:pt x="371475" y="781050"/>
                </a:lnTo>
                <a:lnTo>
                  <a:pt x="381000" y="781050"/>
                </a:lnTo>
                <a:lnTo>
                  <a:pt x="381000" y="800100"/>
                </a:lnTo>
                <a:lnTo>
                  <a:pt x="342900" y="800100"/>
                </a:lnTo>
                <a:lnTo>
                  <a:pt x="342900" y="790575"/>
                </a:lnTo>
                <a:lnTo>
                  <a:pt x="352425" y="790575"/>
                </a:lnTo>
                <a:close/>
                <a:moveTo>
                  <a:pt x="809625" y="781050"/>
                </a:moveTo>
                <a:lnTo>
                  <a:pt x="819150" y="781050"/>
                </a:lnTo>
                <a:lnTo>
                  <a:pt x="819150" y="800100"/>
                </a:lnTo>
                <a:lnTo>
                  <a:pt x="790575" y="800100"/>
                </a:lnTo>
                <a:lnTo>
                  <a:pt x="790575" y="790575"/>
                </a:lnTo>
                <a:lnTo>
                  <a:pt x="809625" y="790575"/>
                </a:lnTo>
                <a:close/>
                <a:moveTo>
                  <a:pt x="1257300" y="790575"/>
                </a:moveTo>
                <a:lnTo>
                  <a:pt x="1276350" y="790575"/>
                </a:lnTo>
                <a:lnTo>
                  <a:pt x="1276350" y="800100"/>
                </a:lnTo>
                <a:lnTo>
                  <a:pt x="1257300" y="800100"/>
                </a:lnTo>
                <a:close/>
                <a:moveTo>
                  <a:pt x="1095375" y="819150"/>
                </a:moveTo>
                <a:lnTo>
                  <a:pt x="1104900" y="819150"/>
                </a:lnTo>
                <a:lnTo>
                  <a:pt x="1104900" y="857250"/>
                </a:lnTo>
                <a:lnTo>
                  <a:pt x="1095375" y="857250"/>
                </a:lnTo>
                <a:lnTo>
                  <a:pt x="1095375" y="847725"/>
                </a:lnTo>
                <a:lnTo>
                  <a:pt x="1085850" y="847725"/>
                </a:lnTo>
                <a:lnTo>
                  <a:pt x="1085850" y="857250"/>
                </a:lnTo>
                <a:lnTo>
                  <a:pt x="1057275" y="857250"/>
                </a:lnTo>
                <a:lnTo>
                  <a:pt x="1057275" y="838200"/>
                </a:lnTo>
                <a:lnTo>
                  <a:pt x="1066800" y="838200"/>
                </a:lnTo>
                <a:lnTo>
                  <a:pt x="1066800" y="847725"/>
                </a:lnTo>
                <a:lnTo>
                  <a:pt x="1076325" y="847725"/>
                </a:lnTo>
                <a:lnTo>
                  <a:pt x="1076325" y="828675"/>
                </a:lnTo>
                <a:lnTo>
                  <a:pt x="1095375" y="828675"/>
                </a:lnTo>
                <a:close/>
                <a:moveTo>
                  <a:pt x="1238250" y="819150"/>
                </a:moveTo>
                <a:lnTo>
                  <a:pt x="1266825" y="819150"/>
                </a:lnTo>
                <a:lnTo>
                  <a:pt x="1266825" y="838200"/>
                </a:lnTo>
                <a:lnTo>
                  <a:pt x="1247775" y="838200"/>
                </a:lnTo>
                <a:lnTo>
                  <a:pt x="1247775" y="847725"/>
                </a:lnTo>
                <a:lnTo>
                  <a:pt x="1209675" y="847725"/>
                </a:lnTo>
                <a:lnTo>
                  <a:pt x="1209675" y="838200"/>
                </a:lnTo>
                <a:lnTo>
                  <a:pt x="1219200" y="838200"/>
                </a:lnTo>
                <a:lnTo>
                  <a:pt x="1219200" y="828675"/>
                </a:lnTo>
                <a:lnTo>
                  <a:pt x="1238250" y="828675"/>
                </a:lnTo>
                <a:close/>
                <a:moveTo>
                  <a:pt x="895350" y="838200"/>
                </a:moveTo>
                <a:lnTo>
                  <a:pt x="914400" y="838200"/>
                </a:lnTo>
                <a:lnTo>
                  <a:pt x="914400" y="847725"/>
                </a:lnTo>
                <a:lnTo>
                  <a:pt x="895350" y="847725"/>
                </a:lnTo>
                <a:close/>
                <a:moveTo>
                  <a:pt x="1162050" y="838200"/>
                </a:moveTo>
                <a:lnTo>
                  <a:pt x="1181100" y="838200"/>
                </a:lnTo>
                <a:lnTo>
                  <a:pt x="1181100" y="847725"/>
                </a:lnTo>
                <a:lnTo>
                  <a:pt x="1190625" y="847725"/>
                </a:lnTo>
                <a:lnTo>
                  <a:pt x="1190625" y="866775"/>
                </a:lnTo>
                <a:lnTo>
                  <a:pt x="1181100" y="866775"/>
                </a:lnTo>
                <a:lnTo>
                  <a:pt x="1181100" y="876300"/>
                </a:lnTo>
                <a:lnTo>
                  <a:pt x="1162050" y="876300"/>
                </a:lnTo>
                <a:lnTo>
                  <a:pt x="1162050" y="866775"/>
                </a:lnTo>
                <a:lnTo>
                  <a:pt x="1152525" y="866775"/>
                </a:lnTo>
                <a:lnTo>
                  <a:pt x="1152525" y="847725"/>
                </a:lnTo>
                <a:lnTo>
                  <a:pt x="1162050" y="847725"/>
                </a:lnTo>
                <a:close/>
                <a:moveTo>
                  <a:pt x="1285875" y="838200"/>
                </a:moveTo>
                <a:lnTo>
                  <a:pt x="1304925" y="838200"/>
                </a:lnTo>
                <a:lnTo>
                  <a:pt x="1304925" y="857250"/>
                </a:lnTo>
                <a:lnTo>
                  <a:pt x="1314450" y="857250"/>
                </a:lnTo>
                <a:lnTo>
                  <a:pt x="1314450" y="866775"/>
                </a:lnTo>
                <a:lnTo>
                  <a:pt x="1295400" y="866775"/>
                </a:lnTo>
                <a:lnTo>
                  <a:pt x="1295400" y="857250"/>
                </a:lnTo>
                <a:lnTo>
                  <a:pt x="1285875" y="857250"/>
                </a:lnTo>
                <a:close/>
                <a:moveTo>
                  <a:pt x="619125" y="857250"/>
                </a:moveTo>
                <a:lnTo>
                  <a:pt x="638175" y="857250"/>
                </a:lnTo>
                <a:lnTo>
                  <a:pt x="638175" y="866775"/>
                </a:lnTo>
                <a:lnTo>
                  <a:pt x="657225" y="866775"/>
                </a:lnTo>
                <a:lnTo>
                  <a:pt x="657225" y="876300"/>
                </a:lnTo>
                <a:lnTo>
                  <a:pt x="666750" y="876300"/>
                </a:lnTo>
                <a:lnTo>
                  <a:pt x="666750" y="885825"/>
                </a:lnTo>
                <a:lnTo>
                  <a:pt x="609600" y="885825"/>
                </a:lnTo>
                <a:lnTo>
                  <a:pt x="609600" y="866775"/>
                </a:lnTo>
                <a:lnTo>
                  <a:pt x="619125" y="866775"/>
                </a:lnTo>
                <a:close/>
                <a:moveTo>
                  <a:pt x="552450" y="866775"/>
                </a:moveTo>
                <a:lnTo>
                  <a:pt x="561975" y="866775"/>
                </a:lnTo>
                <a:lnTo>
                  <a:pt x="561975" y="876300"/>
                </a:lnTo>
                <a:lnTo>
                  <a:pt x="571500" y="876300"/>
                </a:lnTo>
                <a:lnTo>
                  <a:pt x="571500" y="885825"/>
                </a:lnTo>
                <a:lnTo>
                  <a:pt x="552450" y="885825"/>
                </a:lnTo>
                <a:close/>
                <a:moveTo>
                  <a:pt x="790575" y="866775"/>
                </a:moveTo>
                <a:lnTo>
                  <a:pt x="800100" y="866775"/>
                </a:lnTo>
                <a:lnTo>
                  <a:pt x="800100" y="876300"/>
                </a:lnTo>
                <a:lnTo>
                  <a:pt x="790575" y="876300"/>
                </a:lnTo>
                <a:close/>
                <a:moveTo>
                  <a:pt x="1876425" y="876300"/>
                </a:moveTo>
                <a:lnTo>
                  <a:pt x="1895475" y="876300"/>
                </a:lnTo>
                <a:lnTo>
                  <a:pt x="1895475" y="933450"/>
                </a:lnTo>
                <a:lnTo>
                  <a:pt x="1876425" y="933450"/>
                </a:lnTo>
                <a:lnTo>
                  <a:pt x="1876425" y="914400"/>
                </a:lnTo>
                <a:lnTo>
                  <a:pt x="1885950" y="914400"/>
                </a:lnTo>
                <a:lnTo>
                  <a:pt x="1885950" y="885825"/>
                </a:lnTo>
                <a:lnTo>
                  <a:pt x="1876425" y="885825"/>
                </a:lnTo>
                <a:close/>
                <a:moveTo>
                  <a:pt x="485775" y="885825"/>
                </a:moveTo>
                <a:lnTo>
                  <a:pt x="504825" y="885825"/>
                </a:lnTo>
                <a:lnTo>
                  <a:pt x="504825" y="895350"/>
                </a:lnTo>
                <a:lnTo>
                  <a:pt x="485775" y="895350"/>
                </a:lnTo>
                <a:close/>
                <a:moveTo>
                  <a:pt x="1104900" y="895350"/>
                </a:moveTo>
                <a:lnTo>
                  <a:pt x="1152525" y="895350"/>
                </a:lnTo>
                <a:lnTo>
                  <a:pt x="1152525" y="914400"/>
                </a:lnTo>
                <a:lnTo>
                  <a:pt x="1123950" y="914400"/>
                </a:lnTo>
                <a:lnTo>
                  <a:pt x="1123950" y="923925"/>
                </a:lnTo>
                <a:lnTo>
                  <a:pt x="1114425" y="923925"/>
                </a:lnTo>
                <a:lnTo>
                  <a:pt x="1114425" y="914400"/>
                </a:lnTo>
                <a:lnTo>
                  <a:pt x="1104900" y="914400"/>
                </a:lnTo>
                <a:close/>
                <a:moveTo>
                  <a:pt x="419100" y="904875"/>
                </a:moveTo>
                <a:lnTo>
                  <a:pt x="438150" y="904875"/>
                </a:lnTo>
                <a:lnTo>
                  <a:pt x="438150" y="914400"/>
                </a:lnTo>
                <a:lnTo>
                  <a:pt x="419100" y="914400"/>
                </a:lnTo>
                <a:close/>
                <a:moveTo>
                  <a:pt x="1209675" y="904875"/>
                </a:moveTo>
                <a:lnTo>
                  <a:pt x="1238250" y="904875"/>
                </a:lnTo>
                <a:lnTo>
                  <a:pt x="1238250" y="914400"/>
                </a:lnTo>
                <a:lnTo>
                  <a:pt x="1228725" y="914400"/>
                </a:lnTo>
                <a:lnTo>
                  <a:pt x="1228725" y="923925"/>
                </a:lnTo>
                <a:lnTo>
                  <a:pt x="1219200" y="923925"/>
                </a:lnTo>
                <a:lnTo>
                  <a:pt x="1219200" y="914400"/>
                </a:lnTo>
                <a:lnTo>
                  <a:pt x="1209675" y="914400"/>
                </a:lnTo>
                <a:close/>
                <a:moveTo>
                  <a:pt x="1143000" y="962025"/>
                </a:moveTo>
                <a:lnTo>
                  <a:pt x="1152525" y="962025"/>
                </a:lnTo>
                <a:lnTo>
                  <a:pt x="1152525" y="971550"/>
                </a:lnTo>
                <a:lnTo>
                  <a:pt x="1143000" y="971550"/>
                </a:lnTo>
                <a:close/>
                <a:moveTo>
                  <a:pt x="0" y="971550"/>
                </a:moveTo>
                <a:lnTo>
                  <a:pt x="9525" y="971550"/>
                </a:lnTo>
                <a:lnTo>
                  <a:pt x="9525" y="981075"/>
                </a:lnTo>
                <a:lnTo>
                  <a:pt x="19050" y="981075"/>
                </a:lnTo>
                <a:lnTo>
                  <a:pt x="19050" y="1000125"/>
                </a:lnTo>
                <a:lnTo>
                  <a:pt x="9525" y="1000125"/>
                </a:lnTo>
                <a:lnTo>
                  <a:pt x="9525" y="990600"/>
                </a:lnTo>
                <a:lnTo>
                  <a:pt x="0" y="990600"/>
                </a:lnTo>
                <a:close/>
                <a:moveTo>
                  <a:pt x="114300" y="971550"/>
                </a:moveTo>
                <a:lnTo>
                  <a:pt x="133350" y="971550"/>
                </a:lnTo>
                <a:lnTo>
                  <a:pt x="133350" y="1000125"/>
                </a:lnTo>
                <a:lnTo>
                  <a:pt x="114300" y="1000125"/>
                </a:lnTo>
                <a:close/>
                <a:moveTo>
                  <a:pt x="914400" y="971550"/>
                </a:moveTo>
                <a:lnTo>
                  <a:pt x="923925" y="971550"/>
                </a:lnTo>
                <a:lnTo>
                  <a:pt x="923925" y="981075"/>
                </a:lnTo>
                <a:lnTo>
                  <a:pt x="942975" y="981075"/>
                </a:lnTo>
                <a:lnTo>
                  <a:pt x="942975" y="990600"/>
                </a:lnTo>
                <a:lnTo>
                  <a:pt x="933450" y="990600"/>
                </a:lnTo>
                <a:lnTo>
                  <a:pt x="933450" y="1000125"/>
                </a:lnTo>
                <a:lnTo>
                  <a:pt x="904875" y="1000125"/>
                </a:lnTo>
                <a:lnTo>
                  <a:pt x="904875" y="990600"/>
                </a:lnTo>
                <a:lnTo>
                  <a:pt x="885825" y="990600"/>
                </a:lnTo>
                <a:lnTo>
                  <a:pt x="885825" y="981075"/>
                </a:lnTo>
                <a:lnTo>
                  <a:pt x="914400" y="981075"/>
                </a:lnTo>
                <a:close/>
                <a:moveTo>
                  <a:pt x="238125" y="981075"/>
                </a:moveTo>
                <a:lnTo>
                  <a:pt x="257175" y="981075"/>
                </a:lnTo>
                <a:lnTo>
                  <a:pt x="257175" y="990600"/>
                </a:lnTo>
                <a:lnTo>
                  <a:pt x="238125" y="990600"/>
                </a:lnTo>
                <a:close/>
                <a:moveTo>
                  <a:pt x="809625" y="981075"/>
                </a:moveTo>
                <a:lnTo>
                  <a:pt x="819150" y="981075"/>
                </a:lnTo>
                <a:lnTo>
                  <a:pt x="819150" y="990600"/>
                </a:lnTo>
                <a:lnTo>
                  <a:pt x="809625" y="990600"/>
                </a:lnTo>
                <a:close/>
                <a:moveTo>
                  <a:pt x="990600" y="981075"/>
                </a:moveTo>
                <a:lnTo>
                  <a:pt x="1019175" y="981075"/>
                </a:lnTo>
                <a:lnTo>
                  <a:pt x="1019175" y="990600"/>
                </a:lnTo>
                <a:lnTo>
                  <a:pt x="990600" y="990600"/>
                </a:lnTo>
                <a:close/>
                <a:moveTo>
                  <a:pt x="819150" y="990600"/>
                </a:moveTo>
                <a:lnTo>
                  <a:pt x="828675" y="990600"/>
                </a:lnTo>
                <a:lnTo>
                  <a:pt x="828675" y="1000125"/>
                </a:lnTo>
                <a:lnTo>
                  <a:pt x="819150" y="1000125"/>
                </a:lnTo>
                <a:close/>
                <a:moveTo>
                  <a:pt x="190500" y="1000125"/>
                </a:moveTo>
                <a:lnTo>
                  <a:pt x="228600" y="1000125"/>
                </a:lnTo>
                <a:lnTo>
                  <a:pt x="228600" y="1009650"/>
                </a:lnTo>
                <a:lnTo>
                  <a:pt x="219075" y="1009650"/>
                </a:lnTo>
                <a:lnTo>
                  <a:pt x="219075" y="1019175"/>
                </a:lnTo>
                <a:lnTo>
                  <a:pt x="209550" y="1019175"/>
                </a:lnTo>
                <a:lnTo>
                  <a:pt x="209550" y="1028700"/>
                </a:lnTo>
                <a:lnTo>
                  <a:pt x="200025" y="1028700"/>
                </a:lnTo>
                <a:lnTo>
                  <a:pt x="200025" y="1038225"/>
                </a:lnTo>
                <a:lnTo>
                  <a:pt x="180975" y="1038225"/>
                </a:lnTo>
                <a:lnTo>
                  <a:pt x="180975" y="1028700"/>
                </a:lnTo>
                <a:lnTo>
                  <a:pt x="190500" y="1028700"/>
                </a:lnTo>
                <a:close/>
                <a:moveTo>
                  <a:pt x="114300" y="1009650"/>
                </a:moveTo>
                <a:lnTo>
                  <a:pt x="133350" y="1009650"/>
                </a:lnTo>
                <a:lnTo>
                  <a:pt x="133350" y="1019175"/>
                </a:lnTo>
                <a:lnTo>
                  <a:pt x="114300" y="1019175"/>
                </a:lnTo>
                <a:close/>
                <a:moveTo>
                  <a:pt x="1876425" y="1019175"/>
                </a:moveTo>
                <a:lnTo>
                  <a:pt x="1895475" y="1019175"/>
                </a:lnTo>
                <a:lnTo>
                  <a:pt x="1895475" y="1047750"/>
                </a:lnTo>
                <a:lnTo>
                  <a:pt x="1876425" y="1047750"/>
                </a:lnTo>
                <a:close/>
                <a:moveTo>
                  <a:pt x="1762125" y="1047750"/>
                </a:moveTo>
                <a:lnTo>
                  <a:pt x="1771650" y="1047750"/>
                </a:lnTo>
                <a:lnTo>
                  <a:pt x="1771650" y="1057275"/>
                </a:lnTo>
                <a:lnTo>
                  <a:pt x="1762125" y="1057275"/>
                </a:lnTo>
                <a:close/>
                <a:moveTo>
                  <a:pt x="1771650" y="1057275"/>
                </a:moveTo>
                <a:lnTo>
                  <a:pt x="1781175" y="1057275"/>
                </a:lnTo>
                <a:lnTo>
                  <a:pt x="1781175" y="1066800"/>
                </a:lnTo>
                <a:lnTo>
                  <a:pt x="1771650" y="1066800"/>
                </a:lnTo>
                <a:close/>
                <a:moveTo>
                  <a:pt x="1876425" y="1057275"/>
                </a:moveTo>
                <a:lnTo>
                  <a:pt x="1885950" y="1057275"/>
                </a:lnTo>
                <a:lnTo>
                  <a:pt x="1885950" y="1066800"/>
                </a:lnTo>
                <a:lnTo>
                  <a:pt x="1876425" y="1066800"/>
                </a:lnTo>
                <a:close/>
                <a:moveTo>
                  <a:pt x="1876425" y="1076325"/>
                </a:moveTo>
                <a:lnTo>
                  <a:pt x="1895475" y="1076325"/>
                </a:lnTo>
                <a:lnTo>
                  <a:pt x="1895475" y="1143000"/>
                </a:lnTo>
                <a:lnTo>
                  <a:pt x="1885950" y="1143000"/>
                </a:lnTo>
                <a:lnTo>
                  <a:pt x="1885950" y="1133475"/>
                </a:lnTo>
                <a:lnTo>
                  <a:pt x="1876425" y="1133475"/>
                </a:lnTo>
                <a:close/>
                <a:moveTo>
                  <a:pt x="295275" y="1095375"/>
                </a:moveTo>
                <a:lnTo>
                  <a:pt x="314325" y="1095375"/>
                </a:lnTo>
                <a:lnTo>
                  <a:pt x="314325" y="1104900"/>
                </a:lnTo>
                <a:lnTo>
                  <a:pt x="295275" y="1104900"/>
                </a:lnTo>
                <a:close/>
                <a:moveTo>
                  <a:pt x="1743075" y="1095375"/>
                </a:moveTo>
                <a:lnTo>
                  <a:pt x="1752600" y="1095375"/>
                </a:lnTo>
                <a:lnTo>
                  <a:pt x="1752600" y="1104900"/>
                </a:lnTo>
                <a:lnTo>
                  <a:pt x="1743075" y="1104900"/>
                </a:lnTo>
                <a:close/>
                <a:moveTo>
                  <a:pt x="247650" y="1123950"/>
                </a:moveTo>
                <a:lnTo>
                  <a:pt x="257175" y="1123950"/>
                </a:lnTo>
                <a:lnTo>
                  <a:pt x="257175" y="1133475"/>
                </a:lnTo>
                <a:lnTo>
                  <a:pt x="247650" y="1133475"/>
                </a:lnTo>
                <a:close/>
                <a:moveTo>
                  <a:pt x="419100" y="1123950"/>
                </a:moveTo>
                <a:lnTo>
                  <a:pt x="428625" y="1123950"/>
                </a:lnTo>
                <a:lnTo>
                  <a:pt x="428625" y="1133475"/>
                </a:lnTo>
                <a:lnTo>
                  <a:pt x="419100" y="1133475"/>
                </a:lnTo>
                <a:close/>
                <a:moveTo>
                  <a:pt x="295275" y="1133475"/>
                </a:moveTo>
                <a:lnTo>
                  <a:pt x="314325" y="1133475"/>
                </a:lnTo>
                <a:lnTo>
                  <a:pt x="314325" y="1143000"/>
                </a:lnTo>
                <a:lnTo>
                  <a:pt x="295275" y="1143000"/>
                </a:lnTo>
                <a:close/>
                <a:moveTo>
                  <a:pt x="361950" y="1133475"/>
                </a:moveTo>
                <a:lnTo>
                  <a:pt x="390525" y="1133475"/>
                </a:lnTo>
                <a:lnTo>
                  <a:pt x="390525" y="1143000"/>
                </a:lnTo>
                <a:lnTo>
                  <a:pt x="361950" y="1143000"/>
                </a:lnTo>
                <a:close/>
                <a:moveTo>
                  <a:pt x="409575" y="1133475"/>
                </a:moveTo>
                <a:lnTo>
                  <a:pt x="419100" y="1133475"/>
                </a:lnTo>
                <a:lnTo>
                  <a:pt x="419100" y="1143000"/>
                </a:lnTo>
                <a:lnTo>
                  <a:pt x="409575" y="1143000"/>
                </a:lnTo>
                <a:close/>
                <a:moveTo>
                  <a:pt x="0" y="1162050"/>
                </a:moveTo>
                <a:lnTo>
                  <a:pt x="9525" y="1162050"/>
                </a:lnTo>
                <a:lnTo>
                  <a:pt x="9525" y="1181100"/>
                </a:lnTo>
                <a:lnTo>
                  <a:pt x="0" y="1181100"/>
                </a:lnTo>
                <a:close/>
                <a:moveTo>
                  <a:pt x="114300" y="1162050"/>
                </a:moveTo>
                <a:lnTo>
                  <a:pt x="133350" y="1162050"/>
                </a:lnTo>
                <a:lnTo>
                  <a:pt x="133350" y="1171575"/>
                </a:lnTo>
                <a:lnTo>
                  <a:pt x="114300" y="1171575"/>
                </a:lnTo>
                <a:close/>
                <a:moveTo>
                  <a:pt x="9525" y="1181100"/>
                </a:moveTo>
                <a:lnTo>
                  <a:pt x="19050" y="1181100"/>
                </a:lnTo>
                <a:lnTo>
                  <a:pt x="19050" y="1219200"/>
                </a:lnTo>
                <a:lnTo>
                  <a:pt x="9525" y="1219200"/>
                </a:lnTo>
                <a:close/>
                <a:moveTo>
                  <a:pt x="1095375" y="1181100"/>
                </a:moveTo>
                <a:lnTo>
                  <a:pt x="1104900" y="1181100"/>
                </a:lnTo>
                <a:lnTo>
                  <a:pt x="1104900" y="1190625"/>
                </a:lnTo>
                <a:lnTo>
                  <a:pt x="1095375" y="1190625"/>
                </a:lnTo>
                <a:close/>
                <a:moveTo>
                  <a:pt x="0" y="1219200"/>
                </a:moveTo>
                <a:lnTo>
                  <a:pt x="9525" y="1219200"/>
                </a:lnTo>
                <a:lnTo>
                  <a:pt x="9525" y="1238250"/>
                </a:lnTo>
                <a:lnTo>
                  <a:pt x="0" y="1238250"/>
                </a:lnTo>
                <a:close/>
                <a:moveTo>
                  <a:pt x="1895475" y="1219200"/>
                </a:moveTo>
                <a:lnTo>
                  <a:pt x="1905000" y="1219200"/>
                </a:lnTo>
                <a:lnTo>
                  <a:pt x="1905000" y="1314450"/>
                </a:lnTo>
                <a:lnTo>
                  <a:pt x="1895475" y="1314450"/>
                </a:lnTo>
                <a:close/>
                <a:moveTo>
                  <a:pt x="1171575" y="1238250"/>
                </a:moveTo>
                <a:lnTo>
                  <a:pt x="1190625" y="1238250"/>
                </a:lnTo>
                <a:lnTo>
                  <a:pt x="1190625" y="1247775"/>
                </a:lnTo>
                <a:lnTo>
                  <a:pt x="1171575" y="1247775"/>
                </a:lnTo>
                <a:close/>
                <a:moveTo>
                  <a:pt x="1104900" y="1304925"/>
                </a:moveTo>
                <a:lnTo>
                  <a:pt x="1123950" y="1304925"/>
                </a:lnTo>
                <a:lnTo>
                  <a:pt x="1123950" y="1323975"/>
                </a:lnTo>
                <a:lnTo>
                  <a:pt x="1114425" y="1323975"/>
                </a:lnTo>
                <a:lnTo>
                  <a:pt x="1114425" y="1333500"/>
                </a:lnTo>
                <a:lnTo>
                  <a:pt x="1057275" y="1333500"/>
                </a:lnTo>
                <a:lnTo>
                  <a:pt x="1057275" y="1323975"/>
                </a:lnTo>
                <a:lnTo>
                  <a:pt x="1066800" y="1323975"/>
                </a:lnTo>
                <a:lnTo>
                  <a:pt x="1066800" y="1314450"/>
                </a:lnTo>
                <a:lnTo>
                  <a:pt x="1085850" y="1314450"/>
                </a:lnTo>
                <a:lnTo>
                  <a:pt x="1085850" y="1323975"/>
                </a:lnTo>
                <a:lnTo>
                  <a:pt x="1095375" y="1323975"/>
                </a:lnTo>
                <a:lnTo>
                  <a:pt x="1095375" y="1314450"/>
                </a:lnTo>
                <a:lnTo>
                  <a:pt x="1104900" y="1314450"/>
                </a:lnTo>
                <a:close/>
                <a:moveTo>
                  <a:pt x="1171575" y="1314450"/>
                </a:moveTo>
                <a:lnTo>
                  <a:pt x="1200150" y="1314450"/>
                </a:lnTo>
                <a:lnTo>
                  <a:pt x="1200150" y="1323975"/>
                </a:lnTo>
                <a:lnTo>
                  <a:pt x="1171575" y="1323975"/>
                </a:lnTo>
                <a:close/>
                <a:moveTo>
                  <a:pt x="238125" y="1323975"/>
                </a:moveTo>
                <a:lnTo>
                  <a:pt x="247650" y="1323975"/>
                </a:lnTo>
                <a:lnTo>
                  <a:pt x="247650" y="1333500"/>
                </a:lnTo>
                <a:lnTo>
                  <a:pt x="238125" y="1333500"/>
                </a:lnTo>
                <a:close/>
                <a:moveTo>
                  <a:pt x="1209675" y="1323975"/>
                </a:moveTo>
                <a:lnTo>
                  <a:pt x="1219200" y="1323975"/>
                </a:lnTo>
                <a:lnTo>
                  <a:pt x="1219200" y="1333500"/>
                </a:lnTo>
                <a:lnTo>
                  <a:pt x="1209675" y="1333500"/>
                </a:lnTo>
                <a:close/>
                <a:moveTo>
                  <a:pt x="238125" y="1343025"/>
                </a:moveTo>
                <a:lnTo>
                  <a:pt x="266700" y="1343025"/>
                </a:lnTo>
                <a:lnTo>
                  <a:pt x="266700" y="1352550"/>
                </a:lnTo>
                <a:lnTo>
                  <a:pt x="276225" y="1352550"/>
                </a:lnTo>
                <a:lnTo>
                  <a:pt x="276225" y="1362075"/>
                </a:lnTo>
                <a:lnTo>
                  <a:pt x="238125" y="1362075"/>
                </a:lnTo>
                <a:close/>
                <a:moveTo>
                  <a:pt x="981075" y="1343025"/>
                </a:moveTo>
                <a:lnTo>
                  <a:pt x="990600" y="1343025"/>
                </a:lnTo>
                <a:lnTo>
                  <a:pt x="990600" y="1352550"/>
                </a:lnTo>
                <a:lnTo>
                  <a:pt x="1009650" y="1352550"/>
                </a:lnTo>
                <a:lnTo>
                  <a:pt x="1009650" y="1362075"/>
                </a:lnTo>
                <a:lnTo>
                  <a:pt x="981075" y="1362075"/>
                </a:lnTo>
                <a:close/>
                <a:moveTo>
                  <a:pt x="1895475" y="1343025"/>
                </a:moveTo>
                <a:lnTo>
                  <a:pt x="1905000" y="1343025"/>
                </a:lnTo>
                <a:lnTo>
                  <a:pt x="1905000" y="1524000"/>
                </a:lnTo>
                <a:lnTo>
                  <a:pt x="1895475" y="1524000"/>
                </a:lnTo>
                <a:close/>
                <a:moveTo>
                  <a:pt x="438150" y="1352550"/>
                </a:moveTo>
                <a:lnTo>
                  <a:pt x="447675" y="1352550"/>
                </a:lnTo>
                <a:lnTo>
                  <a:pt x="447675" y="1371600"/>
                </a:lnTo>
                <a:lnTo>
                  <a:pt x="476250" y="1371600"/>
                </a:lnTo>
                <a:lnTo>
                  <a:pt x="476250" y="1362075"/>
                </a:lnTo>
                <a:lnTo>
                  <a:pt x="495300" y="1362075"/>
                </a:lnTo>
                <a:lnTo>
                  <a:pt x="495300" y="1352550"/>
                </a:lnTo>
                <a:lnTo>
                  <a:pt x="504825" y="1352550"/>
                </a:lnTo>
                <a:lnTo>
                  <a:pt x="504825" y="1362075"/>
                </a:lnTo>
                <a:lnTo>
                  <a:pt x="523875" y="1362075"/>
                </a:lnTo>
                <a:lnTo>
                  <a:pt x="523875" y="1352550"/>
                </a:lnTo>
                <a:lnTo>
                  <a:pt x="533400" y="1352550"/>
                </a:lnTo>
                <a:lnTo>
                  <a:pt x="533400" y="1362075"/>
                </a:lnTo>
                <a:lnTo>
                  <a:pt x="523875" y="1362075"/>
                </a:lnTo>
                <a:lnTo>
                  <a:pt x="523875" y="1371600"/>
                </a:lnTo>
                <a:lnTo>
                  <a:pt x="514350" y="1371600"/>
                </a:lnTo>
                <a:lnTo>
                  <a:pt x="514350" y="1381125"/>
                </a:lnTo>
                <a:lnTo>
                  <a:pt x="485775" y="1381125"/>
                </a:lnTo>
                <a:lnTo>
                  <a:pt x="485775" y="1371600"/>
                </a:lnTo>
                <a:lnTo>
                  <a:pt x="476250" y="1371600"/>
                </a:lnTo>
                <a:lnTo>
                  <a:pt x="476250" y="1381125"/>
                </a:lnTo>
                <a:lnTo>
                  <a:pt x="466725" y="1381125"/>
                </a:lnTo>
                <a:lnTo>
                  <a:pt x="466725" y="1390650"/>
                </a:lnTo>
                <a:lnTo>
                  <a:pt x="457200" y="1390650"/>
                </a:lnTo>
                <a:lnTo>
                  <a:pt x="457200" y="1400175"/>
                </a:lnTo>
                <a:lnTo>
                  <a:pt x="447675" y="1400175"/>
                </a:lnTo>
                <a:lnTo>
                  <a:pt x="447675" y="1409700"/>
                </a:lnTo>
                <a:lnTo>
                  <a:pt x="428625" y="1409700"/>
                </a:lnTo>
                <a:lnTo>
                  <a:pt x="428625" y="1381125"/>
                </a:lnTo>
                <a:lnTo>
                  <a:pt x="419100" y="1381125"/>
                </a:lnTo>
                <a:lnTo>
                  <a:pt x="419100" y="1362075"/>
                </a:lnTo>
                <a:lnTo>
                  <a:pt x="438150" y="1362075"/>
                </a:lnTo>
                <a:close/>
                <a:moveTo>
                  <a:pt x="542925" y="1352550"/>
                </a:moveTo>
                <a:lnTo>
                  <a:pt x="552450" y="1352550"/>
                </a:lnTo>
                <a:lnTo>
                  <a:pt x="552450" y="1362075"/>
                </a:lnTo>
                <a:lnTo>
                  <a:pt x="542925" y="1362075"/>
                </a:lnTo>
                <a:close/>
                <a:moveTo>
                  <a:pt x="1200150" y="1352550"/>
                </a:moveTo>
                <a:lnTo>
                  <a:pt x="1219200" y="1352550"/>
                </a:lnTo>
                <a:lnTo>
                  <a:pt x="1219200" y="1371600"/>
                </a:lnTo>
                <a:lnTo>
                  <a:pt x="1228725" y="1371600"/>
                </a:lnTo>
                <a:lnTo>
                  <a:pt x="1228725" y="1352550"/>
                </a:lnTo>
                <a:lnTo>
                  <a:pt x="1238250" y="1352550"/>
                </a:lnTo>
                <a:lnTo>
                  <a:pt x="1238250" y="1362075"/>
                </a:lnTo>
                <a:lnTo>
                  <a:pt x="1276350" y="1362075"/>
                </a:lnTo>
                <a:lnTo>
                  <a:pt x="1276350" y="1371600"/>
                </a:lnTo>
                <a:lnTo>
                  <a:pt x="1247775" y="1371600"/>
                </a:lnTo>
                <a:lnTo>
                  <a:pt x="1247775" y="1381125"/>
                </a:lnTo>
                <a:lnTo>
                  <a:pt x="1238250" y="1381125"/>
                </a:lnTo>
                <a:lnTo>
                  <a:pt x="1238250" y="1400175"/>
                </a:lnTo>
                <a:lnTo>
                  <a:pt x="1200150" y="1400175"/>
                </a:lnTo>
                <a:lnTo>
                  <a:pt x="1200150" y="1381125"/>
                </a:lnTo>
                <a:lnTo>
                  <a:pt x="1181100" y="1381125"/>
                </a:lnTo>
                <a:lnTo>
                  <a:pt x="1181100" y="1371600"/>
                </a:lnTo>
                <a:lnTo>
                  <a:pt x="1200150" y="1371600"/>
                </a:lnTo>
                <a:close/>
                <a:moveTo>
                  <a:pt x="533400" y="1362075"/>
                </a:moveTo>
                <a:lnTo>
                  <a:pt x="542925" y="1362075"/>
                </a:lnTo>
                <a:lnTo>
                  <a:pt x="542925" y="1371600"/>
                </a:lnTo>
                <a:lnTo>
                  <a:pt x="533400" y="1371600"/>
                </a:lnTo>
                <a:close/>
                <a:moveTo>
                  <a:pt x="428625" y="1381125"/>
                </a:moveTo>
                <a:lnTo>
                  <a:pt x="438150" y="1381125"/>
                </a:lnTo>
                <a:lnTo>
                  <a:pt x="438150" y="1371600"/>
                </a:lnTo>
                <a:lnTo>
                  <a:pt x="428625" y="1371600"/>
                </a:lnTo>
                <a:close/>
                <a:moveTo>
                  <a:pt x="1133475" y="1381125"/>
                </a:moveTo>
                <a:lnTo>
                  <a:pt x="1152525" y="1381125"/>
                </a:lnTo>
                <a:lnTo>
                  <a:pt x="1152525" y="1390650"/>
                </a:lnTo>
                <a:lnTo>
                  <a:pt x="1171575" y="1390650"/>
                </a:lnTo>
                <a:lnTo>
                  <a:pt x="1171575" y="1409700"/>
                </a:lnTo>
                <a:lnTo>
                  <a:pt x="1181100" y="1409700"/>
                </a:lnTo>
                <a:lnTo>
                  <a:pt x="1181100" y="1419225"/>
                </a:lnTo>
                <a:lnTo>
                  <a:pt x="1190625" y="1419225"/>
                </a:lnTo>
                <a:lnTo>
                  <a:pt x="1190625" y="1428750"/>
                </a:lnTo>
                <a:lnTo>
                  <a:pt x="1200150" y="1428750"/>
                </a:lnTo>
                <a:lnTo>
                  <a:pt x="1200150" y="1447800"/>
                </a:lnTo>
                <a:lnTo>
                  <a:pt x="1190625" y="1447800"/>
                </a:lnTo>
                <a:lnTo>
                  <a:pt x="1190625" y="1457325"/>
                </a:lnTo>
                <a:lnTo>
                  <a:pt x="1181100" y="1457325"/>
                </a:lnTo>
                <a:lnTo>
                  <a:pt x="1181100" y="1447800"/>
                </a:lnTo>
                <a:lnTo>
                  <a:pt x="1171575" y="1447800"/>
                </a:lnTo>
                <a:lnTo>
                  <a:pt x="1171575" y="1438275"/>
                </a:lnTo>
                <a:lnTo>
                  <a:pt x="1162050" y="1438275"/>
                </a:lnTo>
                <a:lnTo>
                  <a:pt x="1162050" y="1428750"/>
                </a:lnTo>
                <a:lnTo>
                  <a:pt x="1133475" y="1428750"/>
                </a:lnTo>
                <a:lnTo>
                  <a:pt x="1133475" y="1400175"/>
                </a:lnTo>
                <a:lnTo>
                  <a:pt x="1114425" y="1400175"/>
                </a:lnTo>
                <a:lnTo>
                  <a:pt x="1114425" y="1390650"/>
                </a:lnTo>
                <a:lnTo>
                  <a:pt x="1133475" y="1390650"/>
                </a:lnTo>
                <a:close/>
                <a:moveTo>
                  <a:pt x="190500" y="1409700"/>
                </a:moveTo>
                <a:lnTo>
                  <a:pt x="209550" y="1409700"/>
                </a:lnTo>
                <a:lnTo>
                  <a:pt x="209550" y="1419225"/>
                </a:lnTo>
                <a:lnTo>
                  <a:pt x="200025" y="1419225"/>
                </a:lnTo>
                <a:lnTo>
                  <a:pt x="200025" y="1428750"/>
                </a:lnTo>
                <a:lnTo>
                  <a:pt x="190500" y="1428750"/>
                </a:lnTo>
                <a:close/>
                <a:moveTo>
                  <a:pt x="1247775" y="1419225"/>
                </a:moveTo>
                <a:lnTo>
                  <a:pt x="1257300" y="1419225"/>
                </a:lnTo>
                <a:lnTo>
                  <a:pt x="1257300" y="1438275"/>
                </a:lnTo>
                <a:lnTo>
                  <a:pt x="1247775" y="1438275"/>
                </a:lnTo>
                <a:close/>
                <a:moveTo>
                  <a:pt x="352425" y="1428750"/>
                </a:moveTo>
                <a:lnTo>
                  <a:pt x="371475" y="1428750"/>
                </a:lnTo>
                <a:lnTo>
                  <a:pt x="371475" y="1438275"/>
                </a:lnTo>
                <a:lnTo>
                  <a:pt x="352425" y="1438275"/>
                </a:lnTo>
                <a:close/>
                <a:moveTo>
                  <a:pt x="476250" y="1428750"/>
                </a:moveTo>
                <a:lnTo>
                  <a:pt x="504825" y="1428750"/>
                </a:lnTo>
                <a:lnTo>
                  <a:pt x="504825" y="1447800"/>
                </a:lnTo>
                <a:lnTo>
                  <a:pt x="495300" y="1447800"/>
                </a:lnTo>
                <a:lnTo>
                  <a:pt x="495300" y="1438275"/>
                </a:lnTo>
                <a:lnTo>
                  <a:pt x="476250" y="1438275"/>
                </a:lnTo>
                <a:close/>
                <a:moveTo>
                  <a:pt x="523875" y="1428750"/>
                </a:moveTo>
                <a:lnTo>
                  <a:pt x="533400" y="1428750"/>
                </a:lnTo>
                <a:lnTo>
                  <a:pt x="533400" y="1438275"/>
                </a:lnTo>
                <a:lnTo>
                  <a:pt x="523875" y="1438275"/>
                </a:lnTo>
                <a:close/>
                <a:moveTo>
                  <a:pt x="542925" y="1428750"/>
                </a:moveTo>
                <a:lnTo>
                  <a:pt x="552450" y="1428750"/>
                </a:lnTo>
                <a:lnTo>
                  <a:pt x="552450" y="1438275"/>
                </a:lnTo>
                <a:lnTo>
                  <a:pt x="542925" y="1438275"/>
                </a:lnTo>
                <a:close/>
                <a:moveTo>
                  <a:pt x="1028700" y="1428750"/>
                </a:moveTo>
                <a:lnTo>
                  <a:pt x="1038225" y="1428750"/>
                </a:lnTo>
                <a:lnTo>
                  <a:pt x="1038225" y="1438275"/>
                </a:lnTo>
                <a:lnTo>
                  <a:pt x="1028700" y="1438275"/>
                </a:lnTo>
                <a:close/>
                <a:moveTo>
                  <a:pt x="371475" y="1438275"/>
                </a:moveTo>
                <a:lnTo>
                  <a:pt x="381000" y="1438275"/>
                </a:lnTo>
                <a:lnTo>
                  <a:pt x="381000" y="1447800"/>
                </a:lnTo>
                <a:lnTo>
                  <a:pt x="371475" y="1447800"/>
                </a:lnTo>
                <a:close/>
                <a:moveTo>
                  <a:pt x="962025" y="1438275"/>
                </a:moveTo>
                <a:lnTo>
                  <a:pt x="971550" y="1438275"/>
                </a:lnTo>
                <a:lnTo>
                  <a:pt x="971550" y="1447800"/>
                </a:lnTo>
                <a:lnTo>
                  <a:pt x="962025" y="1447800"/>
                </a:lnTo>
                <a:close/>
                <a:moveTo>
                  <a:pt x="990600" y="1438275"/>
                </a:moveTo>
                <a:lnTo>
                  <a:pt x="1000125" y="1438275"/>
                </a:lnTo>
                <a:lnTo>
                  <a:pt x="1000125" y="1447800"/>
                </a:lnTo>
                <a:lnTo>
                  <a:pt x="990600" y="1447800"/>
                </a:lnTo>
                <a:close/>
                <a:moveTo>
                  <a:pt x="1038225" y="1438275"/>
                </a:moveTo>
                <a:lnTo>
                  <a:pt x="1047750" y="1438275"/>
                </a:lnTo>
                <a:lnTo>
                  <a:pt x="1047750" y="1447800"/>
                </a:lnTo>
                <a:lnTo>
                  <a:pt x="1038225" y="1447800"/>
                </a:lnTo>
                <a:close/>
                <a:moveTo>
                  <a:pt x="1066800" y="1438275"/>
                </a:moveTo>
                <a:lnTo>
                  <a:pt x="1076325" y="1438275"/>
                </a:lnTo>
                <a:lnTo>
                  <a:pt x="1076325" y="1457325"/>
                </a:lnTo>
                <a:lnTo>
                  <a:pt x="1047750" y="1457325"/>
                </a:lnTo>
                <a:lnTo>
                  <a:pt x="1047750" y="1447800"/>
                </a:lnTo>
                <a:lnTo>
                  <a:pt x="1066800" y="1447800"/>
                </a:lnTo>
                <a:close/>
                <a:moveTo>
                  <a:pt x="1600200" y="1438275"/>
                </a:moveTo>
                <a:lnTo>
                  <a:pt x="1609725" y="1438275"/>
                </a:lnTo>
                <a:lnTo>
                  <a:pt x="1609725" y="1457325"/>
                </a:lnTo>
                <a:lnTo>
                  <a:pt x="1590675" y="1457325"/>
                </a:lnTo>
                <a:lnTo>
                  <a:pt x="1590675" y="1447800"/>
                </a:lnTo>
                <a:lnTo>
                  <a:pt x="1600200" y="1447800"/>
                </a:lnTo>
                <a:close/>
                <a:moveTo>
                  <a:pt x="933450" y="1447800"/>
                </a:moveTo>
                <a:lnTo>
                  <a:pt x="942975" y="1447800"/>
                </a:lnTo>
                <a:lnTo>
                  <a:pt x="942975" y="1457325"/>
                </a:lnTo>
                <a:lnTo>
                  <a:pt x="933450" y="1457325"/>
                </a:lnTo>
                <a:close/>
                <a:moveTo>
                  <a:pt x="1152525" y="1504950"/>
                </a:moveTo>
                <a:lnTo>
                  <a:pt x="1171575" y="1504950"/>
                </a:lnTo>
                <a:lnTo>
                  <a:pt x="1171575" y="1514475"/>
                </a:lnTo>
                <a:lnTo>
                  <a:pt x="1152525" y="1514475"/>
                </a:lnTo>
                <a:close/>
                <a:moveTo>
                  <a:pt x="114300" y="1524000"/>
                </a:moveTo>
                <a:lnTo>
                  <a:pt x="133350" y="1524000"/>
                </a:lnTo>
                <a:lnTo>
                  <a:pt x="133350" y="1543050"/>
                </a:lnTo>
                <a:lnTo>
                  <a:pt x="114300" y="1543050"/>
                </a:lnTo>
                <a:close/>
                <a:moveTo>
                  <a:pt x="876300" y="1524000"/>
                </a:moveTo>
                <a:lnTo>
                  <a:pt x="895350" y="1524000"/>
                </a:lnTo>
                <a:lnTo>
                  <a:pt x="895350" y="1552575"/>
                </a:lnTo>
                <a:lnTo>
                  <a:pt x="885825" y="1552575"/>
                </a:lnTo>
                <a:lnTo>
                  <a:pt x="885825" y="1543050"/>
                </a:lnTo>
                <a:lnTo>
                  <a:pt x="876300" y="1543050"/>
                </a:lnTo>
                <a:close/>
                <a:moveTo>
                  <a:pt x="952500" y="1524000"/>
                </a:moveTo>
                <a:lnTo>
                  <a:pt x="981075" y="1524000"/>
                </a:lnTo>
                <a:lnTo>
                  <a:pt x="981075" y="1533525"/>
                </a:lnTo>
                <a:lnTo>
                  <a:pt x="990600" y="1533525"/>
                </a:lnTo>
                <a:lnTo>
                  <a:pt x="990600" y="1543050"/>
                </a:lnTo>
                <a:lnTo>
                  <a:pt x="981075" y="1543050"/>
                </a:lnTo>
                <a:lnTo>
                  <a:pt x="981075" y="1581150"/>
                </a:lnTo>
                <a:lnTo>
                  <a:pt x="971550" y="1581150"/>
                </a:lnTo>
                <a:lnTo>
                  <a:pt x="971550" y="1571625"/>
                </a:lnTo>
                <a:lnTo>
                  <a:pt x="952500" y="1571625"/>
                </a:lnTo>
                <a:lnTo>
                  <a:pt x="952500" y="1552575"/>
                </a:lnTo>
                <a:lnTo>
                  <a:pt x="933450" y="1552575"/>
                </a:lnTo>
                <a:lnTo>
                  <a:pt x="933450" y="1533525"/>
                </a:lnTo>
                <a:lnTo>
                  <a:pt x="952500" y="1533525"/>
                </a:lnTo>
                <a:close/>
                <a:moveTo>
                  <a:pt x="1266825" y="1524000"/>
                </a:moveTo>
                <a:lnTo>
                  <a:pt x="1276350" y="1524000"/>
                </a:lnTo>
                <a:lnTo>
                  <a:pt x="1276350" y="1533525"/>
                </a:lnTo>
                <a:lnTo>
                  <a:pt x="1266825" y="1533525"/>
                </a:lnTo>
                <a:close/>
                <a:moveTo>
                  <a:pt x="1285875" y="1524000"/>
                </a:moveTo>
                <a:lnTo>
                  <a:pt x="1295400" y="1524000"/>
                </a:lnTo>
                <a:lnTo>
                  <a:pt x="1295400" y="1533525"/>
                </a:lnTo>
                <a:lnTo>
                  <a:pt x="1314450" y="1533525"/>
                </a:lnTo>
                <a:lnTo>
                  <a:pt x="1314450" y="1543050"/>
                </a:lnTo>
                <a:lnTo>
                  <a:pt x="1285875" y="1543050"/>
                </a:lnTo>
                <a:close/>
                <a:moveTo>
                  <a:pt x="0" y="1533525"/>
                </a:moveTo>
                <a:lnTo>
                  <a:pt x="9525" y="1533525"/>
                </a:lnTo>
                <a:lnTo>
                  <a:pt x="9525" y="1543050"/>
                </a:lnTo>
                <a:lnTo>
                  <a:pt x="0" y="1543050"/>
                </a:lnTo>
                <a:close/>
                <a:moveTo>
                  <a:pt x="276225" y="1543050"/>
                </a:moveTo>
                <a:lnTo>
                  <a:pt x="285750" y="1543050"/>
                </a:lnTo>
                <a:lnTo>
                  <a:pt x="285750" y="1552575"/>
                </a:lnTo>
                <a:lnTo>
                  <a:pt x="276225" y="1552575"/>
                </a:lnTo>
                <a:close/>
                <a:moveTo>
                  <a:pt x="114300" y="1552575"/>
                </a:moveTo>
                <a:lnTo>
                  <a:pt x="133350" y="1552575"/>
                </a:lnTo>
                <a:lnTo>
                  <a:pt x="133350" y="1600200"/>
                </a:lnTo>
                <a:lnTo>
                  <a:pt x="123825" y="1600200"/>
                </a:lnTo>
                <a:lnTo>
                  <a:pt x="123825" y="1590675"/>
                </a:lnTo>
                <a:lnTo>
                  <a:pt x="114300" y="1590675"/>
                </a:lnTo>
                <a:close/>
                <a:moveTo>
                  <a:pt x="485775" y="1562100"/>
                </a:moveTo>
                <a:lnTo>
                  <a:pt x="504825" y="1562100"/>
                </a:lnTo>
                <a:lnTo>
                  <a:pt x="504825" y="1581150"/>
                </a:lnTo>
                <a:lnTo>
                  <a:pt x="495300" y="1581150"/>
                </a:lnTo>
                <a:lnTo>
                  <a:pt x="495300" y="1571625"/>
                </a:lnTo>
                <a:lnTo>
                  <a:pt x="485775" y="1571625"/>
                </a:lnTo>
                <a:close/>
                <a:moveTo>
                  <a:pt x="781050" y="1562100"/>
                </a:moveTo>
                <a:lnTo>
                  <a:pt x="790575" y="1562100"/>
                </a:lnTo>
                <a:lnTo>
                  <a:pt x="790575" y="1571625"/>
                </a:lnTo>
                <a:lnTo>
                  <a:pt x="781050" y="1571625"/>
                </a:lnTo>
                <a:close/>
                <a:moveTo>
                  <a:pt x="590550" y="1581150"/>
                </a:moveTo>
                <a:lnTo>
                  <a:pt x="619125" y="1581150"/>
                </a:lnTo>
                <a:lnTo>
                  <a:pt x="619125" y="1590675"/>
                </a:lnTo>
                <a:lnTo>
                  <a:pt x="628650" y="1590675"/>
                </a:lnTo>
                <a:lnTo>
                  <a:pt x="628650" y="1600200"/>
                </a:lnTo>
                <a:lnTo>
                  <a:pt x="609600" y="1600200"/>
                </a:lnTo>
                <a:lnTo>
                  <a:pt x="609600" y="1609725"/>
                </a:lnTo>
                <a:lnTo>
                  <a:pt x="600075" y="1609725"/>
                </a:lnTo>
                <a:lnTo>
                  <a:pt x="600075" y="1600200"/>
                </a:lnTo>
                <a:lnTo>
                  <a:pt x="590550" y="1600200"/>
                </a:lnTo>
                <a:close/>
                <a:moveTo>
                  <a:pt x="1343025" y="1581150"/>
                </a:moveTo>
                <a:lnTo>
                  <a:pt x="1352550" y="1581150"/>
                </a:lnTo>
                <a:lnTo>
                  <a:pt x="1352550" y="1590675"/>
                </a:lnTo>
                <a:lnTo>
                  <a:pt x="1343025" y="1590675"/>
                </a:lnTo>
                <a:close/>
                <a:moveTo>
                  <a:pt x="200025" y="1609725"/>
                </a:moveTo>
                <a:lnTo>
                  <a:pt x="209550" y="1609725"/>
                </a:lnTo>
                <a:lnTo>
                  <a:pt x="209550" y="1638300"/>
                </a:lnTo>
                <a:lnTo>
                  <a:pt x="190500" y="1638300"/>
                </a:lnTo>
                <a:lnTo>
                  <a:pt x="190500" y="1628775"/>
                </a:lnTo>
                <a:lnTo>
                  <a:pt x="200025" y="1628775"/>
                </a:lnTo>
                <a:close/>
                <a:moveTo>
                  <a:pt x="571500" y="1638300"/>
                </a:moveTo>
                <a:lnTo>
                  <a:pt x="590550" y="1638300"/>
                </a:lnTo>
                <a:lnTo>
                  <a:pt x="590550" y="1647825"/>
                </a:lnTo>
                <a:lnTo>
                  <a:pt x="571500" y="1647825"/>
                </a:lnTo>
                <a:close/>
                <a:moveTo>
                  <a:pt x="1524000" y="1647825"/>
                </a:moveTo>
                <a:lnTo>
                  <a:pt x="1543050" y="1647825"/>
                </a:lnTo>
                <a:lnTo>
                  <a:pt x="1543050" y="1657350"/>
                </a:lnTo>
                <a:lnTo>
                  <a:pt x="1533525" y="1657350"/>
                </a:lnTo>
                <a:lnTo>
                  <a:pt x="1533525" y="1666875"/>
                </a:lnTo>
                <a:lnTo>
                  <a:pt x="1514475" y="1666875"/>
                </a:lnTo>
                <a:lnTo>
                  <a:pt x="1514475" y="1657350"/>
                </a:lnTo>
                <a:lnTo>
                  <a:pt x="1524000" y="1657350"/>
                </a:lnTo>
                <a:close/>
                <a:moveTo>
                  <a:pt x="1876425" y="1657350"/>
                </a:moveTo>
                <a:lnTo>
                  <a:pt x="1885950" y="1657350"/>
                </a:lnTo>
                <a:lnTo>
                  <a:pt x="1885950" y="1666875"/>
                </a:lnTo>
                <a:lnTo>
                  <a:pt x="1876425" y="1666875"/>
                </a:lnTo>
                <a:close/>
                <a:moveTo>
                  <a:pt x="114300" y="1666875"/>
                </a:moveTo>
                <a:lnTo>
                  <a:pt x="133350" y="1666875"/>
                </a:lnTo>
                <a:lnTo>
                  <a:pt x="133350" y="1704975"/>
                </a:lnTo>
                <a:lnTo>
                  <a:pt x="114300" y="1704975"/>
                </a:lnTo>
                <a:close/>
                <a:moveTo>
                  <a:pt x="371475" y="1666875"/>
                </a:moveTo>
                <a:lnTo>
                  <a:pt x="381000" y="1666875"/>
                </a:lnTo>
                <a:lnTo>
                  <a:pt x="381000" y="1676400"/>
                </a:lnTo>
                <a:lnTo>
                  <a:pt x="371475" y="1676400"/>
                </a:lnTo>
                <a:close/>
                <a:moveTo>
                  <a:pt x="523875" y="1666875"/>
                </a:moveTo>
                <a:lnTo>
                  <a:pt x="533400" y="1666875"/>
                </a:lnTo>
                <a:lnTo>
                  <a:pt x="533400" y="1695450"/>
                </a:lnTo>
                <a:lnTo>
                  <a:pt x="523875" y="1695450"/>
                </a:lnTo>
                <a:lnTo>
                  <a:pt x="523875" y="1704975"/>
                </a:lnTo>
                <a:lnTo>
                  <a:pt x="514350" y="1704975"/>
                </a:lnTo>
                <a:lnTo>
                  <a:pt x="514350" y="1676400"/>
                </a:lnTo>
                <a:lnTo>
                  <a:pt x="523875" y="1676400"/>
                </a:lnTo>
                <a:close/>
                <a:moveTo>
                  <a:pt x="552450" y="1666875"/>
                </a:moveTo>
                <a:lnTo>
                  <a:pt x="561975" y="1666875"/>
                </a:lnTo>
                <a:lnTo>
                  <a:pt x="561975" y="1685925"/>
                </a:lnTo>
                <a:lnTo>
                  <a:pt x="552450" y="1685925"/>
                </a:lnTo>
                <a:close/>
                <a:moveTo>
                  <a:pt x="638175" y="1666875"/>
                </a:moveTo>
                <a:lnTo>
                  <a:pt x="647700" y="1666875"/>
                </a:lnTo>
                <a:lnTo>
                  <a:pt x="647700" y="1676400"/>
                </a:lnTo>
                <a:lnTo>
                  <a:pt x="638175" y="1676400"/>
                </a:lnTo>
                <a:close/>
                <a:moveTo>
                  <a:pt x="1247775" y="1666875"/>
                </a:moveTo>
                <a:lnTo>
                  <a:pt x="1266825" y="1666875"/>
                </a:lnTo>
                <a:lnTo>
                  <a:pt x="1266825" y="1676400"/>
                </a:lnTo>
                <a:lnTo>
                  <a:pt x="1257300" y="1676400"/>
                </a:lnTo>
                <a:lnTo>
                  <a:pt x="1257300" y="1685925"/>
                </a:lnTo>
                <a:lnTo>
                  <a:pt x="1247775" y="1685925"/>
                </a:lnTo>
                <a:close/>
                <a:moveTo>
                  <a:pt x="361950" y="1676400"/>
                </a:moveTo>
                <a:lnTo>
                  <a:pt x="371475" y="1676400"/>
                </a:lnTo>
                <a:lnTo>
                  <a:pt x="371475" y="1685925"/>
                </a:lnTo>
                <a:lnTo>
                  <a:pt x="361950" y="1685925"/>
                </a:lnTo>
                <a:close/>
                <a:moveTo>
                  <a:pt x="381000" y="1676400"/>
                </a:moveTo>
                <a:lnTo>
                  <a:pt x="390525" y="1676400"/>
                </a:lnTo>
                <a:lnTo>
                  <a:pt x="390525" y="1695450"/>
                </a:lnTo>
                <a:lnTo>
                  <a:pt x="371475" y="1695450"/>
                </a:lnTo>
                <a:lnTo>
                  <a:pt x="371475" y="1685925"/>
                </a:lnTo>
                <a:lnTo>
                  <a:pt x="381000" y="1685925"/>
                </a:lnTo>
                <a:close/>
                <a:moveTo>
                  <a:pt x="428625" y="1676400"/>
                </a:moveTo>
                <a:lnTo>
                  <a:pt x="447675" y="1676400"/>
                </a:lnTo>
                <a:lnTo>
                  <a:pt x="447675" y="1685925"/>
                </a:lnTo>
                <a:lnTo>
                  <a:pt x="438150" y="1685925"/>
                </a:lnTo>
                <a:lnTo>
                  <a:pt x="438150" y="1695450"/>
                </a:lnTo>
                <a:lnTo>
                  <a:pt x="428625" y="1695450"/>
                </a:lnTo>
                <a:close/>
                <a:moveTo>
                  <a:pt x="619125" y="1676400"/>
                </a:moveTo>
                <a:lnTo>
                  <a:pt x="638175" y="1676400"/>
                </a:lnTo>
                <a:lnTo>
                  <a:pt x="638175" y="1685925"/>
                </a:lnTo>
                <a:lnTo>
                  <a:pt x="619125" y="1685925"/>
                </a:lnTo>
                <a:close/>
                <a:moveTo>
                  <a:pt x="1876425" y="1695450"/>
                </a:moveTo>
                <a:lnTo>
                  <a:pt x="1895475" y="1695450"/>
                </a:lnTo>
                <a:lnTo>
                  <a:pt x="1895475" y="1714500"/>
                </a:lnTo>
                <a:lnTo>
                  <a:pt x="1905000" y="1714500"/>
                </a:lnTo>
                <a:lnTo>
                  <a:pt x="1905000" y="1724025"/>
                </a:lnTo>
                <a:lnTo>
                  <a:pt x="1895475" y="1724025"/>
                </a:lnTo>
                <a:lnTo>
                  <a:pt x="1895475" y="1733550"/>
                </a:lnTo>
                <a:lnTo>
                  <a:pt x="1885950" y="1733550"/>
                </a:lnTo>
                <a:lnTo>
                  <a:pt x="1885950" y="1724025"/>
                </a:lnTo>
                <a:lnTo>
                  <a:pt x="1876425" y="1724025"/>
                </a:lnTo>
                <a:close/>
                <a:moveTo>
                  <a:pt x="476250" y="1714500"/>
                </a:moveTo>
                <a:lnTo>
                  <a:pt x="485775" y="1714500"/>
                </a:lnTo>
                <a:lnTo>
                  <a:pt x="485775" y="1724025"/>
                </a:lnTo>
                <a:lnTo>
                  <a:pt x="514350" y="1724025"/>
                </a:lnTo>
                <a:lnTo>
                  <a:pt x="514350" y="1743075"/>
                </a:lnTo>
                <a:lnTo>
                  <a:pt x="476250" y="1743075"/>
                </a:lnTo>
                <a:close/>
                <a:moveTo>
                  <a:pt x="266700" y="1762125"/>
                </a:moveTo>
                <a:lnTo>
                  <a:pt x="285750" y="1762125"/>
                </a:lnTo>
                <a:lnTo>
                  <a:pt x="285750" y="1771650"/>
                </a:lnTo>
                <a:lnTo>
                  <a:pt x="276225" y="1771650"/>
                </a:lnTo>
                <a:lnTo>
                  <a:pt x="276225" y="1790700"/>
                </a:lnTo>
                <a:lnTo>
                  <a:pt x="257175" y="1790700"/>
                </a:lnTo>
                <a:lnTo>
                  <a:pt x="257175" y="1771650"/>
                </a:lnTo>
                <a:lnTo>
                  <a:pt x="266700" y="1771650"/>
                </a:lnTo>
                <a:close/>
                <a:moveTo>
                  <a:pt x="1181100" y="1762125"/>
                </a:moveTo>
                <a:lnTo>
                  <a:pt x="1209675" y="1762125"/>
                </a:lnTo>
                <a:lnTo>
                  <a:pt x="1209675" y="1771650"/>
                </a:lnTo>
                <a:lnTo>
                  <a:pt x="1219200" y="1771650"/>
                </a:lnTo>
                <a:lnTo>
                  <a:pt x="1219200" y="1781175"/>
                </a:lnTo>
                <a:lnTo>
                  <a:pt x="1209675" y="1781175"/>
                </a:lnTo>
                <a:lnTo>
                  <a:pt x="1209675" y="1790700"/>
                </a:lnTo>
                <a:lnTo>
                  <a:pt x="1190625" y="1790700"/>
                </a:lnTo>
                <a:lnTo>
                  <a:pt x="1190625" y="1800225"/>
                </a:lnTo>
                <a:lnTo>
                  <a:pt x="1162050" y="1800225"/>
                </a:lnTo>
                <a:lnTo>
                  <a:pt x="1162050" y="1771650"/>
                </a:lnTo>
                <a:lnTo>
                  <a:pt x="1181100" y="1771650"/>
                </a:lnTo>
                <a:close/>
                <a:moveTo>
                  <a:pt x="514350" y="1771650"/>
                </a:moveTo>
                <a:lnTo>
                  <a:pt x="533400" y="1771650"/>
                </a:lnTo>
                <a:lnTo>
                  <a:pt x="533400" y="1790700"/>
                </a:lnTo>
                <a:lnTo>
                  <a:pt x="542925" y="1790700"/>
                </a:lnTo>
                <a:lnTo>
                  <a:pt x="542925" y="1819275"/>
                </a:lnTo>
                <a:lnTo>
                  <a:pt x="523875" y="1819275"/>
                </a:lnTo>
                <a:lnTo>
                  <a:pt x="523875" y="1781175"/>
                </a:lnTo>
                <a:lnTo>
                  <a:pt x="514350" y="1781175"/>
                </a:lnTo>
                <a:close/>
                <a:moveTo>
                  <a:pt x="990600" y="1771650"/>
                </a:moveTo>
                <a:lnTo>
                  <a:pt x="1009650" y="1771650"/>
                </a:lnTo>
                <a:lnTo>
                  <a:pt x="1009650" y="1781175"/>
                </a:lnTo>
                <a:lnTo>
                  <a:pt x="1028700" y="1781175"/>
                </a:lnTo>
                <a:lnTo>
                  <a:pt x="1028700" y="1790700"/>
                </a:lnTo>
                <a:lnTo>
                  <a:pt x="1019175" y="1790700"/>
                </a:lnTo>
                <a:lnTo>
                  <a:pt x="1019175" y="1809750"/>
                </a:lnTo>
                <a:lnTo>
                  <a:pt x="1009650" y="1809750"/>
                </a:lnTo>
                <a:lnTo>
                  <a:pt x="1009650" y="1828800"/>
                </a:lnTo>
                <a:lnTo>
                  <a:pt x="1019175" y="1828800"/>
                </a:lnTo>
                <a:lnTo>
                  <a:pt x="1019175" y="1838325"/>
                </a:lnTo>
                <a:lnTo>
                  <a:pt x="1000125" y="1838325"/>
                </a:lnTo>
                <a:lnTo>
                  <a:pt x="1000125" y="1809750"/>
                </a:lnTo>
                <a:lnTo>
                  <a:pt x="990600" y="1809750"/>
                </a:lnTo>
                <a:lnTo>
                  <a:pt x="990600" y="1800225"/>
                </a:lnTo>
                <a:lnTo>
                  <a:pt x="1009650" y="1800225"/>
                </a:lnTo>
                <a:lnTo>
                  <a:pt x="1009650" y="1790700"/>
                </a:lnTo>
                <a:lnTo>
                  <a:pt x="990600" y="1790700"/>
                </a:lnTo>
                <a:close/>
                <a:moveTo>
                  <a:pt x="247650" y="1790700"/>
                </a:moveTo>
                <a:lnTo>
                  <a:pt x="257175" y="1790700"/>
                </a:lnTo>
                <a:lnTo>
                  <a:pt x="257175" y="1809750"/>
                </a:lnTo>
                <a:lnTo>
                  <a:pt x="266700" y="1809750"/>
                </a:lnTo>
                <a:lnTo>
                  <a:pt x="266700" y="1819275"/>
                </a:lnTo>
                <a:lnTo>
                  <a:pt x="247650" y="1819275"/>
                </a:lnTo>
                <a:lnTo>
                  <a:pt x="247650" y="1809750"/>
                </a:lnTo>
                <a:lnTo>
                  <a:pt x="228600" y="1809750"/>
                </a:lnTo>
                <a:lnTo>
                  <a:pt x="228600" y="1800225"/>
                </a:lnTo>
                <a:lnTo>
                  <a:pt x="247650" y="1800225"/>
                </a:lnTo>
                <a:close/>
                <a:moveTo>
                  <a:pt x="323850" y="1800225"/>
                </a:moveTo>
                <a:lnTo>
                  <a:pt x="333375" y="1800225"/>
                </a:lnTo>
                <a:lnTo>
                  <a:pt x="333375" y="1809750"/>
                </a:lnTo>
                <a:lnTo>
                  <a:pt x="323850" y="1809750"/>
                </a:lnTo>
                <a:close/>
                <a:moveTo>
                  <a:pt x="1085850" y="1800225"/>
                </a:moveTo>
                <a:lnTo>
                  <a:pt x="1104900" y="1800225"/>
                </a:lnTo>
                <a:lnTo>
                  <a:pt x="1104900" y="1828800"/>
                </a:lnTo>
                <a:lnTo>
                  <a:pt x="1066800" y="1828800"/>
                </a:lnTo>
                <a:lnTo>
                  <a:pt x="1066800" y="1809750"/>
                </a:lnTo>
                <a:lnTo>
                  <a:pt x="1085850" y="1809750"/>
                </a:lnTo>
                <a:close/>
                <a:moveTo>
                  <a:pt x="571500" y="1809750"/>
                </a:moveTo>
                <a:lnTo>
                  <a:pt x="590550" y="1809750"/>
                </a:lnTo>
                <a:lnTo>
                  <a:pt x="590550" y="1819275"/>
                </a:lnTo>
                <a:lnTo>
                  <a:pt x="571500" y="1819275"/>
                </a:lnTo>
                <a:close/>
                <a:moveTo>
                  <a:pt x="1419225" y="1809750"/>
                </a:moveTo>
                <a:lnTo>
                  <a:pt x="1438275" y="1809750"/>
                </a:lnTo>
                <a:lnTo>
                  <a:pt x="1438275" y="1828800"/>
                </a:lnTo>
                <a:lnTo>
                  <a:pt x="1419225" y="1828800"/>
                </a:lnTo>
                <a:close/>
                <a:moveTo>
                  <a:pt x="1876425" y="1838325"/>
                </a:moveTo>
                <a:lnTo>
                  <a:pt x="1895475" y="1838325"/>
                </a:lnTo>
                <a:lnTo>
                  <a:pt x="1895475" y="1876425"/>
                </a:lnTo>
                <a:lnTo>
                  <a:pt x="1876425" y="1876425"/>
                </a:lnTo>
                <a:close/>
                <a:moveTo>
                  <a:pt x="257175" y="1857375"/>
                </a:moveTo>
                <a:lnTo>
                  <a:pt x="285750" y="1857375"/>
                </a:lnTo>
                <a:lnTo>
                  <a:pt x="285750" y="1876425"/>
                </a:lnTo>
                <a:lnTo>
                  <a:pt x="257175" y="1876425"/>
                </a:lnTo>
                <a:close/>
                <a:moveTo>
                  <a:pt x="923925" y="1857375"/>
                </a:moveTo>
                <a:lnTo>
                  <a:pt x="962025" y="1857375"/>
                </a:lnTo>
                <a:lnTo>
                  <a:pt x="962025" y="1866900"/>
                </a:lnTo>
                <a:lnTo>
                  <a:pt x="952500" y="1866900"/>
                </a:lnTo>
                <a:lnTo>
                  <a:pt x="952500" y="1876425"/>
                </a:lnTo>
                <a:lnTo>
                  <a:pt x="923925" y="1876425"/>
                </a:lnTo>
                <a:close/>
                <a:moveTo>
                  <a:pt x="285750" y="1876425"/>
                </a:moveTo>
                <a:lnTo>
                  <a:pt x="314325" y="1876425"/>
                </a:lnTo>
                <a:lnTo>
                  <a:pt x="314325" y="1895475"/>
                </a:lnTo>
                <a:lnTo>
                  <a:pt x="304800" y="1895475"/>
                </a:lnTo>
                <a:lnTo>
                  <a:pt x="304800" y="1905000"/>
                </a:lnTo>
                <a:lnTo>
                  <a:pt x="285750" y="1905000"/>
                </a:lnTo>
                <a:lnTo>
                  <a:pt x="285750" y="1895475"/>
                </a:lnTo>
                <a:lnTo>
                  <a:pt x="276225" y="1895475"/>
                </a:lnTo>
                <a:lnTo>
                  <a:pt x="276225" y="1885950"/>
                </a:lnTo>
                <a:lnTo>
                  <a:pt x="285750" y="1885950"/>
                </a:lnTo>
                <a:close/>
                <a:moveTo>
                  <a:pt x="447675" y="1876425"/>
                </a:moveTo>
                <a:lnTo>
                  <a:pt x="495300" y="1876425"/>
                </a:lnTo>
                <a:lnTo>
                  <a:pt x="495300" y="1895475"/>
                </a:lnTo>
                <a:lnTo>
                  <a:pt x="552450" y="1895475"/>
                </a:lnTo>
                <a:lnTo>
                  <a:pt x="552450" y="1905000"/>
                </a:lnTo>
                <a:lnTo>
                  <a:pt x="533400" y="1905000"/>
                </a:lnTo>
                <a:lnTo>
                  <a:pt x="533400" y="1914525"/>
                </a:lnTo>
                <a:lnTo>
                  <a:pt x="514350" y="1914525"/>
                </a:lnTo>
                <a:lnTo>
                  <a:pt x="514350" y="1905000"/>
                </a:lnTo>
                <a:lnTo>
                  <a:pt x="457200" y="1905000"/>
                </a:lnTo>
                <a:lnTo>
                  <a:pt x="457200" y="1895475"/>
                </a:lnTo>
                <a:lnTo>
                  <a:pt x="447675" y="1895475"/>
                </a:lnTo>
                <a:close/>
                <a:moveTo>
                  <a:pt x="542925" y="1876425"/>
                </a:moveTo>
                <a:lnTo>
                  <a:pt x="552450" y="1876425"/>
                </a:lnTo>
                <a:lnTo>
                  <a:pt x="552450" y="1885950"/>
                </a:lnTo>
                <a:lnTo>
                  <a:pt x="542925" y="1885950"/>
                </a:lnTo>
                <a:close/>
                <a:moveTo>
                  <a:pt x="180975" y="1895475"/>
                </a:moveTo>
                <a:lnTo>
                  <a:pt x="190500" y="1895475"/>
                </a:lnTo>
                <a:lnTo>
                  <a:pt x="190500" y="1905000"/>
                </a:lnTo>
                <a:lnTo>
                  <a:pt x="180975" y="1905000"/>
                </a:lnTo>
                <a:close/>
                <a:moveTo>
                  <a:pt x="619125" y="1895475"/>
                </a:moveTo>
                <a:lnTo>
                  <a:pt x="638175" y="1895475"/>
                </a:lnTo>
                <a:lnTo>
                  <a:pt x="638175" y="1914525"/>
                </a:lnTo>
                <a:lnTo>
                  <a:pt x="619125" y="1914525"/>
                </a:lnTo>
                <a:close/>
                <a:moveTo>
                  <a:pt x="1647825" y="1895475"/>
                </a:moveTo>
                <a:lnTo>
                  <a:pt x="1657350" y="1895475"/>
                </a:lnTo>
                <a:lnTo>
                  <a:pt x="1657350" y="1905000"/>
                </a:lnTo>
                <a:lnTo>
                  <a:pt x="1666875" y="1905000"/>
                </a:lnTo>
                <a:lnTo>
                  <a:pt x="1666875" y="1914525"/>
                </a:lnTo>
                <a:lnTo>
                  <a:pt x="1657350" y="1914525"/>
                </a:lnTo>
                <a:lnTo>
                  <a:pt x="1657350" y="1924050"/>
                </a:lnTo>
                <a:lnTo>
                  <a:pt x="1647825" y="1924050"/>
                </a:lnTo>
                <a:lnTo>
                  <a:pt x="1647825" y="1914525"/>
                </a:lnTo>
                <a:lnTo>
                  <a:pt x="1638300" y="1914525"/>
                </a:lnTo>
                <a:lnTo>
                  <a:pt x="1638300" y="1905000"/>
                </a:lnTo>
                <a:lnTo>
                  <a:pt x="1647825" y="1905000"/>
                </a:lnTo>
                <a:close/>
                <a:moveTo>
                  <a:pt x="114300" y="1905000"/>
                </a:moveTo>
                <a:lnTo>
                  <a:pt x="133350" y="1905000"/>
                </a:lnTo>
                <a:lnTo>
                  <a:pt x="133350" y="1924050"/>
                </a:lnTo>
                <a:lnTo>
                  <a:pt x="114300" y="1924050"/>
                </a:lnTo>
                <a:close/>
                <a:moveTo>
                  <a:pt x="695325" y="1905000"/>
                </a:moveTo>
                <a:lnTo>
                  <a:pt x="714375" y="1905000"/>
                </a:lnTo>
                <a:lnTo>
                  <a:pt x="714375" y="1914525"/>
                </a:lnTo>
                <a:lnTo>
                  <a:pt x="695325" y="1914525"/>
                </a:lnTo>
                <a:close/>
                <a:moveTo>
                  <a:pt x="1371600" y="1905000"/>
                </a:moveTo>
                <a:lnTo>
                  <a:pt x="1390650" y="1905000"/>
                </a:lnTo>
                <a:lnTo>
                  <a:pt x="1390650" y="1933575"/>
                </a:lnTo>
                <a:lnTo>
                  <a:pt x="1362075" y="1933575"/>
                </a:lnTo>
                <a:lnTo>
                  <a:pt x="1362075" y="1914525"/>
                </a:lnTo>
                <a:lnTo>
                  <a:pt x="1371600" y="1914525"/>
                </a:lnTo>
                <a:close/>
                <a:moveTo>
                  <a:pt x="1457325" y="1914525"/>
                </a:moveTo>
                <a:lnTo>
                  <a:pt x="1476375" y="1914525"/>
                </a:lnTo>
                <a:lnTo>
                  <a:pt x="1476375" y="1933575"/>
                </a:lnTo>
                <a:lnTo>
                  <a:pt x="1457325" y="1933575"/>
                </a:lnTo>
                <a:close/>
                <a:moveTo>
                  <a:pt x="1543050" y="1914525"/>
                </a:moveTo>
                <a:lnTo>
                  <a:pt x="1590675" y="1914525"/>
                </a:lnTo>
                <a:lnTo>
                  <a:pt x="1590675" y="1933575"/>
                </a:lnTo>
                <a:lnTo>
                  <a:pt x="1600200" y="1933575"/>
                </a:lnTo>
                <a:lnTo>
                  <a:pt x="1600200" y="1943100"/>
                </a:lnTo>
                <a:lnTo>
                  <a:pt x="1609725" y="1943100"/>
                </a:lnTo>
                <a:lnTo>
                  <a:pt x="1609725" y="1962150"/>
                </a:lnTo>
                <a:lnTo>
                  <a:pt x="1581150" y="1962150"/>
                </a:lnTo>
                <a:lnTo>
                  <a:pt x="1581150" y="1952625"/>
                </a:lnTo>
                <a:lnTo>
                  <a:pt x="1571625" y="1952625"/>
                </a:lnTo>
                <a:lnTo>
                  <a:pt x="1571625" y="1943100"/>
                </a:lnTo>
                <a:lnTo>
                  <a:pt x="1552575" y="1943100"/>
                </a:lnTo>
                <a:lnTo>
                  <a:pt x="1552575" y="1933575"/>
                </a:lnTo>
                <a:lnTo>
                  <a:pt x="1543050" y="1933575"/>
                </a:lnTo>
                <a:close/>
                <a:moveTo>
                  <a:pt x="581025" y="1952625"/>
                </a:moveTo>
                <a:lnTo>
                  <a:pt x="590550" y="1952625"/>
                </a:lnTo>
                <a:lnTo>
                  <a:pt x="590550" y="1962150"/>
                </a:lnTo>
                <a:lnTo>
                  <a:pt x="581025" y="1962150"/>
                </a:lnTo>
                <a:close/>
                <a:moveTo>
                  <a:pt x="609600" y="1952625"/>
                </a:moveTo>
                <a:lnTo>
                  <a:pt x="666750" y="1952625"/>
                </a:lnTo>
                <a:lnTo>
                  <a:pt x="666750" y="1962150"/>
                </a:lnTo>
                <a:lnTo>
                  <a:pt x="609600" y="1962150"/>
                </a:lnTo>
                <a:close/>
                <a:moveTo>
                  <a:pt x="781050" y="1952625"/>
                </a:moveTo>
                <a:lnTo>
                  <a:pt x="800100" y="1952625"/>
                </a:lnTo>
                <a:lnTo>
                  <a:pt x="800100" y="1962150"/>
                </a:lnTo>
                <a:lnTo>
                  <a:pt x="781050" y="1962150"/>
                </a:lnTo>
                <a:close/>
                <a:moveTo>
                  <a:pt x="971550" y="1952625"/>
                </a:moveTo>
                <a:lnTo>
                  <a:pt x="981075" y="1952625"/>
                </a:lnTo>
                <a:lnTo>
                  <a:pt x="981075" y="1962150"/>
                </a:lnTo>
                <a:lnTo>
                  <a:pt x="971550" y="1962150"/>
                </a:lnTo>
                <a:close/>
                <a:moveTo>
                  <a:pt x="590550" y="1962150"/>
                </a:moveTo>
                <a:lnTo>
                  <a:pt x="609600" y="1962150"/>
                </a:lnTo>
                <a:lnTo>
                  <a:pt x="609600" y="1971675"/>
                </a:lnTo>
                <a:lnTo>
                  <a:pt x="590550" y="1971675"/>
                </a:lnTo>
                <a:close/>
                <a:moveTo>
                  <a:pt x="666750" y="1962150"/>
                </a:moveTo>
                <a:lnTo>
                  <a:pt x="676275" y="1962150"/>
                </a:lnTo>
                <a:lnTo>
                  <a:pt x="676275" y="1971675"/>
                </a:lnTo>
                <a:lnTo>
                  <a:pt x="666750" y="1971675"/>
                </a:lnTo>
                <a:close/>
                <a:moveTo>
                  <a:pt x="800100" y="1971675"/>
                </a:moveTo>
                <a:lnTo>
                  <a:pt x="809625" y="1971675"/>
                </a:lnTo>
                <a:lnTo>
                  <a:pt x="809625" y="1981200"/>
                </a:lnTo>
                <a:lnTo>
                  <a:pt x="800100" y="1981200"/>
                </a:lnTo>
                <a:close/>
                <a:moveTo>
                  <a:pt x="1876425" y="1981200"/>
                </a:moveTo>
                <a:lnTo>
                  <a:pt x="1895475" y="1981200"/>
                </a:lnTo>
                <a:lnTo>
                  <a:pt x="1895475" y="2000250"/>
                </a:lnTo>
                <a:lnTo>
                  <a:pt x="1885950" y="2000250"/>
                </a:lnTo>
                <a:lnTo>
                  <a:pt x="1885950" y="2038350"/>
                </a:lnTo>
                <a:lnTo>
                  <a:pt x="1876425" y="2038350"/>
                </a:lnTo>
                <a:close/>
                <a:moveTo>
                  <a:pt x="800100" y="1990725"/>
                </a:moveTo>
                <a:lnTo>
                  <a:pt x="819150" y="1990725"/>
                </a:lnTo>
                <a:lnTo>
                  <a:pt x="819150" y="2000250"/>
                </a:lnTo>
                <a:lnTo>
                  <a:pt x="800100" y="2000250"/>
                </a:lnTo>
                <a:close/>
                <a:moveTo>
                  <a:pt x="1333500" y="1990725"/>
                </a:moveTo>
                <a:lnTo>
                  <a:pt x="1343025" y="1990725"/>
                </a:lnTo>
                <a:lnTo>
                  <a:pt x="1343025" y="2000250"/>
                </a:lnTo>
                <a:lnTo>
                  <a:pt x="1333500" y="2000250"/>
                </a:lnTo>
                <a:close/>
                <a:moveTo>
                  <a:pt x="1524000" y="1990725"/>
                </a:moveTo>
                <a:lnTo>
                  <a:pt x="1562100" y="1990725"/>
                </a:lnTo>
                <a:lnTo>
                  <a:pt x="1562100" y="2000250"/>
                </a:lnTo>
                <a:lnTo>
                  <a:pt x="1552575" y="2000250"/>
                </a:lnTo>
                <a:lnTo>
                  <a:pt x="1552575" y="2009775"/>
                </a:lnTo>
                <a:lnTo>
                  <a:pt x="1524000" y="2009775"/>
                </a:lnTo>
                <a:close/>
                <a:moveTo>
                  <a:pt x="1647825" y="1990725"/>
                </a:moveTo>
                <a:lnTo>
                  <a:pt x="1676400" y="1990725"/>
                </a:lnTo>
                <a:lnTo>
                  <a:pt x="1676400" y="2000250"/>
                </a:lnTo>
                <a:lnTo>
                  <a:pt x="1647825" y="2000250"/>
                </a:lnTo>
                <a:close/>
                <a:moveTo>
                  <a:pt x="1323975" y="2000250"/>
                </a:moveTo>
                <a:lnTo>
                  <a:pt x="1333500" y="2000250"/>
                </a:lnTo>
                <a:lnTo>
                  <a:pt x="1333500" y="2009775"/>
                </a:lnTo>
                <a:lnTo>
                  <a:pt x="1323975" y="2009775"/>
                </a:lnTo>
                <a:close/>
                <a:moveTo>
                  <a:pt x="1895475" y="2000250"/>
                </a:moveTo>
                <a:lnTo>
                  <a:pt x="1905000" y="2000250"/>
                </a:lnTo>
                <a:lnTo>
                  <a:pt x="1905000" y="2009775"/>
                </a:lnTo>
                <a:lnTo>
                  <a:pt x="1895475" y="2009775"/>
                </a:lnTo>
                <a:close/>
                <a:moveTo>
                  <a:pt x="114300" y="2028825"/>
                </a:moveTo>
                <a:lnTo>
                  <a:pt x="123825" y="2028825"/>
                </a:lnTo>
                <a:lnTo>
                  <a:pt x="123825" y="2038350"/>
                </a:lnTo>
                <a:lnTo>
                  <a:pt x="114300" y="2038350"/>
                </a:lnTo>
                <a:close/>
                <a:moveTo>
                  <a:pt x="133350" y="2028825"/>
                </a:moveTo>
                <a:lnTo>
                  <a:pt x="142875" y="2028825"/>
                </a:lnTo>
                <a:lnTo>
                  <a:pt x="142875" y="2038350"/>
                </a:lnTo>
                <a:lnTo>
                  <a:pt x="133350" y="2038350"/>
                </a:lnTo>
                <a:close/>
                <a:moveTo>
                  <a:pt x="1895475" y="2028825"/>
                </a:moveTo>
                <a:lnTo>
                  <a:pt x="1905000" y="2028825"/>
                </a:lnTo>
                <a:lnTo>
                  <a:pt x="1905000" y="2038350"/>
                </a:lnTo>
                <a:lnTo>
                  <a:pt x="1895475" y="2038350"/>
                </a:lnTo>
                <a:close/>
              </a:path>
            </a:pathLst>
          </a:custGeom>
          <a:solidFill xmlns:a="http://schemas.openxmlformats.org/drawingml/2006/main">
            <a:srgbClr val="F3EFE4"/>
          </a:solidFill>
          <a:ln xmlns:a="http://schemas.openxmlformats.org/drawingml/2006/main" w="0">
            <a:noFill/>
          </a:ln>
        </p:spPr>
      </p:sp>
      <p:sp>
        <p:nvSpPr>
          <p:cNvPr id="135" name="sales vector #f3efe3">
            <a:extLst xmlns:a="http://schemas.openxmlformats.org/drawingml/2006/main">
              <a:ext uri="{FF2B5EF4-FFF2-40B4-BE49-F238E27FC236}">
                <a16:creationId xmlns:a16="http://schemas.microsoft.com/office/drawing/2014/main" id="{04E00AED-C797-4A1C-8657-00C0AB1B78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381625" y="4914900"/>
            <a:ext cx="2247900" cy="2400300"/>
          </a:xfrm>
          <a:custGeom xmlns:a="http://schemas.openxmlformats.org/drawingml/2006/main">
            <a:pathLst>
              <a:path w="1905000" h="2038350">
                <a:moveTo>
                  <a:pt x="0" y="0"/>
                </a:moveTo>
                <a:lnTo>
                  <a:pt x="19050" y="0"/>
                </a:lnTo>
                <a:lnTo>
                  <a:pt x="19050" y="28575"/>
                </a:lnTo>
                <a:lnTo>
                  <a:pt x="0" y="28575"/>
                </a:lnTo>
                <a:close/>
                <a:moveTo>
                  <a:pt x="219075" y="0"/>
                </a:moveTo>
                <a:lnTo>
                  <a:pt x="228600" y="0"/>
                </a:lnTo>
                <a:lnTo>
                  <a:pt x="228600" y="9525"/>
                </a:lnTo>
                <a:lnTo>
                  <a:pt x="219075" y="9525"/>
                </a:lnTo>
                <a:close/>
                <a:moveTo>
                  <a:pt x="685800" y="0"/>
                </a:moveTo>
                <a:lnTo>
                  <a:pt x="723900" y="0"/>
                </a:lnTo>
                <a:lnTo>
                  <a:pt x="723900" y="9525"/>
                </a:lnTo>
                <a:lnTo>
                  <a:pt x="733425" y="9525"/>
                </a:lnTo>
                <a:lnTo>
                  <a:pt x="733425" y="19050"/>
                </a:lnTo>
                <a:lnTo>
                  <a:pt x="685800" y="19050"/>
                </a:lnTo>
                <a:close/>
                <a:moveTo>
                  <a:pt x="771525" y="0"/>
                </a:moveTo>
                <a:lnTo>
                  <a:pt x="790575" y="0"/>
                </a:lnTo>
                <a:lnTo>
                  <a:pt x="790575" y="9525"/>
                </a:lnTo>
                <a:lnTo>
                  <a:pt x="800100" y="9525"/>
                </a:lnTo>
                <a:lnTo>
                  <a:pt x="800100" y="19050"/>
                </a:lnTo>
                <a:lnTo>
                  <a:pt x="771525" y="19050"/>
                </a:lnTo>
                <a:close/>
                <a:moveTo>
                  <a:pt x="1114425" y="0"/>
                </a:moveTo>
                <a:lnTo>
                  <a:pt x="1123950" y="0"/>
                </a:lnTo>
                <a:lnTo>
                  <a:pt x="1123950" y="9525"/>
                </a:lnTo>
                <a:lnTo>
                  <a:pt x="1133475" y="9525"/>
                </a:lnTo>
                <a:lnTo>
                  <a:pt x="1133475" y="19050"/>
                </a:lnTo>
                <a:lnTo>
                  <a:pt x="1114425" y="19050"/>
                </a:lnTo>
                <a:close/>
                <a:moveTo>
                  <a:pt x="1276350" y="0"/>
                </a:moveTo>
                <a:lnTo>
                  <a:pt x="1295400" y="0"/>
                </a:lnTo>
                <a:lnTo>
                  <a:pt x="1295400" y="9525"/>
                </a:lnTo>
                <a:lnTo>
                  <a:pt x="1285875" y="9525"/>
                </a:lnTo>
                <a:lnTo>
                  <a:pt x="1285875" y="19050"/>
                </a:lnTo>
                <a:lnTo>
                  <a:pt x="1276350" y="19050"/>
                </a:lnTo>
                <a:close/>
                <a:moveTo>
                  <a:pt x="1885950" y="0"/>
                </a:moveTo>
                <a:lnTo>
                  <a:pt x="1895475" y="0"/>
                </a:lnTo>
                <a:lnTo>
                  <a:pt x="1895475" y="9525"/>
                </a:lnTo>
                <a:lnTo>
                  <a:pt x="1905000" y="9525"/>
                </a:lnTo>
                <a:lnTo>
                  <a:pt x="1905000" y="28575"/>
                </a:lnTo>
                <a:lnTo>
                  <a:pt x="1885950" y="28575"/>
                </a:lnTo>
                <a:lnTo>
                  <a:pt x="1885950" y="38100"/>
                </a:lnTo>
                <a:lnTo>
                  <a:pt x="1876425" y="38100"/>
                </a:lnTo>
                <a:lnTo>
                  <a:pt x="1876425" y="28575"/>
                </a:lnTo>
                <a:lnTo>
                  <a:pt x="1866900" y="28575"/>
                </a:lnTo>
                <a:lnTo>
                  <a:pt x="1866900" y="19050"/>
                </a:lnTo>
                <a:lnTo>
                  <a:pt x="1876425" y="19050"/>
                </a:lnTo>
                <a:lnTo>
                  <a:pt x="1876425" y="9525"/>
                </a:lnTo>
                <a:lnTo>
                  <a:pt x="1885950" y="9525"/>
                </a:lnTo>
                <a:close/>
                <a:moveTo>
                  <a:pt x="1809750" y="9525"/>
                </a:moveTo>
                <a:lnTo>
                  <a:pt x="1838325" y="9525"/>
                </a:lnTo>
                <a:lnTo>
                  <a:pt x="1838325" y="28575"/>
                </a:lnTo>
                <a:lnTo>
                  <a:pt x="1866900" y="28575"/>
                </a:lnTo>
                <a:lnTo>
                  <a:pt x="1866900" y="47625"/>
                </a:lnTo>
                <a:lnTo>
                  <a:pt x="1857375" y="47625"/>
                </a:lnTo>
                <a:lnTo>
                  <a:pt x="1857375" y="38100"/>
                </a:lnTo>
                <a:lnTo>
                  <a:pt x="1828800" y="38100"/>
                </a:lnTo>
                <a:lnTo>
                  <a:pt x="1828800" y="19050"/>
                </a:lnTo>
                <a:lnTo>
                  <a:pt x="1809750" y="19050"/>
                </a:lnTo>
                <a:close/>
                <a:moveTo>
                  <a:pt x="276225" y="19050"/>
                </a:moveTo>
                <a:lnTo>
                  <a:pt x="304800" y="19050"/>
                </a:lnTo>
                <a:lnTo>
                  <a:pt x="304800" y="28575"/>
                </a:lnTo>
                <a:lnTo>
                  <a:pt x="314325" y="28575"/>
                </a:lnTo>
                <a:lnTo>
                  <a:pt x="314325" y="19050"/>
                </a:lnTo>
                <a:lnTo>
                  <a:pt x="323850" y="19050"/>
                </a:lnTo>
                <a:lnTo>
                  <a:pt x="323850" y="38100"/>
                </a:lnTo>
                <a:lnTo>
                  <a:pt x="295275" y="38100"/>
                </a:lnTo>
                <a:lnTo>
                  <a:pt x="295275" y="28575"/>
                </a:lnTo>
                <a:lnTo>
                  <a:pt x="276225" y="28575"/>
                </a:lnTo>
                <a:close/>
                <a:moveTo>
                  <a:pt x="485775" y="19050"/>
                </a:moveTo>
                <a:lnTo>
                  <a:pt x="523875" y="19050"/>
                </a:lnTo>
                <a:lnTo>
                  <a:pt x="523875" y="28575"/>
                </a:lnTo>
                <a:lnTo>
                  <a:pt x="485775" y="28575"/>
                </a:lnTo>
                <a:close/>
                <a:moveTo>
                  <a:pt x="1590675" y="28575"/>
                </a:moveTo>
                <a:lnTo>
                  <a:pt x="1609725" y="28575"/>
                </a:lnTo>
                <a:lnTo>
                  <a:pt x="1609725" y="38100"/>
                </a:lnTo>
                <a:lnTo>
                  <a:pt x="1590675" y="38100"/>
                </a:lnTo>
                <a:close/>
                <a:moveTo>
                  <a:pt x="28575" y="38100"/>
                </a:moveTo>
                <a:lnTo>
                  <a:pt x="47625" y="38100"/>
                </a:lnTo>
                <a:lnTo>
                  <a:pt x="47625" y="57150"/>
                </a:lnTo>
                <a:lnTo>
                  <a:pt x="38100" y="57150"/>
                </a:lnTo>
                <a:lnTo>
                  <a:pt x="38100" y="47625"/>
                </a:lnTo>
                <a:lnTo>
                  <a:pt x="28575" y="47625"/>
                </a:lnTo>
                <a:close/>
                <a:moveTo>
                  <a:pt x="1771650" y="47625"/>
                </a:moveTo>
                <a:lnTo>
                  <a:pt x="1800225" y="47625"/>
                </a:lnTo>
                <a:lnTo>
                  <a:pt x="1800225" y="76200"/>
                </a:lnTo>
                <a:lnTo>
                  <a:pt x="1781175" y="76200"/>
                </a:lnTo>
                <a:lnTo>
                  <a:pt x="1781175" y="66675"/>
                </a:lnTo>
                <a:lnTo>
                  <a:pt x="1771650" y="66675"/>
                </a:lnTo>
                <a:close/>
                <a:moveTo>
                  <a:pt x="1676400" y="57150"/>
                </a:moveTo>
                <a:lnTo>
                  <a:pt x="1685925" y="57150"/>
                </a:lnTo>
                <a:lnTo>
                  <a:pt x="1685925" y="66675"/>
                </a:lnTo>
                <a:lnTo>
                  <a:pt x="1676400" y="66675"/>
                </a:lnTo>
                <a:close/>
                <a:moveTo>
                  <a:pt x="323850" y="133350"/>
                </a:moveTo>
                <a:lnTo>
                  <a:pt x="352425" y="133350"/>
                </a:lnTo>
                <a:lnTo>
                  <a:pt x="352425" y="142875"/>
                </a:lnTo>
                <a:lnTo>
                  <a:pt x="323850" y="142875"/>
                </a:lnTo>
                <a:close/>
                <a:moveTo>
                  <a:pt x="1857375" y="142875"/>
                </a:moveTo>
                <a:lnTo>
                  <a:pt x="1866900" y="142875"/>
                </a:lnTo>
                <a:lnTo>
                  <a:pt x="1866900" y="152400"/>
                </a:lnTo>
                <a:lnTo>
                  <a:pt x="1857375" y="152400"/>
                </a:lnTo>
                <a:close/>
                <a:moveTo>
                  <a:pt x="1895475" y="142875"/>
                </a:moveTo>
                <a:lnTo>
                  <a:pt x="1905000" y="142875"/>
                </a:lnTo>
                <a:lnTo>
                  <a:pt x="1905000" y="152400"/>
                </a:lnTo>
                <a:lnTo>
                  <a:pt x="1895475" y="152400"/>
                </a:lnTo>
                <a:close/>
                <a:moveTo>
                  <a:pt x="1885950" y="161925"/>
                </a:moveTo>
                <a:lnTo>
                  <a:pt x="1905000" y="161925"/>
                </a:lnTo>
                <a:lnTo>
                  <a:pt x="1905000" y="304800"/>
                </a:lnTo>
                <a:lnTo>
                  <a:pt x="1885950" y="304800"/>
                </a:lnTo>
                <a:lnTo>
                  <a:pt x="1885950" y="295275"/>
                </a:lnTo>
                <a:lnTo>
                  <a:pt x="1876425" y="295275"/>
                </a:lnTo>
                <a:lnTo>
                  <a:pt x="1876425" y="247650"/>
                </a:lnTo>
                <a:lnTo>
                  <a:pt x="1895475" y="247650"/>
                </a:lnTo>
                <a:lnTo>
                  <a:pt x="1895475" y="238125"/>
                </a:lnTo>
                <a:lnTo>
                  <a:pt x="1866900" y="238125"/>
                </a:lnTo>
                <a:lnTo>
                  <a:pt x="1866900" y="219075"/>
                </a:lnTo>
                <a:lnTo>
                  <a:pt x="1857375" y="219075"/>
                </a:lnTo>
                <a:lnTo>
                  <a:pt x="1857375" y="180975"/>
                </a:lnTo>
                <a:lnTo>
                  <a:pt x="1847850" y="180975"/>
                </a:lnTo>
                <a:lnTo>
                  <a:pt x="1847850" y="171450"/>
                </a:lnTo>
                <a:lnTo>
                  <a:pt x="1857375" y="171450"/>
                </a:lnTo>
                <a:lnTo>
                  <a:pt x="1857375" y="180975"/>
                </a:lnTo>
                <a:lnTo>
                  <a:pt x="1885950" y="180975"/>
                </a:lnTo>
                <a:close/>
                <a:moveTo>
                  <a:pt x="1695450" y="180975"/>
                </a:moveTo>
                <a:lnTo>
                  <a:pt x="1704975" y="180975"/>
                </a:lnTo>
                <a:lnTo>
                  <a:pt x="1704975" y="200025"/>
                </a:lnTo>
                <a:lnTo>
                  <a:pt x="1695450" y="200025"/>
                </a:lnTo>
                <a:close/>
                <a:moveTo>
                  <a:pt x="38100" y="190500"/>
                </a:moveTo>
                <a:lnTo>
                  <a:pt x="47625" y="190500"/>
                </a:lnTo>
                <a:lnTo>
                  <a:pt x="47625" y="200025"/>
                </a:lnTo>
                <a:lnTo>
                  <a:pt x="38100" y="200025"/>
                </a:lnTo>
                <a:close/>
                <a:moveTo>
                  <a:pt x="1638300" y="200025"/>
                </a:moveTo>
                <a:lnTo>
                  <a:pt x="1695450" y="200025"/>
                </a:lnTo>
                <a:lnTo>
                  <a:pt x="1695450" y="219075"/>
                </a:lnTo>
                <a:lnTo>
                  <a:pt x="1704975" y="219075"/>
                </a:lnTo>
                <a:lnTo>
                  <a:pt x="1704975" y="228600"/>
                </a:lnTo>
                <a:lnTo>
                  <a:pt x="1676400" y="228600"/>
                </a:lnTo>
                <a:lnTo>
                  <a:pt x="1676400" y="238125"/>
                </a:lnTo>
                <a:lnTo>
                  <a:pt x="1657350" y="238125"/>
                </a:lnTo>
                <a:lnTo>
                  <a:pt x="1657350" y="228600"/>
                </a:lnTo>
                <a:lnTo>
                  <a:pt x="1647825" y="228600"/>
                </a:lnTo>
                <a:lnTo>
                  <a:pt x="1647825" y="209550"/>
                </a:lnTo>
                <a:lnTo>
                  <a:pt x="1638300" y="209550"/>
                </a:lnTo>
                <a:close/>
                <a:moveTo>
                  <a:pt x="514350" y="219075"/>
                </a:moveTo>
                <a:lnTo>
                  <a:pt x="523875" y="219075"/>
                </a:lnTo>
                <a:lnTo>
                  <a:pt x="523875" y="228600"/>
                </a:lnTo>
                <a:lnTo>
                  <a:pt x="514350" y="228600"/>
                </a:lnTo>
                <a:close/>
                <a:moveTo>
                  <a:pt x="533400" y="219075"/>
                </a:moveTo>
                <a:lnTo>
                  <a:pt x="542925" y="219075"/>
                </a:lnTo>
                <a:lnTo>
                  <a:pt x="542925" y="228600"/>
                </a:lnTo>
                <a:lnTo>
                  <a:pt x="533400" y="228600"/>
                </a:lnTo>
                <a:close/>
                <a:moveTo>
                  <a:pt x="1724025" y="219075"/>
                </a:moveTo>
                <a:lnTo>
                  <a:pt x="1733550" y="219075"/>
                </a:lnTo>
                <a:lnTo>
                  <a:pt x="1733550" y="228600"/>
                </a:lnTo>
                <a:lnTo>
                  <a:pt x="1724025" y="228600"/>
                </a:lnTo>
                <a:close/>
                <a:moveTo>
                  <a:pt x="1428750" y="247650"/>
                </a:moveTo>
                <a:lnTo>
                  <a:pt x="1438275" y="247650"/>
                </a:lnTo>
                <a:lnTo>
                  <a:pt x="1438275" y="266700"/>
                </a:lnTo>
                <a:lnTo>
                  <a:pt x="1428750" y="266700"/>
                </a:lnTo>
                <a:close/>
                <a:moveTo>
                  <a:pt x="1695450" y="247650"/>
                </a:moveTo>
                <a:lnTo>
                  <a:pt x="1704975" y="247650"/>
                </a:lnTo>
                <a:lnTo>
                  <a:pt x="1704975" y="257175"/>
                </a:lnTo>
                <a:lnTo>
                  <a:pt x="1714500" y="257175"/>
                </a:lnTo>
                <a:lnTo>
                  <a:pt x="1714500" y="276225"/>
                </a:lnTo>
                <a:lnTo>
                  <a:pt x="1743075" y="276225"/>
                </a:lnTo>
                <a:lnTo>
                  <a:pt x="1743075" y="304800"/>
                </a:lnTo>
                <a:lnTo>
                  <a:pt x="1752600" y="304800"/>
                </a:lnTo>
                <a:lnTo>
                  <a:pt x="1752600" y="314325"/>
                </a:lnTo>
                <a:lnTo>
                  <a:pt x="1762125" y="314325"/>
                </a:lnTo>
                <a:lnTo>
                  <a:pt x="1762125" y="323850"/>
                </a:lnTo>
                <a:lnTo>
                  <a:pt x="1771650" y="323850"/>
                </a:lnTo>
                <a:lnTo>
                  <a:pt x="1771650" y="333375"/>
                </a:lnTo>
                <a:lnTo>
                  <a:pt x="1762125" y="333375"/>
                </a:lnTo>
                <a:lnTo>
                  <a:pt x="1762125" y="371475"/>
                </a:lnTo>
                <a:lnTo>
                  <a:pt x="1771650" y="371475"/>
                </a:lnTo>
                <a:lnTo>
                  <a:pt x="1771650" y="409575"/>
                </a:lnTo>
                <a:lnTo>
                  <a:pt x="1781175" y="409575"/>
                </a:lnTo>
                <a:lnTo>
                  <a:pt x="1781175" y="419100"/>
                </a:lnTo>
                <a:lnTo>
                  <a:pt x="1771650" y="419100"/>
                </a:lnTo>
                <a:lnTo>
                  <a:pt x="1771650" y="438150"/>
                </a:lnTo>
                <a:lnTo>
                  <a:pt x="1781175" y="438150"/>
                </a:lnTo>
                <a:lnTo>
                  <a:pt x="1781175" y="561975"/>
                </a:lnTo>
                <a:lnTo>
                  <a:pt x="1771650" y="561975"/>
                </a:lnTo>
                <a:lnTo>
                  <a:pt x="1771650" y="533400"/>
                </a:lnTo>
                <a:lnTo>
                  <a:pt x="1762125" y="533400"/>
                </a:lnTo>
                <a:lnTo>
                  <a:pt x="1762125" y="561975"/>
                </a:lnTo>
                <a:lnTo>
                  <a:pt x="1771650" y="561975"/>
                </a:lnTo>
                <a:lnTo>
                  <a:pt x="1771650" y="600075"/>
                </a:lnTo>
                <a:lnTo>
                  <a:pt x="1743075" y="600075"/>
                </a:lnTo>
                <a:lnTo>
                  <a:pt x="1743075" y="619125"/>
                </a:lnTo>
                <a:lnTo>
                  <a:pt x="1762125" y="619125"/>
                </a:lnTo>
                <a:lnTo>
                  <a:pt x="1762125" y="628650"/>
                </a:lnTo>
                <a:lnTo>
                  <a:pt x="1771650" y="628650"/>
                </a:lnTo>
                <a:lnTo>
                  <a:pt x="1771650" y="647700"/>
                </a:lnTo>
                <a:lnTo>
                  <a:pt x="1762125" y="647700"/>
                </a:lnTo>
                <a:lnTo>
                  <a:pt x="1762125" y="657225"/>
                </a:lnTo>
                <a:lnTo>
                  <a:pt x="1647825" y="657225"/>
                </a:lnTo>
                <a:lnTo>
                  <a:pt x="1647825" y="647700"/>
                </a:lnTo>
                <a:lnTo>
                  <a:pt x="1619250" y="647700"/>
                </a:lnTo>
                <a:lnTo>
                  <a:pt x="1619250" y="657225"/>
                </a:lnTo>
                <a:lnTo>
                  <a:pt x="1190625" y="657225"/>
                </a:lnTo>
                <a:lnTo>
                  <a:pt x="1190625" y="609600"/>
                </a:lnTo>
                <a:lnTo>
                  <a:pt x="1200150" y="609600"/>
                </a:lnTo>
                <a:lnTo>
                  <a:pt x="1200150" y="600075"/>
                </a:lnTo>
                <a:lnTo>
                  <a:pt x="1209675" y="600075"/>
                </a:lnTo>
                <a:lnTo>
                  <a:pt x="1209675" y="609600"/>
                </a:lnTo>
                <a:lnTo>
                  <a:pt x="1228725" y="609600"/>
                </a:lnTo>
                <a:lnTo>
                  <a:pt x="1228725" y="600075"/>
                </a:lnTo>
                <a:lnTo>
                  <a:pt x="1219200" y="600075"/>
                </a:lnTo>
                <a:lnTo>
                  <a:pt x="1219200" y="571500"/>
                </a:lnTo>
                <a:lnTo>
                  <a:pt x="1209675" y="571500"/>
                </a:lnTo>
                <a:lnTo>
                  <a:pt x="1209675" y="561975"/>
                </a:lnTo>
                <a:lnTo>
                  <a:pt x="1190625" y="561975"/>
                </a:lnTo>
                <a:lnTo>
                  <a:pt x="1190625" y="581025"/>
                </a:lnTo>
                <a:lnTo>
                  <a:pt x="1200150" y="581025"/>
                </a:lnTo>
                <a:lnTo>
                  <a:pt x="1200150" y="590550"/>
                </a:lnTo>
                <a:lnTo>
                  <a:pt x="1171575" y="590550"/>
                </a:lnTo>
                <a:lnTo>
                  <a:pt x="1171575" y="628650"/>
                </a:lnTo>
                <a:lnTo>
                  <a:pt x="1143000" y="628650"/>
                </a:lnTo>
                <a:lnTo>
                  <a:pt x="1143000" y="600075"/>
                </a:lnTo>
                <a:lnTo>
                  <a:pt x="1133475" y="600075"/>
                </a:lnTo>
                <a:lnTo>
                  <a:pt x="1133475" y="609600"/>
                </a:lnTo>
                <a:lnTo>
                  <a:pt x="1123950" y="609600"/>
                </a:lnTo>
                <a:lnTo>
                  <a:pt x="1123950" y="619125"/>
                </a:lnTo>
                <a:lnTo>
                  <a:pt x="1114425" y="619125"/>
                </a:lnTo>
                <a:lnTo>
                  <a:pt x="1114425" y="638175"/>
                </a:lnTo>
                <a:lnTo>
                  <a:pt x="1104900" y="638175"/>
                </a:lnTo>
                <a:lnTo>
                  <a:pt x="1104900" y="628650"/>
                </a:lnTo>
                <a:lnTo>
                  <a:pt x="1095375" y="628650"/>
                </a:lnTo>
                <a:lnTo>
                  <a:pt x="1095375" y="647700"/>
                </a:lnTo>
                <a:lnTo>
                  <a:pt x="1114425" y="647700"/>
                </a:lnTo>
                <a:lnTo>
                  <a:pt x="1114425" y="657225"/>
                </a:lnTo>
                <a:lnTo>
                  <a:pt x="1047750" y="657225"/>
                </a:lnTo>
                <a:lnTo>
                  <a:pt x="1047750" y="647700"/>
                </a:lnTo>
                <a:lnTo>
                  <a:pt x="1028700" y="647700"/>
                </a:lnTo>
                <a:lnTo>
                  <a:pt x="1028700" y="657225"/>
                </a:lnTo>
                <a:lnTo>
                  <a:pt x="1009650" y="657225"/>
                </a:lnTo>
                <a:lnTo>
                  <a:pt x="1009650" y="647700"/>
                </a:lnTo>
                <a:lnTo>
                  <a:pt x="1000125" y="647700"/>
                </a:lnTo>
                <a:lnTo>
                  <a:pt x="1000125" y="619125"/>
                </a:lnTo>
                <a:lnTo>
                  <a:pt x="990600" y="619125"/>
                </a:lnTo>
                <a:lnTo>
                  <a:pt x="990600" y="581025"/>
                </a:lnTo>
                <a:lnTo>
                  <a:pt x="981075" y="581025"/>
                </a:lnTo>
                <a:lnTo>
                  <a:pt x="981075" y="571500"/>
                </a:lnTo>
                <a:lnTo>
                  <a:pt x="971550" y="571500"/>
                </a:lnTo>
                <a:lnTo>
                  <a:pt x="971550" y="581025"/>
                </a:lnTo>
                <a:lnTo>
                  <a:pt x="962025" y="581025"/>
                </a:lnTo>
                <a:lnTo>
                  <a:pt x="962025" y="590550"/>
                </a:lnTo>
                <a:lnTo>
                  <a:pt x="952500" y="590550"/>
                </a:lnTo>
                <a:lnTo>
                  <a:pt x="952500" y="571500"/>
                </a:lnTo>
                <a:lnTo>
                  <a:pt x="942975" y="571500"/>
                </a:lnTo>
                <a:lnTo>
                  <a:pt x="942975" y="561975"/>
                </a:lnTo>
                <a:lnTo>
                  <a:pt x="933450" y="561975"/>
                </a:lnTo>
                <a:lnTo>
                  <a:pt x="933450" y="571500"/>
                </a:lnTo>
                <a:lnTo>
                  <a:pt x="904875" y="571500"/>
                </a:lnTo>
                <a:lnTo>
                  <a:pt x="904875" y="581025"/>
                </a:lnTo>
                <a:lnTo>
                  <a:pt x="895350" y="581025"/>
                </a:lnTo>
                <a:lnTo>
                  <a:pt x="895350" y="590550"/>
                </a:lnTo>
                <a:lnTo>
                  <a:pt x="885825" y="590550"/>
                </a:lnTo>
                <a:lnTo>
                  <a:pt x="885825" y="600075"/>
                </a:lnTo>
                <a:lnTo>
                  <a:pt x="904875" y="600075"/>
                </a:lnTo>
                <a:lnTo>
                  <a:pt x="904875" y="609600"/>
                </a:lnTo>
                <a:lnTo>
                  <a:pt x="923925" y="609600"/>
                </a:lnTo>
                <a:lnTo>
                  <a:pt x="923925" y="619125"/>
                </a:lnTo>
                <a:lnTo>
                  <a:pt x="904875" y="619125"/>
                </a:lnTo>
                <a:lnTo>
                  <a:pt x="904875" y="628650"/>
                </a:lnTo>
                <a:lnTo>
                  <a:pt x="895350" y="628650"/>
                </a:lnTo>
                <a:lnTo>
                  <a:pt x="895350" y="647700"/>
                </a:lnTo>
                <a:lnTo>
                  <a:pt x="885825" y="647700"/>
                </a:lnTo>
                <a:lnTo>
                  <a:pt x="885825" y="657225"/>
                </a:lnTo>
                <a:lnTo>
                  <a:pt x="876300" y="657225"/>
                </a:lnTo>
                <a:lnTo>
                  <a:pt x="876300" y="647700"/>
                </a:lnTo>
                <a:lnTo>
                  <a:pt x="866775" y="647700"/>
                </a:lnTo>
                <a:lnTo>
                  <a:pt x="866775" y="657225"/>
                </a:lnTo>
                <a:lnTo>
                  <a:pt x="847725" y="657225"/>
                </a:lnTo>
                <a:lnTo>
                  <a:pt x="847725" y="647700"/>
                </a:lnTo>
                <a:lnTo>
                  <a:pt x="828675" y="647700"/>
                </a:lnTo>
                <a:lnTo>
                  <a:pt x="828675" y="657225"/>
                </a:lnTo>
                <a:lnTo>
                  <a:pt x="819150" y="657225"/>
                </a:lnTo>
                <a:lnTo>
                  <a:pt x="819150" y="628650"/>
                </a:lnTo>
                <a:lnTo>
                  <a:pt x="828675" y="628650"/>
                </a:lnTo>
                <a:lnTo>
                  <a:pt x="828675" y="619125"/>
                </a:lnTo>
                <a:lnTo>
                  <a:pt x="838200" y="619125"/>
                </a:lnTo>
                <a:lnTo>
                  <a:pt x="838200" y="628650"/>
                </a:lnTo>
                <a:lnTo>
                  <a:pt x="828675" y="628650"/>
                </a:lnTo>
                <a:lnTo>
                  <a:pt x="828675" y="638175"/>
                </a:lnTo>
                <a:lnTo>
                  <a:pt x="838200" y="638175"/>
                </a:lnTo>
                <a:lnTo>
                  <a:pt x="838200" y="628650"/>
                </a:lnTo>
                <a:lnTo>
                  <a:pt x="866775" y="628650"/>
                </a:lnTo>
                <a:lnTo>
                  <a:pt x="866775" y="619125"/>
                </a:lnTo>
                <a:lnTo>
                  <a:pt x="876300" y="619125"/>
                </a:lnTo>
                <a:lnTo>
                  <a:pt x="876300" y="600075"/>
                </a:lnTo>
                <a:lnTo>
                  <a:pt x="866775" y="600075"/>
                </a:lnTo>
                <a:lnTo>
                  <a:pt x="866775" y="590550"/>
                </a:lnTo>
                <a:lnTo>
                  <a:pt x="847725" y="590550"/>
                </a:lnTo>
                <a:lnTo>
                  <a:pt x="847725" y="609600"/>
                </a:lnTo>
                <a:lnTo>
                  <a:pt x="828675" y="609600"/>
                </a:lnTo>
                <a:lnTo>
                  <a:pt x="828675" y="600075"/>
                </a:lnTo>
                <a:lnTo>
                  <a:pt x="819150" y="600075"/>
                </a:lnTo>
                <a:lnTo>
                  <a:pt x="819150" y="609600"/>
                </a:lnTo>
                <a:lnTo>
                  <a:pt x="800100" y="609600"/>
                </a:lnTo>
                <a:lnTo>
                  <a:pt x="800100" y="619125"/>
                </a:lnTo>
                <a:lnTo>
                  <a:pt x="809625" y="619125"/>
                </a:lnTo>
                <a:lnTo>
                  <a:pt x="809625" y="647700"/>
                </a:lnTo>
                <a:lnTo>
                  <a:pt x="800100" y="647700"/>
                </a:lnTo>
                <a:lnTo>
                  <a:pt x="800100" y="638175"/>
                </a:lnTo>
                <a:lnTo>
                  <a:pt x="771525" y="638175"/>
                </a:lnTo>
                <a:lnTo>
                  <a:pt x="771525" y="647700"/>
                </a:lnTo>
                <a:lnTo>
                  <a:pt x="733425" y="647700"/>
                </a:lnTo>
                <a:lnTo>
                  <a:pt x="733425" y="638175"/>
                </a:lnTo>
                <a:lnTo>
                  <a:pt x="752475" y="638175"/>
                </a:lnTo>
                <a:lnTo>
                  <a:pt x="752475" y="628650"/>
                </a:lnTo>
                <a:lnTo>
                  <a:pt x="742950" y="628650"/>
                </a:lnTo>
                <a:lnTo>
                  <a:pt x="742950" y="609600"/>
                </a:lnTo>
                <a:lnTo>
                  <a:pt x="733425" y="609600"/>
                </a:lnTo>
                <a:lnTo>
                  <a:pt x="733425" y="619125"/>
                </a:lnTo>
                <a:lnTo>
                  <a:pt x="723900" y="619125"/>
                </a:lnTo>
                <a:lnTo>
                  <a:pt x="723900" y="628650"/>
                </a:lnTo>
                <a:lnTo>
                  <a:pt x="714375" y="628650"/>
                </a:lnTo>
                <a:lnTo>
                  <a:pt x="714375" y="647700"/>
                </a:lnTo>
                <a:lnTo>
                  <a:pt x="657225" y="647700"/>
                </a:lnTo>
                <a:lnTo>
                  <a:pt x="657225" y="638175"/>
                </a:lnTo>
                <a:lnTo>
                  <a:pt x="666750" y="638175"/>
                </a:lnTo>
                <a:lnTo>
                  <a:pt x="666750" y="628650"/>
                </a:lnTo>
                <a:lnTo>
                  <a:pt x="638175" y="628650"/>
                </a:lnTo>
                <a:lnTo>
                  <a:pt x="638175" y="647700"/>
                </a:lnTo>
                <a:lnTo>
                  <a:pt x="581025" y="647700"/>
                </a:lnTo>
                <a:lnTo>
                  <a:pt x="581025" y="657225"/>
                </a:lnTo>
                <a:lnTo>
                  <a:pt x="571500" y="657225"/>
                </a:lnTo>
                <a:lnTo>
                  <a:pt x="571500" y="647700"/>
                </a:lnTo>
                <a:lnTo>
                  <a:pt x="514350" y="647700"/>
                </a:lnTo>
                <a:lnTo>
                  <a:pt x="514350" y="638175"/>
                </a:lnTo>
                <a:lnTo>
                  <a:pt x="504825" y="638175"/>
                </a:lnTo>
                <a:lnTo>
                  <a:pt x="504825" y="647700"/>
                </a:lnTo>
                <a:lnTo>
                  <a:pt x="457200" y="647700"/>
                </a:lnTo>
                <a:lnTo>
                  <a:pt x="457200" y="638175"/>
                </a:lnTo>
                <a:lnTo>
                  <a:pt x="447675" y="638175"/>
                </a:lnTo>
                <a:lnTo>
                  <a:pt x="447675" y="647700"/>
                </a:lnTo>
                <a:lnTo>
                  <a:pt x="409575" y="647700"/>
                </a:lnTo>
                <a:lnTo>
                  <a:pt x="409575" y="638175"/>
                </a:lnTo>
                <a:lnTo>
                  <a:pt x="419100" y="638175"/>
                </a:lnTo>
                <a:lnTo>
                  <a:pt x="419100" y="619125"/>
                </a:lnTo>
                <a:lnTo>
                  <a:pt x="457200" y="619125"/>
                </a:lnTo>
                <a:lnTo>
                  <a:pt x="457200" y="590550"/>
                </a:lnTo>
                <a:lnTo>
                  <a:pt x="447675" y="590550"/>
                </a:lnTo>
                <a:lnTo>
                  <a:pt x="447675" y="581025"/>
                </a:lnTo>
                <a:lnTo>
                  <a:pt x="438150" y="581025"/>
                </a:lnTo>
                <a:lnTo>
                  <a:pt x="438150" y="571500"/>
                </a:lnTo>
                <a:lnTo>
                  <a:pt x="428625" y="571500"/>
                </a:lnTo>
                <a:lnTo>
                  <a:pt x="428625" y="552450"/>
                </a:lnTo>
                <a:lnTo>
                  <a:pt x="438150" y="552450"/>
                </a:lnTo>
                <a:lnTo>
                  <a:pt x="438150" y="542925"/>
                </a:lnTo>
                <a:lnTo>
                  <a:pt x="447675" y="542925"/>
                </a:lnTo>
                <a:lnTo>
                  <a:pt x="447675" y="552450"/>
                </a:lnTo>
                <a:lnTo>
                  <a:pt x="457200" y="552450"/>
                </a:lnTo>
                <a:lnTo>
                  <a:pt x="457200" y="571500"/>
                </a:lnTo>
                <a:lnTo>
                  <a:pt x="476250" y="571500"/>
                </a:lnTo>
                <a:lnTo>
                  <a:pt x="476250" y="561975"/>
                </a:lnTo>
                <a:lnTo>
                  <a:pt x="514350" y="561975"/>
                </a:lnTo>
                <a:lnTo>
                  <a:pt x="514350" y="571500"/>
                </a:lnTo>
                <a:lnTo>
                  <a:pt x="533400" y="571500"/>
                </a:lnTo>
                <a:lnTo>
                  <a:pt x="533400" y="581025"/>
                </a:lnTo>
                <a:lnTo>
                  <a:pt x="561975" y="581025"/>
                </a:lnTo>
                <a:lnTo>
                  <a:pt x="561975" y="571500"/>
                </a:lnTo>
                <a:lnTo>
                  <a:pt x="571500" y="571500"/>
                </a:lnTo>
                <a:lnTo>
                  <a:pt x="571500" y="533400"/>
                </a:lnTo>
                <a:lnTo>
                  <a:pt x="628650" y="533400"/>
                </a:lnTo>
                <a:lnTo>
                  <a:pt x="628650" y="514350"/>
                </a:lnTo>
                <a:lnTo>
                  <a:pt x="619125" y="514350"/>
                </a:lnTo>
                <a:lnTo>
                  <a:pt x="619125" y="504825"/>
                </a:lnTo>
                <a:lnTo>
                  <a:pt x="609600" y="504825"/>
                </a:lnTo>
                <a:lnTo>
                  <a:pt x="609600" y="485775"/>
                </a:lnTo>
                <a:lnTo>
                  <a:pt x="666750" y="485775"/>
                </a:lnTo>
                <a:lnTo>
                  <a:pt x="666750" y="495300"/>
                </a:lnTo>
                <a:lnTo>
                  <a:pt x="685800" y="495300"/>
                </a:lnTo>
                <a:lnTo>
                  <a:pt x="685800" y="504825"/>
                </a:lnTo>
                <a:lnTo>
                  <a:pt x="695325" y="504825"/>
                </a:lnTo>
                <a:lnTo>
                  <a:pt x="695325" y="495300"/>
                </a:lnTo>
                <a:lnTo>
                  <a:pt x="714375" y="495300"/>
                </a:lnTo>
                <a:lnTo>
                  <a:pt x="714375" y="476250"/>
                </a:lnTo>
                <a:lnTo>
                  <a:pt x="752475" y="476250"/>
                </a:lnTo>
                <a:lnTo>
                  <a:pt x="752475" y="485775"/>
                </a:lnTo>
                <a:lnTo>
                  <a:pt x="762000" y="485775"/>
                </a:lnTo>
                <a:lnTo>
                  <a:pt x="762000" y="495300"/>
                </a:lnTo>
                <a:lnTo>
                  <a:pt x="809625" y="495300"/>
                </a:lnTo>
                <a:lnTo>
                  <a:pt x="809625" y="504825"/>
                </a:lnTo>
                <a:lnTo>
                  <a:pt x="876300" y="504825"/>
                </a:lnTo>
                <a:lnTo>
                  <a:pt x="876300" y="542925"/>
                </a:lnTo>
                <a:lnTo>
                  <a:pt x="904875" y="542925"/>
                </a:lnTo>
                <a:lnTo>
                  <a:pt x="904875" y="552450"/>
                </a:lnTo>
                <a:lnTo>
                  <a:pt x="895350" y="552450"/>
                </a:lnTo>
                <a:lnTo>
                  <a:pt x="895350" y="561975"/>
                </a:lnTo>
                <a:lnTo>
                  <a:pt x="914400" y="561975"/>
                </a:lnTo>
                <a:lnTo>
                  <a:pt x="914400" y="552450"/>
                </a:lnTo>
                <a:lnTo>
                  <a:pt x="933450" y="552450"/>
                </a:lnTo>
                <a:lnTo>
                  <a:pt x="933450" y="542925"/>
                </a:lnTo>
                <a:lnTo>
                  <a:pt x="952500" y="542925"/>
                </a:lnTo>
                <a:lnTo>
                  <a:pt x="952500" y="523875"/>
                </a:lnTo>
                <a:lnTo>
                  <a:pt x="981075" y="523875"/>
                </a:lnTo>
                <a:lnTo>
                  <a:pt x="981075" y="533400"/>
                </a:lnTo>
                <a:lnTo>
                  <a:pt x="990600" y="533400"/>
                </a:lnTo>
                <a:lnTo>
                  <a:pt x="990600" y="504825"/>
                </a:lnTo>
                <a:lnTo>
                  <a:pt x="1000125" y="504825"/>
                </a:lnTo>
                <a:lnTo>
                  <a:pt x="1000125" y="514350"/>
                </a:lnTo>
                <a:lnTo>
                  <a:pt x="1009650" y="514350"/>
                </a:lnTo>
                <a:lnTo>
                  <a:pt x="1009650" y="504825"/>
                </a:lnTo>
                <a:lnTo>
                  <a:pt x="1019175" y="504825"/>
                </a:lnTo>
                <a:lnTo>
                  <a:pt x="1019175" y="485775"/>
                </a:lnTo>
                <a:lnTo>
                  <a:pt x="1028700" y="485775"/>
                </a:lnTo>
                <a:lnTo>
                  <a:pt x="1028700" y="476250"/>
                </a:lnTo>
                <a:lnTo>
                  <a:pt x="1038225" y="476250"/>
                </a:lnTo>
                <a:lnTo>
                  <a:pt x="1038225" y="457200"/>
                </a:lnTo>
                <a:lnTo>
                  <a:pt x="1047750" y="457200"/>
                </a:lnTo>
                <a:lnTo>
                  <a:pt x="1047750" y="447675"/>
                </a:lnTo>
                <a:lnTo>
                  <a:pt x="1038225" y="447675"/>
                </a:lnTo>
                <a:lnTo>
                  <a:pt x="1038225" y="438150"/>
                </a:lnTo>
                <a:lnTo>
                  <a:pt x="1019175" y="438150"/>
                </a:lnTo>
                <a:lnTo>
                  <a:pt x="1019175" y="428625"/>
                </a:lnTo>
                <a:lnTo>
                  <a:pt x="1009650" y="428625"/>
                </a:lnTo>
                <a:lnTo>
                  <a:pt x="1009650" y="419100"/>
                </a:lnTo>
                <a:lnTo>
                  <a:pt x="1038225" y="419100"/>
                </a:lnTo>
                <a:lnTo>
                  <a:pt x="1038225" y="409575"/>
                </a:lnTo>
                <a:lnTo>
                  <a:pt x="1019175" y="409575"/>
                </a:lnTo>
                <a:lnTo>
                  <a:pt x="1019175" y="390525"/>
                </a:lnTo>
                <a:lnTo>
                  <a:pt x="1047750" y="390525"/>
                </a:lnTo>
                <a:lnTo>
                  <a:pt x="1047750" y="400050"/>
                </a:lnTo>
                <a:lnTo>
                  <a:pt x="1057275" y="400050"/>
                </a:lnTo>
                <a:lnTo>
                  <a:pt x="1057275" y="419100"/>
                </a:lnTo>
                <a:lnTo>
                  <a:pt x="1085850" y="419100"/>
                </a:lnTo>
                <a:lnTo>
                  <a:pt x="1085850" y="400050"/>
                </a:lnTo>
                <a:lnTo>
                  <a:pt x="1095375" y="400050"/>
                </a:lnTo>
                <a:lnTo>
                  <a:pt x="1095375" y="381000"/>
                </a:lnTo>
                <a:lnTo>
                  <a:pt x="1104900" y="381000"/>
                </a:lnTo>
                <a:lnTo>
                  <a:pt x="1104900" y="361950"/>
                </a:lnTo>
                <a:lnTo>
                  <a:pt x="1095375" y="361950"/>
                </a:lnTo>
                <a:lnTo>
                  <a:pt x="1095375" y="352425"/>
                </a:lnTo>
                <a:lnTo>
                  <a:pt x="1123950" y="352425"/>
                </a:lnTo>
                <a:lnTo>
                  <a:pt x="1123950" y="361950"/>
                </a:lnTo>
                <a:lnTo>
                  <a:pt x="1162050" y="361950"/>
                </a:lnTo>
                <a:lnTo>
                  <a:pt x="1162050" y="352425"/>
                </a:lnTo>
                <a:lnTo>
                  <a:pt x="1181100" y="352425"/>
                </a:lnTo>
                <a:lnTo>
                  <a:pt x="1181100" y="371475"/>
                </a:lnTo>
                <a:lnTo>
                  <a:pt x="1190625" y="371475"/>
                </a:lnTo>
                <a:lnTo>
                  <a:pt x="1190625" y="342900"/>
                </a:lnTo>
                <a:lnTo>
                  <a:pt x="1209675" y="342900"/>
                </a:lnTo>
                <a:lnTo>
                  <a:pt x="1209675" y="333375"/>
                </a:lnTo>
                <a:lnTo>
                  <a:pt x="1200150" y="333375"/>
                </a:lnTo>
                <a:lnTo>
                  <a:pt x="1200150" y="304800"/>
                </a:lnTo>
                <a:lnTo>
                  <a:pt x="1209675" y="304800"/>
                </a:lnTo>
                <a:lnTo>
                  <a:pt x="1209675" y="314325"/>
                </a:lnTo>
                <a:lnTo>
                  <a:pt x="1219200" y="314325"/>
                </a:lnTo>
                <a:lnTo>
                  <a:pt x="1219200" y="304800"/>
                </a:lnTo>
                <a:lnTo>
                  <a:pt x="1228725" y="304800"/>
                </a:lnTo>
                <a:lnTo>
                  <a:pt x="1228725" y="314325"/>
                </a:lnTo>
                <a:lnTo>
                  <a:pt x="1238250" y="314325"/>
                </a:lnTo>
                <a:lnTo>
                  <a:pt x="1238250" y="323850"/>
                </a:lnTo>
                <a:lnTo>
                  <a:pt x="1247775" y="323850"/>
                </a:lnTo>
                <a:lnTo>
                  <a:pt x="1247775" y="304800"/>
                </a:lnTo>
                <a:lnTo>
                  <a:pt x="1266825" y="304800"/>
                </a:lnTo>
                <a:lnTo>
                  <a:pt x="1266825" y="295275"/>
                </a:lnTo>
                <a:lnTo>
                  <a:pt x="1276350" y="295275"/>
                </a:lnTo>
                <a:lnTo>
                  <a:pt x="1276350" y="285750"/>
                </a:lnTo>
                <a:lnTo>
                  <a:pt x="1295400" y="285750"/>
                </a:lnTo>
                <a:lnTo>
                  <a:pt x="1295400" y="276225"/>
                </a:lnTo>
                <a:lnTo>
                  <a:pt x="1304925" y="276225"/>
                </a:lnTo>
                <a:lnTo>
                  <a:pt x="1304925" y="295275"/>
                </a:lnTo>
                <a:lnTo>
                  <a:pt x="1323975" y="295275"/>
                </a:lnTo>
                <a:lnTo>
                  <a:pt x="1323975" y="285750"/>
                </a:lnTo>
                <a:lnTo>
                  <a:pt x="1333500" y="285750"/>
                </a:lnTo>
                <a:lnTo>
                  <a:pt x="1333500" y="276225"/>
                </a:lnTo>
                <a:lnTo>
                  <a:pt x="1352550" y="276225"/>
                </a:lnTo>
                <a:lnTo>
                  <a:pt x="1352550" y="295275"/>
                </a:lnTo>
                <a:lnTo>
                  <a:pt x="1390650" y="295275"/>
                </a:lnTo>
                <a:lnTo>
                  <a:pt x="1390650" y="276225"/>
                </a:lnTo>
                <a:lnTo>
                  <a:pt x="1419225" y="276225"/>
                </a:lnTo>
                <a:lnTo>
                  <a:pt x="1419225" y="295275"/>
                </a:lnTo>
                <a:lnTo>
                  <a:pt x="1438275" y="295275"/>
                </a:lnTo>
                <a:lnTo>
                  <a:pt x="1438275" y="285750"/>
                </a:lnTo>
                <a:lnTo>
                  <a:pt x="1476375" y="285750"/>
                </a:lnTo>
                <a:lnTo>
                  <a:pt x="1476375" y="295275"/>
                </a:lnTo>
                <a:lnTo>
                  <a:pt x="1485900" y="295275"/>
                </a:lnTo>
                <a:lnTo>
                  <a:pt x="1485900" y="285750"/>
                </a:lnTo>
                <a:lnTo>
                  <a:pt x="1495425" y="285750"/>
                </a:lnTo>
                <a:lnTo>
                  <a:pt x="1495425" y="295275"/>
                </a:lnTo>
                <a:lnTo>
                  <a:pt x="1514475" y="295275"/>
                </a:lnTo>
                <a:lnTo>
                  <a:pt x="1514475" y="304800"/>
                </a:lnTo>
                <a:lnTo>
                  <a:pt x="1504950" y="304800"/>
                </a:lnTo>
                <a:lnTo>
                  <a:pt x="1504950" y="323850"/>
                </a:lnTo>
                <a:lnTo>
                  <a:pt x="1524000" y="323850"/>
                </a:lnTo>
                <a:lnTo>
                  <a:pt x="1524000" y="304800"/>
                </a:lnTo>
                <a:lnTo>
                  <a:pt x="1543050" y="304800"/>
                </a:lnTo>
                <a:lnTo>
                  <a:pt x="1543050" y="295275"/>
                </a:lnTo>
                <a:lnTo>
                  <a:pt x="1552575" y="295275"/>
                </a:lnTo>
                <a:lnTo>
                  <a:pt x="1552575" y="285750"/>
                </a:lnTo>
                <a:lnTo>
                  <a:pt x="1571625" y="285750"/>
                </a:lnTo>
                <a:lnTo>
                  <a:pt x="1571625" y="314325"/>
                </a:lnTo>
                <a:lnTo>
                  <a:pt x="1590675" y="314325"/>
                </a:lnTo>
                <a:lnTo>
                  <a:pt x="1590675" y="285750"/>
                </a:lnTo>
                <a:lnTo>
                  <a:pt x="1647825" y="285750"/>
                </a:lnTo>
                <a:lnTo>
                  <a:pt x="1647825" y="276225"/>
                </a:lnTo>
                <a:lnTo>
                  <a:pt x="1676400" y="276225"/>
                </a:lnTo>
                <a:lnTo>
                  <a:pt x="1676400" y="266700"/>
                </a:lnTo>
                <a:lnTo>
                  <a:pt x="1695450" y="266700"/>
                </a:lnTo>
                <a:close/>
                <a:moveTo>
                  <a:pt x="152400" y="257175"/>
                </a:moveTo>
                <a:lnTo>
                  <a:pt x="171450" y="257175"/>
                </a:lnTo>
                <a:lnTo>
                  <a:pt x="171450" y="276225"/>
                </a:lnTo>
                <a:lnTo>
                  <a:pt x="161925" y="276225"/>
                </a:lnTo>
                <a:lnTo>
                  <a:pt x="161925" y="266700"/>
                </a:lnTo>
                <a:lnTo>
                  <a:pt x="152400" y="266700"/>
                </a:lnTo>
                <a:close/>
                <a:moveTo>
                  <a:pt x="1895475" y="323850"/>
                </a:moveTo>
                <a:lnTo>
                  <a:pt x="1905000" y="323850"/>
                </a:lnTo>
                <a:lnTo>
                  <a:pt x="1905000" y="342900"/>
                </a:lnTo>
                <a:lnTo>
                  <a:pt x="1885950" y="342900"/>
                </a:lnTo>
                <a:lnTo>
                  <a:pt x="1885950" y="333375"/>
                </a:lnTo>
                <a:lnTo>
                  <a:pt x="1895475" y="333375"/>
                </a:lnTo>
                <a:close/>
                <a:moveTo>
                  <a:pt x="1552575" y="333375"/>
                </a:moveTo>
                <a:lnTo>
                  <a:pt x="1562100" y="333375"/>
                </a:lnTo>
                <a:lnTo>
                  <a:pt x="1562100" y="314325"/>
                </a:lnTo>
                <a:lnTo>
                  <a:pt x="1543050" y="314325"/>
                </a:lnTo>
                <a:lnTo>
                  <a:pt x="1543050" y="342900"/>
                </a:lnTo>
                <a:lnTo>
                  <a:pt x="1552575" y="342900"/>
                </a:lnTo>
                <a:close/>
                <a:moveTo>
                  <a:pt x="1457325" y="342900"/>
                </a:moveTo>
                <a:lnTo>
                  <a:pt x="1466850" y="342900"/>
                </a:lnTo>
                <a:lnTo>
                  <a:pt x="1466850" y="333375"/>
                </a:lnTo>
                <a:lnTo>
                  <a:pt x="1457325" y="333375"/>
                </a:lnTo>
                <a:close/>
                <a:moveTo>
                  <a:pt x="1504950" y="342900"/>
                </a:moveTo>
                <a:lnTo>
                  <a:pt x="1524000" y="342900"/>
                </a:lnTo>
                <a:lnTo>
                  <a:pt x="1524000" y="333375"/>
                </a:lnTo>
                <a:lnTo>
                  <a:pt x="1504950" y="333375"/>
                </a:lnTo>
                <a:close/>
                <a:moveTo>
                  <a:pt x="1362075" y="352425"/>
                </a:moveTo>
                <a:lnTo>
                  <a:pt x="1381125" y="352425"/>
                </a:lnTo>
                <a:lnTo>
                  <a:pt x="1381125" y="333375"/>
                </a:lnTo>
                <a:lnTo>
                  <a:pt x="1362075" y="333375"/>
                </a:lnTo>
                <a:close/>
                <a:moveTo>
                  <a:pt x="1438275" y="352425"/>
                </a:moveTo>
                <a:lnTo>
                  <a:pt x="1447800" y="352425"/>
                </a:lnTo>
                <a:lnTo>
                  <a:pt x="1447800" y="342900"/>
                </a:lnTo>
                <a:lnTo>
                  <a:pt x="1438275" y="342900"/>
                </a:lnTo>
                <a:close/>
                <a:moveTo>
                  <a:pt x="1285875" y="381000"/>
                </a:moveTo>
                <a:lnTo>
                  <a:pt x="1295400" y="381000"/>
                </a:lnTo>
                <a:lnTo>
                  <a:pt x="1295400" y="371475"/>
                </a:lnTo>
                <a:lnTo>
                  <a:pt x="1285875" y="371475"/>
                </a:lnTo>
                <a:lnTo>
                  <a:pt x="1285875" y="361950"/>
                </a:lnTo>
                <a:lnTo>
                  <a:pt x="1276350" y="361950"/>
                </a:lnTo>
                <a:lnTo>
                  <a:pt x="1276350" y="390525"/>
                </a:lnTo>
                <a:lnTo>
                  <a:pt x="1285875" y="390525"/>
                </a:lnTo>
                <a:close/>
                <a:moveTo>
                  <a:pt x="1333500" y="390525"/>
                </a:moveTo>
                <a:lnTo>
                  <a:pt x="1343025" y="390525"/>
                </a:lnTo>
                <a:lnTo>
                  <a:pt x="1343025" y="371475"/>
                </a:lnTo>
                <a:lnTo>
                  <a:pt x="1333500" y="371475"/>
                </a:lnTo>
                <a:close/>
                <a:moveTo>
                  <a:pt x="1238250" y="400050"/>
                </a:moveTo>
                <a:lnTo>
                  <a:pt x="1228725" y="400050"/>
                </a:lnTo>
                <a:lnTo>
                  <a:pt x="1228725" y="409575"/>
                </a:lnTo>
                <a:lnTo>
                  <a:pt x="1219200" y="409575"/>
                </a:lnTo>
                <a:lnTo>
                  <a:pt x="1219200" y="419100"/>
                </a:lnTo>
                <a:lnTo>
                  <a:pt x="1238250" y="419100"/>
                </a:lnTo>
                <a:close/>
                <a:moveTo>
                  <a:pt x="1238250" y="400050"/>
                </a:moveTo>
                <a:lnTo>
                  <a:pt x="1247775" y="400050"/>
                </a:lnTo>
                <a:lnTo>
                  <a:pt x="1247775" y="390525"/>
                </a:lnTo>
                <a:lnTo>
                  <a:pt x="1238250" y="390525"/>
                </a:lnTo>
                <a:close/>
                <a:moveTo>
                  <a:pt x="1885950" y="409575"/>
                </a:moveTo>
                <a:lnTo>
                  <a:pt x="1895475" y="409575"/>
                </a:lnTo>
                <a:lnTo>
                  <a:pt x="1895475" y="428625"/>
                </a:lnTo>
                <a:lnTo>
                  <a:pt x="1905000" y="428625"/>
                </a:lnTo>
                <a:lnTo>
                  <a:pt x="1905000" y="457200"/>
                </a:lnTo>
                <a:lnTo>
                  <a:pt x="1895475" y="457200"/>
                </a:lnTo>
                <a:lnTo>
                  <a:pt x="1895475" y="466725"/>
                </a:lnTo>
                <a:lnTo>
                  <a:pt x="1885950" y="466725"/>
                </a:lnTo>
                <a:lnTo>
                  <a:pt x="1885950" y="447675"/>
                </a:lnTo>
                <a:lnTo>
                  <a:pt x="1876425" y="447675"/>
                </a:lnTo>
                <a:lnTo>
                  <a:pt x="1876425" y="419100"/>
                </a:lnTo>
                <a:lnTo>
                  <a:pt x="1885950" y="419100"/>
                </a:lnTo>
                <a:close/>
                <a:moveTo>
                  <a:pt x="1123950" y="419100"/>
                </a:moveTo>
                <a:lnTo>
                  <a:pt x="1133475" y="419100"/>
                </a:lnTo>
                <a:lnTo>
                  <a:pt x="1133475" y="409575"/>
                </a:lnTo>
                <a:lnTo>
                  <a:pt x="1123950" y="409575"/>
                </a:lnTo>
                <a:close/>
                <a:moveTo>
                  <a:pt x="1352550" y="428625"/>
                </a:moveTo>
                <a:lnTo>
                  <a:pt x="1371600" y="428625"/>
                </a:lnTo>
                <a:lnTo>
                  <a:pt x="1371600" y="447675"/>
                </a:lnTo>
                <a:lnTo>
                  <a:pt x="1381125" y="447675"/>
                </a:lnTo>
                <a:lnTo>
                  <a:pt x="1381125" y="428625"/>
                </a:lnTo>
                <a:lnTo>
                  <a:pt x="1390650" y="428625"/>
                </a:lnTo>
                <a:lnTo>
                  <a:pt x="1390650" y="419100"/>
                </a:lnTo>
                <a:lnTo>
                  <a:pt x="1352550" y="419100"/>
                </a:lnTo>
                <a:close/>
                <a:moveTo>
                  <a:pt x="1219200" y="438150"/>
                </a:moveTo>
                <a:lnTo>
                  <a:pt x="1228725" y="438150"/>
                </a:lnTo>
                <a:lnTo>
                  <a:pt x="1228725" y="428625"/>
                </a:lnTo>
                <a:lnTo>
                  <a:pt x="1219200" y="428625"/>
                </a:lnTo>
                <a:close/>
                <a:moveTo>
                  <a:pt x="1266825" y="438150"/>
                </a:moveTo>
                <a:lnTo>
                  <a:pt x="1276350" y="438150"/>
                </a:lnTo>
                <a:lnTo>
                  <a:pt x="1276350" y="447675"/>
                </a:lnTo>
                <a:lnTo>
                  <a:pt x="1295400" y="447675"/>
                </a:lnTo>
                <a:lnTo>
                  <a:pt x="1295400" y="428625"/>
                </a:lnTo>
                <a:lnTo>
                  <a:pt x="1266825" y="428625"/>
                </a:lnTo>
                <a:close/>
                <a:moveTo>
                  <a:pt x="1314450" y="438150"/>
                </a:moveTo>
                <a:lnTo>
                  <a:pt x="1323975" y="438150"/>
                </a:lnTo>
                <a:lnTo>
                  <a:pt x="1323975" y="428625"/>
                </a:lnTo>
                <a:lnTo>
                  <a:pt x="1314450" y="428625"/>
                </a:lnTo>
                <a:close/>
                <a:moveTo>
                  <a:pt x="1390650" y="438150"/>
                </a:moveTo>
                <a:lnTo>
                  <a:pt x="1400175" y="438150"/>
                </a:lnTo>
                <a:lnTo>
                  <a:pt x="1400175" y="428625"/>
                </a:lnTo>
                <a:lnTo>
                  <a:pt x="1390650" y="428625"/>
                </a:lnTo>
                <a:close/>
                <a:moveTo>
                  <a:pt x="1181100" y="447675"/>
                </a:moveTo>
                <a:lnTo>
                  <a:pt x="1190625" y="447675"/>
                </a:lnTo>
                <a:lnTo>
                  <a:pt x="1190625" y="428625"/>
                </a:lnTo>
                <a:lnTo>
                  <a:pt x="1181100" y="428625"/>
                </a:lnTo>
                <a:close/>
                <a:moveTo>
                  <a:pt x="1295400" y="457200"/>
                </a:moveTo>
                <a:lnTo>
                  <a:pt x="1304925" y="457200"/>
                </a:lnTo>
                <a:lnTo>
                  <a:pt x="1304925" y="447675"/>
                </a:lnTo>
                <a:lnTo>
                  <a:pt x="1295400" y="447675"/>
                </a:lnTo>
                <a:close/>
                <a:moveTo>
                  <a:pt x="1333500" y="457200"/>
                </a:moveTo>
                <a:lnTo>
                  <a:pt x="1352550" y="457200"/>
                </a:lnTo>
                <a:lnTo>
                  <a:pt x="1352550" y="476250"/>
                </a:lnTo>
                <a:lnTo>
                  <a:pt x="1371600" y="476250"/>
                </a:lnTo>
                <a:lnTo>
                  <a:pt x="1371600" y="466725"/>
                </a:lnTo>
                <a:lnTo>
                  <a:pt x="1362075" y="466725"/>
                </a:lnTo>
                <a:lnTo>
                  <a:pt x="1362075" y="447675"/>
                </a:lnTo>
                <a:lnTo>
                  <a:pt x="1343025" y="447675"/>
                </a:lnTo>
                <a:lnTo>
                  <a:pt x="1343025" y="438150"/>
                </a:lnTo>
                <a:lnTo>
                  <a:pt x="1333500" y="438150"/>
                </a:lnTo>
                <a:close/>
                <a:moveTo>
                  <a:pt x="1228725" y="466725"/>
                </a:moveTo>
                <a:lnTo>
                  <a:pt x="1238250" y="466725"/>
                </a:lnTo>
                <a:lnTo>
                  <a:pt x="1238250" y="447675"/>
                </a:lnTo>
                <a:lnTo>
                  <a:pt x="1228725" y="447675"/>
                </a:lnTo>
                <a:close/>
                <a:moveTo>
                  <a:pt x="1885950" y="476250"/>
                </a:moveTo>
                <a:lnTo>
                  <a:pt x="1895475" y="476250"/>
                </a:lnTo>
                <a:lnTo>
                  <a:pt x="1895475" y="495300"/>
                </a:lnTo>
                <a:lnTo>
                  <a:pt x="1885950" y="495300"/>
                </a:lnTo>
                <a:lnTo>
                  <a:pt x="1885950" y="523875"/>
                </a:lnTo>
                <a:lnTo>
                  <a:pt x="1876425" y="523875"/>
                </a:lnTo>
                <a:lnTo>
                  <a:pt x="1876425" y="485775"/>
                </a:lnTo>
                <a:lnTo>
                  <a:pt x="1885950" y="485775"/>
                </a:lnTo>
                <a:close/>
                <a:moveTo>
                  <a:pt x="866775" y="485775"/>
                </a:moveTo>
                <a:lnTo>
                  <a:pt x="876300" y="485775"/>
                </a:lnTo>
                <a:lnTo>
                  <a:pt x="876300" y="495300"/>
                </a:lnTo>
                <a:lnTo>
                  <a:pt x="866775" y="495300"/>
                </a:lnTo>
                <a:close/>
                <a:moveTo>
                  <a:pt x="304800" y="495300"/>
                </a:moveTo>
                <a:lnTo>
                  <a:pt x="314325" y="495300"/>
                </a:lnTo>
                <a:lnTo>
                  <a:pt x="314325" y="504825"/>
                </a:lnTo>
                <a:lnTo>
                  <a:pt x="304800" y="504825"/>
                </a:lnTo>
                <a:close/>
                <a:moveTo>
                  <a:pt x="1114425" y="495300"/>
                </a:moveTo>
                <a:lnTo>
                  <a:pt x="1123950" y="495300"/>
                </a:lnTo>
                <a:lnTo>
                  <a:pt x="1123950" y="466725"/>
                </a:lnTo>
                <a:lnTo>
                  <a:pt x="1104900" y="466725"/>
                </a:lnTo>
                <a:lnTo>
                  <a:pt x="1104900" y="476250"/>
                </a:lnTo>
                <a:lnTo>
                  <a:pt x="1095375" y="476250"/>
                </a:lnTo>
                <a:lnTo>
                  <a:pt x="1095375" y="485775"/>
                </a:lnTo>
                <a:lnTo>
                  <a:pt x="1076325" y="485775"/>
                </a:lnTo>
                <a:lnTo>
                  <a:pt x="1076325" y="495300"/>
                </a:lnTo>
                <a:lnTo>
                  <a:pt x="1038225" y="495300"/>
                </a:lnTo>
                <a:lnTo>
                  <a:pt x="1038225" y="514350"/>
                </a:lnTo>
                <a:lnTo>
                  <a:pt x="1047750" y="514350"/>
                </a:lnTo>
                <a:lnTo>
                  <a:pt x="1047750" y="504825"/>
                </a:lnTo>
                <a:lnTo>
                  <a:pt x="1057275" y="504825"/>
                </a:lnTo>
                <a:lnTo>
                  <a:pt x="1057275" y="514350"/>
                </a:lnTo>
                <a:lnTo>
                  <a:pt x="1066800" y="514350"/>
                </a:lnTo>
                <a:lnTo>
                  <a:pt x="1066800" y="523875"/>
                </a:lnTo>
                <a:lnTo>
                  <a:pt x="1076325" y="523875"/>
                </a:lnTo>
                <a:lnTo>
                  <a:pt x="1076325" y="533400"/>
                </a:lnTo>
                <a:lnTo>
                  <a:pt x="1066800" y="533400"/>
                </a:lnTo>
                <a:lnTo>
                  <a:pt x="1066800" y="542925"/>
                </a:lnTo>
                <a:lnTo>
                  <a:pt x="1000125" y="542925"/>
                </a:lnTo>
                <a:lnTo>
                  <a:pt x="1000125" y="552450"/>
                </a:lnTo>
                <a:lnTo>
                  <a:pt x="962025" y="552450"/>
                </a:lnTo>
                <a:lnTo>
                  <a:pt x="962025" y="561975"/>
                </a:lnTo>
                <a:lnTo>
                  <a:pt x="990600" y="561975"/>
                </a:lnTo>
                <a:lnTo>
                  <a:pt x="990600" y="571500"/>
                </a:lnTo>
                <a:lnTo>
                  <a:pt x="1019175" y="571500"/>
                </a:lnTo>
                <a:lnTo>
                  <a:pt x="1019175" y="561975"/>
                </a:lnTo>
                <a:lnTo>
                  <a:pt x="1047750" y="561975"/>
                </a:lnTo>
                <a:lnTo>
                  <a:pt x="1047750" y="571500"/>
                </a:lnTo>
                <a:lnTo>
                  <a:pt x="1104900" y="571500"/>
                </a:lnTo>
                <a:lnTo>
                  <a:pt x="1104900" y="561975"/>
                </a:lnTo>
                <a:lnTo>
                  <a:pt x="1152525" y="561975"/>
                </a:lnTo>
                <a:lnTo>
                  <a:pt x="1152525" y="552450"/>
                </a:lnTo>
                <a:lnTo>
                  <a:pt x="1143000" y="552450"/>
                </a:lnTo>
                <a:lnTo>
                  <a:pt x="1143000" y="533400"/>
                </a:lnTo>
                <a:lnTo>
                  <a:pt x="1133475" y="533400"/>
                </a:lnTo>
                <a:lnTo>
                  <a:pt x="1133475" y="523875"/>
                </a:lnTo>
                <a:lnTo>
                  <a:pt x="1123950" y="523875"/>
                </a:lnTo>
                <a:lnTo>
                  <a:pt x="1123950" y="514350"/>
                </a:lnTo>
                <a:lnTo>
                  <a:pt x="1104900" y="514350"/>
                </a:lnTo>
                <a:lnTo>
                  <a:pt x="1104900" y="504825"/>
                </a:lnTo>
                <a:lnTo>
                  <a:pt x="1114425" y="504825"/>
                </a:lnTo>
                <a:close/>
                <a:moveTo>
                  <a:pt x="1276350" y="495300"/>
                </a:moveTo>
                <a:lnTo>
                  <a:pt x="1285875" y="495300"/>
                </a:lnTo>
                <a:lnTo>
                  <a:pt x="1285875" y="485775"/>
                </a:lnTo>
                <a:lnTo>
                  <a:pt x="1276350" y="485775"/>
                </a:lnTo>
                <a:close/>
                <a:moveTo>
                  <a:pt x="1295400" y="495300"/>
                </a:moveTo>
                <a:lnTo>
                  <a:pt x="1323975" y="495300"/>
                </a:lnTo>
                <a:lnTo>
                  <a:pt x="1323975" y="485775"/>
                </a:lnTo>
                <a:lnTo>
                  <a:pt x="1295400" y="485775"/>
                </a:lnTo>
                <a:close/>
                <a:moveTo>
                  <a:pt x="1352550" y="495300"/>
                </a:moveTo>
                <a:lnTo>
                  <a:pt x="1371600" y="495300"/>
                </a:lnTo>
                <a:lnTo>
                  <a:pt x="1371600" y="504825"/>
                </a:lnTo>
                <a:lnTo>
                  <a:pt x="1381125" y="504825"/>
                </a:lnTo>
                <a:lnTo>
                  <a:pt x="1381125" y="495300"/>
                </a:lnTo>
                <a:lnTo>
                  <a:pt x="1390650" y="495300"/>
                </a:lnTo>
                <a:lnTo>
                  <a:pt x="1390650" y="485775"/>
                </a:lnTo>
                <a:lnTo>
                  <a:pt x="1352550" y="485775"/>
                </a:lnTo>
                <a:close/>
                <a:moveTo>
                  <a:pt x="314325" y="504825"/>
                </a:moveTo>
                <a:lnTo>
                  <a:pt x="333375" y="504825"/>
                </a:lnTo>
                <a:lnTo>
                  <a:pt x="333375" y="514350"/>
                </a:lnTo>
                <a:lnTo>
                  <a:pt x="314325" y="514350"/>
                </a:lnTo>
                <a:close/>
                <a:moveTo>
                  <a:pt x="1133475" y="504825"/>
                </a:moveTo>
                <a:lnTo>
                  <a:pt x="1143000" y="504825"/>
                </a:lnTo>
                <a:lnTo>
                  <a:pt x="1143000" y="495300"/>
                </a:lnTo>
                <a:lnTo>
                  <a:pt x="1133475" y="495300"/>
                </a:lnTo>
                <a:close/>
                <a:moveTo>
                  <a:pt x="1200150" y="504825"/>
                </a:moveTo>
                <a:lnTo>
                  <a:pt x="1209675" y="504825"/>
                </a:lnTo>
                <a:lnTo>
                  <a:pt x="1209675" y="485775"/>
                </a:lnTo>
                <a:lnTo>
                  <a:pt x="1200150" y="485775"/>
                </a:lnTo>
                <a:close/>
                <a:moveTo>
                  <a:pt x="733425" y="514350"/>
                </a:moveTo>
                <a:lnTo>
                  <a:pt x="723900" y="514350"/>
                </a:lnTo>
                <a:lnTo>
                  <a:pt x="723900" y="504825"/>
                </a:lnTo>
                <a:lnTo>
                  <a:pt x="714375" y="504825"/>
                </a:lnTo>
                <a:lnTo>
                  <a:pt x="714375" y="514350"/>
                </a:lnTo>
                <a:lnTo>
                  <a:pt x="704850" y="514350"/>
                </a:lnTo>
                <a:lnTo>
                  <a:pt x="704850" y="533400"/>
                </a:lnTo>
                <a:lnTo>
                  <a:pt x="714375" y="533400"/>
                </a:lnTo>
                <a:lnTo>
                  <a:pt x="714375" y="561975"/>
                </a:lnTo>
                <a:lnTo>
                  <a:pt x="723900" y="561975"/>
                </a:lnTo>
                <a:lnTo>
                  <a:pt x="723900" y="552450"/>
                </a:lnTo>
                <a:lnTo>
                  <a:pt x="733425" y="552450"/>
                </a:lnTo>
                <a:close/>
                <a:moveTo>
                  <a:pt x="733425" y="514350"/>
                </a:moveTo>
                <a:lnTo>
                  <a:pt x="752475" y="514350"/>
                </a:lnTo>
                <a:lnTo>
                  <a:pt x="752475" y="504825"/>
                </a:lnTo>
                <a:lnTo>
                  <a:pt x="733425" y="504825"/>
                </a:lnTo>
                <a:close/>
                <a:moveTo>
                  <a:pt x="1238250" y="514350"/>
                </a:moveTo>
                <a:lnTo>
                  <a:pt x="1247775" y="514350"/>
                </a:lnTo>
                <a:lnTo>
                  <a:pt x="1247775" y="523875"/>
                </a:lnTo>
                <a:lnTo>
                  <a:pt x="1257300" y="523875"/>
                </a:lnTo>
                <a:lnTo>
                  <a:pt x="1257300" y="495300"/>
                </a:lnTo>
                <a:lnTo>
                  <a:pt x="1247775" y="495300"/>
                </a:lnTo>
                <a:lnTo>
                  <a:pt x="1247775" y="504825"/>
                </a:lnTo>
                <a:lnTo>
                  <a:pt x="1238250" y="504825"/>
                </a:lnTo>
                <a:close/>
                <a:moveTo>
                  <a:pt x="1009650" y="523875"/>
                </a:moveTo>
                <a:lnTo>
                  <a:pt x="1028700" y="523875"/>
                </a:lnTo>
                <a:lnTo>
                  <a:pt x="1028700" y="504825"/>
                </a:lnTo>
                <a:lnTo>
                  <a:pt x="1019175" y="504825"/>
                </a:lnTo>
                <a:lnTo>
                  <a:pt x="1019175" y="514350"/>
                </a:lnTo>
                <a:lnTo>
                  <a:pt x="1009650" y="514350"/>
                </a:lnTo>
                <a:close/>
                <a:moveTo>
                  <a:pt x="257175" y="533400"/>
                </a:moveTo>
                <a:lnTo>
                  <a:pt x="276225" y="533400"/>
                </a:lnTo>
                <a:lnTo>
                  <a:pt x="276225" y="552450"/>
                </a:lnTo>
                <a:lnTo>
                  <a:pt x="285750" y="552450"/>
                </a:lnTo>
                <a:lnTo>
                  <a:pt x="285750" y="561975"/>
                </a:lnTo>
                <a:lnTo>
                  <a:pt x="266700" y="561975"/>
                </a:lnTo>
                <a:lnTo>
                  <a:pt x="266700" y="571500"/>
                </a:lnTo>
                <a:lnTo>
                  <a:pt x="276225" y="571500"/>
                </a:lnTo>
                <a:lnTo>
                  <a:pt x="276225" y="600075"/>
                </a:lnTo>
                <a:lnTo>
                  <a:pt x="257175" y="600075"/>
                </a:lnTo>
                <a:lnTo>
                  <a:pt x="257175" y="581025"/>
                </a:lnTo>
                <a:lnTo>
                  <a:pt x="247650" y="581025"/>
                </a:lnTo>
                <a:lnTo>
                  <a:pt x="247650" y="619125"/>
                </a:lnTo>
                <a:lnTo>
                  <a:pt x="257175" y="619125"/>
                </a:lnTo>
                <a:lnTo>
                  <a:pt x="257175" y="638175"/>
                </a:lnTo>
                <a:lnTo>
                  <a:pt x="247650" y="638175"/>
                </a:lnTo>
                <a:lnTo>
                  <a:pt x="247650" y="628650"/>
                </a:lnTo>
                <a:lnTo>
                  <a:pt x="238125" y="628650"/>
                </a:lnTo>
                <a:lnTo>
                  <a:pt x="238125" y="609600"/>
                </a:lnTo>
                <a:lnTo>
                  <a:pt x="219075" y="609600"/>
                </a:lnTo>
                <a:lnTo>
                  <a:pt x="219075" y="619125"/>
                </a:lnTo>
                <a:lnTo>
                  <a:pt x="209550" y="619125"/>
                </a:lnTo>
                <a:lnTo>
                  <a:pt x="209550" y="609600"/>
                </a:lnTo>
                <a:lnTo>
                  <a:pt x="200025" y="609600"/>
                </a:lnTo>
                <a:lnTo>
                  <a:pt x="200025" y="619125"/>
                </a:lnTo>
                <a:lnTo>
                  <a:pt x="190500" y="619125"/>
                </a:lnTo>
                <a:lnTo>
                  <a:pt x="190500" y="590550"/>
                </a:lnTo>
                <a:lnTo>
                  <a:pt x="200025" y="590550"/>
                </a:lnTo>
                <a:lnTo>
                  <a:pt x="200025" y="571500"/>
                </a:lnTo>
                <a:lnTo>
                  <a:pt x="247650" y="571500"/>
                </a:lnTo>
                <a:lnTo>
                  <a:pt x="247650" y="561975"/>
                </a:lnTo>
                <a:lnTo>
                  <a:pt x="238125" y="561975"/>
                </a:lnTo>
                <a:lnTo>
                  <a:pt x="238125" y="542925"/>
                </a:lnTo>
                <a:lnTo>
                  <a:pt x="257175" y="542925"/>
                </a:lnTo>
                <a:close/>
                <a:moveTo>
                  <a:pt x="1076325" y="533400"/>
                </a:moveTo>
                <a:lnTo>
                  <a:pt x="1085850" y="533400"/>
                </a:lnTo>
                <a:lnTo>
                  <a:pt x="1085850" y="542925"/>
                </a:lnTo>
                <a:lnTo>
                  <a:pt x="1076325" y="542925"/>
                </a:lnTo>
                <a:close/>
                <a:moveTo>
                  <a:pt x="1181100" y="533400"/>
                </a:moveTo>
                <a:lnTo>
                  <a:pt x="1190625" y="533400"/>
                </a:lnTo>
                <a:lnTo>
                  <a:pt x="1190625" y="514350"/>
                </a:lnTo>
                <a:lnTo>
                  <a:pt x="1181100" y="514350"/>
                </a:lnTo>
                <a:close/>
                <a:moveTo>
                  <a:pt x="1695450" y="533400"/>
                </a:moveTo>
                <a:lnTo>
                  <a:pt x="1714500" y="533400"/>
                </a:lnTo>
                <a:lnTo>
                  <a:pt x="1714500" y="514350"/>
                </a:lnTo>
                <a:lnTo>
                  <a:pt x="1695450" y="514350"/>
                </a:lnTo>
                <a:close/>
                <a:moveTo>
                  <a:pt x="1895475" y="533400"/>
                </a:moveTo>
                <a:lnTo>
                  <a:pt x="1905000" y="533400"/>
                </a:lnTo>
                <a:lnTo>
                  <a:pt x="1905000" y="542925"/>
                </a:lnTo>
                <a:lnTo>
                  <a:pt x="1895475" y="542925"/>
                </a:lnTo>
                <a:close/>
                <a:moveTo>
                  <a:pt x="1085850" y="542925"/>
                </a:moveTo>
                <a:lnTo>
                  <a:pt x="1095375" y="542925"/>
                </a:lnTo>
                <a:lnTo>
                  <a:pt x="1095375" y="552450"/>
                </a:lnTo>
                <a:lnTo>
                  <a:pt x="1085850" y="552450"/>
                </a:lnTo>
                <a:close/>
                <a:moveTo>
                  <a:pt x="1362075" y="542925"/>
                </a:moveTo>
                <a:lnTo>
                  <a:pt x="1371600" y="542925"/>
                </a:lnTo>
                <a:lnTo>
                  <a:pt x="1371600" y="533400"/>
                </a:lnTo>
                <a:lnTo>
                  <a:pt x="1362075" y="533400"/>
                </a:lnTo>
                <a:close/>
                <a:moveTo>
                  <a:pt x="1628775" y="542925"/>
                </a:moveTo>
                <a:lnTo>
                  <a:pt x="1638300" y="542925"/>
                </a:lnTo>
                <a:lnTo>
                  <a:pt x="1638300" y="533400"/>
                </a:lnTo>
                <a:lnTo>
                  <a:pt x="1628775" y="533400"/>
                </a:lnTo>
                <a:close/>
                <a:moveTo>
                  <a:pt x="1885950" y="542925"/>
                </a:moveTo>
                <a:lnTo>
                  <a:pt x="1895475" y="542925"/>
                </a:lnTo>
                <a:lnTo>
                  <a:pt x="1895475" y="552450"/>
                </a:lnTo>
                <a:lnTo>
                  <a:pt x="1885950" y="552450"/>
                </a:lnTo>
                <a:close/>
                <a:moveTo>
                  <a:pt x="781050" y="552450"/>
                </a:moveTo>
                <a:lnTo>
                  <a:pt x="809625" y="552450"/>
                </a:lnTo>
                <a:lnTo>
                  <a:pt x="809625" y="542925"/>
                </a:lnTo>
                <a:lnTo>
                  <a:pt x="781050" y="542925"/>
                </a:lnTo>
                <a:close/>
                <a:moveTo>
                  <a:pt x="828675" y="552450"/>
                </a:moveTo>
                <a:lnTo>
                  <a:pt x="847725" y="552450"/>
                </a:lnTo>
                <a:lnTo>
                  <a:pt x="847725" y="561975"/>
                </a:lnTo>
                <a:lnTo>
                  <a:pt x="857250" y="561975"/>
                </a:lnTo>
                <a:lnTo>
                  <a:pt x="857250" y="571500"/>
                </a:lnTo>
                <a:lnTo>
                  <a:pt x="866775" y="571500"/>
                </a:lnTo>
                <a:lnTo>
                  <a:pt x="866775" y="561975"/>
                </a:lnTo>
                <a:lnTo>
                  <a:pt x="885825" y="561975"/>
                </a:lnTo>
                <a:lnTo>
                  <a:pt x="885825" y="552450"/>
                </a:lnTo>
                <a:lnTo>
                  <a:pt x="866775" y="552450"/>
                </a:lnTo>
                <a:lnTo>
                  <a:pt x="866775" y="542925"/>
                </a:lnTo>
                <a:lnTo>
                  <a:pt x="857250" y="542925"/>
                </a:lnTo>
                <a:lnTo>
                  <a:pt x="857250" y="533400"/>
                </a:lnTo>
                <a:lnTo>
                  <a:pt x="838200" y="533400"/>
                </a:lnTo>
                <a:lnTo>
                  <a:pt x="838200" y="514350"/>
                </a:lnTo>
                <a:lnTo>
                  <a:pt x="828675" y="514350"/>
                </a:lnTo>
                <a:close/>
                <a:moveTo>
                  <a:pt x="1238250" y="552450"/>
                </a:moveTo>
                <a:lnTo>
                  <a:pt x="1247775" y="552450"/>
                </a:lnTo>
                <a:lnTo>
                  <a:pt x="1247775" y="533400"/>
                </a:lnTo>
                <a:lnTo>
                  <a:pt x="1238250" y="533400"/>
                </a:lnTo>
                <a:close/>
                <a:moveTo>
                  <a:pt x="1714500" y="561975"/>
                </a:moveTo>
                <a:lnTo>
                  <a:pt x="1724025" y="561975"/>
                </a:lnTo>
                <a:lnTo>
                  <a:pt x="1724025" y="571500"/>
                </a:lnTo>
                <a:lnTo>
                  <a:pt x="1733550" y="571500"/>
                </a:lnTo>
                <a:lnTo>
                  <a:pt x="1733550" y="561975"/>
                </a:lnTo>
                <a:lnTo>
                  <a:pt x="1752600" y="561975"/>
                </a:lnTo>
                <a:lnTo>
                  <a:pt x="1752600" y="552450"/>
                </a:lnTo>
                <a:lnTo>
                  <a:pt x="1743075" y="552450"/>
                </a:lnTo>
                <a:lnTo>
                  <a:pt x="1743075" y="542925"/>
                </a:lnTo>
                <a:lnTo>
                  <a:pt x="1704975" y="542925"/>
                </a:lnTo>
                <a:lnTo>
                  <a:pt x="1704975" y="552450"/>
                </a:lnTo>
                <a:lnTo>
                  <a:pt x="1695450" y="552450"/>
                </a:lnTo>
                <a:lnTo>
                  <a:pt x="1695450" y="542925"/>
                </a:lnTo>
                <a:lnTo>
                  <a:pt x="1685925" y="542925"/>
                </a:lnTo>
                <a:lnTo>
                  <a:pt x="1685925" y="571500"/>
                </a:lnTo>
                <a:lnTo>
                  <a:pt x="1695450" y="571500"/>
                </a:lnTo>
                <a:lnTo>
                  <a:pt x="1695450" y="581025"/>
                </a:lnTo>
                <a:lnTo>
                  <a:pt x="1714500" y="581025"/>
                </a:lnTo>
                <a:close/>
                <a:moveTo>
                  <a:pt x="1885950" y="561975"/>
                </a:moveTo>
                <a:lnTo>
                  <a:pt x="1905000" y="561975"/>
                </a:lnTo>
                <a:lnTo>
                  <a:pt x="1905000" y="695325"/>
                </a:lnTo>
                <a:lnTo>
                  <a:pt x="1895475" y="695325"/>
                </a:lnTo>
                <a:lnTo>
                  <a:pt x="1895475" y="685800"/>
                </a:lnTo>
                <a:lnTo>
                  <a:pt x="1885950" y="685800"/>
                </a:lnTo>
                <a:lnTo>
                  <a:pt x="1885950" y="723900"/>
                </a:lnTo>
                <a:lnTo>
                  <a:pt x="1876425" y="723900"/>
                </a:lnTo>
                <a:lnTo>
                  <a:pt x="1876425" y="657225"/>
                </a:lnTo>
                <a:lnTo>
                  <a:pt x="1885950" y="657225"/>
                </a:lnTo>
                <a:lnTo>
                  <a:pt x="1885950" y="676275"/>
                </a:lnTo>
                <a:lnTo>
                  <a:pt x="1895475" y="676275"/>
                </a:lnTo>
                <a:lnTo>
                  <a:pt x="1895475" y="638175"/>
                </a:lnTo>
                <a:lnTo>
                  <a:pt x="1876425" y="638175"/>
                </a:lnTo>
                <a:lnTo>
                  <a:pt x="1876425" y="609600"/>
                </a:lnTo>
                <a:lnTo>
                  <a:pt x="1885950" y="609600"/>
                </a:lnTo>
                <a:lnTo>
                  <a:pt x="1885950" y="619125"/>
                </a:lnTo>
                <a:lnTo>
                  <a:pt x="1895475" y="619125"/>
                </a:lnTo>
                <a:lnTo>
                  <a:pt x="1895475" y="600075"/>
                </a:lnTo>
                <a:lnTo>
                  <a:pt x="1885950" y="600075"/>
                </a:lnTo>
                <a:lnTo>
                  <a:pt x="1885950" y="590550"/>
                </a:lnTo>
                <a:lnTo>
                  <a:pt x="1876425" y="590550"/>
                </a:lnTo>
                <a:lnTo>
                  <a:pt x="1876425" y="571500"/>
                </a:lnTo>
                <a:lnTo>
                  <a:pt x="1885950" y="571500"/>
                </a:lnTo>
                <a:close/>
                <a:moveTo>
                  <a:pt x="1162050" y="571500"/>
                </a:moveTo>
                <a:lnTo>
                  <a:pt x="1181100" y="571500"/>
                </a:lnTo>
                <a:lnTo>
                  <a:pt x="1181100" y="561975"/>
                </a:lnTo>
                <a:lnTo>
                  <a:pt x="1171575" y="561975"/>
                </a:lnTo>
                <a:lnTo>
                  <a:pt x="1171575" y="552450"/>
                </a:lnTo>
                <a:lnTo>
                  <a:pt x="1162050" y="552450"/>
                </a:lnTo>
                <a:close/>
                <a:moveTo>
                  <a:pt x="752475" y="600075"/>
                </a:moveTo>
                <a:lnTo>
                  <a:pt x="771525" y="600075"/>
                </a:lnTo>
                <a:lnTo>
                  <a:pt x="771525" y="581025"/>
                </a:lnTo>
                <a:lnTo>
                  <a:pt x="762000" y="581025"/>
                </a:lnTo>
                <a:lnTo>
                  <a:pt x="762000" y="590550"/>
                </a:lnTo>
                <a:lnTo>
                  <a:pt x="752475" y="590550"/>
                </a:lnTo>
                <a:close/>
                <a:moveTo>
                  <a:pt x="1628775" y="600075"/>
                </a:moveTo>
                <a:lnTo>
                  <a:pt x="1638300" y="600075"/>
                </a:lnTo>
                <a:lnTo>
                  <a:pt x="1638300" y="590550"/>
                </a:lnTo>
                <a:lnTo>
                  <a:pt x="1628775" y="590550"/>
                </a:lnTo>
                <a:close/>
                <a:moveTo>
                  <a:pt x="1066800" y="609600"/>
                </a:moveTo>
                <a:lnTo>
                  <a:pt x="1085850" y="609600"/>
                </a:lnTo>
                <a:lnTo>
                  <a:pt x="1085850" y="600075"/>
                </a:lnTo>
                <a:lnTo>
                  <a:pt x="1066800" y="600075"/>
                </a:lnTo>
                <a:lnTo>
                  <a:pt x="1066800" y="590550"/>
                </a:lnTo>
                <a:lnTo>
                  <a:pt x="1057275" y="590550"/>
                </a:lnTo>
                <a:lnTo>
                  <a:pt x="1057275" y="600075"/>
                </a:lnTo>
                <a:lnTo>
                  <a:pt x="1038225" y="600075"/>
                </a:lnTo>
                <a:lnTo>
                  <a:pt x="1038225" y="609600"/>
                </a:lnTo>
                <a:lnTo>
                  <a:pt x="1028700" y="609600"/>
                </a:lnTo>
                <a:lnTo>
                  <a:pt x="1028700" y="600075"/>
                </a:lnTo>
                <a:lnTo>
                  <a:pt x="1019175" y="600075"/>
                </a:lnTo>
                <a:lnTo>
                  <a:pt x="1019175" y="581025"/>
                </a:lnTo>
                <a:lnTo>
                  <a:pt x="1009650" y="581025"/>
                </a:lnTo>
                <a:lnTo>
                  <a:pt x="1009650" y="619125"/>
                </a:lnTo>
                <a:lnTo>
                  <a:pt x="1019175" y="619125"/>
                </a:lnTo>
                <a:lnTo>
                  <a:pt x="1019175" y="628650"/>
                </a:lnTo>
                <a:lnTo>
                  <a:pt x="1028700" y="628650"/>
                </a:lnTo>
                <a:lnTo>
                  <a:pt x="1028700" y="619125"/>
                </a:lnTo>
                <a:lnTo>
                  <a:pt x="1047750" y="619125"/>
                </a:lnTo>
                <a:lnTo>
                  <a:pt x="1047750" y="638175"/>
                </a:lnTo>
                <a:lnTo>
                  <a:pt x="1085850" y="638175"/>
                </a:lnTo>
                <a:lnTo>
                  <a:pt x="1085850" y="619125"/>
                </a:lnTo>
                <a:lnTo>
                  <a:pt x="1066800" y="619125"/>
                </a:lnTo>
                <a:close/>
                <a:moveTo>
                  <a:pt x="1638300" y="609600"/>
                </a:moveTo>
                <a:lnTo>
                  <a:pt x="1647825" y="609600"/>
                </a:lnTo>
                <a:lnTo>
                  <a:pt x="1647825" y="600075"/>
                </a:lnTo>
                <a:lnTo>
                  <a:pt x="1638300" y="600075"/>
                </a:lnTo>
                <a:close/>
                <a:moveTo>
                  <a:pt x="133350" y="619125"/>
                </a:moveTo>
                <a:lnTo>
                  <a:pt x="142875" y="619125"/>
                </a:lnTo>
                <a:lnTo>
                  <a:pt x="142875" y="628650"/>
                </a:lnTo>
                <a:lnTo>
                  <a:pt x="133350" y="628650"/>
                </a:lnTo>
                <a:close/>
                <a:moveTo>
                  <a:pt x="495300" y="619125"/>
                </a:moveTo>
                <a:lnTo>
                  <a:pt x="523875" y="619125"/>
                </a:lnTo>
                <a:lnTo>
                  <a:pt x="523875" y="628650"/>
                </a:lnTo>
                <a:lnTo>
                  <a:pt x="533400" y="628650"/>
                </a:lnTo>
                <a:lnTo>
                  <a:pt x="533400" y="619125"/>
                </a:lnTo>
                <a:lnTo>
                  <a:pt x="552450" y="619125"/>
                </a:lnTo>
                <a:lnTo>
                  <a:pt x="552450" y="609600"/>
                </a:lnTo>
                <a:lnTo>
                  <a:pt x="542925" y="609600"/>
                </a:lnTo>
                <a:lnTo>
                  <a:pt x="542925" y="590550"/>
                </a:lnTo>
                <a:lnTo>
                  <a:pt x="533400" y="590550"/>
                </a:lnTo>
                <a:lnTo>
                  <a:pt x="533400" y="600075"/>
                </a:lnTo>
                <a:lnTo>
                  <a:pt x="523875" y="600075"/>
                </a:lnTo>
                <a:lnTo>
                  <a:pt x="523875" y="609600"/>
                </a:lnTo>
                <a:lnTo>
                  <a:pt x="495300" y="609600"/>
                </a:lnTo>
                <a:close/>
                <a:moveTo>
                  <a:pt x="628650" y="619125"/>
                </a:moveTo>
                <a:lnTo>
                  <a:pt x="638175" y="619125"/>
                </a:lnTo>
                <a:lnTo>
                  <a:pt x="638175" y="609600"/>
                </a:lnTo>
                <a:lnTo>
                  <a:pt x="628650" y="609600"/>
                </a:lnTo>
                <a:close/>
                <a:moveTo>
                  <a:pt x="1133475" y="628650"/>
                </a:moveTo>
                <a:lnTo>
                  <a:pt x="1143000" y="628650"/>
                </a:lnTo>
                <a:lnTo>
                  <a:pt x="1143000" y="638175"/>
                </a:lnTo>
                <a:lnTo>
                  <a:pt x="1133475" y="638175"/>
                </a:lnTo>
                <a:close/>
                <a:moveTo>
                  <a:pt x="1495425" y="628650"/>
                </a:moveTo>
                <a:lnTo>
                  <a:pt x="1504950" y="628650"/>
                </a:lnTo>
                <a:lnTo>
                  <a:pt x="1504950" y="609600"/>
                </a:lnTo>
                <a:lnTo>
                  <a:pt x="1495425" y="609600"/>
                </a:lnTo>
                <a:close/>
                <a:moveTo>
                  <a:pt x="295275" y="638175"/>
                </a:moveTo>
                <a:lnTo>
                  <a:pt x="314325" y="638175"/>
                </a:lnTo>
                <a:lnTo>
                  <a:pt x="314325" y="666750"/>
                </a:lnTo>
                <a:lnTo>
                  <a:pt x="304800" y="666750"/>
                </a:lnTo>
                <a:lnTo>
                  <a:pt x="304800" y="657225"/>
                </a:lnTo>
                <a:lnTo>
                  <a:pt x="295275" y="657225"/>
                </a:lnTo>
                <a:close/>
                <a:moveTo>
                  <a:pt x="552450" y="638175"/>
                </a:moveTo>
                <a:lnTo>
                  <a:pt x="600075" y="638175"/>
                </a:lnTo>
                <a:lnTo>
                  <a:pt x="600075" y="628650"/>
                </a:lnTo>
                <a:lnTo>
                  <a:pt x="581025" y="628650"/>
                </a:lnTo>
                <a:lnTo>
                  <a:pt x="581025" y="619125"/>
                </a:lnTo>
                <a:lnTo>
                  <a:pt x="561975" y="619125"/>
                </a:lnTo>
                <a:lnTo>
                  <a:pt x="561975" y="628650"/>
                </a:lnTo>
                <a:lnTo>
                  <a:pt x="552450" y="628650"/>
                </a:lnTo>
                <a:close/>
                <a:moveTo>
                  <a:pt x="1143000" y="638175"/>
                </a:moveTo>
                <a:lnTo>
                  <a:pt x="1171575" y="638175"/>
                </a:lnTo>
                <a:lnTo>
                  <a:pt x="1171575" y="647700"/>
                </a:lnTo>
                <a:lnTo>
                  <a:pt x="1143000" y="647700"/>
                </a:lnTo>
                <a:close/>
                <a:moveTo>
                  <a:pt x="1571625" y="647700"/>
                </a:moveTo>
                <a:lnTo>
                  <a:pt x="1590675" y="647700"/>
                </a:lnTo>
                <a:lnTo>
                  <a:pt x="1590675" y="638175"/>
                </a:lnTo>
                <a:lnTo>
                  <a:pt x="1571625" y="638175"/>
                </a:lnTo>
                <a:close/>
                <a:moveTo>
                  <a:pt x="1295400" y="676275"/>
                </a:moveTo>
                <a:lnTo>
                  <a:pt x="1304925" y="676275"/>
                </a:lnTo>
                <a:lnTo>
                  <a:pt x="1304925" y="695325"/>
                </a:lnTo>
                <a:lnTo>
                  <a:pt x="1314450" y="695325"/>
                </a:lnTo>
                <a:lnTo>
                  <a:pt x="1314450" y="685800"/>
                </a:lnTo>
                <a:lnTo>
                  <a:pt x="1647825" y="685800"/>
                </a:lnTo>
                <a:lnTo>
                  <a:pt x="1647825" y="695325"/>
                </a:lnTo>
                <a:lnTo>
                  <a:pt x="1657350" y="695325"/>
                </a:lnTo>
                <a:lnTo>
                  <a:pt x="1657350" y="714375"/>
                </a:lnTo>
                <a:lnTo>
                  <a:pt x="1371600" y="714375"/>
                </a:lnTo>
                <a:lnTo>
                  <a:pt x="1371600" y="723900"/>
                </a:lnTo>
                <a:lnTo>
                  <a:pt x="1343025" y="723900"/>
                </a:lnTo>
                <a:lnTo>
                  <a:pt x="1343025" y="771525"/>
                </a:lnTo>
                <a:lnTo>
                  <a:pt x="1352550" y="771525"/>
                </a:lnTo>
                <a:lnTo>
                  <a:pt x="1352550" y="781050"/>
                </a:lnTo>
                <a:lnTo>
                  <a:pt x="1362075" y="781050"/>
                </a:lnTo>
                <a:lnTo>
                  <a:pt x="1362075" y="771525"/>
                </a:lnTo>
                <a:lnTo>
                  <a:pt x="1381125" y="771525"/>
                </a:lnTo>
                <a:lnTo>
                  <a:pt x="1381125" y="781050"/>
                </a:lnTo>
                <a:lnTo>
                  <a:pt x="1390650" y="781050"/>
                </a:lnTo>
                <a:lnTo>
                  <a:pt x="1390650" y="771525"/>
                </a:lnTo>
                <a:lnTo>
                  <a:pt x="1447800" y="771525"/>
                </a:lnTo>
                <a:lnTo>
                  <a:pt x="1447800" y="781050"/>
                </a:lnTo>
                <a:lnTo>
                  <a:pt x="1457325" y="781050"/>
                </a:lnTo>
                <a:lnTo>
                  <a:pt x="1457325" y="762000"/>
                </a:lnTo>
                <a:lnTo>
                  <a:pt x="1476375" y="762000"/>
                </a:lnTo>
                <a:lnTo>
                  <a:pt x="1476375" y="771525"/>
                </a:lnTo>
                <a:lnTo>
                  <a:pt x="1514475" y="771525"/>
                </a:lnTo>
                <a:lnTo>
                  <a:pt x="1514475" y="790575"/>
                </a:lnTo>
                <a:lnTo>
                  <a:pt x="1504950" y="790575"/>
                </a:lnTo>
                <a:lnTo>
                  <a:pt x="1504950" y="800100"/>
                </a:lnTo>
                <a:lnTo>
                  <a:pt x="1485900" y="800100"/>
                </a:lnTo>
                <a:lnTo>
                  <a:pt x="1485900" y="790575"/>
                </a:lnTo>
                <a:lnTo>
                  <a:pt x="1447800" y="790575"/>
                </a:lnTo>
                <a:lnTo>
                  <a:pt x="1447800" y="800100"/>
                </a:lnTo>
                <a:lnTo>
                  <a:pt x="1419225" y="800100"/>
                </a:lnTo>
                <a:lnTo>
                  <a:pt x="1419225" y="790575"/>
                </a:lnTo>
                <a:lnTo>
                  <a:pt x="1400175" y="790575"/>
                </a:lnTo>
                <a:lnTo>
                  <a:pt x="1400175" y="800100"/>
                </a:lnTo>
                <a:lnTo>
                  <a:pt x="1381125" y="800100"/>
                </a:lnTo>
                <a:lnTo>
                  <a:pt x="1381125" y="790575"/>
                </a:lnTo>
                <a:lnTo>
                  <a:pt x="1362075" y="790575"/>
                </a:lnTo>
                <a:lnTo>
                  <a:pt x="1362075" y="800100"/>
                </a:lnTo>
                <a:lnTo>
                  <a:pt x="1343025" y="800100"/>
                </a:lnTo>
                <a:lnTo>
                  <a:pt x="1343025" y="790575"/>
                </a:lnTo>
                <a:lnTo>
                  <a:pt x="1323975" y="790575"/>
                </a:lnTo>
                <a:lnTo>
                  <a:pt x="1323975" y="781050"/>
                </a:lnTo>
                <a:lnTo>
                  <a:pt x="1314450" y="781050"/>
                </a:lnTo>
                <a:lnTo>
                  <a:pt x="1314450" y="790575"/>
                </a:lnTo>
                <a:lnTo>
                  <a:pt x="1295400" y="790575"/>
                </a:lnTo>
                <a:lnTo>
                  <a:pt x="1295400" y="800100"/>
                </a:lnTo>
                <a:lnTo>
                  <a:pt x="1276350" y="800100"/>
                </a:lnTo>
                <a:lnTo>
                  <a:pt x="1276350" y="781050"/>
                </a:lnTo>
                <a:lnTo>
                  <a:pt x="1285875" y="781050"/>
                </a:lnTo>
                <a:lnTo>
                  <a:pt x="1285875" y="762000"/>
                </a:lnTo>
                <a:lnTo>
                  <a:pt x="1295400" y="762000"/>
                </a:lnTo>
                <a:lnTo>
                  <a:pt x="1295400" y="771525"/>
                </a:lnTo>
                <a:lnTo>
                  <a:pt x="1304925" y="771525"/>
                </a:lnTo>
                <a:lnTo>
                  <a:pt x="1304925" y="762000"/>
                </a:lnTo>
                <a:lnTo>
                  <a:pt x="1314450" y="762000"/>
                </a:lnTo>
                <a:lnTo>
                  <a:pt x="1314450" y="733425"/>
                </a:lnTo>
                <a:lnTo>
                  <a:pt x="1304925" y="733425"/>
                </a:lnTo>
                <a:lnTo>
                  <a:pt x="1304925" y="723900"/>
                </a:lnTo>
                <a:lnTo>
                  <a:pt x="1285875" y="723900"/>
                </a:lnTo>
                <a:lnTo>
                  <a:pt x="1285875" y="685800"/>
                </a:lnTo>
                <a:lnTo>
                  <a:pt x="1295400" y="685800"/>
                </a:lnTo>
                <a:close/>
                <a:moveTo>
                  <a:pt x="1314450" y="714375"/>
                </a:moveTo>
                <a:lnTo>
                  <a:pt x="1323975" y="714375"/>
                </a:lnTo>
                <a:lnTo>
                  <a:pt x="1323975" y="733425"/>
                </a:lnTo>
                <a:lnTo>
                  <a:pt x="1333500" y="733425"/>
                </a:lnTo>
                <a:lnTo>
                  <a:pt x="1333500" y="695325"/>
                </a:lnTo>
                <a:lnTo>
                  <a:pt x="1314450" y="695325"/>
                </a:lnTo>
                <a:close/>
                <a:moveTo>
                  <a:pt x="1895475" y="714375"/>
                </a:moveTo>
                <a:lnTo>
                  <a:pt x="1905000" y="714375"/>
                </a:lnTo>
                <a:lnTo>
                  <a:pt x="1905000" y="723900"/>
                </a:lnTo>
                <a:lnTo>
                  <a:pt x="1895475" y="723900"/>
                </a:lnTo>
                <a:close/>
                <a:moveTo>
                  <a:pt x="1743075" y="723900"/>
                </a:moveTo>
                <a:lnTo>
                  <a:pt x="1752600" y="723900"/>
                </a:lnTo>
                <a:lnTo>
                  <a:pt x="1752600" y="733425"/>
                </a:lnTo>
                <a:lnTo>
                  <a:pt x="1743075" y="733425"/>
                </a:lnTo>
                <a:close/>
                <a:moveTo>
                  <a:pt x="1762125" y="723900"/>
                </a:moveTo>
                <a:lnTo>
                  <a:pt x="1771650" y="723900"/>
                </a:lnTo>
                <a:lnTo>
                  <a:pt x="1771650" y="762000"/>
                </a:lnTo>
                <a:lnTo>
                  <a:pt x="1762125" y="762000"/>
                </a:lnTo>
                <a:close/>
                <a:moveTo>
                  <a:pt x="0" y="733425"/>
                </a:moveTo>
                <a:lnTo>
                  <a:pt x="9525" y="733425"/>
                </a:lnTo>
                <a:lnTo>
                  <a:pt x="9525" y="762000"/>
                </a:lnTo>
                <a:lnTo>
                  <a:pt x="0" y="762000"/>
                </a:lnTo>
                <a:close/>
                <a:moveTo>
                  <a:pt x="895350" y="733425"/>
                </a:moveTo>
                <a:lnTo>
                  <a:pt x="904875" y="733425"/>
                </a:lnTo>
                <a:lnTo>
                  <a:pt x="904875" y="762000"/>
                </a:lnTo>
                <a:lnTo>
                  <a:pt x="895350" y="762000"/>
                </a:lnTo>
                <a:close/>
                <a:moveTo>
                  <a:pt x="1266825" y="733425"/>
                </a:moveTo>
                <a:lnTo>
                  <a:pt x="1276350" y="733425"/>
                </a:lnTo>
                <a:lnTo>
                  <a:pt x="1276350" y="742950"/>
                </a:lnTo>
                <a:lnTo>
                  <a:pt x="1266825" y="742950"/>
                </a:lnTo>
                <a:close/>
                <a:moveTo>
                  <a:pt x="1524000" y="742950"/>
                </a:moveTo>
                <a:lnTo>
                  <a:pt x="1533525" y="742950"/>
                </a:lnTo>
                <a:lnTo>
                  <a:pt x="1533525" y="762000"/>
                </a:lnTo>
                <a:lnTo>
                  <a:pt x="1524000" y="762000"/>
                </a:lnTo>
                <a:close/>
                <a:moveTo>
                  <a:pt x="1543050" y="742950"/>
                </a:moveTo>
                <a:lnTo>
                  <a:pt x="1562100" y="742950"/>
                </a:lnTo>
                <a:lnTo>
                  <a:pt x="1562100" y="752475"/>
                </a:lnTo>
                <a:lnTo>
                  <a:pt x="1571625" y="752475"/>
                </a:lnTo>
                <a:lnTo>
                  <a:pt x="1571625" y="762000"/>
                </a:lnTo>
                <a:lnTo>
                  <a:pt x="1543050" y="762000"/>
                </a:lnTo>
                <a:close/>
                <a:moveTo>
                  <a:pt x="1504950" y="752475"/>
                </a:moveTo>
                <a:lnTo>
                  <a:pt x="1514475" y="752475"/>
                </a:lnTo>
                <a:lnTo>
                  <a:pt x="1514475" y="762000"/>
                </a:lnTo>
                <a:lnTo>
                  <a:pt x="1504950" y="762000"/>
                </a:lnTo>
                <a:close/>
                <a:moveTo>
                  <a:pt x="1885950" y="752475"/>
                </a:moveTo>
                <a:lnTo>
                  <a:pt x="1895475" y="752475"/>
                </a:lnTo>
                <a:lnTo>
                  <a:pt x="1895475" y="762000"/>
                </a:lnTo>
                <a:lnTo>
                  <a:pt x="1885950" y="762000"/>
                </a:lnTo>
                <a:close/>
                <a:moveTo>
                  <a:pt x="1647825" y="762000"/>
                </a:moveTo>
                <a:lnTo>
                  <a:pt x="1676400" y="762000"/>
                </a:lnTo>
                <a:lnTo>
                  <a:pt x="1676400" y="771525"/>
                </a:lnTo>
                <a:lnTo>
                  <a:pt x="1666875" y="771525"/>
                </a:lnTo>
                <a:lnTo>
                  <a:pt x="1666875" y="790575"/>
                </a:lnTo>
                <a:lnTo>
                  <a:pt x="1657350" y="790575"/>
                </a:lnTo>
                <a:lnTo>
                  <a:pt x="1657350" y="800100"/>
                </a:lnTo>
                <a:lnTo>
                  <a:pt x="1543050" y="800100"/>
                </a:lnTo>
                <a:lnTo>
                  <a:pt x="1543050" y="790575"/>
                </a:lnTo>
                <a:lnTo>
                  <a:pt x="1524000" y="790575"/>
                </a:lnTo>
                <a:lnTo>
                  <a:pt x="1524000" y="781050"/>
                </a:lnTo>
                <a:lnTo>
                  <a:pt x="1543050" y="781050"/>
                </a:lnTo>
                <a:lnTo>
                  <a:pt x="1543050" y="771525"/>
                </a:lnTo>
                <a:lnTo>
                  <a:pt x="1609725" y="771525"/>
                </a:lnTo>
                <a:lnTo>
                  <a:pt x="1609725" y="781050"/>
                </a:lnTo>
                <a:lnTo>
                  <a:pt x="1638300" y="781050"/>
                </a:lnTo>
                <a:lnTo>
                  <a:pt x="1638300" y="771525"/>
                </a:lnTo>
                <a:lnTo>
                  <a:pt x="1647825" y="771525"/>
                </a:lnTo>
                <a:close/>
                <a:moveTo>
                  <a:pt x="847725" y="771525"/>
                </a:moveTo>
                <a:lnTo>
                  <a:pt x="857250" y="771525"/>
                </a:lnTo>
                <a:lnTo>
                  <a:pt x="857250" y="800100"/>
                </a:lnTo>
                <a:lnTo>
                  <a:pt x="828675" y="800100"/>
                </a:lnTo>
                <a:lnTo>
                  <a:pt x="828675" y="790575"/>
                </a:lnTo>
                <a:lnTo>
                  <a:pt x="847725" y="790575"/>
                </a:lnTo>
                <a:close/>
                <a:moveTo>
                  <a:pt x="962025" y="771525"/>
                </a:moveTo>
                <a:lnTo>
                  <a:pt x="971550" y="771525"/>
                </a:lnTo>
                <a:lnTo>
                  <a:pt x="971550" y="781050"/>
                </a:lnTo>
                <a:lnTo>
                  <a:pt x="962025" y="781050"/>
                </a:lnTo>
                <a:close/>
                <a:moveTo>
                  <a:pt x="952500" y="781050"/>
                </a:moveTo>
                <a:lnTo>
                  <a:pt x="962025" y="781050"/>
                </a:lnTo>
                <a:lnTo>
                  <a:pt x="962025" y="800100"/>
                </a:lnTo>
                <a:lnTo>
                  <a:pt x="942975" y="800100"/>
                </a:lnTo>
                <a:lnTo>
                  <a:pt x="942975" y="790575"/>
                </a:lnTo>
                <a:lnTo>
                  <a:pt x="952500" y="790575"/>
                </a:lnTo>
                <a:close/>
                <a:moveTo>
                  <a:pt x="1028700" y="781050"/>
                </a:moveTo>
                <a:lnTo>
                  <a:pt x="1066800" y="781050"/>
                </a:lnTo>
                <a:lnTo>
                  <a:pt x="1066800" y="790575"/>
                </a:lnTo>
                <a:lnTo>
                  <a:pt x="1057275" y="790575"/>
                </a:lnTo>
                <a:lnTo>
                  <a:pt x="1057275" y="800100"/>
                </a:lnTo>
                <a:lnTo>
                  <a:pt x="1038225" y="800100"/>
                </a:lnTo>
                <a:lnTo>
                  <a:pt x="1038225" y="790575"/>
                </a:lnTo>
                <a:lnTo>
                  <a:pt x="1028700" y="790575"/>
                </a:lnTo>
                <a:close/>
                <a:moveTo>
                  <a:pt x="1200150" y="781050"/>
                </a:moveTo>
                <a:lnTo>
                  <a:pt x="1228725" y="781050"/>
                </a:lnTo>
                <a:lnTo>
                  <a:pt x="1228725" y="790575"/>
                </a:lnTo>
                <a:lnTo>
                  <a:pt x="1238250" y="790575"/>
                </a:lnTo>
                <a:lnTo>
                  <a:pt x="1238250" y="800100"/>
                </a:lnTo>
                <a:lnTo>
                  <a:pt x="1200150" y="800100"/>
                </a:lnTo>
                <a:close/>
                <a:moveTo>
                  <a:pt x="1895475" y="781050"/>
                </a:moveTo>
                <a:lnTo>
                  <a:pt x="1905000" y="781050"/>
                </a:lnTo>
                <a:lnTo>
                  <a:pt x="1905000" y="885825"/>
                </a:lnTo>
                <a:lnTo>
                  <a:pt x="1895475" y="885825"/>
                </a:lnTo>
                <a:lnTo>
                  <a:pt x="1895475" y="876300"/>
                </a:lnTo>
                <a:lnTo>
                  <a:pt x="1876425" y="876300"/>
                </a:lnTo>
                <a:lnTo>
                  <a:pt x="1876425" y="857250"/>
                </a:lnTo>
                <a:lnTo>
                  <a:pt x="1885950" y="857250"/>
                </a:lnTo>
                <a:lnTo>
                  <a:pt x="1885950" y="800100"/>
                </a:lnTo>
                <a:lnTo>
                  <a:pt x="1895475" y="800100"/>
                </a:lnTo>
                <a:close/>
                <a:moveTo>
                  <a:pt x="190500" y="790575"/>
                </a:moveTo>
                <a:lnTo>
                  <a:pt x="200025" y="790575"/>
                </a:lnTo>
                <a:lnTo>
                  <a:pt x="200025" y="800100"/>
                </a:lnTo>
                <a:lnTo>
                  <a:pt x="190500" y="800100"/>
                </a:lnTo>
                <a:close/>
                <a:moveTo>
                  <a:pt x="447675" y="790575"/>
                </a:moveTo>
                <a:lnTo>
                  <a:pt x="457200" y="790575"/>
                </a:lnTo>
                <a:lnTo>
                  <a:pt x="457200" y="800100"/>
                </a:lnTo>
                <a:lnTo>
                  <a:pt x="447675" y="800100"/>
                </a:lnTo>
                <a:close/>
                <a:moveTo>
                  <a:pt x="200025" y="800100"/>
                </a:moveTo>
                <a:lnTo>
                  <a:pt x="209550" y="800100"/>
                </a:lnTo>
                <a:lnTo>
                  <a:pt x="209550" y="809625"/>
                </a:lnTo>
                <a:lnTo>
                  <a:pt x="200025" y="809625"/>
                </a:lnTo>
                <a:close/>
                <a:moveTo>
                  <a:pt x="752475" y="800100"/>
                </a:moveTo>
                <a:lnTo>
                  <a:pt x="762000" y="800100"/>
                </a:lnTo>
                <a:lnTo>
                  <a:pt x="762000" y="819150"/>
                </a:lnTo>
                <a:lnTo>
                  <a:pt x="771525" y="819150"/>
                </a:lnTo>
                <a:lnTo>
                  <a:pt x="771525" y="828675"/>
                </a:lnTo>
                <a:lnTo>
                  <a:pt x="752475" y="828675"/>
                </a:lnTo>
                <a:close/>
                <a:moveTo>
                  <a:pt x="228600" y="809625"/>
                </a:moveTo>
                <a:lnTo>
                  <a:pt x="238125" y="809625"/>
                </a:lnTo>
                <a:lnTo>
                  <a:pt x="238125" y="819150"/>
                </a:lnTo>
                <a:lnTo>
                  <a:pt x="228600" y="819150"/>
                </a:lnTo>
                <a:close/>
                <a:moveTo>
                  <a:pt x="800100" y="819150"/>
                </a:moveTo>
                <a:lnTo>
                  <a:pt x="828675" y="819150"/>
                </a:lnTo>
                <a:lnTo>
                  <a:pt x="828675" y="828675"/>
                </a:lnTo>
                <a:lnTo>
                  <a:pt x="838200" y="828675"/>
                </a:lnTo>
                <a:lnTo>
                  <a:pt x="838200" y="838200"/>
                </a:lnTo>
                <a:lnTo>
                  <a:pt x="828675" y="838200"/>
                </a:lnTo>
                <a:lnTo>
                  <a:pt x="828675" y="847725"/>
                </a:lnTo>
                <a:lnTo>
                  <a:pt x="838200" y="847725"/>
                </a:lnTo>
                <a:lnTo>
                  <a:pt x="838200" y="857250"/>
                </a:lnTo>
                <a:lnTo>
                  <a:pt x="847725" y="857250"/>
                </a:lnTo>
                <a:lnTo>
                  <a:pt x="847725" y="828675"/>
                </a:lnTo>
                <a:lnTo>
                  <a:pt x="866775" y="828675"/>
                </a:lnTo>
                <a:lnTo>
                  <a:pt x="866775" y="819150"/>
                </a:lnTo>
                <a:lnTo>
                  <a:pt x="876300" y="819150"/>
                </a:lnTo>
                <a:lnTo>
                  <a:pt x="876300" y="828675"/>
                </a:lnTo>
                <a:lnTo>
                  <a:pt x="895350" y="828675"/>
                </a:lnTo>
                <a:lnTo>
                  <a:pt x="895350" y="819150"/>
                </a:lnTo>
                <a:lnTo>
                  <a:pt x="914400" y="819150"/>
                </a:lnTo>
                <a:lnTo>
                  <a:pt x="914400" y="828675"/>
                </a:lnTo>
                <a:lnTo>
                  <a:pt x="933450" y="828675"/>
                </a:lnTo>
                <a:lnTo>
                  <a:pt x="933450" y="838200"/>
                </a:lnTo>
                <a:lnTo>
                  <a:pt x="923925" y="838200"/>
                </a:lnTo>
                <a:lnTo>
                  <a:pt x="923925" y="847725"/>
                </a:lnTo>
                <a:lnTo>
                  <a:pt x="952500" y="847725"/>
                </a:lnTo>
                <a:lnTo>
                  <a:pt x="952500" y="838200"/>
                </a:lnTo>
                <a:lnTo>
                  <a:pt x="942975" y="838200"/>
                </a:lnTo>
                <a:lnTo>
                  <a:pt x="942975" y="828675"/>
                </a:lnTo>
                <a:lnTo>
                  <a:pt x="981075" y="828675"/>
                </a:lnTo>
                <a:lnTo>
                  <a:pt x="981075" y="819150"/>
                </a:lnTo>
                <a:lnTo>
                  <a:pt x="1028700" y="819150"/>
                </a:lnTo>
                <a:lnTo>
                  <a:pt x="1028700" y="828675"/>
                </a:lnTo>
                <a:lnTo>
                  <a:pt x="1057275" y="828675"/>
                </a:lnTo>
                <a:lnTo>
                  <a:pt x="1057275" y="819150"/>
                </a:lnTo>
                <a:lnTo>
                  <a:pt x="1095375" y="819150"/>
                </a:lnTo>
                <a:lnTo>
                  <a:pt x="1095375" y="828675"/>
                </a:lnTo>
                <a:lnTo>
                  <a:pt x="1076325" y="828675"/>
                </a:lnTo>
                <a:lnTo>
                  <a:pt x="1076325" y="847725"/>
                </a:lnTo>
                <a:lnTo>
                  <a:pt x="1066800" y="847725"/>
                </a:lnTo>
                <a:lnTo>
                  <a:pt x="1066800" y="838200"/>
                </a:lnTo>
                <a:lnTo>
                  <a:pt x="1057275" y="838200"/>
                </a:lnTo>
                <a:lnTo>
                  <a:pt x="1057275" y="857250"/>
                </a:lnTo>
                <a:lnTo>
                  <a:pt x="1066800" y="857250"/>
                </a:lnTo>
                <a:lnTo>
                  <a:pt x="1066800" y="866775"/>
                </a:lnTo>
                <a:lnTo>
                  <a:pt x="1076325" y="866775"/>
                </a:lnTo>
                <a:lnTo>
                  <a:pt x="1076325" y="857250"/>
                </a:lnTo>
                <a:lnTo>
                  <a:pt x="1085850" y="857250"/>
                </a:lnTo>
                <a:lnTo>
                  <a:pt x="1085850" y="847725"/>
                </a:lnTo>
                <a:lnTo>
                  <a:pt x="1095375" y="847725"/>
                </a:lnTo>
                <a:lnTo>
                  <a:pt x="1095375" y="857250"/>
                </a:lnTo>
                <a:lnTo>
                  <a:pt x="1104900" y="857250"/>
                </a:lnTo>
                <a:lnTo>
                  <a:pt x="1104900" y="828675"/>
                </a:lnTo>
                <a:lnTo>
                  <a:pt x="1114425" y="828675"/>
                </a:lnTo>
                <a:lnTo>
                  <a:pt x="1114425" y="847725"/>
                </a:lnTo>
                <a:lnTo>
                  <a:pt x="1123950" y="847725"/>
                </a:lnTo>
                <a:lnTo>
                  <a:pt x="1123950" y="866775"/>
                </a:lnTo>
                <a:lnTo>
                  <a:pt x="1143000" y="866775"/>
                </a:lnTo>
                <a:lnTo>
                  <a:pt x="1143000" y="828675"/>
                </a:lnTo>
                <a:lnTo>
                  <a:pt x="1152525" y="828675"/>
                </a:lnTo>
                <a:lnTo>
                  <a:pt x="1152525" y="819150"/>
                </a:lnTo>
                <a:lnTo>
                  <a:pt x="1200150" y="819150"/>
                </a:lnTo>
                <a:lnTo>
                  <a:pt x="1200150" y="828675"/>
                </a:lnTo>
                <a:lnTo>
                  <a:pt x="1190625" y="828675"/>
                </a:lnTo>
                <a:lnTo>
                  <a:pt x="1190625" y="838200"/>
                </a:lnTo>
                <a:lnTo>
                  <a:pt x="1162050" y="838200"/>
                </a:lnTo>
                <a:lnTo>
                  <a:pt x="1162050" y="847725"/>
                </a:lnTo>
                <a:lnTo>
                  <a:pt x="1152525" y="847725"/>
                </a:lnTo>
                <a:lnTo>
                  <a:pt x="1152525" y="866775"/>
                </a:lnTo>
                <a:lnTo>
                  <a:pt x="1162050" y="866775"/>
                </a:lnTo>
                <a:lnTo>
                  <a:pt x="1162050" y="876300"/>
                </a:lnTo>
                <a:lnTo>
                  <a:pt x="1181100" y="876300"/>
                </a:lnTo>
                <a:lnTo>
                  <a:pt x="1181100" y="866775"/>
                </a:lnTo>
                <a:lnTo>
                  <a:pt x="1190625" y="866775"/>
                </a:lnTo>
                <a:lnTo>
                  <a:pt x="1190625" y="847725"/>
                </a:lnTo>
                <a:lnTo>
                  <a:pt x="1247775" y="847725"/>
                </a:lnTo>
                <a:lnTo>
                  <a:pt x="1247775" y="838200"/>
                </a:lnTo>
                <a:lnTo>
                  <a:pt x="1266825" y="838200"/>
                </a:lnTo>
                <a:lnTo>
                  <a:pt x="1266825" y="819150"/>
                </a:lnTo>
                <a:lnTo>
                  <a:pt x="1304925" y="819150"/>
                </a:lnTo>
                <a:lnTo>
                  <a:pt x="1304925" y="828675"/>
                </a:lnTo>
                <a:lnTo>
                  <a:pt x="1323975" y="828675"/>
                </a:lnTo>
                <a:lnTo>
                  <a:pt x="1323975" y="847725"/>
                </a:lnTo>
                <a:lnTo>
                  <a:pt x="1333500" y="847725"/>
                </a:lnTo>
                <a:lnTo>
                  <a:pt x="1333500" y="876300"/>
                </a:lnTo>
                <a:lnTo>
                  <a:pt x="1323975" y="876300"/>
                </a:lnTo>
                <a:lnTo>
                  <a:pt x="1323975" y="895350"/>
                </a:lnTo>
                <a:lnTo>
                  <a:pt x="1333500" y="895350"/>
                </a:lnTo>
                <a:lnTo>
                  <a:pt x="1333500" y="904875"/>
                </a:lnTo>
                <a:lnTo>
                  <a:pt x="1371600" y="904875"/>
                </a:lnTo>
                <a:lnTo>
                  <a:pt x="1371600" y="923925"/>
                </a:lnTo>
                <a:lnTo>
                  <a:pt x="1362075" y="923925"/>
                </a:lnTo>
                <a:lnTo>
                  <a:pt x="1362075" y="914400"/>
                </a:lnTo>
                <a:lnTo>
                  <a:pt x="1352550" y="914400"/>
                </a:lnTo>
                <a:lnTo>
                  <a:pt x="1352550" y="923925"/>
                </a:lnTo>
                <a:lnTo>
                  <a:pt x="1323975" y="923925"/>
                </a:lnTo>
                <a:lnTo>
                  <a:pt x="1323975" y="914400"/>
                </a:lnTo>
                <a:lnTo>
                  <a:pt x="1304925" y="914400"/>
                </a:lnTo>
                <a:lnTo>
                  <a:pt x="1304925" y="923925"/>
                </a:lnTo>
                <a:lnTo>
                  <a:pt x="1228725" y="923925"/>
                </a:lnTo>
                <a:lnTo>
                  <a:pt x="1228725" y="914400"/>
                </a:lnTo>
                <a:lnTo>
                  <a:pt x="1238250" y="914400"/>
                </a:lnTo>
                <a:lnTo>
                  <a:pt x="1238250" y="904875"/>
                </a:lnTo>
                <a:lnTo>
                  <a:pt x="1209675" y="904875"/>
                </a:lnTo>
                <a:lnTo>
                  <a:pt x="1209675" y="923925"/>
                </a:lnTo>
                <a:lnTo>
                  <a:pt x="1181100" y="923925"/>
                </a:lnTo>
                <a:lnTo>
                  <a:pt x="1181100" y="904875"/>
                </a:lnTo>
                <a:lnTo>
                  <a:pt x="1200150" y="904875"/>
                </a:lnTo>
                <a:lnTo>
                  <a:pt x="1200150" y="895350"/>
                </a:lnTo>
                <a:lnTo>
                  <a:pt x="1171575" y="895350"/>
                </a:lnTo>
                <a:lnTo>
                  <a:pt x="1171575" y="923925"/>
                </a:lnTo>
                <a:lnTo>
                  <a:pt x="1123950" y="923925"/>
                </a:lnTo>
                <a:lnTo>
                  <a:pt x="1123950" y="914400"/>
                </a:lnTo>
                <a:lnTo>
                  <a:pt x="1152525" y="914400"/>
                </a:lnTo>
                <a:lnTo>
                  <a:pt x="1152525" y="895350"/>
                </a:lnTo>
                <a:lnTo>
                  <a:pt x="1104900" y="895350"/>
                </a:lnTo>
                <a:lnTo>
                  <a:pt x="1104900" y="914400"/>
                </a:lnTo>
                <a:lnTo>
                  <a:pt x="1114425" y="914400"/>
                </a:lnTo>
                <a:lnTo>
                  <a:pt x="1114425" y="923925"/>
                </a:lnTo>
                <a:lnTo>
                  <a:pt x="1076325" y="923925"/>
                </a:lnTo>
                <a:lnTo>
                  <a:pt x="1076325" y="914400"/>
                </a:lnTo>
                <a:lnTo>
                  <a:pt x="1047750" y="914400"/>
                </a:lnTo>
                <a:lnTo>
                  <a:pt x="1047750" y="895350"/>
                </a:lnTo>
                <a:lnTo>
                  <a:pt x="1038225" y="895350"/>
                </a:lnTo>
                <a:lnTo>
                  <a:pt x="1038225" y="914400"/>
                </a:lnTo>
                <a:lnTo>
                  <a:pt x="1028700" y="914400"/>
                </a:lnTo>
                <a:lnTo>
                  <a:pt x="1028700" y="923925"/>
                </a:lnTo>
                <a:lnTo>
                  <a:pt x="809625" y="923925"/>
                </a:lnTo>
                <a:lnTo>
                  <a:pt x="809625" y="914400"/>
                </a:lnTo>
                <a:lnTo>
                  <a:pt x="790575" y="914400"/>
                </a:lnTo>
                <a:lnTo>
                  <a:pt x="790575" y="895350"/>
                </a:lnTo>
                <a:lnTo>
                  <a:pt x="781050" y="895350"/>
                </a:lnTo>
                <a:lnTo>
                  <a:pt x="781050" y="857250"/>
                </a:lnTo>
                <a:lnTo>
                  <a:pt x="790575" y="857250"/>
                </a:lnTo>
                <a:lnTo>
                  <a:pt x="790575" y="876300"/>
                </a:lnTo>
                <a:lnTo>
                  <a:pt x="800100" y="876300"/>
                </a:lnTo>
                <a:lnTo>
                  <a:pt x="800100" y="866775"/>
                </a:lnTo>
                <a:lnTo>
                  <a:pt x="809625" y="866775"/>
                </a:lnTo>
                <a:lnTo>
                  <a:pt x="809625" y="857250"/>
                </a:lnTo>
                <a:lnTo>
                  <a:pt x="800100" y="857250"/>
                </a:lnTo>
                <a:lnTo>
                  <a:pt x="800100" y="847725"/>
                </a:lnTo>
                <a:lnTo>
                  <a:pt x="781050" y="847725"/>
                </a:lnTo>
                <a:lnTo>
                  <a:pt x="781050" y="838200"/>
                </a:lnTo>
                <a:lnTo>
                  <a:pt x="800100" y="838200"/>
                </a:lnTo>
                <a:close/>
                <a:moveTo>
                  <a:pt x="1219200" y="819150"/>
                </a:moveTo>
                <a:lnTo>
                  <a:pt x="1238250" y="819150"/>
                </a:lnTo>
                <a:lnTo>
                  <a:pt x="1238250" y="828675"/>
                </a:lnTo>
                <a:lnTo>
                  <a:pt x="1219200" y="828675"/>
                </a:lnTo>
                <a:close/>
                <a:moveTo>
                  <a:pt x="1343025" y="819150"/>
                </a:moveTo>
                <a:lnTo>
                  <a:pt x="1362075" y="819150"/>
                </a:lnTo>
                <a:lnTo>
                  <a:pt x="1362075" y="828675"/>
                </a:lnTo>
                <a:lnTo>
                  <a:pt x="1381125" y="828675"/>
                </a:lnTo>
                <a:lnTo>
                  <a:pt x="1381125" y="847725"/>
                </a:lnTo>
                <a:lnTo>
                  <a:pt x="1362075" y="847725"/>
                </a:lnTo>
                <a:lnTo>
                  <a:pt x="1362075" y="838200"/>
                </a:lnTo>
                <a:lnTo>
                  <a:pt x="1333500" y="838200"/>
                </a:lnTo>
                <a:lnTo>
                  <a:pt x="1333500" y="828675"/>
                </a:lnTo>
                <a:lnTo>
                  <a:pt x="1343025" y="828675"/>
                </a:lnTo>
                <a:close/>
                <a:moveTo>
                  <a:pt x="1533525" y="819150"/>
                </a:moveTo>
                <a:lnTo>
                  <a:pt x="1543050" y="819150"/>
                </a:lnTo>
                <a:lnTo>
                  <a:pt x="1543050" y="828675"/>
                </a:lnTo>
                <a:lnTo>
                  <a:pt x="1533525" y="828675"/>
                </a:lnTo>
                <a:close/>
                <a:moveTo>
                  <a:pt x="1590675" y="819150"/>
                </a:moveTo>
                <a:lnTo>
                  <a:pt x="1619250" y="819150"/>
                </a:lnTo>
                <a:lnTo>
                  <a:pt x="1619250" y="828675"/>
                </a:lnTo>
                <a:lnTo>
                  <a:pt x="1600200" y="828675"/>
                </a:lnTo>
                <a:lnTo>
                  <a:pt x="1600200" y="838200"/>
                </a:lnTo>
                <a:lnTo>
                  <a:pt x="1590675" y="838200"/>
                </a:lnTo>
                <a:close/>
                <a:moveTo>
                  <a:pt x="552450" y="857250"/>
                </a:moveTo>
                <a:lnTo>
                  <a:pt x="561975" y="857250"/>
                </a:lnTo>
                <a:lnTo>
                  <a:pt x="561975" y="866775"/>
                </a:lnTo>
                <a:lnTo>
                  <a:pt x="552450" y="866775"/>
                </a:lnTo>
                <a:close/>
                <a:moveTo>
                  <a:pt x="609600" y="857250"/>
                </a:moveTo>
                <a:lnTo>
                  <a:pt x="619125" y="857250"/>
                </a:lnTo>
                <a:lnTo>
                  <a:pt x="619125" y="866775"/>
                </a:lnTo>
                <a:lnTo>
                  <a:pt x="609600" y="866775"/>
                </a:lnTo>
                <a:close/>
                <a:moveTo>
                  <a:pt x="638175" y="857250"/>
                </a:moveTo>
                <a:lnTo>
                  <a:pt x="666750" y="857250"/>
                </a:lnTo>
                <a:lnTo>
                  <a:pt x="666750" y="876300"/>
                </a:lnTo>
                <a:lnTo>
                  <a:pt x="657225" y="876300"/>
                </a:lnTo>
                <a:lnTo>
                  <a:pt x="657225" y="866775"/>
                </a:lnTo>
                <a:lnTo>
                  <a:pt x="638175" y="866775"/>
                </a:lnTo>
                <a:close/>
                <a:moveTo>
                  <a:pt x="695325" y="857250"/>
                </a:moveTo>
                <a:lnTo>
                  <a:pt x="714375" y="857250"/>
                </a:lnTo>
                <a:lnTo>
                  <a:pt x="714375" y="866775"/>
                </a:lnTo>
                <a:lnTo>
                  <a:pt x="704850" y="866775"/>
                </a:lnTo>
                <a:lnTo>
                  <a:pt x="704850" y="876300"/>
                </a:lnTo>
                <a:lnTo>
                  <a:pt x="695325" y="876300"/>
                </a:lnTo>
                <a:close/>
                <a:moveTo>
                  <a:pt x="1285875" y="857250"/>
                </a:moveTo>
                <a:lnTo>
                  <a:pt x="1295400" y="857250"/>
                </a:lnTo>
                <a:lnTo>
                  <a:pt x="1295400" y="866775"/>
                </a:lnTo>
                <a:lnTo>
                  <a:pt x="1314450" y="866775"/>
                </a:lnTo>
                <a:lnTo>
                  <a:pt x="1314450" y="857250"/>
                </a:lnTo>
                <a:lnTo>
                  <a:pt x="1304925" y="857250"/>
                </a:lnTo>
                <a:lnTo>
                  <a:pt x="1304925" y="838200"/>
                </a:lnTo>
                <a:lnTo>
                  <a:pt x="1285875" y="838200"/>
                </a:lnTo>
                <a:close/>
                <a:moveTo>
                  <a:pt x="466725" y="866775"/>
                </a:moveTo>
                <a:lnTo>
                  <a:pt x="476250" y="866775"/>
                </a:lnTo>
                <a:lnTo>
                  <a:pt x="476250" y="876300"/>
                </a:lnTo>
                <a:lnTo>
                  <a:pt x="466725" y="876300"/>
                </a:lnTo>
                <a:close/>
                <a:moveTo>
                  <a:pt x="542925" y="866775"/>
                </a:moveTo>
                <a:lnTo>
                  <a:pt x="552450" y="866775"/>
                </a:lnTo>
                <a:lnTo>
                  <a:pt x="552450" y="876300"/>
                </a:lnTo>
                <a:lnTo>
                  <a:pt x="542925" y="876300"/>
                </a:lnTo>
                <a:close/>
                <a:moveTo>
                  <a:pt x="590550" y="866775"/>
                </a:moveTo>
                <a:lnTo>
                  <a:pt x="609600" y="866775"/>
                </a:lnTo>
                <a:lnTo>
                  <a:pt x="609600" y="876300"/>
                </a:lnTo>
                <a:lnTo>
                  <a:pt x="590550" y="876300"/>
                </a:lnTo>
                <a:close/>
                <a:moveTo>
                  <a:pt x="895350" y="866775"/>
                </a:moveTo>
                <a:lnTo>
                  <a:pt x="914400" y="866775"/>
                </a:lnTo>
                <a:lnTo>
                  <a:pt x="914400" y="838200"/>
                </a:lnTo>
                <a:lnTo>
                  <a:pt x="895350" y="838200"/>
                </a:lnTo>
                <a:close/>
                <a:moveTo>
                  <a:pt x="704850" y="876300"/>
                </a:moveTo>
                <a:lnTo>
                  <a:pt x="733425" y="876300"/>
                </a:lnTo>
                <a:lnTo>
                  <a:pt x="733425" y="885825"/>
                </a:lnTo>
                <a:lnTo>
                  <a:pt x="704850" y="885825"/>
                </a:lnTo>
                <a:close/>
                <a:moveTo>
                  <a:pt x="0" y="885825"/>
                </a:moveTo>
                <a:lnTo>
                  <a:pt x="9525" y="885825"/>
                </a:lnTo>
                <a:lnTo>
                  <a:pt x="9525" y="904875"/>
                </a:lnTo>
                <a:lnTo>
                  <a:pt x="0" y="904875"/>
                </a:lnTo>
                <a:close/>
                <a:moveTo>
                  <a:pt x="1285875" y="895350"/>
                </a:moveTo>
                <a:lnTo>
                  <a:pt x="1304925" y="895350"/>
                </a:lnTo>
                <a:lnTo>
                  <a:pt x="1304925" y="885825"/>
                </a:lnTo>
                <a:lnTo>
                  <a:pt x="1257300" y="885825"/>
                </a:lnTo>
                <a:lnTo>
                  <a:pt x="1257300" y="904875"/>
                </a:lnTo>
                <a:lnTo>
                  <a:pt x="1285875" y="904875"/>
                </a:lnTo>
                <a:close/>
                <a:moveTo>
                  <a:pt x="1552575" y="895350"/>
                </a:moveTo>
                <a:lnTo>
                  <a:pt x="1581150" y="895350"/>
                </a:lnTo>
                <a:lnTo>
                  <a:pt x="1581150" y="904875"/>
                </a:lnTo>
                <a:lnTo>
                  <a:pt x="1552575" y="904875"/>
                </a:lnTo>
                <a:close/>
                <a:moveTo>
                  <a:pt x="1590675" y="895350"/>
                </a:moveTo>
                <a:lnTo>
                  <a:pt x="1609725" y="895350"/>
                </a:lnTo>
                <a:lnTo>
                  <a:pt x="1609725" y="914400"/>
                </a:lnTo>
                <a:lnTo>
                  <a:pt x="1581150" y="914400"/>
                </a:lnTo>
                <a:lnTo>
                  <a:pt x="1581150" y="904875"/>
                </a:lnTo>
                <a:lnTo>
                  <a:pt x="1590675" y="904875"/>
                </a:lnTo>
                <a:close/>
                <a:moveTo>
                  <a:pt x="1619250" y="895350"/>
                </a:moveTo>
                <a:lnTo>
                  <a:pt x="1628775" y="895350"/>
                </a:lnTo>
                <a:lnTo>
                  <a:pt x="1628775" y="904875"/>
                </a:lnTo>
                <a:lnTo>
                  <a:pt x="1619250" y="904875"/>
                </a:lnTo>
                <a:close/>
                <a:moveTo>
                  <a:pt x="1400175" y="904875"/>
                </a:moveTo>
                <a:lnTo>
                  <a:pt x="1428750" y="904875"/>
                </a:lnTo>
                <a:lnTo>
                  <a:pt x="1428750" y="923925"/>
                </a:lnTo>
                <a:lnTo>
                  <a:pt x="1400175" y="923925"/>
                </a:lnTo>
                <a:close/>
                <a:moveTo>
                  <a:pt x="1714500" y="904875"/>
                </a:moveTo>
                <a:lnTo>
                  <a:pt x="1724025" y="904875"/>
                </a:lnTo>
                <a:lnTo>
                  <a:pt x="1724025" y="923925"/>
                </a:lnTo>
                <a:lnTo>
                  <a:pt x="1704975" y="923925"/>
                </a:lnTo>
                <a:lnTo>
                  <a:pt x="1704975" y="914400"/>
                </a:lnTo>
                <a:lnTo>
                  <a:pt x="1714500" y="914400"/>
                </a:lnTo>
                <a:close/>
                <a:moveTo>
                  <a:pt x="1876425" y="904875"/>
                </a:moveTo>
                <a:lnTo>
                  <a:pt x="1885950" y="904875"/>
                </a:lnTo>
                <a:lnTo>
                  <a:pt x="1885950" y="914400"/>
                </a:lnTo>
                <a:lnTo>
                  <a:pt x="1876425" y="914400"/>
                </a:lnTo>
                <a:close/>
                <a:moveTo>
                  <a:pt x="1895475" y="904875"/>
                </a:moveTo>
                <a:lnTo>
                  <a:pt x="1905000" y="904875"/>
                </a:lnTo>
                <a:lnTo>
                  <a:pt x="1905000" y="942975"/>
                </a:lnTo>
                <a:lnTo>
                  <a:pt x="1895475" y="942975"/>
                </a:lnTo>
                <a:lnTo>
                  <a:pt x="1895475" y="952500"/>
                </a:lnTo>
                <a:lnTo>
                  <a:pt x="1885950" y="952500"/>
                </a:lnTo>
                <a:lnTo>
                  <a:pt x="1885950" y="933450"/>
                </a:lnTo>
                <a:lnTo>
                  <a:pt x="1895475" y="933450"/>
                </a:lnTo>
                <a:close/>
                <a:moveTo>
                  <a:pt x="1771650" y="914400"/>
                </a:moveTo>
                <a:lnTo>
                  <a:pt x="1781175" y="914400"/>
                </a:lnTo>
                <a:lnTo>
                  <a:pt x="1781175" y="923925"/>
                </a:lnTo>
                <a:lnTo>
                  <a:pt x="1771650" y="923925"/>
                </a:lnTo>
                <a:close/>
                <a:moveTo>
                  <a:pt x="19050" y="942975"/>
                </a:moveTo>
                <a:lnTo>
                  <a:pt x="28575" y="942975"/>
                </a:lnTo>
                <a:lnTo>
                  <a:pt x="28575" y="952500"/>
                </a:lnTo>
                <a:lnTo>
                  <a:pt x="19050" y="952500"/>
                </a:lnTo>
                <a:close/>
                <a:moveTo>
                  <a:pt x="685800" y="942975"/>
                </a:moveTo>
                <a:lnTo>
                  <a:pt x="695325" y="942975"/>
                </a:lnTo>
                <a:lnTo>
                  <a:pt x="695325" y="952500"/>
                </a:lnTo>
                <a:lnTo>
                  <a:pt x="685800" y="952500"/>
                </a:lnTo>
                <a:close/>
                <a:moveTo>
                  <a:pt x="457200" y="952500"/>
                </a:moveTo>
                <a:lnTo>
                  <a:pt x="476250" y="952500"/>
                </a:lnTo>
                <a:lnTo>
                  <a:pt x="476250" y="962025"/>
                </a:lnTo>
                <a:lnTo>
                  <a:pt x="457200" y="962025"/>
                </a:lnTo>
                <a:close/>
                <a:moveTo>
                  <a:pt x="542925" y="952500"/>
                </a:moveTo>
                <a:lnTo>
                  <a:pt x="581025" y="952500"/>
                </a:lnTo>
                <a:lnTo>
                  <a:pt x="581025" y="962025"/>
                </a:lnTo>
                <a:lnTo>
                  <a:pt x="542925" y="962025"/>
                </a:lnTo>
                <a:close/>
                <a:moveTo>
                  <a:pt x="771525" y="952500"/>
                </a:moveTo>
                <a:lnTo>
                  <a:pt x="819150" y="952500"/>
                </a:lnTo>
                <a:lnTo>
                  <a:pt x="819150" y="962025"/>
                </a:lnTo>
                <a:lnTo>
                  <a:pt x="828675" y="962025"/>
                </a:lnTo>
                <a:lnTo>
                  <a:pt x="828675" y="981075"/>
                </a:lnTo>
                <a:lnTo>
                  <a:pt x="809625" y="981075"/>
                </a:lnTo>
                <a:lnTo>
                  <a:pt x="809625" y="990600"/>
                </a:lnTo>
                <a:lnTo>
                  <a:pt x="800100" y="990600"/>
                </a:lnTo>
                <a:lnTo>
                  <a:pt x="800100" y="981075"/>
                </a:lnTo>
                <a:lnTo>
                  <a:pt x="790575" y="981075"/>
                </a:lnTo>
                <a:lnTo>
                  <a:pt x="790575" y="971550"/>
                </a:lnTo>
                <a:lnTo>
                  <a:pt x="781050" y="971550"/>
                </a:lnTo>
                <a:lnTo>
                  <a:pt x="781050" y="962025"/>
                </a:lnTo>
                <a:lnTo>
                  <a:pt x="771525" y="962025"/>
                </a:lnTo>
                <a:close/>
                <a:moveTo>
                  <a:pt x="857250" y="952500"/>
                </a:moveTo>
                <a:lnTo>
                  <a:pt x="895350" y="952500"/>
                </a:lnTo>
                <a:lnTo>
                  <a:pt x="895350" y="962025"/>
                </a:lnTo>
                <a:lnTo>
                  <a:pt x="904875" y="962025"/>
                </a:lnTo>
                <a:lnTo>
                  <a:pt x="904875" y="952500"/>
                </a:lnTo>
                <a:lnTo>
                  <a:pt x="933450" y="952500"/>
                </a:lnTo>
                <a:lnTo>
                  <a:pt x="933450" y="962025"/>
                </a:lnTo>
                <a:lnTo>
                  <a:pt x="962025" y="962025"/>
                </a:lnTo>
                <a:lnTo>
                  <a:pt x="962025" y="971550"/>
                </a:lnTo>
                <a:lnTo>
                  <a:pt x="971550" y="971550"/>
                </a:lnTo>
                <a:lnTo>
                  <a:pt x="971550" y="981075"/>
                </a:lnTo>
                <a:lnTo>
                  <a:pt x="990600" y="981075"/>
                </a:lnTo>
                <a:lnTo>
                  <a:pt x="990600" y="971550"/>
                </a:lnTo>
                <a:lnTo>
                  <a:pt x="981075" y="971550"/>
                </a:lnTo>
                <a:lnTo>
                  <a:pt x="981075" y="962025"/>
                </a:lnTo>
                <a:lnTo>
                  <a:pt x="990600" y="962025"/>
                </a:lnTo>
                <a:lnTo>
                  <a:pt x="990600" y="952500"/>
                </a:lnTo>
                <a:lnTo>
                  <a:pt x="1028700" y="952500"/>
                </a:lnTo>
                <a:lnTo>
                  <a:pt x="1028700" y="962025"/>
                </a:lnTo>
                <a:lnTo>
                  <a:pt x="1038225" y="962025"/>
                </a:lnTo>
                <a:lnTo>
                  <a:pt x="1038225" y="971550"/>
                </a:lnTo>
                <a:lnTo>
                  <a:pt x="1028700" y="971550"/>
                </a:lnTo>
                <a:lnTo>
                  <a:pt x="1028700" y="990600"/>
                </a:lnTo>
                <a:lnTo>
                  <a:pt x="1019175" y="990600"/>
                </a:lnTo>
                <a:lnTo>
                  <a:pt x="1019175" y="981075"/>
                </a:lnTo>
                <a:lnTo>
                  <a:pt x="990600" y="981075"/>
                </a:lnTo>
                <a:lnTo>
                  <a:pt x="990600" y="990600"/>
                </a:lnTo>
                <a:lnTo>
                  <a:pt x="971550" y="990600"/>
                </a:lnTo>
                <a:lnTo>
                  <a:pt x="971550" y="1000125"/>
                </a:lnTo>
                <a:lnTo>
                  <a:pt x="962025" y="1000125"/>
                </a:lnTo>
                <a:lnTo>
                  <a:pt x="962025" y="990600"/>
                </a:lnTo>
                <a:lnTo>
                  <a:pt x="942975" y="990600"/>
                </a:lnTo>
                <a:lnTo>
                  <a:pt x="942975" y="981075"/>
                </a:lnTo>
                <a:lnTo>
                  <a:pt x="923925" y="981075"/>
                </a:lnTo>
                <a:lnTo>
                  <a:pt x="923925" y="971550"/>
                </a:lnTo>
                <a:lnTo>
                  <a:pt x="914400" y="971550"/>
                </a:lnTo>
                <a:lnTo>
                  <a:pt x="914400" y="981075"/>
                </a:lnTo>
                <a:lnTo>
                  <a:pt x="904875" y="981075"/>
                </a:lnTo>
                <a:lnTo>
                  <a:pt x="904875" y="971550"/>
                </a:lnTo>
                <a:lnTo>
                  <a:pt x="895350" y="971550"/>
                </a:lnTo>
                <a:lnTo>
                  <a:pt x="895350" y="981075"/>
                </a:lnTo>
                <a:lnTo>
                  <a:pt x="885825" y="981075"/>
                </a:lnTo>
                <a:lnTo>
                  <a:pt x="885825" y="990600"/>
                </a:lnTo>
                <a:lnTo>
                  <a:pt x="876300" y="990600"/>
                </a:lnTo>
                <a:lnTo>
                  <a:pt x="876300" y="1000125"/>
                </a:lnTo>
                <a:lnTo>
                  <a:pt x="866775" y="1000125"/>
                </a:lnTo>
                <a:lnTo>
                  <a:pt x="866775" y="990600"/>
                </a:lnTo>
                <a:lnTo>
                  <a:pt x="857250" y="990600"/>
                </a:lnTo>
                <a:lnTo>
                  <a:pt x="857250" y="981075"/>
                </a:lnTo>
                <a:lnTo>
                  <a:pt x="847725" y="981075"/>
                </a:lnTo>
                <a:lnTo>
                  <a:pt x="847725" y="962025"/>
                </a:lnTo>
                <a:lnTo>
                  <a:pt x="857250" y="962025"/>
                </a:lnTo>
                <a:close/>
                <a:moveTo>
                  <a:pt x="1057275" y="952500"/>
                </a:moveTo>
                <a:lnTo>
                  <a:pt x="1104900" y="952500"/>
                </a:lnTo>
                <a:lnTo>
                  <a:pt x="1104900" y="962025"/>
                </a:lnTo>
                <a:lnTo>
                  <a:pt x="1123950" y="962025"/>
                </a:lnTo>
                <a:lnTo>
                  <a:pt x="1123950" y="952500"/>
                </a:lnTo>
                <a:lnTo>
                  <a:pt x="1133475" y="952500"/>
                </a:lnTo>
                <a:lnTo>
                  <a:pt x="1133475" y="981075"/>
                </a:lnTo>
                <a:lnTo>
                  <a:pt x="1104900" y="981075"/>
                </a:lnTo>
                <a:lnTo>
                  <a:pt x="1104900" y="971550"/>
                </a:lnTo>
                <a:lnTo>
                  <a:pt x="1047750" y="971550"/>
                </a:lnTo>
                <a:lnTo>
                  <a:pt x="1047750" y="962025"/>
                </a:lnTo>
                <a:lnTo>
                  <a:pt x="1057275" y="962025"/>
                </a:lnTo>
                <a:close/>
                <a:moveTo>
                  <a:pt x="1162050" y="952500"/>
                </a:moveTo>
                <a:lnTo>
                  <a:pt x="1171575" y="952500"/>
                </a:lnTo>
                <a:lnTo>
                  <a:pt x="1171575" y="962025"/>
                </a:lnTo>
                <a:lnTo>
                  <a:pt x="1238250" y="962025"/>
                </a:lnTo>
                <a:lnTo>
                  <a:pt x="1238250" y="981075"/>
                </a:lnTo>
                <a:lnTo>
                  <a:pt x="1162050" y="981075"/>
                </a:lnTo>
                <a:close/>
                <a:moveTo>
                  <a:pt x="1295400" y="952500"/>
                </a:moveTo>
                <a:lnTo>
                  <a:pt x="1314450" y="952500"/>
                </a:lnTo>
                <a:lnTo>
                  <a:pt x="1314450" y="962025"/>
                </a:lnTo>
                <a:lnTo>
                  <a:pt x="1323975" y="962025"/>
                </a:lnTo>
                <a:lnTo>
                  <a:pt x="1323975" y="971550"/>
                </a:lnTo>
                <a:lnTo>
                  <a:pt x="1352550" y="971550"/>
                </a:lnTo>
                <a:lnTo>
                  <a:pt x="1352550" y="981075"/>
                </a:lnTo>
                <a:lnTo>
                  <a:pt x="1266825" y="981075"/>
                </a:lnTo>
                <a:lnTo>
                  <a:pt x="1266825" y="971550"/>
                </a:lnTo>
                <a:lnTo>
                  <a:pt x="1257300" y="971550"/>
                </a:lnTo>
                <a:lnTo>
                  <a:pt x="1257300" y="962025"/>
                </a:lnTo>
                <a:lnTo>
                  <a:pt x="1295400" y="962025"/>
                </a:lnTo>
                <a:close/>
                <a:moveTo>
                  <a:pt x="695325" y="962025"/>
                </a:moveTo>
                <a:lnTo>
                  <a:pt x="704850" y="962025"/>
                </a:lnTo>
                <a:lnTo>
                  <a:pt x="704850" y="971550"/>
                </a:lnTo>
                <a:lnTo>
                  <a:pt x="695325" y="971550"/>
                </a:lnTo>
                <a:close/>
                <a:moveTo>
                  <a:pt x="1362075" y="962025"/>
                </a:moveTo>
                <a:lnTo>
                  <a:pt x="1381125" y="962025"/>
                </a:lnTo>
                <a:lnTo>
                  <a:pt x="1381125" y="971550"/>
                </a:lnTo>
                <a:lnTo>
                  <a:pt x="1362075" y="971550"/>
                </a:lnTo>
                <a:close/>
                <a:moveTo>
                  <a:pt x="1876425" y="962025"/>
                </a:moveTo>
                <a:lnTo>
                  <a:pt x="1895475" y="962025"/>
                </a:lnTo>
                <a:lnTo>
                  <a:pt x="1895475" y="971550"/>
                </a:lnTo>
                <a:lnTo>
                  <a:pt x="1905000" y="971550"/>
                </a:lnTo>
                <a:lnTo>
                  <a:pt x="1905000" y="1000125"/>
                </a:lnTo>
                <a:lnTo>
                  <a:pt x="1895475" y="1000125"/>
                </a:lnTo>
                <a:lnTo>
                  <a:pt x="1895475" y="1009650"/>
                </a:lnTo>
                <a:lnTo>
                  <a:pt x="1905000" y="1009650"/>
                </a:lnTo>
                <a:lnTo>
                  <a:pt x="1905000" y="1047750"/>
                </a:lnTo>
                <a:lnTo>
                  <a:pt x="1895475" y="1047750"/>
                </a:lnTo>
                <a:lnTo>
                  <a:pt x="1895475" y="1019175"/>
                </a:lnTo>
                <a:lnTo>
                  <a:pt x="1885950" y="1019175"/>
                </a:lnTo>
                <a:lnTo>
                  <a:pt x="1885950" y="990600"/>
                </a:lnTo>
                <a:lnTo>
                  <a:pt x="1876425" y="990600"/>
                </a:lnTo>
                <a:close/>
                <a:moveTo>
                  <a:pt x="238125" y="971550"/>
                </a:moveTo>
                <a:lnTo>
                  <a:pt x="247650" y="971550"/>
                </a:lnTo>
                <a:lnTo>
                  <a:pt x="247650" y="981075"/>
                </a:lnTo>
                <a:lnTo>
                  <a:pt x="238125" y="981075"/>
                </a:lnTo>
                <a:close/>
                <a:moveTo>
                  <a:pt x="276225" y="971550"/>
                </a:moveTo>
                <a:lnTo>
                  <a:pt x="295275" y="971550"/>
                </a:lnTo>
                <a:lnTo>
                  <a:pt x="295275" y="990600"/>
                </a:lnTo>
                <a:lnTo>
                  <a:pt x="276225" y="990600"/>
                </a:lnTo>
                <a:close/>
                <a:moveTo>
                  <a:pt x="1533525" y="971550"/>
                </a:moveTo>
                <a:lnTo>
                  <a:pt x="1552575" y="971550"/>
                </a:lnTo>
                <a:lnTo>
                  <a:pt x="1552575" y="981075"/>
                </a:lnTo>
                <a:lnTo>
                  <a:pt x="1533525" y="981075"/>
                </a:lnTo>
                <a:close/>
                <a:moveTo>
                  <a:pt x="228600" y="981075"/>
                </a:moveTo>
                <a:lnTo>
                  <a:pt x="238125" y="981075"/>
                </a:lnTo>
                <a:lnTo>
                  <a:pt x="238125" y="990600"/>
                </a:lnTo>
                <a:lnTo>
                  <a:pt x="257175" y="990600"/>
                </a:lnTo>
                <a:lnTo>
                  <a:pt x="257175" y="981075"/>
                </a:lnTo>
                <a:lnTo>
                  <a:pt x="266700" y="981075"/>
                </a:lnTo>
                <a:lnTo>
                  <a:pt x="266700" y="990600"/>
                </a:lnTo>
                <a:lnTo>
                  <a:pt x="257175" y="990600"/>
                </a:lnTo>
                <a:lnTo>
                  <a:pt x="257175" y="1000125"/>
                </a:lnTo>
                <a:lnTo>
                  <a:pt x="228600" y="1000125"/>
                </a:lnTo>
                <a:close/>
                <a:moveTo>
                  <a:pt x="704850" y="981075"/>
                </a:moveTo>
                <a:lnTo>
                  <a:pt x="714375" y="981075"/>
                </a:lnTo>
                <a:lnTo>
                  <a:pt x="714375" y="990600"/>
                </a:lnTo>
                <a:lnTo>
                  <a:pt x="704850" y="990600"/>
                </a:lnTo>
                <a:close/>
                <a:moveTo>
                  <a:pt x="809625" y="990600"/>
                </a:moveTo>
                <a:lnTo>
                  <a:pt x="819150" y="990600"/>
                </a:lnTo>
                <a:lnTo>
                  <a:pt x="819150" y="1000125"/>
                </a:lnTo>
                <a:lnTo>
                  <a:pt x="809625" y="1000125"/>
                </a:lnTo>
                <a:close/>
                <a:moveTo>
                  <a:pt x="1285875" y="990600"/>
                </a:moveTo>
                <a:lnTo>
                  <a:pt x="1295400" y="990600"/>
                </a:lnTo>
                <a:lnTo>
                  <a:pt x="1295400" y="1000125"/>
                </a:lnTo>
                <a:lnTo>
                  <a:pt x="1285875" y="1000125"/>
                </a:lnTo>
                <a:close/>
                <a:moveTo>
                  <a:pt x="1333500" y="990600"/>
                </a:moveTo>
                <a:lnTo>
                  <a:pt x="1352550" y="990600"/>
                </a:lnTo>
                <a:lnTo>
                  <a:pt x="1352550" y="1000125"/>
                </a:lnTo>
                <a:lnTo>
                  <a:pt x="1333500" y="1000125"/>
                </a:lnTo>
                <a:close/>
                <a:moveTo>
                  <a:pt x="1600200" y="990600"/>
                </a:moveTo>
                <a:lnTo>
                  <a:pt x="1609725" y="990600"/>
                </a:lnTo>
                <a:lnTo>
                  <a:pt x="1609725" y="1000125"/>
                </a:lnTo>
                <a:lnTo>
                  <a:pt x="1600200" y="1000125"/>
                </a:lnTo>
                <a:close/>
                <a:moveTo>
                  <a:pt x="1762125" y="1028700"/>
                </a:moveTo>
                <a:lnTo>
                  <a:pt x="1771650" y="1028700"/>
                </a:lnTo>
                <a:lnTo>
                  <a:pt x="1771650" y="1047750"/>
                </a:lnTo>
                <a:lnTo>
                  <a:pt x="1762125" y="1047750"/>
                </a:lnTo>
                <a:close/>
                <a:moveTo>
                  <a:pt x="1752600" y="1057275"/>
                </a:moveTo>
                <a:lnTo>
                  <a:pt x="1762125" y="1057275"/>
                </a:lnTo>
                <a:lnTo>
                  <a:pt x="1762125" y="1066800"/>
                </a:lnTo>
                <a:lnTo>
                  <a:pt x="1752600" y="1066800"/>
                </a:lnTo>
                <a:close/>
                <a:moveTo>
                  <a:pt x="1895475" y="1057275"/>
                </a:moveTo>
                <a:lnTo>
                  <a:pt x="1905000" y="1057275"/>
                </a:lnTo>
                <a:lnTo>
                  <a:pt x="1905000" y="1114425"/>
                </a:lnTo>
                <a:lnTo>
                  <a:pt x="1895475" y="1114425"/>
                </a:lnTo>
                <a:close/>
                <a:moveTo>
                  <a:pt x="0" y="1123950"/>
                </a:moveTo>
                <a:lnTo>
                  <a:pt x="9525" y="1123950"/>
                </a:lnTo>
                <a:lnTo>
                  <a:pt x="9525" y="1162050"/>
                </a:lnTo>
                <a:lnTo>
                  <a:pt x="0" y="1162050"/>
                </a:lnTo>
                <a:close/>
                <a:moveTo>
                  <a:pt x="171450" y="1143000"/>
                </a:moveTo>
                <a:lnTo>
                  <a:pt x="190500" y="1143000"/>
                </a:lnTo>
                <a:lnTo>
                  <a:pt x="190500" y="1152525"/>
                </a:lnTo>
                <a:lnTo>
                  <a:pt x="171450" y="1152525"/>
                </a:lnTo>
                <a:close/>
                <a:moveTo>
                  <a:pt x="1200150" y="1209675"/>
                </a:moveTo>
                <a:lnTo>
                  <a:pt x="1495425" y="1209675"/>
                </a:lnTo>
                <a:lnTo>
                  <a:pt x="1495425" y="1219200"/>
                </a:lnTo>
                <a:lnTo>
                  <a:pt x="1485900" y="1219200"/>
                </a:lnTo>
                <a:lnTo>
                  <a:pt x="1485900" y="1228725"/>
                </a:lnTo>
                <a:lnTo>
                  <a:pt x="1495425" y="1228725"/>
                </a:lnTo>
                <a:lnTo>
                  <a:pt x="1495425" y="1247775"/>
                </a:lnTo>
                <a:lnTo>
                  <a:pt x="1476375" y="1247775"/>
                </a:lnTo>
                <a:lnTo>
                  <a:pt x="1476375" y="1238250"/>
                </a:lnTo>
                <a:lnTo>
                  <a:pt x="1457325" y="1238250"/>
                </a:lnTo>
                <a:lnTo>
                  <a:pt x="1457325" y="1228725"/>
                </a:lnTo>
                <a:lnTo>
                  <a:pt x="1466850" y="1228725"/>
                </a:lnTo>
                <a:lnTo>
                  <a:pt x="1466850" y="1219200"/>
                </a:lnTo>
                <a:lnTo>
                  <a:pt x="1428750" y="1219200"/>
                </a:lnTo>
                <a:lnTo>
                  <a:pt x="1428750" y="1228725"/>
                </a:lnTo>
                <a:lnTo>
                  <a:pt x="1438275" y="1228725"/>
                </a:lnTo>
                <a:lnTo>
                  <a:pt x="1438275" y="1238250"/>
                </a:lnTo>
                <a:lnTo>
                  <a:pt x="1419225" y="1238250"/>
                </a:lnTo>
                <a:lnTo>
                  <a:pt x="1419225" y="1257300"/>
                </a:lnTo>
                <a:lnTo>
                  <a:pt x="1409700" y="1257300"/>
                </a:lnTo>
                <a:lnTo>
                  <a:pt x="1409700" y="1247775"/>
                </a:lnTo>
                <a:lnTo>
                  <a:pt x="1390650" y="1247775"/>
                </a:lnTo>
                <a:lnTo>
                  <a:pt x="1390650" y="1238250"/>
                </a:lnTo>
                <a:lnTo>
                  <a:pt x="1381125" y="1238250"/>
                </a:lnTo>
                <a:lnTo>
                  <a:pt x="1381125" y="1247775"/>
                </a:lnTo>
                <a:lnTo>
                  <a:pt x="1371600" y="1247775"/>
                </a:lnTo>
                <a:lnTo>
                  <a:pt x="1371600" y="1257300"/>
                </a:lnTo>
                <a:lnTo>
                  <a:pt x="1362075" y="1257300"/>
                </a:lnTo>
                <a:lnTo>
                  <a:pt x="1362075" y="1266825"/>
                </a:lnTo>
                <a:lnTo>
                  <a:pt x="1352550" y="1266825"/>
                </a:lnTo>
                <a:lnTo>
                  <a:pt x="1352550" y="1285875"/>
                </a:lnTo>
                <a:lnTo>
                  <a:pt x="1343025" y="1285875"/>
                </a:lnTo>
                <a:lnTo>
                  <a:pt x="1343025" y="1323975"/>
                </a:lnTo>
                <a:lnTo>
                  <a:pt x="1333500" y="1323975"/>
                </a:lnTo>
                <a:lnTo>
                  <a:pt x="1333500" y="1333500"/>
                </a:lnTo>
                <a:lnTo>
                  <a:pt x="1247775" y="1333500"/>
                </a:lnTo>
                <a:lnTo>
                  <a:pt x="1247775" y="1323975"/>
                </a:lnTo>
                <a:lnTo>
                  <a:pt x="1238250" y="1323975"/>
                </a:lnTo>
                <a:lnTo>
                  <a:pt x="1238250" y="1333500"/>
                </a:lnTo>
                <a:lnTo>
                  <a:pt x="1228725" y="1333500"/>
                </a:lnTo>
                <a:lnTo>
                  <a:pt x="1228725" y="1323975"/>
                </a:lnTo>
                <a:lnTo>
                  <a:pt x="1209675" y="1323975"/>
                </a:lnTo>
                <a:lnTo>
                  <a:pt x="1209675" y="1314450"/>
                </a:lnTo>
                <a:lnTo>
                  <a:pt x="1162050" y="1314450"/>
                </a:lnTo>
                <a:lnTo>
                  <a:pt x="1162050" y="1323975"/>
                </a:lnTo>
                <a:lnTo>
                  <a:pt x="1152525" y="1323975"/>
                </a:lnTo>
                <a:lnTo>
                  <a:pt x="1152525" y="1333500"/>
                </a:lnTo>
                <a:lnTo>
                  <a:pt x="1114425" y="1333500"/>
                </a:lnTo>
                <a:lnTo>
                  <a:pt x="1114425" y="1323975"/>
                </a:lnTo>
                <a:lnTo>
                  <a:pt x="1123950" y="1323975"/>
                </a:lnTo>
                <a:lnTo>
                  <a:pt x="1123950" y="1304925"/>
                </a:lnTo>
                <a:lnTo>
                  <a:pt x="1143000" y="1304925"/>
                </a:lnTo>
                <a:lnTo>
                  <a:pt x="1143000" y="1295400"/>
                </a:lnTo>
                <a:lnTo>
                  <a:pt x="1152525" y="1295400"/>
                </a:lnTo>
                <a:lnTo>
                  <a:pt x="1152525" y="1285875"/>
                </a:lnTo>
                <a:lnTo>
                  <a:pt x="1162050" y="1285875"/>
                </a:lnTo>
                <a:lnTo>
                  <a:pt x="1162050" y="1295400"/>
                </a:lnTo>
                <a:lnTo>
                  <a:pt x="1200150" y="1295400"/>
                </a:lnTo>
                <a:lnTo>
                  <a:pt x="1200150" y="1285875"/>
                </a:lnTo>
                <a:lnTo>
                  <a:pt x="1209675" y="1285875"/>
                </a:lnTo>
                <a:lnTo>
                  <a:pt x="1209675" y="1276350"/>
                </a:lnTo>
                <a:lnTo>
                  <a:pt x="1219200" y="1276350"/>
                </a:lnTo>
                <a:lnTo>
                  <a:pt x="1219200" y="1247775"/>
                </a:lnTo>
                <a:lnTo>
                  <a:pt x="1190625" y="1247775"/>
                </a:lnTo>
                <a:lnTo>
                  <a:pt x="1190625" y="1238250"/>
                </a:lnTo>
                <a:lnTo>
                  <a:pt x="1171575" y="1238250"/>
                </a:lnTo>
                <a:lnTo>
                  <a:pt x="1171575" y="1247775"/>
                </a:lnTo>
                <a:lnTo>
                  <a:pt x="1143000" y="1247775"/>
                </a:lnTo>
                <a:lnTo>
                  <a:pt x="1143000" y="1238250"/>
                </a:lnTo>
                <a:lnTo>
                  <a:pt x="1104900" y="1238250"/>
                </a:lnTo>
                <a:lnTo>
                  <a:pt x="1104900" y="1219200"/>
                </a:lnTo>
                <a:lnTo>
                  <a:pt x="1123950" y="1219200"/>
                </a:lnTo>
                <a:lnTo>
                  <a:pt x="1123950" y="1228725"/>
                </a:lnTo>
                <a:lnTo>
                  <a:pt x="1143000" y="1228725"/>
                </a:lnTo>
                <a:lnTo>
                  <a:pt x="1143000" y="1219200"/>
                </a:lnTo>
                <a:lnTo>
                  <a:pt x="1200150" y="1219200"/>
                </a:lnTo>
                <a:close/>
                <a:moveTo>
                  <a:pt x="1533525" y="1209675"/>
                </a:moveTo>
                <a:lnTo>
                  <a:pt x="1571625" y="1209675"/>
                </a:lnTo>
                <a:lnTo>
                  <a:pt x="1571625" y="1228725"/>
                </a:lnTo>
                <a:lnTo>
                  <a:pt x="1590675" y="1228725"/>
                </a:lnTo>
                <a:lnTo>
                  <a:pt x="1590675" y="1209675"/>
                </a:lnTo>
                <a:lnTo>
                  <a:pt x="1685925" y="1209675"/>
                </a:lnTo>
                <a:lnTo>
                  <a:pt x="1685925" y="1219200"/>
                </a:lnTo>
                <a:lnTo>
                  <a:pt x="1600200" y="1219200"/>
                </a:lnTo>
                <a:lnTo>
                  <a:pt x="1600200" y="1228725"/>
                </a:lnTo>
                <a:lnTo>
                  <a:pt x="1609725" y="1228725"/>
                </a:lnTo>
                <a:lnTo>
                  <a:pt x="1609725" y="1266825"/>
                </a:lnTo>
                <a:lnTo>
                  <a:pt x="1600200" y="1266825"/>
                </a:lnTo>
                <a:lnTo>
                  <a:pt x="1600200" y="1247775"/>
                </a:lnTo>
                <a:lnTo>
                  <a:pt x="1581150" y="1247775"/>
                </a:lnTo>
                <a:lnTo>
                  <a:pt x="1581150" y="1238250"/>
                </a:lnTo>
                <a:lnTo>
                  <a:pt x="1571625" y="1238250"/>
                </a:lnTo>
                <a:lnTo>
                  <a:pt x="1571625" y="1247775"/>
                </a:lnTo>
                <a:lnTo>
                  <a:pt x="1562100" y="1247775"/>
                </a:lnTo>
                <a:lnTo>
                  <a:pt x="1562100" y="1257300"/>
                </a:lnTo>
                <a:lnTo>
                  <a:pt x="1552575" y="1257300"/>
                </a:lnTo>
                <a:lnTo>
                  <a:pt x="1552575" y="1247775"/>
                </a:lnTo>
                <a:lnTo>
                  <a:pt x="1514475" y="1247775"/>
                </a:lnTo>
                <a:lnTo>
                  <a:pt x="1514475" y="1238250"/>
                </a:lnTo>
                <a:lnTo>
                  <a:pt x="1524000" y="1238250"/>
                </a:lnTo>
                <a:lnTo>
                  <a:pt x="1524000" y="1228725"/>
                </a:lnTo>
                <a:lnTo>
                  <a:pt x="1533525" y="1228725"/>
                </a:lnTo>
                <a:close/>
                <a:moveTo>
                  <a:pt x="9525" y="1219200"/>
                </a:moveTo>
                <a:lnTo>
                  <a:pt x="19050" y="1219200"/>
                </a:lnTo>
                <a:lnTo>
                  <a:pt x="19050" y="1238250"/>
                </a:lnTo>
                <a:lnTo>
                  <a:pt x="28575" y="1238250"/>
                </a:lnTo>
                <a:lnTo>
                  <a:pt x="28575" y="1247775"/>
                </a:lnTo>
                <a:lnTo>
                  <a:pt x="19050" y="1247775"/>
                </a:lnTo>
                <a:lnTo>
                  <a:pt x="19050" y="1257300"/>
                </a:lnTo>
                <a:lnTo>
                  <a:pt x="9525" y="1257300"/>
                </a:lnTo>
                <a:lnTo>
                  <a:pt x="9525" y="1247775"/>
                </a:lnTo>
                <a:lnTo>
                  <a:pt x="0" y="1247775"/>
                </a:lnTo>
                <a:lnTo>
                  <a:pt x="0" y="1238250"/>
                </a:lnTo>
                <a:lnTo>
                  <a:pt x="9525" y="1238250"/>
                </a:lnTo>
                <a:close/>
                <a:moveTo>
                  <a:pt x="190500" y="1219200"/>
                </a:moveTo>
                <a:lnTo>
                  <a:pt x="266700" y="1219200"/>
                </a:lnTo>
                <a:lnTo>
                  <a:pt x="266700" y="1228725"/>
                </a:lnTo>
                <a:lnTo>
                  <a:pt x="285750" y="1228725"/>
                </a:lnTo>
                <a:lnTo>
                  <a:pt x="285750" y="1257300"/>
                </a:lnTo>
                <a:lnTo>
                  <a:pt x="257175" y="1257300"/>
                </a:lnTo>
                <a:lnTo>
                  <a:pt x="257175" y="1266825"/>
                </a:lnTo>
                <a:lnTo>
                  <a:pt x="247650" y="1266825"/>
                </a:lnTo>
                <a:lnTo>
                  <a:pt x="247650" y="1276350"/>
                </a:lnTo>
                <a:lnTo>
                  <a:pt x="228600" y="1276350"/>
                </a:lnTo>
                <a:lnTo>
                  <a:pt x="228600" y="1257300"/>
                </a:lnTo>
                <a:lnTo>
                  <a:pt x="219075" y="1257300"/>
                </a:lnTo>
                <a:lnTo>
                  <a:pt x="219075" y="1266825"/>
                </a:lnTo>
                <a:lnTo>
                  <a:pt x="209550" y="1266825"/>
                </a:lnTo>
                <a:lnTo>
                  <a:pt x="209550" y="1257300"/>
                </a:lnTo>
                <a:lnTo>
                  <a:pt x="200025" y="1257300"/>
                </a:lnTo>
                <a:lnTo>
                  <a:pt x="200025" y="1247775"/>
                </a:lnTo>
                <a:lnTo>
                  <a:pt x="190500" y="1247775"/>
                </a:lnTo>
                <a:close/>
                <a:moveTo>
                  <a:pt x="314325" y="1219200"/>
                </a:moveTo>
                <a:lnTo>
                  <a:pt x="333375" y="1219200"/>
                </a:lnTo>
                <a:lnTo>
                  <a:pt x="333375" y="1228725"/>
                </a:lnTo>
                <a:lnTo>
                  <a:pt x="342900" y="1228725"/>
                </a:lnTo>
                <a:lnTo>
                  <a:pt x="342900" y="1238250"/>
                </a:lnTo>
                <a:lnTo>
                  <a:pt x="333375" y="1238250"/>
                </a:lnTo>
                <a:lnTo>
                  <a:pt x="333375" y="1247775"/>
                </a:lnTo>
                <a:lnTo>
                  <a:pt x="304800" y="1247775"/>
                </a:lnTo>
                <a:lnTo>
                  <a:pt x="304800" y="1238250"/>
                </a:lnTo>
                <a:lnTo>
                  <a:pt x="295275" y="1238250"/>
                </a:lnTo>
                <a:lnTo>
                  <a:pt x="295275" y="1228725"/>
                </a:lnTo>
                <a:lnTo>
                  <a:pt x="314325" y="1228725"/>
                </a:lnTo>
                <a:close/>
                <a:moveTo>
                  <a:pt x="866775" y="1219200"/>
                </a:moveTo>
                <a:lnTo>
                  <a:pt x="895350" y="1219200"/>
                </a:lnTo>
                <a:lnTo>
                  <a:pt x="895350" y="1238250"/>
                </a:lnTo>
                <a:lnTo>
                  <a:pt x="866775" y="1238250"/>
                </a:lnTo>
                <a:close/>
                <a:moveTo>
                  <a:pt x="914400" y="1219200"/>
                </a:moveTo>
                <a:lnTo>
                  <a:pt x="971550" y="1219200"/>
                </a:lnTo>
                <a:lnTo>
                  <a:pt x="971550" y="1228725"/>
                </a:lnTo>
                <a:lnTo>
                  <a:pt x="962025" y="1228725"/>
                </a:lnTo>
                <a:lnTo>
                  <a:pt x="962025" y="1238250"/>
                </a:lnTo>
                <a:lnTo>
                  <a:pt x="904875" y="1238250"/>
                </a:lnTo>
                <a:lnTo>
                  <a:pt x="904875" y="1228725"/>
                </a:lnTo>
                <a:lnTo>
                  <a:pt x="914400" y="1228725"/>
                </a:lnTo>
                <a:close/>
                <a:moveTo>
                  <a:pt x="1066800" y="1219200"/>
                </a:moveTo>
                <a:lnTo>
                  <a:pt x="1076325" y="1219200"/>
                </a:lnTo>
                <a:lnTo>
                  <a:pt x="1076325" y="1228725"/>
                </a:lnTo>
                <a:lnTo>
                  <a:pt x="1085850" y="1228725"/>
                </a:lnTo>
                <a:lnTo>
                  <a:pt x="1085850" y="1247775"/>
                </a:lnTo>
                <a:lnTo>
                  <a:pt x="1076325" y="1247775"/>
                </a:lnTo>
                <a:lnTo>
                  <a:pt x="1076325" y="1257300"/>
                </a:lnTo>
                <a:lnTo>
                  <a:pt x="1057275" y="1257300"/>
                </a:lnTo>
                <a:lnTo>
                  <a:pt x="1057275" y="1228725"/>
                </a:lnTo>
                <a:lnTo>
                  <a:pt x="1066800" y="1228725"/>
                </a:lnTo>
                <a:close/>
                <a:moveTo>
                  <a:pt x="1009650" y="1228725"/>
                </a:moveTo>
                <a:lnTo>
                  <a:pt x="1019175" y="1228725"/>
                </a:lnTo>
                <a:lnTo>
                  <a:pt x="1019175" y="1238250"/>
                </a:lnTo>
                <a:lnTo>
                  <a:pt x="1028700" y="1238250"/>
                </a:lnTo>
                <a:lnTo>
                  <a:pt x="1028700" y="1257300"/>
                </a:lnTo>
                <a:lnTo>
                  <a:pt x="1019175" y="1257300"/>
                </a:lnTo>
                <a:lnTo>
                  <a:pt x="1019175" y="1247775"/>
                </a:lnTo>
                <a:lnTo>
                  <a:pt x="1009650" y="1247775"/>
                </a:lnTo>
                <a:close/>
                <a:moveTo>
                  <a:pt x="1381125" y="1228725"/>
                </a:moveTo>
                <a:lnTo>
                  <a:pt x="1400175" y="1228725"/>
                </a:lnTo>
                <a:lnTo>
                  <a:pt x="1400175" y="1219200"/>
                </a:lnTo>
                <a:lnTo>
                  <a:pt x="1381125" y="1219200"/>
                </a:lnTo>
                <a:close/>
                <a:moveTo>
                  <a:pt x="247650" y="1276350"/>
                </a:moveTo>
                <a:lnTo>
                  <a:pt x="257175" y="1276350"/>
                </a:lnTo>
                <a:lnTo>
                  <a:pt x="257175" y="1285875"/>
                </a:lnTo>
                <a:lnTo>
                  <a:pt x="266700" y="1285875"/>
                </a:lnTo>
                <a:lnTo>
                  <a:pt x="266700" y="1304925"/>
                </a:lnTo>
                <a:lnTo>
                  <a:pt x="247650" y="1304925"/>
                </a:lnTo>
                <a:lnTo>
                  <a:pt x="247650" y="1295400"/>
                </a:lnTo>
                <a:lnTo>
                  <a:pt x="238125" y="1295400"/>
                </a:lnTo>
                <a:lnTo>
                  <a:pt x="238125" y="1285875"/>
                </a:lnTo>
                <a:lnTo>
                  <a:pt x="247650" y="1285875"/>
                </a:lnTo>
                <a:close/>
                <a:moveTo>
                  <a:pt x="1743075" y="1276350"/>
                </a:moveTo>
                <a:lnTo>
                  <a:pt x="1752600" y="1276350"/>
                </a:lnTo>
                <a:lnTo>
                  <a:pt x="1752600" y="1304925"/>
                </a:lnTo>
                <a:lnTo>
                  <a:pt x="1743075" y="1304925"/>
                </a:lnTo>
                <a:close/>
                <a:moveTo>
                  <a:pt x="1762125" y="1285875"/>
                </a:moveTo>
                <a:lnTo>
                  <a:pt x="1771650" y="1285875"/>
                </a:lnTo>
                <a:lnTo>
                  <a:pt x="1771650" y="1323975"/>
                </a:lnTo>
                <a:lnTo>
                  <a:pt x="1762125" y="1323975"/>
                </a:lnTo>
                <a:close/>
                <a:moveTo>
                  <a:pt x="219075" y="1295400"/>
                </a:moveTo>
                <a:lnTo>
                  <a:pt x="228600" y="1295400"/>
                </a:lnTo>
                <a:lnTo>
                  <a:pt x="228600" y="1304925"/>
                </a:lnTo>
                <a:lnTo>
                  <a:pt x="238125" y="1304925"/>
                </a:lnTo>
                <a:lnTo>
                  <a:pt x="238125" y="1323975"/>
                </a:lnTo>
                <a:lnTo>
                  <a:pt x="228600" y="1323975"/>
                </a:lnTo>
                <a:lnTo>
                  <a:pt x="228600" y="1333500"/>
                </a:lnTo>
                <a:lnTo>
                  <a:pt x="209550" y="1333500"/>
                </a:lnTo>
                <a:lnTo>
                  <a:pt x="209550" y="1323975"/>
                </a:lnTo>
                <a:lnTo>
                  <a:pt x="190500" y="1323975"/>
                </a:lnTo>
                <a:lnTo>
                  <a:pt x="190500" y="1314450"/>
                </a:lnTo>
                <a:lnTo>
                  <a:pt x="209550" y="1314450"/>
                </a:lnTo>
                <a:lnTo>
                  <a:pt x="209550" y="1304925"/>
                </a:lnTo>
                <a:lnTo>
                  <a:pt x="219075" y="1304925"/>
                </a:lnTo>
                <a:close/>
                <a:moveTo>
                  <a:pt x="904875" y="1295400"/>
                </a:moveTo>
                <a:lnTo>
                  <a:pt x="914400" y="1295400"/>
                </a:lnTo>
                <a:lnTo>
                  <a:pt x="914400" y="1304925"/>
                </a:lnTo>
                <a:lnTo>
                  <a:pt x="904875" y="1304925"/>
                </a:lnTo>
                <a:close/>
                <a:moveTo>
                  <a:pt x="1104900" y="1295400"/>
                </a:moveTo>
                <a:lnTo>
                  <a:pt x="1114425" y="1295400"/>
                </a:lnTo>
                <a:lnTo>
                  <a:pt x="1114425" y="1304925"/>
                </a:lnTo>
                <a:lnTo>
                  <a:pt x="1104900" y="1304925"/>
                </a:lnTo>
                <a:close/>
                <a:moveTo>
                  <a:pt x="1247775" y="1295400"/>
                </a:moveTo>
                <a:lnTo>
                  <a:pt x="1257300" y="1295400"/>
                </a:lnTo>
                <a:lnTo>
                  <a:pt x="1257300" y="1304925"/>
                </a:lnTo>
                <a:lnTo>
                  <a:pt x="1266825" y="1304925"/>
                </a:lnTo>
                <a:lnTo>
                  <a:pt x="1266825" y="1295400"/>
                </a:lnTo>
                <a:lnTo>
                  <a:pt x="1276350" y="1295400"/>
                </a:lnTo>
                <a:lnTo>
                  <a:pt x="1276350" y="1304925"/>
                </a:lnTo>
                <a:lnTo>
                  <a:pt x="1314450" y="1304925"/>
                </a:lnTo>
                <a:lnTo>
                  <a:pt x="1314450" y="1276350"/>
                </a:lnTo>
                <a:lnTo>
                  <a:pt x="1266825" y="1276350"/>
                </a:lnTo>
                <a:lnTo>
                  <a:pt x="1266825" y="1266825"/>
                </a:lnTo>
                <a:lnTo>
                  <a:pt x="1247775" y="1266825"/>
                </a:lnTo>
                <a:lnTo>
                  <a:pt x="1247775" y="1276350"/>
                </a:lnTo>
                <a:lnTo>
                  <a:pt x="1238250" y="1276350"/>
                </a:lnTo>
                <a:lnTo>
                  <a:pt x="1238250" y="1295400"/>
                </a:lnTo>
                <a:lnTo>
                  <a:pt x="1228725" y="1295400"/>
                </a:lnTo>
                <a:lnTo>
                  <a:pt x="1228725" y="1304925"/>
                </a:lnTo>
                <a:lnTo>
                  <a:pt x="1247775" y="1304925"/>
                </a:lnTo>
                <a:close/>
                <a:moveTo>
                  <a:pt x="1095375" y="1304925"/>
                </a:moveTo>
                <a:lnTo>
                  <a:pt x="1104900" y="1304925"/>
                </a:lnTo>
                <a:lnTo>
                  <a:pt x="1104900" y="1314450"/>
                </a:lnTo>
                <a:lnTo>
                  <a:pt x="1095375" y="1314450"/>
                </a:lnTo>
                <a:close/>
                <a:moveTo>
                  <a:pt x="1619250" y="1304925"/>
                </a:moveTo>
                <a:lnTo>
                  <a:pt x="1647825" y="1304925"/>
                </a:lnTo>
                <a:lnTo>
                  <a:pt x="1647825" y="1314450"/>
                </a:lnTo>
                <a:lnTo>
                  <a:pt x="1666875" y="1314450"/>
                </a:lnTo>
                <a:lnTo>
                  <a:pt x="1666875" y="1333500"/>
                </a:lnTo>
                <a:lnTo>
                  <a:pt x="1609725" y="1333500"/>
                </a:lnTo>
                <a:lnTo>
                  <a:pt x="1609725" y="1323975"/>
                </a:lnTo>
                <a:lnTo>
                  <a:pt x="1619250" y="1323975"/>
                </a:lnTo>
                <a:close/>
                <a:moveTo>
                  <a:pt x="914400" y="1314450"/>
                </a:moveTo>
                <a:lnTo>
                  <a:pt x="923925" y="1314450"/>
                </a:lnTo>
                <a:lnTo>
                  <a:pt x="923925" y="1323975"/>
                </a:lnTo>
                <a:lnTo>
                  <a:pt x="914400" y="1323975"/>
                </a:lnTo>
                <a:close/>
                <a:moveTo>
                  <a:pt x="1400175" y="1314450"/>
                </a:moveTo>
                <a:lnTo>
                  <a:pt x="1428750" y="1314450"/>
                </a:lnTo>
                <a:lnTo>
                  <a:pt x="1428750" y="1333500"/>
                </a:lnTo>
                <a:lnTo>
                  <a:pt x="1400175" y="1333500"/>
                </a:lnTo>
                <a:close/>
                <a:moveTo>
                  <a:pt x="1466850" y="1314450"/>
                </a:moveTo>
                <a:lnTo>
                  <a:pt x="1504950" y="1314450"/>
                </a:lnTo>
                <a:lnTo>
                  <a:pt x="1504950" y="1323975"/>
                </a:lnTo>
                <a:lnTo>
                  <a:pt x="1485900" y="1323975"/>
                </a:lnTo>
                <a:lnTo>
                  <a:pt x="1485900" y="1333500"/>
                </a:lnTo>
                <a:lnTo>
                  <a:pt x="1466850" y="1333500"/>
                </a:lnTo>
                <a:close/>
                <a:moveTo>
                  <a:pt x="1533525" y="1314450"/>
                </a:moveTo>
                <a:lnTo>
                  <a:pt x="1562100" y="1314450"/>
                </a:lnTo>
                <a:lnTo>
                  <a:pt x="1562100" y="1333500"/>
                </a:lnTo>
                <a:lnTo>
                  <a:pt x="1533525" y="1333500"/>
                </a:lnTo>
                <a:close/>
                <a:moveTo>
                  <a:pt x="1047750" y="1323975"/>
                </a:moveTo>
                <a:lnTo>
                  <a:pt x="1057275" y="1323975"/>
                </a:lnTo>
                <a:lnTo>
                  <a:pt x="1057275" y="1333500"/>
                </a:lnTo>
                <a:lnTo>
                  <a:pt x="1047750" y="1333500"/>
                </a:lnTo>
                <a:close/>
                <a:moveTo>
                  <a:pt x="1733550" y="1323975"/>
                </a:moveTo>
                <a:lnTo>
                  <a:pt x="1762125" y="1323975"/>
                </a:lnTo>
                <a:lnTo>
                  <a:pt x="1762125" y="1333500"/>
                </a:lnTo>
                <a:lnTo>
                  <a:pt x="1733550" y="1333500"/>
                </a:lnTo>
                <a:close/>
                <a:moveTo>
                  <a:pt x="1114425" y="1352550"/>
                </a:moveTo>
                <a:lnTo>
                  <a:pt x="1123950" y="1352550"/>
                </a:lnTo>
                <a:lnTo>
                  <a:pt x="1123950" y="1362075"/>
                </a:lnTo>
                <a:lnTo>
                  <a:pt x="1133475" y="1362075"/>
                </a:lnTo>
                <a:lnTo>
                  <a:pt x="1133475" y="1352550"/>
                </a:lnTo>
                <a:lnTo>
                  <a:pt x="1171575" y="1352550"/>
                </a:lnTo>
                <a:lnTo>
                  <a:pt x="1171575" y="1371600"/>
                </a:lnTo>
                <a:lnTo>
                  <a:pt x="1152525" y="1371600"/>
                </a:lnTo>
                <a:lnTo>
                  <a:pt x="1152525" y="1381125"/>
                </a:lnTo>
                <a:lnTo>
                  <a:pt x="1133475" y="1381125"/>
                </a:lnTo>
                <a:lnTo>
                  <a:pt x="1133475" y="1390650"/>
                </a:lnTo>
                <a:lnTo>
                  <a:pt x="1114425" y="1390650"/>
                </a:lnTo>
                <a:close/>
                <a:moveTo>
                  <a:pt x="1238250" y="1352550"/>
                </a:moveTo>
                <a:lnTo>
                  <a:pt x="1257300" y="1352550"/>
                </a:lnTo>
                <a:lnTo>
                  <a:pt x="1257300" y="1362075"/>
                </a:lnTo>
                <a:lnTo>
                  <a:pt x="1238250" y="1362075"/>
                </a:lnTo>
                <a:close/>
                <a:moveTo>
                  <a:pt x="1295400" y="1352550"/>
                </a:moveTo>
                <a:lnTo>
                  <a:pt x="1381125" y="1352550"/>
                </a:lnTo>
                <a:lnTo>
                  <a:pt x="1381125" y="1371600"/>
                </a:lnTo>
                <a:lnTo>
                  <a:pt x="1352550" y="1371600"/>
                </a:lnTo>
                <a:lnTo>
                  <a:pt x="1352550" y="1381125"/>
                </a:lnTo>
                <a:lnTo>
                  <a:pt x="1285875" y="1381125"/>
                </a:lnTo>
                <a:lnTo>
                  <a:pt x="1285875" y="1390650"/>
                </a:lnTo>
                <a:lnTo>
                  <a:pt x="1247775" y="1390650"/>
                </a:lnTo>
                <a:lnTo>
                  <a:pt x="1247775" y="1438275"/>
                </a:lnTo>
                <a:lnTo>
                  <a:pt x="1238250" y="1438275"/>
                </a:lnTo>
                <a:lnTo>
                  <a:pt x="1238250" y="1428750"/>
                </a:lnTo>
                <a:lnTo>
                  <a:pt x="1228725" y="1428750"/>
                </a:lnTo>
                <a:lnTo>
                  <a:pt x="1228725" y="1457325"/>
                </a:lnTo>
                <a:lnTo>
                  <a:pt x="1219200" y="1457325"/>
                </a:lnTo>
                <a:lnTo>
                  <a:pt x="1219200" y="1466850"/>
                </a:lnTo>
                <a:lnTo>
                  <a:pt x="1123950" y="1466850"/>
                </a:lnTo>
                <a:lnTo>
                  <a:pt x="1123950" y="1447800"/>
                </a:lnTo>
                <a:lnTo>
                  <a:pt x="1133475" y="1447800"/>
                </a:lnTo>
                <a:lnTo>
                  <a:pt x="1133475" y="1428750"/>
                </a:lnTo>
                <a:lnTo>
                  <a:pt x="1162050" y="1428750"/>
                </a:lnTo>
                <a:lnTo>
                  <a:pt x="1162050" y="1438275"/>
                </a:lnTo>
                <a:lnTo>
                  <a:pt x="1171575" y="1438275"/>
                </a:lnTo>
                <a:lnTo>
                  <a:pt x="1171575" y="1447800"/>
                </a:lnTo>
                <a:lnTo>
                  <a:pt x="1181100" y="1447800"/>
                </a:lnTo>
                <a:lnTo>
                  <a:pt x="1181100" y="1457325"/>
                </a:lnTo>
                <a:lnTo>
                  <a:pt x="1190625" y="1457325"/>
                </a:lnTo>
                <a:lnTo>
                  <a:pt x="1190625" y="1447800"/>
                </a:lnTo>
                <a:lnTo>
                  <a:pt x="1200150" y="1447800"/>
                </a:lnTo>
                <a:lnTo>
                  <a:pt x="1200150" y="1428750"/>
                </a:lnTo>
                <a:lnTo>
                  <a:pt x="1190625" y="1428750"/>
                </a:lnTo>
                <a:lnTo>
                  <a:pt x="1190625" y="1419225"/>
                </a:lnTo>
                <a:lnTo>
                  <a:pt x="1181100" y="1419225"/>
                </a:lnTo>
                <a:lnTo>
                  <a:pt x="1181100" y="1409700"/>
                </a:lnTo>
                <a:lnTo>
                  <a:pt x="1171575" y="1409700"/>
                </a:lnTo>
                <a:lnTo>
                  <a:pt x="1171575" y="1390650"/>
                </a:lnTo>
                <a:lnTo>
                  <a:pt x="1200150" y="1390650"/>
                </a:lnTo>
                <a:lnTo>
                  <a:pt x="1200150" y="1400175"/>
                </a:lnTo>
                <a:lnTo>
                  <a:pt x="1181100" y="1400175"/>
                </a:lnTo>
                <a:lnTo>
                  <a:pt x="1181100" y="1409700"/>
                </a:lnTo>
                <a:lnTo>
                  <a:pt x="1200150" y="1409700"/>
                </a:lnTo>
                <a:lnTo>
                  <a:pt x="1200150" y="1400175"/>
                </a:lnTo>
                <a:lnTo>
                  <a:pt x="1238250" y="1400175"/>
                </a:lnTo>
                <a:lnTo>
                  <a:pt x="1238250" y="1381125"/>
                </a:lnTo>
                <a:lnTo>
                  <a:pt x="1247775" y="1381125"/>
                </a:lnTo>
                <a:lnTo>
                  <a:pt x="1247775" y="1371600"/>
                </a:lnTo>
                <a:lnTo>
                  <a:pt x="1276350" y="1371600"/>
                </a:lnTo>
                <a:lnTo>
                  <a:pt x="1276350" y="1362075"/>
                </a:lnTo>
                <a:lnTo>
                  <a:pt x="1295400" y="1362075"/>
                </a:lnTo>
                <a:close/>
                <a:moveTo>
                  <a:pt x="1590675" y="1352550"/>
                </a:moveTo>
                <a:lnTo>
                  <a:pt x="1628775" y="1352550"/>
                </a:lnTo>
                <a:lnTo>
                  <a:pt x="1628775" y="1371600"/>
                </a:lnTo>
                <a:lnTo>
                  <a:pt x="1600200" y="1371600"/>
                </a:lnTo>
                <a:lnTo>
                  <a:pt x="1600200" y="1362075"/>
                </a:lnTo>
                <a:lnTo>
                  <a:pt x="1590675" y="1362075"/>
                </a:lnTo>
                <a:close/>
                <a:moveTo>
                  <a:pt x="180975" y="1362075"/>
                </a:moveTo>
                <a:lnTo>
                  <a:pt x="190500" y="1362075"/>
                </a:lnTo>
                <a:lnTo>
                  <a:pt x="190500" y="1371600"/>
                </a:lnTo>
                <a:lnTo>
                  <a:pt x="180975" y="1371600"/>
                </a:lnTo>
                <a:close/>
                <a:moveTo>
                  <a:pt x="1466850" y="1362075"/>
                </a:moveTo>
                <a:lnTo>
                  <a:pt x="1476375" y="1362075"/>
                </a:lnTo>
                <a:lnTo>
                  <a:pt x="1476375" y="1371600"/>
                </a:lnTo>
                <a:lnTo>
                  <a:pt x="1466850" y="1371600"/>
                </a:lnTo>
                <a:close/>
                <a:moveTo>
                  <a:pt x="190500" y="1390650"/>
                </a:moveTo>
                <a:lnTo>
                  <a:pt x="219075" y="1390650"/>
                </a:lnTo>
                <a:lnTo>
                  <a:pt x="219075" y="1409700"/>
                </a:lnTo>
                <a:lnTo>
                  <a:pt x="200025" y="1409700"/>
                </a:lnTo>
                <a:lnTo>
                  <a:pt x="200025" y="1400175"/>
                </a:lnTo>
                <a:lnTo>
                  <a:pt x="190500" y="1400175"/>
                </a:lnTo>
                <a:close/>
                <a:moveTo>
                  <a:pt x="1257300" y="1409700"/>
                </a:moveTo>
                <a:lnTo>
                  <a:pt x="1276350" y="1409700"/>
                </a:lnTo>
                <a:lnTo>
                  <a:pt x="1276350" y="1419225"/>
                </a:lnTo>
                <a:lnTo>
                  <a:pt x="1285875" y="1419225"/>
                </a:lnTo>
                <a:lnTo>
                  <a:pt x="1285875" y="1438275"/>
                </a:lnTo>
                <a:lnTo>
                  <a:pt x="1295400" y="1438275"/>
                </a:lnTo>
                <a:lnTo>
                  <a:pt x="1295400" y="1428750"/>
                </a:lnTo>
                <a:lnTo>
                  <a:pt x="1323975" y="1428750"/>
                </a:lnTo>
                <a:lnTo>
                  <a:pt x="1323975" y="1438275"/>
                </a:lnTo>
                <a:lnTo>
                  <a:pt x="1371600" y="1438275"/>
                </a:lnTo>
                <a:lnTo>
                  <a:pt x="1371600" y="1447800"/>
                </a:lnTo>
                <a:lnTo>
                  <a:pt x="1381125" y="1447800"/>
                </a:lnTo>
                <a:lnTo>
                  <a:pt x="1381125" y="1457325"/>
                </a:lnTo>
                <a:lnTo>
                  <a:pt x="1371600" y="1457325"/>
                </a:lnTo>
                <a:lnTo>
                  <a:pt x="1371600" y="1466850"/>
                </a:lnTo>
                <a:lnTo>
                  <a:pt x="1247775" y="1466850"/>
                </a:lnTo>
                <a:lnTo>
                  <a:pt x="1247775" y="1457325"/>
                </a:lnTo>
                <a:lnTo>
                  <a:pt x="1238250" y="1457325"/>
                </a:lnTo>
                <a:lnTo>
                  <a:pt x="1238250" y="1447800"/>
                </a:lnTo>
                <a:lnTo>
                  <a:pt x="1247775" y="1447800"/>
                </a:lnTo>
                <a:lnTo>
                  <a:pt x="1247775" y="1438275"/>
                </a:lnTo>
                <a:lnTo>
                  <a:pt x="1257300" y="1438275"/>
                </a:lnTo>
                <a:close/>
                <a:moveTo>
                  <a:pt x="304800" y="1419225"/>
                </a:moveTo>
                <a:lnTo>
                  <a:pt x="314325" y="1419225"/>
                </a:lnTo>
                <a:lnTo>
                  <a:pt x="314325" y="1428750"/>
                </a:lnTo>
                <a:lnTo>
                  <a:pt x="323850" y="1428750"/>
                </a:lnTo>
                <a:lnTo>
                  <a:pt x="323850" y="1447800"/>
                </a:lnTo>
                <a:lnTo>
                  <a:pt x="314325" y="1447800"/>
                </a:lnTo>
                <a:lnTo>
                  <a:pt x="314325" y="1438275"/>
                </a:lnTo>
                <a:lnTo>
                  <a:pt x="295275" y="1438275"/>
                </a:lnTo>
                <a:lnTo>
                  <a:pt x="295275" y="1428750"/>
                </a:lnTo>
                <a:lnTo>
                  <a:pt x="304800" y="1428750"/>
                </a:lnTo>
                <a:close/>
                <a:moveTo>
                  <a:pt x="885825" y="1428750"/>
                </a:moveTo>
                <a:lnTo>
                  <a:pt x="904875" y="1428750"/>
                </a:lnTo>
                <a:lnTo>
                  <a:pt x="904875" y="1447800"/>
                </a:lnTo>
                <a:lnTo>
                  <a:pt x="876300" y="1447800"/>
                </a:lnTo>
                <a:lnTo>
                  <a:pt x="876300" y="1438275"/>
                </a:lnTo>
                <a:lnTo>
                  <a:pt x="885825" y="1438275"/>
                </a:lnTo>
                <a:close/>
                <a:moveTo>
                  <a:pt x="1409700" y="1428750"/>
                </a:moveTo>
                <a:lnTo>
                  <a:pt x="1419225" y="1428750"/>
                </a:lnTo>
                <a:lnTo>
                  <a:pt x="1419225" y="1438275"/>
                </a:lnTo>
                <a:lnTo>
                  <a:pt x="1438275" y="1438275"/>
                </a:lnTo>
                <a:lnTo>
                  <a:pt x="1438275" y="1447800"/>
                </a:lnTo>
                <a:lnTo>
                  <a:pt x="1447800" y="1447800"/>
                </a:lnTo>
                <a:lnTo>
                  <a:pt x="1447800" y="1457325"/>
                </a:lnTo>
                <a:lnTo>
                  <a:pt x="1438275" y="1457325"/>
                </a:lnTo>
                <a:lnTo>
                  <a:pt x="1438275" y="1466850"/>
                </a:lnTo>
                <a:lnTo>
                  <a:pt x="1390650" y="1466850"/>
                </a:lnTo>
                <a:lnTo>
                  <a:pt x="1390650" y="1447800"/>
                </a:lnTo>
                <a:lnTo>
                  <a:pt x="1400175" y="1447800"/>
                </a:lnTo>
                <a:lnTo>
                  <a:pt x="1400175" y="1438275"/>
                </a:lnTo>
                <a:lnTo>
                  <a:pt x="1409700" y="1438275"/>
                </a:lnTo>
                <a:close/>
                <a:moveTo>
                  <a:pt x="1476375" y="1428750"/>
                </a:moveTo>
                <a:lnTo>
                  <a:pt x="1485900" y="1428750"/>
                </a:lnTo>
                <a:lnTo>
                  <a:pt x="1485900" y="1447800"/>
                </a:lnTo>
                <a:lnTo>
                  <a:pt x="1495425" y="1447800"/>
                </a:lnTo>
                <a:lnTo>
                  <a:pt x="1495425" y="1457325"/>
                </a:lnTo>
                <a:lnTo>
                  <a:pt x="1504950" y="1457325"/>
                </a:lnTo>
                <a:lnTo>
                  <a:pt x="1504950" y="1466850"/>
                </a:lnTo>
                <a:lnTo>
                  <a:pt x="1457325" y="1466850"/>
                </a:lnTo>
                <a:lnTo>
                  <a:pt x="1457325" y="1447800"/>
                </a:lnTo>
                <a:lnTo>
                  <a:pt x="1466850" y="1447800"/>
                </a:lnTo>
                <a:lnTo>
                  <a:pt x="1466850" y="1438275"/>
                </a:lnTo>
                <a:lnTo>
                  <a:pt x="1476375" y="1438275"/>
                </a:lnTo>
                <a:close/>
                <a:moveTo>
                  <a:pt x="1590675" y="1428750"/>
                </a:moveTo>
                <a:lnTo>
                  <a:pt x="1628775" y="1428750"/>
                </a:lnTo>
                <a:lnTo>
                  <a:pt x="1628775" y="1438275"/>
                </a:lnTo>
                <a:lnTo>
                  <a:pt x="1638300" y="1438275"/>
                </a:lnTo>
                <a:lnTo>
                  <a:pt x="1638300" y="1447800"/>
                </a:lnTo>
                <a:lnTo>
                  <a:pt x="1647825" y="1447800"/>
                </a:lnTo>
                <a:lnTo>
                  <a:pt x="1647825" y="1466850"/>
                </a:lnTo>
                <a:lnTo>
                  <a:pt x="1638300" y="1466850"/>
                </a:lnTo>
                <a:lnTo>
                  <a:pt x="1638300" y="1457325"/>
                </a:lnTo>
                <a:lnTo>
                  <a:pt x="1628775" y="1457325"/>
                </a:lnTo>
                <a:lnTo>
                  <a:pt x="1628775" y="1466850"/>
                </a:lnTo>
                <a:lnTo>
                  <a:pt x="1581150" y="1466850"/>
                </a:lnTo>
                <a:lnTo>
                  <a:pt x="1581150" y="1457325"/>
                </a:lnTo>
                <a:lnTo>
                  <a:pt x="1571625" y="1457325"/>
                </a:lnTo>
                <a:lnTo>
                  <a:pt x="1571625" y="1447800"/>
                </a:lnTo>
                <a:lnTo>
                  <a:pt x="1581150" y="1447800"/>
                </a:lnTo>
                <a:lnTo>
                  <a:pt x="1581150" y="1438275"/>
                </a:lnTo>
                <a:lnTo>
                  <a:pt x="1590675" y="1438275"/>
                </a:lnTo>
                <a:close/>
                <a:moveTo>
                  <a:pt x="447675" y="1438275"/>
                </a:moveTo>
                <a:lnTo>
                  <a:pt x="457200" y="1438275"/>
                </a:lnTo>
                <a:lnTo>
                  <a:pt x="457200" y="1447800"/>
                </a:lnTo>
                <a:lnTo>
                  <a:pt x="447675" y="1447800"/>
                </a:lnTo>
                <a:close/>
                <a:moveTo>
                  <a:pt x="666750" y="1438275"/>
                </a:moveTo>
                <a:lnTo>
                  <a:pt x="704850" y="1438275"/>
                </a:lnTo>
                <a:lnTo>
                  <a:pt x="704850" y="1447800"/>
                </a:lnTo>
                <a:lnTo>
                  <a:pt x="666750" y="1447800"/>
                </a:lnTo>
                <a:close/>
                <a:moveTo>
                  <a:pt x="742950" y="1438275"/>
                </a:moveTo>
                <a:lnTo>
                  <a:pt x="762000" y="1438275"/>
                </a:lnTo>
                <a:lnTo>
                  <a:pt x="762000" y="1447800"/>
                </a:lnTo>
                <a:lnTo>
                  <a:pt x="742950" y="1447800"/>
                </a:lnTo>
                <a:close/>
                <a:moveTo>
                  <a:pt x="790575" y="1438275"/>
                </a:moveTo>
                <a:lnTo>
                  <a:pt x="809625" y="1438275"/>
                </a:lnTo>
                <a:lnTo>
                  <a:pt x="809625" y="1447800"/>
                </a:lnTo>
                <a:lnTo>
                  <a:pt x="790575" y="1447800"/>
                </a:lnTo>
                <a:close/>
                <a:moveTo>
                  <a:pt x="1533525" y="1438275"/>
                </a:moveTo>
                <a:lnTo>
                  <a:pt x="1543050" y="1438275"/>
                </a:lnTo>
                <a:lnTo>
                  <a:pt x="1543050" y="1447800"/>
                </a:lnTo>
                <a:lnTo>
                  <a:pt x="1562100" y="1447800"/>
                </a:lnTo>
                <a:lnTo>
                  <a:pt x="1562100" y="1457325"/>
                </a:lnTo>
                <a:lnTo>
                  <a:pt x="1552575" y="1457325"/>
                </a:lnTo>
                <a:lnTo>
                  <a:pt x="1552575" y="1466850"/>
                </a:lnTo>
                <a:lnTo>
                  <a:pt x="1514475" y="1466850"/>
                </a:lnTo>
                <a:lnTo>
                  <a:pt x="1514475" y="1447800"/>
                </a:lnTo>
                <a:lnTo>
                  <a:pt x="1533525" y="1447800"/>
                </a:lnTo>
                <a:close/>
                <a:moveTo>
                  <a:pt x="866775" y="1447800"/>
                </a:moveTo>
                <a:lnTo>
                  <a:pt x="876300" y="1447800"/>
                </a:lnTo>
                <a:lnTo>
                  <a:pt x="876300" y="1457325"/>
                </a:lnTo>
                <a:lnTo>
                  <a:pt x="866775" y="1457325"/>
                </a:lnTo>
                <a:close/>
                <a:moveTo>
                  <a:pt x="923925" y="1447800"/>
                </a:moveTo>
                <a:lnTo>
                  <a:pt x="933450" y="1447800"/>
                </a:lnTo>
                <a:lnTo>
                  <a:pt x="933450" y="1457325"/>
                </a:lnTo>
                <a:lnTo>
                  <a:pt x="923925" y="1457325"/>
                </a:lnTo>
                <a:close/>
                <a:moveTo>
                  <a:pt x="0" y="1457325"/>
                </a:moveTo>
                <a:lnTo>
                  <a:pt x="9525" y="1457325"/>
                </a:lnTo>
                <a:lnTo>
                  <a:pt x="9525" y="1466850"/>
                </a:lnTo>
                <a:lnTo>
                  <a:pt x="0" y="1466850"/>
                </a:lnTo>
                <a:close/>
                <a:moveTo>
                  <a:pt x="1590675" y="1457325"/>
                </a:moveTo>
                <a:lnTo>
                  <a:pt x="1609725" y="1457325"/>
                </a:lnTo>
                <a:lnTo>
                  <a:pt x="1609725" y="1438275"/>
                </a:lnTo>
                <a:lnTo>
                  <a:pt x="1600200" y="1438275"/>
                </a:lnTo>
                <a:lnTo>
                  <a:pt x="1600200" y="1447800"/>
                </a:lnTo>
                <a:lnTo>
                  <a:pt x="1590675" y="1447800"/>
                </a:lnTo>
                <a:close/>
                <a:moveTo>
                  <a:pt x="1695450" y="1457325"/>
                </a:moveTo>
                <a:lnTo>
                  <a:pt x="1724025" y="1457325"/>
                </a:lnTo>
                <a:lnTo>
                  <a:pt x="1724025" y="1466850"/>
                </a:lnTo>
                <a:lnTo>
                  <a:pt x="1695450" y="1466850"/>
                </a:lnTo>
                <a:close/>
                <a:moveTo>
                  <a:pt x="1104900" y="1495425"/>
                </a:moveTo>
                <a:lnTo>
                  <a:pt x="1133475" y="1495425"/>
                </a:lnTo>
                <a:lnTo>
                  <a:pt x="1133475" y="1504950"/>
                </a:lnTo>
                <a:lnTo>
                  <a:pt x="1152525" y="1504950"/>
                </a:lnTo>
                <a:lnTo>
                  <a:pt x="1152525" y="1514475"/>
                </a:lnTo>
                <a:lnTo>
                  <a:pt x="1171575" y="1514475"/>
                </a:lnTo>
                <a:lnTo>
                  <a:pt x="1171575" y="1504950"/>
                </a:lnTo>
                <a:lnTo>
                  <a:pt x="1162050" y="1504950"/>
                </a:lnTo>
                <a:lnTo>
                  <a:pt x="1162050" y="1495425"/>
                </a:lnTo>
                <a:lnTo>
                  <a:pt x="1428750" y="1495425"/>
                </a:lnTo>
                <a:lnTo>
                  <a:pt x="1428750" y="1504950"/>
                </a:lnTo>
                <a:lnTo>
                  <a:pt x="1419225" y="1504950"/>
                </a:lnTo>
                <a:lnTo>
                  <a:pt x="1419225" y="1524000"/>
                </a:lnTo>
                <a:lnTo>
                  <a:pt x="1409700" y="1524000"/>
                </a:lnTo>
                <a:lnTo>
                  <a:pt x="1409700" y="1533525"/>
                </a:lnTo>
                <a:lnTo>
                  <a:pt x="1390650" y="1533525"/>
                </a:lnTo>
                <a:lnTo>
                  <a:pt x="1390650" y="1543050"/>
                </a:lnTo>
                <a:lnTo>
                  <a:pt x="1381125" y="1543050"/>
                </a:lnTo>
                <a:lnTo>
                  <a:pt x="1381125" y="1562100"/>
                </a:lnTo>
                <a:lnTo>
                  <a:pt x="1371600" y="1562100"/>
                </a:lnTo>
                <a:lnTo>
                  <a:pt x="1371600" y="1571625"/>
                </a:lnTo>
                <a:lnTo>
                  <a:pt x="1352550" y="1571625"/>
                </a:lnTo>
                <a:lnTo>
                  <a:pt x="1352550" y="1552575"/>
                </a:lnTo>
                <a:lnTo>
                  <a:pt x="1323975" y="1552575"/>
                </a:lnTo>
                <a:lnTo>
                  <a:pt x="1323975" y="1562100"/>
                </a:lnTo>
                <a:lnTo>
                  <a:pt x="1266825" y="1562100"/>
                </a:lnTo>
                <a:lnTo>
                  <a:pt x="1266825" y="1571625"/>
                </a:lnTo>
                <a:lnTo>
                  <a:pt x="1257300" y="1571625"/>
                </a:lnTo>
                <a:lnTo>
                  <a:pt x="1257300" y="1581150"/>
                </a:lnTo>
                <a:lnTo>
                  <a:pt x="1238250" y="1581150"/>
                </a:lnTo>
                <a:lnTo>
                  <a:pt x="1238250" y="1552575"/>
                </a:lnTo>
                <a:lnTo>
                  <a:pt x="1247775" y="1552575"/>
                </a:lnTo>
                <a:lnTo>
                  <a:pt x="1247775" y="1543050"/>
                </a:lnTo>
                <a:lnTo>
                  <a:pt x="1257300" y="1543050"/>
                </a:lnTo>
                <a:lnTo>
                  <a:pt x="1257300" y="1533525"/>
                </a:lnTo>
                <a:lnTo>
                  <a:pt x="1247775" y="1533525"/>
                </a:lnTo>
                <a:lnTo>
                  <a:pt x="1247775" y="1524000"/>
                </a:lnTo>
                <a:lnTo>
                  <a:pt x="1219200" y="1524000"/>
                </a:lnTo>
                <a:lnTo>
                  <a:pt x="1219200" y="1562100"/>
                </a:lnTo>
                <a:lnTo>
                  <a:pt x="1209675" y="1562100"/>
                </a:lnTo>
                <a:lnTo>
                  <a:pt x="1209675" y="1571625"/>
                </a:lnTo>
                <a:lnTo>
                  <a:pt x="1200150" y="1571625"/>
                </a:lnTo>
                <a:lnTo>
                  <a:pt x="1200150" y="1590675"/>
                </a:lnTo>
                <a:lnTo>
                  <a:pt x="1190625" y="1590675"/>
                </a:lnTo>
                <a:lnTo>
                  <a:pt x="1190625" y="1600200"/>
                </a:lnTo>
                <a:lnTo>
                  <a:pt x="1143000" y="1600200"/>
                </a:lnTo>
                <a:lnTo>
                  <a:pt x="1143000" y="1609725"/>
                </a:lnTo>
                <a:lnTo>
                  <a:pt x="1123950" y="1609725"/>
                </a:lnTo>
                <a:lnTo>
                  <a:pt x="1123950" y="1619250"/>
                </a:lnTo>
                <a:lnTo>
                  <a:pt x="1114425" y="1619250"/>
                </a:lnTo>
                <a:lnTo>
                  <a:pt x="1114425" y="1628775"/>
                </a:lnTo>
                <a:lnTo>
                  <a:pt x="1171575" y="1628775"/>
                </a:lnTo>
                <a:lnTo>
                  <a:pt x="1171575" y="1619250"/>
                </a:lnTo>
                <a:lnTo>
                  <a:pt x="1181100" y="1619250"/>
                </a:lnTo>
                <a:lnTo>
                  <a:pt x="1181100" y="1628775"/>
                </a:lnTo>
                <a:lnTo>
                  <a:pt x="1190625" y="1628775"/>
                </a:lnTo>
                <a:lnTo>
                  <a:pt x="1190625" y="1657350"/>
                </a:lnTo>
                <a:lnTo>
                  <a:pt x="1219200" y="1657350"/>
                </a:lnTo>
                <a:lnTo>
                  <a:pt x="1219200" y="1647825"/>
                </a:lnTo>
                <a:lnTo>
                  <a:pt x="1238250" y="1647825"/>
                </a:lnTo>
                <a:lnTo>
                  <a:pt x="1238250" y="1657350"/>
                </a:lnTo>
                <a:lnTo>
                  <a:pt x="1257300" y="1657350"/>
                </a:lnTo>
                <a:lnTo>
                  <a:pt x="1257300" y="1647825"/>
                </a:lnTo>
                <a:lnTo>
                  <a:pt x="1323975" y="1647825"/>
                </a:lnTo>
                <a:lnTo>
                  <a:pt x="1323975" y="1657350"/>
                </a:lnTo>
                <a:lnTo>
                  <a:pt x="1352550" y="1657350"/>
                </a:lnTo>
                <a:lnTo>
                  <a:pt x="1352550" y="1676400"/>
                </a:lnTo>
                <a:lnTo>
                  <a:pt x="1362075" y="1676400"/>
                </a:lnTo>
                <a:lnTo>
                  <a:pt x="1362075" y="1666875"/>
                </a:lnTo>
                <a:lnTo>
                  <a:pt x="1381125" y="1666875"/>
                </a:lnTo>
                <a:lnTo>
                  <a:pt x="1381125" y="1657350"/>
                </a:lnTo>
                <a:lnTo>
                  <a:pt x="1400175" y="1657350"/>
                </a:lnTo>
                <a:lnTo>
                  <a:pt x="1400175" y="1647825"/>
                </a:lnTo>
                <a:lnTo>
                  <a:pt x="1466850" y="1647825"/>
                </a:lnTo>
                <a:lnTo>
                  <a:pt x="1466850" y="1657350"/>
                </a:lnTo>
                <a:lnTo>
                  <a:pt x="1476375" y="1657350"/>
                </a:lnTo>
                <a:lnTo>
                  <a:pt x="1476375" y="1666875"/>
                </a:lnTo>
                <a:lnTo>
                  <a:pt x="1485900" y="1666875"/>
                </a:lnTo>
                <a:lnTo>
                  <a:pt x="1485900" y="1657350"/>
                </a:lnTo>
                <a:lnTo>
                  <a:pt x="1514475" y="1657350"/>
                </a:lnTo>
                <a:lnTo>
                  <a:pt x="1514475" y="1666875"/>
                </a:lnTo>
                <a:lnTo>
                  <a:pt x="1533525" y="1666875"/>
                </a:lnTo>
                <a:lnTo>
                  <a:pt x="1533525" y="1657350"/>
                </a:lnTo>
                <a:lnTo>
                  <a:pt x="1543050" y="1657350"/>
                </a:lnTo>
                <a:lnTo>
                  <a:pt x="1543050" y="1647825"/>
                </a:lnTo>
                <a:lnTo>
                  <a:pt x="1552575" y="1647825"/>
                </a:lnTo>
                <a:lnTo>
                  <a:pt x="1552575" y="1657350"/>
                </a:lnTo>
                <a:lnTo>
                  <a:pt x="1571625" y="1657350"/>
                </a:lnTo>
                <a:lnTo>
                  <a:pt x="1571625" y="1647825"/>
                </a:lnTo>
                <a:lnTo>
                  <a:pt x="1581150" y="1647825"/>
                </a:lnTo>
                <a:lnTo>
                  <a:pt x="1581150" y="1657350"/>
                </a:lnTo>
                <a:lnTo>
                  <a:pt x="1590675" y="1657350"/>
                </a:lnTo>
                <a:lnTo>
                  <a:pt x="1590675" y="1638300"/>
                </a:lnTo>
                <a:lnTo>
                  <a:pt x="1619250" y="1638300"/>
                </a:lnTo>
                <a:lnTo>
                  <a:pt x="1619250" y="1628775"/>
                </a:lnTo>
                <a:lnTo>
                  <a:pt x="1628775" y="1628775"/>
                </a:lnTo>
                <a:lnTo>
                  <a:pt x="1628775" y="1638300"/>
                </a:lnTo>
                <a:lnTo>
                  <a:pt x="1657350" y="1638300"/>
                </a:lnTo>
                <a:lnTo>
                  <a:pt x="1657350" y="1647825"/>
                </a:lnTo>
                <a:lnTo>
                  <a:pt x="1666875" y="1647825"/>
                </a:lnTo>
                <a:lnTo>
                  <a:pt x="1666875" y="1657350"/>
                </a:lnTo>
                <a:lnTo>
                  <a:pt x="1676400" y="1657350"/>
                </a:lnTo>
                <a:lnTo>
                  <a:pt x="1676400" y="1666875"/>
                </a:lnTo>
                <a:lnTo>
                  <a:pt x="1666875" y="1666875"/>
                </a:lnTo>
                <a:lnTo>
                  <a:pt x="1666875" y="1676400"/>
                </a:lnTo>
                <a:lnTo>
                  <a:pt x="1685925" y="1676400"/>
                </a:lnTo>
                <a:lnTo>
                  <a:pt x="1685925" y="1666875"/>
                </a:lnTo>
                <a:lnTo>
                  <a:pt x="1695450" y="1666875"/>
                </a:lnTo>
                <a:lnTo>
                  <a:pt x="1695450" y="1676400"/>
                </a:lnTo>
                <a:lnTo>
                  <a:pt x="1704975" y="1676400"/>
                </a:lnTo>
                <a:lnTo>
                  <a:pt x="1704975" y="1685925"/>
                </a:lnTo>
                <a:lnTo>
                  <a:pt x="1695450" y="1685925"/>
                </a:lnTo>
                <a:lnTo>
                  <a:pt x="1695450" y="1695450"/>
                </a:lnTo>
                <a:lnTo>
                  <a:pt x="1685925" y="1695450"/>
                </a:lnTo>
                <a:lnTo>
                  <a:pt x="1685925" y="1685925"/>
                </a:lnTo>
                <a:lnTo>
                  <a:pt x="1676400" y="1685925"/>
                </a:lnTo>
                <a:lnTo>
                  <a:pt x="1676400" y="1704975"/>
                </a:lnTo>
                <a:lnTo>
                  <a:pt x="1666875" y="1704975"/>
                </a:lnTo>
                <a:lnTo>
                  <a:pt x="1666875" y="1733550"/>
                </a:lnTo>
                <a:lnTo>
                  <a:pt x="1409700" y="1733550"/>
                </a:lnTo>
                <a:lnTo>
                  <a:pt x="1409700" y="1743075"/>
                </a:lnTo>
                <a:lnTo>
                  <a:pt x="1381125" y="1743075"/>
                </a:lnTo>
                <a:lnTo>
                  <a:pt x="1381125" y="1733550"/>
                </a:lnTo>
                <a:lnTo>
                  <a:pt x="1371600" y="1733550"/>
                </a:lnTo>
                <a:lnTo>
                  <a:pt x="1371600" y="1724025"/>
                </a:lnTo>
                <a:lnTo>
                  <a:pt x="1362075" y="1724025"/>
                </a:lnTo>
                <a:lnTo>
                  <a:pt x="1362075" y="1733550"/>
                </a:lnTo>
                <a:lnTo>
                  <a:pt x="1352550" y="1733550"/>
                </a:lnTo>
                <a:lnTo>
                  <a:pt x="1352550" y="1743075"/>
                </a:lnTo>
                <a:lnTo>
                  <a:pt x="1333500" y="1743075"/>
                </a:lnTo>
                <a:lnTo>
                  <a:pt x="1333500" y="1733550"/>
                </a:lnTo>
                <a:lnTo>
                  <a:pt x="1323975" y="1733550"/>
                </a:lnTo>
                <a:lnTo>
                  <a:pt x="1323975" y="1724025"/>
                </a:lnTo>
                <a:lnTo>
                  <a:pt x="1314450" y="1724025"/>
                </a:lnTo>
                <a:lnTo>
                  <a:pt x="1314450" y="1733550"/>
                </a:lnTo>
                <a:lnTo>
                  <a:pt x="1304925" y="1733550"/>
                </a:lnTo>
                <a:lnTo>
                  <a:pt x="1304925" y="1724025"/>
                </a:lnTo>
                <a:lnTo>
                  <a:pt x="1276350" y="1724025"/>
                </a:lnTo>
                <a:lnTo>
                  <a:pt x="1276350" y="1733550"/>
                </a:lnTo>
                <a:lnTo>
                  <a:pt x="1095375" y="1733550"/>
                </a:lnTo>
                <a:lnTo>
                  <a:pt x="1095375" y="1724025"/>
                </a:lnTo>
                <a:lnTo>
                  <a:pt x="1066800" y="1724025"/>
                </a:lnTo>
                <a:lnTo>
                  <a:pt x="1066800" y="1733550"/>
                </a:lnTo>
                <a:lnTo>
                  <a:pt x="1038225" y="1733550"/>
                </a:lnTo>
                <a:lnTo>
                  <a:pt x="1038225" y="1743075"/>
                </a:lnTo>
                <a:lnTo>
                  <a:pt x="1028700" y="1743075"/>
                </a:lnTo>
                <a:lnTo>
                  <a:pt x="1028700" y="1733550"/>
                </a:lnTo>
                <a:lnTo>
                  <a:pt x="1019175" y="1733550"/>
                </a:lnTo>
                <a:lnTo>
                  <a:pt x="1019175" y="1714500"/>
                </a:lnTo>
                <a:lnTo>
                  <a:pt x="1028700" y="1714500"/>
                </a:lnTo>
                <a:lnTo>
                  <a:pt x="1028700" y="1724025"/>
                </a:lnTo>
                <a:lnTo>
                  <a:pt x="1057275" y="1724025"/>
                </a:lnTo>
                <a:lnTo>
                  <a:pt x="1057275" y="1714500"/>
                </a:lnTo>
                <a:lnTo>
                  <a:pt x="1066800" y="1714500"/>
                </a:lnTo>
                <a:lnTo>
                  <a:pt x="1066800" y="1704975"/>
                </a:lnTo>
                <a:lnTo>
                  <a:pt x="1085850" y="1704975"/>
                </a:lnTo>
                <a:lnTo>
                  <a:pt x="1085850" y="1714500"/>
                </a:lnTo>
                <a:lnTo>
                  <a:pt x="1095375" y="1714500"/>
                </a:lnTo>
                <a:lnTo>
                  <a:pt x="1095375" y="1704975"/>
                </a:lnTo>
                <a:lnTo>
                  <a:pt x="1104900" y="1704975"/>
                </a:lnTo>
                <a:lnTo>
                  <a:pt x="1104900" y="1695450"/>
                </a:lnTo>
                <a:lnTo>
                  <a:pt x="1114425" y="1695450"/>
                </a:lnTo>
                <a:lnTo>
                  <a:pt x="1114425" y="1685925"/>
                </a:lnTo>
                <a:lnTo>
                  <a:pt x="1123950" y="1685925"/>
                </a:lnTo>
                <a:lnTo>
                  <a:pt x="1123950" y="1676400"/>
                </a:lnTo>
                <a:lnTo>
                  <a:pt x="1133475" y="1676400"/>
                </a:lnTo>
                <a:lnTo>
                  <a:pt x="1133475" y="1666875"/>
                </a:lnTo>
                <a:lnTo>
                  <a:pt x="1143000" y="1666875"/>
                </a:lnTo>
                <a:lnTo>
                  <a:pt x="1143000" y="1657350"/>
                </a:lnTo>
                <a:lnTo>
                  <a:pt x="1133475" y="1657350"/>
                </a:lnTo>
                <a:lnTo>
                  <a:pt x="1133475" y="1647825"/>
                </a:lnTo>
                <a:lnTo>
                  <a:pt x="1114425" y="1647825"/>
                </a:lnTo>
                <a:lnTo>
                  <a:pt x="1114425" y="1638300"/>
                </a:lnTo>
                <a:lnTo>
                  <a:pt x="1095375" y="1638300"/>
                </a:lnTo>
                <a:lnTo>
                  <a:pt x="1095375" y="1628775"/>
                </a:lnTo>
                <a:lnTo>
                  <a:pt x="1104900" y="1628775"/>
                </a:lnTo>
                <a:lnTo>
                  <a:pt x="1104900" y="1619250"/>
                </a:lnTo>
                <a:lnTo>
                  <a:pt x="1076325" y="1619250"/>
                </a:lnTo>
                <a:lnTo>
                  <a:pt x="1076325" y="1600200"/>
                </a:lnTo>
                <a:lnTo>
                  <a:pt x="1057275" y="1600200"/>
                </a:lnTo>
                <a:lnTo>
                  <a:pt x="1057275" y="1609725"/>
                </a:lnTo>
                <a:lnTo>
                  <a:pt x="1009650" y="1609725"/>
                </a:lnTo>
                <a:lnTo>
                  <a:pt x="1009650" y="1600200"/>
                </a:lnTo>
                <a:lnTo>
                  <a:pt x="981075" y="1600200"/>
                </a:lnTo>
                <a:lnTo>
                  <a:pt x="981075" y="1609725"/>
                </a:lnTo>
                <a:lnTo>
                  <a:pt x="876300" y="1609725"/>
                </a:lnTo>
                <a:lnTo>
                  <a:pt x="876300" y="1600200"/>
                </a:lnTo>
                <a:lnTo>
                  <a:pt x="790575" y="1600200"/>
                </a:lnTo>
                <a:lnTo>
                  <a:pt x="790575" y="1590675"/>
                </a:lnTo>
                <a:lnTo>
                  <a:pt x="771525" y="1590675"/>
                </a:lnTo>
                <a:lnTo>
                  <a:pt x="771525" y="1600200"/>
                </a:lnTo>
                <a:lnTo>
                  <a:pt x="714375" y="1600200"/>
                </a:lnTo>
                <a:lnTo>
                  <a:pt x="714375" y="1609725"/>
                </a:lnTo>
                <a:lnTo>
                  <a:pt x="685800" y="1609725"/>
                </a:lnTo>
                <a:lnTo>
                  <a:pt x="685800" y="1600200"/>
                </a:lnTo>
                <a:lnTo>
                  <a:pt x="638175" y="1600200"/>
                </a:lnTo>
                <a:lnTo>
                  <a:pt x="638175" y="1609725"/>
                </a:lnTo>
                <a:lnTo>
                  <a:pt x="609600" y="1609725"/>
                </a:lnTo>
                <a:lnTo>
                  <a:pt x="609600" y="1600200"/>
                </a:lnTo>
                <a:lnTo>
                  <a:pt x="628650" y="1600200"/>
                </a:lnTo>
                <a:lnTo>
                  <a:pt x="628650" y="1590675"/>
                </a:lnTo>
                <a:lnTo>
                  <a:pt x="619125" y="1590675"/>
                </a:lnTo>
                <a:lnTo>
                  <a:pt x="619125" y="1581150"/>
                </a:lnTo>
                <a:lnTo>
                  <a:pt x="590550" y="1581150"/>
                </a:lnTo>
                <a:lnTo>
                  <a:pt x="590550" y="1590675"/>
                </a:lnTo>
                <a:lnTo>
                  <a:pt x="571500" y="1590675"/>
                </a:lnTo>
                <a:lnTo>
                  <a:pt x="571500" y="1600200"/>
                </a:lnTo>
                <a:lnTo>
                  <a:pt x="561975" y="1600200"/>
                </a:lnTo>
                <a:lnTo>
                  <a:pt x="561975" y="1609725"/>
                </a:lnTo>
                <a:lnTo>
                  <a:pt x="552450" y="1609725"/>
                </a:lnTo>
                <a:lnTo>
                  <a:pt x="552450" y="1590675"/>
                </a:lnTo>
                <a:lnTo>
                  <a:pt x="542925" y="1590675"/>
                </a:lnTo>
                <a:lnTo>
                  <a:pt x="542925" y="1562100"/>
                </a:lnTo>
                <a:lnTo>
                  <a:pt x="552450" y="1562100"/>
                </a:lnTo>
                <a:lnTo>
                  <a:pt x="552450" y="1552575"/>
                </a:lnTo>
                <a:lnTo>
                  <a:pt x="571500" y="1552575"/>
                </a:lnTo>
                <a:lnTo>
                  <a:pt x="571500" y="1543050"/>
                </a:lnTo>
                <a:lnTo>
                  <a:pt x="542925" y="1543050"/>
                </a:lnTo>
                <a:lnTo>
                  <a:pt x="542925" y="1552575"/>
                </a:lnTo>
                <a:lnTo>
                  <a:pt x="523875" y="1552575"/>
                </a:lnTo>
                <a:lnTo>
                  <a:pt x="523875" y="1562100"/>
                </a:lnTo>
                <a:lnTo>
                  <a:pt x="504825" y="1562100"/>
                </a:lnTo>
                <a:lnTo>
                  <a:pt x="504825" y="1552575"/>
                </a:lnTo>
                <a:lnTo>
                  <a:pt x="409575" y="1552575"/>
                </a:lnTo>
                <a:lnTo>
                  <a:pt x="409575" y="1562100"/>
                </a:lnTo>
                <a:lnTo>
                  <a:pt x="400050" y="1562100"/>
                </a:lnTo>
                <a:lnTo>
                  <a:pt x="400050" y="1571625"/>
                </a:lnTo>
                <a:lnTo>
                  <a:pt x="390525" y="1571625"/>
                </a:lnTo>
                <a:lnTo>
                  <a:pt x="390525" y="1581150"/>
                </a:lnTo>
                <a:lnTo>
                  <a:pt x="381000" y="1581150"/>
                </a:lnTo>
                <a:lnTo>
                  <a:pt x="381000" y="1590675"/>
                </a:lnTo>
                <a:lnTo>
                  <a:pt x="371475" y="1590675"/>
                </a:lnTo>
                <a:lnTo>
                  <a:pt x="371475" y="1581150"/>
                </a:lnTo>
                <a:lnTo>
                  <a:pt x="323850" y="1581150"/>
                </a:lnTo>
                <a:lnTo>
                  <a:pt x="323850" y="1571625"/>
                </a:lnTo>
                <a:lnTo>
                  <a:pt x="304800" y="1571625"/>
                </a:lnTo>
                <a:lnTo>
                  <a:pt x="304800" y="1562100"/>
                </a:lnTo>
                <a:lnTo>
                  <a:pt x="285750" y="1562100"/>
                </a:lnTo>
                <a:lnTo>
                  <a:pt x="285750" y="1571625"/>
                </a:lnTo>
                <a:lnTo>
                  <a:pt x="247650" y="1571625"/>
                </a:lnTo>
                <a:lnTo>
                  <a:pt x="247650" y="1562100"/>
                </a:lnTo>
                <a:lnTo>
                  <a:pt x="238125" y="1562100"/>
                </a:lnTo>
                <a:lnTo>
                  <a:pt x="238125" y="1552575"/>
                </a:lnTo>
                <a:lnTo>
                  <a:pt x="257175" y="1552575"/>
                </a:lnTo>
                <a:lnTo>
                  <a:pt x="257175" y="1533525"/>
                </a:lnTo>
                <a:lnTo>
                  <a:pt x="266700" y="1533525"/>
                </a:lnTo>
                <a:lnTo>
                  <a:pt x="266700" y="1524000"/>
                </a:lnTo>
                <a:lnTo>
                  <a:pt x="352425" y="1524000"/>
                </a:lnTo>
                <a:lnTo>
                  <a:pt x="352425" y="1533525"/>
                </a:lnTo>
                <a:lnTo>
                  <a:pt x="381000" y="1533525"/>
                </a:lnTo>
                <a:lnTo>
                  <a:pt x="381000" y="1524000"/>
                </a:lnTo>
                <a:lnTo>
                  <a:pt x="419100" y="1524000"/>
                </a:lnTo>
                <a:lnTo>
                  <a:pt x="419100" y="1514475"/>
                </a:lnTo>
                <a:lnTo>
                  <a:pt x="447675" y="1514475"/>
                </a:lnTo>
                <a:lnTo>
                  <a:pt x="447675" y="1524000"/>
                </a:lnTo>
                <a:lnTo>
                  <a:pt x="466725" y="1524000"/>
                </a:lnTo>
                <a:lnTo>
                  <a:pt x="466725" y="1514475"/>
                </a:lnTo>
                <a:lnTo>
                  <a:pt x="495300" y="1514475"/>
                </a:lnTo>
                <a:lnTo>
                  <a:pt x="495300" y="1524000"/>
                </a:lnTo>
                <a:lnTo>
                  <a:pt x="552450" y="1524000"/>
                </a:lnTo>
                <a:lnTo>
                  <a:pt x="552450" y="1514475"/>
                </a:lnTo>
                <a:lnTo>
                  <a:pt x="609600" y="1514475"/>
                </a:lnTo>
                <a:lnTo>
                  <a:pt x="609600" y="1524000"/>
                </a:lnTo>
                <a:lnTo>
                  <a:pt x="628650" y="1524000"/>
                </a:lnTo>
                <a:lnTo>
                  <a:pt x="628650" y="1514475"/>
                </a:lnTo>
                <a:lnTo>
                  <a:pt x="647700" y="1514475"/>
                </a:lnTo>
                <a:lnTo>
                  <a:pt x="647700" y="1524000"/>
                </a:lnTo>
                <a:lnTo>
                  <a:pt x="676275" y="1524000"/>
                </a:lnTo>
                <a:lnTo>
                  <a:pt x="676275" y="1514475"/>
                </a:lnTo>
                <a:lnTo>
                  <a:pt x="714375" y="1514475"/>
                </a:lnTo>
                <a:lnTo>
                  <a:pt x="714375" y="1524000"/>
                </a:lnTo>
                <a:lnTo>
                  <a:pt x="809625" y="1524000"/>
                </a:lnTo>
                <a:lnTo>
                  <a:pt x="809625" y="1514475"/>
                </a:lnTo>
                <a:lnTo>
                  <a:pt x="847725" y="1514475"/>
                </a:lnTo>
                <a:lnTo>
                  <a:pt x="847725" y="1524000"/>
                </a:lnTo>
                <a:lnTo>
                  <a:pt x="876300" y="1524000"/>
                </a:lnTo>
                <a:lnTo>
                  <a:pt x="876300" y="1543050"/>
                </a:lnTo>
                <a:lnTo>
                  <a:pt x="885825" y="1543050"/>
                </a:lnTo>
                <a:lnTo>
                  <a:pt x="885825" y="1552575"/>
                </a:lnTo>
                <a:lnTo>
                  <a:pt x="895350" y="1552575"/>
                </a:lnTo>
                <a:lnTo>
                  <a:pt x="895350" y="1524000"/>
                </a:lnTo>
                <a:lnTo>
                  <a:pt x="952500" y="1524000"/>
                </a:lnTo>
                <a:lnTo>
                  <a:pt x="952500" y="1533525"/>
                </a:lnTo>
                <a:lnTo>
                  <a:pt x="933450" y="1533525"/>
                </a:lnTo>
                <a:lnTo>
                  <a:pt x="933450" y="1552575"/>
                </a:lnTo>
                <a:lnTo>
                  <a:pt x="952500" y="1552575"/>
                </a:lnTo>
                <a:lnTo>
                  <a:pt x="952500" y="1571625"/>
                </a:lnTo>
                <a:lnTo>
                  <a:pt x="971550" y="1571625"/>
                </a:lnTo>
                <a:lnTo>
                  <a:pt x="971550" y="1581150"/>
                </a:lnTo>
                <a:lnTo>
                  <a:pt x="981075" y="1581150"/>
                </a:lnTo>
                <a:lnTo>
                  <a:pt x="981075" y="1543050"/>
                </a:lnTo>
                <a:lnTo>
                  <a:pt x="990600" y="1543050"/>
                </a:lnTo>
                <a:lnTo>
                  <a:pt x="990600" y="1533525"/>
                </a:lnTo>
                <a:lnTo>
                  <a:pt x="981075" y="1533525"/>
                </a:lnTo>
                <a:lnTo>
                  <a:pt x="981075" y="1514475"/>
                </a:lnTo>
                <a:lnTo>
                  <a:pt x="990600" y="1514475"/>
                </a:lnTo>
                <a:lnTo>
                  <a:pt x="990600" y="1524000"/>
                </a:lnTo>
                <a:lnTo>
                  <a:pt x="1038225" y="1524000"/>
                </a:lnTo>
                <a:lnTo>
                  <a:pt x="1038225" y="1533525"/>
                </a:lnTo>
                <a:lnTo>
                  <a:pt x="1047750" y="1533525"/>
                </a:lnTo>
                <a:lnTo>
                  <a:pt x="1047750" y="1524000"/>
                </a:lnTo>
                <a:lnTo>
                  <a:pt x="1057275" y="1524000"/>
                </a:lnTo>
                <a:lnTo>
                  <a:pt x="1057275" y="1514475"/>
                </a:lnTo>
                <a:lnTo>
                  <a:pt x="1095375" y="1514475"/>
                </a:lnTo>
                <a:lnTo>
                  <a:pt x="1095375" y="1504950"/>
                </a:lnTo>
                <a:lnTo>
                  <a:pt x="1104900" y="1504950"/>
                </a:lnTo>
                <a:close/>
                <a:moveTo>
                  <a:pt x="1447800" y="1495425"/>
                </a:moveTo>
                <a:lnTo>
                  <a:pt x="1590675" y="1495425"/>
                </a:lnTo>
                <a:lnTo>
                  <a:pt x="1590675" y="1504950"/>
                </a:lnTo>
                <a:lnTo>
                  <a:pt x="1609725" y="1504950"/>
                </a:lnTo>
                <a:lnTo>
                  <a:pt x="1609725" y="1495425"/>
                </a:lnTo>
                <a:lnTo>
                  <a:pt x="1628775" y="1495425"/>
                </a:lnTo>
                <a:lnTo>
                  <a:pt x="1628775" y="1504950"/>
                </a:lnTo>
                <a:lnTo>
                  <a:pt x="1609725" y="1504950"/>
                </a:lnTo>
                <a:lnTo>
                  <a:pt x="1609725" y="1533525"/>
                </a:lnTo>
                <a:lnTo>
                  <a:pt x="1619250" y="1533525"/>
                </a:lnTo>
                <a:lnTo>
                  <a:pt x="1619250" y="1543050"/>
                </a:lnTo>
                <a:lnTo>
                  <a:pt x="1590675" y="1543050"/>
                </a:lnTo>
                <a:lnTo>
                  <a:pt x="1590675" y="1533525"/>
                </a:lnTo>
                <a:lnTo>
                  <a:pt x="1571625" y="1533525"/>
                </a:lnTo>
                <a:lnTo>
                  <a:pt x="1571625" y="1543050"/>
                </a:lnTo>
                <a:lnTo>
                  <a:pt x="1562100" y="1543050"/>
                </a:lnTo>
                <a:lnTo>
                  <a:pt x="1562100" y="1552575"/>
                </a:lnTo>
                <a:lnTo>
                  <a:pt x="1552575" y="1552575"/>
                </a:lnTo>
                <a:lnTo>
                  <a:pt x="1552575" y="1524000"/>
                </a:lnTo>
                <a:lnTo>
                  <a:pt x="1524000" y="1524000"/>
                </a:lnTo>
                <a:lnTo>
                  <a:pt x="1524000" y="1514475"/>
                </a:lnTo>
                <a:lnTo>
                  <a:pt x="1514475" y="1514475"/>
                </a:lnTo>
                <a:lnTo>
                  <a:pt x="1514475" y="1504950"/>
                </a:lnTo>
                <a:lnTo>
                  <a:pt x="1447800" y="1504950"/>
                </a:lnTo>
                <a:close/>
                <a:moveTo>
                  <a:pt x="1666875" y="1495425"/>
                </a:moveTo>
                <a:lnTo>
                  <a:pt x="1695450" y="1495425"/>
                </a:lnTo>
                <a:lnTo>
                  <a:pt x="1695450" y="1504950"/>
                </a:lnTo>
                <a:lnTo>
                  <a:pt x="1666875" y="1504950"/>
                </a:lnTo>
                <a:close/>
                <a:moveTo>
                  <a:pt x="0" y="1504950"/>
                </a:moveTo>
                <a:lnTo>
                  <a:pt x="9525" y="1504950"/>
                </a:lnTo>
                <a:lnTo>
                  <a:pt x="9525" y="1514475"/>
                </a:lnTo>
                <a:lnTo>
                  <a:pt x="0" y="1514475"/>
                </a:lnTo>
                <a:close/>
                <a:moveTo>
                  <a:pt x="9525" y="1514475"/>
                </a:moveTo>
                <a:lnTo>
                  <a:pt x="19050" y="1514475"/>
                </a:lnTo>
                <a:lnTo>
                  <a:pt x="19050" y="1524000"/>
                </a:lnTo>
                <a:lnTo>
                  <a:pt x="9525" y="1524000"/>
                </a:lnTo>
                <a:close/>
                <a:moveTo>
                  <a:pt x="190500" y="1514475"/>
                </a:moveTo>
                <a:lnTo>
                  <a:pt x="219075" y="1514475"/>
                </a:lnTo>
                <a:lnTo>
                  <a:pt x="219075" y="1524000"/>
                </a:lnTo>
                <a:lnTo>
                  <a:pt x="238125" y="1524000"/>
                </a:lnTo>
                <a:lnTo>
                  <a:pt x="238125" y="1533525"/>
                </a:lnTo>
                <a:lnTo>
                  <a:pt x="228600" y="1533525"/>
                </a:lnTo>
                <a:lnTo>
                  <a:pt x="228600" y="1552575"/>
                </a:lnTo>
                <a:lnTo>
                  <a:pt x="209550" y="1552575"/>
                </a:lnTo>
                <a:lnTo>
                  <a:pt x="209550" y="1562100"/>
                </a:lnTo>
                <a:lnTo>
                  <a:pt x="200025" y="1562100"/>
                </a:lnTo>
                <a:lnTo>
                  <a:pt x="200025" y="1552575"/>
                </a:lnTo>
                <a:lnTo>
                  <a:pt x="190500" y="1552575"/>
                </a:lnTo>
                <a:close/>
                <a:moveTo>
                  <a:pt x="1266825" y="1533525"/>
                </a:moveTo>
                <a:lnTo>
                  <a:pt x="1276350" y="1533525"/>
                </a:lnTo>
                <a:lnTo>
                  <a:pt x="1276350" y="1524000"/>
                </a:lnTo>
                <a:lnTo>
                  <a:pt x="1266825" y="1524000"/>
                </a:lnTo>
                <a:close/>
                <a:moveTo>
                  <a:pt x="1343025" y="1533525"/>
                </a:moveTo>
                <a:lnTo>
                  <a:pt x="1352550" y="1533525"/>
                </a:lnTo>
                <a:lnTo>
                  <a:pt x="1352550" y="1524000"/>
                </a:lnTo>
                <a:lnTo>
                  <a:pt x="1333500" y="1524000"/>
                </a:lnTo>
                <a:lnTo>
                  <a:pt x="1333500" y="1543050"/>
                </a:lnTo>
                <a:lnTo>
                  <a:pt x="1343025" y="1543050"/>
                </a:lnTo>
                <a:close/>
                <a:moveTo>
                  <a:pt x="847725" y="1543050"/>
                </a:moveTo>
                <a:lnTo>
                  <a:pt x="866775" y="1543050"/>
                </a:lnTo>
                <a:lnTo>
                  <a:pt x="866775" y="1533525"/>
                </a:lnTo>
                <a:lnTo>
                  <a:pt x="847725" y="1533525"/>
                </a:lnTo>
                <a:close/>
                <a:moveTo>
                  <a:pt x="1285875" y="1543050"/>
                </a:moveTo>
                <a:lnTo>
                  <a:pt x="1314450" y="1543050"/>
                </a:lnTo>
                <a:lnTo>
                  <a:pt x="1314450" y="1533525"/>
                </a:lnTo>
                <a:lnTo>
                  <a:pt x="1295400" y="1533525"/>
                </a:lnTo>
                <a:lnTo>
                  <a:pt x="1295400" y="1524000"/>
                </a:lnTo>
                <a:lnTo>
                  <a:pt x="1285875" y="1524000"/>
                </a:lnTo>
                <a:close/>
                <a:moveTo>
                  <a:pt x="276225" y="1552575"/>
                </a:moveTo>
                <a:lnTo>
                  <a:pt x="285750" y="1552575"/>
                </a:lnTo>
                <a:lnTo>
                  <a:pt x="285750" y="1543050"/>
                </a:lnTo>
                <a:lnTo>
                  <a:pt x="276225" y="1543050"/>
                </a:lnTo>
                <a:close/>
                <a:moveTo>
                  <a:pt x="314325" y="1552575"/>
                </a:moveTo>
                <a:lnTo>
                  <a:pt x="342900" y="1552575"/>
                </a:lnTo>
                <a:lnTo>
                  <a:pt x="342900" y="1543050"/>
                </a:lnTo>
                <a:lnTo>
                  <a:pt x="314325" y="1543050"/>
                </a:lnTo>
                <a:close/>
                <a:moveTo>
                  <a:pt x="581025" y="1552575"/>
                </a:moveTo>
                <a:lnTo>
                  <a:pt x="590550" y="1552575"/>
                </a:lnTo>
                <a:lnTo>
                  <a:pt x="590550" y="1543050"/>
                </a:lnTo>
                <a:lnTo>
                  <a:pt x="581025" y="1543050"/>
                </a:lnTo>
                <a:close/>
                <a:moveTo>
                  <a:pt x="828675" y="1552575"/>
                </a:moveTo>
                <a:lnTo>
                  <a:pt x="838200" y="1552575"/>
                </a:lnTo>
                <a:lnTo>
                  <a:pt x="838200" y="1533525"/>
                </a:lnTo>
                <a:lnTo>
                  <a:pt x="828675" y="1533525"/>
                </a:lnTo>
                <a:close/>
                <a:moveTo>
                  <a:pt x="1743075" y="1552575"/>
                </a:moveTo>
                <a:lnTo>
                  <a:pt x="1752600" y="1552575"/>
                </a:lnTo>
                <a:lnTo>
                  <a:pt x="1752600" y="1562100"/>
                </a:lnTo>
                <a:lnTo>
                  <a:pt x="1762125" y="1562100"/>
                </a:lnTo>
                <a:lnTo>
                  <a:pt x="1762125" y="1552575"/>
                </a:lnTo>
                <a:lnTo>
                  <a:pt x="1771650" y="1552575"/>
                </a:lnTo>
                <a:lnTo>
                  <a:pt x="1771650" y="1581150"/>
                </a:lnTo>
                <a:lnTo>
                  <a:pt x="1733550" y="1581150"/>
                </a:lnTo>
                <a:lnTo>
                  <a:pt x="1733550" y="1562100"/>
                </a:lnTo>
                <a:lnTo>
                  <a:pt x="1743075" y="1562100"/>
                </a:lnTo>
                <a:close/>
                <a:moveTo>
                  <a:pt x="590550" y="1562100"/>
                </a:moveTo>
                <a:lnTo>
                  <a:pt x="600075" y="1562100"/>
                </a:lnTo>
                <a:lnTo>
                  <a:pt x="600075" y="1571625"/>
                </a:lnTo>
                <a:lnTo>
                  <a:pt x="609600" y="1571625"/>
                </a:lnTo>
                <a:lnTo>
                  <a:pt x="609600" y="1552575"/>
                </a:lnTo>
                <a:lnTo>
                  <a:pt x="590550" y="1552575"/>
                </a:lnTo>
                <a:close/>
                <a:moveTo>
                  <a:pt x="1409700" y="1562100"/>
                </a:moveTo>
                <a:lnTo>
                  <a:pt x="1428750" y="1562100"/>
                </a:lnTo>
                <a:lnTo>
                  <a:pt x="1428750" y="1571625"/>
                </a:lnTo>
                <a:lnTo>
                  <a:pt x="1409700" y="1571625"/>
                </a:lnTo>
                <a:close/>
                <a:moveTo>
                  <a:pt x="1466850" y="1562100"/>
                </a:moveTo>
                <a:lnTo>
                  <a:pt x="1485900" y="1562100"/>
                </a:lnTo>
                <a:lnTo>
                  <a:pt x="1485900" y="1571625"/>
                </a:lnTo>
                <a:lnTo>
                  <a:pt x="1466850" y="1571625"/>
                </a:lnTo>
                <a:close/>
                <a:moveTo>
                  <a:pt x="323850" y="1571625"/>
                </a:moveTo>
                <a:lnTo>
                  <a:pt x="342900" y="1571625"/>
                </a:lnTo>
                <a:lnTo>
                  <a:pt x="342900" y="1562100"/>
                </a:lnTo>
                <a:lnTo>
                  <a:pt x="323850" y="1562100"/>
                </a:lnTo>
                <a:close/>
                <a:moveTo>
                  <a:pt x="781050" y="1571625"/>
                </a:moveTo>
                <a:lnTo>
                  <a:pt x="790575" y="1571625"/>
                </a:lnTo>
                <a:lnTo>
                  <a:pt x="790575" y="1562100"/>
                </a:lnTo>
                <a:lnTo>
                  <a:pt x="781050" y="1562100"/>
                </a:lnTo>
                <a:close/>
                <a:moveTo>
                  <a:pt x="1495425" y="1571625"/>
                </a:moveTo>
                <a:lnTo>
                  <a:pt x="1524000" y="1571625"/>
                </a:lnTo>
                <a:lnTo>
                  <a:pt x="1524000" y="1581150"/>
                </a:lnTo>
                <a:lnTo>
                  <a:pt x="1495425" y="1581150"/>
                </a:lnTo>
                <a:close/>
                <a:moveTo>
                  <a:pt x="523875" y="1628775"/>
                </a:moveTo>
                <a:lnTo>
                  <a:pt x="542925" y="1628775"/>
                </a:lnTo>
                <a:lnTo>
                  <a:pt x="542925" y="1638300"/>
                </a:lnTo>
                <a:lnTo>
                  <a:pt x="533400" y="1638300"/>
                </a:lnTo>
                <a:lnTo>
                  <a:pt x="533400" y="1647825"/>
                </a:lnTo>
                <a:lnTo>
                  <a:pt x="542925" y="1647825"/>
                </a:lnTo>
                <a:lnTo>
                  <a:pt x="542925" y="1657350"/>
                </a:lnTo>
                <a:lnTo>
                  <a:pt x="561975" y="1657350"/>
                </a:lnTo>
                <a:lnTo>
                  <a:pt x="561975" y="1628775"/>
                </a:lnTo>
                <a:lnTo>
                  <a:pt x="666750" y="1628775"/>
                </a:lnTo>
                <a:lnTo>
                  <a:pt x="666750" y="1647825"/>
                </a:lnTo>
                <a:lnTo>
                  <a:pt x="647700" y="1647825"/>
                </a:lnTo>
                <a:lnTo>
                  <a:pt x="647700" y="1666875"/>
                </a:lnTo>
                <a:lnTo>
                  <a:pt x="638175" y="1666875"/>
                </a:lnTo>
                <a:lnTo>
                  <a:pt x="638175" y="1676400"/>
                </a:lnTo>
                <a:lnTo>
                  <a:pt x="619125" y="1676400"/>
                </a:lnTo>
                <a:lnTo>
                  <a:pt x="619125" y="1685925"/>
                </a:lnTo>
                <a:lnTo>
                  <a:pt x="638175" y="1685925"/>
                </a:lnTo>
                <a:lnTo>
                  <a:pt x="638175" y="1695450"/>
                </a:lnTo>
                <a:lnTo>
                  <a:pt x="600075" y="1695450"/>
                </a:lnTo>
                <a:lnTo>
                  <a:pt x="600075" y="1685925"/>
                </a:lnTo>
                <a:lnTo>
                  <a:pt x="561975" y="1685925"/>
                </a:lnTo>
                <a:lnTo>
                  <a:pt x="561975" y="1666875"/>
                </a:lnTo>
                <a:lnTo>
                  <a:pt x="552450" y="1666875"/>
                </a:lnTo>
                <a:lnTo>
                  <a:pt x="552450" y="1685925"/>
                </a:lnTo>
                <a:lnTo>
                  <a:pt x="533400" y="1685925"/>
                </a:lnTo>
                <a:lnTo>
                  <a:pt x="533400" y="1666875"/>
                </a:lnTo>
                <a:lnTo>
                  <a:pt x="523875" y="1666875"/>
                </a:lnTo>
                <a:lnTo>
                  <a:pt x="523875" y="1676400"/>
                </a:lnTo>
                <a:lnTo>
                  <a:pt x="514350" y="1676400"/>
                </a:lnTo>
                <a:lnTo>
                  <a:pt x="514350" y="1685925"/>
                </a:lnTo>
                <a:lnTo>
                  <a:pt x="504825" y="1685925"/>
                </a:lnTo>
                <a:lnTo>
                  <a:pt x="504825" y="1704975"/>
                </a:lnTo>
                <a:lnTo>
                  <a:pt x="495300" y="1704975"/>
                </a:lnTo>
                <a:lnTo>
                  <a:pt x="495300" y="1714500"/>
                </a:lnTo>
                <a:lnTo>
                  <a:pt x="476250" y="1714500"/>
                </a:lnTo>
                <a:lnTo>
                  <a:pt x="476250" y="1704975"/>
                </a:lnTo>
                <a:lnTo>
                  <a:pt x="466725" y="1704975"/>
                </a:lnTo>
                <a:lnTo>
                  <a:pt x="466725" y="1685925"/>
                </a:lnTo>
                <a:lnTo>
                  <a:pt x="457200" y="1685925"/>
                </a:lnTo>
                <a:lnTo>
                  <a:pt x="457200" y="1676400"/>
                </a:lnTo>
                <a:lnTo>
                  <a:pt x="419100" y="1676400"/>
                </a:lnTo>
                <a:lnTo>
                  <a:pt x="419100" y="1685925"/>
                </a:lnTo>
                <a:lnTo>
                  <a:pt x="428625" y="1685925"/>
                </a:lnTo>
                <a:lnTo>
                  <a:pt x="428625" y="1695450"/>
                </a:lnTo>
                <a:lnTo>
                  <a:pt x="409575" y="1695450"/>
                </a:lnTo>
                <a:lnTo>
                  <a:pt x="409575" y="1704975"/>
                </a:lnTo>
                <a:lnTo>
                  <a:pt x="381000" y="1704975"/>
                </a:lnTo>
                <a:lnTo>
                  <a:pt x="381000" y="1695450"/>
                </a:lnTo>
                <a:lnTo>
                  <a:pt x="390525" y="1695450"/>
                </a:lnTo>
                <a:lnTo>
                  <a:pt x="390525" y="1676400"/>
                </a:lnTo>
                <a:lnTo>
                  <a:pt x="381000" y="1676400"/>
                </a:lnTo>
                <a:lnTo>
                  <a:pt x="381000" y="1666875"/>
                </a:lnTo>
                <a:lnTo>
                  <a:pt x="371475" y="1666875"/>
                </a:lnTo>
                <a:lnTo>
                  <a:pt x="371475" y="1676400"/>
                </a:lnTo>
                <a:lnTo>
                  <a:pt x="342900" y="1676400"/>
                </a:lnTo>
                <a:lnTo>
                  <a:pt x="342900" y="1666875"/>
                </a:lnTo>
                <a:lnTo>
                  <a:pt x="323850" y="1666875"/>
                </a:lnTo>
                <a:lnTo>
                  <a:pt x="323850" y="1685925"/>
                </a:lnTo>
                <a:lnTo>
                  <a:pt x="285750" y="1685925"/>
                </a:lnTo>
                <a:lnTo>
                  <a:pt x="285750" y="1676400"/>
                </a:lnTo>
                <a:lnTo>
                  <a:pt x="295275" y="1676400"/>
                </a:lnTo>
                <a:lnTo>
                  <a:pt x="295275" y="1657350"/>
                </a:lnTo>
                <a:lnTo>
                  <a:pt x="390525" y="1657350"/>
                </a:lnTo>
                <a:lnTo>
                  <a:pt x="390525" y="1647825"/>
                </a:lnTo>
                <a:lnTo>
                  <a:pt x="409575" y="1647825"/>
                </a:lnTo>
                <a:lnTo>
                  <a:pt x="409575" y="1638300"/>
                </a:lnTo>
                <a:lnTo>
                  <a:pt x="419100" y="1638300"/>
                </a:lnTo>
                <a:lnTo>
                  <a:pt x="419100" y="1647825"/>
                </a:lnTo>
                <a:lnTo>
                  <a:pt x="485775" y="1647825"/>
                </a:lnTo>
                <a:lnTo>
                  <a:pt x="485775" y="1666875"/>
                </a:lnTo>
                <a:lnTo>
                  <a:pt x="495300" y="1666875"/>
                </a:lnTo>
                <a:lnTo>
                  <a:pt x="495300" y="1647825"/>
                </a:lnTo>
                <a:lnTo>
                  <a:pt x="504825" y="1647825"/>
                </a:lnTo>
                <a:lnTo>
                  <a:pt x="504825" y="1657350"/>
                </a:lnTo>
                <a:lnTo>
                  <a:pt x="523875" y="1657350"/>
                </a:lnTo>
                <a:close/>
                <a:moveTo>
                  <a:pt x="1733550" y="1628775"/>
                </a:moveTo>
                <a:lnTo>
                  <a:pt x="1743075" y="1628775"/>
                </a:lnTo>
                <a:lnTo>
                  <a:pt x="1743075" y="1638300"/>
                </a:lnTo>
                <a:lnTo>
                  <a:pt x="1733550" y="1638300"/>
                </a:lnTo>
                <a:close/>
                <a:moveTo>
                  <a:pt x="571500" y="1647825"/>
                </a:moveTo>
                <a:lnTo>
                  <a:pt x="590550" y="1647825"/>
                </a:lnTo>
                <a:lnTo>
                  <a:pt x="590550" y="1638300"/>
                </a:lnTo>
                <a:lnTo>
                  <a:pt x="571500" y="1638300"/>
                </a:lnTo>
                <a:close/>
                <a:moveTo>
                  <a:pt x="123825" y="1657350"/>
                </a:moveTo>
                <a:lnTo>
                  <a:pt x="133350" y="1657350"/>
                </a:lnTo>
                <a:lnTo>
                  <a:pt x="133350" y="1666875"/>
                </a:lnTo>
                <a:lnTo>
                  <a:pt x="123825" y="1666875"/>
                </a:lnTo>
                <a:close/>
                <a:moveTo>
                  <a:pt x="1619250" y="1657350"/>
                </a:moveTo>
                <a:lnTo>
                  <a:pt x="1628775" y="1657350"/>
                </a:lnTo>
                <a:lnTo>
                  <a:pt x="1628775" y="1647825"/>
                </a:lnTo>
                <a:lnTo>
                  <a:pt x="1609725" y="1647825"/>
                </a:lnTo>
                <a:lnTo>
                  <a:pt x="1609725" y="1666875"/>
                </a:lnTo>
                <a:lnTo>
                  <a:pt x="1619250" y="1666875"/>
                </a:lnTo>
                <a:close/>
                <a:moveTo>
                  <a:pt x="1762125" y="1657350"/>
                </a:moveTo>
                <a:lnTo>
                  <a:pt x="1771650" y="1657350"/>
                </a:lnTo>
                <a:lnTo>
                  <a:pt x="1771650" y="1666875"/>
                </a:lnTo>
                <a:lnTo>
                  <a:pt x="1781175" y="1666875"/>
                </a:lnTo>
                <a:lnTo>
                  <a:pt x="1781175" y="1695450"/>
                </a:lnTo>
                <a:lnTo>
                  <a:pt x="1771650" y="1695450"/>
                </a:lnTo>
                <a:lnTo>
                  <a:pt x="1771650" y="1724025"/>
                </a:lnTo>
                <a:lnTo>
                  <a:pt x="1762125" y="1724025"/>
                </a:lnTo>
                <a:lnTo>
                  <a:pt x="1762125" y="1704975"/>
                </a:lnTo>
                <a:lnTo>
                  <a:pt x="1724025" y="1704975"/>
                </a:lnTo>
                <a:lnTo>
                  <a:pt x="1724025" y="1695450"/>
                </a:lnTo>
                <a:lnTo>
                  <a:pt x="1743075" y="1695450"/>
                </a:lnTo>
                <a:lnTo>
                  <a:pt x="1743075" y="1676400"/>
                </a:lnTo>
                <a:lnTo>
                  <a:pt x="1752600" y="1676400"/>
                </a:lnTo>
                <a:lnTo>
                  <a:pt x="1752600" y="1666875"/>
                </a:lnTo>
                <a:lnTo>
                  <a:pt x="1762125" y="1666875"/>
                </a:lnTo>
                <a:close/>
                <a:moveTo>
                  <a:pt x="171450" y="1666875"/>
                </a:moveTo>
                <a:lnTo>
                  <a:pt x="180975" y="1666875"/>
                </a:lnTo>
                <a:lnTo>
                  <a:pt x="180975" y="1676400"/>
                </a:lnTo>
                <a:lnTo>
                  <a:pt x="190500" y="1676400"/>
                </a:lnTo>
                <a:lnTo>
                  <a:pt x="190500" y="1685925"/>
                </a:lnTo>
                <a:lnTo>
                  <a:pt x="171450" y="1685925"/>
                </a:lnTo>
                <a:close/>
                <a:moveTo>
                  <a:pt x="1257300" y="1676400"/>
                </a:moveTo>
                <a:lnTo>
                  <a:pt x="1266825" y="1676400"/>
                </a:lnTo>
                <a:lnTo>
                  <a:pt x="1266825" y="1666875"/>
                </a:lnTo>
                <a:lnTo>
                  <a:pt x="1247775" y="1666875"/>
                </a:lnTo>
                <a:lnTo>
                  <a:pt x="1247775" y="1685925"/>
                </a:lnTo>
                <a:lnTo>
                  <a:pt x="1257300" y="1685925"/>
                </a:lnTo>
                <a:close/>
                <a:moveTo>
                  <a:pt x="352425" y="1685925"/>
                </a:moveTo>
                <a:lnTo>
                  <a:pt x="371475" y="1685925"/>
                </a:lnTo>
                <a:lnTo>
                  <a:pt x="371475" y="1695450"/>
                </a:lnTo>
                <a:lnTo>
                  <a:pt x="352425" y="1695450"/>
                </a:lnTo>
                <a:close/>
                <a:moveTo>
                  <a:pt x="676275" y="1695450"/>
                </a:moveTo>
                <a:lnTo>
                  <a:pt x="685800" y="1695450"/>
                </a:lnTo>
                <a:lnTo>
                  <a:pt x="685800" y="1704975"/>
                </a:lnTo>
                <a:lnTo>
                  <a:pt x="676275" y="1704975"/>
                </a:lnTo>
                <a:close/>
                <a:moveTo>
                  <a:pt x="1152525" y="1695450"/>
                </a:moveTo>
                <a:lnTo>
                  <a:pt x="1171575" y="1695450"/>
                </a:lnTo>
                <a:lnTo>
                  <a:pt x="1171575" y="1685925"/>
                </a:lnTo>
                <a:lnTo>
                  <a:pt x="1152525" y="1685925"/>
                </a:lnTo>
                <a:close/>
                <a:moveTo>
                  <a:pt x="1714500" y="1704975"/>
                </a:moveTo>
                <a:lnTo>
                  <a:pt x="1724025" y="1704975"/>
                </a:lnTo>
                <a:lnTo>
                  <a:pt x="1724025" y="1714500"/>
                </a:lnTo>
                <a:lnTo>
                  <a:pt x="1733550" y="1714500"/>
                </a:lnTo>
                <a:lnTo>
                  <a:pt x="1733550" y="1724025"/>
                </a:lnTo>
                <a:lnTo>
                  <a:pt x="1724025" y="1724025"/>
                </a:lnTo>
                <a:lnTo>
                  <a:pt x="1724025" y="1733550"/>
                </a:lnTo>
                <a:lnTo>
                  <a:pt x="1685925" y="1733550"/>
                </a:lnTo>
                <a:lnTo>
                  <a:pt x="1685925" y="1724025"/>
                </a:lnTo>
                <a:lnTo>
                  <a:pt x="1714500" y="1724025"/>
                </a:lnTo>
                <a:close/>
                <a:moveTo>
                  <a:pt x="466725" y="1714500"/>
                </a:moveTo>
                <a:lnTo>
                  <a:pt x="476250" y="1714500"/>
                </a:lnTo>
                <a:lnTo>
                  <a:pt x="476250" y="1724025"/>
                </a:lnTo>
                <a:lnTo>
                  <a:pt x="466725" y="1724025"/>
                </a:lnTo>
                <a:close/>
                <a:moveTo>
                  <a:pt x="828675" y="1714500"/>
                </a:moveTo>
                <a:lnTo>
                  <a:pt x="866775" y="1714500"/>
                </a:lnTo>
                <a:lnTo>
                  <a:pt x="866775" y="1733550"/>
                </a:lnTo>
                <a:lnTo>
                  <a:pt x="838200" y="1733550"/>
                </a:lnTo>
                <a:lnTo>
                  <a:pt x="838200" y="1743075"/>
                </a:lnTo>
                <a:lnTo>
                  <a:pt x="819150" y="1743075"/>
                </a:lnTo>
                <a:lnTo>
                  <a:pt x="819150" y="1724025"/>
                </a:lnTo>
                <a:lnTo>
                  <a:pt x="828675" y="1724025"/>
                </a:lnTo>
                <a:close/>
                <a:moveTo>
                  <a:pt x="876300" y="1714500"/>
                </a:moveTo>
                <a:lnTo>
                  <a:pt x="904875" y="1714500"/>
                </a:lnTo>
                <a:lnTo>
                  <a:pt x="904875" y="1733550"/>
                </a:lnTo>
                <a:lnTo>
                  <a:pt x="876300" y="1733550"/>
                </a:lnTo>
                <a:close/>
                <a:moveTo>
                  <a:pt x="1343025" y="1714500"/>
                </a:moveTo>
                <a:lnTo>
                  <a:pt x="1362075" y="1714500"/>
                </a:lnTo>
                <a:lnTo>
                  <a:pt x="1362075" y="1704975"/>
                </a:lnTo>
                <a:lnTo>
                  <a:pt x="1352550" y="1704975"/>
                </a:lnTo>
                <a:lnTo>
                  <a:pt x="1352550" y="1695450"/>
                </a:lnTo>
                <a:lnTo>
                  <a:pt x="1343025" y="1695450"/>
                </a:lnTo>
                <a:close/>
                <a:moveTo>
                  <a:pt x="781050" y="1724025"/>
                </a:moveTo>
                <a:lnTo>
                  <a:pt x="800100" y="1724025"/>
                </a:lnTo>
                <a:lnTo>
                  <a:pt x="800100" y="1733550"/>
                </a:lnTo>
                <a:lnTo>
                  <a:pt x="781050" y="1733550"/>
                </a:lnTo>
                <a:close/>
                <a:moveTo>
                  <a:pt x="1381125" y="1724025"/>
                </a:moveTo>
                <a:lnTo>
                  <a:pt x="1390650" y="1724025"/>
                </a:lnTo>
                <a:lnTo>
                  <a:pt x="1390650" y="1704975"/>
                </a:lnTo>
                <a:lnTo>
                  <a:pt x="1381125" y="1704975"/>
                </a:lnTo>
                <a:close/>
                <a:moveTo>
                  <a:pt x="180975" y="1743075"/>
                </a:moveTo>
                <a:lnTo>
                  <a:pt x="200025" y="1743075"/>
                </a:lnTo>
                <a:lnTo>
                  <a:pt x="200025" y="1762125"/>
                </a:lnTo>
                <a:lnTo>
                  <a:pt x="190500" y="1762125"/>
                </a:lnTo>
                <a:lnTo>
                  <a:pt x="190500" y="1752600"/>
                </a:lnTo>
                <a:lnTo>
                  <a:pt x="180975" y="1752600"/>
                </a:lnTo>
                <a:close/>
                <a:moveTo>
                  <a:pt x="485775" y="1743075"/>
                </a:moveTo>
                <a:lnTo>
                  <a:pt x="495300" y="1743075"/>
                </a:lnTo>
                <a:lnTo>
                  <a:pt x="495300" y="1762125"/>
                </a:lnTo>
                <a:lnTo>
                  <a:pt x="476250" y="1762125"/>
                </a:lnTo>
                <a:lnTo>
                  <a:pt x="476250" y="1771650"/>
                </a:lnTo>
                <a:lnTo>
                  <a:pt x="514350" y="1771650"/>
                </a:lnTo>
                <a:lnTo>
                  <a:pt x="514350" y="1781175"/>
                </a:lnTo>
                <a:lnTo>
                  <a:pt x="485775" y="1781175"/>
                </a:lnTo>
                <a:lnTo>
                  <a:pt x="485775" y="1790700"/>
                </a:lnTo>
                <a:lnTo>
                  <a:pt x="466725" y="1790700"/>
                </a:lnTo>
                <a:lnTo>
                  <a:pt x="466725" y="1781175"/>
                </a:lnTo>
                <a:lnTo>
                  <a:pt x="428625" y="1781175"/>
                </a:lnTo>
                <a:lnTo>
                  <a:pt x="428625" y="1771650"/>
                </a:lnTo>
                <a:lnTo>
                  <a:pt x="466725" y="1771650"/>
                </a:lnTo>
                <a:lnTo>
                  <a:pt x="466725" y="1752600"/>
                </a:lnTo>
                <a:lnTo>
                  <a:pt x="485775" y="1752600"/>
                </a:lnTo>
                <a:close/>
                <a:moveTo>
                  <a:pt x="314325" y="1752600"/>
                </a:moveTo>
                <a:lnTo>
                  <a:pt x="323850" y="1752600"/>
                </a:lnTo>
                <a:lnTo>
                  <a:pt x="323850" y="1762125"/>
                </a:lnTo>
                <a:lnTo>
                  <a:pt x="352425" y="1762125"/>
                </a:lnTo>
                <a:lnTo>
                  <a:pt x="352425" y="1752600"/>
                </a:lnTo>
                <a:lnTo>
                  <a:pt x="390525" y="1752600"/>
                </a:lnTo>
                <a:lnTo>
                  <a:pt x="390525" y="1762125"/>
                </a:lnTo>
                <a:lnTo>
                  <a:pt x="361950" y="1762125"/>
                </a:lnTo>
                <a:lnTo>
                  <a:pt x="361950" y="1771650"/>
                </a:lnTo>
                <a:lnTo>
                  <a:pt x="314325" y="1771650"/>
                </a:lnTo>
                <a:close/>
                <a:moveTo>
                  <a:pt x="400050" y="1752600"/>
                </a:moveTo>
                <a:lnTo>
                  <a:pt x="409575" y="1752600"/>
                </a:lnTo>
                <a:lnTo>
                  <a:pt x="409575" y="1762125"/>
                </a:lnTo>
                <a:lnTo>
                  <a:pt x="400050" y="1762125"/>
                </a:lnTo>
                <a:close/>
                <a:moveTo>
                  <a:pt x="523875" y="1752600"/>
                </a:moveTo>
                <a:lnTo>
                  <a:pt x="533400" y="1752600"/>
                </a:lnTo>
                <a:lnTo>
                  <a:pt x="533400" y="1762125"/>
                </a:lnTo>
                <a:lnTo>
                  <a:pt x="523875" y="1762125"/>
                </a:lnTo>
                <a:close/>
                <a:moveTo>
                  <a:pt x="542925" y="1752600"/>
                </a:moveTo>
                <a:lnTo>
                  <a:pt x="552450" y="1752600"/>
                </a:lnTo>
                <a:lnTo>
                  <a:pt x="552450" y="1762125"/>
                </a:lnTo>
                <a:lnTo>
                  <a:pt x="542925" y="1762125"/>
                </a:lnTo>
                <a:close/>
                <a:moveTo>
                  <a:pt x="695325" y="1752600"/>
                </a:moveTo>
                <a:lnTo>
                  <a:pt x="704850" y="1752600"/>
                </a:lnTo>
                <a:lnTo>
                  <a:pt x="704850" y="1781175"/>
                </a:lnTo>
                <a:lnTo>
                  <a:pt x="695325" y="1781175"/>
                </a:lnTo>
                <a:lnTo>
                  <a:pt x="695325" y="1800225"/>
                </a:lnTo>
                <a:lnTo>
                  <a:pt x="685800" y="1800225"/>
                </a:lnTo>
                <a:lnTo>
                  <a:pt x="685800" y="1781175"/>
                </a:lnTo>
                <a:lnTo>
                  <a:pt x="676275" y="1781175"/>
                </a:lnTo>
                <a:lnTo>
                  <a:pt x="676275" y="1771650"/>
                </a:lnTo>
                <a:lnTo>
                  <a:pt x="666750" y="1771650"/>
                </a:lnTo>
                <a:lnTo>
                  <a:pt x="666750" y="1762125"/>
                </a:lnTo>
                <a:lnTo>
                  <a:pt x="695325" y="1762125"/>
                </a:lnTo>
                <a:close/>
                <a:moveTo>
                  <a:pt x="171450" y="1762125"/>
                </a:moveTo>
                <a:lnTo>
                  <a:pt x="180975" y="1762125"/>
                </a:lnTo>
                <a:lnTo>
                  <a:pt x="180975" y="1771650"/>
                </a:lnTo>
                <a:lnTo>
                  <a:pt x="171450" y="1771650"/>
                </a:lnTo>
                <a:close/>
                <a:moveTo>
                  <a:pt x="257175" y="1762125"/>
                </a:moveTo>
                <a:lnTo>
                  <a:pt x="266700" y="1762125"/>
                </a:lnTo>
                <a:lnTo>
                  <a:pt x="266700" y="1771650"/>
                </a:lnTo>
                <a:lnTo>
                  <a:pt x="257175" y="1771650"/>
                </a:lnTo>
                <a:close/>
                <a:moveTo>
                  <a:pt x="409575" y="1762125"/>
                </a:moveTo>
                <a:lnTo>
                  <a:pt x="419100" y="1762125"/>
                </a:lnTo>
                <a:lnTo>
                  <a:pt x="419100" y="1771650"/>
                </a:lnTo>
                <a:lnTo>
                  <a:pt x="409575" y="1771650"/>
                </a:lnTo>
                <a:close/>
                <a:moveTo>
                  <a:pt x="600075" y="1762125"/>
                </a:moveTo>
                <a:lnTo>
                  <a:pt x="638175" y="1762125"/>
                </a:lnTo>
                <a:lnTo>
                  <a:pt x="638175" y="1771650"/>
                </a:lnTo>
                <a:lnTo>
                  <a:pt x="600075" y="1771650"/>
                </a:lnTo>
                <a:close/>
                <a:moveTo>
                  <a:pt x="781050" y="1762125"/>
                </a:moveTo>
                <a:lnTo>
                  <a:pt x="1133475" y="1762125"/>
                </a:lnTo>
                <a:lnTo>
                  <a:pt x="1133475" y="1771650"/>
                </a:lnTo>
                <a:lnTo>
                  <a:pt x="1143000" y="1771650"/>
                </a:lnTo>
                <a:lnTo>
                  <a:pt x="1143000" y="1781175"/>
                </a:lnTo>
                <a:lnTo>
                  <a:pt x="1152525" y="1781175"/>
                </a:lnTo>
                <a:lnTo>
                  <a:pt x="1152525" y="1790700"/>
                </a:lnTo>
                <a:lnTo>
                  <a:pt x="1162050" y="1790700"/>
                </a:lnTo>
                <a:lnTo>
                  <a:pt x="1162050" y="1800225"/>
                </a:lnTo>
                <a:lnTo>
                  <a:pt x="1190625" y="1800225"/>
                </a:lnTo>
                <a:lnTo>
                  <a:pt x="1190625" y="1790700"/>
                </a:lnTo>
                <a:lnTo>
                  <a:pt x="1209675" y="1790700"/>
                </a:lnTo>
                <a:lnTo>
                  <a:pt x="1209675" y="1781175"/>
                </a:lnTo>
                <a:lnTo>
                  <a:pt x="1219200" y="1781175"/>
                </a:lnTo>
                <a:lnTo>
                  <a:pt x="1219200" y="1771650"/>
                </a:lnTo>
                <a:lnTo>
                  <a:pt x="1285875" y="1771650"/>
                </a:lnTo>
                <a:lnTo>
                  <a:pt x="1285875" y="1762125"/>
                </a:lnTo>
                <a:lnTo>
                  <a:pt x="1647825" y="1762125"/>
                </a:lnTo>
                <a:lnTo>
                  <a:pt x="1647825" y="1771650"/>
                </a:lnTo>
                <a:lnTo>
                  <a:pt x="1657350" y="1771650"/>
                </a:lnTo>
                <a:lnTo>
                  <a:pt x="1657350" y="1781175"/>
                </a:lnTo>
                <a:lnTo>
                  <a:pt x="1647825" y="1781175"/>
                </a:lnTo>
                <a:lnTo>
                  <a:pt x="1647825" y="1790700"/>
                </a:lnTo>
                <a:lnTo>
                  <a:pt x="1609725" y="1790700"/>
                </a:lnTo>
                <a:lnTo>
                  <a:pt x="1609725" y="1800225"/>
                </a:lnTo>
                <a:lnTo>
                  <a:pt x="1600200" y="1800225"/>
                </a:lnTo>
                <a:lnTo>
                  <a:pt x="1600200" y="1809750"/>
                </a:lnTo>
                <a:lnTo>
                  <a:pt x="1590675" y="1809750"/>
                </a:lnTo>
                <a:lnTo>
                  <a:pt x="1590675" y="1819275"/>
                </a:lnTo>
                <a:lnTo>
                  <a:pt x="1571625" y="1819275"/>
                </a:lnTo>
                <a:lnTo>
                  <a:pt x="1571625" y="1828800"/>
                </a:lnTo>
                <a:lnTo>
                  <a:pt x="1562100" y="1828800"/>
                </a:lnTo>
                <a:lnTo>
                  <a:pt x="1562100" y="1838325"/>
                </a:lnTo>
                <a:lnTo>
                  <a:pt x="1543050" y="1838325"/>
                </a:lnTo>
                <a:lnTo>
                  <a:pt x="1543050" y="1857375"/>
                </a:lnTo>
                <a:lnTo>
                  <a:pt x="1533525" y="1857375"/>
                </a:lnTo>
                <a:lnTo>
                  <a:pt x="1533525" y="1866900"/>
                </a:lnTo>
                <a:lnTo>
                  <a:pt x="1524000" y="1866900"/>
                </a:lnTo>
                <a:lnTo>
                  <a:pt x="1524000" y="1876425"/>
                </a:lnTo>
                <a:lnTo>
                  <a:pt x="1171575" y="1876425"/>
                </a:lnTo>
                <a:lnTo>
                  <a:pt x="1171575" y="1866900"/>
                </a:lnTo>
                <a:lnTo>
                  <a:pt x="1152525" y="1866900"/>
                </a:lnTo>
                <a:lnTo>
                  <a:pt x="1152525" y="1876425"/>
                </a:lnTo>
                <a:lnTo>
                  <a:pt x="1076325" y="1876425"/>
                </a:lnTo>
                <a:lnTo>
                  <a:pt x="1076325" y="1866900"/>
                </a:lnTo>
                <a:lnTo>
                  <a:pt x="1066800" y="1866900"/>
                </a:lnTo>
                <a:lnTo>
                  <a:pt x="1066800" y="1876425"/>
                </a:lnTo>
                <a:lnTo>
                  <a:pt x="1057275" y="1876425"/>
                </a:lnTo>
                <a:lnTo>
                  <a:pt x="1057275" y="1866900"/>
                </a:lnTo>
                <a:lnTo>
                  <a:pt x="1038225" y="1866900"/>
                </a:lnTo>
                <a:lnTo>
                  <a:pt x="1038225" y="1857375"/>
                </a:lnTo>
                <a:lnTo>
                  <a:pt x="1019175" y="1857375"/>
                </a:lnTo>
                <a:lnTo>
                  <a:pt x="1019175" y="1866900"/>
                </a:lnTo>
                <a:lnTo>
                  <a:pt x="1000125" y="1866900"/>
                </a:lnTo>
                <a:lnTo>
                  <a:pt x="1000125" y="1857375"/>
                </a:lnTo>
                <a:lnTo>
                  <a:pt x="990600" y="1857375"/>
                </a:lnTo>
                <a:lnTo>
                  <a:pt x="990600" y="1866900"/>
                </a:lnTo>
                <a:lnTo>
                  <a:pt x="981075" y="1866900"/>
                </a:lnTo>
                <a:lnTo>
                  <a:pt x="981075" y="1876425"/>
                </a:lnTo>
                <a:lnTo>
                  <a:pt x="952500" y="1876425"/>
                </a:lnTo>
                <a:lnTo>
                  <a:pt x="952500" y="1866900"/>
                </a:lnTo>
                <a:lnTo>
                  <a:pt x="962025" y="1866900"/>
                </a:lnTo>
                <a:lnTo>
                  <a:pt x="962025" y="1857375"/>
                </a:lnTo>
                <a:lnTo>
                  <a:pt x="933450" y="1857375"/>
                </a:lnTo>
                <a:lnTo>
                  <a:pt x="933450" y="1838325"/>
                </a:lnTo>
                <a:lnTo>
                  <a:pt x="914400" y="1838325"/>
                </a:lnTo>
                <a:lnTo>
                  <a:pt x="914400" y="1847850"/>
                </a:lnTo>
                <a:lnTo>
                  <a:pt x="895350" y="1847850"/>
                </a:lnTo>
                <a:lnTo>
                  <a:pt x="895350" y="1828800"/>
                </a:lnTo>
                <a:lnTo>
                  <a:pt x="885825" y="1828800"/>
                </a:lnTo>
                <a:lnTo>
                  <a:pt x="885825" y="1819275"/>
                </a:lnTo>
                <a:lnTo>
                  <a:pt x="895350" y="1819275"/>
                </a:lnTo>
                <a:lnTo>
                  <a:pt x="895350" y="1809750"/>
                </a:lnTo>
                <a:lnTo>
                  <a:pt x="933450" y="1809750"/>
                </a:lnTo>
                <a:lnTo>
                  <a:pt x="933450" y="1790700"/>
                </a:lnTo>
                <a:lnTo>
                  <a:pt x="904875" y="1790700"/>
                </a:lnTo>
                <a:lnTo>
                  <a:pt x="904875" y="1781175"/>
                </a:lnTo>
                <a:lnTo>
                  <a:pt x="857250" y="1781175"/>
                </a:lnTo>
                <a:lnTo>
                  <a:pt x="857250" y="1790700"/>
                </a:lnTo>
                <a:lnTo>
                  <a:pt x="847725" y="1790700"/>
                </a:lnTo>
                <a:lnTo>
                  <a:pt x="847725" y="1800225"/>
                </a:lnTo>
                <a:lnTo>
                  <a:pt x="828675" y="1800225"/>
                </a:lnTo>
                <a:lnTo>
                  <a:pt x="828675" y="1781175"/>
                </a:lnTo>
                <a:lnTo>
                  <a:pt x="790575" y="1781175"/>
                </a:lnTo>
                <a:lnTo>
                  <a:pt x="790575" y="1771650"/>
                </a:lnTo>
                <a:lnTo>
                  <a:pt x="781050" y="1771650"/>
                </a:lnTo>
                <a:close/>
                <a:moveTo>
                  <a:pt x="19050" y="1771650"/>
                </a:moveTo>
                <a:lnTo>
                  <a:pt x="28575" y="1771650"/>
                </a:lnTo>
                <a:lnTo>
                  <a:pt x="28575" y="1781175"/>
                </a:lnTo>
                <a:lnTo>
                  <a:pt x="19050" y="1781175"/>
                </a:lnTo>
                <a:close/>
                <a:moveTo>
                  <a:pt x="533400" y="1771650"/>
                </a:moveTo>
                <a:lnTo>
                  <a:pt x="542925" y="1771650"/>
                </a:lnTo>
                <a:lnTo>
                  <a:pt x="542925" y="1781175"/>
                </a:lnTo>
                <a:lnTo>
                  <a:pt x="552450" y="1781175"/>
                </a:lnTo>
                <a:lnTo>
                  <a:pt x="552450" y="1800225"/>
                </a:lnTo>
                <a:lnTo>
                  <a:pt x="542925" y="1800225"/>
                </a:lnTo>
                <a:lnTo>
                  <a:pt x="542925" y="1790700"/>
                </a:lnTo>
                <a:lnTo>
                  <a:pt x="533400" y="1790700"/>
                </a:lnTo>
                <a:close/>
                <a:moveTo>
                  <a:pt x="295275" y="1781175"/>
                </a:moveTo>
                <a:lnTo>
                  <a:pt x="314325" y="1781175"/>
                </a:lnTo>
                <a:lnTo>
                  <a:pt x="314325" y="1800225"/>
                </a:lnTo>
                <a:lnTo>
                  <a:pt x="295275" y="1800225"/>
                </a:lnTo>
                <a:close/>
                <a:moveTo>
                  <a:pt x="485775" y="1790700"/>
                </a:moveTo>
                <a:lnTo>
                  <a:pt x="504825" y="1790700"/>
                </a:lnTo>
                <a:lnTo>
                  <a:pt x="504825" y="1809750"/>
                </a:lnTo>
                <a:lnTo>
                  <a:pt x="485775" y="1809750"/>
                </a:lnTo>
                <a:close/>
                <a:moveTo>
                  <a:pt x="514350" y="1790700"/>
                </a:moveTo>
                <a:lnTo>
                  <a:pt x="523875" y="1790700"/>
                </a:lnTo>
                <a:lnTo>
                  <a:pt x="523875" y="1800225"/>
                </a:lnTo>
                <a:lnTo>
                  <a:pt x="514350" y="1800225"/>
                </a:lnTo>
                <a:close/>
                <a:moveTo>
                  <a:pt x="990600" y="1790700"/>
                </a:moveTo>
                <a:lnTo>
                  <a:pt x="1009650" y="1790700"/>
                </a:lnTo>
                <a:lnTo>
                  <a:pt x="1009650" y="1800225"/>
                </a:lnTo>
                <a:lnTo>
                  <a:pt x="990600" y="1800225"/>
                </a:lnTo>
                <a:lnTo>
                  <a:pt x="990600" y="1809750"/>
                </a:lnTo>
                <a:lnTo>
                  <a:pt x="1000125" y="1809750"/>
                </a:lnTo>
                <a:lnTo>
                  <a:pt x="1000125" y="1838325"/>
                </a:lnTo>
                <a:lnTo>
                  <a:pt x="1019175" y="1838325"/>
                </a:lnTo>
                <a:lnTo>
                  <a:pt x="1019175" y="1828800"/>
                </a:lnTo>
                <a:lnTo>
                  <a:pt x="1009650" y="1828800"/>
                </a:lnTo>
                <a:lnTo>
                  <a:pt x="1009650" y="1809750"/>
                </a:lnTo>
                <a:lnTo>
                  <a:pt x="1019175" y="1809750"/>
                </a:lnTo>
                <a:lnTo>
                  <a:pt x="1019175" y="1790700"/>
                </a:lnTo>
                <a:lnTo>
                  <a:pt x="1028700" y="1790700"/>
                </a:lnTo>
                <a:lnTo>
                  <a:pt x="1028700" y="1781175"/>
                </a:lnTo>
                <a:lnTo>
                  <a:pt x="1009650" y="1781175"/>
                </a:lnTo>
                <a:lnTo>
                  <a:pt x="1009650" y="1771650"/>
                </a:lnTo>
                <a:lnTo>
                  <a:pt x="990600" y="1771650"/>
                </a:lnTo>
                <a:close/>
                <a:moveTo>
                  <a:pt x="400050" y="1809750"/>
                </a:moveTo>
                <a:lnTo>
                  <a:pt x="438150" y="1809750"/>
                </a:lnTo>
                <a:lnTo>
                  <a:pt x="438150" y="1819275"/>
                </a:lnTo>
                <a:lnTo>
                  <a:pt x="400050" y="1819275"/>
                </a:lnTo>
                <a:close/>
                <a:moveTo>
                  <a:pt x="590550" y="1809750"/>
                </a:moveTo>
                <a:lnTo>
                  <a:pt x="600075" y="1809750"/>
                </a:lnTo>
                <a:lnTo>
                  <a:pt x="600075" y="1819275"/>
                </a:lnTo>
                <a:lnTo>
                  <a:pt x="590550" y="1819275"/>
                </a:lnTo>
                <a:close/>
                <a:moveTo>
                  <a:pt x="628650" y="1809750"/>
                </a:moveTo>
                <a:lnTo>
                  <a:pt x="647700" y="1809750"/>
                </a:lnTo>
                <a:lnTo>
                  <a:pt x="647700" y="1819275"/>
                </a:lnTo>
                <a:lnTo>
                  <a:pt x="628650" y="1819275"/>
                </a:lnTo>
                <a:close/>
                <a:moveTo>
                  <a:pt x="819150" y="1809750"/>
                </a:moveTo>
                <a:lnTo>
                  <a:pt x="838200" y="1809750"/>
                </a:lnTo>
                <a:lnTo>
                  <a:pt x="838200" y="1819275"/>
                </a:lnTo>
                <a:lnTo>
                  <a:pt x="819150" y="1819275"/>
                </a:lnTo>
                <a:close/>
                <a:moveTo>
                  <a:pt x="1057275" y="1809750"/>
                </a:moveTo>
                <a:lnTo>
                  <a:pt x="1066800" y="1809750"/>
                </a:lnTo>
                <a:lnTo>
                  <a:pt x="1066800" y="1800225"/>
                </a:lnTo>
                <a:lnTo>
                  <a:pt x="1057275" y="1800225"/>
                </a:lnTo>
                <a:close/>
                <a:moveTo>
                  <a:pt x="1362075" y="1809750"/>
                </a:moveTo>
                <a:lnTo>
                  <a:pt x="1371600" y="1809750"/>
                </a:lnTo>
                <a:lnTo>
                  <a:pt x="1371600" y="1800225"/>
                </a:lnTo>
                <a:lnTo>
                  <a:pt x="1362075" y="1800225"/>
                </a:lnTo>
                <a:close/>
                <a:moveTo>
                  <a:pt x="971550" y="1828800"/>
                </a:moveTo>
                <a:lnTo>
                  <a:pt x="990600" y="1828800"/>
                </a:lnTo>
                <a:lnTo>
                  <a:pt x="990600" y="1819275"/>
                </a:lnTo>
                <a:lnTo>
                  <a:pt x="981075" y="1819275"/>
                </a:lnTo>
                <a:lnTo>
                  <a:pt x="981075" y="1809750"/>
                </a:lnTo>
                <a:lnTo>
                  <a:pt x="971550" y="1809750"/>
                </a:lnTo>
                <a:close/>
                <a:moveTo>
                  <a:pt x="1066800" y="1828800"/>
                </a:moveTo>
                <a:lnTo>
                  <a:pt x="1104900" y="1828800"/>
                </a:lnTo>
                <a:lnTo>
                  <a:pt x="1104900" y="1790700"/>
                </a:lnTo>
                <a:lnTo>
                  <a:pt x="1095375" y="1790700"/>
                </a:lnTo>
                <a:lnTo>
                  <a:pt x="1095375" y="1800225"/>
                </a:lnTo>
                <a:lnTo>
                  <a:pt x="1076325" y="1800225"/>
                </a:lnTo>
                <a:lnTo>
                  <a:pt x="1076325" y="1809750"/>
                </a:lnTo>
                <a:lnTo>
                  <a:pt x="1066800" y="1809750"/>
                </a:lnTo>
                <a:close/>
                <a:moveTo>
                  <a:pt x="1228725" y="1828800"/>
                </a:moveTo>
                <a:lnTo>
                  <a:pt x="1238250" y="1828800"/>
                </a:lnTo>
                <a:lnTo>
                  <a:pt x="1238250" y="1819275"/>
                </a:lnTo>
                <a:lnTo>
                  <a:pt x="1228725" y="1819275"/>
                </a:lnTo>
                <a:close/>
                <a:moveTo>
                  <a:pt x="1419225" y="1828800"/>
                </a:moveTo>
                <a:lnTo>
                  <a:pt x="1438275" y="1828800"/>
                </a:lnTo>
                <a:lnTo>
                  <a:pt x="1438275" y="1809750"/>
                </a:lnTo>
                <a:lnTo>
                  <a:pt x="1419225" y="1809750"/>
                </a:lnTo>
                <a:close/>
                <a:moveTo>
                  <a:pt x="1752600" y="1828800"/>
                </a:moveTo>
                <a:lnTo>
                  <a:pt x="1771650" y="1828800"/>
                </a:lnTo>
                <a:lnTo>
                  <a:pt x="1771650" y="1838325"/>
                </a:lnTo>
                <a:lnTo>
                  <a:pt x="1762125" y="1838325"/>
                </a:lnTo>
                <a:lnTo>
                  <a:pt x="1762125" y="1847850"/>
                </a:lnTo>
                <a:lnTo>
                  <a:pt x="1752600" y="1847850"/>
                </a:lnTo>
                <a:close/>
                <a:moveTo>
                  <a:pt x="1181100" y="1838325"/>
                </a:moveTo>
                <a:lnTo>
                  <a:pt x="1200150" y="1838325"/>
                </a:lnTo>
                <a:lnTo>
                  <a:pt x="1200150" y="1828800"/>
                </a:lnTo>
                <a:lnTo>
                  <a:pt x="1181100" y="1828800"/>
                </a:lnTo>
                <a:close/>
                <a:moveTo>
                  <a:pt x="1266825" y="1838325"/>
                </a:moveTo>
                <a:lnTo>
                  <a:pt x="1285875" y="1838325"/>
                </a:lnTo>
                <a:lnTo>
                  <a:pt x="1285875" y="1809750"/>
                </a:lnTo>
                <a:lnTo>
                  <a:pt x="1276350" y="1809750"/>
                </a:lnTo>
                <a:lnTo>
                  <a:pt x="1276350" y="1819275"/>
                </a:lnTo>
                <a:lnTo>
                  <a:pt x="1266825" y="1819275"/>
                </a:lnTo>
                <a:close/>
                <a:moveTo>
                  <a:pt x="1590675" y="1847850"/>
                </a:moveTo>
                <a:lnTo>
                  <a:pt x="1609725" y="1847850"/>
                </a:lnTo>
                <a:lnTo>
                  <a:pt x="1609725" y="1857375"/>
                </a:lnTo>
                <a:lnTo>
                  <a:pt x="1619250" y="1857375"/>
                </a:lnTo>
                <a:lnTo>
                  <a:pt x="1619250" y="1866900"/>
                </a:lnTo>
                <a:lnTo>
                  <a:pt x="1609725" y="1866900"/>
                </a:lnTo>
                <a:lnTo>
                  <a:pt x="1609725" y="1876425"/>
                </a:lnTo>
                <a:lnTo>
                  <a:pt x="1562100" y="1876425"/>
                </a:lnTo>
                <a:lnTo>
                  <a:pt x="1562100" y="1866900"/>
                </a:lnTo>
                <a:lnTo>
                  <a:pt x="1552575" y="1866900"/>
                </a:lnTo>
                <a:lnTo>
                  <a:pt x="1552575" y="1857375"/>
                </a:lnTo>
                <a:lnTo>
                  <a:pt x="1590675" y="1857375"/>
                </a:lnTo>
                <a:close/>
                <a:moveTo>
                  <a:pt x="1647825" y="1847850"/>
                </a:moveTo>
                <a:lnTo>
                  <a:pt x="1666875" y="1847850"/>
                </a:lnTo>
                <a:lnTo>
                  <a:pt x="1666875" y="1857375"/>
                </a:lnTo>
                <a:lnTo>
                  <a:pt x="1685925" y="1857375"/>
                </a:lnTo>
                <a:lnTo>
                  <a:pt x="1685925" y="1876425"/>
                </a:lnTo>
                <a:lnTo>
                  <a:pt x="1647825" y="1876425"/>
                </a:lnTo>
                <a:lnTo>
                  <a:pt x="1647825" y="1866900"/>
                </a:lnTo>
                <a:lnTo>
                  <a:pt x="1638300" y="1866900"/>
                </a:lnTo>
                <a:lnTo>
                  <a:pt x="1638300" y="1857375"/>
                </a:lnTo>
                <a:lnTo>
                  <a:pt x="1647825" y="1857375"/>
                </a:lnTo>
                <a:close/>
                <a:moveTo>
                  <a:pt x="904875" y="1857375"/>
                </a:moveTo>
                <a:lnTo>
                  <a:pt x="923925" y="1857375"/>
                </a:lnTo>
                <a:lnTo>
                  <a:pt x="923925" y="1876425"/>
                </a:lnTo>
                <a:lnTo>
                  <a:pt x="914400" y="1876425"/>
                </a:lnTo>
                <a:lnTo>
                  <a:pt x="914400" y="1866900"/>
                </a:lnTo>
                <a:lnTo>
                  <a:pt x="904875" y="1866900"/>
                </a:lnTo>
                <a:close/>
                <a:moveTo>
                  <a:pt x="171450" y="1866900"/>
                </a:moveTo>
                <a:lnTo>
                  <a:pt x="180975" y="1866900"/>
                </a:lnTo>
                <a:lnTo>
                  <a:pt x="180975" y="1876425"/>
                </a:lnTo>
                <a:lnTo>
                  <a:pt x="171450" y="1876425"/>
                </a:lnTo>
                <a:close/>
                <a:moveTo>
                  <a:pt x="180975" y="1876425"/>
                </a:moveTo>
                <a:lnTo>
                  <a:pt x="209550" y="1876425"/>
                </a:lnTo>
                <a:lnTo>
                  <a:pt x="209550" y="1895475"/>
                </a:lnTo>
                <a:lnTo>
                  <a:pt x="180975" y="1895475"/>
                </a:lnTo>
                <a:close/>
                <a:moveTo>
                  <a:pt x="571500" y="1885950"/>
                </a:moveTo>
                <a:lnTo>
                  <a:pt x="600075" y="1885950"/>
                </a:lnTo>
                <a:lnTo>
                  <a:pt x="600075" y="1895475"/>
                </a:lnTo>
                <a:lnTo>
                  <a:pt x="590550" y="1895475"/>
                </a:lnTo>
                <a:lnTo>
                  <a:pt x="590550" y="1905000"/>
                </a:lnTo>
                <a:lnTo>
                  <a:pt x="571500" y="1905000"/>
                </a:lnTo>
                <a:close/>
                <a:moveTo>
                  <a:pt x="704850" y="1895475"/>
                </a:moveTo>
                <a:lnTo>
                  <a:pt x="800100" y="1895475"/>
                </a:lnTo>
                <a:lnTo>
                  <a:pt x="800100" y="1905000"/>
                </a:lnTo>
                <a:lnTo>
                  <a:pt x="885825" y="1905000"/>
                </a:lnTo>
                <a:lnTo>
                  <a:pt x="885825" y="1895475"/>
                </a:lnTo>
                <a:lnTo>
                  <a:pt x="942975" y="1895475"/>
                </a:lnTo>
                <a:lnTo>
                  <a:pt x="942975" y="1905000"/>
                </a:lnTo>
                <a:lnTo>
                  <a:pt x="981075" y="1905000"/>
                </a:lnTo>
                <a:lnTo>
                  <a:pt x="981075" y="1895475"/>
                </a:lnTo>
                <a:lnTo>
                  <a:pt x="1000125" y="1895475"/>
                </a:lnTo>
                <a:lnTo>
                  <a:pt x="1000125" y="1905000"/>
                </a:lnTo>
                <a:lnTo>
                  <a:pt x="1028700" y="1905000"/>
                </a:lnTo>
                <a:lnTo>
                  <a:pt x="1028700" y="1895475"/>
                </a:lnTo>
                <a:lnTo>
                  <a:pt x="1181100" y="1895475"/>
                </a:lnTo>
                <a:lnTo>
                  <a:pt x="1181100" y="1905000"/>
                </a:lnTo>
                <a:lnTo>
                  <a:pt x="1200150" y="1905000"/>
                </a:lnTo>
                <a:lnTo>
                  <a:pt x="1200150" y="1895475"/>
                </a:lnTo>
                <a:lnTo>
                  <a:pt x="1314450" y="1895475"/>
                </a:lnTo>
                <a:lnTo>
                  <a:pt x="1314450" y="1905000"/>
                </a:lnTo>
                <a:lnTo>
                  <a:pt x="1343025" y="1905000"/>
                </a:lnTo>
                <a:lnTo>
                  <a:pt x="1343025" y="1895475"/>
                </a:lnTo>
                <a:lnTo>
                  <a:pt x="1647825" y="1895475"/>
                </a:lnTo>
                <a:lnTo>
                  <a:pt x="1647825" y="1905000"/>
                </a:lnTo>
                <a:lnTo>
                  <a:pt x="1638300" y="1905000"/>
                </a:lnTo>
                <a:lnTo>
                  <a:pt x="1638300" y="1914525"/>
                </a:lnTo>
                <a:lnTo>
                  <a:pt x="1647825" y="1914525"/>
                </a:lnTo>
                <a:lnTo>
                  <a:pt x="1647825" y="1924050"/>
                </a:lnTo>
                <a:lnTo>
                  <a:pt x="1657350" y="1924050"/>
                </a:lnTo>
                <a:lnTo>
                  <a:pt x="1657350" y="1914525"/>
                </a:lnTo>
                <a:lnTo>
                  <a:pt x="1666875" y="1914525"/>
                </a:lnTo>
                <a:lnTo>
                  <a:pt x="1666875" y="1905000"/>
                </a:lnTo>
                <a:lnTo>
                  <a:pt x="1657350" y="1905000"/>
                </a:lnTo>
                <a:lnTo>
                  <a:pt x="1657350" y="1895475"/>
                </a:lnTo>
                <a:lnTo>
                  <a:pt x="1666875" y="1895475"/>
                </a:lnTo>
                <a:lnTo>
                  <a:pt x="1666875" y="1905000"/>
                </a:lnTo>
                <a:lnTo>
                  <a:pt x="1676400" y="1905000"/>
                </a:lnTo>
                <a:lnTo>
                  <a:pt x="1676400" y="1924050"/>
                </a:lnTo>
                <a:lnTo>
                  <a:pt x="1685925" y="1924050"/>
                </a:lnTo>
                <a:lnTo>
                  <a:pt x="1685925" y="1933575"/>
                </a:lnTo>
                <a:lnTo>
                  <a:pt x="1676400" y="1933575"/>
                </a:lnTo>
                <a:lnTo>
                  <a:pt x="1676400" y="1943100"/>
                </a:lnTo>
                <a:lnTo>
                  <a:pt x="1666875" y="1943100"/>
                </a:lnTo>
                <a:lnTo>
                  <a:pt x="1666875" y="1952625"/>
                </a:lnTo>
                <a:lnTo>
                  <a:pt x="1657350" y="1952625"/>
                </a:lnTo>
                <a:lnTo>
                  <a:pt x="1657350" y="1962150"/>
                </a:lnTo>
                <a:lnTo>
                  <a:pt x="1676400" y="1962150"/>
                </a:lnTo>
                <a:lnTo>
                  <a:pt x="1676400" y="1990725"/>
                </a:lnTo>
                <a:lnTo>
                  <a:pt x="1647825" y="1990725"/>
                </a:lnTo>
                <a:lnTo>
                  <a:pt x="1647825" y="2000250"/>
                </a:lnTo>
                <a:lnTo>
                  <a:pt x="1628775" y="2000250"/>
                </a:lnTo>
                <a:lnTo>
                  <a:pt x="1628775" y="2009775"/>
                </a:lnTo>
                <a:lnTo>
                  <a:pt x="1571625" y="2009775"/>
                </a:lnTo>
                <a:lnTo>
                  <a:pt x="1571625" y="2000250"/>
                </a:lnTo>
                <a:lnTo>
                  <a:pt x="1562100" y="2000250"/>
                </a:lnTo>
                <a:lnTo>
                  <a:pt x="1562100" y="1990725"/>
                </a:lnTo>
                <a:lnTo>
                  <a:pt x="1524000" y="1990725"/>
                </a:lnTo>
                <a:lnTo>
                  <a:pt x="1524000" y="2000250"/>
                </a:lnTo>
                <a:lnTo>
                  <a:pt x="1514475" y="2000250"/>
                </a:lnTo>
                <a:lnTo>
                  <a:pt x="1514475" y="1990725"/>
                </a:lnTo>
                <a:lnTo>
                  <a:pt x="1504950" y="1990725"/>
                </a:lnTo>
                <a:lnTo>
                  <a:pt x="1504950" y="2009775"/>
                </a:lnTo>
                <a:lnTo>
                  <a:pt x="1362075" y="2009775"/>
                </a:lnTo>
                <a:lnTo>
                  <a:pt x="1362075" y="2000250"/>
                </a:lnTo>
                <a:lnTo>
                  <a:pt x="1343025" y="2000250"/>
                </a:lnTo>
                <a:lnTo>
                  <a:pt x="1343025" y="1990725"/>
                </a:lnTo>
                <a:lnTo>
                  <a:pt x="1304925" y="1990725"/>
                </a:lnTo>
                <a:lnTo>
                  <a:pt x="1304925" y="2000250"/>
                </a:lnTo>
                <a:lnTo>
                  <a:pt x="1323975" y="2000250"/>
                </a:lnTo>
                <a:lnTo>
                  <a:pt x="1323975" y="2009775"/>
                </a:lnTo>
                <a:lnTo>
                  <a:pt x="1028700" y="2009775"/>
                </a:lnTo>
                <a:lnTo>
                  <a:pt x="1028700" y="2000250"/>
                </a:lnTo>
                <a:lnTo>
                  <a:pt x="1038225" y="2000250"/>
                </a:lnTo>
                <a:lnTo>
                  <a:pt x="1038225" y="1990725"/>
                </a:lnTo>
                <a:lnTo>
                  <a:pt x="1019175" y="1990725"/>
                </a:lnTo>
                <a:lnTo>
                  <a:pt x="1019175" y="1981200"/>
                </a:lnTo>
                <a:lnTo>
                  <a:pt x="1009650" y="1981200"/>
                </a:lnTo>
                <a:lnTo>
                  <a:pt x="1009650" y="1971675"/>
                </a:lnTo>
                <a:lnTo>
                  <a:pt x="1000125" y="1971675"/>
                </a:lnTo>
                <a:lnTo>
                  <a:pt x="1000125" y="1990725"/>
                </a:lnTo>
                <a:lnTo>
                  <a:pt x="990600" y="1990725"/>
                </a:lnTo>
                <a:lnTo>
                  <a:pt x="990600" y="2000250"/>
                </a:lnTo>
                <a:lnTo>
                  <a:pt x="1000125" y="2000250"/>
                </a:lnTo>
                <a:lnTo>
                  <a:pt x="1000125" y="2009775"/>
                </a:lnTo>
                <a:lnTo>
                  <a:pt x="866775" y="2009775"/>
                </a:lnTo>
                <a:lnTo>
                  <a:pt x="866775" y="2000250"/>
                </a:lnTo>
                <a:lnTo>
                  <a:pt x="857250" y="2000250"/>
                </a:lnTo>
                <a:lnTo>
                  <a:pt x="857250" y="2009775"/>
                </a:lnTo>
                <a:lnTo>
                  <a:pt x="847725" y="2009775"/>
                </a:lnTo>
                <a:lnTo>
                  <a:pt x="847725" y="2000250"/>
                </a:lnTo>
                <a:lnTo>
                  <a:pt x="838200" y="2000250"/>
                </a:lnTo>
                <a:lnTo>
                  <a:pt x="838200" y="2009775"/>
                </a:lnTo>
                <a:lnTo>
                  <a:pt x="828675" y="2009775"/>
                </a:lnTo>
                <a:lnTo>
                  <a:pt x="828675" y="2000250"/>
                </a:lnTo>
                <a:lnTo>
                  <a:pt x="819150" y="2000250"/>
                </a:lnTo>
                <a:lnTo>
                  <a:pt x="819150" y="1990725"/>
                </a:lnTo>
                <a:lnTo>
                  <a:pt x="800100" y="1990725"/>
                </a:lnTo>
                <a:lnTo>
                  <a:pt x="800100" y="2009775"/>
                </a:lnTo>
                <a:lnTo>
                  <a:pt x="685800" y="2009775"/>
                </a:lnTo>
                <a:lnTo>
                  <a:pt x="685800" y="1990725"/>
                </a:lnTo>
                <a:lnTo>
                  <a:pt x="666750" y="1990725"/>
                </a:lnTo>
                <a:lnTo>
                  <a:pt x="666750" y="1971675"/>
                </a:lnTo>
                <a:lnTo>
                  <a:pt x="676275" y="1971675"/>
                </a:lnTo>
                <a:lnTo>
                  <a:pt x="676275" y="1952625"/>
                </a:lnTo>
                <a:lnTo>
                  <a:pt x="685800" y="1952625"/>
                </a:lnTo>
                <a:lnTo>
                  <a:pt x="685800" y="1971675"/>
                </a:lnTo>
                <a:lnTo>
                  <a:pt x="695325" y="1971675"/>
                </a:lnTo>
                <a:lnTo>
                  <a:pt x="695325" y="1943100"/>
                </a:lnTo>
                <a:lnTo>
                  <a:pt x="704850" y="1943100"/>
                </a:lnTo>
                <a:lnTo>
                  <a:pt x="704850" y="1914525"/>
                </a:lnTo>
                <a:lnTo>
                  <a:pt x="714375" y="1914525"/>
                </a:lnTo>
                <a:lnTo>
                  <a:pt x="714375" y="1905000"/>
                </a:lnTo>
                <a:lnTo>
                  <a:pt x="704850" y="1905000"/>
                </a:lnTo>
                <a:close/>
                <a:moveTo>
                  <a:pt x="590550" y="1905000"/>
                </a:moveTo>
                <a:lnTo>
                  <a:pt x="609600" y="1905000"/>
                </a:lnTo>
                <a:lnTo>
                  <a:pt x="609600" y="1914525"/>
                </a:lnTo>
                <a:lnTo>
                  <a:pt x="590550" y="1914525"/>
                </a:lnTo>
                <a:close/>
                <a:moveTo>
                  <a:pt x="1895475" y="1905000"/>
                </a:moveTo>
                <a:lnTo>
                  <a:pt x="1905000" y="1905000"/>
                </a:lnTo>
                <a:lnTo>
                  <a:pt x="1905000" y="1924050"/>
                </a:lnTo>
                <a:lnTo>
                  <a:pt x="1895475" y="1924050"/>
                </a:lnTo>
                <a:close/>
                <a:moveTo>
                  <a:pt x="1362075" y="1933575"/>
                </a:moveTo>
                <a:lnTo>
                  <a:pt x="1390650" y="1933575"/>
                </a:lnTo>
                <a:lnTo>
                  <a:pt x="1390650" y="1905000"/>
                </a:lnTo>
                <a:lnTo>
                  <a:pt x="1371600" y="1905000"/>
                </a:lnTo>
                <a:lnTo>
                  <a:pt x="1371600" y="1914525"/>
                </a:lnTo>
                <a:lnTo>
                  <a:pt x="1362075" y="1914525"/>
                </a:lnTo>
                <a:close/>
                <a:moveTo>
                  <a:pt x="1457325" y="1933575"/>
                </a:moveTo>
                <a:lnTo>
                  <a:pt x="1476375" y="1933575"/>
                </a:lnTo>
                <a:lnTo>
                  <a:pt x="1476375" y="1914525"/>
                </a:lnTo>
                <a:lnTo>
                  <a:pt x="1457325" y="1914525"/>
                </a:lnTo>
                <a:close/>
                <a:moveTo>
                  <a:pt x="1543050" y="1933575"/>
                </a:moveTo>
                <a:lnTo>
                  <a:pt x="1552575" y="1933575"/>
                </a:lnTo>
                <a:lnTo>
                  <a:pt x="1552575" y="1943100"/>
                </a:lnTo>
                <a:lnTo>
                  <a:pt x="1571625" y="1943100"/>
                </a:lnTo>
                <a:lnTo>
                  <a:pt x="1571625" y="1952625"/>
                </a:lnTo>
                <a:lnTo>
                  <a:pt x="1581150" y="1952625"/>
                </a:lnTo>
                <a:lnTo>
                  <a:pt x="1581150" y="1962150"/>
                </a:lnTo>
                <a:lnTo>
                  <a:pt x="1609725" y="1962150"/>
                </a:lnTo>
                <a:lnTo>
                  <a:pt x="1609725" y="1943100"/>
                </a:lnTo>
                <a:lnTo>
                  <a:pt x="1600200" y="1943100"/>
                </a:lnTo>
                <a:lnTo>
                  <a:pt x="1600200" y="1933575"/>
                </a:lnTo>
                <a:lnTo>
                  <a:pt x="1590675" y="1933575"/>
                </a:lnTo>
                <a:lnTo>
                  <a:pt x="1590675" y="1914525"/>
                </a:lnTo>
                <a:lnTo>
                  <a:pt x="1543050" y="1914525"/>
                </a:lnTo>
                <a:close/>
                <a:moveTo>
                  <a:pt x="828675" y="1943100"/>
                </a:moveTo>
                <a:lnTo>
                  <a:pt x="838200" y="1943100"/>
                </a:lnTo>
                <a:lnTo>
                  <a:pt x="838200" y="1924050"/>
                </a:lnTo>
                <a:lnTo>
                  <a:pt x="828675" y="1924050"/>
                </a:lnTo>
                <a:lnTo>
                  <a:pt x="828675" y="1933575"/>
                </a:lnTo>
                <a:lnTo>
                  <a:pt x="819150" y="1933575"/>
                </a:lnTo>
                <a:lnTo>
                  <a:pt x="819150" y="1952625"/>
                </a:lnTo>
                <a:lnTo>
                  <a:pt x="828675" y="1952625"/>
                </a:lnTo>
                <a:close/>
                <a:moveTo>
                  <a:pt x="514350" y="1952625"/>
                </a:moveTo>
                <a:lnTo>
                  <a:pt x="542925" y="1952625"/>
                </a:lnTo>
                <a:lnTo>
                  <a:pt x="542925" y="1962150"/>
                </a:lnTo>
                <a:lnTo>
                  <a:pt x="514350" y="1962150"/>
                </a:lnTo>
                <a:close/>
                <a:moveTo>
                  <a:pt x="981075" y="1952625"/>
                </a:moveTo>
                <a:lnTo>
                  <a:pt x="971550" y="1952625"/>
                </a:lnTo>
                <a:lnTo>
                  <a:pt x="971550" y="1962150"/>
                </a:lnTo>
                <a:lnTo>
                  <a:pt x="981075" y="1962150"/>
                </a:lnTo>
                <a:close/>
                <a:moveTo>
                  <a:pt x="981075" y="1952625"/>
                </a:moveTo>
                <a:lnTo>
                  <a:pt x="1019175" y="1952625"/>
                </a:lnTo>
                <a:lnTo>
                  <a:pt x="1019175" y="1924050"/>
                </a:lnTo>
                <a:lnTo>
                  <a:pt x="990600" y="1924050"/>
                </a:lnTo>
                <a:lnTo>
                  <a:pt x="990600" y="1933575"/>
                </a:lnTo>
                <a:lnTo>
                  <a:pt x="981075" y="1933575"/>
                </a:lnTo>
                <a:close/>
                <a:moveTo>
                  <a:pt x="781050" y="1962150"/>
                </a:moveTo>
                <a:lnTo>
                  <a:pt x="800100" y="1962150"/>
                </a:lnTo>
                <a:lnTo>
                  <a:pt x="800100" y="1952625"/>
                </a:lnTo>
                <a:lnTo>
                  <a:pt x="781050" y="1952625"/>
                </a:lnTo>
                <a:close/>
                <a:moveTo>
                  <a:pt x="714375" y="1981200"/>
                </a:moveTo>
                <a:lnTo>
                  <a:pt x="733425" y="1981200"/>
                </a:lnTo>
                <a:lnTo>
                  <a:pt x="733425" y="1971675"/>
                </a:lnTo>
                <a:lnTo>
                  <a:pt x="714375" y="1971675"/>
                </a:lnTo>
                <a:close/>
                <a:moveTo>
                  <a:pt x="800100" y="1981200"/>
                </a:moveTo>
                <a:lnTo>
                  <a:pt x="809625" y="1981200"/>
                </a:lnTo>
                <a:lnTo>
                  <a:pt x="809625" y="1971675"/>
                </a:lnTo>
                <a:lnTo>
                  <a:pt x="800100" y="1971675"/>
                </a:lnTo>
                <a:close/>
                <a:moveTo>
                  <a:pt x="1762125" y="1990725"/>
                </a:moveTo>
                <a:lnTo>
                  <a:pt x="1771650" y="1990725"/>
                </a:lnTo>
                <a:lnTo>
                  <a:pt x="1771650" y="2000250"/>
                </a:lnTo>
                <a:lnTo>
                  <a:pt x="1762125" y="2000250"/>
                </a:lnTo>
                <a:close/>
                <a:moveTo>
                  <a:pt x="714375" y="2000250"/>
                </a:moveTo>
                <a:lnTo>
                  <a:pt x="733425" y="2000250"/>
                </a:lnTo>
                <a:lnTo>
                  <a:pt x="733425" y="1990725"/>
                </a:lnTo>
                <a:lnTo>
                  <a:pt x="714375" y="1990725"/>
                </a:lnTo>
                <a:close/>
                <a:moveTo>
                  <a:pt x="1143000" y="2000250"/>
                </a:moveTo>
                <a:lnTo>
                  <a:pt x="1152525" y="2000250"/>
                </a:lnTo>
                <a:lnTo>
                  <a:pt x="1152525" y="1990725"/>
                </a:lnTo>
                <a:lnTo>
                  <a:pt x="1143000" y="1990725"/>
                </a:lnTo>
                <a:close/>
                <a:moveTo>
                  <a:pt x="1200150" y="2000250"/>
                </a:moveTo>
                <a:lnTo>
                  <a:pt x="1228725" y="2000250"/>
                </a:lnTo>
                <a:lnTo>
                  <a:pt x="1228725" y="1990725"/>
                </a:lnTo>
                <a:lnTo>
                  <a:pt x="1200150" y="1990725"/>
                </a:lnTo>
                <a:close/>
                <a:moveTo>
                  <a:pt x="1333500" y="2000250"/>
                </a:moveTo>
                <a:lnTo>
                  <a:pt x="1343025" y="2000250"/>
                </a:lnTo>
                <a:lnTo>
                  <a:pt x="1343025" y="2009775"/>
                </a:lnTo>
                <a:lnTo>
                  <a:pt x="1333500" y="2009775"/>
                </a:lnTo>
                <a:close/>
                <a:moveTo>
                  <a:pt x="1666875" y="2000250"/>
                </a:moveTo>
                <a:lnTo>
                  <a:pt x="1685925" y="2000250"/>
                </a:lnTo>
                <a:lnTo>
                  <a:pt x="1685925" y="2009775"/>
                </a:lnTo>
                <a:lnTo>
                  <a:pt x="1666875" y="2009775"/>
                </a:lnTo>
                <a:close/>
                <a:moveTo>
                  <a:pt x="1704975" y="2000250"/>
                </a:moveTo>
                <a:lnTo>
                  <a:pt x="1714500" y="2000250"/>
                </a:lnTo>
                <a:lnTo>
                  <a:pt x="1714500" y="2009775"/>
                </a:lnTo>
                <a:lnTo>
                  <a:pt x="1704975" y="2009775"/>
                </a:lnTo>
                <a:close/>
                <a:moveTo>
                  <a:pt x="1771650" y="2000250"/>
                </a:moveTo>
                <a:lnTo>
                  <a:pt x="1781175" y="2000250"/>
                </a:lnTo>
                <a:lnTo>
                  <a:pt x="1781175" y="2009775"/>
                </a:lnTo>
                <a:lnTo>
                  <a:pt x="1771650" y="2009775"/>
                </a:lnTo>
                <a:close/>
                <a:moveTo>
                  <a:pt x="190500" y="2019300"/>
                </a:moveTo>
                <a:lnTo>
                  <a:pt x="200025" y="2019300"/>
                </a:lnTo>
                <a:lnTo>
                  <a:pt x="200025" y="2038350"/>
                </a:lnTo>
                <a:lnTo>
                  <a:pt x="180975" y="2038350"/>
                </a:lnTo>
                <a:lnTo>
                  <a:pt x="180975" y="2028825"/>
                </a:lnTo>
                <a:lnTo>
                  <a:pt x="190500" y="2028825"/>
                </a:lnTo>
                <a:close/>
              </a:path>
            </a:pathLst>
          </a:custGeom>
          <a:solidFill xmlns:a="http://schemas.openxmlformats.org/drawingml/2006/main">
            <a:srgbClr val="F3EFE3"/>
          </a:solidFill>
          <a:ln xmlns:a="http://schemas.openxmlformats.org/drawingml/2006/main" w="0">
            <a:noFill/>
          </a:ln>
        </p:spPr>
      </p:sp>
      <p:sp>
        <p:nvSpPr>
          <p:cNvPr id="136" name="sales vector #f3efe2">
            <a:extLst xmlns:a="http://schemas.openxmlformats.org/drawingml/2006/main">
              <a:ext uri="{FF2B5EF4-FFF2-40B4-BE49-F238E27FC236}">
                <a16:creationId xmlns:a16="http://schemas.microsoft.com/office/drawing/2014/main" id="{3E58ACA3-A1B4-4F70-94D9-BF0F2C9849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381625" y="4914900"/>
            <a:ext cx="2247900" cy="2400300"/>
          </a:xfrm>
          <a:custGeom xmlns:a="http://schemas.openxmlformats.org/drawingml/2006/main">
            <a:pathLst>
              <a:path w="1905000" h="2038350">
                <a:moveTo>
                  <a:pt x="19050" y="0"/>
                </a:moveTo>
                <a:lnTo>
                  <a:pt x="57150" y="0"/>
                </a:lnTo>
                <a:lnTo>
                  <a:pt x="57150" y="47625"/>
                </a:lnTo>
                <a:lnTo>
                  <a:pt x="47625" y="47625"/>
                </a:lnTo>
                <a:lnTo>
                  <a:pt x="47625" y="38100"/>
                </a:lnTo>
                <a:lnTo>
                  <a:pt x="28575" y="38100"/>
                </a:lnTo>
                <a:lnTo>
                  <a:pt x="28575" y="28575"/>
                </a:lnTo>
                <a:lnTo>
                  <a:pt x="19050" y="28575"/>
                </a:lnTo>
                <a:close/>
                <a:moveTo>
                  <a:pt x="228600" y="0"/>
                </a:moveTo>
                <a:lnTo>
                  <a:pt x="238125" y="0"/>
                </a:lnTo>
                <a:lnTo>
                  <a:pt x="238125" y="9525"/>
                </a:lnTo>
                <a:lnTo>
                  <a:pt x="228600" y="9525"/>
                </a:lnTo>
                <a:close/>
                <a:moveTo>
                  <a:pt x="266700" y="0"/>
                </a:moveTo>
                <a:lnTo>
                  <a:pt x="285750" y="0"/>
                </a:lnTo>
                <a:lnTo>
                  <a:pt x="285750" y="9525"/>
                </a:lnTo>
                <a:lnTo>
                  <a:pt x="295275" y="9525"/>
                </a:lnTo>
                <a:lnTo>
                  <a:pt x="295275" y="0"/>
                </a:lnTo>
                <a:lnTo>
                  <a:pt x="314325" y="0"/>
                </a:lnTo>
                <a:lnTo>
                  <a:pt x="314325" y="9525"/>
                </a:lnTo>
                <a:lnTo>
                  <a:pt x="304800" y="9525"/>
                </a:lnTo>
                <a:lnTo>
                  <a:pt x="304800" y="19050"/>
                </a:lnTo>
                <a:lnTo>
                  <a:pt x="257175" y="19050"/>
                </a:lnTo>
                <a:lnTo>
                  <a:pt x="257175" y="9525"/>
                </a:lnTo>
                <a:lnTo>
                  <a:pt x="266700" y="9525"/>
                </a:lnTo>
                <a:close/>
                <a:moveTo>
                  <a:pt x="723900" y="0"/>
                </a:moveTo>
                <a:lnTo>
                  <a:pt x="742950" y="0"/>
                </a:lnTo>
                <a:lnTo>
                  <a:pt x="742950" y="9525"/>
                </a:lnTo>
                <a:lnTo>
                  <a:pt x="723900" y="9525"/>
                </a:lnTo>
                <a:close/>
                <a:moveTo>
                  <a:pt x="762000" y="0"/>
                </a:moveTo>
                <a:lnTo>
                  <a:pt x="771525" y="0"/>
                </a:lnTo>
                <a:lnTo>
                  <a:pt x="771525" y="9525"/>
                </a:lnTo>
                <a:lnTo>
                  <a:pt x="762000" y="9525"/>
                </a:lnTo>
                <a:close/>
                <a:moveTo>
                  <a:pt x="971550" y="0"/>
                </a:moveTo>
                <a:lnTo>
                  <a:pt x="981075" y="0"/>
                </a:lnTo>
                <a:lnTo>
                  <a:pt x="981075" y="19050"/>
                </a:lnTo>
                <a:lnTo>
                  <a:pt x="971550" y="19050"/>
                </a:lnTo>
                <a:close/>
                <a:moveTo>
                  <a:pt x="1009650" y="0"/>
                </a:moveTo>
                <a:lnTo>
                  <a:pt x="1038225" y="0"/>
                </a:lnTo>
                <a:lnTo>
                  <a:pt x="1038225" y="9525"/>
                </a:lnTo>
                <a:lnTo>
                  <a:pt x="1047750" y="9525"/>
                </a:lnTo>
                <a:lnTo>
                  <a:pt x="1047750" y="19050"/>
                </a:lnTo>
                <a:lnTo>
                  <a:pt x="1019175" y="19050"/>
                </a:lnTo>
                <a:lnTo>
                  <a:pt x="1019175" y="9525"/>
                </a:lnTo>
                <a:lnTo>
                  <a:pt x="1009650" y="9525"/>
                </a:lnTo>
                <a:close/>
                <a:moveTo>
                  <a:pt x="1066800" y="0"/>
                </a:moveTo>
                <a:lnTo>
                  <a:pt x="1076325" y="0"/>
                </a:lnTo>
                <a:lnTo>
                  <a:pt x="1076325" y="9525"/>
                </a:lnTo>
                <a:lnTo>
                  <a:pt x="1085850" y="9525"/>
                </a:lnTo>
                <a:lnTo>
                  <a:pt x="1085850" y="19050"/>
                </a:lnTo>
                <a:lnTo>
                  <a:pt x="1057275" y="19050"/>
                </a:lnTo>
                <a:lnTo>
                  <a:pt x="1057275" y="9525"/>
                </a:lnTo>
                <a:lnTo>
                  <a:pt x="1066800" y="9525"/>
                </a:lnTo>
                <a:close/>
                <a:moveTo>
                  <a:pt x="1123950" y="0"/>
                </a:moveTo>
                <a:lnTo>
                  <a:pt x="1143000" y="0"/>
                </a:lnTo>
                <a:lnTo>
                  <a:pt x="1143000" y="19050"/>
                </a:lnTo>
                <a:lnTo>
                  <a:pt x="1133475" y="19050"/>
                </a:lnTo>
                <a:lnTo>
                  <a:pt x="1133475" y="9525"/>
                </a:lnTo>
                <a:lnTo>
                  <a:pt x="1123950" y="9525"/>
                </a:lnTo>
                <a:close/>
                <a:moveTo>
                  <a:pt x="1152525" y="0"/>
                </a:moveTo>
                <a:lnTo>
                  <a:pt x="1171575" y="0"/>
                </a:lnTo>
                <a:lnTo>
                  <a:pt x="1171575" y="9525"/>
                </a:lnTo>
                <a:lnTo>
                  <a:pt x="1152525" y="9525"/>
                </a:lnTo>
                <a:close/>
                <a:moveTo>
                  <a:pt x="1257300" y="0"/>
                </a:moveTo>
                <a:lnTo>
                  <a:pt x="1276350" y="0"/>
                </a:lnTo>
                <a:lnTo>
                  <a:pt x="1276350" y="9525"/>
                </a:lnTo>
                <a:lnTo>
                  <a:pt x="1257300" y="9525"/>
                </a:lnTo>
                <a:close/>
                <a:moveTo>
                  <a:pt x="1295400" y="0"/>
                </a:moveTo>
                <a:lnTo>
                  <a:pt x="1304925" y="0"/>
                </a:lnTo>
                <a:lnTo>
                  <a:pt x="1304925" y="9525"/>
                </a:lnTo>
                <a:lnTo>
                  <a:pt x="1295400" y="9525"/>
                </a:lnTo>
                <a:close/>
                <a:moveTo>
                  <a:pt x="238125" y="9525"/>
                </a:moveTo>
                <a:lnTo>
                  <a:pt x="247650" y="9525"/>
                </a:lnTo>
                <a:lnTo>
                  <a:pt x="247650" y="19050"/>
                </a:lnTo>
                <a:lnTo>
                  <a:pt x="238125" y="19050"/>
                </a:lnTo>
                <a:close/>
                <a:moveTo>
                  <a:pt x="390525" y="9525"/>
                </a:moveTo>
                <a:lnTo>
                  <a:pt x="419100" y="9525"/>
                </a:lnTo>
                <a:lnTo>
                  <a:pt x="419100" y="19050"/>
                </a:lnTo>
                <a:lnTo>
                  <a:pt x="390525" y="19050"/>
                </a:lnTo>
                <a:close/>
                <a:moveTo>
                  <a:pt x="438150" y="9525"/>
                </a:moveTo>
                <a:lnTo>
                  <a:pt x="447675" y="9525"/>
                </a:lnTo>
                <a:lnTo>
                  <a:pt x="447675" y="19050"/>
                </a:lnTo>
                <a:lnTo>
                  <a:pt x="438150" y="19050"/>
                </a:lnTo>
                <a:close/>
                <a:moveTo>
                  <a:pt x="457200" y="9525"/>
                </a:moveTo>
                <a:lnTo>
                  <a:pt x="466725" y="9525"/>
                </a:lnTo>
                <a:lnTo>
                  <a:pt x="466725" y="19050"/>
                </a:lnTo>
                <a:lnTo>
                  <a:pt x="457200" y="19050"/>
                </a:lnTo>
                <a:close/>
                <a:moveTo>
                  <a:pt x="1590675" y="9525"/>
                </a:moveTo>
                <a:lnTo>
                  <a:pt x="1600200" y="9525"/>
                </a:lnTo>
                <a:lnTo>
                  <a:pt x="1600200" y="19050"/>
                </a:lnTo>
                <a:lnTo>
                  <a:pt x="1590675" y="19050"/>
                </a:lnTo>
                <a:close/>
                <a:moveTo>
                  <a:pt x="28575" y="19050"/>
                </a:moveTo>
                <a:lnTo>
                  <a:pt x="47625" y="19050"/>
                </a:lnTo>
                <a:lnTo>
                  <a:pt x="47625" y="9525"/>
                </a:lnTo>
                <a:lnTo>
                  <a:pt x="28575" y="9525"/>
                </a:lnTo>
                <a:close/>
                <a:moveTo>
                  <a:pt x="304800" y="19050"/>
                </a:moveTo>
                <a:lnTo>
                  <a:pt x="314325" y="19050"/>
                </a:lnTo>
                <a:lnTo>
                  <a:pt x="314325" y="28575"/>
                </a:lnTo>
                <a:lnTo>
                  <a:pt x="304800" y="28575"/>
                </a:lnTo>
                <a:close/>
                <a:moveTo>
                  <a:pt x="323850" y="19050"/>
                </a:moveTo>
                <a:lnTo>
                  <a:pt x="352425" y="19050"/>
                </a:lnTo>
                <a:lnTo>
                  <a:pt x="352425" y="28575"/>
                </a:lnTo>
                <a:lnTo>
                  <a:pt x="323850" y="28575"/>
                </a:lnTo>
                <a:close/>
                <a:moveTo>
                  <a:pt x="1619250" y="38100"/>
                </a:moveTo>
                <a:lnTo>
                  <a:pt x="1628775" y="38100"/>
                </a:lnTo>
                <a:lnTo>
                  <a:pt x="1628775" y="47625"/>
                </a:lnTo>
                <a:lnTo>
                  <a:pt x="1619250" y="47625"/>
                </a:lnTo>
                <a:close/>
                <a:moveTo>
                  <a:pt x="1819275" y="47625"/>
                </a:moveTo>
                <a:lnTo>
                  <a:pt x="1828800" y="47625"/>
                </a:lnTo>
                <a:lnTo>
                  <a:pt x="1828800" y="57150"/>
                </a:lnTo>
                <a:lnTo>
                  <a:pt x="1838325" y="57150"/>
                </a:lnTo>
                <a:lnTo>
                  <a:pt x="1838325" y="76200"/>
                </a:lnTo>
                <a:lnTo>
                  <a:pt x="1800225" y="76200"/>
                </a:lnTo>
                <a:lnTo>
                  <a:pt x="1800225" y="66675"/>
                </a:lnTo>
                <a:lnTo>
                  <a:pt x="1819275" y="66675"/>
                </a:lnTo>
                <a:close/>
                <a:moveTo>
                  <a:pt x="85725" y="57150"/>
                </a:moveTo>
                <a:lnTo>
                  <a:pt x="95250" y="57150"/>
                </a:lnTo>
                <a:lnTo>
                  <a:pt x="95250" y="66675"/>
                </a:lnTo>
                <a:lnTo>
                  <a:pt x="85725" y="66675"/>
                </a:lnTo>
                <a:close/>
                <a:moveTo>
                  <a:pt x="28575" y="161925"/>
                </a:moveTo>
                <a:lnTo>
                  <a:pt x="38100" y="161925"/>
                </a:lnTo>
                <a:lnTo>
                  <a:pt x="38100" y="190500"/>
                </a:lnTo>
                <a:lnTo>
                  <a:pt x="28575" y="190500"/>
                </a:lnTo>
                <a:lnTo>
                  <a:pt x="28575" y="200025"/>
                </a:lnTo>
                <a:lnTo>
                  <a:pt x="19050" y="200025"/>
                </a:lnTo>
                <a:lnTo>
                  <a:pt x="19050" y="209550"/>
                </a:lnTo>
                <a:lnTo>
                  <a:pt x="9525" y="209550"/>
                </a:lnTo>
                <a:lnTo>
                  <a:pt x="9525" y="180975"/>
                </a:lnTo>
                <a:lnTo>
                  <a:pt x="19050" y="180975"/>
                </a:lnTo>
                <a:lnTo>
                  <a:pt x="19050" y="171450"/>
                </a:lnTo>
                <a:lnTo>
                  <a:pt x="28575" y="171450"/>
                </a:lnTo>
                <a:close/>
                <a:moveTo>
                  <a:pt x="57150" y="171450"/>
                </a:moveTo>
                <a:lnTo>
                  <a:pt x="66675" y="171450"/>
                </a:lnTo>
                <a:lnTo>
                  <a:pt x="66675" y="180975"/>
                </a:lnTo>
                <a:lnTo>
                  <a:pt x="57150" y="180975"/>
                </a:lnTo>
                <a:close/>
                <a:moveTo>
                  <a:pt x="1819275" y="171450"/>
                </a:moveTo>
                <a:lnTo>
                  <a:pt x="1838325" y="171450"/>
                </a:lnTo>
                <a:lnTo>
                  <a:pt x="1838325" y="180975"/>
                </a:lnTo>
                <a:lnTo>
                  <a:pt x="1857375" y="180975"/>
                </a:lnTo>
                <a:lnTo>
                  <a:pt x="1857375" y="200025"/>
                </a:lnTo>
                <a:lnTo>
                  <a:pt x="1838325" y="200025"/>
                </a:lnTo>
                <a:lnTo>
                  <a:pt x="1838325" y="190500"/>
                </a:lnTo>
                <a:lnTo>
                  <a:pt x="1819275" y="190500"/>
                </a:lnTo>
                <a:close/>
                <a:moveTo>
                  <a:pt x="1685925" y="180975"/>
                </a:moveTo>
                <a:lnTo>
                  <a:pt x="1695450" y="180975"/>
                </a:lnTo>
                <a:lnTo>
                  <a:pt x="1695450" y="200025"/>
                </a:lnTo>
                <a:lnTo>
                  <a:pt x="1638300" y="200025"/>
                </a:lnTo>
                <a:lnTo>
                  <a:pt x="1638300" y="190500"/>
                </a:lnTo>
                <a:lnTo>
                  <a:pt x="1685925" y="190500"/>
                </a:lnTo>
                <a:close/>
                <a:moveTo>
                  <a:pt x="38100" y="200025"/>
                </a:moveTo>
                <a:lnTo>
                  <a:pt x="47625" y="200025"/>
                </a:lnTo>
                <a:lnTo>
                  <a:pt x="47625" y="209550"/>
                </a:lnTo>
                <a:lnTo>
                  <a:pt x="38100" y="209550"/>
                </a:lnTo>
                <a:close/>
                <a:moveTo>
                  <a:pt x="0" y="209550"/>
                </a:moveTo>
                <a:lnTo>
                  <a:pt x="9525" y="209550"/>
                </a:lnTo>
                <a:lnTo>
                  <a:pt x="9525" y="219075"/>
                </a:lnTo>
                <a:lnTo>
                  <a:pt x="19050" y="219075"/>
                </a:lnTo>
                <a:lnTo>
                  <a:pt x="19050" y="228600"/>
                </a:lnTo>
                <a:lnTo>
                  <a:pt x="0" y="228600"/>
                </a:lnTo>
                <a:close/>
                <a:moveTo>
                  <a:pt x="47625" y="209550"/>
                </a:moveTo>
                <a:lnTo>
                  <a:pt x="57150" y="209550"/>
                </a:lnTo>
                <a:lnTo>
                  <a:pt x="57150" y="219075"/>
                </a:lnTo>
                <a:lnTo>
                  <a:pt x="47625" y="219075"/>
                </a:lnTo>
                <a:close/>
                <a:moveTo>
                  <a:pt x="228600" y="209550"/>
                </a:moveTo>
                <a:lnTo>
                  <a:pt x="238125" y="209550"/>
                </a:lnTo>
                <a:lnTo>
                  <a:pt x="238125" y="219075"/>
                </a:lnTo>
                <a:lnTo>
                  <a:pt x="228600" y="219075"/>
                </a:lnTo>
                <a:close/>
                <a:moveTo>
                  <a:pt x="1676400" y="228600"/>
                </a:moveTo>
                <a:lnTo>
                  <a:pt x="1704975" y="228600"/>
                </a:lnTo>
                <a:lnTo>
                  <a:pt x="1704975" y="238125"/>
                </a:lnTo>
                <a:lnTo>
                  <a:pt x="1724025" y="238125"/>
                </a:lnTo>
                <a:lnTo>
                  <a:pt x="1724025" y="247650"/>
                </a:lnTo>
                <a:lnTo>
                  <a:pt x="1733550" y="247650"/>
                </a:lnTo>
                <a:lnTo>
                  <a:pt x="1733550" y="238125"/>
                </a:lnTo>
                <a:lnTo>
                  <a:pt x="1743075" y="238125"/>
                </a:lnTo>
                <a:lnTo>
                  <a:pt x="1743075" y="247650"/>
                </a:lnTo>
                <a:lnTo>
                  <a:pt x="1733550" y="247650"/>
                </a:lnTo>
                <a:lnTo>
                  <a:pt x="1733550" y="257175"/>
                </a:lnTo>
                <a:lnTo>
                  <a:pt x="1724025" y="257175"/>
                </a:lnTo>
                <a:lnTo>
                  <a:pt x="1724025" y="266700"/>
                </a:lnTo>
                <a:lnTo>
                  <a:pt x="1743075" y="266700"/>
                </a:lnTo>
                <a:lnTo>
                  <a:pt x="1743075" y="276225"/>
                </a:lnTo>
                <a:lnTo>
                  <a:pt x="1714500" y="276225"/>
                </a:lnTo>
                <a:lnTo>
                  <a:pt x="1714500" y="257175"/>
                </a:lnTo>
                <a:lnTo>
                  <a:pt x="1704975" y="257175"/>
                </a:lnTo>
                <a:lnTo>
                  <a:pt x="1704975" y="247650"/>
                </a:lnTo>
                <a:lnTo>
                  <a:pt x="1695450" y="247650"/>
                </a:lnTo>
                <a:lnTo>
                  <a:pt x="1695450" y="257175"/>
                </a:lnTo>
                <a:lnTo>
                  <a:pt x="1676400" y="257175"/>
                </a:lnTo>
                <a:lnTo>
                  <a:pt x="1676400" y="276225"/>
                </a:lnTo>
                <a:lnTo>
                  <a:pt x="1657350" y="276225"/>
                </a:lnTo>
                <a:lnTo>
                  <a:pt x="1657350" y="238125"/>
                </a:lnTo>
                <a:lnTo>
                  <a:pt x="1676400" y="238125"/>
                </a:lnTo>
                <a:close/>
                <a:moveTo>
                  <a:pt x="219075" y="238125"/>
                </a:moveTo>
                <a:lnTo>
                  <a:pt x="238125" y="238125"/>
                </a:lnTo>
                <a:lnTo>
                  <a:pt x="238125" y="247650"/>
                </a:lnTo>
                <a:lnTo>
                  <a:pt x="219075" y="247650"/>
                </a:lnTo>
                <a:close/>
                <a:moveTo>
                  <a:pt x="1362075" y="238125"/>
                </a:moveTo>
                <a:lnTo>
                  <a:pt x="1381125" y="238125"/>
                </a:lnTo>
                <a:lnTo>
                  <a:pt x="1381125" y="247650"/>
                </a:lnTo>
                <a:lnTo>
                  <a:pt x="1362075" y="247650"/>
                </a:lnTo>
                <a:close/>
                <a:moveTo>
                  <a:pt x="152400" y="247650"/>
                </a:moveTo>
                <a:lnTo>
                  <a:pt x="161925" y="247650"/>
                </a:lnTo>
                <a:lnTo>
                  <a:pt x="161925" y="257175"/>
                </a:lnTo>
                <a:lnTo>
                  <a:pt x="152400" y="257175"/>
                </a:lnTo>
                <a:close/>
                <a:moveTo>
                  <a:pt x="1266825" y="247650"/>
                </a:moveTo>
                <a:lnTo>
                  <a:pt x="1285875" y="247650"/>
                </a:lnTo>
                <a:lnTo>
                  <a:pt x="1285875" y="257175"/>
                </a:lnTo>
                <a:lnTo>
                  <a:pt x="1266825" y="257175"/>
                </a:lnTo>
                <a:close/>
                <a:moveTo>
                  <a:pt x="171450" y="257175"/>
                </a:moveTo>
                <a:lnTo>
                  <a:pt x="180975" y="257175"/>
                </a:lnTo>
                <a:lnTo>
                  <a:pt x="180975" y="266700"/>
                </a:lnTo>
                <a:lnTo>
                  <a:pt x="171450" y="266700"/>
                </a:lnTo>
                <a:close/>
                <a:moveTo>
                  <a:pt x="523875" y="257175"/>
                </a:moveTo>
                <a:lnTo>
                  <a:pt x="533400" y="257175"/>
                </a:lnTo>
                <a:lnTo>
                  <a:pt x="533400" y="266700"/>
                </a:lnTo>
                <a:lnTo>
                  <a:pt x="552450" y="266700"/>
                </a:lnTo>
                <a:lnTo>
                  <a:pt x="552450" y="276225"/>
                </a:lnTo>
                <a:lnTo>
                  <a:pt x="523875" y="276225"/>
                </a:lnTo>
                <a:close/>
                <a:moveTo>
                  <a:pt x="1285875" y="257175"/>
                </a:moveTo>
                <a:lnTo>
                  <a:pt x="1295400" y="257175"/>
                </a:lnTo>
                <a:lnTo>
                  <a:pt x="1295400" y="266700"/>
                </a:lnTo>
                <a:lnTo>
                  <a:pt x="1285875" y="266700"/>
                </a:lnTo>
                <a:close/>
                <a:moveTo>
                  <a:pt x="1285875" y="276225"/>
                </a:moveTo>
                <a:lnTo>
                  <a:pt x="1295400" y="276225"/>
                </a:lnTo>
                <a:lnTo>
                  <a:pt x="1295400" y="285750"/>
                </a:lnTo>
                <a:lnTo>
                  <a:pt x="1285875" y="285750"/>
                </a:lnTo>
                <a:close/>
                <a:moveTo>
                  <a:pt x="1504950" y="285750"/>
                </a:moveTo>
                <a:lnTo>
                  <a:pt x="1514475" y="285750"/>
                </a:lnTo>
                <a:lnTo>
                  <a:pt x="1514475" y="295275"/>
                </a:lnTo>
                <a:lnTo>
                  <a:pt x="1504950" y="295275"/>
                </a:lnTo>
                <a:close/>
                <a:moveTo>
                  <a:pt x="1543050" y="285750"/>
                </a:moveTo>
                <a:lnTo>
                  <a:pt x="1552575" y="285750"/>
                </a:lnTo>
                <a:lnTo>
                  <a:pt x="1552575" y="295275"/>
                </a:lnTo>
                <a:lnTo>
                  <a:pt x="1543050" y="295275"/>
                </a:lnTo>
                <a:close/>
                <a:moveTo>
                  <a:pt x="1581150" y="285750"/>
                </a:moveTo>
                <a:lnTo>
                  <a:pt x="1590675" y="285750"/>
                </a:lnTo>
                <a:lnTo>
                  <a:pt x="1590675" y="295275"/>
                </a:lnTo>
                <a:lnTo>
                  <a:pt x="1581150" y="295275"/>
                </a:lnTo>
                <a:close/>
                <a:moveTo>
                  <a:pt x="504825" y="295275"/>
                </a:moveTo>
                <a:lnTo>
                  <a:pt x="514350" y="295275"/>
                </a:lnTo>
                <a:lnTo>
                  <a:pt x="514350" y="304800"/>
                </a:lnTo>
                <a:lnTo>
                  <a:pt x="504825" y="304800"/>
                </a:lnTo>
                <a:close/>
                <a:moveTo>
                  <a:pt x="1533525" y="295275"/>
                </a:moveTo>
                <a:lnTo>
                  <a:pt x="1543050" y="295275"/>
                </a:lnTo>
                <a:lnTo>
                  <a:pt x="1543050" y="304800"/>
                </a:lnTo>
                <a:lnTo>
                  <a:pt x="1533525" y="304800"/>
                </a:lnTo>
                <a:close/>
                <a:moveTo>
                  <a:pt x="476250" y="304800"/>
                </a:moveTo>
                <a:lnTo>
                  <a:pt x="485775" y="304800"/>
                </a:lnTo>
                <a:lnTo>
                  <a:pt x="485775" y="314325"/>
                </a:lnTo>
                <a:lnTo>
                  <a:pt x="476250" y="314325"/>
                </a:lnTo>
                <a:close/>
                <a:moveTo>
                  <a:pt x="1228725" y="304800"/>
                </a:moveTo>
                <a:lnTo>
                  <a:pt x="1247775" y="304800"/>
                </a:lnTo>
                <a:lnTo>
                  <a:pt x="1247775" y="323850"/>
                </a:lnTo>
                <a:lnTo>
                  <a:pt x="1238250" y="323850"/>
                </a:lnTo>
                <a:lnTo>
                  <a:pt x="1238250" y="314325"/>
                </a:lnTo>
                <a:lnTo>
                  <a:pt x="1228725" y="314325"/>
                </a:lnTo>
                <a:close/>
                <a:moveTo>
                  <a:pt x="180975" y="323850"/>
                </a:moveTo>
                <a:lnTo>
                  <a:pt x="190500" y="323850"/>
                </a:lnTo>
                <a:lnTo>
                  <a:pt x="190500" y="352425"/>
                </a:lnTo>
                <a:lnTo>
                  <a:pt x="180975" y="352425"/>
                </a:lnTo>
                <a:close/>
                <a:moveTo>
                  <a:pt x="495300" y="323850"/>
                </a:moveTo>
                <a:lnTo>
                  <a:pt x="504825" y="323850"/>
                </a:lnTo>
                <a:lnTo>
                  <a:pt x="504825" y="333375"/>
                </a:lnTo>
                <a:lnTo>
                  <a:pt x="495300" y="333375"/>
                </a:lnTo>
                <a:close/>
                <a:moveTo>
                  <a:pt x="1190625" y="323850"/>
                </a:moveTo>
                <a:lnTo>
                  <a:pt x="1200150" y="323850"/>
                </a:lnTo>
                <a:lnTo>
                  <a:pt x="1200150" y="342900"/>
                </a:lnTo>
                <a:lnTo>
                  <a:pt x="1190625" y="342900"/>
                </a:lnTo>
                <a:lnTo>
                  <a:pt x="1190625" y="352425"/>
                </a:lnTo>
                <a:lnTo>
                  <a:pt x="1171575" y="352425"/>
                </a:lnTo>
                <a:lnTo>
                  <a:pt x="1171575" y="342900"/>
                </a:lnTo>
                <a:lnTo>
                  <a:pt x="1181100" y="342900"/>
                </a:lnTo>
                <a:lnTo>
                  <a:pt x="1181100" y="333375"/>
                </a:lnTo>
                <a:lnTo>
                  <a:pt x="1190625" y="333375"/>
                </a:lnTo>
                <a:close/>
                <a:moveTo>
                  <a:pt x="695325" y="342900"/>
                </a:moveTo>
                <a:lnTo>
                  <a:pt x="704850" y="342900"/>
                </a:lnTo>
                <a:lnTo>
                  <a:pt x="704850" y="352425"/>
                </a:lnTo>
                <a:lnTo>
                  <a:pt x="695325" y="352425"/>
                </a:lnTo>
                <a:close/>
                <a:moveTo>
                  <a:pt x="1362075" y="342900"/>
                </a:moveTo>
                <a:lnTo>
                  <a:pt x="1381125" y="342900"/>
                </a:lnTo>
                <a:lnTo>
                  <a:pt x="1381125" y="352425"/>
                </a:lnTo>
                <a:lnTo>
                  <a:pt x="1362075" y="352425"/>
                </a:lnTo>
                <a:close/>
                <a:moveTo>
                  <a:pt x="171450" y="352425"/>
                </a:moveTo>
                <a:lnTo>
                  <a:pt x="180975" y="352425"/>
                </a:lnTo>
                <a:lnTo>
                  <a:pt x="180975" y="361950"/>
                </a:lnTo>
                <a:lnTo>
                  <a:pt x="171450" y="361950"/>
                </a:lnTo>
                <a:close/>
                <a:moveTo>
                  <a:pt x="200025" y="352425"/>
                </a:moveTo>
                <a:lnTo>
                  <a:pt x="209550" y="352425"/>
                </a:lnTo>
                <a:lnTo>
                  <a:pt x="209550" y="361950"/>
                </a:lnTo>
                <a:lnTo>
                  <a:pt x="200025" y="361950"/>
                </a:lnTo>
                <a:close/>
                <a:moveTo>
                  <a:pt x="1085850" y="352425"/>
                </a:moveTo>
                <a:lnTo>
                  <a:pt x="1095375" y="352425"/>
                </a:lnTo>
                <a:lnTo>
                  <a:pt x="1095375" y="361950"/>
                </a:lnTo>
                <a:lnTo>
                  <a:pt x="1085850" y="361950"/>
                </a:lnTo>
                <a:close/>
                <a:moveTo>
                  <a:pt x="1143000" y="352425"/>
                </a:moveTo>
                <a:lnTo>
                  <a:pt x="1162050" y="352425"/>
                </a:lnTo>
                <a:lnTo>
                  <a:pt x="1162050" y="361950"/>
                </a:lnTo>
                <a:lnTo>
                  <a:pt x="1143000" y="361950"/>
                </a:lnTo>
                <a:close/>
                <a:moveTo>
                  <a:pt x="1095375" y="371475"/>
                </a:moveTo>
                <a:lnTo>
                  <a:pt x="1104900" y="371475"/>
                </a:lnTo>
                <a:lnTo>
                  <a:pt x="1104900" y="381000"/>
                </a:lnTo>
                <a:lnTo>
                  <a:pt x="1095375" y="381000"/>
                </a:lnTo>
                <a:close/>
                <a:moveTo>
                  <a:pt x="1038225" y="381000"/>
                </a:moveTo>
                <a:lnTo>
                  <a:pt x="1057275" y="381000"/>
                </a:lnTo>
                <a:lnTo>
                  <a:pt x="1057275" y="400050"/>
                </a:lnTo>
                <a:lnTo>
                  <a:pt x="1047750" y="400050"/>
                </a:lnTo>
                <a:lnTo>
                  <a:pt x="1047750" y="390525"/>
                </a:lnTo>
                <a:lnTo>
                  <a:pt x="1038225" y="390525"/>
                </a:lnTo>
                <a:close/>
                <a:moveTo>
                  <a:pt x="1085850" y="390525"/>
                </a:moveTo>
                <a:lnTo>
                  <a:pt x="1095375" y="390525"/>
                </a:lnTo>
                <a:lnTo>
                  <a:pt x="1095375" y="400050"/>
                </a:lnTo>
                <a:lnTo>
                  <a:pt x="1085850" y="400050"/>
                </a:lnTo>
                <a:close/>
                <a:moveTo>
                  <a:pt x="1009650" y="400050"/>
                </a:moveTo>
                <a:lnTo>
                  <a:pt x="1019175" y="400050"/>
                </a:lnTo>
                <a:lnTo>
                  <a:pt x="1019175" y="419100"/>
                </a:lnTo>
                <a:lnTo>
                  <a:pt x="1009650" y="419100"/>
                </a:lnTo>
                <a:close/>
                <a:moveTo>
                  <a:pt x="1057275" y="409575"/>
                </a:moveTo>
                <a:lnTo>
                  <a:pt x="1066800" y="409575"/>
                </a:lnTo>
                <a:lnTo>
                  <a:pt x="1066800" y="419100"/>
                </a:lnTo>
                <a:lnTo>
                  <a:pt x="1057275" y="419100"/>
                </a:lnTo>
                <a:close/>
                <a:moveTo>
                  <a:pt x="1076325" y="409575"/>
                </a:moveTo>
                <a:lnTo>
                  <a:pt x="1085850" y="409575"/>
                </a:lnTo>
                <a:lnTo>
                  <a:pt x="1085850" y="419100"/>
                </a:lnTo>
                <a:lnTo>
                  <a:pt x="1076325" y="419100"/>
                </a:lnTo>
                <a:close/>
                <a:moveTo>
                  <a:pt x="1028700" y="438150"/>
                </a:moveTo>
                <a:lnTo>
                  <a:pt x="1038225" y="438150"/>
                </a:lnTo>
                <a:lnTo>
                  <a:pt x="1038225" y="447675"/>
                </a:lnTo>
                <a:lnTo>
                  <a:pt x="1028700" y="447675"/>
                </a:lnTo>
                <a:close/>
                <a:moveTo>
                  <a:pt x="1285875" y="438150"/>
                </a:moveTo>
                <a:lnTo>
                  <a:pt x="1295400" y="438150"/>
                </a:lnTo>
                <a:lnTo>
                  <a:pt x="1295400" y="447675"/>
                </a:lnTo>
                <a:lnTo>
                  <a:pt x="1285875" y="447675"/>
                </a:lnTo>
                <a:close/>
                <a:moveTo>
                  <a:pt x="1295400" y="447675"/>
                </a:moveTo>
                <a:lnTo>
                  <a:pt x="1304925" y="447675"/>
                </a:lnTo>
                <a:lnTo>
                  <a:pt x="1304925" y="457200"/>
                </a:lnTo>
                <a:lnTo>
                  <a:pt x="1295400" y="457200"/>
                </a:lnTo>
                <a:close/>
                <a:moveTo>
                  <a:pt x="876300" y="485775"/>
                </a:moveTo>
                <a:lnTo>
                  <a:pt x="885825" y="485775"/>
                </a:lnTo>
                <a:lnTo>
                  <a:pt x="885825" y="495300"/>
                </a:lnTo>
                <a:lnTo>
                  <a:pt x="876300" y="495300"/>
                </a:lnTo>
                <a:close/>
                <a:moveTo>
                  <a:pt x="866775" y="495300"/>
                </a:moveTo>
                <a:lnTo>
                  <a:pt x="876300" y="495300"/>
                </a:lnTo>
                <a:lnTo>
                  <a:pt x="876300" y="504825"/>
                </a:lnTo>
                <a:lnTo>
                  <a:pt x="866775" y="504825"/>
                </a:lnTo>
                <a:close/>
                <a:moveTo>
                  <a:pt x="885825" y="495300"/>
                </a:moveTo>
                <a:lnTo>
                  <a:pt x="895350" y="495300"/>
                </a:lnTo>
                <a:lnTo>
                  <a:pt x="895350" y="504825"/>
                </a:lnTo>
                <a:lnTo>
                  <a:pt x="885825" y="504825"/>
                </a:lnTo>
                <a:close/>
                <a:moveTo>
                  <a:pt x="1133475" y="495300"/>
                </a:moveTo>
                <a:lnTo>
                  <a:pt x="1143000" y="495300"/>
                </a:lnTo>
                <a:lnTo>
                  <a:pt x="1143000" y="504825"/>
                </a:lnTo>
                <a:lnTo>
                  <a:pt x="1133475" y="504825"/>
                </a:lnTo>
                <a:close/>
                <a:moveTo>
                  <a:pt x="733425" y="504825"/>
                </a:moveTo>
                <a:lnTo>
                  <a:pt x="752475" y="504825"/>
                </a:lnTo>
                <a:lnTo>
                  <a:pt x="752475" y="514350"/>
                </a:lnTo>
                <a:lnTo>
                  <a:pt x="733425" y="514350"/>
                </a:lnTo>
                <a:close/>
                <a:moveTo>
                  <a:pt x="276225" y="523875"/>
                </a:moveTo>
                <a:lnTo>
                  <a:pt x="295275" y="523875"/>
                </a:lnTo>
                <a:lnTo>
                  <a:pt x="295275" y="533400"/>
                </a:lnTo>
                <a:lnTo>
                  <a:pt x="276225" y="533400"/>
                </a:lnTo>
                <a:close/>
                <a:moveTo>
                  <a:pt x="333375" y="523875"/>
                </a:moveTo>
                <a:lnTo>
                  <a:pt x="342900" y="523875"/>
                </a:lnTo>
                <a:lnTo>
                  <a:pt x="342900" y="533400"/>
                </a:lnTo>
                <a:lnTo>
                  <a:pt x="333375" y="533400"/>
                </a:lnTo>
                <a:close/>
                <a:moveTo>
                  <a:pt x="342900" y="533400"/>
                </a:moveTo>
                <a:lnTo>
                  <a:pt x="409575" y="533400"/>
                </a:lnTo>
                <a:lnTo>
                  <a:pt x="409575" y="542925"/>
                </a:lnTo>
                <a:lnTo>
                  <a:pt x="390525" y="542925"/>
                </a:lnTo>
                <a:lnTo>
                  <a:pt x="390525" y="561975"/>
                </a:lnTo>
                <a:lnTo>
                  <a:pt x="381000" y="561975"/>
                </a:lnTo>
                <a:lnTo>
                  <a:pt x="381000" y="542925"/>
                </a:lnTo>
                <a:lnTo>
                  <a:pt x="342900" y="542925"/>
                </a:lnTo>
                <a:close/>
                <a:moveTo>
                  <a:pt x="942975" y="533400"/>
                </a:moveTo>
                <a:lnTo>
                  <a:pt x="952500" y="533400"/>
                </a:lnTo>
                <a:lnTo>
                  <a:pt x="952500" y="542925"/>
                </a:lnTo>
                <a:lnTo>
                  <a:pt x="942975" y="542925"/>
                </a:lnTo>
                <a:close/>
                <a:moveTo>
                  <a:pt x="428625" y="542925"/>
                </a:moveTo>
                <a:lnTo>
                  <a:pt x="438150" y="542925"/>
                </a:lnTo>
                <a:lnTo>
                  <a:pt x="438150" y="552450"/>
                </a:lnTo>
                <a:lnTo>
                  <a:pt x="428625" y="552450"/>
                </a:lnTo>
                <a:close/>
                <a:moveTo>
                  <a:pt x="285750" y="552450"/>
                </a:moveTo>
                <a:lnTo>
                  <a:pt x="352425" y="552450"/>
                </a:lnTo>
                <a:lnTo>
                  <a:pt x="352425" y="561975"/>
                </a:lnTo>
                <a:lnTo>
                  <a:pt x="295275" y="561975"/>
                </a:lnTo>
                <a:lnTo>
                  <a:pt x="295275" y="571500"/>
                </a:lnTo>
                <a:lnTo>
                  <a:pt x="285750" y="571500"/>
                </a:lnTo>
                <a:lnTo>
                  <a:pt x="285750" y="581025"/>
                </a:lnTo>
                <a:lnTo>
                  <a:pt x="276225" y="581025"/>
                </a:lnTo>
                <a:lnTo>
                  <a:pt x="276225" y="561975"/>
                </a:lnTo>
                <a:lnTo>
                  <a:pt x="285750" y="561975"/>
                </a:lnTo>
                <a:close/>
                <a:moveTo>
                  <a:pt x="962025" y="552450"/>
                </a:moveTo>
                <a:lnTo>
                  <a:pt x="990600" y="552450"/>
                </a:lnTo>
                <a:lnTo>
                  <a:pt x="990600" y="561975"/>
                </a:lnTo>
                <a:lnTo>
                  <a:pt x="962025" y="561975"/>
                </a:lnTo>
                <a:close/>
                <a:moveTo>
                  <a:pt x="1695450" y="552450"/>
                </a:moveTo>
                <a:lnTo>
                  <a:pt x="1704975" y="552450"/>
                </a:lnTo>
                <a:lnTo>
                  <a:pt x="1704975" y="561975"/>
                </a:lnTo>
                <a:lnTo>
                  <a:pt x="1714500" y="561975"/>
                </a:lnTo>
                <a:lnTo>
                  <a:pt x="1714500" y="581025"/>
                </a:lnTo>
                <a:lnTo>
                  <a:pt x="1695450" y="581025"/>
                </a:lnTo>
                <a:lnTo>
                  <a:pt x="1695450" y="571500"/>
                </a:lnTo>
                <a:lnTo>
                  <a:pt x="1685925" y="571500"/>
                </a:lnTo>
                <a:lnTo>
                  <a:pt x="1685925" y="561975"/>
                </a:lnTo>
                <a:lnTo>
                  <a:pt x="1695450" y="561975"/>
                </a:lnTo>
                <a:close/>
                <a:moveTo>
                  <a:pt x="933450" y="561975"/>
                </a:moveTo>
                <a:lnTo>
                  <a:pt x="942975" y="561975"/>
                </a:lnTo>
                <a:lnTo>
                  <a:pt x="942975" y="571500"/>
                </a:lnTo>
                <a:lnTo>
                  <a:pt x="933450" y="571500"/>
                </a:lnTo>
                <a:close/>
                <a:moveTo>
                  <a:pt x="904875" y="571500"/>
                </a:moveTo>
                <a:lnTo>
                  <a:pt x="923925" y="571500"/>
                </a:lnTo>
                <a:lnTo>
                  <a:pt x="923925" y="581025"/>
                </a:lnTo>
                <a:lnTo>
                  <a:pt x="904875" y="581025"/>
                </a:lnTo>
                <a:close/>
                <a:moveTo>
                  <a:pt x="942975" y="571500"/>
                </a:moveTo>
                <a:lnTo>
                  <a:pt x="952500" y="571500"/>
                </a:lnTo>
                <a:lnTo>
                  <a:pt x="952500" y="590550"/>
                </a:lnTo>
                <a:lnTo>
                  <a:pt x="962025" y="590550"/>
                </a:lnTo>
                <a:lnTo>
                  <a:pt x="962025" y="581025"/>
                </a:lnTo>
                <a:lnTo>
                  <a:pt x="971550" y="581025"/>
                </a:lnTo>
                <a:lnTo>
                  <a:pt x="971550" y="571500"/>
                </a:lnTo>
                <a:lnTo>
                  <a:pt x="981075" y="571500"/>
                </a:lnTo>
                <a:lnTo>
                  <a:pt x="981075" y="581025"/>
                </a:lnTo>
                <a:lnTo>
                  <a:pt x="990600" y="581025"/>
                </a:lnTo>
                <a:lnTo>
                  <a:pt x="990600" y="619125"/>
                </a:lnTo>
                <a:lnTo>
                  <a:pt x="962025" y="619125"/>
                </a:lnTo>
                <a:lnTo>
                  <a:pt x="962025" y="628650"/>
                </a:lnTo>
                <a:lnTo>
                  <a:pt x="952500" y="628650"/>
                </a:lnTo>
                <a:lnTo>
                  <a:pt x="952500" y="619125"/>
                </a:lnTo>
                <a:lnTo>
                  <a:pt x="923925" y="619125"/>
                </a:lnTo>
                <a:lnTo>
                  <a:pt x="923925" y="609600"/>
                </a:lnTo>
                <a:lnTo>
                  <a:pt x="904875" y="609600"/>
                </a:lnTo>
                <a:lnTo>
                  <a:pt x="904875" y="600075"/>
                </a:lnTo>
                <a:lnTo>
                  <a:pt x="885825" y="600075"/>
                </a:lnTo>
                <a:lnTo>
                  <a:pt x="885825" y="590550"/>
                </a:lnTo>
                <a:lnTo>
                  <a:pt x="895350" y="590550"/>
                </a:lnTo>
                <a:lnTo>
                  <a:pt x="895350" y="581025"/>
                </a:lnTo>
                <a:lnTo>
                  <a:pt x="904875" y="581025"/>
                </a:lnTo>
                <a:lnTo>
                  <a:pt x="904875" y="600075"/>
                </a:lnTo>
                <a:lnTo>
                  <a:pt x="923925" y="600075"/>
                </a:lnTo>
                <a:lnTo>
                  <a:pt x="923925" y="609600"/>
                </a:lnTo>
                <a:lnTo>
                  <a:pt x="933450" y="609600"/>
                </a:lnTo>
                <a:lnTo>
                  <a:pt x="933450" y="600075"/>
                </a:lnTo>
                <a:lnTo>
                  <a:pt x="942975" y="600075"/>
                </a:lnTo>
                <a:close/>
                <a:moveTo>
                  <a:pt x="371475" y="581025"/>
                </a:moveTo>
                <a:lnTo>
                  <a:pt x="381000" y="581025"/>
                </a:lnTo>
                <a:lnTo>
                  <a:pt x="381000" y="600075"/>
                </a:lnTo>
                <a:lnTo>
                  <a:pt x="361950" y="600075"/>
                </a:lnTo>
                <a:lnTo>
                  <a:pt x="361950" y="590550"/>
                </a:lnTo>
                <a:lnTo>
                  <a:pt x="371475" y="590550"/>
                </a:lnTo>
                <a:close/>
                <a:moveTo>
                  <a:pt x="438150" y="581025"/>
                </a:moveTo>
                <a:lnTo>
                  <a:pt x="447675" y="581025"/>
                </a:lnTo>
                <a:lnTo>
                  <a:pt x="447675" y="590550"/>
                </a:lnTo>
                <a:lnTo>
                  <a:pt x="438150" y="590550"/>
                </a:lnTo>
                <a:close/>
                <a:moveTo>
                  <a:pt x="390525" y="600075"/>
                </a:moveTo>
                <a:lnTo>
                  <a:pt x="428625" y="600075"/>
                </a:lnTo>
                <a:lnTo>
                  <a:pt x="428625" y="609600"/>
                </a:lnTo>
                <a:lnTo>
                  <a:pt x="438150" y="609600"/>
                </a:lnTo>
                <a:lnTo>
                  <a:pt x="438150" y="619125"/>
                </a:lnTo>
                <a:lnTo>
                  <a:pt x="419100" y="619125"/>
                </a:lnTo>
                <a:lnTo>
                  <a:pt x="419100" y="628650"/>
                </a:lnTo>
                <a:lnTo>
                  <a:pt x="409575" y="628650"/>
                </a:lnTo>
                <a:lnTo>
                  <a:pt x="409575" y="619125"/>
                </a:lnTo>
                <a:lnTo>
                  <a:pt x="400050" y="619125"/>
                </a:lnTo>
                <a:lnTo>
                  <a:pt x="400050" y="609600"/>
                </a:lnTo>
                <a:lnTo>
                  <a:pt x="390525" y="609600"/>
                </a:lnTo>
                <a:close/>
                <a:moveTo>
                  <a:pt x="219075" y="609600"/>
                </a:moveTo>
                <a:lnTo>
                  <a:pt x="228600" y="609600"/>
                </a:lnTo>
                <a:lnTo>
                  <a:pt x="228600" y="619125"/>
                </a:lnTo>
                <a:lnTo>
                  <a:pt x="219075" y="619125"/>
                </a:lnTo>
                <a:close/>
                <a:moveTo>
                  <a:pt x="1123950" y="609600"/>
                </a:moveTo>
                <a:lnTo>
                  <a:pt x="1133475" y="609600"/>
                </a:lnTo>
                <a:lnTo>
                  <a:pt x="1133475" y="619125"/>
                </a:lnTo>
                <a:lnTo>
                  <a:pt x="1123950" y="619125"/>
                </a:lnTo>
                <a:close/>
                <a:moveTo>
                  <a:pt x="200025" y="619125"/>
                </a:moveTo>
                <a:lnTo>
                  <a:pt x="219075" y="619125"/>
                </a:lnTo>
                <a:lnTo>
                  <a:pt x="219075" y="628650"/>
                </a:lnTo>
                <a:lnTo>
                  <a:pt x="209550" y="628650"/>
                </a:lnTo>
                <a:lnTo>
                  <a:pt x="209550" y="647700"/>
                </a:lnTo>
                <a:lnTo>
                  <a:pt x="200025" y="647700"/>
                </a:lnTo>
                <a:close/>
                <a:moveTo>
                  <a:pt x="990600" y="619125"/>
                </a:moveTo>
                <a:lnTo>
                  <a:pt x="1000125" y="619125"/>
                </a:lnTo>
                <a:lnTo>
                  <a:pt x="1000125" y="647700"/>
                </a:lnTo>
                <a:lnTo>
                  <a:pt x="1009650" y="647700"/>
                </a:lnTo>
                <a:lnTo>
                  <a:pt x="1009650" y="657225"/>
                </a:lnTo>
                <a:lnTo>
                  <a:pt x="990600" y="657225"/>
                </a:lnTo>
                <a:close/>
                <a:moveTo>
                  <a:pt x="1133475" y="619125"/>
                </a:moveTo>
                <a:lnTo>
                  <a:pt x="1143000" y="619125"/>
                </a:lnTo>
                <a:lnTo>
                  <a:pt x="1143000" y="628650"/>
                </a:lnTo>
                <a:lnTo>
                  <a:pt x="1133475" y="628650"/>
                </a:lnTo>
                <a:close/>
                <a:moveTo>
                  <a:pt x="238125" y="628650"/>
                </a:moveTo>
                <a:lnTo>
                  <a:pt x="247650" y="628650"/>
                </a:lnTo>
                <a:lnTo>
                  <a:pt x="247650" y="638175"/>
                </a:lnTo>
                <a:lnTo>
                  <a:pt x="238125" y="638175"/>
                </a:lnTo>
                <a:close/>
                <a:moveTo>
                  <a:pt x="1143000" y="628650"/>
                </a:moveTo>
                <a:lnTo>
                  <a:pt x="1162050" y="628650"/>
                </a:lnTo>
                <a:lnTo>
                  <a:pt x="1162050" y="638175"/>
                </a:lnTo>
                <a:lnTo>
                  <a:pt x="1143000" y="638175"/>
                </a:lnTo>
                <a:close/>
                <a:moveTo>
                  <a:pt x="314325" y="638175"/>
                </a:moveTo>
                <a:lnTo>
                  <a:pt x="323850" y="638175"/>
                </a:lnTo>
                <a:lnTo>
                  <a:pt x="323850" y="657225"/>
                </a:lnTo>
                <a:lnTo>
                  <a:pt x="314325" y="657225"/>
                </a:lnTo>
                <a:close/>
                <a:moveTo>
                  <a:pt x="400050" y="638175"/>
                </a:moveTo>
                <a:lnTo>
                  <a:pt x="409575" y="638175"/>
                </a:lnTo>
                <a:lnTo>
                  <a:pt x="409575" y="647700"/>
                </a:lnTo>
                <a:lnTo>
                  <a:pt x="400050" y="647700"/>
                </a:lnTo>
                <a:close/>
                <a:moveTo>
                  <a:pt x="504825" y="638175"/>
                </a:moveTo>
                <a:lnTo>
                  <a:pt x="514350" y="638175"/>
                </a:lnTo>
                <a:lnTo>
                  <a:pt x="514350" y="647700"/>
                </a:lnTo>
                <a:lnTo>
                  <a:pt x="504825" y="647700"/>
                </a:lnTo>
                <a:close/>
                <a:moveTo>
                  <a:pt x="638175" y="638175"/>
                </a:moveTo>
                <a:lnTo>
                  <a:pt x="647700" y="638175"/>
                </a:lnTo>
                <a:lnTo>
                  <a:pt x="647700" y="647700"/>
                </a:lnTo>
                <a:lnTo>
                  <a:pt x="638175" y="647700"/>
                </a:lnTo>
                <a:close/>
                <a:moveTo>
                  <a:pt x="952500" y="638175"/>
                </a:moveTo>
                <a:lnTo>
                  <a:pt x="962025" y="638175"/>
                </a:lnTo>
                <a:lnTo>
                  <a:pt x="962025" y="647700"/>
                </a:lnTo>
                <a:lnTo>
                  <a:pt x="971550" y="647700"/>
                </a:lnTo>
                <a:lnTo>
                  <a:pt x="971550" y="657225"/>
                </a:lnTo>
                <a:lnTo>
                  <a:pt x="942975" y="657225"/>
                </a:lnTo>
                <a:lnTo>
                  <a:pt x="942975" y="647700"/>
                </a:lnTo>
                <a:lnTo>
                  <a:pt x="952500" y="647700"/>
                </a:lnTo>
                <a:close/>
                <a:moveTo>
                  <a:pt x="342900" y="647700"/>
                </a:moveTo>
                <a:lnTo>
                  <a:pt x="361950" y="647700"/>
                </a:lnTo>
                <a:lnTo>
                  <a:pt x="361950" y="657225"/>
                </a:lnTo>
                <a:lnTo>
                  <a:pt x="342900" y="657225"/>
                </a:lnTo>
                <a:close/>
                <a:moveTo>
                  <a:pt x="628650" y="647700"/>
                </a:moveTo>
                <a:lnTo>
                  <a:pt x="638175" y="647700"/>
                </a:lnTo>
                <a:lnTo>
                  <a:pt x="638175" y="657225"/>
                </a:lnTo>
                <a:lnTo>
                  <a:pt x="628650" y="657225"/>
                </a:lnTo>
                <a:close/>
                <a:moveTo>
                  <a:pt x="742950" y="647700"/>
                </a:moveTo>
                <a:lnTo>
                  <a:pt x="752475" y="647700"/>
                </a:lnTo>
                <a:lnTo>
                  <a:pt x="752475" y="657225"/>
                </a:lnTo>
                <a:lnTo>
                  <a:pt x="742950" y="657225"/>
                </a:lnTo>
                <a:close/>
                <a:moveTo>
                  <a:pt x="1647825" y="685800"/>
                </a:moveTo>
                <a:lnTo>
                  <a:pt x="1685925" y="685800"/>
                </a:lnTo>
                <a:lnTo>
                  <a:pt x="1685925" y="695325"/>
                </a:lnTo>
                <a:lnTo>
                  <a:pt x="1666875" y="695325"/>
                </a:lnTo>
                <a:lnTo>
                  <a:pt x="1666875" y="704850"/>
                </a:lnTo>
                <a:lnTo>
                  <a:pt x="1657350" y="704850"/>
                </a:lnTo>
                <a:lnTo>
                  <a:pt x="1657350" y="695325"/>
                </a:lnTo>
                <a:lnTo>
                  <a:pt x="1647825" y="695325"/>
                </a:lnTo>
                <a:close/>
                <a:moveTo>
                  <a:pt x="1743075" y="685800"/>
                </a:moveTo>
                <a:lnTo>
                  <a:pt x="1762125" y="685800"/>
                </a:lnTo>
                <a:lnTo>
                  <a:pt x="1762125" y="695325"/>
                </a:lnTo>
                <a:lnTo>
                  <a:pt x="1743075" y="695325"/>
                </a:lnTo>
                <a:close/>
                <a:moveTo>
                  <a:pt x="190500" y="704850"/>
                </a:moveTo>
                <a:lnTo>
                  <a:pt x="200025" y="704850"/>
                </a:lnTo>
                <a:lnTo>
                  <a:pt x="200025" y="714375"/>
                </a:lnTo>
                <a:lnTo>
                  <a:pt x="190500" y="714375"/>
                </a:lnTo>
                <a:close/>
                <a:moveTo>
                  <a:pt x="1743075" y="704850"/>
                </a:moveTo>
                <a:lnTo>
                  <a:pt x="1752600" y="704850"/>
                </a:lnTo>
                <a:lnTo>
                  <a:pt x="1752600" y="723900"/>
                </a:lnTo>
                <a:lnTo>
                  <a:pt x="1743075" y="723900"/>
                </a:lnTo>
                <a:close/>
                <a:moveTo>
                  <a:pt x="1762125" y="704850"/>
                </a:moveTo>
                <a:lnTo>
                  <a:pt x="1771650" y="704850"/>
                </a:lnTo>
                <a:lnTo>
                  <a:pt x="1771650" y="723900"/>
                </a:lnTo>
                <a:lnTo>
                  <a:pt x="1762125" y="723900"/>
                </a:lnTo>
                <a:close/>
                <a:moveTo>
                  <a:pt x="1476375" y="714375"/>
                </a:moveTo>
                <a:lnTo>
                  <a:pt x="1485900" y="714375"/>
                </a:lnTo>
                <a:lnTo>
                  <a:pt x="1485900" y="723900"/>
                </a:lnTo>
                <a:lnTo>
                  <a:pt x="1476375" y="723900"/>
                </a:lnTo>
                <a:close/>
                <a:moveTo>
                  <a:pt x="723900" y="733425"/>
                </a:moveTo>
                <a:lnTo>
                  <a:pt x="733425" y="733425"/>
                </a:lnTo>
                <a:lnTo>
                  <a:pt x="733425" y="752475"/>
                </a:lnTo>
                <a:lnTo>
                  <a:pt x="723900" y="752475"/>
                </a:lnTo>
                <a:close/>
                <a:moveTo>
                  <a:pt x="1514475" y="742950"/>
                </a:moveTo>
                <a:lnTo>
                  <a:pt x="1524000" y="742950"/>
                </a:lnTo>
                <a:lnTo>
                  <a:pt x="1524000" y="752475"/>
                </a:lnTo>
                <a:lnTo>
                  <a:pt x="1514475" y="752475"/>
                </a:lnTo>
                <a:close/>
                <a:moveTo>
                  <a:pt x="1533525" y="742950"/>
                </a:moveTo>
                <a:lnTo>
                  <a:pt x="1543050" y="742950"/>
                </a:lnTo>
                <a:lnTo>
                  <a:pt x="1543050" y="752475"/>
                </a:lnTo>
                <a:lnTo>
                  <a:pt x="1533525" y="752475"/>
                </a:lnTo>
                <a:close/>
                <a:moveTo>
                  <a:pt x="1657350" y="742950"/>
                </a:moveTo>
                <a:lnTo>
                  <a:pt x="1666875" y="742950"/>
                </a:lnTo>
                <a:lnTo>
                  <a:pt x="1666875" y="752475"/>
                </a:lnTo>
                <a:lnTo>
                  <a:pt x="1676400" y="752475"/>
                </a:lnTo>
                <a:lnTo>
                  <a:pt x="1676400" y="762000"/>
                </a:lnTo>
                <a:lnTo>
                  <a:pt x="1647825" y="762000"/>
                </a:lnTo>
                <a:lnTo>
                  <a:pt x="1647825" y="752475"/>
                </a:lnTo>
                <a:lnTo>
                  <a:pt x="1657350" y="752475"/>
                </a:lnTo>
                <a:close/>
                <a:moveTo>
                  <a:pt x="704850" y="752475"/>
                </a:moveTo>
                <a:lnTo>
                  <a:pt x="714375" y="752475"/>
                </a:lnTo>
                <a:lnTo>
                  <a:pt x="714375" y="781050"/>
                </a:lnTo>
                <a:lnTo>
                  <a:pt x="704850" y="781050"/>
                </a:lnTo>
                <a:lnTo>
                  <a:pt x="704850" y="771525"/>
                </a:lnTo>
                <a:lnTo>
                  <a:pt x="695325" y="771525"/>
                </a:lnTo>
                <a:lnTo>
                  <a:pt x="695325" y="762000"/>
                </a:lnTo>
                <a:lnTo>
                  <a:pt x="704850" y="762000"/>
                </a:lnTo>
                <a:close/>
                <a:moveTo>
                  <a:pt x="876300" y="752475"/>
                </a:moveTo>
                <a:lnTo>
                  <a:pt x="895350" y="752475"/>
                </a:lnTo>
                <a:lnTo>
                  <a:pt x="895350" y="771525"/>
                </a:lnTo>
                <a:lnTo>
                  <a:pt x="885825" y="771525"/>
                </a:lnTo>
                <a:lnTo>
                  <a:pt x="885825" y="762000"/>
                </a:lnTo>
                <a:lnTo>
                  <a:pt x="876300" y="762000"/>
                </a:lnTo>
                <a:close/>
                <a:moveTo>
                  <a:pt x="1343025" y="752475"/>
                </a:moveTo>
                <a:lnTo>
                  <a:pt x="1352550" y="752475"/>
                </a:lnTo>
                <a:lnTo>
                  <a:pt x="1352550" y="762000"/>
                </a:lnTo>
                <a:lnTo>
                  <a:pt x="1390650" y="762000"/>
                </a:lnTo>
                <a:lnTo>
                  <a:pt x="1390650" y="781050"/>
                </a:lnTo>
                <a:lnTo>
                  <a:pt x="1381125" y="781050"/>
                </a:lnTo>
                <a:lnTo>
                  <a:pt x="1381125" y="771525"/>
                </a:lnTo>
                <a:lnTo>
                  <a:pt x="1362075" y="771525"/>
                </a:lnTo>
                <a:lnTo>
                  <a:pt x="1362075" y="781050"/>
                </a:lnTo>
                <a:lnTo>
                  <a:pt x="1352550" y="781050"/>
                </a:lnTo>
                <a:lnTo>
                  <a:pt x="1352550" y="771525"/>
                </a:lnTo>
                <a:lnTo>
                  <a:pt x="1343025" y="771525"/>
                </a:lnTo>
                <a:close/>
                <a:moveTo>
                  <a:pt x="1457325" y="752475"/>
                </a:moveTo>
                <a:lnTo>
                  <a:pt x="1476375" y="752475"/>
                </a:lnTo>
                <a:lnTo>
                  <a:pt x="1476375" y="762000"/>
                </a:lnTo>
                <a:lnTo>
                  <a:pt x="1457325" y="762000"/>
                </a:lnTo>
                <a:close/>
                <a:moveTo>
                  <a:pt x="1590675" y="752475"/>
                </a:moveTo>
                <a:lnTo>
                  <a:pt x="1609725" y="752475"/>
                </a:lnTo>
                <a:lnTo>
                  <a:pt x="1609725" y="771525"/>
                </a:lnTo>
                <a:lnTo>
                  <a:pt x="1590675" y="771525"/>
                </a:lnTo>
                <a:close/>
                <a:moveTo>
                  <a:pt x="1428750" y="762000"/>
                </a:moveTo>
                <a:lnTo>
                  <a:pt x="1438275" y="762000"/>
                </a:lnTo>
                <a:lnTo>
                  <a:pt x="1438275" y="771525"/>
                </a:lnTo>
                <a:lnTo>
                  <a:pt x="1428750" y="771525"/>
                </a:lnTo>
                <a:close/>
                <a:moveTo>
                  <a:pt x="1476375" y="762000"/>
                </a:moveTo>
                <a:lnTo>
                  <a:pt x="1485900" y="762000"/>
                </a:lnTo>
                <a:lnTo>
                  <a:pt x="1485900" y="771525"/>
                </a:lnTo>
                <a:lnTo>
                  <a:pt x="1476375" y="771525"/>
                </a:lnTo>
                <a:close/>
                <a:moveTo>
                  <a:pt x="1552575" y="762000"/>
                </a:moveTo>
                <a:lnTo>
                  <a:pt x="1562100" y="762000"/>
                </a:lnTo>
                <a:lnTo>
                  <a:pt x="1562100" y="771525"/>
                </a:lnTo>
                <a:lnTo>
                  <a:pt x="1552575" y="771525"/>
                </a:lnTo>
                <a:close/>
                <a:moveTo>
                  <a:pt x="1885950" y="762000"/>
                </a:moveTo>
                <a:lnTo>
                  <a:pt x="1895475" y="762000"/>
                </a:lnTo>
                <a:lnTo>
                  <a:pt x="1895475" y="771525"/>
                </a:lnTo>
                <a:lnTo>
                  <a:pt x="1885950" y="771525"/>
                </a:lnTo>
                <a:close/>
                <a:moveTo>
                  <a:pt x="904875" y="771525"/>
                </a:moveTo>
                <a:lnTo>
                  <a:pt x="914400" y="771525"/>
                </a:lnTo>
                <a:lnTo>
                  <a:pt x="914400" y="781050"/>
                </a:lnTo>
                <a:lnTo>
                  <a:pt x="904875" y="781050"/>
                </a:lnTo>
                <a:close/>
                <a:moveTo>
                  <a:pt x="1047750" y="771525"/>
                </a:moveTo>
                <a:lnTo>
                  <a:pt x="1057275" y="771525"/>
                </a:lnTo>
                <a:lnTo>
                  <a:pt x="1057275" y="781050"/>
                </a:lnTo>
                <a:lnTo>
                  <a:pt x="1047750" y="781050"/>
                </a:lnTo>
                <a:close/>
                <a:moveTo>
                  <a:pt x="1152525" y="771525"/>
                </a:moveTo>
                <a:lnTo>
                  <a:pt x="1162050" y="771525"/>
                </a:lnTo>
                <a:lnTo>
                  <a:pt x="1162050" y="790575"/>
                </a:lnTo>
                <a:lnTo>
                  <a:pt x="1171575" y="790575"/>
                </a:lnTo>
                <a:lnTo>
                  <a:pt x="1171575" y="800100"/>
                </a:lnTo>
                <a:lnTo>
                  <a:pt x="1152525" y="800100"/>
                </a:lnTo>
                <a:lnTo>
                  <a:pt x="1152525" y="790575"/>
                </a:lnTo>
                <a:lnTo>
                  <a:pt x="1143000" y="790575"/>
                </a:lnTo>
                <a:lnTo>
                  <a:pt x="1143000" y="781050"/>
                </a:lnTo>
                <a:lnTo>
                  <a:pt x="1152525" y="781050"/>
                </a:lnTo>
                <a:close/>
                <a:moveTo>
                  <a:pt x="1609725" y="771525"/>
                </a:moveTo>
                <a:lnTo>
                  <a:pt x="1619250" y="771525"/>
                </a:lnTo>
                <a:lnTo>
                  <a:pt x="1619250" y="781050"/>
                </a:lnTo>
                <a:lnTo>
                  <a:pt x="1609725" y="781050"/>
                </a:lnTo>
                <a:close/>
                <a:moveTo>
                  <a:pt x="1895475" y="771525"/>
                </a:moveTo>
                <a:lnTo>
                  <a:pt x="1905000" y="771525"/>
                </a:lnTo>
                <a:lnTo>
                  <a:pt x="1905000" y="781050"/>
                </a:lnTo>
                <a:lnTo>
                  <a:pt x="1895475" y="781050"/>
                </a:lnTo>
                <a:close/>
                <a:moveTo>
                  <a:pt x="428625" y="781050"/>
                </a:moveTo>
                <a:lnTo>
                  <a:pt x="438150" y="781050"/>
                </a:lnTo>
                <a:lnTo>
                  <a:pt x="438150" y="790575"/>
                </a:lnTo>
                <a:lnTo>
                  <a:pt x="428625" y="790575"/>
                </a:lnTo>
                <a:close/>
                <a:moveTo>
                  <a:pt x="1514475" y="781050"/>
                </a:moveTo>
                <a:lnTo>
                  <a:pt x="1524000" y="781050"/>
                </a:lnTo>
                <a:lnTo>
                  <a:pt x="1524000" y="790575"/>
                </a:lnTo>
                <a:lnTo>
                  <a:pt x="1514475" y="790575"/>
                </a:lnTo>
                <a:close/>
                <a:moveTo>
                  <a:pt x="466725" y="790575"/>
                </a:moveTo>
                <a:lnTo>
                  <a:pt x="476250" y="790575"/>
                </a:lnTo>
                <a:lnTo>
                  <a:pt x="476250" y="800100"/>
                </a:lnTo>
                <a:lnTo>
                  <a:pt x="466725" y="800100"/>
                </a:lnTo>
                <a:close/>
                <a:moveTo>
                  <a:pt x="495300" y="790575"/>
                </a:moveTo>
                <a:lnTo>
                  <a:pt x="514350" y="790575"/>
                </a:lnTo>
                <a:lnTo>
                  <a:pt x="514350" y="800100"/>
                </a:lnTo>
                <a:lnTo>
                  <a:pt x="495300" y="800100"/>
                </a:lnTo>
                <a:close/>
                <a:moveTo>
                  <a:pt x="533400" y="790575"/>
                </a:moveTo>
                <a:lnTo>
                  <a:pt x="542925" y="790575"/>
                </a:lnTo>
                <a:lnTo>
                  <a:pt x="542925" y="800100"/>
                </a:lnTo>
                <a:lnTo>
                  <a:pt x="533400" y="800100"/>
                </a:lnTo>
                <a:close/>
                <a:moveTo>
                  <a:pt x="857250" y="790575"/>
                </a:moveTo>
                <a:lnTo>
                  <a:pt x="866775" y="790575"/>
                </a:lnTo>
                <a:lnTo>
                  <a:pt x="866775" y="800100"/>
                </a:lnTo>
                <a:lnTo>
                  <a:pt x="857250" y="800100"/>
                </a:lnTo>
                <a:close/>
                <a:moveTo>
                  <a:pt x="1057275" y="790575"/>
                </a:moveTo>
                <a:lnTo>
                  <a:pt x="1066800" y="790575"/>
                </a:lnTo>
                <a:lnTo>
                  <a:pt x="1066800" y="800100"/>
                </a:lnTo>
                <a:lnTo>
                  <a:pt x="1057275" y="800100"/>
                </a:lnTo>
                <a:close/>
                <a:moveTo>
                  <a:pt x="1657350" y="790575"/>
                </a:moveTo>
                <a:lnTo>
                  <a:pt x="1676400" y="790575"/>
                </a:lnTo>
                <a:lnTo>
                  <a:pt x="1676400" y="800100"/>
                </a:lnTo>
                <a:lnTo>
                  <a:pt x="1657350" y="800100"/>
                </a:lnTo>
                <a:close/>
                <a:moveTo>
                  <a:pt x="1714500" y="790575"/>
                </a:moveTo>
                <a:lnTo>
                  <a:pt x="1733550" y="790575"/>
                </a:lnTo>
                <a:lnTo>
                  <a:pt x="1733550" y="800100"/>
                </a:lnTo>
                <a:lnTo>
                  <a:pt x="1714500" y="800100"/>
                </a:lnTo>
                <a:close/>
                <a:moveTo>
                  <a:pt x="847725" y="819150"/>
                </a:moveTo>
                <a:lnTo>
                  <a:pt x="866775" y="819150"/>
                </a:lnTo>
                <a:lnTo>
                  <a:pt x="866775" y="828675"/>
                </a:lnTo>
                <a:lnTo>
                  <a:pt x="847725" y="828675"/>
                </a:lnTo>
                <a:close/>
                <a:moveTo>
                  <a:pt x="914400" y="819150"/>
                </a:moveTo>
                <a:lnTo>
                  <a:pt x="923925" y="819150"/>
                </a:lnTo>
                <a:lnTo>
                  <a:pt x="923925" y="828675"/>
                </a:lnTo>
                <a:lnTo>
                  <a:pt x="914400" y="828675"/>
                </a:lnTo>
                <a:close/>
                <a:moveTo>
                  <a:pt x="1133475" y="819150"/>
                </a:moveTo>
                <a:lnTo>
                  <a:pt x="1152525" y="819150"/>
                </a:lnTo>
                <a:lnTo>
                  <a:pt x="1152525" y="828675"/>
                </a:lnTo>
                <a:lnTo>
                  <a:pt x="1143000" y="828675"/>
                </a:lnTo>
                <a:lnTo>
                  <a:pt x="1143000" y="866775"/>
                </a:lnTo>
                <a:lnTo>
                  <a:pt x="1123950" y="866775"/>
                </a:lnTo>
                <a:lnTo>
                  <a:pt x="1123950" y="838200"/>
                </a:lnTo>
                <a:lnTo>
                  <a:pt x="1133475" y="838200"/>
                </a:lnTo>
                <a:close/>
                <a:moveTo>
                  <a:pt x="1381125" y="819150"/>
                </a:moveTo>
                <a:lnTo>
                  <a:pt x="1438275" y="819150"/>
                </a:lnTo>
                <a:lnTo>
                  <a:pt x="1438275" y="828675"/>
                </a:lnTo>
                <a:lnTo>
                  <a:pt x="1390650" y="828675"/>
                </a:lnTo>
                <a:lnTo>
                  <a:pt x="1390650" y="838200"/>
                </a:lnTo>
                <a:lnTo>
                  <a:pt x="1381125" y="838200"/>
                </a:lnTo>
                <a:close/>
                <a:moveTo>
                  <a:pt x="1466850" y="819150"/>
                </a:moveTo>
                <a:lnTo>
                  <a:pt x="1485900" y="819150"/>
                </a:lnTo>
                <a:lnTo>
                  <a:pt x="1485900" y="828675"/>
                </a:lnTo>
                <a:lnTo>
                  <a:pt x="1466850" y="828675"/>
                </a:lnTo>
                <a:close/>
                <a:moveTo>
                  <a:pt x="1543050" y="819150"/>
                </a:moveTo>
                <a:lnTo>
                  <a:pt x="1571625" y="819150"/>
                </a:lnTo>
                <a:lnTo>
                  <a:pt x="1571625" y="828675"/>
                </a:lnTo>
                <a:lnTo>
                  <a:pt x="1543050" y="828675"/>
                </a:lnTo>
                <a:close/>
                <a:moveTo>
                  <a:pt x="1676400" y="819150"/>
                </a:moveTo>
                <a:lnTo>
                  <a:pt x="1695450" y="819150"/>
                </a:lnTo>
                <a:lnTo>
                  <a:pt x="1695450" y="828675"/>
                </a:lnTo>
                <a:lnTo>
                  <a:pt x="1676400" y="828675"/>
                </a:lnTo>
                <a:close/>
                <a:moveTo>
                  <a:pt x="742950" y="828675"/>
                </a:moveTo>
                <a:lnTo>
                  <a:pt x="752475" y="828675"/>
                </a:lnTo>
                <a:lnTo>
                  <a:pt x="752475" y="838200"/>
                </a:lnTo>
                <a:lnTo>
                  <a:pt x="742950" y="838200"/>
                </a:lnTo>
                <a:close/>
                <a:moveTo>
                  <a:pt x="1323975" y="828675"/>
                </a:moveTo>
                <a:lnTo>
                  <a:pt x="1333500" y="828675"/>
                </a:lnTo>
                <a:lnTo>
                  <a:pt x="1333500" y="838200"/>
                </a:lnTo>
                <a:lnTo>
                  <a:pt x="1343025" y="838200"/>
                </a:lnTo>
                <a:lnTo>
                  <a:pt x="1343025" y="847725"/>
                </a:lnTo>
                <a:lnTo>
                  <a:pt x="1323975" y="847725"/>
                </a:lnTo>
                <a:close/>
                <a:moveTo>
                  <a:pt x="1495425" y="828675"/>
                </a:moveTo>
                <a:lnTo>
                  <a:pt x="1543050" y="828675"/>
                </a:lnTo>
                <a:lnTo>
                  <a:pt x="1543050" y="838200"/>
                </a:lnTo>
                <a:lnTo>
                  <a:pt x="1495425" y="838200"/>
                </a:lnTo>
                <a:close/>
                <a:moveTo>
                  <a:pt x="1581150" y="828675"/>
                </a:moveTo>
                <a:lnTo>
                  <a:pt x="1590675" y="828675"/>
                </a:lnTo>
                <a:lnTo>
                  <a:pt x="1590675" y="838200"/>
                </a:lnTo>
                <a:lnTo>
                  <a:pt x="1581150" y="838200"/>
                </a:lnTo>
                <a:close/>
                <a:moveTo>
                  <a:pt x="1619250" y="828675"/>
                </a:moveTo>
                <a:lnTo>
                  <a:pt x="1628775" y="828675"/>
                </a:lnTo>
                <a:lnTo>
                  <a:pt x="1628775" y="838200"/>
                </a:lnTo>
                <a:lnTo>
                  <a:pt x="1619250" y="838200"/>
                </a:lnTo>
                <a:close/>
                <a:moveTo>
                  <a:pt x="1352550" y="838200"/>
                </a:moveTo>
                <a:lnTo>
                  <a:pt x="1362075" y="838200"/>
                </a:lnTo>
                <a:lnTo>
                  <a:pt x="1362075" y="847725"/>
                </a:lnTo>
                <a:lnTo>
                  <a:pt x="1352550" y="847725"/>
                </a:lnTo>
                <a:close/>
                <a:moveTo>
                  <a:pt x="1362075" y="847725"/>
                </a:moveTo>
                <a:lnTo>
                  <a:pt x="1371600" y="847725"/>
                </a:lnTo>
                <a:lnTo>
                  <a:pt x="1371600" y="857250"/>
                </a:lnTo>
                <a:lnTo>
                  <a:pt x="1362075" y="857250"/>
                </a:lnTo>
                <a:close/>
                <a:moveTo>
                  <a:pt x="561975" y="857250"/>
                </a:moveTo>
                <a:lnTo>
                  <a:pt x="609600" y="857250"/>
                </a:lnTo>
                <a:lnTo>
                  <a:pt x="609600" y="866775"/>
                </a:lnTo>
                <a:lnTo>
                  <a:pt x="561975" y="866775"/>
                </a:lnTo>
                <a:close/>
                <a:moveTo>
                  <a:pt x="676275" y="857250"/>
                </a:moveTo>
                <a:lnTo>
                  <a:pt x="695325" y="857250"/>
                </a:lnTo>
                <a:lnTo>
                  <a:pt x="695325" y="866775"/>
                </a:lnTo>
                <a:lnTo>
                  <a:pt x="676275" y="866775"/>
                </a:lnTo>
                <a:close/>
                <a:moveTo>
                  <a:pt x="714375" y="857250"/>
                </a:moveTo>
                <a:lnTo>
                  <a:pt x="723900" y="857250"/>
                </a:lnTo>
                <a:lnTo>
                  <a:pt x="723900" y="866775"/>
                </a:lnTo>
                <a:lnTo>
                  <a:pt x="714375" y="866775"/>
                </a:lnTo>
                <a:close/>
                <a:moveTo>
                  <a:pt x="762000" y="866775"/>
                </a:moveTo>
                <a:lnTo>
                  <a:pt x="771525" y="866775"/>
                </a:lnTo>
                <a:lnTo>
                  <a:pt x="771525" y="876300"/>
                </a:lnTo>
                <a:lnTo>
                  <a:pt x="762000" y="876300"/>
                </a:lnTo>
                <a:close/>
                <a:moveTo>
                  <a:pt x="1333500" y="866775"/>
                </a:moveTo>
                <a:lnTo>
                  <a:pt x="1352550" y="866775"/>
                </a:lnTo>
                <a:lnTo>
                  <a:pt x="1352550" y="876300"/>
                </a:lnTo>
                <a:lnTo>
                  <a:pt x="1343025" y="876300"/>
                </a:lnTo>
                <a:lnTo>
                  <a:pt x="1343025" y="885825"/>
                </a:lnTo>
                <a:lnTo>
                  <a:pt x="1371600" y="885825"/>
                </a:lnTo>
                <a:lnTo>
                  <a:pt x="1371600" y="895350"/>
                </a:lnTo>
                <a:lnTo>
                  <a:pt x="1381125" y="895350"/>
                </a:lnTo>
                <a:lnTo>
                  <a:pt x="1381125" y="914400"/>
                </a:lnTo>
                <a:lnTo>
                  <a:pt x="1400175" y="914400"/>
                </a:lnTo>
                <a:lnTo>
                  <a:pt x="1400175" y="923925"/>
                </a:lnTo>
                <a:lnTo>
                  <a:pt x="1371600" y="923925"/>
                </a:lnTo>
                <a:lnTo>
                  <a:pt x="1371600" y="904875"/>
                </a:lnTo>
                <a:lnTo>
                  <a:pt x="1333500" y="904875"/>
                </a:lnTo>
                <a:lnTo>
                  <a:pt x="1333500" y="895350"/>
                </a:lnTo>
                <a:lnTo>
                  <a:pt x="1323975" y="895350"/>
                </a:lnTo>
                <a:lnTo>
                  <a:pt x="1323975" y="876300"/>
                </a:lnTo>
                <a:lnTo>
                  <a:pt x="1333500" y="876300"/>
                </a:lnTo>
                <a:close/>
                <a:moveTo>
                  <a:pt x="1285875" y="885825"/>
                </a:moveTo>
                <a:lnTo>
                  <a:pt x="1304925" y="885825"/>
                </a:lnTo>
                <a:lnTo>
                  <a:pt x="1304925" y="895350"/>
                </a:lnTo>
                <a:lnTo>
                  <a:pt x="1285875" y="895350"/>
                </a:lnTo>
                <a:close/>
                <a:moveTo>
                  <a:pt x="1438275" y="885825"/>
                </a:moveTo>
                <a:lnTo>
                  <a:pt x="1447800" y="885825"/>
                </a:lnTo>
                <a:lnTo>
                  <a:pt x="1447800" y="904875"/>
                </a:lnTo>
                <a:lnTo>
                  <a:pt x="1457325" y="904875"/>
                </a:lnTo>
                <a:lnTo>
                  <a:pt x="1457325" y="914400"/>
                </a:lnTo>
                <a:lnTo>
                  <a:pt x="1476375" y="914400"/>
                </a:lnTo>
                <a:lnTo>
                  <a:pt x="1476375" y="923925"/>
                </a:lnTo>
                <a:lnTo>
                  <a:pt x="1428750" y="923925"/>
                </a:lnTo>
                <a:lnTo>
                  <a:pt x="1428750" y="904875"/>
                </a:lnTo>
                <a:lnTo>
                  <a:pt x="1400175" y="904875"/>
                </a:lnTo>
                <a:lnTo>
                  <a:pt x="1400175" y="895350"/>
                </a:lnTo>
                <a:lnTo>
                  <a:pt x="1438275" y="895350"/>
                </a:lnTo>
                <a:close/>
                <a:moveTo>
                  <a:pt x="1609725" y="885825"/>
                </a:moveTo>
                <a:lnTo>
                  <a:pt x="1628775" y="885825"/>
                </a:lnTo>
                <a:lnTo>
                  <a:pt x="1628775" y="895350"/>
                </a:lnTo>
                <a:lnTo>
                  <a:pt x="1619250" y="895350"/>
                </a:lnTo>
                <a:lnTo>
                  <a:pt x="1619250" y="904875"/>
                </a:lnTo>
                <a:lnTo>
                  <a:pt x="1628775" y="904875"/>
                </a:lnTo>
                <a:lnTo>
                  <a:pt x="1628775" y="895350"/>
                </a:lnTo>
                <a:lnTo>
                  <a:pt x="1638300" y="895350"/>
                </a:lnTo>
                <a:lnTo>
                  <a:pt x="1638300" y="923925"/>
                </a:lnTo>
                <a:lnTo>
                  <a:pt x="1600200" y="923925"/>
                </a:lnTo>
                <a:lnTo>
                  <a:pt x="1600200" y="933450"/>
                </a:lnTo>
                <a:lnTo>
                  <a:pt x="1590675" y="933450"/>
                </a:lnTo>
                <a:lnTo>
                  <a:pt x="1590675" y="914400"/>
                </a:lnTo>
                <a:lnTo>
                  <a:pt x="1609725" y="914400"/>
                </a:lnTo>
                <a:close/>
                <a:moveTo>
                  <a:pt x="781050" y="895350"/>
                </a:moveTo>
                <a:lnTo>
                  <a:pt x="790575" y="895350"/>
                </a:lnTo>
                <a:lnTo>
                  <a:pt x="790575" y="914400"/>
                </a:lnTo>
                <a:lnTo>
                  <a:pt x="781050" y="914400"/>
                </a:lnTo>
                <a:lnTo>
                  <a:pt x="781050" y="923925"/>
                </a:lnTo>
                <a:lnTo>
                  <a:pt x="771525" y="923925"/>
                </a:lnTo>
                <a:lnTo>
                  <a:pt x="771525" y="904875"/>
                </a:lnTo>
                <a:lnTo>
                  <a:pt x="781050" y="904875"/>
                </a:lnTo>
                <a:close/>
                <a:moveTo>
                  <a:pt x="1762125" y="895350"/>
                </a:moveTo>
                <a:lnTo>
                  <a:pt x="1771650" y="895350"/>
                </a:lnTo>
                <a:lnTo>
                  <a:pt x="1771650" y="904875"/>
                </a:lnTo>
                <a:lnTo>
                  <a:pt x="1781175" y="904875"/>
                </a:lnTo>
                <a:lnTo>
                  <a:pt x="1781175" y="914400"/>
                </a:lnTo>
                <a:lnTo>
                  <a:pt x="1762125" y="914400"/>
                </a:lnTo>
                <a:close/>
                <a:moveTo>
                  <a:pt x="1504950" y="904875"/>
                </a:moveTo>
                <a:lnTo>
                  <a:pt x="1514475" y="904875"/>
                </a:lnTo>
                <a:lnTo>
                  <a:pt x="1514475" y="923925"/>
                </a:lnTo>
                <a:lnTo>
                  <a:pt x="1504950" y="923925"/>
                </a:lnTo>
                <a:close/>
                <a:moveTo>
                  <a:pt x="1562100" y="904875"/>
                </a:moveTo>
                <a:lnTo>
                  <a:pt x="1581150" y="904875"/>
                </a:lnTo>
                <a:lnTo>
                  <a:pt x="1581150" y="914400"/>
                </a:lnTo>
                <a:lnTo>
                  <a:pt x="1571625" y="914400"/>
                </a:lnTo>
                <a:lnTo>
                  <a:pt x="1571625" y="923925"/>
                </a:lnTo>
                <a:lnTo>
                  <a:pt x="1524000" y="923925"/>
                </a:lnTo>
                <a:lnTo>
                  <a:pt x="1524000" y="914400"/>
                </a:lnTo>
                <a:lnTo>
                  <a:pt x="1562100" y="914400"/>
                </a:lnTo>
                <a:close/>
                <a:moveTo>
                  <a:pt x="1704975" y="904875"/>
                </a:moveTo>
                <a:lnTo>
                  <a:pt x="1714500" y="904875"/>
                </a:lnTo>
                <a:lnTo>
                  <a:pt x="1714500" y="914400"/>
                </a:lnTo>
                <a:lnTo>
                  <a:pt x="1704975" y="914400"/>
                </a:lnTo>
                <a:close/>
                <a:moveTo>
                  <a:pt x="1695450" y="914400"/>
                </a:moveTo>
                <a:lnTo>
                  <a:pt x="1704975" y="914400"/>
                </a:lnTo>
                <a:lnTo>
                  <a:pt x="1704975" y="923925"/>
                </a:lnTo>
                <a:lnTo>
                  <a:pt x="1695450" y="923925"/>
                </a:lnTo>
                <a:close/>
                <a:moveTo>
                  <a:pt x="1724025" y="914400"/>
                </a:moveTo>
                <a:lnTo>
                  <a:pt x="1762125" y="914400"/>
                </a:lnTo>
                <a:lnTo>
                  <a:pt x="1762125" y="923925"/>
                </a:lnTo>
                <a:lnTo>
                  <a:pt x="1724025" y="923925"/>
                </a:lnTo>
                <a:close/>
                <a:moveTo>
                  <a:pt x="1276350" y="923925"/>
                </a:moveTo>
                <a:lnTo>
                  <a:pt x="1285875" y="923925"/>
                </a:lnTo>
                <a:lnTo>
                  <a:pt x="1285875" y="933450"/>
                </a:lnTo>
                <a:lnTo>
                  <a:pt x="1276350" y="933450"/>
                </a:lnTo>
                <a:close/>
                <a:moveTo>
                  <a:pt x="476250" y="952500"/>
                </a:moveTo>
                <a:lnTo>
                  <a:pt x="485775" y="952500"/>
                </a:lnTo>
                <a:lnTo>
                  <a:pt x="485775" y="962025"/>
                </a:lnTo>
                <a:lnTo>
                  <a:pt x="476250" y="962025"/>
                </a:lnTo>
                <a:close/>
                <a:moveTo>
                  <a:pt x="514350" y="952500"/>
                </a:moveTo>
                <a:lnTo>
                  <a:pt x="533400" y="952500"/>
                </a:lnTo>
                <a:lnTo>
                  <a:pt x="533400" y="962025"/>
                </a:lnTo>
                <a:lnTo>
                  <a:pt x="514350" y="962025"/>
                </a:lnTo>
                <a:close/>
                <a:moveTo>
                  <a:pt x="590550" y="952500"/>
                </a:moveTo>
                <a:lnTo>
                  <a:pt x="600075" y="952500"/>
                </a:lnTo>
                <a:lnTo>
                  <a:pt x="600075" y="962025"/>
                </a:lnTo>
                <a:lnTo>
                  <a:pt x="590550" y="962025"/>
                </a:lnTo>
                <a:close/>
                <a:moveTo>
                  <a:pt x="619125" y="952500"/>
                </a:moveTo>
                <a:lnTo>
                  <a:pt x="657225" y="952500"/>
                </a:lnTo>
                <a:lnTo>
                  <a:pt x="657225" y="962025"/>
                </a:lnTo>
                <a:lnTo>
                  <a:pt x="666750" y="962025"/>
                </a:lnTo>
                <a:lnTo>
                  <a:pt x="666750" y="971550"/>
                </a:lnTo>
                <a:lnTo>
                  <a:pt x="657225" y="971550"/>
                </a:lnTo>
                <a:lnTo>
                  <a:pt x="657225" y="981075"/>
                </a:lnTo>
                <a:lnTo>
                  <a:pt x="647700" y="981075"/>
                </a:lnTo>
                <a:lnTo>
                  <a:pt x="647700" y="962025"/>
                </a:lnTo>
                <a:lnTo>
                  <a:pt x="619125" y="962025"/>
                </a:lnTo>
                <a:close/>
                <a:moveTo>
                  <a:pt x="695325" y="952500"/>
                </a:moveTo>
                <a:lnTo>
                  <a:pt x="704850" y="952500"/>
                </a:lnTo>
                <a:lnTo>
                  <a:pt x="704850" y="962025"/>
                </a:lnTo>
                <a:lnTo>
                  <a:pt x="695325" y="962025"/>
                </a:lnTo>
                <a:close/>
                <a:moveTo>
                  <a:pt x="762000" y="952500"/>
                </a:moveTo>
                <a:lnTo>
                  <a:pt x="771525" y="952500"/>
                </a:lnTo>
                <a:lnTo>
                  <a:pt x="771525" y="962025"/>
                </a:lnTo>
                <a:lnTo>
                  <a:pt x="762000" y="962025"/>
                </a:lnTo>
                <a:close/>
                <a:moveTo>
                  <a:pt x="1657350" y="952500"/>
                </a:moveTo>
                <a:lnTo>
                  <a:pt x="1666875" y="952500"/>
                </a:lnTo>
                <a:lnTo>
                  <a:pt x="1666875" y="962025"/>
                </a:lnTo>
                <a:lnTo>
                  <a:pt x="1657350" y="962025"/>
                </a:lnTo>
                <a:close/>
                <a:moveTo>
                  <a:pt x="1676400" y="952500"/>
                </a:moveTo>
                <a:lnTo>
                  <a:pt x="1685925" y="952500"/>
                </a:lnTo>
                <a:lnTo>
                  <a:pt x="1685925" y="962025"/>
                </a:lnTo>
                <a:lnTo>
                  <a:pt x="1676400" y="962025"/>
                </a:lnTo>
                <a:close/>
                <a:moveTo>
                  <a:pt x="409575" y="962025"/>
                </a:moveTo>
                <a:lnTo>
                  <a:pt x="428625" y="962025"/>
                </a:lnTo>
                <a:lnTo>
                  <a:pt x="428625" y="971550"/>
                </a:lnTo>
                <a:lnTo>
                  <a:pt x="409575" y="971550"/>
                </a:lnTo>
                <a:close/>
                <a:moveTo>
                  <a:pt x="1038225" y="962025"/>
                </a:moveTo>
                <a:lnTo>
                  <a:pt x="1047750" y="962025"/>
                </a:lnTo>
                <a:lnTo>
                  <a:pt x="1047750" y="971550"/>
                </a:lnTo>
                <a:lnTo>
                  <a:pt x="1038225" y="971550"/>
                </a:lnTo>
                <a:close/>
                <a:moveTo>
                  <a:pt x="1323975" y="962025"/>
                </a:moveTo>
                <a:lnTo>
                  <a:pt x="1362075" y="962025"/>
                </a:lnTo>
                <a:lnTo>
                  <a:pt x="1362075" y="971550"/>
                </a:lnTo>
                <a:lnTo>
                  <a:pt x="1371600" y="971550"/>
                </a:lnTo>
                <a:lnTo>
                  <a:pt x="1371600" y="981075"/>
                </a:lnTo>
                <a:lnTo>
                  <a:pt x="1352550" y="981075"/>
                </a:lnTo>
                <a:lnTo>
                  <a:pt x="1352550" y="971550"/>
                </a:lnTo>
                <a:lnTo>
                  <a:pt x="1323975" y="971550"/>
                </a:lnTo>
                <a:close/>
                <a:moveTo>
                  <a:pt x="1381125" y="962025"/>
                </a:moveTo>
                <a:lnTo>
                  <a:pt x="1419225" y="962025"/>
                </a:lnTo>
                <a:lnTo>
                  <a:pt x="1419225" y="971550"/>
                </a:lnTo>
                <a:lnTo>
                  <a:pt x="1381125" y="971550"/>
                </a:lnTo>
                <a:close/>
                <a:moveTo>
                  <a:pt x="1476375" y="962025"/>
                </a:moveTo>
                <a:lnTo>
                  <a:pt x="1495425" y="962025"/>
                </a:lnTo>
                <a:lnTo>
                  <a:pt x="1495425" y="971550"/>
                </a:lnTo>
                <a:lnTo>
                  <a:pt x="1476375" y="971550"/>
                </a:lnTo>
                <a:close/>
                <a:moveTo>
                  <a:pt x="1504950" y="962025"/>
                </a:moveTo>
                <a:lnTo>
                  <a:pt x="1571625" y="962025"/>
                </a:lnTo>
                <a:lnTo>
                  <a:pt x="1571625" y="971550"/>
                </a:lnTo>
                <a:lnTo>
                  <a:pt x="1562100" y="971550"/>
                </a:lnTo>
                <a:lnTo>
                  <a:pt x="1562100" y="981075"/>
                </a:lnTo>
                <a:lnTo>
                  <a:pt x="1552575" y="981075"/>
                </a:lnTo>
                <a:lnTo>
                  <a:pt x="1552575" y="971550"/>
                </a:lnTo>
                <a:lnTo>
                  <a:pt x="1504950" y="971550"/>
                </a:lnTo>
                <a:close/>
                <a:moveTo>
                  <a:pt x="1600200" y="962025"/>
                </a:moveTo>
                <a:lnTo>
                  <a:pt x="1609725" y="962025"/>
                </a:lnTo>
                <a:lnTo>
                  <a:pt x="1609725" y="971550"/>
                </a:lnTo>
                <a:lnTo>
                  <a:pt x="1600200" y="971550"/>
                </a:lnTo>
                <a:close/>
                <a:moveTo>
                  <a:pt x="514350" y="971550"/>
                </a:moveTo>
                <a:lnTo>
                  <a:pt x="523875" y="971550"/>
                </a:lnTo>
                <a:lnTo>
                  <a:pt x="523875" y="990600"/>
                </a:lnTo>
                <a:lnTo>
                  <a:pt x="514350" y="990600"/>
                </a:lnTo>
                <a:close/>
                <a:moveTo>
                  <a:pt x="704850" y="971550"/>
                </a:moveTo>
                <a:lnTo>
                  <a:pt x="714375" y="971550"/>
                </a:lnTo>
                <a:lnTo>
                  <a:pt x="714375" y="981075"/>
                </a:lnTo>
                <a:lnTo>
                  <a:pt x="704850" y="981075"/>
                </a:lnTo>
                <a:close/>
                <a:moveTo>
                  <a:pt x="781050" y="971550"/>
                </a:moveTo>
                <a:lnTo>
                  <a:pt x="790575" y="971550"/>
                </a:lnTo>
                <a:lnTo>
                  <a:pt x="790575" y="981075"/>
                </a:lnTo>
                <a:lnTo>
                  <a:pt x="781050" y="981075"/>
                </a:lnTo>
                <a:close/>
                <a:moveTo>
                  <a:pt x="1047750" y="971550"/>
                </a:moveTo>
                <a:lnTo>
                  <a:pt x="1066800" y="971550"/>
                </a:lnTo>
                <a:lnTo>
                  <a:pt x="1066800" y="981075"/>
                </a:lnTo>
                <a:lnTo>
                  <a:pt x="1047750" y="981075"/>
                </a:lnTo>
                <a:close/>
                <a:moveTo>
                  <a:pt x="1085850" y="971550"/>
                </a:moveTo>
                <a:lnTo>
                  <a:pt x="1104900" y="971550"/>
                </a:lnTo>
                <a:lnTo>
                  <a:pt x="1104900" y="981075"/>
                </a:lnTo>
                <a:lnTo>
                  <a:pt x="1133475" y="981075"/>
                </a:lnTo>
                <a:lnTo>
                  <a:pt x="1133475" y="1000125"/>
                </a:lnTo>
                <a:lnTo>
                  <a:pt x="1095375" y="1000125"/>
                </a:lnTo>
                <a:lnTo>
                  <a:pt x="1095375" y="981075"/>
                </a:lnTo>
                <a:lnTo>
                  <a:pt x="1085850" y="981075"/>
                </a:lnTo>
                <a:close/>
                <a:moveTo>
                  <a:pt x="1495425" y="971550"/>
                </a:moveTo>
                <a:lnTo>
                  <a:pt x="1504950" y="971550"/>
                </a:lnTo>
                <a:lnTo>
                  <a:pt x="1504950" y="1000125"/>
                </a:lnTo>
                <a:lnTo>
                  <a:pt x="1495425" y="1000125"/>
                </a:lnTo>
                <a:close/>
                <a:moveTo>
                  <a:pt x="1771650" y="971550"/>
                </a:moveTo>
                <a:lnTo>
                  <a:pt x="1781175" y="971550"/>
                </a:lnTo>
                <a:lnTo>
                  <a:pt x="1781175" y="990600"/>
                </a:lnTo>
                <a:lnTo>
                  <a:pt x="1771650" y="990600"/>
                </a:lnTo>
                <a:close/>
                <a:moveTo>
                  <a:pt x="581025" y="981075"/>
                </a:moveTo>
                <a:lnTo>
                  <a:pt x="590550" y="981075"/>
                </a:lnTo>
                <a:lnTo>
                  <a:pt x="590550" y="990600"/>
                </a:lnTo>
                <a:lnTo>
                  <a:pt x="581025" y="990600"/>
                </a:lnTo>
                <a:close/>
                <a:moveTo>
                  <a:pt x="1028700" y="981075"/>
                </a:moveTo>
                <a:lnTo>
                  <a:pt x="1038225" y="981075"/>
                </a:lnTo>
                <a:lnTo>
                  <a:pt x="1038225" y="990600"/>
                </a:lnTo>
                <a:lnTo>
                  <a:pt x="1028700" y="990600"/>
                </a:lnTo>
                <a:close/>
                <a:moveTo>
                  <a:pt x="1162050" y="981075"/>
                </a:moveTo>
                <a:lnTo>
                  <a:pt x="1181100" y="981075"/>
                </a:lnTo>
                <a:lnTo>
                  <a:pt x="1181100" y="990600"/>
                </a:lnTo>
                <a:lnTo>
                  <a:pt x="1162050" y="990600"/>
                </a:lnTo>
                <a:close/>
                <a:moveTo>
                  <a:pt x="1285875" y="981075"/>
                </a:moveTo>
                <a:lnTo>
                  <a:pt x="1295400" y="981075"/>
                </a:lnTo>
                <a:lnTo>
                  <a:pt x="1295400" y="990600"/>
                </a:lnTo>
                <a:lnTo>
                  <a:pt x="1285875" y="990600"/>
                </a:lnTo>
                <a:close/>
                <a:moveTo>
                  <a:pt x="1333500" y="981075"/>
                </a:moveTo>
                <a:lnTo>
                  <a:pt x="1352550" y="981075"/>
                </a:lnTo>
                <a:lnTo>
                  <a:pt x="1352550" y="990600"/>
                </a:lnTo>
                <a:lnTo>
                  <a:pt x="1333500" y="990600"/>
                </a:lnTo>
                <a:close/>
                <a:moveTo>
                  <a:pt x="1600200" y="981075"/>
                </a:moveTo>
                <a:lnTo>
                  <a:pt x="1619250" y="981075"/>
                </a:lnTo>
                <a:lnTo>
                  <a:pt x="1619250" y="990600"/>
                </a:lnTo>
                <a:lnTo>
                  <a:pt x="1600200" y="990600"/>
                </a:lnTo>
                <a:close/>
                <a:moveTo>
                  <a:pt x="1666875" y="981075"/>
                </a:moveTo>
                <a:lnTo>
                  <a:pt x="1704975" y="981075"/>
                </a:lnTo>
                <a:lnTo>
                  <a:pt x="1704975" y="990600"/>
                </a:lnTo>
                <a:lnTo>
                  <a:pt x="1685925" y="990600"/>
                </a:lnTo>
                <a:lnTo>
                  <a:pt x="1685925" y="1000125"/>
                </a:lnTo>
                <a:lnTo>
                  <a:pt x="1666875" y="1000125"/>
                </a:lnTo>
                <a:close/>
                <a:moveTo>
                  <a:pt x="771525" y="990600"/>
                </a:moveTo>
                <a:lnTo>
                  <a:pt x="800100" y="990600"/>
                </a:lnTo>
                <a:lnTo>
                  <a:pt x="800100" y="1000125"/>
                </a:lnTo>
                <a:lnTo>
                  <a:pt x="771525" y="1000125"/>
                </a:lnTo>
                <a:close/>
                <a:moveTo>
                  <a:pt x="1133475" y="1000125"/>
                </a:moveTo>
                <a:lnTo>
                  <a:pt x="1143000" y="1000125"/>
                </a:lnTo>
                <a:lnTo>
                  <a:pt x="1143000" y="1009650"/>
                </a:lnTo>
                <a:lnTo>
                  <a:pt x="1133475" y="1009650"/>
                </a:lnTo>
                <a:close/>
                <a:moveTo>
                  <a:pt x="1152525" y="1000125"/>
                </a:moveTo>
                <a:lnTo>
                  <a:pt x="1162050" y="1000125"/>
                </a:lnTo>
                <a:lnTo>
                  <a:pt x="1162050" y="1009650"/>
                </a:lnTo>
                <a:lnTo>
                  <a:pt x="1152525" y="1009650"/>
                </a:lnTo>
                <a:close/>
                <a:moveTo>
                  <a:pt x="1762125" y="1019175"/>
                </a:moveTo>
                <a:lnTo>
                  <a:pt x="1771650" y="1019175"/>
                </a:lnTo>
                <a:lnTo>
                  <a:pt x="1771650" y="1028700"/>
                </a:lnTo>
                <a:lnTo>
                  <a:pt x="1762125" y="1028700"/>
                </a:lnTo>
                <a:close/>
                <a:moveTo>
                  <a:pt x="180975" y="1219200"/>
                </a:moveTo>
                <a:lnTo>
                  <a:pt x="190500" y="1219200"/>
                </a:lnTo>
                <a:lnTo>
                  <a:pt x="190500" y="1228725"/>
                </a:lnTo>
                <a:lnTo>
                  <a:pt x="180975" y="1228725"/>
                </a:lnTo>
                <a:close/>
                <a:moveTo>
                  <a:pt x="381000" y="1219200"/>
                </a:moveTo>
                <a:lnTo>
                  <a:pt x="419100" y="1219200"/>
                </a:lnTo>
                <a:lnTo>
                  <a:pt x="419100" y="1228725"/>
                </a:lnTo>
                <a:lnTo>
                  <a:pt x="400050" y="1228725"/>
                </a:lnTo>
                <a:lnTo>
                  <a:pt x="400050" y="1238250"/>
                </a:lnTo>
                <a:lnTo>
                  <a:pt x="390525" y="1238250"/>
                </a:lnTo>
                <a:lnTo>
                  <a:pt x="390525" y="1228725"/>
                </a:lnTo>
                <a:lnTo>
                  <a:pt x="381000" y="1228725"/>
                </a:lnTo>
                <a:close/>
                <a:moveTo>
                  <a:pt x="428625" y="1219200"/>
                </a:moveTo>
                <a:lnTo>
                  <a:pt x="647700" y="1219200"/>
                </a:lnTo>
                <a:lnTo>
                  <a:pt x="647700" y="1228725"/>
                </a:lnTo>
                <a:lnTo>
                  <a:pt x="428625" y="1228725"/>
                </a:lnTo>
                <a:close/>
                <a:moveTo>
                  <a:pt x="685800" y="1219200"/>
                </a:moveTo>
                <a:lnTo>
                  <a:pt x="704850" y="1219200"/>
                </a:lnTo>
                <a:lnTo>
                  <a:pt x="704850" y="1228725"/>
                </a:lnTo>
                <a:lnTo>
                  <a:pt x="685800" y="1228725"/>
                </a:lnTo>
                <a:close/>
                <a:moveTo>
                  <a:pt x="723900" y="1219200"/>
                </a:moveTo>
                <a:lnTo>
                  <a:pt x="771525" y="1219200"/>
                </a:lnTo>
                <a:lnTo>
                  <a:pt x="771525" y="1228725"/>
                </a:lnTo>
                <a:lnTo>
                  <a:pt x="723900" y="1228725"/>
                </a:lnTo>
                <a:close/>
                <a:moveTo>
                  <a:pt x="809625" y="1219200"/>
                </a:moveTo>
                <a:lnTo>
                  <a:pt x="866775" y="1219200"/>
                </a:lnTo>
                <a:lnTo>
                  <a:pt x="866775" y="1238250"/>
                </a:lnTo>
                <a:lnTo>
                  <a:pt x="857250" y="1238250"/>
                </a:lnTo>
                <a:lnTo>
                  <a:pt x="857250" y="1228725"/>
                </a:lnTo>
                <a:lnTo>
                  <a:pt x="809625" y="1228725"/>
                </a:lnTo>
                <a:close/>
                <a:moveTo>
                  <a:pt x="1123950" y="1219200"/>
                </a:moveTo>
                <a:lnTo>
                  <a:pt x="1143000" y="1219200"/>
                </a:lnTo>
                <a:lnTo>
                  <a:pt x="1143000" y="1228725"/>
                </a:lnTo>
                <a:lnTo>
                  <a:pt x="1123950" y="1228725"/>
                </a:lnTo>
                <a:close/>
                <a:moveTo>
                  <a:pt x="1381125" y="1219200"/>
                </a:moveTo>
                <a:lnTo>
                  <a:pt x="1400175" y="1219200"/>
                </a:lnTo>
                <a:lnTo>
                  <a:pt x="1400175" y="1228725"/>
                </a:lnTo>
                <a:lnTo>
                  <a:pt x="1381125" y="1228725"/>
                </a:lnTo>
                <a:close/>
                <a:moveTo>
                  <a:pt x="1428750" y="1219200"/>
                </a:moveTo>
                <a:lnTo>
                  <a:pt x="1466850" y="1219200"/>
                </a:lnTo>
                <a:lnTo>
                  <a:pt x="1466850" y="1228725"/>
                </a:lnTo>
                <a:lnTo>
                  <a:pt x="1457325" y="1228725"/>
                </a:lnTo>
                <a:lnTo>
                  <a:pt x="1457325" y="1238250"/>
                </a:lnTo>
                <a:lnTo>
                  <a:pt x="1447800" y="1238250"/>
                </a:lnTo>
                <a:lnTo>
                  <a:pt x="1447800" y="1228725"/>
                </a:lnTo>
                <a:lnTo>
                  <a:pt x="1428750" y="1228725"/>
                </a:lnTo>
                <a:close/>
                <a:moveTo>
                  <a:pt x="1485900" y="1219200"/>
                </a:moveTo>
                <a:lnTo>
                  <a:pt x="1495425" y="1219200"/>
                </a:lnTo>
                <a:lnTo>
                  <a:pt x="1495425" y="1228725"/>
                </a:lnTo>
                <a:lnTo>
                  <a:pt x="1485900" y="1228725"/>
                </a:lnTo>
                <a:close/>
                <a:moveTo>
                  <a:pt x="1600200" y="1219200"/>
                </a:moveTo>
                <a:lnTo>
                  <a:pt x="1733550" y="1219200"/>
                </a:lnTo>
                <a:lnTo>
                  <a:pt x="1733550" y="1228725"/>
                </a:lnTo>
                <a:lnTo>
                  <a:pt x="1619250" y="1228725"/>
                </a:lnTo>
                <a:lnTo>
                  <a:pt x="1619250" y="1238250"/>
                </a:lnTo>
                <a:lnTo>
                  <a:pt x="1609725" y="1238250"/>
                </a:lnTo>
                <a:lnTo>
                  <a:pt x="1609725" y="1228725"/>
                </a:lnTo>
                <a:lnTo>
                  <a:pt x="1600200" y="1228725"/>
                </a:lnTo>
                <a:close/>
                <a:moveTo>
                  <a:pt x="781050" y="1228725"/>
                </a:moveTo>
                <a:lnTo>
                  <a:pt x="800100" y="1228725"/>
                </a:lnTo>
                <a:lnTo>
                  <a:pt x="800100" y="1238250"/>
                </a:lnTo>
                <a:lnTo>
                  <a:pt x="781050" y="1238250"/>
                </a:lnTo>
                <a:close/>
                <a:moveTo>
                  <a:pt x="962025" y="1228725"/>
                </a:moveTo>
                <a:lnTo>
                  <a:pt x="990600" y="1228725"/>
                </a:lnTo>
                <a:lnTo>
                  <a:pt x="990600" y="1238250"/>
                </a:lnTo>
                <a:lnTo>
                  <a:pt x="971550" y="1238250"/>
                </a:lnTo>
                <a:lnTo>
                  <a:pt x="971550" y="1247775"/>
                </a:lnTo>
                <a:lnTo>
                  <a:pt x="942975" y="1247775"/>
                </a:lnTo>
                <a:lnTo>
                  <a:pt x="942975" y="1238250"/>
                </a:lnTo>
                <a:lnTo>
                  <a:pt x="962025" y="1238250"/>
                </a:lnTo>
                <a:close/>
                <a:moveTo>
                  <a:pt x="1495425" y="1228725"/>
                </a:moveTo>
                <a:lnTo>
                  <a:pt x="1524000" y="1228725"/>
                </a:lnTo>
                <a:lnTo>
                  <a:pt x="1524000" y="1238250"/>
                </a:lnTo>
                <a:lnTo>
                  <a:pt x="1514475" y="1238250"/>
                </a:lnTo>
                <a:lnTo>
                  <a:pt x="1514475" y="1247775"/>
                </a:lnTo>
                <a:lnTo>
                  <a:pt x="1495425" y="1247775"/>
                </a:lnTo>
                <a:close/>
                <a:moveTo>
                  <a:pt x="295275" y="1238250"/>
                </a:moveTo>
                <a:lnTo>
                  <a:pt x="304800" y="1238250"/>
                </a:lnTo>
                <a:lnTo>
                  <a:pt x="304800" y="1247775"/>
                </a:lnTo>
                <a:lnTo>
                  <a:pt x="295275" y="1247775"/>
                </a:lnTo>
                <a:close/>
                <a:moveTo>
                  <a:pt x="866775" y="1238250"/>
                </a:moveTo>
                <a:lnTo>
                  <a:pt x="876300" y="1238250"/>
                </a:lnTo>
                <a:lnTo>
                  <a:pt x="876300" y="1247775"/>
                </a:lnTo>
                <a:lnTo>
                  <a:pt x="866775" y="1247775"/>
                </a:lnTo>
                <a:close/>
                <a:moveTo>
                  <a:pt x="1123950" y="1238250"/>
                </a:moveTo>
                <a:lnTo>
                  <a:pt x="1143000" y="1238250"/>
                </a:lnTo>
                <a:lnTo>
                  <a:pt x="1143000" y="1247775"/>
                </a:lnTo>
                <a:lnTo>
                  <a:pt x="1123950" y="1247775"/>
                </a:lnTo>
                <a:close/>
                <a:moveTo>
                  <a:pt x="1381125" y="1238250"/>
                </a:moveTo>
                <a:lnTo>
                  <a:pt x="1390650" y="1238250"/>
                </a:lnTo>
                <a:lnTo>
                  <a:pt x="1390650" y="1247775"/>
                </a:lnTo>
                <a:lnTo>
                  <a:pt x="1409700" y="1247775"/>
                </a:lnTo>
                <a:lnTo>
                  <a:pt x="1409700" y="1266825"/>
                </a:lnTo>
                <a:lnTo>
                  <a:pt x="1400175" y="1266825"/>
                </a:lnTo>
                <a:lnTo>
                  <a:pt x="1400175" y="1257300"/>
                </a:lnTo>
                <a:lnTo>
                  <a:pt x="1371600" y="1257300"/>
                </a:lnTo>
                <a:lnTo>
                  <a:pt x="1371600" y="1247775"/>
                </a:lnTo>
                <a:lnTo>
                  <a:pt x="1381125" y="1247775"/>
                </a:lnTo>
                <a:close/>
                <a:moveTo>
                  <a:pt x="1466850" y="1238250"/>
                </a:moveTo>
                <a:lnTo>
                  <a:pt x="1476375" y="1238250"/>
                </a:lnTo>
                <a:lnTo>
                  <a:pt x="1476375" y="1247775"/>
                </a:lnTo>
                <a:lnTo>
                  <a:pt x="1466850" y="1247775"/>
                </a:lnTo>
                <a:close/>
                <a:moveTo>
                  <a:pt x="0" y="1247775"/>
                </a:moveTo>
                <a:lnTo>
                  <a:pt x="9525" y="1247775"/>
                </a:lnTo>
                <a:lnTo>
                  <a:pt x="9525" y="1257300"/>
                </a:lnTo>
                <a:lnTo>
                  <a:pt x="0" y="1257300"/>
                </a:lnTo>
                <a:close/>
                <a:moveTo>
                  <a:pt x="552450" y="1247775"/>
                </a:moveTo>
                <a:lnTo>
                  <a:pt x="561975" y="1247775"/>
                </a:lnTo>
                <a:lnTo>
                  <a:pt x="561975" y="1257300"/>
                </a:lnTo>
                <a:lnTo>
                  <a:pt x="571500" y="1257300"/>
                </a:lnTo>
                <a:lnTo>
                  <a:pt x="571500" y="1266825"/>
                </a:lnTo>
                <a:lnTo>
                  <a:pt x="609600" y="1266825"/>
                </a:lnTo>
                <a:lnTo>
                  <a:pt x="609600" y="1276350"/>
                </a:lnTo>
                <a:lnTo>
                  <a:pt x="619125" y="1276350"/>
                </a:lnTo>
                <a:lnTo>
                  <a:pt x="619125" y="1285875"/>
                </a:lnTo>
                <a:lnTo>
                  <a:pt x="600075" y="1285875"/>
                </a:lnTo>
                <a:lnTo>
                  <a:pt x="600075" y="1295400"/>
                </a:lnTo>
                <a:lnTo>
                  <a:pt x="590550" y="1295400"/>
                </a:lnTo>
                <a:lnTo>
                  <a:pt x="590550" y="1276350"/>
                </a:lnTo>
                <a:lnTo>
                  <a:pt x="561975" y="1276350"/>
                </a:lnTo>
                <a:lnTo>
                  <a:pt x="561975" y="1266825"/>
                </a:lnTo>
                <a:lnTo>
                  <a:pt x="552450" y="1266825"/>
                </a:lnTo>
                <a:close/>
                <a:moveTo>
                  <a:pt x="638175" y="1247775"/>
                </a:moveTo>
                <a:lnTo>
                  <a:pt x="666750" y="1247775"/>
                </a:lnTo>
                <a:lnTo>
                  <a:pt x="666750" y="1276350"/>
                </a:lnTo>
                <a:lnTo>
                  <a:pt x="638175" y="1276350"/>
                </a:lnTo>
                <a:close/>
                <a:moveTo>
                  <a:pt x="733425" y="1247775"/>
                </a:moveTo>
                <a:lnTo>
                  <a:pt x="752475" y="1247775"/>
                </a:lnTo>
                <a:lnTo>
                  <a:pt x="752475" y="1266825"/>
                </a:lnTo>
                <a:lnTo>
                  <a:pt x="733425" y="1266825"/>
                </a:lnTo>
                <a:close/>
                <a:moveTo>
                  <a:pt x="1209675" y="1247775"/>
                </a:moveTo>
                <a:lnTo>
                  <a:pt x="1219200" y="1247775"/>
                </a:lnTo>
                <a:lnTo>
                  <a:pt x="1219200" y="1276350"/>
                </a:lnTo>
                <a:lnTo>
                  <a:pt x="1209675" y="1276350"/>
                </a:lnTo>
                <a:lnTo>
                  <a:pt x="1209675" y="1285875"/>
                </a:lnTo>
                <a:lnTo>
                  <a:pt x="1200150" y="1285875"/>
                </a:lnTo>
                <a:lnTo>
                  <a:pt x="1200150" y="1295400"/>
                </a:lnTo>
                <a:lnTo>
                  <a:pt x="1171575" y="1295400"/>
                </a:lnTo>
                <a:lnTo>
                  <a:pt x="1171575" y="1285875"/>
                </a:lnTo>
                <a:lnTo>
                  <a:pt x="1190625" y="1285875"/>
                </a:lnTo>
                <a:lnTo>
                  <a:pt x="1190625" y="1266825"/>
                </a:lnTo>
                <a:lnTo>
                  <a:pt x="1200150" y="1266825"/>
                </a:lnTo>
                <a:lnTo>
                  <a:pt x="1200150" y="1257300"/>
                </a:lnTo>
                <a:lnTo>
                  <a:pt x="1209675" y="1257300"/>
                </a:lnTo>
                <a:close/>
                <a:moveTo>
                  <a:pt x="1514475" y="1247775"/>
                </a:moveTo>
                <a:lnTo>
                  <a:pt x="1552575" y="1247775"/>
                </a:lnTo>
                <a:lnTo>
                  <a:pt x="1552575" y="1257300"/>
                </a:lnTo>
                <a:lnTo>
                  <a:pt x="1514475" y="1257300"/>
                </a:lnTo>
                <a:close/>
                <a:moveTo>
                  <a:pt x="200025" y="1257300"/>
                </a:moveTo>
                <a:lnTo>
                  <a:pt x="209550" y="1257300"/>
                </a:lnTo>
                <a:lnTo>
                  <a:pt x="209550" y="1266825"/>
                </a:lnTo>
                <a:lnTo>
                  <a:pt x="219075" y="1266825"/>
                </a:lnTo>
                <a:lnTo>
                  <a:pt x="219075" y="1257300"/>
                </a:lnTo>
                <a:lnTo>
                  <a:pt x="228600" y="1257300"/>
                </a:lnTo>
                <a:lnTo>
                  <a:pt x="228600" y="1295400"/>
                </a:lnTo>
                <a:lnTo>
                  <a:pt x="219075" y="1295400"/>
                </a:lnTo>
                <a:lnTo>
                  <a:pt x="219075" y="1285875"/>
                </a:lnTo>
                <a:lnTo>
                  <a:pt x="200025" y="1285875"/>
                </a:lnTo>
                <a:close/>
                <a:moveTo>
                  <a:pt x="1438275" y="1257300"/>
                </a:moveTo>
                <a:lnTo>
                  <a:pt x="1447800" y="1257300"/>
                </a:lnTo>
                <a:lnTo>
                  <a:pt x="1447800" y="1276350"/>
                </a:lnTo>
                <a:lnTo>
                  <a:pt x="1438275" y="1276350"/>
                </a:lnTo>
                <a:close/>
                <a:moveTo>
                  <a:pt x="1247775" y="1266825"/>
                </a:moveTo>
                <a:lnTo>
                  <a:pt x="1266825" y="1266825"/>
                </a:lnTo>
                <a:lnTo>
                  <a:pt x="1266825" y="1276350"/>
                </a:lnTo>
                <a:lnTo>
                  <a:pt x="1247775" y="1276350"/>
                </a:lnTo>
                <a:close/>
                <a:moveTo>
                  <a:pt x="238125" y="1276350"/>
                </a:moveTo>
                <a:lnTo>
                  <a:pt x="247650" y="1276350"/>
                </a:lnTo>
                <a:lnTo>
                  <a:pt x="247650" y="1285875"/>
                </a:lnTo>
                <a:lnTo>
                  <a:pt x="238125" y="1285875"/>
                </a:lnTo>
                <a:close/>
                <a:moveTo>
                  <a:pt x="428625" y="1276350"/>
                </a:moveTo>
                <a:lnTo>
                  <a:pt x="447675" y="1276350"/>
                </a:lnTo>
                <a:lnTo>
                  <a:pt x="447675" y="1285875"/>
                </a:lnTo>
                <a:lnTo>
                  <a:pt x="457200" y="1285875"/>
                </a:lnTo>
                <a:lnTo>
                  <a:pt x="457200" y="1295400"/>
                </a:lnTo>
                <a:lnTo>
                  <a:pt x="447675" y="1295400"/>
                </a:lnTo>
                <a:lnTo>
                  <a:pt x="447675" y="1304925"/>
                </a:lnTo>
                <a:lnTo>
                  <a:pt x="428625" y="1304925"/>
                </a:lnTo>
                <a:close/>
                <a:moveTo>
                  <a:pt x="1238250" y="1276350"/>
                </a:moveTo>
                <a:lnTo>
                  <a:pt x="1247775" y="1276350"/>
                </a:lnTo>
                <a:lnTo>
                  <a:pt x="1247775" y="1285875"/>
                </a:lnTo>
                <a:lnTo>
                  <a:pt x="1266825" y="1285875"/>
                </a:lnTo>
                <a:lnTo>
                  <a:pt x="1266825" y="1276350"/>
                </a:lnTo>
                <a:lnTo>
                  <a:pt x="1314450" y="1276350"/>
                </a:lnTo>
                <a:lnTo>
                  <a:pt x="1314450" y="1304925"/>
                </a:lnTo>
                <a:lnTo>
                  <a:pt x="1276350" y="1304925"/>
                </a:lnTo>
                <a:lnTo>
                  <a:pt x="1276350" y="1295400"/>
                </a:lnTo>
                <a:lnTo>
                  <a:pt x="1266825" y="1295400"/>
                </a:lnTo>
                <a:lnTo>
                  <a:pt x="1266825" y="1304925"/>
                </a:lnTo>
                <a:lnTo>
                  <a:pt x="1257300" y="1304925"/>
                </a:lnTo>
                <a:lnTo>
                  <a:pt x="1257300" y="1295400"/>
                </a:lnTo>
                <a:lnTo>
                  <a:pt x="1247775" y="1295400"/>
                </a:lnTo>
                <a:lnTo>
                  <a:pt x="1247775" y="1304925"/>
                </a:lnTo>
                <a:lnTo>
                  <a:pt x="1228725" y="1304925"/>
                </a:lnTo>
                <a:lnTo>
                  <a:pt x="1228725" y="1295400"/>
                </a:lnTo>
                <a:lnTo>
                  <a:pt x="1238250" y="1295400"/>
                </a:lnTo>
                <a:close/>
                <a:moveTo>
                  <a:pt x="1352550" y="1276350"/>
                </a:moveTo>
                <a:lnTo>
                  <a:pt x="1362075" y="1276350"/>
                </a:lnTo>
                <a:lnTo>
                  <a:pt x="1362075" y="1295400"/>
                </a:lnTo>
                <a:lnTo>
                  <a:pt x="1352550" y="1295400"/>
                </a:lnTo>
                <a:lnTo>
                  <a:pt x="1352550" y="1314450"/>
                </a:lnTo>
                <a:lnTo>
                  <a:pt x="1371600" y="1314450"/>
                </a:lnTo>
                <a:lnTo>
                  <a:pt x="1371600" y="1304925"/>
                </a:lnTo>
                <a:lnTo>
                  <a:pt x="1400175" y="1304925"/>
                </a:lnTo>
                <a:lnTo>
                  <a:pt x="1400175" y="1333500"/>
                </a:lnTo>
                <a:lnTo>
                  <a:pt x="1390650" y="1333500"/>
                </a:lnTo>
                <a:lnTo>
                  <a:pt x="1390650" y="1323975"/>
                </a:lnTo>
                <a:lnTo>
                  <a:pt x="1381125" y="1323975"/>
                </a:lnTo>
                <a:lnTo>
                  <a:pt x="1381125" y="1314450"/>
                </a:lnTo>
                <a:lnTo>
                  <a:pt x="1371600" y="1314450"/>
                </a:lnTo>
                <a:lnTo>
                  <a:pt x="1371600" y="1323975"/>
                </a:lnTo>
                <a:lnTo>
                  <a:pt x="1343025" y="1323975"/>
                </a:lnTo>
                <a:lnTo>
                  <a:pt x="1343025" y="1285875"/>
                </a:lnTo>
                <a:lnTo>
                  <a:pt x="1352550" y="1285875"/>
                </a:lnTo>
                <a:close/>
                <a:moveTo>
                  <a:pt x="1762125" y="1276350"/>
                </a:moveTo>
                <a:lnTo>
                  <a:pt x="1771650" y="1276350"/>
                </a:lnTo>
                <a:lnTo>
                  <a:pt x="1771650" y="1285875"/>
                </a:lnTo>
                <a:lnTo>
                  <a:pt x="1762125" y="1285875"/>
                </a:lnTo>
                <a:close/>
                <a:moveTo>
                  <a:pt x="1114425" y="1285875"/>
                </a:moveTo>
                <a:lnTo>
                  <a:pt x="1152525" y="1285875"/>
                </a:lnTo>
                <a:lnTo>
                  <a:pt x="1152525" y="1295400"/>
                </a:lnTo>
                <a:lnTo>
                  <a:pt x="1143000" y="1295400"/>
                </a:lnTo>
                <a:lnTo>
                  <a:pt x="1143000" y="1304925"/>
                </a:lnTo>
                <a:lnTo>
                  <a:pt x="1133475" y="1304925"/>
                </a:lnTo>
                <a:lnTo>
                  <a:pt x="1133475" y="1295400"/>
                </a:lnTo>
                <a:lnTo>
                  <a:pt x="1114425" y="1295400"/>
                </a:lnTo>
                <a:close/>
                <a:moveTo>
                  <a:pt x="209550" y="1295400"/>
                </a:moveTo>
                <a:lnTo>
                  <a:pt x="219075" y="1295400"/>
                </a:lnTo>
                <a:lnTo>
                  <a:pt x="219075" y="1304925"/>
                </a:lnTo>
                <a:lnTo>
                  <a:pt x="209550" y="1304925"/>
                </a:lnTo>
                <a:close/>
                <a:moveTo>
                  <a:pt x="485775" y="1304925"/>
                </a:moveTo>
                <a:lnTo>
                  <a:pt x="495300" y="1304925"/>
                </a:lnTo>
                <a:lnTo>
                  <a:pt x="495300" y="1323975"/>
                </a:lnTo>
                <a:lnTo>
                  <a:pt x="485775" y="1323975"/>
                </a:lnTo>
                <a:close/>
                <a:moveTo>
                  <a:pt x="523875" y="1304925"/>
                </a:moveTo>
                <a:lnTo>
                  <a:pt x="533400" y="1304925"/>
                </a:lnTo>
                <a:lnTo>
                  <a:pt x="533400" y="1314450"/>
                </a:lnTo>
                <a:lnTo>
                  <a:pt x="523875" y="1314450"/>
                </a:lnTo>
                <a:close/>
                <a:moveTo>
                  <a:pt x="904875" y="1304925"/>
                </a:moveTo>
                <a:lnTo>
                  <a:pt x="942975" y="1304925"/>
                </a:lnTo>
                <a:lnTo>
                  <a:pt x="942975" y="1323975"/>
                </a:lnTo>
                <a:lnTo>
                  <a:pt x="923925" y="1323975"/>
                </a:lnTo>
                <a:lnTo>
                  <a:pt x="923925" y="1314450"/>
                </a:lnTo>
                <a:lnTo>
                  <a:pt x="904875" y="1314450"/>
                </a:lnTo>
                <a:close/>
                <a:moveTo>
                  <a:pt x="1076325" y="1304925"/>
                </a:moveTo>
                <a:lnTo>
                  <a:pt x="1085850" y="1304925"/>
                </a:lnTo>
                <a:lnTo>
                  <a:pt x="1085850" y="1314450"/>
                </a:lnTo>
                <a:lnTo>
                  <a:pt x="1076325" y="1314450"/>
                </a:lnTo>
                <a:close/>
                <a:moveTo>
                  <a:pt x="1409700" y="1304925"/>
                </a:moveTo>
                <a:lnTo>
                  <a:pt x="1438275" y="1304925"/>
                </a:lnTo>
                <a:lnTo>
                  <a:pt x="1438275" y="1314450"/>
                </a:lnTo>
                <a:lnTo>
                  <a:pt x="1466850" y="1314450"/>
                </a:lnTo>
                <a:lnTo>
                  <a:pt x="1466850" y="1333500"/>
                </a:lnTo>
                <a:lnTo>
                  <a:pt x="1428750" y="1333500"/>
                </a:lnTo>
                <a:lnTo>
                  <a:pt x="1428750" y="1314450"/>
                </a:lnTo>
                <a:lnTo>
                  <a:pt x="1409700" y="1314450"/>
                </a:lnTo>
                <a:close/>
                <a:moveTo>
                  <a:pt x="390525" y="1314450"/>
                </a:moveTo>
                <a:lnTo>
                  <a:pt x="419100" y="1314450"/>
                </a:lnTo>
                <a:lnTo>
                  <a:pt x="419100" y="1333500"/>
                </a:lnTo>
                <a:lnTo>
                  <a:pt x="390525" y="1333500"/>
                </a:lnTo>
                <a:close/>
                <a:moveTo>
                  <a:pt x="561975" y="1314450"/>
                </a:moveTo>
                <a:lnTo>
                  <a:pt x="571500" y="1314450"/>
                </a:lnTo>
                <a:lnTo>
                  <a:pt x="571500" y="1323975"/>
                </a:lnTo>
                <a:lnTo>
                  <a:pt x="561975" y="1323975"/>
                </a:lnTo>
                <a:close/>
                <a:moveTo>
                  <a:pt x="704850" y="1314450"/>
                </a:moveTo>
                <a:lnTo>
                  <a:pt x="714375" y="1314450"/>
                </a:lnTo>
                <a:lnTo>
                  <a:pt x="714375" y="1323975"/>
                </a:lnTo>
                <a:lnTo>
                  <a:pt x="704850" y="1323975"/>
                </a:lnTo>
                <a:close/>
                <a:moveTo>
                  <a:pt x="819150" y="1314450"/>
                </a:moveTo>
                <a:lnTo>
                  <a:pt x="838200" y="1314450"/>
                </a:lnTo>
                <a:lnTo>
                  <a:pt x="838200" y="1323975"/>
                </a:lnTo>
                <a:lnTo>
                  <a:pt x="847725" y="1323975"/>
                </a:lnTo>
                <a:lnTo>
                  <a:pt x="847725" y="1333500"/>
                </a:lnTo>
                <a:lnTo>
                  <a:pt x="809625" y="1333500"/>
                </a:lnTo>
                <a:lnTo>
                  <a:pt x="809625" y="1323975"/>
                </a:lnTo>
                <a:lnTo>
                  <a:pt x="819150" y="1323975"/>
                </a:lnTo>
                <a:close/>
                <a:moveTo>
                  <a:pt x="1562100" y="1314450"/>
                </a:moveTo>
                <a:lnTo>
                  <a:pt x="1581150" y="1314450"/>
                </a:lnTo>
                <a:lnTo>
                  <a:pt x="1581150" y="1323975"/>
                </a:lnTo>
                <a:lnTo>
                  <a:pt x="1609725" y="1323975"/>
                </a:lnTo>
                <a:lnTo>
                  <a:pt x="1609725" y="1333500"/>
                </a:lnTo>
                <a:lnTo>
                  <a:pt x="1571625" y="1333500"/>
                </a:lnTo>
                <a:lnTo>
                  <a:pt x="1571625" y="1323975"/>
                </a:lnTo>
                <a:lnTo>
                  <a:pt x="1562100" y="1323975"/>
                </a:lnTo>
                <a:close/>
                <a:moveTo>
                  <a:pt x="342900" y="1323975"/>
                </a:moveTo>
                <a:lnTo>
                  <a:pt x="381000" y="1323975"/>
                </a:lnTo>
                <a:lnTo>
                  <a:pt x="381000" y="1333500"/>
                </a:lnTo>
                <a:lnTo>
                  <a:pt x="342900" y="1333500"/>
                </a:lnTo>
                <a:close/>
                <a:moveTo>
                  <a:pt x="1666875" y="1323975"/>
                </a:moveTo>
                <a:lnTo>
                  <a:pt x="1676400" y="1323975"/>
                </a:lnTo>
                <a:lnTo>
                  <a:pt x="1676400" y="1333500"/>
                </a:lnTo>
                <a:lnTo>
                  <a:pt x="1666875" y="1333500"/>
                </a:lnTo>
                <a:close/>
                <a:moveTo>
                  <a:pt x="1695450" y="1323975"/>
                </a:moveTo>
                <a:lnTo>
                  <a:pt x="1704975" y="1323975"/>
                </a:lnTo>
                <a:lnTo>
                  <a:pt x="1704975" y="1333500"/>
                </a:lnTo>
                <a:lnTo>
                  <a:pt x="1695450" y="1333500"/>
                </a:lnTo>
                <a:close/>
                <a:moveTo>
                  <a:pt x="1714500" y="1323975"/>
                </a:moveTo>
                <a:lnTo>
                  <a:pt x="1733550" y="1323975"/>
                </a:lnTo>
                <a:lnTo>
                  <a:pt x="1733550" y="1333500"/>
                </a:lnTo>
                <a:lnTo>
                  <a:pt x="1714500" y="1333500"/>
                </a:lnTo>
                <a:close/>
                <a:moveTo>
                  <a:pt x="1381125" y="1352550"/>
                </a:moveTo>
                <a:lnTo>
                  <a:pt x="1390650" y="1352550"/>
                </a:lnTo>
                <a:lnTo>
                  <a:pt x="1390650" y="1362075"/>
                </a:lnTo>
                <a:lnTo>
                  <a:pt x="1381125" y="1362075"/>
                </a:lnTo>
                <a:close/>
                <a:moveTo>
                  <a:pt x="1628775" y="1352550"/>
                </a:moveTo>
                <a:lnTo>
                  <a:pt x="1638300" y="1352550"/>
                </a:lnTo>
                <a:lnTo>
                  <a:pt x="1638300" y="1371600"/>
                </a:lnTo>
                <a:lnTo>
                  <a:pt x="1628775" y="1371600"/>
                </a:lnTo>
                <a:close/>
                <a:moveTo>
                  <a:pt x="1695450" y="1352550"/>
                </a:moveTo>
                <a:lnTo>
                  <a:pt x="1704975" y="1352550"/>
                </a:lnTo>
                <a:lnTo>
                  <a:pt x="1704975" y="1362075"/>
                </a:lnTo>
                <a:lnTo>
                  <a:pt x="1695450" y="1362075"/>
                </a:lnTo>
                <a:close/>
                <a:moveTo>
                  <a:pt x="1524000" y="1362075"/>
                </a:moveTo>
                <a:lnTo>
                  <a:pt x="1543050" y="1362075"/>
                </a:lnTo>
                <a:lnTo>
                  <a:pt x="1543050" y="1381125"/>
                </a:lnTo>
                <a:lnTo>
                  <a:pt x="1524000" y="1381125"/>
                </a:lnTo>
                <a:close/>
                <a:moveTo>
                  <a:pt x="1352550" y="1371600"/>
                </a:moveTo>
                <a:lnTo>
                  <a:pt x="1371600" y="1371600"/>
                </a:lnTo>
                <a:lnTo>
                  <a:pt x="1371600" y="1381125"/>
                </a:lnTo>
                <a:lnTo>
                  <a:pt x="1352550" y="1381125"/>
                </a:lnTo>
                <a:close/>
                <a:moveTo>
                  <a:pt x="1447800" y="1371600"/>
                </a:moveTo>
                <a:lnTo>
                  <a:pt x="1476375" y="1371600"/>
                </a:lnTo>
                <a:lnTo>
                  <a:pt x="1476375" y="1381125"/>
                </a:lnTo>
                <a:lnTo>
                  <a:pt x="1466850" y="1381125"/>
                </a:lnTo>
                <a:lnTo>
                  <a:pt x="1466850" y="1390650"/>
                </a:lnTo>
                <a:lnTo>
                  <a:pt x="1457325" y="1390650"/>
                </a:lnTo>
                <a:lnTo>
                  <a:pt x="1457325" y="1381125"/>
                </a:lnTo>
                <a:lnTo>
                  <a:pt x="1447800" y="1381125"/>
                </a:lnTo>
                <a:close/>
                <a:moveTo>
                  <a:pt x="1619250" y="1371600"/>
                </a:moveTo>
                <a:lnTo>
                  <a:pt x="1628775" y="1371600"/>
                </a:lnTo>
                <a:lnTo>
                  <a:pt x="1628775" y="1381125"/>
                </a:lnTo>
                <a:lnTo>
                  <a:pt x="1619250" y="1381125"/>
                </a:lnTo>
                <a:close/>
                <a:moveTo>
                  <a:pt x="180975" y="1381125"/>
                </a:moveTo>
                <a:lnTo>
                  <a:pt x="190500" y="1381125"/>
                </a:lnTo>
                <a:lnTo>
                  <a:pt x="190500" y="1390650"/>
                </a:lnTo>
                <a:lnTo>
                  <a:pt x="180975" y="1390650"/>
                </a:lnTo>
                <a:close/>
                <a:moveTo>
                  <a:pt x="1285875" y="1381125"/>
                </a:moveTo>
                <a:lnTo>
                  <a:pt x="1295400" y="1381125"/>
                </a:lnTo>
                <a:lnTo>
                  <a:pt x="1295400" y="1390650"/>
                </a:lnTo>
                <a:lnTo>
                  <a:pt x="1285875" y="1390650"/>
                </a:lnTo>
                <a:close/>
                <a:moveTo>
                  <a:pt x="1333500" y="1381125"/>
                </a:moveTo>
                <a:lnTo>
                  <a:pt x="1352550" y="1381125"/>
                </a:lnTo>
                <a:lnTo>
                  <a:pt x="1352550" y="1390650"/>
                </a:lnTo>
                <a:lnTo>
                  <a:pt x="1333500" y="1390650"/>
                </a:lnTo>
                <a:close/>
                <a:moveTo>
                  <a:pt x="1247775" y="1390650"/>
                </a:moveTo>
                <a:lnTo>
                  <a:pt x="1257300" y="1390650"/>
                </a:lnTo>
                <a:lnTo>
                  <a:pt x="1257300" y="1400175"/>
                </a:lnTo>
                <a:lnTo>
                  <a:pt x="1247775" y="1400175"/>
                </a:lnTo>
                <a:close/>
                <a:moveTo>
                  <a:pt x="1285875" y="1419225"/>
                </a:moveTo>
                <a:lnTo>
                  <a:pt x="1314450" y="1419225"/>
                </a:lnTo>
                <a:lnTo>
                  <a:pt x="1314450" y="1428750"/>
                </a:lnTo>
                <a:lnTo>
                  <a:pt x="1295400" y="1428750"/>
                </a:lnTo>
                <a:lnTo>
                  <a:pt x="1295400" y="1438275"/>
                </a:lnTo>
                <a:lnTo>
                  <a:pt x="1285875" y="1438275"/>
                </a:lnTo>
                <a:close/>
                <a:moveTo>
                  <a:pt x="1447800" y="1419225"/>
                </a:moveTo>
                <a:lnTo>
                  <a:pt x="1476375" y="1419225"/>
                </a:lnTo>
                <a:lnTo>
                  <a:pt x="1476375" y="1438275"/>
                </a:lnTo>
                <a:lnTo>
                  <a:pt x="1466850" y="1438275"/>
                </a:lnTo>
                <a:lnTo>
                  <a:pt x="1466850" y="1447800"/>
                </a:lnTo>
                <a:lnTo>
                  <a:pt x="1457325" y="1447800"/>
                </a:lnTo>
                <a:lnTo>
                  <a:pt x="1457325" y="1466850"/>
                </a:lnTo>
                <a:lnTo>
                  <a:pt x="1438275" y="1466850"/>
                </a:lnTo>
                <a:lnTo>
                  <a:pt x="1438275" y="1457325"/>
                </a:lnTo>
                <a:lnTo>
                  <a:pt x="1447800" y="1457325"/>
                </a:lnTo>
                <a:lnTo>
                  <a:pt x="1447800" y="1447800"/>
                </a:lnTo>
                <a:lnTo>
                  <a:pt x="1438275" y="1447800"/>
                </a:lnTo>
                <a:lnTo>
                  <a:pt x="1438275" y="1438275"/>
                </a:lnTo>
                <a:lnTo>
                  <a:pt x="1419225" y="1438275"/>
                </a:lnTo>
                <a:lnTo>
                  <a:pt x="1419225" y="1428750"/>
                </a:lnTo>
                <a:lnTo>
                  <a:pt x="1447800" y="1428750"/>
                </a:lnTo>
                <a:close/>
                <a:moveTo>
                  <a:pt x="1600200" y="1419225"/>
                </a:moveTo>
                <a:lnTo>
                  <a:pt x="1628775" y="1419225"/>
                </a:lnTo>
                <a:lnTo>
                  <a:pt x="1628775" y="1428750"/>
                </a:lnTo>
                <a:lnTo>
                  <a:pt x="1600200" y="1428750"/>
                </a:lnTo>
                <a:close/>
                <a:moveTo>
                  <a:pt x="1123950" y="1428750"/>
                </a:moveTo>
                <a:lnTo>
                  <a:pt x="1133475" y="1428750"/>
                </a:lnTo>
                <a:lnTo>
                  <a:pt x="1133475" y="1447800"/>
                </a:lnTo>
                <a:lnTo>
                  <a:pt x="1123950" y="1447800"/>
                </a:lnTo>
                <a:close/>
                <a:moveTo>
                  <a:pt x="1323975" y="1428750"/>
                </a:moveTo>
                <a:lnTo>
                  <a:pt x="1381125" y="1428750"/>
                </a:lnTo>
                <a:lnTo>
                  <a:pt x="1381125" y="1438275"/>
                </a:lnTo>
                <a:lnTo>
                  <a:pt x="1400175" y="1438275"/>
                </a:lnTo>
                <a:lnTo>
                  <a:pt x="1400175" y="1428750"/>
                </a:lnTo>
                <a:lnTo>
                  <a:pt x="1409700" y="1428750"/>
                </a:lnTo>
                <a:lnTo>
                  <a:pt x="1409700" y="1438275"/>
                </a:lnTo>
                <a:lnTo>
                  <a:pt x="1400175" y="1438275"/>
                </a:lnTo>
                <a:lnTo>
                  <a:pt x="1400175" y="1447800"/>
                </a:lnTo>
                <a:lnTo>
                  <a:pt x="1390650" y="1447800"/>
                </a:lnTo>
                <a:lnTo>
                  <a:pt x="1390650" y="1466850"/>
                </a:lnTo>
                <a:lnTo>
                  <a:pt x="1371600" y="1466850"/>
                </a:lnTo>
                <a:lnTo>
                  <a:pt x="1371600" y="1457325"/>
                </a:lnTo>
                <a:lnTo>
                  <a:pt x="1381125" y="1457325"/>
                </a:lnTo>
                <a:lnTo>
                  <a:pt x="1381125" y="1447800"/>
                </a:lnTo>
                <a:lnTo>
                  <a:pt x="1371600" y="1447800"/>
                </a:lnTo>
                <a:lnTo>
                  <a:pt x="1371600" y="1438275"/>
                </a:lnTo>
                <a:lnTo>
                  <a:pt x="1323975" y="1438275"/>
                </a:lnTo>
                <a:close/>
                <a:moveTo>
                  <a:pt x="1581150" y="1428750"/>
                </a:moveTo>
                <a:lnTo>
                  <a:pt x="1590675" y="1428750"/>
                </a:lnTo>
                <a:lnTo>
                  <a:pt x="1590675" y="1438275"/>
                </a:lnTo>
                <a:lnTo>
                  <a:pt x="1581150" y="1438275"/>
                </a:lnTo>
                <a:close/>
                <a:moveTo>
                  <a:pt x="1628775" y="1428750"/>
                </a:moveTo>
                <a:lnTo>
                  <a:pt x="1638300" y="1428750"/>
                </a:lnTo>
                <a:lnTo>
                  <a:pt x="1638300" y="1438275"/>
                </a:lnTo>
                <a:lnTo>
                  <a:pt x="1628775" y="1438275"/>
                </a:lnTo>
                <a:close/>
                <a:moveTo>
                  <a:pt x="1571625" y="1438275"/>
                </a:moveTo>
                <a:lnTo>
                  <a:pt x="1581150" y="1438275"/>
                </a:lnTo>
                <a:lnTo>
                  <a:pt x="1581150" y="1447800"/>
                </a:lnTo>
                <a:lnTo>
                  <a:pt x="1571625" y="1447800"/>
                </a:lnTo>
                <a:close/>
                <a:moveTo>
                  <a:pt x="1762125" y="1438275"/>
                </a:moveTo>
                <a:lnTo>
                  <a:pt x="1771650" y="1438275"/>
                </a:lnTo>
                <a:lnTo>
                  <a:pt x="1771650" y="1447800"/>
                </a:lnTo>
                <a:lnTo>
                  <a:pt x="1781175" y="1447800"/>
                </a:lnTo>
                <a:lnTo>
                  <a:pt x="1781175" y="1457325"/>
                </a:lnTo>
                <a:lnTo>
                  <a:pt x="1752600" y="1457325"/>
                </a:lnTo>
                <a:lnTo>
                  <a:pt x="1752600" y="1447800"/>
                </a:lnTo>
                <a:lnTo>
                  <a:pt x="1762125" y="1447800"/>
                </a:lnTo>
                <a:close/>
                <a:moveTo>
                  <a:pt x="419100" y="1447800"/>
                </a:moveTo>
                <a:lnTo>
                  <a:pt x="428625" y="1447800"/>
                </a:lnTo>
                <a:lnTo>
                  <a:pt x="428625" y="1457325"/>
                </a:lnTo>
                <a:lnTo>
                  <a:pt x="419100" y="1457325"/>
                </a:lnTo>
                <a:close/>
                <a:moveTo>
                  <a:pt x="895350" y="1447800"/>
                </a:moveTo>
                <a:lnTo>
                  <a:pt x="904875" y="1447800"/>
                </a:lnTo>
                <a:lnTo>
                  <a:pt x="904875" y="1457325"/>
                </a:lnTo>
                <a:lnTo>
                  <a:pt x="895350" y="1457325"/>
                </a:lnTo>
                <a:close/>
                <a:moveTo>
                  <a:pt x="1114425" y="1447800"/>
                </a:moveTo>
                <a:lnTo>
                  <a:pt x="1123950" y="1447800"/>
                </a:lnTo>
                <a:lnTo>
                  <a:pt x="1123950" y="1457325"/>
                </a:lnTo>
                <a:lnTo>
                  <a:pt x="1114425" y="1457325"/>
                </a:lnTo>
                <a:close/>
                <a:moveTo>
                  <a:pt x="1562100" y="1447800"/>
                </a:moveTo>
                <a:lnTo>
                  <a:pt x="1571625" y="1447800"/>
                </a:lnTo>
                <a:lnTo>
                  <a:pt x="1571625" y="1457325"/>
                </a:lnTo>
                <a:lnTo>
                  <a:pt x="1562100" y="1457325"/>
                </a:lnTo>
                <a:close/>
                <a:moveTo>
                  <a:pt x="1695450" y="1447800"/>
                </a:moveTo>
                <a:lnTo>
                  <a:pt x="1704975" y="1447800"/>
                </a:lnTo>
                <a:lnTo>
                  <a:pt x="1704975" y="1457325"/>
                </a:lnTo>
                <a:lnTo>
                  <a:pt x="1695450" y="1457325"/>
                </a:lnTo>
                <a:close/>
                <a:moveTo>
                  <a:pt x="1504950" y="1457325"/>
                </a:moveTo>
                <a:lnTo>
                  <a:pt x="1514475" y="1457325"/>
                </a:lnTo>
                <a:lnTo>
                  <a:pt x="1514475" y="1466850"/>
                </a:lnTo>
                <a:lnTo>
                  <a:pt x="1504950" y="1466850"/>
                </a:lnTo>
                <a:close/>
                <a:moveTo>
                  <a:pt x="1571625" y="1457325"/>
                </a:moveTo>
                <a:lnTo>
                  <a:pt x="1581150" y="1457325"/>
                </a:lnTo>
                <a:lnTo>
                  <a:pt x="1581150" y="1466850"/>
                </a:lnTo>
                <a:lnTo>
                  <a:pt x="1571625" y="1466850"/>
                </a:lnTo>
                <a:close/>
                <a:moveTo>
                  <a:pt x="1628775" y="1457325"/>
                </a:moveTo>
                <a:lnTo>
                  <a:pt x="1638300" y="1457325"/>
                </a:lnTo>
                <a:lnTo>
                  <a:pt x="1638300" y="1466850"/>
                </a:lnTo>
                <a:lnTo>
                  <a:pt x="1628775" y="1466850"/>
                </a:lnTo>
                <a:close/>
                <a:moveTo>
                  <a:pt x="1647825" y="1457325"/>
                </a:moveTo>
                <a:lnTo>
                  <a:pt x="1666875" y="1457325"/>
                </a:lnTo>
                <a:lnTo>
                  <a:pt x="1666875" y="1466850"/>
                </a:lnTo>
                <a:lnTo>
                  <a:pt x="1647825" y="1466850"/>
                </a:lnTo>
                <a:close/>
                <a:moveTo>
                  <a:pt x="1428750" y="1495425"/>
                </a:moveTo>
                <a:lnTo>
                  <a:pt x="1447800" y="1495425"/>
                </a:lnTo>
                <a:lnTo>
                  <a:pt x="1447800" y="1504950"/>
                </a:lnTo>
                <a:lnTo>
                  <a:pt x="1428750" y="1504950"/>
                </a:lnTo>
                <a:close/>
                <a:moveTo>
                  <a:pt x="1628775" y="1495425"/>
                </a:moveTo>
                <a:lnTo>
                  <a:pt x="1666875" y="1495425"/>
                </a:lnTo>
                <a:lnTo>
                  <a:pt x="1666875" y="1504950"/>
                </a:lnTo>
                <a:lnTo>
                  <a:pt x="1628775" y="1504950"/>
                </a:lnTo>
                <a:close/>
                <a:moveTo>
                  <a:pt x="1695450" y="1495425"/>
                </a:moveTo>
                <a:lnTo>
                  <a:pt x="1733550" y="1495425"/>
                </a:lnTo>
                <a:lnTo>
                  <a:pt x="1733550" y="1504950"/>
                </a:lnTo>
                <a:lnTo>
                  <a:pt x="1695450" y="1504950"/>
                </a:lnTo>
                <a:close/>
                <a:moveTo>
                  <a:pt x="200025" y="1504950"/>
                </a:moveTo>
                <a:lnTo>
                  <a:pt x="209550" y="1504950"/>
                </a:lnTo>
                <a:lnTo>
                  <a:pt x="209550" y="1514475"/>
                </a:lnTo>
                <a:lnTo>
                  <a:pt x="200025" y="1514475"/>
                </a:lnTo>
                <a:close/>
                <a:moveTo>
                  <a:pt x="1485900" y="1504950"/>
                </a:moveTo>
                <a:lnTo>
                  <a:pt x="1514475" y="1504950"/>
                </a:lnTo>
                <a:lnTo>
                  <a:pt x="1514475" y="1514475"/>
                </a:lnTo>
                <a:lnTo>
                  <a:pt x="1485900" y="1514475"/>
                </a:lnTo>
                <a:close/>
                <a:moveTo>
                  <a:pt x="1609725" y="1504950"/>
                </a:moveTo>
                <a:lnTo>
                  <a:pt x="1619250" y="1504950"/>
                </a:lnTo>
                <a:lnTo>
                  <a:pt x="1619250" y="1533525"/>
                </a:lnTo>
                <a:lnTo>
                  <a:pt x="1609725" y="1533525"/>
                </a:lnTo>
                <a:close/>
                <a:moveTo>
                  <a:pt x="457200" y="1514475"/>
                </a:moveTo>
                <a:lnTo>
                  <a:pt x="466725" y="1514475"/>
                </a:lnTo>
                <a:lnTo>
                  <a:pt x="466725" y="1524000"/>
                </a:lnTo>
                <a:lnTo>
                  <a:pt x="457200" y="1524000"/>
                </a:lnTo>
                <a:close/>
                <a:moveTo>
                  <a:pt x="609600" y="1514475"/>
                </a:moveTo>
                <a:lnTo>
                  <a:pt x="628650" y="1514475"/>
                </a:lnTo>
                <a:lnTo>
                  <a:pt x="628650" y="1524000"/>
                </a:lnTo>
                <a:lnTo>
                  <a:pt x="609600" y="1524000"/>
                </a:lnTo>
                <a:close/>
                <a:moveTo>
                  <a:pt x="1238250" y="1524000"/>
                </a:moveTo>
                <a:lnTo>
                  <a:pt x="1247775" y="1524000"/>
                </a:lnTo>
                <a:lnTo>
                  <a:pt x="1247775" y="1533525"/>
                </a:lnTo>
                <a:lnTo>
                  <a:pt x="1238250" y="1533525"/>
                </a:lnTo>
                <a:close/>
                <a:moveTo>
                  <a:pt x="1247775" y="1533525"/>
                </a:moveTo>
                <a:lnTo>
                  <a:pt x="1257300" y="1533525"/>
                </a:lnTo>
                <a:lnTo>
                  <a:pt x="1257300" y="1543050"/>
                </a:lnTo>
                <a:lnTo>
                  <a:pt x="1247775" y="1543050"/>
                </a:lnTo>
                <a:close/>
                <a:moveTo>
                  <a:pt x="1514475" y="1533525"/>
                </a:moveTo>
                <a:lnTo>
                  <a:pt x="1524000" y="1533525"/>
                </a:lnTo>
                <a:lnTo>
                  <a:pt x="1524000" y="1543050"/>
                </a:lnTo>
                <a:lnTo>
                  <a:pt x="1514475" y="1543050"/>
                </a:lnTo>
                <a:close/>
                <a:moveTo>
                  <a:pt x="1619250" y="1533525"/>
                </a:moveTo>
                <a:lnTo>
                  <a:pt x="1647825" y="1533525"/>
                </a:lnTo>
                <a:lnTo>
                  <a:pt x="1647825" y="1543050"/>
                </a:lnTo>
                <a:lnTo>
                  <a:pt x="1676400" y="1543050"/>
                </a:lnTo>
                <a:lnTo>
                  <a:pt x="1676400" y="1533525"/>
                </a:lnTo>
                <a:lnTo>
                  <a:pt x="1685925" y="1533525"/>
                </a:lnTo>
                <a:lnTo>
                  <a:pt x="1685925" y="1543050"/>
                </a:lnTo>
                <a:lnTo>
                  <a:pt x="1695450" y="1543050"/>
                </a:lnTo>
                <a:lnTo>
                  <a:pt x="1695450" y="1552575"/>
                </a:lnTo>
                <a:lnTo>
                  <a:pt x="1676400" y="1552575"/>
                </a:lnTo>
                <a:lnTo>
                  <a:pt x="1676400" y="1581150"/>
                </a:lnTo>
                <a:lnTo>
                  <a:pt x="1666875" y="1581150"/>
                </a:lnTo>
                <a:lnTo>
                  <a:pt x="1666875" y="1562100"/>
                </a:lnTo>
                <a:lnTo>
                  <a:pt x="1657350" y="1562100"/>
                </a:lnTo>
                <a:lnTo>
                  <a:pt x="1657350" y="1552575"/>
                </a:lnTo>
                <a:lnTo>
                  <a:pt x="1638300" y="1552575"/>
                </a:lnTo>
                <a:lnTo>
                  <a:pt x="1638300" y="1581150"/>
                </a:lnTo>
                <a:lnTo>
                  <a:pt x="1628775" y="1581150"/>
                </a:lnTo>
                <a:lnTo>
                  <a:pt x="1628775" y="1562100"/>
                </a:lnTo>
                <a:lnTo>
                  <a:pt x="1619250" y="1562100"/>
                </a:lnTo>
                <a:lnTo>
                  <a:pt x="1619250" y="1552575"/>
                </a:lnTo>
                <a:lnTo>
                  <a:pt x="1609725" y="1552575"/>
                </a:lnTo>
                <a:lnTo>
                  <a:pt x="1609725" y="1543050"/>
                </a:lnTo>
                <a:lnTo>
                  <a:pt x="1619250" y="1543050"/>
                </a:lnTo>
                <a:close/>
                <a:moveTo>
                  <a:pt x="542925" y="1543050"/>
                </a:moveTo>
                <a:lnTo>
                  <a:pt x="571500" y="1543050"/>
                </a:lnTo>
                <a:lnTo>
                  <a:pt x="571500" y="1552575"/>
                </a:lnTo>
                <a:lnTo>
                  <a:pt x="552450" y="1552575"/>
                </a:lnTo>
                <a:lnTo>
                  <a:pt x="552450" y="1562100"/>
                </a:lnTo>
                <a:lnTo>
                  <a:pt x="542925" y="1562100"/>
                </a:lnTo>
                <a:close/>
                <a:moveTo>
                  <a:pt x="1524000" y="1543050"/>
                </a:moveTo>
                <a:lnTo>
                  <a:pt x="1533525" y="1543050"/>
                </a:lnTo>
                <a:lnTo>
                  <a:pt x="1533525" y="1552575"/>
                </a:lnTo>
                <a:lnTo>
                  <a:pt x="1552575" y="1552575"/>
                </a:lnTo>
                <a:lnTo>
                  <a:pt x="1552575" y="1571625"/>
                </a:lnTo>
                <a:lnTo>
                  <a:pt x="1543050" y="1571625"/>
                </a:lnTo>
                <a:lnTo>
                  <a:pt x="1543050" y="1562100"/>
                </a:lnTo>
                <a:lnTo>
                  <a:pt x="1533525" y="1562100"/>
                </a:lnTo>
                <a:lnTo>
                  <a:pt x="1533525" y="1571625"/>
                </a:lnTo>
                <a:lnTo>
                  <a:pt x="1504950" y="1571625"/>
                </a:lnTo>
                <a:lnTo>
                  <a:pt x="1504950" y="1562100"/>
                </a:lnTo>
                <a:lnTo>
                  <a:pt x="1485900" y="1562100"/>
                </a:lnTo>
                <a:lnTo>
                  <a:pt x="1485900" y="1552575"/>
                </a:lnTo>
                <a:lnTo>
                  <a:pt x="1524000" y="1552575"/>
                </a:lnTo>
                <a:close/>
                <a:moveTo>
                  <a:pt x="1409700" y="1552575"/>
                </a:moveTo>
                <a:lnTo>
                  <a:pt x="1428750" y="1552575"/>
                </a:lnTo>
                <a:lnTo>
                  <a:pt x="1428750" y="1562100"/>
                </a:lnTo>
                <a:lnTo>
                  <a:pt x="1409700" y="1562100"/>
                </a:lnTo>
                <a:close/>
                <a:moveTo>
                  <a:pt x="1457325" y="1552575"/>
                </a:moveTo>
                <a:lnTo>
                  <a:pt x="1466850" y="1552575"/>
                </a:lnTo>
                <a:lnTo>
                  <a:pt x="1466850" y="1562100"/>
                </a:lnTo>
                <a:lnTo>
                  <a:pt x="1457325" y="1562100"/>
                </a:lnTo>
                <a:close/>
                <a:moveTo>
                  <a:pt x="1685925" y="1562100"/>
                </a:moveTo>
                <a:lnTo>
                  <a:pt x="1695450" y="1562100"/>
                </a:lnTo>
                <a:lnTo>
                  <a:pt x="1695450" y="1571625"/>
                </a:lnTo>
                <a:lnTo>
                  <a:pt x="1685925" y="1571625"/>
                </a:lnTo>
                <a:close/>
                <a:moveTo>
                  <a:pt x="209550" y="1581150"/>
                </a:moveTo>
                <a:lnTo>
                  <a:pt x="238125" y="1581150"/>
                </a:lnTo>
                <a:lnTo>
                  <a:pt x="238125" y="1590675"/>
                </a:lnTo>
                <a:lnTo>
                  <a:pt x="209550" y="1590675"/>
                </a:lnTo>
                <a:close/>
                <a:moveTo>
                  <a:pt x="1762125" y="1581150"/>
                </a:moveTo>
                <a:lnTo>
                  <a:pt x="1771650" y="1581150"/>
                </a:lnTo>
                <a:lnTo>
                  <a:pt x="1771650" y="1590675"/>
                </a:lnTo>
                <a:lnTo>
                  <a:pt x="1762125" y="1590675"/>
                </a:lnTo>
                <a:close/>
                <a:moveTo>
                  <a:pt x="171450" y="1590675"/>
                </a:moveTo>
                <a:lnTo>
                  <a:pt x="180975" y="1590675"/>
                </a:lnTo>
                <a:lnTo>
                  <a:pt x="180975" y="1600200"/>
                </a:lnTo>
                <a:lnTo>
                  <a:pt x="171450" y="1600200"/>
                </a:lnTo>
                <a:close/>
                <a:moveTo>
                  <a:pt x="1695450" y="1590675"/>
                </a:moveTo>
                <a:lnTo>
                  <a:pt x="1714500" y="1590675"/>
                </a:lnTo>
                <a:lnTo>
                  <a:pt x="1714500" y="1600200"/>
                </a:lnTo>
                <a:lnTo>
                  <a:pt x="1695450" y="1600200"/>
                </a:lnTo>
                <a:close/>
                <a:moveTo>
                  <a:pt x="1076325" y="1619250"/>
                </a:moveTo>
                <a:lnTo>
                  <a:pt x="1104900" y="1619250"/>
                </a:lnTo>
                <a:lnTo>
                  <a:pt x="1104900" y="1628775"/>
                </a:lnTo>
                <a:lnTo>
                  <a:pt x="1095375" y="1628775"/>
                </a:lnTo>
                <a:lnTo>
                  <a:pt x="1095375" y="1638300"/>
                </a:lnTo>
                <a:lnTo>
                  <a:pt x="1085850" y="1638300"/>
                </a:lnTo>
                <a:lnTo>
                  <a:pt x="1085850" y="1628775"/>
                </a:lnTo>
                <a:lnTo>
                  <a:pt x="1076325" y="1628775"/>
                </a:lnTo>
                <a:close/>
                <a:moveTo>
                  <a:pt x="1714500" y="1619250"/>
                </a:moveTo>
                <a:lnTo>
                  <a:pt x="1724025" y="1619250"/>
                </a:lnTo>
                <a:lnTo>
                  <a:pt x="1724025" y="1628775"/>
                </a:lnTo>
                <a:lnTo>
                  <a:pt x="1733550" y="1628775"/>
                </a:lnTo>
                <a:lnTo>
                  <a:pt x="1733550" y="1638300"/>
                </a:lnTo>
                <a:lnTo>
                  <a:pt x="1695450" y="1638300"/>
                </a:lnTo>
                <a:lnTo>
                  <a:pt x="1695450" y="1628775"/>
                </a:lnTo>
                <a:lnTo>
                  <a:pt x="1714500" y="1628775"/>
                </a:lnTo>
                <a:close/>
                <a:moveTo>
                  <a:pt x="666750" y="1628775"/>
                </a:moveTo>
                <a:lnTo>
                  <a:pt x="676275" y="1628775"/>
                </a:lnTo>
                <a:lnTo>
                  <a:pt x="676275" y="1638300"/>
                </a:lnTo>
                <a:lnTo>
                  <a:pt x="666750" y="1638300"/>
                </a:lnTo>
                <a:close/>
                <a:moveTo>
                  <a:pt x="781050" y="1628775"/>
                </a:moveTo>
                <a:lnTo>
                  <a:pt x="790575" y="1628775"/>
                </a:lnTo>
                <a:lnTo>
                  <a:pt x="790575" y="1638300"/>
                </a:lnTo>
                <a:lnTo>
                  <a:pt x="781050" y="1638300"/>
                </a:lnTo>
                <a:close/>
                <a:moveTo>
                  <a:pt x="962025" y="1628775"/>
                </a:moveTo>
                <a:lnTo>
                  <a:pt x="971550" y="1628775"/>
                </a:lnTo>
                <a:lnTo>
                  <a:pt x="971550" y="1638300"/>
                </a:lnTo>
                <a:lnTo>
                  <a:pt x="962025" y="1638300"/>
                </a:lnTo>
                <a:close/>
                <a:moveTo>
                  <a:pt x="323850" y="1638300"/>
                </a:moveTo>
                <a:lnTo>
                  <a:pt x="333375" y="1638300"/>
                </a:lnTo>
                <a:lnTo>
                  <a:pt x="333375" y="1647825"/>
                </a:lnTo>
                <a:lnTo>
                  <a:pt x="323850" y="1647825"/>
                </a:lnTo>
                <a:close/>
                <a:moveTo>
                  <a:pt x="495300" y="1638300"/>
                </a:moveTo>
                <a:lnTo>
                  <a:pt x="523875" y="1638300"/>
                </a:lnTo>
                <a:lnTo>
                  <a:pt x="523875" y="1657350"/>
                </a:lnTo>
                <a:lnTo>
                  <a:pt x="504825" y="1657350"/>
                </a:lnTo>
                <a:lnTo>
                  <a:pt x="504825" y="1647825"/>
                </a:lnTo>
                <a:lnTo>
                  <a:pt x="495300" y="1647825"/>
                </a:lnTo>
                <a:close/>
                <a:moveTo>
                  <a:pt x="1104900" y="1638300"/>
                </a:moveTo>
                <a:lnTo>
                  <a:pt x="1114425" y="1638300"/>
                </a:lnTo>
                <a:lnTo>
                  <a:pt x="1114425" y="1647825"/>
                </a:lnTo>
                <a:lnTo>
                  <a:pt x="1104900" y="1647825"/>
                </a:lnTo>
                <a:close/>
                <a:moveTo>
                  <a:pt x="1666875" y="1638300"/>
                </a:moveTo>
                <a:lnTo>
                  <a:pt x="1685925" y="1638300"/>
                </a:lnTo>
                <a:lnTo>
                  <a:pt x="1685925" y="1666875"/>
                </a:lnTo>
                <a:lnTo>
                  <a:pt x="1676400" y="1666875"/>
                </a:lnTo>
                <a:lnTo>
                  <a:pt x="1676400" y="1657350"/>
                </a:lnTo>
                <a:lnTo>
                  <a:pt x="1666875" y="1657350"/>
                </a:lnTo>
                <a:close/>
                <a:moveTo>
                  <a:pt x="552450" y="1647825"/>
                </a:moveTo>
                <a:lnTo>
                  <a:pt x="561975" y="1647825"/>
                </a:lnTo>
                <a:lnTo>
                  <a:pt x="561975" y="1657350"/>
                </a:lnTo>
                <a:lnTo>
                  <a:pt x="552450" y="1657350"/>
                </a:lnTo>
                <a:close/>
                <a:moveTo>
                  <a:pt x="647700" y="1647825"/>
                </a:moveTo>
                <a:lnTo>
                  <a:pt x="666750" y="1647825"/>
                </a:lnTo>
                <a:lnTo>
                  <a:pt x="666750" y="1657350"/>
                </a:lnTo>
                <a:lnTo>
                  <a:pt x="657225" y="1657350"/>
                </a:lnTo>
                <a:lnTo>
                  <a:pt x="657225" y="1666875"/>
                </a:lnTo>
                <a:lnTo>
                  <a:pt x="647700" y="1666875"/>
                </a:lnTo>
                <a:close/>
                <a:moveTo>
                  <a:pt x="1133475" y="1657350"/>
                </a:moveTo>
                <a:lnTo>
                  <a:pt x="1143000" y="1657350"/>
                </a:lnTo>
                <a:lnTo>
                  <a:pt x="1143000" y="1666875"/>
                </a:lnTo>
                <a:lnTo>
                  <a:pt x="1133475" y="1666875"/>
                </a:lnTo>
                <a:close/>
                <a:moveTo>
                  <a:pt x="276225" y="1676400"/>
                </a:moveTo>
                <a:lnTo>
                  <a:pt x="285750" y="1676400"/>
                </a:lnTo>
                <a:lnTo>
                  <a:pt x="285750" y="1685925"/>
                </a:lnTo>
                <a:lnTo>
                  <a:pt x="276225" y="1685925"/>
                </a:lnTo>
                <a:close/>
                <a:moveTo>
                  <a:pt x="657225" y="1685925"/>
                </a:moveTo>
                <a:lnTo>
                  <a:pt x="666750" y="1685925"/>
                </a:lnTo>
                <a:lnTo>
                  <a:pt x="666750" y="1695450"/>
                </a:lnTo>
                <a:lnTo>
                  <a:pt x="657225" y="1695450"/>
                </a:lnTo>
                <a:close/>
                <a:moveTo>
                  <a:pt x="1104900" y="1685925"/>
                </a:moveTo>
                <a:lnTo>
                  <a:pt x="1114425" y="1685925"/>
                </a:lnTo>
                <a:lnTo>
                  <a:pt x="1114425" y="1695450"/>
                </a:lnTo>
                <a:lnTo>
                  <a:pt x="1104900" y="1695450"/>
                </a:lnTo>
                <a:close/>
                <a:moveTo>
                  <a:pt x="1724025" y="1685925"/>
                </a:moveTo>
                <a:lnTo>
                  <a:pt x="1733550" y="1685925"/>
                </a:lnTo>
                <a:lnTo>
                  <a:pt x="1733550" y="1695450"/>
                </a:lnTo>
                <a:lnTo>
                  <a:pt x="1724025" y="1695450"/>
                </a:lnTo>
                <a:close/>
                <a:moveTo>
                  <a:pt x="190500" y="1695450"/>
                </a:moveTo>
                <a:lnTo>
                  <a:pt x="200025" y="1695450"/>
                </a:lnTo>
                <a:lnTo>
                  <a:pt x="200025" y="1704975"/>
                </a:lnTo>
                <a:lnTo>
                  <a:pt x="190500" y="1704975"/>
                </a:lnTo>
                <a:close/>
                <a:moveTo>
                  <a:pt x="1076325" y="1695450"/>
                </a:moveTo>
                <a:lnTo>
                  <a:pt x="1104900" y="1695450"/>
                </a:lnTo>
                <a:lnTo>
                  <a:pt x="1104900" y="1704975"/>
                </a:lnTo>
                <a:lnTo>
                  <a:pt x="1076325" y="1704975"/>
                </a:lnTo>
                <a:close/>
                <a:moveTo>
                  <a:pt x="1714500" y="1695450"/>
                </a:moveTo>
                <a:lnTo>
                  <a:pt x="1724025" y="1695450"/>
                </a:lnTo>
                <a:lnTo>
                  <a:pt x="1724025" y="1704975"/>
                </a:lnTo>
                <a:lnTo>
                  <a:pt x="1714500" y="1704975"/>
                </a:lnTo>
                <a:close/>
                <a:moveTo>
                  <a:pt x="1724025" y="1704975"/>
                </a:moveTo>
                <a:lnTo>
                  <a:pt x="1733550" y="1704975"/>
                </a:lnTo>
                <a:lnTo>
                  <a:pt x="1733550" y="1714500"/>
                </a:lnTo>
                <a:lnTo>
                  <a:pt x="1724025" y="1714500"/>
                </a:lnTo>
                <a:close/>
                <a:moveTo>
                  <a:pt x="180975" y="1714500"/>
                </a:moveTo>
                <a:lnTo>
                  <a:pt x="200025" y="1714500"/>
                </a:lnTo>
                <a:lnTo>
                  <a:pt x="200025" y="1743075"/>
                </a:lnTo>
                <a:lnTo>
                  <a:pt x="190500" y="1743075"/>
                </a:lnTo>
                <a:lnTo>
                  <a:pt x="190500" y="1733550"/>
                </a:lnTo>
                <a:lnTo>
                  <a:pt x="180975" y="1733550"/>
                </a:lnTo>
                <a:close/>
                <a:moveTo>
                  <a:pt x="819150" y="1714500"/>
                </a:moveTo>
                <a:lnTo>
                  <a:pt x="828675" y="1714500"/>
                </a:lnTo>
                <a:lnTo>
                  <a:pt x="828675" y="1724025"/>
                </a:lnTo>
                <a:lnTo>
                  <a:pt x="819150" y="1724025"/>
                </a:lnTo>
                <a:close/>
                <a:moveTo>
                  <a:pt x="1666875" y="1714500"/>
                </a:moveTo>
                <a:lnTo>
                  <a:pt x="1676400" y="1714500"/>
                </a:lnTo>
                <a:lnTo>
                  <a:pt x="1676400" y="1724025"/>
                </a:lnTo>
                <a:lnTo>
                  <a:pt x="1685925" y="1724025"/>
                </a:lnTo>
                <a:lnTo>
                  <a:pt x="1685925" y="1733550"/>
                </a:lnTo>
                <a:lnTo>
                  <a:pt x="1666875" y="1733550"/>
                </a:lnTo>
                <a:close/>
                <a:moveTo>
                  <a:pt x="733425" y="1724025"/>
                </a:moveTo>
                <a:lnTo>
                  <a:pt x="742950" y="1724025"/>
                </a:lnTo>
                <a:lnTo>
                  <a:pt x="742950" y="1733550"/>
                </a:lnTo>
                <a:lnTo>
                  <a:pt x="733425" y="1733550"/>
                </a:lnTo>
                <a:close/>
                <a:moveTo>
                  <a:pt x="771525" y="1724025"/>
                </a:moveTo>
                <a:lnTo>
                  <a:pt x="781050" y="1724025"/>
                </a:lnTo>
                <a:lnTo>
                  <a:pt x="781050" y="1733550"/>
                </a:lnTo>
                <a:lnTo>
                  <a:pt x="771525" y="1733550"/>
                </a:lnTo>
                <a:close/>
                <a:moveTo>
                  <a:pt x="800100" y="1724025"/>
                </a:moveTo>
                <a:lnTo>
                  <a:pt x="819150" y="1724025"/>
                </a:lnTo>
                <a:lnTo>
                  <a:pt x="819150" y="1733550"/>
                </a:lnTo>
                <a:lnTo>
                  <a:pt x="800100" y="1733550"/>
                </a:lnTo>
                <a:close/>
                <a:moveTo>
                  <a:pt x="942975" y="1724025"/>
                </a:moveTo>
                <a:lnTo>
                  <a:pt x="962025" y="1724025"/>
                </a:lnTo>
                <a:lnTo>
                  <a:pt x="962025" y="1733550"/>
                </a:lnTo>
                <a:lnTo>
                  <a:pt x="942975" y="1733550"/>
                </a:lnTo>
                <a:close/>
                <a:moveTo>
                  <a:pt x="1724025" y="1724025"/>
                </a:moveTo>
                <a:lnTo>
                  <a:pt x="1752600" y="1724025"/>
                </a:lnTo>
                <a:lnTo>
                  <a:pt x="1752600" y="1733550"/>
                </a:lnTo>
                <a:lnTo>
                  <a:pt x="1724025" y="1733550"/>
                </a:lnTo>
                <a:close/>
                <a:moveTo>
                  <a:pt x="247650" y="1762125"/>
                </a:moveTo>
                <a:lnTo>
                  <a:pt x="257175" y="1762125"/>
                </a:lnTo>
                <a:lnTo>
                  <a:pt x="257175" y="1771650"/>
                </a:lnTo>
                <a:lnTo>
                  <a:pt x="247650" y="1771650"/>
                </a:lnTo>
                <a:close/>
                <a:moveTo>
                  <a:pt x="533400" y="1762125"/>
                </a:moveTo>
                <a:lnTo>
                  <a:pt x="571500" y="1762125"/>
                </a:lnTo>
                <a:lnTo>
                  <a:pt x="571500" y="1771650"/>
                </a:lnTo>
                <a:lnTo>
                  <a:pt x="533400" y="1771650"/>
                </a:lnTo>
                <a:close/>
                <a:moveTo>
                  <a:pt x="590550" y="1762125"/>
                </a:moveTo>
                <a:lnTo>
                  <a:pt x="600075" y="1762125"/>
                </a:lnTo>
                <a:lnTo>
                  <a:pt x="600075" y="1771650"/>
                </a:lnTo>
                <a:lnTo>
                  <a:pt x="590550" y="1771650"/>
                </a:lnTo>
                <a:close/>
                <a:moveTo>
                  <a:pt x="704850" y="1762125"/>
                </a:moveTo>
                <a:lnTo>
                  <a:pt x="733425" y="1762125"/>
                </a:lnTo>
                <a:lnTo>
                  <a:pt x="733425" y="1771650"/>
                </a:lnTo>
                <a:lnTo>
                  <a:pt x="714375" y="1771650"/>
                </a:lnTo>
                <a:lnTo>
                  <a:pt x="714375" y="1781175"/>
                </a:lnTo>
                <a:lnTo>
                  <a:pt x="704850" y="1781175"/>
                </a:lnTo>
                <a:close/>
                <a:moveTo>
                  <a:pt x="771525" y="1762125"/>
                </a:moveTo>
                <a:lnTo>
                  <a:pt x="781050" y="1762125"/>
                </a:lnTo>
                <a:lnTo>
                  <a:pt x="781050" y="1771650"/>
                </a:lnTo>
                <a:lnTo>
                  <a:pt x="771525" y="1771650"/>
                </a:lnTo>
                <a:close/>
                <a:moveTo>
                  <a:pt x="1647825" y="1762125"/>
                </a:moveTo>
                <a:lnTo>
                  <a:pt x="1666875" y="1762125"/>
                </a:lnTo>
                <a:lnTo>
                  <a:pt x="1666875" y="1771650"/>
                </a:lnTo>
                <a:lnTo>
                  <a:pt x="1647825" y="1771650"/>
                </a:lnTo>
                <a:close/>
                <a:moveTo>
                  <a:pt x="0" y="1771650"/>
                </a:moveTo>
                <a:lnTo>
                  <a:pt x="9525" y="1771650"/>
                </a:lnTo>
                <a:lnTo>
                  <a:pt x="9525" y="1781175"/>
                </a:lnTo>
                <a:lnTo>
                  <a:pt x="0" y="1781175"/>
                </a:lnTo>
                <a:close/>
                <a:moveTo>
                  <a:pt x="552450" y="1781175"/>
                </a:moveTo>
                <a:lnTo>
                  <a:pt x="561975" y="1781175"/>
                </a:lnTo>
                <a:lnTo>
                  <a:pt x="561975" y="1790700"/>
                </a:lnTo>
                <a:lnTo>
                  <a:pt x="552450" y="1790700"/>
                </a:lnTo>
                <a:close/>
                <a:moveTo>
                  <a:pt x="590550" y="1781175"/>
                </a:moveTo>
                <a:lnTo>
                  <a:pt x="600075" y="1781175"/>
                </a:lnTo>
                <a:lnTo>
                  <a:pt x="600075" y="1790700"/>
                </a:lnTo>
                <a:lnTo>
                  <a:pt x="590550" y="1790700"/>
                </a:lnTo>
                <a:close/>
                <a:moveTo>
                  <a:pt x="676275" y="1781175"/>
                </a:moveTo>
                <a:lnTo>
                  <a:pt x="685800" y="1781175"/>
                </a:lnTo>
                <a:lnTo>
                  <a:pt x="685800" y="1790700"/>
                </a:lnTo>
                <a:lnTo>
                  <a:pt x="676275" y="1790700"/>
                </a:lnTo>
                <a:close/>
                <a:moveTo>
                  <a:pt x="695325" y="1781175"/>
                </a:moveTo>
                <a:lnTo>
                  <a:pt x="704850" y="1781175"/>
                </a:lnTo>
                <a:lnTo>
                  <a:pt x="704850" y="1790700"/>
                </a:lnTo>
                <a:lnTo>
                  <a:pt x="695325" y="1790700"/>
                </a:lnTo>
                <a:close/>
                <a:moveTo>
                  <a:pt x="857250" y="1781175"/>
                </a:moveTo>
                <a:lnTo>
                  <a:pt x="876300" y="1781175"/>
                </a:lnTo>
                <a:lnTo>
                  <a:pt x="876300" y="1790700"/>
                </a:lnTo>
                <a:lnTo>
                  <a:pt x="866775" y="1790700"/>
                </a:lnTo>
                <a:lnTo>
                  <a:pt x="866775" y="1800225"/>
                </a:lnTo>
                <a:lnTo>
                  <a:pt x="847725" y="1800225"/>
                </a:lnTo>
                <a:lnTo>
                  <a:pt x="847725" y="1790700"/>
                </a:lnTo>
                <a:lnTo>
                  <a:pt x="857250" y="1790700"/>
                </a:lnTo>
                <a:close/>
                <a:moveTo>
                  <a:pt x="895350" y="1781175"/>
                </a:moveTo>
                <a:lnTo>
                  <a:pt x="904875" y="1781175"/>
                </a:lnTo>
                <a:lnTo>
                  <a:pt x="904875" y="1790700"/>
                </a:lnTo>
                <a:lnTo>
                  <a:pt x="895350" y="1790700"/>
                </a:lnTo>
                <a:close/>
                <a:moveTo>
                  <a:pt x="647700" y="1790700"/>
                </a:moveTo>
                <a:lnTo>
                  <a:pt x="657225" y="1790700"/>
                </a:lnTo>
                <a:lnTo>
                  <a:pt x="657225" y="1800225"/>
                </a:lnTo>
                <a:lnTo>
                  <a:pt x="647700" y="1800225"/>
                </a:lnTo>
                <a:close/>
                <a:moveTo>
                  <a:pt x="1609725" y="1790700"/>
                </a:moveTo>
                <a:lnTo>
                  <a:pt x="1638300" y="1790700"/>
                </a:lnTo>
                <a:lnTo>
                  <a:pt x="1638300" y="1800225"/>
                </a:lnTo>
                <a:lnTo>
                  <a:pt x="1619250" y="1800225"/>
                </a:lnTo>
                <a:lnTo>
                  <a:pt x="1619250" y="1809750"/>
                </a:lnTo>
                <a:lnTo>
                  <a:pt x="1609725" y="1809750"/>
                </a:lnTo>
                <a:lnTo>
                  <a:pt x="1609725" y="1847850"/>
                </a:lnTo>
                <a:lnTo>
                  <a:pt x="1590675" y="1847850"/>
                </a:lnTo>
                <a:lnTo>
                  <a:pt x="1590675" y="1809750"/>
                </a:lnTo>
                <a:lnTo>
                  <a:pt x="1600200" y="1809750"/>
                </a:lnTo>
                <a:lnTo>
                  <a:pt x="1600200" y="1800225"/>
                </a:lnTo>
                <a:lnTo>
                  <a:pt x="1609725" y="1800225"/>
                </a:lnTo>
                <a:close/>
                <a:moveTo>
                  <a:pt x="685800" y="1800225"/>
                </a:moveTo>
                <a:lnTo>
                  <a:pt x="695325" y="1800225"/>
                </a:lnTo>
                <a:lnTo>
                  <a:pt x="695325" y="1809750"/>
                </a:lnTo>
                <a:lnTo>
                  <a:pt x="685800" y="1809750"/>
                </a:lnTo>
                <a:close/>
                <a:moveTo>
                  <a:pt x="1362075" y="1800225"/>
                </a:moveTo>
                <a:lnTo>
                  <a:pt x="1371600" y="1800225"/>
                </a:lnTo>
                <a:lnTo>
                  <a:pt x="1371600" y="1809750"/>
                </a:lnTo>
                <a:lnTo>
                  <a:pt x="1362075" y="1809750"/>
                </a:lnTo>
                <a:close/>
                <a:moveTo>
                  <a:pt x="752475" y="1809750"/>
                </a:moveTo>
                <a:lnTo>
                  <a:pt x="762000" y="1809750"/>
                </a:lnTo>
                <a:lnTo>
                  <a:pt x="762000" y="1819275"/>
                </a:lnTo>
                <a:lnTo>
                  <a:pt x="752475" y="1819275"/>
                </a:lnTo>
                <a:close/>
                <a:moveTo>
                  <a:pt x="1276350" y="1809750"/>
                </a:moveTo>
                <a:lnTo>
                  <a:pt x="1285875" y="1809750"/>
                </a:lnTo>
                <a:lnTo>
                  <a:pt x="1285875" y="1828800"/>
                </a:lnTo>
                <a:lnTo>
                  <a:pt x="1266825" y="1828800"/>
                </a:lnTo>
                <a:lnTo>
                  <a:pt x="1266825" y="1819275"/>
                </a:lnTo>
                <a:lnTo>
                  <a:pt x="1276350" y="1819275"/>
                </a:lnTo>
                <a:close/>
                <a:moveTo>
                  <a:pt x="1762125" y="1819275"/>
                </a:moveTo>
                <a:lnTo>
                  <a:pt x="1771650" y="1819275"/>
                </a:lnTo>
                <a:lnTo>
                  <a:pt x="1771650" y="1828800"/>
                </a:lnTo>
                <a:lnTo>
                  <a:pt x="1762125" y="1828800"/>
                </a:lnTo>
                <a:close/>
                <a:moveTo>
                  <a:pt x="1743075" y="1828800"/>
                </a:moveTo>
                <a:lnTo>
                  <a:pt x="1752600" y="1828800"/>
                </a:lnTo>
                <a:lnTo>
                  <a:pt x="1752600" y="1847850"/>
                </a:lnTo>
                <a:lnTo>
                  <a:pt x="1762125" y="1847850"/>
                </a:lnTo>
                <a:lnTo>
                  <a:pt x="1762125" y="1838325"/>
                </a:lnTo>
                <a:lnTo>
                  <a:pt x="1771650" y="1838325"/>
                </a:lnTo>
                <a:lnTo>
                  <a:pt x="1771650" y="1847850"/>
                </a:lnTo>
                <a:lnTo>
                  <a:pt x="1762125" y="1847850"/>
                </a:lnTo>
                <a:lnTo>
                  <a:pt x="1762125" y="1866900"/>
                </a:lnTo>
                <a:lnTo>
                  <a:pt x="1752600" y="1866900"/>
                </a:lnTo>
                <a:lnTo>
                  <a:pt x="1752600" y="1876425"/>
                </a:lnTo>
                <a:lnTo>
                  <a:pt x="1724025" y="1876425"/>
                </a:lnTo>
                <a:lnTo>
                  <a:pt x="1724025" y="1866900"/>
                </a:lnTo>
                <a:lnTo>
                  <a:pt x="1704975" y="1866900"/>
                </a:lnTo>
                <a:lnTo>
                  <a:pt x="1704975" y="1876425"/>
                </a:lnTo>
                <a:lnTo>
                  <a:pt x="1685925" y="1876425"/>
                </a:lnTo>
                <a:lnTo>
                  <a:pt x="1685925" y="1857375"/>
                </a:lnTo>
                <a:lnTo>
                  <a:pt x="1733550" y="1857375"/>
                </a:lnTo>
                <a:lnTo>
                  <a:pt x="1733550" y="1847850"/>
                </a:lnTo>
                <a:lnTo>
                  <a:pt x="1743075" y="1847850"/>
                </a:lnTo>
                <a:close/>
                <a:moveTo>
                  <a:pt x="914400" y="1838325"/>
                </a:moveTo>
                <a:lnTo>
                  <a:pt x="933450" y="1838325"/>
                </a:lnTo>
                <a:lnTo>
                  <a:pt x="933450" y="1857375"/>
                </a:lnTo>
                <a:lnTo>
                  <a:pt x="904875" y="1857375"/>
                </a:lnTo>
                <a:lnTo>
                  <a:pt x="904875" y="1847850"/>
                </a:lnTo>
                <a:lnTo>
                  <a:pt x="914400" y="1847850"/>
                </a:lnTo>
                <a:close/>
                <a:moveTo>
                  <a:pt x="1543050" y="1847850"/>
                </a:moveTo>
                <a:lnTo>
                  <a:pt x="1562100" y="1847850"/>
                </a:lnTo>
                <a:lnTo>
                  <a:pt x="1562100" y="1857375"/>
                </a:lnTo>
                <a:lnTo>
                  <a:pt x="1552575" y="1857375"/>
                </a:lnTo>
                <a:lnTo>
                  <a:pt x="1552575" y="1866900"/>
                </a:lnTo>
                <a:lnTo>
                  <a:pt x="1533525" y="1866900"/>
                </a:lnTo>
                <a:lnTo>
                  <a:pt x="1533525" y="1857375"/>
                </a:lnTo>
                <a:lnTo>
                  <a:pt x="1543050" y="1857375"/>
                </a:lnTo>
                <a:close/>
                <a:moveTo>
                  <a:pt x="1609725" y="1847850"/>
                </a:moveTo>
                <a:lnTo>
                  <a:pt x="1619250" y="1847850"/>
                </a:lnTo>
                <a:lnTo>
                  <a:pt x="1619250" y="1857375"/>
                </a:lnTo>
                <a:lnTo>
                  <a:pt x="1609725" y="1857375"/>
                </a:lnTo>
                <a:close/>
                <a:moveTo>
                  <a:pt x="1638300" y="1847850"/>
                </a:moveTo>
                <a:lnTo>
                  <a:pt x="1647825" y="1847850"/>
                </a:lnTo>
                <a:lnTo>
                  <a:pt x="1647825" y="1857375"/>
                </a:lnTo>
                <a:lnTo>
                  <a:pt x="1638300" y="1857375"/>
                </a:lnTo>
                <a:close/>
                <a:moveTo>
                  <a:pt x="1019175" y="1857375"/>
                </a:moveTo>
                <a:lnTo>
                  <a:pt x="1038225" y="1857375"/>
                </a:lnTo>
                <a:lnTo>
                  <a:pt x="1038225" y="1866900"/>
                </a:lnTo>
                <a:lnTo>
                  <a:pt x="1019175" y="1866900"/>
                </a:lnTo>
                <a:close/>
                <a:moveTo>
                  <a:pt x="1619250" y="1857375"/>
                </a:moveTo>
                <a:lnTo>
                  <a:pt x="1638300" y="1857375"/>
                </a:lnTo>
                <a:lnTo>
                  <a:pt x="1638300" y="1866900"/>
                </a:lnTo>
                <a:lnTo>
                  <a:pt x="1647825" y="1866900"/>
                </a:lnTo>
                <a:lnTo>
                  <a:pt x="1647825" y="1876425"/>
                </a:lnTo>
                <a:lnTo>
                  <a:pt x="1609725" y="1876425"/>
                </a:lnTo>
                <a:lnTo>
                  <a:pt x="1609725" y="1866900"/>
                </a:lnTo>
                <a:lnTo>
                  <a:pt x="1619250" y="1866900"/>
                </a:lnTo>
                <a:close/>
                <a:moveTo>
                  <a:pt x="1038225" y="1866900"/>
                </a:moveTo>
                <a:lnTo>
                  <a:pt x="1047750" y="1866900"/>
                </a:lnTo>
                <a:lnTo>
                  <a:pt x="1047750" y="1876425"/>
                </a:lnTo>
                <a:lnTo>
                  <a:pt x="1038225" y="1876425"/>
                </a:lnTo>
                <a:close/>
                <a:moveTo>
                  <a:pt x="1152525" y="1866900"/>
                </a:moveTo>
                <a:lnTo>
                  <a:pt x="1171575" y="1866900"/>
                </a:lnTo>
                <a:lnTo>
                  <a:pt x="1171575" y="1876425"/>
                </a:lnTo>
                <a:lnTo>
                  <a:pt x="1152525" y="1876425"/>
                </a:lnTo>
                <a:close/>
                <a:moveTo>
                  <a:pt x="1552575" y="1866900"/>
                </a:moveTo>
                <a:lnTo>
                  <a:pt x="1562100" y="1866900"/>
                </a:lnTo>
                <a:lnTo>
                  <a:pt x="1562100" y="1876425"/>
                </a:lnTo>
                <a:lnTo>
                  <a:pt x="1552575" y="1876425"/>
                </a:lnTo>
                <a:close/>
                <a:moveTo>
                  <a:pt x="1181100" y="1895475"/>
                </a:moveTo>
                <a:lnTo>
                  <a:pt x="1200150" y="1895475"/>
                </a:lnTo>
                <a:lnTo>
                  <a:pt x="1200150" y="1905000"/>
                </a:lnTo>
                <a:lnTo>
                  <a:pt x="1181100" y="1905000"/>
                </a:lnTo>
                <a:close/>
                <a:moveTo>
                  <a:pt x="1314450" y="1895475"/>
                </a:moveTo>
                <a:lnTo>
                  <a:pt x="1343025" y="1895475"/>
                </a:lnTo>
                <a:lnTo>
                  <a:pt x="1343025" y="1905000"/>
                </a:lnTo>
                <a:lnTo>
                  <a:pt x="1314450" y="1905000"/>
                </a:lnTo>
                <a:close/>
                <a:moveTo>
                  <a:pt x="1666875" y="1895475"/>
                </a:moveTo>
                <a:lnTo>
                  <a:pt x="1762125" y="1895475"/>
                </a:lnTo>
                <a:lnTo>
                  <a:pt x="1762125" y="1905000"/>
                </a:lnTo>
                <a:lnTo>
                  <a:pt x="1685925" y="1905000"/>
                </a:lnTo>
                <a:lnTo>
                  <a:pt x="1685925" y="1924050"/>
                </a:lnTo>
                <a:lnTo>
                  <a:pt x="1676400" y="1924050"/>
                </a:lnTo>
                <a:lnTo>
                  <a:pt x="1676400" y="1905000"/>
                </a:lnTo>
                <a:lnTo>
                  <a:pt x="1666875" y="1905000"/>
                </a:lnTo>
                <a:close/>
                <a:moveTo>
                  <a:pt x="1000125" y="1924050"/>
                </a:moveTo>
                <a:lnTo>
                  <a:pt x="1019175" y="1924050"/>
                </a:lnTo>
                <a:lnTo>
                  <a:pt x="1019175" y="1952625"/>
                </a:lnTo>
                <a:lnTo>
                  <a:pt x="1009650" y="1952625"/>
                </a:lnTo>
                <a:lnTo>
                  <a:pt x="1009650" y="1933575"/>
                </a:lnTo>
                <a:lnTo>
                  <a:pt x="1000125" y="1933575"/>
                </a:lnTo>
                <a:close/>
                <a:moveTo>
                  <a:pt x="1676400" y="1933575"/>
                </a:moveTo>
                <a:lnTo>
                  <a:pt x="1685925" y="1933575"/>
                </a:lnTo>
                <a:lnTo>
                  <a:pt x="1685925" y="1943100"/>
                </a:lnTo>
                <a:lnTo>
                  <a:pt x="1676400" y="1943100"/>
                </a:lnTo>
                <a:close/>
                <a:moveTo>
                  <a:pt x="1666875" y="1943100"/>
                </a:moveTo>
                <a:lnTo>
                  <a:pt x="1676400" y="1943100"/>
                </a:lnTo>
                <a:lnTo>
                  <a:pt x="1676400" y="1962150"/>
                </a:lnTo>
                <a:lnTo>
                  <a:pt x="1666875" y="1962150"/>
                </a:lnTo>
                <a:close/>
                <a:moveTo>
                  <a:pt x="0" y="1952625"/>
                </a:moveTo>
                <a:lnTo>
                  <a:pt x="9525" y="1952625"/>
                </a:lnTo>
                <a:lnTo>
                  <a:pt x="9525" y="1962150"/>
                </a:lnTo>
                <a:lnTo>
                  <a:pt x="0" y="1962150"/>
                </a:lnTo>
                <a:close/>
                <a:moveTo>
                  <a:pt x="476250" y="1962150"/>
                </a:moveTo>
                <a:lnTo>
                  <a:pt x="485775" y="1962150"/>
                </a:lnTo>
                <a:lnTo>
                  <a:pt x="485775" y="1971675"/>
                </a:lnTo>
                <a:lnTo>
                  <a:pt x="476250" y="1971675"/>
                </a:lnTo>
                <a:close/>
                <a:moveTo>
                  <a:pt x="1695450" y="2000250"/>
                </a:moveTo>
                <a:lnTo>
                  <a:pt x="1704975" y="2000250"/>
                </a:lnTo>
                <a:lnTo>
                  <a:pt x="1704975" y="2009775"/>
                </a:lnTo>
                <a:lnTo>
                  <a:pt x="1695450" y="2009775"/>
                </a:lnTo>
                <a:close/>
                <a:moveTo>
                  <a:pt x="1714500" y="2000250"/>
                </a:moveTo>
                <a:lnTo>
                  <a:pt x="1733550" y="2000250"/>
                </a:lnTo>
                <a:lnTo>
                  <a:pt x="1733550" y="2009775"/>
                </a:lnTo>
                <a:lnTo>
                  <a:pt x="1714500" y="2009775"/>
                </a:lnTo>
                <a:close/>
                <a:moveTo>
                  <a:pt x="1743075" y="2000250"/>
                </a:moveTo>
                <a:lnTo>
                  <a:pt x="1762125" y="2000250"/>
                </a:lnTo>
                <a:lnTo>
                  <a:pt x="1762125" y="2009775"/>
                </a:lnTo>
                <a:lnTo>
                  <a:pt x="1743075" y="2009775"/>
                </a:lnTo>
                <a:close/>
              </a:path>
            </a:pathLst>
          </a:custGeom>
          <a:solidFill xmlns:a="http://schemas.openxmlformats.org/drawingml/2006/main">
            <a:srgbClr val="F3EFE2"/>
          </a:solidFill>
          <a:ln xmlns:a="http://schemas.openxmlformats.org/drawingml/2006/main" w="0">
            <a:noFill/>
          </a:ln>
        </p:spPr>
      </p:sp>
      <p:sp>
        <p:nvSpPr>
          <p:cNvPr id="137" name="sales vector #f2f0e3">
            <a:extLst xmlns:a="http://schemas.openxmlformats.org/drawingml/2006/main">
              <a:ext uri="{FF2B5EF4-FFF2-40B4-BE49-F238E27FC236}">
                <a16:creationId xmlns:a16="http://schemas.microsoft.com/office/drawing/2014/main" id="{651D8EAA-68E6-4612-8EFE-EFF447E9BE0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381625" y="4914900"/>
            <a:ext cx="2247900" cy="2400300"/>
          </a:xfrm>
          <a:custGeom xmlns:a="http://schemas.openxmlformats.org/drawingml/2006/main">
            <a:pathLst>
              <a:path w="1905000" h="2038350">
                <a:moveTo>
                  <a:pt x="1762125" y="0"/>
                </a:moveTo>
                <a:lnTo>
                  <a:pt x="1781175" y="0"/>
                </a:lnTo>
                <a:lnTo>
                  <a:pt x="1781175" y="9525"/>
                </a:lnTo>
                <a:lnTo>
                  <a:pt x="1762125" y="9525"/>
                </a:lnTo>
                <a:close/>
                <a:moveTo>
                  <a:pt x="619125" y="19050"/>
                </a:moveTo>
                <a:lnTo>
                  <a:pt x="647700" y="19050"/>
                </a:lnTo>
                <a:lnTo>
                  <a:pt x="647700" y="28575"/>
                </a:lnTo>
                <a:lnTo>
                  <a:pt x="619125" y="28575"/>
                </a:lnTo>
                <a:close/>
                <a:moveTo>
                  <a:pt x="847725" y="19050"/>
                </a:moveTo>
                <a:lnTo>
                  <a:pt x="914400" y="19050"/>
                </a:lnTo>
                <a:lnTo>
                  <a:pt x="914400" y="28575"/>
                </a:lnTo>
                <a:lnTo>
                  <a:pt x="847725" y="28575"/>
                </a:lnTo>
                <a:close/>
                <a:moveTo>
                  <a:pt x="1400175" y="19050"/>
                </a:moveTo>
                <a:lnTo>
                  <a:pt x="1447800" y="19050"/>
                </a:lnTo>
                <a:lnTo>
                  <a:pt x="1447800" y="28575"/>
                </a:lnTo>
                <a:lnTo>
                  <a:pt x="1400175" y="28575"/>
                </a:lnTo>
                <a:close/>
                <a:moveTo>
                  <a:pt x="0" y="28575"/>
                </a:moveTo>
                <a:lnTo>
                  <a:pt x="19050" y="28575"/>
                </a:lnTo>
                <a:lnTo>
                  <a:pt x="19050" y="47625"/>
                </a:lnTo>
                <a:lnTo>
                  <a:pt x="9525" y="47625"/>
                </a:lnTo>
                <a:lnTo>
                  <a:pt x="9525" y="57150"/>
                </a:lnTo>
                <a:lnTo>
                  <a:pt x="0" y="57150"/>
                </a:lnTo>
                <a:close/>
                <a:moveTo>
                  <a:pt x="1638300" y="38100"/>
                </a:moveTo>
                <a:lnTo>
                  <a:pt x="1647825" y="38100"/>
                </a:lnTo>
                <a:lnTo>
                  <a:pt x="1647825" y="47625"/>
                </a:lnTo>
                <a:lnTo>
                  <a:pt x="1638300" y="47625"/>
                </a:lnTo>
                <a:close/>
                <a:moveTo>
                  <a:pt x="1752600" y="76200"/>
                </a:moveTo>
                <a:lnTo>
                  <a:pt x="1781175" y="76200"/>
                </a:lnTo>
                <a:lnTo>
                  <a:pt x="1781175" y="85725"/>
                </a:lnTo>
                <a:lnTo>
                  <a:pt x="1752600" y="85725"/>
                </a:lnTo>
                <a:close/>
                <a:moveTo>
                  <a:pt x="161925" y="85725"/>
                </a:moveTo>
                <a:lnTo>
                  <a:pt x="171450" y="85725"/>
                </a:lnTo>
                <a:lnTo>
                  <a:pt x="171450" y="95250"/>
                </a:lnTo>
                <a:lnTo>
                  <a:pt x="161925" y="95250"/>
                </a:lnTo>
                <a:close/>
                <a:moveTo>
                  <a:pt x="1781175" y="85725"/>
                </a:moveTo>
                <a:lnTo>
                  <a:pt x="1790700" y="85725"/>
                </a:lnTo>
                <a:lnTo>
                  <a:pt x="1790700" y="95250"/>
                </a:lnTo>
                <a:lnTo>
                  <a:pt x="1781175" y="95250"/>
                </a:lnTo>
                <a:close/>
                <a:moveTo>
                  <a:pt x="1819275" y="133350"/>
                </a:moveTo>
                <a:lnTo>
                  <a:pt x="1857375" y="133350"/>
                </a:lnTo>
                <a:lnTo>
                  <a:pt x="1857375" y="152400"/>
                </a:lnTo>
                <a:lnTo>
                  <a:pt x="1790700" y="152400"/>
                </a:lnTo>
                <a:lnTo>
                  <a:pt x="1790700" y="142875"/>
                </a:lnTo>
                <a:lnTo>
                  <a:pt x="1819275" y="142875"/>
                </a:lnTo>
                <a:close/>
                <a:moveTo>
                  <a:pt x="1866900" y="133350"/>
                </a:moveTo>
                <a:lnTo>
                  <a:pt x="1876425" y="133350"/>
                </a:lnTo>
                <a:lnTo>
                  <a:pt x="1876425" y="142875"/>
                </a:lnTo>
                <a:lnTo>
                  <a:pt x="1866900" y="142875"/>
                </a:lnTo>
                <a:close/>
                <a:moveTo>
                  <a:pt x="95250" y="142875"/>
                </a:moveTo>
                <a:lnTo>
                  <a:pt x="104775" y="142875"/>
                </a:lnTo>
                <a:lnTo>
                  <a:pt x="104775" y="152400"/>
                </a:lnTo>
                <a:lnTo>
                  <a:pt x="95250" y="152400"/>
                </a:lnTo>
                <a:close/>
                <a:moveTo>
                  <a:pt x="180975" y="200025"/>
                </a:moveTo>
                <a:lnTo>
                  <a:pt x="200025" y="200025"/>
                </a:lnTo>
                <a:lnTo>
                  <a:pt x="200025" y="209550"/>
                </a:lnTo>
                <a:lnTo>
                  <a:pt x="180975" y="209550"/>
                </a:lnTo>
                <a:close/>
                <a:moveTo>
                  <a:pt x="1714500" y="200025"/>
                </a:moveTo>
                <a:lnTo>
                  <a:pt x="1733550" y="200025"/>
                </a:lnTo>
                <a:lnTo>
                  <a:pt x="1733550" y="219075"/>
                </a:lnTo>
                <a:lnTo>
                  <a:pt x="1714500" y="219075"/>
                </a:lnTo>
                <a:close/>
                <a:moveTo>
                  <a:pt x="57150" y="238125"/>
                </a:moveTo>
                <a:lnTo>
                  <a:pt x="66675" y="238125"/>
                </a:lnTo>
                <a:lnTo>
                  <a:pt x="66675" y="247650"/>
                </a:lnTo>
                <a:lnTo>
                  <a:pt x="57150" y="247650"/>
                </a:lnTo>
                <a:close/>
                <a:moveTo>
                  <a:pt x="552450" y="238125"/>
                </a:moveTo>
                <a:lnTo>
                  <a:pt x="561975" y="238125"/>
                </a:lnTo>
                <a:lnTo>
                  <a:pt x="561975" y="247650"/>
                </a:lnTo>
                <a:lnTo>
                  <a:pt x="552450" y="247650"/>
                </a:lnTo>
                <a:close/>
                <a:moveTo>
                  <a:pt x="28575" y="247650"/>
                </a:moveTo>
                <a:lnTo>
                  <a:pt x="38100" y="247650"/>
                </a:lnTo>
                <a:lnTo>
                  <a:pt x="38100" y="266700"/>
                </a:lnTo>
                <a:lnTo>
                  <a:pt x="28575" y="266700"/>
                </a:lnTo>
                <a:close/>
                <a:moveTo>
                  <a:pt x="47625" y="247650"/>
                </a:moveTo>
                <a:lnTo>
                  <a:pt x="57150" y="247650"/>
                </a:lnTo>
                <a:lnTo>
                  <a:pt x="57150" y="276225"/>
                </a:lnTo>
                <a:lnTo>
                  <a:pt x="47625" y="276225"/>
                </a:lnTo>
                <a:close/>
                <a:moveTo>
                  <a:pt x="1743075" y="247650"/>
                </a:moveTo>
                <a:lnTo>
                  <a:pt x="1752600" y="247650"/>
                </a:lnTo>
                <a:lnTo>
                  <a:pt x="1752600" y="266700"/>
                </a:lnTo>
                <a:lnTo>
                  <a:pt x="1733550" y="266700"/>
                </a:lnTo>
                <a:lnTo>
                  <a:pt x="1733550" y="257175"/>
                </a:lnTo>
                <a:lnTo>
                  <a:pt x="1743075" y="257175"/>
                </a:lnTo>
                <a:close/>
                <a:moveTo>
                  <a:pt x="266700" y="266700"/>
                </a:moveTo>
                <a:lnTo>
                  <a:pt x="276225" y="266700"/>
                </a:lnTo>
                <a:lnTo>
                  <a:pt x="276225" y="276225"/>
                </a:lnTo>
                <a:lnTo>
                  <a:pt x="266700" y="276225"/>
                </a:lnTo>
                <a:close/>
                <a:moveTo>
                  <a:pt x="476250" y="276225"/>
                </a:moveTo>
                <a:lnTo>
                  <a:pt x="504825" y="276225"/>
                </a:lnTo>
                <a:lnTo>
                  <a:pt x="504825" y="285750"/>
                </a:lnTo>
                <a:lnTo>
                  <a:pt x="495300" y="285750"/>
                </a:lnTo>
                <a:lnTo>
                  <a:pt x="495300" y="295275"/>
                </a:lnTo>
                <a:lnTo>
                  <a:pt x="485775" y="295275"/>
                </a:lnTo>
                <a:lnTo>
                  <a:pt x="485775" y="285750"/>
                </a:lnTo>
                <a:lnTo>
                  <a:pt x="476250" y="285750"/>
                </a:lnTo>
                <a:close/>
                <a:moveTo>
                  <a:pt x="1219200" y="276225"/>
                </a:moveTo>
                <a:lnTo>
                  <a:pt x="1228725" y="276225"/>
                </a:lnTo>
                <a:lnTo>
                  <a:pt x="1228725" y="285750"/>
                </a:lnTo>
                <a:lnTo>
                  <a:pt x="1219200" y="285750"/>
                </a:lnTo>
                <a:close/>
                <a:moveTo>
                  <a:pt x="1314450" y="276225"/>
                </a:moveTo>
                <a:lnTo>
                  <a:pt x="1323975" y="276225"/>
                </a:lnTo>
                <a:lnTo>
                  <a:pt x="1323975" y="295275"/>
                </a:lnTo>
                <a:lnTo>
                  <a:pt x="1314450" y="295275"/>
                </a:lnTo>
                <a:close/>
                <a:moveTo>
                  <a:pt x="1352550" y="276225"/>
                </a:moveTo>
                <a:lnTo>
                  <a:pt x="1390650" y="276225"/>
                </a:lnTo>
                <a:lnTo>
                  <a:pt x="1390650" y="285750"/>
                </a:lnTo>
                <a:lnTo>
                  <a:pt x="1352550" y="285750"/>
                </a:lnTo>
                <a:close/>
                <a:moveTo>
                  <a:pt x="142875" y="285750"/>
                </a:moveTo>
                <a:lnTo>
                  <a:pt x="171450" y="285750"/>
                </a:lnTo>
                <a:lnTo>
                  <a:pt x="171450" y="295275"/>
                </a:lnTo>
                <a:lnTo>
                  <a:pt x="152400" y="295275"/>
                </a:lnTo>
                <a:lnTo>
                  <a:pt x="152400" y="304800"/>
                </a:lnTo>
                <a:lnTo>
                  <a:pt x="142875" y="304800"/>
                </a:lnTo>
                <a:close/>
                <a:moveTo>
                  <a:pt x="1238250" y="285750"/>
                </a:moveTo>
                <a:lnTo>
                  <a:pt x="1247775" y="285750"/>
                </a:lnTo>
                <a:lnTo>
                  <a:pt x="1247775" y="295275"/>
                </a:lnTo>
                <a:lnTo>
                  <a:pt x="1238250" y="295275"/>
                </a:lnTo>
                <a:close/>
                <a:moveTo>
                  <a:pt x="1257300" y="285750"/>
                </a:moveTo>
                <a:lnTo>
                  <a:pt x="1276350" y="285750"/>
                </a:lnTo>
                <a:lnTo>
                  <a:pt x="1276350" y="295275"/>
                </a:lnTo>
                <a:lnTo>
                  <a:pt x="1257300" y="295275"/>
                </a:lnTo>
                <a:close/>
                <a:moveTo>
                  <a:pt x="1857375" y="285750"/>
                </a:moveTo>
                <a:lnTo>
                  <a:pt x="1866900" y="285750"/>
                </a:lnTo>
                <a:lnTo>
                  <a:pt x="1866900" y="295275"/>
                </a:lnTo>
                <a:lnTo>
                  <a:pt x="1857375" y="295275"/>
                </a:lnTo>
                <a:close/>
                <a:moveTo>
                  <a:pt x="1866900" y="304800"/>
                </a:moveTo>
                <a:lnTo>
                  <a:pt x="1876425" y="304800"/>
                </a:lnTo>
                <a:lnTo>
                  <a:pt x="1876425" y="314325"/>
                </a:lnTo>
                <a:lnTo>
                  <a:pt x="1885950" y="314325"/>
                </a:lnTo>
                <a:lnTo>
                  <a:pt x="1885950" y="304800"/>
                </a:lnTo>
                <a:lnTo>
                  <a:pt x="1905000" y="304800"/>
                </a:lnTo>
                <a:lnTo>
                  <a:pt x="1905000" y="323850"/>
                </a:lnTo>
                <a:lnTo>
                  <a:pt x="1885950" y="323850"/>
                </a:lnTo>
                <a:lnTo>
                  <a:pt x="1885950" y="333375"/>
                </a:lnTo>
                <a:lnTo>
                  <a:pt x="1876425" y="333375"/>
                </a:lnTo>
                <a:lnTo>
                  <a:pt x="1876425" y="323850"/>
                </a:lnTo>
                <a:lnTo>
                  <a:pt x="1866900" y="323850"/>
                </a:lnTo>
                <a:close/>
                <a:moveTo>
                  <a:pt x="1362075" y="333375"/>
                </a:moveTo>
                <a:lnTo>
                  <a:pt x="1381125" y="333375"/>
                </a:lnTo>
                <a:lnTo>
                  <a:pt x="1381125" y="342900"/>
                </a:lnTo>
                <a:lnTo>
                  <a:pt x="1362075" y="342900"/>
                </a:lnTo>
                <a:close/>
                <a:moveTo>
                  <a:pt x="790575" y="342900"/>
                </a:moveTo>
                <a:lnTo>
                  <a:pt x="819150" y="342900"/>
                </a:lnTo>
                <a:lnTo>
                  <a:pt x="819150" y="352425"/>
                </a:lnTo>
                <a:lnTo>
                  <a:pt x="790575" y="352425"/>
                </a:lnTo>
                <a:close/>
                <a:moveTo>
                  <a:pt x="895350" y="342900"/>
                </a:moveTo>
                <a:lnTo>
                  <a:pt x="933450" y="342900"/>
                </a:lnTo>
                <a:lnTo>
                  <a:pt x="933450" y="352425"/>
                </a:lnTo>
                <a:lnTo>
                  <a:pt x="895350" y="352425"/>
                </a:lnTo>
                <a:close/>
                <a:moveTo>
                  <a:pt x="990600" y="342900"/>
                </a:moveTo>
                <a:lnTo>
                  <a:pt x="1038225" y="342900"/>
                </a:lnTo>
                <a:lnTo>
                  <a:pt x="1038225" y="381000"/>
                </a:lnTo>
                <a:lnTo>
                  <a:pt x="1019175" y="381000"/>
                </a:lnTo>
                <a:lnTo>
                  <a:pt x="1019175" y="371475"/>
                </a:lnTo>
                <a:lnTo>
                  <a:pt x="1009650" y="371475"/>
                </a:lnTo>
                <a:lnTo>
                  <a:pt x="1009650" y="352425"/>
                </a:lnTo>
                <a:lnTo>
                  <a:pt x="990600" y="352425"/>
                </a:lnTo>
                <a:close/>
                <a:moveTo>
                  <a:pt x="1876425" y="342900"/>
                </a:moveTo>
                <a:lnTo>
                  <a:pt x="1885950" y="342900"/>
                </a:lnTo>
                <a:lnTo>
                  <a:pt x="1885950" y="371475"/>
                </a:lnTo>
                <a:lnTo>
                  <a:pt x="1876425" y="371475"/>
                </a:lnTo>
                <a:close/>
                <a:moveTo>
                  <a:pt x="209550" y="381000"/>
                </a:moveTo>
                <a:lnTo>
                  <a:pt x="285750" y="381000"/>
                </a:lnTo>
                <a:lnTo>
                  <a:pt x="285750" y="390525"/>
                </a:lnTo>
                <a:lnTo>
                  <a:pt x="247650" y="390525"/>
                </a:lnTo>
                <a:lnTo>
                  <a:pt x="247650" y="400050"/>
                </a:lnTo>
                <a:lnTo>
                  <a:pt x="190500" y="400050"/>
                </a:lnTo>
                <a:lnTo>
                  <a:pt x="190500" y="390525"/>
                </a:lnTo>
                <a:lnTo>
                  <a:pt x="209550" y="390525"/>
                </a:lnTo>
                <a:close/>
                <a:moveTo>
                  <a:pt x="847725" y="390525"/>
                </a:moveTo>
                <a:lnTo>
                  <a:pt x="857250" y="390525"/>
                </a:lnTo>
                <a:lnTo>
                  <a:pt x="857250" y="400050"/>
                </a:lnTo>
                <a:lnTo>
                  <a:pt x="895350" y="400050"/>
                </a:lnTo>
                <a:lnTo>
                  <a:pt x="895350" y="409575"/>
                </a:lnTo>
                <a:lnTo>
                  <a:pt x="876300" y="409575"/>
                </a:lnTo>
                <a:lnTo>
                  <a:pt x="876300" y="419100"/>
                </a:lnTo>
                <a:lnTo>
                  <a:pt x="847725" y="419100"/>
                </a:lnTo>
                <a:close/>
                <a:moveTo>
                  <a:pt x="790575" y="400050"/>
                </a:moveTo>
                <a:lnTo>
                  <a:pt x="819150" y="400050"/>
                </a:lnTo>
                <a:lnTo>
                  <a:pt x="819150" y="419100"/>
                </a:lnTo>
                <a:lnTo>
                  <a:pt x="790575" y="419100"/>
                </a:lnTo>
                <a:close/>
                <a:moveTo>
                  <a:pt x="1076325" y="400050"/>
                </a:moveTo>
                <a:lnTo>
                  <a:pt x="1085850" y="400050"/>
                </a:lnTo>
                <a:lnTo>
                  <a:pt x="1085850" y="409575"/>
                </a:lnTo>
                <a:lnTo>
                  <a:pt x="1076325" y="409575"/>
                </a:lnTo>
                <a:close/>
                <a:moveTo>
                  <a:pt x="228600" y="419100"/>
                </a:moveTo>
                <a:lnTo>
                  <a:pt x="247650" y="419100"/>
                </a:lnTo>
                <a:lnTo>
                  <a:pt x="247650" y="438150"/>
                </a:lnTo>
                <a:lnTo>
                  <a:pt x="228600" y="438150"/>
                </a:lnTo>
                <a:close/>
                <a:moveTo>
                  <a:pt x="295275" y="419100"/>
                </a:moveTo>
                <a:lnTo>
                  <a:pt x="314325" y="419100"/>
                </a:lnTo>
                <a:lnTo>
                  <a:pt x="314325" y="428625"/>
                </a:lnTo>
                <a:lnTo>
                  <a:pt x="323850" y="428625"/>
                </a:lnTo>
                <a:lnTo>
                  <a:pt x="323850" y="438150"/>
                </a:lnTo>
                <a:lnTo>
                  <a:pt x="342900" y="438150"/>
                </a:lnTo>
                <a:lnTo>
                  <a:pt x="342900" y="457200"/>
                </a:lnTo>
                <a:lnTo>
                  <a:pt x="323850" y="457200"/>
                </a:lnTo>
                <a:lnTo>
                  <a:pt x="323850" y="447675"/>
                </a:lnTo>
                <a:lnTo>
                  <a:pt x="304800" y="447675"/>
                </a:lnTo>
                <a:lnTo>
                  <a:pt x="304800" y="428625"/>
                </a:lnTo>
                <a:lnTo>
                  <a:pt x="295275" y="428625"/>
                </a:lnTo>
                <a:close/>
                <a:moveTo>
                  <a:pt x="352425" y="466725"/>
                </a:moveTo>
                <a:lnTo>
                  <a:pt x="371475" y="466725"/>
                </a:lnTo>
                <a:lnTo>
                  <a:pt x="371475" y="476250"/>
                </a:lnTo>
                <a:lnTo>
                  <a:pt x="352425" y="476250"/>
                </a:lnTo>
                <a:close/>
                <a:moveTo>
                  <a:pt x="733425" y="466725"/>
                </a:moveTo>
                <a:lnTo>
                  <a:pt x="752475" y="466725"/>
                </a:lnTo>
                <a:lnTo>
                  <a:pt x="752475" y="476250"/>
                </a:lnTo>
                <a:lnTo>
                  <a:pt x="733425" y="476250"/>
                </a:lnTo>
                <a:close/>
                <a:moveTo>
                  <a:pt x="590550" y="476250"/>
                </a:moveTo>
                <a:lnTo>
                  <a:pt x="609600" y="476250"/>
                </a:lnTo>
                <a:lnTo>
                  <a:pt x="609600" y="485775"/>
                </a:lnTo>
                <a:lnTo>
                  <a:pt x="590550" y="485775"/>
                </a:lnTo>
                <a:close/>
                <a:moveTo>
                  <a:pt x="666750" y="476250"/>
                </a:moveTo>
                <a:lnTo>
                  <a:pt x="704850" y="476250"/>
                </a:lnTo>
                <a:lnTo>
                  <a:pt x="704850" y="485775"/>
                </a:lnTo>
                <a:lnTo>
                  <a:pt x="666750" y="485775"/>
                </a:lnTo>
                <a:close/>
                <a:moveTo>
                  <a:pt x="762000" y="476250"/>
                </a:moveTo>
                <a:lnTo>
                  <a:pt x="809625" y="476250"/>
                </a:lnTo>
                <a:lnTo>
                  <a:pt x="809625" y="485775"/>
                </a:lnTo>
                <a:lnTo>
                  <a:pt x="762000" y="485775"/>
                </a:lnTo>
                <a:close/>
                <a:moveTo>
                  <a:pt x="828675" y="476250"/>
                </a:moveTo>
                <a:lnTo>
                  <a:pt x="847725" y="476250"/>
                </a:lnTo>
                <a:lnTo>
                  <a:pt x="847725" y="485775"/>
                </a:lnTo>
                <a:lnTo>
                  <a:pt x="828675" y="485775"/>
                </a:lnTo>
                <a:close/>
                <a:moveTo>
                  <a:pt x="219075" y="514350"/>
                </a:moveTo>
                <a:lnTo>
                  <a:pt x="257175" y="514350"/>
                </a:lnTo>
                <a:lnTo>
                  <a:pt x="257175" y="523875"/>
                </a:lnTo>
                <a:lnTo>
                  <a:pt x="266700" y="523875"/>
                </a:lnTo>
                <a:lnTo>
                  <a:pt x="266700" y="533400"/>
                </a:lnTo>
                <a:lnTo>
                  <a:pt x="200025" y="533400"/>
                </a:lnTo>
                <a:lnTo>
                  <a:pt x="200025" y="523875"/>
                </a:lnTo>
                <a:lnTo>
                  <a:pt x="219075" y="523875"/>
                </a:lnTo>
                <a:close/>
                <a:moveTo>
                  <a:pt x="114300" y="581025"/>
                </a:moveTo>
                <a:lnTo>
                  <a:pt x="133350" y="581025"/>
                </a:lnTo>
                <a:lnTo>
                  <a:pt x="133350" y="600075"/>
                </a:lnTo>
                <a:lnTo>
                  <a:pt x="114300" y="600075"/>
                </a:lnTo>
                <a:close/>
                <a:moveTo>
                  <a:pt x="276225" y="600075"/>
                </a:moveTo>
                <a:lnTo>
                  <a:pt x="285750" y="600075"/>
                </a:lnTo>
                <a:lnTo>
                  <a:pt x="285750" y="628650"/>
                </a:lnTo>
                <a:lnTo>
                  <a:pt x="266700" y="628650"/>
                </a:lnTo>
                <a:lnTo>
                  <a:pt x="266700" y="609600"/>
                </a:lnTo>
                <a:lnTo>
                  <a:pt x="276225" y="609600"/>
                </a:lnTo>
                <a:close/>
                <a:moveTo>
                  <a:pt x="1171575" y="619125"/>
                </a:moveTo>
                <a:lnTo>
                  <a:pt x="1181100" y="619125"/>
                </a:lnTo>
                <a:lnTo>
                  <a:pt x="1181100" y="628650"/>
                </a:lnTo>
                <a:lnTo>
                  <a:pt x="1190625" y="628650"/>
                </a:lnTo>
                <a:lnTo>
                  <a:pt x="1190625" y="638175"/>
                </a:lnTo>
                <a:lnTo>
                  <a:pt x="1181100" y="638175"/>
                </a:lnTo>
                <a:lnTo>
                  <a:pt x="1181100" y="647700"/>
                </a:lnTo>
                <a:lnTo>
                  <a:pt x="1171575" y="647700"/>
                </a:lnTo>
                <a:lnTo>
                  <a:pt x="1171575" y="638175"/>
                </a:lnTo>
                <a:lnTo>
                  <a:pt x="1162050" y="638175"/>
                </a:lnTo>
                <a:lnTo>
                  <a:pt x="1162050" y="628650"/>
                </a:lnTo>
                <a:lnTo>
                  <a:pt x="1171575" y="628650"/>
                </a:lnTo>
                <a:close/>
                <a:moveTo>
                  <a:pt x="257175" y="638175"/>
                </a:moveTo>
                <a:lnTo>
                  <a:pt x="295275" y="638175"/>
                </a:lnTo>
                <a:lnTo>
                  <a:pt x="295275" y="657225"/>
                </a:lnTo>
                <a:lnTo>
                  <a:pt x="285750" y="657225"/>
                </a:lnTo>
                <a:lnTo>
                  <a:pt x="285750" y="647700"/>
                </a:lnTo>
                <a:lnTo>
                  <a:pt x="266700" y="647700"/>
                </a:lnTo>
                <a:lnTo>
                  <a:pt x="266700" y="657225"/>
                </a:lnTo>
                <a:lnTo>
                  <a:pt x="257175" y="657225"/>
                </a:lnTo>
                <a:close/>
                <a:moveTo>
                  <a:pt x="1123950" y="638175"/>
                </a:moveTo>
                <a:lnTo>
                  <a:pt x="1133475" y="638175"/>
                </a:lnTo>
                <a:lnTo>
                  <a:pt x="1133475" y="647700"/>
                </a:lnTo>
                <a:lnTo>
                  <a:pt x="1123950" y="647700"/>
                </a:lnTo>
                <a:close/>
                <a:moveTo>
                  <a:pt x="790575" y="657225"/>
                </a:moveTo>
                <a:lnTo>
                  <a:pt x="800100" y="657225"/>
                </a:lnTo>
                <a:lnTo>
                  <a:pt x="800100" y="666750"/>
                </a:lnTo>
                <a:lnTo>
                  <a:pt x="790575" y="666750"/>
                </a:lnTo>
                <a:close/>
                <a:moveTo>
                  <a:pt x="781050" y="676275"/>
                </a:moveTo>
                <a:lnTo>
                  <a:pt x="790575" y="676275"/>
                </a:lnTo>
                <a:lnTo>
                  <a:pt x="790575" y="685800"/>
                </a:lnTo>
                <a:lnTo>
                  <a:pt x="781050" y="685800"/>
                </a:lnTo>
                <a:close/>
                <a:moveTo>
                  <a:pt x="828675" y="676275"/>
                </a:moveTo>
                <a:lnTo>
                  <a:pt x="838200" y="676275"/>
                </a:lnTo>
                <a:lnTo>
                  <a:pt x="838200" y="695325"/>
                </a:lnTo>
                <a:lnTo>
                  <a:pt x="819150" y="695325"/>
                </a:lnTo>
                <a:lnTo>
                  <a:pt x="819150" y="685800"/>
                </a:lnTo>
                <a:lnTo>
                  <a:pt x="828675" y="685800"/>
                </a:lnTo>
                <a:close/>
                <a:moveTo>
                  <a:pt x="1257300" y="676275"/>
                </a:moveTo>
                <a:lnTo>
                  <a:pt x="1276350" y="676275"/>
                </a:lnTo>
                <a:lnTo>
                  <a:pt x="1276350" y="695325"/>
                </a:lnTo>
                <a:lnTo>
                  <a:pt x="1247775" y="695325"/>
                </a:lnTo>
                <a:lnTo>
                  <a:pt x="1247775" y="685800"/>
                </a:lnTo>
                <a:lnTo>
                  <a:pt x="1257300" y="685800"/>
                </a:lnTo>
                <a:close/>
                <a:moveTo>
                  <a:pt x="219075" y="685800"/>
                </a:moveTo>
                <a:lnTo>
                  <a:pt x="238125" y="685800"/>
                </a:lnTo>
                <a:lnTo>
                  <a:pt x="238125" y="695325"/>
                </a:lnTo>
                <a:lnTo>
                  <a:pt x="219075" y="695325"/>
                </a:lnTo>
                <a:close/>
                <a:moveTo>
                  <a:pt x="219075" y="704850"/>
                </a:moveTo>
                <a:lnTo>
                  <a:pt x="228600" y="704850"/>
                </a:lnTo>
                <a:lnTo>
                  <a:pt x="228600" y="714375"/>
                </a:lnTo>
                <a:lnTo>
                  <a:pt x="219075" y="714375"/>
                </a:lnTo>
                <a:close/>
                <a:moveTo>
                  <a:pt x="752475" y="704850"/>
                </a:moveTo>
                <a:lnTo>
                  <a:pt x="762000" y="704850"/>
                </a:lnTo>
                <a:lnTo>
                  <a:pt x="762000" y="714375"/>
                </a:lnTo>
                <a:lnTo>
                  <a:pt x="752475" y="714375"/>
                </a:lnTo>
                <a:close/>
                <a:moveTo>
                  <a:pt x="457200" y="714375"/>
                </a:moveTo>
                <a:lnTo>
                  <a:pt x="466725" y="714375"/>
                </a:lnTo>
                <a:lnTo>
                  <a:pt x="466725" y="723900"/>
                </a:lnTo>
                <a:lnTo>
                  <a:pt x="457200" y="723900"/>
                </a:lnTo>
                <a:close/>
                <a:moveTo>
                  <a:pt x="733425" y="714375"/>
                </a:moveTo>
                <a:lnTo>
                  <a:pt x="752475" y="714375"/>
                </a:lnTo>
                <a:lnTo>
                  <a:pt x="752475" y="723900"/>
                </a:lnTo>
                <a:lnTo>
                  <a:pt x="733425" y="723900"/>
                </a:lnTo>
                <a:close/>
                <a:moveTo>
                  <a:pt x="1228725" y="714375"/>
                </a:moveTo>
                <a:lnTo>
                  <a:pt x="1247775" y="714375"/>
                </a:lnTo>
                <a:lnTo>
                  <a:pt x="1247775" y="723900"/>
                </a:lnTo>
                <a:lnTo>
                  <a:pt x="1257300" y="723900"/>
                </a:lnTo>
                <a:lnTo>
                  <a:pt x="1257300" y="733425"/>
                </a:lnTo>
                <a:lnTo>
                  <a:pt x="1247775" y="733425"/>
                </a:lnTo>
                <a:lnTo>
                  <a:pt x="1247775" y="742950"/>
                </a:lnTo>
                <a:lnTo>
                  <a:pt x="1238250" y="742950"/>
                </a:lnTo>
                <a:lnTo>
                  <a:pt x="1238250" y="723900"/>
                </a:lnTo>
                <a:lnTo>
                  <a:pt x="1228725" y="723900"/>
                </a:lnTo>
                <a:close/>
                <a:moveTo>
                  <a:pt x="209550" y="723900"/>
                </a:moveTo>
                <a:lnTo>
                  <a:pt x="219075" y="723900"/>
                </a:lnTo>
                <a:lnTo>
                  <a:pt x="219075" y="733425"/>
                </a:lnTo>
                <a:lnTo>
                  <a:pt x="209550" y="733425"/>
                </a:lnTo>
                <a:close/>
                <a:moveTo>
                  <a:pt x="247650" y="723900"/>
                </a:moveTo>
                <a:lnTo>
                  <a:pt x="257175" y="723900"/>
                </a:lnTo>
                <a:lnTo>
                  <a:pt x="257175" y="733425"/>
                </a:lnTo>
                <a:lnTo>
                  <a:pt x="247650" y="733425"/>
                </a:lnTo>
                <a:close/>
                <a:moveTo>
                  <a:pt x="238125" y="733425"/>
                </a:moveTo>
                <a:lnTo>
                  <a:pt x="247650" y="733425"/>
                </a:lnTo>
                <a:lnTo>
                  <a:pt x="247650" y="742950"/>
                </a:lnTo>
                <a:lnTo>
                  <a:pt x="238125" y="742950"/>
                </a:lnTo>
                <a:close/>
                <a:moveTo>
                  <a:pt x="733425" y="733425"/>
                </a:moveTo>
                <a:lnTo>
                  <a:pt x="742950" y="733425"/>
                </a:lnTo>
                <a:lnTo>
                  <a:pt x="742950" y="742950"/>
                </a:lnTo>
                <a:lnTo>
                  <a:pt x="733425" y="742950"/>
                </a:lnTo>
                <a:close/>
                <a:moveTo>
                  <a:pt x="1895475" y="733425"/>
                </a:moveTo>
                <a:lnTo>
                  <a:pt x="1905000" y="733425"/>
                </a:lnTo>
                <a:lnTo>
                  <a:pt x="1905000" y="742950"/>
                </a:lnTo>
                <a:lnTo>
                  <a:pt x="1895475" y="742950"/>
                </a:lnTo>
                <a:close/>
                <a:moveTo>
                  <a:pt x="257175" y="742950"/>
                </a:moveTo>
                <a:lnTo>
                  <a:pt x="266700" y="742950"/>
                </a:lnTo>
                <a:lnTo>
                  <a:pt x="266700" y="752475"/>
                </a:lnTo>
                <a:lnTo>
                  <a:pt x="276225" y="752475"/>
                </a:lnTo>
                <a:lnTo>
                  <a:pt x="276225" y="762000"/>
                </a:lnTo>
                <a:lnTo>
                  <a:pt x="285750" y="762000"/>
                </a:lnTo>
                <a:lnTo>
                  <a:pt x="285750" y="752475"/>
                </a:lnTo>
                <a:lnTo>
                  <a:pt x="314325" y="752475"/>
                </a:lnTo>
                <a:lnTo>
                  <a:pt x="314325" y="762000"/>
                </a:lnTo>
                <a:lnTo>
                  <a:pt x="333375" y="762000"/>
                </a:lnTo>
                <a:lnTo>
                  <a:pt x="333375" y="752475"/>
                </a:lnTo>
                <a:lnTo>
                  <a:pt x="342900" y="752475"/>
                </a:lnTo>
                <a:lnTo>
                  <a:pt x="342900" y="762000"/>
                </a:lnTo>
                <a:lnTo>
                  <a:pt x="381000" y="762000"/>
                </a:lnTo>
                <a:lnTo>
                  <a:pt x="381000" y="771525"/>
                </a:lnTo>
                <a:lnTo>
                  <a:pt x="390525" y="771525"/>
                </a:lnTo>
                <a:lnTo>
                  <a:pt x="390525" y="790575"/>
                </a:lnTo>
                <a:lnTo>
                  <a:pt x="381000" y="790575"/>
                </a:lnTo>
                <a:lnTo>
                  <a:pt x="381000" y="781050"/>
                </a:lnTo>
                <a:lnTo>
                  <a:pt x="371475" y="781050"/>
                </a:lnTo>
                <a:lnTo>
                  <a:pt x="371475" y="790575"/>
                </a:lnTo>
                <a:lnTo>
                  <a:pt x="361950" y="790575"/>
                </a:lnTo>
                <a:lnTo>
                  <a:pt x="361950" y="781050"/>
                </a:lnTo>
                <a:lnTo>
                  <a:pt x="333375" y="781050"/>
                </a:lnTo>
                <a:lnTo>
                  <a:pt x="333375" y="771525"/>
                </a:lnTo>
                <a:lnTo>
                  <a:pt x="323850" y="771525"/>
                </a:lnTo>
                <a:lnTo>
                  <a:pt x="323850" y="781050"/>
                </a:lnTo>
                <a:lnTo>
                  <a:pt x="314325" y="781050"/>
                </a:lnTo>
                <a:lnTo>
                  <a:pt x="314325" y="771525"/>
                </a:lnTo>
                <a:lnTo>
                  <a:pt x="238125" y="771525"/>
                </a:lnTo>
                <a:lnTo>
                  <a:pt x="238125" y="790575"/>
                </a:lnTo>
                <a:lnTo>
                  <a:pt x="200025" y="790575"/>
                </a:lnTo>
                <a:lnTo>
                  <a:pt x="200025" y="771525"/>
                </a:lnTo>
                <a:lnTo>
                  <a:pt x="209550" y="771525"/>
                </a:lnTo>
                <a:lnTo>
                  <a:pt x="209550" y="762000"/>
                </a:lnTo>
                <a:lnTo>
                  <a:pt x="228600" y="762000"/>
                </a:lnTo>
                <a:lnTo>
                  <a:pt x="228600" y="752475"/>
                </a:lnTo>
                <a:lnTo>
                  <a:pt x="257175" y="752475"/>
                </a:lnTo>
                <a:close/>
                <a:moveTo>
                  <a:pt x="400050" y="742950"/>
                </a:moveTo>
                <a:lnTo>
                  <a:pt x="409575" y="742950"/>
                </a:lnTo>
                <a:lnTo>
                  <a:pt x="409575" y="752475"/>
                </a:lnTo>
                <a:lnTo>
                  <a:pt x="419100" y="752475"/>
                </a:lnTo>
                <a:lnTo>
                  <a:pt x="419100" y="771525"/>
                </a:lnTo>
                <a:lnTo>
                  <a:pt x="409575" y="771525"/>
                </a:lnTo>
                <a:lnTo>
                  <a:pt x="409575" y="762000"/>
                </a:lnTo>
                <a:lnTo>
                  <a:pt x="390525" y="762000"/>
                </a:lnTo>
                <a:lnTo>
                  <a:pt x="390525" y="752475"/>
                </a:lnTo>
                <a:lnTo>
                  <a:pt x="400050" y="752475"/>
                </a:lnTo>
                <a:close/>
                <a:moveTo>
                  <a:pt x="904875" y="742950"/>
                </a:moveTo>
                <a:lnTo>
                  <a:pt x="914400" y="742950"/>
                </a:lnTo>
                <a:lnTo>
                  <a:pt x="914400" y="752475"/>
                </a:lnTo>
                <a:lnTo>
                  <a:pt x="952500" y="752475"/>
                </a:lnTo>
                <a:lnTo>
                  <a:pt x="952500" y="762000"/>
                </a:lnTo>
                <a:lnTo>
                  <a:pt x="962025" y="762000"/>
                </a:lnTo>
                <a:lnTo>
                  <a:pt x="962025" y="771525"/>
                </a:lnTo>
                <a:lnTo>
                  <a:pt x="942975" y="771525"/>
                </a:lnTo>
                <a:lnTo>
                  <a:pt x="942975" y="762000"/>
                </a:lnTo>
                <a:lnTo>
                  <a:pt x="933450" y="762000"/>
                </a:lnTo>
                <a:lnTo>
                  <a:pt x="933450" y="771525"/>
                </a:lnTo>
                <a:lnTo>
                  <a:pt x="914400" y="771525"/>
                </a:lnTo>
                <a:lnTo>
                  <a:pt x="914400" y="762000"/>
                </a:lnTo>
                <a:lnTo>
                  <a:pt x="904875" y="762000"/>
                </a:lnTo>
                <a:close/>
                <a:moveTo>
                  <a:pt x="1457325" y="742950"/>
                </a:moveTo>
                <a:lnTo>
                  <a:pt x="1466850" y="742950"/>
                </a:lnTo>
                <a:lnTo>
                  <a:pt x="1466850" y="752475"/>
                </a:lnTo>
                <a:lnTo>
                  <a:pt x="1457325" y="752475"/>
                </a:lnTo>
                <a:close/>
                <a:moveTo>
                  <a:pt x="1485900" y="742950"/>
                </a:moveTo>
                <a:lnTo>
                  <a:pt x="1504950" y="742950"/>
                </a:lnTo>
                <a:lnTo>
                  <a:pt x="1504950" y="762000"/>
                </a:lnTo>
                <a:lnTo>
                  <a:pt x="1485900" y="762000"/>
                </a:lnTo>
                <a:close/>
                <a:moveTo>
                  <a:pt x="1885950" y="742950"/>
                </a:moveTo>
                <a:lnTo>
                  <a:pt x="1895475" y="742950"/>
                </a:lnTo>
                <a:lnTo>
                  <a:pt x="1895475" y="752475"/>
                </a:lnTo>
                <a:lnTo>
                  <a:pt x="1885950" y="752475"/>
                </a:lnTo>
                <a:close/>
                <a:moveTo>
                  <a:pt x="1228725" y="752475"/>
                </a:moveTo>
                <a:lnTo>
                  <a:pt x="1276350" y="752475"/>
                </a:lnTo>
                <a:lnTo>
                  <a:pt x="1276350" y="762000"/>
                </a:lnTo>
                <a:lnTo>
                  <a:pt x="1285875" y="762000"/>
                </a:lnTo>
                <a:lnTo>
                  <a:pt x="1285875" y="771525"/>
                </a:lnTo>
                <a:lnTo>
                  <a:pt x="1276350" y="771525"/>
                </a:lnTo>
                <a:lnTo>
                  <a:pt x="1276350" y="781050"/>
                </a:lnTo>
                <a:lnTo>
                  <a:pt x="1266825" y="781050"/>
                </a:lnTo>
                <a:lnTo>
                  <a:pt x="1266825" y="790575"/>
                </a:lnTo>
                <a:lnTo>
                  <a:pt x="1257300" y="790575"/>
                </a:lnTo>
                <a:lnTo>
                  <a:pt x="1257300" y="800100"/>
                </a:lnTo>
                <a:lnTo>
                  <a:pt x="1238250" y="800100"/>
                </a:lnTo>
                <a:lnTo>
                  <a:pt x="1238250" y="790575"/>
                </a:lnTo>
                <a:lnTo>
                  <a:pt x="1247775" y="790575"/>
                </a:lnTo>
                <a:lnTo>
                  <a:pt x="1247775" y="781050"/>
                </a:lnTo>
                <a:lnTo>
                  <a:pt x="1219200" y="781050"/>
                </a:lnTo>
                <a:lnTo>
                  <a:pt x="1219200" y="771525"/>
                </a:lnTo>
                <a:lnTo>
                  <a:pt x="1228725" y="771525"/>
                </a:lnTo>
                <a:close/>
                <a:moveTo>
                  <a:pt x="771525" y="762000"/>
                </a:moveTo>
                <a:lnTo>
                  <a:pt x="838200" y="762000"/>
                </a:lnTo>
                <a:lnTo>
                  <a:pt x="838200" y="771525"/>
                </a:lnTo>
                <a:lnTo>
                  <a:pt x="828675" y="771525"/>
                </a:lnTo>
                <a:lnTo>
                  <a:pt x="828675" y="781050"/>
                </a:lnTo>
                <a:lnTo>
                  <a:pt x="790575" y="781050"/>
                </a:lnTo>
                <a:lnTo>
                  <a:pt x="790575" y="771525"/>
                </a:lnTo>
                <a:lnTo>
                  <a:pt x="771525" y="771525"/>
                </a:lnTo>
                <a:close/>
                <a:moveTo>
                  <a:pt x="1057275" y="762000"/>
                </a:moveTo>
                <a:lnTo>
                  <a:pt x="1066800" y="762000"/>
                </a:lnTo>
                <a:lnTo>
                  <a:pt x="1066800" y="771525"/>
                </a:lnTo>
                <a:lnTo>
                  <a:pt x="1057275" y="771525"/>
                </a:lnTo>
                <a:close/>
                <a:moveTo>
                  <a:pt x="0" y="781050"/>
                </a:moveTo>
                <a:lnTo>
                  <a:pt x="9525" y="781050"/>
                </a:lnTo>
                <a:lnTo>
                  <a:pt x="9525" y="838200"/>
                </a:lnTo>
                <a:lnTo>
                  <a:pt x="0" y="838200"/>
                </a:lnTo>
                <a:close/>
                <a:moveTo>
                  <a:pt x="209550" y="781050"/>
                </a:moveTo>
                <a:lnTo>
                  <a:pt x="228600" y="781050"/>
                </a:lnTo>
                <a:lnTo>
                  <a:pt x="228600" y="771525"/>
                </a:lnTo>
                <a:lnTo>
                  <a:pt x="209550" y="771525"/>
                </a:lnTo>
                <a:close/>
                <a:moveTo>
                  <a:pt x="1190625" y="781050"/>
                </a:moveTo>
                <a:lnTo>
                  <a:pt x="1200150" y="781050"/>
                </a:lnTo>
                <a:lnTo>
                  <a:pt x="1200150" y="800100"/>
                </a:lnTo>
                <a:lnTo>
                  <a:pt x="1171575" y="800100"/>
                </a:lnTo>
                <a:lnTo>
                  <a:pt x="1171575" y="790575"/>
                </a:lnTo>
                <a:lnTo>
                  <a:pt x="1190625" y="790575"/>
                </a:lnTo>
                <a:close/>
                <a:moveTo>
                  <a:pt x="876300" y="790575"/>
                </a:moveTo>
                <a:lnTo>
                  <a:pt x="914400" y="790575"/>
                </a:lnTo>
                <a:lnTo>
                  <a:pt x="914400" y="800100"/>
                </a:lnTo>
                <a:lnTo>
                  <a:pt x="876300" y="800100"/>
                </a:lnTo>
                <a:close/>
                <a:moveTo>
                  <a:pt x="1876425" y="790575"/>
                </a:moveTo>
                <a:lnTo>
                  <a:pt x="1885950" y="790575"/>
                </a:lnTo>
                <a:lnTo>
                  <a:pt x="1885950" y="800100"/>
                </a:lnTo>
                <a:lnTo>
                  <a:pt x="1876425" y="800100"/>
                </a:lnTo>
                <a:close/>
                <a:moveTo>
                  <a:pt x="781050" y="800100"/>
                </a:moveTo>
                <a:lnTo>
                  <a:pt x="800100" y="800100"/>
                </a:lnTo>
                <a:lnTo>
                  <a:pt x="800100" y="819150"/>
                </a:lnTo>
                <a:lnTo>
                  <a:pt x="781050" y="819150"/>
                </a:lnTo>
                <a:close/>
                <a:moveTo>
                  <a:pt x="876300" y="819150"/>
                </a:moveTo>
                <a:lnTo>
                  <a:pt x="885825" y="819150"/>
                </a:lnTo>
                <a:lnTo>
                  <a:pt x="885825" y="828675"/>
                </a:lnTo>
                <a:lnTo>
                  <a:pt x="876300" y="828675"/>
                </a:lnTo>
                <a:close/>
                <a:moveTo>
                  <a:pt x="1114425" y="819150"/>
                </a:moveTo>
                <a:lnTo>
                  <a:pt x="1123950" y="819150"/>
                </a:lnTo>
                <a:lnTo>
                  <a:pt x="1123950" y="828675"/>
                </a:lnTo>
                <a:lnTo>
                  <a:pt x="1114425" y="828675"/>
                </a:lnTo>
                <a:close/>
                <a:moveTo>
                  <a:pt x="1647825" y="819150"/>
                </a:moveTo>
                <a:lnTo>
                  <a:pt x="1666875" y="819150"/>
                </a:lnTo>
                <a:lnTo>
                  <a:pt x="1666875" y="828675"/>
                </a:lnTo>
                <a:lnTo>
                  <a:pt x="1647825" y="828675"/>
                </a:lnTo>
                <a:close/>
                <a:moveTo>
                  <a:pt x="1743075" y="819150"/>
                </a:moveTo>
                <a:lnTo>
                  <a:pt x="1752600" y="819150"/>
                </a:lnTo>
                <a:lnTo>
                  <a:pt x="1752600" y="828675"/>
                </a:lnTo>
                <a:lnTo>
                  <a:pt x="1743075" y="828675"/>
                </a:lnTo>
                <a:close/>
                <a:moveTo>
                  <a:pt x="1771650" y="819150"/>
                </a:moveTo>
                <a:lnTo>
                  <a:pt x="1781175" y="819150"/>
                </a:lnTo>
                <a:lnTo>
                  <a:pt x="1781175" y="847725"/>
                </a:lnTo>
                <a:lnTo>
                  <a:pt x="1771650" y="847725"/>
                </a:lnTo>
                <a:close/>
                <a:moveTo>
                  <a:pt x="1752600" y="828675"/>
                </a:moveTo>
                <a:lnTo>
                  <a:pt x="1762125" y="828675"/>
                </a:lnTo>
                <a:lnTo>
                  <a:pt x="1762125" y="838200"/>
                </a:lnTo>
                <a:lnTo>
                  <a:pt x="1752600" y="838200"/>
                </a:lnTo>
                <a:close/>
                <a:moveTo>
                  <a:pt x="752475" y="838200"/>
                </a:moveTo>
                <a:lnTo>
                  <a:pt x="762000" y="838200"/>
                </a:lnTo>
                <a:lnTo>
                  <a:pt x="762000" y="857250"/>
                </a:lnTo>
                <a:lnTo>
                  <a:pt x="752475" y="857250"/>
                </a:lnTo>
                <a:close/>
                <a:moveTo>
                  <a:pt x="685800" y="876300"/>
                </a:moveTo>
                <a:lnTo>
                  <a:pt x="695325" y="876300"/>
                </a:lnTo>
                <a:lnTo>
                  <a:pt x="695325" y="885825"/>
                </a:lnTo>
                <a:lnTo>
                  <a:pt x="685800" y="885825"/>
                </a:lnTo>
                <a:close/>
                <a:moveTo>
                  <a:pt x="666750" y="885825"/>
                </a:moveTo>
                <a:lnTo>
                  <a:pt x="685800" y="885825"/>
                </a:lnTo>
                <a:lnTo>
                  <a:pt x="685800" y="895350"/>
                </a:lnTo>
                <a:lnTo>
                  <a:pt x="666750" y="895350"/>
                </a:lnTo>
                <a:close/>
                <a:moveTo>
                  <a:pt x="438150" y="895350"/>
                </a:moveTo>
                <a:lnTo>
                  <a:pt x="447675" y="895350"/>
                </a:lnTo>
                <a:lnTo>
                  <a:pt x="447675" y="904875"/>
                </a:lnTo>
                <a:lnTo>
                  <a:pt x="438150" y="904875"/>
                </a:lnTo>
                <a:close/>
                <a:moveTo>
                  <a:pt x="657225" y="942975"/>
                </a:moveTo>
                <a:lnTo>
                  <a:pt x="676275" y="942975"/>
                </a:lnTo>
                <a:lnTo>
                  <a:pt x="676275" y="952500"/>
                </a:lnTo>
                <a:lnTo>
                  <a:pt x="657225" y="952500"/>
                </a:lnTo>
                <a:close/>
                <a:moveTo>
                  <a:pt x="704850" y="942975"/>
                </a:moveTo>
                <a:lnTo>
                  <a:pt x="733425" y="942975"/>
                </a:lnTo>
                <a:lnTo>
                  <a:pt x="733425" y="962025"/>
                </a:lnTo>
                <a:lnTo>
                  <a:pt x="723900" y="962025"/>
                </a:lnTo>
                <a:lnTo>
                  <a:pt x="723900" y="971550"/>
                </a:lnTo>
                <a:lnTo>
                  <a:pt x="714375" y="971550"/>
                </a:lnTo>
                <a:lnTo>
                  <a:pt x="714375" y="962025"/>
                </a:lnTo>
                <a:lnTo>
                  <a:pt x="704850" y="962025"/>
                </a:lnTo>
                <a:close/>
                <a:moveTo>
                  <a:pt x="838200" y="990600"/>
                </a:moveTo>
                <a:lnTo>
                  <a:pt x="847725" y="990600"/>
                </a:lnTo>
                <a:lnTo>
                  <a:pt x="847725" y="1000125"/>
                </a:lnTo>
                <a:lnTo>
                  <a:pt x="838200" y="1000125"/>
                </a:lnTo>
                <a:close/>
                <a:moveTo>
                  <a:pt x="1638300" y="990600"/>
                </a:moveTo>
                <a:lnTo>
                  <a:pt x="1647825" y="990600"/>
                </a:lnTo>
                <a:lnTo>
                  <a:pt x="1647825" y="1000125"/>
                </a:lnTo>
                <a:lnTo>
                  <a:pt x="1638300" y="1000125"/>
                </a:lnTo>
                <a:close/>
                <a:moveTo>
                  <a:pt x="114300" y="1000125"/>
                </a:moveTo>
                <a:lnTo>
                  <a:pt x="123825" y="1000125"/>
                </a:lnTo>
                <a:lnTo>
                  <a:pt x="123825" y="1009650"/>
                </a:lnTo>
                <a:lnTo>
                  <a:pt x="114300" y="1009650"/>
                </a:lnTo>
                <a:close/>
                <a:moveTo>
                  <a:pt x="114300" y="1019175"/>
                </a:moveTo>
                <a:lnTo>
                  <a:pt x="133350" y="1019175"/>
                </a:lnTo>
                <a:lnTo>
                  <a:pt x="133350" y="1028700"/>
                </a:lnTo>
                <a:lnTo>
                  <a:pt x="114300" y="1028700"/>
                </a:lnTo>
                <a:close/>
                <a:moveTo>
                  <a:pt x="1714500" y="1028700"/>
                </a:moveTo>
                <a:lnTo>
                  <a:pt x="1724025" y="1028700"/>
                </a:lnTo>
                <a:lnTo>
                  <a:pt x="1724025" y="1038225"/>
                </a:lnTo>
                <a:lnTo>
                  <a:pt x="1714500" y="1038225"/>
                </a:lnTo>
                <a:close/>
                <a:moveTo>
                  <a:pt x="209550" y="1038225"/>
                </a:moveTo>
                <a:lnTo>
                  <a:pt x="219075" y="1038225"/>
                </a:lnTo>
                <a:lnTo>
                  <a:pt x="219075" y="1047750"/>
                </a:lnTo>
                <a:lnTo>
                  <a:pt x="209550" y="1047750"/>
                </a:lnTo>
                <a:close/>
                <a:moveTo>
                  <a:pt x="1724025" y="1047750"/>
                </a:moveTo>
                <a:lnTo>
                  <a:pt x="1733550" y="1047750"/>
                </a:lnTo>
                <a:lnTo>
                  <a:pt x="1733550" y="1066800"/>
                </a:lnTo>
                <a:lnTo>
                  <a:pt x="1724025" y="1066800"/>
                </a:lnTo>
                <a:close/>
                <a:moveTo>
                  <a:pt x="1733550" y="1076325"/>
                </a:moveTo>
                <a:lnTo>
                  <a:pt x="1743075" y="1076325"/>
                </a:lnTo>
                <a:lnTo>
                  <a:pt x="1743075" y="1085850"/>
                </a:lnTo>
                <a:lnTo>
                  <a:pt x="1733550" y="1085850"/>
                </a:lnTo>
                <a:close/>
                <a:moveTo>
                  <a:pt x="123825" y="1085850"/>
                </a:moveTo>
                <a:lnTo>
                  <a:pt x="133350" y="1085850"/>
                </a:lnTo>
                <a:lnTo>
                  <a:pt x="133350" y="1104900"/>
                </a:lnTo>
                <a:lnTo>
                  <a:pt x="114300" y="1104900"/>
                </a:lnTo>
                <a:lnTo>
                  <a:pt x="114300" y="1095375"/>
                </a:lnTo>
                <a:lnTo>
                  <a:pt x="123825" y="1095375"/>
                </a:lnTo>
                <a:close/>
                <a:moveTo>
                  <a:pt x="428625" y="1114425"/>
                </a:moveTo>
                <a:lnTo>
                  <a:pt x="438150" y="1114425"/>
                </a:lnTo>
                <a:lnTo>
                  <a:pt x="438150" y="1123950"/>
                </a:lnTo>
                <a:lnTo>
                  <a:pt x="428625" y="1123950"/>
                </a:lnTo>
                <a:close/>
                <a:moveTo>
                  <a:pt x="447675" y="1114425"/>
                </a:moveTo>
                <a:lnTo>
                  <a:pt x="457200" y="1114425"/>
                </a:lnTo>
                <a:lnTo>
                  <a:pt x="457200" y="1123950"/>
                </a:lnTo>
                <a:lnTo>
                  <a:pt x="447675" y="1123950"/>
                </a:lnTo>
                <a:close/>
                <a:moveTo>
                  <a:pt x="114300" y="1123950"/>
                </a:moveTo>
                <a:lnTo>
                  <a:pt x="133350" y="1123950"/>
                </a:lnTo>
                <a:lnTo>
                  <a:pt x="133350" y="1162050"/>
                </a:lnTo>
                <a:lnTo>
                  <a:pt x="114300" y="1162050"/>
                </a:lnTo>
                <a:close/>
                <a:moveTo>
                  <a:pt x="571500" y="1133475"/>
                </a:moveTo>
                <a:lnTo>
                  <a:pt x="581025" y="1133475"/>
                </a:lnTo>
                <a:lnTo>
                  <a:pt x="581025" y="1143000"/>
                </a:lnTo>
                <a:lnTo>
                  <a:pt x="571500" y="1143000"/>
                </a:lnTo>
                <a:close/>
                <a:moveTo>
                  <a:pt x="1895475" y="1143000"/>
                </a:moveTo>
                <a:lnTo>
                  <a:pt x="1905000" y="1143000"/>
                </a:lnTo>
                <a:lnTo>
                  <a:pt x="1905000" y="1190625"/>
                </a:lnTo>
                <a:lnTo>
                  <a:pt x="1895475" y="1190625"/>
                </a:lnTo>
                <a:close/>
                <a:moveTo>
                  <a:pt x="219075" y="1171575"/>
                </a:moveTo>
                <a:lnTo>
                  <a:pt x="228600" y="1171575"/>
                </a:lnTo>
                <a:lnTo>
                  <a:pt x="228600" y="1181100"/>
                </a:lnTo>
                <a:lnTo>
                  <a:pt x="219075" y="1181100"/>
                </a:lnTo>
                <a:close/>
                <a:moveTo>
                  <a:pt x="228600" y="1181100"/>
                </a:moveTo>
                <a:lnTo>
                  <a:pt x="247650" y="1181100"/>
                </a:lnTo>
                <a:lnTo>
                  <a:pt x="247650" y="1190625"/>
                </a:lnTo>
                <a:lnTo>
                  <a:pt x="228600" y="1190625"/>
                </a:lnTo>
                <a:close/>
                <a:moveTo>
                  <a:pt x="1571625" y="1209675"/>
                </a:moveTo>
                <a:lnTo>
                  <a:pt x="1590675" y="1209675"/>
                </a:lnTo>
                <a:lnTo>
                  <a:pt x="1590675" y="1219200"/>
                </a:lnTo>
                <a:lnTo>
                  <a:pt x="1571625" y="1219200"/>
                </a:lnTo>
                <a:close/>
                <a:moveTo>
                  <a:pt x="352425" y="1219200"/>
                </a:moveTo>
                <a:lnTo>
                  <a:pt x="361950" y="1219200"/>
                </a:lnTo>
                <a:lnTo>
                  <a:pt x="361950" y="1266825"/>
                </a:lnTo>
                <a:lnTo>
                  <a:pt x="342900" y="1266825"/>
                </a:lnTo>
                <a:lnTo>
                  <a:pt x="342900" y="1228725"/>
                </a:lnTo>
                <a:lnTo>
                  <a:pt x="352425" y="1228725"/>
                </a:lnTo>
                <a:close/>
                <a:moveTo>
                  <a:pt x="1038225" y="1219200"/>
                </a:moveTo>
                <a:lnTo>
                  <a:pt x="1047750" y="1219200"/>
                </a:lnTo>
                <a:lnTo>
                  <a:pt x="1047750" y="1228725"/>
                </a:lnTo>
                <a:lnTo>
                  <a:pt x="1057275" y="1228725"/>
                </a:lnTo>
                <a:lnTo>
                  <a:pt x="1057275" y="1238250"/>
                </a:lnTo>
                <a:lnTo>
                  <a:pt x="1047750" y="1238250"/>
                </a:lnTo>
                <a:lnTo>
                  <a:pt x="1047750" y="1247775"/>
                </a:lnTo>
                <a:lnTo>
                  <a:pt x="1038225" y="1247775"/>
                </a:lnTo>
                <a:lnTo>
                  <a:pt x="1038225" y="1238250"/>
                </a:lnTo>
                <a:lnTo>
                  <a:pt x="1028700" y="1238250"/>
                </a:lnTo>
                <a:lnTo>
                  <a:pt x="1028700" y="1228725"/>
                </a:lnTo>
                <a:lnTo>
                  <a:pt x="1038225" y="1228725"/>
                </a:lnTo>
                <a:close/>
                <a:moveTo>
                  <a:pt x="28575" y="1247775"/>
                </a:moveTo>
                <a:lnTo>
                  <a:pt x="38100" y="1247775"/>
                </a:lnTo>
                <a:lnTo>
                  <a:pt x="38100" y="1266825"/>
                </a:lnTo>
                <a:lnTo>
                  <a:pt x="28575" y="1266825"/>
                </a:lnTo>
                <a:close/>
                <a:moveTo>
                  <a:pt x="666750" y="1257300"/>
                </a:moveTo>
                <a:lnTo>
                  <a:pt x="676275" y="1257300"/>
                </a:lnTo>
                <a:lnTo>
                  <a:pt x="676275" y="1266825"/>
                </a:lnTo>
                <a:lnTo>
                  <a:pt x="666750" y="1266825"/>
                </a:lnTo>
                <a:close/>
                <a:moveTo>
                  <a:pt x="276225" y="1266825"/>
                </a:moveTo>
                <a:lnTo>
                  <a:pt x="285750" y="1266825"/>
                </a:lnTo>
                <a:lnTo>
                  <a:pt x="285750" y="1276350"/>
                </a:lnTo>
                <a:lnTo>
                  <a:pt x="276225" y="1276350"/>
                </a:lnTo>
                <a:close/>
                <a:moveTo>
                  <a:pt x="19050" y="1285875"/>
                </a:moveTo>
                <a:lnTo>
                  <a:pt x="28575" y="1285875"/>
                </a:lnTo>
                <a:lnTo>
                  <a:pt x="28575" y="1295400"/>
                </a:lnTo>
                <a:lnTo>
                  <a:pt x="19050" y="1295400"/>
                </a:lnTo>
                <a:close/>
                <a:moveTo>
                  <a:pt x="895350" y="1295400"/>
                </a:moveTo>
                <a:lnTo>
                  <a:pt x="904875" y="1295400"/>
                </a:lnTo>
                <a:lnTo>
                  <a:pt x="904875" y="1304925"/>
                </a:lnTo>
                <a:lnTo>
                  <a:pt x="895350" y="1304925"/>
                </a:lnTo>
                <a:close/>
                <a:moveTo>
                  <a:pt x="1533525" y="1295400"/>
                </a:moveTo>
                <a:lnTo>
                  <a:pt x="1543050" y="1295400"/>
                </a:lnTo>
                <a:lnTo>
                  <a:pt x="1543050" y="1314450"/>
                </a:lnTo>
                <a:lnTo>
                  <a:pt x="1514475" y="1314450"/>
                </a:lnTo>
                <a:lnTo>
                  <a:pt x="1514475" y="1304925"/>
                </a:lnTo>
                <a:lnTo>
                  <a:pt x="1533525" y="1304925"/>
                </a:lnTo>
                <a:close/>
                <a:moveTo>
                  <a:pt x="266700" y="1304925"/>
                </a:moveTo>
                <a:lnTo>
                  <a:pt x="285750" y="1304925"/>
                </a:lnTo>
                <a:lnTo>
                  <a:pt x="285750" y="1314450"/>
                </a:lnTo>
                <a:lnTo>
                  <a:pt x="266700" y="1314450"/>
                </a:lnTo>
                <a:close/>
                <a:moveTo>
                  <a:pt x="238125" y="1314450"/>
                </a:moveTo>
                <a:lnTo>
                  <a:pt x="247650" y="1314450"/>
                </a:lnTo>
                <a:lnTo>
                  <a:pt x="247650" y="1323975"/>
                </a:lnTo>
                <a:lnTo>
                  <a:pt x="238125" y="1323975"/>
                </a:lnTo>
                <a:close/>
                <a:moveTo>
                  <a:pt x="314325" y="1314450"/>
                </a:moveTo>
                <a:lnTo>
                  <a:pt x="323850" y="1314450"/>
                </a:lnTo>
                <a:lnTo>
                  <a:pt x="323850" y="1333500"/>
                </a:lnTo>
                <a:lnTo>
                  <a:pt x="314325" y="1333500"/>
                </a:lnTo>
                <a:lnTo>
                  <a:pt x="314325" y="1343025"/>
                </a:lnTo>
                <a:lnTo>
                  <a:pt x="304800" y="1343025"/>
                </a:lnTo>
                <a:lnTo>
                  <a:pt x="304800" y="1323975"/>
                </a:lnTo>
                <a:lnTo>
                  <a:pt x="314325" y="1323975"/>
                </a:lnTo>
                <a:close/>
                <a:moveTo>
                  <a:pt x="247650" y="1323975"/>
                </a:moveTo>
                <a:lnTo>
                  <a:pt x="276225" y="1323975"/>
                </a:lnTo>
                <a:lnTo>
                  <a:pt x="276225" y="1333500"/>
                </a:lnTo>
                <a:lnTo>
                  <a:pt x="285750" y="1333500"/>
                </a:lnTo>
                <a:lnTo>
                  <a:pt x="285750" y="1343025"/>
                </a:lnTo>
                <a:lnTo>
                  <a:pt x="276225" y="1343025"/>
                </a:lnTo>
                <a:lnTo>
                  <a:pt x="276225" y="1352550"/>
                </a:lnTo>
                <a:lnTo>
                  <a:pt x="266700" y="1352550"/>
                </a:lnTo>
                <a:lnTo>
                  <a:pt x="266700" y="1333500"/>
                </a:lnTo>
                <a:lnTo>
                  <a:pt x="257175" y="1333500"/>
                </a:lnTo>
                <a:lnTo>
                  <a:pt x="257175" y="1343025"/>
                </a:lnTo>
                <a:lnTo>
                  <a:pt x="238125" y="1343025"/>
                </a:lnTo>
                <a:lnTo>
                  <a:pt x="238125" y="1352550"/>
                </a:lnTo>
                <a:lnTo>
                  <a:pt x="228600" y="1352550"/>
                </a:lnTo>
                <a:lnTo>
                  <a:pt x="228600" y="1371600"/>
                </a:lnTo>
                <a:lnTo>
                  <a:pt x="219075" y="1371600"/>
                </a:lnTo>
                <a:lnTo>
                  <a:pt x="219075" y="1362075"/>
                </a:lnTo>
                <a:lnTo>
                  <a:pt x="200025" y="1362075"/>
                </a:lnTo>
                <a:lnTo>
                  <a:pt x="200025" y="1352550"/>
                </a:lnTo>
                <a:lnTo>
                  <a:pt x="219075" y="1352550"/>
                </a:lnTo>
                <a:lnTo>
                  <a:pt x="219075" y="1343025"/>
                </a:lnTo>
                <a:lnTo>
                  <a:pt x="228600" y="1343025"/>
                </a:lnTo>
                <a:lnTo>
                  <a:pt x="228600" y="1333500"/>
                </a:lnTo>
                <a:lnTo>
                  <a:pt x="247650" y="1333500"/>
                </a:lnTo>
                <a:close/>
                <a:moveTo>
                  <a:pt x="800100" y="1323975"/>
                </a:moveTo>
                <a:lnTo>
                  <a:pt x="809625" y="1323975"/>
                </a:lnTo>
                <a:lnTo>
                  <a:pt x="809625" y="1333500"/>
                </a:lnTo>
                <a:lnTo>
                  <a:pt x="800100" y="1333500"/>
                </a:lnTo>
                <a:close/>
                <a:moveTo>
                  <a:pt x="1019175" y="1333500"/>
                </a:moveTo>
                <a:lnTo>
                  <a:pt x="1038225" y="1333500"/>
                </a:lnTo>
                <a:lnTo>
                  <a:pt x="1038225" y="1343025"/>
                </a:lnTo>
                <a:lnTo>
                  <a:pt x="1019175" y="1343025"/>
                </a:lnTo>
                <a:close/>
                <a:moveTo>
                  <a:pt x="1000125" y="1343025"/>
                </a:moveTo>
                <a:lnTo>
                  <a:pt x="1009650" y="1343025"/>
                </a:lnTo>
                <a:lnTo>
                  <a:pt x="1009650" y="1352550"/>
                </a:lnTo>
                <a:lnTo>
                  <a:pt x="1000125" y="1352550"/>
                </a:lnTo>
                <a:close/>
                <a:moveTo>
                  <a:pt x="276225" y="1352550"/>
                </a:moveTo>
                <a:lnTo>
                  <a:pt x="285750" y="1352550"/>
                </a:lnTo>
                <a:lnTo>
                  <a:pt x="285750" y="1362075"/>
                </a:lnTo>
                <a:lnTo>
                  <a:pt x="276225" y="1362075"/>
                </a:lnTo>
                <a:close/>
                <a:moveTo>
                  <a:pt x="466725" y="1352550"/>
                </a:moveTo>
                <a:lnTo>
                  <a:pt x="495300" y="1352550"/>
                </a:lnTo>
                <a:lnTo>
                  <a:pt x="495300" y="1362075"/>
                </a:lnTo>
                <a:lnTo>
                  <a:pt x="476250" y="1362075"/>
                </a:lnTo>
                <a:lnTo>
                  <a:pt x="476250" y="1371600"/>
                </a:lnTo>
                <a:lnTo>
                  <a:pt x="466725" y="1371600"/>
                </a:lnTo>
                <a:close/>
                <a:moveTo>
                  <a:pt x="504825" y="1352550"/>
                </a:moveTo>
                <a:lnTo>
                  <a:pt x="523875" y="1352550"/>
                </a:lnTo>
                <a:lnTo>
                  <a:pt x="523875" y="1362075"/>
                </a:lnTo>
                <a:lnTo>
                  <a:pt x="504825" y="1362075"/>
                </a:lnTo>
                <a:close/>
                <a:moveTo>
                  <a:pt x="895350" y="1352550"/>
                </a:moveTo>
                <a:lnTo>
                  <a:pt x="904875" y="1352550"/>
                </a:lnTo>
                <a:lnTo>
                  <a:pt x="904875" y="1362075"/>
                </a:lnTo>
                <a:lnTo>
                  <a:pt x="895350" y="1362075"/>
                </a:lnTo>
                <a:close/>
                <a:moveTo>
                  <a:pt x="1400175" y="1352550"/>
                </a:moveTo>
                <a:lnTo>
                  <a:pt x="1409700" y="1352550"/>
                </a:lnTo>
                <a:lnTo>
                  <a:pt x="1409700" y="1362075"/>
                </a:lnTo>
                <a:lnTo>
                  <a:pt x="1400175" y="1362075"/>
                </a:lnTo>
                <a:close/>
                <a:moveTo>
                  <a:pt x="1771650" y="1352550"/>
                </a:moveTo>
                <a:lnTo>
                  <a:pt x="1781175" y="1352550"/>
                </a:lnTo>
                <a:lnTo>
                  <a:pt x="1781175" y="1362075"/>
                </a:lnTo>
                <a:lnTo>
                  <a:pt x="1771650" y="1362075"/>
                </a:lnTo>
                <a:close/>
                <a:moveTo>
                  <a:pt x="257175" y="1362075"/>
                </a:moveTo>
                <a:lnTo>
                  <a:pt x="276225" y="1362075"/>
                </a:lnTo>
                <a:lnTo>
                  <a:pt x="276225" y="1371600"/>
                </a:lnTo>
                <a:lnTo>
                  <a:pt x="257175" y="1371600"/>
                </a:lnTo>
                <a:close/>
                <a:moveTo>
                  <a:pt x="409575" y="1362075"/>
                </a:moveTo>
                <a:lnTo>
                  <a:pt x="419100" y="1362075"/>
                </a:lnTo>
                <a:lnTo>
                  <a:pt x="419100" y="1371600"/>
                </a:lnTo>
                <a:lnTo>
                  <a:pt x="409575" y="1371600"/>
                </a:lnTo>
                <a:close/>
                <a:moveTo>
                  <a:pt x="847725" y="1362075"/>
                </a:moveTo>
                <a:lnTo>
                  <a:pt x="857250" y="1362075"/>
                </a:lnTo>
                <a:lnTo>
                  <a:pt x="857250" y="1371600"/>
                </a:lnTo>
                <a:lnTo>
                  <a:pt x="847725" y="1371600"/>
                </a:lnTo>
                <a:close/>
                <a:moveTo>
                  <a:pt x="1057275" y="1362075"/>
                </a:moveTo>
                <a:lnTo>
                  <a:pt x="1076325" y="1362075"/>
                </a:lnTo>
                <a:lnTo>
                  <a:pt x="1076325" y="1371600"/>
                </a:lnTo>
                <a:lnTo>
                  <a:pt x="1057275" y="1371600"/>
                </a:lnTo>
                <a:close/>
                <a:moveTo>
                  <a:pt x="1409700" y="1362075"/>
                </a:moveTo>
                <a:lnTo>
                  <a:pt x="1428750" y="1362075"/>
                </a:lnTo>
                <a:lnTo>
                  <a:pt x="1428750" y="1371600"/>
                </a:lnTo>
                <a:lnTo>
                  <a:pt x="1409700" y="1371600"/>
                </a:lnTo>
                <a:close/>
                <a:moveTo>
                  <a:pt x="1485900" y="1362075"/>
                </a:moveTo>
                <a:lnTo>
                  <a:pt x="1524000" y="1362075"/>
                </a:lnTo>
                <a:lnTo>
                  <a:pt x="1524000" y="1371600"/>
                </a:lnTo>
                <a:lnTo>
                  <a:pt x="1485900" y="1371600"/>
                </a:lnTo>
                <a:close/>
                <a:moveTo>
                  <a:pt x="1752600" y="1362075"/>
                </a:moveTo>
                <a:lnTo>
                  <a:pt x="1771650" y="1362075"/>
                </a:lnTo>
                <a:lnTo>
                  <a:pt x="1771650" y="1390650"/>
                </a:lnTo>
                <a:lnTo>
                  <a:pt x="1762125" y="1390650"/>
                </a:lnTo>
                <a:lnTo>
                  <a:pt x="1762125" y="1371600"/>
                </a:lnTo>
                <a:lnTo>
                  <a:pt x="1752600" y="1371600"/>
                </a:lnTo>
                <a:close/>
                <a:moveTo>
                  <a:pt x="428625" y="1371600"/>
                </a:moveTo>
                <a:lnTo>
                  <a:pt x="438150" y="1371600"/>
                </a:lnTo>
                <a:lnTo>
                  <a:pt x="438150" y="1381125"/>
                </a:lnTo>
                <a:lnTo>
                  <a:pt x="428625" y="1381125"/>
                </a:lnTo>
                <a:close/>
                <a:moveTo>
                  <a:pt x="476250" y="1371600"/>
                </a:moveTo>
                <a:lnTo>
                  <a:pt x="485775" y="1371600"/>
                </a:lnTo>
                <a:lnTo>
                  <a:pt x="485775" y="1381125"/>
                </a:lnTo>
                <a:lnTo>
                  <a:pt x="476250" y="1381125"/>
                </a:lnTo>
                <a:close/>
                <a:moveTo>
                  <a:pt x="885825" y="1371600"/>
                </a:moveTo>
                <a:lnTo>
                  <a:pt x="904875" y="1371600"/>
                </a:lnTo>
                <a:lnTo>
                  <a:pt x="904875" y="1381125"/>
                </a:lnTo>
                <a:lnTo>
                  <a:pt x="895350" y="1381125"/>
                </a:lnTo>
                <a:lnTo>
                  <a:pt x="895350" y="1390650"/>
                </a:lnTo>
                <a:lnTo>
                  <a:pt x="885825" y="1390650"/>
                </a:lnTo>
                <a:close/>
                <a:moveTo>
                  <a:pt x="219075" y="1381125"/>
                </a:moveTo>
                <a:lnTo>
                  <a:pt x="228600" y="1381125"/>
                </a:lnTo>
                <a:lnTo>
                  <a:pt x="228600" y="1400175"/>
                </a:lnTo>
                <a:lnTo>
                  <a:pt x="219075" y="1400175"/>
                </a:lnTo>
                <a:close/>
                <a:moveTo>
                  <a:pt x="257175" y="1390650"/>
                </a:moveTo>
                <a:lnTo>
                  <a:pt x="266700" y="1390650"/>
                </a:lnTo>
                <a:lnTo>
                  <a:pt x="266700" y="1400175"/>
                </a:lnTo>
                <a:lnTo>
                  <a:pt x="257175" y="1400175"/>
                </a:lnTo>
                <a:close/>
                <a:moveTo>
                  <a:pt x="1104900" y="1390650"/>
                </a:moveTo>
                <a:lnTo>
                  <a:pt x="1114425" y="1390650"/>
                </a:lnTo>
                <a:lnTo>
                  <a:pt x="1114425" y="1409700"/>
                </a:lnTo>
                <a:lnTo>
                  <a:pt x="1104900" y="1409700"/>
                </a:lnTo>
                <a:close/>
                <a:moveTo>
                  <a:pt x="314325" y="1400175"/>
                </a:moveTo>
                <a:lnTo>
                  <a:pt x="323850" y="1400175"/>
                </a:lnTo>
                <a:lnTo>
                  <a:pt x="323850" y="1409700"/>
                </a:lnTo>
                <a:lnTo>
                  <a:pt x="314325" y="1409700"/>
                </a:lnTo>
                <a:close/>
                <a:moveTo>
                  <a:pt x="428625" y="1409700"/>
                </a:moveTo>
                <a:lnTo>
                  <a:pt x="447675" y="1409700"/>
                </a:lnTo>
                <a:lnTo>
                  <a:pt x="447675" y="1419225"/>
                </a:lnTo>
                <a:lnTo>
                  <a:pt x="428625" y="1419225"/>
                </a:lnTo>
                <a:close/>
                <a:moveTo>
                  <a:pt x="695325" y="1419225"/>
                </a:moveTo>
                <a:lnTo>
                  <a:pt x="714375" y="1419225"/>
                </a:lnTo>
                <a:lnTo>
                  <a:pt x="714375" y="1438275"/>
                </a:lnTo>
                <a:lnTo>
                  <a:pt x="704850" y="1438275"/>
                </a:lnTo>
                <a:lnTo>
                  <a:pt x="704850" y="1428750"/>
                </a:lnTo>
                <a:lnTo>
                  <a:pt x="695325" y="1428750"/>
                </a:lnTo>
                <a:close/>
                <a:moveTo>
                  <a:pt x="257175" y="1428750"/>
                </a:moveTo>
                <a:lnTo>
                  <a:pt x="266700" y="1428750"/>
                </a:lnTo>
                <a:lnTo>
                  <a:pt x="266700" y="1438275"/>
                </a:lnTo>
                <a:lnTo>
                  <a:pt x="257175" y="1438275"/>
                </a:lnTo>
                <a:close/>
                <a:moveTo>
                  <a:pt x="571500" y="1428750"/>
                </a:moveTo>
                <a:lnTo>
                  <a:pt x="600075" y="1428750"/>
                </a:lnTo>
                <a:lnTo>
                  <a:pt x="600075" y="1438275"/>
                </a:lnTo>
                <a:lnTo>
                  <a:pt x="571500" y="1438275"/>
                </a:lnTo>
                <a:close/>
                <a:moveTo>
                  <a:pt x="638175" y="1428750"/>
                </a:moveTo>
                <a:lnTo>
                  <a:pt x="647700" y="1428750"/>
                </a:lnTo>
                <a:lnTo>
                  <a:pt x="647700" y="1438275"/>
                </a:lnTo>
                <a:lnTo>
                  <a:pt x="638175" y="1438275"/>
                </a:lnTo>
                <a:close/>
                <a:moveTo>
                  <a:pt x="781050" y="1428750"/>
                </a:moveTo>
                <a:lnTo>
                  <a:pt x="790575" y="1428750"/>
                </a:lnTo>
                <a:lnTo>
                  <a:pt x="790575" y="1438275"/>
                </a:lnTo>
                <a:lnTo>
                  <a:pt x="781050" y="1438275"/>
                </a:lnTo>
                <a:close/>
                <a:moveTo>
                  <a:pt x="819150" y="1428750"/>
                </a:moveTo>
                <a:lnTo>
                  <a:pt x="838200" y="1428750"/>
                </a:lnTo>
                <a:lnTo>
                  <a:pt x="838200" y="1438275"/>
                </a:lnTo>
                <a:lnTo>
                  <a:pt x="819150" y="1438275"/>
                </a:lnTo>
                <a:close/>
                <a:moveTo>
                  <a:pt x="857250" y="1428750"/>
                </a:moveTo>
                <a:lnTo>
                  <a:pt x="876300" y="1428750"/>
                </a:lnTo>
                <a:lnTo>
                  <a:pt x="876300" y="1438275"/>
                </a:lnTo>
                <a:lnTo>
                  <a:pt x="857250" y="1438275"/>
                </a:lnTo>
                <a:close/>
                <a:moveTo>
                  <a:pt x="923925" y="1428750"/>
                </a:moveTo>
                <a:lnTo>
                  <a:pt x="981075" y="1428750"/>
                </a:lnTo>
                <a:lnTo>
                  <a:pt x="981075" y="1438275"/>
                </a:lnTo>
                <a:lnTo>
                  <a:pt x="923925" y="1438275"/>
                </a:lnTo>
                <a:close/>
                <a:moveTo>
                  <a:pt x="1009650" y="1428750"/>
                </a:moveTo>
                <a:lnTo>
                  <a:pt x="1028700" y="1428750"/>
                </a:lnTo>
                <a:lnTo>
                  <a:pt x="1028700" y="1438275"/>
                </a:lnTo>
                <a:lnTo>
                  <a:pt x="1009650" y="1438275"/>
                </a:lnTo>
                <a:close/>
                <a:moveTo>
                  <a:pt x="1057275" y="1428750"/>
                </a:moveTo>
                <a:lnTo>
                  <a:pt x="1066800" y="1428750"/>
                </a:lnTo>
                <a:lnTo>
                  <a:pt x="1066800" y="1438275"/>
                </a:lnTo>
                <a:lnTo>
                  <a:pt x="1057275" y="1438275"/>
                </a:lnTo>
                <a:close/>
                <a:moveTo>
                  <a:pt x="914400" y="1438275"/>
                </a:moveTo>
                <a:lnTo>
                  <a:pt x="923925" y="1438275"/>
                </a:lnTo>
                <a:lnTo>
                  <a:pt x="923925" y="1447800"/>
                </a:lnTo>
                <a:lnTo>
                  <a:pt x="914400" y="1447800"/>
                </a:lnTo>
                <a:close/>
                <a:moveTo>
                  <a:pt x="9525" y="1533525"/>
                </a:moveTo>
                <a:lnTo>
                  <a:pt x="19050" y="1533525"/>
                </a:lnTo>
                <a:lnTo>
                  <a:pt x="19050" y="1552575"/>
                </a:lnTo>
                <a:lnTo>
                  <a:pt x="9525" y="1552575"/>
                </a:lnTo>
                <a:close/>
                <a:moveTo>
                  <a:pt x="1457325" y="1533525"/>
                </a:moveTo>
                <a:lnTo>
                  <a:pt x="1476375" y="1533525"/>
                </a:lnTo>
                <a:lnTo>
                  <a:pt x="1476375" y="1543050"/>
                </a:lnTo>
                <a:lnTo>
                  <a:pt x="1466850" y="1543050"/>
                </a:lnTo>
                <a:lnTo>
                  <a:pt x="1466850" y="1552575"/>
                </a:lnTo>
                <a:lnTo>
                  <a:pt x="1457325" y="1552575"/>
                </a:lnTo>
                <a:close/>
                <a:moveTo>
                  <a:pt x="1381125" y="1543050"/>
                </a:moveTo>
                <a:lnTo>
                  <a:pt x="1400175" y="1543050"/>
                </a:lnTo>
                <a:lnTo>
                  <a:pt x="1400175" y="1552575"/>
                </a:lnTo>
                <a:lnTo>
                  <a:pt x="1381125" y="1552575"/>
                </a:lnTo>
                <a:close/>
                <a:moveTo>
                  <a:pt x="0" y="1552575"/>
                </a:moveTo>
                <a:lnTo>
                  <a:pt x="9525" y="1552575"/>
                </a:lnTo>
                <a:lnTo>
                  <a:pt x="9525" y="1562100"/>
                </a:lnTo>
                <a:lnTo>
                  <a:pt x="0" y="1562100"/>
                </a:lnTo>
                <a:close/>
                <a:moveTo>
                  <a:pt x="1333500" y="1552575"/>
                </a:moveTo>
                <a:lnTo>
                  <a:pt x="1343025" y="1552575"/>
                </a:lnTo>
                <a:lnTo>
                  <a:pt x="1343025" y="1562100"/>
                </a:lnTo>
                <a:lnTo>
                  <a:pt x="1352550" y="1562100"/>
                </a:lnTo>
                <a:lnTo>
                  <a:pt x="1352550" y="1581150"/>
                </a:lnTo>
                <a:lnTo>
                  <a:pt x="1314450" y="1581150"/>
                </a:lnTo>
                <a:lnTo>
                  <a:pt x="1314450" y="1571625"/>
                </a:lnTo>
                <a:lnTo>
                  <a:pt x="1333500" y="1571625"/>
                </a:lnTo>
                <a:close/>
                <a:moveTo>
                  <a:pt x="238125" y="1571625"/>
                </a:moveTo>
                <a:lnTo>
                  <a:pt x="257175" y="1571625"/>
                </a:lnTo>
                <a:lnTo>
                  <a:pt x="257175" y="1581150"/>
                </a:lnTo>
                <a:lnTo>
                  <a:pt x="238125" y="1581150"/>
                </a:lnTo>
                <a:close/>
                <a:moveTo>
                  <a:pt x="447675" y="1571625"/>
                </a:moveTo>
                <a:lnTo>
                  <a:pt x="485775" y="1571625"/>
                </a:lnTo>
                <a:lnTo>
                  <a:pt x="485775" y="1581150"/>
                </a:lnTo>
                <a:lnTo>
                  <a:pt x="447675" y="1581150"/>
                </a:lnTo>
                <a:close/>
                <a:moveTo>
                  <a:pt x="1219200" y="1571625"/>
                </a:moveTo>
                <a:lnTo>
                  <a:pt x="1238250" y="1571625"/>
                </a:lnTo>
                <a:lnTo>
                  <a:pt x="1238250" y="1581150"/>
                </a:lnTo>
                <a:lnTo>
                  <a:pt x="1219200" y="1581150"/>
                </a:lnTo>
                <a:close/>
                <a:moveTo>
                  <a:pt x="1371600" y="1581150"/>
                </a:moveTo>
                <a:lnTo>
                  <a:pt x="1381125" y="1581150"/>
                </a:lnTo>
                <a:lnTo>
                  <a:pt x="1381125" y="1590675"/>
                </a:lnTo>
                <a:lnTo>
                  <a:pt x="1371600" y="1590675"/>
                </a:lnTo>
                <a:close/>
                <a:moveTo>
                  <a:pt x="114300" y="1590675"/>
                </a:moveTo>
                <a:lnTo>
                  <a:pt x="123825" y="1590675"/>
                </a:lnTo>
                <a:lnTo>
                  <a:pt x="123825" y="1600200"/>
                </a:lnTo>
                <a:lnTo>
                  <a:pt x="114300" y="1600200"/>
                </a:lnTo>
                <a:close/>
                <a:moveTo>
                  <a:pt x="390525" y="1590675"/>
                </a:moveTo>
                <a:lnTo>
                  <a:pt x="400050" y="1590675"/>
                </a:lnTo>
                <a:lnTo>
                  <a:pt x="400050" y="1600200"/>
                </a:lnTo>
                <a:lnTo>
                  <a:pt x="390525" y="1600200"/>
                </a:lnTo>
                <a:close/>
                <a:moveTo>
                  <a:pt x="571500" y="1590675"/>
                </a:moveTo>
                <a:lnTo>
                  <a:pt x="590550" y="1590675"/>
                </a:lnTo>
                <a:lnTo>
                  <a:pt x="590550" y="1600200"/>
                </a:lnTo>
                <a:lnTo>
                  <a:pt x="571500" y="1600200"/>
                </a:lnTo>
                <a:close/>
                <a:moveTo>
                  <a:pt x="1190625" y="1600200"/>
                </a:moveTo>
                <a:lnTo>
                  <a:pt x="1200150" y="1600200"/>
                </a:lnTo>
                <a:lnTo>
                  <a:pt x="1200150" y="1628775"/>
                </a:lnTo>
                <a:lnTo>
                  <a:pt x="1190625" y="1628775"/>
                </a:lnTo>
                <a:lnTo>
                  <a:pt x="1190625" y="1619250"/>
                </a:lnTo>
                <a:lnTo>
                  <a:pt x="1162050" y="1619250"/>
                </a:lnTo>
                <a:lnTo>
                  <a:pt x="1162050" y="1609725"/>
                </a:lnTo>
                <a:lnTo>
                  <a:pt x="1190625" y="1609725"/>
                </a:lnTo>
                <a:close/>
                <a:moveTo>
                  <a:pt x="1876425" y="1600200"/>
                </a:moveTo>
                <a:lnTo>
                  <a:pt x="1885950" y="1600200"/>
                </a:lnTo>
                <a:lnTo>
                  <a:pt x="1885950" y="1609725"/>
                </a:lnTo>
                <a:lnTo>
                  <a:pt x="1876425" y="1609725"/>
                </a:lnTo>
                <a:close/>
                <a:moveTo>
                  <a:pt x="1895475" y="1600200"/>
                </a:moveTo>
                <a:lnTo>
                  <a:pt x="1905000" y="1600200"/>
                </a:lnTo>
                <a:lnTo>
                  <a:pt x="1905000" y="1619250"/>
                </a:lnTo>
                <a:lnTo>
                  <a:pt x="1895475" y="1619250"/>
                </a:lnTo>
                <a:close/>
                <a:moveTo>
                  <a:pt x="28575" y="1609725"/>
                </a:moveTo>
                <a:lnTo>
                  <a:pt x="38100" y="1609725"/>
                </a:lnTo>
                <a:lnTo>
                  <a:pt x="38100" y="1628775"/>
                </a:lnTo>
                <a:lnTo>
                  <a:pt x="28575" y="1628775"/>
                </a:lnTo>
                <a:close/>
                <a:moveTo>
                  <a:pt x="1057275" y="1609725"/>
                </a:moveTo>
                <a:lnTo>
                  <a:pt x="1066800" y="1609725"/>
                </a:lnTo>
                <a:lnTo>
                  <a:pt x="1066800" y="1619250"/>
                </a:lnTo>
                <a:lnTo>
                  <a:pt x="1057275" y="1619250"/>
                </a:lnTo>
                <a:close/>
                <a:moveTo>
                  <a:pt x="114300" y="1619250"/>
                </a:moveTo>
                <a:lnTo>
                  <a:pt x="133350" y="1619250"/>
                </a:lnTo>
                <a:lnTo>
                  <a:pt x="133350" y="1628775"/>
                </a:lnTo>
                <a:lnTo>
                  <a:pt x="114300" y="1628775"/>
                </a:lnTo>
                <a:close/>
                <a:moveTo>
                  <a:pt x="209550" y="1628775"/>
                </a:moveTo>
                <a:lnTo>
                  <a:pt x="219075" y="1628775"/>
                </a:lnTo>
                <a:lnTo>
                  <a:pt x="219075" y="1638300"/>
                </a:lnTo>
                <a:lnTo>
                  <a:pt x="228600" y="1638300"/>
                </a:lnTo>
                <a:lnTo>
                  <a:pt x="228600" y="1647825"/>
                </a:lnTo>
                <a:lnTo>
                  <a:pt x="209550" y="1647825"/>
                </a:lnTo>
                <a:close/>
                <a:moveTo>
                  <a:pt x="542925" y="1628775"/>
                </a:moveTo>
                <a:lnTo>
                  <a:pt x="561975" y="1628775"/>
                </a:lnTo>
                <a:lnTo>
                  <a:pt x="561975" y="1638300"/>
                </a:lnTo>
                <a:lnTo>
                  <a:pt x="542925" y="1638300"/>
                </a:lnTo>
                <a:close/>
                <a:moveTo>
                  <a:pt x="1743075" y="1628775"/>
                </a:moveTo>
                <a:lnTo>
                  <a:pt x="1771650" y="1628775"/>
                </a:lnTo>
                <a:lnTo>
                  <a:pt x="1771650" y="1647825"/>
                </a:lnTo>
                <a:lnTo>
                  <a:pt x="1762125" y="1647825"/>
                </a:lnTo>
                <a:lnTo>
                  <a:pt x="1762125" y="1638300"/>
                </a:lnTo>
                <a:lnTo>
                  <a:pt x="1752600" y="1638300"/>
                </a:lnTo>
                <a:lnTo>
                  <a:pt x="1752600" y="1647825"/>
                </a:lnTo>
                <a:lnTo>
                  <a:pt x="1743075" y="1647825"/>
                </a:lnTo>
                <a:close/>
                <a:moveTo>
                  <a:pt x="247650" y="1638300"/>
                </a:moveTo>
                <a:lnTo>
                  <a:pt x="257175" y="1638300"/>
                </a:lnTo>
                <a:lnTo>
                  <a:pt x="257175" y="1647825"/>
                </a:lnTo>
                <a:lnTo>
                  <a:pt x="247650" y="1647825"/>
                </a:lnTo>
                <a:close/>
                <a:moveTo>
                  <a:pt x="295275" y="1638300"/>
                </a:moveTo>
                <a:lnTo>
                  <a:pt x="314325" y="1638300"/>
                </a:lnTo>
                <a:lnTo>
                  <a:pt x="314325" y="1647825"/>
                </a:lnTo>
                <a:lnTo>
                  <a:pt x="295275" y="1647825"/>
                </a:lnTo>
                <a:close/>
                <a:moveTo>
                  <a:pt x="342900" y="1638300"/>
                </a:moveTo>
                <a:lnTo>
                  <a:pt x="381000" y="1638300"/>
                </a:lnTo>
                <a:lnTo>
                  <a:pt x="381000" y="1647825"/>
                </a:lnTo>
                <a:lnTo>
                  <a:pt x="342900" y="1647825"/>
                </a:lnTo>
                <a:close/>
                <a:moveTo>
                  <a:pt x="1209675" y="1638300"/>
                </a:moveTo>
                <a:lnTo>
                  <a:pt x="1219200" y="1638300"/>
                </a:lnTo>
                <a:lnTo>
                  <a:pt x="1219200" y="1657350"/>
                </a:lnTo>
                <a:lnTo>
                  <a:pt x="1209675" y="1657350"/>
                </a:lnTo>
                <a:close/>
                <a:moveTo>
                  <a:pt x="1323975" y="1638300"/>
                </a:moveTo>
                <a:lnTo>
                  <a:pt x="1333500" y="1638300"/>
                </a:lnTo>
                <a:lnTo>
                  <a:pt x="1333500" y="1647825"/>
                </a:lnTo>
                <a:lnTo>
                  <a:pt x="1323975" y="1647825"/>
                </a:lnTo>
                <a:close/>
                <a:moveTo>
                  <a:pt x="1371600" y="1638300"/>
                </a:moveTo>
                <a:lnTo>
                  <a:pt x="1409700" y="1638300"/>
                </a:lnTo>
                <a:lnTo>
                  <a:pt x="1409700" y="1647825"/>
                </a:lnTo>
                <a:lnTo>
                  <a:pt x="1371600" y="1647825"/>
                </a:lnTo>
                <a:close/>
                <a:moveTo>
                  <a:pt x="1447800" y="1638300"/>
                </a:moveTo>
                <a:lnTo>
                  <a:pt x="1485900" y="1638300"/>
                </a:lnTo>
                <a:lnTo>
                  <a:pt x="1485900" y="1647825"/>
                </a:lnTo>
                <a:lnTo>
                  <a:pt x="1447800" y="1647825"/>
                </a:lnTo>
                <a:close/>
                <a:moveTo>
                  <a:pt x="1485900" y="1647825"/>
                </a:moveTo>
                <a:lnTo>
                  <a:pt x="1504950" y="1647825"/>
                </a:lnTo>
                <a:lnTo>
                  <a:pt x="1504950" y="1657350"/>
                </a:lnTo>
                <a:lnTo>
                  <a:pt x="1485900" y="1657350"/>
                </a:lnTo>
                <a:close/>
                <a:moveTo>
                  <a:pt x="28575" y="1657350"/>
                </a:moveTo>
                <a:lnTo>
                  <a:pt x="38100" y="1657350"/>
                </a:lnTo>
                <a:lnTo>
                  <a:pt x="38100" y="1666875"/>
                </a:lnTo>
                <a:lnTo>
                  <a:pt x="28575" y="1666875"/>
                </a:lnTo>
                <a:close/>
                <a:moveTo>
                  <a:pt x="238125" y="1676400"/>
                </a:moveTo>
                <a:lnTo>
                  <a:pt x="266700" y="1676400"/>
                </a:lnTo>
                <a:lnTo>
                  <a:pt x="266700" y="1685925"/>
                </a:lnTo>
                <a:lnTo>
                  <a:pt x="238125" y="1685925"/>
                </a:lnTo>
                <a:close/>
                <a:moveTo>
                  <a:pt x="28575" y="1685925"/>
                </a:moveTo>
                <a:lnTo>
                  <a:pt x="38100" y="1685925"/>
                </a:lnTo>
                <a:lnTo>
                  <a:pt x="38100" y="1695450"/>
                </a:lnTo>
                <a:lnTo>
                  <a:pt x="28575" y="1695450"/>
                </a:lnTo>
                <a:close/>
                <a:moveTo>
                  <a:pt x="114300" y="1704975"/>
                </a:moveTo>
                <a:lnTo>
                  <a:pt x="133350" y="1704975"/>
                </a:lnTo>
                <a:lnTo>
                  <a:pt x="133350" y="1714500"/>
                </a:lnTo>
                <a:lnTo>
                  <a:pt x="114300" y="1714500"/>
                </a:lnTo>
                <a:close/>
                <a:moveTo>
                  <a:pt x="1000125" y="1714500"/>
                </a:moveTo>
                <a:lnTo>
                  <a:pt x="1019175" y="1714500"/>
                </a:lnTo>
                <a:lnTo>
                  <a:pt x="1019175" y="1724025"/>
                </a:lnTo>
                <a:lnTo>
                  <a:pt x="1000125" y="1724025"/>
                </a:lnTo>
                <a:close/>
                <a:moveTo>
                  <a:pt x="19050" y="1724025"/>
                </a:moveTo>
                <a:lnTo>
                  <a:pt x="28575" y="1724025"/>
                </a:lnTo>
                <a:lnTo>
                  <a:pt x="28575" y="1733550"/>
                </a:lnTo>
                <a:lnTo>
                  <a:pt x="19050" y="1733550"/>
                </a:lnTo>
                <a:close/>
                <a:moveTo>
                  <a:pt x="923925" y="1724025"/>
                </a:moveTo>
                <a:lnTo>
                  <a:pt x="933450" y="1724025"/>
                </a:lnTo>
                <a:lnTo>
                  <a:pt x="933450" y="1733550"/>
                </a:lnTo>
                <a:lnTo>
                  <a:pt x="923925" y="1733550"/>
                </a:lnTo>
                <a:close/>
                <a:moveTo>
                  <a:pt x="990600" y="1724025"/>
                </a:moveTo>
                <a:lnTo>
                  <a:pt x="1000125" y="1724025"/>
                </a:lnTo>
                <a:lnTo>
                  <a:pt x="1000125" y="1733550"/>
                </a:lnTo>
                <a:lnTo>
                  <a:pt x="990600" y="1733550"/>
                </a:lnTo>
                <a:close/>
                <a:moveTo>
                  <a:pt x="1876425" y="1724025"/>
                </a:moveTo>
                <a:lnTo>
                  <a:pt x="1885950" y="1724025"/>
                </a:lnTo>
                <a:lnTo>
                  <a:pt x="1885950" y="1733550"/>
                </a:lnTo>
                <a:lnTo>
                  <a:pt x="1876425" y="1733550"/>
                </a:lnTo>
                <a:close/>
                <a:moveTo>
                  <a:pt x="1771650" y="1733550"/>
                </a:moveTo>
                <a:lnTo>
                  <a:pt x="1781175" y="1733550"/>
                </a:lnTo>
                <a:lnTo>
                  <a:pt x="1781175" y="1762125"/>
                </a:lnTo>
                <a:lnTo>
                  <a:pt x="1771650" y="1762125"/>
                </a:lnTo>
                <a:close/>
                <a:moveTo>
                  <a:pt x="1885950" y="1743075"/>
                </a:moveTo>
                <a:lnTo>
                  <a:pt x="1895475" y="1743075"/>
                </a:lnTo>
                <a:lnTo>
                  <a:pt x="1895475" y="1752600"/>
                </a:lnTo>
                <a:lnTo>
                  <a:pt x="1885950" y="1752600"/>
                </a:lnTo>
                <a:close/>
                <a:moveTo>
                  <a:pt x="1714500" y="1762125"/>
                </a:moveTo>
                <a:lnTo>
                  <a:pt x="1743075" y="1762125"/>
                </a:lnTo>
                <a:lnTo>
                  <a:pt x="1743075" y="1771650"/>
                </a:lnTo>
                <a:lnTo>
                  <a:pt x="1714500" y="1771650"/>
                </a:lnTo>
                <a:close/>
                <a:moveTo>
                  <a:pt x="1762125" y="1762125"/>
                </a:moveTo>
                <a:lnTo>
                  <a:pt x="1771650" y="1762125"/>
                </a:lnTo>
                <a:lnTo>
                  <a:pt x="1771650" y="1771650"/>
                </a:lnTo>
                <a:lnTo>
                  <a:pt x="1762125" y="1771650"/>
                </a:lnTo>
                <a:close/>
                <a:moveTo>
                  <a:pt x="504825" y="1800225"/>
                </a:moveTo>
                <a:lnTo>
                  <a:pt x="523875" y="1800225"/>
                </a:lnTo>
                <a:lnTo>
                  <a:pt x="523875" y="1809750"/>
                </a:lnTo>
                <a:lnTo>
                  <a:pt x="504825" y="1809750"/>
                </a:lnTo>
                <a:close/>
                <a:moveTo>
                  <a:pt x="657225" y="1800225"/>
                </a:moveTo>
                <a:lnTo>
                  <a:pt x="685800" y="1800225"/>
                </a:lnTo>
                <a:lnTo>
                  <a:pt x="685800" y="1809750"/>
                </a:lnTo>
                <a:lnTo>
                  <a:pt x="666750" y="1809750"/>
                </a:lnTo>
                <a:lnTo>
                  <a:pt x="666750" y="1819275"/>
                </a:lnTo>
                <a:lnTo>
                  <a:pt x="657225" y="1819275"/>
                </a:lnTo>
                <a:close/>
                <a:moveTo>
                  <a:pt x="847725" y="1800225"/>
                </a:moveTo>
                <a:lnTo>
                  <a:pt x="866775" y="1800225"/>
                </a:lnTo>
                <a:lnTo>
                  <a:pt x="866775" y="1809750"/>
                </a:lnTo>
                <a:lnTo>
                  <a:pt x="876300" y="1809750"/>
                </a:lnTo>
                <a:lnTo>
                  <a:pt x="876300" y="1819275"/>
                </a:lnTo>
                <a:lnTo>
                  <a:pt x="847725" y="1819275"/>
                </a:lnTo>
                <a:close/>
                <a:moveTo>
                  <a:pt x="333375" y="1809750"/>
                </a:moveTo>
                <a:lnTo>
                  <a:pt x="342900" y="1809750"/>
                </a:lnTo>
                <a:lnTo>
                  <a:pt x="342900" y="1819275"/>
                </a:lnTo>
                <a:lnTo>
                  <a:pt x="333375" y="1819275"/>
                </a:lnTo>
                <a:close/>
                <a:moveTo>
                  <a:pt x="1876425" y="1819275"/>
                </a:moveTo>
                <a:lnTo>
                  <a:pt x="1885950" y="1819275"/>
                </a:lnTo>
                <a:lnTo>
                  <a:pt x="1885950" y="1838325"/>
                </a:lnTo>
                <a:lnTo>
                  <a:pt x="1876425" y="1838325"/>
                </a:lnTo>
                <a:close/>
                <a:moveTo>
                  <a:pt x="1895475" y="1838325"/>
                </a:moveTo>
                <a:lnTo>
                  <a:pt x="1905000" y="1838325"/>
                </a:lnTo>
                <a:lnTo>
                  <a:pt x="1905000" y="1847850"/>
                </a:lnTo>
                <a:lnTo>
                  <a:pt x="1895475" y="1847850"/>
                </a:lnTo>
                <a:close/>
                <a:moveTo>
                  <a:pt x="209550" y="1847850"/>
                </a:moveTo>
                <a:lnTo>
                  <a:pt x="219075" y="1847850"/>
                </a:lnTo>
                <a:lnTo>
                  <a:pt x="219075" y="1857375"/>
                </a:lnTo>
                <a:lnTo>
                  <a:pt x="209550" y="1857375"/>
                </a:lnTo>
                <a:close/>
                <a:moveTo>
                  <a:pt x="466725" y="1847850"/>
                </a:moveTo>
                <a:lnTo>
                  <a:pt x="476250" y="1847850"/>
                </a:lnTo>
                <a:lnTo>
                  <a:pt x="476250" y="1857375"/>
                </a:lnTo>
                <a:lnTo>
                  <a:pt x="466725" y="1857375"/>
                </a:lnTo>
                <a:close/>
                <a:moveTo>
                  <a:pt x="228600" y="1857375"/>
                </a:moveTo>
                <a:lnTo>
                  <a:pt x="257175" y="1857375"/>
                </a:lnTo>
                <a:lnTo>
                  <a:pt x="257175" y="1876425"/>
                </a:lnTo>
                <a:lnTo>
                  <a:pt x="228600" y="1876425"/>
                </a:lnTo>
                <a:close/>
                <a:moveTo>
                  <a:pt x="323850" y="1857375"/>
                </a:moveTo>
                <a:lnTo>
                  <a:pt x="400050" y="1857375"/>
                </a:lnTo>
                <a:lnTo>
                  <a:pt x="400050" y="1876425"/>
                </a:lnTo>
                <a:lnTo>
                  <a:pt x="323850" y="1876425"/>
                </a:lnTo>
                <a:close/>
                <a:moveTo>
                  <a:pt x="428625" y="1857375"/>
                </a:moveTo>
                <a:lnTo>
                  <a:pt x="457200" y="1857375"/>
                </a:lnTo>
                <a:lnTo>
                  <a:pt x="457200" y="1866900"/>
                </a:lnTo>
                <a:lnTo>
                  <a:pt x="466725" y="1866900"/>
                </a:lnTo>
                <a:lnTo>
                  <a:pt x="466725" y="1876425"/>
                </a:lnTo>
                <a:lnTo>
                  <a:pt x="419100" y="1876425"/>
                </a:lnTo>
                <a:lnTo>
                  <a:pt x="419100" y="1866900"/>
                </a:lnTo>
                <a:lnTo>
                  <a:pt x="428625" y="1866900"/>
                </a:lnTo>
                <a:close/>
                <a:moveTo>
                  <a:pt x="495300" y="1857375"/>
                </a:moveTo>
                <a:lnTo>
                  <a:pt x="514350" y="1857375"/>
                </a:lnTo>
                <a:lnTo>
                  <a:pt x="514350" y="1876425"/>
                </a:lnTo>
                <a:lnTo>
                  <a:pt x="495300" y="1876425"/>
                </a:lnTo>
                <a:close/>
                <a:moveTo>
                  <a:pt x="542925" y="1857375"/>
                </a:moveTo>
                <a:lnTo>
                  <a:pt x="571500" y="1857375"/>
                </a:lnTo>
                <a:lnTo>
                  <a:pt x="571500" y="1876425"/>
                </a:lnTo>
                <a:lnTo>
                  <a:pt x="542925" y="1876425"/>
                </a:lnTo>
                <a:close/>
                <a:moveTo>
                  <a:pt x="628650" y="1857375"/>
                </a:moveTo>
                <a:lnTo>
                  <a:pt x="666750" y="1857375"/>
                </a:lnTo>
                <a:lnTo>
                  <a:pt x="666750" y="1876425"/>
                </a:lnTo>
                <a:lnTo>
                  <a:pt x="695325" y="1876425"/>
                </a:lnTo>
                <a:lnTo>
                  <a:pt x="695325" y="1905000"/>
                </a:lnTo>
                <a:lnTo>
                  <a:pt x="647700" y="1905000"/>
                </a:lnTo>
                <a:lnTo>
                  <a:pt x="647700" y="1895475"/>
                </a:lnTo>
                <a:lnTo>
                  <a:pt x="657225" y="1895475"/>
                </a:lnTo>
                <a:lnTo>
                  <a:pt x="657225" y="1876425"/>
                </a:lnTo>
                <a:lnTo>
                  <a:pt x="638175" y="1876425"/>
                </a:lnTo>
                <a:lnTo>
                  <a:pt x="638175" y="1895475"/>
                </a:lnTo>
                <a:lnTo>
                  <a:pt x="609600" y="1895475"/>
                </a:lnTo>
                <a:lnTo>
                  <a:pt x="609600" y="1876425"/>
                </a:lnTo>
                <a:lnTo>
                  <a:pt x="600075" y="1876425"/>
                </a:lnTo>
                <a:lnTo>
                  <a:pt x="600075" y="1866900"/>
                </a:lnTo>
                <a:lnTo>
                  <a:pt x="628650" y="1866900"/>
                </a:lnTo>
                <a:close/>
                <a:moveTo>
                  <a:pt x="752475" y="1866900"/>
                </a:moveTo>
                <a:lnTo>
                  <a:pt x="771525" y="1866900"/>
                </a:lnTo>
                <a:lnTo>
                  <a:pt x="771525" y="1876425"/>
                </a:lnTo>
                <a:lnTo>
                  <a:pt x="752475" y="1876425"/>
                </a:lnTo>
                <a:close/>
                <a:moveTo>
                  <a:pt x="219075" y="1885950"/>
                </a:moveTo>
                <a:lnTo>
                  <a:pt x="247650" y="1885950"/>
                </a:lnTo>
                <a:lnTo>
                  <a:pt x="247650" y="1905000"/>
                </a:lnTo>
                <a:lnTo>
                  <a:pt x="219075" y="1905000"/>
                </a:lnTo>
                <a:close/>
                <a:moveTo>
                  <a:pt x="400050" y="1885950"/>
                </a:moveTo>
                <a:lnTo>
                  <a:pt x="409575" y="1885950"/>
                </a:lnTo>
                <a:lnTo>
                  <a:pt x="409575" y="1895475"/>
                </a:lnTo>
                <a:lnTo>
                  <a:pt x="419100" y="1895475"/>
                </a:lnTo>
                <a:lnTo>
                  <a:pt x="419100" y="1905000"/>
                </a:lnTo>
                <a:lnTo>
                  <a:pt x="400050" y="1905000"/>
                </a:lnTo>
                <a:close/>
                <a:moveTo>
                  <a:pt x="209550" y="1905000"/>
                </a:moveTo>
                <a:lnTo>
                  <a:pt x="219075" y="1905000"/>
                </a:lnTo>
                <a:lnTo>
                  <a:pt x="219075" y="1914525"/>
                </a:lnTo>
                <a:lnTo>
                  <a:pt x="209550" y="1914525"/>
                </a:lnTo>
                <a:close/>
                <a:moveTo>
                  <a:pt x="285750" y="1905000"/>
                </a:moveTo>
                <a:lnTo>
                  <a:pt x="304800" y="1905000"/>
                </a:lnTo>
                <a:lnTo>
                  <a:pt x="304800" y="1914525"/>
                </a:lnTo>
                <a:lnTo>
                  <a:pt x="285750" y="1914525"/>
                </a:lnTo>
                <a:close/>
                <a:moveTo>
                  <a:pt x="390525" y="1905000"/>
                </a:moveTo>
                <a:lnTo>
                  <a:pt x="400050" y="1905000"/>
                </a:lnTo>
                <a:lnTo>
                  <a:pt x="400050" y="1914525"/>
                </a:lnTo>
                <a:lnTo>
                  <a:pt x="390525" y="1914525"/>
                </a:lnTo>
                <a:close/>
                <a:moveTo>
                  <a:pt x="19050" y="1952625"/>
                </a:moveTo>
                <a:lnTo>
                  <a:pt x="38100" y="1952625"/>
                </a:lnTo>
                <a:lnTo>
                  <a:pt x="38100" y="1981200"/>
                </a:lnTo>
                <a:lnTo>
                  <a:pt x="28575" y="1981200"/>
                </a:lnTo>
                <a:lnTo>
                  <a:pt x="28575" y="1971675"/>
                </a:lnTo>
                <a:lnTo>
                  <a:pt x="19050" y="1971675"/>
                </a:lnTo>
                <a:close/>
                <a:moveTo>
                  <a:pt x="28575" y="2000250"/>
                </a:moveTo>
                <a:lnTo>
                  <a:pt x="38100" y="2000250"/>
                </a:lnTo>
                <a:lnTo>
                  <a:pt x="38100" y="2028825"/>
                </a:lnTo>
                <a:lnTo>
                  <a:pt x="28575" y="2028825"/>
                </a:lnTo>
                <a:close/>
                <a:moveTo>
                  <a:pt x="1019175" y="2000250"/>
                </a:moveTo>
                <a:lnTo>
                  <a:pt x="1028700" y="2000250"/>
                </a:lnTo>
                <a:lnTo>
                  <a:pt x="1028700" y="2009775"/>
                </a:lnTo>
                <a:lnTo>
                  <a:pt x="1019175" y="2009775"/>
                </a:lnTo>
                <a:close/>
                <a:moveTo>
                  <a:pt x="1504950" y="2000250"/>
                </a:moveTo>
                <a:lnTo>
                  <a:pt x="1514475" y="2000250"/>
                </a:lnTo>
                <a:lnTo>
                  <a:pt x="1514475" y="2009775"/>
                </a:lnTo>
                <a:lnTo>
                  <a:pt x="1504950" y="2009775"/>
                </a:lnTo>
                <a:close/>
                <a:moveTo>
                  <a:pt x="0" y="2009775"/>
                </a:moveTo>
                <a:lnTo>
                  <a:pt x="19050" y="2009775"/>
                </a:lnTo>
                <a:lnTo>
                  <a:pt x="19050" y="2038350"/>
                </a:lnTo>
                <a:lnTo>
                  <a:pt x="0" y="2038350"/>
                </a:lnTo>
                <a:close/>
              </a:path>
            </a:pathLst>
          </a:custGeom>
          <a:solidFill xmlns:a="http://schemas.openxmlformats.org/drawingml/2006/main">
            <a:srgbClr val="F2F0E3"/>
          </a:solidFill>
          <a:ln xmlns:a="http://schemas.openxmlformats.org/drawingml/2006/main" w="0">
            <a:noFill/>
          </a:ln>
        </p:spPr>
      </p:sp>
      <p:sp>
        <p:nvSpPr>
          <p:cNvPr id="138" name="sales vector #f2efe2">
            <a:extLst xmlns:a="http://schemas.openxmlformats.org/drawingml/2006/main">
              <a:ext uri="{FF2B5EF4-FFF2-40B4-BE49-F238E27FC236}">
                <a16:creationId xmlns:a16="http://schemas.microsoft.com/office/drawing/2014/main" id="{65B7A48A-00BE-4697-AE25-F039103045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381625" y="4914900"/>
            <a:ext cx="2247900" cy="2400300"/>
          </a:xfrm>
          <a:custGeom xmlns:a="http://schemas.openxmlformats.org/drawingml/2006/main">
            <a:pathLst>
              <a:path w="1905000" h="2038350">
                <a:moveTo>
                  <a:pt x="285750" y="0"/>
                </a:moveTo>
                <a:lnTo>
                  <a:pt x="295275" y="0"/>
                </a:lnTo>
                <a:lnTo>
                  <a:pt x="295275" y="9525"/>
                </a:lnTo>
                <a:lnTo>
                  <a:pt x="285750" y="9525"/>
                </a:lnTo>
                <a:close/>
                <a:moveTo>
                  <a:pt x="314325" y="0"/>
                </a:moveTo>
                <a:lnTo>
                  <a:pt x="323850" y="0"/>
                </a:lnTo>
                <a:lnTo>
                  <a:pt x="323850" y="19050"/>
                </a:lnTo>
                <a:lnTo>
                  <a:pt x="304800" y="19050"/>
                </a:lnTo>
                <a:lnTo>
                  <a:pt x="304800" y="9525"/>
                </a:lnTo>
                <a:lnTo>
                  <a:pt x="314325" y="9525"/>
                </a:lnTo>
                <a:close/>
                <a:moveTo>
                  <a:pt x="457200" y="0"/>
                </a:moveTo>
                <a:lnTo>
                  <a:pt x="466725" y="0"/>
                </a:lnTo>
                <a:lnTo>
                  <a:pt x="466725" y="9525"/>
                </a:lnTo>
                <a:lnTo>
                  <a:pt x="457200" y="9525"/>
                </a:lnTo>
                <a:close/>
                <a:moveTo>
                  <a:pt x="790575" y="0"/>
                </a:moveTo>
                <a:lnTo>
                  <a:pt x="828675" y="0"/>
                </a:lnTo>
                <a:lnTo>
                  <a:pt x="828675" y="9525"/>
                </a:lnTo>
                <a:lnTo>
                  <a:pt x="809625" y="9525"/>
                </a:lnTo>
                <a:lnTo>
                  <a:pt x="809625" y="19050"/>
                </a:lnTo>
                <a:lnTo>
                  <a:pt x="800100" y="19050"/>
                </a:lnTo>
                <a:lnTo>
                  <a:pt x="800100" y="9525"/>
                </a:lnTo>
                <a:lnTo>
                  <a:pt x="790575" y="9525"/>
                </a:lnTo>
                <a:close/>
                <a:moveTo>
                  <a:pt x="1495425" y="0"/>
                </a:moveTo>
                <a:lnTo>
                  <a:pt x="1504950" y="0"/>
                </a:lnTo>
                <a:lnTo>
                  <a:pt x="1504950" y="9525"/>
                </a:lnTo>
                <a:lnTo>
                  <a:pt x="1495425" y="9525"/>
                </a:lnTo>
                <a:close/>
                <a:moveTo>
                  <a:pt x="361950" y="9525"/>
                </a:moveTo>
                <a:lnTo>
                  <a:pt x="381000" y="9525"/>
                </a:lnTo>
                <a:lnTo>
                  <a:pt x="381000" y="19050"/>
                </a:lnTo>
                <a:lnTo>
                  <a:pt x="409575" y="19050"/>
                </a:lnTo>
                <a:lnTo>
                  <a:pt x="409575" y="28575"/>
                </a:lnTo>
                <a:lnTo>
                  <a:pt x="371475" y="28575"/>
                </a:lnTo>
                <a:lnTo>
                  <a:pt x="371475" y="38100"/>
                </a:lnTo>
                <a:lnTo>
                  <a:pt x="361950" y="38100"/>
                </a:lnTo>
                <a:lnTo>
                  <a:pt x="361950" y="28575"/>
                </a:lnTo>
                <a:lnTo>
                  <a:pt x="352425" y="28575"/>
                </a:lnTo>
                <a:lnTo>
                  <a:pt x="352425" y="19050"/>
                </a:lnTo>
                <a:lnTo>
                  <a:pt x="361950" y="19050"/>
                </a:lnTo>
                <a:close/>
                <a:moveTo>
                  <a:pt x="438150" y="19050"/>
                </a:moveTo>
                <a:lnTo>
                  <a:pt x="485775" y="19050"/>
                </a:lnTo>
                <a:lnTo>
                  <a:pt x="485775" y="28575"/>
                </a:lnTo>
                <a:lnTo>
                  <a:pt x="438150" y="28575"/>
                </a:lnTo>
                <a:close/>
                <a:moveTo>
                  <a:pt x="1038225" y="19050"/>
                </a:moveTo>
                <a:lnTo>
                  <a:pt x="1057275" y="19050"/>
                </a:lnTo>
                <a:lnTo>
                  <a:pt x="1057275" y="28575"/>
                </a:lnTo>
                <a:lnTo>
                  <a:pt x="1038225" y="28575"/>
                </a:lnTo>
                <a:close/>
                <a:moveTo>
                  <a:pt x="1447800" y="19050"/>
                </a:moveTo>
                <a:lnTo>
                  <a:pt x="1466850" y="19050"/>
                </a:lnTo>
                <a:lnTo>
                  <a:pt x="1466850" y="28575"/>
                </a:lnTo>
                <a:lnTo>
                  <a:pt x="1447800" y="28575"/>
                </a:lnTo>
                <a:close/>
                <a:moveTo>
                  <a:pt x="1495425" y="19050"/>
                </a:moveTo>
                <a:lnTo>
                  <a:pt x="1504950" y="19050"/>
                </a:lnTo>
                <a:lnTo>
                  <a:pt x="1504950" y="28575"/>
                </a:lnTo>
                <a:lnTo>
                  <a:pt x="1495425" y="28575"/>
                </a:lnTo>
                <a:close/>
                <a:moveTo>
                  <a:pt x="1533525" y="19050"/>
                </a:moveTo>
                <a:lnTo>
                  <a:pt x="1543050" y="19050"/>
                </a:lnTo>
                <a:lnTo>
                  <a:pt x="1543050" y="28575"/>
                </a:lnTo>
                <a:lnTo>
                  <a:pt x="1533525" y="28575"/>
                </a:lnTo>
                <a:close/>
                <a:moveTo>
                  <a:pt x="19050" y="28575"/>
                </a:moveTo>
                <a:lnTo>
                  <a:pt x="28575" y="28575"/>
                </a:lnTo>
                <a:lnTo>
                  <a:pt x="28575" y="47625"/>
                </a:lnTo>
                <a:lnTo>
                  <a:pt x="38100" y="47625"/>
                </a:lnTo>
                <a:lnTo>
                  <a:pt x="38100" y="57150"/>
                </a:lnTo>
                <a:lnTo>
                  <a:pt x="9525" y="57150"/>
                </a:lnTo>
                <a:lnTo>
                  <a:pt x="9525" y="47625"/>
                </a:lnTo>
                <a:lnTo>
                  <a:pt x="19050" y="47625"/>
                </a:lnTo>
                <a:close/>
                <a:moveTo>
                  <a:pt x="1885950" y="28575"/>
                </a:moveTo>
                <a:lnTo>
                  <a:pt x="1905000" y="28575"/>
                </a:lnTo>
                <a:lnTo>
                  <a:pt x="1905000" y="47625"/>
                </a:lnTo>
                <a:lnTo>
                  <a:pt x="1895475" y="47625"/>
                </a:lnTo>
                <a:lnTo>
                  <a:pt x="1895475" y="38100"/>
                </a:lnTo>
                <a:lnTo>
                  <a:pt x="1885950" y="38100"/>
                </a:lnTo>
                <a:close/>
                <a:moveTo>
                  <a:pt x="1609725" y="38100"/>
                </a:moveTo>
                <a:lnTo>
                  <a:pt x="1619250" y="38100"/>
                </a:lnTo>
                <a:lnTo>
                  <a:pt x="1619250" y="47625"/>
                </a:lnTo>
                <a:lnTo>
                  <a:pt x="1609725" y="47625"/>
                </a:lnTo>
                <a:close/>
                <a:moveTo>
                  <a:pt x="1895475" y="57150"/>
                </a:moveTo>
                <a:lnTo>
                  <a:pt x="1905000" y="57150"/>
                </a:lnTo>
                <a:lnTo>
                  <a:pt x="1905000" y="76200"/>
                </a:lnTo>
                <a:lnTo>
                  <a:pt x="1885950" y="76200"/>
                </a:lnTo>
                <a:lnTo>
                  <a:pt x="1885950" y="66675"/>
                </a:lnTo>
                <a:lnTo>
                  <a:pt x="1895475" y="66675"/>
                </a:lnTo>
                <a:close/>
                <a:moveTo>
                  <a:pt x="85725" y="66675"/>
                </a:moveTo>
                <a:lnTo>
                  <a:pt x="95250" y="66675"/>
                </a:lnTo>
                <a:lnTo>
                  <a:pt x="95250" y="76200"/>
                </a:lnTo>
                <a:lnTo>
                  <a:pt x="85725" y="76200"/>
                </a:lnTo>
                <a:close/>
                <a:moveTo>
                  <a:pt x="1781175" y="76200"/>
                </a:moveTo>
                <a:lnTo>
                  <a:pt x="1800225" y="76200"/>
                </a:lnTo>
                <a:lnTo>
                  <a:pt x="1800225" y="85725"/>
                </a:lnTo>
                <a:lnTo>
                  <a:pt x="1819275" y="85725"/>
                </a:lnTo>
                <a:lnTo>
                  <a:pt x="1819275" y="76200"/>
                </a:lnTo>
                <a:lnTo>
                  <a:pt x="1828800" y="76200"/>
                </a:lnTo>
                <a:lnTo>
                  <a:pt x="1828800" y="85725"/>
                </a:lnTo>
                <a:lnTo>
                  <a:pt x="1838325" y="85725"/>
                </a:lnTo>
                <a:lnTo>
                  <a:pt x="1838325" y="95250"/>
                </a:lnTo>
                <a:lnTo>
                  <a:pt x="1790700" y="95250"/>
                </a:lnTo>
                <a:lnTo>
                  <a:pt x="1790700" y="85725"/>
                </a:lnTo>
                <a:lnTo>
                  <a:pt x="1781175" y="85725"/>
                </a:lnTo>
                <a:close/>
                <a:moveTo>
                  <a:pt x="0" y="85725"/>
                </a:moveTo>
                <a:lnTo>
                  <a:pt x="19050" y="85725"/>
                </a:lnTo>
                <a:lnTo>
                  <a:pt x="19050" y="95250"/>
                </a:lnTo>
                <a:lnTo>
                  <a:pt x="0" y="95250"/>
                </a:lnTo>
                <a:close/>
                <a:moveTo>
                  <a:pt x="85725" y="85725"/>
                </a:moveTo>
                <a:lnTo>
                  <a:pt x="95250" y="85725"/>
                </a:lnTo>
                <a:lnTo>
                  <a:pt x="95250" y="95250"/>
                </a:lnTo>
                <a:lnTo>
                  <a:pt x="85725" y="95250"/>
                </a:lnTo>
                <a:close/>
                <a:moveTo>
                  <a:pt x="1876425" y="85725"/>
                </a:moveTo>
                <a:lnTo>
                  <a:pt x="1905000" y="85725"/>
                </a:lnTo>
                <a:lnTo>
                  <a:pt x="1905000" y="95250"/>
                </a:lnTo>
                <a:lnTo>
                  <a:pt x="1876425" y="95250"/>
                </a:lnTo>
                <a:close/>
                <a:moveTo>
                  <a:pt x="1200150" y="114300"/>
                </a:moveTo>
                <a:lnTo>
                  <a:pt x="1228725" y="114300"/>
                </a:lnTo>
                <a:lnTo>
                  <a:pt x="1228725" y="133350"/>
                </a:lnTo>
                <a:lnTo>
                  <a:pt x="1200150" y="133350"/>
                </a:lnTo>
                <a:close/>
                <a:moveTo>
                  <a:pt x="1381125" y="114300"/>
                </a:moveTo>
                <a:lnTo>
                  <a:pt x="1400175" y="114300"/>
                </a:lnTo>
                <a:lnTo>
                  <a:pt x="1400175" y="133350"/>
                </a:lnTo>
                <a:lnTo>
                  <a:pt x="1381125" y="133350"/>
                </a:lnTo>
                <a:close/>
                <a:moveTo>
                  <a:pt x="1476375" y="114300"/>
                </a:moveTo>
                <a:lnTo>
                  <a:pt x="1495425" y="114300"/>
                </a:lnTo>
                <a:lnTo>
                  <a:pt x="1495425" y="133350"/>
                </a:lnTo>
                <a:lnTo>
                  <a:pt x="1476375" y="133350"/>
                </a:lnTo>
                <a:close/>
                <a:moveTo>
                  <a:pt x="314325" y="133350"/>
                </a:moveTo>
                <a:lnTo>
                  <a:pt x="323850" y="133350"/>
                </a:lnTo>
                <a:lnTo>
                  <a:pt x="323850" y="142875"/>
                </a:lnTo>
                <a:lnTo>
                  <a:pt x="314325" y="142875"/>
                </a:lnTo>
                <a:close/>
                <a:moveTo>
                  <a:pt x="1885950" y="133350"/>
                </a:moveTo>
                <a:lnTo>
                  <a:pt x="1895475" y="133350"/>
                </a:lnTo>
                <a:lnTo>
                  <a:pt x="1895475" y="142875"/>
                </a:lnTo>
                <a:lnTo>
                  <a:pt x="1885950" y="142875"/>
                </a:lnTo>
                <a:close/>
                <a:moveTo>
                  <a:pt x="9525" y="142875"/>
                </a:moveTo>
                <a:lnTo>
                  <a:pt x="19050" y="142875"/>
                </a:lnTo>
                <a:lnTo>
                  <a:pt x="19050" y="161925"/>
                </a:lnTo>
                <a:lnTo>
                  <a:pt x="9525" y="161925"/>
                </a:lnTo>
                <a:close/>
                <a:moveTo>
                  <a:pt x="28575" y="142875"/>
                </a:moveTo>
                <a:lnTo>
                  <a:pt x="57150" y="142875"/>
                </a:lnTo>
                <a:lnTo>
                  <a:pt x="57150" y="161925"/>
                </a:lnTo>
                <a:lnTo>
                  <a:pt x="28575" y="161925"/>
                </a:lnTo>
                <a:close/>
                <a:moveTo>
                  <a:pt x="333375" y="152400"/>
                </a:moveTo>
                <a:lnTo>
                  <a:pt x="342900" y="152400"/>
                </a:lnTo>
                <a:lnTo>
                  <a:pt x="342900" y="161925"/>
                </a:lnTo>
                <a:lnTo>
                  <a:pt x="333375" y="161925"/>
                </a:lnTo>
                <a:close/>
                <a:moveTo>
                  <a:pt x="1857375" y="152400"/>
                </a:moveTo>
                <a:lnTo>
                  <a:pt x="1866900" y="152400"/>
                </a:lnTo>
                <a:lnTo>
                  <a:pt x="1866900" y="161925"/>
                </a:lnTo>
                <a:lnTo>
                  <a:pt x="1876425" y="161925"/>
                </a:lnTo>
                <a:lnTo>
                  <a:pt x="1876425" y="152400"/>
                </a:lnTo>
                <a:lnTo>
                  <a:pt x="1905000" y="152400"/>
                </a:lnTo>
                <a:lnTo>
                  <a:pt x="1905000" y="161925"/>
                </a:lnTo>
                <a:lnTo>
                  <a:pt x="1885950" y="161925"/>
                </a:lnTo>
                <a:lnTo>
                  <a:pt x="1885950" y="180975"/>
                </a:lnTo>
                <a:lnTo>
                  <a:pt x="1857375" y="180975"/>
                </a:lnTo>
                <a:lnTo>
                  <a:pt x="1857375" y="171450"/>
                </a:lnTo>
                <a:lnTo>
                  <a:pt x="1847850" y="171450"/>
                </a:lnTo>
                <a:lnTo>
                  <a:pt x="1847850" y="180975"/>
                </a:lnTo>
                <a:lnTo>
                  <a:pt x="1838325" y="180975"/>
                </a:lnTo>
                <a:lnTo>
                  <a:pt x="1838325" y="161925"/>
                </a:lnTo>
                <a:lnTo>
                  <a:pt x="1857375" y="161925"/>
                </a:lnTo>
                <a:close/>
                <a:moveTo>
                  <a:pt x="19050" y="161925"/>
                </a:moveTo>
                <a:lnTo>
                  <a:pt x="28575" y="161925"/>
                </a:lnTo>
                <a:lnTo>
                  <a:pt x="28575" y="171450"/>
                </a:lnTo>
                <a:lnTo>
                  <a:pt x="19050" y="171450"/>
                </a:lnTo>
                <a:close/>
                <a:moveTo>
                  <a:pt x="57150" y="161925"/>
                </a:moveTo>
                <a:lnTo>
                  <a:pt x="66675" y="161925"/>
                </a:lnTo>
                <a:lnTo>
                  <a:pt x="66675" y="171450"/>
                </a:lnTo>
                <a:lnTo>
                  <a:pt x="57150" y="171450"/>
                </a:lnTo>
                <a:close/>
                <a:moveTo>
                  <a:pt x="1676400" y="171450"/>
                </a:moveTo>
                <a:lnTo>
                  <a:pt x="1685925" y="171450"/>
                </a:lnTo>
                <a:lnTo>
                  <a:pt x="1685925" y="180975"/>
                </a:lnTo>
                <a:lnTo>
                  <a:pt x="1676400" y="180975"/>
                </a:lnTo>
                <a:close/>
                <a:moveTo>
                  <a:pt x="57150" y="180975"/>
                </a:moveTo>
                <a:lnTo>
                  <a:pt x="66675" y="180975"/>
                </a:lnTo>
                <a:lnTo>
                  <a:pt x="66675" y="190500"/>
                </a:lnTo>
                <a:lnTo>
                  <a:pt x="57150" y="190500"/>
                </a:lnTo>
                <a:close/>
                <a:moveTo>
                  <a:pt x="285750" y="180975"/>
                </a:moveTo>
                <a:lnTo>
                  <a:pt x="323850" y="180975"/>
                </a:lnTo>
                <a:lnTo>
                  <a:pt x="323850" y="190500"/>
                </a:lnTo>
                <a:lnTo>
                  <a:pt x="285750" y="190500"/>
                </a:lnTo>
                <a:close/>
                <a:moveTo>
                  <a:pt x="1657350" y="180975"/>
                </a:moveTo>
                <a:lnTo>
                  <a:pt x="1676400" y="180975"/>
                </a:lnTo>
                <a:lnTo>
                  <a:pt x="1676400" y="190500"/>
                </a:lnTo>
                <a:lnTo>
                  <a:pt x="1657350" y="190500"/>
                </a:lnTo>
                <a:close/>
                <a:moveTo>
                  <a:pt x="47625" y="190500"/>
                </a:moveTo>
                <a:lnTo>
                  <a:pt x="57150" y="190500"/>
                </a:lnTo>
                <a:lnTo>
                  <a:pt x="57150" y="209550"/>
                </a:lnTo>
                <a:lnTo>
                  <a:pt x="47625" y="209550"/>
                </a:lnTo>
                <a:close/>
                <a:moveTo>
                  <a:pt x="219075" y="200025"/>
                </a:moveTo>
                <a:lnTo>
                  <a:pt x="247650" y="200025"/>
                </a:lnTo>
                <a:lnTo>
                  <a:pt x="247650" y="219075"/>
                </a:lnTo>
                <a:lnTo>
                  <a:pt x="238125" y="219075"/>
                </a:lnTo>
                <a:lnTo>
                  <a:pt x="238125" y="209550"/>
                </a:lnTo>
                <a:lnTo>
                  <a:pt x="228600" y="209550"/>
                </a:lnTo>
                <a:lnTo>
                  <a:pt x="228600" y="219075"/>
                </a:lnTo>
                <a:lnTo>
                  <a:pt x="209550" y="219075"/>
                </a:lnTo>
                <a:lnTo>
                  <a:pt x="209550" y="209550"/>
                </a:lnTo>
                <a:lnTo>
                  <a:pt x="219075" y="209550"/>
                </a:lnTo>
                <a:close/>
                <a:moveTo>
                  <a:pt x="285750" y="200025"/>
                </a:moveTo>
                <a:lnTo>
                  <a:pt x="295275" y="200025"/>
                </a:lnTo>
                <a:lnTo>
                  <a:pt x="295275" y="209550"/>
                </a:lnTo>
                <a:lnTo>
                  <a:pt x="285750" y="209550"/>
                </a:lnTo>
                <a:close/>
                <a:moveTo>
                  <a:pt x="1695450" y="200025"/>
                </a:moveTo>
                <a:lnTo>
                  <a:pt x="1714500" y="200025"/>
                </a:lnTo>
                <a:lnTo>
                  <a:pt x="1714500" y="219075"/>
                </a:lnTo>
                <a:lnTo>
                  <a:pt x="1724025" y="219075"/>
                </a:lnTo>
                <a:lnTo>
                  <a:pt x="1724025" y="228600"/>
                </a:lnTo>
                <a:lnTo>
                  <a:pt x="1714500" y="228600"/>
                </a:lnTo>
                <a:lnTo>
                  <a:pt x="1714500" y="238125"/>
                </a:lnTo>
                <a:lnTo>
                  <a:pt x="1704975" y="238125"/>
                </a:lnTo>
                <a:lnTo>
                  <a:pt x="1704975" y="219075"/>
                </a:lnTo>
                <a:lnTo>
                  <a:pt x="1695450" y="219075"/>
                </a:lnTo>
                <a:close/>
                <a:moveTo>
                  <a:pt x="57150" y="209550"/>
                </a:moveTo>
                <a:lnTo>
                  <a:pt x="66675" y="209550"/>
                </a:lnTo>
                <a:lnTo>
                  <a:pt x="66675" y="219075"/>
                </a:lnTo>
                <a:lnTo>
                  <a:pt x="57150" y="219075"/>
                </a:lnTo>
                <a:close/>
                <a:moveTo>
                  <a:pt x="266700" y="209550"/>
                </a:moveTo>
                <a:lnTo>
                  <a:pt x="285750" y="209550"/>
                </a:lnTo>
                <a:lnTo>
                  <a:pt x="285750" y="228600"/>
                </a:lnTo>
                <a:lnTo>
                  <a:pt x="276225" y="228600"/>
                </a:lnTo>
                <a:lnTo>
                  <a:pt x="276225" y="219075"/>
                </a:lnTo>
                <a:lnTo>
                  <a:pt x="266700" y="219075"/>
                </a:lnTo>
                <a:close/>
                <a:moveTo>
                  <a:pt x="371475" y="209550"/>
                </a:moveTo>
                <a:lnTo>
                  <a:pt x="381000" y="209550"/>
                </a:lnTo>
                <a:lnTo>
                  <a:pt x="381000" y="219075"/>
                </a:lnTo>
                <a:lnTo>
                  <a:pt x="371475" y="219075"/>
                </a:lnTo>
                <a:close/>
                <a:moveTo>
                  <a:pt x="447675" y="209550"/>
                </a:moveTo>
                <a:lnTo>
                  <a:pt x="457200" y="209550"/>
                </a:lnTo>
                <a:lnTo>
                  <a:pt x="457200" y="228600"/>
                </a:lnTo>
                <a:lnTo>
                  <a:pt x="447675" y="228600"/>
                </a:lnTo>
                <a:close/>
                <a:moveTo>
                  <a:pt x="190500" y="219075"/>
                </a:moveTo>
                <a:lnTo>
                  <a:pt x="209550" y="219075"/>
                </a:lnTo>
                <a:lnTo>
                  <a:pt x="209550" y="228600"/>
                </a:lnTo>
                <a:lnTo>
                  <a:pt x="190500" y="228600"/>
                </a:lnTo>
                <a:close/>
                <a:moveTo>
                  <a:pt x="314325" y="219075"/>
                </a:moveTo>
                <a:lnTo>
                  <a:pt x="323850" y="219075"/>
                </a:lnTo>
                <a:lnTo>
                  <a:pt x="323850" y="228600"/>
                </a:lnTo>
                <a:lnTo>
                  <a:pt x="314325" y="228600"/>
                </a:lnTo>
                <a:close/>
                <a:moveTo>
                  <a:pt x="523875" y="219075"/>
                </a:moveTo>
                <a:lnTo>
                  <a:pt x="533400" y="219075"/>
                </a:lnTo>
                <a:lnTo>
                  <a:pt x="533400" y="228600"/>
                </a:lnTo>
                <a:lnTo>
                  <a:pt x="523875" y="228600"/>
                </a:lnTo>
                <a:close/>
                <a:moveTo>
                  <a:pt x="542925" y="219075"/>
                </a:moveTo>
                <a:lnTo>
                  <a:pt x="552450" y="219075"/>
                </a:lnTo>
                <a:lnTo>
                  <a:pt x="552450" y="228600"/>
                </a:lnTo>
                <a:lnTo>
                  <a:pt x="542925" y="228600"/>
                </a:lnTo>
                <a:close/>
                <a:moveTo>
                  <a:pt x="561975" y="219075"/>
                </a:moveTo>
                <a:lnTo>
                  <a:pt x="571500" y="219075"/>
                </a:lnTo>
                <a:lnTo>
                  <a:pt x="571500" y="228600"/>
                </a:lnTo>
                <a:lnTo>
                  <a:pt x="590550" y="228600"/>
                </a:lnTo>
                <a:lnTo>
                  <a:pt x="590550" y="266700"/>
                </a:lnTo>
                <a:lnTo>
                  <a:pt x="581025" y="266700"/>
                </a:lnTo>
                <a:lnTo>
                  <a:pt x="581025" y="238125"/>
                </a:lnTo>
                <a:lnTo>
                  <a:pt x="571500" y="238125"/>
                </a:lnTo>
                <a:lnTo>
                  <a:pt x="571500" y="247650"/>
                </a:lnTo>
                <a:lnTo>
                  <a:pt x="561975" y="247650"/>
                </a:lnTo>
                <a:close/>
                <a:moveTo>
                  <a:pt x="1524000" y="219075"/>
                </a:moveTo>
                <a:lnTo>
                  <a:pt x="1533525" y="219075"/>
                </a:lnTo>
                <a:lnTo>
                  <a:pt x="1533525" y="228600"/>
                </a:lnTo>
                <a:lnTo>
                  <a:pt x="1524000" y="228600"/>
                </a:lnTo>
                <a:close/>
                <a:moveTo>
                  <a:pt x="285750" y="228600"/>
                </a:moveTo>
                <a:lnTo>
                  <a:pt x="314325" y="228600"/>
                </a:lnTo>
                <a:lnTo>
                  <a:pt x="314325" y="238125"/>
                </a:lnTo>
                <a:lnTo>
                  <a:pt x="285750" y="238125"/>
                </a:lnTo>
                <a:close/>
                <a:moveTo>
                  <a:pt x="161925" y="238125"/>
                </a:moveTo>
                <a:lnTo>
                  <a:pt x="171450" y="238125"/>
                </a:lnTo>
                <a:lnTo>
                  <a:pt x="171450" y="247650"/>
                </a:lnTo>
                <a:lnTo>
                  <a:pt x="161925" y="247650"/>
                </a:lnTo>
                <a:close/>
                <a:moveTo>
                  <a:pt x="209550" y="238125"/>
                </a:moveTo>
                <a:lnTo>
                  <a:pt x="219075" y="238125"/>
                </a:lnTo>
                <a:lnTo>
                  <a:pt x="219075" y="257175"/>
                </a:lnTo>
                <a:lnTo>
                  <a:pt x="209550" y="257175"/>
                </a:lnTo>
                <a:close/>
                <a:moveTo>
                  <a:pt x="1238250" y="238125"/>
                </a:moveTo>
                <a:lnTo>
                  <a:pt x="1257300" y="238125"/>
                </a:lnTo>
                <a:lnTo>
                  <a:pt x="1257300" y="247650"/>
                </a:lnTo>
                <a:lnTo>
                  <a:pt x="1266825" y="247650"/>
                </a:lnTo>
                <a:lnTo>
                  <a:pt x="1266825" y="257175"/>
                </a:lnTo>
                <a:lnTo>
                  <a:pt x="1247775" y="257175"/>
                </a:lnTo>
                <a:lnTo>
                  <a:pt x="1247775" y="247650"/>
                </a:lnTo>
                <a:lnTo>
                  <a:pt x="1238250" y="247650"/>
                </a:lnTo>
                <a:close/>
                <a:moveTo>
                  <a:pt x="1352550" y="238125"/>
                </a:moveTo>
                <a:lnTo>
                  <a:pt x="1362075" y="238125"/>
                </a:lnTo>
                <a:lnTo>
                  <a:pt x="1362075" y="257175"/>
                </a:lnTo>
                <a:lnTo>
                  <a:pt x="1352550" y="257175"/>
                </a:lnTo>
                <a:close/>
                <a:moveTo>
                  <a:pt x="171450" y="247650"/>
                </a:moveTo>
                <a:lnTo>
                  <a:pt x="180975" y="247650"/>
                </a:lnTo>
                <a:lnTo>
                  <a:pt x="180975" y="257175"/>
                </a:lnTo>
                <a:lnTo>
                  <a:pt x="171450" y="257175"/>
                </a:lnTo>
                <a:close/>
                <a:moveTo>
                  <a:pt x="1419225" y="247650"/>
                </a:moveTo>
                <a:lnTo>
                  <a:pt x="1428750" y="247650"/>
                </a:lnTo>
                <a:lnTo>
                  <a:pt x="1428750" y="266700"/>
                </a:lnTo>
                <a:lnTo>
                  <a:pt x="1419225" y="266700"/>
                </a:lnTo>
                <a:close/>
                <a:moveTo>
                  <a:pt x="238125" y="257175"/>
                </a:moveTo>
                <a:lnTo>
                  <a:pt x="247650" y="257175"/>
                </a:lnTo>
                <a:lnTo>
                  <a:pt x="247650" y="266700"/>
                </a:lnTo>
                <a:lnTo>
                  <a:pt x="238125" y="266700"/>
                </a:lnTo>
                <a:close/>
                <a:moveTo>
                  <a:pt x="257175" y="257175"/>
                </a:moveTo>
                <a:lnTo>
                  <a:pt x="285750" y="257175"/>
                </a:lnTo>
                <a:lnTo>
                  <a:pt x="285750" y="276225"/>
                </a:lnTo>
                <a:lnTo>
                  <a:pt x="276225" y="276225"/>
                </a:lnTo>
                <a:lnTo>
                  <a:pt x="276225" y="266700"/>
                </a:lnTo>
                <a:lnTo>
                  <a:pt x="257175" y="266700"/>
                </a:lnTo>
                <a:close/>
                <a:moveTo>
                  <a:pt x="1295400" y="257175"/>
                </a:moveTo>
                <a:lnTo>
                  <a:pt x="1304925" y="257175"/>
                </a:lnTo>
                <a:lnTo>
                  <a:pt x="1304925" y="276225"/>
                </a:lnTo>
                <a:lnTo>
                  <a:pt x="1285875" y="276225"/>
                </a:lnTo>
                <a:lnTo>
                  <a:pt x="1285875" y="266700"/>
                </a:lnTo>
                <a:lnTo>
                  <a:pt x="1295400" y="266700"/>
                </a:lnTo>
                <a:close/>
                <a:moveTo>
                  <a:pt x="1676400" y="257175"/>
                </a:moveTo>
                <a:lnTo>
                  <a:pt x="1695450" y="257175"/>
                </a:lnTo>
                <a:lnTo>
                  <a:pt x="1695450" y="266700"/>
                </a:lnTo>
                <a:lnTo>
                  <a:pt x="1676400" y="266700"/>
                </a:lnTo>
                <a:close/>
                <a:moveTo>
                  <a:pt x="19050" y="266700"/>
                </a:moveTo>
                <a:lnTo>
                  <a:pt x="38100" y="266700"/>
                </a:lnTo>
                <a:lnTo>
                  <a:pt x="38100" y="276225"/>
                </a:lnTo>
                <a:lnTo>
                  <a:pt x="47625" y="276225"/>
                </a:lnTo>
                <a:lnTo>
                  <a:pt x="47625" y="285750"/>
                </a:lnTo>
                <a:lnTo>
                  <a:pt x="28575" y="285750"/>
                </a:lnTo>
                <a:lnTo>
                  <a:pt x="28575" y="276225"/>
                </a:lnTo>
                <a:lnTo>
                  <a:pt x="19050" y="276225"/>
                </a:lnTo>
                <a:close/>
                <a:moveTo>
                  <a:pt x="590550" y="266700"/>
                </a:moveTo>
                <a:lnTo>
                  <a:pt x="600075" y="266700"/>
                </a:lnTo>
                <a:lnTo>
                  <a:pt x="600075" y="285750"/>
                </a:lnTo>
                <a:lnTo>
                  <a:pt x="590550" y="285750"/>
                </a:lnTo>
                <a:close/>
                <a:moveTo>
                  <a:pt x="1743075" y="266700"/>
                </a:moveTo>
                <a:lnTo>
                  <a:pt x="1752600" y="266700"/>
                </a:lnTo>
                <a:lnTo>
                  <a:pt x="1752600" y="276225"/>
                </a:lnTo>
                <a:lnTo>
                  <a:pt x="1762125" y="276225"/>
                </a:lnTo>
                <a:lnTo>
                  <a:pt x="1762125" y="304800"/>
                </a:lnTo>
                <a:lnTo>
                  <a:pt x="1771650" y="304800"/>
                </a:lnTo>
                <a:lnTo>
                  <a:pt x="1771650" y="314325"/>
                </a:lnTo>
                <a:lnTo>
                  <a:pt x="1752600" y="314325"/>
                </a:lnTo>
                <a:lnTo>
                  <a:pt x="1752600" y="304800"/>
                </a:lnTo>
                <a:lnTo>
                  <a:pt x="1743075" y="304800"/>
                </a:lnTo>
                <a:close/>
                <a:moveTo>
                  <a:pt x="9525" y="276225"/>
                </a:moveTo>
                <a:lnTo>
                  <a:pt x="19050" y="276225"/>
                </a:lnTo>
                <a:lnTo>
                  <a:pt x="19050" y="285750"/>
                </a:lnTo>
                <a:lnTo>
                  <a:pt x="9525" y="285750"/>
                </a:lnTo>
                <a:close/>
                <a:moveTo>
                  <a:pt x="438150" y="276225"/>
                </a:moveTo>
                <a:lnTo>
                  <a:pt x="457200" y="276225"/>
                </a:lnTo>
                <a:lnTo>
                  <a:pt x="457200" y="285750"/>
                </a:lnTo>
                <a:lnTo>
                  <a:pt x="447675" y="285750"/>
                </a:lnTo>
                <a:lnTo>
                  <a:pt x="447675" y="295275"/>
                </a:lnTo>
                <a:lnTo>
                  <a:pt x="457200" y="295275"/>
                </a:lnTo>
                <a:lnTo>
                  <a:pt x="457200" y="285750"/>
                </a:lnTo>
                <a:lnTo>
                  <a:pt x="466725" y="285750"/>
                </a:lnTo>
                <a:lnTo>
                  <a:pt x="466725" y="276225"/>
                </a:lnTo>
                <a:lnTo>
                  <a:pt x="476250" y="276225"/>
                </a:lnTo>
                <a:lnTo>
                  <a:pt x="476250" y="314325"/>
                </a:lnTo>
                <a:lnTo>
                  <a:pt x="485775" y="314325"/>
                </a:lnTo>
                <a:lnTo>
                  <a:pt x="485775" y="323850"/>
                </a:lnTo>
                <a:lnTo>
                  <a:pt x="476250" y="323850"/>
                </a:lnTo>
                <a:lnTo>
                  <a:pt x="476250" y="333375"/>
                </a:lnTo>
                <a:lnTo>
                  <a:pt x="457200" y="333375"/>
                </a:lnTo>
                <a:lnTo>
                  <a:pt x="457200" y="342900"/>
                </a:lnTo>
                <a:lnTo>
                  <a:pt x="447675" y="342900"/>
                </a:lnTo>
                <a:lnTo>
                  <a:pt x="447675" y="333375"/>
                </a:lnTo>
                <a:lnTo>
                  <a:pt x="419100" y="333375"/>
                </a:lnTo>
                <a:lnTo>
                  <a:pt x="419100" y="352425"/>
                </a:lnTo>
                <a:lnTo>
                  <a:pt x="390525" y="352425"/>
                </a:lnTo>
                <a:lnTo>
                  <a:pt x="390525" y="342900"/>
                </a:lnTo>
                <a:lnTo>
                  <a:pt x="371475" y="342900"/>
                </a:lnTo>
                <a:lnTo>
                  <a:pt x="371475" y="333375"/>
                </a:lnTo>
                <a:lnTo>
                  <a:pt x="381000" y="333375"/>
                </a:lnTo>
                <a:lnTo>
                  <a:pt x="381000" y="323850"/>
                </a:lnTo>
                <a:lnTo>
                  <a:pt x="390525" y="323850"/>
                </a:lnTo>
                <a:lnTo>
                  <a:pt x="390525" y="295275"/>
                </a:lnTo>
                <a:lnTo>
                  <a:pt x="400050" y="295275"/>
                </a:lnTo>
                <a:lnTo>
                  <a:pt x="400050" y="323850"/>
                </a:lnTo>
                <a:lnTo>
                  <a:pt x="428625" y="323850"/>
                </a:lnTo>
                <a:lnTo>
                  <a:pt x="428625" y="304800"/>
                </a:lnTo>
                <a:lnTo>
                  <a:pt x="438150" y="304800"/>
                </a:lnTo>
                <a:close/>
                <a:moveTo>
                  <a:pt x="504825" y="276225"/>
                </a:moveTo>
                <a:lnTo>
                  <a:pt x="514350" y="276225"/>
                </a:lnTo>
                <a:lnTo>
                  <a:pt x="514350" y="285750"/>
                </a:lnTo>
                <a:lnTo>
                  <a:pt x="504825" y="285750"/>
                </a:lnTo>
                <a:close/>
                <a:moveTo>
                  <a:pt x="533400" y="276225"/>
                </a:moveTo>
                <a:lnTo>
                  <a:pt x="552450" y="276225"/>
                </a:lnTo>
                <a:lnTo>
                  <a:pt x="552450" y="295275"/>
                </a:lnTo>
                <a:lnTo>
                  <a:pt x="533400" y="295275"/>
                </a:lnTo>
                <a:close/>
                <a:moveTo>
                  <a:pt x="1304925" y="276225"/>
                </a:moveTo>
                <a:lnTo>
                  <a:pt x="1314450" y="276225"/>
                </a:lnTo>
                <a:lnTo>
                  <a:pt x="1314450" y="295275"/>
                </a:lnTo>
                <a:lnTo>
                  <a:pt x="1304925" y="295275"/>
                </a:lnTo>
                <a:close/>
                <a:moveTo>
                  <a:pt x="1447800" y="276225"/>
                </a:moveTo>
                <a:lnTo>
                  <a:pt x="1466850" y="276225"/>
                </a:lnTo>
                <a:lnTo>
                  <a:pt x="1466850" y="285750"/>
                </a:lnTo>
                <a:lnTo>
                  <a:pt x="1447800" y="285750"/>
                </a:lnTo>
                <a:close/>
                <a:moveTo>
                  <a:pt x="0" y="285750"/>
                </a:moveTo>
                <a:lnTo>
                  <a:pt x="9525" y="285750"/>
                </a:lnTo>
                <a:lnTo>
                  <a:pt x="9525" y="304800"/>
                </a:lnTo>
                <a:lnTo>
                  <a:pt x="0" y="304800"/>
                </a:lnTo>
                <a:close/>
                <a:moveTo>
                  <a:pt x="514350" y="285750"/>
                </a:moveTo>
                <a:lnTo>
                  <a:pt x="523875" y="285750"/>
                </a:lnTo>
                <a:lnTo>
                  <a:pt x="523875" y="295275"/>
                </a:lnTo>
                <a:lnTo>
                  <a:pt x="533400" y="295275"/>
                </a:lnTo>
                <a:lnTo>
                  <a:pt x="533400" y="304800"/>
                </a:lnTo>
                <a:lnTo>
                  <a:pt x="514350" y="304800"/>
                </a:lnTo>
                <a:close/>
                <a:moveTo>
                  <a:pt x="609600" y="285750"/>
                </a:moveTo>
                <a:lnTo>
                  <a:pt x="619125" y="285750"/>
                </a:lnTo>
                <a:lnTo>
                  <a:pt x="619125" y="295275"/>
                </a:lnTo>
                <a:lnTo>
                  <a:pt x="609600" y="295275"/>
                </a:lnTo>
                <a:close/>
                <a:moveTo>
                  <a:pt x="1419225" y="285750"/>
                </a:moveTo>
                <a:lnTo>
                  <a:pt x="1438275" y="285750"/>
                </a:lnTo>
                <a:lnTo>
                  <a:pt x="1438275" y="295275"/>
                </a:lnTo>
                <a:lnTo>
                  <a:pt x="1419225" y="295275"/>
                </a:lnTo>
                <a:close/>
                <a:moveTo>
                  <a:pt x="1495425" y="285750"/>
                </a:moveTo>
                <a:lnTo>
                  <a:pt x="1504950" y="285750"/>
                </a:lnTo>
                <a:lnTo>
                  <a:pt x="1504950" y="295275"/>
                </a:lnTo>
                <a:lnTo>
                  <a:pt x="1495425" y="295275"/>
                </a:lnTo>
                <a:close/>
                <a:moveTo>
                  <a:pt x="1514475" y="285750"/>
                </a:moveTo>
                <a:lnTo>
                  <a:pt x="1533525" y="285750"/>
                </a:lnTo>
                <a:lnTo>
                  <a:pt x="1533525" y="295275"/>
                </a:lnTo>
                <a:lnTo>
                  <a:pt x="1514475" y="295275"/>
                </a:lnTo>
                <a:close/>
                <a:moveTo>
                  <a:pt x="152400" y="295275"/>
                </a:moveTo>
                <a:lnTo>
                  <a:pt x="171450" y="295275"/>
                </a:lnTo>
                <a:lnTo>
                  <a:pt x="171450" y="304800"/>
                </a:lnTo>
                <a:lnTo>
                  <a:pt x="161925" y="304800"/>
                </a:lnTo>
                <a:lnTo>
                  <a:pt x="161925" y="314325"/>
                </a:lnTo>
                <a:lnTo>
                  <a:pt x="152400" y="314325"/>
                </a:lnTo>
                <a:lnTo>
                  <a:pt x="152400" y="323850"/>
                </a:lnTo>
                <a:lnTo>
                  <a:pt x="142875" y="323850"/>
                </a:lnTo>
                <a:lnTo>
                  <a:pt x="142875" y="304800"/>
                </a:lnTo>
                <a:lnTo>
                  <a:pt x="152400" y="304800"/>
                </a:lnTo>
                <a:close/>
                <a:moveTo>
                  <a:pt x="342900" y="295275"/>
                </a:moveTo>
                <a:lnTo>
                  <a:pt x="352425" y="295275"/>
                </a:lnTo>
                <a:lnTo>
                  <a:pt x="352425" y="304800"/>
                </a:lnTo>
                <a:lnTo>
                  <a:pt x="342900" y="304800"/>
                </a:lnTo>
                <a:close/>
                <a:moveTo>
                  <a:pt x="628650" y="295275"/>
                </a:moveTo>
                <a:lnTo>
                  <a:pt x="638175" y="295275"/>
                </a:lnTo>
                <a:lnTo>
                  <a:pt x="638175" y="304800"/>
                </a:lnTo>
                <a:lnTo>
                  <a:pt x="628650" y="304800"/>
                </a:lnTo>
                <a:close/>
                <a:moveTo>
                  <a:pt x="1238250" y="295275"/>
                </a:moveTo>
                <a:lnTo>
                  <a:pt x="1247775" y="295275"/>
                </a:lnTo>
                <a:lnTo>
                  <a:pt x="1247775" y="304800"/>
                </a:lnTo>
                <a:lnTo>
                  <a:pt x="1238250" y="304800"/>
                </a:lnTo>
                <a:close/>
                <a:moveTo>
                  <a:pt x="314325" y="304800"/>
                </a:moveTo>
                <a:lnTo>
                  <a:pt x="333375" y="304800"/>
                </a:lnTo>
                <a:lnTo>
                  <a:pt x="333375" y="314325"/>
                </a:lnTo>
                <a:lnTo>
                  <a:pt x="314325" y="314325"/>
                </a:lnTo>
                <a:close/>
                <a:moveTo>
                  <a:pt x="571500" y="304800"/>
                </a:moveTo>
                <a:lnTo>
                  <a:pt x="590550" y="304800"/>
                </a:lnTo>
                <a:lnTo>
                  <a:pt x="590550" y="323850"/>
                </a:lnTo>
                <a:lnTo>
                  <a:pt x="581025" y="323850"/>
                </a:lnTo>
                <a:lnTo>
                  <a:pt x="581025" y="314325"/>
                </a:lnTo>
                <a:lnTo>
                  <a:pt x="571500" y="314325"/>
                </a:lnTo>
                <a:close/>
                <a:moveTo>
                  <a:pt x="161925" y="314325"/>
                </a:moveTo>
                <a:lnTo>
                  <a:pt x="171450" y="314325"/>
                </a:lnTo>
                <a:lnTo>
                  <a:pt x="171450" y="323850"/>
                </a:lnTo>
                <a:lnTo>
                  <a:pt x="180975" y="323850"/>
                </a:lnTo>
                <a:lnTo>
                  <a:pt x="180975" y="352425"/>
                </a:lnTo>
                <a:lnTo>
                  <a:pt x="171450" y="352425"/>
                </a:lnTo>
                <a:lnTo>
                  <a:pt x="171450" y="333375"/>
                </a:lnTo>
                <a:lnTo>
                  <a:pt x="161925" y="333375"/>
                </a:lnTo>
                <a:close/>
                <a:moveTo>
                  <a:pt x="228600" y="314325"/>
                </a:moveTo>
                <a:lnTo>
                  <a:pt x="238125" y="314325"/>
                </a:lnTo>
                <a:lnTo>
                  <a:pt x="238125" y="323850"/>
                </a:lnTo>
                <a:lnTo>
                  <a:pt x="228600" y="323850"/>
                </a:lnTo>
                <a:close/>
                <a:moveTo>
                  <a:pt x="0" y="323850"/>
                </a:moveTo>
                <a:lnTo>
                  <a:pt x="9525" y="323850"/>
                </a:lnTo>
                <a:lnTo>
                  <a:pt x="9525" y="333375"/>
                </a:lnTo>
                <a:lnTo>
                  <a:pt x="0" y="333375"/>
                </a:lnTo>
                <a:close/>
                <a:moveTo>
                  <a:pt x="666750" y="323850"/>
                </a:moveTo>
                <a:lnTo>
                  <a:pt x="676275" y="323850"/>
                </a:lnTo>
                <a:lnTo>
                  <a:pt x="676275" y="333375"/>
                </a:lnTo>
                <a:lnTo>
                  <a:pt x="714375" y="333375"/>
                </a:lnTo>
                <a:lnTo>
                  <a:pt x="714375" y="342900"/>
                </a:lnTo>
                <a:lnTo>
                  <a:pt x="723900" y="342900"/>
                </a:lnTo>
                <a:lnTo>
                  <a:pt x="723900" y="352425"/>
                </a:lnTo>
                <a:lnTo>
                  <a:pt x="742950" y="352425"/>
                </a:lnTo>
                <a:lnTo>
                  <a:pt x="742950" y="361950"/>
                </a:lnTo>
                <a:lnTo>
                  <a:pt x="723900" y="361950"/>
                </a:lnTo>
                <a:lnTo>
                  <a:pt x="723900" y="371475"/>
                </a:lnTo>
                <a:lnTo>
                  <a:pt x="714375" y="371475"/>
                </a:lnTo>
                <a:lnTo>
                  <a:pt x="714375" y="361950"/>
                </a:lnTo>
                <a:lnTo>
                  <a:pt x="695325" y="361950"/>
                </a:lnTo>
                <a:lnTo>
                  <a:pt x="695325" y="352425"/>
                </a:lnTo>
                <a:lnTo>
                  <a:pt x="685800" y="352425"/>
                </a:lnTo>
                <a:lnTo>
                  <a:pt x="685800" y="342900"/>
                </a:lnTo>
                <a:lnTo>
                  <a:pt x="657225" y="342900"/>
                </a:lnTo>
                <a:lnTo>
                  <a:pt x="657225" y="333375"/>
                </a:lnTo>
                <a:lnTo>
                  <a:pt x="666750" y="333375"/>
                </a:lnTo>
                <a:close/>
                <a:moveTo>
                  <a:pt x="1866900" y="323850"/>
                </a:moveTo>
                <a:lnTo>
                  <a:pt x="1876425" y="323850"/>
                </a:lnTo>
                <a:lnTo>
                  <a:pt x="1876425" y="342900"/>
                </a:lnTo>
                <a:lnTo>
                  <a:pt x="1866900" y="342900"/>
                </a:lnTo>
                <a:close/>
                <a:moveTo>
                  <a:pt x="1885950" y="323850"/>
                </a:moveTo>
                <a:lnTo>
                  <a:pt x="1895475" y="323850"/>
                </a:lnTo>
                <a:lnTo>
                  <a:pt x="1895475" y="333375"/>
                </a:lnTo>
                <a:lnTo>
                  <a:pt x="1885950" y="333375"/>
                </a:lnTo>
                <a:close/>
                <a:moveTo>
                  <a:pt x="495300" y="333375"/>
                </a:moveTo>
                <a:lnTo>
                  <a:pt x="514350" y="333375"/>
                </a:lnTo>
                <a:lnTo>
                  <a:pt x="514350" y="352425"/>
                </a:lnTo>
                <a:lnTo>
                  <a:pt x="504825" y="352425"/>
                </a:lnTo>
                <a:lnTo>
                  <a:pt x="504825" y="361950"/>
                </a:lnTo>
                <a:lnTo>
                  <a:pt x="495300" y="361950"/>
                </a:lnTo>
                <a:close/>
                <a:moveTo>
                  <a:pt x="552450" y="333375"/>
                </a:moveTo>
                <a:lnTo>
                  <a:pt x="571500" y="333375"/>
                </a:lnTo>
                <a:lnTo>
                  <a:pt x="571500" y="342900"/>
                </a:lnTo>
                <a:lnTo>
                  <a:pt x="581025" y="342900"/>
                </a:lnTo>
                <a:lnTo>
                  <a:pt x="581025" y="361950"/>
                </a:lnTo>
                <a:lnTo>
                  <a:pt x="552450" y="361950"/>
                </a:lnTo>
                <a:close/>
                <a:moveTo>
                  <a:pt x="1762125" y="333375"/>
                </a:moveTo>
                <a:lnTo>
                  <a:pt x="1771650" y="333375"/>
                </a:lnTo>
                <a:lnTo>
                  <a:pt x="1771650" y="342900"/>
                </a:lnTo>
                <a:lnTo>
                  <a:pt x="1762125" y="342900"/>
                </a:lnTo>
                <a:close/>
                <a:moveTo>
                  <a:pt x="752475" y="342900"/>
                </a:moveTo>
                <a:lnTo>
                  <a:pt x="790575" y="342900"/>
                </a:lnTo>
                <a:lnTo>
                  <a:pt x="790575" y="352425"/>
                </a:lnTo>
                <a:lnTo>
                  <a:pt x="752475" y="352425"/>
                </a:lnTo>
                <a:close/>
                <a:moveTo>
                  <a:pt x="819150" y="342900"/>
                </a:moveTo>
                <a:lnTo>
                  <a:pt x="838200" y="342900"/>
                </a:lnTo>
                <a:lnTo>
                  <a:pt x="838200" y="352425"/>
                </a:lnTo>
                <a:lnTo>
                  <a:pt x="819150" y="352425"/>
                </a:lnTo>
                <a:close/>
                <a:moveTo>
                  <a:pt x="866775" y="342900"/>
                </a:moveTo>
                <a:lnTo>
                  <a:pt x="895350" y="342900"/>
                </a:lnTo>
                <a:lnTo>
                  <a:pt x="895350" y="352425"/>
                </a:lnTo>
                <a:lnTo>
                  <a:pt x="866775" y="352425"/>
                </a:lnTo>
                <a:close/>
                <a:moveTo>
                  <a:pt x="933450" y="342900"/>
                </a:moveTo>
                <a:lnTo>
                  <a:pt x="971550" y="342900"/>
                </a:lnTo>
                <a:lnTo>
                  <a:pt x="971550" y="352425"/>
                </a:lnTo>
                <a:lnTo>
                  <a:pt x="933450" y="352425"/>
                </a:lnTo>
                <a:close/>
                <a:moveTo>
                  <a:pt x="981075" y="342900"/>
                </a:moveTo>
                <a:lnTo>
                  <a:pt x="990600" y="342900"/>
                </a:lnTo>
                <a:lnTo>
                  <a:pt x="990600" y="352425"/>
                </a:lnTo>
                <a:lnTo>
                  <a:pt x="981075" y="352425"/>
                </a:lnTo>
                <a:close/>
                <a:moveTo>
                  <a:pt x="1438275" y="342900"/>
                </a:moveTo>
                <a:lnTo>
                  <a:pt x="1447800" y="342900"/>
                </a:lnTo>
                <a:lnTo>
                  <a:pt x="1447800" y="352425"/>
                </a:lnTo>
                <a:lnTo>
                  <a:pt x="1438275" y="352425"/>
                </a:lnTo>
                <a:close/>
                <a:moveTo>
                  <a:pt x="1885950" y="342900"/>
                </a:moveTo>
                <a:lnTo>
                  <a:pt x="1905000" y="342900"/>
                </a:lnTo>
                <a:lnTo>
                  <a:pt x="1905000" y="371475"/>
                </a:lnTo>
                <a:lnTo>
                  <a:pt x="1895475" y="371475"/>
                </a:lnTo>
                <a:lnTo>
                  <a:pt x="1895475" y="381000"/>
                </a:lnTo>
                <a:lnTo>
                  <a:pt x="1885950" y="381000"/>
                </a:lnTo>
                <a:close/>
                <a:moveTo>
                  <a:pt x="19050" y="352425"/>
                </a:moveTo>
                <a:lnTo>
                  <a:pt x="28575" y="352425"/>
                </a:lnTo>
                <a:lnTo>
                  <a:pt x="28575" y="361950"/>
                </a:lnTo>
                <a:lnTo>
                  <a:pt x="19050" y="361950"/>
                </a:lnTo>
                <a:close/>
                <a:moveTo>
                  <a:pt x="209550" y="352425"/>
                </a:moveTo>
                <a:lnTo>
                  <a:pt x="219075" y="352425"/>
                </a:lnTo>
                <a:lnTo>
                  <a:pt x="219075" y="371475"/>
                </a:lnTo>
                <a:lnTo>
                  <a:pt x="209550" y="371475"/>
                </a:lnTo>
                <a:close/>
                <a:moveTo>
                  <a:pt x="609600" y="352425"/>
                </a:moveTo>
                <a:lnTo>
                  <a:pt x="619125" y="352425"/>
                </a:lnTo>
                <a:lnTo>
                  <a:pt x="619125" y="361950"/>
                </a:lnTo>
                <a:lnTo>
                  <a:pt x="609600" y="361950"/>
                </a:lnTo>
                <a:close/>
                <a:moveTo>
                  <a:pt x="695325" y="352425"/>
                </a:moveTo>
                <a:lnTo>
                  <a:pt x="704850" y="352425"/>
                </a:lnTo>
                <a:lnTo>
                  <a:pt x="704850" y="342900"/>
                </a:lnTo>
                <a:lnTo>
                  <a:pt x="695325" y="342900"/>
                </a:lnTo>
                <a:close/>
                <a:moveTo>
                  <a:pt x="1762125" y="352425"/>
                </a:moveTo>
                <a:lnTo>
                  <a:pt x="1781175" y="352425"/>
                </a:lnTo>
                <a:lnTo>
                  <a:pt x="1781175" y="371475"/>
                </a:lnTo>
                <a:lnTo>
                  <a:pt x="1762125" y="371475"/>
                </a:lnTo>
                <a:close/>
                <a:moveTo>
                  <a:pt x="152400" y="361950"/>
                </a:moveTo>
                <a:lnTo>
                  <a:pt x="180975" y="361950"/>
                </a:lnTo>
                <a:lnTo>
                  <a:pt x="180975" y="371475"/>
                </a:lnTo>
                <a:lnTo>
                  <a:pt x="161925" y="371475"/>
                </a:lnTo>
                <a:lnTo>
                  <a:pt x="161925" y="381000"/>
                </a:lnTo>
                <a:lnTo>
                  <a:pt x="152400" y="381000"/>
                </a:lnTo>
                <a:close/>
                <a:moveTo>
                  <a:pt x="276225" y="361950"/>
                </a:moveTo>
                <a:lnTo>
                  <a:pt x="304800" y="361950"/>
                </a:lnTo>
                <a:lnTo>
                  <a:pt x="304800" y="371475"/>
                </a:lnTo>
                <a:lnTo>
                  <a:pt x="352425" y="371475"/>
                </a:lnTo>
                <a:lnTo>
                  <a:pt x="352425" y="381000"/>
                </a:lnTo>
                <a:lnTo>
                  <a:pt x="381000" y="381000"/>
                </a:lnTo>
                <a:lnTo>
                  <a:pt x="381000" y="390525"/>
                </a:lnTo>
                <a:lnTo>
                  <a:pt x="409575" y="390525"/>
                </a:lnTo>
                <a:lnTo>
                  <a:pt x="409575" y="400050"/>
                </a:lnTo>
                <a:lnTo>
                  <a:pt x="371475" y="400050"/>
                </a:lnTo>
                <a:lnTo>
                  <a:pt x="371475" y="390525"/>
                </a:lnTo>
                <a:lnTo>
                  <a:pt x="342900" y="390525"/>
                </a:lnTo>
                <a:lnTo>
                  <a:pt x="342900" y="400050"/>
                </a:lnTo>
                <a:lnTo>
                  <a:pt x="371475" y="400050"/>
                </a:lnTo>
                <a:lnTo>
                  <a:pt x="371475" y="409575"/>
                </a:lnTo>
                <a:lnTo>
                  <a:pt x="333375" y="409575"/>
                </a:lnTo>
                <a:lnTo>
                  <a:pt x="333375" y="400050"/>
                </a:lnTo>
                <a:lnTo>
                  <a:pt x="314325" y="400050"/>
                </a:lnTo>
                <a:lnTo>
                  <a:pt x="314325" y="381000"/>
                </a:lnTo>
                <a:lnTo>
                  <a:pt x="295275" y="381000"/>
                </a:lnTo>
                <a:lnTo>
                  <a:pt x="295275" y="390525"/>
                </a:lnTo>
                <a:lnTo>
                  <a:pt x="285750" y="390525"/>
                </a:lnTo>
                <a:lnTo>
                  <a:pt x="285750" y="381000"/>
                </a:lnTo>
                <a:lnTo>
                  <a:pt x="257175" y="381000"/>
                </a:lnTo>
                <a:lnTo>
                  <a:pt x="257175" y="371475"/>
                </a:lnTo>
                <a:lnTo>
                  <a:pt x="276225" y="371475"/>
                </a:lnTo>
                <a:close/>
                <a:moveTo>
                  <a:pt x="590550" y="361950"/>
                </a:moveTo>
                <a:lnTo>
                  <a:pt x="609600" y="361950"/>
                </a:lnTo>
                <a:lnTo>
                  <a:pt x="609600" y="371475"/>
                </a:lnTo>
                <a:lnTo>
                  <a:pt x="600075" y="371475"/>
                </a:lnTo>
                <a:lnTo>
                  <a:pt x="600075" y="381000"/>
                </a:lnTo>
                <a:lnTo>
                  <a:pt x="590550" y="381000"/>
                </a:lnTo>
                <a:close/>
                <a:moveTo>
                  <a:pt x="752475" y="361950"/>
                </a:moveTo>
                <a:lnTo>
                  <a:pt x="771525" y="361950"/>
                </a:lnTo>
                <a:lnTo>
                  <a:pt x="771525" y="371475"/>
                </a:lnTo>
                <a:lnTo>
                  <a:pt x="752475" y="371475"/>
                </a:lnTo>
                <a:close/>
                <a:moveTo>
                  <a:pt x="876300" y="361950"/>
                </a:moveTo>
                <a:lnTo>
                  <a:pt x="885825" y="361950"/>
                </a:lnTo>
                <a:lnTo>
                  <a:pt x="885825" y="371475"/>
                </a:lnTo>
                <a:lnTo>
                  <a:pt x="876300" y="371475"/>
                </a:lnTo>
                <a:close/>
                <a:moveTo>
                  <a:pt x="914400" y="361950"/>
                </a:moveTo>
                <a:lnTo>
                  <a:pt x="923925" y="361950"/>
                </a:lnTo>
                <a:lnTo>
                  <a:pt x="923925" y="381000"/>
                </a:lnTo>
                <a:lnTo>
                  <a:pt x="933450" y="381000"/>
                </a:lnTo>
                <a:lnTo>
                  <a:pt x="933450" y="390525"/>
                </a:lnTo>
                <a:lnTo>
                  <a:pt x="942975" y="390525"/>
                </a:lnTo>
                <a:lnTo>
                  <a:pt x="942975" y="409575"/>
                </a:lnTo>
                <a:lnTo>
                  <a:pt x="933450" y="409575"/>
                </a:lnTo>
                <a:lnTo>
                  <a:pt x="933450" y="400050"/>
                </a:lnTo>
                <a:lnTo>
                  <a:pt x="904875" y="400050"/>
                </a:lnTo>
                <a:lnTo>
                  <a:pt x="904875" y="409575"/>
                </a:lnTo>
                <a:lnTo>
                  <a:pt x="895350" y="409575"/>
                </a:lnTo>
                <a:lnTo>
                  <a:pt x="895350" y="400050"/>
                </a:lnTo>
                <a:lnTo>
                  <a:pt x="885825" y="400050"/>
                </a:lnTo>
                <a:lnTo>
                  <a:pt x="885825" y="381000"/>
                </a:lnTo>
                <a:lnTo>
                  <a:pt x="914400" y="381000"/>
                </a:lnTo>
                <a:close/>
                <a:moveTo>
                  <a:pt x="952500" y="361950"/>
                </a:moveTo>
                <a:lnTo>
                  <a:pt x="971550" y="361950"/>
                </a:lnTo>
                <a:lnTo>
                  <a:pt x="971550" y="371475"/>
                </a:lnTo>
                <a:lnTo>
                  <a:pt x="962025" y="371475"/>
                </a:lnTo>
                <a:lnTo>
                  <a:pt x="962025" y="381000"/>
                </a:lnTo>
                <a:lnTo>
                  <a:pt x="952500" y="381000"/>
                </a:lnTo>
                <a:close/>
                <a:moveTo>
                  <a:pt x="0" y="371475"/>
                </a:moveTo>
                <a:lnTo>
                  <a:pt x="9525" y="371475"/>
                </a:lnTo>
                <a:lnTo>
                  <a:pt x="9525" y="381000"/>
                </a:lnTo>
                <a:lnTo>
                  <a:pt x="0" y="381000"/>
                </a:lnTo>
                <a:close/>
                <a:moveTo>
                  <a:pt x="552450" y="381000"/>
                </a:moveTo>
                <a:lnTo>
                  <a:pt x="561975" y="381000"/>
                </a:lnTo>
                <a:lnTo>
                  <a:pt x="561975" y="390525"/>
                </a:lnTo>
                <a:lnTo>
                  <a:pt x="552450" y="390525"/>
                </a:lnTo>
                <a:close/>
                <a:moveTo>
                  <a:pt x="971550" y="381000"/>
                </a:moveTo>
                <a:lnTo>
                  <a:pt x="981075" y="381000"/>
                </a:lnTo>
                <a:lnTo>
                  <a:pt x="981075" y="390525"/>
                </a:lnTo>
                <a:lnTo>
                  <a:pt x="971550" y="390525"/>
                </a:lnTo>
                <a:close/>
                <a:moveTo>
                  <a:pt x="1019175" y="381000"/>
                </a:moveTo>
                <a:lnTo>
                  <a:pt x="1038225" y="381000"/>
                </a:lnTo>
                <a:lnTo>
                  <a:pt x="1038225" y="390525"/>
                </a:lnTo>
                <a:lnTo>
                  <a:pt x="1019175" y="390525"/>
                </a:lnTo>
                <a:close/>
                <a:moveTo>
                  <a:pt x="266700" y="390525"/>
                </a:moveTo>
                <a:lnTo>
                  <a:pt x="276225" y="390525"/>
                </a:lnTo>
                <a:lnTo>
                  <a:pt x="276225" y="400050"/>
                </a:lnTo>
                <a:lnTo>
                  <a:pt x="266700" y="400050"/>
                </a:lnTo>
                <a:close/>
                <a:moveTo>
                  <a:pt x="438150" y="390525"/>
                </a:moveTo>
                <a:lnTo>
                  <a:pt x="447675" y="390525"/>
                </a:lnTo>
                <a:lnTo>
                  <a:pt x="447675" y="400050"/>
                </a:lnTo>
                <a:lnTo>
                  <a:pt x="438150" y="400050"/>
                </a:lnTo>
                <a:close/>
                <a:moveTo>
                  <a:pt x="533400" y="390525"/>
                </a:moveTo>
                <a:lnTo>
                  <a:pt x="542925" y="390525"/>
                </a:lnTo>
                <a:lnTo>
                  <a:pt x="542925" y="400050"/>
                </a:lnTo>
                <a:lnTo>
                  <a:pt x="533400" y="400050"/>
                </a:lnTo>
                <a:close/>
                <a:moveTo>
                  <a:pt x="561975" y="390525"/>
                </a:moveTo>
                <a:lnTo>
                  <a:pt x="571500" y="390525"/>
                </a:lnTo>
                <a:lnTo>
                  <a:pt x="571500" y="400050"/>
                </a:lnTo>
                <a:lnTo>
                  <a:pt x="561975" y="400050"/>
                </a:lnTo>
                <a:close/>
                <a:moveTo>
                  <a:pt x="762000" y="390525"/>
                </a:moveTo>
                <a:lnTo>
                  <a:pt x="771525" y="390525"/>
                </a:lnTo>
                <a:lnTo>
                  <a:pt x="771525" y="400050"/>
                </a:lnTo>
                <a:lnTo>
                  <a:pt x="762000" y="400050"/>
                </a:lnTo>
                <a:close/>
                <a:moveTo>
                  <a:pt x="1009650" y="390525"/>
                </a:moveTo>
                <a:lnTo>
                  <a:pt x="1019175" y="390525"/>
                </a:lnTo>
                <a:lnTo>
                  <a:pt x="1019175" y="400050"/>
                </a:lnTo>
                <a:lnTo>
                  <a:pt x="1009650" y="400050"/>
                </a:lnTo>
                <a:close/>
                <a:moveTo>
                  <a:pt x="419100" y="400050"/>
                </a:moveTo>
                <a:lnTo>
                  <a:pt x="428625" y="400050"/>
                </a:lnTo>
                <a:lnTo>
                  <a:pt x="428625" y="409575"/>
                </a:lnTo>
                <a:lnTo>
                  <a:pt x="419100" y="409575"/>
                </a:lnTo>
                <a:close/>
                <a:moveTo>
                  <a:pt x="295275" y="409575"/>
                </a:moveTo>
                <a:lnTo>
                  <a:pt x="304800" y="409575"/>
                </a:lnTo>
                <a:lnTo>
                  <a:pt x="304800" y="419100"/>
                </a:lnTo>
                <a:lnTo>
                  <a:pt x="295275" y="419100"/>
                </a:lnTo>
                <a:close/>
                <a:moveTo>
                  <a:pt x="819150" y="409575"/>
                </a:moveTo>
                <a:lnTo>
                  <a:pt x="838200" y="409575"/>
                </a:lnTo>
                <a:lnTo>
                  <a:pt x="838200" y="419100"/>
                </a:lnTo>
                <a:lnTo>
                  <a:pt x="819150" y="419100"/>
                </a:lnTo>
                <a:close/>
                <a:moveTo>
                  <a:pt x="1000125" y="409575"/>
                </a:moveTo>
                <a:lnTo>
                  <a:pt x="1009650" y="409575"/>
                </a:lnTo>
                <a:lnTo>
                  <a:pt x="1009650" y="428625"/>
                </a:lnTo>
                <a:lnTo>
                  <a:pt x="1019175" y="428625"/>
                </a:lnTo>
                <a:lnTo>
                  <a:pt x="1019175" y="438150"/>
                </a:lnTo>
                <a:lnTo>
                  <a:pt x="1028700" y="438150"/>
                </a:lnTo>
                <a:lnTo>
                  <a:pt x="1028700" y="447675"/>
                </a:lnTo>
                <a:lnTo>
                  <a:pt x="1009650" y="447675"/>
                </a:lnTo>
                <a:lnTo>
                  <a:pt x="1009650" y="438150"/>
                </a:lnTo>
                <a:lnTo>
                  <a:pt x="1000125" y="438150"/>
                </a:lnTo>
                <a:close/>
                <a:moveTo>
                  <a:pt x="1028700" y="466725"/>
                </a:moveTo>
                <a:lnTo>
                  <a:pt x="1038225" y="466725"/>
                </a:lnTo>
                <a:lnTo>
                  <a:pt x="1038225" y="476250"/>
                </a:lnTo>
                <a:lnTo>
                  <a:pt x="1028700" y="476250"/>
                </a:lnTo>
                <a:close/>
                <a:moveTo>
                  <a:pt x="1104900" y="466725"/>
                </a:moveTo>
                <a:lnTo>
                  <a:pt x="1123950" y="466725"/>
                </a:lnTo>
                <a:lnTo>
                  <a:pt x="1123950" y="495300"/>
                </a:lnTo>
                <a:lnTo>
                  <a:pt x="1114425" y="495300"/>
                </a:lnTo>
                <a:lnTo>
                  <a:pt x="1114425" y="485775"/>
                </a:lnTo>
                <a:lnTo>
                  <a:pt x="1095375" y="485775"/>
                </a:lnTo>
                <a:lnTo>
                  <a:pt x="1095375" y="476250"/>
                </a:lnTo>
                <a:lnTo>
                  <a:pt x="1104900" y="476250"/>
                </a:lnTo>
                <a:close/>
                <a:moveTo>
                  <a:pt x="609600" y="476250"/>
                </a:moveTo>
                <a:lnTo>
                  <a:pt x="628650" y="476250"/>
                </a:lnTo>
                <a:lnTo>
                  <a:pt x="628650" y="485775"/>
                </a:lnTo>
                <a:lnTo>
                  <a:pt x="609600" y="485775"/>
                </a:lnTo>
                <a:close/>
                <a:moveTo>
                  <a:pt x="647700" y="476250"/>
                </a:moveTo>
                <a:lnTo>
                  <a:pt x="666750" y="476250"/>
                </a:lnTo>
                <a:lnTo>
                  <a:pt x="666750" y="485775"/>
                </a:lnTo>
                <a:lnTo>
                  <a:pt x="647700" y="485775"/>
                </a:lnTo>
                <a:close/>
                <a:moveTo>
                  <a:pt x="752475" y="476250"/>
                </a:moveTo>
                <a:lnTo>
                  <a:pt x="762000" y="476250"/>
                </a:lnTo>
                <a:lnTo>
                  <a:pt x="762000" y="485775"/>
                </a:lnTo>
                <a:lnTo>
                  <a:pt x="752475" y="485775"/>
                </a:lnTo>
                <a:close/>
                <a:moveTo>
                  <a:pt x="857250" y="476250"/>
                </a:moveTo>
                <a:lnTo>
                  <a:pt x="876300" y="476250"/>
                </a:lnTo>
                <a:lnTo>
                  <a:pt x="876300" y="485775"/>
                </a:lnTo>
                <a:lnTo>
                  <a:pt x="857250" y="485775"/>
                </a:lnTo>
                <a:close/>
                <a:moveTo>
                  <a:pt x="885825" y="485775"/>
                </a:moveTo>
                <a:lnTo>
                  <a:pt x="923925" y="485775"/>
                </a:lnTo>
                <a:lnTo>
                  <a:pt x="923925" y="495300"/>
                </a:lnTo>
                <a:lnTo>
                  <a:pt x="914400" y="495300"/>
                </a:lnTo>
                <a:lnTo>
                  <a:pt x="914400" y="504825"/>
                </a:lnTo>
                <a:lnTo>
                  <a:pt x="904875" y="504825"/>
                </a:lnTo>
                <a:lnTo>
                  <a:pt x="904875" y="514350"/>
                </a:lnTo>
                <a:lnTo>
                  <a:pt x="895350" y="514350"/>
                </a:lnTo>
                <a:lnTo>
                  <a:pt x="895350" y="495300"/>
                </a:lnTo>
                <a:lnTo>
                  <a:pt x="885825" y="495300"/>
                </a:lnTo>
                <a:close/>
                <a:moveTo>
                  <a:pt x="1200150" y="485775"/>
                </a:moveTo>
                <a:lnTo>
                  <a:pt x="1209675" y="485775"/>
                </a:lnTo>
                <a:lnTo>
                  <a:pt x="1209675" y="504825"/>
                </a:lnTo>
                <a:lnTo>
                  <a:pt x="1200150" y="504825"/>
                </a:lnTo>
                <a:close/>
                <a:moveTo>
                  <a:pt x="838200" y="495300"/>
                </a:moveTo>
                <a:lnTo>
                  <a:pt x="857250" y="495300"/>
                </a:lnTo>
                <a:lnTo>
                  <a:pt x="857250" y="504825"/>
                </a:lnTo>
                <a:lnTo>
                  <a:pt x="838200" y="504825"/>
                </a:lnTo>
                <a:close/>
                <a:moveTo>
                  <a:pt x="942975" y="504825"/>
                </a:moveTo>
                <a:lnTo>
                  <a:pt x="952500" y="504825"/>
                </a:lnTo>
                <a:lnTo>
                  <a:pt x="952500" y="514350"/>
                </a:lnTo>
                <a:lnTo>
                  <a:pt x="942975" y="514350"/>
                </a:lnTo>
                <a:close/>
                <a:moveTo>
                  <a:pt x="971550" y="504825"/>
                </a:moveTo>
                <a:lnTo>
                  <a:pt x="990600" y="504825"/>
                </a:lnTo>
                <a:lnTo>
                  <a:pt x="990600" y="514350"/>
                </a:lnTo>
                <a:lnTo>
                  <a:pt x="981075" y="514350"/>
                </a:lnTo>
                <a:lnTo>
                  <a:pt x="981075" y="523875"/>
                </a:lnTo>
                <a:lnTo>
                  <a:pt x="971550" y="523875"/>
                </a:lnTo>
                <a:close/>
                <a:moveTo>
                  <a:pt x="1019175" y="504825"/>
                </a:moveTo>
                <a:lnTo>
                  <a:pt x="1028700" y="504825"/>
                </a:lnTo>
                <a:lnTo>
                  <a:pt x="1028700" y="523875"/>
                </a:lnTo>
                <a:lnTo>
                  <a:pt x="1009650" y="523875"/>
                </a:lnTo>
                <a:lnTo>
                  <a:pt x="1009650" y="514350"/>
                </a:lnTo>
                <a:lnTo>
                  <a:pt x="1019175" y="514350"/>
                </a:lnTo>
                <a:close/>
                <a:moveTo>
                  <a:pt x="276225" y="514350"/>
                </a:moveTo>
                <a:lnTo>
                  <a:pt x="285750" y="514350"/>
                </a:lnTo>
                <a:lnTo>
                  <a:pt x="285750" y="523875"/>
                </a:lnTo>
                <a:lnTo>
                  <a:pt x="276225" y="523875"/>
                </a:lnTo>
                <a:close/>
                <a:moveTo>
                  <a:pt x="190500" y="523875"/>
                </a:moveTo>
                <a:lnTo>
                  <a:pt x="200025" y="523875"/>
                </a:lnTo>
                <a:lnTo>
                  <a:pt x="200025" y="533400"/>
                </a:lnTo>
                <a:lnTo>
                  <a:pt x="190500" y="533400"/>
                </a:lnTo>
                <a:close/>
                <a:moveTo>
                  <a:pt x="342900" y="542925"/>
                </a:moveTo>
                <a:lnTo>
                  <a:pt x="352425" y="542925"/>
                </a:lnTo>
                <a:lnTo>
                  <a:pt x="352425" y="552450"/>
                </a:lnTo>
                <a:lnTo>
                  <a:pt x="342900" y="552450"/>
                </a:lnTo>
                <a:close/>
                <a:moveTo>
                  <a:pt x="1685925" y="552450"/>
                </a:moveTo>
                <a:lnTo>
                  <a:pt x="1695450" y="552450"/>
                </a:lnTo>
                <a:lnTo>
                  <a:pt x="1695450" y="561975"/>
                </a:lnTo>
                <a:lnTo>
                  <a:pt x="1685925" y="561975"/>
                </a:lnTo>
                <a:close/>
                <a:moveTo>
                  <a:pt x="1704975" y="552450"/>
                </a:moveTo>
                <a:lnTo>
                  <a:pt x="1724025" y="552450"/>
                </a:lnTo>
                <a:lnTo>
                  <a:pt x="1724025" y="561975"/>
                </a:lnTo>
                <a:lnTo>
                  <a:pt x="1704975" y="561975"/>
                </a:lnTo>
                <a:close/>
                <a:moveTo>
                  <a:pt x="1885950" y="552450"/>
                </a:moveTo>
                <a:lnTo>
                  <a:pt x="1895475" y="552450"/>
                </a:lnTo>
                <a:lnTo>
                  <a:pt x="1895475" y="561975"/>
                </a:lnTo>
                <a:lnTo>
                  <a:pt x="1885950" y="561975"/>
                </a:lnTo>
                <a:close/>
                <a:moveTo>
                  <a:pt x="266700" y="561975"/>
                </a:moveTo>
                <a:lnTo>
                  <a:pt x="276225" y="561975"/>
                </a:lnTo>
                <a:lnTo>
                  <a:pt x="276225" y="571500"/>
                </a:lnTo>
                <a:lnTo>
                  <a:pt x="266700" y="571500"/>
                </a:lnTo>
                <a:close/>
                <a:moveTo>
                  <a:pt x="1066800" y="561975"/>
                </a:moveTo>
                <a:lnTo>
                  <a:pt x="1076325" y="561975"/>
                </a:lnTo>
                <a:lnTo>
                  <a:pt x="1076325" y="571500"/>
                </a:lnTo>
                <a:lnTo>
                  <a:pt x="1066800" y="571500"/>
                </a:lnTo>
                <a:close/>
                <a:moveTo>
                  <a:pt x="1724025" y="561975"/>
                </a:moveTo>
                <a:lnTo>
                  <a:pt x="1733550" y="561975"/>
                </a:lnTo>
                <a:lnTo>
                  <a:pt x="1733550" y="571500"/>
                </a:lnTo>
                <a:lnTo>
                  <a:pt x="1724025" y="571500"/>
                </a:lnTo>
                <a:close/>
                <a:moveTo>
                  <a:pt x="1876425" y="561975"/>
                </a:moveTo>
                <a:lnTo>
                  <a:pt x="1885950" y="561975"/>
                </a:lnTo>
                <a:lnTo>
                  <a:pt x="1885950" y="571500"/>
                </a:lnTo>
                <a:lnTo>
                  <a:pt x="1876425" y="571500"/>
                </a:lnTo>
                <a:close/>
                <a:moveTo>
                  <a:pt x="1190625" y="590550"/>
                </a:moveTo>
                <a:lnTo>
                  <a:pt x="1219200" y="590550"/>
                </a:lnTo>
                <a:lnTo>
                  <a:pt x="1219200" y="600075"/>
                </a:lnTo>
                <a:lnTo>
                  <a:pt x="1228725" y="600075"/>
                </a:lnTo>
                <a:lnTo>
                  <a:pt x="1228725" y="609600"/>
                </a:lnTo>
                <a:lnTo>
                  <a:pt x="1209675" y="609600"/>
                </a:lnTo>
                <a:lnTo>
                  <a:pt x="1209675" y="600075"/>
                </a:lnTo>
                <a:lnTo>
                  <a:pt x="1190625" y="600075"/>
                </a:lnTo>
                <a:close/>
                <a:moveTo>
                  <a:pt x="247650" y="600075"/>
                </a:moveTo>
                <a:lnTo>
                  <a:pt x="276225" y="600075"/>
                </a:lnTo>
                <a:lnTo>
                  <a:pt x="276225" y="609600"/>
                </a:lnTo>
                <a:lnTo>
                  <a:pt x="266700" y="609600"/>
                </a:lnTo>
                <a:lnTo>
                  <a:pt x="266700" y="628650"/>
                </a:lnTo>
                <a:lnTo>
                  <a:pt x="257175" y="628650"/>
                </a:lnTo>
                <a:lnTo>
                  <a:pt x="257175" y="619125"/>
                </a:lnTo>
                <a:lnTo>
                  <a:pt x="247650" y="619125"/>
                </a:lnTo>
                <a:close/>
                <a:moveTo>
                  <a:pt x="819150" y="600075"/>
                </a:moveTo>
                <a:lnTo>
                  <a:pt x="828675" y="600075"/>
                </a:lnTo>
                <a:lnTo>
                  <a:pt x="828675" y="609600"/>
                </a:lnTo>
                <a:lnTo>
                  <a:pt x="819150" y="609600"/>
                </a:lnTo>
                <a:close/>
                <a:moveTo>
                  <a:pt x="1019175" y="600075"/>
                </a:moveTo>
                <a:lnTo>
                  <a:pt x="1028700" y="600075"/>
                </a:lnTo>
                <a:lnTo>
                  <a:pt x="1028700" y="609600"/>
                </a:lnTo>
                <a:lnTo>
                  <a:pt x="1038225" y="609600"/>
                </a:lnTo>
                <a:lnTo>
                  <a:pt x="1038225" y="600075"/>
                </a:lnTo>
                <a:lnTo>
                  <a:pt x="1047750" y="600075"/>
                </a:lnTo>
                <a:lnTo>
                  <a:pt x="1047750" y="619125"/>
                </a:lnTo>
                <a:lnTo>
                  <a:pt x="1028700" y="619125"/>
                </a:lnTo>
                <a:lnTo>
                  <a:pt x="1028700" y="628650"/>
                </a:lnTo>
                <a:lnTo>
                  <a:pt x="1019175" y="628650"/>
                </a:lnTo>
                <a:lnTo>
                  <a:pt x="1019175" y="619125"/>
                </a:lnTo>
                <a:lnTo>
                  <a:pt x="1009650" y="619125"/>
                </a:lnTo>
                <a:lnTo>
                  <a:pt x="1009650" y="609600"/>
                </a:lnTo>
                <a:lnTo>
                  <a:pt x="1019175" y="609600"/>
                </a:lnTo>
                <a:close/>
                <a:moveTo>
                  <a:pt x="1133475" y="600075"/>
                </a:moveTo>
                <a:lnTo>
                  <a:pt x="1143000" y="600075"/>
                </a:lnTo>
                <a:lnTo>
                  <a:pt x="1143000" y="619125"/>
                </a:lnTo>
                <a:lnTo>
                  <a:pt x="1133475" y="619125"/>
                </a:lnTo>
                <a:close/>
                <a:moveTo>
                  <a:pt x="1752600" y="600075"/>
                </a:moveTo>
                <a:lnTo>
                  <a:pt x="1762125" y="600075"/>
                </a:lnTo>
                <a:lnTo>
                  <a:pt x="1762125" y="619125"/>
                </a:lnTo>
                <a:lnTo>
                  <a:pt x="1752600" y="619125"/>
                </a:lnTo>
                <a:close/>
                <a:moveTo>
                  <a:pt x="495300" y="609600"/>
                </a:moveTo>
                <a:lnTo>
                  <a:pt x="514350" y="609600"/>
                </a:lnTo>
                <a:lnTo>
                  <a:pt x="514350" y="619125"/>
                </a:lnTo>
                <a:lnTo>
                  <a:pt x="495300" y="619125"/>
                </a:lnTo>
                <a:close/>
                <a:moveTo>
                  <a:pt x="800100" y="609600"/>
                </a:moveTo>
                <a:lnTo>
                  <a:pt x="819150" y="609600"/>
                </a:lnTo>
                <a:lnTo>
                  <a:pt x="819150" y="619125"/>
                </a:lnTo>
                <a:lnTo>
                  <a:pt x="828675" y="619125"/>
                </a:lnTo>
                <a:lnTo>
                  <a:pt x="828675" y="628650"/>
                </a:lnTo>
                <a:lnTo>
                  <a:pt x="819150" y="628650"/>
                </a:lnTo>
                <a:lnTo>
                  <a:pt x="819150" y="647700"/>
                </a:lnTo>
                <a:lnTo>
                  <a:pt x="809625" y="647700"/>
                </a:lnTo>
                <a:lnTo>
                  <a:pt x="809625" y="619125"/>
                </a:lnTo>
                <a:lnTo>
                  <a:pt x="800100" y="619125"/>
                </a:lnTo>
                <a:close/>
                <a:moveTo>
                  <a:pt x="1171575" y="609600"/>
                </a:moveTo>
                <a:lnTo>
                  <a:pt x="1181100" y="609600"/>
                </a:lnTo>
                <a:lnTo>
                  <a:pt x="1181100" y="619125"/>
                </a:lnTo>
                <a:lnTo>
                  <a:pt x="1171575" y="619125"/>
                </a:lnTo>
                <a:close/>
                <a:moveTo>
                  <a:pt x="1495425" y="609600"/>
                </a:moveTo>
                <a:lnTo>
                  <a:pt x="1504950" y="609600"/>
                </a:lnTo>
                <a:lnTo>
                  <a:pt x="1504950" y="628650"/>
                </a:lnTo>
                <a:lnTo>
                  <a:pt x="1495425" y="628650"/>
                </a:lnTo>
                <a:close/>
                <a:moveTo>
                  <a:pt x="1181100" y="619125"/>
                </a:moveTo>
                <a:lnTo>
                  <a:pt x="1190625" y="619125"/>
                </a:lnTo>
                <a:lnTo>
                  <a:pt x="1190625" y="628650"/>
                </a:lnTo>
                <a:lnTo>
                  <a:pt x="1181100" y="628650"/>
                </a:lnTo>
                <a:close/>
                <a:moveTo>
                  <a:pt x="1762125" y="619125"/>
                </a:moveTo>
                <a:lnTo>
                  <a:pt x="1771650" y="619125"/>
                </a:lnTo>
                <a:lnTo>
                  <a:pt x="1771650" y="628650"/>
                </a:lnTo>
                <a:lnTo>
                  <a:pt x="1762125" y="628650"/>
                </a:lnTo>
                <a:close/>
                <a:moveTo>
                  <a:pt x="714375" y="628650"/>
                </a:moveTo>
                <a:lnTo>
                  <a:pt x="723900" y="628650"/>
                </a:lnTo>
                <a:lnTo>
                  <a:pt x="723900" y="638175"/>
                </a:lnTo>
                <a:lnTo>
                  <a:pt x="733425" y="638175"/>
                </a:lnTo>
                <a:lnTo>
                  <a:pt x="733425" y="647700"/>
                </a:lnTo>
                <a:lnTo>
                  <a:pt x="714375" y="647700"/>
                </a:lnTo>
                <a:close/>
                <a:moveTo>
                  <a:pt x="238125" y="638175"/>
                </a:moveTo>
                <a:lnTo>
                  <a:pt x="257175" y="638175"/>
                </a:lnTo>
                <a:lnTo>
                  <a:pt x="257175" y="657225"/>
                </a:lnTo>
                <a:lnTo>
                  <a:pt x="247650" y="657225"/>
                </a:lnTo>
                <a:lnTo>
                  <a:pt x="247650" y="666750"/>
                </a:lnTo>
                <a:lnTo>
                  <a:pt x="238125" y="666750"/>
                </a:lnTo>
                <a:lnTo>
                  <a:pt x="238125" y="676275"/>
                </a:lnTo>
                <a:lnTo>
                  <a:pt x="219075" y="676275"/>
                </a:lnTo>
                <a:lnTo>
                  <a:pt x="219075" y="657225"/>
                </a:lnTo>
                <a:lnTo>
                  <a:pt x="209550" y="657225"/>
                </a:lnTo>
                <a:lnTo>
                  <a:pt x="209550" y="647700"/>
                </a:lnTo>
                <a:lnTo>
                  <a:pt x="238125" y="647700"/>
                </a:lnTo>
                <a:close/>
                <a:moveTo>
                  <a:pt x="447675" y="638175"/>
                </a:moveTo>
                <a:lnTo>
                  <a:pt x="457200" y="638175"/>
                </a:lnTo>
                <a:lnTo>
                  <a:pt x="457200" y="647700"/>
                </a:lnTo>
                <a:lnTo>
                  <a:pt x="447675" y="647700"/>
                </a:lnTo>
                <a:close/>
                <a:moveTo>
                  <a:pt x="771525" y="638175"/>
                </a:moveTo>
                <a:lnTo>
                  <a:pt x="781050" y="638175"/>
                </a:lnTo>
                <a:lnTo>
                  <a:pt x="781050" y="647700"/>
                </a:lnTo>
                <a:lnTo>
                  <a:pt x="771525" y="647700"/>
                </a:lnTo>
                <a:close/>
                <a:moveTo>
                  <a:pt x="1133475" y="638175"/>
                </a:moveTo>
                <a:lnTo>
                  <a:pt x="1143000" y="638175"/>
                </a:lnTo>
                <a:lnTo>
                  <a:pt x="1143000" y="647700"/>
                </a:lnTo>
                <a:lnTo>
                  <a:pt x="1152525" y="647700"/>
                </a:lnTo>
                <a:lnTo>
                  <a:pt x="1152525" y="657225"/>
                </a:lnTo>
                <a:lnTo>
                  <a:pt x="1114425" y="657225"/>
                </a:lnTo>
                <a:lnTo>
                  <a:pt x="1114425" y="647700"/>
                </a:lnTo>
                <a:lnTo>
                  <a:pt x="1133475" y="647700"/>
                </a:lnTo>
                <a:close/>
                <a:moveTo>
                  <a:pt x="361950" y="647700"/>
                </a:moveTo>
                <a:lnTo>
                  <a:pt x="390525" y="647700"/>
                </a:lnTo>
                <a:lnTo>
                  <a:pt x="390525" y="657225"/>
                </a:lnTo>
                <a:lnTo>
                  <a:pt x="361950" y="657225"/>
                </a:lnTo>
                <a:close/>
                <a:moveTo>
                  <a:pt x="466725" y="647700"/>
                </a:moveTo>
                <a:lnTo>
                  <a:pt x="485775" y="647700"/>
                </a:lnTo>
                <a:lnTo>
                  <a:pt x="485775" y="657225"/>
                </a:lnTo>
                <a:lnTo>
                  <a:pt x="466725" y="657225"/>
                </a:lnTo>
                <a:close/>
                <a:moveTo>
                  <a:pt x="561975" y="647700"/>
                </a:moveTo>
                <a:lnTo>
                  <a:pt x="571500" y="647700"/>
                </a:lnTo>
                <a:lnTo>
                  <a:pt x="571500" y="657225"/>
                </a:lnTo>
                <a:lnTo>
                  <a:pt x="561975" y="657225"/>
                </a:lnTo>
                <a:close/>
                <a:moveTo>
                  <a:pt x="581025" y="647700"/>
                </a:moveTo>
                <a:lnTo>
                  <a:pt x="590550" y="647700"/>
                </a:lnTo>
                <a:lnTo>
                  <a:pt x="590550" y="657225"/>
                </a:lnTo>
                <a:lnTo>
                  <a:pt x="581025" y="657225"/>
                </a:lnTo>
                <a:close/>
                <a:moveTo>
                  <a:pt x="609600" y="647700"/>
                </a:moveTo>
                <a:lnTo>
                  <a:pt x="628650" y="647700"/>
                </a:lnTo>
                <a:lnTo>
                  <a:pt x="628650" y="666750"/>
                </a:lnTo>
                <a:lnTo>
                  <a:pt x="619125" y="666750"/>
                </a:lnTo>
                <a:lnTo>
                  <a:pt x="619125" y="657225"/>
                </a:lnTo>
                <a:lnTo>
                  <a:pt x="609600" y="657225"/>
                </a:lnTo>
                <a:close/>
                <a:moveTo>
                  <a:pt x="866775" y="647700"/>
                </a:moveTo>
                <a:lnTo>
                  <a:pt x="876300" y="647700"/>
                </a:lnTo>
                <a:lnTo>
                  <a:pt x="876300" y="657225"/>
                </a:lnTo>
                <a:lnTo>
                  <a:pt x="866775" y="657225"/>
                </a:lnTo>
                <a:close/>
                <a:moveTo>
                  <a:pt x="885825" y="647700"/>
                </a:moveTo>
                <a:lnTo>
                  <a:pt x="895350" y="647700"/>
                </a:lnTo>
                <a:lnTo>
                  <a:pt x="895350" y="657225"/>
                </a:lnTo>
                <a:lnTo>
                  <a:pt x="885825" y="657225"/>
                </a:lnTo>
                <a:close/>
                <a:moveTo>
                  <a:pt x="914400" y="647700"/>
                </a:moveTo>
                <a:lnTo>
                  <a:pt x="942975" y="647700"/>
                </a:lnTo>
                <a:lnTo>
                  <a:pt x="942975" y="657225"/>
                </a:lnTo>
                <a:lnTo>
                  <a:pt x="914400" y="657225"/>
                </a:lnTo>
                <a:close/>
                <a:moveTo>
                  <a:pt x="971550" y="647700"/>
                </a:moveTo>
                <a:lnTo>
                  <a:pt x="990600" y="647700"/>
                </a:lnTo>
                <a:lnTo>
                  <a:pt x="990600" y="657225"/>
                </a:lnTo>
                <a:lnTo>
                  <a:pt x="971550" y="657225"/>
                </a:lnTo>
                <a:close/>
                <a:moveTo>
                  <a:pt x="1028700" y="647700"/>
                </a:moveTo>
                <a:lnTo>
                  <a:pt x="1047750" y="647700"/>
                </a:lnTo>
                <a:lnTo>
                  <a:pt x="1047750" y="657225"/>
                </a:lnTo>
                <a:lnTo>
                  <a:pt x="1028700" y="657225"/>
                </a:lnTo>
                <a:close/>
                <a:moveTo>
                  <a:pt x="1171575" y="647700"/>
                </a:moveTo>
                <a:lnTo>
                  <a:pt x="1190625" y="647700"/>
                </a:lnTo>
                <a:lnTo>
                  <a:pt x="1190625" y="657225"/>
                </a:lnTo>
                <a:lnTo>
                  <a:pt x="1171575" y="657225"/>
                </a:lnTo>
                <a:close/>
                <a:moveTo>
                  <a:pt x="123825" y="657225"/>
                </a:moveTo>
                <a:lnTo>
                  <a:pt x="133350" y="657225"/>
                </a:lnTo>
                <a:lnTo>
                  <a:pt x="133350" y="666750"/>
                </a:lnTo>
                <a:lnTo>
                  <a:pt x="123825" y="666750"/>
                </a:lnTo>
                <a:close/>
                <a:moveTo>
                  <a:pt x="123825" y="676275"/>
                </a:moveTo>
                <a:lnTo>
                  <a:pt x="133350" y="676275"/>
                </a:lnTo>
                <a:lnTo>
                  <a:pt x="133350" y="685800"/>
                </a:lnTo>
                <a:lnTo>
                  <a:pt x="123825" y="685800"/>
                </a:lnTo>
                <a:close/>
                <a:moveTo>
                  <a:pt x="209550" y="676275"/>
                </a:moveTo>
                <a:lnTo>
                  <a:pt x="219075" y="676275"/>
                </a:lnTo>
                <a:lnTo>
                  <a:pt x="219075" y="695325"/>
                </a:lnTo>
                <a:lnTo>
                  <a:pt x="209550" y="695325"/>
                </a:lnTo>
                <a:close/>
                <a:moveTo>
                  <a:pt x="1276350" y="676275"/>
                </a:moveTo>
                <a:lnTo>
                  <a:pt x="1295400" y="676275"/>
                </a:lnTo>
                <a:lnTo>
                  <a:pt x="1295400" y="685800"/>
                </a:lnTo>
                <a:lnTo>
                  <a:pt x="1276350" y="685800"/>
                </a:lnTo>
                <a:close/>
                <a:moveTo>
                  <a:pt x="1304925" y="676275"/>
                </a:moveTo>
                <a:lnTo>
                  <a:pt x="1343025" y="676275"/>
                </a:lnTo>
                <a:lnTo>
                  <a:pt x="1343025" y="685800"/>
                </a:lnTo>
                <a:lnTo>
                  <a:pt x="1314450" y="685800"/>
                </a:lnTo>
                <a:lnTo>
                  <a:pt x="1314450" y="695325"/>
                </a:lnTo>
                <a:lnTo>
                  <a:pt x="1304925" y="695325"/>
                </a:lnTo>
                <a:close/>
                <a:moveTo>
                  <a:pt x="1733550" y="676275"/>
                </a:moveTo>
                <a:lnTo>
                  <a:pt x="1743075" y="676275"/>
                </a:lnTo>
                <a:lnTo>
                  <a:pt x="1743075" y="685800"/>
                </a:lnTo>
                <a:lnTo>
                  <a:pt x="1733550" y="685800"/>
                </a:lnTo>
                <a:close/>
                <a:moveTo>
                  <a:pt x="1771650" y="676275"/>
                </a:moveTo>
                <a:lnTo>
                  <a:pt x="1781175" y="676275"/>
                </a:lnTo>
                <a:lnTo>
                  <a:pt x="1781175" y="685800"/>
                </a:lnTo>
                <a:lnTo>
                  <a:pt x="1771650" y="685800"/>
                </a:lnTo>
                <a:close/>
                <a:moveTo>
                  <a:pt x="190500" y="685800"/>
                </a:moveTo>
                <a:lnTo>
                  <a:pt x="200025" y="685800"/>
                </a:lnTo>
                <a:lnTo>
                  <a:pt x="200025" y="704850"/>
                </a:lnTo>
                <a:lnTo>
                  <a:pt x="190500" y="704850"/>
                </a:lnTo>
                <a:close/>
                <a:moveTo>
                  <a:pt x="714375" y="685800"/>
                </a:moveTo>
                <a:lnTo>
                  <a:pt x="723900" y="685800"/>
                </a:lnTo>
                <a:lnTo>
                  <a:pt x="723900" y="695325"/>
                </a:lnTo>
                <a:lnTo>
                  <a:pt x="714375" y="695325"/>
                </a:lnTo>
                <a:close/>
                <a:moveTo>
                  <a:pt x="1704975" y="685800"/>
                </a:moveTo>
                <a:lnTo>
                  <a:pt x="1733550" y="685800"/>
                </a:lnTo>
                <a:lnTo>
                  <a:pt x="1733550" y="695325"/>
                </a:lnTo>
                <a:lnTo>
                  <a:pt x="1704975" y="695325"/>
                </a:lnTo>
                <a:close/>
                <a:moveTo>
                  <a:pt x="1762125" y="685800"/>
                </a:moveTo>
                <a:lnTo>
                  <a:pt x="1771650" y="685800"/>
                </a:lnTo>
                <a:lnTo>
                  <a:pt x="1771650" y="704850"/>
                </a:lnTo>
                <a:lnTo>
                  <a:pt x="1762125" y="704850"/>
                </a:lnTo>
                <a:close/>
                <a:moveTo>
                  <a:pt x="1895475" y="695325"/>
                </a:moveTo>
                <a:lnTo>
                  <a:pt x="1905000" y="695325"/>
                </a:lnTo>
                <a:lnTo>
                  <a:pt x="1905000" y="714375"/>
                </a:lnTo>
                <a:lnTo>
                  <a:pt x="1895475" y="714375"/>
                </a:lnTo>
                <a:close/>
                <a:moveTo>
                  <a:pt x="200025" y="704850"/>
                </a:moveTo>
                <a:lnTo>
                  <a:pt x="209550" y="704850"/>
                </a:lnTo>
                <a:lnTo>
                  <a:pt x="209550" y="714375"/>
                </a:lnTo>
                <a:lnTo>
                  <a:pt x="200025" y="714375"/>
                </a:lnTo>
                <a:close/>
                <a:moveTo>
                  <a:pt x="123825" y="723900"/>
                </a:moveTo>
                <a:lnTo>
                  <a:pt x="133350" y="723900"/>
                </a:lnTo>
                <a:lnTo>
                  <a:pt x="133350" y="733425"/>
                </a:lnTo>
                <a:lnTo>
                  <a:pt x="123825" y="733425"/>
                </a:lnTo>
                <a:close/>
                <a:moveTo>
                  <a:pt x="695325" y="723900"/>
                </a:moveTo>
                <a:lnTo>
                  <a:pt x="704850" y="723900"/>
                </a:lnTo>
                <a:lnTo>
                  <a:pt x="704850" y="733425"/>
                </a:lnTo>
                <a:lnTo>
                  <a:pt x="695325" y="733425"/>
                </a:lnTo>
                <a:close/>
                <a:moveTo>
                  <a:pt x="733425" y="723900"/>
                </a:moveTo>
                <a:lnTo>
                  <a:pt x="742950" y="723900"/>
                </a:lnTo>
                <a:lnTo>
                  <a:pt x="742950" y="733425"/>
                </a:lnTo>
                <a:lnTo>
                  <a:pt x="733425" y="733425"/>
                </a:lnTo>
                <a:close/>
                <a:moveTo>
                  <a:pt x="885825" y="723900"/>
                </a:moveTo>
                <a:lnTo>
                  <a:pt x="895350" y="723900"/>
                </a:lnTo>
                <a:lnTo>
                  <a:pt x="895350" y="752475"/>
                </a:lnTo>
                <a:lnTo>
                  <a:pt x="876300" y="752475"/>
                </a:lnTo>
                <a:lnTo>
                  <a:pt x="876300" y="771525"/>
                </a:lnTo>
                <a:lnTo>
                  <a:pt x="838200" y="771525"/>
                </a:lnTo>
                <a:lnTo>
                  <a:pt x="838200" y="762000"/>
                </a:lnTo>
                <a:lnTo>
                  <a:pt x="847725" y="762000"/>
                </a:lnTo>
                <a:lnTo>
                  <a:pt x="847725" y="752475"/>
                </a:lnTo>
                <a:lnTo>
                  <a:pt x="866775" y="752475"/>
                </a:lnTo>
                <a:lnTo>
                  <a:pt x="866775" y="733425"/>
                </a:lnTo>
                <a:lnTo>
                  <a:pt x="885825" y="733425"/>
                </a:lnTo>
                <a:close/>
                <a:moveTo>
                  <a:pt x="1895475" y="723900"/>
                </a:moveTo>
                <a:lnTo>
                  <a:pt x="1905000" y="723900"/>
                </a:lnTo>
                <a:lnTo>
                  <a:pt x="1905000" y="733425"/>
                </a:lnTo>
                <a:lnTo>
                  <a:pt x="1895475" y="733425"/>
                </a:lnTo>
                <a:close/>
                <a:moveTo>
                  <a:pt x="714375" y="733425"/>
                </a:moveTo>
                <a:lnTo>
                  <a:pt x="723900" y="733425"/>
                </a:lnTo>
                <a:lnTo>
                  <a:pt x="723900" y="752475"/>
                </a:lnTo>
                <a:lnTo>
                  <a:pt x="733425" y="752475"/>
                </a:lnTo>
                <a:lnTo>
                  <a:pt x="733425" y="742950"/>
                </a:lnTo>
                <a:lnTo>
                  <a:pt x="742950" y="742950"/>
                </a:lnTo>
                <a:lnTo>
                  <a:pt x="742950" y="762000"/>
                </a:lnTo>
                <a:lnTo>
                  <a:pt x="723900" y="762000"/>
                </a:lnTo>
                <a:lnTo>
                  <a:pt x="723900" y="781050"/>
                </a:lnTo>
                <a:lnTo>
                  <a:pt x="714375" y="781050"/>
                </a:lnTo>
                <a:close/>
                <a:moveTo>
                  <a:pt x="1876425" y="742950"/>
                </a:moveTo>
                <a:lnTo>
                  <a:pt x="1885950" y="742950"/>
                </a:lnTo>
                <a:lnTo>
                  <a:pt x="1885950" y="771525"/>
                </a:lnTo>
                <a:lnTo>
                  <a:pt x="1876425" y="771525"/>
                </a:lnTo>
                <a:close/>
                <a:moveTo>
                  <a:pt x="1895475" y="742950"/>
                </a:moveTo>
                <a:lnTo>
                  <a:pt x="1905000" y="742950"/>
                </a:lnTo>
                <a:lnTo>
                  <a:pt x="1905000" y="762000"/>
                </a:lnTo>
                <a:lnTo>
                  <a:pt x="1895475" y="762000"/>
                </a:lnTo>
                <a:close/>
                <a:moveTo>
                  <a:pt x="695325" y="752475"/>
                </a:moveTo>
                <a:lnTo>
                  <a:pt x="704850" y="752475"/>
                </a:lnTo>
                <a:lnTo>
                  <a:pt x="704850" y="762000"/>
                </a:lnTo>
                <a:lnTo>
                  <a:pt x="695325" y="762000"/>
                </a:lnTo>
                <a:close/>
                <a:moveTo>
                  <a:pt x="1428750" y="752475"/>
                </a:moveTo>
                <a:lnTo>
                  <a:pt x="1457325" y="752475"/>
                </a:lnTo>
                <a:lnTo>
                  <a:pt x="1457325" y="781050"/>
                </a:lnTo>
                <a:lnTo>
                  <a:pt x="1447800" y="781050"/>
                </a:lnTo>
                <a:lnTo>
                  <a:pt x="1447800" y="771525"/>
                </a:lnTo>
                <a:lnTo>
                  <a:pt x="1438275" y="771525"/>
                </a:lnTo>
                <a:lnTo>
                  <a:pt x="1438275" y="762000"/>
                </a:lnTo>
                <a:lnTo>
                  <a:pt x="1428750" y="762000"/>
                </a:lnTo>
                <a:close/>
                <a:moveTo>
                  <a:pt x="1514475" y="752475"/>
                </a:moveTo>
                <a:lnTo>
                  <a:pt x="1524000" y="752475"/>
                </a:lnTo>
                <a:lnTo>
                  <a:pt x="1524000" y="762000"/>
                </a:lnTo>
                <a:lnTo>
                  <a:pt x="1514475" y="762000"/>
                </a:lnTo>
                <a:close/>
                <a:moveTo>
                  <a:pt x="1533525" y="752475"/>
                </a:moveTo>
                <a:lnTo>
                  <a:pt x="1543050" y="752475"/>
                </a:lnTo>
                <a:lnTo>
                  <a:pt x="1543050" y="762000"/>
                </a:lnTo>
                <a:lnTo>
                  <a:pt x="1533525" y="762000"/>
                </a:lnTo>
                <a:close/>
                <a:moveTo>
                  <a:pt x="895350" y="762000"/>
                </a:moveTo>
                <a:lnTo>
                  <a:pt x="914400" y="762000"/>
                </a:lnTo>
                <a:lnTo>
                  <a:pt x="914400" y="771525"/>
                </a:lnTo>
                <a:lnTo>
                  <a:pt x="895350" y="771525"/>
                </a:lnTo>
                <a:close/>
                <a:moveTo>
                  <a:pt x="1047750" y="762000"/>
                </a:moveTo>
                <a:lnTo>
                  <a:pt x="1057275" y="762000"/>
                </a:lnTo>
                <a:lnTo>
                  <a:pt x="1057275" y="771525"/>
                </a:lnTo>
                <a:lnTo>
                  <a:pt x="1047750" y="771525"/>
                </a:lnTo>
                <a:close/>
                <a:moveTo>
                  <a:pt x="247650" y="771525"/>
                </a:moveTo>
                <a:lnTo>
                  <a:pt x="266700" y="771525"/>
                </a:lnTo>
                <a:lnTo>
                  <a:pt x="266700" y="781050"/>
                </a:lnTo>
                <a:lnTo>
                  <a:pt x="247650" y="781050"/>
                </a:lnTo>
                <a:close/>
                <a:moveTo>
                  <a:pt x="295275" y="771525"/>
                </a:moveTo>
                <a:lnTo>
                  <a:pt x="314325" y="771525"/>
                </a:lnTo>
                <a:lnTo>
                  <a:pt x="314325" y="781050"/>
                </a:lnTo>
                <a:lnTo>
                  <a:pt x="295275" y="781050"/>
                </a:lnTo>
                <a:close/>
                <a:moveTo>
                  <a:pt x="323850" y="771525"/>
                </a:moveTo>
                <a:lnTo>
                  <a:pt x="333375" y="771525"/>
                </a:lnTo>
                <a:lnTo>
                  <a:pt x="333375" y="781050"/>
                </a:lnTo>
                <a:lnTo>
                  <a:pt x="323850" y="781050"/>
                </a:lnTo>
                <a:close/>
                <a:moveTo>
                  <a:pt x="762000" y="771525"/>
                </a:moveTo>
                <a:lnTo>
                  <a:pt x="790575" y="771525"/>
                </a:lnTo>
                <a:lnTo>
                  <a:pt x="790575" y="800100"/>
                </a:lnTo>
                <a:lnTo>
                  <a:pt x="781050" y="800100"/>
                </a:lnTo>
                <a:lnTo>
                  <a:pt x="781050" y="819150"/>
                </a:lnTo>
                <a:lnTo>
                  <a:pt x="762000" y="819150"/>
                </a:lnTo>
                <a:lnTo>
                  <a:pt x="762000" y="800100"/>
                </a:lnTo>
                <a:lnTo>
                  <a:pt x="742950" y="800100"/>
                </a:lnTo>
                <a:lnTo>
                  <a:pt x="742950" y="781050"/>
                </a:lnTo>
                <a:lnTo>
                  <a:pt x="762000" y="781050"/>
                </a:lnTo>
                <a:close/>
                <a:moveTo>
                  <a:pt x="971550" y="771525"/>
                </a:moveTo>
                <a:lnTo>
                  <a:pt x="981075" y="771525"/>
                </a:lnTo>
                <a:lnTo>
                  <a:pt x="981075" y="781050"/>
                </a:lnTo>
                <a:lnTo>
                  <a:pt x="971550" y="781050"/>
                </a:lnTo>
                <a:close/>
                <a:moveTo>
                  <a:pt x="1038225" y="771525"/>
                </a:moveTo>
                <a:lnTo>
                  <a:pt x="1047750" y="771525"/>
                </a:lnTo>
                <a:lnTo>
                  <a:pt x="1047750" y="781050"/>
                </a:lnTo>
                <a:lnTo>
                  <a:pt x="1038225" y="781050"/>
                </a:lnTo>
                <a:close/>
                <a:moveTo>
                  <a:pt x="1076325" y="771525"/>
                </a:moveTo>
                <a:lnTo>
                  <a:pt x="1085850" y="771525"/>
                </a:lnTo>
                <a:lnTo>
                  <a:pt x="1085850" y="790575"/>
                </a:lnTo>
                <a:lnTo>
                  <a:pt x="1076325" y="790575"/>
                </a:lnTo>
                <a:close/>
                <a:moveTo>
                  <a:pt x="1104900" y="771525"/>
                </a:moveTo>
                <a:lnTo>
                  <a:pt x="1114425" y="771525"/>
                </a:lnTo>
                <a:lnTo>
                  <a:pt x="1114425" y="781050"/>
                </a:lnTo>
                <a:lnTo>
                  <a:pt x="1104900" y="781050"/>
                </a:lnTo>
                <a:close/>
                <a:moveTo>
                  <a:pt x="1143000" y="771525"/>
                </a:moveTo>
                <a:lnTo>
                  <a:pt x="1152525" y="771525"/>
                </a:lnTo>
                <a:lnTo>
                  <a:pt x="1152525" y="781050"/>
                </a:lnTo>
                <a:lnTo>
                  <a:pt x="1143000" y="781050"/>
                </a:lnTo>
                <a:close/>
                <a:moveTo>
                  <a:pt x="1276350" y="771525"/>
                </a:moveTo>
                <a:lnTo>
                  <a:pt x="1285875" y="771525"/>
                </a:lnTo>
                <a:lnTo>
                  <a:pt x="1285875" y="781050"/>
                </a:lnTo>
                <a:lnTo>
                  <a:pt x="1276350" y="781050"/>
                </a:lnTo>
                <a:close/>
                <a:moveTo>
                  <a:pt x="342900" y="781050"/>
                </a:moveTo>
                <a:lnTo>
                  <a:pt x="352425" y="781050"/>
                </a:lnTo>
                <a:lnTo>
                  <a:pt x="352425" y="790575"/>
                </a:lnTo>
                <a:lnTo>
                  <a:pt x="342900" y="790575"/>
                </a:lnTo>
                <a:close/>
                <a:moveTo>
                  <a:pt x="438150" y="781050"/>
                </a:moveTo>
                <a:lnTo>
                  <a:pt x="447675" y="781050"/>
                </a:lnTo>
                <a:lnTo>
                  <a:pt x="447675" y="790575"/>
                </a:lnTo>
                <a:lnTo>
                  <a:pt x="438150" y="790575"/>
                </a:lnTo>
                <a:close/>
                <a:moveTo>
                  <a:pt x="962025" y="781050"/>
                </a:moveTo>
                <a:lnTo>
                  <a:pt x="971550" y="781050"/>
                </a:lnTo>
                <a:lnTo>
                  <a:pt x="971550" y="800100"/>
                </a:lnTo>
                <a:lnTo>
                  <a:pt x="962025" y="800100"/>
                </a:lnTo>
                <a:close/>
                <a:moveTo>
                  <a:pt x="1009650" y="781050"/>
                </a:moveTo>
                <a:lnTo>
                  <a:pt x="1028700" y="781050"/>
                </a:lnTo>
                <a:lnTo>
                  <a:pt x="1028700" y="790575"/>
                </a:lnTo>
                <a:lnTo>
                  <a:pt x="1038225" y="790575"/>
                </a:lnTo>
                <a:lnTo>
                  <a:pt x="1038225" y="800100"/>
                </a:lnTo>
                <a:lnTo>
                  <a:pt x="1019175" y="800100"/>
                </a:lnTo>
                <a:lnTo>
                  <a:pt x="1019175" y="790575"/>
                </a:lnTo>
                <a:lnTo>
                  <a:pt x="1009650" y="790575"/>
                </a:lnTo>
                <a:close/>
                <a:moveTo>
                  <a:pt x="1133475" y="781050"/>
                </a:moveTo>
                <a:lnTo>
                  <a:pt x="1143000" y="781050"/>
                </a:lnTo>
                <a:lnTo>
                  <a:pt x="1143000" y="790575"/>
                </a:lnTo>
                <a:lnTo>
                  <a:pt x="1133475" y="790575"/>
                </a:lnTo>
                <a:close/>
                <a:moveTo>
                  <a:pt x="1314450" y="781050"/>
                </a:moveTo>
                <a:lnTo>
                  <a:pt x="1323975" y="781050"/>
                </a:lnTo>
                <a:lnTo>
                  <a:pt x="1323975" y="790575"/>
                </a:lnTo>
                <a:lnTo>
                  <a:pt x="1314450" y="790575"/>
                </a:lnTo>
                <a:close/>
                <a:moveTo>
                  <a:pt x="200025" y="790575"/>
                </a:moveTo>
                <a:lnTo>
                  <a:pt x="238125" y="790575"/>
                </a:lnTo>
                <a:lnTo>
                  <a:pt x="238125" y="800100"/>
                </a:lnTo>
                <a:lnTo>
                  <a:pt x="200025" y="800100"/>
                </a:lnTo>
                <a:close/>
                <a:moveTo>
                  <a:pt x="457200" y="790575"/>
                </a:moveTo>
                <a:lnTo>
                  <a:pt x="466725" y="790575"/>
                </a:lnTo>
                <a:lnTo>
                  <a:pt x="466725" y="800100"/>
                </a:lnTo>
                <a:lnTo>
                  <a:pt x="457200" y="800100"/>
                </a:lnTo>
                <a:close/>
                <a:moveTo>
                  <a:pt x="866775" y="790575"/>
                </a:moveTo>
                <a:lnTo>
                  <a:pt x="876300" y="790575"/>
                </a:lnTo>
                <a:lnTo>
                  <a:pt x="876300" y="800100"/>
                </a:lnTo>
                <a:lnTo>
                  <a:pt x="866775" y="800100"/>
                </a:lnTo>
                <a:close/>
                <a:moveTo>
                  <a:pt x="914400" y="790575"/>
                </a:moveTo>
                <a:lnTo>
                  <a:pt x="942975" y="790575"/>
                </a:lnTo>
                <a:lnTo>
                  <a:pt x="942975" y="800100"/>
                </a:lnTo>
                <a:lnTo>
                  <a:pt x="914400" y="800100"/>
                </a:lnTo>
                <a:close/>
                <a:moveTo>
                  <a:pt x="1066800" y="790575"/>
                </a:moveTo>
                <a:lnTo>
                  <a:pt x="1076325" y="790575"/>
                </a:lnTo>
                <a:lnTo>
                  <a:pt x="1076325" y="800100"/>
                </a:lnTo>
                <a:lnTo>
                  <a:pt x="1066800" y="800100"/>
                </a:lnTo>
                <a:close/>
                <a:moveTo>
                  <a:pt x="1333500" y="790575"/>
                </a:moveTo>
                <a:lnTo>
                  <a:pt x="1343025" y="790575"/>
                </a:lnTo>
                <a:lnTo>
                  <a:pt x="1343025" y="800100"/>
                </a:lnTo>
                <a:lnTo>
                  <a:pt x="1333500" y="800100"/>
                </a:lnTo>
                <a:close/>
                <a:moveTo>
                  <a:pt x="1733550" y="790575"/>
                </a:moveTo>
                <a:lnTo>
                  <a:pt x="1743075" y="790575"/>
                </a:lnTo>
                <a:lnTo>
                  <a:pt x="1743075" y="800100"/>
                </a:lnTo>
                <a:lnTo>
                  <a:pt x="1733550" y="800100"/>
                </a:lnTo>
                <a:close/>
                <a:moveTo>
                  <a:pt x="800100" y="800100"/>
                </a:moveTo>
                <a:lnTo>
                  <a:pt x="819150" y="800100"/>
                </a:lnTo>
                <a:lnTo>
                  <a:pt x="819150" y="819150"/>
                </a:lnTo>
                <a:lnTo>
                  <a:pt x="800100" y="819150"/>
                </a:lnTo>
                <a:close/>
                <a:moveTo>
                  <a:pt x="885825" y="800100"/>
                </a:moveTo>
                <a:lnTo>
                  <a:pt x="904875" y="800100"/>
                </a:lnTo>
                <a:lnTo>
                  <a:pt x="904875" y="819150"/>
                </a:lnTo>
                <a:lnTo>
                  <a:pt x="885825" y="819150"/>
                </a:lnTo>
                <a:close/>
                <a:moveTo>
                  <a:pt x="209550" y="809625"/>
                </a:moveTo>
                <a:lnTo>
                  <a:pt x="228600" y="809625"/>
                </a:lnTo>
                <a:lnTo>
                  <a:pt x="228600" y="819150"/>
                </a:lnTo>
                <a:lnTo>
                  <a:pt x="209550" y="819150"/>
                </a:lnTo>
                <a:close/>
                <a:moveTo>
                  <a:pt x="828675" y="819150"/>
                </a:moveTo>
                <a:lnTo>
                  <a:pt x="847725" y="819150"/>
                </a:lnTo>
                <a:lnTo>
                  <a:pt x="847725" y="828675"/>
                </a:lnTo>
                <a:lnTo>
                  <a:pt x="828675" y="828675"/>
                </a:lnTo>
                <a:close/>
                <a:moveTo>
                  <a:pt x="942975" y="819150"/>
                </a:moveTo>
                <a:lnTo>
                  <a:pt x="981075" y="819150"/>
                </a:lnTo>
                <a:lnTo>
                  <a:pt x="981075" y="828675"/>
                </a:lnTo>
                <a:lnTo>
                  <a:pt x="942975" y="828675"/>
                </a:lnTo>
                <a:close/>
                <a:moveTo>
                  <a:pt x="1028700" y="819150"/>
                </a:moveTo>
                <a:lnTo>
                  <a:pt x="1057275" y="819150"/>
                </a:lnTo>
                <a:lnTo>
                  <a:pt x="1057275" y="828675"/>
                </a:lnTo>
                <a:lnTo>
                  <a:pt x="1028700" y="828675"/>
                </a:lnTo>
                <a:close/>
                <a:moveTo>
                  <a:pt x="1104900" y="819150"/>
                </a:moveTo>
                <a:lnTo>
                  <a:pt x="1114425" y="819150"/>
                </a:lnTo>
                <a:lnTo>
                  <a:pt x="1114425" y="828675"/>
                </a:lnTo>
                <a:lnTo>
                  <a:pt x="1104900" y="828675"/>
                </a:lnTo>
                <a:close/>
                <a:moveTo>
                  <a:pt x="1123950" y="819150"/>
                </a:moveTo>
                <a:lnTo>
                  <a:pt x="1133475" y="819150"/>
                </a:lnTo>
                <a:lnTo>
                  <a:pt x="1133475" y="828675"/>
                </a:lnTo>
                <a:lnTo>
                  <a:pt x="1123950" y="828675"/>
                </a:lnTo>
                <a:close/>
                <a:moveTo>
                  <a:pt x="1438275" y="819150"/>
                </a:moveTo>
                <a:lnTo>
                  <a:pt x="1466850" y="819150"/>
                </a:lnTo>
                <a:lnTo>
                  <a:pt x="1466850" y="828675"/>
                </a:lnTo>
                <a:lnTo>
                  <a:pt x="1438275" y="828675"/>
                </a:lnTo>
                <a:close/>
                <a:moveTo>
                  <a:pt x="1485900" y="819150"/>
                </a:moveTo>
                <a:lnTo>
                  <a:pt x="1533525" y="819150"/>
                </a:lnTo>
                <a:lnTo>
                  <a:pt x="1533525" y="828675"/>
                </a:lnTo>
                <a:lnTo>
                  <a:pt x="1485900" y="828675"/>
                </a:lnTo>
                <a:close/>
                <a:moveTo>
                  <a:pt x="1571625" y="819150"/>
                </a:moveTo>
                <a:lnTo>
                  <a:pt x="1590675" y="819150"/>
                </a:lnTo>
                <a:lnTo>
                  <a:pt x="1590675" y="828675"/>
                </a:lnTo>
                <a:lnTo>
                  <a:pt x="1571625" y="828675"/>
                </a:lnTo>
                <a:close/>
                <a:moveTo>
                  <a:pt x="1666875" y="819150"/>
                </a:moveTo>
                <a:lnTo>
                  <a:pt x="1676400" y="819150"/>
                </a:lnTo>
                <a:lnTo>
                  <a:pt x="1676400" y="828675"/>
                </a:lnTo>
                <a:lnTo>
                  <a:pt x="1666875" y="828675"/>
                </a:lnTo>
                <a:close/>
                <a:moveTo>
                  <a:pt x="933450" y="828675"/>
                </a:moveTo>
                <a:lnTo>
                  <a:pt x="942975" y="828675"/>
                </a:lnTo>
                <a:lnTo>
                  <a:pt x="942975" y="838200"/>
                </a:lnTo>
                <a:lnTo>
                  <a:pt x="952500" y="838200"/>
                </a:lnTo>
                <a:lnTo>
                  <a:pt x="952500" y="847725"/>
                </a:lnTo>
                <a:lnTo>
                  <a:pt x="923925" y="847725"/>
                </a:lnTo>
                <a:lnTo>
                  <a:pt x="923925" y="838200"/>
                </a:lnTo>
                <a:lnTo>
                  <a:pt x="933450" y="838200"/>
                </a:lnTo>
                <a:close/>
                <a:moveTo>
                  <a:pt x="762000" y="857250"/>
                </a:moveTo>
                <a:lnTo>
                  <a:pt x="771525" y="857250"/>
                </a:lnTo>
                <a:lnTo>
                  <a:pt x="771525" y="866775"/>
                </a:lnTo>
                <a:lnTo>
                  <a:pt x="762000" y="866775"/>
                </a:lnTo>
                <a:close/>
                <a:moveTo>
                  <a:pt x="457200" y="866775"/>
                </a:moveTo>
                <a:lnTo>
                  <a:pt x="466725" y="866775"/>
                </a:lnTo>
                <a:lnTo>
                  <a:pt x="466725" y="876300"/>
                </a:lnTo>
                <a:lnTo>
                  <a:pt x="504825" y="876300"/>
                </a:lnTo>
                <a:lnTo>
                  <a:pt x="504825" y="866775"/>
                </a:lnTo>
                <a:lnTo>
                  <a:pt x="542925" y="866775"/>
                </a:lnTo>
                <a:lnTo>
                  <a:pt x="542925" y="876300"/>
                </a:lnTo>
                <a:lnTo>
                  <a:pt x="552450" y="876300"/>
                </a:lnTo>
                <a:lnTo>
                  <a:pt x="552450" y="885825"/>
                </a:lnTo>
                <a:lnTo>
                  <a:pt x="457200" y="885825"/>
                </a:lnTo>
                <a:close/>
                <a:moveTo>
                  <a:pt x="561975" y="866775"/>
                </a:moveTo>
                <a:lnTo>
                  <a:pt x="590550" y="866775"/>
                </a:lnTo>
                <a:lnTo>
                  <a:pt x="590550" y="876300"/>
                </a:lnTo>
                <a:lnTo>
                  <a:pt x="609600" y="876300"/>
                </a:lnTo>
                <a:lnTo>
                  <a:pt x="609600" y="885825"/>
                </a:lnTo>
                <a:lnTo>
                  <a:pt x="571500" y="885825"/>
                </a:lnTo>
                <a:lnTo>
                  <a:pt x="571500" y="876300"/>
                </a:lnTo>
                <a:lnTo>
                  <a:pt x="561975" y="876300"/>
                </a:lnTo>
                <a:close/>
                <a:moveTo>
                  <a:pt x="752475" y="866775"/>
                </a:moveTo>
                <a:lnTo>
                  <a:pt x="762000" y="866775"/>
                </a:lnTo>
                <a:lnTo>
                  <a:pt x="762000" y="895350"/>
                </a:lnTo>
                <a:lnTo>
                  <a:pt x="752475" y="895350"/>
                </a:lnTo>
                <a:lnTo>
                  <a:pt x="752475" y="885825"/>
                </a:lnTo>
                <a:lnTo>
                  <a:pt x="742950" y="885825"/>
                </a:lnTo>
                <a:lnTo>
                  <a:pt x="742950" y="876300"/>
                </a:lnTo>
                <a:lnTo>
                  <a:pt x="752475" y="876300"/>
                </a:lnTo>
                <a:close/>
                <a:moveTo>
                  <a:pt x="0" y="876300"/>
                </a:moveTo>
                <a:lnTo>
                  <a:pt x="28575" y="876300"/>
                </a:lnTo>
                <a:lnTo>
                  <a:pt x="28575" y="904875"/>
                </a:lnTo>
                <a:lnTo>
                  <a:pt x="38100" y="904875"/>
                </a:lnTo>
                <a:lnTo>
                  <a:pt x="38100" y="914400"/>
                </a:lnTo>
                <a:lnTo>
                  <a:pt x="28575" y="914400"/>
                </a:lnTo>
                <a:lnTo>
                  <a:pt x="28575" y="923925"/>
                </a:lnTo>
                <a:lnTo>
                  <a:pt x="38100" y="923925"/>
                </a:lnTo>
                <a:lnTo>
                  <a:pt x="38100" y="952500"/>
                </a:lnTo>
                <a:lnTo>
                  <a:pt x="28575" y="952500"/>
                </a:lnTo>
                <a:lnTo>
                  <a:pt x="28575" y="942975"/>
                </a:lnTo>
                <a:lnTo>
                  <a:pt x="19050" y="942975"/>
                </a:lnTo>
                <a:lnTo>
                  <a:pt x="19050" y="933450"/>
                </a:lnTo>
                <a:lnTo>
                  <a:pt x="9525" y="933450"/>
                </a:lnTo>
                <a:lnTo>
                  <a:pt x="9525" y="914400"/>
                </a:lnTo>
                <a:lnTo>
                  <a:pt x="0" y="914400"/>
                </a:lnTo>
                <a:lnTo>
                  <a:pt x="0" y="904875"/>
                </a:lnTo>
                <a:lnTo>
                  <a:pt x="9525" y="904875"/>
                </a:lnTo>
                <a:lnTo>
                  <a:pt x="9525" y="885825"/>
                </a:lnTo>
                <a:lnTo>
                  <a:pt x="0" y="885825"/>
                </a:lnTo>
                <a:close/>
                <a:moveTo>
                  <a:pt x="257175" y="876300"/>
                </a:moveTo>
                <a:lnTo>
                  <a:pt x="266700" y="876300"/>
                </a:lnTo>
                <a:lnTo>
                  <a:pt x="266700" y="885825"/>
                </a:lnTo>
                <a:lnTo>
                  <a:pt x="257175" y="885825"/>
                </a:lnTo>
                <a:close/>
                <a:moveTo>
                  <a:pt x="342900" y="876300"/>
                </a:moveTo>
                <a:lnTo>
                  <a:pt x="352425" y="876300"/>
                </a:lnTo>
                <a:lnTo>
                  <a:pt x="352425" y="885825"/>
                </a:lnTo>
                <a:lnTo>
                  <a:pt x="342900" y="885825"/>
                </a:lnTo>
                <a:close/>
                <a:moveTo>
                  <a:pt x="695325" y="876300"/>
                </a:moveTo>
                <a:lnTo>
                  <a:pt x="704850" y="876300"/>
                </a:lnTo>
                <a:lnTo>
                  <a:pt x="704850" y="885825"/>
                </a:lnTo>
                <a:lnTo>
                  <a:pt x="695325" y="885825"/>
                </a:lnTo>
                <a:close/>
                <a:moveTo>
                  <a:pt x="180975" y="885825"/>
                </a:moveTo>
                <a:lnTo>
                  <a:pt x="190500" y="885825"/>
                </a:lnTo>
                <a:lnTo>
                  <a:pt x="190500" y="914400"/>
                </a:lnTo>
                <a:lnTo>
                  <a:pt x="180975" y="914400"/>
                </a:lnTo>
                <a:close/>
                <a:moveTo>
                  <a:pt x="1895475" y="885825"/>
                </a:moveTo>
                <a:lnTo>
                  <a:pt x="1905000" y="885825"/>
                </a:lnTo>
                <a:lnTo>
                  <a:pt x="1905000" y="895350"/>
                </a:lnTo>
                <a:lnTo>
                  <a:pt x="1895475" y="895350"/>
                </a:lnTo>
                <a:close/>
                <a:moveTo>
                  <a:pt x="752475" y="904875"/>
                </a:moveTo>
                <a:lnTo>
                  <a:pt x="762000" y="904875"/>
                </a:lnTo>
                <a:lnTo>
                  <a:pt x="762000" y="914400"/>
                </a:lnTo>
                <a:lnTo>
                  <a:pt x="752475" y="914400"/>
                </a:lnTo>
                <a:close/>
                <a:moveTo>
                  <a:pt x="1514475" y="904875"/>
                </a:moveTo>
                <a:lnTo>
                  <a:pt x="1562100" y="904875"/>
                </a:lnTo>
                <a:lnTo>
                  <a:pt x="1562100" y="914400"/>
                </a:lnTo>
                <a:lnTo>
                  <a:pt x="1524000" y="914400"/>
                </a:lnTo>
                <a:lnTo>
                  <a:pt x="1524000" y="923925"/>
                </a:lnTo>
                <a:lnTo>
                  <a:pt x="1514475" y="923925"/>
                </a:lnTo>
                <a:close/>
                <a:moveTo>
                  <a:pt x="790575" y="914400"/>
                </a:moveTo>
                <a:lnTo>
                  <a:pt x="809625" y="914400"/>
                </a:lnTo>
                <a:lnTo>
                  <a:pt x="809625" y="923925"/>
                </a:lnTo>
                <a:lnTo>
                  <a:pt x="790575" y="923925"/>
                </a:lnTo>
                <a:close/>
                <a:moveTo>
                  <a:pt x="1657350" y="914400"/>
                </a:moveTo>
                <a:lnTo>
                  <a:pt x="1676400" y="914400"/>
                </a:lnTo>
                <a:lnTo>
                  <a:pt x="1676400" y="923925"/>
                </a:lnTo>
                <a:lnTo>
                  <a:pt x="1685925" y="923925"/>
                </a:lnTo>
                <a:lnTo>
                  <a:pt x="1685925" y="933450"/>
                </a:lnTo>
                <a:lnTo>
                  <a:pt x="1657350" y="933450"/>
                </a:lnTo>
                <a:close/>
                <a:moveTo>
                  <a:pt x="819150" y="923925"/>
                </a:moveTo>
                <a:lnTo>
                  <a:pt x="857250" y="923925"/>
                </a:lnTo>
                <a:lnTo>
                  <a:pt x="857250" y="933450"/>
                </a:lnTo>
                <a:lnTo>
                  <a:pt x="819150" y="933450"/>
                </a:lnTo>
                <a:close/>
                <a:moveTo>
                  <a:pt x="1447800" y="923925"/>
                </a:moveTo>
                <a:lnTo>
                  <a:pt x="1485900" y="923925"/>
                </a:lnTo>
                <a:lnTo>
                  <a:pt x="1485900" y="933450"/>
                </a:lnTo>
                <a:lnTo>
                  <a:pt x="1447800" y="933450"/>
                </a:lnTo>
                <a:close/>
                <a:moveTo>
                  <a:pt x="1495425" y="923925"/>
                </a:moveTo>
                <a:lnTo>
                  <a:pt x="1504950" y="923925"/>
                </a:lnTo>
                <a:lnTo>
                  <a:pt x="1504950" y="933450"/>
                </a:lnTo>
                <a:lnTo>
                  <a:pt x="1495425" y="933450"/>
                </a:lnTo>
                <a:close/>
                <a:moveTo>
                  <a:pt x="1571625" y="923925"/>
                </a:moveTo>
                <a:lnTo>
                  <a:pt x="1590675" y="923925"/>
                </a:lnTo>
                <a:lnTo>
                  <a:pt x="1590675" y="933450"/>
                </a:lnTo>
                <a:lnTo>
                  <a:pt x="1571625" y="933450"/>
                </a:lnTo>
                <a:close/>
                <a:moveTo>
                  <a:pt x="1609725" y="923925"/>
                </a:moveTo>
                <a:lnTo>
                  <a:pt x="1619250" y="923925"/>
                </a:lnTo>
                <a:lnTo>
                  <a:pt x="1619250" y="933450"/>
                </a:lnTo>
                <a:lnTo>
                  <a:pt x="1609725" y="933450"/>
                </a:lnTo>
                <a:close/>
                <a:moveTo>
                  <a:pt x="1704975" y="923925"/>
                </a:moveTo>
                <a:lnTo>
                  <a:pt x="1733550" y="923925"/>
                </a:lnTo>
                <a:lnTo>
                  <a:pt x="1733550" y="933450"/>
                </a:lnTo>
                <a:lnTo>
                  <a:pt x="1704975" y="933450"/>
                </a:lnTo>
                <a:close/>
                <a:moveTo>
                  <a:pt x="1771650" y="933450"/>
                </a:moveTo>
                <a:lnTo>
                  <a:pt x="1781175" y="933450"/>
                </a:lnTo>
                <a:lnTo>
                  <a:pt x="1781175" y="952500"/>
                </a:lnTo>
                <a:lnTo>
                  <a:pt x="1771650" y="952500"/>
                </a:lnTo>
                <a:close/>
                <a:moveTo>
                  <a:pt x="619125" y="942975"/>
                </a:moveTo>
                <a:lnTo>
                  <a:pt x="628650" y="942975"/>
                </a:lnTo>
                <a:lnTo>
                  <a:pt x="628650" y="952500"/>
                </a:lnTo>
                <a:lnTo>
                  <a:pt x="619125" y="952500"/>
                </a:lnTo>
                <a:close/>
                <a:moveTo>
                  <a:pt x="647700" y="942975"/>
                </a:moveTo>
                <a:lnTo>
                  <a:pt x="657225" y="942975"/>
                </a:lnTo>
                <a:lnTo>
                  <a:pt x="657225" y="952500"/>
                </a:lnTo>
                <a:lnTo>
                  <a:pt x="647700" y="952500"/>
                </a:lnTo>
                <a:close/>
                <a:moveTo>
                  <a:pt x="733425" y="942975"/>
                </a:moveTo>
                <a:lnTo>
                  <a:pt x="762000" y="942975"/>
                </a:lnTo>
                <a:lnTo>
                  <a:pt x="762000" y="952500"/>
                </a:lnTo>
                <a:lnTo>
                  <a:pt x="733425" y="952500"/>
                </a:lnTo>
                <a:close/>
                <a:moveTo>
                  <a:pt x="19050" y="952500"/>
                </a:moveTo>
                <a:lnTo>
                  <a:pt x="28575" y="952500"/>
                </a:lnTo>
                <a:lnTo>
                  <a:pt x="28575" y="962025"/>
                </a:lnTo>
                <a:lnTo>
                  <a:pt x="19050" y="962025"/>
                </a:lnTo>
                <a:close/>
                <a:moveTo>
                  <a:pt x="409575" y="952500"/>
                </a:moveTo>
                <a:lnTo>
                  <a:pt x="428625" y="952500"/>
                </a:lnTo>
                <a:lnTo>
                  <a:pt x="428625" y="962025"/>
                </a:lnTo>
                <a:lnTo>
                  <a:pt x="409575" y="962025"/>
                </a:lnTo>
                <a:close/>
                <a:moveTo>
                  <a:pt x="600075" y="952500"/>
                </a:moveTo>
                <a:lnTo>
                  <a:pt x="619125" y="952500"/>
                </a:lnTo>
                <a:lnTo>
                  <a:pt x="619125" y="962025"/>
                </a:lnTo>
                <a:lnTo>
                  <a:pt x="600075" y="962025"/>
                </a:lnTo>
                <a:close/>
                <a:moveTo>
                  <a:pt x="819150" y="952500"/>
                </a:moveTo>
                <a:lnTo>
                  <a:pt x="857250" y="952500"/>
                </a:lnTo>
                <a:lnTo>
                  <a:pt x="857250" y="962025"/>
                </a:lnTo>
                <a:lnTo>
                  <a:pt x="819150" y="962025"/>
                </a:lnTo>
                <a:close/>
                <a:moveTo>
                  <a:pt x="895350" y="952500"/>
                </a:moveTo>
                <a:lnTo>
                  <a:pt x="904875" y="952500"/>
                </a:lnTo>
                <a:lnTo>
                  <a:pt x="904875" y="962025"/>
                </a:lnTo>
                <a:lnTo>
                  <a:pt x="895350" y="962025"/>
                </a:lnTo>
                <a:close/>
                <a:moveTo>
                  <a:pt x="933450" y="952500"/>
                </a:moveTo>
                <a:lnTo>
                  <a:pt x="942975" y="952500"/>
                </a:lnTo>
                <a:lnTo>
                  <a:pt x="942975" y="962025"/>
                </a:lnTo>
                <a:lnTo>
                  <a:pt x="933450" y="962025"/>
                </a:lnTo>
                <a:close/>
                <a:moveTo>
                  <a:pt x="952500" y="952500"/>
                </a:moveTo>
                <a:lnTo>
                  <a:pt x="990600" y="952500"/>
                </a:lnTo>
                <a:lnTo>
                  <a:pt x="990600" y="962025"/>
                </a:lnTo>
                <a:lnTo>
                  <a:pt x="981075" y="962025"/>
                </a:lnTo>
                <a:lnTo>
                  <a:pt x="981075" y="971550"/>
                </a:lnTo>
                <a:lnTo>
                  <a:pt x="962025" y="971550"/>
                </a:lnTo>
                <a:lnTo>
                  <a:pt x="962025" y="962025"/>
                </a:lnTo>
                <a:lnTo>
                  <a:pt x="952500" y="962025"/>
                </a:lnTo>
                <a:close/>
                <a:moveTo>
                  <a:pt x="1285875" y="952500"/>
                </a:moveTo>
                <a:lnTo>
                  <a:pt x="1295400" y="952500"/>
                </a:lnTo>
                <a:lnTo>
                  <a:pt x="1295400" y="962025"/>
                </a:lnTo>
                <a:lnTo>
                  <a:pt x="1285875" y="962025"/>
                </a:lnTo>
                <a:close/>
                <a:moveTo>
                  <a:pt x="1314450" y="952500"/>
                </a:moveTo>
                <a:lnTo>
                  <a:pt x="1333500" y="952500"/>
                </a:lnTo>
                <a:lnTo>
                  <a:pt x="1333500" y="962025"/>
                </a:lnTo>
                <a:lnTo>
                  <a:pt x="1314450" y="962025"/>
                </a:lnTo>
                <a:close/>
                <a:moveTo>
                  <a:pt x="1419225" y="952500"/>
                </a:moveTo>
                <a:lnTo>
                  <a:pt x="1476375" y="952500"/>
                </a:lnTo>
                <a:lnTo>
                  <a:pt x="1476375" y="962025"/>
                </a:lnTo>
                <a:lnTo>
                  <a:pt x="1419225" y="962025"/>
                </a:lnTo>
                <a:close/>
                <a:moveTo>
                  <a:pt x="1504950" y="952500"/>
                </a:moveTo>
                <a:lnTo>
                  <a:pt x="1524000" y="952500"/>
                </a:lnTo>
                <a:lnTo>
                  <a:pt x="1524000" y="962025"/>
                </a:lnTo>
                <a:lnTo>
                  <a:pt x="1504950" y="962025"/>
                </a:lnTo>
                <a:close/>
                <a:moveTo>
                  <a:pt x="1543050" y="952500"/>
                </a:moveTo>
                <a:lnTo>
                  <a:pt x="1657350" y="952500"/>
                </a:lnTo>
                <a:lnTo>
                  <a:pt x="1657350" y="962025"/>
                </a:lnTo>
                <a:lnTo>
                  <a:pt x="1543050" y="962025"/>
                </a:lnTo>
                <a:close/>
                <a:moveTo>
                  <a:pt x="1666875" y="952500"/>
                </a:moveTo>
                <a:lnTo>
                  <a:pt x="1676400" y="952500"/>
                </a:lnTo>
                <a:lnTo>
                  <a:pt x="1676400" y="962025"/>
                </a:lnTo>
                <a:lnTo>
                  <a:pt x="1666875" y="962025"/>
                </a:lnTo>
                <a:close/>
                <a:moveTo>
                  <a:pt x="514350" y="962025"/>
                </a:moveTo>
                <a:lnTo>
                  <a:pt x="523875" y="962025"/>
                </a:lnTo>
                <a:lnTo>
                  <a:pt x="523875" y="971550"/>
                </a:lnTo>
                <a:lnTo>
                  <a:pt x="514350" y="971550"/>
                </a:lnTo>
                <a:close/>
                <a:moveTo>
                  <a:pt x="1495425" y="962025"/>
                </a:moveTo>
                <a:lnTo>
                  <a:pt x="1504950" y="962025"/>
                </a:lnTo>
                <a:lnTo>
                  <a:pt x="1504950" y="971550"/>
                </a:lnTo>
                <a:lnTo>
                  <a:pt x="1495425" y="971550"/>
                </a:lnTo>
                <a:close/>
                <a:moveTo>
                  <a:pt x="9525" y="971550"/>
                </a:moveTo>
                <a:lnTo>
                  <a:pt x="19050" y="971550"/>
                </a:lnTo>
                <a:lnTo>
                  <a:pt x="19050" y="981075"/>
                </a:lnTo>
                <a:lnTo>
                  <a:pt x="9525" y="981075"/>
                </a:lnTo>
                <a:close/>
                <a:moveTo>
                  <a:pt x="1028700" y="971550"/>
                </a:moveTo>
                <a:lnTo>
                  <a:pt x="1047750" y="971550"/>
                </a:lnTo>
                <a:lnTo>
                  <a:pt x="1047750" y="981075"/>
                </a:lnTo>
                <a:lnTo>
                  <a:pt x="1028700" y="981075"/>
                </a:lnTo>
                <a:close/>
                <a:moveTo>
                  <a:pt x="1238250" y="971550"/>
                </a:moveTo>
                <a:lnTo>
                  <a:pt x="1247775" y="971550"/>
                </a:lnTo>
                <a:lnTo>
                  <a:pt x="1247775" y="981075"/>
                </a:lnTo>
                <a:lnTo>
                  <a:pt x="1238250" y="981075"/>
                </a:lnTo>
                <a:close/>
                <a:moveTo>
                  <a:pt x="295275" y="981075"/>
                </a:moveTo>
                <a:lnTo>
                  <a:pt x="304800" y="981075"/>
                </a:lnTo>
                <a:lnTo>
                  <a:pt x="304800" y="990600"/>
                </a:lnTo>
                <a:lnTo>
                  <a:pt x="295275" y="990600"/>
                </a:lnTo>
                <a:close/>
                <a:moveTo>
                  <a:pt x="504825" y="981075"/>
                </a:moveTo>
                <a:lnTo>
                  <a:pt x="514350" y="981075"/>
                </a:lnTo>
                <a:lnTo>
                  <a:pt x="514350" y="990600"/>
                </a:lnTo>
                <a:lnTo>
                  <a:pt x="504825" y="990600"/>
                </a:lnTo>
                <a:close/>
                <a:moveTo>
                  <a:pt x="1181100" y="981075"/>
                </a:moveTo>
                <a:lnTo>
                  <a:pt x="1238250" y="981075"/>
                </a:lnTo>
                <a:lnTo>
                  <a:pt x="1238250" y="1000125"/>
                </a:lnTo>
                <a:lnTo>
                  <a:pt x="1190625" y="1000125"/>
                </a:lnTo>
                <a:lnTo>
                  <a:pt x="1190625" y="990600"/>
                </a:lnTo>
                <a:lnTo>
                  <a:pt x="1181100" y="990600"/>
                </a:lnTo>
                <a:close/>
                <a:moveTo>
                  <a:pt x="1276350" y="981075"/>
                </a:moveTo>
                <a:lnTo>
                  <a:pt x="1285875" y="981075"/>
                </a:lnTo>
                <a:lnTo>
                  <a:pt x="1285875" y="1000125"/>
                </a:lnTo>
                <a:lnTo>
                  <a:pt x="1266825" y="1000125"/>
                </a:lnTo>
                <a:lnTo>
                  <a:pt x="1266825" y="990600"/>
                </a:lnTo>
                <a:lnTo>
                  <a:pt x="1276350" y="990600"/>
                </a:lnTo>
                <a:close/>
                <a:moveTo>
                  <a:pt x="1295400" y="981075"/>
                </a:moveTo>
                <a:lnTo>
                  <a:pt x="1333500" y="981075"/>
                </a:lnTo>
                <a:lnTo>
                  <a:pt x="1333500" y="1000125"/>
                </a:lnTo>
                <a:lnTo>
                  <a:pt x="1295400" y="1000125"/>
                </a:lnTo>
                <a:close/>
                <a:moveTo>
                  <a:pt x="1352550" y="981075"/>
                </a:moveTo>
                <a:lnTo>
                  <a:pt x="1371600" y="981075"/>
                </a:lnTo>
                <a:lnTo>
                  <a:pt x="1371600" y="1000125"/>
                </a:lnTo>
                <a:lnTo>
                  <a:pt x="1352550" y="1000125"/>
                </a:lnTo>
                <a:close/>
                <a:moveTo>
                  <a:pt x="1438275" y="981075"/>
                </a:moveTo>
                <a:lnTo>
                  <a:pt x="1466850" y="981075"/>
                </a:lnTo>
                <a:lnTo>
                  <a:pt x="1466850" y="1000125"/>
                </a:lnTo>
                <a:lnTo>
                  <a:pt x="1447800" y="1000125"/>
                </a:lnTo>
                <a:lnTo>
                  <a:pt x="1447800" y="990600"/>
                </a:lnTo>
                <a:lnTo>
                  <a:pt x="1438275" y="990600"/>
                </a:lnTo>
                <a:close/>
                <a:moveTo>
                  <a:pt x="1514475" y="981075"/>
                </a:moveTo>
                <a:lnTo>
                  <a:pt x="1524000" y="981075"/>
                </a:lnTo>
                <a:lnTo>
                  <a:pt x="1524000" y="1000125"/>
                </a:lnTo>
                <a:lnTo>
                  <a:pt x="1514475" y="1000125"/>
                </a:lnTo>
                <a:close/>
                <a:moveTo>
                  <a:pt x="1543050" y="981075"/>
                </a:moveTo>
                <a:lnTo>
                  <a:pt x="1600200" y="981075"/>
                </a:lnTo>
                <a:lnTo>
                  <a:pt x="1600200" y="1000125"/>
                </a:lnTo>
                <a:lnTo>
                  <a:pt x="1543050" y="1000125"/>
                </a:lnTo>
                <a:close/>
                <a:moveTo>
                  <a:pt x="1647825" y="981075"/>
                </a:moveTo>
                <a:lnTo>
                  <a:pt x="1666875" y="981075"/>
                </a:lnTo>
                <a:lnTo>
                  <a:pt x="1666875" y="1000125"/>
                </a:lnTo>
                <a:lnTo>
                  <a:pt x="1647825" y="1000125"/>
                </a:lnTo>
                <a:close/>
                <a:moveTo>
                  <a:pt x="800100" y="990600"/>
                </a:moveTo>
                <a:lnTo>
                  <a:pt x="809625" y="990600"/>
                </a:lnTo>
                <a:lnTo>
                  <a:pt x="809625" y="1000125"/>
                </a:lnTo>
                <a:lnTo>
                  <a:pt x="800100" y="1000125"/>
                </a:lnTo>
                <a:close/>
                <a:moveTo>
                  <a:pt x="847725" y="990600"/>
                </a:moveTo>
                <a:lnTo>
                  <a:pt x="857250" y="990600"/>
                </a:lnTo>
                <a:lnTo>
                  <a:pt x="857250" y="1000125"/>
                </a:lnTo>
                <a:lnTo>
                  <a:pt x="847725" y="1000125"/>
                </a:lnTo>
                <a:close/>
                <a:moveTo>
                  <a:pt x="1028700" y="990600"/>
                </a:moveTo>
                <a:lnTo>
                  <a:pt x="1066800" y="990600"/>
                </a:lnTo>
                <a:lnTo>
                  <a:pt x="1066800" y="1000125"/>
                </a:lnTo>
                <a:lnTo>
                  <a:pt x="1028700" y="1000125"/>
                </a:lnTo>
                <a:close/>
                <a:moveTo>
                  <a:pt x="1685925" y="990600"/>
                </a:moveTo>
                <a:lnTo>
                  <a:pt x="1704975" y="990600"/>
                </a:lnTo>
                <a:lnTo>
                  <a:pt x="1704975" y="1000125"/>
                </a:lnTo>
                <a:lnTo>
                  <a:pt x="1685925" y="1000125"/>
                </a:lnTo>
                <a:close/>
                <a:moveTo>
                  <a:pt x="1771650" y="990600"/>
                </a:moveTo>
                <a:lnTo>
                  <a:pt x="1781175" y="990600"/>
                </a:lnTo>
                <a:lnTo>
                  <a:pt x="1781175" y="1009650"/>
                </a:lnTo>
                <a:lnTo>
                  <a:pt x="1771650" y="1009650"/>
                </a:lnTo>
                <a:close/>
                <a:moveTo>
                  <a:pt x="1762125" y="1009650"/>
                </a:moveTo>
                <a:lnTo>
                  <a:pt x="1771650" y="1009650"/>
                </a:lnTo>
                <a:lnTo>
                  <a:pt x="1771650" y="1019175"/>
                </a:lnTo>
                <a:lnTo>
                  <a:pt x="1762125" y="1019175"/>
                </a:lnTo>
                <a:close/>
                <a:moveTo>
                  <a:pt x="9525" y="1019175"/>
                </a:moveTo>
                <a:lnTo>
                  <a:pt x="19050" y="1019175"/>
                </a:lnTo>
                <a:lnTo>
                  <a:pt x="19050" y="1028700"/>
                </a:lnTo>
                <a:lnTo>
                  <a:pt x="9525" y="1028700"/>
                </a:lnTo>
                <a:close/>
                <a:moveTo>
                  <a:pt x="0" y="1028700"/>
                </a:moveTo>
                <a:lnTo>
                  <a:pt x="9525" y="1028700"/>
                </a:lnTo>
                <a:lnTo>
                  <a:pt x="9525" y="1038225"/>
                </a:lnTo>
                <a:lnTo>
                  <a:pt x="0" y="1038225"/>
                </a:lnTo>
                <a:close/>
                <a:moveTo>
                  <a:pt x="1876425" y="1047750"/>
                </a:moveTo>
                <a:lnTo>
                  <a:pt x="1885950" y="1047750"/>
                </a:lnTo>
                <a:lnTo>
                  <a:pt x="1885950" y="1057275"/>
                </a:lnTo>
                <a:lnTo>
                  <a:pt x="1876425" y="1057275"/>
                </a:lnTo>
                <a:close/>
                <a:moveTo>
                  <a:pt x="1895475" y="1047750"/>
                </a:moveTo>
                <a:lnTo>
                  <a:pt x="1905000" y="1047750"/>
                </a:lnTo>
                <a:lnTo>
                  <a:pt x="1905000" y="1057275"/>
                </a:lnTo>
                <a:lnTo>
                  <a:pt x="1895475" y="1057275"/>
                </a:lnTo>
                <a:close/>
                <a:moveTo>
                  <a:pt x="1743075" y="1057275"/>
                </a:moveTo>
                <a:lnTo>
                  <a:pt x="1752600" y="1057275"/>
                </a:lnTo>
                <a:lnTo>
                  <a:pt x="1752600" y="1066800"/>
                </a:lnTo>
                <a:lnTo>
                  <a:pt x="1743075" y="1066800"/>
                </a:lnTo>
                <a:close/>
                <a:moveTo>
                  <a:pt x="1733550" y="1066800"/>
                </a:moveTo>
                <a:lnTo>
                  <a:pt x="1743075" y="1066800"/>
                </a:lnTo>
                <a:lnTo>
                  <a:pt x="1743075" y="1076325"/>
                </a:lnTo>
                <a:lnTo>
                  <a:pt x="1733550" y="1076325"/>
                </a:lnTo>
                <a:close/>
                <a:moveTo>
                  <a:pt x="1876425" y="1066800"/>
                </a:moveTo>
                <a:lnTo>
                  <a:pt x="1885950" y="1066800"/>
                </a:lnTo>
                <a:lnTo>
                  <a:pt x="1885950" y="1076325"/>
                </a:lnTo>
                <a:lnTo>
                  <a:pt x="1876425" y="1076325"/>
                </a:lnTo>
                <a:close/>
                <a:moveTo>
                  <a:pt x="1743075" y="1085850"/>
                </a:moveTo>
                <a:lnTo>
                  <a:pt x="1762125" y="1085850"/>
                </a:lnTo>
                <a:lnTo>
                  <a:pt x="1762125" y="1095375"/>
                </a:lnTo>
                <a:lnTo>
                  <a:pt x="1743075" y="1095375"/>
                </a:lnTo>
                <a:close/>
                <a:moveTo>
                  <a:pt x="1771650" y="1085850"/>
                </a:moveTo>
                <a:lnTo>
                  <a:pt x="1781175" y="1085850"/>
                </a:lnTo>
                <a:lnTo>
                  <a:pt x="1781175" y="1095375"/>
                </a:lnTo>
                <a:lnTo>
                  <a:pt x="1771650" y="1095375"/>
                </a:lnTo>
                <a:close/>
                <a:moveTo>
                  <a:pt x="0" y="1095375"/>
                </a:moveTo>
                <a:lnTo>
                  <a:pt x="9525" y="1095375"/>
                </a:lnTo>
                <a:lnTo>
                  <a:pt x="9525" y="1104900"/>
                </a:lnTo>
                <a:lnTo>
                  <a:pt x="0" y="1104900"/>
                </a:lnTo>
                <a:close/>
                <a:moveTo>
                  <a:pt x="1762125" y="1095375"/>
                </a:moveTo>
                <a:lnTo>
                  <a:pt x="1771650" y="1095375"/>
                </a:lnTo>
                <a:lnTo>
                  <a:pt x="1771650" y="1104900"/>
                </a:lnTo>
                <a:lnTo>
                  <a:pt x="1781175" y="1104900"/>
                </a:lnTo>
                <a:lnTo>
                  <a:pt x="1781175" y="1133475"/>
                </a:lnTo>
                <a:lnTo>
                  <a:pt x="1771650" y="1133475"/>
                </a:lnTo>
                <a:lnTo>
                  <a:pt x="1771650" y="1114425"/>
                </a:lnTo>
                <a:lnTo>
                  <a:pt x="1762125" y="1114425"/>
                </a:lnTo>
                <a:lnTo>
                  <a:pt x="1762125" y="1123950"/>
                </a:lnTo>
                <a:lnTo>
                  <a:pt x="1752600" y="1123950"/>
                </a:lnTo>
                <a:lnTo>
                  <a:pt x="1752600" y="1104900"/>
                </a:lnTo>
                <a:lnTo>
                  <a:pt x="1762125" y="1104900"/>
                </a:lnTo>
                <a:close/>
                <a:moveTo>
                  <a:pt x="1733550" y="1104900"/>
                </a:moveTo>
                <a:lnTo>
                  <a:pt x="1743075" y="1104900"/>
                </a:lnTo>
                <a:lnTo>
                  <a:pt x="1743075" y="1114425"/>
                </a:lnTo>
                <a:lnTo>
                  <a:pt x="1733550" y="1114425"/>
                </a:lnTo>
                <a:close/>
                <a:moveTo>
                  <a:pt x="1895475" y="1114425"/>
                </a:moveTo>
                <a:lnTo>
                  <a:pt x="1905000" y="1114425"/>
                </a:lnTo>
                <a:lnTo>
                  <a:pt x="1905000" y="1133475"/>
                </a:lnTo>
                <a:lnTo>
                  <a:pt x="1895475" y="1133475"/>
                </a:lnTo>
                <a:close/>
                <a:moveTo>
                  <a:pt x="1190625" y="1209675"/>
                </a:moveTo>
                <a:lnTo>
                  <a:pt x="1200150" y="1209675"/>
                </a:lnTo>
                <a:lnTo>
                  <a:pt x="1200150" y="1219200"/>
                </a:lnTo>
                <a:lnTo>
                  <a:pt x="1190625" y="1219200"/>
                </a:lnTo>
                <a:close/>
                <a:moveTo>
                  <a:pt x="266700" y="1219200"/>
                </a:moveTo>
                <a:lnTo>
                  <a:pt x="285750" y="1219200"/>
                </a:lnTo>
                <a:lnTo>
                  <a:pt x="285750" y="1228725"/>
                </a:lnTo>
                <a:lnTo>
                  <a:pt x="266700" y="1228725"/>
                </a:lnTo>
                <a:close/>
                <a:moveTo>
                  <a:pt x="333375" y="1219200"/>
                </a:moveTo>
                <a:lnTo>
                  <a:pt x="352425" y="1219200"/>
                </a:lnTo>
                <a:lnTo>
                  <a:pt x="352425" y="1228725"/>
                </a:lnTo>
                <a:lnTo>
                  <a:pt x="333375" y="1228725"/>
                </a:lnTo>
                <a:close/>
                <a:moveTo>
                  <a:pt x="361950" y="1219200"/>
                </a:moveTo>
                <a:lnTo>
                  <a:pt x="371475" y="1219200"/>
                </a:lnTo>
                <a:lnTo>
                  <a:pt x="371475" y="1228725"/>
                </a:lnTo>
                <a:lnTo>
                  <a:pt x="361950" y="1228725"/>
                </a:lnTo>
                <a:close/>
                <a:moveTo>
                  <a:pt x="647700" y="1219200"/>
                </a:moveTo>
                <a:lnTo>
                  <a:pt x="685800" y="1219200"/>
                </a:lnTo>
                <a:lnTo>
                  <a:pt x="685800" y="1228725"/>
                </a:lnTo>
                <a:lnTo>
                  <a:pt x="647700" y="1228725"/>
                </a:lnTo>
                <a:close/>
                <a:moveTo>
                  <a:pt x="771525" y="1219200"/>
                </a:moveTo>
                <a:lnTo>
                  <a:pt x="790575" y="1219200"/>
                </a:lnTo>
                <a:lnTo>
                  <a:pt x="790575" y="1228725"/>
                </a:lnTo>
                <a:lnTo>
                  <a:pt x="771525" y="1228725"/>
                </a:lnTo>
                <a:close/>
                <a:moveTo>
                  <a:pt x="800100" y="1219200"/>
                </a:moveTo>
                <a:lnTo>
                  <a:pt x="809625" y="1219200"/>
                </a:lnTo>
                <a:lnTo>
                  <a:pt x="809625" y="1228725"/>
                </a:lnTo>
                <a:lnTo>
                  <a:pt x="800100" y="1228725"/>
                </a:lnTo>
                <a:close/>
                <a:moveTo>
                  <a:pt x="971550" y="1219200"/>
                </a:moveTo>
                <a:lnTo>
                  <a:pt x="990600" y="1219200"/>
                </a:lnTo>
                <a:lnTo>
                  <a:pt x="990600" y="1228725"/>
                </a:lnTo>
                <a:lnTo>
                  <a:pt x="971550" y="1228725"/>
                </a:lnTo>
                <a:close/>
                <a:moveTo>
                  <a:pt x="1019175" y="1219200"/>
                </a:moveTo>
                <a:lnTo>
                  <a:pt x="1038225" y="1219200"/>
                </a:lnTo>
                <a:lnTo>
                  <a:pt x="1038225" y="1228725"/>
                </a:lnTo>
                <a:lnTo>
                  <a:pt x="1028700" y="1228725"/>
                </a:lnTo>
                <a:lnTo>
                  <a:pt x="1028700" y="1238250"/>
                </a:lnTo>
                <a:lnTo>
                  <a:pt x="1019175" y="1238250"/>
                </a:lnTo>
                <a:close/>
                <a:moveTo>
                  <a:pt x="1047750" y="1219200"/>
                </a:moveTo>
                <a:lnTo>
                  <a:pt x="1066800" y="1219200"/>
                </a:lnTo>
                <a:lnTo>
                  <a:pt x="1066800" y="1228725"/>
                </a:lnTo>
                <a:lnTo>
                  <a:pt x="1047750" y="1228725"/>
                </a:lnTo>
                <a:close/>
                <a:moveTo>
                  <a:pt x="1076325" y="1219200"/>
                </a:moveTo>
                <a:lnTo>
                  <a:pt x="1104900" y="1219200"/>
                </a:lnTo>
                <a:lnTo>
                  <a:pt x="1104900" y="1228725"/>
                </a:lnTo>
                <a:lnTo>
                  <a:pt x="1076325" y="1228725"/>
                </a:lnTo>
                <a:close/>
                <a:moveTo>
                  <a:pt x="1571625" y="1219200"/>
                </a:moveTo>
                <a:lnTo>
                  <a:pt x="1590675" y="1219200"/>
                </a:lnTo>
                <a:lnTo>
                  <a:pt x="1590675" y="1228725"/>
                </a:lnTo>
                <a:lnTo>
                  <a:pt x="1571625" y="1228725"/>
                </a:lnTo>
                <a:close/>
                <a:moveTo>
                  <a:pt x="285750" y="1228725"/>
                </a:moveTo>
                <a:lnTo>
                  <a:pt x="295275" y="1228725"/>
                </a:lnTo>
                <a:lnTo>
                  <a:pt x="295275" y="1247775"/>
                </a:lnTo>
                <a:lnTo>
                  <a:pt x="285750" y="1247775"/>
                </a:lnTo>
                <a:close/>
                <a:moveTo>
                  <a:pt x="1028700" y="1238250"/>
                </a:moveTo>
                <a:lnTo>
                  <a:pt x="1038225" y="1238250"/>
                </a:lnTo>
                <a:lnTo>
                  <a:pt x="1038225" y="1247775"/>
                </a:lnTo>
                <a:lnTo>
                  <a:pt x="1028700" y="1247775"/>
                </a:lnTo>
                <a:close/>
                <a:moveTo>
                  <a:pt x="1047750" y="1238250"/>
                </a:moveTo>
                <a:lnTo>
                  <a:pt x="1057275" y="1238250"/>
                </a:lnTo>
                <a:lnTo>
                  <a:pt x="1057275" y="1247775"/>
                </a:lnTo>
                <a:lnTo>
                  <a:pt x="1047750" y="1247775"/>
                </a:lnTo>
                <a:close/>
                <a:moveTo>
                  <a:pt x="542925" y="1257300"/>
                </a:moveTo>
                <a:lnTo>
                  <a:pt x="552450" y="1257300"/>
                </a:lnTo>
                <a:lnTo>
                  <a:pt x="552450" y="1266825"/>
                </a:lnTo>
                <a:lnTo>
                  <a:pt x="561975" y="1266825"/>
                </a:lnTo>
                <a:lnTo>
                  <a:pt x="561975" y="1285875"/>
                </a:lnTo>
                <a:lnTo>
                  <a:pt x="581025" y="1285875"/>
                </a:lnTo>
                <a:lnTo>
                  <a:pt x="581025" y="1295400"/>
                </a:lnTo>
                <a:lnTo>
                  <a:pt x="571500" y="1295400"/>
                </a:lnTo>
                <a:lnTo>
                  <a:pt x="571500" y="1304925"/>
                </a:lnTo>
                <a:lnTo>
                  <a:pt x="552450" y="1304925"/>
                </a:lnTo>
                <a:lnTo>
                  <a:pt x="552450" y="1276350"/>
                </a:lnTo>
                <a:lnTo>
                  <a:pt x="542925" y="1276350"/>
                </a:lnTo>
                <a:close/>
                <a:moveTo>
                  <a:pt x="19050" y="1266825"/>
                </a:moveTo>
                <a:lnTo>
                  <a:pt x="28575" y="1266825"/>
                </a:lnTo>
                <a:lnTo>
                  <a:pt x="28575" y="1285875"/>
                </a:lnTo>
                <a:lnTo>
                  <a:pt x="19050" y="1285875"/>
                </a:lnTo>
                <a:close/>
                <a:moveTo>
                  <a:pt x="200025" y="1285875"/>
                </a:moveTo>
                <a:lnTo>
                  <a:pt x="219075" y="1285875"/>
                </a:lnTo>
                <a:lnTo>
                  <a:pt x="219075" y="1295400"/>
                </a:lnTo>
                <a:lnTo>
                  <a:pt x="200025" y="1295400"/>
                </a:lnTo>
                <a:close/>
                <a:moveTo>
                  <a:pt x="1095375" y="1285875"/>
                </a:moveTo>
                <a:lnTo>
                  <a:pt x="1114425" y="1285875"/>
                </a:lnTo>
                <a:lnTo>
                  <a:pt x="1114425" y="1295400"/>
                </a:lnTo>
                <a:lnTo>
                  <a:pt x="1104900" y="1295400"/>
                </a:lnTo>
                <a:lnTo>
                  <a:pt x="1104900" y="1304925"/>
                </a:lnTo>
                <a:lnTo>
                  <a:pt x="1095375" y="1304925"/>
                </a:lnTo>
                <a:close/>
                <a:moveTo>
                  <a:pt x="228600" y="1295400"/>
                </a:moveTo>
                <a:lnTo>
                  <a:pt x="247650" y="1295400"/>
                </a:lnTo>
                <a:lnTo>
                  <a:pt x="247650" y="1304925"/>
                </a:lnTo>
                <a:lnTo>
                  <a:pt x="228600" y="1304925"/>
                </a:lnTo>
                <a:close/>
                <a:moveTo>
                  <a:pt x="19050" y="1304925"/>
                </a:moveTo>
                <a:lnTo>
                  <a:pt x="28575" y="1304925"/>
                </a:lnTo>
                <a:lnTo>
                  <a:pt x="28575" y="1314450"/>
                </a:lnTo>
                <a:lnTo>
                  <a:pt x="19050" y="1314450"/>
                </a:lnTo>
                <a:close/>
                <a:moveTo>
                  <a:pt x="200025" y="1304925"/>
                </a:moveTo>
                <a:lnTo>
                  <a:pt x="209550" y="1304925"/>
                </a:lnTo>
                <a:lnTo>
                  <a:pt x="209550" y="1314450"/>
                </a:lnTo>
                <a:lnTo>
                  <a:pt x="200025" y="1314450"/>
                </a:lnTo>
                <a:close/>
                <a:moveTo>
                  <a:pt x="866775" y="1304925"/>
                </a:moveTo>
                <a:lnTo>
                  <a:pt x="904875" y="1304925"/>
                </a:lnTo>
                <a:lnTo>
                  <a:pt x="904875" y="1314450"/>
                </a:lnTo>
                <a:lnTo>
                  <a:pt x="914400" y="1314450"/>
                </a:lnTo>
                <a:lnTo>
                  <a:pt x="914400" y="1323975"/>
                </a:lnTo>
                <a:lnTo>
                  <a:pt x="866775" y="1323975"/>
                </a:lnTo>
                <a:lnTo>
                  <a:pt x="866775" y="1333500"/>
                </a:lnTo>
                <a:lnTo>
                  <a:pt x="847725" y="1333500"/>
                </a:lnTo>
                <a:lnTo>
                  <a:pt x="847725" y="1323975"/>
                </a:lnTo>
                <a:lnTo>
                  <a:pt x="857250" y="1323975"/>
                </a:lnTo>
                <a:lnTo>
                  <a:pt x="857250" y="1314450"/>
                </a:lnTo>
                <a:lnTo>
                  <a:pt x="866775" y="1314450"/>
                </a:lnTo>
                <a:close/>
                <a:moveTo>
                  <a:pt x="9525" y="1314450"/>
                </a:moveTo>
                <a:lnTo>
                  <a:pt x="19050" y="1314450"/>
                </a:lnTo>
                <a:lnTo>
                  <a:pt x="19050" y="1323975"/>
                </a:lnTo>
                <a:lnTo>
                  <a:pt x="9525" y="1323975"/>
                </a:lnTo>
                <a:close/>
                <a:moveTo>
                  <a:pt x="457200" y="1314450"/>
                </a:moveTo>
                <a:lnTo>
                  <a:pt x="485775" y="1314450"/>
                </a:lnTo>
                <a:lnTo>
                  <a:pt x="485775" y="1323975"/>
                </a:lnTo>
                <a:lnTo>
                  <a:pt x="476250" y="1323975"/>
                </a:lnTo>
                <a:lnTo>
                  <a:pt x="476250" y="1333500"/>
                </a:lnTo>
                <a:lnTo>
                  <a:pt x="447675" y="1333500"/>
                </a:lnTo>
                <a:lnTo>
                  <a:pt x="447675" y="1323975"/>
                </a:lnTo>
                <a:lnTo>
                  <a:pt x="457200" y="1323975"/>
                </a:lnTo>
                <a:close/>
                <a:moveTo>
                  <a:pt x="533400" y="1314450"/>
                </a:moveTo>
                <a:lnTo>
                  <a:pt x="542925" y="1314450"/>
                </a:lnTo>
                <a:lnTo>
                  <a:pt x="542925" y="1323975"/>
                </a:lnTo>
                <a:lnTo>
                  <a:pt x="533400" y="1323975"/>
                </a:lnTo>
                <a:close/>
                <a:moveTo>
                  <a:pt x="657225" y="1314450"/>
                </a:moveTo>
                <a:lnTo>
                  <a:pt x="666750" y="1314450"/>
                </a:lnTo>
                <a:lnTo>
                  <a:pt x="666750" y="1333500"/>
                </a:lnTo>
                <a:lnTo>
                  <a:pt x="647700" y="1333500"/>
                </a:lnTo>
                <a:lnTo>
                  <a:pt x="647700" y="1323975"/>
                </a:lnTo>
                <a:lnTo>
                  <a:pt x="657225" y="1323975"/>
                </a:lnTo>
                <a:close/>
                <a:moveTo>
                  <a:pt x="1371600" y="1314450"/>
                </a:moveTo>
                <a:lnTo>
                  <a:pt x="1381125" y="1314450"/>
                </a:lnTo>
                <a:lnTo>
                  <a:pt x="1381125" y="1323975"/>
                </a:lnTo>
                <a:lnTo>
                  <a:pt x="1371600" y="1323975"/>
                </a:lnTo>
                <a:close/>
                <a:moveTo>
                  <a:pt x="1504950" y="1314450"/>
                </a:moveTo>
                <a:lnTo>
                  <a:pt x="1533525" y="1314450"/>
                </a:lnTo>
                <a:lnTo>
                  <a:pt x="1533525" y="1323975"/>
                </a:lnTo>
                <a:lnTo>
                  <a:pt x="1504950" y="1323975"/>
                </a:lnTo>
                <a:close/>
                <a:moveTo>
                  <a:pt x="0" y="1323975"/>
                </a:moveTo>
                <a:lnTo>
                  <a:pt x="9525" y="1323975"/>
                </a:lnTo>
                <a:lnTo>
                  <a:pt x="9525" y="1333500"/>
                </a:lnTo>
                <a:lnTo>
                  <a:pt x="0" y="1333500"/>
                </a:lnTo>
                <a:close/>
                <a:moveTo>
                  <a:pt x="190500" y="1323975"/>
                </a:moveTo>
                <a:lnTo>
                  <a:pt x="209550" y="1323975"/>
                </a:lnTo>
                <a:lnTo>
                  <a:pt x="209550" y="1333500"/>
                </a:lnTo>
                <a:lnTo>
                  <a:pt x="190500" y="1333500"/>
                </a:lnTo>
                <a:close/>
                <a:moveTo>
                  <a:pt x="228600" y="1323975"/>
                </a:moveTo>
                <a:lnTo>
                  <a:pt x="238125" y="1323975"/>
                </a:lnTo>
                <a:lnTo>
                  <a:pt x="238125" y="1333500"/>
                </a:lnTo>
                <a:lnTo>
                  <a:pt x="228600" y="1333500"/>
                </a:lnTo>
                <a:close/>
                <a:moveTo>
                  <a:pt x="323850" y="1323975"/>
                </a:moveTo>
                <a:lnTo>
                  <a:pt x="342900" y="1323975"/>
                </a:lnTo>
                <a:lnTo>
                  <a:pt x="342900" y="1333500"/>
                </a:lnTo>
                <a:lnTo>
                  <a:pt x="323850" y="1333500"/>
                </a:lnTo>
                <a:close/>
                <a:moveTo>
                  <a:pt x="381000" y="1323975"/>
                </a:moveTo>
                <a:lnTo>
                  <a:pt x="390525" y="1323975"/>
                </a:lnTo>
                <a:lnTo>
                  <a:pt x="390525" y="1333500"/>
                </a:lnTo>
                <a:lnTo>
                  <a:pt x="381000" y="1333500"/>
                </a:lnTo>
                <a:close/>
                <a:moveTo>
                  <a:pt x="419100" y="1323975"/>
                </a:moveTo>
                <a:lnTo>
                  <a:pt x="438150" y="1323975"/>
                </a:lnTo>
                <a:lnTo>
                  <a:pt x="438150" y="1333500"/>
                </a:lnTo>
                <a:lnTo>
                  <a:pt x="419100" y="1333500"/>
                </a:lnTo>
                <a:close/>
                <a:moveTo>
                  <a:pt x="542925" y="1323975"/>
                </a:moveTo>
                <a:lnTo>
                  <a:pt x="552450" y="1323975"/>
                </a:lnTo>
                <a:lnTo>
                  <a:pt x="552450" y="1333500"/>
                </a:lnTo>
                <a:lnTo>
                  <a:pt x="542925" y="1333500"/>
                </a:lnTo>
                <a:close/>
                <a:moveTo>
                  <a:pt x="714375" y="1323975"/>
                </a:moveTo>
                <a:lnTo>
                  <a:pt x="723900" y="1323975"/>
                </a:lnTo>
                <a:lnTo>
                  <a:pt x="723900" y="1333500"/>
                </a:lnTo>
                <a:lnTo>
                  <a:pt x="714375" y="1333500"/>
                </a:lnTo>
                <a:close/>
                <a:moveTo>
                  <a:pt x="762000" y="1323975"/>
                </a:moveTo>
                <a:lnTo>
                  <a:pt x="771525" y="1323975"/>
                </a:lnTo>
                <a:lnTo>
                  <a:pt x="771525" y="1333500"/>
                </a:lnTo>
                <a:lnTo>
                  <a:pt x="762000" y="1333500"/>
                </a:lnTo>
                <a:close/>
                <a:moveTo>
                  <a:pt x="914400" y="1323975"/>
                </a:moveTo>
                <a:lnTo>
                  <a:pt x="981075" y="1323975"/>
                </a:lnTo>
                <a:lnTo>
                  <a:pt x="981075" y="1333500"/>
                </a:lnTo>
                <a:lnTo>
                  <a:pt x="914400" y="1333500"/>
                </a:lnTo>
                <a:close/>
                <a:moveTo>
                  <a:pt x="1333500" y="1323975"/>
                </a:moveTo>
                <a:lnTo>
                  <a:pt x="1362075" y="1323975"/>
                </a:lnTo>
                <a:lnTo>
                  <a:pt x="1362075" y="1333500"/>
                </a:lnTo>
                <a:lnTo>
                  <a:pt x="1333500" y="1333500"/>
                </a:lnTo>
                <a:close/>
                <a:moveTo>
                  <a:pt x="1485900" y="1323975"/>
                </a:moveTo>
                <a:lnTo>
                  <a:pt x="1495425" y="1323975"/>
                </a:lnTo>
                <a:lnTo>
                  <a:pt x="1495425" y="1333500"/>
                </a:lnTo>
                <a:lnTo>
                  <a:pt x="1485900" y="1333500"/>
                </a:lnTo>
                <a:close/>
                <a:moveTo>
                  <a:pt x="1676400" y="1323975"/>
                </a:moveTo>
                <a:lnTo>
                  <a:pt x="1695450" y="1323975"/>
                </a:lnTo>
                <a:lnTo>
                  <a:pt x="1695450" y="1333500"/>
                </a:lnTo>
                <a:lnTo>
                  <a:pt x="1676400" y="1333500"/>
                </a:lnTo>
                <a:close/>
                <a:moveTo>
                  <a:pt x="209550" y="1333500"/>
                </a:moveTo>
                <a:lnTo>
                  <a:pt x="228600" y="1333500"/>
                </a:lnTo>
                <a:lnTo>
                  <a:pt x="228600" y="1343025"/>
                </a:lnTo>
                <a:lnTo>
                  <a:pt x="219075" y="1343025"/>
                </a:lnTo>
                <a:lnTo>
                  <a:pt x="219075" y="1352550"/>
                </a:lnTo>
                <a:lnTo>
                  <a:pt x="209550" y="1352550"/>
                </a:lnTo>
                <a:close/>
                <a:moveTo>
                  <a:pt x="981075" y="1333500"/>
                </a:moveTo>
                <a:lnTo>
                  <a:pt x="1000125" y="1333500"/>
                </a:lnTo>
                <a:lnTo>
                  <a:pt x="1000125" y="1343025"/>
                </a:lnTo>
                <a:lnTo>
                  <a:pt x="981075" y="1343025"/>
                </a:lnTo>
                <a:close/>
                <a:moveTo>
                  <a:pt x="190500" y="1352550"/>
                </a:moveTo>
                <a:lnTo>
                  <a:pt x="200025" y="1352550"/>
                </a:lnTo>
                <a:lnTo>
                  <a:pt x="200025" y="1362075"/>
                </a:lnTo>
                <a:lnTo>
                  <a:pt x="190500" y="1362075"/>
                </a:lnTo>
                <a:close/>
                <a:moveTo>
                  <a:pt x="428625" y="1352550"/>
                </a:moveTo>
                <a:lnTo>
                  <a:pt x="438150" y="1352550"/>
                </a:lnTo>
                <a:lnTo>
                  <a:pt x="438150" y="1362075"/>
                </a:lnTo>
                <a:lnTo>
                  <a:pt x="428625" y="1362075"/>
                </a:lnTo>
                <a:close/>
                <a:moveTo>
                  <a:pt x="447675" y="1352550"/>
                </a:moveTo>
                <a:lnTo>
                  <a:pt x="466725" y="1352550"/>
                </a:lnTo>
                <a:lnTo>
                  <a:pt x="466725" y="1362075"/>
                </a:lnTo>
                <a:lnTo>
                  <a:pt x="447675" y="1362075"/>
                </a:lnTo>
                <a:close/>
                <a:moveTo>
                  <a:pt x="533400" y="1352550"/>
                </a:moveTo>
                <a:lnTo>
                  <a:pt x="542925" y="1352550"/>
                </a:lnTo>
                <a:lnTo>
                  <a:pt x="542925" y="1362075"/>
                </a:lnTo>
                <a:lnTo>
                  <a:pt x="533400" y="1362075"/>
                </a:lnTo>
                <a:close/>
                <a:moveTo>
                  <a:pt x="552450" y="1352550"/>
                </a:moveTo>
                <a:lnTo>
                  <a:pt x="561975" y="1352550"/>
                </a:lnTo>
                <a:lnTo>
                  <a:pt x="561975" y="1362075"/>
                </a:lnTo>
                <a:lnTo>
                  <a:pt x="552450" y="1362075"/>
                </a:lnTo>
                <a:close/>
                <a:moveTo>
                  <a:pt x="885825" y="1352550"/>
                </a:moveTo>
                <a:lnTo>
                  <a:pt x="895350" y="1352550"/>
                </a:lnTo>
                <a:lnTo>
                  <a:pt x="895350" y="1362075"/>
                </a:lnTo>
                <a:lnTo>
                  <a:pt x="885825" y="1362075"/>
                </a:lnTo>
                <a:close/>
                <a:moveTo>
                  <a:pt x="1123950" y="1352550"/>
                </a:moveTo>
                <a:lnTo>
                  <a:pt x="1133475" y="1352550"/>
                </a:lnTo>
                <a:lnTo>
                  <a:pt x="1133475" y="1362075"/>
                </a:lnTo>
                <a:lnTo>
                  <a:pt x="1123950" y="1362075"/>
                </a:lnTo>
                <a:close/>
                <a:moveTo>
                  <a:pt x="1171575" y="1352550"/>
                </a:moveTo>
                <a:lnTo>
                  <a:pt x="1200150" y="1352550"/>
                </a:lnTo>
                <a:lnTo>
                  <a:pt x="1200150" y="1371600"/>
                </a:lnTo>
                <a:lnTo>
                  <a:pt x="1171575" y="1371600"/>
                </a:lnTo>
                <a:close/>
                <a:moveTo>
                  <a:pt x="1428750" y="1352550"/>
                </a:moveTo>
                <a:lnTo>
                  <a:pt x="1438275" y="1352550"/>
                </a:lnTo>
                <a:lnTo>
                  <a:pt x="1438275" y="1362075"/>
                </a:lnTo>
                <a:lnTo>
                  <a:pt x="1428750" y="1362075"/>
                </a:lnTo>
                <a:close/>
                <a:moveTo>
                  <a:pt x="1466850" y="1352550"/>
                </a:moveTo>
                <a:lnTo>
                  <a:pt x="1543050" y="1352550"/>
                </a:lnTo>
                <a:lnTo>
                  <a:pt x="1543050" y="1362075"/>
                </a:lnTo>
                <a:lnTo>
                  <a:pt x="1466850" y="1362075"/>
                </a:lnTo>
                <a:close/>
                <a:moveTo>
                  <a:pt x="1581150" y="1352550"/>
                </a:moveTo>
                <a:lnTo>
                  <a:pt x="1590675" y="1352550"/>
                </a:lnTo>
                <a:lnTo>
                  <a:pt x="1590675" y="1362075"/>
                </a:lnTo>
                <a:lnTo>
                  <a:pt x="1581150" y="1362075"/>
                </a:lnTo>
                <a:close/>
                <a:moveTo>
                  <a:pt x="1638300" y="1352550"/>
                </a:moveTo>
                <a:lnTo>
                  <a:pt x="1647825" y="1352550"/>
                </a:lnTo>
                <a:lnTo>
                  <a:pt x="1647825" y="1362075"/>
                </a:lnTo>
                <a:lnTo>
                  <a:pt x="1638300" y="1362075"/>
                </a:lnTo>
                <a:close/>
                <a:moveTo>
                  <a:pt x="1685925" y="1352550"/>
                </a:moveTo>
                <a:lnTo>
                  <a:pt x="1695450" y="1352550"/>
                </a:lnTo>
                <a:lnTo>
                  <a:pt x="1695450" y="1362075"/>
                </a:lnTo>
                <a:lnTo>
                  <a:pt x="1685925" y="1362075"/>
                </a:lnTo>
                <a:close/>
                <a:moveTo>
                  <a:pt x="1724025" y="1352550"/>
                </a:moveTo>
                <a:lnTo>
                  <a:pt x="1733550" y="1352550"/>
                </a:lnTo>
                <a:lnTo>
                  <a:pt x="1733550" y="1362075"/>
                </a:lnTo>
                <a:lnTo>
                  <a:pt x="1724025" y="1362075"/>
                </a:lnTo>
                <a:close/>
                <a:moveTo>
                  <a:pt x="590550" y="1362075"/>
                </a:moveTo>
                <a:lnTo>
                  <a:pt x="600075" y="1362075"/>
                </a:lnTo>
                <a:lnTo>
                  <a:pt x="600075" y="1371600"/>
                </a:lnTo>
                <a:lnTo>
                  <a:pt x="590550" y="1371600"/>
                </a:lnTo>
                <a:close/>
                <a:moveTo>
                  <a:pt x="876300" y="1362075"/>
                </a:moveTo>
                <a:lnTo>
                  <a:pt x="885825" y="1362075"/>
                </a:lnTo>
                <a:lnTo>
                  <a:pt x="885825" y="1371600"/>
                </a:lnTo>
                <a:lnTo>
                  <a:pt x="876300" y="1371600"/>
                </a:lnTo>
                <a:close/>
                <a:moveTo>
                  <a:pt x="1104900" y="1362075"/>
                </a:moveTo>
                <a:lnTo>
                  <a:pt x="1114425" y="1362075"/>
                </a:lnTo>
                <a:lnTo>
                  <a:pt x="1114425" y="1390650"/>
                </a:lnTo>
                <a:lnTo>
                  <a:pt x="1104900" y="1390650"/>
                </a:lnTo>
                <a:close/>
                <a:moveTo>
                  <a:pt x="895350" y="1381125"/>
                </a:moveTo>
                <a:lnTo>
                  <a:pt x="904875" y="1381125"/>
                </a:lnTo>
                <a:lnTo>
                  <a:pt x="904875" y="1390650"/>
                </a:lnTo>
                <a:lnTo>
                  <a:pt x="895350" y="1390650"/>
                </a:lnTo>
                <a:close/>
                <a:moveTo>
                  <a:pt x="885825" y="1390650"/>
                </a:moveTo>
                <a:lnTo>
                  <a:pt x="895350" y="1390650"/>
                </a:lnTo>
                <a:lnTo>
                  <a:pt x="895350" y="1400175"/>
                </a:lnTo>
                <a:lnTo>
                  <a:pt x="885825" y="1400175"/>
                </a:lnTo>
                <a:close/>
                <a:moveTo>
                  <a:pt x="209550" y="1419225"/>
                </a:moveTo>
                <a:lnTo>
                  <a:pt x="219075" y="1419225"/>
                </a:lnTo>
                <a:lnTo>
                  <a:pt x="219075" y="1428750"/>
                </a:lnTo>
                <a:lnTo>
                  <a:pt x="228600" y="1428750"/>
                </a:lnTo>
                <a:lnTo>
                  <a:pt x="228600" y="1438275"/>
                </a:lnTo>
                <a:lnTo>
                  <a:pt x="219075" y="1438275"/>
                </a:lnTo>
                <a:lnTo>
                  <a:pt x="219075" y="1447800"/>
                </a:lnTo>
                <a:lnTo>
                  <a:pt x="209550" y="1447800"/>
                </a:lnTo>
                <a:lnTo>
                  <a:pt x="209550" y="1438275"/>
                </a:lnTo>
                <a:lnTo>
                  <a:pt x="200025" y="1438275"/>
                </a:lnTo>
                <a:lnTo>
                  <a:pt x="200025" y="1428750"/>
                </a:lnTo>
                <a:lnTo>
                  <a:pt x="209550" y="1428750"/>
                </a:lnTo>
                <a:close/>
                <a:moveTo>
                  <a:pt x="438150" y="1419225"/>
                </a:moveTo>
                <a:lnTo>
                  <a:pt x="447675" y="1419225"/>
                </a:lnTo>
                <a:lnTo>
                  <a:pt x="447675" y="1438275"/>
                </a:lnTo>
                <a:lnTo>
                  <a:pt x="438150" y="1438275"/>
                </a:lnTo>
                <a:close/>
                <a:moveTo>
                  <a:pt x="876300" y="1419225"/>
                </a:moveTo>
                <a:lnTo>
                  <a:pt x="885825" y="1419225"/>
                </a:lnTo>
                <a:lnTo>
                  <a:pt x="885825" y="1438275"/>
                </a:lnTo>
                <a:lnTo>
                  <a:pt x="876300" y="1438275"/>
                </a:lnTo>
                <a:close/>
                <a:moveTo>
                  <a:pt x="695325" y="1428750"/>
                </a:moveTo>
                <a:lnTo>
                  <a:pt x="704850" y="1428750"/>
                </a:lnTo>
                <a:lnTo>
                  <a:pt x="704850" y="1438275"/>
                </a:lnTo>
                <a:lnTo>
                  <a:pt x="695325" y="1438275"/>
                </a:lnTo>
                <a:close/>
                <a:moveTo>
                  <a:pt x="714375" y="1428750"/>
                </a:moveTo>
                <a:lnTo>
                  <a:pt x="723900" y="1428750"/>
                </a:lnTo>
                <a:lnTo>
                  <a:pt x="723900" y="1438275"/>
                </a:lnTo>
                <a:lnTo>
                  <a:pt x="714375" y="1438275"/>
                </a:lnTo>
                <a:close/>
                <a:moveTo>
                  <a:pt x="790575" y="1428750"/>
                </a:moveTo>
                <a:lnTo>
                  <a:pt x="800100" y="1428750"/>
                </a:lnTo>
                <a:lnTo>
                  <a:pt x="800100" y="1438275"/>
                </a:lnTo>
                <a:lnTo>
                  <a:pt x="790575" y="1438275"/>
                </a:lnTo>
                <a:close/>
                <a:moveTo>
                  <a:pt x="0" y="1438275"/>
                </a:moveTo>
                <a:lnTo>
                  <a:pt x="9525" y="1438275"/>
                </a:lnTo>
                <a:lnTo>
                  <a:pt x="9525" y="1457325"/>
                </a:lnTo>
                <a:lnTo>
                  <a:pt x="0" y="1457325"/>
                </a:lnTo>
                <a:close/>
                <a:moveTo>
                  <a:pt x="904875" y="1438275"/>
                </a:moveTo>
                <a:lnTo>
                  <a:pt x="914400" y="1438275"/>
                </a:lnTo>
                <a:lnTo>
                  <a:pt x="914400" y="1447800"/>
                </a:lnTo>
                <a:lnTo>
                  <a:pt x="904875" y="1447800"/>
                </a:lnTo>
                <a:close/>
                <a:moveTo>
                  <a:pt x="1666875" y="1457325"/>
                </a:moveTo>
                <a:lnTo>
                  <a:pt x="1695450" y="1457325"/>
                </a:lnTo>
                <a:lnTo>
                  <a:pt x="1695450" y="1466850"/>
                </a:lnTo>
                <a:lnTo>
                  <a:pt x="1666875" y="1466850"/>
                </a:lnTo>
                <a:close/>
                <a:moveTo>
                  <a:pt x="1724025" y="1457325"/>
                </a:moveTo>
                <a:lnTo>
                  <a:pt x="1743075" y="1457325"/>
                </a:lnTo>
                <a:lnTo>
                  <a:pt x="1743075" y="1466850"/>
                </a:lnTo>
                <a:lnTo>
                  <a:pt x="1724025" y="1466850"/>
                </a:lnTo>
                <a:close/>
                <a:moveTo>
                  <a:pt x="1752600" y="1457325"/>
                </a:moveTo>
                <a:lnTo>
                  <a:pt x="1762125" y="1457325"/>
                </a:lnTo>
                <a:lnTo>
                  <a:pt x="1762125" y="1466850"/>
                </a:lnTo>
                <a:lnTo>
                  <a:pt x="1752600" y="1466850"/>
                </a:lnTo>
                <a:close/>
                <a:moveTo>
                  <a:pt x="1771650" y="1457325"/>
                </a:moveTo>
                <a:lnTo>
                  <a:pt x="1781175" y="1457325"/>
                </a:lnTo>
                <a:lnTo>
                  <a:pt x="1781175" y="1466850"/>
                </a:lnTo>
                <a:lnTo>
                  <a:pt x="1771650" y="1466850"/>
                </a:lnTo>
                <a:close/>
                <a:moveTo>
                  <a:pt x="0" y="1466850"/>
                </a:moveTo>
                <a:lnTo>
                  <a:pt x="9525" y="1466850"/>
                </a:lnTo>
                <a:lnTo>
                  <a:pt x="9525" y="1476375"/>
                </a:lnTo>
                <a:lnTo>
                  <a:pt x="0" y="1476375"/>
                </a:lnTo>
                <a:close/>
                <a:moveTo>
                  <a:pt x="1600200" y="1466850"/>
                </a:moveTo>
                <a:lnTo>
                  <a:pt x="1609725" y="1466850"/>
                </a:lnTo>
                <a:lnTo>
                  <a:pt x="1609725" y="1476375"/>
                </a:lnTo>
                <a:lnTo>
                  <a:pt x="1600200" y="1476375"/>
                </a:lnTo>
                <a:close/>
                <a:moveTo>
                  <a:pt x="1200150" y="1485900"/>
                </a:moveTo>
                <a:lnTo>
                  <a:pt x="1581150" y="1485900"/>
                </a:lnTo>
                <a:lnTo>
                  <a:pt x="1581150" y="1495425"/>
                </a:lnTo>
                <a:lnTo>
                  <a:pt x="1200150" y="1495425"/>
                </a:lnTo>
                <a:close/>
                <a:moveTo>
                  <a:pt x="1676400" y="1485900"/>
                </a:moveTo>
                <a:lnTo>
                  <a:pt x="1695450" y="1485900"/>
                </a:lnTo>
                <a:lnTo>
                  <a:pt x="1695450" y="1495425"/>
                </a:lnTo>
                <a:lnTo>
                  <a:pt x="1676400" y="1495425"/>
                </a:lnTo>
                <a:close/>
                <a:moveTo>
                  <a:pt x="0" y="1495425"/>
                </a:moveTo>
                <a:lnTo>
                  <a:pt x="9525" y="1495425"/>
                </a:lnTo>
                <a:lnTo>
                  <a:pt x="9525" y="1504950"/>
                </a:lnTo>
                <a:lnTo>
                  <a:pt x="0" y="1504950"/>
                </a:lnTo>
                <a:close/>
                <a:moveTo>
                  <a:pt x="1133475" y="1495425"/>
                </a:moveTo>
                <a:lnTo>
                  <a:pt x="1143000" y="1495425"/>
                </a:lnTo>
                <a:lnTo>
                  <a:pt x="1143000" y="1504950"/>
                </a:lnTo>
                <a:lnTo>
                  <a:pt x="1133475" y="1504950"/>
                </a:lnTo>
                <a:close/>
                <a:moveTo>
                  <a:pt x="1152525" y="1495425"/>
                </a:moveTo>
                <a:lnTo>
                  <a:pt x="1162050" y="1495425"/>
                </a:lnTo>
                <a:lnTo>
                  <a:pt x="1162050" y="1504950"/>
                </a:lnTo>
                <a:lnTo>
                  <a:pt x="1152525" y="1504950"/>
                </a:lnTo>
                <a:close/>
                <a:moveTo>
                  <a:pt x="1733550" y="1495425"/>
                </a:moveTo>
                <a:lnTo>
                  <a:pt x="1752600" y="1495425"/>
                </a:lnTo>
                <a:lnTo>
                  <a:pt x="1752600" y="1504950"/>
                </a:lnTo>
                <a:lnTo>
                  <a:pt x="1733550" y="1504950"/>
                </a:lnTo>
                <a:close/>
                <a:moveTo>
                  <a:pt x="1771650" y="1495425"/>
                </a:moveTo>
                <a:lnTo>
                  <a:pt x="1781175" y="1495425"/>
                </a:lnTo>
                <a:lnTo>
                  <a:pt x="1781175" y="1504950"/>
                </a:lnTo>
                <a:lnTo>
                  <a:pt x="1771650" y="1504950"/>
                </a:lnTo>
                <a:close/>
                <a:moveTo>
                  <a:pt x="847725" y="1533525"/>
                </a:moveTo>
                <a:lnTo>
                  <a:pt x="866775" y="1533525"/>
                </a:lnTo>
                <a:lnTo>
                  <a:pt x="866775" y="1543050"/>
                </a:lnTo>
                <a:lnTo>
                  <a:pt x="847725" y="1543050"/>
                </a:lnTo>
                <a:close/>
                <a:moveTo>
                  <a:pt x="1571625" y="1533525"/>
                </a:moveTo>
                <a:lnTo>
                  <a:pt x="1590675" y="1533525"/>
                </a:lnTo>
                <a:lnTo>
                  <a:pt x="1590675" y="1543050"/>
                </a:lnTo>
                <a:lnTo>
                  <a:pt x="1609725" y="1543050"/>
                </a:lnTo>
                <a:lnTo>
                  <a:pt x="1609725" y="1552575"/>
                </a:lnTo>
                <a:lnTo>
                  <a:pt x="1581150" y="1552575"/>
                </a:lnTo>
                <a:lnTo>
                  <a:pt x="1581150" y="1562100"/>
                </a:lnTo>
                <a:lnTo>
                  <a:pt x="1590675" y="1562100"/>
                </a:lnTo>
                <a:lnTo>
                  <a:pt x="1590675" y="1571625"/>
                </a:lnTo>
                <a:lnTo>
                  <a:pt x="1600200" y="1571625"/>
                </a:lnTo>
                <a:lnTo>
                  <a:pt x="1600200" y="1581150"/>
                </a:lnTo>
                <a:lnTo>
                  <a:pt x="1543050" y="1581150"/>
                </a:lnTo>
                <a:lnTo>
                  <a:pt x="1543050" y="1571625"/>
                </a:lnTo>
                <a:lnTo>
                  <a:pt x="1552575" y="1571625"/>
                </a:lnTo>
                <a:lnTo>
                  <a:pt x="1552575" y="1562100"/>
                </a:lnTo>
                <a:lnTo>
                  <a:pt x="1571625" y="1562100"/>
                </a:lnTo>
                <a:close/>
                <a:moveTo>
                  <a:pt x="1466850" y="1543050"/>
                </a:moveTo>
                <a:lnTo>
                  <a:pt x="1485900" y="1543050"/>
                </a:lnTo>
                <a:lnTo>
                  <a:pt x="1485900" y="1562100"/>
                </a:lnTo>
                <a:lnTo>
                  <a:pt x="1466850" y="1562100"/>
                </a:lnTo>
                <a:close/>
                <a:moveTo>
                  <a:pt x="1514475" y="1543050"/>
                </a:moveTo>
                <a:lnTo>
                  <a:pt x="1524000" y="1543050"/>
                </a:lnTo>
                <a:lnTo>
                  <a:pt x="1524000" y="1552575"/>
                </a:lnTo>
                <a:lnTo>
                  <a:pt x="1514475" y="1552575"/>
                </a:lnTo>
                <a:close/>
                <a:moveTo>
                  <a:pt x="1609725" y="1552575"/>
                </a:moveTo>
                <a:lnTo>
                  <a:pt x="1619250" y="1552575"/>
                </a:lnTo>
                <a:lnTo>
                  <a:pt x="1619250" y="1562100"/>
                </a:lnTo>
                <a:lnTo>
                  <a:pt x="1609725" y="1562100"/>
                </a:lnTo>
                <a:close/>
                <a:moveTo>
                  <a:pt x="1638300" y="1552575"/>
                </a:moveTo>
                <a:lnTo>
                  <a:pt x="1657350" y="1552575"/>
                </a:lnTo>
                <a:lnTo>
                  <a:pt x="1657350" y="1562100"/>
                </a:lnTo>
                <a:lnTo>
                  <a:pt x="1647825" y="1562100"/>
                </a:lnTo>
                <a:lnTo>
                  <a:pt x="1647825" y="1571625"/>
                </a:lnTo>
                <a:lnTo>
                  <a:pt x="1657350" y="1571625"/>
                </a:lnTo>
                <a:lnTo>
                  <a:pt x="1657350" y="1562100"/>
                </a:lnTo>
                <a:lnTo>
                  <a:pt x="1666875" y="1562100"/>
                </a:lnTo>
                <a:lnTo>
                  <a:pt x="1666875" y="1571625"/>
                </a:lnTo>
                <a:lnTo>
                  <a:pt x="1657350" y="1571625"/>
                </a:lnTo>
                <a:lnTo>
                  <a:pt x="1657350" y="1581150"/>
                </a:lnTo>
                <a:lnTo>
                  <a:pt x="1638300" y="1581150"/>
                </a:lnTo>
                <a:close/>
                <a:moveTo>
                  <a:pt x="285750" y="1562100"/>
                </a:moveTo>
                <a:lnTo>
                  <a:pt x="304800" y="1562100"/>
                </a:lnTo>
                <a:lnTo>
                  <a:pt x="304800" y="1571625"/>
                </a:lnTo>
                <a:lnTo>
                  <a:pt x="295275" y="1571625"/>
                </a:lnTo>
                <a:lnTo>
                  <a:pt x="295275" y="1581150"/>
                </a:lnTo>
                <a:lnTo>
                  <a:pt x="285750" y="1581150"/>
                </a:lnTo>
                <a:lnTo>
                  <a:pt x="285750" y="1590675"/>
                </a:lnTo>
                <a:lnTo>
                  <a:pt x="276225" y="1590675"/>
                </a:lnTo>
                <a:lnTo>
                  <a:pt x="276225" y="1581150"/>
                </a:lnTo>
                <a:lnTo>
                  <a:pt x="257175" y="1581150"/>
                </a:lnTo>
                <a:lnTo>
                  <a:pt x="257175" y="1571625"/>
                </a:lnTo>
                <a:lnTo>
                  <a:pt x="285750" y="1571625"/>
                </a:lnTo>
                <a:close/>
                <a:moveTo>
                  <a:pt x="1209675" y="1571625"/>
                </a:moveTo>
                <a:lnTo>
                  <a:pt x="1219200" y="1571625"/>
                </a:lnTo>
                <a:lnTo>
                  <a:pt x="1219200" y="1581150"/>
                </a:lnTo>
                <a:lnTo>
                  <a:pt x="1209675" y="1581150"/>
                </a:lnTo>
                <a:close/>
                <a:moveTo>
                  <a:pt x="1409700" y="1571625"/>
                </a:moveTo>
                <a:lnTo>
                  <a:pt x="1428750" y="1571625"/>
                </a:lnTo>
                <a:lnTo>
                  <a:pt x="1428750" y="1581150"/>
                </a:lnTo>
                <a:lnTo>
                  <a:pt x="1409700" y="1581150"/>
                </a:lnTo>
                <a:close/>
                <a:moveTo>
                  <a:pt x="1466850" y="1571625"/>
                </a:moveTo>
                <a:lnTo>
                  <a:pt x="1476375" y="1571625"/>
                </a:lnTo>
                <a:lnTo>
                  <a:pt x="1476375" y="1581150"/>
                </a:lnTo>
                <a:lnTo>
                  <a:pt x="1466850" y="1581150"/>
                </a:lnTo>
                <a:close/>
                <a:moveTo>
                  <a:pt x="342900" y="1581150"/>
                </a:moveTo>
                <a:lnTo>
                  <a:pt x="371475" y="1581150"/>
                </a:lnTo>
                <a:lnTo>
                  <a:pt x="371475" y="1590675"/>
                </a:lnTo>
                <a:lnTo>
                  <a:pt x="342900" y="1590675"/>
                </a:lnTo>
                <a:close/>
                <a:moveTo>
                  <a:pt x="1247775" y="1581150"/>
                </a:moveTo>
                <a:lnTo>
                  <a:pt x="1266825" y="1581150"/>
                </a:lnTo>
                <a:lnTo>
                  <a:pt x="1266825" y="1590675"/>
                </a:lnTo>
                <a:lnTo>
                  <a:pt x="1247775" y="1590675"/>
                </a:lnTo>
                <a:close/>
                <a:moveTo>
                  <a:pt x="9525" y="1590675"/>
                </a:moveTo>
                <a:lnTo>
                  <a:pt x="19050" y="1590675"/>
                </a:lnTo>
                <a:lnTo>
                  <a:pt x="19050" y="1600200"/>
                </a:lnTo>
                <a:lnTo>
                  <a:pt x="9525" y="1600200"/>
                </a:lnTo>
                <a:close/>
                <a:moveTo>
                  <a:pt x="533400" y="1590675"/>
                </a:moveTo>
                <a:lnTo>
                  <a:pt x="552450" y="1590675"/>
                </a:lnTo>
                <a:lnTo>
                  <a:pt x="552450" y="1600200"/>
                </a:lnTo>
                <a:lnTo>
                  <a:pt x="533400" y="1600200"/>
                </a:lnTo>
                <a:close/>
                <a:moveTo>
                  <a:pt x="771525" y="1590675"/>
                </a:moveTo>
                <a:lnTo>
                  <a:pt x="790575" y="1590675"/>
                </a:lnTo>
                <a:lnTo>
                  <a:pt x="790575" y="1600200"/>
                </a:lnTo>
                <a:lnTo>
                  <a:pt x="781050" y="1600200"/>
                </a:lnTo>
                <a:lnTo>
                  <a:pt x="781050" y="1609725"/>
                </a:lnTo>
                <a:lnTo>
                  <a:pt x="714375" y="1609725"/>
                </a:lnTo>
                <a:lnTo>
                  <a:pt x="714375" y="1600200"/>
                </a:lnTo>
                <a:lnTo>
                  <a:pt x="771525" y="1600200"/>
                </a:lnTo>
                <a:close/>
                <a:moveTo>
                  <a:pt x="1200150" y="1590675"/>
                </a:moveTo>
                <a:lnTo>
                  <a:pt x="1209675" y="1590675"/>
                </a:lnTo>
                <a:lnTo>
                  <a:pt x="1209675" y="1600200"/>
                </a:lnTo>
                <a:lnTo>
                  <a:pt x="1200150" y="1600200"/>
                </a:lnTo>
                <a:close/>
                <a:moveTo>
                  <a:pt x="1762125" y="1590675"/>
                </a:moveTo>
                <a:lnTo>
                  <a:pt x="1771650" y="1590675"/>
                </a:lnTo>
                <a:lnTo>
                  <a:pt x="1771650" y="1600200"/>
                </a:lnTo>
                <a:lnTo>
                  <a:pt x="1762125" y="1600200"/>
                </a:lnTo>
                <a:close/>
                <a:moveTo>
                  <a:pt x="561975" y="1600200"/>
                </a:moveTo>
                <a:lnTo>
                  <a:pt x="600075" y="1600200"/>
                </a:lnTo>
                <a:lnTo>
                  <a:pt x="600075" y="1609725"/>
                </a:lnTo>
                <a:lnTo>
                  <a:pt x="561975" y="1609725"/>
                </a:lnTo>
                <a:close/>
                <a:moveTo>
                  <a:pt x="638175" y="1600200"/>
                </a:moveTo>
                <a:lnTo>
                  <a:pt x="685800" y="1600200"/>
                </a:lnTo>
                <a:lnTo>
                  <a:pt x="685800" y="1609725"/>
                </a:lnTo>
                <a:lnTo>
                  <a:pt x="638175" y="1609725"/>
                </a:lnTo>
                <a:close/>
                <a:moveTo>
                  <a:pt x="800100" y="1600200"/>
                </a:moveTo>
                <a:lnTo>
                  <a:pt x="876300" y="1600200"/>
                </a:lnTo>
                <a:lnTo>
                  <a:pt x="876300" y="1609725"/>
                </a:lnTo>
                <a:lnTo>
                  <a:pt x="866775" y="1609725"/>
                </a:lnTo>
                <a:lnTo>
                  <a:pt x="866775" y="1628775"/>
                </a:lnTo>
                <a:lnTo>
                  <a:pt x="857250" y="1628775"/>
                </a:lnTo>
                <a:lnTo>
                  <a:pt x="857250" y="1609725"/>
                </a:lnTo>
                <a:lnTo>
                  <a:pt x="838200" y="1609725"/>
                </a:lnTo>
                <a:lnTo>
                  <a:pt x="838200" y="1628775"/>
                </a:lnTo>
                <a:lnTo>
                  <a:pt x="800100" y="1628775"/>
                </a:lnTo>
                <a:lnTo>
                  <a:pt x="800100" y="1619250"/>
                </a:lnTo>
                <a:lnTo>
                  <a:pt x="809625" y="1619250"/>
                </a:lnTo>
                <a:lnTo>
                  <a:pt x="809625" y="1609725"/>
                </a:lnTo>
                <a:lnTo>
                  <a:pt x="800100" y="1609725"/>
                </a:lnTo>
                <a:close/>
                <a:moveTo>
                  <a:pt x="981075" y="1600200"/>
                </a:moveTo>
                <a:lnTo>
                  <a:pt x="990600" y="1600200"/>
                </a:lnTo>
                <a:lnTo>
                  <a:pt x="990600" y="1609725"/>
                </a:lnTo>
                <a:lnTo>
                  <a:pt x="1000125" y="1609725"/>
                </a:lnTo>
                <a:lnTo>
                  <a:pt x="1000125" y="1600200"/>
                </a:lnTo>
                <a:lnTo>
                  <a:pt x="1009650" y="1600200"/>
                </a:lnTo>
                <a:lnTo>
                  <a:pt x="1009650" y="1609725"/>
                </a:lnTo>
                <a:lnTo>
                  <a:pt x="1000125" y="1609725"/>
                </a:lnTo>
                <a:lnTo>
                  <a:pt x="1000125" y="1628775"/>
                </a:lnTo>
                <a:lnTo>
                  <a:pt x="895350" y="1628775"/>
                </a:lnTo>
                <a:lnTo>
                  <a:pt x="895350" y="1609725"/>
                </a:lnTo>
                <a:lnTo>
                  <a:pt x="981075" y="1609725"/>
                </a:lnTo>
                <a:close/>
                <a:moveTo>
                  <a:pt x="1057275" y="1600200"/>
                </a:moveTo>
                <a:lnTo>
                  <a:pt x="1076325" y="1600200"/>
                </a:lnTo>
                <a:lnTo>
                  <a:pt x="1076325" y="1619250"/>
                </a:lnTo>
                <a:lnTo>
                  <a:pt x="1066800" y="1619250"/>
                </a:lnTo>
                <a:lnTo>
                  <a:pt x="1066800" y="1609725"/>
                </a:lnTo>
                <a:lnTo>
                  <a:pt x="1057275" y="1609725"/>
                </a:lnTo>
                <a:close/>
                <a:moveTo>
                  <a:pt x="1143000" y="1600200"/>
                </a:moveTo>
                <a:lnTo>
                  <a:pt x="1190625" y="1600200"/>
                </a:lnTo>
                <a:lnTo>
                  <a:pt x="1190625" y="1609725"/>
                </a:lnTo>
                <a:lnTo>
                  <a:pt x="1162050" y="1609725"/>
                </a:lnTo>
                <a:lnTo>
                  <a:pt x="1162050" y="1619250"/>
                </a:lnTo>
                <a:lnTo>
                  <a:pt x="1152525" y="1619250"/>
                </a:lnTo>
                <a:lnTo>
                  <a:pt x="1152525" y="1609725"/>
                </a:lnTo>
                <a:lnTo>
                  <a:pt x="1143000" y="1609725"/>
                </a:lnTo>
                <a:close/>
                <a:moveTo>
                  <a:pt x="1752600" y="1600200"/>
                </a:moveTo>
                <a:lnTo>
                  <a:pt x="1762125" y="1600200"/>
                </a:lnTo>
                <a:lnTo>
                  <a:pt x="1762125" y="1609725"/>
                </a:lnTo>
                <a:lnTo>
                  <a:pt x="1752600" y="1609725"/>
                </a:lnTo>
                <a:close/>
                <a:moveTo>
                  <a:pt x="1771650" y="1600200"/>
                </a:moveTo>
                <a:lnTo>
                  <a:pt x="1781175" y="1600200"/>
                </a:lnTo>
                <a:lnTo>
                  <a:pt x="1781175" y="1619250"/>
                </a:lnTo>
                <a:lnTo>
                  <a:pt x="1771650" y="1619250"/>
                </a:lnTo>
                <a:close/>
                <a:moveTo>
                  <a:pt x="1038225" y="1609725"/>
                </a:moveTo>
                <a:lnTo>
                  <a:pt x="1057275" y="1609725"/>
                </a:lnTo>
                <a:lnTo>
                  <a:pt x="1057275" y="1628775"/>
                </a:lnTo>
                <a:lnTo>
                  <a:pt x="1047750" y="1628775"/>
                </a:lnTo>
                <a:lnTo>
                  <a:pt x="1047750" y="1619250"/>
                </a:lnTo>
                <a:lnTo>
                  <a:pt x="1038225" y="1619250"/>
                </a:lnTo>
                <a:close/>
                <a:moveTo>
                  <a:pt x="1876425" y="1609725"/>
                </a:moveTo>
                <a:lnTo>
                  <a:pt x="1885950" y="1609725"/>
                </a:lnTo>
                <a:lnTo>
                  <a:pt x="1885950" y="1619250"/>
                </a:lnTo>
                <a:lnTo>
                  <a:pt x="1876425" y="1619250"/>
                </a:lnTo>
                <a:close/>
                <a:moveTo>
                  <a:pt x="514350" y="1619250"/>
                </a:moveTo>
                <a:lnTo>
                  <a:pt x="552450" y="1619250"/>
                </a:lnTo>
                <a:lnTo>
                  <a:pt x="552450" y="1628775"/>
                </a:lnTo>
                <a:lnTo>
                  <a:pt x="523875" y="1628775"/>
                </a:lnTo>
                <a:lnTo>
                  <a:pt x="523875" y="1638300"/>
                </a:lnTo>
                <a:lnTo>
                  <a:pt x="514350" y="1638300"/>
                </a:lnTo>
                <a:close/>
                <a:moveTo>
                  <a:pt x="1114425" y="1619250"/>
                </a:moveTo>
                <a:lnTo>
                  <a:pt x="1123950" y="1619250"/>
                </a:lnTo>
                <a:lnTo>
                  <a:pt x="1123950" y="1628775"/>
                </a:lnTo>
                <a:lnTo>
                  <a:pt x="1114425" y="1628775"/>
                </a:lnTo>
                <a:close/>
                <a:moveTo>
                  <a:pt x="1162050" y="1619250"/>
                </a:moveTo>
                <a:lnTo>
                  <a:pt x="1171575" y="1619250"/>
                </a:lnTo>
                <a:lnTo>
                  <a:pt x="1171575" y="1628775"/>
                </a:lnTo>
                <a:lnTo>
                  <a:pt x="1162050" y="1628775"/>
                </a:lnTo>
                <a:close/>
                <a:moveTo>
                  <a:pt x="1181100" y="1619250"/>
                </a:moveTo>
                <a:lnTo>
                  <a:pt x="1190625" y="1619250"/>
                </a:lnTo>
                <a:lnTo>
                  <a:pt x="1190625" y="1628775"/>
                </a:lnTo>
                <a:lnTo>
                  <a:pt x="1181100" y="1628775"/>
                </a:lnTo>
                <a:close/>
                <a:moveTo>
                  <a:pt x="1724025" y="1619250"/>
                </a:moveTo>
                <a:lnTo>
                  <a:pt x="1743075" y="1619250"/>
                </a:lnTo>
                <a:lnTo>
                  <a:pt x="1743075" y="1628775"/>
                </a:lnTo>
                <a:lnTo>
                  <a:pt x="1724025" y="1628775"/>
                </a:lnTo>
                <a:close/>
                <a:moveTo>
                  <a:pt x="1190625" y="1628775"/>
                </a:moveTo>
                <a:lnTo>
                  <a:pt x="1209675" y="1628775"/>
                </a:lnTo>
                <a:lnTo>
                  <a:pt x="1209675" y="1657350"/>
                </a:lnTo>
                <a:lnTo>
                  <a:pt x="1190625" y="1657350"/>
                </a:lnTo>
                <a:close/>
                <a:moveTo>
                  <a:pt x="1609725" y="1628775"/>
                </a:moveTo>
                <a:lnTo>
                  <a:pt x="1619250" y="1628775"/>
                </a:lnTo>
                <a:lnTo>
                  <a:pt x="1619250" y="1638300"/>
                </a:lnTo>
                <a:lnTo>
                  <a:pt x="1609725" y="1638300"/>
                </a:lnTo>
                <a:close/>
                <a:moveTo>
                  <a:pt x="1647825" y="1628775"/>
                </a:moveTo>
                <a:lnTo>
                  <a:pt x="1657350" y="1628775"/>
                </a:lnTo>
                <a:lnTo>
                  <a:pt x="1657350" y="1638300"/>
                </a:lnTo>
                <a:lnTo>
                  <a:pt x="1647825" y="1638300"/>
                </a:lnTo>
                <a:close/>
                <a:moveTo>
                  <a:pt x="314325" y="1638300"/>
                </a:moveTo>
                <a:lnTo>
                  <a:pt x="323850" y="1638300"/>
                </a:lnTo>
                <a:lnTo>
                  <a:pt x="323850" y="1647825"/>
                </a:lnTo>
                <a:lnTo>
                  <a:pt x="314325" y="1647825"/>
                </a:lnTo>
                <a:close/>
                <a:moveTo>
                  <a:pt x="333375" y="1638300"/>
                </a:moveTo>
                <a:lnTo>
                  <a:pt x="342900" y="1638300"/>
                </a:lnTo>
                <a:lnTo>
                  <a:pt x="342900" y="1647825"/>
                </a:lnTo>
                <a:lnTo>
                  <a:pt x="333375" y="1647825"/>
                </a:lnTo>
                <a:close/>
                <a:moveTo>
                  <a:pt x="419100" y="1638300"/>
                </a:moveTo>
                <a:lnTo>
                  <a:pt x="447675" y="1638300"/>
                </a:lnTo>
                <a:lnTo>
                  <a:pt x="447675" y="1647825"/>
                </a:lnTo>
                <a:lnTo>
                  <a:pt x="419100" y="1647825"/>
                </a:lnTo>
                <a:close/>
                <a:moveTo>
                  <a:pt x="1228725" y="1638300"/>
                </a:moveTo>
                <a:lnTo>
                  <a:pt x="1247775" y="1638300"/>
                </a:lnTo>
                <a:lnTo>
                  <a:pt x="1247775" y="1647825"/>
                </a:lnTo>
                <a:lnTo>
                  <a:pt x="1257300" y="1647825"/>
                </a:lnTo>
                <a:lnTo>
                  <a:pt x="1257300" y="1657350"/>
                </a:lnTo>
                <a:lnTo>
                  <a:pt x="1238250" y="1657350"/>
                </a:lnTo>
                <a:lnTo>
                  <a:pt x="1238250" y="1647825"/>
                </a:lnTo>
                <a:lnTo>
                  <a:pt x="1228725" y="1647825"/>
                </a:lnTo>
                <a:close/>
                <a:moveTo>
                  <a:pt x="1409700" y="1638300"/>
                </a:moveTo>
                <a:lnTo>
                  <a:pt x="1419225" y="1638300"/>
                </a:lnTo>
                <a:lnTo>
                  <a:pt x="1419225" y="1647825"/>
                </a:lnTo>
                <a:lnTo>
                  <a:pt x="1409700" y="1647825"/>
                </a:lnTo>
                <a:close/>
                <a:moveTo>
                  <a:pt x="1562100" y="1638300"/>
                </a:moveTo>
                <a:lnTo>
                  <a:pt x="1571625" y="1638300"/>
                </a:lnTo>
                <a:lnTo>
                  <a:pt x="1571625" y="1657350"/>
                </a:lnTo>
                <a:lnTo>
                  <a:pt x="1552575" y="1657350"/>
                </a:lnTo>
                <a:lnTo>
                  <a:pt x="1552575" y="1647825"/>
                </a:lnTo>
                <a:lnTo>
                  <a:pt x="1562100" y="1647825"/>
                </a:lnTo>
                <a:close/>
                <a:moveTo>
                  <a:pt x="1581150" y="1638300"/>
                </a:moveTo>
                <a:lnTo>
                  <a:pt x="1590675" y="1638300"/>
                </a:lnTo>
                <a:lnTo>
                  <a:pt x="1590675" y="1647825"/>
                </a:lnTo>
                <a:lnTo>
                  <a:pt x="1581150" y="1647825"/>
                </a:lnTo>
                <a:close/>
                <a:moveTo>
                  <a:pt x="1657350" y="1638300"/>
                </a:moveTo>
                <a:lnTo>
                  <a:pt x="1666875" y="1638300"/>
                </a:lnTo>
                <a:lnTo>
                  <a:pt x="1666875" y="1647825"/>
                </a:lnTo>
                <a:lnTo>
                  <a:pt x="1657350" y="1647825"/>
                </a:lnTo>
                <a:close/>
                <a:moveTo>
                  <a:pt x="1333500" y="1647825"/>
                </a:moveTo>
                <a:lnTo>
                  <a:pt x="1343025" y="1647825"/>
                </a:lnTo>
                <a:lnTo>
                  <a:pt x="1343025" y="1657350"/>
                </a:lnTo>
                <a:lnTo>
                  <a:pt x="1333500" y="1657350"/>
                </a:lnTo>
                <a:close/>
                <a:moveTo>
                  <a:pt x="1504950" y="1647825"/>
                </a:moveTo>
                <a:lnTo>
                  <a:pt x="1514475" y="1647825"/>
                </a:lnTo>
                <a:lnTo>
                  <a:pt x="1514475" y="1657350"/>
                </a:lnTo>
                <a:lnTo>
                  <a:pt x="1504950" y="1657350"/>
                </a:lnTo>
                <a:close/>
                <a:moveTo>
                  <a:pt x="1762125" y="1647825"/>
                </a:moveTo>
                <a:lnTo>
                  <a:pt x="1771650" y="1647825"/>
                </a:lnTo>
                <a:lnTo>
                  <a:pt x="1771650" y="1657350"/>
                </a:lnTo>
                <a:lnTo>
                  <a:pt x="1762125" y="1657350"/>
                </a:lnTo>
                <a:close/>
                <a:moveTo>
                  <a:pt x="114300" y="1657350"/>
                </a:moveTo>
                <a:lnTo>
                  <a:pt x="123825" y="1657350"/>
                </a:lnTo>
                <a:lnTo>
                  <a:pt x="123825" y="1666875"/>
                </a:lnTo>
                <a:lnTo>
                  <a:pt x="114300" y="1666875"/>
                </a:lnTo>
                <a:close/>
                <a:moveTo>
                  <a:pt x="1476375" y="1657350"/>
                </a:moveTo>
                <a:lnTo>
                  <a:pt x="1485900" y="1657350"/>
                </a:lnTo>
                <a:lnTo>
                  <a:pt x="1485900" y="1666875"/>
                </a:lnTo>
                <a:lnTo>
                  <a:pt x="1476375" y="1666875"/>
                </a:lnTo>
                <a:close/>
                <a:moveTo>
                  <a:pt x="28575" y="1666875"/>
                </a:moveTo>
                <a:lnTo>
                  <a:pt x="38100" y="1666875"/>
                </a:lnTo>
                <a:lnTo>
                  <a:pt x="38100" y="1685925"/>
                </a:lnTo>
                <a:lnTo>
                  <a:pt x="28575" y="1685925"/>
                </a:lnTo>
                <a:close/>
                <a:moveTo>
                  <a:pt x="200025" y="1685925"/>
                </a:moveTo>
                <a:lnTo>
                  <a:pt x="209550" y="1685925"/>
                </a:lnTo>
                <a:lnTo>
                  <a:pt x="209550" y="1695450"/>
                </a:lnTo>
                <a:lnTo>
                  <a:pt x="200025" y="1695450"/>
                </a:lnTo>
                <a:close/>
                <a:moveTo>
                  <a:pt x="581025" y="1685925"/>
                </a:moveTo>
                <a:lnTo>
                  <a:pt x="600075" y="1685925"/>
                </a:lnTo>
                <a:lnTo>
                  <a:pt x="600075" y="1695450"/>
                </a:lnTo>
                <a:lnTo>
                  <a:pt x="581025" y="1695450"/>
                </a:lnTo>
                <a:close/>
                <a:moveTo>
                  <a:pt x="1343025" y="1695450"/>
                </a:moveTo>
                <a:lnTo>
                  <a:pt x="1352550" y="1695450"/>
                </a:lnTo>
                <a:lnTo>
                  <a:pt x="1352550" y="1704975"/>
                </a:lnTo>
                <a:lnTo>
                  <a:pt x="1362075" y="1704975"/>
                </a:lnTo>
                <a:lnTo>
                  <a:pt x="1362075" y="1714500"/>
                </a:lnTo>
                <a:lnTo>
                  <a:pt x="1343025" y="1714500"/>
                </a:lnTo>
                <a:close/>
                <a:moveTo>
                  <a:pt x="114300" y="1714500"/>
                </a:moveTo>
                <a:lnTo>
                  <a:pt x="133350" y="1714500"/>
                </a:lnTo>
                <a:lnTo>
                  <a:pt x="133350" y="1724025"/>
                </a:lnTo>
                <a:lnTo>
                  <a:pt x="114300" y="1724025"/>
                </a:lnTo>
                <a:close/>
                <a:moveTo>
                  <a:pt x="485775" y="1714500"/>
                </a:moveTo>
                <a:lnTo>
                  <a:pt x="495300" y="1714500"/>
                </a:lnTo>
                <a:lnTo>
                  <a:pt x="495300" y="1724025"/>
                </a:lnTo>
                <a:lnTo>
                  <a:pt x="485775" y="1724025"/>
                </a:lnTo>
                <a:close/>
                <a:moveTo>
                  <a:pt x="504825" y="1714500"/>
                </a:moveTo>
                <a:lnTo>
                  <a:pt x="514350" y="1714500"/>
                </a:lnTo>
                <a:lnTo>
                  <a:pt x="514350" y="1724025"/>
                </a:lnTo>
                <a:lnTo>
                  <a:pt x="504825" y="1724025"/>
                </a:lnTo>
                <a:close/>
                <a:moveTo>
                  <a:pt x="514350" y="1724025"/>
                </a:moveTo>
                <a:lnTo>
                  <a:pt x="523875" y="1724025"/>
                </a:lnTo>
                <a:lnTo>
                  <a:pt x="523875" y="1743075"/>
                </a:lnTo>
                <a:lnTo>
                  <a:pt x="514350" y="1743075"/>
                </a:lnTo>
                <a:close/>
                <a:moveTo>
                  <a:pt x="904875" y="1724025"/>
                </a:moveTo>
                <a:lnTo>
                  <a:pt x="923925" y="1724025"/>
                </a:lnTo>
                <a:lnTo>
                  <a:pt x="923925" y="1733550"/>
                </a:lnTo>
                <a:lnTo>
                  <a:pt x="904875" y="1733550"/>
                </a:lnTo>
                <a:close/>
                <a:moveTo>
                  <a:pt x="1000125" y="1724025"/>
                </a:moveTo>
                <a:lnTo>
                  <a:pt x="1019175" y="1724025"/>
                </a:lnTo>
                <a:lnTo>
                  <a:pt x="1019175" y="1733550"/>
                </a:lnTo>
                <a:lnTo>
                  <a:pt x="1000125" y="1733550"/>
                </a:lnTo>
                <a:close/>
                <a:moveTo>
                  <a:pt x="1066800" y="1724025"/>
                </a:moveTo>
                <a:lnTo>
                  <a:pt x="1095375" y="1724025"/>
                </a:lnTo>
                <a:lnTo>
                  <a:pt x="1095375" y="1733550"/>
                </a:lnTo>
                <a:lnTo>
                  <a:pt x="1066800" y="1733550"/>
                </a:lnTo>
                <a:close/>
                <a:moveTo>
                  <a:pt x="1762125" y="1724025"/>
                </a:moveTo>
                <a:lnTo>
                  <a:pt x="1771650" y="1724025"/>
                </a:lnTo>
                <a:lnTo>
                  <a:pt x="1771650" y="1733550"/>
                </a:lnTo>
                <a:lnTo>
                  <a:pt x="1762125" y="1733550"/>
                </a:lnTo>
                <a:close/>
                <a:moveTo>
                  <a:pt x="866775" y="1733550"/>
                </a:moveTo>
                <a:lnTo>
                  <a:pt x="895350" y="1733550"/>
                </a:lnTo>
                <a:lnTo>
                  <a:pt x="895350" y="1743075"/>
                </a:lnTo>
                <a:lnTo>
                  <a:pt x="866775" y="1743075"/>
                </a:lnTo>
                <a:close/>
                <a:moveTo>
                  <a:pt x="1695450" y="1733550"/>
                </a:moveTo>
                <a:lnTo>
                  <a:pt x="1724025" y="1733550"/>
                </a:lnTo>
                <a:lnTo>
                  <a:pt x="1724025" y="1743075"/>
                </a:lnTo>
                <a:lnTo>
                  <a:pt x="1695450" y="1743075"/>
                </a:lnTo>
                <a:close/>
                <a:moveTo>
                  <a:pt x="1752600" y="1733550"/>
                </a:moveTo>
                <a:lnTo>
                  <a:pt x="1762125" y="1733550"/>
                </a:lnTo>
                <a:lnTo>
                  <a:pt x="1762125" y="1762125"/>
                </a:lnTo>
                <a:lnTo>
                  <a:pt x="1752600" y="1762125"/>
                </a:lnTo>
                <a:close/>
                <a:moveTo>
                  <a:pt x="504825" y="1743075"/>
                </a:moveTo>
                <a:lnTo>
                  <a:pt x="514350" y="1743075"/>
                </a:lnTo>
                <a:lnTo>
                  <a:pt x="514350" y="1752600"/>
                </a:lnTo>
                <a:lnTo>
                  <a:pt x="523875" y="1752600"/>
                </a:lnTo>
                <a:lnTo>
                  <a:pt x="523875" y="1762125"/>
                </a:lnTo>
                <a:lnTo>
                  <a:pt x="504825" y="1762125"/>
                </a:lnTo>
                <a:close/>
                <a:moveTo>
                  <a:pt x="676275" y="1743075"/>
                </a:moveTo>
                <a:lnTo>
                  <a:pt x="685800" y="1743075"/>
                </a:lnTo>
                <a:lnTo>
                  <a:pt x="685800" y="1752600"/>
                </a:lnTo>
                <a:lnTo>
                  <a:pt x="695325" y="1752600"/>
                </a:lnTo>
                <a:lnTo>
                  <a:pt x="695325" y="1762125"/>
                </a:lnTo>
                <a:lnTo>
                  <a:pt x="666750" y="1762125"/>
                </a:lnTo>
                <a:lnTo>
                  <a:pt x="666750" y="1752600"/>
                </a:lnTo>
                <a:lnTo>
                  <a:pt x="676275" y="1752600"/>
                </a:lnTo>
                <a:close/>
                <a:moveTo>
                  <a:pt x="9525" y="1752600"/>
                </a:moveTo>
                <a:lnTo>
                  <a:pt x="19050" y="1752600"/>
                </a:lnTo>
                <a:lnTo>
                  <a:pt x="19050" y="1762125"/>
                </a:lnTo>
                <a:lnTo>
                  <a:pt x="9525" y="1762125"/>
                </a:lnTo>
                <a:close/>
                <a:moveTo>
                  <a:pt x="28575" y="1752600"/>
                </a:moveTo>
                <a:lnTo>
                  <a:pt x="38100" y="1752600"/>
                </a:lnTo>
                <a:lnTo>
                  <a:pt x="38100" y="1809750"/>
                </a:lnTo>
                <a:lnTo>
                  <a:pt x="28575" y="1809750"/>
                </a:lnTo>
                <a:lnTo>
                  <a:pt x="28575" y="1828800"/>
                </a:lnTo>
                <a:lnTo>
                  <a:pt x="38100" y="1828800"/>
                </a:lnTo>
                <a:lnTo>
                  <a:pt x="38100" y="1866900"/>
                </a:lnTo>
                <a:lnTo>
                  <a:pt x="19050" y="1866900"/>
                </a:lnTo>
                <a:lnTo>
                  <a:pt x="19050" y="1819275"/>
                </a:lnTo>
                <a:lnTo>
                  <a:pt x="9525" y="1819275"/>
                </a:lnTo>
                <a:lnTo>
                  <a:pt x="9525" y="1790700"/>
                </a:lnTo>
                <a:lnTo>
                  <a:pt x="0" y="1790700"/>
                </a:lnTo>
                <a:lnTo>
                  <a:pt x="0" y="1781175"/>
                </a:lnTo>
                <a:lnTo>
                  <a:pt x="9525" y="1781175"/>
                </a:lnTo>
                <a:lnTo>
                  <a:pt x="9525" y="1771650"/>
                </a:lnTo>
                <a:lnTo>
                  <a:pt x="19050" y="1771650"/>
                </a:lnTo>
                <a:lnTo>
                  <a:pt x="19050" y="1781175"/>
                </a:lnTo>
                <a:lnTo>
                  <a:pt x="28575" y="1781175"/>
                </a:lnTo>
                <a:close/>
                <a:moveTo>
                  <a:pt x="209550" y="1752600"/>
                </a:moveTo>
                <a:lnTo>
                  <a:pt x="228600" y="1752600"/>
                </a:lnTo>
                <a:lnTo>
                  <a:pt x="228600" y="1762125"/>
                </a:lnTo>
                <a:lnTo>
                  <a:pt x="209550" y="1762125"/>
                </a:lnTo>
                <a:close/>
                <a:moveTo>
                  <a:pt x="742950" y="1752600"/>
                </a:moveTo>
                <a:lnTo>
                  <a:pt x="752475" y="1752600"/>
                </a:lnTo>
                <a:lnTo>
                  <a:pt x="752475" y="1762125"/>
                </a:lnTo>
                <a:lnTo>
                  <a:pt x="742950" y="1762125"/>
                </a:lnTo>
                <a:close/>
                <a:moveTo>
                  <a:pt x="1562100" y="1752600"/>
                </a:moveTo>
                <a:lnTo>
                  <a:pt x="1590675" y="1752600"/>
                </a:lnTo>
                <a:lnTo>
                  <a:pt x="1590675" y="1762125"/>
                </a:lnTo>
                <a:lnTo>
                  <a:pt x="1562100" y="1762125"/>
                </a:lnTo>
                <a:close/>
                <a:moveTo>
                  <a:pt x="1609725" y="1752600"/>
                </a:moveTo>
                <a:lnTo>
                  <a:pt x="1638300" y="1752600"/>
                </a:lnTo>
                <a:lnTo>
                  <a:pt x="1638300" y="1762125"/>
                </a:lnTo>
                <a:lnTo>
                  <a:pt x="1609725" y="1762125"/>
                </a:lnTo>
                <a:close/>
                <a:moveTo>
                  <a:pt x="523875" y="1762125"/>
                </a:moveTo>
                <a:lnTo>
                  <a:pt x="533400" y="1762125"/>
                </a:lnTo>
                <a:lnTo>
                  <a:pt x="533400" y="1771650"/>
                </a:lnTo>
                <a:lnTo>
                  <a:pt x="523875" y="1771650"/>
                </a:lnTo>
                <a:close/>
                <a:moveTo>
                  <a:pt x="1209675" y="1762125"/>
                </a:moveTo>
                <a:lnTo>
                  <a:pt x="1285875" y="1762125"/>
                </a:lnTo>
                <a:lnTo>
                  <a:pt x="1285875" y="1771650"/>
                </a:lnTo>
                <a:lnTo>
                  <a:pt x="1209675" y="1771650"/>
                </a:lnTo>
                <a:close/>
                <a:moveTo>
                  <a:pt x="485775" y="1781175"/>
                </a:moveTo>
                <a:lnTo>
                  <a:pt x="523875" y="1781175"/>
                </a:lnTo>
                <a:lnTo>
                  <a:pt x="523875" y="1790700"/>
                </a:lnTo>
                <a:lnTo>
                  <a:pt x="485775" y="1790700"/>
                </a:lnTo>
                <a:close/>
                <a:moveTo>
                  <a:pt x="514350" y="1809750"/>
                </a:moveTo>
                <a:lnTo>
                  <a:pt x="523875" y="1809750"/>
                </a:lnTo>
                <a:lnTo>
                  <a:pt x="523875" y="1819275"/>
                </a:lnTo>
                <a:lnTo>
                  <a:pt x="514350" y="1819275"/>
                </a:lnTo>
                <a:close/>
                <a:moveTo>
                  <a:pt x="647700" y="1809750"/>
                </a:moveTo>
                <a:lnTo>
                  <a:pt x="657225" y="1809750"/>
                </a:lnTo>
                <a:lnTo>
                  <a:pt x="657225" y="1819275"/>
                </a:lnTo>
                <a:lnTo>
                  <a:pt x="647700" y="1819275"/>
                </a:lnTo>
                <a:close/>
                <a:moveTo>
                  <a:pt x="695325" y="1809750"/>
                </a:moveTo>
                <a:lnTo>
                  <a:pt x="704850" y="1809750"/>
                </a:lnTo>
                <a:lnTo>
                  <a:pt x="704850" y="1819275"/>
                </a:lnTo>
                <a:lnTo>
                  <a:pt x="695325" y="1819275"/>
                </a:lnTo>
                <a:close/>
                <a:moveTo>
                  <a:pt x="762000" y="1809750"/>
                </a:moveTo>
                <a:lnTo>
                  <a:pt x="771525" y="1809750"/>
                </a:lnTo>
                <a:lnTo>
                  <a:pt x="771525" y="1828800"/>
                </a:lnTo>
                <a:lnTo>
                  <a:pt x="762000" y="1828800"/>
                </a:lnTo>
                <a:close/>
                <a:moveTo>
                  <a:pt x="809625" y="1809750"/>
                </a:moveTo>
                <a:lnTo>
                  <a:pt x="819150" y="1809750"/>
                </a:lnTo>
                <a:lnTo>
                  <a:pt x="819150" y="1819275"/>
                </a:lnTo>
                <a:lnTo>
                  <a:pt x="809625" y="1819275"/>
                </a:lnTo>
                <a:close/>
                <a:moveTo>
                  <a:pt x="838200" y="1809750"/>
                </a:moveTo>
                <a:lnTo>
                  <a:pt x="847725" y="1809750"/>
                </a:lnTo>
                <a:lnTo>
                  <a:pt x="847725" y="1819275"/>
                </a:lnTo>
                <a:lnTo>
                  <a:pt x="838200" y="1819275"/>
                </a:lnTo>
                <a:close/>
                <a:moveTo>
                  <a:pt x="0" y="1819275"/>
                </a:moveTo>
                <a:lnTo>
                  <a:pt x="9525" y="1819275"/>
                </a:lnTo>
                <a:lnTo>
                  <a:pt x="9525" y="1828800"/>
                </a:lnTo>
                <a:lnTo>
                  <a:pt x="0" y="1828800"/>
                </a:lnTo>
                <a:close/>
                <a:moveTo>
                  <a:pt x="1895475" y="1828800"/>
                </a:moveTo>
                <a:lnTo>
                  <a:pt x="1905000" y="1828800"/>
                </a:lnTo>
                <a:lnTo>
                  <a:pt x="1905000" y="1838325"/>
                </a:lnTo>
                <a:lnTo>
                  <a:pt x="1895475" y="1838325"/>
                </a:lnTo>
                <a:close/>
                <a:moveTo>
                  <a:pt x="895350" y="1847850"/>
                </a:moveTo>
                <a:lnTo>
                  <a:pt x="904875" y="1847850"/>
                </a:lnTo>
                <a:lnTo>
                  <a:pt x="904875" y="1866900"/>
                </a:lnTo>
                <a:lnTo>
                  <a:pt x="895350" y="1866900"/>
                </a:lnTo>
                <a:lnTo>
                  <a:pt x="895350" y="1876425"/>
                </a:lnTo>
                <a:lnTo>
                  <a:pt x="885825" y="1876425"/>
                </a:lnTo>
                <a:lnTo>
                  <a:pt x="885825" y="1857375"/>
                </a:lnTo>
                <a:lnTo>
                  <a:pt x="895350" y="1857375"/>
                </a:lnTo>
                <a:close/>
                <a:moveTo>
                  <a:pt x="1762125" y="1847850"/>
                </a:moveTo>
                <a:lnTo>
                  <a:pt x="1781175" y="1847850"/>
                </a:lnTo>
                <a:lnTo>
                  <a:pt x="1781175" y="1876425"/>
                </a:lnTo>
                <a:lnTo>
                  <a:pt x="1771650" y="1876425"/>
                </a:lnTo>
                <a:lnTo>
                  <a:pt x="1771650" y="1866900"/>
                </a:lnTo>
                <a:lnTo>
                  <a:pt x="1762125" y="1866900"/>
                </a:lnTo>
                <a:close/>
                <a:moveTo>
                  <a:pt x="1028700" y="1866900"/>
                </a:moveTo>
                <a:lnTo>
                  <a:pt x="1038225" y="1866900"/>
                </a:lnTo>
                <a:lnTo>
                  <a:pt x="1038225" y="1876425"/>
                </a:lnTo>
                <a:lnTo>
                  <a:pt x="1028700" y="1876425"/>
                </a:lnTo>
                <a:close/>
                <a:moveTo>
                  <a:pt x="1047750" y="1866900"/>
                </a:moveTo>
                <a:lnTo>
                  <a:pt x="1057275" y="1866900"/>
                </a:lnTo>
                <a:lnTo>
                  <a:pt x="1057275" y="1876425"/>
                </a:lnTo>
                <a:lnTo>
                  <a:pt x="1047750" y="1876425"/>
                </a:lnTo>
                <a:close/>
                <a:moveTo>
                  <a:pt x="1704975" y="1866900"/>
                </a:moveTo>
                <a:lnTo>
                  <a:pt x="1724025" y="1866900"/>
                </a:lnTo>
                <a:lnTo>
                  <a:pt x="1724025" y="1876425"/>
                </a:lnTo>
                <a:lnTo>
                  <a:pt x="1704975" y="1876425"/>
                </a:lnTo>
                <a:close/>
                <a:moveTo>
                  <a:pt x="1752600" y="1866900"/>
                </a:moveTo>
                <a:lnTo>
                  <a:pt x="1762125" y="1866900"/>
                </a:lnTo>
                <a:lnTo>
                  <a:pt x="1762125" y="1876425"/>
                </a:lnTo>
                <a:lnTo>
                  <a:pt x="1752600" y="1876425"/>
                </a:lnTo>
                <a:close/>
                <a:moveTo>
                  <a:pt x="523875" y="1876425"/>
                </a:moveTo>
                <a:lnTo>
                  <a:pt x="542925" y="1876425"/>
                </a:lnTo>
                <a:lnTo>
                  <a:pt x="542925" y="1885950"/>
                </a:lnTo>
                <a:lnTo>
                  <a:pt x="552450" y="1885950"/>
                </a:lnTo>
                <a:lnTo>
                  <a:pt x="552450" y="1895475"/>
                </a:lnTo>
                <a:lnTo>
                  <a:pt x="523875" y="1895475"/>
                </a:lnTo>
                <a:close/>
                <a:moveTo>
                  <a:pt x="638175" y="1876425"/>
                </a:moveTo>
                <a:lnTo>
                  <a:pt x="647700" y="1876425"/>
                </a:lnTo>
                <a:lnTo>
                  <a:pt x="647700" y="1895475"/>
                </a:lnTo>
                <a:lnTo>
                  <a:pt x="638175" y="1895475"/>
                </a:lnTo>
                <a:close/>
                <a:moveTo>
                  <a:pt x="695325" y="1895475"/>
                </a:moveTo>
                <a:lnTo>
                  <a:pt x="704850" y="1895475"/>
                </a:lnTo>
                <a:lnTo>
                  <a:pt x="704850" y="1905000"/>
                </a:lnTo>
                <a:lnTo>
                  <a:pt x="695325" y="1905000"/>
                </a:lnTo>
                <a:close/>
                <a:moveTo>
                  <a:pt x="800100" y="1895475"/>
                </a:moveTo>
                <a:lnTo>
                  <a:pt x="857250" y="1895475"/>
                </a:lnTo>
                <a:lnTo>
                  <a:pt x="857250" y="1905000"/>
                </a:lnTo>
                <a:lnTo>
                  <a:pt x="800100" y="1905000"/>
                </a:lnTo>
                <a:close/>
                <a:moveTo>
                  <a:pt x="942975" y="1895475"/>
                </a:moveTo>
                <a:lnTo>
                  <a:pt x="981075" y="1895475"/>
                </a:lnTo>
                <a:lnTo>
                  <a:pt x="981075" y="1905000"/>
                </a:lnTo>
                <a:lnTo>
                  <a:pt x="942975" y="1905000"/>
                </a:lnTo>
                <a:close/>
                <a:moveTo>
                  <a:pt x="19050" y="1933575"/>
                </a:moveTo>
                <a:lnTo>
                  <a:pt x="28575" y="1933575"/>
                </a:lnTo>
                <a:lnTo>
                  <a:pt x="28575" y="1952625"/>
                </a:lnTo>
                <a:lnTo>
                  <a:pt x="19050" y="1952625"/>
                </a:lnTo>
                <a:lnTo>
                  <a:pt x="19050" y="1962150"/>
                </a:lnTo>
                <a:lnTo>
                  <a:pt x="9525" y="1962150"/>
                </a:lnTo>
                <a:lnTo>
                  <a:pt x="9525" y="1952625"/>
                </a:lnTo>
                <a:lnTo>
                  <a:pt x="0" y="1952625"/>
                </a:lnTo>
                <a:lnTo>
                  <a:pt x="0" y="1943100"/>
                </a:lnTo>
                <a:lnTo>
                  <a:pt x="19050" y="1943100"/>
                </a:lnTo>
                <a:close/>
                <a:moveTo>
                  <a:pt x="1000125" y="1933575"/>
                </a:moveTo>
                <a:lnTo>
                  <a:pt x="1009650" y="1933575"/>
                </a:lnTo>
                <a:lnTo>
                  <a:pt x="1009650" y="1952625"/>
                </a:lnTo>
                <a:lnTo>
                  <a:pt x="1000125" y="1952625"/>
                </a:lnTo>
                <a:close/>
                <a:moveTo>
                  <a:pt x="476250" y="1952625"/>
                </a:moveTo>
                <a:lnTo>
                  <a:pt x="485775" y="1952625"/>
                </a:lnTo>
                <a:lnTo>
                  <a:pt x="485775" y="1962150"/>
                </a:lnTo>
                <a:lnTo>
                  <a:pt x="476250" y="1962150"/>
                </a:lnTo>
                <a:close/>
                <a:moveTo>
                  <a:pt x="1000125" y="2000250"/>
                </a:moveTo>
                <a:lnTo>
                  <a:pt x="1009650" y="2000250"/>
                </a:lnTo>
                <a:lnTo>
                  <a:pt x="1009650" y="2009775"/>
                </a:lnTo>
                <a:lnTo>
                  <a:pt x="1000125" y="2009775"/>
                </a:lnTo>
                <a:close/>
                <a:moveTo>
                  <a:pt x="1514475" y="2000250"/>
                </a:moveTo>
                <a:lnTo>
                  <a:pt x="1524000" y="2000250"/>
                </a:lnTo>
                <a:lnTo>
                  <a:pt x="1524000" y="2009775"/>
                </a:lnTo>
                <a:lnTo>
                  <a:pt x="1514475" y="2009775"/>
                </a:lnTo>
                <a:close/>
                <a:moveTo>
                  <a:pt x="1628775" y="2000250"/>
                </a:moveTo>
                <a:lnTo>
                  <a:pt x="1638300" y="2000250"/>
                </a:lnTo>
                <a:lnTo>
                  <a:pt x="1638300" y="2009775"/>
                </a:lnTo>
                <a:lnTo>
                  <a:pt x="1628775" y="2009775"/>
                </a:lnTo>
                <a:close/>
              </a:path>
            </a:pathLst>
          </a:custGeom>
          <a:solidFill xmlns:a="http://schemas.openxmlformats.org/drawingml/2006/main">
            <a:srgbClr val="F2EFE2"/>
          </a:solidFill>
          <a:ln xmlns:a="http://schemas.openxmlformats.org/drawingml/2006/main" w="0">
            <a:noFill/>
          </a:ln>
        </p:spPr>
      </p:sp>
      <p:sp>
        <p:nvSpPr>
          <p:cNvPr id="139" name="sales vector #f0efe2">
            <a:extLst xmlns:a="http://schemas.openxmlformats.org/drawingml/2006/main">
              <a:ext uri="{FF2B5EF4-FFF2-40B4-BE49-F238E27FC236}">
                <a16:creationId xmlns:a16="http://schemas.microsoft.com/office/drawing/2014/main" id="{B182147C-0C44-4C98-8221-9427809F3CD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381625" y="4914900"/>
            <a:ext cx="2247900" cy="2400300"/>
          </a:xfrm>
          <a:custGeom xmlns:a="http://schemas.openxmlformats.org/drawingml/2006/main">
            <a:pathLst>
              <a:path w="1905000" h="2038350">
                <a:moveTo>
                  <a:pt x="1504950" y="19050"/>
                </a:moveTo>
                <a:lnTo>
                  <a:pt x="1533525" y="19050"/>
                </a:lnTo>
                <a:lnTo>
                  <a:pt x="1533525" y="28575"/>
                </a:lnTo>
                <a:lnTo>
                  <a:pt x="1543050" y="28575"/>
                </a:lnTo>
                <a:lnTo>
                  <a:pt x="1543050" y="38100"/>
                </a:lnTo>
                <a:lnTo>
                  <a:pt x="1524000" y="38100"/>
                </a:lnTo>
                <a:lnTo>
                  <a:pt x="1524000" y="28575"/>
                </a:lnTo>
                <a:lnTo>
                  <a:pt x="1504950" y="28575"/>
                </a:lnTo>
                <a:close/>
                <a:moveTo>
                  <a:pt x="371475" y="28575"/>
                </a:moveTo>
                <a:lnTo>
                  <a:pt x="381000" y="28575"/>
                </a:lnTo>
                <a:lnTo>
                  <a:pt x="381000" y="38100"/>
                </a:lnTo>
                <a:lnTo>
                  <a:pt x="371475" y="38100"/>
                </a:lnTo>
                <a:close/>
                <a:moveTo>
                  <a:pt x="523875" y="28575"/>
                </a:moveTo>
                <a:lnTo>
                  <a:pt x="533400" y="28575"/>
                </a:lnTo>
                <a:lnTo>
                  <a:pt x="533400" y="38100"/>
                </a:lnTo>
                <a:lnTo>
                  <a:pt x="523875" y="38100"/>
                </a:lnTo>
                <a:close/>
                <a:moveTo>
                  <a:pt x="542925" y="28575"/>
                </a:moveTo>
                <a:lnTo>
                  <a:pt x="571500" y="28575"/>
                </a:lnTo>
                <a:lnTo>
                  <a:pt x="571500" y="38100"/>
                </a:lnTo>
                <a:lnTo>
                  <a:pt x="542925" y="38100"/>
                </a:lnTo>
                <a:close/>
                <a:moveTo>
                  <a:pt x="600075" y="28575"/>
                </a:moveTo>
                <a:lnTo>
                  <a:pt x="723900" y="28575"/>
                </a:lnTo>
                <a:lnTo>
                  <a:pt x="723900" y="38100"/>
                </a:lnTo>
                <a:lnTo>
                  <a:pt x="600075" y="38100"/>
                </a:lnTo>
                <a:close/>
                <a:moveTo>
                  <a:pt x="733425" y="28575"/>
                </a:moveTo>
                <a:lnTo>
                  <a:pt x="742950" y="28575"/>
                </a:lnTo>
                <a:lnTo>
                  <a:pt x="742950" y="38100"/>
                </a:lnTo>
                <a:lnTo>
                  <a:pt x="733425" y="38100"/>
                </a:lnTo>
                <a:close/>
                <a:moveTo>
                  <a:pt x="752475" y="28575"/>
                </a:moveTo>
                <a:lnTo>
                  <a:pt x="781050" y="28575"/>
                </a:lnTo>
                <a:lnTo>
                  <a:pt x="781050" y="38100"/>
                </a:lnTo>
                <a:lnTo>
                  <a:pt x="752475" y="38100"/>
                </a:lnTo>
                <a:close/>
                <a:moveTo>
                  <a:pt x="809625" y="28575"/>
                </a:moveTo>
                <a:lnTo>
                  <a:pt x="971550" y="28575"/>
                </a:lnTo>
                <a:lnTo>
                  <a:pt x="971550" y="38100"/>
                </a:lnTo>
                <a:lnTo>
                  <a:pt x="809625" y="38100"/>
                </a:lnTo>
                <a:close/>
                <a:moveTo>
                  <a:pt x="1009650" y="28575"/>
                </a:moveTo>
                <a:lnTo>
                  <a:pt x="1019175" y="28575"/>
                </a:lnTo>
                <a:lnTo>
                  <a:pt x="1019175" y="38100"/>
                </a:lnTo>
                <a:lnTo>
                  <a:pt x="1009650" y="38100"/>
                </a:lnTo>
                <a:close/>
                <a:moveTo>
                  <a:pt x="1114425" y="28575"/>
                </a:moveTo>
                <a:lnTo>
                  <a:pt x="1123950" y="28575"/>
                </a:lnTo>
                <a:lnTo>
                  <a:pt x="1123950" y="38100"/>
                </a:lnTo>
                <a:lnTo>
                  <a:pt x="1114425" y="38100"/>
                </a:lnTo>
                <a:close/>
                <a:moveTo>
                  <a:pt x="1352550" y="28575"/>
                </a:moveTo>
                <a:lnTo>
                  <a:pt x="1400175" y="28575"/>
                </a:lnTo>
                <a:lnTo>
                  <a:pt x="1400175" y="38100"/>
                </a:lnTo>
                <a:lnTo>
                  <a:pt x="1352550" y="38100"/>
                </a:lnTo>
                <a:close/>
                <a:moveTo>
                  <a:pt x="295275" y="38100"/>
                </a:moveTo>
                <a:lnTo>
                  <a:pt x="304800" y="38100"/>
                </a:lnTo>
                <a:lnTo>
                  <a:pt x="304800" y="47625"/>
                </a:lnTo>
                <a:lnTo>
                  <a:pt x="295275" y="47625"/>
                </a:lnTo>
                <a:close/>
                <a:moveTo>
                  <a:pt x="1638300" y="47625"/>
                </a:moveTo>
                <a:lnTo>
                  <a:pt x="1647825" y="47625"/>
                </a:lnTo>
                <a:lnTo>
                  <a:pt x="1647825" y="57150"/>
                </a:lnTo>
                <a:lnTo>
                  <a:pt x="1638300" y="57150"/>
                </a:lnTo>
                <a:close/>
                <a:moveTo>
                  <a:pt x="95250" y="76200"/>
                </a:moveTo>
                <a:lnTo>
                  <a:pt x="104775" y="76200"/>
                </a:lnTo>
                <a:lnTo>
                  <a:pt x="104775" y="85725"/>
                </a:lnTo>
                <a:lnTo>
                  <a:pt x="114300" y="85725"/>
                </a:lnTo>
                <a:lnTo>
                  <a:pt x="114300" y="95250"/>
                </a:lnTo>
                <a:lnTo>
                  <a:pt x="95250" y="95250"/>
                </a:lnTo>
                <a:close/>
                <a:moveTo>
                  <a:pt x="76200" y="85725"/>
                </a:moveTo>
                <a:lnTo>
                  <a:pt x="85725" y="85725"/>
                </a:lnTo>
                <a:lnTo>
                  <a:pt x="85725" y="95250"/>
                </a:lnTo>
                <a:lnTo>
                  <a:pt x="76200" y="95250"/>
                </a:lnTo>
                <a:close/>
                <a:moveTo>
                  <a:pt x="1743075" y="95250"/>
                </a:moveTo>
                <a:lnTo>
                  <a:pt x="1752600" y="95250"/>
                </a:lnTo>
                <a:lnTo>
                  <a:pt x="1752600" y="104775"/>
                </a:lnTo>
                <a:lnTo>
                  <a:pt x="1743075" y="104775"/>
                </a:lnTo>
                <a:close/>
                <a:moveTo>
                  <a:pt x="409575" y="114300"/>
                </a:moveTo>
                <a:lnTo>
                  <a:pt x="428625" y="114300"/>
                </a:lnTo>
                <a:lnTo>
                  <a:pt x="428625" y="123825"/>
                </a:lnTo>
                <a:lnTo>
                  <a:pt x="409575" y="123825"/>
                </a:lnTo>
                <a:close/>
                <a:moveTo>
                  <a:pt x="638175" y="114300"/>
                </a:moveTo>
                <a:lnTo>
                  <a:pt x="647700" y="114300"/>
                </a:lnTo>
                <a:lnTo>
                  <a:pt x="647700" y="123825"/>
                </a:lnTo>
                <a:lnTo>
                  <a:pt x="638175" y="123825"/>
                </a:lnTo>
                <a:close/>
                <a:moveTo>
                  <a:pt x="0" y="133350"/>
                </a:moveTo>
                <a:lnTo>
                  <a:pt x="9525" y="133350"/>
                </a:lnTo>
                <a:lnTo>
                  <a:pt x="9525" y="142875"/>
                </a:lnTo>
                <a:lnTo>
                  <a:pt x="0" y="142875"/>
                </a:lnTo>
                <a:close/>
                <a:moveTo>
                  <a:pt x="1790700" y="133350"/>
                </a:moveTo>
                <a:lnTo>
                  <a:pt x="1819275" y="133350"/>
                </a:lnTo>
                <a:lnTo>
                  <a:pt x="1819275" y="142875"/>
                </a:lnTo>
                <a:lnTo>
                  <a:pt x="1790700" y="142875"/>
                </a:lnTo>
                <a:close/>
                <a:moveTo>
                  <a:pt x="1857375" y="133350"/>
                </a:moveTo>
                <a:lnTo>
                  <a:pt x="1866900" y="133350"/>
                </a:lnTo>
                <a:lnTo>
                  <a:pt x="1866900" y="142875"/>
                </a:lnTo>
                <a:lnTo>
                  <a:pt x="1857375" y="142875"/>
                </a:lnTo>
                <a:close/>
                <a:moveTo>
                  <a:pt x="1876425" y="133350"/>
                </a:moveTo>
                <a:lnTo>
                  <a:pt x="1885950" y="133350"/>
                </a:lnTo>
                <a:lnTo>
                  <a:pt x="1885950" y="142875"/>
                </a:lnTo>
                <a:lnTo>
                  <a:pt x="1876425" y="142875"/>
                </a:lnTo>
                <a:close/>
                <a:moveTo>
                  <a:pt x="104775" y="142875"/>
                </a:moveTo>
                <a:lnTo>
                  <a:pt x="123825" y="142875"/>
                </a:lnTo>
                <a:lnTo>
                  <a:pt x="123825" y="152400"/>
                </a:lnTo>
                <a:lnTo>
                  <a:pt x="104775" y="152400"/>
                </a:lnTo>
                <a:close/>
                <a:moveTo>
                  <a:pt x="1800225" y="152400"/>
                </a:moveTo>
                <a:lnTo>
                  <a:pt x="1809750" y="152400"/>
                </a:lnTo>
                <a:lnTo>
                  <a:pt x="1809750" y="161925"/>
                </a:lnTo>
                <a:lnTo>
                  <a:pt x="1800225" y="161925"/>
                </a:lnTo>
                <a:close/>
                <a:moveTo>
                  <a:pt x="1866900" y="152400"/>
                </a:moveTo>
                <a:lnTo>
                  <a:pt x="1876425" y="152400"/>
                </a:lnTo>
                <a:lnTo>
                  <a:pt x="1876425" y="161925"/>
                </a:lnTo>
                <a:lnTo>
                  <a:pt x="1866900" y="161925"/>
                </a:lnTo>
                <a:close/>
                <a:moveTo>
                  <a:pt x="295275" y="161925"/>
                </a:moveTo>
                <a:lnTo>
                  <a:pt x="323850" y="161925"/>
                </a:lnTo>
                <a:lnTo>
                  <a:pt x="323850" y="180975"/>
                </a:lnTo>
                <a:lnTo>
                  <a:pt x="276225" y="180975"/>
                </a:lnTo>
                <a:lnTo>
                  <a:pt x="276225" y="171450"/>
                </a:lnTo>
                <a:lnTo>
                  <a:pt x="295275" y="171450"/>
                </a:lnTo>
                <a:close/>
                <a:moveTo>
                  <a:pt x="685800" y="180975"/>
                </a:moveTo>
                <a:lnTo>
                  <a:pt x="695325" y="180975"/>
                </a:lnTo>
                <a:lnTo>
                  <a:pt x="695325" y="190500"/>
                </a:lnTo>
                <a:lnTo>
                  <a:pt x="704850" y="190500"/>
                </a:lnTo>
                <a:lnTo>
                  <a:pt x="704850" y="200025"/>
                </a:lnTo>
                <a:lnTo>
                  <a:pt x="685800" y="200025"/>
                </a:lnTo>
                <a:close/>
                <a:moveTo>
                  <a:pt x="57150" y="190500"/>
                </a:moveTo>
                <a:lnTo>
                  <a:pt x="76200" y="190500"/>
                </a:lnTo>
                <a:lnTo>
                  <a:pt x="76200" y="219075"/>
                </a:lnTo>
                <a:lnTo>
                  <a:pt x="66675" y="219075"/>
                </a:lnTo>
                <a:lnTo>
                  <a:pt x="66675" y="209550"/>
                </a:lnTo>
                <a:lnTo>
                  <a:pt x="57150" y="209550"/>
                </a:lnTo>
                <a:close/>
                <a:moveTo>
                  <a:pt x="190500" y="209550"/>
                </a:moveTo>
                <a:lnTo>
                  <a:pt x="200025" y="209550"/>
                </a:lnTo>
                <a:lnTo>
                  <a:pt x="200025" y="219075"/>
                </a:lnTo>
                <a:lnTo>
                  <a:pt x="190500" y="219075"/>
                </a:lnTo>
                <a:close/>
                <a:moveTo>
                  <a:pt x="1504950" y="209550"/>
                </a:moveTo>
                <a:lnTo>
                  <a:pt x="1533525" y="209550"/>
                </a:lnTo>
                <a:lnTo>
                  <a:pt x="1533525" y="219075"/>
                </a:lnTo>
                <a:lnTo>
                  <a:pt x="1504950" y="219075"/>
                </a:lnTo>
                <a:close/>
                <a:moveTo>
                  <a:pt x="1562100" y="209550"/>
                </a:moveTo>
                <a:lnTo>
                  <a:pt x="1571625" y="209550"/>
                </a:lnTo>
                <a:lnTo>
                  <a:pt x="1571625" y="219075"/>
                </a:lnTo>
                <a:lnTo>
                  <a:pt x="1562100" y="219075"/>
                </a:lnTo>
                <a:close/>
                <a:moveTo>
                  <a:pt x="1238250" y="228600"/>
                </a:moveTo>
                <a:lnTo>
                  <a:pt x="1247775" y="228600"/>
                </a:lnTo>
                <a:lnTo>
                  <a:pt x="1247775" y="238125"/>
                </a:lnTo>
                <a:lnTo>
                  <a:pt x="1238250" y="238125"/>
                </a:lnTo>
                <a:close/>
                <a:moveTo>
                  <a:pt x="152400" y="238125"/>
                </a:moveTo>
                <a:lnTo>
                  <a:pt x="161925" y="238125"/>
                </a:lnTo>
                <a:lnTo>
                  <a:pt x="161925" y="247650"/>
                </a:lnTo>
                <a:lnTo>
                  <a:pt x="152400" y="247650"/>
                </a:lnTo>
                <a:close/>
                <a:moveTo>
                  <a:pt x="523875" y="238125"/>
                </a:moveTo>
                <a:lnTo>
                  <a:pt x="533400" y="238125"/>
                </a:lnTo>
                <a:lnTo>
                  <a:pt x="533400" y="257175"/>
                </a:lnTo>
                <a:lnTo>
                  <a:pt x="523875" y="257175"/>
                </a:lnTo>
                <a:close/>
                <a:moveTo>
                  <a:pt x="1228725" y="238125"/>
                </a:moveTo>
                <a:lnTo>
                  <a:pt x="1238250" y="238125"/>
                </a:lnTo>
                <a:lnTo>
                  <a:pt x="1238250" y="247650"/>
                </a:lnTo>
                <a:lnTo>
                  <a:pt x="1228725" y="247650"/>
                </a:lnTo>
                <a:close/>
                <a:moveTo>
                  <a:pt x="1752600" y="257175"/>
                </a:moveTo>
                <a:lnTo>
                  <a:pt x="1762125" y="257175"/>
                </a:lnTo>
                <a:lnTo>
                  <a:pt x="1762125" y="276225"/>
                </a:lnTo>
                <a:lnTo>
                  <a:pt x="1752600" y="276225"/>
                </a:lnTo>
                <a:close/>
                <a:moveTo>
                  <a:pt x="285750" y="266700"/>
                </a:moveTo>
                <a:lnTo>
                  <a:pt x="295275" y="266700"/>
                </a:lnTo>
                <a:lnTo>
                  <a:pt x="295275" y="276225"/>
                </a:lnTo>
                <a:lnTo>
                  <a:pt x="285750" y="276225"/>
                </a:lnTo>
                <a:close/>
                <a:moveTo>
                  <a:pt x="447675" y="266700"/>
                </a:moveTo>
                <a:lnTo>
                  <a:pt x="457200" y="266700"/>
                </a:lnTo>
                <a:lnTo>
                  <a:pt x="457200" y="276225"/>
                </a:lnTo>
                <a:lnTo>
                  <a:pt x="447675" y="276225"/>
                </a:lnTo>
                <a:close/>
                <a:moveTo>
                  <a:pt x="47625" y="276225"/>
                </a:moveTo>
                <a:lnTo>
                  <a:pt x="57150" y="276225"/>
                </a:lnTo>
                <a:lnTo>
                  <a:pt x="57150" y="285750"/>
                </a:lnTo>
                <a:lnTo>
                  <a:pt x="47625" y="285750"/>
                </a:lnTo>
                <a:close/>
                <a:moveTo>
                  <a:pt x="333375" y="276225"/>
                </a:moveTo>
                <a:lnTo>
                  <a:pt x="342900" y="276225"/>
                </a:lnTo>
                <a:lnTo>
                  <a:pt x="342900" y="285750"/>
                </a:lnTo>
                <a:lnTo>
                  <a:pt x="333375" y="285750"/>
                </a:lnTo>
                <a:close/>
                <a:moveTo>
                  <a:pt x="457200" y="276225"/>
                </a:moveTo>
                <a:lnTo>
                  <a:pt x="466725" y="276225"/>
                </a:lnTo>
                <a:lnTo>
                  <a:pt x="466725" y="285750"/>
                </a:lnTo>
                <a:lnTo>
                  <a:pt x="457200" y="285750"/>
                </a:lnTo>
                <a:close/>
                <a:moveTo>
                  <a:pt x="1762125" y="276225"/>
                </a:moveTo>
                <a:lnTo>
                  <a:pt x="1771650" y="276225"/>
                </a:lnTo>
                <a:lnTo>
                  <a:pt x="1771650" y="304800"/>
                </a:lnTo>
                <a:lnTo>
                  <a:pt x="1762125" y="304800"/>
                </a:lnTo>
                <a:close/>
                <a:moveTo>
                  <a:pt x="133350" y="285750"/>
                </a:moveTo>
                <a:lnTo>
                  <a:pt x="142875" y="285750"/>
                </a:lnTo>
                <a:lnTo>
                  <a:pt x="142875" y="304800"/>
                </a:lnTo>
                <a:lnTo>
                  <a:pt x="133350" y="304800"/>
                </a:lnTo>
                <a:close/>
                <a:moveTo>
                  <a:pt x="447675" y="285750"/>
                </a:moveTo>
                <a:lnTo>
                  <a:pt x="457200" y="285750"/>
                </a:lnTo>
                <a:lnTo>
                  <a:pt x="457200" y="295275"/>
                </a:lnTo>
                <a:lnTo>
                  <a:pt x="447675" y="295275"/>
                </a:lnTo>
                <a:close/>
                <a:moveTo>
                  <a:pt x="352425" y="295275"/>
                </a:moveTo>
                <a:lnTo>
                  <a:pt x="390525" y="295275"/>
                </a:lnTo>
                <a:lnTo>
                  <a:pt x="390525" y="304800"/>
                </a:lnTo>
                <a:lnTo>
                  <a:pt x="381000" y="304800"/>
                </a:lnTo>
                <a:lnTo>
                  <a:pt x="381000" y="314325"/>
                </a:lnTo>
                <a:lnTo>
                  <a:pt x="371475" y="314325"/>
                </a:lnTo>
                <a:lnTo>
                  <a:pt x="371475" y="342900"/>
                </a:lnTo>
                <a:lnTo>
                  <a:pt x="390525" y="342900"/>
                </a:lnTo>
                <a:lnTo>
                  <a:pt x="390525" y="352425"/>
                </a:lnTo>
                <a:lnTo>
                  <a:pt x="409575" y="352425"/>
                </a:lnTo>
                <a:lnTo>
                  <a:pt x="409575" y="361950"/>
                </a:lnTo>
                <a:lnTo>
                  <a:pt x="400050" y="361950"/>
                </a:lnTo>
                <a:lnTo>
                  <a:pt x="400050" y="371475"/>
                </a:lnTo>
                <a:lnTo>
                  <a:pt x="371475" y="371475"/>
                </a:lnTo>
                <a:lnTo>
                  <a:pt x="371475" y="352425"/>
                </a:lnTo>
                <a:lnTo>
                  <a:pt x="361950" y="352425"/>
                </a:lnTo>
                <a:lnTo>
                  <a:pt x="361950" y="333375"/>
                </a:lnTo>
                <a:lnTo>
                  <a:pt x="352425" y="333375"/>
                </a:lnTo>
                <a:lnTo>
                  <a:pt x="352425" y="323850"/>
                </a:lnTo>
                <a:lnTo>
                  <a:pt x="342900" y="323850"/>
                </a:lnTo>
                <a:lnTo>
                  <a:pt x="342900" y="314325"/>
                </a:lnTo>
                <a:lnTo>
                  <a:pt x="333375" y="314325"/>
                </a:lnTo>
                <a:lnTo>
                  <a:pt x="333375" y="304800"/>
                </a:lnTo>
                <a:lnTo>
                  <a:pt x="352425" y="304800"/>
                </a:lnTo>
                <a:close/>
                <a:moveTo>
                  <a:pt x="1771650" y="314325"/>
                </a:moveTo>
                <a:lnTo>
                  <a:pt x="1781175" y="314325"/>
                </a:lnTo>
                <a:lnTo>
                  <a:pt x="1781175" y="323850"/>
                </a:lnTo>
                <a:lnTo>
                  <a:pt x="1771650" y="323850"/>
                </a:lnTo>
                <a:close/>
                <a:moveTo>
                  <a:pt x="285750" y="323850"/>
                </a:moveTo>
                <a:lnTo>
                  <a:pt x="295275" y="323850"/>
                </a:lnTo>
                <a:lnTo>
                  <a:pt x="295275" y="333375"/>
                </a:lnTo>
                <a:lnTo>
                  <a:pt x="304800" y="333375"/>
                </a:lnTo>
                <a:lnTo>
                  <a:pt x="304800" y="323850"/>
                </a:lnTo>
                <a:lnTo>
                  <a:pt x="314325" y="323850"/>
                </a:lnTo>
                <a:lnTo>
                  <a:pt x="314325" y="333375"/>
                </a:lnTo>
                <a:lnTo>
                  <a:pt x="304800" y="333375"/>
                </a:lnTo>
                <a:lnTo>
                  <a:pt x="304800" y="342900"/>
                </a:lnTo>
                <a:lnTo>
                  <a:pt x="314325" y="342900"/>
                </a:lnTo>
                <a:lnTo>
                  <a:pt x="314325" y="361950"/>
                </a:lnTo>
                <a:lnTo>
                  <a:pt x="323850" y="361950"/>
                </a:lnTo>
                <a:lnTo>
                  <a:pt x="323850" y="371475"/>
                </a:lnTo>
                <a:lnTo>
                  <a:pt x="304800" y="371475"/>
                </a:lnTo>
                <a:lnTo>
                  <a:pt x="304800" y="361950"/>
                </a:lnTo>
                <a:lnTo>
                  <a:pt x="276225" y="361950"/>
                </a:lnTo>
                <a:lnTo>
                  <a:pt x="276225" y="371475"/>
                </a:lnTo>
                <a:lnTo>
                  <a:pt x="257175" y="371475"/>
                </a:lnTo>
                <a:lnTo>
                  <a:pt x="257175" y="361950"/>
                </a:lnTo>
                <a:lnTo>
                  <a:pt x="247650" y="361950"/>
                </a:lnTo>
                <a:lnTo>
                  <a:pt x="247650" y="352425"/>
                </a:lnTo>
                <a:lnTo>
                  <a:pt x="266700" y="352425"/>
                </a:lnTo>
                <a:lnTo>
                  <a:pt x="266700" y="342900"/>
                </a:lnTo>
                <a:lnTo>
                  <a:pt x="257175" y="342900"/>
                </a:lnTo>
                <a:lnTo>
                  <a:pt x="257175" y="333375"/>
                </a:lnTo>
                <a:lnTo>
                  <a:pt x="266700" y="333375"/>
                </a:lnTo>
                <a:lnTo>
                  <a:pt x="266700" y="342900"/>
                </a:lnTo>
                <a:lnTo>
                  <a:pt x="285750" y="342900"/>
                </a:lnTo>
                <a:close/>
                <a:moveTo>
                  <a:pt x="238125" y="333375"/>
                </a:moveTo>
                <a:lnTo>
                  <a:pt x="247650" y="333375"/>
                </a:lnTo>
                <a:lnTo>
                  <a:pt x="247650" y="342900"/>
                </a:lnTo>
                <a:lnTo>
                  <a:pt x="238125" y="342900"/>
                </a:lnTo>
                <a:close/>
                <a:moveTo>
                  <a:pt x="742950" y="333375"/>
                </a:moveTo>
                <a:lnTo>
                  <a:pt x="752475" y="333375"/>
                </a:lnTo>
                <a:lnTo>
                  <a:pt x="752475" y="352425"/>
                </a:lnTo>
                <a:lnTo>
                  <a:pt x="809625" y="352425"/>
                </a:lnTo>
                <a:lnTo>
                  <a:pt x="809625" y="361950"/>
                </a:lnTo>
                <a:lnTo>
                  <a:pt x="828675" y="361950"/>
                </a:lnTo>
                <a:lnTo>
                  <a:pt x="828675" y="409575"/>
                </a:lnTo>
                <a:lnTo>
                  <a:pt x="819150" y="409575"/>
                </a:lnTo>
                <a:lnTo>
                  <a:pt x="819150" y="400050"/>
                </a:lnTo>
                <a:lnTo>
                  <a:pt x="790575" y="400050"/>
                </a:lnTo>
                <a:lnTo>
                  <a:pt x="790575" y="409575"/>
                </a:lnTo>
                <a:lnTo>
                  <a:pt x="781050" y="409575"/>
                </a:lnTo>
                <a:lnTo>
                  <a:pt x="781050" y="400050"/>
                </a:lnTo>
                <a:lnTo>
                  <a:pt x="771525" y="400050"/>
                </a:lnTo>
                <a:lnTo>
                  <a:pt x="771525" y="381000"/>
                </a:lnTo>
                <a:lnTo>
                  <a:pt x="762000" y="381000"/>
                </a:lnTo>
                <a:lnTo>
                  <a:pt x="762000" y="371475"/>
                </a:lnTo>
                <a:lnTo>
                  <a:pt x="771525" y="371475"/>
                </a:lnTo>
                <a:lnTo>
                  <a:pt x="771525" y="361950"/>
                </a:lnTo>
                <a:lnTo>
                  <a:pt x="752475" y="361950"/>
                </a:lnTo>
                <a:lnTo>
                  <a:pt x="752475" y="381000"/>
                </a:lnTo>
                <a:lnTo>
                  <a:pt x="723900" y="381000"/>
                </a:lnTo>
                <a:lnTo>
                  <a:pt x="723900" y="361950"/>
                </a:lnTo>
                <a:lnTo>
                  <a:pt x="742950" y="361950"/>
                </a:lnTo>
                <a:close/>
                <a:moveTo>
                  <a:pt x="1866900" y="342900"/>
                </a:moveTo>
                <a:lnTo>
                  <a:pt x="1876425" y="342900"/>
                </a:lnTo>
                <a:lnTo>
                  <a:pt x="1876425" y="361950"/>
                </a:lnTo>
                <a:lnTo>
                  <a:pt x="1866900" y="361950"/>
                </a:lnTo>
                <a:close/>
                <a:moveTo>
                  <a:pt x="476250" y="352425"/>
                </a:moveTo>
                <a:lnTo>
                  <a:pt x="495300" y="352425"/>
                </a:lnTo>
                <a:lnTo>
                  <a:pt x="495300" y="371475"/>
                </a:lnTo>
                <a:lnTo>
                  <a:pt x="476250" y="371475"/>
                </a:lnTo>
                <a:close/>
                <a:moveTo>
                  <a:pt x="923925" y="352425"/>
                </a:moveTo>
                <a:lnTo>
                  <a:pt x="942975" y="352425"/>
                </a:lnTo>
                <a:lnTo>
                  <a:pt x="942975" y="361950"/>
                </a:lnTo>
                <a:lnTo>
                  <a:pt x="952500" y="361950"/>
                </a:lnTo>
                <a:lnTo>
                  <a:pt x="952500" y="381000"/>
                </a:lnTo>
                <a:lnTo>
                  <a:pt x="971550" y="381000"/>
                </a:lnTo>
                <a:lnTo>
                  <a:pt x="971550" y="390525"/>
                </a:lnTo>
                <a:lnTo>
                  <a:pt x="981075" y="390525"/>
                </a:lnTo>
                <a:lnTo>
                  <a:pt x="981075" y="400050"/>
                </a:lnTo>
                <a:lnTo>
                  <a:pt x="990600" y="400050"/>
                </a:lnTo>
                <a:lnTo>
                  <a:pt x="990600" y="419100"/>
                </a:lnTo>
                <a:lnTo>
                  <a:pt x="952500" y="419100"/>
                </a:lnTo>
                <a:lnTo>
                  <a:pt x="952500" y="409575"/>
                </a:lnTo>
                <a:lnTo>
                  <a:pt x="942975" y="409575"/>
                </a:lnTo>
                <a:lnTo>
                  <a:pt x="942975" y="390525"/>
                </a:lnTo>
                <a:lnTo>
                  <a:pt x="933450" y="390525"/>
                </a:lnTo>
                <a:lnTo>
                  <a:pt x="933450" y="381000"/>
                </a:lnTo>
                <a:lnTo>
                  <a:pt x="923925" y="381000"/>
                </a:lnTo>
                <a:close/>
                <a:moveTo>
                  <a:pt x="19050" y="361950"/>
                </a:moveTo>
                <a:lnTo>
                  <a:pt x="38100" y="361950"/>
                </a:lnTo>
                <a:lnTo>
                  <a:pt x="38100" y="371475"/>
                </a:lnTo>
                <a:lnTo>
                  <a:pt x="19050" y="371475"/>
                </a:lnTo>
                <a:close/>
                <a:moveTo>
                  <a:pt x="885825" y="361950"/>
                </a:moveTo>
                <a:lnTo>
                  <a:pt x="914400" y="361950"/>
                </a:lnTo>
                <a:lnTo>
                  <a:pt x="914400" y="381000"/>
                </a:lnTo>
                <a:lnTo>
                  <a:pt x="885825" y="381000"/>
                </a:lnTo>
                <a:lnTo>
                  <a:pt x="885825" y="400050"/>
                </a:lnTo>
                <a:lnTo>
                  <a:pt x="857250" y="400050"/>
                </a:lnTo>
                <a:lnTo>
                  <a:pt x="857250" y="390525"/>
                </a:lnTo>
                <a:lnTo>
                  <a:pt x="847725" y="390525"/>
                </a:lnTo>
                <a:lnTo>
                  <a:pt x="847725" y="400050"/>
                </a:lnTo>
                <a:lnTo>
                  <a:pt x="838200" y="400050"/>
                </a:lnTo>
                <a:lnTo>
                  <a:pt x="838200" y="381000"/>
                </a:lnTo>
                <a:lnTo>
                  <a:pt x="866775" y="381000"/>
                </a:lnTo>
                <a:lnTo>
                  <a:pt x="866775" y="371475"/>
                </a:lnTo>
                <a:lnTo>
                  <a:pt x="885825" y="371475"/>
                </a:lnTo>
                <a:close/>
                <a:moveTo>
                  <a:pt x="133350" y="371475"/>
                </a:moveTo>
                <a:lnTo>
                  <a:pt x="152400" y="371475"/>
                </a:lnTo>
                <a:lnTo>
                  <a:pt x="152400" y="381000"/>
                </a:lnTo>
                <a:lnTo>
                  <a:pt x="142875" y="381000"/>
                </a:lnTo>
                <a:lnTo>
                  <a:pt x="142875" y="400050"/>
                </a:lnTo>
                <a:lnTo>
                  <a:pt x="133350" y="400050"/>
                </a:lnTo>
                <a:close/>
                <a:moveTo>
                  <a:pt x="238125" y="371475"/>
                </a:moveTo>
                <a:lnTo>
                  <a:pt x="257175" y="371475"/>
                </a:lnTo>
                <a:lnTo>
                  <a:pt x="257175" y="381000"/>
                </a:lnTo>
                <a:lnTo>
                  <a:pt x="238125" y="381000"/>
                </a:lnTo>
                <a:close/>
                <a:moveTo>
                  <a:pt x="152400" y="390525"/>
                </a:moveTo>
                <a:lnTo>
                  <a:pt x="161925" y="390525"/>
                </a:lnTo>
                <a:lnTo>
                  <a:pt x="161925" y="400050"/>
                </a:lnTo>
                <a:lnTo>
                  <a:pt x="152400" y="400050"/>
                </a:lnTo>
                <a:close/>
                <a:moveTo>
                  <a:pt x="161925" y="400050"/>
                </a:moveTo>
                <a:lnTo>
                  <a:pt x="200025" y="400050"/>
                </a:lnTo>
                <a:lnTo>
                  <a:pt x="200025" y="409575"/>
                </a:lnTo>
                <a:lnTo>
                  <a:pt x="190500" y="409575"/>
                </a:lnTo>
                <a:lnTo>
                  <a:pt x="190500" y="419100"/>
                </a:lnTo>
                <a:lnTo>
                  <a:pt x="180975" y="419100"/>
                </a:lnTo>
                <a:lnTo>
                  <a:pt x="180975" y="457200"/>
                </a:lnTo>
                <a:lnTo>
                  <a:pt x="161925" y="457200"/>
                </a:lnTo>
                <a:lnTo>
                  <a:pt x="161925" y="428625"/>
                </a:lnTo>
                <a:lnTo>
                  <a:pt x="171450" y="428625"/>
                </a:lnTo>
                <a:lnTo>
                  <a:pt x="171450" y="409575"/>
                </a:lnTo>
                <a:lnTo>
                  <a:pt x="161925" y="409575"/>
                </a:lnTo>
                <a:close/>
                <a:moveTo>
                  <a:pt x="371475" y="400050"/>
                </a:moveTo>
                <a:lnTo>
                  <a:pt x="419100" y="400050"/>
                </a:lnTo>
                <a:lnTo>
                  <a:pt x="419100" y="409575"/>
                </a:lnTo>
                <a:lnTo>
                  <a:pt x="428625" y="409575"/>
                </a:lnTo>
                <a:lnTo>
                  <a:pt x="428625" y="400050"/>
                </a:lnTo>
                <a:lnTo>
                  <a:pt x="438150" y="400050"/>
                </a:lnTo>
                <a:lnTo>
                  <a:pt x="438150" y="409575"/>
                </a:lnTo>
                <a:lnTo>
                  <a:pt x="485775" y="409575"/>
                </a:lnTo>
                <a:lnTo>
                  <a:pt x="485775" y="400050"/>
                </a:lnTo>
                <a:lnTo>
                  <a:pt x="495300" y="400050"/>
                </a:lnTo>
                <a:lnTo>
                  <a:pt x="495300" y="409575"/>
                </a:lnTo>
                <a:lnTo>
                  <a:pt x="523875" y="409575"/>
                </a:lnTo>
                <a:lnTo>
                  <a:pt x="523875" y="400050"/>
                </a:lnTo>
                <a:lnTo>
                  <a:pt x="542925" y="400050"/>
                </a:lnTo>
                <a:lnTo>
                  <a:pt x="542925" y="409575"/>
                </a:lnTo>
                <a:lnTo>
                  <a:pt x="561975" y="409575"/>
                </a:lnTo>
                <a:lnTo>
                  <a:pt x="561975" y="419100"/>
                </a:lnTo>
                <a:lnTo>
                  <a:pt x="552450" y="419100"/>
                </a:lnTo>
                <a:lnTo>
                  <a:pt x="552450" y="428625"/>
                </a:lnTo>
                <a:lnTo>
                  <a:pt x="542925" y="428625"/>
                </a:lnTo>
                <a:lnTo>
                  <a:pt x="542925" y="419100"/>
                </a:lnTo>
                <a:lnTo>
                  <a:pt x="485775" y="419100"/>
                </a:lnTo>
                <a:lnTo>
                  <a:pt x="485775" y="428625"/>
                </a:lnTo>
                <a:lnTo>
                  <a:pt x="466725" y="428625"/>
                </a:lnTo>
                <a:lnTo>
                  <a:pt x="466725" y="419100"/>
                </a:lnTo>
                <a:lnTo>
                  <a:pt x="409575" y="419100"/>
                </a:lnTo>
                <a:lnTo>
                  <a:pt x="409575" y="409575"/>
                </a:lnTo>
                <a:lnTo>
                  <a:pt x="371475" y="409575"/>
                </a:lnTo>
                <a:close/>
                <a:moveTo>
                  <a:pt x="590550" y="400050"/>
                </a:moveTo>
                <a:lnTo>
                  <a:pt x="619125" y="400050"/>
                </a:lnTo>
                <a:lnTo>
                  <a:pt x="619125" y="409575"/>
                </a:lnTo>
                <a:lnTo>
                  <a:pt x="590550" y="409575"/>
                </a:lnTo>
                <a:close/>
                <a:moveTo>
                  <a:pt x="733425" y="400050"/>
                </a:moveTo>
                <a:lnTo>
                  <a:pt x="771525" y="400050"/>
                </a:lnTo>
                <a:lnTo>
                  <a:pt x="771525" y="409575"/>
                </a:lnTo>
                <a:lnTo>
                  <a:pt x="762000" y="409575"/>
                </a:lnTo>
                <a:lnTo>
                  <a:pt x="762000" y="419100"/>
                </a:lnTo>
                <a:lnTo>
                  <a:pt x="752475" y="419100"/>
                </a:lnTo>
                <a:lnTo>
                  <a:pt x="752475" y="438150"/>
                </a:lnTo>
                <a:lnTo>
                  <a:pt x="733425" y="438150"/>
                </a:lnTo>
                <a:lnTo>
                  <a:pt x="733425" y="428625"/>
                </a:lnTo>
                <a:lnTo>
                  <a:pt x="723900" y="428625"/>
                </a:lnTo>
                <a:lnTo>
                  <a:pt x="723900" y="419100"/>
                </a:lnTo>
                <a:lnTo>
                  <a:pt x="714375" y="419100"/>
                </a:lnTo>
                <a:lnTo>
                  <a:pt x="714375" y="409575"/>
                </a:lnTo>
                <a:lnTo>
                  <a:pt x="733425" y="409575"/>
                </a:lnTo>
                <a:close/>
                <a:moveTo>
                  <a:pt x="904875" y="400050"/>
                </a:moveTo>
                <a:lnTo>
                  <a:pt x="933450" y="400050"/>
                </a:lnTo>
                <a:lnTo>
                  <a:pt x="933450" y="409575"/>
                </a:lnTo>
                <a:lnTo>
                  <a:pt x="904875" y="409575"/>
                </a:lnTo>
                <a:close/>
                <a:moveTo>
                  <a:pt x="619125" y="409575"/>
                </a:moveTo>
                <a:lnTo>
                  <a:pt x="676275" y="409575"/>
                </a:lnTo>
                <a:lnTo>
                  <a:pt x="676275" y="419100"/>
                </a:lnTo>
                <a:lnTo>
                  <a:pt x="619125" y="419100"/>
                </a:lnTo>
                <a:close/>
                <a:moveTo>
                  <a:pt x="876300" y="409575"/>
                </a:moveTo>
                <a:lnTo>
                  <a:pt x="904875" y="409575"/>
                </a:lnTo>
                <a:lnTo>
                  <a:pt x="904875" y="419100"/>
                </a:lnTo>
                <a:lnTo>
                  <a:pt x="876300" y="419100"/>
                </a:lnTo>
                <a:close/>
                <a:moveTo>
                  <a:pt x="219075" y="419100"/>
                </a:moveTo>
                <a:lnTo>
                  <a:pt x="228600" y="419100"/>
                </a:lnTo>
                <a:lnTo>
                  <a:pt x="228600" y="438150"/>
                </a:lnTo>
                <a:lnTo>
                  <a:pt x="219075" y="438150"/>
                </a:lnTo>
                <a:close/>
                <a:moveTo>
                  <a:pt x="342900" y="419100"/>
                </a:moveTo>
                <a:lnTo>
                  <a:pt x="352425" y="419100"/>
                </a:lnTo>
                <a:lnTo>
                  <a:pt x="352425" y="428625"/>
                </a:lnTo>
                <a:lnTo>
                  <a:pt x="342900" y="428625"/>
                </a:lnTo>
                <a:close/>
                <a:moveTo>
                  <a:pt x="990600" y="419100"/>
                </a:moveTo>
                <a:lnTo>
                  <a:pt x="1000125" y="419100"/>
                </a:lnTo>
                <a:lnTo>
                  <a:pt x="1000125" y="428625"/>
                </a:lnTo>
                <a:lnTo>
                  <a:pt x="990600" y="428625"/>
                </a:lnTo>
                <a:close/>
                <a:moveTo>
                  <a:pt x="295275" y="428625"/>
                </a:moveTo>
                <a:lnTo>
                  <a:pt x="304800" y="428625"/>
                </a:lnTo>
                <a:lnTo>
                  <a:pt x="304800" y="447675"/>
                </a:lnTo>
                <a:lnTo>
                  <a:pt x="295275" y="447675"/>
                </a:lnTo>
                <a:close/>
                <a:moveTo>
                  <a:pt x="323850" y="428625"/>
                </a:moveTo>
                <a:lnTo>
                  <a:pt x="342900" y="428625"/>
                </a:lnTo>
                <a:lnTo>
                  <a:pt x="342900" y="438150"/>
                </a:lnTo>
                <a:lnTo>
                  <a:pt x="323850" y="438150"/>
                </a:lnTo>
                <a:close/>
                <a:moveTo>
                  <a:pt x="733425" y="457200"/>
                </a:moveTo>
                <a:lnTo>
                  <a:pt x="752475" y="457200"/>
                </a:lnTo>
                <a:lnTo>
                  <a:pt x="752475" y="466725"/>
                </a:lnTo>
                <a:lnTo>
                  <a:pt x="733425" y="466725"/>
                </a:lnTo>
                <a:close/>
                <a:moveTo>
                  <a:pt x="723900" y="466725"/>
                </a:moveTo>
                <a:lnTo>
                  <a:pt x="733425" y="466725"/>
                </a:lnTo>
                <a:lnTo>
                  <a:pt x="733425" y="476250"/>
                </a:lnTo>
                <a:lnTo>
                  <a:pt x="723900" y="476250"/>
                </a:lnTo>
                <a:close/>
                <a:moveTo>
                  <a:pt x="790575" y="466725"/>
                </a:moveTo>
                <a:lnTo>
                  <a:pt x="809625" y="466725"/>
                </a:lnTo>
                <a:lnTo>
                  <a:pt x="809625" y="476250"/>
                </a:lnTo>
                <a:lnTo>
                  <a:pt x="790575" y="476250"/>
                </a:lnTo>
                <a:close/>
                <a:moveTo>
                  <a:pt x="628650" y="476250"/>
                </a:moveTo>
                <a:lnTo>
                  <a:pt x="647700" y="476250"/>
                </a:lnTo>
                <a:lnTo>
                  <a:pt x="647700" y="485775"/>
                </a:lnTo>
                <a:lnTo>
                  <a:pt x="628650" y="485775"/>
                </a:lnTo>
                <a:close/>
                <a:moveTo>
                  <a:pt x="847725" y="476250"/>
                </a:moveTo>
                <a:lnTo>
                  <a:pt x="857250" y="476250"/>
                </a:lnTo>
                <a:lnTo>
                  <a:pt x="857250" y="485775"/>
                </a:lnTo>
                <a:lnTo>
                  <a:pt x="847725" y="485775"/>
                </a:lnTo>
                <a:close/>
                <a:moveTo>
                  <a:pt x="904875" y="476250"/>
                </a:moveTo>
                <a:lnTo>
                  <a:pt x="914400" y="476250"/>
                </a:lnTo>
                <a:lnTo>
                  <a:pt x="914400" y="485775"/>
                </a:lnTo>
                <a:lnTo>
                  <a:pt x="904875" y="485775"/>
                </a:lnTo>
                <a:close/>
                <a:moveTo>
                  <a:pt x="962025" y="476250"/>
                </a:moveTo>
                <a:lnTo>
                  <a:pt x="1009650" y="476250"/>
                </a:lnTo>
                <a:lnTo>
                  <a:pt x="1009650" y="485775"/>
                </a:lnTo>
                <a:lnTo>
                  <a:pt x="990600" y="485775"/>
                </a:lnTo>
                <a:lnTo>
                  <a:pt x="990600" y="504825"/>
                </a:lnTo>
                <a:lnTo>
                  <a:pt x="962025" y="504825"/>
                </a:lnTo>
                <a:lnTo>
                  <a:pt x="962025" y="495300"/>
                </a:lnTo>
                <a:lnTo>
                  <a:pt x="952500" y="495300"/>
                </a:lnTo>
                <a:lnTo>
                  <a:pt x="952500" y="485775"/>
                </a:lnTo>
                <a:lnTo>
                  <a:pt x="962025" y="485775"/>
                </a:lnTo>
                <a:close/>
                <a:moveTo>
                  <a:pt x="114300" y="485775"/>
                </a:moveTo>
                <a:lnTo>
                  <a:pt x="123825" y="485775"/>
                </a:lnTo>
                <a:lnTo>
                  <a:pt x="123825" y="542925"/>
                </a:lnTo>
                <a:lnTo>
                  <a:pt x="114300" y="542925"/>
                </a:lnTo>
                <a:close/>
                <a:moveTo>
                  <a:pt x="923925" y="485775"/>
                </a:moveTo>
                <a:lnTo>
                  <a:pt x="942975" y="485775"/>
                </a:lnTo>
                <a:lnTo>
                  <a:pt x="942975" y="495300"/>
                </a:lnTo>
                <a:lnTo>
                  <a:pt x="923925" y="495300"/>
                </a:lnTo>
                <a:close/>
                <a:moveTo>
                  <a:pt x="28575" y="514350"/>
                </a:moveTo>
                <a:lnTo>
                  <a:pt x="38100" y="514350"/>
                </a:lnTo>
                <a:lnTo>
                  <a:pt x="38100" y="542925"/>
                </a:lnTo>
                <a:lnTo>
                  <a:pt x="28575" y="542925"/>
                </a:lnTo>
                <a:lnTo>
                  <a:pt x="28575" y="561975"/>
                </a:lnTo>
                <a:lnTo>
                  <a:pt x="19050" y="561975"/>
                </a:lnTo>
                <a:lnTo>
                  <a:pt x="19050" y="533400"/>
                </a:lnTo>
                <a:lnTo>
                  <a:pt x="28575" y="533400"/>
                </a:lnTo>
                <a:close/>
                <a:moveTo>
                  <a:pt x="190500" y="514350"/>
                </a:moveTo>
                <a:lnTo>
                  <a:pt x="219075" y="514350"/>
                </a:lnTo>
                <a:lnTo>
                  <a:pt x="219075" y="523875"/>
                </a:lnTo>
                <a:lnTo>
                  <a:pt x="190500" y="523875"/>
                </a:lnTo>
                <a:close/>
                <a:moveTo>
                  <a:pt x="257175" y="514350"/>
                </a:moveTo>
                <a:lnTo>
                  <a:pt x="276225" y="514350"/>
                </a:lnTo>
                <a:lnTo>
                  <a:pt x="276225" y="523875"/>
                </a:lnTo>
                <a:lnTo>
                  <a:pt x="257175" y="523875"/>
                </a:lnTo>
                <a:close/>
                <a:moveTo>
                  <a:pt x="590550" y="647700"/>
                </a:moveTo>
                <a:lnTo>
                  <a:pt x="600075" y="647700"/>
                </a:lnTo>
                <a:lnTo>
                  <a:pt x="600075" y="657225"/>
                </a:lnTo>
                <a:lnTo>
                  <a:pt x="590550" y="657225"/>
                </a:lnTo>
                <a:close/>
                <a:moveTo>
                  <a:pt x="114300" y="657225"/>
                </a:moveTo>
                <a:lnTo>
                  <a:pt x="123825" y="657225"/>
                </a:lnTo>
                <a:lnTo>
                  <a:pt x="123825" y="666750"/>
                </a:lnTo>
                <a:lnTo>
                  <a:pt x="133350" y="666750"/>
                </a:lnTo>
                <a:lnTo>
                  <a:pt x="133350" y="676275"/>
                </a:lnTo>
                <a:lnTo>
                  <a:pt x="123825" y="676275"/>
                </a:lnTo>
                <a:lnTo>
                  <a:pt x="123825" y="685800"/>
                </a:lnTo>
                <a:lnTo>
                  <a:pt x="133350" y="685800"/>
                </a:lnTo>
                <a:lnTo>
                  <a:pt x="133350" y="704850"/>
                </a:lnTo>
                <a:lnTo>
                  <a:pt x="114300" y="704850"/>
                </a:lnTo>
                <a:close/>
                <a:moveTo>
                  <a:pt x="247650" y="657225"/>
                </a:moveTo>
                <a:lnTo>
                  <a:pt x="257175" y="657225"/>
                </a:lnTo>
                <a:lnTo>
                  <a:pt x="257175" y="666750"/>
                </a:lnTo>
                <a:lnTo>
                  <a:pt x="247650" y="666750"/>
                </a:lnTo>
                <a:close/>
                <a:moveTo>
                  <a:pt x="295275" y="657225"/>
                </a:moveTo>
                <a:lnTo>
                  <a:pt x="304800" y="657225"/>
                </a:lnTo>
                <a:lnTo>
                  <a:pt x="304800" y="666750"/>
                </a:lnTo>
                <a:lnTo>
                  <a:pt x="295275" y="666750"/>
                </a:lnTo>
                <a:close/>
                <a:moveTo>
                  <a:pt x="561975" y="657225"/>
                </a:moveTo>
                <a:lnTo>
                  <a:pt x="590550" y="657225"/>
                </a:lnTo>
                <a:lnTo>
                  <a:pt x="590550" y="666750"/>
                </a:lnTo>
                <a:lnTo>
                  <a:pt x="561975" y="666750"/>
                </a:lnTo>
                <a:close/>
                <a:moveTo>
                  <a:pt x="657225" y="657225"/>
                </a:moveTo>
                <a:lnTo>
                  <a:pt x="666750" y="657225"/>
                </a:lnTo>
                <a:lnTo>
                  <a:pt x="666750" y="685800"/>
                </a:lnTo>
                <a:lnTo>
                  <a:pt x="685800" y="685800"/>
                </a:lnTo>
                <a:lnTo>
                  <a:pt x="685800" y="676275"/>
                </a:lnTo>
                <a:lnTo>
                  <a:pt x="714375" y="676275"/>
                </a:lnTo>
                <a:lnTo>
                  <a:pt x="714375" y="695325"/>
                </a:lnTo>
                <a:lnTo>
                  <a:pt x="647700" y="695325"/>
                </a:lnTo>
                <a:lnTo>
                  <a:pt x="647700" y="676275"/>
                </a:lnTo>
                <a:lnTo>
                  <a:pt x="657225" y="676275"/>
                </a:lnTo>
                <a:close/>
                <a:moveTo>
                  <a:pt x="876300" y="657225"/>
                </a:moveTo>
                <a:lnTo>
                  <a:pt x="885825" y="657225"/>
                </a:lnTo>
                <a:lnTo>
                  <a:pt x="885825" y="685800"/>
                </a:lnTo>
                <a:lnTo>
                  <a:pt x="866775" y="685800"/>
                </a:lnTo>
                <a:lnTo>
                  <a:pt x="866775" y="695325"/>
                </a:lnTo>
                <a:lnTo>
                  <a:pt x="838200" y="695325"/>
                </a:lnTo>
                <a:lnTo>
                  <a:pt x="838200" y="676275"/>
                </a:lnTo>
                <a:lnTo>
                  <a:pt x="828675" y="676275"/>
                </a:lnTo>
                <a:lnTo>
                  <a:pt x="828675" y="666750"/>
                </a:lnTo>
                <a:lnTo>
                  <a:pt x="838200" y="666750"/>
                </a:lnTo>
                <a:lnTo>
                  <a:pt x="838200" y="676275"/>
                </a:lnTo>
                <a:lnTo>
                  <a:pt x="876300" y="676275"/>
                </a:lnTo>
                <a:close/>
                <a:moveTo>
                  <a:pt x="1095375" y="657225"/>
                </a:moveTo>
                <a:lnTo>
                  <a:pt x="1114425" y="657225"/>
                </a:lnTo>
                <a:lnTo>
                  <a:pt x="1114425" y="666750"/>
                </a:lnTo>
                <a:lnTo>
                  <a:pt x="1095375" y="666750"/>
                </a:lnTo>
                <a:close/>
                <a:moveTo>
                  <a:pt x="238125" y="666750"/>
                </a:moveTo>
                <a:lnTo>
                  <a:pt x="247650" y="666750"/>
                </a:lnTo>
                <a:lnTo>
                  <a:pt x="247650" y="685800"/>
                </a:lnTo>
                <a:lnTo>
                  <a:pt x="219075" y="685800"/>
                </a:lnTo>
                <a:lnTo>
                  <a:pt x="219075" y="676275"/>
                </a:lnTo>
                <a:lnTo>
                  <a:pt x="238125" y="676275"/>
                </a:lnTo>
                <a:close/>
                <a:moveTo>
                  <a:pt x="1228725" y="666750"/>
                </a:moveTo>
                <a:lnTo>
                  <a:pt x="1238250" y="666750"/>
                </a:lnTo>
                <a:lnTo>
                  <a:pt x="1238250" y="676275"/>
                </a:lnTo>
                <a:lnTo>
                  <a:pt x="1228725" y="676275"/>
                </a:lnTo>
                <a:close/>
                <a:moveTo>
                  <a:pt x="314325" y="676275"/>
                </a:moveTo>
                <a:lnTo>
                  <a:pt x="333375" y="676275"/>
                </a:lnTo>
                <a:lnTo>
                  <a:pt x="333375" y="685800"/>
                </a:lnTo>
                <a:lnTo>
                  <a:pt x="352425" y="685800"/>
                </a:lnTo>
                <a:lnTo>
                  <a:pt x="352425" y="695325"/>
                </a:lnTo>
                <a:lnTo>
                  <a:pt x="371475" y="695325"/>
                </a:lnTo>
                <a:lnTo>
                  <a:pt x="371475" y="714375"/>
                </a:lnTo>
                <a:lnTo>
                  <a:pt x="352425" y="714375"/>
                </a:lnTo>
                <a:lnTo>
                  <a:pt x="352425" y="704850"/>
                </a:lnTo>
                <a:lnTo>
                  <a:pt x="333375" y="704850"/>
                </a:lnTo>
                <a:lnTo>
                  <a:pt x="333375" y="695325"/>
                </a:lnTo>
                <a:lnTo>
                  <a:pt x="314325" y="695325"/>
                </a:lnTo>
                <a:close/>
                <a:moveTo>
                  <a:pt x="561975" y="676275"/>
                </a:moveTo>
                <a:lnTo>
                  <a:pt x="571500" y="676275"/>
                </a:lnTo>
                <a:lnTo>
                  <a:pt x="571500" y="685800"/>
                </a:lnTo>
                <a:lnTo>
                  <a:pt x="561975" y="685800"/>
                </a:lnTo>
                <a:close/>
                <a:moveTo>
                  <a:pt x="619125" y="676275"/>
                </a:moveTo>
                <a:lnTo>
                  <a:pt x="628650" y="676275"/>
                </a:lnTo>
                <a:lnTo>
                  <a:pt x="628650" y="685800"/>
                </a:lnTo>
                <a:lnTo>
                  <a:pt x="619125" y="685800"/>
                </a:lnTo>
                <a:close/>
                <a:moveTo>
                  <a:pt x="819150" y="676275"/>
                </a:moveTo>
                <a:lnTo>
                  <a:pt x="828675" y="676275"/>
                </a:lnTo>
                <a:lnTo>
                  <a:pt x="828675" y="685800"/>
                </a:lnTo>
                <a:lnTo>
                  <a:pt x="819150" y="685800"/>
                </a:lnTo>
                <a:close/>
                <a:moveTo>
                  <a:pt x="1171575" y="676275"/>
                </a:moveTo>
                <a:lnTo>
                  <a:pt x="1190625" y="676275"/>
                </a:lnTo>
                <a:lnTo>
                  <a:pt x="1190625" y="685800"/>
                </a:lnTo>
                <a:lnTo>
                  <a:pt x="1209675" y="685800"/>
                </a:lnTo>
                <a:lnTo>
                  <a:pt x="1209675" y="704850"/>
                </a:lnTo>
                <a:lnTo>
                  <a:pt x="1181100" y="704850"/>
                </a:lnTo>
                <a:lnTo>
                  <a:pt x="1181100" y="695325"/>
                </a:lnTo>
                <a:lnTo>
                  <a:pt x="1171575" y="695325"/>
                </a:lnTo>
                <a:close/>
                <a:moveTo>
                  <a:pt x="609600" y="685800"/>
                </a:moveTo>
                <a:lnTo>
                  <a:pt x="619125" y="685800"/>
                </a:lnTo>
                <a:lnTo>
                  <a:pt x="619125" y="704850"/>
                </a:lnTo>
                <a:lnTo>
                  <a:pt x="609600" y="704850"/>
                </a:lnTo>
                <a:close/>
                <a:moveTo>
                  <a:pt x="771525" y="685800"/>
                </a:moveTo>
                <a:lnTo>
                  <a:pt x="781050" y="685800"/>
                </a:lnTo>
                <a:lnTo>
                  <a:pt x="781050" y="695325"/>
                </a:lnTo>
                <a:lnTo>
                  <a:pt x="771525" y="695325"/>
                </a:lnTo>
                <a:close/>
                <a:moveTo>
                  <a:pt x="1133475" y="685800"/>
                </a:moveTo>
                <a:lnTo>
                  <a:pt x="1152525" y="685800"/>
                </a:lnTo>
                <a:lnTo>
                  <a:pt x="1152525" y="704850"/>
                </a:lnTo>
                <a:lnTo>
                  <a:pt x="1133475" y="704850"/>
                </a:lnTo>
                <a:close/>
                <a:moveTo>
                  <a:pt x="228600" y="695325"/>
                </a:moveTo>
                <a:lnTo>
                  <a:pt x="238125" y="695325"/>
                </a:lnTo>
                <a:lnTo>
                  <a:pt x="238125" y="704850"/>
                </a:lnTo>
                <a:lnTo>
                  <a:pt x="228600" y="704850"/>
                </a:lnTo>
                <a:close/>
                <a:moveTo>
                  <a:pt x="295275" y="695325"/>
                </a:moveTo>
                <a:lnTo>
                  <a:pt x="304800" y="695325"/>
                </a:lnTo>
                <a:lnTo>
                  <a:pt x="304800" y="704850"/>
                </a:lnTo>
                <a:lnTo>
                  <a:pt x="295275" y="704850"/>
                </a:lnTo>
                <a:close/>
                <a:moveTo>
                  <a:pt x="752475" y="695325"/>
                </a:moveTo>
                <a:lnTo>
                  <a:pt x="771525" y="695325"/>
                </a:lnTo>
                <a:lnTo>
                  <a:pt x="771525" y="704850"/>
                </a:lnTo>
                <a:lnTo>
                  <a:pt x="752475" y="704850"/>
                </a:lnTo>
                <a:close/>
                <a:moveTo>
                  <a:pt x="819150" y="695325"/>
                </a:moveTo>
                <a:lnTo>
                  <a:pt x="828675" y="695325"/>
                </a:lnTo>
                <a:lnTo>
                  <a:pt x="828675" y="704850"/>
                </a:lnTo>
                <a:lnTo>
                  <a:pt x="819150" y="704850"/>
                </a:lnTo>
                <a:close/>
                <a:moveTo>
                  <a:pt x="866775" y="695325"/>
                </a:moveTo>
                <a:lnTo>
                  <a:pt x="876300" y="695325"/>
                </a:lnTo>
                <a:lnTo>
                  <a:pt x="876300" y="704850"/>
                </a:lnTo>
                <a:lnTo>
                  <a:pt x="866775" y="704850"/>
                </a:lnTo>
                <a:close/>
                <a:moveTo>
                  <a:pt x="923925" y="695325"/>
                </a:moveTo>
                <a:lnTo>
                  <a:pt x="942975" y="695325"/>
                </a:lnTo>
                <a:lnTo>
                  <a:pt x="942975" y="704850"/>
                </a:lnTo>
                <a:lnTo>
                  <a:pt x="923925" y="704850"/>
                </a:lnTo>
                <a:close/>
                <a:moveTo>
                  <a:pt x="457200" y="704850"/>
                </a:moveTo>
                <a:lnTo>
                  <a:pt x="466725" y="704850"/>
                </a:lnTo>
                <a:lnTo>
                  <a:pt x="466725" y="714375"/>
                </a:lnTo>
                <a:lnTo>
                  <a:pt x="457200" y="714375"/>
                </a:lnTo>
                <a:close/>
                <a:moveTo>
                  <a:pt x="733425" y="704850"/>
                </a:moveTo>
                <a:lnTo>
                  <a:pt x="752475" y="704850"/>
                </a:lnTo>
                <a:lnTo>
                  <a:pt x="752475" y="714375"/>
                </a:lnTo>
                <a:lnTo>
                  <a:pt x="733425" y="714375"/>
                </a:lnTo>
                <a:close/>
                <a:moveTo>
                  <a:pt x="114300" y="714375"/>
                </a:moveTo>
                <a:lnTo>
                  <a:pt x="133350" y="714375"/>
                </a:lnTo>
                <a:lnTo>
                  <a:pt x="133350" y="723900"/>
                </a:lnTo>
                <a:lnTo>
                  <a:pt x="123825" y="723900"/>
                </a:lnTo>
                <a:lnTo>
                  <a:pt x="123825" y="733425"/>
                </a:lnTo>
                <a:lnTo>
                  <a:pt x="114300" y="733425"/>
                </a:lnTo>
                <a:close/>
                <a:moveTo>
                  <a:pt x="447675" y="714375"/>
                </a:moveTo>
                <a:lnTo>
                  <a:pt x="457200" y="714375"/>
                </a:lnTo>
                <a:lnTo>
                  <a:pt x="457200" y="723900"/>
                </a:lnTo>
                <a:lnTo>
                  <a:pt x="466725" y="723900"/>
                </a:lnTo>
                <a:lnTo>
                  <a:pt x="466725" y="733425"/>
                </a:lnTo>
                <a:lnTo>
                  <a:pt x="447675" y="733425"/>
                </a:lnTo>
                <a:close/>
                <a:moveTo>
                  <a:pt x="885825" y="714375"/>
                </a:moveTo>
                <a:lnTo>
                  <a:pt x="895350" y="714375"/>
                </a:lnTo>
                <a:lnTo>
                  <a:pt x="895350" y="723900"/>
                </a:lnTo>
                <a:lnTo>
                  <a:pt x="885825" y="723900"/>
                </a:lnTo>
                <a:close/>
                <a:moveTo>
                  <a:pt x="1114425" y="714375"/>
                </a:moveTo>
                <a:lnTo>
                  <a:pt x="1123950" y="714375"/>
                </a:lnTo>
                <a:lnTo>
                  <a:pt x="1123950" y="723900"/>
                </a:lnTo>
                <a:lnTo>
                  <a:pt x="1114425" y="723900"/>
                </a:lnTo>
                <a:close/>
                <a:moveTo>
                  <a:pt x="1247775" y="714375"/>
                </a:moveTo>
                <a:lnTo>
                  <a:pt x="1266825" y="714375"/>
                </a:lnTo>
                <a:lnTo>
                  <a:pt x="1266825" y="723900"/>
                </a:lnTo>
                <a:lnTo>
                  <a:pt x="1247775" y="723900"/>
                </a:lnTo>
                <a:close/>
                <a:moveTo>
                  <a:pt x="723900" y="723900"/>
                </a:moveTo>
                <a:lnTo>
                  <a:pt x="733425" y="723900"/>
                </a:lnTo>
                <a:lnTo>
                  <a:pt x="733425" y="733425"/>
                </a:lnTo>
                <a:lnTo>
                  <a:pt x="723900" y="733425"/>
                </a:lnTo>
                <a:close/>
                <a:moveTo>
                  <a:pt x="742950" y="723900"/>
                </a:moveTo>
                <a:lnTo>
                  <a:pt x="752475" y="723900"/>
                </a:lnTo>
                <a:lnTo>
                  <a:pt x="752475" y="742950"/>
                </a:lnTo>
                <a:lnTo>
                  <a:pt x="742950" y="742950"/>
                </a:lnTo>
                <a:close/>
                <a:moveTo>
                  <a:pt x="895350" y="723900"/>
                </a:moveTo>
                <a:lnTo>
                  <a:pt x="904875" y="723900"/>
                </a:lnTo>
                <a:lnTo>
                  <a:pt x="904875" y="733425"/>
                </a:lnTo>
                <a:lnTo>
                  <a:pt x="895350" y="733425"/>
                </a:lnTo>
                <a:close/>
                <a:moveTo>
                  <a:pt x="685800" y="733425"/>
                </a:moveTo>
                <a:lnTo>
                  <a:pt x="695325" y="733425"/>
                </a:lnTo>
                <a:lnTo>
                  <a:pt x="695325" y="762000"/>
                </a:lnTo>
                <a:lnTo>
                  <a:pt x="685800" y="762000"/>
                </a:lnTo>
                <a:close/>
                <a:moveTo>
                  <a:pt x="228600" y="742950"/>
                </a:moveTo>
                <a:lnTo>
                  <a:pt x="238125" y="742950"/>
                </a:lnTo>
                <a:lnTo>
                  <a:pt x="238125" y="752475"/>
                </a:lnTo>
                <a:lnTo>
                  <a:pt x="228600" y="752475"/>
                </a:lnTo>
                <a:close/>
                <a:moveTo>
                  <a:pt x="409575" y="742950"/>
                </a:moveTo>
                <a:lnTo>
                  <a:pt x="419100" y="742950"/>
                </a:lnTo>
                <a:lnTo>
                  <a:pt x="419100" y="752475"/>
                </a:lnTo>
                <a:lnTo>
                  <a:pt x="409575" y="752475"/>
                </a:lnTo>
                <a:close/>
                <a:moveTo>
                  <a:pt x="933450" y="742950"/>
                </a:moveTo>
                <a:lnTo>
                  <a:pt x="952500" y="742950"/>
                </a:lnTo>
                <a:lnTo>
                  <a:pt x="952500" y="752475"/>
                </a:lnTo>
                <a:lnTo>
                  <a:pt x="933450" y="752475"/>
                </a:lnTo>
                <a:close/>
                <a:moveTo>
                  <a:pt x="342900" y="752475"/>
                </a:moveTo>
                <a:lnTo>
                  <a:pt x="371475" y="752475"/>
                </a:lnTo>
                <a:lnTo>
                  <a:pt x="371475" y="762000"/>
                </a:lnTo>
                <a:lnTo>
                  <a:pt x="342900" y="762000"/>
                </a:lnTo>
                <a:close/>
                <a:moveTo>
                  <a:pt x="419100" y="752475"/>
                </a:moveTo>
                <a:lnTo>
                  <a:pt x="428625" y="752475"/>
                </a:lnTo>
                <a:lnTo>
                  <a:pt x="428625" y="762000"/>
                </a:lnTo>
                <a:lnTo>
                  <a:pt x="438150" y="762000"/>
                </a:lnTo>
                <a:lnTo>
                  <a:pt x="438150" y="771525"/>
                </a:lnTo>
                <a:lnTo>
                  <a:pt x="419100" y="771525"/>
                </a:lnTo>
                <a:close/>
                <a:moveTo>
                  <a:pt x="742950" y="752475"/>
                </a:moveTo>
                <a:lnTo>
                  <a:pt x="752475" y="752475"/>
                </a:lnTo>
                <a:lnTo>
                  <a:pt x="752475" y="762000"/>
                </a:lnTo>
                <a:lnTo>
                  <a:pt x="742950" y="762000"/>
                </a:lnTo>
                <a:close/>
                <a:moveTo>
                  <a:pt x="771525" y="752475"/>
                </a:moveTo>
                <a:lnTo>
                  <a:pt x="790575" y="752475"/>
                </a:lnTo>
                <a:lnTo>
                  <a:pt x="790575" y="762000"/>
                </a:lnTo>
                <a:lnTo>
                  <a:pt x="771525" y="762000"/>
                </a:lnTo>
                <a:close/>
                <a:moveTo>
                  <a:pt x="952500" y="752475"/>
                </a:moveTo>
                <a:lnTo>
                  <a:pt x="962025" y="752475"/>
                </a:lnTo>
                <a:lnTo>
                  <a:pt x="962025" y="762000"/>
                </a:lnTo>
                <a:lnTo>
                  <a:pt x="952500" y="762000"/>
                </a:lnTo>
                <a:close/>
                <a:moveTo>
                  <a:pt x="1028700" y="752475"/>
                </a:moveTo>
                <a:lnTo>
                  <a:pt x="1085850" y="752475"/>
                </a:lnTo>
                <a:lnTo>
                  <a:pt x="1085850" y="771525"/>
                </a:lnTo>
                <a:lnTo>
                  <a:pt x="1076325" y="771525"/>
                </a:lnTo>
                <a:lnTo>
                  <a:pt x="1076325" y="762000"/>
                </a:lnTo>
                <a:lnTo>
                  <a:pt x="1047750" y="762000"/>
                </a:lnTo>
                <a:lnTo>
                  <a:pt x="1047750" y="771525"/>
                </a:lnTo>
                <a:lnTo>
                  <a:pt x="1038225" y="771525"/>
                </a:lnTo>
                <a:lnTo>
                  <a:pt x="1038225" y="781050"/>
                </a:lnTo>
                <a:lnTo>
                  <a:pt x="1019175" y="781050"/>
                </a:lnTo>
                <a:lnTo>
                  <a:pt x="1019175" y="762000"/>
                </a:lnTo>
                <a:lnTo>
                  <a:pt x="1028700" y="762000"/>
                </a:lnTo>
                <a:close/>
                <a:moveTo>
                  <a:pt x="762000" y="762000"/>
                </a:moveTo>
                <a:lnTo>
                  <a:pt x="771525" y="762000"/>
                </a:lnTo>
                <a:lnTo>
                  <a:pt x="771525" y="771525"/>
                </a:lnTo>
                <a:lnTo>
                  <a:pt x="762000" y="771525"/>
                </a:lnTo>
                <a:close/>
                <a:moveTo>
                  <a:pt x="962025" y="762000"/>
                </a:moveTo>
                <a:lnTo>
                  <a:pt x="971550" y="762000"/>
                </a:lnTo>
                <a:lnTo>
                  <a:pt x="971550" y="771525"/>
                </a:lnTo>
                <a:lnTo>
                  <a:pt x="962025" y="771525"/>
                </a:lnTo>
                <a:close/>
                <a:moveTo>
                  <a:pt x="1114425" y="762000"/>
                </a:moveTo>
                <a:lnTo>
                  <a:pt x="1123950" y="762000"/>
                </a:lnTo>
                <a:lnTo>
                  <a:pt x="1123950" y="771525"/>
                </a:lnTo>
                <a:lnTo>
                  <a:pt x="1114425" y="771525"/>
                </a:lnTo>
                <a:close/>
                <a:moveTo>
                  <a:pt x="1162050" y="762000"/>
                </a:moveTo>
                <a:lnTo>
                  <a:pt x="1171575" y="762000"/>
                </a:lnTo>
                <a:lnTo>
                  <a:pt x="1171575" y="771525"/>
                </a:lnTo>
                <a:lnTo>
                  <a:pt x="1162050" y="771525"/>
                </a:lnTo>
                <a:close/>
                <a:moveTo>
                  <a:pt x="1200150" y="762000"/>
                </a:moveTo>
                <a:lnTo>
                  <a:pt x="1228725" y="762000"/>
                </a:lnTo>
                <a:lnTo>
                  <a:pt x="1228725" y="771525"/>
                </a:lnTo>
                <a:lnTo>
                  <a:pt x="1200150" y="771525"/>
                </a:lnTo>
                <a:close/>
                <a:moveTo>
                  <a:pt x="209550" y="771525"/>
                </a:moveTo>
                <a:lnTo>
                  <a:pt x="228600" y="771525"/>
                </a:lnTo>
                <a:lnTo>
                  <a:pt x="228600" y="781050"/>
                </a:lnTo>
                <a:lnTo>
                  <a:pt x="209550" y="781050"/>
                </a:lnTo>
                <a:close/>
                <a:moveTo>
                  <a:pt x="266700" y="771525"/>
                </a:moveTo>
                <a:lnTo>
                  <a:pt x="276225" y="771525"/>
                </a:lnTo>
                <a:lnTo>
                  <a:pt x="276225" y="781050"/>
                </a:lnTo>
                <a:lnTo>
                  <a:pt x="266700" y="781050"/>
                </a:lnTo>
                <a:close/>
                <a:moveTo>
                  <a:pt x="447675" y="771525"/>
                </a:moveTo>
                <a:lnTo>
                  <a:pt x="457200" y="771525"/>
                </a:lnTo>
                <a:lnTo>
                  <a:pt x="457200" y="781050"/>
                </a:lnTo>
                <a:lnTo>
                  <a:pt x="447675" y="781050"/>
                </a:lnTo>
                <a:close/>
                <a:moveTo>
                  <a:pt x="476250" y="771525"/>
                </a:moveTo>
                <a:lnTo>
                  <a:pt x="504825" y="771525"/>
                </a:lnTo>
                <a:lnTo>
                  <a:pt x="504825" y="781050"/>
                </a:lnTo>
                <a:lnTo>
                  <a:pt x="476250" y="781050"/>
                </a:lnTo>
                <a:close/>
                <a:moveTo>
                  <a:pt x="523875" y="771525"/>
                </a:moveTo>
                <a:lnTo>
                  <a:pt x="542925" y="771525"/>
                </a:lnTo>
                <a:lnTo>
                  <a:pt x="542925" y="781050"/>
                </a:lnTo>
                <a:lnTo>
                  <a:pt x="523875" y="781050"/>
                </a:lnTo>
                <a:close/>
                <a:moveTo>
                  <a:pt x="742950" y="771525"/>
                </a:moveTo>
                <a:lnTo>
                  <a:pt x="762000" y="771525"/>
                </a:lnTo>
                <a:lnTo>
                  <a:pt x="762000" y="781050"/>
                </a:lnTo>
                <a:lnTo>
                  <a:pt x="742950" y="781050"/>
                </a:lnTo>
                <a:close/>
                <a:moveTo>
                  <a:pt x="981075" y="771525"/>
                </a:moveTo>
                <a:lnTo>
                  <a:pt x="990600" y="771525"/>
                </a:lnTo>
                <a:lnTo>
                  <a:pt x="990600" y="781050"/>
                </a:lnTo>
                <a:lnTo>
                  <a:pt x="981075" y="781050"/>
                </a:lnTo>
                <a:close/>
                <a:moveTo>
                  <a:pt x="238125" y="781050"/>
                </a:moveTo>
                <a:lnTo>
                  <a:pt x="266700" y="781050"/>
                </a:lnTo>
                <a:lnTo>
                  <a:pt x="266700" y="800100"/>
                </a:lnTo>
                <a:lnTo>
                  <a:pt x="238125" y="800100"/>
                </a:lnTo>
                <a:close/>
                <a:moveTo>
                  <a:pt x="971550" y="781050"/>
                </a:moveTo>
                <a:lnTo>
                  <a:pt x="981075" y="781050"/>
                </a:lnTo>
                <a:lnTo>
                  <a:pt x="981075" y="819150"/>
                </a:lnTo>
                <a:lnTo>
                  <a:pt x="962025" y="819150"/>
                </a:lnTo>
                <a:lnTo>
                  <a:pt x="962025" y="800100"/>
                </a:lnTo>
                <a:lnTo>
                  <a:pt x="971550" y="800100"/>
                </a:lnTo>
                <a:close/>
                <a:moveTo>
                  <a:pt x="876300" y="800100"/>
                </a:moveTo>
                <a:lnTo>
                  <a:pt x="885825" y="800100"/>
                </a:lnTo>
                <a:lnTo>
                  <a:pt x="885825" y="819150"/>
                </a:lnTo>
                <a:lnTo>
                  <a:pt x="876300" y="819150"/>
                </a:lnTo>
                <a:close/>
                <a:moveTo>
                  <a:pt x="1047750" y="800100"/>
                </a:moveTo>
                <a:lnTo>
                  <a:pt x="1057275" y="800100"/>
                </a:lnTo>
                <a:lnTo>
                  <a:pt x="1057275" y="819150"/>
                </a:lnTo>
                <a:lnTo>
                  <a:pt x="1047750" y="819150"/>
                </a:lnTo>
                <a:close/>
                <a:moveTo>
                  <a:pt x="1066800" y="800100"/>
                </a:moveTo>
                <a:lnTo>
                  <a:pt x="1076325" y="800100"/>
                </a:lnTo>
                <a:lnTo>
                  <a:pt x="1076325" y="809625"/>
                </a:lnTo>
                <a:lnTo>
                  <a:pt x="1085850" y="809625"/>
                </a:lnTo>
                <a:lnTo>
                  <a:pt x="1085850" y="819150"/>
                </a:lnTo>
                <a:lnTo>
                  <a:pt x="1066800" y="819150"/>
                </a:lnTo>
                <a:close/>
                <a:moveTo>
                  <a:pt x="1752600" y="800100"/>
                </a:moveTo>
                <a:lnTo>
                  <a:pt x="1762125" y="800100"/>
                </a:lnTo>
                <a:lnTo>
                  <a:pt x="1762125" y="819150"/>
                </a:lnTo>
                <a:lnTo>
                  <a:pt x="1771650" y="819150"/>
                </a:lnTo>
                <a:lnTo>
                  <a:pt x="1771650" y="800100"/>
                </a:lnTo>
                <a:lnTo>
                  <a:pt x="1781175" y="800100"/>
                </a:lnTo>
                <a:lnTo>
                  <a:pt x="1781175" y="819150"/>
                </a:lnTo>
                <a:lnTo>
                  <a:pt x="1771650" y="819150"/>
                </a:lnTo>
                <a:lnTo>
                  <a:pt x="1771650" y="838200"/>
                </a:lnTo>
                <a:lnTo>
                  <a:pt x="1762125" y="838200"/>
                </a:lnTo>
                <a:lnTo>
                  <a:pt x="1762125" y="828675"/>
                </a:lnTo>
                <a:lnTo>
                  <a:pt x="1752600" y="828675"/>
                </a:lnTo>
                <a:close/>
                <a:moveTo>
                  <a:pt x="1876425" y="800100"/>
                </a:moveTo>
                <a:lnTo>
                  <a:pt x="1885950" y="800100"/>
                </a:lnTo>
                <a:lnTo>
                  <a:pt x="1885950" y="809625"/>
                </a:lnTo>
                <a:lnTo>
                  <a:pt x="1876425" y="809625"/>
                </a:lnTo>
                <a:close/>
                <a:moveTo>
                  <a:pt x="19050" y="857250"/>
                </a:moveTo>
                <a:lnTo>
                  <a:pt x="28575" y="857250"/>
                </a:lnTo>
                <a:lnTo>
                  <a:pt x="28575" y="866775"/>
                </a:lnTo>
                <a:lnTo>
                  <a:pt x="38100" y="866775"/>
                </a:lnTo>
                <a:lnTo>
                  <a:pt x="38100" y="904875"/>
                </a:lnTo>
                <a:lnTo>
                  <a:pt x="28575" y="904875"/>
                </a:lnTo>
                <a:lnTo>
                  <a:pt x="28575" y="876300"/>
                </a:lnTo>
                <a:lnTo>
                  <a:pt x="19050" y="876300"/>
                </a:lnTo>
                <a:close/>
                <a:moveTo>
                  <a:pt x="190500" y="876300"/>
                </a:moveTo>
                <a:lnTo>
                  <a:pt x="209550" y="876300"/>
                </a:lnTo>
                <a:lnTo>
                  <a:pt x="209550" y="895350"/>
                </a:lnTo>
                <a:lnTo>
                  <a:pt x="200025" y="895350"/>
                </a:lnTo>
                <a:lnTo>
                  <a:pt x="200025" y="914400"/>
                </a:lnTo>
                <a:lnTo>
                  <a:pt x="190500" y="914400"/>
                </a:lnTo>
                <a:close/>
                <a:moveTo>
                  <a:pt x="323850" y="876300"/>
                </a:moveTo>
                <a:lnTo>
                  <a:pt x="342900" y="876300"/>
                </a:lnTo>
                <a:lnTo>
                  <a:pt x="342900" y="885825"/>
                </a:lnTo>
                <a:lnTo>
                  <a:pt x="352425" y="885825"/>
                </a:lnTo>
                <a:lnTo>
                  <a:pt x="352425" y="895350"/>
                </a:lnTo>
                <a:lnTo>
                  <a:pt x="314325" y="895350"/>
                </a:lnTo>
                <a:lnTo>
                  <a:pt x="314325" y="885825"/>
                </a:lnTo>
                <a:lnTo>
                  <a:pt x="323850" y="885825"/>
                </a:lnTo>
                <a:close/>
                <a:moveTo>
                  <a:pt x="238125" y="885825"/>
                </a:moveTo>
                <a:lnTo>
                  <a:pt x="247650" y="885825"/>
                </a:lnTo>
                <a:lnTo>
                  <a:pt x="247650" y="895350"/>
                </a:lnTo>
                <a:lnTo>
                  <a:pt x="238125" y="895350"/>
                </a:lnTo>
                <a:close/>
                <a:moveTo>
                  <a:pt x="257175" y="885825"/>
                </a:moveTo>
                <a:lnTo>
                  <a:pt x="266700" y="885825"/>
                </a:lnTo>
                <a:lnTo>
                  <a:pt x="266700" y="895350"/>
                </a:lnTo>
                <a:lnTo>
                  <a:pt x="257175" y="895350"/>
                </a:lnTo>
                <a:close/>
                <a:moveTo>
                  <a:pt x="447675" y="895350"/>
                </a:moveTo>
                <a:lnTo>
                  <a:pt x="457200" y="895350"/>
                </a:lnTo>
                <a:lnTo>
                  <a:pt x="457200" y="904875"/>
                </a:lnTo>
                <a:lnTo>
                  <a:pt x="447675" y="904875"/>
                </a:lnTo>
                <a:close/>
                <a:moveTo>
                  <a:pt x="438150" y="904875"/>
                </a:moveTo>
                <a:lnTo>
                  <a:pt x="447675" y="904875"/>
                </a:lnTo>
                <a:lnTo>
                  <a:pt x="447675" y="923925"/>
                </a:lnTo>
                <a:lnTo>
                  <a:pt x="438150" y="923925"/>
                </a:lnTo>
                <a:close/>
                <a:moveTo>
                  <a:pt x="28575" y="914400"/>
                </a:moveTo>
                <a:lnTo>
                  <a:pt x="38100" y="914400"/>
                </a:lnTo>
                <a:lnTo>
                  <a:pt x="38100" y="923925"/>
                </a:lnTo>
                <a:lnTo>
                  <a:pt x="28575" y="923925"/>
                </a:lnTo>
                <a:close/>
                <a:moveTo>
                  <a:pt x="809625" y="923925"/>
                </a:moveTo>
                <a:lnTo>
                  <a:pt x="819150" y="923925"/>
                </a:lnTo>
                <a:lnTo>
                  <a:pt x="819150" y="933450"/>
                </a:lnTo>
                <a:lnTo>
                  <a:pt x="809625" y="933450"/>
                </a:lnTo>
                <a:close/>
                <a:moveTo>
                  <a:pt x="561975" y="933450"/>
                </a:moveTo>
                <a:lnTo>
                  <a:pt x="571500" y="933450"/>
                </a:lnTo>
                <a:lnTo>
                  <a:pt x="571500" y="942975"/>
                </a:lnTo>
                <a:lnTo>
                  <a:pt x="561975" y="942975"/>
                </a:lnTo>
                <a:close/>
                <a:moveTo>
                  <a:pt x="619125" y="933450"/>
                </a:moveTo>
                <a:lnTo>
                  <a:pt x="628650" y="933450"/>
                </a:lnTo>
                <a:lnTo>
                  <a:pt x="628650" y="942975"/>
                </a:lnTo>
                <a:lnTo>
                  <a:pt x="619125" y="942975"/>
                </a:lnTo>
                <a:close/>
                <a:moveTo>
                  <a:pt x="695325" y="933450"/>
                </a:moveTo>
                <a:lnTo>
                  <a:pt x="704850" y="933450"/>
                </a:lnTo>
                <a:lnTo>
                  <a:pt x="704850" y="942975"/>
                </a:lnTo>
                <a:lnTo>
                  <a:pt x="695325" y="942975"/>
                </a:lnTo>
                <a:close/>
                <a:moveTo>
                  <a:pt x="600075" y="942975"/>
                </a:moveTo>
                <a:lnTo>
                  <a:pt x="619125" y="942975"/>
                </a:lnTo>
                <a:lnTo>
                  <a:pt x="619125" y="952500"/>
                </a:lnTo>
                <a:lnTo>
                  <a:pt x="600075" y="952500"/>
                </a:lnTo>
                <a:close/>
                <a:moveTo>
                  <a:pt x="800100" y="942975"/>
                </a:moveTo>
                <a:lnTo>
                  <a:pt x="809625" y="942975"/>
                </a:lnTo>
                <a:lnTo>
                  <a:pt x="809625" y="952500"/>
                </a:lnTo>
                <a:lnTo>
                  <a:pt x="800100" y="952500"/>
                </a:lnTo>
                <a:close/>
                <a:moveTo>
                  <a:pt x="971550" y="942975"/>
                </a:moveTo>
                <a:lnTo>
                  <a:pt x="990600" y="942975"/>
                </a:lnTo>
                <a:lnTo>
                  <a:pt x="990600" y="952500"/>
                </a:lnTo>
                <a:lnTo>
                  <a:pt x="971550" y="952500"/>
                </a:lnTo>
                <a:close/>
                <a:moveTo>
                  <a:pt x="1304925" y="942975"/>
                </a:moveTo>
                <a:lnTo>
                  <a:pt x="1314450" y="942975"/>
                </a:lnTo>
                <a:lnTo>
                  <a:pt x="1314450" y="952500"/>
                </a:lnTo>
                <a:lnTo>
                  <a:pt x="1304925" y="952500"/>
                </a:lnTo>
                <a:close/>
                <a:moveTo>
                  <a:pt x="228600" y="1000125"/>
                </a:moveTo>
                <a:lnTo>
                  <a:pt x="238125" y="1000125"/>
                </a:lnTo>
                <a:lnTo>
                  <a:pt x="238125" y="1009650"/>
                </a:lnTo>
                <a:lnTo>
                  <a:pt x="228600" y="1009650"/>
                </a:lnTo>
                <a:close/>
                <a:moveTo>
                  <a:pt x="1171575" y="1000125"/>
                </a:moveTo>
                <a:lnTo>
                  <a:pt x="1181100" y="1000125"/>
                </a:lnTo>
                <a:lnTo>
                  <a:pt x="1181100" y="1019175"/>
                </a:lnTo>
                <a:lnTo>
                  <a:pt x="1171575" y="1019175"/>
                </a:lnTo>
                <a:lnTo>
                  <a:pt x="1171575" y="1028700"/>
                </a:lnTo>
                <a:lnTo>
                  <a:pt x="1162050" y="1028700"/>
                </a:lnTo>
                <a:lnTo>
                  <a:pt x="1162050" y="1019175"/>
                </a:lnTo>
                <a:lnTo>
                  <a:pt x="1152525" y="1019175"/>
                </a:lnTo>
                <a:lnTo>
                  <a:pt x="1152525" y="1009650"/>
                </a:lnTo>
                <a:lnTo>
                  <a:pt x="1171575" y="1009650"/>
                </a:lnTo>
                <a:close/>
                <a:moveTo>
                  <a:pt x="1685925" y="1000125"/>
                </a:moveTo>
                <a:lnTo>
                  <a:pt x="1695450" y="1000125"/>
                </a:lnTo>
                <a:lnTo>
                  <a:pt x="1695450" y="1009650"/>
                </a:lnTo>
                <a:lnTo>
                  <a:pt x="1685925" y="1009650"/>
                </a:lnTo>
                <a:close/>
                <a:moveTo>
                  <a:pt x="219075" y="1009650"/>
                </a:moveTo>
                <a:lnTo>
                  <a:pt x="228600" y="1009650"/>
                </a:lnTo>
                <a:lnTo>
                  <a:pt x="228600" y="1019175"/>
                </a:lnTo>
                <a:lnTo>
                  <a:pt x="219075" y="1019175"/>
                </a:lnTo>
                <a:close/>
                <a:moveTo>
                  <a:pt x="114300" y="1028700"/>
                </a:moveTo>
                <a:lnTo>
                  <a:pt x="133350" y="1028700"/>
                </a:lnTo>
                <a:lnTo>
                  <a:pt x="133350" y="1085850"/>
                </a:lnTo>
                <a:lnTo>
                  <a:pt x="123825" y="1085850"/>
                </a:lnTo>
                <a:lnTo>
                  <a:pt x="123825" y="1095375"/>
                </a:lnTo>
                <a:lnTo>
                  <a:pt x="114300" y="1095375"/>
                </a:lnTo>
                <a:close/>
                <a:moveTo>
                  <a:pt x="200025" y="1028700"/>
                </a:moveTo>
                <a:lnTo>
                  <a:pt x="209550" y="1028700"/>
                </a:lnTo>
                <a:lnTo>
                  <a:pt x="209550" y="1038225"/>
                </a:lnTo>
                <a:lnTo>
                  <a:pt x="200025" y="1038225"/>
                </a:lnTo>
                <a:close/>
                <a:moveTo>
                  <a:pt x="1714500" y="1038225"/>
                </a:moveTo>
                <a:lnTo>
                  <a:pt x="1724025" y="1038225"/>
                </a:lnTo>
                <a:lnTo>
                  <a:pt x="1724025" y="1047750"/>
                </a:lnTo>
                <a:lnTo>
                  <a:pt x="1714500" y="1047750"/>
                </a:lnTo>
                <a:close/>
                <a:moveTo>
                  <a:pt x="200025" y="1047750"/>
                </a:moveTo>
                <a:lnTo>
                  <a:pt x="209550" y="1047750"/>
                </a:lnTo>
                <a:lnTo>
                  <a:pt x="209550" y="1057275"/>
                </a:lnTo>
                <a:lnTo>
                  <a:pt x="200025" y="1057275"/>
                </a:lnTo>
                <a:close/>
                <a:moveTo>
                  <a:pt x="1724025" y="1066800"/>
                </a:moveTo>
                <a:lnTo>
                  <a:pt x="1733550" y="1066800"/>
                </a:lnTo>
                <a:lnTo>
                  <a:pt x="1733550" y="1114425"/>
                </a:lnTo>
                <a:lnTo>
                  <a:pt x="1743075" y="1114425"/>
                </a:lnTo>
                <a:lnTo>
                  <a:pt x="1743075" y="1104900"/>
                </a:lnTo>
                <a:lnTo>
                  <a:pt x="1752600" y="1104900"/>
                </a:lnTo>
                <a:lnTo>
                  <a:pt x="1752600" y="1123950"/>
                </a:lnTo>
                <a:lnTo>
                  <a:pt x="1733550" y="1123950"/>
                </a:lnTo>
                <a:lnTo>
                  <a:pt x="1733550" y="1143000"/>
                </a:lnTo>
                <a:lnTo>
                  <a:pt x="1724025" y="1143000"/>
                </a:lnTo>
                <a:close/>
                <a:moveTo>
                  <a:pt x="552450" y="1085850"/>
                </a:moveTo>
                <a:lnTo>
                  <a:pt x="571500" y="1085850"/>
                </a:lnTo>
                <a:lnTo>
                  <a:pt x="571500" y="1095375"/>
                </a:lnTo>
                <a:lnTo>
                  <a:pt x="552450" y="1095375"/>
                </a:lnTo>
                <a:close/>
                <a:moveTo>
                  <a:pt x="438150" y="1095375"/>
                </a:moveTo>
                <a:lnTo>
                  <a:pt x="466725" y="1095375"/>
                </a:lnTo>
                <a:lnTo>
                  <a:pt x="466725" y="1104900"/>
                </a:lnTo>
                <a:lnTo>
                  <a:pt x="457200" y="1104900"/>
                </a:lnTo>
                <a:lnTo>
                  <a:pt x="457200" y="1114425"/>
                </a:lnTo>
                <a:lnTo>
                  <a:pt x="438150" y="1114425"/>
                </a:lnTo>
                <a:close/>
                <a:moveTo>
                  <a:pt x="114300" y="1104900"/>
                </a:moveTo>
                <a:lnTo>
                  <a:pt x="133350" y="1104900"/>
                </a:lnTo>
                <a:lnTo>
                  <a:pt x="133350" y="1123950"/>
                </a:lnTo>
                <a:lnTo>
                  <a:pt x="114300" y="1123950"/>
                </a:lnTo>
                <a:close/>
                <a:moveTo>
                  <a:pt x="1762125" y="1114425"/>
                </a:moveTo>
                <a:lnTo>
                  <a:pt x="1771650" y="1114425"/>
                </a:lnTo>
                <a:lnTo>
                  <a:pt x="1771650" y="1123950"/>
                </a:lnTo>
                <a:lnTo>
                  <a:pt x="1762125" y="1123950"/>
                </a:lnTo>
                <a:close/>
                <a:moveTo>
                  <a:pt x="523875" y="1123950"/>
                </a:moveTo>
                <a:lnTo>
                  <a:pt x="552450" y="1123950"/>
                </a:lnTo>
                <a:lnTo>
                  <a:pt x="552450" y="1133475"/>
                </a:lnTo>
                <a:lnTo>
                  <a:pt x="523875" y="1133475"/>
                </a:lnTo>
                <a:close/>
                <a:moveTo>
                  <a:pt x="1752600" y="1123950"/>
                </a:moveTo>
                <a:lnTo>
                  <a:pt x="1762125" y="1123950"/>
                </a:lnTo>
                <a:lnTo>
                  <a:pt x="1762125" y="1133475"/>
                </a:lnTo>
                <a:lnTo>
                  <a:pt x="1752600" y="1133475"/>
                </a:lnTo>
                <a:close/>
                <a:moveTo>
                  <a:pt x="390525" y="1133475"/>
                </a:moveTo>
                <a:lnTo>
                  <a:pt x="409575" y="1133475"/>
                </a:lnTo>
                <a:lnTo>
                  <a:pt x="409575" y="1143000"/>
                </a:lnTo>
                <a:lnTo>
                  <a:pt x="390525" y="1143000"/>
                </a:lnTo>
                <a:close/>
                <a:moveTo>
                  <a:pt x="495300" y="1133475"/>
                </a:moveTo>
                <a:lnTo>
                  <a:pt x="514350" y="1133475"/>
                </a:lnTo>
                <a:lnTo>
                  <a:pt x="514350" y="1143000"/>
                </a:lnTo>
                <a:lnTo>
                  <a:pt x="495300" y="1143000"/>
                </a:lnTo>
                <a:close/>
                <a:moveTo>
                  <a:pt x="1876425" y="1133475"/>
                </a:moveTo>
                <a:lnTo>
                  <a:pt x="1885950" y="1133475"/>
                </a:lnTo>
                <a:lnTo>
                  <a:pt x="1885950" y="1143000"/>
                </a:lnTo>
                <a:lnTo>
                  <a:pt x="1876425" y="1143000"/>
                </a:lnTo>
                <a:close/>
                <a:moveTo>
                  <a:pt x="1143000" y="1152525"/>
                </a:moveTo>
                <a:lnTo>
                  <a:pt x="1152525" y="1152525"/>
                </a:lnTo>
                <a:lnTo>
                  <a:pt x="1152525" y="1162050"/>
                </a:lnTo>
                <a:lnTo>
                  <a:pt x="1162050" y="1162050"/>
                </a:lnTo>
                <a:lnTo>
                  <a:pt x="1162050" y="1171575"/>
                </a:lnTo>
                <a:lnTo>
                  <a:pt x="1152525" y="1171575"/>
                </a:lnTo>
                <a:lnTo>
                  <a:pt x="1152525" y="1181100"/>
                </a:lnTo>
                <a:lnTo>
                  <a:pt x="1143000" y="1181100"/>
                </a:lnTo>
                <a:close/>
                <a:moveTo>
                  <a:pt x="209550" y="1162050"/>
                </a:moveTo>
                <a:lnTo>
                  <a:pt x="219075" y="1162050"/>
                </a:lnTo>
                <a:lnTo>
                  <a:pt x="219075" y="1171575"/>
                </a:lnTo>
                <a:lnTo>
                  <a:pt x="209550" y="1171575"/>
                </a:lnTo>
                <a:close/>
                <a:moveTo>
                  <a:pt x="1724025" y="1162050"/>
                </a:moveTo>
                <a:lnTo>
                  <a:pt x="1733550" y="1162050"/>
                </a:lnTo>
                <a:lnTo>
                  <a:pt x="1733550" y="1171575"/>
                </a:lnTo>
                <a:lnTo>
                  <a:pt x="1724025" y="1171575"/>
                </a:lnTo>
                <a:close/>
                <a:moveTo>
                  <a:pt x="114300" y="1171575"/>
                </a:moveTo>
                <a:lnTo>
                  <a:pt x="133350" y="1171575"/>
                </a:lnTo>
                <a:lnTo>
                  <a:pt x="133350" y="1190625"/>
                </a:lnTo>
                <a:lnTo>
                  <a:pt x="114300" y="1190625"/>
                </a:lnTo>
                <a:close/>
                <a:moveTo>
                  <a:pt x="190500" y="1181100"/>
                </a:moveTo>
                <a:lnTo>
                  <a:pt x="200025" y="1181100"/>
                </a:lnTo>
                <a:lnTo>
                  <a:pt x="200025" y="1190625"/>
                </a:lnTo>
                <a:lnTo>
                  <a:pt x="190500" y="1190625"/>
                </a:lnTo>
                <a:close/>
                <a:moveTo>
                  <a:pt x="352425" y="1190625"/>
                </a:moveTo>
                <a:lnTo>
                  <a:pt x="371475" y="1190625"/>
                </a:lnTo>
                <a:lnTo>
                  <a:pt x="371475" y="1200150"/>
                </a:lnTo>
                <a:lnTo>
                  <a:pt x="361950" y="1200150"/>
                </a:lnTo>
                <a:lnTo>
                  <a:pt x="361950" y="1219200"/>
                </a:lnTo>
                <a:lnTo>
                  <a:pt x="342900" y="1219200"/>
                </a:lnTo>
                <a:lnTo>
                  <a:pt x="342900" y="1209675"/>
                </a:lnTo>
                <a:lnTo>
                  <a:pt x="352425" y="1209675"/>
                </a:lnTo>
                <a:close/>
                <a:moveTo>
                  <a:pt x="1066800" y="1190625"/>
                </a:moveTo>
                <a:lnTo>
                  <a:pt x="1095375" y="1190625"/>
                </a:lnTo>
                <a:lnTo>
                  <a:pt x="1095375" y="1200150"/>
                </a:lnTo>
                <a:lnTo>
                  <a:pt x="1104900" y="1200150"/>
                </a:lnTo>
                <a:lnTo>
                  <a:pt x="1104900" y="1209675"/>
                </a:lnTo>
                <a:lnTo>
                  <a:pt x="1114425" y="1209675"/>
                </a:lnTo>
                <a:lnTo>
                  <a:pt x="1114425" y="1219200"/>
                </a:lnTo>
                <a:lnTo>
                  <a:pt x="1076325" y="1219200"/>
                </a:lnTo>
                <a:lnTo>
                  <a:pt x="1076325" y="1209675"/>
                </a:lnTo>
                <a:lnTo>
                  <a:pt x="1066800" y="1209675"/>
                </a:lnTo>
                <a:close/>
                <a:moveTo>
                  <a:pt x="1704975" y="1190625"/>
                </a:moveTo>
                <a:lnTo>
                  <a:pt x="1714500" y="1190625"/>
                </a:lnTo>
                <a:lnTo>
                  <a:pt x="1714500" y="1200150"/>
                </a:lnTo>
                <a:lnTo>
                  <a:pt x="1704975" y="1200150"/>
                </a:lnTo>
                <a:close/>
                <a:moveTo>
                  <a:pt x="1895475" y="1190625"/>
                </a:moveTo>
                <a:lnTo>
                  <a:pt x="1905000" y="1190625"/>
                </a:lnTo>
                <a:lnTo>
                  <a:pt x="1905000" y="1219200"/>
                </a:lnTo>
                <a:lnTo>
                  <a:pt x="1895475" y="1219200"/>
                </a:lnTo>
                <a:close/>
                <a:moveTo>
                  <a:pt x="200025" y="1200150"/>
                </a:moveTo>
                <a:lnTo>
                  <a:pt x="228600" y="1200150"/>
                </a:lnTo>
                <a:lnTo>
                  <a:pt x="228600" y="1209675"/>
                </a:lnTo>
                <a:lnTo>
                  <a:pt x="209550" y="1209675"/>
                </a:lnTo>
                <a:lnTo>
                  <a:pt x="209550" y="1219200"/>
                </a:lnTo>
                <a:lnTo>
                  <a:pt x="190500" y="1219200"/>
                </a:lnTo>
                <a:lnTo>
                  <a:pt x="190500" y="1209675"/>
                </a:lnTo>
                <a:lnTo>
                  <a:pt x="200025" y="1209675"/>
                </a:lnTo>
                <a:close/>
                <a:moveTo>
                  <a:pt x="238125" y="1209675"/>
                </a:moveTo>
                <a:lnTo>
                  <a:pt x="247650" y="1209675"/>
                </a:lnTo>
                <a:lnTo>
                  <a:pt x="247650" y="1219200"/>
                </a:lnTo>
                <a:lnTo>
                  <a:pt x="238125" y="1219200"/>
                </a:lnTo>
                <a:close/>
                <a:moveTo>
                  <a:pt x="266700" y="1209675"/>
                </a:moveTo>
                <a:lnTo>
                  <a:pt x="285750" y="1209675"/>
                </a:lnTo>
                <a:lnTo>
                  <a:pt x="285750" y="1219200"/>
                </a:lnTo>
                <a:lnTo>
                  <a:pt x="266700" y="1219200"/>
                </a:lnTo>
                <a:close/>
                <a:moveTo>
                  <a:pt x="295275" y="1209675"/>
                </a:moveTo>
                <a:lnTo>
                  <a:pt x="304800" y="1209675"/>
                </a:lnTo>
                <a:lnTo>
                  <a:pt x="304800" y="1219200"/>
                </a:lnTo>
                <a:lnTo>
                  <a:pt x="295275" y="1219200"/>
                </a:lnTo>
                <a:close/>
                <a:moveTo>
                  <a:pt x="447675" y="1209675"/>
                </a:moveTo>
                <a:lnTo>
                  <a:pt x="457200" y="1209675"/>
                </a:lnTo>
                <a:lnTo>
                  <a:pt x="457200" y="1219200"/>
                </a:lnTo>
                <a:lnTo>
                  <a:pt x="447675" y="1219200"/>
                </a:lnTo>
                <a:close/>
                <a:moveTo>
                  <a:pt x="1038225" y="1209675"/>
                </a:moveTo>
                <a:lnTo>
                  <a:pt x="1047750" y="1209675"/>
                </a:lnTo>
                <a:lnTo>
                  <a:pt x="1047750" y="1219200"/>
                </a:lnTo>
                <a:lnTo>
                  <a:pt x="1038225" y="1219200"/>
                </a:lnTo>
                <a:close/>
                <a:moveTo>
                  <a:pt x="123825" y="1304925"/>
                </a:moveTo>
                <a:lnTo>
                  <a:pt x="133350" y="1304925"/>
                </a:lnTo>
                <a:lnTo>
                  <a:pt x="133350" y="1323975"/>
                </a:lnTo>
                <a:lnTo>
                  <a:pt x="114300" y="1323975"/>
                </a:lnTo>
                <a:lnTo>
                  <a:pt x="114300" y="1314450"/>
                </a:lnTo>
                <a:lnTo>
                  <a:pt x="123825" y="1314450"/>
                </a:lnTo>
                <a:close/>
                <a:moveTo>
                  <a:pt x="552450" y="1323975"/>
                </a:moveTo>
                <a:lnTo>
                  <a:pt x="561975" y="1323975"/>
                </a:lnTo>
                <a:lnTo>
                  <a:pt x="561975" y="1333500"/>
                </a:lnTo>
                <a:lnTo>
                  <a:pt x="552450" y="1333500"/>
                </a:lnTo>
                <a:close/>
                <a:moveTo>
                  <a:pt x="895350" y="1323975"/>
                </a:moveTo>
                <a:lnTo>
                  <a:pt x="914400" y="1323975"/>
                </a:lnTo>
                <a:lnTo>
                  <a:pt x="914400" y="1333500"/>
                </a:lnTo>
                <a:lnTo>
                  <a:pt x="895350" y="1333500"/>
                </a:lnTo>
                <a:close/>
                <a:moveTo>
                  <a:pt x="1762125" y="1323975"/>
                </a:moveTo>
                <a:lnTo>
                  <a:pt x="1771650" y="1323975"/>
                </a:lnTo>
                <a:lnTo>
                  <a:pt x="1771650" y="1333500"/>
                </a:lnTo>
                <a:lnTo>
                  <a:pt x="1762125" y="1333500"/>
                </a:lnTo>
                <a:close/>
                <a:moveTo>
                  <a:pt x="200025" y="1333500"/>
                </a:moveTo>
                <a:lnTo>
                  <a:pt x="209550" y="1333500"/>
                </a:lnTo>
                <a:lnTo>
                  <a:pt x="209550" y="1352550"/>
                </a:lnTo>
                <a:lnTo>
                  <a:pt x="200025" y="1352550"/>
                </a:lnTo>
                <a:close/>
                <a:moveTo>
                  <a:pt x="314325" y="1333500"/>
                </a:moveTo>
                <a:lnTo>
                  <a:pt x="323850" y="1333500"/>
                </a:lnTo>
                <a:lnTo>
                  <a:pt x="323850" y="1343025"/>
                </a:lnTo>
                <a:lnTo>
                  <a:pt x="314325" y="1343025"/>
                </a:lnTo>
                <a:close/>
                <a:moveTo>
                  <a:pt x="781050" y="1333500"/>
                </a:moveTo>
                <a:lnTo>
                  <a:pt x="819150" y="1333500"/>
                </a:lnTo>
                <a:lnTo>
                  <a:pt x="819150" y="1343025"/>
                </a:lnTo>
                <a:lnTo>
                  <a:pt x="828675" y="1343025"/>
                </a:lnTo>
                <a:lnTo>
                  <a:pt x="828675" y="1352550"/>
                </a:lnTo>
                <a:lnTo>
                  <a:pt x="819150" y="1352550"/>
                </a:lnTo>
                <a:lnTo>
                  <a:pt x="819150" y="1362075"/>
                </a:lnTo>
                <a:lnTo>
                  <a:pt x="809625" y="1362075"/>
                </a:lnTo>
                <a:lnTo>
                  <a:pt x="809625" y="1371600"/>
                </a:lnTo>
                <a:lnTo>
                  <a:pt x="800100" y="1371600"/>
                </a:lnTo>
                <a:lnTo>
                  <a:pt x="800100" y="1343025"/>
                </a:lnTo>
                <a:lnTo>
                  <a:pt x="781050" y="1343025"/>
                </a:lnTo>
                <a:close/>
                <a:moveTo>
                  <a:pt x="914400" y="1333500"/>
                </a:moveTo>
                <a:lnTo>
                  <a:pt x="933450" y="1333500"/>
                </a:lnTo>
                <a:lnTo>
                  <a:pt x="933450" y="1343025"/>
                </a:lnTo>
                <a:lnTo>
                  <a:pt x="914400" y="1343025"/>
                </a:lnTo>
                <a:close/>
                <a:moveTo>
                  <a:pt x="962025" y="1333500"/>
                </a:moveTo>
                <a:lnTo>
                  <a:pt x="981075" y="1333500"/>
                </a:lnTo>
                <a:lnTo>
                  <a:pt x="981075" y="1343025"/>
                </a:lnTo>
                <a:lnTo>
                  <a:pt x="962025" y="1343025"/>
                </a:lnTo>
                <a:close/>
                <a:moveTo>
                  <a:pt x="1000125" y="1333500"/>
                </a:moveTo>
                <a:lnTo>
                  <a:pt x="1019175" y="1333500"/>
                </a:lnTo>
                <a:lnTo>
                  <a:pt x="1019175" y="1343025"/>
                </a:lnTo>
                <a:lnTo>
                  <a:pt x="1038225" y="1343025"/>
                </a:lnTo>
                <a:lnTo>
                  <a:pt x="1038225" y="1333500"/>
                </a:lnTo>
                <a:lnTo>
                  <a:pt x="1047750" y="1333500"/>
                </a:lnTo>
                <a:lnTo>
                  <a:pt x="1047750" y="1352550"/>
                </a:lnTo>
                <a:lnTo>
                  <a:pt x="1019175" y="1352550"/>
                </a:lnTo>
                <a:lnTo>
                  <a:pt x="1019175" y="1362075"/>
                </a:lnTo>
                <a:lnTo>
                  <a:pt x="1009650" y="1362075"/>
                </a:lnTo>
                <a:lnTo>
                  <a:pt x="1009650" y="1343025"/>
                </a:lnTo>
                <a:lnTo>
                  <a:pt x="1000125" y="1343025"/>
                </a:lnTo>
                <a:close/>
                <a:moveTo>
                  <a:pt x="1076325" y="1333500"/>
                </a:moveTo>
                <a:lnTo>
                  <a:pt x="1114425" y="1333500"/>
                </a:lnTo>
                <a:lnTo>
                  <a:pt x="1114425" y="1343025"/>
                </a:lnTo>
                <a:lnTo>
                  <a:pt x="1104900" y="1343025"/>
                </a:lnTo>
                <a:lnTo>
                  <a:pt x="1104900" y="1352550"/>
                </a:lnTo>
                <a:lnTo>
                  <a:pt x="1085850" y="1352550"/>
                </a:lnTo>
                <a:lnTo>
                  <a:pt x="1085850" y="1343025"/>
                </a:lnTo>
                <a:lnTo>
                  <a:pt x="1076325" y="1343025"/>
                </a:lnTo>
                <a:close/>
                <a:moveTo>
                  <a:pt x="1771650" y="1333500"/>
                </a:moveTo>
                <a:lnTo>
                  <a:pt x="1781175" y="1333500"/>
                </a:lnTo>
                <a:lnTo>
                  <a:pt x="1781175" y="1352550"/>
                </a:lnTo>
                <a:lnTo>
                  <a:pt x="1771650" y="1352550"/>
                </a:lnTo>
                <a:close/>
                <a:moveTo>
                  <a:pt x="304800" y="1343025"/>
                </a:moveTo>
                <a:lnTo>
                  <a:pt x="314325" y="1343025"/>
                </a:lnTo>
                <a:lnTo>
                  <a:pt x="314325" y="1352550"/>
                </a:lnTo>
                <a:lnTo>
                  <a:pt x="304800" y="1352550"/>
                </a:lnTo>
                <a:close/>
                <a:moveTo>
                  <a:pt x="933450" y="1343025"/>
                </a:moveTo>
                <a:lnTo>
                  <a:pt x="942975" y="1343025"/>
                </a:lnTo>
                <a:lnTo>
                  <a:pt x="942975" y="1352550"/>
                </a:lnTo>
                <a:lnTo>
                  <a:pt x="981075" y="1352550"/>
                </a:lnTo>
                <a:lnTo>
                  <a:pt x="981075" y="1362075"/>
                </a:lnTo>
                <a:lnTo>
                  <a:pt x="971550" y="1362075"/>
                </a:lnTo>
                <a:lnTo>
                  <a:pt x="971550" y="1371600"/>
                </a:lnTo>
                <a:lnTo>
                  <a:pt x="962025" y="1371600"/>
                </a:lnTo>
                <a:lnTo>
                  <a:pt x="962025" y="1362075"/>
                </a:lnTo>
                <a:lnTo>
                  <a:pt x="933450" y="1362075"/>
                </a:lnTo>
                <a:close/>
                <a:moveTo>
                  <a:pt x="990600" y="1343025"/>
                </a:moveTo>
                <a:lnTo>
                  <a:pt x="1000125" y="1343025"/>
                </a:lnTo>
                <a:lnTo>
                  <a:pt x="1000125" y="1352550"/>
                </a:lnTo>
                <a:lnTo>
                  <a:pt x="990600" y="1352550"/>
                </a:lnTo>
                <a:close/>
                <a:moveTo>
                  <a:pt x="847725" y="1352550"/>
                </a:moveTo>
                <a:lnTo>
                  <a:pt x="885825" y="1352550"/>
                </a:lnTo>
                <a:lnTo>
                  <a:pt x="885825" y="1362075"/>
                </a:lnTo>
                <a:lnTo>
                  <a:pt x="876300" y="1362075"/>
                </a:lnTo>
                <a:lnTo>
                  <a:pt x="876300" y="1371600"/>
                </a:lnTo>
                <a:lnTo>
                  <a:pt x="885825" y="1371600"/>
                </a:lnTo>
                <a:lnTo>
                  <a:pt x="885825" y="1400175"/>
                </a:lnTo>
                <a:lnTo>
                  <a:pt x="895350" y="1400175"/>
                </a:lnTo>
                <a:lnTo>
                  <a:pt x="895350" y="1390650"/>
                </a:lnTo>
                <a:lnTo>
                  <a:pt x="904875" y="1390650"/>
                </a:lnTo>
                <a:lnTo>
                  <a:pt x="904875" y="1381125"/>
                </a:lnTo>
                <a:lnTo>
                  <a:pt x="914400" y="1381125"/>
                </a:lnTo>
                <a:lnTo>
                  <a:pt x="914400" y="1400175"/>
                </a:lnTo>
                <a:lnTo>
                  <a:pt x="904875" y="1400175"/>
                </a:lnTo>
                <a:lnTo>
                  <a:pt x="904875" y="1409700"/>
                </a:lnTo>
                <a:lnTo>
                  <a:pt x="895350" y="1409700"/>
                </a:lnTo>
                <a:lnTo>
                  <a:pt x="895350" y="1428750"/>
                </a:lnTo>
                <a:lnTo>
                  <a:pt x="885825" y="1428750"/>
                </a:lnTo>
                <a:lnTo>
                  <a:pt x="885825" y="1419225"/>
                </a:lnTo>
                <a:lnTo>
                  <a:pt x="876300" y="1419225"/>
                </a:lnTo>
                <a:lnTo>
                  <a:pt x="876300" y="1381125"/>
                </a:lnTo>
                <a:lnTo>
                  <a:pt x="866775" y="1381125"/>
                </a:lnTo>
                <a:lnTo>
                  <a:pt x="866775" y="1371600"/>
                </a:lnTo>
                <a:lnTo>
                  <a:pt x="857250" y="1371600"/>
                </a:lnTo>
                <a:lnTo>
                  <a:pt x="857250" y="1362075"/>
                </a:lnTo>
                <a:lnTo>
                  <a:pt x="847725" y="1362075"/>
                </a:lnTo>
                <a:close/>
                <a:moveTo>
                  <a:pt x="1047750" y="1352550"/>
                </a:moveTo>
                <a:lnTo>
                  <a:pt x="1076325" y="1352550"/>
                </a:lnTo>
                <a:lnTo>
                  <a:pt x="1076325" y="1362075"/>
                </a:lnTo>
                <a:lnTo>
                  <a:pt x="1057275" y="1362075"/>
                </a:lnTo>
                <a:lnTo>
                  <a:pt x="1057275" y="1371600"/>
                </a:lnTo>
                <a:lnTo>
                  <a:pt x="1047750" y="1371600"/>
                </a:lnTo>
                <a:close/>
                <a:moveTo>
                  <a:pt x="1104900" y="1352550"/>
                </a:moveTo>
                <a:lnTo>
                  <a:pt x="1114425" y="1352550"/>
                </a:lnTo>
                <a:lnTo>
                  <a:pt x="1114425" y="1362075"/>
                </a:lnTo>
                <a:lnTo>
                  <a:pt x="1104900" y="1362075"/>
                </a:lnTo>
                <a:close/>
                <a:moveTo>
                  <a:pt x="552450" y="1362075"/>
                </a:moveTo>
                <a:lnTo>
                  <a:pt x="561975" y="1362075"/>
                </a:lnTo>
                <a:lnTo>
                  <a:pt x="561975" y="1371600"/>
                </a:lnTo>
                <a:lnTo>
                  <a:pt x="552450" y="1371600"/>
                </a:lnTo>
                <a:close/>
                <a:moveTo>
                  <a:pt x="838200" y="1362075"/>
                </a:moveTo>
                <a:lnTo>
                  <a:pt x="847725" y="1362075"/>
                </a:lnTo>
                <a:lnTo>
                  <a:pt x="847725" y="1371600"/>
                </a:lnTo>
                <a:lnTo>
                  <a:pt x="838200" y="1371600"/>
                </a:lnTo>
                <a:close/>
                <a:moveTo>
                  <a:pt x="514350" y="1371600"/>
                </a:moveTo>
                <a:lnTo>
                  <a:pt x="552450" y="1371600"/>
                </a:lnTo>
                <a:lnTo>
                  <a:pt x="552450" y="1381125"/>
                </a:lnTo>
                <a:lnTo>
                  <a:pt x="514350" y="1381125"/>
                </a:lnTo>
                <a:close/>
                <a:moveTo>
                  <a:pt x="323850" y="1390650"/>
                </a:moveTo>
                <a:lnTo>
                  <a:pt x="333375" y="1390650"/>
                </a:lnTo>
                <a:lnTo>
                  <a:pt x="333375" y="1400175"/>
                </a:lnTo>
                <a:lnTo>
                  <a:pt x="323850" y="1400175"/>
                </a:lnTo>
                <a:close/>
                <a:moveTo>
                  <a:pt x="257175" y="1400175"/>
                </a:moveTo>
                <a:lnTo>
                  <a:pt x="276225" y="1400175"/>
                </a:lnTo>
                <a:lnTo>
                  <a:pt x="276225" y="1409700"/>
                </a:lnTo>
                <a:lnTo>
                  <a:pt x="257175" y="1409700"/>
                </a:lnTo>
                <a:close/>
                <a:moveTo>
                  <a:pt x="447675" y="1400175"/>
                </a:moveTo>
                <a:lnTo>
                  <a:pt x="457200" y="1400175"/>
                </a:lnTo>
                <a:lnTo>
                  <a:pt x="457200" y="1409700"/>
                </a:lnTo>
                <a:lnTo>
                  <a:pt x="447675" y="1409700"/>
                </a:lnTo>
                <a:close/>
                <a:moveTo>
                  <a:pt x="304800" y="1409700"/>
                </a:moveTo>
                <a:lnTo>
                  <a:pt x="314325" y="1409700"/>
                </a:lnTo>
                <a:lnTo>
                  <a:pt x="314325" y="1419225"/>
                </a:lnTo>
                <a:lnTo>
                  <a:pt x="304800" y="1419225"/>
                </a:lnTo>
                <a:close/>
                <a:moveTo>
                  <a:pt x="695325" y="1409700"/>
                </a:moveTo>
                <a:lnTo>
                  <a:pt x="714375" y="1409700"/>
                </a:lnTo>
                <a:lnTo>
                  <a:pt x="714375" y="1419225"/>
                </a:lnTo>
                <a:lnTo>
                  <a:pt x="695325" y="1419225"/>
                </a:lnTo>
                <a:close/>
                <a:moveTo>
                  <a:pt x="762000" y="1409700"/>
                </a:moveTo>
                <a:lnTo>
                  <a:pt x="771525" y="1409700"/>
                </a:lnTo>
                <a:lnTo>
                  <a:pt x="771525" y="1419225"/>
                </a:lnTo>
                <a:lnTo>
                  <a:pt x="790575" y="1419225"/>
                </a:lnTo>
                <a:lnTo>
                  <a:pt x="790575" y="1428750"/>
                </a:lnTo>
                <a:lnTo>
                  <a:pt x="781050" y="1428750"/>
                </a:lnTo>
                <a:lnTo>
                  <a:pt x="781050" y="1438275"/>
                </a:lnTo>
                <a:lnTo>
                  <a:pt x="742950" y="1438275"/>
                </a:lnTo>
                <a:lnTo>
                  <a:pt x="742950" y="1428750"/>
                </a:lnTo>
                <a:lnTo>
                  <a:pt x="752475" y="1428750"/>
                </a:lnTo>
                <a:lnTo>
                  <a:pt x="752475" y="1419225"/>
                </a:lnTo>
                <a:lnTo>
                  <a:pt x="762000" y="1419225"/>
                </a:lnTo>
                <a:close/>
                <a:moveTo>
                  <a:pt x="0" y="1419225"/>
                </a:moveTo>
                <a:lnTo>
                  <a:pt x="9525" y="1419225"/>
                </a:lnTo>
                <a:lnTo>
                  <a:pt x="9525" y="1428750"/>
                </a:lnTo>
                <a:lnTo>
                  <a:pt x="0" y="1428750"/>
                </a:lnTo>
                <a:close/>
                <a:moveTo>
                  <a:pt x="333375" y="1419225"/>
                </a:moveTo>
                <a:lnTo>
                  <a:pt x="342900" y="1419225"/>
                </a:lnTo>
                <a:lnTo>
                  <a:pt x="342900" y="1428750"/>
                </a:lnTo>
                <a:lnTo>
                  <a:pt x="333375" y="1428750"/>
                </a:lnTo>
                <a:close/>
                <a:moveTo>
                  <a:pt x="685800" y="1419225"/>
                </a:moveTo>
                <a:lnTo>
                  <a:pt x="695325" y="1419225"/>
                </a:lnTo>
                <a:lnTo>
                  <a:pt x="695325" y="1438275"/>
                </a:lnTo>
                <a:lnTo>
                  <a:pt x="666750" y="1438275"/>
                </a:lnTo>
                <a:lnTo>
                  <a:pt x="666750" y="1428750"/>
                </a:lnTo>
                <a:lnTo>
                  <a:pt x="685800" y="1428750"/>
                </a:lnTo>
                <a:close/>
                <a:moveTo>
                  <a:pt x="866775" y="1419225"/>
                </a:moveTo>
                <a:lnTo>
                  <a:pt x="876300" y="1419225"/>
                </a:lnTo>
                <a:lnTo>
                  <a:pt x="876300" y="1428750"/>
                </a:lnTo>
                <a:lnTo>
                  <a:pt x="866775" y="1428750"/>
                </a:lnTo>
                <a:close/>
                <a:moveTo>
                  <a:pt x="609600" y="1428750"/>
                </a:moveTo>
                <a:lnTo>
                  <a:pt x="638175" y="1428750"/>
                </a:lnTo>
                <a:lnTo>
                  <a:pt x="638175" y="1438275"/>
                </a:lnTo>
                <a:lnTo>
                  <a:pt x="609600" y="1438275"/>
                </a:lnTo>
                <a:close/>
                <a:moveTo>
                  <a:pt x="800100" y="1428750"/>
                </a:moveTo>
                <a:lnTo>
                  <a:pt x="819150" y="1428750"/>
                </a:lnTo>
                <a:lnTo>
                  <a:pt x="819150" y="1438275"/>
                </a:lnTo>
                <a:lnTo>
                  <a:pt x="800100" y="1438275"/>
                </a:lnTo>
                <a:close/>
                <a:moveTo>
                  <a:pt x="904875" y="1428750"/>
                </a:moveTo>
                <a:lnTo>
                  <a:pt x="923925" y="1428750"/>
                </a:lnTo>
                <a:lnTo>
                  <a:pt x="923925" y="1438275"/>
                </a:lnTo>
                <a:lnTo>
                  <a:pt x="904875" y="1438275"/>
                </a:lnTo>
                <a:close/>
                <a:moveTo>
                  <a:pt x="1895475" y="1533525"/>
                </a:moveTo>
                <a:lnTo>
                  <a:pt x="1905000" y="1533525"/>
                </a:lnTo>
                <a:lnTo>
                  <a:pt x="1905000" y="1552575"/>
                </a:lnTo>
                <a:lnTo>
                  <a:pt x="1895475" y="1552575"/>
                </a:lnTo>
                <a:close/>
                <a:moveTo>
                  <a:pt x="1657350" y="1571625"/>
                </a:moveTo>
                <a:lnTo>
                  <a:pt x="1666875" y="1571625"/>
                </a:lnTo>
                <a:lnTo>
                  <a:pt x="1666875" y="1581150"/>
                </a:lnTo>
                <a:lnTo>
                  <a:pt x="1657350" y="1581150"/>
                </a:lnTo>
                <a:close/>
                <a:moveTo>
                  <a:pt x="257175" y="1581150"/>
                </a:moveTo>
                <a:lnTo>
                  <a:pt x="276225" y="1581150"/>
                </a:lnTo>
                <a:lnTo>
                  <a:pt x="276225" y="1590675"/>
                </a:lnTo>
                <a:lnTo>
                  <a:pt x="257175" y="1590675"/>
                </a:lnTo>
                <a:close/>
                <a:moveTo>
                  <a:pt x="285750" y="1581150"/>
                </a:moveTo>
                <a:lnTo>
                  <a:pt x="323850" y="1581150"/>
                </a:lnTo>
                <a:lnTo>
                  <a:pt x="323850" y="1590675"/>
                </a:lnTo>
                <a:lnTo>
                  <a:pt x="285750" y="1590675"/>
                </a:lnTo>
                <a:close/>
                <a:moveTo>
                  <a:pt x="1504950" y="1581150"/>
                </a:moveTo>
                <a:lnTo>
                  <a:pt x="1524000" y="1581150"/>
                </a:lnTo>
                <a:lnTo>
                  <a:pt x="1524000" y="1590675"/>
                </a:lnTo>
                <a:lnTo>
                  <a:pt x="1514475" y="1590675"/>
                </a:lnTo>
                <a:lnTo>
                  <a:pt x="1514475" y="1600200"/>
                </a:lnTo>
                <a:lnTo>
                  <a:pt x="1504950" y="1600200"/>
                </a:lnTo>
                <a:close/>
                <a:moveTo>
                  <a:pt x="1552575" y="1581150"/>
                </a:moveTo>
                <a:lnTo>
                  <a:pt x="1571625" y="1581150"/>
                </a:lnTo>
                <a:lnTo>
                  <a:pt x="1571625" y="1590675"/>
                </a:lnTo>
                <a:lnTo>
                  <a:pt x="1552575" y="1590675"/>
                </a:lnTo>
                <a:close/>
                <a:moveTo>
                  <a:pt x="28575" y="1590675"/>
                </a:moveTo>
                <a:lnTo>
                  <a:pt x="38100" y="1590675"/>
                </a:lnTo>
                <a:lnTo>
                  <a:pt x="38100" y="1600200"/>
                </a:lnTo>
                <a:lnTo>
                  <a:pt x="28575" y="1600200"/>
                </a:lnTo>
                <a:close/>
                <a:moveTo>
                  <a:pt x="1247775" y="1590675"/>
                </a:moveTo>
                <a:lnTo>
                  <a:pt x="1266825" y="1590675"/>
                </a:lnTo>
                <a:lnTo>
                  <a:pt x="1266825" y="1600200"/>
                </a:lnTo>
                <a:lnTo>
                  <a:pt x="1247775" y="1600200"/>
                </a:lnTo>
                <a:close/>
                <a:moveTo>
                  <a:pt x="1885950" y="1590675"/>
                </a:moveTo>
                <a:lnTo>
                  <a:pt x="1905000" y="1590675"/>
                </a:lnTo>
                <a:lnTo>
                  <a:pt x="1905000" y="1600200"/>
                </a:lnTo>
                <a:lnTo>
                  <a:pt x="1885950" y="1600200"/>
                </a:lnTo>
                <a:close/>
                <a:moveTo>
                  <a:pt x="114300" y="1600200"/>
                </a:moveTo>
                <a:lnTo>
                  <a:pt x="133350" y="1600200"/>
                </a:lnTo>
                <a:lnTo>
                  <a:pt x="133350" y="1619250"/>
                </a:lnTo>
                <a:lnTo>
                  <a:pt x="114300" y="1619250"/>
                </a:lnTo>
                <a:close/>
                <a:moveTo>
                  <a:pt x="1200150" y="1600200"/>
                </a:moveTo>
                <a:lnTo>
                  <a:pt x="1209675" y="1600200"/>
                </a:lnTo>
                <a:lnTo>
                  <a:pt x="1209675" y="1628775"/>
                </a:lnTo>
                <a:lnTo>
                  <a:pt x="1200150" y="1628775"/>
                </a:lnTo>
                <a:close/>
                <a:moveTo>
                  <a:pt x="1695450" y="1600200"/>
                </a:moveTo>
                <a:lnTo>
                  <a:pt x="1752600" y="1600200"/>
                </a:lnTo>
                <a:lnTo>
                  <a:pt x="1752600" y="1609725"/>
                </a:lnTo>
                <a:lnTo>
                  <a:pt x="1743075" y="1609725"/>
                </a:lnTo>
                <a:lnTo>
                  <a:pt x="1743075" y="1619250"/>
                </a:lnTo>
                <a:lnTo>
                  <a:pt x="1695450" y="1619250"/>
                </a:lnTo>
                <a:close/>
                <a:moveTo>
                  <a:pt x="552450" y="1609725"/>
                </a:moveTo>
                <a:lnTo>
                  <a:pt x="590550" y="1609725"/>
                </a:lnTo>
                <a:lnTo>
                  <a:pt x="590550" y="1628775"/>
                </a:lnTo>
                <a:lnTo>
                  <a:pt x="552450" y="1628775"/>
                </a:lnTo>
                <a:close/>
                <a:moveTo>
                  <a:pt x="638175" y="1609725"/>
                </a:moveTo>
                <a:lnTo>
                  <a:pt x="685800" y="1609725"/>
                </a:lnTo>
                <a:lnTo>
                  <a:pt x="685800" y="1628775"/>
                </a:lnTo>
                <a:lnTo>
                  <a:pt x="638175" y="1628775"/>
                </a:lnTo>
                <a:close/>
                <a:moveTo>
                  <a:pt x="447675" y="1628775"/>
                </a:moveTo>
                <a:lnTo>
                  <a:pt x="476250" y="1628775"/>
                </a:lnTo>
                <a:lnTo>
                  <a:pt x="476250" y="1638300"/>
                </a:lnTo>
                <a:lnTo>
                  <a:pt x="495300" y="1638300"/>
                </a:lnTo>
                <a:lnTo>
                  <a:pt x="495300" y="1647825"/>
                </a:lnTo>
                <a:lnTo>
                  <a:pt x="447675" y="1647825"/>
                </a:lnTo>
                <a:close/>
                <a:moveTo>
                  <a:pt x="504825" y="1628775"/>
                </a:moveTo>
                <a:lnTo>
                  <a:pt x="514350" y="1628775"/>
                </a:lnTo>
                <a:lnTo>
                  <a:pt x="514350" y="1638300"/>
                </a:lnTo>
                <a:lnTo>
                  <a:pt x="504825" y="1638300"/>
                </a:lnTo>
                <a:close/>
                <a:moveTo>
                  <a:pt x="1209675" y="1628775"/>
                </a:moveTo>
                <a:lnTo>
                  <a:pt x="1219200" y="1628775"/>
                </a:lnTo>
                <a:lnTo>
                  <a:pt x="1219200" y="1638300"/>
                </a:lnTo>
                <a:lnTo>
                  <a:pt x="1209675" y="1638300"/>
                </a:lnTo>
                <a:close/>
                <a:moveTo>
                  <a:pt x="1247775" y="1628775"/>
                </a:moveTo>
                <a:lnTo>
                  <a:pt x="1276350" y="1628775"/>
                </a:lnTo>
                <a:lnTo>
                  <a:pt x="1276350" y="1638300"/>
                </a:lnTo>
                <a:lnTo>
                  <a:pt x="1323975" y="1638300"/>
                </a:lnTo>
                <a:lnTo>
                  <a:pt x="1323975" y="1647825"/>
                </a:lnTo>
                <a:lnTo>
                  <a:pt x="1247775" y="1647825"/>
                </a:lnTo>
                <a:close/>
                <a:moveTo>
                  <a:pt x="1600200" y="1628775"/>
                </a:moveTo>
                <a:lnTo>
                  <a:pt x="1609725" y="1628775"/>
                </a:lnTo>
                <a:lnTo>
                  <a:pt x="1609725" y="1638300"/>
                </a:lnTo>
                <a:lnTo>
                  <a:pt x="1600200" y="1638300"/>
                </a:lnTo>
                <a:close/>
                <a:moveTo>
                  <a:pt x="1219200" y="1638300"/>
                </a:moveTo>
                <a:lnTo>
                  <a:pt x="1228725" y="1638300"/>
                </a:lnTo>
                <a:lnTo>
                  <a:pt x="1228725" y="1647825"/>
                </a:lnTo>
                <a:lnTo>
                  <a:pt x="1219200" y="1647825"/>
                </a:lnTo>
                <a:close/>
                <a:moveTo>
                  <a:pt x="1419225" y="1638300"/>
                </a:moveTo>
                <a:lnTo>
                  <a:pt x="1438275" y="1638300"/>
                </a:lnTo>
                <a:lnTo>
                  <a:pt x="1438275" y="1647825"/>
                </a:lnTo>
                <a:lnTo>
                  <a:pt x="1419225" y="1647825"/>
                </a:lnTo>
                <a:close/>
                <a:moveTo>
                  <a:pt x="1485900" y="1638300"/>
                </a:moveTo>
                <a:lnTo>
                  <a:pt x="1495425" y="1638300"/>
                </a:lnTo>
                <a:lnTo>
                  <a:pt x="1495425" y="1647825"/>
                </a:lnTo>
                <a:lnTo>
                  <a:pt x="1485900" y="1647825"/>
                </a:lnTo>
                <a:close/>
                <a:moveTo>
                  <a:pt x="723900" y="1714500"/>
                </a:moveTo>
                <a:lnTo>
                  <a:pt x="733425" y="1714500"/>
                </a:lnTo>
                <a:lnTo>
                  <a:pt x="733425" y="1733550"/>
                </a:lnTo>
                <a:lnTo>
                  <a:pt x="723900" y="1733550"/>
                </a:lnTo>
                <a:close/>
                <a:moveTo>
                  <a:pt x="28575" y="1724025"/>
                </a:moveTo>
                <a:lnTo>
                  <a:pt x="38100" y="1724025"/>
                </a:lnTo>
                <a:lnTo>
                  <a:pt x="38100" y="1733550"/>
                </a:lnTo>
                <a:lnTo>
                  <a:pt x="28575" y="1733550"/>
                </a:lnTo>
                <a:close/>
                <a:moveTo>
                  <a:pt x="1895475" y="1724025"/>
                </a:moveTo>
                <a:lnTo>
                  <a:pt x="1905000" y="1724025"/>
                </a:lnTo>
                <a:lnTo>
                  <a:pt x="1905000" y="1743075"/>
                </a:lnTo>
                <a:lnTo>
                  <a:pt x="1895475" y="1743075"/>
                </a:lnTo>
                <a:close/>
                <a:moveTo>
                  <a:pt x="523875" y="1733550"/>
                </a:moveTo>
                <a:lnTo>
                  <a:pt x="533400" y="1733550"/>
                </a:lnTo>
                <a:lnTo>
                  <a:pt x="533400" y="1752600"/>
                </a:lnTo>
                <a:lnTo>
                  <a:pt x="514350" y="1752600"/>
                </a:lnTo>
                <a:lnTo>
                  <a:pt x="514350" y="1743075"/>
                </a:lnTo>
                <a:lnTo>
                  <a:pt x="523875" y="1743075"/>
                </a:lnTo>
                <a:close/>
                <a:moveTo>
                  <a:pt x="981075" y="1733550"/>
                </a:moveTo>
                <a:lnTo>
                  <a:pt x="1000125" y="1733550"/>
                </a:lnTo>
                <a:lnTo>
                  <a:pt x="1000125" y="1752600"/>
                </a:lnTo>
                <a:lnTo>
                  <a:pt x="990600" y="1752600"/>
                </a:lnTo>
                <a:lnTo>
                  <a:pt x="990600" y="1743075"/>
                </a:lnTo>
                <a:lnTo>
                  <a:pt x="981075" y="1743075"/>
                </a:lnTo>
                <a:close/>
                <a:moveTo>
                  <a:pt x="19050" y="1743075"/>
                </a:moveTo>
                <a:lnTo>
                  <a:pt x="28575" y="1743075"/>
                </a:lnTo>
                <a:lnTo>
                  <a:pt x="28575" y="1752600"/>
                </a:lnTo>
                <a:lnTo>
                  <a:pt x="19050" y="1752600"/>
                </a:lnTo>
                <a:close/>
                <a:moveTo>
                  <a:pt x="209550" y="1743075"/>
                </a:moveTo>
                <a:lnTo>
                  <a:pt x="219075" y="1743075"/>
                </a:lnTo>
                <a:lnTo>
                  <a:pt x="219075" y="1752600"/>
                </a:lnTo>
                <a:lnTo>
                  <a:pt x="209550" y="1752600"/>
                </a:lnTo>
                <a:close/>
                <a:moveTo>
                  <a:pt x="247650" y="1743075"/>
                </a:moveTo>
                <a:lnTo>
                  <a:pt x="266700" y="1743075"/>
                </a:lnTo>
                <a:lnTo>
                  <a:pt x="266700" y="1752600"/>
                </a:lnTo>
                <a:lnTo>
                  <a:pt x="247650" y="1752600"/>
                </a:lnTo>
                <a:close/>
                <a:moveTo>
                  <a:pt x="704850" y="1743075"/>
                </a:moveTo>
                <a:lnTo>
                  <a:pt x="714375" y="1743075"/>
                </a:lnTo>
                <a:lnTo>
                  <a:pt x="714375" y="1752600"/>
                </a:lnTo>
                <a:lnTo>
                  <a:pt x="704850" y="1752600"/>
                </a:lnTo>
                <a:close/>
                <a:moveTo>
                  <a:pt x="933450" y="1743075"/>
                </a:moveTo>
                <a:lnTo>
                  <a:pt x="942975" y="1743075"/>
                </a:lnTo>
                <a:lnTo>
                  <a:pt x="942975" y="1762125"/>
                </a:lnTo>
                <a:lnTo>
                  <a:pt x="895350" y="1762125"/>
                </a:lnTo>
                <a:lnTo>
                  <a:pt x="895350" y="1752600"/>
                </a:lnTo>
                <a:lnTo>
                  <a:pt x="933450" y="1752600"/>
                </a:lnTo>
                <a:close/>
                <a:moveTo>
                  <a:pt x="1390650" y="1743075"/>
                </a:moveTo>
                <a:lnTo>
                  <a:pt x="1409700" y="1743075"/>
                </a:lnTo>
                <a:lnTo>
                  <a:pt x="1409700" y="1752600"/>
                </a:lnTo>
                <a:lnTo>
                  <a:pt x="1504950" y="1752600"/>
                </a:lnTo>
                <a:lnTo>
                  <a:pt x="1504950" y="1762125"/>
                </a:lnTo>
                <a:lnTo>
                  <a:pt x="1390650" y="1762125"/>
                </a:lnTo>
                <a:close/>
                <a:moveTo>
                  <a:pt x="752475" y="1752600"/>
                </a:moveTo>
                <a:lnTo>
                  <a:pt x="781050" y="1752600"/>
                </a:lnTo>
                <a:lnTo>
                  <a:pt x="781050" y="1762125"/>
                </a:lnTo>
                <a:lnTo>
                  <a:pt x="752475" y="1762125"/>
                </a:lnTo>
                <a:close/>
                <a:moveTo>
                  <a:pt x="828675" y="1752600"/>
                </a:moveTo>
                <a:lnTo>
                  <a:pt x="876300" y="1752600"/>
                </a:lnTo>
                <a:lnTo>
                  <a:pt x="876300" y="1762125"/>
                </a:lnTo>
                <a:lnTo>
                  <a:pt x="828675" y="1762125"/>
                </a:lnTo>
                <a:close/>
                <a:moveTo>
                  <a:pt x="1000125" y="1752600"/>
                </a:moveTo>
                <a:lnTo>
                  <a:pt x="1019175" y="1752600"/>
                </a:lnTo>
                <a:lnTo>
                  <a:pt x="1019175" y="1762125"/>
                </a:lnTo>
                <a:lnTo>
                  <a:pt x="1000125" y="1762125"/>
                </a:lnTo>
                <a:close/>
                <a:moveTo>
                  <a:pt x="1057275" y="1752600"/>
                </a:moveTo>
                <a:lnTo>
                  <a:pt x="1104900" y="1752600"/>
                </a:lnTo>
                <a:lnTo>
                  <a:pt x="1104900" y="1762125"/>
                </a:lnTo>
                <a:lnTo>
                  <a:pt x="1057275" y="1762125"/>
                </a:lnTo>
                <a:close/>
                <a:moveTo>
                  <a:pt x="1238250" y="1752600"/>
                </a:moveTo>
                <a:lnTo>
                  <a:pt x="1247775" y="1752600"/>
                </a:lnTo>
                <a:lnTo>
                  <a:pt x="1247775" y="1762125"/>
                </a:lnTo>
                <a:lnTo>
                  <a:pt x="1238250" y="1762125"/>
                </a:lnTo>
                <a:close/>
                <a:moveTo>
                  <a:pt x="1314450" y="1752600"/>
                </a:moveTo>
                <a:lnTo>
                  <a:pt x="1333500" y="1752600"/>
                </a:lnTo>
                <a:lnTo>
                  <a:pt x="1333500" y="1762125"/>
                </a:lnTo>
                <a:lnTo>
                  <a:pt x="1314450" y="1762125"/>
                </a:lnTo>
                <a:close/>
                <a:moveTo>
                  <a:pt x="1543050" y="1752600"/>
                </a:moveTo>
                <a:lnTo>
                  <a:pt x="1562100" y="1752600"/>
                </a:lnTo>
                <a:lnTo>
                  <a:pt x="1562100" y="1762125"/>
                </a:lnTo>
                <a:lnTo>
                  <a:pt x="1543050" y="1762125"/>
                </a:lnTo>
                <a:close/>
                <a:moveTo>
                  <a:pt x="1638300" y="1752600"/>
                </a:moveTo>
                <a:lnTo>
                  <a:pt x="1657350" y="1752600"/>
                </a:lnTo>
                <a:lnTo>
                  <a:pt x="1657350" y="1762125"/>
                </a:lnTo>
                <a:lnTo>
                  <a:pt x="1638300" y="1762125"/>
                </a:lnTo>
                <a:close/>
                <a:moveTo>
                  <a:pt x="1724025" y="1752600"/>
                </a:moveTo>
                <a:lnTo>
                  <a:pt x="1752600" y="1752600"/>
                </a:lnTo>
                <a:lnTo>
                  <a:pt x="1752600" y="1762125"/>
                </a:lnTo>
                <a:lnTo>
                  <a:pt x="1724025" y="1762125"/>
                </a:lnTo>
                <a:close/>
                <a:moveTo>
                  <a:pt x="0" y="1790700"/>
                </a:moveTo>
                <a:lnTo>
                  <a:pt x="9525" y="1790700"/>
                </a:lnTo>
                <a:lnTo>
                  <a:pt x="9525" y="1800225"/>
                </a:lnTo>
                <a:lnTo>
                  <a:pt x="0" y="1800225"/>
                </a:lnTo>
                <a:close/>
                <a:moveTo>
                  <a:pt x="323850" y="1809750"/>
                </a:moveTo>
                <a:lnTo>
                  <a:pt x="333375" y="1809750"/>
                </a:lnTo>
                <a:lnTo>
                  <a:pt x="333375" y="1819275"/>
                </a:lnTo>
                <a:lnTo>
                  <a:pt x="323850" y="1819275"/>
                </a:lnTo>
                <a:close/>
                <a:moveTo>
                  <a:pt x="666750" y="1809750"/>
                </a:moveTo>
                <a:lnTo>
                  <a:pt x="676275" y="1809750"/>
                </a:lnTo>
                <a:lnTo>
                  <a:pt x="676275" y="1819275"/>
                </a:lnTo>
                <a:lnTo>
                  <a:pt x="666750" y="1819275"/>
                </a:lnTo>
                <a:close/>
                <a:moveTo>
                  <a:pt x="742950" y="1819275"/>
                </a:moveTo>
                <a:lnTo>
                  <a:pt x="762000" y="1819275"/>
                </a:lnTo>
                <a:lnTo>
                  <a:pt x="762000" y="1828800"/>
                </a:lnTo>
                <a:lnTo>
                  <a:pt x="742950" y="1828800"/>
                </a:lnTo>
                <a:close/>
                <a:moveTo>
                  <a:pt x="762000" y="1828800"/>
                </a:moveTo>
                <a:lnTo>
                  <a:pt x="771525" y="1828800"/>
                </a:lnTo>
                <a:lnTo>
                  <a:pt x="771525" y="1838325"/>
                </a:lnTo>
                <a:lnTo>
                  <a:pt x="762000" y="1838325"/>
                </a:lnTo>
                <a:close/>
                <a:moveTo>
                  <a:pt x="200025" y="1838325"/>
                </a:moveTo>
                <a:lnTo>
                  <a:pt x="209550" y="1838325"/>
                </a:lnTo>
                <a:lnTo>
                  <a:pt x="209550" y="1847850"/>
                </a:lnTo>
                <a:lnTo>
                  <a:pt x="200025" y="1847850"/>
                </a:lnTo>
                <a:close/>
                <a:moveTo>
                  <a:pt x="428625" y="1847850"/>
                </a:moveTo>
                <a:lnTo>
                  <a:pt x="438150" y="1847850"/>
                </a:lnTo>
                <a:lnTo>
                  <a:pt x="438150" y="1857375"/>
                </a:lnTo>
                <a:lnTo>
                  <a:pt x="428625" y="1857375"/>
                </a:lnTo>
                <a:close/>
                <a:moveTo>
                  <a:pt x="400050" y="1857375"/>
                </a:moveTo>
                <a:lnTo>
                  <a:pt x="428625" y="1857375"/>
                </a:lnTo>
                <a:lnTo>
                  <a:pt x="428625" y="1866900"/>
                </a:lnTo>
                <a:lnTo>
                  <a:pt x="419100" y="1866900"/>
                </a:lnTo>
                <a:lnTo>
                  <a:pt x="419100" y="1876425"/>
                </a:lnTo>
                <a:lnTo>
                  <a:pt x="400050" y="1876425"/>
                </a:lnTo>
                <a:close/>
                <a:moveTo>
                  <a:pt x="600075" y="1857375"/>
                </a:moveTo>
                <a:lnTo>
                  <a:pt x="628650" y="1857375"/>
                </a:lnTo>
                <a:lnTo>
                  <a:pt x="628650" y="1866900"/>
                </a:lnTo>
                <a:lnTo>
                  <a:pt x="600075" y="1866900"/>
                </a:lnTo>
                <a:close/>
                <a:moveTo>
                  <a:pt x="685800" y="1857375"/>
                </a:moveTo>
                <a:lnTo>
                  <a:pt x="704850" y="1857375"/>
                </a:lnTo>
                <a:lnTo>
                  <a:pt x="704850" y="1866900"/>
                </a:lnTo>
                <a:lnTo>
                  <a:pt x="752475" y="1866900"/>
                </a:lnTo>
                <a:lnTo>
                  <a:pt x="752475" y="1876425"/>
                </a:lnTo>
                <a:lnTo>
                  <a:pt x="771525" y="1876425"/>
                </a:lnTo>
                <a:lnTo>
                  <a:pt x="771525" y="1866900"/>
                </a:lnTo>
                <a:lnTo>
                  <a:pt x="790575" y="1866900"/>
                </a:lnTo>
                <a:lnTo>
                  <a:pt x="790575" y="1876425"/>
                </a:lnTo>
                <a:lnTo>
                  <a:pt x="800100" y="1876425"/>
                </a:lnTo>
                <a:lnTo>
                  <a:pt x="800100" y="1895475"/>
                </a:lnTo>
                <a:lnTo>
                  <a:pt x="695325" y="1895475"/>
                </a:lnTo>
                <a:lnTo>
                  <a:pt x="695325" y="1876425"/>
                </a:lnTo>
                <a:lnTo>
                  <a:pt x="666750" y="1876425"/>
                </a:lnTo>
                <a:lnTo>
                  <a:pt x="666750" y="1866900"/>
                </a:lnTo>
                <a:lnTo>
                  <a:pt x="685800" y="1866900"/>
                </a:lnTo>
                <a:close/>
                <a:moveTo>
                  <a:pt x="304800" y="1866900"/>
                </a:moveTo>
                <a:lnTo>
                  <a:pt x="323850" y="1866900"/>
                </a:lnTo>
                <a:lnTo>
                  <a:pt x="323850" y="1876425"/>
                </a:lnTo>
                <a:lnTo>
                  <a:pt x="304800" y="1876425"/>
                </a:lnTo>
                <a:close/>
                <a:moveTo>
                  <a:pt x="809625" y="1866900"/>
                </a:moveTo>
                <a:lnTo>
                  <a:pt x="819150" y="1866900"/>
                </a:lnTo>
                <a:lnTo>
                  <a:pt x="819150" y="1876425"/>
                </a:lnTo>
                <a:lnTo>
                  <a:pt x="809625" y="1876425"/>
                </a:lnTo>
                <a:close/>
                <a:moveTo>
                  <a:pt x="847725" y="1866900"/>
                </a:moveTo>
                <a:lnTo>
                  <a:pt x="885825" y="1866900"/>
                </a:lnTo>
                <a:lnTo>
                  <a:pt x="885825" y="1876425"/>
                </a:lnTo>
                <a:lnTo>
                  <a:pt x="876300" y="1876425"/>
                </a:lnTo>
                <a:lnTo>
                  <a:pt x="876300" y="1895475"/>
                </a:lnTo>
                <a:lnTo>
                  <a:pt x="838200" y="1895475"/>
                </a:lnTo>
                <a:lnTo>
                  <a:pt x="838200" y="1876425"/>
                </a:lnTo>
                <a:lnTo>
                  <a:pt x="847725" y="1876425"/>
                </a:lnTo>
                <a:close/>
                <a:moveTo>
                  <a:pt x="942975" y="1876425"/>
                </a:moveTo>
                <a:lnTo>
                  <a:pt x="981075" y="1876425"/>
                </a:lnTo>
                <a:lnTo>
                  <a:pt x="981075" y="1895475"/>
                </a:lnTo>
                <a:lnTo>
                  <a:pt x="942975" y="1895475"/>
                </a:lnTo>
                <a:close/>
                <a:moveTo>
                  <a:pt x="1057275" y="1876425"/>
                </a:moveTo>
                <a:lnTo>
                  <a:pt x="1123950" y="1876425"/>
                </a:lnTo>
                <a:lnTo>
                  <a:pt x="1123950" y="1895475"/>
                </a:lnTo>
                <a:lnTo>
                  <a:pt x="1057275" y="1895475"/>
                </a:lnTo>
                <a:close/>
                <a:moveTo>
                  <a:pt x="1190625" y="1876425"/>
                </a:moveTo>
                <a:lnTo>
                  <a:pt x="1266825" y="1876425"/>
                </a:lnTo>
                <a:lnTo>
                  <a:pt x="1266825" y="1895475"/>
                </a:lnTo>
                <a:lnTo>
                  <a:pt x="1190625" y="1895475"/>
                </a:lnTo>
                <a:close/>
                <a:moveTo>
                  <a:pt x="1276350" y="1876425"/>
                </a:moveTo>
                <a:lnTo>
                  <a:pt x="1533525" y="1876425"/>
                </a:lnTo>
                <a:lnTo>
                  <a:pt x="1533525" y="1895475"/>
                </a:lnTo>
                <a:lnTo>
                  <a:pt x="1276350" y="1895475"/>
                </a:lnTo>
                <a:close/>
                <a:moveTo>
                  <a:pt x="1685925" y="1876425"/>
                </a:moveTo>
                <a:lnTo>
                  <a:pt x="1695450" y="1876425"/>
                </a:lnTo>
                <a:lnTo>
                  <a:pt x="1695450" y="1895475"/>
                </a:lnTo>
                <a:lnTo>
                  <a:pt x="1685925" y="1895475"/>
                </a:lnTo>
                <a:close/>
                <a:moveTo>
                  <a:pt x="885825" y="1885950"/>
                </a:moveTo>
                <a:lnTo>
                  <a:pt x="895350" y="1885950"/>
                </a:lnTo>
                <a:lnTo>
                  <a:pt x="895350" y="1895475"/>
                </a:lnTo>
                <a:lnTo>
                  <a:pt x="885825" y="1895475"/>
                </a:lnTo>
                <a:close/>
                <a:moveTo>
                  <a:pt x="419100" y="1895475"/>
                </a:moveTo>
                <a:lnTo>
                  <a:pt x="428625" y="1895475"/>
                </a:lnTo>
                <a:lnTo>
                  <a:pt x="428625" y="1905000"/>
                </a:lnTo>
                <a:lnTo>
                  <a:pt x="419100" y="1905000"/>
                </a:lnTo>
                <a:close/>
                <a:moveTo>
                  <a:pt x="552450" y="1895475"/>
                </a:moveTo>
                <a:lnTo>
                  <a:pt x="561975" y="1895475"/>
                </a:lnTo>
                <a:lnTo>
                  <a:pt x="561975" y="1905000"/>
                </a:lnTo>
                <a:lnTo>
                  <a:pt x="552450" y="1905000"/>
                </a:lnTo>
                <a:close/>
                <a:moveTo>
                  <a:pt x="219075" y="1905000"/>
                </a:moveTo>
                <a:lnTo>
                  <a:pt x="238125" y="1905000"/>
                </a:lnTo>
                <a:lnTo>
                  <a:pt x="238125" y="1914525"/>
                </a:lnTo>
                <a:lnTo>
                  <a:pt x="219075" y="1914525"/>
                </a:lnTo>
                <a:close/>
                <a:moveTo>
                  <a:pt x="266700" y="1905000"/>
                </a:moveTo>
                <a:lnTo>
                  <a:pt x="285750" y="1905000"/>
                </a:lnTo>
                <a:lnTo>
                  <a:pt x="285750" y="1914525"/>
                </a:lnTo>
                <a:lnTo>
                  <a:pt x="266700" y="1914525"/>
                </a:lnTo>
                <a:close/>
                <a:moveTo>
                  <a:pt x="323850" y="1905000"/>
                </a:moveTo>
                <a:lnTo>
                  <a:pt x="352425" y="1905000"/>
                </a:lnTo>
                <a:lnTo>
                  <a:pt x="352425" y="1914525"/>
                </a:lnTo>
                <a:lnTo>
                  <a:pt x="323850" y="1914525"/>
                </a:lnTo>
                <a:close/>
                <a:moveTo>
                  <a:pt x="533400" y="1905000"/>
                </a:moveTo>
                <a:lnTo>
                  <a:pt x="542925" y="1905000"/>
                </a:lnTo>
                <a:lnTo>
                  <a:pt x="542925" y="1914525"/>
                </a:lnTo>
                <a:lnTo>
                  <a:pt x="533400" y="1914525"/>
                </a:lnTo>
                <a:close/>
                <a:moveTo>
                  <a:pt x="19050" y="1914525"/>
                </a:moveTo>
                <a:lnTo>
                  <a:pt x="38100" y="1914525"/>
                </a:lnTo>
                <a:lnTo>
                  <a:pt x="38100" y="1952625"/>
                </a:lnTo>
                <a:lnTo>
                  <a:pt x="28575" y="1952625"/>
                </a:lnTo>
                <a:lnTo>
                  <a:pt x="28575" y="1933575"/>
                </a:lnTo>
                <a:lnTo>
                  <a:pt x="19050" y="1933575"/>
                </a:lnTo>
                <a:close/>
                <a:moveTo>
                  <a:pt x="200025" y="1914525"/>
                </a:moveTo>
                <a:lnTo>
                  <a:pt x="209550" y="1914525"/>
                </a:lnTo>
                <a:lnTo>
                  <a:pt x="209550" y="1924050"/>
                </a:lnTo>
                <a:lnTo>
                  <a:pt x="200025" y="1924050"/>
                </a:lnTo>
                <a:close/>
                <a:moveTo>
                  <a:pt x="9525" y="1933575"/>
                </a:moveTo>
                <a:lnTo>
                  <a:pt x="19050" y="1933575"/>
                </a:lnTo>
                <a:lnTo>
                  <a:pt x="19050" y="1943100"/>
                </a:lnTo>
                <a:lnTo>
                  <a:pt x="9525" y="1943100"/>
                </a:lnTo>
                <a:close/>
                <a:moveTo>
                  <a:pt x="200025" y="2028825"/>
                </a:moveTo>
                <a:lnTo>
                  <a:pt x="209550" y="2028825"/>
                </a:lnTo>
                <a:lnTo>
                  <a:pt x="209550" y="2038350"/>
                </a:lnTo>
                <a:lnTo>
                  <a:pt x="200025" y="2038350"/>
                </a:lnTo>
                <a:close/>
                <a:moveTo>
                  <a:pt x="1552575" y="2028825"/>
                </a:moveTo>
                <a:lnTo>
                  <a:pt x="1562100" y="2028825"/>
                </a:lnTo>
                <a:lnTo>
                  <a:pt x="1562100" y="2038350"/>
                </a:lnTo>
                <a:lnTo>
                  <a:pt x="1552575" y="2038350"/>
                </a:lnTo>
                <a:close/>
                <a:moveTo>
                  <a:pt x="1581150" y="2028825"/>
                </a:moveTo>
                <a:lnTo>
                  <a:pt x="1600200" y="2028825"/>
                </a:lnTo>
                <a:lnTo>
                  <a:pt x="1600200" y="2038350"/>
                </a:lnTo>
                <a:lnTo>
                  <a:pt x="1581150" y="2038350"/>
                </a:lnTo>
                <a:close/>
                <a:moveTo>
                  <a:pt x="1657350" y="2028825"/>
                </a:moveTo>
                <a:lnTo>
                  <a:pt x="1704975" y="2028825"/>
                </a:lnTo>
                <a:lnTo>
                  <a:pt x="1704975" y="2038350"/>
                </a:lnTo>
                <a:lnTo>
                  <a:pt x="1657350" y="2038350"/>
                </a:lnTo>
                <a:close/>
              </a:path>
            </a:pathLst>
          </a:custGeom>
          <a:solidFill xmlns:a="http://schemas.openxmlformats.org/drawingml/2006/main">
            <a:srgbClr val="F0EFE2"/>
          </a:solidFill>
          <a:ln xmlns:a="http://schemas.openxmlformats.org/drawingml/2006/main" w="0">
            <a:noFill/>
          </a:ln>
        </p:spPr>
      </p:sp>
      <p:sp>
        <p:nvSpPr>
          <p:cNvPr id="140" name="sales vector #f4eee2">
            <a:extLst xmlns:a="http://schemas.openxmlformats.org/drawingml/2006/main">
              <a:ext uri="{FF2B5EF4-FFF2-40B4-BE49-F238E27FC236}">
                <a16:creationId xmlns:a16="http://schemas.microsoft.com/office/drawing/2014/main" id="{723FEA49-476B-4E69-9930-227BF31C13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381625" y="4914900"/>
            <a:ext cx="2247900" cy="2400300"/>
          </a:xfrm>
          <a:custGeom xmlns:a="http://schemas.openxmlformats.org/drawingml/2006/main">
            <a:pathLst>
              <a:path w="1905000" h="2038350">
                <a:moveTo>
                  <a:pt x="333375" y="0"/>
                </a:moveTo>
                <a:lnTo>
                  <a:pt x="352425" y="0"/>
                </a:lnTo>
                <a:lnTo>
                  <a:pt x="352425" y="9525"/>
                </a:lnTo>
                <a:lnTo>
                  <a:pt x="342900" y="9525"/>
                </a:lnTo>
                <a:lnTo>
                  <a:pt x="342900" y="19050"/>
                </a:lnTo>
                <a:lnTo>
                  <a:pt x="333375" y="19050"/>
                </a:lnTo>
                <a:close/>
                <a:moveTo>
                  <a:pt x="1838325" y="57150"/>
                </a:moveTo>
                <a:lnTo>
                  <a:pt x="1847850" y="57150"/>
                </a:lnTo>
                <a:lnTo>
                  <a:pt x="1847850" y="76200"/>
                </a:lnTo>
                <a:lnTo>
                  <a:pt x="1838325" y="76200"/>
                </a:lnTo>
                <a:close/>
                <a:moveTo>
                  <a:pt x="1857375" y="57150"/>
                </a:moveTo>
                <a:lnTo>
                  <a:pt x="1866900" y="57150"/>
                </a:lnTo>
                <a:lnTo>
                  <a:pt x="1866900" y="66675"/>
                </a:lnTo>
                <a:lnTo>
                  <a:pt x="1857375" y="66675"/>
                </a:lnTo>
                <a:close/>
                <a:moveTo>
                  <a:pt x="1876425" y="57150"/>
                </a:moveTo>
                <a:lnTo>
                  <a:pt x="1885950" y="57150"/>
                </a:lnTo>
                <a:lnTo>
                  <a:pt x="1885950" y="66675"/>
                </a:lnTo>
                <a:lnTo>
                  <a:pt x="1876425" y="66675"/>
                </a:lnTo>
                <a:close/>
                <a:moveTo>
                  <a:pt x="66675" y="171450"/>
                </a:moveTo>
                <a:lnTo>
                  <a:pt x="95250" y="171450"/>
                </a:lnTo>
                <a:lnTo>
                  <a:pt x="95250" y="190500"/>
                </a:lnTo>
                <a:lnTo>
                  <a:pt x="66675" y="190500"/>
                </a:lnTo>
                <a:close/>
                <a:moveTo>
                  <a:pt x="1685925" y="171450"/>
                </a:moveTo>
                <a:lnTo>
                  <a:pt x="1695450" y="171450"/>
                </a:lnTo>
                <a:lnTo>
                  <a:pt x="1695450" y="180975"/>
                </a:lnTo>
                <a:lnTo>
                  <a:pt x="1685925" y="180975"/>
                </a:lnTo>
                <a:close/>
                <a:moveTo>
                  <a:pt x="38100" y="180975"/>
                </a:moveTo>
                <a:lnTo>
                  <a:pt x="47625" y="180975"/>
                </a:lnTo>
                <a:lnTo>
                  <a:pt x="47625" y="190500"/>
                </a:lnTo>
                <a:lnTo>
                  <a:pt x="38100" y="190500"/>
                </a:lnTo>
                <a:close/>
                <a:moveTo>
                  <a:pt x="228600" y="180975"/>
                </a:moveTo>
                <a:lnTo>
                  <a:pt x="238125" y="180975"/>
                </a:lnTo>
                <a:lnTo>
                  <a:pt x="238125" y="190500"/>
                </a:lnTo>
                <a:lnTo>
                  <a:pt x="247650" y="190500"/>
                </a:lnTo>
                <a:lnTo>
                  <a:pt x="247650" y="200025"/>
                </a:lnTo>
                <a:lnTo>
                  <a:pt x="228600" y="200025"/>
                </a:lnTo>
                <a:close/>
                <a:moveTo>
                  <a:pt x="352425" y="180975"/>
                </a:moveTo>
                <a:lnTo>
                  <a:pt x="371475" y="180975"/>
                </a:lnTo>
                <a:lnTo>
                  <a:pt x="371475" y="190500"/>
                </a:lnTo>
                <a:lnTo>
                  <a:pt x="381000" y="190500"/>
                </a:lnTo>
                <a:lnTo>
                  <a:pt x="381000" y="200025"/>
                </a:lnTo>
                <a:lnTo>
                  <a:pt x="371475" y="200025"/>
                </a:lnTo>
                <a:lnTo>
                  <a:pt x="371475" y="209550"/>
                </a:lnTo>
                <a:lnTo>
                  <a:pt x="342900" y="209550"/>
                </a:lnTo>
                <a:lnTo>
                  <a:pt x="342900" y="190500"/>
                </a:lnTo>
                <a:lnTo>
                  <a:pt x="352425" y="190500"/>
                </a:lnTo>
                <a:close/>
                <a:moveTo>
                  <a:pt x="28575" y="190500"/>
                </a:moveTo>
                <a:lnTo>
                  <a:pt x="38100" y="190500"/>
                </a:lnTo>
                <a:lnTo>
                  <a:pt x="38100" y="219075"/>
                </a:lnTo>
                <a:lnTo>
                  <a:pt x="28575" y="219075"/>
                </a:lnTo>
                <a:lnTo>
                  <a:pt x="28575" y="228600"/>
                </a:lnTo>
                <a:lnTo>
                  <a:pt x="19050" y="228600"/>
                </a:lnTo>
                <a:lnTo>
                  <a:pt x="19050" y="219075"/>
                </a:lnTo>
                <a:lnTo>
                  <a:pt x="9525" y="219075"/>
                </a:lnTo>
                <a:lnTo>
                  <a:pt x="9525" y="209550"/>
                </a:lnTo>
                <a:lnTo>
                  <a:pt x="19050" y="209550"/>
                </a:lnTo>
                <a:lnTo>
                  <a:pt x="19050" y="200025"/>
                </a:lnTo>
                <a:lnTo>
                  <a:pt x="28575" y="200025"/>
                </a:lnTo>
                <a:close/>
                <a:moveTo>
                  <a:pt x="1619250" y="190500"/>
                </a:moveTo>
                <a:lnTo>
                  <a:pt x="1628775" y="190500"/>
                </a:lnTo>
                <a:lnTo>
                  <a:pt x="1628775" y="200025"/>
                </a:lnTo>
                <a:lnTo>
                  <a:pt x="1638300" y="200025"/>
                </a:lnTo>
                <a:lnTo>
                  <a:pt x="1638300" y="209550"/>
                </a:lnTo>
                <a:lnTo>
                  <a:pt x="1619250" y="209550"/>
                </a:lnTo>
                <a:close/>
                <a:moveTo>
                  <a:pt x="1828800" y="200025"/>
                </a:moveTo>
                <a:lnTo>
                  <a:pt x="1838325" y="200025"/>
                </a:lnTo>
                <a:lnTo>
                  <a:pt x="1838325" y="209550"/>
                </a:lnTo>
                <a:lnTo>
                  <a:pt x="1828800" y="209550"/>
                </a:lnTo>
                <a:close/>
                <a:moveTo>
                  <a:pt x="304800" y="219075"/>
                </a:moveTo>
                <a:lnTo>
                  <a:pt x="314325" y="219075"/>
                </a:lnTo>
                <a:lnTo>
                  <a:pt x="314325" y="228600"/>
                </a:lnTo>
                <a:lnTo>
                  <a:pt x="304800" y="228600"/>
                </a:lnTo>
                <a:close/>
                <a:moveTo>
                  <a:pt x="1381125" y="238125"/>
                </a:moveTo>
                <a:lnTo>
                  <a:pt x="1390650" y="238125"/>
                </a:lnTo>
                <a:lnTo>
                  <a:pt x="1390650" y="247650"/>
                </a:lnTo>
                <a:lnTo>
                  <a:pt x="1381125" y="247650"/>
                </a:lnTo>
                <a:close/>
                <a:moveTo>
                  <a:pt x="1724025" y="238125"/>
                </a:moveTo>
                <a:lnTo>
                  <a:pt x="1733550" y="238125"/>
                </a:lnTo>
                <a:lnTo>
                  <a:pt x="1733550" y="247650"/>
                </a:lnTo>
                <a:lnTo>
                  <a:pt x="1724025" y="247650"/>
                </a:lnTo>
                <a:close/>
                <a:moveTo>
                  <a:pt x="1504950" y="247650"/>
                </a:moveTo>
                <a:lnTo>
                  <a:pt x="1514475" y="247650"/>
                </a:lnTo>
                <a:lnTo>
                  <a:pt x="1514475" y="257175"/>
                </a:lnTo>
                <a:lnTo>
                  <a:pt x="1504950" y="257175"/>
                </a:lnTo>
                <a:close/>
                <a:moveTo>
                  <a:pt x="1200150" y="333375"/>
                </a:moveTo>
                <a:lnTo>
                  <a:pt x="1209675" y="333375"/>
                </a:lnTo>
                <a:lnTo>
                  <a:pt x="1209675" y="342900"/>
                </a:lnTo>
                <a:lnTo>
                  <a:pt x="1200150" y="342900"/>
                </a:lnTo>
                <a:close/>
                <a:moveTo>
                  <a:pt x="600075" y="381000"/>
                </a:moveTo>
                <a:lnTo>
                  <a:pt x="619125" y="381000"/>
                </a:lnTo>
                <a:lnTo>
                  <a:pt x="619125" y="390525"/>
                </a:lnTo>
                <a:lnTo>
                  <a:pt x="600075" y="390525"/>
                </a:lnTo>
                <a:close/>
                <a:moveTo>
                  <a:pt x="1876425" y="457200"/>
                </a:moveTo>
                <a:lnTo>
                  <a:pt x="1885950" y="457200"/>
                </a:lnTo>
                <a:lnTo>
                  <a:pt x="1885950" y="466725"/>
                </a:lnTo>
                <a:lnTo>
                  <a:pt x="1895475" y="466725"/>
                </a:lnTo>
                <a:lnTo>
                  <a:pt x="1895475" y="476250"/>
                </a:lnTo>
                <a:lnTo>
                  <a:pt x="1885950" y="476250"/>
                </a:lnTo>
                <a:lnTo>
                  <a:pt x="1885950" y="485775"/>
                </a:lnTo>
                <a:lnTo>
                  <a:pt x="1876425" y="485775"/>
                </a:lnTo>
                <a:close/>
                <a:moveTo>
                  <a:pt x="1019175" y="476250"/>
                </a:moveTo>
                <a:lnTo>
                  <a:pt x="1028700" y="476250"/>
                </a:lnTo>
                <a:lnTo>
                  <a:pt x="1028700" y="485775"/>
                </a:lnTo>
                <a:lnTo>
                  <a:pt x="1019175" y="485775"/>
                </a:lnTo>
                <a:close/>
                <a:moveTo>
                  <a:pt x="876300" y="495300"/>
                </a:moveTo>
                <a:lnTo>
                  <a:pt x="885825" y="495300"/>
                </a:lnTo>
                <a:lnTo>
                  <a:pt x="885825" y="504825"/>
                </a:lnTo>
                <a:lnTo>
                  <a:pt x="895350" y="504825"/>
                </a:lnTo>
                <a:lnTo>
                  <a:pt x="895350" y="542925"/>
                </a:lnTo>
                <a:lnTo>
                  <a:pt x="876300" y="542925"/>
                </a:lnTo>
                <a:lnTo>
                  <a:pt x="876300" y="533400"/>
                </a:lnTo>
                <a:lnTo>
                  <a:pt x="885825" y="533400"/>
                </a:lnTo>
                <a:lnTo>
                  <a:pt x="885825" y="523875"/>
                </a:lnTo>
                <a:lnTo>
                  <a:pt x="876300" y="523875"/>
                </a:lnTo>
                <a:close/>
                <a:moveTo>
                  <a:pt x="1000125" y="495300"/>
                </a:moveTo>
                <a:lnTo>
                  <a:pt x="1019175" y="495300"/>
                </a:lnTo>
                <a:lnTo>
                  <a:pt x="1019175" y="504825"/>
                </a:lnTo>
                <a:lnTo>
                  <a:pt x="1009650" y="504825"/>
                </a:lnTo>
                <a:lnTo>
                  <a:pt x="1009650" y="514350"/>
                </a:lnTo>
                <a:lnTo>
                  <a:pt x="1000125" y="514350"/>
                </a:lnTo>
                <a:close/>
                <a:moveTo>
                  <a:pt x="333375" y="514350"/>
                </a:moveTo>
                <a:lnTo>
                  <a:pt x="342900" y="514350"/>
                </a:lnTo>
                <a:lnTo>
                  <a:pt x="342900" y="523875"/>
                </a:lnTo>
                <a:lnTo>
                  <a:pt x="333375" y="523875"/>
                </a:lnTo>
                <a:close/>
                <a:moveTo>
                  <a:pt x="381000" y="514350"/>
                </a:moveTo>
                <a:lnTo>
                  <a:pt x="400050" y="514350"/>
                </a:lnTo>
                <a:lnTo>
                  <a:pt x="400050" y="523875"/>
                </a:lnTo>
                <a:lnTo>
                  <a:pt x="381000" y="523875"/>
                </a:lnTo>
                <a:close/>
                <a:moveTo>
                  <a:pt x="323850" y="523875"/>
                </a:moveTo>
                <a:lnTo>
                  <a:pt x="333375" y="523875"/>
                </a:lnTo>
                <a:lnTo>
                  <a:pt x="333375" y="533400"/>
                </a:lnTo>
                <a:lnTo>
                  <a:pt x="342900" y="533400"/>
                </a:lnTo>
                <a:lnTo>
                  <a:pt x="342900" y="542925"/>
                </a:lnTo>
                <a:lnTo>
                  <a:pt x="333375" y="542925"/>
                </a:lnTo>
                <a:lnTo>
                  <a:pt x="333375" y="552450"/>
                </a:lnTo>
                <a:lnTo>
                  <a:pt x="295275" y="552450"/>
                </a:lnTo>
                <a:lnTo>
                  <a:pt x="295275" y="542925"/>
                </a:lnTo>
                <a:lnTo>
                  <a:pt x="285750" y="542925"/>
                </a:lnTo>
                <a:lnTo>
                  <a:pt x="285750" y="533400"/>
                </a:lnTo>
                <a:lnTo>
                  <a:pt x="323850" y="533400"/>
                </a:lnTo>
                <a:close/>
                <a:moveTo>
                  <a:pt x="1876425" y="523875"/>
                </a:moveTo>
                <a:lnTo>
                  <a:pt x="1885950" y="523875"/>
                </a:lnTo>
                <a:lnTo>
                  <a:pt x="1885950" y="542925"/>
                </a:lnTo>
                <a:lnTo>
                  <a:pt x="1876425" y="542925"/>
                </a:lnTo>
                <a:close/>
                <a:moveTo>
                  <a:pt x="180975" y="533400"/>
                </a:moveTo>
                <a:lnTo>
                  <a:pt x="190500" y="533400"/>
                </a:lnTo>
                <a:lnTo>
                  <a:pt x="190500" y="552450"/>
                </a:lnTo>
                <a:lnTo>
                  <a:pt x="200025" y="552450"/>
                </a:lnTo>
                <a:lnTo>
                  <a:pt x="200025" y="561975"/>
                </a:lnTo>
                <a:lnTo>
                  <a:pt x="190500" y="561975"/>
                </a:lnTo>
                <a:lnTo>
                  <a:pt x="190500" y="571500"/>
                </a:lnTo>
                <a:lnTo>
                  <a:pt x="180975" y="571500"/>
                </a:lnTo>
                <a:lnTo>
                  <a:pt x="180975" y="600075"/>
                </a:lnTo>
                <a:lnTo>
                  <a:pt x="190500" y="600075"/>
                </a:lnTo>
                <a:lnTo>
                  <a:pt x="190500" y="619125"/>
                </a:lnTo>
                <a:lnTo>
                  <a:pt x="200025" y="619125"/>
                </a:lnTo>
                <a:lnTo>
                  <a:pt x="200025" y="685800"/>
                </a:lnTo>
                <a:lnTo>
                  <a:pt x="190500" y="685800"/>
                </a:lnTo>
                <a:lnTo>
                  <a:pt x="190500" y="723900"/>
                </a:lnTo>
                <a:lnTo>
                  <a:pt x="171450" y="723900"/>
                </a:lnTo>
                <a:lnTo>
                  <a:pt x="171450" y="714375"/>
                </a:lnTo>
                <a:lnTo>
                  <a:pt x="180975" y="714375"/>
                </a:lnTo>
                <a:lnTo>
                  <a:pt x="180975" y="695325"/>
                </a:lnTo>
                <a:lnTo>
                  <a:pt x="171450" y="695325"/>
                </a:lnTo>
                <a:lnTo>
                  <a:pt x="171450" y="685800"/>
                </a:lnTo>
                <a:lnTo>
                  <a:pt x="180975" y="685800"/>
                </a:lnTo>
                <a:lnTo>
                  <a:pt x="180975" y="657225"/>
                </a:lnTo>
                <a:lnTo>
                  <a:pt x="171450" y="657225"/>
                </a:lnTo>
                <a:lnTo>
                  <a:pt x="171450" y="647700"/>
                </a:lnTo>
                <a:lnTo>
                  <a:pt x="190500" y="647700"/>
                </a:lnTo>
                <a:lnTo>
                  <a:pt x="190500" y="638175"/>
                </a:lnTo>
                <a:lnTo>
                  <a:pt x="171450" y="638175"/>
                </a:lnTo>
                <a:lnTo>
                  <a:pt x="171450" y="561975"/>
                </a:lnTo>
                <a:lnTo>
                  <a:pt x="180975" y="561975"/>
                </a:lnTo>
                <a:close/>
                <a:moveTo>
                  <a:pt x="419100" y="533400"/>
                </a:moveTo>
                <a:lnTo>
                  <a:pt x="438150" y="533400"/>
                </a:lnTo>
                <a:lnTo>
                  <a:pt x="438150" y="542925"/>
                </a:lnTo>
                <a:lnTo>
                  <a:pt x="419100" y="542925"/>
                </a:lnTo>
                <a:close/>
                <a:moveTo>
                  <a:pt x="228600" y="552450"/>
                </a:moveTo>
                <a:lnTo>
                  <a:pt x="238125" y="552450"/>
                </a:lnTo>
                <a:lnTo>
                  <a:pt x="238125" y="561975"/>
                </a:lnTo>
                <a:lnTo>
                  <a:pt x="247650" y="561975"/>
                </a:lnTo>
                <a:lnTo>
                  <a:pt x="247650" y="571500"/>
                </a:lnTo>
                <a:lnTo>
                  <a:pt x="219075" y="571500"/>
                </a:lnTo>
                <a:lnTo>
                  <a:pt x="219075" y="561975"/>
                </a:lnTo>
                <a:lnTo>
                  <a:pt x="228600" y="561975"/>
                </a:lnTo>
                <a:close/>
                <a:moveTo>
                  <a:pt x="142875" y="561975"/>
                </a:moveTo>
                <a:lnTo>
                  <a:pt x="152400" y="561975"/>
                </a:lnTo>
                <a:lnTo>
                  <a:pt x="152400" y="590550"/>
                </a:lnTo>
                <a:lnTo>
                  <a:pt x="142875" y="590550"/>
                </a:lnTo>
                <a:close/>
                <a:moveTo>
                  <a:pt x="133350" y="600075"/>
                </a:moveTo>
                <a:lnTo>
                  <a:pt x="152400" y="600075"/>
                </a:lnTo>
                <a:lnTo>
                  <a:pt x="152400" y="628650"/>
                </a:lnTo>
                <a:lnTo>
                  <a:pt x="142875" y="628650"/>
                </a:lnTo>
                <a:lnTo>
                  <a:pt x="142875" y="609600"/>
                </a:lnTo>
                <a:lnTo>
                  <a:pt x="133350" y="609600"/>
                </a:lnTo>
                <a:close/>
                <a:moveTo>
                  <a:pt x="142875" y="638175"/>
                </a:moveTo>
                <a:lnTo>
                  <a:pt x="152400" y="638175"/>
                </a:lnTo>
                <a:lnTo>
                  <a:pt x="152400" y="647700"/>
                </a:lnTo>
                <a:lnTo>
                  <a:pt x="142875" y="647700"/>
                </a:lnTo>
                <a:close/>
                <a:moveTo>
                  <a:pt x="390525" y="647700"/>
                </a:moveTo>
                <a:lnTo>
                  <a:pt x="409575" y="647700"/>
                </a:lnTo>
                <a:lnTo>
                  <a:pt x="409575" y="657225"/>
                </a:lnTo>
                <a:lnTo>
                  <a:pt x="390525" y="657225"/>
                </a:lnTo>
                <a:close/>
                <a:moveTo>
                  <a:pt x="647700" y="647700"/>
                </a:moveTo>
                <a:lnTo>
                  <a:pt x="704850" y="647700"/>
                </a:lnTo>
                <a:lnTo>
                  <a:pt x="704850" y="657225"/>
                </a:lnTo>
                <a:lnTo>
                  <a:pt x="647700" y="657225"/>
                </a:lnTo>
                <a:close/>
                <a:moveTo>
                  <a:pt x="1876425" y="723900"/>
                </a:moveTo>
                <a:lnTo>
                  <a:pt x="1885950" y="723900"/>
                </a:lnTo>
                <a:lnTo>
                  <a:pt x="1885950" y="733425"/>
                </a:lnTo>
                <a:lnTo>
                  <a:pt x="1876425" y="733425"/>
                </a:lnTo>
                <a:close/>
                <a:moveTo>
                  <a:pt x="161925" y="762000"/>
                </a:moveTo>
                <a:lnTo>
                  <a:pt x="171450" y="762000"/>
                </a:lnTo>
                <a:lnTo>
                  <a:pt x="171450" y="771525"/>
                </a:lnTo>
                <a:lnTo>
                  <a:pt x="161925" y="771525"/>
                </a:lnTo>
                <a:close/>
                <a:moveTo>
                  <a:pt x="695325" y="771525"/>
                </a:moveTo>
                <a:lnTo>
                  <a:pt x="704850" y="771525"/>
                </a:lnTo>
                <a:lnTo>
                  <a:pt x="704850" y="781050"/>
                </a:lnTo>
                <a:lnTo>
                  <a:pt x="695325" y="781050"/>
                </a:lnTo>
                <a:close/>
                <a:moveTo>
                  <a:pt x="171450" y="781050"/>
                </a:moveTo>
                <a:lnTo>
                  <a:pt x="180975" y="781050"/>
                </a:lnTo>
                <a:lnTo>
                  <a:pt x="180975" y="800100"/>
                </a:lnTo>
                <a:lnTo>
                  <a:pt x="171450" y="800100"/>
                </a:lnTo>
                <a:close/>
                <a:moveTo>
                  <a:pt x="704850" y="781050"/>
                </a:moveTo>
                <a:lnTo>
                  <a:pt x="723900" y="781050"/>
                </a:lnTo>
                <a:lnTo>
                  <a:pt x="723900" y="790575"/>
                </a:lnTo>
                <a:lnTo>
                  <a:pt x="742950" y="790575"/>
                </a:lnTo>
                <a:lnTo>
                  <a:pt x="742950" y="800100"/>
                </a:lnTo>
                <a:lnTo>
                  <a:pt x="704850" y="800100"/>
                </a:lnTo>
                <a:close/>
                <a:moveTo>
                  <a:pt x="514350" y="790575"/>
                </a:moveTo>
                <a:lnTo>
                  <a:pt x="533400" y="790575"/>
                </a:lnTo>
                <a:lnTo>
                  <a:pt x="533400" y="800100"/>
                </a:lnTo>
                <a:lnTo>
                  <a:pt x="514350" y="800100"/>
                </a:lnTo>
                <a:close/>
                <a:moveTo>
                  <a:pt x="619125" y="790575"/>
                </a:moveTo>
                <a:lnTo>
                  <a:pt x="638175" y="790575"/>
                </a:lnTo>
                <a:lnTo>
                  <a:pt x="638175" y="800100"/>
                </a:lnTo>
                <a:lnTo>
                  <a:pt x="619125" y="800100"/>
                </a:lnTo>
                <a:close/>
                <a:moveTo>
                  <a:pt x="1143000" y="790575"/>
                </a:moveTo>
                <a:lnTo>
                  <a:pt x="1152525" y="790575"/>
                </a:lnTo>
                <a:lnTo>
                  <a:pt x="1152525" y="800100"/>
                </a:lnTo>
                <a:lnTo>
                  <a:pt x="1143000" y="800100"/>
                </a:lnTo>
                <a:close/>
                <a:moveTo>
                  <a:pt x="466725" y="800100"/>
                </a:moveTo>
                <a:lnTo>
                  <a:pt x="504825" y="800100"/>
                </a:lnTo>
                <a:lnTo>
                  <a:pt x="504825" y="809625"/>
                </a:lnTo>
                <a:lnTo>
                  <a:pt x="466725" y="809625"/>
                </a:lnTo>
                <a:close/>
                <a:moveTo>
                  <a:pt x="1209675" y="800100"/>
                </a:moveTo>
                <a:lnTo>
                  <a:pt x="1219200" y="800100"/>
                </a:lnTo>
                <a:lnTo>
                  <a:pt x="1219200" y="828675"/>
                </a:lnTo>
                <a:lnTo>
                  <a:pt x="1200150" y="828675"/>
                </a:lnTo>
                <a:lnTo>
                  <a:pt x="1200150" y="809625"/>
                </a:lnTo>
                <a:lnTo>
                  <a:pt x="1209675" y="809625"/>
                </a:lnTo>
                <a:close/>
                <a:moveTo>
                  <a:pt x="1343025" y="800100"/>
                </a:moveTo>
                <a:lnTo>
                  <a:pt x="1352550" y="800100"/>
                </a:lnTo>
                <a:lnTo>
                  <a:pt x="1352550" y="809625"/>
                </a:lnTo>
                <a:lnTo>
                  <a:pt x="1343025" y="809625"/>
                </a:lnTo>
                <a:close/>
                <a:moveTo>
                  <a:pt x="1685925" y="800100"/>
                </a:moveTo>
                <a:lnTo>
                  <a:pt x="1704975" y="800100"/>
                </a:lnTo>
                <a:lnTo>
                  <a:pt x="1704975" y="819150"/>
                </a:lnTo>
                <a:lnTo>
                  <a:pt x="1685925" y="819150"/>
                </a:lnTo>
                <a:close/>
                <a:moveTo>
                  <a:pt x="180975" y="809625"/>
                </a:moveTo>
                <a:lnTo>
                  <a:pt x="190500" y="809625"/>
                </a:lnTo>
                <a:lnTo>
                  <a:pt x="190500" y="819150"/>
                </a:lnTo>
                <a:lnTo>
                  <a:pt x="180975" y="819150"/>
                </a:lnTo>
                <a:close/>
                <a:moveTo>
                  <a:pt x="1304925" y="809625"/>
                </a:moveTo>
                <a:lnTo>
                  <a:pt x="1314450" y="809625"/>
                </a:lnTo>
                <a:lnTo>
                  <a:pt x="1314450" y="819150"/>
                </a:lnTo>
                <a:lnTo>
                  <a:pt x="1323975" y="819150"/>
                </a:lnTo>
                <a:lnTo>
                  <a:pt x="1323975" y="828675"/>
                </a:lnTo>
                <a:lnTo>
                  <a:pt x="1304925" y="828675"/>
                </a:lnTo>
                <a:close/>
                <a:moveTo>
                  <a:pt x="1352550" y="809625"/>
                </a:moveTo>
                <a:lnTo>
                  <a:pt x="1362075" y="809625"/>
                </a:lnTo>
                <a:lnTo>
                  <a:pt x="1362075" y="819150"/>
                </a:lnTo>
                <a:lnTo>
                  <a:pt x="1352550" y="819150"/>
                </a:lnTo>
                <a:close/>
                <a:moveTo>
                  <a:pt x="190500" y="819150"/>
                </a:moveTo>
                <a:lnTo>
                  <a:pt x="209550" y="819150"/>
                </a:lnTo>
                <a:lnTo>
                  <a:pt x="209550" y="828675"/>
                </a:lnTo>
                <a:lnTo>
                  <a:pt x="190500" y="828675"/>
                </a:lnTo>
                <a:close/>
                <a:moveTo>
                  <a:pt x="742950" y="819150"/>
                </a:moveTo>
                <a:lnTo>
                  <a:pt x="752475" y="819150"/>
                </a:lnTo>
                <a:lnTo>
                  <a:pt x="752475" y="828675"/>
                </a:lnTo>
                <a:lnTo>
                  <a:pt x="742950" y="828675"/>
                </a:lnTo>
                <a:close/>
                <a:moveTo>
                  <a:pt x="1333500" y="819150"/>
                </a:moveTo>
                <a:lnTo>
                  <a:pt x="1343025" y="819150"/>
                </a:lnTo>
                <a:lnTo>
                  <a:pt x="1343025" y="828675"/>
                </a:lnTo>
                <a:lnTo>
                  <a:pt x="1333500" y="828675"/>
                </a:lnTo>
                <a:close/>
                <a:moveTo>
                  <a:pt x="1876425" y="819150"/>
                </a:moveTo>
                <a:lnTo>
                  <a:pt x="1885950" y="819150"/>
                </a:lnTo>
                <a:lnTo>
                  <a:pt x="1885950" y="857250"/>
                </a:lnTo>
                <a:lnTo>
                  <a:pt x="1876425" y="857250"/>
                </a:lnTo>
                <a:close/>
                <a:moveTo>
                  <a:pt x="390525" y="838200"/>
                </a:moveTo>
                <a:lnTo>
                  <a:pt x="409575" y="838200"/>
                </a:lnTo>
                <a:lnTo>
                  <a:pt x="409575" y="847725"/>
                </a:lnTo>
                <a:lnTo>
                  <a:pt x="504825" y="847725"/>
                </a:lnTo>
                <a:lnTo>
                  <a:pt x="504825" y="838200"/>
                </a:lnTo>
                <a:lnTo>
                  <a:pt x="666750" y="838200"/>
                </a:lnTo>
                <a:lnTo>
                  <a:pt x="666750" y="847725"/>
                </a:lnTo>
                <a:lnTo>
                  <a:pt x="676275" y="847725"/>
                </a:lnTo>
                <a:lnTo>
                  <a:pt x="676275" y="838200"/>
                </a:lnTo>
                <a:lnTo>
                  <a:pt x="723900" y="838200"/>
                </a:lnTo>
                <a:lnTo>
                  <a:pt x="723900" y="847725"/>
                </a:lnTo>
                <a:lnTo>
                  <a:pt x="714375" y="847725"/>
                </a:lnTo>
                <a:lnTo>
                  <a:pt x="714375" y="857250"/>
                </a:lnTo>
                <a:lnTo>
                  <a:pt x="704850" y="857250"/>
                </a:lnTo>
                <a:lnTo>
                  <a:pt x="704850" y="847725"/>
                </a:lnTo>
                <a:lnTo>
                  <a:pt x="695325" y="847725"/>
                </a:lnTo>
                <a:lnTo>
                  <a:pt x="695325" y="857250"/>
                </a:lnTo>
                <a:lnTo>
                  <a:pt x="676275" y="857250"/>
                </a:lnTo>
                <a:lnTo>
                  <a:pt x="676275" y="866775"/>
                </a:lnTo>
                <a:lnTo>
                  <a:pt x="666750" y="866775"/>
                </a:lnTo>
                <a:lnTo>
                  <a:pt x="666750" y="857250"/>
                </a:lnTo>
                <a:lnTo>
                  <a:pt x="657225" y="857250"/>
                </a:lnTo>
                <a:lnTo>
                  <a:pt x="657225" y="847725"/>
                </a:lnTo>
                <a:lnTo>
                  <a:pt x="552450" y="847725"/>
                </a:lnTo>
                <a:lnTo>
                  <a:pt x="552450" y="866775"/>
                </a:lnTo>
                <a:lnTo>
                  <a:pt x="523875" y="866775"/>
                </a:lnTo>
                <a:lnTo>
                  <a:pt x="523875" y="857250"/>
                </a:lnTo>
                <a:lnTo>
                  <a:pt x="476250" y="857250"/>
                </a:lnTo>
                <a:lnTo>
                  <a:pt x="476250" y="866775"/>
                </a:lnTo>
                <a:lnTo>
                  <a:pt x="466725" y="866775"/>
                </a:lnTo>
                <a:lnTo>
                  <a:pt x="466725" y="857250"/>
                </a:lnTo>
                <a:lnTo>
                  <a:pt x="390525" y="857250"/>
                </a:lnTo>
                <a:close/>
                <a:moveTo>
                  <a:pt x="1190625" y="838200"/>
                </a:moveTo>
                <a:lnTo>
                  <a:pt x="1209675" y="838200"/>
                </a:lnTo>
                <a:lnTo>
                  <a:pt x="1209675" y="847725"/>
                </a:lnTo>
                <a:lnTo>
                  <a:pt x="1190625" y="847725"/>
                </a:lnTo>
                <a:close/>
                <a:moveTo>
                  <a:pt x="238125" y="847725"/>
                </a:moveTo>
                <a:lnTo>
                  <a:pt x="314325" y="847725"/>
                </a:lnTo>
                <a:lnTo>
                  <a:pt x="314325" y="857250"/>
                </a:lnTo>
                <a:lnTo>
                  <a:pt x="247650" y="857250"/>
                </a:lnTo>
                <a:lnTo>
                  <a:pt x="247650" y="866775"/>
                </a:lnTo>
                <a:lnTo>
                  <a:pt x="238125" y="866775"/>
                </a:lnTo>
                <a:close/>
                <a:moveTo>
                  <a:pt x="314325" y="857250"/>
                </a:moveTo>
                <a:lnTo>
                  <a:pt x="361950" y="857250"/>
                </a:lnTo>
                <a:lnTo>
                  <a:pt x="361950" y="866775"/>
                </a:lnTo>
                <a:lnTo>
                  <a:pt x="314325" y="866775"/>
                </a:lnTo>
                <a:close/>
                <a:moveTo>
                  <a:pt x="180975" y="866775"/>
                </a:moveTo>
                <a:lnTo>
                  <a:pt x="200025" y="866775"/>
                </a:lnTo>
                <a:lnTo>
                  <a:pt x="200025" y="876300"/>
                </a:lnTo>
                <a:lnTo>
                  <a:pt x="190500" y="876300"/>
                </a:lnTo>
                <a:lnTo>
                  <a:pt x="190500" y="885825"/>
                </a:lnTo>
                <a:lnTo>
                  <a:pt x="171450" y="885825"/>
                </a:lnTo>
                <a:lnTo>
                  <a:pt x="171450" y="876300"/>
                </a:lnTo>
                <a:lnTo>
                  <a:pt x="180975" y="876300"/>
                </a:lnTo>
                <a:close/>
                <a:moveTo>
                  <a:pt x="285750" y="942975"/>
                </a:moveTo>
                <a:lnTo>
                  <a:pt x="314325" y="942975"/>
                </a:lnTo>
                <a:lnTo>
                  <a:pt x="314325" y="962025"/>
                </a:lnTo>
                <a:lnTo>
                  <a:pt x="323850" y="962025"/>
                </a:lnTo>
                <a:lnTo>
                  <a:pt x="323850" y="952500"/>
                </a:lnTo>
                <a:lnTo>
                  <a:pt x="333375" y="952500"/>
                </a:lnTo>
                <a:lnTo>
                  <a:pt x="333375" y="942975"/>
                </a:lnTo>
                <a:lnTo>
                  <a:pt x="342900" y="942975"/>
                </a:lnTo>
                <a:lnTo>
                  <a:pt x="342900" y="952500"/>
                </a:lnTo>
                <a:lnTo>
                  <a:pt x="333375" y="952500"/>
                </a:lnTo>
                <a:lnTo>
                  <a:pt x="333375" y="962025"/>
                </a:lnTo>
                <a:lnTo>
                  <a:pt x="361950" y="962025"/>
                </a:lnTo>
                <a:lnTo>
                  <a:pt x="361950" y="952500"/>
                </a:lnTo>
                <a:lnTo>
                  <a:pt x="409575" y="952500"/>
                </a:lnTo>
                <a:lnTo>
                  <a:pt x="409575" y="981075"/>
                </a:lnTo>
                <a:lnTo>
                  <a:pt x="400050" y="981075"/>
                </a:lnTo>
                <a:lnTo>
                  <a:pt x="400050" y="990600"/>
                </a:lnTo>
                <a:lnTo>
                  <a:pt x="390525" y="990600"/>
                </a:lnTo>
                <a:lnTo>
                  <a:pt x="390525" y="981075"/>
                </a:lnTo>
                <a:lnTo>
                  <a:pt x="361950" y="981075"/>
                </a:lnTo>
                <a:lnTo>
                  <a:pt x="361950" y="971550"/>
                </a:lnTo>
                <a:lnTo>
                  <a:pt x="266700" y="971550"/>
                </a:lnTo>
                <a:lnTo>
                  <a:pt x="266700" y="952500"/>
                </a:lnTo>
                <a:lnTo>
                  <a:pt x="285750" y="952500"/>
                </a:lnTo>
                <a:close/>
                <a:moveTo>
                  <a:pt x="447675" y="952500"/>
                </a:moveTo>
                <a:lnTo>
                  <a:pt x="457200" y="952500"/>
                </a:lnTo>
                <a:lnTo>
                  <a:pt x="457200" y="962025"/>
                </a:lnTo>
                <a:lnTo>
                  <a:pt x="485775" y="962025"/>
                </a:lnTo>
                <a:lnTo>
                  <a:pt x="485775" y="952500"/>
                </a:lnTo>
                <a:lnTo>
                  <a:pt x="514350" y="952500"/>
                </a:lnTo>
                <a:lnTo>
                  <a:pt x="514350" y="971550"/>
                </a:lnTo>
                <a:lnTo>
                  <a:pt x="504825" y="971550"/>
                </a:lnTo>
                <a:lnTo>
                  <a:pt x="504825" y="990600"/>
                </a:lnTo>
                <a:lnTo>
                  <a:pt x="495300" y="990600"/>
                </a:lnTo>
                <a:lnTo>
                  <a:pt x="495300" y="971550"/>
                </a:lnTo>
                <a:lnTo>
                  <a:pt x="466725" y="971550"/>
                </a:lnTo>
                <a:lnTo>
                  <a:pt x="466725" y="990600"/>
                </a:lnTo>
                <a:lnTo>
                  <a:pt x="428625" y="990600"/>
                </a:lnTo>
                <a:lnTo>
                  <a:pt x="428625" y="962025"/>
                </a:lnTo>
                <a:lnTo>
                  <a:pt x="447675" y="962025"/>
                </a:lnTo>
                <a:close/>
                <a:moveTo>
                  <a:pt x="581025" y="952500"/>
                </a:moveTo>
                <a:lnTo>
                  <a:pt x="590550" y="952500"/>
                </a:lnTo>
                <a:lnTo>
                  <a:pt x="590550" y="962025"/>
                </a:lnTo>
                <a:lnTo>
                  <a:pt x="638175" y="962025"/>
                </a:lnTo>
                <a:lnTo>
                  <a:pt x="638175" y="981075"/>
                </a:lnTo>
                <a:lnTo>
                  <a:pt x="619125" y="981075"/>
                </a:lnTo>
                <a:lnTo>
                  <a:pt x="619125" y="990600"/>
                </a:lnTo>
                <a:lnTo>
                  <a:pt x="590550" y="990600"/>
                </a:lnTo>
                <a:lnTo>
                  <a:pt x="590550" y="981075"/>
                </a:lnTo>
                <a:lnTo>
                  <a:pt x="581025" y="981075"/>
                </a:lnTo>
                <a:lnTo>
                  <a:pt x="581025" y="990600"/>
                </a:lnTo>
                <a:lnTo>
                  <a:pt x="523875" y="990600"/>
                </a:lnTo>
                <a:lnTo>
                  <a:pt x="523875" y="971550"/>
                </a:lnTo>
                <a:lnTo>
                  <a:pt x="533400" y="971550"/>
                </a:lnTo>
                <a:lnTo>
                  <a:pt x="533400" y="981075"/>
                </a:lnTo>
                <a:lnTo>
                  <a:pt x="552450" y="981075"/>
                </a:lnTo>
                <a:lnTo>
                  <a:pt x="552450" y="962025"/>
                </a:lnTo>
                <a:lnTo>
                  <a:pt x="581025" y="962025"/>
                </a:lnTo>
                <a:close/>
                <a:moveTo>
                  <a:pt x="1133475" y="952500"/>
                </a:moveTo>
                <a:lnTo>
                  <a:pt x="1162050" y="952500"/>
                </a:lnTo>
                <a:lnTo>
                  <a:pt x="1162050" y="971550"/>
                </a:lnTo>
                <a:lnTo>
                  <a:pt x="1152525" y="971550"/>
                </a:lnTo>
                <a:lnTo>
                  <a:pt x="1152525" y="962025"/>
                </a:lnTo>
                <a:lnTo>
                  <a:pt x="1143000" y="962025"/>
                </a:lnTo>
                <a:lnTo>
                  <a:pt x="1143000" y="971550"/>
                </a:lnTo>
                <a:lnTo>
                  <a:pt x="1133475" y="971550"/>
                </a:lnTo>
                <a:close/>
                <a:moveTo>
                  <a:pt x="238125" y="962025"/>
                </a:moveTo>
                <a:lnTo>
                  <a:pt x="247650" y="962025"/>
                </a:lnTo>
                <a:lnTo>
                  <a:pt x="247650" y="971550"/>
                </a:lnTo>
                <a:lnTo>
                  <a:pt x="238125" y="971550"/>
                </a:lnTo>
                <a:close/>
                <a:moveTo>
                  <a:pt x="285750" y="962025"/>
                </a:moveTo>
                <a:lnTo>
                  <a:pt x="304800" y="962025"/>
                </a:lnTo>
                <a:lnTo>
                  <a:pt x="304800" y="952500"/>
                </a:lnTo>
                <a:lnTo>
                  <a:pt x="285750" y="952500"/>
                </a:lnTo>
                <a:close/>
                <a:moveTo>
                  <a:pt x="1590675" y="962025"/>
                </a:moveTo>
                <a:lnTo>
                  <a:pt x="1600200" y="962025"/>
                </a:lnTo>
                <a:lnTo>
                  <a:pt x="1600200" y="971550"/>
                </a:lnTo>
                <a:lnTo>
                  <a:pt x="1590675" y="971550"/>
                </a:lnTo>
                <a:close/>
                <a:moveTo>
                  <a:pt x="180975" y="971550"/>
                </a:moveTo>
                <a:lnTo>
                  <a:pt x="200025" y="971550"/>
                </a:lnTo>
                <a:lnTo>
                  <a:pt x="200025" y="981075"/>
                </a:lnTo>
                <a:lnTo>
                  <a:pt x="190500" y="981075"/>
                </a:lnTo>
                <a:lnTo>
                  <a:pt x="190500" y="1009650"/>
                </a:lnTo>
                <a:lnTo>
                  <a:pt x="180975" y="1009650"/>
                </a:lnTo>
                <a:lnTo>
                  <a:pt x="180975" y="1028700"/>
                </a:lnTo>
                <a:lnTo>
                  <a:pt x="171450" y="1028700"/>
                </a:lnTo>
                <a:lnTo>
                  <a:pt x="171450" y="1000125"/>
                </a:lnTo>
                <a:lnTo>
                  <a:pt x="180975" y="1000125"/>
                </a:lnTo>
                <a:close/>
                <a:moveTo>
                  <a:pt x="228600" y="971550"/>
                </a:moveTo>
                <a:lnTo>
                  <a:pt x="238125" y="971550"/>
                </a:lnTo>
                <a:lnTo>
                  <a:pt x="238125" y="981075"/>
                </a:lnTo>
                <a:lnTo>
                  <a:pt x="228600" y="981075"/>
                </a:lnTo>
                <a:close/>
                <a:moveTo>
                  <a:pt x="247650" y="971550"/>
                </a:moveTo>
                <a:lnTo>
                  <a:pt x="257175" y="971550"/>
                </a:lnTo>
                <a:lnTo>
                  <a:pt x="257175" y="981075"/>
                </a:lnTo>
                <a:lnTo>
                  <a:pt x="247650" y="981075"/>
                </a:lnTo>
                <a:close/>
                <a:moveTo>
                  <a:pt x="666750" y="971550"/>
                </a:moveTo>
                <a:lnTo>
                  <a:pt x="704850" y="971550"/>
                </a:lnTo>
                <a:lnTo>
                  <a:pt x="704850" y="981075"/>
                </a:lnTo>
                <a:lnTo>
                  <a:pt x="676275" y="981075"/>
                </a:lnTo>
                <a:lnTo>
                  <a:pt x="676275" y="990600"/>
                </a:lnTo>
                <a:lnTo>
                  <a:pt x="657225" y="990600"/>
                </a:lnTo>
                <a:lnTo>
                  <a:pt x="657225" y="981075"/>
                </a:lnTo>
                <a:lnTo>
                  <a:pt x="666750" y="981075"/>
                </a:lnTo>
                <a:close/>
                <a:moveTo>
                  <a:pt x="1133475" y="981075"/>
                </a:moveTo>
                <a:lnTo>
                  <a:pt x="1162050" y="981075"/>
                </a:lnTo>
                <a:lnTo>
                  <a:pt x="1162050" y="990600"/>
                </a:lnTo>
                <a:lnTo>
                  <a:pt x="1171575" y="990600"/>
                </a:lnTo>
                <a:lnTo>
                  <a:pt x="1171575" y="1000125"/>
                </a:lnTo>
                <a:lnTo>
                  <a:pt x="1152525" y="1000125"/>
                </a:lnTo>
                <a:lnTo>
                  <a:pt x="1152525" y="1009650"/>
                </a:lnTo>
                <a:lnTo>
                  <a:pt x="1143000" y="1009650"/>
                </a:lnTo>
                <a:lnTo>
                  <a:pt x="1143000" y="1000125"/>
                </a:lnTo>
                <a:lnTo>
                  <a:pt x="1133475" y="1000125"/>
                </a:lnTo>
                <a:close/>
                <a:moveTo>
                  <a:pt x="676275" y="990600"/>
                </a:moveTo>
                <a:lnTo>
                  <a:pt x="695325" y="990600"/>
                </a:lnTo>
                <a:lnTo>
                  <a:pt x="695325" y="1000125"/>
                </a:lnTo>
                <a:lnTo>
                  <a:pt x="676275" y="1000125"/>
                </a:lnTo>
                <a:close/>
                <a:moveTo>
                  <a:pt x="142875" y="1000125"/>
                </a:moveTo>
                <a:lnTo>
                  <a:pt x="152400" y="1000125"/>
                </a:lnTo>
                <a:lnTo>
                  <a:pt x="152400" y="1009650"/>
                </a:lnTo>
                <a:lnTo>
                  <a:pt x="142875" y="1009650"/>
                </a:lnTo>
                <a:close/>
                <a:moveTo>
                  <a:pt x="1114425" y="1000125"/>
                </a:moveTo>
                <a:lnTo>
                  <a:pt x="1133475" y="1000125"/>
                </a:lnTo>
                <a:lnTo>
                  <a:pt x="1133475" y="1009650"/>
                </a:lnTo>
                <a:lnTo>
                  <a:pt x="1114425" y="1009650"/>
                </a:lnTo>
                <a:close/>
                <a:moveTo>
                  <a:pt x="0" y="1104900"/>
                </a:moveTo>
                <a:lnTo>
                  <a:pt x="9525" y="1104900"/>
                </a:lnTo>
                <a:lnTo>
                  <a:pt x="9525" y="1123950"/>
                </a:lnTo>
                <a:lnTo>
                  <a:pt x="0" y="1123950"/>
                </a:lnTo>
                <a:close/>
                <a:moveTo>
                  <a:pt x="142875" y="1104900"/>
                </a:moveTo>
                <a:lnTo>
                  <a:pt x="161925" y="1104900"/>
                </a:lnTo>
                <a:lnTo>
                  <a:pt x="161925" y="1114425"/>
                </a:lnTo>
                <a:lnTo>
                  <a:pt x="152400" y="1114425"/>
                </a:lnTo>
                <a:lnTo>
                  <a:pt x="152400" y="1123950"/>
                </a:lnTo>
                <a:lnTo>
                  <a:pt x="142875" y="1123950"/>
                </a:lnTo>
                <a:close/>
                <a:moveTo>
                  <a:pt x="133350" y="1133475"/>
                </a:moveTo>
                <a:lnTo>
                  <a:pt x="142875" y="1133475"/>
                </a:lnTo>
                <a:lnTo>
                  <a:pt x="142875" y="1152525"/>
                </a:lnTo>
                <a:lnTo>
                  <a:pt x="133350" y="1152525"/>
                </a:lnTo>
                <a:close/>
                <a:moveTo>
                  <a:pt x="161925" y="1143000"/>
                </a:moveTo>
                <a:lnTo>
                  <a:pt x="171450" y="1143000"/>
                </a:lnTo>
                <a:lnTo>
                  <a:pt x="171450" y="1152525"/>
                </a:lnTo>
                <a:lnTo>
                  <a:pt x="161925" y="1152525"/>
                </a:lnTo>
                <a:close/>
                <a:moveTo>
                  <a:pt x="371475" y="1219200"/>
                </a:moveTo>
                <a:lnTo>
                  <a:pt x="381000" y="1219200"/>
                </a:lnTo>
                <a:lnTo>
                  <a:pt x="381000" y="1228725"/>
                </a:lnTo>
                <a:lnTo>
                  <a:pt x="371475" y="1228725"/>
                </a:lnTo>
                <a:close/>
                <a:moveTo>
                  <a:pt x="171450" y="1228725"/>
                </a:moveTo>
                <a:lnTo>
                  <a:pt x="180975" y="1228725"/>
                </a:lnTo>
                <a:lnTo>
                  <a:pt x="180975" y="1257300"/>
                </a:lnTo>
                <a:lnTo>
                  <a:pt x="200025" y="1257300"/>
                </a:lnTo>
                <a:lnTo>
                  <a:pt x="200025" y="1285875"/>
                </a:lnTo>
                <a:lnTo>
                  <a:pt x="190500" y="1285875"/>
                </a:lnTo>
                <a:lnTo>
                  <a:pt x="190500" y="1333500"/>
                </a:lnTo>
                <a:lnTo>
                  <a:pt x="180975" y="1333500"/>
                </a:lnTo>
                <a:lnTo>
                  <a:pt x="180975" y="1323975"/>
                </a:lnTo>
                <a:lnTo>
                  <a:pt x="171450" y="1323975"/>
                </a:lnTo>
                <a:lnTo>
                  <a:pt x="171450" y="1314450"/>
                </a:lnTo>
                <a:lnTo>
                  <a:pt x="180975" y="1314450"/>
                </a:lnTo>
                <a:lnTo>
                  <a:pt x="180975" y="1266825"/>
                </a:lnTo>
                <a:lnTo>
                  <a:pt x="171450" y="1266825"/>
                </a:lnTo>
                <a:close/>
                <a:moveTo>
                  <a:pt x="1419225" y="1257300"/>
                </a:moveTo>
                <a:lnTo>
                  <a:pt x="1438275" y="1257300"/>
                </a:lnTo>
                <a:lnTo>
                  <a:pt x="1438275" y="1276350"/>
                </a:lnTo>
                <a:lnTo>
                  <a:pt x="1419225" y="1276350"/>
                </a:lnTo>
                <a:close/>
                <a:moveTo>
                  <a:pt x="228600" y="1276350"/>
                </a:moveTo>
                <a:lnTo>
                  <a:pt x="238125" y="1276350"/>
                </a:lnTo>
                <a:lnTo>
                  <a:pt x="238125" y="1295400"/>
                </a:lnTo>
                <a:lnTo>
                  <a:pt x="228600" y="1295400"/>
                </a:lnTo>
                <a:close/>
                <a:moveTo>
                  <a:pt x="400050" y="1276350"/>
                </a:moveTo>
                <a:lnTo>
                  <a:pt x="428625" y="1276350"/>
                </a:lnTo>
                <a:lnTo>
                  <a:pt x="428625" y="1295400"/>
                </a:lnTo>
                <a:lnTo>
                  <a:pt x="419100" y="1295400"/>
                </a:lnTo>
                <a:lnTo>
                  <a:pt x="419100" y="1304925"/>
                </a:lnTo>
                <a:lnTo>
                  <a:pt x="409575" y="1304925"/>
                </a:lnTo>
                <a:lnTo>
                  <a:pt x="409575" y="1295400"/>
                </a:lnTo>
                <a:lnTo>
                  <a:pt x="400050" y="1295400"/>
                </a:lnTo>
                <a:close/>
                <a:moveTo>
                  <a:pt x="600075" y="1285875"/>
                </a:moveTo>
                <a:lnTo>
                  <a:pt x="628650" y="1285875"/>
                </a:lnTo>
                <a:lnTo>
                  <a:pt x="628650" y="1323975"/>
                </a:lnTo>
                <a:lnTo>
                  <a:pt x="609600" y="1323975"/>
                </a:lnTo>
                <a:lnTo>
                  <a:pt x="609600" y="1314450"/>
                </a:lnTo>
                <a:lnTo>
                  <a:pt x="590550" y="1314450"/>
                </a:lnTo>
                <a:lnTo>
                  <a:pt x="590550" y="1323975"/>
                </a:lnTo>
                <a:lnTo>
                  <a:pt x="571500" y="1323975"/>
                </a:lnTo>
                <a:lnTo>
                  <a:pt x="571500" y="1304925"/>
                </a:lnTo>
                <a:lnTo>
                  <a:pt x="590550" y="1304925"/>
                </a:lnTo>
                <a:lnTo>
                  <a:pt x="590550" y="1295400"/>
                </a:lnTo>
                <a:lnTo>
                  <a:pt x="600075" y="1295400"/>
                </a:lnTo>
                <a:close/>
                <a:moveTo>
                  <a:pt x="495300" y="1295400"/>
                </a:moveTo>
                <a:lnTo>
                  <a:pt x="514350" y="1295400"/>
                </a:lnTo>
                <a:lnTo>
                  <a:pt x="514350" y="1304925"/>
                </a:lnTo>
                <a:lnTo>
                  <a:pt x="523875" y="1304925"/>
                </a:lnTo>
                <a:lnTo>
                  <a:pt x="523875" y="1323975"/>
                </a:lnTo>
                <a:lnTo>
                  <a:pt x="504825" y="1323975"/>
                </a:lnTo>
                <a:lnTo>
                  <a:pt x="504825" y="1304925"/>
                </a:lnTo>
                <a:lnTo>
                  <a:pt x="495300" y="1304925"/>
                </a:lnTo>
                <a:close/>
                <a:moveTo>
                  <a:pt x="923925" y="1295400"/>
                </a:moveTo>
                <a:lnTo>
                  <a:pt x="933450" y="1295400"/>
                </a:lnTo>
                <a:lnTo>
                  <a:pt x="933450" y="1304925"/>
                </a:lnTo>
                <a:lnTo>
                  <a:pt x="923925" y="1304925"/>
                </a:lnTo>
                <a:close/>
                <a:moveTo>
                  <a:pt x="647700" y="1314450"/>
                </a:moveTo>
                <a:lnTo>
                  <a:pt x="657225" y="1314450"/>
                </a:lnTo>
                <a:lnTo>
                  <a:pt x="657225" y="1323975"/>
                </a:lnTo>
                <a:lnTo>
                  <a:pt x="647700" y="1323975"/>
                </a:lnTo>
                <a:close/>
                <a:moveTo>
                  <a:pt x="695325" y="1314450"/>
                </a:moveTo>
                <a:lnTo>
                  <a:pt x="704850" y="1314450"/>
                </a:lnTo>
                <a:lnTo>
                  <a:pt x="704850" y="1323975"/>
                </a:lnTo>
                <a:lnTo>
                  <a:pt x="695325" y="1323975"/>
                </a:lnTo>
                <a:close/>
                <a:moveTo>
                  <a:pt x="1438275" y="1352550"/>
                </a:moveTo>
                <a:lnTo>
                  <a:pt x="1466850" y="1352550"/>
                </a:lnTo>
                <a:lnTo>
                  <a:pt x="1466850" y="1362075"/>
                </a:lnTo>
                <a:lnTo>
                  <a:pt x="1457325" y="1362075"/>
                </a:lnTo>
                <a:lnTo>
                  <a:pt x="1457325" y="1371600"/>
                </a:lnTo>
                <a:lnTo>
                  <a:pt x="1447800" y="1371600"/>
                </a:lnTo>
                <a:lnTo>
                  <a:pt x="1447800" y="1362075"/>
                </a:lnTo>
                <a:lnTo>
                  <a:pt x="1438275" y="1362075"/>
                </a:lnTo>
                <a:close/>
                <a:moveTo>
                  <a:pt x="180975" y="1390650"/>
                </a:moveTo>
                <a:lnTo>
                  <a:pt x="190500" y="1390650"/>
                </a:lnTo>
                <a:lnTo>
                  <a:pt x="190500" y="1400175"/>
                </a:lnTo>
                <a:lnTo>
                  <a:pt x="180975" y="1400175"/>
                </a:lnTo>
                <a:close/>
                <a:moveTo>
                  <a:pt x="171450" y="1400175"/>
                </a:moveTo>
                <a:lnTo>
                  <a:pt x="180975" y="1400175"/>
                </a:lnTo>
                <a:lnTo>
                  <a:pt x="180975" y="1419225"/>
                </a:lnTo>
                <a:lnTo>
                  <a:pt x="190500" y="1419225"/>
                </a:lnTo>
                <a:lnTo>
                  <a:pt x="190500" y="1428750"/>
                </a:lnTo>
                <a:lnTo>
                  <a:pt x="200025" y="1428750"/>
                </a:lnTo>
                <a:lnTo>
                  <a:pt x="200025" y="1419225"/>
                </a:lnTo>
                <a:lnTo>
                  <a:pt x="209550" y="1419225"/>
                </a:lnTo>
                <a:lnTo>
                  <a:pt x="209550" y="1428750"/>
                </a:lnTo>
                <a:lnTo>
                  <a:pt x="200025" y="1428750"/>
                </a:lnTo>
                <a:lnTo>
                  <a:pt x="200025" y="1438275"/>
                </a:lnTo>
                <a:lnTo>
                  <a:pt x="171450" y="1438275"/>
                </a:lnTo>
                <a:close/>
                <a:moveTo>
                  <a:pt x="219075" y="1438275"/>
                </a:moveTo>
                <a:lnTo>
                  <a:pt x="228600" y="1438275"/>
                </a:lnTo>
                <a:lnTo>
                  <a:pt x="228600" y="1466850"/>
                </a:lnTo>
                <a:lnTo>
                  <a:pt x="209550" y="1466850"/>
                </a:lnTo>
                <a:lnTo>
                  <a:pt x="209550" y="1476375"/>
                </a:lnTo>
                <a:lnTo>
                  <a:pt x="200025" y="1476375"/>
                </a:lnTo>
                <a:lnTo>
                  <a:pt x="200025" y="1485900"/>
                </a:lnTo>
                <a:lnTo>
                  <a:pt x="180975" y="1485900"/>
                </a:lnTo>
                <a:lnTo>
                  <a:pt x="180975" y="1447800"/>
                </a:lnTo>
                <a:lnTo>
                  <a:pt x="200025" y="1447800"/>
                </a:lnTo>
                <a:lnTo>
                  <a:pt x="200025" y="1457325"/>
                </a:lnTo>
                <a:lnTo>
                  <a:pt x="209550" y="1457325"/>
                </a:lnTo>
                <a:lnTo>
                  <a:pt x="209550" y="1447800"/>
                </a:lnTo>
                <a:lnTo>
                  <a:pt x="219075" y="1447800"/>
                </a:lnTo>
                <a:close/>
                <a:moveTo>
                  <a:pt x="381000" y="1438275"/>
                </a:moveTo>
                <a:lnTo>
                  <a:pt x="447675" y="1438275"/>
                </a:lnTo>
                <a:lnTo>
                  <a:pt x="447675" y="1447800"/>
                </a:lnTo>
                <a:lnTo>
                  <a:pt x="457200" y="1447800"/>
                </a:lnTo>
                <a:lnTo>
                  <a:pt x="457200" y="1438275"/>
                </a:lnTo>
                <a:lnTo>
                  <a:pt x="466725" y="1438275"/>
                </a:lnTo>
                <a:lnTo>
                  <a:pt x="466725" y="1447800"/>
                </a:lnTo>
                <a:lnTo>
                  <a:pt x="457200" y="1447800"/>
                </a:lnTo>
                <a:lnTo>
                  <a:pt x="457200" y="1457325"/>
                </a:lnTo>
                <a:lnTo>
                  <a:pt x="428625" y="1457325"/>
                </a:lnTo>
                <a:lnTo>
                  <a:pt x="428625" y="1447800"/>
                </a:lnTo>
                <a:lnTo>
                  <a:pt x="409575" y="1447800"/>
                </a:lnTo>
                <a:lnTo>
                  <a:pt x="409575" y="1457325"/>
                </a:lnTo>
                <a:lnTo>
                  <a:pt x="381000" y="1457325"/>
                </a:lnTo>
                <a:close/>
                <a:moveTo>
                  <a:pt x="809625" y="1438275"/>
                </a:moveTo>
                <a:lnTo>
                  <a:pt x="819150" y="1438275"/>
                </a:lnTo>
                <a:lnTo>
                  <a:pt x="819150" y="1447800"/>
                </a:lnTo>
                <a:lnTo>
                  <a:pt x="809625" y="1447800"/>
                </a:lnTo>
                <a:close/>
                <a:moveTo>
                  <a:pt x="1085850" y="1447800"/>
                </a:moveTo>
                <a:lnTo>
                  <a:pt x="1104900" y="1447800"/>
                </a:lnTo>
                <a:lnTo>
                  <a:pt x="1104900" y="1457325"/>
                </a:lnTo>
                <a:lnTo>
                  <a:pt x="1085850" y="1457325"/>
                </a:lnTo>
                <a:close/>
                <a:moveTo>
                  <a:pt x="1104900" y="1457325"/>
                </a:moveTo>
                <a:lnTo>
                  <a:pt x="1123950" y="1457325"/>
                </a:lnTo>
                <a:lnTo>
                  <a:pt x="1123950" y="1495425"/>
                </a:lnTo>
                <a:lnTo>
                  <a:pt x="1104900" y="1495425"/>
                </a:lnTo>
                <a:lnTo>
                  <a:pt x="1104900" y="1476375"/>
                </a:lnTo>
                <a:lnTo>
                  <a:pt x="1047750" y="1476375"/>
                </a:lnTo>
                <a:lnTo>
                  <a:pt x="1047750" y="1466850"/>
                </a:lnTo>
                <a:lnTo>
                  <a:pt x="1104900" y="1466850"/>
                </a:lnTo>
                <a:close/>
                <a:moveTo>
                  <a:pt x="228600" y="1466850"/>
                </a:moveTo>
                <a:lnTo>
                  <a:pt x="247650" y="1466850"/>
                </a:lnTo>
                <a:lnTo>
                  <a:pt x="247650" y="1476375"/>
                </a:lnTo>
                <a:lnTo>
                  <a:pt x="228600" y="1476375"/>
                </a:lnTo>
                <a:close/>
                <a:moveTo>
                  <a:pt x="361950" y="1466850"/>
                </a:moveTo>
                <a:lnTo>
                  <a:pt x="390525" y="1466850"/>
                </a:lnTo>
                <a:lnTo>
                  <a:pt x="390525" y="1476375"/>
                </a:lnTo>
                <a:lnTo>
                  <a:pt x="361950" y="1476375"/>
                </a:lnTo>
                <a:close/>
                <a:moveTo>
                  <a:pt x="523875" y="1466850"/>
                </a:moveTo>
                <a:lnTo>
                  <a:pt x="666750" y="1466850"/>
                </a:lnTo>
                <a:lnTo>
                  <a:pt x="666750" y="1476375"/>
                </a:lnTo>
                <a:lnTo>
                  <a:pt x="523875" y="1476375"/>
                </a:lnTo>
                <a:close/>
                <a:moveTo>
                  <a:pt x="676275" y="1466850"/>
                </a:moveTo>
                <a:lnTo>
                  <a:pt x="723900" y="1466850"/>
                </a:lnTo>
                <a:lnTo>
                  <a:pt x="723900" y="1476375"/>
                </a:lnTo>
                <a:lnTo>
                  <a:pt x="676275" y="1476375"/>
                </a:lnTo>
                <a:close/>
                <a:moveTo>
                  <a:pt x="981075" y="1466850"/>
                </a:moveTo>
                <a:lnTo>
                  <a:pt x="1019175" y="1466850"/>
                </a:lnTo>
                <a:lnTo>
                  <a:pt x="1019175" y="1476375"/>
                </a:lnTo>
                <a:lnTo>
                  <a:pt x="981075" y="1476375"/>
                </a:lnTo>
                <a:close/>
                <a:moveTo>
                  <a:pt x="180975" y="1495425"/>
                </a:moveTo>
                <a:lnTo>
                  <a:pt x="276225" y="1495425"/>
                </a:lnTo>
                <a:lnTo>
                  <a:pt x="276225" y="1504950"/>
                </a:lnTo>
                <a:lnTo>
                  <a:pt x="266700" y="1504950"/>
                </a:lnTo>
                <a:lnTo>
                  <a:pt x="266700" y="1524000"/>
                </a:lnTo>
                <a:lnTo>
                  <a:pt x="238125" y="1524000"/>
                </a:lnTo>
                <a:lnTo>
                  <a:pt x="238125" y="1514475"/>
                </a:lnTo>
                <a:lnTo>
                  <a:pt x="247650" y="1514475"/>
                </a:lnTo>
                <a:lnTo>
                  <a:pt x="247650" y="1504950"/>
                </a:lnTo>
                <a:lnTo>
                  <a:pt x="200025" y="1504950"/>
                </a:lnTo>
                <a:lnTo>
                  <a:pt x="200025" y="1514475"/>
                </a:lnTo>
                <a:lnTo>
                  <a:pt x="180975" y="1514475"/>
                </a:lnTo>
                <a:close/>
                <a:moveTo>
                  <a:pt x="381000" y="1495425"/>
                </a:moveTo>
                <a:lnTo>
                  <a:pt x="466725" y="1495425"/>
                </a:lnTo>
                <a:lnTo>
                  <a:pt x="466725" y="1504950"/>
                </a:lnTo>
                <a:lnTo>
                  <a:pt x="381000" y="1504950"/>
                </a:lnTo>
                <a:close/>
                <a:moveTo>
                  <a:pt x="600075" y="1495425"/>
                </a:moveTo>
                <a:lnTo>
                  <a:pt x="638175" y="1495425"/>
                </a:lnTo>
                <a:lnTo>
                  <a:pt x="638175" y="1504950"/>
                </a:lnTo>
                <a:lnTo>
                  <a:pt x="600075" y="1504950"/>
                </a:lnTo>
                <a:close/>
                <a:moveTo>
                  <a:pt x="762000" y="1495425"/>
                </a:moveTo>
                <a:lnTo>
                  <a:pt x="771525" y="1495425"/>
                </a:lnTo>
                <a:lnTo>
                  <a:pt x="771525" y="1504950"/>
                </a:lnTo>
                <a:lnTo>
                  <a:pt x="762000" y="1504950"/>
                </a:lnTo>
                <a:close/>
                <a:moveTo>
                  <a:pt x="838200" y="1495425"/>
                </a:moveTo>
                <a:lnTo>
                  <a:pt x="847725" y="1495425"/>
                </a:lnTo>
                <a:lnTo>
                  <a:pt x="847725" y="1504950"/>
                </a:lnTo>
                <a:lnTo>
                  <a:pt x="838200" y="1504950"/>
                </a:lnTo>
                <a:close/>
                <a:moveTo>
                  <a:pt x="876300" y="1495425"/>
                </a:moveTo>
                <a:lnTo>
                  <a:pt x="895350" y="1495425"/>
                </a:lnTo>
                <a:lnTo>
                  <a:pt x="895350" y="1504950"/>
                </a:lnTo>
                <a:lnTo>
                  <a:pt x="876300" y="1504950"/>
                </a:lnTo>
                <a:close/>
                <a:moveTo>
                  <a:pt x="962025" y="1495425"/>
                </a:moveTo>
                <a:lnTo>
                  <a:pt x="1066800" y="1495425"/>
                </a:lnTo>
                <a:lnTo>
                  <a:pt x="1066800" y="1504950"/>
                </a:lnTo>
                <a:lnTo>
                  <a:pt x="1057275" y="1504950"/>
                </a:lnTo>
                <a:lnTo>
                  <a:pt x="1057275" y="1524000"/>
                </a:lnTo>
                <a:lnTo>
                  <a:pt x="990600" y="1524000"/>
                </a:lnTo>
                <a:lnTo>
                  <a:pt x="990600" y="1514475"/>
                </a:lnTo>
                <a:lnTo>
                  <a:pt x="981075" y="1514475"/>
                </a:lnTo>
                <a:lnTo>
                  <a:pt x="981075" y="1524000"/>
                </a:lnTo>
                <a:lnTo>
                  <a:pt x="962025" y="1524000"/>
                </a:lnTo>
                <a:lnTo>
                  <a:pt x="962025" y="1514475"/>
                </a:lnTo>
                <a:lnTo>
                  <a:pt x="971550" y="1514475"/>
                </a:lnTo>
                <a:lnTo>
                  <a:pt x="971550" y="1504950"/>
                </a:lnTo>
                <a:lnTo>
                  <a:pt x="962025" y="1504950"/>
                </a:lnTo>
                <a:close/>
                <a:moveTo>
                  <a:pt x="447675" y="1514475"/>
                </a:moveTo>
                <a:lnTo>
                  <a:pt x="457200" y="1514475"/>
                </a:lnTo>
                <a:lnTo>
                  <a:pt x="457200" y="1524000"/>
                </a:lnTo>
                <a:lnTo>
                  <a:pt x="447675" y="1524000"/>
                </a:lnTo>
                <a:close/>
                <a:moveTo>
                  <a:pt x="714375" y="1514475"/>
                </a:moveTo>
                <a:lnTo>
                  <a:pt x="742950" y="1514475"/>
                </a:lnTo>
                <a:lnTo>
                  <a:pt x="742950" y="1524000"/>
                </a:lnTo>
                <a:lnTo>
                  <a:pt x="714375" y="1524000"/>
                </a:lnTo>
                <a:close/>
                <a:moveTo>
                  <a:pt x="866775" y="1514475"/>
                </a:moveTo>
                <a:lnTo>
                  <a:pt x="885825" y="1514475"/>
                </a:lnTo>
                <a:lnTo>
                  <a:pt x="885825" y="1524000"/>
                </a:lnTo>
                <a:lnTo>
                  <a:pt x="866775" y="1524000"/>
                </a:lnTo>
                <a:close/>
                <a:moveTo>
                  <a:pt x="1028700" y="1514475"/>
                </a:moveTo>
                <a:lnTo>
                  <a:pt x="1038225" y="1514475"/>
                </a:lnTo>
                <a:lnTo>
                  <a:pt x="1038225" y="1504950"/>
                </a:lnTo>
                <a:lnTo>
                  <a:pt x="1028700" y="1504950"/>
                </a:lnTo>
                <a:close/>
                <a:moveTo>
                  <a:pt x="133350" y="1524000"/>
                </a:moveTo>
                <a:lnTo>
                  <a:pt x="152400" y="1524000"/>
                </a:lnTo>
                <a:lnTo>
                  <a:pt x="152400" y="1552575"/>
                </a:lnTo>
                <a:lnTo>
                  <a:pt x="142875" y="1552575"/>
                </a:lnTo>
                <a:lnTo>
                  <a:pt x="142875" y="1562100"/>
                </a:lnTo>
                <a:lnTo>
                  <a:pt x="133350" y="1562100"/>
                </a:lnTo>
                <a:close/>
                <a:moveTo>
                  <a:pt x="171450" y="1524000"/>
                </a:moveTo>
                <a:lnTo>
                  <a:pt x="180975" y="1524000"/>
                </a:lnTo>
                <a:lnTo>
                  <a:pt x="180975" y="1552575"/>
                </a:lnTo>
                <a:lnTo>
                  <a:pt x="171450" y="1552575"/>
                </a:lnTo>
                <a:close/>
                <a:moveTo>
                  <a:pt x="1238250" y="1543050"/>
                </a:moveTo>
                <a:lnTo>
                  <a:pt x="1247775" y="1543050"/>
                </a:lnTo>
                <a:lnTo>
                  <a:pt x="1247775" y="1552575"/>
                </a:lnTo>
                <a:lnTo>
                  <a:pt x="1238250" y="1552575"/>
                </a:lnTo>
                <a:close/>
                <a:moveTo>
                  <a:pt x="1543050" y="1543050"/>
                </a:moveTo>
                <a:lnTo>
                  <a:pt x="1552575" y="1543050"/>
                </a:lnTo>
                <a:lnTo>
                  <a:pt x="1552575" y="1552575"/>
                </a:lnTo>
                <a:lnTo>
                  <a:pt x="1543050" y="1552575"/>
                </a:lnTo>
                <a:close/>
                <a:moveTo>
                  <a:pt x="1562100" y="1543050"/>
                </a:moveTo>
                <a:lnTo>
                  <a:pt x="1571625" y="1543050"/>
                </a:lnTo>
                <a:lnTo>
                  <a:pt x="1571625" y="1552575"/>
                </a:lnTo>
                <a:lnTo>
                  <a:pt x="1562100" y="1552575"/>
                </a:lnTo>
                <a:close/>
                <a:moveTo>
                  <a:pt x="1552575" y="1552575"/>
                </a:moveTo>
                <a:lnTo>
                  <a:pt x="1562100" y="1552575"/>
                </a:lnTo>
                <a:lnTo>
                  <a:pt x="1562100" y="1562100"/>
                </a:lnTo>
                <a:lnTo>
                  <a:pt x="1552575" y="1562100"/>
                </a:lnTo>
                <a:close/>
                <a:moveTo>
                  <a:pt x="1485900" y="1562100"/>
                </a:moveTo>
                <a:lnTo>
                  <a:pt x="1504950" y="1562100"/>
                </a:lnTo>
                <a:lnTo>
                  <a:pt x="1504950" y="1571625"/>
                </a:lnTo>
                <a:lnTo>
                  <a:pt x="1495425" y="1571625"/>
                </a:lnTo>
                <a:lnTo>
                  <a:pt x="1495425" y="1581150"/>
                </a:lnTo>
                <a:lnTo>
                  <a:pt x="1476375" y="1581150"/>
                </a:lnTo>
                <a:lnTo>
                  <a:pt x="1476375" y="1571625"/>
                </a:lnTo>
                <a:lnTo>
                  <a:pt x="1485900" y="1571625"/>
                </a:lnTo>
                <a:close/>
                <a:moveTo>
                  <a:pt x="171450" y="1571625"/>
                </a:moveTo>
                <a:lnTo>
                  <a:pt x="180975" y="1571625"/>
                </a:lnTo>
                <a:lnTo>
                  <a:pt x="180975" y="1581150"/>
                </a:lnTo>
                <a:lnTo>
                  <a:pt x="171450" y="1581150"/>
                </a:lnTo>
                <a:close/>
                <a:moveTo>
                  <a:pt x="1200150" y="1571625"/>
                </a:moveTo>
                <a:lnTo>
                  <a:pt x="1209675" y="1571625"/>
                </a:lnTo>
                <a:lnTo>
                  <a:pt x="1209675" y="1581150"/>
                </a:lnTo>
                <a:lnTo>
                  <a:pt x="1200150" y="1581150"/>
                </a:lnTo>
                <a:close/>
                <a:moveTo>
                  <a:pt x="1685925" y="1571625"/>
                </a:moveTo>
                <a:lnTo>
                  <a:pt x="1695450" y="1571625"/>
                </a:lnTo>
                <a:lnTo>
                  <a:pt x="1695450" y="1590675"/>
                </a:lnTo>
                <a:lnTo>
                  <a:pt x="1676400" y="1590675"/>
                </a:lnTo>
                <a:lnTo>
                  <a:pt x="1676400" y="1581150"/>
                </a:lnTo>
                <a:lnTo>
                  <a:pt x="1685925" y="1581150"/>
                </a:lnTo>
                <a:close/>
                <a:moveTo>
                  <a:pt x="171450" y="1628775"/>
                </a:moveTo>
                <a:lnTo>
                  <a:pt x="180975" y="1628775"/>
                </a:lnTo>
                <a:lnTo>
                  <a:pt x="180975" y="1647825"/>
                </a:lnTo>
                <a:lnTo>
                  <a:pt x="171450" y="1647825"/>
                </a:lnTo>
                <a:close/>
                <a:moveTo>
                  <a:pt x="1628775" y="1628775"/>
                </a:moveTo>
                <a:lnTo>
                  <a:pt x="1647825" y="1628775"/>
                </a:lnTo>
                <a:lnTo>
                  <a:pt x="1647825" y="1638300"/>
                </a:lnTo>
                <a:lnTo>
                  <a:pt x="1628775" y="1638300"/>
                </a:lnTo>
                <a:close/>
                <a:moveTo>
                  <a:pt x="133350" y="1666875"/>
                </a:moveTo>
                <a:lnTo>
                  <a:pt x="142875" y="1666875"/>
                </a:lnTo>
                <a:lnTo>
                  <a:pt x="142875" y="1685925"/>
                </a:lnTo>
                <a:lnTo>
                  <a:pt x="152400" y="1685925"/>
                </a:lnTo>
                <a:lnTo>
                  <a:pt x="152400" y="1695450"/>
                </a:lnTo>
                <a:lnTo>
                  <a:pt x="142875" y="1695450"/>
                </a:lnTo>
                <a:lnTo>
                  <a:pt x="142875" y="1704975"/>
                </a:lnTo>
                <a:lnTo>
                  <a:pt x="133350" y="1704975"/>
                </a:lnTo>
                <a:close/>
                <a:moveTo>
                  <a:pt x="171450" y="1685925"/>
                </a:moveTo>
                <a:lnTo>
                  <a:pt x="180975" y="1685925"/>
                </a:lnTo>
                <a:lnTo>
                  <a:pt x="180975" y="1695450"/>
                </a:lnTo>
                <a:lnTo>
                  <a:pt x="190500" y="1695450"/>
                </a:lnTo>
                <a:lnTo>
                  <a:pt x="190500" y="1714500"/>
                </a:lnTo>
                <a:lnTo>
                  <a:pt x="171450" y="1714500"/>
                </a:lnTo>
                <a:close/>
                <a:moveTo>
                  <a:pt x="171450" y="1733550"/>
                </a:moveTo>
                <a:lnTo>
                  <a:pt x="190500" y="1733550"/>
                </a:lnTo>
                <a:lnTo>
                  <a:pt x="190500" y="1743075"/>
                </a:lnTo>
                <a:lnTo>
                  <a:pt x="180975" y="1743075"/>
                </a:lnTo>
                <a:lnTo>
                  <a:pt x="180975" y="1752600"/>
                </a:lnTo>
                <a:lnTo>
                  <a:pt x="190500" y="1752600"/>
                </a:lnTo>
                <a:lnTo>
                  <a:pt x="190500" y="1762125"/>
                </a:lnTo>
                <a:lnTo>
                  <a:pt x="171450" y="1762125"/>
                </a:lnTo>
                <a:close/>
                <a:moveTo>
                  <a:pt x="476250" y="1743075"/>
                </a:moveTo>
                <a:lnTo>
                  <a:pt x="485775" y="1743075"/>
                </a:lnTo>
                <a:lnTo>
                  <a:pt x="485775" y="1752600"/>
                </a:lnTo>
                <a:lnTo>
                  <a:pt x="476250" y="1752600"/>
                </a:lnTo>
                <a:close/>
                <a:moveTo>
                  <a:pt x="381000" y="1762125"/>
                </a:moveTo>
                <a:lnTo>
                  <a:pt x="400050" y="1762125"/>
                </a:lnTo>
                <a:lnTo>
                  <a:pt x="400050" y="1771650"/>
                </a:lnTo>
                <a:lnTo>
                  <a:pt x="381000" y="1771650"/>
                </a:lnTo>
                <a:close/>
                <a:moveTo>
                  <a:pt x="476250" y="1762125"/>
                </a:moveTo>
                <a:lnTo>
                  <a:pt x="495300" y="1762125"/>
                </a:lnTo>
                <a:lnTo>
                  <a:pt x="495300" y="1771650"/>
                </a:lnTo>
                <a:lnTo>
                  <a:pt x="476250" y="1771650"/>
                </a:lnTo>
                <a:close/>
                <a:moveTo>
                  <a:pt x="600075" y="1781175"/>
                </a:moveTo>
                <a:lnTo>
                  <a:pt x="638175" y="1781175"/>
                </a:lnTo>
                <a:lnTo>
                  <a:pt x="638175" y="1790700"/>
                </a:lnTo>
                <a:lnTo>
                  <a:pt x="628650" y="1790700"/>
                </a:lnTo>
                <a:lnTo>
                  <a:pt x="628650" y="1800225"/>
                </a:lnTo>
                <a:lnTo>
                  <a:pt x="619125" y="1800225"/>
                </a:lnTo>
                <a:lnTo>
                  <a:pt x="619125" y="1819275"/>
                </a:lnTo>
                <a:lnTo>
                  <a:pt x="600075" y="1819275"/>
                </a:lnTo>
                <a:lnTo>
                  <a:pt x="600075" y="1800225"/>
                </a:lnTo>
                <a:lnTo>
                  <a:pt x="590550" y="1800225"/>
                </a:lnTo>
                <a:lnTo>
                  <a:pt x="590550" y="1790700"/>
                </a:lnTo>
                <a:lnTo>
                  <a:pt x="600075" y="1790700"/>
                </a:lnTo>
                <a:close/>
                <a:moveTo>
                  <a:pt x="647700" y="1781175"/>
                </a:moveTo>
                <a:lnTo>
                  <a:pt x="676275" y="1781175"/>
                </a:lnTo>
                <a:lnTo>
                  <a:pt x="676275" y="1790700"/>
                </a:lnTo>
                <a:lnTo>
                  <a:pt x="647700" y="1790700"/>
                </a:lnTo>
                <a:close/>
                <a:moveTo>
                  <a:pt x="561975" y="1809750"/>
                </a:moveTo>
                <a:lnTo>
                  <a:pt x="571500" y="1809750"/>
                </a:lnTo>
                <a:lnTo>
                  <a:pt x="571500" y="1819275"/>
                </a:lnTo>
                <a:lnTo>
                  <a:pt x="561975" y="1819275"/>
                </a:lnTo>
                <a:close/>
                <a:moveTo>
                  <a:pt x="171450" y="1828800"/>
                </a:moveTo>
                <a:lnTo>
                  <a:pt x="180975" y="1828800"/>
                </a:lnTo>
                <a:lnTo>
                  <a:pt x="180975" y="1857375"/>
                </a:lnTo>
                <a:lnTo>
                  <a:pt x="171450" y="1857375"/>
                </a:lnTo>
                <a:close/>
                <a:moveTo>
                  <a:pt x="0" y="1847850"/>
                </a:moveTo>
                <a:lnTo>
                  <a:pt x="9525" y="1847850"/>
                </a:lnTo>
                <a:lnTo>
                  <a:pt x="9525" y="1857375"/>
                </a:lnTo>
                <a:lnTo>
                  <a:pt x="0" y="1857375"/>
                </a:lnTo>
                <a:close/>
                <a:moveTo>
                  <a:pt x="990600" y="1857375"/>
                </a:moveTo>
                <a:lnTo>
                  <a:pt x="1000125" y="1857375"/>
                </a:lnTo>
                <a:lnTo>
                  <a:pt x="1000125" y="1866900"/>
                </a:lnTo>
                <a:lnTo>
                  <a:pt x="990600" y="1866900"/>
                </a:lnTo>
                <a:close/>
                <a:moveTo>
                  <a:pt x="981075" y="1866900"/>
                </a:moveTo>
                <a:lnTo>
                  <a:pt x="990600" y="1866900"/>
                </a:lnTo>
                <a:lnTo>
                  <a:pt x="990600" y="1876425"/>
                </a:lnTo>
                <a:lnTo>
                  <a:pt x="981075" y="1876425"/>
                </a:lnTo>
                <a:close/>
                <a:moveTo>
                  <a:pt x="171450" y="1876425"/>
                </a:moveTo>
                <a:lnTo>
                  <a:pt x="180975" y="1876425"/>
                </a:lnTo>
                <a:lnTo>
                  <a:pt x="180975" y="1905000"/>
                </a:lnTo>
                <a:lnTo>
                  <a:pt x="171450" y="1905000"/>
                </a:lnTo>
                <a:close/>
                <a:moveTo>
                  <a:pt x="114300" y="1895475"/>
                </a:moveTo>
                <a:lnTo>
                  <a:pt x="133350" y="1895475"/>
                </a:lnTo>
                <a:lnTo>
                  <a:pt x="133350" y="1905000"/>
                </a:lnTo>
                <a:lnTo>
                  <a:pt x="114300" y="1905000"/>
                </a:lnTo>
                <a:close/>
                <a:moveTo>
                  <a:pt x="133350" y="1905000"/>
                </a:moveTo>
                <a:lnTo>
                  <a:pt x="152400" y="1905000"/>
                </a:lnTo>
                <a:lnTo>
                  <a:pt x="152400" y="1914525"/>
                </a:lnTo>
                <a:lnTo>
                  <a:pt x="171450" y="1914525"/>
                </a:lnTo>
                <a:lnTo>
                  <a:pt x="171450" y="1933575"/>
                </a:lnTo>
                <a:lnTo>
                  <a:pt x="161925" y="1933575"/>
                </a:lnTo>
                <a:lnTo>
                  <a:pt x="161925" y="1943100"/>
                </a:lnTo>
                <a:lnTo>
                  <a:pt x="171450" y="1943100"/>
                </a:lnTo>
                <a:lnTo>
                  <a:pt x="171450" y="2009775"/>
                </a:lnTo>
                <a:lnTo>
                  <a:pt x="152400" y="2009775"/>
                </a:lnTo>
                <a:lnTo>
                  <a:pt x="152400" y="2000250"/>
                </a:lnTo>
                <a:lnTo>
                  <a:pt x="142875" y="2000250"/>
                </a:lnTo>
                <a:lnTo>
                  <a:pt x="142875" y="1990725"/>
                </a:lnTo>
                <a:lnTo>
                  <a:pt x="152400" y="1990725"/>
                </a:lnTo>
                <a:lnTo>
                  <a:pt x="152400" y="1971675"/>
                </a:lnTo>
                <a:lnTo>
                  <a:pt x="142875" y="1971675"/>
                </a:lnTo>
                <a:lnTo>
                  <a:pt x="142875" y="1962150"/>
                </a:lnTo>
                <a:lnTo>
                  <a:pt x="133350" y="1962150"/>
                </a:lnTo>
                <a:lnTo>
                  <a:pt x="133350" y="1952625"/>
                </a:lnTo>
                <a:lnTo>
                  <a:pt x="142875" y="1952625"/>
                </a:lnTo>
                <a:lnTo>
                  <a:pt x="142875" y="1933575"/>
                </a:lnTo>
                <a:lnTo>
                  <a:pt x="133350" y="1933575"/>
                </a:lnTo>
                <a:close/>
                <a:moveTo>
                  <a:pt x="257175" y="1952625"/>
                </a:moveTo>
                <a:lnTo>
                  <a:pt x="304800" y="1952625"/>
                </a:lnTo>
                <a:lnTo>
                  <a:pt x="304800" y="1962150"/>
                </a:lnTo>
                <a:lnTo>
                  <a:pt x="257175" y="1962150"/>
                </a:lnTo>
                <a:close/>
                <a:moveTo>
                  <a:pt x="314325" y="1952625"/>
                </a:moveTo>
                <a:lnTo>
                  <a:pt x="333375" y="1952625"/>
                </a:lnTo>
                <a:lnTo>
                  <a:pt x="333375" y="1962150"/>
                </a:lnTo>
                <a:lnTo>
                  <a:pt x="314325" y="1962150"/>
                </a:lnTo>
                <a:close/>
                <a:moveTo>
                  <a:pt x="1657350" y="1952625"/>
                </a:moveTo>
                <a:lnTo>
                  <a:pt x="1666875" y="1952625"/>
                </a:lnTo>
                <a:lnTo>
                  <a:pt x="1666875" y="1962150"/>
                </a:lnTo>
                <a:lnTo>
                  <a:pt x="1657350" y="1962150"/>
                </a:lnTo>
                <a:close/>
                <a:moveTo>
                  <a:pt x="361950" y="1962150"/>
                </a:moveTo>
                <a:lnTo>
                  <a:pt x="371475" y="1962150"/>
                </a:lnTo>
                <a:lnTo>
                  <a:pt x="371475" y="1981200"/>
                </a:lnTo>
                <a:lnTo>
                  <a:pt x="361950" y="1981200"/>
                </a:lnTo>
                <a:close/>
                <a:moveTo>
                  <a:pt x="466725" y="1962150"/>
                </a:moveTo>
                <a:lnTo>
                  <a:pt x="476250" y="1962150"/>
                </a:lnTo>
                <a:lnTo>
                  <a:pt x="476250" y="1971675"/>
                </a:lnTo>
                <a:lnTo>
                  <a:pt x="466725" y="1971675"/>
                </a:lnTo>
                <a:close/>
                <a:moveTo>
                  <a:pt x="1676400" y="1962150"/>
                </a:moveTo>
                <a:lnTo>
                  <a:pt x="1685925" y="1962150"/>
                </a:lnTo>
                <a:lnTo>
                  <a:pt x="1685925" y="1971675"/>
                </a:lnTo>
                <a:lnTo>
                  <a:pt x="1695450" y="1971675"/>
                </a:lnTo>
                <a:lnTo>
                  <a:pt x="1695450" y="1990725"/>
                </a:lnTo>
                <a:lnTo>
                  <a:pt x="1685925" y="1990725"/>
                </a:lnTo>
                <a:lnTo>
                  <a:pt x="1685925" y="1981200"/>
                </a:lnTo>
                <a:lnTo>
                  <a:pt x="1676400" y="1981200"/>
                </a:lnTo>
                <a:close/>
                <a:moveTo>
                  <a:pt x="295275" y="1971675"/>
                </a:moveTo>
                <a:lnTo>
                  <a:pt x="304800" y="1971675"/>
                </a:lnTo>
                <a:lnTo>
                  <a:pt x="304800" y="1990725"/>
                </a:lnTo>
                <a:lnTo>
                  <a:pt x="295275" y="1990725"/>
                </a:lnTo>
                <a:close/>
                <a:moveTo>
                  <a:pt x="285750" y="2000250"/>
                </a:moveTo>
                <a:lnTo>
                  <a:pt x="295275" y="2000250"/>
                </a:lnTo>
                <a:lnTo>
                  <a:pt x="295275" y="2009775"/>
                </a:lnTo>
                <a:lnTo>
                  <a:pt x="285750" y="2009775"/>
                </a:lnTo>
                <a:close/>
                <a:moveTo>
                  <a:pt x="476250" y="2000250"/>
                </a:moveTo>
                <a:lnTo>
                  <a:pt x="504825" y="2000250"/>
                </a:lnTo>
                <a:lnTo>
                  <a:pt x="504825" y="2009775"/>
                </a:lnTo>
                <a:lnTo>
                  <a:pt x="476250" y="2009775"/>
                </a:lnTo>
                <a:close/>
                <a:moveTo>
                  <a:pt x="152400" y="2019300"/>
                </a:moveTo>
                <a:lnTo>
                  <a:pt x="180975" y="2019300"/>
                </a:lnTo>
                <a:lnTo>
                  <a:pt x="180975" y="2028825"/>
                </a:lnTo>
                <a:lnTo>
                  <a:pt x="161925" y="2028825"/>
                </a:lnTo>
                <a:lnTo>
                  <a:pt x="161925" y="2038350"/>
                </a:lnTo>
                <a:lnTo>
                  <a:pt x="142875" y="2038350"/>
                </a:lnTo>
                <a:lnTo>
                  <a:pt x="142875" y="2028825"/>
                </a:lnTo>
                <a:lnTo>
                  <a:pt x="152400" y="2028825"/>
                </a:lnTo>
                <a:close/>
              </a:path>
            </a:pathLst>
          </a:custGeom>
          <a:solidFill xmlns:a="http://schemas.openxmlformats.org/drawingml/2006/main">
            <a:srgbClr val="F4EEE2"/>
          </a:solidFill>
          <a:ln xmlns:a="http://schemas.openxmlformats.org/drawingml/2006/main" w="0">
            <a:noFill/>
          </a:ln>
        </p:spPr>
      </p:sp>
      <p:sp>
        <p:nvSpPr>
          <p:cNvPr id="141" name="sales vector #f2eee2">
            <a:extLst xmlns:a="http://schemas.openxmlformats.org/drawingml/2006/main">
              <a:ext uri="{FF2B5EF4-FFF2-40B4-BE49-F238E27FC236}">
                <a16:creationId xmlns:a16="http://schemas.microsoft.com/office/drawing/2014/main" id="{E5C128BB-C555-4270-8B8E-9120D31557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381625" y="4914900"/>
            <a:ext cx="2247900" cy="2400300"/>
          </a:xfrm>
          <a:custGeom xmlns:a="http://schemas.openxmlformats.org/drawingml/2006/main">
            <a:pathLst>
              <a:path w="1905000" h="2038350">
                <a:moveTo>
                  <a:pt x="1000125" y="0"/>
                </a:moveTo>
                <a:lnTo>
                  <a:pt x="1009650" y="0"/>
                </a:lnTo>
                <a:lnTo>
                  <a:pt x="1009650" y="19050"/>
                </a:lnTo>
                <a:lnTo>
                  <a:pt x="1000125" y="19050"/>
                </a:lnTo>
                <a:close/>
                <a:moveTo>
                  <a:pt x="1076325" y="0"/>
                </a:moveTo>
                <a:lnTo>
                  <a:pt x="1114425" y="0"/>
                </a:lnTo>
                <a:lnTo>
                  <a:pt x="1114425" y="19050"/>
                </a:lnTo>
                <a:lnTo>
                  <a:pt x="1085850" y="19050"/>
                </a:lnTo>
                <a:lnTo>
                  <a:pt x="1085850" y="9525"/>
                </a:lnTo>
                <a:lnTo>
                  <a:pt x="1076325" y="9525"/>
                </a:lnTo>
                <a:close/>
                <a:moveTo>
                  <a:pt x="323850" y="9525"/>
                </a:moveTo>
                <a:lnTo>
                  <a:pt x="333375" y="9525"/>
                </a:lnTo>
                <a:lnTo>
                  <a:pt x="333375" y="19050"/>
                </a:lnTo>
                <a:lnTo>
                  <a:pt x="323850" y="19050"/>
                </a:lnTo>
                <a:close/>
                <a:moveTo>
                  <a:pt x="342900" y="9525"/>
                </a:moveTo>
                <a:lnTo>
                  <a:pt x="352425" y="9525"/>
                </a:lnTo>
                <a:lnTo>
                  <a:pt x="352425" y="19050"/>
                </a:lnTo>
                <a:lnTo>
                  <a:pt x="342900" y="19050"/>
                </a:lnTo>
                <a:close/>
                <a:moveTo>
                  <a:pt x="1552575" y="9525"/>
                </a:moveTo>
                <a:lnTo>
                  <a:pt x="1562100" y="9525"/>
                </a:lnTo>
                <a:lnTo>
                  <a:pt x="1562100" y="28575"/>
                </a:lnTo>
                <a:lnTo>
                  <a:pt x="1543050" y="28575"/>
                </a:lnTo>
                <a:lnTo>
                  <a:pt x="1543050" y="19050"/>
                </a:lnTo>
                <a:lnTo>
                  <a:pt x="1552575" y="19050"/>
                </a:lnTo>
                <a:close/>
                <a:moveTo>
                  <a:pt x="419100" y="19050"/>
                </a:moveTo>
                <a:lnTo>
                  <a:pt x="438150" y="19050"/>
                </a:lnTo>
                <a:lnTo>
                  <a:pt x="438150" y="28575"/>
                </a:lnTo>
                <a:lnTo>
                  <a:pt x="419100" y="28575"/>
                </a:lnTo>
                <a:close/>
                <a:moveTo>
                  <a:pt x="1028700" y="19050"/>
                </a:moveTo>
                <a:lnTo>
                  <a:pt x="1038225" y="19050"/>
                </a:lnTo>
                <a:lnTo>
                  <a:pt x="1038225" y="28575"/>
                </a:lnTo>
                <a:lnTo>
                  <a:pt x="1028700" y="28575"/>
                </a:lnTo>
                <a:close/>
                <a:moveTo>
                  <a:pt x="1466850" y="19050"/>
                </a:moveTo>
                <a:lnTo>
                  <a:pt x="1495425" y="19050"/>
                </a:lnTo>
                <a:lnTo>
                  <a:pt x="1495425" y="28575"/>
                </a:lnTo>
                <a:lnTo>
                  <a:pt x="1466850" y="28575"/>
                </a:lnTo>
                <a:close/>
                <a:moveTo>
                  <a:pt x="323850" y="28575"/>
                </a:moveTo>
                <a:lnTo>
                  <a:pt x="361950" y="28575"/>
                </a:lnTo>
                <a:lnTo>
                  <a:pt x="361950" y="38100"/>
                </a:lnTo>
                <a:lnTo>
                  <a:pt x="323850" y="38100"/>
                </a:lnTo>
                <a:close/>
                <a:moveTo>
                  <a:pt x="1571625" y="28575"/>
                </a:moveTo>
                <a:lnTo>
                  <a:pt x="1590675" y="28575"/>
                </a:lnTo>
                <a:lnTo>
                  <a:pt x="1590675" y="38100"/>
                </a:lnTo>
                <a:lnTo>
                  <a:pt x="1571625" y="38100"/>
                </a:lnTo>
                <a:close/>
                <a:moveTo>
                  <a:pt x="1866900" y="28575"/>
                </a:moveTo>
                <a:lnTo>
                  <a:pt x="1876425" y="28575"/>
                </a:lnTo>
                <a:lnTo>
                  <a:pt x="1876425" y="38100"/>
                </a:lnTo>
                <a:lnTo>
                  <a:pt x="1895475" y="38100"/>
                </a:lnTo>
                <a:lnTo>
                  <a:pt x="1895475" y="47625"/>
                </a:lnTo>
                <a:lnTo>
                  <a:pt x="1905000" y="47625"/>
                </a:lnTo>
                <a:lnTo>
                  <a:pt x="1905000" y="57150"/>
                </a:lnTo>
                <a:lnTo>
                  <a:pt x="1895475" y="57150"/>
                </a:lnTo>
                <a:lnTo>
                  <a:pt x="1895475" y="66675"/>
                </a:lnTo>
                <a:lnTo>
                  <a:pt x="1885950" y="66675"/>
                </a:lnTo>
                <a:lnTo>
                  <a:pt x="1885950" y="57150"/>
                </a:lnTo>
                <a:lnTo>
                  <a:pt x="1876425" y="57150"/>
                </a:lnTo>
                <a:lnTo>
                  <a:pt x="1876425" y="66675"/>
                </a:lnTo>
                <a:lnTo>
                  <a:pt x="1885950" y="66675"/>
                </a:lnTo>
                <a:lnTo>
                  <a:pt x="1885950" y="76200"/>
                </a:lnTo>
                <a:lnTo>
                  <a:pt x="1847850" y="76200"/>
                </a:lnTo>
                <a:lnTo>
                  <a:pt x="1847850" y="57150"/>
                </a:lnTo>
                <a:lnTo>
                  <a:pt x="1828800" y="57150"/>
                </a:lnTo>
                <a:lnTo>
                  <a:pt x="1828800" y="38100"/>
                </a:lnTo>
                <a:lnTo>
                  <a:pt x="1857375" y="38100"/>
                </a:lnTo>
                <a:lnTo>
                  <a:pt x="1857375" y="47625"/>
                </a:lnTo>
                <a:lnTo>
                  <a:pt x="1866900" y="47625"/>
                </a:lnTo>
                <a:close/>
                <a:moveTo>
                  <a:pt x="47625" y="47625"/>
                </a:moveTo>
                <a:lnTo>
                  <a:pt x="57150" y="47625"/>
                </a:lnTo>
                <a:lnTo>
                  <a:pt x="57150" y="66675"/>
                </a:lnTo>
                <a:lnTo>
                  <a:pt x="47625" y="66675"/>
                </a:lnTo>
                <a:lnTo>
                  <a:pt x="47625" y="76200"/>
                </a:lnTo>
                <a:lnTo>
                  <a:pt x="9525" y="76200"/>
                </a:lnTo>
                <a:lnTo>
                  <a:pt x="9525" y="85725"/>
                </a:lnTo>
                <a:lnTo>
                  <a:pt x="0" y="85725"/>
                </a:lnTo>
                <a:lnTo>
                  <a:pt x="0" y="57150"/>
                </a:lnTo>
                <a:lnTo>
                  <a:pt x="47625" y="57150"/>
                </a:lnTo>
                <a:close/>
                <a:moveTo>
                  <a:pt x="76200" y="47625"/>
                </a:moveTo>
                <a:lnTo>
                  <a:pt x="85725" y="47625"/>
                </a:lnTo>
                <a:lnTo>
                  <a:pt x="85725" y="57150"/>
                </a:lnTo>
                <a:lnTo>
                  <a:pt x="76200" y="57150"/>
                </a:lnTo>
                <a:close/>
                <a:moveTo>
                  <a:pt x="76200" y="66675"/>
                </a:moveTo>
                <a:lnTo>
                  <a:pt x="85725" y="66675"/>
                </a:lnTo>
                <a:lnTo>
                  <a:pt x="85725" y="76200"/>
                </a:lnTo>
                <a:lnTo>
                  <a:pt x="76200" y="76200"/>
                </a:lnTo>
                <a:close/>
                <a:moveTo>
                  <a:pt x="1857375" y="66675"/>
                </a:moveTo>
                <a:lnTo>
                  <a:pt x="1866900" y="66675"/>
                </a:lnTo>
                <a:lnTo>
                  <a:pt x="1866900" y="57150"/>
                </a:lnTo>
                <a:lnTo>
                  <a:pt x="1857375" y="57150"/>
                </a:lnTo>
                <a:close/>
                <a:moveTo>
                  <a:pt x="1800225" y="76200"/>
                </a:moveTo>
                <a:lnTo>
                  <a:pt x="1819275" y="76200"/>
                </a:lnTo>
                <a:lnTo>
                  <a:pt x="1819275" y="85725"/>
                </a:lnTo>
                <a:lnTo>
                  <a:pt x="1800225" y="85725"/>
                </a:lnTo>
                <a:close/>
                <a:moveTo>
                  <a:pt x="1828800" y="76200"/>
                </a:moveTo>
                <a:lnTo>
                  <a:pt x="1838325" y="76200"/>
                </a:lnTo>
                <a:lnTo>
                  <a:pt x="1838325" y="85725"/>
                </a:lnTo>
                <a:lnTo>
                  <a:pt x="1828800" y="85725"/>
                </a:lnTo>
                <a:close/>
                <a:moveTo>
                  <a:pt x="1885950" y="76200"/>
                </a:moveTo>
                <a:lnTo>
                  <a:pt x="1905000" y="76200"/>
                </a:lnTo>
                <a:lnTo>
                  <a:pt x="1905000" y="85725"/>
                </a:lnTo>
                <a:lnTo>
                  <a:pt x="1885950" y="85725"/>
                </a:lnTo>
                <a:close/>
                <a:moveTo>
                  <a:pt x="1228725" y="114300"/>
                </a:moveTo>
                <a:lnTo>
                  <a:pt x="1257300" y="114300"/>
                </a:lnTo>
                <a:lnTo>
                  <a:pt x="1257300" y="133350"/>
                </a:lnTo>
                <a:lnTo>
                  <a:pt x="1228725" y="133350"/>
                </a:lnTo>
                <a:close/>
                <a:moveTo>
                  <a:pt x="1285875" y="114300"/>
                </a:moveTo>
                <a:lnTo>
                  <a:pt x="1381125" y="114300"/>
                </a:lnTo>
                <a:lnTo>
                  <a:pt x="1381125" y="133350"/>
                </a:lnTo>
                <a:lnTo>
                  <a:pt x="1285875" y="133350"/>
                </a:lnTo>
                <a:close/>
                <a:moveTo>
                  <a:pt x="1400175" y="114300"/>
                </a:moveTo>
                <a:lnTo>
                  <a:pt x="1476375" y="114300"/>
                </a:lnTo>
                <a:lnTo>
                  <a:pt x="1476375" y="133350"/>
                </a:lnTo>
                <a:lnTo>
                  <a:pt x="1400175" y="133350"/>
                </a:lnTo>
                <a:close/>
                <a:moveTo>
                  <a:pt x="1495425" y="114300"/>
                </a:moveTo>
                <a:lnTo>
                  <a:pt x="1504950" y="114300"/>
                </a:lnTo>
                <a:lnTo>
                  <a:pt x="1504950" y="133350"/>
                </a:lnTo>
                <a:lnTo>
                  <a:pt x="1495425" y="133350"/>
                </a:lnTo>
                <a:close/>
                <a:moveTo>
                  <a:pt x="314325" y="123825"/>
                </a:moveTo>
                <a:lnTo>
                  <a:pt x="333375" y="123825"/>
                </a:lnTo>
                <a:lnTo>
                  <a:pt x="333375" y="133350"/>
                </a:lnTo>
                <a:lnTo>
                  <a:pt x="314325" y="133350"/>
                </a:lnTo>
                <a:close/>
                <a:moveTo>
                  <a:pt x="361950" y="123825"/>
                </a:moveTo>
                <a:lnTo>
                  <a:pt x="400050" y="123825"/>
                </a:lnTo>
                <a:lnTo>
                  <a:pt x="400050" y="142875"/>
                </a:lnTo>
                <a:lnTo>
                  <a:pt x="352425" y="142875"/>
                </a:lnTo>
                <a:lnTo>
                  <a:pt x="352425" y="133350"/>
                </a:lnTo>
                <a:lnTo>
                  <a:pt x="361950" y="133350"/>
                </a:lnTo>
                <a:close/>
                <a:moveTo>
                  <a:pt x="1190625" y="123825"/>
                </a:moveTo>
                <a:lnTo>
                  <a:pt x="1200150" y="123825"/>
                </a:lnTo>
                <a:lnTo>
                  <a:pt x="1200150" y="142875"/>
                </a:lnTo>
                <a:lnTo>
                  <a:pt x="1190625" y="142875"/>
                </a:lnTo>
                <a:close/>
                <a:moveTo>
                  <a:pt x="285750" y="133350"/>
                </a:moveTo>
                <a:lnTo>
                  <a:pt x="314325" y="133350"/>
                </a:lnTo>
                <a:lnTo>
                  <a:pt x="314325" y="142875"/>
                </a:lnTo>
                <a:lnTo>
                  <a:pt x="342900" y="142875"/>
                </a:lnTo>
                <a:lnTo>
                  <a:pt x="342900" y="152400"/>
                </a:lnTo>
                <a:lnTo>
                  <a:pt x="333375" y="152400"/>
                </a:lnTo>
                <a:lnTo>
                  <a:pt x="333375" y="161925"/>
                </a:lnTo>
                <a:lnTo>
                  <a:pt x="276225" y="161925"/>
                </a:lnTo>
                <a:lnTo>
                  <a:pt x="276225" y="180975"/>
                </a:lnTo>
                <a:lnTo>
                  <a:pt x="257175" y="180975"/>
                </a:lnTo>
                <a:lnTo>
                  <a:pt x="257175" y="190500"/>
                </a:lnTo>
                <a:lnTo>
                  <a:pt x="238125" y="190500"/>
                </a:lnTo>
                <a:lnTo>
                  <a:pt x="238125" y="180975"/>
                </a:lnTo>
                <a:lnTo>
                  <a:pt x="228600" y="180975"/>
                </a:lnTo>
                <a:lnTo>
                  <a:pt x="228600" y="200025"/>
                </a:lnTo>
                <a:lnTo>
                  <a:pt x="219075" y="200025"/>
                </a:lnTo>
                <a:lnTo>
                  <a:pt x="219075" y="209550"/>
                </a:lnTo>
                <a:lnTo>
                  <a:pt x="209550" y="209550"/>
                </a:lnTo>
                <a:lnTo>
                  <a:pt x="209550" y="190500"/>
                </a:lnTo>
                <a:lnTo>
                  <a:pt x="219075" y="190500"/>
                </a:lnTo>
                <a:lnTo>
                  <a:pt x="219075" y="171450"/>
                </a:lnTo>
                <a:lnTo>
                  <a:pt x="238125" y="171450"/>
                </a:lnTo>
                <a:lnTo>
                  <a:pt x="238125" y="161925"/>
                </a:lnTo>
                <a:lnTo>
                  <a:pt x="257175" y="161925"/>
                </a:lnTo>
                <a:lnTo>
                  <a:pt x="257175" y="152400"/>
                </a:lnTo>
                <a:lnTo>
                  <a:pt x="266700" y="152400"/>
                </a:lnTo>
                <a:lnTo>
                  <a:pt x="266700" y="142875"/>
                </a:lnTo>
                <a:lnTo>
                  <a:pt x="285750" y="142875"/>
                </a:lnTo>
                <a:close/>
                <a:moveTo>
                  <a:pt x="1524000" y="133350"/>
                </a:moveTo>
                <a:lnTo>
                  <a:pt x="1552575" y="133350"/>
                </a:lnTo>
                <a:lnTo>
                  <a:pt x="1552575" y="142875"/>
                </a:lnTo>
                <a:lnTo>
                  <a:pt x="1524000" y="142875"/>
                </a:lnTo>
                <a:close/>
                <a:moveTo>
                  <a:pt x="1895475" y="133350"/>
                </a:moveTo>
                <a:lnTo>
                  <a:pt x="1905000" y="133350"/>
                </a:lnTo>
                <a:lnTo>
                  <a:pt x="1905000" y="142875"/>
                </a:lnTo>
                <a:lnTo>
                  <a:pt x="1895475" y="142875"/>
                </a:lnTo>
                <a:close/>
                <a:moveTo>
                  <a:pt x="19050" y="142875"/>
                </a:moveTo>
                <a:lnTo>
                  <a:pt x="28575" y="142875"/>
                </a:lnTo>
                <a:lnTo>
                  <a:pt x="28575" y="161925"/>
                </a:lnTo>
                <a:lnTo>
                  <a:pt x="19050" y="161925"/>
                </a:lnTo>
                <a:close/>
                <a:moveTo>
                  <a:pt x="1657350" y="152400"/>
                </a:moveTo>
                <a:lnTo>
                  <a:pt x="1666875" y="152400"/>
                </a:lnTo>
                <a:lnTo>
                  <a:pt x="1666875" y="161925"/>
                </a:lnTo>
                <a:lnTo>
                  <a:pt x="1685925" y="161925"/>
                </a:lnTo>
                <a:lnTo>
                  <a:pt x="1685925" y="171450"/>
                </a:lnTo>
                <a:lnTo>
                  <a:pt x="1676400" y="171450"/>
                </a:lnTo>
                <a:lnTo>
                  <a:pt x="1676400" y="180975"/>
                </a:lnTo>
                <a:lnTo>
                  <a:pt x="1666875" y="180975"/>
                </a:lnTo>
                <a:lnTo>
                  <a:pt x="1666875" y="171450"/>
                </a:lnTo>
                <a:lnTo>
                  <a:pt x="1657350" y="171450"/>
                </a:lnTo>
                <a:close/>
                <a:moveTo>
                  <a:pt x="1819275" y="152400"/>
                </a:moveTo>
                <a:lnTo>
                  <a:pt x="1857375" y="152400"/>
                </a:lnTo>
                <a:lnTo>
                  <a:pt x="1857375" y="161925"/>
                </a:lnTo>
                <a:lnTo>
                  <a:pt x="1838325" y="161925"/>
                </a:lnTo>
                <a:lnTo>
                  <a:pt x="1838325" y="171450"/>
                </a:lnTo>
                <a:lnTo>
                  <a:pt x="1809750" y="171450"/>
                </a:lnTo>
                <a:lnTo>
                  <a:pt x="1809750" y="161925"/>
                </a:lnTo>
                <a:lnTo>
                  <a:pt x="1819275" y="161925"/>
                </a:lnTo>
                <a:close/>
                <a:moveTo>
                  <a:pt x="66675" y="161925"/>
                </a:moveTo>
                <a:lnTo>
                  <a:pt x="85725" y="161925"/>
                </a:lnTo>
                <a:lnTo>
                  <a:pt x="85725" y="171450"/>
                </a:lnTo>
                <a:lnTo>
                  <a:pt x="66675" y="171450"/>
                </a:lnTo>
                <a:close/>
                <a:moveTo>
                  <a:pt x="571500" y="171450"/>
                </a:moveTo>
                <a:lnTo>
                  <a:pt x="600075" y="171450"/>
                </a:lnTo>
                <a:lnTo>
                  <a:pt x="600075" y="190500"/>
                </a:lnTo>
                <a:lnTo>
                  <a:pt x="628650" y="190500"/>
                </a:lnTo>
                <a:lnTo>
                  <a:pt x="628650" y="180975"/>
                </a:lnTo>
                <a:lnTo>
                  <a:pt x="619125" y="180975"/>
                </a:lnTo>
                <a:lnTo>
                  <a:pt x="619125" y="171450"/>
                </a:lnTo>
                <a:lnTo>
                  <a:pt x="647700" y="171450"/>
                </a:lnTo>
                <a:lnTo>
                  <a:pt x="647700" y="190500"/>
                </a:lnTo>
                <a:lnTo>
                  <a:pt x="657225" y="190500"/>
                </a:lnTo>
                <a:lnTo>
                  <a:pt x="657225" y="209550"/>
                </a:lnTo>
                <a:lnTo>
                  <a:pt x="647700" y="209550"/>
                </a:lnTo>
                <a:lnTo>
                  <a:pt x="647700" y="228600"/>
                </a:lnTo>
                <a:lnTo>
                  <a:pt x="657225" y="228600"/>
                </a:lnTo>
                <a:lnTo>
                  <a:pt x="657225" y="285750"/>
                </a:lnTo>
                <a:lnTo>
                  <a:pt x="666750" y="285750"/>
                </a:lnTo>
                <a:lnTo>
                  <a:pt x="666750" y="295275"/>
                </a:lnTo>
                <a:lnTo>
                  <a:pt x="676275" y="295275"/>
                </a:lnTo>
                <a:lnTo>
                  <a:pt x="676275" y="304800"/>
                </a:lnTo>
                <a:lnTo>
                  <a:pt x="685800" y="304800"/>
                </a:lnTo>
                <a:lnTo>
                  <a:pt x="685800" y="323850"/>
                </a:lnTo>
                <a:lnTo>
                  <a:pt x="695325" y="323850"/>
                </a:lnTo>
                <a:lnTo>
                  <a:pt x="695325" y="333375"/>
                </a:lnTo>
                <a:lnTo>
                  <a:pt x="676275" y="333375"/>
                </a:lnTo>
                <a:lnTo>
                  <a:pt x="676275" y="314325"/>
                </a:lnTo>
                <a:lnTo>
                  <a:pt x="657225" y="314325"/>
                </a:lnTo>
                <a:lnTo>
                  <a:pt x="657225" y="304800"/>
                </a:lnTo>
                <a:lnTo>
                  <a:pt x="638175" y="304800"/>
                </a:lnTo>
                <a:lnTo>
                  <a:pt x="638175" y="295275"/>
                </a:lnTo>
                <a:lnTo>
                  <a:pt x="619125" y="295275"/>
                </a:lnTo>
                <a:lnTo>
                  <a:pt x="619125" y="285750"/>
                </a:lnTo>
                <a:lnTo>
                  <a:pt x="600075" y="285750"/>
                </a:lnTo>
                <a:lnTo>
                  <a:pt x="600075" y="266700"/>
                </a:lnTo>
                <a:lnTo>
                  <a:pt x="590550" y="266700"/>
                </a:lnTo>
                <a:lnTo>
                  <a:pt x="590550" y="228600"/>
                </a:lnTo>
                <a:lnTo>
                  <a:pt x="571500" y="228600"/>
                </a:lnTo>
                <a:lnTo>
                  <a:pt x="571500" y="219075"/>
                </a:lnTo>
                <a:lnTo>
                  <a:pt x="514350" y="219075"/>
                </a:lnTo>
                <a:lnTo>
                  <a:pt x="514350" y="209550"/>
                </a:lnTo>
                <a:lnTo>
                  <a:pt x="504825" y="209550"/>
                </a:lnTo>
                <a:lnTo>
                  <a:pt x="504825" y="219075"/>
                </a:lnTo>
                <a:lnTo>
                  <a:pt x="457200" y="219075"/>
                </a:lnTo>
                <a:lnTo>
                  <a:pt x="457200" y="209550"/>
                </a:lnTo>
                <a:lnTo>
                  <a:pt x="447675" y="209550"/>
                </a:lnTo>
                <a:lnTo>
                  <a:pt x="447675" y="200025"/>
                </a:lnTo>
                <a:lnTo>
                  <a:pt x="476250" y="200025"/>
                </a:lnTo>
                <a:lnTo>
                  <a:pt x="476250" y="209550"/>
                </a:lnTo>
                <a:lnTo>
                  <a:pt x="485775" y="209550"/>
                </a:lnTo>
                <a:lnTo>
                  <a:pt x="485775" y="200025"/>
                </a:lnTo>
                <a:lnTo>
                  <a:pt x="542925" y="200025"/>
                </a:lnTo>
                <a:lnTo>
                  <a:pt x="542925" y="190500"/>
                </a:lnTo>
                <a:lnTo>
                  <a:pt x="571500" y="190500"/>
                </a:lnTo>
                <a:close/>
                <a:moveTo>
                  <a:pt x="1695450" y="171450"/>
                </a:moveTo>
                <a:lnTo>
                  <a:pt x="1704975" y="171450"/>
                </a:lnTo>
                <a:lnTo>
                  <a:pt x="1704975" y="180975"/>
                </a:lnTo>
                <a:lnTo>
                  <a:pt x="1695450" y="180975"/>
                </a:lnTo>
                <a:close/>
                <a:moveTo>
                  <a:pt x="333375" y="180975"/>
                </a:moveTo>
                <a:lnTo>
                  <a:pt x="352425" y="180975"/>
                </a:lnTo>
                <a:lnTo>
                  <a:pt x="352425" y="190500"/>
                </a:lnTo>
                <a:lnTo>
                  <a:pt x="342900" y="190500"/>
                </a:lnTo>
                <a:lnTo>
                  <a:pt x="342900" y="209550"/>
                </a:lnTo>
                <a:lnTo>
                  <a:pt x="333375" y="209550"/>
                </a:lnTo>
                <a:lnTo>
                  <a:pt x="333375" y="200025"/>
                </a:lnTo>
                <a:lnTo>
                  <a:pt x="323850" y="200025"/>
                </a:lnTo>
                <a:lnTo>
                  <a:pt x="323850" y="219075"/>
                </a:lnTo>
                <a:lnTo>
                  <a:pt x="304800" y="219075"/>
                </a:lnTo>
                <a:lnTo>
                  <a:pt x="304800" y="228600"/>
                </a:lnTo>
                <a:lnTo>
                  <a:pt x="285750" y="228600"/>
                </a:lnTo>
                <a:lnTo>
                  <a:pt x="285750" y="209550"/>
                </a:lnTo>
                <a:lnTo>
                  <a:pt x="295275" y="209550"/>
                </a:lnTo>
                <a:lnTo>
                  <a:pt x="295275" y="190500"/>
                </a:lnTo>
                <a:lnTo>
                  <a:pt x="333375" y="190500"/>
                </a:lnTo>
                <a:close/>
                <a:moveTo>
                  <a:pt x="1609725" y="180975"/>
                </a:moveTo>
                <a:lnTo>
                  <a:pt x="1657350" y="180975"/>
                </a:lnTo>
                <a:lnTo>
                  <a:pt x="1657350" y="190500"/>
                </a:lnTo>
                <a:lnTo>
                  <a:pt x="1638300" y="190500"/>
                </a:lnTo>
                <a:lnTo>
                  <a:pt x="1638300" y="200025"/>
                </a:lnTo>
                <a:lnTo>
                  <a:pt x="1628775" y="200025"/>
                </a:lnTo>
                <a:lnTo>
                  <a:pt x="1628775" y="190500"/>
                </a:lnTo>
                <a:lnTo>
                  <a:pt x="1619250" y="190500"/>
                </a:lnTo>
                <a:lnTo>
                  <a:pt x="1619250" y="209550"/>
                </a:lnTo>
                <a:lnTo>
                  <a:pt x="1600200" y="209550"/>
                </a:lnTo>
                <a:lnTo>
                  <a:pt x="1600200" y="190500"/>
                </a:lnTo>
                <a:lnTo>
                  <a:pt x="1609725" y="190500"/>
                </a:lnTo>
                <a:close/>
                <a:moveTo>
                  <a:pt x="1704975" y="180975"/>
                </a:moveTo>
                <a:lnTo>
                  <a:pt x="1714500" y="180975"/>
                </a:lnTo>
                <a:lnTo>
                  <a:pt x="1714500" y="200025"/>
                </a:lnTo>
                <a:lnTo>
                  <a:pt x="1704975" y="200025"/>
                </a:lnTo>
                <a:close/>
                <a:moveTo>
                  <a:pt x="381000" y="190500"/>
                </a:moveTo>
                <a:lnTo>
                  <a:pt x="390525" y="190500"/>
                </a:lnTo>
                <a:lnTo>
                  <a:pt x="390525" y="200025"/>
                </a:lnTo>
                <a:lnTo>
                  <a:pt x="409575" y="200025"/>
                </a:lnTo>
                <a:lnTo>
                  <a:pt x="409575" y="209550"/>
                </a:lnTo>
                <a:lnTo>
                  <a:pt x="447675" y="209550"/>
                </a:lnTo>
                <a:lnTo>
                  <a:pt x="447675" y="228600"/>
                </a:lnTo>
                <a:lnTo>
                  <a:pt x="409575" y="228600"/>
                </a:lnTo>
                <a:lnTo>
                  <a:pt x="409575" y="219075"/>
                </a:lnTo>
                <a:lnTo>
                  <a:pt x="400050" y="219075"/>
                </a:lnTo>
                <a:lnTo>
                  <a:pt x="400050" y="209550"/>
                </a:lnTo>
                <a:lnTo>
                  <a:pt x="390525" y="209550"/>
                </a:lnTo>
                <a:lnTo>
                  <a:pt x="390525" y="219075"/>
                </a:lnTo>
                <a:lnTo>
                  <a:pt x="381000" y="219075"/>
                </a:lnTo>
                <a:lnTo>
                  <a:pt x="381000" y="209550"/>
                </a:lnTo>
                <a:lnTo>
                  <a:pt x="371475" y="209550"/>
                </a:lnTo>
                <a:lnTo>
                  <a:pt x="371475" y="200025"/>
                </a:lnTo>
                <a:lnTo>
                  <a:pt x="381000" y="200025"/>
                </a:lnTo>
                <a:close/>
                <a:moveTo>
                  <a:pt x="247650" y="200025"/>
                </a:moveTo>
                <a:lnTo>
                  <a:pt x="257175" y="200025"/>
                </a:lnTo>
                <a:lnTo>
                  <a:pt x="257175" y="209550"/>
                </a:lnTo>
                <a:lnTo>
                  <a:pt x="266700" y="209550"/>
                </a:lnTo>
                <a:lnTo>
                  <a:pt x="266700" y="219075"/>
                </a:lnTo>
                <a:lnTo>
                  <a:pt x="247650" y="219075"/>
                </a:lnTo>
                <a:close/>
                <a:moveTo>
                  <a:pt x="685800" y="200025"/>
                </a:moveTo>
                <a:lnTo>
                  <a:pt x="695325" y="200025"/>
                </a:lnTo>
                <a:lnTo>
                  <a:pt x="695325" y="219075"/>
                </a:lnTo>
                <a:lnTo>
                  <a:pt x="676275" y="219075"/>
                </a:lnTo>
                <a:lnTo>
                  <a:pt x="676275" y="228600"/>
                </a:lnTo>
                <a:lnTo>
                  <a:pt x="666750" y="228600"/>
                </a:lnTo>
                <a:lnTo>
                  <a:pt x="666750" y="209550"/>
                </a:lnTo>
                <a:lnTo>
                  <a:pt x="685800" y="209550"/>
                </a:lnTo>
                <a:close/>
                <a:moveTo>
                  <a:pt x="1447800" y="200025"/>
                </a:moveTo>
                <a:lnTo>
                  <a:pt x="1466850" y="200025"/>
                </a:lnTo>
                <a:lnTo>
                  <a:pt x="1466850" y="209550"/>
                </a:lnTo>
                <a:lnTo>
                  <a:pt x="1447800" y="209550"/>
                </a:lnTo>
                <a:close/>
                <a:moveTo>
                  <a:pt x="352425" y="209550"/>
                </a:moveTo>
                <a:lnTo>
                  <a:pt x="361950" y="209550"/>
                </a:lnTo>
                <a:lnTo>
                  <a:pt x="361950" y="219075"/>
                </a:lnTo>
                <a:lnTo>
                  <a:pt x="352425" y="219075"/>
                </a:lnTo>
                <a:close/>
                <a:moveTo>
                  <a:pt x="1485900" y="209550"/>
                </a:moveTo>
                <a:lnTo>
                  <a:pt x="1504950" y="209550"/>
                </a:lnTo>
                <a:lnTo>
                  <a:pt x="1504950" y="219075"/>
                </a:lnTo>
                <a:lnTo>
                  <a:pt x="1485900" y="219075"/>
                </a:lnTo>
                <a:close/>
                <a:moveTo>
                  <a:pt x="1533525" y="209550"/>
                </a:moveTo>
                <a:lnTo>
                  <a:pt x="1543050" y="209550"/>
                </a:lnTo>
                <a:lnTo>
                  <a:pt x="1543050" y="228600"/>
                </a:lnTo>
                <a:lnTo>
                  <a:pt x="1533525" y="228600"/>
                </a:lnTo>
                <a:close/>
                <a:moveTo>
                  <a:pt x="1628775" y="209550"/>
                </a:moveTo>
                <a:lnTo>
                  <a:pt x="1647825" y="209550"/>
                </a:lnTo>
                <a:lnTo>
                  <a:pt x="1647825" y="219075"/>
                </a:lnTo>
                <a:lnTo>
                  <a:pt x="1628775" y="219075"/>
                </a:lnTo>
                <a:close/>
                <a:moveTo>
                  <a:pt x="1733550" y="219075"/>
                </a:moveTo>
                <a:lnTo>
                  <a:pt x="1743075" y="219075"/>
                </a:lnTo>
                <a:lnTo>
                  <a:pt x="1743075" y="238125"/>
                </a:lnTo>
                <a:lnTo>
                  <a:pt x="1714500" y="238125"/>
                </a:lnTo>
                <a:lnTo>
                  <a:pt x="1714500" y="228600"/>
                </a:lnTo>
                <a:lnTo>
                  <a:pt x="1733550" y="228600"/>
                </a:lnTo>
                <a:close/>
                <a:moveTo>
                  <a:pt x="523875" y="228600"/>
                </a:moveTo>
                <a:lnTo>
                  <a:pt x="533400" y="228600"/>
                </a:lnTo>
                <a:lnTo>
                  <a:pt x="533400" y="238125"/>
                </a:lnTo>
                <a:lnTo>
                  <a:pt x="523875" y="238125"/>
                </a:lnTo>
                <a:close/>
                <a:moveTo>
                  <a:pt x="1257300" y="228600"/>
                </a:moveTo>
                <a:lnTo>
                  <a:pt x="1285875" y="228600"/>
                </a:lnTo>
                <a:lnTo>
                  <a:pt x="1285875" y="238125"/>
                </a:lnTo>
                <a:lnTo>
                  <a:pt x="1304925" y="238125"/>
                </a:lnTo>
                <a:lnTo>
                  <a:pt x="1304925" y="257175"/>
                </a:lnTo>
                <a:lnTo>
                  <a:pt x="1285875" y="257175"/>
                </a:lnTo>
                <a:lnTo>
                  <a:pt x="1285875" y="247650"/>
                </a:lnTo>
                <a:lnTo>
                  <a:pt x="1257300" y="247650"/>
                </a:lnTo>
                <a:close/>
                <a:moveTo>
                  <a:pt x="1323975" y="238125"/>
                </a:moveTo>
                <a:lnTo>
                  <a:pt x="1352550" y="238125"/>
                </a:lnTo>
                <a:lnTo>
                  <a:pt x="1352550" y="247650"/>
                </a:lnTo>
                <a:lnTo>
                  <a:pt x="1343025" y="247650"/>
                </a:lnTo>
                <a:lnTo>
                  <a:pt x="1343025" y="257175"/>
                </a:lnTo>
                <a:lnTo>
                  <a:pt x="1333500" y="257175"/>
                </a:lnTo>
                <a:lnTo>
                  <a:pt x="1333500" y="247650"/>
                </a:lnTo>
                <a:lnTo>
                  <a:pt x="1323975" y="247650"/>
                </a:lnTo>
                <a:close/>
                <a:moveTo>
                  <a:pt x="1409700" y="238125"/>
                </a:moveTo>
                <a:lnTo>
                  <a:pt x="1428750" y="238125"/>
                </a:lnTo>
                <a:lnTo>
                  <a:pt x="1428750" y="247650"/>
                </a:lnTo>
                <a:lnTo>
                  <a:pt x="1419225" y="247650"/>
                </a:lnTo>
                <a:lnTo>
                  <a:pt x="1419225" y="257175"/>
                </a:lnTo>
                <a:lnTo>
                  <a:pt x="1409700" y="257175"/>
                </a:lnTo>
                <a:close/>
                <a:moveTo>
                  <a:pt x="1514475" y="238125"/>
                </a:moveTo>
                <a:lnTo>
                  <a:pt x="1524000" y="238125"/>
                </a:lnTo>
                <a:lnTo>
                  <a:pt x="1524000" y="247650"/>
                </a:lnTo>
                <a:lnTo>
                  <a:pt x="1514475" y="247650"/>
                </a:lnTo>
                <a:close/>
                <a:moveTo>
                  <a:pt x="1314450" y="247650"/>
                </a:moveTo>
                <a:lnTo>
                  <a:pt x="1323975" y="247650"/>
                </a:lnTo>
                <a:lnTo>
                  <a:pt x="1323975" y="266700"/>
                </a:lnTo>
                <a:lnTo>
                  <a:pt x="1314450" y="266700"/>
                </a:lnTo>
                <a:lnTo>
                  <a:pt x="1314450" y="276225"/>
                </a:lnTo>
                <a:lnTo>
                  <a:pt x="1304925" y="276225"/>
                </a:lnTo>
                <a:lnTo>
                  <a:pt x="1304925" y="257175"/>
                </a:lnTo>
                <a:lnTo>
                  <a:pt x="1314450" y="257175"/>
                </a:lnTo>
                <a:close/>
                <a:moveTo>
                  <a:pt x="1362075" y="247650"/>
                </a:moveTo>
                <a:lnTo>
                  <a:pt x="1381125" y="247650"/>
                </a:lnTo>
                <a:lnTo>
                  <a:pt x="1381125" y="257175"/>
                </a:lnTo>
                <a:lnTo>
                  <a:pt x="1362075" y="257175"/>
                </a:lnTo>
                <a:close/>
                <a:moveTo>
                  <a:pt x="438150" y="266700"/>
                </a:moveTo>
                <a:lnTo>
                  <a:pt x="447675" y="266700"/>
                </a:lnTo>
                <a:lnTo>
                  <a:pt x="447675" y="276225"/>
                </a:lnTo>
                <a:lnTo>
                  <a:pt x="438150" y="276225"/>
                </a:lnTo>
                <a:close/>
                <a:moveTo>
                  <a:pt x="514350" y="266700"/>
                </a:moveTo>
                <a:lnTo>
                  <a:pt x="523875" y="266700"/>
                </a:lnTo>
                <a:lnTo>
                  <a:pt x="523875" y="276225"/>
                </a:lnTo>
                <a:lnTo>
                  <a:pt x="533400" y="276225"/>
                </a:lnTo>
                <a:lnTo>
                  <a:pt x="533400" y="295275"/>
                </a:lnTo>
                <a:lnTo>
                  <a:pt x="523875" y="295275"/>
                </a:lnTo>
                <a:lnTo>
                  <a:pt x="523875" y="285750"/>
                </a:lnTo>
                <a:lnTo>
                  <a:pt x="514350" y="285750"/>
                </a:lnTo>
                <a:close/>
                <a:moveTo>
                  <a:pt x="1409700" y="266700"/>
                </a:moveTo>
                <a:lnTo>
                  <a:pt x="1447800" y="266700"/>
                </a:lnTo>
                <a:lnTo>
                  <a:pt x="1447800" y="285750"/>
                </a:lnTo>
                <a:lnTo>
                  <a:pt x="1419225" y="285750"/>
                </a:lnTo>
                <a:lnTo>
                  <a:pt x="1419225" y="276225"/>
                </a:lnTo>
                <a:lnTo>
                  <a:pt x="1409700" y="276225"/>
                </a:lnTo>
                <a:close/>
                <a:moveTo>
                  <a:pt x="1647825" y="266700"/>
                </a:moveTo>
                <a:lnTo>
                  <a:pt x="1657350" y="266700"/>
                </a:lnTo>
                <a:lnTo>
                  <a:pt x="1657350" y="276225"/>
                </a:lnTo>
                <a:lnTo>
                  <a:pt x="1647825" y="276225"/>
                </a:lnTo>
                <a:close/>
                <a:moveTo>
                  <a:pt x="19050" y="276225"/>
                </a:moveTo>
                <a:lnTo>
                  <a:pt x="28575" y="276225"/>
                </a:lnTo>
                <a:lnTo>
                  <a:pt x="28575" y="285750"/>
                </a:lnTo>
                <a:lnTo>
                  <a:pt x="47625" y="285750"/>
                </a:lnTo>
                <a:lnTo>
                  <a:pt x="47625" y="295275"/>
                </a:lnTo>
                <a:lnTo>
                  <a:pt x="38100" y="295275"/>
                </a:lnTo>
                <a:lnTo>
                  <a:pt x="38100" y="342900"/>
                </a:lnTo>
                <a:lnTo>
                  <a:pt x="28575" y="342900"/>
                </a:lnTo>
                <a:lnTo>
                  <a:pt x="28575" y="352425"/>
                </a:lnTo>
                <a:lnTo>
                  <a:pt x="19050" y="352425"/>
                </a:lnTo>
                <a:lnTo>
                  <a:pt x="19050" y="361950"/>
                </a:lnTo>
                <a:lnTo>
                  <a:pt x="9525" y="361950"/>
                </a:lnTo>
                <a:lnTo>
                  <a:pt x="9525" y="371475"/>
                </a:lnTo>
                <a:lnTo>
                  <a:pt x="0" y="371475"/>
                </a:lnTo>
                <a:lnTo>
                  <a:pt x="0" y="333375"/>
                </a:lnTo>
                <a:lnTo>
                  <a:pt x="9525" y="333375"/>
                </a:lnTo>
                <a:lnTo>
                  <a:pt x="9525" y="285750"/>
                </a:lnTo>
                <a:lnTo>
                  <a:pt x="19050" y="285750"/>
                </a:lnTo>
                <a:close/>
                <a:moveTo>
                  <a:pt x="342900" y="276225"/>
                </a:moveTo>
                <a:lnTo>
                  <a:pt x="352425" y="276225"/>
                </a:lnTo>
                <a:lnTo>
                  <a:pt x="352425" y="285750"/>
                </a:lnTo>
                <a:lnTo>
                  <a:pt x="371475" y="285750"/>
                </a:lnTo>
                <a:lnTo>
                  <a:pt x="371475" y="295275"/>
                </a:lnTo>
                <a:lnTo>
                  <a:pt x="323850" y="295275"/>
                </a:lnTo>
                <a:lnTo>
                  <a:pt x="323850" y="285750"/>
                </a:lnTo>
                <a:lnTo>
                  <a:pt x="342900" y="285750"/>
                </a:lnTo>
                <a:close/>
                <a:moveTo>
                  <a:pt x="428625" y="276225"/>
                </a:moveTo>
                <a:lnTo>
                  <a:pt x="438150" y="276225"/>
                </a:lnTo>
                <a:lnTo>
                  <a:pt x="438150" y="304800"/>
                </a:lnTo>
                <a:lnTo>
                  <a:pt x="428625" y="304800"/>
                </a:lnTo>
                <a:lnTo>
                  <a:pt x="428625" y="295275"/>
                </a:lnTo>
                <a:lnTo>
                  <a:pt x="419100" y="295275"/>
                </a:lnTo>
                <a:lnTo>
                  <a:pt x="419100" y="285750"/>
                </a:lnTo>
                <a:lnTo>
                  <a:pt x="428625" y="285750"/>
                </a:lnTo>
                <a:close/>
                <a:moveTo>
                  <a:pt x="1323975" y="276225"/>
                </a:moveTo>
                <a:lnTo>
                  <a:pt x="1333500" y="276225"/>
                </a:lnTo>
                <a:lnTo>
                  <a:pt x="1333500" y="285750"/>
                </a:lnTo>
                <a:lnTo>
                  <a:pt x="1323975" y="285750"/>
                </a:lnTo>
                <a:close/>
                <a:moveTo>
                  <a:pt x="1466850" y="276225"/>
                </a:moveTo>
                <a:lnTo>
                  <a:pt x="1504950" y="276225"/>
                </a:lnTo>
                <a:lnTo>
                  <a:pt x="1504950" y="285750"/>
                </a:lnTo>
                <a:lnTo>
                  <a:pt x="1485900" y="285750"/>
                </a:lnTo>
                <a:lnTo>
                  <a:pt x="1485900" y="295275"/>
                </a:lnTo>
                <a:lnTo>
                  <a:pt x="1476375" y="295275"/>
                </a:lnTo>
                <a:lnTo>
                  <a:pt x="1476375" y="285750"/>
                </a:lnTo>
                <a:lnTo>
                  <a:pt x="1466850" y="285750"/>
                </a:lnTo>
                <a:close/>
                <a:moveTo>
                  <a:pt x="1514475" y="276225"/>
                </a:moveTo>
                <a:lnTo>
                  <a:pt x="1533525" y="276225"/>
                </a:lnTo>
                <a:lnTo>
                  <a:pt x="1533525" y="285750"/>
                </a:lnTo>
                <a:lnTo>
                  <a:pt x="1514475" y="285750"/>
                </a:lnTo>
                <a:close/>
                <a:moveTo>
                  <a:pt x="1628775" y="276225"/>
                </a:moveTo>
                <a:lnTo>
                  <a:pt x="1647825" y="276225"/>
                </a:lnTo>
                <a:lnTo>
                  <a:pt x="1647825" y="285750"/>
                </a:lnTo>
                <a:lnTo>
                  <a:pt x="1628775" y="285750"/>
                </a:lnTo>
                <a:close/>
                <a:moveTo>
                  <a:pt x="1533525" y="285750"/>
                </a:moveTo>
                <a:lnTo>
                  <a:pt x="1543050" y="285750"/>
                </a:lnTo>
                <a:lnTo>
                  <a:pt x="1543050" y="295275"/>
                </a:lnTo>
                <a:lnTo>
                  <a:pt x="1533525" y="295275"/>
                </a:lnTo>
                <a:close/>
                <a:moveTo>
                  <a:pt x="152400" y="314325"/>
                </a:moveTo>
                <a:lnTo>
                  <a:pt x="161925" y="314325"/>
                </a:lnTo>
                <a:lnTo>
                  <a:pt x="161925" y="333375"/>
                </a:lnTo>
                <a:lnTo>
                  <a:pt x="171450" y="333375"/>
                </a:lnTo>
                <a:lnTo>
                  <a:pt x="171450" y="361950"/>
                </a:lnTo>
                <a:lnTo>
                  <a:pt x="152400" y="361950"/>
                </a:lnTo>
                <a:close/>
                <a:moveTo>
                  <a:pt x="1190625" y="314325"/>
                </a:moveTo>
                <a:lnTo>
                  <a:pt x="1200150" y="314325"/>
                </a:lnTo>
                <a:lnTo>
                  <a:pt x="1200150" y="323850"/>
                </a:lnTo>
                <a:lnTo>
                  <a:pt x="1190625" y="323850"/>
                </a:lnTo>
                <a:close/>
                <a:moveTo>
                  <a:pt x="476250" y="323850"/>
                </a:moveTo>
                <a:lnTo>
                  <a:pt x="495300" y="323850"/>
                </a:lnTo>
                <a:lnTo>
                  <a:pt x="495300" y="352425"/>
                </a:lnTo>
                <a:lnTo>
                  <a:pt x="466725" y="352425"/>
                </a:lnTo>
                <a:lnTo>
                  <a:pt x="466725" y="361950"/>
                </a:lnTo>
                <a:lnTo>
                  <a:pt x="428625" y="361950"/>
                </a:lnTo>
                <a:lnTo>
                  <a:pt x="428625" y="352425"/>
                </a:lnTo>
                <a:lnTo>
                  <a:pt x="419100" y="352425"/>
                </a:lnTo>
                <a:lnTo>
                  <a:pt x="419100" y="333375"/>
                </a:lnTo>
                <a:lnTo>
                  <a:pt x="447675" y="333375"/>
                </a:lnTo>
                <a:lnTo>
                  <a:pt x="447675" y="342900"/>
                </a:lnTo>
                <a:lnTo>
                  <a:pt x="457200" y="342900"/>
                </a:lnTo>
                <a:lnTo>
                  <a:pt x="457200" y="333375"/>
                </a:lnTo>
                <a:lnTo>
                  <a:pt x="476250" y="333375"/>
                </a:lnTo>
                <a:close/>
                <a:moveTo>
                  <a:pt x="1181100" y="323850"/>
                </a:moveTo>
                <a:lnTo>
                  <a:pt x="1190625" y="323850"/>
                </a:lnTo>
                <a:lnTo>
                  <a:pt x="1190625" y="333375"/>
                </a:lnTo>
                <a:lnTo>
                  <a:pt x="1181100" y="333375"/>
                </a:lnTo>
                <a:close/>
                <a:moveTo>
                  <a:pt x="133350" y="333375"/>
                </a:moveTo>
                <a:lnTo>
                  <a:pt x="142875" y="333375"/>
                </a:lnTo>
                <a:lnTo>
                  <a:pt x="142875" y="371475"/>
                </a:lnTo>
                <a:lnTo>
                  <a:pt x="133350" y="371475"/>
                </a:lnTo>
                <a:close/>
                <a:moveTo>
                  <a:pt x="638175" y="333375"/>
                </a:moveTo>
                <a:lnTo>
                  <a:pt x="657225" y="333375"/>
                </a:lnTo>
                <a:lnTo>
                  <a:pt x="657225" y="342900"/>
                </a:lnTo>
                <a:lnTo>
                  <a:pt x="685800" y="342900"/>
                </a:lnTo>
                <a:lnTo>
                  <a:pt x="685800" y="352425"/>
                </a:lnTo>
                <a:lnTo>
                  <a:pt x="695325" y="352425"/>
                </a:lnTo>
                <a:lnTo>
                  <a:pt x="695325" y="361950"/>
                </a:lnTo>
                <a:lnTo>
                  <a:pt x="714375" y="361950"/>
                </a:lnTo>
                <a:lnTo>
                  <a:pt x="714375" y="400050"/>
                </a:lnTo>
                <a:lnTo>
                  <a:pt x="666750" y="400050"/>
                </a:lnTo>
                <a:lnTo>
                  <a:pt x="666750" y="390525"/>
                </a:lnTo>
                <a:lnTo>
                  <a:pt x="657225" y="390525"/>
                </a:lnTo>
                <a:lnTo>
                  <a:pt x="657225" y="400050"/>
                </a:lnTo>
                <a:lnTo>
                  <a:pt x="647700" y="400050"/>
                </a:lnTo>
                <a:lnTo>
                  <a:pt x="647700" y="390525"/>
                </a:lnTo>
                <a:lnTo>
                  <a:pt x="638175" y="390525"/>
                </a:lnTo>
                <a:lnTo>
                  <a:pt x="638175" y="400050"/>
                </a:lnTo>
                <a:lnTo>
                  <a:pt x="590550" y="400050"/>
                </a:lnTo>
                <a:lnTo>
                  <a:pt x="590550" y="381000"/>
                </a:lnTo>
                <a:lnTo>
                  <a:pt x="600075" y="381000"/>
                </a:lnTo>
                <a:lnTo>
                  <a:pt x="600075" y="371475"/>
                </a:lnTo>
                <a:lnTo>
                  <a:pt x="609600" y="371475"/>
                </a:lnTo>
                <a:lnTo>
                  <a:pt x="609600" y="361950"/>
                </a:lnTo>
                <a:lnTo>
                  <a:pt x="619125" y="361950"/>
                </a:lnTo>
                <a:lnTo>
                  <a:pt x="619125" y="352425"/>
                </a:lnTo>
                <a:lnTo>
                  <a:pt x="628650" y="352425"/>
                </a:lnTo>
                <a:lnTo>
                  <a:pt x="628650" y="342900"/>
                </a:lnTo>
                <a:lnTo>
                  <a:pt x="638175" y="342900"/>
                </a:lnTo>
                <a:close/>
                <a:moveTo>
                  <a:pt x="714375" y="333375"/>
                </a:moveTo>
                <a:lnTo>
                  <a:pt x="723900" y="333375"/>
                </a:lnTo>
                <a:lnTo>
                  <a:pt x="723900" y="342900"/>
                </a:lnTo>
                <a:lnTo>
                  <a:pt x="714375" y="342900"/>
                </a:lnTo>
                <a:close/>
                <a:moveTo>
                  <a:pt x="838200" y="342900"/>
                </a:moveTo>
                <a:lnTo>
                  <a:pt x="866775" y="342900"/>
                </a:lnTo>
                <a:lnTo>
                  <a:pt x="866775" y="352425"/>
                </a:lnTo>
                <a:lnTo>
                  <a:pt x="838200" y="352425"/>
                </a:lnTo>
                <a:close/>
                <a:moveTo>
                  <a:pt x="1762125" y="342900"/>
                </a:moveTo>
                <a:lnTo>
                  <a:pt x="1781175" y="342900"/>
                </a:lnTo>
                <a:lnTo>
                  <a:pt x="1781175" y="352425"/>
                </a:lnTo>
                <a:lnTo>
                  <a:pt x="1762125" y="352425"/>
                </a:lnTo>
                <a:close/>
                <a:moveTo>
                  <a:pt x="876300" y="352425"/>
                </a:moveTo>
                <a:lnTo>
                  <a:pt x="885825" y="352425"/>
                </a:lnTo>
                <a:lnTo>
                  <a:pt x="885825" y="361950"/>
                </a:lnTo>
                <a:lnTo>
                  <a:pt x="876300" y="361950"/>
                </a:lnTo>
                <a:close/>
                <a:moveTo>
                  <a:pt x="952500" y="352425"/>
                </a:moveTo>
                <a:lnTo>
                  <a:pt x="981075" y="352425"/>
                </a:lnTo>
                <a:lnTo>
                  <a:pt x="981075" y="361950"/>
                </a:lnTo>
                <a:lnTo>
                  <a:pt x="1009650" y="361950"/>
                </a:lnTo>
                <a:lnTo>
                  <a:pt x="1009650" y="371475"/>
                </a:lnTo>
                <a:lnTo>
                  <a:pt x="1019175" y="371475"/>
                </a:lnTo>
                <a:lnTo>
                  <a:pt x="1019175" y="390525"/>
                </a:lnTo>
                <a:lnTo>
                  <a:pt x="1009650" y="390525"/>
                </a:lnTo>
                <a:lnTo>
                  <a:pt x="1009650" y="409575"/>
                </a:lnTo>
                <a:lnTo>
                  <a:pt x="1000125" y="409575"/>
                </a:lnTo>
                <a:lnTo>
                  <a:pt x="1000125" y="419100"/>
                </a:lnTo>
                <a:lnTo>
                  <a:pt x="990600" y="419100"/>
                </a:lnTo>
                <a:lnTo>
                  <a:pt x="990600" y="400050"/>
                </a:lnTo>
                <a:lnTo>
                  <a:pt x="981075" y="400050"/>
                </a:lnTo>
                <a:lnTo>
                  <a:pt x="981075" y="381000"/>
                </a:lnTo>
                <a:lnTo>
                  <a:pt x="962025" y="381000"/>
                </a:lnTo>
                <a:lnTo>
                  <a:pt x="962025" y="371475"/>
                </a:lnTo>
                <a:lnTo>
                  <a:pt x="971550" y="371475"/>
                </a:lnTo>
                <a:lnTo>
                  <a:pt x="971550" y="361950"/>
                </a:lnTo>
                <a:lnTo>
                  <a:pt x="952500" y="361950"/>
                </a:lnTo>
                <a:close/>
                <a:moveTo>
                  <a:pt x="1123950" y="352425"/>
                </a:moveTo>
                <a:lnTo>
                  <a:pt x="1143000" y="352425"/>
                </a:lnTo>
                <a:lnTo>
                  <a:pt x="1143000" y="361950"/>
                </a:lnTo>
                <a:lnTo>
                  <a:pt x="1123950" y="361950"/>
                </a:lnTo>
                <a:close/>
                <a:moveTo>
                  <a:pt x="19050" y="371475"/>
                </a:moveTo>
                <a:lnTo>
                  <a:pt x="28575" y="371475"/>
                </a:lnTo>
                <a:lnTo>
                  <a:pt x="28575" y="390525"/>
                </a:lnTo>
                <a:lnTo>
                  <a:pt x="19050" y="390525"/>
                </a:lnTo>
                <a:close/>
                <a:moveTo>
                  <a:pt x="1333500" y="371475"/>
                </a:moveTo>
                <a:lnTo>
                  <a:pt x="1343025" y="371475"/>
                </a:lnTo>
                <a:lnTo>
                  <a:pt x="1343025" y="390525"/>
                </a:lnTo>
                <a:lnTo>
                  <a:pt x="1333500" y="390525"/>
                </a:lnTo>
                <a:close/>
                <a:moveTo>
                  <a:pt x="1876425" y="371475"/>
                </a:moveTo>
                <a:lnTo>
                  <a:pt x="1885950" y="371475"/>
                </a:lnTo>
                <a:lnTo>
                  <a:pt x="1885950" y="381000"/>
                </a:lnTo>
                <a:lnTo>
                  <a:pt x="1895475" y="381000"/>
                </a:lnTo>
                <a:lnTo>
                  <a:pt x="1895475" y="371475"/>
                </a:lnTo>
                <a:lnTo>
                  <a:pt x="1905000" y="371475"/>
                </a:lnTo>
                <a:lnTo>
                  <a:pt x="1905000" y="428625"/>
                </a:lnTo>
                <a:lnTo>
                  <a:pt x="1895475" y="428625"/>
                </a:lnTo>
                <a:lnTo>
                  <a:pt x="1895475" y="409575"/>
                </a:lnTo>
                <a:lnTo>
                  <a:pt x="1885950" y="409575"/>
                </a:lnTo>
                <a:lnTo>
                  <a:pt x="1885950" y="419100"/>
                </a:lnTo>
                <a:lnTo>
                  <a:pt x="1876425" y="419100"/>
                </a:lnTo>
                <a:close/>
                <a:moveTo>
                  <a:pt x="0" y="381000"/>
                </a:moveTo>
                <a:lnTo>
                  <a:pt x="9525" y="381000"/>
                </a:lnTo>
                <a:lnTo>
                  <a:pt x="9525" y="447675"/>
                </a:lnTo>
                <a:lnTo>
                  <a:pt x="0" y="447675"/>
                </a:lnTo>
                <a:close/>
                <a:moveTo>
                  <a:pt x="295275" y="381000"/>
                </a:moveTo>
                <a:lnTo>
                  <a:pt x="314325" y="381000"/>
                </a:lnTo>
                <a:lnTo>
                  <a:pt x="314325" y="400050"/>
                </a:lnTo>
                <a:lnTo>
                  <a:pt x="333375" y="400050"/>
                </a:lnTo>
                <a:lnTo>
                  <a:pt x="333375" y="409575"/>
                </a:lnTo>
                <a:lnTo>
                  <a:pt x="314325" y="409575"/>
                </a:lnTo>
                <a:lnTo>
                  <a:pt x="314325" y="419100"/>
                </a:lnTo>
                <a:lnTo>
                  <a:pt x="304800" y="419100"/>
                </a:lnTo>
                <a:lnTo>
                  <a:pt x="304800" y="409575"/>
                </a:lnTo>
                <a:lnTo>
                  <a:pt x="295275" y="409575"/>
                </a:lnTo>
                <a:lnTo>
                  <a:pt x="295275" y="400050"/>
                </a:lnTo>
                <a:lnTo>
                  <a:pt x="285750" y="400050"/>
                </a:lnTo>
                <a:lnTo>
                  <a:pt x="285750" y="390525"/>
                </a:lnTo>
                <a:lnTo>
                  <a:pt x="295275" y="390525"/>
                </a:lnTo>
                <a:close/>
                <a:moveTo>
                  <a:pt x="495300" y="390525"/>
                </a:moveTo>
                <a:lnTo>
                  <a:pt x="514350" y="390525"/>
                </a:lnTo>
                <a:lnTo>
                  <a:pt x="514350" y="400050"/>
                </a:lnTo>
                <a:lnTo>
                  <a:pt x="495300" y="400050"/>
                </a:lnTo>
                <a:close/>
                <a:moveTo>
                  <a:pt x="542925" y="390525"/>
                </a:moveTo>
                <a:lnTo>
                  <a:pt x="561975" y="390525"/>
                </a:lnTo>
                <a:lnTo>
                  <a:pt x="561975" y="400050"/>
                </a:lnTo>
                <a:lnTo>
                  <a:pt x="571500" y="400050"/>
                </a:lnTo>
                <a:lnTo>
                  <a:pt x="571500" y="409575"/>
                </a:lnTo>
                <a:lnTo>
                  <a:pt x="542925" y="409575"/>
                </a:lnTo>
                <a:close/>
                <a:moveTo>
                  <a:pt x="600075" y="390525"/>
                </a:moveTo>
                <a:lnTo>
                  <a:pt x="619125" y="390525"/>
                </a:lnTo>
                <a:lnTo>
                  <a:pt x="619125" y="381000"/>
                </a:lnTo>
                <a:lnTo>
                  <a:pt x="600075" y="381000"/>
                </a:lnTo>
                <a:close/>
                <a:moveTo>
                  <a:pt x="333375" y="409575"/>
                </a:moveTo>
                <a:lnTo>
                  <a:pt x="361950" y="409575"/>
                </a:lnTo>
                <a:lnTo>
                  <a:pt x="361950" y="419100"/>
                </a:lnTo>
                <a:lnTo>
                  <a:pt x="333375" y="419100"/>
                </a:lnTo>
                <a:close/>
                <a:moveTo>
                  <a:pt x="1123950" y="409575"/>
                </a:moveTo>
                <a:lnTo>
                  <a:pt x="1133475" y="409575"/>
                </a:lnTo>
                <a:lnTo>
                  <a:pt x="1133475" y="419100"/>
                </a:lnTo>
                <a:lnTo>
                  <a:pt x="1123950" y="419100"/>
                </a:lnTo>
                <a:close/>
                <a:moveTo>
                  <a:pt x="1219200" y="409575"/>
                </a:moveTo>
                <a:lnTo>
                  <a:pt x="1228725" y="409575"/>
                </a:lnTo>
                <a:lnTo>
                  <a:pt x="1228725" y="419100"/>
                </a:lnTo>
                <a:lnTo>
                  <a:pt x="1219200" y="419100"/>
                </a:lnTo>
                <a:close/>
                <a:moveTo>
                  <a:pt x="1352550" y="419100"/>
                </a:moveTo>
                <a:lnTo>
                  <a:pt x="1390650" y="419100"/>
                </a:lnTo>
                <a:lnTo>
                  <a:pt x="1390650" y="428625"/>
                </a:lnTo>
                <a:lnTo>
                  <a:pt x="1381125" y="428625"/>
                </a:lnTo>
                <a:lnTo>
                  <a:pt x="1381125" y="447675"/>
                </a:lnTo>
                <a:lnTo>
                  <a:pt x="1371600" y="447675"/>
                </a:lnTo>
                <a:lnTo>
                  <a:pt x="1371600" y="428625"/>
                </a:lnTo>
                <a:lnTo>
                  <a:pt x="1352550" y="428625"/>
                </a:lnTo>
                <a:close/>
                <a:moveTo>
                  <a:pt x="1219200" y="428625"/>
                </a:moveTo>
                <a:lnTo>
                  <a:pt x="1228725" y="428625"/>
                </a:lnTo>
                <a:lnTo>
                  <a:pt x="1228725" y="438150"/>
                </a:lnTo>
                <a:lnTo>
                  <a:pt x="1219200" y="438150"/>
                </a:lnTo>
                <a:close/>
                <a:moveTo>
                  <a:pt x="1266825" y="428625"/>
                </a:moveTo>
                <a:lnTo>
                  <a:pt x="1295400" y="428625"/>
                </a:lnTo>
                <a:lnTo>
                  <a:pt x="1295400" y="438150"/>
                </a:lnTo>
                <a:lnTo>
                  <a:pt x="1285875" y="438150"/>
                </a:lnTo>
                <a:lnTo>
                  <a:pt x="1285875" y="447675"/>
                </a:lnTo>
                <a:lnTo>
                  <a:pt x="1276350" y="447675"/>
                </a:lnTo>
                <a:lnTo>
                  <a:pt x="1276350" y="438150"/>
                </a:lnTo>
                <a:lnTo>
                  <a:pt x="1266825" y="438150"/>
                </a:lnTo>
                <a:close/>
                <a:moveTo>
                  <a:pt x="1333500" y="438150"/>
                </a:moveTo>
                <a:lnTo>
                  <a:pt x="1343025" y="438150"/>
                </a:lnTo>
                <a:lnTo>
                  <a:pt x="1343025" y="447675"/>
                </a:lnTo>
                <a:lnTo>
                  <a:pt x="1362075" y="447675"/>
                </a:lnTo>
                <a:lnTo>
                  <a:pt x="1362075" y="466725"/>
                </a:lnTo>
                <a:lnTo>
                  <a:pt x="1371600" y="466725"/>
                </a:lnTo>
                <a:lnTo>
                  <a:pt x="1371600" y="476250"/>
                </a:lnTo>
                <a:lnTo>
                  <a:pt x="1352550" y="476250"/>
                </a:lnTo>
                <a:lnTo>
                  <a:pt x="1352550" y="457200"/>
                </a:lnTo>
                <a:lnTo>
                  <a:pt x="1333500" y="457200"/>
                </a:lnTo>
                <a:close/>
                <a:moveTo>
                  <a:pt x="1019175" y="447675"/>
                </a:moveTo>
                <a:lnTo>
                  <a:pt x="1047750" y="447675"/>
                </a:lnTo>
                <a:lnTo>
                  <a:pt x="1047750" y="457200"/>
                </a:lnTo>
                <a:lnTo>
                  <a:pt x="1038225" y="457200"/>
                </a:lnTo>
                <a:lnTo>
                  <a:pt x="1038225" y="466725"/>
                </a:lnTo>
                <a:lnTo>
                  <a:pt x="1028700" y="466725"/>
                </a:lnTo>
                <a:lnTo>
                  <a:pt x="1028700" y="457200"/>
                </a:lnTo>
                <a:lnTo>
                  <a:pt x="1019175" y="457200"/>
                </a:lnTo>
                <a:close/>
                <a:moveTo>
                  <a:pt x="1876425" y="447675"/>
                </a:moveTo>
                <a:lnTo>
                  <a:pt x="1885950" y="447675"/>
                </a:lnTo>
                <a:lnTo>
                  <a:pt x="1885950" y="457200"/>
                </a:lnTo>
                <a:lnTo>
                  <a:pt x="1876425" y="457200"/>
                </a:lnTo>
                <a:close/>
                <a:moveTo>
                  <a:pt x="1895475" y="457200"/>
                </a:moveTo>
                <a:lnTo>
                  <a:pt x="1905000" y="457200"/>
                </a:lnTo>
                <a:lnTo>
                  <a:pt x="1905000" y="504825"/>
                </a:lnTo>
                <a:lnTo>
                  <a:pt x="1895475" y="504825"/>
                </a:lnTo>
                <a:close/>
                <a:moveTo>
                  <a:pt x="1019175" y="466725"/>
                </a:moveTo>
                <a:lnTo>
                  <a:pt x="1028700" y="466725"/>
                </a:lnTo>
                <a:lnTo>
                  <a:pt x="1028700" y="476250"/>
                </a:lnTo>
                <a:lnTo>
                  <a:pt x="1019175" y="476250"/>
                </a:lnTo>
                <a:close/>
                <a:moveTo>
                  <a:pt x="876300" y="476250"/>
                </a:moveTo>
                <a:lnTo>
                  <a:pt x="895350" y="476250"/>
                </a:lnTo>
                <a:lnTo>
                  <a:pt x="895350" y="485775"/>
                </a:lnTo>
                <a:lnTo>
                  <a:pt x="876300" y="485775"/>
                </a:lnTo>
                <a:close/>
                <a:moveTo>
                  <a:pt x="1009650" y="476250"/>
                </a:moveTo>
                <a:lnTo>
                  <a:pt x="1019175" y="476250"/>
                </a:lnTo>
                <a:lnTo>
                  <a:pt x="1019175" y="485775"/>
                </a:lnTo>
                <a:lnTo>
                  <a:pt x="1009650" y="485775"/>
                </a:lnTo>
                <a:close/>
                <a:moveTo>
                  <a:pt x="990600" y="485775"/>
                </a:moveTo>
                <a:lnTo>
                  <a:pt x="1000125" y="485775"/>
                </a:lnTo>
                <a:lnTo>
                  <a:pt x="1000125" y="504825"/>
                </a:lnTo>
                <a:lnTo>
                  <a:pt x="990600" y="504825"/>
                </a:lnTo>
                <a:close/>
                <a:moveTo>
                  <a:pt x="1076325" y="485775"/>
                </a:moveTo>
                <a:lnTo>
                  <a:pt x="1114425" y="485775"/>
                </a:lnTo>
                <a:lnTo>
                  <a:pt x="1114425" y="504825"/>
                </a:lnTo>
                <a:lnTo>
                  <a:pt x="1104900" y="504825"/>
                </a:lnTo>
                <a:lnTo>
                  <a:pt x="1104900" y="514350"/>
                </a:lnTo>
                <a:lnTo>
                  <a:pt x="1095375" y="514350"/>
                </a:lnTo>
                <a:lnTo>
                  <a:pt x="1095375" y="504825"/>
                </a:lnTo>
                <a:lnTo>
                  <a:pt x="1066800" y="504825"/>
                </a:lnTo>
                <a:lnTo>
                  <a:pt x="1066800" y="495300"/>
                </a:lnTo>
                <a:lnTo>
                  <a:pt x="1076325" y="495300"/>
                </a:lnTo>
                <a:close/>
                <a:moveTo>
                  <a:pt x="1276350" y="485775"/>
                </a:moveTo>
                <a:lnTo>
                  <a:pt x="1285875" y="485775"/>
                </a:lnTo>
                <a:lnTo>
                  <a:pt x="1285875" y="495300"/>
                </a:lnTo>
                <a:lnTo>
                  <a:pt x="1276350" y="495300"/>
                </a:lnTo>
                <a:close/>
                <a:moveTo>
                  <a:pt x="1295400" y="485775"/>
                </a:moveTo>
                <a:lnTo>
                  <a:pt x="1323975" y="485775"/>
                </a:lnTo>
                <a:lnTo>
                  <a:pt x="1323975" y="495300"/>
                </a:lnTo>
                <a:lnTo>
                  <a:pt x="1295400" y="495300"/>
                </a:lnTo>
                <a:close/>
                <a:moveTo>
                  <a:pt x="1352550" y="485775"/>
                </a:moveTo>
                <a:lnTo>
                  <a:pt x="1390650" y="485775"/>
                </a:lnTo>
                <a:lnTo>
                  <a:pt x="1390650" y="495300"/>
                </a:lnTo>
                <a:lnTo>
                  <a:pt x="1381125" y="495300"/>
                </a:lnTo>
                <a:lnTo>
                  <a:pt x="1381125" y="504825"/>
                </a:lnTo>
                <a:lnTo>
                  <a:pt x="1371600" y="504825"/>
                </a:lnTo>
                <a:lnTo>
                  <a:pt x="1371600" y="495300"/>
                </a:lnTo>
                <a:lnTo>
                  <a:pt x="1352550" y="495300"/>
                </a:lnTo>
                <a:close/>
                <a:moveTo>
                  <a:pt x="857250" y="495300"/>
                </a:moveTo>
                <a:lnTo>
                  <a:pt x="866775" y="495300"/>
                </a:lnTo>
                <a:lnTo>
                  <a:pt x="866775" y="504825"/>
                </a:lnTo>
                <a:lnTo>
                  <a:pt x="857250" y="504825"/>
                </a:lnTo>
                <a:close/>
                <a:moveTo>
                  <a:pt x="914400" y="495300"/>
                </a:moveTo>
                <a:lnTo>
                  <a:pt x="933450" y="495300"/>
                </a:lnTo>
                <a:lnTo>
                  <a:pt x="933450" y="504825"/>
                </a:lnTo>
                <a:lnTo>
                  <a:pt x="942975" y="504825"/>
                </a:lnTo>
                <a:lnTo>
                  <a:pt x="942975" y="514350"/>
                </a:lnTo>
                <a:lnTo>
                  <a:pt x="962025" y="514350"/>
                </a:lnTo>
                <a:lnTo>
                  <a:pt x="962025" y="504825"/>
                </a:lnTo>
                <a:lnTo>
                  <a:pt x="971550" y="504825"/>
                </a:lnTo>
                <a:lnTo>
                  <a:pt x="971550" y="523875"/>
                </a:lnTo>
                <a:lnTo>
                  <a:pt x="952500" y="523875"/>
                </a:lnTo>
                <a:lnTo>
                  <a:pt x="952500" y="533400"/>
                </a:lnTo>
                <a:lnTo>
                  <a:pt x="942975" y="533400"/>
                </a:lnTo>
                <a:lnTo>
                  <a:pt x="942975" y="542925"/>
                </a:lnTo>
                <a:lnTo>
                  <a:pt x="895350" y="542925"/>
                </a:lnTo>
                <a:lnTo>
                  <a:pt x="895350" y="514350"/>
                </a:lnTo>
                <a:lnTo>
                  <a:pt x="904875" y="514350"/>
                </a:lnTo>
                <a:lnTo>
                  <a:pt x="904875" y="504825"/>
                </a:lnTo>
                <a:lnTo>
                  <a:pt x="914400" y="504825"/>
                </a:lnTo>
                <a:close/>
                <a:moveTo>
                  <a:pt x="1247775" y="495300"/>
                </a:moveTo>
                <a:lnTo>
                  <a:pt x="1257300" y="495300"/>
                </a:lnTo>
                <a:lnTo>
                  <a:pt x="1257300" y="523875"/>
                </a:lnTo>
                <a:lnTo>
                  <a:pt x="1247775" y="523875"/>
                </a:lnTo>
                <a:lnTo>
                  <a:pt x="1247775" y="514350"/>
                </a:lnTo>
                <a:lnTo>
                  <a:pt x="1238250" y="514350"/>
                </a:lnTo>
                <a:lnTo>
                  <a:pt x="1238250" y="504825"/>
                </a:lnTo>
                <a:lnTo>
                  <a:pt x="1247775" y="504825"/>
                </a:lnTo>
                <a:close/>
                <a:moveTo>
                  <a:pt x="133350" y="514350"/>
                </a:moveTo>
                <a:lnTo>
                  <a:pt x="142875" y="514350"/>
                </a:lnTo>
                <a:lnTo>
                  <a:pt x="142875" y="600075"/>
                </a:lnTo>
                <a:lnTo>
                  <a:pt x="133350" y="600075"/>
                </a:lnTo>
                <a:lnTo>
                  <a:pt x="133350" y="561975"/>
                </a:lnTo>
                <a:lnTo>
                  <a:pt x="123825" y="561975"/>
                </a:lnTo>
                <a:lnTo>
                  <a:pt x="123825" y="542925"/>
                </a:lnTo>
                <a:lnTo>
                  <a:pt x="133350" y="542925"/>
                </a:lnTo>
                <a:close/>
                <a:moveTo>
                  <a:pt x="828675" y="514350"/>
                </a:moveTo>
                <a:lnTo>
                  <a:pt x="838200" y="514350"/>
                </a:lnTo>
                <a:lnTo>
                  <a:pt x="838200" y="533400"/>
                </a:lnTo>
                <a:lnTo>
                  <a:pt x="857250" y="533400"/>
                </a:lnTo>
                <a:lnTo>
                  <a:pt x="857250" y="542925"/>
                </a:lnTo>
                <a:lnTo>
                  <a:pt x="866775" y="542925"/>
                </a:lnTo>
                <a:lnTo>
                  <a:pt x="866775" y="552450"/>
                </a:lnTo>
                <a:lnTo>
                  <a:pt x="885825" y="552450"/>
                </a:lnTo>
                <a:lnTo>
                  <a:pt x="885825" y="561975"/>
                </a:lnTo>
                <a:lnTo>
                  <a:pt x="866775" y="561975"/>
                </a:lnTo>
                <a:lnTo>
                  <a:pt x="866775" y="571500"/>
                </a:lnTo>
                <a:lnTo>
                  <a:pt x="857250" y="571500"/>
                </a:lnTo>
                <a:lnTo>
                  <a:pt x="857250" y="561975"/>
                </a:lnTo>
                <a:lnTo>
                  <a:pt x="847725" y="561975"/>
                </a:lnTo>
                <a:lnTo>
                  <a:pt x="847725" y="552450"/>
                </a:lnTo>
                <a:lnTo>
                  <a:pt x="828675" y="552450"/>
                </a:lnTo>
                <a:close/>
                <a:moveTo>
                  <a:pt x="180975" y="523875"/>
                </a:moveTo>
                <a:lnTo>
                  <a:pt x="190500" y="523875"/>
                </a:lnTo>
                <a:lnTo>
                  <a:pt x="190500" y="533400"/>
                </a:lnTo>
                <a:lnTo>
                  <a:pt x="180975" y="533400"/>
                </a:lnTo>
                <a:close/>
                <a:moveTo>
                  <a:pt x="295275" y="523875"/>
                </a:moveTo>
                <a:lnTo>
                  <a:pt x="304800" y="523875"/>
                </a:lnTo>
                <a:lnTo>
                  <a:pt x="304800" y="533400"/>
                </a:lnTo>
                <a:lnTo>
                  <a:pt x="295275" y="533400"/>
                </a:lnTo>
                <a:close/>
                <a:moveTo>
                  <a:pt x="190500" y="533400"/>
                </a:moveTo>
                <a:lnTo>
                  <a:pt x="200025" y="533400"/>
                </a:lnTo>
                <a:lnTo>
                  <a:pt x="200025" y="552450"/>
                </a:lnTo>
                <a:lnTo>
                  <a:pt x="190500" y="552450"/>
                </a:lnTo>
                <a:close/>
                <a:moveTo>
                  <a:pt x="219075" y="533400"/>
                </a:moveTo>
                <a:lnTo>
                  <a:pt x="257175" y="533400"/>
                </a:lnTo>
                <a:lnTo>
                  <a:pt x="257175" y="542925"/>
                </a:lnTo>
                <a:lnTo>
                  <a:pt x="238125" y="542925"/>
                </a:lnTo>
                <a:lnTo>
                  <a:pt x="238125" y="552450"/>
                </a:lnTo>
                <a:lnTo>
                  <a:pt x="228600" y="552450"/>
                </a:lnTo>
                <a:lnTo>
                  <a:pt x="228600" y="542925"/>
                </a:lnTo>
                <a:lnTo>
                  <a:pt x="219075" y="542925"/>
                </a:lnTo>
                <a:close/>
                <a:moveTo>
                  <a:pt x="1066800" y="533400"/>
                </a:moveTo>
                <a:lnTo>
                  <a:pt x="1076325" y="533400"/>
                </a:lnTo>
                <a:lnTo>
                  <a:pt x="1076325" y="542925"/>
                </a:lnTo>
                <a:lnTo>
                  <a:pt x="1085850" y="542925"/>
                </a:lnTo>
                <a:lnTo>
                  <a:pt x="1085850" y="552450"/>
                </a:lnTo>
                <a:lnTo>
                  <a:pt x="1104900" y="552450"/>
                </a:lnTo>
                <a:lnTo>
                  <a:pt x="1104900" y="571500"/>
                </a:lnTo>
                <a:lnTo>
                  <a:pt x="1076325" y="571500"/>
                </a:lnTo>
                <a:lnTo>
                  <a:pt x="1076325" y="561975"/>
                </a:lnTo>
                <a:lnTo>
                  <a:pt x="1066800" y="561975"/>
                </a:lnTo>
                <a:lnTo>
                  <a:pt x="1066800" y="571500"/>
                </a:lnTo>
                <a:lnTo>
                  <a:pt x="1047750" y="571500"/>
                </a:lnTo>
                <a:lnTo>
                  <a:pt x="1047750" y="561975"/>
                </a:lnTo>
                <a:lnTo>
                  <a:pt x="1019175" y="561975"/>
                </a:lnTo>
                <a:lnTo>
                  <a:pt x="1019175" y="571500"/>
                </a:lnTo>
                <a:lnTo>
                  <a:pt x="990600" y="571500"/>
                </a:lnTo>
                <a:lnTo>
                  <a:pt x="990600" y="552450"/>
                </a:lnTo>
                <a:lnTo>
                  <a:pt x="1000125" y="552450"/>
                </a:lnTo>
                <a:lnTo>
                  <a:pt x="1000125" y="542925"/>
                </a:lnTo>
                <a:lnTo>
                  <a:pt x="1066800" y="542925"/>
                </a:lnTo>
                <a:close/>
                <a:moveTo>
                  <a:pt x="1628775" y="533400"/>
                </a:moveTo>
                <a:lnTo>
                  <a:pt x="1638300" y="533400"/>
                </a:lnTo>
                <a:lnTo>
                  <a:pt x="1638300" y="542925"/>
                </a:lnTo>
                <a:lnTo>
                  <a:pt x="1628775" y="542925"/>
                </a:lnTo>
                <a:close/>
                <a:moveTo>
                  <a:pt x="1762125" y="533400"/>
                </a:moveTo>
                <a:lnTo>
                  <a:pt x="1771650" y="533400"/>
                </a:lnTo>
                <a:lnTo>
                  <a:pt x="1771650" y="561975"/>
                </a:lnTo>
                <a:lnTo>
                  <a:pt x="1762125" y="561975"/>
                </a:lnTo>
                <a:close/>
                <a:moveTo>
                  <a:pt x="333375" y="542925"/>
                </a:moveTo>
                <a:lnTo>
                  <a:pt x="342900" y="542925"/>
                </a:lnTo>
                <a:lnTo>
                  <a:pt x="342900" y="552450"/>
                </a:lnTo>
                <a:lnTo>
                  <a:pt x="333375" y="552450"/>
                </a:lnTo>
                <a:close/>
                <a:moveTo>
                  <a:pt x="1685925" y="542925"/>
                </a:moveTo>
                <a:lnTo>
                  <a:pt x="1695450" y="542925"/>
                </a:lnTo>
                <a:lnTo>
                  <a:pt x="1695450" y="552450"/>
                </a:lnTo>
                <a:lnTo>
                  <a:pt x="1685925" y="552450"/>
                </a:lnTo>
                <a:close/>
                <a:moveTo>
                  <a:pt x="1704975" y="542925"/>
                </a:moveTo>
                <a:lnTo>
                  <a:pt x="1743075" y="542925"/>
                </a:lnTo>
                <a:lnTo>
                  <a:pt x="1743075" y="552450"/>
                </a:lnTo>
                <a:lnTo>
                  <a:pt x="1752600" y="552450"/>
                </a:lnTo>
                <a:lnTo>
                  <a:pt x="1752600" y="561975"/>
                </a:lnTo>
                <a:lnTo>
                  <a:pt x="1724025" y="561975"/>
                </a:lnTo>
                <a:lnTo>
                  <a:pt x="1724025" y="552450"/>
                </a:lnTo>
                <a:lnTo>
                  <a:pt x="1704975" y="552450"/>
                </a:lnTo>
                <a:close/>
                <a:moveTo>
                  <a:pt x="1876425" y="542925"/>
                </a:moveTo>
                <a:lnTo>
                  <a:pt x="1885950" y="542925"/>
                </a:lnTo>
                <a:lnTo>
                  <a:pt x="1885950" y="561975"/>
                </a:lnTo>
                <a:lnTo>
                  <a:pt x="1876425" y="561975"/>
                </a:lnTo>
                <a:close/>
                <a:moveTo>
                  <a:pt x="1895475" y="542925"/>
                </a:moveTo>
                <a:lnTo>
                  <a:pt x="1905000" y="542925"/>
                </a:lnTo>
                <a:lnTo>
                  <a:pt x="1905000" y="561975"/>
                </a:lnTo>
                <a:lnTo>
                  <a:pt x="1895475" y="561975"/>
                </a:lnTo>
                <a:close/>
                <a:moveTo>
                  <a:pt x="200025" y="552450"/>
                </a:moveTo>
                <a:lnTo>
                  <a:pt x="209550" y="552450"/>
                </a:lnTo>
                <a:lnTo>
                  <a:pt x="209550" y="561975"/>
                </a:lnTo>
                <a:lnTo>
                  <a:pt x="219075" y="561975"/>
                </a:lnTo>
                <a:lnTo>
                  <a:pt x="219075" y="552450"/>
                </a:lnTo>
                <a:lnTo>
                  <a:pt x="228600" y="552450"/>
                </a:lnTo>
                <a:lnTo>
                  <a:pt x="228600" y="561975"/>
                </a:lnTo>
                <a:lnTo>
                  <a:pt x="219075" y="561975"/>
                </a:lnTo>
                <a:lnTo>
                  <a:pt x="219075" y="571500"/>
                </a:lnTo>
                <a:lnTo>
                  <a:pt x="200025" y="571500"/>
                </a:lnTo>
                <a:close/>
                <a:moveTo>
                  <a:pt x="1123950" y="552450"/>
                </a:moveTo>
                <a:lnTo>
                  <a:pt x="1152525" y="552450"/>
                </a:lnTo>
                <a:lnTo>
                  <a:pt x="1152525" y="561975"/>
                </a:lnTo>
                <a:lnTo>
                  <a:pt x="1123950" y="561975"/>
                </a:lnTo>
                <a:close/>
                <a:moveTo>
                  <a:pt x="1162050" y="552450"/>
                </a:moveTo>
                <a:lnTo>
                  <a:pt x="1171575" y="552450"/>
                </a:lnTo>
                <a:lnTo>
                  <a:pt x="1171575" y="561975"/>
                </a:lnTo>
                <a:lnTo>
                  <a:pt x="1181100" y="561975"/>
                </a:lnTo>
                <a:lnTo>
                  <a:pt x="1181100" y="571500"/>
                </a:lnTo>
                <a:lnTo>
                  <a:pt x="1162050" y="571500"/>
                </a:lnTo>
                <a:close/>
                <a:moveTo>
                  <a:pt x="19050" y="561975"/>
                </a:moveTo>
                <a:lnTo>
                  <a:pt x="28575" y="561975"/>
                </a:lnTo>
                <a:lnTo>
                  <a:pt x="28575" y="571500"/>
                </a:lnTo>
                <a:lnTo>
                  <a:pt x="19050" y="571500"/>
                </a:lnTo>
                <a:close/>
                <a:moveTo>
                  <a:pt x="1057275" y="590550"/>
                </a:moveTo>
                <a:lnTo>
                  <a:pt x="1066800" y="590550"/>
                </a:lnTo>
                <a:lnTo>
                  <a:pt x="1066800" y="600075"/>
                </a:lnTo>
                <a:lnTo>
                  <a:pt x="1085850" y="600075"/>
                </a:lnTo>
                <a:lnTo>
                  <a:pt x="1085850" y="609600"/>
                </a:lnTo>
                <a:lnTo>
                  <a:pt x="1066800" y="609600"/>
                </a:lnTo>
                <a:lnTo>
                  <a:pt x="1066800" y="619125"/>
                </a:lnTo>
                <a:lnTo>
                  <a:pt x="1047750" y="619125"/>
                </a:lnTo>
                <a:lnTo>
                  <a:pt x="1047750" y="600075"/>
                </a:lnTo>
                <a:lnTo>
                  <a:pt x="1057275" y="600075"/>
                </a:lnTo>
                <a:close/>
                <a:moveTo>
                  <a:pt x="1171575" y="590550"/>
                </a:moveTo>
                <a:lnTo>
                  <a:pt x="1190625" y="590550"/>
                </a:lnTo>
                <a:lnTo>
                  <a:pt x="1190625" y="600075"/>
                </a:lnTo>
                <a:lnTo>
                  <a:pt x="1200150" y="600075"/>
                </a:lnTo>
                <a:lnTo>
                  <a:pt x="1200150" y="609600"/>
                </a:lnTo>
                <a:lnTo>
                  <a:pt x="1190625" y="609600"/>
                </a:lnTo>
                <a:lnTo>
                  <a:pt x="1190625" y="619125"/>
                </a:lnTo>
                <a:lnTo>
                  <a:pt x="1181100" y="619125"/>
                </a:lnTo>
                <a:lnTo>
                  <a:pt x="1181100" y="609600"/>
                </a:lnTo>
                <a:lnTo>
                  <a:pt x="1171575" y="609600"/>
                </a:lnTo>
                <a:close/>
                <a:moveTo>
                  <a:pt x="1876425" y="590550"/>
                </a:moveTo>
                <a:lnTo>
                  <a:pt x="1885950" y="590550"/>
                </a:lnTo>
                <a:lnTo>
                  <a:pt x="1885950" y="609600"/>
                </a:lnTo>
                <a:lnTo>
                  <a:pt x="1876425" y="609600"/>
                </a:lnTo>
                <a:close/>
                <a:moveTo>
                  <a:pt x="1743075" y="600075"/>
                </a:moveTo>
                <a:lnTo>
                  <a:pt x="1752600" y="600075"/>
                </a:lnTo>
                <a:lnTo>
                  <a:pt x="1752600" y="619125"/>
                </a:lnTo>
                <a:lnTo>
                  <a:pt x="1743075" y="619125"/>
                </a:lnTo>
                <a:close/>
                <a:moveTo>
                  <a:pt x="1762125" y="600075"/>
                </a:moveTo>
                <a:lnTo>
                  <a:pt x="1771650" y="600075"/>
                </a:lnTo>
                <a:lnTo>
                  <a:pt x="1771650" y="619125"/>
                </a:lnTo>
                <a:lnTo>
                  <a:pt x="1762125" y="619125"/>
                </a:lnTo>
                <a:close/>
                <a:moveTo>
                  <a:pt x="133350" y="609600"/>
                </a:moveTo>
                <a:lnTo>
                  <a:pt x="142875" y="609600"/>
                </a:lnTo>
                <a:lnTo>
                  <a:pt x="142875" y="619125"/>
                </a:lnTo>
                <a:lnTo>
                  <a:pt x="133350" y="619125"/>
                </a:lnTo>
                <a:close/>
                <a:moveTo>
                  <a:pt x="200025" y="609600"/>
                </a:moveTo>
                <a:lnTo>
                  <a:pt x="209550" y="609600"/>
                </a:lnTo>
                <a:lnTo>
                  <a:pt x="209550" y="619125"/>
                </a:lnTo>
                <a:lnTo>
                  <a:pt x="200025" y="619125"/>
                </a:lnTo>
                <a:close/>
                <a:moveTo>
                  <a:pt x="819150" y="609600"/>
                </a:moveTo>
                <a:lnTo>
                  <a:pt x="828675" y="609600"/>
                </a:lnTo>
                <a:lnTo>
                  <a:pt x="828675" y="619125"/>
                </a:lnTo>
                <a:lnTo>
                  <a:pt x="819150" y="619125"/>
                </a:lnTo>
                <a:close/>
                <a:moveTo>
                  <a:pt x="0" y="628650"/>
                </a:moveTo>
                <a:lnTo>
                  <a:pt x="9525" y="628650"/>
                </a:lnTo>
                <a:lnTo>
                  <a:pt x="9525" y="657225"/>
                </a:lnTo>
                <a:lnTo>
                  <a:pt x="0" y="657225"/>
                </a:lnTo>
                <a:close/>
                <a:moveTo>
                  <a:pt x="133350" y="638175"/>
                </a:moveTo>
                <a:lnTo>
                  <a:pt x="142875" y="638175"/>
                </a:lnTo>
                <a:lnTo>
                  <a:pt x="142875" y="647700"/>
                </a:lnTo>
                <a:lnTo>
                  <a:pt x="133350" y="647700"/>
                </a:lnTo>
                <a:close/>
                <a:moveTo>
                  <a:pt x="323850" y="647700"/>
                </a:moveTo>
                <a:lnTo>
                  <a:pt x="342900" y="647700"/>
                </a:lnTo>
                <a:lnTo>
                  <a:pt x="342900" y="657225"/>
                </a:lnTo>
                <a:lnTo>
                  <a:pt x="323850" y="657225"/>
                </a:lnTo>
                <a:close/>
                <a:moveTo>
                  <a:pt x="409575" y="647700"/>
                </a:moveTo>
                <a:lnTo>
                  <a:pt x="466725" y="647700"/>
                </a:lnTo>
                <a:lnTo>
                  <a:pt x="466725" y="657225"/>
                </a:lnTo>
                <a:lnTo>
                  <a:pt x="409575" y="657225"/>
                </a:lnTo>
                <a:close/>
                <a:moveTo>
                  <a:pt x="495300" y="647700"/>
                </a:moveTo>
                <a:lnTo>
                  <a:pt x="514350" y="647700"/>
                </a:lnTo>
                <a:lnTo>
                  <a:pt x="514350" y="657225"/>
                </a:lnTo>
                <a:lnTo>
                  <a:pt x="495300" y="657225"/>
                </a:lnTo>
                <a:close/>
                <a:moveTo>
                  <a:pt x="542925" y="647700"/>
                </a:moveTo>
                <a:lnTo>
                  <a:pt x="561975" y="647700"/>
                </a:lnTo>
                <a:lnTo>
                  <a:pt x="561975" y="657225"/>
                </a:lnTo>
                <a:lnTo>
                  <a:pt x="542925" y="657225"/>
                </a:lnTo>
                <a:close/>
                <a:moveTo>
                  <a:pt x="600075" y="647700"/>
                </a:moveTo>
                <a:lnTo>
                  <a:pt x="609600" y="647700"/>
                </a:lnTo>
                <a:lnTo>
                  <a:pt x="609600" y="657225"/>
                </a:lnTo>
                <a:lnTo>
                  <a:pt x="600075" y="657225"/>
                </a:lnTo>
                <a:close/>
                <a:moveTo>
                  <a:pt x="638175" y="647700"/>
                </a:moveTo>
                <a:lnTo>
                  <a:pt x="647700" y="647700"/>
                </a:lnTo>
                <a:lnTo>
                  <a:pt x="647700" y="657225"/>
                </a:lnTo>
                <a:lnTo>
                  <a:pt x="638175" y="657225"/>
                </a:lnTo>
                <a:close/>
                <a:moveTo>
                  <a:pt x="704850" y="647700"/>
                </a:moveTo>
                <a:lnTo>
                  <a:pt x="742950" y="647700"/>
                </a:lnTo>
                <a:lnTo>
                  <a:pt x="742950" y="657225"/>
                </a:lnTo>
                <a:lnTo>
                  <a:pt x="704850" y="657225"/>
                </a:lnTo>
                <a:close/>
                <a:moveTo>
                  <a:pt x="752475" y="647700"/>
                </a:moveTo>
                <a:lnTo>
                  <a:pt x="781050" y="647700"/>
                </a:lnTo>
                <a:lnTo>
                  <a:pt x="781050" y="657225"/>
                </a:lnTo>
                <a:lnTo>
                  <a:pt x="752475" y="657225"/>
                </a:lnTo>
                <a:close/>
                <a:moveTo>
                  <a:pt x="1152525" y="647700"/>
                </a:moveTo>
                <a:lnTo>
                  <a:pt x="1171575" y="647700"/>
                </a:lnTo>
                <a:lnTo>
                  <a:pt x="1171575" y="657225"/>
                </a:lnTo>
                <a:lnTo>
                  <a:pt x="1152525" y="657225"/>
                </a:lnTo>
                <a:close/>
                <a:moveTo>
                  <a:pt x="1619250" y="647700"/>
                </a:moveTo>
                <a:lnTo>
                  <a:pt x="1647825" y="647700"/>
                </a:lnTo>
                <a:lnTo>
                  <a:pt x="1647825" y="657225"/>
                </a:lnTo>
                <a:lnTo>
                  <a:pt x="1685925" y="657225"/>
                </a:lnTo>
                <a:lnTo>
                  <a:pt x="1685925" y="676275"/>
                </a:lnTo>
                <a:lnTo>
                  <a:pt x="1714500" y="676275"/>
                </a:lnTo>
                <a:lnTo>
                  <a:pt x="1714500" y="685800"/>
                </a:lnTo>
                <a:lnTo>
                  <a:pt x="1666875" y="685800"/>
                </a:lnTo>
                <a:lnTo>
                  <a:pt x="1666875" y="676275"/>
                </a:lnTo>
                <a:lnTo>
                  <a:pt x="1676400" y="676275"/>
                </a:lnTo>
                <a:lnTo>
                  <a:pt x="1676400" y="666750"/>
                </a:lnTo>
                <a:lnTo>
                  <a:pt x="1628775" y="666750"/>
                </a:lnTo>
                <a:lnTo>
                  <a:pt x="1628775" y="657225"/>
                </a:lnTo>
                <a:lnTo>
                  <a:pt x="1619250" y="657225"/>
                </a:lnTo>
                <a:close/>
                <a:moveTo>
                  <a:pt x="781050" y="657225"/>
                </a:moveTo>
                <a:lnTo>
                  <a:pt x="790575" y="657225"/>
                </a:lnTo>
                <a:lnTo>
                  <a:pt x="790575" y="666750"/>
                </a:lnTo>
                <a:lnTo>
                  <a:pt x="781050" y="666750"/>
                </a:lnTo>
                <a:close/>
                <a:moveTo>
                  <a:pt x="847725" y="657225"/>
                </a:moveTo>
                <a:lnTo>
                  <a:pt x="876300" y="657225"/>
                </a:lnTo>
                <a:lnTo>
                  <a:pt x="876300" y="666750"/>
                </a:lnTo>
                <a:lnTo>
                  <a:pt x="847725" y="666750"/>
                </a:lnTo>
                <a:close/>
                <a:moveTo>
                  <a:pt x="200025" y="666750"/>
                </a:moveTo>
                <a:lnTo>
                  <a:pt x="209550" y="666750"/>
                </a:lnTo>
                <a:lnTo>
                  <a:pt x="209550" y="685800"/>
                </a:lnTo>
                <a:lnTo>
                  <a:pt x="200025" y="685800"/>
                </a:lnTo>
                <a:close/>
                <a:moveTo>
                  <a:pt x="714375" y="676275"/>
                </a:moveTo>
                <a:lnTo>
                  <a:pt x="742950" y="676275"/>
                </a:lnTo>
                <a:lnTo>
                  <a:pt x="742950" y="704850"/>
                </a:lnTo>
                <a:lnTo>
                  <a:pt x="723900" y="704850"/>
                </a:lnTo>
                <a:lnTo>
                  <a:pt x="723900" y="685800"/>
                </a:lnTo>
                <a:lnTo>
                  <a:pt x="714375" y="685800"/>
                </a:lnTo>
                <a:close/>
                <a:moveTo>
                  <a:pt x="771525" y="676275"/>
                </a:moveTo>
                <a:lnTo>
                  <a:pt x="781050" y="676275"/>
                </a:lnTo>
                <a:lnTo>
                  <a:pt x="781050" y="685800"/>
                </a:lnTo>
                <a:lnTo>
                  <a:pt x="771525" y="685800"/>
                </a:lnTo>
                <a:close/>
                <a:moveTo>
                  <a:pt x="1343025" y="676275"/>
                </a:moveTo>
                <a:lnTo>
                  <a:pt x="1581150" y="676275"/>
                </a:lnTo>
                <a:lnTo>
                  <a:pt x="1581150" y="685800"/>
                </a:lnTo>
                <a:lnTo>
                  <a:pt x="1343025" y="685800"/>
                </a:lnTo>
                <a:close/>
                <a:moveTo>
                  <a:pt x="1600200" y="676275"/>
                </a:moveTo>
                <a:lnTo>
                  <a:pt x="1619250" y="676275"/>
                </a:lnTo>
                <a:lnTo>
                  <a:pt x="1619250" y="685800"/>
                </a:lnTo>
                <a:lnTo>
                  <a:pt x="1600200" y="685800"/>
                </a:lnTo>
                <a:close/>
                <a:moveTo>
                  <a:pt x="19050" y="685800"/>
                </a:moveTo>
                <a:lnTo>
                  <a:pt x="28575" y="685800"/>
                </a:lnTo>
                <a:lnTo>
                  <a:pt x="28575" y="704850"/>
                </a:lnTo>
                <a:lnTo>
                  <a:pt x="19050" y="704850"/>
                </a:lnTo>
                <a:close/>
                <a:moveTo>
                  <a:pt x="0" y="714375"/>
                </a:moveTo>
                <a:lnTo>
                  <a:pt x="9525" y="714375"/>
                </a:lnTo>
                <a:lnTo>
                  <a:pt x="9525" y="723900"/>
                </a:lnTo>
                <a:lnTo>
                  <a:pt x="0" y="723900"/>
                </a:lnTo>
                <a:close/>
                <a:moveTo>
                  <a:pt x="866775" y="723900"/>
                </a:moveTo>
                <a:lnTo>
                  <a:pt x="885825" y="723900"/>
                </a:lnTo>
                <a:lnTo>
                  <a:pt x="885825" y="733425"/>
                </a:lnTo>
                <a:lnTo>
                  <a:pt x="866775" y="733425"/>
                </a:lnTo>
                <a:close/>
                <a:moveTo>
                  <a:pt x="123825" y="733425"/>
                </a:moveTo>
                <a:lnTo>
                  <a:pt x="133350" y="733425"/>
                </a:lnTo>
                <a:lnTo>
                  <a:pt x="133350" y="742950"/>
                </a:lnTo>
                <a:lnTo>
                  <a:pt x="123825" y="742950"/>
                </a:lnTo>
                <a:close/>
                <a:moveTo>
                  <a:pt x="704850" y="733425"/>
                </a:moveTo>
                <a:lnTo>
                  <a:pt x="714375" y="733425"/>
                </a:lnTo>
                <a:lnTo>
                  <a:pt x="714375" y="742950"/>
                </a:lnTo>
                <a:lnTo>
                  <a:pt x="704850" y="742950"/>
                </a:lnTo>
                <a:close/>
                <a:moveTo>
                  <a:pt x="1876425" y="733425"/>
                </a:moveTo>
                <a:lnTo>
                  <a:pt x="1885950" y="733425"/>
                </a:lnTo>
                <a:lnTo>
                  <a:pt x="1885950" y="742950"/>
                </a:lnTo>
                <a:lnTo>
                  <a:pt x="1876425" y="742950"/>
                </a:lnTo>
                <a:close/>
                <a:moveTo>
                  <a:pt x="857250" y="742950"/>
                </a:moveTo>
                <a:lnTo>
                  <a:pt x="866775" y="742950"/>
                </a:lnTo>
                <a:lnTo>
                  <a:pt x="866775" y="752475"/>
                </a:lnTo>
                <a:lnTo>
                  <a:pt x="857250" y="752475"/>
                </a:lnTo>
                <a:close/>
                <a:moveTo>
                  <a:pt x="685800" y="762000"/>
                </a:moveTo>
                <a:lnTo>
                  <a:pt x="695325" y="762000"/>
                </a:lnTo>
                <a:lnTo>
                  <a:pt x="695325" y="771525"/>
                </a:lnTo>
                <a:lnTo>
                  <a:pt x="685800" y="771525"/>
                </a:lnTo>
                <a:close/>
                <a:moveTo>
                  <a:pt x="723900" y="762000"/>
                </a:moveTo>
                <a:lnTo>
                  <a:pt x="733425" y="762000"/>
                </a:lnTo>
                <a:lnTo>
                  <a:pt x="733425" y="781050"/>
                </a:lnTo>
                <a:lnTo>
                  <a:pt x="742950" y="781050"/>
                </a:lnTo>
                <a:lnTo>
                  <a:pt x="742950" y="790575"/>
                </a:lnTo>
                <a:lnTo>
                  <a:pt x="723900" y="790575"/>
                </a:lnTo>
                <a:close/>
                <a:moveTo>
                  <a:pt x="1895475" y="762000"/>
                </a:moveTo>
                <a:lnTo>
                  <a:pt x="1905000" y="762000"/>
                </a:lnTo>
                <a:lnTo>
                  <a:pt x="1905000" y="771525"/>
                </a:lnTo>
                <a:lnTo>
                  <a:pt x="1895475" y="771525"/>
                </a:lnTo>
                <a:close/>
                <a:moveTo>
                  <a:pt x="276225" y="771525"/>
                </a:moveTo>
                <a:lnTo>
                  <a:pt x="285750" y="771525"/>
                </a:lnTo>
                <a:lnTo>
                  <a:pt x="285750" y="781050"/>
                </a:lnTo>
                <a:lnTo>
                  <a:pt x="276225" y="781050"/>
                </a:lnTo>
                <a:close/>
                <a:moveTo>
                  <a:pt x="1085850" y="771525"/>
                </a:moveTo>
                <a:lnTo>
                  <a:pt x="1104900" y="771525"/>
                </a:lnTo>
                <a:lnTo>
                  <a:pt x="1104900" y="781050"/>
                </a:lnTo>
                <a:lnTo>
                  <a:pt x="1114425" y="781050"/>
                </a:lnTo>
                <a:lnTo>
                  <a:pt x="1114425" y="771525"/>
                </a:lnTo>
                <a:lnTo>
                  <a:pt x="1143000" y="771525"/>
                </a:lnTo>
                <a:lnTo>
                  <a:pt x="1143000" y="781050"/>
                </a:lnTo>
                <a:lnTo>
                  <a:pt x="1133475" y="781050"/>
                </a:lnTo>
                <a:lnTo>
                  <a:pt x="1133475" y="790575"/>
                </a:lnTo>
                <a:lnTo>
                  <a:pt x="1143000" y="790575"/>
                </a:lnTo>
                <a:lnTo>
                  <a:pt x="1143000" y="800100"/>
                </a:lnTo>
                <a:lnTo>
                  <a:pt x="1095375" y="800100"/>
                </a:lnTo>
                <a:lnTo>
                  <a:pt x="1095375" y="790575"/>
                </a:lnTo>
                <a:lnTo>
                  <a:pt x="1085850" y="790575"/>
                </a:lnTo>
                <a:close/>
                <a:moveTo>
                  <a:pt x="314325" y="781050"/>
                </a:moveTo>
                <a:lnTo>
                  <a:pt x="342900" y="781050"/>
                </a:lnTo>
                <a:lnTo>
                  <a:pt x="342900" y="800100"/>
                </a:lnTo>
                <a:lnTo>
                  <a:pt x="314325" y="800100"/>
                </a:lnTo>
                <a:close/>
                <a:moveTo>
                  <a:pt x="457200" y="781050"/>
                </a:moveTo>
                <a:lnTo>
                  <a:pt x="485775" y="781050"/>
                </a:lnTo>
                <a:lnTo>
                  <a:pt x="485775" y="790575"/>
                </a:lnTo>
                <a:lnTo>
                  <a:pt x="457200" y="790575"/>
                </a:lnTo>
                <a:close/>
                <a:moveTo>
                  <a:pt x="504825" y="781050"/>
                </a:moveTo>
                <a:lnTo>
                  <a:pt x="533400" y="781050"/>
                </a:lnTo>
                <a:lnTo>
                  <a:pt x="533400" y="790575"/>
                </a:lnTo>
                <a:lnTo>
                  <a:pt x="504825" y="790575"/>
                </a:lnTo>
                <a:close/>
                <a:moveTo>
                  <a:pt x="1000125" y="781050"/>
                </a:moveTo>
                <a:lnTo>
                  <a:pt x="1009650" y="781050"/>
                </a:lnTo>
                <a:lnTo>
                  <a:pt x="1009650" y="790575"/>
                </a:lnTo>
                <a:lnTo>
                  <a:pt x="1019175" y="790575"/>
                </a:lnTo>
                <a:lnTo>
                  <a:pt x="1019175" y="800100"/>
                </a:lnTo>
                <a:lnTo>
                  <a:pt x="1009650" y="800100"/>
                </a:lnTo>
                <a:lnTo>
                  <a:pt x="1009650" y="819150"/>
                </a:lnTo>
                <a:lnTo>
                  <a:pt x="1000125" y="819150"/>
                </a:lnTo>
                <a:close/>
                <a:moveTo>
                  <a:pt x="1295400" y="790575"/>
                </a:moveTo>
                <a:lnTo>
                  <a:pt x="1333500" y="790575"/>
                </a:lnTo>
                <a:lnTo>
                  <a:pt x="1333500" y="800100"/>
                </a:lnTo>
                <a:lnTo>
                  <a:pt x="1343025" y="800100"/>
                </a:lnTo>
                <a:lnTo>
                  <a:pt x="1343025" y="809625"/>
                </a:lnTo>
                <a:lnTo>
                  <a:pt x="1352550" y="809625"/>
                </a:lnTo>
                <a:lnTo>
                  <a:pt x="1352550" y="800100"/>
                </a:lnTo>
                <a:lnTo>
                  <a:pt x="1362075" y="800100"/>
                </a:lnTo>
                <a:lnTo>
                  <a:pt x="1362075" y="790575"/>
                </a:lnTo>
                <a:lnTo>
                  <a:pt x="1381125" y="790575"/>
                </a:lnTo>
                <a:lnTo>
                  <a:pt x="1381125" y="800100"/>
                </a:lnTo>
                <a:lnTo>
                  <a:pt x="1400175" y="800100"/>
                </a:lnTo>
                <a:lnTo>
                  <a:pt x="1400175" y="790575"/>
                </a:lnTo>
                <a:lnTo>
                  <a:pt x="1419225" y="790575"/>
                </a:lnTo>
                <a:lnTo>
                  <a:pt x="1419225" y="819150"/>
                </a:lnTo>
                <a:lnTo>
                  <a:pt x="1381125" y="819150"/>
                </a:lnTo>
                <a:lnTo>
                  <a:pt x="1381125" y="828675"/>
                </a:lnTo>
                <a:lnTo>
                  <a:pt x="1362075" y="828675"/>
                </a:lnTo>
                <a:lnTo>
                  <a:pt x="1362075" y="809625"/>
                </a:lnTo>
                <a:lnTo>
                  <a:pt x="1352550" y="809625"/>
                </a:lnTo>
                <a:lnTo>
                  <a:pt x="1352550" y="819150"/>
                </a:lnTo>
                <a:lnTo>
                  <a:pt x="1333500" y="819150"/>
                </a:lnTo>
                <a:lnTo>
                  <a:pt x="1333500" y="828675"/>
                </a:lnTo>
                <a:lnTo>
                  <a:pt x="1323975" y="828675"/>
                </a:lnTo>
                <a:lnTo>
                  <a:pt x="1323975" y="819150"/>
                </a:lnTo>
                <a:lnTo>
                  <a:pt x="1314450" y="819150"/>
                </a:lnTo>
                <a:lnTo>
                  <a:pt x="1314450" y="809625"/>
                </a:lnTo>
                <a:lnTo>
                  <a:pt x="1304925" y="809625"/>
                </a:lnTo>
                <a:lnTo>
                  <a:pt x="1304925" y="819150"/>
                </a:lnTo>
                <a:lnTo>
                  <a:pt x="1219200" y="819150"/>
                </a:lnTo>
                <a:lnTo>
                  <a:pt x="1219200" y="800100"/>
                </a:lnTo>
                <a:lnTo>
                  <a:pt x="1295400" y="800100"/>
                </a:lnTo>
                <a:close/>
                <a:moveTo>
                  <a:pt x="1447800" y="790575"/>
                </a:moveTo>
                <a:lnTo>
                  <a:pt x="1485900" y="790575"/>
                </a:lnTo>
                <a:lnTo>
                  <a:pt x="1485900" y="800100"/>
                </a:lnTo>
                <a:lnTo>
                  <a:pt x="1447800" y="800100"/>
                </a:lnTo>
                <a:close/>
                <a:moveTo>
                  <a:pt x="1504950" y="790575"/>
                </a:moveTo>
                <a:lnTo>
                  <a:pt x="1543050" y="790575"/>
                </a:lnTo>
                <a:lnTo>
                  <a:pt x="1543050" y="800100"/>
                </a:lnTo>
                <a:lnTo>
                  <a:pt x="1590675" y="800100"/>
                </a:lnTo>
                <a:lnTo>
                  <a:pt x="1590675" y="819150"/>
                </a:lnTo>
                <a:lnTo>
                  <a:pt x="1533525" y="819150"/>
                </a:lnTo>
                <a:lnTo>
                  <a:pt x="1533525" y="800100"/>
                </a:lnTo>
                <a:lnTo>
                  <a:pt x="1504950" y="800100"/>
                </a:lnTo>
                <a:close/>
                <a:moveTo>
                  <a:pt x="819150" y="800100"/>
                </a:moveTo>
                <a:lnTo>
                  <a:pt x="866775" y="800100"/>
                </a:lnTo>
                <a:lnTo>
                  <a:pt x="866775" y="819150"/>
                </a:lnTo>
                <a:lnTo>
                  <a:pt x="819150" y="819150"/>
                </a:lnTo>
                <a:close/>
                <a:moveTo>
                  <a:pt x="904875" y="800100"/>
                </a:moveTo>
                <a:lnTo>
                  <a:pt x="923925" y="800100"/>
                </a:lnTo>
                <a:lnTo>
                  <a:pt x="923925" y="819150"/>
                </a:lnTo>
                <a:lnTo>
                  <a:pt x="904875" y="819150"/>
                </a:lnTo>
                <a:close/>
                <a:moveTo>
                  <a:pt x="942975" y="800100"/>
                </a:moveTo>
                <a:lnTo>
                  <a:pt x="962025" y="800100"/>
                </a:lnTo>
                <a:lnTo>
                  <a:pt x="962025" y="819150"/>
                </a:lnTo>
                <a:lnTo>
                  <a:pt x="942975" y="819150"/>
                </a:lnTo>
                <a:close/>
                <a:moveTo>
                  <a:pt x="1143000" y="800100"/>
                </a:moveTo>
                <a:lnTo>
                  <a:pt x="1181100" y="800100"/>
                </a:lnTo>
                <a:lnTo>
                  <a:pt x="1181100" y="819150"/>
                </a:lnTo>
                <a:lnTo>
                  <a:pt x="1143000" y="819150"/>
                </a:lnTo>
                <a:close/>
                <a:moveTo>
                  <a:pt x="1190625" y="800100"/>
                </a:moveTo>
                <a:lnTo>
                  <a:pt x="1209675" y="800100"/>
                </a:lnTo>
                <a:lnTo>
                  <a:pt x="1209675" y="809625"/>
                </a:lnTo>
                <a:lnTo>
                  <a:pt x="1200150" y="809625"/>
                </a:lnTo>
                <a:lnTo>
                  <a:pt x="1200150" y="819150"/>
                </a:lnTo>
                <a:lnTo>
                  <a:pt x="1190625" y="819150"/>
                </a:lnTo>
                <a:close/>
                <a:moveTo>
                  <a:pt x="1619250" y="800100"/>
                </a:moveTo>
                <a:lnTo>
                  <a:pt x="1628775" y="800100"/>
                </a:lnTo>
                <a:lnTo>
                  <a:pt x="1628775" y="819150"/>
                </a:lnTo>
                <a:lnTo>
                  <a:pt x="1647825" y="819150"/>
                </a:lnTo>
                <a:lnTo>
                  <a:pt x="1647825" y="828675"/>
                </a:lnTo>
                <a:lnTo>
                  <a:pt x="1619250" y="828675"/>
                </a:lnTo>
                <a:close/>
                <a:moveTo>
                  <a:pt x="1676400" y="800100"/>
                </a:moveTo>
                <a:lnTo>
                  <a:pt x="1685925" y="800100"/>
                </a:lnTo>
                <a:lnTo>
                  <a:pt x="1685925" y="819150"/>
                </a:lnTo>
                <a:lnTo>
                  <a:pt x="1676400" y="819150"/>
                </a:lnTo>
                <a:close/>
                <a:moveTo>
                  <a:pt x="1714500" y="800100"/>
                </a:moveTo>
                <a:lnTo>
                  <a:pt x="1733550" y="800100"/>
                </a:lnTo>
                <a:lnTo>
                  <a:pt x="1733550" y="819150"/>
                </a:lnTo>
                <a:lnTo>
                  <a:pt x="1714500" y="819150"/>
                </a:lnTo>
                <a:close/>
                <a:moveTo>
                  <a:pt x="923925" y="819150"/>
                </a:moveTo>
                <a:lnTo>
                  <a:pt x="942975" y="819150"/>
                </a:lnTo>
                <a:lnTo>
                  <a:pt x="942975" y="828675"/>
                </a:lnTo>
                <a:lnTo>
                  <a:pt x="923925" y="828675"/>
                </a:lnTo>
                <a:close/>
                <a:moveTo>
                  <a:pt x="257175" y="857250"/>
                </a:moveTo>
                <a:lnTo>
                  <a:pt x="266700" y="857250"/>
                </a:lnTo>
                <a:lnTo>
                  <a:pt x="266700" y="876300"/>
                </a:lnTo>
                <a:lnTo>
                  <a:pt x="257175" y="876300"/>
                </a:lnTo>
                <a:close/>
                <a:moveTo>
                  <a:pt x="381000" y="857250"/>
                </a:moveTo>
                <a:lnTo>
                  <a:pt x="400050" y="857250"/>
                </a:lnTo>
                <a:lnTo>
                  <a:pt x="400050" y="866775"/>
                </a:lnTo>
                <a:lnTo>
                  <a:pt x="381000" y="866775"/>
                </a:lnTo>
                <a:close/>
                <a:moveTo>
                  <a:pt x="476250" y="857250"/>
                </a:moveTo>
                <a:lnTo>
                  <a:pt x="523875" y="857250"/>
                </a:lnTo>
                <a:lnTo>
                  <a:pt x="523875" y="866775"/>
                </a:lnTo>
                <a:lnTo>
                  <a:pt x="504825" y="866775"/>
                </a:lnTo>
                <a:lnTo>
                  <a:pt x="504825" y="876300"/>
                </a:lnTo>
                <a:lnTo>
                  <a:pt x="476250" y="876300"/>
                </a:lnTo>
                <a:close/>
                <a:moveTo>
                  <a:pt x="238125" y="866775"/>
                </a:moveTo>
                <a:lnTo>
                  <a:pt x="247650" y="866775"/>
                </a:lnTo>
                <a:lnTo>
                  <a:pt x="247650" y="876300"/>
                </a:lnTo>
                <a:lnTo>
                  <a:pt x="238125" y="876300"/>
                </a:lnTo>
                <a:close/>
                <a:moveTo>
                  <a:pt x="323850" y="866775"/>
                </a:moveTo>
                <a:lnTo>
                  <a:pt x="361950" y="866775"/>
                </a:lnTo>
                <a:lnTo>
                  <a:pt x="361950" y="876300"/>
                </a:lnTo>
                <a:lnTo>
                  <a:pt x="371475" y="876300"/>
                </a:lnTo>
                <a:lnTo>
                  <a:pt x="371475" y="895350"/>
                </a:lnTo>
                <a:lnTo>
                  <a:pt x="352425" y="895350"/>
                </a:lnTo>
                <a:lnTo>
                  <a:pt x="352425" y="876300"/>
                </a:lnTo>
                <a:lnTo>
                  <a:pt x="323850" y="876300"/>
                </a:lnTo>
                <a:close/>
                <a:moveTo>
                  <a:pt x="447675" y="866775"/>
                </a:moveTo>
                <a:lnTo>
                  <a:pt x="457200" y="866775"/>
                </a:lnTo>
                <a:lnTo>
                  <a:pt x="457200" y="885825"/>
                </a:lnTo>
                <a:lnTo>
                  <a:pt x="447675" y="885825"/>
                </a:lnTo>
                <a:close/>
                <a:moveTo>
                  <a:pt x="247650" y="876300"/>
                </a:moveTo>
                <a:lnTo>
                  <a:pt x="257175" y="876300"/>
                </a:lnTo>
                <a:lnTo>
                  <a:pt x="257175" y="885825"/>
                </a:lnTo>
                <a:lnTo>
                  <a:pt x="247650" y="885825"/>
                </a:lnTo>
                <a:close/>
                <a:moveTo>
                  <a:pt x="266700" y="876300"/>
                </a:moveTo>
                <a:lnTo>
                  <a:pt x="285750" y="876300"/>
                </a:lnTo>
                <a:lnTo>
                  <a:pt x="285750" y="895350"/>
                </a:lnTo>
                <a:lnTo>
                  <a:pt x="266700" y="895350"/>
                </a:lnTo>
                <a:close/>
                <a:moveTo>
                  <a:pt x="314325" y="876300"/>
                </a:moveTo>
                <a:lnTo>
                  <a:pt x="323850" y="876300"/>
                </a:lnTo>
                <a:lnTo>
                  <a:pt x="323850" y="885825"/>
                </a:lnTo>
                <a:lnTo>
                  <a:pt x="314325" y="885825"/>
                </a:lnTo>
                <a:close/>
                <a:moveTo>
                  <a:pt x="390525" y="876300"/>
                </a:moveTo>
                <a:lnTo>
                  <a:pt x="400050" y="876300"/>
                </a:lnTo>
                <a:lnTo>
                  <a:pt x="400050" y="885825"/>
                </a:lnTo>
                <a:lnTo>
                  <a:pt x="390525" y="885825"/>
                </a:lnTo>
                <a:close/>
                <a:moveTo>
                  <a:pt x="171450" y="885825"/>
                </a:moveTo>
                <a:lnTo>
                  <a:pt x="180975" y="885825"/>
                </a:lnTo>
                <a:lnTo>
                  <a:pt x="180975" y="895350"/>
                </a:lnTo>
                <a:lnTo>
                  <a:pt x="171450" y="895350"/>
                </a:lnTo>
                <a:close/>
                <a:moveTo>
                  <a:pt x="476250" y="885825"/>
                </a:moveTo>
                <a:lnTo>
                  <a:pt x="485775" y="885825"/>
                </a:lnTo>
                <a:lnTo>
                  <a:pt x="485775" y="895350"/>
                </a:lnTo>
                <a:lnTo>
                  <a:pt x="476250" y="895350"/>
                </a:lnTo>
                <a:close/>
                <a:moveTo>
                  <a:pt x="1257300" y="885825"/>
                </a:moveTo>
                <a:lnTo>
                  <a:pt x="1285875" y="885825"/>
                </a:lnTo>
                <a:lnTo>
                  <a:pt x="1285875" y="904875"/>
                </a:lnTo>
                <a:lnTo>
                  <a:pt x="1257300" y="904875"/>
                </a:lnTo>
                <a:close/>
                <a:moveTo>
                  <a:pt x="1876425" y="885825"/>
                </a:moveTo>
                <a:lnTo>
                  <a:pt x="1885950" y="885825"/>
                </a:lnTo>
                <a:lnTo>
                  <a:pt x="1885950" y="904875"/>
                </a:lnTo>
                <a:lnTo>
                  <a:pt x="1876425" y="904875"/>
                </a:lnTo>
                <a:close/>
                <a:moveTo>
                  <a:pt x="428625" y="895350"/>
                </a:moveTo>
                <a:lnTo>
                  <a:pt x="438150" y="895350"/>
                </a:lnTo>
                <a:lnTo>
                  <a:pt x="438150" y="904875"/>
                </a:lnTo>
                <a:lnTo>
                  <a:pt x="428625" y="904875"/>
                </a:lnTo>
                <a:close/>
                <a:moveTo>
                  <a:pt x="1038225" y="895350"/>
                </a:moveTo>
                <a:lnTo>
                  <a:pt x="1047750" y="895350"/>
                </a:lnTo>
                <a:lnTo>
                  <a:pt x="1047750" y="914400"/>
                </a:lnTo>
                <a:lnTo>
                  <a:pt x="1076325" y="914400"/>
                </a:lnTo>
                <a:lnTo>
                  <a:pt x="1076325" y="923925"/>
                </a:lnTo>
                <a:lnTo>
                  <a:pt x="1171575" y="923925"/>
                </a:lnTo>
                <a:lnTo>
                  <a:pt x="1171575" y="895350"/>
                </a:lnTo>
                <a:lnTo>
                  <a:pt x="1200150" y="895350"/>
                </a:lnTo>
                <a:lnTo>
                  <a:pt x="1200150" y="904875"/>
                </a:lnTo>
                <a:lnTo>
                  <a:pt x="1181100" y="904875"/>
                </a:lnTo>
                <a:lnTo>
                  <a:pt x="1181100" y="923925"/>
                </a:lnTo>
                <a:lnTo>
                  <a:pt x="1209675" y="923925"/>
                </a:lnTo>
                <a:lnTo>
                  <a:pt x="1209675" y="914400"/>
                </a:lnTo>
                <a:lnTo>
                  <a:pt x="1219200" y="914400"/>
                </a:lnTo>
                <a:lnTo>
                  <a:pt x="1219200" y="923925"/>
                </a:lnTo>
                <a:lnTo>
                  <a:pt x="1276350" y="923925"/>
                </a:lnTo>
                <a:lnTo>
                  <a:pt x="1276350" y="933450"/>
                </a:lnTo>
                <a:lnTo>
                  <a:pt x="1228725" y="933450"/>
                </a:lnTo>
                <a:lnTo>
                  <a:pt x="1228725" y="942975"/>
                </a:lnTo>
                <a:lnTo>
                  <a:pt x="1247775" y="942975"/>
                </a:lnTo>
                <a:lnTo>
                  <a:pt x="1247775" y="952500"/>
                </a:lnTo>
                <a:lnTo>
                  <a:pt x="1285875" y="952500"/>
                </a:lnTo>
                <a:lnTo>
                  <a:pt x="1285875" y="962025"/>
                </a:lnTo>
                <a:lnTo>
                  <a:pt x="1257300" y="962025"/>
                </a:lnTo>
                <a:lnTo>
                  <a:pt x="1257300" y="971550"/>
                </a:lnTo>
                <a:lnTo>
                  <a:pt x="1266825" y="971550"/>
                </a:lnTo>
                <a:lnTo>
                  <a:pt x="1266825" y="981075"/>
                </a:lnTo>
                <a:lnTo>
                  <a:pt x="1276350" y="981075"/>
                </a:lnTo>
                <a:lnTo>
                  <a:pt x="1276350" y="990600"/>
                </a:lnTo>
                <a:lnTo>
                  <a:pt x="1266825" y="990600"/>
                </a:lnTo>
                <a:lnTo>
                  <a:pt x="1266825" y="1000125"/>
                </a:lnTo>
                <a:lnTo>
                  <a:pt x="1238250" y="1000125"/>
                </a:lnTo>
                <a:lnTo>
                  <a:pt x="1238250" y="981075"/>
                </a:lnTo>
                <a:lnTo>
                  <a:pt x="1247775" y="981075"/>
                </a:lnTo>
                <a:lnTo>
                  <a:pt x="1247775" y="971550"/>
                </a:lnTo>
                <a:lnTo>
                  <a:pt x="1238250" y="971550"/>
                </a:lnTo>
                <a:lnTo>
                  <a:pt x="1238250" y="962025"/>
                </a:lnTo>
                <a:lnTo>
                  <a:pt x="1171575" y="962025"/>
                </a:lnTo>
                <a:lnTo>
                  <a:pt x="1171575" y="952500"/>
                </a:lnTo>
                <a:lnTo>
                  <a:pt x="1181100" y="952500"/>
                </a:lnTo>
                <a:lnTo>
                  <a:pt x="1181100" y="933450"/>
                </a:lnTo>
                <a:lnTo>
                  <a:pt x="1019175" y="933450"/>
                </a:lnTo>
                <a:lnTo>
                  <a:pt x="1019175" y="952500"/>
                </a:lnTo>
                <a:lnTo>
                  <a:pt x="1000125" y="952500"/>
                </a:lnTo>
                <a:lnTo>
                  <a:pt x="1000125" y="933450"/>
                </a:lnTo>
                <a:lnTo>
                  <a:pt x="962025" y="933450"/>
                </a:lnTo>
                <a:lnTo>
                  <a:pt x="962025" y="952500"/>
                </a:lnTo>
                <a:lnTo>
                  <a:pt x="952500" y="952500"/>
                </a:lnTo>
                <a:lnTo>
                  <a:pt x="952500" y="962025"/>
                </a:lnTo>
                <a:lnTo>
                  <a:pt x="942975" y="962025"/>
                </a:lnTo>
                <a:lnTo>
                  <a:pt x="942975" y="952500"/>
                </a:lnTo>
                <a:lnTo>
                  <a:pt x="914400" y="952500"/>
                </a:lnTo>
                <a:lnTo>
                  <a:pt x="914400" y="933450"/>
                </a:lnTo>
                <a:lnTo>
                  <a:pt x="866775" y="933450"/>
                </a:lnTo>
                <a:lnTo>
                  <a:pt x="866775" y="952500"/>
                </a:lnTo>
                <a:lnTo>
                  <a:pt x="819150" y="952500"/>
                </a:lnTo>
                <a:lnTo>
                  <a:pt x="819150" y="942975"/>
                </a:lnTo>
                <a:lnTo>
                  <a:pt x="828675" y="942975"/>
                </a:lnTo>
                <a:lnTo>
                  <a:pt x="828675" y="933450"/>
                </a:lnTo>
                <a:lnTo>
                  <a:pt x="857250" y="933450"/>
                </a:lnTo>
                <a:lnTo>
                  <a:pt x="857250" y="923925"/>
                </a:lnTo>
                <a:lnTo>
                  <a:pt x="1028700" y="923925"/>
                </a:lnTo>
                <a:lnTo>
                  <a:pt x="1028700" y="914400"/>
                </a:lnTo>
                <a:lnTo>
                  <a:pt x="1038225" y="914400"/>
                </a:lnTo>
                <a:close/>
                <a:moveTo>
                  <a:pt x="1895475" y="895350"/>
                </a:moveTo>
                <a:lnTo>
                  <a:pt x="1905000" y="895350"/>
                </a:lnTo>
                <a:lnTo>
                  <a:pt x="1905000" y="904875"/>
                </a:lnTo>
                <a:lnTo>
                  <a:pt x="1895475" y="904875"/>
                </a:lnTo>
                <a:close/>
                <a:moveTo>
                  <a:pt x="0" y="914400"/>
                </a:moveTo>
                <a:lnTo>
                  <a:pt x="9525" y="914400"/>
                </a:lnTo>
                <a:lnTo>
                  <a:pt x="9525" y="933450"/>
                </a:lnTo>
                <a:lnTo>
                  <a:pt x="19050" y="933450"/>
                </a:lnTo>
                <a:lnTo>
                  <a:pt x="19050" y="952500"/>
                </a:lnTo>
                <a:lnTo>
                  <a:pt x="9525" y="952500"/>
                </a:lnTo>
                <a:lnTo>
                  <a:pt x="9525" y="942975"/>
                </a:lnTo>
                <a:lnTo>
                  <a:pt x="0" y="942975"/>
                </a:lnTo>
                <a:close/>
                <a:moveTo>
                  <a:pt x="752475" y="914400"/>
                </a:moveTo>
                <a:lnTo>
                  <a:pt x="762000" y="914400"/>
                </a:lnTo>
                <a:lnTo>
                  <a:pt x="762000" y="923925"/>
                </a:lnTo>
                <a:lnTo>
                  <a:pt x="781050" y="923925"/>
                </a:lnTo>
                <a:lnTo>
                  <a:pt x="781050" y="914400"/>
                </a:lnTo>
                <a:lnTo>
                  <a:pt x="790575" y="914400"/>
                </a:lnTo>
                <a:lnTo>
                  <a:pt x="790575" y="923925"/>
                </a:lnTo>
                <a:lnTo>
                  <a:pt x="800100" y="923925"/>
                </a:lnTo>
                <a:lnTo>
                  <a:pt x="800100" y="933450"/>
                </a:lnTo>
                <a:lnTo>
                  <a:pt x="790575" y="933450"/>
                </a:lnTo>
                <a:lnTo>
                  <a:pt x="790575" y="942975"/>
                </a:lnTo>
                <a:lnTo>
                  <a:pt x="800100" y="942975"/>
                </a:lnTo>
                <a:lnTo>
                  <a:pt x="800100" y="952500"/>
                </a:lnTo>
                <a:lnTo>
                  <a:pt x="762000" y="952500"/>
                </a:lnTo>
                <a:lnTo>
                  <a:pt x="762000" y="942975"/>
                </a:lnTo>
                <a:lnTo>
                  <a:pt x="742950" y="942975"/>
                </a:lnTo>
                <a:lnTo>
                  <a:pt x="742950" y="933450"/>
                </a:lnTo>
                <a:lnTo>
                  <a:pt x="752475" y="933450"/>
                </a:lnTo>
                <a:close/>
                <a:moveTo>
                  <a:pt x="1304925" y="914400"/>
                </a:moveTo>
                <a:lnTo>
                  <a:pt x="1323975" y="914400"/>
                </a:lnTo>
                <a:lnTo>
                  <a:pt x="1323975" y="923925"/>
                </a:lnTo>
                <a:lnTo>
                  <a:pt x="1352550" y="923925"/>
                </a:lnTo>
                <a:lnTo>
                  <a:pt x="1352550" y="914400"/>
                </a:lnTo>
                <a:lnTo>
                  <a:pt x="1362075" y="914400"/>
                </a:lnTo>
                <a:lnTo>
                  <a:pt x="1362075" y="923925"/>
                </a:lnTo>
                <a:lnTo>
                  <a:pt x="1447800" y="923925"/>
                </a:lnTo>
                <a:lnTo>
                  <a:pt x="1447800" y="952500"/>
                </a:lnTo>
                <a:lnTo>
                  <a:pt x="1419225" y="952500"/>
                </a:lnTo>
                <a:lnTo>
                  <a:pt x="1419225" y="962025"/>
                </a:lnTo>
                <a:lnTo>
                  <a:pt x="1333500" y="962025"/>
                </a:lnTo>
                <a:lnTo>
                  <a:pt x="1333500" y="933450"/>
                </a:lnTo>
                <a:lnTo>
                  <a:pt x="1285875" y="933450"/>
                </a:lnTo>
                <a:lnTo>
                  <a:pt x="1285875" y="923925"/>
                </a:lnTo>
                <a:lnTo>
                  <a:pt x="1304925" y="923925"/>
                </a:lnTo>
                <a:close/>
                <a:moveTo>
                  <a:pt x="1762125" y="914400"/>
                </a:moveTo>
                <a:lnTo>
                  <a:pt x="1771650" y="914400"/>
                </a:lnTo>
                <a:lnTo>
                  <a:pt x="1771650" y="923925"/>
                </a:lnTo>
                <a:lnTo>
                  <a:pt x="1762125" y="923925"/>
                </a:lnTo>
                <a:close/>
                <a:moveTo>
                  <a:pt x="1524000" y="923925"/>
                </a:moveTo>
                <a:lnTo>
                  <a:pt x="1571625" y="923925"/>
                </a:lnTo>
                <a:lnTo>
                  <a:pt x="1571625" y="933450"/>
                </a:lnTo>
                <a:lnTo>
                  <a:pt x="1543050" y="933450"/>
                </a:lnTo>
                <a:lnTo>
                  <a:pt x="1543050" y="942975"/>
                </a:lnTo>
                <a:lnTo>
                  <a:pt x="1571625" y="942975"/>
                </a:lnTo>
                <a:lnTo>
                  <a:pt x="1571625" y="952500"/>
                </a:lnTo>
                <a:lnTo>
                  <a:pt x="1543050" y="952500"/>
                </a:lnTo>
                <a:lnTo>
                  <a:pt x="1543050" y="962025"/>
                </a:lnTo>
                <a:lnTo>
                  <a:pt x="1524000" y="962025"/>
                </a:lnTo>
                <a:lnTo>
                  <a:pt x="1524000" y="952500"/>
                </a:lnTo>
                <a:lnTo>
                  <a:pt x="1504950" y="952500"/>
                </a:lnTo>
                <a:lnTo>
                  <a:pt x="1504950" y="962025"/>
                </a:lnTo>
                <a:lnTo>
                  <a:pt x="1476375" y="962025"/>
                </a:lnTo>
                <a:lnTo>
                  <a:pt x="1476375" y="952500"/>
                </a:lnTo>
                <a:lnTo>
                  <a:pt x="1466850" y="952500"/>
                </a:lnTo>
                <a:lnTo>
                  <a:pt x="1466850" y="933450"/>
                </a:lnTo>
                <a:lnTo>
                  <a:pt x="1524000" y="933450"/>
                </a:lnTo>
                <a:close/>
                <a:moveTo>
                  <a:pt x="1600200" y="923925"/>
                </a:moveTo>
                <a:lnTo>
                  <a:pt x="1609725" y="923925"/>
                </a:lnTo>
                <a:lnTo>
                  <a:pt x="1609725" y="933450"/>
                </a:lnTo>
                <a:lnTo>
                  <a:pt x="1619250" y="933450"/>
                </a:lnTo>
                <a:lnTo>
                  <a:pt x="1619250" y="923925"/>
                </a:lnTo>
                <a:lnTo>
                  <a:pt x="1628775" y="923925"/>
                </a:lnTo>
                <a:lnTo>
                  <a:pt x="1628775" y="952500"/>
                </a:lnTo>
                <a:lnTo>
                  <a:pt x="1600200" y="952500"/>
                </a:lnTo>
                <a:lnTo>
                  <a:pt x="1600200" y="942975"/>
                </a:lnTo>
                <a:lnTo>
                  <a:pt x="1590675" y="942975"/>
                </a:lnTo>
                <a:lnTo>
                  <a:pt x="1590675" y="933450"/>
                </a:lnTo>
                <a:lnTo>
                  <a:pt x="1600200" y="933450"/>
                </a:lnTo>
                <a:close/>
                <a:moveTo>
                  <a:pt x="1685925" y="923925"/>
                </a:moveTo>
                <a:lnTo>
                  <a:pt x="1704975" y="923925"/>
                </a:lnTo>
                <a:lnTo>
                  <a:pt x="1704975" y="933450"/>
                </a:lnTo>
                <a:lnTo>
                  <a:pt x="1685925" y="933450"/>
                </a:lnTo>
                <a:close/>
                <a:moveTo>
                  <a:pt x="1752600" y="923925"/>
                </a:moveTo>
                <a:lnTo>
                  <a:pt x="1762125" y="923925"/>
                </a:lnTo>
                <a:lnTo>
                  <a:pt x="1762125" y="933450"/>
                </a:lnTo>
                <a:lnTo>
                  <a:pt x="1752600" y="933450"/>
                </a:lnTo>
                <a:close/>
                <a:moveTo>
                  <a:pt x="1771650" y="923925"/>
                </a:moveTo>
                <a:lnTo>
                  <a:pt x="1781175" y="923925"/>
                </a:lnTo>
                <a:lnTo>
                  <a:pt x="1781175" y="933450"/>
                </a:lnTo>
                <a:lnTo>
                  <a:pt x="1771650" y="933450"/>
                </a:lnTo>
                <a:close/>
                <a:moveTo>
                  <a:pt x="428625" y="933450"/>
                </a:moveTo>
                <a:lnTo>
                  <a:pt x="457200" y="933450"/>
                </a:lnTo>
                <a:lnTo>
                  <a:pt x="457200" y="952500"/>
                </a:lnTo>
                <a:lnTo>
                  <a:pt x="447675" y="952500"/>
                </a:lnTo>
                <a:lnTo>
                  <a:pt x="447675" y="962025"/>
                </a:lnTo>
                <a:lnTo>
                  <a:pt x="428625" y="962025"/>
                </a:lnTo>
                <a:lnTo>
                  <a:pt x="428625" y="952500"/>
                </a:lnTo>
                <a:lnTo>
                  <a:pt x="438150" y="952500"/>
                </a:lnTo>
                <a:lnTo>
                  <a:pt x="438150" y="942975"/>
                </a:lnTo>
                <a:lnTo>
                  <a:pt x="428625" y="942975"/>
                </a:lnTo>
                <a:close/>
                <a:moveTo>
                  <a:pt x="628650" y="933450"/>
                </a:moveTo>
                <a:lnTo>
                  <a:pt x="657225" y="933450"/>
                </a:lnTo>
                <a:lnTo>
                  <a:pt x="657225" y="942975"/>
                </a:lnTo>
                <a:lnTo>
                  <a:pt x="647700" y="942975"/>
                </a:lnTo>
                <a:lnTo>
                  <a:pt x="647700" y="952500"/>
                </a:lnTo>
                <a:lnTo>
                  <a:pt x="628650" y="952500"/>
                </a:lnTo>
                <a:close/>
                <a:moveTo>
                  <a:pt x="1647825" y="933450"/>
                </a:moveTo>
                <a:lnTo>
                  <a:pt x="1685925" y="933450"/>
                </a:lnTo>
                <a:lnTo>
                  <a:pt x="1685925" y="952500"/>
                </a:lnTo>
                <a:lnTo>
                  <a:pt x="1657350" y="952500"/>
                </a:lnTo>
                <a:lnTo>
                  <a:pt x="1657350" y="942975"/>
                </a:lnTo>
                <a:lnTo>
                  <a:pt x="1647825" y="942975"/>
                </a:lnTo>
                <a:close/>
                <a:moveTo>
                  <a:pt x="1733550" y="933450"/>
                </a:moveTo>
                <a:lnTo>
                  <a:pt x="1743075" y="933450"/>
                </a:lnTo>
                <a:lnTo>
                  <a:pt x="1743075" y="942975"/>
                </a:lnTo>
                <a:lnTo>
                  <a:pt x="1733550" y="942975"/>
                </a:lnTo>
                <a:close/>
                <a:moveTo>
                  <a:pt x="1876425" y="933450"/>
                </a:moveTo>
                <a:lnTo>
                  <a:pt x="1885950" y="933450"/>
                </a:lnTo>
                <a:lnTo>
                  <a:pt x="1885950" y="952500"/>
                </a:lnTo>
                <a:lnTo>
                  <a:pt x="1895475" y="952500"/>
                </a:lnTo>
                <a:lnTo>
                  <a:pt x="1895475" y="942975"/>
                </a:lnTo>
                <a:lnTo>
                  <a:pt x="1905000" y="942975"/>
                </a:lnTo>
                <a:lnTo>
                  <a:pt x="1905000" y="971550"/>
                </a:lnTo>
                <a:lnTo>
                  <a:pt x="1895475" y="971550"/>
                </a:lnTo>
                <a:lnTo>
                  <a:pt x="1895475" y="962025"/>
                </a:lnTo>
                <a:lnTo>
                  <a:pt x="1876425" y="962025"/>
                </a:lnTo>
                <a:close/>
                <a:moveTo>
                  <a:pt x="466725" y="942975"/>
                </a:moveTo>
                <a:lnTo>
                  <a:pt x="476250" y="942975"/>
                </a:lnTo>
                <a:lnTo>
                  <a:pt x="476250" y="952500"/>
                </a:lnTo>
                <a:lnTo>
                  <a:pt x="466725" y="952500"/>
                </a:lnTo>
                <a:close/>
                <a:moveTo>
                  <a:pt x="485775" y="942975"/>
                </a:moveTo>
                <a:lnTo>
                  <a:pt x="514350" y="942975"/>
                </a:lnTo>
                <a:lnTo>
                  <a:pt x="514350" y="952500"/>
                </a:lnTo>
                <a:lnTo>
                  <a:pt x="485775" y="952500"/>
                </a:lnTo>
                <a:close/>
                <a:moveTo>
                  <a:pt x="561975" y="942975"/>
                </a:moveTo>
                <a:lnTo>
                  <a:pt x="581025" y="942975"/>
                </a:lnTo>
                <a:lnTo>
                  <a:pt x="581025" y="952500"/>
                </a:lnTo>
                <a:lnTo>
                  <a:pt x="561975" y="952500"/>
                </a:lnTo>
                <a:close/>
                <a:moveTo>
                  <a:pt x="1362075" y="942975"/>
                </a:moveTo>
                <a:lnTo>
                  <a:pt x="1371600" y="942975"/>
                </a:lnTo>
                <a:lnTo>
                  <a:pt x="1371600" y="933450"/>
                </a:lnTo>
                <a:lnTo>
                  <a:pt x="1362075" y="933450"/>
                </a:lnTo>
                <a:close/>
                <a:moveTo>
                  <a:pt x="209550" y="952500"/>
                </a:moveTo>
                <a:lnTo>
                  <a:pt x="219075" y="952500"/>
                </a:lnTo>
                <a:lnTo>
                  <a:pt x="219075" y="962025"/>
                </a:lnTo>
                <a:lnTo>
                  <a:pt x="209550" y="962025"/>
                </a:lnTo>
                <a:close/>
                <a:moveTo>
                  <a:pt x="257175" y="952500"/>
                </a:moveTo>
                <a:lnTo>
                  <a:pt x="266700" y="952500"/>
                </a:lnTo>
                <a:lnTo>
                  <a:pt x="266700" y="971550"/>
                </a:lnTo>
                <a:lnTo>
                  <a:pt x="276225" y="971550"/>
                </a:lnTo>
                <a:lnTo>
                  <a:pt x="276225" y="990600"/>
                </a:lnTo>
                <a:lnTo>
                  <a:pt x="295275" y="990600"/>
                </a:lnTo>
                <a:lnTo>
                  <a:pt x="295275" y="1000125"/>
                </a:lnTo>
                <a:lnTo>
                  <a:pt x="257175" y="1000125"/>
                </a:lnTo>
                <a:lnTo>
                  <a:pt x="257175" y="990600"/>
                </a:lnTo>
                <a:lnTo>
                  <a:pt x="266700" y="990600"/>
                </a:lnTo>
                <a:lnTo>
                  <a:pt x="266700" y="981075"/>
                </a:lnTo>
                <a:lnTo>
                  <a:pt x="257175" y="981075"/>
                </a:lnTo>
                <a:lnTo>
                  <a:pt x="257175" y="971550"/>
                </a:lnTo>
                <a:lnTo>
                  <a:pt x="247650" y="971550"/>
                </a:lnTo>
                <a:lnTo>
                  <a:pt x="247650" y="962025"/>
                </a:lnTo>
                <a:lnTo>
                  <a:pt x="257175" y="962025"/>
                </a:lnTo>
                <a:close/>
                <a:moveTo>
                  <a:pt x="533400" y="952500"/>
                </a:moveTo>
                <a:lnTo>
                  <a:pt x="542925" y="952500"/>
                </a:lnTo>
                <a:lnTo>
                  <a:pt x="542925" y="962025"/>
                </a:lnTo>
                <a:lnTo>
                  <a:pt x="552450" y="962025"/>
                </a:lnTo>
                <a:lnTo>
                  <a:pt x="552450" y="981075"/>
                </a:lnTo>
                <a:lnTo>
                  <a:pt x="533400" y="981075"/>
                </a:lnTo>
                <a:lnTo>
                  <a:pt x="533400" y="971550"/>
                </a:lnTo>
                <a:lnTo>
                  <a:pt x="523875" y="971550"/>
                </a:lnTo>
                <a:lnTo>
                  <a:pt x="523875" y="962025"/>
                </a:lnTo>
                <a:lnTo>
                  <a:pt x="533400" y="962025"/>
                </a:lnTo>
                <a:close/>
                <a:moveTo>
                  <a:pt x="1028700" y="952500"/>
                </a:moveTo>
                <a:lnTo>
                  <a:pt x="1057275" y="952500"/>
                </a:lnTo>
                <a:lnTo>
                  <a:pt x="1057275" y="962025"/>
                </a:lnTo>
                <a:lnTo>
                  <a:pt x="1028700" y="962025"/>
                </a:lnTo>
                <a:close/>
                <a:moveTo>
                  <a:pt x="1104900" y="952500"/>
                </a:moveTo>
                <a:lnTo>
                  <a:pt x="1123950" y="952500"/>
                </a:lnTo>
                <a:lnTo>
                  <a:pt x="1123950" y="962025"/>
                </a:lnTo>
                <a:lnTo>
                  <a:pt x="1104900" y="962025"/>
                </a:lnTo>
                <a:close/>
                <a:moveTo>
                  <a:pt x="1190625" y="952500"/>
                </a:moveTo>
                <a:lnTo>
                  <a:pt x="1219200" y="952500"/>
                </a:lnTo>
                <a:lnTo>
                  <a:pt x="1219200" y="933450"/>
                </a:lnTo>
                <a:lnTo>
                  <a:pt x="1190625" y="933450"/>
                </a:lnTo>
                <a:close/>
                <a:moveTo>
                  <a:pt x="0" y="962025"/>
                </a:moveTo>
                <a:lnTo>
                  <a:pt x="28575" y="962025"/>
                </a:lnTo>
                <a:lnTo>
                  <a:pt x="28575" y="971550"/>
                </a:lnTo>
                <a:lnTo>
                  <a:pt x="0" y="971550"/>
                </a:lnTo>
                <a:close/>
                <a:moveTo>
                  <a:pt x="228600" y="962025"/>
                </a:moveTo>
                <a:lnTo>
                  <a:pt x="238125" y="962025"/>
                </a:lnTo>
                <a:lnTo>
                  <a:pt x="238125" y="971550"/>
                </a:lnTo>
                <a:lnTo>
                  <a:pt x="228600" y="971550"/>
                </a:lnTo>
                <a:close/>
                <a:moveTo>
                  <a:pt x="209550" y="971550"/>
                </a:moveTo>
                <a:lnTo>
                  <a:pt x="228600" y="971550"/>
                </a:lnTo>
                <a:lnTo>
                  <a:pt x="228600" y="1000125"/>
                </a:lnTo>
                <a:lnTo>
                  <a:pt x="190500" y="1000125"/>
                </a:lnTo>
                <a:lnTo>
                  <a:pt x="190500" y="981075"/>
                </a:lnTo>
                <a:lnTo>
                  <a:pt x="209550" y="981075"/>
                </a:lnTo>
                <a:close/>
                <a:moveTo>
                  <a:pt x="295275" y="971550"/>
                </a:moveTo>
                <a:lnTo>
                  <a:pt x="304800" y="971550"/>
                </a:lnTo>
                <a:lnTo>
                  <a:pt x="304800" y="981075"/>
                </a:lnTo>
                <a:lnTo>
                  <a:pt x="295275" y="981075"/>
                </a:lnTo>
                <a:close/>
                <a:moveTo>
                  <a:pt x="342900" y="971550"/>
                </a:moveTo>
                <a:lnTo>
                  <a:pt x="361950" y="971550"/>
                </a:lnTo>
                <a:lnTo>
                  <a:pt x="361950" y="981075"/>
                </a:lnTo>
                <a:lnTo>
                  <a:pt x="381000" y="981075"/>
                </a:lnTo>
                <a:lnTo>
                  <a:pt x="381000" y="990600"/>
                </a:lnTo>
                <a:lnTo>
                  <a:pt x="342900" y="990600"/>
                </a:lnTo>
                <a:close/>
                <a:moveTo>
                  <a:pt x="419100" y="971550"/>
                </a:moveTo>
                <a:lnTo>
                  <a:pt x="428625" y="971550"/>
                </a:lnTo>
                <a:lnTo>
                  <a:pt x="428625" y="990600"/>
                </a:lnTo>
                <a:lnTo>
                  <a:pt x="409575" y="990600"/>
                </a:lnTo>
                <a:lnTo>
                  <a:pt x="409575" y="981075"/>
                </a:lnTo>
                <a:lnTo>
                  <a:pt x="419100" y="981075"/>
                </a:lnTo>
                <a:close/>
                <a:moveTo>
                  <a:pt x="466725" y="971550"/>
                </a:moveTo>
                <a:lnTo>
                  <a:pt x="495300" y="971550"/>
                </a:lnTo>
                <a:lnTo>
                  <a:pt x="495300" y="990600"/>
                </a:lnTo>
                <a:lnTo>
                  <a:pt x="466725" y="990600"/>
                </a:lnTo>
                <a:close/>
                <a:moveTo>
                  <a:pt x="504825" y="971550"/>
                </a:moveTo>
                <a:lnTo>
                  <a:pt x="514350" y="971550"/>
                </a:lnTo>
                <a:lnTo>
                  <a:pt x="514350" y="981075"/>
                </a:lnTo>
                <a:lnTo>
                  <a:pt x="504825" y="981075"/>
                </a:lnTo>
                <a:close/>
                <a:moveTo>
                  <a:pt x="657225" y="971550"/>
                </a:moveTo>
                <a:lnTo>
                  <a:pt x="666750" y="971550"/>
                </a:lnTo>
                <a:lnTo>
                  <a:pt x="666750" y="981075"/>
                </a:lnTo>
                <a:lnTo>
                  <a:pt x="657225" y="981075"/>
                </a:lnTo>
                <a:close/>
                <a:moveTo>
                  <a:pt x="895350" y="971550"/>
                </a:moveTo>
                <a:lnTo>
                  <a:pt x="904875" y="971550"/>
                </a:lnTo>
                <a:lnTo>
                  <a:pt x="904875" y="981075"/>
                </a:lnTo>
                <a:lnTo>
                  <a:pt x="895350" y="981075"/>
                </a:lnTo>
                <a:close/>
                <a:moveTo>
                  <a:pt x="971550" y="971550"/>
                </a:moveTo>
                <a:lnTo>
                  <a:pt x="990600" y="971550"/>
                </a:lnTo>
                <a:lnTo>
                  <a:pt x="990600" y="981075"/>
                </a:lnTo>
                <a:lnTo>
                  <a:pt x="971550" y="981075"/>
                </a:lnTo>
                <a:close/>
                <a:moveTo>
                  <a:pt x="133350" y="981075"/>
                </a:moveTo>
                <a:lnTo>
                  <a:pt x="142875" y="981075"/>
                </a:lnTo>
                <a:lnTo>
                  <a:pt x="142875" y="1009650"/>
                </a:lnTo>
                <a:lnTo>
                  <a:pt x="133350" y="1009650"/>
                </a:lnTo>
                <a:close/>
                <a:moveTo>
                  <a:pt x="1524000" y="981075"/>
                </a:moveTo>
                <a:lnTo>
                  <a:pt x="1543050" y="981075"/>
                </a:lnTo>
                <a:lnTo>
                  <a:pt x="1543050" y="1000125"/>
                </a:lnTo>
                <a:lnTo>
                  <a:pt x="1524000" y="1000125"/>
                </a:lnTo>
                <a:close/>
                <a:moveTo>
                  <a:pt x="447675" y="990600"/>
                </a:moveTo>
                <a:lnTo>
                  <a:pt x="466725" y="990600"/>
                </a:lnTo>
                <a:lnTo>
                  <a:pt x="466725" y="1000125"/>
                </a:lnTo>
                <a:lnTo>
                  <a:pt x="447675" y="1000125"/>
                </a:lnTo>
                <a:close/>
                <a:moveTo>
                  <a:pt x="514350" y="990600"/>
                </a:moveTo>
                <a:lnTo>
                  <a:pt x="533400" y="990600"/>
                </a:lnTo>
                <a:lnTo>
                  <a:pt x="533400" y="1000125"/>
                </a:lnTo>
                <a:lnTo>
                  <a:pt x="514350" y="1000125"/>
                </a:lnTo>
                <a:close/>
                <a:moveTo>
                  <a:pt x="590550" y="990600"/>
                </a:moveTo>
                <a:lnTo>
                  <a:pt x="600075" y="990600"/>
                </a:lnTo>
                <a:lnTo>
                  <a:pt x="600075" y="1000125"/>
                </a:lnTo>
                <a:lnTo>
                  <a:pt x="590550" y="1000125"/>
                </a:lnTo>
                <a:close/>
                <a:moveTo>
                  <a:pt x="638175" y="990600"/>
                </a:moveTo>
                <a:lnTo>
                  <a:pt x="647700" y="990600"/>
                </a:lnTo>
                <a:lnTo>
                  <a:pt x="647700" y="1000125"/>
                </a:lnTo>
                <a:lnTo>
                  <a:pt x="638175" y="1000125"/>
                </a:lnTo>
                <a:close/>
                <a:moveTo>
                  <a:pt x="695325" y="990600"/>
                </a:moveTo>
                <a:lnTo>
                  <a:pt x="723900" y="990600"/>
                </a:lnTo>
                <a:lnTo>
                  <a:pt x="723900" y="1000125"/>
                </a:lnTo>
                <a:lnTo>
                  <a:pt x="695325" y="1000125"/>
                </a:lnTo>
                <a:close/>
                <a:moveTo>
                  <a:pt x="857250" y="990600"/>
                </a:moveTo>
                <a:lnTo>
                  <a:pt x="866775" y="990600"/>
                </a:lnTo>
                <a:lnTo>
                  <a:pt x="866775" y="1000125"/>
                </a:lnTo>
                <a:lnTo>
                  <a:pt x="857250" y="1000125"/>
                </a:lnTo>
                <a:close/>
                <a:moveTo>
                  <a:pt x="876300" y="990600"/>
                </a:moveTo>
                <a:lnTo>
                  <a:pt x="904875" y="990600"/>
                </a:lnTo>
                <a:lnTo>
                  <a:pt x="904875" y="1000125"/>
                </a:lnTo>
                <a:lnTo>
                  <a:pt x="876300" y="1000125"/>
                </a:lnTo>
                <a:close/>
                <a:moveTo>
                  <a:pt x="933450" y="990600"/>
                </a:moveTo>
                <a:lnTo>
                  <a:pt x="962025" y="990600"/>
                </a:lnTo>
                <a:lnTo>
                  <a:pt x="962025" y="1000125"/>
                </a:lnTo>
                <a:lnTo>
                  <a:pt x="933450" y="1000125"/>
                </a:lnTo>
                <a:close/>
                <a:moveTo>
                  <a:pt x="971550" y="990600"/>
                </a:moveTo>
                <a:lnTo>
                  <a:pt x="1028700" y="990600"/>
                </a:lnTo>
                <a:lnTo>
                  <a:pt x="1028700" y="1000125"/>
                </a:lnTo>
                <a:lnTo>
                  <a:pt x="971550" y="1000125"/>
                </a:lnTo>
                <a:close/>
                <a:moveTo>
                  <a:pt x="1876425" y="990600"/>
                </a:moveTo>
                <a:lnTo>
                  <a:pt x="1885950" y="990600"/>
                </a:lnTo>
                <a:lnTo>
                  <a:pt x="1885950" y="1019175"/>
                </a:lnTo>
                <a:lnTo>
                  <a:pt x="1876425" y="1019175"/>
                </a:lnTo>
                <a:close/>
                <a:moveTo>
                  <a:pt x="1104900" y="1000125"/>
                </a:moveTo>
                <a:lnTo>
                  <a:pt x="1114425" y="1000125"/>
                </a:lnTo>
                <a:lnTo>
                  <a:pt x="1114425" y="1009650"/>
                </a:lnTo>
                <a:lnTo>
                  <a:pt x="1104900" y="1009650"/>
                </a:lnTo>
                <a:close/>
                <a:moveTo>
                  <a:pt x="1895475" y="1000125"/>
                </a:moveTo>
                <a:lnTo>
                  <a:pt x="1905000" y="1000125"/>
                </a:lnTo>
                <a:lnTo>
                  <a:pt x="1905000" y="1009650"/>
                </a:lnTo>
                <a:lnTo>
                  <a:pt x="1895475" y="1009650"/>
                </a:lnTo>
                <a:close/>
                <a:moveTo>
                  <a:pt x="1114425" y="1009650"/>
                </a:moveTo>
                <a:lnTo>
                  <a:pt x="1143000" y="1009650"/>
                </a:lnTo>
                <a:lnTo>
                  <a:pt x="1143000" y="1019175"/>
                </a:lnTo>
                <a:lnTo>
                  <a:pt x="1114425" y="1019175"/>
                </a:lnTo>
                <a:close/>
                <a:moveTo>
                  <a:pt x="9525" y="1028700"/>
                </a:moveTo>
                <a:lnTo>
                  <a:pt x="19050" y="1028700"/>
                </a:lnTo>
                <a:lnTo>
                  <a:pt x="19050" y="1038225"/>
                </a:lnTo>
                <a:lnTo>
                  <a:pt x="9525" y="1038225"/>
                </a:lnTo>
                <a:close/>
                <a:moveTo>
                  <a:pt x="0" y="1038225"/>
                </a:moveTo>
                <a:lnTo>
                  <a:pt x="9525" y="1038225"/>
                </a:lnTo>
                <a:lnTo>
                  <a:pt x="9525" y="1047750"/>
                </a:lnTo>
                <a:lnTo>
                  <a:pt x="0" y="1047750"/>
                </a:lnTo>
                <a:close/>
                <a:moveTo>
                  <a:pt x="180975" y="1038225"/>
                </a:moveTo>
                <a:lnTo>
                  <a:pt x="190500" y="1038225"/>
                </a:lnTo>
                <a:lnTo>
                  <a:pt x="190500" y="1057275"/>
                </a:lnTo>
                <a:lnTo>
                  <a:pt x="180975" y="1057275"/>
                </a:lnTo>
                <a:close/>
                <a:moveTo>
                  <a:pt x="133350" y="1095375"/>
                </a:moveTo>
                <a:lnTo>
                  <a:pt x="142875" y="1095375"/>
                </a:lnTo>
                <a:lnTo>
                  <a:pt x="142875" y="1114425"/>
                </a:lnTo>
                <a:lnTo>
                  <a:pt x="133350" y="1114425"/>
                </a:lnTo>
                <a:close/>
                <a:moveTo>
                  <a:pt x="133350" y="1123950"/>
                </a:moveTo>
                <a:lnTo>
                  <a:pt x="152400" y="1123950"/>
                </a:lnTo>
                <a:lnTo>
                  <a:pt x="152400" y="1143000"/>
                </a:lnTo>
                <a:lnTo>
                  <a:pt x="142875" y="1143000"/>
                </a:lnTo>
                <a:lnTo>
                  <a:pt x="142875" y="1133475"/>
                </a:lnTo>
                <a:lnTo>
                  <a:pt x="133350" y="1133475"/>
                </a:lnTo>
                <a:close/>
                <a:moveTo>
                  <a:pt x="171450" y="1123950"/>
                </a:moveTo>
                <a:lnTo>
                  <a:pt x="190500" y="1123950"/>
                </a:lnTo>
                <a:lnTo>
                  <a:pt x="190500" y="1143000"/>
                </a:lnTo>
                <a:lnTo>
                  <a:pt x="171450" y="1143000"/>
                </a:lnTo>
                <a:close/>
                <a:moveTo>
                  <a:pt x="1771650" y="1133475"/>
                </a:moveTo>
                <a:lnTo>
                  <a:pt x="1781175" y="1133475"/>
                </a:lnTo>
                <a:lnTo>
                  <a:pt x="1781175" y="1152525"/>
                </a:lnTo>
                <a:lnTo>
                  <a:pt x="1771650" y="1152525"/>
                </a:lnTo>
                <a:close/>
                <a:moveTo>
                  <a:pt x="1895475" y="1133475"/>
                </a:moveTo>
                <a:lnTo>
                  <a:pt x="1905000" y="1133475"/>
                </a:lnTo>
                <a:lnTo>
                  <a:pt x="1905000" y="1143000"/>
                </a:lnTo>
                <a:lnTo>
                  <a:pt x="1895475" y="1143000"/>
                </a:lnTo>
                <a:close/>
                <a:moveTo>
                  <a:pt x="171450" y="1152525"/>
                </a:moveTo>
                <a:lnTo>
                  <a:pt x="190500" y="1152525"/>
                </a:lnTo>
                <a:lnTo>
                  <a:pt x="190500" y="1171575"/>
                </a:lnTo>
                <a:lnTo>
                  <a:pt x="180975" y="1171575"/>
                </a:lnTo>
                <a:lnTo>
                  <a:pt x="180975" y="1162050"/>
                </a:lnTo>
                <a:lnTo>
                  <a:pt x="171450" y="1162050"/>
                </a:lnTo>
                <a:close/>
                <a:moveTo>
                  <a:pt x="1743075" y="1171575"/>
                </a:moveTo>
                <a:lnTo>
                  <a:pt x="1752600" y="1171575"/>
                </a:lnTo>
                <a:lnTo>
                  <a:pt x="1752600" y="1181100"/>
                </a:lnTo>
                <a:lnTo>
                  <a:pt x="1762125" y="1181100"/>
                </a:lnTo>
                <a:lnTo>
                  <a:pt x="1762125" y="1200150"/>
                </a:lnTo>
                <a:lnTo>
                  <a:pt x="1733550" y="1200150"/>
                </a:lnTo>
                <a:lnTo>
                  <a:pt x="1733550" y="1190625"/>
                </a:lnTo>
                <a:lnTo>
                  <a:pt x="1724025" y="1190625"/>
                </a:lnTo>
                <a:lnTo>
                  <a:pt x="1724025" y="1181100"/>
                </a:lnTo>
                <a:lnTo>
                  <a:pt x="1743075" y="1181100"/>
                </a:lnTo>
                <a:close/>
                <a:moveTo>
                  <a:pt x="962025" y="1209675"/>
                </a:moveTo>
                <a:lnTo>
                  <a:pt x="971550" y="1209675"/>
                </a:lnTo>
                <a:lnTo>
                  <a:pt x="971550" y="1219200"/>
                </a:lnTo>
                <a:lnTo>
                  <a:pt x="962025" y="1219200"/>
                </a:lnTo>
                <a:close/>
                <a:moveTo>
                  <a:pt x="1495425" y="1209675"/>
                </a:moveTo>
                <a:lnTo>
                  <a:pt x="1533525" y="1209675"/>
                </a:lnTo>
                <a:lnTo>
                  <a:pt x="1533525" y="1228725"/>
                </a:lnTo>
                <a:lnTo>
                  <a:pt x="1495425" y="1228725"/>
                </a:lnTo>
                <a:close/>
                <a:moveTo>
                  <a:pt x="285750" y="1219200"/>
                </a:moveTo>
                <a:lnTo>
                  <a:pt x="314325" y="1219200"/>
                </a:lnTo>
                <a:lnTo>
                  <a:pt x="314325" y="1228725"/>
                </a:lnTo>
                <a:lnTo>
                  <a:pt x="285750" y="1228725"/>
                </a:lnTo>
                <a:close/>
                <a:moveTo>
                  <a:pt x="704850" y="1219200"/>
                </a:moveTo>
                <a:lnTo>
                  <a:pt x="723900" y="1219200"/>
                </a:lnTo>
                <a:lnTo>
                  <a:pt x="723900" y="1228725"/>
                </a:lnTo>
                <a:lnTo>
                  <a:pt x="704850" y="1228725"/>
                </a:lnTo>
                <a:close/>
                <a:moveTo>
                  <a:pt x="790575" y="1219200"/>
                </a:moveTo>
                <a:lnTo>
                  <a:pt x="800100" y="1219200"/>
                </a:lnTo>
                <a:lnTo>
                  <a:pt x="800100" y="1228725"/>
                </a:lnTo>
                <a:lnTo>
                  <a:pt x="790575" y="1228725"/>
                </a:lnTo>
                <a:close/>
                <a:moveTo>
                  <a:pt x="895350" y="1219200"/>
                </a:moveTo>
                <a:lnTo>
                  <a:pt x="914400" y="1219200"/>
                </a:lnTo>
                <a:lnTo>
                  <a:pt x="914400" y="1228725"/>
                </a:lnTo>
                <a:lnTo>
                  <a:pt x="895350" y="1228725"/>
                </a:lnTo>
                <a:close/>
                <a:moveTo>
                  <a:pt x="990600" y="1219200"/>
                </a:moveTo>
                <a:lnTo>
                  <a:pt x="1019175" y="1219200"/>
                </a:lnTo>
                <a:lnTo>
                  <a:pt x="1019175" y="1228725"/>
                </a:lnTo>
                <a:lnTo>
                  <a:pt x="990600" y="1228725"/>
                </a:lnTo>
                <a:close/>
                <a:moveTo>
                  <a:pt x="19050" y="1228725"/>
                </a:moveTo>
                <a:lnTo>
                  <a:pt x="28575" y="1228725"/>
                </a:lnTo>
                <a:lnTo>
                  <a:pt x="28575" y="1238250"/>
                </a:lnTo>
                <a:lnTo>
                  <a:pt x="19050" y="1238250"/>
                </a:lnTo>
                <a:close/>
                <a:moveTo>
                  <a:pt x="28575" y="1285875"/>
                </a:moveTo>
                <a:lnTo>
                  <a:pt x="38100" y="1285875"/>
                </a:lnTo>
                <a:lnTo>
                  <a:pt x="38100" y="1295400"/>
                </a:lnTo>
                <a:lnTo>
                  <a:pt x="28575" y="1295400"/>
                </a:lnTo>
                <a:close/>
                <a:moveTo>
                  <a:pt x="190500" y="1285875"/>
                </a:moveTo>
                <a:lnTo>
                  <a:pt x="200025" y="1285875"/>
                </a:lnTo>
                <a:lnTo>
                  <a:pt x="200025" y="1295400"/>
                </a:lnTo>
                <a:lnTo>
                  <a:pt x="209550" y="1295400"/>
                </a:lnTo>
                <a:lnTo>
                  <a:pt x="209550" y="1304925"/>
                </a:lnTo>
                <a:lnTo>
                  <a:pt x="200025" y="1304925"/>
                </a:lnTo>
                <a:lnTo>
                  <a:pt x="200025" y="1314450"/>
                </a:lnTo>
                <a:lnTo>
                  <a:pt x="190500" y="1314450"/>
                </a:lnTo>
                <a:close/>
                <a:moveTo>
                  <a:pt x="523875" y="1314450"/>
                </a:moveTo>
                <a:lnTo>
                  <a:pt x="533400" y="1314450"/>
                </a:lnTo>
                <a:lnTo>
                  <a:pt x="533400" y="1333500"/>
                </a:lnTo>
                <a:lnTo>
                  <a:pt x="514350" y="1333500"/>
                </a:lnTo>
                <a:lnTo>
                  <a:pt x="514350" y="1343025"/>
                </a:lnTo>
                <a:lnTo>
                  <a:pt x="523875" y="1343025"/>
                </a:lnTo>
                <a:lnTo>
                  <a:pt x="523875" y="1352550"/>
                </a:lnTo>
                <a:lnTo>
                  <a:pt x="495300" y="1352550"/>
                </a:lnTo>
                <a:lnTo>
                  <a:pt x="495300" y="1333500"/>
                </a:lnTo>
                <a:lnTo>
                  <a:pt x="476250" y="1333500"/>
                </a:lnTo>
                <a:lnTo>
                  <a:pt x="476250" y="1323975"/>
                </a:lnTo>
                <a:lnTo>
                  <a:pt x="523875" y="1323975"/>
                </a:lnTo>
                <a:close/>
                <a:moveTo>
                  <a:pt x="1162050" y="1314450"/>
                </a:moveTo>
                <a:lnTo>
                  <a:pt x="1171575" y="1314450"/>
                </a:lnTo>
                <a:lnTo>
                  <a:pt x="1171575" y="1323975"/>
                </a:lnTo>
                <a:lnTo>
                  <a:pt x="1200150" y="1323975"/>
                </a:lnTo>
                <a:lnTo>
                  <a:pt x="1200150" y="1314450"/>
                </a:lnTo>
                <a:lnTo>
                  <a:pt x="1209675" y="1314450"/>
                </a:lnTo>
                <a:lnTo>
                  <a:pt x="1209675" y="1333500"/>
                </a:lnTo>
                <a:lnTo>
                  <a:pt x="1152525" y="1333500"/>
                </a:lnTo>
                <a:lnTo>
                  <a:pt x="1152525" y="1323975"/>
                </a:lnTo>
                <a:lnTo>
                  <a:pt x="1162050" y="1323975"/>
                </a:lnTo>
                <a:close/>
                <a:moveTo>
                  <a:pt x="1895475" y="1314450"/>
                </a:moveTo>
                <a:lnTo>
                  <a:pt x="1905000" y="1314450"/>
                </a:lnTo>
                <a:lnTo>
                  <a:pt x="1905000" y="1343025"/>
                </a:lnTo>
                <a:lnTo>
                  <a:pt x="1895475" y="1343025"/>
                </a:lnTo>
                <a:close/>
                <a:moveTo>
                  <a:pt x="438150" y="1323975"/>
                </a:moveTo>
                <a:lnTo>
                  <a:pt x="447675" y="1323975"/>
                </a:lnTo>
                <a:lnTo>
                  <a:pt x="447675" y="1333500"/>
                </a:lnTo>
                <a:lnTo>
                  <a:pt x="438150" y="1333500"/>
                </a:lnTo>
                <a:close/>
                <a:moveTo>
                  <a:pt x="628650" y="1323975"/>
                </a:moveTo>
                <a:lnTo>
                  <a:pt x="647700" y="1323975"/>
                </a:lnTo>
                <a:lnTo>
                  <a:pt x="647700" y="1333500"/>
                </a:lnTo>
                <a:lnTo>
                  <a:pt x="628650" y="1333500"/>
                </a:lnTo>
                <a:close/>
                <a:moveTo>
                  <a:pt x="695325" y="1323975"/>
                </a:moveTo>
                <a:lnTo>
                  <a:pt x="714375" y="1323975"/>
                </a:lnTo>
                <a:lnTo>
                  <a:pt x="714375" y="1333500"/>
                </a:lnTo>
                <a:lnTo>
                  <a:pt x="695325" y="1333500"/>
                </a:lnTo>
                <a:close/>
                <a:moveTo>
                  <a:pt x="1219200" y="1323975"/>
                </a:moveTo>
                <a:lnTo>
                  <a:pt x="1228725" y="1323975"/>
                </a:lnTo>
                <a:lnTo>
                  <a:pt x="1228725" y="1333500"/>
                </a:lnTo>
                <a:lnTo>
                  <a:pt x="1219200" y="1333500"/>
                </a:lnTo>
                <a:close/>
                <a:moveTo>
                  <a:pt x="1238250" y="1323975"/>
                </a:moveTo>
                <a:lnTo>
                  <a:pt x="1247775" y="1323975"/>
                </a:lnTo>
                <a:lnTo>
                  <a:pt x="1247775" y="1333500"/>
                </a:lnTo>
                <a:lnTo>
                  <a:pt x="1238250" y="1333500"/>
                </a:lnTo>
                <a:close/>
                <a:moveTo>
                  <a:pt x="1362075" y="1323975"/>
                </a:moveTo>
                <a:lnTo>
                  <a:pt x="1390650" y="1323975"/>
                </a:lnTo>
                <a:lnTo>
                  <a:pt x="1390650" y="1333500"/>
                </a:lnTo>
                <a:lnTo>
                  <a:pt x="1362075" y="1333500"/>
                </a:lnTo>
                <a:close/>
                <a:moveTo>
                  <a:pt x="1514475" y="1323975"/>
                </a:moveTo>
                <a:lnTo>
                  <a:pt x="1533525" y="1323975"/>
                </a:lnTo>
                <a:lnTo>
                  <a:pt x="1533525" y="1333500"/>
                </a:lnTo>
                <a:lnTo>
                  <a:pt x="1514475" y="1333500"/>
                </a:lnTo>
                <a:close/>
                <a:moveTo>
                  <a:pt x="1562100" y="1323975"/>
                </a:moveTo>
                <a:lnTo>
                  <a:pt x="1571625" y="1323975"/>
                </a:lnTo>
                <a:lnTo>
                  <a:pt x="1571625" y="1333500"/>
                </a:lnTo>
                <a:lnTo>
                  <a:pt x="1562100" y="1333500"/>
                </a:lnTo>
                <a:close/>
                <a:moveTo>
                  <a:pt x="819150" y="1333500"/>
                </a:moveTo>
                <a:lnTo>
                  <a:pt x="838200" y="1333500"/>
                </a:lnTo>
                <a:lnTo>
                  <a:pt x="838200" y="1343025"/>
                </a:lnTo>
                <a:lnTo>
                  <a:pt x="819150" y="1343025"/>
                </a:lnTo>
                <a:close/>
                <a:moveTo>
                  <a:pt x="1123950" y="1333500"/>
                </a:moveTo>
                <a:lnTo>
                  <a:pt x="1143000" y="1333500"/>
                </a:lnTo>
                <a:lnTo>
                  <a:pt x="1143000" y="1352550"/>
                </a:lnTo>
                <a:lnTo>
                  <a:pt x="1123950" y="1352550"/>
                </a:lnTo>
                <a:close/>
                <a:moveTo>
                  <a:pt x="180975" y="1352550"/>
                </a:moveTo>
                <a:lnTo>
                  <a:pt x="190500" y="1352550"/>
                </a:lnTo>
                <a:lnTo>
                  <a:pt x="190500" y="1362075"/>
                </a:lnTo>
                <a:lnTo>
                  <a:pt x="180975" y="1362075"/>
                </a:lnTo>
                <a:close/>
                <a:moveTo>
                  <a:pt x="228600" y="1352550"/>
                </a:moveTo>
                <a:lnTo>
                  <a:pt x="238125" y="1352550"/>
                </a:lnTo>
                <a:lnTo>
                  <a:pt x="238125" y="1362075"/>
                </a:lnTo>
                <a:lnTo>
                  <a:pt x="228600" y="1362075"/>
                </a:lnTo>
                <a:close/>
                <a:moveTo>
                  <a:pt x="409575" y="1352550"/>
                </a:moveTo>
                <a:lnTo>
                  <a:pt x="428625" y="1352550"/>
                </a:lnTo>
                <a:lnTo>
                  <a:pt x="428625" y="1362075"/>
                </a:lnTo>
                <a:lnTo>
                  <a:pt x="409575" y="1362075"/>
                </a:lnTo>
                <a:close/>
                <a:moveTo>
                  <a:pt x="1257300" y="1352550"/>
                </a:moveTo>
                <a:lnTo>
                  <a:pt x="1295400" y="1352550"/>
                </a:lnTo>
                <a:lnTo>
                  <a:pt x="1295400" y="1362075"/>
                </a:lnTo>
                <a:lnTo>
                  <a:pt x="1257300" y="1362075"/>
                </a:lnTo>
                <a:close/>
                <a:moveTo>
                  <a:pt x="352425" y="1362075"/>
                </a:moveTo>
                <a:lnTo>
                  <a:pt x="361950" y="1362075"/>
                </a:lnTo>
                <a:lnTo>
                  <a:pt x="361950" y="1371600"/>
                </a:lnTo>
                <a:lnTo>
                  <a:pt x="352425" y="1371600"/>
                </a:lnTo>
                <a:close/>
                <a:moveTo>
                  <a:pt x="123825" y="1371600"/>
                </a:moveTo>
                <a:lnTo>
                  <a:pt x="133350" y="1371600"/>
                </a:lnTo>
                <a:lnTo>
                  <a:pt x="133350" y="1381125"/>
                </a:lnTo>
                <a:lnTo>
                  <a:pt x="123825" y="1381125"/>
                </a:lnTo>
                <a:close/>
                <a:moveTo>
                  <a:pt x="1152525" y="1371600"/>
                </a:moveTo>
                <a:lnTo>
                  <a:pt x="1181100" y="1371600"/>
                </a:lnTo>
                <a:lnTo>
                  <a:pt x="1181100" y="1381125"/>
                </a:lnTo>
                <a:lnTo>
                  <a:pt x="1200150" y="1381125"/>
                </a:lnTo>
                <a:lnTo>
                  <a:pt x="1200150" y="1390650"/>
                </a:lnTo>
                <a:lnTo>
                  <a:pt x="1152525" y="1390650"/>
                </a:lnTo>
                <a:close/>
                <a:moveTo>
                  <a:pt x="1181100" y="1400175"/>
                </a:moveTo>
                <a:lnTo>
                  <a:pt x="1200150" y="1400175"/>
                </a:lnTo>
                <a:lnTo>
                  <a:pt x="1200150" y="1409700"/>
                </a:lnTo>
                <a:lnTo>
                  <a:pt x="1181100" y="1409700"/>
                </a:lnTo>
                <a:close/>
                <a:moveTo>
                  <a:pt x="371475" y="1428750"/>
                </a:moveTo>
                <a:lnTo>
                  <a:pt x="381000" y="1428750"/>
                </a:lnTo>
                <a:lnTo>
                  <a:pt x="381000" y="1438275"/>
                </a:lnTo>
                <a:lnTo>
                  <a:pt x="371475" y="1438275"/>
                </a:lnTo>
                <a:close/>
                <a:moveTo>
                  <a:pt x="447675" y="1428750"/>
                </a:moveTo>
                <a:lnTo>
                  <a:pt x="457200" y="1428750"/>
                </a:lnTo>
                <a:lnTo>
                  <a:pt x="457200" y="1438275"/>
                </a:lnTo>
                <a:lnTo>
                  <a:pt x="447675" y="1438275"/>
                </a:lnTo>
                <a:close/>
                <a:moveTo>
                  <a:pt x="1228725" y="1428750"/>
                </a:moveTo>
                <a:lnTo>
                  <a:pt x="1238250" y="1428750"/>
                </a:lnTo>
                <a:lnTo>
                  <a:pt x="1238250" y="1438275"/>
                </a:lnTo>
                <a:lnTo>
                  <a:pt x="1247775" y="1438275"/>
                </a:lnTo>
                <a:lnTo>
                  <a:pt x="1247775" y="1447800"/>
                </a:lnTo>
                <a:lnTo>
                  <a:pt x="1238250" y="1447800"/>
                </a:lnTo>
                <a:lnTo>
                  <a:pt x="1238250" y="1457325"/>
                </a:lnTo>
                <a:lnTo>
                  <a:pt x="1247775" y="1457325"/>
                </a:lnTo>
                <a:lnTo>
                  <a:pt x="1247775" y="1466850"/>
                </a:lnTo>
                <a:lnTo>
                  <a:pt x="1219200" y="1466850"/>
                </a:lnTo>
                <a:lnTo>
                  <a:pt x="1219200" y="1457325"/>
                </a:lnTo>
                <a:lnTo>
                  <a:pt x="1228725" y="1457325"/>
                </a:lnTo>
                <a:close/>
                <a:moveTo>
                  <a:pt x="190500" y="1438275"/>
                </a:moveTo>
                <a:lnTo>
                  <a:pt x="209550" y="1438275"/>
                </a:lnTo>
                <a:lnTo>
                  <a:pt x="209550" y="1457325"/>
                </a:lnTo>
                <a:lnTo>
                  <a:pt x="200025" y="1457325"/>
                </a:lnTo>
                <a:lnTo>
                  <a:pt x="200025" y="1447800"/>
                </a:lnTo>
                <a:lnTo>
                  <a:pt x="190500" y="1447800"/>
                </a:lnTo>
                <a:close/>
                <a:moveTo>
                  <a:pt x="1076325" y="1438275"/>
                </a:moveTo>
                <a:lnTo>
                  <a:pt x="1085850" y="1438275"/>
                </a:lnTo>
                <a:lnTo>
                  <a:pt x="1085850" y="1447800"/>
                </a:lnTo>
                <a:lnTo>
                  <a:pt x="1076325" y="1447800"/>
                </a:lnTo>
                <a:close/>
                <a:moveTo>
                  <a:pt x="9525" y="1447800"/>
                </a:moveTo>
                <a:lnTo>
                  <a:pt x="19050" y="1447800"/>
                </a:lnTo>
                <a:lnTo>
                  <a:pt x="19050" y="1514475"/>
                </a:lnTo>
                <a:lnTo>
                  <a:pt x="9525" y="1514475"/>
                </a:lnTo>
                <a:lnTo>
                  <a:pt x="9525" y="1495425"/>
                </a:lnTo>
                <a:lnTo>
                  <a:pt x="0" y="1495425"/>
                </a:lnTo>
                <a:lnTo>
                  <a:pt x="0" y="1476375"/>
                </a:lnTo>
                <a:lnTo>
                  <a:pt x="9525" y="1476375"/>
                </a:lnTo>
                <a:close/>
                <a:moveTo>
                  <a:pt x="1552575" y="1457325"/>
                </a:moveTo>
                <a:lnTo>
                  <a:pt x="1571625" y="1457325"/>
                </a:lnTo>
                <a:lnTo>
                  <a:pt x="1571625" y="1466850"/>
                </a:lnTo>
                <a:lnTo>
                  <a:pt x="1552575" y="1466850"/>
                </a:lnTo>
                <a:close/>
                <a:moveTo>
                  <a:pt x="1743075" y="1457325"/>
                </a:moveTo>
                <a:lnTo>
                  <a:pt x="1752600" y="1457325"/>
                </a:lnTo>
                <a:lnTo>
                  <a:pt x="1752600" y="1466850"/>
                </a:lnTo>
                <a:lnTo>
                  <a:pt x="1743075" y="1466850"/>
                </a:lnTo>
                <a:close/>
                <a:moveTo>
                  <a:pt x="1123950" y="1466850"/>
                </a:moveTo>
                <a:lnTo>
                  <a:pt x="1143000" y="1466850"/>
                </a:lnTo>
                <a:lnTo>
                  <a:pt x="1143000" y="1476375"/>
                </a:lnTo>
                <a:lnTo>
                  <a:pt x="1133475" y="1476375"/>
                </a:lnTo>
                <a:lnTo>
                  <a:pt x="1133475" y="1495425"/>
                </a:lnTo>
                <a:lnTo>
                  <a:pt x="1123950" y="1495425"/>
                </a:lnTo>
                <a:close/>
                <a:moveTo>
                  <a:pt x="1657350" y="1466850"/>
                </a:moveTo>
                <a:lnTo>
                  <a:pt x="1685925" y="1466850"/>
                </a:lnTo>
                <a:lnTo>
                  <a:pt x="1685925" y="1485900"/>
                </a:lnTo>
                <a:lnTo>
                  <a:pt x="1676400" y="1485900"/>
                </a:lnTo>
                <a:lnTo>
                  <a:pt x="1676400" y="1476375"/>
                </a:lnTo>
                <a:lnTo>
                  <a:pt x="1657350" y="1476375"/>
                </a:lnTo>
                <a:close/>
                <a:moveTo>
                  <a:pt x="1714500" y="1466850"/>
                </a:moveTo>
                <a:lnTo>
                  <a:pt x="1733550" y="1466850"/>
                </a:lnTo>
                <a:lnTo>
                  <a:pt x="1733550" y="1476375"/>
                </a:lnTo>
                <a:lnTo>
                  <a:pt x="1714500" y="1476375"/>
                </a:lnTo>
                <a:close/>
                <a:moveTo>
                  <a:pt x="1171575" y="1485900"/>
                </a:moveTo>
                <a:lnTo>
                  <a:pt x="1200150" y="1485900"/>
                </a:lnTo>
                <a:lnTo>
                  <a:pt x="1200150" y="1495425"/>
                </a:lnTo>
                <a:lnTo>
                  <a:pt x="1171575" y="1495425"/>
                </a:lnTo>
                <a:close/>
                <a:moveTo>
                  <a:pt x="1609725" y="1485900"/>
                </a:moveTo>
                <a:lnTo>
                  <a:pt x="1628775" y="1485900"/>
                </a:lnTo>
                <a:lnTo>
                  <a:pt x="1628775" y="1495425"/>
                </a:lnTo>
                <a:lnTo>
                  <a:pt x="1609725" y="1495425"/>
                </a:lnTo>
                <a:close/>
                <a:moveTo>
                  <a:pt x="1666875" y="1485900"/>
                </a:moveTo>
                <a:lnTo>
                  <a:pt x="1676400" y="1485900"/>
                </a:lnTo>
                <a:lnTo>
                  <a:pt x="1676400" y="1495425"/>
                </a:lnTo>
                <a:lnTo>
                  <a:pt x="1666875" y="1495425"/>
                </a:lnTo>
                <a:close/>
                <a:moveTo>
                  <a:pt x="1724025" y="1485900"/>
                </a:moveTo>
                <a:lnTo>
                  <a:pt x="1733550" y="1485900"/>
                </a:lnTo>
                <a:lnTo>
                  <a:pt x="1733550" y="1495425"/>
                </a:lnTo>
                <a:lnTo>
                  <a:pt x="1724025" y="1495425"/>
                </a:lnTo>
                <a:close/>
                <a:moveTo>
                  <a:pt x="1743075" y="1485900"/>
                </a:moveTo>
                <a:lnTo>
                  <a:pt x="1762125" y="1485900"/>
                </a:lnTo>
                <a:lnTo>
                  <a:pt x="1762125" y="1495425"/>
                </a:lnTo>
                <a:lnTo>
                  <a:pt x="1771650" y="1495425"/>
                </a:lnTo>
                <a:lnTo>
                  <a:pt x="1771650" y="1485900"/>
                </a:lnTo>
                <a:lnTo>
                  <a:pt x="1781175" y="1485900"/>
                </a:lnTo>
                <a:lnTo>
                  <a:pt x="1781175" y="1495425"/>
                </a:lnTo>
                <a:lnTo>
                  <a:pt x="1771650" y="1495425"/>
                </a:lnTo>
                <a:lnTo>
                  <a:pt x="1771650" y="1514475"/>
                </a:lnTo>
                <a:lnTo>
                  <a:pt x="1762125" y="1514475"/>
                </a:lnTo>
                <a:lnTo>
                  <a:pt x="1762125" y="1504950"/>
                </a:lnTo>
                <a:lnTo>
                  <a:pt x="1752600" y="1504950"/>
                </a:lnTo>
                <a:lnTo>
                  <a:pt x="1752600" y="1495425"/>
                </a:lnTo>
                <a:lnTo>
                  <a:pt x="1743075" y="1495425"/>
                </a:lnTo>
                <a:close/>
                <a:moveTo>
                  <a:pt x="1143000" y="1495425"/>
                </a:moveTo>
                <a:lnTo>
                  <a:pt x="1152525" y="1495425"/>
                </a:lnTo>
                <a:lnTo>
                  <a:pt x="1152525" y="1504950"/>
                </a:lnTo>
                <a:lnTo>
                  <a:pt x="1143000" y="1504950"/>
                </a:lnTo>
                <a:close/>
                <a:moveTo>
                  <a:pt x="1590675" y="1495425"/>
                </a:moveTo>
                <a:lnTo>
                  <a:pt x="1609725" y="1495425"/>
                </a:lnTo>
                <a:lnTo>
                  <a:pt x="1609725" y="1504950"/>
                </a:lnTo>
                <a:lnTo>
                  <a:pt x="1590675" y="1504950"/>
                </a:lnTo>
                <a:close/>
                <a:moveTo>
                  <a:pt x="123825" y="1514475"/>
                </a:moveTo>
                <a:lnTo>
                  <a:pt x="133350" y="1514475"/>
                </a:lnTo>
                <a:lnTo>
                  <a:pt x="133350" y="1524000"/>
                </a:lnTo>
                <a:lnTo>
                  <a:pt x="123825" y="1524000"/>
                </a:lnTo>
                <a:close/>
                <a:moveTo>
                  <a:pt x="828675" y="1533525"/>
                </a:moveTo>
                <a:lnTo>
                  <a:pt x="838200" y="1533525"/>
                </a:lnTo>
                <a:lnTo>
                  <a:pt x="838200" y="1552575"/>
                </a:lnTo>
                <a:lnTo>
                  <a:pt x="828675" y="1552575"/>
                </a:lnTo>
                <a:close/>
                <a:moveTo>
                  <a:pt x="1562100" y="1552575"/>
                </a:moveTo>
                <a:lnTo>
                  <a:pt x="1571625" y="1552575"/>
                </a:lnTo>
                <a:lnTo>
                  <a:pt x="1571625" y="1562100"/>
                </a:lnTo>
                <a:lnTo>
                  <a:pt x="1562100" y="1562100"/>
                </a:lnTo>
                <a:close/>
                <a:moveTo>
                  <a:pt x="1581150" y="1552575"/>
                </a:moveTo>
                <a:lnTo>
                  <a:pt x="1609725" y="1552575"/>
                </a:lnTo>
                <a:lnTo>
                  <a:pt x="1609725" y="1562100"/>
                </a:lnTo>
                <a:lnTo>
                  <a:pt x="1628775" y="1562100"/>
                </a:lnTo>
                <a:lnTo>
                  <a:pt x="1628775" y="1581150"/>
                </a:lnTo>
                <a:lnTo>
                  <a:pt x="1647825" y="1581150"/>
                </a:lnTo>
                <a:lnTo>
                  <a:pt x="1647825" y="1590675"/>
                </a:lnTo>
                <a:lnTo>
                  <a:pt x="1619250" y="1590675"/>
                </a:lnTo>
                <a:lnTo>
                  <a:pt x="1619250" y="1581150"/>
                </a:lnTo>
                <a:lnTo>
                  <a:pt x="1600200" y="1581150"/>
                </a:lnTo>
                <a:lnTo>
                  <a:pt x="1600200" y="1571625"/>
                </a:lnTo>
                <a:lnTo>
                  <a:pt x="1590675" y="1571625"/>
                </a:lnTo>
                <a:lnTo>
                  <a:pt x="1590675" y="1562100"/>
                </a:lnTo>
                <a:lnTo>
                  <a:pt x="1581150" y="1562100"/>
                </a:lnTo>
                <a:close/>
                <a:moveTo>
                  <a:pt x="171450" y="1581150"/>
                </a:moveTo>
                <a:lnTo>
                  <a:pt x="180975" y="1581150"/>
                </a:lnTo>
                <a:lnTo>
                  <a:pt x="180975" y="1590675"/>
                </a:lnTo>
                <a:lnTo>
                  <a:pt x="171450" y="1590675"/>
                </a:lnTo>
                <a:close/>
                <a:moveTo>
                  <a:pt x="1200150" y="1581150"/>
                </a:moveTo>
                <a:lnTo>
                  <a:pt x="1209675" y="1581150"/>
                </a:lnTo>
                <a:lnTo>
                  <a:pt x="1209675" y="1590675"/>
                </a:lnTo>
                <a:lnTo>
                  <a:pt x="1200150" y="1590675"/>
                </a:lnTo>
                <a:close/>
                <a:moveTo>
                  <a:pt x="523875" y="1590675"/>
                </a:moveTo>
                <a:lnTo>
                  <a:pt x="533400" y="1590675"/>
                </a:lnTo>
                <a:lnTo>
                  <a:pt x="533400" y="1600200"/>
                </a:lnTo>
                <a:lnTo>
                  <a:pt x="523875" y="1600200"/>
                </a:lnTo>
                <a:close/>
                <a:moveTo>
                  <a:pt x="1685925" y="1590675"/>
                </a:moveTo>
                <a:lnTo>
                  <a:pt x="1695450" y="1590675"/>
                </a:lnTo>
                <a:lnTo>
                  <a:pt x="1695450" y="1600200"/>
                </a:lnTo>
                <a:lnTo>
                  <a:pt x="1685925" y="1600200"/>
                </a:lnTo>
                <a:close/>
                <a:moveTo>
                  <a:pt x="533400" y="1600200"/>
                </a:moveTo>
                <a:lnTo>
                  <a:pt x="552450" y="1600200"/>
                </a:lnTo>
                <a:lnTo>
                  <a:pt x="552450" y="1619250"/>
                </a:lnTo>
                <a:lnTo>
                  <a:pt x="523875" y="1619250"/>
                </a:lnTo>
                <a:lnTo>
                  <a:pt x="523875" y="1609725"/>
                </a:lnTo>
                <a:lnTo>
                  <a:pt x="533400" y="1609725"/>
                </a:lnTo>
                <a:close/>
                <a:moveTo>
                  <a:pt x="781050" y="1600200"/>
                </a:moveTo>
                <a:lnTo>
                  <a:pt x="800100" y="1600200"/>
                </a:lnTo>
                <a:lnTo>
                  <a:pt x="800100" y="1609725"/>
                </a:lnTo>
                <a:lnTo>
                  <a:pt x="809625" y="1609725"/>
                </a:lnTo>
                <a:lnTo>
                  <a:pt x="809625" y="1619250"/>
                </a:lnTo>
                <a:lnTo>
                  <a:pt x="800100" y="1619250"/>
                </a:lnTo>
                <a:lnTo>
                  <a:pt x="800100" y="1628775"/>
                </a:lnTo>
                <a:lnTo>
                  <a:pt x="685800" y="1628775"/>
                </a:lnTo>
                <a:lnTo>
                  <a:pt x="685800" y="1609725"/>
                </a:lnTo>
                <a:lnTo>
                  <a:pt x="781050" y="1609725"/>
                </a:lnTo>
                <a:close/>
                <a:moveTo>
                  <a:pt x="990600" y="1600200"/>
                </a:moveTo>
                <a:lnTo>
                  <a:pt x="1000125" y="1600200"/>
                </a:lnTo>
                <a:lnTo>
                  <a:pt x="1000125" y="1609725"/>
                </a:lnTo>
                <a:lnTo>
                  <a:pt x="990600" y="1609725"/>
                </a:lnTo>
                <a:close/>
                <a:moveTo>
                  <a:pt x="590550" y="1609725"/>
                </a:moveTo>
                <a:lnTo>
                  <a:pt x="638175" y="1609725"/>
                </a:lnTo>
                <a:lnTo>
                  <a:pt x="638175" y="1628775"/>
                </a:lnTo>
                <a:lnTo>
                  <a:pt x="590550" y="1628775"/>
                </a:lnTo>
                <a:close/>
                <a:moveTo>
                  <a:pt x="866775" y="1609725"/>
                </a:moveTo>
                <a:lnTo>
                  <a:pt x="895350" y="1609725"/>
                </a:lnTo>
                <a:lnTo>
                  <a:pt x="895350" y="1628775"/>
                </a:lnTo>
                <a:lnTo>
                  <a:pt x="866775" y="1628775"/>
                </a:lnTo>
                <a:close/>
                <a:moveTo>
                  <a:pt x="1123950" y="1609725"/>
                </a:moveTo>
                <a:lnTo>
                  <a:pt x="1152525" y="1609725"/>
                </a:lnTo>
                <a:lnTo>
                  <a:pt x="1152525" y="1619250"/>
                </a:lnTo>
                <a:lnTo>
                  <a:pt x="1162050" y="1619250"/>
                </a:lnTo>
                <a:lnTo>
                  <a:pt x="1162050" y="1628775"/>
                </a:lnTo>
                <a:lnTo>
                  <a:pt x="1123950" y="1628775"/>
                </a:lnTo>
                <a:close/>
                <a:moveTo>
                  <a:pt x="1752600" y="1609725"/>
                </a:moveTo>
                <a:lnTo>
                  <a:pt x="1762125" y="1609725"/>
                </a:lnTo>
                <a:lnTo>
                  <a:pt x="1762125" y="1628775"/>
                </a:lnTo>
                <a:lnTo>
                  <a:pt x="1743075" y="1628775"/>
                </a:lnTo>
                <a:lnTo>
                  <a:pt x="1743075" y="1619250"/>
                </a:lnTo>
                <a:lnTo>
                  <a:pt x="1752600" y="1619250"/>
                </a:lnTo>
                <a:close/>
                <a:moveTo>
                  <a:pt x="114300" y="1628775"/>
                </a:moveTo>
                <a:lnTo>
                  <a:pt x="133350" y="1628775"/>
                </a:lnTo>
                <a:lnTo>
                  <a:pt x="133350" y="1657350"/>
                </a:lnTo>
                <a:lnTo>
                  <a:pt x="114300" y="1657350"/>
                </a:lnTo>
                <a:close/>
                <a:moveTo>
                  <a:pt x="1438275" y="1638300"/>
                </a:moveTo>
                <a:lnTo>
                  <a:pt x="1447800" y="1638300"/>
                </a:lnTo>
                <a:lnTo>
                  <a:pt x="1447800" y="1647825"/>
                </a:lnTo>
                <a:lnTo>
                  <a:pt x="1438275" y="1647825"/>
                </a:lnTo>
                <a:close/>
                <a:moveTo>
                  <a:pt x="1533525" y="1638300"/>
                </a:moveTo>
                <a:lnTo>
                  <a:pt x="1562100" y="1638300"/>
                </a:lnTo>
                <a:lnTo>
                  <a:pt x="1562100" y="1647825"/>
                </a:lnTo>
                <a:lnTo>
                  <a:pt x="1533525" y="1647825"/>
                </a:lnTo>
                <a:close/>
                <a:moveTo>
                  <a:pt x="1571625" y="1638300"/>
                </a:moveTo>
                <a:lnTo>
                  <a:pt x="1581150" y="1638300"/>
                </a:lnTo>
                <a:lnTo>
                  <a:pt x="1581150" y="1647825"/>
                </a:lnTo>
                <a:lnTo>
                  <a:pt x="1571625" y="1647825"/>
                </a:lnTo>
                <a:close/>
                <a:moveTo>
                  <a:pt x="1343025" y="1647825"/>
                </a:moveTo>
                <a:lnTo>
                  <a:pt x="1352550" y="1647825"/>
                </a:lnTo>
                <a:lnTo>
                  <a:pt x="1352550" y="1657350"/>
                </a:lnTo>
                <a:lnTo>
                  <a:pt x="1343025" y="1657350"/>
                </a:lnTo>
                <a:close/>
                <a:moveTo>
                  <a:pt x="638175" y="1685925"/>
                </a:moveTo>
                <a:lnTo>
                  <a:pt x="647700" y="1685925"/>
                </a:lnTo>
                <a:lnTo>
                  <a:pt x="647700" y="1695450"/>
                </a:lnTo>
                <a:lnTo>
                  <a:pt x="638175" y="1695450"/>
                </a:lnTo>
                <a:close/>
                <a:moveTo>
                  <a:pt x="342900" y="1695450"/>
                </a:moveTo>
                <a:lnTo>
                  <a:pt x="361950" y="1695450"/>
                </a:lnTo>
                <a:lnTo>
                  <a:pt x="361950" y="1704975"/>
                </a:lnTo>
                <a:lnTo>
                  <a:pt x="342900" y="1704975"/>
                </a:lnTo>
                <a:close/>
                <a:moveTo>
                  <a:pt x="1381125" y="1704975"/>
                </a:moveTo>
                <a:lnTo>
                  <a:pt x="1390650" y="1704975"/>
                </a:lnTo>
                <a:lnTo>
                  <a:pt x="1390650" y="1724025"/>
                </a:lnTo>
                <a:lnTo>
                  <a:pt x="1381125" y="1724025"/>
                </a:lnTo>
                <a:close/>
                <a:moveTo>
                  <a:pt x="1276350" y="1724025"/>
                </a:moveTo>
                <a:lnTo>
                  <a:pt x="1304925" y="1724025"/>
                </a:lnTo>
                <a:lnTo>
                  <a:pt x="1304925" y="1733550"/>
                </a:lnTo>
                <a:lnTo>
                  <a:pt x="1314450" y="1733550"/>
                </a:lnTo>
                <a:lnTo>
                  <a:pt x="1314450" y="1724025"/>
                </a:lnTo>
                <a:lnTo>
                  <a:pt x="1323975" y="1724025"/>
                </a:lnTo>
                <a:lnTo>
                  <a:pt x="1323975" y="1733550"/>
                </a:lnTo>
                <a:lnTo>
                  <a:pt x="1333500" y="1733550"/>
                </a:lnTo>
                <a:lnTo>
                  <a:pt x="1333500" y="1743075"/>
                </a:lnTo>
                <a:lnTo>
                  <a:pt x="1285875" y="1743075"/>
                </a:lnTo>
                <a:lnTo>
                  <a:pt x="1285875" y="1762125"/>
                </a:lnTo>
                <a:lnTo>
                  <a:pt x="1266825" y="1762125"/>
                </a:lnTo>
                <a:lnTo>
                  <a:pt x="1266825" y="1743075"/>
                </a:lnTo>
                <a:lnTo>
                  <a:pt x="1219200" y="1743075"/>
                </a:lnTo>
                <a:lnTo>
                  <a:pt x="1219200" y="1762125"/>
                </a:lnTo>
                <a:lnTo>
                  <a:pt x="1181100" y="1762125"/>
                </a:lnTo>
                <a:lnTo>
                  <a:pt x="1181100" y="1771650"/>
                </a:lnTo>
                <a:lnTo>
                  <a:pt x="1162050" y="1771650"/>
                </a:lnTo>
                <a:lnTo>
                  <a:pt x="1162050" y="1790700"/>
                </a:lnTo>
                <a:lnTo>
                  <a:pt x="1152525" y="1790700"/>
                </a:lnTo>
                <a:lnTo>
                  <a:pt x="1152525" y="1781175"/>
                </a:lnTo>
                <a:lnTo>
                  <a:pt x="1143000" y="1781175"/>
                </a:lnTo>
                <a:lnTo>
                  <a:pt x="1143000" y="1771650"/>
                </a:lnTo>
                <a:lnTo>
                  <a:pt x="1133475" y="1771650"/>
                </a:lnTo>
                <a:lnTo>
                  <a:pt x="1133475" y="1762125"/>
                </a:lnTo>
                <a:lnTo>
                  <a:pt x="1171575" y="1762125"/>
                </a:lnTo>
                <a:lnTo>
                  <a:pt x="1171575" y="1743075"/>
                </a:lnTo>
                <a:lnTo>
                  <a:pt x="1123950" y="1743075"/>
                </a:lnTo>
                <a:lnTo>
                  <a:pt x="1123950" y="1762125"/>
                </a:lnTo>
                <a:lnTo>
                  <a:pt x="1104900" y="1762125"/>
                </a:lnTo>
                <a:lnTo>
                  <a:pt x="1104900" y="1743075"/>
                </a:lnTo>
                <a:lnTo>
                  <a:pt x="1047750" y="1743075"/>
                </a:lnTo>
                <a:lnTo>
                  <a:pt x="1047750" y="1762125"/>
                </a:lnTo>
                <a:lnTo>
                  <a:pt x="1019175" y="1762125"/>
                </a:lnTo>
                <a:lnTo>
                  <a:pt x="1019175" y="1752600"/>
                </a:lnTo>
                <a:lnTo>
                  <a:pt x="1028700" y="1752600"/>
                </a:lnTo>
                <a:lnTo>
                  <a:pt x="1028700" y="1743075"/>
                </a:lnTo>
                <a:lnTo>
                  <a:pt x="1019175" y="1743075"/>
                </a:lnTo>
                <a:lnTo>
                  <a:pt x="1019175" y="1733550"/>
                </a:lnTo>
                <a:lnTo>
                  <a:pt x="1028700" y="1733550"/>
                </a:lnTo>
                <a:lnTo>
                  <a:pt x="1028700" y="1743075"/>
                </a:lnTo>
                <a:lnTo>
                  <a:pt x="1038225" y="1743075"/>
                </a:lnTo>
                <a:lnTo>
                  <a:pt x="1038225" y="1733550"/>
                </a:lnTo>
                <a:lnTo>
                  <a:pt x="1276350" y="1733550"/>
                </a:lnTo>
                <a:close/>
                <a:moveTo>
                  <a:pt x="1362075" y="1724025"/>
                </a:moveTo>
                <a:lnTo>
                  <a:pt x="1371600" y="1724025"/>
                </a:lnTo>
                <a:lnTo>
                  <a:pt x="1371600" y="1733550"/>
                </a:lnTo>
                <a:lnTo>
                  <a:pt x="1381125" y="1733550"/>
                </a:lnTo>
                <a:lnTo>
                  <a:pt x="1381125" y="1762125"/>
                </a:lnTo>
                <a:lnTo>
                  <a:pt x="1333500" y="1762125"/>
                </a:lnTo>
                <a:lnTo>
                  <a:pt x="1333500" y="1743075"/>
                </a:lnTo>
                <a:lnTo>
                  <a:pt x="1352550" y="1743075"/>
                </a:lnTo>
                <a:lnTo>
                  <a:pt x="1352550" y="1733550"/>
                </a:lnTo>
                <a:lnTo>
                  <a:pt x="1362075" y="1733550"/>
                </a:lnTo>
                <a:close/>
                <a:moveTo>
                  <a:pt x="333375" y="1733550"/>
                </a:moveTo>
                <a:lnTo>
                  <a:pt x="342900" y="1733550"/>
                </a:lnTo>
                <a:lnTo>
                  <a:pt x="342900" y="1743075"/>
                </a:lnTo>
                <a:lnTo>
                  <a:pt x="361950" y="1743075"/>
                </a:lnTo>
                <a:lnTo>
                  <a:pt x="361950" y="1752600"/>
                </a:lnTo>
                <a:lnTo>
                  <a:pt x="352425" y="1752600"/>
                </a:lnTo>
                <a:lnTo>
                  <a:pt x="352425" y="1762125"/>
                </a:lnTo>
                <a:lnTo>
                  <a:pt x="323850" y="1762125"/>
                </a:lnTo>
                <a:lnTo>
                  <a:pt x="323850" y="1752600"/>
                </a:lnTo>
                <a:lnTo>
                  <a:pt x="333375" y="1752600"/>
                </a:lnTo>
                <a:close/>
                <a:moveTo>
                  <a:pt x="733425" y="1733550"/>
                </a:moveTo>
                <a:lnTo>
                  <a:pt x="819150" y="1733550"/>
                </a:lnTo>
                <a:lnTo>
                  <a:pt x="819150" y="1743075"/>
                </a:lnTo>
                <a:lnTo>
                  <a:pt x="752475" y="1743075"/>
                </a:lnTo>
                <a:lnTo>
                  <a:pt x="752475" y="1752600"/>
                </a:lnTo>
                <a:lnTo>
                  <a:pt x="742950" y="1752600"/>
                </a:lnTo>
                <a:lnTo>
                  <a:pt x="742950" y="1762125"/>
                </a:lnTo>
                <a:lnTo>
                  <a:pt x="704850" y="1762125"/>
                </a:lnTo>
                <a:lnTo>
                  <a:pt x="704850" y="1752600"/>
                </a:lnTo>
                <a:lnTo>
                  <a:pt x="733425" y="1752600"/>
                </a:lnTo>
                <a:close/>
                <a:moveTo>
                  <a:pt x="838200" y="1733550"/>
                </a:moveTo>
                <a:lnTo>
                  <a:pt x="866775" y="1733550"/>
                </a:lnTo>
                <a:lnTo>
                  <a:pt x="866775" y="1743075"/>
                </a:lnTo>
                <a:lnTo>
                  <a:pt x="838200" y="1743075"/>
                </a:lnTo>
                <a:close/>
                <a:moveTo>
                  <a:pt x="895350" y="1733550"/>
                </a:moveTo>
                <a:lnTo>
                  <a:pt x="981075" y="1733550"/>
                </a:lnTo>
                <a:lnTo>
                  <a:pt x="981075" y="1743075"/>
                </a:lnTo>
                <a:lnTo>
                  <a:pt x="895350" y="1743075"/>
                </a:lnTo>
                <a:close/>
                <a:moveTo>
                  <a:pt x="1409700" y="1733550"/>
                </a:moveTo>
                <a:lnTo>
                  <a:pt x="1695450" y="1733550"/>
                </a:lnTo>
                <a:lnTo>
                  <a:pt x="1695450" y="1762125"/>
                </a:lnTo>
                <a:lnTo>
                  <a:pt x="1685925" y="1762125"/>
                </a:lnTo>
                <a:lnTo>
                  <a:pt x="1685925" y="1743075"/>
                </a:lnTo>
                <a:lnTo>
                  <a:pt x="1676400" y="1743075"/>
                </a:lnTo>
                <a:lnTo>
                  <a:pt x="1676400" y="1762125"/>
                </a:lnTo>
                <a:lnTo>
                  <a:pt x="1666875" y="1762125"/>
                </a:lnTo>
                <a:lnTo>
                  <a:pt x="1666875" y="1743075"/>
                </a:lnTo>
                <a:lnTo>
                  <a:pt x="1638300" y="1743075"/>
                </a:lnTo>
                <a:lnTo>
                  <a:pt x="1638300" y="1752600"/>
                </a:lnTo>
                <a:lnTo>
                  <a:pt x="1609725" y="1752600"/>
                </a:lnTo>
                <a:lnTo>
                  <a:pt x="1609725" y="1762125"/>
                </a:lnTo>
                <a:lnTo>
                  <a:pt x="1590675" y="1762125"/>
                </a:lnTo>
                <a:lnTo>
                  <a:pt x="1590675" y="1752600"/>
                </a:lnTo>
                <a:lnTo>
                  <a:pt x="1562100" y="1752600"/>
                </a:lnTo>
                <a:lnTo>
                  <a:pt x="1562100" y="1743075"/>
                </a:lnTo>
                <a:lnTo>
                  <a:pt x="1543050" y="1743075"/>
                </a:lnTo>
                <a:lnTo>
                  <a:pt x="1543050" y="1762125"/>
                </a:lnTo>
                <a:lnTo>
                  <a:pt x="1504950" y="1762125"/>
                </a:lnTo>
                <a:lnTo>
                  <a:pt x="1504950" y="1743075"/>
                </a:lnTo>
                <a:lnTo>
                  <a:pt x="1409700" y="1743075"/>
                </a:lnTo>
                <a:close/>
                <a:moveTo>
                  <a:pt x="1724025" y="1733550"/>
                </a:moveTo>
                <a:lnTo>
                  <a:pt x="1752600" y="1733550"/>
                </a:lnTo>
                <a:lnTo>
                  <a:pt x="1752600" y="1743075"/>
                </a:lnTo>
                <a:lnTo>
                  <a:pt x="1724025" y="1743075"/>
                </a:lnTo>
                <a:close/>
                <a:moveTo>
                  <a:pt x="457200" y="1743075"/>
                </a:moveTo>
                <a:lnTo>
                  <a:pt x="476250" y="1743075"/>
                </a:lnTo>
                <a:lnTo>
                  <a:pt x="476250" y="1752600"/>
                </a:lnTo>
                <a:lnTo>
                  <a:pt x="466725" y="1752600"/>
                </a:lnTo>
                <a:lnTo>
                  <a:pt x="466725" y="1771650"/>
                </a:lnTo>
                <a:lnTo>
                  <a:pt x="419100" y="1771650"/>
                </a:lnTo>
                <a:lnTo>
                  <a:pt x="419100" y="1762125"/>
                </a:lnTo>
                <a:lnTo>
                  <a:pt x="409575" y="1762125"/>
                </a:lnTo>
                <a:lnTo>
                  <a:pt x="409575" y="1752600"/>
                </a:lnTo>
                <a:lnTo>
                  <a:pt x="457200" y="1752600"/>
                </a:lnTo>
                <a:close/>
                <a:moveTo>
                  <a:pt x="495300" y="1743075"/>
                </a:moveTo>
                <a:lnTo>
                  <a:pt x="504825" y="1743075"/>
                </a:lnTo>
                <a:lnTo>
                  <a:pt x="504825" y="1762125"/>
                </a:lnTo>
                <a:lnTo>
                  <a:pt x="523875" y="1762125"/>
                </a:lnTo>
                <a:lnTo>
                  <a:pt x="523875" y="1771650"/>
                </a:lnTo>
                <a:lnTo>
                  <a:pt x="495300" y="1771650"/>
                </a:lnTo>
                <a:close/>
                <a:moveTo>
                  <a:pt x="542925" y="1743075"/>
                </a:moveTo>
                <a:lnTo>
                  <a:pt x="581025" y="1743075"/>
                </a:lnTo>
                <a:lnTo>
                  <a:pt x="581025" y="1762125"/>
                </a:lnTo>
                <a:lnTo>
                  <a:pt x="552450" y="1762125"/>
                </a:lnTo>
                <a:lnTo>
                  <a:pt x="552450" y="1752600"/>
                </a:lnTo>
                <a:lnTo>
                  <a:pt x="542925" y="1752600"/>
                </a:lnTo>
                <a:close/>
                <a:moveTo>
                  <a:pt x="657225" y="1743075"/>
                </a:moveTo>
                <a:lnTo>
                  <a:pt x="676275" y="1743075"/>
                </a:lnTo>
                <a:lnTo>
                  <a:pt x="676275" y="1752600"/>
                </a:lnTo>
                <a:lnTo>
                  <a:pt x="666750" y="1752600"/>
                </a:lnTo>
                <a:lnTo>
                  <a:pt x="666750" y="1762125"/>
                </a:lnTo>
                <a:lnTo>
                  <a:pt x="657225" y="1762125"/>
                </a:lnTo>
                <a:close/>
                <a:moveTo>
                  <a:pt x="390525" y="1752600"/>
                </a:moveTo>
                <a:lnTo>
                  <a:pt x="400050" y="1752600"/>
                </a:lnTo>
                <a:lnTo>
                  <a:pt x="400050" y="1762125"/>
                </a:lnTo>
                <a:lnTo>
                  <a:pt x="390525" y="1762125"/>
                </a:lnTo>
                <a:close/>
                <a:moveTo>
                  <a:pt x="876300" y="1752600"/>
                </a:moveTo>
                <a:lnTo>
                  <a:pt x="895350" y="1752600"/>
                </a:lnTo>
                <a:lnTo>
                  <a:pt x="895350" y="1762125"/>
                </a:lnTo>
                <a:lnTo>
                  <a:pt x="876300" y="1762125"/>
                </a:lnTo>
                <a:close/>
                <a:moveTo>
                  <a:pt x="971550" y="1752600"/>
                </a:moveTo>
                <a:lnTo>
                  <a:pt x="1000125" y="1752600"/>
                </a:lnTo>
                <a:lnTo>
                  <a:pt x="1000125" y="1762125"/>
                </a:lnTo>
                <a:lnTo>
                  <a:pt x="971550" y="1762125"/>
                </a:lnTo>
                <a:close/>
                <a:moveTo>
                  <a:pt x="1095375" y="1790700"/>
                </a:moveTo>
                <a:lnTo>
                  <a:pt x="1104900" y="1790700"/>
                </a:lnTo>
                <a:lnTo>
                  <a:pt x="1104900" y="1800225"/>
                </a:lnTo>
                <a:lnTo>
                  <a:pt x="1095375" y="1800225"/>
                </a:lnTo>
                <a:close/>
                <a:moveTo>
                  <a:pt x="1057275" y="1800225"/>
                </a:moveTo>
                <a:lnTo>
                  <a:pt x="1066800" y="1800225"/>
                </a:lnTo>
                <a:lnTo>
                  <a:pt x="1066800" y="1809750"/>
                </a:lnTo>
                <a:lnTo>
                  <a:pt x="1057275" y="1809750"/>
                </a:lnTo>
                <a:close/>
                <a:moveTo>
                  <a:pt x="1076325" y="1800225"/>
                </a:moveTo>
                <a:lnTo>
                  <a:pt x="1085850" y="1800225"/>
                </a:lnTo>
                <a:lnTo>
                  <a:pt x="1085850" y="1809750"/>
                </a:lnTo>
                <a:lnTo>
                  <a:pt x="1076325" y="1809750"/>
                </a:lnTo>
                <a:close/>
                <a:moveTo>
                  <a:pt x="28575" y="1809750"/>
                </a:moveTo>
                <a:lnTo>
                  <a:pt x="38100" y="1809750"/>
                </a:lnTo>
                <a:lnTo>
                  <a:pt x="38100" y="1828800"/>
                </a:lnTo>
                <a:lnTo>
                  <a:pt x="28575" y="1828800"/>
                </a:lnTo>
                <a:close/>
                <a:moveTo>
                  <a:pt x="9525" y="1819275"/>
                </a:moveTo>
                <a:lnTo>
                  <a:pt x="19050" y="1819275"/>
                </a:lnTo>
                <a:lnTo>
                  <a:pt x="19050" y="1866900"/>
                </a:lnTo>
                <a:lnTo>
                  <a:pt x="38100" y="1866900"/>
                </a:lnTo>
                <a:lnTo>
                  <a:pt x="38100" y="1905000"/>
                </a:lnTo>
                <a:lnTo>
                  <a:pt x="28575" y="1905000"/>
                </a:lnTo>
                <a:lnTo>
                  <a:pt x="28575" y="1914525"/>
                </a:lnTo>
                <a:lnTo>
                  <a:pt x="19050" y="1914525"/>
                </a:lnTo>
                <a:lnTo>
                  <a:pt x="19050" y="1905000"/>
                </a:lnTo>
                <a:lnTo>
                  <a:pt x="0" y="1905000"/>
                </a:lnTo>
                <a:lnTo>
                  <a:pt x="0" y="1857375"/>
                </a:lnTo>
                <a:lnTo>
                  <a:pt x="9525" y="1857375"/>
                </a:lnTo>
                <a:lnTo>
                  <a:pt x="9525" y="1847850"/>
                </a:lnTo>
                <a:lnTo>
                  <a:pt x="0" y="1847850"/>
                </a:lnTo>
                <a:lnTo>
                  <a:pt x="0" y="1828800"/>
                </a:lnTo>
                <a:lnTo>
                  <a:pt x="9525" y="1828800"/>
                </a:lnTo>
                <a:close/>
                <a:moveTo>
                  <a:pt x="114300" y="1819275"/>
                </a:moveTo>
                <a:lnTo>
                  <a:pt x="133350" y="1819275"/>
                </a:lnTo>
                <a:lnTo>
                  <a:pt x="133350" y="1838325"/>
                </a:lnTo>
                <a:lnTo>
                  <a:pt x="114300" y="1838325"/>
                </a:lnTo>
                <a:close/>
                <a:moveTo>
                  <a:pt x="1228725" y="1819275"/>
                </a:moveTo>
                <a:lnTo>
                  <a:pt x="1238250" y="1819275"/>
                </a:lnTo>
                <a:lnTo>
                  <a:pt x="1238250" y="1828800"/>
                </a:lnTo>
                <a:lnTo>
                  <a:pt x="1228725" y="1828800"/>
                </a:lnTo>
                <a:close/>
                <a:moveTo>
                  <a:pt x="1181100" y="1828800"/>
                </a:moveTo>
                <a:lnTo>
                  <a:pt x="1200150" y="1828800"/>
                </a:lnTo>
                <a:lnTo>
                  <a:pt x="1200150" y="1838325"/>
                </a:lnTo>
                <a:lnTo>
                  <a:pt x="1181100" y="1838325"/>
                </a:lnTo>
                <a:close/>
                <a:moveTo>
                  <a:pt x="1266825" y="1828800"/>
                </a:moveTo>
                <a:lnTo>
                  <a:pt x="1285875" y="1828800"/>
                </a:lnTo>
                <a:lnTo>
                  <a:pt x="1285875" y="1838325"/>
                </a:lnTo>
                <a:lnTo>
                  <a:pt x="1266825" y="1838325"/>
                </a:lnTo>
                <a:close/>
                <a:moveTo>
                  <a:pt x="533400" y="1866900"/>
                </a:moveTo>
                <a:lnTo>
                  <a:pt x="542925" y="1866900"/>
                </a:lnTo>
                <a:lnTo>
                  <a:pt x="542925" y="1876425"/>
                </a:lnTo>
                <a:lnTo>
                  <a:pt x="533400" y="1876425"/>
                </a:lnTo>
                <a:close/>
                <a:moveTo>
                  <a:pt x="895350" y="1866900"/>
                </a:moveTo>
                <a:lnTo>
                  <a:pt x="914400" y="1866900"/>
                </a:lnTo>
                <a:lnTo>
                  <a:pt x="914400" y="1876425"/>
                </a:lnTo>
                <a:lnTo>
                  <a:pt x="895350" y="1876425"/>
                </a:lnTo>
                <a:close/>
                <a:moveTo>
                  <a:pt x="990600" y="1866900"/>
                </a:moveTo>
                <a:lnTo>
                  <a:pt x="1028700" y="1866900"/>
                </a:lnTo>
                <a:lnTo>
                  <a:pt x="1028700" y="1876425"/>
                </a:lnTo>
                <a:lnTo>
                  <a:pt x="990600" y="1876425"/>
                </a:lnTo>
                <a:close/>
                <a:moveTo>
                  <a:pt x="1066800" y="1866900"/>
                </a:moveTo>
                <a:lnTo>
                  <a:pt x="1076325" y="1866900"/>
                </a:lnTo>
                <a:lnTo>
                  <a:pt x="1076325" y="1876425"/>
                </a:lnTo>
                <a:lnTo>
                  <a:pt x="1066800" y="1876425"/>
                </a:lnTo>
                <a:close/>
                <a:moveTo>
                  <a:pt x="1524000" y="1866900"/>
                </a:moveTo>
                <a:lnTo>
                  <a:pt x="1552575" y="1866900"/>
                </a:lnTo>
                <a:lnTo>
                  <a:pt x="1552575" y="1876425"/>
                </a:lnTo>
                <a:lnTo>
                  <a:pt x="1524000" y="1876425"/>
                </a:lnTo>
                <a:close/>
                <a:moveTo>
                  <a:pt x="495300" y="1876425"/>
                </a:moveTo>
                <a:lnTo>
                  <a:pt x="523875" y="1876425"/>
                </a:lnTo>
                <a:lnTo>
                  <a:pt x="523875" y="1895475"/>
                </a:lnTo>
                <a:lnTo>
                  <a:pt x="495300" y="1895475"/>
                </a:lnTo>
                <a:close/>
                <a:moveTo>
                  <a:pt x="647700" y="1876425"/>
                </a:moveTo>
                <a:lnTo>
                  <a:pt x="657225" y="1876425"/>
                </a:lnTo>
                <a:lnTo>
                  <a:pt x="657225" y="1895475"/>
                </a:lnTo>
                <a:lnTo>
                  <a:pt x="647700" y="1895475"/>
                </a:lnTo>
                <a:close/>
                <a:moveTo>
                  <a:pt x="552450" y="1885950"/>
                </a:moveTo>
                <a:lnTo>
                  <a:pt x="561975" y="1885950"/>
                </a:lnTo>
                <a:lnTo>
                  <a:pt x="561975" y="1895475"/>
                </a:lnTo>
                <a:lnTo>
                  <a:pt x="552450" y="1895475"/>
                </a:lnTo>
                <a:close/>
                <a:moveTo>
                  <a:pt x="857250" y="1895475"/>
                </a:moveTo>
                <a:lnTo>
                  <a:pt x="885825" y="1895475"/>
                </a:lnTo>
                <a:lnTo>
                  <a:pt x="885825" y="1905000"/>
                </a:lnTo>
                <a:lnTo>
                  <a:pt x="857250" y="1905000"/>
                </a:lnTo>
                <a:close/>
                <a:moveTo>
                  <a:pt x="1000125" y="1895475"/>
                </a:moveTo>
                <a:lnTo>
                  <a:pt x="1028700" y="1895475"/>
                </a:lnTo>
                <a:lnTo>
                  <a:pt x="1028700" y="1905000"/>
                </a:lnTo>
                <a:lnTo>
                  <a:pt x="1000125" y="1905000"/>
                </a:lnTo>
                <a:close/>
                <a:moveTo>
                  <a:pt x="828675" y="1924050"/>
                </a:moveTo>
                <a:lnTo>
                  <a:pt x="838200" y="1924050"/>
                </a:lnTo>
                <a:lnTo>
                  <a:pt x="838200" y="1943100"/>
                </a:lnTo>
                <a:lnTo>
                  <a:pt x="828675" y="1943100"/>
                </a:lnTo>
                <a:lnTo>
                  <a:pt x="828675" y="1952625"/>
                </a:lnTo>
                <a:lnTo>
                  <a:pt x="819150" y="1952625"/>
                </a:lnTo>
                <a:lnTo>
                  <a:pt x="819150" y="1933575"/>
                </a:lnTo>
                <a:lnTo>
                  <a:pt x="828675" y="1933575"/>
                </a:lnTo>
                <a:close/>
                <a:moveTo>
                  <a:pt x="990600" y="1924050"/>
                </a:moveTo>
                <a:lnTo>
                  <a:pt x="1000125" y="1924050"/>
                </a:lnTo>
                <a:lnTo>
                  <a:pt x="1000125" y="1952625"/>
                </a:lnTo>
                <a:lnTo>
                  <a:pt x="981075" y="1952625"/>
                </a:lnTo>
                <a:lnTo>
                  <a:pt x="981075" y="1933575"/>
                </a:lnTo>
                <a:lnTo>
                  <a:pt x="990600" y="1933575"/>
                </a:lnTo>
                <a:close/>
                <a:moveTo>
                  <a:pt x="371475" y="1952625"/>
                </a:moveTo>
                <a:lnTo>
                  <a:pt x="409575" y="1952625"/>
                </a:lnTo>
                <a:lnTo>
                  <a:pt x="409575" y="1962150"/>
                </a:lnTo>
                <a:lnTo>
                  <a:pt x="371475" y="1962150"/>
                </a:lnTo>
                <a:close/>
                <a:moveTo>
                  <a:pt x="800100" y="2000250"/>
                </a:moveTo>
                <a:lnTo>
                  <a:pt x="828675" y="2000250"/>
                </a:lnTo>
                <a:lnTo>
                  <a:pt x="828675" y="2009775"/>
                </a:lnTo>
                <a:lnTo>
                  <a:pt x="800100" y="2009775"/>
                </a:lnTo>
                <a:close/>
                <a:moveTo>
                  <a:pt x="838200" y="2000250"/>
                </a:moveTo>
                <a:lnTo>
                  <a:pt x="847725" y="2000250"/>
                </a:lnTo>
                <a:lnTo>
                  <a:pt x="847725" y="2009775"/>
                </a:lnTo>
                <a:lnTo>
                  <a:pt x="838200" y="2009775"/>
                </a:lnTo>
                <a:close/>
                <a:moveTo>
                  <a:pt x="857250" y="2000250"/>
                </a:moveTo>
                <a:lnTo>
                  <a:pt x="866775" y="2000250"/>
                </a:lnTo>
                <a:lnTo>
                  <a:pt x="866775" y="2009775"/>
                </a:lnTo>
                <a:lnTo>
                  <a:pt x="857250" y="2009775"/>
                </a:lnTo>
                <a:close/>
                <a:moveTo>
                  <a:pt x="1343025" y="2000250"/>
                </a:moveTo>
                <a:lnTo>
                  <a:pt x="1362075" y="2000250"/>
                </a:lnTo>
                <a:lnTo>
                  <a:pt x="1362075" y="2009775"/>
                </a:lnTo>
                <a:lnTo>
                  <a:pt x="1343025" y="2009775"/>
                </a:lnTo>
                <a:close/>
                <a:moveTo>
                  <a:pt x="1552575" y="2000250"/>
                </a:moveTo>
                <a:lnTo>
                  <a:pt x="1571625" y="2000250"/>
                </a:lnTo>
                <a:lnTo>
                  <a:pt x="1571625" y="2009775"/>
                </a:lnTo>
                <a:lnTo>
                  <a:pt x="1552575" y="2009775"/>
                </a:lnTo>
                <a:close/>
                <a:moveTo>
                  <a:pt x="1647825" y="2000250"/>
                </a:moveTo>
                <a:lnTo>
                  <a:pt x="1666875" y="2000250"/>
                </a:lnTo>
                <a:lnTo>
                  <a:pt x="1666875" y="2009775"/>
                </a:lnTo>
                <a:lnTo>
                  <a:pt x="1647825" y="2009775"/>
                </a:lnTo>
                <a:close/>
                <a:moveTo>
                  <a:pt x="1762125" y="2000250"/>
                </a:moveTo>
                <a:lnTo>
                  <a:pt x="1771650" y="2000250"/>
                </a:lnTo>
                <a:lnTo>
                  <a:pt x="1771650" y="2009775"/>
                </a:lnTo>
                <a:lnTo>
                  <a:pt x="1762125" y="2009775"/>
                </a:lnTo>
                <a:close/>
                <a:moveTo>
                  <a:pt x="1724025" y="2009775"/>
                </a:moveTo>
                <a:lnTo>
                  <a:pt x="1743075" y="2009775"/>
                </a:lnTo>
                <a:lnTo>
                  <a:pt x="1743075" y="2019300"/>
                </a:lnTo>
                <a:lnTo>
                  <a:pt x="1724025" y="2019300"/>
                </a:lnTo>
                <a:close/>
                <a:moveTo>
                  <a:pt x="1771650" y="2009775"/>
                </a:moveTo>
                <a:lnTo>
                  <a:pt x="1781175" y="2009775"/>
                </a:lnTo>
                <a:lnTo>
                  <a:pt x="1781175" y="2028825"/>
                </a:lnTo>
                <a:lnTo>
                  <a:pt x="1771650" y="2028825"/>
                </a:lnTo>
                <a:close/>
                <a:moveTo>
                  <a:pt x="1333500" y="2028825"/>
                </a:moveTo>
                <a:lnTo>
                  <a:pt x="1343025" y="2028825"/>
                </a:lnTo>
                <a:lnTo>
                  <a:pt x="1343025" y="2038350"/>
                </a:lnTo>
                <a:lnTo>
                  <a:pt x="1333500" y="2038350"/>
                </a:lnTo>
                <a:close/>
                <a:moveTo>
                  <a:pt x="1571625" y="2028825"/>
                </a:moveTo>
                <a:lnTo>
                  <a:pt x="1581150" y="2028825"/>
                </a:lnTo>
                <a:lnTo>
                  <a:pt x="1581150" y="2038350"/>
                </a:lnTo>
                <a:lnTo>
                  <a:pt x="1571625" y="2038350"/>
                </a:lnTo>
                <a:close/>
                <a:moveTo>
                  <a:pt x="1714500" y="2028825"/>
                </a:moveTo>
                <a:lnTo>
                  <a:pt x="1724025" y="2028825"/>
                </a:lnTo>
                <a:lnTo>
                  <a:pt x="1724025" y="2038350"/>
                </a:lnTo>
                <a:lnTo>
                  <a:pt x="1714500" y="2038350"/>
                </a:lnTo>
                <a:close/>
              </a:path>
            </a:pathLst>
          </a:custGeom>
          <a:solidFill xmlns:a="http://schemas.openxmlformats.org/drawingml/2006/main">
            <a:srgbClr val="F2EEE2"/>
          </a:solidFill>
          <a:ln xmlns:a="http://schemas.openxmlformats.org/drawingml/2006/main" w="0">
            <a:noFill/>
          </a:ln>
        </p:spPr>
      </p:sp>
      <p:sp>
        <p:nvSpPr>
          <p:cNvPr id="142" name="sales vector #f1eee2">
            <a:extLst xmlns:a="http://schemas.openxmlformats.org/drawingml/2006/main">
              <a:ext uri="{FF2B5EF4-FFF2-40B4-BE49-F238E27FC236}">
                <a16:creationId xmlns:a16="http://schemas.microsoft.com/office/drawing/2014/main" id="{EB632915-0E4E-42A6-8334-439EFC5199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381625" y="4914900"/>
            <a:ext cx="2247900" cy="2400300"/>
          </a:xfrm>
          <a:custGeom xmlns:a="http://schemas.openxmlformats.org/drawingml/2006/main">
            <a:pathLst>
              <a:path w="1905000" h="2038350">
                <a:moveTo>
                  <a:pt x="533400" y="28575"/>
                </a:moveTo>
                <a:lnTo>
                  <a:pt x="542925" y="28575"/>
                </a:lnTo>
                <a:lnTo>
                  <a:pt x="542925" y="38100"/>
                </a:lnTo>
                <a:lnTo>
                  <a:pt x="533400" y="38100"/>
                </a:lnTo>
                <a:close/>
                <a:moveTo>
                  <a:pt x="571500" y="28575"/>
                </a:moveTo>
                <a:lnTo>
                  <a:pt x="600075" y="28575"/>
                </a:lnTo>
                <a:lnTo>
                  <a:pt x="600075" y="38100"/>
                </a:lnTo>
                <a:lnTo>
                  <a:pt x="571500" y="38100"/>
                </a:lnTo>
                <a:close/>
                <a:moveTo>
                  <a:pt x="723900" y="28575"/>
                </a:moveTo>
                <a:lnTo>
                  <a:pt x="733425" y="28575"/>
                </a:lnTo>
                <a:lnTo>
                  <a:pt x="733425" y="38100"/>
                </a:lnTo>
                <a:lnTo>
                  <a:pt x="723900" y="38100"/>
                </a:lnTo>
                <a:close/>
                <a:moveTo>
                  <a:pt x="742950" y="28575"/>
                </a:moveTo>
                <a:lnTo>
                  <a:pt x="752475" y="28575"/>
                </a:lnTo>
                <a:lnTo>
                  <a:pt x="752475" y="38100"/>
                </a:lnTo>
                <a:lnTo>
                  <a:pt x="742950" y="38100"/>
                </a:lnTo>
                <a:close/>
                <a:moveTo>
                  <a:pt x="790575" y="28575"/>
                </a:moveTo>
                <a:lnTo>
                  <a:pt x="809625" y="28575"/>
                </a:lnTo>
                <a:lnTo>
                  <a:pt x="809625" y="38100"/>
                </a:lnTo>
                <a:lnTo>
                  <a:pt x="790575" y="38100"/>
                </a:lnTo>
                <a:close/>
                <a:moveTo>
                  <a:pt x="1019175" y="28575"/>
                </a:moveTo>
                <a:lnTo>
                  <a:pt x="1028700" y="28575"/>
                </a:lnTo>
                <a:lnTo>
                  <a:pt x="1028700" y="38100"/>
                </a:lnTo>
                <a:lnTo>
                  <a:pt x="1019175" y="38100"/>
                </a:lnTo>
                <a:close/>
                <a:moveTo>
                  <a:pt x="1085850" y="28575"/>
                </a:moveTo>
                <a:lnTo>
                  <a:pt x="1114425" y="28575"/>
                </a:lnTo>
                <a:lnTo>
                  <a:pt x="1114425" y="38100"/>
                </a:lnTo>
                <a:lnTo>
                  <a:pt x="1085850" y="38100"/>
                </a:lnTo>
                <a:close/>
                <a:moveTo>
                  <a:pt x="1123950" y="28575"/>
                </a:moveTo>
                <a:lnTo>
                  <a:pt x="1152525" y="28575"/>
                </a:lnTo>
                <a:lnTo>
                  <a:pt x="1152525" y="38100"/>
                </a:lnTo>
                <a:lnTo>
                  <a:pt x="1123950" y="38100"/>
                </a:lnTo>
                <a:close/>
                <a:moveTo>
                  <a:pt x="1543050" y="28575"/>
                </a:moveTo>
                <a:lnTo>
                  <a:pt x="1571625" y="28575"/>
                </a:lnTo>
                <a:lnTo>
                  <a:pt x="1571625" y="38100"/>
                </a:lnTo>
                <a:lnTo>
                  <a:pt x="1543050" y="38100"/>
                </a:lnTo>
                <a:close/>
                <a:moveTo>
                  <a:pt x="1600200" y="38100"/>
                </a:moveTo>
                <a:lnTo>
                  <a:pt x="1609725" y="38100"/>
                </a:lnTo>
                <a:lnTo>
                  <a:pt x="1609725" y="47625"/>
                </a:lnTo>
                <a:lnTo>
                  <a:pt x="1600200" y="47625"/>
                </a:lnTo>
                <a:close/>
                <a:moveTo>
                  <a:pt x="76200" y="57150"/>
                </a:moveTo>
                <a:lnTo>
                  <a:pt x="85725" y="57150"/>
                </a:lnTo>
                <a:lnTo>
                  <a:pt x="85725" y="66675"/>
                </a:lnTo>
                <a:lnTo>
                  <a:pt x="76200" y="66675"/>
                </a:lnTo>
                <a:close/>
                <a:moveTo>
                  <a:pt x="238125" y="57150"/>
                </a:moveTo>
                <a:lnTo>
                  <a:pt x="247650" y="57150"/>
                </a:lnTo>
                <a:lnTo>
                  <a:pt x="247650" y="66675"/>
                </a:lnTo>
                <a:lnTo>
                  <a:pt x="238125" y="66675"/>
                </a:lnTo>
                <a:close/>
                <a:moveTo>
                  <a:pt x="1666875" y="57150"/>
                </a:moveTo>
                <a:lnTo>
                  <a:pt x="1676400" y="57150"/>
                </a:lnTo>
                <a:lnTo>
                  <a:pt x="1676400" y="66675"/>
                </a:lnTo>
                <a:lnTo>
                  <a:pt x="1666875" y="66675"/>
                </a:lnTo>
                <a:close/>
                <a:moveTo>
                  <a:pt x="47625" y="66675"/>
                </a:moveTo>
                <a:lnTo>
                  <a:pt x="57150" y="66675"/>
                </a:lnTo>
                <a:lnTo>
                  <a:pt x="57150" y="76200"/>
                </a:lnTo>
                <a:lnTo>
                  <a:pt x="47625" y="76200"/>
                </a:lnTo>
                <a:close/>
                <a:moveTo>
                  <a:pt x="9525" y="76200"/>
                </a:moveTo>
                <a:lnTo>
                  <a:pt x="47625" y="76200"/>
                </a:lnTo>
                <a:lnTo>
                  <a:pt x="47625" y="95250"/>
                </a:lnTo>
                <a:lnTo>
                  <a:pt x="19050" y="95250"/>
                </a:lnTo>
                <a:lnTo>
                  <a:pt x="19050" y="85725"/>
                </a:lnTo>
                <a:lnTo>
                  <a:pt x="9525" y="85725"/>
                </a:lnTo>
                <a:close/>
                <a:moveTo>
                  <a:pt x="85725" y="76200"/>
                </a:moveTo>
                <a:lnTo>
                  <a:pt x="95250" y="76200"/>
                </a:lnTo>
                <a:lnTo>
                  <a:pt x="95250" y="85725"/>
                </a:lnTo>
                <a:lnTo>
                  <a:pt x="85725" y="85725"/>
                </a:lnTo>
                <a:close/>
                <a:moveTo>
                  <a:pt x="1838325" y="76200"/>
                </a:moveTo>
                <a:lnTo>
                  <a:pt x="1885950" y="76200"/>
                </a:lnTo>
                <a:lnTo>
                  <a:pt x="1885950" y="85725"/>
                </a:lnTo>
                <a:lnTo>
                  <a:pt x="1876425" y="85725"/>
                </a:lnTo>
                <a:lnTo>
                  <a:pt x="1876425" y="95250"/>
                </a:lnTo>
                <a:lnTo>
                  <a:pt x="1838325" y="95250"/>
                </a:lnTo>
                <a:close/>
                <a:moveTo>
                  <a:pt x="438150" y="114300"/>
                </a:moveTo>
                <a:lnTo>
                  <a:pt x="571500" y="114300"/>
                </a:lnTo>
                <a:lnTo>
                  <a:pt x="571500" y="133350"/>
                </a:lnTo>
                <a:lnTo>
                  <a:pt x="552450" y="133350"/>
                </a:lnTo>
                <a:lnTo>
                  <a:pt x="552450" y="142875"/>
                </a:lnTo>
                <a:lnTo>
                  <a:pt x="542925" y="142875"/>
                </a:lnTo>
                <a:lnTo>
                  <a:pt x="542925" y="152400"/>
                </a:lnTo>
                <a:lnTo>
                  <a:pt x="552450" y="152400"/>
                </a:lnTo>
                <a:lnTo>
                  <a:pt x="552450" y="161925"/>
                </a:lnTo>
                <a:lnTo>
                  <a:pt x="561975" y="161925"/>
                </a:lnTo>
                <a:lnTo>
                  <a:pt x="561975" y="152400"/>
                </a:lnTo>
                <a:lnTo>
                  <a:pt x="581025" y="152400"/>
                </a:lnTo>
                <a:lnTo>
                  <a:pt x="581025" y="114300"/>
                </a:lnTo>
                <a:lnTo>
                  <a:pt x="638175" y="114300"/>
                </a:lnTo>
                <a:lnTo>
                  <a:pt x="638175" y="123825"/>
                </a:lnTo>
                <a:lnTo>
                  <a:pt x="657225" y="123825"/>
                </a:lnTo>
                <a:lnTo>
                  <a:pt x="657225" y="152400"/>
                </a:lnTo>
                <a:lnTo>
                  <a:pt x="666750" y="152400"/>
                </a:lnTo>
                <a:lnTo>
                  <a:pt x="666750" y="161925"/>
                </a:lnTo>
                <a:lnTo>
                  <a:pt x="685800" y="161925"/>
                </a:lnTo>
                <a:lnTo>
                  <a:pt x="685800" y="171450"/>
                </a:lnTo>
                <a:lnTo>
                  <a:pt x="676275" y="171450"/>
                </a:lnTo>
                <a:lnTo>
                  <a:pt x="676275" y="180975"/>
                </a:lnTo>
                <a:lnTo>
                  <a:pt x="685800" y="180975"/>
                </a:lnTo>
                <a:lnTo>
                  <a:pt x="685800" y="209550"/>
                </a:lnTo>
                <a:lnTo>
                  <a:pt x="666750" y="209550"/>
                </a:lnTo>
                <a:lnTo>
                  <a:pt x="666750" y="228600"/>
                </a:lnTo>
                <a:lnTo>
                  <a:pt x="676275" y="228600"/>
                </a:lnTo>
                <a:lnTo>
                  <a:pt x="676275" y="219075"/>
                </a:lnTo>
                <a:lnTo>
                  <a:pt x="685800" y="219075"/>
                </a:lnTo>
                <a:lnTo>
                  <a:pt x="685800" y="228600"/>
                </a:lnTo>
                <a:lnTo>
                  <a:pt x="676275" y="228600"/>
                </a:lnTo>
                <a:lnTo>
                  <a:pt x="676275" y="247650"/>
                </a:lnTo>
                <a:lnTo>
                  <a:pt x="685800" y="247650"/>
                </a:lnTo>
                <a:lnTo>
                  <a:pt x="685800" y="276225"/>
                </a:lnTo>
                <a:lnTo>
                  <a:pt x="695325" y="276225"/>
                </a:lnTo>
                <a:lnTo>
                  <a:pt x="695325" y="304800"/>
                </a:lnTo>
                <a:lnTo>
                  <a:pt x="714375" y="304800"/>
                </a:lnTo>
                <a:lnTo>
                  <a:pt x="714375" y="314325"/>
                </a:lnTo>
                <a:lnTo>
                  <a:pt x="723900" y="314325"/>
                </a:lnTo>
                <a:lnTo>
                  <a:pt x="723900" y="323850"/>
                </a:lnTo>
                <a:lnTo>
                  <a:pt x="733425" y="323850"/>
                </a:lnTo>
                <a:lnTo>
                  <a:pt x="733425" y="333375"/>
                </a:lnTo>
                <a:lnTo>
                  <a:pt x="742950" y="333375"/>
                </a:lnTo>
                <a:lnTo>
                  <a:pt x="742950" y="352425"/>
                </a:lnTo>
                <a:lnTo>
                  <a:pt x="723900" y="352425"/>
                </a:lnTo>
                <a:lnTo>
                  <a:pt x="723900" y="333375"/>
                </a:lnTo>
                <a:lnTo>
                  <a:pt x="695325" y="333375"/>
                </a:lnTo>
                <a:lnTo>
                  <a:pt x="695325" y="323850"/>
                </a:lnTo>
                <a:lnTo>
                  <a:pt x="685800" y="323850"/>
                </a:lnTo>
                <a:lnTo>
                  <a:pt x="685800" y="304800"/>
                </a:lnTo>
                <a:lnTo>
                  <a:pt x="676275" y="304800"/>
                </a:lnTo>
                <a:lnTo>
                  <a:pt x="676275" y="295275"/>
                </a:lnTo>
                <a:lnTo>
                  <a:pt x="666750" y="295275"/>
                </a:lnTo>
                <a:lnTo>
                  <a:pt x="666750" y="285750"/>
                </a:lnTo>
                <a:lnTo>
                  <a:pt x="657225" y="285750"/>
                </a:lnTo>
                <a:lnTo>
                  <a:pt x="657225" y="228600"/>
                </a:lnTo>
                <a:lnTo>
                  <a:pt x="647700" y="228600"/>
                </a:lnTo>
                <a:lnTo>
                  <a:pt x="647700" y="209550"/>
                </a:lnTo>
                <a:lnTo>
                  <a:pt x="657225" y="209550"/>
                </a:lnTo>
                <a:lnTo>
                  <a:pt x="657225" y="190500"/>
                </a:lnTo>
                <a:lnTo>
                  <a:pt x="647700" y="190500"/>
                </a:lnTo>
                <a:lnTo>
                  <a:pt x="647700" y="171450"/>
                </a:lnTo>
                <a:lnTo>
                  <a:pt x="619125" y="171450"/>
                </a:lnTo>
                <a:lnTo>
                  <a:pt x="619125" y="180975"/>
                </a:lnTo>
                <a:lnTo>
                  <a:pt x="628650" y="180975"/>
                </a:lnTo>
                <a:lnTo>
                  <a:pt x="628650" y="190500"/>
                </a:lnTo>
                <a:lnTo>
                  <a:pt x="600075" y="190500"/>
                </a:lnTo>
                <a:lnTo>
                  <a:pt x="600075" y="171450"/>
                </a:lnTo>
                <a:lnTo>
                  <a:pt x="571500" y="171450"/>
                </a:lnTo>
                <a:lnTo>
                  <a:pt x="571500" y="190500"/>
                </a:lnTo>
                <a:lnTo>
                  <a:pt x="542925" y="190500"/>
                </a:lnTo>
                <a:lnTo>
                  <a:pt x="542925" y="200025"/>
                </a:lnTo>
                <a:lnTo>
                  <a:pt x="485775" y="200025"/>
                </a:lnTo>
                <a:lnTo>
                  <a:pt x="485775" y="209550"/>
                </a:lnTo>
                <a:lnTo>
                  <a:pt x="476250" y="209550"/>
                </a:lnTo>
                <a:lnTo>
                  <a:pt x="476250" y="200025"/>
                </a:lnTo>
                <a:lnTo>
                  <a:pt x="447675" y="200025"/>
                </a:lnTo>
                <a:lnTo>
                  <a:pt x="447675" y="209550"/>
                </a:lnTo>
                <a:lnTo>
                  <a:pt x="409575" y="209550"/>
                </a:lnTo>
                <a:lnTo>
                  <a:pt x="409575" y="200025"/>
                </a:lnTo>
                <a:lnTo>
                  <a:pt x="390525" y="200025"/>
                </a:lnTo>
                <a:lnTo>
                  <a:pt x="390525" y="190500"/>
                </a:lnTo>
                <a:lnTo>
                  <a:pt x="381000" y="190500"/>
                </a:lnTo>
                <a:lnTo>
                  <a:pt x="381000" y="171450"/>
                </a:lnTo>
                <a:lnTo>
                  <a:pt x="371475" y="171450"/>
                </a:lnTo>
                <a:lnTo>
                  <a:pt x="371475" y="161925"/>
                </a:lnTo>
                <a:lnTo>
                  <a:pt x="361950" y="161925"/>
                </a:lnTo>
                <a:lnTo>
                  <a:pt x="361950" y="180975"/>
                </a:lnTo>
                <a:lnTo>
                  <a:pt x="333375" y="180975"/>
                </a:lnTo>
                <a:lnTo>
                  <a:pt x="333375" y="190500"/>
                </a:lnTo>
                <a:lnTo>
                  <a:pt x="323850" y="190500"/>
                </a:lnTo>
                <a:lnTo>
                  <a:pt x="323850" y="161925"/>
                </a:lnTo>
                <a:lnTo>
                  <a:pt x="342900" y="161925"/>
                </a:lnTo>
                <a:lnTo>
                  <a:pt x="342900" y="142875"/>
                </a:lnTo>
                <a:lnTo>
                  <a:pt x="400050" y="142875"/>
                </a:lnTo>
                <a:lnTo>
                  <a:pt x="400050" y="123825"/>
                </a:lnTo>
                <a:lnTo>
                  <a:pt x="409575" y="123825"/>
                </a:lnTo>
                <a:lnTo>
                  <a:pt x="409575" y="133350"/>
                </a:lnTo>
                <a:lnTo>
                  <a:pt x="438150" y="133350"/>
                </a:lnTo>
                <a:close/>
                <a:moveTo>
                  <a:pt x="1133475" y="114300"/>
                </a:moveTo>
                <a:lnTo>
                  <a:pt x="1200150" y="114300"/>
                </a:lnTo>
                <a:lnTo>
                  <a:pt x="1200150" y="123825"/>
                </a:lnTo>
                <a:lnTo>
                  <a:pt x="1162050" y="123825"/>
                </a:lnTo>
                <a:lnTo>
                  <a:pt x="1162050" y="133350"/>
                </a:lnTo>
                <a:lnTo>
                  <a:pt x="1133475" y="133350"/>
                </a:lnTo>
                <a:close/>
                <a:moveTo>
                  <a:pt x="1257300" y="114300"/>
                </a:moveTo>
                <a:lnTo>
                  <a:pt x="1285875" y="114300"/>
                </a:lnTo>
                <a:lnTo>
                  <a:pt x="1285875" y="133350"/>
                </a:lnTo>
                <a:lnTo>
                  <a:pt x="1504950" y="133350"/>
                </a:lnTo>
                <a:lnTo>
                  <a:pt x="1504950" y="114300"/>
                </a:lnTo>
                <a:lnTo>
                  <a:pt x="1514475" y="114300"/>
                </a:lnTo>
                <a:lnTo>
                  <a:pt x="1514475" y="123825"/>
                </a:lnTo>
                <a:lnTo>
                  <a:pt x="1533525" y="123825"/>
                </a:lnTo>
                <a:lnTo>
                  <a:pt x="1533525" y="133350"/>
                </a:lnTo>
                <a:lnTo>
                  <a:pt x="1514475" y="133350"/>
                </a:lnTo>
                <a:lnTo>
                  <a:pt x="1514475" y="142875"/>
                </a:lnTo>
                <a:lnTo>
                  <a:pt x="1524000" y="142875"/>
                </a:lnTo>
                <a:lnTo>
                  <a:pt x="1524000" y="152400"/>
                </a:lnTo>
                <a:lnTo>
                  <a:pt x="1552575" y="152400"/>
                </a:lnTo>
                <a:lnTo>
                  <a:pt x="1552575" y="133350"/>
                </a:lnTo>
                <a:lnTo>
                  <a:pt x="1571625" y="133350"/>
                </a:lnTo>
                <a:lnTo>
                  <a:pt x="1571625" y="123825"/>
                </a:lnTo>
                <a:lnTo>
                  <a:pt x="1600200" y="123825"/>
                </a:lnTo>
                <a:lnTo>
                  <a:pt x="1600200" y="152400"/>
                </a:lnTo>
                <a:lnTo>
                  <a:pt x="1590675" y="152400"/>
                </a:lnTo>
                <a:lnTo>
                  <a:pt x="1590675" y="161925"/>
                </a:lnTo>
                <a:lnTo>
                  <a:pt x="1619250" y="161925"/>
                </a:lnTo>
                <a:lnTo>
                  <a:pt x="1619250" y="152400"/>
                </a:lnTo>
                <a:lnTo>
                  <a:pt x="1628775" y="152400"/>
                </a:lnTo>
                <a:lnTo>
                  <a:pt x="1628775" y="161925"/>
                </a:lnTo>
                <a:lnTo>
                  <a:pt x="1657350" y="161925"/>
                </a:lnTo>
                <a:lnTo>
                  <a:pt x="1657350" y="171450"/>
                </a:lnTo>
                <a:lnTo>
                  <a:pt x="1666875" y="171450"/>
                </a:lnTo>
                <a:lnTo>
                  <a:pt x="1666875" y="180975"/>
                </a:lnTo>
                <a:lnTo>
                  <a:pt x="1609725" y="180975"/>
                </a:lnTo>
                <a:lnTo>
                  <a:pt x="1609725" y="190500"/>
                </a:lnTo>
                <a:lnTo>
                  <a:pt x="1600200" y="190500"/>
                </a:lnTo>
                <a:lnTo>
                  <a:pt x="1600200" y="209550"/>
                </a:lnTo>
                <a:lnTo>
                  <a:pt x="1609725" y="209550"/>
                </a:lnTo>
                <a:lnTo>
                  <a:pt x="1609725" y="219075"/>
                </a:lnTo>
                <a:lnTo>
                  <a:pt x="1571625" y="219075"/>
                </a:lnTo>
                <a:lnTo>
                  <a:pt x="1571625" y="209550"/>
                </a:lnTo>
                <a:lnTo>
                  <a:pt x="1562100" y="209550"/>
                </a:lnTo>
                <a:lnTo>
                  <a:pt x="1562100" y="219075"/>
                </a:lnTo>
                <a:lnTo>
                  <a:pt x="1543050" y="219075"/>
                </a:lnTo>
                <a:lnTo>
                  <a:pt x="1543050" y="209550"/>
                </a:lnTo>
                <a:lnTo>
                  <a:pt x="1485900" y="209550"/>
                </a:lnTo>
                <a:lnTo>
                  <a:pt x="1485900" y="219075"/>
                </a:lnTo>
                <a:lnTo>
                  <a:pt x="1438275" y="219075"/>
                </a:lnTo>
                <a:lnTo>
                  <a:pt x="1438275" y="228600"/>
                </a:lnTo>
                <a:lnTo>
                  <a:pt x="1428750" y="228600"/>
                </a:lnTo>
                <a:lnTo>
                  <a:pt x="1428750" y="238125"/>
                </a:lnTo>
                <a:lnTo>
                  <a:pt x="1409700" y="238125"/>
                </a:lnTo>
                <a:lnTo>
                  <a:pt x="1409700" y="276225"/>
                </a:lnTo>
                <a:lnTo>
                  <a:pt x="1400175" y="276225"/>
                </a:lnTo>
                <a:lnTo>
                  <a:pt x="1400175" y="257175"/>
                </a:lnTo>
                <a:lnTo>
                  <a:pt x="1381125" y="257175"/>
                </a:lnTo>
                <a:lnTo>
                  <a:pt x="1381125" y="247650"/>
                </a:lnTo>
                <a:lnTo>
                  <a:pt x="1390650" y="247650"/>
                </a:lnTo>
                <a:lnTo>
                  <a:pt x="1390650" y="238125"/>
                </a:lnTo>
                <a:lnTo>
                  <a:pt x="1381125" y="238125"/>
                </a:lnTo>
                <a:lnTo>
                  <a:pt x="1381125" y="228600"/>
                </a:lnTo>
                <a:lnTo>
                  <a:pt x="1362075" y="228600"/>
                </a:lnTo>
                <a:lnTo>
                  <a:pt x="1362075" y="238125"/>
                </a:lnTo>
                <a:lnTo>
                  <a:pt x="1352550" y="238125"/>
                </a:lnTo>
                <a:lnTo>
                  <a:pt x="1352550" y="228600"/>
                </a:lnTo>
                <a:lnTo>
                  <a:pt x="1333500" y="228600"/>
                </a:lnTo>
                <a:lnTo>
                  <a:pt x="1333500" y="238125"/>
                </a:lnTo>
                <a:lnTo>
                  <a:pt x="1323975" y="238125"/>
                </a:lnTo>
                <a:lnTo>
                  <a:pt x="1323975" y="247650"/>
                </a:lnTo>
                <a:lnTo>
                  <a:pt x="1314450" y="247650"/>
                </a:lnTo>
                <a:lnTo>
                  <a:pt x="1314450" y="257175"/>
                </a:lnTo>
                <a:lnTo>
                  <a:pt x="1304925" y="257175"/>
                </a:lnTo>
                <a:lnTo>
                  <a:pt x="1304925" y="238125"/>
                </a:lnTo>
                <a:lnTo>
                  <a:pt x="1285875" y="238125"/>
                </a:lnTo>
                <a:lnTo>
                  <a:pt x="1285875" y="228600"/>
                </a:lnTo>
                <a:lnTo>
                  <a:pt x="1257300" y="228600"/>
                </a:lnTo>
                <a:lnTo>
                  <a:pt x="1257300" y="238125"/>
                </a:lnTo>
                <a:lnTo>
                  <a:pt x="1247775" y="238125"/>
                </a:lnTo>
                <a:lnTo>
                  <a:pt x="1247775" y="228600"/>
                </a:lnTo>
                <a:lnTo>
                  <a:pt x="1238250" y="228600"/>
                </a:lnTo>
                <a:lnTo>
                  <a:pt x="1238250" y="238125"/>
                </a:lnTo>
                <a:lnTo>
                  <a:pt x="1228725" y="238125"/>
                </a:lnTo>
                <a:lnTo>
                  <a:pt x="1228725" y="209550"/>
                </a:lnTo>
                <a:lnTo>
                  <a:pt x="1257300" y="209550"/>
                </a:lnTo>
                <a:lnTo>
                  <a:pt x="1257300" y="200025"/>
                </a:lnTo>
                <a:lnTo>
                  <a:pt x="1266825" y="200025"/>
                </a:lnTo>
                <a:lnTo>
                  <a:pt x="1266825" y="190500"/>
                </a:lnTo>
                <a:lnTo>
                  <a:pt x="1228725" y="190500"/>
                </a:lnTo>
                <a:lnTo>
                  <a:pt x="1228725" y="200025"/>
                </a:lnTo>
                <a:lnTo>
                  <a:pt x="1219200" y="200025"/>
                </a:lnTo>
                <a:lnTo>
                  <a:pt x="1219200" y="190500"/>
                </a:lnTo>
                <a:lnTo>
                  <a:pt x="1200150" y="190500"/>
                </a:lnTo>
                <a:lnTo>
                  <a:pt x="1200150" y="180975"/>
                </a:lnTo>
                <a:lnTo>
                  <a:pt x="1190625" y="180975"/>
                </a:lnTo>
                <a:lnTo>
                  <a:pt x="1190625" y="161925"/>
                </a:lnTo>
                <a:lnTo>
                  <a:pt x="1219200" y="161925"/>
                </a:lnTo>
                <a:lnTo>
                  <a:pt x="1219200" y="133350"/>
                </a:lnTo>
                <a:lnTo>
                  <a:pt x="1257300" y="133350"/>
                </a:lnTo>
                <a:close/>
                <a:moveTo>
                  <a:pt x="333375" y="123825"/>
                </a:moveTo>
                <a:lnTo>
                  <a:pt x="361950" y="123825"/>
                </a:lnTo>
                <a:lnTo>
                  <a:pt x="361950" y="133350"/>
                </a:lnTo>
                <a:lnTo>
                  <a:pt x="333375" y="133350"/>
                </a:lnTo>
                <a:close/>
                <a:moveTo>
                  <a:pt x="695325" y="133350"/>
                </a:moveTo>
                <a:lnTo>
                  <a:pt x="704850" y="133350"/>
                </a:lnTo>
                <a:lnTo>
                  <a:pt x="704850" y="142875"/>
                </a:lnTo>
                <a:lnTo>
                  <a:pt x="695325" y="142875"/>
                </a:lnTo>
                <a:close/>
                <a:moveTo>
                  <a:pt x="1200150" y="133350"/>
                </a:moveTo>
                <a:lnTo>
                  <a:pt x="1209675" y="133350"/>
                </a:lnTo>
                <a:lnTo>
                  <a:pt x="1209675" y="142875"/>
                </a:lnTo>
                <a:lnTo>
                  <a:pt x="1200150" y="142875"/>
                </a:lnTo>
                <a:close/>
                <a:moveTo>
                  <a:pt x="57150" y="142875"/>
                </a:moveTo>
                <a:lnTo>
                  <a:pt x="85725" y="142875"/>
                </a:lnTo>
                <a:lnTo>
                  <a:pt x="85725" y="152400"/>
                </a:lnTo>
                <a:lnTo>
                  <a:pt x="76200" y="152400"/>
                </a:lnTo>
                <a:lnTo>
                  <a:pt x="76200" y="161925"/>
                </a:lnTo>
                <a:lnTo>
                  <a:pt x="57150" y="161925"/>
                </a:lnTo>
                <a:close/>
                <a:moveTo>
                  <a:pt x="590550" y="142875"/>
                </a:moveTo>
                <a:lnTo>
                  <a:pt x="600075" y="142875"/>
                </a:lnTo>
                <a:lnTo>
                  <a:pt x="600075" y="152400"/>
                </a:lnTo>
                <a:lnTo>
                  <a:pt x="619125" y="152400"/>
                </a:lnTo>
                <a:lnTo>
                  <a:pt x="619125" y="133350"/>
                </a:lnTo>
                <a:lnTo>
                  <a:pt x="590550" y="133350"/>
                </a:lnTo>
                <a:close/>
                <a:moveTo>
                  <a:pt x="1228725" y="152400"/>
                </a:moveTo>
                <a:lnTo>
                  <a:pt x="1238250" y="152400"/>
                </a:lnTo>
                <a:lnTo>
                  <a:pt x="1238250" y="142875"/>
                </a:lnTo>
                <a:lnTo>
                  <a:pt x="1228725" y="142875"/>
                </a:lnTo>
                <a:close/>
                <a:moveTo>
                  <a:pt x="1323975" y="152400"/>
                </a:moveTo>
                <a:lnTo>
                  <a:pt x="1333500" y="152400"/>
                </a:lnTo>
                <a:lnTo>
                  <a:pt x="1333500" y="142875"/>
                </a:lnTo>
                <a:lnTo>
                  <a:pt x="1323975" y="142875"/>
                </a:lnTo>
                <a:close/>
                <a:moveTo>
                  <a:pt x="1809750" y="152400"/>
                </a:moveTo>
                <a:lnTo>
                  <a:pt x="1819275" y="152400"/>
                </a:lnTo>
                <a:lnTo>
                  <a:pt x="1819275" y="161925"/>
                </a:lnTo>
                <a:lnTo>
                  <a:pt x="1809750" y="161925"/>
                </a:lnTo>
                <a:close/>
                <a:moveTo>
                  <a:pt x="85725" y="161925"/>
                </a:moveTo>
                <a:lnTo>
                  <a:pt x="104775" y="161925"/>
                </a:lnTo>
                <a:lnTo>
                  <a:pt x="104775" y="171450"/>
                </a:lnTo>
                <a:lnTo>
                  <a:pt x="85725" y="171450"/>
                </a:lnTo>
                <a:close/>
                <a:moveTo>
                  <a:pt x="276225" y="161925"/>
                </a:moveTo>
                <a:lnTo>
                  <a:pt x="295275" y="161925"/>
                </a:lnTo>
                <a:lnTo>
                  <a:pt x="295275" y="171450"/>
                </a:lnTo>
                <a:lnTo>
                  <a:pt x="276225" y="171450"/>
                </a:lnTo>
                <a:close/>
                <a:moveTo>
                  <a:pt x="1562100" y="161925"/>
                </a:moveTo>
                <a:lnTo>
                  <a:pt x="1571625" y="161925"/>
                </a:lnTo>
                <a:lnTo>
                  <a:pt x="1571625" y="152400"/>
                </a:lnTo>
                <a:lnTo>
                  <a:pt x="1562100" y="152400"/>
                </a:lnTo>
                <a:close/>
                <a:moveTo>
                  <a:pt x="209550" y="171450"/>
                </a:moveTo>
                <a:lnTo>
                  <a:pt x="219075" y="171450"/>
                </a:lnTo>
                <a:lnTo>
                  <a:pt x="219075" y="180975"/>
                </a:lnTo>
                <a:lnTo>
                  <a:pt x="209550" y="180975"/>
                </a:lnTo>
                <a:close/>
                <a:moveTo>
                  <a:pt x="1219200" y="171450"/>
                </a:moveTo>
                <a:lnTo>
                  <a:pt x="1209675" y="171450"/>
                </a:lnTo>
                <a:lnTo>
                  <a:pt x="1209675" y="180975"/>
                </a:lnTo>
                <a:lnTo>
                  <a:pt x="1219200" y="180975"/>
                </a:lnTo>
                <a:close/>
                <a:moveTo>
                  <a:pt x="1219200" y="171450"/>
                </a:moveTo>
                <a:lnTo>
                  <a:pt x="1228725" y="171450"/>
                </a:lnTo>
                <a:lnTo>
                  <a:pt x="1228725" y="161925"/>
                </a:lnTo>
                <a:lnTo>
                  <a:pt x="1219200" y="161925"/>
                </a:lnTo>
                <a:close/>
                <a:moveTo>
                  <a:pt x="1533525" y="171450"/>
                </a:moveTo>
                <a:lnTo>
                  <a:pt x="1543050" y="171450"/>
                </a:lnTo>
                <a:lnTo>
                  <a:pt x="1543050" y="161925"/>
                </a:lnTo>
                <a:lnTo>
                  <a:pt x="1524000" y="161925"/>
                </a:lnTo>
                <a:lnTo>
                  <a:pt x="1524000" y="180975"/>
                </a:lnTo>
                <a:lnTo>
                  <a:pt x="1533525" y="180975"/>
                </a:lnTo>
                <a:close/>
                <a:moveTo>
                  <a:pt x="1809750" y="171450"/>
                </a:moveTo>
                <a:lnTo>
                  <a:pt x="1819275" y="171450"/>
                </a:lnTo>
                <a:lnTo>
                  <a:pt x="1819275" y="180975"/>
                </a:lnTo>
                <a:lnTo>
                  <a:pt x="1809750" y="180975"/>
                </a:lnTo>
                <a:close/>
                <a:moveTo>
                  <a:pt x="695325" y="180975"/>
                </a:moveTo>
                <a:lnTo>
                  <a:pt x="704850" y="180975"/>
                </a:lnTo>
                <a:lnTo>
                  <a:pt x="704850" y="190500"/>
                </a:lnTo>
                <a:lnTo>
                  <a:pt x="695325" y="190500"/>
                </a:lnTo>
                <a:close/>
                <a:moveTo>
                  <a:pt x="76200" y="190500"/>
                </a:moveTo>
                <a:lnTo>
                  <a:pt x="85725" y="190500"/>
                </a:lnTo>
                <a:lnTo>
                  <a:pt x="85725" y="200025"/>
                </a:lnTo>
                <a:lnTo>
                  <a:pt x="76200" y="200025"/>
                </a:lnTo>
                <a:close/>
                <a:moveTo>
                  <a:pt x="190500" y="190500"/>
                </a:moveTo>
                <a:lnTo>
                  <a:pt x="200025" y="190500"/>
                </a:lnTo>
                <a:lnTo>
                  <a:pt x="200025" y="200025"/>
                </a:lnTo>
                <a:lnTo>
                  <a:pt x="190500" y="200025"/>
                </a:lnTo>
                <a:close/>
                <a:moveTo>
                  <a:pt x="200025" y="200025"/>
                </a:moveTo>
                <a:lnTo>
                  <a:pt x="209550" y="200025"/>
                </a:lnTo>
                <a:lnTo>
                  <a:pt x="209550" y="219075"/>
                </a:lnTo>
                <a:lnTo>
                  <a:pt x="200025" y="219075"/>
                </a:lnTo>
                <a:close/>
                <a:moveTo>
                  <a:pt x="323850" y="200025"/>
                </a:moveTo>
                <a:lnTo>
                  <a:pt x="333375" y="200025"/>
                </a:lnTo>
                <a:lnTo>
                  <a:pt x="333375" y="219075"/>
                </a:lnTo>
                <a:lnTo>
                  <a:pt x="323850" y="219075"/>
                </a:lnTo>
                <a:close/>
                <a:moveTo>
                  <a:pt x="390525" y="209550"/>
                </a:moveTo>
                <a:lnTo>
                  <a:pt x="400050" y="209550"/>
                </a:lnTo>
                <a:lnTo>
                  <a:pt x="400050" y="219075"/>
                </a:lnTo>
                <a:lnTo>
                  <a:pt x="390525" y="219075"/>
                </a:lnTo>
                <a:close/>
                <a:moveTo>
                  <a:pt x="504825" y="209550"/>
                </a:moveTo>
                <a:lnTo>
                  <a:pt x="514350" y="209550"/>
                </a:lnTo>
                <a:lnTo>
                  <a:pt x="514350" y="219075"/>
                </a:lnTo>
                <a:lnTo>
                  <a:pt x="504825" y="219075"/>
                </a:lnTo>
                <a:close/>
                <a:moveTo>
                  <a:pt x="1447800" y="209550"/>
                </a:moveTo>
                <a:lnTo>
                  <a:pt x="1466850" y="209550"/>
                </a:lnTo>
                <a:lnTo>
                  <a:pt x="1466850" y="200025"/>
                </a:lnTo>
                <a:lnTo>
                  <a:pt x="1447800" y="200025"/>
                </a:lnTo>
                <a:close/>
                <a:moveTo>
                  <a:pt x="1619250" y="209550"/>
                </a:moveTo>
                <a:lnTo>
                  <a:pt x="1628775" y="209550"/>
                </a:lnTo>
                <a:lnTo>
                  <a:pt x="1628775" y="219075"/>
                </a:lnTo>
                <a:lnTo>
                  <a:pt x="1619250" y="219075"/>
                </a:lnTo>
                <a:close/>
                <a:moveTo>
                  <a:pt x="1638300" y="219075"/>
                </a:moveTo>
                <a:lnTo>
                  <a:pt x="1647825" y="219075"/>
                </a:lnTo>
                <a:lnTo>
                  <a:pt x="1647825" y="228600"/>
                </a:lnTo>
                <a:lnTo>
                  <a:pt x="1638300" y="228600"/>
                </a:lnTo>
                <a:close/>
                <a:moveTo>
                  <a:pt x="1524000" y="228600"/>
                </a:moveTo>
                <a:lnTo>
                  <a:pt x="1533525" y="228600"/>
                </a:lnTo>
                <a:lnTo>
                  <a:pt x="1533525" y="238125"/>
                </a:lnTo>
                <a:lnTo>
                  <a:pt x="1524000" y="238125"/>
                </a:lnTo>
                <a:close/>
                <a:moveTo>
                  <a:pt x="1647825" y="228600"/>
                </a:moveTo>
                <a:lnTo>
                  <a:pt x="1657350" y="228600"/>
                </a:lnTo>
                <a:lnTo>
                  <a:pt x="1657350" y="238125"/>
                </a:lnTo>
                <a:lnTo>
                  <a:pt x="1647825" y="238125"/>
                </a:lnTo>
                <a:close/>
                <a:moveTo>
                  <a:pt x="1743075" y="228600"/>
                </a:moveTo>
                <a:lnTo>
                  <a:pt x="1752600" y="228600"/>
                </a:lnTo>
                <a:lnTo>
                  <a:pt x="1752600" y="247650"/>
                </a:lnTo>
                <a:lnTo>
                  <a:pt x="1743075" y="247650"/>
                </a:lnTo>
                <a:close/>
                <a:moveTo>
                  <a:pt x="1323975" y="247650"/>
                </a:moveTo>
                <a:lnTo>
                  <a:pt x="1333500" y="247650"/>
                </a:lnTo>
                <a:lnTo>
                  <a:pt x="1333500" y="257175"/>
                </a:lnTo>
                <a:lnTo>
                  <a:pt x="1323975" y="257175"/>
                </a:lnTo>
                <a:close/>
                <a:moveTo>
                  <a:pt x="1752600" y="247650"/>
                </a:moveTo>
                <a:lnTo>
                  <a:pt x="1762125" y="247650"/>
                </a:lnTo>
                <a:lnTo>
                  <a:pt x="1762125" y="257175"/>
                </a:lnTo>
                <a:lnTo>
                  <a:pt x="1752600" y="257175"/>
                </a:lnTo>
                <a:close/>
                <a:moveTo>
                  <a:pt x="295275" y="257175"/>
                </a:moveTo>
                <a:lnTo>
                  <a:pt x="304800" y="257175"/>
                </a:lnTo>
                <a:lnTo>
                  <a:pt x="304800" y="266700"/>
                </a:lnTo>
                <a:lnTo>
                  <a:pt x="295275" y="266700"/>
                </a:lnTo>
                <a:close/>
                <a:moveTo>
                  <a:pt x="1438275" y="257175"/>
                </a:moveTo>
                <a:lnTo>
                  <a:pt x="1447800" y="257175"/>
                </a:lnTo>
                <a:lnTo>
                  <a:pt x="1447800" y="266700"/>
                </a:lnTo>
                <a:lnTo>
                  <a:pt x="1438275" y="266700"/>
                </a:lnTo>
                <a:close/>
                <a:moveTo>
                  <a:pt x="419100" y="266700"/>
                </a:moveTo>
                <a:lnTo>
                  <a:pt x="428625" y="266700"/>
                </a:lnTo>
                <a:lnTo>
                  <a:pt x="428625" y="276225"/>
                </a:lnTo>
                <a:lnTo>
                  <a:pt x="419100" y="276225"/>
                </a:lnTo>
                <a:close/>
                <a:moveTo>
                  <a:pt x="1314450" y="266700"/>
                </a:moveTo>
                <a:lnTo>
                  <a:pt x="1323975" y="266700"/>
                </a:lnTo>
                <a:lnTo>
                  <a:pt x="1323975" y="276225"/>
                </a:lnTo>
                <a:lnTo>
                  <a:pt x="1314450" y="276225"/>
                </a:lnTo>
                <a:close/>
                <a:moveTo>
                  <a:pt x="304800" y="276225"/>
                </a:moveTo>
                <a:lnTo>
                  <a:pt x="314325" y="276225"/>
                </a:lnTo>
                <a:lnTo>
                  <a:pt x="314325" y="285750"/>
                </a:lnTo>
                <a:lnTo>
                  <a:pt x="323850" y="285750"/>
                </a:lnTo>
                <a:lnTo>
                  <a:pt x="323850" y="276225"/>
                </a:lnTo>
                <a:lnTo>
                  <a:pt x="333375" y="276225"/>
                </a:lnTo>
                <a:lnTo>
                  <a:pt x="333375" y="285750"/>
                </a:lnTo>
                <a:lnTo>
                  <a:pt x="323850" y="285750"/>
                </a:lnTo>
                <a:lnTo>
                  <a:pt x="323850" y="295275"/>
                </a:lnTo>
                <a:lnTo>
                  <a:pt x="342900" y="295275"/>
                </a:lnTo>
                <a:lnTo>
                  <a:pt x="342900" y="304800"/>
                </a:lnTo>
                <a:lnTo>
                  <a:pt x="314325" y="304800"/>
                </a:lnTo>
                <a:lnTo>
                  <a:pt x="314325" y="295275"/>
                </a:lnTo>
                <a:lnTo>
                  <a:pt x="304800" y="295275"/>
                </a:lnTo>
                <a:close/>
                <a:moveTo>
                  <a:pt x="361950" y="276225"/>
                </a:moveTo>
                <a:lnTo>
                  <a:pt x="371475" y="276225"/>
                </a:lnTo>
                <a:lnTo>
                  <a:pt x="371475" y="285750"/>
                </a:lnTo>
                <a:lnTo>
                  <a:pt x="361950" y="285750"/>
                </a:lnTo>
                <a:close/>
                <a:moveTo>
                  <a:pt x="381000" y="276225"/>
                </a:moveTo>
                <a:lnTo>
                  <a:pt x="419100" y="276225"/>
                </a:lnTo>
                <a:lnTo>
                  <a:pt x="419100" y="295275"/>
                </a:lnTo>
                <a:lnTo>
                  <a:pt x="428625" y="295275"/>
                </a:lnTo>
                <a:lnTo>
                  <a:pt x="428625" y="304800"/>
                </a:lnTo>
                <a:lnTo>
                  <a:pt x="400050" y="304800"/>
                </a:lnTo>
                <a:lnTo>
                  <a:pt x="400050" y="295275"/>
                </a:lnTo>
                <a:lnTo>
                  <a:pt x="371475" y="295275"/>
                </a:lnTo>
                <a:lnTo>
                  <a:pt x="371475" y="285750"/>
                </a:lnTo>
                <a:lnTo>
                  <a:pt x="381000" y="285750"/>
                </a:lnTo>
                <a:close/>
                <a:moveTo>
                  <a:pt x="38100" y="295275"/>
                </a:moveTo>
                <a:lnTo>
                  <a:pt x="47625" y="295275"/>
                </a:lnTo>
                <a:lnTo>
                  <a:pt x="47625" y="304800"/>
                </a:lnTo>
                <a:lnTo>
                  <a:pt x="38100" y="304800"/>
                </a:lnTo>
                <a:close/>
                <a:moveTo>
                  <a:pt x="1857375" y="295275"/>
                </a:moveTo>
                <a:lnTo>
                  <a:pt x="1866900" y="295275"/>
                </a:lnTo>
                <a:lnTo>
                  <a:pt x="1866900" y="304800"/>
                </a:lnTo>
                <a:lnTo>
                  <a:pt x="1857375" y="304800"/>
                </a:lnTo>
                <a:close/>
                <a:moveTo>
                  <a:pt x="123825" y="323850"/>
                </a:moveTo>
                <a:lnTo>
                  <a:pt x="152400" y="323850"/>
                </a:lnTo>
                <a:lnTo>
                  <a:pt x="152400" y="371475"/>
                </a:lnTo>
                <a:lnTo>
                  <a:pt x="142875" y="371475"/>
                </a:lnTo>
                <a:lnTo>
                  <a:pt x="142875" y="333375"/>
                </a:lnTo>
                <a:lnTo>
                  <a:pt x="133350" y="333375"/>
                </a:lnTo>
                <a:lnTo>
                  <a:pt x="133350" y="352425"/>
                </a:lnTo>
                <a:lnTo>
                  <a:pt x="123825" y="352425"/>
                </a:lnTo>
                <a:close/>
                <a:moveTo>
                  <a:pt x="1171575" y="323850"/>
                </a:moveTo>
                <a:lnTo>
                  <a:pt x="1181100" y="323850"/>
                </a:lnTo>
                <a:lnTo>
                  <a:pt x="1181100" y="333375"/>
                </a:lnTo>
                <a:lnTo>
                  <a:pt x="1171575" y="333375"/>
                </a:lnTo>
                <a:close/>
                <a:moveTo>
                  <a:pt x="1771650" y="323850"/>
                </a:moveTo>
                <a:lnTo>
                  <a:pt x="1781175" y="323850"/>
                </a:lnTo>
                <a:lnTo>
                  <a:pt x="1781175" y="342900"/>
                </a:lnTo>
                <a:lnTo>
                  <a:pt x="1771650" y="342900"/>
                </a:lnTo>
                <a:close/>
                <a:moveTo>
                  <a:pt x="28575" y="342900"/>
                </a:moveTo>
                <a:lnTo>
                  <a:pt x="38100" y="342900"/>
                </a:lnTo>
                <a:lnTo>
                  <a:pt x="38100" y="361950"/>
                </a:lnTo>
                <a:lnTo>
                  <a:pt x="28575" y="361950"/>
                </a:lnTo>
                <a:close/>
                <a:moveTo>
                  <a:pt x="466725" y="352425"/>
                </a:moveTo>
                <a:lnTo>
                  <a:pt x="476250" y="352425"/>
                </a:lnTo>
                <a:lnTo>
                  <a:pt x="476250" y="361950"/>
                </a:lnTo>
                <a:lnTo>
                  <a:pt x="466725" y="361950"/>
                </a:lnTo>
                <a:close/>
                <a:moveTo>
                  <a:pt x="809625" y="352425"/>
                </a:moveTo>
                <a:lnTo>
                  <a:pt x="876300" y="352425"/>
                </a:lnTo>
                <a:lnTo>
                  <a:pt x="876300" y="371475"/>
                </a:lnTo>
                <a:lnTo>
                  <a:pt x="866775" y="371475"/>
                </a:lnTo>
                <a:lnTo>
                  <a:pt x="866775" y="381000"/>
                </a:lnTo>
                <a:lnTo>
                  <a:pt x="838200" y="381000"/>
                </a:lnTo>
                <a:lnTo>
                  <a:pt x="838200" y="400050"/>
                </a:lnTo>
                <a:lnTo>
                  <a:pt x="847725" y="400050"/>
                </a:lnTo>
                <a:lnTo>
                  <a:pt x="847725" y="419100"/>
                </a:lnTo>
                <a:lnTo>
                  <a:pt x="838200" y="419100"/>
                </a:lnTo>
                <a:lnTo>
                  <a:pt x="838200" y="409575"/>
                </a:lnTo>
                <a:lnTo>
                  <a:pt x="828675" y="409575"/>
                </a:lnTo>
                <a:lnTo>
                  <a:pt x="828675" y="361950"/>
                </a:lnTo>
                <a:lnTo>
                  <a:pt x="809625" y="361950"/>
                </a:lnTo>
                <a:close/>
                <a:moveTo>
                  <a:pt x="885825" y="352425"/>
                </a:moveTo>
                <a:lnTo>
                  <a:pt x="923925" y="352425"/>
                </a:lnTo>
                <a:lnTo>
                  <a:pt x="923925" y="361950"/>
                </a:lnTo>
                <a:lnTo>
                  <a:pt x="885825" y="361950"/>
                </a:lnTo>
                <a:close/>
                <a:moveTo>
                  <a:pt x="942975" y="352425"/>
                </a:moveTo>
                <a:lnTo>
                  <a:pt x="952500" y="352425"/>
                </a:lnTo>
                <a:lnTo>
                  <a:pt x="952500" y="361950"/>
                </a:lnTo>
                <a:lnTo>
                  <a:pt x="942975" y="361950"/>
                </a:lnTo>
                <a:close/>
                <a:moveTo>
                  <a:pt x="990600" y="352425"/>
                </a:moveTo>
                <a:lnTo>
                  <a:pt x="1009650" y="352425"/>
                </a:lnTo>
                <a:lnTo>
                  <a:pt x="1009650" y="361950"/>
                </a:lnTo>
                <a:lnTo>
                  <a:pt x="990600" y="361950"/>
                </a:lnTo>
                <a:close/>
                <a:moveTo>
                  <a:pt x="9525" y="361950"/>
                </a:moveTo>
                <a:lnTo>
                  <a:pt x="19050" y="361950"/>
                </a:lnTo>
                <a:lnTo>
                  <a:pt x="19050" y="390525"/>
                </a:lnTo>
                <a:lnTo>
                  <a:pt x="28575" y="390525"/>
                </a:lnTo>
                <a:lnTo>
                  <a:pt x="28575" y="466725"/>
                </a:lnTo>
                <a:lnTo>
                  <a:pt x="9525" y="466725"/>
                </a:lnTo>
                <a:lnTo>
                  <a:pt x="9525" y="476250"/>
                </a:lnTo>
                <a:lnTo>
                  <a:pt x="0" y="476250"/>
                </a:lnTo>
                <a:lnTo>
                  <a:pt x="0" y="447675"/>
                </a:lnTo>
                <a:lnTo>
                  <a:pt x="9525" y="447675"/>
                </a:lnTo>
                <a:close/>
                <a:moveTo>
                  <a:pt x="714375" y="371475"/>
                </a:moveTo>
                <a:lnTo>
                  <a:pt x="723900" y="371475"/>
                </a:lnTo>
                <a:lnTo>
                  <a:pt x="723900" y="381000"/>
                </a:lnTo>
                <a:lnTo>
                  <a:pt x="752475" y="381000"/>
                </a:lnTo>
                <a:lnTo>
                  <a:pt x="752475" y="371475"/>
                </a:lnTo>
                <a:lnTo>
                  <a:pt x="762000" y="371475"/>
                </a:lnTo>
                <a:lnTo>
                  <a:pt x="762000" y="381000"/>
                </a:lnTo>
                <a:lnTo>
                  <a:pt x="771525" y="381000"/>
                </a:lnTo>
                <a:lnTo>
                  <a:pt x="771525" y="390525"/>
                </a:lnTo>
                <a:lnTo>
                  <a:pt x="762000" y="390525"/>
                </a:lnTo>
                <a:lnTo>
                  <a:pt x="762000" y="400050"/>
                </a:lnTo>
                <a:lnTo>
                  <a:pt x="733425" y="400050"/>
                </a:lnTo>
                <a:lnTo>
                  <a:pt x="733425" y="409575"/>
                </a:lnTo>
                <a:lnTo>
                  <a:pt x="714375" y="409575"/>
                </a:lnTo>
                <a:lnTo>
                  <a:pt x="714375" y="419100"/>
                </a:lnTo>
                <a:lnTo>
                  <a:pt x="685800" y="419100"/>
                </a:lnTo>
                <a:lnTo>
                  <a:pt x="685800" y="409575"/>
                </a:lnTo>
                <a:lnTo>
                  <a:pt x="619125" y="409575"/>
                </a:lnTo>
                <a:lnTo>
                  <a:pt x="619125" y="400050"/>
                </a:lnTo>
                <a:lnTo>
                  <a:pt x="638175" y="400050"/>
                </a:lnTo>
                <a:lnTo>
                  <a:pt x="638175" y="390525"/>
                </a:lnTo>
                <a:lnTo>
                  <a:pt x="647700" y="390525"/>
                </a:lnTo>
                <a:lnTo>
                  <a:pt x="647700" y="400050"/>
                </a:lnTo>
                <a:lnTo>
                  <a:pt x="657225" y="400050"/>
                </a:lnTo>
                <a:lnTo>
                  <a:pt x="657225" y="390525"/>
                </a:lnTo>
                <a:lnTo>
                  <a:pt x="666750" y="390525"/>
                </a:lnTo>
                <a:lnTo>
                  <a:pt x="666750" y="400050"/>
                </a:lnTo>
                <a:lnTo>
                  <a:pt x="714375" y="400050"/>
                </a:lnTo>
                <a:close/>
                <a:moveTo>
                  <a:pt x="581025" y="390525"/>
                </a:moveTo>
                <a:lnTo>
                  <a:pt x="590550" y="390525"/>
                </a:lnTo>
                <a:lnTo>
                  <a:pt x="590550" y="400050"/>
                </a:lnTo>
                <a:lnTo>
                  <a:pt x="581025" y="400050"/>
                </a:lnTo>
                <a:close/>
                <a:moveTo>
                  <a:pt x="133350" y="400050"/>
                </a:moveTo>
                <a:lnTo>
                  <a:pt x="142875" y="400050"/>
                </a:lnTo>
                <a:lnTo>
                  <a:pt x="142875" y="409575"/>
                </a:lnTo>
                <a:lnTo>
                  <a:pt x="152400" y="409575"/>
                </a:lnTo>
                <a:lnTo>
                  <a:pt x="152400" y="400050"/>
                </a:lnTo>
                <a:lnTo>
                  <a:pt x="161925" y="400050"/>
                </a:lnTo>
                <a:lnTo>
                  <a:pt x="161925" y="409575"/>
                </a:lnTo>
                <a:lnTo>
                  <a:pt x="171450" y="409575"/>
                </a:lnTo>
                <a:lnTo>
                  <a:pt x="171450" y="428625"/>
                </a:lnTo>
                <a:lnTo>
                  <a:pt x="161925" y="428625"/>
                </a:lnTo>
                <a:lnTo>
                  <a:pt x="161925" y="457200"/>
                </a:lnTo>
                <a:lnTo>
                  <a:pt x="152400" y="457200"/>
                </a:lnTo>
                <a:lnTo>
                  <a:pt x="152400" y="447675"/>
                </a:lnTo>
                <a:lnTo>
                  <a:pt x="142875" y="447675"/>
                </a:lnTo>
                <a:lnTo>
                  <a:pt x="142875" y="466725"/>
                </a:lnTo>
                <a:lnTo>
                  <a:pt x="161925" y="466725"/>
                </a:lnTo>
                <a:lnTo>
                  <a:pt x="161925" y="457200"/>
                </a:lnTo>
                <a:lnTo>
                  <a:pt x="171450" y="457200"/>
                </a:lnTo>
                <a:lnTo>
                  <a:pt x="171450" y="466725"/>
                </a:lnTo>
                <a:lnTo>
                  <a:pt x="161925" y="466725"/>
                </a:lnTo>
                <a:lnTo>
                  <a:pt x="161925" y="476250"/>
                </a:lnTo>
                <a:lnTo>
                  <a:pt x="171450" y="476250"/>
                </a:lnTo>
                <a:lnTo>
                  <a:pt x="171450" y="485775"/>
                </a:lnTo>
                <a:lnTo>
                  <a:pt x="180975" y="485775"/>
                </a:lnTo>
                <a:lnTo>
                  <a:pt x="180975" y="514350"/>
                </a:lnTo>
                <a:lnTo>
                  <a:pt x="152400" y="514350"/>
                </a:lnTo>
                <a:lnTo>
                  <a:pt x="152400" y="523875"/>
                </a:lnTo>
                <a:lnTo>
                  <a:pt x="142875" y="523875"/>
                </a:lnTo>
                <a:lnTo>
                  <a:pt x="142875" y="514350"/>
                </a:lnTo>
                <a:lnTo>
                  <a:pt x="133350" y="514350"/>
                </a:lnTo>
                <a:lnTo>
                  <a:pt x="133350" y="542925"/>
                </a:lnTo>
                <a:lnTo>
                  <a:pt x="123825" y="542925"/>
                </a:lnTo>
                <a:lnTo>
                  <a:pt x="123825" y="466725"/>
                </a:lnTo>
                <a:lnTo>
                  <a:pt x="133350" y="466725"/>
                </a:lnTo>
                <a:close/>
                <a:moveTo>
                  <a:pt x="285750" y="400050"/>
                </a:moveTo>
                <a:lnTo>
                  <a:pt x="295275" y="400050"/>
                </a:lnTo>
                <a:lnTo>
                  <a:pt x="295275" y="409575"/>
                </a:lnTo>
                <a:lnTo>
                  <a:pt x="285750" y="409575"/>
                </a:lnTo>
                <a:close/>
                <a:moveTo>
                  <a:pt x="495300" y="400050"/>
                </a:moveTo>
                <a:lnTo>
                  <a:pt x="523875" y="400050"/>
                </a:lnTo>
                <a:lnTo>
                  <a:pt x="523875" y="409575"/>
                </a:lnTo>
                <a:lnTo>
                  <a:pt x="495300" y="409575"/>
                </a:lnTo>
                <a:close/>
                <a:moveTo>
                  <a:pt x="771525" y="400050"/>
                </a:moveTo>
                <a:lnTo>
                  <a:pt x="781050" y="400050"/>
                </a:lnTo>
                <a:lnTo>
                  <a:pt x="781050" y="409575"/>
                </a:lnTo>
                <a:lnTo>
                  <a:pt x="771525" y="409575"/>
                </a:lnTo>
                <a:close/>
                <a:moveTo>
                  <a:pt x="314325" y="409575"/>
                </a:moveTo>
                <a:lnTo>
                  <a:pt x="333375" y="409575"/>
                </a:lnTo>
                <a:lnTo>
                  <a:pt x="333375" y="419100"/>
                </a:lnTo>
                <a:lnTo>
                  <a:pt x="342900" y="419100"/>
                </a:lnTo>
                <a:lnTo>
                  <a:pt x="342900" y="428625"/>
                </a:lnTo>
                <a:lnTo>
                  <a:pt x="314325" y="428625"/>
                </a:lnTo>
                <a:close/>
                <a:moveTo>
                  <a:pt x="400050" y="409575"/>
                </a:moveTo>
                <a:lnTo>
                  <a:pt x="409575" y="409575"/>
                </a:lnTo>
                <a:lnTo>
                  <a:pt x="409575" y="419100"/>
                </a:lnTo>
                <a:lnTo>
                  <a:pt x="400050" y="419100"/>
                </a:lnTo>
                <a:close/>
                <a:moveTo>
                  <a:pt x="1009650" y="447675"/>
                </a:moveTo>
                <a:lnTo>
                  <a:pt x="1019175" y="447675"/>
                </a:lnTo>
                <a:lnTo>
                  <a:pt x="1019175" y="457200"/>
                </a:lnTo>
                <a:lnTo>
                  <a:pt x="1028700" y="457200"/>
                </a:lnTo>
                <a:lnTo>
                  <a:pt x="1028700" y="466725"/>
                </a:lnTo>
                <a:lnTo>
                  <a:pt x="1019175" y="466725"/>
                </a:lnTo>
                <a:lnTo>
                  <a:pt x="1019175" y="476250"/>
                </a:lnTo>
                <a:lnTo>
                  <a:pt x="1009650" y="476250"/>
                </a:lnTo>
                <a:close/>
                <a:moveTo>
                  <a:pt x="628650" y="466725"/>
                </a:moveTo>
                <a:lnTo>
                  <a:pt x="657225" y="466725"/>
                </a:lnTo>
                <a:lnTo>
                  <a:pt x="657225" y="476250"/>
                </a:lnTo>
                <a:lnTo>
                  <a:pt x="628650" y="476250"/>
                </a:lnTo>
                <a:close/>
                <a:moveTo>
                  <a:pt x="752475" y="466725"/>
                </a:moveTo>
                <a:lnTo>
                  <a:pt x="762000" y="466725"/>
                </a:lnTo>
                <a:lnTo>
                  <a:pt x="762000" y="476250"/>
                </a:lnTo>
                <a:lnTo>
                  <a:pt x="752475" y="476250"/>
                </a:lnTo>
                <a:close/>
                <a:moveTo>
                  <a:pt x="895350" y="476250"/>
                </a:moveTo>
                <a:lnTo>
                  <a:pt x="904875" y="476250"/>
                </a:lnTo>
                <a:lnTo>
                  <a:pt x="904875" y="485775"/>
                </a:lnTo>
                <a:lnTo>
                  <a:pt x="895350" y="485775"/>
                </a:lnTo>
                <a:close/>
                <a:moveTo>
                  <a:pt x="0" y="495300"/>
                </a:moveTo>
                <a:lnTo>
                  <a:pt x="9525" y="495300"/>
                </a:lnTo>
                <a:lnTo>
                  <a:pt x="9525" y="504825"/>
                </a:lnTo>
                <a:lnTo>
                  <a:pt x="19050" y="504825"/>
                </a:lnTo>
                <a:lnTo>
                  <a:pt x="19050" y="495300"/>
                </a:lnTo>
                <a:lnTo>
                  <a:pt x="28575" y="495300"/>
                </a:lnTo>
                <a:lnTo>
                  <a:pt x="28575" y="504825"/>
                </a:lnTo>
                <a:lnTo>
                  <a:pt x="38100" y="504825"/>
                </a:lnTo>
                <a:lnTo>
                  <a:pt x="38100" y="514350"/>
                </a:lnTo>
                <a:lnTo>
                  <a:pt x="28575" y="514350"/>
                </a:lnTo>
                <a:lnTo>
                  <a:pt x="28575" y="533400"/>
                </a:lnTo>
                <a:lnTo>
                  <a:pt x="19050" y="533400"/>
                </a:lnTo>
                <a:lnTo>
                  <a:pt x="19050" y="542925"/>
                </a:lnTo>
                <a:lnTo>
                  <a:pt x="9525" y="542925"/>
                </a:lnTo>
                <a:lnTo>
                  <a:pt x="9525" y="561975"/>
                </a:lnTo>
                <a:lnTo>
                  <a:pt x="19050" y="561975"/>
                </a:lnTo>
                <a:lnTo>
                  <a:pt x="19050" y="581025"/>
                </a:lnTo>
                <a:lnTo>
                  <a:pt x="28575" y="581025"/>
                </a:lnTo>
                <a:lnTo>
                  <a:pt x="28575" y="676275"/>
                </a:lnTo>
                <a:lnTo>
                  <a:pt x="38100" y="676275"/>
                </a:lnTo>
                <a:lnTo>
                  <a:pt x="38100" y="695325"/>
                </a:lnTo>
                <a:lnTo>
                  <a:pt x="28575" y="695325"/>
                </a:lnTo>
                <a:lnTo>
                  <a:pt x="28575" y="685800"/>
                </a:lnTo>
                <a:lnTo>
                  <a:pt x="19050" y="685800"/>
                </a:lnTo>
                <a:lnTo>
                  <a:pt x="19050" y="714375"/>
                </a:lnTo>
                <a:lnTo>
                  <a:pt x="0" y="714375"/>
                </a:lnTo>
                <a:lnTo>
                  <a:pt x="0" y="657225"/>
                </a:lnTo>
                <a:lnTo>
                  <a:pt x="9525" y="657225"/>
                </a:lnTo>
                <a:lnTo>
                  <a:pt x="9525" y="628650"/>
                </a:lnTo>
                <a:lnTo>
                  <a:pt x="0" y="628650"/>
                </a:lnTo>
                <a:lnTo>
                  <a:pt x="0" y="590550"/>
                </a:lnTo>
                <a:lnTo>
                  <a:pt x="9525" y="590550"/>
                </a:lnTo>
                <a:lnTo>
                  <a:pt x="9525" y="571500"/>
                </a:lnTo>
                <a:lnTo>
                  <a:pt x="0" y="571500"/>
                </a:lnTo>
                <a:close/>
                <a:moveTo>
                  <a:pt x="295275" y="495300"/>
                </a:moveTo>
                <a:lnTo>
                  <a:pt x="304800" y="495300"/>
                </a:lnTo>
                <a:lnTo>
                  <a:pt x="304800" y="504825"/>
                </a:lnTo>
                <a:lnTo>
                  <a:pt x="295275" y="504825"/>
                </a:lnTo>
                <a:close/>
                <a:moveTo>
                  <a:pt x="933450" y="495300"/>
                </a:moveTo>
                <a:lnTo>
                  <a:pt x="942975" y="495300"/>
                </a:lnTo>
                <a:lnTo>
                  <a:pt x="942975" y="504825"/>
                </a:lnTo>
                <a:lnTo>
                  <a:pt x="933450" y="504825"/>
                </a:lnTo>
                <a:close/>
                <a:moveTo>
                  <a:pt x="952500" y="495300"/>
                </a:moveTo>
                <a:lnTo>
                  <a:pt x="962025" y="495300"/>
                </a:lnTo>
                <a:lnTo>
                  <a:pt x="962025" y="514350"/>
                </a:lnTo>
                <a:lnTo>
                  <a:pt x="952500" y="514350"/>
                </a:lnTo>
                <a:close/>
                <a:moveTo>
                  <a:pt x="152400" y="504825"/>
                </a:moveTo>
                <a:lnTo>
                  <a:pt x="161925" y="504825"/>
                </a:lnTo>
                <a:lnTo>
                  <a:pt x="161925" y="495300"/>
                </a:lnTo>
                <a:lnTo>
                  <a:pt x="152400" y="495300"/>
                </a:lnTo>
                <a:close/>
                <a:moveTo>
                  <a:pt x="304800" y="504825"/>
                </a:moveTo>
                <a:lnTo>
                  <a:pt x="314325" y="504825"/>
                </a:lnTo>
                <a:lnTo>
                  <a:pt x="314325" y="533400"/>
                </a:lnTo>
                <a:lnTo>
                  <a:pt x="304800" y="533400"/>
                </a:lnTo>
                <a:lnTo>
                  <a:pt x="304800" y="523875"/>
                </a:lnTo>
                <a:lnTo>
                  <a:pt x="285750" y="523875"/>
                </a:lnTo>
                <a:lnTo>
                  <a:pt x="285750" y="514350"/>
                </a:lnTo>
                <a:lnTo>
                  <a:pt x="304800" y="514350"/>
                </a:lnTo>
                <a:close/>
                <a:moveTo>
                  <a:pt x="180975" y="514350"/>
                </a:moveTo>
                <a:lnTo>
                  <a:pt x="190500" y="514350"/>
                </a:lnTo>
                <a:lnTo>
                  <a:pt x="190500" y="523875"/>
                </a:lnTo>
                <a:lnTo>
                  <a:pt x="180975" y="523875"/>
                </a:lnTo>
                <a:close/>
                <a:moveTo>
                  <a:pt x="200025" y="533400"/>
                </a:moveTo>
                <a:lnTo>
                  <a:pt x="219075" y="533400"/>
                </a:lnTo>
                <a:lnTo>
                  <a:pt x="219075" y="542925"/>
                </a:lnTo>
                <a:lnTo>
                  <a:pt x="228600" y="542925"/>
                </a:lnTo>
                <a:lnTo>
                  <a:pt x="228600" y="552450"/>
                </a:lnTo>
                <a:lnTo>
                  <a:pt x="219075" y="552450"/>
                </a:lnTo>
                <a:lnTo>
                  <a:pt x="219075" y="561975"/>
                </a:lnTo>
                <a:lnTo>
                  <a:pt x="209550" y="561975"/>
                </a:lnTo>
                <a:lnTo>
                  <a:pt x="209550" y="552450"/>
                </a:lnTo>
                <a:lnTo>
                  <a:pt x="200025" y="552450"/>
                </a:lnTo>
                <a:close/>
                <a:moveTo>
                  <a:pt x="114300" y="542925"/>
                </a:moveTo>
                <a:lnTo>
                  <a:pt x="123825" y="542925"/>
                </a:lnTo>
                <a:lnTo>
                  <a:pt x="123825" y="561975"/>
                </a:lnTo>
                <a:lnTo>
                  <a:pt x="133350" y="561975"/>
                </a:lnTo>
                <a:lnTo>
                  <a:pt x="133350" y="581025"/>
                </a:lnTo>
                <a:lnTo>
                  <a:pt x="114300" y="581025"/>
                </a:lnTo>
                <a:close/>
                <a:moveTo>
                  <a:pt x="9525" y="609600"/>
                </a:moveTo>
                <a:lnTo>
                  <a:pt x="19050" y="609600"/>
                </a:lnTo>
                <a:lnTo>
                  <a:pt x="19050" y="600075"/>
                </a:lnTo>
                <a:lnTo>
                  <a:pt x="9525" y="600075"/>
                </a:lnTo>
                <a:close/>
                <a:moveTo>
                  <a:pt x="133350" y="628650"/>
                </a:moveTo>
                <a:lnTo>
                  <a:pt x="142875" y="628650"/>
                </a:lnTo>
                <a:lnTo>
                  <a:pt x="142875" y="638175"/>
                </a:lnTo>
                <a:lnTo>
                  <a:pt x="133350" y="638175"/>
                </a:lnTo>
                <a:close/>
                <a:moveTo>
                  <a:pt x="485775" y="647700"/>
                </a:moveTo>
                <a:lnTo>
                  <a:pt x="495300" y="647700"/>
                </a:lnTo>
                <a:lnTo>
                  <a:pt x="495300" y="657225"/>
                </a:lnTo>
                <a:lnTo>
                  <a:pt x="485775" y="657225"/>
                </a:lnTo>
                <a:close/>
                <a:moveTo>
                  <a:pt x="1762125" y="647700"/>
                </a:moveTo>
                <a:lnTo>
                  <a:pt x="1771650" y="647700"/>
                </a:lnTo>
                <a:lnTo>
                  <a:pt x="1771650" y="657225"/>
                </a:lnTo>
                <a:lnTo>
                  <a:pt x="1762125" y="657225"/>
                </a:lnTo>
                <a:close/>
                <a:moveTo>
                  <a:pt x="666750" y="657225"/>
                </a:moveTo>
                <a:lnTo>
                  <a:pt x="685800" y="657225"/>
                </a:lnTo>
                <a:lnTo>
                  <a:pt x="685800" y="685800"/>
                </a:lnTo>
                <a:lnTo>
                  <a:pt x="666750" y="685800"/>
                </a:lnTo>
                <a:close/>
                <a:moveTo>
                  <a:pt x="733425" y="657225"/>
                </a:moveTo>
                <a:lnTo>
                  <a:pt x="781050" y="657225"/>
                </a:lnTo>
                <a:lnTo>
                  <a:pt x="781050" y="666750"/>
                </a:lnTo>
                <a:lnTo>
                  <a:pt x="733425" y="666750"/>
                </a:lnTo>
                <a:close/>
                <a:moveTo>
                  <a:pt x="1066800" y="657225"/>
                </a:moveTo>
                <a:lnTo>
                  <a:pt x="1095375" y="657225"/>
                </a:lnTo>
                <a:lnTo>
                  <a:pt x="1095375" y="666750"/>
                </a:lnTo>
                <a:lnTo>
                  <a:pt x="1066800" y="666750"/>
                </a:lnTo>
                <a:close/>
                <a:moveTo>
                  <a:pt x="1209675" y="657225"/>
                </a:moveTo>
                <a:lnTo>
                  <a:pt x="1333500" y="657225"/>
                </a:lnTo>
                <a:lnTo>
                  <a:pt x="1333500" y="676275"/>
                </a:lnTo>
                <a:lnTo>
                  <a:pt x="1238250" y="676275"/>
                </a:lnTo>
                <a:lnTo>
                  <a:pt x="1238250" y="666750"/>
                </a:lnTo>
                <a:lnTo>
                  <a:pt x="1209675" y="666750"/>
                </a:lnTo>
                <a:close/>
                <a:moveTo>
                  <a:pt x="1352550" y="657225"/>
                </a:moveTo>
                <a:lnTo>
                  <a:pt x="1581150" y="657225"/>
                </a:lnTo>
                <a:lnTo>
                  <a:pt x="1581150" y="676275"/>
                </a:lnTo>
                <a:lnTo>
                  <a:pt x="1352550" y="676275"/>
                </a:lnTo>
                <a:close/>
                <a:moveTo>
                  <a:pt x="1600200" y="657225"/>
                </a:moveTo>
                <a:lnTo>
                  <a:pt x="1628775" y="657225"/>
                </a:lnTo>
                <a:lnTo>
                  <a:pt x="1628775" y="666750"/>
                </a:lnTo>
                <a:lnTo>
                  <a:pt x="1676400" y="666750"/>
                </a:lnTo>
                <a:lnTo>
                  <a:pt x="1676400" y="676275"/>
                </a:lnTo>
                <a:lnTo>
                  <a:pt x="1666875" y="676275"/>
                </a:lnTo>
                <a:lnTo>
                  <a:pt x="1666875" y="685800"/>
                </a:lnTo>
                <a:lnTo>
                  <a:pt x="1619250" y="685800"/>
                </a:lnTo>
                <a:lnTo>
                  <a:pt x="1619250" y="676275"/>
                </a:lnTo>
                <a:lnTo>
                  <a:pt x="1600200" y="676275"/>
                </a:lnTo>
                <a:close/>
                <a:moveTo>
                  <a:pt x="1685925" y="657225"/>
                </a:moveTo>
                <a:lnTo>
                  <a:pt x="1762125" y="657225"/>
                </a:lnTo>
                <a:lnTo>
                  <a:pt x="1762125" y="676275"/>
                </a:lnTo>
                <a:lnTo>
                  <a:pt x="1685925" y="676275"/>
                </a:lnTo>
                <a:close/>
                <a:moveTo>
                  <a:pt x="1771650" y="657225"/>
                </a:moveTo>
                <a:lnTo>
                  <a:pt x="1781175" y="657225"/>
                </a:lnTo>
                <a:lnTo>
                  <a:pt x="1781175" y="676275"/>
                </a:lnTo>
                <a:lnTo>
                  <a:pt x="1771650" y="676275"/>
                </a:lnTo>
                <a:close/>
                <a:moveTo>
                  <a:pt x="781050" y="666750"/>
                </a:moveTo>
                <a:lnTo>
                  <a:pt x="790575" y="666750"/>
                </a:lnTo>
                <a:lnTo>
                  <a:pt x="790575" y="676275"/>
                </a:lnTo>
                <a:lnTo>
                  <a:pt x="781050" y="676275"/>
                </a:lnTo>
                <a:close/>
                <a:moveTo>
                  <a:pt x="847725" y="666750"/>
                </a:moveTo>
                <a:lnTo>
                  <a:pt x="876300" y="666750"/>
                </a:lnTo>
                <a:lnTo>
                  <a:pt x="876300" y="676275"/>
                </a:lnTo>
                <a:lnTo>
                  <a:pt x="847725" y="676275"/>
                </a:lnTo>
                <a:close/>
                <a:moveTo>
                  <a:pt x="742950" y="676275"/>
                </a:moveTo>
                <a:lnTo>
                  <a:pt x="771525" y="676275"/>
                </a:lnTo>
                <a:lnTo>
                  <a:pt x="771525" y="695325"/>
                </a:lnTo>
                <a:lnTo>
                  <a:pt x="752475" y="695325"/>
                </a:lnTo>
                <a:lnTo>
                  <a:pt x="752475" y="704850"/>
                </a:lnTo>
                <a:lnTo>
                  <a:pt x="742950" y="704850"/>
                </a:lnTo>
                <a:close/>
                <a:moveTo>
                  <a:pt x="895350" y="676275"/>
                </a:moveTo>
                <a:lnTo>
                  <a:pt x="923925" y="676275"/>
                </a:lnTo>
                <a:lnTo>
                  <a:pt x="923925" y="685800"/>
                </a:lnTo>
                <a:lnTo>
                  <a:pt x="952500" y="685800"/>
                </a:lnTo>
                <a:lnTo>
                  <a:pt x="952500" y="695325"/>
                </a:lnTo>
                <a:lnTo>
                  <a:pt x="914400" y="695325"/>
                </a:lnTo>
                <a:lnTo>
                  <a:pt x="914400" y="704850"/>
                </a:lnTo>
                <a:lnTo>
                  <a:pt x="904875" y="704850"/>
                </a:lnTo>
                <a:lnTo>
                  <a:pt x="904875" y="695325"/>
                </a:lnTo>
                <a:lnTo>
                  <a:pt x="866775" y="695325"/>
                </a:lnTo>
                <a:lnTo>
                  <a:pt x="866775" y="685800"/>
                </a:lnTo>
                <a:lnTo>
                  <a:pt x="895350" y="685800"/>
                </a:lnTo>
                <a:close/>
                <a:moveTo>
                  <a:pt x="1581150" y="676275"/>
                </a:moveTo>
                <a:lnTo>
                  <a:pt x="1600200" y="676275"/>
                </a:lnTo>
                <a:lnTo>
                  <a:pt x="1600200" y="685800"/>
                </a:lnTo>
                <a:lnTo>
                  <a:pt x="1581150" y="685800"/>
                </a:lnTo>
                <a:close/>
                <a:moveTo>
                  <a:pt x="114300" y="704850"/>
                </a:moveTo>
                <a:lnTo>
                  <a:pt x="133350" y="704850"/>
                </a:lnTo>
                <a:lnTo>
                  <a:pt x="133350" y="714375"/>
                </a:lnTo>
                <a:lnTo>
                  <a:pt x="114300" y="714375"/>
                </a:lnTo>
                <a:close/>
                <a:moveTo>
                  <a:pt x="723900" y="704850"/>
                </a:moveTo>
                <a:lnTo>
                  <a:pt x="733425" y="704850"/>
                </a:lnTo>
                <a:lnTo>
                  <a:pt x="733425" y="723900"/>
                </a:lnTo>
                <a:lnTo>
                  <a:pt x="723900" y="723900"/>
                </a:lnTo>
                <a:lnTo>
                  <a:pt x="723900" y="733425"/>
                </a:lnTo>
                <a:lnTo>
                  <a:pt x="704850" y="733425"/>
                </a:lnTo>
                <a:lnTo>
                  <a:pt x="704850" y="723900"/>
                </a:lnTo>
                <a:lnTo>
                  <a:pt x="714375" y="723900"/>
                </a:lnTo>
                <a:lnTo>
                  <a:pt x="714375" y="714375"/>
                </a:lnTo>
                <a:lnTo>
                  <a:pt x="723900" y="714375"/>
                </a:lnTo>
                <a:close/>
                <a:moveTo>
                  <a:pt x="114300" y="733425"/>
                </a:moveTo>
                <a:lnTo>
                  <a:pt x="123825" y="733425"/>
                </a:lnTo>
                <a:lnTo>
                  <a:pt x="123825" y="742950"/>
                </a:lnTo>
                <a:lnTo>
                  <a:pt x="133350" y="742950"/>
                </a:lnTo>
                <a:lnTo>
                  <a:pt x="133350" y="752475"/>
                </a:lnTo>
                <a:lnTo>
                  <a:pt x="114300" y="752475"/>
                </a:lnTo>
                <a:close/>
                <a:moveTo>
                  <a:pt x="676275" y="752475"/>
                </a:moveTo>
                <a:lnTo>
                  <a:pt x="685800" y="752475"/>
                </a:lnTo>
                <a:lnTo>
                  <a:pt x="685800" y="762000"/>
                </a:lnTo>
                <a:lnTo>
                  <a:pt x="676275" y="762000"/>
                </a:lnTo>
                <a:close/>
                <a:moveTo>
                  <a:pt x="485775" y="762000"/>
                </a:moveTo>
                <a:lnTo>
                  <a:pt x="495300" y="762000"/>
                </a:lnTo>
                <a:lnTo>
                  <a:pt x="495300" y="771525"/>
                </a:lnTo>
                <a:lnTo>
                  <a:pt x="485775" y="771525"/>
                </a:lnTo>
                <a:close/>
                <a:moveTo>
                  <a:pt x="733425" y="762000"/>
                </a:moveTo>
                <a:lnTo>
                  <a:pt x="762000" y="762000"/>
                </a:lnTo>
                <a:lnTo>
                  <a:pt x="762000" y="771525"/>
                </a:lnTo>
                <a:lnTo>
                  <a:pt x="742950" y="771525"/>
                </a:lnTo>
                <a:lnTo>
                  <a:pt x="742950" y="781050"/>
                </a:lnTo>
                <a:lnTo>
                  <a:pt x="733425" y="781050"/>
                </a:lnTo>
                <a:close/>
                <a:moveTo>
                  <a:pt x="285750" y="771525"/>
                </a:moveTo>
                <a:lnTo>
                  <a:pt x="295275" y="771525"/>
                </a:lnTo>
                <a:lnTo>
                  <a:pt x="295275" y="781050"/>
                </a:lnTo>
                <a:lnTo>
                  <a:pt x="285750" y="781050"/>
                </a:lnTo>
                <a:close/>
                <a:moveTo>
                  <a:pt x="457200" y="771525"/>
                </a:moveTo>
                <a:lnTo>
                  <a:pt x="476250" y="771525"/>
                </a:lnTo>
                <a:lnTo>
                  <a:pt x="476250" y="781050"/>
                </a:lnTo>
                <a:lnTo>
                  <a:pt x="457200" y="781050"/>
                </a:lnTo>
                <a:close/>
                <a:moveTo>
                  <a:pt x="504825" y="771525"/>
                </a:moveTo>
                <a:lnTo>
                  <a:pt x="523875" y="771525"/>
                </a:lnTo>
                <a:lnTo>
                  <a:pt x="523875" y="781050"/>
                </a:lnTo>
                <a:lnTo>
                  <a:pt x="504825" y="781050"/>
                </a:lnTo>
                <a:close/>
                <a:moveTo>
                  <a:pt x="542925" y="771525"/>
                </a:moveTo>
                <a:lnTo>
                  <a:pt x="552450" y="771525"/>
                </a:lnTo>
                <a:lnTo>
                  <a:pt x="552450" y="781050"/>
                </a:lnTo>
                <a:lnTo>
                  <a:pt x="542925" y="781050"/>
                </a:lnTo>
                <a:close/>
                <a:moveTo>
                  <a:pt x="609600" y="771525"/>
                </a:moveTo>
                <a:lnTo>
                  <a:pt x="628650" y="771525"/>
                </a:lnTo>
                <a:lnTo>
                  <a:pt x="628650" y="781050"/>
                </a:lnTo>
                <a:lnTo>
                  <a:pt x="609600" y="781050"/>
                </a:lnTo>
                <a:close/>
                <a:moveTo>
                  <a:pt x="990600" y="771525"/>
                </a:moveTo>
                <a:lnTo>
                  <a:pt x="1019175" y="771525"/>
                </a:lnTo>
                <a:lnTo>
                  <a:pt x="1019175" y="781050"/>
                </a:lnTo>
                <a:lnTo>
                  <a:pt x="1000125" y="781050"/>
                </a:lnTo>
                <a:lnTo>
                  <a:pt x="1000125" y="819150"/>
                </a:lnTo>
                <a:lnTo>
                  <a:pt x="981075" y="819150"/>
                </a:lnTo>
                <a:lnTo>
                  <a:pt x="981075" y="781050"/>
                </a:lnTo>
                <a:lnTo>
                  <a:pt x="990600" y="781050"/>
                </a:lnTo>
                <a:close/>
                <a:moveTo>
                  <a:pt x="304800" y="781050"/>
                </a:moveTo>
                <a:lnTo>
                  <a:pt x="314325" y="781050"/>
                </a:lnTo>
                <a:lnTo>
                  <a:pt x="314325" y="800100"/>
                </a:lnTo>
                <a:lnTo>
                  <a:pt x="304800" y="800100"/>
                </a:lnTo>
                <a:close/>
                <a:moveTo>
                  <a:pt x="533400" y="781050"/>
                </a:moveTo>
                <a:lnTo>
                  <a:pt x="542925" y="781050"/>
                </a:lnTo>
                <a:lnTo>
                  <a:pt x="542925" y="790575"/>
                </a:lnTo>
                <a:lnTo>
                  <a:pt x="533400" y="790575"/>
                </a:lnTo>
                <a:close/>
                <a:moveTo>
                  <a:pt x="1076325" y="790575"/>
                </a:moveTo>
                <a:lnTo>
                  <a:pt x="1095375" y="790575"/>
                </a:lnTo>
                <a:lnTo>
                  <a:pt x="1095375" y="800100"/>
                </a:lnTo>
                <a:lnTo>
                  <a:pt x="1114425" y="800100"/>
                </a:lnTo>
                <a:lnTo>
                  <a:pt x="1114425" y="819150"/>
                </a:lnTo>
                <a:lnTo>
                  <a:pt x="1085850" y="819150"/>
                </a:lnTo>
                <a:lnTo>
                  <a:pt x="1085850" y="809625"/>
                </a:lnTo>
                <a:lnTo>
                  <a:pt x="1076325" y="809625"/>
                </a:lnTo>
                <a:close/>
                <a:moveTo>
                  <a:pt x="866775" y="800100"/>
                </a:moveTo>
                <a:lnTo>
                  <a:pt x="876300" y="800100"/>
                </a:lnTo>
                <a:lnTo>
                  <a:pt x="876300" y="819150"/>
                </a:lnTo>
                <a:lnTo>
                  <a:pt x="866775" y="819150"/>
                </a:lnTo>
                <a:close/>
                <a:moveTo>
                  <a:pt x="923925" y="800100"/>
                </a:moveTo>
                <a:lnTo>
                  <a:pt x="942975" y="800100"/>
                </a:lnTo>
                <a:lnTo>
                  <a:pt x="942975" y="819150"/>
                </a:lnTo>
                <a:lnTo>
                  <a:pt x="923925" y="819150"/>
                </a:lnTo>
                <a:close/>
                <a:moveTo>
                  <a:pt x="1009650" y="800100"/>
                </a:moveTo>
                <a:lnTo>
                  <a:pt x="1019175" y="800100"/>
                </a:lnTo>
                <a:lnTo>
                  <a:pt x="1019175" y="819150"/>
                </a:lnTo>
                <a:lnTo>
                  <a:pt x="1009650" y="819150"/>
                </a:lnTo>
                <a:close/>
                <a:moveTo>
                  <a:pt x="1028700" y="800100"/>
                </a:moveTo>
                <a:lnTo>
                  <a:pt x="1047750" y="800100"/>
                </a:lnTo>
                <a:lnTo>
                  <a:pt x="1047750" y="819150"/>
                </a:lnTo>
                <a:lnTo>
                  <a:pt x="1028700" y="819150"/>
                </a:lnTo>
                <a:close/>
                <a:moveTo>
                  <a:pt x="1133475" y="800100"/>
                </a:moveTo>
                <a:lnTo>
                  <a:pt x="1143000" y="800100"/>
                </a:lnTo>
                <a:lnTo>
                  <a:pt x="1143000" y="819150"/>
                </a:lnTo>
                <a:lnTo>
                  <a:pt x="1133475" y="819150"/>
                </a:lnTo>
                <a:close/>
                <a:moveTo>
                  <a:pt x="1181100" y="800100"/>
                </a:moveTo>
                <a:lnTo>
                  <a:pt x="1190625" y="800100"/>
                </a:lnTo>
                <a:lnTo>
                  <a:pt x="1190625" y="819150"/>
                </a:lnTo>
                <a:lnTo>
                  <a:pt x="1181100" y="819150"/>
                </a:lnTo>
                <a:close/>
                <a:moveTo>
                  <a:pt x="1419225" y="800100"/>
                </a:moveTo>
                <a:lnTo>
                  <a:pt x="1533525" y="800100"/>
                </a:lnTo>
                <a:lnTo>
                  <a:pt x="1533525" y="819150"/>
                </a:lnTo>
                <a:lnTo>
                  <a:pt x="1419225" y="819150"/>
                </a:lnTo>
                <a:close/>
                <a:moveTo>
                  <a:pt x="1590675" y="800100"/>
                </a:moveTo>
                <a:lnTo>
                  <a:pt x="1619250" y="800100"/>
                </a:lnTo>
                <a:lnTo>
                  <a:pt x="1619250" y="819150"/>
                </a:lnTo>
                <a:lnTo>
                  <a:pt x="1590675" y="819150"/>
                </a:lnTo>
                <a:close/>
                <a:moveTo>
                  <a:pt x="1628775" y="800100"/>
                </a:moveTo>
                <a:lnTo>
                  <a:pt x="1676400" y="800100"/>
                </a:lnTo>
                <a:lnTo>
                  <a:pt x="1676400" y="819150"/>
                </a:lnTo>
                <a:lnTo>
                  <a:pt x="1628775" y="819150"/>
                </a:lnTo>
                <a:close/>
                <a:moveTo>
                  <a:pt x="1733550" y="800100"/>
                </a:moveTo>
                <a:lnTo>
                  <a:pt x="1752600" y="800100"/>
                </a:lnTo>
                <a:lnTo>
                  <a:pt x="1752600" y="819150"/>
                </a:lnTo>
                <a:lnTo>
                  <a:pt x="1733550" y="819150"/>
                </a:lnTo>
                <a:close/>
                <a:moveTo>
                  <a:pt x="1876425" y="809625"/>
                </a:moveTo>
                <a:lnTo>
                  <a:pt x="1885950" y="809625"/>
                </a:lnTo>
                <a:lnTo>
                  <a:pt x="1885950" y="819150"/>
                </a:lnTo>
                <a:lnTo>
                  <a:pt x="1876425" y="819150"/>
                </a:lnTo>
                <a:close/>
                <a:moveTo>
                  <a:pt x="123825" y="828675"/>
                </a:moveTo>
                <a:lnTo>
                  <a:pt x="133350" y="828675"/>
                </a:lnTo>
                <a:lnTo>
                  <a:pt x="133350" y="847725"/>
                </a:lnTo>
                <a:lnTo>
                  <a:pt x="123825" y="847725"/>
                </a:lnTo>
                <a:close/>
                <a:moveTo>
                  <a:pt x="0" y="847725"/>
                </a:moveTo>
                <a:lnTo>
                  <a:pt x="9525" y="847725"/>
                </a:lnTo>
                <a:lnTo>
                  <a:pt x="9525" y="857250"/>
                </a:lnTo>
                <a:lnTo>
                  <a:pt x="19050" y="857250"/>
                </a:lnTo>
                <a:lnTo>
                  <a:pt x="19050" y="876300"/>
                </a:lnTo>
                <a:lnTo>
                  <a:pt x="9525" y="876300"/>
                </a:lnTo>
                <a:lnTo>
                  <a:pt x="9525" y="866775"/>
                </a:lnTo>
                <a:lnTo>
                  <a:pt x="0" y="866775"/>
                </a:lnTo>
                <a:close/>
                <a:moveTo>
                  <a:pt x="266700" y="857250"/>
                </a:moveTo>
                <a:lnTo>
                  <a:pt x="276225" y="857250"/>
                </a:lnTo>
                <a:lnTo>
                  <a:pt x="276225" y="866775"/>
                </a:lnTo>
                <a:lnTo>
                  <a:pt x="285750" y="866775"/>
                </a:lnTo>
                <a:lnTo>
                  <a:pt x="285750" y="857250"/>
                </a:lnTo>
                <a:lnTo>
                  <a:pt x="314325" y="857250"/>
                </a:lnTo>
                <a:lnTo>
                  <a:pt x="314325" y="866775"/>
                </a:lnTo>
                <a:lnTo>
                  <a:pt x="323850" y="866775"/>
                </a:lnTo>
                <a:lnTo>
                  <a:pt x="323850" y="876300"/>
                </a:lnTo>
                <a:lnTo>
                  <a:pt x="314325" y="876300"/>
                </a:lnTo>
                <a:lnTo>
                  <a:pt x="314325" y="895350"/>
                </a:lnTo>
                <a:lnTo>
                  <a:pt x="285750" y="895350"/>
                </a:lnTo>
                <a:lnTo>
                  <a:pt x="285750" y="876300"/>
                </a:lnTo>
                <a:lnTo>
                  <a:pt x="266700" y="876300"/>
                </a:lnTo>
                <a:close/>
                <a:moveTo>
                  <a:pt x="200025" y="866775"/>
                </a:moveTo>
                <a:lnTo>
                  <a:pt x="209550" y="866775"/>
                </a:lnTo>
                <a:lnTo>
                  <a:pt x="209550" y="876300"/>
                </a:lnTo>
                <a:lnTo>
                  <a:pt x="200025" y="876300"/>
                </a:lnTo>
                <a:close/>
                <a:moveTo>
                  <a:pt x="228600" y="866775"/>
                </a:moveTo>
                <a:lnTo>
                  <a:pt x="238125" y="866775"/>
                </a:lnTo>
                <a:lnTo>
                  <a:pt x="238125" y="876300"/>
                </a:lnTo>
                <a:lnTo>
                  <a:pt x="228600" y="876300"/>
                </a:lnTo>
                <a:close/>
                <a:moveTo>
                  <a:pt x="400050" y="866775"/>
                </a:moveTo>
                <a:lnTo>
                  <a:pt x="447675" y="866775"/>
                </a:lnTo>
                <a:lnTo>
                  <a:pt x="447675" y="885825"/>
                </a:lnTo>
                <a:lnTo>
                  <a:pt x="457200" y="885825"/>
                </a:lnTo>
                <a:lnTo>
                  <a:pt x="457200" y="895350"/>
                </a:lnTo>
                <a:lnTo>
                  <a:pt x="428625" y="895350"/>
                </a:lnTo>
                <a:lnTo>
                  <a:pt x="428625" y="904875"/>
                </a:lnTo>
                <a:lnTo>
                  <a:pt x="409575" y="904875"/>
                </a:lnTo>
                <a:lnTo>
                  <a:pt x="409575" y="885825"/>
                </a:lnTo>
                <a:lnTo>
                  <a:pt x="400050" y="885825"/>
                </a:lnTo>
                <a:close/>
                <a:moveTo>
                  <a:pt x="238125" y="876300"/>
                </a:moveTo>
                <a:lnTo>
                  <a:pt x="247650" y="876300"/>
                </a:lnTo>
                <a:lnTo>
                  <a:pt x="247650" y="885825"/>
                </a:lnTo>
                <a:lnTo>
                  <a:pt x="238125" y="885825"/>
                </a:lnTo>
                <a:close/>
                <a:moveTo>
                  <a:pt x="247650" y="885825"/>
                </a:moveTo>
                <a:lnTo>
                  <a:pt x="257175" y="885825"/>
                </a:lnTo>
                <a:lnTo>
                  <a:pt x="257175" y="895350"/>
                </a:lnTo>
                <a:lnTo>
                  <a:pt x="247650" y="895350"/>
                </a:lnTo>
                <a:close/>
                <a:moveTo>
                  <a:pt x="381000" y="885825"/>
                </a:moveTo>
                <a:lnTo>
                  <a:pt x="400050" y="885825"/>
                </a:lnTo>
                <a:lnTo>
                  <a:pt x="400050" y="895350"/>
                </a:lnTo>
                <a:lnTo>
                  <a:pt x="381000" y="895350"/>
                </a:lnTo>
                <a:close/>
                <a:moveTo>
                  <a:pt x="742950" y="885825"/>
                </a:moveTo>
                <a:lnTo>
                  <a:pt x="752475" y="885825"/>
                </a:lnTo>
                <a:lnTo>
                  <a:pt x="752475" y="895350"/>
                </a:lnTo>
                <a:lnTo>
                  <a:pt x="742950" y="895350"/>
                </a:lnTo>
                <a:close/>
                <a:moveTo>
                  <a:pt x="171450" y="895350"/>
                </a:moveTo>
                <a:lnTo>
                  <a:pt x="180975" y="895350"/>
                </a:lnTo>
                <a:lnTo>
                  <a:pt x="180975" y="904875"/>
                </a:lnTo>
                <a:lnTo>
                  <a:pt x="171450" y="904875"/>
                </a:lnTo>
                <a:close/>
                <a:moveTo>
                  <a:pt x="419100" y="923925"/>
                </a:moveTo>
                <a:lnTo>
                  <a:pt x="447675" y="923925"/>
                </a:lnTo>
                <a:lnTo>
                  <a:pt x="447675" y="933450"/>
                </a:lnTo>
                <a:lnTo>
                  <a:pt x="428625" y="933450"/>
                </a:lnTo>
                <a:lnTo>
                  <a:pt x="428625" y="942975"/>
                </a:lnTo>
                <a:lnTo>
                  <a:pt x="438150" y="942975"/>
                </a:lnTo>
                <a:lnTo>
                  <a:pt x="438150" y="952500"/>
                </a:lnTo>
                <a:lnTo>
                  <a:pt x="400050" y="952500"/>
                </a:lnTo>
                <a:lnTo>
                  <a:pt x="400050" y="942975"/>
                </a:lnTo>
                <a:lnTo>
                  <a:pt x="409575" y="942975"/>
                </a:lnTo>
                <a:lnTo>
                  <a:pt x="409575" y="933450"/>
                </a:lnTo>
                <a:lnTo>
                  <a:pt x="419100" y="933450"/>
                </a:lnTo>
                <a:close/>
                <a:moveTo>
                  <a:pt x="485775" y="923925"/>
                </a:moveTo>
                <a:lnTo>
                  <a:pt x="495300" y="923925"/>
                </a:lnTo>
                <a:lnTo>
                  <a:pt x="495300" y="933450"/>
                </a:lnTo>
                <a:lnTo>
                  <a:pt x="504825" y="933450"/>
                </a:lnTo>
                <a:lnTo>
                  <a:pt x="504825" y="942975"/>
                </a:lnTo>
                <a:lnTo>
                  <a:pt x="485775" y="942975"/>
                </a:lnTo>
                <a:lnTo>
                  <a:pt x="485775" y="952500"/>
                </a:lnTo>
                <a:lnTo>
                  <a:pt x="476250" y="952500"/>
                </a:lnTo>
                <a:lnTo>
                  <a:pt x="476250" y="933450"/>
                </a:lnTo>
                <a:lnTo>
                  <a:pt x="485775" y="933450"/>
                </a:lnTo>
                <a:close/>
                <a:moveTo>
                  <a:pt x="800100" y="923925"/>
                </a:moveTo>
                <a:lnTo>
                  <a:pt x="809625" y="923925"/>
                </a:lnTo>
                <a:lnTo>
                  <a:pt x="809625" y="933450"/>
                </a:lnTo>
                <a:lnTo>
                  <a:pt x="828675" y="933450"/>
                </a:lnTo>
                <a:lnTo>
                  <a:pt x="828675" y="942975"/>
                </a:lnTo>
                <a:lnTo>
                  <a:pt x="819150" y="942975"/>
                </a:lnTo>
                <a:lnTo>
                  <a:pt x="819150" y="952500"/>
                </a:lnTo>
                <a:lnTo>
                  <a:pt x="809625" y="952500"/>
                </a:lnTo>
                <a:lnTo>
                  <a:pt x="809625" y="942975"/>
                </a:lnTo>
                <a:lnTo>
                  <a:pt x="790575" y="942975"/>
                </a:lnTo>
                <a:lnTo>
                  <a:pt x="790575" y="933450"/>
                </a:lnTo>
                <a:lnTo>
                  <a:pt x="800100" y="933450"/>
                </a:lnTo>
                <a:close/>
                <a:moveTo>
                  <a:pt x="704850" y="933450"/>
                </a:moveTo>
                <a:lnTo>
                  <a:pt x="723900" y="933450"/>
                </a:lnTo>
                <a:lnTo>
                  <a:pt x="723900" y="942975"/>
                </a:lnTo>
                <a:lnTo>
                  <a:pt x="704850" y="942975"/>
                </a:lnTo>
                <a:close/>
                <a:moveTo>
                  <a:pt x="866775" y="933450"/>
                </a:moveTo>
                <a:lnTo>
                  <a:pt x="914400" y="933450"/>
                </a:lnTo>
                <a:lnTo>
                  <a:pt x="914400" y="952500"/>
                </a:lnTo>
                <a:lnTo>
                  <a:pt x="866775" y="952500"/>
                </a:lnTo>
                <a:close/>
                <a:moveTo>
                  <a:pt x="962025" y="933450"/>
                </a:moveTo>
                <a:lnTo>
                  <a:pt x="1000125" y="933450"/>
                </a:lnTo>
                <a:lnTo>
                  <a:pt x="1000125" y="952500"/>
                </a:lnTo>
                <a:lnTo>
                  <a:pt x="990600" y="952500"/>
                </a:lnTo>
                <a:lnTo>
                  <a:pt x="990600" y="942975"/>
                </a:lnTo>
                <a:lnTo>
                  <a:pt x="971550" y="942975"/>
                </a:lnTo>
                <a:lnTo>
                  <a:pt x="971550" y="952500"/>
                </a:lnTo>
                <a:lnTo>
                  <a:pt x="962025" y="952500"/>
                </a:lnTo>
                <a:close/>
                <a:moveTo>
                  <a:pt x="1019175" y="933450"/>
                </a:moveTo>
                <a:lnTo>
                  <a:pt x="1181100" y="933450"/>
                </a:lnTo>
                <a:lnTo>
                  <a:pt x="1181100" y="952500"/>
                </a:lnTo>
                <a:lnTo>
                  <a:pt x="1019175" y="952500"/>
                </a:lnTo>
                <a:close/>
                <a:moveTo>
                  <a:pt x="1190625" y="933450"/>
                </a:moveTo>
                <a:lnTo>
                  <a:pt x="1219200" y="933450"/>
                </a:lnTo>
                <a:lnTo>
                  <a:pt x="1219200" y="952500"/>
                </a:lnTo>
                <a:lnTo>
                  <a:pt x="1190625" y="952500"/>
                </a:lnTo>
                <a:close/>
                <a:moveTo>
                  <a:pt x="1228725" y="933450"/>
                </a:moveTo>
                <a:lnTo>
                  <a:pt x="1333500" y="933450"/>
                </a:lnTo>
                <a:lnTo>
                  <a:pt x="1333500" y="952500"/>
                </a:lnTo>
                <a:lnTo>
                  <a:pt x="1314450" y="952500"/>
                </a:lnTo>
                <a:lnTo>
                  <a:pt x="1314450" y="942975"/>
                </a:lnTo>
                <a:lnTo>
                  <a:pt x="1304925" y="942975"/>
                </a:lnTo>
                <a:lnTo>
                  <a:pt x="1304925" y="952500"/>
                </a:lnTo>
                <a:lnTo>
                  <a:pt x="1247775" y="952500"/>
                </a:lnTo>
                <a:lnTo>
                  <a:pt x="1247775" y="942975"/>
                </a:lnTo>
                <a:lnTo>
                  <a:pt x="1228725" y="942975"/>
                </a:lnTo>
                <a:close/>
                <a:moveTo>
                  <a:pt x="1362075" y="933450"/>
                </a:moveTo>
                <a:lnTo>
                  <a:pt x="1371600" y="933450"/>
                </a:lnTo>
                <a:lnTo>
                  <a:pt x="1371600" y="942975"/>
                </a:lnTo>
                <a:lnTo>
                  <a:pt x="1362075" y="942975"/>
                </a:lnTo>
                <a:close/>
                <a:moveTo>
                  <a:pt x="1695450" y="933450"/>
                </a:moveTo>
                <a:lnTo>
                  <a:pt x="1704975" y="933450"/>
                </a:lnTo>
                <a:lnTo>
                  <a:pt x="1704975" y="952500"/>
                </a:lnTo>
                <a:lnTo>
                  <a:pt x="1695450" y="952500"/>
                </a:lnTo>
                <a:close/>
                <a:moveTo>
                  <a:pt x="1714500" y="933450"/>
                </a:moveTo>
                <a:lnTo>
                  <a:pt x="1733550" y="933450"/>
                </a:lnTo>
                <a:lnTo>
                  <a:pt x="1733550" y="952500"/>
                </a:lnTo>
                <a:lnTo>
                  <a:pt x="1714500" y="952500"/>
                </a:lnTo>
                <a:close/>
                <a:moveTo>
                  <a:pt x="0" y="942975"/>
                </a:moveTo>
                <a:lnTo>
                  <a:pt x="9525" y="942975"/>
                </a:lnTo>
                <a:lnTo>
                  <a:pt x="9525" y="952500"/>
                </a:lnTo>
                <a:lnTo>
                  <a:pt x="19050" y="952500"/>
                </a:lnTo>
                <a:lnTo>
                  <a:pt x="19050" y="962025"/>
                </a:lnTo>
                <a:lnTo>
                  <a:pt x="0" y="962025"/>
                </a:lnTo>
                <a:close/>
                <a:moveTo>
                  <a:pt x="114300" y="942975"/>
                </a:moveTo>
                <a:lnTo>
                  <a:pt x="133350" y="942975"/>
                </a:lnTo>
                <a:lnTo>
                  <a:pt x="133350" y="971550"/>
                </a:lnTo>
                <a:lnTo>
                  <a:pt x="114300" y="971550"/>
                </a:lnTo>
                <a:close/>
                <a:moveTo>
                  <a:pt x="209550" y="942975"/>
                </a:moveTo>
                <a:lnTo>
                  <a:pt x="219075" y="942975"/>
                </a:lnTo>
                <a:lnTo>
                  <a:pt x="219075" y="952500"/>
                </a:lnTo>
                <a:lnTo>
                  <a:pt x="209550" y="952500"/>
                </a:lnTo>
                <a:close/>
                <a:moveTo>
                  <a:pt x="514350" y="942975"/>
                </a:moveTo>
                <a:lnTo>
                  <a:pt x="561975" y="942975"/>
                </a:lnTo>
                <a:lnTo>
                  <a:pt x="561975" y="952500"/>
                </a:lnTo>
                <a:lnTo>
                  <a:pt x="514350" y="952500"/>
                </a:lnTo>
                <a:close/>
                <a:moveTo>
                  <a:pt x="1628775" y="942975"/>
                </a:moveTo>
                <a:lnTo>
                  <a:pt x="1657350" y="942975"/>
                </a:lnTo>
                <a:lnTo>
                  <a:pt x="1657350" y="952500"/>
                </a:lnTo>
                <a:lnTo>
                  <a:pt x="1628775" y="952500"/>
                </a:lnTo>
                <a:close/>
                <a:moveTo>
                  <a:pt x="304800" y="971550"/>
                </a:moveTo>
                <a:lnTo>
                  <a:pt x="342900" y="971550"/>
                </a:lnTo>
                <a:lnTo>
                  <a:pt x="342900" y="990600"/>
                </a:lnTo>
                <a:lnTo>
                  <a:pt x="314325" y="990600"/>
                </a:lnTo>
                <a:lnTo>
                  <a:pt x="314325" y="1000125"/>
                </a:lnTo>
                <a:lnTo>
                  <a:pt x="295275" y="1000125"/>
                </a:lnTo>
                <a:lnTo>
                  <a:pt x="295275" y="990600"/>
                </a:lnTo>
                <a:lnTo>
                  <a:pt x="304800" y="990600"/>
                </a:lnTo>
                <a:close/>
                <a:moveTo>
                  <a:pt x="361950" y="990600"/>
                </a:moveTo>
                <a:lnTo>
                  <a:pt x="371475" y="990600"/>
                </a:lnTo>
                <a:lnTo>
                  <a:pt x="371475" y="1000125"/>
                </a:lnTo>
                <a:lnTo>
                  <a:pt x="361950" y="1000125"/>
                </a:lnTo>
                <a:close/>
                <a:moveTo>
                  <a:pt x="466725" y="990600"/>
                </a:moveTo>
                <a:lnTo>
                  <a:pt x="514350" y="990600"/>
                </a:lnTo>
                <a:lnTo>
                  <a:pt x="514350" y="1000125"/>
                </a:lnTo>
                <a:lnTo>
                  <a:pt x="466725" y="1000125"/>
                </a:lnTo>
                <a:close/>
                <a:moveTo>
                  <a:pt x="542925" y="990600"/>
                </a:moveTo>
                <a:lnTo>
                  <a:pt x="561975" y="990600"/>
                </a:lnTo>
                <a:lnTo>
                  <a:pt x="561975" y="1000125"/>
                </a:lnTo>
                <a:lnTo>
                  <a:pt x="542925" y="1000125"/>
                </a:lnTo>
                <a:close/>
                <a:moveTo>
                  <a:pt x="571500" y="990600"/>
                </a:moveTo>
                <a:lnTo>
                  <a:pt x="590550" y="990600"/>
                </a:lnTo>
                <a:lnTo>
                  <a:pt x="590550" y="1000125"/>
                </a:lnTo>
                <a:lnTo>
                  <a:pt x="571500" y="1000125"/>
                </a:lnTo>
                <a:close/>
                <a:moveTo>
                  <a:pt x="647700" y="990600"/>
                </a:moveTo>
                <a:lnTo>
                  <a:pt x="657225" y="990600"/>
                </a:lnTo>
                <a:lnTo>
                  <a:pt x="657225" y="1000125"/>
                </a:lnTo>
                <a:lnTo>
                  <a:pt x="647700" y="1000125"/>
                </a:lnTo>
                <a:close/>
                <a:moveTo>
                  <a:pt x="666750" y="990600"/>
                </a:moveTo>
                <a:lnTo>
                  <a:pt x="676275" y="990600"/>
                </a:lnTo>
                <a:lnTo>
                  <a:pt x="676275" y="1000125"/>
                </a:lnTo>
                <a:lnTo>
                  <a:pt x="666750" y="1000125"/>
                </a:lnTo>
                <a:close/>
                <a:moveTo>
                  <a:pt x="1171575" y="990600"/>
                </a:moveTo>
                <a:lnTo>
                  <a:pt x="1190625" y="990600"/>
                </a:lnTo>
                <a:lnTo>
                  <a:pt x="1190625" y="1000125"/>
                </a:lnTo>
                <a:lnTo>
                  <a:pt x="1171575" y="1000125"/>
                </a:lnTo>
                <a:close/>
                <a:moveTo>
                  <a:pt x="1162050" y="1000125"/>
                </a:moveTo>
                <a:lnTo>
                  <a:pt x="1171575" y="1000125"/>
                </a:lnTo>
                <a:lnTo>
                  <a:pt x="1171575" y="1009650"/>
                </a:lnTo>
                <a:lnTo>
                  <a:pt x="1162050" y="1009650"/>
                </a:lnTo>
                <a:close/>
                <a:moveTo>
                  <a:pt x="1762125" y="1000125"/>
                </a:moveTo>
                <a:lnTo>
                  <a:pt x="1771650" y="1000125"/>
                </a:lnTo>
                <a:lnTo>
                  <a:pt x="1771650" y="1009650"/>
                </a:lnTo>
                <a:lnTo>
                  <a:pt x="1762125" y="1009650"/>
                </a:lnTo>
                <a:close/>
                <a:moveTo>
                  <a:pt x="1143000" y="1009650"/>
                </a:moveTo>
                <a:lnTo>
                  <a:pt x="1152525" y="1009650"/>
                </a:lnTo>
                <a:lnTo>
                  <a:pt x="1152525" y="1019175"/>
                </a:lnTo>
                <a:lnTo>
                  <a:pt x="1143000" y="1019175"/>
                </a:lnTo>
                <a:close/>
                <a:moveTo>
                  <a:pt x="9525" y="1038225"/>
                </a:moveTo>
                <a:lnTo>
                  <a:pt x="19050" y="1038225"/>
                </a:lnTo>
                <a:lnTo>
                  <a:pt x="19050" y="1047750"/>
                </a:lnTo>
                <a:lnTo>
                  <a:pt x="9525" y="1047750"/>
                </a:lnTo>
                <a:close/>
                <a:moveTo>
                  <a:pt x="190500" y="1038225"/>
                </a:moveTo>
                <a:lnTo>
                  <a:pt x="200025" y="1038225"/>
                </a:lnTo>
                <a:lnTo>
                  <a:pt x="200025" y="1057275"/>
                </a:lnTo>
                <a:lnTo>
                  <a:pt x="190500" y="1057275"/>
                </a:lnTo>
                <a:close/>
                <a:moveTo>
                  <a:pt x="0" y="1047750"/>
                </a:moveTo>
                <a:lnTo>
                  <a:pt x="9525" y="1047750"/>
                </a:lnTo>
                <a:lnTo>
                  <a:pt x="9525" y="1057275"/>
                </a:lnTo>
                <a:lnTo>
                  <a:pt x="0" y="1057275"/>
                </a:lnTo>
                <a:close/>
                <a:moveTo>
                  <a:pt x="180975" y="1057275"/>
                </a:moveTo>
                <a:lnTo>
                  <a:pt x="190500" y="1057275"/>
                </a:lnTo>
                <a:lnTo>
                  <a:pt x="190500" y="1123950"/>
                </a:lnTo>
                <a:lnTo>
                  <a:pt x="171450" y="1123950"/>
                </a:lnTo>
                <a:lnTo>
                  <a:pt x="171450" y="1104900"/>
                </a:lnTo>
                <a:lnTo>
                  <a:pt x="180975" y="1104900"/>
                </a:lnTo>
                <a:close/>
                <a:moveTo>
                  <a:pt x="1762125" y="1057275"/>
                </a:moveTo>
                <a:lnTo>
                  <a:pt x="1771650" y="1057275"/>
                </a:lnTo>
                <a:lnTo>
                  <a:pt x="1771650" y="1066800"/>
                </a:lnTo>
                <a:lnTo>
                  <a:pt x="1781175" y="1066800"/>
                </a:lnTo>
                <a:lnTo>
                  <a:pt x="1781175" y="1085850"/>
                </a:lnTo>
                <a:lnTo>
                  <a:pt x="1771650" y="1085850"/>
                </a:lnTo>
                <a:lnTo>
                  <a:pt x="1771650" y="1095375"/>
                </a:lnTo>
                <a:lnTo>
                  <a:pt x="1762125" y="1095375"/>
                </a:lnTo>
                <a:lnTo>
                  <a:pt x="1762125" y="1085850"/>
                </a:lnTo>
                <a:lnTo>
                  <a:pt x="1743075" y="1085850"/>
                </a:lnTo>
                <a:lnTo>
                  <a:pt x="1743075" y="1066800"/>
                </a:lnTo>
                <a:lnTo>
                  <a:pt x="1762125" y="1066800"/>
                </a:lnTo>
                <a:close/>
                <a:moveTo>
                  <a:pt x="9525" y="1114425"/>
                </a:moveTo>
                <a:lnTo>
                  <a:pt x="19050" y="1114425"/>
                </a:lnTo>
                <a:lnTo>
                  <a:pt x="19050" y="1181100"/>
                </a:lnTo>
                <a:lnTo>
                  <a:pt x="9525" y="1181100"/>
                </a:lnTo>
                <a:close/>
                <a:moveTo>
                  <a:pt x="133350" y="1114425"/>
                </a:moveTo>
                <a:lnTo>
                  <a:pt x="142875" y="1114425"/>
                </a:lnTo>
                <a:lnTo>
                  <a:pt x="142875" y="1123950"/>
                </a:lnTo>
                <a:lnTo>
                  <a:pt x="133350" y="1123950"/>
                </a:lnTo>
                <a:close/>
                <a:moveTo>
                  <a:pt x="1733550" y="1123950"/>
                </a:moveTo>
                <a:lnTo>
                  <a:pt x="1752600" y="1123950"/>
                </a:lnTo>
                <a:lnTo>
                  <a:pt x="1752600" y="1133475"/>
                </a:lnTo>
                <a:lnTo>
                  <a:pt x="1762125" y="1133475"/>
                </a:lnTo>
                <a:lnTo>
                  <a:pt x="1762125" y="1123950"/>
                </a:lnTo>
                <a:lnTo>
                  <a:pt x="1771650" y="1123950"/>
                </a:lnTo>
                <a:lnTo>
                  <a:pt x="1771650" y="1143000"/>
                </a:lnTo>
                <a:lnTo>
                  <a:pt x="1762125" y="1143000"/>
                </a:lnTo>
                <a:lnTo>
                  <a:pt x="1762125" y="1162050"/>
                </a:lnTo>
                <a:lnTo>
                  <a:pt x="1752600" y="1162050"/>
                </a:lnTo>
                <a:lnTo>
                  <a:pt x="1752600" y="1143000"/>
                </a:lnTo>
                <a:lnTo>
                  <a:pt x="1743075" y="1143000"/>
                </a:lnTo>
                <a:lnTo>
                  <a:pt x="1743075" y="1152525"/>
                </a:lnTo>
                <a:lnTo>
                  <a:pt x="1733550" y="1152525"/>
                </a:lnTo>
                <a:close/>
                <a:moveTo>
                  <a:pt x="1885950" y="1143000"/>
                </a:moveTo>
                <a:lnTo>
                  <a:pt x="1895475" y="1143000"/>
                </a:lnTo>
                <a:lnTo>
                  <a:pt x="1895475" y="1152525"/>
                </a:lnTo>
                <a:lnTo>
                  <a:pt x="1885950" y="1152525"/>
                </a:lnTo>
                <a:close/>
                <a:moveTo>
                  <a:pt x="190500" y="1162050"/>
                </a:moveTo>
                <a:lnTo>
                  <a:pt x="200025" y="1162050"/>
                </a:lnTo>
                <a:lnTo>
                  <a:pt x="200025" y="1181100"/>
                </a:lnTo>
                <a:lnTo>
                  <a:pt x="180975" y="1181100"/>
                </a:lnTo>
                <a:lnTo>
                  <a:pt x="180975" y="1171575"/>
                </a:lnTo>
                <a:lnTo>
                  <a:pt x="190500" y="1171575"/>
                </a:lnTo>
                <a:close/>
                <a:moveTo>
                  <a:pt x="1733550" y="1162050"/>
                </a:moveTo>
                <a:lnTo>
                  <a:pt x="1743075" y="1162050"/>
                </a:lnTo>
                <a:lnTo>
                  <a:pt x="1743075" y="1181100"/>
                </a:lnTo>
                <a:lnTo>
                  <a:pt x="1724025" y="1181100"/>
                </a:lnTo>
                <a:lnTo>
                  <a:pt x="1724025" y="1190625"/>
                </a:lnTo>
                <a:lnTo>
                  <a:pt x="1733550" y="1190625"/>
                </a:lnTo>
                <a:lnTo>
                  <a:pt x="1733550" y="1200150"/>
                </a:lnTo>
                <a:lnTo>
                  <a:pt x="1714500" y="1200150"/>
                </a:lnTo>
                <a:lnTo>
                  <a:pt x="1714500" y="1190625"/>
                </a:lnTo>
                <a:lnTo>
                  <a:pt x="1704975" y="1190625"/>
                </a:lnTo>
                <a:lnTo>
                  <a:pt x="1704975" y="1181100"/>
                </a:lnTo>
                <a:lnTo>
                  <a:pt x="1714500" y="1181100"/>
                </a:lnTo>
                <a:lnTo>
                  <a:pt x="1714500" y="1171575"/>
                </a:lnTo>
                <a:lnTo>
                  <a:pt x="1733550" y="1171575"/>
                </a:lnTo>
                <a:close/>
                <a:moveTo>
                  <a:pt x="1123950" y="1181100"/>
                </a:moveTo>
                <a:lnTo>
                  <a:pt x="1143000" y="1181100"/>
                </a:lnTo>
                <a:lnTo>
                  <a:pt x="1143000" y="1200150"/>
                </a:lnTo>
                <a:lnTo>
                  <a:pt x="1123950" y="1200150"/>
                </a:lnTo>
                <a:close/>
                <a:moveTo>
                  <a:pt x="180975" y="1209675"/>
                </a:moveTo>
                <a:lnTo>
                  <a:pt x="190500" y="1209675"/>
                </a:lnTo>
                <a:lnTo>
                  <a:pt x="190500" y="1219200"/>
                </a:lnTo>
                <a:lnTo>
                  <a:pt x="180975" y="1219200"/>
                </a:lnTo>
                <a:close/>
                <a:moveTo>
                  <a:pt x="209550" y="1209675"/>
                </a:moveTo>
                <a:lnTo>
                  <a:pt x="238125" y="1209675"/>
                </a:lnTo>
                <a:lnTo>
                  <a:pt x="238125" y="1219200"/>
                </a:lnTo>
                <a:lnTo>
                  <a:pt x="209550" y="1219200"/>
                </a:lnTo>
                <a:close/>
                <a:moveTo>
                  <a:pt x="304800" y="1209675"/>
                </a:moveTo>
                <a:lnTo>
                  <a:pt x="342900" y="1209675"/>
                </a:lnTo>
                <a:lnTo>
                  <a:pt x="342900" y="1219200"/>
                </a:lnTo>
                <a:lnTo>
                  <a:pt x="304800" y="1219200"/>
                </a:lnTo>
                <a:close/>
                <a:moveTo>
                  <a:pt x="361950" y="1209675"/>
                </a:moveTo>
                <a:lnTo>
                  <a:pt x="400050" y="1209675"/>
                </a:lnTo>
                <a:lnTo>
                  <a:pt x="400050" y="1219200"/>
                </a:lnTo>
                <a:lnTo>
                  <a:pt x="361950" y="1219200"/>
                </a:lnTo>
                <a:close/>
                <a:moveTo>
                  <a:pt x="409575" y="1209675"/>
                </a:moveTo>
                <a:lnTo>
                  <a:pt x="447675" y="1209675"/>
                </a:lnTo>
                <a:lnTo>
                  <a:pt x="447675" y="1219200"/>
                </a:lnTo>
                <a:lnTo>
                  <a:pt x="409575" y="1219200"/>
                </a:lnTo>
                <a:close/>
                <a:moveTo>
                  <a:pt x="485775" y="1209675"/>
                </a:moveTo>
                <a:lnTo>
                  <a:pt x="533400" y="1209675"/>
                </a:lnTo>
                <a:lnTo>
                  <a:pt x="533400" y="1219200"/>
                </a:lnTo>
                <a:lnTo>
                  <a:pt x="485775" y="1219200"/>
                </a:lnTo>
                <a:close/>
                <a:moveTo>
                  <a:pt x="561975" y="1209675"/>
                </a:moveTo>
                <a:lnTo>
                  <a:pt x="962025" y="1209675"/>
                </a:lnTo>
                <a:lnTo>
                  <a:pt x="962025" y="1219200"/>
                </a:lnTo>
                <a:lnTo>
                  <a:pt x="561975" y="1219200"/>
                </a:lnTo>
                <a:close/>
                <a:moveTo>
                  <a:pt x="971550" y="1209675"/>
                </a:moveTo>
                <a:lnTo>
                  <a:pt x="1038225" y="1209675"/>
                </a:lnTo>
                <a:lnTo>
                  <a:pt x="1038225" y="1219200"/>
                </a:lnTo>
                <a:lnTo>
                  <a:pt x="971550" y="1219200"/>
                </a:lnTo>
                <a:close/>
                <a:moveTo>
                  <a:pt x="1047750" y="1209675"/>
                </a:moveTo>
                <a:lnTo>
                  <a:pt x="1076325" y="1209675"/>
                </a:lnTo>
                <a:lnTo>
                  <a:pt x="1076325" y="1219200"/>
                </a:lnTo>
                <a:lnTo>
                  <a:pt x="1047750" y="1219200"/>
                </a:lnTo>
                <a:close/>
                <a:moveTo>
                  <a:pt x="171450" y="1219200"/>
                </a:moveTo>
                <a:lnTo>
                  <a:pt x="180975" y="1219200"/>
                </a:lnTo>
                <a:lnTo>
                  <a:pt x="180975" y="1228725"/>
                </a:lnTo>
                <a:lnTo>
                  <a:pt x="171450" y="1228725"/>
                </a:lnTo>
                <a:close/>
                <a:moveTo>
                  <a:pt x="133350" y="1295400"/>
                </a:moveTo>
                <a:lnTo>
                  <a:pt x="142875" y="1295400"/>
                </a:lnTo>
                <a:lnTo>
                  <a:pt x="142875" y="1304925"/>
                </a:lnTo>
                <a:lnTo>
                  <a:pt x="133350" y="1304925"/>
                </a:lnTo>
                <a:close/>
                <a:moveTo>
                  <a:pt x="533400" y="1323975"/>
                </a:moveTo>
                <a:lnTo>
                  <a:pt x="542925" y="1323975"/>
                </a:lnTo>
                <a:lnTo>
                  <a:pt x="542925" y="1333500"/>
                </a:lnTo>
                <a:lnTo>
                  <a:pt x="561975" y="1333500"/>
                </a:lnTo>
                <a:lnTo>
                  <a:pt x="561975" y="1323975"/>
                </a:lnTo>
                <a:lnTo>
                  <a:pt x="571500" y="1323975"/>
                </a:lnTo>
                <a:lnTo>
                  <a:pt x="571500" y="1343025"/>
                </a:lnTo>
                <a:lnTo>
                  <a:pt x="561975" y="1343025"/>
                </a:lnTo>
                <a:lnTo>
                  <a:pt x="561975" y="1352550"/>
                </a:lnTo>
                <a:lnTo>
                  <a:pt x="523875" y="1352550"/>
                </a:lnTo>
                <a:lnTo>
                  <a:pt x="523875" y="1343025"/>
                </a:lnTo>
                <a:lnTo>
                  <a:pt x="514350" y="1343025"/>
                </a:lnTo>
                <a:lnTo>
                  <a:pt x="514350" y="1333500"/>
                </a:lnTo>
                <a:lnTo>
                  <a:pt x="533400" y="1333500"/>
                </a:lnTo>
                <a:close/>
                <a:moveTo>
                  <a:pt x="866775" y="1323975"/>
                </a:moveTo>
                <a:lnTo>
                  <a:pt x="895350" y="1323975"/>
                </a:lnTo>
                <a:lnTo>
                  <a:pt x="895350" y="1333500"/>
                </a:lnTo>
                <a:lnTo>
                  <a:pt x="866775" y="1333500"/>
                </a:lnTo>
                <a:close/>
                <a:moveTo>
                  <a:pt x="1495425" y="1323975"/>
                </a:moveTo>
                <a:lnTo>
                  <a:pt x="1514475" y="1323975"/>
                </a:lnTo>
                <a:lnTo>
                  <a:pt x="1514475" y="1352550"/>
                </a:lnTo>
                <a:lnTo>
                  <a:pt x="1400175" y="1352550"/>
                </a:lnTo>
                <a:lnTo>
                  <a:pt x="1400175" y="1333500"/>
                </a:lnTo>
                <a:lnTo>
                  <a:pt x="1495425" y="1333500"/>
                </a:lnTo>
                <a:close/>
                <a:moveTo>
                  <a:pt x="0" y="1333500"/>
                </a:moveTo>
                <a:lnTo>
                  <a:pt x="9525" y="1333500"/>
                </a:lnTo>
                <a:lnTo>
                  <a:pt x="9525" y="1390650"/>
                </a:lnTo>
                <a:lnTo>
                  <a:pt x="0" y="1390650"/>
                </a:lnTo>
                <a:close/>
                <a:moveTo>
                  <a:pt x="180975" y="1333500"/>
                </a:moveTo>
                <a:lnTo>
                  <a:pt x="200025" y="1333500"/>
                </a:lnTo>
                <a:lnTo>
                  <a:pt x="200025" y="1352550"/>
                </a:lnTo>
                <a:lnTo>
                  <a:pt x="180975" y="1352550"/>
                </a:lnTo>
                <a:close/>
                <a:moveTo>
                  <a:pt x="257175" y="1333500"/>
                </a:moveTo>
                <a:lnTo>
                  <a:pt x="266700" y="1333500"/>
                </a:lnTo>
                <a:lnTo>
                  <a:pt x="266700" y="1343025"/>
                </a:lnTo>
                <a:lnTo>
                  <a:pt x="257175" y="1343025"/>
                </a:lnTo>
                <a:close/>
                <a:moveTo>
                  <a:pt x="352425" y="1333500"/>
                </a:moveTo>
                <a:lnTo>
                  <a:pt x="419100" y="1333500"/>
                </a:lnTo>
                <a:lnTo>
                  <a:pt x="419100" y="1352550"/>
                </a:lnTo>
                <a:lnTo>
                  <a:pt x="409575" y="1352550"/>
                </a:lnTo>
                <a:lnTo>
                  <a:pt x="409575" y="1371600"/>
                </a:lnTo>
                <a:lnTo>
                  <a:pt x="400050" y="1371600"/>
                </a:lnTo>
                <a:lnTo>
                  <a:pt x="400050" y="1352550"/>
                </a:lnTo>
                <a:lnTo>
                  <a:pt x="390525" y="1352550"/>
                </a:lnTo>
                <a:lnTo>
                  <a:pt x="390525" y="1343025"/>
                </a:lnTo>
                <a:lnTo>
                  <a:pt x="381000" y="1343025"/>
                </a:lnTo>
                <a:lnTo>
                  <a:pt x="381000" y="1352550"/>
                </a:lnTo>
                <a:lnTo>
                  <a:pt x="371475" y="1352550"/>
                </a:lnTo>
                <a:lnTo>
                  <a:pt x="371475" y="1371600"/>
                </a:lnTo>
                <a:lnTo>
                  <a:pt x="361950" y="1371600"/>
                </a:lnTo>
                <a:lnTo>
                  <a:pt x="361950" y="1362075"/>
                </a:lnTo>
                <a:lnTo>
                  <a:pt x="342900" y="1362075"/>
                </a:lnTo>
                <a:lnTo>
                  <a:pt x="342900" y="1371600"/>
                </a:lnTo>
                <a:lnTo>
                  <a:pt x="333375" y="1371600"/>
                </a:lnTo>
                <a:lnTo>
                  <a:pt x="333375" y="1362075"/>
                </a:lnTo>
                <a:lnTo>
                  <a:pt x="323850" y="1362075"/>
                </a:lnTo>
                <a:lnTo>
                  <a:pt x="323850" y="1352550"/>
                </a:lnTo>
                <a:lnTo>
                  <a:pt x="352425" y="1352550"/>
                </a:lnTo>
                <a:close/>
                <a:moveTo>
                  <a:pt x="428625" y="1333500"/>
                </a:moveTo>
                <a:lnTo>
                  <a:pt x="495300" y="1333500"/>
                </a:lnTo>
                <a:lnTo>
                  <a:pt x="495300" y="1352550"/>
                </a:lnTo>
                <a:lnTo>
                  <a:pt x="428625" y="1352550"/>
                </a:lnTo>
                <a:close/>
                <a:moveTo>
                  <a:pt x="714375" y="1333500"/>
                </a:moveTo>
                <a:lnTo>
                  <a:pt x="723900" y="1333500"/>
                </a:lnTo>
                <a:lnTo>
                  <a:pt x="723900" y="1343025"/>
                </a:lnTo>
                <a:lnTo>
                  <a:pt x="714375" y="1343025"/>
                </a:lnTo>
                <a:close/>
                <a:moveTo>
                  <a:pt x="838200" y="1333500"/>
                </a:moveTo>
                <a:lnTo>
                  <a:pt x="847725" y="1333500"/>
                </a:lnTo>
                <a:lnTo>
                  <a:pt x="847725" y="1343025"/>
                </a:lnTo>
                <a:lnTo>
                  <a:pt x="838200" y="1343025"/>
                </a:lnTo>
                <a:close/>
                <a:moveTo>
                  <a:pt x="933450" y="1333500"/>
                </a:moveTo>
                <a:lnTo>
                  <a:pt x="962025" y="1333500"/>
                </a:lnTo>
                <a:lnTo>
                  <a:pt x="962025" y="1343025"/>
                </a:lnTo>
                <a:lnTo>
                  <a:pt x="981075" y="1343025"/>
                </a:lnTo>
                <a:lnTo>
                  <a:pt x="981075" y="1352550"/>
                </a:lnTo>
                <a:lnTo>
                  <a:pt x="942975" y="1352550"/>
                </a:lnTo>
                <a:lnTo>
                  <a:pt x="942975" y="1343025"/>
                </a:lnTo>
                <a:lnTo>
                  <a:pt x="933450" y="1343025"/>
                </a:lnTo>
                <a:close/>
                <a:moveTo>
                  <a:pt x="1143000" y="1333500"/>
                </a:moveTo>
                <a:lnTo>
                  <a:pt x="1219200" y="1333500"/>
                </a:lnTo>
                <a:lnTo>
                  <a:pt x="1219200" y="1352550"/>
                </a:lnTo>
                <a:lnTo>
                  <a:pt x="1143000" y="1352550"/>
                </a:lnTo>
                <a:close/>
                <a:moveTo>
                  <a:pt x="1276350" y="1333500"/>
                </a:moveTo>
                <a:lnTo>
                  <a:pt x="1285875" y="1333500"/>
                </a:lnTo>
                <a:lnTo>
                  <a:pt x="1285875" y="1352550"/>
                </a:lnTo>
                <a:lnTo>
                  <a:pt x="1276350" y="1352550"/>
                </a:lnTo>
                <a:close/>
                <a:moveTo>
                  <a:pt x="1304925" y="1333500"/>
                </a:moveTo>
                <a:lnTo>
                  <a:pt x="1323975" y="1333500"/>
                </a:lnTo>
                <a:lnTo>
                  <a:pt x="1323975" y="1352550"/>
                </a:lnTo>
                <a:lnTo>
                  <a:pt x="1304925" y="1352550"/>
                </a:lnTo>
                <a:close/>
                <a:moveTo>
                  <a:pt x="1562100" y="1333500"/>
                </a:moveTo>
                <a:lnTo>
                  <a:pt x="1752600" y="1333500"/>
                </a:lnTo>
                <a:lnTo>
                  <a:pt x="1752600" y="1352550"/>
                </a:lnTo>
                <a:lnTo>
                  <a:pt x="1562100" y="1352550"/>
                </a:lnTo>
                <a:close/>
                <a:moveTo>
                  <a:pt x="114300" y="1343025"/>
                </a:moveTo>
                <a:lnTo>
                  <a:pt x="133350" y="1343025"/>
                </a:lnTo>
                <a:lnTo>
                  <a:pt x="133350" y="1371600"/>
                </a:lnTo>
                <a:lnTo>
                  <a:pt x="123825" y="1371600"/>
                </a:lnTo>
                <a:lnTo>
                  <a:pt x="123825" y="1409700"/>
                </a:lnTo>
                <a:lnTo>
                  <a:pt x="114300" y="1409700"/>
                </a:lnTo>
                <a:close/>
                <a:moveTo>
                  <a:pt x="276225" y="1343025"/>
                </a:moveTo>
                <a:lnTo>
                  <a:pt x="304800" y="1343025"/>
                </a:lnTo>
                <a:lnTo>
                  <a:pt x="304800" y="1352550"/>
                </a:lnTo>
                <a:lnTo>
                  <a:pt x="276225" y="1352550"/>
                </a:lnTo>
                <a:close/>
                <a:moveTo>
                  <a:pt x="590550" y="1343025"/>
                </a:moveTo>
                <a:lnTo>
                  <a:pt x="600075" y="1343025"/>
                </a:lnTo>
                <a:lnTo>
                  <a:pt x="600075" y="1352550"/>
                </a:lnTo>
                <a:lnTo>
                  <a:pt x="609600" y="1352550"/>
                </a:lnTo>
                <a:lnTo>
                  <a:pt x="609600" y="1381125"/>
                </a:lnTo>
                <a:lnTo>
                  <a:pt x="590550" y="1381125"/>
                </a:lnTo>
                <a:lnTo>
                  <a:pt x="590550" y="1371600"/>
                </a:lnTo>
                <a:lnTo>
                  <a:pt x="581025" y="1371600"/>
                </a:lnTo>
                <a:lnTo>
                  <a:pt x="581025" y="1352550"/>
                </a:lnTo>
                <a:lnTo>
                  <a:pt x="590550" y="1352550"/>
                </a:lnTo>
                <a:close/>
                <a:moveTo>
                  <a:pt x="342900" y="1371600"/>
                </a:moveTo>
                <a:lnTo>
                  <a:pt x="361950" y="1371600"/>
                </a:lnTo>
                <a:lnTo>
                  <a:pt x="361950" y="1381125"/>
                </a:lnTo>
                <a:lnTo>
                  <a:pt x="342900" y="1381125"/>
                </a:lnTo>
                <a:close/>
                <a:moveTo>
                  <a:pt x="590550" y="1371600"/>
                </a:moveTo>
                <a:lnTo>
                  <a:pt x="600075" y="1371600"/>
                </a:lnTo>
                <a:lnTo>
                  <a:pt x="600075" y="1362075"/>
                </a:lnTo>
                <a:lnTo>
                  <a:pt x="590550" y="1362075"/>
                </a:lnTo>
                <a:close/>
                <a:moveTo>
                  <a:pt x="323850" y="1381125"/>
                </a:moveTo>
                <a:lnTo>
                  <a:pt x="333375" y="1381125"/>
                </a:lnTo>
                <a:lnTo>
                  <a:pt x="333375" y="1390650"/>
                </a:lnTo>
                <a:lnTo>
                  <a:pt x="323850" y="1390650"/>
                </a:lnTo>
                <a:close/>
                <a:moveTo>
                  <a:pt x="314325" y="1390650"/>
                </a:moveTo>
                <a:lnTo>
                  <a:pt x="323850" y="1390650"/>
                </a:lnTo>
                <a:lnTo>
                  <a:pt x="323850" y="1400175"/>
                </a:lnTo>
                <a:lnTo>
                  <a:pt x="314325" y="1400175"/>
                </a:lnTo>
                <a:close/>
                <a:moveTo>
                  <a:pt x="0" y="1400175"/>
                </a:moveTo>
                <a:lnTo>
                  <a:pt x="9525" y="1400175"/>
                </a:lnTo>
                <a:lnTo>
                  <a:pt x="9525" y="1419225"/>
                </a:lnTo>
                <a:lnTo>
                  <a:pt x="0" y="1419225"/>
                </a:lnTo>
                <a:close/>
                <a:moveTo>
                  <a:pt x="123825" y="1409700"/>
                </a:moveTo>
                <a:lnTo>
                  <a:pt x="133350" y="1409700"/>
                </a:lnTo>
                <a:lnTo>
                  <a:pt x="133350" y="1419225"/>
                </a:lnTo>
                <a:lnTo>
                  <a:pt x="123825" y="1419225"/>
                </a:lnTo>
                <a:close/>
                <a:moveTo>
                  <a:pt x="9525" y="1419225"/>
                </a:moveTo>
                <a:lnTo>
                  <a:pt x="19050" y="1419225"/>
                </a:lnTo>
                <a:lnTo>
                  <a:pt x="19050" y="1447800"/>
                </a:lnTo>
                <a:lnTo>
                  <a:pt x="9525" y="1447800"/>
                </a:lnTo>
                <a:close/>
                <a:moveTo>
                  <a:pt x="419100" y="1419225"/>
                </a:moveTo>
                <a:lnTo>
                  <a:pt x="438150" y="1419225"/>
                </a:lnTo>
                <a:lnTo>
                  <a:pt x="438150" y="1438275"/>
                </a:lnTo>
                <a:lnTo>
                  <a:pt x="419100" y="1438275"/>
                </a:lnTo>
                <a:close/>
                <a:moveTo>
                  <a:pt x="1762125" y="1457325"/>
                </a:moveTo>
                <a:lnTo>
                  <a:pt x="1771650" y="1457325"/>
                </a:lnTo>
                <a:lnTo>
                  <a:pt x="1771650" y="1466850"/>
                </a:lnTo>
                <a:lnTo>
                  <a:pt x="1762125" y="1466850"/>
                </a:lnTo>
                <a:close/>
                <a:moveTo>
                  <a:pt x="1143000" y="1466850"/>
                </a:moveTo>
                <a:lnTo>
                  <a:pt x="1600200" y="1466850"/>
                </a:lnTo>
                <a:lnTo>
                  <a:pt x="1600200" y="1476375"/>
                </a:lnTo>
                <a:lnTo>
                  <a:pt x="1609725" y="1476375"/>
                </a:lnTo>
                <a:lnTo>
                  <a:pt x="1609725" y="1466850"/>
                </a:lnTo>
                <a:lnTo>
                  <a:pt x="1657350" y="1466850"/>
                </a:lnTo>
                <a:lnTo>
                  <a:pt x="1657350" y="1476375"/>
                </a:lnTo>
                <a:lnTo>
                  <a:pt x="1676400" y="1476375"/>
                </a:lnTo>
                <a:lnTo>
                  <a:pt x="1676400" y="1485900"/>
                </a:lnTo>
                <a:lnTo>
                  <a:pt x="1666875" y="1485900"/>
                </a:lnTo>
                <a:lnTo>
                  <a:pt x="1666875" y="1495425"/>
                </a:lnTo>
                <a:lnTo>
                  <a:pt x="1628775" y="1495425"/>
                </a:lnTo>
                <a:lnTo>
                  <a:pt x="1628775" y="1485900"/>
                </a:lnTo>
                <a:lnTo>
                  <a:pt x="1609725" y="1485900"/>
                </a:lnTo>
                <a:lnTo>
                  <a:pt x="1609725" y="1495425"/>
                </a:lnTo>
                <a:lnTo>
                  <a:pt x="1581150" y="1495425"/>
                </a:lnTo>
                <a:lnTo>
                  <a:pt x="1581150" y="1485900"/>
                </a:lnTo>
                <a:lnTo>
                  <a:pt x="1171575" y="1485900"/>
                </a:lnTo>
                <a:lnTo>
                  <a:pt x="1171575" y="1495425"/>
                </a:lnTo>
                <a:lnTo>
                  <a:pt x="1133475" y="1495425"/>
                </a:lnTo>
                <a:lnTo>
                  <a:pt x="1133475" y="1476375"/>
                </a:lnTo>
                <a:lnTo>
                  <a:pt x="1143000" y="1476375"/>
                </a:lnTo>
                <a:close/>
                <a:moveTo>
                  <a:pt x="1685925" y="1466850"/>
                </a:moveTo>
                <a:lnTo>
                  <a:pt x="1714500" y="1466850"/>
                </a:lnTo>
                <a:lnTo>
                  <a:pt x="1714500" y="1476375"/>
                </a:lnTo>
                <a:lnTo>
                  <a:pt x="1733550" y="1476375"/>
                </a:lnTo>
                <a:lnTo>
                  <a:pt x="1733550" y="1466850"/>
                </a:lnTo>
                <a:lnTo>
                  <a:pt x="1762125" y="1466850"/>
                </a:lnTo>
                <a:lnTo>
                  <a:pt x="1762125" y="1485900"/>
                </a:lnTo>
                <a:lnTo>
                  <a:pt x="1743075" y="1485900"/>
                </a:lnTo>
                <a:lnTo>
                  <a:pt x="1743075" y="1495425"/>
                </a:lnTo>
                <a:lnTo>
                  <a:pt x="1733550" y="1495425"/>
                </a:lnTo>
                <a:lnTo>
                  <a:pt x="1733550" y="1485900"/>
                </a:lnTo>
                <a:lnTo>
                  <a:pt x="1724025" y="1485900"/>
                </a:lnTo>
                <a:lnTo>
                  <a:pt x="1724025" y="1495425"/>
                </a:lnTo>
                <a:lnTo>
                  <a:pt x="1695450" y="1495425"/>
                </a:lnTo>
                <a:lnTo>
                  <a:pt x="1695450" y="1485900"/>
                </a:lnTo>
                <a:lnTo>
                  <a:pt x="1685925" y="1485900"/>
                </a:lnTo>
                <a:close/>
                <a:moveTo>
                  <a:pt x="1771650" y="1466850"/>
                </a:moveTo>
                <a:lnTo>
                  <a:pt x="1781175" y="1466850"/>
                </a:lnTo>
                <a:lnTo>
                  <a:pt x="1781175" y="1485900"/>
                </a:lnTo>
                <a:lnTo>
                  <a:pt x="1771650" y="1485900"/>
                </a:lnTo>
                <a:close/>
                <a:moveTo>
                  <a:pt x="114300" y="1514475"/>
                </a:moveTo>
                <a:lnTo>
                  <a:pt x="123825" y="1514475"/>
                </a:lnTo>
                <a:lnTo>
                  <a:pt x="123825" y="1524000"/>
                </a:lnTo>
                <a:lnTo>
                  <a:pt x="114300" y="1524000"/>
                </a:lnTo>
                <a:close/>
                <a:moveTo>
                  <a:pt x="1209675" y="1581150"/>
                </a:moveTo>
                <a:lnTo>
                  <a:pt x="1219200" y="1581150"/>
                </a:lnTo>
                <a:lnTo>
                  <a:pt x="1219200" y="1590675"/>
                </a:lnTo>
                <a:lnTo>
                  <a:pt x="1209675" y="1590675"/>
                </a:lnTo>
                <a:close/>
                <a:moveTo>
                  <a:pt x="1266825" y="1581150"/>
                </a:moveTo>
                <a:lnTo>
                  <a:pt x="1276350" y="1581150"/>
                </a:lnTo>
                <a:lnTo>
                  <a:pt x="1276350" y="1590675"/>
                </a:lnTo>
                <a:lnTo>
                  <a:pt x="1266825" y="1590675"/>
                </a:lnTo>
                <a:close/>
                <a:moveTo>
                  <a:pt x="1495425" y="1581150"/>
                </a:moveTo>
                <a:lnTo>
                  <a:pt x="1504950" y="1581150"/>
                </a:lnTo>
                <a:lnTo>
                  <a:pt x="1504950" y="1590675"/>
                </a:lnTo>
                <a:lnTo>
                  <a:pt x="1495425" y="1590675"/>
                </a:lnTo>
                <a:close/>
                <a:moveTo>
                  <a:pt x="1600200" y="1581150"/>
                </a:moveTo>
                <a:lnTo>
                  <a:pt x="1619250" y="1581150"/>
                </a:lnTo>
                <a:lnTo>
                  <a:pt x="1619250" y="1590675"/>
                </a:lnTo>
                <a:lnTo>
                  <a:pt x="1600200" y="1590675"/>
                </a:lnTo>
                <a:close/>
                <a:moveTo>
                  <a:pt x="1647825" y="1581150"/>
                </a:moveTo>
                <a:lnTo>
                  <a:pt x="1657350" y="1581150"/>
                </a:lnTo>
                <a:lnTo>
                  <a:pt x="1657350" y="1600200"/>
                </a:lnTo>
                <a:lnTo>
                  <a:pt x="1666875" y="1600200"/>
                </a:lnTo>
                <a:lnTo>
                  <a:pt x="1666875" y="1619250"/>
                </a:lnTo>
                <a:lnTo>
                  <a:pt x="1657350" y="1619250"/>
                </a:lnTo>
                <a:lnTo>
                  <a:pt x="1657350" y="1628775"/>
                </a:lnTo>
                <a:lnTo>
                  <a:pt x="1609725" y="1628775"/>
                </a:lnTo>
                <a:lnTo>
                  <a:pt x="1609725" y="1600200"/>
                </a:lnTo>
                <a:lnTo>
                  <a:pt x="1619250" y="1600200"/>
                </a:lnTo>
                <a:lnTo>
                  <a:pt x="1619250" y="1590675"/>
                </a:lnTo>
                <a:lnTo>
                  <a:pt x="1647825" y="1590675"/>
                </a:lnTo>
                <a:close/>
                <a:moveTo>
                  <a:pt x="523875" y="1600200"/>
                </a:moveTo>
                <a:lnTo>
                  <a:pt x="533400" y="1600200"/>
                </a:lnTo>
                <a:lnTo>
                  <a:pt x="533400" y="1609725"/>
                </a:lnTo>
                <a:lnTo>
                  <a:pt x="523875" y="1609725"/>
                </a:lnTo>
                <a:close/>
                <a:moveTo>
                  <a:pt x="1743075" y="1609725"/>
                </a:moveTo>
                <a:lnTo>
                  <a:pt x="1752600" y="1609725"/>
                </a:lnTo>
                <a:lnTo>
                  <a:pt x="1752600" y="1619250"/>
                </a:lnTo>
                <a:lnTo>
                  <a:pt x="1743075" y="1619250"/>
                </a:lnTo>
                <a:close/>
                <a:moveTo>
                  <a:pt x="257175" y="1685925"/>
                </a:moveTo>
                <a:lnTo>
                  <a:pt x="276225" y="1685925"/>
                </a:lnTo>
                <a:lnTo>
                  <a:pt x="276225" y="1695450"/>
                </a:lnTo>
                <a:lnTo>
                  <a:pt x="257175" y="1695450"/>
                </a:lnTo>
                <a:close/>
                <a:moveTo>
                  <a:pt x="409575" y="1695450"/>
                </a:moveTo>
                <a:lnTo>
                  <a:pt x="419100" y="1695450"/>
                </a:lnTo>
                <a:lnTo>
                  <a:pt x="419100" y="1704975"/>
                </a:lnTo>
                <a:lnTo>
                  <a:pt x="409575" y="1704975"/>
                </a:lnTo>
                <a:close/>
                <a:moveTo>
                  <a:pt x="714375" y="1695450"/>
                </a:moveTo>
                <a:lnTo>
                  <a:pt x="723900" y="1695450"/>
                </a:lnTo>
                <a:lnTo>
                  <a:pt x="723900" y="1704975"/>
                </a:lnTo>
                <a:lnTo>
                  <a:pt x="714375" y="1704975"/>
                </a:lnTo>
                <a:close/>
                <a:moveTo>
                  <a:pt x="390525" y="1704975"/>
                </a:moveTo>
                <a:lnTo>
                  <a:pt x="409575" y="1704975"/>
                </a:lnTo>
                <a:lnTo>
                  <a:pt x="409575" y="1714500"/>
                </a:lnTo>
                <a:lnTo>
                  <a:pt x="390525" y="1714500"/>
                </a:lnTo>
                <a:close/>
                <a:moveTo>
                  <a:pt x="723900" y="1704975"/>
                </a:moveTo>
                <a:lnTo>
                  <a:pt x="733425" y="1704975"/>
                </a:lnTo>
                <a:lnTo>
                  <a:pt x="733425" y="1714500"/>
                </a:lnTo>
                <a:lnTo>
                  <a:pt x="723900" y="1714500"/>
                </a:lnTo>
                <a:close/>
                <a:moveTo>
                  <a:pt x="200025" y="1714500"/>
                </a:moveTo>
                <a:lnTo>
                  <a:pt x="209550" y="1714500"/>
                </a:lnTo>
                <a:lnTo>
                  <a:pt x="209550" y="1733550"/>
                </a:lnTo>
                <a:lnTo>
                  <a:pt x="219075" y="1733550"/>
                </a:lnTo>
                <a:lnTo>
                  <a:pt x="219075" y="1743075"/>
                </a:lnTo>
                <a:lnTo>
                  <a:pt x="209550" y="1743075"/>
                </a:lnTo>
                <a:lnTo>
                  <a:pt x="209550" y="1762125"/>
                </a:lnTo>
                <a:lnTo>
                  <a:pt x="200025" y="1762125"/>
                </a:lnTo>
                <a:close/>
                <a:moveTo>
                  <a:pt x="9525" y="1724025"/>
                </a:moveTo>
                <a:lnTo>
                  <a:pt x="19050" y="1724025"/>
                </a:lnTo>
                <a:lnTo>
                  <a:pt x="19050" y="1733550"/>
                </a:lnTo>
                <a:lnTo>
                  <a:pt x="9525" y="1733550"/>
                </a:lnTo>
                <a:close/>
                <a:moveTo>
                  <a:pt x="552450" y="1733550"/>
                </a:moveTo>
                <a:lnTo>
                  <a:pt x="581025" y="1733550"/>
                </a:lnTo>
                <a:lnTo>
                  <a:pt x="581025" y="1743075"/>
                </a:lnTo>
                <a:lnTo>
                  <a:pt x="552450" y="1743075"/>
                </a:lnTo>
                <a:close/>
                <a:moveTo>
                  <a:pt x="657225" y="1733550"/>
                </a:moveTo>
                <a:lnTo>
                  <a:pt x="676275" y="1733550"/>
                </a:lnTo>
                <a:lnTo>
                  <a:pt x="676275" y="1743075"/>
                </a:lnTo>
                <a:lnTo>
                  <a:pt x="657225" y="1743075"/>
                </a:lnTo>
                <a:close/>
                <a:moveTo>
                  <a:pt x="1000125" y="1733550"/>
                </a:moveTo>
                <a:lnTo>
                  <a:pt x="1019175" y="1733550"/>
                </a:lnTo>
                <a:lnTo>
                  <a:pt x="1019175" y="1743075"/>
                </a:lnTo>
                <a:lnTo>
                  <a:pt x="1028700" y="1743075"/>
                </a:lnTo>
                <a:lnTo>
                  <a:pt x="1028700" y="1752600"/>
                </a:lnTo>
                <a:lnTo>
                  <a:pt x="1000125" y="1752600"/>
                </a:lnTo>
                <a:close/>
                <a:moveTo>
                  <a:pt x="1876425" y="1733550"/>
                </a:moveTo>
                <a:lnTo>
                  <a:pt x="1895475" y="1733550"/>
                </a:lnTo>
                <a:lnTo>
                  <a:pt x="1895475" y="1743075"/>
                </a:lnTo>
                <a:lnTo>
                  <a:pt x="1885950" y="1743075"/>
                </a:lnTo>
                <a:lnTo>
                  <a:pt x="1885950" y="1752600"/>
                </a:lnTo>
                <a:lnTo>
                  <a:pt x="1876425" y="1752600"/>
                </a:lnTo>
                <a:close/>
                <a:moveTo>
                  <a:pt x="219075" y="1743075"/>
                </a:moveTo>
                <a:lnTo>
                  <a:pt x="247650" y="1743075"/>
                </a:lnTo>
                <a:lnTo>
                  <a:pt x="247650" y="1752600"/>
                </a:lnTo>
                <a:lnTo>
                  <a:pt x="219075" y="1752600"/>
                </a:lnTo>
                <a:close/>
                <a:moveTo>
                  <a:pt x="266700" y="1743075"/>
                </a:moveTo>
                <a:lnTo>
                  <a:pt x="276225" y="1743075"/>
                </a:lnTo>
                <a:lnTo>
                  <a:pt x="276225" y="1752600"/>
                </a:lnTo>
                <a:lnTo>
                  <a:pt x="266700" y="1752600"/>
                </a:lnTo>
                <a:close/>
                <a:moveTo>
                  <a:pt x="314325" y="1743075"/>
                </a:moveTo>
                <a:lnTo>
                  <a:pt x="333375" y="1743075"/>
                </a:lnTo>
                <a:lnTo>
                  <a:pt x="333375" y="1752600"/>
                </a:lnTo>
                <a:lnTo>
                  <a:pt x="314325" y="1752600"/>
                </a:lnTo>
                <a:close/>
                <a:moveTo>
                  <a:pt x="361950" y="1743075"/>
                </a:moveTo>
                <a:lnTo>
                  <a:pt x="457200" y="1743075"/>
                </a:lnTo>
                <a:lnTo>
                  <a:pt x="457200" y="1752600"/>
                </a:lnTo>
                <a:lnTo>
                  <a:pt x="361950" y="1752600"/>
                </a:lnTo>
                <a:close/>
                <a:moveTo>
                  <a:pt x="533400" y="1743075"/>
                </a:moveTo>
                <a:lnTo>
                  <a:pt x="542925" y="1743075"/>
                </a:lnTo>
                <a:lnTo>
                  <a:pt x="542925" y="1752600"/>
                </a:lnTo>
                <a:lnTo>
                  <a:pt x="533400" y="1752600"/>
                </a:lnTo>
                <a:close/>
                <a:moveTo>
                  <a:pt x="590550" y="1743075"/>
                </a:moveTo>
                <a:lnTo>
                  <a:pt x="619125" y="1743075"/>
                </a:lnTo>
                <a:lnTo>
                  <a:pt x="619125" y="1752600"/>
                </a:lnTo>
                <a:lnTo>
                  <a:pt x="590550" y="1752600"/>
                </a:lnTo>
                <a:close/>
                <a:moveTo>
                  <a:pt x="647700" y="1743075"/>
                </a:moveTo>
                <a:lnTo>
                  <a:pt x="657225" y="1743075"/>
                </a:lnTo>
                <a:lnTo>
                  <a:pt x="657225" y="1752600"/>
                </a:lnTo>
                <a:lnTo>
                  <a:pt x="647700" y="1752600"/>
                </a:lnTo>
                <a:close/>
                <a:moveTo>
                  <a:pt x="685800" y="1743075"/>
                </a:moveTo>
                <a:lnTo>
                  <a:pt x="704850" y="1743075"/>
                </a:lnTo>
                <a:lnTo>
                  <a:pt x="704850" y="1752600"/>
                </a:lnTo>
                <a:lnTo>
                  <a:pt x="685800" y="1752600"/>
                </a:lnTo>
                <a:close/>
                <a:moveTo>
                  <a:pt x="714375" y="1743075"/>
                </a:moveTo>
                <a:lnTo>
                  <a:pt x="733425" y="1743075"/>
                </a:lnTo>
                <a:lnTo>
                  <a:pt x="733425" y="1752600"/>
                </a:lnTo>
                <a:lnTo>
                  <a:pt x="714375" y="1752600"/>
                </a:lnTo>
                <a:close/>
                <a:moveTo>
                  <a:pt x="752475" y="1743075"/>
                </a:moveTo>
                <a:lnTo>
                  <a:pt x="933450" y="1743075"/>
                </a:lnTo>
                <a:lnTo>
                  <a:pt x="933450" y="1752600"/>
                </a:lnTo>
                <a:lnTo>
                  <a:pt x="828675" y="1752600"/>
                </a:lnTo>
                <a:lnTo>
                  <a:pt x="828675" y="1762125"/>
                </a:lnTo>
                <a:lnTo>
                  <a:pt x="781050" y="1762125"/>
                </a:lnTo>
                <a:lnTo>
                  <a:pt x="781050" y="1752600"/>
                </a:lnTo>
                <a:lnTo>
                  <a:pt x="752475" y="1752600"/>
                </a:lnTo>
                <a:close/>
                <a:moveTo>
                  <a:pt x="942975" y="1743075"/>
                </a:moveTo>
                <a:lnTo>
                  <a:pt x="990600" y="1743075"/>
                </a:lnTo>
                <a:lnTo>
                  <a:pt x="990600" y="1752600"/>
                </a:lnTo>
                <a:lnTo>
                  <a:pt x="971550" y="1752600"/>
                </a:lnTo>
                <a:lnTo>
                  <a:pt x="971550" y="1762125"/>
                </a:lnTo>
                <a:lnTo>
                  <a:pt x="942975" y="1762125"/>
                </a:lnTo>
                <a:close/>
                <a:moveTo>
                  <a:pt x="1047750" y="1743075"/>
                </a:moveTo>
                <a:lnTo>
                  <a:pt x="1104900" y="1743075"/>
                </a:lnTo>
                <a:lnTo>
                  <a:pt x="1104900" y="1752600"/>
                </a:lnTo>
                <a:lnTo>
                  <a:pt x="1057275" y="1752600"/>
                </a:lnTo>
                <a:lnTo>
                  <a:pt x="1057275" y="1762125"/>
                </a:lnTo>
                <a:lnTo>
                  <a:pt x="1047750" y="1762125"/>
                </a:lnTo>
                <a:close/>
                <a:moveTo>
                  <a:pt x="1123950" y="1743075"/>
                </a:moveTo>
                <a:lnTo>
                  <a:pt x="1171575" y="1743075"/>
                </a:lnTo>
                <a:lnTo>
                  <a:pt x="1171575" y="1762125"/>
                </a:lnTo>
                <a:lnTo>
                  <a:pt x="1123950" y="1762125"/>
                </a:lnTo>
                <a:close/>
                <a:moveTo>
                  <a:pt x="1219200" y="1743075"/>
                </a:moveTo>
                <a:lnTo>
                  <a:pt x="1266825" y="1743075"/>
                </a:lnTo>
                <a:lnTo>
                  <a:pt x="1266825" y="1762125"/>
                </a:lnTo>
                <a:lnTo>
                  <a:pt x="1247775" y="1762125"/>
                </a:lnTo>
                <a:lnTo>
                  <a:pt x="1247775" y="1752600"/>
                </a:lnTo>
                <a:lnTo>
                  <a:pt x="1238250" y="1752600"/>
                </a:lnTo>
                <a:lnTo>
                  <a:pt x="1238250" y="1762125"/>
                </a:lnTo>
                <a:lnTo>
                  <a:pt x="1219200" y="1762125"/>
                </a:lnTo>
                <a:close/>
                <a:moveTo>
                  <a:pt x="1285875" y="1743075"/>
                </a:moveTo>
                <a:lnTo>
                  <a:pt x="1333500" y="1743075"/>
                </a:lnTo>
                <a:lnTo>
                  <a:pt x="1333500" y="1752600"/>
                </a:lnTo>
                <a:lnTo>
                  <a:pt x="1314450" y="1752600"/>
                </a:lnTo>
                <a:lnTo>
                  <a:pt x="1314450" y="1762125"/>
                </a:lnTo>
                <a:lnTo>
                  <a:pt x="1285875" y="1762125"/>
                </a:lnTo>
                <a:close/>
                <a:moveTo>
                  <a:pt x="1381125" y="1743075"/>
                </a:moveTo>
                <a:lnTo>
                  <a:pt x="1390650" y="1743075"/>
                </a:lnTo>
                <a:lnTo>
                  <a:pt x="1390650" y="1762125"/>
                </a:lnTo>
                <a:lnTo>
                  <a:pt x="1381125" y="1762125"/>
                </a:lnTo>
                <a:close/>
                <a:moveTo>
                  <a:pt x="1409700" y="1743075"/>
                </a:moveTo>
                <a:lnTo>
                  <a:pt x="1504950" y="1743075"/>
                </a:lnTo>
                <a:lnTo>
                  <a:pt x="1504950" y="1752600"/>
                </a:lnTo>
                <a:lnTo>
                  <a:pt x="1409700" y="1752600"/>
                </a:lnTo>
                <a:close/>
                <a:moveTo>
                  <a:pt x="1543050" y="1743075"/>
                </a:moveTo>
                <a:lnTo>
                  <a:pt x="1562100" y="1743075"/>
                </a:lnTo>
                <a:lnTo>
                  <a:pt x="1562100" y="1752600"/>
                </a:lnTo>
                <a:lnTo>
                  <a:pt x="1543050" y="1752600"/>
                </a:lnTo>
                <a:close/>
                <a:moveTo>
                  <a:pt x="1638300" y="1743075"/>
                </a:moveTo>
                <a:lnTo>
                  <a:pt x="1666875" y="1743075"/>
                </a:lnTo>
                <a:lnTo>
                  <a:pt x="1666875" y="1762125"/>
                </a:lnTo>
                <a:lnTo>
                  <a:pt x="1657350" y="1762125"/>
                </a:lnTo>
                <a:lnTo>
                  <a:pt x="1657350" y="1752600"/>
                </a:lnTo>
                <a:lnTo>
                  <a:pt x="1638300" y="1752600"/>
                </a:lnTo>
                <a:close/>
                <a:moveTo>
                  <a:pt x="1676400" y="1743075"/>
                </a:moveTo>
                <a:lnTo>
                  <a:pt x="1685925" y="1743075"/>
                </a:lnTo>
                <a:lnTo>
                  <a:pt x="1685925" y="1762125"/>
                </a:lnTo>
                <a:lnTo>
                  <a:pt x="1676400" y="1762125"/>
                </a:lnTo>
                <a:close/>
                <a:moveTo>
                  <a:pt x="1695450" y="1743075"/>
                </a:moveTo>
                <a:lnTo>
                  <a:pt x="1752600" y="1743075"/>
                </a:lnTo>
                <a:lnTo>
                  <a:pt x="1752600" y="1752600"/>
                </a:lnTo>
                <a:lnTo>
                  <a:pt x="1724025" y="1752600"/>
                </a:lnTo>
                <a:lnTo>
                  <a:pt x="1724025" y="1762125"/>
                </a:lnTo>
                <a:lnTo>
                  <a:pt x="1695450" y="1762125"/>
                </a:lnTo>
                <a:close/>
                <a:moveTo>
                  <a:pt x="1895475" y="1743075"/>
                </a:moveTo>
                <a:lnTo>
                  <a:pt x="1905000" y="1743075"/>
                </a:lnTo>
                <a:lnTo>
                  <a:pt x="1905000" y="1752600"/>
                </a:lnTo>
                <a:lnTo>
                  <a:pt x="1895475" y="1752600"/>
                </a:lnTo>
                <a:close/>
                <a:moveTo>
                  <a:pt x="114300" y="1809750"/>
                </a:moveTo>
                <a:lnTo>
                  <a:pt x="133350" y="1809750"/>
                </a:lnTo>
                <a:lnTo>
                  <a:pt x="133350" y="1819275"/>
                </a:lnTo>
                <a:lnTo>
                  <a:pt x="114300" y="1819275"/>
                </a:lnTo>
                <a:close/>
                <a:moveTo>
                  <a:pt x="885825" y="1847850"/>
                </a:moveTo>
                <a:lnTo>
                  <a:pt x="895350" y="1847850"/>
                </a:lnTo>
                <a:lnTo>
                  <a:pt x="895350" y="1857375"/>
                </a:lnTo>
                <a:lnTo>
                  <a:pt x="885825" y="1857375"/>
                </a:lnTo>
                <a:close/>
                <a:moveTo>
                  <a:pt x="876300" y="1857375"/>
                </a:moveTo>
                <a:lnTo>
                  <a:pt x="885825" y="1857375"/>
                </a:lnTo>
                <a:lnTo>
                  <a:pt x="885825" y="1866900"/>
                </a:lnTo>
                <a:lnTo>
                  <a:pt x="876300" y="1866900"/>
                </a:lnTo>
                <a:close/>
                <a:moveTo>
                  <a:pt x="514350" y="1866900"/>
                </a:moveTo>
                <a:lnTo>
                  <a:pt x="533400" y="1866900"/>
                </a:lnTo>
                <a:lnTo>
                  <a:pt x="533400" y="1876425"/>
                </a:lnTo>
                <a:lnTo>
                  <a:pt x="514350" y="1876425"/>
                </a:lnTo>
                <a:close/>
                <a:moveTo>
                  <a:pt x="819150" y="1866900"/>
                </a:moveTo>
                <a:lnTo>
                  <a:pt x="838200" y="1866900"/>
                </a:lnTo>
                <a:lnTo>
                  <a:pt x="838200" y="1895475"/>
                </a:lnTo>
                <a:lnTo>
                  <a:pt x="800100" y="1895475"/>
                </a:lnTo>
                <a:lnTo>
                  <a:pt x="800100" y="1876425"/>
                </a:lnTo>
                <a:lnTo>
                  <a:pt x="819150" y="1876425"/>
                </a:lnTo>
                <a:close/>
                <a:moveTo>
                  <a:pt x="876300" y="1876425"/>
                </a:moveTo>
                <a:lnTo>
                  <a:pt x="942975" y="1876425"/>
                </a:lnTo>
                <a:lnTo>
                  <a:pt x="942975" y="1895475"/>
                </a:lnTo>
                <a:lnTo>
                  <a:pt x="895350" y="1895475"/>
                </a:lnTo>
                <a:lnTo>
                  <a:pt x="895350" y="1885950"/>
                </a:lnTo>
                <a:lnTo>
                  <a:pt x="885825" y="1885950"/>
                </a:lnTo>
                <a:lnTo>
                  <a:pt x="885825" y="1895475"/>
                </a:lnTo>
                <a:lnTo>
                  <a:pt x="876300" y="1895475"/>
                </a:lnTo>
                <a:close/>
                <a:moveTo>
                  <a:pt x="409575" y="1885950"/>
                </a:moveTo>
                <a:lnTo>
                  <a:pt x="428625" y="1885950"/>
                </a:lnTo>
                <a:lnTo>
                  <a:pt x="428625" y="1895475"/>
                </a:lnTo>
                <a:lnTo>
                  <a:pt x="409575" y="1895475"/>
                </a:lnTo>
                <a:close/>
                <a:moveTo>
                  <a:pt x="561975" y="1885950"/>
                </a:moveTo>
                <a:lnTo>
                  <a:pt x="571500" y="1885950"/>
                </a:lnTo>
                <a:lnTo>
                  <a:pt x="571500" y="1895475"/>
                </a:lnTo>
                <a:lnTo>
                  <a:pt x="561975" y="1895475"/>
                </a:lnTo>
                <a:close/>
                <a:moveTo>
                  <a:pt x="0" y="1905000"/>
                </a:moveTo>
                <a:lnTo>
                  <a:pt x="19050" y="1905000"/>
                </a:lnTo>
                <a:lnTo>
                  <a:pt x="19050" y="1933575"/>
                </a:lnTo>
                <a:lnTo>
                  <a:pt x="9525" y="1933575"/>
                </a:lnTo>
                <a:lnTo>
                  <a:pt x="9525" y="1943100"/>
                </a:lnTo>
                <a:lnTo>
                  <a:pt x="0" y="1943100"/>
                </a:lnTo>
                <a:close/>
                <a:moveTo>
                  <a:pt x="28575" y="1905000"/>
                </a:moveTo>
                <a:lnTo>
                  <a:pt x="38100" y="1905000"/>
                </a:lnTo>
                <a:lnTo>
                  <a:pt x="38100" y="1914525"/>
                </a:lnTo>
                <a:lnTo>
                  <a:pt x="28575" y="1914525"/>
                </a:lnTo>
                <a:close/>
                <a:moveTo>
                  <a:pt x="485775" y="1905000"/>
                </a:moveTo>
                <a:lnTo>
                  <a:pt x="495300" y="1905000"/>
                </a:lnTo>
                <a:lnTo>
                  <a:pt x="495300" y="1914525"/>
                </a:lnTo>
                <a:lnTo>
                  <a:pt x="485775" y="1914525"/>
                </a:lnTo>
                <a:close/>
                <a:moveTo>
                  <a:pt x="504825" y="1905000"/>
                </a:moveTo>
                <a:lnTo>
                  <a:pt x="514350" y="1905000"/>
                </a:lnTo>
                <a:lnTo>
                  <a:pt x="514350" y="1914525"/>
                </a:lnTo>
                <a:lnTo>
                  <a:pt x="504825" y="1914525"/>
                </a:lnTo>
                <a:close/>
                <a:moveTo>
                  <a:pt x="1638300" y="2000250"/>
                </a:moveTo>
                <a:lnTo>
                  <a:pt x="1647825" y="2000250"/>
                </a:lnTo>
                <a:lnTo>
                  <a:pt x="1647825" y="2009775"/>
                </a:lnTo>
                <a:lnTo>
                  <a:pt x="1638300" y="2009775"/>
                </a:lnTo>
                <a:close/>
                <a:moveTo>
                  <a:pt x="1704975" y="2009775"/>
                </a:moveTo>
                <a:lnTo>
                  <a:pt x="1724025" y="2009775"/>
                </a:lnTo>
                <a:lnTo>
                  <a:pt x="1724025" y="2019300"/>
                </a:lnTo>
                <a:lnTo>
                  <a:pt x="1743075" y="2019300"/>
                </a:lnTo>
                <a:lnTo>
                  <a:pt x="1743075" y="2009775"/>
                </a:lnTo>
                <a:lnTo>
                  <a:pt x="1771650" y="2009775"/>
                </a:lnTo>
                <a:lnTo>
                  <a:pt x="1771650" y="2038350"/>
                </a:lnTo>
                <a:lnTo>
                  <a:pt x="1724025" y="2038350"/>
                </a:lnTo>
                <a:lnTo>
                  <a:pt x="1724025" y="2028825"/>
                </a:lnTo>
                <a:lnTo>
                  <a:pt x="1714500" y="2028825"/>
                </a:lnTo>
                <a:lnTo>
                  <a:pt x="1714500" y="2038350"/>
                </a:lnTo>
                <a:lnTo>
                  <a:pt x="1704975" y="2038350"/>
                </a:lnTo>
                <a:close/>
                <a:moveTo>
                  <a:pt x="200025" y="2019300"/>
                </a:moveTo>
                <a:lnTo>
                  <a:pt x="209550" y="2019300"/>
                </a:lnTo>
                <a:lnTo>
                  <a:pt x="209550" y="2028825"/>
                </a:lnTo>
                <a:lnTo>
                  <a:pt x="200025" y="2028825"/>
                </a:lnTo>
                <a:close/>
                <a:moveTo>
                  <a:pt x="28575" y="2028825"/>
                </a:moveTo>
                <a:lnTo>
                  <a:pt x="38100" y="2028825"/>
                </a:lnTo>
                <a:lnTo>
                  <a:pt x="38100" y="2038350"/>
                </a:lnTo>
                <a:lnTo>
                  <a:pt x="28575" y="2038350"/>
                </a:lnTo>
                <a:close/>
                <a:moveTo>
                  <a:pt x="847725" y="2028825"/>
                </a:moveTo>
                <a:lnTo>
                  <a:pt x="857250" y="2028825"/>
                </a:lnTo>
                <a:lnTo>
                  <a:pt x="857250" y="2038350"/>
                </a:lnTo>
                <a:lnTo>
                  <a:pt x="847725" y="2038350"/>
                </a:lnTo>
                <a:close/>
                <a:moveTo>
                  <a:pt x="914400" y="2028825"/>
                </a:moveTo>
                <a:lnTo>
                  <a:pt x="923925" y="2028825"/>
                </a:lnTo>
                <a:lnTo>
                  <a:pt x="923925" y="2038350"/>
                </a:lnTo>
                <a:lnTo>
                  <a:pt x="914400" y="2038350"/>
                </a:lnTo>
                <a:close/>
                <a:moveTo>
                  <a:pt x="990600" y="2028825"/>
                </a:moveTo>
                <a:lnTo>
                  <a:pt x="1000125" y="2028825"/>
                </a:lnTo>
                <a:lnTo>
                  <a:pt x="1000125" y="2038350"/>
                </a:lnTo>
                <a:lnTo>
                  <a:pt x="990600" y="2038350"/>
                </a:lnTo>
                <a:close/>
                <a:moveTo>
                  <a:pt x="1114425" y="2028825"/>
                </a:moveTo>
                <a:lnTo>
                  <a:pt x="1123950" y="2028825"/>
                </a:lnTo>
                <a:lnTo>
                  <a:pt x="1123950" y="2038350"/>
                </a:lnTo>
                <a:lnTo>
                  <a:pt x="1114425" y="2038350"/>
                </a:lnTo>
                <a:close/>
                <a:moveTo>
                  <a:pt x="1190625" y="2028825"/>
                </a:moveTo>
                <a:lnTo>
                  <a:pt x="1276350" y="2028825"/>
                </a:lnTo>
                <a:lnTo>
                  <a:pt x="1276350" y="2038350"/>
                </a:lnTo>
                <a:lnTo>
                  <a:pt x="1190625" y="2038350"/>
                </a:lnTo>
                <a:close/>
                <a:moveTo>
                  <a:pt x="1314450" y="2028825"/>
                </a:moveTo>
                <a:lnTo>
                  <a:pt x="1333500" y="2028825"/>
                </a:lnTo>
                <a:lnTo>
                  <a:pt x="1333500" y="2038350"/>
                </a:lnTo>
                <a:lnTo>
                  <a:pt x="1314450" y="2038350"/>
                </a:lnTo>
                <a:close/>
                <a:moveTo>
                  <a:pt x="1343025" y="2028825"/>
                </a:moveTo>
                <a:lnTo>
                  <a:pt x="1362075" y="2028825"/>
                </a:lnTo>
                <a:lnTo>
                  <a:pt x="1362075" y="2038350"/>
                </a:lnTo>
                <a:lnTo>
                  <a:pt x="1343025" y="2038350"/>
                </a:lnTo>
                <a:close/>
                <a:moveTo>
                  <a:pt x="1524000" y="2028825"/>
                </a:moveTo>
                <a:lnTo>
                  <a:pt x="1533525" y="2028825"/>
                </a:lnTo>
                <a:lnTo>
                  <a:pt x="1533525" y="2038350"/>
                </a:lnTo>
                <a:lnTo>
                  <a:pt x="1524000" y="2038350"/>
                </a:lnTo>
                <a:close/>
                <a:moveTo>
                  <a:pt x="1562100" y="2028825"/>
                </a:moveTo>
                <a:lnTo>
                  <a:pt x="1571625" y="2028825"/>
                </a:lnTo>
                <a:lnTo>
                  <a:pt x="1571625" y="2038350"/>
                </a:lnTo>
                <a:lnTo>
                  <a:pt x="1562100" y="2038350"/>
                </a:lnTo>
                <a:close/>
                <a:moveTo>
                  <a:pt x="1609725" y="2028825"/>
                </a:moveTo>
                <a:lnTo>
                  <a:pt x="1657350" y="2028825"/>
                </a:lnTo>
                <a:lnTo>
                  <a:pt x="1657350" y="2038350"/>
                </a:lnTo>
                <a:lnTo>
                  <a:pt x="1609725" y="2038350"/>
                </a:lnTo>
                <a:close/>
                <a:moveTo>
                  <a:pt x="1781175" y="2028825"/>
                </a:moveTo>
                <a:lnTo>
                  <a:pt x="1790700" y="2028825"/>
                </a:lnTo>
                <a:lnTo>
                  <a:pt x="1790700" y="2038350"/>
                </a:lnTo>
                <a:lnTo>
                  <a:pt x="1781175" y="2038350"/>
                </a:lnTo>
                <a:close/>
              </a:path>
            </a:pathLst>
          </a:custGeom>
          <a:solidFill xmlns:a="http://schemas.openxmlformats.org/drawingml/2006/main">
            <a:srgbClr val="F1EEE2"/>
          </a:solidFill>
          <a:ln xmlns:a="http://schemas.openxmlformats.org/drawingml/2006/main" w="0">
            <a:noFill/>
          </a:ln>
        </p:spPr>
      </p:sp>
      <p:sp>
        <p:nvSpPr>
          <p:cNvPr id="143" name="sales vector #f2ece0">
            <a:extLst xmlns:a="http://schemas.openxmlformats.org/drawingml/2006/main">
              <a:ext uri="{FF2B5EF4-FFF2-40B4-BE49-F238E27FC236}">
                <a16:creationId xmlns:a16="http://schemas.microsoft.com/office/drawing/2014/main" id="{6A62CA06-C599-467C-A256-ED7D86F6F50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381625" y="4914900"/>
            <a:ext cx="2247900" cy="2400300"/>
          </a:xfrm>
          <a:custGeom xmlns:a="http://schemas.openxmlformats.org/drawingml/2006/main">
            <a:pathLst>
              <a:path w="1905000" h="2038350">
                <a:moveTo>
                  <a:pt x="47625" y="85725"/>
                </a:moveTo>
                <a:lnTo>
                  <a:pt x="57150" y="85725"/>
                </a:lnTo>
                <a:lnTo>
                  <a:pt x="57150" y="95250"/>
                </a:lnTo>
                <a:lnTo>
                  <a:pt x="47625" y="95250"/>
                </a:lnTo>
                <a:close/>
                <a:moveTo>
                  <a:pt x="1028700" y="114300"/>
                </a:moveTo>
                <a:lnTo>
                  <a:pt x="1047750" y="114300"/>
                </a:lnTo>
                <a:lnTo>
                  <a:pt x="1047750" y="133350"/>
                </a:lnTo>
                <a:lnTo>
                  <a:pt x="1028700" y="133350"/>
                </a:lnTo>
                <a:close/>
                <a:moveTo>
                  <a:pt x="1162050" y="123825"/>
                </a:moveTo>
                <a:lnTo>
                  <a:pt x="1190625" y="123825"/>
                </a:lnTo>
                <a:lnTo>
                  <a:pt x="1190625" y="142875"/>
                </a:lnTo>
                <a:lnTo>
                  <a:pt x="1219200" y="142875"/>
                </a:lnTo>
                <a:lnTo>
                  <a:pt x="1219200" y="161925"/>
                </a:lnTo>
                <a:lnTo>
                  <a:pt x="1190625" y="161925"/>
                </a:lnTo>
                <a:lnTo>
                  <a:pt x="1190625" y="171450"/>
                </a:lnTo>
                <a:lnTo>
                  <a:pt x="1171575" y="171450"/>
                </a:lnTo>
                <a:lnTo>
                  <a:pt x="1171575" y="161925"/>
                </a:lnTo>
                <a:lnTo>
                  <a:pt x="1143000" y="161925"/>
                </a:lnTo>
                <a:lnTo>
                  <a:pt x="1143000" y="133350"/>
                </a:lnTo>
                <a:lnTo>
                  <a:pt x="1162050" y="133350"/>
                </a:lnTo>
                <a:close/>
                <a:moveTo>
                  <a:pt x="1533525" y="123825"/>
                </a:moveTo>
                <a:lnTo>
                  <a:pt x="1552575" y="123825"/>
                </a:lnTo>
                <a:lnTo>
                  <a:pt x="1552575" y="133350"/>
                </a:lnTo>
                <a:lnTo>
                  <a:pt x="1533525" y="133350"/>
                </a:lnTo>
                <a:close/>
                <a:moveTo>
                  <a:pt x="590550" y="133350"/>
                </a:moveTo>
                <a:lnTo>
                  <a:pt x="619125" y="133350"/>
                </a:lnTo>
                <a:lnTo>
                  <a:pt x="619125" y="152400"/>
                </a:lnTo>
                <a:lnTo>
                  <a:pt x="600075" y="152400"/>
                </a:lnTo>
                <a:lnTo>
                  <a:pt x="600075" y="142875"/>
                </a:lnTo>
                <a:lnTo>
                  <a:pt x="590550" y="142875"/>
                </a:lnTo>
                <a:close/>
                <a:moveTo>
                  <a:pt x="1514475" y="133350"/>
                </a:moveTo>
                <a:lnTo>
                  <a:pt x="1524000" y="133350"/>
                </a:lnTo>
                <a:lnTo>
                  <a:pt x="1524000" y="142875"/>
                </a:lnTo>
                <a:lnTo>
                  <a:pt x="1514475" y="142875"/>
                </a:lnTo>
                <a:close/>
                <a:moveTo>
                  <a:pt x="542925" y="142875"/>
                </a:moveTo>
                <a:lnTo>
                  <a:pt x="552450" y="142875"/>
                </a:lnTo>
                <a:lnTo>
                  <a:pt x="552450" y="152400"/>
                </a:lnTo>
                <a:lnTo>
                  <a:pt x="542925" y="152400"/>
                </a:lnTo>
                <a:close/>
                <a:moveTo>
                  <a:pt x="676275" y="142875"/>
                </a:moveTo>
                <a:lnTo>
                  <a:pt x="714375" y="142875"/>
                </a:lnTo>
                <a:lnTo>
                  <a:pt x="714375" y="152400"/>
                </a:lnTo>
                <a:lnTo>
                  <a:pt x="733425" y="152400"/>
                </a:lnTo>
                <a:lnTo>
                  <a:pt x="733425" y="171450"/>
                </a:lnTo>
                <a:lnTo>
                  <a:pt x="723900" y="171450"/>
                </a:lnTo>
                <a:lnTo>
                  <a:pt x="723900" y="180975"/>
                </a:lnTo>
                <a:lnTo>
                  <a:pt x="714375" y="180975"/>
                </a:lnTo>
                <a:lnTo>
                  <a:pt x="714375" y="190500"/>
                </a:lnTo>
                <a:lnTo>
                  <a:pt x="704850" y="190500"/>
                </a:lnTo>
                <a:lnTo>
                  <a:pt x="704850" y="180975"/>
                </a:lnTo>
                <a:lnTo>
                  <a:pt x="676275" y="180975"/>
                </a:lnTo>
                <a:lnTo>
                  <a:pt x="676275" y="171450"/>
                </a:lnTo>
                <a:lnTo>
                  <a:pt x="685800" y="171450"/>
                </a:lnTo>
                <a:lnTo>
                  <a:pt x="685800" y="161925"/>
                </a:lnTo>
                <a:lnTo>
                  <a:pt x="666750" y="161925"/>
                </a:lnTo>
                <a:lnTo>
                  <a:pt x="666750" y="152400"/>
                </a:lnTo>
                <a:lnTo>
                  <a:pt x="676275" y="152400"/>
                </a:lnTo>
                <a:close/>
                <a:moveTo>
                  <a:pt x="762000" y="142875"/>
                </a:moveTo>
                <a:lnTo>
                  <a:pt x="781050" y="142875"/>
                </a:lnTo>
                <a:lnTo>
                  <a:pt x="781050" y="161925"/>
                </a:lnTo>
                <a:lnTo>
                  <a:pt x="762000" y="161925"/>
                </a:lnTo>
                <a:close/>
                <a:moveTo>
                  <a:pt x="1228725" y="142875"/>
                </a:moveTo>
                <a:lnTo>
                  <a:pt x="1238250" y="142875"/>
                </a:lnTo>
                <a:lnTo>
                  <a:pt x="1238250" y="152400"/>
                </a:lnTo>
                <a:lnTo>
                  <a:pt x="1228725" y="152400"/>
                </a:lnTo>
                <a:close/>
                <a:moveTo>
                  <a:pt x="1323975" y="142875"/>
                </a:moveTo>
                <a:lnTo>
                  <a:pt x="1333500" y="142875"/>
                </a:lnTo>
                <a:lnTo>
                  <a:pt x="1333500" y="152400"/>
                </a:lnTo>
                <a:lnTo>
                  <a:pt x="1323975" y="152400"/>
                </a:lnTo>
                <a:close/>
                <a:moveTo>
                  <a:pt x="1524000" y="142875"/>
                </a:moveTo>
                <a:lnTo>
                  <a:pt x="1552575" y="142875"/>
                </a:lnTo>
                <a:lnTo>
                  <a:pt x="1552575" y="152400"/>
                </a:lnTo>
                <a:lnTo>
                  <a:pt x="1524000" y="152400"/>
                </a:lnTo>
                <a:close/>
                <a:moveTo>
                  <a:pt x="1609725" y="142875"/>
                </a:moveTo>
                <a:lnTo>
                  <a:pt x="1647825" y="142875"/>
                </a:lnTo>
                <a:lnTo>
                  <a:pt x="1647825" y="161925"/>
                </a:lnTo>
                <a:lnTo>
                  <a:pt x="1628775" y="161925"/>
                </a:lnTo>
                <a:lnTo>
                  <a:pt x="1628775" y="152400"/>
                </a:lnTo>
                <a:lnTo>
                  <a:pt x="1609725" y="152400"/>
                </a:lnTo>
                <a:close/>
                <a:moveTo>
                  <a:pt x="76200" y="152400"/>
                </a:moveTo>
                <a:lnTo>
                  <a:pt x="85725" y="152400"/>
                </a:lnTo>
                <a:lnTo>
                  <a:pt x="85725" y="161925"/>
                </a:lnTo>
                <a:lnTo>
                  <a:pt x="76200" y="161925"/>
                </a:lnTo>
                <a:close/>
                <a:moveTo>
                  <a:pt x="552450" y="152400"/>
                </a:moveTo>
                <a:lnTo>
                  <a:pt x="561975" y="152400"/>
                </a:lnTo>
                <a:lnTo>
                  <a:pt x="561975" y="161925"/>
                </a:lnTo>
                <a:lnTo>
                  <a:pt x="552450" y="161925"/>
                </a:lnTo>
                <a:close/>
                <a:moveTo>
                  <a:pt x="1038225" y="152400"/>
                </a:moveTo>
                <a:lnTo>
                  <a:pt x="1057275" y="152400"/>
                </a:lnTo>
                <a:lnTo>
                  <a:pt x="1057275" y="161925"/>
                </a:lnTo>
                <a:lnTo>
                  <a:pt x="1038225" y="161925"/>
                </a:lnTo>
                <a:close/>
                <a:moveTo>
                  <a:pt x="1562100" y="152400"/>
                </a:moveTo>
                <a:lnTo>
                  <a:pt x="1571625" y="152400"/>
                </a:lnTo>
                <a:lnTo>
                  <a:pt x="1571625" y="161925"/>
                </a:lnTo>
                <a:lnTo>
                  <a:pt x="1562100" y="161925"/>
                </a:lnTo>
                <a:close/>
                <a:moveTo>
                  <a:pt x="228600" y="161925"/>
                </a:moveTo>
                <a:lnTo>
                  <a:pt x="238125" y="161925"/>
                </a:lnTo>
                <a:lnTo>
                  <a:pt x="238125" y="171450"/>
                </a:lnTo>
                <a:lnTo>
                  <a:pt x="228600" y="171450"/>
                </a:lnTo>
                <a:close/>
                <a:moveTo>
                  <a:pt x="361950" y="161925"/>
                </a:moveTo>
                <a:lnTo>
                  <a:pt x="371475" y="161925"/>
                </a:lnTo>
                <a:lnTo>
                  <a:pt x="371475" y="171450"/>
                </a:lnTo>
                <a:lnTo>
                  <a:pt x="381000" y="171450"/>
                </a:lnTo>
                <a:lnTo>
                  <a:pt x="381000" y="190500"/>
                </a:lnTo>
                <a:lnTo>
                  <a:pt x="371475" y="190500"/>
                </a:lnTo>
                <a:lnTo>
                  <a:pt x="371475" y="180975"/>
                </a:lnTo>
                <a:lnTo>
                  <a:pt x="361950" y="180975"/>
                </a:lnTo>
                <a:close/>
                <a:moveTo>
                  <a:pt x="1219200" y="161925"/>
                </a:moveTo>
                <a:lnTo>
                  <a:pt x="1228725" y="161925"/>
                </a:lnTo>
                <a:lnTo>
                  <a:pt x="1228725" y="171450"/>
                </a:lnTo>
                <a:lnTo>
                  <a:pt x="1219200" y="171450"/>
                </a:lnTo>
                <a:close/>
                <a:moveTo>
                  <a:pt x="1228725" y="200025"/>
                </a:moveTo>
                <a:lnTo>
                  <a:pt x="1238250" y="200025"/>
                </a:lnTo>
                <a:lnTo>
                  <a:pt x="1238250" y="209550"/>
                </a:lnTo>
                <a:lnTo>
                  <a:pt x="1228725" y="209550"/>
                </a:lnTo>
                <a:close/>
                <a:moveTo>
                  <a:pt x="1247775" y="200025"/>
                </a:moveTo>
                <a:lnTo>
                  <a:pt x="1257300" y="200025"/>
                </a:lnTo>
                <a:lnTo>
                  <a:pt x="1257300" y="209550"/>
                </a:lnTo>
                <a:lnTo>
                  <a:pt x="1247775" y="209550"/>
                </a:lnTo>
                <a:close/>
                <a:moveTo>
                  <a:pt x="161925" y="228600"/>
                </a:moveTo>
                <a:lnTo>
                  <a:pt x="171450" y="228600"/>
                </a:lnTo>
                <a:lnTo>
                  <a:pt x="171450" y="238125"/>
                </a:lnTo>
                <a:lnTo>
                  <a:pt x="161925" y="238125"/>
                </a:lnTo>
                <a:close/>
                <a:moveTo>
                  <a:pt x="314325" y="228600"/>
                </a:moveTo>
                <a:lnTo>
                  <a:pt x="323850" y="228600"/>
                </a:lnTo>
                <a:lnTo>
                  <a:pt x="323850" y="257175"/>
                </a:lnTo>
                <a:lnTo>
                  <a:pt x="295275" y="257175"/>
                </a:lnTo>
                <a:lnTo>
                  <a:pt x="295275" y="247650"/>
                </a:lnTo>
                <a:lnTo>
                  <a:pt x="304800" y="247650"/>
                </a:lnTo>
                <a:lnTo>
                  <a:pt x="304800" y="238125"/>
                </a:lnTo>
                <a:lnTo>
                  <a:pt x="314325" y="238125"/>
                </a:lnTo>
                <a:close/>
                <a:moveTo>
                  <a:pt x="1333500" y="228600"/>
                </a:moveTo>
                <a:lnTo>
                  <a:pt x="1352550" y="228600"/>
                </a:lnTo>
                <a:lnTo>
                  <a:pt x="1352550" y="238125"/>
                </a:lnTo>
                <a:lnTo>
                  <a:pt x="1333500" y="238125"/>
                </a:lnTo>
                <a:close/>
                <a:moveTo>
                  <a:pt x="1362075" y="228600"/>
                </a:moveTo>
                <a:lnTo>
                  <a:pt x="1381125" y="228600"/>
                </a:lnTo>
                <a:lnTo>
                  <a:pt x="1381125" y="238125"/>
                </a:lnTo>
                <a:lnTo>
                  <a:pt x="1362075" y="238125"/>
                </a:lnTo>
                <a:close/>
                <a:moveTo>
                  <a:pt x="1343025" y="247650"/>
                </a:moveTo>
                <a:lnTo>
                  <a:pt x="1352550" y="247650"/>
                </a:lnTo>
                <a:lnTo>
                  <a:pt x="1352550" y="257175"/>
                </a:lnTo>
                <a:lnTo>
                  <a:pt x="1343025" y="257175"/>
                </a:lnTo>
                <a:close/>
                <a:moveTo>
                  <a:pt x="1514475" y="247650"/>
                </a:moveTo>
                <a:lnTo>
                  <a:pt x="1524000" y="247650"/>
                </a:lnTo>
                <a:lnTo>
                  <a:pt x="1524000" y="257175"/>
                </a:lnTo>
                <a:lnTo>
                  <a:pt x="1533525" y="257175"/>
                </a:lnTo>
                <a:lnTo>
                  <a:pt x="1533525" y="276225"/>
                </a:lnTo>
                <a:lnTo>
                  <a:pt x="1485900" y="276225"/>
                </a:lnTo>
                <a:lnTo>
                  <a:pt x="1485900" y="266700"/>
                </a:lnTo>
                <a:lnTo>
                  <a:pt x="1495425" y="266700"/>
                </a:lnTo>
                <a:lnTo>
                  <a:pt x="1495425" y="257175"/>
                </a:lnTo>
                <a:lnTo>
                  <a:pt x="1514475" y="257175"/>
                </a:lnTo>
                <a:close/>
                <a:moveTo>
                  <a:pt x="1409700" y="257175"/>
                </a:moveTo>
                <a:lnTo>
                  <a:pt x="1419225" y="257175"/>
                </a:lnTo>
                <a:lnTo>
                  <a:pt x="1419225" y="266700"/>
                </a:lnTo>
                <a:lnTo>
                  <a:pt x="1409700" y="266700"/>
                </a:lnTo>
                <a:close/>
                <a:moveTo>
                  <a:pt x="1647825" y="257175"/>
                </a:moveTo>
                <a:lnTo>
                  <a:pt x="1657350" y="257175"/>
                </a:lnTo>
                <a:lnTo>
                  <a:pt x="1657350" y="266700"/>
                </a:lnTo>
                <a:lnTo>
                  <a:pt x="1647825" y="266700"/>
                </a:lnTo>
                <a:close/>
                <a:moveTo>
                  <a:pt x="295275" y="266700"/>
                </a:moveTo>
                <a:lnTo>
                  <a:pt x="323850" y="266700"/>
                </a:lnTo>
                <a:lnTo>
                  <a:pt x="323850" y="276225"/>
                </a:lnTo>
                <a:lnTo>
                  <a:pt x="295275" y="276225"/>
                </a:lnTo>
                <a:close/>
                <a:moveTo>
                  <a:pt x="428625" y="266700"/>
                </a:moveTo>
                <a:lnTo>
                  <a:pt x="438150" y="266700"/>
                </a:lnTo>
                <a:lnTo>
                  <a:pt x="438150" y="276225"/>
                </a:lnTo>
                <a:lnTo>
                  <a:pt x="428625" y="276225"/>
                </a:lnTo>
                <a:close/>
                <a:moveTo>
                  <a:pt x="1638300" y="266700"/>
                </a:moveTo>
                <a:lnTo>
                  <a:pt x="1647825" y="266700"/>
                </a:lnTo>
                <a:lnTo>
                  <a:pt x="1647825" y="276225"/>
                </a:lnTo>
                <a:lnTo>
                  <a:pt x="1638300" y="276225"/>
                </a:lnTo>
                <a:close/>
                <a:moveTo>
                  <a:pt x="419100" y="276225"/>
                </a:moveTo>
                <a:lnTo>
                  <a:pt x="428625" y="276225"/>
                </a:lnTo>
                <a:lnTo>
                  <a:pt x="428625" y="285750"/>
                </a:lnTo>
                <a:lnTo>
                  <a:pt x="419100" y="285750"/>
                </a:lnTo>
                <a:close/>
                <a:moveTo>
                  <a:pt x="1533525" y="276225"/>
                </a:moveTo>
                <a:lnTo>
                  <a:pt x="1543050" y="276225"/>
                </a:lnTo>
                <a:lnTo>
                  <a:pt x="1543050" y="285750"/>
                </a:lnTo>
                <a:lnTo>
                  <a:pt x="1533525" y="285750"/>
                </a:lnTo>
                <a:close/>
                <a:moveTo>
                  <a:pt x="1143000" y="333375"/>
                </a:moveTo>
                <a:lnTo>
                  <a:pt x="1152525" y="333375"/>
                </a:lnTo>
                <a:lnTo>
                  <a:pt x="1152525" y="342900"/>
                </a:lnTo>
                <a:lnTo>
                  <a:pt x="1143000" y="342900"/>
                </a:lnTo>
                <a:close/>
                <a:moveTo>
                  <a:pt x="981075" y="352425"/>
                </a:moveTo>
                <a:lnTo>
                  <a:pt x="990600" y="352425"/>
                </a:lnTo>
                <a:lnTo>
                  <a:pt x="990600" y="361950"/>
                </a:lnTo>
                <a:lnTo>
                  <a:pt x="981075" y="361950"/>
                </a:lnTo>
                <a:close/>
                <a:moveTo>
                  <a:pt x="142875" y="390525"/>
                </a:moveTo>
                <a:lnTo>
                  <a:pt x="152400" y="390525"/>
                </a:lnTo>
                <a:lnTo>
                  <a:pt x="152400" y="409575"/>
                </a:lnTo>
                <a:lnTo>
                  <a:pt x="142875" y="409575"/>
                </a:lnTo>
                <a:close/>
                <a:moveTo>
                  <a:pt x="581025" y="400050"/>
                </a:moveTo>
                <a:lnTo>
                  <a:pt x="590550" y="400050"/>
                </a:lnTo>
                <a:lnTo>
                  <a:pt x="590550" y="409575"/>
                </a:lnTo>
                <a:lnTo>
                  <a:pt x="581025" y="409575"/>
                </a:lnTo>
                <a:close/>
                <a:moveTo>
                  <a:pt x="1000125" y="485775"/>
                </a:moveTo>
                <a:lnTo>
                  <a:pt x="1019175" y="485775"/>
                </a:lnTo>
                <a:lnTo>
                  <a:pt x="1019175" y="495300"/>
                </a:lnTo>
                <a:lnTo>
                  <a:pt x="1000125" y="495300"/>
                </a:lnTo>
                <a:close/>
                <a:moveTo>
                  <a:pt x="152400" y="495300"/>
                </a:moveTo>
                <a:lnTo>
                  <a:pt x="161925" y="495300"/>
                </a:lnTo>
                <a:lnTo>
                  <a:pt x="161925" y="504825"/>
                </a:lnTo>
                <a:lnTo>
                  <a:pt x="152400" y="504825"/>
                </a:lnTo>
                <a:close/>
                <a:moveTo>
                  <a:pt x="333375" y="504825"/>
                </a:moveTo>
                <a:lnTo>
                  <a:pt x="342900" y="504825"/>
                </a:lnTo>
                <a:lnTo>
                  <a:pt x="342900" y="514350"/>
                </a:lnTo>
                <a:lnTo>
                  <a:pt x="333375" y="514350"/>
                </a:lnTo>
                <a:close/>
                <a:moveTo>
                  <a:pt x="152400" y="514350"/>
                </a:moveTo>
                <a:lnTo>
                  <a:pt x="180975" y="514350"/>
                </a:lnTo>
                <a:lnTo>
                  <a:pt x="180975" y="561975"/>
                </a:lnTo>
                <a:lnTo>
                  <a:pt x="171450" y="561975"/>
                </a:lnTo>
                <a:lnTo>
                  <a:pt x="171450" y="657225"/>
                </a:lnTo>
                <a:lnTo>
                  <a:pt x="180975" y="657225"/>
                </a:lnTo>
                <a:lnTo>
                  <a:pt x="180975" y="685800"/>
                </a:lnTo>
                <a:lnTo>
                  <a:pt x="171450" y="685800"/>
                </a:lnTo>
                <a:lnTo>
                  <a:pt x="171450" y="695325"/>
                </a:lnTo>
                <a:lnTo>
                  <a:pt x="180975" y="695325"/>
                </a:lnTo>
                <a:lnTo>
                  <a:pt x="180975" y="714375"/>
                </a:lnTo>
                <a:lnTo>
                  <a:pt x="171450" y="714375"/>
                </a:lnTo>
                <a:lnTo>
                  <a:pt x="171450" y="723900"/>
                </a:lnTo>
                <a:lnTo>
                  <a:pt x="161925" y="723900"/>
                </a:lnTo>
                <a:lnTo>
                  <a:pt x="161925" y="752475"/>
                </a:lnTo>
                <a:lnTo>
                  <a:pt x="171450" y="752475"/>
                </a:lnTo>
                <a:lnTo>
                  <a:pt x="171450" y="762000"/>
                </a:lnTo>
                <a:lnTo>
                  <a:pt x="161925" y="762000"/>
                </a:lnTo>
                <a:lnTo>
                  <a:pt x="161925" y="771525"/>
                </a:lnTo>
                <a:lnTo>
                  <a:pt x="171450" y="771525"/>
                </a:lnTo>
                <a:lnTo>
                  <a:pt x="171450" y="800100"/>
                </a:lnTo>
                <a:lnTo>
                  <a:pt x="180975" y="800100"/>
                </a:lnTo>
                <a:lnTo>
                  <a:pt x="180975" y="819150"/>
                </a:lnTo>
                <a:lnTo>
                  <a:pt x="190500" y="819150"/>
                </a:lnTo>
                <a:lnTo>
                  <a:pt x="190500" y="828675"/>
                </a:lnTo>
                <a:lnTo>
                  <a:pt x="200025" y="828675"/>
                </a:lnTo>
                <a:lnTo>
                  <a:pt x="200025" y="838200"/>
                </a:lnTo>
                <a:lnTo>
                  <a:pt x="209550" y="838200"/>
                </a:lnTo>
                <a:lnTo>
                  <a:pt x="209550" y="847725"/>
                </a:lnTo>
                <a:lnTo>
                  <a:pt x="238125" y="847725"/>
                </a:lnTo>
                <a:lnTo>
                  <a:pt x="238125" y="866775"/>
                </a:lnTo>
                <a:lnTo>
                  <a:pt x="200025" y="866775"/>
                </a:lnTo>
                <a:lnTo>
                  <a:pt x="200025" y="857250"/>
                </a:lnTo>
                <a:lnTo>
                  <a:pt x="190500" y="857250"/>
                </a:lnTo>
                <a:lnTo>
                  <a:pt x="190500" y="866775"/>
                </a:lnTo>
                <a:lnTo>
                  <a:pt x="180975" y="866775"/>
                </a:lnTo>
                <a:lnTo>
                  <a:pt x="180975" y="876300"/>
                </a:lnTo>
                <a:lnTo>
                  <a:pt x="171450" y="876300"/>
                </a:lnTo>
                <a:lnTo>
                  <a:pt x="171450" y="904875"/>
                </a:lnTo>
                <a:lnTo>
                  <a:pt x="180975" y="904875"/>
                </a:lnTo>
                <a:lnTo>
                  <a:pt x="180975" y="914400"/>
                </a:lnTo>
                <a:lnTo>
                  <a:pt x="171450" y="914400"/>
                </a:lnTo>
                <a:lnTo>
                  <a:pt x="171450" y="933450"/>
                </a:lnTo>
                <a:lnTo>
                  <a:pt x="152400" y="933450"/>
                </a:lnTo>
                <a:lnTo>
                  <a:pt x="152400" y="962025"/>
                </a:lnTo>
                <a:lnTo>
                  <a:pt x="161925" y="962025"/>
                </a:lnTo>
                <a:lnTo>
                  <a:pt x="161925" y="942975"/>
                </a:lnTo>
                <a:lnTo>
                  <a:pt x="209550" y="942975"/>
                </a:lnTo>
                <a:lnTo>
                  <a:pt x="209550" y="962025"/>
                </a:lnTo>
                <a:lnTo>
                  <a:pt x="219075" y="962025"/>
                </a:lnTo>
                <a:lnTo>
                  <a:pt x="219075" y="952500"/>
                </a:lnTo>
                <a:lnTo>
                  <a:pt x="228600" y="952500"/>
                </a:lnTo>
                <a:lnTo>
                  <a:pt x="228600" y="942975"/>
                </a:lnTo>
                <a:lnTo>
                  <a:pt x="285750" y="942975"/>
                </a:lnTo>
                <a:lnTo>
                  <a:pt x="285750" y="952500"/>
                </a:lnTo>
                <a:lnTo>
                  <a:pt x="257175" y="952500"/>
                </a:lnTo>
                <a:lnTo>
                  <a:pt x="257175" y="962025"/>
                </a:lnTo>
                <a:lnTo>
                  <a:pt x="228600" y="962025"/>
                </a:lnTo>
                <a:lnTo>
                  <a:pt x="228600" y="971550"/>
                </a:lnTo>
                <a:lnTo>
                  <a:pt x="209550" y="971550"/>
                </a:lnTo>
                <a:lnTo>
                  <a:pt x="209550" y="981075"/>
                </a:lnTo>
                <a:lnTo>
                  <a:pt x="200025" y="981075"/>
                </a:lnTo>
                <a:lnTo>
                  <a:pt x="200025" y="971550"/>
                </a:lnTo>
                <a:lnTo>
                  <a:pt x="180975" y="971550"/>
                </a:lnTo>
                <a:lnTo>
                  <a:pt x="180975" y="1000125"/>
                </a:lnTo>
                <a:lnTo>
                  <a:pt x="171450" y="1000125"/>
                </a:lnTo>
                <a:lnTo>
                  <a:pt x="171450" y="1028700"/>
                </a:lnTo>
                <a:lnTo>
                  <a:pt x="180975" y="1028700"/>
                </a:lnTo>
                <a:lnTo>
                  <a:pt x="180975" y="1104900"/>
                </a:lnTo>
                <a:lnTo>
                  <a:pt x="171450" y="1104900"/>
                </a:lnTo>
                <a:lnTo>
                  <a:pt x="171450" y="1143000"/>
                </a:lnTo>
                <a:lnTo>
                  <a:pt x="161925" y="1143000"/>
                </a:lnTo>
                <a:lnTo>
                  <a:pt x="161925" y="1152525"/>
                </a:lnTo>
                <a:lnTo>
                  <a:pt x="171450" y="1152525"/>
                </a:lnTo>
                <a:lnTo>
                  <a:pt x="171450" y="1162050"/>
                </a:lnTo>
                <a:lnTo>
                  <a:pt x="180975" y="1162050"/>
                </a:lnTo>
                <a:lnTo>
                  <a:pt x="180975" y="1181100"/>
                </a:lnTo>
                <a:lnTo>
                  <a:pt x="190500" y="1181100"/>
                </a:lnTo>
                <a:lnTo>
                  <a:pt x="190500" y="1190625"/>
                </a:lnTo>
                <a:lnTo>
                  <a:pt x="171450" y="1190625"/>
                </a:lnTo>
                <a:lnTo>
                  <a:pt x="171450" y="1266825"/>
                </a:lnTo>
                <a:lnTo>
                  <a:pt x="180975" y="1266825"/>
                </a:lnTo>
                <a:lnTo>
                  <a:pt x="180975" y="1314450"/>
                </a:lnTo>
                <a:lnTo>
                  <a:pt x="171450" y="1314450"/>
                </a:lnTo>
                <a:lnTo>
                  <a:pt x="171450" y="1323975"/>
                </a:lnTo>
                <a:lnTo>
                  <a:pt x="180975" y="1323975"/>
                </a:lnTo>
                <a:lnTo>
                  <a:pt x="180975" y="1400175"/>
                </a:lnTo>
                <a:lnTo>
                  <a:pt x="171450" y="1400175"/>
                </a:lnTo>
                <a:lnTo>
                  <a:pt x="171450" y="1438275"/>
                </a:lnTo>
                <a:lnTo>
                  <a:pt x="180975" y="1438275"/>
                </a:lnTo>
                <a:lnTo>
                  <a:pt x="180975" y="1485900"/>
                </a:lnTo>
                <a:lnTo>
                  <a:pt x="200025" y="1485900"/>
                </a:lnTo>
                <a:lnTo>
                  <a:pt x="200025" y="1476375"/>
                </a:lnTo>
                <a:lnTo>
                  <a:pt x="209550" y="1476375"/>
                </a:lnTo>
                <a:lnTo>
                  <a:pt x="209550" y="1466850"/>
                </a:lnTo>
                <a:lnTo>
                  <a:pt x="228600" y="1466850"/>
                </a:lnTo>
                <a:lnTo>
                  <a:pt x="228600" y="1476375"/>
                </a:lnTo>
                <a:lnTo>
                  <a:pt x="209550" y="1476375"/>
                </a:lnTo>
                <a:lnTo>
                  <a:pt x="209550" y="1495425"/>
                </a:lnTo>
                <a:lnTo>
                  <a:pt x="180975" y="1495425"/>
                </a:lnTo>
                <a:lnTo>
                  <a:pt x="180975" y="1524000"/>
                </a:lnTo>
                <a:lnTo>
                  <a:pt x="171450" y="1524000"/>
                </a:lnTo>
                <a:lnTo>
                  <a:pt x="171450" y="1552575"/>
                </a:lnTo>
                <a:lnTo>
                  <a:pt x="180975" y="1552575"/>
                </a:lnTo>
                <a:lnTo>
                  <a:pt x="180975" y="1571625"/>
                </a:lnTo>
                <a:lnTo>
                  <a:pt x="171450" y="1571625"/>
                </a:lnTo>
                <a:lnTo>
                  <a:pt x="171450" y="1914525"/>
                </a:lnTo>
                <a:lnTo>
                  <a:pt x="152400" y="1914525"/>
                </a:lnTo>
                <a:lnTo>
                  <a:pt x="152400" y="1905000"/>
                </a:lnTo>
                <a:lnTo>
                  <a:pt x="133350" y="1905000"/>
                </a:lnTo>
                <a:lnTo>
                  <a:pt x="133350" y="1895475"/>
                </a:lnTo>
                <a:lnTo>
                  <a:pt x="114300" y="1895475"/>
                </a:lnTo>
                <a:lnTo>
                  <a:pt x="114300" y="1866900"/>
                </a:lnTo>
                <a:lnTo>
                  <a:pt x="142875" y="1866900"/>
                </a:lnTo>
                <a:lnTo>
                  <a:pt x="142875" y="1847850"/>
                </a:lnTo>
                <a:lnTo>
                  <a:pt x="123825" y="1847850"/>
                </a:lnTo>
                <a:lnTo>
                  <a:pt x="123825" y="1838325"/>
                </a:lnTo>
                <a:lnTo>
                  <a:pt x="133350" y="1838325"/>
                </a:lnTo>
                <a:lnTo>
                  <a:pt x="133350" y="1809750"/>
                </a:lnTo>
                <a:lnTo>
                  <a:pt x="123825" y="1809750"/>
                </a:lnTo>
                <a:lnTo>
                  <a:pt x="123825" y="1800225"/>
                </a:lnTo>
                <a:lnTo>
                  <a:pt x="133350" y="1800225"/>
                </a:lnTo>
                <a:lnTo>
                  <a:pt x="133350" y="1790700"/>
                </a:lnTo>
                <a:lnTo>
                  <a:pt x="142875" y="1790700"/>
                </a:lnTo>
                <a:lnTo>
                  <a:pt x="142875" y="1771650"/>
                </a:lnTo>
                <a:lnTo>
                  <a:pt x="133350" y="1771650"/>
                </a:lnTo>
                <a:lnTo>
                  <a:pt x="133350" y="1762125"/>
                </a:lnTo>
                <a:lnTo>
                  <a:pt x="114300" y="1762125"/>
                </a:lnTo>
                <a:lnTo>
                  <a:pt x="114300" y="1743075"/>
                </a:lnTo>
                <a:lnTo>
                  <a:pt x="123825" y="1743075"/>
                </a:lnTo>
                <a:lnTo>
                  <a:pt x="123825" y="1733550"/>
                </a:lnTo>
                <a:lnTo>
                  <a:pt x="114300" y="1733550"/>
                </a:lnTo>
                <a:lnTo>
                  <a:pt x="114300" y="1724025"/>
                </a:lnTo>
                <a:lnTo>
                  <a:pt x="133350" y="1724025"/>
                </a:lnTo>
                <a:lnTo>
                  <a:pt x="133350" y="1704975"/>
                </a:lnTo>
                <a:lnTo>
                  <a:pt x="142875" y="1704975"/>
                </a:lnTo>
                <a:lnTo>
                  <a:pt x="142875" y="1695450"/>
                </a:lnTo>
                <a:lnTo>
                  <a:pt x="152400" y="1695450"/>
                </a:lnTo>
                <a:lnTo>
                  <a:pt x="152400" y="1685925"/>
                </a:lnTo>
                <a:lnTo>
                  <a:pt x="142875" y="1685925"/>
                </a:lnTo>
                <a:lnTo>
                  <a:pt x="142875" y="1666875"/>
                </a:lnTo>
                <a:lnTo>
                  <a:pt x="133350" y="1666875"/>
                </a:lnTo>
                <a:lnTo>
                  <a:pt x="133350" y="1562100"/>
                </a:lnTo>
                <a:lnTo>
                  <a:pt x="142875" y="1562100"/>
                </a:lnTo>
                <a:lnTo>
                  <a:pt x="142875" y="1552575"/>
                </a:lnTo>
                <a:lnTo>
                  <a:pt x="152400" y="1552575"/>
                </a:lnTo>
                <a:lnTo>
                  <a:pt x="152400" y="1524000"/>
                </a:lnTo>
                <a:lnTo>
                  <a:pt x="133350" y="1524000"/>
                </a:lnTo>
                <a:lnTo>
                  <a:pt x="133350" y="1514475"/>
                </a:lnTo>
                <a:lnTo>
                  <a:pt x="123825" y="1514475"/>
                </a:lnTo>
                <a:lnTo>
                  <a:pt x="123825" y="1504950"/>
                </a:lnTo>
                <a:lnTo>
                  <a:pt x="133350" y="1504950"/>
                </a:lnTo>
                <a:lnTo>
                  <a:pt x="133350" y="1485900"/>
                </a:lnTo>
                <a:lnTo>
                  <a:pt x="123825" y="1485900"/>
                </a:lnTo>
                <a:lnTo>
                  <a:pt x="123825" y="1476375"/>
                </a:lnTo>
                <a:lnTo>
                  <a:pt x="114300" y="1476375"/>
                </a:lnTo>
                <a:lnTo>
                  <a:pt x="114300" y="1419225"/>
                </a:lnTo>
                <a:lnTo>
                  <a:pt x="133350" y="1419225"/>
                </a:lnTo>
                <a:lnTo>
                  <a:pt x="133350" y="1409700"/>
                </a:lnTo>
                <a:lnTo>
                  <a:pt x="123825" y="1409700"/>
                </a:lnTo>
                <a:lnTo>
                  <a:pt x="123825" y="1381125"/>
                </a:lnTo>
                <a:lnTo>
                  <a:pt x="133350" y="1381125"/>
                </a:lnTo>
                <a:lnTo>
                  <a:pt x="133350" y="1352550"/>
                </a:lnTo>
                <a:lnTo>
                  <a:pt x="142875" y="1352550"/>
                </a:lnTo>
                <a:lnTo>
                  <a:pt x="142875" y="1343025"/>
                </a:lnTo>
                <a:lnTo>
                  <a:pt x="123825" y="1343025"/>
                </a:lnTo>
                <a:lnTo>
                  <a:pt x="123825" y="1333500"/>
                </a:lnTo>
                <a:lnTo>
                  <a:pt x="133350" y="1333500"/>
                </a:lnTo>
                <a:lnTo>
                  <a:pt x="133350" y="1304925"/>
                </a:lnTo>
                <a:lnTo>
                  <a:pt x="142875" y="1304925"/>
                </a:lnTo>
                <a:lnTo>
                  <a:pt x="142875" y="1171575"/>
                </a:lnTo>
                <a:lnTo>
                  <a:pt x="133350" y="1171575"/>
                </a:lnTo>
                <a:lnTo>
                  <a:pt x="133350" y="1152525"/>
                </a:lnTo>
                <a:lnTo>
                  <a:pt x="142875" y="1152525"/>
                </a:lnTo>
                <a:lnTo>
                  <a:pt x="142875" y="1143000"/>
                </a:lnTo>
                <a:lnTo>
                  <a:pt x="152400" y="1143000"/>
                </a:lnTo>
                <a:lnTo>
                  <a:pt x="152400" y="1114425"/>
                </a:lnTo>
                <a:lnTo>
                  <a:pt x="161925" y="1114425"/>
                </a:lnTo>
                <a:lnTo>
                  <a:pt x="161925" y="1104900"/>
                </a:lnTo>
                <a:lnTo>
                  <a:pt x="142875" y="1104900"/>
                </a:lnTo>
                <a:lnTo>
                  <a:pt x="142875" y="1095375"/>
                </a:lnTo>
                <a:lnTo>
                  <a:pt x="133350" y="1095375"/>
                </a:lnTo>
                <a:lnTo>
                  <a:pt x="133350" y="1076325"/>
                </a:lnTo>
                <a:lnTo>
                  <a:pt x="142875" y="1076325"/>
                </a:lnTo>
                <a:lnTo>
                  <a:pt x="142875" y="1047750"/>
                </a:lnTo>
                <a:lnTo>
                  <a:pt x="133350" y="1047750"/>
                </a:lnTo>
                <a:lnTo>
                  <a:pt x="133350" y="1009650"/>
                </a:lnTo>
                <a:lnTo>
                  <a:pt x="152400" y="1009650"/>
                </a:lnTo>
                <a:lnTo>
                  <a:pt x="152400" y="1000125"/>
                </a:lnTo>
                <a:lnTo>
                  <a:pt x="142875" y="1000125"/>
                </a:lnTo>
                <a:lnTo>
                  <a:pt x="142875" y="981075"/>
                </a:lnTo>
                <a:lnTo>
                  <a:pt x="133350" y="981075"/>
                </a:lnTo>
                <a:lnTo>
                  <a:pt x="133350" y="962025"/>
                </a:lnTo>
                <a:lnTo>
                  <a:pt x="142875" y="962025"/>
                </a:lnTo>
                <a:lnTo>
                  <a:pt x="142875" y="952500"/>
                </a:lnTo>
                <a:lnTo>
                  <a:pt x="133350" y="952500"/>
                </a:lnTo>
                <a:lnTo>
                  <a:pt x="133350" y="933450"/>
                </a:lnTo>
                <a:lnTo>
                  <a:pt x="142875" y="933450"/>
                </a:lnTo>
                <a:lnTo>
                  <a:pt x="142875" y="762000"/>
                </a:lnTo>
                <a:lnTo>
                  <a:pt x="133350" y="762000"/>
                </a:lnTo>
                <a:lnTo>
                  <a:pt x="133350" y="647700"/>
                </a:lnTo>
                <a:lnTo>
                  <a:pt x="152400" y="647700"/>
                </a:lnTo>
                <a:lnTo>
                  <a:pt x="152400" y="638175"/>
                </a:lnTo>
                <a:lnTo>
                  <a:pt x="142875" y="638175"/>
                </a:lnTo>
                <a:lnTo>
                  <a:pt x="142875" y="628650"/>
                </a:lnTo>
                <a:lnTo>
                  <a:pt x="152400" y="628650"/>
                </a:lnTo>
                <a:lnTo>
                  <a:pt x="152400" y="600075"/>
                </a:lnTo>
                <a:lnTo>
                  <a:pt x="142875" y="600075"/>
                </a:lnTo>
                <a:lnTo>
                  <a:pt x="142875" y="590550"/>
                </a:lnTo>
                <a:lnTo>
                  <a:pt x="152400" y="590550"/>
                </a:lnTo>
                <a:lnTo>
                  <a:pt x="152400" y="561975"/>
                </a:lnTo>
                <a:lnTo>
                  <a:pt x="142875" y="561975"/>
                </a:lnTo>
                <a:lnTo>
                  <a:pt x="142875" y="523875"/>
                </a:lnTo>
                <a:lnTo>
                  <a:pt x="152400" y="523875"/>
                </a:lnTo>
                <a:close/>
                <a:moveTo>
                  <a:pt x="314325" y="514350"/>
                </a:moveTo>
                <a:lnTo>
                  <a:pt x="333375" y="514350"/>
                </a:lnTo>
                <a:lnTo>
                  <a:pt x="333375" y="523875"/>
                </a:lnTo>
                <a:lnTo>
                  <a:pt x="323850" y="523875"/>
                </a:lnTo>
                <a:lnTo>
                  <a:pt x="323850" y="533400"/>
                </a:lnTo>
                <a:lnTo>
                  <a:pt x="314325" y="533400"/>
                </a:lnTo>
                <a:close/>
                <a:moveTo>
                  <a:pt x="0" y="571500"/>
                </a:moveTo>
                <a:lnTo>
                  <a:pt x="9525" y="571500"/>
                </a:lnTo>
                <a:lnTo>
                  <a:pt x="9525" y="590550"/>
                </a:lnTo>
                <a:lnTo>
                  <a:pt x="0" y="590550"/>
                </a:lnTo>
                <a:close/>
                <a:moveTo>
                  <a:pt x="19050" y="571500"/>
                </a:moveTo>
                <a:lnTo>
                  <a:pt x="28575" y="571500"/>
                </a:lnTo>
                <a:lnTo>
                  <a:pt x="28575" y="581025"/>
                </a:lnTo>
                <a:lnTo>
                  <a:pt x="19050" y="581025"/>
                </a:lnTo>
                <a:close/>
                <a:moveTo>
                  <a:pt x="523875" y="647700"/>
                </a:moveTo>
                <a:lnTo>
                  <a:pt x="542925" y="647700"/>
                </a:lnTo>
                <a:lnTo>
                  <a:pt x="542925" y="666750"/>
                </a:lnTo>
                <a:lnTo>
                  <a:pt x="523875" y="666750"/>
                </a:lnTo>
                <a:close/>
                <a:moveTo>
                  <a:pt x="723900" y="657225"/>
                </a:moveTo>
                <a:lnTo>
                  <a:pt x="733425" y="657225"/>
                </a:lnTo>
                <a:lnTo>
                  <a:pt x="733425" y="676275"/>
                </a:lnTo>
                <a:lnTo>
                  <a:pt x="723900" y="676275"/>
                </a:lnTo>
                <a:close/>
                <a:moveTo>
                  <a:pt x="981075" y="657225"/>
                </a:moveTo>
                <a:lnTo>
                  <a:pt x="1009650" y="657225"/>
                </a:lnTo>
                <a:lnTo>
                  <a:pt x="1009650" y="666750"/>
                </a:lnTo>
                <a:lnTo>
                  <a:pt x="981075" y="666750"/>
                </a:lnTo>
                <a:close/>
                <a:moveTo>
                  <a:pt x="1333500" y="657225"/>
                </a:moveTo>
                <a:lnTo>
                  <a:pt x="1352550" y="657225"/>
                </a:lnTo>
                <a:lnTo>
                  <a:pt x="1352550" y="676275"/>
                </a:lnTo>
                <a:lnTo>
                  <a:pt x="1333500" y="676275"/>
                </a:lnTo>
                <a:close/>
                <a:moveTo>
                  <a:pt x="714375" y="704850"/>
                </a:moveTo>
                <a:lnTo>
                  <a:pt x="723900" y="704850"/>
                </a:lnTo>
                <a:lnTo>
                  <a:pt x="723900" y="714375"/>
                </a:lnTo>
                <a:lnTo>
                  <a:pt x="714375" y="714375"/>
                </a:lnTo>
                <a:close/>
                <a:moveTo>
                  <a:pt x="476250" y="762000"/>
                </a:moveTo>
                <a:lnTo>
                  <a:pt x="485775" y="762000"/>
                </a:lnTo>
                <a:lnTo>
                  <a:pt x="485775" y="771525"/>
                </a:lnTo>
                <a:lnTo>
                  <a:pt x="476250" y="771525"/>
                </a:lnTo>
                <a:close/>
                <a:moveTo>
                  <a:pt x="676275" y="762000"/>
                </a:moveTo>
                <a:lnTo>
                  <a:pt x="685800" y="762000"/>
                </a:lnTo>
                <a:lnTo>
                  <a:pt x="685800" y="771525"/>
                </a:lnTo>
                <a:lnTo>
                  <a:pt x="695325" y="771525"/>
                </a:lnTo>
                <a:lnTo>
                  <a:pt x="695325" y="781050"/>
                </a:lnTo>
                <a:lnTo>
                  <a:pt x="704850" y="781050"/>
                </a:lnTo>
                <a:lnTo>
                  <a:pt x="704850" y="800100"/>
                </a:lnTo>
                <a:lnTo>
                  <a:pt x="752475" y="800100"/>
                </a:lnTo>
                <a:lnTo>
                  <a:pt x="752475" y="819150"/>
                </a:lnTo>
                <a:lnTo>
                  <a:pt x="742950" y="819150"/>
                </a:lnTo>
                <a:lnTo>
                  <a:pt x="742950" y="828675"/>
                </a:lnTo>
                <a:lnTo>
                  <a:pt x="733425" y="828675"/>
                </a:lnTo>
                <a:lnTo>
                  <a:pt x="733425" y="819150"/>
                </a:lnTo>
                <a:lnTo>
                  <a:pt x="723900" y="819150"/>
                </a:lnTo>
                <a:lnTo>
                  <a:pt x="723900" y="809625"/>
                </a:lnTo>
                <a:lnTo>
                  <a:pt x="504825" y="809625"/>
                </a:lnTo>
                <a:lnTo>
                  <a:pt x="504825" y="800100"/>
                </a:lnTo>
                <a:lnTo>
                  <a:pt x="561975" y="800100"/>
                </a:lnTo>
                <a:lnTo>
                  <a:pt x="561975" y="790575"/>
                </a:lnTo>
                <a:lnTo>
                  <a:pt x="542925" y="790575"/>
                </a:lnTo>
                <a:lnTo>
                  <a:pt x="542925" y="781050"/>
                </a:lnTo>
                <a:lnTo>
                  <a:pt x="657225" y="781050"/>
                </a:lnTo>
                <a:lnTo>
                  <a:pt x="657225" y="790575"/>
                </a:lnTo>
                <a:lnTo>
                  <a:pt x="676275" y="790575"/>
                </a:lnTo>
                <a:close/>
                <a:moveTo>
                  <a:pt x="1133475" y="762000"/>
                </a:moveTo>
                <a:lnTo>
                  <a:pt x="1152525" y="762000"/>
                </a:lnTo>
                <a:lnTo>
                  <a:pt x="1152525" y="771525"/>
                </a:lnTo>
                <a:lnTo>
                  <a:pt x="1133475" y="771525"/>
                </a:lnTo>
                <a:close/>
                <a:moveTo>
                  <a:pt x="619125" y="800100"/>
                </a:moveTo>
                <a:lnTo>
                  <a:pt x="647700" y="800100"/>
                </a:lnTo>
                <a:lnTo>
                  <a:pt x="647700" y="790575"/>
                </a:lnTo>
                <a:lnTo>
                  <a:pt x="619125" y="790575"/>
                </a:lnTo>
                <a:close/>
                <a:moveTo>
                  <a:pt x="1019175" y="800100"/>
                </a:moveTo>
                <a:lnTo>
                  <a:pt x="1028700" y="800100"/>
                </a:lnTo>
                <a:lnTo>
                  <a:pt x="1028700" y="819150"/>
                </a:lnTo>
                <a:lnTo>
                  <a:pt x="1019175" y="819150"/>
                </a:lnTo>
                <a:close/>
                <a:moveTo>
                  <a:pt x="1114425" y="800100"/>
                </a:moveTo>
                <a:lnTo>
                  <a:pt x="1133475" y="800100"/>
                </a:lnTo>
                <a:lnTo>
                  <a:pt x="1133475" y="819150"/>
                </a:lnTo>
                <a:lnTo>
                  <a:pt x="1114425" y="819150"/>
                </a:lnTo>
                <a:close/>
                <a:moveTo>
                  <a:pt x="457200" y="809625"/>
                </a:moveTo>
                <a:lnTo>
                  <a:pt x="504825" y="809625"/>
                </a:lnTo>
                <a:lnTo>
                  <a:pt x="504825" y="819150"/>
                </a:lnTo>
                <a:lnTo>
                  <a:pt x="457200" y="819150"/>
                </a:lnTo>
                <a:close/>
                <a:moveTo>
                  <a:pt x="723900" y="828675"/>
                </a:moveTo>
                <a:lnTo>
                  <a:pt x="733425" y="828675"/>
                </a:lnTo>
                <a:lnTo>
                  <a:pt x="733425" y="838200"/>
                </a:lnTo>
                <a:lnTo>
                  <a:pt x="723900" y="838200"/>
                </a:lnTo>
                <a:close/>
                <a:moveTo>
                  <a:pt x="247650" y="838200"/>
                </a:moveTo>
                <a:lnTo>
                  <a:pt x="314325" y="838200"/>
                </a:lnTo>
                <a:lnTo>
                  <a:pt x="314325" y="847725"/>
                </a:lnTo>
                <a:lnTo>
                  <a:pt x="247650" y="847725"/>
                </a:lnTo>
                <a:close/>
                <a:moveTo>
                  <a:pt x="409575" y="838200"/>
                </a:moveTo>
                <a:lnTo>
                  <a:pt x="504825" y="838200"/>
                </a:lnTo>
                <a:lnTo>
                  <a:pt x="504825" y="847725"/>
                </a:lnTo>
                <a:lnTo>
                  <a:pt x="409575" y="847725"/>
                </a:lnTo>
                <a:close/>
                <a:moveTo>
                  <a:pt x="666750" y="838200"/>
                </a:moveTo>
                <a:lnTo>
                  <a:pt x="676275" y="838200"/>
                </a:lnTo>
                <a:lnTo>
                  <a:pt x="676275" y="847725"/>
                </a:lnTo>
                <a:lnTo>
                  <a:pt x="666750" y="847725"/>
                </a:lnTo>
                <a:close/>
                <a:moveTo>
                  <a:pt x="247650" y="857250"/>
                </a:moveTo>
                <a:lnTo>
                  <a:pt x="257175" y="857250"/>
                </a:lnTo>
                <a:lnTo>
                  <a:pt x="257175" y="876300"/>
                </a:lnTo>
                <a:lnTo>
                  <a:pt x="247650" y="876300"/>
                </a:lnTo>
                <a:close/>
                <a:moveTo>
                  <a:pt x="276225" y="857250"/>
                </a:moveTo>
                <a:lnTo>
                  <a:pt x="285750" y="857250"/>
                </a:lnTo>
                <a:lnTo>
                  <a:pt x="285750" y="866775"/>
                </a:lnTo>
                <a:lnTo>
                  <a:pt x="276225" y="866775"/>
                </a:lnTo>
                <a:close/>
                <a:moveTo>
                  <a:pt x="361950" y="857250"/>
                </a:moveTo>
                <a:lnTo>
                  <a:pt x="381000" y="857250"/>
                </a:lnTo>
                <a:lnTo>
                  <a:pt x="381000" y="866775"/>
                </a:lnTo>
                <a:lnTo>
                  <a:pt x="400050" y="866775"/>
                </a:lnTo>
                <a:lnTo>
                  <a:pt x="400050" y="857250"/>
                </a:lnTo>
                <a:lnTo>
                  <a:pt x="466725" y="857250"/>
                </a:lnTo>
                <a:lnTo>
                  <a:pt x="466725" y="866775"/>
                </a:lnTo>
                <a:lnTo>
                  <a:pt x="400050" y="866775"/>
                </a:lnTo>
                <a:lnTo>
                  <a:pt x="400050" y="876300"/>
                </a:lnTo>
                <a:lnTo>
                  <a:pt x="390525" y="876300"/>
                </a:lnTo>
                <a:lnTo>
                  <a:pt x="390525" y="885825"/>
                </a:lnTo>
                <a:lnTo>
                  <a:pt x="381000" y="885825"/>
                </a:lnTo>
                <a:lnTo>
                  <a:pt x="381000" y="895350"/>
                </a:lnTo>
                <a:lnTo>
                  <a:pt x="371475" y="895350"/>
                </a:lnTo>
                <a:lnTo>
                  <a:pt x="371475" y="876300"/>
                </a:lnTo>
                <a:lnTo>
                  <a:pt x="361950" y="876300"/>
                </a:lnTo>
                <a:close/>
                <a:moveTo>
                  <a:pt x="180975" y="914400"/>
                </a:moveTo>
                <a:lnTo>
                  <a:pt x="190500" y="914400"/>
                </a:lnTo>
                <a:lnTo>
                  <a:pt x="190500" y="923925"/>
                </a:lnTo>
                <a:lnTo>
                  <a:pt x="180975" y="923925"/>
                </a:lnTo>
                <a:close/>
                <a:moveTo>
                  <a:pt x="1447800" y="933450"/>
                </a:moveTo>
                <a:lnTo>
                  <a:pt x="1466850" y="933450"/>
                </a:lnTo>
                <a:lnTo>
                  <a:pt x="1466850" y="952500"/>
                </a:lnTo>
                <a:lnTo>
                  <a:pt x="1447800" y="952500"/>
                </a:lnTo>
                <a:close/>
                <a:moveTo>
                  <a:pt x="1543050" y="933450"/>
                </a:moveTo>
                <a:lnTo>
                  <a:pt x="1590675" y="933450"/>
                </a:lnTo>
                <a:lnTo>
                  <a:pt x="1590675" y="942975"/>
                </a:lnTo>
                <a:lnTo>
                  <a:pt x="1600200" y="942975"/>
                </a:lnTo>
                <a:lnTo>
                  <a:pt x="1600200" y="952500"/>
                </a:lnTo>
                <a:lnTo>
                  <a:pt x="1571625" y="952500"/>
                </a:lnTo>
                <a:lnTo>
                  <a:pt x="1571625" y="942975"/>
                </a:lnTo>
                <a:lnTo>
                  <a:pt x="1543050" y="942975"/>
                </a:lnTo>
                <a:close/>
                <a:moveTo>
                  <a:pt x="1628775" y="933450"/>
                </a:moveTo>
                <a:lnTo>
                  <a:pt x="1647825" y="933450"/>
                </a:lnTo>
                <a:lnTo>
                  <a:pt x="1647825" y="942975"/>
                </a:lnTo>
                <a:lnTo>
                  <a:pt x="1628775" y="942975"/>
                </a:lnTo>
                <a:close/>
                <a:moveTo>
                  <a:pt x="1685925" y="933450"/>
                </a:moveTo>
                <a:lnTo>
                  <a:pt x="1695450" y="933450"/>
                </a:lnTo>
                <a:lnTo>
                  <a:pt x="1695450" y="952500"/>
                </a:lnTo>
                <a:lnTo>
                  <a:pt x="1685925" y="952500"/>
                </a:lnTo>
                <a:close/>
                <a:moveTo>
                  <a:pt x="314325" y="942975"/>
                </a:moveTo>
                <a:lnTo>
                  <a:pt x="333375" y="942975"/>
                </a:lnTo>
                <a:lnTo>
                  <a:pt x="333375" y="952500"/>
                </a:lnTo>
                <a:lnTo>
                  <a:pt x="314325" y="952500"/>
                </a:lnTo>
                <a:close/>
                <a:moveTo>
                  <a:pt x="342900" y="942975"/>
                </a:moveTo>
                <a:lnTo>
                  <a:pt x="400050" y="942975"/>
                </a:lnTo>
                <a:lnTo>
                  <a:pt x="400050" y="952500"/>
                </a:lnTo>
                <a:lnTo>
                  <a:pt x="342900" y="952500"/>
                </a:lnTo>
                <a:close/>
                <a:moveTo>
                  <a:pt x="457200" y="942975"/>
                </a:moveTo>
                <a:lnTo>
                  <a:pt x="466725" y="942975"/>
                </a:lnTo>
                <a:lnTo>
                  <a:pt x="466725" y="952500"/>
                </a:lnTo>
                <a:lnTo>
                  <a:pt x="457200" y="952500"/>
                </a:lnTo>
                <a:close/>
                <a:moveTo>
                  <a:pt x="581025" y="942975"/>
                </a:moveTo>
                <a:lnTo>
                  <a:pt x="600075" y="942975"/>
                </a:lnTo>
                <a:lnTo>
                  <a:pt x="600075" y="952500"/>
                </a:lnTo>
                <a:lnTo>
                  <a:pt x="581025" y="952500"/>
                </a:lnTo>
                <a:close/>
                <a:moveTo>
                  <a:pt x="409575" y="971550"/>
                </a:moveTo>
                <a:lnTo>
                  <a:pt x="419100" y="971550"/>
                </a:lnTo>
                <a:lnTo>
                  <a:pt x="419100" y="981075"/>
                </a:lnTo>
                <a:lnTo>
                  <a:pt x="409575" y="981075"/>
                </a:lnTo>
                <a:close/>
                <a:moveTo>
                  <a:pt x="381000" y="981075"/>
                </a:moveTo>
                <a:lnTo>
                  <a:pt x="390525" y="981075"/>
                </a:lnTo>
                <a:lnTo>
                  <a:pt x="390525" y="990600"/>
                </a:lnTo>
                <a:lnTo>
                  <a:pt x="400050" y="990600"/>
                </a:lnTo>
                <a:lnTo>
                  <a:pt x="400050" y="981075"/>
                </a:lnTo>
                <a:lnTo>
                  <a:pt x="409575" y="981075"/>
                </a:lnTo>
                <a:lnTo>
                  <a:pt x="409575" y="990600"/>
                </a:lnTo>
                <a:lnTo>
                  <a:pt x="447675" y="990600"/>
                </a:lnTo>
                <a:lnTo>
                  <a:pt x="447675" y="1000125"/>
                </a:lnTo>
                <a:lnTo>
                  <a:pt x="371475" y="1000125"/>
                </a:lnTo>
                <a:lnTo>
                  <a:pt x="371475" y="990600"/>
                </a:lnTo>
                <a:lnTo>
                  <a:pt x="381000" y="990600"/>
                </a:lnTo>
                <a:close/>
                <a:moveTo>
                  <a:pt x="1762125" y="981075"/>
                </a:moveTo>
                <a:lnTo>
                  <a:pt x="1771650" y="981075"/>
                </a:lnTo>
                <a:lnTo>
                  <a:pt x="1771650" y="1000125"/>
                </a:lnTo>
                <a:lnTo>
                  <a:pt x="1762125" y="1000125"/>
                </a:lnTo>
                <a:close/>
                <a:moveTo>
                  <a:pt x="533400" y="990600"/>
                </a:moveTo>
                <a:lnTo>
                  <a:pt x="542925" y="990600"/>
                </a:lnTo>
                <a:lnTo>
                  <a:pt x="542925" y="1000125"/>
                </a:lnTo>
                <a:lnTo>
                  <a:pt x="533400" y="1000125"/>
                </a:lnTo>
                <a:close/>
                <a:moveTo>
                  <a:pt x="561975" y="990600"/>
                </a:moveTo>
                <a:lnTo>
                  <a:pt x="571500" y="990600"/>
                </a:lnTo>
                <a:lnTo>
                  <a:pt x="571500" y="1000125"/>
                </a:lnTo>
                <a:lnTo>
                  <a:pt x="561975" y="1000125"/>
                </a:lnTo>
                <a:close/>
                <a:moveTo>
                  <a:pt x="600075" y="990600"/>
                </a:moveTo>
                <a:lnTo>
                  <a:pt x="638175" y="990600"/>
                </a:lnTo>
                <a:lnTo>
                  <a:pt x="638175" y="1000125"/>
                </a:lnTo>
                <a:lnTo>
                  <a:pt x="600075" y="1000125"/>
                </a:lnTo>
                <a:close/>
                <a:moveTo>
                  <a:pt x="657225" y="990600"/>
                </a:moveTo>
                <a:lnTo>
                  <a:pt x="666750" y="990600"/>
                </a:lnTo>
                <a:lnTo>
                  <a:pt x="666750" y="1000125"/>
                </a:lnTo>
                <a:lnTo>
                  <a:pt x="657225" y="1000125"/>
                </a:lnTo>
                <a:close/>
                <a:moveTo>
                  <a:pt x="1704975" y="1009650"/>
                </a:moveTo>
                <a:lnTo>
                  <a:pt x="1714500" y="1009650"/>
                </a:lnTo>
                <a:lnTo>
                  <a:pt x="1714500" y="1019175"/>
                </a:lnTo>
                <a:lnTo>
                  <a:pt x="1704975" y="1019175"/>
                </a:lnTo>
                <a:close/>
                <a:moveTo>
                  <a:pt x="0" y="1057275"/>
                </a:moveTo>
                <a:lnTo>
                  <a:pt x="9525" y="1057275"/>
                </a:lnTo>
                <a:lnTo>
                  <a:pt x="9525" y="1066800"/>
                </a:lnTo>
                <a:lnTo>
                  <a:pt x="0" y="1066800"/>
                </a:lnTo>
                <a:close/>
                <a:moveTo>
                  <a:pt x="1762125" y="1143000"/>
                </a:moveTo>
                <a:lnTo>
                  <a:pt x="1771650" y="1143000"/>
                </a:lnTo>
                <a:lnTo>
                  <a:pt x="1771650" y="1152525"/>
                </a:lnTo>
                <a:lnTo>
                  <a:pt x="1781175" y="1152525"/>
                </a:lnTo>
                <a:lnTo>
                  <a:pt x="1781175" y="1200150"/>
                </a:lnTo>
                <a:lnTo>
                  <a:pt x="1771650" y="1200150"/>
                </a:lnTo>
                <a:lnTo>
                  <a:pt x="1771650" y="1190625"/>
                </a:lnTo>
                <a:lnTo>
                  <a:pt x="1762125" y="1190625"/>
                </a:lnTo>
                <a:lnTo>
                  <a:pt x="1762125" y="1181100"/>
                </a:lnTo>
                <a:lnTo>
                  <a:pt x="1752600" y="1181100"/>
                </a:lnTo>
                <a:lnTo>
                  <a:pt x="1752600" y="1171575"/>
                </a:lnTo>
                <a:lnTo>
                  <a:pt x="1743075" y="1171575"/>
                </a:lnTo>
                <a:lnTo>
                  <a:pt x="1743075" y="1162050"/>
                </a:lnTo>
                <a:lnTo>
                  <a:pt x="1762125" y="1162050"/>
                </a:lnTo>
                <a:close/>
                <a:moveTo>
                  <a:pt x="400050" y="1209675"/>
                </a:moveTo>
                <a:lnTo>
                  <a:pt x="409575" y="1209675"/>
                </a:lnTo>
                <a:lnTo>
                  <a:pt x="409575" y="1219200"/>
                </a:lnTo>
                <a:lnTo>
                  <a:pt x="400050" y="1219200"/>
                </a:lnTo>
                <a:close/>
                <a:moveTo>
                  <a:pt x="590550" y="1314450"/>
                </a:moveTo>
                <a:lnTo>
                  <a:pt x="609600" y="1314450"/>
                </a:lnTo>
                <a:lnTo>
                  <a:pt x="609600" y="1323975"/>
                </a:lnTo>
                <a:lnTo>
                  <a:pt x="628650" y="1323975"/>
                </a:lnTo>
                <a:lnTo>
                  <a:pt x="628650" y="1333500"/>
                </a:lnTo>
                <a:lnTo>
                  <a:pt x="657225" y="1333500"/>
                </a:lnTo>
                <a:lnTo>
                  <a:pt x="657225" y="1343025"/>
                </a:lnTo>
                <a:lnTo>
                  <a:pt x="609600" y="1343025"/>
                </a:lnTo>
                <a:lnTo>
                  <a:pt x="609600" y="1333500"/>
                </a:lnTo>
                <a:lnTo>
                  <a:pt x="581025" y="1333500"/>
                </a:lnTo>
                <a:lnTo>
                  <a:pt x="581025" y="1343025"/>
                </a:lnTo>
                <a:lnTo>
                  <a:pt x="571500" y="1343025"/>
                </a:lnTo>
                <a:lnTo>
                  <a:pt x="571500" y="1323975"/>
                </a:lnTo>
                <a:lnTo>
                  <a:pt x="590550" y="1323975"/>
                </a:lnTo>
                <a:close/>
                <a:moveTo>
                  <a:pt x="704850" y="1333500"/>
                </a:moveTo>
                <a:lnTo>
                  <a:pt x="714375" y="1333500"/>
                </a:lnTo>
                <a:lnTo>
                  <a:pt x="714375" y="1343025"/>
                </a:lnTo>
                <a:lnTo>
                  <a:pt x="704850" y="1343025"/>
                </a:lnTo>
                <a:close/>
                <a:moveTo>
                  <a:pt x="723900" y="1333500"/>
                </a:moveTo>
                <a:lnTo>
                  <a:pt x="742950" y="1333500"/>
                </a:lnTo>
                <a:lnTo>
                  <a:pt x="742950" y="1343025"/>
                </a:lnTo>
                <a:lnTo>
                  <a:pt x="733425" y="1343025"/>
                </a:lnTo>
                <a:lnTo>
                  <a:pt x="733425" y="1352550"/>
                </a:lnTo>
                <a:lnTo>
                  <a:pt x="714375" y="1352550"/>
                </a:lnTo>
                <a:lnTo>
                  <a:pt x="714375" y="1343025"/>
                </a:lnTo>
                <a:lnTo>
                  <a:pt x="723900" y="1343025"/>
                </a:lnTo>
                <a:close/>
                <a:moveTo>
                  <a:pt x="1285875" y="1333500"/>
                </a:moveTo>
                <a:lnTo>
                  <a:pt x="1304925" y="1333500"/>
                </a:lnTo>
                <a:lnTo>
                  <a:pt x="1304925" y="1352550"/>
                </a:lnTo>
                <a:lnTo>
                  <a:pt x="1285875" y="1352550"/>
                </a:lnTo>
                <a:close/>
                <a:moveTo>
                  <a:pt x="1533525" y="1333500"/>
                </a:moveTo>
                <a:lnTo>
                  <a:pt x="1562100" y="1333500"/>
                </a:lnTo>
                <a:lnTo>
                  <a:pt x="1562100" y="1352550"/>
                </a:lnTo>
                <a:lnTo>
                  <a:pt x="1533525" y="1352550"/>
                </a:lnTo>
                <a:close/>
                <a:moveTo>
                  <a:pt x="323850" y="1362075"/>
                </a:moveTo>
                <a:lnTo>
                  <a:pt x="333375" y="1362075"/>
                </a:lnTo>
                <a:lnTo>
                  <a:pt x="333375" y="1381125"/>
                </a:lnTo>
                <a:lnTo>
                  <a:pt x="323850" y="1381125"/>
                </a:lnTo>
                <a:close/>
                <a:moveTo>
                  <a:pt x="342900" y="1362075"/>
                </a:moveTo>
                <a:lnTo>
                  <a:pt x="352425" y="1362075"/>
                </a:lnTo>
                <a:lnTo>
                  <a:pt x="352425" y="1371600"/>
                </a:lnTo>
                <a:lnTo>
                  <a:pt x="342900" y="1371600"/>
                </a:lnTo>
                <a:close/>
                <a:moveTo>
                  <a:pt x="0" y="1390650"/>
                </a:moveTo>
                <a:lnTo>
                  <a:pt x="9525" y="1390650"/>
                </a:lnTo>
                <a:lnTo>
                  <a:pt x="9525" y="1400175"/>
                </a:lnTo>
                <a:lnTo>
                  <a:pt x="0" y="1400175"/>
                </a:lnTo>
                <a:close/>
                <a:moveTo>
                  <a:pt x="9525" y="1409700"/>
                </a:moveTo>
                <a:lnTo>
                  <a:pt x="19050" y="1409700"/>
                </a:lnTo>
                <a:lnTo>
                  <a:pt x="19050" y="1419225"/>
                </a:lnTo>
                <a:lnTo>
                  <a:pt x="9525" y="1419225"/>
                </a:lnTo>
                <a:close/>
                <a:moveTo>
                  <a:pt x="390525" y="1466850"/>
                </a:moveTo>
                <a:lnTo>
                  <a:pt x="523875" y="1466850"/>
                </a:lnTo>
                <a:lnTo>
                  <a:pt x="523875" y="1476375"/>
                </a:lnTo>
                <a:lnTo>
                  <a:pt x="390525" y="1476375"/>
                </a:lnTo>
                <a:close/>
                <a:moveTo>
                  <a:pt x="666750" y="1466850"/>
                </a:moveTo>
                <a:lnTo>
                  <a:pt x="676275" y="1466850"/>
                </a:lnTo>
                <a:lnTo>
                  <a:pt x="676275" y="1476375"/>
                </a:lnTo>
                <a:lnTo>
                  <a:pt x="666750" y="1476375"/>
                </a:lnTo>
                <a:close/>
                <a:moveTo>
                  <a:pt x="723900" y="1466850"/>
                </a:moveTo>
                <a:lnTo>
                  <a:pt x="981075" y="1466850"/>
                </a:lnTo>
                <a:lnTo>
                  <a:pt x="981075" y="1476375"/>
                </a:lnTo>
                <a:lnTo>
                  <a:pt x="723900" y="1476375"/>
                </a:lnTo>
                <a:close/>
                <a:moveTo>
                  <a:pt x="1095375" y="1476375"/>
                </a:moveTo>
                <a:lnTo>
                  <a:pt x="1104900" y="1476375"/>
                </a:lnTo>
                <a:lnTo>
                  <a:pt x="1104900" y="1495425"/>
                </a:lnTo>
                <a:lnTo>
                  <a:pt x="1095375" y="1495425"/>
                </a:lnTo>
                <a:close/>
                <a:moveTo>
                  <a:pt x="0" y="1724025"/>
                </a:moveTo>
                <a:lnTo>
                  <a:pt x="9525" y="1724025"/>
                </a:lnTo>
                <a:lnTo>
                  <a:pt x="9525" y="1733550"/>
                </a:lnTo>
                <a:lnTo>
                  <a:pt x="0" y="1733550"/>
                </a:lnTo>
                <a:close/>
                <a:moveTo>
                  <a:pt x="466725" y="1733550"/>
                </a:moveTo>
                <a:lnTo>
                  <a:pt x="476250" y="1733550"/>
                </a:lnTo>
                <a:lnTo>
                  <a:pt x="476250" y="1743075"/>
                </a:lnTo>
                <a:lnTo>
                  <a:pt x="466725" y="1743075"/>
                </a:lnTo>
                <a:close/>
                <a:moveTo>
                  <a:pt x="581025" y="1743075"/>
                </a:moveTo>
                <a:lnTo>
                  <a:pt x="590550" y="1743075"/>
                </a:lnTo>
                <a:lnTo>
                  <a:pt x="590550" y="1752600"/>
                </a:lnTo>
                <a:lnTo>
                  <a:pt x="581025" y="1752600"/>
                </a:lnTo>
                <a:close/>
                <a:moveTo>
                  <a:pt x="447675" y="2009775"/>
                </a:moveTo>
                <a:lnTo>
                  <a:pt x="466725" y="2009775"/>
                </a:lnTo>
                <a:lnTo>
                  <a:pt x="466725" y="2028825"/>
                </a:lnTo>
                <a:lnTo>
                  <a:pt x="457200" y="2028825"/>
                </a:lnTo>
                <a:lnTo>
                  <a:pt x="457200" y="2019300"/>
                </a:lnTo>
                <a:lnTo>
                  <a:pt x="447675" y="2019300"/>
                </a:lnTo>
                <a:close/>
                <a:moveTo>
                  <a:pt x="161925" y="2028825"/>
                </a:moveTo>
                <a:lnTo>
                  <a:pt x="180975" y="2028825"/>
                </a:lnTo>
                <a:lnTo>
                  <a:pt x="180975" y="2038350"/>
                </a:lnTo>
                <a:lnTo>
                  <a:pt x="161925" y="2038350"/>
                </a:lnTo>
                <a:close/>
                <a:moveTo>
                  <a:pt x="1000125" y="2028825"/>
                </a:moveTo>
                <a:lnTo>
                  <a:pt x="1038225" y="2028825"/>
                </a:lnTo>
                <a:lnTo>
                  <a:pt x="1038225" y="2038350"/>
                </a:lnTo>
                <a:lnTo>
                  <a:pt x="1000125" y="2038350"/>
                </a:lnTo>
                <a:close/>
                <a:moveTo>
                  <a:pt x="1276350" y="2028825"/>
                </a:moveTo>
                <a:lnTo>
                  <a:pt x="1285875" y="2028825"/>
                </a:lnTo>
                <a:lnTo>
                  <a:pt x="1285875" y="2038350"/>
                </a:lnTo>
                <a:lnTo>
                  <a:pt x="1276350" y="2038350"/>
                </a:lnTo>
                <a:close/>
              </a:path>
            </a:pathLst>
          </a:custGeom>
          <a:solidFill xmlns:a="http://schemas.openxmlformats.org/drawingml/2006/main">
            <a:srgbClr val="F2ECE0"/>
          </a:solidFill>
          <a:ln xmlns:a="http://schemas.openxmlformats.org/drawingml/2006/main" w="0">
            <a:noFill/>
          </a:ln>
        </p:spPr>
      </p:sp>
      <p:sp>
        <p:nvSpPr>
          <p:cNvPr id="144" name="sales vector #efede0">
            <a:extLst xmlns:a="http://schemas.openxmlformats.org/drawingml/2006/main">
              <a:ext uri="{FF2B5EF4-FFF2-40B4-BE49-F238E27FC236}">
                <a16:creationId xmlns:a16="http://schemas.microsoft.com/office/drawing/2014/main" id="{7DDEF293-0B50-472E-B99B-40645D3EE18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381625" y="4914900"/>
            <a:ext cx="2247900" cy="2400300"/>
          </a:xfrm>
          <a:custGeom xmlns:a="http://schemas.openxmlformats.org/drawingml/2006/main">
            <a:pathLst>
              <a:path w="1905000" h="2038350">
                <a:moveTo>
                  <a:pt x="57150" y="0"/>
                </a:moveTo>
                <a:lnTo>
                  <a:pt x="76200" y="0"/>
                </a:lnTo>
                <a:lnTo>
                  <a:pt x="76200" y="76200"/>
                </a:lnTo>
                <a:lnTo>
                  <a:pt x="57150" y="76200"/>
                </a:lnTo>
                <a:close/>
                <a:moveTo>
                  <a:pt x="971550" y="19050"/>
                </a:moveTo>
                <a:lnTo>
                  <a:pt x="981075" y="19050"/>
                </a:lnTo>
                <a:lnTo>
                  <a:pt x="981075" y="28575"/>
                </a:lnTo>
                <a:lnTo>
                  <a:pt x="971550" y="28575"/>
                </a:lnTo>
                <a:close/>
                <a:moveTo>
                  <a:pt x="1000125" y="19050"/>
                </a:moveTo>
                <a:lnTo>
                  <a:pt x="1009650" y="19050"/>
                </a:lnTo>
                <a:lnTo>
                  <a:pt x="1009650" y="28575"/>
                </a:lnTo>
                <a:lnTo>
                  <a:pt x="1000125" y="28575"/>
                </a:lnTo>
                <a:close/>
                <a:moveTo>
                  <a:pt x="381000" y="28575"/>
                </a:moveTo>
                <a:lnTo>
                  <a:pt x="409575" y="28575"/>
                </a:lnTo>
                <a:lnTo>
                  <a:pt x="409575" y="38100"/>
                </a:lnTo>
                <a:lnTo>
                  <a:pt x="381000" y="38100"/>
                </a:lnTo>
                <a:close/>
                <a:moveTo>
                  <a:pt x="438150" y="28575"/>
                </a:moveTo>
                <a:lnTo>
                  <a:pt x="523875" y="28575"/>
                </a:lnTo>
                <a:lnTo>
                  <a:pt x="523875" y="38100"/>
                </a:lnTo>
                <a:lnTo>
                  <a:pt x="438150" y="38100"/>
                </a:lnTo>
                <a:close/>
                <a:moveTo>
                  <a:pt x="1028700" y="28575"/>
                </a:moveTo>
                <a:lnTo>
                  <a:pt x="1085850" y="28575"/>
                </a:lnTo>
                <a:lnTo>
                  <a:pt x="1085850" y="38100"/>
                </a:lnTo>
                <a:lnTo>
                  <a:pt x="1028700" y="38100"/>
                </a:lnTo>
                <a:close/>
                <a:moveTo>
                  <a:pt x="1400175" y="28575"/>
                </a:moveTo>
                <a:lnTo>
                  <a:pt x="1476375" y="28575"/>
                </a:lnTo>
                <a:lnTo>
                  <a:pt x="1476375" y="38100"/>
                </a:lnTo>
                <a:lnTo>
                  <a:pt x="1400175" y="38100"/>
                </a:lnTo>
                <a:close/>
                <a:moveTo>
                  <a:pt x="1485900" y="28575"/>
                </a:moveTo>
                <a:lnTo>
                  <a:pt x="1524000" y="28575"/>
                </a:lnTo>
                <a:lnTo>
                  <a:pt x="1524000" y="38100"/>
                </a:lnTo>
                <a:lnTo>
                  <a:pt x="1485900" y="38100"/>
                </a:lnTo>
                <a:close/>
                <a:moveTo>
                  <a:pt x="304800" y="38100"/>
                </a:moveTo>
                <a:lnTo>
                  <a:pt x="314325" y="38100"/>
                </a:lnTo>
                <a:lnTo>
                  <a:pt x="314325" y="47625"/>
                </a:lnTo>
                <a:lnTo>
                  <a:pt x="304800" y="47625"/>
                </a:lnTo>
                <a:close/>
                <a:moveTo>
                  <a:pt x="266700" y="47625"/>
                </a:moveTo>
                <a:lnTo>
                  <a:pt x="276225" y="47625"/>
                </a:lnTo>
                <a:lnTo>
                  <a:pt x="276225" y="57150"/>
                </a:lnTo>
                <a:lnTo>
                  <a:pt x="266700" y="57150"/>
                </a:lnTo>
                <a:close/>
                <a:moveTo>
                  <a:pt x="47625" y="76200"/>
                </a:moveTo>
                <a:lnTo>
                  <a:pt x="57150" y="76200"/>
                </a:lnTo>
                <a:lnTo>
                  <a:pt x="57150" y="85725"/>
                </a:lnTo>
                <a:lnTo>
                  <a:pt x="47625" y="85725"/>
                </a:lnTo>
                <a:close/>
                <a:moveTo>
                  <a:pt x="76200" y="76200"/>
                </a:moveTo>
                <a:lnTo>
                  <a:pt x="85725" y="76200"/>
                </a:lnTo>
                <a:lnTo>
                  <a:pt x="85725" y="85725"/>
                </a:lnTo>
                <a:lnTo>
                  <a:pt x="76200" y="85725"/>
                </a:lnTo>
                <a:close/>
                <a:moveTo>
                  <a:pt x="171450" y="85725"/>
                </a:moveTo>
                <a:lnTo>
                  <a:pt x="180975" y="85725"/>
                </a:lnTo>
                <a:lnTo>
                  <a:pt x="180975" y="95250"/>
                </a:lnTo>
                <a:lnTo>
                  <a:pt x="171450" y="95250"/>
                </a:lnTo>
                <a:close/>
                <a:moveTo>
                  <a:pt x="0" y="95250"/>
                </a:moveTo>
                <a:lnTo>
                  <a:pt x="28575" y="95250"/>
                </a:lnTo>
                <a:lnTo>
                  <a:pt x="28575" y="104775"/>
                </a:lnTo>
                <a:lnTo>
                  <a:pt x="0" y="104775"/>
                </a:lnTo>
                <a:close/>
                <a:moveTo>
                  <a:pt x="85725" y="95250"/>
                </a:moveTo>
                <a:lnTo>
                  <a:pt x="171450" y="95250"/>
                </a:lnTo>
                <a:lnTo>
                  <a:pt x="171450" y="104775"/>
                </a:lnTo>
                <a:lnTo>
                  <a:pt x="85725" y="104775"/>
                </a:lnTo>
                <a:close/>
                <a:moveTo>
                  <a:pt x="1733550" y="95250"/>
                </a:moveTo>
                <a:lnTo>
                  <a:pt x="1743075" y="95250"/>
                </a:lnTo>
                <a:lnTo>
                  <a:pt x="1743075" y="104775"/>
                </a:lnTo>
                <a:lnTo>
                  <a:pt x="1733550" y="104775"/>
                </a:lnTo>
                <a:close/>
                <a:moveTo>
                  <a:pt x="1752600" y="95250"/>
                </a:moveTo>
                <a:lnTo>
                  <a:pt x="1905000" y="95250"/>
                </a:lnTo>
                <a:lnTo>
                  <a:pt x="1905000" y="104775"/>
                </a:lnTo>
                <a:lnTo>
                  <a:pt x="1752600" y="104775"/>
                </a:lnTo>
                <a:close/>
                <a:moveTo>
                  <a:pt x="400050" y="114300"/>
                </a:moveTo>
                <a:lnTo>
                  <a:pt x="409575" y="114300"/>
                </a:lnTo>
                <a:lnTo>
                  <a:pt x="409575" y="123825"/>
                </a:lnTo>
                <a:lnTo>
                  <a:pt x="400050" y="123825"/>
                </a:lnTo>
                <a:close/>
                <a:moveTo>
                  <a:pt x="571500" y="114300"/>
                </a:moveTo>
                <a:lnTo>
                  <a:pt x="581025" y="114300"/>
                </a:lnTo>
                <a:lnTo>
                  <a:pt x="581025" y="152400"/>
                </a:lnTo>
                <a:lnTo>
                  <a:pt x="552450" y="152400"/>
                </a:lnTo>
                <a:lnTo>
                  <a:pt x="552450" y="133350"/>
                </a:lnTo>
                <a:lnTo>
                  <a:pt x="571500" y="133350"/>
                </a:lnTo>
                <a:close/>
                <a:moveTo>
                  <a:pt x="647700" y="114300"/>
                </a:moveTo>
                <a:lnTo>
                  <a:pt x="1028700" y="114300"/>
                </a:lnTo>
                <a:lnTo>
                  <a:pt x="1028700" y="133350"/>
                </a:lnTo>
                <a:lnTo>
                  <a:pt x="1047750" y="133350"/>
                </a:lnTo>
                <a:lnTo>
                  <a:pt x="1047750" y="114300"/>
                </a:lnTo>
                <a:lnTo>
                  <a:pt x="1133475" y="114300"/>
                </a:lnTo>
                <a:lnTo>
                  <a:pt x="1133475" y="133350"/>
                </a:lnTo>
                <a:lnTo>
                  <a:pt x="1143000" y="133350"/>
                </a:lnTo>
                <a:lnTo>
                  <a:pt x="1143000" y="161925"/>
                </a:lnTo>
                <a:lnTo>
                  <a:pt x="1057275" y="161925"/>
                </a:lnTo>
                <a:lnTo>
                  <a:pt x="1057275" y="152400"/>
                </a:lnTo>
                <a:lnTo>
                  <a:pt x="1038225" y="152400"/>
                </a:lnTo>
                <a:lnTo>
                  <a:pt x="1038225" y="161925"/>
                </a:lnTo>
                <a:lnTo>
                  <a:pt x="781050" y="161925"/>
                </a:lnTo>
                <a:lnTo>
                  <a:pt x="781050" y="142875"/>
                </a:lnTo>
                <a:lnTo>
                  <a:pt x="762000" y="142875"/>
                </a:lnTo>
                <a:lnTo>
                  <a:pt x="762000" y="161925"/>
                </a:lnTo>
                <a:lnTo>
                  <a:pt x="752475" y="161925"/>
                </a:lnTo>
                <a:lnTo>
                  <a:pt x="752475" y="171450"/>
                </a:lnTo>
                <a:lnTo>
                  <a:pt x="733425" y="171450"/>
                </a:lnTo>
                <a:lnTo>
                  <a:pt x="733425" y="152400"/>
                </a:lnTo>
                <a:lnTo>
                  <a:pt x="714375" y="152400"/>
                </a:lnTo>
                <a:lnTo>
                  <a:pt x="714375" y="142875"/>
                </a:lnTo>
                <a:lnTo>
                  <a:pt x="704850" y="142875"/>
                </a:lnTo>
                <a:lnTo>
                  <a:pt x="704850" y="133350"/>
                </a:lnTo>
                <a:lnTo>
                  <a:pt x="695325" y="133350"/>
                </a:lnTo>
                <a:lnTo>
                  <a:pt x="695325" y="142875"/>
                </a:lnTo>
                <a:lnTo>
                  <a:pt x="676275" y="142875"/>
                </a:lnTo>
                <a:lnTo>
                  <a:pt x="676275" y="152400"/>
                </a:lnTo>
                <a:lnTo>
                  <a:pt x="657225" y="152400"/>
                </a:lnTo>
                <a:lnTo>
                  <a:pt x="657225" y="123825"/>
                </a:lnTo>
                <a:lnTo>
                  <a:pt x="647700" y="123825"/>
                </a:lnTo>
                <a:close/>
                <a:moveTo>
                  <a:pt x="1514475" y="114300"/>
                </a:moveTo>
                <a:lnTo>
                  <a:pt x="1524000" y="114300"/>
                </a:lnTo>
                <a:lnTo>
                  <a:pt x="1524000" y="123825"/>
                </a:lnTo>
                <a:lnTo>
                  <a:pt x="1514475" y="123825"/>
                </a:lnTo>
                <a:close/>
                <a:moveTo>
                  <a:pt x="1552575" y="123825"/>
                </a:moveTo>
                <a:lnTo>
                  <a:pt x="1571625" y="123825"/>
                </a:lnTo>
                <a:lnTo>
                  <a:pt x="1571625" y="133350"/>
                </a:lnTo>
                <a:lnTo>
                  <a:pt x="1552575" y="133350"/>
                </a:lnTo>
                <a:close/>
                <a:moveTo>
                  <a:pt x="9525" y="133350"/>
                </a:moveTo>
                <a:lnTo>
                  <a:pt x="123825" y="133350"/>
                </a:lnTo>
                <a:lnTo>
                  <a:pt x="123825" y="142875"/>
                </a:lnTo>
                <a:lnTo>
                  <a:pt x="95250" y="142875"/>
                </a:lnTo>
                <a:lnTo>
                  <a:pt x="95250" y="152400"/>
                </a:lnTo>
                <a:lnTo>
                  <a:pt x="114300" y="152400"/>
                </a:lnTo>
                <a:lnTo>
                  <a:pt x="114300" y="161925"/>
                </a:lnTo>
                <a:lnTo>
                  <a:pt x="85725" y="161925"/>
                </a:lnTo>
                <a:lnTo>
                  <a:pt x="85725" y="142875"/>
                </a:lnTo>
                <a:lnTo>
                  <a:pt x="9525" y="142875"/>
                </a:lnTo>
                <a:close/>
                <a:moveTo>
                  <a:pt x="1600200" y="133350"/>
                </a:moveTo>
                <a:lnTo>
                  <a:pt x="1628775" y="133350"/>
                </a:lnTo>
                <a:lnTo>
                  <a:pt x="1628775" y="142875"/>
                </a:lnTo>
                <a:lnTo>
                  <a:pt x="1609725" y="142875"/>
                </a:lnTo>
                <a:lnTo>
                  <a:pt x="1609725" y="152400"/>
                </a:lnTo>
                <a:lnTo>
                  <a:pt x="1619250" y="152400"/>
                </a:lnTo>
                <a:lnTo>
                  <a:pt x="1619250" y="161925"/>
                </a:lnTo>
                <a:lnTo>
                  <a:pt x="1590675" y="161925"/>
                </a:lnTo>
                <a:lnTo>
                  <a:pt x="1590675" y="152400"/>
                </a:lnTo>
                <a:lnTo>
                  <a:pt x="1600200" y="152400"/>
                </a:lnTo>
                <a:close/>
                <a:moveTo>
                  <a:pt x="257175" y="142875"/>
                </a:moveTo>
                <a:lnTo>
                  <a:pt x="266700" y="142875"/>
                </a:lnTo>
                <a:lnTo>
                  <a:pt x="266700" y="152400"/>
                </a:lnTo>
                <a:lnTo>
                  <a:pt x="257175" y="152400"/>
                </a:lnTo>
                <a:close/>
                <a:moveTo>
                  <a:pt x="1647825" y="142875"/>
                </a:moveTo>
                <a:lnTo>
                  <a:pt x="1657350" y="142875"/>
                </a:lnTo>
                <a:lnTo>
                  <a:pt x="1657350" y="161925"/>
                </a:lnTo>
                <a:lnTo>
                  <a:pt x="1647825" y="161925"/>
                </a:lnTo>
                <a:close/>
                <a:moveTo>
                  <a:pt x="238125" y="152400"/>
                </a:moveTo>
                <a:lnTo>
                  <a:pt x="247650" y="152400"/>
                </a:lnTo>
                <a:lnTo>
                  <a:pt x="247650" y="161925"/>
                </a:lnTo>
                <a:lnTo>
                  <a:pt x="238125" y="161925"/>
                </a:lnTo>
                <a:close/>
                <a:moveTo>
                  <a:pt x="1666875" y="152400"/>
                </a:moveTo>
                <a:lnTo>
                  <a:pt x="1676400" y="152400"/>
                </a:lnTo>
                <a:lnTo>
                  <a:pt x="1676400" y="161925"/>
                </a:lnTo>
                <a:lnTo>
                  <a:pt x="1666875" y="161925"/>
                </a:lnTo>
                <a:close/>
                <a:moveTo>
                  <a:pt x="219075" y="161925"/>
                </a:moveTo>
                <a:lnTo>
                  <a:pt x="228600" y="161925"/>
                </a:lnTo>
                <a:lnTo>
                  <a:pt x="228600" y="171450"/>
                </a:lnTo>
                <a:lnTo>
                  <a:pt x="219075" y="171450"/>
                </a:lnTo>
                <a:close/>
                <a:moveTo>
                  <a:pt x="1524000" y="161925"/>
                </a:moveTo>
                <a:lnTo>
                  <a:pt x="1543050" y="161925"/>
                </a:lnTo>
                <a:lnTo>
                  <a:pt x="1543050" y="171450"/>
                </a:lnTo>
                <a:lnTo>
                  <a:pt x="1533525" y="171450"/>
                </a:lnTo>
                <a:lnTo>
                  <a:pt x="1533525" y="180975"/>
                </a:lnTo>
                <a:lnTo>
                  <a:pt x="1524000" y="180975"/>
                </a:lnTo>
                <a:close/>
                <a:moveTo>
                  <a:pt x="1685925" y="161925"/>
                </a:moveTo>
                <a:lnTo>
                  <a:pt x="1695450" y="161925"/>
                </a:lnTo>
                <a:lnTo>
                  <a:pt x="1695450" y="171450"/>
                </a:lnTo>
                <a:lnTo>
                  <a:pt x="1685925" y="171450"/>
                </a:lnTo>
                <a:close/>
                <a:moveTo>
                  <a:pt x="1209675" y="171450"/>
                </a:moveTo>
                <a:lnTo>
                  <a:pt x="1219200" y="171450"/>
                </a:lnTo>
                <a:lnTo>
                  <a:pt x="1219200" y="180975"/>
                </a:lnTo>
                <a:lnTo>
                  <a:pt x="1209675" y="180975"/>
                </a:lnTo>
                <a:close/>
                <a:moveTo>
                  <a:pt x="1209675" y="190500"/>
                </a:moveTo>
                <a:lnTo>
                  <a:pt x="1219200" y="190500"/>
                </a:lnTo>
                <a:lnTo>
                  <a:pt x="1219200" y="200025"/>
                </a:lnTo>
                <a:lnTo>
                  <a:pt x="1209675" y="200025"/>
                </a:lnTo>
                <a:close/>
                <a:moveTo>
                  <a:pt x="1228725" y="190500"/>
                </a:moveTo>
                <a:lnTo>
                  <a:pt x="1266825" y="190500"/>
                </a:lnTo>
                <a:lnTo>
                  <a:pt x="1266825" y="200025"/>
                </a:lnTo>
                <a:lnTo>
                  <a:pt x="1247775" y="200025"/>
                </a:lnTo>
                <a:lnTo>
                  <a:pt x="1247775" y="209550"/>
                </a:lnTo>
                <a:lnTo>
                  <a:pt x="1238250" y="209550"/>
                </a:lnTo>
                <a:lnTo>
                  <a:pt x="1238250" y="200025"/>
                </a:lnTo>
                <a:lnTo>
                  <a:pt x="1228725" y="200025"/>
                </a:lnTo>
                <a:close/>
                <a:moveTo>
                  <a:pt x="1819275" y="190500"/>
                </a:moveTo>
                <a:lnTo>
                  <a:pt x="1828800" y="190500"/>
                </a:lnTo>
                <a:lnTo>
                  <a:pt x="1828800" y="200025"/>
                </a:lnTo>
                <a:lnTo>
                  <a:pt x="1819275" y="200025"/>
                </a:lnTo>
                <a:close/>
                <a:moveTo>
                  <a:pt x="1219200" y="200025"/>
                </a:moveTo>
                <a:lnTo>
                  <a:pt x="1228725" y="200025"/>
                </a:lnTo>
                <a:lnTo>
                  <a:pt x="1228725" y="228600"/>
                </a:lnTo>
                <a:lnTo>
                  <a:pt x="1219200" y="228600"/>
                </a:lnTo>
                <a:close/>
                <a:moveTo>
                  <a:pt x="171450" y="209550"/>
                </a:moveTo>
                <a:lnTo>
                  <a:pt x="180975" y="209550"/>
                </a:lnTo>
                <a:lnTo>
                  <a:pt x="180975" y="219075"/>
                </a:lnTo>
                <a:lnTo>
                  <a:pt x="171450" y="219075"/>
                </a:lnTo>
                <a:close/>
                <a:moveTo>
                  <a:pt x="333375" y="209550"/>
                </a:moveTo>
                <a:lnTo>
                  <a:pt x="352425" y="209550"/>
                </a:lnTo>
                <a:lnTo>
                  <a:pt x="352425" y="219075"/>
                </a:lnTo>
                <a:lnTo>
                  <a:pt x="333375" y="219075"/>
                </a:lnTo>
                <a:close/>
                <a:moveTo>
                  <a:pt x="1609725" y="209550"/>
                </a:moveTo>
                <a:lnTo>
                  <a:pt x="1619250" y="209550"/>
                </a:lnTo>
                <a:lnTo>
                  <a:pt x="1619250" y="219075"/>
                </a:lnTo>
                <a:lnTo>
                  <a:pt x="1609725" y="219075"/>
                </a:lnTo>
                <a:close/>
                <a:moveTo>
                  <a:pt x="1733550" y="209550"/>
                </a:moveTo>
                <a:lnTo>
                  <a:pt x="1743075" y="209550"/>
                </a:lnTo>
                <a:lnTo>
                  <a:pt x="1743075" y="219075"/>
                </a:lnTo>
                <a:lnTo>
                  <a:pt x="1733550" y="219075"/>
                </a:lnTo>
                <a:close/>
                <a:moveTo>
                  <a:pt x="323850" y="219075"/>
                </a:moveTo>
                <a:lnTo>
                  <a:pt x="333375" y="219075"/>
                </a:lnTo>
                <a:lnTo>
                  <a:pt x="333375" y="228600"/>
                </a:lnTo>
                <a:lnTo>
                  <a:pt x="323850" y="228600"/>
                </a:lnTo>
                <a:close/>
                <a:moveTo>
                  <a:pt x="676275" y="228600"/>
                </a:moveTo>
                <a:lnTo>
                  <a:pt x="685800" y="228600"/>
                </a:lnTo>
                <a:lnTo>
                  <a:pt x="685800" y="247650"/>
                </a:lnTo>
                <a:lnTo>
                  <a:pt x="676275" y="247650"/>
                </a:lnTo>
                <a:close/>
                <a:moveTo>
                  <a:pt x="323850" y="238125"/>
                </a:moveTo>
                <a:lnTo>
                  <a:pt x="333375" y="238125"/>
                </a:lnTo>
                <a:lnTo>
                  <a:pt x="333375" y="257175"/>
                </a:lnTo>
                <a:lnTo>
                  <a:pt x="323850" y="257175"/>
                </a:lnTo>
                <a:close/>
                <a:moveTo>
                  <a:pt x="1524000" y="238125"/>
                </a:moveTo>
                <a:lnTo>
                  <a:pt x="1533525" y="238125"/>
                </a:lnTo>
                <a:lnTo>
                  <a:pt x="1533525" y="257175"/>
                </a:lnTo>
                <a:lnTo>
                  <a:pt x="1524000" y="257175"/>
                </a:lnTo>
                <a:close/>
                <a:moveTo>
                  <a:pt x="1752600" y="238125"/>
                </a:moveTo>
                <a:lnTo>
                  <a:pt x="1762125" y="238125"/>
                </a:lnTo>
                <a:lnTo>
                  <a:pt x="1762125" y="247650"/>
                </a:lnTo>
                <a:lnTo>
                  <a:pt x="1752600" y="247650"/>
                </a:lnTo>
                <a:close/>
                <a:moveTo>
                  <a:pt x="142875" y="257175"/>
                </a:moveTo>
                <a:lnTo>
                  <a:pt x="152400" y="257175"/>
                </a:lnTo>
                <a:lnTo>
                  <a:pt x="152400" y="266700"/>
                </a:lnTo>
                <a:lnTo>
                  <a:pt x="142875" y="266700"/>
                </a:lnTo>
                <a:close/>
                <a:moveTo>
                  <a:pt x="323850" y="266700"/>
                </a:moveTo>
                <a:lnTo>
                  <a:pt x="333375" y="266700"/>
                </a:lnTo>
                <a:lnTo>
                  <a:pt x="333375" y="276225"/>
                </a:lnTo>
                <a:lnTo>
                  <a:pt x="323850" y="276225"/>
                </a:lnTo>
                <a:close/>
                <a:moveTo>
                  <a:pt x="1447800" y="266700"/>
                </a:moveTo>
                <a:lnTo>
                  <a:pt x="1457325" y="266700"/>
                </a:lnTo>
                <a:lnTo>
                  <a:pt x="1457325" y="276225"/>
                </a:lnTo>
                <a:lnTo>
                  <a:pt x="1447800" y="276225"/>
                </a:lnTo>
                <a:close/>
                <a:moveTo>
                  <a:pt x="1762125" y="266700"/>
                </a:moveTo>
                <a:lnTo>
                  <a:pt x="1771650" y="266700"/>
                </a:lnTo>
                <a:lnTo>
                  <a:pt x="1771650" y="276225"/>
                </a:lnTo>
                <a:lnTo>
                  <a:pt x="1762125" y="276225"/>
                </a:lnTo>
                <a:close/>
                <a:moveTo>
                  <a:pt x="314325" y="276225"/>
                </a:moveTo>
                <a:lnTo>
                  <a:pt x="323850" y="276225"/>
                </a:lnTo>
                <a:lnTo>
                  <a:pt x="323850" y="285750"/>
                </a:lnTo>
                <a:lnTo>
                  <a:pt x="314325" y="285750"/>
                </a:lnTo>
                <a:close/>
                <a:moveTo>
                  <a:pt x="352425" y="276225"/>
                </a:moveTo>
                <a:lnTo>
                  <a:pt x="361950" y="276225"/>
                </a:lnTo>
                <a:lnTo>
                  <a:pt x="361950" y="285750"/>
                </a:lnTo>
                <a:lnTo>
                  <a:pt x="352425" y="285750"/>
                </a:lnTo>
                <a:close/>
                <a:moveTo>
                  <a:pt x="371475" y="276225"/>
                </a:moveTo>
                <a:lnTo>
                  <a:pt x="381000" y="276225"/>
                </a:lnTo>
                <a:lnTo>
                  <a:pt x="381000" y="285750"/>
                </a:lnTo>
                <a:lnTo>
                  <a:pt x="371475" y="285750"/>
                </a:lnTo>
                <a:close/>
                <a:moveTo>
                  <a:pt x="1771650" y="285750"/>
                </a:moveTo>
                <a:lnTo>
                  <a:pt x="1781175" y="285750"/>
                </a:lnTo>
                <a:lnTo>
                  <a:pt x="1781175" y="314325"/>
                </a:lnTo>
                <a:lnTo>
                  <a:pt x="1771650" y="314325"/>
                </a:lnTo>
                <a:close/>
                <a:moveTo>
                  <a:pt x="695325" y="295275"/>
                </a:moveTo>
                <a:lnTo>
                  <a:pt x="704850" y="295275"/>
                </a:lnTo>
                <a:lnTo>
                  <a:pt x="704850" y="304800"/>
                </a:lnTo>
                <a:lnTo>
                  <a:pt x="695325" y="304800"/>
                </a:lnTo>
                <a:close/>
                <a:moveTo>
                  <a:pt x="38100" y="304800"/>
                </a:moveTo>
                <a:lnTo>
                  <a:pt x="47625" y="304800"/>
                </a:lnTo>
                <a:lnTo>
                  <a:pt x="47625" y="342900"/>
                </a:lnTo>
                <a:lnTo>
                  <a:pt x="38100" y="342900"/>
                </a:lnTo>
                <a:close/>
                <a:moveTo>
                  <a:pt x="133350" y="304800"/>
                </a:moveTo>
                <a:lnTo>
                  <a:pt x="142875" y="304800"/>
                </a:lnTo>
                <a:lnTo>
                  <a:pt x="142875" y="323850"/>
                </a:lnTo>
                <a:lnTo>
                  <a:pt x="133350" y="323850"/>
                </a:lnTo>
                <a:close/>
                <a:moveTo>
                  <a:pt x="723900" y="314325"/>
                </a:moveTo>
                <a:lnTo>
                  <a:pt x="733425" y="314325"/>
                </a:lnTo>
                <a:lnTo>
                  <a:pt x="733425" y="323850"/>
                </a:lnTo>
                <a:lnTo>
                  <a:pt x="723900" y="323850"/>
                </a:lnTo>
                <a:close/>
                <a:moveTo>
                  <a:pt x="733425" y="323850"/>
                </a:moveTo>
                <a:lnTo>
                  <a:pt x="752475" y="323850"/>
                </a:lnTo>
                <a:lnTo>
                  <a:pt x="752475" y="333375"/>
                </a:lnTo>
                <a:lnTo>
                  <a:pt x="733425" y="333375"/>
                </a:lnTo>
                <a:close/>
                <a:moveTo>
                  <a:pt x="1162050" y="323850"/>
                </a:moveTo>
                <a:lnTo>
                  <a:pt x="1171575" y="323850"/>
                </a:lnTo>
                <a:lnTo>
                  <a:pt x="1171575" y="333375"/>
                </a:lnTo>
                <a:lnTo>
                  <a:pt x="1162050" y="333375"/>
                </a:lnTo>
                <a:close/>
                <a:moveTo>
                  <a:pt x="752475" y="333375"/>
                </a:moveTo>
                <a:lnTo>
                  <a:pt x="1143000" y="333375"/>
                </a:lnTo>
                <a:lnTo>
                  <a:pt x="1143000" y="342900"/>
                </a:lnTo>
                <a:lnTo>
                  <a:pt x="752475" y="342900"/>
                </a:lnTo>
                <a:close/>
                <a:moveTo>
                  <a:pt x="1781175" y="333375"/>
                </a:moveTo>
                <a:lnTo>
                  <a:pt x="1790700" y="333375"/>
                </a:lnTo>
                <a:lnTo>
                  <a:pt x="1790700" y="657225"/>
                </a:lnTo>
                <a:lnTo>
                  <a:pt x="1781175" y="657225"/>
                </a:lnTo>
                <a:close/>
                <a:moveTo>
                  <a:pt x="123825" y="352425"/>
                </a:moveTo>
                <a:lnTo>
                  <a:pt x="133350" y="352425"/>
                </a:lnTo>
                <a:lnTo>
                  <a:pt x="133350" y="466725"/>
                </a:lnTo>
                <a:lnTo>
                  <a:pt x="123825" y="466725"/>
                </a:lnTo>
                <a:close/>
                <a:moveTo>
                  <a:pt x="1866900" y="361950"/>
                </a:moveTo>
                <a:lnTo>
                  <a:pt x="1876425" y="361950"/>
                </a:lnTo>
                <a:lnTo>
                  <a:pt x="1876425" y="371475"/>
                </a:lnTo>
                <a:lnTo>
                  <a:pt x="1866900" y="371475"/>
                </a:lnTo>
                <a:close/>
                <a:moveTo>
                  <a:pt x="28575" y="371475"/>
                </a:moveTo>
                <a:lnTo>
                  <a:pt x="38100" y="371475"/>
                </a:lnTo>
                <a:lnTo>
                  <a:pt x="38100" y="504825"/>
                </a:lnTo>
                <a:lnTo>
                  <a:pt x="28575" y="504825"/>
                </a:lnTo>
                <a:lnTo>
                  <a:pt x="28575" y="495300"/>
                </a:lnTo>
                <a:lnTo>
                  <a:pt x="19050" y="495300"/>
                </a:lnTo>
                <a:lnTo>
                  <a:pt x="19050" y="504825"/>
                </a:lnTo>
                <a:lnTo>
                  <a:pt x="9525" y="504825"/>
                </a:lnTo>
                <a:lnTo>
                  <a:pt x="9525" y="495300"/>
                </a:lnTo>
                <a:lnTo>
                  <a:pt x="0" y="495300"/>
                </a:lnTo>
                <a:lnTo>
                  <a:pt x="0" y="476250"/>
                </a:lnTo>
                <a:lnTo>
                  <a:pt x="9525" y="476250"/>
                </a:lnTo>
                <a:lnTo>
                  <a:pt x="9525" y="466725"/>
                </a:lnTo>
                <a:lnTo>
                  <a:pt x="28575" y="466725"/>
                </a:lnTo>
                <a:close/>
                <a:moveTo>
                  <a:pt x="247650" y="390525"/>
                </a:moveTo>
                <a:lnTo>
                  <a:pt x="266700" y="390525"/>
                </a:lnTo>
                <a:lnTo>
                  <a:pt x="266700" y="400050"/>
                </a:lnTo>
                <a:lnTo>
                  <a:pt x="247650" y="400050"/>
                </a:lnTo>
                <a:close/>
                <a:moveTo>
                  <a:pt x="571500" y="400050"/>
                </a:moveTo>
                <a:lnTo>
                  <a:pt x="581025" y="400050"/>
                </a:lnTo>
                <a:lnTo>
                  <a:pt x="581025" y="409575"/>
                </a:lnTo>
                <a:lnTo>
                  <a:pt x="571500" y="409575"/>
                </a:lnTo>
                <a:close/>
                <a:moveTo>
                  <a:pt x="371475" y="409575"/>
                </a:moveTo>
                <a:lnTo>
                  <a:pt x="400050" y="409575"/>
                </a:lnTo>
                <a:lnTo>
                  <a:pt x="400050" y="419100"/>
                </a:lnTo>
                <a:lnTo>
                  <a:pt x="371475" y="419100"/>
                </a:lnTo>
                <a:close/>
                <a:moveTo>
                  <a:pt x="590550" y="409575"/>
                </a:moveTo>
                <a:lnTo>
                  <a:pt x="619125" y="409575"/>
                </a:lnTo>
                <a:lnTo>
                  <a:pt x="619125" y="419100"/>
                </a:lnTo>
                <a:lnTo>
                  <a:pt x="590550" y="419100"/>
                </a:lnTo>
                <a:close/>
                <a:moveTo>
                  <a:pt x="419100" y="419100"/>
                </a:moveTo>
                <a:lnTo>
                  <a:pt x="438150" y="419100"/>
                </a:lnTo>
                <a:lnTo>
                  <a:pt x="438150" y="428625"/>
                </a:lnTo>
                <a:lnTo>
                  <a:pt x="419100" y="428625"/>
                </a:lnTo>
                <a:close/>
                <a:moveTo>
                  <a:pt x="447675" y="419100"/>
                </a:moveTo>
                <a:lnTo>
                  <a:pt x="466725" y="419100"/>
                </a:lnTo>
                <a:lnTo>
                  <a:pt x="466725" y="428625"/>
                </a:lnTo>
                <a:lnTo>
                  <a:pt x="447675" y="428625"/>
                </a:lnTo>
                <a:close/>
                <a:moveTo>
                  <a:pt x="485775" y="419100"/>
                </a:moveTo>
                <a:lnTo>
                  <a:pt x="523875" y="419100"/>
                </a:lnTo>
                <a:lnTo>
                  <a:pt x="523875" y="428625"/>
                </a:lnTo>
                <a:lnTo>
                  <a:pt x="485775" y="428625"/>
                </a:lnTo>
                <a:close/>
                <a:moveTo>
                  <a:pt x="628650" y="419100"/>
                </a:moveTo>
                <a:lnTo>
                  <a:pt x="657225" y="419100"/>
                </a:lnTo>
                <a:lnTo>
                  <a:pt x="657225" y="428625"/>
                </a:lnTo>
                <a:lnTo>
                  <a:pt x="647700" y="428625"/>
                </a:lnTo>
                <a:lnTo>
                  <a:pt x="647700" y="438150"/>
                </a:lnTo>
                <a:lnTo>
                  <a:pt x="638175" y="438150"/>
                </a:lnTo>
                <a:lnTo>
                  <a:pt x="638175" y="428625"/>
                </a:lnTo>
                <a:lnTo>
                  <a:pt x="628650" y="428625"/>
                </a:lnTo>
                <a:close/>
                <a:moveTo>
                  <a:pt x="1000125" y="438150"/>
                </a:moveTo>
                <a:lnTo>
                  <a:pt x="1009650" y="438150"/>
                </a:lnTo>
                <a:lnTo>
                  <a:pt x="1009650" y="476250"/>
                </a:lnTo>
                <a:lnTo>
                  <a:pt x="990600" y="476250"/>
                </a:lnTo>
                <a:lnTo>
                  <a:pt x="990600" y="466725"/>
                </a:lnTo>
                <a:lnTo>
                  <a:pt x="1000125" y="466725"/>
                </a:lnTo>
                <a:close/>
                <a:moveTo>
                  <a:pt x="142875" y="447675"/>
                </a:moveTo>
                <a:lnTo>
                  <a:pt x="152400" y="447675"/>
                </a:lnTo>
                <a:lnTo>
                  <a:pt x="152400" y="457200"/>
                </a:lnTo>
                <a:lnTo>
                  <a:pt x="161925" y="457200"/>
                </a:lnTo>
                <a:lnTo>
                  <a:pt x="161925" y="466725"/>
                </a:lnTo>
                <a:lnTo>
                  <a:pt x="142875" y="466725"/>
                </a:lnTo>
                <a:close/>
                <a:moveTo>
                  <a:pt x="171450" y="457200"/>
                </a:moveTo>
                <a:lnTo>
                  <a:pt x="180975" y="457200"/>
                </a:lnTo>
                <a:lnTo>
                  <a:pt x="180975" y="466725"/>
                </a:lnTo>
                <a:lnTo>
                  <a:pt x="190500" y="466725"/>
                </a:lnTo>
                <a:lnTo>
                  <a:pt x="190500" y="485775"/>
                </a:lnTo>
                <a:lnTo>
                  <a:pt x="171450" y="485775"/>
                </a:lnTo>
                <a:lnTo>
                  <a:pt x="171450" y="476250"/>
                </a:lnTo>
                <a:lnTo>
                  <a:pt x="161925" y="476250"/>
                </a:lnTo>
                <a:lnTo>
                  <a:pt x="161925" y="466725"/>
                </a:lnTo>
                <a:lnTo>
                  <a:pt x="171450" y="466725"/>
                </a:lnTo>
                <a:close/>
                <a:moveTo>
                  <a:pt x="333375" y="457200"/>
                </a:moveTo>
                <a:lnTo>
                  <a:pt x="342900" y="457200"/>
                </a:lnTo>
                <a:lnTo>
                  <a:pt x="342900" y="466725"/>
                </a:lnTo>
                <a:lnTo>
                  <a:pt x="333375" y="466725"/>
                </a:lnTo>
                <a:close/>
                <a:moveTo>
                  <a:pt x="342900" y="466725"/>
                </a:moveTo>
                <a:lnTo>
                  <a:pt x="352425" y="466725"/>
                </a:lnTo>
                <a:lnTo>
                  <a:pt x="352425" y="476250"/>
                </a:lnTo>
                <a:lnTo>
                  <a:pt x="342900" y="476250"/>
                </a:lnTo>
                <a:close/>
                <a:moveTo>
                  <a:pt x="114300" y="476250"/>
                </a:moveTo>
                <a:lnTo>
                  <a:pt x="123825" y="476250"/>
                </a:lnTo>
                <a:lnTo>
                  <a:pt x="123825" y="485775"/>
                </a:lnTo>
                <a:lnTo>
                  <a:pt x="114300" y="485775"/>
                </a:lnTo>
                <a:close/>
                <a:moveTo>
                  <a:pt x="914400" y="476250"/>
                </a:moveTo>
                <a:lnTo>
                  <a:pt x="962025" y="476250"/>
                </a:lnTo>
                <a:lnTo>
                  <a:pt x="962025" y="485775"/>
                </a:lnTo>
                <a:lnTo>
                  <a:pt x="952500" y="485775"/>
                </a:lnTo>
                <a:lnTo>
                  <a:pt x="952500" y="504825"/>
                </a:lnTo>
                <a:lnTo>
                  <a:pt x="942975" y="504825"/>
                </a:lnTo>
                <a:lnTo>
                  <a:pt x="942975" y="485775"/>
                </a:lnTo>
                <a:lnTo>
                  <a:pt x="914400" y="485775"/>
                </a:lnTo>
                <a:close/>
                <a:moveTo>
                  <a:pt x="180975" y="504825"/>
                </a:moveTo>
                <a:lnTo>
                  <a:pt x="190500" y="504825"/>
                </a:lnTo>
                <a:lnTo>
                  <a:pt x="190500" y="514350"/>
                </a:lnTo>
                <a:lnTo>
                  <a:pt x="180975" y="514350"/>
                </a:lnTo>
                <a:close/>
                <a:moveTo>
                  <a:pt x="285750" y="504825"/>
                </a:moveTo>
                <a:lnTo>
                  <a:pt x="304800" y="504825"/>
                </a:lnTo>
                <a:lnTo>
                  <a:pt x="304800" y="514350"/>
                </a:lnTo>
                <a:lnTo>
                  <a:pt x="285750" y="514350"/>
                </a:lnTo>
                <a:close/>
                <a:moveTo>
                  <a:pt x="9525" y="542925"/>
                </a:moveTo>
                <a:lnTo>
                  <a:pt x="19050" y="542925"/>
                </a:lnTo>
                <a:lnTo>
                  <a:pt x="19050" y="561975"/>
                </a:lnTo>
                <a:lnTo>
                  <a:pt x="9525" y="561975"/>
                </a:lnTo>
                <a:close/>
                <a:moveTo>
                  <a:pt x="28575" y="542925"/>
                </a:moveTo>
                <a:lnTo>
                  <a:pt x="38100" y="542925"/>
                </a:lnTo>
                <a:lnTo>
                  <a:pt x="38100" y="676275"/>
                </a:lnTo>
                <a:lnTo>
                  <a:pt x="28575" y="676275"/>
                </a:lnTo>
                <a:close/>
                <a:moveTo>
                  <a:pt x="9525" y="600075"/>
                </a:moveTo>
                <a:lnTo>
                  <a:pt x="19050" y="600075"/>
                </a:lnTo>
                <a:lnTo>
                  <a:pt x="19050" y="609600"/>
                </a:lnTo>
                <a:lnTo>
                  <a:pt x="9525" y="609600"/>
                </a:lnTo>
                <a:close/>
                <a:moveTo>
                  <a:pt x="314325" y="657225"/>
                </a:moveTo>
                <a:lnTo>
                  <a:pt x="447675" y="657225"/>
                </a:lnTo>
                <a:lnTo>
                  <a:pt x="447675" y="666750"/>
                </a:lnTo>
                <a:lnTo>
                  <a:pt x="438150" y="666750"/>
                </a:lnTo>
                <a:lnTo>
                  <a:pt x="438150" y="676275"/>
                </a:lnTo>
                <a:lnTo>
                  <a:pt x="419100" y="676275"/>
                </a:lnTo>
                <a:lnTo>
                  <a:pt x="419100" y="695325"/>
                </a:lnTo>
                <a:lnTo>
                  <a:pt x="381000" y="695325"/>
                </a:lnTo>
                <a:lnTo>
                  <a:pt x="381000" y="704850"/>
                </a:lnTo>
                <a:lnTo>
                  <a:pt x="371475" y="704850"/>
                </a:lnTo>
                <a:lnTo>
                  <a:pt x="371475" y="695325"/>
                </a:lnTo>
                <a:lnTo>
                  <a:pt x="352425" y="695325"/>
                </a:lnTo>
                <a:lnTo>
                  <a:pt x="352425" y="685800"/>
                </a:lnTo>
                <a:lnTo>
                  <a:pt x="333375" y="685800"/>
                </a:lnTo>
                <a:lnTo>
                  <a:pt x="333375" y="676275"/>
                </a:lnTo>
                <a:lnTo>
                  <a:pt x="304800" y="676275"/>
                </a:lnTo>
                <a:lnTo>
                  <a:pt x="304800" y="695325"/>
                </a:lnTo>
                <a:lnTo>
                  <a:pt x="295275" y="695325"/>
                </a:lnTo>
                <a:lnTo>
                  <a:pt x="295275" y="666750"/>
                </a:lnTo>
                <a:lnTo>
                  <a:pt x="314325" y="666750"/>
                </a:lnTo>
                <a:close/>
                <a:moveTo>
                  <a:pt x="457200" y="657225"/>
                </a:moveTo>
                <a:lnTo>
                  <a:pt x="523875" y="657225"/>
                </a:lnTo>
                <a:lnTo>
                  <a:pt x="523875" y="666750"/>
                </a:lnTo>
                <a:lnTo>
                  <a:pt x="542925" y="666750"/>
                </a:lnTo>
                <a:lnTo>
                  <a:pt x="542925" y="657225"/>
                </a:lnTo>
                <a:lnTo>
                  <a:pt x="561975" y="657225"/>
                </a:lnTo>
                <a:lnTo>
                  <a:pt x="561975" y="666750"/>
                </a:lnTo>
                <a:lnTo>
                  <a:pt x="581025" y="666750"/>
                </a:lnTo>
                <a:lnTo>
                  <a:pt x="581025" y="685800"/>
                </a:lnTo>
                <a:lnTo>
                  <a:pt x="571500" y="685800"/>
                </a:lnTo>
                <a:lnTo>
                  <a:pt x="571500" y="676275"/>
                </a:lnTo>
                <a:lnTo>
                  <a:pt x="561975" y="676275"/>
                </a:lnTo>
                <a:lnTo>
                  <a:pt x="561975" y="685800"/>
                </a:lnTo>
                <a:lnTo>
                  <a:pt x="571500" y="685800"/>
                </a:lnTo>
                <a:lnTo>
                  <a:pt x="571500" y="695325"/>
                </a:lnTo>
                <a:lnTo>
                  <a:pt x="552450" y="695325"/>
                </a:lnTo>
                <a:lnTo>
                  <a:pt x="552450" y="704850"/>
                </a:lnTo>
                <a:lnTo>
                  <a:pt x="542925" y="704850"/>
                </a:lnTo>
                <a:lnTo>
                  <a:pt x="542925" y="714375"/>
                </a:lnTo>
                <a:lnTo>
                  <a:pt x="523875" y="714375"/>
                </a:lnTo>
                <a:lnTo>
                  <a:pt x="523875" y="704850"/>
                </a:lnTo>
                <a:lnTo>
                  <a:pt x="514350" y="704850"/>
                </a:lnTo>
                <a:lnTo>
                  <a:pt x="514350" y="695325"/>
                </a:lnTo>
                <a:lnTo>
                  <a:pt x="504825" y="695325"/>
                </a:lnTo>
                <a:lnTo>
                  <a:pt x="504825" y="676275"/>
                </a:lnTo>
                <a:lnTo>
                  <a:pt x="495300" y="676275"/>
                </a:lnTo>
                <a:lnTo>
                  <a:pt x="495300" y="666750"/>
                </a:lnTo>
                <a:lnTo>
                  <a:pt x="485775" y="666750"/>
                </a:lnTo>
                <a:lnTo>
                  <a:pt x="485775" y="676275"/>
                </a:lnTo>
                <a:lnTo>
                  <a:pt x="476250" y="676275"/>
                </a:lnTo>
                <a:lnTo>
                  <a:pt x="476250" y="666750"/>
                </a:lnTo>
                <a:lnTo>
                  <a:pt x="457200" y="666750"/>
                </a:lnTo>
                <a:close/>
                <a:moveTo>
                  <a:pt x="609600" y="657225"/>
                </a:moveTo>
                <a:lnTo>
                  <a:pt x="619125" y="657225"/>
                </a:lnTo>
                <a:lnTo>
                  <a:pt x="619125" y="666750"/>
                </a:lnTo>
                <a:lnTo>
                  <a:pt x="628650" y="666750"/>
                </a:lnTo>
                <a:lnTo>
                  <a:pt x="628650" y="657225"/>
                </a:lnTo>
                <a:lnTo>
                  <a:pt x="657225" y="657225"/>
                </a:lnTo>
                <a:lnTo>
                  <a:pt x="657225" y="676275"/>
                </a:lnTo>
                <a:lnTo>
                  <a:pt x="647700" y="676275"/>
                </a:lnTo>
                <a:lnTo>
                  <a:pt x="647700" y="695325"/>
                </a:lnTo>
                <a:lnTo>
                  <a:pt x="619125" y="695325"/>
                </a:lnTo>
                <a:lnTo>
                  <a:pt x="619125" y="685800"/>
                </a:lnTo>
                <a:lnTo>
                  <a:pt x="609600" y="685800"/>
                </a:lnTo>
                <a:close/>
                <a:moveTo>
                  <a:pt x="685800" y="657225"/>
                </a:moveTo>
                <a:lnTo>
                  <a:pt x="723900" y="657225"/>
                </a:lnTo>
                <a:lnTo>
                  <a:pt x="723900" y="676275"/>
                </a:lnTo>
                <a:lnTo>
                  <a:pt x="685800" y="676275"/>
                </a:lnTo>
                <a:close/>
                <a:moveTo>
                  <a:pt x="885825" y="657225"/>
                </a:moveTo>
                <a:lnTo>
                  <a:pt x="981075" y="657225"/>
                </a:lnTo>
                <a:lnTo>
                  <a:pt x="981075" y="666750"/>
                </a:lnTo>
                <a:lnTo>
                  <a:pt x="1009650" y="666750"/>
                </a:lnTo>
                <a:lnTo>
                  <a:pt x="1009650" y="657225"/>
                </a:lnTo>
                <a:lnTo>
                  <a:pt x="1066800" y="657225"/>
                </a:lnTo>
                <a:lnTo>
                  <a:pt x="1066800" y="666750"/>
                </a:lnTo>
                <a:lnTo>
                  <a:pt x="1104900" y="666750"/>
                </a:lnTo>
                <a:lnTo>
                  <a:pt x="1104900" y="676275"/>
                </a:lnTo>
                <a:lnTo>
                  <a:pt x="1095375" y="676275"/>
                </a:lnTo>
                <a:lnTo>
                  <a:pt x="1095375" y="685800"/>
                </a:lnTo>
                <a:lnTo>
                  <a:pt x="1085850" y="685800"/>
                </a:lnTo>
                <a:lnTo>
                  <a:pt x="1085850" y="704850"/>
                </a:lnTo>
                <a:lnTo>
                  <a:pt x="1066800" y="704850"/>
                </a:lnTo>
                <a:lnTo>
                  <a:pt x="1066800" y="695325"/>
                </a:lnTo>
                <a:lnTo>
                  <a:pt x="1000125" y="695325"/>
                </a:lnTo>
                <a:lnTo>
                  <a:pt x="1000125" y="685800"/>
                </a:lnTo>
                <a:lnTo>
                  <a:pt x="981075" y="685800"/>
                </a:lnTo>
                <a:lnTo>
                  <a:pt x="981075" y="695325"/>
                </a:lnTo>
                <a:lnTo>
                  <a:pt x="952500" y="695325"/>
                </a:lnTo>
                <a:lnTo>
                  <a:pt x="952500" y="685800"/>
                </a:lnTo>
                <a:lnTo>
                  <a:pt x="923925" y="685800"/>
                </a:lnTo>
                <a:lnTo>
                  <a:pt x="923925" y="676275"/>
                </a:lnTo>
                <a:lnTo>
                  <a:pt x="895350" y="676275"/>
                </a:lnTo>
                <a:lnTo>
                  <a:pt x="895350" y="685800"/>
                </a:lnTo>
                <a:lnTo>
                  <a:pt x="885825" y="685800"/>
                </a:lnTo>
                <a:close/>
                <a:moveTo>
                  <a:pt x="1114425" y="657225"/>
                </a:moveTo>
                <a:lnTo>
                  <a:pt x="1209675" y="657225"/>
                </a:lnTo>
                <a:lnTo>
                  <a:pt x="1209675" y="666750"/>
                </a:lnTo>
                <a:lnTo>
                  <a:pt x="1228725" y="666750"/>
                </a:lnTo>
                <a:lnTo>
                  <a:pt x="1228725" y="676275"/>
                </a:lnTo>
                <a:lnTo>
                  <a:pt x="1257300" y="676275"/>
                </a:lnTo>
                <a:lnTo>
                  <a:pt x="1257300" y="685800"/>
                </a:lnTo>
                <a:lnTo>
                  <a:pt x="1228725" y="685800"/>
                </a:lnTo>
                <a:lnTo>
                  <a:pt x="1228725" y="695325"/>
                </a:lnTo>
                <a:lnTo>
                  <a:pt x="1209675" y="695325"/>
                </a:lnTo>
                <a:lnTo>
                  <a:pt x="1209675" y="685800"/>
                </a:lnTo>
                <a:lnTo>
                  <a:pt x="1190625" y="685800"/>
                </a:lnTo>
                <a:lnTo>
                  <a:pt x="1190625" y="676275"/>
                </a:lnTo>
                <a:lnTo>
                  <a:pt x="1171575" y="676275"/>
                </a:lnTo>
                <a:lnTo>
                  <a:pt x="1171575" y="695325"/>
                </a:lnTo>
                <a:lnTo>
                  <a:pt x="1152525" y="695325"/>
                </a:lnTo>
                <a:lnTo>
                  <a:pt x="1152525" y="685800"/>
                </a:lnTo>
                <a:lnTo>
                  <a:pt x="1133475" y="685800"/>
                </a:lnTo>
                <a:lnTo>
                  <a:pt x="1133475" y="676275"/>
                </a:lnTo>
                <a:lnTo>
                  <a:pt x="1123950" y="676275"/>
                </a:lnTo>
                <a:lnTo>
                  <a:pt x="1123950" y="666750"/>
                </a:lnTo>
                <a:lnTo>
                  <a:pt x="1114425" y="666750"/>
                </a:lnTo>
                <a:close/>
                <a:moveTo>
                  <a:pt x="1581150" y="657225"/>
                </a:moveTo>
                <a:lnTo>
                  <a:pt x="1600200" y="657225"/>
                </a:lnTo>
                <a:lnTo>
                  <a:pt x="1600200" y="676275"/>
                </a:lnTo>
                <a:lnTo>
                  <a:pt x="1581150" y="676275"/>
                </a:lnTo>
                <a:close/>
                <a:moveTo>
                  <a:pt x="1762125" y="657225"/>
                </a:moveTo>
                <a:lnTo>
                  <a:pt x="1771650" y="657225"/>
                </a:lnTo>
                <a:lnTo>
                  <a:pt x="1771650" y="685800"/>
                </a:lnTo>
                <a:lnTo>
                  <a:pt x="1762125" y="685800"/>
                </a:lnTo>
                <a:close/>
                <a:moveTo>
                  <a:pt x="733425" y="666750"/>
                </a:moveTo>
                <a:lnTo>
                  <a:pt x="781050" y="666750"/>
                </a:lnTo>
                <a:lnTo>
                  <a:pt x="781050" y="676275"/>
                </a:lnTo>
                <a:lnTo>
                  <a:pt x="733425" y="676275"/>
                </a:lnTo>
                <a:close/>
                <a:moveTo>
                  <a:pt x="790575" y="666750"/>
                </a:moveTo>
                <a:lnTo>
                  <a:pt x="800100" y="666750"/>
                </a:lnTo>
                <a:lnTo>
                  <a:pt x="800100" y="685800"/>
                </a:lnTo>
                <a:lnTo>
                  <a:pt x="790575" y="685800"/>
                </a:lnTo>
                <a:close/>
                <a:moveTo>
                  <a:pt x="400050" y="676275"/>
                </a:moveTo>
                <a:lnTo>
                  <a:pt x="409575" y="676275"/>
                </a:lnTo>
                <a:lnTo>
                  <a:pt x="409575" y="666750"/>
                </a:lnTo>
                <a:lnTo>
                  <a:pt x="400050" y="666750"/>
                </a:lnTo>
                <a:close/>
                <a:moveTo>
                  <a:pt x="1781175" y="676275"/>
                </a:moveTo>
                <a:lnTo>
                  <a:pt x="1790700" y="676275"/>
                </a:lnTo>
                <a:lnTo>
                  <a:pt x="1790700" y="733425"/>
                </a:lnTo>
                <a:lnTo>
                  <a:pt x="1781175" y="733425"/>
                </a:lnTo>
                <a:close/>
                <a:moveTo>
                  <a:pt x="600075" y="685800"/>
                </a:moveTo>
                <a:lnTo>
                  <a:pt x="609600" y="685800"/>
                </a:lnTo>
                <a:lnTo>
                  <a:pt x="609600" y="704850"/>
                </a:lnTo>
                <a:lnTo>
                  <a:pt x="600075" y="704850"/>
                </a:lnTo>
                <a:close/>
                <a:moveTo>
                  <a:pt x="619125" y="685800"/>
                </a:moveTo>
                <a:lnTo>
                  <a:pt x="628650" y="685800"/>
                </a:lnTo>
                <a:lnTo>
                  <a:pt x="628650" y="676275"/>
                </a:lnTo>
                <a:lnTo>
                  <a:pt x="619125" y="676275"/>
                </a:lnTo>
                <a:close/>
                <a:moveTo>
                  <a:pt x="781050" y="685800"/>
                </a:moveTo>
                <a:lnTo>
                  <a:pt x="790575" y="685800"/>
                </a:lnTo>
                <a:lnTo>
                  <a:pt x="790575" y="695325"/>
                </a:lnTo>
                <a:lnTo>
                  <a:pt x="781050" y="695325"/>
                </a:lnTo>
                <a:close/>
                <a:moveTo>
                  <a:pt x="323850" y="695325"/>
                </a:moveTo>
                <a:lnTo>
                  <a:pt x="333375" y="695325"/>
                </a:lnTo>
                <a:lnTo>
                  <a:pt x="333375" y="704850"/>
                </a:lnTo>
                <a:lnTo>
                  <a:pt x="323850" y="704850"/>
                </a:lnTo>
                <a:close/>
                <a:moveTo>
                  <a:pt x="647700" y="695325"/>
                </a:moveTo>
                <a:lnTo>
                  <a:pt x="666750" y="695325"/>
                </a:lnTo>
                <a:lnTo>
                  <a:pt x="666750" y="704850"/>
                </a:lnTo>
                <a:lnTo>
                  <a:pt x="647700" y="704850"/>
                </a:lnTo>
                <a:close/>
                <a:moveTo>
                  <a:pt x="857250" y="695325"/>
                </a:moveTo>
                <a:lnTo>
                  <a:pt x="866775" y="695325"/>
                </a:lnTo>
                <a:lnTo>
                  <a:pt x="866775" y="704850"/>
                </a:lnTo>
                <a:lnTo>
                  <a:pt x="857250" y="704850"/>
                </a:lnTo>
                <a:close/>
                <a:moveTo>
                  <a:pt x="876300" y="695325"/>
                </a:moveTo>
                <a:lnTo>
                  <a:pt x="904875" y="695325"/>
                </a:lnTo>
                <a:lnTo>
                  <a:pt x="904875" y="723900"/>
                </a:lnTo>
                <a:lnTo>
                  <a:pt x="895350" y="723900"/>
                </a:lnTo>
                <a:lnTo>
                  <a:pt x="895350" y="714375"/>
                </a:lnTo>
                <a:lnTo>
                  <a:pt x="885825" y="714375"/>
                </a:lnTo>
                <a:lnTo>
                  <a:pt x="885825" y="723900"/>
                </a:lnTo>
                <a:lnTo>
                  <a:pt x="866775" y="723900"/>
                </a:lnTo>
                <a:lnTo>
                  <a:pt x="866775" y="704850"/>
                </a:lnTo>
                <a:lnTo>
                  <a:pt x="876300" y="704850"/>
                </a:lnTo>
                <a:close/>
                <a:moveTo>
                  <a:pt x="914400" y="695325"/>
                </a:moveTo>
                <a:lnTo>
                  <a:pt x="923925" y="695325"/>
                </a:lnTo>
                <a:lnTo>
                  <a:pt x="923925" y="704850"/>
                </a:lnTo>
                <a:lnTo>
                  <a:pt x="914400" y="704850"/>
                </a:lnTo>
                <a:close/>
                <a:moveTo>
                  <a:pt x="942975" y="695325"/>
                </a:moveTo>
                <a:lnTo>
                  <a:pt x="952500" y="695325"/>
                </a:lnTo>
                <a:lnTo>
                  <a:pt x="952500" y="704850"/>
                </a:lnTo>
                <a:lnTo>
                  <a:pt x="942975" y="704850"/>
                </a:lnTo>
                <a:close/>
                <a:moveTo>
                  <a:pt x="466725" y="704850"/>
                </a:moveTo>
                <a:lnTo>
                  <a:pt x="476250" y="704850"/>
                </a:lnTo>
                <a:lnTo>
                  <a:pt x="476250" y="723900"/>
                </a:lnTo>
                <a:lnTo>
                  <a:pt x="466725" y="723900"/>
                </a:lnTo>
                <a:close/>
                <a:moveTo>
                  <a:pt x="923925" y="704850"/>
                </a:moveTo>
                <a:lnTo>
                  <a:pt x="942975" y="704850"/>
                </a:lnTo>
                <a:lnTo>
                  <a:pt x="942975" y="714375"/>
                </a:lnTo>
                <a:lnTo>
                  <a:pt x="923925" y="714375"/>
                </a:lnTo>
                <a:close/>
                <a:moveTo>
                  <a:pt x="695325" y="714375"/>
                </a:moveTo>
                <a:lnTo>
                  <a:pt x="714375" y="714375"/>
                </a:lnTo>
                <a:lnTo>
                  <a:pt x="714375" y="723900"/>
                </a:lnTo>
                <a:lnTo>
                  <a:pt x="695325" y="723900"/>
                </a:lnTo>
                <a:close/>
                <a:moveTo>
                  <a:pt x="685800" y="723900"/>
                </a:moveTo>
                <a:lnTo>
                  <a:pt x="695325" y="723900"/>
                </a:lnTo>
                <a:lnTo>
                  <a:pt x="695325" y="733425"/>
                </a:lnTo>
                <a:lnTo>
                  <a:pt x="685800" y="733425"/>
                </a:lnTo>
                <a:close/>
                <a:moveTo>
                  <a:pt x="1104900" y="723900"/>
                </a:moveTo>
                <a:lnTo>
                  <a:pt x="1114425" y="723900"/>
                </a:lnTo>
                <a:lnTo>
                  <a:pt x="1114425" y="733425"/>
                </a:lnTo>
                <a:lnTo>
                  <a:pt x="1104900" y="733425"/>
                </a:lnTo>
                <a:close/>
                <a:moveTo>
                  <a:pt x="857250" y="733425"/>
                </a:moveTo>
                <a:lnTo>
                  <a:pt x="866775" y="733425"/>
                </a:lnTo>
                <a:lnTo>
                  <a:pt x="866775" y="742950"/>
                </a:lnTo>
                <a:lnTo>
                  <a:pt x="857250" y="742950"/>
                </a:lnTo>
                <a:close/>
                <a:moveTo>
                  <a:pt x="638175" y="742950"/>
                </a:moveTo>
                <a:lnTo>
                  <a:pt x="657225" y="742950"/>
                </a:lnTo>
                <a:lnTo>
                  <a:pt x="657225" y="752475"/>
                </a:lnTo>
                <a:lnTo>
                  <a:pt x="676275" y="752475"/>
                </a:lnTo>
                <a:lnTo>
                  <a:pt x="676275" y="742950"/>
                </a:lnTo>
                <a:lnTo>
                  <a:pt x="685800" y="742950"/>
                </a:lnTo>
                <a:lnTo>
                  <a:pt x="685800" y="752475"/>
                </a:lnTo>
                <a:lnTo>
                  <a:pt x="676275" y="752475"/>
                </a:lnTo>
                <a:lnTo>
                  <a:pt x="676275" y="790575"/>
                </a:lnTo>
                <a:lnTo>
                  <a:pt x="657225" y="790575"/>
                </a:lnTo>
                <a:lnTo>
                  <a:pt x="657225" y="781050"/>
                </a:lnTo>
                <a:lnTo>
                  <a:pt x="628650" y="781050"/>
                </a:lnTo>
                <a:lnTo>
                  <a:pt x="628650" y="771525"/>
                </a:lnTo>
                <a:lnTo>
                  <a:pt x="609600" y="771525"/>
                </a:lnTo>
                <a:lnTo>
                  <a:pt x="609600" y="781050"/>
                </a:lnTo>
                <a:lnTo>
                  <a:pt x="552450" y="781050"/>
                </a:lnTo>
                <a:lnTo>
                  <a:pt x="552450" y="771525"/>
                </a:lnTo>
                <a:lnTo>
                  <a:pt x="495300" y="771525"/>
                </a:lnTo>
                <a:lnTo>
                  <a:pt x="495300" y="752475"/>
                </a:lnTo>
                <a:lnTo>
                  <a:pt x="514350" y="752475"/>
                </a:lnTo>
                <a:lnTo>
                  <a:pt x="514350" y="762000"/>
                </a:lnTo>
                <a:lnTo>
                  <a:pt x="628650" y="762000"/>
                </a:lnTo>
                <a:lnTo>
                  <a:pt x="628650" y="752475"/>
                </a:lnTo>
                <a:lnTo>
                  <a:pt x="638175" y="752475"/>
                </a:lnTo>
                <a:close/>
                <a:moveTo>
                  <a:pt x="742950" y="742950"/>
                </a:moveTo>
                <a:lnTo>
                  <a:pt x="752475" y="742950"/>
                </a:lnTo>
                <a:lnTo>
                  <a:pt x="752475" y="752475"/>
                </a:lnTo>
                <a:lnTo>
                  <a:pt x="742950" y="752475"/>
                </a:lnTo>
                <a:close/>
                <a:moveTo>
                  <a:pt x="1028700" y="742950"/>
                </a:moveTo>
                <a:lnTo>
                  <a:pt x="1057275" y="742950"/>
                </a:lnTo>
                <a:lnTo>
                  <a:pt x="1057275" y="752475"/>
                </a:lnTo>
                <a:lnTo>
                  <a:pt x="1028700" y="752475"/>
                </a:lnTo>
                <a:close/>
                <a:moveTo>
                  <a:pt x="114300" y="752475"/>
                </a:moveTo>
                <a:lnTo>
                  <a:pt x="133350" y="752475"/>
                </a:lnTo>
                <a:lnTo>
                  <a:pt x="133350" y="762000"/>
                </a:lnTo>
                <a:lnTo>
                  <a:pt x="142875" y="762000"/>
                </a:lnTo>
                <a:lnTo>
                  <a:pt x="142875" y="800100"/>
                </a:lnTo>
                <a:lnTo>
                  <a:pt x="133350" y="800100"/>
                </a:lnTo>
                <a:lnTo>
                  <a:pt x="133350" y="809625"/>
                </a:lnTo>
                <a:lnTo>
                  <a:pt x="142875" y="809625"/>
                </a:lnTo>
                <a:lnTo>
                  <a:pt x="142875" y="923925"/>
                </a:lnTo>
                <a:lnTo>
                  <a:pt x="133350" y="923925"/>
                </a:lnTo>
                <a:lnTo>
                  <a:pt x="133350" y="942975"/>
                </a:lnTo>
                <a:lnTo>
                  <a:pt x="114300" y="942975"/>
                </a:lnTo>
                <a:close/>
                <a:moveTo>
                  <a:pt x="457200" y="752475"/>
                </a:moveTo>
                <a:lnTo>
                  <a:pt x="476250" y="752475"/>
                </a:lnTo>
                <a:lnTo>
                  <a:pt x="476250" y="771525"/>
                </a:lnTo>
                <a:lnTo>
                  <a:pt x="438150" y="771525"/>
                </a:lnTo>
                <a:lnTo>
                  <a:pt x="438150" y="762000"/>
                </a:lnTo>
                <a:lnTo>
                  <a:pt x="457200" y="762000"/>
                </a:lnTo>
                <a:close/>
                <a:moveTo>
                  <a:pt x="752475" y="752475"/>
                </a:moveTo>
                <a:lnTo>
                  <a:pt x="762000" y="752475"/>
                </a:lnTo>
                <a:lnTo>
                  <a:pt x="762000" y="762000"/>
                </a:lnTo>
                <a:lnTo>
                  <a:pt x="752475" y="762000"/>
                </a:lnTo>
                <a:close/>
                <a:moveTo>
                  <a:pt x="790575" y="752475"/>
                </a:moveTo>
                <a:lnTo>
                  <a:pt x="819150" y="752475"/>
                </a:lnTo>
                <a:lnTo>
                  <a:pt x="819150" y="762000"/>
                </a:lnTo>
                <a:lnTo>
                  <a:pt x="790575" y="762000"/>
                </a:lnTo>
                <a:close/>
                <a:moveTo>
                  <a:pt x="990600" y="752475"/>
                </a:moveTo>
                <a:lnTo>
                  <a:pt x="1028700" y="752475"/>
                </a:lnTo>
                <a:lnTo>
                  <a:pt x="1028700" y="762000"/>
                </a:lnTo>
                <a:lnTo>
                  <a:pt x="1019175" y="762000"/>
                </a:lnTo>
                <a:lnTo>
                  <a:pt x="1019175" y="771525"/>
                </a:lnTo>
                <a:lnTo>
                  <a:pt x="971550" y="771525"/>
                </a:lnTo>
                <a:lnTo>
                  <a:pt x="971550" y="762000"/>
                </a:lnTo>
                <a:lnTo>
                  <a:pt x="990600" y="762000"/>
                </a:lnTo>
                <a:close/>
                <a:moveTo>
                  <a:pt x="1085850" y="752475"/>
                </a:moveTo>
                <a:lnTo>
                  <a:pt x="1095375" y="752475"/>
                </a:lnTo>
                <a:lnTo>
                  <a:pt x="1095375" y="762000"/>
                </a:lnTo>
                <a:lnTo>
                  <a:pt x="1114425" y="762000"/>
                </a:lnTo>
                <a:lnTo>
                  <a:pt x="1114425" y="771525"/>
                </a:lnTo>
                <a:lnTo>
                  <a:pt x="1085850" y="771525"/>
                </a:lnTo>
                <a:close/>
                <a:moveTo>
                  <a:pt x="1152525" y="752475"/>
                </a:moveTo>
                <a:lnTo>
                  <a:pt x="1200150" y="752475"/>
                </a:lnTo>
                <a:lnTo>
                  <a:pt x="1200150" y="762000"/>
                </a:lnTo>
                <a:lnTo>
                  <a:pt x="1152525" y="762000"/>
                </a:lnTo>
                <a:close/>
                <a:moveTo>
                  <a:pt x="1781175" y="752475"/>
                </a:moveTo>
                <a:lnTo>
                  <a:pt x="1790700" y="752475"/>
                </a:lnTo>
                <a:lnTo>
                  <a:pt x="1790700" y="762000"/>
                </a:lnTo>
                <a:lnTo>
                  <a:pt x="1781175" y="762000"/>
                </a:lnTo>
                <a:close/>
                <a:moveTo>
                  <a:pt x="1123950" y="762000"/>
                </a:moveTo>
                <a:lnTo>
                  <a:pt x="1133475" y="762000"/>
                </a:lnTo>
                <a:lnTo>
                  <a:pt x="1133475" y="771525"/>
                </a:lnTo>
                <a:lnTo>
                  <a:pt x="1123950" y="771525"/>
                </a:lnTo>
                <a:close/>
                <a:moveTo>
                  <a:pt x="1781175" y="771525"/>
                </a:moveTo>
                <a:lnTo>
                  <a:pt x="1790700" y="771525"/>
                </a:lnTo>
                <a:lnTo>
                  <a:pt x="1790700" y="800100"/>
                </a:lnTo>
                <a:lnTo>
                  <a:pt x="1781175" y="800100"/>
                </a:lnTo>
                <a:close/>
                <a:moveTo>
                  <a:pt x="266700" y="781050"/>
                </a:moveTo>
                <a:lnTo>
                  <a:pt x="304800" y="781050"/>
                </a:lnTo>
                <a:lnTo>
                  <a:pt x="304800" y="800100"/>
                </a:lnTo>
                <a:lnTo>
                  <a:pt x="266700" y="800100"/>
                </a:lnTo>
                <a:close/>
                <a:moveTo>
                  <a:pt x="1762125" y="790575"/>
                </a:moveTo>
                <a:lnTo>
                  <a:pt x="1771650" y="790575"/>
                </a:lnTo>
                <a:lnTo>
                  <a:pt x="1771650" y="819150"/>
                </a:lnTo>
                <a:lnTo>
                  <a:pt x="1762125" y="819150"/>
                </a:lnTo>
                <a:close/>
                <a:moveTo>
                  <a:pt x="1057275" y="800100"/>
                </a:moveTo>
                <a:lnTo>
                  <a:pt x="1066800" y="800100"/>
                </a:lnTo>
                <a:lnTo>
                  <a:pt x="1066800" y="819150"/>
                </a:lnTo>
                <a:lnTo>
                  <a:pt x="1057275" y="819150"/>
                </a:lnTo>
                <a:close/>
                <a:moveTo>
                  <a:pt x="1781175" y="809625"/>
                </a:moveTo>
                <a:lnTo>
                  <a:pt x="1790700" y="809625"/>
                </a:lnTo>
                <a:lnTo>
                  <a:pt x="1790700" y="876300"/>
                </a:lnTo>
                <a:lnTo>
                  <a:pt x="1781175" y="876300"/>
                </a:lnTo>
                <a:close/>
                <a:moveTo>
                  <a:pt x="9525" y="847725"/>
                </a:moveTo>
                <a:lnTo>
                  <a:pt x="19050" y="847725"/>
                </a:lnTo>
                <a:lnTo>
                  <a:pt x="19050" y="857250"/>
                </a:lnTo>
                <a:lnTo>
                  <a:pt x="9525" y="857250"/>
                </a:lnTo>
                <a:close/>
                <a:moveTo>
                  <a:pt x="123825" y="847725"/>
                </a:moveTo>
                <a:lnTo>
                  <a:pt x="133350" y="847725"/>
                </a:lnTo>
                <a:lnTo>
                  <a:pt x="133350" y="828675"/>
                </a:lnTo>
                <a:lnTo>
                  <a:pt x="123825" y="828675"/>
                </a:lnTo>
                <a:close/>
                <a:moveTo>
                  <a:pt x="209550" y="866775"/>
                </a:moveTo>
                <a:lnTo>
                  <a:pt x="228600" y="866775"/>
                </a:lnTo>
                <a:lnTo>
                  <a:pt x="228600" y="876300"/>
                </a:lnTo>
                <a:lnTo>
                  <a:pt x="238125" y="876300"/>
                </a:lnTo>
                <a:lnTo>
                  <a:pt x="238125" y="895350"/>
                </a:lnTo>
                <a:lnTo>
                  <a:pt x="228600" y="895350"/>
                </a:lnTo>
                <a:lnTo>
                  <a:pt x="228600" y="885825"/>
                </a:lnTo>
                <a:lnTo>
                  <a:pt x="209550" y="885825"/>
                </a:lnTo>
                <a:close/>
                <a:moveTo>
                  <a:pt x="400050" y="885825"/>
                </a:moveTo>
                <a:lnTo>
                  <a:pt x="409575" y="885825"/>
                </a:lnTo>
                <a:lnTo>
                  <a:pt x="409575" y="904875"/>
                </a:lnTo>
                <a:lnTo>
                  <a:pt x="400050" y="904875"/>
                </a:lnTo>
                <a:close/>
                <a:moveTo>
                  <a:pt x="238125" y="895350"/>
                </a:moveTo>
                <a:lnTo>
                  <a:pt x="257175" y="895350"/>
                </a:lnTo>
                <a:lnTo>
                  <a:pt x="257175" y="904875"/>
                </a:lnTo>
                <a:lnTo>
                  <a:pt x="238125" y="904875"/>
                </a:lnTo>
                <a:close/>
                <a:moveTo>
                  <a:pt x="485775" y="895350"/>
                </a:moveTo>
                <a:lnTo>
                  <a:pt x="495300" y="895350"/>
                </a:lnTo>
                <a:lnTo>
                  <a:pt x="495300" y="904875"/>
                </a:lnTo>
                <a:lnTo>
                  <a:pt x="485775" y="904875"/>
                </a:lnTo>
                <a:close/>
                <a:moveTo>
                  <a:pt x="171450" y="914400"/>
                </a:moveTo>
                <a:lnTo>
                  <a:pt x="180975" y="914400"/>
                </a:lnTo>
                <a:lnTo>
                  <a:pt x="180975" y="923925"/>
                </a:lnTo>
                <a:lnTo>
                  <a:pt x="190500" y="923925"/>
                </a:lnTo>
                <a:lnTo>
                  <a:pt x="190500" y="914400"/>
                </a:lnTo>
                <a:lnTo>
                  <a:pt x="200025" y="914400"/>
                </a:lnTo>
                <a:lnTo>
                  <a:pt x="200025" y="933450"/>
                </a:lnTo>
                <a:lnTo>
                  <a:pt x="209550" y="933450"/>
                </a:lnTo>
                <a:lnTo>
                  <a:pt x="209550" y="942975"/>
                </a:lnTo>
                <a:lnTo>
                  <a:pt x="171450" y="942975"/>
                </a:lnTo>
                <a:close/>
                <a:moveTo>
                  <a:pt x="238125" y="923925"/>
                </a:moveTo>
                <a:lnTo>
                  <a:pt x="257175" y="923925"/>
                </a:lnTo>
                <a:lnTo>
                  <a:pt x="257175" y="933450"/>
                </a:lnTo>
                <a:lnTo>
                  <a:pt x="285750" y="933450"/>
                </a:lnTo>
                <a:lnTo>
                  <a:pt x="285750" y="942975"/>
                </a:lnTo>
                <a:lnTo>
                  <a:pt x="228600" y="942975"/>
                </a:lnTo>
                <a:lnTo>
                  <a:pt x="228600" y="933450"/>
                </a:lnTo>
                <a:lnTo>
                  <a:pt x="238125" y="933450"/>
                </a:lnTo>
                <a:close/>
                <a:moveTo>
                  <a:pt x="409575" y="923925"/>
                </a:moveTo>
                <a:lnTo>
                  <a:pt x="419100" y="923925"/>
                </a:lnTo>
                <a:lnTo>
                  <a:pt x="419100" y="933450"/>
                </a:lnTo>
                <a:lnTo>
                  <a:pt x="409575" y="933450"/>
                </a:lnTo>
                <a:close/>
                <a:moveTo>
                  <a:pt x="742950" y="923925"/>
                </a:moveTo>
                <a:lnTo>
                  <a:pt x="752475" y="923925"/>
                </a:lnTo>
                <a:lnTo>
                  <a:pt x="752475" y="933450"/>
                </a:lnTo>
                <a:lnTo>
                  <a:pt x="742950" y="933450"/>
                </a:lnTo>
                <a:close/>
                <a:moveTo>
                  <a:pt x="1762125" y="923925"/>
                </a:moveTo>
                <a:lnTo>
                  <a:pt x="1771650" y="923925"/>
                </a:lnTo>
                <a:lnTo>
                  <a:pt x="1771650" y="952500"/>
                </a:lnTo>
                <a:lnTo>
                  <a:pt x="1762125" y="952500"/>
                </a:lnTo>
                <a:close/>
                <a:moveTo>
                  <a:pt x="304800" y="933450"/>
                </a:moveTo>
                <a:lnTo>
                  <a:pt x="342900" y="933450"/>
                </a:lnTo>
                <a:lnTo>
                  <a:pt x="342900" y="942975"/>
                </a:lnTo>
                <a:lnTo>
                  <a:pt x="304800" y="942975"/>
                </a:lnTo>
                <a:close/>
                <a:moveTo>
                  <a:pt x="400050" y="933450"/>
                </a:moveTo>
                <a:lnTo>
                  <a:pt x="409575" y="933450"/>
                </a:lnTo>
                <a:lnTo>
                  <a:pt x="409575" y="942975"/>
                </a:lnTo>
                <a:lnTo>
                  <a:pt x="400050" y="942975"/>
                </a:lnTo>
                <a:close/>
                <a:moveTo>
                  <a:pt x="600075" y="933450"/>
                </a:moveTo>
                <a:lnTo>
                  <a:pt x="619125" y="933450"/>
                </a:lnTo>
                <a:lnTo>
                  <a:pt x="619125" y="942975"/>
                </a:lnTo>
                <a:lnTo>
                  <a:pt x="600075" y="942975"/>
                </a:lnTo>
                <a:close/>
                <a:moveTo>
                  <a:pt x="657225" y="933450"/>
                </a:moveTo>
                <a:lnTo>
                  <a:pt x="666750" y="933450"/>
                </a:lnTo>
                <a:lnTo>
                  <a:pt x="666750" y="942975"/>
                </a:lnTo>
                <a:lnTo>
                  <a:pt x="657225" y="942975"/>
                </a:lnTo>
                <a:close/>
                <a:moveTo>
                  <a:pt x="723900" y="933450"/>
                </a:moveTo>
                <a:lnTo>
                  <a:pt x="742950" y="933450"/>
                </a:lnTo>
                <a:lnTo>
                  <a:pt x="742950" y="942975"/>
                </a:lnTo>
                <a:lnTo>
                  <a:pt x="723900" y="942975"/>
                </a:lnTo>
                <a:close/>
                <a:moveTo>
                  <a:pt x="1704975" y="933450"/>
                </a:moveTo>
                <a:lnTo>
                  <a:pt x="1714500" y="933450"/>
                </a:lnTo>
                <a:lnTo>
                  <a:pt x="1714500" y="952500"/>
                </a:lnTo>
                <a:lnTo>
                  <a:pt x="1704975" y="952500"/>
                </a:lnTo>
                <a:close/>
                <a:moveTo>
                  <a:pt x="219075" y="942975"/>
                </a:moveTo>
                <a:lnTo>
                  <a:pt x="228600" y="942975"/>
                </a:lnTo>
                <a:lnTo>
                  <a:pt x="228600" y="952500"/>
                </a:lnTo>
                <a:lnTo>
                  <a:pt x="219075" y="952500"/>
                </a:lnTo>
                <a:close/>
                <a:moveTo>
                  <a:pt x="133350" y="952500"/>
                </a:moveTo>
                <a:lnTo>
                  <a:pt x="142875" y="952500"/>
                </a:lnTo>
                <a:lnTo>
                  <a:pt x="142875" y="962025"/>
                </a:lnTo>
                <a:lnTo>
                  <a:pt x="133350" y="962025"/>
                </a:lnTo>
                <a:close/>
                <a:moveTo>
                  <a:pt x="314325" y="990600"/>
                </a:moveTo>
                <a:lnTo>
                  <a:pt x="361950" y="990600"/>
                </a:lnTo>
                <a:lnTo>
                  <a:pt x="361950" y="1000125"/>
                </a:lnTo>
                <a:lnTo>
                  <a:pt x="314325" y="1000125"/>
                </a:lnTo>
                <a:close/>
                <a:moveTo>
                  <a:pt x="238125" y="1000125"/>
                </a:moveTo>
                <a:lnTo>
                  <a:pt x="247650" y="1000125"/>
                </a:lnTo>
                <a:lnTo>
                  <a:pt x="247650" y="1019175"/>
                </a:lnTo>
                <a:lnTo>
                  <a:pt x="228600" y="1019175"/>
                </a:lnTo>
                <a:lnTo>
                  <a:pt x="228600" y="1009650"/>
                </a:lnTo>
                <a:lnTo>
                  <a:pt x="238125" y="1009650"/>
                </a:lnTo>
                <a:close/>
                <a:moveTo>
                  <a:pt x="1181100" y="1000125"/>
                </a:moveTo>
                <a:lnTo>
                  <a:pt x="1685925" y="1000125"/>
                </a:lnTo>
                <a:lnTo>
                  <a:pt x="1685925" y="1009650"/>
                </a:lnTo>
                <a:lnTo>
                  <a:pt x="1181100" y="1009650"/>
                </a:lnTo>
                <a:close/>
                <a:moveTo>
                  <a:pt x="1695450" y="1009650"/>
                </a:moveTo>
                <a:lnTo>
                  <a:pt x="1704975" y="1009650"/>
                </a:lnTo>
                <a:lnTo>
                  <a:pt x="1704975" y="1019175"/>
                </a:lnTo>
                <a:lnTo>
                  <a:pt x="1695450" y="1019175"/>
                </a:lnTo>
                <a:close/>
                <a:moveTo>
                  <a:pt x="1114425" y="1019175"/>
                </a:moveTo>
                <a:lnTo>
                  <a:pt x="1162050" y="1019175"/>
                </a:lnTo>
                <a:lnTo>
                  <a:pt x="1162050" y="1047750"/>
                </a:lnTo>
                <a:lnTo>
                  <a:pt x="1143000" y="1047750"/>
                </a:lnTo>
                <a:lnTo>
                  <a:pt x="1143000" y="1038225"/>
                </a:lnTo>
                <a:lnTo>
                  <a:pt x="1123950" y="1038225"/>
                </a:lnTo>
                <a:lnTo>
                  <a:pt x="1123950" y="1028700"/>
                </a:lnTo>
                <a:lnTo>
                  <a:pt x="1114425" y="1028700"/>
                </a:lnTo>
                <a:close/>
                <a:moveTo>
                  <a:pt x="1704975" y="1019175"/>
                </a:moveTo>
                <a:lnTo>
                  <a:pt x="1714500" y="1019175"/>
                </a:lnTo>
                <a:lnTo>
                  <a:pt x="1714500" y="1028700"/>
                </a:lnTo>
                <a:lnTo>
                  <a:pt x="1704975" y="1028700"/>
                </a:lnTo>
                <a:close/>
                <a:moveTo>
                  <a:pt x="1781175" y="1019175"/>
                </a:moveTo>
                <a:lnTo>
                  <a:pt x="1790700" y="1019175"/>
                </a:lnTo>
                <a:lnTo>
                  <a:pt x="1790700" y="1162050"/>
                </a:lnTo>
                <a:lnTo>
                  <a:pt x="1781175" y="1162050"/>
                </a:lnTo>
                <a:close/>
                <a:moveTo>
                  <a:pt x="200025" y="1038225"/>
                </a:moveTo>
                <a:lnTo>
                  <a:pt x="209550" y="1038225"/>
                </a:lnTo>
                <a:lnTo>
                  <a:pt x="209550" y="1047750"/>
                </a:lnTo>
                <a:lnTo>
                  <a:pt x="200025" y="1047750"/>
                </a:lnTo>
                <a:close/>
                <a:moveTo>
                  <a:pt x="9525" y="1047750"/>
                </a:moveTo>
                <a:lnTo>
                  <a:pt x="19050" y="1047750"/>
                </a:lnTo>
                <a:lnTo>
                  <a:pt x="19050" y="1114425"/>
                </a:lnTo>
                <a:lnTo>
                  <a:pt x="9525" y="1114425"/>
                </a:lnTo>
                <a:lnTo>
                  <a:pt x="9525" y="1095375"/>
                </a:lnTo>
                <a:lnTo>
                  <a:pt x="0" y="1095375"/>
                </a:lnTo>
                <a:lnTo>
                  <a:pt x="0" y="1066800"/>
                </a:lnTo>
                <a:lnTo>
                  <a:pt x="9525" y="1066800"/>
                </a:lnTo>
                <a:close/>
                <a:moveTo>
                  <a:pt x="133350" y="1047750"/>
                </a:moveTo>
                <a:lnTo>
                  <a:pt x="142875" y="1047750"/>
                </a:lnTo>
                <a:lnTo>
                  <a:pt x="142875" y="1076325"/>
                </a:lnTo>
                <a:lnTo>
                  <a:pt x="133350" y="1076325"/>
                </a:lnTo>
                <a:close/>
                <a:moveTo>
                  <a:pt x="1714500" y="1047750"/>
                </a:moveTo>
                <a:lnTo>
                  <a:pt x="1724025" y="1047750"/>
                </a:lnTo>
                <a:lnTo>
                  <a:pt x="1724025" y="1057275"/>
                </a:lnTo>
                <a:lnTo>
                  <a:pt x="1714500" y="1057275"/>
                </a:lnTo>
                <a:close/>
                <a:moveTo>
                  <a:pt x="190500" y="1057275"/>
                </a:moveTo>
                <a:lnTo>
                  <a:pt x="209550" y="1057275"/>
                </a:lnTo>
                <a:lnTo>
                  <a:pt x="209550" y="1190625"/>
                </a:lnTo>
                <a:lnTo>
                  <a:pt x="352425" y="1190625"/>
                </a:lnTo>
                <a:lnTo>
                  <a:pt x="352425" y="1209675"/>
                </a:lnTo>
                <a:lnTo>
                  <a:pt x="295275" y="1209675"/>
                </a:lnTo>
                <a:lnTo>
                  <a:pt x="295275" y="1219200"/>
                </a:lnTo>
                <a:lnTo>
                  <a:pt x="285750" y="1219200"/>
                </a:lnTo>
                <a:lnTo>
                  <a:pt x="285750" y="1209675"/>
                </a:lnTo>
                <a:lnTo>
                  <a:pt x="266700" y="1209675"/>
                </a:lnTo>
                <a:lnTo>
                  <a:pt x="266700" y="1219200"/>
                </a:lnTo>
                <a:lnTo>
                  <a:pt x="247650" y="1219200"/>
                </a:lnTo>
                <a:lnTo>
                  <a:pt x="247650" y="1209675"/>
                </a:lnTo>
                <a:lnTo>
                  <a:pt x="228600" y="1209675"/>
                </a:lnTo>
                <a:lnTo>
                  <a:pt x="228600" y="1200150"/>
                </a:lnTo>
                <a:lnTo>
                  <a:pt x="200025" y="1200150"/>
                </a:lnTo>
                <a:lnTo>
                  <a:pt x="200025" y="1209675"/>
                </a:lnTo>
                <a:lnTo>
                  <a:pt x="180975" y="1209675"/>
                </a:lnTo>
                <a:lnTo>
                  <a:pt x="180975" y="1219200"/>
                </a:lnTo>
                <a:lnTo>
                  <a:pt x="171450" y="1219200"/>
                </a:lnTo>
                <a:lnTo>
                  <a:pt x="171450" y="1190625"/>
                </a:lnTo>
                <a:lnTo>
                  <a:pt x="200025" y="1190625"/>
                </a:lnTo>
                <a:lnTo>
                  <a:pt x="200025" y="1162050"/>
                </a:lnTo>
                <a:lnTo>
                  <a:pt x="190500" y="1162050"/>
                </a:lnTo>
                <a:close/>
                <a:moveTo>
                  <a:pt x="342900" y="1095375"/>
                </a:moveTo>
                <a:lnTo>
                  <a:pt x="361950" y="1095375"/>
                </a:lnTo>
                <a:lnTo>
                  <a:pt x="361950" y="1104900"/>
                </a:lnTo>
                <a:lnTo>
                  <a:pt x="342900" y="1104900"/>
                </a:lnTo>
                <a:close/>
                <a:moveTo>
                  <a:pt x="428625" y="1095375"/>
                </a:moveTo>
                <a:lnTo>
                  <a:pt x="438150" y="1095375"/>
                </a:lnTo>
                <a:lnTo>
                  <a:pt x="438150" y="1104900"/>
                </a:lnTo>
                <a:lnTo>
                  <a:pt x="428625" y="1104900"/>
                </a:lnTo>
                <a:close/>
                <a:moveTo>
                  <a:pt x="571500" y="1095375"/>
                </a:moveTo>
                <a:lnTo>
                  <a:pt x="590550" y="1095375"/>
                </a:lnTo>
                <a:lnTo>
                  <a:pt x="590550" y="1104900"/>
                </a:lnTo>
                <a:lnTo>
                  <a:pt x="571500" y="1104900"/>
                </a:lnTo>
                <a:close/>
                <a:moveTo>
                  <a:pt x="1123950" y="1104900"/>
                </a:moveTo>
                <a:lnTo>
                  <a:pt x="1152525" y="1104900"/>
                </a:lnTo>
                <a:lnTo>
                  <a:pt x="1152525" y="1152525"/>
                </a:lnTo>
                <a:lnTo>
                  <a:pt x="1143000" y="1152525"/>
                </a:lnTo>
                <a:lnTo>
                  <a:pt x="1143000" y="1181100"/>
                </a:lnTo>
                <a:lnTo>
                  <a:pt x="1123950" y="1181100"/>
                </a:lnTo>
                <a:close/>
                <a:moveTo>
                  <a:pt x="466725" y="1123950"/>
                </a:moveTo>
                <a:lnTo>
                  <a:pt x="476250" y="1123950"/>
                </a:lnTo>
                <a:lnTo>
                  <a:pt x="476250" y="1133475"/>
                </a:lnTo>
                <a:lnTo>
                  <a:pt x="466725" y="1133475"/>
                </a:lnTo>
                <a:close/>
                <a:moveTo>
                  <a:pt x="1724025" y="1143000"/>
                </a:moveTo>
                <a:lnTo>
                  <a:pt x="1733550" y="1143000"/>
                </a:lnTo>
                <a:lnTo>
                  <a:pt x="1733550" y="1152525"/>
                </a:lnTo>
                <a:lnTo>
                  <a:pt x="1743075" y="1152525"/>
                </a:lnTo>
                <a:lnTo>
                  <a:pt x="1743075" y="1143000"/>
                </a:lnTo>
                <a:lnTo>
                  <a:pt x="1752600" y="1143000"/>
                </a:lnTo>
                <a:lnTo>
                  <a:pt x="1752600" y="1162050"/>
                </a:lnTo>
                <a:lnTo>
                  <a:pt x="1724025" y="1162050"/>
                </a:lnTo>
                <a:lnTo>
                  <a:pt x="1724025" y="1171575"/>
                </a:lnTo>
                <a:lnTo>
                  <a:pt x="1714500" y="1171575"/>
                </a:lnTo>
                <a:lnTo>
                  <a:pt x="1714500" y="1152525"/>
                </a:lnTo>
                <a:lnTo>
                  <a:pt x="1724025" y="1152525"/>
                </a:lnTo>
                <a:close/>
                <a:moveTo>
                  <a:pt x="1152525" y="1152525"/>
                </a:moveTo>
                <a:lnTo>
                  <a:pt x="1162050" y="1152525"/>
                </a:lnTo>
                <a:lnTo>
                  <a:pt x="1162050" y="1162050"/>
                </a:lnTo>
                <a:lnTo>
                  <a:pt x="1152525" y="1162050"/>
                </a:lnTo>
                <a:close/>
                <a:moveTo>
                  <a:pt x="1885950" y="1152525"/>
                </a:moveTo>
                <a:lnTo>
                  <a:pt x="1895475" y="1152525"/>
                </a:lnTo>
                <a:lnTo>
                  <a:pt x="1895475" y="1162050"/>
                </a:lnTo>
                <a:lnTo>
                  <a:pt x="1885950" y="1162050"/>
                </a:lnTo>
                <a:close/>
                <a:moveTo>
                  <a:pt x="133350" y="1171575"/>
                </a:moveTo>
                <a:lnTo>
                  <a:pt x="142875" y="1171575"/>
                </a:lnTo>
                <a:lnTo>
                  <a:pt x="142875" y="1295400"/>
                </a:lnTo>
                <a:lnTo>
                  <a:pt x="133350" y="1295400"/>
                </a:lnTo>
                <a:lnTo>
                  <a:pt x="133350" y="1304925"/>
                </a:lnTo>
                <a:lnTo>
                  <a:pt x="123825" y="1304925"/>
                </a:lnTo>
                <a:lnTo>
                  <a:pt x="123825" y="1314450"/>
                </a:lnTo>
                <a:lnTo>
                  <a:pt x="114300" y="1314450"/>
                </a:lnTo>
                <a:lnTo>
                  <a:pt x="114300" y="1190625"/>
                </a:lnTo>
                <a:lnTo>
                  <a:pt x="133350" y="1190625"/>
                </a:lnTo>
                <a:close/>
                <a:moveTo>
                  <a:pt x="1152525" y="1171575"/>
                </a:moveTo>
                <a:lnTo>
                  <a:pt x="1162050" y="1171575"/>
                </a:lnTo>
                <a:lnTo>
                  <a:pt x="1162050" y="1181100"/>
                </a:lnTo>
                <a:lnTo>
                  <a:pt x="1171575" y="1181100"/>
                </a:lnTo>
                <a:lnTo>
                  <a:pt x="1171575" y="1190625"/>
                </a:lnTo>
                <a:lnTo>
                  <a:pt x="1190625" y="1190625"/>
                </a:lnTo>
                <a:lnTo>
                  <a:pt x="1190625" y="1200150"/>
                </a:lnTo>
                <a:lnTo>
                  <a:pt x="1685925" y="1200150"/>
                </a:lnTo>
                <a:lnTo>
                  <a:pt x="1685925" y="1190625"/>
                </a:lnTo>
                <a:lnTo>
                  <a:pt x="1704975" y="1190625"/>
                </a:lnTo>
                <a:lnTo>
                  <a:pt x="1704975" y="1200150"/>
                </a:lnTo>
                <a:lnTo>
                  <a:pt x="1762125" y="1200150"/>
                </a:lnTo>
                <a:lnTo>
                  <a:pt x="1762125" y="1190625"/>
                </a:lnTo>
                <a:lnTo>
                  <a:pt x="1771650" y="1190625"/>
                </a:lnTo>
                <a:lnTo>
                  <a:pt x="1771650" y="1200150"/>
                </a:lnTo>
                <a:lnTo>
                  <a:pt x="1781175" y="1200150"/>
                </a:lnTo>
                <a:lnTo>
                  <a:pt x="1781175" y="1219200"/>
                </a:lnTo>
                <a:lnTo>
                  <a:pt x="1771650" y="1219200"/>
                </a:lnTo>
                <a:lnTo>
                  <a:pt x="1771650" y="1228725"/>
                </a:lnTo>
                <a:lnTo>
                  <a:pt x="1762125" y="1228725"/>
                </a:lnTo>
                <a:lnTo>
                  <a:pt x="1762125" y="1219200"/>
                </a:lnTo>
                <a:lnTo>
                  <a:pt x="1685925" y="1219200"/>
                </a:lnTo>
                <a:lnTo>
                  <a:pt x="1685925" y="1209675"/>
                </a:lnTo>
                <a:lnTo>
                  <a:pt x="1190625" y="1209675"/>
                </a:lnTo>
                <a:lnTo>
                  <a:pt x="1190625" y="1219200"/>
                </a:lnTo>
                <a:lnTo>
                  <a:pt x="1114425" y="1219200"/>
                </a:lnTo>
                <a:lnTo>
                  <a:pt x="1114425" y="1209675"/>
                </a:lnTo>
                <a:lnTo>
                  <a:pt x="1104900" y="1209675"/>
                </a:lnTo>
                <a:lnTo>
                  <a:pt x="1104900" y="1200150"/>
                </a:lnTo>
                <a:lnTo>
                  <a:pt x="1095375" y="1200150"/>
                </a:lnTo>
                <a:lnTo>
                  <a:pt x="1095375" y="1190625"/>
                </a:lnTo>
                <a:lnTo>
                  <a:pt x="1123950" y="1190625"/>
                </a:lnTo>
                <a:lnTo>
                  <a:pt x="1123950" y="1200150"/>
                </a:lnTo>
                <a:lnTo>
                  <a:pt x="1143000" y="1200150"/>
                </a:lnTo>
                <a:lnTo>
                  <a:pt x="1143000" y="1181100"/>
                </a:lnTo>
                <a:lnTo>
                  <a:pt x="1152525" y="1181100"/>
                </a:lnTo>
                <a:close/>
                <a:moveTo>
                  <a:pt x="371475" y="1190625"/>
                </a:moveTo>
                <a:lnTo>
                  <a:pt x="1066800" y="1190625"/>
                </a:lnTo>
                <a:lnTo>
                  <a:pt x="1066800" y="1209675"/>
                </a:lnTo>
                <a:lnTo>
                  <a:pt x="561975" y="1209675"/>
                </a:lnTo>
                <a:lnTo>
                  <a:pt x="561975" y="1219200"/>
                </a:lnTo>
                <a:lnTo>
                  <a:pt x="533400" y="1219200"/>
                </a:lnTo>
                <a:lnTo>
                  <a:pt x="533400" y="1209675"/>
                </a:lnTo>
                <a:lnTo>
                  <a:pt x="485775" y="1209675"/>
                </a:lnTo>
                <a:lnTo>
                  <a:pt x="485775" y="1219200"/>
                </a:lnTo>
                <a:lnTo>
                  <a:pt x="457200" y="1219200"/>
                </a:lnTo>
                <a:lnTo>
                  <a:pt x="457200" y="1209675"/>
                </a:lnTo>
                <a:lnTo>
                  <a:pt x="361950" y="1209675"/>
                </a:lnTo>
                <a:lnTo>
                  <a:pt x="361950" y="1200150"/>
                </a:lnTo>
                <a:lnTo>
                  <a:pt x="371475" y="1200150"/>
                </a:lnTo>
                <a:close/>
                <a:moveTo>
                  <a:pt x="1781175" y="1219200"/>
                </a:moveTo>
                <a:lnTo>
                  <a:pt x="1790700" y="1219200"/>
                </a:lnTo>
                <a:lnTo>
                  <a:pt x="1790700" y="1876425"/>
                </a:lnTo>
                <a:lnTo>
                  <a:pt x="1781175" y="1876425"/>
                </a:lnTo>
                <a:close/>
                <a:moveTo>
                  <a:pt x="28575" y="1266825"/>
                </a:moveTo>
                <a:lnTo>
                  <a:pt x="38100" y="1266825"/>
                </a:lnTo>
                <a:lnTo>
                  <a:pt x="38100" y="1285875"/>
                </a:lnTo>
                <a:lnTo>
                  <a:pt x="28575" y="1285875"/>
                </a:lnTo>
                <a:close/>
                <a:moveTo>
                  <a:pt x="9525" y="1323975"/>
                </a:moveTo>
                <a:lnTo>
                  <a:pt x="19050" y="1323975"/>
                </a:lnTo>
                <a:lnTo>
                  <a:pt x="19050" y="1409700"/>
                </a:lnTo>
                <a:lnTo>
                  <a:pt x="9525" y="1409700"/>
                </a:lnTo>
                <a:close/>
                <a:moveTo>
                  <a:pt x="114300" y="1323975"/>
                </a:moveTo>
                <a:lnTo>
                  <a:pt x="133350" y="1323975"/>
                </a:lnTo>
                <a:lnTo>
                  <a:pt x="133350" y="1333500"/>
                </a:lnTo>
                <a:lnTo>
                  <a:pt x="123825" y="1333500"/>
                </a:lnTo>
                <a:lnTo>
                  <a:pt x="123825" y="1343025"/>
                </a:lnTo>
                <a:lnTo>
                  <a:pt x="114300" y="1343025"/>
                </a:lnTo>
                <a:close/>
                <a:moveTo>
                  <a:pt x="323850" y="1333500"/>
                </a:moveTo>
                <a:lnTo>
                  <a:pt x="352425" y="1333500"/>
                </a:lnTo>
                <a:lnTo>
                  <a:pt x="352425" y="1352550"/>
                </a:lnTo>
                <a:lnTo>
                  <a:pt x="323850" y="1352550"/>
                </a:lnTo>
                <a:lnTo>
                  <a:pt x="323850" y="1390650"/>
                </a:lnTo>
                <a:lnTo>
                  <a:pt x="314325" y="1390650"/>
                </a:lnTo>
                <a:lnTo>
                  <a:pt x="314325" y="1362075"/>
                </a:lnTo>
                <a:lnTo>
                  <a:pt x="304800" y="1362075"/>
                </a:lnTo>
                <a:lnTo>
                  <a:pt x="304800" y="1352550"/>
                </a:lnTo>
                <a:lnTo>
                  <a:pt x="314325" y="1352550"/>
                </a:lnTo>
                <a:lnTo>
                  <a:pt x="314325" y="1343025"/>
                </a:lnTo>
                <a:lnTo>
                  <a:pt x="323850" y="1343025"/>
                </a:lnTo>
                <a:close/>
                <a:moveTo>
                  <a:pt x="419100" y="1333500"/>
                </a:moveTo>
                <a:lnTo>
                  <a:pt x="428625" y="1333500"/>
                </a:lnTo>
                <a:lnTo>
                  <a:pt x="428625" y="1352550"/>
                </a:lnTo>
                <a:lnTo>
                  <a:pt x="419100" y="1352550"/>
                </a:lnTo>
                <a:close/>
                <a:moveTo>
                  <a:pt x="581025" y="1333500"/>
                </a:moveTo>
                <a:lnTo>
                  <a:pt x="609600" y="1333500"/>
                </a:lnTo>
                <a:lnTo>
                  <a:pt x="609600" y="1343025"/>
                </a:lnTo>
                <a:lnTo>
                  <a:pt x="647700" y="1343025"/>
                </a:lnTo>
                <a:lnTo>
                  <a:pt x="647700" y="1352550"/>
                </a:lnTo>
                <a:lnTo>
                  <a:pt x="638175" y="1352550"/>
                </a:lnTo>
                <a:lnTo>
                  <a:pt x="638175" y="1371600"/>
                </a:lnTo>
                <a:lnTo>
                  <a:pt x="628650" y="1371600"/>
                </a:lnTo>
                <a:lnTo>
                  <a:pt x="628650" y="1381125"/>
                </a:lnTo>
                <a:lnTo>
                  <a:pt x="609600" y="1381125"/>
                </a:lnTo>
                <a:lnTo>
                  <a:pt x="609600" y="1352550"/>
                </a:lnTo>
                <a:lnTo>
                  <a:pt x="600075" y="1352550"/>
                </a:lnTo>
                <a:lnTo>
                  <a:pt x="600075" y="1343025"/>
                </a:lnTo>
                <a:lnTo>
                  <a:pt x="590550" y="1343025"/>
                </a:lnTo>
                <a:lnTo>
                  <a:pt x="590550" y="1352550"/>
                </a:lnTo>
                <a:lnTo>
                  <a:pt x="581025" y="1352550"/>
                </a:lnTo>
                <a:lnTo>
                  <a:pt x="581025" y="1362075"/>
                </a:lnTo>
                <a:lnTo>
                  <a:pt x="561975" y="1362075"/>
                </a:lnTo>
                <a:lnTo>
                  <a:pt x="561975" y="1343025"/>
                </a:lnTo>
                <a:lnTo>
                  <a:pt x="581025" y="1343025"/>
                </a:lnTo>
                <a:close/>
                <a:moveTo>
                  <a:pt x="657225" y="1333500"/>
                </a:moveTo>
                <a:lnTo>
                  <a:pt x="704850" y="1333500"/>
                </a:lnTo>
                <a:lnTo>
                  <a:pt x="704850" y="1343025"/>
                </a:lnTo>
                <a:lnTo>
                  <a:pt x="714375" y="1343025"/>
                </a:lnTo>
                <a:lnTo>
                  <a:pt x="714375" y="1352550"/>
                </a:lnTo>
                <a:lnTo>
                  <a:pt x="733425" y="1352550"/>
                </a:lnTo>
                <a:lnTo>
                  <a:pt x="733425" y="1343025"/>
                </a:lnTo>
                <a:lnTo>
                  <a:pt x="742950" y="1343025"/>
                </a:lnTo>
                <a:lnTo>
                  <a:pt x="742950" y="1333500"/>
                </a:lnTo>
                <a:lnTo>
                  <a:pt x="781050" y="1333500"/>
                </a:lnTo>
                <a:lnTo>
                  <a:pt x="781050" y="1343025"/>
                </a:lnTo>
                <a:lnTo>
                  <a:pt x="800100" y="1343025"/>
                </a:lnTo>
                <a:lnTo>
                  <a:pt x="800100" y="1371600"/>
                </a:lnTo>
                <a:lnTo>
                  <a:pt x="809625" y="1371600"/>
                </a:lnTo>
                <a:lnTo>
                  <a:pt x="809625" y="1362075"/>
                </a:lnTo>
                <a:lnTo>
                  <a:pt x="819150" y="1362075"/>
                </a:lnTo>
                <a:lnTo>
                  <a:pt x="819150" y="1371600"/>
                </a:lnTo>
                <a:lnTo>
                  <a:pt x="809625" y="1371600"/>
                </a:lnTo>
                <a:lnTo>
                  <a:pt x="809625" y="1381125"/>
                </a:lnTo>
                <a:lnTo>
                  <a:pt x="800100" y="1381125"/>
                </a:lnTo>
                <a:lnTo>
                  <a:pt x="800100" y="1390650"/>
                </a:lnTo>
                <a:lnTo>
                  <a:pt x="781050" y="1390650"/>
                </a:lnTo>
                <a:lnTo>
                  <a:pt x="781050" y="1419225"/>
                </a:lnTo>
                <a:lnTo>
                  <a:pt x="771525" y="1419225"/>
                </a:lnTo>
                <a:lnTo>
                  <a:pt x="771525" y="1409700"/>
                </a:lnTo>
                <a:lnTo>
                  <a:pt x="762000" y="1409700"/>
                </a:lnTo>
                <a:lnTo>
                  <a:pt x="762000" y="1419225"/>
                </a:lnTo>
                <a:lnTo>
                  <a:pt x="752475" y="1419225"/>
                </a:lnTo>
                <a:lnTo>
                  <a:pt x="752475" y="1381125"/>
                </a:lnTo>
                <a:lnTo>
                  <a:pt x="733425" y="1381125"/>
                </a:lnTo>
                <a:lnTo>
                  <a:pt x="733425" y="1371600"/>
                </a:lnTo>
                <a:lnTo>
                  <a:pt x="723900" y="1371600"/>
                </a:lnTo>
                <a:lnTo>
                  <a:pt x="723900" y="1381125"/>
                </a:lnTo>
                <a:lnTo>
                  <a:pt x="666750" y="1381125"/>
                </a:lnTo>
                <a:lnTo>
                  <a:pt x="666750" y="1371600"/>
                </a:lnTo>
                <a:lnTo>
                  <a:pt x="657225" y="1371600"/>
                </a:lnTo>
                <a:lnTo>
                  <a:pt x="657225" y="1362075"/>
                </a:lnTo>
                <a:lnTo>
                  <a:pt x="666750" y="1362075"/>
                </a:lnTo>
                <a:lnTo>
                  <a:pt x="666750" y="1352550"/>
                </a:lnTo>
                <a:lnTo>
                  <a:pt x="657225" y="1352550"/>
                </a:lnTo>
                <a:close/>
                <a:moveTo>
                  <a:pt x="847725" y="1333500"/>
                </a:moveTo>
                <a:lnTo>
                  <a:pt x="914400" y="1333500"/>
                </a:lnTo>
                <a:lnTo>
                  <a:pt x="914400" y="1343025"/>
                </a:lnTo>
                <a:lnTo>
                  <a:pt x="933450" y="1343025"/>
                </a:lnTo>
                <a:lnTo>
                  <a:pt x="933450" y="1362075"/>
                </a:lnTo>
                <a:lnTo>
                  <a:pt x="914400" y="1362075"/>
                </a:lnTo>
                <a:lnTo>
                  <a:pt x="914400" y="1381125"/>
                </a:lnTo>
                <a:lnTo>
                  <a:pt x="904875" y="1381125"/>
                </a:lnTo>
                <a:lnTo>
                  <a:pt x="904875" y="1352550"/>
                </a:lnTo>
                <a:lnTo>
                  <a:pt x="847725" y="1352550"/>
                </a:lnTo>
                <a:lnTo>
                  <a:pt x="847725" y="1362075"/>
                </a:lnTo>
                <a:lnTo>
                  <a:pt x="838200" y="1362075"/>
                </a:lnTo>
                <a:lnTo>
                  <a:pt x="838200" y="1352550"/>
                </a:lnTo>
                <a:lnTo>
                  <a:pt x="828675" y="1352550"/>
                </a:lnTo>
                <a:lnTo>
                  <a:pt x="828675" y="1343025"/>
                </a:lnTo>
                <a:lnTo>
                  <a:pt x="847725" y="1343025"/>
                </a:lnTo>
                <a:close/>
                <a:moveTo>
                  <a:pt x="1047750" y="1333500"/>
                </a:moveTo>
                <a:lnTo>
                  <a:pt x="1076325" y="1333500"/>
                </a:lnTo>
                <a:lnTo>
                  <a:pt x="1076325" y="1343025"/>
                </a:lnTo>
                <a:lnTo>
                  <a:pt x="1085850" y="1343025"/>
                </a:lnTo>
                <a:lnTo>
                  <a:pt x="1085850" y="1362075"/>
                </a:lnTo>
                <a:lnTo>
                  <a:pt x="1076325" y="1362075"/>
                </a:lnTo>
                <a:lnTo>
                  <a:pt x="1076325" y="1352550"/>
                </a:lnTo>
                <a:lnTo>
                  <a:pt x="1047750" y="1352550"/>
                </a:lnTo>
                <a:close/>
                <a:moveTo>
                  <a:pt x="1114425" y="1333500"/>
                </a:moveTo>
                <a:lnTo>
                  <a:pt x="1123950" y="1333500"/>
                </a:lnTo>
                <a:lnTo>
                  <a:pt x="1123950" y="1352550"/>
                </a:lnTo>
                <a:lnTo>
                  <a:pt x="1104900" y="1352550"/>
                </a:lnTo>
                <a:lnTo>
                  <a:pt x="1104900" y="1343025"/>
                </a:lnTo>
                <a:lnTo>
                  <a:pt x="1114425" y="1343025"/>
                </a:lnTo>
                <a:close/>
                <a:moveTo>
                  <a:pt x="1219200" y="1333500"/>
                </a:moveTo>
                <a:lnTo>
                  <a:pt x="1276350" y="1333500"/>
                </a:lnTo>
                <a:lnTo>
                  <a:pt x="1276350" y="1352550"/>
                </a:lnTo>
                <a:lnTo>
                  <a:pt x="1219200" y="1352550"/>
                </a:lnTo>
                <a:close/>
                <a:moveTo>
                  <a:pt x="1323975" y="1333500"/>
                </a:moveTo>
                <a:lnTo>
                  <a:pt x="1400175" y="1333500"/>
                </a:lnTo>
                <a:lnTo>
                  <a:pt x="1400175" y="1352550"/>
                </a:lnTo>
                <a:lnTo>
                  <a:pt x="1323975" y="1352550"/>
                </a:lnTo>
                <a:close/>
                <a:moveTo>
                  <a:pt x="1514475" y="1333500"/>
                </a:moveTo>
                <a:lnTo>
                  <a:pt x="1533525" y="1333500"/>
                </a:lnTo>
                <a:lnTo>
                  <a:pt x="1533525" y="1352550"/>
                </a:lnTo>
                <a:lnTo>
                  <a:pt x="1514475" y="1352550"/>
                </a:lnTo>
                <a:close/>
                <a:moveTo>
                  <a:pt x="1752600" y="1333500"/>
                </a:moveTo>
                <a:lnTo>
                  <a:pt x="1771650" y="1333500"/>
                </a:lnTo>
                <a:lnTo>
                  <a:pt x="1771650" y="1362075"/>
                </a:lnTo>
                <a:lnTo>
                  <a:pt x="1762125" y="1362075"/>
                </a:lnTo>
                <a:lnTo>
                  <a:pt x="1762125" y="1352550"/>
                </a:lnTo>
                <a:lnTo>
                  <a:pt x="1752600" y="1352550"/>
                </a:lnTo>
                <a:close/>
                <a:moveTo>
                  <a:pt x="133350" y="1343025"/>
                </a:moveTo>
                <a:lnTo>
                  <a:pt x="142875" y="1343025"/>
                </a:lnTo>
                <a:lnTo>
                  <a:pt x="142875" y="1352550"/>
                </a:lnTo>
                <a:lnTo>
                  <a:pt x="133350" y="1352550"/>
                </a:lnTo>
                <a:close/>
                <a:moveTo>
                  <a:pt x="1038225" y="1352550"/>
                </a:moveTo>
                <a:lnTo>
                  <a:pt x="1047750" y="1352550"/>
                </a:lnTo>
                <a:lnTo>
                  <a:pt x="1047750" y="1362075"/>
                </a:lnTo>
                <a:lnTo>
                  <a:pt x="1038225" y="1362075"/>
                </a:lnTo>
                <a:close/>
                <a:moveTo>
                  <a:pt x="1095375" y="1352550"/>
                </a:moveTo>
                <a:lnTo>
                  <a:pt x="1104900" y="1352550"/>
                </a:lnTo>
                <a:lnTo>
                  <a:pt x="1104900" y="1362075"/>
                </a:lnTo>
                <a:lnTo>
                  <a:pt x="1095375" y="1362075"/>
                </a:lnTo>
                <a:close/>
                <a:moveTo>
                  <a:pt x="247650" y="1362075"/>
                </a:moveTo>
                <a:lnTo>
                  <a:pt x="257175" y="1362075"/>
                </a:lnTo>
                <a:lnTo>
                  <a:pt x="257175" y="1371600"/>
                </a:lnTo>
                <a:lnTo>
                  <a:pt x="247650" y="1371600"/>
                </a:lnTo>
                <a:close/>
                <a:moveTo>
                  <a:pt x="333375" y="1371600"/>
                </a:moveTo>
                <a:lnTo>
                  <a:pt x="342900" y="1371600"/>
                </a:lnTo>
                <a:lnTo>
                  <a:pt x="342900" y="1381125"/>
                </a:lnTo>
                <a:lnTo>
                  <a:pt x="352425" y="1381125"/>
                </a:lnTo>
                <a:lnTo>
                  <a:pt x="352425" y="1390650"/>
                </a:lnTo>
                <a:lnTo>
                  <a:pt x="342900" y="1390650"/>
                </a:lnTo>
                <a:lnTo>
                  <a:pt x="342900" y="1400175"/>
                </a:lnTo>
                <a:lnTo>
                  <a:pt x="333375" y="1400175"/>
                </a:lnTo>
                <a:close/>
                <a:moveTo>
                  <a:pt x="952500" y="1371600"/>
                </a:moveTo>
                <a:lnTo>
                  <a:pt x="962025" y="1371600"/>
                </a:lnTo>
                <a:lnTo>
                  <a:pt x="962025" y="1381125"/>
                </a:lnTo>
                <a:lnTo>
                  <a:pt x="952500" y="1381125"/>
                </a:lnTo>
                <a:close/>
                <a:moveTo>
                  <a:pt x="1057275" y="1371600"/>
                </a:moveTo>
                <a:lnTo>
                  <a:pt x="1066800" y="1371600"/>
                </a:lnTo>
                <a:lnTo>
                  <a:pt x="1066800" y="1381125"/>
                </a:lnTo>
                <a:lnTo>
                  <a:pt x="1057275" y="1381125"/>
                </a:lnTo>
                <a:close/>
                <a:moveTo>
                  <a:pt x="866775" y="1400175"/>
                </a:moveTo>
                <a:lnTo>
                  <a:pt x="876300" y="1400175"/>
                </a:lnTo>
                <a:lnTo>
                  <a:pt x="876300" y="1419225"/>
                </a:lnTo>
                <a:lnTo>
                  <a:pt x="866775" y="1419225"/>
                </a:lnTo>
                <a:close/>
                <a:moveTo>
                  <a:pt x="114300" y="1409700"/>
                </a:moveTo>
                <a:lnTo>
                  <a:pt x="123825" y="1409700"/>
                </a:lnTo>
                <a:lnTo>
                  <a:pt x="123825" y="1419225"/>
                </a:lnTo>
                <a:lnTo>
                  <a:pt x="114300" y="1419225"/>
                </a:lnTo>
                <a:close/>
                <a:moveTo>
                  <a:pt x="419100" y="1409700"/>
                </a:moveTo>
                <a:lnTo>
                  <a:pt x="428625" y="1409700"/>
                </a:lnTo>
                <a:lnTo>
                  <a:pt x="428625" y="1419225"/>
                </a:lnTo>
                <a:lnTo>
                  <a:pt x="419100" y="1419225"/>
                </a:lnTo>
                <a:close/>
                <a:moveTo>
                  <a:pt x="447675" y="1409700"/>
                </a:moveTo>
                <a:lnTo>
                  <a:pt x="457200" y="1409700"/>
                </a:lnTo>
                <a:lnTo>
                  <a:pt x="457200" y="1428750"/>
                </a:lnTo>
                <a:lnTo>
                  <a:pt x="447675" y="1428750"/>
                </a:lnTo>
                <a:close/>
                <a:moveTo>
                  <a:pt x="942975" y="1409700"/>
                </a:moveTo>
                <a:lnTo>
                  <a:pt x="952500" y="1409700"/>
                </a:lnTo>
                <a:lnTo>
                  <a:pt x="952500" y="1419225"/>
                </a:lnTo>
                <a:lnTo>
                  <a:pt x="962025" y="1419225"/>
                </a:lnTo>
                <a:lnTo>
                  <a:pt x="962025" y="1428750"/>
                </a:lnTo>
                <a:lnTo>
                  <a:pt x="933450" y="1428750"/>
                </a:lnTo>
                <a:lnTo>
                  <a:pt x="933450" y="1419225"/>
                </a:lnTo>
                <a:lnTo>
                  <a:pt x="942975" y="1419225"/>
                </a:lnTo>
                <a:close/>
                <a:moveTo>
                  <a:pt x="295275" y="1419225"/>
                </a:moveTo>
                <a:lnTo>
                  <a:pt x="304800" y="1419225"/>
                </a:lnTo>
                <a:lnTo>
                  <a:pt x="304800" y="1428750"/>
                </a:lnTo>
                <a:lnTo>
                  <a:pt x="295275" y="1428750"/>
                </a:lnTo>
                <a:close/>
                <a:moveTo>
                  <a:pt x="657225" y="1419225"/>
                </a:moveTo>
                <a:lnTo>
                  <a:pt x="685800" y="1419225"/>
                </a:lnTo>
                <a:lnTo>
                  <a:pt x="685800" y="1428750"/>
                </a:lnTo>
                <a:lnTo>
                  <a:pt x="657225" y="1428750"/>
                </a:lnTo>
                <a:close/>
                <a:moveTo>
                  <a:pt x="895350" y="1419225"/>
                </a:moveTo>
                <a:lnTo>
                  <a:pt x="904875" y="1419225"/>
                </a:lnTo>
                <a:lnTo>
                  <a:pt x="904875" y="1428750"/>
                </a:lnTo>
                <a:lnTo>
                  <a:pt x="895350" y="1428750"/>
                </a:lnTo>
                <a:close/>
                <a:moveTo>
                  <a:pt x="285750" y="1428750"/>
                </a:moveTo>
                <a:lnTo>
                  <a:pt x="295275" y="1428750"/>
                </a:lnTo>
                <a:lnTo>
                  <a:pt x="295275" y="1438275"/>
                </a:lnTo>
                <a:lnTo>
                  <a:pt x="285750" y="1438275"/>
                </a:lnTo>
                <a:close/>
                <a:moveTo>
                  <a:pt x="381000" y="1428750"/>
                </a:moveTo>
                <a:lnTo>
                  <a:pt x="419100" y="1428750"/>
                </a:lnTo>
                <a:lnTo>
                  <a:pt x="419100" y="1438275"/>
                </a:lnTo>
                <a:lnTo>
                  <a:pt x="381000" y="1438275"/>
                </a:lnTo>
                <a:close/>
                <a:moveTo>
                  <a:pt x="457200" y="1428750"/>
                </a:moveTo>
                <a:lnTo>
                  <a:pt x="476250" y="1428750"/>
                </a:lnTo>
                <a:lnTo>
                  <a:pt x="476250" y="1438275"/>
                </a:lnTo>
                <a:lnTo>
                  <a:pt x="457200" y="1438275"/>
                </a:lnTo>
                <a:close/>
                <a:moveTo>
                  <a:pt x="504825" y="1428750"/>
                </a:moveTo>
                <a:lnTo>
                  <a:pt x="523875" y="1428750"/>
                </a:lnTo>
                <a:lnTo>
                  <a:pt x="523875" y="1438275"/>
                </a:lnTo>
                <a:lnTo>
                  <a:pt x="504825" y="1438275"/>
                </a:lnTo>
                <a:close/>
                <a:moveTo>
                  <a:pt x="600075" y="1428750"/>
                </a:moveTo>
                <a:lnTo>
                  <a:pt x="609600" y="1428750"/>
                </a:lnTo>
                <a:lnTo>
                  <a:pt x="609600" y="1438275"/>
                </a:lnTo>
                <a:lnTo>
                  <a:pt x="600075" y="1438275"/>
                </a:lnTo>
                <a:close/>
                <a:moveTo>
                  <a:pt x="1066800" y="1428750"/>
                </a:moveTo>
                <a:lnTo>
                  <a:pt x="1085850" y="1428750"/>
                </a:lnTo>
                <a:lnTo>
                  <a:pt x="1085850" y="1438275"/>
                </a:lnTo>
                <a:lnTo>
                  <a:pt x="1066800" y="1438275"/>
                </a:lnTo>
                <a:close/>
                <a:moveTo>
                  <a:pt x="1762125" y="1466850"/>
                </a:moveTo>
                <a:lnTo>
                  <a:pt x="1771650" y="1466850"/>
                </a:lnTo>
                <a:lnTo>
                  <a:pt x="1771650" y="1495425"/>
                </a:lnTo>
                <a:lnTo>
                  <a:pt x="1762125" y="1495425"/>
                </a:lnTo>
                <a:close/>
                <a:moveTo>
                  <a:pt x="114300" y="1476375"/>
                </a:moveTo>
                <a:lnTo>
                  <a:pt x="123825" y="1476375"/>
                </a:lnTo>
                <a:lnTo>
                  <a:pt x="123825" y="1485900"/>
                </a:lnTo>
                <a:lnTo>
                  <a:pt x="133350" y="1485900"/>
                </a:lnTo>
                <a:lnTo>
                  <a:pt x="133350" y="1504950"/>
                </a:lnTo>
                <a:lnTo>
                  <a:pt x="123825" y="1504950"/>
                </a:lnTo>
                <a:lnTo>
                  <a:pt x="123825" y="1514475"/>
                </a:lnTo>
                <a:lnTo>
                  <a:pt x="114300" y="1514475"/>
                </a:lnTo>
                <a:close/>
                <a:moveTo>
                  <a:pt x="1657350" y="1581150"/>
                </a:moveTo>
                <a:lnTo>
                  <a:pt x="1666875" y="1581150"/>
                </a:lnTo>
                <a:lnTo>
                  <a:pt x="1666875" y="1590675"/>
                </a:lnTo>
                <a:lnTo>
                  <a:pt x="1657350" y="1590675"/>
                </a:lnTo>
                <a:close/>
                <a:moveTo>
                  <a:pt x="1609725" y="1590675"/>
                </a:moveTo>
                <a:lnTo>
                  <a:pt x="1619250" y="1590675"/>
                </a:lnTo>
                <a:lnTo>
                  <a:pt x="1619250" y="1600200"/>
                </a:lnTo>
                <a:lnTo>
                  <a:pt x="1609725" y="1600200"/>
                </a:lnTo>
                <a:close/>
                <a:moveTo>
                  <a:pt x="1257300" y="1600200"/>
                </a:moveTo>
                <a:lnTo>
                  <a:pt x="1266825" y="1600200"/>
                </a:lnTo>
                <a:lnTo>
                  <a:pt x="1266825" y="1619250"/>
                </a:lnTo>
                <a:lnTo>
                  <a:pt x="1257300" y="1619250"/>
                </a:lnTo>
                <a:close/>
                <a:moveTo>
                  <a:pt x="1762125" y="1600200"/>
                </a:moveTo>
                <a:lnTo>
                  <a:pt x="1771650" y="1600200"/>
                </a:lnTo>
                <a:lnTo>
                  <a:pt x="1771650" y="1628775"/>
                </a:lnTo>
                <a:lnTo>
                  <a:pt x="1762125" y="1628775"/>
                </a:lnTo>
                <a:close/>
                <a:moveTo>
                  <a:pt x="514350" y="1609725"/>
                </a:moveTo>
                <a:lnTo>
                  <a:pt x="523875" y="1609725"/>
                </a:lnTo>
                <a:lnTo>
                  <a:pt x="523875" y="1619250"/>
                </a:lnTo>
                <a:lnTo>
                  <a:pt x="514350" y="1619250"/>
                </a:lnTo>
                <a:close/>
                <a:moveTo>
                  <a:pt x="466725" y="1619250"/>
                </a:moveTo>
                <a:lnTo>
                  <a:pt x="476250" y="1619250"/>
                </a:lnTo>
                <a:lnTo>
                  <a:pt x="476250" y="1628775"/>
                </a:lnTo>
                <a:lnTo>
                  <a:pt x="466725" y="1628775"/>
                </a:lnTo>
                <a:close/>
                <a:moveTo>
                  <a:pt x="504825" y="1619250"/>
                </a:moveTo>
                <a:lnTo>
                  <a:pt x="514350" y="1619250"/>
                </a:lnTo>
                <a:lnTo>
                  <a:pt x="514350" y="1628775"/>
                </a:lnTo>
                <a:lnTo>
                  <a:pt x="504825" y="1628775"/>
                </a:lnTo>
                <a:close/>
                <a:moveTo>
                  <a:pt x="381000" y="1628775"/>
                </a:moveTo>
                <a:lnTo>
                  <a:pt x="409575" y="1628775"/>
                </a:lnTo>
                <a:lnTo>
                  <a:pt x="409575" y="1638300"/>
                </a:lnTo>
                <a:lnTo>
                  <a:pt x="381000" y="1638300"/>
                </a:lnTo>
                <a:close/>
                <a:moveTo>
                  <a:pt x="476250" y="1628775"/>
                </a:moveTo>
                <a:lnTo>
                  <a:pt x="504825" y="1628775"/>
                </a:lnTo>
                <a:lnTo>
                  <a:pt x="504825" y="1638300"/>
                </a:lnTo>
                <a:lnTo>
                  <a:pt x="476250" y="1638300"/>
                </a:lnTo>
                <a:close/>
                <a:moveTo>
                  <a:pt x="1657350" y="1628775"/>
                </a:moveTo>
                <a:lnTo>
                  <a:pt x="1666875" y="1628775"/>
                </a:lnTo>
                <a:lnTo>
                  <a:pt x="1666875" y="1638300"/>
                </a:lnTo>
                <a:lnTo>
                  <a:pt x="1657350" y="1638300"/>
                </a:lnTo>
                <a:close/>
                <a:moveTo>
                  <a:pt x="1524000" y="1638300"/>
                </a:moveTo>
                <a:lnTo>
                  <a:pt x="1533525" y="1638300"/>
                </a:lnTo>
                <a:lnTo>
                  <a:pt x="1533525" y="1647825"/>
                </a:lnTo>
                <a:lnTo>
                  <a:pt x="1524000" y="1647825"/>
                </a:lnTo>
                <a:close/>
                <a:moveTo>
                  <a:pt x="1352550" y="1647825"/>
                </a:moveTo>
                <a:lnTo>
                  <a:pt x="1362075" y="1647825"/>
                </a:lnTo>
                <a:lnTo>
                  <a:pt x="1362075" y="1657350"/>
                </a:lnTo>
                <a:lnTo>
                  <a:pt x="1352550" y="1657350"/>
                </a:lnTo>
                <a:close/>
                <a:moveTo>
                  <a:pt x="561975" y="1685925"/>
                </a:moveTo>
                <a:lnTo>
                  <a:pt x="581025" y="1685925"/>
                </a:lnTo>
                <a:lnTo>
                  <a:pt x="581025" y="1695450"/>
                </a:lnTo>
                <a:lnTo>
                  <a:pt x="561975" y="1695450"/>
                </a:lnTo>
                <a:close/>
                <a:moveTo>
                  <a:pt x="419100" y="1695450"/>
                </a:moveTo>
                <a:lnTo>
                  <a:pt x="428625" y="1695450"/>
                </a:lnTo>
                <a:lnTo>
                  <a:pt x="428625" y="1704975"/>
                </a:lnTo>
                <a:lnTo>
                  <a:pt x="419100" y="1704975"/>
                </a:lnTo>
                <a:close/>
                <a:moveTo>
                  <a:pt x="438150" y="1695450"/>
                </a:moveTo>
                <a:lnTo>
                  <a:pt x="457200" y="1695450"/>
                </a:lnTo>
                <a:lnTo>
                  <a:pt x="457200" y="1704975"/>
                </a:lnTo>
                <a:lnTo>
                  <a:pt x="438150" y="1704975"/>
                </a:lnTo>
                <a:close/>
                <a:moveTo>
                  <a:pt x="685800" y="1695450"/>
                </a:moveTo>
                <a:lnTo>
                  <a:pt x="714375" y="1695450"/>
                </a:lnTo>
                <a:lnTo>
                  <a:pt x="714375" y="1704975"/>
                </a:lnTo>
                <a:lnTo>
                  <a:pt x="685800" y="1704975"/>
                </a:lnTo>
                <a:close/>
                <a:moveTo>
                  <a:pt x="457200" y="1704975"/>
                </a:moveTo>
                <a:lnTo>
                  <a:pt x="466725" y="1704975"/>
                </a:lnTo>
                <a:lnTo>
                  <a:pt x="466725" y="1714500"/>
                </a:lnTo>
                <a:lnTo>
                  <a:pt x="457200" y="1714500"/>
                </a:lnTo>
                <a:close/>
                <a:moveTo>
                  <a:pt x="495300" y="1704975"/>
                </a:moveTo>
                <a:lnTo>
                  <a:pt x="504825" y="1704975"/>
                </a:lnTo>
                <a:lnTo>
                  <a:pt x="504825" y="1724025"/>
                </a:lnTo>
                <a:lnTo>
                  <a:pt x="495300" y="1724025"/>
                </a:lnTo>
                <a:close/>
                <a:moveTo>
                  <a:pt x="514350" y="1704975"/>
                </a:moveTo>
                <a:lnTo>
                  <a:pt x="523875" y="1704975"/>
                </a:lnTo>
                <a:lnTo>
                  <a:pt x="523875" y="1724025"/>
                </a:lnTo>
                <a:lnTo>
                  <a:pt x="514350" y="1724025"/>
                </a:lnTo>
                <a:close/>
                <a:moveTo>
                  <a:pt x="390525" y="1714500"/>
                </a:moveTo>
                <a:lnTo>
                  <a:pt x="409575" y="1714500"/>
                </a:lnTo>
                <a:lnTo>
                  <a:pt x="409575" y="1724025"/>
                </a:lnTo>
                <a:lnTo>
                  <a:pt x="400050" y="1724025"/>
                </a:lnTo>
                <a:lnTo>
                  <a:pt x="400050" y="1733550"/>
                </a:lnTo>
                <a:lnTo>
                  <a:pt x="419100" y="1733550"/>
                </a:lnTo>
                <a:lnTo>
                  <a:pt x="419100" y="1743075"/>
                </a:lnTo>
                <a:lnTo>
                  <a:pt x="390525" y="1743075"/>
                </a:lnTo>
                <a:close/>
                <a:moveTo>
                  <a:pt x="209550" y="1724025"/>
                </a:moveTo>
                <a:lnTo>
                  <a:pt x="219075" y="1724025"/>
                </a:lnTo>
                <a:lnTo>
                  <a:pt x="219075" y="1733550"/>
                </a:lnTo>
                <a:lnTo>
                  <a:pt x="209550" y="1733550"/>
                </a:lnTo>
                <a:close/>
                <a:moveTo>
                  <a:pt x="0" y="1733550"/>
                </a:moveTo>
                <a:lnTo>
                  <a:pt x="38100" y="1733550"/>
                </a:lnTo>
                <a:lnTo>
                  <a:pt x="38100" y="1752600"/>
                </a:lnTo>
                <a:lnTo>
                  <a:pt x="28575" y="1752600"/>
                </a:lnTo>
                <a:lnTo>
                  <a:pt x="28575" y="1743075"/>
                </a:lnTo>
                <a:lnTo>
                  <a:pt x="19050" y="1743075"/>
                </a:lnTo>
                <a:lnTo>
                  <a:pt x="19050" y="1752600"/>
                </a:lnTo>
                <a:lnTo>
                  <a:pt x="0" y="1752600"/>
                </a:lnTo>
                <a:close/>
                <a:moveTo>
                  <a:pt x="114300" y="1733550"/>
                </a:moveTo>
                <a:lnTo>
                  <a:pt x="123825" y="1733550"/>
                </a:lnTo>
                <a:lnTo>
                  <a:pt x="123825" y="1743075"/>
                </a:lnTo>
                <a:lnTo>
                  <a:pt x="114300" y="1743075"/>
                </a:lnTo>
                <a:close/>
                <a:moveTo>
                  <a:pt x="219075" y="1733550"/>
                </a:moveTo>
                <a:lnTo>
                  <a:pt x="238125" y="1733550"/>
                </a:lnTo>
                <a:lnTo>
                  <a:pt x="238125" y="1743075"/>
                </a:lnTo>
                <a:lnTo>
                  <a:pt x="219075" y="1743075"/>
                </a:lnTo>
                <a:close/>
                <a:moveTo>
                  <a:pt x="257175" y="1733550"/>
                </a:moveTo>
                <a:lnTo>
                  <a:pt x="276225" y="1733550"/>
                </a:lnTo>
                <a:lnTo>
                  <a:pt x="276225" y="1743075"/>
                </a:lnTo>
                <a:lnTo>
                  <a:pt x="257175" y="1743075"/>
                </a:lnTo>
                <a:close/>
                <a:moveTo>
                  <a:pt x="342900" y="1733550"/>
                </a:moveTo>
                <a:lnTo>
                  <a:pt x="352425" y="1733550"/>
                </a:lnTo>
                <a:lnTo>
                  <a:pt x="352425" y="1743075"/>
                </a:lnTo>
                <a:lnTo>
                  <a:pt x="342900" y="1743075"/>
                </a:lnTo>
                <a:close/>
                <a:moveTo>
                  <a:pt x="428625" y="1733550"/>
                </a:moveTo>
                <a:lnTo>
                  <a:pt x="457200" y="1733550"/>
                </a:lnTo>
                <a:lnTo>
                  <a:pt x="457200" y="1743075"/>
                </a:lnTo>
                <a:lnTo>
                  <a:pt x="428625" y="1743075"/>
                </a:lnTo>
                <a:close/>
                <a:moveTo>
                  <a:pt x="676275" y="1733550"/>
                </a:moveTo>
                <a:lnTo>
                  <a:pt x="704850" y="1733550"/>
                </a:lnTo>
                <a:lnTo>
                  <a:pt x="704850" y="1743075"/>
                </a:lnTo>
                <a:lnTo>
                  <a:pt x="676275" y="1743075"/>
                </a:lnTo>
                <a:close/>
                <a:moveTo>
                  <a:pt x="714375" y="1733550"/>
                </a:moveTo>
                <a:lnTo>
                  <a:pt x="733425" y="1733550"/>
                </a:lnTo>
                <a:lnTo>
                  <a:pt x="733425" y="1743075"/>
                </a:lnTo>
                <a:lnTo>
                  <a:pt x="714375" y="1743075"/>
                </a:lnTo>
                <a:close/>
                <a:moveTo>
                  <a:pt x="1762125" y="1733550"/>
                </a:moveTo>
                <a:lnTo>
                  <a:pt x="1771650" y="1733550"/>
                </a:lnTo>
                <a:lnTo>
                  <a:pt x="1771650" y="1762125"/>
                </a:lnTo>
                <a:lnTo>
                  <a:pt x="1762125" y="1762125"/>
                </a:lnTo>
                <a:close/>
                <a:moveTo>
                  <a:pt x="276225" y="1743075"/>
                </a:moveTo>
                <a:lnTo>
                  <a:pt x="314325" y="1743075"/>
                </a:lnTo>
                <a:lnTo>
                  <a:pt x="314325" y="1752600"/>
                </a:lnTo>
                <a:lnTo>
                  <a:pt x="276225" y="1752600"/>
                </a:lnTo>
                <a:close/>
                <a:moveTo>
                  <a:pt x="619125" y="1743075"/>
                </a:moveTo>
                <a:lnTo>
                  <a:pt x="647700" y="1743075"/>
                </a:lnTo>
                <a:lnTo>
                  <a:pt x="647700" y="1752600"/>
                </a:lnTo>
                <a:lnTo>
                  <a:pt x="619125" y="1752600"/>
                </a:lnTo>
                <a:close/>
                <a:moveTo>
                  <a:pt x="114300" y="1762125"/>
                </a:moveTo>
                <a:lnTo>
                  <a:pt x="133350" y="1762125"/>
                </a:lnTo>
                <a:lnTo>
                  <a:pt x="133350" y="1771650"/>
                </a:lnTo>
                <a:lnTo>
                  <a:pt x="142875" y="1771650"/>
                </a:lnTo>
                <a:lnTo>
                  <a:pt x="142875" y="1790700"/>
                </a:lnTo>
                <a:lnTo>
                  <a:pt x="133350" y="1790700"/>
                </a:lnTo>
                <a:lnTo>
                  <a:pt x="133350" y="1800225"/>
                </a:lnTo>
                <a:lnTo>
                  <a:pt x="123825" y="1800225"/>
                </a:lnTo>
                <a:lnTo>
                  <a:pt x="123825" y="1809750"/>
                </a:lnTo>
                <a:lnTo>
                  <a:pt x="114300" y="1809750"/>
                </a:lnTo>
                <a:close/>
                <a:moveTo>
                  <a:pt x="228600" y="1809750"/>
                </a:moveTo>
                <a:lnTo>
                  <a:pt x="247650" y="1809750"/>
                </a:lnTo>
                <a:lnTo>
                  <a:pt x="247650" y="1819275"/>
                </a:lnTo>
                <a:lnTo>
                  <a:pt x="228600" y="1819275"/>
                </a:lnTo>
                <a:close/>
                <a:moveTo>
                  <a:pt x="504825" y="1809750"/>
                </a:moveTo>
                <a:lnTo>
                  <a:pt x="514350" y="1809750"/>
                </a:lnTo>
                <a:lnTo>
                  <a:pt x="514350" y="1819275"/>
                </a:lnTo>
                <a:lnTo>
                  <a:pt x="504825" y="1819275"/>
                </a:lnTo>
                <a:close/>
                <a:moveTo>
                  <a:pt x="685800" y="1809750"/>
                </a:moveTo>
                <a:lnTo>
                  <a:pt x="695325" y="1809750"/>
                </a:lnTo>
                <a:lnTo>
                  <a:pt x="695325" y="1819275"/>
                </a:lnTo>
                <a:lnTo>
                  <a:pt x="685800" y="1819275"/>
                </a:lnTo>
                <a:close/>
                <a:moveTo>
                  <a:pt x="342900" y="1819275"/>
                </a:moveTo>
                <a:lnTo>
                  <a:pt x="352425" y="1819275"/>
                </a:lnTo>
                <a:lnTo>
                  <a:pt x="352425" y="1828800"/>
                </a:lnTo>
                <a:lnTo>
                  <a:pt x="342900" y="1828800"/>
                </a:lnTo>
                <a:close/>
                <a:moveTo>
                  <a:pt x="466725" y="1819275"/>
                </a:moveTo>
                <a:lnTo>
                  <a:pt x="476250" y="1819275"/>
                </a:lnTo>
                <a:lnTo>
                  <a:pt x="476250" y="1838325"/>
                </a:lnTo>
                <a:lnTo>
                  <a:pt x="466725" y="1838325"/>
                </a:lnTo>
                <a:lnTo>
                  <a:pt x="466725" y="1857375"/>
                </a:lnTo>
                <a:lnTo>
                  <a:pt x="438150" y="1857375"/>
                </a:lnTo>
                <a:lnTo>
                  <a:pt x="438150" y="1847850"/>
                </a:lnTo>
                <a:lnTo>
                  <a:pt x="457200" y="1847850"/>
                </a:lnTo>
                <a:lnTo>
                  <a:pt x="457200" y="1828800"/>
                </a:lnTo>
                <a:lnTo>
                  <a:pt x="466725" y="1828800"/>
                </a:lnTo>
                <a:close/>
                <a:moveTo>
                  <a:pt x="771525" y="1819275"/>
                </a:moveTo>
                <a:lnTo>
                  <a:pt x="781050" y="1819275"/>
                </a:lnTo>
                <a:lnTo>
                  <a:pt x="781050" y="1828800"/>
                </a:lnTo>
                <a:lnTo>
                  <a:pt x="771525" y="1828800"/>
                </a:lnTo>
                <a:close/>
                <a:moveTo>
                  <a:pt x="876300" y="1819275"/>
                </a:moveTo>
                <a:lnTo>
                  <a:pt x="885825" y="1819275"/>
                </a:lnTo>
                <a:lnTo>
                  <a:pt x="885825" y="1828800"/>
                </a:lnTo>
                <a:lnTo>
                  <a:pt x="876300" y="1828800"/>
                </a:lnTo>
                <a:close/>
                <a:moveTo>
                  <a:pt x="752475" y="1828800"/>
                </a:moveTo>
                <a:lnTo>
                  <a:pt x="762000" y="1828800"/>
                </a:lnTo>
                <a:lnTo>
                  <a:pt x="762000" y="1838325"/>
                </a:lnTo>
                <a:lnTo>
                  <a:pt x="752475" y="1838325"/>
                </a:lnTo>
                <a:close/>
                <a:moveTo>
                  <a:pt x="885825" y="1828800"/>
                </a:moveTo>
                <a:lnTo>
                  <a:pt x="895350" y="1828800"/>
                </a:lnTo>
                <a:lnTo>
                  <a:pt x="895350" y="1847850"/>
                </a:lnTo>
                <a:lnTo>
                  <a:pt x="885825" y="1847850"/>
                </a:lnTo>
                <a:close/>
                <a:moveTo>
                  <a:pt x="114300" y="1838325"/>
                </a:moveTo>
                <a:lnTo>
                  <a:pt x="123825" y="1838325"/>
                </a:lnTo>
                <a:lnTo>
                  <a:pt x="123825" y="1847850"/>
                </a:lnTo>
                <a:lnTo>
                  <a:pt x="142875" y="1847850"/>
                </a:lnTo>
                <a:lnTo>
                  <a:pt x="142875" y="1866900"/>
                </a:lnTo>
                <a:lnTo>
                  <a:pt x="114300" y="1866900"/>
                </a:lnTo>
                <a:close/>
                <a:moveTo>
                  <a:pt x="762000" y="1838325"/>
                </a:moveTo>
                <a:lnTo>
                  <a:pt x="771525" y="1838325"/>
                </a:lnTo>
                <a:lnTo>
                  <a:pt x="771525" y="1847850"/>
                </a:lnTo>
                <a:lnTo>
                  <a:pt x="762000" y="1847850"/>
                </a:lnTo>
                <a:close/>
                <a:moveTo>
                  <a:pt x="304800" y="1857375"/>
                </a:moveTo>
                <a:lnTo>
                  <a:pt x="323850" y="1857375"/>
                </a:lnTo>
                <a:lnTo>
                  <a:pt x="323850" y="1866900"/>
                </a:lnTo>
                <a:lnTo>
                  <a:pt x="304800" y="1866900"/>
                </a:lnTo>
                <a:close/>
                <a:moveTo>
                  <a:pt x="514350" y="1857375"/>
                </a:moveTo>
                <a:lnTo>
                  <a:pt x="542925" y="1857375"/>
                </a:lnTo>
                <a:lnTo>
                  <a:pt x="542925" y="1866900"/>
                </a:lnTo>
                <a:lnTo>
                  <a:pt x="514350" y="1866900"/>
                </a:lnTo>
                <a:close/>
                <a:moveTo>
                  <a:pt x="666750" y="1857375"/>
                </a:moveTo>
                <a:lnTo>
                  <a:pt x="685800" y="1857375"/>
                </a:lnTo>
                <a:lnTo>
                  <a:pt x="685800" y="1866900"/>
                </a:lnTo>
                <a:lnTo>
                  <a:pt x="666750" y="1866900"/>
                </a:lnTo>
                <a:close/>
                <a:moveTo>
                  <a:pt x="704850" y="1857375"/>
                </a:moveTo>
                <a:lnTo>
                  <a:pt x="733425" y="1857375"/>
                </a:lnTo>
                <a:lnTo>
                  <a:pt x="733425" y="1866900"/>
                </a:lnTo>
                <a:lnTo>
                  <a:pt x="704850" y="1866900"/>
                </a:lnTo>
                <a:close/>
                <a:moveTo>
                  <a:pt x="790575" y="1857375"/>
                </a:moveTo>
                <a:lnTo>
                  <a:pt x="819150" y="1857375"/>
                </a:lnTo>
                <a:lnTo>
                  <a:pt x="819150" y="1866900"/>
                </a:lnTo>
                <a:lnTo>
                  <a:pt x="809625" y="1866900"/>
                </a:lnTo>
                <a:lnTo>
                  <a:pt x="809625" y="1876425"/>
                </a:lnTo>
                <a:lnTo>
                  <a:pt x="790575" y="1876425"/>
                </a:lnTo>
                <a:close/>
                <a:moveTo>
                  <a:pt x="847725" y="1857375"/>
                </a:moveTo>
                <a:lnTo>
                  <a:pt x="876300" y="1857375"/>
                </a:lnTo>
                <a:lnTo>
                  <a:pt x="876300" y="1866900"/>
                </a:lnTo>
                <a:lnTo>
                  <a:pt x="847725" y="1866900"/>
                </a:lnTo>
                <a:close/>
                <a:moveTo>
                  <a:pt x="838200" y="1866900"/>
                </a:moveTo>
                <a:lnTo>
                  <a:pt x="847725" y="1866900"/>
                </a:lnTo>
                <a:lnTo>
                  <a:pt x="847725" y="1876425"/>
                </a:lnTo>
                <a:lnTo>
                  <a:pt x="838200" y="1876425"/>
                </a:lnTo>
                <a:close/>
                <a:moveTo>
                  <a:pt x="1762125" y="1866900"/>
                </a:moveTo>
                <a:lnTo>
                  <a:pt x="1771650" y="1866900"/>
                </a:lnTo>
                <a:lnTo>
                  <a:pt x="1771650" y="1876425"/>
                </a:lnTo>
                <a:lnTo>
                  <a:pt x="1781175" y="1876425"/>
                </a:lnTo>
                <a:lnTo>
                  <a:pt x="1781175" y="1895475"/>
                </a:lnTo>
                <a:lnTo>
                  <a:pt x="1771650" y="1895475"/>
                </a:lnTo>
                <a:lnTo>
                  <a:pt x="1771650" y="1905000"/>
                </a:lnTo>
                <a:lnTo>
                  <a:pt x="1762125" y="1905000"/>
                </a:lnTo>
                <a:lnTo>
                  <a:pt x="1762125" y="1895475"/>
                </a:lnTo>
                <a:lnTo>
                  <a:pt x="1695450" y="1895475"/>
                </a:lnTo>
                <a:lnTo>
                  <a:pt x="1695450" y="1876425"/>
                </a:lnTo>
                <a:lnTo>
                  <a:pt x="1762125" y="1876425"/>
                </a:lnTo>
                <a:close/>
                <a:moveTo>
                  <a:pt x="981075" y="1876425"/>
                </a:moveTo>
                <a:lnTo>
                  <a:pt x="1057275" y="1876425"/>
                </a:lnTo>
                <a:lnTo>
                  <a:pt x="1057275" y="1895475"/>
                </a:lnTo>
                <a:lnTo>
                  <a:pt x="981075" y="1895475"/>
                </a:lnTo>
                <a:close/>
                <a:moveTo>
                  <a:pt x="1123950" y="1876425"/>
                </a:moveTo>
                <a:lnTo>
                  <a:pt x="1190625" y="1876425"/>
                </a:lnTo>
                <a:lnTo>
                  <a:pt x="1190625" y="1895475"/>
                </a:lnTo>
                <a:lnTo>
                  <a:pt x="1123950" y="1895475"/>
                </a:lnTo>
                <a:close/>
                <a:moveTo>
                  <a:pt x="1266825" y="1876425"/>
                </a:moveTo>
                <a:lnTo>
                  <a:pt x="1276350" y="1876425"/>
                </a:lnTo>
                <a:lnTo>
                  <a:pt x="1276350" y="1895475"/>
                </a:lnTo>
                <a:lnTo>
                  <a:pt x="1266825" y="1895475"/>
                </a:lnTo>
                <a:close/>
                <a:moveTo>
                  <a:pt x="1533525" y="1876425"/>
                </a:moveTo>
                <a:lnTo>
                  <a:pt x="1685925" y="1876425"/>
                </a:lnTo>
                <a:lnTo>
                  <a:pt x="1685925" y="1895475"/>
                </a:lnTo>
                <a:lnTo>
                  <a:pt x="1533525" y="1895475"/>
                </a:lnTo>
                <a:close/>
                <a:moveTo>
                  <a:pt x="561975" y="1895475"/>
                </a:moveTo>
                <a:lnTo>
                  <a:pt x="571500" y="1895475"/>
                </a:lnTo>
                <a:lnTo>
                  <a:pt x="571500" y="1905000"/>
                </a:lnTo>
                <a:lnTo>
                  <a:pt x="561975" y="1905000"/>
                </a:lnTo>
                <a:close/>
                <a:moveTo>
                  <a:pt x="1781175" y="1895475"/>
                </a:moveTo>
                <a:lnTo>
                  <a:pt x="1790700" y="1895475"/>
                </a:lnTo>
                <a:lnTo>
                  <a:pt x="1790700" y="2028825"/>
                </a:lnTo>
                <a:lnTo>
                  <a:pt x="1781175" y="2028825"/>
                </a:lnTo>
                <a:close/>
                <a:moveTo>
                  <a:pt x="400050" y="1905000"/>
                </a:moveTo>
                <a:lnTo>
                  <a:pt x="409575" y="1905000"/>
                </a:lnTo>
                <a:lnTo>
                  <a:pt x="409575" y="1914525"/>
                </a:lnTo>
                <a:lnTo>
                  <a:pt x="400050" y="1914525"/>
                </a:lnTo>
                <a:close/>
                <a:moveTo>
                  <a:pt x="438150" y="1905000"/>
                </a:moveTo>
                <a:lnTo>
                  <a:pt x="457200" y="1905000"/>
                </a:lnTo>
                <a:lnTo>
                  <a:pt x="457200" y="1914525"/>
                </a:lnTo>
                <a:lnTo>
                  <a:pt x="438150" y="1914525"/>
                </a:lnTo>
                <a:close/>
                <a:moveTo>
                  <a:pt x="476250" y="1905000"/>
                </a:moveTo>
                <a:lnTo>
                  <a:pt x="485775" y="1905000"/>
                </a:lnTo>
                <a:lnTo>
                  <a:pt x="485775" y="1914525"/>
                </a:lnTo>
                <a:lnTo>
                  <a:pt x="476250" y="1914525"/>
                </a:lnTo>
                <a:close/>
                <a:moveTo>
                  <a:pt x="495300" y="1905000"/>
                </a:moveTo>
                <a:lnTo>
                  <a:pt x="504825" y="1905000"/>
                </a:lnTo>
                <a:lnTo>
                  <a:pt x="504825" y="1914525"/>
                </a:lnTo>
                <a:lnTo>
                  <a:pt x="495300" y="1914525"/>
                </a:lnTo>
                <a:close/>
                <a:moveTo>
                  <a:pt x="581025" y="1905000"/>
                </a:moveTo>
                <a:lnTo>
                  <a:pt x="590550" y="1905000"/>
                </a:lnTo>
                <a:lnTo>
                  <a:pt x="590550" y="1914525"/>
                </a:lnTo>
                <a:lnTo>
                  <a:pt x="609600" y="1914525"/>
                </a:lnTo>
                <a:lnTo>
                  <a:pt x="609600" y="1924050"/>
                </a:lnTo>
                <a:lnTo>
                  <a:pt x="581025" y="1924050"/>
                </a:lnTo>
                <a:close/>
                <a:moveTo>
                  <a:pt x="647700" y="1905000"/>
                </a:moveTo>
                <a:lnTo>
                  <a:pt x="695325" y="1905000"/>
                </a:lnTo>
                <a:lnTo>
                  <a:pt x="695325" y="1914525"/>
                </a:lnTo>
                <a:lnTo>
                  <a:pt x="647700" y="1914525"/>
                </a:lnTo>
                <a:close/>
                <a:moveTo>
                  <a:pt x="695325" y="1914525"/>
                </a:moveTo>
                <a:lnTo>
                  <a:pt x="704850" y="1914525"/>
                </a:lnTo>
                <a:lnTo>
                  <a:pt x="704850" y="1924050"/>
                </a:lnTo>
                <a:lnTo>
                  <a:pt x="695325" y="1924050"/>
                </a:lnTo>
                <a:close/>
                <a:moveTo>
                  <a:pt x="495300" y="1943100"/>
                </a:moveTo>
                <a:lnTo>
                  <a:pt x="533400" y="1943100"/>
                </a:lnTo>
                <a:lnTo>
                  <a:pt x="533400" y="1952625"/>
                </a:lnTo>
                <a:lnTo>
                  <a:pt x="495300" y="1952625"/>
                </a:lnTo>
                <a:close/>
                <a:moveTo>
                  <a:pt x="581025" y="1943100"/>
                </a:moveTo>
                <a:lnTo>
                  <a:pt x="590550" y="1943100"/>
                </a:lnTo>
                <a:lnTo>
                  <a:pt x="590550" y="1952625"/>
                </a:lnTo>
                <a:lnTo>
                  <a:pt x="581025" y="1952625"/>
                </a:lnTo>
                <a:close/>
                <a:moveTo>
                  <a:pt x="409575" y="1952625"/>
                </a:moveTo>
                <a:lnTo>
                  <a:pt x="447675" y="1952625"/>
                </a:lnTo>
                <a:lnTo>
                  <a:pt x="447675" y="1962150"/>
                </a:lnTo>
                <a:lnTo>
                  <a:pt x="409575" y="1962150"/>
                </a:lnTo>
                <a:close/>
                <a:moveTo>
                  <a:pt x="209550" y="2009775"/>
                </a:moveTo>
                <a:lnTo>
                  <a:pt x="447675" y="2009775"/>
                </a:lnTo>
                <a:lnTo>
                  <a:pt x="447675" y="2019300"/>
                </a:lnTo>
                <a:lnTo>
                  <a:pt x="457200" y="2019300"/>
                </a:lnTo>
                <a:lnTo>
                  <a:pt x="457200" y="2028825"/>
                </a:lnTo>
                <a:lnTo>
                  <a:pt x="466725" y="2028825"/>
                </a:lnTo>
                <a:lnTo>
                  <a:pt x="466725" y="2009775"/>
                </a:lnTo>
                <a:lnTo>
                  <a:pt x="685800" y="2009775"/>
                </a:lnTo>
                <a:lnTo>
                  <a:pt x="685800" y="2028825"/>
                </a:lnTo>
                <a:lnTo>
                  <a:pt x="704850" y="2028825"/>
                </a:lnTo>
                <a:lnTo>
                  <a:pt x="704850" y="2009775"/>
                </a:lnTo>
                <a:lnTo>
                  <a:pt x="1266825" y="2009775"/>
                </a:lnTo>
                <a:lnTo>
                  <a:pt x="1266825" y="2028825"/>
                </a:lnTo>
                <a:lnTo>
                  <a:pt x="1190625" y="2028825"/>
                </a:lnTo>
                <a:lnTo>
                  <a:pt x="1190625" y="2038350"/>
                </a:lnTo>
                <a:lnTo>
                  <a:pt x="1123950" y="2038350"/>
                </a:lnTo>
                <a:lnTo>
                  <a:pt x="1123950" y="2028825"/>
                </a:lnTo>
                <a:lnTo>
                  <a:pt x="1114425" y="2028825"/>
                </a:lnTo>
                <a:lnTo>
                  <a:pt x="1114425" y="2038350"/>
                </a:lnTo>
                <a:lnTo>
                  <a:pt x="1038225" y="2038350"/>
                </a:lnTo>
                <a:lnTo>
                  <a:pt x="1038225" y="2028825"/>
                </a:lnTo>
                <a:lnTo>
                  <a:pt x="990600" y="2028825"/>
                </a:lnTo>
                <a:lnTo>
                  <a:pt x="990600" y="2038350"/>
                </a:lnTo>
                <a:lnTo>
                  <a:pt x="923925" y="2038350"/>
                </a:lnTo>
                <a:lnTo>
                  <a:pt x="923925" y="2028825"/>
                </a:lnTo>
                <a:lnTo>
                  <a:pt x="914400" y="2028825"/>
                </a:lnTo>
                <a:lnTo>
                  <a:pt x="914400" y="2038350"/>
                </a:lnTo>
                <a:lnTo>
                  <a:pt x="857250" y="2038350"/>
                </a:lnTo>
                <a:lnTo>
                  <a:pt x="857250" y="2028825"/>
                </a:lnTo>
                <a:lnTo>
                  <a:pt x="847725" y="2028825"/>
                </a:lnTo>
                <a:lnTo>
                  <a:pt x="847725" y="2038350"/>
                </a:lnTo>
                <a:lnTo>
                  <a:pt x="657225" y="2038350"/>
                </a:lnTo>
                <a:lnTo>
                  <a:pt x="657225" y="2019300"/>
                </a:lnTo>
                <a:lnTo>
                  <a:pt x="647700" y="2019300"/>
                </a:lnTo>
                <a:lnTo>
                  <a:pt x="647700" y="2028825"/>
                </a:lnTo>
                <a:lnTo>
                  <a:pt x="628650" y="2028825"/>
                </a:lnTo>
                <a:lnTo>
                  <a:pt x="628650" y="2038350"/>
                </a:lnTo>
                <a:lnTo>
                  <a:pt x="581025" y="2038350"/>
                </a:lnTo>
                <a:lnTo>
                  <a:pt x="581025" y="2028825"/>
                </a:lnTo>
                <a:lnTo>
                  <a:pt x="552450" y="2028825"/>
                </a:lnTo>
                <a:lnTo>
                  <a:pt x="552450" y="2038350"/>
                </a:lnTo>
                <a:lnTo>
                  <a:pt x="495300" y="2038350"/>
                </a:lnTo>
                <a:lnTo>
                  <a:pt x="495300" y="2028825"/>
                </a:lnTo>
                <a:lnTo>
                  <a:pt x="466725" y="2028825"/>
                </a:lnTo>
                <a:lnTo>
                  <a:pt x="466725" y="2038350"/>
                </a:lnTo>
                <a:lnTo>
                  <a:pt x="419100" y="2038350"/>
                </a:lnTo>
                <a:lnTo>
                  <a:pt x="419100" y="2028825"/>
                </a:lnTo>
                <a:lnTo>
                  <a:pt x="390525" y="2028825"/>
                </a:lnTo>
                <a:lnTo>
                  <a:pt x="390525" y="2038350"/>
                </a:lnTo>
                <a:lnTo>
                  <a:pt x="371475" y="2038350"/>
                </a:lnTo>
                <a:lnTo>
                  <a:pt x="371475" y="2028825"/>
                </a:lnTo>
                <a:lnTo>
                  <a:pt x="342900" y="2028825"/>
                </a:lnTo>
                <a:lnTo>
                  <a:pt x="342900" y="2038350"/>
                </a:lnTo>
                <a:lnTo>
                  <a:pt x="209550" y="2038350"/>
                </a:lnTo>
                <a:close/>
                <a:moveTo>
                  <a:pt x="1285875" y="2009775"/>
                </a:moveTo>
                <a:lnTo>
                  <a:pt x="1390650" y="2009775"/>
                </a:lnTo>
                <a:lnTo>
                  <a:pt x="1390650" y="2028825"/>
                </a:lnTo>
                <a:lnTo>
                  <a:pt x="1409700" y="2028825"/>
                </a:lnTo>
                <a:lnTo>
                  <a:pt x="1409700" y="2009775"/>
                </a:lnTo>
                <a:lnTo>
                  <a:pt x="1704975" y="2009775"/>
                </a:lnTo>
                <a:lnTo>
                  <a:pt x="1704975" y="2028825"/>
                </a:lnTo>
                <a:lnTo>
                  <a:pt x="1609725" y="2028825"/>
                </a:lnTo>
                <a:lnTo>
                  <a:pt x="1609725" y="2038350"/>
                </a:lnTo>
                <a:lnTo>
                  <a:pt x="1600200" y="2038350"/>
                </a:lnTo>
                <a:lnTo>
                  <a:pt x="1600200" y="2028825"/>
                </a:lnTo>
                <a:lnTo>
                  <a:pt x="1552575" y="2028825"/>
                </a:lnTo>
                <a:lnTo>
                  <a:pt x="1552575" y="2038350"/>
                </a:lnTo>
                <a:lnTo>
                  <a:pt x="1533525" y="2038350"/>
                </a:lnTo>
                <a:lnTo>
                  <a:pt x="1533525" y="2028825"/>
                </a:lnTo>
                <a:lnTo>
                  <a:pt x="1524000" y="2028825"/>
                </a:lnTo>
                <a:lnTo>
                  <a:pt x="1524000" y="2038350"/>
                </a:lnTo>
                <a:lnTo>
                  <a:pt x="1362075" y="2038350"/>
                </a:lnTo>
                <a:lnTo>
                  <a:pt x="1362075" y="2028825"/>
                </a:lnTo>
                <a:lnTo>
                  <a:pt x="1314450" y="2028825"/>
                </a:lnTo>
                <a:lnTo>
                  <a:pt x="1314450" y="2038350"/>
                </a:lnTo>
                <a:lnTo>
                  <a:pt x="1285875" y="2038350"/>
                </a:lnTo>
                <a:close/>
              </a:path>
            </a:pathLst>
          </a:custGeom>
          <a:solidFill xmlns:a="http://schemas.openxmlformats.org/drawingml/2006/main">
            <a:srgbClr val="EFEDE0"/>
          </a:solidFill>
          <a:ln xmlns:a="http://schemas.openxmlformats.org/drawingml/2006/main" w="0">
            <a:noFill/>
          </a:ln>
        </p:spPr>
      </p:sp>
      <p:sp>
        <p:nvSpPr>
          <p:cNvPr id="145" name="sales vector #e9e7db">
            <a:extLst xmlns:a="http://schemas.openxmlformats.org/drawingml/2006/main">
              <a:ext uri="{FF2B5EF4-FFF2-40B4-BE49-F238E27FC236}">
                <a16:creationId xmlns:a16="http://schemas.microsoft.com/office/drawing/2014/main" id="{1E05B8E5-2F9E-4B0D-BC92-849BB80A8F3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381625" y="4914900"/>
            <a:ext cx="2247900" cy="2400300"/>
          </a:xfrm>
          <a:custGeom xmlns:a="http://schemas.openxmlformats.org/drawingml/2006/main">
            <a:pathLst>
              <a:path w="1905000" h="2038350">
                <a:moveTo>
                  <a:pt x="981075" y="0"/>
                </a:moveTo>
                <a:lnTo>
                  <a:pt x="1000125" y="0"/>
                </a:lnTo>
                <a:lnTo>
                  <a:pt x="1000125" y="28575"/>
                </a:lnTo>
                <a:lnTo>
                  <a:pt x="1009650" y="28575"/>
                </a:lnTo>
                <a:lnTo>
                  <a:pt x="1009650" y="38100"/>
                </a:lnTo>
                <a:lnTo>
                  <a:pt x="971550" y="38100"/>
                </a:lnTo>
                <a:lnTo>
                  <a:pt x="971550" y="28575"/>
                </a:lnTo>
                <a:lnTo>
                  <a:pt x="981075" y="28575"/>
                </a:lnTo>
                <a:close/>
                <a:moveTo>
                  <a:pt x="409575" y="28575"/>
                </a:moveTo>
                <a:lnTo>
                  <a:pt x="438150" y="28575"/>
                </a:lnTo>
                <a:lnTo>
                  <a:pt x="438150" y="38100"/>
                </a:lnTo>
                <a:lnTo>
                  <a:pt x="409575" y="38100"/>
                </a:lnTo>
                <a:close/>
                <a:moveTo>
                  <a:pt x="1476375" y="28575"/>
                </a:moveTo>
                <a:lnTo>
                  <a:pt x="1485900" y="28575"/>
                </a:lnTo>
                <a:lnTo>
                  <a:pt x="1485900" y="38100"/>
                </a:lnTo>
                <a:lnTo>
                  <a:pt x="1476375" y="38100"/>
                </a:lnTo>
                <a:close/>
                <a:moveTo>
                  <a:pt x="1590675" y="38100"/>
                </a:moveTo>
                <a:lnTo>
                  <a:pt x="1600200" y="38100"/>
                </a:lnTo>
                <a:lnTo>
                  <a:pt x="1600200" y="47625"/>
                </a:lnTo>
                <a:lnTo>
                  <a:pt x="1590675" y="47625"/>
                </a:lnTo>
                <a:close/>
                <a:moveTo>
                  <a:pt x="219075" y="66675"/>
                </a:moveTo>
                <a:lnTo>
                  <a:pt x="228600" y="66675"/>
                </a:lnTo>
                <a:lnTo>
                  <a:pt x="228600" y="76200"/>
                </a:lnTo>
                <a:lnTo>
                  <a:pt x="219075" y="76200"/>
                </a:lnTo>
                <a:close/>
                <a:moveTo>
                  <a:pt x="1685925" y="66675"/>
                </a:moveTo>
                <a:lnTo>
                  <a:pt x="1695450" y="66675"/>
                </a:lnTo>
                <a:lnTo>
                  <a:pt x="1695450" y="76200"/>
                </a:lnTo>
                <a:lnTo>
                  <a:pt x="1685925" y="76200"/>
                </a:lnTo>
                <a:close/>
                <a:moveTo>
                  <a:pt x="57150" y="76200"/>
                </a:moveTo>
                <a:lnTo>
                  <a:pt x="76200" y="76200"/>
                </a:lnTo>
                <a:lnTo>
                  <a:pt x="76200" y="95250"/>
                </a:lnTo>
                <a:lnTo>
                  <a:pt x="85725" y="95250"/>
                </a:lnTo>
                <a:lnTo>
                  <a:pt x="85725" y="104775"/>
                </a:lnTo>
                <a:lnTo>
                  <a:pt x="28575" y="104775"/>
                </a:lnTo>
                <a:lnTo>
                  <a:pt x="28575" y="95250"/>
                </a:lnTo>
                <a:lnTo>
                  <a:pt x="57150" y="95250"/>
                </a:lnTo>
                <a:close/>
                <a:moveTo>
                  <a:pt x="180975" y="85725"/>
                </a:moveTo>
                <a:lnTo>
                  <a:pt x="190500" y="85725"/>
                </a:lnTo>
                <a:lnTo>
                  <a:pt x="190500" y="95250"/>
                </a:lnTo>
                <a:lnTo>
                  <a:pt x="180975" y="95250"/>
                </a:lnTo>
                <a:close/>
                <a:moveTo>
                  <a:pt x="371475" y="114300"/>
                </a:moveTo>
                <a:lnTo>
                  <a:pt x="400050" y="114300"/>
                </a:lnTo>
                <a:lnTo>
                  <a:pt x="400050" y="123825"/>
                </a:lnTo>
                <a:lnTo>
                  <a:pt x="371475" y="123825"/>
                </a:lnTo>
                <a:close/>
                <a:moveTo>
                  <a:pt x="1524000" y="114300"/>
                </a:moveTo>
                <a:lnTo>
                  <a:pt x="1543050" y="114300"/>
                </a:lnTo>
                <a:lnTo>
                  <a:pt x="1543050" y="123825"/>
                </a:lnTo>
                <a:lnTo>
                  <a:pt x="1524000" y="123825"/>
                </a:lnTo>
                <a:close/>
                <a:moveTo>
                  <a:pt x="304800" y="123825"/>
                </a:moveTo>
                <a:lnTo>
                  <a:pt x="314325" y="123825"/>
                </a:lnTo>
                <a:lnTo>
                  <a:pt x="314325" y="133350"/>
                </a:lnTo>
                <a:lnTo>
                  <a:pt x="304800" y="133350"/>
                </a:lnTo>
                <a:close/>
                <a:moveTo>
                  <a:pt x="276225" y="133350"/>
                </a:moveTo>
                <a:lnTo>
                  <a:pt x="285750" y="133350"/>
                </a:lnTo>
                <a:lnTo>
                  <a:pt x="285750" y="142875"/>
                </a:lnTo>
                <a:lnTo>
                  <a:pt x="276225" y="142875"/>
                </a:lnTo>
                <a:close/>
                <a:moveTo>
                  <a:pt x="1628775" y="133350"/>
                </a:moveTo>
                <a:lnTo>
                  <a:pt x="1638300" y="133350"/>
                </a:lnTo>
                <a:lnTo>
                  <a:pt x="1638300" y="142875"/>
                </a:lnTo>
                <a:lnTo>
                  <a:pt x="1628775" y="142875"/>
                </a:lnTo>
                <a:close/>
                <a:moveTo>
                  <a:pt x="752475" y="161925"/>
                </a:moveTo>
                <a:lnTo>
                  <a:pt x="762000" y="161925"/>
                </a:lnTo>
                <a:lnTo>
                  <a:pt x="762000" y="171450"/>
                </a:lnTo>
                <a:lnTo>
                  <a:pt x="752475" y="171450"/>
                </a:lnTo>
                <a:close/>
                <a:moveTo>
                  <a:pt x="1162050" y="161925"/>
                </a:moveTo>
                <a:lnTo>
                  <a:pt x="1171575" y="161925"/>
                </a:lnTo>
                <a:lnTo>
                  <a:pt x="1171575" y="171450"/>
                </a:lnTo>
                <a:lnTo>
                  <a:pt x="1162050" y="171450"/>
                </a:lnTo>
                <a:close/>
                <a:moveTo>
                  <a:pt x="1800225" y="161925"/>
                </a:moveTo>
                <a:lnTo>
                  <a:pt x="1809750" y="161925"/>
                </a:lnTo>
                <a:lnTo>
                  <a:pt x="1809750" y="171450"/>
                </a:lnTo>
                <a:lnTo>
                  <a:pt x="1800225" y="171450"/>
                </a:lnTo>
                <a:close/>
                <a:moveTo>
                  <a:pt x="95250" y="171450"/>
                </a:moveTo>
                <a:lnTo>
                  <a:pt x="104775" y="171450"/>
                </a:lnTo>
                <a:lnTo>
                  <a:pt x="104775" y="180975"/>
                </a:lnTo>
                <a:lnTo>
                  <a:pt x="95250" y="180975"/>
                </a:lnTo>
                <a:close/>
                <a:moveTo>
                  <a:pt x="723900" y="171450"/>
                </a:moveTo>
                <a:lnTo>
                  <a:pt x="733425" y="171450"/>
                </a:lnTo>
                <a:lnTo>
                  <a:pt x="733425" y="180975"/>
                </a:lnTo>
                <a:lnTo>
                  <a:pt x="723900" y="180975"/>
                </a:lnTo>
                <a:close/>
                <a:moveTo>
                  <a:pt x="1181100" y="171450"/>
                </a:moveTo>
                <a:lnTo>
                  <a:pt x="1190625" y="171450"/>
                </a:lnTo>
                <a:lnTo>
                  <a:pt x="1190625" y="180975"/>
                </a:lnTo>
                <a:lnTo>
                  <a:pt x="1181100" y="180975"/>
                </a:lnTo>
                <a:close/>
                <a:moveTo>
                  <a:pt x="76200" y="200025"/>
                </a:moveTo>
                <a:lnTo>
                  <a:pt x="85725" y="200025"/>
                </a:lnTo>
                <a:lnTo>
                  <a:pt x="85725" y="209550"/>
                </a:lnTo>
                <a:lnTo>
                  <a:pt x="76200" y="209550"/>
                </a:lnTo>
                <a:close/>
                <a:moveTo>
                  <a:pt x="695325" y="200025"/>
                </a:moveTo>
                <a:lnTo>
                  <a:pt x="704850" y="200025"/>
                </a:lnTo>
                <a:lnTo>
                  <a:pt x="704850" y="209550"/>
                </a:lnTo>
                <a:lnTo>
                  <a:pt x="695325" y="209550"/>
                </a:lnTo>
                <a:close/>
                <a:moveTo>
                  <a:pt x="1828800" y="209550"/>
                </a:moveTo>
                <a:lnTo>
                  <a:pt x="1838325" y="209550"/>
                </a:lnTo>
                <a:lnTo>
                  <a:pt x="1838325" y="219075"/>
                </a:lnTo>
                <a:lnTo>
                  <a:pt x="1828800" y="219075"/>
                </a:lnTo>
                <a:close/>
                <a:moveTo>
                  <a:pt x="66675" y="219075"/>
                </a:moveTo>
                <a:lnTo>
                  <a:pt x="76200" y="219075"/>
                </a:lnTo>
                <a:lnTo>
                  <a:pt x="76200" y="228600"/>
                </a:lnTo>
                <a:lnTo>
                  <a:pt x="66675" y="228600"/>
                </a:lnTo>
                <a:close/>
                <a:moveTo>
                  <a:pt x="161925" y="219075"/>
                </a:moveTo>
                <a:lnTo>
                  <a:pt x="171450" y="219075"/>
                </a:lnTo>
                <a:lnTo>
                  <a:pt x="171450" y="228600"/>
                </a:lnTo>
                <a:lnTo>
                  <a:pt x="161925" y="228600"/>
                </a:lnTo>
                <a:close/>
                <a:moveTo>
                  <a:pt x="400050" y="219075"/>
                </a:moveTo>
                <a:lnTo>
                  <a:pt x="409575" y="219075"/>
                </a:lnTo>
                <a:lnTo>
                  <a:pt x="409575" y="228600"/>
                </a:lnTo>
                <a:lnTo>
                  <a:pt x="400050" y="228600"/>
                </a:lnTo>
                <a:close/>
                <a:moveTo>
                  <a:pt x="466725" y="219075"/>
                </a:moveTo>
                <a:lnTo>
                  <a:pt x="495300" y="219075"/>
                </a:lnTo>
                <a:lnTo>
                  <a:pt x="495300" y="228600"/>
                </a:lnTo>
                <a:lnTo>
                  <a:pt x="466725" y="228600"/>
                </a:lnTo>
                <a:close/>
                <a:moveTo>
                  <a:pt x="685800" y="219075"/>
                </a:moveTo>
                <a:lnTo>
                  <a:pt x="695325" y="219075"/>
                </a:lnTo>
                <a:lnTo>
                  <a:pt x="695325" y="228600"/>
                </a:lnTo>
                <a:lnTo>
                  <a:pt x="685800" y="228600"/>
                </a:lnTo>
                <a:close/>
                <a:moveTo>
                  <a:pt x="1438275" y="219075"/>
                </a:moveTo>
                <a:lnTo>
                  <a:pt x="1447800" y="219075"/>
                </a:lnTo>
                <a:lnTo>
                  <a:pt x="1447800" y="228600"/>
                </a:lnTo>
                <a:lnTo>
                  <a:pt x="1438275" y="228600"/>
                </a:lnTo>
                <a:close/>
                <a:moveTo>
                  <a:pt x="1743075" y="219075"/>
                </a:moveTo>
                <a:lnTo>
                  <a:pt x="1752600" y="219075"/>
                </a:lnTo>
                <a:lnTo>
                  <a:pt x="1752600" y="228600"/>
                </a:lnTo>
                <a:lnTo>
                  <a:pt x="1743075" y="228600"/>
                </a:lnTo>
                <a:close/>
                <a:moveTo>
                  <a:pt x="419100" y="228600"/>
                </a:moveTo>
                <a:lnTo>
                  <a:pt x="447675" y="228600"/>
                </a:lnTo>
                <a:lnTo>
                  <a:pt x="447675" y="238125"/>
                </a:lnTo>
                <a:lnTo>
                  <a:pt x="419100" y="238125"/>
                </a:lnTo>
                <a:close/>
                <a:moveTo>
                  <a:pt x="1428750" y="228600"/>
                </a:moveTo>
                <a:lnTo>
                  <a:pt x="1438275" y="228600"/>
                </a:lnTo>
                <a:lnTo>
                  <a:pt x="1438275" y="247650"/>
                </a:lnTo>
                <a:lnTo>
                  <a:pt x="1428750" y="247650"/>
                </a:lnTo>
                <a:close/>
                <a:moveTo>
                  <a:pt x="57150" y="247650"/>
                </a:moveTo>
                <a:lnTo>
                  <a:pt x="66675" y="247650"/>
                </a:lnTo>
                <a:lnTo>
                  <a:pt x="66675" y="257175"/>
                </a:lnTo>
                <a:lnTo>
                  <a:pt x="57150" y="257175"/>
                </a:lnTo>
                <a:close/>
                <a:moveTo>
                  <a:pt x="1438275" y="247650"/>
                </a:moveTo>
                <a:lnTo>
                  <a:pt x="1447800" y="247650"/>
                </a:lnTo>
                <a:lnTo>
                  <a:pt x="1447800" y="257175"/>
                </a:lnTo>
                <a:lnTo>
                  <a:pt x="1438275" y="257175"/>
                </a:lnTo>
                <a:close/>
                <a:moveTo>
                  <a:pt x="1495425" y="247650"/>
                </a:moveTo>
                <a:lnTo>
                  <a:pt x="1504950" y="247650"/>
                </a:lnTo>
                <a:lnTo>
                  <a:pt x="1504950" y="257175"/>
                </a:lnTo>
                <a:lnTo>
                  <a:pt x="1495425" y="257175"/>
                </a:lnTo>
                <a:close/>
                <a:moveTo>
                  <a:pt x="1323975" y="257175"/>
                </a:moveTo>
                <a:lnTo>
                  <a:pt x="1400175" y="257175"/>
                </a:lnTo>
                <a:lnTo>
                  <a:pt x="1400175" y="276225"/>
                </a:lnTo>
                <a:lnTo>
                  <a:pt x="1323975" y="276225"/>
                </a:lnTo>
                <a:close/>
                <a:moveTo>
                  <a:pt x="1447800" y="257175"/>
                </a:moveTo>
                <a:lnTo>
                  <a:pt x="1457325" y="257175"/>
                </a:lnTo>
                <a:lnTo>
                  <a:pt x="1457325" y="266700"/>
                </a:lnTo>
                <a:lnTo>
                  <a:pt x="1447800" y="266700"/>
                </a:lnTo>
                <a:close/>
                <a:moveTo>
                  <a:pt x="1485900" y="257175"/>
                </a:moveTo>
                <a:lnTo>
                  <a:pt x="1495425" y="257175"/>
                </a:lnTo>
                <a:lnTo>
                  <a:pt x="1495425" y="266700"/>
                </a:lnTo>
                <a:lnTo>
                  <a:pt x="1485900" y="266700"/>
                </a:lnTo>
                <a:close/>
                <a:moveTo>
                  <a:pt x="1762125" y="257175"/>
                </a:moveTo>
                <a:lnTo>
                  <a:pt x="1771650" y="257175"/>
                </a:lnTo>
                <a:lnTo>
                  <a:pt x="1771650" y="266700"/>
                </a:lnTo>
                <a:lnTo>
                  <a:pt x="1762125" y="266700"/>
                </a:lnTo>
                <a:close/>
                <a:moveTo>
                  <a:pt x="685800" y="266700"/>
                </a:moveTo>
                <a:lnTo>
                  <a:pt x="695325" y="266700"/>
                </a:lnTo>
                <a:lnTo>
                  <a:pt x="695325" y="276225"/>
                </a:lnTo>
                <a:lnTo>
                  <a:pt x="685800" y="276225"/>
                </a:lnTo>
                <a:close/>
                <a:moveTo>
                  <a:pt x="1457325" y="266700"/>
                </a:moveTo>
                <a:lnTo>
                  <a:pt x="1466850" y="266700"/>
                </a:lnTo>
                <a:lnTo>
                  <a:pt x="1466850" y="276225"/>
                </a:lnTo>
                <a:lnTo>
                  <a:pt x="1457325" y="276225"/>
                </a:lnTo>
                <a:close/>
                <a:moveTo>
                  <a:pt x="1476375" y="266700"/>
                </a:moveTo>
                <a:lnTo>
                  <a:pt x="1485900" y="266700"/>
                </a:lnTo>
                <a:lnTo>
                  <a:pt x="1485900" y="276225"/>
                </a:lnTo>
                <a:lnTo>
                  <a:pt x="1476375" y="276225"/>
                </a:lnTo>
                <a:close/>
                <a:moveTo>
                  <a:pt x="1533525" y="266700"/>
                </a:moveTo>
                <a:lnTo>
                  <a:pt x="1543050" y="266700"/>
                </a:lnTo>
                <a:lnTo>
                  <a:pt x="1543050" y="276225"/>
                </a:lnTo>
                <a:lnTo>
                  <a:pt x="1533525" y="276225"/>
                </a:lnTo>
                <a:close/>
                <a:moveTo>
                  <a:pt x="1847850" y="266700"/>
                </a:moveTo>
                <a:lnTo>
                  <a:pt x="1857375" y="266700"/>
                </a:lnTo>
                <a:lnTo>
                  <a:pt x="1857375" y="276225"/>
                </a:lnTo>
                <a:lnTo>
                  <a:pt x="1847850" y="276225"/>
                </a:lnTo>
                <a:close/>
                <a:moveTo>
                  <a:pt x="1543050" y="276225"/>
                </a:moveTo>
                <a:lnTo>
                  <a:pt x="1628775" y="276225"/>
                </a:lnTo>
                <a:lnTo>
                  <a:pt x="1628775" y="285750"/>
                </a:lnTo>
                <a:lnTo>
                  <a:pt x="1543050" y="285750"/>
                </a:lnTo>
                <a:close/>
                <a:moveTo>
                  <a:pt x="47625" y="285750"/>
                </a:moveTo>
                <a:lnTo>
                  <a:pt x="57150" y="285750"/>
                </a:lnTo>
                <a:lnTo>
                  <a:pt x="57150" y="295275"/>
                </a:lnTo>
                <a:lnTo>
                  <a:pt x="47625" y="295275"/>
                </a:lnTo>
                <a:close/>
                <a:moveTo>
                  <a:pt x="695325" y="285750"/>
                </a:moveTo>
                <a:lnTo>
                  <a:pt x="704850" y="285750"/>
                </a:lnTo>
                <a:lnTo>
                  <a:pt x="704850" y="295275"/>
                </a:lnTo>
                <a:lnTo>
                  <a:pt x="695325" y="295275"/>
                </a:lnTo>
                <a:close/>
                <a:moveTo>
                  <a:pt x="123825" y="314325"/>
                </a:moveTo>
                <a:lnTo>
                  <a:pt x="133350" y="314325"/>
                </a:lnTo>
                <a:lnTo>
                  <a:pt x="133350" y="323850"/>
                </a:lnTo>
                <a:lnTo>
                  <a:pt x="123825" y="323850"/>
                </a:lnTo>
                <a:close/>
                <a:moveTo>
                  <a:pt x="1181100" y="314325"/>
                </a:moveTo>
                <a:lnTo>
                  <a:pt x="1190625" y="314325"/>
                </a:lnTo>
                <a:lnTo>
                  <a:pt x="1190625" y="323850"/>
                </a:lnTo>
                <a:lnTo>
                  <a:pt x="1181100" y="323850"/>
                </a:lnTo>
                <a:close/>
                <a:moveTo>
                  <a:pt x="752475" y="323850"/>
                </a:moveTo>
                <a:lnTo>
                  <a:pt x="762000" y="323850"/>
                </a:lnTo>
                <a:lnTo>
                  <a:pt x="762000" y="333375"/>
                </a:lnTo>
                <a:lnTo>
                  <a:pt x="752475" y="333375"/>
                </a:lnTo>
                <a:close/>
                <a:moveTo>
                  <a:pt x="1152525" y="323850"/>
                </a:moveTo>
                <a:lnTo>
                  <a:pt x="1162050" y="323850"/>
                </a:lnTo>
                <a:lnTo>
                  <a:pt x="1162050" y="333375"/>
                </a:lnTo>
                <a:lnTo>
                  <a:pt x="1152525" y="333375"/>
                </a:lnTo>
                <a:close/>
                <a:moveTo>
                  <a:pt x="1781175" y="323850"/>
                </a:moveTo>
                <a:lnTo>
                  <a:pt x="1790700" y="323850"/>
                </a:lnTo>
                <a:lnTo>
                  <a:pt x="1790700" y="333375"/>
                </a:lnTo>
                <a:lnTo>
                  <a:pt x="1781175" y="333375"/>
                </a:lnTo>
                <a:close/>
                <a:moveTo>
                  <a:pt x="38100" y="342900"/>
                </a:moveTo>
                <a:lnTo>
                  <a:pt x="47625" y="342900"/>
                </a:lnTo>
                <a:lnTo>
                  <a:pt x="47625" y="361950"/>
                </a:lnTo>
                <a:lnTo>
                  <a:pt x="38100" y="361950"/>
                </a:lnTo>
                <a:close/>
                <a:moveTo>
                  <a:pt x="1866900" y="371475"/>
                </a:moveTo>
                <a:lnTo>
                  <a:pt x="1876425" y="371475"/>
                </a:lnTo>
                <a:lnTo>
                  <a:pt x="1876425" y="400050"/>
                </a:lnTo>
                <a:lnTo>
                  <a:pt x="1866900" y="400050"/>
                </a:lnTo>
                <a:close/>
                <a:moveTo>
                  <a:pt x="276225" y="400050"/>
                </a:moveTo>
                <a:lnTo>
                  <a:pt x="285750" y="400050"/>
                </a:lnTo>
                <a:lnTo>
                  <a:pt x="285750" y="409575"/>
                </a:lnTo>
                <a:lnTo>
                  <a:pt x="276225" y="409575"/>
                </a:lnTo>
                <a:close/>
                <a:moveTo>
                  <a:pt x="285750" y="409575"/>
                </a:moveTo>
                <a:lnTo>
                  <a:pt x="295275" y="409575"/>
                </a:lnTo>
                <a:lnTo>
                  <a:pt x="295275" y="419100"/>
                </a:lnTo>
                <a:lnTo>
                  <a:pt x="285750" y="419100"/>
                </a:lnTo>
                <a:close/>
                <a:moveTo>
                  <a:pt x="361950" y="409575"/>
                </a:moveTo>
                <a:lnTo>
                  <a:pt x="371475" y="409575"/>
                </a:lnTo>
                <a:lnTo>
                  <a:pt x="371475" y="419100"/>
                </a:lnTo>
                <a:lnTo>
                  <a:pt x="361950" y="419100"/>
                </a:lnTo>
                <a:close/>
                <a:moveTo>
                  <a:pt x="561975" y="409575"/>
                </a:moveTo>
                <a:lnTo>
                  <a:pt x="590550" y="409575"/>
                </a:lnTo>
                <a:lnTo>
                  <a:pt x="590550" y="419100"/>
                </a:lnTo>
                <a:lnTo>
                  <a:pt x="561975" y="419100"/>
                </a:lnTo>
                <a:close/>
                <a:moveTo>
                  <a:pt x="676275" y="409575"/>
                </a:moveTo>
                <a:lnTo>
                  <a:pt x="685800" y="409575"/>
                </a:lnTo>
                <a:lnTo>
                  <a:pt x="685800" y="419100"/>
                </a:lnTo>
                <a:lnTo>
                  <a:pt x="676275" y="419100"/>
                </a:lnTo>
                <a:close/>
                <a:moveTo>
                  <a:pt x="942975" y="409575"/>
                </a:moveTo>
                <a:lnTo>
                  <a:pt x="952500" y="409575"/>
                </a:lnTo>
                <a:lnTo>
                  <a:pt x="952500" y="419100"/>
                </a:lnTo>
                <a:lnTo>
                  <a:pt x="942975" y="419100"/>
                </a:lnTo>
                <a:close/>
                <a:moveTo>
                  <a:pt x="114300" y="419100"/>
                </a:moveTo>
                <a:lnTo>
                  <a:pt x="123825" y="419100"/>
                </a:lnTo>
                <a:lnTo>
                  <a:pt x="123825" y="476250"/>
                </a:lnTo>
                <a:lnTo>
                  <a:pt x="114300" y="476250"/>
                </a:lnTo>
                <a:close/>
                <a:moveTo>
                  <a:pt x="209550" y="419100"/>
                </a:moveTo>
                <a:lnTo>
                  <a:pt x="219075" y="419100"/>
                </a:lnTo>
                <a:lnTo>
                  <a:pt x="219075" y="438150"/>
                </a:lnTo>
                <a:lnTo>
                  <a:pt x="209550" y="438150"/>
                </a:lnTo>
                <a:close/>
                <a:moveTo>
                  <a:pt x="438150" y="419100"/>
                </a:moveTo>
                <a:lnTo>
                  <a:pt x="447675" y="419100"/>
                </a:lnTo>
                <a:lnTo>
                  <a:pt x="447675" y="428625"/>
                </a:lnTo>
                <a:lnTo>
                  <a:pt x="438150" y="428625"/>
                </a:lnTo>
                <a:close/>
                <a:moveTo>
                  <a:pt x="523875" y="419100"/>
                </a:moveTo>
                <a:lnTo>
                  <a:pt x="542925" y="419100"/>
                </a:lnTo>
                <a:lnTo>
                  <a:pt x="542925" y="428625"/>
                </a:lnTo>
                <a:lnTo>
                  <a:pt x="523875" y="428625"/>
                </a:lnTo>
                <a:close/>
                <a:moveTo>
                  <a:pt x="590550" y="419100"/>
                </a:moveTo>
                <a:lnTo>
                  <a:pt x="628650" y="419100"/>
                </a:lnTo>
                <a:lnTo>
                  <a:pt x="628650" y="428625"/>
                </a:lnTo>
                <a:lnTo>
                  <a:pt x="590550" y="428625"/>
                </a:lnTo>
                <a:close/>
                <a:moveTo>
                  <a:pt x="657225" y="419100"/>
                </a:moveTo>
                <a:lnTo>
                  <a:pt x="666750" y="419100"/>
                </a:lnTo>
                <a:lnTo>
                  <a:pt x="666750" y="428625"/>
                </a:lnTo>
                <a:lnTo>
                  <a:pt x="657225" y="428625"/>
                </a:lnTo>
                <a:close/>
                <a:moveTo>
                  <a:pt x="704850" y="419100"/>
                </a:moveTo>
                <a:lnTo>
                  <a:pt x="723900" y="419100"/>
                </a:lnTo>
                <a:lnTo>
                  <a:pt x="723900" y="428625"/>
                </a:lnTo>
                <a:lnTo>
                  <a:pt x="704850" y="428625"/>
                </a:lnTo>
                <a:close/>
                <a:moveTo>
                  <a:pt x="800100" y="419100"/>
                </a:moveTo>
                <a:lnTo>
                  <a:pt x="828675" y="419100"/>
                </a:lnTo>
                <a:lnTo>
                  <a:pt x="828675" y="428625"/>
                </a:lnTo>
                <a:lnTo>
                  <a:pt x="800100" y="428625"/>
                </a:lnTo>
                <a:close/>
                <a:moveTo>
                  <a:pt x="866775" y="419100"/>
                </a:moveTo>
                <a:lnTo>
                  <a:pt x="895350" y="419100"/>
                </a:lnTo>
                <a:lnTo>
                  <a:pt x="895350" y="428625"/>
                </a:lnTo>
                <a:lnTo>
                  <a:pt x="866775" y="428625"/>
                </a:lnTo>
                <a:close/>
                <a:moveTo>
                  <a:pt x="952500" y="419100"/>
                </a:moveTo>
                <a:lnTo>
                  <a:pt x="990600" y="419100"/>
                </a:lnTo>
                <a:lnTo>
                  <a:pt x="990600" y="428625"/>
                </a:lnTo>
                <a:lnTo>
                  <a:pt x="952500" y="428625"/>
                </a:lnTo>
                <a:close/>
                <a:moveTo>
                  <a:pt x="342900" y="428625"/>
                </a:moveTo>
                <a:lnTo>
                  <a:pt x="352425" y="428625"/>
                </a:lnTo>
                <a:lnTo>
                  <a:pt x="352425" y="438150"/>
                </a:lnTo>
                <a:lnTo>
                  <a:pt x="342900" y="438150"/>
                </a:lnTo>
                <a:close/>
                <a:moveTo>
                  <a:pt x="628650" y="428625"/>
                </a:moveTo>
                <a:lnTo>
                  <a:pt x="638175" y="428625"/>
                </a:lnTo>
                <a:lnTo>
                  <a:pt x="638175" y="438150"/>
                </a:lnTo>
                <a:lnTo>
                  <a:pt x="628650" y="438150"/>
                </a:lnTo>
                <a:close/>
                <a:moveTo>
                  <a:pt x="647700" y="428625"/>
                </a:moveTo>
                <a:lnTo>
                  <a:pt x="657225" y="428625"/>
                </a:lnTo>
                <a:lnTo>
                  <a:pt x="657225" y="438150"/>
                </a:lnTo>
                <a:lnTo>
                  <a:pt x="647700" y="438150"/>
                </a:lnTo>
                <a:close/>
                <a:moveTo>
                  <a:pt x="723900" y="428625"/>
                </a:moveTo>
                <a:lnTo>
                  <a:pt x="733425" y="428625"/>
                </a:lnTo>
                <a:lnTo>
                  <a:pt x="733425" y="438150"/>
                </a:lnTo>
                <a:lnTo>
                  <a:pt x="723900" y="438150"/>
                </a:lnTo>
                <a:close/>
                <a:moveTo>
                  <a:pt x="990600" y="428625"/>
                </a:moveTo>
                <a:lnTo>
                  <a:pt x="1000125" y="428625"/>
                </a:lnTo>
                <a:lnTo>
                  <a:pt x="1000125" y="438150"/>
                </a:lnTo>
                <a:lnTo>
                  <a:pt x="990600" y="438150"/>
                </a:lnTo>
                <a:close/>
                <a:moveTo>
                  <a:pt x="638175" y="438150"/>
                </a:moveTo>
                <a:lnTo>
                  <a:pt x="647700" y="438150"/>
                </a:lnTo>
                <a:lnTo>
                  <a:pt x="647700" y="447675"/>
                </a:lnTo>
                <a:lnTo>
                  <a:pt x="638175" y="447675"/>
                </a:lnTo>
                <a:close/>
                <a:moveTo>
                  <a:pt x="733425" y="438150"/>
                </a:moveTo>
                <a:lnTo>
                  <a:pt x="752475" y="438150"/>
                </a:lnTo>
                <a:lnTo>
                  <a:pt x="752475" y="457200"/>
                </a:lnTo>
                <a:lnTo>
                  <a:pt x="733425" y="457200"/>
                </a:lnTo>
                <a:close/>
                <a:moveTo>
                  <a:pt x="342900" y="457200"/>
                </a:moveTo>
                <a:lnTo>
                  <a:pt x="352425" y="457200"/>
                </a:lnTo>
                <a:lnTo>
                  <a:pt x="352425" y="466725"/>
                </a:lnTo>
                <a:lnTo>
                  <a:pt x="342900" y="466725"/>
                </a:lnTo>
                <a:close/>
                <a:moveTo>
                  <a:pt x="638175" y="457200"/>
                </a:moveTo>
                <a:lnTo>
                  <a:pt x="647700" y="457200"/>
                </a:lnTo>
                <a:lnTo>
                  <a:pt x="647700" y="466725"/>
                </a:lnTo>
                <a:lnTo>
                  <a:pt x="638175" y="466725"/>
                </a:lnTo>
                <a:close/>
                <a:moveTo>
                  <a:pt x="371475" y="466725"/>
                </a:moveTo>
                <a:lnTo>
                  <a:pt x="447675" y="466725"/>
                </a:lnTo>
                <a:lnTo>
                  <a:pt x="447675" y="476250"/>
                </a:lnTo>
                <a:lnTo>
                  <a:pt x="371475" y="476250"/>
                </a:lnTo>
                <a:close/>
                <a:moveTo>
                  <a:pt x="457200" y="466725"/>
                </a:moveTo>
                <a:lnTo>
                  <a:pt x="466725" y="466725"/>
                </a:lnTo>
                <a:lnTo>
                  <a:pt x="466725" y="476250"/>
                </a:lnTo>
                <a:lnTo>
                  <a:pt x="457200" y="476250"/>
                </a:lnTo>
                <a:close/>
                <a:moveTo>
                  <a:pt x="504825" y="466725"/>
                </a:moveTo>
                <a:lnTo>
                  <a:pt x="523875" y="466725"/>
                </a:lnTo>
                <a:lnTo>
                  <a:pt x="523875" y="476250"/>
                </a:lnTo>
                <a:lnTo>
                  <a:pt x="504825" y="476250"/>
                </a:lnTo>
                <a:close/>
                <a:moveTo>
                  <a:pt x="542925" y="466725"/>
                </a:moveTo>
                <a:lnTo>
                  <a:pt x="561975" y="466725"/>
                </a:lnTo>
                <a:lnTo>
                  <a:pt x="561975" y="476250"/>
                </a:lnTo>
                <a:lnTo>
                  <a:pt x="542925" y="476250"/>
                </a:lnTo>
                <a:close/>
                <a:moveTo>
                  <a:pt x="581025" y="466725"/>
                </a:moveTo>
                <a:lnTo>
                  <a:pt x="628650" y="466725"/>
                </a:lnTo>
                <a:lnTo>
                  <a:pt x="628650" y="476250"/>
                </a:lnTo>
                <a:lnTo>
                  <a:pt x="581025" y="476250"/>
                </a:lnTo>
                <a:close/>
                <a:moveTo>
                  <a:pt x="685800" y="466725"/>
                </a:moveTo>
                <a:lnTo>
                  <a:pt x="704850" y="466725"/>
                </a:lnTo>
                <a:lnTo>
                  <a:pt x="704850" y="476250"/>
                </a:lnTo>
                <a:lnTo>
                  <a:pt x="685800" y="476250"/>
                </a:lnTo>
                <a:close/>
                <a:moveTo>
                  <a:pt x="781050" y="466725"/>
                </a:moveTo>
                <a:lnTo>
                  <a:pt x="790575" y="466725"/>
                </a:lnTo>
                <a:lnTo>
                  <a:pt x="790575" y="476250"/>
                </a:lnTo>
                <a:lnTo>
                  <a:pt x="781050" y="476250"/>
                </a:lnTo>
                <a:close/>
                <a:moveTo>
                  <a:pt x="828675" y="466725"/>
                </a:moveTo>
                <a:lnTo>
                  <a:pt x="857250" y="466725"/>
                </a:lnTo>
                <a:lnTo>
                  <a:pt x="857250" y="476250"/>
                </a:lnTo>
                <a:lnTo>
                  <a:pt x="828675" y="476250"/>
                </a:lnTo>
                <a:close/>
                <a:moveTo>
                  <a:pt x="885825" y="466725"/>
                </a:moveTo>
                <a:lnTo>
                  <a:pt x="914400" y="466725"/>
                </a:lnTo>
                <a:lnTo>
                  <a:pt x="914400" y="476250"/>
                </a:lnTo>
                <a:lnTo>
                  <a:pt x="885825" y="476250"/>
                </a:lnTo>
                <a:close/>
                <a:moveTo>
                  <a:pt x="923925" y="466725"/>
                </a:moveTo>
                <a:lnTo>
                  <a:pt x="933450" y="466725"/>
                </a:lnTo>
                <a:lnTo>
                  <a:pt x="933450" y="476250"/>
                </a:lnTo>
                <a:lnTo>
                  <a:pt x="923925" y="476250"/>
                </a:lnTo>
                <a:close/>
                <a:moveTo>
                  <a:pt x="942975" y="466725"/>
                </a:moveTo>
                <a:lnTo>
                  <a:pt x="971550" y="466725"/>
                </a:lnTo>
                <a:lnTo>
                  <a:pt x="971550" y="476250"/>
                </a:lnTo>
                <a:lnTo>
                  <a:pt x="942975" y="476250"/>
                </a:lnTo>
                <a:close/>
                <a:moveTo>
                  <a:pt x="180975" y="485775"/>
                </a:moveTo>
                <a:lnTo>
                  <a:pt x="190500" y="485775"/>
                </a:lnTo>
                <a:lnTo>
                  <a:pt x="190500" y="495300"/>
                </a:lnTo>
                <a:lnTo>
                  <a:pt x="180975" y="495300"/>
                </a:lnTo>
                <a:close/>
                <a:moveTo>
                  <a:pt x="342900" y="495300"/>
                </a:moveTo>
                <a:lnTo>
                  <a:pt x="352425" y="495300"/>
                </a:lnTo>
                <a:lnTo>
                  <a:pt x="352425" y="514350"/>
                </a:lnTo>
                <a:lnTo>
                  <a:pt x="342900" y="514350"/>
                </a:lnTo>
                <a:close/>
                <a:moveTo>
                  <a:pt x="457200" y="495300"/>
                </a:moveTo>
                <a:lnTo>
                  <a:pt x="466725" y="495300"/>
                </a:lnTo>
                <a:lnTo>
                  <a:pt x="466725" y="514350"/>
                </a:lnTo>
                <a:lnTo>
                  <a:pt x="457200" y="514350"/>
                </a:lnTo>
                <a:close/>
                <a:moveTo>
                  <a:pt x="809625" y="647700"/>
                </a:moveTo>
                <a:lnTo>
                  <a:pt x="819150" y="647700"/>
                </a:lnTo>
                <a:lnTo>
                  <a:pt x="819150" y="657225"/>
                </a:lnTo>
                <a:lnTo>
                  <a:pt x="828675" y="657225"/>
                </a:lnTo>
                <a:lnTo>
                  <a:pt x="828675" y="676275"/>
                </a:lnTo>
                <a:lnTo>
                  <a:pt x="819150" y="676275"/>
                </a:lnTo>
                <a:lnTo>
                  <a:pt x="819150" y="666750"/>
                </a:lnTo>
                <a:lnTo>
                  <a:pt x="800100" y="666750"/>
                </a:lnTo>
                <a:lnTo>
                  <a:pt x="800100" y="657225"/>
                </a:lnTo>
                <a:lnTo>
                  <a:pt x="809625" y="657225"/>
                </a:lnTo>
                <a:close/>
                <a:moveTo>
                  <a:pt x="447675" y="657225"/>
                </a:moveTo>
                <a:lnTo>
                  <a:pt x="457200" y="657225"/>
                </a:lnTo>
                <a:lnTo>
                  <a:pt x="457200" y="666750"/>
                </a:lnTo>
                <a:lnTo>
                  <a:pt x="447675" y="666750"/>
                </a:lnTo>
                <a:close/>
                <a:moveTo>
                  <a:pt x="1781175" y="657225"/>
                </a:moveTo>
                <a:lnTo>
                  <a:pt x="1790700" y="657225"/>
                </a:lnTo>
                <a:lnTo>
                  <a:pt x="1790700" y="676275"/>
                </a:lnTo>
                <a:lnTo>
                  <a:pt x="1781175" y="676275"/>
                </a:lnTo>
                <a:close/>
                <a:moveTo>
                  <a:pt x="247650" y="666750"/>
                </a:moveTo>
                <a:lnTo>
                  <a:pt x="257175" y="666750"/>
                </a:lnTo>
                <a:lnTo>
                  <a:pt x="257175" y="676275"/>
                </a:lnTo>
                <a:lnTo>
                  <a:pt x="247650" y="676275"/>
                </a:lnTo>
                <a:close/>
                <a:moveTo>
                  <a:pt x="400050" y="666750"/>
                </a:moveTo>
                <a:lnTo>
                  <a:pt x="409575" y="666750"/>
                </a:lnTo>
                <a:lnTo>
                  <a:pt x="409575" y="676275"/>
                </a:lnTo>
                <a:lnTo>
                  <a:pt x="400050" y="676275"/>
                </a:lnTo>
                <a:close/>
                <a:moveTo>
                  <a:pt x="438150" y="666750"/>
                </a:moveTo>
                <a:lnTo>
                  <a:pt x="447675" y="666750"/>
                </a:lnTo>
                <a:lnTo>
                  <a:pt x="447675" y="676275"/>
                </a:lnTo>
                <a:lnTo>
                  <a:pt x="438150" y="676275"/>
                </a:lnTo>
                <a:close/>
                <a:moveTo>
                  <a:pt x="457200" y="666750"/>
                </a:moveTo>
                <a:lnTo>
                  <a:pt x="476250" y="666750"/>
                </a:lnTo>
                <a:lnTo>
                  <a:pt x="476250" y="676275"/>
                </a:lnTo>
                <a:lnTo>
                  <a:pt x="485775" y="676275"/>
                </a:lnTo>
                <a:lnTo>
                  <a:pt x="485775" y="666750"/>
                </a:lnTo>
                <a:lnTo>
                  <a:pt x="495300" y="666750"/>
                </a:lnTo>
                <a:lnTo>
                  <a:pt x="495300" y="676275"/>
                </a:lnTo>
                <a:lnTo>
                  <a:pt x="504825" y="676275"/>
                </a:lnTo>
                <a:lnTo>
                  <a:pt x="504825" y="695325"/>
                </a:lnTo>
                <a:lnTo>
                  <a:pt x="495300" y="695325"/>
                </a:lnTo>
                <a:lnTo>
                  <a:pt x="495300" y="704850"/>
                </a:lnTo>
                <a:lnTo>
                  <a:pt x="485775" y="704850"/>
                </a:lnTo>
                <a:lnTo>
                  <a:pt x="485775" y="714375"/>
                </a:lnTo>
                <a:lnTo>
                  <a:pt x="476250" y="714375"/>
                </a:lnTo>
                <a:lnTo>
                  <a:pt x="476250" y="704850"/>
                </a:lnTo>
                <a:lnTo>
                  <a:pt x="466725" y="704850"/>
                </a:lnTo>
                <a:lnTo>
                  <a:pt x="466725" y="676275"/>
                </a:lnTo>
                <a:lnTo>
                  <a:pt x="457200" y="676275"/>
                </a:lnTo>
                <a:close/>
                <a:moveTo>
                  <a:pt x="581025" y="666750"/>
                </a:moveTo>
                <a:lnTo>
                  <a:pt x="590550" y="666750"/>
                </a:lnTo>
                <a:lnTo>
                  <a:pt x="590550" y="676275"/>
                </a:lnTo>
                <a:lnTo>
                  <a:pt x="581025" y="676275"/>
                </a:lnTo>
                <a:close/>
                <a:moveTo>
                  <a:pt x="1104900" y="666750"/>
                </a:moveTo>
                <a:lnTo>
                  <a:pt x="1123950" y="666750"/>
                </a:lnTo>
                <a:lnTo>
                  <a:pt x="1123950" y="676275"/>
                </a:lnTo>
                <a:lnTo>
                  <a:pt x="1104900" y="676275"/>
                </a:lnTo>
                <a:close/>
                <a:moveTo>
                  <a:pt x="419100" y="676275"/>
                </a:moveTo>
                <a:lnTo>
                  <a:pt x="438150" y="676275"/>
                </a:lnTo>
                <a:lnTo>
                  <a:pt x="438150" y="685800"/>
                </a:lnTo>
                <a:lnTo>
                  <a:pt x="428625" y="685800"/>
                </a:lnTo>
                <a:lnTo>
                  <a:pt x="428625" y="695325"/>
                </a:lnTo>
                <a:lnTo>
                  <a:pt x="419100" y="695325"/>
                </a:lnTo>
                <a:close/>
                <a:moveTo>
                  <a:pt x="600075" y="676275"/>
                </a:moveTo>
                <a:lnTo>
                  <a:pt x="609600" y="676275"/>
                </a:lnTo>
                <a:lnTo>
                  <a:pt x="609600" y="685800"/>
                </a:lnTo>
                <a:lnTo>
                  <a:pt x="600075" y="685800"/>
                </a:lnTo>
                <a:close/>
                <a:moveTo>
                  <a:pt x="1095375" y="676275"/>
                </a:moveTo>
                <a:lnTo>
                  <a:pt x="1104900" y="676275"/>
                </a:lnTo>
                <a:lnTo>
                  <a:pt x="1104900" y="685800"/>
                </a:lnTo>
                <a:lnTo>
                  <a:pt x="1095375" y="685800"/>
                </a:lnTo>
                <a:close/>
                <a:moveTo>
                  <a:pt x="1123950" y="676275"/>
                </a:moveTo>
                <a:lnTo>
                  <a:pt x="1133475" y="676275"/>
                </a:lnTo>
                <a:lnTo>
                  <a:pt x="1133475" y="685800"/>
                </a:lnTo>
                <a:lnTo>
                  <a:pt x="1123950" y="685800"/>
                </a:lnTo>
                <a:close/>
                <a:moveTo>
                  <a:pt x="257175" y="685800"/>
                </a:moveTo>
                <a:lnTo>
                  <a:pt x="276225" y="685800"/>
                </a:lnTo>
                <a:lnTo>
                  <a:pt x="276225" y="695325"/>
                </a:lnTo>
                <a:lnTo>
                  <a:pt x="257175" y="695325"/>
                </a:lnTo>
                <a:close/>
                <a:moveTo>
                  <a:pt x="981075" y="685800"/>
                </a:moveTo>
                <a:lnTo>
                  <a:pt x="1000125" y="685800"/>
                </a:lnTo>
                <a:lnTo>
                  <a:pt x="1000125" y="695325"/>
                </a:lnTo>
                <a:lnTo>
                  <a:pt x="981075" y="695325"/>
                </a:lnTo>
                <a:close/>
                <a:moveTo>
                  <a:pt x="1085850" y="685800"/>
                </a:moveTo>
                <a:lnTo>
                  <a:pt x="1095375" y="685800"/>
                </a:lnTo>
                <a:lnTo>
                  <a:pt x="1095375" y="704850"/>
                </a:lnTo>
                <a:lnTo>
                  <a:pt x="1085850" y="704850"/>
                </a:lnTo>
                <a:close/>
                <a:moveTo>
                  <a:pt x="28575" y="695325"/>
                </a:moveTo>
                <a:lnTo>
                  <a:pt x="38100" y="695325"/>
                </a:lnTo>
                <a:lnTo>
                  <a:pt x="38100" y="704850"/>
                </a:lnTo>
                <a:lnTo>
                  <a:pt x="28575" y="704850"/>
                </a:lnTo>
                <a:close/>
                <a:moveTo>
                  <a:pt x="409575" y="695325"/>
                </a:moveTo>
                <a:lnTo>
                  <a:pt x="419100" y="695325"/>
                </a:lnTo>
                <a:lnTo>
                  <a:pt x="419100" y="704850"/>
                </a:lnTo>
                <a:lnTo>
                  <a:pt x="409575" y="704850"/>
                </a:lnTo>
                <a:close/>
                <a:moveTo>
                  <a:pt x="552450" y="695325"/>
                </a:moveTo>
                <a:lnTo>
                  <a:pt x="561975" y="695325"/>
                </a:lnTo>
                <a:lnTo>
                  <a:pt x="561975" y="704850"/>
                </a:lnTo>
                <a:lnTo>
                  <a:pt x="552450" y="704850"/>
                </a:lnTo>
                <a:close/>
                <a:moveTo>
                  <a:pt x="666750" y="695325"/>
                </a:moveTo>
                <a:lnTo>
                  <a:pt x="676275" y="695325"/>
                </a:lnTo>
                <a:lnTo>
                  <a:pt x="676275" y="704850"/>
                </a:lnTo>
                <a:lnTo>
                  <a:pt x="666750" y="704850"/>
                </a:lnTo>
                <a:close/>
                <a:moveTo>
                  <a:pt x="704850" y="695325"/>
                </a:moveTo>
                <a:lnTo>
                  <a:pt x="714375" y="695325"/>
                </a:lnTo>
                <a:lnTo>
                  <a:pt x="714375" y="714375"/>
                </a:lnTo>
                <a:lnTo>
                  <a:pt x="704850" y="714375"/>
                </a:lnTo>
                <a:close/>
                <a:moveTo>
                  <a:pt x="1000125" y="695325"/>
                </a:moveTo>
                <a:lnTo>
                  <a:pt x="1028700" y="695325"/>
                </a:lnTo>
                <a:lnTo>
                  <a:pt x="1028700" y="704850"/>
                </a:lnTo>
                <a:lnTo>
                  <a:pt x="1000125" y="704850"/>
                </a:lnTo>
                <a:close/>
                <a:moveTo>
                  <a:pt x="1038225" y="695325"/>
                </a:moveTo>
                <a:lnTo>
                  <a:pt x="1066800" y="695325"/>
                </a:lnTo>
                <a:lnTo>
                  <a:pt x="1066800" y="704850"/>
                </a:lnTo>
                <a:lnTo>
                  <a:pt x="1038225" y="704850"/>
                </a:lnTo>
                <a:close/>
                <a:moveTo>
                  <a:pt x="1123950" y="695325"/>
                </a:moveTo>
                <a:lnTo>
                  <a:pt x="1133475" y="695325"/>
                </a:lnTo>
                <a:lnTo>
                  <a:pt x="1133475" y="704850"/>
                </a:lnTo>
                <a:lnTo>
                  <a:pt x="1143000" y="704850"/>
                </a:lnTo>
                <a:lnTo>
                  <a:pt x="1143000" y="723900"/>
                </a:lnTo>
                <a:lnTo>
                  <a:pt x="1133475" y="723900"/>
                </a:lnTo>
                <a:lnTo>
                  <a:pt x="1133475" y="714375"/>
                </a:lnTo>
                <a:lnTo>
                  <a:pt x="1114425" y="714375"/>
                </a:lnTo>
                <a:lnTo>
                  <a:pt x="1114425" y="704850"/>
                </a:lnTo>
                <a:lnTo>
                  <a:pt x="1123950" y="704850"/>
                </a:lnTo>
                <a:close/>
                <a:moveTo>
                  <a:pt x="19050" y="704850"/>
                </a:moveTo>
                <a:lnTo>
                  <a:pt x="28575" y="704850"/>
                </a:lnTo>
                <a:lnTo>
                  <a:pt x="28575" y="723900"/>
                </a:lnTo>
                <a:lnTo>
                  <a:pt x="19050" y="723900"/>
                </a:lnTo>
                <a:lnTo>
                  <a:pt x="19050" y="847725"/>
                </a:lnTo>
                <a:lnTo>
                  <a:pt x="9525" y="847725"/>
                </a:lnTo>
                <a:lnTo>
                  <a:pt x="9525" y="714375"/>
                </a:lnTo>
                <a:lnTo>
                  <a:pt x="19050" y="714375"/>
                </a:lnTo>
                <a:close/>
                <a:moveTo>
                  <a:pt x="342900" y="704850"/>
                </a:moveTo>
                <a:lnTo>
                  <a:pt x="352425" y="704850"/>
                </a:lnTo>
                <a:lnTo>
                  <a:pt x="352425" y="714375"/>
                </a:lnTo>
                <a:lnTo>
                  <a:pt x="342900" y="714375"/>
                </a:lnTo>
                <a:close/>
                <a:moveTo>
                  <a:pt x="542925" y="704850"/>
                </a:moveTo>
                <a:lnTo>
                  <a:pt x="552450" y="704850"/>
                </a:lnTo>
                <a:lnTo>
                  <a:pt x="552450" y="714375"/>
                </a:lnTo>
                <a:lnTo>
                  <a:pt x="542925" y="714375"/>
                </a:lnTo>
                <a:close/>
                <a:moveTo>
                  <a:pt x="600075" y="704850"/>
                </a:moveTo>
                <a:lnTo>
                  <a:pt x="609600" y="704850"/>
                </a:lnTo>
                <a:lnTo>
                  <a:pt x="609600" y="714375"/>
                </a:lnTo>
                <a:lnTo>
                  <a:pt x="600075" y="714375"/>
                </a:lnTo>
                <a:close/>
                <a:moveTo>
                  <a:pt x="809625" y="704850"/>
                </a:moveTo>
                <a:lnTo>
                  <a:pt x="819150" y="704850"/>
                </a:lnTo>
                <a:lnTo>
                  <a:pt x="819150" y="714375"/>
                </a:lnTo>
                <a:lnTo>
                  <a:pt x="809625" y="714375"/>
                </a:lnTo>
                <a:close/>
                <a:moveTo>
                  <a:pt x="1066800" y="704850"/>
                </a:moveTo>
                <a:lnTo>
                  <a:pt x="1085850" y="704850"/>
                </a:lnTo>
                <a:lnTo>
                  <a:pt x="1085850" y="733425"/>
                </a:lnTo>
                <a:lnTo>
                  <a:pt x="1066800" y="733425"/>
                </a:lnTo>
                <a:close/>
                <a:moveTo>
                  <a:pt x="1190625" y="704850"/>
                </a:moveTo>
                <a:lnTo>
                  <a:pt x="1200150" y="704850"/>
                </a:lnTo>
                <a:lnTo>
                  <a:pt x="1200150" y="723900"/>
                </a:lnTo>
                <a:lnTo>
                  <a:pt x="1209675" y="723900"/>
                </a:lnTo>
                <a:lnTo>
                  <a:pt x="1209675" y="742950"/>
                </a:lnTo>
                <a:lnTo>
                  <a:pt x="1190625" y="742950"/>
                </a:lnTo>
                <a:close/>
                <a:moveTo>
                  <a:pt x="219075" y="714375"/>
                </a:moveTo>
                <a:lnTo>
                  <a:pt x="228600" y="714375"/>
                </a:lnTo>
                <a:lnTo>
                  <a:pt x="228600" y="723900"/>
                </a:lnTo>
                <a:lnTo>
                  <a:pt x="219075" y="723900"/>
                </a:lnTo>
                <a:close/>
                <a:moveTo>
                  <a:pt x="352425" y="714375"/>
                </a:moveTo>
                <a:lnTo>
                  <a:pt x="371475" y="714375"/>
                </a:lnTo>
                <a:lnTo>
                  <a:pt x="371475" y="723900"/>
                </a:lnTo>
                <a:lnTo>
                  <a:pt x="352425" y="723900"/>
                </a:lnTo>
                <a:close/>
                <a:moveTo>
                  <a:pt x="523875" y="714375"/>
                </a:moveTo>
                <a:lnTo>
                  <a:pt x="542925" y="714375"/>
                </a:lnTo>
                <a:lnTo>
                  <a:pt x="542925" y="723900"/>
                </a:lnTo>
                <a:lnTo>
                  <a:pt x="523875" y="723900"/>
                </a:lnTo>
                <a:close/>
                <a:moveTo>
                  <a:pt x="1104900" y="714375"/>
                </a:moveTo>
                <a:lnTo>
                  <a:pt x="1114425" y="714375"/>
                </a:lnTo>
                <a:lnTo>
                  <a:pt x="1114425" y="723900"/>
                </a:lnTo>
                <a:lnTo>
                  <a:pt x="1104900" y="723900"/>
                </a:lnTo>
                <a:close/>
                <a:moveTo>
                  <a:pt x="1123950" y="723900"/>
                </a:moveTo>
                <a:lnTo>
                  <a:pt x="1133475" y="723900"/>
                </a:lnTo>
                <a:lnTo>
                  <a:pt x="1133475" y="733425"/>
                </a:lnTo>
                <a:lnTo>
                  <a:pt x="1123950" y="733425"/>
                </a:lnTo>
                <a:close/>
                <a:moveTo>
                  <a:pt x="209550" y="733425"/>
                </a:moveTo>
                <a:lnTo>
                  <a:pt x="219075" y="733425"/>
                </a:lnTo>
                <a:lnTo>
                  <a:pt x="219075" y="742950"/>
                </a:lnTo>
                <a:lnTo>
                  <a:pt x="209550" y="742950"/>
                </a:lnTo>
                <a:close/>
                <a:moveTo>
                  <a:pt x="409575" y="733425"/>
                </a:moveTo>
                <a:lnTo>
                  <a:pt x="419100" y="733425"/>
                </a:lnTo>
                <a:lnTo>
                  <a:pt x="419100" y="742950"/>
                </a:lnTo>
                <a:lnTo>
                  <a:pt x="409575" y="742950"/>
                </a:lnTo>
                <a:close/>
                <a:moveTo>
                  <a:pt x="447675" y="733425"/>
                </a:moveTo>
                <a:lnTo>
                  <a:pt x="457200" y="733425"/>
                </a:lnTo>
                <a:lnTo>
                  <a:pt x="457200" y="742950"/>
                </a:lnTo>
                <a:lnTo>
                  <a:pt x="447675" y="742950"/>
                </a:lnTo>
                <a:close/>
                <a:moveTo>
                  <a:pt x="676275" y="733425"/>
                </a:moveTo>
                <a:lnTo>
                  <a:pt x="685800" y="733425"/>
                </a:lnTo>
                <a:lnTo>
                  <a:pt x="685800" y="742950"/>
                </a:lnTo>
                <a:lnTo>
                  <a:pt x="676275" y="742950"/>
                </a:lnTo>
                <a:close/>
                <a:moveTo>
                  <a:pt x="904875" y="733425"/>
                </a:moveTo>
                <a:lnTo>
                  <a:pt x="914400" y="733425"/>
                </a:lnTo>
                <a:lnTo>
                  <a:pt x="914400" y="742950"/>
                </a:lnTo>
                <a:lnTo>
                  <a:pt x="904875" y="742950"/>
                </a:lnTo>
                <a:close/>
                <a:moveTo>
                  <a:pt x="942975" y="733425"/>
                </a:moveTo>
                <a:lnTo>
                  <a:pt x="952500" y="733425"/>
                </a:lnTo>
                <a:lnTo>
                  <a:pt x="952500" y="742950"/>
                </a:lnTo>
                <a:lnTo>
                  <a:pt x="942975" y="742950"/>
                </a:lnTo>
                <a:close/>
                <a:moveTo>
                  <a:pt x="990600" y="733425"/>
                </a:moveTo>
                <a:lnTo>
                  <a:pt x="1000125" y="733425"/>
                </a:lnTo>
                <a:lnTo>
                  <a:pt x="1000125" y="742950"/>
                </a:lnTo>
                <a:lnTo>
                  <a:pt x="1019175" y="742950"/>
                </a:lnTo>
                <a:lnTo>
                  <a:pt x="1019175" y="752475"/>
                </a:lnTo>
                <a:lnTo>
                  <a:pt x="990600" y="752475"/>
                </a:lnTo>
                <a:close/>
                <a:moveTo>
                  <a:pt x="1781175" y="733425"/>
                </a:moveTo>
                <a:lnTo>
                  <a:pt x="1790700" y="733425"/>
                </a:lnTo>
                <a:lnTo>
                  <a:pt x="1790700" y="752475"/>
                </a:lnTo>
                <a:lnTo>
                  <a:pt x="1781175" y="752475"/>
                </a:lnTo>
                <a:close/>
                <a:moveTo>
                  <a:pt x="295275" y="742950"/>
                </a:moveTo>
                <a:lnTo>
                  <a:pt x="314325" y="742950"/>
                </a:lnTo>
                <a:lnTo>
                  <a:pt x="314325" y="752475"/>
                </a:lnTo>
                <a:lnTo>
                  <a:pt x="295275" y="752475"/>
                </a:lnTo>
                <a:close/>
                <a:moveTo>
                  <a:pt x="333375" y="742950"/>
                </a:moveTo>
                <a:lnTo>
                  <a:pt x="361950" y="742950"/>
                </a:lnTo>
                <a:lnTo>
                  <a:pt x="361950" y="752475"/>
                </a:lnTo>
                <a:lnTo>
                  <a:pt x="333375" y="752475"/>
                </a:lnTo>
                <a:close/>
                <a:moveTo>
                  <a:pt x="800100" y="742950"/>
                </a:moveTo>
                <a:lnTo>
                  <a:pt x="819150" y="742950"/>
                </a:lnTo>
                <a:lnTo>
                  <a:pt x="819150" y="752475"/>
                </a:lnTo>
                <a:lnTo>
                  <a:pt x="800100" y="752475"/>
                </a:lnTo>
                <a:close/>
                <a:moveTo>
                  <a:pt x="914400" y="742950"/>
                </a:moveTo>
                <a:lnTo>
                  <a:pt x="923925" y="742950"/>
                </a:lnTo>
                <a:lnTo>
                  <a:pt x="923925" y="752475"/>
                </a:lnTo>
                <a:lnTo>
                  <a:pt x="914400" y="752475"/>
                </a:lnTo>
                <a:close/>
                <a:moveTo>
                  <a:pt x="952500" y="742950"/>
                </a:moveTo>
                <a:lnTo>
                  <a:pt x="962025" y="742950"/>
                </a:lnTo>
                <a:lnTo>
                  <a:pt x="962025" y="752475"/>
                </a:lnTo>
                <a:lnTo>
                  <a:pt x="952500" y="752475"/>
                </a:lnTo>
                <a:close/>
                <a:moveTo>
                  <a:pt x="1066800" y="742950"/>
                </a:moveTo>
                <a:lnTo>
                  <a:pt x="1085850" y="742950"/>
                </a:lnTo>
                <a:lnTo>
                  <a:pt x="1085850" y="752475"/>
                </a:lnTo>
                <a:lnTo>
                  <a:pt x="1066800" y="752475"/>
                </a:lnTo>
                <a:close/>
                <a:moveTo>
                  <a:pt x="209550" y="752475"/>
                </a:moveTo>
                <a:lnTo>
                  <a:pt x="228600" y="752475"/>
                </a:lnTo>
                <a:lnTo>
                  <a:pt x="228600" y="762000"/>
                </a:lnTo>
                <a:lnTo>
                  <a:pt x="209550" y="762000"/>
                </a:lnTo>
                <a:close/>
                <a:moveTo>
                  <a:pt x="276225" y="752475"/>
                </a:moveTo>
                <a:lnTo>
                  <a:pt x="285750" y="752475"/>
                </a:lnTo>
                <a:lnTo>
                  <a:pt x="285750" y="762000"/>
                </a:lnTo>
                <a:lnTo>
                  <a:pt x="276225" y="762000"/>
                </a:lnTo>
                <a:close/>
                <a:moveTo>
                  <a:pt x="476250" y="752475"/>
                </a:moveTo>
                <a:lnTo>
                  <a:pt x="495300" y="752475"/>
                </a:lnTo>
                <a:lnTo>
                  <a:pt x="495300" y="762000"/>
                </a:lnTo>
                <a:lnTo>
                  <a:pt x="476250" y="762000"/>
                </a:lnTo>
                <a:close/>
                <a:moveTo>
                  <a:pt x="514350" y="752475"/>
                </a:moveTo>
                <a:lnTo>
                  <a:pt x="542925" y="752475"/>
                </a:lnTo>
                <a:lnTo>
                  <a:pt x="542925" y="762000"/>
                </a:lnTo>
                <a:lnTo>
                  <a:pt x="514350" y="762000"/>
                </a:lnTo>
                <a:close/>
                <a:moveTo>
                  <a:pt x="581025" y="752475"/>
                </a:moveTo>
                <a:lnTo>
                  <a:pt x="609600" y="752475"/>
                </a:lnTo>
                <a:lnTo>
                  <a:pt x="609600" y="762000"/>
                </a:lnTo>
                <a:lnTo>
                  <a:pt x="581025" y="762000"/>
                </a:lnTo>
                <a:close/>
                <a:moveTo>
                  <a:pt x="762000" y="752475"/>
                </a:moveTo>
                <a:lnTo>
                  <a:pt x="771525" y="752475"/>
                </a:lnTo>
                <a:lnTo>
                  <a:pt x="771525" y="762000"/>
                </a:lnTo>
                <a:lnTo>
                  <a:pt x="762000" y="762000"/>
                </a:lnTo>
                <a:close/>
                <a:moveTo>
                  <a:pt x="819150" y="752475"/>
                </a:moveTo>
                <a:lnTo>
                  <a:pt x="828675" y="752475"/>
                </a:lnTo>
                <a:lnTo>
                  <a:pt x="828675" y="762000"/>
                </a:lnTo>
                <a:lnTo>
                  <a:pt x="819150" y="762000"/>
                </a:lnTo>
                <a:close/>
                <a:moveTo>
                  <a:pt x="962025" y="752475"/>
                </a:moveTo>
                <a:lnTo>
                  <a:pt x="971550" y="752475"/>
                </a:lnTo>
                <a:lnTo>
                  <a:pt x="971550" y="762000"/>
                </a:lnTo>
                <a:lnTo>
                  <a:pt x="962025" y="762000"/>
                </a:lnTo>
                <a:close/>
                <a:moveTo>
                  <a:pt x="1114425" y="752475"/>
                </a:moveTo>
                <a:lnTo>
                  <a:pt x="1152525" y="752475"/>
                </a:lnTo>
                <a:lnTo>
                  <a:pt x="1152525" y="762000"/>
                </a:lnTo>
                <a:lnTo>
                  <a:pt x="1114425" y="762000"/>
                </a:lnTo>
                <a:close/>
                <a:moveTo>
                  <a:pt x="1781175" y="762000"/>
                </a:moveTo>
                <a:lnTo>
                  <a:pt x="1790700" y="762000"/>
                </a:lnTo>
                <a:lnTo>
                  <a:pt x="1790700" y="771525"/>
                </a:lnTo>
                <a:lnTo>
                  <a:pt x="1781175" y="771525"/>
                </a:lnTo>
                <a:close/>
                <a:moveTo>
                  <a:pt x="133350" y="800100"/>
                </a:moveTo>
                <a:lnTo>
                  <a:pt x="142875" y="800100"/>
                </a:lnTo>
                <a:lnTo>
                  <a:pt x="142875" y="809625"/>
                </a:lnTo>
                <a:lnTo>
                  <a:pt x="133350" y="809625"/>
                </a:lnTo>
                <a:close/>
                <a:moveTo>
                  <a:pt x="1781175" y="800100"/>
                </a:moveTo>
                <a:lnTo>
                  <a:pt x="1790700" y="800100"/>
                </a:lnTo>
                <a:lnTo>
                  <a:pt x="1790700" y="809625"/>
                </a:lnTo>
                <a:lnTo>
                  <a:pt x="1781175" y="809625"/>
                </a:lnTo>
                <a:close/>
                <a:moveTo>
                  <a:pt x="504825" y="809625"/>
                </a:moveTo>
                <a:lnTo>
                  <a:pt x="657225" y="809625"/>
                </a:lnTo>
                <a:lnTo>
                  <a:pt x="657225" y="819150"/>
                </a:lnTo>
                <a:lnTo>
                  <a:pt x="504825" y="819150"/>
                </a:lnTo>
                <a:close/>
                <a:moveTo>
                  <a:pt x="723900" y="819150"/>
                </a:moveTo>
                <a:lnTo>
                  <a:pt x="733425" y="819150"/>
                </a:lnTo>
                <a:lnTo>
                  <a:pt x="733425" y="828675"/>
                </a:lnTo>
                <a:lnTo>
                  <a:pt x="723900" y="828675"/>
                </a:lnTo>
                <a:close/>
                <a:moveTo>
                  <a:pt x="200025" y="828675"/>
                </a:moveTo>
                <a:lnTo>
                  <a:pt x="209550" y="828675"/>
                </a:lnTo>
                <a:lnTo>
                  <a:pt x="209550" y="838200"/>
                </a:lnTo>
                <a:lnTo>
                  <a:pt x="200025" y="838200"/>
                </a:lnTo>
                <a:close/>
                <a:moveTo>
                  <a:pt x="685800" y="828675"/>
                </a:moveTo>
                <a:lnTo>
                  <a:pt x="723900" y="828675"/>
                </a:lnTo>
                <a:lnTo>
                  <a:pt x="723900" y="838200"/>
                </a:lnTo>
                <a:lnTo>
                  <a:pt x="685800" y="838200"/>
                </a:lnTo>
                <a:close/>
                <a:moveTo>
                  <a:pt x="209550" y="838200"/>
                </a:moveTo>
                <a:lnTo>
                  <a:pt x="247650" y="838200"/>
                </a:lnTo>
                <a:lnTo>
                  <a:pt x="247650" y="847725"/>
                </a:lnTo>
                <a:lnTo>
                  <a:pt x="209550" y="847725"/>
                </a:lnTo>
                <a:close/>
                <a:moveTo>
                  <a:pt x="19050" y="847725"/>
                </a:moveTo>
                <a:lnTo>
                  <a:pt x="28575" y="847725"/>
                </a:lnTo>
                <a:lnTo>
                  <a:pt x="28575" y="857250"/>
                </a:lnTo>
                <a:lnTo>
                  <a:pt x="19050" y="857250"/>
                </a:lnTo>
                <a:close/>
                <a:moveTo>
                  <a:pt x="1781175" y="876300"/>
                </a:moveTo>
                <a:lnTo>
                  <a:pt x="1790700" y="876300"/>
                </a:lnTo>
                <a:lnTo>
                  <a:pt x="1790700" y="1019175"/>
                </a:lnTo>
                <a:lnTo>
                  <a:pt x="1781175" y="1019175"/>
                </a:lnTo>
                <a:close/>
                <a:moveTo>
                  <a:pt x="219075" y="885825"/>
                </a:moveTo>
                <a:lnTo>
                  <a:pt x="228600" y="885825"/>
                </a:lnTo>
                <a:lnTo>
                  <a:pt x="228600" y="895350"/>
                </a:lnTo>
                <a:lnTo>
                  <a:pt x="219075" y="895350"/>
                </a:lnTo>
                <a:close/>
                <a:moveTo>
                  <a:pt x="457200" y="885825"/>
                </a:moveTo>
                <a:lnTo>
                  <a:pt x="466725" y="885825"/>
                </a:lnTo>
                <a:lnTo>
                  <a:pt x="466725" y="895350"/>
                </a:lnTo>
                <a:lnTo>
                  <a:pt x="457200" y="895350"/>
                </a:lnTo>
                <a:close/>
                <a:moveTo>
                  <a:pt x="523875" y="885825"/>
                </a:moveTo>
                <a:lnTo>
                  <a:pt x="552450" y="885825"/>
                </a:lnTo>
                <a:lnTo>
                  <a:pt x="552450" y="895350"/>
                </a:lnTo>
                <a:lnTo>
                  <a:pt x="523875" y="895350"/>
                </a:lnTo>
                <a:close/>
                <a:moveTo>
                  <a:pt x="581025" y="885825"/>
                </a:moveTo>
                <a:lnTo>
                  <a:pt x="590550" y="885825"/>
                </a:lnTo>
                <a:lnTo>
                  <a:pt x="590550" y="895350"/>
                </a:lnTo>
                <a:lnTo>
                  <a:pt x="581025" y="895350"/>
                </a:lnTo>
                <a:close/>
                <a:moveTo>
                  <a:pt x="600075" y="885825"/>
                </a:moveTo>
                <a:lnTo>
                  <a:pt x="666750" y="885825"/>
                </a:lnTo>
                <a:lnTo>
                  <a:pt x="666750" y="895350"/>
                </a:lnTo>
                <a:lnTo>
                  <a:pt x="600075" y="895350"/>
                </a:lnTo>
                <a:close/>
                <a:moveTo>
                  <a:pt x="685800" y="885825"/>
                </a:moveTo>
                <a:lnTo>
                  <a:pt x="723900" y="885825"/>
                </a:lnTo>
                <a:lnTo>
                  <a:pt x="723900" y="895350"/>
                </a:lnTo>
                <a:lnTo>
                  <a:pt x="685800" y="895350"/>
                </a:lnTo>
                <a:close/>
                <a:moveTo>
                  <a:pt x="733425" y="885825"/>
                </a:moveTo>
                <a:lnTo>
                  <a:pt x="742950" y="885825"/>
                </a:lnTo>
                <a:lnTo>
                  <a:pt x="742950" y="895350"/>
                </a:lnTo>
                <a:lnTo>
                  <a:pt x="733425" y="895350"/>
                </a:lnTo>
                <a:close/>
                <a:moveTo>
                  <a:pt x="228600" y="895350"/>
                </a:moveTo>
                <a:lnTo>
                  <a:pt x="238125" y="895350"/>
                </a:lnTo>
                <a:lnTo>
                  <a:pt x="238125" y="904875"/>
                </a:lnTo>
                <a:lnTo>
                  <a:pt x="257175" y="904875"/>
                </a:lnTo>
                <a:lnTo>
                  <a:pt x="257175" y="895350"/>
                </a:lnTo>
                <a:lnTo>
                  <a:pt x="323850" y="895350"/>
                </a:lnTo>
                <a:lnTo>
                  <a:pt x="323850" y="904875"/>
                </a:lnTo>
                <a:lnTo>
                  <a:pt x="257175" y="904875"/>
                </a:lnTo>
                <a:lnTo>
                  <a:pt x="257175" y="914400"/>
                </a:lnTo>
                <a:lnTo>
                  <a:pt x="247650" y="914400"/>
                </a:lnTo>
                <a:lnTo>
                  <a:pt x="247650" y="923925"/>
                </a:lnTo>
                <a:lnTo>
                  <a:pt x="238125" y="923925"/>
                </a:lnTo>
                <a:lnTo>
                  <a:pt x="238125" y="933450"/>
                </a:lnTo>
                <a:lnTo>
                  <a:pt x="228600" y="933450"/>
                </a:lnTo>
                <a:close/>
                <a:moveTo>
                  <a:pt x="361950" y="895350"/>
                </a:moveTo>
                <a:lnTo>
                  <a:pt x="400050" y="895350"/>
                </a:lnTo>
                <a:lnTo>
                  <a:pt x="400050" y="904875"/>
                </a:lnTo>
                <a:lnTo>
                  <a:pt x="361950" y="904875"/>
                </a:lnTo>
                <a:close/>
                <a:moveTo>
                  <a:pt x="495300" y="895350"/>
                </a:moveTo>
                <a:lnTo>
                  <a:pt x="504825" y="895350"/>
                </a:lnTo>
                <a:lnTo>
                  <a:pt x="504825" y="904875"/>
                </a:lnTo>
                <a:lnTo>
                  <a:pt x="495300" y="904875"/>
                </a:lnTo>
                <a:close/>
                <a:moveTo>
                  <a:pt x="561975" y="895350"/>
                </a:moveTo>
                <a:lnTo>
                  <a:pt x="581025" y="895350"/>
                </a:lnTo>
                <a:lnTo>
                  <a:pt x="581025" y="904875"/>
                </a:lnTo>
                <a:lnTo>
                  <a:pt x="561975" y="904875"/>
                </a:lnTo>
                <a:close/>
                <a:moveTo>
                  <a:pt x="666750" y="895350"/>
                </a:moveTo>
                <a:lnTo>
                  <a:pt x="685800" y="895350"/>
                </a:lnTo>
                <a:lnTo>
                  <a:pt x="685800" y="904875"/>
                </a:lnTo>
                <a:lnTo>
                  <a:pt x="666750" y="904875"/>
                </a:lnTo>
                <a:close/>
                <a:moveTo>
                  <a:pt x="742950" y="895350"/>
                </a:moveTo>
                <a:lnTo>
                  <a:pt x="752475" y="895350"/>
                </a:lnTo>
                <a:lnTo>
                  <a:pt x="752475" y="904875"/>
                </a:lnTo>
                <a:lnTo>
                  <a:pt x="742950" y="904875"/>
                </a:lnTo>
                <a:close/>
                <a:moveTo>
                  <a:pt x="400050" y="904875"/>
                </a:moveTo>
                <a:lnTo>
                  <a:pt x="419100" y="904875"/>
                </a:lnTo>
                <a:lnTo>
                  <a:pt x="419100" y="923925"/>
                </a:lnTo>
                <a:lnTo>
                  <a:pt x="409575" y="923925"/>
                </a:lnTo>
                <a:lnTo>
                  <a:pt x="409575" y="914400"/>
                </a:lnTo>
                <a:lnTo>
                  <a:pt x="400050" y="914400"/>
                </a:lnTo>
                <a:close/>
                <a:moveTo>
                  <a:pt x="447675" y="904875"/>
                </a:moveTo>
                <a:lnTo>
                  <a:pt x="457200" y="904875"/>
                </a:lnTo>
                <a:lnTo>
                  <a:pt x="457200" y="923925"/>
                </a:lnTo>
                <a:lnTo>
                  <a:pt x="466725" y="923925"/>
                </a:lnTo>
                <a:lnTo>
                  <a:pt x="466725" y="933450"/>
                </a:lnTo>
                <a:lnTo>
                  <a:pt x="476250" y="933450"/>
                </a:lnTo>
                <a:lnTo>
                  <a:pt x="476250" y="923925"/>
                </a:lnTo>
                <a:lnTo>
                  <a:pt x="485775" y="923925"/>
                </a:lnTo>
                <a:lnTo>
                  <a:pt x="485775" y="933450"/>
                </a:lnTo>
                <a:lnTo>
                  <a:pt x="476250" y="933450"/>
                </a:lnTo>
                <a:lnTo>
                  <a:pt x="476250" y="942975"/>
                </a:lnTo>
                <a:lnTo>
                  <a:pt x="457200" y="942975"/>
                </a:lnTo>
                <a:lnTo>
                  <a:pt x="457200" y="933450"/>
                </a:lnTo>
                <a:lnTo>
                  <a:pt x="447675" y="933450"/>
                </a:lnTo>
                <a:close/>
                <a:moveTo>
                  <a:pt x="133350" y="923925"/>
                </a:moveTo>
                <a:lnTo>
                  <a:pt x="142875" y="923925"/>
                </a:lnTo>
                <a:lnTo>
                  <a:pt x="142875" y="933450"/>
                </a:lnTo>
                <a:lnTo>
                  <a:pt x="133350" y="933450"/>
                </a:lnTo>
                <a:close/>
                <a:moveTo>
                  <a:pt x="200025" y="923925"/>
                </a:moveTo>
                <a:lnTo>
                  <a:pt x="209550" y="923925"/>
                </a:lnTo>
                <a:lnTo>
                  <a:pt x="209550" y="933450"/>
                </a:lnTo>
                <a:lnTo>
                  <a:pt x="200025" y="933450"/>
                </a:lnTo>
                <a:close/>
                <a:moveTo>
                  <a:pt x="257175" y="923925"/>
                </a:moveTo>
                <a:lnTo>
                  <a:pt x="285750" y="923925"/>
                </a:lnTo>
                <a:lnTo>
                  <a:pt x="285750" y="933450"/>
                </a:lnTo>
                <a:lnTo>
                  <a:pt x="257175" y="933450"/>
                </a:lnTo>
                <a:close/>
                <a:moveTo>
                  <a:pt x="304800" y="923925"/>
                </a:moveTo>
                <a:lnTo>
                  <a:pt x="333375" y="923925"/>
                </a:lnTo>
                <a:lnTo>
                  <a:pt x="333375" y="933450"/>
                </a:lnTo>
                <a:lnTo>
                  <a:pt x="304800" y="933450"/>
                </a:lnTo>
                <a:close/>
                <a:moveTo>
                  <a:pt x="400050" y="923925"/>
                </a:moveTo>
                <a:lnTo>
                  <a:pt x="409575" y="923925"/>
                </a:lnTo>
                <a:lnTo>
                  <a:pt x="409575" y="933450"/>
                </a:lnTo>
                <a:lnTo>
                  <a:pt x="400050" y="933450"/>
                </a:lnTo>
                <a:close/>
                <a:moveTo>
                  <a:pt x="495300" y="923925"/>
                </a:moveTo>
                <a:lnTo>
                  <a:pt x="504825" y="923925"/>
                </a:lnTo>
                <a:lnTo>
                  <a:pt x="504825" y="933450"/>
                </a:lnTo>
                <a:lnTo>
                  <a:pt x="495300" y="933450"/>
                </a:lnTo>
                <a:close/>
                <a:moveTo>
                  <a:pt x="561975" y="923925"/>
                </a:moveTo>
                <a:lnTo>
                  <a:pt x="590550" y="923925"/>
                </a:lnTo>
                <a:lnTo>
                  <a:pt x="590550" y="933450"/>
                </a:lnTo>
                <a:lnTo>
                  <a:pt x="600075" y="933450"/>
                </a:lnTo>
                <a:lnTo>
                  <a:pt x="600075" y="942975"/>
                </a:lnTo>
                <a:lnTo>
                  <a:pt x="571500" y="942975"/>
                </a:lnTo>
                <a:lnTo>
                  <a:pt x="571500" y="933450"/>
                </a:lnTo>
                <a:lnTo>
                  <a:pt x="561975" y="933450"/>
                </a:lnTo>
                <a:close/>
                <a:moveTo>
                  <a:pt x="628650" y="923925"/>
                </a:moveTo>
                <a:lnTo>
                  <a:pt x="638175" y="923925"/>
                </a:lnTo>
                <a:lnTo>
                  <a:pt x="638175" y="933450"/>
                </a:lnTo>
                <a:lnTo>
                  <a:pt x="628650" y="933450"/>
                </a:lnTo>
                <a:close/>
                <a:moveTo>
                  <a:pt x="152400" y="933450"/>
                </a:moveTo>
                <a:lnTo>
                  <a:pt x="171450" y="933450"/>
                </a:lnTo>
                <a:lnTo>
                  <a:pt x="171450" y="942975"/>
                </a:lnTo>
                <a:lnTo>
                  <a:pt x="161925" y="942975"/>
                </a:lnTo>
                <a:lnTo>
                  <a:pt x="161925" y="962025"/>
                </a:lnTo>
                <a:lnTo>
                  <a:pt x="152400" y="962025"/>
                </a:lnTo>
                <a:close/>
                <a:moveTo>
                  <a:pt x="209550" y="933450"/>
                </a:moveTo>
                <a:lnTo>
                  <a:pt x="228600" y="933450"/>
                </a:lnTo>
                <a:lnTo>
                  <a:pt x="228600" y="942975"/>
                </a:lnTo>
                <a:lnTo>
                  <a:pt x="209550" y="942975"/>
                </a:lnTo>
                <a:close/>
                <a:moveTo>
                  <a:pt x="285750" y="933450"/>
                </a:moveTo>
                <a:lnTo>
                  <a:pt x="304800" y="933450"/>
                </a:lnTo>
                <a:lnTo>
                  <a:pt x="304800" y="942975"/>
                </a:lnTo>
                <a:lnTo>
                  <a:pt x="285750" y="942975"/>
                </a:lnTo>
                <a:close/>
                <a:moveTo>
                  <a:pt x="342900" y="933450"/>
                </a:moveTo>
                <a:lnTo>
                  <a:pt x="400050" y="933450"/>
                </a:lnTo>
                <a:lnTo>
                  <a:pt x="400050" y="942975"/>
                </a:lnTo>
                <a:lnTo>
                  <a:pt x="342900" y="942975"/>
                </a:lnTo>
                <a:close/>
                <a:moveTo>
                  <a:pt x="504825" y="933450"/>
                </a:moveTo>
                <a:lnTo>
                  <a:pt x="561975" y="933450"/>
                </a:lnTo>
                <a:lnTo>
                  <a:pt x="561975" y="942975"/>
                </a:lnTo>
                <a:lnTo>
                  <a:pt x="504825" y="942975"/>
                </a:lnTo>
                <a:close/>
                <a:moveTo>
                  <a:pt x="685800" y="933450"/>
                </a:moveTo>
                <a:lnTo>
                  <a:pt x="695325" y="933450"/>
                </a:lnTo>
                <a:lnTo>
                  <a:pt x="695325" y="942975"/>
                </a:lnTo>
                <a:lnTo>
                  <a:pt x="685800" y="942975"/>
                </a:lnTo>
                <a:close/>
                <a:moveTo>
                  <a:pt x="28575" y="952500"/>
                </a:moveTo>
                <a:lnTo>
                  <a:pt x="38100" y="952500"/>
                </a:lnTo>
                <a:lnTo>
                  <a:pt x="38100" y="962025"/>
                </a:lnTo>
                <a:lnTo>
                  <a:pt x="28575" y="962025"/>
                </a:lnTo>
                <a:close/>
                <a:moveTo>
                  <a:pt x="247650" y="1000125"/>
                </a:moveTo>
                <a:lnTo>
                  <a:pt x="1104900" y="1000125"/>
                </a:lnTo>
                <a:lnTo>
                  <a:pt x="1104900" y="1009650"/>
                </a:lnTo>
                <a:lnTo>
                  <a:pt x="1114425" y="1009650"/>
                </a:lnTo>
                <a:lnTo>
                  <a:pt x="1114425" y="1019175"/>
                </a:lnTo>
                <a:lnTo>
                  <a:pt x="247650" y="1019175"/>
                </a:lnTo>
                <a:close/>
                <a:moveTo>
                  <a:pt x="1685925" y="1009650"/>
                </a:moveTo>
                <a:lnTo>
                  <a:pt x="1695450" y="1009650"/>
                </a:lnTo>
                <a:lnTo>
                  <a:pt x="1695450" y="1019175"/>
                </a:lnTo>
                <a:lnTo>
                  <a:pt x="1685925" y="1019175"/>
                </a:lnTo>
                <a:close/>
                <a:moveTo>
                  <a:pt x="209550" y="1019175"/>
                </a:moveTo>
                <a:lnTo>
                  <a:pt x="228600" y="1019175"/>
                </a:lnTo>
                <a:lnTo>
                  <a:pt x="228600" y="1028700"/>
                </a:lnTo>
                <a:lnTo>
                  <a:pt x="219075" y="1028700"/>
                </a:lnTo>
                <a:lnTo>
                  <a:pt x="219075" y="1038225"/>
                </a:lnTo>
                <a:lnTo>
                  <a:pt x="209550" y="1038225"/>
                </a:lnTo>
                <a:close/>
                <a:moveTo>
                  <a:pt x="1123950" y="1038225"/>
                </a:moveTo>
                <a:lnTo>
                  <a:pt x="1143000" y="1038225"/>
                </a:lnTo>
                <a:lnTo>
                  <a:pt x="1143000" y="1047750"/>
                </a:lnTo>
                <a:lnTo>
                  <a:pt x="1162050" y="1047750"/>
                </a:lnTo>
                <a:lnTo>
                  <a:pt x="1162050" y="1152525"/>
                </a:lnTo>
                <a:lnTo>
                  <a:pt x="1152525" y="1152525"/>
                </a:lnTo>
                <a:lnTo>
                  <a:pt x="1152525" y="1104900"/>
                </a:lnTo>
                <a:lnTo>
                  <a:pt x="1123950" y="1104900"/>
                </a:lnTo>
                <a:close/>
                <a:moveTo>
                  <a:pt x="1714500" y="1057275"/>
                </a:moveTo>
                <a:lnTo>
                  <a:pt x="1724025" y="1057275"/>
                </a:lnTo>
                <a:lnTo>
                  <a:pt x="1724025" y="1152525"/>
                </a:lnTo>
                <a:lnTo>
                  <a:pt x="1714500" y="1152525"/>
                </a:lnTo>
                <a:close/>
                <a:moveTo>
                  <a:pt x="257175" y="1085850"/>
                </a:moveTo>
                <a:lnTo>
                  <a:pt x="285750" y="1085850"/>
                </a:lnTo>
                <a:lnTo>
                  <a:pt x="285750" y="1095375"/>
                </a:lnTo>
                <a:lnTo>
                  <a:pt x="295275" y="1095375"/>
                </a:lnTo>
                <a:lnTo>
                  <a:pt x="295275" y="1104900"/>
                </a:lnTo>
                <a:lnTo>
                  <a:pt x="276225" y="1104900"/>
                </a:lnTo>
                <a:lnTo>
                  <a:pt x="276225" y="1095375"/>
                </a:lnTo>
                <a:lnTo>
                  <a:pt x="266700" y="1095375"/>
                </a:lnTo>
                <a:lnTo>
                  <a:pt x="266700" y="1114425"/>
                </a:lnTo>
                <a:lnTo>
                  <a:pt x="257175" y="1114425"/>
                </a:lnTo>
                <a:lnTo>
                  <a:pt x="257175" y="1123950"/>
                </a:lnTo>
                <a:lnTo>
                  <a:pt x="247650" y="1123950"/>
                </a:lnTo>
                <a:lnTo>
                  <a:pt x="247650" y="1095375"/>
                </a:lnTo>
                <a:lnTo>
                  <a:pt x="257175" y="1095375"/>
                </a:lnTo>
                <a:close/>
                <a:moveTo>
                  <a:pt x="314325" y="1095375"/>
                </a:moveTo>
                <a:lnTo>
                  <a:pt x="342900" y="1095375"/>
                </a:lnTo>
                <a:lnTo>
                  <a:pt x="342900" y="1104900"/>
                </a:lnTo>
                <a:lnTo>
                  <a:pt x="323850" y="1104900"/>
                </a:lnTo>
                <a:lnTo>
                  <a:pt x="323850" y="1114425"/>
                </a:lnTo>
                <a:lnTo>
                  <a:pt x="314325" y="1114425"/>
                </a:lnTo>
                <a:lnTo>
                  <a:pt x="314325" y="1123950"/>
                </a:lnTo>
                <a:lnTo>
                  <a:pt x="352425" y="1123950"/>
                </a:lnTo>
                <a:lnTo>
                  <a:pt x="352425" y="1104900"/>
                </a:lnTo>
                <a:lnTo>
                  <a:pt x="361950" y="1104900"/>
                </a:lnTo>
                <a:lnTo>
                  <a:pt x="361950" y="1095375"/>
                </a:lnTo>
                <a:lnTo>
                  <a:pt x="428625" y="1095375"/>
                </a:lnTo>
                <a:lnTo>
                  <a:pt x="428625" y="1104900"/>
                </a:lnTo>
                <a:lnTo>
                  <a:pt x="438150" y="1104900"/>
                </a:lnTo>
                <a:lnTo>
                  <a:pt x="438150" y="1114425"/>
                </a:lnTo>
                <a:lnTo>
                  <a:pt x="428625" y="1114425"/>
                </a:lnTo>
                <a:lnTo>
                  <a:pt x="428625" y="1123950"/>
                </a:lnTo>
                <a:lnTo>
                  <a:pt x="419100" y="1123950"/>
                </a:lnTo>
                <a:lnTo>
                  <a:pt x="419100" y="1104900"/>
                </a:lnTo>
                <a:lnTo>
                  <a:pt x="409575" y="1104900"/>
                </a:lnTo>
                <a:lnTo>
                  <a:pt x="409575" y="1114425"/>
                </a:lnTo>
                <a:lnTo>
                  <a:pt x="400050" y="1114425"/>
                </a:lnTo>
                <a:lnTo>
                  <a:pt x="400050" y="1104900"/>
                </a:lnTo>
                <a:lnTo>
                  <a:pt x="390525" y="1104900"/>
                </a:lnTo>
                <a:lnTo>
                  <a:pt x="390525" y="1114425"/>
                </a:lnTo>
                <a:lnTo>
                  <a:pt x="381000" y="1114425"/>
                </a:lnTo>
                <a:lnTo>
                  <a:pt x="381000" y="1133475"/>
                </a:lnTo>
                <a:lnTo>
                  <a:pt x="276225" y="1133475"/>
                </a:lnTo>
                <a:lnTo>
                  <a:pt x="276225" y="1123950"/>
                </a:lnTo>
                <a:lnTo>
                  <a:pt x="295275" y="1123950"/>
                </a:lnTo>
                <a:lnTo>
                  <a:pt x="295275" y="1104900"/>
                </a:lnTo>
                <a:lnTo>
                  <a:pt x="314325" y="1104900"/>
                </a:lnTo>
                <a:close/>
                <a:moveTo>
                  <a:pt x="466725" y="1095375"/>
                </a:moveTo>
                <a:lnTo>
                  <a:pt x="552450" y="1095375"/>
                </a:lnTo>
                <a:lnTo>
                  <a:pt x="552450" y="1104900"/>
                </a:lnTo>
                <a:lnTo>
                  <a:pt x="485775" y="1104900"/>
                </a:lnTo>
                <a:lnTo>
                  <a:pt x="485775" y="1114425"/>
                </a:lnTo>
                <a:lnTo>
                  <a:pt x="466725" y="1114425"/>
                </a:lnTo>
                <a:lnTo>
                  <a:pt x="466725" y="1123950"/>
                </a:lnTo>
                <a:lnTo>
                  <a:pt x="457200" y="1123950"/>
                </a:lnTo>
                <a:lnTo>
                  <a:pt x="457200" y="1104900"/>
                </a:lnTo>
                <a:lnTo>
                  <a:pt x="466725" y="1104900"/>
                </a:lnTo>
                <a:close/>
                <a:moveTo>
                  <a:pt x="561975" y="1095375"/>
                </a:moveTo>
                <a:lnTo>
                  <a:pt x="571500" y="1095375"/>
                </a:lnTo>
                <a:lnTo>
                  <a:pt x="571500" y="1104900"/>
                </a:lnTo>
                <a:lnTo>
                  <a:pt x="561975" y="1104900"/>
                </a:lnTo>
                <a:close/>
                <a:moveTo>
                  <a:pt x="590550" y="1095375"/>
                </a:moveTo>
                <a:lnTo>
                  <a:pt x="600075" y="1095375"/>
                </a:lnTo>
                <a:lnTo>
                  <a:pt x="600075" y="1104900"/>
                </a:lnTo>
                <a:lnTo>
                  <a:pt x="609600" y="1104900"/>
                </a:lnTo>
                <a:lnTo>
                  <a:pt x="609600" y="1123950"/>
                </a:lnTo>
                <a:lnTo>
                  <a:pt x="600075" y="1123950"/>
                </a:lnTo>
                <a:lnTo>
                  <a:pt x="600075" y="1114425"/>
                </a:lnTo>
                <a:lnTo>
                  <a:pt x="590550" y="1114425"/>
                </a:lnTo>
                <a:close/>
                <a:moveTo>
                  <a:pt x="571500" y="1104900"/>
                </a:moveTo>
                <a:lnTo>
                  <a:pt x="581025" y="1104900"/>
                </a:lnTo>
                <a:lnTo>
                  <a:pt x="581025" y="1114425"/>
                </a:lnTo>
                <a:lnTo>
                  <a:pt x="571500" y="1114425"/>
                </a:lnTo>
                <a:close/>
                <a:moveTo>
                  <a:pt x="523875" y="1114425"/>
                </a:moveTo>
                <a:lnTo>
                  <a:pt x="533400" y="1114425"/>
                </a:lnTo>
                <a:lnTo>
                  <a:pt x="533400" y="1123950"/>
                </a:lnTo>
                <a:lnTo>
                  <a:pt x="523875" y="1123950"/>
                </a:lnTo>
                <a:close/>
                <a:moveTo>
                  <a:pt x="257175" y="1123950"/>
                </a:moveTo>
                <a:lnTo>
                  <a:pt x="266700" y="1123950"/>
                </a:lnTo>
                <a:lnTo>
                  <a:pt x="266700" y="1133475"/>
                </a:lnTo>
                <a:lnTo>
                  <a:pt x="257175" y="1133475"/>
                </a:lnTo>
                <a:close/>
                <a:moveTo>
                  <a:pt x="400050" y="1123950"/>
                </a:moveTo>
                <a:lnTo>
                  <a:pt x="419100" y="1123950"/>
                </a:lnTo>
                <a:lnTo>
                  <a:pt x="419100" y="1133475"/>
                </a:lnTo>
                <a:lnTo>
                  <a:pt x="400050" y="1133475"/>
                </a:lnTo>
                <a:close/>
                <a:moveTo>
                  <a:pt x="476250" y="1123950"/>
                </a:moveTo>
                <a:lnTo>
                  <a:pt x="523875" y="1123950"/>
                </a:lnTo>
                <a:lnTo>
                  <a:pt x="523875" y="1133475"/>
                </a:lnTo>
                <a:lnTo>
                  <a:pt x="476250" y="1133475"/>
                </a:lnTo>
                <a:close/>
                <a:moveTo>
                  <a:pt x="571500" y="1123950"/>
                </a:moveTo>
                <a:lnTo>
                  <a:pt x="581025" y="1123950"/>
                </a:lnTo>
                <a:lnTo>
                  <a:pt x="581025" y="1133475"/>
                </a:lnTo>
                <a:lnTo>
                  <a:pt x="571500" y="1133475"/>
                </a:lnTo>
                <a:close/>
                <a:moveTo>
                  <a:pt x="590550" y="1123950"/>
                </a:moveTo>
                <a:lnTo>
                  <a:pt x="600075" y="1123950"/>
                </a:lnTo>
                <a:lnTo>
                  <a:pt x="600075" y="1133475"/>
                </a:lnTo>
                <a:lnTo>
                  <a:pt x="590550" y="1133475"/>
                </a:lnTo>
                <a:close/>
                <a:moveTo>
                  <a:pt x="1781175" y="1162050"/>
                </a:moveTo>
                <a:lnTo>
                  <a:pt x="1790700" y="1162050"/>
                </a:lnTo>
                <a:lnTo>
                  <a:pt x="1790700" y="1219200"/>
                </a:lnTo>
                <a:lnTo>
                  <a:pt x="1781175" y="1219200"/>
                </a:lnTo>
                <a:close/>
                <a:moveTo>
                  <a:pt x="1885950" y="1162050"/>
                </a:moveTo>
                <a:lnTo>
                  <a:pt x="1895475" y="1162050"/>
                </a:lnTo>
                <a:lnTo>
                  <a:pt x="1895475" y="1552575"/>
                </a:lnTo>
                <a:lnTo>
                  <a:pt x="1885950" y="1552575"/>
                </a:lnTo>
                <a:close/>
                <a:moveTo>
                  <a:pt x="209550" y="1171575"/>
                </a:moveTo>
                <a:lnTo>
                  <a:pt x="219075" y="1171575"/>
                </a:lnTo>
                <a:lnTo>
                  <a:pt x="219075" y="1181100"/>
                </a:lnTo>
                <a:lnTo>
                  <a:pt x="228600" y="1181100"/>
                </a:lnTo>
                <a:lnTo>
                  <a:pt x="228600" y="1190625"/>
                </a:lnTo>
                <a:lnTo>
                  <a:pt x="209550" y="1190625"/>
                </a:lnTo>
                <a:close/>
                <a:moveTo>
                  <a:pt x="1114425" y="1171575"/>
                </a:moveTo>
                <a:lnTo>
                  <a:pt x="1123950" y="1171575"/>
                </a:lnTo>
                <a:lnTo>
                  <a:pt x="1123950" y="1190625"/>
                </a:lnTo>
                <a:lnTo>
                  <a:pt x="1104900" y="1190625"/>
                </a:lnTo>
                <a:lnTo>
                  <a:pt x="1104900" y="1181100"/>
                </a:lnTo>
                <a:lnTo>
                  <a:pt x="1114425" y="1181100"/>
                </a:lnTo>
                <a:close/>
                <a:moveTo>
                  <a:pt x="1162050" y="1171575"/>
                </a:moveTo>
                <a:lnTo>
                  <a:pt x="1171575" y="1171575"/>
                </a:lnTo>
                <a:lnTo>
                  <a:pt x="1171575" y="1181100"/>
                </a:lnTo>
                <a:lnTo>
                  <a:pt x="1162050" y="1181100"/>
                </a:lnTo>
                <a:close/>
                <a:moveTo>
                  <a:pt x="1704975" y="1171575"/>
                </a:moveTo>
                <a:lnTo>
                  <a:pt x="1714500" y="1171575"/>
                </a:lnTo>
                <a:lnTo>
                  <a:pt x="1714500" y="1181100"/>
                </a:lnTo>
                <a:lnTo>
                  <a:pt x="1704975" y="1181100"/>
                </a:lnTo>
                <a:close/>
                <a:moveTo>
                  <a:pt x="1171575" y="1181100"/>
                </a:moveTo>
                <a:lnTo>
                  <a:pt x="1181100" y="1181100"/>
                </a:lnTo>
                <a:lnTo>
                  <a:pt x="1181100" y="1190625"/>
                </a:lnTo>
                <a:lnTo>
                  <a:pt x="1171575" y="1190625"/>
                </a:lnTo>
                <a:close/>
                <a:moveTo>
                  <a:pt x="1695450" y="1181100"/>
                </a:moveTo>
                <a:lnTo>
                  <a:pt x="1704975" y="1181100"/>
                </a:lnTo>
                <a:lnTo>
                  <a:pt x="1704975" y="1190625"/>
                </a:lnTo>
                <a:lnTo>
                  <a:pt x="1695450" y="1190625"/>
                </a:lnTo>
                <a:close/>
                <a:moveTo>
                  <a:pt x="1190625" y="1190625"/>
                </a:moveTo>
                <a:lnTo>
                  <a:pt x="1200150" y="1190625"/>
                </a:lnTo>
                <a:lnTo>
                  <a:pt x="1200150" y="1200150"/>
                </a:lnTo>
                <a:lnTo>
                  <a:pt x="1190625" y="1200150"/>
                </a:lnTo>
                <a:close/>
                <a:moveTo>
                  <a:pt x="1676400" y="1190625"/>
                </a:moveTo>
                <a:lnTo>
                  <a:pt x="1685925" y="1190625"/>
                </a:lnTo>
                <a:lnTo>
                  <a:pt x="1685925" y="1200150"/>
                </a:lnTo>
                <a:lnTo>
                  <a:pt x="1676400" y="1200150"/>
                </a:lnTo>
                <a:close/>
                <a:moveTo>
                  <a:pt x="381000" y="1343025"/>
                </a:moveTo>
                <a:lnTo>
                  <a:pt x="390525" y="1343025"/>
                </a:lnTo>
                <a:lnTo>
                  <a:pt x="390525" y="1352550"/>
                </a:lnTo>
                <a:lnTo>
                  <a:pt x="400050" y="1352550"/>
                </a:lnTo>
                <a:lnTo>
                  <a:pt x="400050" y="1371600"/>
                </a:lnTo>
                <a:lnTo>
                  <a:pt x="419100" y="1371600"/>
                </a:lnTo>
                <a:lnTo>
                  <a:pt x="419100" y="1381125"/>
                </a:lnTo>
                <a:lnTo>
                  <a:pt x="390525" y="1381125"/>
                </a:lnTo>
                <a:lnTo>
                  <a:pt x="390525" y="1362075"/>
                </a:lnTo>
                <a:lnTo>
                  <a:pt x="371475" y="1362075"/>
                </a:lnTo>
                <a:lnTo>
                  <a:pt x="371475" y="1352550"/>
                </a:lnTo>
                <a:lnTo>
                  <a:pt x="381000" y="1352550"/>
                </a:lnTo>
                <a:close/>
                <a:moveTo>
                  <a:pt x="647700" y="1343025"/>
                </a:moveTo>
                <a:lnTo>
                  <a:pt x="657225" y="1343025"/>
                </a:lnTo>
                <a:lnTo>
                  <a:pt x="657225" y="1352550"/>
                </a:lnTo>
                <a:lnTo>
                  <a:pt x="647700" y="1352550"/>
                </a:lnTo>
                <a:close/>
                <a:moveTo>
                  <a:pt x="285750" y="1352550"/>
                </a:moveTo>
                <a:lnTo>
                  <a:pt x="304800" y="1352550"/>
                </a:lnTo>
                <a:lnTo>
                  <a:pt x="304800" y="1362075"/>
                </a:lnTo>
                <a:lnTo>
                  <a:pt x="285750" y="1362075"/>
                </a:lnTo>
                <a:close/>
                <a:moveTo>
                  <a:pt x="657225" y="1352550"/>
                </a:moveTo>
                <a:lnTo>
                  <a:pt x="666750" y="1352550"/>
                </a:lnTo>
                <a:lnTo>
                  <a:pt x="666750" y="1362075"/>
                </a:lnTo>
                <a:lnTo>
                  <a:pt x="657225" y="1362075"/>
                </a:lnTo>
                <a:close/>
                <a:moveTo>
                  <a:pt x="819150" y="1352550"/>
                </a:moveTo>
                <a:lnTo>
                  <a:pt x="838200" y="1352550"/>
                </a:lnTo>
                <a:lnTo>
                  <a:pt x="838200" y="1362075"/>
                </a:lnTo>
                <a:lnTo>
                  <a:pt x="819150" y="1362075"/>
                </a:lnTo>
                <a:close/>
                <a:moveTo>
                  <a:pt x="1019175" y="1352550"/>
                </a:moveTo>
                <a:lnTo>
                  <a:pt x="1038225" y="1352550"/>
                </a:lnTo>
                <a:lnTo>
                  <a:pt x="1038225" y="1362075"/>
                </a:lnTo>
                <a:lnTo>
                  <a:pt x="1019175" y="1362075"/>
                </a:lnTo>
                <a:close/>
                <a:moveTo>
                  <a:pt x="1085850" y="1352550"/>
                </a:moveTo>
                <a:lnTo>
                  <a:pt x="1095375" y="1352550"/>
                </a:lnTo>
                <a:lnTo>
                  <a:pt x="1095375" y="1362075"/>
                </a:lnTo>
                <a:lnTo>
                  <a:pt x="1085850" y="1362075"/>
                </a:lnTo>
                <a:close/>
                <a:moveTo>
                  <a:pt x="304800" y="1362075"/>
                </a:moveTo>
                <a:lnTo>
                  <a:pt x="314325" y="1362075"/>
                </a:lnTo>
                <a:lnTo>
                  <a:pt x="314325" y="1409700"/>
                </a:lnTo>
                <a:lnTo>
                  <a:pt x="304800" y="1409700"/>
                </a:lnTo>
                <a:lnTo>
                  <a:pt x="304800" y="1390650"/>
                </a:lnTo>
                <a:lnTo>
                  <a:pt x="295275" y="1390650"/>
                </a:lnTo>
                <a:lnTo>
                  <a:pt x="295275" y="1381125"/>
                </a:lnTo>
                <a:lnTo>
                  <a:pt x="304800" y="1381125"/>
                </a:lnTo>
                <a:close/>
                <a:moveTo>
                  <a:pt x="933450" y="1362075"/>
                </a:moveTo>
                <a:lnTo>
                  <a:pt x="942975" y="1362075"/>
                </a:lnTo>
                <a:lnTo>
                  <a:pt x="942975" y="1371600"/>
                </a:lnTo>
                <a:lnTo>
                  <a:pt x="933450" y="1371600"/>
                </a:lnTo>
                <a:close/>
                <a:moveTo>
                  <a:pt x="990600" y="1362075"/>
                </a:moveTo>
                <a:lnTo>
                  <a:pt x="1019175" y="1362075"/>
                </a:lnTo>
                <a:lnTo>
                  <a:pt x="1019175" y="1400175"/>
                </a:lnTo>
                <a:lnTo>
                  <a:pt x="1000125" y="1400175"/>
                </a:lnTo>
                <a:lnTo>
                  <a:pt x="1000125" y="1381125"/>
                </a:lnTo>
                <a:lnTo>
                  <a:pt x="1009650" y="1381125"/>
                </a:lnTo>
                <a:lnTo>
                  <a:pt x="1009650" y="1371600"/>
                </a:lnTo>
                <a:lnTo>
                  <a:pt x="990600" y="1371600"/>
                </a:lnTo>
                <a:close/>
                <a:moveTo>
                  <a:pt x="1038225" y="1362075"/>
                </a:moveTo>
                <a:lnTo>
                  <a:pt x="1047750" y="1362075"/>
                </a:lnTo>
                <a:lnTo>
                  <a:pt x="1047750" y="1371600"/>
                </a:lnTo>
                <a:lnTo>
                  <a:pt x="1038225" y="1371600"/>
                </a:lnTo>
                <a:close/>
                <a:moveTo>
                  <a:pt x="1095375" y="1362075"/>
                </a:moveTo>
                <a:lnTo>
                  <a:pt x="1104900" y="1362075"/>
                </a:lnTo>
                <a:lnTo>
                  <a:pt x="1104900" y="1390650"/>
                </a:lnTo>
                <a:lnTo>
                  <a:pt x="1095375" y="1390650"/>
                </a:lnTo>
                <a:close/>
                <a:moveTo>
                  <a:pt x="219075" y="1371600"/>
                </a:moveTo>
                <a:lnTo>
                  <a:pt x="228600" y="1371600"/>
                </a:lnTo>
                <a:lnTo>
                  <a:pt x="228600" y="1381125"/>
                </a:lnTo>
                <a:lnTo>
                  <a:pt x="219075" y="1381125"/>
                </a:lnTo>
                <a:close/>
                <a:moveTo>
                  <a:pt x="581025" y="1371600"/>
                </a:moveTo>
                <a:lnTo>
                  <a:pt x="590550" y="1371600"/>
                </a:lnTo>
                <a:lnTo>
                  <a:pt x="590550" y="1381125"/>
                </a:lnTo>
                <a:lnTo>
                  <a:pt x="581025" y="1381125"/>
                </a:lnTo>
                <a:close/>
                <a:moveTo>
                  <a:pt x="628650" y="1371600"/>
                </a:moveTo>
                <a:lnTo>
                  <a:pt x="638175" y="1371600"/>
                </a:lnTo>
                <a:lnTo>
                  <a:pt x="638175" y="1381125"/>
                </a:lnTo>
                <a:lnTo>
                  <a:pt x="628650" y="1381125"/>
                </a:lnTo>
                <a:close/>
                <a:moveTo>
                  <a:pt x="723900" y="1371600"/>
                </a:moveTo>
                <a:lnTo>
                  <a:pt x="733425" y="1371600"/>
                </a:lnTo>
                <a:lnTo>
                  <a:pt x="733425" y="1381125"/>
                </a:lnTo>
                <a:lnTo>
                  <a:pt x="723900" y="1381125"/>
                </a:lnTo>
                <a:close/>
                <a:moveTo>
                  <a:pt x="838200" y="1371600"/>
                </a:moveTo>
                <a:lnTo>
                  <a:pt x="866775" y="1371600"/>
                </a:lnTo>
                <a:lnTo>
                  <a:pt x="866775" y="1381125"/>
                </a:lnTo>
                <a:lnTo>
                  <a:pt x="838200" y="1381125"/>
                </a:lnTo>
                <a:close/>
                <a:moveTo>
                  <a:pt x="942975" y="1371600"/>
                </a:moveTo>
                <a:lnTo>
                  <a:pt x="952500" y="1371600"/>
                </a:lnTo>
                <a:lnTo>
                  <a:pt x="952500" y="1409700"/>
                </a:lnTo>
                <a:lnTo>
                  <a:pt x="933450" y="1409700"/>
                </a:lnTo>
                <a:lnTo>
                  <a:pt x="933450" y="1390650"/>
                </a:lnTo>
                <a:lnTo>
                  <a:pt x="942975" y="1390650"/>
                </a:lnTo>
                <a:close/>
                <a:moveTo>
                  <a:pt x="1047750" y="1371600"/>
                </a:moveTo>
                <a:lnTo>
                  <a:pt x="1057275" y="1371600"/>
                </a:lnTo>
                <a:lnTo>
                  <a:pt x="1057275" y="1381125"/>
                </a:lnTo>
                <a:lnTo>
                  <a:pt x="1066800" y="1381125"/>
                </a:lnTo>
                <a:lnTo>
                  <a:pt x="1066800" y="1390650"/>
                </a:lnTo>
                <a:lnTo>
                  <a:pt x="1057275" y="1390650"/>
                </a:lnTo>
                <a:lnTo>
                  <a:pt x="1057275" y="1409700"/>
                </a:lnTo>
                <a:lnTo>
                  <a:pt x="1047750" y="1409700"/>
                </a:lnTo>
                <a:lnTo>
                  <a:pt x="1047750" y="1419225"/>
                </a:lnTo>
                <a:lnTo>
                  <a:pt x="1066800" y="1419225"/>
                </a:lnTo>
                <a:lnTo>
                  <a:pt x="1066800" y="1428750"/>
                </a:lnTo>
                <a:lnTo>
                  <a:pt x="1038225" y="1428750"/>
                </a:lnTo>
                <a:lnTo>
                  <a:pt x="1038225" y="1390650"/>
                </a:lnTo>
                <a:lnTo>
                  <a:pt x="1047750" y="1390650"/>
                </a:lnTo>
                <a:close/>
                <a:moveTo>
                  <a:pt x="257175" y="1381125"/>
                </a:moveTo>
                <a:lnTo>
                  <a:pt x="276225" y="1381125"/>
                </a:lnTo>
                <a:lnTo>
                  <a:pt x="276225" y="1390650"/>
                </a:lnTo>
                <a:lnTo>
                  <a:pt x="257175" y="1390650"/>
                </a:lnTo>
                <a:close/>
                <a:moveTo>
                  <a:pt x="419100" y="1381125"/>
                </a:moveTo>
                <a:lnTo>
                  <a:pt x="428625" y="1381125"/>
                </a:lnTo>
                <a:lnTo>
                  <a:pt x="428625" y="1390650"/>
                </a:lnTo>
                <a:lnTo>
                  <a:pt x="419100" y="1390650"/>
                </a:lnTo>
                <a:close/>
                <a:moveTo>
                  <a:pt x="485775" y="1381125"/>
                </a:moveTo>
                <a:lnTo>
                  <a:pt x="514350" y="1381125"/>
                </a:lnTo>
                <a:lnTo>
                  <a:pt x="514350" y="1390650"/>
                </a:lnTo>
                <a:lnTo>
                  <a:pt x="485775" y="1390650"/>
                </a:lnTo>
                <a:close/>
                <a:moveTo>
                  <a:pt x="533400" y="1381125"/>
                </a:moveTo>
                <a:lnTo>
                  <a:pt x="542925" y="1381125"/>
                </a:lnTo>
                <a:lnTo>
                  <a:pt x="542925" y="1390650"/>
                </a:lnTo>
                <a:lnTo>
                  <a:pt x="533400" y="1390650"/>
                </a:lnTo>
                <a:close/>
                <a:moveTo>
                  <a:pt x="609600" y="1381125"/>
                </a:moveTo>
                <a:lnTo>
                  <a:pt x="628650" y="1381125"/>
                </a:lnTo>
                <a:lnTo>
                  <a:pt x="628650" y="1390650"/>
                </a:lnTo>
                <a:lnTo>
                  <a:pt x="609600" y="1390650"/>
                </a:lnTo>
                <a:close/>
                <a:moveTo>
                  <a:pt x="742950" y="1381125"/>
                </a:moveTo>
                <a:lnTo>
                  <a:pt x="752475" y="1381125"/>
                </a:lnTo>
                <a:lnTo>
                  <a:pt x="752475" y="1390650"/>
                </a:lnTo>
                <a:lnTo>
                  <a:pt x="742950" y="1390650"/>
                </a:lnTo>
                <a:close/>
                <a:moveTo>
                  <a:pt x="866775" y="1381125"/>
                </a:moveTo>
                <a:lnTo>
                  <a:pt x="876300" y="1381125"/>
                </a:lnTo>
                <a:lnTo>
                  <a:pt x="876300" y="1400175"/>
                </a:lnTo>
                <a:lnTo>
                  <a:pt x="866775" y="1400175"/>
                </a:lnTo>
                <a:close/>
                <a:moveTo>
                  <a:pt x="247650" y="1390650"/>
                </a:moveTo>
                <a:lnTo>
                  <a:pt x="257175" y="1390650"/>
                </a:lnTo>
                <a:lnTo>
                  <a:pt x="257175" y="1409700"/>
                </a:lnTo>
                <a:lnTo>
                  <a:pt x="247650" y="1409700"/>
                </a:lnTo>
                <a:close/>
                <a:moveTo>
                  <a:pt x="276225" y="1390650"/>
                </a:moveTo>
                <a:lnTo>
                  <a:pt x="285750" y="1390650"/>
                </a:lnTo>
                <a:lnTo>
                  <a:pt x="285750" y="1409700"/>
                </a:lnTo>
                <a:lnTo>
                  <a:pt x="276225" y="1409700"/>
                </a:lnTo>
                <a:close/>
                <a:moveTo>
                  <a:pt x="781050" y="1390650"/>
                </a:moveTo>
                <a:lnTo>
                  <a:pt x="790575" y="1390650"/>
                </a:lnTo>
                <a:lnTo>
                  <a:pt x="790575" y="1400175"/>
                </a:lnTo>
                <a:lnTo>
                  <a:pt x="781050" y="1400175"/>
                </a:lnTo>
                <a:close/>
                <a:moveTo>
                  <a:pt x="419100" y="1400175"/>
                </a:moveTo>
                <a:lnTo>
                  <a:pt x="428625" y="1400175"/>
                </a:lnTo>
                <a:lnTo>
                  <a:pt x="428625" y="1409700"/>
                </a:lnTo>
                <a:lnTo>
                  <a:pt x="419100" y="1409700"/>
                </a:lnTo>
                <a:close/>
                <a:moveTo>
                  <a:pt x="904875" y="1400175"/>
                </a:moveTo>
                <a:lnTo>
                  <a:pt x="914400" y="1400175"/>
                </a:lnTo>
                <a:lnTo>
                  <a:pt x="914400" y="1409700"/>
                </a:lnTo>
                <a:lnTo>
                  <a:pt x="904875" y="1409700"/>
                </a:lnTo>
                <a:close/>
                <a:moveTo>
                  <a:pt x="209550" y="1409700"/>
                </a:moveTo>
                <a:lnTo>
                  <a:pt x="219075" y="1409700"/>
                </a:lnTo>
                <a:lnTo>
                  <a:pt x="219075" y="1419225"/>
                </a:lnTo>
                <a:lnTo>
                  <a:pt x="209550" y="1419225"/>
                </a:lnTo>
                <a:close/>
                <a:moveTo>
                  <a:pt x="523875" y="1409700"/>
                </a:moveTo>
                <a:lnTo>
                  <a:pt x="533400" y="1409700"/>
                </a:lnTo>
                <a:lnTo>
                  <a:pt x="533400" y="1419225"/>
                </a:lnTo>
                <a:lnTo>
                  <a:pt x="552450" y="1419225"/>
                </a:lnTo>
                <a:lnTo>
                  <a:pt x="552450" y="1428750"/>
                </a:lnTo>
                <a:lnTo>
                  <a:pt x="523875" y="1428750"/>
                </a:lnTo>
                <a:close/>
                <a:moveTo>
                  <a:pt x="742950" y="1409700"/>
                </a:moveTo>
                <a:lnTo>
                  <a:pt x="752475" y="1409700"/>
                </a:lnTo>
                <a:lnTo>
                  <a:pt x="752475" y="1428750"/>
                </a:lnTo>
                <a:lnTo>
                  <a:pt x="742950" y="1428750"/>
                </a:lnTo>
                <a:lnTo>
                  <a:pt x="742950" y="1438275"/>
                </a:lnTo>
                <a:lnTo>
                  <a:pt x="723900" y="1438275"/>
                </a:lnTo>
                <a:lnTo>
                  <a:pt x="723900" y="1428750"/>
                </a:lnTo>
                <a:lnTo>
                  <a:pt x="714375" y="1428750"/>
                </a:lnTo>
                <a:lnTo>
                  <a:pt x="714375" y="1419225"/>
                </a:lnTo>
                <a:lnTo>
                  <a:pt x="723900" y="1419225"/>
                </a:lnTo>
                <a:lnTo>
                  <a:pt x="723900" y="1428750"/>
                </a:lnTo>
                <a:lnTo>
                  <a:pt x="733425" y="1428750"/>
                </a:lnTo>
                <a:lnTo>
                  <a:pt x="733425" y="1419225"/>
                </a:lnTo>
                <a:lnTo>
                  <a:pt x="742950" y="1419225"/>
                </a:lnTo>
                <a:close/>
                <a:moveTo>
                  <a:pt x="857250" y="1409700"/>
                </a:moveTo>
                <a:lnTo>
                  <a:pt x="866775" y="1409700"/>
                </a:lnTo>
                <a:lnTo>
                  <a:pt x="866775" y="1428750"/>
                </a:lnTo>
                <a:lnTo>
                  <a:pt x="857250" y="1428750"/>
                </a:lnTo>
                <a:lnTo>
                  <a:pt x="857250" y="1438275"/>
                </a:lnTo>
                <a:lnTo>
                  <a:pt x="838200" y="1438275"/>
                </a:lnTo>
                <a:lnTo>
                  <a:pt x="838200" y="1428750"/>
                </a:lnTo>
                <a:lnTo>
                  <a:pt x="809625" y="1428750"/>
                </a:lnTo>
                <a:lnTo>
                  <a:pt x="809625" y="1419225"/>
                </a:lnTo>
                <a:lnTo>
                  <a:pt x="838200" y="1419225"/>
                </a:lnTo>
                <a:lnTo>
                  <a:pt x="838200" y="1428750"/>
                </a:lnTo>
                <a:lnTo>
                  <a:pt x="847725" y="1428750"/>
                </a:lnTo>
                <a:lnTo>
                  <a:pt x="847725" y="1419225"/>
                </a:lnTo>
                <a:lnTo>
                  <a:pt x="857250" y="1419225"/>
                </a:lnTo>
                <a:close/>
                <a:moveTo>
                  <a:pt x="895350" y="1409700"/>
                </a:moveTo>
                <a:lnTo>
                  <a:pt x="904875" y="1409700"/>
                </a:lnTo>
                <a:lnTo>
                  <a:pt x="904875" y="1419225"/>
                </a:lnTo>
                <a:lnTo>
                  <a:pt x="895350" y="1419225"/>
                </a:lnTo>
                <a:close/>
                <a:moveTo>
                  <a:pt x="285750" y="1419225"/>
                </a:moveTo>
                <a:lnTo>
                  <a:pt x="295275" y="1419225"/>
                </a:lnTo>
                <a:lnTo>
                  <a:pt x="295275" y="1428750"/>
                </a:lnTo>
                <a:lnTo>
                  <a:pt x="285750" y="1428750"/>
                </a:lnTo>
                <a:close/>
                <a:moveTo>
                  <a:pt x="409575" y="1419225"/>
                </a:moveTo>
                <a:lnTo>
                  <a:pt x="419100" y="1419225"/>
                </a:lnTo>
                <a:lnTo>
                  <a:pt x="419100" y="1428750"/>
                </a:lnTo>
                <a:lnTo>
                  <a:pt x="409575" y="1428750"/>
                </a:lnTo>
                <a:close/>
                <a:moveTo>
                  <a:pt x="457200" y="1419225"/>
                </a:moveTo>
                <a:lnTo>
                  <a:pt x="466725" y="1419225"/>
                </a:lnTo>
                <a:lnTo>
                  <a:pt x="466725" y="1428750"/>
                </a:lnTo>
                <a:lnTo>
                  <a:pt x="457200" y="1428750"/>
                </a:lnTo>
                <a:close/>
                <a:moveTo>
                  <a:pt x="485775" y="1419225"/>
                </a:moveTo>
                <a:lnTo>
                  <a:pt x="504825" y="1419225"/>
                </a:lnTo>
                <a:lnTo>
                  <a:pt x="504825" y="1428750"/>
                </a:lnTo>
                <a:lnTo>
                  <a:pt x="485775" y="1428750"/>
                </a:lnTo>
                <a:close/>
                <a:moveTo>
                  <a:pt x="561975" y="1419225"/>
                </a:moveTo>
                <a:lnTo>
                  <a:pt x="590550" y="1419225"/>
                </a:lnTo>
                <a:lnTo>
                  <a:pt x="590550" y="1428750"/>
                </a:lnTo>
                <a:lnTo>
                  <a:pt x="571500" y="1428750"/>
                </a:lnTo>
                <a:lnTo>
                  <a:pt x="571500" y="1438275"/>
                </a:lnTo>
                <a:lnTo>
                  <a:pt x="552450" y="1438275"/>
                </a:lnTo>
                <a:lnTo>
                  <a:pt x="552450" y="1428750"/>
                </a:lnTo>
                <a:lnTo>
                  <a:pt x="561975" y="1428750"/>
                </a:lnTo>
                <a:close/>
                <a:moveTo>
                  <a:pt x="609600" y="1419225"/>
                </a:moveTo>
                <a:lnTo>
                  <a:pt x="638175" y="1419225"/>
                </a:lnTo>
                <a:lnTo>
                  <a:pt x="638175" y="1428750"/>
                </a:lnTo>
                <a:lnTo>
                  <a:pt x="609600" y="1428750"/>
                </a:lnTo>
                <a:close/>
                <a:moveTo>
                  <a:pt x="981075" y="1419225"/>
                </a:moveTo>
                <a:lnTo>
                  <a:pt x="1009650" y="1419225"/>
                </a:lnTo>
                <a:lnTo>
                  <a:pt x="1009650" y="1428750"/>
                </a:lnTo>
                <a:lnTo>
                  <a:pt x="981075" y="1428750"/>
                </a:lnTo>
                <a:close/>
                <a:moveTo>
                  <a:pt x="266700" y="1428750"/>
                </a:moveTo>
                <a:lnTo>
                  <a:pt x="285750" y="1428750"/>
                </a:lnTo>
                <a:lnTo>
                  <a:pt x="285750" y="1438275"/>
                </a:lnTo>
                <a:lnTo>
                  <a:pt x="266700" y="1438275"/>
                </a:lnTo>
                <a:close/>
                <a:moveTo>
                  <a:pt x="1895475" y="1552575"/>
                </a:moveTo>
                <a:lnTo>
                  <a:pt x="1905000" y="1552575"/>
                </a:lnTo>
                <a:lnTo>
                  <a:pt x="1905000" y="1562100"/>
                </a:lnTo>
                <a:lnTo>
                  <a:pt x="1895475" y="1562100"/>
                </a:lnTo>
                <a:close/>
                <a:moveTo>
                  <a:pt x="0" y="1581150"/>
                </a:moveTo>
                <a:lnTo>
                  <a:pt x="28575" y="1581150"/>
                </a:lnTo>
                <a:lnTo>
                  <a:pt x="28575" y="1590675"/>
                </a:lnTo>
                <a:lnTo>
                  <a:pt x="0" y="1590675"/>
                </a:lnTo>
                <a:close/>
                <a:moveTo>
                  <a:pt x="238125" y="1581150"/>
                </a:moveTo>
                <a:lnTo>
                  <a:pt x="257175" y="1581150"/>
                </a:lnTo>
                <a:lnTo>
                  <a:pt x="257175" y="1590675"/>
                </a:lnTo>
                <a:lnTo>
                  <a:pt x="238125" y="1590675"/>
                </a:lnTo>
                <a:close/>
                <a:moveTo>
                  <a:pt x="323850" y="1581150"/>
                </a:moveTo>
                <a:lnTo>
                  <a:pt x="342900" y="1581150"/>
                </a:lnTo>
                <a:lnTo>
                  <a:pt x="342900" y="1590675"/>
                </a:lnTo>
                <a:lnTo>
                  <a:pt x="323850" y="1590675"/>
                </a:lnTo>
                <a:close/>
                <a:moveTo>
                  <a:pt x="419100" y="1581150"/>
                </a:moveTo>
                <a:lnTo>
                  <a:pt x="438150" y="1581150"/>
                </a:lnTo>
                <a:lnTo>
                  <a:pt x="438150" y="1590675"/>
                </a:lnTo>
                <a:lnTo>
                  <a:pt x="419100" y="1590675"/>
                </a:lnTo>
                <a:close/>
                <a:moveTo>
                  <a:pt x="1238250" y="1581150"/>
                </a:moveTo>
                <a:lnTo>
                  <a:pt x="1247775" y="1581150"/>
                </a:lnTo>
                <a:lnTo>
                  <a:pt x="1247775" y="1590675"/>
                </a:lnTo>
                <a:lnTo>
                  <a:pt x="1238250" y="1590675"/>
                </a:lnTo>
                <a:close/>
                <a:moveTo>
                  <a:pt x="1400175" y="1581150"/>
                </a:moveTo>
                <a:lnTo>
                  <a:pt x="1428750" y="1581150"/>
                </a:lnTo>
                <a:lnTo>
                  <a:pt x="1428750" y="1590675"/>
                </a:lnTo>
                <a:lnTo>
                  <a:pt x="1400175" y="1590675"/>
                </a:lnTo>
                <a:close/>
                <a:moveTo>
                  <a:pt x="1447800" y="1581150"/>
                </a:moveTo>
                <a:lnTo>
                  <a:pt x="1466850" y="1581150"/>
                </a:lnTo>
                <a:lnTo>
                  <a:pt x="1466850" y="1590675"/>
                </a:lnTo>
                <a:lnTo>
                  <a:pt x="1447800" y="1590675"/>
                </a:lnTo>
                <a:close/>
                <a:moveTo>
                  <a:pt x="1590675" y="1581150"/>
                </a:moveTo>
                <a:lnTo>
                  <a:pt x="1600200" y="1581150"/>
                </a:lnTo>
                <a:lnTo>
                  <a:pt x="1600200" y="1590675"/>
                </a:lnTo>
                <a:lnTo>
                  <a:pt x="1590675" y="1590675"/>
                </a:lnTo>
                <a:close/>
                <a:moveTo>
                  <a:pt x="1666875" y="1581150"/>
                </a:moveTo>
                <a:lnTo>
                  <a:pt x="1676400" y="1581150"/>
                </a:lnTo>
                <a:lnTo>
                  <a:pt x="1676400" y="1590675"/>
                </a:lnTo>
                <a:lnTo>
                  <a:pt x="1666875" y="1590675"/>
                </a:lnTo>
                <a:close/>
                <a:moveTo>
                  <a:pt x="1885950" y="1581150"/>
                </a:moveTo>
                <a:lnTo>
                  <a:pt x="1905000" y="1581150"/>
                </a:lnTo>
                <a:lnTo>
                  <a:pt x="1905000" y="1590675"/>
                </a:lnTo>
                <a:lnTo>
                  <a:pt x="1885950" y="1590675"/>
                </a:lnTo>
                <a:close/>
                <a:moveTo>
                  <a:pt x="1343025" y="1590675"/>
                </a:moveTo>
                <a:lnTo>
                  <a:pt x="1352550" y="1590675"/>
                </a:lnTo>
                <a:lnTo>
                  <a:pt x="1352550" y="1600200"/>
                </a:lnTo>
                <a:lnTo>
                  <a:pt x="1343025" y="1600200"/>
                </a:lnTo>
                <a:close/>
                <a:moveTo>
                  <a:pt x="1600200" y="1590675"/>
                </a:moveTo>
                <a:lnTo>
                  <a:pt x="1609725" y="1590675"/>
                </a:lnTo>
                <a:lnTo>
                  <a:pt x="1609725" y="1600200"/>
                </a:lnTo>
                <a:lnTo>
                  <a:pt x="1600200" y="1600200"/>
                </a:lnTo>
                <a:close/>
                <a:moveTo>
                  <a:pt x="1657350" y="1590675"/>
                </a:moveTo>
                <a:lnTo>
                  <a:pt x="1666875" y="1590675"/>
                </a:lnTo>
                <a:lnTo>
                  <a:pt x="1666875" y="1600200"/>
                </a:lnTo>
                <a:lnTo>
                  <a:pt x="1657350" y="1600200"/>
                </a:lnTo>
                <a:close/>
                <a:moveTo>
                  <a:pt x="1676400" y="1590675"/>
                </a:moveTo>
                <a:lnTo>
                  <a:pt x="1685925" y="1590675"/>
                </a:lnTo>
                <a:lnTo>
                  <a:pt x="1685925" y="1600200"/>
                </a:lnTo>
                <a:lnTo>
                  <a:pt x="1676400" y="1600200"/>
                </a:lnTo>
                <a:close/>
                <a:moveTo>
                  <a:pt x="1876425" y="1590675"/>
                </a:moveTo>
                <a:lnTo>
                  <a:pt x="1885950" y="1590675"/>
                </a:lnTo>
                <a:lnTo>
                  <a:pt x="1885950" y="1600200"/>
                </a:lnTo>
                <a:lnTo>
                  <a:pt x="1876425" y="1600200"/>
                </a:lnTo>
                <a:close/>
                <a:moveTo>
                  <a:pt x="200025" y="1600200"/>
                </a:moveTo>
                <a:lnTo>
                  <a:pt x="209550" y="1600200"/>
                </a:lnTo>
                <a:lnTo>
                  <a:pt x="209550" y="1609725"/>
                </a:lnTo>
                <a:lnTo>
                  <a:pt x="200025" y="1609725"/>
                </a:lnTo>
                <a:close/>
                <a:moveTo>
                  <a:pt x="514350" y="1600200"/>
                </a:moveTo>
                <a:lnTo>
                  <a:pt x="523875" y="1600200"/>
                </a:lnTo>
                <a:lnTo>
                  <a:pt x="523875" y="1609725"/>
                </a:lnTo>
                <a:lnTo>
                  <a:pt x="514350" y="1609725"/>
                </a:lnTo>
                <a:close/>
                <a:moveTo>
                  <a:pt x="1247775" y="1600200"/>
                </a:moveTo>
                <a:lnTo>
                  <a:pt x="1257300" y="1600200"/>
                </a:lnTo>
                <a:lnTo>
                  <a:pt x="1257300" y="1619250"/>
                </a:lnTo>
                <a:lnTo>
                  <a:pt x="1247775" y="1619250"/>
                </a:lnTo>
                <a:close/>
                <a:moveTo>
                  <a:pt x="1266825" y="1600200"/>
                </a:moveTo>
                <a:lnTo>
                  <a:pt x="1276350" y="1600200"/>
                </a:lnTo>
                <a:lnTo>
                  <a:pt x="1276350" y="1619250"/>
                </a:lnTo>
                <a:lnTo>
                  <a:pt x="1266825" y="1619250"/>
                </a:lnTo>
                <a:close/>
                <a:moveTo>
                  <a:pt x="1685925" y="1600200"/>
                </a:moveTo>
                <a:lnTo>
                  <a:pt x="1695450" y="1600200"/>
                </a:lnTo>
                <a:lnTo>
                  <a:pt x="1695450" y="1619250"/>
                </a:lnTo>
                <a:lnTo>
                  <a:pt x="1685925" y="1619250"/>
                </a:lnTo>
                <a:close/>
                <a:moveTo>
                  <a:pt x="476250" y="1609725"/>
                </a:moveTo>
                <a:lnTo>
                  <a:pt x="485775" y="1609725"/>
                </a:lnTo>
                <a:lnTo>
                  <a:pt x="485775" y="1628775"/>
                </a:lnTo>
                <a:lnTo>
                  <a:pt x="476250" y="1628775"/>
                </a:lnTo>
                <a:close/>
                <a:moveTo>
                  <a:pt x="1352550" y="1609725"/>
                </a:moveTo>
                <a:lnTo>
                  <a:pt x="1362075" y="1609725"/>
                </a:lnTo>
                <a:lnTo>
                  <a:pt x="1362075" y="1619250"/>
                </a:lnTo>
                <a:lnTo>
                  <a:pt x="1352550" y="1619250"/>
                </a:lnTo>
                <a:close/>
                <a:moveTo>
                  <a:pt x="447675" y="1619250"/>
                </a:moveTo>
                <a:lnTo>
                  <a:pt x="466725" y="1619250"/>
                </a:lnTo>
                <a:lnTo>
                  <a:pt x="466725" y="1628775"/>
                </a:lnTo>
                <a:lnTo>
                  <a:pt x="447675" y="1628775"/>
                </a:lnTo>
                <a:close/>
                <a:moveTo>
                  <a:pt x="1209675" y="1619250"/>
                </a:moveTo>
                <a:lnTo>
                  <a:pt x="1219200" y="1619250"/>
                </a:lnTo>
                <a:lnTo>
                  <a:pt x="1219200" y="1628775"/>
                </a:lnTo>
                <a:lnTo>
                  <a:pt x="1209675" y="1628775"/>
                </a:lnTo>
                <a:close/>
                <a:moveTo>
                  <a:pt x="1257300" y="1619250"/>
                </a:moveTo>
                <a:lnTo>
                  <a:pt x="1266825" y="1619250"/>
                </a:lnTo>
                <a:lnTo>
                  <a:pt x="1266825" y="1628775"/>
                </a:lnTo>
                <a:lnTo>
                  <a:pt x="1257300" y="1628775"/>
                </a:lnTo>
                <a:close/>
                <a:moveTo>
                  <a:pt x="1657350" y="1619250"/>
                </a:moveTo>
                <a:lnTo>
                  <a:pt x="1666875" y="1619250"/>
                </a:lnTo>
                <a:lnTo>
                  <a:pt x="1666875" y="1628775"/>
                </a:lnTo>
                <a:lnTo>
                  <a:pt x="1657350" y="1628775"/>
                </a:lnTo>
                <a:close/>
                <a:moveTo>
                  <a:pt x="1676400" y="1619250"/>
                </a:moveTo>
                <a:lnTo>
                  <a:pt x="1685925" y="1619250"/>
                </a:lnTo>
                <a:lnTo>
                  <a:pt x="1685925" y="1628775"/>
                </a:lnTo>
                <a:lnTo>
                  <a:pt x="1676400" y="1628775"/>
                </a:lnTo>
                <a:close/>
                <a:moveTo>
                  <a:pt x="228600" y="1628775"/>
                </a:moveTo>
                <a:lnTo>
                  <a:pt x="257175" y="1628775"/>
                </a:lnTo>
                <a:lnTo>
                  <a:pt x="257175" y="1638300"/>
                </a:lnTo>
                <a:lnTo>
                  <a:pt x="228600" y="1638300"/>
                </a:lnTo>
                <a:close/>
                <a:moveTo>
                  <a:pt x="409575" y="1628775"/>
                </a:moveTo>
                <a:lnTo>
                  <a:pt x="447675" y="1628775"/>
                </a:lnTo>
                <a:lnTo>
                  <a:pt x="447675" y="1638300"/>
                </a:lnTo>
                <a:lnTo>
                  <a:pt x="409575" y="1638300"/>
                </a:lnTo>
                <a:close/>
                <a:moveTo>
                  <a:pt x="1447800" y="1628775"/>
                </a:moveTo>
                <a:lnTo>
                  <a:pt x="1466850" y="1628775"/>
                </a:lnTo>
                <a:lnTo>
                  <a:pt x="1466850" y="1638300"/>
                </a:lnTo>
                <a:lnTo>
                  <a:pt x="1447800" y="1638300"/>
                </a:lnTo>
                <a:close/>
                <a:moveTo>
                  <a:pt x="1552575" y="1628775"/>
                </a:moveTo>
                <a:lnTo>
                  <a:pt x="1571625" y="1628775"/>
                </a:lnTo>
                <a:lnTo>
                  <a:pt x="1571625" y="1638300"/>
                </a:lnTo>
                <a:lnTo>
                  <a:pt x="1552575" y="1638300"/>
                </a:lnTo>
                <a:close/>
                <a:moveTo>
                  <a:pt x="1666875" y="1628775"/>
                </a:moveTo>
                <a:lnTo>
                  <a:pt x="1676400" y="1628775"/>
                </a:lnTo>
                <a:lnTo>
                  <a:pt x="1676400" y="1638300"/>
                </a:lnTo>
                <a:lnTo>
                  <a:pt x="1666875" y="1638300"/>
                </a:lnTo>
                <a:close/>
                <a:moveTo>
                  <a:pt x="1333500" y="1638300"/>
                </a:moveTo>
                <a:lnTo>
                  <a:pt x="1352550" y="1638300"/>
                </a:lnTo>
                <a:lnTo>
                  <a:pt x="1352550" y="1647825"/>
                </a:lnTo>
                <a:lnTo>
                  <a:pt x="1333500" y="1647825"/>
                </a:lnTo>
                <a:close/>
                <a:moveTo>
                  <a:pt x="1362075" y="1638300"/>
                </a:moveTo>
                <a:lnTo>
                  <a:pt x="1371600" y="1638300"/>
                </a:lnTo>
                <a:lnTo>
                  <a:pt x="1371600" y="1647825"/>
                </a:lnTo>
                <a:lnTo>
                  <a:pt x="1362075" y="1647825"/>
                </a:lnTo>
                <a:close/>
                <a:moveTo>
                  <a:pt x="1514475" y="1638300"/>
                </a:moveTo>
                <a:lnTo>
                  <a:pt x="1524000" y="1638300"/>
                </a:lnTo>
                <a:lnTo>
                  <a:pt x="1524000" y="1647825"/>
                </a:lnTo>
                <a:lnTo>
                  <a:pt x="1514475" y="1647825"/>
                </a:lnTo>
                <a:close/>
                <a:moveTo>
                  <a:pt x="209550" y="1685925"/>
                </a:moveTo>
                <a:lnTo>
                  <a:pt x="257175" y="1685925"/>
                </a:lnTo>
                <a:lnTo>
                  <a:pt x="257175" y="1695450"/>
                </a:lnTo>
                <a:lnTo>
                  <a:pt x="219075" y="1695450"/>
                </a:lnTo>
                <a:lnTo>
                  <a:pt x="219075" y="1704975"/>
                </a:lnTo>
                <a:lnTo>
                  <a:pt x="209550" y="1704975"/>
                </a:lnTo>
                <a:lnTo>
                  <a:pt x="209550" y="1714500"/>
                </a:lnTo>
                <a:lnTo>
                  <a:pt x="200025" y="1714500"/>
                </a:lnTo>
                <a:lnTo>
                  <a:pt x="200025" y="1695450"/>
                </a:lnTo>
                <a:lnTo>
                  <a:pt x="209550" y="1695450"/>
                </a:lnTo>
                <a:close/>
                <a:moveTo>
                  <a:pt x="276225" y="1685925"/>
                </a:moveTo>
                <a:lnTo>
                  <a:pt x="333375" y="1685925"/>
                </a:lnTo>
                <a:lnTo>
                  <a:pt x="333375" y="1695450"/>
                </a:lnTo>
                <a:lnTo>
                  <a:pt x="276225" y="1695450"/>
                </a:lnTo>
                <a:close/>
                <a:moveTo>
                  <a:pt x="533400" y="1685925"/>
                </a:moveTo>
                <a:lnTo>
                  <a:pt x="561975" y="1685925"/>
                </a:lnTo>
                <a:lnTo>
                  <a:pt x="561975" y="1695450"/>
                </a:lnTo>
                <a:lnTo>
                  <a:pt x="533400" y="1695450"/>
                </a:lnTo>
                <a:close/>
                <a:moveTo>
                  <a:pt x="647700" y="1685925"/>
                </a:moveTo>
                <a:lnTo>
                  <a:pt x="657225" y="1685925"/>
                </a:lnTo>
                <a:lnTo>
                  <a:pt x="657225" y="1695450"/>
                </a:lnTo>
                <a:lnTo>
                  <a:pt x="676275" y="1695450"/>
                </a:lnTo>
                <a:lnTo>
                  <a:pt x="676275" y="1704975"/>
                </a:lnTo>
                <a:lnTo>
                  <a:pt x="628650" y="1704975"/>
                </a:lnTo>
                <a:lnTo>
                  <a:pt x="628650" y="1714500"/>
                </a:lnTo>
                <a:lnTo>
                  <a:pt x="619125" y="1714500"/>
                </a:lnTo>
                <a:lnTo>
                  <a:pt x="619125" y="1704975"/>
                </a:lnTo>
                <a:lnTo>
                  <a:pt x="571500" y="1704975"/>
                </a:lnTo>
                <a:lnTo>
                  <a:pt x="571500" y="1695450"/>
                </a:lnTo>
                <a:lnTo>
                  <a:pt x="647700" y="1695450"/>
                </a:lnTo>
                <a:close/>
                <a:moveTo>
                  <a:pt x="257175" y="1695450"/>
                </a:moveTo>
                <a:lnTo>
                  <a:pt x="276225" y="1695450"/>
                </a:lnTo>
                <a:lnTo>
                  <a:pt x="276225" y="1704975"/>
                </a:lnTo>
                <a:lnTo>
                  <a:pt x="257175" y="1704975"/>
                </a:lnTo>
                <a:close/>
                <a:moveTo>
                  <a:pt x="333375" y="1695450"/>
                </a:moveTo>
                <a:lnTo>
                  <a:pt x="342900" y="1695450"/>
                </a:lnTo>
                <a:lnTo>
                  <a:pt x="342900" y="1704975"/>
                </a:lnTo>
                <a:lnTo>
                  <a:pt x="333375" y="1704975"/>
                </a:lnTo>
                <a:close/>
                <a:moveTo>
                  <a:pt x="361950" y="1695450"/>
                </a:moveTo>
                <a:lnTo>
                  <a:pt x="381000" y="1695450"/>
                </a:lnTo>
                <a:lnTo>
                  <a:pt x="381000" y="1704975"/>
                </a:lnTo>
                <a:lnTo>
                  <a:pt x="390525" y="1704975"/>
                </a:lnTo>
                <a:lnTo>
                  <a:pt x="390525" y="1714500"/>
                </a:lnTo>
                <a:lnTo>
                  <a:pt x="371475" y="1714500"/>
                </a:lnTo>
                <a:lnTo>
                  <a:pt x="371475" y="1704975"/>
                </a:lnTo>
                <a:lnTo>
                  <a:pt x="361950" y="1704975"/>
                </a:lnTo>
                <a:close/>
                <a:moveTo>
                  <a:pt x="428625" y="1695450"/>
                </a:moveTo>
                <a:lnTo>
                  <a:pt x="438150" y="1695450"/>
                </a:lnTo>
                <a:lnTo>
                  <a:pt x="438150" y="1704975"/>
                </a:lnTo>
                <a:lnTo>
                  <a:pt x="428625" y="1704975"/>
                </a:lnTo>
                <a:close/>
                <a:moveTo>
                  <a:pt x="352425" y="1704975"/>
                </a:moveTo>
                <a:lnTo>
                  <a:pt x="361950" y="1704975"/>
                </a:lnTo>
                <a:lnTo>
                  <a:pt x="361950" y="1714500"/>
                </a:lnTo>
                <a:lnTo>
                  <a:pt x="352425" y="1714500"/>
                </a:lnTo>
                <a:close/>
                <a:moveTo>
                  <a:pt x="409575" y="1704975"/>
                </a:moveTo>
                <a:lnTo>
                  <a:pt x="419100" y="1704975"/>
                </a:lnTo>
                <a:lnTo>
                  <a:pt x="419100" y="1714500"/>
                </a:lnTo>
                <a:lnTo>
                  <a:pt x="409575" y="1714500"/>
                </a:lnTo>
                <a:close/>
                <a:moveTo>
                  <a:pt x="447675" y="1704975"/>
                </a:moveTo>
                <a:lnTo>
                  <a:pt x="457200" y="1704975"/>
                </a:lnTo>
                <a:lnTo>
                  <a:pt x="457200" y="1714500"/>
                </a:lnTo>
                <a:lnTo>
                  <a:pt x="447675" y="1714500"/>
                </a:lnTo>
                <a:close/>
                <a:moveTo>
                  <a:pt x="714375" y="1704975"/>
                </a:moveTo>
                <a:lnTo>
                  <a:pt x="723900" y="1704975"/>
                </a:lnTo>
                <a:lnTo>
                  <a:pt x="723900" y="1714500"/>
                </a:lnTo>
                <a:lnTo>
                  <a:pt x="714375" y="1714500"/>
                </a:lnTo>
                <a:close/>
                <a:moveTo>
                  <a:pt x="457200" y="1714500"/>
                </a:moveTo>
                <a:lnTo>
                  <a:pt x="466725" y="1714500"/>
                </a:lnTo>
                <a:lnTo>
                  <a:pt x="466725" y="1724025"/>
                </a:lnTo>
                <a:lnTo>
                  <a:pt x="476250" y="1724025"/>
                </a:lnTo>
                <a:lnTo>
                  <a:pt x="476250" y="1733550"/>
                </a:lnTo>
                <a:lnTo>
                  <a:pt x="466725" y="1733550"/>
                </a:lnTo>
                <a:lnTo>
                  <a:pt x="466725" y="1743075"/>
                </a:lnTo>
                <a:lnTo>
                  <a:pt x="457200" y="1743075"/>
                </a:lnTo>
                <a:close/>
                <a:moveTo>
                  <a:pt x="257175" y="1724025"/>
                </a:moveTo>
                <a:lnTo>
                  <a:pt x="285750" y="1724025"/>
                </a:lnTo>
                <a:lnTo>
                  <a:pt x="285750" y="1733550"/>
                </a:lnTo>
                <a:lnTo>
                  <a:pt x="333375" y="1733550"/>
                </a:lnTo>
                <a:lnTo>
                  <a:pt x="333375" y="1724025"/>
                </a:lnTo>
                <a:lnTo>
                  <a:pt x="342900" y="1724025"/>
                </a:lnTo>
                <a:lnTo>
                  <a:pt x="342900" y="1733550"/>
                </a:lnTo>
                <a:lnTo>
                  <a:pt x="333375" y="1733550"/>
                </a:lnTo>
                <a:lnTo>
                  <a:pt x="333375" y="1743075"/>
                </a:lnTo>
                <a:lnTo>
                  <a:pt x="276225" y="1743075"/>
                </a:lnTo>
                <a:lnTo>
                  <a:pt x="276225" y="1733550"/>
                </a:lnTo>
                <a:lnTo>
                  <a:pt x="257175" y="1733550"/>
                </a:lnTo>
                <a:close/>
                <a:moveTo>
                  <a:pt x="400050" y="1724025"/>
                </a:moveTo>
                <a:lnTo>
                  <a:pt x="419100" y="1724025"/>
                </a:lnTo>
                <a:lnTo>
                  <a:pt x="419100" y="1733550"/>
                </a:lnTo>
                <a:lnTo>
                  <a:pt x="400050" y="1733550"/>
                </a:lnTo>
                <a:close/>
                <a:moveTo>
                  <a:pt x="238125" y="1733550"/>
                </a:moveTo>
                <a:lnTo>
                  <a:pt x="257175" y="1733550"/>
                </a:lnTo>
                <a:lnTo>
                  <a:pt x="257175" y="1743075"/>
                </a:lnTo>
                <a:lnTo>
                  <a:pt x="238125" y="1743075"/>
                </a:lnTo>
                <a:close/>
                <a:moveTo>
                  <a:pt x="352425" y="1733550"/>
                </a:moveTo>
                <a:lnTo>
                  <a:pt x="361950" y="1733550"/>
                </a:lnTo>
                <a:lnTo>
                  <a:pt x="361950" y="1743075"/>
                </a:lnTo>
                <a:lnTo>
                  <a:pt x="352425" y="1743075"/>
                </a:lnTo>
                <a:close/>
                <a:moveTo>
                  <a:pt x="371475" y="1733550"/>
                </a:moveTo>
                <a:lnTo>
                  <a:pt x="390525" y="1733550"/>
                </a:lnTo>
                <a:lnTo>
                  <a:pt x="390525" y="1743075"/>
                </a:lnTo>
                <a:lnTo>
                  <a:pt x="371475" y="1743075"/>
                </a:lnTo>
                <a:close/>
                <a:moveTo>
                  <a:pt x="419100" y="1733550"/>
                </a:moveTo>
                <a:lnTo>
                  <a:pt x="428625" y="1733550"/>
                </a:lnTo>
                <a:lnTo>
                  <a:pt x="428625" y="1743075"/>
                </a:lnTo>
                <a:lnTo>
                  <a:pt x="419100" y="1743075"/>
                </a:lnTo>
                <a:close/>
                <a:moveTo>
                  <a:pt x="533400" y="1733550"/>
                </a:moveTo>
                <a:lnTo>
                  <a:pt x="552450" y="1733550"/>
                </a:lnTo>
                <a:lnTo>
                  <a:pt x="552450" y="1743075"/>
                </a:lnTo>
                <a:lnTo>
                  <a:pt x="533400" y="1743075"/>
                </a:lnTo>
                <a:close/>
                <a:moveTo>
                  <a:pt x="581025" y="1733550"/>
                </a:moveTo>
                <a:lnTo>
                  <a:pt x="657225" y="1733550"/>
                </a:lnTo>
                <a:lnTo>
                  <a:pt x="657225" y="1743075"/>
                </a:lnTo>
                <a:lnTo>
                  <a:pt x="581025" y="1743075"/>
                </a:lnTo>
                <a:close/>
                <a:moveTo>
                  <a:pt x="704850" y="1733550"/>
                </a:moveTo>
                <a:lnTo>
                  <a:pt x="714375" y="1733550"/>
                </a:lnTo>
                <a:lnTo>
                  <a:pt x="714375" y="1743075"/>
                </a:lnTo>
                <a:lnTo>
                  <a:pt x="704850" y="1743075"/>
                </a:lnTo>
                <a:close/>
                <a:moveTo>
                  <a:pt x="209550" y="1809750"/>
                </a:moveTo>
                <a:lnTo>
                  <a:pt x="228600" y="1809750"/>
                </a:lnTo>
                <a:lnTo>
                  <a:pt x="228600" y="1819275"/>
                </a:lnTo>
                <a:lnTo>
                  <a:pt x="209550" y="1819275"/>
                </a:lnTo>
                <a:close/>
                <a:moveTo>
                  <a:pt x="381000" y="1809750"/>
                </a:moveTo>
                <a:lnTo>
                  <a:pt x="400050" y="1809750"/>
                </a:lnTo>
                <a:lnTo>
                  <a:pt x="400050" y="1819275"/>
                </a:lnTo>
                <a:lnTo>
                  <a:pt x="381000" y="1819275"/>
                </a:lnTo>
                <a:close/>
                <a:moveTo>
                  <a:pt x="485775" y="1809750"/>
                </a:moveTo>
                <a:lnTo>
                  <a:pt x="504825" y="1809750"/>
                </a:lnTo>
                <a:lnTo>
                  <a:pt x="504825" y="1819275"/>
                </a:lnTo>
                <a:lnTo>
                  <a:pt x="485775" y="1819275"/>
                </a:lnTo>
                <a:close/>
                <a:moveTo>
                  <a:pt x="676275" y="1809750"/>
                </a:moveTo>
                <a:lnTo>
                  <a:pt x="685800" y="1809750"/>
                </a:lnTo>
                <a:lnTo>
                  <a:pt x="685800" y="1819275"/>
                </a:lnTo>
                <a:lnTo>
                  <a:pt x="676275" y="1819275"/>
                </a:lnTo>
                <a:close/>
                <a:moveTo>
                  <a:pt x="790575" y="1809750"/>
                </a:moveTo>
                <a:lnTo>
                  <a:pt x="800100" y="1809750"/>
                </a:lnTo>
                <a:lnTo>
                  <a:pt x="800100" y="1819275"/>
                </a:lnTo>
                <a:lnTo>
                  <a:pt x="790575" y="1819275"/>
                </a:lnTo>
                <a:close/>
                <a:moveTo>
                  <a:pt x="200025" y="1819275"/>
                </a:moveTo>
                <a:lnTo>
                  <a:pt x="209550" y="1819275"/>
                </a:lnTo>
                <a:lnTo>
                  <a:pt x="209550" y="1838325"/>
                </a:lnTo>
                <a:lnTo>
                  <a:pt x="200025" y="1838325"/>
                </a:lnTo>
                <a:close/>
                <a:moveTo>
                  <a:pt x="257175" y="1819275"/>
                </a:moveTo>
                <a:lnTo>
                  <a:pt x="304800" y="1819275"/>
                </a:lnTo>
                <a:lnTo>
                  <a:pt x="304800" y="1828800"/>
                </a:lnTo>
                <a:lnTo>
                  <a:pt x="257175" y="1828800"/>
                </a:lnTo>
                <a:close/>
                <a:moveTo>
                  <a:pt x="352425" y="1819275"/>
                </a:moveTo>
                <a:lnTo>
                  <a:pt x="371475" y="1819275"/>
                </a:lnTo>
                <a:lnTo>
                  <a:pt x="371475" y="1828800"/>
                </a:lnTo>
                <a:lnTo>
                  <a:pt x="352425" y="1828800"/>
                </a:lnTo>
                <a:close/>
                <a:moveTo>
                  <a:pt x="409575" y="1819275"/>
                </a:moveTo>
                <a:lnTo>
                  <a:pt x="419100" y="1819275"/>
                </a:lnTo>
                <a:lnTo>
                  <a:pt x="419100" y="1828800"/>
                </a:lnTo>
                <a:lnTo>
                  <a:pt x="409575" y="1828800"/>
                </a:lnTo>
                <a:close/>
                <a:moveTo>
                  <a:pt x="447675" y="1819275"/>
                </a:moveTo>
                <a:lnTo>
                  <a:pt x="457200" y="1819275"/>
                </a:lnTo>
                <a:lnTo>
                  <a:pt x="457200" y="1847850"/>
                </a:lnTo>
                <a:lnTo>
                  <a:pt x="447675" y="1847850"/>
                </a:lnTo>
                <a:close/>
                <a:moveTo>
                  <a:pt x="476250" y="1819275"/>
                </a:moveTo>
                <a:lnTo>
                  <a:pt x="485775" y="1819275"/>
                </a:lnTo>
                <a:lnTo>
                  <a:pt x="485775" y="1828800"/>
                </a:lnTo>
                <a:lnTo>
                  <a:pt x="476250" y="1828800"/>
                </a:lnTo>
                <a:close/>
                <a:moveTo>
                  <a:pt x="523875" y="1819275"/>
                </a:moveTo>
                <a:lnTo>
                  <a:pt x="552450" y="1819275"/>
                </a:lnTo>
                <a:lnTo>
                  <a:pt x="552450" y="1828800"/>
                </a:lnTo>
                <a:lnTo>
                  <a:pt x="523875" y="1828800"/>
                </a:lnTo>
                <a:close/>
                <a:moveTo>
                  <a:pt x="581025" y="1819275"/>
                </a:moveTo>
                <a:lnTo>
                  <a:pt x="638175" y="1819275"/>
                </a:lnTo>
                <a:lnTo>
                  <a:pt x="638175" y="1828800"/>
                </a:lnTo>
                <a:lnTo>
                  <a:pt x="581025" y="1828800"/>
                </a:lnTo>
                <a:close/>
                <a:moveTo>
                  <a:pt x="704850" y="1819275"/>
                </a:moveTo>
                <a:lnTo>
                  <a:pt x="733425" y="1819275"/>
                </a:lnTo>
                <a:lnTo>
                  <a:pt x="733425" y="1828800"/>
                </a:lnTo>
                <a:lnTo>
                  <a:pt x="704850" y="1828800"/>
                </a:lnTo>
                <a:close/>
                <a:moveTo>
                  <a:pt x="809625" y="1819275"/>
                </a:moveTo>
                <a:lnTo>
                  <a:pt x="819150" y="1819275"/>
                </a:lnTo>
                <a:lnTo>
                  <a:pt x="819150" y="1828800"/>
                </a:lnTo>
                <a:lnTo>
                  <a:pt x="809625" y="1828800"/>
                </a:lnTo>
                <a:close/>
                <a:moveTo>
                  <a:pt x="847725" y="1819275"/>
                </a:moveTo>
                <a:lnTo>
                  <a:pt x="876300" y="1819275"/>
                </a:lnTo>
                <a:lnTo>
                  <a:pt x="876300" y="1828800"/>
                </a:lnTo>
                <a:lnTo>
                  <a:pt x="847725" y="1828800"/>
                </a:lnTo>
                <a:close/>
                <a:moveTo>
                  <a:pt x="466725" y="1838325"/>
                </a:moveTo>
                <a:lnTo>
                  <a:pt x="476250" y="1838325"/>
                </a:lnTo>
                <a:lnTo>
                  <a:pt x="476250" y="1847850"/>
                </a:lnTo>
                <a:lnTo>
                  <a:pt x="466725" y="1847850"/>
                </a:lnTo>
                <a:close/>
                <a:moveTo>
                  <a:pt x="752475" y="1838325"/>
                </a:moveTo>
                <a:lnTo>
                  <a:pt x="762000" y="1838325"/>
                </a:lnTo>
                <a:lnTo>
                  <a:pt x="762000" y="1847850"/>
                </a:lnTo>
                <a:lnTo>
                  <a:pt x="771525" y="1847850"/>
                </a:lnTo>
                <a:lnTo>
                  <a:pt x="771525" y="1857375"/>
                </a:lnTo>
                <a:lnTo>
                  <a:pt x="742950" y="1857375"/>
                </a:lnTo>
                <a:lnTo>
                  <a:pt x="742950" y="1847850"/>
                </a:lnTo>
                <a:lnTo>
                  <a:pt x="752475" y="1847850"/>
                </a:lnTo>
                <a:close/>
                <a:moveTo>
                  <a:pt x="266700" y="1847850"/>
                </a:moveTo>
                <a:lnTo>
                  <a:pt x="276225" y="1847850"/>
                </a:lnTo>
                <a:lnTo>
                  <a:pt x="276225" y="1857375"/>
                </a:lnTo>
                <a:lnTo>
                  <a:pt x="266700" y="1857375"/>
                </a:lnTo>
                <a:close/>
                <a:moveTo>
                  <a:pt x="876300" y="1847850"/>
                </a:moveTo>
                <a:lnTo>
                  <a:pt x="885825" y="1847850"/>
                </a:lnTo>
                <a:lnTo>
                  <a:pt x="885825" y="1857375"/>
                </a:lnTo>
                <a:lnTo>
                  <a:pt x="876300" y="1857375"/>
                </a:lnTo>
                <a:close/>
                <a:moveTo>
                  <a:pt x="733425" y="1857375"/>
                </a:moveTo>
                <a:lnTo>
                  <a:pt x="742950" y="1857375"/>
                </a:lnTo>
                <a:lnTo>
                  <a:pt x="742950" y="1866900"/>
                </a:lnTo>
                <a:lnTo>
                  <a:pt x="733425" y="1866900"/>
                </a:lnTo>
                <a:close/>
                <a:moveTo>
                  <a:pt x="771525" y="1857375"/>
                </a:moveTo>
                <a:lnTo>
                  <a:pt x="790575" y="1857375"/>
                </a:lnTo>
                <a:lnTo>
                  <a:pt x="790575" y="1866900"/>
                </a:lnTo>
                <a:lnTo>
                  <a:pt x="771525" y="1866900"/>
                </a:lnTo>
                <a:close/>
                <a:moveTo>
                  <a:pt x="819150" y="1857375"/>
                </a:moveTo>
                <a:lnTo>
                  <a:pt x="847725" y="1857375"/>
                </a:lnTo>
                <a:lnTo>
                  <a:pt x="847725" y="1866900"/>
                </a:lnTo>
                <a:lnTo>
                  <a:pt x="819150" y="1866900"/>
                </a:lnTo>
                <a:close/>
                <a:moveTo>
                  <a:pt x="1781175" y="1876425"/>
                </a:moveTo>
                <a:lnTo>
                  <a:pt x="1790700" y="1876425"/>
                </a:lnTo>
                <a:lnTo>
                  <a:pt x="1790700" y="1895475"/>
                </a:lnTo>
                <a:lnTo>
                  <a:pt x="1781175" y="1895475"/>
                </a:lnTo>
                <a:close/>
                <a:moveTo>
                  <a:pt x="238125" y="1905000"/>
                </a:moveTo>
                <a:lnTo>
                  <a:pt x="266700" y="1905000"/>
                </a:lnTo>
                <a:lnTo>
                  <a:pt x="266700" y="1914525"/>
                </a:lnTo>
                <a:lnTo>
                  <a:pt x="238125" y="1914525"/>
                </a:lnTo>
                <a:close/>
                <a:moveTo>
                  <a:pt x="457200" y="1905000"/>
                </a:moveTo>
                <a:lnTo>
                  <a:pt x="476250" y="1905000"/>
                </a:lnTo>
                <a:lnTo>
                  <a:pt x="476250" y="1914525"/>
                </a:lnTo>
                <a:lnTo>
                  <a:pt x="457200" y="1914525"/>
                </a:lnTo>
                <a:close/>
                <a:moveTo>
                  <a:pt x="542925" y="1905000"/>
                </a:moveTo>
                <a:lnTo>
                  <a:pt x="581025" y="1905000"/>
                </a:lnTo>
                <a:lnTo>
                  <a:pt x="581025" y="1914525"/>
                </a:lnTo>
                <a:lnTo>
                  <a:pt x="542925" y="1914525"/>
                </a:lnTo>
                <a:close/>
                <a:moveTo>
                  <a:pt x="209550" y="1914525"/>
                </a:moveTo>
                <a:lnTo>
                  <a:pt x="219075" y="1914525"/>
                </a:lnTo>
                <a:lnTo>
                  <a:pt x="219075" y="1924050"/>
                </a:lnTo>
                <a:lnTo>
                  <a:pt x="209550" y="1924050"/>
                </a:lnTo>
                <a:close/>
                <a:moveTo>
                  <a:pt x="276225" y="1914525"/>
                </a:moveTo>
                <a:lnTo>
                  <a:pt x="285750" y="1914525"/>
                </a:lnTo>
                <a:lnTo>
                  <a:pt x="285750" y="1924050"/>
                </a:lnTo>
                <a:lnTo>
                  <a:pt x="276225" y="1924050"/>
                </a:lnTo>
                <a:close/>
                <a:moveTo>
                  <a:pt x="609600" y="1914525"/>
                </a:moveTo>
                <a:lnTo>
                  <a:pt x="638175" y="1914525"/>
                </a:lnTo>
                <a:lnTo>
                  <a:pt x="638175" y="1924050"/>
                </a:lnTo>
                <a:lnTo>
                  <a:pt x="609600" y="1924050"/>
                </a:lnTo>
                <a:close/>
                <a:moveTo>
                  <a:pt x="685800" y="1914525"/>
                </a:moveTo>
                <a:lnTo>
                  <a:pt x="695325" y="1914525"/>
                </a:lnTo>
                <a:lnTo>
                  <a:pt x="695325" y="1924050"/>
                </a:lnTo>
                <a:lnTo>
                  <a:pt x="685800" y="1924050"/>
                </a:lnTo>
                <a:close/>
                <a:moveTo>
                  <a:pt x="200025" y="1924050"/>
                </a:moveTo>
                <a:lnTo>
                  <a:pt x="209550" y="1924050"/>
                </a:lnTo>
                <a:lnTo>
                  <a:pt x="209550" y="1943100"/>
                </a:lnTo>
                <a:lnTo>
                  <a:pt x="200025" y="1943100"/>
                </a:lnTo>
                <a:close/>
                <a:moveTo>
                  <a:pt x="695325" y="1924050"/>
                </a:moveTo>
                <a:lnTo>
                  <a:pt x="704850" y="1924050"/>
                </a:lnTo>
                <a:lnTo>
                  <a:pt x="704850" y="1943100"/>
                </a:lnTo>
                <a:lnTo>
                  <a:pt x="695325" y="1943100"/>
                </a:lnTo>
                <a:close/>
                <a:moveTo>
                  <a:pt x="257175" y="1933575"/>
                </a:moveTo>
                <a:lnTo>
                  <a:pt x="285750" y="1933575"/>
                </a:lnTo>
                <a:lnTo>
                  <a:pt x="285750" y="1943100"/>
                </a:lnTo>
                <a:lnTo>
                  <a:pt x="323850" y="1943100"/>
                </a:lnTo>
                <a:lnTo>
                  <a:pt x="323850" y="1952625"/>
                </a:lnTo>
                <a:lnTo>
                  <a:pt x="228600" y="1952625"/>
                </a:lnTo>
                <a:lnTo>
                  <a:pt x="228600" y="1943100"/>
                </a:lnTo>
                <a:lnTo>
                  <a:pt x="257175" y="1943100"/>
                </a:lnTo>
                <a:close/>
                <a:moveTo>
                  <a:pt x="581025" y="1933575"/>
                </a:moveTo>
                <a:lnTo>
                  <a:pt x="600075" y="1933575"/>
                </a:lnTo>
                <a:lnTo>
                  <a:pt x="600075" y="1943100"/>
                </a:lnTo>
                <a:lnTo>
                  <a:pt x="619125" y="1943100"/>
                </a:lnTo>
                <a:lnTo>
                  <a:pt x="619125" y="1952625"/>
                </a:lnTo>
                <a:lnTo>
                  <a:pt x="590550" y="1952625"/>
                </a:lnTo>
                <a:lnTo>
                  <a:pt x="590550" y="1943100"/>
                </a:lnTo>
                <a:lnTo>
                  <a:pt x="581025" y="1943100"/>
                </a:lnTo>
                <a:close/>
                <a:moveTo>
                  <a:pt x="371475" y="1943100"/>
                </a:moveTo>
                <a:lnTo>
                  <a:pt x="409575" y="1943100"/>
                </a:lnTo>
                <a:lnTo>
                  <a:pt x="409575" y="1952625"/>
                </a:lnTo>
                <a:lnTo>
                  <a:pt x="371475" y="1952625"/>
                </a:lnTo>
                <a:close/>
                <a:moveTo>
                  <a:pt x="485775" y="1943100"/>
                </a:moveTo>
                <a:lnTo>
                  <a:pt x="495300" y="1943100"/>
                </a:lnTo>
                <a:lnTo>
                  <a:pt x="495300" y="1952625"/>
                </a:lnTo>
                <a:lnTo>
                  <a:pt x="485775" y="1952625"/>
                </a:lnTo>
                <a:close/>
                <a:moveTo>
                  <a:pt x="533400" y="1943100"/>
                </a:moveTo>
                <a:lnTo>
                  <a:pt x="581025" y="1943100"/>
                </a:lnTo>
                <a:lnTo>
                  <a:pt x="581025" y="1952625"/>
                </a:lnTo>
                <a:lnTo>
                  <a:pt x="533400" y="1952625"/>
                </a:lnTo>
                <a:close/>
                <a:moveTo>
                  <a:pt x="647700" y="1943100"/>
                </a:moveTo>
                <a:lnTo>
                  <a:pt x="695325" y="1943100"/>
                </a:lnTo>
                <a:lnTo>
                  <a:pt x="695325" y="1952625"/>
                </a:lnTo>
                <a:lnTo>
                  <a:pt x="647700" y="1952625"/>
                </a:lnTo>
                <a:close/>
                <a:moveTo>
                  <a:pt x="447675" y="1952625"/>
                </a:moveTo>
                <a:lnTo>
                  <a:pt x="457200" y="1952625"/>
                </a:lnTo>
                <a:lnTo>
                  <a:pt x="457200" y="1962150"/>
                </a:lnTo>
                <a:lnTo>
                  <a:pt x="447675" y="1962150"/>
                </a:lnTo>
                <a:close/>
                <a:moveTo>
                  <a:pt x="685800" y="2009775"/>
                </a:moveTo>
                <a:lnTo>
                  <a:pt x="704850" y="2009775"/>
                </a:lnTo>
                <a:lnTo>
                  <a:pt x="704850" y="2028825"/>
                </a:lnTo>
                <a:lnTo>
                  <a:pt x="685800" y="2028825"/>
                </a:lnTo>
                <a:close/>
                <a:moveTo>
                  <a:pt x="1266825" y="2009775"/>
                </a:moveTo>
                <a:lnTo>
                  <a:pt x="1285875" y="2009775"/>
                </a:lnTo>
                <a:lnTo>
                  <a:pt x="1285875" y="2028825"/>
                </a:lnTo>
                <a:lnTo>
                  <a:pt x="1266825" y="2028825"/>
                </a:lnTo>
                <a:close/>
                <a:moveTo>
                  <a:pt x="1390650" y="2009775"/>
                </a:moveTo>
                <a:lnTo>
                  <a:pt x="1409700" y="2009775"/>
                </a:lnTo>
                <a:lnTo>
                  <a:pt x="1409700" y="2028825"/>
                </a:lnTo>
                <a:lnTo>
                  <a:pt x="1390650" y="2028825"/>
                </a:lnTo>
                <a:close/>
                <a:moveTo>
                  <a:pt x="647700" y="2019300"/>
                </a:moveTo>
                <a:lnTo>
                  <a:pt x="657225" y="2019300"/>
                </a:lnTo>
                <a:lnTo>
                  <a:pt x="657225" y="2038350"/>
                </a:lnTo>
                <a:lnTo>
                  <a:pt x="628650" y="2038350"/>
                </a:lnTo>
                <a:lnTo>
                  <a:pt x="628650" y="2028825"/>
                </a:lnTo>
                <a:lnTo>
                  <a:pt x="647700" y="2028825"/>
                </a:lnTo>
                <a:close/>
                <a:moveTo>
                  <a:pt x="342900" y="2028825"/>
                </a:moveTo>
                <a:lnTo>
                  <a:pt x="371475" y="2028825"/>
                </a:lnTo>
                <a:lnTo>
                  <a:pt x="371475" y="2038350"/>
                </a:lnTo>
                <a:lnTo>
                  <a:pt x="342900" y="2038350"/>
                </a:lnTo>
                <a:close/>
                <a:moveTo>
                  <a:pt x="390525" y="2028825"/>
                </a:moveTo>
                <a:lnTo>
                  <a:pt x="419100" y="2028825"/>
                </a:lnTo>
                <a:lnTo>
                  <a:pt x="419100" y="2038350"/>
                </a:lnTo>
                <a:lnTo>
                  <a:pt x="390525" y="2038350"/>
                </a:lnTo>
                <a:close/>
                <a:moveTo>
                  <a:pt x="466725" y="2028825"/>
                </a:moveTo>
                <a:lnTo>
                  <a:pt x="495300" y="2028825"/>
                </a:lnTo>
                <a:lnTo>
                  <a:pt x="495300" y="2038350"/>
                </a:lnTo>
                <a:lnTo>
                  <a:pt x="466725" y="2038350"/>
                </a:lnTo>
                <a:close/>
                <a:moveTo>
                  <a:pt x="552450" y="2028825"/>
                </a:moveTo>
                <a:lnTo>
                  <a:pt x="581025" y="2028825"/>
                </a:lnTo>
                <a:lnTo>
                  <a:pt x="581025" y="2038350"/>
                </a:lnTo>
                <a:lnTo>
                  <a:pt x="552450" y="2038350"/>
                </a:lnTo>
                <a:close/>
              </a:path>
            </a:pathLst>
          </a:custGeom>
          <a:solidFill xmlns:a="http://schemas.openxmlformats.org/drawingml/2006/main">
            <a:srgbClr val="E9E7DB"/>
          </a:solidFill>
          <a:ln xmlns:a="http://schemas.openxmlformats.org/drawingml/2006/main" w="0">
            <a:noFill/>
          </a:ln>
        </p:spPr>
      </p:sp>
      <p:sp>
        <p:nvSpPr>
          <p:cNvPr id="146" name="sales vector #ccccc0">
            <a:extLst xmlns:a="http://schemas.openxmlformats.org/drawingml/2006/main">
              <a:ext uri="{FF2B5EF4-FFF2-40B4-BE49-F238E27FC236}">
                <a16:creationId xmlns:a16="http://schemas.microsoft.com/office/drawing/2014/main" id="{92B1A610-6C2F-44B8-A63C-3E4E46606F2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381625" y="4914900"/>
            <a:ext cx="2247900" cy="2400300"/>
          </a:xfrm>
          <a:custGeom xmlns:a="http://schemas.openxmlformats.org/drawingml/2006/main">
            <a:pathLst>
              <a:path w="1905000" h="2038350">
                <a:moveTo>
                  <a:pt x="314325" y="38100"/>
                </a:moveTo>
                <a:lnTo>
                  <a:pt x="333375" y="38100"/>
                </a:lnTo>
                <a:lnTo>
                  <a:pt x="333375" y="47625"/>
                </a:lnTo>
                <a:lnTo>
                  <a:pt x="314325" y="47625"/>
                </a:lnTo>
                <a:close/>
                <a:moveTo>
                  <a:pt x="1581150" y="38100"/>
                </a:moveTo>
                <a:lnTo>
                  <a:pt x="1590675" y="38100"/>
                </a:lnTo>
                <a:lnTo>
                  <a:pt x="1590675" y="47625"/>
                </a:lnTo>
                <a:lnTo>
                  <a:pt x="1581150" y="47625"/>
                </a:lnTo>
                <a:close/>
                <a:moveTo>
                  <a:pt x="276225" y="47625"/>
                </a:moveTo>
                <a:lnTo>
                  <a:pt x="285750" y="47625"/>
                </a:lnTo>
                <a:lnTo>
                  <a:pt x="285750" y="57150"/>
                </a:lnTo>
                <a:lnTo>
                  <a:pt x="276225" y="57150"/>
                </a:lnTo>
                <a:close/>
                <a:moveTo>
                  <a:pt x="1628775" y="47625"/>
                </a:moveTo>
                <a:lnTo>
                  <a:pt x="1638300" y="47625"/>
                </a:lnTo>
                <a:lnTo>
                  <a:pt x="1638300" y="57150"/>
                </a:lnTo>
                <a:lnTo>
                  <a:pt x="1628775" y="57150"/>
                </a:lnTo>
                <a:close/>
                <a:moveTo>
                  <a:pt x="247650" y="57150"/>
                </a:moveTo>
                <a:lnTo>
                  <a:pt x="257175" y="57150"/>
                </a:lnTo>
                <a:lnTo>
                  <a:pt x="257175" y="66675"/>
                </a:lnTo>
                <a:lnTo>
                  <a:pt x="247650" y="66675"/>
                </a:lnTo>
                <a:close/>
                <a:moveTo>
                  <a:pt x="1657350" y="57150"/>
                </a:moveTo>
                <a:lnTo>
                  <a:pt x="1666875" y="57150"/>
                </a:lnTo>
                <a:lnTo>
                  <a:pt x="1666875" y="66675"/>
                </a:lnTo>
                <a:lnTo>
                  <a:pt x="1657350" y="66675"/>
                </a:lnTo>
                <a:close/>
                <a:moveTo>
                  <a:pt x="1676400" y="66675"/>
                </a:moveTo>
                <a:lnTo>
                  <a:pt x="1685925" y="66675"/>
                </a:lnTo>
                <a:lnTo>
                  <a:pt x="1685925" y="76200"/>
                </a:lnTo>
                <a:lnTo>
                  <a:pt x="1676400" y="76200"/>
                </a:lnTo>
                <a:close/>
                <a:moveTo>
                  <a:pt x="200025" y="76200"/>
                </a:moveTo>
                <a:lnTo>
                  <a:pt x="209550" y="76200"/>
                </a:lnTo>
                <a:lnTo>
                  <a:pt x="209550" y="85725"/>
                </a:lnTo>
                <a:lnTo>
                  <a:pt x="200025" y="85725"/>
                </a:lnTo>
                <a:close/>
                <a:moveTo>
                  <a:pt x="1714500" y="85725"/>
                </a:moveTo>
                <a:lnTo>
                  <a:pt x="1724025" y="85725"/>
                </a:lnTo>
                <a:lnTo>
                  <a:pt x="1724025" y="95250"/>
                </a:lnTo>
                <a:lnTo>
                  <a:pt x="1714500" y="95250"/>
                </a:lnTo>
                <a:close/>
                <a:moveTo>
                  <a:pt x="171450" y="95250"/>
                </a:moveTo>
                <a:lnTo>
                  <a:pt x="180975" y="95250"/>
                </a:lnTo>
                <a:lnTo>
                  <a:pt x="180975" y="104775"/>
                </a:lnTo>
                <a:lnTo>
                  <a:pt x="171450" y="104775"/>
                </a:lnTo>
                <a:close/>
                <a:moveTo>
                  <a:pt x="361950" y="114300"/>
                </a:moveTo>
                <a:lnTo>
                  <a:pt x="371475" y="114300"/>
                </a:lnTo>
                <a:lnTo>
                  <a:pt x="371475" y="123825"/>
                </a:lnTo>
                <a:lnTo>
                  <a:pt x="361950" y="123825"/>
                </a:lnTo>
                <a:close/>
                <a:moveTo>
                  <a:pt x="1543050" y="114300"/>
                </a:moveTo>
                <a:lnTo>
                  <a:pt x="1552575" y="114300"/>
                </a:lnTo>
                <a:lnTo>
                  <a:pt x="1552575" y="123825"/>
                </a:lnTo>
                <a:lnTo>
                  <a:pt x="1543050" y="123825"/>
                </a:lnTo>
                <a:close/>
                <a:moveTo>
                  <a:pt x="1600200" y="123825"/>
                </a:moveTo>
                <a:lnTo>
                  <a:pt x="1609725" y="123825"/>
                </a:lnTo>
                <a:lnTo>
                  <a:pt x="1609725" y="133350"/>
                </a:lnTo>
                <a:lnTo>
                  <a:pt x="1600200" y="133350"/>
                </a:lnTo>
                <a:close/>
                <a:moveTo>
                  <a:pt x="1781175" y="133350"/>
                </a:moveTo>
                <a:lnTo>
                  <a:pt x="1790700" y="133350"/>
                </a:lnTo>
                <a:lnTo>
                  <a:pt x="1790700" y="152400"/>
                </a:lnTo>
                <a:lnTo>
                  <a:pt x="1781175" y="152400"/>
                </a:lnTo>
                <a:close/>
                <a:moveTo>
                  <a:pt x="247650" y="142875"/>
                </a:moveTo>
                <a:lnTo>
                  <a:pt x="257175" y="142875"/>
                </a:lnTo>
                <a:lnTo>
                  <a:pt x="257175" y="152400"/>
                </a:lnTo>
                <a:lnTo>
                  <a:pt x="247650" y="152400"/>
                </a:lnTo>
                <a:close/>
                <a:moveTo>
                  <a:pt x="1657350" y="142875"/>
                </a:moveTo>
                <a:lnTo>
                  <a:pt x="1666875" y="142875"/>
                </a:lnTo>
                <a:lnTo>
                  <a:pt x="1666875" y="152400"/>
                </a:lnTo>
                <a:lnTo>
                  <a:pt x="1657350" y="152400"/>
                </a:lnTo>
                <a:close/>
                <a:moveTo>
                  <a:pt x="1676400" y="152400"/>
                </a:moveTo>
                <a:lnTo>
                  <a:pt x="1685925" y="152400"/>
                </a:lnTo>
                <a:lnTo>
                  <a:pt x="1685925" y="161925"/>
                </a:lnTo>
                <a:lnTo>
                  <a:pt x="1676400" y="161925"/>
                </a:lnTo>
                <a:close/>
                <a:moveTo>
                  <a:pt x="1790700" y="152400"/>
                </a:moveTo>
                <a:lnTo>
                  <a:pt x="1800225" y="152400"/>
                </a:lnTo>
                <a:lnTo>
                  <a:pt x="1800225" y="161925"/>
                </a:lnTo>
                <a:lnTo>
                  <a:pt x="1790700" y="161925"/>
                </a:lnTo>
                <a:close/>
                <a:moveTo>
                  <a:pt x="762000" y="161925"/>
                </a:moveTo>
                <a:lnTo>
                  <a:pt x="771525" y="161925"/>
                </a:lnTo>
                <a:lnTo>
                  <a:pt x="771525" y="171450"/>
                </a:lnTo>
                <a:lnTo>
                  <a:pt x="762000" y="171450"/>
                </a:lnTo>
                <a:close/>
                <a:moveTo>
                  <a:pt x="1143000" y="161925"/>
                </a:moveTo>
                <a:lnTo>
                  <a:pt x="1162050" y="161925"/>
                </a:lnTo>
                <a:lnTo>
                  <a:pt x="1162050" y="171450"/>
                </a:lnTo>
                <a:lnTo>
                  <a:pt x="1143000" y="171450"/>
                </a:lnTo>
                <a:close/>
                <a:moveTo>
                  <a:pt x="1809750" y="180975"/>
                </a:moveTo>
                <a:lnTo>
                  <a:pt x="1819275" y="180975"/>
                </a:lnTo>
                <a:lnTo>
                  <a:pt x="1819275" y="190500"/>
                </a:lnTo>
                <a:lnTo>
                  <a:pt x="1809750" y="190500"/>
                </a:lnTo>
                <a:close/>
                <a:moveTo>
                  <a:pt x="1209675" y="200025"/>
                </a:moveTo>
                <a:lnTo>
                  <a:pt x="1219200" y="200025"/>
                </a:lnTo>
                <a:lnTo>
                  <a:pt x="1219200" y="209550"/>
                </a:lnTo>
                <a:lnTo>
                  <a:pt x="1209675" y="209550"/>
                </a:lnTo>
                <a:close/>
                <a:moveTo>
                  <a:pt x="352425" y="219075"/>
                </a:moveTo>
                <a:lnTo>
                  <a:pt x="381000" y="219075"/>
                </a:lnTo>
                <a:lnTo>
                  <a:pt x="381000" y="228600"/>
                </a:lnTo>
                <a:lnTo>
                  <a:pt x="352425" y="228600"/>
                </a:lnTo>
                <a:close/>
                <a:moveTo>
                  <a:pt x="457200" y="219075"/>
                </a:moveTo>
                <a:lnTo>
                  <a:pt x="466725" y="219075"/>
                </a:lnTo>
                <a:lnTo>
                  <a:pt x="466725" y="228600"/>
                </a:lnTo>
                <a:lnTo>
                  <a:pt x="457200" y="228600"/>
                </a:lnTo>
                <a:close/>
                <a:moveTo>
                  <a:pt x="1485900" y="219075"/>
                </a:moveTo>
                <a:lnTo>
                  <a:pt x="1495425" y="219075"/>
                </a:lnTo>
                <a:lnTo>
                  <a:pt x="1495425" y="228600"/>
                </a:lnTo>
                <a:lnTo>
                  <a:pt x="1485900" y="228600"/>
                </a:lnTo>
                <a:close/>
                <a:moveTo>
                  <a:pt x="1543050" y="219075"/>
                </a:moveTo>
                <a:lnTo>
                  <a:pt x="1552575" y="219075"/>
                </a:lnTo>
                <a:lnTo>
                  <a:pt x="1552575" y="228600"/>
                </a:lnTo>
                <a:lnTo>
                  <a:pt x="1543050" y="228600"/>
                </a:lnTo>
                <a:close/>
                <a:moveTo>
                  <a:pt x="1628775" y="219075"/>
                </a:moveTo>
                <a:lnTo>
                  <a:pt x="1638300" y="219075"/>
                </a:lnTo>
                <a:lnTo>
                  <a:pt x="1638300" y="228600"/>
                </a:lnTo>
                <a:lnTo>
                  <a:pt x="1628775" y="228600"/>
                </a:lnTo>
                <a:close/>
                <a:moveTo>
                  <a:pt x="1828800" y="219075"/>
                </a:moveTo>
                <a:lnTo>
                  <a:pt x="1838325" y="219075"/>
                </a:lnTo>
                <a:lnTo>
                  <a:pt x="1838325" y="228600"/>
                </a:lnTo>
                <a:lnTo>
                  <a:pt x="1828800" y="228600"/>
                </a:lnTo>
                <a:close/>
                <a:moveTo>
                  <a:pt x="323850" y="228600"/>
                </a:moveTo>
                <a:lnTo>
                  <a:pt x="333375" y="228600"/>
                </a:lnTo>
                <a:lnTo>
                  <a:pt x="333375" y="238125"/>
                </a:lnTo>
                <a:lnTo>
                  <a:pt x="323850" y="238125"/>
                </a:lnTo>
                <a:close/>
                <a:moveTo>
                  <a:pt x="409575" y="228600"/>
                </a:moveTo>
                <a:lnTo>
                  <a:pt x="419100" y="228600"/>
                </a:lnTo>
                <a:lnTo>
                  <a:pt x="419100" y="238125"/>
                </a:lnTo>
                <a:lnTo>
                  <a:pt x="409575" y="238125"/>
                </a:lnTo>
                <a:close/>
                <a:moveTo>
                  <a:pt x="685800" y="228600"/>
                </a:moveTo>
                <a:lnTo>
                  <a:pt x="695325" y="228600"/>
                </a:lnTo>
                <a:lnTo>
                  <a:pt x="695325" y="238125"/>
                </a:lnTo>
                <a:lnTo>
                  <a:pt x="685800" y="238125"/>
                </a:lnTo>
                <a:close/>
                <a:moveTo>
                  <a:pt x="1219200" y="228600"/>
                </a:moveTo>
                <a:lnTo>
                  <a:pt x="1228725" y="228600"/>
                </a:lnTo>
                <a:lnTo>
                  <a:pt x="1228725" y="238125"/>
                </a:lnTo>
                <a:lnTo>
                  <a:pt x="1219200" y="238125"/>
                </a:lnTo>
                <a:close/>
                <a:moveTo>
                  <a:pt x="1495425" y="228600"/>
                </a:moveTo>
                <a:lnTo>
                  <a:pt x="1504950" y="228600"/>
                </a:lnTo>
                <a:lnTo>
                  <a:pt x="1504950" y="238125"/>
                </a:lnTo>
                <a:lnTo>
                  <a:pt x="1495425" y="238125"/>
                </a:lnTo>
                <a:close/>
                <a:moveTo>
                  <a:pt x="1533525" y="228600"/>
                </a:moveTo>
                <a:lnTo>
                  <a:pt x="1543050" y="228600"/>
                </a:lnTo>
                <a:lnTo>
                  <a:pt x="1543050" y="266700"/>
                </a:lnTo>
                <a:lnTo>
                  <a:pt x="1533525" y="266700"/>
                </a:lnTo>
                <a:close/>
                <a:moveTo>
                  <a:pt x="1638300" y="228600"/>
                </a:moveTo>
                <a:lnTo>
                  <a:pt x="1647825" y="228600"/>
                </a:lnTo>
                <a:lnTo>
                  <a:pt x="1647825" y="238125"/>
                </a:lnTo>
                <a:lnTo>
                  <a:pt x="1657350" y="238125"/>
                </a:lnTo>
                <a:lnTo>
                  <a:pt x="1657350" y="257175"/>
                </a:lnTo>
                <a:lnTo>
                  <a:pt x="1647825" y="257175"/>
                </a:lnTo>
                <a:lnTo>
                  <a:pt x="1647825" y="266700"/>
                </a:lnTo>
                <a:lnTo>
                  <a:pt x="1638300" y="266700"/>
                </a:lnTo>
                <a:close/>
                <a:moveTo>
                  <a:pt x="419100" y="238125"/>
                </a:moveTo>
                <a:lnTo>
                  <a:pt x="438150" y="238125"/>
                </a:lnTo>
                <a:lnTo>
                  <a:pt x="438150" y="247650"/>
                </a:lnTo>
                <a:lnTo>
                  <a:pt x="428625" y="247650"/>
                </a:lnTo>
                <a:lnTo>
                  <a:pt x="428625" y="257175"/>
                </a:lnTo>
                <a:lnTo>
                  <a:pt x="447675" y="257175"/>
                </a:lnTo>
                <a:lnTo>
                  <a:pt x="447675" y="266700"/>
                </a:lnTo>
                <a:lnTo>
                  <a:pt x="419100" y="266700"/>
                </a:lnTo>
                <a:lnTo>
                  <a:pt x="419100" y="276225"/>
                </a:lnTo>
                <a:lnTo>
                  <a:pt x="390525" y="276225"/>
                </a:lnTo>
                <a:lnTo>
                  <a:pt x="390525" y="266700"/>
                </a:lnTo>
                <a:lnTo>
                  <a:pt x="409575" y="266700"/>
                </a:lnTo>
                <a:lnTo>
                  <a:pt x="409575" y="257175"/>
                </a:lnTo>
                <a:lnTo>
                  <a:pt x="419100" y="257175"/>
                </a:lnTo>
                <a:close/>
                <a:moveTo>
                  <a:pt x="1838325" y="238125"/>
                </a:moveTo>
                <a:lnTo>
                  <a:pt x="1847850" y="238125"/>
                </a:lnTo>
                <a:lnTo>
                  <a:pt x="1847850" y="247650"/>
                </a:lnTo>
                <a:lnTo>
                  <a:pt x="1838325" y="247650"/>
                </a:lnTo>
                <a:close/>
                <a:moveTo>
                  <a:pt x="57150" y="257175"/>
                </a:moveTo>
                <a:lnTo>
                  <a:pt x="66675" y="257175"/>
                </a:lnTo>
                <a:lnTo>
                  <a:pt x="66675" y="266700"/>
                </a:lnTo>
                <a:lnTo>
                  <a:pt x="57150" y="266700"/>
                </a:lnTo>
                <a:close/>
                <a:moveTo>
                  <a:pt x="685800" y="257175"/>
                </a:moveTo>
                <a:lnTo>
                  <a:pt x="695325" y="257175"/>
                </a:lnTo>
                <a:lnTo>
                  <a:pt x="695325" y="266700"/>
                </a:lnTo>
                <a:lnTo>
                  <a:pt x="685800" y="266700"/>
                </a:lnTo>
                <a:close/>
                <a:moveTo>
                  <a:pt x="1219200" y="257175"/>
                </a:moveTo>
                <a:lnTo>
                  <a:pt x="1228725" y="257175"/>
                </a:lnTo>
                <a:lnTo>
                  <a:pt x="1228725" y="266700"/>
                </a:lnTo>
                <a:lnTo>
                  <a:pt x="1219200" y="266700"/>
                </a:lnTo>
                <a:close/>
                <a:moveTo>
                  <a:pt x="352425" y="266700"/>
                </a:moveTo>
                <a:lnTo>
                  <a:pt x="381000" y="266700"/>
                </a:lnTo>
                <a:lnTo>
                  <a:pt x="381000" y="276225"/>
                </a:lnTo>
                <a:lnTo>
                  <a:pt x="352425" y="276225"/>
                </a:lnTo>
                <a:close/>
                <a:moveTo>
                  <a:pt x="485775" y="266700"/>
                </a:moveTo>
                <a:lnTo>
                  <a:pt x="495300" y="266700"/>
                </a:lnTo>
                <a:lnTo>
                  <a:pt x="495300" y="276225"/>
                </a:lnTo>
                <a:lnTo>
                  <a:pt x="485775" y="276225"/>
                </a:lnTo>
                <a:close/>
                <a:moveTo>
                  <a:pt x="504825" y="266700"/>
                </a:moveTo>
                <a:lnTo>
                  <a:pt x="514350" y="266700"/>
                </a:lnTo>
                <a:lnTo>
                  <a:pt x="514350" y="276225"/>
                </a:lnTo>
                <a:lnTo>
                  <a:pt x="504825" y="276225"/>
                </a:lnTo>
                <a:close/>
                <a:moveTo>
                  <a:pt x="1543050" y="266700"/>
                </a:moveTo>
                <a:lnTo>
                  <a:pt x="1552575" y="266700"/>
                </a:lnTo>
                <a:lnTo>
                  <a:pt x="1552575" y="276225"/>
                </a:lnTo>
                <a:lnTo>
                  <a:pt x="1543050" y="276225"/>
                </a:lnTo>
                <a:close/>
                <a:moveTo>
                  <a:pt x="1628775" y="266700"/>
                </a:moveTo>
                <a:lnTo>
                  <a:pt x="1638300" y="266700"/>
                </a:lnTo>
                <a:lnTo>
                  <a:pt x="1638300" y="276225"/>
                </a:lnTo>
                <a:lnTo>
                  <a:pt x="1628775" y="276225"/>
                </a:lnTo>
                <a:close/>
                <a:moveTo>
                  <a:pt x="133350" y="276225"/>
                </a:moveTo>
                <a:lnTo>
                  <a:pt x="142875" y="276225"/>
                </a:lnTo>
                <a:lnTo>
                  <a:pt x="142875" y="285750"/>
                </a:lnTo>
                <a:lnTo>
                  <a:pt x="133350" y="285750"/>
                </a:lnTo>
                <a:close/>
                <a:moveTo>
                  <a:pt x="1209675" y="285750"/>
                </a:moveTo>
                <a:lnTo>
                  <a:pt x="1219200" y="285750"/>
                </a:lnTo>
                <a:lnTo>
                  <a:pt x="1219200" y="295275"/>
                </a:lnTo>
                <a:lnTo>
                  <a:pt x="1209675" y="295275"/>
                </a:lnTo>
                <a:close/>
                <a:moveTo>
                  <a:pt x="47625" y="295275"/>
                </a:moveTo>
                <a:lnTo>
                  <a:pt x="57150" y="295275"/>
                </a:lnTo>
                <a:lnTo>
                  <a:pt x="57150" y="304800"/>
                </a:lnTo>
                <a:lnTo>
                  <a:pt x="47625" y="304800"/>
                </a:lnTo>
                <a:close/>
                <a:moveTo>
                  <a:pt x="704850" y="295275"/>
                </a:moveTo>
                <a:lnTo>
                  <a:pt x="714375" y="295275"/>
                </a:lnTo>
                <a:lnTo>
                  <a:pt x="714375" y="304800"/>
                </a:lnTo>
                <a:lnTo>
                  <a:pt x="704850" y="304800"/>
                </a:lnTo>
                <a:close/>
                <a:moveTo>
                  <a:pt x="714375" y="304800"/>
                </a:moveTo>
                <a:lnTo>
                  <a:pt x="723900" y="304800"/>
                </a:lnTo>
                <a:lnTo>
                  <a:pt x="723900" y="314325"/>
                </a:lnTo>
                <a:lnTo>
                  <a:pt x="714375" y="314325"/>
                </a:lnTo>
                <a:close/>
                <a:moveTo>
                  <a:pt x="1857375" y="304800"/>
                </a:moveTo>
                <a:lnTo>
                  <a:pt x="1866900" y="304800"/>
                </a:lnTo>
                <a:lnTo>
                  <a:pt x="1866900" y="323850"/>
                </a:lnTo>
                <a:lnTo>
                  <a:pt x="1857375" y="323850"/>
                </a:lnTo>
                <a:close/>
                <a:moveTo>
                  <a:pt x="1781175" y="314325"/>
                </a:moveTo>
                <a:lnTo>
                  <a:pt x="1790700" y="314325"/>
                </a:lnTo>
                <a:lnTo>
                  <a:pt x="1790700" y="323850"/>
                </a:lnTo>
                <a:lnTo>
                  <a:pt x="1781175" y="323850"/>
                </a:lnTo>
                <a:close/>
                <a:moveTo>
                  <a:pt x="762000" y="323850"/>
                </a:moveTo>
                <a:lnTo>
                  <a:pt x="771525" y="323850"/>
                </a:lnTo>
                <a:lnTo>
                  <a:pt x="771525" y="333375"/>
                </a:lnTo>
                <a:lnTo>
                  <a:pt x="762000" y="333375"/>
                </a:lnTo>
                <a:close/>
                <a:moveTo>
                  <a:pt x="38100" y="361950"/>
                </a:moveTo>
                <a:lnTo>
                  <a:pt x="47625" y="361950"/>
                </a:lnTo>
                <a:lnTo>
                  <a:pt x="47625" y="381000"/>
                </a:lnTo>
                <a:lnTo>
                  <a:pt x="38100" y="381000"/>
                </a:lnTo>
                <a:close/>
                <a:moveTo>
                  <a:pt x="114300" y="390525"/>
                </a:moveTo>
                <a:lnTo>
                  <a:pt x="123825" y="390525"/>
                </a:lnTo>
                <a:lnTo>
                  <a:pt x="123825" y="419100"/>
                </a:lnTo>
                <a:lnTo>
                  <a:pt x="114300" y="419100"/>
                </a:lnTo>
                <a:close/>
                <a:moveTo>
                  <a:pt x="200025" y="400050"/>
                </a:moveTo>
                <a:lnTo>
                  <a:pt x="228600" y="400050"/>
                </a:lnTo>
                <a:lnTo>
                  <a:pt x="228600" y="419100"/>
                </a:lnTo>
                <a:lnTo>
                  <a:pt x="209550" y="419100"/>
                </a:lnTo>
                <a:lnTo>
                  <a:pt x="209550" y="409575"/>
                </a:lnTo>
                <a:lnTo>
                  <a:pt x="200025" y="409575"/>
                </a:lnTo>
                <a:close/>
                <a:moveTo>
                  <a:pt x="247650" y="400050"/>
                </a:moveTo>
                <a:lnTo>
                  <a:pt x="276225" y="400050"/>
                </a:lnTo>
                <a:lnTo>
                  <a:pt x="276225" y="409575"/>
                </a:lnTo>
                <a:lnTo>
                  <a:pt x="266700" y="409575"/>
                </a:lnTo>
                <a:lnTo>
                  <a:pt x="266700" y="419100"/>
                </a:lnTo>
                <a:lnTo>
                  <a:pt x="276225" y="419100"/>
                </a:lnTo>
                <a:lnTo>
                  <a:pt x="276225" y="428625"/>
                </a:lnTo>
                <a:lnTo>
                  <a:pt x="266700" y="428625"/>
                </a:lnTo>
                <a:lnTo>
                  <a:pt x="266700" y="438150"/>
                </a:lnTo>
                <a:lnTo>
                  <a:pt x="247650" y="438150"/>
                </a:lnTo>
                <a:close/>
                <a:moveTo>
                  <a:pt x="1866900" y="400050"/>
                </a:moveTo>
                <a:lnTo>
                  <a:pt x="1876425" y="400050"/>
                </a:lnTo>
                <a:lnTo>
                  <a:pt x="1876425" y="1133475"/>
                </a:lnTo>
                <a:lnTo>
                  <a:pt x="1866900" y="1133475"/>
                </a:lnTo>
                <a:close/>
                <a:moveTo>
                  <a:pt x="190500" y="409575"/>
                </a:moveTo>
                <a:lnTo>
                  <a:pt x="200025" y="409575"/>
                </a:lnTo>
                <a:lnTo>
                  <a:pt x="200025" y="419100"/>
                </a:lnTo>
                <a:lnTo>
                  <a:pt x="190500" y="419100"/>
                </a:lnTo>
                <a:close/>
                <a:moveTo>
                  <a:pt x="781050" y="409575"/>
                </a:moveTo>
                <a:lnTo>
                  <a:pt x="790575" y="409575"/>
                </a:lnTo>
                <a:lnTo>
                  <a:pt x="790575" y="419100"/>
                </a:lnTo>
                <a:lnTo>
                  <a:pt x="800100" y="419100"/>
                </a:lnTo>
                <a:lnTo>
                  <a:pt x="800100" y="428625"/>
                </a:lnTo>
                <a:lnTo>
                  <a:pt x="781050" y="428625"/>
                </a:lnTo>
                <a:close/>
                <a:moveTo>
                  <a:pt x="904875" y="409575"/>
                </a:moveTo>
                <a:lnTo>
                  <a:pt x="914400" y="409575"/>
                </a:lnTo>
                <a:lnTo>
                  <a:pt x="914400" y="419100"/>
                </a:lnTo>
                <a:lnTo>
                  <a:pt x="904875" y="419100"/>
                </a:lnTo>
                <a:close/>
                <a:moveTo>
                  <a:pt x="923925" y="409575"/>
                </a:moveTo>
                <a:lnTo>
                  <a:pt x="933450" y="409575"/>
                </a:lnTo>
                <a:lnTo>
                  <a:pt x="933450" y="419100"/>
                </a:lnTo>
                <a:lnTo>
                  <a:pt x="923925" y="419100"/>
                </a:lnTo>
                <a:close/>
                <a:moveTo>
                  <a:pt x="180975" y="419100"/>
                </a:moveTo>
                <a:lnTo>
                  <a:pt x="190500" y="419100"/>
                </a:lnTo>
                <a:lnTo>
                  <a:pt x="190500" y="428625"/>
                </a:lnTo>
                <a:lnTo>
                  <a:pt x="180975" y="428625"/>
                </a:lnTo>
                <a:close/>
                <a:moveTo>
                  <a:pt x="200025" y="419100"/>
                </a:moveTo>
                <a:lnTo>
                  <a:pt x="209550" y="419100"/>
                </a:lnTo>
                <a:lnTo>
                  <a:pt x="209550" y="428625"/>
                </a:lnTo>
                <a:lnTo>
                  <a:pt x="200025" y="428625"/>
                </a:lnTo>
                <a:close/>
                <a:moveTo>
                  <a:pt x="285750" y="419100"/>
                </a:moveTo>
                <a:lnTo>
                  <a:pt x="295275" y="419100"/>
                </a:lnTo>
                <a:lnTo>
                  <a:pt x="295275" y="428625"/>
                </a:lnTo>
                <a:lnTo>
                  <a:pt x="285750" y="428625"/>
                </a:lnTo>
                <a:close/>
                <a:moveTo>
                  <a:pt x="352425" y="419100"/>
                </a:moveTo>
                <a:lnTo>
                  <a:pt x="361950" y="419100"/>
                </a:lnTo>
                <a:lnTo>
                  <a:pt x="361950" y="428625"/>
                </a:lnTo>
                <a:lnTo>
                  <a:pt x="352425" y="428625"/>
                </a:lnTo>
                <a:close/>
                <a:moveTo>
                  <a:pt x="371475" y="419100"/>
                </a:moveTo>
                <a:lnTo>
                  <a:pt x="390525" y="419100"/>
                </a:lnTo>
                <a:lnTo>
                  <a:pt x="390525" y="428625"/>
                </a:lnTo>
                <a:lnTo>
                  <a:pt x="371475" y="428625"/>
                </a:lnTo>
                <a:close/>
                <a:moveTo>
                  <a:pt x="409575" y="419100"/>
                </a:moveTo>
                <a:lnTo>
                  <a:pt x="419100" y="419100"/>
                </a:lnTo>
                <a:lnTo>
                  <a:pt x="419100" y="428625"/>
                </a:lnTo>
                <a:lnTo>
                  <a:pt x="409575" y="428625"/>
                </a:lnTo>
                <a:close/>
                <a:moveTo>
                  <a:pt x="552450" y="419100"/>
                </a:moveTo>
                <a:lnTo>
                  <a:pt x="561975" y="419100"/>
                </a:lnTo>
                <a:lnTo>
                  <a:pt x="561975" y="428625"/>
                </a:lnTo>
                <a:lnTo>
                  <a:pt x="552450" y="428625"/>
                </a:lnTo>
                <a:close/>
                <a:moveTo>
                  <a:pt x="695325" y="419100"/>
                </a:moveTo>
                <a:lnTo>
                  <a:pt x="704850" y="419100"/>
                </a:lnTo>
                <a:lnTo>
                  <a:pt x="704850" y="428625"/>
                </a:lnTo>
                <a:lnTo>
                  <a:pt x="695325" y="428625"/>
                </a:lnTo>
                <a:close/>
                <a:moveTo>
                  <a:pt x="828675" y="419100"/>
                </a:moveTo>
                <a:lnTo>
                  <a:pt x="838200" y="419100"/>
                </a:lnTo>
                <a:lnTo>
                  <a:pt x="838200" y="428625"/>
                </a:lnTo>
                <a:lnTo>
                  <a:pt x="828675" y="428625"/>
                </a:lnTo>
                <a:close/>
                <a:moveTo>
                  <a:pt x="857250" y="419100"/>
                </a:moveTo>
                <a:lnTo>
                  <a:pt x="866775" y="419100"/>
                </a:lnTo>
                <a:lnTo>
                  <a:pt x="866775" y="428625"/>
                </a:lnTo>
                <a:lnTo>
                  <a:pt x="857250" y="428625"/>
                </a:lnTo>
                <a:close/>
                <a:moveTo>
                  <a:pt x="895350" y="419100"/>
                </a:moveTo>
                <a:lnTo>
                  <a:pt x="904875" y="419100"/>
                </a:lnTo>
                <a:lnTo>
                  <a:pt x="904875" y="428625"/>
                </a:lnTo>
                <a:lnTo>
                  <a:pt x="895350" y="428625"/>
                </a:lnTo>
                <a:close/>
                <a:moveTo>
                  <a:pt x="1790700" y="419100"/>
                </a:moveTo>
                <a:lnTo>
                  <a:pt x="1800225" y="419100"/>
                </a:lnTo>
                <a:lnTo>
                  <a:pt x="1800225" y="666750"/>
                </a:lnTo>
                <a:lnTo>
                  <a:pt x="1790700" y="666750"/>
                </a:lnTo>
                <a:close/>
                <a:moveTo>
                  <a:pt x="457200" y="428625"/>
                </a:moveTo>
                <a:lnTo>
                  <a:pt x="485775" y="428625"/>
                </a:lnTo>
                <a:lnTo>
                  <a:pt x="485775" y="438150"/>
                </a:lnTo>
                <a:lnTo>
                  <a:pt x="457200" y="438150"/>
                </a:lnTo>
                <a:close/>
                <a:moveTo>
                  <a:pt x="657225" y="428625"/>
                </a:moveTo>
                <a:lnTo>
                  <a:pt x="666750" y="428625"/>
                </a:lnTo>
                <a:lnTo>
                  <a:pt x="666750" y="438150"/>
                </a:lnTo>
                <a:lnTo>
                  <a:pt x="657225" y="438150"/>
                </a:lnTo>
                <a:close/>
                <a:moveTo>
                  <a:pt x="800100" y="428625"/>
                </a:moveTo>
                <a:lnTo>
                  <a:pt x="809625" y="428625"/>
                </a:lnTo>
                <a:lnTo>
                  <a:pt x="809625" y="438150"/>
                </a:lnTo>
                <a:lnTo>
                  <a:pt x="800100" y="438150"/>
                </a:lnTo>
                <a:close/>
                <a:moveTo>
                  <a:pt x="885825" y="428625"/>
                </a:moveTo>
                <a:lnTo>
                  <a:pt x="895350" y="428625"/>
                </a:lnTo>
                <a:lnTo>
                  <a:pt x="895350" y="438150"/>
                </a:lnTo>
                <a:lnTo>
                  <a:pt x="885825" y="438150"/>
                </a:lnTo>
                <a:close/>
                <a:moveTo>
                  <a:pt x="962025" y="428625"/>
                </a:moveTo>
                <a:lnTo>
                  <a:pt x="971550" y="428625"/>
                </a:lnTo>
                <a:lnTo>
                  <a:pt x="971550" y="438150"/>
                </a:lnTo>
                <a:lnTo>
                  <a:pt x="962025" y="438150"/>
                </a:lnTo>
                <a:close/>
                <a:moveTo>
                  <a:pt x="981075" y="428625"/>
                </a:moveTo>
                <a:lnTo>
                  <a:pt x="990600" y="428625"/>
                </a:lnTo>
                <a:lnTo>
                  <a:pt x="990600" y="438150"/>
                </a:lnTo>
                <a:lnTo>
                  <a:pt x="981075" y="438150"/>
                </a:lnTo>
                <a:close/>
                <a:moveTo>
                  <a:pt x="180975" y="457200"/>
                </a:moveTo>
                <a:lnTo>
                  <a:pt x="190500" y="457200"/>
                </a:lnTo>
                <a:lnTo>
                  <a:pt x="190500" y="466725"/>
                </a:lnTo>
                <a:lnTo>
                  <a:pt x="180975" y="466725"/>
                </a:lnTo>
                <a:close/>
                <a:moveTo>
                  <a:pt x="285750" y="457200"/>
                </a:moveTo>
                <a:lnTo>
                  <a:pt x="295275" y="457200"/>
                </a:lnTo>
                <a:lnTo>
                  <a:pt x="295275" y="476250"/>
                </a:lnTo>
                <a:lnTo>
                  <a:pt x="285750" y="476250"/>
                </a:lnTo>
                <a:close/>
                <a:moveTo>
                  <a:pt x="438150" y="457200"/>
                </a:moveTo>
                <a:lnTo>
                  <a:pt x="466725" y="457200"/>
                </a:lnTo>
                <a:lnTo>
                  <a:pt x="466725" y="466725"/>
                </a:lnTo>
                <a:lnTo>
                  <a:pt x="457200" y="466725"/>
                </a:lnTo>
                <a:lnTo>
                  <a:pt x="457200" y="476250"/>
                </a:lnTo>
                <a:lnTo>
                  <a:pt x="447675" y="476250"/>
                </a:lnTo>
                <a:lnTo>
                  <a:pt x="447675" y="466725"/>
                </a:lnTo>
                <a:lnTo>
                  <a:pt x="438150" y="466725"/>
                </a:lnTo>
                <a:close/>
                <a:moveTo>
                  <a:pt x="600075" y="457200"/>
                </a:moveTo>
                <a:lnTo>
                  <a:pt x="638175" y="457200"/>
                </a:lnTo>
                <a:lnTo>
                  <a:pt x="638175" y="466725"/>
                </a:lnTo>
                <a:lnTo>
                  <a:pt x="600075" y="466725"/>
                </a:lnTo>
                <a:close/>
                <a:moveTo>
                  <a:pt x="647700" y="457200"/>
                </a:moveTo>
                <a:lnTo>
                  <a:pt x="657225" y="457200"/>
                </a:lnTo>
                <a:lnTo>
                  <a:pt x="657225" y="466725"/>
                </a:lnTo>
                <a:lnTo>
                  <a:pt x="647700" y="466725"/>
                </a:lnTo>
                <a:close/>
                <a:moveTo>
                  <a:pt x="752475" y="457200"/>
                </a:moveTo>
                <a:lnTo>
                  <a:pt x="762000" y="457200"/>
                </a:lnTo>
                <a:lnTo>
                  <a:pt x="762000" y="466725"/>
                </a:lnTo>
                <a:lnTo>
                  <a:pt x="752475" y="466725"/>
                </a:lnTo>
                <a:close/>
                <a:moveTo>
                  <a:pt x="847725" y="457200"/>
                </a:moveTo>
                <a:lnTo>
                  <a:pt x="866775" y="457200"/>
                </a:lnTo>
                <a:lnTo>
                  <a:pt x="866775" y="466725"/>
                </a:lnTo>
                <a:lnTo>
                  <a:pt x="885825" y="466725"/>
                </a:lnTo>
                <a:lnTo>
                  <a:pt x="885825" y="476250"/>
                </a:lnTo>
                <a:lnTo>
                  <a:pt x="857250" y="476250"/>
                </a:lnTo>
                <a:lnTo>
                  <a:pt x="857250" y="466725"/>
                </a:lnTo>
                <a:lnTo>
                  <a:pt x="847725" y="466725"/>
                </a:lnTo>
                <a:close/>
                <a:moveTo>
                  <a:pt x="990600" y="457200"/>
                </a:moveTo>
                <a:lnTo>
                  <a:pt x="1000125" y="457200"/>
                </a:lnTo>
                <a:lnTo>
                  <a:pt x="1000125" y="466725"/>
                </a:lnTo>
                <a:lnTo>
                  <a:pt x="990600" y="466725"/>
                </a:lnTo>
                <a:close/>
                <a:moveTo>
                  <a:pt x="466725" y="466725"/>
                </a:moveTo>
                <a:lnTo>
                  <a:pt x="504825" y="466725"/>
                </a:lnTo>
                <a:lnTo>
                  <a:pt x="504825" y="476250"/>
                </a:lnTo>
                <a:lnTo>
                  <a:pt x="466725" y="476250"/>
                </a:lnTo>
                <a:close/>
                <a:moveTo>
                  <a:pt x="523875" y="466725"/>
                </a:moveTo>
                <a:lnTo>
                  <a:pt x="542925" y="466725"/>
                </a:lnTo>
                <a:lnTo>
                  <a:pt x="542925" y="476250"/>
                </a:lnTo>
                <a:lnTo>
                  <a:pt x="523875" y="476250"/>
                </a:lnTo>
                <a:close/>
                <a:moveTo>
                  <a:pt x="561975" y="466725"/>
                </a:moveTo>
                <a:lnTo>
                  <a:pt x="581025" y="466725"/>
                </a:lnTo>
                <a:lnTo>
                  <a:pt x="581025" y="476250"/>
                </a:lnTo>
                <a:lnTo>
                  <a:pt x="561975" y="476250"/>
                </a:lnTo>
                <a:close/>
                <a:moveTo>
                  <a:pt x="657225" y="466725"/>
                </a:moveTo>
                <a:lnTo>
                  <a:pt x="685800" y="466725"/>
                </a:lnTo>
                <a:lnTo>
                  <a:pt x="685800" y="476250"/>
                </a:lnTo>
                <a:lnTo>
                  <a:pt x="657225" y="476250"/>
                </a:lnTo>
                <a:close/>
                <a:moveTo>
                  <a:pt x="704850" y="466725"/>
                </a:moveTo>
                <a:lnTo>
                  <a:pt x="723900" y="466725"/>
                </a:lnTo>
                <a:lnTo>
                  <a:pt x="723900" y="476250"/>
                </a:lnTo>
                <a:lnTo>
                  <a:pt x="704850" y="476250"/>
                </a:lnTo>
                <a:close/>
                <a:moveTo>
                  <a:pt x="762000" y="466725"/>
                </a:moveTo>
                <a:lnTo>
                  <a:pt x="781050" y="466725"/>
                </a:lnTo>
                <a:lnTo>
                  <a:pt x="781050" y="476250"/>
                </a:lnTo>
                <a:lnTo>
                  <a:pt x="762000" y="476250"/>
                </a:lnTo>
                <a:close/>
                <a:moveTo>
                  <a:pt x="809625" y="466725"/>
                </a:moveTo>
                <a:lnTo>
                  <a:pt x="828675" y="466725"/>
                </a:lnTo>
                <a:lnTo>
                  <a:pt x="828675" y="476250"/>
                </a:lnTo>
                <a:lnTo>
                  <a:pt x="809625" y="476250"/>
                </a:lnTo>
                <a:close/>
                <a:moveTo>
                  <a:pt x="914400" y="466725"/>
                </a:moveTo>
                <a:lnTo>
                  <a:pt x="923925" y="466725"/>
                </a:lnTo>
                <a:lnTo>
                  <a:pt x="923925" y="476250"/>
                </a:lnTo>
                <a:lnTo>
                  <a:pt x="914400" y="476250"/>
                </a:lnTo>
                <a:close/>
                <a:moveTo>
                  <a:pt x="933450" y="466725"/>
                </a:moveTo>
                <a:lnTo>
                  <a:pt x="942975" y="466725"/>
                </a:lnTo>
                <a:lnTo>
                  <a:pt x="942975" y="476250"/>
                </a:lnTo>
                <a:lnTo>
                  <a:pt x="933450" y="476250"/>
                </a:lnTo>
                <a:close/>
                <a:moveTo>
                  <a:pt x="971550" y="466725"/>
                </a:moveTo>
                <a:lnTo>
                  <a:pt x="990600" y="466725"/>
                </a:lnTo>
                <a:lnTo>
                  <a:pt x="990600" y="476250"/>
                </a:lnTo>
                <a:lnTo>
                  <a:pt x="971550" y="476250"/>
                </a:lnTo>
                <a:close/>
                <a:moveTo>
                  <a:pt x="247650" y="476250"/>
                </a:moveTo>
                <a:lnTo>
                  <a:pt x="266700" y="476250"/>
                </a:lnTo>
                <a:lnTo>
                  <a:pt x="266700" y="485775"/>
                </a:lnTo>
                <a:lnTo>
                  <a:pt x="247650" y="485775"/>
                </a:lnTo>
                <a:close/>
                <a:moveTo>
                  <a:pt x="180975" y="495300"/>
                </a:moveTo>
                <a:lnTo>
                  <a:pt x="190500" y="495300"/>
                </a:lnTo>
                <a:lnTo>
                  <a:pt x="190500" y="504825"/>
                </a:lnTo>
                <a:lnTo>
                  <a:pt x="180975" y="504825"/>
                </a:lnTo>
                <a:close/>
                <a:moveTo>
                  <a:pt x="276225" y="647700"/>
                </a:moveTo>
                <a:lnTo>
                  <a:pt x="285750" y="647700"/>
                </a:lnTo>
                <a:lnTo>
                  <a:pt x="285750" y="657225"/>
                </a:lnTo>
                <a:lnTo>
                  <a:pt x="276225" y="657225"/>
                </a:lnTo>
                <a:close/>
                <a:moveTo>
                  <a:pt x="285750" y="657225"/>
                </a:moveTo>
                <a:lnTo>
                  <a:pt x="295275" y="657225"/>
                </a:lnTo>
                <a:lnTo>
                  <a:pt x="295275" y="666750"/>
                </a:lnTo>
                <a:lnTo>
                  <a:pt x="285750" y="666750"/>
                </a:lnTo>
                <a:close/>
                <a:moveTo>
                  <a:pt x="590550" y="657225"/>
                </a:moveTo>
                <a:lnTo>
                  <a:pt x="609600" y="657225"/>
                </a:lnTo>
                <a:lnTo>
                  <a:pt x="609600" y="666750"/>
                </a:lnTo>
                <a:lnTo>
                  <a:pt x="590550" y="666750"/>
                </a:lnTo>
                <a:close/>
                <a:moveTo>
                  <a:pt x="447675" y="666750"/>
                </a:moveTo>
                <a:lnTo>
                  <a:pt x="457200" y="666750"/>
                </a:lnTo>
                <a:lnTo>
                  <a:pt x="457200" y="676275"/>
                </a:lnTo>
                <a:lnTo>
                  <a:pt x="447675" y="676275"/>
                </a:lnTo>
                <a:close/>
                <a:moveTo>
                  <a:pt x="276225" y="685800"/>
                </a:moveTo>
                <a:lnTo>
                  <a:pt x="295275" y="685800"/>
                </a:lnTo>
                <a:lnTo>
                  <a:pt x="295275" y="704850"/>
                </a:lnTo>
                <a:lnTo>
                  <a:pt x="304800" y="704850"/>
                </a:lnTo>
                <a:lnTo>
                  <a:pt x="304800" y="714375"/>
                </a:lnTo>
                <a:lnTo>
                  <a:pt x="285750" y="714375"/>
                </a:lnTo>
                <a:lnTo>
                  <a:pt x="285750" y="704850"/>
                </a:lnTo>
                <a:lnTo>
                  <a:pt x="276225" y="704850"/>
                </a:lnTo>
                <a:close/>
                <a:moveTo>
                  <a:pt x="809625" y="685800"/>
                </a:moveTo>
                <a:lnTo>
                  <a:pt x="819150" y="685800"/>
                </a:lnTo>
                <a:lnTo>
                  <a:pt x="819150" y="704850"/>
                </a:lnTo>
                <a:lnTo>
                  <a:pt x="809625" y="704850"/>
                </a:lnTo>
                <a:close/>
                <a:moveTo>
                  <a:pt x="1123950" y="685800"/>
                </a:moveTo>
                <a:lnTo>
                  <a:pt x="1133475" y="685800"/>
                </a:lnTo>
                <a:lnTo>
                  <a:pt x="1133475" y="695325"/>
                </a:lnTo>
                <a:lnTo>
                  <a:pt x="1123950" y="695325"/>
                </a:lnTo>
                <a:close/>
                <a:moveTo>
                  <a:pt x="1228725" y="685800"/>
                </a:moveTo>
                <a:lnTo>
                  <a:pt x="1247775" y="685800"/>
                </a:lnTo>
                <a:lnTo>
                  <a:pt x="1247775" y="695325"/>
                </a:lnTo>
                <a:lnTo>
                  <a:pt x="1228725" y="695325"/>
                </a:lnTo>
                <a:close/>
                <a:moveTo>
                  <a:pt x="314325" y="695325"/>
                </a:moveTo>
                <a:lnTo>
                  <a:pt x="323850" y="695325"/>
                </a:lnTo>
                <a:lnTo>
                  <a:pt x="323850" y="704850"/>
                </a:lnTo>
                <a:lnTo>
                  <a:pt x="314325" y="704850"/>
                </a:lnTo>
                <a:close/>
                <a:moveTo>
                  <a:pt x="381000" y="695325"/>
                </a:moveTo>
                <a:lnTo>
                  <a:pt x="390525" y="695325"/>
                </a:lnTo>
                <a:lnTo>
                  <a:pt x="390525" y="704850"/>
                </a:lnTo>
                <a:lnTo>
                  <a:pt x="381000" y="704850"/>
                </a:lnTo>
                <a:close/>
                <a:moveTo>
                  <a:pt x="419100" y="695325"/>
                </a:moveTo>
                <a:lnTo>
                  <a:pt x="428625" y="695325"/>
                </a:lnTo>
                <a:lnTo>
                  <a:pt x="428625" y="704850"/>
                </a:lnTo>
                <a:lnTo>
                  <a:pt x="419100" y="704850"/>
                </a:lnTo>
                <a:close/>
                <a:moveTo>
                  <a:pt x="638175" y="695325"/>
                </a:moveTo>
                <a:lnTo>
                  <a:pt x="647700" y="695325"/>
                </a:lnTo>
                <a:lnTo>
                  <a:pt x="647700" y="704850"/>
                </a:lnTo>
                <a:lnTo>
                  <a:pt x="638175" y="704850"/>
                </a:lnTo>
                <a:close/>
                <a:moveTo>
                  <a:pt x="771525" y="695325"/>
                </a:moveTo>
                <a:lnTo>
                  <a:pt x="781050" y="695325"/>
                </a:lnTo>
                <a:lnTo>
                  <a:pt x="781050" y="704850"/>
                </a:lnTo>
                <a:lnTo>
                  <a:pt x="771525" y="704850"/>
                </a:lnTo>
                <a:close/>
                <a:moveTo>
                  <a:pt x="828675" y="695325"/>
                </a:moveTo>
                <a:lnTo>
                  <a:pt x="838200" y="695325"/>
                </a:lnTo>
                <a:lnTo>
                  <a:pt x="838200" y="704850"/>
                </a:lnTo>
                <a:lnTo>
                  <a:pt x="828675" y="704850"/>
                </a:lnTo>
                <a:close/>
                <a:moveTo>
                  <a:pt x="952500" y="695325"/>
                </a:moveTo>
                <a:lnTo>
                  <a:pt x="971550" y="695325"/>
                </a:lnTo>
                <a:lnTo>
                  <a:pt x="971550" y="704850"/>
                </a:lnTo>
                <a:lnTo>
                  <a:pt x="952500" y="704850"/>
                </a:lnTo>
                <a:close/>
                <a:moveTo>
                  <a:pt x="1028700" y="695325"/>
                </a:moveTo>
                <a:lnTo>
                  <a:pt x="1038225" y="695325"/>
                </a:lnTo>
                <a:lnTo>
                  <a:pt x="1038225" y="704850"/>
                </a:lnTo>
                <a:lnTo>
                  <a:pt x="1028700" y="704850"/>
                </a:lnTo>
                <a:close/>
                <a:moveTo>
                  <a:pt x="1209675" y="695325"/>
                </a:moveTo>
                <a:lnTo>
                  <a:pt x="1219200" y="695325"/>
                </a:lnTo>
                <a:lnTo>
                  <a:pt x="1219200" y="704850"/>
                </a:lnTo>
                <a:lnTo>
                  <a:pt x="1209675" y="704850"/>
                </a:lnTo>
                <a:close/>
                <a:moveTo>
                  <a:pt x="1247775" y="695325"/>
                </a:moveTo>
                <a:lnTo>
                  <a:pt x="1257300" y="695325"/>
                </a:lnTo>
                <a:lnTo>
                  <a:pt x="1257300" y="704850"/>
                </a:lnTo>
                <a:lnTo>
                  <a:pt x="1247775" y="704850"/>
                </a:lnTo>
                <a:close/>
                <a:moveTo>
                  <a:pt x="371475" y="704850"/>
                </a:moveTo>
                <a:lnTo>
                  <a:pt x="381000" y="704850"/>
                </a:lnTo>
                <a:lnTo>
                  <a:pt x="381000" y="714375"/>
                </a:lnTo>
                <a:lnTo>
                  <a:pt x="371475" y="714375"/>
                </a:lnTo>
                <a:close/>
                <a:moveTo>
                  <a:pt x="647700" y="704850"/>
                </a:moveTo>
                <a:lnTo>
                  <a:pt x="666750" y="704850"/>
                </a:lnTo>
                <a:lnTo>
                  <a:pt x="666750" y="723900"/>
                </a:lnTo>
                <a:lnTo>
                  <a:pt x="647700" y="723900"/>
                </a:lnTo>
                <a:close/>
                <a:moveTo>
                  <a:pt x="762000" y="704850"/>
                </a:moveTo>
                <a:lnTo>
                  <a:pt x="771525" y="704850"/>
                </a:lnTo>
                <a:lnTo>
                  <a:pt x="771525" y="714375"/>
                </a:lnTo>
                <a:lnTo>
                  <a:pt x="762000" y="714375"/>
                </a:lnTo>
                <a:close/>
                <a:moveTo>
                  <a:pt x="819150" y="704850"/>
                </a:moveTo>
                <a:lnTo>
                  <a:pt x="828675" y="704850"/>
                </a:lnTo>
                <a:lnTo>
                  <a:pt x="828675" y="714375"/>
                </a:lnTo>
                <a:lnTo>
                  <a:pt x="819150" y="714375"/>
                </a:lnTo>
                <a:close/>
                <a:moveTo>
                  <a:pt x="942975" y="704850"/>
                </a:moveTo>
                <a:lnTo>
                  <a:pt x="952500" y="704850"/>
                </a:lnTo>
                <a:lnTo>
                  <a:pt x="952500" y="714375"/>
                </a:lnTo>
                <a:lnTo>
                  <a:pt x="942975" y="714375"/>
                </a:lnTo>
                <a:close/>
                <a:moveTo>
                  <a:pt x="1000125" y="704850"/>
                </a:moveTo>
                <a:lnTo>
                  <a:pt x="1019175" y="704850"/>
                </a:lnTo>
                <a:lnTo>
                  <a:pt x="1019175" y="733425"/>
                </a:lnTo>
                <a:lnTo>
                  <a:pt x="1009650" y="733425"/>
                </a:lnTo>
                <a:lnTo>
                  <a:pt x="1009650" y="742950"/>
                </a:lnTo>
                <a:lnTo>
                  <a:pt x="1000125" y="742950"/>
                </a:lnTo>
                <a:lnTo>
                  <a:pt x="1000125" y="733425"/>
                </a:lnTo>
                <a:lnTo>
                  <a:pt x="990600" y="733425"/>
                </a:lnTo>
                <a:lnTo>
                  <a:pt x="990600" y="723900"/>
                </a:lnTo>
                <a:lnTo>
                  <a:pt x="1000125" y="723900"/>
                </a:lnTo>
                <a:close/>
                <a:moveTo>
                  <a:pt x="1057275" y="704850"/>
                </a:moveTo>
                <a:lnTo>
                  <a:pt x="1066800" y="704850"/>
                </a:lnTo>
                <a:lnTo>
                  <a:pt x="1066800" y="714375"/>
                </a:lnTo>
                <a:lnTo>
                  <a:pt x="1057275" y="714375"/>
                </a:lnTo>
                <a:close/>
                <a:moveTo>
                  <a:pt x="1200150" y="704850"/>
                </a:moveTo>
                <a:lnTo>
                  <a:pt x="1209675" y="704850"/>
                </a:lnTo>
                <a:lnTo>
                  <a:pt x="1209675" y="723900"/>
                </a:lnTo>
                <a:lnTo>
                  <a:pt x="1200150" y="723900"/>
                </a:lnTo>
                <a:close/>
                <a:moveTo>
                  <a:pt x="1238250" y="704850"/>
                </a:moveTo>
                <a:lnTo>
                  <a:pt x="1247775" y="704850"/>
                </a:lnTo>
                <a:lnTo>
                  <a:pt x="1247775" y="714375"/>
                </a:lnTo>
                <a:lnTo>
                  <a:pt x="1238250" y="714375"/>
                </a:lnTo>
                <a:close/>
                <a:moveTo>
                  <a:pt x="476250" y="714375"/>
                </a:moveTo>
                <a:lnTo>
                  <a:pt x="485775" y="714375"/>
                </a:lnTo>
                <a:lnTo>
                  <a:pt x="485775" y="723900"/>
                </a:lnTo>
                <a:lnTo>
                  <a:pt x="476250" y="723900"/>
                </a:lnTo>
                <a:close/>
                <a:moveTo>
                  <a:pt x="752475" y="714375"/>
                </a:moveTo>
                <a:lnTo>
                  <a:pt x="762000" y="714375"/>
                </a:lnTo>
                <a:lnTo>
                  <a:pt x="762000" y="723900"/>
                </a:lnTo>
                <a:lnTo>
                  <a:pt x="752475" y="723900"/>
                </a:lnTo>
                <a:close/>
                <a:moveTo>
                  <a:pt x="800100" y="714375"/>
                </a:moveTo>
                <a:lnTo>
                  <a:pt x="819150" y="714375"/>
                </a:lnTo>
                <a:lnTo>
                  <a:pt x="819150" y="742950"/>
                </a:lnTo>
                <a:lnTo>
                  <a:pt x="800100" y="742950"/>
                </a:lnTo>
                <a:close/>
                <a:moveTo>
                  <a:pt x="857250" y="714375"/>
                </a:moveTo>
                <a:lnTo>
                  <a:pt x="866775" y="714375"/>
                </a:lnTo>
                <a:lnTo>
                  <a:pt x="866775" y="733425"/>
                </a:lnTo>
                <a:lnTo>
                  <a:pt x="857250" y="733425"/>
                </a:lnTo>
                <a:lnTo>
                  <a:pt x="857250" y="752475"/>
                </a:lnTo>
                <a:lnTo>
                  <a:pt x="847725" y="752475"/>
                </a:lnTo>
                <a:lnTo>
                  <a:pt x="847725" y="723900"/>
                </a:lnTo>
                <a:lnTo>
                  <a:pt x="857250" y="723900"/>
                </a:lnTo>
                <a:close/>
                <a:moveTo>
                  <a:pt x="438150" y="723900"/>
                </a:moveTo>
                <a:lnTo>
                  <a:pt x="447675" y="723900"/>
                </a:lnTo>
                <a:lnTo>
                  <a:pt x="447675" y="733425"/>
                </a:lnTo>
                <a:lnTo>
                  <a:pt x="438150" y="733425"/>
                </a:lnTo>
                <a:close/>
                <a:moveTo>
                  <a:pt x="466725" y="723900"/>
                </a:moveTo>
                <a:lnTo>
                  <a:pt x="476250" y="723900"/>
                </a:lnTo>
                <a:lnTo>
                  <a:pt x="476250" y="733425"/>
                </a:lnTo>
                <a:lnTo>
                  <a:pt x="466725" y="733425"/>
                </a:lnTo>
                <a:close/>
                <a:moveTo>
                  <a:pt x="904875" y="723900"/>
                </a:moveTo>
                <a:lnTo>
                  <a:pt x="914400" y="723900"/>
                </a:lnTo>
                <a:lnTo>
                  <a:pt x="914400" y="733425"/>
                </a:lnTo>
                <a:lnTo>
                  <a:pt x="904875" y="733425"/>
                </a:lnTo>
                <a:close/>
                <a:moveTo>
                  <a:pt x="942975" y="723900"/>
                </a:moveTo>
                <a:lnTo>
                  <a:pt x="962025" y="723900"/>
                </a:lnTo>
                <a:lnTo>
                  <a:pt x="962025" y="742950"/>
                </a:lnTo>
                <a:lnTo>
                  <a:pt x="952500" y="742950"/>
                </a:lnTo>
                <a:lnTo>
                  <a:pt x="952500" y="733425"/>
                </a:lnTo>
                <a:lnTo>
                  <a:pt x="942975" y="733425"/>
                </a:lnTo>
                <a:close/>
                <a:moveTo>
                  <a:pt x="314325" y="733425"/>
                </a:moveTo>
                <a:lnTo>
                  <a:pt x="323850" y="733425"/>
                </a:lnTo>
                <a:lnTo>
                  <a:pt x="323850" y="742950"/>
                </a:lnTo>
                <a:lnTo>
                  <a:pt x="314325" y="742950"/>
                </a:lnTo>
                <a:close/>
                <a:moveTo>
                  <a:pt x="457200" y="733425"/>
                </a:moveTo>
                <a:lnTo>
                  <a:pt x="466725" y="733425"/>
                </a:lnTo>
                <a:lnTo>
                  <a:pt x="466725" y="742950"/>
                </a:lnTo>
                <a:lnTo>
                  <a:pt x="457200" y="742950"/>
                </a:lnTo>
                <a:close/>
                <a:moveTo>
                  <a:pt x="1038225" y="733425"/>
                </a:moveTo>
                <a:lnTo>
                  <a:pt x="1057275" y="733425"/>
                </a:lnTo>
                <a:lnTo>
                  <a:pt x="1057275" y="742950"/>
                </a:lnTo>
                <a:lnTo>
                  <a:pt x="1038225" y="742950"/>
                </a:lnTo>
                <a:close/>
                <a:moveTo>
                  <a:pt x="1114425" y="733425"/>
                </a:moveTo>
                <a:lnTo>
                  <a:pt x="1123950" y="733425"/>
                </a:lnTo>
                <a:lnTo>
                  <a:pt x="1123950" y="742950"/>
                </a:lnTo>
                <a:lnTo>
                  <a:pt x="1114425" y="742950"/>
                </a:lnTo>
                <a:close/>
                <a:moveTo>
                  <a:pt x="390525" y="742950"/>
                </a:moveTo>
                <a:lnTo>
                  <a:pt x="400050" y="742950"/>
                </a:lnTo>
                <a:lnTo>
                  <a:pt x="400050" y="752475"/>
                </a:lnTo>
                <a:lnTo>
                  <a:pt x="390525" y="752475"/>
                </a:lnTo>
                <a:close/>
                <a:moveTo>
                  <a:pt x="514350" y="742950"/>
                </a:moveTo>
                <a:lnTo>
                  <a:pt x="552450" y="742950"/>
                </a:lnTo>
                <a:lnTo>
                  <a:pt x="552450" y="752475"/>
                </a:lnTo>
                <a:lnTo>
                  <a:pt x="581025" y="752475"/>
                </a:lnTo>
                <a:lnTo>
                  <a:pt x="581025" y="762000"/>
                </a:lnTo>
                <a:lnTo>
                  <a:pt x="542925" y="762000"/>
                </a:lnTo>
                <a:lnTo>
                  <a:pt x="542925" y="752475"/>
                </a:lnTo>
                <a:lnTo>
                  <a:pt x="514350" y="752475"/>
                </a:lnTo>
                <a:close/>
                <a:moveTo>
                  <a:pt x="590550" y="742950"/>
                </a:moveTo>
                <a:lnTo>
                  <a:pt x="600075" y="742950"/>
                </a:lnTo>
                <a:lnTo>
                  <a:pt x="600075" y="752475"/>
                </a:lnTo>
                <a:lnTo>
                  <a:pt x="590550" y="752475"/>
                </a:lnTo>
                <a:close/>
                <a:moveTo>
                  <a:pt x="628650" y="742950"/>
                </a:moveTo>
                <a:lnTo>
                  <a:pt x="638175" y="742950"/>
                </a:lnTo>
                <a:lnTo>
                  <a:pt x="638175" y="752475"/>
                </a:lnTo>
                <a:lnTo>
                  <a:pt x="628650" y="752475"/>
                </a:lnTo>
                <a:close/>
                <a:moveTo>
                  <a:pt x="657225" y="742950"/>
                </a:moveTo>
                <a:lnTo>
                  <a:pt x="676275" y="742950"/>
                </a:lnTo>
                <a:lnTo>
                  <a:pt x="676275" y="752475"/>
                </a:lnTo>
                <a:lnTo>
                  <a:pt x="657225" y="752475"/>
                </a:lnTo>
                <a:close/>
                <a:moveTo>
                  <a:pt x="752475" y="742950"/>
                </a:moveTo>
                <a:lnTo>
                  <a:pt x="762000" y="742950"/>
                </a:lnTo>
                <a:lnTo>
                  <a:pt x="762000" y="752475"/>
                </a:lnTo>
                <a:lnTo>
                  <a:pt x="752475" y="752475"/>
                </a:lnTo>
                <a:close/>
                <a:moveTo>
                  <a:pt x="790575" y="742950"/>
                </a:moveTo>
                <a:lnTo>
                  <a:pt x="800100" y="742950"/>
                </a:lnTo>
                <a:lnTo>
                  <a:pt x="800100" y="752475"/>
                </a:lnTo>
                <a:lnTo>
                  <a:pt x="790575" y="752475"/>
                </a:lnTo>
                <a:close/>
                <a:moveTo>
                  <a:pt x="819150" y="742950"/>
                </a:moveTo>
                <a:lnTo>
                  <a:pt x="828675" y="742950"/>
                </a:lnTo>
                <a:lnTo>
                  <a:pt x="828675" y="752475"/>
                </a:lnTo>
                <a:lnTo>
                  <a:pt x="819150" y="752475"/>
                </a:lnTo>
                <a:close/>
                <a:moveTo>
                  <a:pt x="962025" y="742950"/>
                </a:moveTo>
                <a:lnTo>
                  <a:pt x="971550" y="742950"/>
                </a:lnTo>
                <a:lnTo>
                  <a:pt x="971550" y="752475"/>
                </a:lnTo>
                <a:lnTo>
                  <a:pt x="962025" y="752475"/>
                </a:lnTo>
                <a:close/>
                <a:moveTo>
                  <a:pt x="1057275" y="742950"/>
                </a:moveTo>
                <a:lnTo>
                  <a:pt x="1066800" y="742950"/>
                </a:lnTo>
                <a:lnTo>
                  <a:pt x="1066800" y="752475"/>
                </a:lnTo>
                <a:lnTo>
                  <a:pt x="1057275" y="752475"/>
                </a:lnTo>
                <a:close/>
                <a:moveTo>
                  <a:pt x="1190625" y="742950"/>
                </a:moveTo>
                <a:lnTo>
                  <a:pt x="1209675" y="742950"/>
                </a:lnTo>
                <a:lnTo>
                  <a:pt x="1209675" y="762000"/>
                </a:lnTo>
                <a:lnTo>
                  <a:pt x="1200150" y="762000"/>
                </a:lnTo>
                <a:lnTo>
                  <a:pt x="1200150" y="752475"/>
                </a:lnTo>
                <a:lnTo>
                  <a:pt x="1190625" y="752475"/>
                </a:lnTo>
                <a:close/>
                <a:moveTo>
                  <a:pt x="371475" y="752475"/>
                </a:moveTo>
                <a:lnTo>
                  <a:pt x="390525" y="752475"/>
                </a:lnTo>
                <a:lnTo>
                  <a:pt x="390525" y="762000"/>
                </a:lnTo>
                <a:lnTo>
                  <a:pt x="371475" y="762000"/>
                </a:lnTo>
                <a:close/>
                <a:moveTo>
                  <a:pt x="609600" y="752475"/>
                </a:moveTo>
                <a:lnTo>
                  <a:pt x="628650" y="752475"/>
                </a:lnTo>
                <a:lnTo>
                  <a:pt x="628650" y="762000"/>
                </a:lnTo>
                <a:lnTo>
                  <a:pt x="609600" y="762000"/>
                </a:lnTo>
                <a:close/>
                <a:moveTo>
                  <a:pt x="657225" y="809625"/>
                </a:moveTo>
                <a:lnTo>
                  <a:pt x="723900" y="809625"/>
                </a:lnTo>
                <a:lnTo>
                  <a:pt x="723900" y="828675"/>
                </a:lnTo>
                <a:lnTo>
                  <a:pt x="685800" y="828675"/>
                </a:lnTo>
                <a:lnTo>
                  <a:pt x="685800" y="838200"/>
                </a:lnTo>
                <a:lnTo>
                  <a:pt x="523875" y="838200"/>
                </a:lnTo>
                <a:lnTo>
                  <a:pt x="523875" y="819150"/>
                </a:lnTo>
                <a:lnTo>
                  <a:pt x="657225" y="819150"/>
                </a:lnTo>
                <a:close/>
                <a:moveTo>
                  <a:pt x="209550" y="819150"/>
                </a:moveTo>
                <a:lnTo>
                  <a:pt x="285750" y="819150"/>
                </a:lnTo>
                <a:lnTo>
                  <a:pt x="285750" y="838200"/>
                </a:lnTo>
                <a:lnTo>
                  <a:pt x="209550" y="838200"/>
                </a:lnTo>
                <a:close/>
                <a:moveTo>
                  <a:pt x="209550" y="885825"/>
                </a:moveTo>
                <a:lnTo>
                  <a:pt x="219075" y="885825"/>
                </a:lnTo>
                <a:lnTo>
                  <a:pt x="219075" y="895350"/>
                </a:lnTo>
                <a:lnTo>
                  <a:pt x="228600" y="895350"/>
                </a:lnTo>
                <a:lnTo>
                  <a:pt x="228600" y="914400"/>
                </a:lnTo>
                <a:lnTo>
                  <a:pt x="219075" y="914400"/>
                </a:lnTo>
                <a:lnTo>
                  <a:pt x="219075" y="904875"/>
                </a:lnTo>
                <a:lnTo>
                  <a:pt x="209550" y="904875"/>
                </a:lnTo>
                <a:lnTo>
                  <a:pt x="209550" y="923925"/>
                </a:lnTo>
                <a:lnTo>
                  <a:pt x="200025" y="923925"/>
                </a:lnTo>
                <a:lnTo>
                  <a:pt x="200025" y="895350"/>
                </a:lnTo>
                <a:lnTo>
                  <a:pt x="209550" y="895350"/>
                </a:lnTo>
                <a:close/>
                <a:moveTo>
                  <a:pt x="466725" y="885825"/>
                </a:moveTo>
                <a:lnTo>
                  <a:pt x="476250" y="885825"/>
                </a:lnTo>
                <a:lnTo>
                  <a:pt x="476250" y="895350"/>
                </a:lnTo>
                <a:lnTo>
                  <a:pt x="466725" y="895350"/>
                </a:lnTo>
                <a:close/>
                <a:moveTo>
                  <a:pt x="504825" y="885825"/>
                </a:moveTo>
                <a:lnTo>
                  <a:pt x="523875" y="885825"/>
                </a:lnTo>
                <a:lnTo>
                  <a:pt x="523875" y="895350"/>
                </a:lnTo>
                <a:lnTo>
                  <a:pt x="561975" y="895350"/>
                </a:lnTo>
                <a:lnTo>
                  <a:pt x="561975" y="904875"/>
                </a:lnTo>
                <a:lnTo>
                  <a:pt x="581025" y="904875"/>
                </a:lnTo>
                <a:lnTo>
                  <a:pt x="581025" y="895350"/>
                </a:lnTo>
                <a:lnTo>
                  <a:pt x="590550" y="895350"/>
                </a:lnTo>
                <a:lnTo>
                  <a:pt x="590550" y="885825"/>
                </a:lnTo>
                <a:lnTo>
                  <a:pt x="600075" y="885825"/>
                </a:lnTo>
                <a:lnTo>
                  <a:pt x="600075" y="895350"/>
                </a:lnTo>
                <a:lnTo>
                  <a:pt x="619125" y="895350"/>
                </a:lnTo>
                <a:lnTo>
                  <a:pt x="619125" y="904875"/>
                </a:lnTo>
                <a:lnTo>
                  <a:pt x="600075" y="904875"/>
                </a:lnTo>
                <a:lnTo>
                  <a:pt x="600075" y="923925"/>
                </a:lnTo>
                <a:lnTo>
                  <a:pt x="628650" y="923925"/>
                </a:lnTo>
                <a:lnTo>
                  <a:pt x="628650" y="933450"/>
                </a:lnTo>
                <a:lnTo>
                  <a:pt x="590550" y="933450"/>
                </a:lnTo>
                <a:lnTo>
                  <a:pt x="590550" y="923925"/>
                </a:lnTo>
                <a:lnTo>
                  <a:pt x="561975" y="923925"/>
                </a:lnTo>
                <a:lnTo>
                  <a:pt x="561975" y="933450"/>
                </a:lnTo>
                <a:lnTo>
                  <a:pt x="504825" y="933450"/>
                </a:lnTo>
                <a:lnTo>
                  <a:pt x="504825" y="923925"/>
                </a:lnTo>
                <a:lnTo>
                  <a:pt x="476250" y="923925"/>
                </a:lnTo>
                <a:lnTo>
                  <a:pt x="476250" y="895350"/>
                </a:lnTo>
                <a:lnTo>
                  <a:pt x="485775" y="895350"/>
                </a:lnTo>
                <a:lnTo>
                  <a:pt x="485775" y="904875"/>
                </a:lnTo>
                <a:lnTo>
                  <a:pt x="504825" y="904875"/>
                </a:lnTo>
                <a:close/>
                <a:moveTo>
                  <a:pt x="723900" y="885825"/>
                </a:moveTo>
                <a:lnTo>
                  <a:pt x="733425" y="885825"/>
                </a:lnTo>
                <a:lnTo>
                  <a:pt x="733425" y="895350"/>
                </a:lnTo>
                <a:lnTo>
                  <a:pt x="742950" y="895350"/>
                </a:lnTo>
                <a:lnTo>
                  <a:pt x="742950" y="904875"/>
                </a:lnTo>
                <a:lnTo>
                  <a:pt x="752475" y="904875"/>
                </a:lnTo>
                <a:lnTo>
                  <a:pt x="752475" y="923925"/>
                </a:lnTo>
                <a:lnTo>
                  <a:pt x="742950" y="923925"/>
                </a:lnTo>
                <a:lnTo>
                  <a:pt x="742950" y="933450"/>
                </a:lnTo>
                <a:lnTo>
                  <a:pt x="685800" y="933450"/>
                </a:lnTo>
                <a:lnTo>
                  <a:pt x="685800" y="942975"/>
                </a:lnTo>
                <a:lnTo>
                  <a:pt x="666750" y="942975"/>
                </a:lnTo>
                <a:lnTo>
                  <a:pt x="666750" y="933450"/>
                </a:lnTo>
                <a:lnTo>
                  <a:pt x="638175" y="933450"/>
                </a:lnTo>
                <a:lnTo>
                  <a:pt x="638175" y="923925"/>
                </a:lnTo>
                <a:lnTo>
                  <a:pt x="647700" y="923925"/>
                </a:lnTo>
                <a:lnTo>
                  <a:pt x="647700" y="904875"/>
                </a:lnTo>
                <a:lnTo>
                  <a:pt x="628650" y="904875"/>
                </a:lnTo>
                <a:lnTo>
                  <a:pt x="628650" y="895350"/>
                </a:lnTo>
                <a:lnTo>
                  <a:pt x="666750" y="895350"/>
                </a:lnTo>
                <a:lnTo>
                  <a:pt x="666750" y="904875"/>
                </a:lnTo>
                <a:lnTo>
                  <a:pt x="685800" y="904875"/>
                </a:lnTo>
                <a:lnTo>
                  <a:pt x="685800" y="895350"/>
                </a:lnTo>
                <a:lnTo>
                  <a:pt x="723900" y="895350"/>
                </a:lnTo>
                <a:close/>
                <a:moveTo>
                  <a:pt x="323850" y="895350"/>
                </a:moveTo>
                <a:lnTo>
                  <a:pt x="361950" y="895350"/>
                </a:lnTo>
                <a:lnTo>
                  <a:pt x="361950" y="904875"/>
                </a:lnTo>
                <a:lnTo>
                  <a:pt x="323850" y="904875"/>
                </a:lnTo>
                <a:close/>
                <a:moveTo>
                  <a:pt x="257175" y="904875"/>
                </a:moveTo>
                <a:lnTo>
                  <a:pt x="266700" y="904875"/>
                </a:lnTo>
                <a:lnTo>
                  <a:pt x="266700" y="914400"/>
                </a:lnTo>
                <a:lnTo>
                  <a:pt x="257175" y="914400"/>
                </a:lnTo>
                <a:close/>
                <a:moveTo>
                  <a:pt x="390525" y="904875"/>
                </a:moveTo>
                <a:lnTo>
                  <a:pt x="400050" y="904875"/>
                </a:lnTo>
                <a:lnTo>
                  <a:pt x="400050" y="914400"/>
                </a:lnTo>
                <a:lnTo>
                  <a:pt x="409575" y="914400"/>
                </a:lnTo>
                <a:lnTo>
                  <a:pt x="409575" y="923925"/>
                </a:lnTo>
                <a:lnTo>
                  <a:pt x="400050" y="923925"/>
                </a:lnTo>
                <a:lnTo>
                  <a:pt x="400050" y="933450"/>
                </a:lnTo>
                <a:lnTo>
                  <a:pt x="371475" y="933450"/>
                </a:lnTo>
                <a:lnTo>
                  <a:pt x="371475" y="923925"/>
                </a:lnTo>
                <a:lnTo>
                  <a:pt x="390525" y="923925"/>
                </a:lnTo>
                <a:close/>
                <a:moveTo>
                  <a:pt x="247650" y="914400"/>
                </a:moveTo>
                <a:lnTo>
                  <a:pt x="257175" y="914400"/>
                </a:lnTo>
                <a:lnTo>
                  <a:pt x="257175" y="923925"/>
                </a:lnTo>
                <a:lnTo>
                  <a:pt x="247650" y="923925"/>
                </a:lnTo>
                <a:close/>
                <a:moveTo>
                  <a:pt x="209550" y="923925"/>
                </a:moveTo>
                <a:lnTo>
                  <a:pt x="228600" y="923925"/>
                </a:lnTo>
                <a:lnTo>
                  <a:pt x="228600" y="933450"/>
                </a:lnTo>
                <a:lnTo>
                  <a:pt x="209550" y="933450"/>
                </a:lnTo>
                <a:close/>
                <a:moveTo>
                  <a:pt x="285750" y="923925"/>
                </a:moveTo>
                <a:lnTo>
                  <a:pt x="295275" y="923925"/>
                </a:lnTo>
                <a:lnTo>
                  <a:pt x="295275" y="933450"/>
                </a:lnTo>
                <a:lnTo>
                  <a:pt x="285750" y="933450"/>
                </a:lnTo>
                <a:close/>
                <a:moveTo>
                  <a:pt x="333375" y="923925"/>
                </a:moveTo>
                <a:lnTo>
                  <a:pt x="352425" y="923925"/>
                </a:lnTo>
                <a:lnTo>
                  <a:pt x="352425" y="933450"/>
                </a:lnTo>
                <a:lnTo>
                  <a:pt x="333375" y="933450"/>
                </a:lnTo>
                <a:close/>
                <a:moveTo>
                  <a:pt x="466725" y="923925"/>
                </a:moveTo>
                <a:lnTo>
                  <a:pt x="476250" y="923925"/>
                </a:lnTo>
                <a:lnTo>
                  <a:pt x="476250" y="933450"/>
                </a:lnTo>
                <a:lnTo>
                  <a:pt x="466725" y="933450"/>
                </a:lnTo>
                <a:close/>
                <a:moveTo>
                  <a:pt x="504825" y="923925"/>
                </a:moveTo>
                <a:lnTo>
                  <a:pt x="523875" y="923925"/>
                </a:lnTo>
                <a:lnTo>
                  <a:pt x="523875" y="904875"/>
                </a:lnTo>
                <a:lnTo>
                  <a:pt x="504825" y="904875"/>
                </a:lnTo>
                <a:close/>
                <a:moveTo>
                  <a:pt x="695325" y="923925"/>
                </a:moveTo>
                <a:lnTo>
                  <a:pt x="733425" y="923925"/>
                </a:lnTo>
                <a:lnTo>
                  <a:pt x="733425" y="904875"/>
                </a:lnTo>
                <a:lnTo>
                  <a:pt x="695325" y="904875"/>
                </a:lnTo>
                <a:close/>
                <a:moveTo>
                  <a:pt x="19050" y="971550"/>
                </a:moveTo>
                <a:lnTo>
                  <a:pt x="28575" y="971550"/>
                </a:lnTo>
                <a:lnTo>
                  <a:pt x="28575" y="981075"/>
                </a:lnTo>
                <a:lnTo>
                  <a:pt x="19050" y="981075"/>
                </a:lnTo>
                <a:close/>
                <a:moveTo>
                  <a:pt x="1181100" y="1009650"/>
                </a:moveTo>
                <a:lnTo>
                  <a:pt x="1190625" y="1009650"/>
                </a:lnTo>
                <a:lnTo>
                  <a:pt x="1190625" y="1019175"/>
                </a:lnTo>
                <a:lnTo>
                  <a:pt x="1181100" y="1019175"/>
                </a:lnTo>
                <a:close/>
                <a:moveTo>
                  <a:pt x="1695450" y="1019175"/>
                </a:moveTo>
                <a:lnTo>
                  <a:pt x="1704975" y="1019175"/>
                </a:lnTo>
                <a:lnTo>
                  <a:pt x="1704975" y="1028700"/>
                </a:lnTo>
                <a:lnTo>
                  <a:pt x="1695450" y="1028700"/>
                </a:lnTo>
                <a:close/>
                <a:moveTo>
                  <a:pt x="1704975" y="1028700"/>
                </a:moveTo>
                <a:lnTo>
                  <a:pt x="1714500" y="1028700"/>
                </a:lnTo>
                <a:lnTo>
                  <a:pt x="1714500" y="1038225"/>
                </a:lnTo>
                <a:lnTo>
                  <a:pt x="1704975" y="1038225"/>
                </a:lnTo>
                <a:close/>
                <a:moveTo>
                  <a:pt x="266700" y="1095375"/>
                </a:moveTo>
                <a:lnTo>
                  <a:pt x="276225" y="1095375"/>
                </a:lnTo>
                <a:lnTo>
                  <a:pt x="276225" y="1104900"/>
                </a:lnTo>
                <a:lnTo>
                  <a:pt x="295275" y="1104900"/>
                </a:lnTo>
                <a:lnTo>
                  <a:pt x="295275" y="1123950"/>
                </a:lnTo>
                <a:lnTo>
                  <a:pt x="276225" y="1123950"/>
                </a:lnTo>
                <a:lnTo>
                  <a:pt x="276225" y="1133475"/>
                </a:lnTo>
                <a:lnTo>
                  <a:pt x="266700" y="1133475"/>
                </a:lnTo>
                <a:lnTo>
                  <a:pt x="266700" y="1123950"/>
                </a:lnTo>
                <a:lnTo>
                  <a:pt x="257175" y="1123950"/>
                </a:lnTo>
                <a:lnTo>
                  <a:pt x="257175" y="1114425"/>
                </a:lnTo>
                <a:lnTo>
                  <a:pt x="266700" y="1114425"/>
                </a:lnTo>
                <a:close/>
                <a:moveTo>
                  <a:pt x="552450" y="1095375"/>
                </a:moveTo>
                <a:lnTo>
                  <a:pt x="561975" y="1095375"/>
                </a:lnTo>
                <a:lnTo>
                  <a:pt x="561975" y="1104900"/>
                </a:lnTo>
                <a:lnTo>
                  <a:pt x="571500" y="1104900"/>
                </a:lnTo>
                <a:lnTo>
                  <a:pt x="571500" y="1114425"/>
                </a:lnTo>
                <a:lnTo>
                  <a:pt x="581025" y="1114425"/>
                </a:lnTo>
                <a:lnTo>
                  <a:pt x="581025" y="1104900"/>
                </a:lnTo>
                <a:lnTo>
                  <a:pt x="590550" y="1104900"/>
                </a:lnTo>
                <a:lnTo>
                  <a:pt x="590550" y="1114425"/>
                </a:lnTo>
                <a:lnTo>
                  <a:pt x="600075" y="1114425"/>
                </a:lnTo>
                <a:lnTo>
                  <a:pt x="600075" y="1123950"/>
                </a:lnTo>
                <a:lnTo>
                  <a:pt x="590550" y="1123950"/>
                </a:lnTo>
                <a:lnTo>
                  <a:pt x="590550" y="1133475"/>
                </a:lnTo>
                <a:lnTo>
                  <a:pt x="581025" y="1133475"/>
                </a:lnTo>
                <a:lnTo>
                  <a:pt x="581025" y="1123950"/>
                </a:lnTo>
                <a:lnTo>
                  <a:pt x="571500" y="1123950"/>
                </a:lnTo>
                <a:lnTo>
                  <a:pt x="571500" y="1133475"/>
                </a:lnTo>
                <a:lnTo>
                  <a:pt x="552450" y="1133475"/>
                </a:lnTo>
                <a:lnTo>
                  <a:pt x="552450" y="1123950"/>
                </a:lnTo>
                <a:lnTo>
                  <a:pt x="533400" y="1123950"/>
                </a:lnTo>
                <a:lnTo>
                  <a:pt x="533400" y="1114425"/>
                </a:lnTo>
                <a:lnTo>
                  <a:pt x="523875" y="1114425"/>
                </a:lnTo>
                <a:lnTo>
                  <a:pt x="523875" y="1123950"/>
                </a:lnTo>
                <a:lnTo>
                  <a:pt x="466725" y="1123950"/>
                </a:lnTo>
                <a:lnTo>
                  <a:pt x="466725" y="1114425"/>
                </a:lnTo>
                <a:lnTo>
                  <a:pt x="485775" y="1114425"/>
                </a:lnTo>
                <a:lnTo>
                  <a:pt x="485775" y="1104900"/>
                </a:lnTo>
                <a:lnTo>
                  <a:pt x="552450" y="1104900"/>
                </a:lnTo>
                <a:close/>
                <a:moveTo>
                  <a:pt x="323850" y="1104900"/>
                </a:moveTo>
                <a:lnTo>
                  <a:pt x="352425" y="1104900"/>
                </a:lnTo>
                <a:lnTo>
                  <a:pt x="352425" y="1123950"/>
                </a:lnTo>
                <a:lnTo>
                  <a:pt x="314325" y="1123950"/>
                </a:lnTo>
                <a:lnTo>
                  <a:pt x="314325" y="1114425"/>
                </a:lnTo>
                <a:lnTo>
                  <a:pt x="323850" y="1114425"/>
                </a:lnTo>
                <a:close/>
                <a:moveTo>
                  <a:pt x="390525" y="1104900"/>
                </a:moveTo>
                <a:lnTo>
                  <a:pt x="400050" y="1104900"/>
                </a:lnTo>
                <a:lnTo>
                  <a:pt x="400050" y="1114425"/>
                </a:lnTo>
                <a:lnTo>
                  <a:pt x="409575" y="1114425"/>
                </a:lnTo>
                <a:lnTo>
                  <a:pt x="409575" y="1104900"/>
                </a:lnTo>
                <a:lnTo>
                  <a:pt x="419100" y="1104900"/>
                </a:lnTo>
                <a:lnTo>
                  <a:pt x="419100" y="1123950"/>
                </a:lnTo>
                <a:lnTo>
                  <a:pt x="400050" y="1123950"/>
                </a:lnTo>
                <a:lnTo>
                  <a:pt x="400050" y="1133475"/>
                </a:lnTo>
                <a:lnTo>
                  <a:pt x="381000" y="1133475"/>
                </a:lnTo>
                <a:lnTo>
                  <a:pt x="381000" y="1114425"/>
                </a:lnTo>
                <a:lnTo>
                  <a:pt x="390525" y="1114425"/>
                </a:lnTo>
                <a:close/>
                <a:moveTo>
                  <a:pt x="1876425" y="1143000"/>
                </a:moveTo>
                <a:lnTo>
                  <a:pt x="1885950" y="1143000"/>
                </a:lnTo>
                <a:lnTo>
                  <a:pt x="1885950" y="1152525"/>
                </a:lnTo>
                <a:lnTo>
                  <a:pt x="1876425" y="1152525"/>
                </a:lnTo>
                <a:close/>
                <a:moveTo>
                  <a:pt x="1200150" y="1190625"/>
                </a:moveTo>
                <a:lnTo>
                  <a:pt x="1219200" y="1190625"/>
                </a:lnTo>
                <a:lnTo>
                  <a:pt x="1219200" y="1200150"/>
                </a:lnTo>
                <a:lnTo>
                  <a:pt x="1200150" y="1200150"/>
                </a:lnTo>
                <a:close/>
                <a:moveTo>
                  <a:pt x="1657350" y="1190625"/>
                </a:moveTo>
                <a:lnTo>
                  <a:pt x="1676400" y="1190625"/>
                </a:lnTo>
                <a:lnTo>
                  <a:pt x="1676400" y="1200150"/>
                </a:lnTo>
                <a:lnTo>
                  <a:pt x="1657350" y="1200150"/>
                </a:lnTo>
                <a:close/>
                <a:moveTo>
                  <a:pt x="1790700" y="1285875"/>
                </a:moveTo>
                <a:lnTo>
                  <a:pt x="1800225" y="1285875"/>
                </a:lnTo>
                <a:lnTo>
                  <a:pt x="1800225" y="1476375"/>
                </a:lnTo>
                <a:lnTo>
                  <a:pt x="1790700" y="1476375"/>
                </a:lnTo>
                <a:close/>
                <a:moveTo>
                  <a:pt x="28575" y="1295400"/>
                </a:moveTo>
                <a:lnTo>
                  <a:pt x="38100" y="1295400"/>
                </a:lnTo>
                <a:lnTo>
                  <a:pt x="38100" y="1304925"/>
                </a:lnTo>
                <a:lnTo>
                  <a:pt x="28575" y="1304925"/>
                </a:lnTo>
                <a:close/>
                <a:moveTo>
                  <a:pt x="638175" y="1352550"/>
                </a:moveTo>
                <a:lnTo>
                  <a:pt x="657225" y="1352550"/>
                </a:lnTo>
                <a:lnTo>
                  <a:pt x="657225" y="1371600"/>
                </a:lnTo>
                <a:lnTo>
                  <a:pt x="647700" y="1371600"/>
                </a:lnTo>
                <a:lnTo>
                  <a:pt x="647700" y="1381125"/>
                </a:lnTo>
                <a:lnTo>
                  <a:pt x="638175" y="1381125"/>
                </a:lnTo>
                <a:close/>
                <a:moveTo>
                  <a:pt x="276225" y="1362075"/>
                </a:moveTo>
                <a:lnTo>
                  <a:pt x="304800" y="1362075"/>
                </a:lnTo>
                <a:lnTo>
                  <a:pt x="304800" y="1381125"/>
                </a:lnTo>
                <a:lnTo>
                  <a:pt x="295275" y="1381125"/>
                </a:lnTo>
                <a:lnTo>
                  <a:pt x="295275" y="1371600"/>
                </a:lnTo>
                <a:lnTo>
                  <a:pt x="276225" y="1371600"/>
                </a:lnTo>
                <a:close/>
                <a:moveTo>
                  <a:pt x="371475" y="1362075"/>
                </a:moveTo>
                <a:lnTo>
                  <a:pt x="381000" y="1362075"/>
                </a:lnTo>
                <a:lnTo>
                  <a:pt x="381000" y="1371600"/>
                </a:lnTo>
                <a:lnTo>
                  <a:pt x="371475" y="1371600"/>
                </a:lnTo>
                <a:close/>
                <a:moveTo>
                  <a:pt x="914400" y="1362075"/>
                </a:moveTo>
                <a:lnTo>
                  <a:pt x="923925" y="1362075"/>
                </a:lnTo>
                <a:lnTo>
                  <a:pt x="923925" y="1371600"/>
                </a:lnTo>
                <a:lnTo>
                  <a:pt x="914400" y="1371600"/>
                </a:lnTo>
                <a:close/>
                <a:moveTo>
                  <a:pt x="971550" y="1362075"/>
                </a:moveTo>
                <a:lnTo>
                  <a:pt x="981075" y="1362075"/>
                </a:lnTo>
                <a:lnTo>
                  <a:pt x="981075" y="1371600"/>
                </a:lnTo>
                <a:lnTo>
                  <a:pt x="971550" y="1371600"/>
                </a:lnTo>
                <a:close/>
                <a:moveTo>
                  <a:pt x="1019175" y="1362075"/>
                </a:moveTo>
                <a:lnTo>
                  <a:pt x="1028700" y="1362075"/>
                </a:lnTo>
                <a:lnTo>
                  <a:pt x="1028700" y="1371600"/>
                </a:lnTo>
                <a:lnTo>
                  <a:pt x="1019175" y="1371600"/>
                </a:lnTo>
                <a:close/>
                <a:moveTo>
                  <a:pt x="1076325" y="1362075"/>
                </a:moveTo>
                <a:lnTo>
                  <a:pt x="1095375" y="1362075"/>
                </a:lnTo>
                <a:lnTo>
                  <a:pt x="1095375" y="1371600"/>
                </a:lnTo>
                <a:lnTo>
                  <a:pt x="1076325" y="1371600"/>
                </a:lnTo>
                <a:close/>
                <a:moveTo>
                  <a:pt x="257175" y="1371600"/>
                </a:moveTo>
                <a:lnTo>
                  <a:pt x="276225" y="1371600"/>
                </a:lnTo>
                <a:lnTo>
                  <a:pt x="276225" y="1381125"/>
                </a:lnTo>
                <a:lnTo>
                  <a:pt x="257175" y="1381125"/>
                </a:lnTo>
                <a:close/>
                <a:moveTo>
                  <a:pt x="361950" y="1371600"/>
                </a:moveTo>
                <a:lnTo>
                  <a:pt x="371475" y="1371600"/>
                </a:lnTo>
                <a:lnTo>
                  <a:pt x="371475" y="1381125"/>
                </a:lnTo>
                <a:lnTo>
                  <a:pt x="361950" y="1381125"/>
                </a:lnTo>
                <a:close/>
                <a:moveTo>
                  <a:pt x="381000" y="1371600"/>
                </a:moveTo>
                <a:lnTo>
                  <a:pt x="390525" y="1371600"/>
                </a:lnTo>
                <a:lnTo>
                  <a:pt x="390525" y="1381125"/>
                </a:lnTo>
                <a:lnTo>
                  <a:pt x="381000" y="1381125"/>
                </a:lnTo>
                <a:close/>
                <a:moveTo>
                  <a:pt x="657225" y="1371600"/>
                </a:moveTo>
                <a:lnTo>
                  <a:pt x="666750" y="1371600"/>
                </a:lnTo>
                <a:lnTo>
                  <a:pt x="666750" y="1381125"/>
                </a:lnTo>
                <a:lnTo>
                  <a:pt x="723900" y="1381125"/>
                </a:lnTo>
                <a:lnTo>
                  <a:pt x="723900" y="1390650"/>
                </a:lnTo>
                <a:lnTo>
                  <a:pt x="714375" y="1390650"/>
                </a:lnTo>
                <a:lnTo>
                  <a:pt x="714375" y="1409700"/>
                </a:lnTo>
                <a:lnTo>
                  <a:pt x="695325" y="1409700"/>
                </a:lnTo>
                <a:lnTo>
                  <a:pt x="695325" y="1400175"/>
                </a:lnTo>
                <a:lnTo>
                  <a:pt x="704850" y="1400175"/>
                </a:lnTo>
                <a:lnTo>
                  <a:pt x="704850" y="1390650"/>
                </a:lnTo>
                <a:lnTo>
                  <a:pt x="657225" y="1390650"/>
                </a:lnTo>
                <a:close/>
                <a:moveTo>
                  <a:pt x="828675" y="1371600"/>
                </a:moveTo>
                <a:lnTo>
                  <a:pt x="838200" y="1371600"/>
                </a:lnTo>
                <a:lnTo>
                  <a:pt x="838200" y="1381125"/>
                </a:lnTo>
                <a:lnTo>
                  <a:pt x="847725" y="1381125"/>
                </a:lnTo>
                <a:lnTo>
                  <a:pt x="847725" y="1390650"/>
                </a:lnTo>
                <a:lnTo>
                  <a:pt x="828675" y="1390650"/>
                </a:lnTo>
                <a:close/>
                <a:moveTo>
                  <a:pt x="962025" y="1371600"/>
                </a:moveTo>
                <a:lnTo>
                  <a:pt x="971550" y="1371600"/>
                </a:lnTo>
                <a:lnTo>
                  <a:pt x="971550" y="1381125"/>
                </a:lnTo>
                <a:lnTo>
                  <a:pt x="962025" y="1381125"/>
                </a:lnTo>
                <a:close/>
                <a:moveTo>
                  <a:pt x="990600" y="1371600"/>
                </a:moveTo>
                <a:lnTo>
                  <a:pt x="1009650" y="1371600"/>
                </a:lnTo>
                <a:lnTo>
                  <a:pt x="1009650" y="1381125"/>
                </a:lnTo>
                <a:lnTo>
                  <a:pt x="1000125" y="1381125"/>
                </a:lnTo>
                <a:lnTo>
                  <a:pt x="1000125" y="1400175"/>
                </a:lnTo>
                <a:lnTo>
                  <a:pt x="1019175" y="1400175"/>
                </a:lnTo>
                <a:lnTo>
                  <a:pt x="1019175" y="1381125"/>
                </a:lnTo>
                <a:lnTo>
                  <a:pt x="1028700" y="1381125"/>
                </a:lnTo>
                <a:lnTo>
                  <a:pt x="1028700" y="1390650"/>
                </a:lnTo>
                <a:lnTo>
                  <a:pt x="1038225" y="1390650"/>
                </a:lnTo>
                <a:lnTo>
                  <a:pt x="1038225" y="1400175"/>
                </a:lnTo>
                <a:lnTo>
                  <a:pt x="1019175" y="1400175"/>
                </a:lnTo>
                <a:lnTo>
                  <a:pt x="1019175" y="1409700"/>
                </a:lnTo>
                <a:lnTo>
                  <a:pt x="1009650" y="1409700"/>
                </a:lnTo>
                <a:lnTo>
                  <a:pt x="1009650" y="1419225"/>
                </a:lnTo>
                <a:lnTo>
                  <a:pt x="990600" y="1419225"/>
                </a:lnTo>
                <a:lnTo>
                  <a:pt x="990600" y="1400175"/>
                </a:lnTo>
                <a:lnTo>
                  <a:pt x="971550" y="1400175"/>
                </a:lnTo>
                <a:lnTo>
                  <a:pt x="971550" y="1381125"/>
                </a:lnTo>
                <a:lnTo>
                  <a:pt x="990600" y="1381125"/>
                </a:lnTo>
                <a:close/>
                <a:moveTo>
                  <a:pt x="1066800" y="1371600"/>
                </a:moveTo>
                <a:lnTo>
                  <a:pt x="1076325" y="1371600"/>
                </a:lnTo>
                <a:lnTo>
                  <a:pt x="1076325" y="1381125"/>
                </a:lnTo>
                <a:lnTo>
                  <a:pt x="1066800" y="1381125"/>
                </a:lnTo>
                <a:close/>
                <a:moveTo>
                  <a:pt x="390525" y="1381125"/>
                </a:moveTo>
                <a:lnTo>
                  <a:pt x="400050" y="1381125"/>
                </a:lnTo>
                <a:lnTo>
                  <a:pt x="400050" y="1390650"/>
                </a:lnTo>
                <a:lnTo>
                  <a:pt x="390525" y="1390650"/>
                </a:lnTo>
                <a:close/>
                <a:moveTo>
                  <a:pt x="466725" y="1381125"/>
                </a:moveTo>
                <a:lnTo>
                  <a:pt x="476250" y="1381125"/>
                </a:lnTo>
                <a:lnTo>
                  <a:pt x="476250" y="1390650"/>
                </a:lnTo>
                <a:lnTo>
                  <a:pt x="466725" y="1390650"/>
                </a:lnTo>
                <a:close/>
                <a:moveTo>
                  <a:pt x="571500" y="1381125"/>
                </a:moveTo>
                <a:lnTo>
                  <a:pt x="609600" y="1381125"/>
                </a:lnTo>
                <a:lnTo>
                  <a:pt x="609600" y="1390650"/>
                </a:lnTo>
                <a:lnTo>
                  <a:pt x="600075" y="1390650"/>
                </a:lnTo>
                <a:lnTo>
                  <a:pt x="600075" y="1400175"/>
                </a:lnTo>
                <a:lnTo>
                  <a:pt x="590550" y="1400175"/>
                </a:lnTo>
                <a:lnTo>
                  <a:pt x="590550" y="1390650"/>
                </a:lnTo>
                <a:lnTo>
                  <a:pt x="581025" y="1390650"/>
                </a:lnTo>
                <a:lnTo>
                  <a:pt x="581025" y="1419225"/>
                </a:lnTo>
                <a:lnTo>
                  <a:pt x="561975" y="1419225"/>
                </a:lnTo>
                <a:lnTo>
                  <a:pt x="561975" y="1400175"/>
                </a:lnTo>
                <a:lnTo>
                  <a:pt x="571500" y="1400175"/>
                </a:lnTo>
                <a:close/>
                <a:moveTo>
                  <a:pt x="628650" y="1381125"/>
                </a:moveTo>
                <a:lnTo>
                  <a:pt x="638175" y="1381125"/>
                </a:lnTo>
                <a:lnTo>
                  <a:pt x="638175" y="1390650"/>
                </a:lnTo>
                <a:lnTo>
                  <a:pt x="628650" y="1390650"/>
                </a:lnTo>
                <a:close/>
                <a:moveTo>
                  <a:pt x="857250" y="1381125"/>
                </a:moveTo>
                <a:lnTo>
                  <a:pt x="866775" y="1381125"/>
                </a:lnTo>
                <a:lnTo>
                  <a:pt x="866775" y="1390650"/>
                </a:lnTo>
                <a:lnTo>
                  <a:pt x="857250" y="1390650"/>
                </a:lnTo>
                <a:close/>
                <a:moveTo>
                  <a:pt x="914400" y="1381125"/>
                </a:moveTo>
                <a:lnTo>
                  <a:pt x="923925" y="1381125"/>
                </a:lnTo>
                <a:lnTo>
                  <a:pt x="923925" y="1390650"/>
                </a:lnTo>
                <a:lnTo>
                  <a:pt x="933450" y="1390650"/>
                </a:lnTo>
                <a:lnTo>
                  <a:pt x="933450" y="1409700"/>
                </a:lnTo>
                <a:lnTo>
                  <a:pt x="914400" y="1409700"/>
                </a:lnTo>
                <a:close/>
                <a:moveTo>
                  <a:pt x="952500" y="1381125"/>
                </a:moveTo>
                <a:lnTo>
                  <a:pt x="962025" y="1381125"/>
                </a:lnTo>
                <a:lnTo>
                  <a:pt x="962025" y="1390650"/>
                </a:lnTo>
                <a:lnTo>
                  <a:pt x="952500" y="1390650"/>
                </a:lnTo>
                <a:close/>
                <a:moveTo>
                  <a:pt x="228600" y="1390650"/>
                </a:moveTo>
                <a:lnTo>
                  <a:pt x="247650" y="1390650"/>
                </a:lnTo>
                <a:lnTo>
                  <a:pt x="247650" y="1409700"/>
                </a:lnTo>
                <a:lnTo>
                  <a:pt x="238125" y="1409700"/>
                </a:lnTo>
                <a:lnTo>
                  <a:pt x="238125" y="1400175"/>
                </a:lnTo>
                <a:lnTo>
                  <a:pt x="228600" y="1400175"/>
                </a:lnTo>
                <a:close/>
                <a:moveTo>
                  <a:pt x="295275" y="1390650"/>
                </a:moveTo>
                <a:lnTo>
                  <a:pt x="304800" y="1390650"/>
                </a:lnTo>
                <a:lnTo>
                  <a:pt x="304800" y="1400175"/>
                </a:lnTo>
                <a:lnTo>
                  <a:pt x="295275" y="1400175"/>
                </a:lnTo>
                <a:close/>
                <a:moveTo>
                  <a:pt x="342900" y="1390650"/>
                </a:moveTo>
                <a:lnTo>
                  <a:pt x="352425" y="1390650"/>
                </a:lnTo>
                <a:lnTo>
                  <a:pt x="352425" y="1400175"/>
                </a:lnTo>
                <a:lnTo>
                  <a:pt x="342900" y="1400175"/>
                </a:lnTo>
                <a:close/>
                <a:moveTo>
                  <a:pt x="419100" y="1390650"/>
                </a:moveTo>
                <a:lnTo>
                  <a:pt x="428625" y="1390650"/>
                </a:lnTo>
                <a:lnTo>
                  <a:pt x="428625" y="1400175"/>
                </a:lnTo>
                <a:lnTo>
                  <a:pt x="419100" y="1400175"/>
                </a:lnTo>
                <a:close/>
                <a:moveTo>
                  <a:pt x="485775" y="1390650"/>
                </a:moveTo>
                <a:lnTo>
                  <a:pt x="495300" y="1390650"/>
                </a:lnTo>
                <a:lnTo>
                  <a:pt x="495300" y="1419225"/>
                </a:lnTo>
                <a:lnTo>
                  <a:pt x="485775" y="1419225"/>
                </a:lnTo>
                <a:close/>
                <a:moveTo>
                  <a:pt x="504825" y="1390650"/>
                </a:moveTo>
                <a:lnTo>
                  <a:pt x="514350" y="1390650"/>
                </a:lnTo>
                <a:lnTo>
                  <a:pt x="514350" y="1400175"/>
                </a:lnTo>
                <a:lnTo>
                  <a:pt x="504825" y="1400175"/>
                </a:lnTo>
                <a:close/>
                <a:moveTo>
                  <a:pt x="609600" y="1390650"/>
                </a:moveTo>
                <a:lnTo>
                  <a:pt x="619125" y="1390650"/>
                </a:lnTo>
                <a:lnTo>
                  <a:pt x="619125" y="1409700"/>
                </a:lnTo>
                <a:lnTo>
                  <a:pt x="609600" y="1409700"/>
                </a:lnTo>
                <a:close/>
                <a:moveTo>
                  <a:pt x="1057275" y="1390650"/>
                </a:moveTo>
                <a:lnTo>
                  <a:pt x="1066800" y="1390650"/>
                </a:lnTo>
                <a:lnTo>
                  <a:pt x="1066800" y="1419225"/>
                </a:lnTo>
                <a:lnTo>
                  <a:pt x="1047750" y="1419225"/>
                </a:lnTo>
                <a:lnTo>
                  <a:pt x="1047750" y="1409700"/>
                </a:lnTo>
                <a:lnTo>
                  <a:pt x="1057275" y="1409700"/>
                </a:lnTo>
                <a:close/>
                <a:moveTo>
                  <a:pt x="1095375" y="1390650"/>
                </a:moveTo>
                <a:lnTo>
                  <a:pt x="1104900" y="1390650"/>
                </a:lnTo>
                <a:lnTo>
                  <a:pt x="1104900" y="1400175"/>
                </a:lnTo>
                <a:lnTo>
                  <a:pt x="1095375" y="1400175"/>
                </a:lnTo>
                <a:close/>
                <a:moveTo>
                  <a:pt x="219075" y="1400175"/>
                </a:moveTo>
                <a:lnTo>
                  <a:pt x="228600" y="1400175"/>
                </a:lnTo>
                <a:lnTo>
                  <a:pt x="228600" y="1409700"/>
                </a:lnTo>
                <a:lnTo>
                  <a:pt x="219075" y="1409700"/>
                </a:lnTo>
                <a:close/>
                <a:moveTo>
                  <a:pt x="333375" y="1400175"/>
                </a:moveTo>
                <a:lnTo>
                  <a:pt x="342900" y="1400175"/>
                </a:lnTo>
                <a:lnTo>
                  <a:pt x="342900" y="1419225"/>
                </a:lnTo>
                <a:lnTo>
                  <a:pt x="333375" y="1419225"/>
                </a:lnTo>
                <a:close/>
                <a:moveTo>
                  <a:pt x="523875" y="1400175"/>
                </a:moveTo>
                <a:lnTo>
                  <a:pt x="533400" y="1400175"/>
                </a:lnTo>
                <a:lnTo>
                  <a:pt x="533400" y="1409700"/>
                </a:lnTo>
                <a:lnTo>
                  <a:pt x="523875" y="1409700"/>
                </a:lnTo>
                <a:close/>
                <a:moveTo>
                  <a:pt x="742950" y="1400175"/>
                </a:moveTo>
                <a:lnTo>
                  <a:pt x="752475" y="1400175"/>
                </a:lnTo>
                <a:lnTo>
                  <a:pt x="752475" y="1409700"/>
                </a:lnTo>
                <a:lnTo>
                  <a:pt x="742950" y="1409700"/>
                </a:lnTo>
                <a:close/>
                <a:moveTo>
                  <a:pt x="857250" y="1400175"/>
                </a:moveTo>
                <a:lnTo>
                  <a:pt x="866775" y="1400175"/>
                </a:lnTo>
                <a:lnTo>
                  <a:pt x="866775" y="1409700"/>
                </a:lnTo>
                <a:lnTo>
                  <a:pt x="857250" y="1409700"/>
                </a:lnTo>
                <a:close/>
                <a:moveTo>
                  <a:pt x="247650" y="1409700"/>
                </a:moveTo>
                <a:lnTo>
                  <a:pt x="285750" y="1409700"/>
                </a:lnTo>
                <a:lnTo>
                  <a:pt x="285750" y="1428750"/>
                </a:lnTo>
                <a:lnTo>
                  <a:pt x="238125" y="1428750"/>
                </a:lnTo>
                <a:lnTo>
                  <a:pt x="238125" y="1419225"/>
                </a:lnTo>
                <a:lnTo>
                  <a:pt x="247650" y="1419225"/>
                </a:lnTo>
                <a:close/>
                <a:moveTo>
                  <a:pt x="295275" y="1409700"/>
                </a:moveTo>
                <a:lnTo>
                  <a:pt x="304800" y="1409700"/>
                </a:lnTo>
                <a:lnTo>
                  <a:pt x="304800" y="1419225"/>
                </a:lnTo>
                <a:lnTo>
                  <a:pt x="295275" y="1419225"/>
                </a:lnTo>
                <a:close/>
                <a:moveTo>
                  <a:pt x="409575" y="1409700"/>
                </a:moveTo>
                <a:lnTo>
                  <a:pt x="419100" y="1409700"/>
                </a:lnTo>
                <a:lnTo>
                  <a:pt x="419100" y="1419225"/>
                </a:lnTo>
                <a:lnTo>
                  <a:pt x="409575" y="1419225"/>
                </a:lnTo>
                <a:close/>
                <a:moveTo>
                  <a:pt x="657225" y="1409700"/>
                </a:moveTo>
                <a:lnTo>
                  <a:pt x="666750" y="1409700"/>
                </a:lnTo>
                <a:lnTo>
                  <a:pt x="666750" y="1419225"/>
                </a:lnTo>
                <a:lnTo>
                  <a:pt x="657225" y="1419225"/>
                </a:lnTo>
                <a:close/>
                <a:moveTo>
                  <a:pt x="809625" y="1409700"/>
                </a:moveTo>
                <a:lnTo>
                  <a:pt x="819150" y="1409700"/>
                </a:lnTo>
                <a:lnTo>
                  <a:pt x="819150" y="1419225"/>
                </a:lnTo>
                <a:lnTo>
                  <a:pt x="809625" y="1419225"/>
                </a:lnTo>
                <a:close/>
                <a:moveTo>
                  <a:pt x="933450" y="1409700"/>
                </a:moveTo>
                <a:lnTo>
                  <a:pt x="942975" y="1409700"/>
                </a:lnTo>
                <a:lnTo>
                  <a:pt x="942975" y="1419225"/>
                </a:lnTo>
                <a:lnTo>
                  <a:pt x="933450" y="1419225"/>
                </a:lnTo>
                <a:close/>
                <a:moveTo>
                  <a:pt x="1095375" y="1409700"/>
                </a:moveTo>
                <a:lnTo>
                  <a:pt x="1104900" y="1409700"/>
                </a:lnTo>
                <a:lnTo>
                  <a:pt x="1104900" y="1419225"/>
                </a:lnTo>
                <a:lnTo>
                  <a:pt x="1095375" y="1419225"/>
                </a:lnTo>
                <a:close/>
                <a:moveTo>
                  <a:pt x="219075" y="1419225"/>
                </a:moveTo>
                <a:lnTo>
                  <a:pt x="228600" y="1419225"/>
                </a:lnTo>
                <a:lnTo>
                  <a:pt x="228600" y="1428750"/>
                </a:lnTo>
                <a:lnTo>
                  <a:pt x="219075" y="1428750"/>
                </a:lnTo>
                <a:close/>
                <a:moveTo>
                  <a:pt x="342900" y="1419225"/>
                </a:moveTo>
                <a:lnTo>
                  <a:pt x="352425" y="1419225"/>
                </a:lnTo>
                <a:lnTo>
                  <a:pt x="352425" y="1428750"/>
                </a:lnTo>
                <a:lnTo>
                  <a:pt x="342900" y="1428750"/>
                </a:lnTo>
                <a:close/>
                <a:moveTo>
                  <a:pt x="371475" y="1419225"/>
                </a:moveTo>
                <a:lnTo>
                  <a:pt x="409575" y="1419225"/>
                </a:lnTo>
                <a:lnTo>
                  <a:pt x="409575" y="1428750"/>
                </a:lnTo>
                <a:lnTo>
                  <a:pt x="371475" y="1428750"/>
                </a:lnTo>
                <a:close/>
                <a:moveTo>
                  <a:pt x="476250" y="1419225"/>
                </a:moveTo>
                <a:lnTo>
                  <a:pt x="485775" y="1419225"/>
                </a:lnTo>
                <a:lnTo>
                  <a:pt x="485775" y="1428750"/>
                </a:lnTo>
                <a:lnTo>
                  <a:pt x="476250" y="1428750"/>
                </a:lnTo>
                <a:close/>
                <a:moveTo>
                  <a:pt x="504825" y="1419225"/>
                </a:moveTo>
                <a:lnTo>
                  <a:pt x="514350" y="1419225"/>
                </a:lnTo>
                <a:lnTo>
                  <a:pt x="514350" y="1428750"/>
                </a:lnTo>
                <a:lnTo>
                  <a:pt x="504825" y="1428750"/>
                </a:lnTo>
                <a:close/>
                <a:moveTo>
                  <a:pt x="838200" y="1419225"/>
                </a:moveTo>
                <a:lnTo>
                  <a:pt x="847725" y="1419225"/>
                </a:lnTo>
                <a:lnTo>
                  <a:pt x="847725" y="1428750"/>
                </a:lnTo>
                <a:lnTo>
                  <a:pt x="838200" y="1428750"/>
                </a:lnTo>
                <a:close/>
                <a:moveTo>
                  <a:pt x="904875" y="1419225"/>
                </a:moveTo>
                <a:lnTo>
                  <a:pt x="914400" y="1419225"/>
                </a:lnTo>
                <a:lnTo>
                  <a:pt x="914400" y="1428750"/>
                </a:lnTo>
                <a:lnTo>
                  <a:pt x="904875" y="1428750"/>
                </a:lnTo>
                <a:close/>
                <a:moveTo>
                  <a:pt x="1076325" y="1419225"/>
                </a:moveTo>
                <a:lnTo>
                  <a:pt x="1095375" y="1419225"/>
                </a:lnTo>
                <a:lnTo>
                  <a:pt x="1095375" y="1428750"/>
                </a:lnTo>
                <a:lnTo>
                  <a:pt x="1076325" y="1428750"/>
                </a:lnTo>
                <a:close/>
                <a:moveTo>
                  <a:pt x="209550" y="1476375"/>
                </a:moveTo>
                <a:lnTo>
                  <a:pt x="1095375" y="1476375"/>
                </a:lnTo>
                <a:lnTo>
                  <a:pt x="1095375" y="1495425"/>
                </a:lnTo>
                <a:lnTo>
                  <a:pt x="209550" y="1495425"/>
                </a:lnTo>
                <a:close/>
                <a:moveTo>
                  <a:pt x="1790700" y="1543050"/>
                </a:moveTo>
                <a:lnTo>
                  <a:pt x="1800225" y="1543050"/>
                </a:lnTo>
                <a:lnTo>
                  <a:pt x="1800225" y="1743075"/>
                </a:lnTo>
                <a:lnTo>
                  <a:pt x="1790700" y="1743075"/>
                </a:lnTo>
                <a:close/>
                <a:moveTo>
                  <a:pt x="409575" y="1581150"/>
                </a:moveTo>
                <a:lnTo>
                  <a:pt x="419100" y="1581150"/>
                </a:lnTo>
                <a:lnTo>
                  <a:pt x="419100" y="1590675"/>
                </a:lnTo>
                <a:lnTo>
                  <a:pt x="409575" y="1590675"/>
                </a:lnTo>
                <a:close/>
                <a:moveTo>
                  <a:pt x="438150" y="1581150"/>
                </a:moveTo>
                <a:lnTo>
                  <a:pt x="447675" y="1581150"/>
                </a:lnTo>
                <a:lnTo>
                  <a:pt x="447675" y="1590675"/>
                </a:lnTo>
                <a:lnTo>
                  <a:pt x="438150" y="1590675"/>
                </a:lnTo>
                <a:close/>
                <a:moveTo>
                  <a:pt x="466725" y="1581150"/>
                </a:moveTo>
                <a:lnTo>
                  <a:pt x="495300" y="1581150"/>
                </a:lnTo>
                <a:lnTo>
                  <a:pt x="495300" y="1590675"/>
                </a:lnTo>
                <a:lnTo>
                  <a:pt x="466725" y="1590675"/>
                </a:lnTo>
                <a:close/>
                <a:moveTo>
                  <a:pt x="1295400" y="1581150"/>
                </a:moveTo>
                <a:lnTo>
                  <a:pt x="1323975" y="1581150"/>
                </a:lnTo>
                <a:lnTo>
                  <a:pt x="1323975" y="1590675"/>
                </a:lnTo>
                <a:lnTo>
                  <a:pt x="1295400" y="1590675"/>
                </a:lnTo>
                <a:close/>
                <a:moveTo>
                  <a:pt x="1485900" y="1581150"/>
                </a:moveTo>
                <a:lnTo>
                  <a:pt x="1495425" y="1581150"/>
                </a:lnTo>
                <a:lnTo>
                  <a:pt x="1495425" y="1590675"/>
                </a:lnTo>
                <a:lnTo>
                  <a:pt x="1485900" y="1590675"/>
                </a:lnTo>
                <a:close/>
                <a:moveTo>
                  <a:pt x="1524000" y="1581150"/>
                </a:moveTo>
                <a:lnTo>
                  <a:pt x="1533525" y="1581150"/>
                </a:lnTo>
                <a:lnTo>
                  <a:pt x="1533525" y="1590675"/>
                </a:lnTo>
                <a:lnTo>
                  <a:pt x="1524000" y="1590675"/>
                </a:lnTo>
                <a:close/>
                <a:moveTo>
                  <a:pt x="1876425" y="1581150"/>
                </a:moveTo>
                <a:lnTo>
                  <a:pt x="1885950" y="1581150"/>
                </a:lnTo>
                <a:lnTo>
                  <a:pt x="1885950" y="1590675"/>
                </a:lnTo>
                <a:lnTo>
                  <a:pt x="1876425" y="1590675"/>
                </a:lnTo>
                <a:close/>
                <a:moveTo>
                  <a:pt x="257175" y="1590675"/>
                </a:moveTo>
                <a:lnTo>
                  <a:pt x="295275" y="1590675"/>
                </a:lnTo>
                <a:lnTo>
                  <a:pt x="295275" y="1600200"/>
                </a:lnTo>
                <a:lnTo>
                  <a:pt x="257175" y="1600200"/>
                </a:lnTo>
                <a:close/>
                <a:moveTo>
                  <a:pt x="342900" y="1590675"/>
                </a:moveTo>
                <a:lnTo>
                  <a:pt x="381000" y="1590675"/>
                </a:lnTo>
                <a:lnTo>
                  <a:pt x="381000" y="1600200"/>
                </a:lnTo>
                <a:lnTo>
                  <a:pt x="342900" y="1600200"/>
                </a:lnTo>
                <a:close/>
                <a:moveTo>
                  <a:pt x="1238250" y="1590675"/>
                </a:moveTo>
                <a:lnTo>
                  <a:pt x="1247775" y="1590675"/>
                </a:lnTo>
                <a:lnTo>
                  <a:pt x="1247775" y="1600200"/>
                </a:lnTo>
                <a:lnTo>
                  <a:pt x="1238250" y="1600200"/>
                </a:lnTo>
                <a:close/>
                <a:moveTo>
                  <a:pt x="1266825" y="1590675"/>
                </a:moveTo>
                <a:lnTo>
                  <a:pt x="1276350" y="1590675"/>
                </a:lnTo>
                <a:lnTo>
                  <a:pt x="1276350" y="1600200"/>
                </a:lnTo>
                <a:lnTo>
                  <a:pt x="1266825" y="1600200"/>
                </a:lnTo>
                <a:close/>
                <a:moveTo>
                  <a:pt x="1371600" y="1590675"/>
                </a:moveTo>
                <a:lnTo>
                  <a:pt x="1381125" y="1590675"/>
                </a:lnTo>
                <a:lnTo>
                  <a:pt x="1381125" y="1619250"/>
                </a:lnTo>
                <a:lnTo>
                  <a:pt x="1362075" y="1619250"/>
                </a:lnTo>
                <a:lnTo>
                  <a:pt x="1362075" y="1609725"/>
                </a:lnTo>
                <a:lnTo>
                  <a:pt x="1371600" y="1609725"/>
                </a:lnTo>
                <a:close/>
                <a:moveTo>
                  <a:pt x="1495425" y="1590675"/>
                </a:moveTo>
                <a:lnTo>
                  <a:pt x="1504950" y="1590675"/>
                </a:lnTo>
                <a:lnTo>
                  <a:pt x="1504950" y="1600200"/>
                </a:lnTo>
                <a:lnTo>
                  <a:pt x="1495425" y="1600200"/>
                </a:lnTo>
                <a:close/>
                <a:moveTo>
                  <a:pt x="1514475" y="1590675"/>
                </a:moveTo>
                <a:lnTo>
                  <a:pt x="1524000" y="1590675"/>
                </a:lnTo>
                <a:lnTo>
                  <a:pt x="1524000" y="1600200"/>
                </a:lnTo>
                <a:lnTo>
                  <a:pt x="1514475" y="1600200"/>
                </a:lnTo>
                <a:close/>
                <a:moveTo>
                  <a:pt x="1666875" y="1590675"/>
                </a:moveTo>
                <a:lnTo>
                  <a:pt x="1676400" y="1590675"/>
                </a:lnTo>
                <a:lnTo>
                  <a:pt x="1676400" y="1600200"/>
                </a:lnTo>
                <a:lnTo>
                  <a:pt x="1666875" y="1600200"/>
                </a:lnTo>
                <a:close/>
                <a:moveTo>
                  <a:pt x="1866900" y="1590675"/>
                </a:moveTo>
                <a:lnTo>
                  <a:pt x="1876425" y="1590675"/>
                </a:lnTo>
                <a:lnTo>
                  <a:pt x="1876425" y="2038350"/>
                </a:lnTo>
                <a:lnTo>
                  <a:pt x="1866900" y="2038350"/>
                </a:lnTo>
                <a:close/>
                <a:moveTo>
                  <a:pt x="381000" y="1600200"/>
                </a:moveTo>
                <a:lnTo>
                  <a:pt x="400050" y="1600200"/>
                </a:lnTo>
                <a:lnTo>
                  <a:pt x="400050" y="1609725"/>
                </a:lnTo>
                <a:lnTo>
                  <a:pt x="381000" y="1609725"/>
                </a:lnTo>
                <a:close/>
                <a:moveTo>
                  <a:pt x="476250" y="1600200"/>
                </a:moveTo>
                <a:lnTo>
                  <a:pt x="495300" y="1600200"/>
                </a:lnTo>
                <a:lnTo>
                  <a:pt x="495300" y="1619250"/>
                </a:lnTo>
                <a:lnTo>
                  <a:pt x="485775" y="1619250"/>
                </a:lnTo>
                <a:lnTo>
                  <a:pt x="485775" y="1609725"/>
                </a:lnTo>
                <a:lnTo>
                  <a:pt x="476250" y="1609725"/>
                </a:lnTo>
                <a:close/>
                <a:moveTo>
                  <a:pt x="1504950" y="1600200"/>
                </a:moveTo>
                <a:lnTo>
                  <a:pt x="1514475" y="1600200"/>
                </a:lnTo>
                <a:lnTo>
                  <a:pt x="1514475" y="1628775"/>
                </a:lnTo>
                <a:lnTo>
                  <a:pt x="1533525" y="1628775"/>
                </a:lnTo>
                <a:lnTo>
                  <a:pt x="1533525" y="1638300"/>
                </a:lnTo>
                <a:lnTo>
                  <a:pt x="1514475" y="1638300"/>
                </a:lnTo>
                <a:lnTo>
                  <a:pt x="1514475" y="1647825"/>
                </a:lnTo>
                <a:lnTo>
                  <a:pt x="1495425" y="1647825"/>
                </a:lnTo>
                <a:lnTo>
                  <a:pt x="1495425" y="1638300"/>
                </a:lnTo>
                <a:lnTo>
                  <a:pt x="1485900" y="1638300"/>
                </a:lnTo>
                <a:lnTo>
                  <a:pt x="1485900" y="1628775"/>
                </a:lnTo>
                <a:lnTo>
                  <a:pt x="1504950" y="1628775"/>
                </a:lnTo>
                <a:close/>
                <a:moveTo>
                  <a:pt x="447675" y="1609725"/>
                </a:moveTo>
                <a:lnTo>
                  <a:pt x="476250" y="1609725"/>
                </a:lnTo>
                <a:lnTo>
                  <a:pt x="476250" y="1619250"/>
                </a:lnTo>
                <a:lnTo>
                  <a:pt x="447675" y="1619250"/>
                </a:lnTo>
                <a:close/>
                <a:moveTo>
                  <a:pt x="390525" y="1619250"/>
                </a:moveTo>
                <a:lnTo>
                  <a:pt x="400050" y="1619250"/>
                </a:lnTo>
                <a:lnTo>
                  <a:pt x="400050" y="1628775"/>
                </a:lnTo>
                <a:lnTo>
                  <a:pt x="390525" y="1628775"/>
                </a:lnTo>
                <a:close/>
                <a:moveTo>
                  <a:pt x="1247775" y="1619250"/>
                </a:moveTo>
                <a:lnTo>
                  <a:pt x="1257300" y="1619250"/>
                </a:lnTo>
                <a:lnTo>
                  <a:pt x="1257300" y="1628775"/>
                </a:lnTo>
                <a:lnTo>
                  <a:pt x="1247775" y="1628775"/>
                </a:lnTo>
                <a:close/>
                <a:moveTo>
                  <a:pt x="1266825" y="1619250"/>
                </a:moveTo>
                <a:lnTo>
                  <a:pt x="1276350" y="1619250"/>
                </a:lnTo>
                <a:lnTo>
                  <a:pt x="1276350" y="1628775"/>
                </a:lnTo>
                <a:lnTo>
                  <a:pt x="1266825" y="1628775"/>
                </a:lnTo>
                <a:close/>
                <a:moveTo>
                  <a:pt x="1600200" y="1619250"/>
                </a:moveTo>
                <a:lnTo>
                  <a:pt x="1609725" y="1619250"/>
                </a:lnTo>
                <a:lnTo>
                  <a:pt x="1609725" y="1628775"/>
                </a:lnTo>
                <a:lnTo>
                  <a:pt x="1600200" y="1628775"/>
                </a:lnTo>
                <a:close/>
                <a:moveTo>
                  <a:pt x="1666875" y="1619250"/>
                </a:moveTo>
                <a:lnTo>
                  <a:pt x="1676400" y="1619250"/>
                </a:lnTo>
                <a:lnTo>
                  <a:pt x="1676400" y="1628775"/>
                </a:lnTo>
                <a:lnTo>
                  <a:pt x="1666875" y="1628775"/>
                </a:lnTo>
                <a:close/>
                <a:moveTo>
                  <a:pt x="266700" y="1628775"/>
                </a:moveTo>
                <a:lnTo>
                  <a:pt x="342900" y="1628775"/>
                </a:lnTo>
                <a:lnTo>
                  <a:pt x="342900" y="1638300"/>
                </a:lnTo>
                <a:lnTo>
                  <a:pt x="266700" y="1638300"/>
                </a:lnTo>
                <a:close/>
                <a:moveTo>
                  <a:pt x="1238250" y="1628775"/>
                </a:moveTo>
                <a:lnTo>
                  <a:pt x="1247775" y="1628775"/>
                </a:lnTo>
                <a:lnTo>
                  <a:pt x="1247775" y="1638300"/>
                </a:lnTo>
                <a:lnTo>
                  <a:pt x="1238250" y="1638300"/>
                </a:lnTo>
                <a:close/>
                <a:moveTo>
                  <a:pt x="1371600" y="1628775"/>
                </a:moveTo>
                <a:lnTo>
                  <a:pt x="1381125" y="1628775"/>
                </a:lnTo>
                <a:lnTo>
                  <a:pt x="1381125" y="1638300"/>
                </a:lnTo>
                <a:lnTo>
                  <a:pt x="1371600" y="1638300"/>
                </a:lnTo>
                <a:close/>
                <a:moveTo>
                  <a:pt x="1400175" y="1628775"/>
                </a:moveTo>
                <a:lnTo>
                  <a:pt x="1428750" y="1628775"/>
                </a:lnTo>
                <a:lnTo>
                  <a:pt x="1428750" y="1638300"/>
                </a:lnTo>
                <a:lnTo>
                  <a:pt x="1400175" y="1638300"/>
                </a:lnTo>
                <a:close/>
                <a:moveTo>
                  <a:pt x="1590675" y="1628775"/>
                </a:moveTo>
                <a:lnTo>
                  <a:pt x="1600200" y="1628775"/>
                </a:lnTo>
                <a:lnTo>
                  <a:pt x="1600200" y="1638300"/>
                </a:lnTo>
                <a:lnTo>
                  <a:pt x="1590675" y="1638300"/>
                </a:lnTo>
                <a:close/>
                <a:moveTo>
                  <a:pt x="1352550" y="1638300"/>
                </a:moveTo>
                <a:lnTo>
                  <a:pt x="1362075" y="1638300"/>
                </a:lnTo>
                <a:lnTo>
                  <a:pt x="1362075" y="1647825"/>
                </a:lnTo>
                <a:lnTo>
                  <a:pt x="1352550" y="1647825"/>
                </a:lnTo>
                <a:close/>
                <a:moveTo>
                  <a:pt x="228600" y="1695450"/>
                </a:moveTo>
                <a:lnTo>
                  <a:pt x="257175" y="1695450"/>
                </a:lnTo>
                <a:lnTo>
                  <a:pt x="257175" y="1704975"/>
                </a:lnTo>
                <a:lnTo>
                  <a:pt x="276225" y="1704975"/>
                </a:lnTo>
                <a:lnTo>
                  <a:pt x="276225" y="1695450"/>
                </a:lnTo>
                <a:lnTo>
                  <a:pt x="333375" y="1695450"/>
                </a:lnTo>
                <a:lnTo>
                  <a:pt x="333375" y="1704975"/>
                </a:lnTo>
                <a:lnTo>
                  <a:pt x="352425" y="1704975"/>
                </a:lnTo>
                <a:lnTo>
                  <a:pt x="352425" y="1714500"/>
                </a:lnTo>
                <a:lnTo>
                  <a:pt x="342900" y="1714500"/>
                </a:lnTo>
                <a:lnTo>
                  <a:pt x="342900" y="1724025"/>
                </a:lnTo>
                <a:lnTo>
                  <a:pt x="333375" y="1724025"/>
                </a:lnTo>
                <a:lnTo>
                  <a:pt x="333375" y="1733550"/>
                </a:lnTo>
                <a:lnTo>
                  <a:pt x="285750" y="1733550"/>
                </a:lnTo>
                <a:lnTo>
                  <a:pt x="285750" y="1724025"/>
                </a:lnTo>
                <a:lnTo>
                  <a:pt x="257175" y="1724025"/>
                </a:lnTo>
                <a:lnTo>
                  <a:pt x="257175" y="1733550"/>
                </a:lnTo>
                <a:lnTo>
                  <a:pt x="219075" y="1733550"/>
                </a:lnTo>
                <a:lnTo>
                  <a:pt x="219075" y="1724025"/>
                </a:lnTo>
                <a:lnTo>
                  <a:pt x="209550" y="1724025"/>
                </a:lnTo>
                <a:lnTo>
                  <a:pt x="209550" y="1714500"/>
                </a:lnTo>
                <a:lnTo>
                  <a:pt x="219075" y="1714500"/>
                </a:lnTo>
                <a:lnTo>
                  <a:pt x="219075" y="1724025"/>
                </a:lnTo>
                <a:lnTo>
                  <a:pt x="238125" y="1724025"/>
                </a:lnTo>
                <a:lnTo>
                  <a:pt x="238125" y="1704975"/>
                </a:lnTo>
                <a:lnTo>
                  <a:pt x="228600" y="1704975"/>
                </a:lnTo>
                <a:close/>
                <a:moveTo>
                  <a:pt x="523875" y="1695450"/>
                </a:moveTo>
                <a:lnTo>
                  <a:pt x="571500" y="1695450"/>
                </a:lnTo>
                <a:lnTo>
                  <a:pt x="571500" y="1724025"/>
                </a:lnTo>
                <a:lnTo>
                  <a:pt x="638175" y="1724025"/>
                </a:lnTo>
                <a:lnTo>
                  <a:pt x="638175" y="1704975"/>
                </a:lnTo>
                <a:lnTo>
                  <a:pt x="714375" y="1704975"/>
                </a:lnTo>
                <a:lnTo>
                  <a:pt x="714375" y="1714500"/>
                </a:lnTo>
                <a:lnTo>
                  <a:pt x="685800" y="1714500"/>
                </a:lnTo>
                <a:lnTo>
                  <a:pt x="685800" y="1724025"/>
                </a:lnTo>
                <a:lnTo>
                  <a:pt x="714375" y="1724025"/>
                </a:lnTo>
                <a:lnTo>
                  <a:pt x="714375" y="1714500"/>
                </a:lnTo>
                <a:lnTo>
                  <a:pt x="723900" y="1714500"/>
                </a:lnTo>
                <a:lnTo>
                  <a:pt x="723900" y="1733550"/>
                </a:lnTo>
                <a:lnTo>
                  <a:pt x="523875" y="1733550"/>
                </a:lnTo>
                <a:lnTo>
                  <a:pt x="523875" y="1724025"/>
                </a:lnTo>
                <a:lnTo>
                  <a:pt x="542925" y="1724025"/>
                </a:lnTo>
                <a:lnTo>
                  <a:pt x="542925" y="1704975"/>
                </a:lnTo>
                <a:lnTo>
                  <a:pt x="523875" y="1704975"/>
                </a:lnTo>
                <a:close/>
                <a:moveTo>
                  <a:pt x="428625" y="1704975"/>
                </a:moveTo>
                <a:lnTo>
                  <a:pt x="438150" y="1704975"/>
                </a:lnTo>
                <a:lnTo>
                  <a:pt x="438150" y="1714500"/>
                </a:lnTo>
                <a:lnTo>
                  <a:pt x="428625" y="1714500"/>
                </a:lnTo>
                <a:close/>
                <a:moveTo>
                  <a:pt x="600075" y="1704975"/>
                </a:moveTo>
                <a:lnTo>
                  <a:pt x="619125" y="1704975"/>
                </a:lnTo>
                <a:lnTo>
                  <a:pt x="619125" y="1714500"/>
                </a:lnTo>
                <a:lnTo>
                  <a:pt x="600075" y="1714500"/>
                </a:lnTo>
                <a:close/>
                <a:moveTo>
                  <a:pt x="381000" y="1714500"/>
                </a:moveTo>
                <a:lnTo>
                  <a:pt x="390525" y="1714500"/>
                </a:lnTo>
                <a:lnTo>
                  <a:pt x="390525" y="1733550"/>
                </a:lnTo>
                <a:lnTo>
                  <a:pt x="371475" y="1733550"/>
                </a:lnTo>
                <a:lnTo>
                  <a:pt x="371475" y="1724025"/>
                </a:lnTo>
                <a:lnTo>
                  <a:pt x="381000" y="1724025"/>
                </a:lnTo>
                <a:close/>
                <a:moveTo>
                  <a:pt x="409575" y="1714500"/>
                </a:moveTo>
                <a:lnTo>
                  <a:pt x="419100" y="1714500"/>
                </a:lnTo>
                <a:lnTo>
                  <a:pt x="419100" y="1724025"/>
                </a:lnTo>
                <a:lnTo>
                  <a:pt x="409575" y="1724025"/>
                </a:lnTo>
                <a:close/>
                <a:moveTo>
                  <a:pt x="447675" y="1714500"/>
                </a:moveTo>
                <a:lnTo>
                  <a:pt x="457200" y="1714500"/>
                </a:lnTo>
                <a:lnTo>
                  <a:pt x="457200" y="1733550"/>
                </a:lnTo>
                <a:lnTo>
                  <a:pt x="419100" y="1733550"/>
                </a:lnTo>
                <a:lnTo>
                  <a:pt x="419100" y="1724025"/>
                </a:lnTo>
                <a:lnTo>
                  <a:pt x="447675" y="1724025"/>
                </a:lnTo>
                <a:close/>
                <a:moveTo>
                  <a:pt x="285750" y="1724025"/>
                </a:moveTo>
                <a:lnTo>
                  <a:pt x="314325" y="1724025"/>
                </a:lnTo>
                <a:lnTo>
                  <a:pt x="314325" y="1714500"/>
                </a:lnTo>
                <a:lnTo>
                  <a:pt x="304800" y="1714500"/>
                </a:lnTo>
                <a:lnTo>
                  <a:pt x="304800" y="1704975"/>
                </a:lnTo>
                <a:lnTo>
                  <a:pt x="295275" y="1704975"/>
                </a:lnTo>
                <a:lnTo>
                  <a:pt x="295275" y="1714500"/>
                </a:lnTo>
                <a:lnTo>
                  <a:pt x="285750" y="1714500"/>
                </a:lnTo>
                <a:close/>
                <a:moveTo>
                  <a:pt x="342900" y="1724025"/>
                </a:moveTo>
                <a:lnTo>
                  <a:pt x="361950" y="1724025"/>
                </a:lnTo>
                <a:lnTo>
                  <a:pt x="361950" y="1733550"/>
                </a:lnTo>
                <a:lnTo>
                  <a:pt x="342900" y="1733550"/>
                </a:lnTo>
                <a:close/>
                <a:moveTo>
                  <a:pt x="361950" y="1733550"/>
                </a:moveTo>
                <a:lnTo>
                  <a:pt x="371475" y="1733550"/>
                </a:lnTo>
                <a:lnTo>
                  <a:pt x="371475" y="1743075"/>
                </a:lnTo>
                <a:lnTo>
                  <a:pt x="361950" y="1743075"/>
                </a:lnTo>
                <a:close/>
                <a:moveTo>
                  <a:pt x="314325" y="1809750"/>
                </a:moveTo>
                <a:lnTo>
                  <a:pt x="323850" y="1809750"/>
                </a:lnTo>
                <a:lnTo>
                  <a:pt x="323850" y="1819275"/>
                </a:lnTo>
                <a:lnTo>
                  <a:pt x="314325" y="1819275"/>
                </a:lnTo>
                <a:close/>
                <a:moveTo>
                  <a:pt x="209550" y="1819275"/>
                </a:moveTo>
                <a:lnTo>
                  <a:pt x="219075" y="1819275"/>
                </a:lnTo>
                <a:lnTo>
                  <a:pt x="219075" y="1828800"/>
                </a:lnTo>
                <a:lnTo>
                  <a:pt x="209550" y="1828800"/>
                </a:lnTo>
                <a:close/>
                <a:moveTo>
                  <a:pt x="228600" y="1819275"/>
                </a:moveTo>
                <a:lnTo>
                  <a:pt x="257175" y="1819275"/>
                </a:lnTo>
                <a:lnTo>
                  <a:pt x="257175" y="1828800"/>
                </a:lnTo>
                <a:lnTo>
                  <a:pt x="228600" y="1828800"/>
                </a:lnTo>
                <a:close/>
                <a:moveTo>
                  <a:pt x="304800" y="1819275"/>
                </a:moveTo>
                <a:lnTo>
                  <a:pt x="314325" y="1819275"/>
                </a:lnTo>
                <a:lnTo>
                  <a:pt x="314325" y="1828800"/>
                </a:lnTo>
                <a:lnTo>
                  <a:pt x="304800" y="1828800"/>
                </a:lnTo>
                <a:close/>
                <a:moveTo>
                  <a:pt x="333375" y="1819275"/>
                </a:moveTo>
                <a:lnTo>
                  <a:pt x="342900" y="1819275"/>
                </a:lnTo>
                <a:lnTo>
                  <a:pt x="342900" y="1828800"/>
                </a:lnTo>
                <a:lnTo>
                  <a:pt x="333375" y="1828800"/>
                </a:lnTo>
                <a:close/>
                <a:moveTo>
                  <a:pt x="371475" y="1819275"/>
                </a:moveTo>
                <a:lnTo>
                  <a:pt x="409575" y="1819275"/>
                </a:lnTo>
                <a:lnTo>
                  <a:pt x="409575" y="1828800"/>
                </a:lnTo>
                <a:lnTo>
                  <a:pt x="371475" y="1828800"/>
                </a:lnTo>
                <a:close/>
                <a:moveTo>
                  <a:pt x="419100" y="1819275"/>
                </a:moveTo>
                <a:lnTo>
                  <a:pt x="447675" y="1819275"/>
                </a:lnTo>
                <a:lnTo>
                  <a:pt x="447675" y="1847850"/>
                </a:lnTo>
                <a:lnTo>
                  <a:pt x="438150" y="1847850"/>
                </a:lnTo>
                <a:lnTo>
                  <a:pt x="438150" y="1828800"/>
                </a:lnTo>
                <a:lnTo>
                  <a:pt x="419100" y="1828800"/>
                </a:lnTo>
                <a:close/>
                <a:moveTo>
                  <a:pt x="514350" y="1819275"/>
                </a:moveTo>
                <a:lnTo>
                  <a:pt x="523875" y="1819275"/>
                </a:lnTo>
                <a:lnTo>
                  <a:pt x="523875" y="1828800"/>
                </a:lnTo>
                <a:lnTo>
                  <a:pt x="514350" y="1828800"/>
                </a:lnTo>
                <a:close/>
                <a:moveTo>
                  <a:pt x="552450" y="1819275"/>
                </a:moveTo>
                <a:lnTo>
                  <a:pt x="581025" y="1819275"/>
                </a:lnTo>
                <a:lnTo>
                  <a:pt x="581025" y="1838325"/>
                </a:lnTo>
                <a:lnTo>
                  <a:pt x="571500" y="1838325"/>
                </a:lnTo>
                <a:lnTo>
                  <a:pt x="571500" y="1828800"/>
                </a:lnTo>
                <a:lnTo>
                  <a:pt x="552450" y="1828800"/>
                </a:lnTo>
                <a:close/>
                <a:moveTo>
                  <a:pt x="638175" y="1819275"/>
                </a:moveTo>
                <a:lnTo>
                  <a:pt x="676275" y="1819275"/>
                </a:lnTo>
                <a:lnTo>
                  <a:pt x="676275" y="1828800"/>
                </a:lnTo>
                <a:lnTo>
                  <a:pt x="638175" y="1828800"/>
                </a:lnTo>
                <a:close/>
                <a:moveTo>
                  <a:pt x="695325" y="1819275"/>
                </a:moveTo>
                <a:lnTo>
                  <a:pt x="704850" y="1819275"/>
                </a:lnTo>
                <a:lnTo>
                  <a:pt x="704850" y="1828800"/>
                </a:lnTo>
                <a:lnTo>
                  <a:pt x="695325" y="1828800"/>
                </a:lnTo>
                <a:close/>
                <a:moveTo>
                  <a:pt x="733425" y="1819275"/>
                </a:moveTo>
                <a:lnTo>
                  <a:pt x="742950" y="1819275"/>
                </a:lnTo>
                <a:lnTo>
                  <a:pt x="742950" y="1828800"/>
                </a:lnTo>
                <a:lnTo>
                  <a:pt x="752475" y="1828800"/>
                </a:lnTo>
                <a:lnTo>
                  <a:pt x="752475" y="1838325"/>
                </a:lnTo>
                <a:lnTo>
                  <a:pt x="733425" y="1838325"/>
                </a:lnTo>
                <a:close/>
                <a:moveTo>
                  <a:pt x="781050" y="1819275"/>
                </a:moveTo>
                <a:lnTo>
                  <a:pt x="790575" y="1819275"/>
                </a:lnTo>
                <a:lnTo>
                  <a:pt x="790575" y="1828800"/>
                </a:lnTo>
                <a:lnTo>
                  <a:pt x="781050" y="1828800"/>
                </a:lnTo>
                <a:close/>
                <a:moveTo>
                  <a:pt x="800100" y="1819275"/>
                </a:moveTo>
                <a:lnTo>
                  <a:pt x="809625" y="1819275"/>
                </a:lnTo>
                <a:lnTo>
                  <a:pt x="809625" y="1828800"/>
                </a:lnTo>
                <a:lnTo>
                  <a:pt x="800100" y="1828800"/>
                </a:lnTo>
                <a:close/>
                <a:moveTo>
                  <a:pt x="819150" y="1819275"/>
                </a:moveTo>
                <a:lnTo>
                  <a:pt x="847725" y="1819275"/>
                </a:lnTo>
                <a:lnTo>
                  <a:pt x="847725" y="1828800"/>
                </a:lnTo>
                <a:lnTo>
                  <a:pt x="819150" y="1828800"/>
                </a:lnTo>
                <a:close/>
                <a:moveTo>
                  <a:pt x="771525" y="1828800"/>
                </a:moveTo>
                <a:lnTo>
                  <a:pt x="781050" y="1828800"/>
                </a:lnTo>
                <a:lnTo>
                  <a:pt x="781050" y="1847850"/>
                </a:lnTo>
                <a:lnTo>
                  <a:pt x="790575" y="1847850"/>
                </a:lnTo>
                <a:lnTo>
                  <a:pt x="790575" y="1857375"/>
                </a:lnTo>
                <a:lnTo>
                  <a:pt x="771525" y="1857375"/>
                </a:lnTo>
                <a:close/>
                <a:moveTo>
                  <a:pt x="876300" y="1828800"/>
                </a:moveTo>
                <a:lnTo>
                  <a:pt x="885825" y="1828800"/>
                </a:lnTo>
                <a:lnTo>
                  <a:pt x="885825" y="1838325"/>
                </a:lnTo>
                <a:lnTo>
                  <a:pt x="876300" y="1838325"/>
                </a:lnTo>
                <a:close/>
                <a:moveTo>
                  <a:pt x="219075" y="1847850"/>
                </a:moveTo>
                <a:lnTo>
                  <a:pt x="247650" y="1847850"/>
                </a:lnTo>
                <a:lnTo>
                  <a:pt x="247650" y="1857375"/>
                </a:lnTo>
                <a:lnTo>
                  <a:pt x="219075" y="1857375"/>
                </a:lnTo>
                <a:close/>
                <a:moveTo>
                  <a:pt x="276225" y="1847850"/>
                </a:moveTo>
                <a:lnTo>
                  <a:pt x="304800" y="1847850"/>
                </a:lnTo>
                <a:lnTo>
                  <a:pt x="304800" y="1857375"/>
                </a:lnTo>
                <a:lnTo>
                  <a:pt x="276225" y="1857375"/>
                </a:lnTo>
                <a:close/>
                <a:moveTo>
                  <a:pt x="323850" y="1847850"/>
                </a:moveTo>
                <a:lnTo>
                  <a:pt x="352425" y="1847850"/>
                </a:lnTo>
                <a:lnTo>
                  <a:pt x="352425" y="1857375"/>
                </a:lnTo>
                <a:lnTo>
                  <a:pt x="323850" y="1857375"/>
                </a:lnTo>
                <a:close/>
                <a:moveTo>
                  <a:pt x="361950" y="1847850"/>
                </a:moveTo>
                <a:lnTo>
                  <a:pt x="371475" y="1847850"/>
                </a:lnTo>
                <a:lnTo>
                  <a:pt x="371475" y="1857375"/>
                </a:lnTo>
                <a:lnTo>
                  <a:pt x="361950" y="1857375"/>
                </a:lnTo>
                <a:close/>
                <a:moveTo>
                  <a:pt x="381000" y="1847850"/>
                </a:moveTo>
                <a:lnTo>
                  <a:pt x="390525" y="1847850"/>
                </a:lnTo>
                <a:lnTo>
                  <a:pt x="390525" y="1857375"/>
                </a:lnTo>
                <a:lnTo>
                  <a:pt x="381000" y="1857375"/>
                </a:lnTo>
                <a:close/>
                <a:moveTo>
                  <a:pt x="485775" y="1847850"/>
                </a:moveTo>
                <a:lnTo>
                  <a:pt x="514350" y="1847850"/>
                </a:lnTo>
                <a:lnTo>
                  <a:pt x="514350" y="1857375"/>
                </a:lnTo>
                <a:lnTo>
                  <a:pt x="485775" y="1857375"/>
                </a:lnTo>
                <a:close/>
                <a:moveTo>
                  <a:pt x="542925" y="1847850"/>
                </a:moveTo>
                <a:lnTo>
                  <a:pt x="600075" y="1847850"/>
                </a:lnTo>
                <a:lnTo>
                  <a:pt x="600075" y="1857375"/>
                </a:lnTo>
                <a:lnTo>
                  <a:pt x="542925" y="1857375"/>
                </a:lnTo>
                <a:close/>
                <a:moveTo>
                  <a:pt x="628650" y="1847850"/>
                </a:moveTo>
                <a:lnTo>
                  <a:pt x="666750" y="1847850"/>
                </a:lnTo>
                <a:lnTo>
                  <a:pt x="666750" y="1857375"/>
                </a:lnTo>
                <a:lnTo>
                  <a:pt x="628650" y="1857375"/>
                </a:lnTo>
                <a:close/>
                <a:moveTo>
                  <a:pt x="704850" y="1847850"/>
                </a:moveTo>
                <a:lnTo>
                  <a:pt x="714375" y="1847850"/>
                </a:lnTo>
                <a:lnTo>
                  <a:pt x="714375" y="1857375"/>
                </a:lnTo>
                <a:lnTo>
                  <a:pt x="704850" y="1857375"/>
                </a:lnTo>
                <a:close/>
                <a:moveTo>
                  <a:pt x="819150" y="1847850"/>
                </a:moveTo>
                <a:lnTo>
                  <a:pt x="838200" y="1847850"/>
                </a:lnTo>
                <a:lnTo>
                  <a:pt x="838200" y="1857375"/>
                </a:lnTo>
                <a:lnTo>
                  <a:pt x="819150" y="1857375"/>
                </a:lnTo>
                <a:close/>
                <a:moveTo>
                  <a:pt x="409575" y="1905000"/>
                </a:moveTo>
                <a:lnTo>
                  <a:pt x="438150" y="1905000"/>
                </a:lnTo>
                <a:lnTo>
                  <a:pt x="438150" y="1914525"/>
                </a:lnTo>
                <a:lnTo>
                  <a:pt x="485775" y="1914525"/>
                </a:lnTo>
                <a:lnTo>
                  <a:pt x="485775" y="1924050"/>
                </a:lnTo>
                <a:lnTo>
                  <a:pt x="428625" y="1924050"/>
                </a:lnTo>
                <a:lnTo>
                  <a:pt x="428625" y="1914525"/>
                </a:lnTo>
                <a:lnTo>
                  <a:pt x="409575" y="1914525"/>
                </a:lnTo>
                <a:close/>
                <a:moveTo>
                  <a:pt x="238125" y="1914525"/>
                </a:moveTo>
                <a:lnTo>
                  <a:pt x="247650" y="1914525"/>
                </a:lnTo>
                <a:lnTo>
                  <a:pt x="247650" y="1924050"/>
                </a:lnTo>
                <a:lnTo>
                  <a:pt x="238125" y="1924050"/>
                </a:lnTo>
                <a:close/>
                <a:moveTo>
                  <a:pt x="257175" y="1914525"/>
                </a:moveTo>
                <a:lnTo>
                  <a:pt x="276225" y="1914525"/>
                </a:lnTo>
                <a:lnTo>
                  <a:pt x="276225" y="1924050"/>
                </a:lnTo>
                <a:lnTo>
                  <a:pt x="257175" y="1924050"/>
                </a:lnTo>
                <a:close/>
                <a:moveTo>
                  <a:pt x="285750" y="1914525"/>
                </a:moveTo>
                <a:lnTo>
                  <a:pt x="352425" y="1914525"/>
                </a:lnTo>
                <a:lnTo>
                  <a:pt x="352425" y="1924050"/>
                </a:lnTo>
                <a:lnTo>
                  <a:pt x="342900" y="1924050"/>
                </a:lnTo>
                <a:lnTo>
                  <a:pt x="342900" y="1933575"/>
                </a:lnTo>
                <a:lnTo>
                  <a:pt x="352425" y="1933575"/>
                </a:lnTo>
                <a:lnTo>
                  <a:pt x="352425" y="1943100"/>
                </a:lnTo>
                <a:lnTo>
                  <a:pt x="371475" y="1943100"/>
                </a:lnTo>
                <a:lnTo>
                  <a:pt x="371475" y="1933575"/>
                </a:lnTo>
                <a:lnTo>
                  <a:pt x="381000" y="1933575"/>
                </a:lnTo>
                <a:lnTo>
                  <a:pt x="381000" y="1914525"/>
                </a:lnTo>
                <a:lnTo>
                  <a:pt x="409575" y="1914525"/>
                </a:lnTo>
                <a:lnTo>
                  <a:pt x="409575" y="1924050"/>
                </a:lnTo>
                <a:lnTo>
                  <a:pt x="390525" y="1924050"/>
                </a:lnTo>
                <a:lnTo>
                  <a:pt x="390525" y="1933575"/>
                </a:lnTo>
                <a:lnTo>
                  <a:pt x="409575" y="1933575"/>
                </a:lnTo>
                <a:lnTo>
                  <a:pt x="409575" y="1943100"/>
                </a:lnTo>
                <a:lnTo>
                  <a:pt x="371475" y="1943100"/>
                </a:lnTo>
                <a:lnTo>
                  <a:pt x="371475" y="1952625"/>
                </a:lnTo>
                <a:lnTo>
                  <a:pt x="323850" y="1952625"/>
                </a:lnTo>
                <a:lnTo>
                  <a:pt x="323850" y="1924050"/>
                </a:lnTo>
                <a:lnTo>
                  <a:pt x="285750" y="1924050"/>
                </a:lnTo>
                <a:close/>
                <a:moveTo>
                  <a:pt x="504825" y="1914525"/>
                </a:moveTo>
                <a:lnTo>
                  <a:pt x="581025" y="1914525"/>
                </a:lnTo>
                <a:lnTo>
                  <a:pt x="581025" y="1924050"/>
                </a:lnTo>
                <a:lnTo>
                  <a:pt x="600075" y="1924050"/>
                </a:lnTo>
                <a:lnTo>
                  <a:pt x="600075" y="1933575"/>
                </a:lnTo>
                <a:lnTo>
                  <a:pt x="581025" y="1933575"/>
                </a:lnTo>
                <a:lnTo>
                  <a:pt x="581025" y="1943100"/>
                </a:lnTo>
                <a:lnTo>
                  <a:pt x="552450" y="1943100"/>
                </a:lnTo>
                <a:lnTo>
                  <a:pt x="552450" y="1933575"/>
                </a:lnTo>
                <a:lnTo>
                  <a:pt x="571500" y="1933575"/>
                </a:lnTo>
                <a:lnTo>
                  <a:pt x="571500" y="1924050"/>
                </a:lnTo>
                <a:lnTo>
                  <a:pt x="523875" y="1924050"/>
                </a:lnTo>
                <a:lnTo>
                  <a:pt x="523875" y="1933575"/>
                </a:lnTo>
                <a:lnTo>
                  <a:pt x="533400" y="1933575"/>
                </a:lnTo>
                <a:lnTo>
                  <a:pt x="533400" y="1943100"/>
                </a:lnTo>
                <a:lnTo>
                  <a:pt x="485775" y="1943100"/>
                </a:lnTo>
                <a:lnTo>
                  <a:pt x="485775" y="1933575"/>
                </a:lnTo>
                <a:lnTo>
                  <a:pt x="504825" y="1933575"/>
                </a:lnTo>
                <a:close/>
                <a:moveTo>
                  <a:pt x="638175" y="1914525"/>
                </a:moveTo>
                <a:lnTo>
                  <a:pt x="676275" y="1914525"/>
                </a:lnTo>
                <a:lnTo>
                  <a:pt x="676275" y="1933575"/>
                </a:lnTo>
                <a:lnTo>
                  <a:pt x="685800" y="1933575"/>
                </a:lnTo>
                <a:lnTo>
                  <a:pt x="685800" y="1924050"/>
                </a:lnTo>
                <a:lnTo>
                  <a:pt x="695325" y="1924050"/>
                </a:lnTo>
                <a:lnTo>
                  <a:pt x="695325" y="1943100"/>
                </a:lnTo>
                <a:lnTo>
                  <a:pt x="647700" y="1943100"/>
                </a:lnTo>
                <a:lnTo>
                  <a:pt x="647700" y="1933575"/>
                </a:lnTo>
                <a:lnTo>
                  <a:pt x="666750" y="1933575"/>
                </a:lnTo>
                <a:lnTo>
                  <a:pt x="666750" y="1924050"/>
                </a:lnTo>
                <a:lnTo>
                  <a:pt x="638175" y="1924050"/>
                </a:lnTo>
                <a:close/>
                <a:moveTo>
                  <a:pt x="276225" y="1924050"/>
                </a:moveTo>
                <a:lnTo>
                  <a:pt x="285750" y="1924050"/>
                </a:lnTo>
                <a:lnTo>
                  <a:pt x="285750" y="1933575"/>
                </a:lnTo>
                <a:lnTo>
                  <a:pt x="276225" y="1933575"/>
                </a:lnTo>
                <a:close/>
                <a:moveTo>
                  <a:pt x="209550" y="1933575"/>
                </a:moveTo>
                <a:lnTo>
                  <a:pt x="219075" y="1933575"/>
                </a:lnTo>
                <a:lnTo>
                  <a:pt x="219075" y="1943100"/>
                </a:lnTo>
                <a:lnTo>
                  <a:pt x="228600" y="1943100"/>
                </a:lnTo>
                <a:lnTo>
                  <a:pt x="228600" y="1952625"/>
                </a:lnTo>
                <a:lnTo>
                  <a:pt x="209550" y="1952625"/>
                </a:lnTo>
                <a:close/>
                <a:moveTo>
                  <a:pt x="238125" y="1933575"/>
                </a:moveTo>
                <a:lnTo>
                  <a:pt x="257175" y="1933575"/>
                </a:lnTo>
                <a:lnTo>
                  <a:pt x="257175" y="1943100"/>
                </a:lnTo>
                <a:lnTo>
                  <a:pt x="238125" y="1943100"/>
                </a:lnTo>
                <a:close/>
                <a:moveTo>
                  <a:pt x="438150" y="1933575"/>
                </a:moveTo>
                <a:lnTo>
                  <a:pt x="447675" y="1933575"/>
                </a:lnTo>
                <a:lnTo>
                  <a:pt x="447675" y="1943100"/>
                </a:lnTo>
                <a:lnTo>
                  <a:pt x="457200" y="1943100"/>
                </a:lnTo>
                <a:lnTo>
                  <a:pt x="457200" y="1952625"/>
                </a:lnTo>
                <a:lnTo>
                  <a:pt x="409575" y="1952625"/>
                </a:lnTo>
                <a:lnTo>
                  <a:pt x="409575" y="1943100"/>
                </a:lnTo>
                <a:lnTo>
                  <a:pt x="438150" y="1943100"/>
                </a:lnTo>
                <a:close/>
                <a:moveTo>
                  <a:pt x="600075" y="1933575"/>
                </a:moveTo>
                <a:lnTo>
                  <a:pt x="638175" y="1933575"/>
                </a:lnTo>
                <a:lnTo>
                  <a:pt x="638175" y="1943100"/>
                </a:lnTo>
                <a:lnTo>
                  <a:pt x="647700" y="1943100"/>
                </a:lnTo>
                <a:lnTo>
                  <a:pt x="647700" y="1952625"/>
                </a:lnTo>
                <a:lnTo>
                  <a:pt x="619125" y="1952625"/>
                </a:lnTo>
                <a:lnTo>
                  <a:pt x="619125" y="1943100"/>
                </a:lnTo>
                <a:lnTo>
                  <a:pt x="600075" y="1943100"/>
                </a:lnTo>
                <a:close/>
                <a:moveTo>
                  <a:pt x="476250" y="1943100"/>
                </a:moveTo>
                <a:lnTo>
                  <a:pt x="485775" y="1943100"/>
                </a:lnTo>
                <a:lnTo>
                  <a:pt x="485775" y="1952625"/>
                </a:lnTo>
                <a:lnTo>
                  <a:pt x="476250" y="1952625"/>
                </a:lnTo>
                <a:close/>
                <a:moveTo>
                  <a:pt x="457200" y="1952625"/>
                </a:moveTo>
                <a:lnTo>
                  <a:pt x="476250" y="1952625"/>
                </a:lnTo>
                <a:lnTo>
                  <a:pt x="476250" y="1962150"/>
                </a:lnTo>
                <a:lnTo>
                  <a:pt x="457200" y="1962150"/>
                </a:lnTo>
                <a:close/>
                <a:moveTo>
                  <a:pt x="1790700" y="2028825"/>
                </a:moveTo>
                <a:lnTo>
                  <a:pt x="1800225" y="2028825"/>
                </a:lnTo>
                <a:lnTo>
                  <a:pt x="1800225" y="2038350"/>
                </a:lnTo>
                <a:lnTo>
                  <a:pt x="1790700" y="2038350"/>
                </a:lnTo>
                <a:close/>
              </a:path>
            </a:pathLst>
          </a:custGeom>
          <a:solidFill xmlns:a="http://schemas.openxmlformats.org/drawingml/2006/main">
            <a:srgbClr val="CCCCC0"/>
          </a:solidFill>
          <a:ln xmlns:a="http://schemas.openxmlformats.org/drawingml/2006/main" w="0">
            <a:noFill/>
          </a:ln>
        </p:spPr>
      </p:sp>
      <p:sp>
        <p:nvSpPr>
          <p:cNvPr id="147" name="sales vector #b7b6aa">
            <a:extLst xmlns:a="http://schemas.openxmlformats.org/drawingml/2006/main">
              <a:ext uri="{FF2B5EF4-FFF2-40B4-BE49-F238E27FC236}">
                <a16:creationId xmlns:a16="http://schemas.microsoft.com/office/drawing/2014/main" id="{E2C9022B-699B-4BC3-9DDE-2BD552FABEF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381625" y="4914900"/>
            <a:ext cx="2247900" cy="2400300"/>
          </a:xfrm>
          <a:custGeom xmlns:a="http://schemas.openxmlformats.org/drawingml/2006/main">
            <a:pathLst>
              <a:path w="1905000" h="2038350">
                <a:moveTo>
                  <a:pt x="333375" y="38100"/>
                </a:moveTo>
                <a:lnTo>
                  <a:pt x="352425" y="38100"/>
                </a:lnTo>
                <a:lnTo>
                  <a:pt x="352425" y="47625"/>
                </a:lnTo>
                <a:lnTo>
                  <a:pt x="333375" y="47625"/>
                </a:lnTo>
                <a:close/>
                <a:moveTo>
                  <a:pt x="1562100" y="38100"/>
                </a:moveTo>
                <a:lnTo>
                  <a:pt x="1581150" y="38100"/>
                </a:lnTo>
                <a:lnTo>
                  <a:pt x="1581150" y="47625"/>
                </a:lnTo>
                <a:lnTo>
                  <a:pt x="1562100" y="47625"/>
                </a:lnTo>
                <a:close/>
                <a:moveTo>
                  <a:pt x="285750" y="47625"/>
                </a:moveTo>
                <a:lnTo>
                  <a:pt x="295275" y="47625"/>
                </a:lnTo>
                <a:lnTo>
                  <a:pt x="295275" y="57150"/>
                </a:lnTo>
                <a:lnTo>
                  <a:pt x="285750" y="57150"/>
                </a:lnTo>
                <a:close/>
                <a:moveTo>
                  <a:pt x="1619250" y="47625"/>
                </a:moveTo>
                <a:lnTo>
                  <a:pt x="1628775" y="47625"/>
                </a:lnTo>
                <a:lnTo>
                  <a:pt x="1628775" y="57150"/>
                </a:lnTo>
                <a:lnTo>
                  <a:pt x="1619250" y="57150"/>
                </a:lnTo>
                <a:close/>
                <a:moveTo>
                  <a:pt x="1647825" y="57150"/>
                </a:moveTo>
                <a:lnTo>
                  <a:pt x="1657350" y="57150"/>
                </a:lnTo>
                <a:lnTo>
                  <a:pt x="1657350" y="66675"/>
                </a:lnTo>
                <a:lnTo>
                  <a:pt x="1647825" y="66675"/>
                </a:lnTo>
                <a:close/>
                <a:moveTo>
                  <a:pt x="228600" y="66675"/>
                </a:moveTo>
                <a:lnTo>
                  <a:pt x="238125" y="66675"/>
                </a:lnTo>
                <a:lnTo>
                  <a:pt x="238125" y="76200"/>
                </a:lnTo>
                <a:lnTo>
                  <a:pt x="228600" y="76200"/>
                </a:lnTo>
                <a:close/>
                <a:moveTo>
                  <a:pt x="209550" y="76200"/>
                </a:moveTo>
                <a:lnTo>
                  <a:pt x="219075" y="76200"/>
                </a:lnTo>
                <a:lnTo>
                  <a:pt x="219075" y="85725"/>
                </a:lnTo>
                <a:lnTo>
                  <a:pt x="209550" y="85725"/>
                </a:lnTo>
                <a:close/>
                <a:moveTo>
                  <a:pt x="1695450" y="76200"/>
                </a:moveTo>
                <a:lnTo>
                  <a:pt x="1704975" y="76200"/>
                </a:lnTo>
                <a:lnTo>
                  <a:pt x="1704975" y="85725"/>
                </a:lnTo>
                <a:lnTo>
                  <a:pt x="1695450" y="85725"/>
                </a:lnTo>
                <a:close/>
                <a:moveTo>
                  <a:pt x="1724025" y="95250"/>
                </a:moveTo>
                <a:lnTo>
                  <a:pt x="1733550" y="95250"/>
                </a:lnTo>
                <a:lnTo>
                  <a:pt x="1733550" y="104775"/>
                </a:lnTo>
                <a:lnTo>
                  <a:pt x="1724025" y="104775"/>
                </a:lnTo>
                <a:close/>
                <a:moveTo>
                  <a:pt x="352425" y="114300"/>
                </a:moveTo>
                <a:lnTo>
                  <a:pt x="361950" y="114300"/>
                </a:lnTo>
                <a:lnTo>
                  <a:pt x="361950" y="123825"/>
                </a:lnTo>
                <a:lnTo>
                  <a:pt x="352425" y="123825"/>
                </a:lnTo>
                <a:close/>
                <a:moveTo>
                  <a:pt x="1552575" y="114300"/>
                </a:moveTo>
                <a:lnTo>
                  <a:pt x="1562100" y="114300"/>
                </a:lnTo>
                <a:lnTo>
                  <a:pt x="1562100" y="123825"/>
                </a:lnTo>
                <a:lnTo>
                  <a:pt x="1552575" y="123825"/>
                </a:lnTo>
                <a:close/>
                <a:moveTo>
                  <a:pt x="0" y="123825"/>
                </a:moveTo>
                <a:lnTo>
                  <a:pt x="133350" y="123825"/>
                </a:lnTo>
                <a:lnTo>
                  <a:pt x="133350" y="142875"/>
                </a:lnTo>
                <a:lnTo>
                  <a:pt x="123825" y="142875"/>
                </a:lnTo>
                <a:lnTo>
                  <a:pt x="123825" y="133350"/>
                </a:lnTo>
                <a:lnTo>
                  <a:pt x="0" y="133350"/>
                </a:lnTo>
                <a:close/>
                <a:moveTo>
                  <a:pt x="295275" y="123825"/>
                </a:moveTo>
                <a:lnTo>
                  <a:pt x="304800" y="123825"/>
                </a:lnTo>
                <a:lnTo>
                  <a:pt x="304800" y="133350"/>
                </a:lnTo>
                <a:lnTo>
                  <a:pt x="295275" y="133350"/>
                </a:lnTo>
                <a:close/>
                <a:moveTo>
                  <a:pt x="1609725" y="123825"/>
                </a:moveTo>
                <a:lnTo>
                  <a:pt x="1619250" y="123825"/>
                </a:lnTo>
                <a:lnTo>
                  <a:pt x="1619250" y="133350"/>
                </a:lnTo>
                <a:lnTo>
                  <a:pt x="1609725" y="133350"/>
                </a:lnTo>
                <a:close/>
                <a:moveTo>
                  <a:pt x="1771650" y="123825"/>
                </a:moveTo>
                <a:lnTo>
                  <a:pt x="1905000" y="123825"/>
                </a:lnTo>
                <a:lnTo>
                  <a:pt x="1905000" y="133350"/>
                </a:lnTo>
                <a:lnTo>
                  <a:pt x="1781175" y="133350"/>
                </a:lnTo>
                <a:lnTo>
                  <a:pt x="1781175" y="142875"/>
                </a:lnTo>
                <a:lnTo>
                  <a:pt x="1771650" y="142875"/>
                </a:lnTo>
                <a:close/>
                <a:moveTo>
                  <a:pt x="266700" y="133350"/>
                </a:moveTo>
                <a:lnTo>
                  <a:pt x="276225" y="133350"/>
                </a:lnTo>
                <a:lnTo>
                  <a:pt x="276225" y="142875"/>
                </a:lnTo>
                <a:lnTo>
                  <a:pt x="266700" y="142875"/>
                </a:lnTo>
                <a:close/>
                <a:moveTo>
                  <a:pt x="1638300" y="133350"/>
                </a:moveTo>
                <a:lnTo>
                  <a:pt x="1647825" y="133350"/>
                </a:lnTo>
                <a:lnTo>
                  <a:pt x="1647825" y="142875"/>
                </a:lnTo>
                <a:lnTo>
                  <a:pt x="1638300" y="142875"/>
                </a:lnTo>
                <a:close/>
                <a:moveTo>
                  <a:pt x="114300" y="152400"/>
                </a:moveTo>
                <a:lnTo>
                  <a:pt x="123825" y="152400"/>
                </a:lnTo>
                <a:lnTo>
                  <a:pt x="123825" y="161925"/>
                </a:lnTo>
                <a:lnTo>
                  <a:pt x="114300" y="161925"/>
                </a:lnTo>
                <a:close/>
                <a:moveTo>
                  <a:pt x="228600" y="152400"/>
                </a:moveTo>
                <a:lnTo>
                  <a:pt x="238125" y="152400"/>
                </a:lnTo>
                <a:lnTo>
                  <a:pt x="238125" y="161925"/>
                </a:lnTo>
                <a:lnTo>
                  <a:pt x="228600" y="161925"/>
                </a:lnTo>
                <a:close/>
                <a:moveTo>
                  <a:pt x="104775" y="161925"/>
                </a:moveTo>
                <a:lnTo>
                  <a:pt x="114300" y="161925"/>
                </a:lnTo>
                <a:lnTo>
                  <a:pt x="114300" y="171450"/>
                </a:lnTo>
                <a:lnTo>
                  <a:pt x="104775" y="171450"/>
                </a:lnTo>
                <a:close/>
                <a:moveTo>
                  <a:pt x="771525" y="161925"/>
                </a:moveTo>
                <a:lnTo>
                  <a:pt x="1143000" y="161925"/>
                </a:lnTo>
                <a:lnTo>
                  <a:pt x="1143000" y="171450"/>
                </a:lnTo>
                <a:lnTo>
                  <a:pt x="771525" y="171450"/>
                </a:lnTo>
                <a:close/>
                <a:moveTo>
                  <a:pt x="733425" y="171450"/>
                </a:moveTo>
                <a:lnTo>
                  <a:pt x="742950" y="171450"/>
                </a:lnTo>
                <a:lnTo>
                  <a:pt x="742950" y="180975"/>
                </a:lnTo>
                <a:lnTo>
                  <a:pt x="733425" y="180975"/>
                </a:lnTo>
                <a:close/>
                <a:moveTo>
                  <a:pt x="714375" y="180975"/>
                </a:moveTo>
                <a:lnTo>
                  <a:pt x="723900" y="180975"/>
                </a:lnTo>
                <a:lnTo>
                  <a:pt x="723900" y="190500"/>
                </a:lnTo>
                <a:lnTo>
                  <a:pt x="714375" y="190500"/>
                </a:lnTo>
                <a:close/>
                <a:moveTo>
                  <a:pt x="1190625" y="180975"/>
                </a:moveTo>
                <a:lnTo>
                  <a:pt x="1200150" y="180975"/>
                </a:lnTo>
                <a:lnTo>
                  <a:pt x="1200150" y="190500"/>
                </a:lnTo>
                <a:lnTo>
                  <a:pt x="1190625" y="190500"/>
                </a:lnTo>
                <a:close/>
                <a:moveTo>
                  <a:pt x="1714500" y="180975"/>
                </a:moveTo>
                <a:lnTo>
                  <a:pt x="1724025" y="180975"/>
                </a:lnTo>
                <a:lnTo>
                  <a:pt x="1724025" y="190500"/>
                </a:lnTo>
                <a:lnTo>
                  <a:pt x="1714500" y="190500"/>
                </a:lnTo>
                <a:close/>
                <a:moveTo>
                  <a:pt x="85725" y="190500"/>
                </a:moveTo>
                <a:lnTo>
                  <a:pt x="95250" y="190500"/>
                </a:lnTo>
                <a:lnTo>
                  <a:pt x="95250" y="200025"/>
                </a:lnTo>
                <a:lnTo>
                  <a:pt x="85725" y="200025"/>
                </a:lnTo>
                <a:close/>
                <a:moveTo>
                  <a:pt x="704850" y="190500"/>
                </a:moveTo>
                <a:lnTo>
                  <a:pt x="714375" y="190500"/>
                </a:lnTo>
                <a:lnTo>
                  <a:pt x="714375" y="200025"/>
                </a:lnTo>
                <a:lnTo>
                  <a:pt x="704850" y="200025"/>
                </a:lnTo>
                <a:close/>
                <a:moveTo>
                  <a:pt x="1200150" y="190500"/>
                </a:moveTo>
                <a:lnTo>
                  <a:pt x="1209675" y="190500"/>
                </a:lnTo>
                <a:lnTo>
                  <a:pt x="1209675" y="200025"/>
                </a:lnTo>
                <a:lnTo>
                  <a:pt x="1200150" y="200025"/>
                </a:lnTo>
                <a:close/>
                <a:moveTo>
                  <a:pt x="1724025" y="190500"/>
                </a:moveTo>
                <a:lnTo>
                  <a:pt x="1733550" y="190500"/>
                </a:lnTo>
                <a:lnTo>
                  <a:pt x="1733550" y="200025"/>
                </a:lnTo>
                <a:lnTo>
                  <a:pt x="1724025" y="200025"/>
                </a:lnTo>
                <a:close/>
                <a:moveTo>
                  <a:pt x="1819275" y="200025"/>
                </a:moveTo>
                <a:lnTo>
                  <a:pt x="1828800" y="200025"/>
                </a:lnTo>
                <a:lnTo>
                  <a:pt x="1828800" y="209550"/>
                </a:lnTo>
                <a:lnTo>
                  <a:pt x="1819275" y="209550"/>
                </a:lnTo>
                <a:close/>
                <a:moveTo>
                  <a:pt x="76200" y="209550"/>
                </a:moveTo>
                <a:lnTo>
                  <a:pt x="85725" y="209550"/>
                </a:lnTo>
                <a:lnTo>
                  <a:pt x="85725" y="219075"/>
                </a:lnTo>
                <a:lnTo>
                  <a:pt x="76200" y="219075"/>
                </a:lnTo>
                <a:close/>
                <a:moveTo>
                  <a:pt x="381000" y="219075"/>
                </a:moveTo>
                <a:lnTo>
                  <a:pt x="400050" y="219075"/>
                </a:lnTo>
                <a:lnTo>
                  <a:pt x="400050" y="228600"/>
                </a:lnTo>
                <a:lnTo>
                  <a:pt x="381000" y="228600"/>
                </a:lnTo>
                <a:close/>
                <a:moveTo>
                  <a:pt x="1552575" y="219075"/>
                </a:moveTo>
                <a:lnTo>
                  <a:pt x="1628775" y="219075"/>
                </a:lnTo>
                <a:lnTo>
                  <a:pt x="1628775" y="228600"/>
                </a:lnTo>
                <a:lnTo>
                  <a:pt x="1552575" y="228600"/>
                </a:lnTo>
                <a:close/>
                <a:moveTo>
                  <a:pt x="66675" y="228600"/>
                </a:moveTo>
                <a:lnTo>
                  <a:pt x="76200" y="228600"/>
                </a:lnTo>
                <a:lnTo>
                  <a:pt x="76200" y="238125"/>
                </a:lnTo>
                <a:lnTo>
                  <a:pt x="66675" y="238125"/>
                </a:lnTo>
                <a:close/>
                <a:moveTo>
                  <a:pt x="361950" y="228600"/>
                </a:moveTo>
                <a:lnTo>
                  <a:pt x="381000" y="228600"/>
                </a:lnTo>
                <a:lnTo>
                  <a:pt x="381000" y="238125"/>
                </a:lnTo>
                <a:lnTo>
                  <a:pt x="400050" y="238125"/>
                </a:lnTo>
                <a:lnTo>
                  <a:pt x="400050" y="228600"/>
                </a:lnTo>
                <a:lnTo>
                  <a:pt x="409575" y="228600"/>
                </a:lnTo>
                <a:lnTo>
                  <a:pt x="409575" y="266700"/>
                </a:lnTo>
                <a:lnTo>
                  <a:pt x="400050" y="266700"/>
                </a:lnTo>
                <a:lnTo>
                  <a:pt x="400050" y="257175"/>
                </a:lnTo>
                <a:lnTo>
                  <a:pt x="381000" y="257175"/>
                </a:lnTo>
                <a:lnTo>
                  <a:pt x="381000" y="266700"/>
                </a:lnTo>
                <a:lnTo>
                  <a:pt x="352425" y="266700"/>
                </a:lnTo>
                <a:lnTo>
                  <a:pt x="352425" y="257175"/>
                </a:lnTo>
                <a:lnTo>
                  <a:pt x="333375" y="257175"/>
                </a:lnTo>
                <a:lnTo>
                  <a:pt x="333375" y="247650"/>
                </a:lnTo>
                <a:lnTo>
                  <a:pt x="371475" y="247650"/>
                </a:lnTo>
                <a:lnTo>
                  <a:pt x="371475" y="238125"/>
                </a:lnTo>
                <a:lnTo>
                  <a:pt x="361950" y="238125"/>
                </a:lnTo>
                <a:close/>
                <a:moveTo>
                  <a:pt x="466725" y="228600"/>
                </a:moveTo>
                <a:lnTo>
                  <a:pt x="495300" y="228600"/>
                </a:lnTo>
                <a:lnTo>
                  <a:pt x="495300" y="247650"/>
                </a:lnTo>
                <a:lnTo>
                  <a:pt x="514350" y="247650"/>
                </a:lnTo>
                <a:lnTo>
                  <a:pt x="514350" y="228600"/>
                </a:lnTo>
                <a:lnTo>
                  <a:pt x="523875" y="228600"/>
                </a:lnTo>
                <a:lnTo>
                  <a:pt x="523875" y="266700"/>
                </a:lnTo>
                <a:lnTo>
                  <a:pt x="514350" y="266700"/>
                </a:lnTo>
                <a:lnTo>
                  <a:pt x="514350" y="257175"/>
                </a:lnTo>
                <a:lnTo>
                  <a:pt x="495300" y="257175"/>
                </a:lnTo>
                <a:lnTo>
                  <a:pt x="495300" y="266700"/>
                </a:lnTo>
                <a:lnTo>
                  <a:pt x="485775" y="266700"/>
                </a:lnTo>
                <a:lnTo>
                  <a:pt x="485775" y="276225"/>
                </a:lnTo>
                <a:lnTo>
                  <a:pt x="457200" y="276225"/>
                </a:lnTo>
                <a:lnTo>
                  <a:pt x="457200" y="266700"/>
                </a:lnTo>
                <a:lnTo>
                  <a:pt x="476250" y="266700"/>
                </a:lnTo>
                <a:lnTo>
                  <a:pt x="476250" y="257175"/>
                </a:lnTo>
                <a:lnTo>
                  <a:pt x="485775" y="257175"/>
                </a:lnTo>
                <a:lnTo>
                  <a:pt x="485775" y="247650"/>
                </a:lnTo>
                <a:lnTo>
                  <a:pt x="466725" y="247650"/>
                </a:lnTo>
                <a:close/>
                <a:moveTo>
                  <a:pt x="1543050" y="228600"/>
                </a:moveTo>
                <a:lnTo>
                  <a:pt x="1552575" y="228600"/>
                </a:lnTo>
                <a:lnTo>
                  <a:pt x="1552575" y="238125"/>
                </a:lnTo>
                <a:lnTo>
                  <a:pt x="1543050" y="238125"/>
                </a:lnTo>
                <a:close/>
                <a:moveTo>
                  <a:pt x="1628775" y="228600"/>
                </a:moveTo>
                <a:lnTo>
                  <a:pt x="1638300" y="228600"/>
                </a:lnTo>
                <a:lnTo>
                  <a:pt x="1638300" y="238125"/>
                </a:lnTo>
                <a:lnTo>
                  <a:pt x="1628775" y="238125"/>
                </a:lnTo>
                <a:close/>
                <a:moveTo>
                  <a:pt x="1752600" y="228600"/>
                </a:moveTo>
                <a:lnTo>
                  <a:pt x="1762125" y="228600"/>
                </a:lnTo>
                <a:lnTo>
                  <a:pt x="1762125" y="238125"/>
                </a:lnTo>
                <a:lnTo>
                  <a:pt x="1752600" y="238125"/>
                </a:lnTo>
                <a:close/>
                <a:moveTo>
                  <a:pt x="438150" y="238125"/>
                </a:moveTo>
                <a:lnTo>
                  <a:pt x="447675" y="238125"/>
                </a:lnTo>
                <a:lnTo>
                  <a:pt x="447675" y="247650"/>
                </a:lnTo>
                <a:lnTo>
                  <a:pt x="438150" y="247650"/>
                </a:lnTo>
                <a:close/>
                <a:moveTo>
                  <a:pt x="685800" y="238125"/>
                </a:moveTo>
                <a:lnTo>
                  <a:pt x="695325" y="238125"/>
                </a:lnTo>
                <a:lnTo>
                  <a:pt x="695325" y="257175"/>
                </a:lnTo>
                <a:lnTo>
                  <a:pt x="685800" y="257175"/>
                </a:lnTo>
                <a:close/>
                <a:moveTo>
                  <a:pt x="1219200" y="238125"/>
                </a:moveTo>
                <a:lnTo>
                  <a:pt x="1228725" y="238125"/>
                </a:lnTo>
                <a:lnTo>
                  <a:pt x="1228725" y="257175"/>
                </a:lnTo>
                <a:lnTo>
                  <a:pt x="1219200" y="257175"/>
                </a:lnTo>
                <a:close/>
                <a:moveTo>
                  <a:pt x="1495425" y="238125"/>
                </a:moveTo>
                <a:lnTo>
                  <a:pt x="1504950" y="238125"/>
                </a:lnTo>
                <a:lnTo>
                  <a:pt x="1504950" y="247650"/>
                </a:lnTo>
                <a:lnTo>
                  <a:pt x="1495425" y="247650"/>
                </a:lnTo>
                <a:close/>
                <a:moveTo>
                  <a:pt x="142875" y="247650"/>
                </a:moveTo>
                <a:lnTo>
                  <a:pt x="152400" y="247650"/>
                </a:lnTo>
                <a:lnTo>
                  <a:pt x="152400" y="257175"/>
                </a:lnTo>
                <a:lnTo>
                  <a:pt x="142875" y="257175"/>
                </a:lnTo>
                <a:close/>
                <a:moveTo>
                  <a:pt x="428625" y="247650"/>
                </a:moveTo>
                <a:lnTo>
                  <a:pt x="438150" y="247650"/>
                </a:lnTo>
                <a:lnTo>
                  <a:pt x="438150" y="257175"/>
                </a:lnTo>
                <a:lnTo>
                  <a:pt x="428625" y="257175"/>
                </a:lnTo>
                <a:close/>
                <a:moveTo>
                  <a:pt x="1762125" y="247650"/>
                </a:moveTo>
                <a:lnTo>
                  <a:pt x="1771650" y="247650"/>
                </a:lnTo>
                <a:lnTo>
                  <a:pt x="1771650" y="257175"/>
                </a:lnTo>
                <a:lnTo>
                  <a:pt x="1762125" y="257175"/>
                </a:lnTo>
                <a:close/>
                <a:moveTo>
                  <a:pt x="1838325" y="247650"/>
                </a:moveTo>
                <a:lnTo>
                  <a:pt x="1847850" y="247650"/>
                </a:lnTo>
                <a:lnTo>
                  <a:pt x="1847850" y="257175"/>
                </a:lnTo>
                <a:lnTo>
                  <a:pt x="1838325" y="257175"/>
                </a:lnTo>
                <a:close/>
                <a:moveTo>
                  <a:pt x="323850" y="257175"/>
                </a:moveTo>
                <a:lnTo>
                  <a:pt x="333375" y="257175"/>
                </a:lnTo>
                <a:lnTo>
                  <a:pt x="333375" y="266700"/>
                </a:lnTo>
                <a:lnTo>
                  <a:pt x="323850" y="266700"/>
                </a:lnTo>
                <a:close/>
                <a:moveTo>
                  <a:pt x="333375" y="266700"/>
                </a:moveTo>
                <a:lnTo>
                  <a:pt x="352425" y="266700"/>
                </a:lnTo>
                <a:lnTo>
                  <a:pt x="352425" y="276225"/>
                </a:lnTo>
                <a:lnTo>
                  <a:pt x="333375" y="276225"/>
                </a:lnTo>
                <a:close/>
                <a:moveTo>
                  <a:pt x="381000" y="266700"/>
                </a:moveTo>
                <a:lnTo>
                  <a:pt x="390525" y="266700"/>
                </a:lnTo>
                <a:lnTo>
                  <a:pt x="390525" y="276225"/>
                </a:lnTo>
                <a:lnTo>
                  <a:pt x="381000" y="276225"/>
                </a:lnTo>
                <a:close/>
                <a:moveTo>
                  <a:pt x="495300" y="266700"/>
                </a:moveTo>
                <a:lnTo>
                  <a:pt x="504825" y="266700"/>
                </a:lnTo>
                <a:lnTo>
                  <a:pt x="504825" y="276225"/>
                </a:lnTo>
                <a:lnTo>
                  <a:pt x="495300" y="276225"/>
                </a:lnTo>
                <a:close/>
                <a:moveTo>
                  <a:pt x="1771650" y="276225"/>
                </a:moveTo>
                <a:lnTo>
                  <a:pt x="1781175" y="276225"/>
                </a:lnTo>
                <a:lnTo>
                  <a:pt x="1781175" y="285750"/>
                </a:lnTo>
                <a:lnTo>
                  <a:pt x="1771650" y="285750"/>
                </a:lnTo>
                <a:close/>
                <a:moveTo>
                  <a:pt x="1847850" y="276225"/>
                </a:moveTo>
                <a:lnTo>
                  <a:pt x="1857375" y="276225"/>
                </a:lnTo>
                <a:lnTo>
                  <a:pt x="1857375" y="285750"/>
                </a:lnTo>
                <a:lnTo>
                  <a:pt x="1847850" y="285750"/>
                </a:lnTo>
                <a:close/>
                <a:moveTo>
                  <a:pt x="1200150" y="295275"/>
                </a:moveTo>
                <a:lnTo>
                  <a:pt x="1209675" y="295275"/>
                </a:lnTo>
                <a:lnTo>
                  <a:pt x="1209675" y="304800"/>
                </a:lnTo>
                <a:lnTo>
                  <a:pt x="1200150" y="304800"/>
                </a:lnTo>
                <a:close/>
                <a:moveTo>
                  <a:pt x="123825" y="304800"/>
                </a:moveTo>
                <a:lnTo>
                  <a:pt x="133350" y="304800"/>
                </a:lnTo>
                <a:lnTo>
                  <a:pt x="133350" y="314325"/>
                </a:lnTo>
                <a:lnTo>
                  <a:pt x="123825" y="314325"/>
                </a:lnTo>
                <a:close/>
                <a:moveTo>
                  <a:pt x="1190625" y="304800"/>
                </a:moveTo>
                <a:lnTo>
                  <a:pt x="1200150" y="304800"/>
                </a:lnTo>
                <a:lnTo>
                  <a:pt x="1200150" y="314325"/>
                </a:lnTo>
                <a:lnTo>
                  <a:pt x="1190625" y="314325"/>
                </a:lnTo>
                <a:close/>
                <a:moveTo>
                  <a:pt x="733425" y="314325"/>
                </a:moveTo>
                <a:lnTo>
                  <a:pt x="742950" y="314325"/>
                </a:lnTo>
                <a:lnTo>
                  <a:pt x="742950" y="323850"/>
                </a:lnTo>
                <a:lnTo>
                  <a:pt x="733425" y="323850"/>
                </a:lnTo>
                <a:close/>
                <a:moveTo>
                  <a:pt x="771525" y="323850"/>
                </a:moveTo>
                <a:lnTo>
                  <a:pt x="923925" y="323850"/>
                </a:lnTo>
                <a:lnTo>
                  <a:pt x="923925" y="333375"/>
                </a:lnTo>
                <a:lnTo>
                  <a:pt x="771525" y="333375"/>
                </a:lnTo>
                <a:close/>
                <a:moveTo>
                  <a:pt x="1133475" y="323850"/>
                </a:moveTo>
                <a:lnTo>
                  <a:pt x="1152525" y="323850"/>
                </a:lnTo>
                <a:lnTo>
                  <a:pt x="1152525" y="333375"/>
                </a:lnTo>
                <a:lnTo>
                  <a:pt x="1133475" y="333375"/>
                </a:lnTo>
                <a:close/>
                <a:moveTo>
                  <a:pt x="1857375" y="323850"/>
                </a:moveTo>
                <a:lnTo>
                  <a:pt x="1866900" y="323850"/>
                </a:lnTo>
                <a:lnTo>
                  <a:pt x="1866900" y="333375"/>
                </a:lnTo>
                <a:lnTo>
                  <a:pt x="1857375" y="333375"/>
                </a:lnTo>
                <a:close/>
                <a:moveTo>
                  <a:pt x="114300" y="371475"/>
                </a:moveTo>
                <a:lnTo>
                  <a:pt x="123825" y="371475"/>
                </a:lnTo>
                <a:lnTo>
                  <a:pt x="123825" y="390525"/>
                </a:lnTo>
                <a:lnTo>
                  <a:pt x="114300" y="390525"/>
                </a:lnTo>
                <a:close/>
                <a:moveTo>
                  <a:pt x="38100" y="381000"/>
                </a:moveTo>
                <a:lnTo>
                  <a:pt x="47625" y="381000"/>
                </a:lnTo>
                <a:lnTo>
                  <a:pt x="47625" y="400050"/>
                </a:lnTo>
                <a:lnTo>
                  <a:pt x="38100" y="400050"/>
                </a:lnTo>
                <a:close/>
                <a:moveTo>
                  <a:pt x="1790700" y="381000"/>
                </a:moveTo>
                <a:lnTo>
                  <a:pt x="1800225" y="381000"/>
                </a:lnTo>
                <a:lnTo>
                  <a:pt x="1800225" y="419100"/>
                </a:lnTo>
                <a:lnTo>
                  <a:pt x="1790700" y="419100"/>
                </a:lnTo>
                <a:close/>
                <a:moveTo>
                  <a:pt x="228600" y="400050"/>
                </a:moveTo>
                <a:lnTo>
                  <a:pt x="247650" y="400050"/>
                </a:lnTo>
                <a:lnTo>
                  <a:pt x="247650" y="419100"/>
                </a:lnTo>
                <a:lnTo>
                  <a:pt x="228600" y="419100"/>
                </a:lnTo>
                <a:close/>
                <a:moveTo>
                  <a:pt x="266700" y="409575"/>
                </a:moveTo>
                <a:lnTo>
                  <a:pt x="285750" y="409575"/>
                </a:lnTo>
                <a:lnTo>
                  <a:pt x="285750" y="428625"/>
                </a:lnTo>
                <a:lnTo>
                  <a:pt x="295275" y="428625"/>
                </a:lnTo>
                <a:lnTo>
                  <a:pt x="295275" y="457200"/>
                </a:lnTo>
                <a:lnTo>
                  <a:pt x="285750" y="457200"/>
                </a:lnTo>
                <a:lnTo>
                  <a:pt x="285750" y="438150"/>
                </a:lnTo>
                <a:lnTo>
                  <a:pt x="276225" y="438150"/>
                </a:lnTo>
                <a:lnTo>
                  <a:pt x="276225" y="447675"/>
                </a:lnTo>
                <a:lnTo>
                  <a:pt x="266700" y="447675"/>
                </a:lnTo>
                <a:lnTo>
                  <a:pt x="266700" y="428625"/>
                </a:lnTo>
                <a:lnTo>
                  <a:pt x="276225" y="428625"/>
                </a:lnTo>
                <a:lnTo>
                  <a:pt x="276225" y="419100"/>
                </a:lnTo>
                <a:lnTo>
                  <a:pt x="266700" y="419100"/>
                </a:lnTo>
                <a:close/>
                <a:moveTo>
                  <a:pt x="762000" y="409575"/>
                </a:moveTo>
                <a:lnTo>
                  <a:pt x="781050" y="409575"/>
                </a:lnTo>
                <a:lnTo>
                  <a:pt x="781050" y="419100"/>
                </a:lnTo>
                <a:lnTo>
                  <a:pt x="762000" y="419100"/>
                </a:lnTo>
                <a:close/>
                <a:moveTo>
                  <a:pt x="914400" y="409575"/>
                </a:moveTo>
                <a:lnTo>
                  <a:pt x="923925" y="409575"/>
                </a:lnTo>
                <a:lnTo>
                  <a:pt x="923925" y="419100"/>
                </a:lnTo>
                <a:lnTo>
                  <a:pt x="933450" y="419100"/>
                </a:lnTo>
                <a:lnTo>
                  <a:pt x="933450" y="409575"/>
                </a:lnTo>
                <a:lnTo>
                  <a:pt x="942975" y="409575"/>
                </a:lnTo>
                <a:lnTo>
                  <a:pt x="942975" y="419100"/>
                </a:lnTo>
                <a:lnTo>
                  <a:pt x="933450" y="419100"/>
                </a:lnTo>
                <a:lnTo>
                  <a:pt x="933450" y="428625"/>
                </a:lnTo>
                <a:lnTo>
                  <a:pt x="914400" y="428625"/>
                </a:lnTo>
                <a:lnTo>
                  <a:pt x="914400" y="457200"/>
                </a:lnTo>
                <a:lnTo>
                  <a:pt x="933450" y="457200"/>
                </a:lnTo>
                <a:lnTo>
                  <a:pt x="933450" y="466725"/>
                </a:lnTo>
                <a:lnTo>
                  <a:pt x="885825" y="466725"/>
                </a:lnTo>
                <a:lnTo>
                  <a:pt x="885825" y="457200"/>
                </a:lnTo>
                <a:lnTo>
                  <a:pt x="904875" y="457200"/>
                </a:lnTo>
                <a:lnTo>
                  <a:pt x="904875" y="438150"/>
                </a:lnTo>
                <a:lnTo>
                  <a:pt x="895350" y="438150"/>
                </a:lnTo>
                <a:lnTo>
                  <a:pt x="895350" y="428625"/>
                </a:lnTo>
                <a:lnTo>
                  <a:pt x="904875" y="428625"/>
                </a:lnTo>
                <a:lnTo>
                  <a:pt x="904875" y="419100"/>
                </a:lnTo>
                <a:lnTo>
                  <a:pt x="914400" y="419100"/>
                </a:lnTo>
                <a:close/>
                <a:moveTo>
                  <a:pt x="390525" y="419100"/>
                </a:moveTo>
                <a:lnTo>
                  <a:pt x="409575" y="419100"/>
                </a:lnTo>
                <a:lnTo>
                  <a:pt x="409575" y="428625"/>
                </a:lnTo>
                <a:lnTo>
                  <a:pt x="400050" y="428625"/>
                </a:lnTo>
                <a:lnTo>
                  <a:pt x="400050" y="457200"/>
                </a:lnTo>
                <a:lnTo>
                  <a:pt x="409575" y="457200"/>
                </a:lnTo>
                <a:lnTo>
                  <a:pt x="409575" y="447675"/>
                </a:lnTo>
                <a:lnTo>
                  <a:pt x="419100" y="447675"/>
                </a:lnTo>
                <a:lnTo>
                  <a:pt x="419100" y="457200"/>
                </a:lnTo>
                <a:lnTo>
                  <a:pt x="438150" y="457200"/>
                </a:lnTo>
                <a:lnTo>
                  <a:pt x="438150" y="447675"/>
                </a:lnTo>
                <a:lnTo>
                  <a:pt x="447675" y="447675"/>
                </a:lnTo>
                <a:lnTo>
                  <a:pt x="447675" y="457200"/>
                </a:lnTo>
                <a:lnTo>
                  <a:pt x="438150" y="457200"/>
                </a:lnTo>
                <a:lnTo>
                  <a:pt x="438150" y="466725"/>
                </a:lnTo>
                <a:lnTo>
                  <a:pt x="390525" y="466725"/>
                </a:lnTo>
                <a:close/>
                <a:moveTo>
                  <a:pt x="561975" y="419100"/>
                </a:moveTo>
                <a:lnTo>
                  <a:pt x="571500" y="419100"/>
                </a:lnTo>
                <a:lnTo>
                  <a:pt x="571500" y="428625"/>
                </a:lnTo>
                <a:lnTo>
                  <a:pt x="561975" y="428625"/>
                </a:lnTo>
                <a:close/>
                <a:moveTo>
                  <a:pt x="581025" y="419100"/>
                </a:moveTo>
                <a:lnTo>
                  <a:pt x="590550" y="419100"/>
                </a:lnTo>
                <a:lnTo>
                  <a:pt x="590550" y="428625"/>
                </a:lnTo>
                <a:lnTo>
                  <a:pt x="581025" y="428625"/>
                </a:lnTo>
                <a:close/>
                <a:moveTo>
                  <a:pt x="666750" y="419100"/>
                </a:moveTo>
                <a:lnTo>
                  <a:pt x="676275" y="419100"/>
                </a:lnTo>
                <a:lnTo>
                  <a:pt x="676275" y="428625"/>
                </a:lnTo>
                <a:lnTo>
                  <a:pt x="666750" y="428625"/>
                </a:lnTo>
                <a:close/>
                <a:moveTo>
                  <a:pt x="685800" y="419100"/>
                </a:moveTo>
                <a:lnTo>
                  <a:pt x="695325" y="419100"/>
                </a:lnTo>
                <a:lnTo>
                  <a:pt x="695325" y="428625"/>
                </a:lnTo>
                <a:lnTo>
                  <a:pt x="685800" y="428625"/>
                </a:lnTo>
                <a:close/>
                <a:moveTo>
                  <a:pt x="752475" y="419100"/>
                </a:moveTo>
                <a:lnTo>
                  <a:pt x="762000" y="419100"/>
                </a:lnTo>
                <a:lnTo>
                  <a:pt x="762000" y="428625"/>
                </a:lnTo>
                <a:lnTo>
                  <a:pt x="752475" y="428625"/>
                </a:lnTo>
                <a:close/>
                <a:moveTo>
                  <a:pt x="838200" y="419100"/>
                </a:moveTo>
                <a:lnTo>
                  <a:pt x="857250" y="419100"/>
                </a:lnTo>
                <a:lnTo>
                  <a:pt x="857250" y="438150"/>
                </a:lnTo>
                <a:lnTo>
                  <a:pt x="847725" y="438150"/>
                </a:lnTo>
                <a:lnTo>
                  <a:pt x="847725" y="428625"/>
                </a:lnTo>
                <a:lnTo>
                  <a:pt x="838200" y="428625"/>
                </a:lnTo>
                <a:close/>
                <a:moveTo>
                  <a:pt x="942975" y="419100"/>
                </a:moveTo>
                <a:lnTo>
                  <a:pt x="952500" y="419100"/>
                </a:lnTo>
                <a:lnTo>
                  <a:pt x="952500" y="428625"/>
                </a:lnTo>
                <a:lnTo>
                  <a:pt x="942975" y="428625"/>
                </a:lnTo>
                <a:close/>
                <a:moveTo>
                  <a:pt x="371475" y="428625"/>
                </a:moveTo>
                <a:lnTo>
                  <a:pt x="381000" y="428625"/>
                </a:lnTo>
                <a:lnTo>
                  <a:pt x="381000" y="438150"/>
                </a:lnTo>
                <a:lnTo>
                  <a:pt x="371475" y="438150"/>
                </a:lnTo>
                <a:close/>
                <a:moveTo>
                  <a:pt x="504825" y="428625"/>
                </a:moveTo>
                <a:lnTo>
                  <a:pt x="561975" y="428625"/>
                </a:lnTo>
                <a:lnTo>
                  <a:pt x="561975" y="438150"/>
                </a:lnTo>
                <a:lnTo>
                  <a:pt x="552450" y="438150"/>
                </a:lnTo>
                <a:lnTo>
                  <a:pt x="552450" y="447675"/>
                </a:lnTo>
                <a:lnTo>
                  <a:pt x="542925" y="447675"/>
                </a:lnTo>
                <a:lnTo>
                  <a:pt x="542925" y="457200"/>
                </a:lnTo>
                <a:lnTo>
                  <a:pt x="561975" y="457200"/>
                </a:lnTo>
                <a:lnTo>
                  <a:pt x="561975" y="466725"/>
                </a:lnTo>
                <a:lnTo>
                  <a:pt x="514350" y="466725"/>
                </a:lnTo>
                <a:lnTo>
                  <a:pt x="514350" y="457200"/>
                </a:lnTo>
                <a:lnTo>
                  <a:pt x="533400" y="457200"/>
                </a:lnTo>
                <a:lnTo>
                  <a:pt x="533400" y="447675"/>
                </a:lnTo>
                <a:lnTo>
                  <a:pt x="523875" y="447675"/>
                </a:lnTo>
                <a:lnTo>
                  <a:pt x="523875" y="438150"/>
                </a:lnTo>
                <a:lnTo>
                  <a:pt x="504825" y="438150"/>
                </a:lnTo>
                <a:close/>
                <a:moveTo>
                  <a:pt x="600075" y="428625"/>
                </a:moveTo>
                <a:lnTo>
                  <a:pt x="609600" y="428625"/>
                </a:lnTo>
                <a:lnTo>
                  <a:pt x="609600" y="438150"/>
                </a:lnTo>
                <a:lnTo>
                  <a:pt x="600075" y="438150"/>
                </a:lnTo>
                <a:close/>
                <a:moveTo>
                  <a:pt x="619125" y="428625"/>
                </a:moveTo>
                <a:lnTo>
                  <a:pt x="628650" y="428625"/>
                </a:lnTo>
                <a:lnTo>
                  <a:pt x="628650" y="438150"/>
                </a:lnTo>
                <a:lnTo>
                  <a:pt x="638175" y="438150"/>
                </a:lnTo>
                <a:lnTo>
                  <a:pt x="638175" y="447675"/>
                </a:lnTo>
                <a:lnTo>
                  <a:pt x="647700" y="447675"/>
                </a:lnTo>
                <a:lnTo>
                  <a:pt x="647700" y="438150"/>
                </a:lnTo>
                <a:lnTo>
                  <a:pt x="657225" y="438150"/>
                </a:lnTo>
                <a:lnTo>
                  <a:pt x="657225" y="457200"/>
                </a:lnTo>
                <a:lnTo>
                  <a:pt x="619125" y="457200"/>
                </a:lnTo>
                <a:close/>
                <a:moveTo>
                  <a:pt x="790575" y="428625"/>
                </a:moveTo>
                <a:lnTo>
                  <a:pt x="800100" y="428625"/>
                </a:lnTo>
                <a:lnTo>
                  <a:pt x="800100" y="438150"/>
                </a:lnTo>
                <a:lnTo>
                  <a:pt x="790575" y="438150"/>
                </a:lnTo>
                <a:close/>
                <a:moveTo>
                  <a:pt x="809625" y="428625"/>
                </a:moveTo>
                <a:lnTo>
                  <a:pt x="838200" y="428625"/>
                </a:lnTo>
                <a:lnTo>
                  <a:pt x="838200" y="438150"/>
                </a:lnTo>
                <a:lnTo>
                  <a:pt x="828675" y="438150"/>
                </a:lnTo>
                <a:lnTo>
                  <a:pt x="828675" y="457200"/>
                </a:lnTo>
                <a:lnTo>
                  <a:pt x="847725" y="457200"/>
                </a:lnTo>
                <a:lnTo>
                  <a:pt x="847725" y="466725"/>
                </a:lnTo>
                <a:lnTo>
                  <a:pt x="800100" y="466725"/>
                </a:lnTo>
                <a:lnTo>
                  <a:pt x="800100" y="457200"/>
                </a:lnTo>
                <a:lnTo>
                  <a:pt x="819150" y="457200"/>
                </a:lnTo>
                <a:lnTo>
                  <a:pt x="819150" y="447675"/>
                </a:lnTo>
                <a:lnTo>
                  <a:pt x="800100" y="447675"/>
                </a:lnTo>
                <a:lnTo>
                  <a:pt x="800100" y="438150"/>
                </a:lnTo>
                <a:lnTo>
                  <a:pt x="809625" y="438150"/>
                </a:lnTo>
                <a:close/>
                <a:moveTo>
                  <a:pt x="866775" y="428625"/>
                </a:moveTo>
                <a:lnTo>
                  <a:pt x="876300" y="428625"/>
                </a:lnTo>
                <a:lnTo>
                  <a:pt x="876300" y="438150"/>
                </a:lnTo>
                <a:lnTo>
                  <a:pt x="866775" y="438150"/>
                </a:lnTo>
                <a:close/>
                <a:moveTo>
                  <a:pt x="209550" y="438150"/>
                </a:moveTo>
                <a:lnTo>
                  <a:pt x="257175" y="438150"/>
                </a:lnTo>
                <a:lnTo>
                  <a:pt x="257175" y="447675"/>
                </a:lnTo>
                <a:lnTo>
                  <a:pt x="209550" y="447675"/>
                </a:lnTo>
                <a:close/>
                <a:moveTo>
                  <a:pt x="457200" y="438150"/>
                </a:moveTo>
                <a:lnTo>
                  <a:pt x="466725" y="438150"/>
                </a:lnTo>
                <a:lnTo>
                  <a:pt x="466725" y="457200"/>
                </a:lnTo>
                <a:lnTo>
                  <a:pt x="457200" y="457200"/>
                </a:lnTo>
                <a:close/>
                <a:moveTo>
                  <a:pt x="962025" y="438150"/>
                </a:moveTo>
                <a:lnTo>
                  <a:pt x="971550" y="438150"/>
                </a:lnTo>
                <a:lnTo>
                  <a:pt x="971550" y="466725"/>
                </a:lnTo>
                <a:lnTo>
                  <a:pt x="942975" y="466725"/>
                </a:lnTo>
                <a:lnTo>
                  <a:pt x="942975" y="457200"/>
                </a:lnTo>
                <a:lnTo>
                  <a:pt x="962025" y="457200"/>
                </a:lnTo>
                <a:close/>
                <a:moveTo>
                  <a:pt x="352425" y="457200"/>
                </a:moveTo>
                <a:lnTo>
                  <a:pt x="381000" y="457200"/>
                </a:lnTo>
                <a:lnTo>
                  <a:pt x="381000" y="466725"/>
                </a:lnTo>
                <a:lnTo>
                  <a:pt x="352425" y="466725"/>
                </a:lnTo>
                <a:close/>
                <a:moveTo>
                  <a:pt x="466725" y="457200"/>
                </a:moveTo>
                <a:lnTo>
                  <a:pt x="485775" y="457200"/>
                </a:lnTo>
                <a:lnTo>
                  <a:pt x="485775" y="466725"/>
                </a:lnTo>
                <a:lnTo>
                  <a:pt x="466725" y="466725"/>
                </a:lnTo>
                <a:close/>
                <a:moveTo>
                  <a:pt x="581025" y="457200"/>
                </a:moveTo>
                <a:lnTo>
                  <a:pt x="600075" y="457200"/>
                </a:lnTo>
                <a:lnTo>
                  <a:pt x="600075" y="466725"/>
                </a:lnTo>
                <a:lnTo>
                  <a:pt x="581025" y="466725"/>
                </a:lnTo>
                <a:close/>
                <a:moveTo>
                  <a:pt x="657225" y="457200"/>
                </a:moveTo>
                <a:lnTo>
                  <a:pt x="666750" y="457200"/>
                </a:lnTo>
                <a:lnTo>
                  <a:pt x="666750" y="466725"/>
                </a:lnTo>
                <a:lnTo>
                  <a:pt x="657225" y="466725"/>
                </a:lnTo>
                <a:close/>
                <a:moveTo>
                  <a:pt x="723900" y="457200"/>
                </a:moveTo>
                <a:lnTo>
                  <a:pt x="733425" y="457200"/>
                </a:lnTo>
                <a:lnTo>
                  <a:pt x="733425" y="466725"/>
                </a:lnTo>
                <a:lnTo>
                  <a:pt x="723900" y="466725"/>
                </a:lnTo>
                <a:close/>
                <a:moveTo>
                  <a:pt x="781050" y="457200"/>
                </a:moveTo>
                <a:lnTo>
                  <a:pt x="790575" y="457200"/>
                </a:lnTo>
                <a:lnTo>
                  <a:pt x="790575" y="466725"/>
                </a:lnTo>
                <a:lnTo>
                  <a:pt x="781050" y="466725"/>
                </a:lnTo>
                <a:close/>
                <a:moveTo>
                  <a:pt x="866775" y="457200"/>
                </a:moveTo>
                <a:lnTo>
                  <a:pt x="876300" y="457200"/>
                </a:lnTo>
                <a:lnTo>
                  <a:pt x="876300" y="466725"/>
                </a:lnTo>
                <a:lnTo>
                  <a:pt x="866775" y="466725"/>
                </a:lnTo>
                <a:close/>
                <a:moveTo>
                  <a:pt x="981075" y="457200"/>
                </a:moveTo>
                <a:lnTo>
                  <a:pt x="990600" y="457200"/>
                </a:lnTo>
                <a:lnTo>
                  <a:pt x="990600" y="466725"/>
                </a:lnTo>
                <a:lnTo>
                  <a:pt x="981075" y="466725"/>
                </a:lnTo>
                <a:close/>
                <a:moveTo>
                  <a:pt x="257175" y="466725"/>
                </a:moveTo>
                <a:lnTo>
                  <a:pt x="266700" y="466725"/>
                </a:lnTo>
                <a:lnTo>
                  <a:pt x="266700" y="476250"/>
                </a:lnTo>
                <a:lnTo>
                  <a:pt x="257175" y="476250"/>
                </a:lnTo>
                <a:close/>
                <a:moveTo>
                  <a:pt x="276225" y="466725"/>
                </a:moveTo>
                <a:lnTo>
                  <a:pt x="285750" y="466725"/>
                </a:lnTo>
                <a:lnTo>
                  <a:pt x="285750" y="476250"/>
                </a:lnTo>
                <a:lnTo>
                  <a:pt x="276225" y="476250"/>
                </a:lnTo>
                <a:close/>
                <a:moveTo>
                  <a:pt x="285750" y="476250"/>
                </a:moveTo>
                <a:lnTo>
                  <a:pt x="295275" y="476250"/>
                </a:lnTo>
                <a:lnTo>
                  <a:pt x="295275" y="504825"/>
                </a:lnTo>
                <a:lnTo>
                  <a:pt x="285750" y="504825"/>
                </a:lnTo>
                <a:close/>
                <a:moveTo>
                  <a:pt x="352425" y="495300"/>
                </a:moveTo>
                <a:lnTo>
                  <a:pt x="457200" y="495300"/>
                </a:lnTo>
                <a:lnTo>
                  <a:pt x="457200" y="514350"/>
                </a:lnTo>
                <a:lnTo>
                  <a:pt x="352425" y="514350"/>
                </a:lnTo>
                <a:close/>
                <a:moveTo>
                  <a:pt x="190500" y="504825"/>
                </a:moveTo>
                <a:lnTo>
                  <a:pt x="200025" y="504825"/>
                </a:lnTo>
                <a:lnTo>
                  <a:pt x="200025" y="514350"/>
                </a:lnTo>
                <a:lnTo>
                  <a:pt x="190500" y="514350"/>
                </a:lnTo>
                <a:close/>
                <a:moveTo>
                  <a:pt x="228600" y="504825"/>
                </a:moveTo>
                <a:lnTo>
                  <a:pt x="238125" y="504825"/>
                </a:lnTo>
                <a:lnTo>
                  <a:pt x="238125" y="514350"/>
                </a:lnTo>
                <a:lnTo>
                  <a:pt x="228600" y="514350"/>
                </a:lnTo>
                <a:close/>
                <a:moveTo>
                  <a:pt x="266700" y="647700"/>
                </a:moveTo>
                <a:lnTo>
                  <a:pt x="276225" y="647700"/>
                </a:lnTo>
                <a:lnTo>
                  <a:pt x="276225" y="657225"/>
                </a:lnTo>
                <a:lnTo>
                  <a:pt x="266700" y="657225"/>
                </a:lnTo>
                <a:close/>
                <a:moveTo>
                  <a:pt x="257175" y="657225"/>
                </a:moveTo>
                <a:lnTo>
                  <a:pt x="266700" y="657225"/>
                </a:lnTo>
                <a:lnTo>
                  <a:pt x="266700" y="685800"/>
                </a:lnTo>
                <a:lnTo>
                  <a:pt x="247650" y="685800"/>
                </a:lnTo>
                <a:lnTo>
                  <a:pt x="247650" y="676275"/>
                </a:lnTo>
                <a:lnTo>
                  <a:pt x="257175" y="676275"/>
                </a:lnTo>
                <a:close/>
                <a:moveTo>
                  <a:pt x="276225" y="666750"/>
                </a:moveTo>
                <a:lnTo>
                  <a:pt x="295275" y="666750"/>
                </a:lnTo>
                <a:lnTo>
                  <a:pt x="295275" y="685800"/>
                </a:lnTo>
                <a:lnTo>
                  <a:pt x="276225" y="685800"/>
                </a:lnTo>
                <a:close/>
                <a:moveTo>
                  <a:pt x="590550" y="666750"/>
                </a:moveTo>
                <a:lnTo>
                  <a:pt x="609600" y="666750"/>
                </a:lnTo>
                <a:lnTo>
                  <a:pt x="609600" y="676275"/>
                </a:lnTo>
                <a:lnTo>
                  <a:pt x="600075" y="676275"/>
                </a:lnTo>
                <a:lnTo>
                  <a:pt x="600075" y="685800"/>
                </a:lnTo>
                <a:lnTo>
                  <a:pt x="581025" y="685800"/>
                </a:lnTo>
                <a:lnTo>
                  <a:pt x="581025" y="676275"/>
                </a:lnTo>
                <a:lnTo>
                  <a:pt x="590550" y="676275"/>
                </a:lnTo>
                <a:close/>
                <a:moveTo>
                  <a:pt x="800100" y="666750"/>
                </a:moveTo>
                <a:lnTo>
                  <a:pt x="819150" y="666750"/>
                </a:lnTo>
                <a:lnTo>
                  <a:pt x="819150" y="685800"/>
                </a:lnTo>
                <a:lnTo>
                  <a:pt x="800100" y="685800"/>
                </a:lnTo>
                <a:close/>
                <a:moveTo>
                  <a:pt x="1790700" y="666750"/>
                </a:moveTo>
                <a:lnTo>
                  <a:pt x="1800225" y="666750"/>
                </a:lnTo>
                <a:lnTo>
                  <a:pt x="1800225" y="1285875"/>
                </a:lnTo>
                <a:lnTo>
                  <a:pt x="1790700" y="1285875"/>
                </a:lnTo>
                <a:close/>
                <a:moveTo>
                  <a:pt x="457200" y="676275"/>
                </a:moveTo>
                <a:lnTo>
                  <a:pt x="466725" y="676275"/>
                </a:lnTo>
                <a:lnTo>
                  <a:pt x="466725" y="685800"/>
                </a:lnTo>
                <a:lnTo>
                  <a:pt x="457200" y="685800"/>
                </a:lnTo>
                <a:close/>
                <a:moveTo>
                  <a:pt x="1114425" y="676275"/>
                </a:moveTo>
                <a:lnTo>
                  <a:pt x="1123950" y="676275"/>
                </a:lnTo>
                <a:lnTo>
                  <a:pt x="1123950" y="685800"/>
                </a:lnTo>
                <a:lnTo>
                  <a:pt x="1114425" y="685800"/>
                </a:lnTo>
                <a:close/>
                <a:moveTo>
                  <a:pt x="238125" y="685800"/>
                </a:moveTo>
                <a:lnTo>
                  <a:pt x="247650" y="685800"/>
                </a:lnTo>
                <a:lnTo>
                  <a:pt x="247650" y="695325"/>
                </a:lnTo>
                <a:lnTo>
                  <a:pt x="276225" y="695325"/>
                </a:lnTo>
                <a:lnTo>
                  <a:pt x="276225" y="704850"/>
                </a:lnTo>
                <a:lnTo>
                  <a:pt x="238125" y="704850"/>
                </a:lnTo>
                <a:close/>
                <a:moveTo>
                  <a:pt x="428625" y="685800"/>
                </a:moveTo>
                <a:lnTo>
                  <a:pt x="438150" y="685800"/>
                </a:lnTo>
                <a:lnTo>
                  <a:pt x="438150" y="695325"/>
                </a:lnTo>
                <a:lnTo>
                  <a:pt x="428625" y="695325"/>
                </a:lnTo>
                <a:close/>
                <a:moveTo>
                  <a:pt x="571500" y="685800"/>
                </a:moveTo>
                <a:lnTo>
                  <a:pt x="581025" y="685800"/>
                </a:lnTo>
                <a:lnTo>
                  <a:pt x="581025" y="695325"/>
                </a:lnTo>
                <a:lnTo>
                  <a:pt x="571500" y="695325"/>
                </a:lnTo>
                <a:close/>
                <a:moveTo>
                  <a:pt x="790575" y="685800"/>
                </a:moveTo>
                <a:lnTo>
                  <a:pt x="800100" y="685800"/>
                </a:lnTo>
                <a:lnTo>
                  <a:pt x="800100" y="695325"/>
                </a:lnTo>
                <a:lnTo>
                  <a:pt x="790575" y="695325"/>
                </a:lnTo>
                <a:close/>
                <a:moveTo>
                  <a:pt x="400050" y="695325"/>
                </a:moveTo>
                <a:lnTo>
                  <a:pt x="409575" y="695325"/>
                </a:lnTo>
                <a:lnTo>
                  <a:pt x="409575" y="704850"/>
                </a:lnTo>
                <a:lnTo>
                  <a:pt x="400050" y="704850"/>
                </a:lnTo>
                <a:close/>
                <a:moveTo>
                  <a:pt x="457200" y="695325"/>
                </a:moveTo>
                <a:lnTo>
                  <a:pt x="466725" y="695325"/>
                </a:lnTo>
                <a:lnTo>
                  <a:pt x="466725" y="704850"/>
                </a:lnTo>
                <a:lnTo>
                  <a:pt x="457200" y="704850"/>
                </a:lnTo>
                <a:close/>
                <a:moveTo>
                  <a:pt x="561975" y="695325"/>
                </a:moveTo>
                <a:lnTo>
                  <a:pt x="571500" y="695325"/>
                </a:lnTo>
                <a:lnTo>
                  <a:pt x="571500" y="704850"/>
                </a:lnTo>
                <a:lnTo>
                  <a:pt x="561975" y="704850"/>
                </a:lnTo>
                <a:close/>
                <a:moveTo>
                  <a:pt x="685800" y="695325"/>
                </a:moveTo>
                <a:lnTo>
                  <a:pt x="704850" y="695325"/>
                </a:lnTo>
                <a:lnTo>
                  <a:pt x="704850" y="714375"/>
                </a:lnTo>
                <a:lnTo>
                  <a:pt x="695325" y="714375"/>
                </a:lnTo>
                <a:lnTo>
                  <a:pt x="695325" y="704850"/>
                </a:lnTo>
                <a:lnTo>
                  <a:pt x="685800" y="704850"/>
                </a:lnTo>
                <a:close/>
                <a:moveTo>
                  <a:pt x="781050" y="695325"/>
                </a:moveTo>
                <a:lnTo>
                  <a:pt x="790575" y="695325"/>
                </a:lnTo>
                <a:lnTo>
                  <a:pt x="790575" y="704850"/>
                </a:lnTo>
                <a:lnTo>
                  <a:pt x="781050" y="704850"/>
                </a:lnTo>
                <a:close/>
                <a:moveTo>
                  <a:pt x="838200" y="695325"/>
                </a:moveTo>
                <a:lnTo>
                  <a:pt x="857250" y="695325"/>
                </a:lnTo>
                <a:lnTo>
                  <a:pt x="857250" y="704850"/>
                </a:lnTo>
                <a:lnTo>
                  <a:pt x="838200" y="704850"/>
                </a:lnTo>
                <a:close/>
                <a:moveTo>
                  <a:pt x="971550" y="695325"/>
                </a:moveTo>
                <a:lnTo>
                  <a:pt x="1000125" y="695325"/>
                </a:lnTo>
                <a:lnTo>
                  <a:pt x="1000125" y="704850"/>
                </a:lnTo>
                <a:lnTo>
                  <a:pt x="971550" y="704850"/>
                </a:lnTo>
                <a:close/>
                <a:moveTo>
                  <a:pt x="1114425" y="695325"/>
                </a:moveTo>
                <a:lnTo>
                  <a:pt x="1123950" y="695325"/>
                </a:lnTo>
                <a:lnTo>
                  <a:pt x="1123950" y="704850"/>
                </a:lnTo>
                <a:lnTo>
                  <a:pt x="1114425" y="704850"/>
                </a:lnTo>
                <a:close/>
                <a:moveTo>
                  <a:pt x="1152525" y="695325"/>
                </a:moveTo>
                <a:lnTo>
                  <a:pt x="1162050" y="695325"/>
                </a:lnTo>
                <a:lnTo>
                  <a:pt x="1162050" y="704850"/>
                </a:lnTo>
                <a:lnTo>
                  <a:pt x="1152525" y="704850"/>
                </a:lnTo>
                <a:close/>
                <a:moveTo>
                  <a:pt x="1171575" y="695325"/>
                </a:moveTo>
                <a:lnTo>
                  <a:pt x="1181100" y="695325"/>
                </a:lnTo>
                <a:lnTo>
                  <a:pt x="1181100" y="704850"/>
                </a:lnTo>
                <a:lnTo>
                  <a:pt x="1171575" y="704850"/>
                </a:lnTo>
                <a:close/>
                <a:moveTo>
                  <a:pt x="1219200" y="695325"/>
                </a:moveTo>
                <a:lnTo>
                  <a:pt x="1228725" y="695325"/>
                </a:lnTo>
                <a:lnTo>
                  <a:pt x="1228725" y="704850"/>
                </a:lnTo>
                <a:lnTo>
                  <a:pt x="1219200" y="704850"/>
                </a:lnTo>
                <a:close/>
                <a:moveTo>
                  <a:pt x="1238250" y="695325"/>
                </a:moveTo>
                <a:lnTo>
                  <a:pt x="1247775" y="695325"/>
                </a:lnTo>
                <a:lnTo>
                  <a:pt x="1247775" y="704850"/>
                </a:lnTo>
                <a:lnTo>
                  <a:pt x="1238250" y="704850"/>
                </a:lnTo>
                <a:close/>
                <a:moveTo>
                  <a:pt x="228600" y="704850"/>
                </a:moveTo>
                <a:lnTo>
                  <a:pt x="238125" y="704850"/>
                </a:lnTo>
                <a:lnTo>
                  <a:pt x="238125" y="714375"/>
                </a:lnTo>
                <a:lnTo>
                  <a:pt x="228600" y="714375"/>
                </a:lnTo>
                <a:close/>
                <a:moveTo>
                  <a:pt x="304800" y="704850"/>
                </a:moveTo>
                <a:lnTo>
                  <a:pt x="314325" y="704850"/>
                </a:lnTo>
                <a:lnTo>
                  <a:pt x="314325" y="714375"/>
                </a:lnTo>
                <a:lnTo>
                  <a:pt x="304800" y="714375"/>
                </a:lnTo>
                <a:close/>
                <a:moveTo>
                  <a:pt x="381000" y="704850"/>
                </a:moveTo>
                <a:lnTo>
                  <a:pt x="390525" y="704850"/>
                </a:lnTo>
                <a:lnTo>
                  <a:pt x="390525" y="723900"/>
                </a:lnTo>
                <a:lnTo>
                  <a:pt x="400050" y="723900"/>
                </a:lnTo>
                <a:lnTo>
                  <a:pt x="400050" y="714375"/>
                </a:lnTo>
                <a:lnTo>
                  <a:pt x="409575" y="714375"/>
                </a:lnTo>
                <a:lnTo>
                  <a:pt x="409575" y="704850"/>
                </a:lnTo>
                <a:lnTo>
                  <a:pt x="428625" y="704850"/>
                </a:lnTo>
                <a:lnTo>
                  <a:pt x="428625" y="723900"/>
                </a:lnTo>
                <a:lnTo>
                  <a:pt x="438150" y="723900"/>
                </a:lnTo>
                <a:lnTo>
                  <a:pt x="438150" y="752475"/>
                </a:lnTo>
                <a:lnTo>
                  <a:pt x="447675" y="752475"/>
                </a:lnTo>
                <a:lnTo>
                  <a:pt x="447675" y="742950"/>
                </a:lnTo>
                <a:lnTo>
                  <a:pt x="466725" y="742950"/>
                </a:lnTo>
                <a:lnTo>
                  <a:pt x="466725" y="733425"/>
                </a:lnTo>
                <a:lnTo>
                  <a:pt x="476250" y="733425"/>
                </a:lnTo>
                <a:lnTo>
                  <a:pt x="476250" y="742950"/>
                </a:lnTo>
                <a:lnTo>
                  <a:pt x="495300" y="742950"/>
                </a:lnTo>
                <a:lnTo>
                  <a:pt x="495300" y="733425"/>
                </a:lnTo>
                <a:lnTo>
                  <a:pt x="504825" y="733425"/>
                </a:lnTo>
                <a:lnTo>
                  <a:pt x="504825" y="742950"/>
                </a:lnTo>
                <a:lnTo>
                  <a:pt x="514350" y="742950"/>
                </a:lnTo>
                <a:lnTo>
                  <a:pt x="514350" y="752475"/>
                </a:lnTo>
                <a:lnTo>
                  <a:pt x="457200" y="752475"/>
                </a:lnTo>
                <a:lnTo>
                  <a:pt x="457200" y="762000"/>
                </a:lnTo>
                <a:lnTo>
                  <a:pt x="428625" y="762000"/>
                </a:lnTo>
                <a:lnTo>
                  <a:pt x="428625" y="752475"/>
                </a:lnTo>
                <a:lnTo>
                  <a:pt x="419100" y="752475"/>
                </a:lnTo>
                <a:lnTo>
                  <a:pt x="419100" y="733425"/>
                </a:lnTo>
                <a:lnTo>
                  <a:pt x="409575" y="733425"/>
                </a:lnTo>
                <a:lnTo>
                  <a:pt x="409575" y="742950"/>
                </a:lnTo>
                <a:lnTo>
                  <a:pt x="390525" y="742950"/>
                </a:lnTo>
                <a:lnTo>
                  <a:pt x="390525" y="733425"/>
                </a:lnTo>
                <a:lnTo>
                  <a:pt x="371475" y="733425"/>
                </a:lnTo>
                <a:lnTo>
                  <a:pt x="371475" y="742950"/>
                </a:lnTo>
                <a:lnTo>
                  <a:pt x="390525" y="742950"/>
                </a:lnTo>
                <a:lnTo>
                  <a:pt x="390525" y="752475"/>
                </a:lnTo>
                <a:lnTo>
                  <a:pt x="361950" y="752475"/>
                </a:lnTo>
                <a:lnTo>
                  <a:pt x="361950" y="733425"/>
                </a:lnTo>
                <a:lnTo>
                  <a:pt x="352425" y="733425"/>
                </a:lnTo>
                <a:lnTo>
                  <a:pt x="352425" y="723900"/>
                </a:lnTo>
                <a:lnTo>
                  <a:pt x="371475" y="723900"/>
                </a:lnTo>
                <a:lnTo>
                  <a:pt x="371475" y="714375"/>
                </a:lnTo>
                <a:lnTo>
                  <a:pt x="381000" y="714375"/>
                </a:lnTo>
                <a:close/>
                <a:moveTo>
                  <a:pt x="552450" y="704850"/>
                </a:moveTo>
                <a:lnTo>
                  <a:pt x="561975" y="704850"/>
                </a:lnTo>
                <a:lnTo>
                  <a:pt x="561975" y="714375"/>
                </a:lnTo>
                <a:lnTo>
                  <a:pt x="552450" y="714375"/>
                </a:lnTo>
                <a:close/>
                <a:moveTo>
                  <a:pt x="590550" y="704850"/>
                </a:moveTo>
                <a:lnTo>
                  <a:pt x="600075" y="704850"/>
                </a:lnTo>
                <a:lnTo>
                  <a:pt x="600075" y="714375"/>
                </a:lnTo>
                <a:lnTo>
                  <a:pt x="609600" y="714375"/>
                </a:lnTo>
                <a:lnTo>
                  <a:pt x="609600" y="704850"/>
                </a:lnTo>
                <a:lnTo>
                  <a:pt x="619125" y="704850"/>
                </a:lnTo>
                <a:lnTo>
                  <a:pt x="619125" y="714375"/>
                </a:lnTo>
                <a:lnTo>
                  <a:pt x="609600" y="714375"/>
                </a:lnTo>
                <a:lnTo>
                  <a:pt x="609600" y="723900"/>
                </a:lnTo>
                <a:lnTo>
                  <a:pt x="638175" y="723900"/>
                </a:lnTo>
                <a:lnTo>
                  <a:pt x="638175" y="714375"/>
                </a:lnTo>
                <a:lnTo>
                  <a:pt x="647700" y="714375"/>
                </a:lnTo>
                <a:lnTo>
                  <a:pt x="647700" y="723900"/>
                </a:lnTo>
                <a:lnTo>
                  <a:pt x="666750" y="723900"/>
                </a:lnTo>
                <a:lnTo>
                  <a:pt x="666750" y="733425"/>
                </a:lnTo>
                <a:lnTo>
                  <a:pt x="657225" y="733425"/>
                </a:lnTo>
                <a:lnTo>
                  <a:pt x="657225" y="742950"/>
                </a:lnTo>
                <a:lnTo>
                  <a:pt x="628650" y="742950"/>
                </a:lnTo>
                <a:lnTo>
                  <a:pt x="628650" y="733425"/>
                </a:lnTo>
                <a:lnTo>
                  <a:pt x="600075" y="733425"/>
                </a:lnTo>
                <a:lnTo>
                  <a:pt x="600075" y="742950"/>
                </a:lnTo>
                <a:lnTo>
                  <a:pt x="590550" y="742950"/>
                </a:lnTo>
                <a:lnTo>
                  <a:pt x="590550" y="752475"/>
                </a:lnTo>
                <a:lnTo>
                  <a:pt x="571500" y="752475"/>
                </a:lnTo>
                <a:lnTo>
                  <a:pt x="571500" y="742950"/>
                </a:lnTo>
                <a:lnTo>
                  <a:pt x="581025" y="742950"/>
                </a:lnTo>
                <a:lnTo>
                  <a:pt x="581025" y="733425"/>
                </a:lnTo>
                <a:lnTo>
                  <a:pt x="590550" y="733425"/>
                </a:lnTo>
                <a:close/>
                <a:moveTo>
                  <a:pt x="771525" y="704850"/>
                </a:moveTo>
                <a:lnTo>
                  <a:pt x="781050" y="704850"/>
                </a:lnTo>
                <a:lnTo>
                  <a:pt x="781050" y="714375"/>
                </a:lnTo>
                <a:lnTo>
                  <a:pt x="771525" y="714375"/>
                </a:lnTo>
                <a:close/>
                <a:moveTo>
                  <a:pt x="828675" y="704850"/>
                </a:moveTo>
                <a:lnTo>
                  <a:pt x="838200" y="704850"/>
                </a:lnTo>
                <a:lnTo>
                  <a:pt x="838200" y="714375"/>
                </a:lnTo>
                <a:lnTo>
                  <a:pt x="828675" y="714375"/>
                </a:lnTo>
                <a:close/>
                <a:moveTo>
                  <a:pt x="857250" y="704850"/>
                </a:moveTo>
                <a:lnTo>
                  <a:pt x="866775" y="704850"/>
                </a:lnTo>
                <a:lnTo>
                  <a:pt x="866775" y="714375"/>
                </a:lnTo>
                <a:lnTo>
                  <a:pt x="857250" y="714375"/>
                </a:lnTo>
                <a:close/>
                <a:moveTo>
                  <a:pt x="904875" y="704850"/>
                </a:moveTo>
                <a:lnTo>
                  <a:pt x="923925" y="704850"/>
                </a:lnTo>
                <a:lnTo>
                  <a:pt x="923925" y="733425"/>
                </a:lnTo>
                <a:lnTo>
                  <a:pt x="914400" y="733425"/>
                </a:lnTo>
                <a:lnTo>
                  <a:pt x="914400" y="723900"/>
                </a:lnTo>
                <a:lnTo>
                  <a:pt x="904875" y="723900"/>
                </a:lnTo>
                <a:close/>
                <a:moveTo>
                  <a:pt x="952500" y="704850"/>
                </a:moveTo>
                <a:lnTo>
                  <a:pt x="971550" y="704850"/>
                </a:lnTo>
                <a:lnTo>
                  <a:pt x="971550" y="714375"/>
                </a:lnTo>
                <a:lnTo>
                  <a:pt x="962025" y="714375"/>
                </a:lnTo>
                <a:lnTo>
                  <a:pt x="962025" y="723900"/>
                </a:lnTo>
                <a:lnTo>
                  <a:pt x="942975" y="723900"/>
                </a:lnTo>
                <a:lnTo>
                  <a:pt x="942975" y="742950"/>
                </a:lnTo>
                <a:lnTo>
                  <a:pt x="933450" y="742950"/>
                </a:lnTo>
                <a:lnTo>
                  <a:pt x="933450" y="714375"/>
                </a:lnTo>
                <a:lnTo>
                  <a:pt x="952500" y="714375"/>
                </a:lnTo>
                <a:close/>
                <a:moveTo>
                  <a:pt x="1085850" y="704850"/>
                </a:moveTo>
                <a:lnTo>
                  <a:pt x="1095375" y="704850"/>
                </a:lnTo>
                <a:lnTo>
                  <a:pt x="1095375" y="714375"/>
                </a:lnTo>
                <a:lnTo>
                  <a:pt x="1104900" y="714375"/>
                </a:lnTo>
                <a:lnTo>
                  <a:pt x="1104900" y="733425"/>
                </a:lnTo>
                <a:lnTo>
                  <a:pt x="1085850" y="733425"/>
                </a:lnTo>
                <a:close/>
                <a:moveTo>
                  <a:pt x="1143000" y="704850"/>
                </a:moveTo>
                <a:lnTo>
                  <a:pt x="1152525" y="704850"/>
                </a:lnTo>
                <a:lnTo>
                  <a:pt x="1152525" y="733425"/>
                </a:lnTo>
                <a:lnTo>
                  <a:pt x="1143000" y="733425"/>
                </a:lnTo>
                <a:lnTo>
                  <a:pt x="1143000" y="752475"/>
                </a:lnTo>
                <a:lnTo>
                  <a:pt x="1114425" y="752475"/>
                </a:lnTo>
                <a:lnTo>
                  <a:pt x="1114425" y="742950"/>
                </a:lnTo>
                <a:lnTo>
                  <a:pt x="1104900" y="742950"/>
                </a:lnTo>
                <a:lnTo>
                  <a:pt x="1104900" y="733425"/>
                </a:lnTo>
                <a:lnTo>
                  <a:pt x="1114425" y="733425"/>
                </a:lnTo>
                <a:lnTo>
                  <a:pt x="1114425" y="742950"/>
                </a:lnTo>
                <a:lnTo>
                  <a:pt x="1123950" y="742950"/>
                </a:lnTo>
                <a:lnTo>
                  <a:pt x="1123950" y="733425"/>
                </a:lnTo>
                <a:lnTo>
                  <a:pt x="1133475" y="733425"/>
                </a:lnTo>
                <a:lnTo>
                  <a:pt x="1133475" y="723900"/>
                </a:lnTo>
                <a:lnTo>
                  <a:pt x="1143000" y="723900"/>
                </a:lnTo>
                <a:close/>
                <a:moveTo>
                  <a:pt x="1181100" y="704850"/>
                </a:moveTo>
                <a:lnTo>
                  <a:pt x="1190625" y="704850"/>
                </a:lnTo>
                <a:lnTo>
                  <a:pt x="1190625" y="752475"/>
                </a:lnTo>
                <a:lnTo>
                  <a:pt x="1152525" y="752475"/>
                </a:lnTo>
                <a:lnTo>
                  <a:pt x="1152525" y="742950"/>
                </a:lnTo>
                <a:lnTo>
                  <a:pt x="1181100" y="742950"/>
                </a:lnTo>
                <a:close/>
                <a:moveTo>
                  <a:pt x="1209675" y="704850"/>
                </a:moveTo>
                <a:lnTo>
                  <a:pt x="1219200" y="704850"/>
                </a:lnTo>
                <a:lnTo>
                  <a:pt x="1219200" y="714375"/>
                </a:lnTo>
                <a:lnTo>
                  <a:pt x="1209675" y="714375"/>
                </a:lnTo>
                <a:close/>
                <a:moveTo>
                  <a:pt x="1228725" y="704850"/>
                </a:moveTo>
                <a:lnTo>
                  <a:pt x="1238250" y="704850"/>
                </a:lnTo>
                <a:lnTo>
                  <a:pt x="1238250" y="714375"/>
                </a:lnTo>
                <a:lnTo>
                  <a:pt x="1228725" y="714375"/>
                </a:lnTo>
                <a:close/>
                <a:moveTo>
                  <a:pt x="247650" y="714375"/>
                </a:moveTo>
                <a:lnTo>
                  <a:pt x="266700" y="714375"/>
                </a:lnTo>
                <a:lnTo>
                  <a:pt x="266700" y="733425"/>
                </a:lnTo>
                <a:lnTo>
                  <a:pt x="257175" y="733425"/>
                </a:lnTo>
                <a:lnTo>
                  <a:pt x="257175" y="723900"/>
                </a:lnTo>
                <a:lnTo>
                  <a:pt x="247650" y="723900"/>
                </a:lnTo>
                <a:close/>
                <a:moveTo>
                  <a:pt x="285750" y="714375"/>
                </a:moveTo>
                <a:lnTo>
                  <a:pt x="304800" y="714375"/>
                </a:lnTo>
                <a:lnTo>
                  <a:pt x="304800" y="723900"/>
                </a:lnTo>
                <a:lnTo>
                  <a:pt x="285750" y="723900"/>
                </a:lnTo>
                <a:close/>
                <a:moveTo>
                  <a:pt x="542925" y="714375"/>
                </a:moveTo>
                <a:lnTo>
                  <a:pt x="552450" y="714375"/>
                </a:lnTo>
                <a:lnTo>
                  <a:pt x="552450" y="723900"/>
                </a:lnTo>
                <a:lnTo>
                  <a:pt x="542925" y="723900"/>
                </a:lnTo>
                <a:close/>
                <a:moveTo>
                  <a:pt x="762000" y="714375"/>
                </a:moveTo>
                <a:lnTo>
                  <a:pt x="771525" y="714375"/>
                </a:lnTo>
                <a:lnTo>
                  <a:pt x="771525" y="723900"/>
                </a:lnTo>
                <a:lnTo>
                  <a:pt x="781050" y="723900"/>
                </a:lnTo>
                <a:lnTo>
                  <a:pt x="781050" y="733425"/>
                </a:lnTo>
                <a:lnTo>
                  <a:pt x="752475" y="733425"/>
                </a:lnTo>
                <a:lnTo>
                  <a:pt x="752475" y="723900"/>
                </a:lnTo>
                <a:lnTo>
                  <a:pt x="762000" y="723900"/>
                </a:lnTo>
                <a:close/>
                <a:moveTo>
                  <a:pt x="847725" y="714375"/>
                </a:moveTo>
                <a:lnTo>
                  <a:pt x="857250" y="714375"/>
                </a:lnTo>
                <a:lnTo>
                  <a:pt x="857250" y="723900"/>
                </a:lnTo>
                <a:lnTo>
                  <a:pt x="847725" y="723900"/>
                </a:lnTo>
                <a:close/>
                <a:moveTo>
                  <a:pt x="219075" y="723900"/>
                </a:moveTo>
                <a:lnTo>
                  <a:pt x="228600" y="723900"/>
                </a:lnTo>
                <a:lnTo>
                  <a:pt x="228600" y="733425"/>
                </a:lnTo>
                <a:lnTo>
                  <a:pt x="219075" y="733425"/>
                </a:lnTo>
                <a:close/>
                <a:moveTo>
                  <a:pt x="238125" y="723900"/>
                </a:moveTo>
                <a:lnTo>
                  <a:pt x="247650" y="723900"/>
                </a:lnTo>
                <a:lnTo>
                  <a:pt x="247650" y="733425"/>
                </a:lnTo>
                <a:lnTo>
                  <a:pt x="238125" y="733425"/>
                </a:lnTo>
                <a:close/>
                <a:moveTo>
                  <a:pt x="276225" y="723900"/>
                </a:moveTo>
                <a:lnTo>
                  <a:pt x="285750" y="723900"/>
                </a:lnTo>
                <a:lnTo>
                  <a:pt x="285750" y="742950"/>
                </a:lnTo>
                <a:lnTo>
                  <a:pt x="295275" y="742950"/>
                </a:lnTo>
                <a:lnTo>
                  <a:pt x="295275" y="752475"/>
                </a:lnTo>
                <a:lnTo>
                  <a:pt x="266700" y="752475"/>
                </a:lnTo>
                <a:lnTo>
                  <a:pt x="266700" y="733425"/>
                </a:lnTo>
                <a:lnTo>
                  <a:pt x="276225" y="733425"/>
                </a:lnTo>
                <a:close/>
                <a:moveTo>
                  <a:pt x="523875" y="723900"/>
                </a:moveTo>
                <a:lnTo>
                  <a:pt x="542925" y="723900"/>
                </a:lnTo>
                <a:lnTo>
                  <a:pt x="542925" y="733425"/>
                </a:lnTo>
                <a:lnTo>
                  <a:pt x="533400" y="733425"/>
                </a:lnTo>
                <a:lnTo>
                  <a:pt x="533400" y="742950"/>
                </a:lnTo>
                <a:lnTo>
                  <a:pt x="523875" y="742950"/>
                </a:lnTo>
                <a:close/>
                <a:moveTo>
                  <a:pt x="838200" y="723900"/>
                </a:moveTo>
                <a:lnTo>
                  <a:pt x="847725" y="723900"/>
                </a:lnTo>
                <a:lnTo>
                  <a:pt x="847725" y="733425"/>
                </a:lnTo>
                <a:lnTo>
                  <a:pt x="838200" y="733425"/>
                </a:lnTo>
                <a:close/>
                <a:moveTo>
                  <a:pt x="1038225" y="723900"/>
                </a:moveTo>
                <a:lnTo>
                  <a:pt x="1047750" y="723900"/>
                </a:lnTo>
                <a:lnTo>
                  <a:pt x="1047750" y="733425"/>
                </a:lnTo>
                <a:lnTo>
                  <a:pt x="1038225" y="733425"/>
                </a:lnTo>
                <a:close/>
                <a:moveTo>
                  <a:pt x="1057275" y="723900"/>
                </a:moveTo>
                <a:lnTo>
                  <a:pt x="1066800" y="723900"/>
                </a:lnTo>
                <a:lnTo>
                  <a:pt x="1066800" y="733425"/>
                </a:lnTo>
                <a:lnTo>
                  <a:pt x="1085850" y="733425"/>
                </a:lnTo>
                <a:lnTo>
                  <a:pt x="1085850" y="742950"/>
                </a:lnTo>
                <a:lnTo>
                  <a:pt x="1057275" y="742950"/>
                </a:lnTo>
                <a:close/>
                <a:moveTo>
                  <a:pt x="1209675" y="723900"/>
                </a:moveTo>
                <a:lnTo>
                  <a:pt x="1219200" y="723900"/>
                </a:lnTo>
                <a:lnTo>
                  <a:pt x="1219200" y="733425"/>
                </a:lnTo>
                <a:lnTo>
                  <a:pt x="1209675" y="733425"/>
                </a:lnTo>
                <a:close/>
                <a:moveTo>
                  <a:pt x="228600" y="733425"/>
                </a:moveTo>
                <a:lnTo>
                  <a:pt x="238125" y="733425"/>
                </a:lnTo>
                <a:lnTo>
                  <a:pt x="238125" y="742950"/>
                </a:lnTo>
                <a:lnTo>
                  <a:pt x="228600" y="742950"/>
                </a:lnTo>
                <a:close/>
                <a:moveTo>
                  <a:pt x="323850" y="733425"/>
                </a:moveTo>
                <a:lnTo>
                  <a:pt x="352425" y="733425"/>
                </a:lnTo>
                <a:lnTo>
                  <a:pt x="352425" y="742950"/>
                </a:lnTo>
                <a:lnTo>
                  <a:pt x="323850" y="742950"/>
                </a:lnTo>
                <a:close/>
                <a:moveTo>
                  <a:pt x="1009650" y="733425"/>
                </a:moveTo>
                <a:lnTo>
                  <a:pt x="1038225" y="733425"/>
                </a:lnTo>
                <a:lnTo>
                  <a:pt x="1038225" y="742950"/>
                </a:lnTo>
                <a:lnTo>
                  <a:pt x="1028700" y="742950"/>
                </a:lnTo>
                <a:lnTo>
                  <a:pt x="1028700" y="752475"/>
                </a:lnTo>
                <a:lnTo>
                  <a:pt x="1019175" y="752475"/>
                </a:lnTo>
                <a:lnTo>
                  <a:pt x="1019175" y="742950"/>
                </a:lnTo>
                <a:lnTo>
                  <a:pt x="1009650" y="742950"/>
                </a:lnTo>
                <a:close/>
                <a:moveTo>
                  <a:pt x="209550" y="742950"/>
                </a:moveTo>
                <a:lnTo>
                  <a:pt x="228600" y="742950"/>
                </a:lnTo>
                <a:lnTo>
                  <a:pt x="228600" y="752475"/>
                </a:lnTo>
                <a:lnTo>
                  <a:pt x="209550" y="752475"/>
                </a:lnTo>
                <a:close/>
                <a:moveTo>
                  <a:pt x="552450" y="742950"/>
                </a:moveTo>
                <a:lnTo>
                  <a:pt x="561975" y="742950"/>
                </a:lnTo>
                <a:lnTo>
                  <a:pt x="561975" y="752475"/>
                </a:lnTo>
                <a:lnTo>
                  <a:pt x="552450" y="752475"/>
                </a:lnTo>
                <a:close/>
                <a:moveTo>
                  <a:pt x="600075" y="742950"/>
                </a:moveTo>
                <a:lnTo>
                  <a:pt x="609600" y="742950"/>
                </a:lnTo>
                <a:lnTo>
                  <a:pt x="609600" y="752475"/>
                </a:lnTo>
                <a:lnTo>
                  <a:pt x="600075" y="752475"/>
                </a:lnTo>
                <a:close/>
                <a:moveTo>
                  <a:pt x="762000" y="742950"/>
                </a:moveTo>
                <a:lnTo>
                  <a:pt x="790575" y="742950"/>
                </a:lnTo>
                <a:lnTo>
                  <a:pt x="790575" y="752475"/>
                </a:lnTo>
                <a:lnTo>
                  <a:pt x="762000" y="752475"/>
                </a:lnTo>
                <a:close/>
                <a:moveTo>
                  <a:pt x="838200" y="742950"/>
                </a:moveTo>
                <a:lnTo>
                  <a:pt x="847725" y="742950"/>
                </a:lnTo>
                <a:lnTo>
                  <a:pt x="847725" y="762000"/>
                </a:lnTo>
                <a:lnTo>
                  <a:pt x="828675" y="762000"/>
                </a:lnTo>
                <a:lnTo>
                  <a:pt x="828675" y="752475"/>
                </a:lnTo>
                <a:lnTo>
                  <a:pt x="838200" y="752475"/>
                </a:lnTo>
                <a:close/>
                <a:moveTo>
                  <a:pt x="923925" y="742950"/>
                </a:moveTo>
                <a:lnTo>
                  <a:pt x="933450" y="742950"/>
                </a:lnTo>
                <a:lnTo>
                  <a:pt x="933450" y="752475"/>
                </a:lnTo>
                <a:lnTo>
                  <a:pt x="923925" y="752475"/>
                </a:lnTo>
                <a:close/>
                <a:moveTo>
                  <a:pt x="1085850" y="742950"/>
                </a:moveTo>
                <a:lnTo>
                  <a:pt x="1095375" y="742950"/>
                </a:lnTo>
                <a:lnTo>
                  <a:pt x="1095375" y="752475"/>
                </a:lnTo>
                <a:lnTo>
                  <a:pt x="1085850" y="752475"/>
                </a:lnTo>
                <a:close/>
                <a:moveTo>
                  <a:pt x="285750" y="819150"/>
                </a:moveTo>
                <a:lnTo>
                  <a:pt x="523875" y="819150"/>
                </a:lnTo>
                <a:lnTo>
                  <a:pt x="523875" y="838200"/>
                </a:lnTo>
                <a:lnTo>
                  <a:pt x="285750" y="838200"/>
                </a:lnTo>
                <a:close/>
                <a:moveTo>
                  <a:pt x="457200" y="895350"/>
                </a:moveTo>
                <a:lnTo>
                  <a:pt x="476250" y="895350"/>
                </a:lnTo>
                <a:lnTo>
                  <a:pt x="476250" y="923925"/>
                </a:lnTo>
                <a:lnTo>
                  <a:pt x="457200" y="923925"/>
                </a:lnTo>
                <a:close/>
                <a:moveTo>
                  <a:pt x="619125" y="895350"/>
                </a:moveTo>
                <a:lnTo>
                  <a:pt x="628650" y="895350"/>
                </a:lnTo>
                <a:lnTo>
                  <a:pt x="628650" y="904875"/>
                </a:lnTo>
                <a:lnTo>
                  <a:pt x="647700" y="904875"/>
                </a:lnTo>
                <a:lnTo>
                  <a:pt x="647700" y="923925"/>
                </a:lnTo>
                <a:lnTo>
                  <a:pt x="600075" y="923925"/>
                </a:lnTo>
                <a:lnTo>
                  <a:pt x="600075" y="904875"/>
                </a:lnTo>
                <a:lnTo>
                  <a:pt x="619125" y="904875"/>
                </a:lnTo>
                <a:close/>
                <a:moveTo>
                  <a:pt x="209550" y="904875"/>
                </a:moveTo>
                <a:lnTo>
                  <a:pt x="219075" y="904875"/>
                </a:lnTo>
                <a:lnTo>
                  <a:pt x="219075" y="914400"/>
                </a:lnTo>
                <a:lnTo>
                  <a:pt x="228600" y="914400"/>
                </a:lnTo>
                <a:lnTo>
                  <a:pt x="228600" y="923925"/>
                </a:lnTo>
                <a:lnTo>
                  <a:pt x="209550" y="923925"/>
                </a:lnTo>
                <a:close/>
                <a:moveTo>
                  <a:pt x="266700" y="904875"/>
                </a:moveTo>
                <a:lnTo>
                  <a:pt x="390525" y="904875"/>
                </a:lnTo>
                <a:lnTo>
                  <a:pt x="390525" y="923925"/>
                </a:lnTo>
                <a:lnTo>
                  <a:pt x="371475" y="923925"/>
                </a:lnTo>
                <a:lnTo>
                  <a:pt x="371475" y="933450"/>
                </a:lnTo>
                <a:lnTo>
                  <a:pt x="352425" y="933450"/>
                </a:lnTo>
                <a:lnTo>
                  <a:pt x="352425" y="923925"/>
                </a:lnTo>
                <a:lnTo>
                  <a:pt x="304800" y="923925"/>
                </a:lnTo>
                <a:lnTo>
                  <a:pt x="304800" y="933450"/>
                </a:lnTo>
                <a:lnTo>
                  <a:pt x="295275" y="933450"/>
                </a:lnTo>
                <a:lnTo>
                  <a:pt x="295275" y="923925"/>
                </a:lnTo>
                <a:lnTo>
                  <a:pt x="257175" y="923925"/>
                </a:lnTo>
                <a:lnTo>
                  <a:pt x="257175" y="914400"/>
                </a:lnTo>
                <a:lnTo>
                  <a:pt x="266700" y="914400"/>
                </a:lnTo>
                <a:close/>
                <a:moveTo>
                  <a:pt x="504825" y="904875"/>
                </a:moveTo>
                <a:lnTo>
                  <a:pt x="523875" y="904875"/>
                </a:lnTo>
                <a:lnTo>
                  <a:pt x="523875" y="923925"/>
                </a:lnTo>
                <a:lnTo>
                  <a:pt x="504825" y="923925"/>
                </a:lnTo>
                <a:close/>
                <a:moveTo>
                  <a:pt x="695325" y="904875"/>
                </a:moveTo>
                <a:lnTo>
                  <a:pt x="733425" y="904875"/>
                </a:lnTo>
                <a:lnTo>
                  <a:pt x="733425" y="923925"/>
                </a:lnTo>
                <a:lnTo>
                  <a:pt x="695325" y="923925"/>
                </a:lnTo>
                <a:close/>
                <a:moveTo>
                  <a:pt x="1676400" y="1009650"/>
                </a:moveTo>
                <a:lnTo>
                  <a:pt x="1685925" y="1009650"/>
                </a:lnTo>
                <a:lnTo>
                  <a:pt x="1685925" y="1019175"/>
                </a:lnTo>
                <a:lnTo>
                  <a:pt x="1676400" y="1019175"/>
                </a:lnTo>
                <a:close/>
                <a:moveTo>
                  <a:pt x="1171575" y="1019175"/>
                </a:moveTo>
                <a:lnTo>
                  <a:pt x="1181100" y="1019175"/>
                </a:lnTo>
                <a:lnTo>
                  <a:pt x="1181100" y="1028700"/>
                </a:lnTo>
                <a:lnTo>
                  <a:pt x="1171575" y="1028700"/>
                </a:lnTo>
                <a:close/>
                <a:moveTo>
                  <a:pt x="1162050" y="1028700"/>
                </a:moveTo>
                <a:lnTo>
                  <a:pt x="1171575" y="1028700"/>
                </a:lnTo>
                <a:lnTo>
                  <a:pt x="1171575" y="1038225"/>
                </a:lnTo>
                <a:lnTo>
                  <a:pt x="1162050" y="1038225"/>
                </a:lnTo>
                <a:close/>
                <a:moveTo>
                  <a:pt x="1343025" y="1095375"/>
                </a:moveTo>
                <a:lnTo>
                  <a:pt x="1352550" y="1095375"/>
                </a:lnTo>
                <a:lnTo>
                  <a:pt x="1352550" y="1114425"/>
                </a:lnTo>
                <a:lnTo>
                  <a:pt x="1343025" y="1114425"/>
                </a:lnTo>
                <a:close/>
                <a:moveTo>
                  <a:pt x="1409700" y="1104900"/>
                </a:moveTo>
                <a:lnTo>
                  <a:pt x="1419225" y="1104900"/>
                </a:lnTo>
                <a:lnTo>
                  <a:pt x="1419225" y="1114425"/>
                </a:lnTo>
                <a:lnTo>
                  <a:pt x="1409700" y="1114425"/>
                </a:lnTo>
                <a:close/>
                <a:moveTo>
                  <a:pt x="1866900" y="1133475"/>
                </a:moveTo>
                <a:lnTo>
                  <a:pt x="1876425" y="1133475"/>
                </a:lnTo>
                <a:lnTo>
                  <a:pt x="1876425" y="1143000"/>
                </a:lnTo>
                <a:lnTo>
                  <a:pt x="1866900" y="1143000"/>
                </a:lnTo>
                <a:close/>
                <a:moveTo>
                  <a:pt x="1219200" y="1190625"/>
                </a:moveTo>
                <a:lnTo>
                  <a:pt x="1657350" y="1190625"/>
                </a:lnTo>
                <a:lnTo>
                  <a:pt x="1657350" y="1200150"/>
                </a:lnTo>
                <a:lnTo>
                  <a:pt x="1219200" y="1200150"/>
                </a:lnTo>
                <a:close/>
                <a:moveTo>
                  <a:pt x="28575" y="1238250"/>
                </a:moveTo>
                <a:lnTo>
                  <a:pt x="38100" y="1238250"/>
                </a:lnTo>
                <a:lnTo>
                  <a:pt x="38100" y="1247775"/>
                </a:lnTo>
                <a:lnTo>
                  <a:pt x="28575" y="1247775"/>
                </a:lnTo>
                <a:close/>
                <a:moveTo>
                  <a:pt x="228600" y="1362075"/>
                </a:moveTo>
                <a:lnTo>
                  <a:pt x="247650" y="1362075"/>
                </a:lnTo>
                <a:lnTo>
                  <a:pt x="247650" y="1371600"/>
                </a:lnTo>
                <a:lnTo>
                  <a:pt x="238125" y="1371600"/>
                </a:lnTo>
                <a:lnTo>
                  <a:pt x="238125" y="1381125"/>
                </a:lnTo>
                <a:lnTo>
                  <a:pt x="247650" y="1381125"/>
                </a:lnTo>
                <a:lnTo>
                  <a:pt x="247650" y="1371600"/>
                </a:lnTo>
                <a:lnTo>
                  <a:pt x="257175" y="1371600"/>
                </a:lnTo>
                <a:lnTo>
                  <a:pt x="257175" y="1390650"/>
                </a:lnTo>
                <a:lnTo>
                  <a:pt x="228600" y="1390650"/>
                </a:lnTo>
                <a:close/>
                <a:moveTo>
                  <a:pt x="381000" y="1362075"/>
                </a:moveTo>
                <a:lnTo>
                  <a:pt x="390525" y="1362075"/>
                </a:lnTo>
                <a:lnTo>
                  <a:pt x="390525" y="1371600"/>
                </a:lnTo>
                <a:lnTo>
                  <a:pt x="381000" y="1371600"/>
                </a:lnTo>
                <a:close/>
                <a:moveTo>
                  <a:pt x="561975" y="1362075"/>
                </a:moveTo>
                <a:lnTo>
                  <a:pt x="581025" y="1362075"/>
                </a:lnTo>
                <a:lnTo>
                  <a:pt x="581025" y="1371600"/>
                </a:lnTo>
                <a:lnTo>
                  <a:pt x="561975" y="1371600"/>
                </a:lnTo>
                <a:close/>
                <a:moveTo>
                  <a:pt x="819150" y="1362075"/>
                </a:moveTo>
                <a:lnTo>
                  <a:pt x="838200" y="1362075"/>
                </a:lnTo>
                <a:lnTo>
                  <a:pt x="838200" y="1371600"/>
                </a:lnTo>
                <a:lnTo>
                  <a:pt x="828675" y="1371600"/>
                </a:lnTo>
                <a:lnTo>
                  <a:pt x="828675" y="1390650"/>
                </a:lnTo>
                <a:lnTo>
                  <a:pt x="819150" y="1390650"/>
                </a:lnTo>
                <a:close/>
                <a:moveTo>
                  <a:pt x="923925" y="1362075"/>
                </a:moveTo>
                <a:lnTo>
                  <a:pt x="933450" y="1362075"/>
                </a:lnTo>
                <a:lnTo>
                  <a:pt x="933450" y="1371600"/>
                </a:lnTo>
                <a:lnTo>
                  <a:pt x="942975" y="1371600"/>
                </a:lnTo>
                <a:lnTo>
                  <a:pt x="942975" y="1390650"/>
                </a:lnTo>
                <a:lnTo>
                  <a:pt x="923925" y="1390650"/>
                </a:lnTo>
                <a:lnTo>
                  <a:pt x="923925" y="1381125"/>
                </a:lnTo>
                <a:lnTo>
                  <a:pt x="914400" y="1381125"/>
                </a:lnTo>
                <a:lnTo>
                  <a:pt x="914400" y="1371600"/>
                </a:lnTo>
                <a:lnTo>
                  <a:pt x="923925" y="1371600"/>
                </a:lnTo>
                <a:close/>
                <a:moveTo>
                  <a:pt x="1028700" y="1362075"/>
                </a:moveTo>
                <a:lnTo>
                  <a:pt x="1038225" y="1362075"/>
                </a:lnTo>
                <a:lnTo>
                  <a:pt x="1038225" y="1371600"/>
                </a:lnTo>
                <a:lnTo>
                  <a:pt x="1047750" y="1371600"/>
                </a:lnTo>
                <a:lnTo>
                  <a:pt x="1047750" y="1390650"/>
                </a:lnTo>
                <a:lnTo>
                  <a:pt x="1028700" y="1390650"/>
                </a:lnTo>
                <a:lnTo>
                  <a:pt x="1028700" y="1381125"/>
                </a:lnTo>
                <a:lnTo>
                  <a:pt x="1019175" y="1381125"/>
                </a:lnTo>
                <a:lnTo>
                  <a:pt x="1019175" y="1371600"/>
                </a:lnTo>
                <a:lnTo>
                  <a:pt x="1028700" y="1371600"/>
                </a:lnTo>
                <a:close/>
                <a:moveTo>
                  <a:pt x="276225" y="1371600"/>
                </a:moveTo>
                <a:lnTo>
                  <a:pt x="285750" y="1371600"/>
                </a:lnTo>
                <a:lnTo>
                  <a:pt x="285750" y="1381125"/>
                </a:lnTo>
                <a:lnTo>
                  <a:pt x="295275" y="1381125"/>
                </a:lnTo>
                <a:lnTo>
                  <a:pt x="295275" y="1400175"/>
                </a:lnTo>
                <a:lnTo>
                  <a:pt x="304800" y="1400175"/>
                </a:lnTo>
                <a:lnTo>
                  <a:pt x="304800" y="1409700"/>
                </a:lnTo>
                <a:lnTo>
                  <a:pt x="285750" y="1409700"/>
                </a:lnTo>
                <a:lnTo>
                  <a:pt x="285750" y="1390650"/>
                </a:lnTo>
                <a:lnTo>
                  <a:pt x="276225" y="1390650"/>
                </a:lnTo>
                <a:close/>
                <a:moveTo>
                  <a:pt x="371475" y="1371600"/>
                </a:moveTo>
                <a:lnTo>
                  <a:pt x="381000" y="1371600"/>
                </a:lnTo>
                <a:lnTo>
                  <a:pt x="381000" y="1409700"/>
                </a:lnTo>
                <a:lnTo>
                  <a:pt x="390525" y="1409700"/>
                </a:lnTo>
                <a:lnTo>
                  <a:pt x="390525" y="1419225"/>
                </a:lnTo>
                <a:lnTo>
                  <a:pt x="371475" y="1419225"/>
                </a:lnTo>
                <a:lnTo>
                  <a:pt x="371475" y="1428750"/>
                </a:lnTo>
                <a:lnTo>
                  <a:pt x="352425" y="1428750"/>
                </a:lnTo>
                <a:lnTo>
                  <a:pt x="352425" y="1419225"/>
                </a:lnTo>
                <a:lnTo>
                  <a:pt x="342900" y="1419225"/>
                </a:lnTo>
                <a:lnTo>
                  <a:pt x="342900" y="1400175"/>
                </a:lnTo>
                <a:lnTo>
                  <a:pt x="352425" y="1400175"/>
                </a:lnTo>
                <a:lnTo>
                  <a:pt x="352425" y="1381125"/>
                </a:lnTo>
                <a:lnTo>
                  <a:pt x="371475" y="1381125"/>
                </a:lnTo>
                <a:close/>
                <a:moveTo>
                  <a:pt x="552450" y="1371600"/>
                </a:moveTo>
                <a:lnTo>
                  <a:pt x="561975" y="1371600"/>
                </a:lnTo>
                <a:lnTo>
                  <a:pt x="561975" y="1409700"/>
                </a:lnTo>
                <a:lnTo>
                  <a:pt x="552450" y="1409700"/>
                </a:lnTo>
                <a:lnTo>
                  <a:pt x="552450" y="1419225"/>
                </a:lnTo>
                <a:lnTo>
                  <a:pt x="533400" y="1419225"/>
                </a:lnTo>
                <a:lnTo>
                  <a:pt x="533400" y="1400175"/>
                </a:lnTo>
                <a:lnTo>
                  <a:pt x="523875" y="1400175"/>
                </a:lnTo>
                <a:lnTo>
                  <a:pt x="523875" y="1428750"/>
                </a:lnTo>
                <a:lnTo>
                  <a:pt x="514350" y="1428750"/>
                </a:lnTo>
                <a:lnTo>
                  <a:pt x="514350" y="1419225"/>
                </a:lnTo>
                <a:lnTo>
                  <a:pt x="495300" y="1419225"/>
                </a:lnTo>
                <a:lnTo>
                  <a:pt x="495300" y="1390650"/>
                </a:lnTo>
                <a:lnTo>
                  <a:pt x="504825" y="1390650"/>
                </a:lnTo>
                <a:lnTo>
                  <a:pt x="504825" y="1400175"/>
                </a:lnTo>
                <a:lnTo>
                  <a:pt x="514350" y="1400175"/>
                </a:lnTo>
                <a:lnTo>
                  <a:pt x="514350" y="1381125"/>
                </a:lnTo>
                <a:lnTo>
                  <a:pt x="533400" y="1381125"/>
                </a:lnTo>
                <a:lnTo>
                  <a:pt x="533400" y="1390650"/>
                </a:lnTo>
                <a:lnTo>
                  <a:pt x="542925" y="1390650"/>
                </a:lnTo>
                <a:lnTo>
                  <a:pt x="542925" y="1381125"/>
                </a:lnTo>
                <a:lnTo>
                  <a:pt x="552450" y="1381125"/>
                </a:lnTo>
                <a:close/>
                <a:moveTo>
                  <a:pt x="1076325" y="1371600"/>
                </a:moveTo>
                <a:lnTo>
                  <a:pt x="1095375" y="1371600"/>
                </a:lnTo>
                <a:lnTo>
                  <a:pt x="1095375" y="1400175"/>
                </a:lnTo>
                <a:lnTo>
                  <a:pt x="1104900" y="1400175"/>
                </a:lnTo>
                <a:lnTo>
                  <a:pt x="1104900" y="1409700"/>
                </a:lnTo>
                <a:lnTo>
                  <a:pt x="1095375" y="1409700"/>
                </a:lnTo>
                <a:lnTo>
                  <a:pt x="1095375" y="1419225"/>
                </a:lnTo>
                <a:lnTo>
                  <a:pt x="1076325" y="1419225"/>
                </a:lnTo>
                <a:lnTo>
                  <a:pt x="1076325" y="1428750"/>
                </a:lnTo>
                <a:lnTo>
                  <a:pt x="1066800" y="1428750"/>
                </a:lnTo>
                <a:lnTo>
                  <a:pt x="1066800" y="1400175"/>
                </a:lnTo>
                <a:lnTo>
                  <a:pt x="1085850" y="1400175"/>
                </a:lnTo>
                <a:lnTo>
                  <a:pt x="1085850" y="1381125"/>
                </a:lnTo>
                <a:lnTo>
                  <a:pt x="1076325" y="1381125"/>
                </a:lnTo>
                <a:close/>
                <a:moveTo>
                  <a:pt x="409575" y="1381125"/>
                </a:moveTo>
                <a:lnTo>
                  <a:pt x="419100" y="1381125"/>
                </a:lnTo>
                <a:lnTo>
                  <a:pt x="419100" y="1390650"/>
                </a:lnTo>
                <a:lnTo>
                  <a:pt x="409575" y="1390650"/>
                </a:lnTo>
                <a:close/>
                <a:moveTo>
                  <a:pt x="476250" y="1381125"/>
                </a:moveTo>
                <a:lnTo>
                  <a:pt x="485775" y="1381125"/>
                </a:lnTo>
                <a:lnTo>
                  <a:pt x="485775" y="1419225"/>
                </a:lnTo>
                <a:lnTo>
                  <a:pt x="476250" y="1419225"/>
                </a:lnTo>
                <a:lnTo>
                  <a:pt x="476250" y="1428750"/>
                </a:lnTo>
                <a:lnTo>
                  <a:pt x="466725" y="1428750"/>
                </a:lnTo>
                <a:lnTo>
                  <a:pt x="466725" y="1419225"/>
                </a:lnTo>
                <a:lnTo>
                  <a:pt x="457200" y="1419225"/>
                </a:lnTo>
                <a:lnTo>
                  <a:pt x="457200" y="1390650"/>
                </a:lnTo>
                <a:lnTo>
                  <a:pt x="476250" y="1390650"/>
                </a:lnTo>
                <a:close/>
                <a:moveTo>
                  <a:pt x="638175" y="1381125"/>
                </a:moveTo>
                <a:lnTo>
                  <a:pt x="647700" y="1381125"/>
                </a:lnTo>
                <a:lnTo>
                  <a:pt x="647700" y="1400175"/>
                </a:lnTo>
                <a:lnTo>
                  <a:pt x="657225" y="1400175"/>
                </a:lnTo>
                <a:lnTo>
                  <a:pt x="657225" y="1390650"/>
                </a:lnTo>
                <a:lnTo>
                  <a:pt x="695325" y="1390650"/>
                </a:lnTo>
                <a:lnTo>
                  <a:pt x="695325" y="1419225"/>
                </a:lnTo>
                <a:lnTo>
                  <a:pt x="666750" y="1419225"/>
                </a:lnTo>
                <a:lnTo>
                  <a:pt x="666750" y="1409700"/>
                </a:lnTo>
                <a:lnTo>
                  <a:pt x="657225" y="1409700"/>
                </a:lnTo>
                <a:lnTo>
                  <a:pt x="657225" y="1428750"/>
                </a:lnTo>
                <a:lnTo>
                  <a:pt x="638175" y="1428750"/>
                </a:lnTo>
                <a:lnTo>
                  <a:pt x="638175" y="1419225"/>
                </a:lnTo>
                <a:lnTo>
                  <a:pt x="628650" y="1419225"/>
                </a:lnTo>
                <a:lnTo>
                  <a:pt x="628650" y="1400175"/>
                </a:lnTo>
                <a:lnTo>
                  <a:pt x="619125" y="1400175"/>
                </a:lnTo>
                <a:lnTo>
                  <a:pt x="619125" y="1390650"/>
                </a:lnTo>
                <a:lnTo>
                  <a:pt x="638175" y="1390650"/>
                </a:lnTo>
                <a:close/>
                <a:moveTo>
                  <a:pt x="723900" y="1381125"/>
                </a:moveTo>
                <a:lnTo>
                  <a:pt x="742950" y="1381125"/>
                </a:lnTo>
                <a:lnTo>
                  <a:pt x="742950" y="1390650"/>
                </a:lnTo>
                <a:lnTo>
                  <a:pt x="723900" y="1390650"/>
                </a:lnTo>
                <a:close/>
                <a:moveTo>
                  <a:pt x="800100" y="1381125"/>
                </a:moveTo>
                <a:lnTo>
                  <a:pt x="809625" y="1381125"/>
                </a:lnTo>
                <a:lnTo>
                  <a:pt x="809625" y="1390650"/>
                </a:lnTo>
                <a:lnTo>
                  <a:pt x="800100" y="1390650"/>
                </a:lnTo>
                <a:close/>
                <a:moveTo>
                  <a:pt x="847725" y="1381125"/>
                </a:moveTo>
                <a:lnTo>
                  <a:pt x="857250" y="1381125"/>
                </a:lnTo>
                <a:lnTo>
                  <a:pt x="857250" y="1390650"/>
                </a:lnTo>
                <a:lnTo>
                  <a:pt x="847725" y="1390650"/>
                </a:lnTo>
                <a:close/>
                <a:moveTo>
                  <a:pt x="962025" y="1381125"/>
                </a:moveTo>
                <a:lnTo>
                  <a:pt x="971550" y="1381125"/>
                </a:lnTo>
                <a:lnTo>
                  <a:pt x="971550" y="1400175"/>
                </a:lnTo>
                <a:lnTo>
                  <a:pt x="990600" y="1400175"/>
                </a:lnTo>
                <a:lnTo>
                  <a:pt x="990600" y="1419225"/>
                </a:lnTo>
                <a:lnTo>
                  <a:pt x="981075" y="1419225"/>
                </a:lnTo>
                <a:lnTo>
                  <a:pt x="981075" y="1428750"/>
                </a:lnTo>
                <a:lnTo>
                  <a:pt x="962025" y="1428750"/>
                </a:lnTo>
                <a:lnTo>
                  <a:pt x="962025" y="1419225"/>
                </a:lnTo>
                <a:lnTo>
                  <a:pt x="952500" y="1419225"/>
                </a:lnTo>
                <a:lnTo>
                  <a:pt x="952500" y="1390650"/>
                </a:lnTo>
                <a:lnTo>
                  <a:pt x="962025" y="1390650"/>
                </a:lnTo>
                <a:close/>
                <a:moveTo>
                  <a:pt x="581025" y="1390650"/>
                </a:moveTo>
                <a:lnTo>
                  <a:pt x="590550" y="1390650"/>
                </a:lnTo>
                <a:lnTo>
                  <a:pt x="590550" y="1400175"/>
                </a:lnTo>
                <a:lnTo>
                  <a:pt x="600075" y="1400175"/>
                </a:lnTo>
                <a:lnTo>
                  <a:pt x="600075" y="1390650"/>
                </a:lnTo>
                <a:lnTo>
                  <a:pt x="609600" y="1390650"/>
                </a:lnTo>
                <a:lnTo>
                  <a:pt x="609600" y="1400175"/>
                </a:lnTo>
                <a:lnTo>
                  <a:pt x="600075" y="1400175"/>
                </a:lnTo>
                <a:lnTo>
                  <a:pt x="600075" y="1409700"/>
                </a:lnTo>
                <a:lnTo>
                  <a:pt x="590550" y="1409700"/>
                </a:lnTo>
                <a:lnTo>
                  <a:pt x="590550" y="1419225"/>
                </a:lnTo>
                <a:lnTo>
                  <a:pt x="581025" y="1419225"/>
                </a:lnTo>
                <a:close/>
                <a:moveTo>
                  <a:pt x="714375" y="1390650"/>
                </a:moveTo>
                <a:lnTo>
                  <a:pt x="723900" y="1390650"/>
                </a:lnTo>
                <a:lnTo>
                  <a:pt x="723900" y="1400175"/>
                </a:lnTo>
                <a:lnTo>
                  <a:pt x="714375" y="1400175"/>
                </a:lnTo>
                <a:close/>
                <a:moveTo>
                  <a:pt x="742950" y="1390650"/>
                </a:moveTo>
                <a:lnTo>
                  <a:pt x="752475" y="1390650"/>
                </a:lnTo>
                <a:lnTo>
                  <a:pt x="752475" y="1400175"/>
                </a:lnTo>
                <a:lnTo>
                  <a:pt x="742950" y="1400175"/>
                </a:lnTo>
                <a:close/>
                <a:moveTo>
                  <a:pt x="790575" y="1390650"/>
                </a:moveTo>
                <a:lnTo>
                  <a:pt x="800100" y="1390650"/>
                </a:lnTo>
                <a:lnTo>
                  <a:pt x="800100" y="1400175"/>
                </a:lnTo>
                <a:lnTo>
                  <a:pt x="790575" y="1400175"/>
                </a:lnTo>
                <a:close/>
                <a:moveTo>
                  <a:pt x="828675" y="1390650"/>
                </a:moveTo>
                <a:lnTo>
                  <a:pt x="838200" y="1390650"/>
                </a:lnTo>
                <a:lnTo>
                  <a:pt x="838200" y="1419225"/>
                </a:lnTo>
                <a:lnTo>
                  <a:pt x="828675" y="1419225"/>
                </a:lnTo>
                <a:close/>
                <a:moveTo>
                  <a:pt x="857250" y="1390650"/>
                </a:moveTo>
                <a:lnTo>
                  <a:pt x="866775" y="1390650"/>
                </a:lnTo>
                <a:lnTo>
                  <a:pt x="866775" y="1400175"/>
                </a:lnTo>
                <a:lnTo>
                  <a:pt x="857250" y="1400175"/>
                </a:lnTo>
                <a:close/>
                <a:moveTo>
                  <a:pt x="228600" y="1400175"/>
                </a:moveTo>
                <a:lnTo>
                  <a:pt x="238125" y="1400175"/>
                </a:lnTo>
                <a:lnTo>
                  <a:pt x="238125" y="1409700"/>
                </a:lnTo>
                <a:lnTo>
                  <a:pt x="228600" y="1409700"/>
                </a:lnTo>
                <a:close/>
                <a:moveTo>
                  <a:pt x="409575" y="1400175"/>
                </a:moveTo>
                <a:lnTo>
                  <a:pt x="419100" y="1400175"/>
                </a:lnTo>
                <a:lnTo>
                  <a:pt x="419100" y="1409700"/>
                </a:lnTo>
                <a:lnTo>
                  <a:pt x="409575" y="1409700"/>
                </a:lnTo>
                <a:close/>
                <a:moveTo>
                  <a:pt x="781050" y="1400175"/>
                </a:moveTo>
                <a:lnTo>
                  <a:pt x="790575" y="1400175"/>
                </a:lnTo>
                <a:lnTo>
                  <a:pt x="790575" y="1409700"/>
                </a:lnTo>
                <a:lnTo>
                  <a:pt x="800100" y="1409700"/>
                </a:lnTo>
                <a:lnTo>
                  <a:pt x="800100" y="1419225"/>
                </a:lnTo>
                <a:lnTo>
                  <a:pt x="809625" y="1419225"/>
                </a:lnTo>
                <a:lnTo>
                  <a:pt x="809625" y="1428750"/>
                </a:lnTo>
                <a:lnTo>
                  <a:pt x="790575" y="1428750"/>
                </a:lnTo>
                <a:lnTo>
                  <a:pt x="790575" y="1419225"/>
                </a:lnTo>
                <a:lnTo>
                  <a:pt x="781050" y="1419225"/>
                </a:lnTo>
                <a:close/>
                <a:moveTo>
                  <a:pt x="809625" y="1400175"/>
                </a:moveTo>
                <a:lnTo>
                  <a:pt x="819150" y="1400175"/>
                </a:lnTo>
                <a:lnTo>
                  <a:pt x="819150" y="1409700"/>
                </a:lnTo>
                <a:lnTo>
                  <a:pt x="809625" y="1409700"/>
                </a:lnTo>
                <a:close/>
                <a:moveTo>
                  <a:pt x="847725" y="1400175"/>
                </a:moveTo>
                <a:lnTo>
                  <a:pt x="857250" y="1400175"/>
                </a:lnTo>
                <a:lnTo>
                  <a:pt x="857250" y="1419225"/>
                </a:lnTo>
                <a:lnTo>
                  <a:pt x="847725" y="1419225"/>
                </a:lnTo>
                <a:close/>
                <a:moveTo>
                  <a:pt x="1019175" y="1400175"/>
                </a:moveTo>
                <a:lnTo>
                  <a:pt x="1038225" y="1400175"/>
                </a:lnTo>
                <a:lnTo>
                  <a:pt x="1038225" y="1428750"/>
                </a:lnTo>
                <a:lnTo>
                  <a:pt x="1028700" y="1428750"/>
                </a:lnTo>
                <a:lnTo>
                  <a:pt x="1028700" y="1409700"/>
                </a:lnTo>
                <a:lnTo>
                  <a:pt x="1019175" y="1409700"/>
                </a:lnTo>
                <a:close/>
                <a:moveTo>
                  <a:pt x="238125" y="1409700"/>
                </a:moveTo>
                <a:lnTo>
                  <a:pt x="247650" y="1409700"/>
                </a:lnTo>
                <a:lnTo>
                  <a:pt x="247650" y="1419225"/>
                </a:lnTo>
                <a:lnTo>
                  <a:pt x="238125" y="1419225"/>
                </a:lnTo>
                <a:close/>
                <a:moveTo>
                  <a:pt x="361950" y="1409700"/>
                </a:moveTo>
                <a:lnTo>
                  <a:pt x="371475" y="1409700"/>
                </a:lnTo>
                <a:lnTo>
                  <a:pt x="371475" y="1400175"/>
                </a:lnTo>
                <a:lnTo>
                  <a:pt x="352425" y="1400175"/>
                </a:lnTo>
                <a:lnTo>
                  <a:pt x="352425" y="1419225"/>
                </a:lnTo>
                <a:lnTo>
                  <a:pt x="361950" y="1419225"/>
                </a:lnTo>
                <a:close/>
                <a:moveTo>
                  <a:pt x="552450" y="1419225"/>
                </a:moveTo>
                <a:lnTo>
                  <a:pt x="561975" y="1419225"/>
                </a:lnTo>
                <a:lnTo>
                  <a:pt x="561975" y="1428750"/>
                </a:lnTo>
                <a:lnTo>
                  <a:pt x="552450" y="1428750"/>
                </a:lnTo>
                <a:close/>
                <a:moveTo>
                  <a:pt x="723900" y="1419225"/>
                </a:moveTo>
                <a:lnTo>
                  <a:pt x="733425" y="1419225"/>
                </a:lnTo>
                <a:lnTo>
                  <a:pt x="733425" y="1428750"/>
                </a:lnTo>
                <a:lnTo>
                  <a:pt x="723900" y="1428750"/>
                </a:lnTo>
                <a:close/>
                <a:moveTo>
                  <a:pt x="923925" y="1419225"/>
                </a:moveTo>
                <a:lnTo>
                  <a:pt x="933450" y="1419225"/>
                </a:lnTo>
                <a:lnTo>
                  <a:pt x="933450" y="1428750"/>
                </a:lnTo>
                <a:lnTo>
                  <a:pt x="923925" y="1428750"/>
                </a:lnTo>
                <a:close/>
                <a:moveTo>
                  <a:pt x="1009650" y="1419225"/>
                </a:moveTo>
                <a:lnTo>
                  <a:pt x="1019175" y="1419225"/>
                </a:lnTo>
                <a:lnTo>
                  <a:pt x="1019175" y="1428750"/>
                </a:lnTo>
                <a:lnTo>
                  <a:pt x="1009650" y="1428750"/>
                </a:lnTo>
                <a:close/>
                <a:moveTo>
                  <a:pt x="1790700" y="1476375"/>
                </a:moveTo>
                <a:lnTo>
                  <a:pt x="1800225" y="1476375"/>
                </a:lnTo>
                <a:lnTo>
                  <a:pt x="1800225" y="1543050"/>
                </a:lnTo>
                <a:lnTo>
                  <a:pt x="1790700" y="1543050"/>
                </a:lnTo>
                <a:close/>
                <a:moveTo>
                  <a:pt x="447675" y="1581150"/>
                </a:moveTo>
                <a:lnTo>
                  <a:pt x="466725" y="1581150"/>
                </a:lnTo>
                <a:lnTo>
                  <a:pt x="466725" y="1590675"/>
                </a:lnTo>
                <a:lnTo>
                  <a:pt x="447675" y="1590675"/>
                </a:lnTo>
                <a:close/>
                <a:moveTo>
                  <a:pt x="504825" y="1581150"/>
                </a:moveTo>
                <a:lnTo>
                  <a:pt x="514350" y="1581150"/>
                </a:lnTo>
                <a:lnTo>
                  <a:pt x="514350" y="1590675"/>
                </a:lnTo>
                <a:lnTo>
                  <a:pt x="504825" y="1590675"/>
                </a:lnTo>
                <a:close/>
                <a:moveTo>
                  <a:pt x="1276350" y="1581150"/>
                </a:moveTo>
                <a:lnTo>
                  <a:pt x="1285875" y="1581150"/>
                </a:lnTo>
                <a:lnTo>
                  <a:pt x="1285875" y="1590675"/>
                </a:lnTo>
                <a:lnTo>
                  <a:pt x="1276350" y="1590675"/>
                </a:lnTo>
                <a:close/>
                <a:moveTo>
                  <a:pt x="1323975" y="1581150"/>
                </a:moveTo>
                <a:lnTo>
                  <a:pt x="1343025" y="1581150"/>
                </a:lnTo>
                <a:lnTo>
                  <a:pt x="1343025" y="1590675"/>
                </a:lnTo>
                <a:lnTo>
                  <a:pt x="1323975" y="1590675"/>
                </a:lnTo>
                <a:close/>
                <a:moveTo>
                  <a:pt x="1466850" y="1581150"/>
                </a:moveTo>
                <a:lnTo>
                  <a:pt x="1485900" y="1581150"/>
                </a:lnTo>
                <a:lnTo>
                  <a:pt x="1485900" y="1590675"/>
                </a:lnTo>
                <a:lnTo>
                  <a:pt x="1466850" y="1590675"/>
                </a:lnTo>
                <a:close/>
                <a:moveTo>
                  <a:pt x="1533525" y="1581150"/>
                </a:moveTo>
                <a:lnTo>
                  <a:pt x="1552575" y="1581150"/>
                </a:lnTo>
                <a:lnTo>
                  <a:pt x="1552575" y="1590675"/>
                </a:lnTo>
                <a:lnTo>
                  <a:pt x="1533525" y="1590675"/>
                </a:lnTo>
                <a:close/>
                <a:moveTo>
                  <a:pt x="1571625" y="1581150"/>
                </a:moveTo>
                <a:lnTo>
                  <a:pt x="1581150" y="1581150"/>
                </a:lnTo>
                <a:lnTo>
                  <a:pt x="1581150" y="1590675"/>
                </a:lnTo>
                <a:lnTo>
                  <a:pt x="1571625" y="1590675"/>
                </a:lnTo>
                <a:close/>
                <a:moveTo>
                  <a:pt x="200025" y="1590675"/>
                </a:moveTo>
                <a:lnTo>
                  <a:pt x="257175" y="1590675"/>
                </a:lnTo>
                <a:lnTo>
                  <a:pt x="257175" y="1600200"/>
                </a:lnTo>
                <a:lnTo>
                  <a:pt x="200025" y="1600200"/>
                </a:lnTo>
                <a:close/>
                <a:moveTo>
                  <a:pt x="295275" y="1590675"/>
                </a:moveTo>
                <a:lnTo>
                  <a:pt x="323850" y="1590675"/>
                </a:lnTo>
                <a:lnTo>
                  <a:pt x="323850" y="1600200"/>
                </a:lnTo>
                <a:lnTo>
                  <a:pt x="314325" y="1600200"/>
                </a:lnTo>
                <a:lnTo>
                  <a:pt x="314325" y="1609725"/>
                </a:lnTo>
                <a:lnTo>
                  <a:pt x="285750" y="1609725"/>
                </a:lnTo>
                <a:lnTo>
                  <a:pt x="285750" y="1600200"/>
                </a:lnTo>
                <a:lnTo>
                  <a:pt x="295275" y="1600200"/>
                </a:lnTo>
                <a:close/>
                <a:moveTo>
                  <a:pt x="333375" y="1590675"/>
                </a:moveTo>
                <a:lnTo>
                  <a:pt x="342900" y="1590675"/>
                </a:lnTo>
                <a:lnTo>
                  <a:pt x="342900" y="1600200"/>
                </a:lnTo>
                <a:lnTo>
                  <a:pt x="333375" y="1600200"/>
                </a:lnTo>
                <a:close/>
                <a:moveTo>
                  <a:pt x="400050" y="1590675"/>
                </a:moveTo>
                <a:lnTo>
                  <a:pt x="447675" y="1590675"/>
                </a:lnTo>
                <a:lnTo>
                  <a:pt x="447675" y="1600200"/>
                </a:lnTo>
                <a:lnTo>
                  <a:pt x="409575" y="1600200"/>
                </a:lnTo>
                <a:lnTo>
                  <a:pt x="409575" y="1619250"/>
                </a:lnTo>
                <a:lnTo>
                  <a:pt x="419100" y="1619250"/>
                </a:lnTo>
                <a:lnTo>
                  <a:pt x="419100" y="1628775"/>
                </a:lnTo>
                <a:lnTo>
                  <a:pt x="400050" y="1628775"/>
                </a:lnTo>
                <a:lnTo>
                  <a:pt x="400050" y="1619250"/>
                </a:lnTo>
                <a:lnTo>
                  <a:pt x="390525" y="1619250"/>
                </a:lnTo>
                <a:lnTo>
                  <a:pt x="390525" y="1628775"/>
                </a:lnTo>
                <a:lnTo>
                  <a:pt x="381000" y="1628775"/>
                </a:lnTo>
                <a:lnTo>
                  <a:pt x="381000" y="1609725"/>
                </a:lnTo>
                <a:lnTo>
                  <a:pt x="371475" y="1609725"/>
                </a:lnTo>
                <a:lnTo>
                  <a:pt x="371475" y="1600200"/>
                </a:lnTo>
                <a:lnTo>
                  <a:pt x="381000" y="1600200"/>
                </a:lnTo>
                <a:lnTo>
                  <a:pt x="381000" y="1609725"/>
                </a:lnTo>
                <a:lnTo>
                  <a:pt x="400050" y="1609725"/>
                </a:lnTo>
                <a:close/>
                <a:moveTo>
                  <a:pt x="466725" y="1590675"/>
                </a:moveTo>
                <a:lnTo>
                  <a:pt x="495300" y="1590675"/>
                </a:lnTo>
                <a:lnTo>
                  <a:pt x="495300" y="1600200"/>
                </a:lnTo>
                <a:lnTo>
                  <a:pt x="476250" y="1600200"/>
                </a:lnTo>
                <a:lnTo>
                  <a:pt x="476250" y="1609725"/>
                </a:lnTo>
                <a:lnTo>
                  <a:pt x="466725" y="1609725"/>
                </a:lnTo>
                <a:close/>
                <a:moveTo>
                  <a:pt x="514350" y="1590675"/>
                </a:moveTo>
                <a:lnTo>
                  <a:pt x="523875" y="1590675"/>
                </a:lnTo>
                <a:lnTo>
                  <a:pt x="523875" y="1600200"/>
                </a:lnTo>
                <a:lnTo>
                  <a:pt x="514350" y="1600200"/>
                </a:lnTo>
                <a:close/>
                <a:moveTo>
                  <a:pt x="1304925" y="1590675"/>
                </a:moveTo>
                <a:lnTo>
                  <a:pt x="1314450" y="1590675"/>
                </a:lnTo>
                <a:lnTo>
                  <a:pt x="1314450" y="1600200"/>
                </a:lnTo>
                <a:lnTo>
                  <a:pt x="1304925" y="1600200"/>
                </a:lnTo>
                <a:close/>
                <a:moveTo>
                  <a:pt x="1400175" y="1590675"/>
                </a:moveTo>
                <a:lnTo>
                  <a:pt x="1428750" y="1590675"/>
                </a:lnTo>
                <a:lnTo>
                  <a:pt x="1428750" y="1600200"/>
                </a:lnTo>
                <a:lnTo>
                  <a:pt x="1400175" y="1600200"/>
                </a:lnTo>
                <a:close/>
                <a:moveTo>
                  <a:pt x="1485900" y="1590675"/>
                </a:moveTo>
                <a:lnTo>
                  <a:pt x="1495425" y="1590675"/>
                </a:lnTo>
                <a:lnTo>
                  <a:pt x="1495425" y="1600200"/>
                </a:lnTo>
                <a:lnTo>
                  <a:pt x="1504950" y="1600200"/>
                </a:lnTo>
                <a:lnTo>
                  <a:pt x="1504950" y="1628775"/>
                </a:lnTo>
                <a:lnTo>
                  <a:pt x="1485900" y="1628775"/>
                </a:lnTo>
                <a:close/>
                <a:moveTo>
                  <a:pt x="1524000" y="1590675"/>
                </a:moveTo>
                <a:lnTo>
                  <a:pt x="1533525" y="1590675"/>
                </a:lnTo>
                <a:lnTo>
                  <a:pt x="1533525" y="1628775"/>
                </a:lnTo>
                <a:lnTo>
                  <a:pt x="1514475" y="1628775"/>
                </a:lnTo>
                <a:lnTo>
                  <a:pt x="1514475" y="1600200"/>
                </a:lnTo>
                <a:lnTo>
                  <a:pt x="1524000" y="1600200"/>
                </a:lnTo>
                <a:close/>
                <a:moveTo>
                  <a:pt x="1552575" y="1590675"/>
                </a:moveTo>
                <a:lnTo>
                  <a:pt x="1571625" y="1590675"/>
                </a:lnTo>
                <a:lnTo>
                  <a:pt x="1571625" y="1600200"/>
                </a:lnTo>
                <a:lnTo>
                  <a:pt x="1552575" y="1600200"/>
                </a:lnTo>
                <a:close/>
                <a:moveTo>
                  <a:pt x="1590675" y="1590675"/>
                </a:moveTo>
                <a:lnTo>
                  <a:pt x="1600200" y="1590675"/>
                </a:lnTo>
                <a:lnTo>
                  <a:pt x="1600200" y="1600200"/>
                </a:lnTo>
                <a:lnTo>
                  <a:pt x="1609725" y="1600200"/>
                </a:lnTo>
                <a:lnTo>
                  <a:pt x="1609725" y="1619250"/>
                </a:lnTo>
                <a:lnTo>
                  <a:pt x="1600200" y="1619250"/>
                </a:lnTo>
                <a:lnTo>
                  <a:pt x="1600200" y="1628775"/>
                </a:lnTo>
                <a:lnTo>
                  <a:pt x="1590675" y="1628775"/>
                </a:lnTo>
                <a:lnTo>
                  <a:pt x="1590675" y="1619250"/>
                </a:lnTo>
                <a:lnTo>
                  <a:pt x="1571625" y="1619250"/>
                </a:lnTo>
                <a:lnTo>
                  <a:pt x="1571625" y="1600200"/>
                </a:lnTo>
                <a:lnTo>
                  <a:pt x="1581150" y="1600200"/>
                </a:lnTo>
                <a:lnTo>
                  <a:pt x="1581150" y="1609725"/>
                </a:lnTo>
                <a:lnTo>
                  <a:pt x="1590675" y="1609725"/>
                </a:lnTo>
                <a:close/>
                <a:moveTo>
                  <a:pt x="342900" y="1600200"/>
                </a:moveTo>
                <a:lnTo>
                  <a:pt x="361950" y="1600200"/>
                </a:lnTo>
                <a:lnTo>
                  <a:pt x="361950" y="1609725"/>
                </a:lnTo>
                <a:lnTo>
                  <a:pt x="342900" y="1609725"/>
                </a:lnTo>
                <a:close/>
                <a:moveTo>
                  <a:pt x="495300" y="1600200"/>
                </a:moveTo>
                <a:lnTo>
                  <a:pt x="514350" y="1600200"/>
                </a:lnTo>
                <a:lnTo>
                  <a:pt x="514350" y="1619250"/>
                </a:lnTo>
                <a:lnTo>
                  <a:pt x="504825" y="1619250"/>
                </a:lnTo>
                <a:lnTo>
                  <a:pt x="504825" y="1628775"/>
                </a:lnTo>
                <a:lnTo>
                  <a:pt x="485775" y="1628775"/>
                </a:lnTo>
                <a:lnTo>
                  <a:pt x="485775" y="1619250"/>
                </a:lnTo>
                <a:lnTo>
                  <a:pt x="495300" y="1619250"/>
                </a:lnTo>
                <a:close/>
                <a:moveTo>
                  <a:pt x="1276350" y="1600200"/>
                </a:moveTo>
                <a:lnTo>
                  <a:pt x="1285875" y="1600200"/>
                </a:lnTo>
                <a:lnTo>
                  <a:pt x="1285875" y="1628775"/>
                </a:lnTo>
                <a:lnTo>
                  <a:pt x="1304925" y="1628775"/>
                </a:lnTo>
                <a:lnTo>
                  <a:pt x="1304925" y="1619250"/>
                </a:lnTo>
                <a:lnTo>
                  <a:pt x="1314450" y="1619250"/>
                </a:lnTo>
                <a:lnTo>
                  <a:pt x="1314450" y="1609725"/>
                </a:lnTo>
                <a:lnTo>
                  <a:pt x="1323975" y="1609725"/>
                </a:lnTo>
                <a:lnTo>
                  <a:pt x="1323975" y="1628775"/>
                </a:lnTo>
                <a:lnTo>
                  <a:pt x="1343025" y="1628775"/>
                </a:lnTo>
                <a:lnTo>
                  <a:pt x="1343025" y="1638300"/>
                </a:lnTo>
                <a:lnTo>
                  <a:pt x="1276350" y="1638300"/>
                </a:lnTo>
                <a:close/>
                <a:moveTo>
                  <a:pt x="1343025" y="1600200"/>
                </a:moveTo>
                <a:lnTo>
                  <a:pt x="1352550" y="1600200"/>
                </a:lnTo>
                <a:lnTo>
                  <a:pt x="1352550" y="1609725"/>
                </a:lnTo>
                <a:lnTo>
                  <a:pt x="1343025" y="1609725"/>
                </a:lnTo>
                <a:close/>
                <a:moveTo>
                  <a:pt x="1666875" y="1600200"/>
                </a:moveTo>
                <a:lnTo>
                  <a:pt x="1685925" y="1600200"/>
                </a:lnTo>
                <a:lnTo>
                  <a:pt x="1685925" y="1619250"/>
                </a:lnTo>
                <a:lnTo>
                  <a:pt x="1666875" y="1619250"/>
                </a:lnTo>
                <a:close/>
                <a:moveTo>
                  <a:pt x="209550" y="1609725"/>
                </a:moveTo>
                <a:lnTo>
                  <a:pt x="219075" y="1609725"/>
                </a:lnTo>
                <a:lnTo>
                  <a:pt x="219075" y="1628775"/>
                </a:lnTo>
                <a:lnTo>
                  <a:pt x="209550" y="1628775"/>
                </a:lnTo>
                <a:close/>
                <a:moveTo>
                  <a:pt x="333375" y="1609725"/>
                </a:moveTo>
                <a:lnTo>
                  <a:pt x="342900" y="1609725"/>
                </a:lnTo>
                <a:lnTo>
                  <a:pt x="342900" y="1628775"/>
                </a:lnTo>
                <a:lnTo>
                  <a:pt x="333375" y="1628775"/>
                </a:lnTo>
                <a:close/>
                <a:moveTo>
                  <a:pt x="1419225" y="1609725"/>
                </a:moveTo>
                <a:lnTo>
                  <a:pt x="1447800" y="1609725"/>
                </a:lnTo>
                <a:lnTo>
                  <a:pt x="1447800" y="1619250"/>
                </a:lnTo>
                <a:lnTo>
                  <a:pt x="1428750" y="1619250"/>
                </a:lnTo>
                <a:lnTo>
                  <a:pt x="1428750" y="1628775"/>
                </a:lnTo>
                <a:lnTo>
                  <a:pt x="1419225" y="1628775"/>
                </a:lnTo>
                <a:close/>
                <a:moveTo>
                  <a:pt x="238125" y="1619250"/>
                </a:moveTo>
                <a:lnTo>
                  <a:pt x="247650" y="1619250"/>
                </a:lnTo>
                <a:lnTo>
                  <a:pt x="247650" y="1628775"/>
                </a:lnTo>
                <a:lnTo>
                  <a:pt x="238125" y="1628775"/>
                </a:lnTo>
                <a:close/>
                <a:moveTo>
                  <a:pt x="285750" y="1619250"/>
                </a:moveTo>
                <a:lnTo>
                  <a:pt x="323850" y="1619250"/>
                </a:lnTo>
                <a:lnTo>
                  <a:pt x="323850" y="1628775"/>
                </a:lnTo>
                <a:lnTo>
                  <a:pt x="285750" y="1628775"/>
                </a:lnTo>
                <a:close/>
                <a:moveTo>
                  <a:pt x="1352550" y="1619250"/>
                </a:moveTo>
                <a:lnTo>
                  <a:pt x="1371600" y="1619250"/>
                </a:lnTo>
                <a:lnTo>
                  <a:pt x="1371600" y="1638300"/>
                </a:lnTo>
                <a:lnTo>
                  <a:pt x="1352550" y="1638300"/>
                </a:lnTo>
                <a:close/>
                <a:moveTo>
                  <a:pt x="219075" y="1628775"/>
                </a:moveTo>
                <a:lnTo>
                  <a:pt x="228600" y="1628775"/>
                </a:lnTo>
                <a:lnTo>
                  <a:pt x="228600" y="1638300"/>
                </a:lnTo>
                <a:lnTo>
                  <a:pt x="219075" y="1638300"/>
                </a:lnTo>
                <a:close/>
                <a:moveTo>
                  <a:pt x="257175" y="1628775"/>
                </a:moveTo>
                <a:lnTo>
                  <a:pt x="266700" y="1628775"/>
                </a:lnTo>
                <a:lnTo>
                  <a:pt x="266700" y="1638300"/>
                </a:lnTo>
                <a:lnTo>
                  <a:pt x="257175" y="1638300"/>
                </a:lnTo>
                <a:close/>
                <a:moveTo>
                  <a:pt x="342900" y="1628775"/>
                </a:moveTo>
                <a:lnTo>
                  <a:pt x="361950" y="1628775"/>
                </a:lnTo>
                <a:lnTo>
                  <a:pt x="361950" y="1638300"/>
                </a:lnTo>
                <a:lnTo>
                  <a:pt x="342900" y="1638300"/>
                </a:lnTo>
                <a:close/>
                <a:moveTo>
                  <a:pt x="371475" y="1628775"/>
                </a:moveTo>
                <a:lnTo>
                  <a:pt x="381000" y="1628775"/>
                </a:lnTo>
                <a:lnTo>
                  <a:pt x="381000" y="1638300"/>
                </a:lnTo>
                <a:lnTo>
                  <a:pt x="371475" y="1638300"/>
                </a:lnTo>
                <a:close/>
                <a:moveTo>
                  <a:pt x="1428750" y="1628775"/>
                </a:moveTo>
                <a:lnTo>
                  <a:pt x="1447800" y="1628775"/>
                </a:lnTo>
                <a:lnTo>
                  <a:pt x="1447800" y="1638300"/>
                </a:lnTo>
                <a:lnTo>
                  <a:pt x="1428750" y="1638300"/>
                </a:lnTo>
                <a:close/>
                <a:moveTo>
                  <a:pt x="1466850" y="1628775"/>
                </a:moveTo>
                <a:lnTo>
                  <a:pt x="1485900" y="1628775"/>
                </a:lnTo>
                <a:lnTo>
                  <a:pt x="1485900" y="1638300"/>
                </a:lnTo>
                <a:lnTo>
                  <a:pt x="1466850" y="1638300"/>
                </a:lnTo>
                <a:close/>
                <a:moveTo>
                  <a:pt x="1533525" y="1628775"/>
                </a:moveTo>
                <a:lnTo>
                  <a:pt x="1552575" y="1628775"/>
                </a:lnTo>
                <a:lnTo>
                  <a:pt x="1552575" y="1638300"/>
                </a:lnTo>
                <a:lnTo>
                  <a:pt x="1533525" y="1638300"/>
                </a:lnTo>
                <a:close/>
                <a:moveTo>
                  <a:pt x="1571625" y="1628775"/>
                </a:moveTo>
                <a:lnTo>
                  <a:pt x="1590675" y="1628775"/>
                </a:lnTo>
                <a:lnTo>
                  <a:pt x="1590675" y="1638300"/>
                </a:lnTo>
                <a:lnTo>
                  <a:pt x="1571625" y="1638300"/>
                </a:lnTo>
                <a:close/>
                <a:moveTo>
                  <a:pt x="219075" y="1695450"/>
                </a:moveTo>
                <a:lnTo>
                  <a:pt x="228600" y="1695450"/>
                </a:lnTo>
                <a:lnTo>
                  <a:pt x="228600" y="1704975"/>
                </a:lnTo>
                <a:lnTo>
                  <a:pt x="238125" y="1704975"/>
                </a:lnTo>
                <a:lnTo>
                  <a:pt x="238125" y="1724025"/>
                </a:lnTo>
                <a:lnTo>
                  <a:pt x="219075" y="1724025"/>
                </a:lnTo>
                <a:lnTo>
                  <a:pt x="219075" y="1714500"/>
                </a:lnTo>
                <a:lnTo>
                  <a:pt x="209550" y="1714500"/>
                </a:lnTo>
                <a:lnTo>
                  <a:pt x="209550" y="1704975"/>
                </a:lnTo>
                <a:lnTo>
                  <a:pt x="219075" y="1704975"/>
                </a:lnTo>
                <a:close/>
                <a:moveTo>
                  <a:pt x="295275" y="1704975"/>
                </a:moveTo>
                <a:lnTo>
                  <a:pt x="304800" y="1704975"/>
                </a:lnTo>
                <a:lnTo>
                  <a:pt x="304800" y="1714500"/>
                </a:lnTo>
                <a:lnTo>
                  <a:pt x="314325" y="1714500"/>
                </a:lnTo>
                <a:lnTo>
                  <a:pt x="314325" y="1724025"/>
                </a:lnTo>
                <a:lnTo>
                  <a:pt x="285750" y="1724025"/>
                </a:lnTo>
                <a:lnTo>
                  <a:pt x="285750" y="1714500"/>
                </a:lnTo>
                <a:lnTo>
                  <a:pt x="295275" y="1714500"/>
                </a:lnTo>
                <a:close/>
                <a:moveTo>
                  <a:pt x="361950" y="1704975"/>
                </a:moveTo>
                <a:lnTo>
                  <a:pt x="371475" y="1704975"/>
                </a:lnTo>
                <a:lnTo>
                  <a:pt x="371475" y="1714500"/>
                </a:lnTo>
                <a:lnTo>
                  <a:pt x="381000" y="1714500"/>
                </a:lnTo>
                <a:lnTo>
                  <a:pt x="381000" y="1724025"/>
                </a:lnTo>
                <a:lnTo>
                  <a:pt x="371475" y="1724025"/>
                </a:lnTo>
                <a:lnTo>
                  <a:pt x="371475" y="1733550"/>
                </a:lnTo>
                <a:lnTo>
                  <a:pt x="361950" y="1733550"/>
                </a:lnTo>
                <a:lnTo>
                  <a:pt x="361950" y="1724025"/>
                </a:lnTo>
                <a:lnTo>
                  <a:pt x="342900" y="1724025"/>
                </a:lnTo>
                <a:lnTo>
                  <a:pt x="342900" y="1714500"/>
                </a:lnTo>
                <a:lnTo>
                  <a:pt x="361950" y="1714500"/>
                </a:lnTo>
                <a:close/>
                <a:moveTo>
                  <a:pt x="419100" y="1704975"/>
                </a:moveTo>
                <a:lnTo>
                  <a:pt x="428625" y="1704975"/>
                </a:lnTo>
                <a:lnTo>
                  <a:pt x="428625" y="1714500"/>
                </a:lnTo>
                <a:lnTo>
                  <a:pt x="438150" y="1714500"/>
                </a:lnTo>
                <a:lnTo>
                  <a:pt x="438150" y="1704975"/>
                </a:lnTo>
                <a:lnTo>
                  <a:pt x="447675" y="1704975"/>
                </a:lnTo>
                <a:lnTo>
                  <a:pt x="447675" y="1724025"/>
                </a:lnTo>
                <a:lnTo>
                  <a:pt x="419100" y="1724025"/>
                </a:lnTo>
                <a:close/>
                <a:moveTo>
                  <a:pt x="523875" y="1704975"/>
                </a:moveTo>
                <a:lnTo>
                  <a:pt x="542925" y="1704975"/>
                </a:lnTo>
                <a:lnTo>
                  <a:pt x="542925" y="1724025"/>
                </a:lnTo>
                <a:lnTo>
                  <a:pt x="523875" y="1724025"/>
                </a:lnTo>
                <a:close/>
                <a:moveTo>
                  <a:pt x="571500" y="1704975"/>
                </a:moveTo>
                <a:lnTo>
                  <a:pt x="600075" y="1704975"/>
                </a:lnTo>
                <a:lnTo>
                  <a:pt x="600075" y="1714500"/>
                </a:lnTo>
                <a:lnTo>
                  <a:pt x="628650" y="1714500"/>
                </a:lnTo>
                <a:lnTo>
                  <a:pt x="628650" y="1704975"/>
                </a:lnTo>
                <a:lnTo>
                  <a:pt x="638175" y="1704975"/>
                </a:lnTo>
                <a:lnTo>
                  <a:pt x="638175" y="1724025"/>
                </a:lnTo>
                <a:lnTo>
                  <a:pt x="571500" y="1724025"/>
                </a:lnTo>
                <a:close/>
                <a:moveTo>
                  <a:pt x="685800" y="1714500"/>
                </a:moveTo>
                <a:lnTo>
                  <a:pt x="714375" y="1714500"/>
                </a:lnTo>
                <a:lnTo>
                  <a:pt x="714375" y="1724025"/>
                </a:lnTo>
                <a:lnTo>
                  <a:pt x="685800" y="1724025"/>
                </a:lnTo>
                <a:close/>
                <a:moveTo>
                  <a:pt x="1790700" y="1743075"/>
                </a:moveTo>
                <a:lnTo>
                  <a:pt x="1800225" y="1743075"/>
                </a:lnTo>
                <a:lnTo>
                  <a:pt x="1800225" y="2028825"/>
                </a:lnTo>
                <a:lnTo>
                  <a:pt x="1790700" y="2028825"/>
                </a:lnTo>
                <a:close/>
                <a:moveTo>
                  <a:pt x="219075" y="1819275"/>
                </a:moveTo>
                <a:lnTo>
                  <a:pt x="228600" y="1819275"/>
                </a:lnTo>
                <a:lnTo>
                  <a:pt x="228600" y="1828800"/>
                </a:lnTo>
                <a:lnTo>
                  <a:pt x="219075" y="1828800"/>
                </a:lnTo>
                <a:close/>
                <a:moveTo>
                  <a:pt x="485775" y="1819275"/>
                </a:moveTo>
                <a:lnTo>
                  <a:pt x="514350" y="1819275"/>
                </a:lnTo>
                <a:lnTo>
                  <a:pt x="514350" y="1828800"/>
                </a:lnTo>
                <a:lnTo>
                  <a:pt x="485775" y="1828800"/>
                </a:lnTo>
                <a:close/>
                <a:moveTo>
                  <a:pt x="790575" y="1819275"/>
                </a:moveTo>
                <a:lnTo>
                  <a:pt x="800100" y="1819275"/>
                </a:lnTo>
                <a:lnTo>
                  <a:pt x="800100" y="1828800"/>
                </a:lnTo>
                <a:lnTo>
                  <a:pt x="790575" y="1828800"/>
                </a:lnTo>
                <a:close/>
                <a:moveTo>
                  <a:pt x="209550" y="1828800"/>
                </a:moveTo>
                <a:lnTo>
                  <a:pt x="219075" y="1828800"/>
                </a:lnTo>
                <a:lnTo>
                  <a:pt x="219075" y="1847850"/>
                </a:lnTo>
                <a:lnTo>
                  <a:pt x="209550" y="1847850"/>
                </a:lnTo>
                <a:close/>
                <a:moveTo>
                  <a:pt x="247650" y="1828800"/>
                </a:moveTo>
                <a:lnTo>
                  <a:pt x="314325" y="1828800"/>
                </a:lnTo>
                <a:lnTo>
                  <a:pt x="314325" y="1838325"/>
                </a:lnTo>
                <a:lnTo>
                  <a:pt x="304800" y="1838325"/>
                </a:lnTo>
                <a:lnTo>
                  <a:pt x="304800" y="1847850"/>
                </a:lnTo>
                <a:lnTo>
                  <a:pt x="266700" y="1847850"/>
                </a:lnTo>
                <a:lnTo>
                  <a:pt x="266700" y="1838325"/>
                </a:lnTo>
                <a:lnTo>
                  <a:pt x="247650" y="1838325"/>
                </a:lnTo>
                <a:close/>
                <a:moveTo>
                  <a:pt x="342900" y="1828800"/>
                </a:moveTo>
                <a:lnTo>
                  <a:pt x="371475" y="1828800"/>
                </a:lnTo>
                <a:lnTo>
                  <a:pt x="371475" y="1847850"/>
                </a:lnTo>
                <a:lnTo>
                  <a:pt x="361950" y="1847850"/>
                </a:lnTo>
                <a:lnTo>
                  <a:pt x="361950" y="1838325"/>
                </a:lnTo>
                <a:lnTo>
                  <a:pt x="342900" y="1838325"/>
                </a:lnTo>
                <a:close/>
                <a:moveTo>
                  <a:pt x="400050" y="1828800"/>
                </a:moveTo>
                <a:lnTo>
                  <a:pt x="438150" y="1828800"/>
                </a:lnTo>
                <a:lnTo>
                  <a:pt x="438150" y="1847850"/>
                </a:lnTo>
                <a:lnTo>
                  <a:pt x="428625" y="1847850"/>
                </a:lnTo>
                <a:lnTo>
                  <a:pt x="428625" y="1857375"/>
                </a:lnTo>
                <a:lnTo>
                  <a:pt x="390525" y="1857375"/>
                </a:lnTo>
                <a:lnTo>
                  <a:pt x="390525" y="1847850"/>
                </a:lnTo>
                <a:lnTo>
                  <a:pt x="409575" y="1847850"/>
                </a:lnTo>
                <a:lnTo>
                  <a:pt x="409575" y="1838325"/>
                </a:lnTo>
                <a:lnTo>
                  <a:pt x="400050" y="1838325"/>
                </a:lnTo>
                <a:close/>
                <a:moveTo>
                  <a:pt x="476250" y="1828800"/>
                </a:moveTo>
                <a:lnTo>
                  <a:pt x="485775" y="1828800"/>
                </a:lnTo>
                <a:lnTo>
                  <a:pt x="485775" y="1847850"/>
                </a:lnTo>
                <a:lnTo>
                  <a:pt x="476250" y="1847850"/>
                </a:lnTo>
                <a:close/>
                <a:moveTo>
                  <a:pt x="552450" y="1828800"/>
                </a:moveTo>
                <a:lnTo>
                  <a:pt x="571500" y="1828800"/>
                </a:lnTo>
                <a:lnTo>
                  <a:pt x="571500" y="1838325"/>
                </a:lnTo>
                <a:lnTo>
                  <a:pt x="581025" y="1838325"/>
                </a:lnTo>
                <a:lnTo>
                  <a:pt x="581025" y="1828800"/>
                </a:lnTo>
                <a:lnTo>
                  <a:pt x="609600" y="1828800"/>
                </a:lnTo>
                <a:lnTo>
                  <a:pt x="609600" y="1838325"/>
                </a:lnTo>
                <a:lnTo>
                  <a:pt x="600075" y="1838325"/>
                </a:lnTo>
                <a:lnTo>
                  <a:pt x="600075" y="1847850"/>
                </a:lnTo>
                <a:lnTo>
                  <a:pt x="552450" y="1847850"/>
                </a:lnTo>
                <a:close/>
                <a:moveTo>
                  <a:pt x="638175" y="1828800"/>
                </a:moveTo>
                <a:lnTo>
                  <a:pt x="666750" y="1828800"/>
                </a:lnTo>
                <a:lnTo>
                  <a:pt x="666750" y="1847850"/>
                </a:lnTo>
                <a:lnTo>
                  <a:pt x="638175" y="1847850"/>
                </a:lnTo>
                <a:close/>
                <a:moveTo>
                  <a:pt x="714375" y="1828800"/>
                </a:moveTo>
                <a:lnTo>
                  <a:pt x="733425" y="1828800"/>
                </a:lnTo>
                <a:lnTo>
                  <a:pt x="733425" y="1838325"/>
                </a:lnTo>
                <a:lnTo>
                  <a:pt x="752475" y="1838325"/>
                </a:lnTo>
                <a:lnTo>
                  <a:pt x="752475" y="1847850"/>
                </a:lnTo>
                <a:lnTo>
                  <a:pt x="742950" y="1847850"/>
                </a:lnTo>
                <a:lnTo>
                  <a:pt x="742950" y="1857375"/>
                </a:lnTo>
                <a:lnTo>
                  <a:pt x="714375" y="1857375"/>
                </a:lnTo>
                <a:close/>
                <a:moveTo>
                  <a:pt x="781050" y="1828800"/>
                </a:moveTo>
                <a:lnTo>
                  <a:pt x="790575" y="1828800"/>
                </a:lnTo>
                <a:lnTo>
                  <a:pt x="790575" y="1847850"/>
                </a:lnTo>
                <a:lnTo>
                  <a:pt x="781050" y="1847850"/>
                </a:lnTo>
                <a:close/>
                <a:moveTo>
                  <a:pt x="800100" y="1828800"/>
                </a:moveTo>
                <a:lnTo>
                  <a:pt x="828675" y="1828800"/>
                </a:lnTo>
                <a:lnTo>
                  <a:pt x="828675" y="1838325"/>
                </a:lnTo>
                <a:lnTo>
                  <a:pt x="800100" y="1838325"/>
                </a:lnTo>
                <a:close/>
                <a:moveTo>
                  <a:pt x="838200" y="1828800"/>
                </a:moveTo>
                <a:lnTo>
                  <a:pt x="866775" y="1828800"/>
                </a:lnTo>
                <a:lnTo>
                  <a:pt x="866775" y="1838325"/>
                </a:lnTo>
                <a:lnTo>
                  <a:pt x="838200" y="1838325"/>
                </a:lnTo>
                <a:close/>
                <a:moveTo>
                  <a:pt x="495300" y="1838325"/>
                </a:moveTo>
                <a:lnTo>
                  <a:pt x="504825" y="1838325"/>
                </a:lnTo>
                <a:lnTo>
                  <a:pt x="504825" y="1847850"/>
                </a:lnTo>
                <a:lnTo>
                  <a:pt x="495300" y="1847850"/>
                </a:lnTo>
                <a:close/>
                <a:moveTo>
                  <a:pt x="247650" y="1847850"/>
                </a:moveTo>
                <a:lnTo>
                  <a:pt x="266700" y="1847850"/>
                </a:lnTo>
                <a:lnTo>
                  <a:pt x="266700" y="1857375"/>
                </a:lnTo>
                <a:lnTo>
                  <a:pt x="247650" y="1857375"/>
                </a:lnTo>
                <a:close/>
                <a:moveTo>
                  <a:pt x="304800" y="1847850"/>
                </a:moveTo>
                <a:lnTo>
                  <a:pt x="323850" y="1847850"/>
                </a:lnTo>
                <a:lnTo>
                  <a:pt x="323850" y="1857375"/>
                </a:lnTo>
                <a:lnTo>
                  <a:pt x="304800" y="1857375"/>
                </a:lnTo>
                <a:close/>
                <a:moveTo>
                  <a:pt x="352425" y="1847850"/>
                </a:moveTo>
                <a:lnTo>
                  <a:pt x="361950" y="1847850"/>
                </a:lnTo>
                <a:lnTo>
                  <a:pt x="361950" y="1857375"/>
                </a:lnTo>
                <a:lnTo>
                  <a:pt x="352425" y="1857375"/>
                </a:lnTo>
                <a:close/>
                <a:moveTo>
                  <a:pt x="371475" y="1847850"/>
                </a:moveTo>
                <a:lnTo>
                  <a:pt x="381000" y="1847850"/>
                </a:lnTo>
                <a:lnTo>
                  <a:pt x="381000" y="1857375"/>
                </a:lnTo>
                <a:lnTo>
                  <a:pt x="371475" y="1857375"/>
                </a:lnTo>
                <a:close/>
                <a:moveTo>
                  <a:pt x="514350" y="1847850"/>
                </a:moveTo>
                <a:lnTo>
                  <a:pt x="542925" y="1847850"/>
                </a:lnTo>
                <a:lnTo>
                  <a:pt x="542925" y="1857375"/>
                </a:lnTo>
                <a:lnTo>
                  <a:pt x="514350" y="1857375"/>
                </a:lnTo>
                <a:close/>
                <a:moveTo>
                  <a:pt x="600075" y="1847850"/>
                </a:moveTo>
                <a:lnTo>
                  <a:pt x="628650" y="1847850"/>
                </a:lnTo>
                <a:lnTo>
                  <a:pt x="628650" y="1857375"/>
                </a:lnTo>
                <a:lnTo>
                  <a:pt x="600075" y="1857375"/>
                </a:lnTo>
                <a:close/>
                <a:moveTo>
                  <a:pt x="666750" y="1847850"/>
                </a:moveTo>
                <a:lnTo>
                  <a:pt x="704850" y="1847850"/>
                </a:lnTo>
                <a:lnTo>
                  <a:pt x="704850" y="1857375"/>
                </a:lnTo>
                <a:lnTo>
                  <a:pt x="666750" y="1857375"/>
                </a:lnTo>
                <a:close/>
                <a:moveTo>
                  <a:pt x="790575" y="1847850"/>
                </a:moveTo>
                <a:lnTo>
                  <a:pt x="819150" y="1847850"/>
                </a:lnTo>
                <a:lnTo>
                  <a:pt x="819150" y="1857375"/>
                </a:lnTo>
                <a:lnTo>
                  <a:pt x="790575" y="1857375"/>
                </a:lnTo>
                <a:close/>
                <a:moveTo>
                  <a:pt x="838200" y="1847850"/>
                </a:moveTo>
                <a:lnTo>
                  <a:pt x="876300" y="1847850"/>
                </a:lnTo>
                <a:lnTo>
                  <a:pt x="876300" y="1857375"/>
                </a:lnTo>
                <a:lnTo>
                  <a:pt x="838200" y="1857375"/>
                </a:lnTo>
                <a:close/>
                <a:moveTo>
                  <a:pt x="219075" y="1914525"/>
                </a:moveTo>
                <a:lnTo>
                  <a:pt x="238125" y="1914525"/>
                </a:lnTo>
                <a:lnTo>
                  <a:pt x="238125" y="1924050"/>
                </a:lnTo>
                <a:lnTo>
                  <a:pt x="247650" y="1924050"/>
                </a:lnTo>
                <a:lnTo>
                  <a:pt x="247650" y="1914525"/>
                </a:lnTo>
                <a:lnTo>
                  <a:pt x="257175" y="1914525"/>
                </a:lnTo>
                <a:lnTo>
                  <a:pt x="257175" y="1924050"/>
                </a:lnTo>
                <a:lnTo>
                  <a:pt x="276225" y="1924050"/>
                </a:lnTo>
                <a:lnTo>
                  <a:pt x="276225" y="1933575"/>
                </a:lnTo>
                <a:lnTo>
                  <a:pt x="238125" y="1933575"/>
                </a:lnTo>
                <a:lnTo>
                  <a:pt x="238125" y="1943100"/>
                </a:lnTo>
                <a:lnTo>
                  <a:pt x="219075" y="1943100"/>
                </a:lnTo>
                <a:lnTo>
                  <a:pt x="219075" y="1933575"/>
                </a:lnTo>
                <a:lnTo>
                  <a:pt x="209550" y="1933575"/>
                </a:lnTo>
                <a:lnTo>
                  <a:pt x="209550" y="1924050"/>
                </a:lnTo>
                <a:lnTo>
                  <a:pt x="219075" y="1924050"/>
                </a:lnTo>
                <a:close/>
                <a:moveTo>
                  <a:pt x="352425" y="1914525"/>
                </a:moveTo>
                <a:lnTo>
                  <a:pt x="381000" y="1914525"/>
                </a:lnTo>
                <a:lnTo>
                  <a:pt x="381000" y="1933575"/>
                </a:lnTo>
                <a:lnTo>
                  <a:pt x="371475" y="1933575"/>
                </a:lnTo>
                <a:lnTo>
                  <a:pt x="371475" y="1943100"/>
                </a:lnTo>
                <a:lnTo>
                  <a:pt x="352425" y="1943100"/>
                </a:lnTo>
                <a:lnTo>
                  <a:pt x="352425" y="1933575"/>
                </a:lnTo>
                <a:lnTo>
                  <a:pt x="342900" y="1933575"/>
                </a:lnTo>
                <a:lnTo>
                  <a:pt x="342900" y="1924050"/>
                </a:lnTo>
                <a:lnTo>
                  <a:pt x="352425" y="1924050"/>
                </a:lnTo>
                <a:close/>
                <a:moveTo>
                  <a:pt x="409575" y="1914525"/>
                </a:moveTo>
                <a:lnTo>
                  <a:pt x="428625" y="1914525"/>
                </a:lnTo>
                <a:lnTo>
                  <a:pt x="428625" y="1924050"/>
                </a:lnTo>
                <a:lnTo>
                  <a:pt x="485775" y="1924050"/>
                </a:lnTo>
                <a:lnTo>
                  <a:pt x="485775" y="1914525"/>
                </a:lnTo>
                <a:lnTo>
                  <a:pt x="504825" y="1914525"/>
                </a:lnTo>
                <a:lnTo>
                  <a:pt x="504825" y="1933575"/>
                </a:lnTo>
                <a:lnTo>
                  <a:pt x="485775" y="1933575"/>
                </a:lnTo>
                <a:lnTo>
                  <a:pt x="485775" y="1943100"/>
                </a:lnTo>
                <a:lnTo>
                  <a:pt x="476250" y="1943100"/>
                </a:lnTo>
                <a:lnTo>
                  <a:pt x="476250" y="1952625"/>
                </a:lnTo>
                <a:lnTo>
                  <a:pt x="457200" y="1952625"/>
                </a:lnTo>
                <a:lnTo>
                  <a:pt x="457200" y="1943100"/>
                </a:lnTo>
                <a:lnTo>
                  <a:pt x="447675" y="1943100"/>
                </a:lnTo>
                <a:lnTo>
                  <a:pt x="447675" y="1933575"/>
                </a:lnTo>
                <a:lnTo>
                  <a:pt x="438150" y="1933575"/>
                </a:lnTo>
                <a:lnTo>
                  <a:pt x="438150" y="1943100"/>
                </a:lnTo>
                <a:lnTo>
                  <a:pt x="409575" y="1943100"/>
                </a:lnTo>
                <a:lnTo>
                  <a:pt x="409575" y="1933575"/>
                </a:lnTo>
                <a:lnTo>
                  <a:pt x="390525" y="1933575"/>
                </a:lnTo>
                <a:lnTo>
                  <a:pt x="390525" y="1924050"/>
                </a:lnTo>
                <a:lnTo>
                  <a:pt x="409575" y="1924050"/>
                </a:lnTo>
                <a:close/>
                <a:moveTo>
                  <a:pt x="676275" y="1914525"/>
                </a:moveTo>
                <a:lnTo>
                  <a:pt x="685800" y="1914525"/>
                </a:lnTo>
                <a:lnTo>
                  <a:pt x="685800" y="1933575"/>
                </a:lnTo>
                <a:lnTo>
                  <a:pt x="676275" y="1933575"/>
                </a:lnTo>
                <a:close/>
                <a:moveTo>
                  <a:pt x="285750" y="1924050"/>
                </a:moveTo>
                <a:lnTo>
                  <a:pt x="323850" y="1924050"/>
                </a:lnTo>
                <a:lnTo>
                  <a:pt x="323850" y="1943100"/>
                </a:lnTo>
                <a:lnTo>
                  <a:pt x="285750" y="1943100"/>
                </a:lnTo>
                <a:close/>
                <a:moveTo>
                  <a:pt x="523875" y="1924050"/>
                </a:moveTo>
                <a:lnTo>
                  <a:pt x="571500" y="1924050"/>
                </a:lnTo>
                <a:lnTo>
                  <a:pt x="571500" y="1933575"/>
                </a:lnTo>
                <a:lnTo>
                  <a:pt x="552450" y="1933575"/>
                </a:lnTo>
                <a:lnTo>
                  <a:pt x="552450" y="1943100"/>
                </a:lnTo>
                <a:lnTo>
                  <a:pt x="533400" y="1943100"/>
                </a:lnTo>
                <a:lnTo>
                  <a:pt x="533400" y="1933575"/>
                </a:lnTo>
                <a:lnTo>
                  <a:pt x="523875" y="1933575"/>
                </a:lnTo>
                <a:close/>
                <a:moveTo>
                  <a:pt x="600075" y="1924050"/>
                </a:moveTo>
                <a:lnTo>
                  <a:pt x="666750" y="1924050"/>
                </a:lnTo>
                <a:lnTo>
                  <a:pt x="666750" y="1933575"/>
                </a:lnTo>
                <a:lnTo>
                  <a:pt x="647700" y="1933575"/>
                </a:lnTo>
                <a:lnTo>
                  <a:pt x="647700" y="1943100"/>
                </a:lnTo>
                <a:lnTo>
                  <a:pt x="638175" y="1943100"/>
                </a:lnTo>
                <a:lnTo>
                  <a:pt x="638175" y="1933575"/>
                </a:lnTo>
                <a:lnTo>
                  <a:pt x="600075" y="1933575"/>
                </a:lnTo>
                <a:close/>
              </a:path>
            </a:pathLst>
          </a:custGeom>
          <a:solidFill xmlns:a="http://schemas.openxmlformats.org/drawingml/2006/main">
            <a:srgbClr val="B7B6AA"/>
          </a:solidFill>
          <a:ln xmlns:a="http://schemas.openxmlformats.org/drawingml/2006/main" w="0">
            <a:noFill/>
          </a:ln>
        </p:spPr>
      </p:sp>
      <p:sp>
        <p:nvSpPr>
          <p:cNvPr id="148" name="sales vector #8e9489">
            <a:extLst xmlns:a="http://schemas.openxmlformats.org/drawingml/2006/main">
              <a:ext uri="{FF2B5EF4-FFF2-40B4-BE49-F238E27FC236}">
                <a16:creationId xmlns:a16="http://schemas.microsoft.com/office/drawing/2014/main" id="{6B0CAC0A-7156-49E3-AB6C-D86FD054162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381625" y="4914900"/>
            <a:ext cx="2247900" cy="2400300"/>
          </a:xfrm>
          <a:custGeom xmlns:a="http://schemas.openxmlformats.org/drawingml/2006/main">
            <a:pathLst>
              <a:path w="1905000" h="2038350">
                <a:moveTo>
                  <a:pt x="352425" y="38100"/>
                </a:moveTo>
                <a:lnTo>
                  <a:pt x="1562100" y="38100"/>
                </a:lnTo>
                <a:lnTo>
                  <a:pt x="1562100" y="47625"/>
                </a:lnTo>
                <a:lnTo>
                  <a:pt x="352425" y="47625"/>
                </a:lnTo>
                <a:close/>
                <a:moveTo>
                  <a:pt x="295275" y="47625"/>
                </a:moveTo>
                <a:lnTo>
                  <a:pt x="314325" y="47625"/>
                </a:lnTo>
                <a:lnTo>
                  <a:pt x="314325" y="57150"/>
                </a:lnTo>
                <a:lnTo>
                  <a:pt x="295275" y="57150"/>
                </a:lnTo>
                <a:close/>
                <a:moveTo>
                  <a:pt x="1600200" y="47625"/>
                </a:moveTo>
                <a:lnTo>
                  <a:pt x="1619250" y="47625"/>
                </a:lnTo>
                <a:lnTo>
                  <a:pt x="1619250" y="57150"/>
                </a:lnTo>
                <a:lnTo>
                  <a:pt x="1600200" y="57150"/>
                </a:lnTo>
                <a:close/>
                <a:moveTo>
                  <a:pt x="257175" y="57150"/>
                </a:moveTo>
                <a:lnTo>
                  <a:pt x="276225" y="57150"/>
                </a:lnTo>
                <a:lnTo>
                  <a:pt x="276225" y="66675"/>
                </a:lnTo>
                <a:lnTo>
                  <a:pt x="257175" y="66675"/>
                </a:lnTo>
                <a:close/>
                <a:moveTo>
                  <a:pt x="1638300" y="57150"/>
                </a:moveTo>
                <a:lnTo>
                  <a:pt x="1647825" y="57150"/>
                </a:lnTo>
                <a:lnTo>
                  <a:pt x="1647825" y="66675"/>
                </a:lnTo>
                <a:lnTo>
                  <a:pt x="1638300" y="66675"/>
                </a:lnTo>
                <a:close/>
                <a:moveTo>
                  <a:pt x="238125" y="66675"/>
                </a:moveTo>
                <a:lnTo>
                  <a:pt x="247650" y="66675"/>
                </a:lnTo>
                <a:lnTo>
                  <a:pt x="247650" y="76200"/>
                </a:lnTo>
                <a:lnTo>
                  <a:pt x="238125" y="76200"/>
                </a:lnTo>
                <a:close/>
                <a:moveTo>
                  <a:pt x="1666875" y="66675"/>
                </a:moveTo>
                <a:lnTo>
                  <a:pt x="1676400" y="66675"/>
                </a:lnTo>
                <a:lnTo>
                  <a:pt x="1676400" y="76200"/>
                </a:lnTo>
                <a:lnTo>
                  <a:pt x="1666875" y="76200"/>
                </a:lnTo>
                <a:close/>
                <a:moveTo>
                  <a:pt x="219075" y="76200"/>
                </a:moveTo>
                <a:lnTo>
                  <a:pt x="228600" y="76200"/>
                </a:lnTo>
                <a:lnTo>
                  <a:pt x="228600" y="85725"/>
                </a:lnTo>
                <a:lnTo>
                  <a:pt x="219075" y="85725"/>
                </a:lnTo>
                <a:close/>
                <a:moveTo>
                  <a:pt x="1685925" y="76200"/>
                </a:moveTo>
                <a:lnTo>
                  <a:pt x="1695450" y="76200"/>
                </a:lnTo>
                <a:lnTo>
                  <a:pt x="1695450" y="85725"/>
                </a:lnTo>
                <a:lnTo>
                  <a:pt x="1685925" y="85725"/>
                </a:lnTo>
                <a:close/>
                <a:moveTo>
                  <a:pt x="190500" y="85725"/>
                </a:moveTo>
                <a:lnTo>
                  <a:pt x="200025" y="85725"/>
                </a:lnTo>
                <a:lnTo>
                  <a:pt x="200025" y="95250"/>
                </a:lnTo>
                <a:lnTo>
                  <a:pt x="190500" y="95250"/>
                </a:lnTo>
                <a:close/>
                <a:moveTo>
                  <a:pt x="1704975" y="85725"/>
                </a:moveTo>
                <a:lnTo>
                  <a:pt x="1714500" y="85725"/>
                </a:lnTo>
                <a:lnTo>
                  <a:pt x="1714500" y="95250"/>
                </a:lnTo>
                <a:lnTo>
                  <a:pt x="1704975" y="95250"/>
                </a:lnTo>
                <a:close/>
                <a:moveTo>
                  <a:pt x="0" y="104775"/>
                </a:moveTo>
                <a:lnTo>
                  <a:pt x="171450" y="104775"/>
                </a:lnTo>
                <a:lnTo>
                  <a:pt x="171450" y="114300"/>
                </a:lnTo>
                <a:lnTo>
                  <a:pt x="142875" y="114300"/>
                </a:lnTo>
                <a:lnTo>
                  <a:pt x="142875" y="123825"/>
                </a:lnTo>
                <a:lnTo>
                  <a:pt x="0" y="123825"/>
                </a:lnTo>
                <a:close/>
                <a:moveTo>
                  <a:pt x="1733550" y="104775"/>
                </a:moveTo>
                <a:lnTo>
                  <a:pt x="1905000" y="104775"/>
                </a:lnTo>
                <a:lnTo>
                  <a:pt x="1905000" y="123825"/>
                </a:lnTo>
                <a:lnTo>
                  <a:pt x="1762125" y="123825"/>
                </a:lnTo>
                <a:lnTo>
                  <a:pt x="1762125" y="114300"/>
                </a:lnTo>
                <a:lnTo>
                  <a:pt x="1733550" y="114300"/>
                </a:lnTo>
                <a:close/>
                <a:moveTo>
                  <a:pt x="333375" y="114300"/>
                </a:moveTo>
                <a:lnTo>
                  <a:pt x="352425" y="114300"/>
                </a:lnTo>
                <a:lnTo>
                  <a:pt x="352425" y="123825"/>
                </a:lnTo>
                <a:lnTo>
                  <a:pt x="333375" y="123825"/>
                </a:lnTo>
                <a:close/>
                <a:moveTo>
                  <a:pt x="1562100" y="114300"/>
                </a:moveTo>
                <a:lnTo>
                  <a:pt x="1581150" y="114300"/>
                </a:lnTo>
                <a:lnTo>
                  <a:pt x="1581150" y="123825"/>
                </a:lnTo>
                <a:lnTo>
                  <a:pt x="1562100" y="123825"/>
                </a:lnTo>
                <a:close/>
                <a:moveTo>
                  <a:pt x="285750" y="123825"/>
                </a:moveTo>
                <a:lnTo>
                  <a:pt x="295275" y="123825"/>
                </a:lnTo>
                <a:lnTo>
                  <a:pt x="295275" y="133350"/>
                </a:lnTo>
                <a:lnTo>
                  <a:pt x="285750" y="133350"/>
                </a:lnTo>
                <a:close/>
                <a:moveTo>
                  <a:pt x="1619250" y="123825"/>
                </a:moveTo>
                <a:lnTo>
                  <a:pt x="1628775" y="123825"/>
                </a:lnTo>
                <a:lnTo>
                  <a:pt x="1628775" y="133350"/>
                </a:lnTo>
                <a:lnTo>
                  <a:pt x="1619250" y="133350"/>
                </a:lnTo>
                <a:close/>
                <a:moveTo>
                  <a:pt x="133350" y="133350"/>
                </a:moveTo>
                <a:lnTo>
                  <a:pt x="142875" y="133350"/>
                </a:lnTo>
                <a:lnTo>
                  <a:pt x="142875" y="142875"/>
                </a:lnTo>
                <a:lnTo>
                  <a:pt x="133350" y="142875"/>
                </a:lnTo>
                <a:close/>
                <a:moveTo>
                  <a:pt x="1647825" y="133350"/>
                </a:moveTo>
                <a:lnTo>
                  <a:pt x="1657350" y="133350"/>
                </a:lnTo>
                <a:lnTo>
                  <a:pt x="1657350" y="142875"/>
                </a:lnTo>
                <a:lnTo>
                  <a:pt x="1647825" y="142875"/>
                </a:lnTo>
                <a:close/>
                <a:moveTo>
                  <a:pt x="123825" y="142875"/>
                </a:moveTo>
                <a:lnTo>
                  <a:pt x="133350" y="142875"/>
                </a:lnTo>
                <a:lnTo>
                  <a:pt x="133350" y="152400"/>
                </a:lnTo>
                <a:lnTo>
                  <a:pt x="123825" y="152400"/>
                </a:lnTo>
                <a:close/>
                <a:moveTo>
                  <a:pt x="1666875" y="142875"/>
                </a:moveTo>
                <a:lnTo>
                  <a:pt x="1676400" y="142875"/>
                </a:lnTo>
                <a:lnTo>
                  <a:pt x="1676400" y="152400"/>
                </a:lnTo>
                <a:lnTo>
                  <a:pt x="1666875" y="152400"/>
                </a:lnTo>
                <a:close/>
                <a:moveTo>
                  <a:pt x="209550" y="161925"/>
                </a:moveTo>
                <a:lnTo>
                  <a:pt x="219075" y="161925"/>
                </a:lnTo>
                <a:lnTo>
                  <a:pt x="219075" y="171450"/>
                </a:lnTo>
                <a:lnTo>
                  <a:pt x="209550" y="171450"/>
                </a:lnTo>
                <a:close/>
                <a:moveTo>
                  <a:pt x="1695450" y="161925"/>
                </a:moveTo>
                <a:lnTo>
                  <a:pt x="1704975" y="161925"/>
                </a:lnTo>
                <a:lnTo>
                  <a:pt x="1704975" y="171450"/>
                </a:lnTo>
                <a:lnTo>
                  <a:pt x="1695450" y="171450"/>
                </a:lnTo>
                <a:close/>
                <a:moveTo>
                  <a:pt x="1790700" y="161925"/>
                </a:moveTo>
                <a:lnTo>
                  <a:pt x="1800225" y="161925"/>
                </a:lnTo>
                <a:lnTo>
                  <a:pt x="1800225" y="171450"/>
                </a:lnTo>
                <a:lnTo>
                  <a:pt x="1790700" y="171450"/>
                </a:lnTo>
                <a:close/>
                <a:moveTo>
                  <a:pt x="200025" y="171450"/>
                </a:moveTo>
                <a:lnTo>
                  <a:pt x="209550" y="171450"/>
                </a:lnTo>
                <a:lnTo>
                  <a:pt x="209550" y="180975"/>
                </a:lnTo>
                <a:lnTo>
                  <a:pt x="200025" y="180975"/>
                </a:lnTo>
                <a:close/>
                <a:moveTo>
                  <a:pt x="1171575" y="171450"/>
                </a:moveTo>
                <a:lnTo>
                  <a:pt x="1181100" y="171450"/>
                </a:lnTo>
                <a:lnTo>
                  <a:pt x="1181100" y="180975"/>
                </a:lnTo>
                <a:lnTo>
                  <a:pt x="1171575" y="180975"/>
                </a:lnTo>
                <a:close/>
                <a:moveTo>
                  <a:pt x="1704975" y="171450"/>
                </a:moveTo>
                <a:lnTo>
                  <a:pt x="1714500" y="171450"/>
                </a:lnTo>
                <a:lnTo>
                  <a:pt x="1714500" y="180975"/>
                </a:lnTo>
                <a:lnTo>
                  <a:pt x="1704975" y="180975"/>
                </a:lnTo>
                <a:close/>
                <a:moveTo>
                  <a:pt x="1800225" y="171450"/>
                </a:moveTo>
                <a:lnTo>
                  <a:pt x="1809750" y="171450"/>
                </a:lnTo>
                <a:lnTo>
                  <a:pt x="1809750" y="180975"/>
                </a:lnTo>
                <a:lnTo>
                  <a:pt x="1800225" y="180975"/>
                </a:lnTo>
                <a:close/>
                <a:moveTo>
                  <a:pt x="95250" y="180975"/>
                </a:moveTo>
                <a:lnTo>
                  <a:pt x="104775" y="180975"/>
                </a:lnTo>
                <a:lnTo>
                  <a:pt x="104775" y="190500"/>
                </a:lnTo>
                <a:lnTo>
                  <a:pt x="95250" y="190500"/>
                </a:lnTo>
                <a:close/>
                <a:moveTo>
                  <a:pt x="190500" y="180975"/>
                </a:moveTo>
                <a:lnTo>
                  <a:pt x="200025" y="180975"/>
                </a:lnTo>
                <a:lnTo>
                  <a:pt x="200025" y="190500"/>
                </a:lnTo>
                <a:lnTo>
                  <a:pt x="190500" y="190500"/>
                </a:lnTo>
                <a:close/>
                <a:moveTo>
                  <a:pt x="180975" y="190500"/>
                </a:moveTo>
                <a:lnTo>
                  <a:pt x="190500" y="190500"/>
                </a:lnTo>
                <a:lnTo>
                  <a:pt x="190500" y="200025"/>
                </a:lnTo>
                <a:lnTo>
                  <a:pt x="180975" y="200025"/>
                </a:lnTo>
                <a:close/>
                <a:moveTo>
                  <a:pt x="1809750" y="190500"/>
                </a:moveTo>
                <a:lnTo>
                  <a:pt x="1819275" y="190500"/>
                </a:lnTo>
                <a:lnTo>
                  <a:pt x="1819275" y="200025"/>
                </a:lnTo>
                <a:lnTo>
                  <a:pt x="1809750" y="200025"/>
                </a:lnTo>
                <a:close/>
                <a:moveTo>
                  <a:pt x="85725" y="200025"/>
                </a:moveTo>
                <a:lnTo>
                  <a:pt x="95250" y="200025"/>
                </a:lnTo>
                <a:lnTo>
                  <a:pt x="95250" y="209550"/>
                </a:lnTo>
                <a:lnTo>
                  <a:pt x="85725" y="209550"/>
                </a:lnTo>
                <a:close/>
                <a:moveTo>
                  <a:pt x="171450" y="200025"/>
                </a:moveTo>
                <a:lnTo>
                  <a:pt x="180975" y="200025"/>
                </a:lnTo>
                <a:lnTo>
                  <a:pt x="180975" y="209550"/>
                </a:lnTo>
                <a:lnTo>
                  <a:pt x="171450" y="209550"/>
                </a:lnTo>
                <a:close/>
                <a:moveTo>
                  <a:pt x="1733550" y="200025"/>
                </a:moveTo>
                <a:lnTo>
                  <a:pt x="1743075" y="200025"/>
                </a:lnTo>
                <a:lnTo>
                  <a:pt x="1743075" y="209550"/>
                </a:lnTo>
                <a:lnTo>
                  <a:pt x="1733550" y="209550"/>
                </a:lnTo>
                <a:close/>
                <a:moveTo>
                  <a:pt x="695325" y="209550"/>
                </a:moveTo>
                <a:lnTo>
                  <a:pt x="704850" y="209550"/>
                </a:lnTo>
                <a:lnTo>
                  <a:pt x="704850" y="219075"/>
                </a:lnTo>
                <a:lnTo>
                  <a:pt x="695325" y="219075"/>
                </a:lnTo>
                <a:close/>
                <a:moveTo>
                  <a:pt x="1209675" y="209550"/>
                </a:moveTo>
                <a:lnTo>
                  <a:pt x="1219200" y="209550"/>
                </a:lnTo>
                <a:lnTo>
                  <a:pt x="1219200" y="219075"/>
                </a:lnTo>
                <a:lnTo>
                  <a:pt x="1209675" y="219075"/>
                </a:lnTo>
                <a:close/>
                <a:moveTo>
                  <a:pt x="1819275" y="209550"/>
                </a:moveTo>
                <a:lnTo>
                  <a:pt x="1828800" y="209550"/>
                </a:lnTo>
                <a:lnTo>
                  <a:pt x="1828800" y="219075"/>
                </a:lnTo>
                <a:lnTo>
                  <a:pt x="1819275" y="219075"/>
                </a:lnTo>
                <a:close/>
                <a:moveTo>
                  <a:pt x="76200" y="219075"/>
                </a:moveTo>
                <a:lnTo>
                  <a:pt x="85725" y="219075"/>
                </a:lnTo>
                <a:lnTo>
                  <a:pt x="85725" y="228600"/>
                </a:lnTo>
                <a:lnTo>
                  <a:pt x="76200" y="228600"/>
                </a:lnTo>
                <a:close/>
                <a:moveTo>
                  <a:pt x="333375" y="219075"/>
                </a:moveTo>
                <a:lnTo>
                  <a:pt x="352425" y="219075"/>
                </a:lnTo>
                <a:lnTo>
                  <a:pt x="352425" y="228600"/>
                </a:lnTo>
                <a:lnTo>
                  <a:pt x="361950" y="228600"/>
                </a:lnTo>
                <a:lnTo>
                  <a:pt x="361950" y="247650"/>
                </a:lnTo>
                <a:lnTo>
                  <a:pt x="333375" y="247650"/>
                </a:lnTo>
                <a:close/>
                <a:moveTo>
                  <a:pt x="495300" y="219075"/>
                </a:moveTo>
                <a:lnTo>
                  <a:pt x="514350" y="219075"/>
                </a:lnTo>
                <a:lnTo>
                  <a:pt x="514350" y="247650"/>
                </a:lnTo>
                <a:lnTo>
                  <a:pt x="495300" y="247650"/>
                </a:lnTo>
                <a:close/>
                <a:moveTo>
                  <a:pt x="1447800" y="219075"/>
                </a:moveTo>
                <a:lnTo>
                  <a:pt x="1485900" y="219075"/>
                </a:lnTo>
                <a:lnTo>
                  <a:pt x="1485900" y="228600"/>
                </a:lnTo>
                <a:lnTo>
                  <a:pt x="1495425" y="228600"/>
                </a:lnTo>
                <a:lnTo>
                  <a:pt x="1495425" y="257175"/>
                </a:lnTo>
                <a:lnTo>
                  <a:pt x="1485900" y="257175"/>
                </a:lnTo>
                <a:lnTo>
                  <a:pt x="1485900" y="266700"/>
                </a:lnTo>
                <a:lnTo>
                  <a:pt x="1476375" y="266700"/>
                </a:lnTo>
                <a:lnTo>
                  <a:pt x="1476375" y="276225"/>
                </a:lnTo>
                <a:lnTo>
                  <a:pt x="1466850" y="276225"/>
                </a:lnTo>
                <a:lnTo>
                  <a:pt x="1466850" y="266700"/>
                </a:lnTo>
                <a:lnTo>
                  <a:pt x="1457325" y="266700"/>
                </a:lnTo>
                <a:lnTo>
                  <a:pt x="1457325" y="257175"/>
                </a:lnTo>
                <a:lnTo>
                  <a:pt x="1447800" y="257175"/>
                </a:lnTo>
                <a:lnTo>
                  <a:pt x="1447800" y="247650"/>
                </a:lnTo>
                <a:lnTo>
                  <a:pt x="1438275" y="247650"/>
                </a:lnTo>
                <a:lnTo>
                  <a:pt x="1438275" y="228600"/>
                </a:lnTo>
                <a:lnTo>
                  <a:pt x="1447800" y="228600"/>
                </a:lnTo>
                <a:close/>
                <a:moveTo>
                  <a:pt x="152400" y="228600"/>
                </a:moveTo>
                <a:lnTo>
                  <a:pt x="161925" y="228600"/>
                </a:lnTo>
                <a:lnTo>
                  <a:pt x="161925" y="238125"/>
                </a:lnTo>
                <a:lnTo>
                  <a:pt x="152400" y="238125"/>
                </a:lnTo>
                <a:close/>
                <a:moveTo>
                  <a:pt x="381000" y="228600"/>
                </a:moveTo>
                <a:lnTo>
                  <a:pt x="400050" y="228600"/>
                </a:lnTo>
                <a:lnTo>
                  <a:pt x="400050" y="238125"/>
                </a:lnTo>
                <a:lnTo>
                  <a:pt x="381000" y="238125"/>
                </a:lnTo>
                <a:close/>
                <a:moveTo>
                  <a:pt x="447675" y="228600"/>
                </a:moveTo>
                <a:lnTo>
                  <a:pt x="466725" y="228600"/>
                </a:lnTo>
                <a:lnTo>
                  <a:pt x="466725" y="247650"/>
                </a:lnTo>
                <a:lnTo>
                  <a:pt x="447675" y="247650"/>
                </a:lnTo>
                <a:close/>
                <a:moveTo>
                  <a:pt x="1619250" y="228600"/>
                </a:moveTo>
                <a:lnTo>
                  <a:pt x="1628775" y="228600"/>
                </a:lnTo>
                <a:lnTo>
                  <a:pt x="1628775" y="238125"/>
                </a:lnTo>
                <a:lnTo>
                  <a:pt x="1619250" y="238125"/>
                </a:lnTo>
                <a:close/>
                <a:moveTo>
                  <a:pt x="1828800" y="228600"/>
                </a:moveTo>
                <a:lnTo>
                  <a:pt x="1838325" y="228600"/>
                </a:lnTo>
                <a:lnTo>
                  <a:pt x="1838325" y="238125"/>
                </a:lnTo>
                <a:lnTo>
                  <a:pt x="1828800" y="238125"/>
                </a:lnTo>
                <a:close/>
                <a:moveTo>
                  <a:pt x="66675" y="238125"/>
                </a:moveTo>
                <a:lnTo>
                  <a:pt x="76200" y="238125"/>
                </a:lnTo>
                <a:lnTo>
                  <a:pt x="76200" y="247650"/>
                </a:lnTo>
                <a:lnTo>
                  <a:pt x="66675" y="247650"/>
                </a:lnTo>
                <a:close/>
                <a:moveTo>
                  <a:pt x="409575" y="238125"/>
                </a:moveTo>
                <a:lnTo>
                  <a:pt x="419100" y="238125"/>
                </a:lnTo>
                <a:lnTo>
                  <a:pt x="419100" y="257175"/>
                </a:lnTo>
                <a:lnTo>
                  <a:pt x="409575" y="257175"/>
                </a:lnTo>
                <a:close/>
                <a:moveTo>
                  <a:pt x="1628775" y="238125"/>
                </a:moveTo>
                <a:lnTo>
                  <a:pt x="1638300" y="238125"/>
                </a:lnTo>
                <a:lnTo>
                  <a:pt x="1638300" y="266700"/>
                </a:lnTo>
                <a:lnTo>
                  <a:pt x="1628775" y="266700"/>
                </a:lnTo>
                <a:lnTo>
                  <a:pt x="1628775" y="276225"/>
                </a:lnTo>
                <a:lnTo>
                  <a:pt x="1552575" y="276225"/>
                </a:lnTo>
                <a:lnTo>
                  <a:pt x="1552575" y="266700"/>
                </a:lnTo>
                <a:lnTo>
                  <a:pt x="1543050" y="266700"/>
                </a:lnTo>
                <a:lnTo>
                  <a:pt x="1543050" y="257175"/>
                </a:lnTo>
                <a:lnTo>
                  <a:pt x="1552575" y="257175"/>
                </a:lnTo>
                <a:lnTo>
                  <a:pt x="1552575" y="266700"/>
                </a:lnTo>
                <a:lnTo>
                  <a:pt x="1619250" y="266700"/>
                </a:lnTo>
                <a:lnTo>
                  <a:pt x="1619250" y="257175"/>
                </a:lnTo>
                <a:lnTo>
                  <a:pt x="1628775" y="257175"/>
                </a:lnTo>
                <a:close/>
                <a:moveTo>
                  <a:pt x="438150" y="247650"/>
                </a:moveTo>
                <a:lnTo>
                  <a:pt x="447675" y="247650"/>
                </a:lnTo>
                <a:lnTo>
                  <a:pt x="447675" y="257175"/>
                </a:lnTo>
                <a:lnTo>
                  <a:pt x="438150" y="257175"/>
                </a:lnTo>
                <a:close/>
                <a:moveTo>
                  <a:pt x="466725" y="247650"/>
                </a:moveTo>
                <a:lnTo>
                  <a:pt x="485775" y="247650"/>
                </a:lnTo>
                <a:lnTo>
                  <a:pt x="485775" y="257175"/>
                </a:lnTo>
                <a:lnTo>
                  <a:pt x="476250" y="257175"/>
                </a:lnTo>
                <a:lnTo>
                  <a:pt x="476250" y="266700"/>
                </a:lnTo>
                <a:lnTo>
                  <a:pt x="457200" y="266700"/>
                </a:lnTo>
                <a:lnTo>
                  <a:pt x="457200" y="257175"/>
                </a:lnTo>
                <a:lnTo>
                  <a:pt x="466725" y="257175"/>
                </a:lnTo>
                <a:close/>
                <a:moveTo>
                  <a:pt x="333375" y="257175"/>
                </a:moveTo>
                <a:lnTo>
                  <a:pt x="342900" y="257175"/>
                </a:lnTo>
                <a:lnTo>
                  <a:pt x="342900" y="266700"/>
                </a:lnTo>
                <a:lnTo>
                  <a:pt x="333375" y="266700"/>
                </a:lnTo>
                <a:close/>
                <a:moveTo>
                  <a:pt x="381000" y="257175"/>
                </a:moveTo>
                <a:lnTo>
                  <a:pt x="400050" y="257175"/>
                </a:lnTo>
                <a:lnTo>
                  <a:pt x="400050" y="266700"/>
                </a:lnTo>
                <a:lnTo>
                  <a:pt x="381000" y="266700"/>
                </a:lnTo>
                <a:close/>
                <a:moveTo>
                  <a:pt x="495300" y="257175"/>
                </a:moveTo>
                <a:lnTo>
                  <a:pt x="514350" y="257175"/>
                </a:lnTo>
                <a:lnTo>
                  <a:pt x="514350" y="266700"/>
                </a:lnTo>
                <a:lnTo>
                  <a:pt x="495300" y="266700"/>
                </a:lnTo>
                <a:close/>
                <a:moveTo>
                  <a:pt x="1838325" y="257175"/>
                </a:moveTo>
                <a:lnTo>
                  <a:pt x="1847850" y="257175"/>
                </a:lnTo>
                <a:lnTo>
                  <a:pt x="1847850" y="266700"/>
                </a:lnTo>
                <a:lnTo>
                  <a:pt x="1838325" y="266700"/>
                </a:lnTo>
                <a:close/>
                <a:moveTo>
                  <a:pt x="57150" y="266700"/>
                </a:moveTo>
                <a:lnTo>
                  <a:pt x="66675" y="266700"/>
                </a:lnTo>
                <a:lnTo>
                  <a:pt x="66675" y="285750"/>
                </a:lnTo>
                <a:lnTo>
                  <a:pt x="57150" y="285750"/>
                </a:lnTo>
                <a:close/>
                <a:moveTo>
                  <a:pt x="133350" y="266700"/>
                </a:moveTo>
                <a:lnTo>
                  <a:pt x="142875" y="266700"/>
                </a:lnTo>
                <a:lnTo>
                  <a:pt x="142875" y="276225"/>
                </a:lnTo>
                <a:lnTo>
                  <a:pt x="133350" y="276225"/>
                </a:lnTo>
                <a:close/>
                <a:moveTo>
                  <a:pt x="1771650" y="266700"/>
                </a:moveTo>
                <a:lnTo>
                  <a:pt x="1781175" y="266700"/>
                </a:lnTo>
                <a:lnTo>
                  <a:pt x="1781175" y="276225"/>
                </a:lnTo>
                <a:lnTo>
                  <a:pt x="1771650" y="276225"/>
                </a:lnTo>
                <a:close/>
                <a:moveTo>
                  <a:pt x="695325" y="276225"/>
                </a:moveTo>
                <a:lnTo>
                  <a:pt x="704850" y="276225"/>
                </a:lnTo>
                <a:lnTo>
                  <a:pt x="704850" y="285750"/>
                </a:lnTo>
                <a:lnTo>
                  <a:pt x="695325" y="285750"/>
                </a:lnTo>
                <a:close/>
                <a:moveTo>
                  <a:pt x="1209675" y="276225"/>
                </a:moveTo>
                <a:lnTo>
                  <a:pt x="1219200" y="276225"/>
                </a:lnTo>
                <a:lnTo>
                  <a:pt x="1219200" y="285750"/>
                </a:lnTo>
                <a:lnTo>
                  <a:pt x="1209675" y="285750"/>
                </a:lnTo>
                <a:close/>
                <a:moveTo>
                  <a:pt x="1847850" y="285750"/>
                </a:moveTo>
                <a:lnTo>
                  <a:pt x="1857375" y="285750"/>
                </a:lnTo>
                <a:lnTo>
                  <a:pt x="1857375" y="295275"/>
                </a:lnTo>
                <a:lnTo>
                  <a:pt x="1847850" y="295275"/>
                </a:lnTo>
                <a:close/>
                <a:moveTo>
                  <a:pt x="123825" y="295275"/>
                </a:moveTo>
                <a:lnTo>
                  <a:pt x="133350" y="295275"/>
                </a:lnTo>
                <a:lnTo>
                  <a:pt x="133350" y="304800"/>
                </a:lnTo>
                <a:lnTo>
                  <a:pt x="123825" y="304800"/>
                </a:lnTo>
                <a:close/>
                <a:moveTo>
                  <a:pt x="47625" y="304800"/>
                </a:moveTo>
                <a:lnTo>
                  <a:pt x="57150" y="304800"/>
                </a:lnTo>
                <a:lnTo>
                  <a:pt x="57150" y="333375"/>
                </a:lnTo>
                <a:lnTo>
                  <a:pt x="47625" y="333375"/>
                </a:lnTo>
                <a:close/>
                <a:moveTo>
                  <a:pt x="1781175" y="304800"/>
                </a:moveTo>
                <a:lnTo>
                  <a:pt x="1790700" y="304800"/>
                </a:lnTo>
                <a:lnTo>
                  <a:pt x="1790700" y="314325"/>
                </a:lnTo>
                <a:lnTo>
                  <a:pt x="1781175" y="314325"/>
                </a:lnTo>
                <a:close/>
                <a:moveTo>
                  <a:pt x="1171575" y="314325"/>
                </a:moveTo>
                <a:lnTo>
                  <a:pt x="1181100" y="314325"/>
                </a:lnTo>
                <a:lnTo>
                  <a:pt x="1181100" y="323850"/>
                </a:lnTo>
                <a:lnTo>
                  <a:pt x="1171575" y="323850"/>
                </a:lnTo>
                <a:close/>
                <a:moveTo>
                  <a:pt x="923925" y="323850"/>
                </a:moveTo>
                <a:lnTo>
                  <a:pt x="1133475" y="323850"/>
                </a:lnTo>
                <a:lnTo>
                  <a:pt x="1133475" y="333375"/>
                </a:lnTo>
                <a:lnTo>
                  <a:pt x="923925" y="333375"/>
                </a:lnTo>
                <a:close/>
                <a:moveTo>
                  <a:pt x="1857375" y="333375"/>
                </a:moveTo>
                <a:lnTo>
                  <a:pt x="1866900" y="333375"/>
                </a:lnTo>
                <a:lnTo>
                  <a:pt x="1866900" y="381000"/>
                </a:lnTo>
                <a:lnTo>
                  <a:pt x="1857375" y="381000"/>
                </a:lnTo>
                <a:close/>
                <a:moveTo>
                  <a:pt x="114300" y="342900"/>
                </a:moveTo>
                <a:lnTo>
                  <a:pt x="123825" y="342900"/>
                </a:lnTo>
                <a:lnTo>
                  <a:pt x="123825" y="371475"/>
                </a:lnTo>
                <a:lnTo>
                  <a:pt x="114300" y="371475"/>
                </a:lnTo>
                <a:close/>
                <a:moveTo>
                  <a:pt x="1790700" y="352425"/>
                </a:moveTo>
                <a:lnTo>
                  <a:pt x="1800225" y="352425"/>
                </a:lnTo>
                <a:lnTo>
                  <a:pt x="1800225" y="381000"/>
                </a:lnTo>
                <a:lnTo>
                  <a:pt x="1790700" y="381000"/>
                </a:lnTo>
                <a:close/>
                <a:moveTo>
                  <a:pt x="38100" y="400050"/>
                </a:moveTo>
                <a:lnTo>
                  <a:pt x="47625" y="400050"/>
                </a:lnTo>
                <a:lnTo>
                  <a:pt x="47625" y="704850"/>
                </a:lnTo>
                <a:lnTo>
                  <a:pt x="38100" y="704850"/>
                </a:lnTo>
                <a:close/>
                <a:moveTo>
                  <a:pt x="200025" y="409575"/>
                </a:moveTo>
                <a:lnTo>
                  <a:pt x="209550" y="409575"/>
                </a:lnTo>
                <a:lnTo>
                  <a:pt x="209550" y="419100"/>
                </a:lnTo>
                <a:lnTo>
                  <a:pt x="200025" y="419100"/>
                </a:lnTo>
                <a:close/>
                <a:moveTo>
                  <a:pt x="190500" y="419100"/>
                </a:moveTo>
                <a:lnTo>
                  <a:pt x="200025" y="419100"/>
                </a:lnTo>
                <a:lnTo>
                  <a:pt x="200025" y="428625"/>
                </a:lnTo>
                <a:lnTo>
                  <a:pt x="209550" y="428625"/>
                </a:lnTo>
                <a:lnTo>
                  <a:pt x="209550" y="447675"/>
                </a:lnTo>
                <a:lnTo>
                  <a:pt x="257175" y="447675"/>
                </a:lnTo>
                <a:lnTo>
                  <a:pt x="257175" y="438150"/>
                </a:lnTo>
                <a:lnTo>
                  <a:pt x="266700" y="438150"/>
                </a:lnTo>
                <a:lnTo>
                  <a:pt x="266700" y="447675"/>
                </a:lnTo>
                <a:lnTo>
                  <a:pt x="276225" y="447675"/>
                </a:lnTo>
                <a:lnTo>
                  <a:pt x="276225" y="438150"/>
                </a:lnTo>
                <a:lnTo>
                  <a:pt x="285750" y="438150"/>
                </a:lnTo>
                <a:lnTo>
                  <a:pt x="285750" y="466725"/>
                </a:lnTo>
                <a:lnTo>
                  <a:pt x="276225" y="466725"/>
                </a:lnTo>
                <a:lnTo>
                  <a:pt x="276225" y="476250"/>
                </a:lnTo>
                <a:lnTo>
                  <a:pt x="285750" y="476250"/>
                </a:lnTo>
                <a:lnTo>
                  <a:pt x="285750" y="514350"/>
                </a:lnTo>
                <a:lnTo>
                  <a:pt x="238125" y="514350"/>
                </a:lnTo>
                <a:lnTo>
                  <a:pt x="238125" y="504825"/>
                </a:lnTo>
                <a:lnTo>
                  <a:pt x="228600" y="504825"/>
                </a:lnTo>
                <a:lnTo>
                  <a:pt x="228600" y="514350"/>
                </a:lnTo>
                <a:lnTo>
                  <a:pt x="200025" y="514350"/>
                </a:lnTo>
                <a:lnTo>
                  <a:pt x="200025" y="504825"/>
                </a:lnTo>
                <a:lnTo>
                  <a:pt x="190500" y="504825"/>
                </a:lnTo>
                <a:lnTo>
                  <a:pt x="190500" y="457200"/>
                </a:lnTo>
                <a:lnTo>
                  <a:pt x="180975" y="457200"/>
                </a:lnTo>
                <a:lnTo>
                  <a:pt x="180975" y="428625"/>
                </a:lnTo>
                <a:lnTo>
                  <a:pt x="190500" y="428625"/>
                </a:lnTo>
                <a:close/>
                <a:moveTo>
                  <a:pt x="361950" y="419100"/>
                </a:moveTo>
                <a:lnTo>
                  <a:pt x="371475" y="419100"/>
                </a:lnTo>
                <a:lnTo>
                  <a:pt x="371475" y="428625"/>
                </a:lnTo>
                <a:lnTo>
                  <a:pt x="361950" y="428625"/>
                </a:lnTo>
                <a:close/>
                <a:moveTo>
                  <a:pt x="571500" y="419100"/>
                </a:moveTo>
                <a:lnTo>
                  <a:pt x="581025" y="419100"/>
                </a:lnTo>
                <a:lnTo>
                  <a:pt x="581025" y="428625"/>
                </a:lnTo>
                <a:lnTo>
                  <a:pt x="600075" y="428625"/>
                </a:lnTo>
                <a:lnTo>
                  <a:pt x="600075" y="438150"/>
                </a:lnTo>
                <a:lnTo>
                  <a:pt x="609600" y="438150"/>
                </a:lnTo>
                <a:lnTo>
                  <a:pt x="609600" y="457200"/>
                </a:lnTo>
                <a:lnTo>
                  <a:pt x="581025" y="457200"/>
                </a:lnTo>
                <a:lnTo>
                  <a:pt x="581025" y="466725"/>
                </a:lnTo>
                <a:lnTo>
                  <a:pt x="561975" y="466725"/>
                </a:lnTo>
                <a:lnTo>
                  <a:pt x="561975" y="457200"/>
                </a:lnTo>
                <a:lnTo>
                  <a:pt x="571500" y="457200"/>
                </a:lnTo>
                <a:lnTo>
                  <a:pt x="571500" y="447675"/>
                </a:lnTo>
                <a:lnTo>
                  <a:pt x="581025" y="447675"/>
                </a:lnTo>
                <a:lnTo>
                  <a:pt x="581025" y="438150"/>
                </a:lnTo>
                <a:lnTo>
                  <a:pt x="561975" y="438150"/>
                </a:lnTo>
                <a:lnTo>
                  <a:pt x="561975" y="428625"/>
                </a:lnTo>
                <a:lnTo>
                  <a:pt x="571500" y="428625"/>
                </a:lnTo>
                <a:close/>
                <a:moveTo>
                  <a:pt x="676275" y="419100"/>
                </a:moveTo>
                <a:lnTo>
                  <a:pt x="685800" y="419100"/>
                </a:lnTo>
                <a:lnTo>
                  <a:pt x="685800" y="428625"/>
                </a:lnTo>
                <a:lnTo>
                  <a:pt x="723900" y="428625"/>
                </a:lnTo>
                <a:lnTo>
                  <a:pt x="723900" y="438150"/>
                </a:lnTo>
                <a:lnTo>
                  <a:pt x="704850" y="438150"/>
                </a:lnTo>
                <a:lnTo>
                  <a:pt x="704850" y="447675"/>
                </a:lnTo>
                <a:lnTo>
                  <a:pt x="723900" y="447675"/>
                </a:lnTo>
                <a:lnTo>
                  <a:pt x="723900" y="438150"/>
                </a:lnTo>
                <a:lnTo>
                  <a:pt x="733425" y="438150"/>
                </a:lnTo>
                <a:lnTo>
                  <a:pt x="733425" y="457200"/>
                </a:lnTo>
                <a:lnTo>
                  <a:pt x="723900" y="457200"/>
                </a:lnTo>
                <a:lnTo>
                  <a:pt x="723900" y="466725"/>
                </a:lnTo>
                <a:lnTo>
                  <a:pt x="676275" y="466725"/>
                </a:lnTo>
                <a:close/>
                <a:moveTo>
                  <a:pt x="762000" y="419100"/>
                </a:moveTo>
                <a:lnTo>
                  <a:pt x="781050" y="419100"/>
                </a:lnTo>
                <a:lnTo>
                  <a:pt x="781050" y="428625"/>
                </a:lnTo>
                <a:lnTo>
                  <a:pt x="771525" y="428625"/>
                </a:lnTo>
                <a:lnTo>
                  <a:pt x="771525" y="457200"/>
                </a:lnTo>
                <a:lnTo>
                  <a:pt x="781050" y="457200"/>
                </a:lnTo>
                <a:lnTo>
                  <a:pt x="781050" y="428625"/>
                </a:lnTo>
                <a:lnTo>
                  <a:pt x="790575" y="428625"/>
                </a:lnTo>
                <a:lnTo>
                  <a:pt x="790575" y="457200"/>
                </a:lnTo>
                <a:lnTo>
                  <a:pt x="781050" y="457200"/>
                </a:lnTo>
                <a:lnTo>
                  <a:pt x="781050" y="466725"/>
                </a:lnTo>
                <a:lnTo>
                  <a:pt x="762000" y="466725"/>
                </a:lnTo>
                <a:lnTo>
                  <a:pt x="762000" y="457200"/>
                </a:lnTo>
                <a:lnTo>
                  <a:pt x="752475" y="457200"/>
                </a:lnTo>
                <a:lnTo>
                  <a:pt x="752475" y="428625"/>
                </a:lnTo>
                <a:lnTo>
                  <a:pt x="762000" y="428625"/>
                </a:lnTo>
                <a:close/>
                <a:moveTo>
                  <a:pt x="933450" y="419100"/>
                </a:moveTo>
                <a:lnTo>
                  <a:pt x="942975" y="419100"/>
                </a:lnTo>
                <a:lnTo>
                  <a:pt x="942975" y="428625"/>
                </a:lnTo>
                <a:lnTo>
                  <a:pt x="933450" y="428625"/>
                </a:lnTo>
                <a:close/>
                <a:moveTo>
                  <a:pt x="352425" y="428625"/>
                </a:moveTo>
                <a:lnTo>
                  <a:pt x="361950" y="428625"/>
                </a:lnTo>
                <a:lnTo>
                  <a:pt x="361950" y="438150"/>
                </a:lnTo>
                <a:lnTo>
                  <a:pt x="352425" y="438150"/>
                </a:lnTo>
                <a:close/>
                <a:moveTo>
                  <a:pt x="381000" y="428625"/>
                </a:moveTo>
                <a:lnTo>
                  <a:pt x="390525" y="428625"/>
                </a:lnTo>
                <a:lnTo>
                  <a:pt x="390525" y="466725"/>
                </a:lnTo>
                <a:lnTo>
                  <a:pt x="381000" y="466725"/>
                </a:lnTo>
                <a:lnTo>
                  <a:pt x="381000" y="457200"/>
                </a:lnTo>
                <a:lnTo>
                  <a:pt x="371475" y="457200"/>
                </a:lnTo>
                <a:lnTo>
                  <a:pt x="371475" y="438150"/>
                </a:lnTo>
                <a:lnTo>
                  <a:pt x="381000" y="438150"/>
                </a:lnTo>
                <a:close/>
                <a:moveTo>
                  <a:pt x="400050" y="428625"/>
                </a:moveTo>
                <a:lnTo>
                  <a:pt x="457200" y="428625"/>
                </a:lnTo>
                <a:lnTo>
                  <a:pt x="457200" y="457200"/>
                </a:lnTo>
                <a:lnTo>
                  <a:pt x="447675" y="457200"/>
                </a:lnTo>
                <a:lnTo>
                  <a:pt x="447675" y="447675"/>
                </a:lnTo>
                <a:lnTo>
                  <a:pt x="438150" y="447675"/>
                </a:lnTo>
                <a:lnTo>
                  <a:pt x="438150" y="457200"/>
                </a:lnTo>
                <a:lnTo>
                  <a:pt x="419100" y="457200"/>
                </a:lnTo>
                <a:lnTo>
                  <a:pt x="419100" y="447675"/>
                </a:lnTo>
                <a:lnTo>
                  <a:pt x="409575" y="447675"/>
                </a:lnTo>
                <a:lnTo>
                  <a:pt x="409575" y="457200"/>
                </a:lnTo>
                <a:lnTo>
                  <a:pt x="400050" y="457200"/>
                </a:lnTo>
                <a:close/>
                <a:moveTo>
                  <a:pt x="485775" y="428625"/>
                </a:moveTo>
                <a:lnTo>
                  <a:pt x="504825" y="428625"/>
                </a:lnTo>
                <a:lnTo>
                  <a:pt x="504825" y="438150"/>
                </a:lnTo>
                <a:lnTo>
                  <a:pt x="523875" y="438150"/>
                </a:lnTo>
                <a:lnTo>
                  <a:pt x="523875" y="447675"/>
                </a:lnTo>
                <a:lnTo>
                  <a:pt x="533400" y="447675"/>
                </a:lnTo>
                <a:lnTo>
                  <a:pt x="533400" y="457200"/>
                </a:lnTo>
                <a:lnTo>
                  <a:pt x="514350" y="457200"/>
                </a:lnTo>
                <a:lnTo>
                  <a:pt x="514350" y="447675"/>
                </a:lnTo>
                <a:lnTo>
                  <a:pt x="504825" y="447675"/>
                </a:lnTo>
                <a:lnTo>
                  <a:pt x="504825" y="457200"/>
                </a:lnTo>
                <a:lnTo>
                  <a:pt x="514350" y="457200"/>
                </a:lnTo>
                <a:lnTo>
                  <a:pt x="514350" y="466725"/>
                </a:lnTo>
                <a:lnTo>
                  <a:pt x="485775" y="466725"/>
                </a:lnTo>
                <a:lnTo>
                  <a:pt x="485775" y="457200"/>
                </a:lnTo>
                <a:lnTo>
                  <a:pt x="476250" y="457200"/>
                </a:lnTo>
                <a:lnTo>
                  <a:pt x="476250" y="447675"/>
                </a:lnTo>
                <a:lnTo>
                  <a:pt x="466725" y="447675"/>
                </a:lnTo>
                <a:lnTo>
                  <a:pt x="466725" y="438150"/>
                </a:lnTo>
                <a:lnTo>
                  <a:pt x="485775" y="438150"/>
                </a:lnTo>
                <a:close/>
                <a:moveTo>
                  <a:pt x="838200" y="428625"/>
                </a:moveTo>
                <a:lnTo>
                  <a:pt x="847725" y="428625"/>
                </a:lnTo>
                <a:lnTo>
                  <a:pt x="847725" y="438150"/>
                </a:lnTo>
                <a:lnTo>
                  <a:pt x="838200" y="438150"/>
                </a:lnTo>
                <a:close/>
                <a:moveTo>
                  <a:pt x="876300" y="428625"/>
                </a:moveTo>
                <a:lnTo>
                  <a:pt x="885825" y="428625"/>
                </a:lnTo>
                <a:lnTo>
                  <a:pt x="885825" y="438150"/>
                </a:lnTo>
                <a:lnTo>
                  <a:pt x="876300" y="438150"/>
                </a:lnTo>
                <a:close/>
                <a:moveTo>
                  <a:pt x="914400" y="428625"/>
                </a:moveTo>
                <a:lnTo>
                  <a:pt x="933450" y="428625"/>
                </a:lnTo>
                <a:lnTo>
                  <a:pt x="933450" y="457200"/>
                </a:lnTo>
                <a:lnTo>
                  <a:pt x="923925" y="457200"/>
                </a:lnTo>
                <a:lnTo>
                  <a:pt x="923925" y="438150"/>
                </a:lnTo>
                <a:lnTo>
                  <a:pt x="914400" y="438150"/>
                </a:lnTo>
                <a:close/>
                <a:moveTo>
                  <a:pt x="942975" y="428625"/>
                </a:moveTo>
                <a:lnTo>
                  <a:pt x="962025" y="428625"/>
                </a:lnTo>
                <a:lnTo>
                  <a:pt x="962025" y="438150"/>
                </a:lnTo>
                <a:lnTo>
                  <a:pt x="952500" y="438150"/>
                </a:lnTo>
                <a:lnTo>
                  <a:pt x="952500" y="457200"/>
                </a:lnTo>
                <a:lnTo>
                  <a:pt x="942975" y="457200"/>
                </a:lnTo>
                <a:close/>
                <a:moveTo>
                  <a:pt x="971550" y="428625"/>
                </a:moveTo>
                <a:lnTo>
                  <a:pt x="981075" y="428625"/>
                </a:lnTo>
                <a:lnTo>
                  <a:pt x="981075" y="438150"/>
                </a:lnTo>
                <a:lnTo>
                  <a:pt x="1000125" y="438150"/>
                </a:lnTo>
                <a:lnTo>
                  <a:pt x="1000125" y="457200"/>
                </a:lnTo>
                <a:lnTo>
                  <a:pt x="981075" y="457200"/>
                </a:lnTo>
                <a:lnTo>
                  <a:pt x="981075" y="466725"/>
                </a:lnTo>
                <a:lnTo>
                  <a:pt x="971550" y="466725"/>
                </a:lnTo>
                <a:close/>
                <a:moveTo>
                  <a:pt x="342900" y="438150"/>
                </a:moveTo>
                <a:lnTo>
                  <a:pt x="352425" y="438150"/>
                </a:lnTo>
                <a:lnTo>
                  <a:pt x="352425" y="447675"/>
                </a:lnTo>
                <a:lnTo>
                  <a:pt x="361950" y="447675"/>
                </a:lnTo>
                <a:lnTo>
                  <a:pt x="361950" y="457200"/>
                </a:lnTo>
                <a:lnTo>
                  <a:pt x="342900" y="457200"/>
                </a:lnTo>
                <a:close/>
                <a:moveTo>
                  <a:pt x="657225" y="438150"/>
                </a:moveTo>
                <a:lnTo>
                  <a:pt x="666750" y="438150"/>
                </a:lnTo>
                <a:lnTo>
                  <a:pt x="666750" y="457200"/>
                </a:lnTo>
                <a:lnTo>
                  <a:pt x="657225" y="457200"/>
                </a:lnTo>
                <a:close/>
                <a:moveTo>
                  <a:pt x="828675" y="438150"/>
                </a:moveTo>
                <a:lnTo>
                  <a:pt x="838200" y="438150"/>
                </a:lnTo>
                <a:lnTo>
                  <a:pt x="838200" y="457200"/>
                </a:lnTo>
                <a:lnTo>
                  <a:pt x="828675" y="457200"/>
                </a:lnTo>
                <a:close/>
                <a:moveTo>
                  <a:pt x="847725" y="438150"/>
                </a:moveTo>
                <a:lnTo>
                  <a:pt x="857250" y="438150"/>
                </a:lnTo>
                <a:lnTo>
                  <a:pt x="857250" y="447675"/>
                </a:lnTo>
                <a:lnTo>
                  <a:pt x="866775" y="447675"/>
                </a:lnTo>
                <a:lnTo>
                  <a:pt x="866775" y="438150"/>
                </a:lnTo>
                <a:lnTo>
                  <a:pt x="876300" y="438150"/>
                </a:lnTo>
                <a:lnTo>
                  <a:pt x="876300" y="447675"/>
                </a:lnTo>
                <a:lnTo>
                  <a:pt x="885825" y="447675"/>
                </a:lnTo>
                <a:lnTo>
                  <a:pt x="885825" y="438150"/>
                </a:lnTo>
                <a:lnTo>
                  <a:pt x="904875" y="438150"/>
                </a:lnTo>
                <a:lnTo>
                  <a:pt x="904875" y="457200"/>
                </a:lnTo>
                <a:lnTo>
                  <a:pt x="885825" y="457200"/>
                </a:lnTo>
                <a:lnTo>
                  <a:pt x="885825" y="466725"/>
                </a:lnTo>
                <a:lnTo>
                  <a:pt x="876300" y="466725"/>
                </a:lnTo>
                <a:lnTo>
                  <a:pt x="876300" y="457200"/>
                </a:lnTo>
                <a:lnTo>
                  <a:pt x="847725" y="457200"/>
                </a:lnTo>
                <a:close/>
                <a:moveTo>
                  <a:pt x="542925" y="447675"/>
                </a:moveTo>
                <a:lnTo>
                  <a:pt x="552450" y="447675"/>
                </a:lnTo>
                <a:lnTo>
                  <a:pt x="552450" y="457200"/>
                </a:lnTo>
                <a:lnTo>
                  <a:pt x="542925" y="457200"/>
                </a:lnTo>
                <a:close/>
                <a:moveTo>
                  <a:pt x="800100" y="447675"/>
                </a:moveTo>
                <a:lnTo>
                  <a:pt x="819150" y="447675"/>
                </a:lnTo>
                <a:lnTo>
                  <a:pt x="819150" y="457200"/>
                </a:lnTo>
                <a:lnTo>
                  <a:pt x="800100" y="457200"/>
                </a:lnTo>
                <a:close/>
                <a:moveTo>
                  <a:pt x="485775" y="457200"/>
                </a:moveTo>
                <a:lnTo>
                  <a:pt x="495300" y="457200"/>
                </a:lnTo>
                <a:lnTo>
                  <a:pt x="495300" y="447675"/>
                </a:lnTo>
                <a:lnTo>
                  <a:pt x="485775" y="447675"/>
                </a:lnTo>
                <a:close/>
                <a:moveTo>
                  <a:pt x="790575" y="457200"/>
                </a:moveTo>
                <a:lnTo>
                  <a:pt x="800100" y="457200"/>
                </a:lnTo>
                <a:lnTo>
                  <a:pt x="800100" y="466725"/>
                </a:lnTo>
                <a:lnTo>
                  <a:pt x="790575" y="466725"/>
                </a:lnTo>
                <a:close/>
                <a:moveTo>
                  <a:pt x="933450" y="457200"/>
                </a:moveTo>
                <a:lnTo>
                  <a:pt x="942975" y="457200"/>
                </a:lnTo>
                <a:lnTo>
                  <a:pt x="942975" y="466725"/>
                </a:lnTo>
                <a:lnTo>
                  <a:pt x="933450" y="466725"/>
                </a:lnTo>
                <a:close/>
                <a:moveTo>
                  <a:pt x="247650" y="485775"/>
                </a:moveTo>
                <a:lnTo>
                  <a:pt x="266700" y="485775"/>
                </a:lnTo>
                <a:lnTo>
                  <a:pt x="266700" y="466725"/>
                </a:lnTo>
                <a:lnTo>
                  <a:pt x="257175" y="466725"/>
                </a:lnTo>
                <a:lnTo>
                  <a:pt x="257175" y="476250"/>
                </a:lnTo>
                <a:lnTo>
                  <a:pt x="247650" y="476250"/>
                </a:lnTo>
                <a:close/>
                <a:moveTo>
                  <a:pt x="266700" y="657225"/>
                </a:moveTo>
                <a:lnTo>
                  <a:pt x="285750" y="657225"/>
                </a:lnTo>
                <a:lnTo>
                  <a:pt x="285750" y="666750"/>
                </a:lnTo>
                <a:lnTo>
                  <a:pt x="266700" y="666750"/>
                </a:lnTo>
                <a:close/>
                <a:moveTo>
                  <a:pt x="266700" y="676275"/>
                </a:moveTo>
                <a:lnTo>
                  <a:pt x="276225" y="676275"/>
                </a:lnTo>
                <a:lnTo>
                  <a:pt x="276225" y="685800"/>
                </a:lnTo>
                <a:lnTo>
                  <a:pt x="266700" y="685800"/>
                </a:lnTo>
                <a:close/>
                <a:moveTo>
                  <a:pt x="438150" y="676275"/>
                </a:moveTo>
                <a:lnTo>
                  <a:pt x="457200" y="676275"/>
                </a:lnTo>
                <a:lnTo>
                  <a:pt x="457200" y="685800"/>
                </a:lnTo>
                <a:lnTo>
                  <a:pt x="438150" y="685800"/>
                </a:lnTo>
                <a:close/>
                <a:moveTo>
                  <a:pt x="1104900" y="676275"/>
                </a:moveTo>
                <a:lnTo>
                  <a:pt x="1114425" y="676275"/>
                </a:lnTo>
                <a:lnTo>
                  <a:pt x="1114425" y="685800"/>
                </a:lnTo>
                <a:lnTo>
                  <a:pt x="1104900" y="685800"/>
                </a:lnTo>
                <a:close/>
                <a:moveTo>
                  <a:pt x="247650" y="685800"/>
                </a:moveTo>
                <a:lnTo>
                  <a:pt x="257175" y="685800"/>
                </a:lnTo>
                <a:lnTo>
                  <a:pt x="257175" y="695325"/>
                </a:lnTo>
                <a:lnTo>
                  <a:pt x="247650" y="695325"/>
                </a:lnTo>
                <a:close/>
                <a:moveTo>
                  <a:pt x="457200" y="685800"/>
                </a:moveTo>
                <a:lnTo>
                  <a:pt x="466725" y="685800"/>
                </a:lnTo>
                <a:lnTo>
                  <a:pt x="466725" y="695325"/>
                </a:lnTo>
                <a:lnTo>
                  <a:pt x="457200" y="695325"/>
                </a:lnTo>
                <a:close/>
                <a:moveTo>
                  <a:pt x="581025" y="685800"/>
                </a:moveTo>
                <a:lnTo>
                  <a:pt x="600075" y="685800"/>
                </a:lnTo>
                <a:lnTo>
                  <a:pt x="600075" y="704850"/>
                </a:lnTo>
                <a:lnTo>
                  <a:pt x="590550" y="704850"/>
                </a:lnTo>
                <a:lnTo>
                  <a:pt x="590550" y="733425"/>
                </a:lnTo>
                <a:lnTo>
                  <a:pt x="581025" y="733425"/>
                </a:lnTo>
                <a:lnTo>
                  <a:pt x="581025" y="742950"/>
                </a:lnTo>
                <a:lnTo>
                  <a:pt x="571500" y="742950"/>
                </a:lnTo>
                <a:lnTo>
                  <a:pt x="571500" y="733425"/>
                </a:lnTo>
                <a:lnTo>
                  <a:pt x="552450" y="733425"/>
                </a:lnTo>
                <a:lnTo>
                  <a:pt x="552450" y="742950"/>
                </a:lnTo>
                <a:lnTo>
                  <a:pt x="533400" y="742950"/>
                </a:lnTo>
                <a:lnTo>
                  <a:pt x="533400" y="733425"/>
                </a:lnTo>
                <a:lnTo>
                  <a:pt x="542925" y="733425"/>
                </a:lnTo>
                <a:lnTo>
                  <a:pt x="542925" y="723900"/>
                </a:lnTo>
                <a:lnTo>
                  <a:pt x="552450" y="723900"/>
                </a:lnTo>
                <a:lnTo>
                  <a:pt x="552450" y="714375"/>
                </a:lnTo>
                <a:lnTo>
                  <a:pt x="561975" y="714375"/>
                </a:lnTo>
                <a:lnTo>
                  <a:pt x="561975" y="704850"/>
                </a:lnTo>
                <a:lnTo>
                  <a:pt x="571500" y="704850"/>
                </a:lnTo>
                <a:lnTo>
                  <a:pt x="571500" y="695325"/>
                </a:lnTo>
                <a:lnTo>
                  <a:pt x="581025" y="695325"/>
                </a:lnTo>
                <a:close/>
                <a:moveTo>
                  <a:pt x="800100" y="685800"/>
                </a:moveTo>
                <a:lnTo>
                  <a:pt x="809625" y="685800"/>
                </a:lnTo>
                <a:lnTo>
                  <a:pt x="809625" y="714375"/>
                </a:lnTo>
                <a:lnTo>
                  <a:pt x="800100" y="714375"/>
                </a:lnTo>
                <a:lnTo>
                  <a:pt x="800100" y="742950"/>
                </a:lnTo>
                <a:lnTo>
                  <a:pt x="752475" y="742950"/>
                </a:lnTo>
                <a:lnTo>
                  <a:pt x="752475" y="733425"/>
                </a:lnTo>
                <a:lnTo>
                  <a:pt x="781050" y="733425"/>
                </a:lnTo>
                <a:lnTo>
                  <a:pt x="781050" y="723900"/>
                </a:lnTo>
                <a:lnTo>
                  <a:pt x="771525" y="723900"/>
                </a:lnTo>
                <a:lnTo>
                  <a:pt x="771525" y="714375"/>
                </a:lnTo>
                <a:lnTo>
                  <a:pt x="781050" y="714375"/>
                </a:lnTo>
                <a:lnTo>
                  <a:pt x="781050" y="704850"/>
                </a:lnTo>
                <a:lnTo>
                  <a:pt x="790575" y="704850"/>
                </a:lnTo>
                <a:lnTo>
                  <a:pt x="790575" y="695325"/>
                </a:lnTo>
                <a:lnTo>
                  <a:pt x="800100" y="695325"/>
                </a:lnTo>
                <a:close/>
                <a:moveTo>
                  <a:pt x="1095375" y="685800"/>
                </a:moveTo>
                <a:lnTo>
                  <a:pt x="1104900" y="685800"/>
                </a:lnTo>
                <a:lnTo>
                  <a:pt x="1104900" y="714375"/>
                </a:lnTo>
                <a:lnTo>
                  <a:pt x="1095375" y="714375"/>
                </a:lnTo>
                <a:close/>
                <a:moveTo>
                  <a:pt x="1114425" y="685800"/>
                </a:moveTo>
                <a:lnTo>
                  <a:pt x="1123950" y="685800"/>
                </a:lnTo>
                <a:lnTo>
                  <a:pt x="1123950" y="695325"/>
                </a:lnTo>
                <a:lnTo>
                  <a:pt x="1114425" y="695325"/>
                </a:lnTo>
                <a:close/>
                <a:moveTo>
                  <a:pt x="390525" y="695325"/>
                </a:moveTo>
                <a:lnTo>
                  <a:pt x="400050" y="695325"/>
                </a:lnTo>
                <a:lnTo>
                  <a:pt x="400050" y="704850"/>
                </a:lnTo>
                <a:lnTo>
                  <a:pt x="409575" y="704850"/>
                </a:lnTo>
                <a:lnTo>
                  <a:pt x="409575" y="714375"/>
                </a:lnTo>
                <a:lnTo>
                  <a:pt x="400050" y="714375"/>
                </a:lnTo>
                <a:lnTo>
                  <a:pt x="400050" y="723900"/>
                </a:lnTo>
                <a:lnTo>
                  <a:pt x="390525" y="723900"/>
                </a:lnTo>
                <a:close/>
                <a:moveTo>
                  <a:pt x="428625" y="695325"/>
                </a:moveTo>
                <a:lnTo>
                  <a:pt x="438150" y="695325"/>
                </a:lnTo>
                <a:lnTo>
                  <a:pt x="438150" y="714375"/>
                </a:lnTo>
                <a:lnTo>
                  <a:pt x="447675" y="714375"/>
                </a:lnTo>
                <a:lnTo>
                  <a:pt x="447675" y="704850"/>
                </a:lnTo>
                <a:lnTo>
                  <a:pt x="457200" y="704850"/>
                </a:lnTo>
                <a:lnTo>
                  <a:pt x="457200" y="714375"/>
                </a:lnTo>
                <a:lnTo>
                  <a:pt x="447675" y="714375"/>
                </a:lnTo>
                <a:lnTo>
                  <a:pt x="447675" y="723900"/>
                </a:lnTo>
                <a:lnTo>
                  <a:pt x="428625" y="723900"/>
                </a:lnTo>
                <a:close/>
                <a:moveTo>
                  <a:pt x="495300" y="695325"/>
                </a:moveTo>
                <a:lnTo>
                  <a:pt x="514350" y="695325"/>
                </a:lnTo>
                <a:lnTo>
                  <a:pt x="514350" y="704850"/>
                </a:lnTo>
                <a:lnTo>
                  <a:pt x="523875" y="704850"/>
                </a:lnTo>
                <a:lnTo>
                  <a:pt x="523875" y="742950"/>
                </a:lnTo>
                <a:lnTo>
                  <a:pt x="504825" y="742950"/>
                </a:lnTo>
                <a:lnTo>
                  <a:pt x="504825" y="733425"/>
                </a:lnTo>
                <a:lnTo>
                  <a:pt x="485775" y="733425"/>
                </a:lnTo>
                <a:lnTo>
                  <a:pt x="485775" y="742950"/>
                </a:lnTo>
                <a:lnTo>
                  <a:pt x="476250" y="742950"/>
                </a:lnTo>
                <a:lnTo>
                  <a:pt x="476250" y="723900"/>
                </a:lnTo>
                <a:lnTo>
                  <a:pt x="485775" y="723900"/>
                </a:lnTo>
                <a:lnTo>
                  <a:pt x="485775" y="704850"/>
                </a:lnTo>
                <a:lnTo>
                  <a:pt x="495300" y="704850"/>
                </a:lnTo>
                <a:close/>
                <a:moveTo>
                  <a:pt x="619125" y="695325"/>
                </a:moveTo>
                <a:lnTo>
                  <a:pt x="638175" y="695325"/>
                </a:lnTo>
                <a:lnTo>
                  <a:pt x="638175" y="704850"/>
                </a:lnTo>
                <a:lnTo>
                  <a:pt x="647700" y="704850"/>
                </a:lnTo>
                <a:lnTo>
                  <a:pt x="647700" y="714375"/>
                </a:lnTo>
                <a:lnTo>
                  <a:pt x="638175" y="714375"/>
                </a:lnTo>
                <a:lnTo>
                  <a:pt x="638175" y="723900"/>
                </a:lnTo>
                <a:lnTo>
                  <a:pt x="609600" y="723900"/>
                </a:lnTo>
                <a:lnTo>
                  <a:pt x="609600" y="714375"/>
                </a:lnTo>
                <a:lnTo>
                  <a:pt x="619125" y="714375"/>
                </a:lnTo>
                <a:close/>
                <a:moveTo>
                  <a:pt x="676275" y="695325"/>
                </a:moveTo>
                <a:lnTo>
                  <a:pt x="685800" y="695325"/>
                </a:lnTo>
                <a:lnTo>
                  <a:pt x="685800" y="704850"/>
                </a:lnTo>
                <a:lnTo>
                  <a:pt x="695325" y="704850"/>
                </a:lnTo>
                <a:lnTo>
                  <a:pt x="695325" y="723900"/>
                </a:lnTo>
                <a:lnTo>
                  <a:pt x="685800" y="723900"/>
                </a:lnTo>
                <a:lnTo>
                  <a:pt x="685800" y="733425"/>
                </a:lnTo>
                <a:lnTo>
                  <a:pt x="676275" y="733425"/>
                </a:lnTo>
                <a:lnTo>
                  <a:pt x="676275" y="742950"/>
                </a:lnTo>
                <a:lnTo>
                  <a:pt x="657225" y="742950"/>
                </a:lnTo>
                <a:lnTo>
                  <a:pt x="657225" y="733425"/>
                </a:lnTo>
                <a:lnTo>
                  <a:pt x="666750" y="733425"/>
                </a:lnTo>
                <a:lnTo>
                  <a:pt x="666750" y="704850"/>
                </a:lnTo>
                <a:lnTo>
                  <a:pt x="676275" y="704850"/>
                </a:lnTo>
                <a:close/>
                <a:moveTo>
                  <a:pt x="1162050" y="695325"/>
                </a:moveTo>
                <a:lnTo>
                  <a:pt x="1171575" y="695325"/>
                </a:lnTo>
                <a:lnTo>
                  <a:pt x="1171575" y="704850"/>
                </a:lnTo>
                <a:lnTo>
                  <a:pt x="1181100" y="704850"/>
                </a:lnTo>
                <a:lnTo>
                  <a:pt x="1181100" y="742950"/>
                </a:lnTo>
                <a:lnTo>
                  <a:pt x="1152525" y="742950"/>
                </a:lnTo>
                <a:lnTo>
                  <a:pt x="1152525" y="752475"/>
                </a:lnTo>
                <a:lnTo>
                  <a:pt x="1143000" y="752475"/>
                </a:lnTo>
                <a:lnTo>
                  <a:pt x="1143000" y="733425"/>
                </a:lnTo>
                <a:lnTo>
                  <a:pt x="1152525" y="733425"/>
                </a:lnTo>
                <a:lnTo>
                  <a:pt x="1152525" y="704850"/>
                </a:lnTo>
                <a:lnTo>
                  <a:pt x="1162050" y="704850"/>
                </a:lnTo>
                <a:close/>
                <a:moveTo>
                  <a:pt x="1228725" y="695325"/>
                </a:moveTo>
                <a:lnTo>
                  <a:pt x="1238250" y="695325"/>
                </a:lnTo>
                <a:lnTo>
                  <a:pt x="1238250" y="704850"/>
                </a:lnTo>
                <a:lnTo>
                  <a:pt x="1228725" y="704850"/>
                </a:lnTo>
                <a:close/>
                <a:moveTo>
                  <a:pt x="28575" y="704850"/>
                </a:moveTo>
                <a:lnTo>
                  <a:pt x="38100" y="704850"/>
                </a:lnTo>
                <a:lnTo>
                  <a:pt x="38100" y="714375"/>
                </a:lnTo>
                <a:lnTo>
                  <a:pt x="28575" y="714375"/>
                </a:lnTo>
                <a:close/>
                <a:moveTo>
                  <a:pt x="238125" y="704850"/>
                </a:moveTo>
                <a:lnTo>
                  <a:pt x="285750" y="704850"/>
                </a:lnTo>
                <a:lnTo>
                  <a:pt x="285750" y="723900"/>
                </a:lnTo>
                <a:lnTo>
                  <a:pt x="276225" y="723900"/>
                </a:lnTo>
                <a:lnTo>
                  <a:pt x="276225" y="733425"/>
                </a:lnTo>
                <a:lnTo>
                  <a:pt x="266700" y="733425"/>
                </a:lnTo>
                <a:lnTo>
                  <a:pt x="266700" y="714375"/>
                </a:lnTo>
                <a:lnTo>
                  <a:pt x="247650" y="714375"/>
                </a:lnTo>
                <a:lnTo>
                  <a:pt x="247650" y="723900"/>
                </a:lnTo>
                <a:lnTo>
                  <a:pt x="238125" y="723900"/>
                </a:lnTo>
                <a:lnTo>
                  <a:pt x="238125" y="733425"/>
                </a:lnTo>
                <a:lnTo>
                  <a:pt x="228600" y="733425"/>
                </a:lnTo>
                <a:lnTo>
                  <a:pt x="228600" y="714375"/>
                </a:lnTo>
                <a:lnTo>
                  <a:pt x="238125" y="714375"/>
                </a:lnTo>
                <a:close/>
                <a:moveTo>
                  <a:pt x="314325" y="704850"/>
                </a:moveTo>
                <a:lnTo>
                  <a:pt x="342900" y="704850"/>
                </a:lnTo>
                <a:lnTo>
                  <a:pt x="342900" y="714375"/>
                </a:lnTo>
                <a:lnTo>
                  <a:pt x="352425" y="714375"/>
                </a:lnTo>
                <a:lnTo>
                  <a:pt x="352425" y="733425"/>
                </a:lnTo>
                <a:lnTo>
                  <a:pt x="323850" y="733425"/>
                </a:lnTo>
                <a:lnTo>
                  <a:pt x="323850" y="714375"/>
                </a:lnTo>
                <a:lnTo>
                  <a:pt x="314325" y="714375"/>
                </a:lnTo>
                <a:close/>
                <a:moveTo>
                  <a:pt x="838200" y="704850"/>
                </a:moveTo>
                <a:lnTo>
                  <a:pt x="857250" y="704850"/>
                </a:lnTo>
                <a:lnTo>
                  <a:pt x="857250" y="714375"/>
                </a:lnTo>
                <a:lnTo>
                  <a:pt x="847725" y="714375"/>
                </a:lnTo>
                <a:lnTo>
                  <a:pt x="847725" y="723900"/>
                </a:lnTo>
                <a:lnTo>
                  <a:pt x="838200" y="723900"/>
                </a:lnTo>
                <a:lnTo>
                  <a:pt x="838200" y="733425"/>
                </a:lnTo>
                <a:lnTo>
                  <a:pt x="847725" y="733425"/>
                </a:lnTo>
                <a:lnTo>
                  <a:pt x="847725" y="742950"/>
                </a:lnTo>
                <a:lnTo>
                  <a:pt x="838200" y="742950"/>
                </a:lnTo>
                <a:lnTo>
                  <a:pt x="838200" y="752475"/>
                </a:lnTo>
                <a:lnTo>
                  <a:pt x="828675" y="752475"/>
                </a:lnTo>
                <a:lnTo>
                  <a:pt x="828675" y="742950"/>
                </a:lnTo>
                <a:lnTo>
                  <a:pt x="819150" y="742950"/>
                </a:lnTo>
                <a:lnTo>
                  <a:pt x="819150" y="714375"/>
                </a:lnTo>
                <a:lnTo>
                  <a:pt x="838200" y="714375"/>
                </a:lnTo>
                <a:close/>
                <a:moveTo>
                  <a:pt x="971550" y="704850"/>
                </a:moveTo>
                <a:lnTo>
                  <a:pt x="981075" y="704850"/>
                </a:lnTo>
                <a:lnTo>
                  <a:pt x="981075" y="714375"/>
                </a:lnTo>
                <a:lnTo>
                  <a:pt x="990600" y="714375"/>
                </a:lnTo>
                <a:lnTo>
                  <a:pt x="990600" y="704850"/>
                </a:lnTo>
                <a:lnTo>
                  <a:pt x="1000125" y="704850"/>
                </a:lnTo>
                <a:lnTo>
                  <a:pt x="1000125" y="723900"/>
                </a:lnTo>
                <a:lnTo>
                  <a:pt x="990600" y="723900"/>
                </a:lnTo>
                <a:lnTo>
                  <a:pt x="990600" y="762000"/>
                </a:lnTo>
                <a:lnTo>
                  <a:pt x="971550" y="762000"/>
                </a:lnTo>
                <a:lnTo>
                  <a:pt x="971550" y="742950"/>
                </a:lnTo>
                <a:lnTo>
                  <a:pt x="962025" y="742950"/>
                </a:lnTo>
                <a:lnTo>
                  <a:pt x="962025" y="714375"/>
                </a:lnTo>
                <a:lnTo>
                  <a:pt x="971550" y="714375"/>
                </a:lnTo>
                <a:close/>
                <a:moveTo>
                  <a:pt x="1019175" y="704850"/>
                </a:moveTo>
                <a:lnTo>
                  <a:pt x="1057275" y="704850"/>
                </a:lnTo>
                <a:lnTo>
                  <a:pt x="1057275" y="714375"/>
                </a:lnTo>
                <a:lnTo>
                  <a:pt x="1066800" y="714375"/>
                </a:lnTo>
                <a:lnTo>
                  <a:pt x="1066800" y="723900"/>
                </a:lnTo>
                <a:lnTo>
                  <a:pt x="1057275" y="723900"/>
                </a:lnTo>
                <a:lnTo>
                  <a:pt x="1057275" y="733425"/>
                </a:lnTo>
                <a:lnTo>
                  <a:pt x="1047750" y="733425"/>
                </a:lnTo>
                <a:lnTo>
                  <a:pt x="1047750" y="723900"/>
                </a:lnTo>
                <a:lnTo>
                  <a:pt x="1028700" y="723900"/>
                </a:lnTo>
                <a:lnTo>
                  <a:pt x="1028700" y="733425"/>
                </a:lnTo>
                <a:lnTo>
                  <a:pt x="1019175" y="733425"/>
                </a:lnTo>
                <a:close/>
                <a:moveTo>
                  <a:pt x="1219200" y="704850"/>
                </a:moveTo>
                <a:lnTo>
                  <a:pt x="1228725" y="704850"/>
                </a:lnTo>
                <a:lnTo>
                  <a:pt x="1228725" y="733425"/>
                </a:lnTo>
                <a:lnTo>
                  <a:pt x="1238250" y="733425"/>
                </a:lnTo>
                <a:lnTo>
                  <a:pt x="1238250" y="752475"/>
                </a:lnTo>
                <a:lnTo>
                  <a:pt x="1228725" y="752475"/>
                </a:lnTo>
                <a:lnTo>
                  <a:pt x="1228725" y="762000"/>
                </a:lnTo>
                <a:lnTo>
                  <a:pt x="1209675" y="762000"/>
                </a:lnTo>
                <a:lnTo>
                  <a:pt x="1209675" y="733425"/>
                </a:lnTo>
                <a:lnTo>
                  <a:pt x="1219200" y="733425"/>
                </a:lnTo>
                <a:lnTo>
                  <a:pt x="1219200" y="723900"/>
                </a:lnTo>
                <a:lnTo>
                  <a:pt x="1209675" y="723900"/>
                </a:lnTo>
                <a:lnTo>
                  <a:pt x="1209675" y="714375"/>
                </a:lnTo>
                <a:lnTo>
                  <a:pt x="1219200" y="714375"/>
                </a:lnTo>
                <a:close/>
                <a:moveTo>
                  <a:pt x="304800" y="714375"/>
                </a:moveTo>
                <a:lnTo>
                  <a:pt x="314325" y="714375"/>
                </a:lnTo>
                <a:lnTo>
                  <a:pt x="314325" y="723900"/>
                </a:lnTo>
                <a:lnTo>
                  <a:pt x="304800" y="723900"/>
                </a:lnTo>
                <a:close/>
                <a:moveTo>
                  <a:pt x="923925" y="714375"/>
                </a:moveTo>
                <a:lnTo>
                  <a:pt x="933450" y="714375"/>
                </a:lnTo>
                <a:lnTo>
                  <a:pt x="933450" y="742950"/>
                </a:lnTo>
                <a:lnTo>
                  <a:pt x="914400" y="742950"/>
                </a:lnTo>
                <a:lnTo>
                  <a:pt x="914400" y="733425"/>
                </a:lnTo>
                <a:lnTo>
                  <a:pt x="923925" y="733425"/>
                </a:lnTo>
                <a:close/>
                <a:moveTo>
                  <a:pt x="285750" y="723900"/>
                </a:moveTo>
                <a:lnTo>
                  <a:pt x="304800" y="723900"/>
                </a:lnTo>
                <a:lnTo>
                  <a:pt x="304800" y="733425"/>
                </a:lnTo>
                <a:lnTo>
                  <a:pt x="314325" y="733425"/>
                </a:lnTo>
                <a:lnTo>
                  <a:pt x="314325" y="742950"/>
                </a:lnTo>
                <a:lnTo>
                  <a:pt x="285750" y="742950"/>
                </a:lnTo>
                <a:close/>
                <a:moveTo>
                  <a:pt x="571500" y="723900"/>
                </a:moveTo>
                <a:lnTo>
                  <a:pt x="581025" y="723900"/>
                </a:lnTo>
                <a:lnTo>
                  <a:pt x="581025" y="704850"/>
                </a:lnTo>
                <a:lnTo>
                  <a:pt x="571500" y="704850"/>
                </a:lnTo>
                <a:close/>
                <a:moveTo>
                  <a:pt x="219075" y="733425"/>
                </a:moveTo>
                <a:lnTo>
                  <a:pt x="228600" y="733425"/>
                </a:lnTo>
                <a:lnTo>
                  <a:pt x="228600" y="742950"/>
                </a:lnTo>
                <a:lnTo>
                  <a:pt x="219075" y="742950"/>
                </a:lnTo>
                <a:close/>
                <a:moveTo>
                  <a:pt x="352425" y="733425"/>
                </a:moveTo>
                <a:lnTo>
                  <a:pt x="361950" y="733425"/>
                </a:lnTo>
                <a:lnTo>
                  <a:pt x="361950" y="742950"/>
                </a:lnTo>
                <a:lnTo>
                  <a:pt x="352425" y="742950"/>
                </a:lnTo>
                <a:close/>
                <a:moveTo>
                  <a:pt x="371475" y="733425"/>
                </a:moveTo>
                <a:lnTo>
                  <a:pt x="390525" y="733425"/>
                </a:lnTo>
                <a:lnTo>
                  <a:pt x="390525" y="742950"/>
                </a:lnTo>
                <a:lnTo>
                  <a:pt x="371475" y="742950"/>
                </a:lnTo>
                <a:close/>
                <a:moveTo>
                  <a:pt x="438150" y="733425"/>
                </a:moveTo>
                <a:lnTo>
                  <a:pt x="447675" y="733425"/>
                </a:lnTo>
                <a:lnTo>
                  <a:pt x="447675" y="752475"/>
                </a:lnTo>
                <a:lnTo>
                  <a:pt x="438150" y="752475"/>
                </a:lnTo>
                <a:close/>
                <a:moveTo>
                  <a:pt x="600075" y="733425"/>
                </a:moveTo>
                <a:lnTo>
                  <a:pt x="628650" y="733425"/>
                </a:lnTo>
                <a:lnTo>
                  <a:pt x="628650" y="752475"/>
                </a:lnTo>
                <a:lnTo>
                  <a:pt x="609600" y="752475"/>
                </a:lnTo>
                <a:lnTo>
                  <a:pt x="609600" y="742950"/>
                </a:lnTo>
                <a:lnTo>
                  <a:pt x="600075" y="742950"/>
                </a:lnTo>
                <a:close/>
                <a:moveTo>
                  <a:pt x="1085850" y="733425"/>
                </a:moveTo>
                <a:lnTo>
                  <a:pt x="1104900" y="733425"/>
                </a:lnTo>
                <a:lnTo>
                  <a:pt x="1104900" y="742950"/>
                </a:lnTo>
                <a:lnTo>
                  <a:pt x="1114425" y="742950"/>
                </a:lnTo>
                <a:lnTo>
                  <a:pt x="1114425" y="762000"/>
                </a:lnTo>
                <a:lnTo>
                  <a:pt x="1095375" y="762000"/>
                </a:lnTo>
                <a:lnTo>
                  <a:pt x="1095375" y="742950"/>
                </a:lnTo>
                <a:lnTo>
                  <a:pt x="1085850" y="742950"/>
                </a:lnTo>
                <a:close/>
                <a:moveTo>
                  <a:pt x="561975" y="742950"/>
                </a:moveTo>
                <a:lnTo>
                  <a:pt x="571500" y="742950"/>
                </a:lnTo>
                <a:lnTo>
                  <a:pt x="571500" y="752475"/>
                </a:lnTo>
                <a:lnTo>
                  <a:pt x="561975" y="752475"/>
                </a:lnTo>
                <a:close/>
                <a:moveTo>
                  <a:pt x="19050" y="819150"/>
                </a:moveTo>
                <a:lnTo>
                  <a:pt x="28575" y="819150"/>
                </a:lnTo>
                <a:lnTo>
                  <a:pt x="28575" y="847725"/>
                </a:lnTo>
                <a:lnTo>
                  <a:pt x="19050" y="847725"/>
                </a:lnTo>
                <a:close/>
                <a:moveTo>
                  <a:pt x="28575" y="847725"/>
                </a:moveTo>
                <a:lnTo>
                  <a:pt x="38100" y="847725"/>
                </a:lnTo>
                <a:lnTo>
                  <a:pt x="38100" y="857250"/>
                </a:lnTo>
                <a:lnTo>
                  <a:pt x="47625" y="857250"/>
                </a:lnTo>
                <a:lnTo>
                  <a:pt x="47625" y="962025"/>
                </a:lnTo>
                <a:lnTo>
                  <a:pt x="38100" y="962025"/>
                </a:lnTo>
                <a:lnTo>
                  <a:pt x="38100" y="866775"/>
                </a:lnTo>
                <a:lnTo>
                  <a:pt x="28575" y="866775"/>
                </a:lnTo>
                <a:close/>
                <a:moveTo>
                  <a:pt x="28575" y="962025"/>
                </a:moveTo>
                <a:lnTo>
                  <a:pt x="38100" y="962025"/>
                </a:lnTo>
                <a:lnTo>
                  <a:pt x="38100" y="981075"/>
                </a:lnTo>
                <a:lnTo>
                  <a:pt x="28575" y="981075"/>
                </a:lnTo>
                <a:close/>
                <a:moveTo>
                  <a:pt x="19050" y="981075"/>
                </a:moveTo>
                <a:lnTo>
                  <a:pt x="28575" y="981075"/>
                </a:lnTo>
                <a:lnTo>
                  <a:pt x="28575" y="1228725"/>
                </a:lnTo>
                <a:lnTo>
                  <a:pt x="19050" y="1228725"/>
                </a:lnTo>
                <a:close/>
                <a:moveTo>
                  <a:pt x="1190625" y="1009650"/>
                </a:moveTo>
                <a:lnTo>
                  <a:pt x="1676400" y="1009650"/>
                </a:lnTo>
                <a:lnTo>
                  <a:pt x="1676400" y="1019175"/>
                </a:lnTo>
                <a:lnTo>
                  <a:pt x="1190625" y="1019175"/>
                </a:lnTo>
                <a:close/>
                <a:moveTo>
                  <a:pt x="1704975" y="1038225"/>
                </a:moveTo>
                <a:lnTo>
                  <a:pt x="1714500" y="1038225"/>
                </a:lnTo>
                <a:lnTo>
                  <a:pt x="1714500" y="1047750"/>
                </a:lnTo>
                <a:lnTo>
                  <a:pt x="1704975" y="1047750"/>
                </a:lnTo>
                <a:close/>
                <a:moveTo>
                  <a:pt x="1247775" y="1085850"/>
                </a:moveTo>
                <a:lnTo>
                  <a:pt x="1276350" y="1085850"/>
                </a:lnTo>
                <a:lnTo>
                  <a:pt x="1276350" y="1114425"/>
                </a:lnTo>
                <a:lnTo>
                  <a:pt x="1247775" y="1114425"/>
                </a:lnTo>
                <a:close/>
                <a:moveTo>
                  <a:pt x="1343025" y="1085850"/>
                </a:moveTo>
                <a:lnTo>
                  <a:pt x="1371600" y="1085850"/>
                </a:lnTo>
                <a:lnTo>
                  <a:pt x="1371600" y="1095375"/>
                </a:lnTo>
                <a:lnTo>
                  <a:pt x="1390650" y="1095375"/>
                </a:lnTo>
                <a:lnTo>
                  <a:pt x="1390650" y="1104900"/>
                </a:lnTo>
                <a:lnTo>
                  <a:pt x="1400175" y="1104900"/>
                </a:lnTo>
                <a:lnTo>
                  <a:pt x="1400175" y="1095375"/>
                </a:lnTo>
                <a:lnTo>
                  <a:pt x="1485900" y="1095375"/>
                </a:lnTo>
                <a:lnTo>
                  <a:pt x="1485900" y="1104900"/>
                </a:lnTo>
                <a:lnTo>
                  <a:pt x="1495425" y="1104900"/>
                </a:lnTo>
                <a:lnTo>
                  <a:pt x="1495425" y="1114425"/>
                </a:lnTo>
                <a:lnTo>
                  <a:pt x="1485900" y="1114425"/>
                </a:lnTo>
                <a:lnTo>
                  <a:pt x="1485900" y="1123950"/>
                </a:lnTo>
                <a:lnTo>
                  <a:pt x="1466850" y="1123950"/>
                </a:lnTo>
                <a:lnTo>
                  <a:pt x="1466850" y="1114425"/>
                </a:lnTo>
                <a:lnTo>
                  <a:pt x="1438275" y="1114425"/>
                </a:lnTo>
                <a:lnTo>
                  <a:pt x="1438275" y="1123950"/>
                </a:lnTo>
                <a:lnTo>
                  <a:pt x="1343025" y="1123950"/>
                </a:lnTo>
                <a:lnTo>
                  <a:pt x="1343025" y="1114425"/>
                </a:lnTo>
                <a:lnTo>
                  <a:pt x="1333500" y="1114425"/>
                </a:lnTo>
                <a:lnTo>
                  <a:pt x="1333500" y="1095375"/>
                </a:lnTo>
                <a:lnTo>
                  <a:pt x="1343025" y="1095375"/>
                </a:lnTo>
                <a:close/>
                <a:moveTo>
                  <a:pt x="1600200" y="1085850"/>
                </a:moveTo>
                <a:lnTo>
                  <a:pt x="1609725" y="1085850"/>
                </a:lnTo>
                <a:lnTo>
                  <a:pt x="1609725" y="1095375"/>
                </a:lnTo>
                <a:lnTo>
                  <a:pt x="1628775" y="1095375"/>
                </a:lnTo>
                <a:lnTo>
                  <a:pt x="1628775" y="1104900"/>
                </a:lnTo>
                <a:lnTo>
                  <a:pt x="1647825" y="1104900"/>
                </a:lnTo>
                <a:lnTo>
                  <a:pt x="1647825" y="1114425"/>
                </a:lnTo>
                <a:lnTo>
                  <a:pt x="1638300" y="1114425"/>
                </a:lnTo>
                <a:lnTo>
                  <a:pt x="1638300" y="1123950"/>
                </a:lnTo>
                <a:lnTo>
                  <a:pt x="1619250" y="1123950"/>
                </a:lnTo>
                <a:lnTo>
                  <a:pt x="1619250" y="1114425"/>
                </a:lnTo>
                <a:lnTo>
                  <a:pt x="1609725" y="1114425"/>
                </a:lnTo>
                <a:lnTo>
                  <a:pt x="1609725" y="1123950"/>
                </a:lnTo>
                <a:lnTo>
                  <a:pt x="1600200" y="1123950"/>
                </a:lnTo>
                <a:lnTo>
                  <a:pt x="1600200" y="1114425"/>
                </a:lnTo>
                <a:lnTo>
                  <a:pt x="1571625" y="1114425"/>
                </a:lnTo>
                <a:lnTo>
                  <a:pt x="1571625" y="1123950"/>
                </a:lnTo>
                <a:lnTo>
                  <a:pt x="1543050" y="1123950"/>
                </a:lnTo>
                <a:lnTo>
                  <a:pt x="1543050" y="1114425"/>
                </a:lnTo>
                <a:lnTo>
                  <a:pt x="1514475" y="1114425"/>
                </a:lnTo>
                <a:lnTo>
                  <a:pt x="1514475" y="1104900"/>
                </a:lnTo>
                <a:lnTo>
                  <a:pt x="1524000" y="1104900"/>
                </a:lnTo>
                <a:lnTo>
                  <a:pt x="1524000" y="1095375"/>
                </a:lnTo>
                <a:lnTo>
                  <a:pt x="1600200" y="1095375"/>
                </a:lnTo>
                <a:close/>
                <a:moveTo>
                  <a:pt x="1343025" y="1114425"/>
                </a:moveTo>
                <a:lnTo>
                  <a:pt x="1352550" y="1114425"/>
                </a:lnTo>
                <a:lnTo>
                  <a:pt x="1352550" y="1095375"/>
                </a:lnTo>
                <a:lnTo>
                  <a:pt x="1343025" y="1095375"/>
                </a:lnTo>
                <a:close/>
                <a:moveTo>
                  <a:pt x="1409700" y="1114425"/>
                </a:moveTo>
                <a:lnTo>
                  <a:pt x="1419225" y="1114425"/>
                </a:lnTo>
                <a:lnTo>
                  <a:pt x="1419225" y="1104900"/>
                </a:lnTo>
                <a:lnTo>
                  <a:pt x="1409700" y="1104900"/>
                </a:lnTo>
                <a:close/>
                <a:moveTo>
                  <a:pt x="1876425" y="1152525"/>
                </a:moveTo>
                <a:lnTo>
                  <a:pt x="1885950" y="1152525"/>
                </a:lnTo>
                <a:lnTo>
                  <a:pt x="1885950" y="1438275"/>
                </a:lnTo>
                <a:lnTo>
                  <a:pt x="1876425" y="1438275"/>
                </a:lnTo>
                <a:close/>
                <a:moveTo>
                  <a:pt x="1162050" y="1162050"/>
                </a:moveTo>
                <a:lnTo>
                  <a:pt x="1171575" y="1162050"/>
                </a:lnTo>
                <a:lnTo>
                  <a:pt x="1171575" y="1171575"/>
                </a:lnTo>
                <a:lnTo>
                  <a:pt x="1162050" y="1171575"/>
                </a:lnTo>
                <a:close/>
                <a:moveTo>
                  <a:pt x="1704975" y="1162050"/>
                </a:moveTo>
                <a:lnTo>
                  <a:pt x="1714500" y="1162050"/>
                </a:lnTo>
                <a:lnTo>
                  <a:pt x="1714500" y="1171575"/>
                </a:lnTo>
                <a:lnTo>
                  <a:pt x="1704975" y="1171575"/>
                </a:lnTo>
                <a:close/>
                <a:moveTo>
                  <a:pt x="1171575" y="1171575"/>
                </a:moveTo>
                <a:lnTo>
                  <a:pt x="1181100" y="1171575"/>
                </a:lnTo>
                <a:lnTo>
                  <a:pt x="1181100" y="1181100"/>
                </a:lnTo>
                <a:lnTo>
                  <a:pt x="1171575" y="1181100"/>
                </a:lnTo>
                <a:close/>
                <a:moveTo>
                  <a:pt x="1695450" y="1171575"/>
                </a:moveTo>
                <a:lnTo>
                  <a:pt x="1704975" y="1171575"/>
                </a:lnTo>
                <a:lnTo>
                  <a:pt x="1704975" y="1181100"/>
                </a:lnTo>
                <a:lnTo>
                  <a:pt x="1695450" y="1181100"/>
                </a:lnTo>
                <a:close/>
                <a:moveTo>
                  <a:pt x="1181100" y="1181100"/>
                </a:moveTo>
                <a:lnTo>
                  <a:pt x="1190625" y="1181100"/>
                </a:lnTo>
                <a:lnTo>
                  <a:pt x="1190625" y="1190625"/>
                </a:lnTo>
                <a:lnTo>
                  <a:pt x="1181100" y="1190625"/>
                </a:lnTo>
                <a:close/>
                <a:moveTo>
                  <a:pt x="1685925" y="1181100"/>
                </a:moveTo>
                <a:lnTo>
                  <a:pt x="1695450" y="1181100"/>
                </a:lnTo>
                <a:lnTo>
                  <a:pt x="1695450" y="1190625"/>
                </a:lnTo>
                <a:lnTo>
                  <a:pt x="1685925" y="1190625"/>
                </a:lnTo>
                <a:close/>
                <a:moveTo>
                  <a:pt x="28575" y="1228725"/>
                </a:moveTo>
                <a:lnTo>
                  <a:pt x="38100" y="1228725"/>
                </a:lnTo>
                <a:lnTo>
                  <a:pt x="38100" y="1238250"/>
                </a:lnTo>
                <a:lnTo>
                  <a:pt x="28575" y="1238250"/>
                </a:lnTo>
                <a:close/>
                <a:moveTo>
                  <a:pt x="38100" y="1247775"/>
                </a:moveTo>
                <a:lnTo>
                  <a:pt x="47625" y="1247775"/>
                </a:lnTo>
                <a:lnTo>
                  <a:pt x="47625" y="1304925"/>
                </a:lnTo>
                <a:lnTo>
                  <a:pt x="38100" y="1304925"/>
                </a:lnTo>
                <a:close/>
                <a:moveTo>
                  <a:pt x="28575" y="1304925"/>
                </a:moveTo>
                <a:lnTo>
                  <a:pt x="38100" y="1304925"/>
                </a:lnTo>
                <a:lnTo>
                  <a:pt x="38100" y="1314450"/>
                </a:lnTo>
                <a:lnTo>
                  <a:pt x="28575" y="1314450"/>
                </a:lnTo>
                <a:close/>
                <a:moveTo>
                  <a:pt x="19050" y="1314450"/>
                </a:moveTo>
                <a:lnTo>
                  <a:pt x="28575" y="1314450"/>
                </a:lnTo>
                <a:lnTo>
                  <a:pt x="28575" y="1552575"/>
                </a:lnTo>
                <a:lnTo>
                  <a:pt x="19050" y="1552575"/>
                </a:lnTo>
                <a:close/>
                <a:moveTo>
                  <a:pt x="981075" y="1362075"/>
                </a:moveTo>
                <a:lnTo>
                  <a:pt x="990600" y="1362075"/>
                </a:lnTo>
                <a:lnTo>
                  <a:pt x="990600" y="1381125"/>
                </a:lnTo>
                <a:lnTo>
                  <a:pt x="971550" y="1381125"/>
                </a:lnTo>
                <a:lnTo>
                  <a:pt x="971550" y="1371600"/>
                </a:lnTo>
                <a:lnTo>
                  <a:pt x="981075" y="1371600"/>
                </a:lnTo>
                <a:close/>
                <a:moveTo>
                  <a:pt x="238125" y="1371600"/>
                </a:moveTo>
                <a:lnTo>
                  <a:pt x="247650" y="1371600"/>
                </a:lnTo>
                <a:lnTo>
                  <a:pt x="247650" y="1381125"/>
                </a:lnTo>
                <a:lnTo>
                  <a:pt x="238125" y="1381125"/>
                </a:lnTo>
                <a:close/>
                <a:moveTo>
                  <a:pt x="285750" y="1371600"/>
                </a:moveTo>
                <a:lnTo>
                  <a:pt x="295275" y="1371600"/>
                </a:lnTo>
                <a:lnTo>
                  <a:pt x="295275" y="1381125"/>
                </a:lnTo>
                <a:lnTo>
                  <a:pt x="285750" y="1381125"/>
                </a:lnTo>
                <a:close/>
                <a:moveTo>
                  <a:pt x="561975" y="1371600"/>
                </a:moveTo>
                <a:lnTo>
                  <a:pt x="581025" y="1371600"/>
                </a:lnTo>
                <a:lnTo>
                  <a:pt x="581025" y="1381125"/>
                </a:lnTo>
                <a:lnTo>
                  <a:pt x="571500" y="1381125"/>
                </a:lnTo>
                <a:lnTo>
                  <a:pt x="571500" y="1400175"/>
                </a:lnTo>
                <a:lnTo>
                  <a:pt x="561975" y="1400175"/>
                </a:lnTo>
                <a:close/>
                <a:moveTo>
                  <a:pt x="647700" y="1371600"/>
                </a:moveTo>
                <a:lnTo>
                  <a:pt x="657225" y="1371600"/>
                </a:lnTo>
                <a:lnTo>
                  <a:pt x="657225" y="1400175"/>
                </a:lnTo>
                <a:lnTo>
                  <a:pt x="647700" y="1400175"/>
                </a:lnTo>
                <a:close/>
                <a:moveTo>
                  <a:pt x="809625" y="1371600"/>
                </a:moveTo>
                <a:lnTo>
                  <a:pt x="819150" y="1371600"/>
                </a:lnTo>
                <a:lnTo>
                  <a:pt x="819150" y="1390650"/>
                </a:lnTo>
                <a:lnTo>
                  <a:pt x="828675" y="1390650"/>
                </a:lnTo>
                <a:lnTo>
                  <a:pt x="828675" y="1419225"/>
                </a:lnTo>
                <a:lnTo>
                  <a:pt x="819150" y="1419225"/>
                </a:lnTo>
                <a:lnTo>
                  <a:pt x="819150" y="1400175"/>
                </a:lnTo>
                <a:lnTo>
                  <a:pt x="809625" y="1400175"/>
                </a:lnTo>
                <a:lnTo>
                  <a:pt x="809625" y="1419225"/>
                </a:lnTo>
                <a:lnTo>
                  <a:pt x="800100" y="1419225"/>
                </a:lnTo>
                <a:lnTo>
                  <a:pt x="800100" y="1409700"/>
                </a:lnTo>
                <a:lnTo>
                  <a:pt x="790575" y="1409700"/>
                </a:lnTo>
                <a:lnTo>
                  <a:pt x="790575" y="1400175"/>
                </a:lnTo>
                <a:lnTo>
                  <a:pt x="800100" y="1400175"/>
                </a:lnTo>
                <a:lnTo>
                  <a:pt x="800100" y="1390650"/>
                </a:lnTo>
                <a:lnTo>
                  <a:pt x="809625" y="1390650"/>
                </a:lnTo>
                <a:close/>
                <a:moveTo>
                  <a:pt x="381000" y="1381125"/>
                </a:moveTo>
                <a:lnTo>
                  <a:pt x="390525" y="1381125"/>
                </a:lnTo>
                <a:lnTo>
                  <a:pt x="390525" y="1390650"/>
                </a:lnTo>
                <a:lnTo>
                  <a:pt x="400050" y="1390650"/>
                </a:lnTo>
                <a:lnTo>
                  <a:pt x="400050" y="1381125"/>
                </a:lnTo>
                <a:lnTo>
                  <a:pt x="409575" y="1381125"/>
                </a:lnTo>
                <a:lnTo>
                  <a:pt x="409575" y="1390650"/>
                </a:lnTo>
                <a:lnTo>
                  <a:pt x="419100" y="1390650"/>
                </a:lnTo>
                <a:lnTo>
                  <a:pt x="419100" y="1400175"/>
                </a:lnTo>
                <a:lnTo>
                  <a:pt x="409575" y="1400175"/>
                </a:lnTo>
                <a:lnTo>
                  <a:pt x="409575" y="1419225"/>
                </a:lnTo>
                <a:lnTo>
                  <a:pt x="390525" y="1419225"/>
                </a:lnTo>
                <a:lnTo>
                  <a:pt x="390525" y="1409700"/>
                </a:lnTo>
                <a:lnTo>
                  <a:pt x="381000" y="1409700"/>
                </a:lnTo>
                <a:close/>
                <a:moveTo>
                  <a:pt x="1066800" y="1381125"/>
                </a:moveTo>
                <a:lnTo>
                  <a:pt x="1085850" y="1381125"/>
                </a:lnTo>
                <a:lnTo>
                  <a:pt x="1085850" y="1400175"/>
                </a:lnTo>
                <a:lnTo>
                  <a:pt x="1066800" y="1400175"/>
                </a:lnTo>
                <a:close/>
                <a:moveTo>
                  <a:pt x="695325" y="1390650"/>
                </a:moveTo>
                <a:lnTo>
                  <a:pt x="704850" y="1390650"/>
                </a:lnTo>
                <a:lnTo>
                  <a:pt x="704850" y="1400175"/>
                </a:lnTo>
                <a:lnTo>
                  <a:pt x="695325" y="1400175"/>
                </a:lnTo>
                <a:close/>
                <a:moveTo>
                  <a:pt x="723900" y="1390650"/>
                </a:moveTo>
                <a:lnTo>
                  <a:pt x="742950" y="1390650"/>
                </a:lnTo>
                <a:lnTo>
                  <a:pt x="742950" y="1419225"/>
                </a:lnTo>
                <a:lnTo>
                  <a:pt x="714375" y="1419225"/>
                </a:lnTo>
                <a:lnTo>
                  <a:pt x="714375" y="1400175"/>
                </a:lnTo>
                <a:lnTo>
                  <a:pt x="723900" y="1400175"/>
                </a:lnTo>
                <a:close/>
                <a:moveTo>
                  <a:pt x="838200" y="1390650"/>
                </a:moveTo>
                <a:lnTo>
                  <a:pt x="857250" y="1390650"/>
                </a:lnTo>
                <a:lnTo>
                  <a:pt x="857250" y="1400175"/>
                </a:lnTo>
                <a:lnTo>
                  <a:pt x="847725" y="1400175"/>
                </a:lnTo>
                <a:lnTo>
                  <a:pt x="847725" y="1419225"/>
                </a:lnTo>
                <a:lnTo>
                  <a:pt x="838200" y="1419225"/>
                </a:lnTo>
                <a:close/>
                <a:moveTo>
                  <a:pt x="352425" y="1400175"/>
                </a:moveTo>
                <a:lnTo>
                  <a:pt x="371475" y="1400175"/>
                </a:lnTo>
                <a:lnTo>
                  <a:pt x="371475" y="1409700"/>
                </a:lnTo>
                <a:lnTo>
                  <a:pt x="361950" y="1409700"/>
                </a:lnTo>
                <a:lnTo>
                  <a:pt x="361950" y="1419225"/>
                </a:lnTo>
                <a:lnTo>
                  <a:pt x="352425" y="1419225"/>
                </a:lnTo>
                <a:close/>
                <a:moveTo>
                  <a:pt x="600075" y="1400175"/>
                </a:moveTo>
                <a:lnTo>
                  <a:pt x="609600" y="1400175"/>
                </a:lnTo>
                <a:lnTo>
                  <a:pt x="609600" y="1409700"/>
                </a:lnTo>
                <a:lnTo>
                  <a:pt x="619125" y="1409700"/>
                </a:lnTo>
                <a:lnTo>
                  <a:pt x="619125" y="1400175"/>
                </a:lnTo>
                <a:lnTo>
                  <a:pt x="628650" y="1400175"/>
                </a:lnTo>
                <a:lnTo>
                  <a:pt x="628650" y="1419225"/>
                </a:lnTo>
                <a:lnTo>
                  <a:pt x="609600" y="1419225"/>
                </a:lnTo>
                <a:lnTo>
                  <a:pt x="609600" y="1428750"/>
                </a:lnTo>
                <a:lnTo>
                  <a:pt x="590550" y="1428750"/>
                </a:lnTo>
                <a:lnTo>
                  <a:pt x="590550" y="1409700"/>
                </a:lnTo>
                <a:lnTo>
                  <a:pt x="600075" y="1409700"/>
                </a:lnTo>
                <a:close/>
                <a:moveTo>
                  <a:pt x="219075" y="1409700"/>
                </a:moveTo>
                <a:lnTo>
                  <a:pt x="238125" y="1409700"/>
                </a:lnTo>
                <a:lnTo>
                  <a:pt x="238125" y="1428750"/>
                </a:lnTo>
                <a:lnTo>
                  <a:pt x="228600" y="1428750"/>
                </a:lnTo>
                <a:lnTo>
                  <a:pt x="228600" y="1419225"/>
                </a:lnTo>
                <a:lnTo>
                  <a:pt x="219075" y="1419225"/>
                </a:lnTo>
                <a:close/>
                <a:moveTo>
                  <a:pt x="285750" y="1409700"/>
                </a:moveTo>
                <a:lnTo>
                  <a:pt x="295275" y="1409700"/>
                </a:lnTo>
                <a:lnTo>
                  <a:pt x="295275" y="1419225"/>
                </a:lnTo>
                <a:lnTo>
                  <a:pt x="285750" y="1419225"/>
                </a:lnTo>
                <a:close/>
                <a:moveTo>
                  <a:pt x="552450" y="1409700"/>
                </a:moveTo>
                <a:lnTo>
                  <a:pt x="561975" y="1409700"/>
                </a:lnTo>
                <a:lnTo>
                  <a:pt x="561975" y="1419225"/>
                </a:lnTo>
                <a:lnTo>
                  <a:pt x="552450" y="1419225"/>
                </a:lnTo>
                <a:close/>
                <a:moveTo>
                  <a:pt x="904875" y="1409700"/>
                </a:moveTo>
                <a:lnTo>
                  <a:pt x="933450" y="1409700"/>
                </a:lnTo>
                <a:lnTo>
                  <a:pt x="933450" y="1419225"/>
                </a:lnTo>
                <a:lnTo>
                  <a:pt x="923925" y="1419225"/>
                </a:lnTo>
                <a:lnTo>
                  <a:pt x="923925" y="1428750"/>
                </a:lnTo>
                <a:lnTo>
                  <a:pt x="914400" y="1428750"/>
                </a:lnTo>
                <a:lnTo>
                  <a:pt x="914400" y="1419225"/>
                </a:lnTo>
                <a:lnTo>
                  <a:pt x="904875" y="1419225"/>
                </a:lnTo>
                <a:close/>
                <a:moveTo>
                  <a:pt x="1009650" y="1409700"/>
                </a:moveTo>
                <a:lnTo>
                  <a:pt x="1028700" y="1409700"/>
                </a:lnTo>
                <a:lnTo>
                  <a:pt x="1028700" y="1428750"/>
                </a:lnTo>
                <a:lnTo>
                  <a:pt x="1019175" y="1428750"/>
                </a:lnTo>
                <a:lnTo>
                  <a:pt x="1019175" y="1419225"/>
                </a:lnTo>
                <a:lnTo>
                  <a:pt x="1009650" y="1419225"/>
                </a:lnTo>
                <a:close/>
                <a:moveTo>
                  <a:pt x="9525" y="1552575"/>
                </a:moveTo>
                <a:lnTo>
                  <a:pt x="19050" y="1552575"/>
                </a:lnTo>
                <a:lnTo>
                  <a:pt x="19050" y="1562100"/>
                </a:lnTo>
                <a:lnTo>
                  <a:pt x="9525" y="1562100"/>
                </a:lnTo>
                <a:close/>
                <a:moveTo>
                  <a:pt x="1885950" y="1552575"/>
                </a:moveTo>
                <a:lnTo>
                  <a:pt x="1895475" y="1552575"/>
                </a:lnTo>
                <a:lnTo>
                  <a:pt x="1895475" y="1562100"/>
                </a:lnTo>
                <a:lnTo>
                  <a:pt x="1885950" y="1562100"/>
                </a:lnTo>
                <a:close/>
                <a:moveTo>
                  <a:pt x="28575" y="1581150"/>
                </a:moveTo>
                <a:lnTo>
                  <a:pt x="38100" y="1581150"/>
                </a:lnTo>
                <a:lnTo>
                  <a:pt x="38100" y="1590675"/>
                </a:lnTo>
                <a:lnTo>
                  <a:pt x="28575" y="1590675"/>
                </a:lnTo>
                <a:close/>
                <a:moveTo>
                  <a:pt x="495300" y="1581150"/>
                </a:moveTo>
                <a:lnTo>
                  <a:pt x="504825" y="1581150"/>
                </a:lnTo>
                <a:lnTo>
                  <a:pt x="504825" y="1590675"/>
                </a:lnTo>
                <a:lnTo>
                  <a:pt x="514350" y="1590675"/>
                </a:lnTo>
                <a:lnTo>
                  <a:pt x="514350" y="1600200"/>
                </a:lnTo>
                <a:lnTo>
                  <a:pt x="495300" y="1600200"/>
                </a:lnTo>
                <a:close/>
                <a:moveTo>
                  <a:pt x="1219200" y="1581150"/>
                </a:moveTo>
                <a:lnTo>
                  <a:pt x="1238250" y="1581150"/>
                </a:lnTo>
                <a:lnTo>
                  <a:pt x="1238250" y="1600200"/>
                </a:lnTo>
                <a:lnTo>
                  <a:pt x="1247775" y="1600200"/>
                </a:lnTo>
                <a:lnTo>
                  <a:pt x="1247775" y="1628775"/>
                </a:lnTo>
                <a:lnTo>
                  <a:pt x="1238250" y="1628775"/>
                </a:lnTo>
                <a:lnTo>
                  <a:pt x="1238250" y="1638300"/>
                </a:lnTo>
                <a:lnTo>
                  <a:pt x="1219200" y="1638300"/>
                </a:lnTo>
                <a:lnTo>
                  <a:pt x="1219200" y="1619250"/>
                </a:lnTo>
                <a:lnTo>
                  <a:pt x="1209675" y="1619250"/>
                </a:lnTo>
                <a:lnTo>
                  <a:pt x="1209675" y="1590675"/>
                </a:lnTo>
                <a:lnTo>
                  <a:pt x="1219200" y="1590675"/>
                </a:lnTo>
                <a:close/>
                <a:moveTo>
                  <a:pt x="1285875" y="1581150"/>
                </a:moveTo>
                <a:lnTo>
                  <a:pt x="1295400" y="1581150"/>
                </a:lnTo>
                <a:lnTo>
                  <a:pt x="1295400" y="1590675"/>
                </a:lnTo>
                <a:lnTo>
                  <a:pt x="1304925" y="1590675"/>
                </a:lnTo>
                <a:lnTo>
                  <a:pt x="1304925" y="1600200"/>
                </a:lnTo>
                <a:lnTo>
                  <a:pt x="1314450" y="1600200"/>
                </a:lnTo>
                <a:lnTo>
                  <a:pt x="1314450" y="1590675"/>
                </a:lnTo>
                <a:lnTo>
                  <a:pt x="1343025" y="1590675"/>
                </a:lnTo>
                <a:lnTo>
                  <a:pt x="1343025" y="1609725"/>
                </a:lnTo>
                <a:lnTo>
                  <a:pt x="1352550" y="1609725"/>
                </a:lnTo>
                <a:lnTo>
                  <a:pt x="1352550" y="1638300"/>
                </a:lnTo>
                <a:lnTo>
                  <a:pt x="1343025" y="1638300"/>
                </a:lnTo>
                <a:lnTo>
                  <a:pt x="1343025" y="1628775"/>
                </a:lnTo>
                <a:lnTo>
                  <a:pt x="1323975" y="1628775"/>
                </a:lnTo>
                <a:lnTo>
                  <a:pt x="1323975" y="1609725"/>
                </a:lnTo>
                <a:lnTo>
                  <a:pt x="1314450" y="1609725"/>
                </a:lnTo>
                <a:lnTo>
                  <a:pt x="1314450" y="1619250"/>
                </a:lnTo>
                <a:lnTo>
                  <a:pt x="1304925" y="1619250"/>
                </a:lnTo>
                <a:lnTo>
                  <a:pt x="1304925" y="1628775"/>
                </a:lnTo>
                <a:lnTo>
                  <a:pt x="1285875" y="1628775"/>
                </a:lnTo>
                <a:lnTo>
                  <a:pt x="1285875" y="1600200"/>
                </a:lnTo>
                <a:lnTo>
                  <a:pt x="1276350" y="1600200"/>
                </a:lnTo>
                <a:lnTo>
                  <a:pt x="1276350" y="1590675"/>
                </a:lnTo>
                <a:lnTo>
                  <a:pt x="1285875" y="1590675"/>
                </a:lnTo>
                <a:close/>
                <a:moveTo>
                  <a:pt x="1381125" y="1581150"/>
                </a:moveTo>
                <a:lnTo>
                  <a:pt x="1400175" y="1581150"/>
                </a:lnTo>
                <a:lnTo>
                  <a:pt x="1400175" y="1600200"/>
                </a:lnTo>
                <a:lnTo>
                  <a:pt x="1428750" y="1600200"/>
                </a:lnTo>
                <a:lnTo>
                  <a:pt x="1428750" y="1581150"/>
                </a:lnTo>
                <a:lnTo>
                  <a:pt x="1447800" y="1581150"/>
                </a:lnTo>
                <a:lnTo>
                  <a:pt x="1447800" y="1590675"/>
                </a:lnTo>
                <a:lnTo>
                  <a:pt x="1485900" y="1590675"/>
                </a:lnTo>
                <a:lnTo>
                  <a:pt x="1485900" y="1628775"/>
                </a:lnTo>
                <a:lnTo>
                  <a:pt x="1428750" y="1628775"/>
                </a:lnTo>
                <a:lnTo>
                  <a:pt x="1428750" y="1619250"/>
                </a:lnTo>
                <a:lnTo>
                  <a:pt x="1447800" y="1619250"/>
                </a:lnTo>
                <a:lnTo>
                  <a:pt x="1447800" y="1609725"/>
                </a:lnTo>
                <a:lnTo>
                  <a:pt x="1419225" y="1609725"/>
                </a:lnTo>
                <a:lnTo>
                  <a:pt x="1419225" y="1628775"/>
                </a:lnTo>
                <a:lnTo>
                  <a:pt x="1400175" y="1628775"/>
                </a:lnTo>
                <a:lnTo>
                  <a:pt x="1400175" y="1638300"/>
                </a:lnTo>
                <a:lnTo>
                  <a:pt x="1381125" y="1638300"/>
                </a:lnTo>
                <a:lnTo>
                  <a:pt x="1381125" y="1628775"/>
                </a:lnTo>
                <a:lnTo>
                  <a:pt x="1371600" y="1628775"/>
                </a:lnTo>
                <a:lnTo>
                  <a:pt x="1371600" y="1619250"/>
                </a:lnTo>
                <a:lnTo>
                  <a:pt x="1381125" y="1619250"/>
                </a:lnTo>
                <a:close/>
                <a:moveTo>
                  <a:pt x="1581150" y="1581150"/>
                </a:moveTo>
                <a:lnTo>
                  <a:pt x="1590675" y="1581150"/>
                </a:lnTo>
                <a:lnTo>
                  <a:pt x="1590675" y="1609725"/>
                </a:lnTo>
                <a:lnTo>
                  <a:pt x="1581150" y="1609725"/>
                </a:lnTo>
                <a:lnTo>
                  <a:pt x="1581150" y="1600200"/>
                </a:lnTo>
                <a:lnTo>
                  <a:pt x="1571625" y="1600200"/>
                </a:lnTo>
                <a:lnTo>
                  <a:pt x="1571625" y="1590675"/>
                </a:lnTo>
                <a:lnTo>
                  <a:pt x="1581150" y="1590675"/>
                </a:lnTo>
                <a:close/>
                <a:moveTo>
                  <a:pt x="38100" y="1590675"/>
                </a:moveTo>
                <a:lnTo>
                  <a:pt x="47625" y="1590675"/>
                </a:lnTo>
                <a:lnTo>
                  <a:pt x="47625" y="2038350"/>
                </a:lnTo>
                <a:lnTo>
                  <a:pt x="38100" y="2038350"/>
                </a:lnTo>
                <a:close/>
                <a:moveTo>
                  <a:pt x="323850" y="1590675"/>
                </a:moveTo>
                <a:lnTo>
                  <a:pt x="333375" y="1590675"/>
                </a:lnTo>
                <a:lnTo>
                  <a:pt x="333375" y="1600200"/>
                </a:lnTo>
                <a:lnTo>
                  <a:pt x="342900" y="1600200"/>
                </a:lnTo>
                <a:lnTo>
                  <a:pt x="342900" y="1609725"/>
                </a:lnTo>
                <a:lnTo>
                  <a:pt x="333375" y="1609725"/>
                </a:lnTo>
                <a:lnTo>
                  <a:pt x="333375" y="1628775"/>
                </a:lnTo>
                <a:lnTo>
                  <a:pt x="323850" y="1628775"/>
                </a:lnTo>
                <a:lnTo>
                  <a:pt x="323850" y="1619250"/>
                </a:lnTo>
                <a:lnTo>
                  <a:pt x="285750" y="1619250"/>
                </a:lnTo>
                <a:lnTo>
                  <a:pt x="285750" y="1628775"/>
                </a:lnTo>
                <a:lnTo>
                  <a:pt x="247650" y="1628775"/>
                </a:lnTo>
                <a:lnTo>
                  <a:pt x="247650" y="1619250"/>
                </a:lnTo>
                <a:lnTo>
                  <a:pt x="238125" y="1619250"/>
                </a:lnTo>
                <a:lnTo>
                  <a:pt x="238125" y="1628775"/>
                </a:lnTo>
                <a:lnTo>
                  <a:pt x="219075" y="1628775"/>
                </a:lnTo>
                <a:lnTo>
                  <a:pt x="219075" y="1609725"/>
                </a:lnTo>
                <a:lnTo>
                  <a:pt x="209550" y="1609725"/>
                </a:lnTo>
                <a:lnTo>
                  <a:pt x="209550" y="1600200"/>
                </a:lnTo>
                <a:lnTo>
                  <a:pt x="285750" y="1600200"/>
                </a:lnTo>
                <a:lnTo>
                  <a:pt x="285750" y="1609725"/>
                </a:lnTo>
                <a:lnTo>
                  <a:pt x="314325" y="1609725"/>
                </a:lnTo>
                <a:lnTo>
                  <a:pt x="314325" y="1600200"/>
                </a:lnTo>
                <a:lnTo>
                  <a:pt x="323850" y="1600200"/>
                </a:lnTo>
                <a:close/>
                <a:moveTo>
                  <a:pt x="447675" y="1590675"/>
                </a:moveTo>
                <a:lnTo>
                  <a:pt x="466725" y="1590675"/>
                </a:lnTo>
                <a:lnTo>
                  <a:pt x="466725" y="1609725"/>
                </a:lnTo>
                <a:lnTo>
                  <a:pt x="447675" y="1609725"/>
                </a:lnTo>
                <a:lnTo>
                  <a:pt x="447675" y="1628775"/>
                </a:lnTo>
                <a:lnTo>
                  <a:pt x="419100" y="1628775"/>
                </a:lnTo>
                <a:lnTo>
                  <a:pt x="419100" y="1619250"/>
                </a:lnTo>
                <a:lnTo>
                  <a:pt x="409575" y="1619250"/>
                </a:lnTo>
                <a:lnTo>
                  <a:pt x="409575" y="1600200"/>
                </a:lnTo>
                <a:lnTo>
                  <a:pt x="447675" y="1600200"/>
                </a:lnTo>
                <a:close/>
                <a:moveTo>
                  <a:pt x="1533525" y="1590675"/>
                </a:moveTo>
                <a:lnTo>
                  <a:pt x="1552575" y="1590675"/>
                </a:lnTo>
                <a:lnTo>
                  <a:pt x="1552575" y="1600200"/>
                </a:lnTo>
                <a:lnTo>
                  <a:pt x="1571625" y="1600200"/>
                </a:lnTo>
                <a:lnTo>
                  <a:pt x="1571625" y="1619250"/>
                </a:lnTo>
                <a:lnTo>
                  <a:pt x="1590675" y="1619250"/>
                </a:lnTo>
                <a:lnTo>
                  <a:pt x="1590675" y="1628775"/>
                </a:lnTo>
                <a:lnTo>
                  <a:pt x="1533525" y="1628775"/>
                </a:lnTo>
                <a:close/>
                <a:moveTo>
                  <a:pt x="361950" y="1600200"/>
                </a:moveTo>
                <a:lnTo>
                  <a:pt x="371475" y="1600200"/>
                </a:lnTo>
                <a:lnTo>
                  <a:pt x="371475" y="1609725"/>
                </a:lnTo>
                <a:lnTo>
                  <a:pt x="381000" y="1609725"/>
                </a:lnTo>
                <a:lnTo>
                  <a:pt x="381000" y="1628775"/>
                </a:lnTo>
                <a:lnTo>
                  <a:pt x="371475" y="1628775"/>
                </a:lnTo>
                <a:lnTo>
                  <a:pt x="371475" y="1638300"/>
                </a:lnTo>
                <a:lnTo>
                  <a:pt x="361950" y="1638300"/>
                </a:lnTo>
                <a:lnTo>
                  <a:pt x="361950" y="1628775"/>
                </a:lnTo>
                <a:lnTo>
                  <a:pt x="342900" y="1628775"/>
                </a:lnTo>
                <a:lnTo>
                  <a:pt x="342900" y="1609725"/>
                </a:lnTo>
                <a:lnTo>
                  <a:pt x="361950" y="1609725"/>
                </a:lnTo>
                <a:close/>
                <a:moveTo>
                  <a:pt x="428625" y="1619250"/>
                </a:moveTo>
                <a:lnTo>
                  <a:pt x="438150" y="1619250"/>
                </a:lnTo>
                <a:lnTo>
                  <a:pt x="438150" y="1609725"/>
                </a:lnTo>
                <a:lnTo>
                  <a:pt x="428625" y="1609725"/>
                </a:lnTo>
                <a:close/>
                <a:moveTo>
                  <a:pt x="314325" y="1819275"/>
                </a:moveTo>
                <a:lnTo>
                  <a:pt x="333375" y="1819275"/>
                </a:lnTo>
                <a:lnTo>
                  <a:pt x="333375" y="1828800"/>
                </a:lnTo>
                <a:lnTo>
                  <a:pt x="342900" y="1828800"/>
                </a:lnTo>
                <a:lnTo>
                  <a:pt x="342900" y="1838325"/>
                </a:lnTo>
                <a:lnTo>
                  <a:pt x="361950" y="1838325"/>
                </a:lnTo>
                <a:lnTo>
                  <a:pt x="361950" y="1847850"/>
                </a:lnTo>
                <a:lnTo>
                  <a:pt x="304800" y="1847850"/>
                </a:lnTo>
                <a:lnTo>
                  <a:pt x="304800" y="1838325"/>
                </a:lnTo>
                <a:lnTo>
                  <a:pt x="314325" y="1838325"/>
                </a:lnTo>
                <a:close/>
                <a:moveTo>
                  <a:pt x="676275" y="1819275"/>
                </a:moveTo>
                <a:lnTo>
                  <a:pt x="695325" y="1819275"/>
                </a:lnTo>
                <a:lnTo>
                  <a:pt x="695325" y="1828800"/>
                </a:lnTo>
                <a:lnTo>
                  <a:pt x="714375" y="1828800"/>
                </a:lnTo>
                <a:lnTo>
                  <a:pt x="714375" y="1847850"/>
                </a:lnTo>
                <a:lnTo>
                  <a:pt x="666750" y="1847850"/>
                </a:lnTo>
                <a:lnTo>
                  <a:pt x="666750" y="1828800"/>
                </a:lnTo>
                <a:lnTo>
                  <a:pt x="676275" y="1828800"/>
                </a:lnTo>
                <a:close/>
                <a:moveTo>
                  <a:pt x="219075" y="1828800"/>
                </a:moveTo>
                <a:lnTo>
                  <a:pt x="247650" y="1828800"/>
                </a:lnTo>
                <a:lnTo>
                  <a:pt x="247650" y="1838325"/>
                </a:lnTo>
                <a:lnTo>
                  <a:pt x="266700" y="1838325"/>
                </a:lnTo>
                <a:lnTo>
                  <a:pt x="266700" y="1847850"/>
                </a:lnTo>
                <a:lnTo>
                  <a:pt x="219075" y="1847850"/>
                </a:lnTo>
                <a:close/>
                <a:moveTo>
                  <a:pt x="371475" y="1828800"/>
                </a:moveTo>
                <a:lnTo>
                  <a:pt x="400050" y="1828800"/>
                </a:lnTo>
                <a:lnTo>
                  <a:pt x="400050" y="1838325"/>
                </a:lnTo>
                <a:lnTo>
                  <a:pt x="409575" y="1838325"/>
                </a:lnTo>
                <a:lnTo>
                  <a:pt x="409575" y="1847850"/>
                </a:lnTo>
                <a:lnTo>
                  <a:pt x="371475" y="1847850"/>
                </a:lnTo>
                <a:close/>
                <a:moveTo>
                  <a:pt x="485775" y="1828800"/>
                </a:moveTo>
                <a:lnTo>
                  <a:pt x="552450" y="1828800"/>
                </a:lnTo>
                <a:lnTo>
                  <a:pt x="552450" y="1847850"/>
                </a:lnTo>
                <a:lnTo>
                  <a:pt x="504825" y="1847850"/>
                </a:lnTo>
                <a:lnTo>
                  <a:pt x="504825" y="1838325"/>
                </a:lnTo>
                <a:lnTo>
                  <a:pt x="495300" y="1838325"/>
                </a:lnTo>
                <a:lnTo>
                  <a:pt x="495300" y="1847850"/>
                </a:lnTo>
                <a:lnTo>
                  <a:pt x="485775" y="1847850"/>
                </a:lnTo>
                <a:close/>
                <a:moveTo>
                  <a:pt x="609600" y="1828800"/>
                </a:moveTo>
                <a:lnTo>
                  <a:pt x="638175" y="1828800"/>
                </a:lnTo>
                <a:lnTo>
                  <a:pt x="638175" y="1847850"/>
                </a:lnTo>
                <a:lnTo>
                  <a:pt x="600075" y="1847850"/>
                </a:lnTo>
                <a:lnTo>
                  <a:pt x="600075" y="1838325"/>
                </a:lnTo>
                <a:lnTo>
                  <a:pt x="609600" y="1838325"/>
                </a:lnTo>
                <a:close/>
                <a:moveTo>
                  <a:pt x="790575" y="1828800"/>
                </a:moveTo>
                <a:lnTo>
                  <a:pt x="800100" y="1828800"/>
                </a:lnTo>
                <a:lnTo>
                  <a:pt x="800100" y="1838325"/>
                </a:lnTo>
                <a:lnTo>
                  <a:pt x="828675" y="1838325"/>
                </a:lnTo>
                <a:lnTo>
                  <a:pt x="828675" y="1828800"/>
                </a:lnTo>
                <a:lnTo>
                  <a:pt x="838200" y="1828800"/>
                </a:lnTo>
                <a:lnTo>
                  <a:pt x="838200" y="1838325"/>
                </a:lnTo>
                <a:lnTo>
                  <a:pt x="866775" y="1838325"/>
                </a:lnTo>
                <a:lnTo>
                  <a:pt x="866775" y="1828800"/>
                </a:lnTo>
                <a:lnTo>
                  <a:pt x="876300" y="1828800"/>
                </a:lnTo>
                <a:lnTo>
                  <a:pt x="876300" y="1838325"/>
                </a:lnTo>
                <a:lnTo>
                  <a:pt x="885825" y="1838325"/>
                </a:lnTo>
                <a:lnTo>
                  <a:pt x="885825" y="1847850"/>
                </a:lnTo>
                <a:lnTo>
                  <a:pt x="790575" y="1847850"/>
                </a:lnTo>
                <a:close/>
              </a:path>
            </a:pathLst>
          </a:custGeom>
          <a:solidFill xmlns:a="http://schemas.openxmlformats.org/drawingml/2006/main">
            <a:srgbClr val="8E9489"/>
          </a:solidFill>
          <a:ln xmlns:a="http://schemas.openxmlformats.org/drawingml/2006/main" w="0">
            <a:noFill/>
          </a:ln>
        </p:spPr>
      </p:sp>
      <p:sp>
        <p:nvSpPr>
          <p:cNvPr id="149" name="sales vector #435247">
            <a:extLst xmlns:a="http://schemas.openxmlformats.org/drawingml/2006/main">
              <a:ext uri="{FF2B5EF4-FFF2-40B4-BE49-F238E27FC236}">
                <a16:creationId xmlns:a16="http://schemas.microsoft.com/office/drawing/2014/main" id="{3865BCE2-58BB-4B9D-A9F3-4C493EDCB7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381625" y="4914900"/>
            <a:ext cx="2247900" cy="2400300"/>
          </a:xfrm>
          <a:custGeom xmlns:a="http://schemas.openxmlformats.org/drawingml/2006/main">
            <a:pathLst>
              <a:path w="1905000" h="2038350">
                <a:moveTo>
                  <a:pt x="314325" y="47625"/>
                </a:moveTo>
                <a:lnTo>
                  <a:pt x="381000" y="47625"/>
                </a:lnTo>
                <a:lnTo>
                  <a:pt x="381000" y="57150"/>
                </a:lnTo>
                <a:lnTo>
                  <a:pt x="314325" y="57150"/>
                </a:lnTo>
                <a:close/>
                <a:moveTo>
                  <a:pt x="1200150" y="47625"/>
                </a:moveTo>
                <a:lnTo>
                  <a:pt x="1209675" y="47625"/>
                </a:lnTo>
                <a:lnTo>
                  <a:pt x="1209675" y="57150"/>
                </a:lnTo>
                <a:lnTo>
                  <a:pt x="1200150" y="57150"/>
                </a:lnTo>
                <a:close/>
                <a:moveTo>
                  <a:pt x="1247775" y="47625"/>
                </a:moveTo>
                <a:lnTo>
                  <a:pt x="1276350" y="47625"/>
                </a:lnTo>
                <a:lnTo>
                  <a:pt x="1276350" y="57150"/>
                </a:lnTo>
                <a:lnTo>
                  <a:pt x="1247775" y="57150"/>
                </a:lnTo>
                <a:close/>
                <a:moveTo>
                  <a:pt x="1524000" y="47625"/>
                </a:moveTo>
                <a:lnTo>
                  <a:pt x="1600200" y="47625"/>
                </a:lnTo>
                <a:lnTo>
                  <a:pt x="1600200" y="57150"/>
                </a:lnTo>
                <a:lnTo>
                  <a:pt x="1638300" y="57150"/>
                </a:lnTo>
                <a:lnTo>
                  <a:pt x="1638300" y="66675"/>
                </a:lnTo>
                <a:lnTo>
                  <a:pt x="1666875" y="66675"/>
                </a:lnTo>
                <a:lnTo>
                  <a:pt x="1666875" y="76200"/>
                </a:lnTo>
                <a:lnTo>
                  <a:pt x="1628775" y="76200"/>
                </a:lnTo>
                <a:lnTo>
                  <a:pt x="1628775" y="66675"/>
                </a:lnTo>
                <a:lnTo>
                  <a:pt x="1590675" y="66675"/>
                </a:lnTo>
                <a:lnTo>
                  <a:pt x="1590675" y="57150"/>
                </a:lnTo>
                <a:lnTo>
                  <a:pt x="1524000" y="57150"/>
                </a:lnTo>
                <a:close/>
                <a:moveTo>
                  <a:pt x="276225" y="57150"/>
                </a:moveTo>
                <a:lnTo>
                  <a:pt x="314325" y="57150"/>
                </a:lnTo>
                <a:lnTo>
                  <a:pt x="314325" y="66675"/>
                </a:lnTo>
                <a:lnTo>
                  <a:pt x="276225" y="66675"/>
                </a:lnTo>
                <a:close/>
                <a:moveTo>
                  <a:pt x="247650" y="66675"/>
                </a:moveTo>
                <a:lnTo>
                  <a:pt x="266700" y="66675"/>
                </a:lnTo>
                <a:lnTo>
                  <a:pt x="266700" y="76200"/>
                </a:lnTo>
                <a:lnTo>
                  <a:pt x="247650" y="76200"/>
                </a:lnTo>
                <a:close/>
                <a:moveTo>
                  <a:pt x="228600" y="76200"/>
                </a:moveTo>
                <a:lnTo>
                  <a:pt x="238125" y="76200"/>
                </a:lnTo>
                <a:lnTo>
                  <a:pt x="238125" y="85725"/>
                </a:lnTo>
                <a:lnTo>
                  <a:pt x="228600" y="85725"/>
                </a:lnTo>
                <a:close/>
                <a:moveTo>
                  <a:pt x="1666875" y="76200"/>
                </a:moveTo>
                <a:lnTo>
                  <a:pt x="1685925" y="76200"/>
                </a:lnTo>
                <a:lnTo>
                  <a:pt x="1685925" y="85725"/>
                </a:lnTo>
                <a:lnTo>
                  <a:pt x="1666875" y="85725"/>
                </a:lnTo>
                <a:close/>
                <a:moveTo>
                  <a:pt x="200025" y="85725"/>
                </a:moveTo>
                <a:lnTo>
                  <a:pt x="228600" y="85725"/>
                </a:lnTo>
                <a:lnTo>
                  <a:pt x="228600" y="95250"/>
                </a:lnTo>
                <a:lnTo>
                  <a:pt x="200025" y="95250"/>
                </a:lnTo>
                <a:close/>
                <a:moveTo>
                  <a:pt x="1685925" y="85725"/>
                </a:moveTo>
                <a:lnTo>
                  <a:pt x="1704975" y="85725"/>
                </a:lnTo>
                <a:lnTo>
                  <a:pt x="1704975" y="95250"/>
                </a:lnTo>
                <a:lnTo>
                  <a:pt x="1724025" y="95250"/>
                </a:lnTo>
                <a:lnTo>
                  <a:pt x="1724025" y="104775"/>
                </a:lnTo>
                <a:lnTo>
                  <a:pt x="1733550" y="104775"/>
                </a:lnTo>
                <a:lnTo>
                  <a:pt x="1733550" y="114300"/>
                </a:lnTo>
                <a:lnTo>
                  <a:pt x="1762125" y="114300"/>
                </a:lnTo>
                <a:lnTo>
                  <a:pt x="1762125" y="123825"/>
                </a:lnTo>
                <a:lnTo>
                  <a:pt x="1771650" y="123825"/>
                </a:lnTo>
                <a:lnTo>
                  <a:pt x="1771650" y="142875"/>
                </a:lnTo>
                <a:lnTo>
                  <a:pt x="1781175" y="142875"/>
                </a:lnTo>
                <a:lnTo>
                  <a:pt x="1781175" y="152400"/>
                </a:lnTo>
                <a:lnTo>
                  <a:pt x="1790700" y="152400"/>
                </a:lnTo>
                <a:lnTo>
                  <a:pt x="1790700" y="171450"/>
                </a:lnTo>
                <a:lnTo>
                  <a:pt x="1781175" y="171450"/>
                </a:lnTo>
                <a:lnTo>
                  <a:pt x="1781175" y="161925"/>
                </a:lnTo>
                <a:lnTo>
                  <a:pt x="1771650" y="161925"/>
                </a:lnTo>
                <a:lnTo>
                  <a:pt x="1771650" y="152400"/>
                </a:lnTo>
                <a:lnTo>
                  <a:pt x="1752600" y="152400"/>
                </a:lnTo>
                <a:lnTo>
                  <a:pt x="1752600" y="142875"/>
                </a:lnTo>
                <a:lnTo>
                  <a:pt x="1743075" y="142875"/>
                </a:lnTo>
                <a:lnTo>
                  <a:pt x="1743075" y="123825"/>
                </a:lnTo>
                <a:lnTo>
                  <a:pt x="1714500" y="123825"/>
                </a:lnTo>
                <a:lnTo>
                  <a:pt x="1714500" y="114300"/>
                </a:lnTo>
                <a:lnTo>
                  <a:pt x="1704975" y="114300"/>
                </a:lnTo>
                <a:lnTo>
                  <a:pt x="1704975" y="104775"/>
                </a:lnTo>
                <a:lnTo>
                  <a:pt x="1695450" y="104775"/>
                </a:lnTo>
                <a:lnTo>
                  <a:pt x="1695450" y="95250"/>
                </a:lnTo>
                <a:lnTo>
                  <a:pt x="1685925" y="95250"/>
                </a:lnTo>
                <a:close/>
                <a:moveTo>
                  <a:pt x="180975" y="95250"/>
                </a:moveTo>
                <a:lnTo>
                  <a:pt x="200025" y="95250"/>
                </a:lnTo>
                <a:lnTo>
                  <a:pt x="200025" y="104775"/>
                </a:lnTo>
                <a:lnTo>
                  <a:pt x="190500" y="104775"/>
                </a:lnTo>
                <a:lnTo>
                  <a:pt x="190500" y="114300"/>
                </a:lnTo>
                <a:lnTo>
                  <a:pt x="171450" y="114300"/>
                </a:lnTo>
                <a:lnTo>
                  <a:pt x="171450" y="104775"/>
                </a:lnTo>
                <a:lnTo>
                  <a:pt x="180975" y="104775"/>
                </a:lnTo>
                <a:close/>
                <a:moveTo>
                  <a:pt x="142875" y="114300"/>
                </a:moveTo>
                <a:lnTo>
                  <a:pt x="171450" y="114300"/>
                </a:lnTo>
                <a:lnTo>
                  <a:pt x="171450" y="123825"/>
                </a:lnTo>
                <a:lnTo>
                  <a:pt x="152400" y="123825"/>
                </a:lnTo>
                <a:lnTo>
                  <a:pt x="152400" y="152400"/>
                </a:lnTo>
                <a:lnTo>
                  <a:pt x="142875" y="152400"/>
                </a:lnTo>
                <a:lnTo>
                  <a:pt x="142875" y="161925"/>
                </a:lnTo>
                <a:lnTo>
                  <a:pt x="133350" y="161925"/>
                </a:lnTo>
                <a:lnTo>
                  <a:pt x="133350" y="171450"/>
                </a:lnTo>
                <a:lnTo>
                  <a:pt x="123825" y="171450"/>
                </a:lnTo>
                <a:lnTo>
                  <a:pt x="123825" y="180975"/>
                </a:lnTo>
                <a:lnTo>
                  <a:pt x="114300" y="180975"/>
                </a:lnTo>
                <a:lnTo>
                  <a:pt x="114300" y="190500"/>
                </a:lnTo>
                <a:lnTo>
                  <a:pt x="104775" y="190500"/>
                </a:lnTo>
                <a:lnTo>
                  <a:pt x="104775" y="171450"/>
                </a:lnTo>
                <a:lnTo>
                  <a:pt x="114300" y="171450"/>
                </a:lnTo>
                <a:lnTo>
                  <a:pt x="114300" y="161925"/>
                </a:lnTo>
                <a:lnTo>
                  <a:pt x="123825" y="161925"/>
                </a:lnTo>
                <a:lnTo>
                  <a:pt x="123825" y="152400"/>
                </a:lnTo>
                <a:lnTo>
                  <a:pt x="133350" y="152400"/>
                </a:lnTo>
                <a:lnTo>
                  <a:pt x="133350" y="142875"/>
                </a:lnTo>
                <a:lnTo>
                  <a:pt x="142875" y="142875"/>
                </a:lnTo>
                <a:lnTo>
                  <a:pt x="142875" y="133350"/>
                </a:lnTo>
                <a:lnTo>
                  <a:pt x="133350" y="133350"/>
                </a:lnTo>
                <a:lnTo>
                  <a:pt x="133350" y="123825"/>
                </a:lnTo>
                <a:lnTo>
                  <a:pt x="142875" y="123825"/>
                </a:lnTo>
                <a:close/>
                <a:moveTo>
                  <a:pt x="314325" y="114300"/>
                </a:moveTo>
                <a:lnTo>
                  <a:pt x="333375" y="114300"/>
                </a:lnTo>
                <a:lnTo>
                  <a:pt x="333375" y="123825"/>
                </a:lnTo>
                <a:lnTo>
                  <a:pt x="314325" y="123825"/>
                </a:lnTo>
                <a:close/>
                <a:moveTo>
                  <a:pt x="1581150" y="114300"/>
                </a:moveTo>
                <a:lnTo>
                  <a:pt x="1590675" y="114300"/>
                </a:lnTo>
                <a:lnTo>
                  <a:pt x="1590675" y="123825"/>
                </a:lnTo>
                <a:lnTo>
                  <a:pt x="1581150" y="123825"/>
                </a:lnTo>
                <a:close/>
                <a:moveTo>
                  <a:pt x="276225" y="123825"/>
                </a:moveTo>
                <a:lnTo>
                  <a:pt x="285750" y="123825"/>
                </a:lnTo>
                <a:lnTo>
                  <a:pt x="285750" y="133350"/>
                </a:lnTo>
                <a:lnTo>
                  <a:pt x="276225" y="133350"/>
                </a:lnTo>
                <a:close/>
                <a:moveTo>
                  <a:pt x="1628775" y="123825"/>
                </a:moveTo>
                <a:lnTo>
                  <a:pt x="1638300" y="123825"/>
                </a:lnTo>
                <a:lnTo>
                  <a:pt x="1638300" y="133350"/>
                </a:lnTo>
                <a:lnTo>
                  <a:pt x="1628775" y="133350"/>
                </a:lnTo>
                <a:close/>
                <a:moveTo>
                  <a:pt x="257175" y="133350"/>
                </a:moveTo>
                <a:lnTo>
                  <a:pt x="266700" y="133350"/>
                </a:lnTo>
                <a:lnTo>
                  <a:pt x="266700" y="142875"/>
                </a:lnTo>
                <a:lnTo>
                  <a:pt x="257175" y="142875"/>
                </a:lnTo>
                <a:close/>
                <a:moveTo>
                  <a:pt x="238125" y="142875"/>
                </a:moveTo>
                <a:lnTo>
                  <a:pt x="247650" y="142875"/>
                </a:lnTo>
                <a:lnTo>
                  <a:pt x="247650" y="152400"/>
                </a:lnTo>
                <a:lnTo>
                  <a:pt x="238125" y="152400"/>
                </a:lnTo>
                <a:close/>
                <a:moveTo>
                  <a:pt x="1685925" y="152400"/>
                </a:moveTo>
                <a:lnTo>
                  <a:pt x="1695450" y="152400"/>
                </a:lnTo>
                <a:lnTo>
                  <a:pt x="1695450" y="161925"/>
                </a:lnTo>
                <a:lnTo>
                  <a:pt x="1685925" y="161925"/>
                </a:lnTo>
                <a:close/>
                <a:moveTo>
                  <a:pt x="742950" y="171450"/>
                </a:moveTo>
                <a:lnTo>
                  <a:pt x="752475" y="171450"/>
                </a:lnTo>
                <a:lnTo>
                  <a:pt x="752475" y="180975"/>
                </a:lnTo>
                <a:lnTo>
                  <a:pt x="742950" y="180975"/>
                </a:lnTo>
                <a:close/>
                <a:moveTo>
                  <a:pt x="1162050" y="171450"/>
                </a:moveTo>
                <a:lnTo>
                  <a:pt x="1171575" y="171450"/>
                </a:lnTo>
                <a:lnTo>
                  <a:pt x="1171575" y="180975"/>
                </a:lnTo>
                <a:lnTo>
                  <a:pt x="1162050" y="180975"/>
                </a:lnTo>
                <a:close/>
                <a:moveTo>
                  <a:pt x="1790700" y="171450"/>
                </a:moveTo>
                <a:lnTo>
                  <a:pt x="1800225" y="171450"/>
                </a:lnTo>
                <a:lnTo>
                  <a:pt x="1800225" y="180975"/>
                </a:lnTo>
                <a:lnTo>
                  <a:pt x="1790700" y="180975"/>
                </a:lnTo>
                <a:close/>
                <a:moveTo>
                  <a:pt x="723900" y="180975"/>
                </a:moveTo>
                <a:lnTo>
                  <a:pt x="733425" y="180975"/>
                </a:lnTo>
                <a:lnTo>
                  <a:pt x="733425" y="190500"/>
                </a:lnTo>
                <a:lnTo>
                  <a:pt x="723900" y="190500"/>
                </a:lnTo>
                <a:close/>
                <a:moveTo>
                  <a:pt x="1181100" y="180975"/>
                </a:moveTo>
                <a:lnTo>
                  <a:pt x="1190625" y="180975"/>
                </a:lnTo>
                <a:lnTo>
                  <a:pt x="1190625" y="190500"/>
                </a:lnTo>
                <a:lnTo>
                  <a:pt x="1181100" y="190500"/>
                </a:lnTo>
                <a:close/>
                <a:moveTo>
                  <a:pt x="1800225" y="180975"/>
                </a:moveTo>
                <a:lnTo>
                  <a:pt x="1809750" y="180975"/>
                </a:lnTo>
                <a:lnTo>
                  <a:pt x="1809750" y="200025"/>
                </a:lnTo>
                <a:lnTo>
                  <a:pt x="1800225" y="200025"/>
                </a:lnTo>
                <a:close/>
                <a:moveTo>
                  <a:pt x="95250" y="190500"/>
                </a:moveTo>
                <a:lnTo>
                  <a:pt x="104775" y="190500"/>
                </a:lnTo>
                <a:lnTo>
                  <a:pt x="104775" y="209550"/>
                </a:lnTo>
                <a:lnTo>
                  <a:pt x="95250" y="209550"/>
                </a:lnTo>
                <a:close/>
                <a:moveTo>
                  <a:pt x="1809750" y="200025"/>
                </a:moveTo>
                <a:lnTo>
                  <a:pt x="1819275" y="200025"/>
                </a:lnTo>
                <a:lnTo>
                  <a:pt x="1819275" y="209550"/>
                </a:lnTo>
                <a:lnTo>
                  <a:pt x="1809750" y="209550"/>
                </a:lnTo>
                <a:close/>
                <a:moveTo>
                  <a:pt x="85725" y="209550"/>
                </a:moveTo>
                <a:lnTo>
                  <a:pt x="95250" y="209550"/>
                </a:lnTo>
                <a:lnTo>
                  <a:pt x="95250" y="219075"/>
                </a:lnTo>
                <a:lnTo>
                  <a:pt x="85725" y="219075"/>
                </a:lnTo>
                <a:close/>
                <a:moveTo>
                  <a:pt x="161925" y="209550"/>
                </a:moveTo>
                <a:lnTo>
                  <a:pt x="171450" y="209550"/>
                </a:lnTo>
                <a:lnTo>
                  <a:pt x="171450" y="219075"/>
                </a:lnTo>
                <a:lnTo>
                  <a:pt x="161925" y="219075"/>
                </a:lnTo>
                <a:close/>
                <a:moveTo>
                  <a:pt x="1743075" y="209550"/>
                </a:moveTo>
                <a:lnTo>
                  <a:pt x="1752600" y="209550"/>
                </a:lnTo>
                <a:lnTo>
                  <a:pt x="1752600" y="219075"/>
                </a:lnTo>
                <a:lnTo>
                  <a:pt x="1743075" y="219075"/>
                </a:lnTo>
                <a:close/>
                <a:moveTo>
                  <a:pt x="695325" y="219075"/>
                </a:moveTo>
                <a:lnTo>
                  <a:pt x="704850" y="219075"/>
                </a:lnTo>
                <a:lnTo>
                  <a:pt x="704850" y="228600"/>
                </a:lnTo>
                <a:lnTo>
                  <a:pt x="695325" y="228600"/>
                </a:lnTo>
                <a:close/>
                <a:moveTo>
                  <a:pt x="1819275" y="219075"/>
                </a:moveTo>
                <a:lnTo>
                  <a:pt x="1828800" y="219075"/>
                </a:lnTo>
                <a:lnTo>
                  <a:pt x="1828800" y="228600"/>
                </a:lnTo>
                <a:lnTo>
                  <a:pt x="1819275" y="228600"/>
                </a:lnTo>
                <a:close/>
                <a:moveTo>
                  <a:pt x="76200" y="228600"/>
                </a:moveTo>
                <a:lnTo>
                  <a:pt x="85725" y="228600"/>
                </a:lnTo>
                <a:lnTo>
                  <a:pt x="85725" y="238125"/>
                </a:lnTo>
                <a:lnTo>
                  <a:pt x="76200" y="238125"/>
                </a:lnTo>
                <a:close/>
                <a:moveTo>
                  <a:pt x="1552575" y="228600"/>
                </a:moveTo>
                <a:lnTo>
                  <a:pt x="1619250" y="228600"/>
                </a:lnTo>
                <a:lnTo>
                  <a:pt x="1619250" y="238125"/>
                </a:lnTo>
                <a:lnTo>
                  <a:pt x="1552575" y="238125"/>
                </a:lnTo>
                <a:close/>
                <a:moveTo>
                  <a:pt x="142875" y="238125"/>
                </a:moveTo>
                <a:lnTo>
                  <a:pt x="152400" y="238125"/>
                </a:lnTo>
                <a:lnTo>
                  <a:pt x="152400" y="247650"/>
                </a:lnTo>
                <a:lnTo>
                  <a:pt x="142875" y="247650"/>
                </a:lnTo>
                <a:close/>
                <a:moveTo>
                  <a:pt x="361950" y="238125"/>
                </a:moveTo>
                <a:lnTo>
                  <a:pt x="371475" y="238125"/>
                </a:lnTo>
                <a:lnTo>
                  <a:pt x="371475" y="247650"/>
                </a:lnTo>
                <a:lnTo>
                  <a:pt x="361950" y="247650"/>
                </a:lnTo>
                <a:close/>
                <a:moveTo>
                  <a:pt x="1543050" y="238125"/>
                </a:moveTo>
                <a:lnTo>
                  <a:pt x="1552575" y="238125"/>
                </a:lnTo>
                <a:lnTo>
                  <a:pt x="1552575" y="247650"/>
                </a:lnTo>
                <a:lnTo>
                  <a:pt x="1543050" y="247650"/>
                </a:lnTo>
                <a:close/>
                <a:moveTo>
                  <a:pt x="1619250" y="238125"/>
                </a:moveTo>
                <a:lnTo>
                  <a:pt x="1628775" y="238125"/>
                </a:lnTo>
                <a:lnTo>
                  <a:pt x="1628775" y="247650"/>
                </a:lnTo>
                <a:lnTo>
                  <a:pt x="1619250" y="247650"/>
                </a:lnTo>
                <a:close/>
                <a:moveTo>
                  <a:pt x="1762125" y="238125"/>
                </a:moveTo>
                <a:lnTo>
                  <a:pt x="1771650" y="238125"/>
                </a:lnTo>
                <a:lnTo>
                  <a:pt x="1771650" y="247650"/>
                </a:lnTo>
                <a:lnTo>
                  <a:pt x="1762125" y="247650"/>
                </a:lnTo>
                <a:close/>
                <a:moveTo>
                  <a:pt x="1828800" y="238125"/>
                </a:moveTo>
                <a:lnTo>
                  <a:pt x="1838325" y="238125"/>
                </a:lnTo>
                <a:lnTo>
                  <a:pt x="1838325" y="247650"/>
                </a:lnTo>
                <a:lnTo>
                  <a:pt x="1828800" y="247650"/>
                </a:lnTo>
                <a:close/>
                <a:moveTo>
                  <a:pt x="66675" y="247650"/>
                </a:moveTo>
                <a:lnTo>
                  <a:pt x="76200" y="247650"/>
                </a:lnTo>
                <a:lnTo>
                  <a:pt x="76200" y="276225"/>
                </a:lnTo>
                <a:lnTo>
                  <a:pt x="66675" y="276225"/>
                </a:lnTo>
                <a:close/>
                <a:moveTo>
                  <a:pt x="447675" y="247650"/>
                </a:moveTo>
                <a:lnTo>
                  <a:pt x="466725" y="247650"/>
                </a:lnTo>
                <a:lnTo>
                  <a:pt x="466725" y="257175"/>
                </a:lnTo>
                <a:lnTo>
                  <a:pt x="457200" y="257175"/>
                </a:lnTo>
                <a:lnTo>
                  <a:pt x="457200" y="266700"/>
                </a:lnTo>
                <a:lnTo>
                  <a:pt x="447675" y="266700"/>
                </a:lnTo>
                <a:close/>
                <a:moveTo>
                  <a:pt x="133350" y="257175"/>
                </a:moveTo>
                <a:lnTo>
                  <a:pt x="142875" y="257175"/>
                </a:lnTo>
                <a:lnTo>
                  <a:pt x="142875" y="266700"/>
                </a:lnTo>
                <a:lnTo>
                  <a:pt x="133350" y="266700"/>
                </a:lnTo>
                <a:close/>
                <a:moveTo>
                  <a:pt x="342900" y="257175"/>
                </a:moveTo>
                <a:lnTo>
                  <a:pt x="352425" y="257175"/>
                </a:lnTo>
                <a:lnTo>
                  <a:pt x="352425" y="266700"/>
                </a:lnTo>
                <a:lnTo>
                  <a:pt x="342900" y="266700"/>
                </a:lnTo>
                <a:close/>
                <a:moveTo>
                  <a:pt x="1771650" y="257175"/>
                </a:moveTo>
                <a:lnTo>
                  <a:pt x="1781175" y="257175"/>
                </a:lnTo>
                <a:lnTo>
                  <a:pt x="1781175" y="266700"/>
                </a:lnTo>
                <a:lnTo>
                  <a:pt x="1771650" y="266700"/>
                </a:lnTo>
                <a:close/>
                <a:moveTo>
                  <a:pt x="1838325" y="266700"/>
                </a:moveTo>
                <a:lnTo>
                  <a:pt x="1847850" y="266700"/>
                </a:lnTo>
                <a:lnTo>
                  <a:pt x="1847850" y="276225"/>
                </a:lnTo>
                <a:lnTo>
                  <a:pt x="1838325" y="276225"/>
                </a:lnTo>
                <a:close/>
                <a:moveTo>
                  <a:pt x="57150" y="285750"/>
                </a:moveTo>
                <a:lnTo>
                  <a:pt x="66675" y="285750"/>
                </a:lnTo>
                <a:lnTo>
                  <a:pt x="66675" y="333375"/>
                </a:lnTo>
                <a:lnTo>
                  <a:pt x="57150" y="333375"/>
                </a:lnTo>
                <a:close/>
                <a:moveTo>
                  <a:pt x="123825" y="285750"/>
                </a:moveTo>
                <a:lnTo>
                  <a:pt x="133350" y="285750"/>
                </a:lnTo>
                <a:lnTo>
                  <a:pt x="133350" y="295275"/>
                </a:lnTo>
                <a:lnTo>
                  <a:pt x="123825" y="295275"/>
                </a:lnTo>
                <a:close/>
                <a:moveTo>
                  <a:pt x="1781175" y="285750"/>
                </a:moveTo>
                <a:lnTo>
                  <a:pt x="1790700" y="285750"/>
                </a:lnTo>
                <a:lnTo>
                  <a:pt x="1790700" y="304800"/>
                </a:lnTo>
                <a:lnTo>
                  <a:pt x="1781175" y="304800"/>
                </a:lnTo>
                <a:close/>
                <a:moveTo>
                  <a:pt x="1847850" y="295275"/>
                </a:moveTo>
                <a:lnTo>
                  <a:pt x="1857375" y="295275"/>
                </a:lnTo>
                <a:lnTo>
                  <a:pt x="1857375" y="333375"/>
                </a:lnTo>
                <a:lnTo>
                  <a:pt x="1847850" y="333375"/>
                </a:lnTo>
                <a:close/>
                <a:moveTo>
                  <a:pt x="723900" y="304800"/>
                </a:moveTo>
                <a:lnTo>
                  <a:pt x="733425" y="304800"/>
                </a:lnTo>
                <a:lnTo>
                  <a:pt x="733425" y="314325"/>
                </a:lnTo>
                <a:lnTo>
                  <a:pt x="723900" y="314325"/>
                </a:lnTo>
                <a:close/>
                <a:moveTo>
                  <a:pt x="1181100" y="304800"/>
                </a:moveTo>
                <a:lnTo>
                  <a:pt x="1190625" y="304800"/>
                </a:lnTo>
                <a:lnTo>
                  <a:pt x="1190625" y="314325"/>
                </a:lnTo>
                <a:lnTo>
                  <a:pt x="1181100" y="314325"/>
                </a:lnTo>
                <a:close/>
                <a:moveTo>
                  <a:pt x="742950" y="314325"/>
                </a:moveTo>
                <a:lnTo>
                  <a:pt x="752475" y="314325"/>
                </a:lnTo>
                <a:lnTo>
                  <a:pt x="752475" y="323850"/>
                </a:lnTo>
                <a:lnTo>
                  <a:pt x="742950" y="323850"/>
                </a:lnTo>
                <a:close/>
                <a:moveTo>
                  <a:pt x="1162050" y="314325"/>
                </a:moveTo>
                <a:lnTo>
                  <a:pt x="1171575" y="314325"/>
                </a:lnTo>
                <a:lnTo>
                  <a:pt x="1171575" y="323850"/>
                </a:lnTo>
                <a:lnTo>
                  <a:pt x="1162050" y="323850"/>
                </a:lnTo>
                <a:close/>
                <a:moveTo>
                  <a:pt x="114300" y="323850"/>
                </a:moveTo>
                <a:lnTo>
                  <a:pt x="123825" y="323850"/>
                </a:lnTo>
                <a:lnTo>
                  <a:pt x="123825" y="342900"/>
                </a:lnTo>
                <a:lnTo>
                  <a:pt x="114300" y="342900"/>
                </a:lnTo>
                <a:close/>
                <a:moveTo>
                  <a:pt x="47625" y="333375"/>
                </a:moveTo>
                <a:lnTo>
                  <a:pt x="57150" y="333375"/>
                </a:lnTo>
                <a:lnTo>
                  <a:pt x="57150" y="1343025"/>
                </a:lnTo>
                <a:lnTo>
                  <a:pt x="28575" y="1343025"/>
                </a:lnTo>
                <a:lnTo>
                  <a:pt x="28575" y="1314450"/>
                </a:lnTo>
                <a:lnTo>
                  <a:pt x="38100" y="1314450"/>
                </a:lnTo>
                <a:lnTo>
                  <a:pt x="38100" y="1304925"/>
                </a:lnTo>
                <a:lnTo>
                  <a:pt x="47625" y="1304925"/>
                </a:lnTo>
                <a:lnTo>
                  <a:pt x="47625" y="1247775"/>
                </a:lnTo>
                <a:lnTo>
                  <a:pt x="38100" y="1247775"/>
                </a:lnTo>
                <a:lnTo>
                  <a:pt x="38100" y="1228725"/>
                </a:lnTo>
                <a:lnTo>
                  <a:pt x="28575" y="1228725"/>
                </a:lnTo>
                <a:lnTo>
                  <a:pt x="28575" y="981075"/>
                </a:lnTo>
                <a:lnTo>
                  <a:pt x="38100" y="981075"/>
                </a:lnTo>
                <a:lnTo>
                  <a:pt x="38100" y="962025"/>
                </a:lnTo>
                <a:lnTo>
                  <a:pt x="47625" y="962025"/>
                </a:lnTo>
                <a:lnTo>
                  <a:pt x="47625" y="857250"/>
                </a:lnTo>
                <a:lnTo>
                  <a:pt x="38100" y="857250"/>
                </a:lnTo>
                <a:lnTo>
                  <a:pt x="38100" y="847725"/>
                </a:lnTo>
                <a:lnTo>
                  <a:pt x="28575" y="847725"/>
                </a:lnTo>
                <a:lnTo>
                  <a:pt x="28575" y="819150"/>
                </a:lnTo>
                <a:lnTo>
                  <a:pt x="19050" y="819150"/>
                </a:lnTo>
                <a:lnTo>
                  <a:pt x="19050" y="723900"/>
                </a:lnTo>
                <a:lnTo>
                  <a:pt x="28575" y="723900"/>
                </a:lnTo>
                <a:lnTo>
                  <a:pt x="28575" y="714375"/>
                </a:lnTo>
                <a:lnTo>
                  <a:pt x="38100" y="714375"/>
                </a:lnTo>
                <a:lnTo>
                  <a:pt x="38100" y="704850"/>
                </a:lnTo>
                <a:lnTo>
                  <a:pt x="47625" y="704850"/>
                </a:lnTo>
                <a:close/>
                <a:moveTo>
                  <a:pt x="1790700" y="342900"/>
                </a:moveTo>
                <a:lnTo>
                  <a:pt x="1800225" y="342900"/>
                </a:lnTo>
                <a:lnTo>
                  <a:pt x="1800225" y="352425"/>
                </a:lnTo>
                <a:lnTo>
                  <a:pt x="1790700" y="352425"/>
                </a:lnTo>
                <a:close/>
                <a:moveTo>
                  <a:pt x="1857375" y="381000"/>
                </a:moveTo>
                <a:lnTo>
                  <a:pt x="1866900" y="381000"/>
                </a:lnTo>
                <a:lnTo>
                  <a:pt x="1866900" y="1143000"/>
                </a:lnTo>
                <a:lnTo>
                  <a:pt x="1857375" y="1143000"/>
                </a:lnTo>
                <a:close/>
                <a:moveTo>
                  <a:pt x="361950" y="428625"/>
                </a:moveTo>
                <a:lnTo>
                  <a:pt x="371475" y="428625"/>
                </a:lnTo>
                <a:lnTo>
                  <a:pt x="371475" y="457200"/>
                </a:lnTo>
                <a:lnTo>
                  <a:pt x="361950" y="457200"/>
                </a:lnTo>
                <a:lnTo>
                  <a:pt x="361950" y="447675"/>
                </a:lnTo>
                <a:lnTo>
                  <a:pt x="352425" y="447675"/>
                </a:lnTo>
                <a:lnTo>
                  <a:pt x="352425" y="438150"/>
                </a:lnTo>
                <a:lnTo>
                  <a:pt x="361950" y="438150"/>
                </a:lnTo>
                <a:close/>
                <a:moveTo>
                  <a:pt x="609600" y="428625"/>
                </a:moveTo>
                <a:lnTo>
                  <a:pt x="619125" y="428625"/>
                </a:lnTo>
                <a:lnTo>
                  <a:pt x="619125" y="457200"/>
                </a:lnTo>
                <a:lnTo>
                  <a:pt x="609600" y="457200"/>
                </a:lnTo>
                <a:close/>
                <a:moveTo>
                  <a:pt x="666750" y="428625"/>
                </a:moveTo>
                <a:lnTo>
                  <a:pt x="676275" y="428625"/>
                </a:lnTo>
                <a:lnTo>
                  <a:pt x="676275" y="466725"/>
                </a:lnTo>
                <a:lnTo>
                  <a:pt x="666750" y="466725"/>
                </a:lnTo>
                <a:close/>
                <a:moveTo>
                  <a:pt x="771525" y="428625"/>
                </a:moveTo>
                <a:lnTo>
                  <a:pt x="781050" y="428625"/>
                </a:lnTo>
                <a:lnTo>
                  <a:pt x="781050" y="457200"/>
                </a:lnTo>
                <a:lnTo>
                  <a:pt x="771525" y="457200"/>
                </a:lnTo>
                <a:close/>
                <a:moveTo>
                  <a:pt x="857250" y="428625"/>
                </a:moveTo>
                <a:lnTo>
                  <a:pt x="866775" y="428625"/>
                </a:lnTo>
                <a:lnTo>
                  <a:pt x="866775" y="447675"/>
                </a:lnTo>
                <a:lnTo>
                  <a:pt x="857250" y="447675"/>
                </a:lnTo>
                <a:close/>
                <a:moveTo>
                  <a:pt x="933450" y="428625"/>
                </a:moveTo>
                <a:lnTo>
                  <a:pt x="942975" y="428625"/>
                </a:lnTo>
                <a:lnTo>
                  <a:pt x="942975" y="457200"/>
                </a:lnTo>
                <a:lnTo>
                  <a:pt x="933450" y="457200"/>
                </a:lnTo>
                <a:close/>
                <a:moveTo>
                  <a:pt x="552450" y="438150"/>
                </a:moveTo>
                <a:lnTo>
                  <a:pt x="581025" y="438150"/>
                </a:lnTo>
                <a:lnTo>
                  <a:pt x="581025" y="447675"/>
                </a:lnTo>
                <a:lnTo>
                  <a:pt x="571500" y="447675"/>
                </a:lnTo>
                <a:lnTo>
                  <a:pt x="571500" y="457200"/>
                </a:lnTo>
                <a:lnTo>
                  <a:pt x="552450" y="457200"/>
                </a:lnTo>
                <a:close/>
                <a:moveTo>
                  <a:pt x="704850" y="438150"/>
                </a:moveTo>
                <a:lnTo>
                  <a:pt x="723900" y="438150"/>
                </a:lnTo>
                <a:lnTo>
                  <a:pt x="723900" y="447675"/>
                </a:lnTo>
                <a:lnTo>
                  <a:pt x="704850" y="447675"/>
                </a:lnTo>
                <a:close/>
                <a:moveTo>
                  <a:pt x="790575" y="438150"/>
                </a:moveTo>
                <a:lnTo>
                  <a:pt x="800100" y="438150"/>
                </a:lnTo>
                <a:lnTo>
                  <a:pt x="800100" y="457200"/>
                </a:lnTo>
                <a:lnTo>
                  <a:pt x="790575" y="457200"/>
                </a:lnTo>
                <a:close/>
                <a:moveTo>
                  <a:pt x="838200" y="438150"/>
                </a:moveTo>
                <a:lnTo>
                  <a:pt x="847725" y="438150"/>
                </a:lnTo>
                <a:lnTo>
                  <a:pt x="847725" y="457200"/>
                </a:lnTo>
                <a:lnTo>
                  <a:pt x="838200" y="457200"/>
                </a:lnTo>
                <a:close/>
                <a:moveTo>
                  <a:pt x="876300" y="438150"/>
                </a:moveTo>
                <a:lnTo>
                  <a:pt x="885825" y="438150"/>
                </a:lnTo>
                <a:lnTo>
                  <a:pt x="885825" y="447675"/>
                </a:lnTo>
                <a:lnTo>
                  <a:pt x="876300" y="447675"/>
                </a:lnTo>
                <a:close/>
                <a:moveTo>
                  <a:pt x="914400" y="438150"/>
                </a:moveTo>
                <a:lnTo>
                  <a:pt x="923925" y="438150"/>
                </a:lnTo>
                <a:lnTo>
                  <a:pt x="923925" y="457200"/>
                </a:lnTo>
                <a:lnTo>
                  <a:pt x="914400" y="457200"/>
                </a:lnTo>
                <a:close/>
                <a:moveTo>
                  <a:pt x="952500" y="438150"/>
                </a:moveTo>
                <a:lnTo>
                  <a:pt x="962025" y="438150"/>
                </a:lnTo>
                <a:lnTo>
                  <a:pt x="962025" y="457200"/>
                </a:lnTo>
                <a:lnTo>
                  <a:pt x="952500" y="457200"/>
                </a:lnTo>
                <a:close/>
                <a:moveTo>
                  <a:pt x="466725" y="447675"/>
                </a:moveTo>
                <a:lnTo>
                  <a:pt x="476250" y="447675"/>
                </a:lnTo>
                <a:lnTo>
                  <a:pt x="476250" y="457200"/>
                </a:lnTo>
                <a:lnTo>
                  <a:pt x="466725" y="457200"/>
                </a:lnTo>
                <a:close/>
                <a:moveTo>
                  <a:pt x="485775" y="447675"/>
                </a:moveTo>
                <a:lnTo>
                  <a:pt x="495300" y="447675"/>
                </a:lnTo>
                <a:lnTo>
                  <a:pt x="495300" y="457200"/>
                </a:lnTo>
                <a:lnTo>
                  <a:pt x="485775" y="457200"/>
                </a:lnTo>
                <a:close/>
                <a:moveTo>
                  <a:pt x="504825" y="447675"/>
                </a:moveTo>
                <a:lnTo>
                  <a:pt x="514350" y="447675"/>
                </a:lnTo>
                <a:lnTo>
                  <a:pt x="514350" y="457200"/>
                </a:lnTo>
                <a:lnTo>
                  <a:pt x="504825" y="457200"/>
                </a:lnTo>
                <a:close/>
                <a:moveTo>
                  <a:pt x="266700" y="666750"/>
                </a:moveTo>
                <a:lnTo>
                  <a:pt x="276225" y="666750"/>
                </a:lnTo>
                <a:lnTo>
                  <a:pt x="276225" y="676275"/>
                </a:lnTo>
                <a:lnTo>
                  <a:pt x="266700" y="676275"/>
                </a:lnTo>
                <a:close/>
                <a:moveTo>
                  <a:pt x="438150" y="685800"/>
                </a:moveTo>
                <a:lnTo>
                  <a:pt x="457200" y="685800"/>
                </a:lnTo>
                <a:lnTo>
                  <a:pt x="457200" y="704850"/>
                </a:lnTo>
                <a:lnTo>
                  <a:pt x="447675" y="704850"/>
                </a:lnTo>
                <a:lnTo>
                  <a:pt x="447675" y="714375"/>
                </a:lnTo>
                <a:lnTo>
                  <a:pt x="438150" y="714375"/>
                </a:lnTo>
                <a:close/>
                <a:moveTo>
                  <a:pt x="1104900" y="685800"/>
                </a:moveTo>
                <a:lnTo>
                  <a:pt x="1114425" y="685800"/>
                </a:lnTo>
                <a:lnTo>
                  <a:pt x="1114425" y="714375"/>
                </a:lnTo>
                <a:lnTo>
                  <a:pt x="1104900" y="714375"/>
                </a:lnTo>
                <a:close/>
                <a:moveTo>
                  <a:pt x="571500" y="704850"/>
                </a:moveTo>
                <a:lnTo>
                  <a:pt x="581025" y="704850"/>
                </a:lnTo>
                <a:lnTo>
                  <a:pt x="581025" y="723900"/>
                </a:lnTo>
                <a:lnTo>
                  <a:pt x="571500" y="723900"/>
                </a:lnTo>
                <a:close/>
                <a:moveTo>
                  <a:pt x="981075" y="704850"/>
                </a:moveTo>
                <a:lnTo>
                  <a:pt x="990600" y="704850"/>
                </a:lnTo>
                <a:lnTo>
                  <a:pt x="990600" y="714375"/>
                </a:lnTo>
                <a:lnTo>
                  <a:pt x="981075" y="714375"/>
                </a:lnTo>
                <a:close/>
                <a:moveTo>
                  <a:pt x="314325" y="714375"/>
                </a:moveTo>
                <a:lnTo>
                  <a:pt x="323850" y="714375"/>
                </a:lnTo>
                <a:lnTo>
                  <a:pt x="323850" y="733425"/>
                </a:lnTo>
                <a:lnTo>
                  <a:pt x="304800" y="733425"/>
                </a:lnTo>
                <a:lnTo>
                  <a:pt x="304800" y="723900"/>
                </a:lnTo>
                <a:lnTo>
                  <a:pt x="314325" y="723900"/>
                </a:lnTo>
                <a:close/>
                <a:moveTo>
                  <a:pt x="1028700" y="723900"/>
                </a:moveTo>
                <a:lnTo>
                  <a:pt x="1038225" y="723900"/>
                </a:lnTo>
                <a:lnTo>
                  <a:pt x="1038225" y="733425"/>
                </a:lnTo>
                <a:lnTo>
                  <a:pt x="1028700" y="733425"/>
                </a:lnTo>
                <a:close/>
                <a:moveTo>
                  <a:pt x="485775" y="733425"/>
                </a:moveTo>
                <a:lnTo>
                  <a:pt x="495300" y="733425"/>
                </a:lnTo>
                <a:lnTo>
                  <a:pt x="495300" y="742950"/>
                </a:lnTo>
                <a:lnTo>
                  <a:pt x="485775" y="742950"/>
                </a:lnTo>
                <a:close/>
                <a:moveTo>
                  <a:pt x="552450" y="733425"/>
                </a:moveTo>
                <a:lnTo>
                  <a:pt x="571500" y="733425"/>
                </a:lnTo>
                <a:lnTo>
                  <a:pt x="571500" y="742950"/>
                </a:lnTo>
                <a:lnTo>
                  <a:pt x="552450" y="742950"/>
                </a:lnTo>
                <a:close/>
                <a:moveTo>
                  <a:pt x="1504950" y="1019175"/>
                </a:moveTo>
                <a:lnTo>
                  <a:pt x="1562100" y="1019175"/>
                </a:lnTo>
                <a:lnTo>
                  <a:pt x="1562100" y="1028700"/>
                </a:lnTo>
                <a:lnTo>
                  <a:pt x="1504950" y="1028700"/>
                </a:lnTo>
                <a:close/>
                <a:moveTo>
                  <a:pt x="1676400" y="1019175"/>
                </a:moveTo>
                <a:lnTo>
                  <a:pt x="1695450" y="1019175"/>
                </a:lnTo>
                <a:lnTo>
                  <a:pt x="1695450" y="1028700"/>
                </a:lnTo>
                <a:lnTo>
                  <a:pt x="1704975" y="1028700"/>
                </a:lnTo>
                <a:lnTo>
                  <a:pt x="1704975" y="1047750"/>
                </a:lnTo>
                <a:lnTo>
                  <a:pt x="1714500" y="1047750"/>
                </a:lnTo>
                <a:lnTo>
                  <a:pt x="1714500" y="1162050"/>
                </a:lnTo>
                <a:lnTo>
                  <a:pt x="1704975" y="1162050"/>
                </a:lnTo>
                <a:lnTo>
                  <a:pt x="1704975" y="1133475"/>
                </a:lnTo>
                <a:lnTo>
                  <a:pt x="1695450" y="1133475"/>
                </a:lnTo>
                <a:lnTo>
                  <a:pt x="1695450" y="1114425"/>
                </a:lnTo>
                <a:lnTo>
                  <a:pt x="1685925" y="1114425"/>
                </a:lnTo>
                <a:lnTo>
                  <a:pt x="1685925" y="1123950"/>
                </a:lnTo>
                <a:lnTo>
                  <a:pt x="1676400" y="1123950"/>
                </a:lnTo>
                <a:lnTo>
                  <a:pt x="1676400" y="1114425"/>
                </a:lnTo>
                <a:lnTo>
                  <a:pt x="1657350" y="1114425"/>
                </a:lnTo>
                <a:lnTo>
                  <a:pt x="1657350" y="1123950"/>
                </a:lnTo>
                <a:lnTo>
                  <a:pt x="1647825" y="1123950"/>
                </a:lnTo>
                <a:lnTo>
                  <a:pt x="1647825" y="1133475"/>
                </a:lnTo>
                <a:lnTo>
                  <a:pt x="1619250" y="1133475"/>
                </a:lnTo>
                <a:lnTo>
                  <a:pt x="1619250" y="1123950"/>
                </a:lnTo>
                <a:lnTo>
                  <a:pt x="1609725" y="1123950"/>
                </a:lnTo>
                <a:lnTo>
                  <a:pt x="1609725" y="1114425"/>
                </a:lnTo>
                <a:lnTo>
                  <a:pt x="1619250" y="1114425"/>
                </a:lnTo>
                <a:lnTo>
                  <a:pt x="1619250" y="1123950"/>
                </a:lnTo>
                <a:lnTo>
                  <a:pt x="1638300" y="1123950"/>
                </a:lnTo>
                <a:lnTo>
                  <a:pt x="1638300" y="1114425"/>
                </a:lnTo>
                <a:lnTo>
                  <a:pt x="1647825" y="1114425"/>
                </a:lnTo>
                <a:lnTo>
                  <a:pt x="1647825" y="1104900"/>
                </a:lnTo>
                <a:lnTo>
                  <a:pt x="1628775" y="1104900"/>
                </a:lnTo>
                <a:lnTo>
                  <a:pt x="1628775" y="1095375"/>
                </a:lnTo>
                <a:lnTo>
                  <a:pt x="1609725" y="1095375"/>
                </a:lnTo>
                <a:lnTo>
                  <a:pt x="1609725" y="1085850"/>
                </a:lnTo>
                <a:lnTo>
                  <a:pt x="1657350" y="1085850"/>
                </a:lnTo>
                <a:lnTo>
                  <a:pt x="1657350" y="1066800"/>
                </a:lnTo>
                <a:lnTo>
                  <a:pt x="1676400" y="1066800"/>
                </a:lnTo>
                <a:lnTo>
                  <a:pt x="1676400" y="1047750"/>
                </a:lnTo>
                <a:lnTo>
                  <a:pt x="1685925" y="1047750"/>
                </a:lnTo>
                <a:lnTo>
                  <a:pt x="1685925" y="1057275"/>
                </a:lnTo>
                <a:lnTo>
                  <a:pt x="1695450" y="1057275"/>
                </a:lnTo>
                <a:lnTo>
                  <a:pt x="1695450" y="1038225"/>
                </a:lnTo>
                <a:lnTo>
                  <a:pt x="1685925" y="1038225"/>
                </a:lnTo>
                <a:lnTo>
                  <a:pt x="1685925" y="1028700"/>
                </a:lnTo>
                <a:lnTo>
                  <a:pt x="1676400" y="1028700"/>
                </a:lnTo>
                <a:close/>
                <a:moveTo>
                  <a:pt x="1162050" y="1038225"/>
                </a:moveTo>
                <a:lnTo>
                  <a:pt x="1171575" y="1038225"/>
                </a:lnTo>
                <a:lnTo>
                  <a:pt x="1171575" y="1162050"/>
                </a:lnTo>
                <a:lnTo>
                  <a:pt x="1162050" y="1162050"/>
                </a:lnTo>
                <a:close/>
                <a:moveTo>
                  <a:pt x="1257300" y="1076325"/>
                </a:moveTo>
                <a:lnTo>
                  <a:pt x="1266825" y="1076325"/>
                </a:lnTo>
                <a:lnTo>
                  <a:pt x="1266825" y="1085850"/>
                </a:lnTo>
                <a:lnTo>
                  <a:pt x="1257300" y="1085850"/>
                </a:lnTo>
                <a:close/>
                <a:moveTo>
                  <a:pt x="1333500" y="1076325"/>
                </a:moveTo>
                <a:lnTo>
                  <a:pt x="1371600" y="1076325"/>
                </a:lnTo>
                <a:lnTo>
                  <a:pt x="1371600" y="1085850"/>
                </a:lnTo>
                <a:lnTo>
                  <a:pt x="1343025" y="1085850"/>
                </a:lnTo>
                <a:lnTo>
                  <a:pt x="1343025" y="1095375"/>
                </a:lnTo>
                <a:lnTo>
                  <a:pt x="1333500" y="1095375"/>
                </a:lnTo>
                <a:lnTo>
                  <a:pt x="1333500" y="1114425"/>
                </a:lnTo>
                <a:lnTo>
                  <a:pt x="1343025" y="1114425"/>
                </a:lnTo>
                <a:lnTo>
                  <a:pt x="1343025" y="1123950"/>
                </a:lnTo>
                <a:lnTo>
                  <a:pt x="1323975" y="1123950"/>
                </a:lnTo>
                <a:lnTo>
                  <a:pt x="1323975" y="1085850"/>
                </a:lnTo>
                <a:lnTo>
                  <a:pt x="1333500" y="1085850"/>
                </a:lnTo>
                <a:close/>
                <a:moveTo>
                  <a:pt x="1238250" y="1085850"/>
                </a:moveTo>
                <a:lnTo>
                  <a:pt x="1247775" y="1085850"/>
                </a:lnTo>
                <a:lnTo>
                  <a:pt x="1247775" y="1114425"/>
                </a:lnTo>
                <a:lnTo>
                  <a:pt x="1276350" y="1114425"/>
                </a:lnTo>
                <a:lnTo>
                  <a:pt x="1276350" y="1085850"/>
                </a:lnTo>
                <a:lnTo>
                  <a:pt x="1285875" y="1085850"/>
                </a:lnTo>
                <a:lnTo>
                  <a:pt x="1285875" y="1095375"/>
                </a:lnTo>
                <a:lnTo>
                  <a:pt x="1295400" y="1095375"/>
                </a:lnTo>
                <a:lnTo>
                  <a:pt x="1295400" y="1104900"/>
                </a:lnTo>
                <a:lnTo>
                  <a:pt x="1285875" y="1104900"/>
                </a:lnTo>
                <a:lnTo>
                  <a:pt x="1285875" y="1114425"/>
                </a:lnTo>
                <a:lnTo>
                  <a:pt x="1276350" y="1114425"/>
                </a:lnTo>
                <a:lnTo>
                  <a:pt x="1276350" y="1123950"/>
                </a:lnTo>
                <a:lnTo>
                  <a:pt x="1238250" y="1123950"/>
                </a:lnTo>
                <a:close/>
                <a:moveTo>
                  <a:pt x="1371600" y="1085850"/>
                </a:moveTo>
                <a:lnTo>
                  <a:pt x="1457325" y="1085850"/>
                </a:lnTo>
                <a:lnTo>
                  <a:pt x="1457325" y="1095375"/>
                </a:lnTo>
                <a:lnTo>
                  <a:pt x="1400175" y="1095375"/>
                </a:lnTo>
                <a:lnTo>
                  <a:pt x="1400175" y="1104900"/>
                </a:lnTo>
                <a:lnTo>
                  <a:pt x="1390650" y="1104900"/>
                </a:lnTo>
                <a:lnTo>
                  <a:pt x="1390650" y="1095375"/>
                </a:lnTo>
                <a:lnTo>
                  <a:pt x="1371600" y="1095375"/>
                </a:lnTo>
                <a:close/>
                <a:moveTo>
                  <a:pt x="1514475" y="1085850"/>
                </a:moveTo>
                <a:lnTo>
                  <a:pt x="1600200" y="1085850"/>
                </a:lnTo>
                <a:lnTo>
                  <a:pt x="1600200" y="1095375"/>
                </a:lnTo>
                <a:lnTo>
                  <a:pt x="1524000" y="1095375"/>
                </a:lnTo>
                <a:lnTo>
                  <a:pt x="1524000" y="1104900"/>
                </a:lnTo>
                <a:lnTo>
                  <a:pt x="1514475" y="1104900"/>
                </a:lnTo>
                <a:lnTo>
                  <a:pt x="1514475" y="1114425"/>
                </a:lnTo>
                <a:lnTo>
                  <a:pt x="1495425" y="1114425"/>
                </a:lnTo>
                <a:lnTo>
                  <a:pt x="1495425" y="1104900"/>
                </a:lnTo>
                <a:lnTo>
                  <a:pt x="1485900" y="1104900"/>
                </a:lnTo>
                <a:lnTo>
                  <a:pt x="1485900" y="1095375"/>
                </a:lnTo>
                <a:lnTo>
                  <a:pt x="1514475" y="1095375"/>
                </a:lnTo>
                <a:close/>
                <a:moveTo>
                  <a:pt x="1438275" y="1114425"/>
                </a:moveTo>
                <a:lnTo>
                  <a:pt x="1466850" y="1114425"/>
                </a:lnTo>
                <a:lnTo>
                  <a:pt x="1466850" y="1123950"/>
                </a:lnTo>
                <a:lnTo>
                  <a:pt x="1438275" y="1123950"/>
                </a:lnTo>
                <a:close/>
                <a:moveTo>
                  <a:pt x="1485900" y="1114425"/>
                </a:moveTo>
                <a:lnTo>
                  <a:pt x="1495425" y="1114425"/>
                </a:lnTo>
                <a:lnTo>
                  <a:pt x="1495425" y="1123950"/>
                </a:lnTo>
                <a:lnTo>
                  <a:pt x="1485900" y="1123950"/>
                </a:lnTo>
                <a:close/>
                <a:moveTo>
                  <a:pt x="1514475" y="1114425"/>
                </a:moveTo>
                <a:lnTo>
                  <a:pt x="1543050" y="1114425"/>
                </a:lnTo>
                <a:lnTo>
                  <a:pt x="1543050" y="1123950"/>
                </a:lnTo>
                <a:lnTo>
                  <a:pt x="1514475" y="1123950"/>
                </a:lnTo>
                <a:close/>
                <a:moveTo>
                  <a:pt x="1571625" y="1114425"/>
                </a:moveTo>
                <a:lnTo>
                  <a:pt x="1600200" y="1114425"/>
                </a:lnTo>
                <a:lnTo>
                  <a:pt x="1600200" y="1123950"/>
                </a:lnTo>
                <a:lnTo>
                  <a:pt x="1571625" y="1123950"/>
                </a:lnTo>
                <a:close/>
                <a:moveTo>
                  <a:pt x="1352550" y="1123950"/>
                </a:moveTo>
                <a:lnTo>
                  <a:pt x="1428750" y="1123950"/>
                </a:lnTo>
                <a:lnTo>
                  <a:pt x="1428750" y="1133475"/>
                </a:lnTo>
                <a:lnTo>
                  <a:pt x="1352550" y="1133475"/>
                </a:lnTo>
                <a:close/>
                <a:moveTo>
                  <a:pt x="1476375" y="1123950"/>
                </a:moveTo>
                <a:lnTo>
                  <a:pt x="1485900" y="1123950"/>
                </a:lnTo>
                <a:lnTo>
                  <a:pt x="1485900" y="1133475"/>
                </a:lnTo>
                <a:lnTo>
                  <a:pt x="1476375" y="1133475"/>
                </a:lnTo>
                <a:close/>
                <a:moveTo>
                  <a:pt x="1543050" y="1123950"/>
                </a:moveTo>
                <a:lnTo>
                  <a:pt x="1562100" y="1123950"/>
                </a:lnTo>
                <a:lnTo>
                  <a:pt x="1562100" y="1133475"/>
                </a:lnTo>
                <a:lnTo>
                  <a:pt x="1543050" y="1133475"/>
                </a:lnTo>
                <a:close/>
                <a:moveTo>
                  <a:pt x="1866900" y="1143000"/>
                </a:moveTo>
                <a:lnTo>
                  <a:pt x="1876425" y="1143000"/>
                </a:lnTo>
                <a:lnTo>
                  <a:pt x="1876425" y="1162050"/>
                </a:lnTo>
                <a:lnTo>
                  <a:pt x="1866900" y="1162050"/>
                </a:lnTo>
                <a:close/>
                <a:moveTo>
                  <a:pt x="1619250" y="1162050"/>
                </a:moveTo>
                <a:lnTo>
                  <a:pt x="1647825" y="1162050"/>
                </a:lnTo>
                <a:lnTo>
                  <a:pt x="1647825" y="1171575"/>
                </a:lnTo>
                <a:lnTo>
                  <a:pt x="1657350" y="1171575"/>
                </a:lnTo>
                <a:lnTo>
                  <a:pt x="1657350" y="1162050"/>
                </a:lnTo>
                <a:lnTo>
                  <a:pt x="1676400" y="1162050"/>
                </a:lnTo>
                <a:lnTo>
                  <a:pt x="1676400" y="1171575"/>
                </a:lnTo>
                <a:lnTo>
                  <a:pt x="1695450" y="1171575"/>
                </a:lnTo>
                <a:lnTo>
                  <a:pt x="1695450" y="1162050"/>
                </a:lnTo>
                <a:lnTo>
                  <a:pt x="1704975" y="1162050"/>
                </a:lnTo>
                <a:lnTo>
                  <a:pt x="1704975" y="1171575"/>
                </a:lnTo>
                <a:lnTo>
                  <a:pt x="1695450" y="1171575"/>
                </a:lnTo>
                <a:lnTo>
                  <a:pt x="1695450" y="1181100"/>
                </a:lnTo>
                <a:lnTo>
                  <a:pt x="1685925" y="1181100"/>
                </a:lnTo>
                <a:lnTo>
                  <a:pt x="1685925" y="1190625"/>
                </a:lnTo>
                <a:lnTo>
                  <a:pt x="1600200" y="1190625"/>
                </a:lnTo>
                <a:lnTo>
                  <a:pt x="1600200" y="1181100"/>
                </a:lnTo>
                <a:lnTo>
                  <a:pt x="1609725" y="1181100"/>
                </a:lnTo>
                <a:lnTo>
                  <a:pt x="1609725" y="1171575"/>
                </a:lnTo>
                <a:lnTo>
                  <a:pt x="1619250" y="1171575"/>
                </a:lnTo>
                <a:close/>
                <a:moveTo>
                  <a:pt x="1190625" y="1181100"/>
                </a:moveTo>
                <a:lnTo>
                  <a:pt x="1200150" y="1181100"/>
                </a:lnTo>
                <a:lnTo>
                  <a:pt x="1200150" y="1190625"/>
                </a:lnTo>
                <a:lnTo>
                  <a:pt x="1190625" y="1190625"/>
                </a:lnTo>
                <a:close/>
                <a:moveTo>
                  <a:pt x="1543050" y="1181100"/>
                </a:moveTo>
                <a:lnTo>
                  <a:pt x="1552575" y="1181100"/>
                </a:lnTo>
                <a:lnTo>
                  <a:pt x="1552575" y="1190625"/>
                </a:lnTo>
                <a:lnTo>
                  <a:pt x="1543050" y="1190625"/>
                </a:lnTo>
                <a:close/>
                <a:moveTo>
                  <a:pt x="1571625" y="1181100"/>
                </a:moveTo>
                <a:lnTo>
                  <a:pt x="1581150" y="1181100"/>
                </a:lnTo>
                <a:lnTo>
                  <a:pt x="1581150" y="1190625"/>
                </a:lnTo>
                <a:lnTo>
                  <a:pt x="1571625" y="1190625"/>
                </a:lnTo>
                <a:close/>
                <a:moveTo>
                  <a:pt x="28575" y="1428750"/>
                </a:moveTo>
                <a:lnTo>
                  <a:pt x="57150" y="1428750"/>
                </a:lnTo>
                <a:lnTo>
                  <a:pt x="57150" y="2038350"/>
                </a:lnTo>
                <a:lnTo>
                  <a:pt x="47625" y="2038350"/>
                </a:lnTo>
                <a:lnTo>
                  <a:pt x="47625" y="1590675"/>
                </a:lnTo>
                <a:lnTo>
                  <a:pt x="38100" y="1590675"/>
                </a:lnTo>
                <a:lnTo>
                  <a:pt x="38100" y="1581150"/>
                </a:lnTo>
                <a:lnTo>
                  <a:pt x="0" y="1581150"/>
                </a:lnTo>
                <a:lnTo>
                  <a:pt x="0" y="1562100"/>
                </a:lnTo>
                <a:lnTo>
                  <a:pt x="19050" y="1562100"/>
                </a:lnTo>
                <a:lnTo>
                  <a:pt x="19050" y="1552575"/>
                </a:lnTo>
                <a:lnTo>
                  <a:pt x="28575" y="1552575"/>
                </a:lnTo>
                <a:close/>
                <a:moveTo>
                  <a:pt x="1876425" y="1438275"/>
                </a:moveTo>
                <a:lnTo>
                  <a:pt x="1885950" y="1438275"/>
                </a:lnTo>
                <a:lnTo>
                  <a:pt x="1885950" y="1562100"/>
                </a:lnTo>
                <a:lnTo>
                  <a:pt x="1905000" y="1562100"/>
                </a:lnTo>
                <a:lnTo>
                  <a:pt x="1905000" y="1581150"/>
                </a:lnTo>
                <a:lnTo>
                  <a:pt x="1876425" y="1581150"/>
                </a:lnTo>
                <a:lnTo>
                  <a:pt x="1876425" y="1590675"/>
                </a:lnTo>
                <a:lnTo>
                  <a:pt x="1866900" y="1590675"/>
                </a:lnTo>
                <a:lnTo>
                  <a:pt x="1866900" y="2038350"/>
                </a:lnTo>
                <a:lnTo>
                  <a:pt x="1857375" y="2038350"/>
                </a:lnTo>
                <a:lnTo>
                  <a:pt x="1857375" y="1571625"/>
                </a:lnTo>
                <a:lnTo>
                  <a:pt x="1866900" y="1571625"/>
                </a:lnTo>
                <a:lnTo>
                  <a:pt x="1866900" y="1533525"/>
                </a:lnTo>
                <a:lnTo>
                  <a:pt x="1847850" y="1533525"/>
                </a:lnTo>
                <a:lnTo>
                  <a:pt x="1847850" y="1495425"/>
                </a:lnTo>
                <a:lnTo>
                  <a:pt x="1876425" y="1495425"/>
                </a:lnTo>
                <a:close/>
                <a:moveTo>
                  <a:pt x="428625" y="1609725"/>
                </a:moveTo>
                <a:lnTo>
                  <a:pt x="438150" y="1609725"/>
                </a:lnTo>
                <a:lnTo>
                  <a:pt x="438150" y="1619250"/>
                </a:lnTo>
                <a:lnTo>
                  <a:pt x="428625" y="1619250"/>
                </a:lnTo>
                <a:close/>
                <a:moveTo>
                  <a:pt x="104775" y="1905000"/>
                </a:moveTo>
                <a:lnTo>
                  <a:pt x="114300" y="1905000"/>
                </a:lnTo>
                <a:lnTo>
                  <a:pt x="114300" y="2038350"/>
                </a:lnTo>
                <a:lnTo>
                  <a:pt x="104775" y="2038350"/>
                </a:lnTo>
                <a:close/>
              </a:path>
            </a:pathLst>
          </a:custGeom>
          <a:solidFill xmlns:a="http://schemas.openxmlformats.org/drawingml/2006/main">
            <a:srgbClr val="435247"/>
          </a:solidFill>
          <a:ln xmlns:a="http://schemas.openxmlformats.org/drawingml/2006/main" w="0">
            <a:noFill/>
          </a:ln>
        </p:spPr>
      </p:sp>
      <p:sp>
        <p:nvSpPr>
          <p:cNvPr id="150" name="sales vector #272b27">
            <a:extLst xmlns:a="http://schemas.openxmlformats.org/drawingml/2006/main">
              <a:ext uri="{FF2B5EF4-FFF2-40B4-BE49-F238E27FC236}">
                <a16:creationId xmlns:a16="http://schemas.microsoft.com/office/drawing/2014/main" id="{E999A235-54A5-462C-842A-08A7FB8410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381625" y="4914900"/>
            <a:ext cx="2247900" cy="2400300"/>
          </a:xfrm>
          <a:custGeom xmlns:a="http://schemas.openxmlformats.org/drawingml/2006/main">
            <a:pathLst>
              <a:path w="1905000" h="2038350">
                <a:moveTo>
                  <a:pt x="381000" y="47625"/>
                </a:moveTo>
                <a:lnTo>
                  <a:pt x="1200150" y="47625"/>
                </a:lnTo>
                <a:lnTo>
                  <a:pt x="1200150" y="57150"/>
                </a:lnTo>
                <a:lnTo>
                  <a:pt x="1209675" y="57150"/>
                </a:lnTo>
                <a:lnTo>
                  <a:pt x="1209675" y="47625"/>
                </a:lnTo>
                <a:lnTo>
                  <a:pt x="1247775" y="47625"/>
                </a:lnTo>
                <a:lnTo>
                  <a:pt x="1247775" y="57150"/>
                </a:lnTo>
                <a:lnTo>
                  <a:pt x="1276350" y="57150"/>
                </a:lnTo>
                <a:lnTo>
                  <a:pt x="1276350" y="47625"/>
                </a:lnTo>
                <a:lnTo>
                  <a:pt x="1524000" y="47625"/>
                </a:lnTo>
                <a:lnTo>
                  <a:pt x="1524000" y="57150"/>
                </a:lnTo>
                <a:lnTo>
                  <a:pt x="1590675" y="57150"/>
                </a:lnTo>
                <a:lnTo>
                  <a:pt x="1590675" y="66675"/>
                </a:lnTo>
                <a:lnTo>
                  <a:pt x="1628775" y="66675"/>
                </a:lnTo>
                <a:lnTo>
                  <a:pt x="1628775" y="76200"/>
                </a:lnTo>
                <a:lnTo>
                  <a:pt x="1666875" y="76200"/>
                </a:lnTo>
                <a:lnTo>
                  <a:pt x="1666875" y="85725"/>
                </a:lnTo>
                <a:lnTo>
                  <a:pt x="1685925" y="85725"/>
                </a:lnTo>
                <a:lnTo>
                  <a:pt x="1685925" y="95250"/>
                </a:lnTo>
                <a:lnTo>
                  <a:pt x="1695450" y="95250"/>
                </a:lnTo>
                <a:lnTo>
                  <a:pt x="1695450" y="104775"/>
                </a:lnTo>
                <a:lnTo>
                  <a:pt x="1704975" y="104775"/>
                </a:lnTo>
                <a:lnTo>
                  <a:pt x="1704975" y="114300"/>
                </a:lnTo>
                <a:lnTo>
                  <a:pt x="1685925" y="114300"/>
                </a:lnTo>
                <a:lnTo>
                  <a:pt x="1685925" y="104775"/>
                </a:lnTo>
                <a:lnTo>
                  <a:pt x="1657350" y="104775"/>
                </a:lnTo>
                <a:lnTo>
                  <a:pt x="1657350" y="95250"/>
                </a:lnTo>
                <a:lnTo>
                  <a:pt x="1638300" y="95250"/>
                </a:lnTo>
                <a:lnTo>
                  <a:pt x="1638300" y="85725"/>
                </a:lnTo>
                <a:lnTo>
                  <a:pt x="1600200" y="85725"/>
                </a:lnTo>
                <a:lnTo>
                  <a:pt x="1600200" y="76200"/>
                </a:lnTo>
                <a:lnTo>
                  <a:pt x="1504950" y="76200"/>
                </a:lnTo>
                <a:lnTo>
                  <a:pt x="1504950" y="66675"/>
                </a:lnTo>
                <a:lnTo>
                  <a:pt x="1333500" y="66675"/>
                </a:lnTo>
                <a:lnTo>
                  <a:pt x="1333500" y="76200"/>
                </a:lnTo>
                <a:lnTo>
                  <a:pt x="609600" y="76200"/>
                </a:lnTo>
                <a:lnTo>
                  <a:pt x="609600" y="66675"/>
                </a:lnTo>
                <a:lnTo>
                  <a:pt x="409575" y="66675"/>
                </a:lnTo>
                <a:lnTo>
                  <a:pt x="409575" y="76200"/>
                </a:lnTo>
                <a:lnTo>
                  <a:pt x="314325" y="76200"/>
                </a:lnTo>
                <a:lnTo>
                  <a:pt x="314325" y="85725"/>
                </a:lnTo>
                <a:lnTo>
                  <a:pt x="276225" y="85725"/>
                </a:lnTo>
                <a:lnTo>
                  <a:pt x="276225" y="95250"/>
                </a:lnTo>
                <a:lnTo>
                  <a:pt x="247650" y="95250"/>
                </a:lnTo>
                <a:lnTo>
                  <a:pt x="247650" y="104775"/>
                </a:lnTo>
                <a:lnTo>
                  <a:pt x="228600" y="104775"/>
                </a:lnTo>
                <a:lnTo>
                  <a:pt x="228600" y="114300"/>
                </a:lnTo>
                <a:lnTo>
                  <a:pt x="209550" y="114300"/>
                </a:lnTo>
                <a:lnTo>
                  <a:pt x="209550" y="123825"/>
                </a:lnTo>
                <a:lnTo>
                  <a:pt x="190500" y="123825"/>
                </a:lnTo>
                <a:lnTo>
                  <a:pt x="190500" y="133350"/>
                </a:lnTo>
                <a:lnTo>
                  <a:pt x="180975" y="133350"/>
                </a:lnTo>
                <a:lnTo>
                  <a:pt x="180975" y="142875"/>
                </a:lnTo>
                <a:lnTo>
                  <a:pt x="161925" y="142875"/>
                </a:lnTo>
                <a:lnTo>
                  <a:pt x="161925" y="152400"/>
                </a:lnTo>
                <a:lnTo>
                  <a:pt x="152400" y="152400"/>
                </a:lnTo>
                <a:lnTo>
                  <a:pt x="152400" y="123825"/>
                </a:lnTo>
                <a:lnTo>
                  <a:pt x="171450" y="123825"/>
                </a:lnTo>
                <a:lnTo>
                  <a:pt x="171450" y="114300"/>
                </a:lnTo>
                <a:lnTo>
                  <a:pt x="190500" y="114300"/>
                </a:lnTo>
                <a:lnTo>
                  <a:pt x="190500" y="104775"/>
                </a:lnTo>
                <a:lnTo>
                  <a:pt x="200025" y="104775"/>
                </a:lnTo>
                <a:lnTo>
                  <a:pt x="200025" y="95250"/>
                </a:lnTo>
                <a:lnTo>
                  <a:pt x="228600" y="95250"/>
                </a:lnTo>
                <a:lnTo>
                  <a:pt x="228600" y="85725"/>
                </a:lnTo>
                <a:lnTo>
                  <a:pt x="238125" y="85725"/>
                </a:lnTo>
                <a:lnTo>
                  <a:pt x="238125" y="76200"/>
                </a:lnTo>
                <a:lnTo>
                  <a:pt x="266700" y="76200"/>
                </a:lnTo>
                <a:lnTo>
                  <a:pt x="266700" y="66675"/>
                </a:lnTo>
                <a:lnTo>
                  <a:pt x="314325" y="66675"/>
                </a:lnTo>
                <a:lnTo>
                  <a:pt x="314325" y="57150"/>
                </a:lnTo>
                <a:lnTo>
                  <a:pt x="381000" y="57150"/>
                </a:lnTo>
                <a:close/>
                <a:moveTo>
                  <a:pt x="371475" y="104775"/>
                </a:moveTo>
                <a:lnTo>
                  <a:pt x="1543050" y="104775"/>
                </a:lnTo>
                <a:lnTo>
                  <a:pt x="1543050" y="114300"/>
                </a:lnTo>
                <a:lnTo>
                  <a:pt x="371475" y="114300"/>
                </a:lnTo>
                <a:close/>
                <a:moveTo>
                  <a:pt x="304800" y="114300"/>
                </a:moveTo>
                <a:lnTo>
                  <a:pt x="314325" y="114300"/>
                </a:lnTo>
                <a:lnTo>
                  <a:pt x="314325" y="123825"/>
                </a:lnTo>
                <a:lnTo>
                  <a:pt x="304800" y="123825"/>
                </a:lnTo>
                <a:close/>
                <a:moveTo>
                  <a:pt x="1590675" y="114300"/>
                </a:moveTo>
                <a:lnTo>
                  <a:pt x="1609725" y="114300"/>
                </a:lnTo>
                <a:lnTo>
                  <a:pt x="1609725" y="123825"/>
                </a:lnTo>
                <a:lnTo>
                  <a:pt x="1590675" y="123825"/>
                </a:lnTo>
                <a:close/>
                <a:moveTo>
                  <a:pt x="1704975" y="114300"/>
                </a:moveTo>
                <a:lnTo>
                  <a:pt x="1714500" y="114300"/>
                </a:lnTo>
                <a:lnTo>
                  <a:pt x="1714500" y="123825"/>
                </a:lnTo>
                <a:lnTo>
                  <a:pt x="1704975" y="123825"/>
                </a:lnTo>
                <a:close/>
                <a:moveTo>
                  <a:pt x="1638300" y="123825"/>
                </a:moveTo>
                <a:lnTo>
                  <a:pt x="1647825" y="123825"/>
                </a:lnTo>
                <a:lnTo>
                  <a:pt x="1647825" y="133350"/>
                </a:lnTo>
                <a:lnTo>
                  <a:pt x="1638300" y="133350"/>
                </a:lnTo>
                <a:close/>
                <a:moveTo>
                  <a:pt x="1714500" y="123825"/>
                </a:moveTo>
                <a:lnTo>
                  <a:pt x="1743075" y="123825"/>
                </a:lnTo>
                <a:lnTo>
                  <a:pt x="1743075" y="142875"/>
                </a:lnTo>
                <a:lnTo>
                  <a:pt x="1733550" y="142875"/>
                </a:lnTo>
                <a:lnTo>
                  <a:pt x="1733550" y="133350"/>
                </a:lnTo>
                <a:lnTo>
                  <a:pt x="1714500" y="133350"/>
                </a:lnTo>
                <a:close/>
                <a:moveTo>
                  <a:pt x="247650" y="133350"/>
                </a:moveTo>
                <a:lnTo>
                  <a:pt x="257175" y="133350"/>
                </a:lnTo>
                <a:lnTo>
                  <a:pt x="257175" y="142875"/>
                </a:lnTo>
                <a:lnTo>
                  <a:pt x="247650" y="142875"/>
                </a:lnTo>
                <a:close/>
                <a:moveTo>
                  <a:pt x="1657350" y="133350"/>
                </a:moveTo>
                <a:lnTo>
                  <a:pt x="1666875" y="133350"/>
                </a:lnTo>
                <a:lnTo>
                  <a:pt x="1666875" y="142875"/>
                </a:lnTo>
                <a:lnTo>
                  <a:pt x="1657350" y="142875"/>
                </a:lnTo>
                <a:close/>
                <a:moveTo>
                  <a:pt x="1743075" y="142875"/>
                </a:moveTo>
                <a:lnTo>
                  <a:pt x="1752600" y="142875"/>
                </a:lnTo>
                <a:lnTo>
                  <a:pt x="1752600" y="152400"/>
                </a:lnTo>
                <a:lnTo>
                  <a:pt x="1743075" y="152400"/>
                </a:lnTo>
                <a:close/>
                <a:moveTo>
                  <a:pt x="142875" y="152400"/>
                </a:moveTo>
                <a:lnTo>
                  <a:pt x="152400" y="152400"/>
                </a:lnTo>
                <a:lnTo>
                  <a:pt x="152400" y="161925"/>
                </a:lnTo>
                <a:lnTo>
                  <a:pt x="142875" y="161925"/>
                </a:lnTo>
                <a:close/>
                <a:moveTo>
                  <a:pt x="219075" y="152400"/>
                </a:moveTo>
                <a:lnTo>
                  <a:pt x="228600" y="152400"/>
                </a:lnTo>
                <a:lnTo>
                  <a:pt x="228600" y="161925"/>
                </a:lnTo>
                <a:lnTo>
                  <a:pt x="219075" y="161925"/>
                </a:lnTo>
                <a:close/>
                <a:moveTo>
                  <a:pt x="1752600" y="152400"/>
                </a:moveTo>
                <a:lnTo>
                  <a:pt x="1771650" y="152400"/>
                </a:lnTo>
                <a:lnTo>
                  <a:pt x="1771650" y="161925"/>
                </a:lnTo>
                <a:lnTo>
                  <a:pt x="1781175" y="161925"/>
                </a:lnTo>
                <a:lnTo>
                  <a:pt x="1781175" y="171450"/>
                </a:lnTo>
                <a:lnTo>
                  <a:pt x="1790700" y="171450"/>
                </a:lnTo>
                <a:lnTo>
                  <a:pt x="1790700" y="180975"/>
                </a:lnTo>
                <a:lnTo>
                  <a:pt x="1800225" y="180975"/>
                </a:lnTo>
                <a:lnTo>
                  <a:pt x="1800225" y="200025"/>
                </a:lnTo>
                <a:lnTo>
                  <a:pt x="1809750" y="200025"/>
                </a:lnTo>
                <a:lnTo>
                  <a:pt x="1809750" y="209550"/>
                </a:lnTo>
                <a:lnTo>
                  <a:pt x="1819275" y="209550"/>
                </a:lnTo>
                <a:lnTo>
                  <a:pt x="1819275" y="228600"/>
                </a:lnTo>
                <a:lnTo>
                  <a:pt x="1828800" y="228600"/>
                </a:lnTo>
                <a:lnTo>
                  <a:pt x="1828800" y="247650"/>
                </a:lnTo>
                <a:lnTo>
                  <a:pt x="1838325" y="247650"/>
                </a:lnTo>
                <a:lnTo>
                  <a:pt x="1838325" y="276225"/>
                </a:lnTo>
                <a:lnTo>
                  <a:pt x="1847850" y="276225"/>
                </a:lnTo>
                <a:lnTo>
                  <a:pt x="1847850" y="333375"/>
                </a:lnTo>
                <a:lnTo>
                  <a:pt x="1857375" y="333375"/>
                </a:lnTo>
                <a:lnTo>
                  <a:pt x="1857375" y="1143000"/>
                </a:lnTo>
                <a:lnTo>
                  <a:pt x="1866900" y="1143000"/>
                </a:lnTo>
                <a:lnTo>
                  <a:pt x="1866900" y="1162050"/>
                </a:lnTo>
                <a:lnTo>
                  <a:pt x="1876425" y="1162050"/>
                </a:lnTo>
                <a:lnTo>
                  <a:pt x="1876425" y="1495425"/>
                </a:lnTo>
                <a:lnTo>
                  <a:pt x="1847850" y="1495425"/>
                </a:lnTo>
                <a:lnTo>
                  <a:pt x="1847850" y="1533525"/>
                </a:lnTo>
                <a:lnTo>
                  <a:pt x="1866900" y="1533525"/>
                </a:lnTo>
                <a:lnTo>
                  <a:pt x="1866900" y="1571625"/>
                </a:lnTo>
                <a:lnTo>
                  <a:pt x="1857375" y="1571625"/>
                </a:lnTo>
                <a:lnTo>
                  <a:pt x="1857375" y="2038350"/>
                </a:lnTo>
                <a:lnTo>
                  <a:pt x="1828800" y="2038350"/>
                </a:lnTo>
                <a:lnTo>
                  <a:pt x="1828800" y="2028825"/>
                </a:lnTo>
                <a:lnTo>
                  <a:pt x="1838325" y="2028825"/>
                </a:lnTo>
                <a:lnTo>
                  <a:pt x="1838325" y="1685925"/>
                </a:lnTo>
                <a:lnTo>
                  <a:pt x="1828800" y="1685925"/>
                </a:lnTo>
                <a:lnTo>
                  <a:pt x="1828800" y="1666875"/>
                </a:lnTo>
                <a:lnTo>
                  <a:pt x="1838325" y="1666875"/>
                </a:lnTo>
                <a:lnTo>
                  <a:pt x="1838325" y="1133475"/>
                </a:lnTo>
                <a:lnTo>
                  <a:pt x="1828800" y="1133475"/>
                </a:lnTo>
                <a:lnTo>
                  <a:pt x="1828800" y="1066800"/>
                </a:lnTo>
                <a:lnTo>
                  <a:pt x="1838325" y="1066800"/>
                </a:lnTo>
                <a:lnTo>
                  <a:pt x="1838325" y="361950"/>
                </a:lnTo>
                <a:lnTo>
                  <a:pt x="1828800" y="361950"/>
                </a:lnTo>
                <a:lnTo>
                  <a:pt x="1828800" y="304800"/>
                </a:lnTo>
                <a:lnTo>
                  <a:pt x="1819275" y="304800"/>
                </a:lnTo>
                <a:lnTo>
                  <a:pt x="1819275" y="257175"/>
                </a:lnTo>
                <a:lnTo>
                  <a:pt x="1809750" y="257175"/>
                </a:lnTo>
                <a:lnTo>
                  <a:pt x="1809750" y="238125"/>
                </a:lnTo>
                <a:lnTo>
                  <a:pt x="1800225" y="238125"/>
                </a:lnTo>
                <a:lnTo>
                  <a:pt x="1800225" y="219075"/>
                </a:lnTo>
                <a:lnTo>
                  <a:pt x="1790700" y="219075"/>
                </a:lnTo>
                <a:lnTo>
                  <a:pt x="1790700" y="200025"/>
                </a:lnTo>
                <a:lnTo>
                  <a:pt x="1781175" y="200025"/>
                </a:lnTo>
                <a:lnTo>
                  <a:pt x="1781175" y="180975"/>
                </a:lnTo>
                <a:lnTo>
                  <a:pt x="1771650" y="180975"/>
                </a:lnTo>
                <a:lnTo>
                  <a:pt x="1771650" y="171450"/>
                </a:lnTo>
                <a:lnTo>
                  <a:pt x="1762125" y="171450"/>
                </a:lnTo>
                <a:lnTo>
                  <a:pt x="1762125" y="161925"/>
                </a:lnTo>
                <a:lnTo>
                  <a:pt x="1752600" y="161925"/>
                </a:lnTo>
                <a:close/>
                <a:moveTo>
                  <a:pt x="133350" y="161925"/>
                </a:moveTo>
                <a:lnTo>
                  <a:pt x="142875" y="161925"/>
                </a:lnTo>
                <a:lnTo>
                  <a:pt x="142875" y="171450"/>
                </a:lnTo>
                <a:lnTo>
                  <a:pt x="133350" y="171450"/>
                </a:lnTo>
                <a:close/>
                <a:moveTo>
                  <a:pt x="123825" y="171450"/>
                </a:moveTo>
                <a:lnTo>
                  <a:pt x="133350" y="171450"/>
                </a:lnTo>
                <a:lnTo>
                  <a:pt x="133350" y="190500"/>
                </a:lnTo>
                <a:lnTo>
                  <a:pt x="123825" y="190500"/>
                </a:lnTo>
                <a:lnTo>
                  <a:pt x="123825" y="209550"/>
                </a:lnTo>
                <a:lnTo>
                  <a:pt x="114300" y="209550"/>
                </a:lnTo>
                <a:lnTo>
                  <a:pt x="114300" y="219075"/>
                </a:lnTo>
                <a:lnTo>
                  <a:pt x="104775" y="219075"/>
                </a:lnTo>
                <a:lnTo>
                  <a:pt x="104775" y="247650"/>
                </a:lnTo>
                <a:lnTo>
                  <a:pt x="95250" y="247650"/>
                </a:lnTo>
                <a:lnTo>
                  <a:pt x="95250" y="266700"/>
                </a:lnTo>
                <a:lnTo>
                  <a:pt x="85725" y="266700"/>
                </a:lnTo>
                <a:lnTo>
                  <a:pt x="85725" y="314325"/>
                </a:lnTo>
                <a:lnTo>
                  <a:pt x="76200" y="314325"/>
                </a:lnTo>
                <a:lnTo>
                  <a:pt x="76200" y="409575"/>
                </a:lnTo>
                <a:lnTo>
                  <a:pt x="66675" y="409575"/>
                </a:lnTo>
                <a:lnTo>
                  <a:pt x="66675" y="581025"/>
                </a:lnTo>
                <a:lnTo>
                  <a:pt x="76200" y="581025"/>
                </a:lnTo>
                <a:lnTo>
                  <a:pt x="76200" y="647700"/>
                </a:lnTo>
                <a:lnTo>
                  <a:pt x="66675" y="647700"/>
                </a:lnTo>
                <a:lnTo>
                  <a:pt x="66675" y="914400"/>
                </a:lnTo>
                <a:lnTo>
                  <a:pt x="76200" y="914400"/>
                </a:lnTo>
                <a:lnTo>
                  <a:pt x="76200" y="1285875"/>
                </a:lnTo>
                <a:lnTo>
                  <a:pt x="66675" y="1285875"/>
                </a:lnTo>
                <a:lnTo>
                  <a:pt x="66675" y="1333500"/>
                </a:lnTo>
                <a:lnTo>
                  <a:pt x="76200" y="1333500"/>
                </a:lnTo>
                <a:lnTo>
                  <a:pt x="76200" y="1476375"/>
                </a:lnTo>
                <a:lnTo>
                  <a:pt x="66675" y="1476375"/>
                </a:lnTo>
                <a:lnTo>
                  <a:pt x="66675" y="1524000"/>
                </a:lnTo>
                <a:lnTo>
                  <a:pt x="76200" y="1524000"/>
                </a:lnTo>
                <a:lnTo>
                  <a:pt x="76200" y="1695450"/>
                </a:lnTo>
                <a:lnTo>
                  <a:pt x="66675" y="1695450"/>
                </a:lnTo>
                <a:lnTo>
                  <a:pt x="66675" y="2038350"/>
                </a:lnTo>
                <a:lnTo>
                  <a:pt x="57150" y="2038350"/>
                </a:lnTo>
                <a:lnTo>
                  <a:pt x="57150" y="1428750"/>
                </a:lnTo>
                <a:lnTo>
                  <a:pt x="28575" y="1428750"/>
                </a:lnTo>
                <a:lnTo>
                  <a:pt x="28575" y="1343025"/>
                </a:lnTo>
                <a:lnTo>
                  <a:pt x="57150" y="1343025"/>
                </a:lnTo>
                <a:lnTo>
                  <a:pt x="57150" y="333375"/>
                </a:lnTo>
                <a:lnTo>
                  <a:pt x="66675" y="333375"/>
                </a:lnTo>
                <a:lnTo>
                  <a:pt x="66675" y="276225"/>
                </a:lnTo>
                <a:lnTo>
                  <a:pt x="76200" y="276225"/>
                </a:lnTo>
                <a:lnTo>
                  <a:pt x="76200" y="238125"/>
                </a:lnTo>
                <a:lnTo>
                  <a:pt x="85725" y="238125"/>
                </a:lnTo>
                <a:lnTo>
                  <a:pt x="85725" y="219075"/>
                </a:lnTo>
                <a:lnTo>
                  <a:pt x="95250" y="219075"/>
                </a:lnTo>
                <a:lnTo>
                  <a:pt x="95250" y="209550"/>
                </a:lnTo>
                <a:lnTo>
                  <a:pt x="104775" y="209550"/>
                </a:lnTo>
                <a:lnTo>
                  <a:pt x="104775" y="190500"/>
                </a:lnTo>
                <a:lnTo>
                  <a:pt x="114300" y="190500"/>
                </a:lnTo>
                <a:lnTo>
                  <a:pt x="114300" y="180975"/>
                </a:lnTo>
                <a:lnTo>
                  <a:pt x="123825" y="180975"/>
                </a:lnTo>
                <a:close/>
                <a:moveTo>
                  <a:pt x="752475" y="171450"/>
                </a:moveTo>
                <a:lnTo>
                  <a:pt x="762000" y="171450"/>
                </a:lnTo>
                <a:lnTo>
                  <a:pt x="762000" y="180975"/>
                </a:lnTo>
                <a:lnTo>
                  <a:pt x="752475" y="180975"/>
                </a:lnTo>
                <a:close/>
                <a:moveTo>
                  <a:pt x="1152525" y="171450"/>
                </a:moveTo>
                <a:lnTo>
                  <a:pt x="1162050" y="171450"/>
                </a:lnTo>
                <a:lnTo>
                  <a:pt x="1162050" y="180975"/>
                </a:lnTo>
                <a:lnTo>
                  <a:pt x="1152525" y="180975"/>
                </a:lnTo>
                <a:close/>
                <a:moveTo>
                  <a:pt x="1714500" y="171450"/>
                </a:moveTo>
                <a:lnTo>
                  <a:pt x="1724025" y="171450"/>
                </a:lnTo>
                <a:lnTo>
                  <a:pt x="1724025" y="180975"/>
                </a:lnTo>
                <a:lnTo>
                  <a:pt x="1714500" y="180975"/>
                </a:lnTo>
                <a:close/>
                <a:moveTo>
                  <a:pt x="1724025" y="180975"/>
                </a:moveTo>
                <a:lnTo>
                  <a:pt x="1733550" y="180975"/>
                </a:lnTo>
                <a:lnTo>
                  <a:pt x="1733550" y="190500"/>
                </a:lnTo>
                <a:lnTo>
                  <a:pt x="1724025" y="190500"/>
                </a:lnTo>
                <a:close/>
                <a:moveTo>
                  <a:pt x="714375" y="190500"/>
                </a:moveTo>
                <a:lnTo>
                  <a:pt x="723900" y="190500"/>
                </a:lnTo>
                <a:lnTo>
                  <a:pt x="723900" y="200025"/>
                </a:lnTo>
                <a:lnTo>
                  <a:pt x="714375" y="200025"/>
                </a:lnTo>
                <a:close/>
                <a:moveTo>
                  <a:pt x="1190625" y="190500"/>
                </a:moveTo>
                <a:lnTo>
                  <a:pt x="1200150" y="190500"/>
                </a:lnTo>
                <a:lnTo>
                  <a:pt x="1200150" y="200025"/>
                </a:lnTo>
                <a:lnTo>
                  <a:pt x="1190625" y="200025"/>
                </a:lnTo>
                <a:close/>
                <a:moveTo>
                  <a:pt x="704850" y="200025"/>
                </a:moveTo>
                <a:lnTo>
                  <a:pt x="714375" y="200025"/>
                </a:lnTo>
                <a:lnTo>
                  <a:pt x="714375" y="209550"/>
                </a:lnTo>
                <a:lnTo>
                  <a:pt x="704850" y="209550"/>
                </a:lnTo>
                <a:close/>
                <a:moveTo>
                  <a:pt x="1200150" y="200025"/>
                </a:moveTo>
                <a:lnTo>
                  <a:pt x="1209675" y="200025"/>
                </a:lnTo>
                <a:lnTo>
                  <a:pt x="1209675" y="209550"/>
                </a:lnTo>
                <a:lnTo>
                  <a:pt x="1200150" y="209550"/>
                </a:lnTo>
                <a:close/>
                <a:moveTo>
                  <a:pt x="152400" y="219075"/>
                </a:moveTo>
                <a:lnTo>
                  <a:pt x="161925" y="219075"/>
                </a:lnTo>
                <a:lnTo>
                  <a:pt x="161925" y="228600"/>
                </a:lnTo>
                <a:lnTo>
                  <a:pt x="152400" y="228600"/>
                </a:lnTo>
                <a:close/>
                <a:moveTo>
                  <a:pt x="1209675" y="219075"/>
                </a:moveTo>
                <a:lnTo>
                  <a:pt x="1219200" y="219075"/>
                </a:lnTo>
                <a:lnTo>
                  <a:pt x="1219200" y="228600"/>
                </a:lnTo>
                <a:lnTo>
                  <a:pt x="1209675" y="228600"/>
                </a:lnTo>
                <a:close/>
                <a:moveTo>
                  <a:pt x="1752600" y="219075"/>
                </a:moveTo>
                <a:lnTo>
                  <a:pt x="1762125" y="219075"/>
                </a:lnTo>
                <a:lnTo>
                  <a:pt x="1762125" y="228600"/>
                </a:lnTo>
                <a:lnTo>
                  <a:pt x="1752600" y="228600"/>
                </a:lnTo>
                <a:close/>
                <a:moveTo>
                  <a:pt x="1552575" y="238125"/>
                </a:moveTo>
                <a:lnTo>
                  <a:pt x="1562100" y="238125"/>
                </a:lnTo>
                <a:lnTo>
                  <a:pt x="1562100" y="247650"/>
                </a:lnTo>
                <a:lnTo>
                  <a:pt x="1552575" y="247650"/>
                </a:lnTo>
                <a:close/>
                <a:moveTo>
                  <a:pt x="1543050" y="247650"/>
                </a:moveTo>
                <a:lnTo>
                  <a:pt x="1552575" y="247650"/>
                </a:lnTo>
                <a:lnTo>
                  <a:pt x="1552575" y="257175"/>
                </a:lnTo>
                <a:lnTo>
                  <a:pt x="1543050" y="257175"/>
                </a:lnTo>
                <a:close/>
                <a:moveTo>
                  <a:pt x="1552575" y="257175"/>
                </a:moveTo>
                <a:lnTo>
                  <a:pt x="1562100" y="257175"/>
                </a:lnTo>
                <a:lnTo>
                  <a:pt x="1562100" y="266700"/>
                </a:lnTo>
                <a:lnTo>
                  <a:pt x="1552575" y="266700"/>
                </a:lnTo>
                <a:close/>
                <a:moveTo>
                  <a:pt x="695325" y="266700"/>
                </a:moveTo>
                <a:lnTo>
                  <a:pt x="704850" y="266700"/>
                </a:lnTo>
                <a:lnTo>
                  <a:pt x="704850" y="276225"/>
                </a:lnTo>
                <a:lnTo>
                  <a:pt x="695325" y="276225"/>
                </a:lnTo>
                <a:close/>
                <a:moveTo>
                  <a:pt x="1209675" y="266700"/>
                </a:moveTo>
                <a:lnTo>
                  <a:pt x="1219200" y="266700"/>
                </a:lnTo>
                <a:lnTo>
                  <a:pt x="1219200" y="276225"/>
                </a:lnTo>
                <a:lnTo>
                  <a:pt x="1209675" y="276225"/>
                </a:lnTo>
                <a:close/>
                <a:moveTo>
                  <a:pt x="123825" y="276225"/>
                </a:moveTo>
                <a:lnTo>
                  <a:pt x="133350" y="276225"/>
                </a:lnTo>
                <a:lnTo>
                  <a:pt x="133350" y="285750"/>
                </a:lnTo>
                <a:lnTo>
                  <a:pt x="123825" y="285750"/>
                </a:lnTo>
                <a:close/>
                <a:moveTo>
                  <a:pt x="1781175" y="276225"/>
                </a:moveTo>
                <a:lnTo>
                  <a:pt x="1790700" y="276225"/>
                </a:lnTo>
                <a:lnTo>
                  <a:pt x="1790700" y="285750"/>
                </a:lnTo>
                <a:lnTo>
                  <a:pt x="1781175" y="285750"/>
                </a:lnTo>
                <a:close/>
                <a:moveTo>
                  <a:pt x="704850" y="285750"/>
                </a:moveTo>
                <a:lnTo>
                  <a:pt x="714375" y="285750"/>
                </a:lnTo>
                <a:lnTo>
                  <a:pt x="714375" y="295275"/>
                </a:lnTo>
                <a:lnTo>
                  <a:pt x="704850" y="295275"/>
                </a:lnTo>
                <a:close/>
                <a:moveTo>
                  <a:pt x="1200150" y="285750"/>
                </a:moveTo>
                <a:lnTo>
                  <a:pt x="1209675" y="285750"/>
                </a:lnTo>
                <a:lnTo>
                  <a:pt x="1209675" y="295275"/>
                </a:lnTo>
                <a:lnTo>
                  <a:pt x="1200150" y="295275"/>
                </a:lnTo>
                <a:close/>
                <a:moveTo>
                  <a:pt x="714375" y="295275"/>
                </a:moveTo>
                <a:lnTo>
                  <a:pt x="723900" y="295275"/>
                </a:lnTo>
                <a:lnTo>
                  <a:pt x="723900" y="304800"/>
                </a:lnTo>
                <a:lnTo>
                  <a:pt x="714375" y="304800"/>
                </a:lnTo>
                <a:close/>
                <a:moveTo>
                  <a:pt x="1190625" y="295275"/>
                </a:moveTo>
                <a:lnTo>
                  <a:pt x="1200150" y="295275"/>
                </a:lnTo>
                <a:lnTo>
                  <a:pt x="1200150" y="304800"/>
                </a:lnTo>
                <a:lnTo>
                  <a:pt x="1190625" y="304800"/>
                </a:lnTo>
                <a:close/>
                <a:moveTo>
                  <a:pt x="114300" y="304800"/>
                </a:moveTo>
                <a:lnTo>
                  <a:pt x="123825" y="304800"/>
                </a:lnTo>
                <a:lnTo>
                  <a:pt x="123825" y="323850"/>
                </a:lnTo>
                <a:lnTo>
                  <a:pt x="114300" y="323850"/>
                </a:lnTo>
                <a:close/>
                <a:moveTo>
                  <a:pt x="1790700" y="323850"/>
                </a:moveTo>
                <a:lnTo>
                  <a:pt x="1800225" y="323850"/>
                </a:lnTo>
                <a:lnTo>
                  <a:pt x="1800225" y="342900"/>
                </a:lnTo>
                <a:lnTo>
                  <a:pt x="1790700" y="342900"/>
                </a:lnTo>
                <a:close/>
                <a:moveTo>
                  <a:pt x="104775" y="400050"/>
                </a:moveTo>
                <a:lnTo>
                  <a:pt x="114300" y="400050"/>
                </a:lnTo>
                <a:lnTo>
                  <a:pt x="114300" y="1905000"/>
                </a:lnTo>
                <a:lnTo>
                  <a:pt x="104775" y="1905000"/>
                </a:lnTo>
                <a:close/>
                <a:moveTo>
                  <a:pt x="1181100" y="1019175"/>
                </a:moveTo>
                <a:lnTo>
                  <a:pt x="1504950" y="1019175"/>
                </a:lnTo>
                <a:lnTo>
                  <a:pt x="1504950" y="1028700"/>
                </a:lnTo>
                <a:lnTo>
                  <a:pt x="1562100" y="1028700"/>
                </a:lnTo>
                <a:lnTo>
                  <a:pt x="1562100" y="1019175"/>
                </a:lnTo>
                <a:lnTo>
                  <a:pt x="1676400" y="1019175"/>
                </a:lnTo>
                <a:lnTo>
                  <a:pt x="1676400" y="1028700"/>
                </a:lnTo>
                <a:lnTo>
                  <a:pt x="1685925" y="1028700"/>
                </a:lnTo>
                <a:lnTo>
                  <a:pt x="1685925" y="1038225"/>
                </a:lnTo>
                <a:lnTo>
                  <a:pt x="1695450" y="1038225"/>
                </a:lnTo>
                <a:lnTo>
                  <a:pt x="1695450" y="1057275"/>
                </a:lnTo>
                <a:lnTo>
                  <a:pt x="1685925" y="1057275"/>
                </a:lnTo>
                <a:lnTo>
                  <a:pt x="1685925" y="1047750"/>
                </a:lnTo>
                <a:lnTo>
                  <a:pt x="1676400" y="1047750"/>
                </a:lnTo>
                <a:lnTo>
                  <a:pt x="1676400" y="1066800"/>
                </a:lnTo>
                <a:lnTo>
                  <a:pt x="1657350" y="1066800"/>
                </a:lnTo>
                <a:lnTo>
                  <a:pt x="1657350" y="1085850"/>
                </a:lnTo>
                <a:lnTo>
                  <a:pt x="1514475" y="1085850"/>
                </a:lnTo>
                <a:lnTo>
                  <a:pt x="1514475" y="1095375"/>
                </a:lnTo>
                <a:lnTo>
                  <a:pt x="1457325" y="1095375"/>
                </a:lnTo>
                <a:lnTo>
                  <a:pt x="1457325" y="1085850"/>
                </a:lnTo>
                <a:lnTo>
                  <a:pt x="1371600" y="1085850"/>
                </a:lnTo>
                <a:lnTo>
                  <a:pt x="1371600" y="1076325"/>
                </a:lnTo>
                <a:lnTo>
                  <a:pt x="1333500" y="1076325"/>
                </a:lnTo>
                <a:lnTo>
                  <a:pt x="1333500" y="1085850"/>
                </a:lnTo>
                <a:lnTo>
                  <a:pt x="1323975" y="1085850"/>
                </a:lnTo>
                <a:lnTo>
                  <a:pt x="1323975" y="1123950"/>
                </a:lnTo>
                <a:lnTo>
                  <a:pt x="1352550" y="1123950"/>
                </a:lnTo>
                <a:lnTo>
                  <a:pt x="1352550" y="1133475"/>
                </a:lnTo>
                <a:lnTo>
                  <a:pt x="1428750" y="1133475"/>
                </a:lnTo>
                <a:lnTo>
                  <a:pt x="1428750" y="1123950"/>
                </a:lnTo>
                <a:lnTo>
                  <a:pt x="1476375" y="1123950"/>
                </a:lnTo>
                <a:lnTo>
                  <a:pt x="1476375" y="1133475"/>
                </a:lnTo>
                <a:lnTo>
                  <a:pt x="1485900" y="1133475"/>
                </a:lnTo>
                <a:lnTo>
                  <a:pt x="1485900" y="1123950"/>
                </a:lnTo>
                <a:lnTo>
                  <a:pt x="1495425" y="1123950"/>
                </a:lnTo>
                <a:lnTo>
                  <a:pt x="1495425" y="1114425"/>
                </a:lnTo>
                <a:lnTo>
                  <a:pt x="1514475" y="1114425"/>
                </a:lnTo>
                <a:lnTo>
                  <a:pt x="1514475" y="1123950"/>
                </a:lnTo>
                <a:lnTo>
                  <a:pt x="1543050" y="1123950"/>
                </a:lnTo>
                <a:lnTo>
                  <a:pt x="1543050" y="1133475"/>
                </a:lnTo>
                <a:lnTo>
                  <a:pt x="1562100" y="1133475"/>
                </a:lnTo>
                <a:lnTo>
                  <a:pt x="1562100" y="1123950"/>
                </a:lnTo>
                <a:lnTo>
                  <a:pt x="1619250" y="1123950"/>
                </a:lnTo>
                <a:lnTo>
                  <a:pt x="1619250" y="1133475"/>
                </a:lnTo>
                <a:lnTo>
                  <a:pt x="1647825" y="1133475"/>
                </a:lnTo>
                <a:lnTo>
                  <a:pt x="1647825" y="1123950"/>
                </a:lnTo>
                <a:lnTo>
                  <a:pt x="1657350" y="1123950"/>
                </a:lnTo>
                <a:lnTo>
                  <a:pt x="1657350" y="1114425"/>
                </a:lnTo>
                <a:lnTo>
                  <a:pt x="1676400" y="1114425"/>
                </a:lnTo>
                <a:lnTo>
                  <a:pt x="1676400" y="1123950"/>
                </a:lnTo>
                <a:lnTo>
                  <a:pt x="1685925" y="1123950"/>
                </a:lnTo>
                <a:lnTo>
                  <a:pt x="1685925" y="1114425"/>
                </a:lnTo>
                <a:lnTo>
                  <a:pt x="1695450" y="1114425"/>
                </a:lnTo>
                <a:lnTo>
                  <a:pt x="1695450" y="1133475"/>
                </a:lnTo>
                <a:lnTo>
                  <a:pt x="1704975" y="1133475"/>
                </a:lnTo>
                <a:lnTo>
                  <a:pt x="1704975" y="1162050"/>
                </a:lnTo>
                <a:lnTo>
                  <a:pt x="1695450" y="1162050"/>
                </a:lnTo>
                <a:lnTo>
                  <a:pt x="1695450" y="1171575"/>
                </a:lnTo>
                <a:lnTo>
                  <a:pt x="1676400" y="1171575"/>
                </a:lnTo>
                <a:lnTo>
                  <a:pt x="1676400" y="1162050"/>
                </a:lnTo>
                <a:lnTo>
                  <a:pt x="1657350" y="1162050"/>
                </a:lnTo>
                <a:lnTo>
                  <a:pt x="1657350" y="1171575"/>
                </a:lnTo>
                <a:lnTo>
                  <a:pt x="1647825" y="1171575"/>
                </a:lnTo>
                <a:lnTo>
                  <a:pt x="1647825" y="1162050"/>
                </a:lnTo>
                <a:lnTo>
                  <a:pt x="1619250" y="1162050"/>
                </a:lnTo>
                <a:lnTo>
                  <a:pt x="1619250" y="1171575"/>
                </a:lnTo>
                <a:lnTo>
                  <a:pt x="1609725" y="1171575"/>
                </a:lnTo>
                <a:lnTo>
                  <a:pt x="1609725" y="1181100"/>
                </a:lnTo>
                <a:lnTo>
                  <a:pt x="1600200" y="1181100"/>
                </a:lnTo>
                <a:lnTo>
                  <a:pt x="1600200" y="1190625"/>
                </a:lnTo>
                <a:lnTo>
                  <a:pt x="1581150" y="1190625"/>
                </a:lnTo>
                <a:lnTo>
                  <a:pt x="1581150" y="1181100"/>
                </a:lnTo>
                <a:lnTo>
                  <a:pt x="1571625" y="1181100"/>
                </a:lnTo>
                <a:lnTo>
                  <a:pt x="1571625" y="1190625"/>
                </a:lnTo>
                <a:lnTo>
                  <a:pt x="1552575" y="1190625"/>
                </a:lnTo>
                <a:lnTo>
                  <a:pt x="1552575" y="1181100"/>
                </a:lnTo>
                <a:lnTo>
                  <a:pt x="1543050" y="1181100"/>
                </a:lnTo>
                <a:lnTo>
                  <a:pt x="1543050" y="1190625"/>
                </a:lnTo>
                <a:lnTo>
                  <a:pt x="1200150" y="1190625"/>
                </a:lnTo>
                <a:lnTo>
                  <a:pt x="1200150" y="1181100"/>
                </a:lnTo>
                <a:lnTo>
                  <a:pt x="1181100" y="1181100"/>
                </a:lnTo>
                <a:lnTo>
                  <a:pt x="1181100" y="1171575"/>
                </a:lnTo>
                <a:lnTo>
                  <a:pt x="1171575" y="1171575"/>
                </a:lnTo>
                <a:lnTo>
                  <a:pt x="1171575" y="1028700"/>
                </a:lnTo>
                <a:lnTo>
                  <a:pt x="1181100" y="1028700"/>
                </a:lnTo>
                <a:close/>
                <a:moveTo>
                  <a:pt x="1285875" y="1104900"/>
                </a:moveTo>
                <a:lnTo>
                  <a:pt x="1295400" y="1104900"/>
                </a:lnTo>
                <a:lnTo>
                  <a:pt x="1295400" y="1095375"/>
                </a:lnTo>
                <a:lnTo>
                  <a:pt x="1285875" y="1095375"/>
                </a:lnTo>
                <a:lnTo>
                  <a:pt x="1285875" y="1085850"/>
                </a:lnTo>
                <a:lnTo>
                  <a:pt x="1266825" y="1085850"/>
                </a:lnTo>
                <a:lnTo>
                  <a:pt x="1266825" y="1076325"/>
                </a:lnTo>
                <a:lnTo>
                  <a:pt x="1257300" y="1076325"/>
                </a:lnTo>
                <a:lnTo>
                  <a:pt x="1257300" y="1085850"/>
                </a:lnTo>
                <a:lnTo>
                  <a:pt x="1238250" y="1085850"/>
                </a:lnTo>
                <a:lnTo>
                  <a:pt x="1238250" y="1123950"/>
                </a:lnTo>
                <a:lnTo>
                  <a:pt x="1276350" y="1123950"/>
                </a:lnTo>
                <a:lnTo>
                  <a:pt x="1276350" y="1114425"/>
                </a:lnTo>
                <a:lnTo>
                  <a:pt x="1285875" y="1114425"/>
                </a:lnTo>
                <a:close/>
              </a:path>
            </a:pathLst>
          </a:custGeom>
          <a:solidFill xmlns:a="http://schemas.openxmlformats.org/drawingml/2006/main">
            <a:srgbClr val="272B27"/>
          </a:solidFill>
          <a:ln xmlns:a="http://schemas.openxmlformats.org/drawingml/2006/main" w="0">
            <a:noFill/>
          </a:ln>
        </p:spPr>
      </p:sp>
      <p:sp>
        <p:nvSpPr>
          <p:cNvPr id="151" name="sales vector #020201">
            <a:extLst xmlns:a="http://schemas.openxmlformats.org/drawingml/2006/main">
              <a:ext uri="{FF2B5EF4-FFF2-40B4-BE49-F238E27FC236}">
                <a16:creationId xmlns:a16="http://schemas.microsoft.com/office/drawing/2014/main" id="{29FA2D4C-AEA8-407D-9C44-5E230EEC328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5381625" y="4914900"/>
            <a:ext cx="2247900" cy="2400300"/>
          </a:xfrm>
          <a:custGeom xmlns:a="http://schemas.openxmlformats.org/drawingml/2006/main">
            <a:pathLst>
              <a:path w="1905000" h="2038350">
                <a:moveTo>
                  <a:pt x="409575" y="66675"/>
                </a:moveTo>
                <a:lnTo>
                  <a:pt x="609600" y="66675"/>
                </a:lnTo>
                <a:lnTo>
                  <a:pt x="609600" y="76200"/>
                </a:lnTo>
                <a:lnTo>
                  <a:pt x="1333500" y="76200"/>
                </a:lnTo>
                <a:lnTo>
                  <a:pt x="1333500" y="66675"/>
                </a:lnTo>
                <a:lnTo>
                  <a:pt x="1504950" y="66675"/>
                </a:lnTo>
                <a:lnTo>
                  <a:pt x="1504950" y="76200"/>
                </a:lnTo>
                <a:lnTo>
                  <a:pt x="1600200" y="76200"/>
                </a:lnTo>
                <a:lnTo>
                  <a:pt x="1600200" y="85725"/>
                </a:lnTo>
                <a:lnTo>
                  <a:pt x="1638300" y="85725"/>
                </a:lnTo>
                <a:lnTo>
                  <a:pt x="1638300" y="95250"/>
                </a:lnTo>
                <a:lnTo>
                  <a:pt x="1657350" y="95250"/>
                </a:lnTo>
                <a:lnTo>
                  <a:pt x="1657350" y="104775"/>
                </a:lnTo>
                <a:lnTo>
                  <a:pt x="1685925" y="104775"/>
                </a:lnTo>
                <a:lnTo>
                  <a:pt x="1685925" y="114300"/>
                </a:lnTo>
                <a:lnTo>
                  <a:pt x="1704975" y="114300"/>
                </a:lnTo>
                <a:lnTo>
                  <a:pt x="1704975" y="123825"/>
                </a:lnTo>
                <a:lnTo>
                  <a:pt x="1714500" y="123825"/>
                </a:lnTo>
                <a:lnTo>
                  <a:pt x="1714500" y="133350"/>
                </a:lnTo>
                <a:lnTo>
                  <a:pt x="1733550" y="133350"/>
                </a:lnTo>
                <a:lnTo>
                  <a:pt x="1733550" y="142875"/>
                </a:lnTo>
                <a:lnTo>
                  <a:pt x="1743075" y="142875"/>
                </a:lnTo>
                <a:lnTo>
                  <a:pt x="1743075" y="152400"/>
                </a:lnTo>
                <a:lnTo>
                  <a:pt x="1752600" y="152400"/>
                </a:lnTo>
                <a:lnTo>
                  <a:pt x="1752600" y="161925"/>
                </a:lnTo>
                <a:lnTo>
                  <a:pt x="1762125" y="161925"/>
                </a:lnTo>
                <a:lnTo>
                  <a:pt x="1762125" y="171450"/>
                </a:lnTo>
                <a:lnTo>
                  <a:pt x="1771650" y="171450"/>
                </a:lnTo>
                <a:lnTo>
                  <a:pt x="1771650" y="180975"/>
                </a:lnTo>
                <a:lnTo>
                  <a:pt x="1781175" y="180975"/>
                </a:lnTo>
                <a:lnTo>
                  <a:pt x="1781175" y="200025"/>
                </a:lnTo>
                <a:lnTo>
                  <a:pt x="1790700" y="200025"/>
                </a:lnTo>
                <a:lnTo>
                  <a:pt x="1790700" y="219075"/>
                </a:lnTo>
                <a:lnTo>
                  <a:pt x="1800225" y="219075"/>
                </a:lnTo>
                <a:lnTo>
                  <a:pt x="1800225" y="238125"/>
                </a:lnTo>
                <a:lnTo>
                  <a:pt x="1809750" y="238125"/>
                </a:lnTo>
                <a:lnTo>
                  <a:pt x="1809750" y="257175"/>
                </a:lnTo>
                <a:lnTo>
                  <a:pt x="1819275" y="257175"/>
                </a:lnTo>
                <a:lnTo>
                  <a:pt x="1819275" y="304800"/>
                </a:lnTo>
                <a:lnTo>
                  <a:pt x="1828800" y="304800"/>
                </a:lnTo>
                <a:lnTo>
                  <a:pt x="1828800" y="361950"/>
                </a:lnTo>
                <a:lnTo>
                  <a:pt x="1838325" y="361950"/>
                </a:lnTo>
                <a:lnTo>
                  <a:pt x="1838325" y="1066800"/>
                </a:lnTo>
                <a:lnTo>
                  <a:pt x="1828800" y="1066800"/>
                </a:lnTo>
                <a:lnTo>
                  <a:pt x="1828800" y="1133475"/>
                </a:lnTo>
                <a:lnTo>
                  <a:pt x="1838325" y="1133475"/>
                </a:lnTo>
                <a:lnTo>
                  <a:pt x="1838325" y="1666875"/>
                </a:lnTo>
                <a:lnTo>
                  <a:pt x="1828800" y="1666875"/>
                </a:lnTo>
                <a:lnTo>
                  <a:pt x="1828800" y="1685925"/>
                </a:lnTo>
                <a:lnTo>
                  <a:pt x="1838325" y="1685925"/>
                </a:lnTo>
                <a:lnTo>
                  <a:pt x="1838325" y="2028825"/>
                </a:lnTo>
                <a:lnTo>
                  <a:pt x="1828800" y="2028825"/>
                </a:lnTo>
                <a:lnTo>
                  <a:pt x="1828800" y="2038350"/>
                </a:lnTo>
                <a:lnTo>
                  <a:pt x="1800225" y="2038350"/>
                </a:lnTo>
                <a:lnTo>
                  <a:pt x="1800225" y="323850"/>
                </a:lnTo>
                <a:lnTo>
                  <a:pt x="1790700" y="323850"/>
                </a:lnTo>
                <a:lnTo>
                  <a:pt x="1790700" y="276225"/>
                </a:lnTo>
                <a:lnTo>
                  <a:pt x="1781175" y="276225"/>
                </a:lnTo>
                <a:lnTo>
                  <a:pt x="1781175" y="257175"/>
                </a:lnTo>
                <a:lnTo>
                  <a:pt x="1771650" y="257175"/>
                </a:lnTo>
                <a:lnTo>
                  <a:pt x="1771650" y="238125"/>
                </a:lnTo>
                <a:lnTo>
                  <a:pt x="1762125" y="238125"/>
                </a:lnTo>
                <a:lnTo>
                  <a:pt x="1762125" y="219075"/>
                </a:lnTo>
                <a:lnTo>
                  <a:pt x="1752600" y="219075"/>
                </a:lnTo>
                <a:lnTo>
                  <a:pt x="1752600" y="209550"/>
                </a:lnTo>
                <a:lnTo>
                  <a:pt x="1743075" y="209550"/>
                </a:lnTo>
                <a:lnTo>
                  <a:pt x="1743075" y="200025"/>
                </a:lnTo>
                <a:lnTo>
                  <a:pt x="1733550" y="200025"/>
                </a:lnTo>
                <a:lnTo>
                  <a:pt x="1733550" y="180975"/>
                </a:lnTo>
                <a:lnTo>
                  <a:pt x="1724025" y="180975"/>
                </a:lnTo>
                <a:lnTo>
                  <a:pt x="1724025" y="171450"/>
                </a:lnTo>
                <a:lnTo>
                  <a:pt x="1704975" y="171450"/>
                </a:lnTo>
                <a:lnTo>
                  <a:pt x="1704975" y="161925"/>
                </a:lnTo>
                <a:lnTo>
                  <a:pt x="1695450" y="161925"/>
                </a:lnTo>
                <a:lnTo>
                  <a:pt x="1695450" y="152400"/>
                </a:lnTo>
                <a:lnTo>
                  <a:pt x="1676400" y="152400"/>
                </a:lnTo>
                <a:lnTo>
                  <a:pt x="1676400" y="142875"/>
                </a:lnTo>
                <a:lnTo>
                  <a:pt x="1666875" y="142875"/>
                </a:lnTo>
                <a:lnTo>
                  <a:pt x="1666875" y="133350"/>
                </a:lnTo>
                <a:lnTo>
                  <a:pt x="1647825" y="133350"/>
                </a:lnTo>
                <a:lnTo>
                  <a:pt x="1647825" y="123825"/>
                </a:lnTo>
                <a:lnTo>
                  <a:pt x="1609725" y="123825"/>
                </a:lnTo>
                <a:lnTo>
                  <a:pt x="1609725" y="114300"/>
                </a:lnTo>
                <a:lnTo>
                  <a:pt x="1543050" y="114300"/>
                </a:lnTo>
                <a:lnTo>
                  <a:pt x="1543050" y="104775"/>
                </a:lnTo>
                <a:lnTo>
                  <a:pt x="371475" y="104775"/>
                </a:lnTo>
                <a:lnTo>
                  <a:pt x="371475" y="114300"/>
                </a:lnTo>
                <a:lnTo>
                  <a:pt x="304800" y="114300"/>
                </a:lnTo>
                <a:lnTo>
                  <a:pt x="304800" y="123825"/>
                </a:lnTo>
                <a:lnTo>
                  <a:pt x="276225" y="123825"/>
                </a:lnTo>
                <a:lnTo>
                  <a:pt x="276225" y="133350"/>
                </a:lnTo>
                <a:lnTo>
                  <a:pt x="247650" y="133350"/>
                </a:lnTo>
                <a:lnTo>
                  <a:pt x="247650" y="142875"/>
                </a:lnTo>
                <a:lnTo>
                  <a:pt x="238125" y="142875"/>
                </a:lnTo>
                <a:lnTo>
                  <a:pt x="238125" y="152400"/>
                </a:lnTo>
                <a:lnTo>
                  <a:pt x="219075" y="152400"/>
                </a:lnTo>
                <a:lnTo>
                  <a:pt x="219075" y="161925"/>
                </a:lnTo>
                <a:lnTo>
                  <a:pt x="209550" y="161925"/>
                </a:lnTo>
                <a:lnTo>
                  <a:pt x="209550" y="171450"/>
                </a:lnTo>
                <a:lnTo>
                  <a:pt x="200025" y="171450"/>
                </a:lnTo>
                <a:lnTo>
                  <a:pt x="200025" y="180975"/>
                </a:lnTo>
                <a:lnTo>
                  <a:pt x="190500" y="180975"/>
                </a:lnTo>
                <a:lnTo>
                  <a:pt x="190500" y="190500"/>
                </a:lnTo>
                <a:lnTo>
                  <a:pt x="180975" y="190500"/>
                </a:lnTo>
                <a:lnTo>
                  <a:pt x="180975" y="200025"/>
                </a:lnTo>
                <a:lnTo>
                  <a:pt x="171450" y="200025"/>
                </a:lnTo>
                <a:lnTo>
                  <a:pt x="171450" y="209550"/>
                </a:lnTo>
                <a:lnTo>
                  <a:pt x="161925" y="209550"/>
                </a:lnTo>
                <a:lnTo>
                  <a:pt x="161925" y="219075"/>
                </a:lnTo>
                <a:lnTo>
                  <a:pt x="152400" y="219075"/>
                </a:lnTo>
                <a:lnTo>
                  <a:pt x="152400" y="238125"/>
                </a:lnTo>
                <a:lnTo>
                  <a:pt x="142875" y="238125"/>
                </a:lnTo>
                <a:lnTo>
                  <a:pt x="142875" y="257175"/>
                </a:lnTo>
                <a:lnTo>
                  <a:pt x="133350" y="257175"/>
                </a:lnTo>
                <a:lnTo>
                  <a:pt x="133350" y="276225"/>
                </a:lnTo>
                <a:lnTo>
                  <a:pt x="123825" y="276225"/>
                </a:lnTo>
                <a:lnTo>
                  <a:pt x="123825" y="304800"/>
                </a:lnTo>
                <a:lnTo>
                  <a:pt x="114300" y="304800"/>
                </a:lnTo>
                <a:lnTo>
                  <a:pt x="114300" y="400050"/>
                </a:lnTo>
                <a:lnTo>
                  <a:pt x="104775" y="400050"/>
                </a:lnTo>
                <a:lnTo>
                  <a:pt x="104775" y="2038350"/>
                </a:lnTo>
                <a:lnTo>
                  <a:pt x="66675" y="2038350"/>
                </a:lnTo>
                <a:lnTo>
                  <a:pt x="66675" y="1695450"/>
                </a:lnTo>
                <a:lnTo>
                  <a:pt x="76200" y="1695450"/>
                </a:lnTo>
                <a:lnTo>
                  <a:pt x="76200" y="1524000"/>
                </a:lnTo>
                <a:lnTo>
                  <a:pt x="66675" y="1524000"/>
                </a:lnTo>
                <a:lnTo>
                  <a:pt x="66675" y="1476375"/>
                </a:lnTo>
                <a:lnTo>
                  <a:pt x="76200" y="1476375"/>
                </a:lnTo>
                <a:lnTo>
                  <a:pt x="76200" y="1333500"/>
                </a:lnTo>
                <a:lnTo>
                  <a:pt x="66675" y="1333500"/>
                </a:lnTo>
                <a:lnTo>
                  <a:pt x="66675" y="1285875"/>
                </a:lnTo>
                <a:lnTo>
                  <a:pt x="76200" y="1285875"/>
                </a:lnTo>
                <a:lnTo>
                  <a:pt x="76200" y="914400"/>
                </a:lnTo>
                <a:lnTo>
                  <a:pt x="66675" y="914400"/>
                </a:lnTo>
                <a:lnTo>
                  <a:pt x="66675" y="647700"/>
                </a:lnTo>
                <a:lnTo>
                  <a:pt x="76200" y="647700"/>
                </a:lnTo>
                <a:lnTo>
                  <a:pt x="76200" y="581025"/>
                </a:lnTo>
                <a:lnTo>
                  <a:pt x="66675" y="581025"/>
                </a:lnTo>
                <a:lnTo>
                  <a:pt x="66675" y="409575"/>
                </a:lnTo>
                <a:lnTo>
                  <a:pt x="76200" y="409575"/>
                </a:lnTo>
                <a:lnTo>
                  <a:pt x="76200" y="314325"/>
                </a:lnTo>
                <a:lnTo>
                  <a:pt x="85725" y="314325"/>
                </a:lnTo>
                <a:lnTo>
                  <a:pt x="85725" y="266700"/>
                </a:lnTo>
                <a:lnTo>
                  <a:pt x="95250" y="266700"/>
                </a:lnTo>
                <a:lnTo>
                  <a:pt x="95250" y="247650"/>
                </a:lnTo>
                <a:lnTo>
                  <a:pt x="104775" y="247650"/>
                </a:lnTo>
                <a:lnTo>
                  <a:pt x="104775" y="219075"/>
                </a:lnTo>
                <a:lnTo>
                  <a:pt x="114300" y="219075"/>
                </a:lnTo>
                <a:lnTo>
                  <a:pt x="114300" y="209550"/>
                </a:lnTo>
                <a:lnTo>
                  <a:pt x="123825" y="209550"/>
                </a:lnTo>
                <a:lnTo>
                  <a:pt x="123825" y="190500"/>
                </a:lnTo>
                <a:lnTo>
                  <a:pt x="133350" y="190500"/>
                </a:lnTo>
                <a:lnTo>
                  <a:pt x="133350" y="171450"/>
                </a:lnTo>
                <a:lnTo>
                  <a:pt x="142875" y="171450"/>
                </a:lnTo>
                <a:lnTo>
                  <a:pt x="142875" y="161925"/>
                </a:lnTo>
                <a:lnTo>
                  <a:pt x="152400" y="161925"/>
                </a:lnTo>
                <a:lnTo>
                  <a:pt x="152400" y="152400"/>
                </a:lnTo>
                <a:lnTo>
                  <a:pt x="161925" y="152400"/>
                </a:lnTo>
                <a:lnTo>
                  <a:pt x="161925" y="142875"/>
                </a:lnTo>
                <a:lnTo>
                  <a:pt x="180975" y="142875"/>
                </a:lnTo>
                <a:lnTo>
                  <a:pt x="180975" y="133350"/>
                </a:lnTo>
                <a:lnTo>
                  <a:pt x="190500" y="133350"/>
                </a:lnTo>
                <a:lnTo>
                  <a:pt x="190500" y="123825"/>
                </a:lnTo>
                <a:lnTo>
                  <a:pt x="209550" y="123825"/>
                </a:lnTo>
                <a:lnTo>
                  <a:pt x="209550" y="114300"/>
                </a:lnTo>
                <a:lnTo>
                  <a:pt x="228600" y="114300"/>
                </a:lnTo>
                <a:lnTo>
                  <a:pt x="228600" y="104775"/>
                </a:lnTo>
                <a:lnTo>
                  <a:pt x="247650" y="104775"/>
                </a:lnTo>
                <a:lnTo>
                  <a:pt x="247650" y="95250"/>
                </a:lnTo>
                <a:lnTo>
                  <a:pt x="276225" y="95250"/>
                </a:lnTo>
                <a:lnTo>
                  <a:pt x="276225" y="85725"/>
                </a:lnTo>
                <a:lnTo>
                  <a:pt x="314325" y="85725"/>
                </a:lnTo>
                <a:lnTo>
                  <a:pt x="314325" y="76200"/>
                </a:lnTo>
                <a:lnTo>
                  <a:pt x="409575" y="76200"/>
                </a:lnTo>
                <a:close/>
                <a:moveTo>
                  <a:pt x="762000" y="171450"/>
                </a:moveTo>
                <a:lnTo>
                  <a:pt x="1152525" y="171450"/>
                </a:lnTo>
                <a:lnTo>
                  <a:pt x="1152525" y="180975"/>
                </a:lnTo>
                <a:lnTo>
                  <a:pt x="1181100" y="180975"/>
                </a:lnTo>
                <a:lnTo>
                  <a:pt x="1181100" y="190500"/>
                </a:lnTo>
                <a:lnTo>
                  <a:pt x="1190625" y="190500"/>
                </a:lnTo>
                <a:lnTo>
                  <a:pt x="1190625" y="200025"/>
                </a:lnTo>
                <a:lnTo>
                  <a:pt x="1200150" y="200025"/>
                </a:lnTo>
                <a:lnTo>
                  <a:pt x="1200150" y="209550"/>
                </a:lnTo>
                <a:lnTo>
                  <a:pt x="1209675" y="209550"/>
                </a:lnTo>
                <a:lnTo>
                  <a:pt x="1209675" y="228600"/>
                </a:lnTo>
                <a:lnTo>
                  <a:pt x="1219200" y="228600"/>
                </a:lnTo>
                <a:lnTo>
                  <a:pt x="1219200" y="266700"/>
                </a:lnTo>
                <a:lnTo>
                  <a:pt x="1209675" y="266700"/>
                </a:lnTo>
                <a:lnTo>
                  <a:pt x="1209675" y="285750"/>
                </a:lnTo>
                <a:lnTo>
                  <a:pt x="1200150" y="285750"/>
                </a:lnTo>
                <a:lnTo>
                  <a:pt x="1200150" y="295275"/>
                </a:lnTo>
                <a:lnTo>
                  <a:pt x="1190625" y="295275"/>
                </a:lnTo>
                <a:lnTo>
                  <a:pt x="1190625" y="304800"/>
                </a:lnTo>
                <a:lnTo>
                  <a:pt x="1181100" y="304800"/>
                </a:lnTo>
                <a:lnTo>
                  <a:pt x="1181100" y="314325"/>
                </a:lnTo>
                <a:lnTo>
                  <a:pt x="1162050" y="314325"/>
                </a:lnTo>
                <a:lnTo>
                  <a:pt x="1162050" y="323850"/>
                </a:lnTo>
                <a:lnTo>
                  <a:pt x="752475" y="323850"/>
                </a:lnTo>
                <a:lnTo>
                  <a:pt x="752475" y="314325"/>
                </a:lnTo>
                <a:lnTo>
                  <a:pt x="733425" y="314325"/>
                </a:lnTo>
                <a:lnTo>
                  <a:pt x="733425" y="304800"/>
                </a:lnTo>
                <a:lnTo>
                  <a:pt x="723900" y="304800"/>
                </a:lnTo>
                <a:lnTo>
                  <a:pt x="723900" y="295275"/>
                </a:lnTo>
                <a:lnTo>
                  <a:pt x="714375" y="295275"/>
                </a:lnTo>
                <a:lnTo>
                  <a:pt x="714375" y="285750"/>
                </a:lnTo>
                <a:lnTo>
                  <a:pt x="704850" y="285750"/>
                </a:lnTo>
                <a:lnTo>
                  <a:pt x="704850" y="266700"/>
                </a:lnTo>
                <a:lnTo>
                  <a:pt x="695325" y="266700"/>
                </a:lnTo>
                <a:lnTo>
                  <a:pt x="695325" y="228600"/>
                </a:lnTo>
                <a:lnTo>
                  <a:pt x="704850" y="228600"/>
                </a:lnTo>
                <a:lnTo>
                  <a:pt x="704850" y="209550"/>
                </a:lnTo>
                <a:lnTo>
                  <a:pt x="714375" y="209550"/>
                </a:lnTo>
                <a:lnTo>
                  <a:pt x="714375" y="200025"/>
                </a:lnTo>
                <a:lnTo>
                  <a:pt x="723900" y="200025"/>
                </a:lnTo>
                <a:lnTo>
                  <a:pt x="723900" y="190500"/>
                </a:lnTo>
                <a:lnTo>
                  <a:pt x="733425" y="190500"/>
                </a:lnTo>
                <a:lnTo>
                  <a:pt x="733425" y="180975"/>
                </a:lnTo>
                <a:lnTo>
                  <a:pt x="762000" y="180975"/>
                </a:lnTo>
                <a:close/>
                <a:moveTo>
                  <a:pt x="1562100" y="238125"/>
                </a:moveTo>
                <a:lnTo>
                  <a:pt x="1619250" y="238125"/>
                </a:lnTo>
                <a:lnTo>
                  <a:pt x="1619250" y="247650"/>
                </a:lnTo>
                <a:lnTo>
                  <a:pt x="1628775" y="247650"/>
                </a:lnTo>
                <a:lnTo>
                  <a:pt x="1628775" y="257175"/>
                </a:lnTo>
                <a:lnTo>
                  <a:pt x="1619250" y="257175"/>
                </a:lnTo>
                <a:lnTo>
                  <a:pt x="1619250" y="266700"/>
                </a:lnTo>
                <a:lnTo>
                  <a:pt x="1562100" y="266700"/>
                </a:lnTo>
                <a:lnTo>
                  <a:pt x="1562100" y="257175"/>
                </a:lnTo>
                <a:lnTo>
                  <a:pt x="1552575" y="257175"/>
                </a:lnTo>
                <a:lnTo>
                  <a:pt x="1552575" y="247650"/>
                </a:lnTo>
                <a:lnTo>
                  <a:pt x="1562100" y="247650"/>
                </a:lnTo>
                <a:close/>
              </a:path>
            </a:pathLst>
          </a:custGeom>
          <a:solidFill xmlns:a="http://schemas.openxmlformats.org/drawingml/2006/main">
            <a:srgbClr val="020201"/>
          </a:solidFill>
          <a:ln xmlns:a="http://schemas.openxmlformats.org/drawingml/2006/main" w="0">
            <a:noFill/>
          </a:ln>
        </p:spPr>
      </p:sp>
    </p:spTree>
    <p:extLst>
      <p:ext uri="{BB962C8B-B14F-4D97-AF65-F5344CB8AC3E}">
        <p14:creationId xmlns:p14="http://schemas.microsoft.com/office/powerpoint/2010/main" val="220443832"/>
      </p:ext>
    </p:extLst>
  </p:cSld>
</p:sld>
</file>

<file path=ppt/slides/slide7.xml><?xml version="1.0" encoding="utf-8"?>
<p:sld xmlns:p="http://schemas.openxmlformats.org/presentationml/2006/main">
  <p:cSld>
    <p:bg>
      <p:bgPr>
        <a:solidFill xmlns:a="http://schemas.openxmlformats.org/drawingml/2006/main">
          <a:srgbClr val="F5F2E8"/>
        </a:solidFill>
      </p:bgPr>
    </p:bg>
    <p:spTree>
      <p:nvGrpSpPr>
        <p:cNvPr id="1" name=""/>
        <p:cNvGrpSpPr/>
        <p:nvPr/>
      </p:nvGrpSpPr>
      <p:grpSpPr>
        <a:xfrm xmlns:a="http://schemas.openxmlformats.org/drawingml/2006/main"/>
      </p:grpSpPr>
      <p:sp>
        <p:nvSpPr>
          <p:cNvPr id="139" name="">
            <a:extLst xmlns:a="http://schemas.openxmlformats.org/drawingml/2006/main">
              <a:ext uri="{FF2B5EF4-FFF2-40B4-BE49-F238E27FC236}">
                <a16:creationId xmlns:a16="http://schemas.microsoft.com/office/drawing/2014/main" id="{1C4A2F5A-8B53-4623-BAE0-8B925B48C32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077700" y="7153275"/>
            <a:ext cx="990600" cy="17145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l">
              <a:defRPr sz="750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defPPr>
            <a:lvl1pPr algn="l">
              <a:defRPr sz="750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1pPr>
            <a:lvl2pPr algn="l">
              <a:defRPr sz="750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2pPr>
            <a:lvl3pPr algn="l">
              <a:defRPr sz="750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3pPr>
            <a:lvl4pPr algn="l">
              <a:defRPr sz="750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4pPr>
            <a:lvl5pPr algn="l">
              <a:defRPr sz="750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5pPr>
            <a:lvl6pPr algn="l">
              <a:defRPr sz="750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6pPr>
            <a:lvl7pPr algn="l">
              <a:defRPr sz="750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7pPr>
            <a:lvl8pPr algn="l">
              <a:defRPr sz="750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8pPr>
            <a:lvl9pPr algn="l">
              <a:defRPr sz="750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l">
              <a:lnSpc>
                <a:spcPct val="105000"/>
              </a:lnSpc>
              <a:buNone/>
              <a:defRPr sz="750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pPr>
            <a:r>
              <a:rPr sz="750" b="1">
                <a:solidFill>
                  <a:srgbClr val="111111"/>
                </a:solidFill>
                <a:latin typeface="Arial"/>
                <a:ea typeface="Arial"/>
                <a:cs typeface="Arial"/>
              </a:rPr>
              <a:t>Gemini Notebook</a:t>
            </a:r>
          </a:p>
        </p:txBody>
      </p:sp>
      <p:sp>
        <p:nvSpPr>
          <p:cNvPr id="2" name="">
            <a:extLst xmlns:a="http://schemas.openxmlformats.org/drawingml/2006/main">
              <a:ext uri="{FF2B5EF4-FFF2-40B4-BE49-F238E27FC236}">
                <a16:creationId xmlns:a16="http://schemas.microsoft.com/office/drawing/2014/main" id="{8A231A59-E809-424E-A588-FFFD9963897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0" y="0"/>
            <a:ext cx="0" cy="7372350"/>
          </a:xfrm>
          <a:prstGeom xmlns:a="http://schemas.openxmlformats.org/drawingml/2006/main" prst="line">
            <a:avLst/>
          </a:prstGeom>
          <a:noFill xmlns:a="http://schemas.openxmlformats.org/drawingml/2006/main"/>
          <a:ln xmlns:a="http://schemas.openxmlformats.org/drawingml/2006/main" w="7620">
            <a:solidFill>
              <a:srgbClr val="DDD9CD"/>
            </a:solidFill>
          </a:ln>
        </p:spPr>
      </p:sp>
      <p:sp>
        <p:nvSpPr>
          <p:cNvPr id="3" name="">
            <a:extLst xmlns:a="http://schemas.openxmlformats.org/drawingml/2006/main">
              <a:ext uri="{FF2B5EF4-FFF2-40B4-BE49-F238E27FC236}">
                <a16:creationId xmlns:a16="http://schemas.microsoft.com/office/drawing/2014/main" id="{0C63ED35-B5D3-4167-9EA8-AF45CD97D9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95375" y="0"/>
            <a:ext cx="0" cy="7372350"/>
          </a:xfrm>
          <a:prstGeom xmlns:a="http://schemas.openxmlformats.org/drawingml/2006/main" prst="line">
            <a:avLst/>
          </a:prstGeom>
          <a:noFill xmlns:a="http://schemas.openxmlformats.org/drawingml/2006/main"/>
          <a:ln xmlns:a="http://schemas.openxmlformats.org/drawingml/2006/main" w="7620">
            <a:solidFill>
              <a:srgbClr val="DDD9CD"/>
            </a:solidFill>
          </a:ln>
        </p:spPr>
      </p:sp>
      <p:sp>
        <p:nvSpPr>
          <p:cNvPr id="4" name="">
            <a:extLst xmlns:a="http://schemas.openxmlformats.org/drawingml/2006/main">
              <a:ext uri="{FF2B5EF4-FFF2-40B4-BE49-F238E27FC236}">
                <a16:creationId xmlns:a16="http://schemas.microsoft.com/office/drawing/2014/main" id="{BE844E37-A9E1-48DB-B5C1-5A3ECA1BA76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2190750" y="0"/>
            <a:ext cx="0" cy="7372350"/>
          </a:xfrm>
          <a:prstGeom xmlns:a="http://schemas.openxmlformats.org/drawingml/2006/main" prst="line">
            <a:avLst/>
          </a:prstGeom>
          <a:noFill xmlns:a="http://schemas.openxmlformats.org/drawingml/2006/main"/>
          <a:ln xmlns:a="http://schemas.openxmlformats.org/drawingml/2006/main" w="7620">
            <a:solidFill>
              <a:srgbClr val="DDD9CD"/>
            </a:solidFill>
          </a:ln>
        </p:spPr>
      </p:sp>
      <p:sp>
        <p:nvSpPr>
          <p:cNvPr id="5" name="">
            <a:extLst xmlns:a="http://schemas.openxmlformats.org/drawingml/2006/main">
              <a:ext uri="{FF2B5EF4-FFF2-40B4-BE49-F238E27FC236}">
                <a16:creationId xmlns:a16="http://schemas.microsoft.com/office/drawing/2014/main" id="{4EA08555-9931-402E-98D6-836E20A9CDF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3286125" y="0"/>
            <a:ext cx="0" cy="7372350"/>
          </a:xfrm>
          <a:prstGeom xmlns:a="http://schemas.openxmlformats.org/drawingml/2006/main" prst="line">
            <a:avLst/>
          </a:prstGeom>
          <a:noFill xmlns:a="http://schemas.openxmlformats.org/drawingml/2006/main"/>
          <a:ln xmlns:a="http://schemas.openxmlformats.org/drawingml/2006/main" w="7620">
            <a:solidFill>
              <a:srgbClr val="DDD9CD"/>
            </a:solidFill>
          </a:ln>
        </p:spPr>
      </p:sp>
      <p:sp>
        <p:nvSpPr>
          <p:cNvPr id="6" name="">
            <a:extLst xmlns:a="http://schemas.openxmlformats.org/drawingml/2006/main">
              <a:ext uri="{FF2B5EF4-FFF2-40B4-BE49-F238E27FC236}">
                <a16:creationId xmlns:a16="http://schemas.microsoft.com/office/drawing/2014/main" id="{0FE8B3CB-C031-4653-AD80-50F24A82CB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381500" y="0"/>
            <a:ext cx="0" cy="7372350"/>
          </a:xfrm>
          <a:prstGeom xmlns:a="http://schemas.openxmlformats.org/drawingml/2006/main" prst="line">
            <a:avLst/>
          </a:prstGeom>
          <a:noFill xmlns:a="http://schemas.openxmlformats.org/drawingml/2006/main"/>
          <a:ln xmlns:a="http://schemas.openxmlformats.org/drawingml/2006/main" w="7620">
            <a:solidFill>
              <a:srgbClr val="DDD9CD"/>
            </a:solidFill>
          </a:ln>
        </p:spPr>
      </p:sp>
      <p:sp>
        <p:nvSpPr>
          <p:cNvPr id="7" name="">
            <a:extLst xmlns:a="http://schemas.openxmlformats.org/drawingml/2006/main">
              <a:ext uri="{FF2B5EF4-FFF2-40B4-BE49-F238E27FC236}">
                <a16:creationId xmlns:a16="http://schemas.microsoft.com/office/drawing/2014/main" id="{A3BC8251-D6C4-4E8A-B8AD-62639CD0B2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476875" y="0"/>
            <a:ext cx="0" cy="7372350"/>
          </a:xfrm>
          <a:prstGeom xmlns:a="http://schemas.openxmlformats.org/drawingml/2006/main" prst="line">
            <a:avLst/>
          </a:prstGeom>
          <a:noFill xmlns:a="http://schemas.openxmlformats.org/drawingml/2006/main"/>
          <a:ln xmlns:a="http://schemas.openxmlformats.org/drawingml/2006/main" w="7620">
            <a:solidFill>
              <a:srgbClr val="DDD9CD"/>
            </a:solidFill>
          </a:ln>
        </p:spPr>
      </p:sp>
      <p:sp>
        <p:nvSpPr>
          <p:cNvPr id="8" name="">
            <a:extLst xmlns:a="http://schemas.openxmlformats.org/drawingml/2006/main">
              <a:ext uri="{FF2B5EF4-FFF2-40B4-BE49-F238E27FC236}">
                <a16:creationId xmlns:a16="http://schemas.microsoft.com/office/drawing/2014/main" id="{E26DE10D-7E52-45F6-A227-3B0D1FCF86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6572250" y="0"/>
            <a:ext cx="0" cy="7372350"/>
          </a:xfrm>
          <a:prstGeom xmlns:a="http://schemas.openxmlformats.org/drawingml/2006/main" prst="line">
            <a:avLst/>
          </a:prstGeom>
          <a:noFill xmlns:a="http://schemas.openxmlformats.org/drawingml/2006/main"/>
          <a:ln xmlns:a="http://schemas.openxmlformats.org/drawingml/2006/main" w="7620">
            <a:solidFill>
              <a:srgbClr val="DDD9CD"/>
            </a:solidFill>
          </a:ln>
        </p:spPr>
      </p:sp>
      <p:sp>
        <p:nvSpPr>
          <p:cNvPr id="9" name="">
            <a:extLst xmlns:a="http://schemas.openxmlformats.org/drawingml/2006/main">
              <a:ext uri="{FF2B5EF4-FFF2-40B4-BE49-F238E27FC236}">
                <a16:creationId xmlns:a16="http://schemas.microsoft.com/office/drawing/2014/main" id="{39AF3685-AD37-42FE-98AB-6238258CC5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667625" y="0"/>
            <a:ext cx="0" cy="7372350"/>
          </a:xfrm>
          <a:prstGeom xmlns:a="http://schemas.openxmlformats.org/drawingml/2006/main" prst="line">
            <a:avLst/>
          </a:prstGeom>
          <a:noFill xmlns:a="http://schemas.openxmlformats.org/drawingml/2006/main"/>
          <a:ln xmlns:a="http://schemas.openxmlformats.org/drawingml/2006/main" w="7620">
            <a:solidFill>
              <a:srgbClr val="DDD9CD"/>
            </a:solidFill>
          </a:ln>
        </p:spPr>
      </p:sp>
      <p:sp>
        <p:nvSpPr>
          <p:cNvPr id="10" name="">
            <a:extLst xmlns:a="http://schemas.openxmlformats.org/drawingml/2006/main">
              <a:ext uri="{FF2B5EF4-FFF2-40B4-BE49-F238E27FC236}">
                <a16:creationId xmlns:a16="http://schemas.microsoft.com/office/drawing/2014/main" id="{29886250-D7AF-4C97-99DB-5FEB795A7B4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763000" y="0"/>
            <a:ext cx="0" cy="7372350"/>
          </a:xfrm>
          <a:prstGeom xmlns:a="http://schemas.openxmlformats.org/drawingml/2006/main" prst="line">
            <a:avLst/>
          </a:prstGeom>
          <a:noFill xmlns:a="http://schemas.openxmlformats.org/drawingml/2006/main"/>
          <a:ln xmlns:a="http://schemas.openxmlformats.org/drawingml/2006/main" w="7620">
            <a:solidFill>
              <a:srgbClr val="DDD9CD"/>
            </a:solidFill>
          </a:ln>
        </p:spPr>
      </p:sp>
      <p:sp>
        <p:nvSpPr>
          <p:cNvPr id="11" name="">
            <a:extLst xmlns:a="http://schemas.openxmlformats.org/drawingml/2006/main">
              <a:ext uri="{FF2B5EF4-FFF2-40B4-BE49-F238E27FC236}">
                <a16:creationId xmlns:a16="http://schemas.microsoft.com/office/drawing/2014/main" id="{958A3F30-C052-419C-A7FA-EBCA3065B08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858375" y="0"/>
            <a:ext cx="0" cy="7372350"/>
          </a:xfrm>
          <a:prstGeom xmlns:a="http://schemas.openxmlformats.org/drawingml/2006/main" prst="line">
            <a:avLst/>
          </a:prstGeom>
          <a:noFill xmlns:a="http://schemas.openxmlformats.org/drawingml/2006/main"/>
          <a:ln xmlns:a="http://schemas.openxmlformats.org/drawingml/2006/main" w="7620">
            <a:solidFill>
              <a:srgbClr val="DDD9CD"/>
            </a:solidFill>
          </a:ln>
        </p:spPr>
      </p:sp>
      <p:sp>
        <p:nvSpPr>
          <p:cNvPr id="12" name="">
            <a:extLst xmlns:a="http://schemas.openxmlformats.org/drawingml/2006/main">
              <a:ext uri="{FF2B5EF4-FFF2-40B4-BE49-F238E27FC236}">
                <a16:creationId xmlns:a16="http://schemas.microsoft.com/office/drawing/2014/main" id="{E705EF5E-42B1-4877-9DCD-CD5C5E083A4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0953750" y="0"/>
            <a:ext cx="0" cy="7372350"/>
          </a:xfrm>
          <a:prstGeom xmlns:a="http://schemas.openxmlformats.org/drawingml/2006/main" prst="line">
            <a:avLst/>
          </a:prstGeom>
          <a:noFill xmlns:a="http://schemas.openxmlformats.org/drawingml/2006/main"/>
          <a:ln xmlns:a="http://schemas.openxmlformats.org/drawingml/2006/main" w="7620">
            <a:solidFill>
              <a:srgbClr val="DDD9CD"/>
            </a:solidFill>
          </a:ln>
        </p:spPr>
      </p:sp>
      <p:sp>
        <p:nvSpPr>
          <p:cNvPr id="13" name="">
            <a:extLst xmlns:a="http://schemas.openxmlformats.org/drawingml/2006/main">
              <a:ext uri="{FF2B5EF4-FFF2-40B4-BE49-F238E27FC236}">
                <a16:creationId xmlns:a16="http://schemas.microsoft.com/office/drawing/2014/main" id="{2DD9B6EB-7B92-4EDC-81DD-6E35971D85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2049125" y="0"/>
            <a:ext cx="0" cy="7372350"/>
          </a:xfrm>
          <a:prstGeom xmlns:a="http://schemas.openxmlformats.org/drawingml/2006/main" prst="line">
            <a:avLst/>
          </a:prstGeom>
          <a:noFill xmlns:a="http://schemas.openxmlformats.org/drawingml/2006/main"/>
          <a:ln xmlns:a="http://schemas.openxmlformats.org/drawingml/2006/main" w="7620">
            <a:solidFill>
              <a:srgbClr val="DDD9CD"/>
            </a:solidFill>
          </a:ln>
        </p:spPr>
      </p:sp>
      <p:sp>
        <p:nvSpPr>
          <p:cNvPr id="14" name="">
            <a:extLst xmlns:a="http://schemas.openxmlformats.org/drawingml/2006/main">
              <a:ext uri="{FF2B5EF4-FFF2-40B4-BE49-F238E27FC236}">
                <a16:creationId xmlns:a16="http://schemas.microsoft.com/office/drawing/2014/main" id="{9F5B0FD9-6736-4A2A-A271-641E5A2229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0" y="714375"/>
            <a:ext cx="13106400" cy="0"/>
          </a:xfrm>
          <a:prstGeom xmlns:a="http://schemas.openxmlformats.org/drawingml/2006/main" prst="line">
            <a:avLst/>
          </a:prstGeom>
          <a:noFill xmlns:a="http://schemas.openxmlformats.org/drawingml/2006/main"/>
          <a:ln xmlns:a="http://schemas.openxmlformats.org/drawingml/2006/main" w="7620">
            <a:solidFill>
              <a:srgbClr val="DDD9CD"/>
            </a:solidFill>
          </a:ln>
        </p:spPr>
      </p:sp>
      <p:sp>
        <p:nvSpPr>
          <p:cNvPr id="15" name="">
            <a:extLst xmlns:a="http://schemas.openxmlformats.org/drawingml/2006/main">
              <a:ext uri="{FF2B5EF4-FFF2-40B4-BE49-F238E27FC236}">
                <a16:creationId xmlns:a16="http://schemas.microsoft.com/office/drawing/2014/main" id="{921514E8-D312-4B13-8D5B-D6E6532341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0" y="1276350"/>
            <a:ext cx="13106400" cy="0"/>
          </a:xfrm>
          <a:prstGeom xmlns:a="http://schemas.openxmlformats.org/drawingml/2006/main" prst="line">
            <a:avLst/>
          </a:prstGeom>
          <a:noFill xmlns:a="http://schemas.openxmlformats.org/drawingml/2006/main"/>
          <a:ln xmlns:a="http://schemas.openxmlformats.org/drawingml/2006/main" w="7620">
            <a:solidFill>
              <a:srgbClr val="DDD9CD"/>
            </a:solidFill>
          </a:ln>
        </p:spPr>
      </p:sp>
      <p:sp>
        <p:nvSpPr>
          <p:cNvPr id="16" name="">
            <a:extLst xmlns:a="http://schemas.openxmlformats.org/drawingml/2006/main">
              <a:ext uri="{FF2B5EF4-FFF2-40B4-BE49-F238E27FC236}">
                <a16:creationId xmlns:a16="http://schemas.microsoft.com/office/drawing/2014/main" id="{759D2062-D3D7-4D43-9128-67D01E69C4D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0" y="1838325"/>
            <a:ext cx="13106400" cy="0"/>
          </a:xfrm>
          <a:prstGeom xmlns:a="http://schemas.openxmlformats.org/drawingml/2006/main" prst="line">
            <a:avLst/>
          </a:prstGeom>
          <a:noFill xmlns:a="http://schemas.openxmlformats.org/drawingml/2006/main"/>
          <a:ln xmlns:a="http://schemas.openxmlformats.org/drawingml/2006/main" w="7620">
            <a:solidFill>
              <a:srgbClr val="DDD9CD"/>
            </a:solidFill>
          </a:ln>
        </p:spPr>
      </p:sp>
      <p:sp>
        <p:nvSpPr>
          <p:cNvPr id="17" name="">
            <a:extLst xmlns:a="http://schemas.openxmlformats.org/drawingml/2006/main">
              <a:ext uri="{FF2B5EF4-FFF2-40B4-BE49-F238E27FC236}">
                <a16:creationId xmlns:a16="http://schemas.microsoft.com/office/drawing/2014/main" id="{FA1E20E6-FC68-49D7-92B5-B5B689AECAD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0" y="2400300"/>
            <a:ext cx="13106400" cy="0"/>
          </a:xfrm>
          <a:prstGeom xmlns:a="http://schemas.openxmlformats.org/drawingml/2006/main" prst="line">
            <a:avLst/>
          </a:prstGeom>
          <a:noFill xmlns:a="http://schemas.openxmlformats.org/drawingml/2006/main"/>
          <a:ln xmlns:a="http://schemas.openxmlformats.org/drawingml/2006/main" w="7620">
            <a:solidFill>
              <a:srgbClr val="DDD9CD"/>
            </a:solidFill>
          </a:ln>
        </p:spPr>
      </p:sp>
      <p:sp>
        <p:nvSpPr>
          <p:cNvPr id="18" name="">
            <a:extLst xmlns:a="http://schemas.openxmlformats.org/drawingml/2006/main">
              <a:ext uri="{FF2B5EF4-FFF2-40B4-BE49-F238E27FC236}">
                <a16:creationId xmlns:a16="http://schemas.microsoft.com/office/drawing/2014/main" id="{227FA68C-C119-4FCA-B112-1551F6BBF6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0" y="2962275"/>
            <a:ext cx="13106400" cy="0"/>
          </a:xfrm>
          <a:prstGeom xmlns:a="http://schemas.openxmlformats.org/drawingml/2006/main" prst="line">
            <a:avLst/>
          </a:prstGeom>
          <a:noFill xmlns:a="http://schemas.openxmlformats.org/drawingml/2006/main"/>
          <a:ln xmlns:a="http://schemas.openxmlformats.org/drawingml/2006/main" w="7620">
            <a:solidFill>
              <a:srgbClr val="DDD9CD"/>
            </a:solidFill>
          </a:ln>
        </p:spPr>
      </p:sp>
      <p:sp>
        <p:nvSpPr>
          <p:cNvPr id="19" name="">
            <a:extLst xmlns:a="http://schemas.openxmlformats.org/drawingml/2006/main">
              <a:ext uri="{FF2B5EF4-FFF2-40B4-BE49-F238E27FC236}">
                <a16:creationId xmlns:a16="http://schemas.microsoft.com/office/drawing/2014/main" id="{FC3C834F-16CD-46A0-92A8-D5A0385F8AA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0" y="3524250"/>
            <a:ext cx="13106400" cy="0"/>
          </a:xfrm>
          <a:prstGeom xmlns:a="http://schemas.openxmlformats.org/drawingml/2006/main" prst="line">
            <a:avLst/>
          </a:prstGeom>
          <a:noFill xmlns:a="http://schemas.openxmlformats.org/drawingml/2006/main"/>
          <a:ln xmlns:a="http://schemas.openxmlformats.org/drawingml/2006/main" w="7620">
            <a:solidFill>
              <a:srgbClr val="DDD9CD"/>
            </a:solidFill>
          </a:ln>
        </p:spPr>
      </p:sp>
      <p:sp>
        <p:nvSpPr>
          <p:cNvPr id="20" name="">
            <a:extLst xmlns:a="http://schemas.openxmlformats.org/drawingml/2006/main">
              <a:ext uri="{FF2B5EF4-FFF2-40B4-BE49-F238E27FC236}">
                <a16:creationId xmlns:a16="http://schemas.microsoft.com/office/drawing/2014/main" id="{DF9AA8FA-4E4F-41D8-91FD-0F8D54FF5A1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0" y="4086225"/>
            <a:ext cx="13106400" cy="0"/>
          </a:xfrm>
          <a:prstGeom xmlns:a="http://schemas.openxmlformats.org/drawingml/2006/main" prst="line">
            <a:avLst/>
          </a:prstGeom>
          <a:noFill xmlns:a="http://schemas.openxmlformats.org/drawingml/2006/main"/>
          <a:ln xmlns:a="http://schemas.openxmlformats.org/drawingml/2006/main" w="7620">
            <a:solidFill>
              <a:srgbClr val="DDD9CD"/>
            </a:solidFill>
          </a:ln>
        </p:spPr>
      </p:sp>
      <p:sp>
        <p:nvSpPr>
          <p:cNvPr id="21" name="">
            <a:extLst xmlns:a="http://schemas.openxmlformats.org/drawingml/2006/main">
              <a:ext uri="{FF2B5EF4-FFF2-40B4-BE49-F238E27FC236}">
                <a16:creationId xmlns:a16="http://schemas.microsoft.com/office/drawing/2014/main" id="{2D5D188A-4153-47AD-BD27-3711477B776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0" y="4648200"/>
            <a:ext cx="13106400" cy="0"/>
          </a:xfrm>
          <a:prstGeom xmlns:a="http://schemas.openxmlformats.org/drawingml/2006/main" prst="line">
            <a:avLst/>
          </a:prstGeom>
          <a:noFill xmlns:a="http://schemas.openxmlformats.org/drawingml/2006/main"/>
          <a:ln xmlns:a="http://schemas.openxmlformats.org/drawingml/2006/main" w="7620">
            <a:solidFill>
              <a:srgbClr val="DDD9CD"/>
            </a:solidFill>
          </a:ln>
        </p:spPr>
      </p:sp>
      <p:sp>
        <p:nvSpPr>
          <p:cNvPr id="22" name="">
            <a:extLst xmlns:a="http://schemas.openxmlformats.org/drawingml/2006/main">
              <a:ext uri="{FF2B5EF4-FFF2-40B4-BE49-F238E27FC236}">
                <a16:creationId xmlns:a16="http://schemas.microsoft.com/office/drawing/2014/main" id="{F4C6F74C-1EED-4245-9DE5-916355990E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0" y="5210175"/>
            <a:ext cx="13106400" cy="0"/>
          </a:xfrm>
          <a:prstGeom xmlns:a="http://schemas.openxmlformats.org/drawingml/2006/main" prst="line">
            <a:avLst/>
          </a:prstGeom>
          <a:noFill xmlns:a="http://schemas.openxmlformats.org/drawingml/2006/main"/>
          <a:ln xmlns:a="http://schemas.openxmlformats.org/drawingml/2006/main" w="7620">
            <a:solidFill>
              <a:srgbClr val="DDD9CD"/>
            </a:solidFill>
          </a:ln>
        </p:spPr>
      </p:sp>
      <p:sp>
        <p:nvSpPr>
          <p:cNvPr id="23" name="">
            <a:extLst xmlns:a="http://schemas.openxmlformats.org/drawingml/2006/main">
              <a:ext uri="{FF2B5EF4-FFF2-40B4-BE49-F238E27FC236}">
                <a16:creationId xmlns:a16="http://schemas.microsoft.com/office/drawing/2014/main" id="{5628CC4C-D680-44C1-816E-4C6F8C8867D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0" y="5772150"/>
            <a:ext cx="13106400" cy="0"/>
          </a:xfrm>
          <a:prstGeom xmlns:a="http://schemas.openxmlformats.org/drawingml/2006/main" prst="line">
            <a:avLst/>
          </a:prstGeom>
          <a:noFill xmlns:a="http://schemas.openxmlformats.org/drawingml/2006/main"/>
          <a:ln xmlns:a="http://schemas.openxmlformats.org/drawingml/2006/main" w="7620">
            <a:solidFill>
              <a:srgbClr val="DDD9CD"/>
            </a:solidFill>
          </a:ln>
        </p:spPr>
      </p:sp>
      <p:sp>
        <p:nvSpPr>
          <p:cNvPr id="24" name="">
            <a:extLst xmlns:a="http://schemas.openxmlformats.org/drawingml/2006/main">
              <a:ext uri="{FF2B5EF4-FFF2-40B4-BE49-F238E27FC236}">
                <a16:creationId xmlns:a16="http://schemas.microsoft.com/office/drawing/2014/main" id="{D314A33F-E108-470C-A42C-539C76040FF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0" y="6334125"/>
            <a:ext cx="13106400" cy="0"/>
          </a:xfrm>
          <a:prstGeom xmlns:a="http://schemas.openxmlformats.org/drawingml/2006/main" prst="line">
            <a:avLst/>
          </a:prstGeom>
          <a:noFill xmlns:a="http://schemas.openxmlformats.org/drawingml/2006/main"/>
          <a:ln xmlns:a="http://schemas.openxmlformats.org/drawingml/2006/main" w="7620">
            <a:solidFill>
              <a:srgbClr val="DDD9CD"/>
            </a:solidFill>
          </a:ln>
        </p:spPr>
      </p:sp>
      <p:sp>
        <p:nvSpPr>
          <p:cNvPr id="25" name="">
            <a:extLst xmlns:a="http://schemas.openxmlformats.org/drawingml/2006/main">
              <a:ext uri="{FF2B5EF4-FFF2-40B4-BE49-F238E27FC236}">
                <a16:creationId xmlns:a16="http://schemas.microsoft.com/office/drawing/2014/main" id="{1396666B-DB5A-4C52-AFB2-6274D67F67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0" y="6896100"/>
            <a:ext cx="13106400" cy="0"/>
          </a:xfrm>
          <a:prstGeom xmlns:a="http://schemas.openxmlformats.org/drawingml/2006/main" prst="line">
            <a:avLst/>
          </a:prstGeom>
          <a:noFill xmlns:a="http://schemas.openxmlformats.org/drawingml/2006/main"/>
          <a:ln xmlns:a="http://schemas.openxmlformats.org/drawingml/2006/main" w="7620">
            <a:solidFill>
              <a:srgbClr val="DDD9CD"/>
            </a:solidFill>
          </a:ln>
        </p:spPr>
      </p:sp>
      <p:sp>
        <p:nvSpPr>
          <p:cNvPr id="26" name="">
            <a:extLst xmlns:a="http://schemas.openxmlformats.org/drawingml/2006/main">
              <a:ext uri="{FF2B5EF4-FFF2-40B4-BE49-F238E27FC236}">
                <a16:creationId xmlns:a16="http://schemas.microsoft.com/office/drawing/2014/main" id="{54F25536-BEA3-4AF3-9698-5E6C402FE42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42925" y="523875"/>
            <a:ext cx="12030075" cy="80962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l">
              <a:defRPr sz="4425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defPPr>
            <a:lvl1pPr algn="l">
              <a:defRPr sz="4425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lvl1pPr>
            <a:lvl2pPr algn="l">
              <a:defRPr sz="4425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lvl2pPr>
            <a:lvl3pPr algn="l">
              <a:defRPr sz="4425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lvl3pPr>
            <a:lvl4pPr algn="l">
              <a:defRPr sz="4425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lvl4pPr>
            <a:lvl5pPr algn="l">
              <a:defRPr sz="4425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lvl5pPr>
            <a:lvl6pPr algn="l">
              <a:defRPr sz="4425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lvl6pPr>
            <a:lvl7pPr algn="l">
              <a:defRPr sz="4425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lvl7pPr>
            <a:lvl8pPr algn="l">
              <a:defRPr sz="4425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lvl8pPr>
            <a:lvl9pPr algn="l">
              <a:defRPr sz="4425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l">
              <a:lnSpc>
                <a:spcPct val="105000"/>
              </a:lnSpc>
              <a:buNone/>
              <a:defRPr sz="4425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pPr>
            <a:r>
              <a:rPr sz="4425" b="1">
                <a:solidFill>
                  <a:srgbClr val="1D4333"/>
                </a:solidFill>
                <a:latin typeface="Arial"/>
                <a:ea typeface="Arial"/>
                <a:cs typeface="Arial"/>
              </a:rPr>
              <a:t>Conclusiones y futuro</a:t>
            </a:r>
          </a:p>
        </p:txBody>
      </p:sp>
      <p:sp>
        <p:nvSpPr>
          <p:cNvPr id="27" name="">
            <a:extLst xmlns:a="http://schemas.openxmlformats.org/drawingml/2006/main">
              <a:ext uri="{FF2B5EF4-FFF2-40B4-BE49-F238E27FC236}">
                <a16:creationId xmlns:a16="http://schemas.microsoft.com/office/drawing/2014/main" id="{45664D03-DBF2-46CE-BE39-FF3099A688B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52450" y="1619250"/>
            <a:ext cx="3876675" cy="4429125"/>
          </a:xfrm>
          <a:prstGeom xmlns:a="http://schemas.openxmlformats.org/drawingml/2006/main" prst="roundRect">
            <a:avLst>
              <a:gd name="adj" fmla="val 5405"/>
            </a:avLst>
          </a:prstGeom>
          <a:solidFill xmlns:a="http://schemas.openxmlformats.org/drawingml/2006/main">
            <a:srgbClr val="F5F2E8"/>
          </a:solidFill>
          <a:ln xmlns:a="http://schemas.openxmlformats.org/drawingml/2006/main" w="23813">
            <a:solidFill>
              <a:srgbClr val="1D4333"/>
            </a:solidFill>
          </a:ln>
        </p:spPr>
      </p:sp>
      <p:sp>
        <p:nvSpPr>
          <p:cNvPr id="28" name="">
            <a:extLst xmlns:a="http://schemas.openxmlformats.org/drawingml/2006/main">
              <a:ext uri="{FF2B5EF4-FFF2-40B4-BE49-F238E27FC236}">
                <a16:creationId xmlns:a16="http://schemas.microsoft.com/office/drawing/2014/main" id="{6EF17CE3-D7F5-4A4E-BF8F-6EC885DA229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619625" y="1619250"/>
            <a:ext cx="3876675" cy="4429125"/>
          </a:xfrm>
          <a:prstGeom xmlns:a="http://schemas.openxmlformats.org/drawingml/2006/main" prst="roundRect">
            <a:avLst>
              <a:gd name="adj" fmla="val 5405"/>
            </a:avLst>
          </a:prstGeom>
          <a:solidFill xmlns:a="http://schemas.openxmlformats.org/drawingml/2006/main">
            <a:srgbClr val="F5F2E8"/>
          </a:solidFill>
          <a:ln xmlns:a="http://schemas.openxmlformats.org/drawingml/2006/main" w="23813">
            <a:solidFill>
              <a:srgbClr val="1D4333"/>
            </a:solidFill>
          </a:ln>
        </p:spPr>
      </p:sp>
      <p:sp>
        <p:nvSpPr>
          <p:cNvPr id="29" name="">
            <a:extLst xmlns:a="http://schemas.openxmlformats.org/drawingml/2006/main">
              <a:ext uri="{FF2B5EF4-FFF2-40B4-BE49-F238E27FC236}">
                <a16:creationId xmlns:a16="http://schemas.microsoft.com/office/drawing/2014/main" id="{02DF645A-330D-4B6C-9AEF-1F9AA8F085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677275" y="1619250"/>
            <a:ext cx="3876675" cy="4429125"/>
          </a:xfrm>
          <a:prstGeom xmlns:a="http://schemas.openxmlformats.org/drawingml/2006/main" prst="roundRect">
            <a:avLst>
              <a:gd name="adj" fmla="val 5405"/>
            </a:avLst>
          </a:prstGeom>
          <a:solidFill xmlns:a="http://schemas.openxmlformats.org/drawingml/2006/main">
            <a:srgbClr val="F5F2E8"/>
          </a:solidFill>
          <a:ln xmlns:a="http://schemas.openxmlformats.org/drawingml/2006/main" w="23813">
            <a:solidFill>
              <a:srgbClr val="1D4333"/>
            </a:solidFill>
          </a:ln>
        </p:spPr>
      </p:sp>
      <p:sp>
        <p:nvSpPr>
          <p:cNvPr id="30" name="">
            <a:extLst xmlns:a="http://schemas.openxmlformats.org/drawingml/2006/main">
              <a:ext uri="{FF2B5EF4-FFF2-40B4-BE49-F238E27FC236}">
                <a16:creationId xmlns:a16="http://schemas.microsoft.com/office/drawing/2014/main" id="{1B54A6E0-1897-4E5D-93D5-72F6920CDE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771525" y="1819275"/>
            <a:ext cx="742950" cy="723900"/>
          </a:xfrm>
          <a:prstGeom xmlns:a="http://schemas.openxmlformats.org/drawingml/2006/main" prst="rect">
            <a:avLst/>
          </a:prstGeom>
          <a:solidFill xmlns:a="http://schemas.openxmlformats.org/drawingml/2006/main">
            <a:srgbClr val="F5F2E8"/>
          </a:solidFill>
          <a:ln xmlns:a="http://schemas.openxmlformats.org/drawingml/2006/main" w="0">
            <a:noFill/>
          </a:ln>
        </p:spPr>
      </p:sp>
      <p:sp>
        <p:nvSpPr>
          <p:cNvPr id="31" name="check vector #f3f1e3">
            <a:extLst xmlns:a="http://schemas.openxmlformats.org/drawingml/2006/main">
              <a:ext uri="{FF2B5EF4-FFF2-40B4-BE49-F238E27FC236}">
                <a16:creationId xmlns:a16="http://schemas.microsoft.com/office/drawing/2014/main" id="{3E17F95B-1700-468B-AEDC-17062FD8573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71525" y="1819275"/>
            <a:ext cx="742950" cy="723900"/>
          </a:xfrm>
          <a:custGeom xmlns:a="http://schemas.openxmlformats.org/drawingml/2006/main">
            <a:pathLst>
              <a:path w="628650" h="609600">
                <a:moveTo>
                  <a:pt x="323850" y="0"/>
                </a:moveTo>
                <a:lnTo>
                  <a:pt x="352425" y="0"/>
                </a:lnTo>
                <a:lnTo>
                  <a:pt x="352425" y="9525"/>
                </a:lnTo>
                <a:lnTo>
                  <a:pt x="333375" y="9525"/>
                </a:lnTo>
                <a:lnTo>
                  <a:pt x="333375" y="19050"/>
                </a:lnTo>
                <a:lnTo>
                  <a:pt x="314325" y="19050"/>
                </a:lnTo>
                <a:lnTo>
                  <a:pt x="314325" y="9525"/>
                </a:lnTo>
                <a:lnTo>
                  <a:pt x="323850" y="9525"/>
                </a:lnTo>
                <a:close/>
                <a:moveTo>
                  <a:pt x="76200" y="28575"/>
                </a:moveTo>
                <a:lnTo>
                  <a:pt x="85725" y="28575"/>
                </a:lnTo>
                <a:lnTo>
                  <a:pt x="85725" y="38100"/>
                </a:lnTo>
                <a:lnTo>
                  <a:pt x="76200" y="38100"/>
                </a:lnTo>
                <a:close/>
                <a:moveTo>
                  <a:pt x="104775" y="47625"/>
                </a:moveTo>
                <a:lnTo>
                  <a:pt x="114300" y="47625"/>
                </a:lnTo>
                <a:lnTo>
                  <a:pt x="114300" y="76200"/>
                </a:lnTo>
                <a:lnTo>
                  <a:pt x="95250" y="76200"/>
                </a:lnTo>
                <a:lnTo>
                  <a:pt x="95250" y="66675"/>
                </a:lnTo>
                <a:lnTo>
                  <a:pt x="104775" y="66675"/>
                </a:lnTo>
                <a:close/>
                <a:moveTo>
                  <a:pt x="552450" y="152400"/>
                </a:moveTo>
                <a:lnTo>
                  <a:pt x="581025" y="152400"/>
                </a:lnTo>
                <a:lnTo>
                  <a:pt x="581025" y="161925"/>
                </a:lnTo>
                <a:lnTo>
                  <a:pt x="600075" y="161925"/>
                </a:lnTo>
                <a:lnTo>
                  <a:pt x="600075" y="180975"/>
                </a:lnTo>
                <a:lnTo>
                  <a:pt x="609600" y="180975"/>
                </a:lnTo>
                <a:lnTo>
                  <a:pt x="609600" y="200025"/>
                </a:lnTo>
                <a:lnTo>
                  <a:pt x="600075" y="200025"/>
                </a:lnTo>
                <a:lnTo>
                  <a:pt x="600075" y="219075"/>
                </a:lnTo>
                <a:lnTo>
                  <a:pt x="590550" y="219075"/>
                </a:lnTo>
                <a:lnTo>
                  <a:pt x="590550" y="228600"/>
                </a:lnTo>
                <a:lnTo>
                  <a:pt x="581025" y="228600"/>
                </a:lnTo>
                <a:lnTo>
                  <a:pt x="581025" y="219075"/>
                </a:lnTo>
                <a:lnTo>
                  <a:pt x="571500" y="219075"/>
                </a:lnTo>
                <a:lnTo>
                  <a:pt x="571500" y="200025"/>
                </a:lnTo>
                <a:lnTo>
                  <a:pt x="561975" y="200025"/>
                </a:lnTo>
                <a:lnTo>
                  <a:pt x="561975" y="190500"/>
                </a:lnTo>
                <a:lnTo>
                  <a:pt x="552450" y="190500"/>
                </a:lnTo>
                <a:close/>
                <a:moveTo>
                  <a:pt x="28575" y="209550"/>
                </a:moveTo>
                <a:lnTo>
                  <a:pt x="38100" y="209550"/>
                </a:lnTo>
                <a:lnTo>
                  <a:pt x="38100" y="219075"/>
                </a:lnTo>
                <a:lnTo>
                  <a:pt x="28575" y="219075"/>
                </a:lnTo>
                <a:close/>
                <a:moveTo>
                  <a:pt x="600075" y="219075"/>
                </a:moveTo>
                <a:lnTo>
                  <a:pt x="609600" y="219075"/>
                </a:lnTo>
                <a:lnTo>
                  <a:pt x="609600" y="228600"/>
                </a:lnTo>
                <a:lnTo>
                  <a:pt x="600075" y="228600"/>
                </a:lnTo>
                <a:close/>
                <a:moveTo>
                  <a:pt x="171450" y="304800"/>
                </a:moveTo>
                <a:lnTo>
                  <a:pt x="180975" y="304800"/>
                </a:lnTo>
                <a:lnTo>
                  <a:pt x="180975" y="314325"/>
                </a:lnTo>
                <a:lnTo>
                  <a:pt x="171450" y="314325"/>
                </a:lnTo>
                <a:close/>
                <a:moveTo>
                  <a:pt x="590550" y="323850"/>
                </a:moveTo>
                <a:lnTo>
                  <a:pt x="600075" y="323850"/>
                </a:lnTo>
                <a:lnTo>
                  <a:pt x="600075" y="342900"/>
                </a:lnTo>
                <a:lnTo>
                  <a:pt x="590550" y="342900"/>
                </a:lnTo>
                <a:close/>
                <a:moveTo>
                  <a:pt x="295275" y="361950"/>
                </a:moveTo>
                <a:lnTo>
                  <a:pt x="323850" y="361950"/>
                </a:lnTo>
                <a:lnTo>
                  <a:pt x="323850" y="371475"/>
                </a:lnTo>
                <a:lnTo>
                  <a:pt x="314325" y="371475"/>
                </a:lnTo>
                <a:lnTo>
                  <a:pt x="314325" y="381000"/>
                </a:lnTo>
                <a:lnTo>
                  <a:pt x="304800" y="381000"/>
                </a:lnTo>
                <a:lnTo>
                  <a:pt x="304800" y="390525"/>
                </a:lnTo>
                <a:lnTo>
                  <a:pt x="295275" y="390525"/>
                </a:lnTo>
                <a:lnTo>
                  <a:pt x="295275" y="400050"/>
                </a:lnTo>
                <a:lnTo>
                  <a:pt x="285750" y="400050"/>
                </a:lnTo>
                <a:lnTo>
                  <a:pt x="285750" y="409575"/>
                </a:lnTo>
                <a:lnTo>
                  <a:pt x="257175" y="409575"/>
                </a:lnTo>
                <a:lnTo>
                  <a:pt x="257175" y="400050"/>
                </a:lnTo>
                <a:lnTo>
                  <a:pt x="238125" y="400050"/>
                </a:lnTo>
                <a:lnTo>
                  <a:pt x="238125" y="390525"/>
                </a:lnTo>
                <a:lnTo>
                  <a:pt x="266700" y="390525"/>
                </a:lnTo>
                <a:lnTo>
                  <a:pt x="266700" y="381000"/>
                </a:lnTo>
                <a:lnTo>
                  <a:pt x="285750" y="381000"/>
                </a:lnTo>
                <a:lnTo>
                  <a:pt x="285750" y="371475"/>
                </a:lnTo>
                <a:lnTo>
                  <a:pt x="295275" y="371475"/>
                </a:lnTo>
                <a:close/>
                <a:moveTo>
                  <a:pt x="581025" y="371475"/>
                </a:moveTo>
                <a:lnTo>
                  <a:pt x="590550" y="371475"/>
                </a:lnTo>
                <a:lnTo>
                  <a:pt x="590550" y="381000"/>
                </a:lnTo>
                <a:lnTo>
                  <a:pt x="581025" y="381000"/>
                </a:lnTo>
                <a:close/>
                <a:moveTo>
                  <a:pt x="47625" y="438150"/>
                </a:moveTo>
                <a:lnTo>
                  <a:pt x="57150" y="438150"/>
                </a:lnTo>
                <a:lnTo>
                  <a:pt x="57150" y="447675"/>
                </a:lnTo>
                <a:lnTo>
                  <a:pt x="47625" y="447675"/>
                </a:lnTo>
                <a:close/>
                <a:moveTo>
                  <a:pt x="57150" y="457200"/>
                </a:moveTo>
                <a:lnTo>
                  <a:pt x="66675" y="457200"/>
                </a:lnTo>
                <a:lnTo>
                  <a:pt x="66675" y="466725"/>
                </a:lnTo>
                <a:lnTo>
                  <a:pt x="57150" y="466725"/>
                </a:lnTo>
                <a:close/>
                <a:moveTo>
                  <a:pt x="295275" y="590550"/>
                </a:moveTo>
                <a:lnTo>
                  <a:pt x="323850" y="590550"/>
                </a:lnTo>
                <a:lnTo>
                  <a:pt x="323850" y="600075"/>
                </a:lnTo>
                <a:lnTo>
                  <a:pt x="295275" y="600075"/>
                </a:lnTo>
                <a:close/>
                <a:moveTo>
                  <a:pt x="333375" y="590550"/>
                </a:moveTo>
                <a:lnTo>
                  <a:pt x="352425" y="590550"/>
                </a:lnTo>
                <a:lnTo>
                  <a:pt x="352425" y="600075"/>
                </a:lnTo>
                <a:lnTo>
                  <a:pt x="333375" y="600075"/>
                </a:lnTo>
                <a:close/>
              </a:path>
            </a:pathLst>
          </a:custGeom>
          <a:solidFill xmlns:a="http://schemas.openxmlformats.org/drawingml/2006/main">
            <a:srgbClr val="F3F1E3"/>
          </a:solidFill>
          <a:ln xmlns:a="http://schemas.openxmlformats.org/drawingml/2006/main" w="0">
            <a:noFill/>
          </a:ln>
        </p:spPr>
      </p:sp>
      <p:sp>
        <p:nvSpPr>
          <p:cNvPr id="32" name="check vector #f4efe2">
            <a:extLst xmlns:a="http://schemas.openxmlformats.org/drawingml/2006/main">
              <a:ext uri="{FF2B5EF4-FFF2-40B4-BE49-F238E27FC236}">
                <a16:creationId xmlns:a16="http://schemas.microsoft.com/office/drawing/2014/main" id="{35F679C8-359F-446A-94AB-9E2C8A51AD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71525" y="1819275"/>
            <a:ext cx="742950" cy="723900"/>
          </a:xfrm>
          <a:custGeom xmlns:a="http://schemas.openxmlformats.org/drawingml/2006/main">
            <a:pathLst>
              <a:path w="628650" h="609600">
                <a:moveTo>
                  <a:pt x="76200" y="0"/>
                </a:moveTo>
                <a:lnTo>
                  <a:pt x="85725" y="0"/>
                </a:lnTo>
                <a:lnTo>
                  <a:pt x="85725" y="19050"/>
                </a:lnTo>
                <a:lnTo>
                  <a:pt x="76200" y="19050"/>
                </a:lnTo>
                <a:close/>
                <a:moveTo>
                  <a:pt x="314325" y="0"/>
                </a:moveTo>
                <a:lnTo>
                  <a:pt x="323850" y="0"/>
                </a:lnTo>
                <a:lnTo>
                  <a:pt x="323850" y="9525"/>
                </a:lnTo>
                <a:lnTo>
                  <a:pt x="314325" y="9525"/>
                </a:lnTo>
                <a:close/>
                <a:moveTo>
                  <a:pt x="457200" y="0"/>
                </a:moveTo>
                <a:lnTo>
                  <a:pt x="466725" y="0"/>
                </a:lnTo>
                <a:lnTo>
                  <a:pt x="466725" y="9525"/>
                </a:lnTo>
                <a:lnTo>
                  <a:pt x="457200" y="9525"/>
                </a:lnTo>
                <a:close/>
                <a:moveTo>
                  <a:pt x="295275" y="9525"/>
                </a:moveTo>
                <a:lnTo>
                  <a:pt x="314325" y="9525"/>
                </a:lnTo>
                <a:lnTo>
                  <a:pt x="314325" y="19050"/>
                </a:lnTo>
                <a:lnTo>
                  <a:pt x="295275" y="19050"/>
                </a:lnTo>
                <a:close/>
                <a:moveTo>
                  <a:pt x="609600" y="19050"/>
                </a:moveTo>
                <a:lnTo>
                  <a:pt x="628650" y="19050"/>
                </a:lnTo>
                <a:lnTo>
                  <a:pt x="628650" y="47625"/>
                </a:lnTo>
                <a:lnTo>
                  <a:pt x="619125" y="47625"/>
                </a:lnTo>
                <a:lnTo>
                  <a:pt x="619125" y="38100"/>
                </a:lnTo>
                <a:lnTo>
                  <a:pt x="609600" y="38100"/>
                </a:lnTo>
                <a:close/>
                <a:moveTo>
                  <a:pt x="85725" y="28575"/>
                </a:moveTo>
                <a:lnTo>
                  <a:pt x="104775" y="28575"/>
                </a:lnTo>
                <a:lnTo>
                  <a:pt x="104775" y="38100"/>
                </a:lnTo>
                <a:lnTo>
                  <a:pt x="114300" y="38100"/>
                </a:lnTo>
                <a:lnTo>
                  <a:pt x="114300" y="47625"/>
                </a:lnTo>
                <a:lnTo>
                  <a:pt x="104775" y="47625"/>
                </a:lnTo>
                <a:lnTo>
                  <a:pt x="104775" y="66675"/>
                </a:lnTo>
                <a:lnTo>
                  <a:pt x="95250" y="66675"/>
                </a:lnTo>
                <a:lnTo>
                  <a:pt x="95250" y="76200"/>
                </a:lnTo>
                <a:lnTo>
                  <a:pt x="114300" y="76200"/>
                </a:lnTo>
                <a:lnTo>
                  <a:pt x="114300" y="47625"/>
                </a:lnTo>
                <a:lnTo>
                  <a:pt x="123825" y="47625"/>
                </a:lnTo>
                <a:lnTo>
                  <a:pt x="123825" y="76200"/>
                </a:lnTo>
                <a:lnTo>
                  <a:pt x="114300" y="76200"/>
                </a:lnTo>
                <a:lnTo>
                  <a:pt x="114300" y="85725"/>
                </a:lnTo>
                <a:lnTo>
                  <a:pt x="66675" y="85725"/>
                </a:lnTo>
                <a:lnTo>
                  <a:pt x="66675" y="66675"/>
                </a:lnTo>
                <a:lnTo>
                  <a:pt x="76200" y="66675"/>
                </a:lnTo>
                <a:lnTo>
                  <a:pt x="76200" y="38100"/>
                </a:lnTo>
                <a:lnTo>
                  <a:pt x="85725" y="38100"/>
                </a:lnTo>
                <a:close/>
                <a:moveTo>
                  <a:pt x="133350" y="47625"/>
                </a:moveTo>
                <a:lnTo>
                  <a:pt x="142875" y="47625"/>
                </a:lnTo>
                <a:lnTo>
                  <a:pt x="142875" y="57150"/>
                </a:lnTo>
                <a:lnTo>
                  <a:pt x="133350" y="57150"/>
                </a:lnTo>
                <a:close/>
                <a:moveTo>
                  <a:pt x="485775" y="57150"/>
                </a:moveTo>
                <a:lnTo>
                  <a:pt x="495300" y="57150"/>
                </a:lnTo>
                <a:lnTo>
                  <a:pt x="495300" y="66675"/>
                </a:lnTo>
                <a:lnTo>
                  <a:pt x="485775" y="66675"/>
                </a:lnTo>
                <a:close/>
                <a:moveTo>
                  <a:pt x="590550" y="123825"/>
                </a:moveTo>
                <a:lnTo>
                  <a:pt x="609600" y="123825"/>
                </a:lnTo>
                <a:lnTo>
                  <a:pt x="609600" y="180975"/>
                </a:lnTo>
                <a:lnTo>
                  <a:pt x="600075" y="180975"/>
                </a:lnTo>
                <a:lnTo>
                  <a:pt x="600075" y="161925"/>
                </a:lnTo>
                <a:lnTo>
                  <a:pt x="581025" y="161925"/>
                </a:lnTo>
                <a:lnTo>
                  <a:pt x="581025" y="152400"/>
                </a:lnTo>
                <a:lnTo>
                  <a:pt x="571500" y="152400"/>
                </a:lnTo>
                <a:lnTo>
                  <a:pt x="571500" y="142875"/>
                </a:lnTo>
                <a:lnTo>
                  <a:pt x="590550" y="142875"/>
                </a:lnTo>
                <a:close/>
                <a:moveTo>
                  <a:pt x="609600" y="180975"/>
                </a:moveTo>
                <a:lnTo>
                  <a:pt x="619125" y="180975"/>
                </a:lnTo>
                <a:lnTo>
                  <a:pt x="619125" y="190500"/>
                </a:lnTo>
                <a:lnTo>
                  <a:pt x="628650" y="190500"/>
                </a:lnTo>
                <a:lnTo>
                  <a:pt x="628650" y="228600"/>
                </a:lnTo>
                <a:lnTo>
                  <a:pt x="609600" y="228600"/>
                </a:lnTo>
                <a:lnTo>
                  <a:pt x="609600" y="219075"/>
                </a:lnTo>
                <a:lnTo>
                  <a:pt x="600075" y="219075"/>
                </a:lnTo>
                <a:lnTo>
                  <a:pt x="600075" y="200025"/>
                </a:lnTo>
                <a:lnTo>
                  <a:pt x="609600" y="200025"/>
                </a:lnTo>
                <a:close/>
                <a:moveTo>
                  <a:pt x="619125" y="247650"/>
                </a:moveTo>
                <a:lnTo>
                  <a:pt x="628650" y="247650"/>
                </a:lnTo>
                <a:lnTo>
                  <a:pt x="628650" y="361950"/>
                </a:lnTo>
                <a:lnTo>
                  <a:pt x="609600" y="361950"/>
                </a:lnTo>
                <a:lnTo>
                  <a:pt x="609600" y="314325"/>
                </a:lnTo>
                <a:lnTo>
                  <a:pt x="619125" y="314325"/>
                </a:lnTo>
                <a:lnTo>
                  <a:pt x="619125" y="285750"/>
                </a:lnTo>
                <a:lnTo>
                  <a:pt x="609600" y="285750"/>
                </a:lnTo>
                <a:lnTo>
                  <a:pt x="609600" y="257175"/>
                </a:lnTo>
                <a:lnTo>
                  <a:pt x="619125" y="257175"/>
                </a:lnTo>
                <a:close/>
                <a:moveTo>
                  <a:pt x="581025" y="428625"/>
                </a:moveTo>
                <a:lnTo>
                  <a:pt x="590550" y="428625"/>
                </a:lnTo>
                <a:lnTo>
                  <a:pt x="590550" y="438150"/>
                </a:lnTo>
                <a:lnTo>
                  <a:pt x="581025" y="438150"/>
                </a:lnTo>
                <a:close/>
                <a:moveTo>
                  <a:pt x="466725" y="561975"/>
                </a:moveTo>
                <a:lnTo>
                  <a:pt x="476250" y="561975"/>
                </a:lnTo>
                <a:lnTo>
                  <a:pt x="476250" y="581025"/>
                </a:lnTo>
                <a:lnTo>
                  <a:pt x="466725" y="581025"/>
                </a:lnTo>
                <a:close/>
                <a:moveTo>
                  <a:pt x="257175" y="590550"/>
                </a:moveTo>
                <a:lnTo>
                  <a:pt x="276225" y="590550"/>
                </a:lnTo>
                <a:lnTo>
                  <a:pt x="276225" y="600075"/>
                </a:lnTo>
                <a:lnTo>
                  <a:pt x="266700" y="600075"/>
                </a:lnTo>
                <a:lnTo>
                  <a:pt x="266700" y="609600"/>
                </a:lnTo>
                <a:lnTo>
                  <a:pt x="257175" y="609600"/>
                </a:lnTo>
                <a:close/>
              </a:path>
            </a:pathLst>
          </a:custGeom>
          <a:solidFill xmlns:a="http://schemas.openxmlformats.org/drawingml/2006/main">
            <a:srgbClr val="F4EFE2"/>
          </a:solidFill>
          <a:ln xmlns:a="http://schemas.openxmlformats.org/drawingml/2006/main" w="0">
            <a:noFill/>
          </a:ln>
        </p:spPr>
      </p:sp>
      <p:sp>
        <p:nvSpPr>
          <p:cNvPr id="33" name="check vector #f2efe1">
            <a:extLst xmlns:a="http://schemas.openxmlformats.org/drawingml/2006/main">
              <a:ext uri="{FF2B5EF4-FFF2-40B4-BE49-F238E27FC236}">
                <a16:creationId xmlns:a16="http://schemas.microsoft.com/office/drawing/2014/main" id="{FDB05786-D5C6-4635-93BA-A874854F9B4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71525" y="1819275"/>
            <a:ext cx="742950" cy="723900"/>
          </a:xfrm>
          <a:custGeom xmlns:a="http://schemas.openxmlformats.org/drawingml/2006/main">
            <a:pathLst>
              <a:path w="628650" h="609600">
                <a:moveTo>
                  <a:pt x="19050" y="0"/>
                </a:moveTo>
                <a:lnTo>
                  <a:pt x="76200" y="0"/>
                </a:lnTo>
                <a:lnTo>
                  <a:pt x="76200" y="19050"/>
                </a:lnTo>
                <a:lnTo>
                  <a:pt x="85725" y="19050"/>
                </a:lnTo>
                <a:lnTo>
                  <a:pt x="85725" y="0"/>
                </a:lnTo>
                <a:lnTo>
                  <a:pt x="114300" y="0"/>
                </a:lnTo>
                <a:lnTo>
                  <a:pt x="114300" y="9525"/>
                </a:lnTo>
                <a:lnTo>
                  <a:pt x="123825" y="9525"/>
                </a:lnTo>
                <a:lnTo>
                  <a:pt x="123825" y="28575"/>
                </a:lnTo>
                <a:lnTo>
                  <a:pt x="142875" y="28575"/>
                </a:lnTo>
                <a:lnTo>
                  <a:pt x="142875" y="38100"/>
                </a:lnTo>
                <a:lnTo>
                  <a:pt x="171450" y="38100"/>
                </a:lnTo>
                <a:lnTo>
                  <a:pt x="171450" y="47625"/>
                </a:lnTo>
                <a:lnTo>
                  <a:pt x="161925" y="47625"/>
                </a:lnTo>
                <a:lnTo>
                  <a:pt x="161925" y="57150"/>
                </a:lnTo>
                <a:lnTo>
                  <a:pt x="142875" y="57150"/>
                </a:lnTo>
                <a:lnTo>
                  <a:pt x="142875" y="47625"/>
                </a:lnTo>
                <a:lnTo>
                  <a:pt x="133350" y="47625"/>
                </a:lnTo>
                <a:lnTo>
                  <a:pt x="133350" y="57150"/>
                </a:lnTo>
                <a:lnTo>
                  <a:pt x="142875" y="57150"/>
                </a:lnTo>
                <a:lnTo>
                  <a:pt x="142875" y="66675"/>
                </a:lnTo>
                <a:lnTo>
                  <a:pt x="123825" y="66675"/>
                </a:lnTo>
                <a:lnTo>
                  <a:pt x="123825" y="38100"/>
                </a:lnTo>
                <a:lnTo>
                  <a:pt x="104775" y="38100"/>
                </a:lnTo>
                <a:lnTo>
                  <a:pt x="104775" y="28575"/>
                </a:lnTo>
                <a:lnTo>
                  <a:pt x="76200" y="28575"/>
                </a:lnTo>
                <a:lnTo>
                  <a:pt x="76200" y="66675"/>
                </a:lnTo>
                <a:lnTo>
                  <a:pt x="66675" y="66675"/>
                </a:lnTo>
                <a:lnTo>
                  <a:pt x="66675" y="104775"/>
                </a:lnTo>
                <a:lnTo>
                  <a:pt x="57150" y="104775"/>
                </a:lnTo>
                <a:lnTo>
                  <a:pt x="57150" y="76200"/>
                </a:lnTo>
                <a:lnTo>
                  <a:pt x="47625" y="76200"/>
                </a:lnTo>
                <a:lnTo>
                  <a:pt x="47625" y="95250"/>
                </a:lnTo>
                <a:lnTo>
                  <a:pt x="19050" y="95250"/>
                </a:lnTo>
                <a:lnTo>
                  <a:pt x="19050" y="76200"/>
                </a:lnTo>
                <a:lnTo>
                  <a:pt x="28575" y="76200"/>
                </a:lnTo>
                <a:lnTo>
                  <a:pt x="28575" y="38100"/>
                </a:lnTo>
                <a:lnTo>
                  <a:pt x="19050" y="38100"/>
                </a:lnTo>
                <a:lnTo>
                  <a:pt x="19050" y="47625"/>
                </a:lnTo>
                <a:lnTo>
                  <a:pt x="9525" y="47625"/>
                </a:lnTo>
                <a:lnTo>
                  <a:pt x="9525" y="66675"/>
                </a:lnTo>
                <a:lnTo>
                  <a:pt x="0" y="66675"/>
                </a:lnTo>
                <a:lnTo>
                  <a:pt x="0" y="9525"/>
                </a:lnTo>
                <a:lnTo>
                  <a:pt x="9525" y="9525"/>
                </a:lnTo>
                <a:lnTo>
                  <a:pt x="9525" y="19050"/>
                </a:lnTo>
                <a:lnTo>
                  <a:pt x="19050" y="19050"/>
                </a:lnTo>
                <a:close/>
                <a:moveTo>
                  <a:pt x="257175" y="0"/>
                </a:moveTo>
                <a:lnTo>
                  <a:pt x="285750" y="0"/>
                </a:lnTo>
                <a:lnTo>
                  <a:pt x="285750" y="19050"/>
                </a:lnTo>
                <a:lnTo>
                  <a:pt x="257175" y="19050"/>
                </a:lnTo>
                <a:close/>
                <a:moveTo>
                  <a:pt x="390525" y="0"/>
                </a:moveTo>
                <a:lnTo>
                  <a:pt x="400050" y="0"/>
                </a:lnTo>
                <a:lnTo>
                  <a:pt x="400050" y="19050"/>
                </a:lnTo>
                <a:lnTo>
                  <a:pt x="390525" y="19050"/>
                </a:lnTo>
                <a:close/>
                <a:moveTo>
                  <a:pt x="371475" y="9525"/>
                </a:moveTo>
                <a:lnTo>
                  <a:pt x="381000" y="9525"/>
                </a:lnTo>
                <a:lnTo>
                  <a:pt x="381000" y="19050"/>
                </a:lnTo>
                <a:lnTo>
                  <a:pt x="371475" y="19050"/>
                </a:lnTo>
                <a:close/>
                <a:moveTo>
                  <a:pt x="419100" y="19050"/>
                </a:moveTo>
                <a:lnTo>
                  <a:pt x="428625" y="19050"/>
                </a:lnTo>
                <a:lnTo>
                  <a:pt x="428625" y="28575"/>
                </a:lnTo>
                <a:lnTo>
                  <a:pt x="419100" y="28575"/>
                </a:lnTo>
                <a:close/>
                <a:moveTo>
                  <a:pt x="447675" y="19050"/>
                </a:moveTo>
                <a:lnTo>
                  <a:pt x="457200" y="19050"/>
                </a:lnTo>
                <a:lnTo>
                  <a:pt x="457200" y="28575"/>
                </a:lnTo>
                <a:lnTo>
                  <a:pt x="466725" y="28575"/>
                </a:lnTo>
                <a:lnTo>
                  <a:pt x="466725" y="38100"/>
                </a:lnTo>
                <a:lnTo>
                  <a:pt x="457200" y="38100"/>
                </a:lnTo>
                <a:lnTo>
                  <a:pt x="457200" y="47625"/>
                </a:lnTo>
                <a:lnTo>
                  <a:pt x="438150" y="47625"/>
                </a:lnTo>
                <a:lnTo>
                  <a:pt x="438150" y="38100"/>
                </a:lnTo>
                <a:lnTo>
                  <a:pt x="428625" y="38100"/>
                </a:lnTo>
                <a:lnTo>
                  <a:pt x="428625" y="28575"/>
                </a:lnTo>
                <a:lnTo>
                  <a:pt x="438150" y="28575"/>
                </a:lnTo>
                <a:lnTo>
                  <a:pt x="438150" y="38100"/>
                </a:lnTo>
                <a:lnTo>
                  <a:pt x="447675" y="38100"/>
                </a:lnTo>
                <a:close/>
                <a:moveTo>
                  <a:pt x="457200" y="47625"/>
                </a:moveTo>
                <a:lnTo>
                  <a:pt x="466725" y="47625"/>
                </a:lnTo>
                <a:lnTo>
                  <a:pt x="466725" y="57150"/>
                </a:lnTo>
                <a:lnTo>
                  <a:pt x="457200" y="57150"/>
                </a:lnTo>
                <a:close/>
                <a:moveTo>
                  <a:pt x="600075" y="47625"/>
                </a:moveTo>
                <a:lnTo>
                  <a:pt x="609600" y="47625"/>
                </a:lnTo>
                <a:lnTo>
                  <a:pt x="609600" y="57150"/>
                </a:lnTo>
                <a:lnTo>
                  <a:pt x="619125" y="57150"/>
                </a:lnTo>
                <a:lnTo>
                  <a:pt x="619125" y="85725"/>
                </a:lnTo>
                <a:lnTo>
                  <a:pt x="609600" y="85725"/>
                </a:lnTo>
                <a:lnTo>
                  <a:pt x="609600" y="66675"/>
                </a:lnTo>
                <a:lnTo>
                  <a:pt x="600075" y="66675"/>
                </a:lnTo>
                <a:close/>
                <a:moveTo>
                  <a:pt x="485775" y="66675"/>
                </a:moveTo>
                <a:lnTo>
                  <a:pt x="495300" y="66675"/>
                </a:lnTo>
                <a:lnTo>
                  <a:pt x="495300" y="76200"/>
                </a:lnTo>
                <a:lnTo>
                  <a:pt x="485775" y="76200"/>
                </a:lnTo>
                <a:close/>
                <a:moveTo>
                  <a:pt x="561975" y="66675"/>
                </a:moveTo>
                <a:lnTo>
                  <a:pt x="571500" y="66675"/>
                </a:lnTo>
                <a:lnTo>
                  <a:pt x="571500" y="76200"/>
                </a:lnTo>
                <a:lnTo>
                  <a:pt x="581025" y="76200"/>
                </a:lnTo>
                <a:lnTo>
                  <a:pt x="581025" y="85725"/>
                </a:lnTo>
                <a:lnTo>
                  <a:pt x="561975" y="85725"/>
                </a:lnTo>
                <a:close/>
                <a:moveTo>
                  <a:pt x="495300" y="76200"/>
                </a:moveTo>
                <a:lnTo>
                  <a:pt x="504825" y="76200"/>
                </a:lnTo>
                <a:lnTo>
                  <a:pt x="504825" y="85725"/>
                </a:lnTo>
                <a:lnTo>
                  <a:pt x="495300" y="85725"/>
                </a:lnTo>
                <a:close/>
                <a:moveTo>
                  <a:pt x="581025" y="85725"/>
                </a:moveTo>
                <a:lnTo>
                  <a:pt x="590550" y="85725"/>
                </a:lnTo>
                <a:lnTo>
                  <a:pt x="590550" y="95250"/>
                </a:lnTo>
                <a:lnTo>
                  <a:pt x="600075" y="95250"/>
                </a:lnTo>
                <a:lnTo>
                  <a:pt x="600075" y="104775"/>
                </a:lnTo>
                <a:lnTo>
                  <a:pt x="590550" y="104775"/>
                </a:lnTo>
                <a:lnTo>
                  <a:pt x="590550" y="114300"/>
                </a:lnTo>
                <a:lnTo>
                  <a:pt x="581025" y="114300"/>
                </a:lnTo>
                <a:close/>
                <a:moveTo>
                  <a:pt x="542925" y="123825"/>
                </a:moveTo>
                <a:lnTo>
                  <a:pt x="552450" y="123825"/>
                </a:lnTo>
                <a:lnTo>
                  <a:pt x="552450" y="133350"/>
                </a:lnTo>
                <a:lnTo>
                  <a:pt x="542925" y="133350"/>
                </a:lnTo>
                <a:close/>
                <a:moveTo>
                  <a:pt x="9525" y="180975"/>
                </a:moveTo>
                <a:lnTo>
                  <a:pt x="28575" y="180975"/>
                </a:lnTo>
                <a:lnTo>
                  <a:pt x="28575" y="190500"/>
                </a:lnTo>
                <a:lnTo>
                  <a:pt x="38100" y="190500"/>
                </a:lnTo>
                <a:lnTo>
                  <a:pt x="38100" y="209550"/>
                </a:lnTo>
                <a:lnTo>
                  <a:pt x="19050" y="209550"/>
                </a:lnTo>
                <a:lnTo>
                  <a:pt x="19050" y="190500"/>
                </a:lnTo>
                <a:lnTo>
                  <a:pt x="9525" y="190500"/>
                </a:lnTo>
                <a:close/>
                <a:moveTo>
                  <a:pt x="19050" y="219075"/>
                </a:moveTo>
                <a:lnTo>
                  <a:pt x="38100" y="219075"/>
                </a:lnTo>
                <a:lnTo>
                  <a:pt x="38100" y="228600"/>
                </a:lnTo>
                <a:lnTo>
                  <a:pt x="28575" y="228600"/>
                </a:lnTo>
                <a:lnTo>
                  <a:pt x="28575" y="276225"/>
                </a:lnTo>
                <a:lnTo>
                  <a:pt x="19050" y="276225"/>
                </a:lnTo>
                <a:close/>
                <a:moveTo>
                  <a:pt x="590550" y="219075"/>
                </a:moveTo>
                <a:lnTo>
                  <a:pt x="600075" y="219075"/>
                </a:lnTo>
                <a:lnTo>
                  <a:pt x="600075" y="228600"/>
                </a:lnTo>
                <a:lnTo>
                  <a:pt x="590550" y="228600"/>
                </a:lnTo>
                <a:close/>
                <a:moveTo>
                  <a:pt x="600075" y="228600"/>
                </a:moveTo>
                <a:lnTo>
                  <a:pt x="619125" y="228600"/>
                </a:lnTo>
                <a:lnTo>
                  <a:pt x="619125" y="247650"/>
                </a:lnTo>
                <a:lnTo>
                  <a:pt x="609600" y="247650"/>
                </a:lnTo>
                <a:lnTo>
                  <a:pt x="609600" y="238125"/>
                </a:lnTo>
                <a:lnTo>
                  <a:pt x="600075" y="238125"/>
                </a:lnTo>
                <a:close/>
                <a:moveTo>
                  <a:pt x="590550" y="276225"/>
                </a:moveTo>
                <a:lnTo>
                  <a:pt x="609600" y="276225"/>
                </a:lnTo>
                <a:lnTo>
                  <a:pt x="609600" y="285750"/>
                </a:lnTo>
                <a:lnTo>
                  <a:pt x="600075" y="285750"/>
                </a:lnTo>
                <a:lnTo>
                  <a:pt x="600075" y="295275"/>
                </a:lnTo>
                <a:lnTo>
                  <a:pt x="590550" y="295275"/>
                </a:lnTo>
                <a:close/>
                <a:moveTo>
                  <a:pt x="609600" y="285750"/>
                </a:moveTo>
                <a:lnTo>
                  <a:pt x="619125" y="285750"/>
                </a:lnTo>
                <a:lnTo>
                  <a:pt x="619125" y="314325"/>
                </a:lnTo>
                <a:lnTo>
                  <a:pt x="600075" y="314325"/>
                </a:lnTo>
                <a:lnTo>
                  <a:pt x="600075" y="304800"/>
                </a:lnTo>
                <a:lnTo>
                  <a:pt x="609600" y="304800"/>
                </a:lnTo>
                <a:close/>
                <a:moveTo>
                  <a:pt x="600075" y="323850"/>
                </a:moveTo>
                <a:lnTo>
                  <a:pt x="609600" y="323850"/>
                </a:lnTo>
                <a:lnTo>
                  <a:pt x="609600" y="333375"/>
                </a:lnTo>
                <a:lnTo>
                  <a:pt x="600075" y="333375"/>
                </a:lnTo>
                <a:close/>
                <a:moveTo>
                  <a:pt x="0" y="342900"/>
                </a:moveTo>
                <a:lnTo>
                  <a:pt x="9525" y="342900"/>
                </a:lnTo>
                <a:lnTo>
                  <a:pt x="9525" y="361950"/>
                </a:lnTo>
                <a:lnTo>
                  <a:pt x="0" y="361950"/>
                </a:lnTo>
                <a:close/>
                <a:moveTo>
                  <a:pt x="19050" y="342900"/>
                </a:moveTo>
                <a:lnTo>
                  <a:pt x="28575" y="342900"/>
                </a:lnTo>
                <a:lnTo>
                  <a:pt x="28575" y="352425"/>
                </a:lnTo>
                <a:lnTo>
                  <a:pt x="19050" y="352425"/>
                </a:lnTo>
                <a:close/>
                <a:moveTo>
                  <a:pt x="600075" y="361950"/>
                </a:moveTo>
                <a:lnTo>
                  <a:pt x="609600" y="361950"/>
                </a:lnTo>
                <a:lnTo>
                  <a:pt x="609600" y="381000"/>
                </a:lnTo>
                <a:lnTo>
                  <a:pt x="600075" y="381000"/>
                </a:lnTo>
                <a:close/>
                <a:moveTo>
                  <a:pt x="19050" y="381000"/>
                </a:moveTo>
                <a:lnTo>
                  <a:pt x="28575" y="381000"/>
                </a:lnTo>
                <a:lnTo>
                  <a:pt x="28575" y="409575"/>
                </a:lnTo>
                <a:lnTo>
                  <a:pt x="9525" y="409575"/>
                </a:lnTo>
                <a:lnTo>
                  <a:pt x="9525" y="400050"/>
                </a:lnTo>
                <a:lnTo>
                  <a:pt x="19050" y="400050"/>
                </a:lnTo>
                <a:close/>
                <a:moveTo>
                  <a:pt x="609600" y="381000"/>
                </a:moveTo>
                <a:lnTo>
                  <a:pt x="619125" y="381000"/>
                </a:lnTo>
                <a:lnTo>
                  <a:pt x="619125" y="390525"/>
                </a:lnTo>
                <a:lnTo>
                  <a:pt x="609600" y="390525"/>
                </a:lnTo>
                <a:close/>
                <a:moveTo>
                  <a:pt x="590550" y="390525"/>
                </a:moveTo>
                <a:lnTo>
                  <a:pt x="600075" y="390525"/>
                </a:lnTo>
                <a:lnTo>
                  <a:pt x="600075" y="400050"/>
                </a:lnTo>
                <a:lnTo>
                  <a:pt x="590550" y="400050"/>
                </a:lnTo>
                <a:close/>
                <a:moveTo>
                  <a:pt x="571500" y="409575"/>
                </a:moveTo>
                <a:lnTo>
                  <a:pt x="590550" y="409575"/>
                </a:lnTo>
                <a:lnTo>
                  <a:pt x="590550" y="428625"/>
                </a:lnTo>
                <a:lnTo>
                  <a:pt x="581025" y="428625"/>
                </a:lnTo>
                <a:lnTo>
                  <a:pt x="581025" y="438150"/>
                </a:lnTo>
                <a:lnTo>
                  <a:pt x="561975" y="438150"/>
                </a:lnTo>
                <a:lnTo>
                  <a:pt x="561975" y="428625"/>
                </a:lnTo>
                <a:lnTo>
                  <a:pt x="571500" y="428625"/>
                </a:lnTo>
                <a:close/>
                <a:moveTo>
                  <a:pt x="0" y="438150"/>
                </a:moveTo>
                <a:lnTo>
                  <a:pt x="9525" y="438150"/>
                </a:lnTo>
                <a:lnTo>
                  <a:pt x="9525" y="457200"/>
                </a:lnTo>
                <a:lnTo>
                  <a:pt x="0" y="457200"/>
                </a:lnTo>
                <a:close/>
                <a:moveTo>
                  <a:pt x="38100" y="438150"/>
                </a:moveTo>
                <a:lnTo>
                  <a:pt x="47625" y="438150"/>
                </a:lnTo>
                <a:lnTo>
                  <a:pt x="47625" y="447675"/>
                </a:lnTo>
                <a:lnTo>
                  <a:pt x="57150" y="447675"/>
                </a:lnTo>
                <a:lnTo>
                  <a:pt x="57150" y="466725"/>
                </a:lnTo>
                <a:lnTo>
                  <a:pt x="47625" y="466725"/>
                </a:lnTo>
                <a:lnTo>
                  <a:pt x="47625" y="457200"/>
                </a:lnTo>
                <a:lnTo>
                  <a:pt x="38100" y="457200"/>
                </a:lnTo>
                <a:close/>
                <a:moveTo>
                  <a:pt x="561975" y="447675"/>
                </a:moveTo>
                <a:lnTo>
                  <a:pt x="571500" y="447675"/>
                </a:lnTo>
                <a:lnTo>
                  <a:pt x="571500" y="466725"/>
                </a:lnTo>
                <a:lnTo>
                  <a:pt x="581025" y="466725"/>
                </a:lnTo>
                <a:lnTo>
                  <a:pt x="581025" y="476250"/>
                </a:lnTo>
                <a:lnTo>
                  <a:pt x="590550" y="476250"/>
                </a:lnTo>
                <a:lnTo>
                  <a:pt x="590550" y="466725"/>
                </a:lnTo>
                <a:lnTo>
                  <a:pt x="600075" y="466725"/>
                </a:lnTo>
                <a:lnTo>
                  <a:pt x="600075" y="485775"/>
                </a:lnTo>
                <a:lnTo>
                  <a:pt x="581025" y="485775"/>
                </a:lnTo>
                <a:lnTo>
                  <a:pt x="581025" y="495300"/>
                </a:lnTo>
                <a:lnTo>
                  <a:pt x="571500" y="495300"/>
                </a:lnTo>
                <a:lnTo>
                  <a:pt x="571500" y="476250"/>
                </a:lnTo>
                <a:lnTo>
                  <a:pt x="552450" y="476250"/>
                </a:lnTo>
                <a:lnTo>
                  <a:pt x="552450" y="457200"/>
                </a:lnTo>
                <a:lnTo>
                  <a:pt x="561975" y="457200"/>
                </a:lnTo>
                <a:close/>
                <a:moveTo>
                  <a:pt x="9525" y="485775"/>
                </a:moveTo>
                <a:lnTo>
                  <a:pt x="28575" y="485775"/>
                </a:lnTo>
                <a:lnTo>
                  <a:pt x="28575" y="495300"/>
                </a:lnTo>
                <a:lnTo>
                  <a:pt x="9525" y="495300"/>
                </a:lnTo>
                <a:close/>
                <a:moveTo>
                  <a:pt x="533400" y="485775"/>
                </a:moveTo>
                <a:lnTo>
                  <a:pt x="542925" y="485775"/>
                </a:lnTo>
                <a:lnTo>
                  <a:pt x="542925" y="495300"/>
                </a:lnTo>
                <a:lnTo>
                  <a:pt x="533400" y="495300"/>
                </a:lnTo>
                <a:close/>
                <a:moveTo>
                  <a:pt x="66675" y="495300"/>
                </a:moveTo>
                <a:lnTo>
                  <a:pt x="85725" y="495300"/>
                </a:lnTo>
                <a:lnTo>
                  <a:pt x="85725" y="504825"/>
                </a:lnTo>
                <a:lnTo>
                  <a:pt x="95250" y="504825"/>
                </a:lnTo>
                <a:lnTo>
                  <a:pt x="95250" y="514350"/>
                </a:lnTo>
                <a:lnTo>
                  <a:pt x="114300" y="514350"/>
                </a:lnTo>
                <a:lnTo>
                  <a:pt x="114300" y="533400"/>
                </a:lnTo>
                <a:lnTo>
                  <a:pt x="133350" y="533400"/>
                </a:lnTo>
                <a:lnTo>
                  <a:pt x="133350" y="561975"/>
                </a:lnTo>
                <a:lnTo>
                  <a:pt x="123825" y="561975"/>
                </a:lnTo>
                <a:lnTo>
                  <a:pt x="123825" y="571500"/>
                </a:lnTo>
                <a:lnTo>
                  <a:pt x="95250" y="571500"/>
                </a:lnTo>
                <a:lnTo>
                  <a:pt x="95250" y="561975"/>
                </a:lnTo>
                <a:lnTo>
                  <a:pt x="47625" y="561975"/>
                </a:lnTo>
                <a:lnTo>
                  <a:pt x="47625" y="571500"/>
                </a:lnTo>
                <a:lnTo>
                  <a:pt x="28575" y="571500"/>
                </a:lnTo>
                <a:lnTo>
                  <a:pt x="28575" y="561975"/>
                </a:lnTo>
                <a:lnTo>
                  <a:pt x="19050" y="561975"/>
                </a:lnTo>
                <a:lnTo>
                  <a:pt x="19050" y="571500"/>
                </a:lnTo>
                <a:lnTo>
                  <a:pt x="9525" y="571500"/>
                </a:lnTo>
                <a:lnTo>
                  <a:pt x="9525" y="590550"/>
                </a:lnTo>
                <a:lnTo>
                  <a:pt x="19050" y="590550"/>
                </a:lnTo>
                <a:lnTo>
                  <a:pt x="19050" y="600075"/>
                </a:lnTo>
                <a:lnTo>
                  <a:pt x="28575" y="600075"/>
                </a:lnTo>
                <a:lnTo>
                  <a:pt x="28575" y="609600"/>
                </a:lnTo>
                <a:lnTo>
                  <a:pt x="0" y="609600"/>
                </a:lnTo>
                <a:lnTo>
                  <a:pt x="0" y="523875"/>
                </a:lnTo>
                <a:lnTo>
                  <a:pt x="38100" y="523875"/>
                </a:lnTo>
                <a:lnTo>
                  <a:pt x="38100" y="514350"/>
                </a:lnTo>
                <a:lnTo>
                  <a:pt x="47625" y="514350"/>
                </a:lnTo>
                <a:lnTo>
                  <a:pt x="47625" y="504825"/>
                </a:lnTo>
                <a:lnTo>
                  <a:pt x="66675" y="504825"/>
                </a:lnTo>
                <a:close/>
                <a:moveTo>
                  <a:pt x="523875" y="495300"/>
                </a:moveTo>
                <a:lnTo>
                  <a:pt x="533400" y="495300"/>
                </a:lnTo>
                <a:lnTo>
                  <a:pt x="533400" y="504825"/>
                </a:lnTo>
                <a:lnTo>
                  <a:pt x="523875" y="504825"/>
                </a:lnTo>
                <a:close/>
                <a:moveTo>
                  <a:pt x="504825" y="514350"/>
                </a:moveTo>
                <a:lnTo>
                  <a:pt x="514350" y="514350"/>
                </a:lnTo>
                <a:lnTo>
                  <a:pt x="514350" y="523875"/>
                </a:lnTo>
                <a:lnTo>
                  <a:pt x="504825" y="523875"/>
                </a:lnTo>
                <a:close/>
                <a:moveTo>
                  <a:pt x="495300" y="523875"/>
                </a:moveTo>
                <a:lnTo>
                  <a:pt x="504825" y="523875"/>
                </a:lnTo>
                <a:lnTo>
                  <a:pt x="504825" y="542925"/>
                </a:lnTo>
                <a:lnTo>
                  <a:pt x="485775" y="542925"/>
                </a:lnTo>
                <a:lnTo>
                  <a:pt x="485775" y="533400"/>
                </a:lnTo>
                <a:lnTo>
                  <a:pt x="495300" y="533400"/>
                </a:lnTo>
                <a:close/>
                <a:moveTo>
                  <a:pt x="76200" y="533400"/>
                </a:moveTo>
                <a:lnTo>
                  <a:pt x="85725" y="533400"/>
                </a:lnTo>
                <a:lnTo>
                  <a:pt x="85725" y="514350"/>
                </a:lnTo>
                <a:lnTo>
                  <a:pt x="76200" y="514350"/>
                </a:lnTo>
                <a:close/>
                <a:moveTo>
                  <a:pt x="466725" y="552450"/>
                </a:moveTo>
                <a:lnTo>
                  <a:pt x="476250" y="552450"/>
                </a:lnTo>
                <a:lnTo>
                  <a:pt x="476250" y="561975"/>
                </a:lnTo>
                <a:lnTo>
                  <a:pt x="466725" y="561975"/>
                </a:lnTo>
                <a:close/>
                <a:moveTo>
                  <a:pt x="152400" y="571500"/>
                </a:moveTo>
                <a:lnTo>
                  <a:pt x="171450" y="571500"/>
                </a:lnTo>
                <a:lnTo>
                  <a:pt x="171450" y="581025"/>
                </a:lnTo>
                <a:lnTo>
                  <a:pt x="161925" y="581025"/>
                </a:lnTo>
                <a:lnTo>
                  <a:pt x="161925" y="590550"/>
                </a:lnTo>
                <a:lnTo>
                  <a:pt x="152400" y="590550"/>
                </a:lnTo>
                <a:close/>
                <a:moveTo>
                  <a:pt x="190500" y="571500"/>
                </a:moveTo>
                <a:lnTo>
                  <a:pt x="200025" y="571500"/>
                </a:lnTo>
                <a:lnTo>
                  <a:pt x="200025" y="581025"/>
                </a:lnTo>
                <a:lnTo>
                  <a:pt x="190500" y="581025"/>
                </a:lnTo>
                <a:close/>
                <a:moveTo>
                  <a:pt x="400050" y="571500"/>
                </a:moveTo>
                <a:lnTo>
                  <a:pt x="409575" y="571500"/>
                </a:lnTo>
                <a:lnTo>
                  <a:pt x="409575" y="581025"/>
                </a:lnTo>
                <a:lnTo>
                  <a:pt x="400050" y="581025"/>
                </a:lnTo>
                <a:close/>
                <a:moveTo>
                  <a:pt x="476250" y="571500"/>
                </a:moveTo>
                <a:lnTo>
                  <a:pt x="485775" y="571500"/>
                </a:lnTo>
                <a:lnTo>
                  <a:pt x="485775" y="581025"/>
                </a:lnTo>
                <a:lnTo>
                  <a:pt x="476250" y="581025"/>
                </a:lnTo>
                <a:close/>
                <a:moveTo>
                  <a:pt x="200025" y="581025"/>
                </a:moveTo>
                <a:lnTo>
                  <a:pt x="228600" y="581025"/>
                </a:lnTo>
                <a:lnTo>
                  <a:pt x="228600" y="590550"/>
                </a:lnTo>
                <a:lnTo>
                  <a:pt x="238125" y="590550"/>
                </a:lnTo>
                <a:lnTo>
                  <a:pt x="238125" y="600075"/>
                </a:lnTo>
                <a:lnTo>
                  <a:pt x="190500" y="600075"/>
                </a:lnTo>
                <a:lnTo>
                  <a:pt x="190500" y="590550"/>
                </a:lnTo>
                <a:lnTo>
                  <a:pt x="200025" y="590550"/>
                </a:lnTo>
                <a:close/>
                <a:moveTo>
                  <a:pt x="381000" y="581025"/>
                </a:moveTo>
                <a:lnTo>
                  <a:pt x="400050" y="581025"/>
                </a:lnTo>
                <a:lnTo>
                  <a:pt x="400050" y="590550"/>
                </a:lnTo>
                <a:lnTo>
                  <a:pt x="381000" y="590550"/>
                </a:lnTo>
                <a:close/>
                <a:moveTo>
                  <a:pt x="466725" y="590550"/>
                </a:moveTo>
                <a:lnTo>
                  <a:pt x="485775" y="590550"/>
                </a:lnTo>
                <a:lnTo>
                  <a:pt x="485775" y="600075"/>
                </a:lnTo>
                <a:lnTo>
                  <a:pt x="476250" y="600075"/>
                </a:lnTo>
                <a:lnTo>
                  <a:pt x="476250" y="609600"/>
                </a:lnTo>
                <a:lnTo>
                  <a:pt x="466725" y="609600"/>
                </a:lnTo>
                <a:close/>
                <a:moveTo>
                  <a:pt x="47625" y="600075"/>
                </a:moveTo>
                <a:lnTo>
                  <a:pt x="57150" y="600075"/>
                </a:lnTo>
                <a:lnTo>
                  <a:pt x="57150" y="609600"/>
                </a:lnTo>
                <a:lnTo>
                  <a:pt x="47625" y="609600"/>
                </a:lnTo>
                <a:close/>
                <a:moveTo>
                  <a:pt x="133350" y="600075"/>
                </a:moveTo>
                <a:lnTo>
                  <a:pt x="142875" y="600075"/>
                </a:lnTo>
                <a:lnTo>
                  <a:pt x="142875" y="609600"/>
                </a:lnTo>
                <a:lnTo>
                  <a:pt x="133350" y="609600"/>
                </a:lnTo>
                <a:close/>
                <a:moveTo>
                  <a:pt x="238125" y="600075"/>
                </a:moveTo>
                <a:lnTo>
                  <a:pt x="257175" y="600075"/>
                </a:lnTo>
                <a:lnTo>
                  <a:pt x="257175" y="609600"/>
                </a:lnTo>
                <a:lnTo>
                  <a:pt x="238125" y="609600"/>
                </a:lnTo>
                <a:close/>
                <a:moveTo>
                  <a:pt x="276225" y="600075"/>
                </a:moveTo>
                <a:lnTo>
                  <a:pt x="285750" y="600075"/>
                </a:lnTo>
                <a:lnTo>
                  <a:pt x="285750" y="609600"/>
                </a:lnTo>
                <a:lnTo>
                  <a:pt x="276225" y="609600"/>
                </a:lnTo>
                <a:close/>
                <a:moveTo>
                  <a:pt x="304800" y="600075"/>
                </a:moveTo>
                <a:lnTo>
                  <a:pt x="314325" y="600075"/>
                </a:lnTo>
                <a:lnTo>
                  <a:pt x="314325" y="609600"/>
                </a:lnTo>
                <a:lnTo>
                  <a:pt x="304800" y="609600"/>
                </a:lnTo>
                <a:close/>
              </a:path>
            </a:pathLst>
          </a:custGeom>
          <a:solidFill xmlns:a="http://schemas.openxmlformats.org/drawingml/2006/main">
            <a:srgbClr val="F2EFE1"/>
          </a:solidFill>
          <a:ln xmlns:a="http://schemas.openxmlformats.org/drawingml/2006/main" w="0">
            <a:noFill/>
          </a:ln>
        </p:spPr>
      </p:sp>
      <p:sp>
        <p:nvSpPr>
          <p:cNvPr id="34" name="check vector #f2efde">
            <a:extLst xmlns:a="http://schemas.openxmlformats.org/drawingml/2006/main">
              <a:ext uri="{FF2B5EF4-FFF2-40B4-BE49-F238E27FC236}">
                <a16:creationId xmlns:a16="http://schemas.microsoft.com/office/drawing/2014/main" id="{E82C636A-2532-4C17-B0C1-F34B79DE614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71525" y="1819275"/>
            <a:ext cx="742950" cy="723900"/>
          </a:xfrm>
          <a:custGeom xmlns:a="http://schemas.openxmlformats.org/drawingml/2006/main">
            <a:pathLst>
              <a:path w="628650" h="609600">
                <a:moveTo>
                  <a:pt x="114300" y="0"/>
                </a:moveTo>
                <a:lnTo>
                  <a:pt x="123825" y="0"/>
                </a:lnTo>
                <a:lnTo>
                  <a:pt x="123825" y="9525"/>
                </a:lnTo>
                <a:lnTo>
                  <a:pt x="114300" y="9525"/>
                </a:lnTo>
                <a:close/>
                <a:moveTo>
                  <a:pt x="0" y="76200"/>
                </a:moveTo>
                <a:lnTo>
                  <a:pt x="9525" y="76200"/>
                </a:lnTo>
                <a:lnTo>
                  <a:pt x="9525" y="104775"/>
                </a:lnTo>
                <a:lnTo>
                  <a:pt x="0" y="104775"/>
                </a:lnTo>
                <a:close/>
                <a:moveTo>
                  <a:pt x="19050" y="95250"/>
                </a:moveTo>
                <a:lnTo>
                  <a:pt x="57150" y="95250"/>
                </a:lnTo>
                <a:lnTo>
                  <a:pt x="57150" y="104775"/>
                </a:lnTo>
                <a:lnTo>
                  <a:pt x="66675" y="104775"/>
                </a:lnTo>
                <a:lnTo>
                  <a:pt x="66675" y="133350"/>
                </a:lnTo>
                <a:lnTo>
                  <a:pt x="57150" y="133350"/>
                </a:lnTo>
                <a:lnTo>
                  <a:pt x="57150" y="152400"/>
                </a:lnTo>
                <a:lnTo>
                  <a:pt x="47625" y="152400"/>
                </a:lnTo>
                <a:lnTo>
                  <a:pt x="47625" y="161925"/>
                </a:lnTo>
                <a:lnTo>
                  <a:pt x="38100" y="161925"/>
                </a:lnTo>
                <a:lnTo>
                  <a:pt x="38100" y="171450"/>
                </a:lnTo>
                <a:lnTo>
                  <a:pt x="19050" y="171450"/>
                </a:lnTo>
                <a:lnTo>
                  <a:pt x="19050" y="180975"/>
                </a:lnTo>
                <a:lnTo>
                  <a:pt x="9525" y="180975"/>
                </a:lnTo>
                <a:lnTo>
                  <a:pt x="9525" y="190500"/>
                </a:lnTo>
                <a:lnTo>
                  <a:pt x="0" y="190500"/>
                </a:lnTo>
                <a:lnTo>
                  <a:pt x="0" y="114300"/>
                </a:lnTo>
                <a:lnTo>
                  <a:pt x="9525" y="114300"/>
                </a:lnTo>
                <a:lnTo>
                  <a:pt x="9525" y="104775"/>
                </a:lnTo>
                <a:lnTo>
                  <a:pt x="19050" y="104775"/>
                </a:lnTo>
                <a:close/>
                <a:moveTo>
                  <a:pt x="0" y="200025"/>
                </a:moveTo>
                <a:lnTo>
                  <a:pt x="9525" y="200025"/>
                </a:lnTo>
                <a:lnTo>
                  <a:pt x="9525" y="219075"/>
                </a:lnTo>
                <a:lnTo>
                  <a:pt x="0" y="219075"/>
                </a:lnTo>
                <a:close/>
                <a:moveTo>
                  <a:pt x="9525" y="219075"/>
                </a:moveTo>
                <a:lnTo>
                  <a:pt x="19050" y="219075"/>
                </a:lnTo>
                <a:lnTo>
                  <a:pt x="19050" y="228600"/>
                </a:lnTo>
                <a:lnTo>
                  <a:pt x="9525" y="228600"/>
                </a:lnTo>
                <a:close/>
                <a:moveTo>
                  <a:pt x="0" y="257175"/>
                </a:moveTo>
                <a:lnTo>
                  <a:pt x="9525" y="257175"/>
                </a:lnTo>
                <a:lnTo>
                  <a:pt x="9525" y="276225"/>
                </a:lnTo>
                <a:lnTo>
                  <a:pt x="0" y="276225"/>
                </a:lnTo>
                <a:close/>
                <a:moveTo>
                  <a:pt x="0" y="295275"/>
                </a:moveTo>
                <a:lnTo>
                  <a:pt x="9525" y="295275"/>
                </a:lnTo>
                <a:lnTo>
                  <a:pt x="9525" y="314325"/>
                </a:lnTo>
                <a:lnTo>
                  <a:pt x="0" y="314325"/>
                </a:lnTo>
                <a:close/>
                <a:moveTo>
                  <a:pt x="0" y="361950"/>
                </a:moveTo>
                <a:lnTo>
                  <a:pt x="9525" y="361950"/>
                </a:lnTo>
                <a:lnTo>
                  <a:pt x="9525" y="390525"/>
                </a:lnTo>
                <a:lnTo>
                  <a:pt x="19050" y="390525"/>
                </a:lnTo>
                <a:lnTo>
                  <a:pt x="19050" y="400050"/>
                </a:lnTo>
                <a:lnTo>
                  <a:pt x="9525" y="400050"/>
                </a:lnTo>
                <a:lnTo>
                  <a:pt x="9525" y="409575"/>
                </a:lnTo>
                <a:lnTo>
                  <a:pt x="0" y="409575"/>
                </a:lnTo>
                <a:close/>
                <a:moveTo>
                  <a:pt x="19050" y="409575"/>
                </a:moveTo>
                <a:lnTo>
                  <a:pt x="28575" y="409575"/>
                </a:lnTo>
                <a:lnTo>
                  <a:pt x="28575" y="428625"/>
                </a:lnTo>
                <a:lnTo>
                  <a:pt x="19050" y="428625"/>
                </a:lnTo>
                <a:lnTo>
                  <a:pt x="19050" y="447675"/>
                </a:lnTo>
                <a:lnTo>
                  <a:pt x="28575" y="447675"/>
                </a:lnTo>
                <a:lnTo>
                  <a:pt x="28575" y="457200"/>
                </a:lnTo>
                <a:lnTo>
                  <a:pt x="19050" y="457200"/>
                </a:lnTo>
                <a:lnTo>
                  <a:pt x="19050" y="476250"/>
                </a:lnTo>
                <a:lnTo>
                  <a:pt x="9525" y="476250"/>
                </a:lnTo>
                <a:lnTo>
                  <a:pt x="9525" y="495300"/>
                </a:lnTo>
                <a:lnTo>
                  <a:pt x="28575" y="495300"/>
                </a:lnTo>
                <a:lnTo>
                  <a:pt x="28575" y="485775"/>
                </a:lnTo>
                <a:lnTo>
                  <a:pt x="19050" y="485775"/>
                </a:lnTo>
                <a:lnTo>
                  <a:pt x="19050" y="476250"/>
                </a:lnTo>
                <a:lnTo>
                  <a:pt x="28575" y="476250"/>
                </a:lnTo>
                <a:lnTo>
                  <a:pt x="28575" y="485775"/>
                </a:lnTo>
                <a:lnTo>
                  <a:pt x="38100" y="485775"/>
                </a:lnTo>
                <a:lnTo>
                  <a:pt x="38100" y="495300"/>
                </a:lnTo>
                <a:lnTo>
                  <a:pt x="47625" y="495300"/>
                </a:lnTo>
                <a:lnTo>
                  <a:pt x="47625" y="514350"/>
                </a:lnTo>
                <a:lnTo>
                  <a:pt x="38100" y="514350"/>
                </a:lnTo>
                <a:lnTo>
                  <a:pt x="38100" y="523875"/>
                </a:lnTo>
                <a:lnTo>
                  <a:pt x="0" y="523875"/>
                </a:lnTo>
                <a:lnTo>
                  <a:pt x="0" y="457200"/>
                </a:lnTo>
                <a:lnTo>
                  <a:pt x="9525" y="457200"/>
                </a:lnTo>
                <a:lnTo>
                  <a:pt x="9525" y="438150"/>
                </a:lnTo>
                <a:lnTo>
                  <a:pt x="0" y="438150"/>
                </a:lnTo>
                <a:lnTo>
                  <a:pt x="0" y="419100"/>
                </a:lnTo>
                <a:lnTo>
                  <a:pt x="19050" y="419100"/>
                </a:lnTo>
                <a:close/>
                <a:moveTo>
                  <a:pt x="28575" y="457200"/>
                </a:moveTo>
                <a:lnTo>
                  <a:pt x="38100" y="457200"/>
                </a:lnTo>
                <a:lnTo>
                  <a:pt x="38100" y="466725"/>
                </a:lnTo>
                <a:lnTo>
                  <a:pt x="28575" y="466725"/>
                </a:lnTo>
                <a:close/>
                <a:moveTo>
                  <a:pt x="38100" y="466725"/>
                </a:moveTo>
                <a:lnTo>
                  <a:pt x="47625" y="466725"/>
                </a:lnTo>
                <a:lnTo>
                  <a:pt x="47625" y="476250"/>
                </a:lnTo>
                <a:lnTo>
                  <a:pt x="38100" y="476250"/>
                </a:lnTo>
                <a:close/>
                <a:moveTo>
                  <a:pt x="76200" y="514350"/>
                </a:moveTo>
                <a:lnTo>
                  <a:pt x="85725" y="514350"/>
                </a:lnTo>
                <a:lnTo>
                  <a:pt x="85725" y="533400"/>
                </a:lnTo>
                <a:lnTo>
                  <a:pt x="76200" y="533400"/>
                </a:lnTo>
                <a:close/>
                <a:moveTo>
                  <a:pt x="19050" y="561975"/>
                </a:moveTo>
                <a:lnTo>
                  <a:pt x="28575" y="561975"/>
                </a:lnTo>
                <a:lnTo>
                  <a:pt x="28575" y="571500"/>
                </a:lnTo>
                <a:lnTo>
                  <a:pt x="47625" y="571500"/>
                </a:lnTo>
                <a:lnTo>
                  <a:pt x="47625" y="561975"/>
                </a:lnTo>
                <a:lnTo>
                  <a:pt x="95250" y="561975"/>
                </a:lnTo>
                <a:lnTo>
                  <a:pt x="95250" y="571500"/>
                </a:lnTo>
                <a:lnTo>
                  <a:pt x="114300" y="571500"/>
                </a:lnTo>
                <a:lnTo>
                  <a:pt x="114300" y="581025"/>
                </a:lnTo>
                <a:lnTo>
                  <a:pt x="123825" y="581025"/>
                </a:lnTo>
                <a:lnTo>
                  <a:pt x="123825" y="571500"/>
                </a:lnTo>
                <a:lnTo>
                  <a:pt x="133350" y="571500"/>
                </a:lnTo>
                <a:lnTo>
                  <a:pt x="133350" y="609600"/>
                </a:lnTo>
                <a:lnTo>
                  <a:pt x="85725" y="609600"/>
                </a:lnTo>
                <a:lnTo>
                  <a:pt x="85725" y="600075"/>
                </a:lnTo>
                <a:lnTo>
                  <a:pt x="76200" y="600075"/>
                </a:lnTo>
                <a:lnTo>
                  <a:pt x="76200" y="590550"/>
                </a:lnTo>
                <a:lnTo>
                  <a:pt x="28575" y="590550"/>
                </a:lnTo>
                <a:lnTo>
                  <a:pt x="28575" y="600075"/>
                </a:lnTo>
                <a:lnTo>
                  <a:pt x="19050" y="600075"/>
                </a:lnTo>
                <a:lnTo>
                  <a:pt x="19050" y="590550"/>
                </a:lnTo>
                <a:lnTo>
                  <a:pt x="9525" y="590550"/>
                </a:lnTo>
                <a:lnTo>
                  <a:pt x="9525" y="571500"/>
                </a:lnTo>
                <a:lnTo>
                  <a:pt x="19050" y="571500"/>
                </a:lnTo>
                <a:close/>
                <a:moveTo>
                  <a:pt x="57150" y="581025"/>
                </a:moveTo>
                <a:lnTo>
                  <a:pt x="66675" y="581025"/>
                </a:lnTo>
                <a:lnTo>
                  <a:pt x="66675" y="571500"/>
                </a:lnTo>
                <a:lnTo>
                  <a:pt x="57150" y="571500"/>
                </a:lnTo>
                <a:close/>
              </a:path>
            </a:pathLst>
          </a:custGeom>
          <a:solidFill xmlns:a="http://schemas.openxmlformats.org/drawingml/2006/main">
            <a:srgbClr val="F2EFDE"/>
          </a:solidFill>
          <a:ln xmlns:a="http://schemas.openxmlformats.org/drawingml/2006/main" w="0">
            <a:noFill/>
          </a:ln>
        </p:spPr>
      </p:sp>
      <p:sp>
        <p:nvSpPr>
          <p:cNvPr id="35" name="check vector #f3eee2">
            <a:extLst xmlns:a="http://schemas.openxmlformats.org/drawingml/2006/main">
              <a:ext uri="{FF2B5EF4-FFF2-40B4-BE49-F238E27FC236}">
                <a16:creationId xmlns:a16="http://schemas.microsoft.com/office/drawing/2014/main" id="{0972C3E4-9981-46CA-9A28-9AA3C064BA6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71525" y="1819275"/>
            <a:ext cx="742950" cy="723900"/>
          </a:xfrm>
          <a:custGeom xmlns:a="http://schemas.openxmlformats.org/drawingml/2006/main">
            <a:pathLst>
              <a:path w="628650" h="609600">
                <a:moveTo>
                  <a:pt x="228600" y="0"/>
                </a:moveTo>
                <a:lnTo>
                  <a:pt x="257175" y="0"/>
                </a:lnTo>
                <a:lnTo>
                  <a:pt x="257175" y="9525"/>
                </a:lnTo>
                <a:lnTo>
                  <a:pt x="228600" y="9525"/>
                </a:lnTo>
                <a:close/>
                <a:moveTo>
                  <a:pt x="285750" y="0"/>
                </a:moveTo>
                <a:lnTo>
                  <a:pt x="314325" y="0"/>
                </a:lnTo>
                <a:lnTo>
                  <a:pt x="314325" y="9525"/>
                </a:lnTo>
                <a:lnTo>
                  <a:pt x="295275" y="9525"/>
                </a:lnTo>
                <a:lnTo>
                  <a:pt x="295275" y="19050"/>
                </a:lnTo>
                <a:lnTo>
                  <a:pt x="285750" y="19050"/>
                </a:lnTo>
                <a:close/>
                <a:moveTo>
                  <a:pt x="352425" y="0"/>
                </a:moveTo>
                <a:lnTo>
                  <a:pt x="390525" y="0"/>
                </a:lnTo>
                <a:lnTo>
                  <a:pt x="390525" y="19050"/>
                </a:lnTo>
                <a:lnTo>
                  <a:pt x="381000" y="19050"/>
                </a:lnTo>
                <a:lnTo>
                  <a:pt x="381000" y="9525"/>
                </a:lnTo>
                <a:lnTo>
                  <a:pt x="352425" y="9525"/>
                </a:lnTo>
                <a:close/>
                <a:moveTo>
                  <a:pt x="400050" y="0"/>
                </a:moveTo>
                <a:lnTo>
                  <a:pt x="409575" y="0"/>
                </a:lnTo>
                <a:lnTo>
                  <a:pt x="409575" y="19050"/>
                </a:lnTo>
                <a:lnTo>
                  <a:pt x="400050" y="19050"/>
                </a:lnTo>
                <a:close/>
                <a:moveTo>
                  <a:pt x="447675" y="0"/>
                </a:moveTo>
                <a:lnTo>
                  <a:pt x="457200" y="0"/>
                </a:lnTo>
                <a:lnTo>
                  <a:pt x="457200" y="9525"/>
                </a:lnTo>
                <a:lnTo>
                  <a:pt x="466725" y="9525"/>
                </a:lnTo>
                <a:lnTo>
                  <a:pt x="466725" y="0"/>
                </a:lnTo>
                <a:lnTo>
                  <a:pt x="485775" y="0"/>
                </a:lnTo>
                <a:lnTo>
                  <a:pt x="485775" y="9525"/>
                </a:lnTo>
                <a:lnTo>
                  <a:pt x="476250" y="9525"/>
                </a:lnTo>
                <a:lnTo>
                  <a:pt x="476250" y="28575"/>
                </a:lnTo>
                <a:lnTo>
                  <a:pt x="495300" y="28575"/>
                </a:lnTo>
                <a:lnTo>
                  <a:pt x="495300" y="0"/>
                </a:lnTo>
                <a:lnTo>
                  <a:pt x="523875" y="0"/>
                </a:lnTo>
                <a:lnTo>
                  <a:pt x="523875" y="9525"/>
                </a:lnTo>
                <a:lnTo>
                  <a:pt x="514350" y="9525"/>
                </a:lnTo>
                <a:lnTo>
                  <a:pt x="514350" y="28575"/>
                </a:lnTo>
                <a:lnTo>
                  <a:pt x="561975" y="28575"/>
                </a:lnTo>
                <a:lnTo>
                  <a:pt x="561975" y="38100"/>
                </a:lnTo>
                <a:lnTo>
                  <a:pt x="571500" y="38100"/>
                </a:lnTo>
                <a:lnTo>
                  <a:pt x="571500" y="9525"/>
                </a:lnTo>
                <a:lnTo>
                  <a:pt x="581025" y="9525"/>
                </a:lnTo>
                <a:lnTo>
                  <a:pt x="581025" y="0"/>
                </a:lnTo>
                <a:lnTo>
                  <a:pt x="628650" y="0"/>
                </a:lnTo>
                <a:lnTo>
                  <a:pt x="628650" y="19050"/>
                </a:lnTo>
                <a:lnTo>
                  <a:pt x="609600" y="19050"/>
                </a:lnTo>
                <a:lnTo>
                  <a:pt x="609600" y="38100"/>
                </a:lnTo>
                <a:lnTo>
                  <a:pt x="619125" y="38100"/>
                </a:lnTo>
                <a:lnTo>
                  <a:pt x="619125" y="47625"/>
                </a:lnTo>
                <a:lnTo>
                  <a:pt x="628650" y="47625"/>
                </a:lnTo>
                <a:lnTo>
                  <a:pt x="628650" y="66675"/>
                </a:lnTo>
                <a:lnTo>
                  <a:pt x="619125" y="66675"/>
                </a:lnTo>
                <a:lnTo>
                  <a:pt x="619125" y="57150"/>
                </a:lnTo>
                <a:lnTo>
                  <a:pt x="609600" y="57150"/>
                </a:lnTo>
                <a:lnTo>
                  <a:pt x="609600" y="47625"/>
                </a:lnTo>
                <a:lnTo>
                  <a:pt x="514350" y="47625"/>
                </a:lnTo>
                <a:lnTo>
                  <a:pt x="514350" y="76200"/>
                </a:lnTo>
                <a:lnTo>
                  <a:pt x="495300" y="76200"/>
                </a:lnTo>
                <a:lnTo>
                  <a:pt x="495300" y="57150"/>
                </a:lnTo>
                <a:lnTo>
                  <a:pt x="485775" y="57150"/>
                </a:lnTo>
                <a:lnTo>
                  <a:pt x="485775" y="66675"/>
                </a:lnTo>
                <a:lnTo>
                  <a:pt x="466725" y="66675"/>
                </a:lnTo>
                <a:lnTo>
                  <a:pt x="466725" y="47625"/>
                </a:lnTo>
                <a:lnTo>
                  <a:pt x="457200" y="47625"/>
                </a:lnTo>
                <a:lnTo>
                  <a:pt x="457200" y="38100"/>
                </a:lnTo>
                <a:lnTo>
                  <a:pt x="466725" y="38100"/>
                </a:lnTo>
                <a:lnTo>
                  <a:pt x="466725" y="19050"/>
                </a:lnTo>
                <a:lnTo>
                  <a:pt x="447675" y="19050"/>
                </a:lnTo>
                <a:close/>
                <a:moveTo>
                  <a:pt x="428625" y="38100"/>
                </a:moveTo>
                <a:lnTo>
                  <a:pt x="438150" y="38100"/>
                </a:lnTo>
                <a:lnTo>
                  <a:pt x="438150" y="47625"/>
                </a:lnTo>
                <a:lnTo>
                  <a:pt x="428625" y="47625"/>
                </a:lnTo>
                <a:close/>
                <a:moveTo>
                  <a:pt x="523875" y="57150"/>
                </a:moveTo>
                <a:lnTo>
                  <a:pt x="533400" y="57150"/>
                </a:lnTo>
                <a:lnTo>
                  <a:pt x="533400" y="66675"/>
                </a:lnTo>
                <a:lnTo>
                  <a:pt x="523875" y="66675"/>
                </a:lnTo>
                <a:close/>
                <a:moveTo>
                  <a:pt x="581025" y="57150"/>
                </a:moveTo>
                <a:lnTo>
                  <a:pt x="590550" y="57150"/>
                </a:lnTo>
                <a:lnTo>
                  <a:pt x="590550" y="66675"/>
                </a:lnTo>
                <a:lnTo>
                  <a:pt x="581025" y="66675"/>
                </a:lnTo>
                <a:close/>
                <a:moveTo>
                  <a:pt x="590550" y="76200"/>
                </a:moveTo>
                <a:lnTo>
                  <a:pt x="609600" y="76200"/>
                </a:lnTo>
                <a:lnTo>
                  <a:pt x="609600" y="85725"/>
                </a:lnTo>
                <a:lnTo>
                  <a:pt x="619125" y="85725"/>
                </a:lnTo>
                <a:lnTo>
                  <a:pt x="619125" y="95250"/>
                </a:lnTo>
                <a:lnTo>
                  <a:pt x="628650" y="95250"/>
                </a:lnTo>
                <a:lnTo>
                  <a:pt x="628650" y="190500"/>
                </a:lnTo>
                <a:lnTo>
                  <a:pt x="619125" y="190500"/>
                </a:lnTo>
                <a:lnTo>
                  <a:pt x="619125" y="180975"/>
                </a:lnTo>
                <a:lnTo>
                  <a:pt x="609600" y="180975"/>
                </a:lnTo>
                <a:lnTo>
                  <a:pt x="609600" y="123825"/>
                </a:lnTo>
                <a:lnTo>
                  <a:pt x="590550" y="123825"/>
                </a:lnTo>
                <a:lnTo>
                  <a:pt x="590550" y="104775"/>
                </a:lnTo>
                <a:lnTo>
                  <a:pt x="600075" y="104775"/>
                </a:lnTo>
                <a:lnTo>
                  <a:pt x="600075" y="95250"/>
                </a:lnTo>
                <a:lnTo>
                  <a:pt x="590550" y="95250"/>
                </a:lnTo>
                <a:close/>
                <a:moveTo>
                  <a:pt x="76200" y="85725"/>
                </a:moveTo>
                <a:lnTo>
                  <a:pt x="104775" y="85725"/>
                </a:lnTo>
                <a:lnTo>
                  <a:pt x="104775" y="95250"/>
                </a:lnTo>
                <a:lnTo>
                  <a:pt x="95250" y="95250"/>
                </a:lnTo>
                <a:lnTo>
                  <a:pt x="95250" y="104775"/>
                </a:lnTo>
                <a:lnTo>
                  <a:pt x="76200" y="104775"/>
                </a:lnTo>
                <a:close/>
                <a:moveTo>
                  <a:pt x="561975" y="85725"/>
                </a:moveTo>
                <a:lnTo>
                  <a:pt x="581025" y="85725"/>
                </a:lnTo>
                <a:lnTo>
                  <a:pt x="581025" y="104775"/>
                </a:lnTo>
                <a:lnTo>
                  <a:pt x="571500" y="104775"/>
                </a:lnTo>
                <a:lnTo>
                  <a:pt x="571500" y="95250"/>
                </a:lnTo>
                <a:lnTo>
                  <a:pt x="561975" y="95250"/>
                </a:lnTo>
                <a:close/>
                <a:moveTo>
                  <a:pt x="552450" y="123825"/>
                </a:moveTo>
                <a:lnTo>
                  <a:pt x="590550" y="123825"/>
                </a:lnTo>
                <a:lnTo>
                  <a:pt x="590550" y="142875"/>
                </a:lnTo>
                <a:lnTo>
                  <a:pt x="571500" y="142875"/>
                </a:lnTo>
                <a:lnTo>
                  <a:pt x="571500" y="152400"/>
                </a:lnTo>
                <a:lnTo>
                  <a:pt x="552450" y="152400"/>
                </a:lnTo>
                <a:lnTo>
                  <a:pt x="552450" y="142875"/>
                </a:lnTo>
                <a:lnTo>
                  <a:pt x="542925" y="142875"/>
                </a:lnTo>
                <a:lnTo>
                  <a:pt x="542925" y="133350"/>
                </a:lnTo>
                <a:lnTo>
                  <a:pt x="552450" y="133350"/>
                </a:lnTo>
                <a:close/>
                <a:moveTo>
                  <a:pt x="619125" y="228600"/>
                </a:moveTo>
                <a:lnTo>
                  <a:pt x="628650" y="228600"/>
                </a:lnTo>
                <a:lnTo>
                  <a:pt x="628650" y="247650"/>
                </a:lnTo>
                <a:lnTo>
                  <a:pt x="619125" y="247650"/>
                </a:lnTo>
                <a:close/>
                <a:moveTo>
                  <a:pt x="600075" y="333375"/>
                </a:moveTo>
                <a:lnTo>
                  <a:pt x="609600" y="333375"/>
                </a:lnTo>
                <a:lnTo>
                  <a:pt x="609600" y="361950"/>
                </a:lnTo>
                <a:lnTo>
                  <a:pt x="590550" y="361950"/>
                </a:lnTo>
                <a:lnTo>
                  <a:pt x="590550" y="342900"/>
                </a:lnTo>
                <a:lnTo>
                  <a:pt x="600075" y="342900"/>
                </a:lnTo>
                <a:close/>
                <a:moveTo>
                  <a:pt x="609600" y="361950"/>
                </a:moveTo>
                <a:lnTo>
                  <a:pt x="628650" y="361950"/>
                </a:lnTo>
                <a:lnTo>
                  <a:pt x="628650" y="371475"/>
                </a:lnTo>
                <a:lnTo>
                  <a:pt x="619125" y="371475"/>
                </a:lnTo>
                <a:lnTo>
                  <a:pt x="619125" y="381000"/>
                </a:lnTo>
                <a:lnTo>
                  <a:pt x="609600" y="381000"/>
                </a:lnTo>
                <a:close/>
                <a:moveTo>
                  <a:pt x="600075" y="381000"/>
                </a:moveTo>
                <a:lnTo>
                  <a:pt x="609600" y="381000"/>
                </a:lnTo>
                <a:lnTo>
                  <a:pt x="609600" y="400050"/>
                </a:lnTo>
                <a:lnTo>
                  <a:pt x="628650" y="400050"/>
                </a:lnTo>
                <a:lnTo>
                  <a:pt x="628650" y="428625"/>
                </a:lnTo>
                <a:lnTo>
                  <a:pt x="609600" y="428625"/>
                </a:lnTo>
                <a:lnTo>
                  <a:pt x="609600" y="438150"/>
                </a:lnTo>
                <a:lnTo>
                  <a:pt x="600075" y="438150"/>
                </a:lnTo>
                <a:lnTo>
                  <a:pt x="600075" y="447675"/>
                </a:lnTo>
                <a:lnTo>
                  <a:pt x="590550" y="447675"/>
                </a:lnTo>
                <a:lnTo>
                  <a:pt x="590550" y="409575"/>
                </a:lnTo>
                <a:lnTo>
                  <a:pt x="581025" y="409575"/>
                </a:lnTo>
                <a:lnTo>
                  <a:pt x="581025" y="400050"/>
                </a:lnTo>
                <a:lnTo>
                  <a:pt x="600075" y="400050"/>
                </a:lnTo>
                <a:close/>
                <a:moveTo>
                  <a:pt x="619125" y="438150"/>
                </a:moveTo>
                <a:lnTo>
                  <a:pt x="628650" y="438150"/>
                </a:lnTo>
                <a:lnTo>
                  <a:pt x="628650" y="447675"/>
                </a:lnTo>
                <a:lnTo>
                  <a:pt x="619125" y="447675"/>
                </a:lnTo>
                <a:close/>
                <a:moveTo>
                  <a:pt x="552450" y="476250"/>
                </a:moveTo>
                <a:lnTo>
                  <a:pt x="571500" y="476250"/>
                </a:lnTo>
                <a:lnTo>
                  <a:pt x="571500" y="495300"/>
                </a:lnTo>
                <a:lnTo>
                  <a:pt x="561975" y="495300"/>
                </a:lnTo>
                <a:lnTo>
                  <a:pt x="561975" y="504825"/>
                </a:lnTo>
                <a:lnTo>
                  <a:pt x="552450" y="504825"/>
                </a:lnTo>
                <a:close/>
                <a:moveTo>
                  <a:pt x="514350" y="504825"/>
                </a:moveTo>
                <a:lnTo>
                  <a:pt x="523875" y="504825"/>
                </a:lnTo>
                <a:lnTo>
                  <a:pt x="523875" y="514350"/>
                </a:lnTo>
                <a:lnTo>
                  <a:pt x="533400" y="514350"/>
                </a:lnTo>
                <a:lnTo>
                  <a:pt x="533400" y="523875"/>
                </a:lnTo>
                <a:lnTo>
                  <a:pt x="523875" y="523875"/>
                </a:lnTo>
                <a:lnTo>
                  <a:pt x="523875" y="533400"/>
                </a:lnTo>
                <a:lnTo>
                  <a:pt x="504825" y="533400"/>
                </a:lnTo>
                <a:lnTo>
                  <a:pt x="504825" y="523875"/>
                </a:lnTo>
                <a:lnTo>
                  <a:pt x="514350" y="523875"/>
                </a:lnTo>
                <a:close/>
                <a:moveTo>
                  <a:pt x="438150" y="561975"/>
                </a:moveTo>
                <a:lnTo>
                  <a:pt x="466725" y="561975"/>
                </a:lnTo>
                <a:lnTo>
                  <a:pt x="466725" y="581025"/>
                </a:lnTo>
                <a:lnTo>
                  <a:pt x="476250" y="581025"/>
                </a:lnTo>
                <a:lnTo>
                  <a:pt x="476250" y="590550"/>
                </a:lnTo>
                <a:lnTo>
                  <a:pt x="457200" y="590550"/>
                </a:lnTo>
                <a:lnTo>
                  <a:pt x="457200" y="581025"/>
                </a:lnTo>
                <a:lnTo>
                  <a:pt x="438150" y="581025"/>
                </a:lnTo>
                <a:lnTo>
                  <a:pt x="438150" y="590550"/>
                </a:lnTo>
                <a:lnTo>
                  <a:pt x="428625" y="590550"/>
                </a:lnTo>
                <a:lnTo>
                  <a:pt x="428625" y="609600"/>
                </a:lnTo>
                <a:lnTo>
                  <a:pt x="419100" y="609600"/>
                </a:lnTo>
                <a:lnTo>
                  <a:pt x="419100" y="600075"/>
                </a:lnTo>
                <a:lnTo>
                  <a:pt x="400050" y="600075"/>
                </a:lnTo>
                <a:lnTo>
                  <a:pt x="400050" y="581025"/>
                </a:lnTo>
                <a:lnTo>
                  <a:pt x="419100" y="581025"/>
                </a:lnTo>
                <a:lnTo>
                  <a:pt x="419100" y="571500"/>
                </a:lnTo>
                <a:lnTo>
                  <a:pt x="438150" y="571500"/>
                </a:lnTo>
                <a:close/>
                <a:moveTo>
                  <a:pt x="238125" y="590550"/>
                </a:moveTo>
                <a:lnTo>
                  <a:pt x="257175" y="590550"/>
                </a:lnTo>
                <a:lnTo>
                  <a:pt x="257175" y="600075"/>
                </a:lnTo>
                <a:lnTo>
                  <a:pt x="238125" y="600075"/>
                </a:lnTo>
                <a:close/>
                <a:moveTo>
                  <a:pt x="276225" y="590550"/>
                </a:moveTo>
                <a:lnTo>
                  <a:pt x="285750" y="590550"/>
                </a:lnTo>
                <a:lnTo>
                  <a:pt x="285750" y="600075"/>
                </a:lnTo>
                <a:lnTo>
                  <a:pt x="276225" y="600075"/>
                </a:lnTo>
                <a:close/>
                <a:moveTo>
                  <a:pt x="323850" y="590550"/>
                </a:moveTo>
                <a:lnTo>
                  <a:pt x="333375" y="590550"/>
                </a:lnTo>
                <a:lnTo>
                  <a:pt x="333375" y="600075"/>
                </a:lnTo>
                <a:lnTo>
                  <a:pt x="352425" y="600075"/>
                </a:lnTo>
                <a:lnTo>
                  <a:pt x="352425" y="609600"/>
                </a:lnTo>
                <a:lnTo>
                  <a:pt x="323850" y="609600"/>
                </a:lnTo>
                <a:close/>
                <a:moveTo>
                  <a:pt x="381000" y="590550"/>
                </a:moveTo>
                <a:lnTo>
                  <a:pt x="390525" y="590550"/>
                </a:lnTo>
                <a:lnTo>
                  <a:pt x="390525" y="600075"/>
                </a:lnTo>
                <a:lnTo>
                  <a:pt x="381000" y="600075"/>
                </a:lnTo>
                <a:close/>
                <a:moveTo>
                  <a:pt x="266700" y="600075"/>
                </a:moveTo>
                <a:lnTo>
                  <a:pt x="276225" y="600075"/>
                </a:lnTo>
                <a:lnTo>
                  <a:pt x="276225" y="609600"/>
                </a:lnTo>
                <a:lnTo>
                  <a:pt x="266700" y="609600"/>
                </a:lnTo>
                <a:close/>
              </a:path>
            </a:pathLst>
          </a:custGeom>
          <a:solidFill xmlns:a="http://schemas.openxmlformats.org/drawingml/2006/main">
            <a:srgbClr val="F3EEE2"/>
          </a:solidFill>
          <a:ln xmlns:a="http://schemas.openxmlformats.org/drawingml/2006/main" w="0">
            <a:noFill/>
          </a:ln>
        </p:spPr>
      </p:sp>
      <p:sp>
        <p:nvSpPr>
          <p:cNvPr id="36" name="check vector #f3eee0">
            <a:extLst xmlns:a="http://schemas.openxmlformats.org/drawingml/2006/main">
              <a:ext uri="{FF2B5EF4-FFF2-40B4-BE49-F238E27FC236}">
                <a16:creationId xmlns:a16="http://schemas.microsoft.com/office/drawing/2014/main" id="{520CBD75-74FA-4ADE-8D24-11BAFB12835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71525" y="1819275"/>
            <a:ext cx="742950" cy="723900"/>
          </a:xfrm>
          <a:custGeom xmlns:a="http://schemas.openxmlformats.org/drawingml/2006/main">
            <a:pathLst>
              <a:path w="628650" h="609600">
                <a:moveTo>
                  <a:pt x="476250" y="9525"/>
                </a:moveTo>
                <a:lnTo>
                  <a:pt x="485775" y="9525"/>
                </a:lnTo>
                <a:lnTo>
                  <a:pt x="485775" y="28575"/>
                </a:lnTo>
                <a:lnTo>
                  <a:pt x="476250" y="28575"/>
                </a:lnTo>
                <a:close/>
                <a:moveTo>
                  <a:pt x="457200" y="19050"/>
                </a:moveTo>
                <a:lnTo>
                  <a:pt x="466725" y="19050"/>
                </a:lnTo>
                <a:lnTo>
                  <a:pt x="466725" y="28575"/>
                </a:lnTo>
                <a:lnTo>
                  <a:pt x="457200" y="28575"/>
                </a:lnTo>
                <a:close/>
                <a:moveTo>
                  <a:pt x="19050" y="38100"/>
                </a:moveTo>
                <a:lnTo>
                  <a:pt x="28575" y="38100"/>
                </a:lnTo>
                <a:lnTo>
                  <a:pt x="28575" y="76200"/>
                </a:lnTo>
                <a:lnTo>
                  <a:pt x="19050" y="76200"/>
                </a:lnTo>
                <a:lnTo>
                  <a:pt x="19050" y="85725"/>
                </a:lnTo>
                <a:lnTo>
                  <a:pt x="9525" y="85725"/>
                </a:lnTo>
                <a:lnTo>
                  <a:pt x="9525" y="76200"/>
                </a:lnTo>
                <a:lnTo>
                  <a:pt x="0" y="76200"/>
                </a:lnTo>
                <a:lnTo>
                  <a:pt x="0" y="66675"/>
                </a:lnTo>
                <a:lnTo>
                  <a:pt x="9525" y="66675"/>
                </a:lnTo>
                <a:lnTo>
                  <a:pt x="9525" y="47625"/>
                </a:lnTo>
                <a:lnTo>
                  <a:pt x="19050" y="47625"/>
                </a:lnTo>
                <a:close/>
                <a:moveTo>
                  <a:pt x="571500" y="57150"/>
                </a:moveTo>
                <a:lnTo>
                  <a:pt x="581025" y="57150"/>
                </a:lnTo>
                <a:lnTo>
                  <a:pt x="581025" y="66675"/>
                </a:lnTo>
                <a:lnTo>
                  <a:pt x="590550" y="66675"/>
                </a:lnTo>
                <a:lnTo>
                  <a:pt x="590550" y="57150"/>
                </a:lnTo>
                <a:lnTo>
                  <a:pt x="600075" y="57150"/>
                </a:lnTo>
                <a:lnTo>
                  <a:pt x="600075" y="66675"/>
                </a:lnTo>
                <a:lnTo>
                  <a:pt x="609600" y="66675"/>
                </a:lnTo>
                <a:lnTo>
                  <a:pt x="609600" y="76200"/>
                </a:lnTo>
                <a:lnTo>
                  <a:pt x="590550" y="76200"/>
                </a:lnTo>
                <a:lnTo>
                  <a:pt x="590550" y="85725"/>
                </a:lnTo>
                <a:lnTo>
                  <a:pt x="581025" y="85725"/>
                </a:lnTo>
                <a:lnTo>
                  <a:pt x="581025" y="76200"/>
                </a:lnTo>
                <a:lnTo>
                  <a:pt x="571500" y="76200"/>
                </a:lnTo>
                <a:close/>
                <a:moveTo>
                  <a:pt x="514350" y="85725"/>
                </a:moveTo>
                <a:lnTo>
                  <a:pt x="523875" y="85725"/>
                </a:lnTo>
                <a:lnTo>
                  <a:pt x="523875" y="95250"/>
                </a:lnTo>
                <a:lnTo>
                  <a:pt x="514350" y="95250"/>
                </a:lnTo>
                <a:close/>
                <a:moveTo>
                  <a:pt x="542925" y="85725"/>
                </a:moveTo>
                <a:lnTo>
                  <a:pt x="561975" y="85725"/>
                </a:lnTo>
                <a:lnTo>
                  <a:pt x="561975" y="95250"/>
                </a:lnTo>
                <a:lnTo>
                  <a:pt x="542925" y="95250"/>
                </a:lnTo>
                <a:close/>
                <a:moveTo>
                  <a:pt x="66675" y="95250"/>
                </a:moveTo>
                <a:lnTo>
                  <a:pt x="76200" y="95250"/>
                </a:lnTo>
                <a:lnTo>
                  <a:pt x="76200" y="104775"/>
                </a:lnTo>
                <a:lnTo>
                  <a:pt x="66675" y="104775"/>
                </a:lnTo>
                <a:close/>
                <a:moveTo>
                  <a:pt x="523875" y="95250"/>
                </a:moveTo>
                <a:lnTo>
                  <a:pt x="533400" y="95250"/>
                </a:lnTo>
                <a:lnTo>
                  <a:pt x="533400" y="104775"/>
                </a:lnTo>
                <a:lnTo>
                  <a:pt x="523875" y="104775"/>
                </a:lnTo>
                <a:close/>
                <a:moveTo>
                  <a:pt x="581025" y="114300"/>
                </a:moveTo>
                <a:lnTo>
                  <a:pt x="590550" y="114300"/>
                </a:lnTo>
                <a:lnTo>
                  <a:pt x="590550" y="123825"/>
                </a:lnTo>
                <a:lnTo>
                  <a:pt x="581025" y="123825"/>
                </a:lnTo>
                <a:close/>
                <a:moveTo>
                  <a:pt x="0" y="190500"/>
                </a:moveTo>
                <a:lnTo>
                  <a:pt x="19050" y="190500"/>
                </a:lnTo>
                <a:lnTo>
                  <a:pt x="19050" y="209550"/>
                </a:lnTo>
                <a:lnTo>
                  <a:pt x="28575" y="209550"/>
                </a:lnTo>
                <a:lnTo>
                  <a:pt x="28575" y="219075"/>
                </a:lnTo>
                <a:lnTo>
                  <a:pt x="9525" y="219075"/>
                </a:lnTo>
                <a:lnTo>
                  <a:pt x="9525" y="200025"/>
                </a:lnTo>
                <a:lnTo>
                  <a:pt x="0" y="200025"/>
                </a:lnTo>
                <a:close/>
                <a:moveTo>
                  <a:pt x="9525" y="228600"/>
                </a:moveTo>
                <a:lnTo>
                  <a:pt x="19050" y="228600"/>
                </a:lnTo>
                <a:lnTo>
                  <a:pt x="19050" y="266700"/>
                </a:lnTo>
                <a:lnTo>
                  <a:pt x="9525" y="266700"/>
                </a:lnTo>
                <a:lnTo>
                  <a:pt x="9525" y="257175"/>
                </a:lnTo>
                <a:lnTo>
                  <a:pt x="0" y="257175"/>
                </a:lnTo>
                <a:lnTo>
                  <a:pt x="0" y="238125"/>
                </a:lnTo>
                <a:lnTo>
                  <a:pt x="9525" y="238125"/>
                </a:lnTo>
                <a:close/>
                <a:moveTo>
                  <a:pt x="619125" y="371475"/>
                </a:moveTo>
                <a:lnTo>
                  <a:pt x="628650" y="371475"/>
                </a:lnTo>
                <a:lnTo>
                  <a:pt x="628650" y="381000"/>
                </a:lnTo>
                <a:lnTo>
                  <a:pt x="619125" y="381000"/>
                </a:lnTo>
                <a:close/>
                <a:moveTo>
                  <a:pt x="0" y="409575"/>
                </a:moveTo>
                <a:lnTo>
                  <a:pt x="19050" y="409575"/>
                </a:lnTo>
                <a:lnTo>
                  <a:pt x="19050" y="419100"/>
                </a:lnTo>
                <a:lnTo>
                  <a:pt x="0" y="419100"/>
                </a:lnTo>
                <a:close/>
                <a:moveTo>
                  <a:pt x="609600" y="428625"/>
                </a:moveTo>
                <a:lnTo>
                  <a:pt x="628650" y="428625"/>
                </a:lnTo>
                <a:lnTo>
                  <a:pt x="628650" y="438150"/>
                </a:lnTo>
                <a:lnTo>
                  <a:pt x="619125" y="438150"/>
                </a:lnTo>
                <a:lnTo>
                  <a:pt x="619125" y="447675"/>
                </a:lnTo>
                <a:lnTo>
                  <a:pt x="600075" y="447675"/>
                </a:lnTo>
                <a:lnTo>
                  <a:pt x="600075" y="438150"/>
                </a:lnTo>
                <a:lnTo>
                  <a:pt x="609600" y="438150"/>
                </a:lnTo>
                <a:close/>
                <a:moveTo>
                  <a:pt x="571500" y="438150"/>
                </a:moveTo>
                <a:lnTo>
                  <a:pt x="590550" y="438150"/>
                </a:lnTo>
                <a:lnTo>
                  <a:pt x="590550" y="447675"/>
                </a:lnTo>
                <a:lnTo>
                  <a:pt x="571500" y="447675"/>
                </a:lnTo>
                <a:close/>
                <a:moveTo>
                  <a:pt x="28575" y="447675"/>
                </a:moveTo>
                <a:lnTo>
                  <a:pt x="38100" y="447675"/>
                </a:lnTo>
                <a:lnTo>
                  <a:pt x="38100" y="457200"/>
                </a:lnTo>
                <a:lnTo>
                  <a:pt x="28575" y="457200"/>
                </a:lnTo>
                <a:close/>
                <a:moveTo>
                  <a:pt x="19050" y="457200"/>
                </a:moveTo>
                <a:lnTo>
                  <a:pt x="28575" y="457200"/>
                </a:lnTo>
                <a:lnTo>
                  <a:pt x="28575" y="466725"/>
                </a:lnTo>
                <a:lnTo>
                  <a:pt x="38100" y="466725"/>
                </a:lnTo>
                <a:lnTo>
                  <a:pt x="38100" y="457200"/>
                </a:lnTo>
                <a:lnTo>
                  <a:pt x="47625" y="457200"/>
                </a:lnTo>
                <a:lnTo>
                  <a:pt x="47625" y="466725"/>
                </a:lnTo>
                <a:lnTo>
                  <a:pt x="38100" y="466725"/>
                </a:lnTo>
                <a:lnTo>
                  <a:pt x="38100" y="476250"/>
                </a:lnTo>
                <a:lnTo>
                  <a:pt x="47625" y="476250"/>
                </a:lnTo>
                <a:lnTo>
                  <a:pt x="47625" y="466725"/>
                </a:lnTo>
                <a:lnTo>
                  <a:pt x="66675" y="466725"/>
                </a:lnTo>
                <a:lnTo>
                  <a:pt x="66675" y="476250"/>
                </a:lnTo>
                <a:lnTo>
                  <a:pt x="76200" y="476250"/>
                </a:lnTo>
                <a:lnTo>
                  <a:pt x="76200" y="495300"/>
                </a:lnTo>
                <a:lnTo>
                  <a:pt x="66675" y="495300"/>
                </a:lnTo>
                <a:lnTo>
                  <a:pt x="66675" y="504825"/>
                </a:lnTo>
                <a:lnTo>
                  <a:pt x="47625" y="504825"/>
                </a:lnTo>
                <a:lnTo>
                  <a:pt x="47625" y="495300"/>
                </a:lnTo>
                <a:lnTo>
                  <a:pt x="38100" y="495300"/>
                </a:lnTo>
                <a:lnTo>
                  <a:pt x="38100" y="485775"/>
                </a:lnTo>
                <a:lnTo>
                  <a:pt x="28575" y="485775"/>
                </a:lnTo>
                <a:lnTo>
                  <a:pt x="28575" y="476250"/>
                </a:lnTo>
                <a:lnTo>
                  <a:pt x="19050" y="476250"/>
                </a:lnTo>
                <a:close/>
                <a:moveTo>
                  <a:pt x="600075" y="457200"/>
                </a:moveTo>
                <a:lnTo>
                  <a:pt x="628650" y="457200"/>
                </a:lnTo>
                <a:lnTo>
                  <a:pt x="628650" y="466725"/>
                </a:lnTo>
                <a:lnTo>
                  <a:pt x="609600" y="466725"/>
                </a:lnTo>
                <a:lnTo>
                  <a:pt x="609600" y="476250"/>
                </a:lnTo>
                <a:lnTo>
                  <a:pt x="600075" y="476250"/>
                </a:lnTo>
                <a:close/>
                <a:moveTo>
                  <a:pt x="9525" y="476250"/>
                </a:moveTo>
                <a:lnTo>
                  <a:pt x="19050" y="476250"/>
                </a:lnTo>
                <a:lnTo>
                  <a:pt x="19050" y="485775"/>
                </a:lnTo>
                <a:lnTo>
                  <a:pt x="9525" y="485775"/>
                </a:lnTo>
                <a:close/>
                <a:moveTo>
                  <a:pt x="542925" y="485775"/>
                </a:moveTo>
                <a:lnTo>
                  <a:pt x="552450" y="485775"/>
                </a:lnTo>
                <a:lnTo>
                  <a:pt x="552450" y="504825"/>
                </a:lnTo>
                <a:lnTo>
                  <a:pt x="542925" y="504825"/>
                </a:lnTo>
                <a:lnTo>
                  <a:pt x="542925" y="523875"/>
                </a:lnTo>
                <a:lnTo>
                  <a:pt x="533400" y="523875"/>
                </a:lnTo>
                <a:lnTo>
                  <a:pt x="533400" y="514350"/>
                </a:lnTo>
                <a:lnTo>
                  <a:pt x="523875" y="514350"/>
                </a:lnTo>
                <a:lnTo>
                  <a:pt x="523875" y="504825"/>
                </a:lnTo>
                <a:lnTo>
                  <a:pt x="533400" y="504825"/>
                </a:lnTo>
                <a:lnTo>
                  <a:pt x="533400" y="495300"/>
                </a:lnTo>
                <a:lnTo>
                  <a:pt x="542925" y="495300"/>
                </a:lnTo>
                <a:close/>
                <a:moveTo>
                  <a:pt x="561975" y="495300"/>
                </a:moveTo>
                <a:lnTo>
                  <a:pt x="571500" y="495300"/>
                </a:lnTo>
                <a:lnTo>
                  <a:pt x="571500" y="504825"/>
                </a:lnTo>
                <a:lnTo>
                  <a:pt x="561975" y="504825"/>
                </a:lnTo>
                <a:close/>
                <a:moveTo>
                  <a:pt x="485775" y="542925"/>
                </a:moveTo>
                <a:lnTo>
                  <a:pt x="504825" y="542925"/>
                </a:lnTo>
                <a:lnTo>
                  <a:pt x="504825" y="581025"/>
                </a:lnTo>
                <a:lnTo>
                  <a:pt x="485775" y="581025"/>
                </a:lnTo>
                <a:lnTo>
                  <a:pt x="485775" y="571500"/>
                </a:lnTo>
                <a:lnTo>
                  <a:pt x="476250" y="571500"/>
                </a:lnTo>
                <a:lnTo>
                  <a:pt x="476250" y="552450"/>
                </a:lnTo>
                <a:lnTo>
                  <a:pt x="485775" y="552450"/>
                </a:lnTo>
                <a:close/>
                <a:moveTo>
                  <a:pt x="161925" y="581025"/>
                </a:moveTo>
                <a:lnTo>
                  <a:pt x="171450" y="581025"/>
                </a:lnTo>
                <a:lnTo>
                  <a:pt x="171450" y="590550"/>
                </a:lnTo>
                <a:lnTo>
                  <a:pt x="161925" y="590550"/>
                </a:lnTo>
                <a:close/>
                <a:moveTo>
                  <a:pt x="190500" y="581025"/>
                </a:moveTo>
                <a:lnTo>
                  <a:pt x="200025" y="581025"/>
                </a:lnTo>
                <a:lnTo>
                  <a:pt x="200025" y="590550"/>
                </a:lnTo>
                <a:lnTo>
                  <a:pt x="190500" y="590550"/>
                </a:lnTo>
                <a:close/>
                <a:moveTo>
                  <a:pt x="476250" y="581025"/>
                </a:moveTo>
                <a:lnTo>
                  <a:pt x="485775" y="581025"/>
                </a:lnTo>
                <a:lnTo>
                  <a:pt x="485775" y="590550"/>
                </a:lnTo>
                <a:lnTo>
                  <a:pt x="476250" y="590550"/>
                </a:lnTo>
                <a:close/>
                <a:moveTo>
                  <a:pt x="133350" y="590550"/>
                </a:moveTo>
                <a:lnTo>
                  <a:pt x="161925" y="590550"/>
                </a:lnTo>
                <a:lnTo>
                  <a:pt x="161925" y="600075"/>
                </a:lnTo>
                <a:lnTo>
                  <a:pt x="152400" y="600075"/>
                </a:lnTo>
                <a:lnTo>
                  <a:pt x="152400" y="609600"/>
                </a:lnTo>
                <a:lnTo>
                  <a:pt x="142875" y="609600"/>
                </a:lnTo>
                <a:lnTo>
                  <a:pt x="142875" y="600075"/>
                </a:lnTo>
                <a:lnTo>
                  <a:pt x="133350" y="600075"/>
                </a:lnTo>
                <a:close/>
                <a:moveTo>
                  <a:pt x="390525" y="590550"/>
                </a:moveTo>
                <a:lnTo>
                  <a:pt x="400050" y="590550"/>
                </a:lnTo>
                <a:lnTo>
                  <a:pt x="400050" y="600075"/>
                </a:lnTo>
                <a:lnTo>
                  <a:pt x="419100" y="600075"/>
                </a:lnTo>
                <a:lnTo>
                  <a:pt x="419100" y="609600"/>
                </a:lnTo>
                <a:lnTo>
                  <a:pt x="371475" y="609600"/>
                </a:lnTo>
                <a:lnTo>
                  <a:pt x="371475" y="600075"/>
                </a:lnTo>
                <a:lnTo>
                  <a:pt x="390525" y="600075"/>
                </a:lnTo>
                <a:close/>
                <a:moveTo>
                  <a:pt x="428625" y="590550"/>
                </a:moveTo>
                <a:lnTo>
                  <a:pt x="438150" y="590550"/>
                </a:lnTo>
                <a:lnTo>
                  <a:pt x="438150" y="600075"/>
                </a:lnTo>
                <a:lnTo>
                  <a:pt x="447675" y="600075"/>
                </a:lnTo>
                <a:lnTo>
                  <a:pt x="447675" y="609600"/>
                </a:lnTo>
                <a:lnTo>
                  <a:pt x="428625" y="609600"/>
                </a:lnTo>
                <a:close/>
                <a:moveTo>
                  <a:pt x="28575" y="600075"/>
                </a:moveTo>
                <a:lnTo>
                  <a:pt x="47625" y="600075"/>
                </a:lnTo>
                <a:lnTo>
                  <a:pt x="47625" y="609600"/>
                </a:lnTo>
                <a:lnTo>
                  <a:pt x="28575" y="609600"/>
                </a:lnTo>
                <a:close/>
                <a:moveTo>
                  <a:pt x="200025" y="600075"/>
                </a:moveTo>
                <a:lnTo>
                  <a:pt x="238125" y="600075"/>
                </a:lnTo>
                <a:lnTo>
                  <a:pt x="238125" y="609600"/>
                </a:lnTo>
                <a:lnTo>
                  <a:pt x="200025" y="609600"/>
                </a:lnTo>
                <a:close/>
              </a:path>
            </a:pathLst>
          </a:custGeom>
          <a:solidFill xmlns:a="http://schemas.openxmlformats.org/drawingml/2006/main">
            <a:srgbClr val="F3EEE0"/>
          </a:solidFill>
          <a:ln xmlns:a="http://schemas.openxmlformats.org/drawingml/2006/main" w="0">
            <a:noFill/>
          </a:ln>
        </p:spPr>
      </p:sp>
      <p:sp>
        <p:nvSpPr>
          <p:cNvPr id="37" name="check vector #f1f0e2">
            <a:extLst xmlns:a="http://schemas.openxmlformats.org/drawingml/2006/main">
              <a:ext uri="{FF2B5EF4-FFF2-40B4-BE49-F238E27FC236}">
                <a16:creationId xmlns:a16="http://schemas.microsoft.com/office/drawing/2014/main" id="{3AFE0FED-DDC4-440E-9067-260301EC9AD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71525" y="1819275"/>
            <a:ext cx="742950" cy="723900"/>
          </a:xfrm>
          <a:custGeom xmlns:a="http://schemas.openxmlformats.org/drawingml/2006/main">
            <a:pathLst>
              <a:path w="628650" h="609600">
                <a:moveTo>
                  <a:pt x="333375" y="9525"/>
                </a:moveTo>
                <a:lnTo>
                  <a:pt x="361950" y="9525"/>
                </a:lnTo>
                <a:lnTo>
                  <a:pt x="361950" y="19050"/>
                </a:lnTo>
                <a:lnTo>
                  <a:pt x="419100" y="19050"/>
                </a:lnTo>
                <a:lnTo>
                  <a:pt x="419100" y="28575"/>
                </a:lnTo>
                <a:lnTo>
                  <a:pt x="428625" y="28575"/>
                </a:lnTo>
                <a:lnTo>
                  <a:pt x="428625" y="57150"/>
                </a:lnTo>
                <a:lnTo>
                  <a:pt x="419100" y="57150"/>
                </a:lnTo>
                <a:lnTo>
                  <a:pt x="419100" y="47625"/>
                </a:lnTo>
                <a:lnTo>
                  <a:pt x="390525" y="47625"/>
                </a:lnTo>
                <a:lnTo>
                  <a:pt x="390525" y="38100"/>
                </a:lnTo>
                <a:lnTo>
                  <a:pt x="381000" y="38100"/>
                </a:lnTo>
                <a:lnTo>
                  <a:pt x="381000" y="28575"/>
                </a:lnTo>
                <a:lnTo>
                  <a:pt x="295275" y="28575"/>
                </a:lnTo>
                <a:lnTo>
                  <a:pt x="295275" y="19050"/>
                </a:lnTo>
                <a:lnTo>
                  <a:pt x="333375" y="19050"/>
                </a:lnTo>
                <a:close/>
                <a:moveTo>
                  <a:pt x="257175" y="19050"/>
                </a:moveTo>
                <a:lnTo>
                  <a:pt x="285750" y="19050"/>
                </a:lnTo>
                <a:lnTo>
                  <a:pt x="285750" y="28575"/>
                </a:lnTo>
                <a:lnTo>
                  <a:pt x="257175" y="28575"/>
                </a:lnTo>
                <a:close/>
                <a:moveTo>
                  <a:pt x="209550" y="28575"/>
                </a:moveTo>
                <a:lnTo>
                  <a:pt x="219075" y="28575"/>
                </a:lnTo>
                <a:lnTo>
                  <a:pt x="219075" y="38100"/>
                </a:lnTo>
                <a:lnTo>
                  <a:pt x="209550" y="38100"/>
                </a:lnTo>
                <a:close/>
                <a:moveTo>
                  <a:pt x="114300" y="38100"/>
                </a:moveTo>
                <a:lnTo>
                  <a:pt x="123825" y="38100"/>
                </a:lnTo>
                <a:lnTo>
                  <a:pt x="123825" y="47625"/>
                </a:lnTo>
                <a:lnTo>
                  <a:pt x="114300" y="47625"/>
                </a:lnTo>
                <a:close/>
                <a:moveTo>
                  <a:pt x="171450" y="38100"/>
                </a:moveTo>
                <a:lnTo>
                  <a:pt x="180975" y="38100"/>
                </a:lnTo>
                <a:lnTo>
                  <a:pt x="180975" y="57150"/>
                </a:lnTo>
                <a:lnTo>
                  <a:pt x="171450" y="57150"/>
                </a:lnTo>
                <a:close/>
                <a:moveTo>
                  <a:pt x="142875" y="57150"/>
                </a:moveTo>
                <a:lnTo>
                  <a:pt x="152400" y="57150"/>
                </a:lnTo>
                <a:lnTo>
                  <a:pt x="152400" y="76200"/>
                </a:lnTo>
                <a:lnTo>
                  <a:pt x="133350" y="76200"/>
                </a:lnTo>
                <a:lnTo>
                  <a:pt x="133350" y="85725"/>
                </a:lnTo>
                <a:lnTo>
                  <a:pt x="123825" y="85725"/>
                </a:lnTo>
                <a:lnTo>
                  <a:pt x="123825" y="95250"/>
                </a:lnTo>
                <a:lnTo>
                  <a:pt x="104775" y="95250"/>
                </a:lnTo>
                <a:lnTo>
                  <a:pt x="104775" y="85725"/>
                </a:lnTo>
                <a:lnTo>
                  <a:pt x="114300" y="85725"/>
                </a:lnTo>
                <a:lnTo>
                  <a:pt x="114300" y="76200"/>
                </a:lnTo>
                <a:lnTo>
                  <a:pt x="123825" y="76200"/>
                </a:lnTo>
                <a:lnTo>
                  <a:pt x="123825" y="66675"/>
                </a:lnTo>
                <a:lnTo>
                  <a:pt x="142875" y="66675"/>
                </a:lnTo>
                <a:close/>
                <a:moveTo>
                  <a:pt x="447675" y="57150"/>
                </a:moveTo>
                <a:lnTo>
                  <a:pt x="457200" y="57150"/>
                </a:lnTo>
                <a:lnTo>
                  <a:pt x="457200" y="66675"/>
                </a:lnTo>
                <a:lnTo>
                  <a:pt x="447675" y="66675"/>
                </a:lnTo>
                <a:close/>
                <a:moveTo>
                  <a:pt x="476250" y="66675"/>
                </a:moveTo>
                <a:lnTo>
                  <a:pt x="485775" y="66675"/>
                </a:lnTo>
                <a:lnTo>
                  <a:pt x="485775" y="76200"/>
                </a:lnTo>
                <a:lnTo>
                  <a:pt x="476250" y="76200"/>
                </a:lnTo>
                <a:close/>
                <a:moveTo>
                  <a:pt x="485775" y="76200"/>
                </a:moveTo>
                <a:lnTo>
                  <a:pt x="495300" y="76200"/>
                </a:lnTo>
                <a:lnTo>
                  <a:pt x="495300" y="85725"/>
                </a:lnTo>
                <a:lnTo>
                  <a:pt x="485775" y="85725"/>
                </a:lnTo>
                <a:close/>
                <a:moveTo>
                  <a:pt x="542925" y="142875"/>
                </a:moveTo>
                <a:lnTo>
                  <a:pt x="552450" y="142875"/>
                </a:lnTo>
                <a:lnTo>
                  <a:pt x="552450" y="171450"/>
                </a:lnTo>
                <a:lnTo>
                  <a:pt x="542925" y="171450"/>
                </a:lnTo>
                <a:close/>
                <a:moveTo>
                  <a:pt x="38100" y="180975"/>
                </a:moveTo>
                <a:lnTo>
                  <a:pt x="47625" y="180975"/>
                </a:lnTo>
                <a:lnTo>
                  <a:pt x="47625" y="219075"/>
                </a:lnTo>
                <a:lnTo>
                  <a:pt x="38100" y="219075"/>
                </a:lnTo>
                <a:close/>
                <a:moveTo>
                  <a:pt x="561975" y="200025"/>
                </a:moveTo>
                <a:lnTo>
                  <a:pt x="571500" y="200025"/>
                </a:lnTo>
                <a:lnTo>
                  <a:pt x="571500" y="209550"/>
                </a:lnTo>
                <a:lnTo>
                  <a:pt x="561975" y="209550"/>
                </a:lnTo>
                <a:close/>
                <a:moveTo>
                  <a:pt x="571500" y="219075"/>
                </a:moveTo>
                <a:lnTo>
                  <a:pt x="581025" y="219075"/>
                </a:lnTo>
                <a:lnTo>
                  <a:pt x="581025" y="228600"/>
                </a:lnTo>
                <a:lnTo>
                  <a:pt x="600075" y="228600"/>
                </a:lnTo>
                <a:lnTo>
                  <a:pt x="600075" y="238125"/>
                </a:lnTo>
                <a:lnTo>
                  <a:pt x="571500" y="238125"/>
                </a:lnTo>
                <a:close/>
                <a:moveTo>
                  <a:pt x="28575" y="228600"/>
                </a:moveTo>
                <a:lnTo>
                  <a:pt x="38100" y="228600"/>
                </a:lnTo>
                <a:lnTo>
                  <a:pt x="38100" y="238125"/>
                </a:lnTo>
                <a:lnTo>
                  <a:pt x="28575" y="238125"/>
                </a:lnTo>
                <a:close/>
                <a:moveTo>
                  <a:pt x="381000" y="238125"/>
                </a:moveTo>
                <a:lnTo>
                  <a:pt x="400050" y="238125"/>
                </a:lnTo>
                <a:lnTo>
                  <a:pt x="400050" y="257175"/>
                </a:lnTo>
                <a:lnTo>
                  <a:pt x="381000" y="257175"/>
                </a:lnTo>
                <a:close/>
                <a:moveTo>
                  <a:pt x="581025" y="266700"/>
                </a:moveTo>
                <a:lnTo>
                  <a:pt x="600075" y="266700"/>
                </a:lnTo>
                <a:lnTo>
                  <a:pt x="600075" y="276225"/>
                </a:lnTo>
                <a:lnTo>
                  <a:pt x="590550" y="276225"/>
                </a:lnTo>
                <a:lnTo>
                  <a:pt x="590550" y="295275"/>
                </a:lnTo>
                <a:lnTo>
                  <a:pt x="600075" y="295275"/>
                </a:lnTo>
                <a:lnTo>
                  <a:pt x="600075" y="314325"/>
                </a:lnTo>
                <a:lnTo>
                  <a:pt x="609600" y="314325"/>
                </a:lnTo>
                <a:lnTo>
                  <a:pt x="609600" y="323850"/>
                </a:lnTo>
                <a:lnTo>
                  <a:pt x="590550" y="323850"/>
                </a:lnTo>
                <a:lnTo>
                  <a:pt x="590550" y="361950"/>
                </a:lnTo>
                <a:lnTo>
                  <a:pt x="600075" y="361950"/>
                </a:lnTo>
                <a:lnTo>
                  <a:pt x="600075" y="390525"/>
                </a:lnTo>
                <a:lnTo>
                  <a:pt x="590550" y="390525"/>
                </a:lnTo>
                <a:lnTo>
                  <a:pt x="590550" y="400050"/>
                </a:lnTo>
                <a:lnTo>
                  <a:pt x="581025" y="400050"/>
                </a:lnTo>
                <a:lnTo>
                  <a:pt x="581025" y="409575"/>
                </a:lnTo>
                <a:lnTo>
                  <a:pt x="571500" y="409575"/>
                </a:lnTo>
                <a:lnTo>
                  <a:pt x="571500" y="371475"/>
                </a:lnTo>
                <a:lnTo>
                  <a:pt x="581025" y="371475"/>
                </a:lnTo>
                <a:close/>
                <a:moveTo>
                  <a:pt x="285750" y="342900"/>
                </a:moveTo>
                <a:lnTo>
                  <a:pt x="304800" y="342900"/>
                </a:lnTo>
                <a:lnTo>
                  <a:pt x="304800" y="352425"/>
                </a:lnTo>
                <a:lnTo>
                  <a:pt x="323850" y="352425"/>
                </a:lnTo>
                <a:lnTo>
                  <a:pt x="323850" y="342900"/>
                </a:lnTo>
                <a:lnTo>
                  <a:pt x="333375" y="342900"/>
                </a:lnTo>
                <a:lnTo>
                  <a:pt x="333375" y="352425"/>
                </a:lnTo>
                <a:lnTo>
                  <a:pt x="323850" y="352425"/>
                </a:lnTo>
                <a:lnTo>
                  <a:pt x="323850" y="361950"/>
                </a:lnTo>
                <a:lnTo>
                  <a:pt x="295275" y="361950"/>
                </a:lnTo>
                <a:lnTo>
                  <a:pt x="295275" y="371475"/>
                </a:lnTo>
                <a:lnTo>
                  <a:pt x="285750" y="371475"/>
                </a:lnTo>
                <a:lnTo>
                  <a:pt x="285750" y="381000"/>
                </a:lnTo>
                <a:lnTo>
                  <a:pt x="266700" y="381000"/>
                </a:lnTo>
                <a:lnTo>
                  <a:pt x="266700" y="390525"/>
                </a:lnTo>
                <a:lnTo>
                  <a:pt x="228600" y="390525"/>
                </a:lnTo>
                <a:lnTo>
                  <a:pt x="228600" y="371475"/>
                </a:lnTo>
                <a:lnTo>
                  <a:pt x="247650" y="371475"/>
                </a:lnTo>
                <a:lnTo>
                  <a:pt x="247650" y="361950"/>
                </a:lnTo>
                <a:lnTo>
                  <a:pt x="276225" y="361950"/>
                </a:lnTo>
                <a:lnTo>
                  <a:pt x="276225" y="352425"/>
                </a:lnTo>
                <a:lnTo>
                  <a:pt x="285750" y="352425"/>
                </a:lnTo>
                <a:close/>
                <a:moveTo>
                  <a:pt x="28575" y="381000"/>
                </a:moveTo>
                <a:lnTo>
                  <a:pt x="38100" y="381000"/>
                </a:lnTo>
                <a:lnTo>
                  <a:pt x="38100" y="409575"/>
                </a:lnTo>
                <a:lnTo>
                  <a:pt x="47625" y="409575"/>
                </a:lnTo>
                <a:lnTo>
                  <a:pt x="47625" y="419100"/>
                </a:lnTo>
                <a:lnTo>
                  <a:pt x="57150" y="419100"/>
                </a:lnTo>
                <a:lnTo>
                  <a:pt x="57150" y="438150"/>
                </a:lnTo>
                <a:lnTo>
                  <a:pt x="38100" y="438150"/>
                </a:lnTo>
                <a:lnTo>
                  <a:pt x="38100" y="419100"/>
                </a:lnTo>
                <a:lnTo>
                  <a:pt x="28575" y="419100"/>
                </a:lnTo>
                <a:close/>
                <a:moveTo>
                  <a:pt x="581025" y="381000"/>
                </a:moveTo>
                <a:lnTo>
                  <a:pt x="590550" y="381000"/>
                </a:lnTo>
                <a:lnTo>
                  <a:pt x="590550" y="371475"/>
                </a:lnTo>
                <a:lnTo>
                  <a:pt x="581025" y="371475"/>
                </a:lnTo>
                <a:close/>
                <a:moveTo>
                  <a:pt x="247650" y="400050"/>
                </a:moveTo>
                <a:lnTo>
                  <a:pt x="257175" y="400050"/>
                </a:lnTo>
                <a:lnTo>
                  <a:pt x="257175" y="409575"/>
                </a:lnTo>
                <a:lnTo>
                  <a:pt x="247650" y="409575"/>
                </a:lnTo>
                <a:close/>
                <a:moveTo>
                  <a:pt x="57150" y="438150"/>
                </a:moveTo>
                <a:lnTo>
                  <a:pt x="66675" y="438150"/>
                </a:lnTo>
                <a:lnTo>
                  <a:pt x="66675" y="447675"/>
                </a:lnTo>
                <a:lnTo>
                  <a:pt x="76200" y="447675"/>
                </a:lnTo>
                <a:lnTo>
                  <a:pt x="76200" y="476250"/>
                </a:lnTo>
                <a:lnTo>
                  <a:pt x="66675" y="476250"/>
                </a:lnTo>
                <a:lnTo>
                  <a:pt x="66675" y="457200"/>
                </a:lnTo>
                <a:lnTo>
                  <a:pt x="57150" y="457200"/>
                </a:lnTo>
                <a:close/>
                <a:moveTo>
                  <a:pt x="552450" y="438150"/>
                </a:moveTo>
                <a:lnTo>
                  <a:pt x="561975" y="438150"/>
                </a:lnTo>
                <a:lnTo>
                  <a:pt x="561975" y="457200"/>
                </a:lnTo>
                <a:lnTo>
                  <a:pt x="552450" y="457200"/>
                </a:lnTo>
                <a:close/>
                <a:moveTo>
                  <a:pt x="533400" y="476250"/>
                </a:moveTo>
                <a:lnTo>
                  <a:pt x="542925" y="476250"/>
                </a:lnTo>
                <a:lnTo>
                  <a:pt x="542925" y="485775"/>
                </a:lnTo>
                <a:lnTo>
                  <a:pt x="533400" y="485775"/>
                </a:lnTo>
                <a:close/>
                <a:moveTo>
                  <a:pt x="85725" y="485775"/>
                </a:moveTo>
                <a:lnTo>
                  <a:pt x="104775" y="485775"/>
                </a:lnTo>
                <a:lnTo>
                  <a:pt x="104775" y="495300"/>
                </a:lnTo>
                <a:lnTo>
                  <a:pt x="114300" y="495300"/>
                </a:lnTo>
                <a:lnTo>
                  <a:pt x="114300" y="504825"/>
                </a:lnTo>
                <a:lnTo>
                  <a:pt x="123825" y="504825"/>
                </a:lnTo>
                <a:lnTo>
                  <a:pt x="123825" y="514350"/>
                </a:lnTo>
                <a:lnTo>
                  <a:pt x="133350" y="514350"/>
                </a:lnTo>
                <a:lnTo>
                  <a:pt x="133350" y="523875"/>
                </a:lnTo>
                <a:lnTo>
                  <a:pt x="123825" y="523875"/>
                </a:lnTo>
                <a:lnTo>
                  <a:pt x="123825" y="533400"/>
                </a:lnTo>
                <a:lnTo>
                  <a:pt x="114300" y="533400"/>
                </a:lnTo>
                <a:lnTo>
                  <a:pt x="114300" y="514350"/>
                </a:lnTo>
                <a:lnTo>
                  <a:pt x="95250" y="514350"/>
                </a:lnTo>
                <a:lnTo>
                  <a:pt x="95250" y="504825"/>
                </a:lnTo>
                <a:lnTo>
                  <a:pt x="85725" y="504825"/>
                </a:lnTo>
                <a:close/>
                <a:moveTo>
                  <a:pt x="504825" y="495300"/>
                </a:moveTo>
                <a:lnTo>
                  <a:pt x="523875" y="495300"/>
                </a:lnTo>
                <a:lnTo>
                  <a:pt x="523875" y="504825"/>
                </a:lnTo>
                <a:lnTo>
                  <a:pt x="514350" y="504825"/>
                </a:lnTo>
                <a:lnTo>
                  <a:pt x="514350" y="514350"/>
                </a:lnTo>
                <a:lnTo>
                  <a:pt x="504825" y="514350"/>
                </a:lnTo>
                <a:close/>
                <a:moveTo>
                  <a:pt x="133350" y="533400"/>
                </a:moveTo>
                <a:lnTo>
                  <a:pt x="152400" y="533400"/>
                </a:lnTo>
                <a:lnTo>
                  <a:pt x="152400" y="542925"/>
                </a:lnTo>
                <a:lnTo>
                  <a:pt x="133350" y="542925"/>
                </a:lnTo>
                <a:close/>
                <a:moveTo>
                  <a:pt x="476250" y="533400"/>
                </a:moveTo>
                <a:lnTo>
                  <a:pt x="485775" y="533400"/>
                </a:lnTo>
                <a:lnTo>
                  <a:pt x="485775" y="542925"/>
                </a:lnTo>
                <a:lnTo>
                  <a:pt x="476250" y="542925"/>
                </a:lnTo>
                <a:close/>
                <a:moveTo>
                  <a:pt x="466725" y="542925"/>
                </a:moveTo>
                <a:lnTo>
                  <a:pt x="476250" y="542925"/>
                </a:lnTo>
                <a:lnTo>
                  <a:pt x="476250" y="552450"/>
                </a:lnTo>
                <a:lnTo>
                  <a:pt x="466725" y="552450"/>
                </a:lnTo>
                <a:close/>
                <a:moveTo>
                  <a:pt x="419100" y="561975"/>
                </a:moveTo>
                <a:lnTo>
                  <a:pt x="438150" y="561975"/>
                </a:lnTo>
                <a:lnTo>
                  <a:pt x="438150" y="571500"/>
                </a:lnTo>
                <a:lnTo>
                  <a:pt x="419100" y="571500"/>
                </a:lnTo>
                <a:close/>
                <a:moveTo>
                  <a:pt x="200025" y="571500"/>
                </a:moveTo>
                <a:lnTo>
                  <a:pt x="209550" y="571500"/>
                </a:lnTo>
                <a:lnTo>
                  <a:pt x="209550" y="581025"/>
                </a:lnTo>
                <a:lnTo>
                  <a:pt x="200025" y="581025"/>
                </a:lnTo>
                <a:close/>
                <a:moveTo>
                  <a:pt x="390525" y="571500"/>
                </a:moveTo>
                <a:lnTo>
                  <a:pt x="400050" y="571500"/>
                </a:lnTo>
                <a:lnTo>
                  <a:pt x="400050" y="581025"/>
                </a:lnTo>
                <a:lnTo>
                  <a:pt x="390525" y="581025"/>
                </a:lnTo>
                <a:close/>
                <a:moveTo>
                  <a:pt x="409575" y="571500"/>
                </a:moveTo>
                <a:lnTo>
                  <a:pt x="419100" y="571500"/>
                </a:lnTo>
                <a:lnTo>
                  <a:pt x="419100" y="581025"/>
                </a:lnTo>
                <a:lnTo>
                  <a:pt x="409575" y="581025"/>
                </a:lnTo>
                <a:close/>
                <a:moveTo>
                  <a:pt x="228600" y="581025"/>
                </a:moveTo>
                <a:lnTo>
                  <a:pt x="381000" y="581025"/>
                </a:lnTo>
                <a:lnTo>
                  <a:pt x="381000" y="590550"/>
                </a:lnTo>
                <a:lnTo>
                  <a:pt x="371475" y="590550"/>
                </a:lnTo>
                <a:lnTo>
                  <a:pt x="371475" y="600075"/>
                </a:lnTo>
                <a:lnTo>
                  <a:pt x="361950" y="600075"/>
                </a:lnTo>
                <a:lnTo>
                  <a:pt x="361950" y="609600"/>
                </a:lnTo>
                <a:lnTo>
                  <a:pt x="352425" y="609600"/>
                </a:lnTo>
                <a:lnTo>
                  <a:pt x="352425" y="590550"/>
                </a:lnTo>
                <a:lnTo>
                  <a:pt x="295275" y="590550"/>
                </a:lnTo>
                <a:lnTo>
                  <a:pt x="295275" y="600075"/>
                </a:lnTo>
                <a:lnTo>
                  <a:pt x="285750" y="600075"/>
                </a:lnTo>
                <a:lnTo>
                  <a:pt x="285750" y="590550"/>
                </a:lnTo>
                <a:lnTo>
                  <a:pt x="228600" y="590550"/>
                </a:lnTo>
                <a:close/>
                <a:moveTo>
                  <a:pt x="295275" y="600075"/>
                </a:moveTo>
                <a:lnTo>
                  <a:pt x="304800" y="600075"/>
                </a:lnTo>
                <a:lnTo>
                  <a:pt x="304800" y="609600"/>
                </a:lnTo>
                <a:lnTo>
                  <a:pt x="295275" y="609600"/>
                </a:lnTo>
                <a:close/>
                <a:moveTo>
                  <a:pt x="314325" y="600075"/>
                </a:moveTo>
                <a:lnTo>
                  <a:pt x="323850" y="600075"/>
                </a:lnTo>
                <a:lnTo>
                  <a:pt x="323850" y="609600"/>
                </a:lnTo>
                <a:lnTo>
                  <a:pt x="314325" y="609600"/>
                </a:lnTo>
                <a:close/>
              </a:path>
            </a:pathLst>
          </a:custGeom>
          <a:solidFill xmlns:a="http://schemas.openxmlformats.org/drawingml/2006/main">
            <a:srgbClr val="F1F0E2"/>
          </a:solidFill>
          <a:ln xmlns:a="http://schemas.openxmlformats.org/drawingml/2006/main" w="0">
            <a:noFill/>
          </a:ln>
        </p:spPr>
      </p:sp>
      <p:sp>
        <p:nvSpPr>
          <p:cNvPr id="38" name="check vector #f1eee0">
            <a:extLst xmlns:a="http://schemas.openxmlformats.org/drawingml/2006/main">
              <a:ext uri="{FF2B5EF4-FFF2-40B4-BE49-F238E27FC236}">
                <a16:creationId xmlns:a16="http://schemas.microsoft.com/office/drawing/2014/main" id="{E223384E-E3A0-41F7-93A3-068AB362C8B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71525" y="1819275"/>
            <a:ext cx="742950" cy="723900"/>
          </a:xfrm>
          <a:custGeom xmlns:a="http://schemas.openxmlformats.org/drawingml/2006/main">
            <a:pathLst>
              <a:path w="628650" h="609600">
                <a:moveTo>
                  <a:pt x="0" y="0"/>
                </a:moveTo>
                <a:lnTo>
                  <a:pt x="19050" y="0"/>
                </a:lnTo>
                <a:lnTo>
                  <a:pt x="19050" y="19050"/>
                </a:lnTo>
                <a:lnTo>
                  <a:pt x="9525" y="19050"/>
                </a:lnTo>
                <a:lnTo>
                  <a:pt x="9525" y="9525"/>
                </a:lnTo>
                <a:lnTo>
                  <a:pt x="0" y="9525"/>
                </a:lnTo>
                <a:close/>
                <a:moveTo>
                  <a:pt x="152400" y="0"/>
                </a:moveTo>
                <a:lnTo>
                  <a:pt x="161925" y="0"/>
                </a:lnTo>
                <a:lnTo>
                  <a:pt x="161925" y="9525"/>
                </a:lnTo>
                <a:lnTo>
                  <a:pt x="152400" y="9525"/>
                </a:lnTo>
                <a:close/>
                <a:moveTo>
                  <a:pt x="123825" y="9525"/>
                </a:moveTo>
                <a:lnTo>
                  <a:pt x="133350" y="9525"/>
                </a:lnTo>
                <a:lnTo>
                  <a:pt x="133350" y="28575"/>
                </a:lnTo>
                <a:lnTo>
                  <a:pt x="123825" y="28575"/>
                </a:lnTo>
                <a:close/>
                <a:moveTo>
                  <a:pt x="238125" y="9525"/>
                </a:moveTo>
                <a:lnTo>
                  <a:pt x="257175" y="9525"/>
                </a:lnTo>
                <a:lnTo>
                  <a:pt x="257175" y="28575"/>
                </a:lnTo>
                <a:lnTo>
                  <a:pt x="238125" y="28575"/>
                </a:lnTo>
                <a:close/>
                <a:moveTo>
                  <a:pt x="361950" y="9525"/>
                </a:moveTo>
                <a:lnTo>
                  <a:pt x="371475" y="9525"/>
                </a:lnTo>
                <a:lnTo>
                  <a:pt x="371475" y="19050"/>
                </a:lnTo>
                <a:lnTo>
                  <a:pt x="361950" y="19050"/>
                </a:lnTo>
                <a:close/>
                <a:moveTo>
                  <a:pt x="285750" y="19050"/>
                </a:moveTo>
                <a:lnTo>
                  <a:pt x="295275" y="19050"/>
                </a:lnTo>
                <a:lnTo>
                  <a:pt x="295275" y="28575"/>
                </a:lnTo>
                <a:lnTo>
                  <a:pt x="285750" y="28575"/>
                </a:lnTo>
                <a:close/>
                <a:moveTo>
                  <a:pt x="152400" y="28575"/>
                </a:moveTo>
                <a:lnTo>
                  <a:pt x="171450" y="28575"/>
                </a:lnTo>
                <a:lnTo>
                  <a:pt x="171450" y="38100"/>
                </a:lnTo>
                <a:lnTo>
                  <a:pt x="152400" y="38100"/>
                </a:lnTo>
                <a:close/>
                <a:moveTo>
                  <a:pt x="190500" y="28575"/>
                </a:moveTo>
                <a:lnTo>
                  <a:pt x="209550" y="28575"/>
                </a:lnTo>
                <a:lnTo>
                  <a:pt x="209550" y="47625"/>
                </a:lnTo>
                <a:lnTo>
                  <a:pt x="190500" y="47625"/>
                </a:lnTo>
                <a:lnTo>
                  <a:pt x="190500" y="57150"/>
                </a:lnTo>
                <a:lnTo>
                  <a:pt x="180975" y="57150"/>
                </a:lnTo>
                <a:lnTo>
                  <a:pt x="180975" y="38100"/>
                </a:lnTo>
                <a:lnTo>
                  <a:pt x="190500" y="38100"/>
                </a:lnTo>
                <a:close/>
                <a:moveTo>
                  <a:pt x="161925" y="47625"/>
                </a:moveTo>
                <a:lnTo>
                  <a:pt x="171450" y="47625"/>
                </a:lnTo>
                <a:lnTo>
                  <a:pt x="171450" y="57150"/>
                </a:lnTo>
                <a:lnTo>
                  <a:pt x="161925" y="57150"/>
                </a:lnTo>
                <a:close/>
                <a:moveTo>
                  <a:pt x="438150" y="47625"/>
                </a:moveTo>
                <a:lnTo>
                  <a:pt x="457200" y="47625"/>
                </a:lnTo>
                <a:lnTo>
                  <a:pt x="457200" y="57150"/>
                </a:lnTo>
                <a:lnTo>
                  <a:pt x="438150" y="57150"/>
                </a:lnTo>
                <a:close/>
                <a:moveTo>
                  <a:pt x="457200" y="57150"/>
                </a:moveTo>
                <a:lnTo>
                  <a:pt x="466725" y="57150"/>
                </a:lnTo>
                <a:lnTo>
                  <a:pt x="466725" y="66675"/>
                </a:lnTo>
                <a:lnTo>
                  <a:pt x="457200" y="66675"/>
                </a:lnTo>
                <a:close/>
                <a:moveTo>
                  <a:pt x="619125" y="66675"/>
                </a:moveTo>
                <a:lnTo>
                  <a:pt x="628650" y="66675"/>
                </a:lnTo>
                <a:lnTo>
                  <a:pt x="628650" y="76200"/>
                </a:lnTo>
                <a:lnTo>
                  <a:pt x="619125" y="76200"/>
                </a:lnTo>
                <a:close/>
                <a:moveTo>
                  <a:pt x="47625" y="76200"/>
                </a:moveTo>
                <a:lnTo>
                  <a:pt x="57150" y="76200"/>
                </a:lnTo>
                <a:lnTo>
                  <a:pt x="57150" y="95250"/>
                </a:lnTo>
                <a:lnTo>
                  <a:pt x="47625" y="95250"/>
                </a:lnTo>
                <a:close/>
                <a:moveTo>
                  <a:pt x="9525" y="85725"/>
                </a:moveTo>
                <a:lnTo>
                  <a:pt x="19050" y="85725"/>
                </a:lnTo>
                <a:lnTo>
                  <a:pt x="19050" y="104775"/>
                </a:lnTo>
                <a:lnTo>
                  <a:pt x="9525" y="104775"/>
                </a:lnTo>
                <a:close/>
                <a:moveTo>
                  <a:pt x="504825" y="85725"/>
                </a:moveTo>
                <a:lnTo>
                  <a:pt x="514350" y="85725"/>
                </a:lnTo>
                <a:lnTo>
                  <a:pt x="514350" y="95250"/>
                </a:lnTo>
                <a:lnTo>
                  <a:pt x="504825" y="95250"/>
                </a:lnTo>
                <a:close/>
                <a:moveTo>
                  <a:pt x="514350" y="95250"/>
                </a:moveTo>
                <a:lnTo>
                  <a:pt x="523875" y="95250"/>
                </a:lnTo>
                <a:lnTo>
                  <a:pt x="523875" y="104775"/>
                </a:lnTo>
                <a:lnTo>
                  <a:pt x="514350" y="104775"/>
                </a:lnTo>
                <a:close/>
                <a:moveTo>
                  <a:pt x="0" y="104775"/>
                </a:moveTo>
                <a:lnTo>
                  <a:pt x="9525" y="104775"/>
                </a:lnTo>
                <a:lnTo>
                  <a:pt x="9525" y="114300"/>
                </a:lnTo>
                <a:lnTo>
                  <a:pt x="0" y="114300"/>
                </a:lnTo>
                <a:close/>
                <a:moveTo>
                  <a:pt x="38100" y="161925"/>
                </a:moveTo>
                <a:lnTo>
                  <a:pt x="47625" y="161925"/>
                </a:lnTo>
                <a:lnTo>
                  <a:pt x="47625" y="180975"/>
                </a:lnTo>
                <a:lnTo>
                  <a:pt x="38100" y="180975"/>
                </a:lnTo>
                <a:lnTo>
                  <a:pt x="38100" y="190500"/>
                </a:lnTo>
                <a:lnTo>
                  <a:pt x="28575" y="190500"/>
                </a:lnTo>
                <a:lnTo>
                  <a:pt x="28575" y="180975"/>
                </a:lnTo>
                <a:lnTo>
                  <a:pt x="19050" y="180975"/>
                </a:lnTo>
                <a:lnTo>
                  <a:pt x="19050" y="171450"/>
                </a:lnTo>
                <a:lnTo>
                  <a:pt x="38100" y="171450"/>
                </a:lnTo>
                <a:close/>
                <a:moveTo>
                  <a:pt x="590550" y="238125"/>
                </a:moveTo>
                <a:lnTo>
                  <a:pt x="609600" y="238125"/>
                </a:lnTo>
                <a:lnTo>
                  <a:pt x="609600" y="247650"/>
                </a:lnTo>
                <a:lnTo>
                  <a:pt x="619125" y="247650"/>
                </a:lnTo>
                <a:lnTo>
                  <a:pt x="619125" y="257175"/>
                </a:lnTo>
                <a:lnTo>
                  <a:pt x="609600" y="257175"/>
                </a:lnTo>
                <a:lnTo>
                  <a:pt x="609600" y="276225"/>
                </a:lnTo>
                <a:lnTo>
                  <a:pt x="600075" y="276225"/>
                </a:lnTo>
                <a:lnTo>
                  <a:pt x="600075" y="266700"/>
                </a:lnTo>
                <a:lnTo>
                  <a:pt x="590550" y="266700"/>
                </a:lnTo>
                <a:lnTo>
                  <a:pt x="590550" y="257175"/>
                </a:lnTo>
                <a:lnTo>
                  <a:pt x="600075" y="257175"/>
                </a:lnTo>
                <a:lnTo>
                  <a:pt x="600075" y="247650"/>
                </a:lnTo>
                <a:lnTo>
                  <a:pt x="590550" y="247650"/>
                </a:lnTo>
                <a:close/>
                <a:moveTo>
                  <a:pt x="9525" y="266700"/>
                </a:moveTo>
                <a:lnTo>
                  <a:pt x="19050" y="266700"/>
                </a:lnTo>
                <a:lnTo>
                  <a:pt x="19050" y="276225"/>
                </a:lnTo>
                <a:lnTo>
                  <a:pt x="9525" y="276225"/>
                </a:lnTo>
                <a:close/>
                <a:moveTo>
                  <a:pt x="28575" y="266700"/>
                </a:moveTo>
                <a:lnTo>
                  <a:pt x="38100" y="266700"/>
                </a:lnTo>
                <a:lnTo>
                  <a:pt x="38100" y="276225"/>
                </a:lnTo>
                <a:lnTo>
                  <a:pt x="28575" y="276225"/>
                </a:lnTo>
                <a:close/>
                <a:moveTo>
                  <a:pt x="600075" y="285750"/>
                </a:moveTo>
                <a:lnTo>
                  <a:pt x="609600" y="285750"/>
                </a:lnTo>
                <a:lnTo>
                  <a:pt x="609600" y="304800"/>
                </a:lnTo>
                <a:lnTo>
                  <a:pt x="600075" y="304800"/>
                </a:lnTo>
                <a:close/>
                <a:moveTo>
                  <a:pt x="9525" y="342900"/>
                </a:moveTo>
                <a:lnTo>
                  <a:pt x="19050" y="342900"/>
                </a:lnTo>
                <a:lnTo>
                  <a:pt x="19050" y="352425"/>
                </a:lnTo>
                <a:lnTo>
                  <a:pt x="28575" y="352425"/>
                </a:lnTo>
                <a:lnTo>
                  <a:pt x="28575" y="371475"/>
                </a:lnTo>
                <a:lnTo>
                  <a:pt x="38100" y="371475"/>
                </a:lnTo>
                <a:lnTo>
                  <a:pt x="38100" y="381000"/>
                </a:lnTo>
                <a:lnTo>
                  <a:pt x="19050" y="381000"/>
                </a:lnTo>
                <a:lnTo>
                  <a:pt x="19050" y="390525"/>
                </a:lnTo>
                <a:lnTo>
                  <a:pt x="9525" y="390525"/>
                </a:lnTo>
                <a:close/>
                <a:moveTo>
                  <a:pt x="28575" y="419100"/>
                </a:moveTo>
                <a:lnTo>
                  <a:pt x="38100" y="419100"/>
                </a:lnTo>
                <a:lnTo>
                  <a:pt x="38100" y="447675"/>
                </a:lnTo>
                <a:lnTo>
                  <a:pt x="19050" y="447675"/>
                </a:lnTo>
                <a:lnTo>
                  <a:pt x="19050" y="428625"/>
                </a:lnTo>
                <a:lnTo>
                  <a:pt x="28575" y="428625"/>
                </a:lnTo>
                <a:close/>
                <a:moveTo>
                  <a:pt x="561975" y="419100"/>
                </a:moveTo>
                <a:lnTo>
                  <a:pt x="571500" y="419100"/>
                </a:lnTo>
                <a:lnTo>
                  <a:pt x="571500" y="428625"/>
                </a:lnTo>
                <a:lnTo>
                  <a:pt x="561975" y="428625"/>
                </a:lnTo>
                <a:close/>
                <a:moveTo>
                  <a:pt x="561975" y="438150"/>
                </a:moveTo>
                <a:lnTo>
                  <a:pt x="571500" y="438150"/>
                </a:lnTo>
                <a:lnTo>
                  <a:pt x="571500" y="447675"/>
                </a:lnTo>
                <a:lnTo>
                  <a:pt x="561975" y="447675"/>
                </a:lnTo>
                <a:close/>
                <a:moveTo>
                  <a:pt x="76200" y="466725"/>
                </a:moveTo>
                <a:lnTo>
                  <a:pt x="85725" y="466725"/>
                </a:lnTo>
                <a:lnTo>
                  <a:pt x="85725" y="495300"/>
                </a:lnTo>
                <a:lnTo>
                  <a:pt x="76200" y="495300"/>
                </a:lnTo>
                <a:close/>
                <a:moveTo>
                  <a:pt x="542925" y="476250"/>
                </a:moveTo>
                <a:lnTo>
                  <a:pt x="552450" y="476250"/>
                </a:lnTo>
                <a:lnTo>
                  <a:pt x="552450" y="485775"/>
                </a:lnTo>
                <a:lnTo>
                  <a:pt x="542925" y="485775"/>
                </a:lnTo>
                <a:close/>
                <a:moveTo>
                  <a:pt x="514350" y="485775"/>
                </a:moveTo>
                <a:lnTo>
                  <a:pt x="533400" y="485775"/>
                </a:lnTo>
                <a:lnTo>
                  <a:pt x="533400" y="495300"/>
                </a:lnTo>
                <a:lnTo>
                  <a:pt x="514350" y="495300"/>
                </a:lnTo>
                <a:close/>
                <a:moveTo>
                  <a:pt x="133350" y="542925"/>
                </a:moveTo>
                <a:lnTo>
                  <a:pt x="161925" y="542925"/>
                </a:lnTo>
                <a:lnTo>
                  <a:pt x="161925" y="571500"/>
                </a:lnTo>
                <a:lnTo>
                  <a:pt x="152400" y="571500"/>
                </a:lnTo>
                <a:lnTo>
                  <a:pt x="152400" y="590550"/>
                </a:lnTo>
                <a:lnTo>
                  <a:pt x="133350" y="590550"/>
                </a:lnTo>
                <a:lnTo>
                  <a:pt x="133350" y="571500"/>
                </a:lnTo>
                <a:lnTo>
                  <a:pt x="123825" y="571500"/>
                </a:lnTo>
                <a:lnTo>
                  <a:pt x="123825" y="561975"/>
                </a:lnTo>
                <a:lnTo>
                  <a:pt x="133350" y="561975"/>
                </a:lnTo>
                <a:close/>
                <a:moveTo>
                  <a:pt x="476250" y="542925"/>
                </a:moveTo>
                <a:lnTo>
                  <a:pt x="485775" y="542925"/>
                </a:lnTo>
                <a:lnTo>
                  <a:pt x="485775" y="552450"/>
                </a:lnTo>
                <a:lnTo>
                  <a:pt x="476250" y="552450"/>
                </a:lnTo>
                <a:close/>
                <a:moveTo>
                  <a:pt x="438150" y="552450"/>
                </a:moveTo>
                <a:lnTo>
                  <a:pt x="447675" y="552450"/>
                </a:lnTo>
                <a:lnTo>
                  <a:pt x="447675" y="561975"/>
                </a:lnTo>
                <a:lnTo>
                  <a:pt x="438150" y="561975"/>
                </a:lnTo>
                <a:close/>
                <a:moveTo>
                  <a:pt x="457200" y="552450"/>
                </a:moveTo>
                <a:lnTo>
                  <a:pt x="466725" y="552450"/>
                </a:lnTo>
                <a:lnTo>
                  <a:pt x="466725" y="561975"/>
                </a:lnTo>
                <a:lnTo>
                  <a:pt x="457200" y="561975"/>
                </a:lnTo>
                <a:close/>
                <a:moveTo>
                  <a:pt x="57150" y="571500"/>
                </a:moveTo>
                <a:lnTo>
                  <a:pt x="66675" y="571500"/>
                </a:lnTo>
                <a:lnTo>
                  <a:pt x="66675" y="581025"/>
                </a:lnTo>
                <a:lnTo>
                  <a:pt x="57150" y="581025"/>
                </a:lnTo>
                <a:close/>
                <a:moveTo>
                  <a:pt x="114300" y="571500"/>
                </a:moveTo>
                <a:lnTo>
                  <a:pt x="123825" y="571500"/>
                </a:lnTo>
                <a:lnTo>
                  <a:pt x="123825" y="581025"/>
                </a:lnTo>
                <a:lnTo>
                  <a:pt x="114300" y="581025"/>
                </a:lnTo>
                <a:close/>
                <a:moveTo>
                  <a:pt x="28575" y="590550"/>
                </a:moveTo>
                <a:lnTo>
                  <a:pt x="76200" y="590550"/>
                </a:lnTo>
                <a:lnTo>
                  <a:pt x="76200" y="600075"/>
                </a:lnTo>
                <a:lnTo>
                  <a:pt x="85725" y="600075"/>
                </a:lnTo>
                <a:lnTo>
                  <a:pt x="85725" y="609600"/>
                </a:lnTo>
                <a:lnTo>
                  <a:pt x="57150" y="609600"/>
                </a:lnTo>
                <a:lnTo>
                  <a:pt x="57150" y="600075"/>
                </a:lnTo>
                <a:lnTo>
                  <a:pt x="28575" y="600075"/>
                </a:lnTo>
                <a:close/>
                <a:moveTo>
                  <a:pt x="371475" y="590550"/>
                </a:moveTo>
                <a:lnTo>
                  <a:pt x="381000" y="590550"/>
                </a:lnTo>
                <a:lnTo>
                  <a:pt x="381000" y="600075"/>
                </a:lnTo>
                <a:lnTo>
                  <a:pt x="371475" y="600075"/>
                </a:lnTo>
                <a:close/>
                <a:moveTo>
                  <a:pt x="285750" y="600075"/>
                </a:moveTo>
                <a:lnTo>
                  <a:pt x="295275" y="600075"/>
                </a:lnTo>
                <a:lnTo>
                  <a:pt x="295275" y="609600"/>
                </a:lnTo>
                <a:lnTo>
                  <a:pt x="285750" y="609600"/>
                </a:lnTo>
                <a:close/>
                <a:moveTo>
                  <a:pt x="361950" y="600075"/>
                </a:moveTo>
                <a:lnTo>
                  <a:pt x="371475" y="600075"/>
                </a:lnTo>
                <a:lnTo>
                  <a:pt x="371475" y="609600"/>
                </a:lnTo>
                <a:lnTo>
                  <a:pt x="361950" y="609600"/>
                </a:lnTo>
                <a:close/>
              </a:path>
            </a:pathLst>
          </a:custGeom>
          <a:solidFill xmlns:a="http://schemas.openxmlformats.org/drawingml/2006/main">
            <a:srgbClr val="F1EEE0"/>
          </a:solidFill>
          <a:ln xmlns:a="http://schemas.openxmlformats.org/drawingml/2006/main" w="0">
            <a:noFill/>
          </a:ln>
        </p:spPr>
      </p:sp>
      <p:sp>
        <p:nvSpPr>
          <p:cNvPr id="39" name="check vector #edefe1">
            <a:extLst xmlns:a="http://schemas.openxmlformats.org/drawingml/2006/main">
              <a:ext uri="{FF2B5EF4-FFF2-40B4-BE49-F238E27FC236}">
                <a16:creationId xmlns:a16="http://schemas.microsoft.com/office/drawing/2014/main" id="{72CCEBC9-2D12-4C85-B476-4D6D36A0617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71525" y="1819275"/>
            <a:ext cx="742950" cy="723900"/>
          </a:xfrm>
          <a:custGeom xmlns:a="http://schemas.openxmlformats.org/drawingml/2006/main">
            <a:pathLst>
              <a:path w="628650" h="609600">
                <a:moveTo>
                  <a:pt x="266700" y="28575"/>
                </a:moveTo>
                <a:lnTo>
                  <a:pt x="295275" y="28575"/>
                </a:lnTo>
                <a:lnTo>
                  <a:pt x="295275" y="38100"/>
                </a:lnTo>
                <a:lnTo>
                  <a:pt x="266700" y="38100"/>
                </a:lnTo>
                <a:close/>
                <a:moveTo>
                  <a:pt x="314325" y="28575"/>
                </a:moveTo>
                <a:lnTo>
                  <a:pt x="361950" y="28575"/>
                </a:lnTo>
                <a:lnTo>
                  <a:pt x="361950" y="38100"/>
                </a:lnTo>
                <a:lnTo>
                  <a:pt x="314325" y="38100"/>
                </a:lnTo>
                <a:close/>
                <a:moveTo>
                  <a:pt x="371475" y="28575"/>
                </a:moveTo>
                <a:lnTo>
                  <a:pt x="381000" y="28575"/>
                </a:lnTo>
                <a:lnTo>
                  <a:pt x="381000" y="38100"/>
                </a:lnTo>
                <a:lnTo>
                  <a:pt x="390525" y="38100"/>
                </a:lnTo>
                <a:lnTo>
                  <a:pt x="390525" y="47625"/>
                </a:lnTo>
                <a:lnTo>
                  <a:pt x="371475" y="47625"/>
                </a:lnTo>
                <a:close/>
                <a:moveTo>
                  <a:pt x="209550" y="38100"/>
                </a:moveTo>
                <a:lnTo>
                  <a:pt x="238125" y="38100"/>
                </a:lnTo>
                <a:lnTo>
                  <a:pt x="238125" y="47625"/>
                </a:lnTo>
                <a:lnTo>
                  <a:pt x="209550" y="47625"/>
                </a:lnTo>
                <a:close/>
                <a:moveTo>
                  <a:pt x="190500" y="47625"/>
                </a:moveTo>
                <a:lnTo>
                  <a:pt x="209550" y="47625"/>
                </a:lnTo>
                <a:lnTo>
                  <a:pt x="209550" y="57150"/>
                </a:lnTo>
                <a:lnTo>
                  <a:pt x="190500" y="57150"/>
                </a:lnTo>
                <a:close/>
                <a:moveTo>
                  <a:pt x="409575" y="47625"/>
                </a:moveTo>
                <a:lnTo>
                  <a:pt x="419100" y="47625"/>
                </a:lnTo>
                <a:lnTo>
                  <a:pt x="419100" y="57150"/>
                </a:lnTo>
                <a:lnTo>
                  <a:pt x="409575" y="57150"/>
                </a:lnTo>
                <a:close/>
                <a:moveTo>
                  <a:pt x="428625" y="47625"/>
                </a:moveTo>
                <a:lnTo>
                  <a:pt x="438150" y="47625"/>
                </a:lnTo>
                <a:lnTo>
                  <a:pt x="438150" y="57150"/>
                </a:lnTo>
                <a:lnTo>
                  <a:pt x="447675" y="57150"/>
                </a:lnTo>
                <a:lnTo>
                  <a:pt x="447675" y="66675"/>
                </a:lnTo>
                <a:lnTo>
                  <a:pt x="428625" y="66675"/>
                </a:lnTo>
                <a:close/>
                <a:moveTo>
                  <a:pt x="152400" y="57150"/>
                </a:moveTo>
                <a:lnTo>
                  <a:pt x="190500" y="57150"/>
                </a:lnTo>
                <a:lnTo>
                  <a:pt x="190500" y="66675"/>
                </a:lnTo>
                <a:lnTo>
                  <a:pt x="171450" y="66675"/>
                </a:lnTo>
                <a:lnTo>
                  <a:pt x="171450" y="76200"/>
                </a:lnTo>
                <a:lnTo>
                  <a:pt x="152400" y="76200"/>
                </a:lnTo>
                <a:close/>
                <a:moveTo>
                  <a:pt x="447675" y="66675"/>
                </a:moveTo>
                <a:lnTo>
                  <a:pt x="476250" y="66675"/>
                </a:lnTo>
                <a:lnTo>
                  <a:pt x="476250" y="76200"/>
                </a:lnTo>
                <a:lnTo>
                  <a:pt x="485775" y="76200"/>
                </a:lnTo>
                <a:lnTo>
                  <a:pt x="485775" y="85725"/>
                </a:lnTo>
                <a:lnTo>
                  <a:pt x="495300" y="85725"/>
                </a:lnTo>
                <a:lnTo>
                  <a:pt x="495300" y="95250"/>
                </a:lnTo>
                <a:lnTo>
                  <a:pt x="514350" y="95250"/>
                </a:lnTo>
                <a:lnTo>
                  <a:pt x="514350" y="104775"/>
                </a:lnTo>
                <a:lnTo>
                  <a:pt x="523875" y="104775"/>
                </a:lnTo>
                <a:lnTo>
                  <a:pt x="523875" y="123825"/>
                </a:lnTo>
                <a:lnTo>
                  <a:pt x="533400" y="123825"/>
                </a:lnTo>
                <a:lnTo>
                  <a:pt x="533400" y="133350"/>
                </a:lnTo>
                <a:lnTo>
                  <a:pt x="542925" y="133350"/>
                </a:lnTo>
                <a:lnTo>
                  <a:pt x="542925" y="161925"/>
                </a:lnTo>
                <a:lnTo>
                  <a:pt x="533400" y="161925"/>
                </a:lnTo>
                <a:lnTo>
                  <a:pt x="533400" y="152400"/>
                </a:lnTo>
                <a:lnTo>
                  <a:pt x="523875" y="152400"/>
                </a:lnTo>
                <a:lnTo>
                  <a:pt x="523875" y="133350"/>
                </a:lnTo>
                <a:lnTo>
                  <a:pt x="514350" y="133350"/>
                </a:lnTo>
                <a:lnTo>
                  <a:pt x="514350" y="123825"/>
                </a:lnTo>
                <a:lnTo>
                  <a:pt x="504825" y="123825"/>
                </a:lnTo>
                <a:lnTo>
                  <a:pt x="504825" y="114300"/>
                </a:lnTo>
                <a:lnTo>
                  <a:pt x="495300" y="114300"/>
                </a:lnTo>
                <a:lnTo>
                  <a:pt x="495300" y="104775"/>
                </a:lnTo>
                <a:lnTo>
                  <a:pt x="485775" y="104775"/>
                </a:lnTo>
                <a:lnTo>
                  <a:pt x="485775" y="95250"/>
                </a:lnTo>
                <a:lnTo>
                  <a:pt x="476250" y="95250"/>
                </a:lnTo>
                <a:lnTo>
                  <a:pt x="476250" y="85725"/>
                </a:lnTo>
                <a:lnTo>
                  <a:pt x="457200" y="85725"/>
                </a:lnTo>
                <a:lnTo>
                  <a:pt x="457200" y="76200"/>
                </a:lnTo>
                <a:lnTo>
                  <a:pt x="447675" y="76200"/>
                </a:lnTo>
                <a:close/>
                <a:moveTo>
                  <a:pt x="133350" y="76200"/>
                </a:moveTo>
                <a:lnTo>
                  <a:pt x="152400" y="76200"/>
                </a:lnTo>
                <a:lnTo>
                  <a:pt x="152400" y="85725"/>
                </a:lnTo>
                <a:lnTo>
                  <a:pt x="142875" y="85725"/>
                </a:lnTo>
                <a:lnTo>
                  <a:pt x="142875" y="95250"/>
                </a:lnTo>
                <a:lnTo>
                  <a:pt x="133350" y="95250"/>
                </a:lnTo>
                <a:lnTo>
                  <a:pt x="133350" y="104775"/>
                </a:lnTo>
                <a:lnTo>
                  <a:pt x="123825" y="104775"/>
                </a:lnTo>
                <a:lnTo>
                  <a:pt x="123825" y="114300"/>
                </a:lnTo>
                <a:lnTo>
                  <a:pt x="114300" y="114300"/>
                </a:lnTo>
                <a:lnTo>
                  <a:pt x="114300" y="123825"/>
                </a:lnTo>
                <a:lnTo>
                  <a:pt x="104775" y="123825"/>
                </a:lnTo>
                <a:lnTo>
                  <a:pt x="104775" y="133350"/>
                </a:lnTo>
                <a:lnTo>
                  <a:pt x="95250" y="133350"/>
                </a:lnTo>
                <a:lnTo>
                  <a:pt x="95250" y="142875"/>
                </a:lnTo>
                <a:lnTo>
                  <a:pt x="85725" y="142875"/>
                </a:lnTo>
                <a:lnTo>
                  <a:pt x="85725" y="152400"/>
                </a:lnTo>
                <a:lnTo>
                  <a:pt x="76200" y="152400"/>
                </a:lnTo>
                <a:lnTo>
                  <a:pt x="76200" y="133350"/>
                </a:lnTo>
                <a:lnTo>
                  <a:pt x="85725" y="133350"/>
                </a:lnTo>
                <a:lnTo>
                  <a:pt x="85725" y="114300"/>
                </a:lnTo>
                <a:lnTo>
                  <a:pt x="95250" y="114300"/>
                </a:lnTo>
                <a:lnTo>
                  <a:pt x="95250" y="95250"/>
                </a:lnTo>
                <a:lnTo>
                  <a:pt x="123825" y="95250"/>
                </a:lnTo>
                <a:lnTo>
                  <a:pt x="123825" y="85725"/>
                </a:lnTo>
                <a:lnTo>
                  <a:pt x="133350" y="85725"/>
                </a:lnTo>
                <a:close/>
                <a:moveTo>
                  <a:pt x="66675" y="152400"/>
                </a:moveTo>
                <a:lnTo>
                  <a:pt x="76200" y="152400"/>
                </a:lnTo>
                <a:lnTo>
                  <a:pt x="76200" y="171450"/>
                </a:lnTo>
                <a:lnTo>
                  <a:pt x="66675" y="171450"/>
                </a:lnTo>
                <a:lnTo>
                  <a:pt x="66675" y="190500"/>
                </a:lnTo>
                <a:lnTo>
                  <a:pt x="57150" y="190500"/>
                </a:lnTo>
                <a:lnTo>
                  <a:pt x="57150" y="161925"/>
                </a:lnTo>
                <a:lnTo>
                  <a:pt x="66675" y="161925"/>
                </a:lnTo>
                <a:close/>
                <a:moveTo>
                  <a:pt x="542925" y="171450"/>
                </a:moveTo>
                <a:lnTo>
                  <a:pt x="552450" y="171450"/>
                </a:lnTo>
                <a:lnTo>
                  <a:pt x="552450" y="180975"/>
                </a:lnTo>
                <a:lnTo>
                  <a:pt x="542925" y="180975"/>
                </a:lnTo>
                <a:close/>
                <a:moveTo>
                  <a:pt x="47625" y="190500"/>
                </a:moveTo>
                <a:lnTo>
                  <a:pt x="57150" y="190500"/>
                </a:lnTo>
                <a:lnTo>
                  <a:pt x="57150" y="219075"/>
                </a:lnTo>
                <a:lnTo>
                  <a:pt x="47625" y="219075"/>
                </a:lnTo>
                <a:close/>
                <a:moveTo>
                  <a:pt x="552450" y="190500"/>
                </a:moveTo>
                <a:lnTo>
                  <a:pt x="561975" y="190500"/>
                </a:lnTo>
                <a:lnTo>
                  <a:pt x="561975" y="200025"/>
                </a:lnTo>
                <a:lnTo>
                  <a:pt x="552450" y="200025"/>
                </a:lnTo>
                <a:close/>
                <a:moveTo>
                  <a:pt x="419100" y="200025"/>
                </a:moveTo>
                <a:lnTo>
                  <a:pt x="447675" y="200025"/>
                </a:lnTo>
                <a:lnTo>
                  <a:pt x="447675" y="209550"/>
                </a:lnTo>
                <a:lnTo>
                  <a:pt x="457200" y="209550"/>
                </a:lnTo>
                <a:lnTo>
                  <a:pt x="457200" y="228600"/>
                </a:lnTo>
                <a:lnTo>
                  <a:pt x="447675" y="228600"/>
                </a:lnTo>
                <a:lnTo>
                  <a:pt x="447675" y="238125"/>
                </a:lnTo>
                <a:lnTo>
                  <a:pt x="438150" y="238125"/>
                </a:lnTo>
                <a:lnTo>
                  <a:pt x="438150" y="247650"/>
                </a:lnTo>
                <a:lnTo>
                  <a:pt x="428625" y="247650"/>
                </a:lnTo>
                <a:lnTo>
                  <a:pt x="428625" y="266700"/>
                </a:lnTo>
                <a:lnTo>
                  <a:pt x="419100" y="266700"/>
                </a:lnTo>
                <a:lnTo>
                  <a:pt x="419100" y="276225"/>
                </a:lnTo>
                <a:lnTo>
                  <a:pt x="409575" y="276225"/>
                </a:lnTo>
                <a:lnTo>
                  <a:pt x="409575" y="285750"/>
                </a:lnTo>
                <a:lnTo>
                  <a:pt x="400050" y="285750"/>
                </a:lnTo>
                <a:lnTo>
                  <a:pt x="400050" y="295275"/>
                </a:lnTo>
                <a:lnTo>
                  <a:pt x="390525" y="295275"/>
                </a:lnTo>
                <a:lnTo>
                  <a:pt x="390525" y="304800"/>
                </a:lnTo>
                <a:lnTo>
                  <a:pt x="381000" y="304800"/>
                </a:lnTo>
                <a:lnTo>
                  <a:pt x="381000" y="314325"/>
                </a:lnTo>
                <a:lnTo>
                  <a:pt x="371475" y="314325"/>
                </a:lnTo>
                <a:lnTo>
                  <a:pt x="371475" y="323850"/>
                </a:lnTo>
                <a:lnTo>
                  <a:pt x="361950" y="323850"/>
                </a:lnTo>
                <a:lnTo>
                  <a:pt x="361950" y="333375"/>
                </a:lnTo>
                <a:lnTo>
                  <a:pt x="352425" y="333375"/>
                </a:lnTo>
                <a:lnTo>
                  <a:pt x="352425" y="342900"/>
                </a:lnTo>
                <a:lnTo>
                  <a:pt x="342900" y="342900"/>
                </a:lnTo>
                <a:lnTo>
                  <a:pt x="342900" y="352425"/>
                </a:lnTo>
                <a:lnTo>
                  <a:pt x="333375" y="352425"/>
                </a:lnTo>
                <a:lnTo>
                  <a:pt x="333375" y="342900"/>
                </a:lnTo>
                <a:lnTo>
                  <a:pt x="323850" y="342900"/>
                </a:lnTo>
                <a:lnTo>
                  <a:pt x="323850" y="352425"/>
                </a:lnTo>
                <a:lnTo>
                  <a:pt x="304800" y="352425"/>
                </a:lnTo>
                <a:lnTo>
                  <a:pt x="304800" y="342900"/>
                </a:lnTo>
                <a:lnTo>
                  <a:pt x="285750" y="342900"/>
                </a:lnTo>
                <a:lnTo>
                  <a:pt x="285750" y="333375"/>
                </a:lnTo>
                <a:lnTo>
                  <a:pt x="295275" y="333375"/>
                </a:lnTo>
                <a:lnTo>
                  <a:pt x="295275" y="323850"/>
                </a:lnTo>
                <a:lnTo>
                  <a:pt x="304800" y="323850"/>
                </a:lnTo>
                <a:lnTo>
                  <a:pt x="304800" y="314325"/>
                </a:lnTo>
                <a:lnTo>
                  <a:pt x="314325" y="314325"/>
                </a:lnTo>
                <a:lnTo>
                  <a:pt x="314325" y="304800"/>
                </a:lnTo>
                <a:lnTo>
                  <a:pt x="323850" y="304800"/>
                </a:lnTo>
                <a:lnTo>
                  <a:pt x="323850" y="295275"/>
                </a:lnTo>
                <a:lnTo>
                  <a:pt x="333375" y="295275"/>
                </a:lnTo>
                <a:lnTo>
                  <a:pt x="333375" y="285750"/>
                </a:lnTo>
                <a:lnTo>
                  <a:pt x="342900" y="285750"/>
                </a:lnTo>
                <a:lnTo>
                  <a:pt x="342900" y="276225"/>
                </a:lnTo>
                <a:lnTo>
                  <a:pt x="352425" y="276225"/>
                </a:lnTo>
                <a:lnTo>
                  <a:pt x="352425" y="266700"/>
                </a:lnTo>
                <a:lnTo>
                  <a:pt x="361950" y="266700"/>
                </a:lnTo>
                <a:lnTo>
                  <a:pt x="361950" y="257175"/>
                </a:lnTo>
                <a:lnTo>
                  <a:pt x="371475" y="257175"/>
                </a:lnTo>
                <a:lnTo>
                  <a:pt x="371475" y="247650"/>
                </a:lnTo>
                <a:lnTo>
                  <a:pt x="381000" y="247650"/>
                </a:lnTo>
                <a:lnTo>
                  <a:pt x="381000" y="257175"/>
                </a:lnTo>
                <a:lnTo>
                  <a:pt x="400050" y="257175"/>
                </a:lnTo>
                <a:lnTo>
                  <a:pt x="400050" y="238125"/>
                </a:lnTo>
                <a:lnTo>
                  <a:pt x="390525" y="238125"/>
                </a:lnTo>
                <a:lnTo>
                  <a:pt x="390525" y="228600"/>
                </a:lnTo>
                <a:lnTo>
                  <a:pt x="400050" y="228600"/>
                </a:lnTo>
                <a:lnTo>
                  <a:pt x="400050" y="219075"/>
                </a:lnTo>
                <a:lnTo>
                  <a:pt x="409575" y="219075"/>
                </a:lnTo>
                <a:lnTo>
                  <a:pt x="409575" y="209550"/>
                </a:lnTo>
                <a:lnTo>
                  <a:pt x="419100" y="209550"/>
                </a:lnTo>
                <a:close/>
                <a:moveTo>
                  <a:pt x="561975" y="209550"/>
                </a:moveTo>
                <a:lnTo>
                  <a:pt x="571500" y="209550"/>
                </a:lnTo>
                <a:lnTo>
                  <a:pt x="571500" y="219075"/>
                </a:lnTo>
                <a:lnTo>
                  <a:pt x="561975" y="219075"/>
                </a:lnTo>
                <a:close/>
                <a:moveTo>
                  <a:pt x="38100" y="219075"/>
                </a:moveTo>
                <a:lnTo>
                  <a:pt x="47625" y="219075"/>
                </a:lnTo>
                <a:lnTo>
                  <a:pt x="47625" y="247650"/>
                </a:lnTo>
                <a:lnTo>
                  <a:pt x="28575" y="247650"/>
                </a:lnTo>
                <a:lnTo>
                  <a:pt x="28575" y="238125"/>
                </a:lnTo>
                <a:lnTo>
                  <a:pt x="38100" y="238125"/>
                </a:lnTo>
                <a:close/>
                <a:moveTo>
                  <a:pt x="571500" y="238125"/>
                </a:moveTo>
                <a:lnTo>
                  <a:pt x="590550" y="238125"/>
                </a:lnTo>
                <a:lnTo>
                  <a:pt x="590550" y="266700"/>
                </a:lnTo>
                <a:lnTo>
                  <a:pt x="581025" y="266700"/>
                </a:lnTo>
                <a:lnTo>
                  <a:pt x="581025" y="257175"/>
                </a:lnTo>
                <a:lnTo>
                  <a:pt x="571500" y="257175"/>
                </a:lnTo>
                <a:close/>
                <a:moveTo>
                  <a:pt x="19050" y="276225"/>
                </a:moveTo>
                <a:lnTo>
                  <a:pt x="38100" y="276225"/>
                </a:lnTo>
                <a:lnTo>
                  <a:pt x="38100" y="342900"/>
                </a:lnTo>
                <a:lnTo>
                  <a:pt x="19050" y="342900"/>
                </a:lnTo>
                <a:close/>
                <a:moveTo>
                  <a:pt x="171450" y="295275"/>
                </a:moveTo>
                <a:lnTo>
                  <a:pt x="200025" y="295275"/>
                </a:lnTo>
                <a:lnTo>
                  <a:pt x="200025" y="304800"/>
                </a:lnTo>
                <a:lnTo>
                  <a:pt x="209550" y="304800"/>
                </a:lnTo>
                <a:lnTo>
                  <a:pt x="209550" y="314325"/>
                </a:lnTo>
                <a:lnTo>
                  <a:pt x="219075" y="314325"/>
                </a:lnTo>
                <a:lnTo>
                  <a:pt x="219075" y="323850"/>
                </a:lnTo>
                <a:lnTo>
                  <a:pt x="228600" y="323850"/>
                </a:lnTo>
                <a:lnTo>
                  <a:pt x="228600" y="333375"/>
                </a:lnTo>
                <a:lnTo>
                  <a:pt x="238125" y="333375"/>
                </a:lnTo>
                <a:lnTo>
                  <a:pt x="238125" y="342900"/>
                </a:lnTo>
                <a:lnTo>
                  <a:pt x="247650" y="342900"/>
                </a:lnTo>
                <a:lnTo>
                  <a:pt x="247650" y="352425"/>
                </a:lnTo>
                <a:lnTo>
                  <a:pt x="257175" y="352425"/>
                </a:lnTo>
                <a:lnTo>
                  <a:pt x="257175" y="361950"/>
                </a:lnTo>
                <a:lnTo>
                  <a:pt x="247650" y="361950"/>
                </a:lnTo>
                <a:lnTo>
                  <a:pt x="247650" y="371475"/>
                </a:lnTo>
                <a:lnTo>
                  <a:pt x="228600" y="371475"/>
                </a:lnTo>
                <a:lnTo>
                  <a:pt x="228600" y="390525"/>
                </a:lnTo>
                <a:lnTo>
                  <a:pt x="219075" y="390525"/>
                </a:lnTo>
                <a:lnTo>
                  <a:pt x="219075" y="381000"/>
                </a:lnTo>
                <a:lnTo>
                  <a:pt x="209550" y="381000"/>
                </a:lnTo>
                <a:lnTo>
                  <a:pt x="209550" y="371475"/>
                </a:lnTo>
                <a:lnTo>
                  <a:pt x="200025" y="371475"/>
                </a:lnTo>
                <a:lnTo>
                  <a:pt x="200025" y="361950"/>
                </a:lnTo>
                <a:lnTo>
                  <a:pt x="190500" y="361950"/>
                </a:lnTo>
                <a:lnTo>
                  <a:pt x="190500" y="352425"/>
                </a:lnTo>
                <a:lnTo>
                  <a:pt x="180975" y="352425"/>
                </a:lnTo>
                <a:lnTo>
                  <a:pt x="180975" y="342900"/>
                </a:lnTo>
                <a:lnTo>
                  <a:pt x="171450" y="342900"/>
                </a:lnTo>
                <a:lnTo>
                  <a:pt x="171450" y="333375"/>
                </a:lnTo>
                <a:lnTo>
                  <a:pt x="161925" y="333375"/>
                </a:lnTo>
                <a:lnTo>
                  <a:pt x="161925" y="304800"/>
                </a:lnTo>
                <a:lnTo>
                  <a:pt x="171450" y="304800"/>
                </a:lnTo>
                <a:close/>
                <a:moveTo>
                  <a:pt x="171450" y="314325"/>
                </a:moveTo>
                <a:lnTo>
                  <a:pt x="180975" y="314325"/>
                </a:lnTo>
                <a:lnTo>
                  <a:pt x="180975" y="304800"/>
                </a:lnTo>
                <a:lnTo>
                  <a:pt x="171450" y="304800"/>
                </a:lnTo>
                <a:close/>
                <a:moveTo>
                  <a:pt x="266700" y="352425"/>
                </a:moveTo>
                <a:lnTo>
                  <a:pt x="276225" y="352425"/>
                </a:lnTo>
                <a:lnTo>
                  <a:pt x="276225" y="361950"/>
                </a:lnTo>
                <a:lnTo>
                  <a:pt x="266700" y="361950"/>
                </a:lnTo>
                <a:close/>
                <a:moveTo>
                  <a:pt x="323850" y="352425"/>
                </a:moveTo>
                <a:lnTo>
                  <a:pt x="333375" y="352425"/>
                </a:lnTo>
                <a:lnTo>
                  <a:pt x="333375" y="361950"/>
                </a:lnTo>
                <a:lnTo>
                  <a:pt x="323850" y="361950"/>
                </a:lnTo>
                <a:close/>
                <a:moveTo>
                  <a:pt x="571500" y="352425"/>
                </a:moveTo>
                <a:lnTo>
                  <a:pt x="581025" y="352425"/>
                </a:lnTo>
                <a:lnTo>
                  <a:pt x="581025" y="371475"/>
                </a:lnTo>
                <a:lnTo>
                  <a:pt x="571500" y="371475"/>
                </a:lnTo>
                <a:close/>
                <a:moveTo>
                  <a:pt x="38100" y="371475"/>
                </a:moveTo>
                <a:lnTo>
                  <a:pt x="47625" y="371475"/>
                </a:lnTo>
                <a:lnTo>
                  <a:pt x="47625" y="400050"/>
                </a:lnTo>
                <a:lnTo>
                  <a:pt x="57150" y="400050"/>
                </a:lnTo>
                <a:lnTo>
                  <a:pt x="57150" y="419100"/>
                </a:lnTo>
                <a:lnTo>
                  <a:pt x="47625" y="419100"/>
                </a:lnTo>
                <a:lnTo>
                  <a:pt x="47625" y="409575"/>
                </a:lnTo>
                <a:lnTo>
                  <a:pt x="38100" y="409575"/>
                </a:lnTo>
                <a:close/>
                <a:moveTo>
                  <a:pt x="228600" y="390525"/>
                </a:moveTo>
                <a:lnTo>
                  <a:pt x="238125" y="390525"/>
                </a:lnTo>
                <a:lnTo>
                  <a:pt x="238125" y="400050"/>
                </a:lnTo>
                <a:lnTo>
                  <a:pt x="228600" y="400050"/>
                </a:lnTo>
                <a:close/>
                <a:moveTo>
                  <a:pt x="561975" y="390525"/>
                </a:moveTo>
                <a:lnTo>
                  <a:pt x="571500" y="390525"/>
                </a:lnTo>
                <a:lnTo>
                  <a:pt x="571500" y="400050"/>
                </a:lnTo>
                <a:lnTo>
                  <a:pt x="561975" y="400050"/>
                </a:lnTo>
                <a:close/>
                <a:moveTo>
                  <a:pt x="238125" y="400050"/>
                </a:moveTo>
                <a:lnTo>
                  <a:pt x="247650" y="400050"/>
                </a:lnTo>
                <a:lnTo>
                  <a:pt x="247650" y="409575"/>
                </a:lnTo>
                <a:lnTo>
                  <a:pt x="238125" y="409575"/>
                </a:lnTo>
                <a:close/>
                <a:moveTo>
                  <a:pt x="257175" y="409575"/>
                </a:moveTo>
                <a:lnTo>
                  <a:pt x="276225" y="409575"/>
                </a:lnTo>
                <a:lnTo>
                  <a:pt x="276225" y="419100"/>
                </a:lnTo>
                <a:lnTo>
                  <a:pt x="257175" y="419100"/>
                </a:lnTo>
                <a:close/>
                <a:moveTo>
                  <a:pt x="561975" y="409575"/>
                </a:moveTo>
                <a:lnTo>
                  <a:pt x="571500" y="409575"/>
                </a:lnTo>
                <a:lnTo>
                  <a:pt x="571500" y="419100"/>
                </a:lnTo>
                <a:lnTo>
                  <a:pt x="561975" y="419100"/>
                </a:lnTo>
                <a:close/>
                <a:moveTo>
                  <a:pt x="552450" y="419100"/>
                </a:moveTo>
                <a:lnTo>
                  <a:pt x="561975" y="419100"/>
                </a:lnTo>
                <a:lnTo>
                  <a:pt x="561975" y="428625"/>
                </a:lnTo>
                <a:lnTo>
                  <a:pt x="552450" y="428625"/>
                </a:lnTo>
                <a:close/>
                <a:moveTo>
                  <a:pt x="57150" y="428625"/>
                </a:moveTo>
                <a:lnTo>
                  <a:pt x="66675" y="428625"/>
                </a:lnTo>
                <a:lnTo>
                  <a:pt x="66675" y="438150"/>
                </a:lnTo>
                <a:lnTo>
                  <a:pt x="57150" y="438150"/>
                </a:lnTo>
                <a:close/>
                <a:moveTo>
                  <a:pt x="66675" y="438150"/>
                </a:moveTo>
                <a:lnTo>
                  <a:pt x="76200" y="438150"/>
                </a:lnTo>
                <a:lnTo>
                  <a:pt x="76200" y="447675"/>
                </a:lnTo>
                <a:lnTo>
                  <a:pt x="66675" y="447675"/>
                </a:lnTo>
                <a:close/>
                <a:moveTo>
                  <a:pt x="542925" y="438150"/>
                </a:moveTo>
                <a:lnTo>
                  <a:pt x="552450" y="438150"/>
                </a:lnTo>
                <a:lnTo>
                  <a:pt x="552450" y="447675"/>
                </a:lnTo>
                <a:lnTo>
                  <a:pt x="542925" y="447675"/>
                </a:lnTo>
                <a:close/>
                <a:moveTo>
                  <a:pt x="533400" y="457200"/>
                </a:moveTo>
                <a:lnTo>
                  <a:pt x="542925" y="457200"/>
                </a:lnTo>
                <a:lnTo>
                  <a:pt x="542925" y="476250"/>
                </a:lnTo>
                <a:lnTo>
                  <a:pt x="533400" y="476250"/>
                </a:lnTo>
                <a:lnTo>
                  <a:pt x="533400" y="485775"/>
                </a:lnTo>
                <a:lnTo>
                  <a:pt x="514350" y="485775"/>
                </a:lnTo>
                <a:lnTo>
                  <a:pt x="514350" y="476250"/>
                </a:lnTo>
                <a:lnTo>
                  <a:pt x="523875" y="476250"/>
                </a:lnTo>
                <a:lnTo>
                  <a:pt x="523875" y="466725"/>
                </a:lnTo>
                <a:lnTo>
                  <a:pt x="533400" y="466725"/>
                </a:lnTo>
                <a:close/>
                <a:moveTo>
                  <a:pt x="85725" y="466725"/>
                </a:moveTo>
                <a:lnTo>
                  <a:pt x="95250" y="466725"/>
                </a:lnTo>
                <a:lnTo>
                  <a:pt x="95250" y="476250"/>
                </a:lnTo>
                <a:lnTo>
                  <a:pt x="85725" y="476250"/>
                </a:lnTo>
                <a:close/>
                <a:moveTo>
                  <a:pt x="504825" y="485775"/>
                </a:moveTo>
                <a:lnTo>
                  <a:pt x="514350" y="485775"/>
                </a:lnTo>
                <a:lnTo>
                  <a:pt x="514350" y="495300"/>
                </a:lnTo>
                <a:lnTo>
                  <a:pt x="504825" y="495300"/>
                </a:lnTo>
                <a:close/>
                <a:moveTo>
                  <a:pt x="495300" y="495300"/>
                </a:moveTo>
                <a:lnTo>
                  <a:pt x="504825" y="495300"/>
                </a:lnTo>
                <a:lnTo>
                  <a:pt x="504825" y="523875"/>
                </a:lnTo>
                <a:lnTo>
                  <a:pt x="495300" y="523875"/>
                </a:lnTo>
                <a:lnTo>
                  <a:pt x="495300" y="533400"/>
                </a:lnTo>
                <a:lnTo>
                  <a:pt x="476250" y="533400"/>
                </a:lnTo>
                <a:lnTo>
                  <a:pt x="476250" y="542925"/>
                </a:lnTo>
                <a:lnTo>
                  <a:pt x="457200" y="542925"/>
                </a:lnTo>
                <a:lnTo>
                  <a:pt x="457200" y="533400"/>
                </a:lnTo>
                <a:lnTo>
                  <a:pt x="466725" y="533400"/>
                </a:lnTo>
                <a:lnTo>
                  <a:pt x="466725" y="523875"/>
                </a:lnTo>
                <a:lnTo>
                  <a:pt x="476250" y="523875"/>
                </a:lnTo>
                <a:lnTo>
                  <a:pt x="476250" y="514350"/>
                </a:lnTo>
                <a:lnTo>
                  <a:pt x="485775" y="514350"/>
                </a:lnTo>
                <a:lnTo>
                  <a:pt x="485775" y="504825"/>
                </a:lnTo>
                <a:lnTo>
                  <a:pt x="495300" y="504825"/>
                </a:lnTo>
                <a:close/>
                <a:moveTo>
                  <a:pt x="123825" y="523875"/>
                </a:moveTo>
                <a:lnTo>
                  <a:pt x="133350" y="523875"/>
                </a:lnTo>
                <a:lnTo>
                  <a:pt x="133350" y="533400"/>
                </a:lnTo>
                <a:lnTo>
                  <a:pt x="123825" y="533400"/>
                </a:lnTo>
                <a:close/>
                <a:moveTo>
                  <a:pt x="142875" y="523875"/>
                </a:moveTo>
                <a:lnTo>
                  <a:pt x="152400" y="523875"/>
                </a:lnTo>
                <a:lnTo>
                  <a:pt x="152400" y="533400"/>
                </a:lnTo>
                <a:lnTo>
                  <a:pt x="142875" y="533400"/>
                </a:lnTo>
                <a:close/>
                <a:moveTo>
                  <a:pt x="152400" y="533400"/>
                </a:moveTo>
                <a:lnTo>
                  <a:pt x="161925" y="533400"/>
                </a:lnTo>
                <a:lnTo>
                  <a:pt x="161925" y="542925"/>
                </a:lnTo>
                <a:lnTo>
                  <a:pt x="152400" y="542925"/>
                </a:lnTo>
                <a:close/>
                <a:moveTo>
                  <a:pt x="171450" y="542925"/>
                </a:moveTo>
                <a:lnTo>
                  <a:pt x="180975" y="542925"/>
                </a:lnTo>
                <a:lnTo>
                  <a:pt x="180975" y="552450"/>
                </a:lnTo>
                <a:lnTo>
                  <a:pt x="171450" y="552450"/>
                </a:lnTo>
                <a:close/>
                <a:moveTo>
                  <a:pt x="438150" y="542925"/>
                </a:moveTo>
                <a:lnTo>
                  <a:pt x="457200" y="542925"/>
                </a:lnTo>
                <a:lnTo>
                  <a:pt x="457200" y="561975"/>
                </a:lnTo>
                <a:lnTo>
                  <a:pt x="447675" y="561975"/>
                </a:lnTo>
                <a:lnTo>
                  <a:pt x="447675" y="552450"/>
                </a:lnTo>
                <a:lnTo>
                  <a:pt x="438150" y="552450"/>
                </a:lnTo>
                <a:close/>
                <a:moveTo>
                  <a:pt x="190500" y="552450"/>
                </a:moveTo>
                <a:lnTo>
                  <a:pt x="200025" y="552450"/>
                </a:lnTo>
                <a:lnTo>
                  <a:pt x="200025" y="561975"/>
                </a:lnTo>
                <a:lnTo>
                  <a:pt x="190500" y="561975"/>
                </a:lnTo>
                <a:close/>
                <a:moveTo>
                  <a:pt x="419100" y="552450"/>
                </a:moveTo>
                <a:lnTo>
                  <a:pt x="438150" y="552450"/>
                </a:lnTo>
                <a:lnTo>
                  <a:pt x="438150" y="561975"/>
                </a:lnTo>
                <a:lnTo>
                  <a:pt x="419100" y="561975"/>
                </a:lnTo>
                <a:close/>
                <a:moveTo>
                  <a:pt x="209550" y="561975"/>
                </a:moveTo>
                <a:lnTo>
                  <a:pt x="219075" y="561975"/>
                </a:lnTo>
                <a:lnTo>
                  <a:pt x="219075" y="571500"/>
                </a:lnTo>
                <a:lnTo>
                  <a:pt x="257175" y="571500"/>
                </a:lnTo>
                <a:lnTo>
                  <a:pt x="257175" y="581025"/>
                </a:lnTo>
                <a:lnTo>
                  <a:pt x="209550" y="581025"/>
                </a:lnTo>
                <a:close/>
                <a:moveTo>
                  <a:pt x="390525" y="561975"/>
                </a:moveTo>
                <a:lnTo>
                  <a:pt x="400050" y="561975"/>
                </a:lnTo>
                <a:lnTo>
                  <a:pt x="400050" y="571500"/>
                </a:lnTo>
                <a:lnTo>
                  <a:pt x="390525" y="571500"/>
                </a:lnTo>
                <a:close/>
                <a:moveTo>
                  <a:pt x="409575" y="561975"/>
                </a:moveTo>
                <a:lnTo>
                  <a:pt x="419100" y="561975"/>
                </a:lnTo>
                <a:lnTo>
                  <a:pt x="419100" y="571500"/>
                </a:lnTo>
                <a:lnTo>
                  <a:pt x="409575" y="571500"/>
                </a:lnTo>
                <a:close/>
                <a:moveTo>
                  <a:pt x="361950" y="571500"/>
                </a:moveTo>
                <a:lnTo>
                  <a:pt x="390525" y="571500"/>
                </a:lnTo>
                <a:lnTo>
                  <a:pt x="390525" y="581025"/>
                </a:lnTo>
                <a:lnTo>
                  <a:pt x="361950" y="581025"/>
                </a:lnTo>
                <a:close/>
              </a:path>
            </a:pathLst>
          </a:custGeom>
          <a:solidFill xmlns:a="http://schemas.openxmlformats.org/drawingml/2006/main">
            <a:srgbClr val="EDEFE1"/>
          </a:solidFill>
          <a:ln xmlns:a="http://schemas.openxmlformats.org/drawingml/2006/main" w="0">
            <a:noFill/>
          </a:ln>
        </p:spPr>
      </p:sp>
      <p:sp>
        <p:nvSpPr>
          <p:cNvPr id="40" name="check vector #f2ede1">
            <a:extLst xmlns:a="http://schemas.openxmlformats.org/drawingml/2006/main">
              <a:ext uri="{FF2B5EF4-FFF2-40B4-BE49-F238E27FC236}">
                <a16:creationId xmlns:a16="http://schemas.microsoft.com/office/drawing/2014/main" id="{B197B2CB-FF0E-495E-A9F8-C648911E01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71525" y="1819275"/>
            <a:ext cx="742950" cy="723900"/>
          </a:xfrm>
          <a:custGeom xmlns:a="http://schemas.openxmlformats.org/drawingml/2006/main">
            <a:pathLst>
              <a:path w="628650" h="609600">
                <a:moveTo>
                  <a:pt x="161925" y="0"/>
                </a:moveTo>
                <a:lnTo>
                  <a:pt x="228600" y="0"/>
                </a:lnTo>
                <a:lnTo>
                  <a:pt x="228600" y="9525"/>
                </a:lnTo>
                <a:lnTo>
                  <a:pt x="238125" y="9525"/>
                </a:lnTo>
                <a:lnTo>
                  <a:pt x="238125" y="19050"/>
                </a:lnTo>
                <a:lnTo>
                  <a:pt x="219075" y="19050"/>
                </a:lnTo>
                <a:lnTo>
                  <a:pt x="219075" y="28575"/>
                </a:lnTo>
                <a:lnTo>
                  <a:pt x="180975" y="28575"/>
                </a:lnTo>
                <a:lnTo>
                  <a:pt x="180975" y="38100"/>
                </a:lnTo>
                <a:lnTo>
                  <a:pt x="171450" y="38100"/>
                </a:lnTo>
                <a:lnTo>
                  <a:pt x="171450" y="28575"/>
                </a:lnTo>
                <a:lnTo>
                  <a:pt x="152400" y="28575"/>
                </a:lnTo>
                <a:lnTo>
                  <a:pt x="152400" y="9525"/>
                </a:lnTo>
                <a:lnTo>
                  <a:pt x="161925" y="9525"/>
                </a:lnTo>
                <a:close/>
                <a:moveTo>
                  <a:pt x="409575" y="0"/>
                </a:moveTo>
                <a:lnTo>
                  <a:pt x="447675" y="0"/>
                </a:lnTo>
                <a:lnTo>
                  <a:pt x="447675" y="38100"/>
                </a:lnTo>
                <a:lnTo>
                  <a:pt x="438150" y="38100"/>
                </a:lnTo>
                <a:lnTo>
                  <a:pt x="438150" y="28575"/>
                </a:lnTo>
                <a:lnTo>
                  <a:pt x="428625" y="28575"/>
                </a:lnTo>
                <a:lnTo>
                  <a:pt x="428625" y="19050"/>
                </a:lnTo>
                <a:lnTo>
                  <a:pt x="409575" y="19050"/>
                </a:lnTo>
                <a:close/>
                <a:moveTo>
                  <a:pt x="485775" y="0"/>
                </a:moveTo>
                <a:lnTo>
                  <a:pt x="495300" y="0"/>
                </a:lnTo>
                <a:lnTo>
                  <a:pt x="495300" y="28575"/>
                </a:lnTo>
                <a:lnTo>
                  <a:pt x="485775" y="28575"/>
                </a:lnTo>
                <a:close/>
                <a:moveTo>
                  <a:pt x="523875" y="0"/>
                </a:moveTo>
                <a:lnTo>
                  <a:pt x="581025" y="0"/>
                </a:lnTo>
                <a:lnTo>
                  <a:pt x="581025" y="9525"/>
                </a:lnTo>
                <a:lnTo>
                  <a:pt x="571500" y="9525"/>
                </a:lnTo>
                <a:lnTo>
                  <a:pt x="571500" y="38100"/>
                </a:lnTo>
                <a:lnTo>
                  <a:pt x="561975" y="38100"/>
                </a:lnTo>
                <a:lnTo>
                  <a:pt x="561975" y="28575"/>
                </a:lnTo>
                <a:lnTo>
                  <a:pt x="514350" y="28575"/>
                </a:lnTo>
                <a:lnTo>
                  <a:pt x="514350" y="9525"/>
                </a:lnTo>
                <a:lnTo>
                  <a:pt x="523875" y="9525"/>
                </a:lnTo>
                <a:close/>
                <a:moveTo>
                  <a:pt x="142875" y="28575"/>
                </a:moveTo>
                <a:lnTo>
                  <a:pt x="152400" y="28575"/>
                </a:lnTo>
                <a:lnTo>
                  <a:pt x="152400" y="38100"/>
                </a:lnTo>
                <a:lnTo>
                  <a:pt x="142875" y="38100"/>
                </a:lnTo>
                <a:close/>
                <a:moveTo>
                  <a:pt x="514350" y="47625"/>
                </a:moveTo>
                <a:lnTo>
                  <a:pt x="600075" y="47625"/>
                </a:lnTo>
                <a:lnTo>
                  <a:pt x="600075" y="57150"/>
                </a:lnTo>
                <a:lnTo>
                  <a:pt x="571500" y="57150"/>
                </a:lnTo>
                <a:lnTo>
                  <a:pt x="571500" y="66675"/>
                </a:lnTo>
                <a:lnTo>
                  <a:pt x="561975" y="66675"/>
                </a:lnTo>
                <a:lnTo>
                  <a:pt x="561975" y="85725"/>
                </a:lnTo>
                <a:lnTo>
                  <a:pt x="542925" y="85725"/>
                </a:lnTo>
                <a:lnTo>
                  <a:pt x="542925" y="95250"/>
                </a:lnTo>
                <a:lnTo>
                  <a:pt x="571500" y="95250"/>
                </a:lnTo>
                <a:lnTo>
                  <a:pt x="571500" y="104775"/>
                </a:lnTo>
                <a:lnTo>
                  <a:pt x="581025" y="104775"/>
                </a:lnTo>
                <a:lnTo>
                  <a:pt x="581025" y="123825"/>
                </a:lnTo>
                <a:lnTo>
                  <a:pt x="552450" y="123825"/>
                </a:lnTo>
                <a:lnTo>
                  <a:pt x="552450" y="104775"/>
                </a:lnTo>
                <a:lnTo>
                  <a:pt x="533400" y="104775"/>
                </a:lnTo>
                <a:lnTo>
                  <a:pt x="533400" y="95250"/>
                </a:lnTo>
                <a:lnTo>
                  <a:pt x="523875" y="95250"/>
                </a:lnTo>
                <a:lnTo>
                  <a:pt x="523875" y="85725"/>
                </a:lnTo>
                <a:lnTo>
                  <a:pt x="504825" y="85725"/>
                </a:lnTo>
                <a:lnTo>
                  <a:pt x="504825" y="76200"/>
                </a:lnTo>
                <a:lnTo>
                  <a:pt x="514350" y="76200"/>
                </a:lnTo>
                <a:close/>
                <a:moveTo>
                  <a:pt x="523875" y="66675"/>
                </a:moveTo>
                <a:lnTo>
                  <a:pt x="533400" y="66675"/>
                </a:lnTo>
                <a:lnTo>
                  <a:pt x="533400" y="57150"/>
                </a:lnTo>
                <a:lnTo>
                  <a:pt x="523875" y="57150"/>
                </a:lnTo>
                <a:close/>
                <a:moveTo>
                  <a:pt x="619125" y="76200"/>
                </a:moveTo>
                <a:lnTo>
                  <a:pt x="628650" y="76200"/>
                </a:lnTo>
                <a:lnTo>
                  <a:pt x="628650" y="95250"/>
                </a:lnTo>
                <a:lnTo>
                  <a:pt x="619125" y="95250"/>
                </a:lnTo>
                <a:close/>
                <a:moveTo>
                  <a:pt x="66675" y="85725"/>
                </a:moveTo>
                <a:lnTo>
                  <a:pt x="76200" y="85725"/>
                </a:lnTo>
                <a:lnTo>
                  <a:pt x="76200" y="95250"/>
                </a:lnTo>
                <a:lnTo>
                  <a:pt x="66675" y="95250"/>
                </a:lnTo>
                <a:close/>
                <a:moveTo>
                  <a:pt x="66675" y="104775"/>
                </a:moveTo>
                <a:lnTo>
                  <a:pt x="85725" y="104775"/>
                </a:lnTo>
                <a:lnTo>
                  <a:pt x="85725" y="114300"/>
                </a:lnTo>
                <a:lnTo>
                  <a:pt x="66675" y="114300"/>
                </a:lnTo>
                <a:close/>
                <a:moveTo>
                  <a:pt x="619125" y="381000"/>
                </a:moveTo>
                <a:lnTo>
                  <a:pt x="628650" y="381000"/>
                </a:lnTo>
                <a:lnTo>
                  <a:pt x="628650" y="400050"/>
                </a:lnTo>
                <a:lnTo>
                  <a:pt x="609600" y="400050"/>
                </a:lnTo>
                <a:lnTo>
                  <a:pt x="609600" y="390525"/>
                </a:lnTo>
                <a:lnTo>
                  <a:pt x="619125" y="390525"/>
                </a:lnTo>
                <a:close/>
                <a:moveTo>
                  <a:pt x="571500" y="447675"/>
                </a:moveTo>
                <a:lnTo>
                  <a:pt x="628650" y="447675"/>
                </a:lnTo>
                <a:lnTo>
                  <a:pt x="628650" y="457200"/>
                </a:lnTo>
                <a:lnTo>
                  <a:pt x="600075" y="457200"/>
                </a:lnTo>
                <a:lnTo>
                  <a:pt x="600075" y="466725"/>
                </a:lnTo>
                <a:lnTo>
                  <a:pt x="590550" y="466725"/>
                </a:lnTo>
                <a:lnTo>
                  <a:pt x="590550" y="476250"/>
                </a:lnTo>
                <a:lnTo>
                  <a:pt x="581025" y="476250"/>
                </a:lnTo>
                <a:lnTo>
                  <a:pt x="581025" y="466725"/>
                </a:lnTo>
                <a:lnTo>
                  <a:pt x="571500" y="466725"/>
                </a:lnTo>
                <a:close/>
                <a:moveTo>
                  <a:pt x="609600" y="466725"/>
                </a:moveTo>
                <a:lnTo>
                  <a:pt x="628650" y="466725"/>
                </a:lnTo>
                <a:lnTo>
                  <a:pt x="628650" y="609600"/>
                </a:lnTo>
                <a:lnTo>
                  <a:pt x="476250" y="609600"/>
                </a:lnTo>
                <a:lnTo>
                  <a:pt x="476250" y="600075"/>
                </a:lnTo>
                <a:lnTo>
                  <a:pt x="485775" y="600075"/>
                </a:lnTo>
                <a:lnTo>
                  <a:pt x="485775" y="581025"/>
                </a:lnTo>
                <a:lnTo>
                  <a:pt x="504825" y="581025"/>
                </a:lnTo>
                <a:lnTo>
                  <a:pt x="504825" y="533400"/>
                </a:lnTo>
                <a:lnTo>
                  <a:pt x="523875" y="533400"/>
                </a:lnTo>
                <a:lnTo>
                  <a:pt x="523875" y="523875"/>
                </a:lnTo>
                <a:lnTo>
                  <a:pt x="542925" y="523875"/>
                </a:lnTo>
                <a:lnTo>
                  <a:pt x="542925" y="504825"/>
                </a:lnTo>
                <a:lnTo>
                  <a:pt x="571500" y="504825"/>
                </a:lnTo>
                <a:lnTo>
                  <a:pt x="571500" y="495300"/>
                </a:lnTo>
                <a:lnTo>
                  <a:pt x="581025" y="495300"/>
                </a:lnTo>
                <a:lnTo>
                  <a:pt x="581025" y="485775"/>
                </a:lnTo>
                <a:lnTo>
                  <a:pt x="600075" y="485775"/>
                </a:lnTo>
                <a:lnTo>
                  <a:pt x="600075" y="476250"/>
                </a:lnTo>
                <a:lnTo>
                  <a:pt x="609600" y="476250"/>
                </a:lnTo>
                <a:close/>
                <a:moveTo>
                  <a:pt x="171450" y="561975"/>
                </a:moveTo>
                <a:lnTo>
                  <a:pt x="180975" y="561975"/>
                </a:lnTo>
                <a:lnTo>
                  <a:pt x="180975" y="571500"/>
                </a:lnTo>
                <a:lnTo>
                  <a:pt x="190500" y="571500"/>
                </a:lnTo>
                <a:lnTo>
                  <a:pt x="190500" y="600075"/>
                </a:lnTo>
                <a:lnTo>
                  <a:pt x="200025" y="600075"/>
                </a:lnTo>
                <a:lnTo>
                  <a:pt x="200025" y="609600"/>
                </a:lnTo>
                <a:lnTo>
                  <a:pt x="152400" y="609600"/>
                </a:lnTo>
                <a:lnTo>
                  <a:pt x="152400" y="600075"/>
                </a:lnTo>
                <a:lnTo>
                  <a:pt x="161925" y="600075"/>
                </a:lnTo>
                <a:lnTo>
                  <a:pt x="161925" y="590550"/>
                </a:lnTo>
                <a:lnTo>
                  <a:pt x="171450" y="590550"/>
                </a:lnTo>
                <a:close/>
                <a:moveTo>
                  <a:pt x="438150" y="581025"/>
                </a:moveTo>
                <a:lnTo>
                  <a:pt x="457200" y="581025"/>
                </a:lnTo>
                <a:lnTo>
                  <a:pt x="457200" y="590550"/>
                </a:lnTo>
                <a:lnTo>
                  <a:pt x="466725" y="590550"/>
                </a:lnTo>
                <a:lnTo>
                  <a:pt x="466725" y="609600"/>
                </a:lnTo>
                <a:lnTo>
                  <a:pt x="447675" y="609600"/>
                </a:lnTo>
                <a:lnTo>
                  <a:pt x="447675" y="600075"/>
                </a:lnTo>
                <a:lnTo>
                  <a:pt x="438150" y="600075"/>
                </a:lnTo>
                <a:close/>
              </a:path>
            </a:pathLst>
          </a:custGeom>
          <a:solidFill xmlns:a="http://schemas.openxmlformats.org/drawingml/2006/main">
            <a:srgbClr val="F2EDE1"/>
          </a:solidFill>
          <a:ln xmlns:a="http://schemas.openxmlformats.org/drawingml/2006/main" w="0">
            <a:noFill/>
          </a:ln>
        </p:spPr>
      </p:sp>
      <p:sp>
        <p:nvSpPr>
          <p:cNvPr id="41" name="check vector #f0ede0">
            <a:extLst xmlns:a="http://schemas.openxmlformats.org/drawingml/2006/main">
              <a:ext uri="{FF2B5EF4-FFF2-40B4-BE49-F238E27FC236}">
                <a16:creationId xmlns:a16="http://schemas.microsoft.com/office/drawing/2014/main" id="{35C9C7E0-BE54-40A4-8480-2178052CC6B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71525" y="1819275"/>
            <a:ext cx="742950" cy="723900"/>
          </a:xfrm>
          <a:custGeom xmlns:a="http://schemas.openxmlformats.org/drawingml/2006/main">
            <a:pathLst>
              <a:path w="628650" h="609600">
                <a:moveTo>
                  <a:pt x="123825" y="0"/>
                </a:moveTo>
                <a:lnTo>
                  <a:pt x="152400" y="0"/>
                </a:lnTo>
                <a:lnTo>
                  <a:pt x="152400" y="28575"/>
                </a:lnTo>
                <a:lnTo>
                  <a:pt x="133350" y="28575"/>
                </a:lnTo>
                <a:lnTo>
                  <a:pt x="133350" y="9525"/>
                </a:lnTo>
                <a:lnTo>
                  <a:pt x="123825" y="9525"/>
                </a:lnTo>
                <a:close/>
                <a:moveTo>
                  <a:pt x="219075" y="19050"/>
                </a:moveTo>
                <a:lnTo>
                  <a:pt x="238125" y="19050"/>
                </a:lnTo>
                <a:lnTo>
                  <a:pt x="238125" y="28575"/>
                </a:lnTo>
                <a:lnTo>
                  <a:pt x="266700" y="28575"/>
                </a:lnTo>
                <a:lnTo>
                  <a:pt x="266700" y="38100"/>
                </a:lnTo>
                <a:lnTo>
                  <a:pt x="219075" y="38100"/>
                </a:lnTo>
                <a:close/>
                <a:moveTo>
                  <a:pt x="180975" y="28575"/>
                </a:moveTo>
                <a:lnTo>
                  <a:pt x="190500" y="28575"/>
                </a:lnTo>
                <a:lnTo>
                  <a:pt x="190500" y="38100"/>
                </a:lnTo>
                <a:lnTo>
                  <a:pt x="180975" y="38100"/>
                </a:lnTo>
                <a:close/>
                <a:moveTo>
                  <a:pt x="361950" y="28575"/>
                </a:moveTo>
                <a:lnTo>
                  <a:pt x="371475" y="28575"/>
                </a:lnTo>
                <a:lnTo>
                  <a:pt x="371475" y="38100"/>
                </a:lnTo>
                <a:lnTo>
                  <a:pt x="361950" y="38100"/>
                </a:lnTo>
                <a:close/>
                <a:moveTo>
                  <a:pt x="495300" y="85725"/>
                </a:moveTo>
                <a:lnTo>
                  <a:pt x="504825" y="85725"/>
                </a:lnTo>
                <a:lnTo>
                  <a:pt x="504825" y="95250"/>
                </a:lnTo>
                <a:lnTo>
                  <a:pt x="495300" y="95250"/>
                </a:lnTo>
                <a:close/>
                <a:moveTo>
                  <a:pt x="85725" y="104775"/>
                </a:moveTo>
                <a:lnTo>
                  <a:pt x="95250" y="104775"/>
                </a:lnTo>
                <a:lnTo>
                  <a:pt x="95250" y="114300"/>
                </a:lnTo>
                <a:lnTo>
                  <a:pt x="85725" y="114300"/>
                </a:lnTo>
                <a:close/>
                <a:moveTo>
                  <a:pt x="523875" y="104775"/>
                </a:moveTo>
                <a:lnTo>
                  <a:pt x="552450" y="104775"/>
                </a:lnTo>
                <a:lnTo>
                  <a:pt x="552450" y="123825"/>
                </a:lnTo>
                <a:lnTo>
                  <a:pt x="542925" y="123825"/>
                </a:lnTo>
                <a:lnTo>
                  <a:pt x="542925" y="133350"/>
                </a:lnTo>
                <a:lnTo>
                  <a:pt x="533400" y="133350"/>
                </a:lnTo>
                <a:lnTo>
                  <a:pt x="533400" y="123825"/>
                </a:lnTo>
                <a:lnTo>
                  <a:pt x="523875" y="123825"/>
                </a:lnTo>
                <a:close/>
                <a:moveTo>
                  <a:pt x="66675" y="114300"/>
                </a:moveTo>
                <a:lnTo>
                  <a:pt x="85725" y="114300"/>
                </a:lnTo>
                <a:lnTo>
                  <a:pt x="85725" y="133350"/>
                </a:lnTo>
                <a:lnTo>
                  <a:pt x="76200" y="133350"/>
                </a:lnTo>
                <a:lnTo>
                  <a:pt x="76200" y="152400"/>
                </a:lnTo>
                <a:lnTo>
                  <a:pt x="66675" y="152400"/>
                </a:lnTo>
                <a:lnTo>
                  <a:pt x="66675" y="161925"/>
                </a:lnTo>
                <a:lnTo>
                  <a:pt x="57150" y="161925"/>
                </a:lnTo>
                <a:lnTo>
                  <a:pt x="57150" y="190500"/>
                </a:lnTo>
                <a:lnTo>
                  <a:pt x="47625" y="190500"/>
                </a:lnTo>
                <a:lnTo>
                  <a:pt x="47625" y="152400"/>
                </a:lnTo>
                <a:lnTo>
                  <a:pt x="57150" y="152400"/>
                </a:lnTo>
                <a:lnTo>
                  <a:pt x="57150" y="133350"/>
                </a:lnTo>
                <a:lnTo>
                  <a:pt x="66675" y="133350"/>
                </a:lnTo>
                <a:close/>
                <a:moveTo>
                  <a:pt x="0" y="219075"/>
                </a:moveTo>
                <a:lnTo>
                  <a:pt x="9525" y="219075"/>
                </a:lnTo>
                <a:lnTo>
                  <a:pt x="9525" y="238125"/>
                </a:lnTo>
                <a:lnTo>
                  <a:pt x="0" y="238125"/>
                </a:lnTo>
                <a:close/>
                <a:moveTo>
                  <a:pt x="28575" y="247650"/>
                </a:moveTo>
                <a:lnTo>
                  <a:pt x="38100" y="247650"/>
                </a:lnTo>
                <a:lnTo>
                  <a:pt x="38100" y="266700"/>
                </a:lnTo>
                <a:lnTo>
                  <a:pt x="28575" y="266700"/>
                </a:lnTo>
                <a:close/>
                <a:moveTo>
                  <a:pt x="590550" y="247650"/>
                </a:moveTo>
                <a:lnTo>
                  <a:pt x="600075" y="247650"/>
                </a:lnTo>
                <a:lnTo>
                  <a:pt x="600075" y="257175"/>
                </a:lnTo>
                <a:lnTo>
                  <a:pt x="590550" y="257175"/>
                </a:lnTo>
                <a:close/>
                <a:moveTo>
                  <a:pt x="0" y="276225"/>
                </a:moveTo>
                <a:lnTo>
                  <a:pt x="19050" y="276225"/>
                </a:lnTo>
                <a:lnTo>
                  <a:pt x="19050" y="342900"/>
                </a:lnTo>
                <a:lnTo>
                  <a:pt x="0" y="342900"/>
                </a:lnTo>
                <a:lnTo>
                  <a:pt x="0" y="314325"/>
                </a:lnTo>
                <a:lnTo>
                  <a:pt x="9525" y="314325"/>
                </a:lnTo>
                <a:lnTo>
                  <a:pt x="9525" y="295275"/>
                </a:lnTo>
                <a:lnTo>
                  <a:pt x="0" y="295275"/>
                </a:lnTo>
                <a:close/>
                <a:moveTo>
                  <a:pt x="28575" y="342900"/>
                </a:moveTo>
                <a:lnTo>
                  <a:pt x="38100" y="342900"/>
                </a:lnTo>
                <a:lnTo>
                  <a:pt x="38100" y="371475"/>
                </a:lnTo>
                <a:lnTo>
                  <a:pt x="28575" y="371475"/>
                </a:lnTo>
                <a:close/>
                <a:moveTo>
                  <a:pt x="561975" y="400050"/>
                </a:moveTo>
                <a:lnTo>
                  <a:pt x="571500" y="400050"/>
                </a:lnTo>
                <a:lnTo>
                  <a:pt x="571500" y="409575"/>
                </a:lnTo>
                <a:lnTo>
                  <a:pt x="561975" y="409575"/>
                </a:lnTo>
                <a:close/>
                <a:moveTo>
                  <a:pt x="552450" y="428625"/>
                </a:moveTo>
                <a:lnTo>
                  <a:pt x="561975" y="428625"/>
                </a:lnTo>
                <a:lnTo>
                  <a:pt x="561975" y="438150"/>
                </a:lnTo>
                <a:lnTo>
                  <a:pt x="552450" y="438150"/>
                </a:lnTo>
                <a:close/>
                <a:moveTo>
                  <a:pt x="542925" y="447675"/>
                </a:moveTo>
                <a:lnTo>
                  <a:pt x="552450" y="447675"/>
                </a:lnTo>
                <a:lnTo>
                  <a:pt x="552450" y="476250"/>
                </a:lnTo>
                <a:lnTo>
                  <a:pt x="542925" y="476250"/>
                </a:lnTo>
                <a:close/>
                <a:moveTo>
                  <a:pt x="76200" y="457200"/>
                </a:moveTo>
                <a:lnTo>
                  <a:pt x="85725" y="457200"/>
                </a:lnTo>
                <a:lnTo>
                  <a:pt x="85725" y="466725"/>
                </a:lnTo>
                <a:lnTo>
                  <a:pt x="76200" y="466725"/>
                </a:lnTo>
                <a:close/>
                <a:moveTo>
                  <a:pt x="85725" y="476250"/>
                </a:moveTo>
                <a:lnTo>
                  <a:pt x="95250" y="476250"/>
                </a:lnTo>
                <a:lnTo>
                  <a:pt x="95250" y="485775"/>
                </a:lnTo>
                <a:lnTo>
                  <a:pt x="85725" y="485775"/>
                </a:lnTo>
                <a:close/>
                <a:moveTo>
                  <a:pt x="133350" y="523875"/>
                </a:moveTo>
                <a:lnTo>
                  <a:pt x="142875" y="523875"/>
                </a:lnTo>
                <a:lnTo>
                  <a:pt x="142875" y="533400"/>
                </a:lnTo>
                <a:lnTo>
                  <a:pt x="133350" y="533400"/>
                </a:lnTo>
                <a:close/>
                <a:moveTo>
                  <a:pt x="161925" y="542925"/>
                </a:moveTo>
                <a:lnTo>
                  <a:pt x="171450" y="542925"/>
                </a:lnTo>
                <a:lnTo>
                  <a:pt x="171450" y="552450"/>
                </a:lnTo>
                <a:lnTo>
                  <a:pt x="190500" y="552450"/>
                </a:lnTo>
                <a:lnTo>
                  <a:pt x="190500" y="561975"/>
                </a:lnTo>
                <a:lnTo>
                  <a:pt x="209550" y="561975"/>
                </a:lnTo>
                <a:lnTo>
                  <a:pt x="209550" y="571500"/>
                </a:lnTo>
                <a:lnTo>
                  <a:pt x="180975" y="571500"/>
                </a:lnTo>
                <a:lnTo>
                  <a:pt x="180975" y="561975"/>
                </a:lnTo>
                <a:lnTo>
                  <a:pt x="171450" y="561975"/>
                </a:lnTo>
                <a:lnTo>
                  <a:pt x="171450" y="571500"/>
                </a:lnTo>
                <a:lnTo>
                  <a:pt x="161925" y="571500"/>
                </a:lnTo>
                <a:close/>
                <a:moveTo>
                  <a:pt x="457200" y="542925"/>
                </a:moveTo>
                <a:lnTo>
                  <a:pt x="466725" y="542925"/>
                </a:lnTo>
                <a:lnTo>
                  <a:pt x="466725" y="552450"/>
                </a:lnTo>
                <a:lnTo>
                  <a:pt x="457200" y="552450"/>
                </a:lnTo>
                <a:close/>
                <a:moveTo>
                  <a:pt x="400050" y="561975"/>
                </a:moveTo>
                <a:lnTo>
                  <a:pt x="409575" y="561975"/>
                </a:lnTo>
                <a:lnTo>
                  <a:pt x="409575" y="571500"/>
                </a:lnTo>
                <a:lnTo>
                  <a:pt x="400050" y="571500"/>
                </a:lnTo>
                <a:close/>
              </a:path>
            </a:pathLst>
          </a:custGeom>
          <a:solidFill xmlns:a="http://schemas.openxmlformats.org/drawingml/2006/main">
            <a:srgbClr val="F0EDE0"/>
          </a:solidFill>
          <a:ln xmlns:a="http://schemas.openxmlformats.org/drawingml/2006/main" w="0">
            <a:noFill/>
          </a:ln>
        </p:spPr>
      </p:sp>
      <p:sp>
        <p:nvSpPr>
          <p:cNvPr id="42" name="check vector #c2cdbd">
            <a:extLst xmlns:a="http://schemas.openxmlformats.org/drawingml/2006/main">
              <a:ext uri="{FF2B5EF4-FFF2-40B4-BE49-F238E27FC236}">
                <a16:creationId xmlns:a16="http://schemas.microsoft.com/office/drawing/2014/main" id="{50A125B8-8B63-439C-AFBE-E8E32A93A27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71525" y="1819275"/>
            <a:ext cx="742950" cy="723900"/>
          </a:xfrm>
          <a:custGeom xmlns:a="http://schemas.openxmlformats.org/drawingml/2006/main">
            <a:pathLst>
              <a:path w="628650" h="609600">
                <a:moveTo>
                  <a:pt x="295275" y="28575"/>
                </a:moveTo>
                <a:lnTo>
                  <a:pt x="314325" y="28575"/>
                </a:lnTo>
                <a:lnTo>
                  <a:pt x="314325" y="38100"/>
                </a:lnTo>
                <a:lnTo>
                  <a:pt x="295275" y="38100"/>
                </a:lnTo>
                <a:close/>
                <a:moveTo>
                  <a:pt x="238125" y="38100"/>
                </a:moveTo>
                <a:lnTo>
                  <a:pt x="257175" y="38100"/>
                </a:lnTo>
                <a:lnTo>
                  <a:pt x="257175" y="47625"/>
                </a:lnTo>
                <a:lnTo>
                  <a:pt x="238125" y="47625"/>
                </a:lnTo>
                <a:close/>
                <a:moveTo>
                  <a:pt x="361950" y="38100"/>
                </a:moveTo>
                <a:lnTo>
                  <a:pt x="371475" y="38100"/>
                </a:lnTo>
                <a:lnTo>
                  <a:pt x="371475" y="47625"/>
                </a:lnTo>
                <a:lnTo>
                  <a:pt x="361950" y="47625"/>
                </a:lnTo>
                <a:close/>
                <a:moveTo>
                  <a:pt x="209550" y="47625"/>
                </a:moveTo>
                <a:lnTo>
                  <a:pt x="219075" y="47625"/>
                </a:lnTo>
                <a:lnTo>
                  <a:pt x="219075" y="57150"/>
                </a:lnTo>
                <a:lnTo>
                  <a:pt x="209550" y="57150"/>
                </a:lnTo>
                <a:close/>
                <a:moveTo>
                  <a:pt x="400050" y="47625"/>
                </a:moveTo>
                <a:lnTo>
                  <a:pt x="409575" y="47625"/>
                </a:lnTo>
                <a:lnTo>
                  <a:pt x="409575" y="57150"/>
                </a:lnTo>
                <a:lnTo>
                  <a:pt x="400050" y="57150"/>
                </a:lnTo>
                <a:close/>
                <a:moveTo>
                  <a:pt x="190500" y="57150"/>
                </a:moveTo>
                <a:lnTo>
                  <a:pt x="200025" y="57150"/>
                </a:lnTo>
                <a:lnTo>
                  <a:pt x="200025" y="66675"/>
                </a:lnTo>
                <a:lnTo>
                  <a:pt x="190500" y="66675"/>
                </a:lnTo>
                <a:close/>
                <a:moveTo>
                  <a:pt x="419100" y="57150"/>
                </a:moveTo>
                <a:lnTo>
                  <a:pt x="428625" y="57150"/>
                </a:lnTo>
                <a:lnTo>
                  <a:pt x="428625" y="66675"/>
                </a:lnTo>
                <a:lnTo>
                  <a:pt x="419100" y="66675"/>
                </a:lnTo>
                <a:close/>
                <a:moveTo>
                  <a:pt x="171450" y="66675"/>
                </a:moveTo>
                <a:lnTo>
                  <a:pt x="180975" y="66675"/>
                </a:lnTo>
                <a:lnTo>
                  <a:pt x="180975" y="76200"/>
                </a:lnTo>
                <a:lnTo>
                  <a:pt x="171450" y="76200"/>
                </a:lnTo>
                <a:close/>
                <a:moveTo>
                  <a:pt x="438150" y="66675"/>
                </a:moveTo>
                <a:lnTo>
                  <a:pt x="447675" y="66675"/>
                </a:lnTo>
                <a:lnTo>
                  <a:pt x="447675" y="76200"/>
                </a:lnTo>
                <a:lnTo>
                  <a:pt x="438150" y="76200"/>
                </a:lnTo>
                <a:close/>
                <a:moveTo>
                  <a:pt x="152400" y="76200"/>
                </a:moveTo>
                <a:lnTo>
                  <a:pt x="161925" y="76200"/>
                </a:lnTo>
                <a:lnTo>
                  <a:pt x="161925" y="85725"/>
                </a:lnTo>
                <a:lnTo>
                  <a:pt x="152400" y="85725"/>
                </a:lnTo>
                <a:close/>
                <a:moveTo>
                  <a:pt x="142875" y="85725"/>
                </a:moveTo>
                <a:lnTo>
                  <a:pt x="152400" y="85725"/>
                </a:lnTo>
                <a:lnTo>
                  <a:pt x="152400" y="95250"/>
                </a:lnTo>
                <a:lnTo>
                  <a:pt x="142875" y="95250"/>
                </a:lnTo>
                <a:close/>
                <a:moveTo>
                  <a:pt x="466725" y="85725"/>
                </a:moveTo>
                <a:lnTo>
                  <a:pt x="476250" y="85725"/>
                </a:lnTo>
                <a:lnTo>
                  <a:pt x="476250" y="95250"/>
                </a:lnTo>
                <a:lnTo>
                  <a:pt x="466725" y="95250"/>
                </a:lnTo>
                <a:close/>
                <a:moveTo>
                  <a:pt x="476250" y="95250"/>
                </a:moveTo>
                <a:lnTo>
                  <a:pt x="485775" y="95250"/>
                </a:lnTo>
                <a:lnTo>
                  <a:pt x="485775" y="104775"/>
                </a:lnTo>
                <a:lnTo>
                  <a:pt x="476250" y="104775"/>
                </a:lnTo>
                <a:close/>
                <a:moveTo>
                  <a:pt x="485775" y="104775"/>
                </a:moveTo>
                <a:lnTo>
                  <a:pt x="495300" y="104775"/>
                </a:lnTo>
                <a:lnTo>
                  <a:pt x="495300" y="114300"/>
                </a:lnTo>
                <a:lnTo>
                  <a:pt x="485775" y="114300"/>
                </a:lnTo>
                <a:close/>
                <a:moveTo>
                  <a:pt x="495300" y="114300"/>
                </a:moveTo>
                <a:lnTo>
                  <a:pt x="504825" y="114300"/>
                </a:lnTo>
                <a:lnTo>
                  <a:pt x="504825" y="123825"/>
                </a:lnTo>
                <a:lnTo>
                  <a:pt x="495300" y="123825"/>
                </a:lnTo>
                <a:close/>
                <a:moveTo>
                  <a:pt x="504825" y="123825"/>
                </a:moveTo>
                <a:lnTo>
                  <a:pt x="514350" y="123825"/>
                </a:lnTo>
                <a:lnTo>
                  <a:pt x="514350" y="133350"/>
                </a:lnTo>
                <a:lnTo>
                  <a:pt x="504825" y="133350"/>
                </a:lnTo>
                <a:close/>
                <a:moveTo>
                  <a:pt x="514350" y="133350"/>
                </a:moveTo>
                <a:lnTo>
                  <a:pt x="523875" y="133350"/>
                </a:lnTo>
                <a:lnTo>
                  <a:pt x="523875" y="142875"/>
                </a:lnTo>
                <a:lnTo>
                  <a:pt x="514350" y="142875"/>
                </a:lnTo>
                <a:close/>
                <a:moveTo>
                  <a:pt x="85725" y="142875"/>
                </a:moveTo>
                <a:lnTo>
                  <a:pt x="95250" y="142875"/>
                </a:lnTo>
                <a:lnTo>
                  <a:pt x="95250" y="152400"/>
                </a:lnTo>
                <a:lnTo>
                  <a:pt x="85725" y="152400"/>
                </a:lnTo>
                <a:close/>
                <a:moveTo>
                  <a:pt x="76200" y="152400"/>
                </a:moveTo>
                <a:lnTo>
                  <a:pt x="85725" y="152400"/>
                </a:lnTo>
                <a:lnTo>
                  <a:pt x="85725" y="161925"/>
                </a:lnTo>
                <a:lnTo>
                  <a:pt x="76200" y="161925"/>
                </a:lnTo>
                <a:close/>
                <a:moveTo>
                  <a:pt x="533400" y="161925"/>
                </a:moveTo>
                <a:lnTo>
                  <a:pt x="542925" y="161925"/>
                </a:lnTo>
                <a:lnTo>
                  <a:pt x="542925" y="171450"/>
                </a:lnTo>
                <a:lnTo>
                  <a:pt x="533400" y="171450"/>
                </a:lnTo>
                <a:close/>
                <a:moveTo>
                  <a:pt x="66675" y="171450"/>
                </a:moveTo>
                <a:lnTo>
                  <a:pt x="76200" y="171450"/>
                </a:lnTo>
                <a:lnTo>
                  <a:pt x="76200" y="180975"/>
                </a:lnTo>
                <a:lnTo>
                  <a:pt x="66675" y="180975"/>
                </a:lnTo>
                <a:close/>
                <a:moveTo>
                  <a:pt x="57150" y="190500"/>
                </a:moveTo>
                <a:lnTo>
                  <a:pt x="66675" y="190500"/>
                </a:lnTo>
                <a:lnTo>
                  <a:pt x="66675" y="200025"/>
                </a:lnTo>
                <a:lnTo>
                  <a:pt x="57150" y="200025"/>
                </a:lnTo>
                <a:close/>
                <a:moveTo>
                  <a:pt x="409575" y="200025"/>
                </a:moveTo>
                <a:lnTo>
                  <a:pt x="419100" y="200025"/>
                </a:lnTo>
                <a:lnTo>
                  <a:pt x="419100" y="209550"/>
                </a:lnTo>
                <a:lnTo>
                  <a:pt x="409575" y="209550"/>
                </a:lnTo>
                <a:close/>
                <a:moveTo>
                  <a:pt x="552450" y="200025"/>
                </a:moveTo>
                <a:lnTo>
                  <a:pt x="561975" y="200025"/>
                </a:lnTo>
                <a:lnTo>
                  <a:pt x="561975" y="209550"/>
                </a:lnTo>
                <a:lnTo>
                  <a:pt x="552450" y="209550"/>
                </a:lnTo>
                <a:close/>
                <a:moveTo>
                  <a:pt x="400050" y="209550"/>
                </a:moveTo>
                <a:lnTo>
                  <a:pt x="409575" y="209550"/>
                </a:lnTo>
                <a:lnTo>
                  <a:pt x="409575" y="219075"/>
                </a:lnTo>
                <a:lnTo>
                  <a:pt x="400050" y="219075"/>
                </a:lnTo>
                <a:close/>
                <a:moveTo>
                  <a:pt x="47625" y="219075"/>
                </a:moveTo>
                <a:lnTo>
                  <a:pt x="57150" y="219075"/>
                </a:lnTo>
                <a:lnTo>
                  <a:pt x="57150" y="228600"/>
                </a:lnTo>
                <a:lnTo>
                  <a:pt x="47625" y="228600"/>
                </a:lnTo>
                <a:close/>
                <a:moveTo>
                  <a:pt x="390525" y="219075"/>
                </a:moveTo>
                <a:lnTo>
                  <a:pt x="400050" y="219075"/>
                </a:lnTo>
                <a:lnTo>
                  <a:pt x="400050" y="228600"/>
                </a:lnTo>
                <a:lnTo>
                  <a:pt x="390525" y="228600"/>
                </a:lnTo>
                <a:close/>
                <a:moveTo>
                  <a:pt x="561975" y="219075"/>
                </a:moveTo>
                <a:lnTo>
                  <a:pt x="571500" y="219075"/>
                </a:lnTo>
                <a:lnTo>
                  <a:pt x="571500" y="238125"/>
                </a:lnTo>
                <a:lnTo>
                  <a:pt x="561975" y="238125"/>
                </a:lnTo>
                <a:close/>
                <a:moveTo>
                  <a:pt x="381000" y="228600"/>
                </a:moveTo>
                <a:lnTo>
                  <a:pt x="390525" y="228600"/>
                </a:lnTo>
                <a:lnTo>
                  <a:pt x="390525" y="238125"/>
                </a:lnTo>
                <a:lnTo>
                  <a:pt x="381000" y="238125"/>
                </a:lnTo>
                <a:close/>
                <a:moveTo>
                  <a:pt x="447675" y="228600"/>
                </a:moveTo>
                <a:lnTo>
                  <a:pt x="457200" y="228600"/>
                </a:lnTo>
                <a:lnTo>
                  <a:pt x="457200" y="238125"/>
                </a:lnTo>
                <a:lnTo>
                  <a:pt x="447675" y="238125"/>
                </a:lnTo>
                <a:close/>
                <a:moveTo>
                  <a:pt x="371475" y="238125"/>
                </a:moveTo>
                <a:lnTo>
                  <a:pt x="381000" y="238125"/>
                </a:lnTo>
                <a:lnTo>
                  <a:pt x="381000" y="247650"/>
                </a:lnTo>
                <a:lnTo>
                  <a:pt x="371475" y="247650"/>
                </a:lnTo>
                <a:close/>
                <a:moveTo>
                  <a:pt x="438150" y="238125"/>
                </a:moveTo>
                <a:lnTo>
                  <a:pt x="447675" y="238125"/>
                </a:lnTo>
                <a:lnTo>
                  <a:pt x="447675" y="247650"/>
                </a:lnTo>
                <a:lnTo>
                  <a:pt x="438150" y="247650"/>
                </a:lnTo>
                <a:close/>
                <a:moveTo>
                  <a:pt x="38100" y="247650"/>
                </a:moveTo>
                <a:lnTo>
                  <a:pt x="47625" y="247650"/>
                </a:lnTo>
                <a:lnTo>
                  <a:pt x="47625" y="266700"/>
                </a:lnTo>
                <a:lnTo>
                  <a:pt x="38100" y="266700"/>
                </a:lnTo>
                <a:close/>
                <a:moveTo>
                  <a:pt x="361950" y="247650"/>
                </a:moveTo>
                <a:lnTo>
                  <a:pt x="371475" y="247650"/>
                </a:lnTo>
                <a:lnTo>
                  <a:pt x="371475" y="257175"/>
                </a:lnTo>
                <a:lnTo>
                  <a:pt x="361950" y="257175"/>
                </a:lnTo>
                <a:close/>
                <a:moveTo>
                  <a:pt x="428625" y="247650"/>
                </a:moveTo>
                <a:lnTo>
                  <a:pt x="438150" y="247650"/>
                </a:lnTo>
                <a:lnTo>
                  <a:pt x="438150" y="257175"/>
                </a:lnTo>
                <a:lnTo>
                  <a:pt x="428625" y="257175"/>
                </a:lnTo>
                <a:close/>
                <a:moveTo>
                  <a:pt x="571500" y="257175"/>
                </a:moveTo>
                <a:lnTo>
                  <a:pt x="581025" y="257175"/>
                </a:lnTo>
                <a:lnTo>
                  <a:pt x="581025" y="352425"/>
                </a:lnTo>
                <a:lnTo>
                  <a:pt x="571500" y="352425"/>
                </a:lnTo>
                <a:close/>
                <a:moveTo>
                  <a:pt x="171450" y="285750"/>
                </a:moveTo>
                <a:lnTo>
                  <a:pt x="190500" y="285750"/>
                </a:lnTo>
                <a:lnTo>
                  <a:pt x="190500" y="295275"/>
                </a:lnTo>
                <a:lnTo>
                  <a:pt x="171450" y="295275"/>
                </a:lnTo>
                <a:close/>
                <a:moveTo>
                  <a:pt x="161925" y="295275"/>
                </a:moveTo>
                <a:lnTo>
                  <a:pt x="171450" y="295275"/>
                </a:lnTo>
                <a:lnTo>
                  <a:pt x="171450" y="304800"/>
                </a:lnTo>
                <a:lnTo>
                  <a:pt x="161925" y="304800"/>
                </a:lnTo>
                <a:close/>
                <a:moveTo>
                  <a:pt x="152400" y="304800"/>
                </a:moveTo>
                <a:lnTo>
                  <a:pt x="161925" y="304800"/>
                </a:lnTo>
                <a:lnTo>
                  <a:pt x="161925" y="323850"/>
                </a:lnTo>
                <a:lnTo>
                  <a:pt x="152400" y="323850"/>
                </a:lnTo>
                <a:close/>
                <a:moveTo>
                  <a:pt x="276225" y="342900"/>
                </a:moveTo>
                <a:lnTo>
                  <a:pt x="285750" y="342900"/>
                </a:lnTo>
                <a:lnTo>
                  <a:pt x="285750" y="352425"/>
                </a:lnTo>
                <a:lnTo>
                  <a:pt x="276225" y="352425"/>
                </a:lnTo>
                <a:close/>
                <a:moveTo>
                  <a:pt x="38100" y="352425"/>
                </a:moveTo>
                <a:lnTo>
                  <a:pt x="47625" y="352425"/>
                </a:lnTo>
                <a:lnTo>
                  <a:pt x="47625" y="371475"/>
                </a:lnTo>
                <a:lnTo>
                  <a:pt x="38100" y="371475"/>
                </a:lnTo>
                <a:close/>
                <a:moveTo>
                  <a:pt x="257175" y="352425"/>
                </a:moveTo>
                <a:lnTo>
                  <a:pt x="266700" y="352425"/>
                </a:lnTo>
                <a:lnTo>
                  <a:pt x="266700" y="361950"/>
                </a:lnTo>
                <a:lnTo>
                  <a:pt x="257175" y="361950"/>
                </a:lnTo>
                <a:close/>
                <a:moveTo>
                  <a:pt x="314325" y="371475"/>
                </a:moveTo>
                <a:lnTo>
                  <a:pt x="323850" y="371475"/>
                </a:lnTo>
                <a:lnTo>
                  <a:pt x="323850" y="381000"/>
                </a:lnTo>
                <a:lnTo>
                  <a:pt x="314325" y="381000"/>
                </a:lnTo>
                <a:close/>
                <a:moveTo>
                  <a:pt x="561975" y="371475"/>
                </a:moveTo>
                <a:lnTo>
                  <a:pt x="571500" y="371475"/>
                </a:lnTo>
                <a:lnTo>
                  <a:pt x="571500" y="390525"/>
                </a:lnTo>
                <a:lnTo>
                  <a:pt x="561975" y="390525"/>
                </a:lnTo>
                <a:close/>
                <a:moveTo>
                  <a:pt x="304800" y="381000"/>
                </a:moveTo>
                <a:lnTo>
                  <a:pt x="314325" y="381000"/>
                </a:lnTo>
                <a:lnTo>
                  <a:pt x="314325" y="390525"/>
                </a:lnTo>
                <a:lnTo>
                  <a:pt x="304800" y="390525"/>
                </a:lnTo>
                <a:close/>
                <a:moveTo>
                  <a:pt x="47625" y="390525"/>
                </a:moveTo>
                <a:lnTo>
                  <a:pt x="57150" y="390525"/>
                </a:lnTo>
                <a:lnTo>
                  <a:pt x="57150" y="400050"/>
                </a:lnTo>
                <a:lnTo>
                  <a:pt x="47625" y="400050"/>
                </a:lnTo>
                <a:close/>
                <a:moveTo>
                  <a:pt x="295275" y="390525"/>
                </a:moveTo>
                <a:lnTo>
                  <a:pt x="304800" y="390525"/>
                </a:lnTo>
                <a:lnTo>
                  <a:pt x="304800" y="400050"/>
                </a:lnTo>
                <a:lnTo>
                  <a:pt x="295275" y="400050"/>
                </a:lnTo>
                <a:close/>
                <a:moveTo>
                  <a:pt x="285750" y="400050"/>
                </a:moveTo>
                <a:lnTo>
                  <a:pt x="295275" y="400050"/>
                </a:lnTo>
                <a:lnTo>
                  <a:pt x="295275" y="409575"/>
                </a:lnTo>
                <a:lnTo>
                  <a:pt x="285750" y="409575"/>
                </a:lnTo>
                <a:close/>
                <a:moveTo>
                  <a:pt x="57150" y="409575"/>
                </a:moveTo>
                <a:lnTo>
                  <a:pt x="66675" y="409575"/>
                </a:lnTo>
                <a:lnTo>
                  <a:pt x="66675" y="428625"/>
                </a:lnTo>
                <a:lnTo>
                  <a:pt x="57150" y="428625"/>
                </a:lnTo>
                <a:close/>
                <a:moveTo>
                  <a:pt x="247650" y="409575"/>
                </a:moveTo>
                <a:lnTo>
                  <a:pt x="257175" y="409575"/>
                </a:lnTo>
                <a:lnTo>
                  <a:pt x="257175" y="419100"/>
                </a:lnTo>
                <a:lnTo>
                  <a:pt x="247650" y="419100"/>
                </a:lnTo>
                <a:close/>
                <a:moveTo>
                  <a:pt x="276225" y="409575"/>
                </a:moveTo>
                <a:lnTo>
                  <a:pt x="285750" y="409575"/>
                </a:lnTo>
                <a:lnTo>
                  <a:pt x="285750" y="419100"/>
                </a:lnTo>
                <a:lnTo>
                  <a:pt x="276225" y="419100"/>
                </a:lnTo>
                <a:close/>
                <a:moveTo>
                  <a:pt x="552450" y="409575"/>
                </a:moveTo>
                <a:lnTo>
                  <a:pt x="561975" y="409575"/>
                </a:lnTo>
                <a:lnTo>
                  <a:pt x="561975" y="419100"/>
                </a:lnTo>
                <a:lnTo>
                  <a:pt x="552450" y="419100"/>
                </a:lnTo>
                <a:close/>
                <a:moveTo>
                  <a:pt x="66675" y="428625"/>
                </a:moveTo>
                <a:lnTo>
                  <a:pt x="76200" y="428625"/>
                </a:lnTo>
                <a:lnTo>
                  <a:pt x="76200" y="438150"/>
                </a:lnTo>
                <a:lnTo>
                  <a:pt x="66675" y="438150"/>
                </a:lnTo>
                <a:close/>
                <a:moveTo>
                  <a:pt x="542925" y="428625"/>
                </a:moveTo>
                <a:lnTo>
                  <a:pt x="552450" y="428625"/>
                </a:lnTo>
                <a:lnTo>
                  <a:pt x="552450" y="438150"/>
                </a:lnTo>
                <a:lnTo>
                  <a:pt x="542925" y="438150"/>
                </a:lnTo>
                <a:close/>
                <a:moveTo>
                  <a:pt x="76200" y="447675"/>
                </a:moveTo>
                <a:lnTo>
                  <a:pt x="85725" y="447675"/>
                </a:lnTo>
                <a:lnTo>
                  <a:pt x="85725" y="457200"/>
                </a:lnTo>
                <a:lnTo>
                  <a:pt x="76200" y="457200"/>
                </a:lnTo>
                <a:close/>
                <a:moveTo>
                  <a:pt x="533400" y="447675"/>
                </a:moveTo>
                <a:lnTo>
                  <a:pt x="542925" y="447675"/>
                </a:lnTo>
                <a:lnTo>
                  <a:pt x="542925" y="457200"/>
                </a:lnTo>
                <a:lnTo>
                  <a:pt x="533400" y="457200"/>
                </a:lnTo>
                <a:close/>
                <a:moveTo>
                  <a:pt x="523875" y="457200"/>
                </a:moveTo>
                <a:lnTo>
                  <a:pt x="533400" y="457200"/>
                </a:lnTo>
                <a:lnTo>
                  <a:pt x="533400" y="466725"/>
                </a:lnTo>
                <a:lnTo>
                  <a:pt x="523875" y="466725"/>
                </a:lnTo>
                <a:close/>
                <a:moveTo>
                  <a:pt x="95250" y="476250"/>
                </a:moveTo>
                <a:lnTo>
                  <a:pt x="104775" y="476250"/>
                </a:lnTo>
                <a:lnTo>
                  <a:pt x="104775" y="485775"/>
                </a:lnTo>
                <a:lnTo>
                  <a:pt x="95250" y="485775"/>
                </a:lnTo>
                <a:close/>
                <a:moveTo>
                  <a:pt x="104775" y="485775"/>
                </a:moveTo>
                <a:lnTo>
                  <a:pt x="114300" y="485775"/>
                </a:lnTo>
                <a:lnTo>
                  <a:pt x="114300" y="495300"/>
                </a:lnTo>
                <a:lnTo>
                  <a:pt x="104775" y="495300"/>
                </a:lnTo>
                <a:close/>
                <a:moveTo>
                  <a:pt x="114300" y="495300"/>
                </a:moveTo>
                <a:lnTo>
                  <a:pt x="123825" y="495300"/>
                </a:lnTo>
                <a:lnTo>
                  <a:pt x="123825" y="504825"/>
                </a:lnTo>
                <a:lnTo>
                  <a:pt x="114300" y="504825"/>
                </a:lnTo>
                <a:close/>
                <a:moveTo>
                  <a:pt x="123825" y="504825"/>
                </a:moveTo>
                <a:lnTo>
                  <a:pt x="133350" y="504825"/>
                </a:lnTo>
                <a:lnTo>
                  <a:pt x="133350" y="514350"/>
                </a:lnTo>
                <a:lnTo>
                  <a:pt x="123825" y="514350"/>
                </a:lnTo>
                <a:close/>
                <a:moveTo>
                  <a:pt x="133350" y="514350"/>
                </a:moveTo>
                <a:lnTo>
                  <a:pt x="142875" y="514350"/>
                </a:lnTo>
                <a:lnTo>
                  <a:pt x="142875" y="523875"/>
                </a:lnTo>
                <a:lnTo>
                  <a:pt x="133350" y="523875"/>
                </a:lnTo>
                <a:close/>
                <a:moveTo>
                  <a:pt x="457200" y="523875"/>
                </a:moveTo>
                <a:lnTo>
                  <a:pt x="466725" y="523875"/>
                </a:lnTo>
                <a:lnTo>
                  <a:pt x="466725" y="533400"/>
                </a:lnTo>
                <a:lnTo>
                  <a:pt x="457200" y="533400"/>
                </a:lnTo>
                <a:close/>
                <a:moveTo>
                  <a:pt x="161925" y="533400"/>
                </a:moveTo>
                <a:lnTo>
                  <a:pt x="171450" y="533400"/>
                </a:lnTo>
                <a:lnTo>
                  <a:pt x="171450" y="542925"/>
                </a:lnTo>
                <a:lnTo>
                  <a:pt x="161925" y="542925"/>
                </a:lnTo>
                <a:close/>
                <a:moveTo>
                  <a:pt x="447675" y="533400"/>
                </a:moveTo>
                <a:lnTo>
                  <a:pt x="457200" y="533400"/>
                </a:lnTo>
                <a:lnTo>
                  <a:pt x="457200" y="542925"/>
                </a:lnTo>
                <a:lnTo>
                  <a:pt x="447675" y="542925"/>
                </a:lnTo>
                <a:close/>
                <a:moveTo>
                  <a:pt x="180975" y="542925"/>
                </a:moveTo>
                <a:lnTo>
                  <a:pt x="190500" y="542925"/>
                </a:lnTo>
                <a:lnTo>
                  <a:pt x="190500" y="552450"/>
                </a:lnTo>
                <a:lnTo>
                  <a:pt x="180975" y="552450"/>
                </a:lnTo>
                <a:close/>
                <a:moveTo>
                  <a:pt x="428625" y="542925"/>
                </a:moveTo>
                <a:lnTo>
                  <a:pt x="438150" y="542925"/>
                </a:lnTo>
                <a:lnTo>
                  <a:pt x="438150" y="552450"/>
                </a:lnTo>
                <a:lnTo>
                  <a:pt x="428625" y="552450"/>
                </a:lnTo>
                <a:close/>
                <a:moveTo>
                  <a:pt x="200025" y="552450"/>
                </a:moveTo>
                <a:lnTo>
                  <a:pt x="209550" y="552450"/>
                </a:lnTo>
                <a:lnTo>
                  <a:pt x="209550" y="561975"/>
                </a:lnTo>
                <a:lnTo>
                  <a:pt x="200025" y="561975"/>
                </a:lnTo>
                <a:close/>
                <a:moveTo>
                  <a:pt x="409575" y="552450"/>
                </a:moveTo>
                <a:lnTo>
                  <a:pt x="419100" y="552450"/>
                </a:lnTo>
                <a:lnTo>
                  <a:pt x="419100" y="561975"/>
                </a:lnTo>
                <a:lnTo>
                  <a:pt x="409575" y="561975"/>
                </a:lnTo>
                <a:close/>
                <a:moveTo>
                  <a:pt x="219075" y="561975"/>
                </a:moveTo>
                <a:lnTo>
                  <a:pt x="238125" y="561975"/>
                </a:lnTo>
                <a:lnTo>
                  <a:pt x="238125" y="571500"/>
                </a:lnTo>
                <a:lnTo>
                  <a:pt x="219075" y="571500"/>
                </a:lnTo>
                <a:close/>
                <a:moveTo>
                  <a:pt x="381000" y="561975"/>
                </a:moveTo>
                <a:lnTo>
                  <a:pt x="390525" y="561975"/>
                </a:lnTo>
                <a:lnTo>
                  <a:pt x="390525" y="571500"/>
                </a:lnTo>
                <a:lnTo>
                  <a:pt x="381000" y="571500"/>
                </a:lnTo>
                <a:close/>
                <a:moveTo>
                  <a:pt x="257175" y="571500"/>
                </a:moveTo>
                <a:lnTo>
                  <a:pt x="285750" y="571500"/>
                </a:lnTo>
                <a:lnTo>
                  <a:pt x="285750" y="581025"/>
                </a:lnTo>
                <a:lnTo>
                  <a:pt x="257175" y="581025"/>
                </a:lnTo>
                <a:close/>
                <a:moveTo>
                  <a:pt x="333375" y="571500"/>
                </a:moveTo>
                <a:lnTo>
                  <a:pt x="361950" y="571500"/>
                </a:lnTo>
                <a:lnTo>
                  <a:pt x="361950" y="581025"/>
                </a:lnTo>
                <a:lnTo>
                  <a:pt x="333375" y="581025"/>
                </a:lnTo>
                <a:close/>
              </a:path>
            </a:pathLst>
          </a:custGeom>
          <a:solidFill xmlns:a="http://schemas.openxmlformats.org/drawingml/2006/main">
            <a:srgbClr val="C2CDBD"/>
          </a:solidFill>
          <a:ln xmlns:a="http://schemas.openxmlformats.org/drawingml/2006/main" w="0">
            <a:noFill/>
          </a:ln>
        </p:spPr>
      </p:sp>
      <p:sp>
        <p:nvSpPr>
          <p:cNvPr id="43" name="check vector #5a6d5d">
            <a:extLst xmlns:a="http://schemas.openxmlformats.org/drawingml/2006/main">
              <a:ext uri="{FF2B5EF4-FFF2-40B4-BE49-F238E27FC236}">
                <a16:creationId xmlns:a16="http://schemas.microsoft.com/office/drawing/2014/main" id="{6449F180-551A-4CF2-A0A0-7ECC873B81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71525" y="1819275"/>
            <a:ext cx="742950" cy="723900"/>
          </a:xfrm>
          <a:custGeom xmlns:a="http://schemas.openxmlformats.org/drawingml/2006/main">
            <a:pathLst>
              <a:path w="628650" h="609600">
                <a:moveTo>
                  <a:pt x="257175" y="38100"/>
                </a:moveTo>
                <a:lnTo>
                  <a:pt x="285750" y="38100"/>
                </a:lnTo>
                <a:lnTo>
                  <a:pt x="285750" y="47625"/>
                </a:lnTo>
                <a:lnTo>
                  <a:pt x="257175" y="47625"/>
                </a:lnTo>
                <a:close/>
                <a:moveTo>
                  <a:pt x="333375" y="38100"/>
                </a:moveTo>
                <a:lnTo>
                  <a:pt x="361950" y="38100"/>
                </a:lnTo>
                <a:lnTo>
                  <a:pt x="361950" y="47625"/>
                </a:lnTo>
                <a:lnTo>
                  <a:pt x="333375" y="47625"/>
                </a:lnTo>
                <a:close/>
                <a:moveTo>
                  <a:pt x="219075" y="47625"/>
                </a:moveTo>
                <a:lnTo>
                  <a:pt x="238125" y="47625"/>
                </a:lnTo>
                <a:lnTo>
                  <a:pt x="238125" y="57150"/>
                </a:lnTo>
                <a:lnTo>
                  <a:pt x="219075" y="57150"/>
                </a:lnTo>
                <a:close/>
                <a:moveTo>
                  <a:pt x="381000" y="47625"/>
                </a:moveTo>
                <a:lnTo>
                  <a:pt x="400050" y="47625"/>
                </a:lnTo>
                <a:lnTo>
                  <a:pt x="400050" y="57150"/>
                </a:lnTo>
                <a:lnTo>
                  <a:pt x="381000" y="57150"/>
                </a:lnTo>
                <a:close/>
                <a:moveTo>
                  <a:pt x="200025" y="57150"/>
                </a:moveTo>
                <a:lnTo>
                  <a:pt x="209550" y="57150"/>
                </a:lnTo>
                <a:lnTo>
                  <a:pt x="209550" y="66675"/>
                </a:lnTo>
                <a:lnTo>
                  <a:pt x="200025" y="66675"/>
                </a:lnTo>
                <a:close/>
                <a:moveTo>
                  <a:pt x="409575" y="57150"/>
                </a:moveTo>
                <a:lnTo>
                  <a:pt x="419100" y="57150"/>
                </a:lnTo>
                <a:lnTo>
                  <a:pt x="419100" y="66675"/>
                </a:lnTo>
                <a:lnTo>
                  <a:pt x="409575" y="66675"/>
                </a:lnTo>
                <a:close/>
                <a:moveTo>
                  <a:pt x="180975" y="66675"/>
                </a:moveTo>
                <a:lnTo>
                  <a:pt x="190500" y="66675"/>
                </a:lnTo>
                <a:lnTo>
                  <a:pt x="190500" y="76200"/>
                </a:lnTo>
                <a:lnTo>
                  <a:pt x="180975" y="76200"/>
                </a:lnTo>
                <a:close/>
                <a:moveTo>
                  <a:pt x="428625" y="66675"/>
                </a:moveTo>
                <a:lnTo>
                  <a:pt x="438150" y="66675"/>
                </a:lnTo>
                <a:lnTo>
                  <a:pt x="438150" y="76200"/>
                </a:lnTo>
                <a:lnTo>
                  <a:pt x="428625" y="76200"/>
                </a:lnTo>
                <a:close/>
                <a:moveTo>
                  <a:pt x="161925" y="76200"/>
                </a:moveTo>
                <a:lnTo>
                  <a:pt x="171450" y="76200"/>
                </a:lnTo>
                <a:lnTo>
                  <a:pt x="171450" y="85725"/>
                </a:lnTo>
                <a:lnTo>
                  <a:pt x="161925" y="85725"/>
                </a:lnTo>
                <a:close/>
                <a:moveTo>
                  <a:pt x="447675" y="76200"/>
                </a:moveTo>
                <a:lnTo>
                  <a:pt x="457200" y="76200"/>
                </a:lnTo>
                <a:lnTo>
                  <a:pt x="457200" y="85725"/>
                </a:lnTo>
                <a:lnTo>
                  <a:pt x="447675" y="85725"/>
                </a:lnTo>
                <a:close/>
                <a:moveTo>
                  <a:pt x="457200" y="85725"/>
                </a:moveTo>
                <a:lnTo>
                  <a:pt x="466725" y="85725"/>
                </a:lnTo>
                <a:lnTo>
                  <a:pt x="466725" y="95250"/>
                </a:lnTo>
                <a:lnTo>
                  <a:pt x="457200" y="95250"/>
                </a:lnTo>
                <a:close/>
                <a:moveTo>
                  <a:pt x="133350" y="95250"/>
                </a:moveTo>
                <a:lnTo>
                  <a:pt x="142875" y="95250"/>
                </a:lnTo>
                <a:lnTo>
                  <a:pt x="142875" y="104775"/>
                </a:lnTo>
                <a:lnTo>
                  <a:pt x="133350" y="104775"/>
                </a:lnTo>
                <a:close/>
                <a:moveTo>
                  <a:pt x="123825" y="104775"/>
                </a:moveTo>
                <a:lnTo>
                  <a:pt x="133350" y="104775"/>
                </a:lnTo>
                <a:lnTo>
                  <a:pt x="133350" y="114300"/>
                </a:lnTo>
                <a:lnTo>
                  <a:pt x="123825" y="114300"/>
                </a:lnTo>
                <a:close/>
                <a:moveTo>
                  <a:pt x="114300" y="114300"/>
                </a:moveTo>
                <a:lnTo>
                  <a:pt x="123825" y="114300"/>
                </a:lnTo>
                <a:lnTo>
                  <a:pt x="123825" y="123825"/>
                </a:lnTo>
                <a:lnTo>
                  <a:pt x="114300" y="123825"/>
                </a:lnTo>
                <a:close/>
                <a:moveTo>
                  <a:pt x="104775" y="123825"/>
                </a:moveTo>
                <a:lnTo>
                  <a:pt x="114300" y="123825"/>
                </a:lnTo>
                <a:lnTo>
                  <a:pt x="114300" y="133350"/>
                </a:lnTo>
                <a:lnTo>
                  <a:pt x="104775" y="133350"/>
                </a:lnTo>
                <a:close/>
                <a:moveTo>
                  <a:pt x="95250" y="133350"/>
                </a:moveTo>
                <a:lnTo>
                  <a:pt x="104775" y="133350"/>
                </a:lnTo>
                <a:lnTo>
                  <a:pt x="104775" y="142875"/>
                </a:lnTo>
                <a:lnTo>
                  <a:pt x="95250" y="142875"/>
                </a:lnTo>
                <a:close/>
                <a:moveTo>
                  <a:pt x="85725" y="152400"/>
                </a:moveTo>
                <a:lnTo>
                  <a:pt x="95250" y="152400"/>
                </a:lnTo>
                <a:lnTo>
                  <a:pt x="95250" y="161925"/>
                </a:lnTo>
                <a:lnTo>
                  <a:pt x="85725" y="161925"/>
                </a:lnTo>
                <a:close/>
                <a:moveTo>
                  <a:pt x="523875" y="152400"/>
                </a:moveTo>
                <a:lnTo>
                  <a:pt x="533400" y="152400"/>
                </a:lnTo>
                <a:lnTo>
                  <a:pt x="533400" y="161925"/>
                </a:lnTo>
                <a:lnTo>
                  <a:pt x="523875" y="161925"/>
                </a:lnTo>
                <a:close/>
                <a:moveTo>
                  <a:pt x="76200" y="161925"/>
                </a:moveTo>
                <a:lnTo>
                  <a:pt x="85725" y="161925"/>
                </a:lnTo>
                <a:lnTo>
                  <a:pt x="85725" y="171450"/>
                </a:lnTo>
                <a:lnTo>
                  <a:pt x="76200" y="171450"/>
                </a:lnTo>
                <a:close/>
                <a:moveTo>
                  <a:pt x="533400" y="171450"/>
                </a:moveTo>
                <a:lnTo>
                  <a:pt x="542925" y="171450"/>
                </a:lnTo>
                <a:lnTo>
                  <a:pt x="542925" y="180975"/>
                </a:lnTo>
                <a:lnTo>
                  <a:pt x="533400" y="180975"/>
                </a:lnTo>
                <a:close/>
                <a:moveTo>
                  <a:pt x="66675" y="180975"/>
                </a:moveTo>
                <a:lnTo>
                  <a:pt x="76200" y="180975"/>
                </a:lnTo>
                <a:lnTo>
                  <a:pt x="76200" y="190500"/>
                </a:lnTo>
                <a:lnTo>
                  <a:pt x="66675" y="190500"/>
                </a:lnTo>
                <a:close/>
                <a:moveTo>
                  <a:pt x="542925" y="180975"/>
                </a:moveTo>
                <a:lnTo>
                  <a:pt x="552450" y="180975"/>
                </a:lnTo>
                <a:lnTo>
                  <a:pt x="552450" y="200025"/>
                </a:lnTo>
                <a:lnTo>
                  <a:pt x="542925" y="200025"/>
                </a:lnTo>
                <a:close/>
                <a:moveTo>
                  <a:pt x="419100" y="190500"/>
                </a:moveTo>
                <a:lnTo>
                  <a:pt x="447675" y="190500"/>
                </a:lnTo>
                <a:lnTo>
                  <a:pt x="447675" y="200025"/>
                </a:lnTo>
                <a:lnTo>
                  <a:pt x="419100" y="200025"/>
                </a:lnTo>
                <a:close/>
                <a:moveTo>
                  <a:pt x="57150" y="200025"/>
                </a:moveTo>
                <a:lnTo>
                  <a:pt x="66675" y="200025"/>
                </a:lnTo>
                <a:lnTo>
                  <a:pt x="66675" y="209550"/>
                </a:lnTo>
                <a:lnTo>
                  <a:pt x="57150" y="209550"/>
                </a:lnTo>
                <a:close/>
                <a:moveTo>
                  <a:pt x="447675" y="200025"/>
                </a:moveTo>
                <a:lnTo>
                  <a:pt x="457200" y="200025"/>
                </a:lnTo>
                <a:lnTo>
                  <a:pt x="457200" y="209550"/>
                </a:lnTo>
                <a:lnTo>
                  <a:pt x="447675" y="209550"/>
                </a:lnTo>
                <a:close/>
                <a:moveTo>
                  <a:pt x="457200" y="209550"/>
                </a:moveTo>
                <a:lnTo>
                  <a:pt x="466725" y="209550"/>
                </a:lnTo>
                <a:lnTo>
                  <a:pt x="466725" y="228600"/>
                </a:lnTo>
                <a:lnTo>
                  <a:pt x="457200" y="228600"/>
                </a:lnTo>
                <a:close/>
                <a:moveTo>
                  <a:pt x="552450" y="209550"/>
                </a:moveTo>
                <a:lnTo>
                  <a:pt x="561975" y="209550"/>
                </a:lnTo>
                <a:lnTo>
                  <a:pt x="561975" y="219075"/>
                </a:lnTo>
                <a:lnTo>
                  <a:pt x="552450" y="219075"/>
                </a:lnTo>
                <a:close/>
                <a:moveTo>
                  <a:pt x="47625" y="228600"/>
                </a:moveTo>
                <a:lnTo>
                  <a:pt x="57150" y="228600"/>
                </a:lnTo>
                <a:lnTo>
                  <a:pt x="57150" y="238125"/>
                </a:lnTo>
                <a:lnTo>
                  <a:pt x="47625" y="238125"/>
                </a:lnTo>
                <a:close/>
                <a:moveTo>
                  <a:pt x="561975" y="238125"/>
                </a:moveTo>
                <a:lnTo>
                  <a:pt x="571500" y="238125"/>
                </a:lnTo>
                <a:lnTo>
                  <a:pt x="571500" y="257175"/>
                </a:lnTo>
                <a:lnTo>
                  <a:pt x="561975" y="257175"/>
                </a:lnTo>
                <a:close/>
                <a:moveTo>
                  <a:pt x="438150" y="247650"/>
                </a:moveTo>
                <a:lnTo>
                  <a:pt x="447675" y="247650"/>
                </a:lnTo>
                <a:lnTo>
                  <a:pt x="447675" y="257175"/>
                </a:lnTo>
                <a:lnTo>
                  <a:pt x="438150" y="257175"/>
                </a:lnTo>
                <a:close/>
                <a:moveTo>
                  <a:pt x="352425" y="257175"/>
                </a:moveTo>
                <a:lnTo>
                  <a:pt x="361950" y="257175"/>
                </a:lnTo>
                <a:lnTo>
                  <a:pt x="361950" y="266700"/>
                </a:lnTo>
                <a:lnTo>
                  <a:pt x="352425" y="266700"/>
                </a:lnTo>
                <a:close/>
                <a:moveTo>
                  <a:pt x="428625" y="257175"/>
                </a:moveTo>
                <a:lnTo>
                  <a:pt x="438150" y="257175"/>
                </a:lnTo>
                <a:lnTo>
                  <a:pt x="438150" y="266700"/>
                </a:lnTo>
                <a:lnTo>
                  <a:pt x="428625" y="266700"/>
                </a:lnTo>
                <a:close/>
                <a:moveTo>
                  <a:pt x="38100" y="266700"/>
                </a:moveTo>
                <a:lnTo>
                  <a:pt x="47625" y="266700"/>
                </a:lnTo>
                <a:lnTo>
                  <a:pt x="47625" y="352425"/>
                </a:lnTo>
                <a:lnTo>
                  <a:pt x="38100" y="352425"/>
                </a:lnTo>
                <a:close/>
                <a:moveTo>
                  <a:pt x="342900" y="266700"/>
                </a:moveTo>
                <a:lnTo>
                  <a:pt x="352425" y="266700"/>
                </a:lnTo>
                <a:lnTo>
                  <a:pt x="352425" y="276225"/>
                </a:lnTo>
                <a:lnTo>
                  <a:pt x="342900" y="276225"/>
                </a:lnTo>
                <a:close/>
                <a:moveTo>
                  <a:pt x="419100" y="266700"/>
                </a:moveTo>
                <a:lnTo>
                  <a:pt x="428625" y="266700"/>
                </a:lnTo>
                <a:lnTo>
                  <a:pt x="428625" y="276225"/>
                </a:lnTo>
                <a:lnTo>
                  <a:pt x="419100" y="276225"/>
                </a:lnTo>
                <a:close/>
                <a:moveTo>
                  <a:pt x="333375" y="276225"/>
                </a:moveTo>
                <a:lnTo>
                  <a:pt x="342900" y="276225"/>
                </a:lnTo>
                <a:lnTo>
                  <a:pt x="342900" y="285750"/>
                </a:lnTo>
                <a:lnTo>
                  <a:pt x="333375" y="285750"/>
                </a:lnTo>
                <a:close/>
                <a:moveTo>
                  <a:pt x="409575" y="276225"/>
                </a:moveTo>
                <a:lnTo>
                  <a:pt x="419100" y="276225"/>
                </a:lnTo>
                <a:lnTo>
                  <a:pt x="419100" y="285750"/>
                </a:lnTo>
                <a:lnTo>
                  <a:pt x="409575" y="285750"/>
                </a:lnTo>
                <a:close/>
                <a:moveTo>
                  <a:pt x="190500" y="285750"/>
                </a:moveTo>
                <a:lnTo>
                  <a:pt x="200025" y="285750"/>
                </a:lnTo>
                <a:lnTo>
                  <a:pt x="200025" y="295275"/>
                </a:lnTo>
                <a:lnTo>
                  <a:pt x="190500" y="295275"/>
                </a:lnTo>
                <a:close/>
                <a:moveTo>
                  <a:pt x="323850" y="285750"/>
                </a:moveTo>
                <a:lnTo>
                  <a:pt x="333375" y="285750"/>
                </a:lnTo>
                <a:lnTo>
                  <a:pt x="333375" y="295275"/>
                </a:lnTo>
                <a:lnTo>
                  <a:pt x="323850" y="295275"/>
                </a:lnTo>
                <a:close/>
                <a:moveTo>
                  <a:pt x="400050" y="285750"/>
                </a:moveTo>
                <a:lnTo>
                  <a:pt x="409575" y="285750"/>
                </a:lnTo>
                <a:lnTo>
                  <a:pt x="409575" y="295275"/>
                </a:lnTo>
                <a:lnTo>
                  <a:pt x="400050" y="295275"/>
                </a:lnTo>
                <a:close/>
                <a:moveTo>
                  <a:pt x="200025" y="295275"/>
                </a:moveTo>
                <a:lnTo>
                  <a:pt x="209550" y="295275"/>
                </a:lnTo>
                <a:lnTo>
                  <a:pt x="209550" y="304800"/>
                </a:lnTo>
                <a:lnTo>
                  <a:pt x="200025" y="304800"/>
                </a:lnTo>
                <a:close/>
                <a:moveTo>
                  <a:pt x="314325" y="295275"/>
                </a:moveTo>
                <a:lnTo>
                  <a:pt x="323850" y="295275"/>
                </a:lnTo>
                <a:lnTo>
                  <a:pt x="323850" y="304800"/>
                </a:lnTo>
                <a:lnTo>
                  <a:pt x="314325" y="304800"/>
                </a:lnTo>
                <a:close/>
                <a:moveTo>
                  <a:pt x="390525" y="295275"/>
                </a:moveTo>
                <a:lnTo>
                  <a:pt x="400050" y="295275"/>
                </a:lnTo>
                <a:lnTo>
                  <a:pt x="400050" y="304800"/>
                </a:lnTo>
                <a:lnTo>
                  <a:pt x="390525" y="304800"/>
                </a:lnTo>
                <a:close/>
                <a:moveTo>
                  <a:pt x="209550" y="304800"/>
                </a:moveTo>
                <a:lnTo>
                  <a:pt x="219075" y="304800"/>
                </a:lnTo>
                <a:lnTo>
                  <a:pt x="219075" y="314325"/>
                </a:lnTo>
                <a:lnTo>
                  <a:pt x="209550" y="314325"/>
                </a:lnTo>
                <a:close/>
                <a:moveTo>
                  <a:pt x="304800" y="304800"/>
                </a:moveTo>
                <a:lnTo>
                  <a:pt x="314325" y="304800"/>
                </a:lnTo>
                <a:lnTo>
                  <a:pt x="314325" y="314325"/>
                </a:lnTo>
                <a:lnTo>
                  <a:pt x="304800" y="314325"/>
                </a:lnTo>
                <a:close/>
                <a:moveTo>
                  <a:pt x="381000" y="304800"/>
                </a:moveTo>
                <a:lnTo>
                  <a:pt x="390525" y="304800"/>
                </a:lnTo>
                <a:lnTo>
                  <a:pt x="390525" y="314325"/>
                </a:lnTo>
                <a:lnTo>
                  <a:pt x="381000" y="314325"/>
                </a:lnTo>
                <a:close/>
                <a:moveTo>
                  <a:pt x="219075" y="314325"/>
                </a:moveTo>
                <a:lnTo>
                  <a:pt x="228600" y="314325"/>
                </a:lnTo>
                <a:lnTo>
                  <a:pt x="228600" y="323850"/>
                </a:lnTo>
                <a:lnTo>
                  <a:pt x="219075" y="323850"/>
                </a:lnTo>
                <a:close/>
                <a:moveTo>
                  <a:pt x="295275" y="314325"/>
                </a:moveTo>
                <a:lnTo>
                  <a:pt x="304800" y="314325"/>
                </a:lnTo>
                <a:lnTo>
                  <a:pt x="304800" y="323850"/>
                </a:lnTo>
                <a:lnTo>
                  <a:pt x="295275" y="323850"/>
                </a:lnTo>
                <a:close/>
                <a:moveTo>
                  <a:pt x="371475" y="314325"/>
                </a:moveTo>
                <a:lnTo>
                  <a:pt x="381000" y="314325"/>
                </a:lnTo>
                <a:lnTo>
                  <a:pt x="381000" y="323850"/>
                </a:lnTo>
                <a:lnTo>
                  <a:pt x="371475" y="323850"/>
                </a:lnTo>
                <a:close/>
                <a:moveTo>
                  <a:pt x="152400" y="323850"/>
                </a:moveTo>
                <a:lnTo>
                  <a:pt x="161925" y="323850"/>
                </a:lnTo>
                <a:lnTo>
                  <a:pt x="161925" y="333375"/>
                </a:lnTo>
                <a:lnTo>
                  <a:pt x="152400" y="333375"/>
                </a:lnTo>
                <a:close/>
                <a:moveTo>
                  <a:pt x="228600" y="323850"/>
                </a:moveTo>
                <a:lnTo>
                  <a:pt x="238125" y="323850"/>
                </a:lnTo>
                <a:lnTo>
                  <a:pt x="238125" y="333375"/>
                </a:lnTo>
                <a:lnTo>
                  <a:pt x="228600" y="333375"/>
                </a:lnTo>
                <a:close/>
                <a:moveTo>
                  <a:pt x="285750" y="323850"/>
                </a:moveTo>
                <a:lnTo>
                  <a:pt x="295275" y="323850"/>
                </a:lnTo>
                <a:lnTo>
                  <a:pt x="295275" y="333375"/>
                </a:lnTo>
                <a:lnTo>
                  <a:pt x="285750" y="333375"/>
                </a:lnTo>
                <a:close/>
                <a:moveTo>
                  <a:pt x="361950" y="323850"/>
                </a:moveTo>
                <a:lnTo>
                  <a:pt x="371475" y="323850"/>
                </a:lnTo>
                <a:lnTo>
                  <a:pt x="371475" y="333375"/>
                </a:lnTo>
                <a:lnTo>
                  <a:pt x="361950" y="333375"/>
                </a:lnTo>
                <a:close/>
                <a:moveTo>
                  <a:pt x="161925" y="333375"/>
                </a:moveTo>
                <a:lnTo>
                  <a:pt x="171450" y="333375"/>
                </a:lnTo>
                <a:lnTo>
                  <a:pt x="171450" y="342900"/>
                </a:lnTo>
                <a:lnTo>
                  <a:pt x="161925" y="342900"/>
                </a:lnTo>
                <a:close/>
                <a:moveTo>
                  <a:pt x="238125" y="333375"/>
                </a:moveTo>
                <a:lnTo>
                  <a:pt x="247650" y="333375"/>
                </a:lnTo>
                <a:lnTo>
                  <a:pt x="247650" y="342900"/>
                </a:lnTo>
                <a:lnTo>
                  <a:pt x="238125" y="342900"/>
                </a:lnTo>
                <a:close/>
                <a:moveTo>
                  <a:pt x="276225" y="333375"/>
                </a:moveTo>
                <a:lnTo>
                  <a:pt x="285750" y="333375"/>
                </a:lnTo>
                <a:lnTo>
                  <a:pt x="285750" y="342900"/>
                </a:lnTo>
                <a:lnTo>
                  <a:pt x="276225" y="342900"/>
                </a:lnTo>
                <a:close/>
                <a:moveTo>
                  <a:pt x="352425" y="333375"/>
                </a:moveTo>
                <a:lnTo>
                  <a:pt x="361950" y="333375"/>
                </a:lnTo>
                <a:lnTo>
                  <a:pt x="361950" y="342900"/>
                </a:lnTo>
                <a:lnTo>
                  <a:pt x="352425" y="342900"/>
                </a:lnTo>
                <a:close/>
                <a:moveTo>
                  <a:pt x="171450" y="342900"/>
                </a:moveTo>
                <a:lnTo>
                  <a:pt x="180975" y="342900"/>
                </a:lnTo>
                <a:lnTo>
                  <a:pt x="180975" y="352425"/>
                </a:lnTo>
                <a:lnTo>
                  <a:pt x="171450" y="352425"/>
                </a:lnTo>
                <a:close/>
                <a:moveTo>
                  <a:pt x="247650" y="342900"/>
                </a:moveTo>
                <a:lnTo>
                  <a:pt x="276225" y="342900"/>
                </a:lnTo>
                <a:lnTo>
                  <a:pt x="276225" y="352425"/>
                </a:lnTo>
                <a:lnTo>
                  <a:pt x="247650" y="352425"/>
                </a:lnTo>
                <a:close/>
                <a:moveTo>
                  <a:pt x="342900" y="342900"/>
                </a:moveTo>
                <a:lnTo>
                  <a:pt x="352425" y="342900"/>
                </a:lnTo>
                <a:lnTo>
                  <a:pt x="352425" y="352425"/>
                </a:lnTo>
                <a:lnTo>
                  <a:pt x="342900" y="352425"/>
                </a:lnTo>
                <a:close/>
                <a:moveTo>
                  <a:pt x="180975" y="352425"/>
                </a:moveTo>
                <a:lnTo>
                  <a:pt x="190500" y="352425"/>
                </a:lnTo>
                <a:lnTo>
                  <a:pt x="190500" y="361950"/>
                </a:lnTo>
                <a:lnTo>
                  <a:pt x="180975" y="361950"/>
                </a:lnTo>
                <a:close/>
                <a:moveTo>
                  <a:pt x="333375" y="352425"/>
                </a:moveTo>
                <a:lnTo>
                  <a:pt x="342900" y="352425"/>
                </a:lnTo>
                <a:lnTo>
                  <a:pt x="342900" y="361950"/>
                </a:lnTo>
                <a:lnTo>
                  <a:pt x="333375" y="361950"/>
                </a:lnTo>
                <a:close/>
                <a:moveTo>
                  <a:pt x="190500" y="361950"/>
                </a:moveTo>
                <a:lnTo>
                  <a:pt x="200025" y="361950"/>
                </a:lnTo>
                <a:lnTo>
                  <a:pt x="200025" y="371475"/>
                </a:lnTo>
                <a:lnTo>
                  <a:pt x="190500" y="371475"/>
                </a:lnTo>
                <a:close/>
                <a:moveTo>
                  <a:pt x="323850" y="361950"/>
                </a:moveTo>
                <a:lnTo>
                  <a:pt x="333375" y="361950"/>
                </a:lnTo>
                <a:lnTo>
                  <a:pt x="333375" y="371475"/>
                </a:lnTo>
                <a:lnTo>
                  <a:pt x="323850" y="371475"/>
                </a:lnTo>
                <a:close/>
                <a:moveTo>
                  <a:pt x="561975" y="361950"/>
                </a:moveTo>
                <a:lnTo>
                  <a:pt x="571500" y="361950"/>
                </a:lnTo>
                <a:lnTo>
                  <a:pt x="571500" y="371475"/>
                </a:lnTo>
                <a:lnTo>
                  <a:pt x="561975" y="371475"/>
                </a:lnTo>
                <a:close/>
                <a:moveTo>
                  <a:pt x="47625" y="371475"/>
                </a:moveTo>
                <a:lnTo>
                  <a:pt x="57150" y="371475"/>
                </a:lnTo>
                <a:lnTo>
                  <a:pt x="57150" y="390525"/>
                </a:lnTo>
                <a:lnTo>
                  <a:pt x="47625" y="390525"/>
                </a:lnTo>
                <a:close/>
                <a:moveTo>
                  <a:pt x="200025" y="371475"/>
                </a:moveTo>
                <a:lnTo>
                  <a:pt x="209550" y="371475"/>
                </a:lnTo>
                <a:lnTo>
                  <a:pt x="209550" y="381000"/>
                </a:lnTo>
                <a:lnTo>
                  <a:pt x="200025" y="381000"/>
                </a:lnTo>
                <a:close/>
                <a:moveTo>
                  <a:pt x="209550" y="381000"/>
                </a:moveTo>
                <a:lnTo>
                  <a:pt x="219075" y="381000"/>
                </a:lnTo>
                <a:lnTo>
                  <a:pt x="219075" y="390525"/>
                </a:lnTo>
                <a:lnTo>
                  <a:pt x="209550" y="390525"/>
                </a:lnTo>
                <a:close/>
                <a:moveTo>
                  <a:pt x="219075" y="390525"/>
                </a:moveTo>
                <a:lnTo>
                  <a:pt x="228600" y="390525"/>
                </a:lnTo>
                <a:lnTo>
                  <a:pt x="228600" y="400050"/>
                </a:lnTo>
                <a:lnTo>
                  <a:pt x="219075" y="400050"/>
                </a:lnTo>
                <a:close/>
                <a:moveTo>
                  <a:pt x="552450" y="390525"/>
                </a:moveTo>
                <a:lnTo>
                  <a:pt x="561975" y="390525"/>
                </a:lnTo>
                <a:lnTo>
                  <a:pt x="561975" y="409575"/>
                </a:lnTo>
                <a:lnTo>
                  <a:pt x="552450" y="409575"/>
                </a:lnTo>
                <a:close/>
                <a:moveTo>
                  <a:pt x="57150" y="400050"/>
                </a:moveTo>
                <a:lnTo>
                  <a:pt x="66675" y="400050"/>
                </a:lnTo>
                <a:lnTo>
                  <a:pt x="66675" y="409575"/>
                </a:lnTo>
                <a:lnTo>
                  <a:pt x="57150" y="409575"/>
                </a:lnTo>
                <a:close/>
                <a:moveTo>
                  <a:pt x="228600" y="400050"/>
                </a:moveTo>
                <a:lnTo>
                  <a:pt x="238125" y="400050"/>
                </a:lnTo>
                <a:lnTo>
                  <a:pt x="238125" y="409575"/>
                </a:lnTo>
                <a:lnTo>
                  <a:pt x="228600" y="409575"/>
                </a:lnTo>
                <a:close/>
                <a:moveTo>
                  <a:pt x="238125" y="409575"/>
                </a:moveTo>
                <a:lnTo>
                  <a:pt x="247650" y="409575"/>
                </a:lnTo>
                <a:lnTo>
                  <a:pt x="247650" y="419100"/>
                </a:lnTo>
                <a:lnTo>
                  <a:pt x="238125" y="419100"/>
                </a:lnTo>
                <a:close/>
                <a:moveTo>
                  <a:pt x="257175" y="419100"/>
                </a:moveTo>
                <a:lnTo>
                  <a:pt x="276225" y="419100"/>
                </a:lnTo>
                <a:lnTo>
                  <a:pt x="276225" y="428625"/>
                </a:lnTo>
                <a:lnTo>
                  <a:pt x="257175" y="428625"/>
                </a:lnTo>
                <a:close/>
                <a:moveTo>
                  <a:pt x="542925" y="419100"/>
                </a:moveTo>
                <a:lnTo>
                  <a:pt x="552450" y="419100"/>
                </a:lnTo>
                <a:lnTo>
                  <a:pt x="552450" y="428625"/>
                </a:lnTo>
                <a:lnTo>
                  <a:pt x="542925" y="428625"/>
                </a:lnTo>
                <a:close/>
                <a:moveTo>
                  <a:pt x="76200" y="438150"/>
                </a:moveTo>
                <a:lnTo>
                  <a:pt x="85725" y="438150"/>
                </a:lnTo>
                <a:lnTo>
                  <a:pt x="85725" y="447675"/>
                </a:lnTo>
                <a:lnTo>
                  <a:pt x="76200" y="447675"/>
                </a:lnTo>
                <a:close/>
                <a:moveTo>
                  <a:pt x="533400" y="438150"/>
                </a:moveTo>
                <a:lnTo>
                  <a:pt x="542925" y="438150"/>
                </a:lnTo>
                <a:lnTo>
                  <a:pt x="542925" y="447675"/>
                </a:lnTo>
                <a:lnTo>
                  <a:pt x="533400" y="447675"/>
                </a:lnTo>
                <a:close/>
                <a:moveTo>
                  <a:pt x="85725" y="457200"/>
                </a:moveTo>
                <a:lnTo>
                  <a:pt x="95250" y="457200"/>
                </a:lnTo>
                <a:lnTo>
                  <a:pt x="95250" y="466725"/>
                </a:lnTo>
                <a:lnTo>
                  <a:pt x="85725" y="466725"/>
                </a:lnTo>
                <a:close/>
                <a:moveTo>
                  <a:pt x="95250" y="466725"/>
                </a:moveTo>
                <a:lnTo>
                  <a:pt x="104775" y="466725"/>
                </a:lnTo>
                <a:lnTo>
                  <a:pt x="104775" y="476250"/>
                </a:lnTo>
                <a:lnTo>
                  <a:pt x="95250" y="476250"/>
                </a:lnTo>
                <a:close/>
                <a:moveTo>
                  <a:pt x="514350" y="466725"/>
                </a:moveTo>
                <a:lnTo>
                  <a:pt x="523875" y="466725"/>
                </a:lnTo>
                <a:lnTo>
                  <a:pt x="523875" y="476250"/>
                </a:lnTo>
                <a:lnTo>
                  <a:pt x="514350" y="476250"/>
                </a:lnTo>
                <a:close/>
                <a:moveTo>
                  <a:pt x="504825" y="476250"/>
                </a:moveTo>
                <a:lnTo>
                  <a:pt x="514350" y="476250"/>
                </a:lnTo>
                <a:lnTo>
                  <a:pt x="514350" y="485775"/>
                </a:lnTo>
                <a:lnTo>
                  <a:pt x="504825" y="485775"/>
                </a:lnTo>
                <a:close/>
                <a:moveTo>
                  <a:pt x="495300" y="485775"/>
                </a:moveTo>
                <a:lnTo>
                  <a:pt x="504825" y="485775"/>
                </a:lnTo>
                <a:lnTo>
                  <a:pt x="504825" y="495300"/>
                </a:lnTo>
                <a:lnTo>
                  <a:pt x="495300" y="495300"/>
                </a:lnTo>
                <a:close/>
                <a:moveTo>
                  <a:pt x="485775" y="495300"/>
                </a:moveTo>
                <a:lnTo>
                  <a:pt x="495300" y="495300"/>
                </a:lnTo>
                <a:lnTo>
                  <a:pt x="495300" y="504825"/>
                </a:lnTo>
                <a:lnTo>
                  <a:pt x="485775" y="504825"/>
                </a:lnTo>
                <a:close/>
                <a:moveTo>
                  <a:pt x="476250" y="504825"/>
                </a:moveTo>
                <a:lnTo>
                  <a:pt x="485775" y="504825"/>
                </a:lnTo>
                <a:lnTo>
                  <a:pt x="485775" y="514350"/>
                </a:lnTo>
                <a:lnTo>
                  <a:pt x="476250" y="514350"/>
                </a:lnTo>
                <a:close/>
                <a:moveTo>
                  <a:pt x="142875" y="514350"/>
                </a:moveTo>
                <a:lnTo>
                  <a:pt x="152400" y="514350"/>
                </a:lnTo>
                <a:lnTo>
                  <a:pt x="152400" y="523875"/>
                </a:lnTo>
                <a:lnTo>
                  <a:pt x="142875" y="523875"/>
                </a:lnTo>
                <a:close/>
                <a:moveTo>
                  <a:pt x="466725" y="514350"/>
                </a:moveTo>
                <a:lnTo>
                  <a:pt x="476250" y="514350"/>
                </a:lnTo>
                <a:lnTo>
                  <a:pt x="476250" y="523875"/>
                </a:lnTo>
                <a:lnTo>
                  <a:pt x="466725" y="523875"/>
                </a:lnTo>
                <a:close/>
                <a:moveTo>
                  <a:pt x="152400" y="523875"/>
                </a:moveTo>
                <a:lnTo>
                  <a:pt x="161925" y="523875"/>
                </a:lnTo>
                <a:lnTo>
                  <a:pt x="161925" y="533400"/>
                </a:lnTo>
                <a:lnTo>
                  <a:pt x="152400" y="533400"/>
                </a:lnTo>
                <a:close/>
                <a:moveTo>
                  <a:pt x="171450" y="533400"/>
                </a:moveTo>
                <a:lnTo>
                  <a:pt x="180975" y="533400"/>
                </a:lnTo>
                <a:lnTo>
                  <a:pt x="180975" y="542925"/>
                </a:lnTo>
                <a:lnTo>
                  <a:pt x="171450" y="542925"/>
                </a:lnTo>
                <a:close/>
                <a:moveTo>
                  <a:pt x="438150" y="533400"/>
                </a:moveTo>
                <a:lnTo>
                  <a:pt x="447675" y="533400"/>
                </a:lnTo>
                <a:lnTo>
                  <a:pt x="447675" y="542925"/>
                </a:lnTo>
                <a:lnTo>
                  <a:pt x="438150" y="542925"/>
                </a:lnTo>
                <a:close/>
                <a:moveTo>
                  <a:pt x="190500" y="542925"/>
                </a:moveTo>
                <a:lnTo>
                  <a:pt x="200025" y="542925"/>
                </a:lnTo>
                <a:lnTo>
                  <a:pt x="200025" y="552450"/>
                </a:lnTo>
                <a:lnTo>
                  <a:pt x="190500" y="552450"/>
                </a:lnTo>
                <a:close/>
                <a:moveTo>
                  <a:pt x="419100" y="542925"/>
                </a:moveTo>
                <a:lnTo>
                  <a:pt x="428625" y="542925"/>
                </a:lnTo>
                <a:lnTo>
                  <a:pt x="428625" y="552450"/>
                </a:lnTo>
                <a:lnTo>
                  <a:pt x="419100" y="552450"/>
                </a:lnTo>
                <a:close/>
                <a:moveTo>
                  <a:pt x="209550" y="552450"/>
                </a:moveTo>
                <a:lnTo>
                  <a:pt x="219075" y="552450"/>
                </a:lnTo>
                <a:lnTo>
                  <a:pt x="219075" y="561975"/>
                </a:lnTo>
                <a:lnTo>
                  <a:pt x="209550" y="561975"/>
                </a:lnTo>
                <a:close/>
                <a:moveTo>
                  <a:pt x="400050" y="552450"/>
                </a:moveTo>
                <a:lnTo>
                  <a:pt x="409575" y="552450"/>
                </a:lnTo>
                <a:lnTo>
                  <a:pt x="409575" y="561975"/>
                </a:lnTo>
                <a:lnTo>
                  <a:pt x="400050" y="561975"/>
                </a:lnTo>
                <a:close/>
                <a:moveTo>
                  <a:pt x="238125" y="561975"/>
                </a:moveTo>
                <a:lnTo>
                  <a:pt x="257175" y="561975"/>
                </a:lnTo>
                <a:lnTo>
                  <a:pt x="257175" y="571500"/>
                </a:lnTo>
                <a:lnTo>
                  <a:pt x="238125" y="571500"/>
                </a:lnTo>
                <a:close/>
                <a:moveTo>
                  <a:pt x="361950" y="561975"/>
                </a:moveTo>
                <a:lnTo>
                  <a:pt x="381000" y="561975"/>
                </a:lnTo>
                <a:lnTo>
                  <a:pt x="381000" y="571500"/>
                </a:lnTo>
                <a:lnTo>
                  <a:pt x="361950" y="571500"/>
                </a:lnTo>
                <a:close/>
                <a:moveTo>
                  <a:pt x="285750" y="571500"/>
                </a:moveTo>
                <a:lnTo>
                  <a:pt x="333375" y="571500"/>
                </a:lnTo>
                <a:lnTo>
                  <a:pt x="333375" y="581025"/>
                </a:lnTo>
                <a:lnTo>
                  <a:pt x="285750" y="581025"/>
                </a:lnTo>
                <a:close/>
              </a:path>
            </a:pathLst>
          </a:custGeom>
          <a:solidFill xmlns:a="http://schemas.openxmlformats.org/drawingml/2006/main">
            <a:srgbClr val="5A6D5D"/>
          </a:solidFill>
          <a:ln xmlns:a="http://schemas.openxmlformats.org/drawingml/2006/main" w="0">
            <a:noFill/>
          </a:ln>
        </p:spPr>
      </p:sp>
      <p:sp>
        <p:nvSpPr>
          <p:cNvPr id="44" name="check vector #2c4b39">
            <a:extLst xmlns:a="http://schemas.openxmlformats.org/drawingml/2006/main">
              <a:ext uri="{FF2B5EF4-FFF2-40B4-BE49-F238E27FC236}">
                <a16:creationId xmlns:a16="http://schemas.microsoft.com/office/drawing/2014/main" id="{D5E146B0-1F9A-4C78-B0B8-A95D8C9DFD4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71525" y="1819275"/>
            <a:ext cx="742950" cy="723900"/>
          </a:xfrm>
          <a:custGeom xmlns:a="http://schemas.openxmlformats.org/drawingml/2006/main">
            <a:pathLst>
              <a:path w="628650" h="609600">
                <a:moveTo>
                  <a:pt x="285750" y="38100"/>
                </a:moveTo>
                <a:lnTo>
                  <a:pt x="333375" y="38100"/>
                </a:lnTo>
                <a:lnTo>
                  <a:pt x="333375" y="47625"/>
                </a:lnTo>
                <a:lnTo>
                  <a:pt x="285750" y="47625"/>
                </a:lnTo>
                <a:close/>
                <a:moveTo>
                  <a:pt x="342900" y="47625"/>
                </a:moveTo>
                <a:lnTo>
                  <a:pt x="381000" y="47625"/>
                </a:lnTo>
                <a:lnTo>
                  <a:pt x="381000" y="57150"/>
                </a:lnTo>
                <a:lnTo>
                  <a:pt x="342900" y="57150"/>
                </a:lnTo>
                <a:close/>
                <a:moveTo>
                  <a:pt x="381000" y="57150"/>
                </a:moveTo>
                <a:lnTo>
                  <a:pt x="409575" y="57150"/>
                </a:lnTo>
                <a:lnTo>
                  <a:pt x="409575" y="66675"/>
                </a:lnTo>
                <a:lnTo>
                  <a:pt x="428625" y="66675"/>
                </a:lnTo>
                <a:lnTo>
                  <a:pt x="428625" y="76200"/>
                </a:lnTo>
                <a:lnTo>
                  <a:pt x="447675" y="76200"/>
                </a:lnTo>
                <a:lnTo>
                  <a:pt x="447675" y="85725"/>
                </a:lnTo>
                <a:lnTo>
                  <a:pt x="457200" y="85725"/>
                </a:lnTo>
                <a:lnTo>
                  <a:pt x="457200" y="95250"/>
                </a:lnTo>
                <a:lnTo>
                  <a:pt x="428625" y="95250"/>
                </a:lnTo>
                <a:lnTo>
                  <a:pt x="428625" y="85725"/>
                </a:lnTo>
                <a:lnTo>
                  <a:pt x="409575" y="85725"/>
                </a:lnTo>
                <a:lnTo>
                  <a:pt x="409575" y="76200"/>
                </a:lnTo>
                <a:lnTo>
                  <a:pt x="390525" y="76200"/>
                </a:lnTo>
                <a:lnTo>
                  <a:pt x="390525" y="66675"/>
                </a:lnTo>
                <a:lnTo>
                  <a:pt x="381000" y="66675"/>
                </a:lnTo>
                <a:close/>
                <a:moveTo>
                  <a:pt x="190500" y="66675"/>
                </a:moveTo>
                <a:lnTo>
                  <a:pt x="200025" y="66675"/>
                </a:lnTo>
                <a:lnTo>
                  <a:pt x="200025" y="76200"/>
                </a:lnTo>
                <a:lnTo>
                  <a:pt x="190500" y="76200"/>
                </a:lnTo>
                <a:close/>
                <a:moveTo>
                  <a:pt x="171450" y="76200"/>
                </a:moveTo>
                <a:lnTo>
                  <a:pt x="180975" y="76200"/>
                </a:lnTo>
                <a:lnTo>
                  <a:pt x="180975" y="85725"/>
                </a:lnTo>
                <a:lnTo>
                  <a:pt x="171450" y="85725"/>
                </a:lnTo>
                <a:close/>
                <a:moveTo>
                  <a:pt x="152400" y="85725"/>
                </a:moveTo>
                <a:lnTo>
                  <a:pt x="171450" y="85725"/>
                </a:lnTo>
                <a:lnTo>
                  <a:pt x="171450" y="95250"/>
                </a:lnTo>
                <a:lnTo>
                  <a:pt x="180975" y="95250"/>
                </a:lnTo>
                <a:lnTo>
                  <a:pt x="180975" y="104775"/>
                </a:lnTo>
                <a:lnTo>
                  <a:pt x="142875" y="104775"/>
                </a:lnTo>
                <a:lnTo>
                  <a:pt x="142875" y="95250"/>
                </a:lnTo>
                <a:lnTo>
                  <a:pt x="152400" y="95250"/>
                </a:lnTo>
                <a:close/>
                <a:moveTo>
                  <a:pt x="466725" y="95250"/>
                </a:moveTo>
                <a:lnTo>
                  <a:pt x="476250" y="95250"/>
                </a:lnTo>
                <a:lnTo>
                  <a:pt x="476250" y="104775"/>
                </a:lnTo>
                <a:lnTo>
                  <a:pt x="466725" y="104775"/>
                </a:lnTo>
                <a:close/>
                <a:moveTo>
                  <a:pt x="133350" y="104775"/>
                </a:moveTo>
                <a:lnTo>
                  <a:pt x="142875" y="104775"/>
                </a:lnTo>
                <a:lnTo>
                  <a:pt x="142875" y="114300"/>
                </a:lnTo>
                <a:lnTo>
                  <a:pt x="133350" y="114300"/>
                </a:lnTo>
                <a:close/>
                <a:moveTo>
                  <a:pt x="504825" y="133350"/>
                </a:moveTo>
                <a:lnTo>
                  <a:pt x="514350" y="133350"/>
                </a:lnTo>
                <a:lnTo>
                  <a:pt x="514350" y="142875"/>
                </a:lnTo>
                <a:lnTo>
                  <a:pt x="504825" y="142875"/>
                </a:lnTo>
                <a:close/>
                <a:moveTo>
                  <a:pt x="514350" y="142875"/>
                </a:moveTo>
                <a:lnTo>
                  <a:pt x="523875" y="142875"/>
                </a:lnTo>
                <a:lnTo>
                  <a:pt x="523875" y="161925"/>
                </a:lnTo>
                <a:lnTo>
                  <a:pt x="533400" y="161925"/>
                </a:lnTo>
                <a:lnTo>
                  <a:pt x="533400" y="180975"/>
                </a:lnTo>
                <a:lnTo>
                  <a:pt x="542925" y="180975"/>
                </a:lnTo>
                <a:lnTo>
                  <a:pt x="542925" y="200025"/>
                </a:lnTo>
                <a:lnTo>
                  <a:pt x="552450" y="200025"/>
                </a:lnTo>
                <a:lnTo>
                  <a:pt x="552450" y="219075"/>
                </a:lnTo>
                <a:lnTo>
                  <a:pt x="561975" y="219075"/>
                </a:lnTo>
                <a:lnTo>
                  <a:pt x="561975" y="238125"/>
                </a:lnTo>
                <a:lnTo>
                  <a:pt x="533400" y="238125"/>
                </a:lnTo>
                <a:lnTo>
                  <a:pt x="533400" y="228600"/>
                </a:lnTo>
                <a:lnTo>
                  <a:pt x="523875" y="228600"/>
                </a:lnTo>
                <a:lnTo>
                  <a:pt x="523875" y="200025"/>
                </a:lnTo>
                <a:lnTo>
                  <a:pt x="514350" y="200025"/>
                </a:lnTo>
                <a:lnTo>
                  <a:pt x="514350" y="180975"/>
                </a:lnTo>
                <a:lnTo>
                  <a:pt x="504825" y="180975"/>
                </a:lnTo>
                <a:lnTo>
                  <a:pt x="504825" y="152400"/>
                </a:lnTo>
                <a:lnTo>
                  <a:pt x="514350" y="152400"/>
                </a:lnTo>
                <a:close/>
                <a:moveTo>
                  <a:pt x="76200" y="171450"/>
                </a:moveTo>
                <a:lnTo>
                  <a:pt x="85725" y="171450"/>
                </a:lnTo>
                <a:lnTo>
                  <a:pt x="85725" y="180975"/>
                </a:lnTo>
                <a:lnTo>
                  <a:pt x="76200" y="180975"/>
                </a:lnTo>
                <a:close/>
                <a:moveTo>
                  <a:pt x="447675" y="190500"/>
                </a:moveTo>
                <a:lnTo>
                  <a:pt x="457200" y="190500"/>
                </a:lnTo>
                <a:lnTo>
                  <a:pt x="457200" y="200025"/>
                </a:lnTo>
                <a:lnTo>
                  <a:pt x="447675" y="200025"/>
                </a:lnTo>
                <a:close/>
                <a:moveTo>
                  <a:pt x="457200" y="200025"/>
                </a:moveTo>
                <a:lnTo>
                  <a:pt x="466725" y="200025"/>
                </a:lnTo>
                <a:lnTo>
                  <a:pt x="466725" y="209550"/>
                </a:lnTo>
                <a:lnTo>
                  <a:pt x="457200" y="209550"/>
                </a:lnTo>
                <a:close/>
                <a:moveTo>
                  <a:pt x="57150" y="209550"/>
                </a:moveTo>
                <a:lnTo>
                  <a:pt x="66675" y="209550"/>
                </a:lnTo>
                <a:lnTo>
                  <a:pt x="66675" y="247650"/>
                </a:lnTo>
                <a:lnTo>
                  <a:pt x="57150" y="247650"/>
                </a:lnTo>
                <a:lnTo>
                  <a:pt x="57150" y="257175"/>
                </a:lnTo>
                <a:lnTo>
                  <a:pt x="47625" y="257175"/>
                </a:lnTo>
                <a:lnTo>
                  <a:pt x="47625" y="238125"/>
                </a:lnTo>
                <a:lnTo>
                  <a:pt x="57150" y="238125"/>
                </a:lnTo>
                <a:close/>
                <a:moveTo>
                  <a:pt x="457200" y="228600"/>
                </a:moveTo>
                <a:lnTo>
                  <a:pt x="466725" y="228600"/>
                </a:lnTo>
                <a:lnTo>
                  <a:pt x="466725" y="238125"/>
                </a:lnTo>
                <a:lnTo>
                  <a:pt x="457200" y="238125"/>
                </a:lnTo>
                <a:close/>
                <a:moveTo>
                  <a:pt x="447675" y="238125"/>
                </a:moveTo>
                <a:lnTo>
                  <a:pt x="457200" y="238125"/>
                </a:lnTo>
                <a:lnTo>
                  <a:pt x="457200" y="247650"/>
                </a:lnTo>
                <a:lnTo>
                  <a:pt x="447675" y="247650"/>
                </a:lnTo>
                <a:close/>
                <a:moveTo>
                  <a:pt x="438150" y="257175"/>
                </a:moveTo>
                <a:lnTo>
                  <a:pt x="447675" y="257175"/>
                </a:lnTo>
                <a:lnTo>
                  <a:pt x="447675" y="266700"/>
                </a:lnTo>
                <a:lnTo>
                  <a:pt x="438150" y="266700"/>
                </a:lnTo>
                <a:close/>
                <a:moveTo>
                  <a:pt x="561975" y="257175"/>
                </a:moveTo>
                <a:lnTo>
                  <a:pt x="571500" y="257175"/>
                </a:lnTo>
                <a:lnTo>
                  <a:pt x="571500" y="266700"/>
                </a:lnTo>
                <a:lnTo>
                  <a:pt x="561975" y="266700"/>
                </a:lnTo>
                <a:close/>
                <a:moveTo>
                  <a:pt x="428625" y="266700"/>
                </a:moveTo>
                <a:lnTo>
                  <a:pt x="438150" y="266700"/>
                </a:lnTo>
                <a:lnTo>
                  <a:pt x="438150" y="276225"/>
                </a:lnTo>
                <a:lnTo>
                  <a:pt x="428625" y="276225"/>
                </a:lnTo>
                <a:close/>
                <a:moveTo>
                  <a:pt x="419100" y="276225"/>
                </a:moveTo>
                <a:lnTo>
                  <a:pt x="428625" y="276225"/>
                </a:lnTo>
                <a:lnTo>
                  <a:pt x="428625" y="285750"/>
                </a:lnTo>
                <a:lnTo>
                  <a:pt x="419100" y="285750"/>
                </a:lnTo>
                <a:close/>
                <a:moveTo>
                  <a:pt x="161925" y="285750"/>
                </a:moveTo>
                <a:lnTo>
                  <a:pt x="171450" y="285750"/>
                </a:lnTo>
                <a:lnTo>
                  <a:pt x="171450" y="295275"/>
                </a:lnTo>
                <a:lnTo>
                  <a:pt x="161925" y="295275"/>
                </a:lnTo>
                <a:close/>
                <a:moveTo>
                  <a:pt x="152400" y="295275"/>
                </a:moveTo>
                <a:lnTo>
                  <a:pt x="161925" y="295275"/>
                </a:lnTo>
                <a:lnTo>
                  <a:pt x="161925" y="304800"/>
                </a:lnTo>
                <a:lnTo>
                  <a:pt x="152400" y="304800"/>
                </a:lnTo>
                <a:close/>
                <a:moveTo>
                  <a:pt x="561975" y="295275"/>
                </a:moveTo>
                <a:lnTo>
                  <a:pt x="571500" y="295275"/>
                </a:lnTo>
                <a:lnTo>
                  <a:pt x="571500" y="361950"/>
                </a:lnTo>
                <a:lnTo>
                  <a:pt x="561975" y="361950"/>
                </a:lnTo>
                <a:lnTo>
                  <a:pt x="561975" y="390525"/>
                </a:lnTo>
                <a:lnTo>
                  <a:pt x="552450" y="390525"/>
                </a:lnTo>
                <a:lnTo>
                  <a:pt x="552450" y="381000"/>
                </a:lnTo>
                <a:lnTo>
                  <a:pt x="533400" y="381000"/>
                </a:lnTo>
                <a:lnTo>
                  <a:pt x="533400" y="371475"/>
                </a:lnTo>
                <a:lnTo>
                  <a:pt x="542925" y="371475"/>
                </a:lnTo>
                <a:lnTo>
                  <a:pt x="542925" y="304800"/>
                </a:lnTo>
                <a:lnTo>
                  <a:pt x="561975" y="304800"/>
                </a:lnTo>
                <a:close/>
                <a:moveTo>
                  <a:pt x="47625" y="361950"/>
                </a:moveTo>
                <a:lnTo>
                  <a:pt x="57150" y="361950"/>
                </a:lnTo>
                <a:lnTo>
                  <a:pt x="57150" y="371475"/>
                </a:lnTo>
                <a:lnTo>
                  <a:pt x="47625" y="371475"/>
                </a:lnTo>
                <a:close/>
                <a:moveTo>
                  <a:pt x="190500" y="371475"/>
                </a:moveTo>
                <a:lnTo>
                  <a:pt x="200025" y="371475"/>
                </a:lnTo>
                <a:lnTo>
                  <a:pt x="200025" y="381000"/>
                </a:lnTo>
                <a:lnTo>
                  <a:pt x="209550" y="381000"/>
                </a:lnTo>
                <a:lnTo>
                  <a:pt x="209550" y="390525"/>
                </a:lnTo>
                <a:lnTo>
                  <a:pt x="219075" y="390525"/>
                </a:lnTo>
                <a:lnTo>
                  <a:pt x="219075" y="400050"/>
                </a:lnTo>
                <a:lnTo>
                  <a:pt x="228600" y="400050"/>
                </a:lnTo>
                <a:lnTo>
                  <a:pt x="228600" y="409575"/>
                </a:lnTo>
                <a:lnTo>
                  <a:pt x="238125" y="409575"/>
                </a:lnTo>
                <a:lnTo>
                  <a:pt x="238125" y="419100"/>
                </a:lnTo>
                <a:lnTo>
                  <a:pt x="257175" y="419100"/>
                </a:lnTo>
                <a:lnTo>
                  <a:pt x="257175" y="428625"/>
                </a:lnTo>
                <a:lnTo>
                  <a:pt x="276225" y="428625"/>
                </a:lnTo>
                <a:lnTo>
                  <a:pt x="276225" y="419100"/>
                </a:lnTo>
                <a:lnTo>
                  <a:pt x="285750" y="419100"/>
                </a:lnTo>
                <a:lnTo>
                  <a:pt x="285750" y="409575"/>
                </a:lnTo>
                <a:lnTo>
                  <a:pt x="295275" y="409575"/>
                </a:lnTo>
                <a:lnTo>
                  <a:pt x="295275" y="400050"/>
                </a:lnTo>
                <a:lnTo>
                  <a:pt x="304800" y="400050"/>
                </a:lnTo>
                <a:lnTo>
                  <a:pt x="304800" y="390525"/>
                </a:lnTo>
                <a:lnTo>
                  <a:pt x="314325" y="390525"/>
                </a:lnTo>
                <a:lnTo>
                  <a:pt x="314325" y="381000"/>
                </a:lnTo>
                <a:lnTo>
                  <a:pt x="323850" y="381000"/>
                </a:lnTo>
                <a:lnTo>
                  <a:pt x="323850" y="400050"/>
                </a:lnTo>
                <a:lnTo>
                  <a:pt x="314325" y="400050"/>
                </a:lnTo>
                <a:lnTo>
                  <a:pt x="314325" y="409575"/>
                </a:lnTo>
                <a:lnTo>
                  <a:pt x="304800" y="409575"/>
                </a:lnTo>
                <a:lnTo>
                  <a:pt x="304800" y="419100"/>
                </a:lnTo>
                <a:lnTo>
                  <a:pt x="295275" y="419100"/>
                </a:lnTo>
                <a:lnTo>
                  <a:pt x="295275" y="428625"/>
                </a:lnTo>
                <a:lnTo>
                  <a:pt x="285750" y="428625"/>
                </a:lnTo>
                <a:lnTo>
                  <a:pt x="285750" y="438150"/>
                </a:lnTo>
                <a:lnTo>
                  <a:pt x="247650" y="438150"/>
                </a:lnTo>
                <a:lnTo>
                  <a:pt x="247650" y="428625"/>
                </a:lnTo>
                <a:lnTo>
                  <a:pt x="228600" y="428625"/>
                </a:lnTo>
                <a:lnTo>
                  <a:pt x="228600" y="419100"/>
                </a:lnTo>
                <a:lnTo>
                  <a:pt x="219075" y="419100"/>
                </a:lnTo>
                <a:lnTo>
                  <a:pt x="219075" y="409575"/>
                </a:lnTo>
                <a:lnTo>
                  <a:pt x="209550" y="409575"/>
                </a:lnTo>
                <a:lnTo>
                  <a:pt x="209550" y="400050"/>
                </a:lnTo>
                <a:lnTo>
                  <a:pt x="190500" y="400050"/>
                </a:lnTo>
                <a:close/>
                <a:moveTo>
                  <a:pt x="57150" y="390525"/>
                </a:moveTo>
                <a:lnTo>
                  <a:pt x="66675" y="390525"/>
                </a:lnTo>
                <a:lnTo>
                  <a:pt x="66675" y="400050"/>
                </a:lnTo>
                <a:lnTo>
                  <a:pt x="57150" y="400050"/>
                </a:lnTo>
                <a:close/>
                <a:moveTo>
                  <a:pt x="66675" y="409575"/>
                </a:moveTo>
                <a:lnTo>
                  <a:pt x="76200" y="409575"/>
                </a:lnTo>
                <a:lnTo>
                  <a:pt x="76200" y="419100"/>
                </a:lnTo>
                <a:lnTo>
                  <a:pt x="85725" y="419100"/>
                </a:lnTo>
                <a:lnTo>
                  <a:pt x="85725" y="438150"/>
                </a:lnTo>
                <a:lnTo>
                  <a:pt x="76200" y="438150"/>
                </a:lnTo>
                <a:lnTo>
                  <a:pt x="76200" y="428625"/>
                </a:lnTo>
                <a:lnTo>
                  <a:pt x="66675" y="428625"/>
                </a:lnTo>
                <a:close/>
                <a:moveTo>
                  <a:pt x="542925" y="409575"/>
                </a:moveTo>
                <a:lnTo>
                  <a:pt x="552450" y="409575"/>
                </a:lnTo>
                <a:lnTo>
                  <a:pt x="552450" y="419100"/>
                </a:lnTo>
                <a:lnTo>
                  <a:pt x="542925" y="419100"/>
                </a:lnTo>
                <a:close/>
                <a:moveTo>
                  <a:pt x="533400" y="428625"/>
                </a:moveTo>
                <a:lnTo>
                  <a:pt x="542925" y="428625"/>
                </a:lnTo>
                <a:lnTo>
                  <a:pt x="542925" y="438150"/>
                </a:lnTo>
                <a:lnTo>
                  <a:pt x="533400" y="438150"/>
                </a:lnTo>
                <a:close/>
                <a:moveTo>
                  <a:pt x="85725" y="438150"/>
                </a:moveTo>
                <a:lnTo>
                  <a:pt x="104775" y="438150"/>
                </a:lnTo>
                <a:lnTo>
                  <a:pt x="104775" y="447675"/>
                </a:lnTo>
                <a:lnTo>
                  <a:pt x="114300" y="447675"/>
                </a:lnTo>
                <a:lnTo>
                  <a:pt x="114300" y="466725"/>
                </a:lnTo>
                <a:lnTo>
                  <a:pt x="123825" y="466725"/>
                </a:lnTo>
                <a:lnTo>
                  <a:pt x="123825" y="476250"/>
                </a:lnTo>
                <a:lnTo>
                  <a:pt x="133350" y="476250"/>
                </a:lnTo>
                <a:lnTo>
                  <a:pt x="133350" y="495300"/>
                </a:lnTo>
                <a:lnTo>
                  <a:pt x="142875" y="495300"/>
                </a:lnTo>
                <a:lnTo>
                  <a:pt x="142875" y="514350"/>
                </a:lnTo>
                <a:lnTo>
                  <a:pt x="133350" y="514350"/>
                </a:lnTo>
                <a:lnTo>
                  <a:pt x="133350" y="504825"/>
                </a:lnTo>
                <a:lnTo>
                  <a:pt x="123825" y="504825"/>
                </a:lnTo>
                <a:lnTo>
                  <a:pt x="123825" y="495300"/>
                </a:lnTo>
                <a:lnTo>
                  <a:pt x="114300" y="495300"/>
                </a:lnTo>
                <a:lnTo>
                  <a:pt x="114300" y="485775"/>
                </a:lnTo>
                <a:lnTo>
                  <a:pt x="104775" y="485775"/>
                </a:lnTo>
                <a:lnTo>
                  <a:pt x="104775" y="466725"/>
                </a:lnTo>
                <a:lnTo>
                  <a:pt x="95250" y="466725"/>
                </a:lnTo>
                <a:lnTo>
                  <a:pt x="95250" y="457200"/>
                </a:lnTo>
                <a:lnTo>
                  <a:pt x="85725" y="457200"/>
                </a:lnTo>
                <a:close/>
                <a:moveTo>
                  <a:pt x="523875" y="447675"/>
                </a:moveTo>
                <a:lnTo>
                  <a:pt x="533400" y="447675"/>
                </a:lnTo>
                <a:lnTo>
                  <a:pt x="533400" y="457200"/>
                </a:lnTo>
                <a:lnTo>
                  <a:pt x="523875" y="457200"/>
                </a:lnTo>
                <a:close/>
                <a:moveTo>
                  <a:pt x="485775" y="476250"/>
                </a:moveTo>
                <a:lnTo>
                  <a:pt x="504825" y="476250"/>
                </a:lnTo>
                <a:lnTo>
                  <a:pt x="504825" y="485775"/>
                </a:lnTo>
                <a:lnTo>
                  <a:pt x="495300" y="485775"/>
                </a:lnTo>
                <a:lnTo>
                  <a:pt x="495300" y="495300"/>
                </a:lnTo>
                <a:lnTo>
                  <a:pt x="485775" y="495300"/>
                </a:lnTo>
                <a:lnTo>
                  <a:pt x="485775" y="504825"/>
                </a:lnTo>
                <a:lnTo>
                  <a:pt x="476250" y="504825"/>
                </a:lnTo>
                <a:lnTo>
                  <a:pt x="476250" y="514350"/>
                </a:lnTo>
                <a:lnTo>
                  <a:pt x="466725" y="514350"/>
                </a:lnTo>
                <a:lnTo>
                  <a:pt x="466725" y="523875"/>
                </a:lnTo>
                <a:lnTo>
                  <a:pt x="457200" y="523875"/>
                </a:lnTo>
                <a:lnTo>
                  <a:pt x="457200" y="533400"/>
                </a:lnTo>
                <a:lnTo>
                  <a:pt x="438150" y="533400"/>
                </a:lnTo>
                <a:lnTo>
                  <a:pt x="438150" y="523875"/>
                </a:lnTo>
                <a:lnTo>
                  <a:pt x="447675" y="523875"/>
                </a:lnTo>
                <a:lnTo>
                  <a:pt x="447675" y="504825"/>
                </a:lnTo>
                <a:lnTo>
                  <a:pt x="457200" y="504825"/>
                </a:lnTo>
                <a:lnTo>
                  <a:pt x="457200" y="495300"/>
                </a:lnTo>
                <a:lnTo>
                  <a:pt x="476250" y="495300"/>
                </a:lnTo>
                <a:lnTo>
                  <a:pt x="476250" y="485775"/>
                </a:lnTo>
                <a:lnTo>
                  <a:pt x="485775" y="485775"/>
                </a:lnTo>
                <a:close/>
                <a:moveTo>
                  <a:pt x="161925" y="523875"/>
                </a:moveTo>
                <a:lnTo>
                  <a:pt x="171450" y="523875"/>
                </a:lnTo>
                <a:lnTo>
                  <a:pt x="171450" y="533400"/>
                </a:lnTo>
                <a:lnTo>
                  <a:pt x="161925" y="533400"/>
                </a:lnTo>
                <a:close/>
                <a:moveTo>
                  <a:pt x="428625" y="533400"/>
                </a:moveTo>
                <a:lnTo>
                  <a:pt x="438150" y="533400"/>
                </a:lnTo>
                <a:lnTo>
                  <a:pt x="438150" y="542925"/>
                </a:lnTo>
                <a:lnTo>
                  <a:pt x="428625" y="542925"/>
                </a:lnTo>
                <a:close/>
                <a:moveTo>
                  <a:pt x="400050" y="542925"/>
                </a:moveTo>
                <a:lnTo>
                  <a:pt x="419100" y="542925"/>
                </a:lnTo>
                <a:lnTo>
                  <a:pt x="419100" y="552450"/>
                </a:lnTo>
                <a:lnTo>
                  <a:pt x="400050" y="552450"/>
                </a:lnTo>
                <a:close/>
                <a:moveTo>
                  <a:pt x="219075" y="552450"/>
                </a:moveTo>
                <a:lnTo>
                  <a:pt x="228600" y="552450"/>
                </a:lnTo>
                <a:lnTo>
                  <a:pt x="228600" y="561975"/>
                </a:lnTo>
                <a:lnTo>
                  <a:pt x="219075" y="561975"/>
                </a:lnTo>
                <a:close/>
                <a:moveTo>
                  <a:pt x="390525" y="552450"/>
                </a:moveTo>
                <a:lnTo>
                  <a:pt x="400050" y="552450"/>
                </a:lnTo>
                <a:lnTo>
                  <a:pt x="400050" y="561975"/>
                </a:lnTo>
                <a:lnTo>
                  <a:pt x="390525" y="561975"/>
                </a:lnTo>
                <a:close/>
                <a:moveTo>
                  <a:pt x="257175" y="561975"/>
                </a:moveTo>
                <a:lnTo>
                  <a:pt x="276225" y="561975"/>
                </a:lnTo>
                <a:lnTo>
                  <a:pt x="276225" y="571500"/>
                </a:lnTo>
                <a:lnTo>
                  <a:pt x="257175" y="571500"/>
                </a:lnTo>
                <a:close/>
                <a:moveTo>
                  <a:pt x="352425" y="561975"/>
                </a:moveTo>
                <a:lnTo>
                  <a:pt x="361950" y="561975"/>
                </a:lnTo>
                <a:lnTo>
                  <a:pt x="361950" y="571500"/>
                </a:lnTo>
                <a:lnTo>
                  <a:pt x="352425" y="571500"/>
                </a:lnTo>
                <a:close/>
              </a:path>
            </a:pathLst>
          </a:custGeom>
          <a:solidFill xmlns:a="http://schemas.openxmlformats.org/drawingml/2006/main">
            <a:srgbClr val="2C4B39"/>
          </a:solidFill>
          <a:ln xmlns:a="http://schemas.openxmlformats.org/drawingml/2006/main" w="0">
            <a:noFill/>
          </a:ln>
        </p:spPr>
      </p:sp>
      <p:sp>
        <p:nvSpPr>
          <p:cNvPr id="45" name="check vector #274b39">
            <a:extLst xmlns:a="http://schemas.openxmlformats.org/drawingml/2006/main">
              <a:ext uri="{FF2B5EF4-FFF2-40B4-BE49-F238E27FC236}">
                <a16:creationId xmlns:a16="http://schemas.microsoft.com/office/drawing/2014/main" id="{146FB0E7-725E-43E0-BD29-7835EBA9E3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71525" y="1819275"/>
            <a:ext cx="742950" cy="723900"/>
          </a:xfrm>
          <a:custGeom xmlns:a="http://schemas.openxmlformats.org/drawingml/2006/main">
            <a:pathLst>
              <a:path w="628650" h="609600">
                <a:moveTo>
                  <a:pt x="342900" y="57150"/>
                </a:moveTo>
                <a:lnTo>
                  <a:pt x="352425" y="57150"/>
                </a:lnTo>
                <a:lnTo>
                  <a:pt x="352425" y="76200"/>
                </a:lnTo>
                <a:lnTo>
                  <a:pt x="342900" y="76200"/>
                </a:lnTo>
                <a:close/>
                <a:moveTo>
                  <a:pt x="361950" y="66675"/>
                </a:moveTo>
                <a:lnTo>
                  <a:pt x="390525" y="66675"/>
                </a:lnTo>
                <a:lnTo>
                  <a:pt x="390525" y="76200"/>
                </a:lnTo>
                <a:lnTo>
                  <a:pt x="409575" y="76200"/>
                </a:lnTo>
                <a:lnTo>
                  <a:pt x="409575" y="85725"/>
                </a:lnTo>
                <a:lnTo>
                  <a:pt x="428625" y="85725"/>
                </a:lnTo>
                <a:lnTo>
                  <a:pt x="428625" y="95250"/>
                </a:lnTo>
                <a:lnTo>
                  <a:pt x="438150" y="95250"/>
                </a:lnTo>
                <a:lnTo>
                  <a:pt x="438150" y="104775"/>
                </a:lnTo>
                <a:lnTo>
                  <a:pt x="400050" y="104775"/>
                </a:lnTo>
                <a:lnTo>
                  <a:pt x="400050" y="95250"/>
                </a:lnTo>
                <a:lnTo>
                  <a:pt x="390525" y="95250"/>
                </a:lnTo>
                <a:lnTo>
                  <a:pt x="390525" y="85725"/>
                </a:lnTo>
                <a:lnTo>
                  <a:pt x="381000" y="85725"/>
                </a:lnTo>
                <a:lnTo>
                  <a:pt x="381000" y="76200"/>
                </a:lnTo>
                <a:lnTo>
                  <a:pt x="361950" y="76200"/>
                </a:lnTo>
                <a:close/>
                <a:moveTo>
                  <a:pt x="200025" y="85725"/>
                </a:moveTo>
                <a:lnTo>
                  <a:pt x="209550" y="85725"/>
                </a:lnTo>
                <a:lnTo>
                  <a:pt x="209550" y="95250"/>
                </a:lnTo>
                <a:lnTo>
                  <a:pt x="200025" y="95250"/>
                </a:lnTo>
                <a:close/>
                <a:moveTo>
                  <a:pt x="180975" y="95250"/>
                </a:moveTo>
                <a:lnTo>
                  <a:pt x="200025" y="95250"/>
                </a:lnTo>
                <a:lnTo>
                  <a:pt x="200025" y="104775"/>
                </a:lnTo>
                <a:lnTo>
                  <a:pt x="180975" y="104775"/>
                </a:lnTo>
                <a:close/>
                <a:moveTo>
                  <a:pt x="161925" y="104775"/>
                </a:moveTo>
                <a:lnTo>
                  <a:pt x="180975" y="104775"/>
                </a:lnTo>
                <a:lnTo>
                  <a:pt x="180975" y="114300"/>
                </a:lnTo>
                <a:lnTo>
                  <a:pt x="161925" y="114300"/>
                </a:lnTo>
                <a:close/>
                <a:moveTo>
                  <a:pt x="476250" y="152400"/>
                </a:moveTo>
                <a:lnTo>
                  <a:pt x="485775" y="152400"/>
                </a:lnTo>
                <a:lnTo>
                  <a:pt x="485775" y="161925"/>
                </a:lnTo>
                <a:lnTo>
                  <a:pt x="495300" y="161925"/>
                </a:lnTo>
                <a:lnTo>
                  <a:pt x="495300" y="152400"/>
                </a:lnTo>
                <a:lnTo>
                  <a:pt x="504825" y="152400"/>
                </a:lnTo>
                <a:lnTo>
                  <a:pt x="504825" y="180975"/>
                </a:lnTo>
                <a:lnTo>
                  <a:pt x="514350" y="180975"/>
                </a:lnTo>
                <a:lnTo>
                  <a:pt x="514350" y="200025"/>
                </a:lnTo>
                <a:lnTo>
                  <a:pt x="523875" y="200025"/>
                </a:lnTo>
                <a:lnTo>
                  <a:pt x="523875" y="228600"/>
                </a:lnTo>
                <a:lnTo>
                  <a:pt x="514350" y="228600"/>
                </a:lnTo>
                <a:lnTo>
                  <a:pt x="514350" y="209550"/>
                </a:lnTo>
                <a:lnTo>
                  <a:pt x="504825" y="209550"/>
                </a:lnTo>
                <a:lnTo>
                  <a:pt x="504825" y="190500"/>
                </a:lnTo>
                <a:lnTo>
                  <a:pt x="495300" y="190500"/>
                </a:lnTo>
                <a:lnTo>
                  <a:pt x="495300" y="180975"/>
                </a:lnTo>
                <a:lnTo>
                  <a:pt x="476250" y="180975"/>
                </a:lnTo>
                <a:lnTo>
                  <a:pt x="476250" y="219075"/>
                </a:lnTo>
                <a:lnTo>
                  <a:pt x="466725" y="219075"/>
                </a:lnTo>
                <a:lnTo>
                  <a:pt x="466725" y="200025"/>
                </a:lnTo>
                <a:lnTo>
                  <a:pt x="457200" y="200025"/>
                </a:lnTo>
                <a:lnTo>
                  <a:pt x="457200" y="180975"/>
                </a:lnTo>
                <a:lnTo>
                  <a:pt x="466725" y="180975"/>
                </a:lnTo>
                <a:lnTo>
                  <a:pt x="466725" y="161925"/>
                </a:lnTo>
                <a:lnTo>
                  <a:pt x="476250" y="161925"/>
                </a:lnTo>
                <a:close/>
                <a:moveTo>
                  <a:pt x="381000" y="200025"/>
                </a:moveTo>
                <a:lnTo>
                  <a:pt x="390525" y="200025"/>
                </a:lnTo>
                <a:lnTo>
                  <a:pt x="390525" y="209550"/>
                </a:lnTo>
                <a:lnTo>
                  <a:pt x="381000" y="209550"/>
                </a:lnTo>
                <a:close/>
                <a:moveTo>
                  <a:pt x="76200" y="209550"/>
                </a:moveTo>
                <a:lnTo>
                  <a:pt x="85725" y="209550"/>
                </a:lnTo>
                <a:lnTo>
                  <a:pt x="85725" y="247650"/>
                </a:lnTo>
                <a:lnTo>
                  <a:pt x="66675" y="247650"/>
                </a:lnTo>
                <a:lnTo>
                  <a:pt x="66675" y="219075"/>
                </a:lnTo>
                <a:lnTo>
                  <a:pt x="76200" y="219075"/>
                </a:lnTo>
                <a:close/>
                <a:moveTo>
                  <a:pt x="371475" y="209550"/>
                </a:moveTo>
                <a:lnTo>
                  <a:pt x="381000" y="209550"/>
                </a:lnTo>
                <a:lnTo>
                  <a:pt x="381000" y="219075"/>
                </a:lnTo>
                <a:lnTo>
                  <a:pt x="371475" y="219075"/>
                </a:lnTo>
                <a:close/>
                <a:moveTo>
                  <a:pt x="523875" y="228600"/>
                </a:moveTo>
                <a:lnTo>
                  <a:pt x="533400" y="228600"/>
                </a:lnTo>
                <a:lnTo>
                  <a:pt x="533400" y="238125"/>
                </a:lnTo>
                <a:lnTo>
                  <a:pt x="523875" y="238125"/>
                </a:lnTo>
                <a:close/>
                <a:moveTo>
                  <a:pt x="447675" y="247650"/>
                </a:moveTo>
                <a:lnTo>
                  <a:pt x="457200" y="247650"/>
                </a:lnTo>
                <a:lnTo>
                  <a:pt x="457200" y="285750"/>
                </a:lnTo>
                <a:lnTo>
                  <a:pt x="447675" y="285750"/>
                </a:lnTo>
                <a:lnTo>
                  <a:pt x="447675" y="304800"/>
                </a:lnTo>
                <a:lnTo>
                  <a:pt x="428625" y="304800"/>
                </a:lnTo>
                <a:lnTo>
                  <a:pt x="428625" y="276225"/>
                </a:lnTo>
                <a:lnTo>
                  <a:pt x="438150" y="276225"/>
                </a:lnTo>
                <a:lnTo>
                  <a:pt x="438150" y="266700"/>
                </a:lnTo>
                <a:lnTo>
                  <a:pt x="447675" y="266700"/>
                </a:lnTo>
                <a:close/>
                <a:moveTo>
                  <a:pt x="152400" y="276225"/>
                </a:moveTo>
                <a:lnTo>
                  <a:pt x="161925" y="276225"/>
                </a:lnTo>
                <a:lnTo>
                  <a:pt x="161925" y="295275"/>
                </a:lnTo>
                <a:lnTo>
                  <a:pt x="142875" y="295275"/>
                </a:lnTo>
                <a:lnTo>
                  <a:pt x="142875" y="285750"/>
                </a:lnTo>
                <a:lnTo>
                  <a:pt x="152400" y="285750"/>
                </a:lnTo>
                <a:close/>
                <a:moveTo>
                  <a:pt x="542925" y="295275"/>
                </a:moveTo>
                <a:lnTo>
                  <a:pt x="552450" y="295275"/>
                </a:lnTo>
                <a:lnTo>
                  <a:pt x="552450" y="304800"/>
                </a:lnTo>
                <a:lnTo>
                  <a:pt x="542925" y="304800"/>
                </a:lnTo>
                <a:close/>
                <a:moveTo>
                  <a:pt x="47625" y="304800"/>
                </a:moveTo>
                <a:lnTo>
                  <a:pt x="57150" y="304800"/>
                </a:lnTo>
                <a:lnTo>
                  <a:pt x="57150" y="323850"/>
                </a:lnTo>
                <a:lnTo>
                  <a:pt x="47625" y="323850"/>
                </a:lnTo>
                <a:close/>
                <a:moveTo>
                  <a:pt x="523875" y="304800"/>
                </a:moveTo>
                <a:lnTo>
                  <a:pt x="542925" y="304800"/>
                </a:lnTo>
                <a:lnTo>
                  <a:pt x="542925" y="352425"/>
                </a:lnTo>
                <a:lnTo>
                  <a:pt x="533400" y="352425"/>
                </a:lnTo>
                <a:lnTo>
                  <a:pt x="533400" y="323850"/>
                </a:lnTo>
                <a:lnTo>
                  <a:pt x="523875" y="323850"/>
                </a:lnTo>
                <a:close/>
                <a:moveTo>
                  <a:pt x="523875" y="361950"/>
                </a:moveTo>
                <a:lnTo>
                  <a:pt x="542925" y="361950"/>
                </a:lnTo>
                <a:lnTo>
                  <a:pt x="542925" y="371475"/>
                </a:lnTo>
                <a:lnTo>
                  <a:pt x="533400" y="371475"/>
                </a:lnTo>
                <a:lnTo>
                  <a:pt x="533400" y="381000"/>
                </a:lnTo>
                <a:lnTo>
                  <a:pt x="523875" y="381000"/>
                </a:lnTo>
                <a:close/>
                <a:moveTo>
                  <a:pt x="171450" y="381000"/>
                </a:moveTo>
                <a:lnTo>
                  <a:pt x="190500" y="381000"/>
                </a:lnTo>
                <a:lnTo>
                  <a:pt x="190500" y="400050"/>
                </a:lnTo>
                <a:lnTo>
                  <a:pt x="180975" y="400050"/>
                </a:lnTo>
                <a:lnTo>
                  <a:pt x="180975" y="390525"/>
                </a:lnTo>
                <a:lnTo>
                  <a:pt x="171450" y="390525"/>
                </a:lnTo>
                <a:close/>
                <a:moveTo>
                  <a:pt x="333375" y="381000"/>
                </a:moveTo>
                <a:lnTo>
                  <a:pt x="352425" y="381000"/>
                </a:lnTo>
                <a:lnTo>
                  <a:pt x="352425" y="390525"/>
                </a:lnTo>
                <a:lnTo>
                  <a:pt x="342900" y="390525"/>
                </a:lnTo>
                <a:lnTo>
                  <a:pt x="342900" y="400050"/>
                </a:lnTo>
                <a:lnTo>
                  <a:pt x="333375" y="400050"/>
                </a:lnTo>
                <a:lnTo>
                  <a:pt x="333375" y="409575"/>
                </a:lnTo>
                <a:lnTo>
                  <a:pt x="323850" y="409575"/>
                </a:lnTo>
                <a:lnTo>
                  <a:pt x="323850" y="419100"/>
                </a:lnTo>
                <a:lnTo>
                  <a:pt x="314325" y="419100"/>
                </a:lnTo>
                <a:lnTo>
                  <a:pt x="314325" y="438150"/>
                </a:lnTo>
                <a:lnTo>
                  <a:pt x="295275" y="438150"/>
                </a:lnTo>
                <a:lnTo>
                  <a:pt x="295275" y="419100"/>
                </a:lnTo>
                <a:lnTo>
                  <a:pt x="304800" y="419100"/>
                </a:lnTo>
                <a:lnTo>
                  <a:pt x="304800" y="409575"/>
                </a:lnTo>
                <a:lnTo>
                  <a:pt x="314325" y="409575"/>
                </a:lnTo>
                <a:lnTo>
                  <a:pt x="314325" y="400050"/>
                </a:lnTo>
                <a:lnTo>
                  <a:pt x="323850" y="400050"/>
                </a:lnTo>
                <a:lnTo>
                  <a:pt x="323850" y="390525"/>
                </a:lnTo>
                <a:lnTo>
                  <a:pt x="333375" y="390525"/>
                </a:lnTo>
                <a:close/>
                <a:moveTo>
                  <a:pt x="190500" y="400050"/>
                </a:moveTo>
                <a:lnTo>
                  <a:pt x="209550" y="400050"/>
                </a:lnTo>
                <a:lnTo>
                  <a:pt x="209550" y="409575"/>
                </a:lnTo>
                <a:lnTo>
                  <a:pt x="219075" y="409575"/>
                </a:lnTo>
                <a:lnTo>
                  <a:pt x="219075" y="419100"/>
                </a:lnTo>
                <a:lnTo>
                  <a:pt x="228600" y="419100"/>
                </a:lnTo>
                <a:lnTo>
                  <a:pt x="228600" y="428625"/>
                </a:lnTo>
                <a:lnTo>
                  <a:pt x="247650" y="428625"/>
                </a:lnTo>
                <a:lnTo>
                  <a:pt x="247650" y="438150"/>
                </a:lnTo>
                <a:lnTo>
                  <a:pt x="219075" y="438150"/>
                </a:lnTo>
                <a:lnTo>
                  <a:pt x="219075" y="428625"/>
                </a:lnTo>
                <a:lnTo>
                  <a:pt x="209550" y="428625"/>
                </a:lnTo>
                <a:lnTo>
                  <a:pt x="209550" y="419100"/>
                </a:lnTo>
                <a:lnTo>
                  <a:pt x="190500" y="419100"/>
                </a:lnTo>
                <a:close/>
                <a:moveTo>
                  <a:pt x="76200" y="409575"/>
                </a:moveTo>
                <a:lnTo>
                  <a:pt x="85725" y="409575"/>
                </a:lnTo>
                <a:lnTo>
                  <a:pt x="85725" y="419100"/>
                </a:lnTo>
                <a:lnTo>
                  <a:pt x="76200" y="419100"/>
                </a:lnTo>
                <a:close/>
                <a:moveTo>
                  <a:pt x="171450" y="428625"/>
                </a:moveTo>
                <a:lnTo>
                  <a:pt x="190500" y="428625"/>
                </a:lnTo>
                <a:lnTo>
                  <a:pt x="190500" y="438150"/>
                </a:lnTo>
                <a:lnTo>
                  <a:pt x="180975" y="438150"/>
                </a:lnTo>
                <a:lnTo>
                  <a:pt x="180975" y="447675"/>
                </a:lnTo>
                <a:lnTo>
                  <a:pt x="171450" y="447675"/>
                </a:lnTo>
                <a:lnTo>
                  <a:pt x="171450" y="457200"/>
                </a:lnTo>
                <a:lnTo>
                  <a:pt x="161925" y="457200"/>
                </a:lnTo>
                <a:lnTo>
                  <a:pt x="161925" y="466725"/>
                </a:lnTo>
                <a:lnTo>
                  <a:pt x="152400" y="466725"/>
                </a:lnTo>
                <a:lnTo>
                  <a:pt x="152400" y="485775"/>
                </a:lnTo>
                <a:lnTo>
                  <a:pt x="142875" y="485775"/>
                </a:lnTo>
                <a:lnTo>
                  <a:pt x="142875" y="476250"/>
                </a:lnTo>
                <a:lnTo>
                  <a:pt x="123825" y="476250"/>
                </a:lnTo>
                <a:lnTo>
                  <a:pt x="123825" y="466725"/>
                </a:lnTo>
                <a:lnTo>
                  <a:pt x="114300" y="466725"/>
                </a:lnTo>
                <a:lnTo>
                  <a:pt x="114300" y="447675"/>
                </a:lnTo>
                <a:lnTo>
                  <a:pt x="104775" y="447675"/>
                </a:lnTo>
                <a:lnTo>
                  <a:pt x="104775" y="438150"/>
                </a:lnTo>
                <a:lnTo>
                  <a:pt x="171450" y="438150"/>
                </a:lnTo>
                <a:close/>
                <a:moveTo>
                  <a:pt x="285750" y="438150"/>
                </a:moveTo>
                <a:lnTo>
                  <a:pt x="295275" y="438150"/>
                </a:lnTo>
                <a:lnTo>
                  <a:pt x="295275" y="447675"/>
                </a:lnTo>
                <a:lnTo>
                  <a:pt x="285750" y="447675"/>
                </a:lnTo>
                <a:close/>
                <a:moveTo>
                  <a:pt x="476250" y="466725"/>
                </a:moveTo>
                <a:lnTo>
                  <a:pt x="485775" y="466725"/>
                </a:lnTo>
                <a:lnTo>
                  <a:pt x="485775" y="485775"/>
                </a:lnTo>
                <a:lnTo>
                  <a:pt x="476250" y="485775"/>
                </a:lnTo>
                <a:lnTo>
                  <a:pt x="476250" y="495300"/>
                </a:lnTo>
                <a:lnTo>
                  <a:pt x="457200" y="495300"/>
                </a:lnTo>
                <a:lnTo>
                  <a:pt x="457200" y="485775"/>
                </a:lnTo>
                <a:lnTo>
                  <a:pt x="466725" y="485775"/>
                </a:lnTo>
                <a:lnTo>
                  <a:pt x="466725" y="476250"/>
                </a:lnTo>
                <a:lnTo>
                  <a:pt x="476250" y="476250"/>
                </a:lnTo>
                <a:close/>
                <a:moveTo>
                  <a:pt x="438150" y="495300"/>
                </a:moveTo>
                <a:lnTo>
                  <a:pt x="457200" y="495300"/>
                </a:lnTo>
                <a:lnTo>
                  <a:pt x="457200" y="504825"/>
                </a:lnTo>
                <a:lnTo>
                  <a:pt x="447675" y="504825"/>
                </a:lnTo>
                <a:lnTo>
                  <a:pt x="447675" y="514350"/>
                </a:lnTo>
                <a:lnTo>
                  <a:pt x="428625" y="514350"/>
                </a:lnTo>
                <a:lnTo>
                  <a:pt x="428625" y="504825"/>
                </a:lnTo>
                <a:lnTo>
                  <a:pt x="438150" y="504825"/>
                </a:lnTo>
                <a:close/>
              </a:path>
            </a:pathLst>
          </a:custGeom>
          <a:solidFill xmlns:a="http://schemas.openxmlformats.org/drawingml/2006/main">
            <a:srgbClr val="274B39"/>
          </a:solidFill>
          <a:ln xmlns:a="http://schemas.openxmlformats.org/drawingml/2006/main" w="0">
            <a:noFill/>
          </a:ln>
        </p:spPr>
      </p:sp>
      <p:sp>
        <p:nvSpPr>
          <p:cNvPr id="46" name="check vector #264b39">
            <a:extLst xmlns:a="http://schemas.openxmlformats.org/drawingml/2006/main">
              <a:ext uri="{FF2B5EF4-FFF2-40B4-BE49-F238E27FC236}">
                <a16:creationId xmlns:a16="http://schemas.microsoft.com/office/drawing/2014/main" id="{7E75E733-55D4-4498-9E71-17B7022CBC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71525" y="1819275"/>
            <a:ext cx="742950" cy="723900"/>
          </a:xfrm>
          <a:custGeom xmlns:a="http://schemas.openxmlformats.org/drawingml/2006/main">
            <a:pathLst>
              <a:path w="628650" h="609600">
                <a:moveTo>
                  <a:pt x="200025" y="95250"/>
                </a:moveTo>
                <a:lnTo>
                  <a:pt x="209550" y="95250"/>
                </a:lnTo>
                <a:lnTo>
                  <a:pt x="209550" y="104775"/>
                </a:lnTo>
                <a:lnTo>
                  <a:pt x="200025" y="104775"/>
                </a:lnTo>
                <a:close/>
                <a:moveTo>
                  <a:pt x="390525" y="95250"/>
                </a:moveTo>
                <a:lnTo>
                  <a:pt x="400050" y="95250"/>
                </a:lnTo>
                <a:lnTo>
                  <a:pt x="400050" y="104775"/>
                </a:lnTo>
                <a:lnTo>
                  <a:pt x="390525" y="104775"/>
                </a:lnTo>
                <a:close/>
                <a:moveTo>
                  <a:pt x="180975" y="104775"/>
                </a:moveTo>
                <a:lnTo>
                  <a:pt x="190500" y="104775"/>
                </a:lnTo>
                <a:lnTo>
                  <a:pt x="190500" y="114300"/>
                </a:lnTo>
                <a:lnTo>
                  <a:pt x="180975" y="114300"/>
                </a:lnTo>
                <a:close/>
                <a:moveTo>
                  <a:pt x="257175" y="104775"/>
                </a:moveTo>
                <a:lnTo>
                  <a:pt x="276225" y="104775"/>
                </a:lnTo>
                <a:lnTo>
                  <a:pt x="276225" y="114300"/>
                </a:lnTo>
                <a:lnTo>
                  <a:pt x="295275" y="114300"/>
                </a:lnTo>
                <a:lnTo>
                  <a:pt x="295275" y="123825"/>
                </a:lnTo>
                <a:lnTo>
                  <a:pt x="304800" y="123825"/>
                </a:lnTo>
                <a:lnTo>
                  <a:pt x="304800" y="114300"/>
                </a:lnTo>
                <a:lnTo>
                  <a:pt x="333375" y="114300"/>
                </a:lnTo>
                <a:lnTo>
                  <a:pt x="333375" y="133350"/>
                </a:lnTo>
                <a:lnTo>
                  <a:pt x="323850" y="133350"/>
                </a:lnTo>
                <a:lnTo>
                  <a:pt x="323850" y="152400"/>
                </a:lnTo>
                <a:lnTo>
                  <a:pt x="295275" y="152400"/>
                </a:lnTo>
                <a:lnTo>
                  <a:pt x="295275" y="142875"/>
                </a:lnTo>
                <a:lnTo>
                  <a:pt x="285750" y="142875"/>
                </a:lnTo>
                <a:lnTo>
                  <a:pt x="285750" y="123825"/>
                </a:lnTo>
                <a:lnTo>
                  <a:pt x="257175" y="123825"/>
                </a:lnTo>
                <a:close/>
                <a:moveTo>
                  <a:pt x="400050" y="104775"/>
                </a:moveTo>
                <a:lnTo>
                  <a:pt x="419100" y="104775"/>
                </a:lnTo>
                <a:lnTo>
                  <a:pt x="419100" y="114300"/>
                </a:lnTo>
                <a:lnTo>
                  <a:pt x="400050" y="114300"/>
                </a:lnTo>
                <a:close/>
                <a:moveTo>
                  <a:pt x="257175" y="133350"/>
                </a:moveTo>
                <a:lnTo>
                  <a:pt x="266700" y="133350"/>
                </a:lnTo>
                <a:lnTo>
                  <a:pt x="266700" y="142875"/>
                </a:lnTo>
                <a:lnTo>
                  <a:pt x="276225" y="142875"/>
                </a:lnTo>
                <a:lnTo>
                  <a:pt x="276225" y="152400"/>
                </a:lnTo>
                <a:lnTo>
                  <a:pt x="266700" y="152400"/>
                </a:lnTo>
                <a:lnTo>
                  <a:pt x="266700" y="161925"/>
                </a:lnTo>
                <a:lnTo>
                  <a:pt x="257175" y="161925"/>
                </a:lnTo>
                <a:lnTo>
                  <a:pt x="257175" y="171450"/>
                </a:lnTo>
                <a:lnTo>
                  <a:pt x="247650" y="171450"/>
                </a:lnTo>
                <a:lnTo>
                  <a:pt x="247650" y="161925"/>
                </a:lnTo>
                <a:lnTo>
                  <a:pt x="238125" y="161925"/>
                </a:lnTo>
                <a:lnTo>
                  <a:pt x="238125" y="152400"/>
                </a:lnTo>
                <a:lnTo>
                  <a:pt x="247650" y="152400"/>
                </a:lnTo>
                <a:lnTo>
                  <a:pt x="247650" y="142875"/>
                </a:lnTo>
                <a:lnTo>
                  <a:pt x="257175" y="142875"/>
                </a:lnTo>
                <a:close/>
                <a:moveTo>
                  <a:pt x="476250" y="180975"/>
                </a:moveTo>
                <a:lnTo>
                  <a:pt x="495300" y="180975"/>
                </a:lnTo>
                <a:lnTo>
                  <a:pt x="495300" y="190500"/>
                </a:lnTo>
                <a:lnTo>
                  <a:pt x="485775" y="190500"/>
                </a:lnTo>
                <a:lnTo>
                  <a:pt x="485775" y="200025"/>
                </a:lnTo>
                <a:lnTo>
                  <a:pt x="476250" y="200025"/>
                </a:lnTo>
                <a:close/>
                <a:moveTo>
                  <a:pt x="276225" y="190500"/>
                </a:moveTo>
                <a:lnTo>
                  <a:pt x="295275" y="190500"/>
                </a:lnTo>
                <a:lnTo>
                  <a:pt x="295275" y="209550"/>
                </a:lnTo>
                <a:lnTo>
                  <a:pt x="285750" y="209550"/>
                </a:lnTo>
                <a:lnTo>
                  <a:pt x="285750" y="200025"/>
                </a:lnTo>
                <a:lnTo>
                  <a:pt x="276225" y="200025"/>
                </a:lnTo>
                <a:close/>
                <a:moveTo>
                  <a:pt x="495300" y="190500"/>
                </a:moveTo>
                <a:lnTo>
                  <a:pt x="504825" y="190500"/>
                </a:lnTo>
                <a:lnTo>
                  <a:pt x="504825" y="200025"/>
                </a:lnTo>
                <a:lnTo>
                  <a:pt x="495300" y="200025"/>
                </a:lnTo>
                <a:close/>
                <a:moveTo>
                  <a:pt x="342900" y="209550"/>
                </a:moveTo>
                <a:lnTo>
                  <a:pt x="352425" y="209550"/>
                </a:lnTo>
                <a:lnTo>
                  <a:pt x="352425" y="219075"/>
                </a:lnTo>
                <a:lnTo>
                  <a:pt x="342900" y="219075"/>
                </a:lnTo>
                <a:close/>
                <a:moveTo>
                  <a:pt x="85725" y="219075"/>
                </a:moveTo>
                <a:lnTo>
                  <a:pt x="95250" y="219075"/>
                </a:lnTo>
                <a:lnTo>
                  <a:pt x="95250" y="238125"/>
                </a:lnTo>
                <a:lnTo>
                  <a:pt x="85725" y="238125"/>
                </a:lnTo>
                <a:close/>
                <a:moveTo>
                  <a:pt x="514350" y="228600"/>
                </a:moveTo>
                <a:lnTo>
                  <a:pt x="523875" y="228600"/>
                </a:lnTo>
                <a:lnTo>
                  <a:pt x="523875" y="238125"/>
                </a:lnTo>
                <a:lnTo>
                  <a:pt x="514350" y="238125"/>
                </a:lnTo>
                <a:close/>
                <a:moveTo>
                  <a:pt x="457200" y="266700"/>
                </a:moveTo>
                <a:lnTo>
                  <a:pt x="485775" y="266700"/>
                </a:lnTo>
                <a:lnTo>
                  <a:pt x="485775" y="276225"/>
                </a:lnTo>
                <a:lnTo>
                  <a:pt x="495300" y="276225"/>
                </a:lnTo>
                <a:lnTo>
                  <a:pt x="495300" y="295275"/>
                </a:lnTo>
                <a:lnTo>
                  <a:pt x="514350" y="295275"/>
                </a:lnTo>
                <a:lnTo>
                  <a:pt x="514350" y="304800"/>
                </a:lnTo>
                <a:lnTo>
                  <a:pt x="504825" y="304800"/>
                </a:lnTo>
                <a:lnTo>
                  <a:pt x="504825" y="333375"/>
                </a:lnTo>
                <a:lnTo>
                  <a:pt x="466725" y="333375"/>
                </a:lnTo>
                <a:lnTo>
                  <a:pt x="466725" y="323850"/>
                </a:lnTo>
                <a:lnTo>
                  <a:pt x="447675" y="323850"/>
                </a:lnTo>
                <a:lnTo>
                  <a:pt x="447675" y="314325"/>
                </a:lnTo>
                <a:lnTo>
                  <a:pt x="485775" y="314325"/>
                </a:lnTo>
                <a:lnTo>
                  <a:pt x="485775" y="295275"/>
                </a:lnTo>
                <a:lnTo>
                  <a:pt x="476250" y="295275"/>
                </a:lnTo>
                <a:lnTo>
                  <a:pt x="476250" y="285750"/>
                </a:lnTo>
                <a:lnTo>
                  <a:pt x="457200" y="285750"/>
                </a:lnTo>
                <a:close/>
                <a:moveTo>
                  <a:pt x="161925" y="276225"/>
                </a:moveTo>
                <a:lnTo>
                  <a:pt x="190500" y="276225"/>
                </a:lnTo>
                <a:lnTo>
                  <a:pt x="190500" y="285750"/>
                </a:lnTo>
                <a:lnTo>
                  <a:pt x="161925" y="285750"/>
                </a:lnTo>
                <a:close/>
                <a:moveTo>
                  <a:pt x="447675" y="285750"/>
                </a:moveTo>
                <a:lnTo>
                  <a:pt x="457200" y="285750"/>
                </a:lnTo>
                <a:lnTo>
                  <a:pt x="457200" y="295275"/>
                </a:lnTo>
                <a:lnTo>
                  <a:pt x="447675" y="295275"/>
                </a:lnTo>
                <a:close/>
                <a:moveTo>
                  <a:pt x="523875" y="285750"/>
                </a:moveTo>
                <a:lnTo>
                  <a:pt x="533400" y="285750"/>
                </a:lnTo>
                <a:lnTo>
                  <a:pt x="533400" y="295275"/>
                </a:lnTo>
                <a:lnTo>
                  <a:pt x="542925" y="295275"/>
                </a:lnTo>
                <a:lnTo>
                  <a:pt x="542925" y="304800"/>
                </a:lnTo>
                <a:lnTo>
                  <a:pt x="523875" y="304800"/>
                </a:lnTo>
                <a:close/>
                <a:moveTo>
                  <a:pt x="504825" y="333375"/>
                </a:moveTo>
                <a:lnTo>
                  <a:pt x="514350" y="333375"/>
                </a:lnTo>
                <a:lnTo>
                  <a:pt x="514350" y="342900"/>
                </a:lnTo>
                <a:lnTo>
                  <a:pt x="504825" y="342900"/>
                </a:lnTo>
                <a:close/>
                <a:moveTo>
                  <a:pt x="152400" y="381000"/>
                </a:moveTo>
                <a:lnTo>
                  <a:pt x="161925" y="381000"/>
                </a:lnTo>
                <a:lnTo>
                  <a:pt x="161925" y="400050"/>
                </a:lnTo>
                <a:lnTo>
                  <a:pt x="152400" y="400050"/>
                </a:lnTo>
                <a:close/>
                <a:moveTo>
                  <a:pt x="352425" y="381000"/>
                </a:moveTo>
                <a:lnTo>
                  <a:pt x="390525" y="381000"/>
                </a:lnTo>
                <a:lnTo>
                  <a:pt x="390525" y="400050"/>
                </a:lnTo>
                <a:lnTo>
                  <a:pt x="381000" y="400050"/>
                </a:lnTo>
                <a:lnTo>
                  <a:pt x="381000" y="409575"/>
                </a:lnTo>
                <a:lnTo>
                  <a:pt x="371475" y="409575"/>
                </a:lnTo>
                <a:lnTo>
                  <a:pt x="371475" y="400050"/>
                </a:lnTo>
                <a:lnTo>
                  <a:pt x="352425" y="400050"/>
                </a:lnTo>
                <a:close/>
                <a:moveTo>
                  <a:pt x="171450" y="390525"/>
                </a:moveTo>
                <a:lnTo>
                  <a:pt x="180975" y="390525"/>
                </a:lnTo>
                <a:lnTo>
                  <a:pt x="180975" y="400050"/>
                </a:lnTo>
                <a:lnTo>
                  <a:pt x="171450" y="400050"/>
                </a:lnTo>
                <a:close/>
                <a:moveTo>
                  <a:pt x="161925" y="400050"/>
                </a:moveTo>
                <a:lnTo>
                  <a:pt x="171450" y="400050"/>
                </a:lnTo>
                <a:lnTo>
                  <a:pt x="171450" y="409575"/>
                </a:lnTo>
                <a:lnTo>
                  <a:pt x="161925" y="409575"/>
                </a:lnTo>
                <a:close/>
                <a:moveTo>
                  <a:pt x="85725" y="409575"/>
                </a:moveTo>
                <a:lnTo>
                  <a:pt x="104775" y="409575"/>
                </a:lnTo>
                <a:lnTo>
                  <a:pt x="104775" y="419100"/>
                </a:lnTo>
                <a:lnTo>
                  <a:pt x="114300" y="419100"/>
                </a:lnTo>
                <a:lnTo>
                  <a:pt x="114300" y="428625"/>
                </a:lnTo>
                <a:lnTo>
                  <a:pt x="123825" y="428625"/>
                </a:lnTo>
                <a:lnTo>
                  <a:pt x="123825" y="438150"/>
                </a:lnTo>
                <a:lnTo>
                  <a:pt x="95250" y="438150"/>
                </a:lnTo>
                <a:lnTo>
                  <a:pt x="95250" y="428625"/>
                </a:lnTo>
                <a:lnTo>
                  <a:pt x="85725" y="428625"/>
                </a:lnTo>
                <a:close/>
                <a:moveTo>
                  <a:pt x="361950" y="409575"/>
                </a:moveTo>
                <a:lnTo>
                  <a:pt x="371475" y="409575"/>
                </a:lnTo>
                <a:lnTo>
                  <a:pt x="371475" y="419100"/>
                </a:lnTo>
                <a:lnTo>
                  <a:pt x="361950" y="419100"/>
                </a:lnTo>
                <a:close/>
                <a:moveTo>
                  <a:pt x="152400" y="419100"/>
                </a:moveTo>
                <a:lnTo>
                  <a:pt x="171450" y="419100"/>
                </a:lnTo>
                <a:lnTo>
                  <a:pt x="171450" y="438150"/>
                </a:lnTo>
                <a:lnTo>
                  <a:pt x="133350" y="438150"/>
                </a:lnTo>
                <a:lnTo>
                  <a:pt x="133350" y="428625"/>
                </a:lnTo>
                <a:lnTo>
                  <a:pt x="152400" y="428625"/>
                </a:lnTo>
                <a:close/>
                <a:moveTo>
                  <a:pt x="200025" y="419100"/>
                </a:moveTo>
                <a:lnTo>
                  <a:pt x="209550" y="419100"/>
                </a:lnTo>
                <a:lnTo>
                  <a:pt x="209550" y="438150"/>
                </a:lnTo>
                <a:lnTo>
                  <a:pt x="190500" y="438150"/>
                </a:lnTo>
                <a:lnTo>
                  <a:pt x="190500" y="428625"/>
                </a:lnTo>
                <a:lnTo>
                  <a:pt x="200025" y="428625"/>
                </a:lnTo>
                <a:close/>
                <a:moveTo>
                  <a:pt x="390525" y="428625"/>
                </a:moveTo>
                <a:lnTo>
                  <a:pt x="428625" y="428625"/>
                </a:lnTo>
                <a:lnTo>
                  <a:pt x="428625" y="438150"/>
                </a:lnTo>
                <a:lnTo>
                  <a:pt x="447675" y="438150"/>
                </a:lnTo>
                <a:lnTo>
                  <a:pt x="447675" y="447675"/>
                </a:lnTo>
                <a:lnTo>
                  <a:pt x="457200" y="447675"/>
                </a:lnTo>
                <a:lnTo>
                  <a:pt x="457200" y="457200"/>
                </a:lnTo>
                <a:lnTo>
                  <a:pt x="400050" y="457200"/>
                </a:lnTo>
                <a:lnTo>
                  <a:pt x="400050" y="447675"/>
                </a:lnTo>
                <a:lnTo>
                  <a:pt x="390525" y="447675"/>
                </a:lnTo>
                <a:close/>
                <a:moveTo>
                  <a:pt x="352425" y="457200"/>
                </a:moveTo>
                <a:lnTo>
                  <a:pt x="361950" y="457200"/>
                </a:lnTo>
                <a:lnTo>
                  <a:pt x="361950" y="466725"/>
                </a:lnTo>
                <a:lnTo>
                  <a:pt x="352425" y="466725"/>
                </a:lnTo>
                <a:close/>
                <a:moveTo>
                  <a:pt x="333375" y="466725"/>
                </a:moveTo>
                <a:lnTo>
                  <a:pt x="352425" y="466725"/>
                </a:lnTo>
                <a:lnTo>
                  <a:pt x="352425" y="476250"/>
                </a:lnTo>
                <a:lnTo>
                  <a:pt x="333375" y="476250"/>
                </a:lnTo>
                <a:close/>
                <a:moveTo>
                  <a:pt x="400050" y="476250"/>
                </a:moveTo>
                <a:lnTo>
                  <a:pt x="428625" y="476250"/>
                </a:lnTo>
                <a:lnTo>
                  <a:pt x="428625" y="495300"/>
                </a:lnTo>
                <a:lnTo>
                  <a:pt x="438150" y="495300"/>
                </a:lnTo>
                <a:lnTo>
                  <a:pt x="438150" y="504825"/>
                </a:lnTo>
                <a:lnTo>
                  <a:pt x="419100" y="504825"/>
                </a:lnTo>
                <a:lnTo>
                  <a:pt x="419100" y="514350"/>
                </a:lnTo>
                <a:lnTo>
                  <a:pt x="409575" y="514350"/>
                </a:lnTo>
                <a:lnTo>
                  <a:pt x="409575" y="504825"/>
                </a:lnTo>
                <a:lnTo>
                  <a:pt x="381000" y="504825"/>
                </a:lnTo>
                <a:lnTo>
                  <a:pt x="381000" y="495300"/>
                </a:lnTo>
                <a:lnTo>
                  <a:pt x="390525" y="495300"/>
                </a:lnTo>
                <a:lnTo>
                  <a:pt x="390525" y="485775"/>
                </a:lnTo>
                <a:lnTo>
                  <a:pt x="400050" y="485775"/>
                </a:lnTo>
                <a:close/>
              </a:path>
            </a:pathLst>
          </a:custGeom>
          <a:solidFill xmlns:a="http://schemas.openxmlformats.org/drawingml/2006/main">
            <a:srgbClr val="264B39"/>
          </a:solidFill>
          <a:ln xmlns:a="http://schemas.openxmlformats.org/drawingml/2006/main" w="0">
            <a:noFill/>
          </a:ln>
        </p:spPr>
      </p:sp>
      <p:sp>
        <p:nvSpPr>
          <p:cNvPr id="47" name="check vector #254c39">
            <a:extLst xmlns:a="http://schemas.openxmlformats.org/drawingml/2006/main">
              <a:ext uri="{FF2B5EF4-FFF2-40B4-BE49-F238E27FC236}">
                <a16:creationId xmlns:a16="http://schemas.microsoft.com/office/drawing/2014/main" id="{53D975B5-17B1-4641-918F-CD04B2F3C5E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71525" y="1819275"/>
            <a:ext cx="742950" cy="723900"/>
          </a:xfrm>
          <a:custGeom xmlns:a="http://schemas.openxmlformats.org/drawingml/2006/main">
            <a:pathLst>
              <a:path w="628650" h="609600">
                <a:moveTo>
                  <a:pt x="219075" y="104775"/>
                </a:moveTo>
                <a:lnTo>
                  <a:pt x="257175" y="104775"/>
                </a:lnTo>
                <a:lnTo>
                  <a:pt x="257175" y="123825"/>
                </a:lnTo>
                <a:lnTo>
                  <a:pt x="276225" y="123825"/>
                </a:lnTo>
                <a:lnTo>
                  <a:pt x="276225" y="133350"/>
                </a:lnTo>
                <a:lnTo>
                  <a:pt x="285750" y="133350"/>
                </a:lnTo>
                <a:lnTo>
                  <a:pt x="285750" y="142875"/>
                </a:lnTo>
                <a:lnTo>
                  <a:pt x="295275" y="142875"/>
                </a:lnTo>
                <a:lnTo>
                  <a:pt x="295275" y="152400"/>
                </a:lnTo>
                <a:lnTo>
                  <a:pt x="323850" y="152400"/>
                </a:lnTo>
                <a:lnTo>
                  <a:pt x="323850" y="171450"/>
                </a:lnTo>
                <a:lnTo>
                  <a:pt x="333375" y="171450"/>
                </a:lnTo>
                <a:lnTo>
                  <a:pt x="333375" y="180975"/>
                </a:lnTo>
                <a:lnTo>
                  <a:pt x="323850" y="180975"/>
                </a:lnTo>
                <a:lnTo>
                  <a:pt x="323850" y="209550"/>
                </a:lnTo>
                <a:lnTo>
                  <a:pt x="333375" y="209550"/>
                </a:lnTo>
                <a:lnTo>
                  <a:pt x="333375" y="200025"/>
                </a:lnTo>
                <a:lnTo>
                  <a:pt x="342900" y="200025"/>
                </a:lnTo>
                <a:lnTo>
                  <a:pt x="342900" y="219075"/>
                </a:lnTo>
                <a:lnTo>
                  <a:pt x="295275" y="219075"/>
                </a:lnTo>
                <a:lnTo>
                  <a:pt x="295275" y="190500"/>
                </a:lnTo>
                <a:lnTo>
                  <a:pt x="276225" y="190500"/>
                </a:lnTo>
                <a:lnTo>
                  <a:pt x="276225" y="200025"/>
                </a:lnTo>
                <a:lnTo>
                  <a:pt x="266700" y="200025"/>
                </a:lnTo>
                <a:lnTo>
                  <a:pt x="266700" y="190500"/>
                </a:lnTo>
                <a:lnTo>
                  <a:pt x="247650" y="190500"/>
                </a:lnTo>
                <a:lnTo>
                  <a:pt x="247650" y="171450"/>
                </a:lnTo>
                <a:lnTo>
                  <a:pt x="238125" y="171450"/>
                </a:lnTo>
                <a:lnTo>
                  <a:pt x="238125" y="161925"/>
                </a:lnTo>
                <a:lnTo>
                  <a:pt x="247650" y="161925"/>
                </a:lnTo>
                <a:lnTo>
                  <a:pt x="247650" y="171450"/>
                </a:lnTo>
                <a:lnTo>
                  <a:pt x="257175" y="171450"/>
                </a:lnTo>
                <a:lnTo>
                  <a:pt x="257175" y="161925"/>
                </a:lnTo>
                <a:lnTo>
                  <a:pt x="266700" y="161925"/>
                </a:lnTo>
                <a:lnTo>
                  <a:pt x="266700" y="152400"/>
                </a:lnTo>
                <a:lnTo>
                  <a:pt x="276225" y="152400"/>
                </a:lnTo>
                <a:lnTo>
                  <a:pt x="276225" y="142875"/>
                </a:lnTo>
                <a:lnTo>
                  <a:pt x="266700" y="142875"/>
                </a:lnTo>
                <a:lnTo>
                  <a:pt x="266700" y="133350"/>
                </a:lnTo>
                <a:lnTo>
                  <a:pt x="257175" y="133350"/>
                </a:lnTo>
                <a:lnTo>
                  <a:pt x="257175" y="142875"/>
                </a:lnTo>
                <a:lnTo>
                  <a:pt x="247650" y="142875"/>
                </a:lnTo>
                <a:lnTo>
                  <a:pt x="247650" y="133350"/>
                </a:lnTo>
                <a:lnTo>
                  <a:pt x="238125" y="133350"/>
                </a:lnTo>
                <a:lnTo>
                  <a:pt x="238125" y="123825"/>
                </a:lnTo>
                <a:lnTo>
                  <a:pt x="228600" y="123825"/>
                </a:lnTo>
                <a:lnTo>
                  <a:pt x="228600" y="114300"/>
                </a:lnTo>
                <a:lnTo>
                  <a:pt x="219075" y="114300"/>
                </a:lnTo>
                <a:close/>
                <a:moveTo>
                  <a:pt x="419100" y="104775"/>
                </a:moveTo>
                <a:lnTo>
                  <a:pt x="428625" y="104775"/>
                </a:lnTo>
                <a:lnTo>
                  <a:pt x="428625" y="123825"/>
                </a:lnTo>
                <a:lnTo>
                  <a:pt x="409575" y="123825"/>
                </a:lnTo>
                <a:lnTo>
                  <a:pt x="409575" y="114300"/>
                </a:lnTo>
                <a:lnTo>
                  <a:pt x="419100" y="114300"/>
                </a:lnTo>
                <a:close/>
                <a:moveTo>
                  <a:pt x="238125" y="142875"/>
                </a:moveTo>
                <a:lnTo>
                  <a:pt x="247650" y="142875"/>
                </a:lnTo>
                <a:lnTo>
                  <a:pt x="247650" y="152400"/>
                </a:lnTo>
                <a:lnTo>
                  <a:pt x="238125" y="152400"/>
                </a:lnTo>
                <a:close/>
                <a:moveTo>
                  <a:pt x="352425" y="180975"/>
                </a:moveTo>
                <a:lnTo>
                  <a:pt x="371475" y="180975"/>
                </a:lnTo>
                <a:lnTo>
                  <a:pt x="371475" y="200025"/>
                </a:lnTo>
                <a:lnTo>
                  <a:pt x="361950" y="200025"/>
                </a:lnTo>
                <a:lnTo>
                  <a:pt x="361950" y="190500"/>
                </a:lnTo>
                <a:lnTo>
                  <a:pt x="352425" y="190500"/>
                </a:lnTo>
                <a:close/>
                <a:moveTo>
                  <a:pt x="485775" y="190500"/>
                </a:moveTo>
                <a:lnTo>
                  <a:pt x="495300" y="190500"/>
                </a:lnTo>
                <a:lnTo>
                  <a:pt x="495300" y="200025"/>
                </a:lnTo>
                <a:lnTo>
                  <a:pt x="504825" y="200025"/>
                </a:lnTo>
                <a:lnTo>
                  <a:pt x="504825" y="209550"/>
                </a:lnTo>
                <a:lnTo>
                  <a:pt x="514350" y="209550"/>
                </a:lnTo>
                <a:lnTo>
                  <a:pt x="514350" y="228600"/>
                </a:lnTo>
                <a:lnTo>
                  <a:pt x="504825" y="228600"/>
                </a:lnTo>
                <a:lnTo>
                  <a:pt x="504825" y="219075"/>
                </a:lnTo>
                <a:lnTo>
                  <a:pt x="495300" y="219075"/>
                </a:lnTo>
                <a:lnTo>
                  <a:pt x="495300" y="209550"/>
                </a:lnTo>
                <a:lnTo>
                  <a:pt x="485775" y="209550"/>
                </a:lnTo>
                <a:close/>
                <a:moveTo>
                  <a:pt x="276225" y="200025"/>
                </a:moveTo>
                <a:lnTo>
                  <a:pt x="285750" y="200025"/>
                </a:lnTo>
                <a:lnTo>
                  <a:pt x="285750" y="209550"/>
                </a:lnTo>
                <a:lnTo>
                  <a:pt x="276225" y="209550"/>
                </a:lnTo>
                <a:close/>
                <a:moveTo>
                  <a:pt x="114300" y="238125"/>
                </a:moveTo>
                <a:lnTo>
                  <a:pt x="133350" y="238125"/>
                </a:lnTo>
                <a:lnTo>
                  <a:pt x="133350" y="247650"/>
                </a:lnTo>
                <a:lnTo>
                  <a:pt x="142875" y="247650"/>
                </a:lnTo>
                <a:lnTo>
                  <a:pt x="142875" y="266700"/>
                </a:lnTo>
                <a:lnTo>
                  <a:pt x="133350" y="266700"/>
                </a:lnTo>
                <a:lnTo>
                  <a:pt x="133350" y="257175"/>
                </a:lnTo>
                <a:lnTo>
                  <a:pt x="123825" y="257175"/>
                </a:lnTo>
                <a:lnTo>
                  <a:pt x="123825" y="247650"/>
                </a:lnTo>
                <a:lnTo>
                  <a:pt x="114300" y="247650"/>
                </a:lnTo>
                <a:close/>
                <a:moveTo>
                  <a:pt x="171450" y="247650"/>
                </a:moveTo>
                <a:lnTo>
                  <a:pt x="190500" y="247650"/>
                </a:lnTo>
                <a:lnTo>
                  <a:pt x="190500" y="266700"/>
                </a:lnTo>
                <a:lnTo>
                  <a:pt x="171450" y="266700"/>
                </a:lnTo>
                <a:lnTo>
                  <a:pt x="171450" y="276225"/>
                </a:lnTo>
                <a:lnTo>
                  <a:pt x="142875" y="276225"/>
                </a:lnTo>
                <a:lnTo>
                  <a:pt x="142875" y="266700"/>
                </a:lnTo>
                <a:lnTo>
                  <a:pt x="152400" y="266700"/>
                </a:lnTo>
                <a:lnTo>
                  <a:pt x="152400" y="257175"/>
                </a:lnTo>
                <a:lnTo>
                  <a:pt x="171450" y="257175"/>
                </a:lnTo>
                <a:close/>
                <a:moveTo>
                  <a:pt x="457200" y="285750"/>
                </a:moveTo>
                <a:lnTo>
                  <a:pt x="476250" y="285750"/>
                </a:lnTo>
                <a:lnTo>
                  <a:pt x="476250" y="295275"/>
                </a:lnTo>
                <a:lnTo>
                  <a:pt x="485775" y="295275"/>
                </a:lnTo>
                <a:lnTo>
                  <a:pt x="485775" y="314325"/>
                </a:lnTo>
                <a:lnTo>
                  <a:pt x="438150" y="314325"/>
                </a:lnTo>
                <a:lnTo>
                  <a:pt x="438150" y="304800"/>
                </a:lnTo>
                <a:lnTo>
                  <a:pt x="447675" y="304800"/>
                </a:lnTo>
                <a:lnTo>
                  <a:pt x="447675" y="295275"/>
                </a:lnTo>
                <a:lnTo>
                  <a:pt x="457200" y="295275"/>
                </a:lnTo>
                <a:close/>
                <a:moveTo>
                  <a:pt x="495300" y="285750"/>
                </a:moveTo>
                <a:lnTo>
                  <a:pt x="523875" y="285750"/>
                </a:lnTo>
                <a:lnTo>
                  <a:pt x="523875" y="323850"/>
                </a:lnTo>
                <a:lnTo>
                  <a:pt x="533400" y="323850"/>
                </a:lnTo>
                <a:lnTo>
                  <a:pt x="533400" y="352425"/>
                </a:lnTo>
                <a:lnTo>
                  <a:pt x="542925" y="352425"/>
                </a:lnTo>
                <a:lnTo>
                  <a:pt x="542925" y="361950"/>
                </a:lnTo>
                <a:lnTo>
                  <a:pt x="514350" y="361950"/>
                </a:lnTo>
                <a:lnTo>
                  <a:pt x="514350" y="352425"/>
                </a:lnTo>
                <a:lnTo>
                  <a:pt x="495300" y="352425"/>
                </a:lnTo>
                <a:lnTo>
                  <a:pt x="495300" y="342900"/>
                </a:lnTo>
                <a:lnTo>
                  <a:pt x="485775" y="342900"/>
                </a:lnTo>
                <a:lnTo>
                  <a:pt x="485775" y="333375"/>
                </a:lnTo>
                <a:lnTo>
                  <a:pt x="504825" y="333375"/>
                </a:lnTo>
                <a:lnTo>
                  <a:pt x="504825" y="304800"/>
                </a:lnTo>
                <a:lnTo>
                  <a:pt x="514350" y="304800"/>
                </a:lnTo>
                <a:lnTo>
                  <a:pt x="514350" y="295275"/>
                </a:lnTo>
                <a:lnTo>
                  <a:pt x="495300" y="295275"/>
                </a:lnTo>
                <a:close/>
                <a:moveTo>
                  <a:pt x="447675" y="323850"/>
                </a:moveTo>
                <a:lnTo>
                  <a:pt x="466725" y="323850"/>
                </a:lnTo>
                <a:lnTo>
                  <a:pt x="466725" y="333375"/>
                </a:lnTo>
                <a:lnTo>
                  <a:pt x="447675" y="333375"/>
                </a:lnTo>
                <a:close/>
                <a:moveTo>
                  <a:pt x="504825" y="342900"/>
                </a:moveTo>
                <a:lnTo>
                  <a:pt x="514350" y="342900"/>
                </a:lnTo>
                <a:lnTo>
                  <a:pt x="514350" y="333375"/>
                </a:lnTo>
                <a:lnTo>
                  <a:pt x="504825" y="333375"/>
                </a:lnTo>
                <a:close/>
                <a:moveTo>
                  <a:pt x="142875" y="390525"/>
                </a:moveTo>
                <a:lnTo>
                  <a:pt x="152400" y="390525"/>
                </a:lnTo>
                <a:lnTo>
                  <a:pt x="152400" y="400050"/>
                </a:lnTo>
                <a:lnTo>
                  <a:pt x="161925" y="400050"/>
                </a:lnTo>
                <a:lnTo>
                  <a:pt x="161925" y="390525"/>
                </a:lnTo>
                <a:lnTo>
                  <a:pt x="171450" y="390525"/>
                </a:lnTo>
                <a:lnTo>
                  <a:pt x="171450" y="400050"/>
                </a:lnTo>
                <a:lnTo>
                  <a:pt x="161925" y="400050"/>
                </a:lnTo>
                <a:lnTo>
                  <a:pt x="161925" y="409575"/>
                </a:lnTo>
                <a:lnTo>
                  <a:pt x="171450" y="409575"/>
                </a:lnTo>
                <a:lnTo>
                  <a:pt x="171450" y="400050"/>
                </a:lnTo>
                <a:lnTo>
                  <a:pt x="190500" y="400050"/>
                </a:lnTo>
                <a:lnTo>
                  <a:pt x="190500" y="419100"/>
                </a:lnTo>
                <a:lnTo>
                  <a:pt x="200025" y="419100"/>
                </a:lnTo>
                <a:lnTo>
                  <a:pt x="200025" y="428625"/>
                </a:lnTo>
                <a:lnTo>
                  <a:pt x="171450" y="428625"/>
                </a:lnTo>
                <a:lnTo>
                  <a:pt x="171450" y="419100"/>
                </a:lnTo>
                <a:lnTo>
                  <a:pt x="152400" y="419100"/>
                </a:lnTo>
                <a:lnTo>
                  <a:pt x="152400" y="428625"/>
                </a:lnTo>
                <a:lnTo>
                  <a:pt x="133350" y="428625"/>
                </a:lnTo>
                <a:lnTo>
                  <a:pt x="133350" y="438150"/>
                </a:lnTo>
                <a:lnTo>
                  <a:pt x="123825" y="438150"/>
                </a:lnTo>
                <a:lnTo>
                  <a:pt x="123825" y="428625"/>
                </a:lnTo>
                <a:lnTo>
                  <a:pt x="114300" y="428625"/>
                </a:lnTo>
                <a:lnTo>
                  <a:pt x="114300" y="419100"/>
                </a:lnTo>
                <a:lnTo>
                  <a:pt x="104775" y="419100"/>
                </a:lnTo>
                <a:lnTo>
                  <a:pt x="104775" y="409575"/>
                </a:lnTo>
                <a:lnTo>
                  <a:pt x="95250" y="409575"/>
                </a:lnTo>
                <a:lnTo>
                  <a:pt x="95250" y="400050"/>
                </a:lnTo>
                <a:lnTo>
                  <a:pt x="142875" y="400050"/>
                </a:lnTo>
                <a:close/>
                <a:moveTo>
                  <a:pt x="342900" y="390525"/>
                </a:moveTo>
                <a:lnTo>
                  <a:pt x="352425" y="390525"/>
                </a:lnTo>
                <a:lnTo>
                  <a:pt x="352425" y="400050"/>
                </a:lnTo>
                <a:lnTo>
                  <a:pt x="371475" y="400050"/>
                </a:lnTo>
                <a:lnTo>
                  <a:pt x="371475" y="409575"/>
                </a:lnTo>
                <a:lnTo>
                  <a:pt x="361950" y="409575"/>
                </a:lnTo>
                <a:lnTo>
                  <a:pt x="361950" y="419100"/>
                </a:lnTo>
                <a:lnTo>
                  <a:pt x="371475" y="419100"/>
                </a:lnTo>
                <a:lnTo>
                  <a:pt x="371475" y="409575"/>
                </a:lnTo>
                <a:lnTo>
                  <a:pt x="381000" y="409575"/>
                </a:lnTo>
                <a:lnTo>
                  <a:pt x="381000" y="400050"/>
                </a:lnTo>
                <a:lnTo>
                  <a:pt x="390525" y="400050"/>
                </a:lnTo>
                <a:lnTo>
                  <a:pt x="390525" y="409575"/>
                </a:lnTo>
                <a:lnTo>
                  <a:pt x="409575" y="409575"/>
                </a:lnTo>
                <a:lnTo>
                  <a:pt x="409575" y="419100"/>
                </a:lnTo>
                <a:lnTo>
                  <a:pt x="419100" y="419100"/>
                </a:lnTo>
                <a:lnTo>
                  <a:pt x="419100" y="428625"/>
                </a:lnTo>
                <a:lnTo>
                  <a:pt x="390525" y="428625"/>
                </a:lnTo>
                <a:lnTo>
                  <a:pt x="390525" y="447675"/>
                </a:lnTo>
                <a:lnTo>
                  <a:pt x="400050" y="447675"/>
                </a:lnTo>
                <a:lnTo>
                  <a:pt x="400050" y="457200"/>
                </a:lnTo>
                <a:lnTo>
                  <a:pt x="476250" y="457200"/>
                </a:lnTo>
                <a:lnTo>
                  <a:pt x="476250" y="476250"/>
                </a:lnTo>
                <a:lnTo>
                  <a:pt x="466725" y="476250"/>
                </a:lnTo>
                <a:lnTo>
                  <a:pt x="466725" y="485775"/>
                </a:lnTo>
                <a:lnTo>
                  <a:pt x="457200" y="485775"/>
                </a:lnTo>
                <a:lnTo>
                  <a:pt x="457200" y="495300"/>
                </a:lnTo>
                <a:lnTo>
                  <a:pt x="428625" y="495300"/>
                </a:lnTo>
                <a:lnTo>
                  <a:pt x="428625" y="476250"/>
                </a:lnTo>
                <a:lnTo>
                  <a:pt x="400050" y="476250"/>
                </a:lnTo>
                <a:lnTo>
                  <a:pt x="400050" y="485775"/>
                </a:lnTo>
                <a:lnTo>
                  <a:pt x="390525" y="485775"/>
                </a:lnTo>
                <a:lnTo>
                  <a:pt x="390525" y="495300"/>
                </a:lnTo>
                <a:lnTo>
                  <a:pt x="381000" y="495300"/>
                </a:lnTo>
                <a:lnTo>
                  <a:pt x="381000" y="485775"/>
                </a:lnTo>
                <a:lnTo>
                  <a:pt x="342900" y="485775"/>
                </a:lnTo>
                <a:lnTo>
                  <a:pt x="342900" y="476250"/>
                </a:lnTo>
                <a:lnTo>
                  <a:pt x="352425" y="476250"/>
                </a:lnTo>
                <a:lnTo>
                  <a:pt x="352425" y="466725"/>
                </a:lnTo>
                <a:lnTo>
                  <a:pt x="333375" y="466725"/>
                </a:lnTo>
                <a:lnTo>
                  <a:pt x="333375" y="457200"/>
                </a:lnTo>
                <a:lnTo>
                  <a:pt x="314325" y="457200"/>
                </a:lnTo>
                <a:lnTo>
                  <a:pt x="314325" y="419100"/>
                </a:lnTo>
                <a:lnTo>
                  <a:pt x="323850" y="419100"/>
                </a:lnTo>
                <a:lnTo>
                  <a:pt x="323850" y="409575"/>
                </a:lnTo>
                <a:lnTo>
                  <a:pt x="333375" y="409575"/>
                </a:lnTo>
                <a:lnTo>
                  <a:pt x="333375" y="400050"/>
                </a:lnTo>
                <a:lnTo>
                  <a:pt x="342900" y="400050"/>
                </a:lnTo>
                <a:close/>
                <a:moveTo>
                  <a:pt x="352425" y="466725"/>
                </a:moveTo>
                <a:lnTo>
                  <a:pt x="361950" y="466725"/>
                </a:lnTo>
                <a:lnTo>
                  <a:pt x="361950" y="457200"/>
                </a:lnTo>
                <a:lnTo>
                  <a:pt x="352425" y="457200"/>
                </a:lnTo>
                <a:close/>
              </a:path>
            </a:pathLst>
          </a:custGeom>
          <a:solidFill xmlns:a="http://schemas.openxmlformats.org/drawingml/2006/main">
            <a:srgbClr val="254C39"/>
          </a:solidFill>
          <a:ln xmlns:a="http://schemas.openxmlformats.org/drawingml/2006/main" w="0">
            <a:noFill/>
          </a:ln>
        </p:spPr>
      </p:sp>
      <p:sp>
        <p:nvSpPr>
          <p:cNvPr id="48" name="check vector #254a38">
            <a:extLst xmlns:a="http://schemas.openxmlformats.org/drawingml/2006/main">
              <a:ext uri="{FF2B5EF4-FFF2-40B4-BE49-F238E27FC236}">
                <a16:creationId xmlns:a16="http://schemas.microsoft.com/office/drawing/2014/main" id="{C6C3C494-E4C1-458C-B3BB-48AEBBC879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71525" y="1819275"/>
            <a:ext cx="742950" cy="723900"/>
          </a:xfrm>
          <a:custGeom xmlns:a="http://schemas.openxmlformats.org/drawingml/2006/main">
            <a:pathLst>
              <a:path w="628650" h="609600">
                <a:moveTo>
                  <a:pt x="323850" y="66675"/>
                </a:moveTo>
                <a:lnTo>
                  <a:pt x="333375" y="66675"/>
                </a:lnTo>
                <a:lnTo>
                  <a:pt x="333375" y="76200"/>
                </a:lnTo>
                <a:lnTo>
                  <a:pt x="381000" y="76200"/>
                </a:lnTo>
                <a:lnTo>
                  <a:pt x="381000" y="85725"/>
                </a:lnTo>
                <a:lnTo>
                  <a:pt x="390525" y="85725"/>
                </a:lnTo>
                <a:lnTo>
                  <a:pt x="390525" y="104775"/>
                </a:lnTo>
                <a:lnTo>
                  <a:pt x="400050" y="104775"/>
                </a:lnTo>
                <a:lnTo>
                  <a:pt x="400050" y="114300"/>
                </a:lnTo>
                <a:lnTo>
                  <a:pt x="409575" y="114300"/>
                </a:lnTo>
                <a:lnTo>
                  <a:pt x="409575" y="123825"/>
                </a:lnTo>
                <a:lnTo>
                  <a:pt x="447675" y="123825"/>
                </a:lnTo>
                <a:lnTo>
                  <a:pt x="447675" y="152400"/>
                </a:lnTo>
                <a:lnTo>
                  <a:pt x="400050" y="152400"/>
                </a:lnTo>
                <a:lnTo>
                  <a:pt x="400050" y="190500"/>
                </a:lnTo>
                <a:lnTo>
                  <a:pt x="390525" y="190500"/>
                </a:lnTo>
                <a:lnTo>
                  <a:pt x="390525" y="200025"/>
                </a:lnTo>
                <a:lnTo>
                  <a:pt x="381000" y="200025"/>
                </a:lnTo>
                <a:lnTo>
                  <a:pt x="381000" y="209550"/>
                </a:lnTo>
                <a:lnTo>
                  <a:pt x="371475" y="209550"/>
                </a:lnTo>
                <a:lnTo>
                  <a:pt x="371475" y="219075"/>
                </a:lnTo>
                <a:lnTo>
                  <a:pt x="352425" y="219075"/>
                </a:lnTo>
                <a:lnTo>
                  <a:pt x="352425" y="209550"/>
                </a:lnTo>
                <a:lnTo>
                  <a:pt x="342900" y="209550"/>
                </a:lnTo>
                <a:lnTo>
                  <a:pt x="342900" y="200025"/>
                </a:lnTo>
                <a:lnTo>
                  <a:pt x="323850" y="200025"/>
                </a:lnTo>
                <a:lnTo>
                  <a:pt x="323850" y="180975"/>
                </a:lnTo>
                <a:lnTo>
                  <a:pt x="333375" y="180975"/>
                </a:lnTo>
                <a:lnTo>
                  <a:pt x="333375" y="171450"/>
                </a:lnTo>
                <a:lnTo>
                  <a:pt x="323850" y="171450"/>
                </a:lnTo>
                <a:lnTo>
                  <a:pt x="323850" y="133350"/>
                </a:lnTo>
                <a:lnTo>
                  <a:pt x="333375" y="133350"/>
                </a:lnTo>
                <a:lnTo>
                  <a:pt x="333375" y="114300"/>
                </a:lnTo>
                <a:lnTo>
                  <a:pt x="304800" y="114300"/>
                </a:lnTo>
                <a:lnTo>
                  <a:pt x="304800" y="123825"/>
                </a:lnTo>
                <a:lnTo>
                  <a:pt x="295275" y="123825"/>
                </a:lnTo>
                <a:lnTo>
                  <a:pt x="295275" y="114300"/>
                </a:lnTo>
                <a:lnTo>
                  <a:pt x="276225" y="114300"/>
                </a:lnTo>
                <a:lnTo>
                  <a:pt x="276225" y="104775"/>
                </a:lnTo>
                <a:lnTo>
                  <a:pt x="219075" y="104775"/>
                </a:lnTo>
                <a:lnTo>
                  <a:pt x="219075" y="114300"/>
                </a:lnTo>
                <a:lnTo>
                  <a:pt x="228600" y="114300"/>
                </a:lnTo>
                <a:lnTo>
                  <a:pt x="228600" y="123825"/>
                </a:lnTo>
                <a:lnTo>
                  <a:pt x="152400" y="123825"/>
                </a:lnTo>
                <a:lnTo>
                  <a:pt x="152400" y="114300"/>
                </a:lnTo>
                <a:lnTo>
                  <a:pt x="190500" y="114300"/>
                </a:lnTo>
                <a:lnTo>
                  <a:pt x="190500" y="104775"/>
                </a:lnTo>
                <a:lnTo>
                  <a:pt x="209550" y="104775"/>
                </a:lnTo>
                <a:lnTo>
                  <a:pt x="209550" y="85725"/>
                </a:lnTo>
                <a:lnTo>
                  <a:pt x="257175" y="85725"/>
                </a:lnTo>
                <a:lnTo>
                  <a:pt x="257175" y="95250"/>
                </a:lnTo>
                <a:lnTo>
                  <a:pt x="295275" y="95250"/>
                </a:lnTo>
                <a:lnTo>
                  <a:pt x="295275" y="104775"/>
                </a:lnTo>
                <a:lnTo>
                  <a:pt x="323850" y="104775"/>
                </a:lnTo>
                <a:close/>
                <a:moveTo>
                  <a:pt x="428625" y="104775"/>
                </a:moveTo>
                <a:lnTo>
                  <a:pt x="447675" y="104775"/>
                </a:lnTo>
                <a:lnTo>
                  <a:pt x="447675" y="114300"/>
                </a:lnTo>
                <a:lnTo>
                  <a:pt x="428625" y="114300"/>
                </a:lnTo>
                <a:close/>
                <a:moveTo>
                  <a:pt x="276225" y="123825"/>
                </a:moveTo>
                <a:lnTo>
                  <a:pt x="285750" y="123825"/>
                </a:lnTo>
                <a:lnTo>
                  <a:pt x="285750" y="133350"/>
                </a:lnTo>
                <a:lnTo>
                  <a:pt x="276225" y="133350"/>
                </a:lnTo>
                <a:close/>
                <a:moveTo>
                  <a:pt x="228600" y="161925"/>
                </a:moveTo>
                <a:lnTo>
                  <a:pt x="238125" y="161925"/>
                </a:lnTo>
                <a:lnTo>
                  <a:pt x="238125" y="171450"/>
                </a:lnTo>
                <a:lnTo>
                  <a:pt x="247650" y="171450"/>
                </a:lnTo>
                <a:lnTo>
                  <a:pt x="247650" y="190500"/>
                </a:lnTo>
                <a:lnTo>
                  <a:pt x="266700" y="190500"/>
                </a:lnTo>
                <a:lnTo>
                  <a:pt x="266700" y="200025"/>
                </a:lnTo>
                <a:lnTo>
                  <a:pt x="276225" y="200025"/>
                </a:lnTo>
                <a:lnTo>
                  <a:pt x="276225" y="209550"/>
                </a:lnTo>
                <a:lnTo>
                  <a:pt x="257175" y="209550"/>
                </a:lnTo>
                <a:lnTo>
                  <a:pt x="257175" y="200025"/>
                </a:lnTo>
                <a:lnTo>
                  <a:pt x="238125" y="200025"/>
                </a:lnTo>
                <a:lnTo>
                  <a:pt x="238125" y="190500"/>
                </a:lnTo>
                <a:lnTo>
                  <a:pt x="228600" y="190500"/>
                </a:lnTo>
                <a:lnTo>
                  <a:pt x="228600" y="200025"/>
                </a:lnTo>
                <a:lnTo>
                  <a:pt x="219075" y="200025"/>
                </a:lnTo>
                <a:lnTo>
                  <a:pt x="219075" y="171450"/>
                </a:lnTo>
                <a:lnTo>
                  <a:pt x="228600" y="171450"/>
                </a:lnTo>
                <a:close/>
                <a:moveTo>
                  <a:pt x="352425" y="190500"/>
                </a:moveTo>
                <a:lnTo>
                  <a:pt x="361950" y="190500"/>
                </a:lnTo>
                <a:lnTo>
                  <a:pt x="361950" y="200025"/>
                </a:lnTo>
                <a:lnTo>
                  <a:pt x="352425" y="200025"/>
                </a:lnTo>
                <a:lnTo>
                  <a:pt x="352425" y="209550"/>
                </a:lnTo>
                <a:lnTo>
                  <a:pt x="361950" y="209550"/>
                </a:lnTo>
                <a:lnTo>
                  <a:pt x="361950" y="200025"/>
                </a:lnTo>
                <a:lnTo>
                  <a:pt x="371475" y="200025"/>
                </a:lnTo>
                <a:lnTo>
                  <a:pt x="371475" y="180975"/>
                </a:lnTo>
                <a:lnTo>
                  <a:pt x="352425" y="180975"/>
                </a:lnTo>
                <a:close/>
                <a:moveTo>
                  <a:pt x="85725" y="200025"/>
                </a:moveTo>
                <a:lnTo>
                  <a:pt x="95250" y="200025"/>
                </a:lnTo>
                <a:lnTo>
                  <a:pt x="95250" y="219075"/>
                </a:lnTo>
                <a:lnTo>
                  <a:pt x="85725" y="219075"/>
                </a:lnTo>
                <a:close/>
                <a:moveTo>
                  <a:pt x="476250" y="200025"/>
                </a:moveTo>
                <a:lnTo>
                  <a:pt x="485775" y="200025"/>
                </a:lnTo>
                <a:lnTo>
                  <a:pt x="485775" y="209550"/>
                </a:lnTo>
                <a:lnTo>
                  <a:pt x="495300" y="209550"/>
                </a:lnTo>
                <a:lnTo>
                  <a:pt x="495300" y="219075"/>
                </a:lnTo>
                <a:lnTo>
                  <a:pt x="476250" y="219075"/>
                </a:lnTo>
                <a:close/>
                <a:moveTo>
                  <a:pt x="285750" y="209550"/>
                </a:moveTo>
                <a:lnTo>
                  <a:pt x="295275" y="209550"/>
                </a:lnTo>
                <a:lnTo>
                  <a:pt x="295275" y="219075"/>
                </a:lnTo>
                <a:lnTo>
                  <a:pt x="285750" y="219075"/>
                </a:lnTo>
                <a:close/>
                <a:moveTo>
                  <a:pt x="95250" y="219075"/>
                </a:moveTo>
                <a:lnTo>
                  <a:pt x="104775" y="219075"/>
                </a:lnTo>
                <a:lnTo>
                  <a:pt x="104775" y="228600"/>
                </a:lnTo>
                <a:lnTo>
                  <a:pt x="95250" y="228600"/>
                </a:lnTo>
                <a:close/>
                <a:moveTo>
                  <a:pt x="295275" y="219075"/>
                </a:moveTo>
                <a:lnTo>
                  <a:pt x="314325" y="219075"/>
                </a:lnTo>
                <a:lnTo>
                  <a:pt x="314325" y="228600"/>
                </a:lnTo>
                <a:lnTo>
                  <a:pt x="304800" y="228600"/>
                </a:lnTo>
                <a:lnTo>
                  <a:pt x="304800" y="247650"/>
                </a:lnTo>
                <a:lnTo>
                  <a:pt x="295275" y="247650"/>
                </a:lnTo>
                <a:close/>
                <a:moveTo>
                  <a:pt x="342900" y="219075"/>
                </a:moveTo>
                <a:lnTo>
                  <a:pt x="352425" y="219075"/>
                </a:lnTo>
                <a:lnTo>
                  <a:pt x="352425" y="238125"/>
                </a:lnTo>
                <a:lnTo>
                  <a:pt x="342900" y="238125"/>
                </a:lnTo>
                <a:close/>
                <a:moveTo>
                  <a:pt x="495300" y="219075"/>
                </a:moveTo>
                <a:lnTo>
                  <a:pt x="504825" y="219075"/>
                </a:lnTo>
                <a:lnTo>
                  <a:pt x="504825" y="228600"/>
                </a:lnTo>
                <a:lnTo>
                  <a:pt x="495300" y="228600"/>
                </a:lnTo>
                <a:close/>
                <a:moveTo>
                  <a:pt x="504825" y="228600"/>
                </a:moveTo>
                <a:lnTo>
                  <a:pt x="514350" y="228600"/>
                </a:lnTo>
                <a:lnTo>
                  <a:pt x="514350" y="238125"/>
                </a:lnTo>
                <a:lnTo>
                  <a:pt x="504825" y="238125"/>
                </a:lnTo>
                <a:close/>
                <a:moveTo>
                  <a:pt x="85725" y="238125"/>
                </a:moveTo>
                <a:lnTo>
                  <a:pt x="95250" y="238125"/>
                </a:lnTo>
                <a:lnTo>
                  <a:pt x="95250" y="247650"/>
                </a:lnTo>
                <a:lnTo>
                  <a:pt x="85725" y="247650"/>
                </a:lnTo>
                <a:close/>
                <a:moveTo>
                  <a:pt x="133350" y="238125"/>
                </a:moveTo>
                <a:lnTo>
                  <a:pt x="142875" y="238125"/>
                </a:lnTo>
                <a:lnTo>
                  <a:pt x="142875" y="247650"/>
                </a:lnTo>
                <a:lnTo>
                  <a:pt x="133350" y="247650"/>
                </a:lnTo>
                <a:close/>
                <a:moveTo>
                  <a:pt x="333375" y="238125"/>
                </a:moveTo>
                <a:lnTo>
                  <a:pt x="342900" y="238125"/>
                </a:lnTo>
                <a:lnTo>
                  <a:pt x="342900" y="247650"/>
                </a:lnTo>
                <a:lnTo>
                  <a:pt x="333375" y="247650"/>
                </a:lnTo>
                <a:close/>
                <a:moveTo>
                  <a:pt x="514350" y="238125"/>
                </a:moveTo>
                <a:lnTo>
                  <a:pt x="523875" y="238125"/>
                </a:lnTo>
                <a:lnTo>
                  <a:pt x="523875" y="247650"/>
                </a:lnTo>
                <a:lnTo>
                  <a:pt x="514350" y="247650"/>
                </a:lnTo>
                <a:close/>
                <a:moveTo>
                  <a:pt x="76200" y="247650"/>
                </a:moveTo>
                <a:lnTo>
                  <a:pt x="85725" y="247650"/>
                </a:lnTo>
                <a:lnTo>
                  <a:pt x="85725" y="257175"/>
                </a:lnTo>
                <a:lnTo>
                  <a:pt x="76200" y="257175"/>
                </a:lnTo>
                <a:close/>
                <a:moveTo>
                  <a:pt x="190500" y="247650"/>
                </a:moveTo>
                <a:lnTo>
                  <a:pt x="200025" y="247650"/>
                </a:lnTo>
                <a:lnTo>
                  <a:pt x="200025" y="266700"/>
                </a:lnTo>
                <a:lnTo>
                  <a:pt x="209550" y="266700"/>
                </a:lnTo>
                <a:lnTo>
                  <a:pt x="209550" y="285750"/>
                </a:lnTo>
                <a:lnTo>
                  <a:pt x="190500" y="285750"/>
                </a:lnTo>
                <a:lnTo>
                  <a:pt x="190500" y="276225"/>
                </a:lnTo>
                <a:lnTo>
                  <a:pt x="171450" y="276225"/>
                </a:lnTo>
                <a:lnTo>
                  <a:pt x="171450" y="266700"/>
                </a:lnTo>
                <a:lnTo>
                  <a:pt x="190500" y="266700"/>
                </a:lnTo>
                <a:close/>
                <a:moveTo>
                  <a:pt x="66675" y="257175"/>
                </a:moveTo>
                <a:lnTo>
                  <a:pt x="76200" y="257175"/>
                </a:lnTo>
                <a:lnTo>
                  <a:pt x="76200" y="276225"/>
                </a:lnTo>
                <a:lnTo>
                  <a:pt x="66675" y="276225"/>
                </a:lnTo>
                <a:close/>
                <a:moveTo>
                  <a:pt x="457200" y="257175"/>
                </a:moveTo>
                <a:lnTo>
                  <a:pt x="495300" y="257175"/>
                </a:lnTo>
                <a:lnTo>
                  <a:pt x="495300" y="266700"/>
                </a:lnTo>
                <a:lnTo>
                  <a:pt x="514350" y="266700"/>
                </a:lnTo>
                <a:lnTo>
                  <a:pt x="514350" y="257175"/>
                </a:lnTo>
                <a:lnTo>
                  <a:pt x="523875" y="257175"/>
                </a:lnTo>
                <a:lnTo>
                  <a:pt x="523875" y="266700"/>
                </a:lnTo>
                <a:lnTo>
                  <a:pt x="533400" y="266700"/>
                </a:lnTo>
                <a:lnTo>
                  <a:pt x="533400" y="285750"/>
                </a:lnTo>
                <a:lnTo>
                  <a:pt x="495300" y="285750"/>
                </a:lnTo>
                <a:lnTo>
                  <a:pt x="495300" y="276225"/>
                </a:lnTo>
                <a:lnTo>
                  <a:pt x="485775" y="276225"/>
                </a:lnTo>
                <a:lnTo>
                  <a:pt x="485775" y="266700"/>
                </a:lnTo>
                <a:lnTo>
                  <a:pt x="457200" y="266700"/>
                </a:lnTo>
                <a:close/>
                <a:moveTo>
                  <a:pt x="142875" y="276225"/>
                </a:moveTo>
                <a:lnTo>
                  <a:pt x="152400" y="276225"/>
                </a:lnTo>
                <a:lnTo>
                  <a:pt x="152400" y="285750"/>
                </a:lnTo>
                <a:lnTo>
                  <a:pt x="142875" y="285750"/>
                </a:lnTo>
                <a:close/>
                <a:moveTo>
                  <a:pt x="133350" y="285750"/>
                </a:moveTo>
                <a:lnTo>
                  <a:pt x="142875" y="285750"/>
                </a:lnTo>
                <a:lnTo>
                  <a:pt x="142875" y="295275"/>
                </a:lnTo>
                <a:lnTo>
                  <a:pt x="152400" y="295275"/>
                </a:lnTo>
                <a:lnTo>
                  <a:pt x="152400" y="304800"/>
                </a:lnTo>
                <a:lnTo>
                  <a:pt x="123825" y="304800"/>
                </a:lnTo>
                <a:lnTo>
                  <a:pt x="123825" y="295275"/>
                </a:lnTo>
                <a:lnTo>
                  <a:pt x="133350" y="295275"/>
                </a:lnTo>
                <a:close/>
                <a:moveTo>
                  <a:pt x="533400" y="285750"/>
                </a:moveTo>
                <a:lnTo>
                  <a:pt x="542925" y="285750"/>
                </a:lnTo>
                <a:lnTo>
                  <a:pt x="542925" y="295275"/>
                </a:lnTo>
                <a:lnTo>
                  <a:pt x="533400" y="295275"/>
                </a:lnTo>
                <a:close/>
                <a:moveTo>
                  <a:pt x="428625" y="304800"/>
                </a:moveTo>
                <a:lnTo>
                  <a:pt x="438150" y="304800"/>
                </a:lnTo>
                <a:lnTo>
                  <a:pt x="438150" y="314325"/>
                </a:lnTo>
                <a:lnTo>
                  <a:pt x="428625" y="314325"/>
                </a:lnTo>
                <a:close/>
                <a:moveTo>
                  <a:pt x="438150" y="314325"/>
                </a:moveTo>
                <a:lnTo>
                  <a:pt x="447675" y="314325"/>
                </a:lnTo>
                <a:lnTo>
                  <a:pt x="447675" y="323850"/>
                </a:lnTo>
                <a:lnTo>
                  <a:pt x="438150" y="323850"/>
                </a:lnTo>
                <a:close/>
                <a:moveTo>
                  <a:pt x="47625" y="323850"/>
                </a:moveTo>
                <a:lnTo>
                  <a:pt x="57150" y="323850"/>
                </a:lnTo>
                <a:lnTo>
                  <a:pt x="57150" y="342900"/>
                </a:lnTo>
                <a:lnTo>
                  <a:pt x="47625" y="342900"/>
                </a:lnTo>
                <a:close/>
                <a:moveTo>
                  <a:pt x="457200" y="333375"/>
                </a:moveTo>
                <a:lnTo>
                  <a:pt x="485775" y="333375"/>
                </a:lnTo>
                <a:lnTo>
                  <a:pt x="485775" y="342900"/>
                </a:lnTo>
                <a:lnTo>
                  <a:pt x="495300" y="342900"/>
                </a:lnTo>
                <a:lnTo>
                  <a:pt x="495300" y="352425"/>
                </a:lnTo>
                <a:lnTo>
                  <a:pt x="514350" y="352425"/>
                </a:lnTo>
                <a:lnTo>
                  <a:pt x="514350" y="361950"/>
                </a:lnTo>
                <a:lnTo>
                  <a:pt x="523875" y="361950"/>
                </a:lnTo>
                <a:lnTo>
                  <a:pt x="523875" y="381000"/>
                </a:lnTo>
                <a:lnTo>
                  <a:pt x="504825" y="381000"/>
                </a:lnTo>
                <a:lnTo>
                  <a:pt x="504825" y="371475"/>
                </a:lnTo>
                <a:lnTo>
                  <a:pt x="495300" y="371475"/>
                </a:lnTo>
                <a:lnTo>
                  <a:pt x="495300" y="361950"/>
                </a:lnTo>
                <a:lnTo>
                  <a:pt x="466725" y="361950"/>
                </a:lnTo>
                <a:lnTo>
                  <a:pt x="466725" y="342900"/>
                </a:lnTo>
                <a:lnTo>
                  <a:pt x="457200" y="342900"/>
                </a:lnTo>
                <a:close/>
                <a:moveTo>
                  <a:pt x="352425" y="371475"/>
                </a:moveTo>
                <a:lnTo>
                  <a:pt x="390525" y="371475"/>
                </a:lnTo>
                <a:lnTo>
                  <a:pt x="390525" y="381000"/>
                </a:lnTo>
                <a:lnTo>
                  <a:pt x="352425" y="381000"/>
                </a:lnTo>
                <a:close/>
                <a:moveTo>
                  <a:pt x="133350" y="381000"/>
                </a:moveTo>
                <a:lnTo>
                  <a:pt x="152400" y="381000"/>
                </a:lnTo>
                <a:lnTo>
                  <a:pt x="152400" y="390525"/>
                </a:lnTo>
                <a:lnTo>
                  <a:pt x="142875" y="390525"/>
                </a:lnTo>
                <a:lnTo>
                  <a:pt x="142875" y="400050"/>
                </a:lnTo>
                <a:lnTo>
                  <a:pt x="123825" y="400050"/>
                </a:lnTo>
                <a:lnTo>
                  <a:pt x="123825" y="390525"/>
                </a:lnTo>
                <a:lnTo>
                  <a:pt x="133350" y="390525"/>
                </a:lnTo>
                <a:close/>
                <a:moveTo>
                  <a:pt x="161925" y="381000"/>
                </a:moveTo>
                <a:lnTo>
                  <a:pt x="171450" y="381000"/>
                </a:lnTo>
                <a:lnTo>
                  <a:pt x="171450" y="390525"/>
                </a:lnTo>
                <a:lnTo>
                  <a:pt x="161925" y="390525"/>
                </a:lnTo>
                <a:close/>
                <a:moveTo>
                  <a:pt x="390525" y="381000"/>
                </a:moveTo>
                <a:lnTo>
                  <a:pt x="409575" y="381000"/>
                </a:lnTo>
                <a:lnTo>
                  <a:pt x="409575" y="390525"/>
                </a:lnTo>
                <a:lnTo>
                  <a:pt x="419100" y="390525"/>
                </a:lnTo>
                <a:lnTo>
                  <a:pt x="419100" y="400050"/>
                </a:lnTo>
                <a:lnTo>
                  <a:pt x="438150" y="400050"/>
                </a:lnTo>
                <a:lnTo>
                  <a:pt x="438150" y="419100"/>
                </a:lnTo>
                <a:lnTo>
                  <a:pt x="457200" y="419100"/>
                </a:lnTo>
                <a:lnTo>
                  <a:pt x="457200" y="428625"/>
                </a:lnTo>
                <a:lnTo>
                  <a:pt x="466725" y="428625"/>
                </a:lnTo>
                <a:lnTo>
                  <a:pt x="466725" y="438150"/>
                </a:lnTo>
                <a:lnTo>
                  <a:pt x="476250" y="438150"/>
                </a:lnTo>
                <a:lnTo>
                  <a:pt x="476250" y="428625"/>
                </a:lnTo>
                <a:lnTo>
                  <a:pt x="485775" y="428625"/>
                </a:lnTo>
                <a:lnTo>
                  <a:pt x="485775" y="438150"/>
                </a:lnTo>
                <a:lnTo>
                  <a:pt x="476250" y="438150"/>
                </a:lnTo>
                <a:lnTo>
                  <a:pt x="476250" y="447675"/>
                </a:lnTo>
                <a:lnTo>
                  <a:pt x="485775" y="447675"/>
                </a:lnTo>
                <a:lnTo>
                  <a:pt x="485775" y="438150"/>
                </a:lnTo>
                <a:lnTo>
                  <a:pt x="495300" y="438150"/>
                </a:lnTo>
                <a:lnTo>
                  <a:pt x="495300" y="466725"/>
                </a:lnTo>
                <a:lnTo>
                  <a:pt x="476250" y="466725"/>
                </a:lnTo>
                <a:lnTo>
                  <a:pt x="476250" y="457200"/>
                </a:lnTo>
                <a:lnTo>
                  <a:pt x="457200" y="457200"/>
                </a:lnTo>
                <a:lnTo>
                  <a:pt x="457200" y="447675"/>
                </a:lnTo>
                <a:lnTo>
                  <a:pt x="447675" y="447675"/>
                </a:lnTo>
                <a:lnTo>
                  <a:pt x="447675" y="438150"/>
                </a:lnTo>
                <a:lnTo>
                  <a:pt x="428625" y="438150"/>
                </a:lnTo>
                <a:lnTo>
                  <a:pt x="428625" y="428625"/>
                </a:lnTo>
                <a:lnTo>
                  <a:pt x="419100" y="428625"/>
                </a:lnTo>
                <a:lnTo>
                  <a:pt x="419100" y="419100"/>
                </a:lnTo>
                <a:lnTo>
                  <a:pt x="409575" y="419100"/>
                </a:lnTo>
                <a:lnTo>
                  <a:pt x="409575" y="409575"/>
                </a:lnTo>
                <a:lnTo>
                  <a:pt x="390525" y="409575"/>
                </a:lnTo>
                <a:close/>
                <a:moveTo>
                  <a:pt x="85725" y="390525"/>
                </a:moveTo>
                <a:lnTo>
                  <a:pt x="104775" y="390525"/>
                </a:lnTo>
                <a:lnTo>
                  <a:pt x="104775" y="400050"/>
                </a:lnTo>
                <a:lnTo>
                  <a:pt x="95250" y="400050"/>
                </a:lnTo>
                <a:lnTo>
                  <a:pt x="95250" y="409575"/>
                </a:lnTo>
                <a:lnTo>
                  <a:pt x="85725" y="409575"/>
                </a:lnTo>
                <a:close/>
                <a:moveTo>
                  <a:pt x="85725" y="428625"/>
                </a:moveTo>
                <a:lnTo>
                  <a:pt x="95250" y="428625"/>
                </a:lnTo>
                <a:lnTo>
                  <a:pt x="95250" y="438150"/>
                </a:lnTo>
                <a:lnTo>
                  <a:pt x="85725" y="438150"/>
                </a:lnTo>
                <a:close/>
                <a:moveTo>
                  <a:pt x="209550" y="428625"/>
                </a:moveTo>
                <a:lnTo>
                  <a:pt x="219075" y="428625"/>
                </a:lnTo>
                <a:lnTo>
                  <a:pt x="219075" y="447675"/>
                </a:lnTo>
                <a:lnTo>
                  <a:pt x="209550" y="447675"/>
                </a:lnTo>
                <a:lnTo>
                  <a:pt x="209550" y="457200"/>
                </a:lnTo>
                <a:lnTo>
                  <a:pt x="190500" y="457200"/>
                </a:lnTo>
                <a:lnTo>
                  <a:pt x="190500" y="447675"/>
                </a:lnTo>
                <a:lnTo>
                  <a:pt x="180975" y="447675"/>
                </a:lnTo>
                <a:lnTo>
                  <a:pt x="180975" y="438150"/>
                </a:lnTo>
                <a:lnTo>
                  <a:pt x="209550" y="438150"/>
                </a:lnTo>
                <a:close/>
                <a:moveTo>
                  <a:pt x="295275" y="438150"/>
                </a:moveTo>
                <a:lnTo>
                  <a:pt x="314325" y="438150"/>
                </a:lnTo>
                <a:lnTo>
                  <a:pt x="314325" y="457200"/>
                </a:lnTo>
                <a:lnTo>
                  <a:pt x="295275" y="457200"/>
                </a:lnTo>
                <a:close/>
                <a:moveTo>
                  <a:pt x="161925" y="457200"/>
                </a:moveTo>
                <a:lnTo>
                  <a:pt x="171450" y="457200"/>
                </a:lnTo>
                <a:lnTo>
                  <a:pt x="171450" y="476250"/>
                </a:lnTo>
                <a:lnTo>
                  <a:pt x="161925" y="476250"/>
                </a:lnTo>
                <a:close/>
                <a:moveTo>
                  <a:pt x="314325" y="457200"/>
                </a:moveTo>
                <a:lnTo>
                  <a:pt x="333375" y="457200"/>
                </a:lnTo>
                <a:lnTo>
                  <a:pt x="333375" y="476250"/>
                </a:lnTo>
                <a:lnTo>
                  <a:pt x="342900" y="476250"/>
                </a:lnTo>
                <a:lnTo>
                  <a:pt x="342900" y="485775"/>
                </a:lnTo>
                <a:lnTo>
                  <a:pt x="381000" y="485775"/>
                </a:lnTo>
                <a:lnTo>
                  <a:pt x="381000" y="504825"/>
                </a:lnTo>
                <a:lnTo>
                  <a:pt x="409575" y="504825"/>
                </a:lnTo>
                <a:lnTo>
                  <a:pt x="409575" y="514350"/>
                </a:lnTo>
                <a:lnTo>
                  <a:pt x="352425" y="514350"/>
                </a:lnTo>
                <a:lnTo>
                  <a:pt x="352425" y="523875"/>
                </a:lnTo>
                <a:lnTo>
                  <a:pt x="342900" y="523875"/>
                </a:lnTo>
                <a:lnTo>
                  <a:pt x="342900" y="514350"/>
                </a:lnTo>
                <a:lnTo>
                  <a:pt x="323850" y="514350"/>
                </a:lnTo>
                <a:lnTo>
                  <a:pt x="323850" y="495300"/>
                </a:lnTo>
                <a:lnTo>
                  <a:pt x="333375" y="495300"/>
                </a:lnTo>
                <a:lnTo>
                  <a:pt x="333375" y="485775"/>
                </a:lnTo>
                <a:lnTo>
                  <a:pt x="323850" y="485775"/>
                </a:lnTo>
                <a:lnTo>
                  <a:pt x="323850" y="466725"/>
                </a:lnTo>
                <a:lnTo>
                  <a:pt x="314325" y="466725"/>
                </a:lnTo>
                <a:close/>
                <a:moveTo>
                  <a:pt x="419100" y="504825"/>
                </a:moveTo>
                <a:lnTo>
                  <a:pt x="428625" y="504825"/>
                </a:lnTo>
                <a:lnTo>
                  <a:pt x="428625" y="514350"/>
                </a:lnTo>
                <a:lnTo>
                  <a:pt x="438150" y="514350"/>
                </a:lnTo>
                <a:lnTo>
                  <a:pt x="438150" y="523875"/>
                </a:lnTo>
                <a:lnTo>
                  <a:pt x="419100" y="523875"/>
                </a:lnTo>
                <a:close/>
                <a:moveTo>
                  <a:pt x="276225" y="533400"/>
                </a:moveTo>
                <a:lnTo>
                  <a:pt x="304800" y="533400"/>
                </a:lnTo>
                <a:lnTo>
                  <a:pt x="304800" y="542925"/>
                </a:lnTo>
                <a:lnTo>
                  <a:pt x="276225" y="542925"/>
                </a:lnTo>
                <a:close/>
              </a:path>
            </a:pathLst>
          </a:custGeom>
          <a:solidFill xmlns:a="http://schemas.openxmlformats.org/drawingml/2006/main">
            <a:srgbClr val="254A38"/>
          </a:solidFill>
          <a:ln xmlns:a="http://schemas.openxmlformats.org/drawingml/2006/main" w="0">
            <a:noFill/>
          </a:ln>
        </p:spPr>
      </p:sp>
      <p:sp>
        <p:nvSpPr>
          <p:cNvPr id="49" name="check vector #244a37">
            <a:extLst xmlns:a="http://schemas.openxmlformats.org/drawingml/2006/main">
              <a:ext uri="{FF2B5EF4-FFF2-40B4-BE49-F238E27FC236}">
                <a16:creationId xmlns:a16="http://schemas.microsoft.com/office/drawing/2014/main" id="{8FF28000-B762-4DAE-BB5C-F33ACA82909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71525" y="1819275"/>
            <a:ext cx="742950" cy="723900"/>
          </a:xfrm>
          <a:custGeom xmlns:a="http://schemas.openxmlformats.org/drawingml/2006/main">
            <a:pathLst>
              <a:path w="628650" h="609600">
                <a:moveTo>
                  <a:pt x="314325" y="76200"/>
                </a:moveTo>
                <a:lnTo>
                  <a:pt x="323850" y="76200"/>
                </a:lnTo>
                <a:lnTo>
                  <a:pt x="323850" y="104775"/>
                </a:lnTo>
                <a:lnTo>
                  <a:pt x="295275" y="104775"/>
                </a:lnTo>
                <a:lnTo>
                  <a:pt x="295275" y="85725"/>
                </a:lnTo>
                <a:lnTo>
                  <a:pt x="314325" y="85725"/>
                </a:lnTo>
                <a:close/>
                <a:moveTo>
                  <a:pt x="428625" y="114300"/>
                </a:moveTo>
                <a:lnTo>
                  <a:pt x="447675" y="114300"/>
                </a:lnTo>
                <a:lnTo>
                  <a:pt x="447675" y="123825"/>
                </a:lnTo>
                <a:lnTo>
                  <a:pt x="428625" y="123825"/>
                </a:lnTo>
                <a:close/>
                <a:moveTo>
                  <a:pt x="152400" y="123825"/>
                </a:moveTo>
                <a:lnTo>
                  <a:pt x="238125" y="123825"/>
                </a:lnTo>
                <a:lnTo>
                  <a:pt x="238125" y="133350"/>
                </a:lnTo>
                <a:lnTo>
                  <a:pt x="247650" y="133350"/>
                </a:lnTo>
                <a:lnTo>
                  <a:pt x="247650" y="142875"/>
                </a:lnTo>
                <a:lnTo>
                  <a:pt x="238125" y="142875"/>
                </a:lnTo>
                <a:lnTo>
                  <a:pt x="238125" y="161925"/>
                </a:lnTo>
                <a:lnTo>
                  <a:pt x="228600" y="161925"/>
                </a:lnTo>
                <a:lnTo>
                  <a:pt x="228600" y="171450"/>
                </a:lnTo>
                <a:lnTo>
                  <a:pt x="219075" y="171450"/>
                </a:lnTo>
                <a:lnTo>
                  <a:pt x="219075" y="180975"/>
                </a:lnTo>
                <a:lnTo>
                  <a:pt x="209550" y="180975"/>
                </a:lnTo>
                <a:lnTo>
                  <a:pt x="209550" y="161925"/>
                </a:lnTo>
                <a:lnTo>
                  <a:pt x="200025" y="161925"/>
                </a:lnTo>
                <a:lnTo>
                  <a:pt x="200025" y="152400"/>
                </a:lnTo>
                <a:lnTo>
                  <a:pt x="171450" y="152400"/>
                </a:lnTo>
                <a:lnTo>
                  <a:pt x="171450" y="142875"/>
                </a:lnTo>
                <a:lnTo>
                  <a:pt x="161925" y="142875"/>
                </a:lnTo>
                <a:lnTo>
                  <a:pt x="161925" y="133350"/>
                </a:lnTo>
                <a:lnTo>
                  <a:pt x="152400" y="133350"/>
                </a:lnTo>
                <a:close/>
                <a:moveTo>
                  <a:pt x="228600" y="190500"/>
                </a:moveTo>
                <a:lnTo>
                  <a:pt x="238125" y="190500"/>
                </a:lnTo>
                <a:lnTo>
                  <a:pt x="238125" y="200025"/>
                </a:lnTo>
                <a:lnTo>
                  <a:pt x="257175" y="200025"/>
                </a:lnTo>
                <a:lnTo>
                  <a:pt x="257175" y="209550"/>
                </a:lnTo>
                <a:lnTo>
                  <a:pt x="285750" y="209550"/>
                </a:lnTo>
                <a:lnTo>
                  <a:pt x="285750" y="219075"/>
                </a:lnTo>
                <a:lnTo>
                  <a:pt x="295275" y="219075"/>
                </a:lnTo>
                <a:lnTo>
                  <a:pt x="295275" y="238125"/>
                </a:lnTo>
                <a:lnTo>
                  <a:pt x="285750" y="238125"/>
                </a:lnTo>
                <a:lnTo>
                  <a:pt x="285750" y="247650"/>
                </a:lnTo>
                <a:lnTo>
                  <a:pt x="276225" y="247650"/>
                </a:lnTo>
                <a:lnTo>
                  <a:pt x="276225" y="238125"/>
                </a:lnTo>
                <a:lnTo>
                  <a:pt x="257175" y="238125"/>
                </a:lnTo>
                <a:lnTo>
                  <a:pt x="257175" y="219075"/>
                </a:lnTo>
                <a:lnTo>
                  <a:pt x="247650" y="219075"/>
                </a:lnTo>
                <a:lnTo>
                  <a:pt x="247650" y="209550"/>
                </a:lnTo>
                <a:lnTo>
                  <a:pt x="228600" y="209550"/>
                </a:lnTo>
                <a:close/>
                <a:moveTo>
                  <a:pt x="323850" y="200025"/>
                </a:moveTo>
                <a:lnTo>
                  <a:pt x="333375" y="200025"/>
                </a:lnTo>
                <a:lnTo>
                  <a:pt x="333375" y="209550"/>
                </a:lnTo>
                <a:lnTo>
                  <a:pt x="323850" y="209550"/>
                </a:lnTo>
                <a:close/>
                <a:moveTo>
                  <a:pt x="352425" y="200025"/>
                </a:moveTo>
                <a:lnTo>
                  <a:pt x="361950" y="200025"/>
                </a:lnTo>
                <a:lnTo>
                  <a:pt x="361950" y="209550"/>
                </a:lnTo>
                <a:lnTo>
                  <a:pt x="352425" y="209550"/>
                </a:lnTo>
                <a:close/>
                <a:moveTo>
                  <a:pt x="95250" y="209550"/>
                </a:moveTo>
                <a:lnTo>
                  <a:pt x="104775" y="209550"/>
                </a:lnTo>
                <a:lnTo>
                  <a:pt x="104775" y="219075"/>
                </a:lnTo>
                <a:lnTo>
                  <a:pt x="95250" y="219075"/>
                </a:lnTo>
                <a:close/>
                <a:moveTo>
                  <a:pt x="104775" y="219075"/>
                </a:moveTo>
                <a:lnTo>
                  <a:pt x="123825" y="219075"/>
                </a:lnTo>
                <a:lnTo>
                  <a:pt x="123825" y="228600"/>
                </a:lnTo>
                <a:lnTo>
                  <a:pt x="200025" y="228600"/>
                </a:lnTo>
                <a:lnTo>
                  <a:pt x="200025" y="238125"/>
                </a:lnTo>
                <a:lnTo>
                  <a:pt x="209550" y="238125"/>
                </a:lnTo>
                <a:lnTo>
                  <a:pt x="209550" y="247650"/>
                </a:lnTo>
                <a:lnTo>
                  <a:pt x="228600" y="247650"/>
                </a:lnTo>
                <a:lnTo>
                  <a:pt x="228600" y="257175"/>
                </a:lnTo>
                <a:lnTo>
                  <a:pt x="219075" y="257175"/>
                </a:lnTo>
                <a:lnTo>
                  <a:pt x="219075" y="276225"/>
                </a:lnTo>
                <a:lnTo>
                  <a:pt x="209550" y="276225"/>
                </a:lnTo>
                <a:lnTo>
                  <a:pt x="209550" y="266700"/>
                </a:lnTo>
                <a:lnTo>
                  <a:pt x="200025" y="266700"/>
                </a:lnTo>
                <a:lnTo>
                  <a:pt x="200025" y="247650"/>
                </a:lnTo>
                <a:lnTo>
                  <a:pt x="171450" y="247650"/>
                </a:lnTo>
                <a:lnTo>
                  <a:pt x="171450" y="257175"/>
                </a:lnTo>
                <a:lnTo>
                  <a:pt x="152400" y="257175"/>
                </a:lnTo>
                <a:lnTo>
                  <a:pt x="152400" y="266700"/>
                </a:lnTo>
                <a:lnTo>
                  <a:pt x="142875" y="266700"/>
                </a:lnTo>
                <a:lnTo>
                  <a:pt x="142875" y="238125"/>
                </a:lnTo>
                <a:lnTo>
                  <a:pt x="114300" y="238125"/>
                </a:lnTo>
                <a:lnTo>
                  <a:pt x="114300" y="247650"/>
                </a:lnTo>
                <a:lnTo>
                  <a:pt x="123825" y="247650"/>
                </a:lnTo>
                <a:lnTo>
                  <a:pt x="123825" y="257175"/>
                </a:lnTo>
                <a:lnTo>
                  <a:pt x="133350" y="257175"/>
                </a:lnTo>
                <a:lnTo>
                  <a:pt x="133350" y="266700"/>
                </a:lnTo>
                <a:lnTo>
                  <a:pt x="142875" y="266700"/>
                </a:lnTo>
                <a:lnTo>
                  <a:pt x="142875" y="285750"/>
                </a:lnTo>
                <a:lnTo>
                  <a:pt x="133350" y="285750"/>
                </a:lnTo>
                <a:lnTo>
                  <a:pt x="133350" y="295275"/>
                </a:lnTo>
                <a:lnTo>
                  <a:pt x="85725" y="295275"/>
                </a:lnTo>
                <a:lnTo>
                  <a:pt x="85725" y="285750"/>
                </a:lnTo>
                <a:lnTo>
                  <a:pt x="76200" y="285750"/>
                </a:lnTo>
                <a:lnTo>
                  <a:pt x="76200" y="257175"/>
                </a:lnTo>
                <a:lnTo>
                  <a:pt x="85725" y="257175"/>
                </a:lnTo>
                <a:lnTo>
                  <a:pt x="85725" y="247650"/>
                </a:lnTo>
                <a:lnTo>
                  <a:pt x="95250" y="247650"/>
                </a:lnTo>
                <a:lnTo>
                  <a:pt x="95250" y="228600"/>
                </a:lnTo>
                <a:lnTo>
                  <a:pt x="104775" y="228600"/>
                </a:lnTo>
                <a:close/>
                <a:moveTo>
                  <a:pt x="314325" y="219075"/>
                </a:moveTo>
                <a:lnTo>
                  <a:pt x="342900" y="219075"/>
                </a:lnTo>
                <a:lnTo>
                  <a:pt x="342900" y="238125"/>
                </a:lnTo>
                <a:lnTo>
                  <a:pt x="333375" y="238125"/>
                </a:lnTo>
                <a:lnTo>
                  <a:pt x="333375" y="247650"/>
                </a:lnTo>
                <a:lnTo>
                  <a:pt x="304800" y="247650"/>
                </a:lnTo>
                <a:lnTo>
                  <a:pt x="304800" y="228600"/>
                </a:lnTo>
                <a:lnTo>
                  <a:pt x="314325" y="228600"/>
                </a:lnTo>
                <a:close/>
                <a:moveTo>
                  <a:pt x="428625" y="314325"/>
                </a:moveTo>
                <a:lnTo>
                  <a:pt x="438150" y="314325"/>
                </a:lnTo>
                <a:lnTo>
                  <a:pt x="438150" y="323850"/>
                </a:lnTo>
                <a:lnTo>
                  <a:pt x="447675" y="323850"/>
                </a:lnTo>
                <a:lnTo>
                  <a:pt x="447675" y="333375"/>
                </a:lnTo>
                <a:lnTo>
                  <a:pt x="457200" y="333375"/>
                </a:lnTo>
                <a:lnTo>
                  <a:pt x="457200" y="342900"/>
                </a:lnTo>
                <a:lnTo>
                  <a:pt x="466725" y="342900"/>
                </a:lnTo>
                <a:lnTo>
                  <a:pt x="466725" y="361950"/>
                </a:lnTo>
                <a:lnTo>
                  <a:pt x="495300" y="361950"/>
                </a:lnTo>
                <a:lnTo>
                  <a:pt x="495300" y="371475"/>
                </a:lnTo>
                <a:lnTo>
                  <a:pt x="476250" y="371475"/>
                </a:lnTo>
                <a:lnTo>
                  <a:pt x="476250" y="381000"/>
                </a:lnTo>
                <a:lnTo>
                  <a:pt x="466725" y="381000"/>
                </a:lnTo>
                <a:lnTo>
                  <a:pt x="466725" y="371475"/>
                </a:lnTo>
                <a:lnTo>
                  <a:pt x="447675" y="371475"/>
                </a:lnTo>
                <a:lnTo>
                  <a:pt x="447675" y="361950"/>
                </a:lnTo>
                <a:lnTo>
                  <a:pt x="438150" y="361950"/>
                </a:lnTo>
                <a:lnTo>
                  <a:pt x="438150" y="352425"/>
                </a:lnTo>
                <a:lnTo>
                  <a:pt x="428625" y="352425"/>
                </a:lnTo>
                <a:close/>
                <a:moveTo>
                  <a:pt x="114300" y="352425"/>
                </a:moveTo>
                <a:lnTo>
                  <a:pt x="123825" y="352425"/>
                </a:lnTo>
                <a:lnTo>
                  <a:pt x="123825" y="361950"/>
                </a:lnTo>
                <a:lnTo>
                  <a:pt x="114300" y="361950"/>
                </a:lnTo>
                <a:close/>
                <a:moveTo>
                  <a:pt x="104775" y="371475"/>
                </a:moveTo>
                <a:lnTo>
                  <a:pt x="133350" y="371475"/>
                </a:lnTo>
                <a:lnTo>
                  <a:pt x="133350" y="390525"/>
                </a:lnTo>
                <a:lnTo>
                  <a:pt x="123825" y="390525"/>
                </a:lnTo>
                <a:lnTo>
                  <a:pt x="123825" y="400050"/>
                </a:lnTo>
                <a:lnTo>
                  <a:pt x="104775" y="400050"/>
                </a:lnTo>
                <a:lnTo>
                  <a:pt x="104775" y="390525"/>
                </a:lnTo>
                <a:lnTo>
                  <a:pt x="85725" y="390525"/>
                </a:lnTo>
                <a:lnTo>
                  <a:pt x="85725" y="381000"/>
                </a:lnTo>
                <a:lnTo>
                  <a:pt x="104775" y="381000"/>
                </a:lnTo>
                <a:close/>
                <a:moveTo>
                  <a:pt x="476250" y="438150"/>
                </a:moveTo>
                <a:lnTo>
                  <a:pt x="485775" y="438150"/>
                </a:lnTo>
                <a:lnTo>
                  <a:pt x="485775" y="447675"/>
                </a:lnTo>
                <a:lnTo>
                  <a:pt x="476250" y="447675"/>
                </a:lnTo>
                <a:close/>
                <a:moveTo>
                  <a:pt x="295275" y="457200"/>
                </a:moveTo>
                <a:lnTo>
                  <a:pt x="314325" y="457200"/>
                </a:lnTo>
                <a:lnTo>
                  <a:pt x="314325" y="466725"/>
                </a:lnTo>
                <a:lnTo>
                  <a:pt x="323850" y="466725"/>
                </a:lnTo>
                <a:lnTo>
                  <a:pt x="323850" y="485775"/>
                </a:lnTo>
                <a:lnTo>
                  <a:pt x="333375" y="485775"/>
                </a:lnTo>
                <a:lnTo>
                  <a:pt x="333375" y="495300"/>
                </a:lnTo>
                <a:lnTo>
                  <a:pt x="323850" y="495300"/>
                </a:lnTo>
                <a:lnTo>
                  <a:pt x="323850" y="504825"/>
                </a:lnTo>
                <a:lnTo>
                  <a:pt x="304800" y="504825"/>
                </a:lnTo>
                <a:lnTo>
                  <a:pt x="304800" y="485775"/>
                </a:lnTo>
                <a:lnTo>
                  <a:pt x="295275" y="485775"/>
                </a:lnTo>
                <a:lnTo>
                  <a:pt x="295275" y="476250"/>
                </a:lnTo>
                <a:lnTo>
                  <a:pt x="304800" y="476250"/>
                </a:lnTo>
                <a:lnTo>
                  <a:pt x="304800" y="466725"/>
                </a:lnTo>
                <a:lnTo>
                  <a:pt x="295275" y="466725"/>
                </a:lnTo>
                <a:close/>
                <a:moveTo>
                  <a:pt x="352425" y="514350"/>
                </a:moveTo>
                <a:lnTo>
                  <a:pt x="361950" y="514350"/>
                </a:lnTo>
                <a:lnTo>
                  <a:pt x="361950" y="523875"/>
                </a:lnTo>
                <a:lnTo>
                  <a:pt x="352425" y="523875"/>
                </a:lnTo>
                <a:close/>
              </a:path>
            </a:pathLst>
          </a:custGeom>
          <a:solidFill xmlns:a="http://schemas.openxmlformats.org/drawingml/2006/main">
            <a:srgbClr val="244A37"/>
          </a:solidFill>
          <a:ln xmlns:a="http://schemas.openxmlformats.org/drawingml/2006/main" w="0">
            <a:noFill/>
          </a:ln>
        </p:spPr>
      </p:sp>
      <p:sp>
        <p:nvSpPr>
          <p:cNvPr id="50" name="check vector #284836">
            <a:extLst xmlns:a="http://schemas.openxmlformats.org/drawingml/2006/main">
              <a:ext uri="{FF2B5EF4-FFF2-40B4-BE49-F238E27FC236}">
                <a16:creationId xmlns:a16="http://schemas.microsoft.com/office/drawing/2014/main" id="{AA1800D3-982A-4501-8C3F-B672B919B6C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71525" y="1819275"/>
            <a:ext cx="742950" cy="723900"/>
          </a:xfrm>
          <a:custGeom xmlns:a="http://schemas.openxmlformats.org/drawingml/2006/main">
            <a:pathLst>
              <a:path w="628650" h="609600">
                <a:moveTo>
                  <a:pt x="304800" y="47625"/>
                </a:moveTo>
                <a:lnTo>
                  <a:pt x="342900" y="47625"/>
                </a:lnTo>
                <a:lnTo>
                  <a:pt x="342900" y="76200"/>
                </a:lnTo>
                <a:lnTo>
                  <a:pt x="333375" y="76200"/>
                </a:lnTo>
                <a:lnTo>
                  <a:pt x="333375" y="66675"/>
                </a:lnTo>
                <a:lnTo>
                  <a:pt x="323850" y="66675"/>
                </a:lnTo>
                <a:lnTo>
                  <a:pt x="323850" y="57150"/>
                </a:lnTo>
                <a:lnTo>
                  <a:pt x="304800" y="57150"/>
                </a:lnTo>
                <a:close/>
                <a:moveTo>
                  <a:pt x="209550" y="57150"/>
                </a:moveTo>
                <a:lnTo>
                  <a:pt x="219075" y="57150"/>
                </a:lnTo>
                <a:lnTo>
                  <a:pt x="219075" y="66675"/>
                </a:lnTo>
                <a:lnTo>
                  <a:pt x="209550" y="66675"/>
                </a:lnTo>
                <a:close/>
                <a:moveTo>
                  <a:pt x="352425" y="57150"/>
                </a:moveTo>
                <a:lnTo>
                  <a:pt x="381000" y="57150"/>
                </a:lnTo>
                <a:lnTo>
                  <a:pt x="381000" y="66675"/>
                </a:lnTo>
                <a:lnTo>
                  <a:pt x="361950" y="66675"/>
                </a:lnTo>
                <a:lnTo>
                  <a:pt x="361950" y="76200"/>
                </a:lnTo>
                <a:lnTo>
                  <a:pt x="352425" y="76200"/>
                </a:lnTo>
                <a:close/>
                <a:moveTo>
                  <a:pt x="200025" y="66675"/>
                </a:moveTo>
                <a:lnTo>
                  <a:pt x="209550" y="66675"/>
                </a:lnTo>
                <a:lnTo>
                  <a:pt x="209550" y="76200"/>
                </a:lnTo>
                <a:lnTo>
                  <a:pt x="219075" y="76200"/>
                </a:lnTo>
                <a:lnTo>
                  <a:pt x="219075" y="85725"/>
                </a:lnTo>
                <a:lnTo>
                  <a:pt x="200025" y="85725"/>
                </a:lnTo>
                <a:lnTo>
                  <a:pt x="200025" y="95250"/>
                </a:lnTo>
                <a:lnTo>
                  <a:pt x="171450" y="95250"/>
                </a:lnTo>
                <a:lnTo>
                  <a:pt x="171450" y="85725"/>
                </a:lnTo>
                <a:lnTo>
                  <a:pt x="180975" y="85725"/>
                </a:lnTo>
                <a:lnTo>
                  <a:pt x="180975" y="76200"/>
                </a:lnTo>
                <a:lnTo>
                  <a:pt x="200025" y="76200"/>
                </a:lnTo>
                <a:close/>
                <a:moveTo>
                  <a:pt x="438150" y="95250"/>
                </a:moveTo>
                <a:lnTo>
                  <a:pt x="466725" y="95250"/>
                </a:lnTo>
                <a:lnTo>
                  <a:pt x="466725" y="123825"/>
                </a:lnTo>
                <a:lnTo>
                  <a:pt x="457200" y="123825"/>
                </a:lnTo>
                <a:lnTo>
                  <a:pt x="457200" y="114300"/>
                </a:lnTo>
                <a:lnTo>
                  <a:pt x="447675" y="114300"/>
                </a:lnTo>
                <a:lnTo>
                  <a:pt x="447675" y="104775"/>
                </a:lnTo>
                <a:lnTo>
                  <a:pt x="438150" y="104775"/>
                </a:lnTo>
                <a:close/>
                <a:moveTo>
                  <a:pt x="142875" y="104775"/>
                </a:moveTo>
                <a:lnTo>
                  <a:pt x="161925" y="104775"/>
                </a:lnTo>
                <a:lnTo>
                  <a:pt x="161925" y="114300"/>
                </a:lnTo>
                <a:lnTo>
                  <a:pt x="152400" y="114300"/>
                </a:lnTo>
                <a:lnTo>
                  <a:pt x="152400" y="123825"/>
                </a:lnTo>
                <a:lnTo>
                  <a:pt x="142875" y="123825"/>
                </a:lnTo>
                <a:close/>
                <a:moveTo>
                  <a:pt x="476250" y="133350"/>
                </a:moveTo>
                <a:lnTo>
                  <a:pt x="495300" y="133350"/>
                </a:lnTo>
                <a:lnTo>
                  <a:pt x="495300" y="142875"/>
                </a:lnTo>
                <a:lnTo>
                  <a:pt x="514350" y="142875"/>
                </a:lnTo>
                <a:lnTo>
                  <a:pt x="514350" y="152400"/>
                </a:lnTo>
                <a:lnTo>
                  <a:pt x="495300" y="152400"/>
                </a:lnTo>
                <a:lnTo>
                  <a:pt x="495300" y="161925"/>
                </a:lnTo>
                <a:lnTo>
                  <a:pt x="485775" y="161925"/>
                </a:lnTo>
                <a:lnTo>
                  <a:pt x="485775" y="152400"/>
                </a:lnTo>
                <a:lnTo>
                  <a:pt x="476250" y="152400"/>
                </a:lnTo>
                <a:close/>
                <a:moveTo>
                  <a:pt x="428625" y="152400"/>
                </a:moveTo>
                <a:lnTo>
                  <a:pt x="438150" y="152400"/>
                </a:lnTo>
                <a:lnTo>
                  <a:pt x="438150" y="161925"/>
                </a:lnTo>
                <a:lnTo>
                  <a:pt x="447675" y="161925"/>
                </a:lnTo>
                <a:lnTo>
                  <a:pt x="447675" y="171450"/>
                </a:lnTo>
                <a:lnTo>
                  <a:pt x="466725" y="171450"/>
                </a:lnTo>
                <a:lnTo>
                  <a:pt x="466725" y="180975"/>
                </a:lnTo>
                <a:lnTo>
                  <a:pt x="457200" y="180975"/>
                </a:lnTo>
                <a:lnTo>
                  <a:pt x="457200" y="190500"/>
                </a:lnTo>
                <a:lnTo>
                  <a:pt x="419100" y="190500"/>
                </a:lnTo>
                <a:lnTo>
                  <a:pt x="419100" y="180975"/>
                </a:lnTo>
                <a:lnTo>
                  <a:pt x="428625" y="180975"/>
                </a:lnTo>
                <a:close/>
                <a:moveTo>
                  <a:pt x="400050" y="171450"/>
                </a:moveTo>
                <a:lnTo>
                  <a:pt x="409575" y="171450"/>
                </a:lnTo>
                <a:lnTo>
                  <a:pt x="409575" y="190500"/>
                </a:lnTo>
                <a:lnTo>
                  <a:pt x="419100" y="190500"/>
                </a:lnTo>
                <a:lnTo>
                  <a:pt x="419100" y="200025"/>
                </a:lnTo>
                <a:lnTo>
                  <a:pt x="390525" y="200025"/>
                </a:lnTo>
                <a:lnTo>
                  <a:pt x="390525" y="190500"/>
                </a:lnTo>
                <a:lnTo>
                  <a:pt x="400050" y="190500"/>
                </a:lnTo>
                <a:close/>
                <a:moveTo>
                  <a:pt x="66675" y="190500"/>
                </a:moveTo>
                <a:lnTo>
                  <a:pt x="76200" y="190500"/>
                </a:lnTo>
                <a:lnTo>
                  <a:pt x="76200" y="200025"/>
                </a:lnTo>
                <a:lnTo>
                  <a:pt x="85725" y="200025"/>
                </a:lnTo>
                <a:lnTo>
                  <a:pt x="85725" y="209550"/>
                </a:lnTo>
                <a:lnTo>
                  <a:pt x="76200" y="209550"/>
                </a:lnTo>
                <a:lnTo>
                  <a:pt x="76200" y="219075"/>
                </a:lnTo>
                <a:lnTo>
                  <a:pt x="66675" y="219075"/>
                </a:lnTo>
                <a:close/>
                <a:moveTo>
                  <a:pt x="352425" y="219075"/>
                </a:moveTo>
                <a:lnTo>
                  <a:pt x="381000" y="219075"/>
                </a:lnTo>
                <a:lnTo>
                  <a:pt x="381000" y="238125"/>
                </a:lnTo>
                <a:lnTo>
                  <a:pt x="371475" y="238125"/>
                </a:lnTo>
                <a:lnTo>
                  <a:pt x="371475" y="247650"/>
                </a:lnTo>
                <a:lnTo>
                  <a:pt x="342900" y="247650"/>
                </a:lnTo>
                <a:lnTo>
                  <a:pt x="342900" y="238125"/>
                </a:lnTo>
                <a:lnTo>
                  <a:pt x="352425" y="238125"/>
                </a:lnTo>
                <a:close/>
                <a:moveTo>
                  <a:pt x="457200" y="238125"/>
                </a:moveTo>
                <a:lnTo>
                  <a:pt x="466725" y="238125"/>
                </a:lnTo>
                <a:lnTo>
                  <a:pt x="466725" y="257175"/>
                </a:lnTo>
                <a:lnTo>
                  <a:pt x="457200" y="257175"/>
                </a:lnTo>
                <a:close/>
                <a:moveTo>
                  <a:pt x="533400" y="238125"/>
                </a:moveTo>
                <a:lnTo>
                  <a:pt x="561975" y="238125"/>
                </a:lnTo>
                <a:lnTo>
                  <a:pt x="561975" y="257175"/>
                </a:lnTo>
                <a:lnTo>
                  <a:pt x="552450" y="257175"/>
                </a:lnTo>
                <a:lnTo>
                  <a:pt x="552450" y="247650"/>
                </a:lnTo>
                <a:lnTo>
                  <a:pt x="542925" y="247650"/>
                </a:lnTo>
                <a:lnTo>
                  <a:pt x="542925" y="257175"/>
                </a:lnTo>
                <a:lnTo>
                  <a:pt x="533400" y="257175"/>
                </a:lnTo>
                <a:close/>
                <a:moveTo>
                  <a:pt x="57150" y="247650"/>
                </a:moveTo>
                <a:lnTo>
                  <a:pt x="76200" y="247650"/>
                </a:lnTo>
                <a:lnTo>
                  <a:pt x="76200" y="257175"/>
                </a:lnTo>
                <a:lnTo>
                  <a:pt x="66675" y="257175"/>
                </a:lnTo>
                <a:lnTo>
                  <a:pt x="66675" y="266700"/>
                </a:lnTo>
                <a:lnTo>
                  <a:pt x="57150" y="266700"/>
                </a:lnTo>
                <a:lnTo>
                  <a:pt x="57150" y="304800"/>
                </a:lnTo>
                <a:lnTo>
                  <a:pt x="47625" y="304800"/>
                </a:lnTo>
                <a:lnTo>
                  <a:pt x="47625" y="257175"/>
                </a:lnTo>
                <a:lnTo>
                  <a:pt x="57150" y="257175"/>
                </a:lnTo>
                <a:close/>
                <a:moveTo>
                  <a:pt x="533400" y="266700"/>
                </a:moveTo>
                <a:lnTo>
                  <a:pt x="542925" y="266700"/>
                </a:lnTo>
                <a:lnTo>
                  <a:pt x="542925" y="285750"/>
                </a:lnTo>
                <a:lnTo>
                  <a:pt x="533400" y="285750"/>
                </a:lnTo>
                <a:close/>
                <a:moveTo>
                  <a:pt x="561975" y="266700"/>
                </a:moveTo>
                <a:lnTo>
                  <a:pt x="571500" y="266700"/>
                </a:lnTo>
                <a:lnTo>
                  <a:pt x="571500" y="295275"/>
                </a:lnTo>
                <a:lnTo>
                  <a:pt x="561975" y="295275"/>
                </a:lnTo>
                <a:close/>
                <a:moveTo>
                  <a:pt x="409575" y="285750"/>
                </a:moveTo>
                <a:lnTo>
                  <a:pt x="428625" y="285750"/>
                </a:lnTo>
                <a:lnTo>
                  <a:pt x="428625" y="304800"/>
                </a:lnTo>
                <a:lnTo>
                  <a:pt x="400050" y="304800"/>
                </a:lnTo>
                <a:lnTo>
                  <a:pt x="400050" y="295275"/>
                </a:lnTo>
                <a:lnTo>
                  <a:pt x="409575" y="295275"/>
                </a:lnTo>
                <a:close/>
                <a:moveTo>
                  <a:pt x="542925" y="285750"/>
                </a:moveTo>
                <a:lnTo>
                  <a:pt x="552450" y="285750"/>
                </a:lnTo>
                <a:lnTo>
                  <a:pt x="552450" y="295275"/>
                </a:lnTo>
                <a:lnTo>
                  <a:pt x="542925" y="295275"/>
                </a:lnTo>
                <a:close/>
                <a:moveTo>
                  <a:pt x="47625" y="342900"/>
                </a:moveTo>
                <a:lnTo>
                  <a:pt x="57150" y="342900"/>
                </a:lnTo>
                <a:lnTo>
                  <a:pt x="57150" y="361950"/>
                </a:lnTo>
                <a:lnTo>
                  <a:pt x="47625" y="361950"/>
                </a:lnTo>
                <a:close/>
                <a:moveTo>
                  <a:pt x="171450" y="361950"/>
                </a:moveTo>
                <a:lnTo>
                  <a:pt x="190500" y="361950"/>
                </a:lnTo>
                <a:lnTo>
                  <a:pt x="190500" y="381000"/>
                </a:lnTo>
                <a:lnTo>
                  <a:pt x="161925" y="381000"/>
                </a:lnTo>
                <a:lnTo>
                  <a:pt x="161925" y="371475"/>
                </a:lnTo>
                <a:lnTo>
                  <a:pt x="171450" y="371475"/>
                </a:lnTo>
                <a:close/>
                <a:moveTo>
                  <a:pt x="57150" y="371475"/>
                </a:moveTo>
                <a:lnTo>
                  <a:pt x="66675" y="371475"/>
                </a:lnTo>
                <a:lnTo>
                  <a:pt x="66675" y="390525"/>
                </a:lnTo>
                <a:lnTo>
                  <a:pt x="57150" y="390525"/>
                </a:lnTo>
                <a:close/>
                <a:moveTo>
                  <a:pt x="323850" y="371475"/>
                </a:moveTo>
                <a:lnTo>
                  <a:pt x="333375" y="371475"/>
                </a:lnTo>
                <a:lnTo>
                  <a:pt x="333375" y="381000"/>
                </a:lnTo>
                <a:lnTo>
                  <a:pt x="323850" y="381000"/>
                </a:lnTo>
                <a:close/>
                <a:moveTo>
                  <a:pt x="342900" y="371475"/>
                </a:moveTo>
                <a:lnTo>
                  <a:pt x="352425" y="371475"/>
                </a:lnTo>
                <a:lnTo>
                  <a:pt x="352425" y="381000"/>
                </a:lnTo>
                <a:lnTo>
                  <a:pt x="342900" y="381000"/>
                </a:lnTo>
                <a:close/>
                <a:moveTo>
                  <a:pt x="523875" y="381000"/>
                </a:moveTo>
                <a:lnTo>
                  <a:pt x="552450" y="381000"/>
                </a:lnTo>
                <a:lnTo>
                  <a:pt x="552450" y="409575"/>
                </a:lnTo>
                <a:lnTo>
                  <a:pt x="542925" y="409575"/>
                </a:lnTo>
                <a:lnTo>
                  <a:pt x="542925" y="390525"/>
                </a:lnTo>
                <a:lnTo>
                  <a:pt x="533400" y="390525"/>
                </a:lnTo>
                <a:lnTo>
                  <a:pt x="533400" y="409575"/>
                </a:lnTo>
                <a:lnTo>
                  <a:pt x="523875" y="409575"/>
                </a:lnTo>
                <a:close/>
                <a:moveTo>
                  <a:pt x="66675" y="390525"/>
                </a:moveTo>
                <a:lnTo>
                  <a:pt x="76200" y="390525"/>
                </a:lnTo>
                <a:lnTo>
                  <a:pt x="76200" y="400050"/>
                </a:lnTo>
                <a:lnTo>
                  <a:pt x="85725" y="400050"/>
                </a:lnTo>
                <a:lnTo>
                  <a:pt x="85725" y="409575"/>
                </a:lnTo>
                <a:lnTo>
                  <a:pt x="66675" y="409575"/>
                </a:lnTo>
                <a:close/>
                <a:moveTo>
                  <a:pt x="285750" y="428625"/>
                </a:moveTo>
                <a:lnTo>
                  <a:pt x="295275" y="428625"/>
                </a:lnTo>
                <a:lnTo>
                  <a:pt x="295275" y="438150"/>
                </a:lnTo>
                <a:lnTo>
                  <a:pt x="285750" y="438150"/>
                </a:lnTo>
                <a:close/>
                <a:moveTo>
                  <a:pt x="238125" y="438150"/>
                </a:moveTo>
                <a:lnTo>
                  <a:pt x="285750" y="438150"/>
                </a:lnTo>
                <a:lnTo>
                  <a:pt x="285750" y="447675"/>
                </a:lnTo>
                <a:lnTo>
                  <a:pt x="276225" y="447675"/>
                </a:lnTo>
                <a:lnTo>
                  <a:pt x="276225" y="457200"/>
                </a:lnTo>
                <a:lnTo>
                  <a:pt x="247650" y="457200"/>
                </a:lnTo>
                <a:lnTo>
                  <a:pt x="247650" y="447675"/>
                </a:lnTo>
                <a:lnTo>
                  <a:pt x="238125" y="447675"/>
                </a:lnTo>
                <a:close/>
                <a:moveTo>
                  <a:pt x="504825" y="447675"/>
                </a:moveTo>
                <a:lnTo>
                  <a:pt x="514350" y="447675"/>
                </a:lnTo>
                <a:lnTo>
                  <a:pt x="514350" y="457200"/>
                </a:lnTo>
                <a:lnTo>
                  <a:pt x="523875" y="457200"/>
                </a:lnTo>
                <a:lnTo>
                  <a:pt x="523875" y="466725"/>
                </a:lnTo>
                <a:lnTo>
                  <a:pt x="514350" y="466725"/>
                </a:lnTo>
                <a:lnTo>
                  <a:pt x="514350" y="476250"/>
                </a:lnTo>
                <a:lnTo>
                  <a:pt x="485775" y="476250"/>
                </a:lnTo>
                <a:lnTo>
                  <a:pt x="485775" y="466725"/>
                </a:lnTo>
                <a:lnTo>
                  <a:pt x="495300" y="466725"/>
                </a:lnTo>
                <a:lnTo>
                  <a:pt x="495300" y="457200"/>
                </a:lnTo>
                <a:lnTo>
                  <a:pt x="504825" y="457200"/>
                </a:lnTo>
                <a:close/>
                <a:moveTo>
                  <a:pt x="152400" y="466725"/>
                </a:moveTo>
                <a:lnTo>
                  <a:pt x="161925" y="466725"/>
                </a:lnTo>
                <a:lnTo>
                  <a:pt x="161925" y="476250"/>
                </a:lnTo>
                <a:lnTo>
                  <a:pt x="152400" y="476250"/>
                </a:lnTo>
                <a:close/>
                <a:moveTo>
                  <a:pt x="133350" y="476250"/>
                </a:moveTo>
                <a:lnTo>
                  <a:pt x="142875" y="476250"/>
                </a:lnTo>
                <a:lnTo>
                  <a:pt x="142875" y="495300"/>
                </a:lnTo>
                <a:lnTo>
                  <a:pt x="133350" y="495300"/>
                </a:lnTo>
                <a:close/>
                <a:moveTo>
                  <a:pt x="438150" y="514350"/>
                </a:moveTo>
                <a:lnTo>
                  <a:pt x="447675" y="514350"/>
                </a:lnTo>
                <a:lnTo>
                  <a:pt x="447675" y="523875"/>
                </a:lnTo>
                <a:lnTo>
                  <a:pt x="438150" y="523875"/>
                </a:lnTo>
                <a:close/>
                <a:moveTo>
                  <a:pt x="428625" y="523875"/>
                </a:moveTo>
                <a:lnTo>
                  <a:pt x="438150" y="523875"/>
                </a:lnTo>
                <a:lnTo>
                  <a:pt x="438150" y="533400"/>
                </a:lnTo>
                <a:lnTo>
                  <a:pt x="428625" y="533400"/>
                </a:lnTo>
                <a:close/>
                <a:moveTo>
                  <a:pt x="257175" y="533400"/>
                </a:moveTo>
                <a:lnTo>
                  <a:pt x="276225" y="533400"/>
                </a:lnTo>
                <a:lnTo>
                  <a:pt x="276225" y="542925"/>
                </a:lnTo>
                <a:lnTo>
                  <a:pt x="333375" y="542925"/>
                </a:lnTo>
                <a:lnTo>
                  <a:pt x="333375" y="552450"/>
                </a:lnTo>
                <a:lnTo>
                  <a:pt x="314325" y="552450"/>
                </a:lnTo>
                <a:lnTo>
                  <a:pt x="314325" y="561975"/>
                </a:lnTo>
                <a:lnTo>
                  <a:pt x="333375" y="561975"/>
                </a:lnTo>
                <a:lnTo>
                  <a:pt x="333375" y="571500"/>
                </a:lnTo>
                <a:lnTo>
                  <a:pt x="276225" y="571500"/>
                </a:lnTo>
                <a:lnTo>
                  <a:pt x="276225" y="561975"/>
                </a:lnTo>
                <a:lnTo>
                  <a:pt x="228600" y="561975"/>
                </a:lnTo>
                <a:lnTo>
                  <a:pt x="228600" y="552450"/>
                </a:lnTo>
                <a:lnTo>
                  <a:pt x="247650" y="552450"/>
                </a:lnTo>
                <a:lnTo>
                  <a:pt x="247650" y="542925"/>
                </a:lnTo>
                <a:lnTo>
                  <a:pt x="257175" y="542925"/>
                </a:lnTo>
                <a:close/>
                <a:moveTo>
                  <a:pt x="390525" y="533400"/>
                </a:moveTo>
                <a:lnTo>
                  <a:pt x="400050" y="533400"/>
                </a:lnTo>
                <a:lnTo>
                  <a:pt x="400050" y="552450"/>
                </a:lnTo>
                <a:lnTo>
                  <a:pt x="390525" y="552450"/>
                </a:lnTo>
                <a:close/>
                <a:moveTo>
                  <a:pt x="200025" y="542925"/>
                </a:moveTo>
                <a:lnTo>
                  <a:pt x="209550" y="542925"/>
                </a:lnTo>
                <a:lnTo>
                  <a:pt x="209550" y="552450"/>
                </a:lnTo>
                <a:lnTo>
                  <a:pt x="200025" y="552450"/>
                </a:lnTo>
                <a:close/>
                <a:moveTo>
                  <a:pt x="381000" y="552450"/>
                </a:moveTo>
                <a:lnTo>
                  <a:pt x="390525" y="552450"/>
                </a:lnTo>
                <a:lnTo>
                  <a:pt x="390525" y="561975"/>
                </a:lnTo>
                <a:lnTo>
                  <a:pt x="381000" y="561975"/>
                </a:lnTo>
                <a:close/>
                <a:moveTo>
                  <a:pt x="342900" y="561975"/>
                </a:moveTo>
                <a:lnTo>
                  <a:pt x="352425" y="561975"/>
                </a:lnTo>
                <a:lnTo>
                  <a:pt x="352425" y="571500"/>
                </a:lnTo>
                <a:lnTo>
                  <a:pt x="342900" y="571500"/>
                </a:lnTo>
                <a:close/>
              </a:path>
            </a:pathLst>
          </a:custGeom>
          <a:solidFill xmlns:a="http://schemas.openxmlformats.org/drawingml/2006/main">
            <a:srgbClr val="284836"/>
          </a:solidFill>
          <a:ln xmlns:a="http://schemas.openxmlformats.org/drawingml/2006/main" w="0">
            <a:noFill/>
          </a:ln>
        </p:spPr>
      </p:sp>
      <p:sp>
        <p:nvSpPr>
          <p:cNvPr id="51" name="check vector #254836">
            <a:extLst xmlns:a="http://schemas.openxmlformats.org/drawingml/2006/main">
              <a:ext uri="{FF2B5EF4-FFF2-40B4-BE49-F238E27FC236}">
                <a16:creationId xmlns:a16="http://schemas.microsoft.com/office/drawing/2014/main" id="{F290571D-FB32-431D-9A50-81EEDF40218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71525" y="1819275"/>
            <a:ext cx="742950" cy="723900"/>
          </a:xfrm>
          <a:custGeom xmlns:a="http://schemas.openxmlformats.org/drawingml/2006/main">
            <a:pathLst>
              <a:path w="628650" h="609600">
                <a:moveTo>
                  <a:pt x="304800" y="66675"/>
                </a:moveTo>
                <a:lnTo>
                  <a:pt x="323850" y="66675"/>
                </a:lnTo>
                <a:lnTo>
                  <a:pt x="323850" y="76200"/>
                </a:lnTo>
                <a:lnTo>
                  <a:pt x="314325" y="76200"/>
                </a:lnTo>
                <a:lnTo>
                  <a:pt x="314325" y="85725"/>
                </a:lnTo>
                <a:lnTo>
                  <a:pt x="304800" y="85725"/>
                </a:lnTo>
                <a:close/>
                <a:moveTo>
                  <a:pt x="219075" y="76200"/>
                </a:moveTo>
                <a:lnTo>
                  <a:pt x="228600" y="76200"/>
                </a:lnTo>
                <a:lnTo>
                  <a:pt x="228600" y="85725"/>
                </a:lnTo>
                <a:lnTo>
                  <a:pt x="219075" y="85725"/>
                </a:lnTo>
                <a:close/>
                <a:moveTo>
                  <a:pt x="257175" y="76200"/>
                </a:moveTo>
                <a:lnTo>
                  <a:pt x="276225" y="76200"/>
                </a:lnTo>
                <a:lnTo>
                  <a:pt x="276225" y="85725"/>
                </a:lnTo>
                <a:lnTo>
                  <a:pt x="285750" y="85725"/>
                </a:lnTo>
                <a:lnTo>
                  <a:pt x="285750" y="95250"/>
                </a:lnTo>
                <a:lnTo>
                  <a:pt x="257175" y="95250"/>
                </a:lnTo>
                <a:close/>
                <a:moveTo>
                  <a:pt x="447675" y="114300"/>
                </a:moveTo>
                <a:lnTo>
                  <a:pt x="457200" y="114300"/>
                </a:lnTo>
                <a:lnTo>
                  <a:pt x="457200" y="123825"/>
                </a:lnTo>
                <a:lnTo>
                  <a:pt x="476250" y="123825"/>
                </a:lnTo>
                <a:lnTo>
                  <a:pt x="476250" y="161925"/>
                </a:lnTo>
                <a:lnTo>
                  <a:pt x="466725" y="161925"/>
                </a:lnTo>
                <a:lnTo>
                  <a:pt x="466725" y="171450"/>
                </a:lnTo>
                <a:lnTo>
                  <a:pt x="447675" y="171450"/>
                </a:lnTo>
                <a:lnTo>
                  <a:pt x="447675" y="161925"/>
                </a:lnTo>
                <a:lnTo>
                  <a:pt x="438150" y="161925"/>
                </a:lnTo>
                <a:lnTo>
                  <a:pt x="438150" y="152400"/>
                </a:lnTo>
                <a:lnTo>
                  <a:pt x="447675" y="152400"/>
                </a:lnTo>
                <a:close/>
                <a:moveTo>
                  <a:pt x="171450" y="152400"/>
                </a:moveTo>
                <a:lnTo>
                  <a:pt x="190500" y="152400"/>
                </a:lnTo>
                <a:lnTo>
                  <a:pt x="190500" y="180975"/>
                </a:lnTo>
                <a:lnTo>
                  <a:pt x="180975" y="180975"/>
                </a:lnTo>
                <a:lnTo>
                  <a:pt x="180975" y="200025"/>
                </a:lnTo>
                <a:lnTo>
                  <a:pt x="161925" y="200025"/>
                </a:lnTo>
                <a:lnTo>
                  <a:pt x="161925" y="180975"/>
                </a:lnTo>
                <a:lnTo>
                  <a:pt x="171450" y="180975"/>
                </a:lnTo>
                <a:close/>
                <a:moveTo>
                  <a:pt x="400050" y="152400"/>
                </a:moveTo>
                <a:lnTo>
                  <a:pt x="428625" y="152400"/>
                </a:lnTo>
                <a:lnTo>
                  <a:pt x="428625" y="171450"/>
                </a:lnTo>
                <a:lnTo>
                  <a:pt x="400050" y="171450"/>
                </a:lnTo>
                <a:close/>
                <a:moveTo>
                  <a:pt x="485775" y="219075"/>
                </a:moveTo>
                <a:lnTo>
                  <a:pt x="495300" y="219075"/>
                </a:lnTo>
                <a:lnTo>
                  <a:pt x="495300" y="228600"/>
                </a:lnTo>
                <a:lnTo>
                  <a:pt x="504825" y="228600"/>
                </a:lnTo>
                <a:lnTo>
                  <a:pt x="504825" y="238125"/>
                </a:lnTo>
                <a:lnTo>
                  <a:pt x="514350" y="238125"/>
                </a:lnTo>
                <a:lnTo>
                  <a:pt x="514350" y="247650"/>
                </a:lnTo>
                <a:lnTo>
                  <a:pt x="523875" y="247650"/>
                </a:lnTo>
                <a:lnTo>
                  <a:pt x="523875" y="238125"/>
                </a:lnTo>
                <a:lnTo>
                  <a:pt x="533400" y="238125"/>
                </a:lnTo>
                <a:lnTo>
                  <a:pt x="533400" y="266700"/>
                </a:lnTo>
                <a:lnTo>
                  <a:pt x="523875" y="266700"/>
                </a:lnTo>
                <a:lnTo>
                  <a:pt x="523875" y="257175"/>
                </a:lnTo>
                <a:lnTo>
                  <a:pt x="514350" y="257175"/>
                </a:lnTo>
                <a:lnTo>
                  <a:pt x="514350" y="266700"/>
                </a:lnTo>
                <a:lnTo>
                  <a:pt x="495300" y="266700"/>
                </a:lnTo>
                <a:lnTo>
                  <a:pt x="495300" y="257175"/>
                </a:lnTo>
                <a:lnTo>
                  <a:pt x="466725" y="257175"/>
                </a:lnTo>
                <a:lnTo>
                  <a:pt x="466725" y="247650"/>
                </a:lnTo>
                <a:lnTo>
                  <a:pt x="495300" y="247650"/>
                </a:lnTo>
                <a:lnTo>
                  <a:pt x="495300" y="238125"/>
                </a:lnTo>
                <a:lnTo>
                  <a:pt x="485775" y="238125"/>
                </a:lnTo>
                <a:close/>
                <a:moveTo>
                  <a:pt x="333375" y="247650"/>
                </a:moveTo>
                <a:lnTo>
                  <a:pt x="342900" y="247650"/>
                </a:lnTo>
                <a:lnTo>
                  <a:pt x="342900" y="257175"/>
                </a:lnTo>
                <a:lnTo>
                  <a:pt x="333375" y="257175"/>
                </a:lnTo>
                <a:close/>
                <a:moveTo>
                  <a:pt x="276225" y="257175"/>
                </a:moveTo>
                <a:lnTo>
                  <a:pt x="285750" y="257175"/>
                </a:lnTo>
                <a:lnTo>
                  <a:pt x="285750" y="266700"/>
                </a:lnTo>
                <a:lnTo>
                  <a:pt x="276225" y="266700"/>
                </a:lnTo>
                <a:close/>
                <a:moveTo>
                  <a:pt x="57150" y="266700"/>
                </a:moveTo>
                <a:lnTo>
                  <a:pt x="66675" y="266700"/>
                </a:lnTo>
                <a:lnTo>
                  <a:pt x="66675" y="276225"/>
                </a:lnTo>
                <a:lnTo>
                  <a:pt x="76200" y="276225"/>
                </a:lnTo>
                <a:lnTo>
                  <a:pt x="76200" y="285750"/>
                </a:lnTo>
                <a:lnTo>
                  <a:pt x="57150" y="285750"/>
                </a:lnTo>
                <a:close/>
                <a:moveTo>
                  <a:pt x="123825" y="304800"/>
                </a:moveTo>
                <a:lnTo>
                  <a:pt x="133350" y="304800"/>
                </a:lnTo>
                <a:lnTo>
                  <a:pt x="133350" y="314325"/>
                </a:lnTo>
                <a:lnTo>
                  <a:pt x="123825" y="314325"/>
                </a:lnTo>
                <a:close/>
                <a:moveTo>
                  <a:pt x="409575" y="304800"/>
                </a:moveTo>
                <a:lnTo>
                  <a:pt x="428625" y="304800"/>
                </a:lnTo>
                <a:lnTo>
                  <a:pt x="428625" y="314325"/>
                </a:lnTo>
                <a:lnTo>
                  <a:pt x="409575" y="314325"/>
                </a:lnTo>
                <a:close/>
                <a:moveTo>
                  <a:pt x="57150" y="333375"/>
                </a:moveTo>
                <a:lnTo>
                  <a:pt x="76200" y="333375"/>
                </a:lnTo>
                <a:lnTo>
                  <a:pt x="76200" y="371475"/>
                </a:lnTo>
                <a:lnTo>
                  <a:pt x="66675" y="371475"/>
                </a:lnTo>
                <a:lnTo>
                  <a:pt x="66675" y="352425"/>
                </a:lnTo>
                <a:lnTo>
                  <a:pt x="57150" y="352425"/>
                </a:lnTo>
                <a:close/>
                <a:moveTo>
                  <a:pt x="142875" y="342900"/>
                </a:moveTo>
                <a:lnTo>
                  <a:pt x="152400" y="342900"/>
                </a:lnTo>
                <a:lnTo>
                  <a:pt x="152400" y="371475"/>
                </a:lnTo>
                <a:lnTo>
                  <a:pt x="161925" y="371475"/>
                </a:lnTo>
                <a:lnTo>
                  <a:pt x="161925" y="381000"/>
                </a:lnTo>
                <a:lnTo>
                  <a:pt x="133350" y="381000"/>
                </a:lnTo>
                <a:lnTo>
                  <a:pt x="133350" y="361950"/>
                </a:lnTo>
                <a:lnTo>
                  <a:pt x="142875" y="361950"/>
                </a:lnTo>
                <a:close/>
                <a:moveTo>
                  <a:pt x="390525" y="342900"/>
                </a:moveTo>
                <a:lnTo>
                  <a:pt x="428625" y="342900"/>
                </a:lnTo>
                <a:lnTo>
                  <a:pt x="428625" y="352425"/>
                </a:lnTo>
                <a:lnTo>
                  <a:pt x="438150" y="352425"/>
                </a:lnTo>
                <a:lnTo>
                  <a:pt x="438150" y="361950"/>
                </a:lnTo>
                <a:lnTo>
                  <a:pt x="447675" y="361950"/>
                </a:lnTo>
                <a:lnTo>
                  <a:pt x="447675" y="381000"/>
                </a:lnTo>
                <a:lnTo>
                  <a:pt x="457200" y="381000"/>
                </a:lnTo>
                <a:lnTo>
                  <a:pt x="457200" y="390525"/>
                </a:lnTo>
                <a:lnTo>
                  <a:pt x="466725" y="390525"/>
                </a:lnTo>
                <a:lnTo>
                  <a:pt x="466725" y="400050"/>
                </a:lnTo>
                <a:lnTo>
                  <a:pt x="476250" y="400050"/>
                </a:lnTo>
                <a:lnTo>
                  <a:pt x="476250" y="419100"/>
                </a:lnTo>
                <a:lnTo>
                  <a:pt x="485775" y="419100"/>
                </a:lnTo>
                <a:lnTo>
                  <a:pt x="485775" y="428625"/>
                </a:lnTo>
                <a:lnTo>
                  <a:pt x="476250" y="428625"/>
                </a:lnTo>
                <a:lnTo>
                  <a:pt x="476250" y="438150"/>
                </a:lnTo>
                <a:lnTo>
                  <a:pt x="466725" y="438150"/>
                </a:lnTo>
                <a:lnTo>
                  <a:pt x="466725" y="428625"/>
                </a:lnTo>
                <a:lnTo>
                  <a:pt x="457200" y="428625"/>
                </a:lnTo>
                <a:lnTo>
                  <a:pt x="457200" y="419100"/>
                </a:lnTo>
                <a:lnTo>
                  <a:pt x="438150" y="419100"/>
                </a:lnTo>
                <a:lnTo>
                  <a:pt x="438150" y="400050"/>
                </a:lnTo>
                <a:lnTo>
                  <a:pt x="419100" y="400050"/>
                </a:lnTo>
                <a:lnTo>
                  <a:pt x="419100" y="390525"/>
                </a:lnTo>
                <a:lnTo>
                  <a:pt x="409575" y="390525"/>
                </a:lnTo>
                <a:lnTo>
                  <a:pt x="409575" y="381000"/>
                </a:lnTo>
                <a:lnTo>
                  <a:pt x="390525" y="381000"/>
                </a:lnTo>
                <a:lnTo>
                  <a:pt x="390525" y="371475"/>
                </a:lnTo>
                <a:lnTo>
                  <a:pt x="352425" y="371475"/>
                </a:lnTo>
                <a:lnTo>
                  <a:pt x="352425" y="361950"/>
                </a:lnTo>
                <a:lnTo>
                  <a:pt x="371475" y="361950"/>
                </a:lnTo>
                <a:lnTo>
                  <a:pt x="371475" y="352425"/>
                </a:lnTo>
                <a:lnTo>
                  <a:pt x="390525" y="352425"/>
                </a:lnTo>
                <a:close/>
                <a:moveTo>
                  <a:pt x="495300" y="371475"/>
                </a:moveTo>
                <a:lnTo>
                  <a:pt x="504825" y="371475"/>
                </a:lnTo>
                <a:lnTo>
                  <a:pt x="504825" y="381000"/>
                </a:lnTo>
                <a:lnTo>
                  <a:pt x="523875" y="381000"/>
                </a:lnTo>
                <a:lnTo>
                  <a:pt x="523875" y="400050"/>
                </a:lnTo>
                <a:lnTo>
                  <a:pt x="504825" y="400050"/>
                </a:lnTo>
                <a:lnTo>
                  <a:pt x="504825" y="390525"/>
                </a:lnTo>
                <a:lnTo>
                  <a:pt x="495300" y="390525"/>
                </a:lnTo>
                <a:close/>
                <a:moveTo>
                  <a:pt x="76200" y="381000"/>
                </a:moveTo>
                <a:lnTo>
                  <a:pt x="85725" y="381000"/>
                </a:lnTo>
                <a:lnTo>
                  <a:pt x="85725" y="400050"/>
                </a:lnTo>
                <a:lnTo>
                  <a:pt x="76200" y="400050"/>
                </a:lnTo>
                <a:close/>
                <a:moveTo>
                  <a:pt x="485775" y="428625"/>
                </a:moveTo>
                <a:lnTo>
                  <a:pt x="514350" y="428625"/>
                </a:lnTo>
                <a:lnTo>
                  <a:pt x="514350" y="438150"/>
                </a:lnTo>
                <a:lnTo>
                  <a:pt x="504825" y="438150"/>
                </a:lnTo>
                <a:lnTo>
                  <a:pt x="504825" y="457200"/>
                </a:lnTo>
                <a:lnTo>
                  <a:pt x="495300" y="457200"/>
                </a:lnTo>
                <a:lnTo>
                  <a:pt x="495300" y="438150"/>
                </a:lnTo>
                <a:lnTo>
                  <a:pt x="485775" y="438150"/>
                </a:lnTo>
                <a:close/>
                <a:moveTo>
                  <a:pt x="219075" y="438150"/>
                </a:moveTo>
                <a:lnTo>
                  <a:pt x="238125" y="438150"/>
                </a:lnTo>
                <a:lnTo>
                  <a:pt x="238125" y="447675"/>
                </a:lnTo>
                <a:lnTo>
                  <a:pt x="247650" y="447675"/>
                </a:lnTo>
                <a:lnTo>
                  <a:pt x="247650" y="457200"/>
                </a:lnTo>
                <a:lnTo>
                  <a:pt x="238125" y="457200"/>
                </a:lnTo>
                <a:lnTo>
                  <a:pt x="238125" y="466725"/>
                </a:lnTo>
                <a:lnTo>
                  <a:pt x="266700" y="466725"/>
                </a:lnTo>
                <a:lnTo>
                  <a:pt x="266700" y="457200"/>
                </a:lnTo>
                <a:lnTo>
                  <a:pt x="276225" y="457200"/>
                </a:lnTo>
                <a:lnTo>
                  <a:pt x="276225" y="447675"/>
                </a:lnTo>
                <a:lnTo>
                  <a:pt x="295275" y="447675"/>
                </a:lnTo>
                <a:lnTo>
                  <a:pt x="295275" y="457200"/>
                </a:lnTo>
                <a:lnTo>
                  <a:pt x="285750" y="457200"/>
                </a:lnTo>
                <a:lnTo>
                  <a:pt x="285750" y="466725"/>
                </a:lnTo>
                <a:lnTo>
                  <a:pt x="276225" y="466725"/>
                </a:lnTo>
                <a:lnTo>
                  <a:pt x="276225" y="476250"/>
                </a:lnTo>
                <a:lnTo>
                  <a:pt x="285750" y="476250"/>
                </a:lnTo>
                <a:lnTo>
                  <a:pt x="285750" y="485775"/>
                </a:lnTo>
                <a:lnTo>
                  <a:pt x="276225" y="485775"/>
                </a:lnTo>
                <a:lnTo>
                  <a:pt x="276225" y="495300"/>
                </a:lnTo>
                <a:lnTo>
                  <a:pt x="285750" y="495300"/>
                </a:lnTo>
                <a:lnTo>
                  <a:pt x="285750" y="504825"/>
                </a:lnTo>
                <a:lnTo>
                  <a:pt x="323850" y="504825"/>
                </a:lnTo>
                <a:lnTo>
                  <a:pt x="323850" y="514350"/>
                </a:lnTo>
                <a:lnTo>
                  <a:pt x="342900" y="514350"/>
                </a:lnTo>
                <a:lnTo>
                  <a:pt x="342900" y="533400"/>
                </a:lnTo>
                <a:lnTo>
                  <a:pt x="352425" y="533400"/>
                </a:lnTo>
                <a:lnTo>
                  <a:pt x="352425" y="542925"/>
                </a:lnTo>
                <a:lnTo>
                  <a:pt x="342900" y="542925"/>
                </a:lnTo>
                <a:lnTo>
                  <a:pt x="342900" y="552450"/>
                </a:lnTo>
                <a:lnTo>
                  <a:pt x="333375" y="552450"/>
                </a:lnTo>
                <a:lnTo>
                  <a:pt x="333375" y="542925"/>
                </a:lnTo>
                <a:lnTo>
                  <a:pt x="304800" y="542925"/>
                </a:lnTo>
                <a:lnTo>
                  <a:pt x="304800" y="533400"/>
                </a:lnTo>
                <a:lnTo>
                  <a:pt x="257175" y="533400"/>
                </a:lnTo>
                <a:lnTo>
                  <a:pt x="257175" y="542925"/>
                </a:lnTo>
                <a:lnTo>
                  <a:pt x="247650" y="542925"/>
                </a:lnTo>
                <a:lnTo>
                  <a:pt x="247650" y="552450"/>
                </a:lnTo>
                <a:lnTo>
                  <a:pt x="238125" y="552450"/>
                </a:lnTo>
                <a:lnTo>
                  <a:pt x="238125" y="523875"/>
                </a:lnTo>
                <a:lnTo>
                  <a:pt x="247650" y="523875"/>
                </a:lnTo>
                <a:lnTo>
                  <a:pt x="247650" y="514350"/>
                </a:lnTo>
                <a:lnTo>
                  <a:pt x="228600" y="514350"/>
                </a:lnTo>
                <a:lnTo>
                  <a:pt x="228600" y="476250"/>
                </a:lnTo>
                <a:lnTo>
                  <a:pt x="219075" y="476250"/>
                </a:lnTo>
                <a:lnTo>
                  <a:pt x="219075" y="457200"/>
                </a:lnTo>
                <a:lnTo>
                  <a:pt x="209550" y="457200"/>
                </a:lnTo>
                <a:lnTo>
                  <a:pt x="209550" y="447675"/>
                </a:lnTo>
                <a:lnTo>
                  <a:pt x="219075" y="447675"/>
                </a:lnTo>
                <a:close/>
                <a:moveTo>
                  <a:pt x="171450" y="447675"/>
                </a:moveTo>
                <a:lnTo>
                  <a:pt x="190500" y="447675"/>
                </a:lnTo>
                <a:lnTo>
                  <a:pt x="190500" y="457200"/>
                </a:lnTo>
                <a:lnTo>
                  <a:pt x="200025" y="457200"/>
                </a:lnTo>
                <a:lnTo>
                  <a:pt x="200025" y="476250"/>
                </a:lnTo>
                <a:lnTo>
                  <a:pt x="209550" y="476250"/>
                </a:lnTo>
                <a:lnTo>
                  <a:pt x="209550" y="485775"/>
                </a:lnTo>
                <a:lnTo>
                  <a:pt x="219075" y="485775"/>
                </a:lnTo>
                <a:lnTo>
                  <a:pt x="219075" y="495300"/>
                </a:lnTo>
                <a:lnTo>
                  <a:pt x="142875" y="495300"/>
                </a:lnTo>
                <a:lnTo>
                  <a:pt x="142875" y="485775"/>
                </a:lnTo>
                <a:lnTo>
                  <a:pt x="152400" y="485775"/>
                </a:lnTo>
                <a:lnTo>
                  <a:pt x="152400" y="476250"/>
                </a:lnTo>
                <a:lnTo>
                  <a:pt x="171450" y="476250"/>
                </a:lnTo>
                <a:close/>
                <a:moveTo>
                  <a:pt x="361950" y="514350"/>
                </a:moveTo>
                <a:lnTo>
                  <a:pt x="419100" y="514350"/>
                </a:lnTo>
                <a:lnTo>
                  <a:pt x="419100" y="533400"/>
                </a:lnTo>
                <a:lnTo>
                  <a:pt x="390525" y="533400"/>
                </a:lnTo>
                <a:lnTo>
                  <a:pt x="390525" y="542925"/>
                </a:lnTo>
                <a:lnTo>
                  <a:pt x="371475" y="542925"/>
                </a:lnTo>
                <a:lnTo>
                  <a:pt x="371475" y="523875"/>
                </a:lnTo>
                <a:lnTo>
                  <a:pt x="361950" y="523875"/>
                </a:lnTo>
                <a:close/>
              </a:path>
            </a:pathLst>
          </a:custGeom>
          <a:solidFill xmlns:a="http://schemas.openxmlformats.org/drawingml/2006/main">
            <a:srgbClr val="254836"/>
          </a:solidFill>
          <a:ln xmlns:a="http://schemas.openxmlformats.org/drawingml/2006/main" w="0">
            <a:noFill/>
          </a:ln>
        </p:spPr>
      </p:sp>
      <p:sp>
        <p:nvSpPr>
          <p:cNvPr id="52" name="check vector #234836">
            <a:extLst xmlns:a="http://schemas.openxmlformats.org/drawingml/2006/main">
              <a:ext uri="{FF2B5EF4-FFF2-40B4-BE49-F238E27FC236}">
                <a16:creationId xmlns:a16="http://schemas.microsoft.com/office/drawing/2014/main" id="{348B15CE-4516-48C8-89AD-F255ED418ED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71525" y="1819275"/>
            <a:ext cx="742950" cy="723900"/>
          </a:xfrm>
          <a:custGeom xmlns:a="http://schemas.openxmlformats.org/drawingml/2006/main">
            <a:pathLst>
              <a:path w="628650" h="609600">
                <a:moveTo>
                  <a:pt x="276225" y="76200"/>
                </a:moveTo>
                <a:lnTo>
                  <a:pt x="304800" y="76200"/>
                </a:lnTo>
                <a:lnTo>
                  <a:pt x="304800" y="85725"/>
                </a:lnTo>
                <a:lnTo>
                  <a:pt x="295275" y="85725"/>
                </a:lnTo>
                <a:lnTo>
                  <a:pt x="295275" y="95250"/>
                </a:lnTo>
                <a:lnTo>
                  <a:pt x="285750" y="95250"/>
                </a:lnTo>
                <a:lnTo>
                  <a:pt x="285750" y="85725"/>
                </a:lnTo>
                <a:lnTo>
                  <a:pt x="276225" y="85725"/>
                </a:lnTo>
                <a:close/>
                <a:moveTo>
                  <a:pt x="142875" y="123825"/>
                </a:moveTo>
                <a:lnTo>
                  <a:pt x="152400" y="123825"/>
                </a:lnTo>
                <a:lnTo>
                  <a:pt x="152400" y="133350"/>
                </a:lnTo>
                <a:lnTo>
                  <a:pt x="161925" y="133350"/>
                </a:lnTo>
                <a:lnTo>
                  <a:pt x="161925" y="142875"/>
                </a:lnTo>
                <a:lnTo>
                  <a:pt x="171450" y="142875"/>
                </a:lnTo>
                <a:lnTo>
                  <a:pt x="171450" y="161925"/>
                </a:lnTo>
                <a:lnTo>
                  <a:pt x="161925" y="161925"/>
                </a:lnTo>
                <a:lnTo>
                  <a:pt x="161925" y="152400"/>
                </a:lnTo>
                <a:lnTo>
                  <a:pt x="152400" y="152400"/>
                </a:lnTo>
                <a:lnTo>
                  <a:pt x="152400" y="142875"/>
                </a:lnTo>
                <a:lnTo>
                  <a:pt x="142875" y="142875"/>
                </a:lnTo>
                <a:close/>
                <a:moveTo>
                  <a:pt x="190500" y="152400"/>
                </a:moveTo>
                <a:lnTo>
                  <a:pt x="200025" y="152400"/>
                </a:lnTo>
                <a:lnTo>
                  <a:pt x="200025" y="161925"/>
                </a:lnTo>
                <a:lnTo>
                  <a:pt x="209550" y="161925"/>
                </a:lnTo>
                <a:lnTo>
                  <a:pt x="209550" y="180975"/>
                </a:lnTo>
                <a:lnTo>
                  <a:pt x="219075" y="180975"/>
                </a:lnTo>
                <a:lnTo>
                  <a:pt x="219075" y="200025"/>
                </a:lnTo>
                <a:lnTo>
                  <a:pt x="228600" y="200025"/>
                </a:lnTo>
                <a:lnTo>
                  <a:pt x="228600" y="209550"/>
                </a:lnTo>
                <a:lnTo>
                  <a:pt x="247650" y="209550"/>
                </a:lnTo>
                <a:lnTo>
                  <a:pt x="247650" y="219075"/>
                </a:lnTo>
                <a:lnTo>
                  <a:pt x="257175" y="219075"/>
                </a:lnTo>
                <a:lnTo>
                  <a:pt x="257175" y="238125"/>
                </a:lnTo>
                <a:lnTo>
                  <a:pt x="276225" y="238125"/>
                </a:lnTo>
                <a:lnTo>
                  <a:pt x="276225" y="247650"/>
                </a:lnTo>
                <a:lnTo>
                  <a:pt x="285750" y="247650"/>
                </a:lnTo>
                <a:lnTo>
                  <a:pt x="285750" y="238125"/>
                </a:lnTo>
                <a:lnTo>
                  <a:pt x="295275" y="238125"/>
                </a:lnTo>
                <a:lnTo>
                  <a:pt x="295275" y="247650"/>
                </a:lnTo>
                <a:lnTo>
                  <a:pt x="333375" y="247650"/>
                </a:lnTo>
                <a:lnTo>
                  <a:pt x="333375" y="257175"/>
                </a:lnTo>
                <a:lnTo>
                  <a:pt x="323850" y="257175"/>
                </a:lnTo>
                <a:lnTo>
                  <a:pt x="323850" y="266700"/>
                </a:lnTo>
                <a:lnTo>
                  <a:pt x="304800" y="266700"/>
                </a:lnTo>
                <a:lnTo>
                  <a:pt x="304800" y="257175"/>
                </a:lnTo>
                <a:lnTo>
                  <a:pt x="276225" y="257175"/>
                </a:lnTo>
                <a:lnTo>
                  <a:pt x="276225" y="276225"/>
                </a:lnTo>
                <a:lnTo>
                  <a:pt x="266700" y="276225"/>
                </a:lnTo>
                <a:lnTo>
                  <a:pt x="266700" y="285750"/>
                </a:lnTo>
                <a:lnTo>
                  <a:pt x="257175" y="285750"/>
                </a:lnTo>
                <a:lnTo>
                  <a:pt x="257175" y="295275"/>
                </a:lnTo>
                <a:lnTo>
                  <a:pt x="247650" y="295275"/>
                </a:lnTo>
                <a:lnTo>
                  <a:pt x="247650" y="285750"/>
                </a:lnTo>
                <a:lnTo>
                  <a:pt x="209550" y="285750"/>
                </a:lnTo>
                <a:lnTo>
                  <a:pt x="209550" y="276225"/>
                </a:lnTo>
                <a:lnTo>
                  <a:pt x="219075" y="276225"/>
                </a:lnTo>
                <a:lnTo>
                  <a:pt x="219075" y="257175"/>
                </a:lnTo>
                <a:lnTo>
                  <a:pt x="228600" y="257175"/>
                </a:lnTo>
                <a:lnTo>
                  <a:pt x="228600" y="247650"/>
                </a:lnTo>
                <a:lnTo>
                  <a:pt x="209550" y="247650"/>
                </a:lnTo>
                <a:lnTo>
                  <a:pt x="209550" y="238125"/>
                </a:lnTo>
                <a:lnTo>
                  <a:pt x="200025" y="238125"/>
                </a:lnTo>
                <a:lnTo>
                  <a:pt x="200025" y="228600"/>
                </a:lnTo>
                <a:lnTo>
                  <a:pt x="123825" y="228600"/>
                </a:lnTo>
                <a:lnTo>
                  <a:pt x="123825" y="219075"/>
                </a:lnTo>
                <a:lnTo>
                  <a:pt x="104775" y="219075"/>
                </a:lnTo>
                <a:lnTo>
                  <a:pt x="104775" y="209550"/>
                </a:lnTo>
                <a:lnTo>
                  <a:pt x="95250" y="209550"/>
                </a:lnTo>
                <a:lnTo>
                  <a:pt x="95250" y="190500"/>
                </a:lnTo>
                <a:lnTo>
                  <a:pt x="114300" y="190500"/>
                </a:lnTo>
                <a:lnTo>
                  <a:pt x="114300" y="200025"/>
                </a:lnTo>
                <a:lnTo>
                  <a:pt x="123825" y="200025"/>
                </a:lnTo>
                <a:lnTo>
                  <a:pt x="123825" y="190500"/>
                </a:lnTo>
                <a:lnTo>
                  <a:pt x="133350" y="190500"/>
                </a:lnTo>
                <a:lnTo>
                  <a:pt x="133350" y="200025"/>
                </a:lnTo>
                <a:lnTo>
                  <a:pt x="142875" y="200025"/>
                </a:lnTo>
                <a:lnTo>
                  <a:pt x="142875" y="209550"/>
                </a:lnTo>
                <a:lnTo>
                  <a:pt x="152400" y="209550"/>
                </a:lnTo>
                <a:lnTo>
                  <a:pt x="152400" y="200025"/>
                </a:lnTo>
                <a:lnTo>
                  <a:pt x="180975" y="200025"/>
                </a:lnTo>
                <a:lnTo>
                  <a:pt x="180975" y="180975"/>
                </a:lnTo>
                <a:lnTo>
                  <a:pt x="190500" y="180975"/>
                </a:lnTo>
                <a:close/>
                <a:moveTo>
                  <a:pt x="57150" y="285750"/>
                </a:moveTo>
                <a:lnTo>
                  <a:pt x="85725" y="285750"/>
                </a:lnTo>
                <a:lnTo>
                  <a:pt x="85725" y="295275"/>
                </a:lnTo>
                <a:lnTo>
                  <a:pt x="123825" y="295275"/>
                </a:lnTo>
                <a:lnTo>
                  <a:pt x="123825" y="323850"/>
                </a:lnTo>
                <a:lnTo>
                  <a:pt x="133350" y="323850"/>
                </a:lnTo>
                <a:lnTo>
                  <a:pt x="133350" y="342900"/>
                </a:lnTo>
                <a:lnTo>
                  <a:pt x="142875" y="342900"/>
                </a:lnTo>
                <a:lnTo>
                  <a:pt x="142875" y="333375"/>
                </a:lnTo>
                <a:lnTo>
                  <a:pt x="152400" y="333375"/>
                </a:lnTo>
                <a:lnTo>
                  <a:pt x="152400" y="342900"/>
                </a:lnTo>
                <a:lnTo>
                  <a:pt x="142875" y="342900"/>
                </a:lnTo>
                <a:lnTo>
                  <a:pt x="142875" y="361950"/>
                </a:lnTo>
                <a:lnTo>
                  <a:pt x="133350" y="361950"/>
                </a:lnTo>
                <a:lnTo>
                  <a:pt x="133350" y="371475"/>
                </a:lnTo>
                <a:lnTo>
                  <a:pt x="104775" y="371475"/>
                </a:lnTo>
                <a:lnTo>
                  <a:pt x="104775" y="381000"/>
                </a:lnTo>
                <a:lnTo>
                  <a:pt x="76200" y="381000"/>
                </a:lnTo>
                <a:lnTo>
                  <a:pt x="76200" y="333375"/>
                </a:lnTo>
                <a:lnTo>
                  <a:pt x="57150" y="333375"/>
                </a:lnTo>
                <a:close/>
                <a:moveTo>
                  <a:pt x="409575" y="314325"/>
                </a:moveTo>
                <a:lnTo>
                  <a:pt x="428625" y="314325"/>
                </a:lnTo>
                <a:lnTo>
                  <a:pt x="428625" y="342900"/>
                </a:lnTo>
                <a:lnTo>
                  <a:pt x="400050" y="342900"/>
                </a:lnTo>
                <a:lnTo>
                  <a:pt x="400050" y="323850"/>
                </a:lnTo>
                <a:lnTo>
                  <a:pt x="409575" y="323850"/>
                </a:lnTo>
                <a:close/>
                <a:moveTo>
                  <a:pt x="114300" y="361950"/>
                </a:moveTo>
                <a:lnTo>
                  <a:pt x="123825" y="361950"/>
                </a:lnTo>
                <a:lnTo>
                  <a:pt x="123825" y="352425"/>
                </a:lnTo>
                <a:lnTo>
                  <a:pt x="114300" y="352425"/>
                </a:lnTo>
                <a:close/>
                <a:moveTo>
                  <a:pt x="447675" y="371475"/>
                </a:moveTo>
                <a:lnTo>
                  <a:pt x="466725" y="371475"/>
                </a:lnTo>
                <a:lnTo>
                  <a:pt x="466725" y="381000"/>
                </a:lnTo>
                <a:lnTo>
                  <a:pt x="476250" y="381000"/>
                </a:lnTo>
                <a:lnTo>
                  <a:pt x="476250" y="371475"/>
                </a:lnTo>
                <a:lnTo>
                  <a:pt x="495300" y="371475"/>
                </a:lnTo>
                <a:lnTo>
                  <a:pt x="495300" y="390525"/>
                </a:lnTo>
                <a:lnTo>
                  <a:pt x="504825" y="390525"/>
                </a:lnTo>
                <a:lnTo>
                  <a:pt x="504825" y="400050"/>
                </a:lnTo>
                <a:lnTo>
                  <a:pt x="523875" y="400050"/>
                </a:lnTo>
                <a:lnTo>
                  <a:pt x="523875" y="409575"/>
                </a:lnTo>
                <a:lnTo>
                  <a:pt x="495300" y="409575"/>
                </a:lnTo>
                <a:lnTo>
                  <a:pt x="495300" y="428625"/>
                </a:lnTo>
                <a:lnTo>
                  <a:pt x="485775" y="428625"/>
                </a:lnTo>
                <a:lnTo>
                  <a:pt x="485775" y="419100"/>
                </a:lnTo>
                <a:lnTo>
                  <a:pt x="476250" y="419100"/>
                </a:lnTo>
                <a:lnTo>
                  <a:pt x="476250" y="400050"/>
                </a:lnTo>
                <a:lnTo>
                  <a:pt x="466725" y="400050"/>
                </a:lnTo>
                <a:lnTo>
                  <a:pt x="466725" y="390525"/>
                </a:lnTo>
                <a:lnTo>
                  <a:pt x="457200" y="390525"/>
                </a:lnTo>
                <a:lnTo>
                  <a:pt x="457200" y="381000"/>
                </a:lnTo>
                <a:lnTo>
                  <a:pt x="447675" y="381000"/>
                </a:lnTo>
                <a:close/>
                <a:moveTo>
                  <a:pt x="200025" y="457200"/>
                </a:moveTo>
                <a:lnTo>
                  <a:pt x="219075" y="457200"/>
                </a:lnTo>
                <a:lnTo>
                  <a:pt x="219075" y="476250"/>
                </a:lnTo>
                <a:lnTo>
                  <a:pt x="228600" y="476250"/>
                </a:lnTo>
                <a:lnTo>
                  <a:pt x="228600" y="495300"/>
                </a:lnTo>
                <a:lnTo>
                  <a:pt x="219075" y="495300"/>
                </a:lnTo>
                <a:lnTo>
                  <a:pt x="219075" y="485775"/>
                </a:lnTo>
                <a:lnTo>
                  <a:pt x="209550" y="485775"/>
                </a:lnTo>
                <a:lnTo>
                  <a:pt x="209550" y="476250"/>
                </a:lnTo>
                <a:lnTo>
                  <a:pt x="200025" y="476250"/>
                </a:lnTo>
                <a:close/>
                <a:moveTo>
                  <a:pt x="285750" y="457200"/>
                </a:moveTo>
                <a:lnTo>
                  <a:pt x="295275" y="457200"/>
                </a:lnTo>
                <a:lnTo>
                  <a:pt x="295275" y="466725"/>
                </a:lnTo>
                <a:lnTo>
                  <a:pt x="304800" y="466725"/>
                </a:lnTo>
                <a:lnTo>
                  <a:pt x="304800" y="476250"/>
                </a:lnTo>
                <a:lnTo>
                  <a:pt x="295275" y="476250"/>
                </a:lnTo>
                <a:lnTo>
                  <a:pt x="295275" y="485775"/>
                </a:lnTo>
                <a:lnTo>
                  <a:pt x="304800" y="485775"/>
                </a:lnTo>
                <a:lnTo>
                  <a:pt x="304800" y="504825"/>
                </a:lnTo>
                <a:lnTo>
                  <a:pt x="285750" y="504825"/>
                </a:lnTo>
                <a:lnTo>
                  <a:pt x="285750" y="495300"/>
                </a:lnTo>
                <a:lnTo>
                  <a:pt x="276225" y="495300"/>
                </a:lnTo>
                <a:lnTo>
                  <a:pt x="276225" y="485775"/>
                </a:lnTo>
                <a:lnTo>
                  <a:pt x="285750" y="485775"/>
                </a:lnTo>
                <a:lnTo>
                  <a:pt x="285750" y="476250"/>
                </a:lnTo>
                <a:lnTo>
                  <a:pt x="276225" y="476250"/>
                </a:lnTo>
                <a:lnTo>
                  <a:pt x="276225" y="466725"/>
                </a:lnTo>
                <a:lnTo>
                  <a:pt x="285750" y="466725"/>
                </a:lnTo>
                <a:close/>
                <a:moveTo>
                  <a:pt x="228600" y="514350"/>
                </a:moveTo>
                <a:lnTo>
                  <a:pt x="247650" y="514350"/>
                </a:lnTo>
                <a:lnTo>
                  <a:pt x="247650" y="523875"/>
                </a:lnTo>
                <a:lnTo>
                  <a:pt x="238125" y="523875"/>
                </a:lnTo>
                <a:lnTo>
                  <a:pt x="238125" y="533400"/>
                </a:lnTo>
                <a:lnTo>
                  <a:pt x="228600" y="533400"/>
                </a:lnTo>
                <a:close/>
                <a:moveTo>
                  <a:pt x="342900" y="523875"/>
                </a:moveTo>
                <a:lnTo>
                  <a:pt x="371475" y="523875"/>
                </a:lnTo>
                <a:lnTo>
                  <a:pt x="371475" y="533400"/>
                </a:lnTo>
                <a:lnTo>
                  <a:pt x="361950" y="533400"/>
                </a:lnTo>
                <a:lnTo>
                  <a:pt x="361950" y="542925"/>
                </a:lnTo>
                <a:lnTo>
                  <a:pt x="352425" y="542925"/>
                </a:lnTo>
                <a:lnTo>
                  <a:pt x="352425" y="533400"/>
                </a:lnTo>
                <a:lnTo>
                  <a:pt x="342900" y="533400"/>
                </a:lnTo>
                <a:close/>
              </a:path>
            </a:pathLst>
          </a:custGeom>
          <a:solidFill xmlns:a="http://schemas.openxmlformats.org/drawingml/2006/main">
            <a:srgbClr val="234836"/>
          </a:solidFill>
          <a:ln xmlns:a="http://schemas.openxmlformats.org/drawingml/2006/main" w="0">
            <a:noFill/>
          </a:ln>
        </p:spPr>
      </p:sp>
      <p:sp>
        <p:nvSpPr>
          <p:cNvPr id="53" name="check vector #264635">
            <a:extLst xmlns:a="http://schemas.openxmlformats.org/drawingml/2006/main">
              <a:ext uri="{FF2B5EF4-FFF2-40B4-BE49-F238E27FC236}">
                <a16:creationId xmlns:a16="http://schemas.microsoft.com/office/drawing/2014/main" id="{464759D1-4B7D-4CDB-A15C-2B1131DCCD1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71525" y="1819275"/>
            <a:ext cx="742950" cy="723900"/>
          </a:xfrm>
          <a:custGeom xmlns:a="http://schemas.openxmlformats.org/drawingml/2006/main">
            <a:pathLst>
              <a:path w="628650" h="609600">
                <a:moveTo>
                  <a:pt x="238125" y="47625"/>
                </a:moveTo>
                <a:lnTo>
                  <a:pt x="304800" y="47625"/>
                </a:lnTo>
                <a:lnTo>
                  <a:pt x="304800" y="57150"/>
                </a:lnTo>
                <a:lnTo>
                  <a:pt x="323850" y="57150"/>
                </a:lnTo>
                <a:lnTo>
                  <a:pt x="323850" y="66675"/>
                </a:lnTo>
                <a:lnTo>
                  <a:pt x="304800" y="66675"/>
                </a:lnTo>
                <a:lnTo>
                  <a:pt x="304800" y="76200"/>
                </a:lnTo>
                <a:lnTo>
                  <a:pt x="257175" y="76200"/>
                </a:lnTo>
                <a:lnTo>
                  <a:pt x="257175" y="85725"/>
                </a:lnTo>
                <a:lnTo>
                  <a:pt x="228600" y="85725"/>
                </a:lnTo>
                <a:lnTo>
                  <a:pt x="228600" y="76200"/>
                </a:lnTo>
                <a:lnTo>
                  <a:pt x="209550" y="76200"/>
                </a:lnTo>
                <a:lnTo>
                  <a:pt x="209550" y="66675"/>
                </a:lnTo>
                <a:lnTo>
                  <a:pt x="219075" y="66675"/>
                </a:lnTo>
                <a:lnTo>
                  <a:pt x="219075" y="57150"/>
                </a:lnTo>
                <a:lnTo>
                  <a:pt x="238125" y="57150"/>
                </a:lnTo>
                <a:close/>
                <a:moveTo>
                  <a:pt x="238125" y="66675"/>
                </a:moveTo>
                <a:lnTo>
                  <a:pt x="257175" y="66675"/>
                </a:lnTo>
                <a:lnTo>
                  <a:pt x="257175" y="57150"/>
                </a:lnTo>
                <a:lnTo>
                  <a:pt x="238125" y="57150"/>
                </a:lnTo>
                <a:close/>
                <a:moveTo>
                  <a:pt x="123825" y="114300"/>
                </a:moveTo>
                <a:lnTo>
                  <a:pt x="142875" y="114300"/>
                </a:lnTo>
                <a:lnTo>
                  <a:pt x="142875" y="142875"/>
                </a:lnTo>
                <a:lnTo>
                  <a:pt x="152400" y="142875"/>
                </a:lnTo>
                <a:lnTo>
                  <a:pt x="152400" y="152400"/>
                </a:lnTo>
                <a:lnTo>
                  <a:pt x="161925" y="152400"/>
                </a:lnTo>
                <a:lnTo>
                  <a:pt x="161925" y="161925"/>
                </a:lnTo>
                <a:lnTo>
                  <a:pt x="171450" y="161925"/>
                </a:lnTo>
                <a:lnTo>
                  <a:pt x="171450" y="180975"/>
                </a:lnTo>
                <a:lnTo>
                  <a:pt x="161925" y="180975"/>
                </a:lnTo>
                <a:lnTo>
                  <a:pt x="161925" y="200025"/>
                </a:lnTo>
                <a:lnTo>
                  <a:pt x="152400" y="200025"/>
                </a:lnTo>
                <a:lnTo>
                  <a:pt x="152400" y="209550"/>
                </a:lnTo>
                <a:lnTo>
                  <a:pt x="142875" y="209550"/>
                </a:lnTo>
                <a:lnTo>
                  <a:pt x="142875" y="200025"/>
                </a:lnTo>
                <a:lnTo>
                  <a:pt x="133350" y="200025"/>
                </a:lnTo>
                <a:lnTo>
                  <a:pt x="133350" y="190500"/>
                </a:lnTo>
                <a:lnTo>
                  <a:pt x="123825" y="190500"/>
                </a:lnTo>
                <a:lnTo>
                  <a:pt x="123825" y="200025"/>
                </a:lnTo>
                <a:lnTo>
                  <a:pt x="114300" y="200025"/>
                </a:lnTo>
                <a:lnTo>
                  <a:pt x="114300" y="171450"/>
                </a:lnTo>
                <a:lnTo>
                  <a:pt x="123825" y="171450"/>
                </a:lnTo>
                <a:close/>
                <a:moveTo>
                  <a:pt x="466725" y="114300"/>
                </a:moveTo>
                <a:lnTo>
                  <a:pt x="476250" y="114300"/>
                </a:lnTo>
                <a:lnTo>
                  <a:pt x="476250" y="123825"/>
                </a:lnTo>
                <a:lnTo>
                  <a:pt x="466725" y="123825"/>
                </a:lnTo>
                <a:close/>
                <a:moveTo>
                  <a:pt x="476250" y="123825"/>
                </a:moveTo>
                <a:lnTo>
                  <a:pt x="485775" y="123825"/>
                </a:lnTo>
                <a:lnTo>
                  <a:pt x="485775" y="133350"/>
                </a:lnTo>
                <a:lnTo>
                  <a:pt x="476250" y="133350"/>
                </a:lnTo>
                <a:close/>
                <a:moveTo>
                  <a:pt x="409575" y="171450"/>
                </a:moveTo>
                <a:lnTo>
                  <a:pt x="428625" y="171450"/>
                </a:lnTo>
                <a:lnTo>
                  <a:pt x="428625" y="180975"/>
                </a:lnTo>
                <a:lnTo>
                  <a:pt x="419100" y="180975"/>
                </a:lnTo>
                <a:lnTo>
                  <a:pt x="419100" y="190500"/>
                </a:lnTo>
                <a:lnTo>
                  <a:pt x="409575" y="190500"/>
                </a:lnTo>
                <a:close/>
                <a:moveTo>
                  <a:pt x="76200" y="190500"/>
                </a:moveTo>
                <a:lnTo>
                  <a:pt x="95250" y="190500"/>
                </a:lnTo>
                <a:lnTo>
                  <a:pt x="95250" y="200025"/>
                </a:lnTo>
                <a:lnTo>
                  <a:pt x="76200" y="200025"/>
                </a:lnTo>
                <a:close/>
                <a:moveTo>
                  <a:pt x="466725" y="219075"/>
                </a:moveTo>
                <a:lnTo>
                  <a:pt x="485775" y="219075"/>
                </a:lnTo>
                <a:lnTo>
                  <a:pt x="485775" y="238125"/>
                </a:lnTo>
                <a:lnTo>
                  <a:pt x="495300" y="238125"/>
                </a:lnTo>
                <a:lnTo>
                  <a:pt x="495300" y="247650"/>
                </a:lnTo>
                <a:lnTo>
                  <a:pt x="466725" y="247650"/>
                </a:lnTo>
                <a:close/>
                <a:moveTo>
                  <a:pt x="342900" y="247650"/>
                </a:moveTo>
                <a:lnTo>
                  <a:pt x="361950" y="247650"/>
                </a:lnTo>
                <a:lnTo>
                  <a:pt x="361950" y="257175"/>
                </a:lnTo>
                <a:lnTo>
                  <a:pt x="352425" y="257175"/>
                </a:lnTo>
                <a:lnTo>
                  <a:pt x="352425" y="266700"/>
                </a:lnTo>
                <a:lnTo>
                  <a:pt x="333375" y="266700"/>
                </a:lnTo>
                <a:lnTo>
                  <a:pt x="333375" y="257175"/>
                </a:lnTo>
                <a:lnTo>
                  <a:pt x="342900" y="257175"/>
                </a:lnTo>
                <a:close/>
                <a:moveTo>
                  <a:pt x="542925" y="247650"/>
                </a:moveTo>
                <a:lnTo>
                  <a:pt x="552450" y="247650"/>
                </a:lnTo>
                <a:lnTo>
                  <a:pt x="552450" y="257175"/>
                </a:lnTo>
                <a:lnTo>
                  <a:pt x="561975" y="257175"/>
                </a:lnTo>
                <a:lnTo>
                  <a:pt x="561975" y="304800"/>
                </a:lnTo>
                <a:lnTo>
                  <a:pt x="552450" y="304800"/>
                </a:lnTo>
                <a:lnTo>
                  <a:pt x="552450" y="285750"/>
                </a:lnTo>
                <a:lnTo>
                  <a:pt x="542925" y="285750"/>
                </a:lnTo>
                <a:lnTo>
                  <a:pt x="542925" y="266700"/>
                </a:lnTo>
                <a:lnTo>
                  <a:pt x="533400" y="266700"/>
                </a:lnTo>
                <a:lnTo>
                  <a:pt x="533400" y="257175"/>
                </a:lnTo>
                <a:lnTo>
                  <a:pt x="542925" y="257175"/>
                </a:lnTo>
                <a:close/>
                <a:moveTo>
                  <a:pt x="285750" y="257175"/>
                </a:moveTo>
                <a:lnTo>
                  <a:pt x="304800" y="257175"/>
                </a:lnTo>
                <a:lnTo>
                  <a:pt x="304800" y="285750"/>
                </a:lnTo>
                <a:lnTo>
                  <a:pt x="295275" y="285750"/>
                </a:lnTo>
                <a:lnTo>
                  <a:pt x="295275" y="276225"/>
                </a:lnTo>
                <a:lnTo>
                  <a:pt x="276225" y="276225"/>
                </a:lnTo>
                <a:lnTo>
                  <a:pt x="276225" y="266700"/>
                </a:lnTo>
                <a:lnTo>
                  <a:pt x="285750" y="266700"/>
                </a:lnTo>
                <a:close/>
                <a:moveTo>
                  <a:pt x="266700" y="276225"/>
                </a:moveTo>
                <a:lnTo>
                  <a:pt x="276225" y="276225"/>
                </a:lnTo>
                <a:lnTo>
                  <a:pt x="276225" y="285750"/>
                </a:lnTo>
                <a:lnTo>
                  <a:pt x="266700" y="285750"/>
                </a:lnTo>
                <a:close/>
                <a:moveTo>
                  <a:pt x="200025" y="285750"/>
                </a:moveTo>
                <a:lnTo>
                  <a:pt x="247650" y="285750"/>
                </a:lnTo>
                <a:lnTo>
                  <a:pt x="247650" y="295275"/>
                </a:lnTo>
                <a:lnTo>
                  <a:pt x="200025" y="295275"/>
                </a:lnTo>
                <a:close/>
                <a:moveTo>
                  <a:pt x="257175" y="285750"/>
                </a:moveTo>
                <a:lnTo>
                  <a:pt x="266700" y="285750"/>
                </a:lnTo>
                <a:lnTo>
                  <a:pt x="266700" y="295275"/>
                </a:lnTo>
                <a:lnTo>
                  <a:pt x="257175" y="295275"/>
                </a:lnTo>
                <a:close/>
                <a:moveTo>
                  <a:pt x="133350" y="304800"/>
                </a:moveTo>
                <a:lnTo>
                  <a:pt x="152400" y="304800"/>
                </a:lnTo>
                <a:lnTo>
                  <a:pt x="152400" y="333375"/>
                </a:lnTo>
                <a:lnTo>
                  <a:pt x="142875" y="333375"/>
                </a:lnTo>
                <a:lnTo>
                  <a:pt x="142875" y="342900"/>
                </a:lnTo>
                <a:lnTo>
                  <a:pt x="133350" y="342900"/>
                </a:lnTo>
                <a:lnTo>
                  <a:pt x="133350" y="323850"/>
                </a:lnTo>
                <a:lnTo>
                  <a:pt x="123825" y="323850"/>
                </a:lnTo>
                <a:lnTo>
                  <a:pt x="123825" y="314325"/>
                </a:lnTo>
                <a:lnTo>
                  <a:pt x="133350" y="314325"/>
                </a:lnTo>
                <a:close/>
                <a:moveTo>
                  <a:pt x="390525" y="304800"/>
                </a:moveTo>
                <a:lnTo>
                  <a:pt x="409575" y="304800"/>
                </a:lnTo>
                <a:lnTo>
                  <a:pt x="409575" y="323850"/>
                </a:lnTo>
                <a:lnTo>
                  <a:pt x="400050" y="323850"/>
                </a:lnTo>
                <a:lnTo>
                  <a:pt x="400050" y="342900"/>
                </a:lnTo>
                <a:lnTo>
                  <a:pt x="390525" y="342900"/>
                </a:lnTo>
                <a:lnTo>
                  <a:pt x="390525" y="352425"/>
                </a:lnTo>
                <a:lnTo>
                  <a:pt x="371475" y="352425"/>
                </a:lnTo>
                <a:lnTo>
                  <a:pt x="371475" y="342900"/>
                </a:lnTo>
                <a:lnTo>
                  <a:pt x="381000" y="342900"/>
                </a:lnTo>
                <a:lnTo>
                  <a:pt x="381000" y="333375"/>
                </a:lnTo>
                <a:lnTo>
                  <a:pt x="371475" y="333375"/>
                </a:lnTo>
                <a:lnTo>
                  <a:pt x="371475" y="323850"/>
                </a:lnTo>
                <a:lnTo>
                  <a:pt x="381000" y="323850"/>
                </a:lnTo>
                <a:lnTo>
                  <a:pt x="381000" y="314325"/>
                </a:lnTo>
                <a:lnTo>
                  <a:pt x="390525" y="314325"/>
                </a:lnTo>
                <a:close/>
                <a:moveTo>
                  <a:pt x="152400" y="333375"/>
                </a:moveTo>
                <a:lnTo>
                  <a:pt x="161925" y="333375"/>
                </a:lnTo>
                <a:lnTo>
                  <a:pt x="161925" y="342900"/>
                </a:lnTo>
                <a:lnTo>
                  <a:pt x="171450" y="342900"/>
                </a:lnTo>
                <a:lnTo>
                  <a:pt x="171450" y="352425"/>
                </a:lnTo>
                <a:lnTo>
                  <a:pt x="180975" y="352425"/>
                </a:lnTo>
                <a:lnTo>
                  <a:pt x="180975" y="361950"/>
                </a:lnTo>
                <a:lnTo>
                  <a:pt x="171450" y="361950"/>
                </a:lnTo>
                <a:lnTo>
                  <a:pt x="171450" y="371475"/>
                </a:lnTo>
                <a:lnTo>
                  <a:pt x="152400" y="371475"/>
                </a:lnTo>
                <a:close/>
                <a:moveTo>
                  <a:pt x="57150" y="352425"/>
                </a:moveTo>
                <a:lnTo>
                  <a:pt x="66675" y="352425"/>
                </a:lnTo>
                <a:lnTo>
                  <a:pt x="66675" y="371475"/>
                </a:lnTo>
                <a:lnTo>
                  <a:pt x="57150" y="371475"/>
                </a:lnTo>
                <a:close/>
                <a:moveTo>
                  <a:pt x="361950" y="352425"/>
                </a:moveTo>
                <a:lnTo>
                  <a:pt x="371475" y="352425"/>
                </a:lnTo>
                <a:lnTo>
                  <a:pt x="371475" y="361950"/>
                </a:lnTo>
                <a:lnTo>
                  <a:pt x="361950" y="361950"/>
                </a:lnTo>
                <a:close/>
                <a:moveTo>
                  <a:pt x="333375" y="361950"/>
                </a:moveTo>
                <a:lnTo>
                  <a:pt x="352425" y="361950"/>
                </a:lnTo>
                <a:lnTo>
                  <a:pt x="352425" y="371475"/>
                </a:lnTo>
                <a:lnTo>
                  <a:pt x="342900" y="371475"/>
                </a:lnTo>
                <a:lnTo>
                  <a:pt x="342900" y="381000"/>
                </a:lnTo>
                <a:lnTo>
                  <a:pt x="333375" y="381000"/>
                </a:lnTo>
                <a:close/>
                <a:moveTo>
                  <a:pt x="66675" y="371475"/>
                </a:moveTo>
                <a:lnTo>
                  <a:pt x="76200" y="371475"/>
                </a:lnTo>
                <a:lnTo>
                  <a:pt x="76200" y="390525"/>
                </a:lnTo>
                <a:lnTo>
                  <a:pt x="66675" y="390525"/>
                </a:lnTo>
                <a:close/>
                <a:moveTo>
                  <a:pt x="323850" y="381000"/>
                </a:moveTo>
                <a:lnTo>
                  <a:pt x="333375" y="381000"/>
                </a:lnTo>
                <a:lnTo>
                  <a:pt x="333375" y="390525"/>
                </a:lnTo>
                <a:lnTo>
                  <a:pt x="323850" y="390525"/>
                </a:lnTo>
                <a:close/>
                <a:moveTo>
                  <a:pt x="533400" y="390525"/>
                </a:moveTo>
                <a:lnTo>
                  <a:pt x="542925" y="390525"/>
                </a:lnTo>
                <a:lnTo>
                  <a:pt x="542925" y="428625"/>
                </a:lnTo>
                <a:lnTo>
                  <a:pt x="533400" y="428625"/>
                </a:lnTo>
                <a:lnTo>
                  <a:pt x="533400" y="447675"/>
                </a:lnTo>
                <a:lnTo>
                  <a:pt x="523875" y="447675"/>
                </a:lnTo>
                <a:lnTo>
                  <a:pt x="523875" y="457200"/>
                </a:lnTo>
                <a:lnTo>
                  <a:pt x="514350" y="457200"/>
                </a:lnTo>
                <a:lnTo>
                  <a:pt x="514350" y="447675"/>
                </a:lnTo>
                <a:lnTo>
                  <a:pt x="504825" y="447675"/>
                </a:lnTo>
                <a:lnTo>
                  <a:pt x="504825" y="438150"/>
                </a:lnTo>
                <a:lnTo>
                  <a:pt x="514350" y="438150"/>
                </a:lnTo>
                <a:lnTo>
                  <a:pt x="514350" y="428625"/>
                </a:lnTo>
                <a:lnTo>
                  <a:pt x="495300" y="428625"/>
                </a:lnTo>
                <a:lnTo>
                  <a:pt x="495300" y="409575"/>
                </a:lnTo>
                <a:lnTo>
                  <a:pt x="533400" y="409575"/>
                </a:lnTo>
                <a:close/>
                <a:moveTo>
                  <a:pt x="238125" y="457200"/>
                </a:moveTo>
                <a:lnTo>
                  <a:pt x="266700" y="457200"/>
                </a:lnTo>
                <a:lnTo>
                  <a:pt x="266700" y="466725"/>
                </a:lnTo>
                <a:lnTo>
                  <a:pt x="238125" y="466725"/>
                </a:lnTo>
                <a:close/>
                <a:moveTo>
                  <a:pt x="142875" y="495300"/>
                </a:moveTo>
                <a:lnTo>
                  <a:pt x="228600" y="495300"/>
                </a:lnTo>
                <a:lnTo>
                  <a:pt x="228600" y="533400"/>
                </a:lnTo>
                <a:lnTo>
                  <a:pt x="238125" y="533400"/>
                </a:lnTo>
                <a:lnTo>
                  <a:pt x="238125" y="542925"/>
                </a:lnTo>
                <a:lnTo>
                  <a:pt x="219075" y="542925"/>
                </a:lnTo>
                <a:lnTo>
                  <a:pt x="219075" y="533400"/>
                </a:lnTo>
                <a:lnTo>
                  <a:pt x="200025" y="533400"/>
                </a:lnTo>
                <a:lnTo>
                  <a:pt x="200025" y="523875"/>
                </a:lnTo>
                <a:lnTo>
                  <a:pt x="171450" y="523875"/>
                </a:lnTo>
                <a:lnTo>
                  <a:pt x="171450" y="514350"/>
                </a:lnTo>
                <a:lnTo>
                  <a:pt x="161925" y="514350"/>
                </a:lnTo>
                <a:lnTo>
                  <a:pt x="161925" y="523875"/>
                </a:lnTo>
                <a:lnTo>
                  <a:pt x="152400" y="523875"/>
                </a:lnTo>
                <a:lnTo>
                  <a:pt x="152400" y="514350"/>
                </a:lnTo>
                <a:lnTo>
                  <a:pt x="142875" y="514350"/>
                </a:lnTo>
                <a:close/>
                <a:moveTo>
                  <a:pt x="419100" y="523875"/>
                </a:moveTo>
                <a:lnTo>
                  <a:pt x="428625" y="523875"/>
                </a:lnTo>
                <a:lnTo>
                  <a:pt x="428625" y="542925"/>
                </a:lnTo>
                <a:lnTo>
                  <a:pt x="400050" y="542925"/>
                </a:lnTo>
                <a:lnTo>
                  <a:pt x="400050" y="533400"/>
                </a:lnTo>
                <a:lnTo>
                  <a:pt x="419100" y="533400"/>
                </a:lnTo>
                <a:close/>
                <a:moveTo>
                  <a:pt x="180975" y="533400"/>
                </a:moveTo>
                <a:lnTo>
                  <a:pt x="190500" y="533400"/>
                </a:lnTo>
                <a:lnTo>
                  <a:pt x="190500" y="542925"/>
                </a:lnTo>
                <a:lnTo>
                  <a:pt x="180975" y="542925"/>
                </a:lnTo>
                <a:close/>
                <a:moveTo>
                  <a:pt x="361950" y="533400"/>
                </a:moveTo>
                <a:lnTo>
                  <a:pt x="371475" y="533400"/>
                </a:lnTo>
                <a:lnTo>
                  <a:pt x="371475" y="542925"/>
                </a:lnTo>
                <a:lnTo>
                  <a:pt x="361950" y="542925"/>
                </a:lnTo>
                <a:close/>
                <a:moveTo>
                  <a:pt x="342900" y="542925"/>
                </a:moveTo>
                <a:lnTo>
                  <a:pt x="361950" y="542925"/>
                </a:lnTo>
                <a:lnTo>
                  <a:pt x="361950" y="552450"/>
                </a:lnTo>
                <a:lnTo>
                  <a:pt x="381000" y="552450"/>
                </a:lnTo>
                <a:lnTo>
                  <a:pt x="381000" y="542925"/>
                </a:lnTo>
                <a:lnTo>
                  <a:pt x="390525" y="542925"/>
                </a:lnTo>
                <a:lnTo>
                  <a:pt x="390525" y="552450"/>
                </a:lnTo>
                <a:lnTo>
                  <a:pt x="381000" y="552450"/>
                </a:lnTo>
                <a:lnTo>
                  <a:pt x="381000" y="561975"/>
                </a:lnTo>
                <a:lnTo>
                  <a:pt x="342900" y="561975"/>
                </a:lnTo>
                <a:lnTo>
                  <a:pt x="342900" y="571500"/>
                </a:lnTo>
                <a:lnTo>
                  <a:pt x="333375" y="571500"/>
                </a:lnTo>
                <a:lnTo>
                  <a:pt x="333375" y="561975"/>
                </a:lnTo>
                <a:lnTo>
                  <a:pt x="314325" y="561975"/>
                </a:lnTo>
                <a:lnTo>
                  <a:pt x="314325" y="552450"/>
                </a:lnTo>
                <a:lnTo>
                  <a:pt x="342900" y="552450"/>
                </a:lnTo>
                <a:close/>
              </a:path>
            </a:pathLst>
          </a:custGeom>
          <a:solidFill xmlns:a="http://schemas.openxmlformats.org/drawingml/2006/main">
            <a:srgbClr val="264635"/>
          </a:solidFill>
          <a:ln xmlns:a="http://schemas.openxmlformats.org/drawingml/2006/main" w="0">
            <a:noFill/>
          </a:ln>
        </p:spPr>
      </p:sp>
      <p:sp>
        <p:nvSpPr>
          <p:cNvPr id="54" name="check vector #254232">
            <a:extLst xmlns:a="http://schemas.openxmlformats.org/drawingml/2006/main">
              <a:ext uri="{FF2B5EF4-FFF2-40B4-BE49-F238E27FC236}">
                <a16:creationId xmlns:a16="http://schemas.microsoft.com/office/drawing/2014/main" id="{F978EB48-68E8-494A-942B-E14580B8DB7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771525" y="1819275"/>
            <a:ext cx="742950" cy="723900"/>
          </a:xfrm>
          <a:custGeom xmlns:a="http://schemas.openxmlformats.org/drawingml/2006/main">
            <a:pathLst>
              <a:path w="628650" h="609600">
                <a:moveTo>
                  <a:pt x="238125" y="57150"/>
                </a:moveTo>
                <a:lnTo>
                  <a:pt x="257175" y="57150"/>
                </a:lnTo>
                <a:lnTo>
                  <a:pt x="257175" y="66675"/>
                </a:lnTo>
                <a:lnTo>
                  <a:pt x="238125" y="66675"/>
                </a:lnTo>
                <a:close/>
                <a:moveTo>
                  <a:pt x="466725" y="104775"/>
                </a:moveTo>
                <a:lnTo>
                  <a:pt x="485775" y="104775"/>
                </a:lnTo>
                <a:lnTo>
                  <a:pt x="485775" y="114300"/>
                </a:lnTo>
                <a:lnTo>
                  <a:pt x="495300" y="114300"/>
                </a:lnTo>
                <a:lnTo>
                  <a:pt x="495300" y="123825"/>
                </a:lnTo>
                <a:lnTo>
                  <a:pt x="504825" y="123825"/>
                </a:lnTo>
                <a:lnTo>
                  <a:pt x="504825" y="142875"/>
                </a:lnTo>
                <a:lnTo>
                  <a:pt x="495300" y="142875"/>
                </a:lnTo>
                <a:lnTo>
                  <a:pt x="495300" y="133350"/>
                </a:lnTo>
                <a:lnTo>
                  <a:pt x="485775" y="133350"/>
                </a:lnTo>
                <a:lnTo>
                  <a:pt x="485775" y="123825"/>
                </a:lnTo>
                <a:lnTo>
                  <a:pt x="476250" y="123825"/>
                </a:lnTo>
                <a:lnTo>
                  <a:pt x="476250" y="114300"/>
                </a:lnTo>
                <a:lnTo>
                  <a:pt x="466725" y="114300"/>
                </a:lnTo>
                <a:close/>
                <a:moveTo>
                  <a:pt x="114300" y="123825"/>
                </a:moveTo>
                <a:lnTo>
                  <a:pt x="123825" y="123825"/>
                </a:lnTo>
                <a:lnTo>
                  <a:pt x="123825" y="171450"/>
                </a:lnTo>
                <a:lnTo>
                  <a:pt x="114300" y="171450"/>
                </a:lnTo>
                <a:lnTo>
                  <a:pt x="114300" y="190500"/>
                </a:lnTo>
                <a:lnTo>
                  <a:pt x="76200" y="190500"/>
                </a:lnTo>
                <a:lnTo>
                  <a:pt x="76200" y="180975"/>
                </a:lnTo>
                <a:lnTo>
                  <a:pt x="85725" y="180975"/>
                </a:lnTo>
                <a:lnTo>
                  <a:pt x="85725" y="161925"/>
                </a:lnTo>
                <a:lnTo>
                  <a:pt x="95250" y="161925"/>
                </a:lnTo>
                <a:lnTo>
                  <a:pt x="95250" y="142875"/>
                </a:lnTo>
                <a:lnTo>
                  <a:pt x="104775" y="142875"/>
                </a:lnTo>
                <a:lnTo>
                  <a:pt x="104775" y="133350"/>
                </a:lnTo>
                <a:lnTo>
                  <a:pt x="114300" y="133350"/>
                </a:lnTo>
                <a:close/>
                <a:moveTo>
                  <a:pt x="390525" y="200025"/>
                </a:moveTo>
                <a:lnTo>
                  <a:pt x="409575" y="200025"/>
                </a:lnTo>
                <a:lnTo>
                  <a:pt x="409575" y="209550"/>
                </a:lnTo>
                <a:lnTo>
                  <a:pt x="400050" y="209550"/>
                </a:lnTo>
                <a:lnTo>
                  <a:pt x="400050" y="219075"/>
                </a:lnTo>
                <a:lnTo>
                  <a:pt x="390525" y="219075"/>
                </a:lnTo>
                <a:lnTo>
                  <a:pt x="390525" y="228600"/>
                </a:lnTo>
                <a:lnTo>
                  <a:pt x="381000" y="228600"/>
                </a:lnTo>
                <a:lnTo>
                  <a:pt x="381000" y="209550"/>
                </a:lnTo>
                <a:lnTo>
                  <a:pt x="390525" y="209550"/>
                </a:lnTo>
                <a:close/>
                <a:moveTo>
                  <a:pt x="323850" y="257175"/>
                </a:moveTo>
                <a:lnTo>
                  <a:pt x="333375" y="257175"/>
                </a:lnTo>
                <a:lnTo>
                  <a:pt x="333375" y="266700"/>
                </a:lnTo>
                <a:lnTo>
                  <a:pt x="342900" y="266700"/>
                </a:lnTo>
                <a:lnTo>
                  <a:pt x="342900" y="276225"/>
                </a:lnTo>
                <a:lnTo>
                  <a:pt x="333375" y="276225"/>
                </a:lnTo>
                <a:lnTo>
                  <a:pt x="333375" y="285750"/>
                </a:lnTo>
                <a:lnTo>
                  <a:pt x="323850" y="285750"/>
                </a:lnTo>
                <a:lnTo>
                  <a:pt x="323850" y="295275"/>
                </a:lnTo>
                <a:lnTo>
                  <a:pt x="314325" y="295275"/>
                </a:lnTo>
                <a:lnTo>
                  <a:pt x="314325" y="304800"/>
                </a:lnTo>
                <a:lnTo>
                  <a:pt x="304800" y="304800"/>
                </a:lnTo>
                <a:lnTo>
                  <a:pt x="304800" y="314325"/>
                </a:lnTo>
                <a:lnTo>
                  <a:pt x="295275" y="314325"/>
                </a:lnTo>
                <a:lnTo>
                  <a:pt x="295275" y="323850"/>
                </a:lnTo>
                <a:lnTo>
                  <a:pt x="285750" y="323850"/>
                </a:lnTo>
                <a:lnTo>
                  <a:pt x="285750" y="333375"/>
                </a:lnTo>
                <a:lnTo>
                  <a:pt x="276225" y="333375"/>
                </a:lnTo>
                <a:lnTo>
                  <a:pt x="276225" y="342900"/>
                </a:lnTo>
                <a:lnTo>
                  <a:pt x="247650" y="342900"/>
                </a:lnTo>
                <a:lnTo>
                  <a:pt x="247650" y="333375"/>
                </a:lnTo>
                <a:lnTo>
                  <a:pt x="238125" y="333375"/>
                </a:lnTo>
                <a:lnTo>
                  <a:pt x="238125" y="323850"/>
                </a:lnTo>
                <a:lnTo>
                  <a:pt x="228600" y="323850"/>
                </a:lnTo>
                <a:lnTo>
                  <a:pt x="228600" y="314325"/>
                </a:lnTo>
                <a:lnTo>
                  <a:pt x="219075" y="314325"/>
                </a:lnTo>
                <a:lnTo>
                  <a:pt x="219075" y="304800"/>
                </a:lnTo>
                <a:lnTo>
                  <a:pt x="209550" y="304800"/>
                </a:lnTo>
                <a:lnTo>
                  <a:pt x="209550" y="295275"/>
                </a:lnTo>
                <a:lnTo>
                  <a:pt x="266700" y="295275"/>
                </a:lnTo>
                <a:lnTo>
                  <a:pt x="266700" y="285750"/>
                </a:lnTo>
                <a:lnTo>
                  <a:pt x="276225" y="285750"/>
                </a:lnTo>
                <a:lnTo>
                  <a:pt x="276225" y="276225"/>
                </a:lnTo>
                <a:lnTo>
                  <a:pt x="295275" y="276225"/>
                </a:lnTo>
                <a:lnTo>
                  <a:pt x="295275" y="285750"/>
                </a:lnTo>
                <a:lnTo>
                  <a:pt x="304800" y="285750"/>
                </a:lnTo>
                <a:lnTo>
                  <a:pt x="304800" y="266700"/>
                </a:lnTo>
                <a:lnTo>
                  <a:pt x="323850" y="266700"/>
                </a:lnTo>
                <a:close/>
                <a:moveTo>
                  <a:pt x="361950" y="333375"/>
                </a:moveTo>
                <a:lnTo>
                  <a:pt x="381000" y="333375"/>
                </a:lnTo>
                <a:lnTo>
                  <a:pt x="381000" y="342900"/>
                </a:lnTo>
                <a:lnTo>
                  <a:pt x="371475" y="342900"/>
                </a:lnTo>
                <a:lnTo>
                  <a:pt x="371475" y="352425"/>
                </a:lnTo>
                <a:lnTo>
                  <a:pt x="361950" y="352425"/>
                </a:lnTo>
                <a:lnTo>
                  <a:pt x="361950" y="361950"/>
                </a:lnTo>
                <a:lnTo>
                  <a:pt x="342900" y="361950"/>
                </a:lnTo>
                <a:lnTo>
                  <a:pt x="342900" y="352425"/>
                </a:lnTo>
                <a:lnTo>
                  <a:pt x="352425" y="352425"/>
                </a:lnTo>
                <a:lnTo>
                  <a:pt x="352425" y="342900"/>
                </a:lnTo>
                <a:lnTo>
                  <a:pt x="361950" y="342900"/>
                </a:lnTo>
                <a:close/>
                <a:moveTo>
                  <a:pt x="161925" y="514350"/>
                </a:moveTo>
                <a:lnTo>
                  <a:pt x="171450" y="514350"/>
                </a:lnTo>
                <a:lnTo>
                  <a:pt x="171450" y="523875"/>
                </a:lnTo>
                <a:lnTo>
                  <a:pt x="161925" y="523875"/>
                </a:lnTo>
                <a:close/>
                <a:moveTo>
                  <a:pt x="171450" y="523875"/>
                </a:moveTo>
                <a:lnTo>
                  <a:pt x="200025" y="523875"/>
                </a:lnTo>
                <a:lnTo>
                  <a:pt x="200025" y="533400"/>
                </a:lnTo>
                <a:lnTo>
                  <a:pt x="219075" y="533400"/>
                </a:lnTo>
                <a:lnTo>
                  <a:pt x="219075" y="542925"/>
                </a:lnTo>
                <a:lnTo>
                  <a:pt x="238125" y="542925"/>
                </a:lnTo>
                <a:lnTo>
                  <a:pt x="238125" y="552450"/>
                </a:lnTo>
                <a:lnTo>
                  <a:pt x="209550" y="552450"/>
                </a:lnTo>
                <a:lnTo>
                  <a:pt x="209550" y="542925"/>
                </a:lnTo>
                <a:lnTo>
                  <a:pt x="190500" y="542925"/>
                </a:lnTo>
                <a:lnTo>
                  <a:pt x="190500" y="533400"/>
                </a:lnTo>
                <a:lnTo>
                  <a:pt x="171450" y="533400"/>
                </a:lnTo>
                <a:close/>
                <a:moveTo>
                  <a:pt x="361950" y="542925"/>
                </a:moveTo>
                <a:lnTo>
                  <a:pt x="381000" y="542925"/>
                </a:lnTo>
                <a:lnTo>
                  <a:pt x="381000" y="552450"/>
                </a:lnTo>
                <a:lnTo>
                  <a:pt x="361950" y="552450"/>
                </a:lnTo>
                <a:close/>
              </a:path>
            </a:pathLst>
          </a:custGeom>
          <a:solidFill xmlns:a="http://schemas.openxmlformats.org/drawingml/2006/main">
            <a:srgbClr val="254232"/>
          </a:solidFill>
          <a:ln xmlns:a="http://schemas.openxmlformats.org/drawingml/2006/main" w="0">
            <a:noFill/>
          </a:ln>
        </p:spPr>
      </p:sp>
      <p:sp>
        <p:nvSpPr>
          <p:cNvPr id="55" name="">
            <a:extLst xmlns:a="http://schemas.openxmlformats.org/drawingml/2006/main">
              <a:ext uri="{FF2B5EF4-FFF2-40B4-BE49-F238E27FC236}">
                <a16:creationId xmlns:a16="http://schemas.microsoft.com/office/drawing/2014/main" id="{212CDAC2-C270-424C-A905-682F60AFCC5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819650" y="1819275"/>
            <a:ext cx="762000" cy="723900"/>
          </a:xfrm>
          <a:prstGeom xmlns:a="http://schemas.openxmlformats.org/drawingml/2006/main" prst="rect">
            <a:avLst/>
          </a:prstGeom>
          <a:solidFill xmlns:a="http://schemas.openxmlformats.org/drawingml/2006/main">
            <a:srgbClr val="F5F2E8"/>
          </a:solidFill>
          <a:ln xmlns:a="http://schemas.openxmlformats.org/drawingml/2006/main" w="0">
            <a:noFill/>
          </a:ln>
        </p:spPr>
      </p:sp>
      <p:sp>
        <p:nvSpPr>
          <p:cNvPr id="56" name="warning vector #f7f1e2">
            <a:extLst xmlns:a="http://schemas.openxmlformats.org/drawingml/2006/main">
              <a:ext uri="{FF2B5EF4-FFF2-40B4-BE49-F238E27FC236}">
                <a16:creationId xmlns:a16="http://schemas.microsoft.com/office/drawing/2014/main" id="{DE5B8F89-C5E7-480A-8952-7F72B246244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19650" y="1819275"/>
            <a:ext cx="762000" cy="723900"/>
          </a:xfrm>
          <a:custGeom xmlns:a="http://schemas.openxmlformats.org/drawingml/2006/main">
            <a:pathLst>
              <a:path w="647700" h="609600">
                <a:moveTo>
                  <a:pt x="419100" y="161925"/>
                </a:moveTo>
                <a:lnTo>
                  <a:pt x="438150" y="161925"/>
                </a:lnTo>
                <a:lnTo>
                  <a:pt x="438150" y="180975"/>
                </a:lnTo>
                <a:lnTo>
                  <a:pt x="447675" y="180975"/>
                </a:lnTo>
                <a:lnTo>
                  <a:pt x="447675" y="200025"/>
                </a:lnTo>
                <a:lnTo>
                  <a:pt x="438150" y="200025"/>
                </a:lnTo>
                <a:lnTo>
                  <a:pt x="438150" y="190500"/>
                </a:lnTo>
                <a:lnTo>
                  <a:pt x="428625" y="190500"/>
                </a:lnTo>
                <a:lnTo>
                  <a:pt x="428625" y="171450"/>
                </a:lnTo>
                <a:lnTo>
                  <a:pt x="419100" y="171450"/>
                </a:lnTo>
                <a:close/>
                <a:moveTo>
                  <a:pt x="457200" y="219075"/>
                </a:moveTo>
                <a:lnTo>
                  <a:pt x="466725" y="219075"/>
                </a:lnTo>
                <a:lnTo>
                  <a:pt x="466725" y="228600"/>
                </a:lnTo>
                <a:lnTo>
                  <a:pt x="457200" y="228600"/>
                </a:lnTo>
                <a:close/>
                <a:moveTo>
                  <a:pt x="295275" y="228600"/>
                </a:moveTo>
                <a:lnTo>
                  <a:pt x="314325" y="228600"/>
                </a:lnTo>
                <a:lnTo>
                  <a:pt x="314325" y="238125"/>
                </a:lnTo>
                <a:lnTo>
                  <a:pt x="323850" y="238125"/>
                </a:lnTo>
                <a:lnTo>
                  <a:pt x="323850" y="247650"/>
                </a:lnTo>
                <a:lnTo>
                  <a:pt x="333375" y="247650"/>
                </a:lnTo>
                <a:lnTo>
                  <a:pt x="333375" y="285750"/>
                </a:lnTo>
                <a:lnTo>
                  <a:pt x="323850" y="285750"/>
                </a:lnTo>
                <a:lnTo>
                  <a:pt x="323850" y="304800"/>
                </a:lnTo>
                <a:lnTo>
                  <a:pt x="295275" y="304800"/>
                </a:lnTo>
                <a:close/>
                <a:moveTo>
                  <a:pt x="76200" y="333375"/>
                </a:moveTo>
                <a:lnTo>
                  <a:pt x="85725" y="333375"/>
                </a:lnTo>
                <a:lnTo>
                  <a:pt x="85725" y="342900"/>
                </a:lnTo>
                <a:lnTo>
                  <a:pt x="95250" y="342900"/>
                </a:lnTo>
                <a:lnTo>
                  <a:pt x="95250" y="361950"/>
                </a:lnTo>
                <a:lnTo>
                  <a:pt x="85725" y="361950"/>
                </a:lnTo>
                <a:lnTo>
                  <a:pt x="85725" y="371475"/>
                </a:lnTo>
                <a:lnTo>
                  <a:pt x="76200" y="371475"/>
                </a:lnTo>
                <a:lnTo>
                  <a:pt x="76200" y="400050"/>
                </a:lnTo>
                <a:lnTo>
                  <a:pt x="66675" y="400050"/>
                </a:lnTo>
                <a:lnTo>
                  <a:pt x="66675" y="381000"/>
                </a:lnTo>
                <a:lnTo>
                  <a:pt x="57150" y="381000"/>
                </a:lnTo>
                <a:lnTo>
                  <a:pt x="57150" y="371475"/>
                </a:lnTo>
                <a:lnTo>
                  <a:pt x="66675" y="371475"/>
                </a:lnTo>
                <a:lnTo>
                  <a:pt x="66675" y="361950"/>
                </a:lnTo>
                <a:lnTo>
                  <a:pt x="57150" y="361950"/>
                </a:lnTo>
                <a:lnTo>
                  <a:pt x="57150" y="352425"/>
                </a:lnTo>
                <a:lnTo>
                  <a:pt x="66675" y="352425"/>
                </a:lnTo>
                <a:lnTo>
                  <a:pt x="66675" y="342900"/>
                </a:lnTo>
                <a:lnTo>
                  <a:pt x="76200" y="342900"/>
                </a:lnTo>
                <a:close/>
                <a:moveTo>
                  <a:pt x="533400" y="352425"/>
                </a:moveTo>
                <a:lnTo>
                  <a:pt x="542925" y="352425"/>
                </a:lnTo>
                <a:lnTo>
                  <a:pt x="542925" y="361950"/>
                </a:lnTo>
                <a:lnTo>
                  <a:pt x="533400" y="361950"/>
                </a:lnTo>
                <a:close/>
                <a:moveTo>
                  <a:pt x="542925" y="361950"/>
                </a:moveTo>
                <a:lnTo>
                  <a:pt x="552450" y="361950"/>
                </a:lnTo>
                <a:lnTo>
                  <a:pt x="552450" y="381000"/>
                </a:lnTo>
                <a:lnTo>
                  <a:pt x="542925" y="381000"/>
                </a:lnTo>
                <a:close/>
              </a:path>
            </a:pathLst>
          </a:custGeom>
          <a:solidFill xmlns:a="http://schemas.openxmlformats.org/drawingml/2006/main">
            <a:srgbClr val="F7F1E2"/>
          </a:solidFill>
          <a:ln xmlns:a="http://schemas.openxmlformats.org/drawingml/2006/main" w="0">
            <a:noFill/>
          </a:ln>
        </p:spPr>
      </p:sp>
      <p:sp>
        <p:nvSpPr>
          <p:cNvPr id="57" name="warning vector #f5efe2">
            <a:extLst xmlns:a="http://schemas.openxmlformats.org/drawingml/2006/main">
              <a:ext uri="{FF2B5EF4-FFF2-40B4-BE49-F238E27FC236}">
                <a16:creationId xmlns:a16="http://schemas.microsoft.com/office/drawing/2014/main" id="{3ACD79F7-DA25-44DB-8FF8-2349EF99057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19650" y="1819275"/>
            <a:ext cx="762000" cy="723900"/>
          </a:xfrm>
          <a:custGeom xmlns:a="http://schemas.openxmlformats.org/drawingml/2006/main">
            <a:pathLst>
              <a:path w="647700" h="609600">
                <a:moveTo>
                  <a:pt x="19050" y="0"/>
                </a:moveTo>
                <a:lnTo>
                  <a:pt x="38100" y="0"/>
                </a:lnTo>
                <a:lnTo>
                  <a:pt x="38100" y="19050"/>
                </a:lnTo>
                <a:lnTo>
                  <a:pt x="28575" y="19050"/>
                </a:lnTo>
                <a:lnTo>
                  <a:pt x="28575" y="38100"/>
                </a:lnTo>
                <a:lnTo>
                  <a:pt x="19050" y="38100"/>
                </a:lnTo>
                <a:lnTo>
                  <a:pt x="19050" y="28575"/>
                </a:lnTo>
                <a:lnTo>
                  <a:pt x="9525" y="28575"/>
                </a:lnTo>
                <a:lnTo>
                  <a:pt x="9525" y="9525"/>
                </a:lnTo>
                <a:lnTo>
                  <a:pt x="19050" y="9525"/>
                </a:lnTo>
                <a:close/>
                <a:moveTo>
                  <a:pt x="571500" y="0"/>
                </a:moveTo>
                <a:lnTo>
                  <a:pt x="590550" y="0"/>
                </a:lnTo>
                <a:lnTo>
                  <a:pt x="590550" y="9525"/>
                </a:lnTo>
                <a:lnTo>
                  <a:pt x="571500" y="9525"/>
                </a:lnTo>
                <a:close/>
                <a:moveTo>
                  <a:pt x="180975" y="19050"/>
                </a:moveTo>
                <a:lnTo>
                  <a:pt x="190500" y="19050"/>
                </a:lnTo>
                <a:lnTo>
                  <a:pt x="190500" y="47625"/>
                </a:lnTo>
                <a:lnTo>
                  <a:pt x="180975" y="47625"/>
                </a:lnTo>
                <a:lnTo>
                  <a:pt x="180975" y="57150"/>
                </a:lnTo>
                <a:lnTo>
                  <a:pt x="171450" y="57150"/>
                </a:lnTo>
                <a:lnTo>
                  <a:pt x="171450" y="47625"/>
                </a:lnTo>
                <a:lnTo>
                  <a:pt x="161925" y="47625"/>
                </a:lnTo>
                <a:lnTo>
                  <a:pt x="161925" y="28575"/>
                </a:lnTo>
                <a:lnTo>
                  <a:pt x="180975" y="28575"/>
                </a:lnTo>
                <a:close/>
                <a:moveTo>
                  <a:pt x="409575" y="19050"/>
                </a:moveTo>
                <a:lnTo>
                  <a:pt x="419100" y="19050"/>
                </a:lnTo>
                <a:lnTo>
                  <a:pt x="419100" y="28575"/>
                </a:lnTo>
                <a:lnTo>
                  <a:pt x="409575" y="28575"/>
                </a:lnTo>
                <a:close/>
                <a:moveTo>
                  <a:pt x="0" y="66675"/>
                </a:moveTo>
                <a:lnTo>
                  <a:pt x="9525" y="66675"/>
                </a:lnTo>
                <a:lnTo>
                  <a:pt x="9525" y="76200"/>
                </a:lnTo>
                <a:lnTo>
                  <a:pt x="0" y="76200"/>
                </a:lnTo>
                <a:close/>
                <a:moveTo>
                  <a:pt x="419100" y="85725"/>
                </a:moveTo>
                <a:lnTo>
                  <a:pt x="428625" y="85725"/>
                </a:lnTo>
                <a:lnTo>
                  <a:pt x="428625" y="123825"/>
                </a:lnTo>
                <a:lnTo>
                  <a:pt x="419100" y="123825"/>
                </a:lnTo>
                <a:lnTo>
                  <a:pt x="419100" y="114300"/>
                </a:lnTo>
                <a:lnTo>
                  <a:pt x="400050" y="114300"/>
                </a:lnTo>
                <a:lnTo>
                  <a:pt x="400050" y="95250"/>
                </a:lnTo>
                <a:lnTo>
                  <a:pt x="419100" y="95250"/>
                </a:lnTo>
                <a:close/>
                <a:moveTo>
                  <a:pt x="476250" y="95250"/>
                </a:moveTo>
                <a:lnTo>
                  <a:pt x="504825" y="95250"/>
                </a:lnTo>
                <a:lnTo>
                  <a:pt x="504825" y="104775"/>
                </a:lnTo>
                <a:lnTo>
                  <a:pt x="495300" y="104775"/>
                </a:lnTo>
                <a:lnTo>
                  <a:pt x="495300" y="114300"/>
                </a:lnTo>
                <a:lnTo>
                  <a:pt x="485775" y="114300"/>
                </a:lnTo>
                <a:lnTo>
                  <a:pt x="485775" y="104775"/>
                </a:lnTo>
                <a:lnTo>
                  <a:pt x="476250" y="104775"/>
                </a:lnTo>
                <a:close/>
                <a:moveTo>
                  <a:pt x="57150" y="123825"/>
                </a:moveTo>
                <a:lnTo>
                  <a:pt x="66675" y="123825"/>
                </a:lnTo>
                <a:lnTo>
                  <a:pt x="66675" y="133350"/>
                </a:lnTo>
                <a:lnTo>
                  <a:pt x="57150" y="133350"/>
                </a:lnTo>
                <a:close/>
                <a:moveTo>
                  <a:pt x="428625" y="123825"/>
                </a:moveTo>
                <a:lnTo>
                  <a:pt x="447675" y="123825"/>
                </a:lnTo>
                <a:lnTo>
                  <a:pt x="447675" y="133350"/>
                </a:lnTo>
                <a:lnTo>
                  <a:pt x="457200" y="133350"/>
                </a:lnTo>
                <a:lnTo>
                  <a:pt x="457200" y="152400"/>
                </a:lnTo>
                <a:lnTo>
                  <a:pt x="476250" y="152400"/>
                </a:lnTo>
                <a:lnTo>
                  <a:pt x="476250" y="142875"/>
                </a:lnTo>
                <a:lnTo>
                  <a:pt x="514350" y="142875"/>
                </a:lnTo>
                <a:lnTo>
                  <a:pt x="514350" y="133350"/>
                </a:lnTo>
                <a:lnTo>
                  <a:pt x="523875" y="133350"/>
                </a:lnTo>
                <a:lnTo>
                  <a:pt x="523875" y="180975"/>
                </a:lnTo>
                <a:lnTo>
                  <a:pt x="533400" y="180975"/>
                </a:lnTo>
                <a:lnTo>
                  <a:pt x="533400" y="152400"/>
                </a:lnTo>
                <a:lnTo>
                  <a:pt x="561975" y="152400"/>
                </a:lnTo>
                <a:lnTo>
                  <a:pt x="561975" y="180975"/>
                </a:lnTo>
                <a:lnTo>
                  <a:pt x="552450" y="180975"/>
                </a:lnTo>
                <a:lnTo>
                  <a:pt x="552450" y="190500"/>
                </a:lnTo>
                <a:lnTo>
                  <a:pt x="533400" y="190500"/>
                </a:lnTo>
                <a:lnTo>
                  <a:pt x="533400" y="219075"/>
                </a:lnTo>
                <a:lnTo>
                  <a:pt x="504825" y="219075"/>
                </a:lnTo>
                <a:lnTo>
                  <a:pt x="504825" y="209550"/>
                </a:lnTo>
                <a:lnTo>
                  <a:pt x="495300" y="209550"/>
                </a:lnTo>
                <a:lnTo>
                  <a:pt x="495300" y="228600"/>
                </a:lnTo>
                <a:lnTo>
                  <a:pt x="476250" y="228600"/>
                </a:lnTo>
                <a:lnTo>
                  <a:pt x="476250" y="219075"/>
                </a:lnTo>
                <a:lnTo>
                  <a:pt x="485775" y="219075"/>
                </a:lnTo>
                <a:lnTo>
                  <a:pt x="485775" y="190500"/>
                </a:lnTo>
                <a:lnTo>
                  <a:pt x="476250" y="190500"/>
                </a:lnTo>
                <a:lnTo>
                  <a:pt x="476250" y="180975"/>
                </a:lnTo>
                <a:lnTo>
                  <a:pt x="457200" y="180975"/>
                </a:lnTo>
                <a:lnTo>
                  <a:pt x="457200" y="190500"/>
                </a:lnTo>
                <a:lnTo>
                  <a:pt x="466725" y="190500"/>
                </a:lnTo>
                <a:lnTo>
                  <a:pt x="466725" y="219075"/>
                </a:lnTo>
                <a:lnTo>
                  <a:pt x="457200" y="219075"/>
                </a:lnTo>
                <a:lnTo>
                  <a:pt x="457200" y="209550"/>
                </a:lnTo>
                <a:lnTo>
                  <a:pt x="447675" y="209550"/>
                </a:lnTo>
                <a:lnTo>
                  <a:pt x="447675" y="180975"/>
                </a:lnTo>
                <a:lnTo>
                  <a:pt x="438150" y="180975"/>
                </a:lnTo>
                <a:lnTo>
                  <a:pt x="438150" y="161925"/>
                </a:lnTo>
                <a:lnTo>
                  <a:pt x="419100" y="161925"/>
                </a:lnTo>
                <a:lnTo>
                  <a:pt x="419100" y="142875"/>
                </a:lnTo>
                <a:lnTo>
                  <a:pt x="428625" y="142875"/>
                </a:lnTo>
                <a:close/>
                <a:moveTo>
                  <a:pt x="47625" y="142875"/>
                </a:moveTo>
                <a:lnTo>
                  <a:pt x="57150" y="142875"/>
                </a:lnTo>
                <a:lnTo>
                  <a:pt x="57150" y="161925"/>
                </a:lnTo>
                <a:lnTo>
                  <a:pt x="76200" y="161925"/>
                </a:lnTo>
                <a:lnTo>
                  <a:pt x="76200" y="180975"/>
                </a:lnTo>
                <a:lnTo>
                  <a:pt x="85725" y="180975"/>
                </a:lnTo>
                <a:lnTo>
                  <a:pt x="85725" y="190500"/>
                </a:lnTo>
                <a:lnTo>
                  <a:pt x="66675" y="190500"/>
                </a:lnTo>
                <a:lnTo>
                  <a:pt x="66675" y="200025"/>
                </a:lnTo>
                <a:lnTo>
                  <a:pt x="57150" y="200025"/>
                </a:lnTo>
                <a:lnTo>
                  <a:pt x="57150" y="219075"/>
                </a:lnTo>
                <a:lnTo>
                  <a:pt x="66675" y="219075"/>
                </a:lnTo>
                <a:lnTo>
                  <a:pt x="66675" y="228600"/>
                </a:lnTo>
                <a:lnTo>
                  <a:pt x="57150" y="228600"/>
                </a:lnTo>
                <a:lnTo>
                  <a:pt x="57150" y="238125"/>
                </a:lnTo>
                <a:lnTo>
                  <a:pt x="38100" y="238125"/>
                </a:lnTo>
                <a:lnTo>
                  <a:pt x="38100" y="228600"/>
                </a:lnTo>
                <a:lnTo>
                  <a:pt x="9525" y="228600"/>
                </a:lnTo>
                <a:lnTo>
                  <a:pt x="9525" y="219075"/>
                </a:lnTo>
                <a:lnTo>
                  <a:pt x="38100" y="219075"/>
                </a:lnTo>
                <a:lnTo>
                  <a:pt x="38100" y="209550"/>
                </a:lnTo>
                <a:lnTo>
                  <a:pt x="28575" y="209550"/>
                </a:lnTo>
                <a:lnTo>
                  <a:pt x="28575" y="190500"/>
                </a:lnTo>
                <a:lnTo>
                  <a:pt x="19050" y="190500"/>
                </a:lnTo>
                <a:lnTo>
                  <a:pt x="19050" y="171450"/>
                </a:lnTo>
                <a:lnTo>
                  <a:pt x="28575" y="171450"/>
                </a:lnTo>
                <a:lnTo>
                  <a:pt x="28575" y="161925"/>
                </a:lnTo>
                <a:lnTo>
                  <a:pt x="47625" y="161925"/>
                </a:lnTo>
                <a:close/>
                <a:moveTo>
                  <a:pt x="571500" y="161925"/>
                </a:moveTo>
                <a:lnTo>
                  <a:pt x="581025" y="161925"/>
                </a:lnTo>
                <a:lnTo>
                  <a:pt x="581025" y="180975"/>
                </a:lnTo>
                <a:lnTo>
                  <a:pt x="571500" y="180975"/>
                </a:lnTo>
                <a:close/>
                <a:moveTo>
                  <a:pt x="57150" y="180975"/>
                </a:moveTo>
                <a:lnTo>
                  <a:pt x="66675" y="180975"/>
                </a:lnTo>
                <a:lnTo>
                  <a:pt x="66675" y="171450"/>
                </a:lnTo>
                <a:lnTo>
                  <a:pt x="57150" y="171450"/>
                </a:lnTo>
                <a:close/>
                <a:moveTo>
                  <a:pt x="95250" y="180975"/>
                </a:moveTo>
                <a:lnTo>
                  <a:pt x="104775" y="180975"/>
                </a:lnTo>
                <a:lnTo>
                  <a:pt x="104775" y="190500"/>
                </a:lnTo>
                <a:lnTo>
                  <a:pt x="95250" y="190500"/>
                </a:lnTo>
                <a:close/>
                <a:moveTo>
                  <a:pt x="581025" y="190500"/>
                </a:moveTo>
                <a:lnTo>
                  <a:pt x="590550" y="190500"/>
                </a:lnTo>
                <a:lnTo>
                  <a:pt x="590550" y="219075"/>
                </a:lnTo>
                <a:lnTo>
                  <a:pt x="600075" y="219075"/>
                </a:lnTo>
                <a:lnTo>
                  <a:pt x="600075" y="228600"/>
                </a:lnTo>
                <a:lnTo>
                  <a:pt x="571500" y="228600"/>
                </a:lnTo>
                <a:lnTo>
                  <a:pt x="571500" y="200025"/>
                </a:lnTo>
                <a:lnTo>
                  <a:pt x="581025" y="200025"/>
                </a:lnTo>
                <a:close/>
                <a:moveTo>
                  <a:pt x="38100" y="200025"/>
                </a:moveTo>
                <a:lnTo>
                  <a:pt x="47625" y="200025"/>
                </a:lnTo>
                <a:lnTo>
                  <a:pt x="47625" y="190500"/>
                </a:lnTo>
                <a:lnTo>
                  <a:pt x="38100" y="190500"/>
                </a:lnTo>
                <a:close/>
                <a:moveTo>
                  <a:pt x="95250" y="228600"/>
                </a:moveTo>
                <a:lnTo>
                  <a:pt x="123825" y="228600"/>
                </a:lnTo>
                <a:lnTo>
                  <a:pt x="123825" y="247650"/>
                </a:lnTo>
                <a:lnTo>
                  <a:pt x="114300" y="247650"/>
                </a:lnTo>
                <a:lnTo>
                  <a:pt x="114300" y="257175"/>
                </a:lnTo>
                <a:lnTo>
                  <a:pt x="104775" y="257175"/>
                </a:lnTo>
                <a:lnTo>
                  <a:pt x="104775" y="247650"/>
                </a:lnTo>
                <a:lnTo>
                  <a:pt x="95250" y="247650"/>
                </a:lnTo>
                <a:close/>
                <a:moveTo>
                  <a:pt x="66675" y="257175"/>
                </a:moveTo>
                <a:lnTo>
                  <a:pt x="85725" y="257175"/>
                </a:lnTo>
                <a:lnTo>
                  <a:pt x="85725" y="266700"/>
                </a:lnTo>
                <a:lnTo>
                  <a:pt x="95250" y="266700"/>
                </a:lnTo>
                <a:lnTo>
                  <a:pt x="95250" y="276225"/>
                </a:lnTo>
                <a:lnTo>
                  <a:pt x="104775" y="276225"/>
                </a:lnTo>
                <a:lnTo>
                  <a:pt x="104775" y="304800"/>
                </a:lnTo>
                <a:lnTo>
                  <a:pt x="95250" y="304800"/>
                </a:lnTo>
                <a:lnTo>
                  <a:pt x="95250" y="285750"/>
                </a:lnTo>
                <a:lnTo>
                  <a:pt x="66675" y="285750"/>
                </a:lnTo>
                <a:close/>
                <a:moveTo>
                  <a:pt x="542925" y="257175"/>
                </a:moveTo>
                <a:lnTo>
                  <a:pt x="552450" y="257175"/>
                </a:lnTo>
                <a:lnTo>
                  <a:pt x="552450" y="266700"/>
                </a:lnTo>
                <a:lnTo>
                  <a:pt x="542925" y="266700"/>
                </a:lnTo>
                <a:close/>
                <a:moveTo>
                  <a:pt x="28575" y="266700"/>
                </a:moveTo>
                <a:lnTo>
                  <a:pt x="47625" y="266700"/>
                </a:lnTo>
                <a:lnTo>
                  <a:pt x="47625" y="276225"/>
                </a:lnTo>
                <a:lnTo>
                  <a:pt x="28575" y="276225"/>
                </a:lnTo>
                <a:close/>
                <a:moveTo>
                  <a:pt x="523875" y="276225"/>
                </a:moveTo>
                <a:lnTo>
                  <a:pt x="533400" y="276225"/>
                </a:lnTo>
                <a:lnTo>
                  <a:pt x="533400" y="295275"/>
                </a:lnTo>
                <a:lnTo>
                  <a:pt x="523875" y="295275"/>
                </a:lnTo>
                <a:close/>
                <a:moveTo>
                  <a:pt x="57150" y="333375"/>
                </a:moveTo>
                <a:lnTo>
                  <a:pt x="76200" y="333375"/>
                </a:lnTo>
                <a:lnTo>
                  <a:pt x="76200" y="342900"/>
                </a:lnTo>
                <a:lnTo>
                  <a:pt x="66675" y="342900"/>
                </a:lnTo>
                <a:lnTo>
                  <a:pt x="66675" y="352425"/>
                </a:lnTo>
                <a:lnTo>
                  <a:pt x="57150" y="352425"/>
                </a:lnTo>
                <a:close/>
                <a:moveTo>
                  <a:pt x="85725" y="333375"/>
                </a:moveTo>
                <a:lnTo>
                  <a:pt x="95250" y="333375"/>
                </a:lnTo>
                <a:lnTo>
                  <a:pt x="95250" y="342900"/>
                </a:lnTo>
                <a:lnTo>
                  <a:pt x="85725" y="342900"/>
                </a:lnTo>
                <a:close/>
                <a:moveTo>
                  <a:pt x="542925" y="333375"/>
                </a:moveTo>
                <a:lnTo>
                  <a:pt x="552450" y="333375"/>
                </a:lnTo>
                <a:lnTo>
                  <a:pt x="552450" y="342900"/>
                </a:lnTo>
                <a:lnTo>
                  <a:pt x="571500" y="342900"/>
                </a:lnTo>
                <a:lnTo>
                  <a:pt x="571500" y="371475"/>
                </a:lnTo>
                <a:lnTo>
                  <a:pt x="581025" y="371475"/>
                </a:lnTo>
                <a:lnTo>
                  <a:pt x="581025" y="381000"/>
                </a:lnTo>
                <a:lnTo>
                  <a:pt x="571500" y="381000"/>
                </a:lnTo>
                <a:lnTo>
                  <a:pt x="571500" y="390525"/>
                </a:lnTo>
                <a:lnTo>
                  <a:pt x="561975" y="390525"/>
                </a:lnTo>
                <a:lnTo>
                  <a:pt x="561975" y="381000"/>
                </a:lnTo>
                <a:lnTo>
                  <a:pt x="552450" y="381000"/>
                </a:lnTo>
                <a:lnTo>
                  <a:pt x="552450" y="361950"/>
                </a:lnTo>
                <a:lnTo>
                  <a:pt x="542925" y="361950"/>
                </a:lnTo>
                <a:close/>
                <a:moveTo>
                  <a:pt x="0" y="342900"/>
                </a:moveTo>
                <a:lnTo>
                  <a:pt x="9525" y="342900"/>
                </a:lnTo>
                <a:lnTo>
                  <a:pt x="9525" y="352425"/>
                </a:lnTo>
                <a:lnTo>
                  <a:pt x="19050" y="352425"/>
                </a:lnTo>
                <a:lnTo>
                  <a:pt x="19050" y="371475"/>
                </a:lnTo>
                <a:lnTo>
                  <a:pt x="9525" y="371475"/>
                </a:lnTo>
                <a:lnTo>
                  <a:pt x="9525" y="381000"/>
                </a:lnTo>
                <a:lnTo>
                  <a:pt x="0" y="381000"/>
                </a:lnTo>
                <a:close/>
                <a:moveTo>
                  <a:pt x="38100" y="342900"/>
                </a:moveTo>
                <a:lnTo>
                  <a:pt x="47625" y="342900"/>
                </a:lnTo>
                <a:lnTo>
                  <a:pt x="47625" y="352425"/>
                </a:lnTo>
                <a:lnTo>
                  <a:pt x="57150" y="352425"/>
                </a:lnTo>
                <a:lnTo>
                  <a:pt x="57150" y="361950"/>
                </a:lnTo>
                <a:lnTo>
                  <a:pt x="66675" y="361950"/>
                </a:lnTo>
                <a:lnTo>
                  <a:pt x="66675" y="371475"/>
                </a:lnTo>
                <a:lnTo>
                  <a:pt x="57150" y="371475"/>
                </a:lnTo>
                <a:lnTo>
                  <a:pt x="57150" y="381000"/>
                </a:lnTo>
                <a:lnTo>
                  <a:pt x="47625" y="381000"/>
                </a:lnTo>
                <a:lnTo>
                  <a:pt x="47625" y="361950"/>
                </a:lnTo>
                <a:lnTo>
                  <a:pt x="38100" y="361950"/>
                </a:lnTo>
                <a:close/>
                <a:moveTo>
                  <a:pt x="609600" y="342900"/>
                </a:moveTo>
                <a:lnTo>
                  <a:pt x="619125" y="342900"/>
                </a:lnTo>
                <a:lnTo>
                  <a:pt x="619125" y="352425"/>
                </a:lnTo>
                <a:lnTo>
                  <a:pt x="609600" y="352425"/>
                </a:lnTo>
                <a:close/>
                <a:moveTo>
                  <a:pt x="57150" y="381000"/>
                </a:moveTo>
                <a:lnTo>
                  <a:pt x="66675" y="381000"/>
                </a:lnTo>
                <a:lnTo>
                  <a:pt x="66675" y="409575"/>
                </a:lnTo>
                <a:lnTo>
                  <a:pt x="47625" y="409575"/>
                </a:lnTo>
                <a:lnTo>
                  <a:pt x="47625" y="400050"/>
                </a:lnTo>
                <a:lnTo>
                  <a:pt x="57150" y="400050"/>
                </a:lnTo>
                <a:close/>
                <a:moveTo>
                  <a:pt x="581025" y="381000"/>
                </a:moveTo>
                <a:lnTo>
                  <a:pt x="590550" y="381000"/>
                </a:lnTo>
                <a:lnTo>
                  <a:pt x="590550" y="390525"/>
                </a:lnTo>
                <a:lnTo>
                  <a:pt x="581025" y="390525"/>
                </a:lnTo>
                <a:close/>
                <a:moveTo>
                  <a:pt x="9525" y="409575"/>
                </a:moveTo>
                <a:lnTo>
                  <a:pt x="19050" y="409575"/>
                </a:lnTo>
                <a:lnTo>
                  <a:pt x="19050" y="419100"/>
                </a:lnTo>
                <a:lnTo>
                  <a:pt x="9525" y="419100"/>
                </a:lnTo>
                <a:close/>
                <a:moveTo>
                  <a:pt x="581025" y="409575"/>
                </a:moveTo>
                <a:lnTo>
                  <a:pt x="590550" y="409575"/>
                </a:lnTo>
                <a:lnTo>
                  <a:pt x="590550" y="419100"/>
                </a:lnTo>
                <a:lnTo>
                  <a:pt x="581025" y="419100"/>
                </a:lnTo>
                <a:close/>
                <a:moveTo>
                  <a:pt x="0" y="419100"/>
                </a:moveTo>
                <a:lnTo>
                  <a:pt x="9525" y="419100"/>
                </a:lnTo>
                <a:lnTo>
                  <a:pt x="9525" y="428625"/>
                </a:lnTo>
                <a:lnTo>
                  <a:pt x="0" y="428625"/>
                </a:lnTo>
                <a:close/>
                <a:moveTo>
                  <a:pt x="600075" y="428625"/>
                </a:moveTo>
                <a:lnTo>
                  <a:pt x="619125" y="428625"/>
                </a:lnTo>
                <a:lnTo>
                  <a:pt x="619125" y="457200"/>
                </a:lnTo>
                <a:lnTo>
                  <a:pt x="609600" y="457200"/>
                </a:lnTo>
                <a:lnTo>
                  <a:pt x="609600" y="447675"/>
                </a:lnTo>
                <a:lnTo>
                  <a:pt x="600075" y="447675"/>
                </a:lnTo>
                <a:close/>
                <a:moveTo>
                  <a:pt x="0" y="466725"/>
                </a:moveTo>
                <a:lnTo>
                  <a:pt x="9525" y="466725"/>
                </a:lnTo>
                <a:lnTo>
                  <a:pt x="9525" y="476250"/>
                </a:lnTo>
                <a:lnTo>
                  <a:pt x="0" y="476250"/>
                </a:lnTo>
                <a:close/>
                <a:moveTo>
                  <a:pt x="600075" y="542925"/>
                </a:moveTo>
                <a:lnTo>
                  <a:pt x="609600" y="542925"/>
                </a:lnTo>
                <a:lnTo>
                  <a:pt x="609600" y="552450"/>
                </a:lnTo>
                <a:lnTo>
                  <a:pt x="600075" y="552450"/>
                </a:lnTo>
                <a:close/>
                <a:moveTo>
                  <a:pt x="47625" y="561975"/>
                </a:moveTo>
                <a:lnTo>
                  <a:pt x="57150" y="561975"/>
                </a:lnTo>
                <a:lnTo>
                  <a:pt x="57150" y="571500"/>
                </a:lnTo>
                <a:lnTo>
                  <a:pt x="47625" y="571500"/>
                </a:lnTo>
                <a:close/>
                <a:moveTo>
                  <a:pt x="104775" y="571500"/>
                </a:moveTo>
                <a:lnTo>
                  <a:pt x="171450" y="571500"/>
                </a:lnTo>
                <a:lnTo>
                  <a:pt x="171450" y="581025"/>
                </a:lnTo>
                <a:lnTo>
                  <a:pt x="104775" y="581025"/>
                </a:lnTo>
                <a:close/>
                <a:moveTo>
                  <a:pt x="209550" y="571500"/>
                </a:moveTo>
                <a:lnTo>
                  <a:pt x="228600" y="571500"/>
                </a:lnTo>
                <a:lnTo>
                  <a:pt x="228600" y="581025"/>
                </a:lnTo>
                <a:lnTo>
                  <a:pt x="257175" y="581025"/>
                </a:lnTo>
                <a:lnTo>
                  <a:pt x="257175" y="590550"/>
                </a:lnTo>
                <a:lnTo>
                  <a:pt x="247650" y="590550"/>
                </a:lnTo>
                <a:lnTo>
                  <a:pt x="247650" y="600075"/>
                </a:lnTo>
                <a:lnTo>
                  <a:pt x="238125" y="600075"/>
                </a:lnTo>
                <a:lnTo>
                  <a:pt x="238125" y="590550"/>
                </a:lnTo>
                <a:lnTo>
                  <a:pt x="190500" y="590550"/>
                </a:lnTo>
                <a:lnTo>
                  <a:pt x="190500" y="581025"/>
                </a:lnTo>
                <a:lnTo>
                  <a:pt x="209550" y="581025"/>
                </a:lnTo>
                <a:close/>
                <a:moveTo>
                  <a:pt x="352425" y="571500"/>
                </a:moveTo>
                <a:lnTo>
                  <a:pt x="381000" y="571500"/>
                </a:lnTo>
                <a:lnTo>
                  <a:pt x="381000" y="590550"/>
                </a:lnTo>
                <a:lnTo>
                  <a:pt x="390525" y="590550"/>
                </a:lnTo>
                <a:lnTo>
                  <a:pt x="390525" y="600075"/>
                </a:lnTo>
                <a:lnTo>
                  <a:pt x="371475" y="600075"/>
                </a:lnTo>
                <a:lnTo>
                  <a:pt x="371475" y="581025"/>
                </a:lnTo>
                <a:lnTo>
                  <a:pt x="352425" y="581025"/>
                </a:lnTo>
                <a:close/>
                <a:moveTo>
                  <a:pt x="390525" y="571500"/>
                </a:moveTo>
                <a:lnTo>
                  <a:pt x="447675" y="571500"/>
                </a:lnTo>
                <a:lnTo>
                  <a:pt x="447675" y="581025"/>
                </a:lnTo>
                <a:lnTo>
                  <a:pt x="390525" y="581025"/>
                </a:lnTo>
                <a:close/>
                <a:moveTo>
                  <a:pt x="66675" y="581025"/>
                </a:moveTo>
                <a:lnTo>
                  <a:pt x="104775" y="581025"/>
                </a:lnTo>
                <a:lnTo>
                  <a:pt x="104775" y="590550"/>
                </a:lnTo>
                <a:lnTo>
                  <a:pt x="114300" y="590550"/>
                </a:lnTo>
                <a:lnTo>
                  <a:pt x="114300" y="600075"/>
                </a:lnTo>
                <a:lnTo>
                  <a:pt x="123825" y="600075"/>
                </a:lnTo>
                <a:lnTo>
                  <a:pt x="123825" y="609600"/>
                </a:lnTo>
                <a:lnTo>
                  <a:pt x="66675" y="609600"/>
                </a:lnTo>
                <a:close/>
                <a:moveTo>
                  <a:pt x="285750" y="581025"/>
                </a:moveTo>
                <a:lnTo>
                  <a:pt x="295275" y="581025"/>
                </a:lnTo>
                <a:lnTo>
                  <a:pt x="295275" y="590550"/>
                </a:lnTo>
                <a:lnTo>
                  <a:pt x="285750" y="590550"/>
                </a:lnTo>
                <a:close/>
                <a:moveTo>
                  <a:pt x="47625" y="590550"/>
                </a:moveTo>
                <a:lnTo>
                  <a:pt x="57150" y="590550"/>
                </a:lnTo>
                <a:lnTo>
                  <a:pt x="57150" y="600075"/>
                </a:lnTo>
                <a:lnTo>
                  <a:pt x="47625" y="600075"/>
                </a:lnTo>
                <a:close/>
                <a:moveTo>
                  <a:pt x="38100" y="600075"/>
                </a:moveTo>
                <a:lnTo>
                  <a:pt x="47625" y="600075"/>
                </a:lnTo>
                <a:lnTo>
                  <a:pt x="47625" y="609600"/>
                </a:lnTo>
                <a:lnTo>
                  <a:pt x="38100" y="609600"/>
                </a:lnTo>
                <a:close/>
                <a:moveTo>
                  <a:pt x="390525" y="600075"/>
                </a:moveTo>
                <a:lnTo>
                  <a:pt x="400050" y="600075"/>
                </a:lnTo>
                <a:lnTo>
                  <a:pt x="400050" y="609600"/>
                </a:lnTo>
                <a:lnTo>
                  <a:pt x="390525" y="609600"/>
                </a:lnTo>
                <a:close/>
              </a:path>
            </a:pathLst>
          </a:custGeom>
          <a:solidFill xmlns:a="http://schemas.openxmlformats.org/drawingml/2006/main">
            <a:srgbClr val="F5EFE2"/>
          </a:solidFill>
          <a:ln xmlns:a="http://schemas.openxmlformats.org/drawingml/2006/main" w="0">
            <a:noFill/>
          </a:ln>
        </p:spPr>
      </p:sp>
      <p:sp>
        <p:nvSpPr>
          <p:cNvPr id="58" name="warning vector #f6eedf">
            <a:extLst xmlns:a="http://schemas.openxmlformats.org/drawingml/2006/main">
              <a:ext uri="{FF2B5EF4-FFF2-40B4-BE49-F238E27FC236}">
                <a16:creationId xmlns:a16="http://schemas.microsoft.com/office/drawing/2014/main" id="{600572BD-FB85-4005-97FD-BB4F4F3794E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19650" y="1819275"/>
            <a:ext cx="762000" cy="723900"/>
          </a:xfrm>
          <a:custGeom xmlns:a="http://schemas.openxmlformats.org/drawingml/2006/main">
            <a:pathLst>
              <a:path w="647700" h="609600">
                <a:moveTo>
                  <a:pt x="66675" y="0"/>
                </a:moveTo>
                <a:lnTo>
                  <a:pt x="76200" y="0"/>
                </a:lnTo>
                <a:lnTo>
                  <a:pt x="76200" y="9525"/>
                </a:lnTo>
                <a:lnTo>
                  <a:pt x="66675" y="9525"/>
                </a:lnTo>
                <a:close/>
                <a:moveTo>
                  <a:pt x="342900" y="38100"/>
                </a:moveTo>
                <a:lnTo>
                  <a:pt x="352425" y="38100"/>
                </a:lnTo>
                <a:lnTo>
                  <a:pt x="352425" y="47625"/>
                </a:lnTo>
                <a:lnTo>
                  <a:pt x="361950" y="47625"/>
                </a:lnTo>
                <a:lnTo>
                  <a:pt x="361950" y="57150"/>
                </a:lnTo>
                <a:lnTo>
                  <a:pt x="342900" y="57150"/>
                </a:lnTo>
                <a:close/>
                <a:moveTo>
                  <a:pt x="361950" y="57150"/>
                </a:moveTo>
                <a:lnTo>
                  <a:pt x="371475" y="57150"/>
                </a:lnTo>
                <a:lnTo>
                  <a:pt x="371475" y="66675"/>
                </a:lnTo>
                <a:lnTo>
                  <a:pt x="361950" y="66675"/>
                </a:lnTo>
                <a:close/>
                <a:moveTo>
                  <a:pt x="228600" y="85725"/>
                </a:moveTo>
                <a:lnTo>
                  <a:pt x="238125" y="85725"/>
                </a:lnTo>
                <a:lnTo>
                  <a:pt x="238125" y="95250"/>
                </a:lnTo>
                <a:lnTo>
                  <a:pt x="228600" y="95250"/>
                </a:lnTo>
                <a:close/>
                <a:moveTo>
                  <a:pt x="400050" y="114300"/>
                </a:moveTo>
                <a:lnTo>
                  <a:pt x="409575" y="114300"/>
                </a:lnTo>
                <a:lnTo>
                  <a:pt x="409575" y="123825"/>
                </a:lnTo>
                <a:lnTo>
                  <a:pt x="419100" y="123825"/>
                </a:lnTo>
                <a:lnTo>
                  <a:pt x="419100" y="133350"/>
                </a:lnTo>
                <a:lnTo>
                  <a:pt x="428625" y="133350"/>
                </a:lnTo>
                <a:lnTo>
                  <a:pt x="428625" y="142875"/>
                </a:lnTo>
                <a:lnTo>
                  <a:pt x="409575" y="142875"/>
                </a:lnTo>
                <a:lnTo>
                  <a:pt x="409575" y="133350"/>
                </a:lnTo>
                <a:lnTo>
                  <a:pt x="400050" y="133350"/>
                </a:lnTo>
                <a:close/>
                <a:moveTo>
                  <a:pt x="209550" y="133350"/>
                </a:moveTo>
                <a:lnTo>
                  <a:pt x="219075" y="133350"/>
                </a:lnTo>
                <a:lnTo>
                  <a:pt x="219075" y="142875"/>
                </a:lnTo>
                <a:lnTo>
                  <a:pt x="209550" y="142875"/>
                </a:lnTo>
                <a:close/>
                <a:moveTo>
                  <a:pt x="419100" y="171450"/>
                </a:moveTo>
                <a:lnTo>
                  <a:pt x="428625" y="171450"/>
                </a:lnTo>
                <a:lnTo>
                  <a:pt x="428625" y="190500"/>
                </a:lnTo>
                <a:lnTo>
                  <a:pt x="419100" y="190500"/>
                </a:lnTo>
                <a:close/>
                <a:moveTo>
                  <a:pt x="428625" y="190500"/>
                </a:moveTo>
                <a:lnTo>
                  <a:pt x="438150" y="190500"/>
                </a:lnTo>
                <a:lnTo>
                  <a:pt x="438150" y="200025"/>
                </a:lnTo>
                <a:lnTo>
                  <a:pt x="428625" y="200025"/>
                </a:lnTo>
                <a:close/>
                <a:moveTo>
                  <a:pt x="171450" y="200025"/>
                </a:moveTo>
                <a:lnTo>
                  <a:pt x="180975" y="200025"/>
                </a:lnTo>
                <a:lnTo>
                  <a:pt x="180975" y="209550"/>
                </a:lnTo>
                <a:lnTo>
                  <a:pt x="171450" y="209550"/>
                </a:lnTo>
                <a:close/>
                <a:moveTo>
                  <a:pt x="438150" y="200025"/>
                </a:moveTo>
                <a:lnTo>
                  <a:pt x="447675" y="200025"/>
                </a:lnTo>
                <a:lnTo>
                  <a:pt x="447675" y="209550"/>
                </a:lnTo>
                <a:lnTo>
                  <a:pt x="438150" y="209550"/>
                </a:lnTo>
                <a:close/>
                <a:moveTo>
                  <a:pt x="152400" y="209550"/>
                </a:moveTo>
                <a:lnTo>
                  <a:pt x="171450" y="209550"/>
                </a:lnTo>
                <a:lnTo>
                  <a:pt x="171450" y="228600"/>
                </a:lnTo>
                <a:lnTo>
                  <a:pt x="161925" y="228600"/>
                </a:lnTo>
                <a:lnTo>
                  <a:pt x="161925" y="238125"/>
                </a:lnTo>
                <a:lnTo>
                  <a:pt x="152400" y="238125"/>
                </a:lnTo>
                <a:close/>
                <a:moveTo>
                  <a:pt x="447675" y="209550"/>
                </a:moveTo>
                <a:lnTo>
                  <a:pt x="457200" y="209550"/>
                </a:lnTo>
                <a:lnTo>
                  <a:pt x="457200" y="219075"/>
                </a:lnTo>
                <a:lnTo>
                  <a:pt x="447675" y="219075"/>
                </a:lnTo>
                <a:close/>
                <a:moveTo>
                  <a:pt x="314325" y="228600"/>
                </a:moveTo>
                <a:lnTo>
                  <a:pt x="323850" y="228600"/>
                </a:lnTo>
                <a:lnTo>
                  <a:pt x="323850" y="238125"/>
                </a:lnTo>
                <a:lnTo>
                  <a:pt x="314325" y="238125"/>
                </a:lnTo>
                <a:close/>
                <a:moveTo>
                  <a:pt x="123825" y="266700"/>
                </a:moveTo>
                <a:lnTo>
                  <a:pt x="133350" y="266700"/>
                </a:lnTo>
                <a:lnTo>
                  <a:pt x="133350" y="285750"/>
                </a:lnTo>
                <a:lnTo>
                  <a:pt x="123825" y="285750"/>
                </a:lnTo>
                <a:close/>
                <a:moveTo>
                  <a:pt x="323850" y="285750"/>
                </a:moveTo>
                <a:lnTo>
                  <a:pt x="333375" y="285750"/>
                </a:lnTo>
                <a:lnTo>
                  <a:pt x="333375" y="295275"/>
                </a:lnTo>
                <a:lnTo>
                  <a:pt x="323850" y="295275"/>
                </a:lnTo>
                <a:close/>
                <a:moveTo>
                  <a:pt x="114300" y="295275"/>
                </a:moveTo>
                <a:lnTo>
                  <a:pt x="123825" y="295275"/>
                </a:lnTo>
                <a:lnTo>
                  <a:pt x="123825" y="304800"/>
                </a:lnTo>
                <a:lnTo>
                  <a:pt x="114300" y="304800"/>
                </a:lnTo>
                <a:close/>
                <a:moveTo>
                  <a:pt x="295275" y="304800"/>
                </a:moveTo>
                <a:lnTo>
                  <a:pt x="323850" y="304800"/>
                </a:lnTo>
                <a:lnTo>
                  <a:pt x="323850" y="314325"/>
                </a:lnTo>
                <a:lnTo>
                  <a:pt x="295275" y="314325"/>
                </a:lnTo>
                <a:close/>
                <a:moveTo>
                  <a:pt x="514350" y="314325"/>
                </a:moveTo>
                <a:lnTo>
                  <a:pt x="523875" y="314325"/>
                </a:lnTo>
                <a:lnTo>
                  <a:pt x="523875" y="323850"/>
                </a:lnTo>
                <a:lnTo>
                  <a:pt x="514350" y="323850"/>
                </a:lnTo>
                <a:close/>
                <a:moveTo>
                  <a:pt x="523875" y="323850"/>
                </a:moveTo>
                <a:lnTo>
                  <a:pt x="533400" y="323850"/>
                </a:lnTo>
                <a:lnTo>
                  <a:pt x="533400" y="342900"/>
                </a:lnTo>
                <a:lnTo>
                  <a:pt x="542925" y="342900"/>
                </a:lnTo>
                <a:lnTo>
                  <a:pt x="542925" y="352425"/>
                </a:lnTo>
                <a:lnTo>
                  <a:pt x="533400" y="352425"/>
                </a:lnTo>
                <a:lnTo>
                  <a:pt x="533400" y="361950"/>
                </a:lnTo>
                <a:lnTo>
                  <a:pt x="523875" y="361950"/>
                </a:lnTo>
                <a:close/>
                <a:moveTo>
                  <a:pt x="95250" y="333375"/>
                </a:moveTo>
                <a:lnTo>
                  <a:pt x="104775" y="333375"/>
                </a:lnTo>
                <a:lnTo>
                  <a:pt x="104775" y="361950"/>
                </a:lnTo>
                <a:lnTo>
                  <a:pt x="95250" y="361950"/>
                </a:lnTo>
                <a:close/>
                <a:moveTo>
                  <a:pt x="85725" y="361950"/>
                </a:moveTo>
                <a:lnTo>
                  <a:pt x="95250" y="361950"/>
                </a:lnTo>
                <a:lnTo>
                  <a:pt x="95250" y="381000"/>
                </a:lnTo>
                <a:lnTo>
                  <a:pt x="85725" y="381000"/>
                </a:lnTo>
                <a:lnTo>
                  <a:pt x="85725" y="400050"/>
                </a:lnTo>
                <a:lnTo>
                  <a:pt x="76200" y="400050"/>
                </a:lnTo>
                <a:lnTo>
                  <a:pt x="76200" y="371475"/>
                </a:lnTo>
                <a:lnTo>
                  <a:pt x="85725" y="371475"/>
                </a:lnTo>
                <a:close/>
                <a:moveTo>
                  <a:pt x="533400" y="361950"/>
                </a:moveTo>
                <a:lnTo>
                  <a:pt x="542925" y="361950"/>
                </a:lnTo>
                <a:lnTo>
                  <a:pt x="542925" y="381000"/>
                </a:lnTo>
                <a:lnTo>
                  <a:pt x="533400" y="381000"/>
                </a:lnTo>
                <a:close/>
                <a:moveTo>
                  <a:pt x="542925" y="381000"/>
                </a:moveTo>
                <a:lnTo>
                  <a:pt x="561975" y="381000"/>
                </a:lnTo>
                <a:lnTo>
                  <a:pt x="561975" y="390525"/>
                </a:lnTo>
                <a:lnTo>
                  <a:pt x="571500" y="390525"/>
                </a:lnTo>
                <a:lnTo>
                  <a:pt x="571500" y="400050"/>
                </a:lnTo>
                <a:lnTo>
                  <a:pt x="581025" y="400050"/>
                </a:lnTo>
                <a:lnTo>
                  <a:pt x="581025" y="419100"/>
                </a:lnTo>
                <a:lnTo>
                  <a:pt x="590550" y="419100"/>
                </a:lnTo>
                <a:lnTo>
                  <a:pt x="590550" y="438150"/>
                </a:lnTo>
                <a:lnTo>
                  <a:pt x="571500" y="438150"/>
                </a:lnTo>
                <a:lnTo>
                  <a:pt x="571500" y="419100"/>
                </a:lnTo>
                <a:lnTo>
                  <a:pt x="561975" y="419100"/>
                </a:lnTo>
                <a:lnTo>
                  <a:pt x="561975" y="400050"/>
                </a:lnTo>
                <a:lnTo>
                  <a:pt x="552450" y="400050"/>
                </a:lnTo>
                <a:lnTo>
                  <a:pt x="552450" y="390525"/>
                </a:lnTo>
                <a:lnTo>
                  <a:pt x="542925" y="390525"/>
                </a:lnTo>
                <a:close/>
                <a:moveTo>
                  <a:pt x="66675" y="400050"/>
                </a:moveTo>
                <a:lnTo>
                  <a:pt x="76200" y="400050"/>
                </a:lnTo>
                <a:lnTo>
                  <a:pt x="76200" y="409575"/>
                </a:lnTo>
                <a:lnTo>
                  <a:pt x="66675" y="409575"/>
                </a:lnTo>
                <a:close/>
                <a:moveTo>
                  <a:pt x="57150" y="409575"/>
                </a:moveTo>
                <a:lnTo>
                  <a:pt x="66675" y="409575"/>
                </a:lnTo>
                <a:lnTo>
                  <a:pt x="66675" y="419100"/>
                </a:lnTo>
                <a:lnTo>
                  <a:pt x="57150" y="419100"/>
                </a:lnTo>
                <a:close/>
                <a:moveTo>
                  <a:pt x="47625" y="419100"/>
                </a:moveTo>
                <a:lnTo>
                  <a:pt x="57150" y="419100"/>
                </a:lnTo>
                <a:lnTo>
                  <a:pt x="57150" y="428625"/>
                </a:lnTo>
                <a:lnTo>
                  <a:pt x="47625" y="428625"/>
                </a:lnTo>
                <a:close/>
                <a:moveTo>
                  <a:pt x="9525" y="466725"/>
                </a:moveTo>
                <a:lnTo>
                  <a:pt x="19050" y="466725"/>
                </a:lnTo>
                <a:lnTo>
                  <a:pt x="19050" y="485775"/>
                </a:lnTo>
                <a:lnTo>
                  <a:pt x="9525" y="485775"/>
                </a:lnTo>
                <a:lnTo>
                  <a:pt x="9525" y="495300"/>
                </a:lnTo>
                <a:lnTo>
                  <a:pt x="0" y="495300"/>
                </a:lnTo>
                <a:lnTo>
                  <a:pt x="0" y="476250"/>
                </a:lnTo>
                <a:lnTo>
                  <a:pt x="9525" y="476250"/>
                </a:lnTo>
                <a:close/>
                <a:moveTo>
                  <a:pt x="47625" y="552450"/>
                </a:moveTo>
                <a:lnTo>
                  <a:pt x="57150" y="552450"/>
                </a:lnTo>
                <a:lnTo>
                  <a:pt x="57150" y="561975"/>
                </a:lnTo>
                <a:lnTo>
                  <a:pt x="47625" y="561975"/>
                </a:lnTo>
                <a:close/>
                <a:moveTo>
                  <a:pt x="57150" y="561975"/>
                </a:moveTo>
                <a:lnTo>
                  <a:pt x="76200" y="561975"/>
                </a:lnTo>
                <a:lnTo>
                  <a:pt x="76200" y="571500"/>
                </a:lnTo>
                <a:lnTo>
                  <a:pt x="85725" y="571500"/>
                </a:lnTo>
                <a:lnTo>
                  <a:pt x="85725" y="561975"/>
                </a:lnTo>
                <a:lnTo>
                  <a:pt x="161925" y="561975"/>
                </a:lnTo>
                <a:lnTo>
                  <a:pt x="161925" y="571500"/>
                </a:lnTo>
                <a:lnTo>
                  <a:pt x="95250" y="571500"/>
                </a:lnTo>
                <a:lnTo>
                  <a:pt x="95250" y="581025"/>
                </a:lnTo>
                <a:lnTo>
                  <a:pt x="57150" y="581025"/>
                </a:lnTo>
                <a:close/>
                <a:moveTo>
                  <a:pt x="200025" y="561975"/>
                </a:moveTo>
                <a:lnTo>
                  <a:pt x="238125" y="561975"/>
                </a:lnTo>
                <a:lnTo>
                  <a:pt x="238125" y="571500"/>
                </a:lnTo>
                <a:lnTo>
                  <a:pt x="200025" y="571500"/>
                </a:lnTo>
                <a:close/>
                <a:moveTo>
                  <a:pt x="276225" y="561975"/>
                </a:moveTo>
                <a:lnTo>
                  <a:pt x="304800" y="561975"/>
                </a:lnTo>
                <a:lnTo>
                  <a:pt x="304800" y="571500"/>
                </a:lnTo>
                <a:lnTo>
                  <a:pt x="276225" y="571500"/>
                </a:lnTo>
                <a:close/>
                <a:moveTo>
                  <a:pt x="314325" y="571500"/>
                </a:moveTo>
                <a:lnTo>
                  <a:pt x="333375" y="571500"/>
                </a:lnTo>
                <a:lnTo>
                  <a:pt x="333375" y="581025"/>
                </a:lnTo>
                <a:lnTo>
                  <a:pt x="314325" y="581025"/>
                </a:lnTo>
                <a:close/>
                <a:moveTo>
                  <a:pt x="342900" y="571500"/>
                </a:moveTo>
                <a:lnTo>
                  <a:pt x="352425" y="571500"/>
                </a:lnTo>
                <a:lnTo>
                  <a:pt x="352425" y="581025"/>
                </a:lnTo>
                <a:lnTo>
                  <a:pt x="342900" y="581025"/>
                </a:lnTo>
                <a:close/>
                <a:moveTo>
                  <a:pt x="447675" y="571500"/>
                </a:moveTo>
                <a:lnTo>
                  <a:pt x="466725" y="571500"/>
                </a:lnTo>
                <a:lnTo>
                  <a:pt x="466725" y="581025"/>
                </a:lnTo>
                <a:lnTo>
                  <a:pt x="447675" y="581025"/>
                </a:lnTo>
                <a:close/>
                <a:moveTo>
                  <a:pt x="485775" y="571500"/>
                </a:moveTo>
                <a:lnTo>
                  <a:pt x="504825" y="571500"/>
                </a:lnTo>
                <a:lnTo>
                  <a:pt x="504825" y="581025"/>
                </a:lnTo>
                <a:lnTo>
                  <a:pt x="485775" y="581025"/>
                </a:lnTo>
                <a:close/>
              </a:path>
            </a:pathLst>
          </a:custGeom>
          <a:solidFill xmlns:a="http://schemas.openxmlformats.org/drawingml/2006/main">
            <a:srgbClr val="F6EEDF"/>
          </a:solidFill>
          <a:ln xmlns:a="http://schemas.openxmlformats.org/drawingml/2006/main" w="0">
            <a:noFill/>
          </a:ln>
        </p:spPr>
      </p:sp>
      <p:sp>
        <p:nvSpPr>
          <p:cNvPr id="59" name="warning vector #f4eee2">
            <a:extLst xmlns:a="http://schemas.openxmlformats.org/drawingml/2006/main">
              <a:ext uri="{FF2B5EF4-FFF2-40B4-BE49-F238E27FC236}">
                <a16:creationId xmlns:a16="http://schemas.microsoft.com/office/drawing/2014/main" id="{3570BF20-B82B-41AE-95EA-B35E589402E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19650" y="1819275"/>
            <a:ext cx="762000" cy="723900"/>
          </a:xfrm>
          <a:custGeom xmlns:a="http://schemas.openxmlformats.org/drawingml/2006/main">
            <a:pathLst>
              <a:path w="647700" h="609600">
                <a:moveTo>
                  <a:pt x="38100" y="0"/>
                </a:moveTo>
                <a:lnTo>
                  <a:pt x="47625" y="0"/>
                </a:lnTo>
                <a:lnTo>
                  <a:pt x="47625" y="19050"/>
                </a:lnTo>
                <a:lnTo>
                  <a:pt x="38100" y="19050"/>
                </a:lnTo>
                <a:close/>
                <a:moveTo>
                  <a:pt x="447675" y="0"/>
                </a:moveTo>
                <a:lnTo>
                  <a:pt x="457200" y="0"/>
                </a:lnTo>
                <a:lnTo>
                  <a:pt x="457200" y="28575"/>
                </a:lnTo>
                <a:lnTo>
                  <a:pt x="447675" y="28575"/>
                </a:lnTo>
                <a:lnTo>
                  <a:pt x="447675" y="47625"/>
                </a:lnTo>
                <a:lnTo>
                  <a:pt x="419100" y="47625"/>
                </a:lnTo>
                <a:lnTo>
                  <a:pt x="419100" y="38100"/>
                </a:lnTo>
                <a:lnTo>
                  <a:pt x="409575" y="38100"/>
                </a:lnTo>
                <a:lnTo>
                  <a:pt x="409575" y="28575"/>
                </a:lnTo>
                <a:lnTo>
                  <a:pt x="419100" y="28575"/>
                </a:lnTo>
                <a:lnTo>
                  <a:pt x="419100" y="19050"/>
                </a:lnTo>
                <a:lnTo>
                  <a:pt x="438150" y="19050"/>
                </a:lnTo>
                <a:lnTo>
                  <a:pt x="438150" y="9525"/>
                </a:lnTo>
                <a:lnTo>
                  <a:pt x="447675" y="9525"/>
                </a:lnTo>
                <a:close/>
                <a:moveTo>
                  <a:pt x="504825" y="0"/>
                </a:moveTo>
                <a:lnTo>
                  <a:pt x="514350" y="0"/>
                </a:lnTo>
                <a:lnTo>
                  <a:pt x="514350" y="9525"/>
                </a:lnTo>
                <a:lnTo>
                  <a:pt x="504825" y="9525"/>
                </a:lnTo>
                <a:close/>
                <a:moveTo>
                  <a:pt x="523875" y="0"/>
                </a:moveTo>
                <a:lnTo>
                  <a:pt x="533400" y="0"/>
                </a:lnTo>
                <a:lnTo>
                  <a:pt x="533400" y="9525"/>
                </a:lnTo>
                <a:lnTo>
                  <a:pt x="523875" y="9525"/>
                </a:lnTo>
                <a:close/>
                <a:moveTo>
                  <a:pt x="561975" y="0"/>
                </a:moveTo>
                <a:lnTo>
                  <a:pt x="571500" y="0"/>
                </a:lnTo>
                <a:lnTo>
                  <a:pt x="571500" y="9525"/>
                </a:lnTo>
                <a:lnTo>
                  <a:pt x="590550" y="9525"/>
                </a:lnTo>
                <a:lnTo>
                  <a:pt x="590550" y="0"/>
                </a:lnTo>
                <a:lnTo>
                  <a:pt x="609600" y="0"/>
                </a:lnTo>
                <a:lnTo>
                  <a:pt x="609600" y="9525"/>
                </a:lnTo>
                <a:lnTo>
                  <a:pt x="600075" y="9525"/>
                </a:lnTo>
                <a:lnTo>
                  <a:pt x="600075" y="19050"/>
                </a:lnTo>
                <a:lnTo>
                  <a:pt x="571500" y="19050"/>
                </a:lnTo>
                <a:lnTo>
                  <a:pt x="571500" y="28575"/>
                </a:lnTo>
                <a:lnTo>
                  <a:pt x="552450" y="28575"/>
                </a:lnTo>
                <a:lnTo>
                  <a:pt x="552450" y="9525"/>
                </a:lnTo>
                <a:lnTo>
                  <a:pt x="561975" y="9525"/>
                </a:lnTo>
                <a:close/>
                <a:moveTo>
                  <a:pt x="0" y="9525"/>
                </a:moveTo>
                <a:lnTo>
                  <a:pt x="9525" y="9525"/>
                </a:lnTo>
                <a:lnTo>
                  <a:pt x="9525" y="28575"/>
                </a:lnTo>
                <a:lnTo>
                  <a:pt x="19050" y="28575"/>
                </a:lnTo>
                <a:lnTo>
                  <a:pt x="19050" y="57150"/>
                </a:lnTo>
                <a:lnTo>
                  <a:pt x="9525" y="57150"/>
                </a:lnTo>
                <a:lnTo>
                  <a:pt x="9525" y="66675"/>
                </a:lnTo>
                <a:lnTo>
                  <a:pt x="0" y="66675"/>
                </a:lnTo>
                <a:close/>
                <a:moveTo>
                  <a:pt x="66675" y="19050"/>
                </a:moveTo>
                <a:lnTo>
                  <a:pt x="76200" y="19050"/>
                </a:lnTo>
                <a:lnTo>
                  <a:pt x="76200" y="28575"/>
                </a:lnTo>
                <a:lnTo>
                  <a:pt x="66675" y="28575"/>
                </a:lnTo>
                <a:close/>
                <a:moveTo>
                  <a:pt x="171450" y="19050"/>
                </a:moveTo>
                <a:lnTo>
                  <a:pt x="180975" y="19050"/>
                </a:lnTo>
                <a:lnTo>
                  <a:pt x="180975" y="28575"/>
                </a:lnTo>
                <a:lnTo>
                  <a:pt x="171450" y="28575"/>
                </a:lnTo>
                <a:close/>
                <a:moveTo>
                  <a:pt x="609600" y="19050"/>
                </a:moveTo>
                <a:lnTo>
                  <a:pt x="638175" y="19050"/>
                </a:lnTo>
                <a:lnTo>
                  <a:pt x="638175" y="28575"/>
                </a:lnTo>
                <a:lnTo>
                  <a:pt x="609600" y="28575"/>
                </a:lnTo>
                <a:close/>
                <a:moveTo>
                  <a:pt x="590550" y="76200"/>
                </a:moveTo>
                <a:lnTo>
                  <a:pt x="600075" y="76200"/>
                </a:lnTo>
                <a:lnTo>
                  <a:pt x="600075" y="85725"/>
                </a:lnTo>
                <a:lnTo>
                  <a:pt x="609600" y="85725"/>
                </a:lnTo>
                <a:lnTo>
                  <a:pt x="609600" y="95250"/>
                </a:lnTo>
                <a:lnTo>
                  <a:pt x="600075" y="95250"/>
                </a:lnTo>
                <a:lnTo>
                  <a:pt x="600075" y="114300"/>
                </a:lnTo>
                <a:lnTo>
                  <a:pt x="581025" y="114300"/>
                </a:lnTo>
                <a:lnTo>
                  <a:pt x="581025" y="133350"/>
                </a:lnTo>
                <a:lnTo>
                  <a:pt x="571500" y="133350"/>
                </a:lnTo>
                <a:lnTo>
                  <a:pt x="571500" y="123825"/>
                </a:lnTo>
                <a:lnTo>
                  <a:pt x="552450" y="123825"/>
                </a:lnTo>
                <a:lnTo>
                  <a:pt x="552450" y="114300"/>
                </a:lnTo>
                <a:lnTo>
                  <a:pt x="561975" y="114300"/>
                </a:lnTo>
                <a:lnTo>
                  <a:pt x="561975" y="104775"/>
                </a:lnTo>
                <a:lnTo>
                  <a:pt x="571500" y="104775"/>
                </a:lnTo>
                <a:lnTo>
                  <a:pt x="571500" y="95250"/>
                </a:lnTo>
                <a:lnTo>
                  <a:pt x="581025" y="95250"/>
                </a:lnTo>
                <a:lnTo>
                  <a:pt x="581025" y="85725"/>
                </a:lnTo>
                <a:lnTo>
                  <a:pt x="590550" y="85725"/>
                </a:lnTo>
                <a:close/>
                <a:moveTo>
                  <a:pt x="428625" y="85725"/>
                </a:moveTo>
                <a:lnTo>
                  <a:pt x="523875" y="85725"/>
                </a:lnTo>
                <a:lnTo>
                  <a:pt x="523875" y="104775"/>
                </a:lnTo>
                <a:lnTo>
                  <a:pt x="533400" y="104775"/>
                </a:lnTo>
                <a:lnTo>
                  <a:pt x="533400" y="114300"/>
                </a:lnTo>
                <a:lnTo>
                  <a:pt x="523875" y="114300"/>
                </a:lnTo>
                <a:lnTo>
                  <a:pt x="523875" y="133350"/>
                </a:lnTo>
                <a:lnTo>
                  <a:pt x="514350" y="133350"/>
                </a:lnTo>
                <a:lnTo>
                  <a:pt x="514350" y="142875"/>
                </a:lnTo>
                <a:lnTo>
                  <a:pt x="476250" y="142875"/>
                </a:lnTo>
                <a:lnTo>
                  <a:pt x="476250" y="152400"/>
                </a:lnTo>
                <a:lnTo>
                  <a:pt x="457200" y="152400"/>
                </a:lnTo>
                <a:lnTo>
                  <a:pt x="457200" y="133350"/>
                </a:lnTo>
                <a:lnTo>
                  <a:pt x="447675" y="133350"/>
                </a:lnTo>
                <a:lnTo>
                  <a:pt x="447675" y="123825"/>
                </a:lnTo>
                <a:lnTo>
                  <a:pt x="457200" y="123825"/>
                </a:lnTo>
                <a:lnTo>
                  <a:pt x="457200" y="114300"/>
                </a:lnTo>
                <a:lnTo>
                  <a:pt x="447675" y="114300"/>
                </a:lnTo>
                <a:lnTo>
                  <a:pt x="447675" y="104775"/>
                </a:lnTo>
                <a:lnTo>
                  <a:pt x="438150" y="104775"/>
                </a:lnTo>
                <a:lnTo>
                  <a:pt x="438150" y="114300"/>
                </a:lnTo>
                <a:lnTo>
                  <a:pt x="428625" y="114300"/>
                </a:lnTo>
                <a:close/>
                <a:moveTo>
                  <a:pt x="638175" y="85725"/>
                </a:moveTo>
                <a:lnTo>
                  <a:pt x="647700" y="85725"/>
                </a:lnTo>
                <a:lnTo>
                  <a:pt x="647700" y="114300"/>
                </a:lnTo>
                <a:lnTo>
                  <a:pt x="628650" y="114300"/>
                </a:lnTo>
                <a:lnTo>
                  <a:pt x="628650" y="95250"/>
                </a:lnTo>
                <a:lnTo>
                  <a:pt x="638175" y="95250"/>
                </a:lnTo>
                <a:close/>
                <a:moveTo>
                  <a:pt x="476250" y="104775"/>
                </a:moveTo>
                <a:lnTo>
                  <a:pt x="485775" y="104775"/>
                </a:lnTo>
                <a:lnTo>
                  <a:pt x="485775" y="133350"/>
                </a:lnTo>
                <a:lnTo>
                  <a:pt x="504825" y="133350"/>
                </a:lnTo>
                <a:lnTo>
                  <a:pt x="504825" y="114300"/>
                </a:lnTo>
                <a:lnTo>
                  <a:pt x="495300" y="114300"/>
                </a:lnTo>
                <a:lnTo>
                  <a:pt x="495300" y="104775"/>
                </a:lnTo>
                <a:lnTo>
                  <a:pt x="504825" y="104775"/>
                </a:lnTo>
                <a:lnTo>
                  <a:pt x="504825" y="95250"/>
                </a:lnTo>
                <a:lnTo>
                  <a:pt x="476250" y="95250"/>
                </a:lnTo>
                <a:close/>
                <a:moveTo>
                  <a:pt x="85725" y="123825"/>
                </a:moveTo>
                <a:lnTo>
                  <a:pt x="104775" y="123825"/>
                </a:lnTo>
                <a:lnTo>
                  <a:pt x="104775" y="133350"/>
                </a:lnTo>
                <a:lnTo>
                  <a:pt x="114300" y="133350"/>
                </a:lnTo>
                <a:lnTo>
                  <a:pt x="114300" y="161925"/>
                </a:lnTo>
                <a:lnTo>
                  <a:pt x="123825" y="161925"/>
                </a:lnTo>
                <a:lnTo>
                  <a:pt x="123825" y="171450"/>
                </a:lnTo>
                <a:lnTo>
                  <a:pt x="114300" y="171450"/>
                </a:lnTo>
                <a:lnTo>
                  <a:pt x="114300" y="180975"/>
                </a:lnTo>
                <a:lnTo>
                  <a:pt x="123825" y="180975"/>
                </a:lnTo>
                <a:lnTo>
                  <a:pt x="123825" y="190500"/>
                </a:lnTo>
                <a:lnTo>
                  <a:pt x="114300" y="190500"/>
                </a:lnTo>
                <a:lnTo>
                  <a:pt x="114300" y="209550"/>
                </a:lnTo>
                <a:lnTo>
                  <a:pt x="104775" y="209550"/>
                </a:lnTo>
                <a:lnTo>
                  <a:pt x="104775" y="228600"/>
                </a:lnTo>
                <a:lnTo>
                  <a:pt x="95250" y="228600"/>
                </a:lnTo>
                <a:lnTo>
                  <a:pt x="95250" y="238125"/>
                </a:lnTo>
                <a:lnTo>
                  <a:pt x="85725" y="238125"/>
                </a:lnTo>
                <a:lnTo>
                  <a:pt x="85725" y="228600"/>
                </a:lnTo>
                <a:lnTo>
                  <a:pt x="76200" y="228600"/>
                </a:lnTo>
                <a:lnTo>
                  <a:pt x="76200" y="209550"/>
                </a:lnTo>
                <a:lnTo>
                  <a:pt x="85725" y="209550"/>
                </a:lnTo>
                <a:lnTo>
                  <a:pt x="85725" y="200025"/>
                </a:lnTo>
                <a:lnTo>
                  <a:pt x="76200" y="200025"/>
                </a:lnTo>
                <a:lnTo>
                  <a:pt x="76200" y="190500"/>
                </a:lnTo>
                <a:lnTo>
                  <a:pt x="85725" y="190500"/>
                </a:lnTo>
                <a:lnTo>
                  <a:pt x="85725" y="180975"/>
                </a:lnTo>
                <a:lnTo>
                  <a:pt x="76200" y="180975"/>
                </a:lnTo>
                <a:lnTo>
                  <a:pt x="76200" y="161925"/>
                </a:lnTo>
                <a:lnTo>
                  <a:pt x="57150" y="161925"/>
                </a:lnTo>
                <a:lnTo>
                  <a:pt x="57150" y="142875"/>
                </a:lnTo>
                <a:lnTo>
                  <a:pt x="66675" y="142875"/>
                </a:lnTo>
                <a:lnTo>
                  <a:pt x="66675" y="133350"/>
                </a:lnTo>
                <a:lnTo>
                  <a:pt x="85725" y="133350"/>
                </a:lnTo>
                <a:close/>
                <a:moveTo>
                  <a:pt x="161925" y="123825"/>
                </a:moveTo>
                <a:lnTo>
                  <a:pt x="171450" y="123825"/>
                </a:lnTo>
                <a:lnTo>
                  <a:pt x="171450" y="133350"/>
                </a:lnTo>
                <a:lnTo>
                  <a:pt x="161925" y="133350"/>
                </a:lnTo>
                <a:close/>
                <a:moveTo>
                  <a:pt x="638175" y="123825"/>
                </a:moveTo>
                <a:lnTo>
                  <a:pt x="647700" y="123825"/>
                </a:lnTo>
                <a:lnTo>
                  <a:pt x="647700" y="152400"/>
                </a:lnTo>
                <a:lnTo>
                  <a:pt x="619125" y="152400"/>
                </a:lnTo>
                <a:lnTo>
                  <a:pt x="619125" y="133350"/>
                </a:lnTo>
                <a:lnTo>
                  <a:pt x="638175" y="133350"/>
                </a:lnTo>
                <a:close/>
                <a:moveTo>
                  <a:pt x="523875" y="142875"/>
                </a:moveTo>
                <a:lnTo>
                  <a:pt x="533400" y="142875"/>
                </a:lnTo>
                <a:lnTo>
                  <a:pt x="533400" y="180975"/>
                </a:lnTo>
                <a:lnTo>
                  <a:pt x="523875" y="180975"/>
                </a:lnTo>
                <a:close/>
                <a:moveTo>
                  <a:pt x="552450" y="142875"/>
                </a:moveTo>
                <a:lnTo>
                  <a:pt x="561975" y="142875"/>
                </a:lnTo>
                <a:lnTo>
                  <a:pt x="561975" y="152400"/>
                </a:lnTo>
                <a:lnTo>
                  <a:pt x="552450" y="152400"/>
                </a:lnTo>
                <a:close/>
                <a:moveTo>
                  <a:pt x="38100" y="152400"/>
                </a:moveTo>
                <a:lnTo>
                  <a:pt x="47625" y="152400"/>
                </a:lnTo>
                <a:lnTo>
                  <a:pt x="47625" y="161925"/>
                </a:lnTo>
                <a:lnTo>
                  <a:pt x="38100" y="161925"/>
                </a:lnTo>
                <a:close/>
                <a:moveTo>
                  <a:pt x="561975" y="152400"/>
                </a:moveTo>
                <a:lnTo>
                  <a:pt x="571500" y="152400"/>
                </a:lnTo>
                <a:lnTo>
                  <a:pt x="571500" y="190500"/>
                </a:lnTo>
                <a:lnTo>
                  <a:pt x="552450" y="190500"/>
                </a:lnTo>
                <a:lnTo>
                  <a:pt x="552450" y="180975"/>
                </a:lnTo>
                <a:lnTo>
                  <a:pt x="561975" y="180975"/>
                </a:lnTo>
                <a:close/>
                <a:moveTo>
                  <a:pt x="133350" y="161925"/>
                </a:moveTo>
                <a:lnTo>
                  <a:pt x="142875" y="161925"/>
                </a:lnTo>
                <a:lnTo>
                  <a:pt x="142875" y="171450"/>
                </a:lnTo>
                <a:lnTo>
                  <a:pt x="133350" y="171450"/>
                </a:lnTo>
                <a:close/>
                <a:moveTo>
                  <a:pt x="0" y="171450"/>
                </a:moveTo>
                <a:lnTo>
                  <a:pt x="19050" y="171450"/>
                </a:lnTo>
                <a:lnTo>
                  <a:pt x="19050" y="190500"/>
                </a:lnTo>
                <a:lnTo>
                  <a:pt x="28575" y="190500"/>
                </a:lnTo>
                <a:lnTo>
                  <a:pt x="28575" y="209550"/>
                </a:lnTo>
                <a:lnTo>
                  <a:pt x="38100" y="209550"/>
                </a:lnTo>
                <a:lnTo>
                  <a:pt x="38100" y="219075"/>
                </a:lnTo>
                <a:lnTo>
                  <a:pt x="0" y="219075"/>
                </a:lnTo>
                <a:close/>
                <a:moveTo>
                  <a:pt x="57150" y="171450"/>
                </a:moveTo>
                <a:lnTo>
                  <a:pt x="66675" y="171450"/>
                </a:lnTo>
                <a:lnTo>
                  <a:pt x="66675" y="180975"/>
                </a:lnTo>
                <a:lnTo>
                  <a:pt x="57150" y="180975"/>
                </a:lnTo>
                <a:close/>
                <a:moveTo>
                  <a:pt x="38100" y="190500"/>
                </a:moveTo>
                <a:lnTo>
                  <a:pt x="47625" y="190500"/>
                </a:lnTo>
                <a:lnTo>
                  <a:pt x="47625" y="200025"/>
                </a:lnTo>
                <a:lnTo>
                  <a:pt x="38100" y="200025"/>
                </a:lnTo>
                <a:close/>
                <a:moveTo>
                  <a:pt x="95250" y="190500"/>
                </a:moveTo>
                <a:lnTo>
                  <a:pt x="104775" y="190500"/>
                </a:lnTo>
                <a:lnTo>
                  <a:pt x="104775" y="180975"/>
                </a:lnTo>
                <a:lnTo>
                  <a:pt x="95250" y="180975"/>
                </a:lnTo>
                <a:close/>
                <a:moveTo>
                  <a:pt x="533400" y="190500"/>
                </a:moveTo>
                <a:lnTo>
                  <a:pt x="542925" y="190500"/>
                </a:lnTo>
                <a:lnTo>
                  <a:pt x="542925" y="200025"/>
                </a:lnTo>
                <a:lnTo>
                  <a:pt x="533400" y="200025"/>
                </a:lnTo>
                <a:close/>
                <a:moveTo>
                  <a:pt x="590550" y="200025"/>
                </a:moveTo>
                <a:lnTo>
                  <a:pt x="600075" y="200025"/>
                </a:lnTo>
                <a:lnTo>
                  <a:pt x="600075" y="219075"/>
                </a:lnTo>
                <a:lnTo>
                  <a:pt x="590550" y="219075"/>
                </a:lnTo>
                <a:close/>
                <a:moveTo>
                  <a:pt x="495300" y="209550"/>
                </a:moveTo>
                <a:lnTo>
                  <a:pt x="504825" y="209550"/>
                </a:lnTo>
                <a:lnTo>
                  <a:pt x="504825" y="219075"/>
                </a:lnTo>
                <a:lnTo>
                  <a:pt x="533400" y="219075"/>
                </a:lnTo>
                <a:lnTo>
                  <a:pt x="533400" y="247650"/>
                </a:lnTo>
                <a:lnTo>
                  <a:pt x="523875" y="247650"/>
                </a:lnTo>
                <a:lnTo>
                  <a:pt x="523875" y="238125"/>
                </a:lnTo>
                <a:lnTo>
                  <a:pt x="514350" y="238125"/>
                </a:lnTo>
                <a:lnTo>
                  <a:pt x="514350" y="228600"/>
                </a:lnTo>
                <a:lnTo>
                  <a:pt x="495300" y="228600"/>
                </a:lnTo>
                <a:close/>
                <a:moveTo>
                  <a:pt x="561975" y="209550"/>
                </a:moveTo>
                <a:lnTo>
                  <a:pt x="571500" y="209550"/>
                </a:lnTo>
                <a:lnTo>
                  <a:pt x="571500" y="228600"/>
                </a:lnTo>
                <a:lnTo>
                  <a:pt x="552450" y="228600"/>
                </a:lnTo>
                <a:lnTo>
                  <a:pt x="552450" y="219075"/>
                </a:lnTo>
                <a:lnTo>
                  <a:pt x="561975" y="219075"/>
                </a:lnTo>
                <a:close/>
                <a:moveTo>
                  <a:pt x="466725" y="219075"/>
                </a:moveTo>
                <a:lnTo>
                  <a:pt x="476250" y="219075"/>
                </a:lnTo>
                <a:lnTo>
                  <a:pt x="476250" y="228600"/>
                </a:lnTo>
                <a:lnTo>
                  <a:pt x="495300" y="228600"/>
                </a:lnTo>
                <a:lnTo>
                  <a:pt x="495300" y="238125"/>
                </a:lnTo>
                <a:lnTo>
                  <a:pt x="466725" y="238125"/>
                </a:lnTo>
                <a:close/>
                <a:moveTo>
                  <a:pt x="57150" y="228600"/>
                </a:moveTo>
                <a:lnTo>
                  <a:pt x="76200" y="228600"/>
                </a:lnTo>
                <a:lnTo>
                  <a:pt x="76200" y="238125"/>
                </a:lnTo>
                <a:lnTo>
                  <a:pt x="66675" y="238125"/>
                </a:lnTo>
                <a:lnTo>
                  <a:pt x="66675" y="247650"/>
                </a:lnTo>
                <a:lnTo>
                  <a:pt x="47625" y="247650"/>
                </a:lnTo>
                <a:lnTo>
                  <a:pt x="47625" y="238125"/>
                </a:lnTo>
                <a:lnTo>
                  <a:pt x="57150" y="238125"/>
                </a:lnTo>
                <a:close/>
                <a:moveTo>
                  <a:pt x="28575" y="247650"/>
                </a:moveTo>
                <a:lnTo>
                  <a:pt x="38100" y="247650"/>
                </a:lnTo>
                <a:lnTo>
                  <a:pt x="38100" y="266700"/>
                </a:lnTo>
                <a:lnTo>
                  <a:pt x="19050" y="266700"/>
                </a:lnTo>
                <a:lnTo>
                  <a:pt x="19050" y="257175"/>
                </a:lnTo>
                <a:lnTo>
                  <a:pt x="28575" y="257175"/>
                </a:lnTo>
                <a:close/>
                <a:moveTo>
                  <a:pt x="66675" y="247650"/>
                </a:moveTo>
                <a:lnTo>
                  <a:pt x="76200" y="247650"/>
                </a:lnTo>
                <a:lnTo>
                  <a:pt x="76200" y="257175"/>
                </a:lnTo>
                <a:lnTo>
                  <a:pt x="66675" y="257175"/>
                </a:lnTo>
                <a:close/>
                <a:moveTo>
                  <a:pt x="114300" y="247650"/>
                </a:moveTo>
                <a:lnTo>
                  <a:pt x="123825" y="247650"/>
                </a:lnTo>
                <a:lnTo>
                  <a:pt x="123825" y="257175"/>
                </a:lnTo>
                <a:lnTo>
                  <a:pt x="114300" y="257175"/>
                </a:lnTo>
                <a:close/>
                <a:moveTo>
                  <a:pt x="638175" y="247650"/>
                </a:moveTo>
                <a:lnTo>
                  <a:pt x="647700" y="247650"/>
                </a:lnTo>
                <a:lnTo>
                  <a:pt x="647700" y="276225"/>
                </a:lnTo>
                <a:lnTo>
                  <a:pt x="638175" y="276225"/>
                </a:lnTo>
                <a:close/>
                <a:moveTo>
                  <a:pt x="542925" y="304800"/>
                </a:moveTo>
                <a:lnTo>
                  <a:pt x="552450" y="304800"/>
                </a:lnTo>
                <a:lnTo>
                  <a:pt x="552450" y="323850"/>
                </a:lnTo>
                <a:lnTo>
                  <a:pt x="542925" y="323850"/>
                </a:lnTo>
                <a:close/>
                <a:moveTo>
                  <a:pt x="619125" y="304800"/>
                </a:moveTo>
                <a:lnTo>
                  <a:pt x="647700" y="304800"/>
                </a:lnTo>
                <a:lnTo>
                  <a:pt x="647700" y="323850"/>
                </a:lnTo>
                <a:lnTo>
                  <a:pt x="628650" y="323850"/>
                </a:lnTo>
                <a:lnTo>
                  <a:pt x="628650" y="333375"/>
                </a:lnTo>
                <a:lnTo>
                  <a:pt x="619125" y="333375"/>
                </a:lnTo>
                <a:close/>
                <a:moveTo>
                  <a:pt x="619125" y="342900"/>
                </a:moveTo>
                <a:lnTo>
                  <a:pt x="628650" y="342900"/>
                </a:lnTo>
                <a:lnTo>
                  <a:pt x="628650" y="352425"/>
                </a:lnTo>
                <a:lnTo>
                  <a:pt x="619125" y="352425"/>
                </a:lnTo>
                <a:close/>
                <a:moveTo>
                  <a:pt x="0" y="381000"/>
                </a:moveTo>
                <a:lnTo>
                  <a:pt x="9525" y="381000"/>
                </a:lnTo>
                <a:lnTo>
                  <a:pt x="9525" y="400050"/>
                </a:lnTo>
                <a:lnTo>
                  <a:pt x="19050" y="400050"/>
                </a:lnTo>
                <a:lnTo>
                  <a:pt x="19050" y="409575"/>
                </a:lnTo>
                <a:lnTo>
                  <a:pt x="9525" y="409575"/>
                </a:lnTo>
                <a:lnTo>
                  <a:pt x="9525" y="419100"/>
                </a:lnTo>
                <a:lnTo>
                  <a:pt x="0" y="419100"/>
                </a:lnTo>
                <a:close/>
                <a:moveTo>
                  <a:pt x="571500" y="381000"/>
                </a:moveTo>
                <a:lnTo>
                  <a:pt x="581025" y="381000"/>
                </a:lnTo>
                <a:lnTo>
                  <a:pt x="581025" y="390525"/>
                </a:lnTo>
                <a:lnTo>
                  <a:pt x="571500" y="390525"/>
                </a:lnTo>
                <a:close/>
                <a:moveTo>
                  <a:pt x="609600" y="390525"/>
                </a:moveTo>
                <a:lnTo>
                  <a:pt x="628650" y="390525"/>
                </a:lnTo>
                <a:lnTo>
                  <a:pt x="628650" y="400050"/>
                </a:lnTo>
                <a:lnTo>
                  <a:pt x="609600" y="400050"/>
                </a:lnTo>
                <a:close/>
                <a:moveTo>
                  <a:pt x="609600" y="409575"/>
                </a:moveTo>
                <a:lnTo>
                  <a:pt x="619125" y="409575"/>
                </a:lnTo>
                <a:lnTo>
                  <a:pt x="619125" y="419100"/>
                </a:lnTo>
                <a:lnTo>
                  <a:pt x="609600" y="419100"/>
                </a:lnTo>
                <a:close/>
                <a:moveTo>
                  <a:pt x="619125" y="419100"/>
                </a:moveTo>
                <a:lnTo>
                  <a:pt x="628650" y="419100"/>
                </a:lnTo>
                <a:lnTo>
                  <a:pt x="628650" y="438150"/>
                </a:lnTo>
                <a:lnTo>
                  <a:pt x="619125" y="438150"/>
                </a:lnTo>
                <a:close/>
                <a:moveTo>
                  <a:pt x="0" y="438150"/>
                </a:moveTo>
                <a:lnTo>
                  <a:pt x="9525" y="438150"/>
                </a:lnTo>
                <a:lnTo>
                  <a:pt x="9525" y="457200"/>
                </a:lnTo>
                <a:lnTo>
                  <a:pt x="0" y="457200"/>
                </a:lnTo>
                <a:close/>
                <a:moveTo>
                  <a:pt x="0" y="552450"/>
                </a:moveTo>
                <a:lnTo>
                  <a:pt x="9525" y="552450"/>
                </a:lnTo>
                <a:lnTo>
                  <a:pt x="9525" y="561975"/>
                </a:lnTo>
                <a:lnTo>
                  <a:pt x="38100" y="561975"/>
                </a:lnTo>
                <a:lnTo>
                  <a:pt x="38100" y="571500"/>
                </a:lnTo>
                <a:lnTo>
                  <a:pt x="47625" y="571500"/>
                </a:lnTo>
                <a:lnTo>
                  <a:pt x="47625" y="590550"/>
                </a:lnTo>
                <a:lnTo>
                  <a:pt x="38100" y="590550"/>
                </a:lnTo>
                <a:lnTo>
                  <a:pt x="38100" y="609600"/>
                </a:lnTo>
                <a:lnTo>
                  <a:pt x="0" y="609600"/>
                </a:lnTo>
                <a:close/>
                <a:moveTo>
                  <a:pt x="600075" y="552450"/>
                </a:moveTo>
                <a:lnTo>
                  <a:pt x="609600" y="552450"/>
                </a:lnTo>
                <a:lnTo>
                  <a:pt x="609600" y="561975"/>
                </a:lnTo>
                <a:lnTo>
                  <a:pt x="619125" y="561975"/>
                </a:lnTo>
                <a:lnTo>
                  <a:pt x="619125" y="571500"/>
                </a:lnTo>
                <a:lnTo>
                  <a:pt x="600075" y="571500"/>
                </a:lnTo>
                <a:close/>
                <a:moveTo>
                  <a:pt x="476250" y="571500"/>
                </a:moveTo>
                <a:lnTo>
                  <a:pt x="485775" y="571500"/>
                </a:lnTo>
                <a:lnTo>
                  <a:pt x="485775" y="581025"/>
                </a:lnTo>
                <a:lnTo>
                  <a:pt x="533400" y="581025"/>
                </a:lnTo>
                <a:lnTo>
                  <a:pt x="533400" y="600075"/>
                </a:lnTo>
                <a:lnTo>
                  <a:pt x="523875" y="600075"/>
                </a:lnTo>
                <a:lnTo>
                  <a:pt x="523875" y="590550"/>
                </a:lnTo>
                <a:lnTo>
                  <a:pt x="514350" y="590550"/>
                </a:lnTo>
                <a:lnTo>
                  <a:pt x="514350" y="600075"/>
                </a:lnTo>
                <a:lnTo>
                  <a:pt x="504825" y="600075"/>
                </a:lnTo>
                <a:lnTo>
                  <a:pt x="504825" y="609600"/>
                </a:lnTo>
                <a:lnTo>
                  <a:pt x="485775" y="609600"/>
                </a:lnTo>
                <a:lnTo>
                  <a:pt x="485775" y="600075"/>
                </a:lnTo>
                <a:lnTo>
                  <a:pt x="476250" y="600075"/>
                </a:lnTo>
                <a:lnTo>
                  <a:pt x="476250" y="590550"/>
                </a:lnTo>
                <a:lnTo>
                  <a:pt x="466725" y="590550"/>
                </a:lnTo>
                <a:lnTo>
                  <a:pt x="466725" y="581025"/>
                </a:lnTo>
                <a:lnTo>
                  <a:pt x="476250" y="581025"/>
                </a:lnTo>
                <a:close/>
                <a:moveTo>
                  <a:pt x="104775" y="581025"/>
                </a:moveTo>
                <a:lnTo>
                  <a:pt x="114300" y="581025"/>
                </a:lnTo>
                <a:lnTo>
                  <a:pt x="114300" y="590550"/>
                </a:lnTo>
                <a:lnTo>
                  <a:pt x="104775" y="590550"/>
                </a:lnTo>
                <a:close/>
                <a:moveTo>
                  <a:pt x="295275" y="581025"/>
                </a:moveTo>
                <a:lnTo>
                  <a:pt x="314325" y="581025"/>
                </a:lnTo>
                <a:lnTo>
                  <a:pt x="314325" y="600075"/>
                </a:lnTo>
                <a:lnTo>
                  <a:pt x="285750" y="600075"/>
                </a:lnTo>
                <a:lnTo>
                  <a:pt x="285750" y="590550"/>
                </a:lnTo>
                <a:lnTo>
                  <a:pt x="295275" y="590550"/>
                </a:lnTo>
                <a:close/>
                <a:moveTo>
                  <a:pt x="342900" y="581025"/>
                </a:moveTo>
                <a:lnTo>
                  <a:pt x="371475" y="581025"/>
                </a:lnTo>
                <a:lnTo>
                  <a:pt x="371475" y="600075"/>
                </a:lnTo>
                <a:lnTo>
                  <a:pt x="390525" y="600075"/>
                </a:lnTo>
                <a:lnTo>
                  <a:pt x="390525" y="590550"/>
                </a:lnTo>
                <a:lnTo>
                  <a:pt x="381000" y="590550"/>
                </a:lnTo>
                <a:lnTo>
                  <a:pt x="381000" y="581025"/>
                </a:lnTo>
                <a:lnTo>
                  <a:pt x="447675" y="581025"/>
                </a:lnTo>
                <a:lnTo>
                  <a:pt x="447675" y="590550"/>
                </a:lnTo>
                <a:lnTo>
                  <a:pt x="457200" y="590550"/>
                </a:lnTo>
                <a:lnTo>
                  <a:pt x="457200" y="600075"/>
                </a:lnTo>
                <a:lnTo>
                  <a:pt x="447675" y="600075"/>
                </a:lnTo>
                <a:lnTo>
                  <a:pt x="447675" y="609600"/>
                </a:lnTo>
                <a:lnTo>
                  <a:pt x="438150" y="609600"/>
                </a:lnTo>
                <a:lnTo>
                  <a:pt x="438150" y="600075"/>
                </a:lnTo>
                <a:lnTo>
                  <a:pt x="428625" y="600075"/>
                </a:lnTo>
                <a:lnTo>
                  <a:pt x="428625" y="590550"/>
                </a:lnTo>
                <a:lnTo>
                  <a:pt x="400050" y="590550"/>
                </a:lnTo>
                <a:lnTo>
                  <a:pt x="400050" y="600075"/>
                </a:lnTo>
                <a:lnTo>
                  <a:pt x="390525" y="600075"/>
                </a:lnTo>
                <a:lnTo>
                  <a:pt x="390525" y="609600"/>
                </a:lnTo>
                <a:lnTo>
                  <a:pt x="361950" y="609600"/>
                </a:lnTo>
                <a:lnTo>
                  <a:pt x="361950" y="600075"/>
                </a:lnTo>
                <a:lnTo>
                  <a:pt x="352425" y="600075"/>
                </a:lnTo>
                <a:lnTo>
                  <a:pt x="352425" y="590550"/>
                </a:lnTo>
                <a:lnTo>
                  <a:pt x="342900" y="590550"/>
                </a:lnTo>
                <a:close/>
                <a:moveTo>
                  <a:pt x="590550" y="581025"/>
                </a:moveTo>
                <a:lnTo>
                  <a:pt x="600075" y="581025"/>
                </a:lnTo>
                <a:lnTo>
                  <a:pt x="600075" y="590550"/>
                </a:lnTo>
                <a:lnTo>
                  <a:pt x="590550" y="590550"/>
                </a:lnTo>
                <a:close/>
                <a:moveTo>
                  <a:pt x="219075" y="600075"/>
                </a:moveTo>
                <a:lnTo>
                  <a:pt x="228600" y="600075"/>
                </a:lnTo>
                <a:lnTo>
                  <a:pt x="228600" y="609600"/>
                </a:lnTo>
                <a:lnTo>
                  <a:pt x="219075" y="609600"/>
                </a:lnTo>
                <a:close/>
                <a:moveTo>
                  <a:pt x="400050" y="600075"/>
                </a:moveTo>
                <a:lnTo>
                  <a:pt x="409575" y="600075"/>
                </a:lnTo>
                <a:lnTo>
                  <a:pt x="409575" y="609600"/>
                </a:lnTo>
                <a:lnTo>
                  <a:pt x="400050" y="609600"/>
                </a:lnTo>
                <a:close/>
              </a:path>
            </a:pathLst>
          </a:custGeom>
          <a:solidFill xmlns:a="http://schemas.openxmlformats.org/drawingml/2006/main">
            <a:srgbClr val="F4EEE2"/>
          </a:solidFill>
          <a:ln xmlns:a="http://schemas.openxmlformats.org/drawingml/2006/main" w="0">
            <a:noFill/>
          </a:ln>
        </p:spPr>
      </p:sp>
      <p:sp>
        <p:nvSpPr>
          <p:cNvPr id="60" name="warning vector #f4eee0">
            <a:extLst xmlns:a="http://schemas.openxmlformats.org/drawingml/2006/main">
              <a:ext uri="{FF2B5EF4-FFF2-40B4-BE49-F238E27FC236}">
                <a16:creationId xmlns:a16="http://schemas.microsoft.com/office/drawing/2014/main" id="{96D8CED3-2328-4DE4-A449-36420A70394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19650" y="1819275"/>
            <a:ext cx="762000" cy="723900"/>
          </a:xfrm>
          <a:custGeom xmlns:a="http://schemas.openxmlformats.org/drawingml/2006/main">
            <a:pathLst>
              <a:path w="647700" h="609600">
                <a:moveTo>
                  <a:pt x="47625" y="0"/>
                </a:moveTo>
                <a:lnTo>
                  <a:pt x="66675" y="0"/>
                </a:lnTo>
                <a:lnTo>
                  <a:pt x="66675" y="9525"/>
                </a:lnTo>
                <a:lnTo>
                  <a:pt x="76200" y="9525"/>
                </a:lnTo>
                <a:lnTo>
                  <a:pt x="76200" y="0"/>
                </a:lnTo>
                <a:lnTo>
                  <a:pt x="85725" y="0"/>
                </a:lnTo>
                <a:lnTo>
                  <a:pt x="85725" y="19050"/>
                </a:lnTo>
                <a:lnTo>
                  <a:pt x="47625" y="19050"/>
                </a:lnTo>
                <a:close/>
                <a:moveTo>
                  <a:pt x="257175" y="0"/>
                </a:moveTo>
                <a:lnTo>
                  <a:pt x="266700" y="0"/>
                </a:lnTo>
                <a:lnTo>
                  <a:pt x="266700" y="9525"/>
                </a:lnTo>
                <a:lnTo>
                  <a:pt x="257175" y="9525"/>
                </a:lnTo>
                <a:close/>
                <a:moveTo>
                  <a:pt x="400050" y="0"/>
                </a:moveTo>
                <a:lnTo>
                  <a:pt x="409575" y="0"/>
                </a:lnTo>
                <a:lnTo>
                  <a:pt x="409575" y="9525"/>
                </a:lnTo>
                <a:lnTo>
                  <a:pt x="400050" y="9525"/>
                </a:lnTo>
                <a:close/>
                <a:moveTo>
                  <a:pt x="514350" y="0"/>
                </a:moveTo>
                <a:lnTo>
                  <a:pt x="523875" y="0"/>
                </a:lnTo>
                <a:lnTo>
                  <a:pt x="523875" y="9525"/>
                </a:lnTo>
                <a:lnTo>
                  <a:pt x="533400" y="9525"/>
                </a:lnTo>
                <a:lnTo>
                  <a:pt x="533400" y="0"/>
                </a:lnTo>
                <a:lnTo>
                  <a:pt x="542925" y="0"/>
                </a:lnTo>
                <a:lnTo>
                  <a:pt x="542925" y="9525"/>
                </a:lnTo>
                <a:lnTo>
                  <a:pt x="533400" y="9525"/>
                </a:lnTo>
                <a:lnTo>
                  <a:pt x="533400" y="19050"/>
                </a:lnTo>
                <a:lnTo>
                  <a:pt x="514350" y="19050"/>
                </a:lnTo>
                <a:close/>
                <a:moveTo>
                  <a:pt x="447675" y="28575"/>
                </a:moveTo>
                <a:lnTo>
                  <a:pt x="457200" y="28575"/>
                </a:lnTo>
                <a:lnTo>
                  <a:pt x="457200" y="38100"/>
                </a:lnTo>
                <a:lnTo>
                  <a:pt x="447675" y="38100"/>
                </a:lnTo>
                <a:close/>
                <a:moveTo>
                  <a:pt x="276225" y="38100"/>
                </a:moveTo>
                <a:lnTo>
                  <a:pt x="285750" y="38100"/>
                </a:lnTo>
                <a:lnTo>
                  <a:pt x="285750" y="47625"/>
                </a:lnTo>
                <a:lnTo>
                  <a:pt x="276225" y="47625"/>
                </a:lnTo>
                <a:close/>
                <a:moveTo>
                  <a:pt x="581025" y="38100"/>
                </a:moveTo>
                <a:lnTo>
                  <a:pt x="600075" y="38100"/>
                </a:lnTo>
                <a:lnTo>
                  <a:pt x="600075" y="47625"/>
                </a:lnTo>
                <a:lnTo>
                  <a:pt x="581025" y="47625"/>
                </a:lnTo>
                <a:close/>
                <a:moveTo>
                  <a:pt x="257175" y="47625"/>
                </a:moveTo>
                <a:lnTo>
                  <a:pt x="266700" y="47625"/>
                </a:lnTo>
                <a:lnTo>
                  <a:pt x="266700" y="57150"/>
                </a:lnTo>
                <a:lnTo>
                  <a:pt x="257175" y="57150"/>
                </a:lnTo>
                <a:close/>
                <a:moveTo>
                  <a:pt x="304800" y="47625"/>
                </a:moveTo>
                <a:lnTo>
                  <a:pt x="314325" y="47625"/>
                </a:lnTo>
                <a:lnTo>
                  <a:pt x="314325" y="57150"/>
                </a:lnTo>
                <a:lnTo>
                  <a:pt x="304800" y="57150"/>
                </a:lnTo>
                <a:close/>
                <a:moveTo>
                  <a:pt x="361950" y="47625"/>
                </a:moveTo>
                <a:lnTo>
                  <a:pt x="371475" y="47625"/>
                </a:lnTo>
                <a:lnTo>
                  <a:pt x="371475" y="57150"/>
                </a:lnTo>
                <a:lnTo>
                  <a:pt x="361950" y="57150"/>
                </a:lnTo>
                <a:close/>
                <a:moveTo>
                  <a:pt x="371475" y="57150"/>
                </a:moveTo>
                <a:lnTo>
                  <a:pt x="381000" y="57150"/>
                </a:lnTo>
                <a:lnTo>
                  <a:pt x="381000" y="66675"/>
                </a:lnTo>
                <a:lnTo>
                  <a:pt x="371475" y="66675"/>
                </a:lnTo>
                <a:close/>
                <a:moveTo>
                  <a:pt x="171450" y="66675"/>
                </a:moveTo>
                <a:lnTo>
                  <a:pt x="200025" y="66675"/>
                </a:lnTo>
                <a:lnTo>
                  <a:pt x="200025" y="76200"/>
                </a:lnTo>
                <a:lnTo>
                  <a:pt x="171450" y="76200"/>
                </a:lnTo>
                <a:close/>
                <a:moveTo>
                  <a:pt x="381000" y="66675"/>
                </a:moveTo>
                <a:lnTo>
                  <a:pt x="390525" y="66675"/>
                </a:lnTo>
                <a:lnTo>
                  <a:pt x="390525" y="76200"/>
                </a:lnTo>
                <a:lnTo>
                  <a:pt x="381000" y="76200"/>
                </a:lnTo>
                <a:close/>
                <a:moveTo>
                  <a:pt x="390525" y="76200"/>
                </a:moveTo>
                <a:lnTo>
                  <a:pt x="400050" y="76200"/>
                </a:lnTo>
                <a:lnTo>
                  <a:pt x="400050" y="95250"/>
                </a:lnTo>
                <a:lnTo>
                  <a:pt x="390525" y="95250"/>
                </a:lnTo>
                <a:close/>
                <a:moveTo>
                  <a:pt x="428625" y="76200"/>
                </a:moveTo>
                <a:lnTo>
                  <a:pt x="476250" y="76200"/>
                </a:lnTo>
                <a:lnTo>
                  <a:pt x="476250" y="85725"/>
                </a:lnTo>
                <a:lnTo>
                  <a:pt x="428625" y="85725"/>
                </a:lnTo>
                <a:close/>
                <a:moveTo>
                  <a:pt x="533400" y="104775"/>
                </a:moveTo>
                <a:lnTo>
                  <a:pt x="542925" y="104775"/>
                </a:lnTo>
                <a:lnTo>
                  <a:pt x="542925" y="114300"/>
                </a:lnTo>
                <a:lnTo>
                  <a:pt x="533400" y="114300"/>
                </a:lnTo>
                <a:close/>
                <a:moveTo>
                  <a:pt x="552450" y="104775"/>
                </a:moveTo>
                <a:lnTo>
                  <a:pt x="561975" y="104775"/>
                </a:lnTo>
                <a:lnTo>
                  <a:pt x="561975" y="114300"/>
                </a:lnTo>
                <a:lnTo>
                  <a:pt x="552450" y="114300"/>
                </a:lnTo>
                <a:close/>
                <a:moveTo>
                  <a:pt x="409575" y="114300"/>
                </a:moveTo>
                <a:lnTo>
                  <a:pt x="419100" y="114300"/>
                </a:lnTo>
                <a:lnTo>
                  <a:pt x="419100" y="123825"/>
                </a:lnTo>
                <a:lnTo>
                  <a:pt x="409575" y="123825"/>
                </a:lnTo>
                <a:close/>
                <a:moveTo>
                  <a:pt x="428625" y="114300"/>
                </a:moveTo>
                <a:lnTo>
                  <a:pt x="438150" y="114300"/>
                </a:lnTo>
                <a:lnTo>
                  <a:pt x="438150" y="123825"/>
                </a:lnTo>
                <a:lnTo>
                  <a:pt x="428625" y="123825"/>
                </a:lnTo>
                <a:close/>
                <a:moveTo>
                  <a:pt x="47625" y="123825"/>
                </a:moveTo>
                <a:lnTo>
                  <a:pt x="57150" y="123825"/>
                </a:lnTo>
                <a:lnTo>
                  <a:pt x="57150" y="133350"/>
                </a:lnTo>
                <a:lnTo>
                  <a:pt x="66675" y="133350"/>
                </a:lnTo>
                <a:lnTo>
                  <a:pt x="66675" y="142875"/>
                </a:lnTo>
                <a:lnTo>
                  <a:pt x="47625" y="142875"/>
                </a:lnTo>
                <a:close/>
                <a:moveTo>
                  <a:pt x="209550" y="123825"/>
                </a:moveTo>
                <a:lnTo>
                  <a:pt x="219075" y="123825"/>
                </a:lnTo>
                <a:lnTo>
                  <a:pt x="219075" y="133350"/>
                </a:lnTo>
                <a:lnTo>
                  <a:pt x="209550" y="133350"/>
                </a:lnTo>
                <a:close/>
                <a:moveTo>
                  <a:pt x="419100" y="123825"/>
                </a:moveTo>
                <a:lnTo>
                  <a:pt x="428625" y="123825"/>
                </a:lnTo>
                <a:lnTo>
                  <a:pt x="428625" y="133350"/>
                </a:lnTo>
                <a:lnTo>
                  <a:pt x="419100" y="133350"/>
                </a:lnTo>
                <a:close/>
                <a:moveTo>
                  <a:pt x="533400" y="123825"/>
                </a:moveTo>
                <a:lnTo>
                  <a:pt x="542925" y="123825"/>
                </a:lnTo>
                <a:lnTo>
                  <a:pt x="542925" y="142875"/>
                </a:lnTo>
                <a:lnTo>
                  <a:pt x="533400" y="142875"/>
                </a:lnTo>
                <a:close/>
                <a:moveTo>
                  <a:pt x="552450" y="133350"/>
                </a:moveTo>
                <a:lnTo>
                  <a:pt x="581025" y="133350"/>
                </a:lnTo>
                <a:lnTo>
                  <a:pt x="581025" y="142875"/>
                </a:lnTo>
                <a:lnTo>
                  <a:pt x="590550" y="142875"/>
                </a:lnTo>
                <a:lnTo>
                  <a:pt x="590550" y="152400"/>
                </a:lnTo>
                <a:lnTo>
                  <a:pt x="581025" y="152400"/>
                </a:lnTo>
                <a:lnTo>
                  <a:pt x="581025" y="161925"/>
                </a:lnTo>
                <a:lnTo>
                  <a:pt x="571500" y="161925"/>
                </a:lnTo>
                <a:lnTo>
                  <a:pt x="571500" y="152400"/>
                </a:lnTo>
                <a:lnTo>
                  <a:pt x="561975" y="152400"/>
                </a:lnTo>
                <a:lnTo>
                  <a:pt x="561975" y="142875"/>
                </a:lnTo>
                <a:lnTo>
                  <a:pt x="552450" y="142875"/>
                </a:lnTo>
                <a:close/>
                <a:moveTo>
                  <a:pt x="38100" y="142875"/>
                </a:moveTo>
                <a:lnTo>
                  <a:pt x="47625" y="142875"/>
                </a:lnTo>
                <a:lnTo>
                  <a:pt x="47625" y="152400"/>
                </a:lnTo>
                <a:lnTo>
                  <a:pt x="38100" y="152400"/>
                </a:lnTo>
                <a:close/>
                <a:moveTo>
                  <a:pt x="114300" y="171450"/>
                </a:moveTo>
                <a:lnTo>
                  <a:pt x="133350" y="171450"/>
                </a:lnTo>
                <a:lnTo>
                  <a:pt x="133350" y="190500"/>
                </a:lnTo>
                <a:lnTo>
                  <a:pt x="142875" y="190500"/>
                </a:lnTo>
                <a:lnTo>
                  <a:pt x="142875" y="209550"/>
                </a:lnTo>
                <a:lnTo>
                  <a:pt x="133350" y="209550"/>
                </a:lnTo>
                <a:lnTo>
                  <a:pt x="133350" y="219075"/>
                </a:lnTo>
                <a:lnTo>
                  <a:pt x="114300" y="219075"/>
                </a:lnTo>
                <a:lnTo>
                  <a:pt x="114300" y="190500"/>
                </a:lnTo>
                <a:lnTo>
                  <a:pt x="123825" y="190500"/>
                </a:lnTo>
                <a:lnTo>
                  <a:pt x="123825" y="180975"/>
                </a:lnTo>
                <a:lnTo>
                  <a:pt x="114300" y="180975"/>
                </a:lnTo>
                <a:close/>
                <a:moveTo>
                  <a:pt x="180975" y="180975"/>
                </a:moveTo>
                <a:lnTo>
                  <a:pt x="190500" y="180975"/>
                </a:lnTo>
                <a:lnTo>
                  <a:pt x="190500" y="190500"/>
                </a:lnTo>
                <a:lnTo>
                  <a:pt x="180975" y="190500"/>
                </a:lnTo>
                <a:close/>
                <a:moveTo>
                  <a:pt x="571500" y="190500"/>
                </a:moveTo>
                <a:lnTo>
                  <a:pt x="581025" y="190500"/>
                </a:lnTo>
                <a:lnTo>
                  <a:pt x="581025" y="200025"/>
                </a:lnTo>
                <a:lnTo>
                  <a:pt x="571500" y="200025"/>
                </a:lnTo>
                <a:close/>
                <a:moveTo>
                  <a:pt x="152400" y="200025"/>
                </a:moveTo>
                <a:lnTo>
                  <a:pt x="171450" y="200025"/>
                </a:lnTo>
                <a:lnTo>
                  <a:pt x="171450" y="209550"/>
                </a:lnTo>
                <a:lnTo>
                  <a:pt x="152400" y="209550"/>
                </a:lnTo>
                <a:close/>
                <a:moveTo>
                  <a:pt x="142875" y="209550"/>
                </a:moveTo>
                <a:lnTo>
                  <a:pt x="152400" y="209550"/>
                </a:lnTo>
                <a:lnTo>
                  <a:pt x="152400" y="219075"/>
                </a:lnTo>
                <a:lnTo>
                  <a:pt x="142875" y="219075"/>
                </a:lnTo>
                <a:close/>
                <a:moveTo>
                  <a:pt x="638175" y="209550"/>
                </a:moveTo>
                <a:lnTo>
                  <a:pt x="647700" y="209550"/>
                </a:lnTo>
                <a:lnTo>
                  <a:pt x="647700" y="228600"/>
                </a:lnTo>
                <a:lnTo>
                  <a:pt x="628650" y="228600"/>
                </a:lnTo>
                <a:lnTo>
                  <a:pt x="628650" y="219075"/>
                </a:lnTo>
                <a:lnTo>
                  <a:pt x="638175" y="219075"/>
                </a:lnTo>
                <a:close/>
                <a:moveTo>
                  <a:pt x="495300" y="228600"/>
                </a:moveTo>
                <a:lnTo>
                  <a:pt x="514350" y="228600"/>
                </a:lnTo>
                <a:lnTo>
                  <a:pt x="514350" y="247650"/>
                </a:lnTo>
                <a:lnTo>
                  <a:pt x="542925" y="247650"/>
                </a:lnTo>
                <a:lnTo>
                  <a:pt x="542925" y="276225"/>
                </a:lnTo>
                <a:lnTo>
                  <a:pt x="523875" y="276225"/>
                </a:lnTo>
                <a:lnTo>
                  <a:pt x="523875" y="304800"/>
                </a:lnTo>
                <a:lnTo>
                  <a:pt x="533400" y="304800"/>
                </a:lnTo>
                <a:lnTo>
                  <a:pt x="533400" y="314325"/>
                </a:lnTo>
                <a:lnTo>
                  <a:pt x="542925" y="314325"/>
                </a:lnTo>
                <a:lnTo>
                  <a:pt x="542925" y="323850"/>
                </a:lnTo>
                <a:lnTo>
                  <a:pt x="552450" y="323850"/>
                </a:lnTo>
                <a:lnTo>
                  <a:pt x="552450" y="304800"/>
                </a:lnTo>
                <a:lnTo>
                  <a:pt x="561975" y="304800"/>
                </a:lnTo>
                <a:lnTo>
                  <a:pt x="561975" y="295275"/>
                </a:lnTo>
                <a:lnTo>
                  <a:pt x="571500" y="295275"/>
                </a:lnTo>
                <a:lnTo>
                  <a:pt x="571500" y="314325"/>
                </a:lnTo>
                <a:lnTo>
                  <a:pt x="561975" y="314325"/>
                </a:lnTo>
                <a:lnTo>
                  <a:pt x="561975" y="323850"/>
                </a:lnTo>
                <a:lnTo>
                  <a:pt x="552450" y="323850"/>
                </a:lnTo>
                <a:lnTo>
                  <a:pt x="552450" y="333375"/>
                </a:lnTo>
                <a:lnTo>
                  <a:pt x="542925" y="333375"/>
                </a:lnTo>
                <a:lnTo>
                  <a:pt x="542925" y="342900"/>
                </a:lnTo>
                <a:lnTo>
                  <a:pt x="533400" y="342900"/>
                </a:lnTo>
                <a:lnTo>
                  <a:pt x="533400" y="323850"/>
                </a:lnTo>
                <a:lnTo>
                  <a:pt x="523875" y="323850"/>
                </a:lnTo>
                <a:lnTo>
                  <a:pt x="523875" y="314325"/>
                </a:lnTo>
                <a:lnTo>
                  <a:pt x="514350" y="314325"/>
                </a:lnTo>
                <a:lnTo>
                  <a:pt x="514350" y="295275"/>
                </a:lnTo>
                <a:lnTo>
                  <a:pt x="504825" y="295275"/>
                </a:lnTo>
                <a:lnTo>
                  <a:pt x="504825" y="257175"/>
                </a:lnTo>
                <a:lnTo>
                  <a:pt x="495300" y="257175"/>
                </a:lnTo>
                <a:lnTo>
                  <a:pt x="495300" y="247650"/>
                </a:lnTo>
                <a:lnTo>
                  <a:pt x="476250" y="247650"/>
                </a:lnTo>
                <a:lnTo>
                  <a:pt x="476250" y="238125"/>
                </a:lnTo>
                <a:lnTo>
                  <a:pt x="495300" y="238125"/>
                </a:lnTo>
                <a:close/>
                <a:moveTo>
                  <a:pt x="552450" y="228600"/>
                </a:moveTo>
                <a:lnTo>
                  <a:pt x="561975" y="228600"/>
                </a:lnTo>
                <a:lnTo>
                  <a:pt x="561975" y="238125"/>
                </a:lnTo>
                <a:lnTo>
                  <a:pt x="552450" y="238125"/>
                </a:lnTo>
                <a:close/>
                <a:moveTo>
                  <a:pt x="123825" y="238125"/>
                </a:moveTo>
                <a:lnTo>
                  <a:pt x="152400" y="238125"/>
                </a:lnTo>
                <a:lnTo>
                  <a:pt x="152400" y="247650"/>
                </a:lnTo>
                <a:lnTo>
                  <a:pt x="142875" y="247650"/>
                </a:lnTo>
                <a:lnTo>
                  <a:pt x="142875" y="257175"/>
                </a:lnTo>
                <a:lnTo>
                  <a:pt x="133350" y="257175"/>
                </a:lnTo>
                <a:lnTo>
                  <a:pt x="133350" y="266700"/>
                </a:lnTo>
                <a:lnTo>
                  <a:pt x="114300" y="266700"/>
                </a:lnTo>
                <a:lnTo>
                  <a:pt x="114300" y="257175"/>
                </a:lnTo>
                <a:lnTo>
                  <a:pt x="123825" y="257175"/>
                </a:lnTo>
                <a:close/>
                <a:moveTo>
                  <a:pt x="38100" y="247650"/>
                </a:moveTo>
                <a:lnTo>
                  <a:pt x="47625" y="247650"/>
                </a:lnTo>
                <a:lnTo>
                  <a:pt x="47625" y="266700"/>
                </a:lnTo>
                <a:lnTo>
                  <a:pt x="38100" y="266700"/>
                </a:lnTo>
                <a:close/>
                <a:moveTo>
                  <a:pt x="581025" y="257175"/>
                </a:moveTo>
                <a:lnTo>
                  <a:pt x="590550" y="257175"/>
                </a:lnTo>
                <a:lnTo>
                  <a:pt x="590550" y="276225"/>
                </a:lnTo>
                <a:lnTo>
                  <a:pt x="600075" y="276225"/>
                </a:lnTo>
                <a:lnTo>
                  <a:pt x="600075" y="295275"/>
                </a:lnTo>
                <a:lnTo>
                  <a:pt x="609600" y="295275"/>
                </a:lnTo>
                <a:lnTo>
                  <a:pt x="609600" y="276225"/>
                </a:lnTo>
                <a:lnTo>
                  <a:pt x="619125" y="276225"/>
                </a:lnTo>
                <a:lnTo>
                  <a:pt x="619125" y="257175"/>
                </a:lnTo>
                <a:lnTo>
                  <a:pt x="638175" y="257175"/>
                </a:lnTo>
                <a:lnTo>
                  <a:pt x="638175" y="276225"/>
                </a:lnTo>
                <a:lnTo>
                  <a:pt x="647700" y="276225"/>
                </a:lnTo>
                <a:lnTo>
                  <a:pt x="647700" y="285750"/>
                </a:lnTo>
                <a:lnTo>
                  <a:pt x="638175" y="285750"/>
                </a:lnTo>
                <a:lnTo>
                  <a:pt x="638175" y="295275"/>
                </a:lnTo>
                <a:lnTo>
                  <a:pt x="628650" y="295275"/>
                </a:lnTo>
                <a:lnTo>
                  <a:pt x="628650" y="304800"/>
                </a:lnTo>
                <a:lnTo>
                  <a:pt x="619125" y="304800"/>
                </a:lnTo>
                <a:lnTo>
                  <a:pt x="619125" y="323850"/>
                </a:lnTo>
                <a:lnTo>
                  <a:pt x="590550" y="323850"/>
                </a:lnTo>
                <a:lnTo>
                  <a:pt x="590550" y="314325"/>
                </a:lnTo>
                <a:lnTo>
                  <a:pt x="581025" y="314325"/>
                </a:lnTo>
                <a:lnTo>
                  <a:pt x="581025" y="295275"/>
                </a:lnTo>
                <a:lnTo>
                  <a:pt x="590550" y="295275"/>
                </a:lnTo>
                <a:lnTo>
                  <a:pt x="590550" y="285750"/>
                </a:lnTo>
                <a:lnTo>
                  <a:pt x="571500" y="285750"/>
                </a:lnTo>
                <a:lnTo>
                  <a:pt x="571500" y="276225"/>
                </a:lnTo>
                <a:lnTo>
                  <a:pt x="581025" y="276225"/>
                </a:lnTo>
                <a:close/>
                <a:moveTo>
                  <a:pt x="76200" y="285750"/>
                </a:moveTo>
                <a:lnTo>
                  <a:pt x="95250" y="285750"/>
                </a:lnTo>
                <a:lnTo>
                  <a:pt x="95250" y="295275"/>
                </a:lnTo>
                <a:lnTo>
                  <a:pt x="76200" y="295275"/>
                </a:lnTo>
                <a:close/>
                <a:moveTo>
                  <a:pt x="104775" y="285750"/>
                </a:moveTo>
                <a:lnTo>
                  <a:pt x="123825" y="285750"/>
                </a:lnTo>
                <a:lnTo>
                  <a:pt x="123825" y="295275"/>
                </a:lnTo>
                <a:lnTo>
                  <a:pt x="114300" y="295275"/>
                </a:lnTo>
                <a:lnTo>
                  <a:pt x="114300" y="323850"/>
                </a:lnTo>
                <a:lnTo>
                  <a:pt x="104775" y="323850"/>
                </a:lnTo>
                <a:close/>
                <a:moveTo>
                  <a:pt x="95250" y="323850"/>
                </a:moveTo>
                <a:lnTo>
                  <a:pt x="104775" y="323850"/>
                </a:lnTo>
                <a:lnTo>
                  <a:pt x="104775" y="333375"/>
                </a:lnTo>
                <a:lnTo>
                  <a:pt x="95250" y="333375"/>
                </a:lnTo>
                <a:close/>
                <a:moveTo>
                  <a:pt x="628650" y="323850"/>
                </a:moveTo>
                <a:lnTo>
                  <a:pt x="647700" y="323850"/>
                </a:lnTo>
                <a:lnTo>
                  <a:pt x="647700" y="333375"/>
                </a:lnTo>
                <a:lnTo>
                  <a:pt x="628650" y="333375"/>
                </a:lnTo>
                <a:close/>
                <a:moveTo>
                  <a:pt x="628650" y="342900"/>
                </a:moveTo>
                <a:lnTo>
                  <a:pt x="638175" y="342900"/>
                </a:lnTo>
                <a:lnTo>
                  <a:pt x="638175" y="352425"/>
                </a:lnTo>
                <a:lnTo>
                  <a:pt x="628650" y="352425"/>
                </a:lnTo>
                <a:close/>
                <a:moveTo>
                  <a:pt x="571500" y="390525"/>
                </a:moveTo>
                <a:lnTo>
                  <a:pt x="581025" y="390525"/>
                </a:lnTo>
                <a:lnTo>
                  <a:pt x="581025" y="400050"/>
                </a:lnTo>
                <a:lnTo>
                  <a:pt x="571500" y="400050"/>
                </a:lnTo>
                <a:close/>
                <a:moveTo>
                  <a:pt x="38100" y="409575"/>
                </a:moveTo>
                <a:lnTo>
                  <a:pt x="47625" y="409575"/>
                </a:lnTo>
                <a:lnTo>
                  <a:pt x="47625" y="428625"/>
                </a:lnTo>
                <a:lnTo>
                  <a:pt x="38100" y="428625"/>
                </a:lnTo>
                <a:close/>
                <a:moveTo>
                  <a:pt x="590550" y="428625"/>
                </a:moveTo>
                <a:lnTo>
                  <a:pt x="600075" y="428625"/>
                </a:lnTo>
                <a:lnTo>
                  <a:pt x="600075" y="447675"/>
                </a:lnTo>
                <a:lnTo>
                  <a:pt x="590550" y="447675"/>
                </a:lnTo>
                <a:close/>
                <a:moveTo>
                  <a:pt x="28575" y="438150"/>
                </a:moveTo>
                <a:lnTo>
                  <a:pt x="38100" y="438150"/>
                </a:lnTo>
                <a:lnTo>
                  <a:pt x="38100" y="447675"/>
                </a:lnTo>
                <a:lnTo>
                  <a:pt x="28575" y="447675"/>
                </a:lnTo>
                <a:close/>
                <a:moveTo>
                  <a:pt x="9525" y="447675"/>
                </a:moveTo>
                <a:lnTo>
                  <a:pt x="28575" y="447675"/>
                </a:lnTo>
                <a:lnTo>
                  <a:pt x="28575" y="457200"/>
                </a:lnTo>
                <a:lnTo>
                  <a:pt x="19050" y="457200"/>
                </a:lnTo>
                <a:lnTo>
                  <a:pt x="19050" y="466725"/>
                </a:lnTo>
                <a:lnTo>
                  <a:pt x="0" y="466725"/>
                </a:lnTo>
                <a:lnTo>
                  <a:pt x="0" y="457200"/>
                </a:lnTo>
                <a:lnTo>
                  <a:pt x="9525" y="457200"/>
                </a:lnTo>
                <a:close/>
                <a:moveTo>
                  <a:pt x="600075" y="447675"/>
                </a:moveTo>
                <a:lnTo>
                  <a:pt x="609600" y="447675"/>
                </a:lnTo>
                <a:lnTo>
                  <a:pt x="609600" y="457200"/>
                </a:lnTo>
                <a:lnTo>
                  <a:pt x="619125" y="457200"/>
                </a:lnTo>
                <a:lnTo>
                  <a:pt x="619125" y="466725"/>
                </a:lnTo>
                <a:lnTo>
                  <a:pt x="628650" y="466725"/>
                </a:lnTo>
                <a:lnTo>
                  <a:pt x="628650" y="514350"/>
                </a:lnTo>
                <a:lnTo>
                  <a:pt x="609600" y="514350"/>
                </a:lnTo>
                <a:lnTo>
                  <a:pt x="609600" y="504825"/>
                </a:lnTo>
                <a:lnTo>
                  <a:pt x="619125" y="504825"/>
                </a:lnTo>
                <a:lnTo>
                  <a:pt x="619125" y="485775"/>
                </a:lnTo>
                <a:lnTo>
                  <a:pt x="609600" y="485775"/>
                </a:lnTo>
                <a:lnTo>
                  <a:pt x="609600" y="466725"/>
                </a:lnTo>
                <a:lnTo>
                  <a:pt x="600075" y="466725"/>
                </a:lnTo>
                <a:close/>
                <a:moveTo>
                  <a:pt x="0" y="495300"/>
                </a:moveTo>
                <a:lnTo>
                  <a:pt x="19050" y="495300"/>
                </a:lnTo>
                <a:lnTo>
                  <a:pt x="19050" y="523875"/>
                </a:lnTo>
                <a:lnTo>
                  <a:pt x="0" y="523875"/>
                </a:lnTo>
                <a:close/>
                <a:moveTo>
                  <a:pt x="19050" y="523875"/>
                </a:moveTo>
                <a:lnTo>
                  <a:pt x="28575" y="523875"/>
                </a:lnTo>
                <a:lnTo>
                  <a:pt x="28575" y="533400"/>
                </a:lnTo>
                <a:lnTo>
                  <a:pt x="19050" y="533400"/>
                </a:lnTo>
                <a:close/>
                <a:moveTo>
                  <a:pt x="590550" y="542925"/>
                </a:moveTo>
                <a:lnTo>
                  <a:pt x="600075" y="542925"/>
                </a:lnTo>
                <a:lnTo>
                  <a:pt x="600075" y="552450"/>
                </a:lnTo>
                <a:lnTo>
                  <a:pt x="590550" y="552450"/>
                </a:lnTo>
                <a:close/>
                <a:moveTo>
                  <a:pt x="38100" y="552450"/>
                </a:moveTo>
                <a:lnTo>
                  <a:pt x="47625" y="552450"/>
                </a:lnTo>
                <a:lnTo>
                  <a:pt x="47625" y="571500"/>
                </a:lnTo>
                <a:lnTo>
                  <a:pt x="38100" y="571500"/>
                </a:lnTo>
                <a:close/>
                <a:moveTo>
                  <a:pt x="581025" y="552450"/>
                </a:moveTo>
                <a:lnTo>
                  <a:pt x="590550" y="552450"/>
                </a:lnTo>
                <a:lnTo>
                  <a:pt x="590550" y="561975"/>
                </a:lnTo>
                <a:lnTo>
                  <a:pt x="581025" y="561975"/>
                </a:lnTo>
                <a:close/>
                <a:moveTo>
                  <a:pt x="47625" y="571500"/>
                </a:moveTo>
                <a:lnTo>
                  <a:pt x="57150" y="571500"/>
                </a:lnTo>
                <a:lnTo>
                  <a:pt x="57150" y="581025"/>
                </a:lnTo>
                <a:lnTo>
                  <a:pt x="66675" y="581025"/>
                </a:lnTo>
                <a:lnTo>
                  <a:pt x="66675" y="590550"/>
                </a:lnTo>
                <a:lnTo>
                  <a:pt x="47625" y="590550"/>
                </a:lnTo>
                <a:close/>
                <a:moveTo>
                  <a:pt x="95250" y="571500"/>
                </a:moveTo>
                <a:lnTo>
                  <a:pt x="104775" y="571500"/>
                </a:lnTo>
                <a:lnTo>
                  <a:pt x="104775" y="581025"/>
                </a:lnTo>
                <a:lnTo>
                  <a:pt x="95250" y="581025"/>
                </a:lnTo>
                <a:close/>
                <a:moveTo>
                  <a:pt x="171450" y="571500"/>
                </a:moveTo>
                <a:lnTo>
                  <a:pt x="209550" y="571500"/>
                </a:lnTo>
                <a:lnTo>
                  <a:pt x="209550" y="581025"/>
                </a:lnTo>
                <a:lnTo>
                  <a:pt x="171450" y="581025"/>
                </a:lnTo>
                <a:close/>
                <a:moveTo>
                  <a:pt x="228600" y="571500"/>
                </a:moveTo>
                <a:lnTo>
                  <a:pt x="266700" y="571500"/>
                </a:lnTo>
                <a:lnTo>
                  <a:pt x="266700" y="581025"/>
                </a:lnTo>
                <a:lnTo>
                  <a:pt x="228600" y="581025"/>
                </a:lnTo>
                <a:close/>
                <a:moveTo>
                  <a:pt x="285750" y="571500"/>
                </a:moveTo>
                <a:lnTo>
                  <a:pt x="314325" y="571500"/>
                </a:lnTo>
                <a:lnTo>
                  <a:pt x="314325" y="581025"/>
                </a:lnTo>
                <a:lnTo>
                  <a:pt x="285750" y="581025"/>
                </a:lnTo>
                <a:close/>
                <a:moveTo>
                  <a:pt x="333375" y="571500"/>
                </a:moveTo>
                <a:lnTo>
                  <a:pt x="342900" y="571500"/>
                </a:lnTo>
                <a:lnTo>
                  <a:pt x="342900" y="590550"/>
                </a:lnTo>
                <a:lnTo>
                  <a:pt x="352425" y="590550"/>
                </a:lnTo>
                <a:lnTo>
                  <a:pt x="352425" y="600075"/>
                </a:lnTo>
                <a:lnTo>
                  <a:pt x="361950" y="600075"/>
                </a:lnTo>
                <a:lnTo>
                  <a:pt x="361950" y="609600"/>
                </a:lnTo>
                <a:lnTo>
                  <a:pt x="285750" y="609600"/>
                </a:lnTo>
                <a:lnTo>
                  <a:pt x="285750" y="600075"/>
                </a:lnTo>
                <a:lnTo>
                  <a:pt x="314325" y="600075"/>
                </a:lnTo>
                <a:lnTo>
                  <a:pt x="314325" y="581025"/>
                </a:lnTo>
                <a:lnTo>
                  <a:pt x="333375" y="581025"/>
                </a:lnTo>
                <a:close/>
                <a:moveTo>
                  <a:pt x="381000" y="571500"/>
                </a:moveTo>
                <a:lnTo>
                  <a:pt x="390525" y="571500"/>
                </a:lnTo>
                <a:lnTo>
                  <a:pt x="390525" y="581025"/>
                </a:lnTo>
                <a:lnTo>
                  <a:pt x="381000" y="581025"/>
                </a:lnTo>
                <a:close/>
                <a:moveTo>
                  <a:pt x="552450" y="571500"/>
                </a:moveTo>
                <a:lnTo>
                  <a:pt x="600075" y="571500"/>
                </a:lnTo>
                <a:lnTo>
                  <a:pt x="600075" y="581025"/>
                </a:lnTo>
                <a:lnTo>
                  <a:pt x="590550" y="581025"/>
                </a:lnTo>
                <a:lnTo>
                  <a:pt x="590550" y="590550"/>
                </a:lnTo>
                <a:lnTo>
                  <a:pt x="600075" y="590550"/>
                </a:lnTo>
                <a:lnTo>
                  <a:pt x="600075" y="600075"/>
                </a:lnTo>
                <a:lnTo>
                  <a:pt x="581025" y="600075"/>
                </a:lnTo>
                <a:lnTo>
                  <a:pt x="581025" y="581025"/>
                </a:lnTo>
                <a:lnTo>
                  <a:pt x="571500" y="581025"/>
                </a:lnTo>
                <a:lnTo>
                  <a:pt x="571500" y="590550"/>
                </a:lnTo>
                <a:lnTo>
                  <a:pt x="561975" y="590550"/>
                </a:lnTo>
                <a:lnTo>
                  <a:pt x="561975" y="581025"/>
                </a:lnTo>
                <a:lnTo>
                  <a:pt x="552450" y="581025"/>
                </a:lnTo>
                <a:close/>
                <a:moveTo>
                  <a:pt x="457200" y="581025"/>
                </a:moveTo>
                <a:lnTo>
                  <a:pt x="466725" y="581025"/>
                </a:lnTo>
                <a:lnTo>
                  <a:pt x="466725" y="590550"/>
                </a:lnTo>
                <a:lnTo>
                  <a:pt x="457200" y="590550"/>
                </a:lnTo>
                <a:close/>
                <a:moveTo>
                  <a:pt x="533400" y="581025"/>
                </a:moveTo>
                <a:lnTo>
                  <a:pt x="542925" y="581025"/>
                </a:lnTo>
                <a:lnTo>
                  <a:pt x="542925" y="600075"/>
                </a:lnTo>
                <a:lnTo>
                  <a:pt x="533400" y="600075"/>
                </a:lnTo>
                <a:close/>
                <a:moveTo>
                  <a:pt x="38100" y="590550"/>
                </a:moveTo>
                <a:lnTo>
                  <a:pt x="47625" y="590550"/>
                </a:lnTo>
                <a:lnTo>
                  <a:pt x="47625" y="600075"/>
                </a:lnTo>
                <a:lnTo>
                  <a:pt x="38100" y="600075"/>
                </a:lnTo>
                <a:close/>
              </a:path>
            </a:pathLst>
          </a:custGeom>
          <a:solidFill xmlns:a="http://schemas.openxmlformats.org/drawingml/2006/main">
            <a:srgbClr val="F4EEE0"/>
          </a:solidFill>
          <a:ln xmlns:a="http://schemas.openxmlformats.org/drawingml/2006/main" w="0">
            <a:noFill/>
          </a:ln>
        </p:spPr>
      </p:sp>
      <p:sp>
        <p:nvSpPr>
          <p:cNvPr id="61" name="warning vector #f3f0e1">
            <a:extLst xmlns:a="http://schemas.openxmlformats.org/drawingml/2006/main">
              <a:ext uri="{FF2B5EF4-FFF2-40B4-BE49-F238E27FC236}">
                <a16:creationId xmlns:a16="http://schemas.microsoft.com/office/drawing/2014/main" id="{EE011C6F-C019-4DBB-B759-AB413059ECE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19650" y="1819275"/>
            <a:ext cx="762000" cy="723900"/>
          </a:xfrm>
          <a:custGeom xmlns:a="http://schemas.openxmlformats.org/drawingml/2006/main">
            <a:pathLst>
              <a:path w="647700" h="609600">
                <a:moveTo>
                  <a:pt x="352425" y="0"/>
                </a:moveTo>
                <a:lnTo>
                  <a:pt x="361950" y="0"/>
                </a:lnTo>
                <a:lnTo>
                  <a:pt x="361950" y="9525"/>
                </a:lnTo>
                <a:lnTo>
                  <a:pt x="352425" y="9525"/>
                </a:lnTo>
                <a:close/>
                <a:moveTo>
                  <a:pt x="104775" y="19050"/>
                </a:moveTo>
                <a:lnTo>
                  <a:pt x="114300" y="19050"/>
                </a:lnTo>
                <a:lnTo>
                  <a:pt x="114300" y="28575"/>
                </a:lnTo>
                <a:lnTo>
                  <a:pt x="104775" y="28575"/>
                </a:lnTo>
                <a:close/>
                <a:moveTo>
                  <a:pt x="285750" y="28575"/>
                </a:moveTo>
                <a:lnTo>
                  <a:pt x="295275" y="28575"/>
                </a:lnTo>
                <a:lnTo>
                  <a:pt x="295275" y="38100"/>
                </a:lnTo>
                <a:lnTo>
                  <a:pt x="304800" y="38100"/>
                </a:lnTo>
                <a:lnTo>
                  <a:pt x="304800" y="47625"/>
                </a:lnTo>
                <a:lnTo>
                  <a:pt x="285750" y="47625"/>
                </a:lnTo>
                <a:close/>
                <a:moveTo>
                  <a:pt x="0" y="266700"/>
                </a:moveTo>
                <a:lnTo>
                  <a:pt x="9525" y="266700"/>
                </a:lnTo>
                <a:lnTo>
                  <a:pt x="9525" y="276225"/>
                </a:lnTo>
                <a:lnTo>
                  <a:pt x="0" y="276225"/>
                </a:lnTo>
                <a:close/>
                <a:moveTo>
                  <a:pt x="9525" y="276225"/>
                </a:moveTo>
                <a:lnTo>
                  <a:pt x="57150" y="276225"/>
                </a:lnTo>
                <a:lnTo>
                  <a:pt x="57150" y="295275"/>
                </a:lnTo>
                <a:lnTo>
                  <a:pt x="47625" y="295275"/>
                </a:lnTo>
                <a:lnTo>
                  <a:pt x="47625" y="323850"/>
                </a:lnTo>
                <a:lnTo>
                  <a:pt x="57150" y="323850"/>
                </a:lnTo>
                <a:lnTo>
                  <a:pt x="57150" y="352425"/>
                </a:lnTo>
                <a:lnTo>
                  <a:pt x="47625" y="352425"/>
                </a:lnTo>
                <a:lnTo>
                  <a:pt x="47625" y="342900"/>
                </a:lnTo>
                <a:lnTo>
                  <a:pt x="38100" y="342900"/>
                </a:lnTo>
                <a:lnTo>
                  <a:pt x="38100" y="361950"/>
                </a:lnTo>
                <a:lnTo>
                  <a:pt x="47625" y="361950"/>
                </a:lnTo>
                <a:lnTo>
                  <a:pt x="47625" y="371475"/>
                </a:lnTo>
                <a:lnTo>
                  <a:pt x="28575" y="371475"/>
                </a:lnTo>
                <a:lnTo>
                  <a:pt x="28575" y="361950"/>
                </a:lnTo>
                <a:lnTo>
                  <a:pt x="19050" y="361950"/>
                </a:lnTo>
                <a:lnTo>
                  <a:pt x="19050" y="352425"/>
                </a:lnTo>
                <a:lnTo>
                  <a:pt x="9525" y="352425"/>
                </a:lnTo>
                <a:lnTo>
                  <a:pt x="9525" y="304800"/>
                </a:lnTo>
                <a:lnTo>
                  <a:pt x="0" y="304800"/>
                </a:lnTo>
                <a:lnTo>
                  <a:pt x="0" y="295275"/>
                </a:lnTo>
                <a:lnTo>
                  <a:pt x="9525" y="295275"/>
                </a:lnTo>
                <a:close/>
                <a:moveTo>
                  <a:pt x="600075" y="352425"/>
                </a:moveTo>
                <a:lnTo>
                  <a:pt x="609600" y="352425"/>
                </a:lnTo>
                <a:lnTo>
                  <a:pt x="609600" y="361950"/>
                </a:lnTo>
                <a:lnTo>
                  <a:pt x="600075" y="361950"/>
                </a:lnTo>
                <a:close/>
                <a:moveTo>
                  <a:pt x="47625" y="409575"/>
                </a:moveTo>
                <a:lnTo>
                  <a:pt x="57150" y="409575"/>
                </a:lnTo>
                <a:lnTo>
                  <a:pt x="57150" y="419100"/>
                </a:lnTo>
                <a:lnTo>
                  <a:pt x="47625" y="419100"/>
                </a:lnTo>
                <a:close/>
                <a:moveTo>
                  <a:pt x="590550" y="409575"/>
                </a:moveTo>
                <a:lnTo>
                  <a:pt x="600075" y="409575"/>
                </a:lnTo>
                <a:lnTo>
                  <a:pt x="600075" y="419100"/>
                </a:lnTo>
                <a:lnTo>
                  <a:pt x="590550" y="419100"/>
                </a:lnTo>
                <a:close/>
                <a:moveTo>
                  <a:pt x="266700" y="571500"/>
                </a:moveTo>
                <a:lnTo>
                  <a:pt x="285750" y="571500"/>
                </a:lnTo>
                <a:lnTo>
                  <a:pt x="285750" y="590550"/>
                </a:lnTo>
                <a:lnTo>
                  <a:pt x="266700" y="590550"/>
                </a:lnTo>
                <a:close/>
                <a:moveTo>
                  <a:pt x="114300" y="581025"/>
                </a:moveTo>
                <a:lnTo>
                  <a:pt x="123825" y="581025"/>
                </a:lnTo>
                <a:lnTo>
                  <a:pt x="123825" y="590550"/>
                </a:lnTo>
                <a:lnTo>
                  <a:pt x="114300" y="590550"/>
                </a:lnTo>
                <a:close/>
              </a:path>
            </a:pathLst>
          </a:custGeom>
          <a:solidFill xmlns:a="http://schemas.openxmlformats.org/drawingml/2006/main">
            <a:srgbClr val="F3F0E1"/>
          </a:solidFill>
          <a:ln xmlns:a="http://schemas.openxmlformats.org/drawingml/2006/main" w="0">
            <a:noFill/>
          </a:ln>
        </p:spPr>
      </p:sp>
      <p:sp>
        <p:nvSpPr>
          <p:cNvPr id="62" name="warning vector #f3efe2">
            <a:extLst xmlns:a="http://schemas.openxmlformats.org/drawingml/2006/main">
              <a:ext uri="{FF2B5EF4-FFF2-40B4-BE49-F238E27FC236}">
                <a16:creationId xmlns:a16="http://schemas.microsoft.com/office/drawing/2014/main" id="{A18E7B15-1EBB-41FF-9027-02AF2F1629D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19650" y="1819275"/>
            <a:ext cx="762000" cy="723900"/>
          </a:xfrm>
          <a:custGeom xmlns:a="http://schemas.openxmlformats.org/drawingml/2006/main">
            <a:pathLst>
              <a:path w="647700" h="609600">
                <a:moveTo>
                  <a:pt x="0" y="0"/>
                </a:moveTo>
                <a:lnTo>
                  <a:pt x="19050" y="0"/>
                </a:lnTo>
                <a:lnTo>
                  <a:pt x="19050" y="9525"/>
                </a:lnTo>
                <a:lnTo>
                  <a:pt x="0" y="9525"/>
                </a:lnTo>
                <a:close/>
                <a:moveTo>
                  <a:pt x="152400" y="9525"/>
                </a:moveTo>
                <a:lnTo>
                  <a:pt x="180975" y="9525"/>
                </a:lnTo>
                <a:lnTo>
                  <a:pt x="180975" y="19050"/>
                </a:lnTo>
                <a:lnTo>
                  <a:pt x="152400" y="19050"/>
                </a:lnTo>
                <a:close/>
                <a:moveTo>
                  <a:pt x="28575" y="19050"/>
                </a:moveTo>
                <a:lnTo>
                  <a:pt x="38100" y="19050"/>
                </a:lnTo>
                <a:lnTo>
                  <a:pt x="38100" y="38100"/>
                </a:lnTo>
                <a:lnTo>
                  <a:pt x="47625" y="38100"/>
                </a:lnTo>
                <a:lnTo>
                  <a:pt x="47625" y="66675"/>
                </a:lnTo>
                <a:lnTo>
                  <a:pt x="38100" y="66675"/>
                </a:lnTo>
                <a:lnTo>
                  <a:pt x="38100" y="76200"/>
                </a:lnTo>
                <a:lnTo>
                  <a:pt x="28575" y="76200"/>
                </a:lnTo>
                <a:lnTo>
                  <a:pt x="28575" y="66675"/>
                </a:lnTo>
                <a:lnTo>
                  <a:pt x="9525" y="66675"/>
                </a:lnTo>
                <a:lnTo>
                  <a:pt x="9525" y="57150"/>
                </a:lnTo>
                <a:lnTo>
                  <a:pt x="19050" y="57150"/>
                </a:lnTo>
                <a:lnTo>
                  <a:pt x="19050" y="47625"/>
                </a:lnTo>
                <a:lnTo>
                  <a:pt x="28575" y="47625"/>
                </a:lnTo>
                <a:close/>
                <a:moveTo>
                  <a:pt x="76200" y="19050"/>
                </a:moveTo>
                <a:lnTo>
                  <a:pt x="104775" y="19050"/>
                </a:lnTo>
                <a:lnTo>
                  <a:pt x="104775" y="28575"/>
                </a:lnTo>
                <a:lnTo>
                  <a:pt x="133350" y="28575"/>
                </a:lnTo>
                <a:lnTo>
                  <a:pt x="133350" y="38100"/>
                </a:lnTo>
                <a:lnTo>
                  <a:pt x="161925" y="38100"/>
                </a:lnTo>
                <a:lnTo>
                  <a:pt x="161925" y="47625"/>
                </a:lnTo>
                <a:lnTo>
                  <a:pt x="171450" y="47625"/>
                </a:lnTo>
                <a:lnTo>
                  <a:pt x="171450" y="57150"/>
                </a:lnTo>
                <a:lnTo>
                  <a:pt x="133350" y="57150"/>
                </a:lnTo>
                <a:lnTo>
                  <a:pt x="133350" y="47625"/>
                </a:lnTo>
                <a:lnTo>
                  <a:pt x="123825" y="47625"/>
                </a:lnTo>
                <a:lnTo>
                  <a:pt x="123825" y="66675"/>
                </a:lnTo>
                <a:lnTo>
                  <a:pt x="114300" y="66675"/>
                </a:lnTo>
                <a:lnTo>
                  <a:pt x="114300" y="57150"/>
                </a:lnTo>
                <a:lnTo>
                  <a:pt x="76200" y="57150"/>
                </a:lnTo>
                <a:lnTo>
                  <a:pt x="76200" y="38100"/>
                </a:lnTo>
                <a:lnTo>
                  <a:pt x="66675" y="38100"/>
                </a:lnTo>
                <a:lnTo>
                  <a:pt x="66675" y="28575"/>
                </a:lnTo>
                <a:lnTo>
                  <a:pt x="76200" y="28575"/>
                </a:lnTo>
                <a:close/>
                <a:moveTo>
                  <a:pt x="190500" y="19050"/>
                </a:moveTo>
                <a:lnTo>
                  <a:pt x="200025" y="19050"/>
                </a:lnTo>
                <a:lnTo>
                  <a:pt x="200025" y="38100"/>
                </a:lnTo>
                <a:lnTo>
                  <a:pt x="190500" y="38100"/>
                </a:lnTo>
                <a:close/>
                <a:moveTo>
                  <a:pt x="266700" y="19050"/>
                </a:moveTo>
                <a:lnTo>
                  <a:pt x="285750" y="19050"/>
                </a:lnTo>
                <a:lnTo>
                  <a:pt x="285750" y="38100"/>
                </a:lnTo>
                <a:lnTo>
                  <a:pt x="266700" y="38100"/>
                </a:lnTo>
                <a:close/>
                <a:moveTo>
                  <a:pt x="314325" y="19050"/>
                </a:moveTo>
                <a:lnTo>
                  <a:pt x="323850" y="19050"/>
                </a:lnTo>
                <a:lnTo>
                  <a:pt x="323850" y="28575"/>
                </a:lnTo>
                <a:lnTo>
                  <a:pt x="314325" y="28575"/>
                </a:lnTo>
                <a:close/>
                <a:moveTo>
                  <a:pt x="381000" y="19050"/>
                </a:moveTo>
                <a:lnTo>
                  <a:pt x="400050" y="19050"/>
                </a:lnTo>
                <a:lnTo>
                  <a:pt x="400050" y="47625"/>
                </a:lnTo>
                <a:lnTo>
                  <a:pt x="381000" y="47625"/>
                </a:lnTo>
                <a:lnTo>
                  <a:pt x="381000" y="57150"/>
                </a:lnTo>
                <a:lnTo>
                  <a:pt x="371475" y="57150"/>
                </a:lnTo>
                <a:lnTo>
                  <a:pt x="371475" y="47625"/>
                </a:lnTo>
                <a:lnTo>
                  <a:pt x="361950" y="47625"/>
                </a:lnTo>
                <a:lnTo>
                  <a:pt x="361950" y="38100"/>
                </a:lnTo>
                <a:lnTo>
                  <a:pt x="371475" y="38100"/>
                </a:lnTo>
                <a:lnTo>
                  <a:pt x="371475" y="28575"/>
                </a:lnTo>
                <a:lnTo>
                  <a:pt x="381000" y="28575"/>
                </a:lnTo>
                <a:close/>
                <a:moveTo>
                  <a:pt x="323850" y="28575"/>
                </a:moveTo>
                <a:lnTo>
                  <a:pt x="333375" y="28575"/>
                </a:lnTo>
                <a:lnTo>
                  <a:pt x="333375" y="38100"/>
                </a:lnTo>
                <a:lnTo>
                  <a:pt x="323850" y="38100"/>
                </a:lnTo>
                <a:close/>
                <a:moveTo>
                  <a:pt x="400050" y="66675"/>
                </a:moveTo>
                <a:lnTo>
                  <a:pt x="419100" y="66675"/>
                </a:lnTo>
                <a:lnTo>
                  <a:pt x="419100" y="95250"/>
                </a:lnTo>
                <a:lnTo>
                  <a:pt x="409575" y="95250"/>
                </a:lnTo>
                <a:lnTo>
                  <a:pt x="409575" y="76200"/>
                </a:lnTo>
                <a:lnTo>
                  <a:pt x="400050" y="76200"/>
                </a:lnTo>
                <a:close/>
                <a:moveTo>
                  <a:pt x="57150" y="76200"/>
                </a:moveTo>
                <a:lnTo>
                  <a:pt x="66675" y="76200"/>
                </a:lnTo>
                <a:lnTo>
                  <a:pt x="66675" y="95250"/>
                </a:lnTo>
                <a:lnTo>
                  <a:pt x="57150" y="95250"/>
                </a:lnTo>
                <a:close/>
                <a:moveTo>
                  <a:pt x="66675" y="95250"/>
                </a:moveTo>
                <a:lnTo>
                  <a:pt x="76200" y="95250"/>
                </a:lnTo>
                <a:lnTo>
                  <a:pt x="76200" y="123825"/>
                </a:lnTo>
                <a:lnTo>
                  <a:pt x="66675" y="123825"/>
                </a:lnTo>
                <a:close/>
                <a:moveTo>
                  <a:pt x="114300" y="114300"/>
                </a:moveTo>
                <a:lnTo>
                  <a:pt x="123825" y="114300"/>
                </a:lnTo>
                <a:lnTo>
                  <a:pt x="123825" y="123825"/>
                </a:lnTo>
                <a:lnTo>
                  <a:pt x="114300" y="123825"/>
                </a:lnTo>
                <a:close/>
                <a:moveTo>
                  <a:pt x="133350" y="114300"/>
                </a:moveTo>
                <a:lnTo>
                  <a:pt x="142875" y="114300"/>
                </a:lnTo>
                <a:lnTo>
                  <a:pt x="142875" y="123825"/>
                </a:lnTo>
                <a:lnTo>
                  <a:pt x="133350" y="123825"/>
                </a:lnTo>
                <a:close/>
                <a:moveTo>
                  <a:pt x="152400" y="123825"/>
                </a:moveTo>
                <a:lnTo>
                  <a:pt x="161925" y="123825"/>
                </a:lnTo>
                <a:lnTo>
                  <a:pt x="161925" y="133350"/>
                </a:lnTo>
                <a:lnTo>
                  <a:pt x="152400" y="133350"/>
                </a:lnTo>
                <a:close/>
                <a:moveTo>
                  <a:pt x="0" y="152400"/>
                </a:moveTo>
                <a:lnTo>
                  <a:pt x="19050" y="152400"/>
                </a:lnTo>
                <a:lnTo>
                  <a:pt x="19050" y="161925"/>
                </a:lnTo>
                <a:lnTo>
                  <a:pt x="0" y="161925"/>
                </a:lnTo>
                <a:close/>
                <a:moveTo>
                  <a:pt x="581025" y="152400"/>
                </a:moveTo>
                <a:lnTo>
                  <a:pt x="590550" y="152400"/>
                </a:lnTo>
                <a:lnTo>
                  <a:pt x="590550" y="161925"/>
                </a:lnTo>
                <a:lnTo>
                  <a:pt x="581025" y="161925"/>
                </a:lnTo>
                <a:close/>
                <a:moveTo>
                  <a:pt x="581025" y="171450"/>
                </a:moveTo>
                <a:lnTo>
                  <a:pt x="590550" y="171450"/>
                </a:lnTo>
                <a:lnTo>
                  <a:pt x="590550" y="190500"/>
                </a:lnTo>
                <a:lnTo>
                  <a:pt x="571500" y="190500"/>
                </a:lnTo>
                <a:lnTo>
                  <a:pt x="571500" y="180975"/>
                </a:lnTo>
                <a:lnTo>
                  <a:pt x="581025" y="180975"/>
                </a:lnTo>
                <a:close/>
                <a:moveTo>
                  <a:pt x="457200" y="180975"/>
                </a:moveTo>
                <a:lnTo>
                  <a:pt x="476250" y="180975"/>
                </a:lnTo>
                <a:lnTo>
                  <a:pt x="476250" y="190500"/>
                </a:lnTo>
                <a:lnTo>
                  <a:pt x="485775" y="190500"/>
                </a:lnTo>
                <a:lnTo>
                  <a:pt x="485775" y="219075"/>
                </a:lnTo>
                <a:lnTo>
                  <a:pt x="466725" y="219075"/>
                </a:lnTo>
                <a:lnTo>
                  <a:pt x="466725" y="190500"/>
                </a:lnTo>
                <a:lnTo>
                  <a:pt x="457200" y="190500"/>
                </a:lnTo>
                <a:close/>
                <a:moveTo>
                  <a:pt x="66675" y="190500"/>
                </a:moveTo>
                <a:lnTo>
                  <a:pt x="76200" y="190500"/>
                </a:lnTo>
                <a:lnTo>
                  <a:pt x="76200" y="209550"/>
                </a:lnTo>
                <a:lnTo>
                  <a:pt x="66675" y="209550"/>
                </a:lnTo>
                <a:lnTo>
                  <a:pt x="66675" y="219075"/>
                </a:lnTo>
                <a:lnTo>
                  <a:pt x="57150" y="219075"/>
                </a:lnTo>
                <a:lnTo>
                  <a:pt x="57150" y="200025"/>
                </a:lnTo>
                <a:lnTo>
                  <a:pt x="66675" y="200025"/>
                </a:lnTo>
                <a:close/>
                <a:moveTo>
                  <a:pt x="590550" y="190500"/>
                </a:moveTo>
                <a:lnTo>
                  <a:pt x="600075" y="190500"/>
                </a:lnTo>
                <a:lnTo>
                  <a:pt x="600075" y="200025"/>
                </a:lnTo>
                <a:lnTo>
                  <a:pt x="590550" y="200025"/>
                </a:lnTo>
                <a:close/>
                <a:moveTo>
                  <a:pt x="0" y="219075"/>
                </a:moveTo>
                <a:lnTo>
                  <a:pt x="9525" y="219075"/>
                </a:lnTo>
                <a:lnTo>
                  <a:pt x="9525" y="228600"/>
                </a:lnTo>
                <a:lnTo>
                  <a:pt x="38100" y="228600"/>
                </a:lnTo>
                <a:lnTo>
                  <a:pt x="38100" y="238125"/>
                </a:lnTo>
                <a:lnTo>
                  <a:pt x="47625" y="238125"/>
                </a:lnTo>
                <a:lnTo>
                  <a:pt x="47625" y="247650"/>
                </a:lnTo>
                <a:lnTo>
                  <a:pt x="19050" y="247650"/>
                </a:lnTo>
                <a:lnTo>
                  <a:pt x="19050" y="266700"/>
                </a:lnTo>
                <a:lnTo>
                  <a:pt x="28575" y="266700"/>
                </a:lnTo>
                <a:lnTo>
                  <a:pt x="28575" y="276225"/>
                </a:lnTo>
                <a:lnTo>
                  <a:pt x="9525" y="276225"/>
                </a:lnTo>
                <a:lnTo>
                  <a:pt x="9525" y="266700"/>
                </a:lnTo>
                <a:lnTo>
                  <a:pt x="0" y="266700"/>
                </a:lnTo>
                <a:close/>
                <a:moveTo>
                  <a:pt x="104775" y="219075"/>
                </a:moveTo>
                <a:lnTo>
                  <a:pt x="123825" y="219075"/>
                </a:lnTo>
                <a:lnTo>
                  <a:pt x="123825" y="228600"/>
                </a:lnTo>
                <a:lnTo>
                  <a:pt x="104775" y="228600"/>
                </a:lnTo>
                <a:close/>
                <a:moveTo>
                  <a:pt x="123825" y="228600"/>
                </a:moveTo>
                <a:lnTo>
                  <a:pt x="133350" y="228600"/>
                </a:lnTo>
                <a:lnTo>
                  <a:pt x="133350" y="238125"/>
                </a:lnTo>
                <a:lnTo>
                  <a:pt x="123825" y="238125"/>
                </a:lnTo>
                <a:close/>
                <a:moveTo>
                  <a:pt x="571500" y="228600"/>
                </a:moveTo>
                <a:lnTo>
                  <a:pt x="600075" y="228600"/>
                </a:lnTo>
                <a:lnTo>
                  <a:pt x="600075" y="238125"/>
                </a:lnTo>
                <a:lnTo>
                  <a:pt x="590550" y="238125"/>
                </a:lnTo>
                <a:lnTo>
                  <a:pt x="590550" y="247650"/>
                </a:lnTo>
                <a:lnTo>
                  <a:pt x="571500" y="247650"/>
                </a:lnTo>
                <a:close/>
                <a:moveTo>
                  <a:pt x="85725" y="238125"/>
                </a:moveTo>
                <a:lnTo>
                  <a:pt x="95250" y="238125"/>
                </a:lnTo>
                <a:lnTo>
                  <a:pt x="95250" y="247650"/>
                </a:lnTo>
                <a:lnTo>
                  <a:pt x="104775" y="247650"/>
                </a:lnTo>
                <a:lnTo>
                  <a:pt x="104775" y="257175"/>
                </a:lnTo>
                <a:lnTo>
                  <a:pt x="95250" y="257175"/>
                </a:lnTo>
                <a:lnTo>
                  <a:pt x="95250" y="266700"/>
                </a:lnTo>
                <a:lnTo>
                  <a:pt x="85725" y="266700"/>
                </a:lnTo>
                <a:close/>
                <a:moveTo>
                  <a:pt x="552450" y="247650"/>
                </a:moveTo>
                <a:lnTo>
                  <a:pt x="571500" y="247650"/>
                </a:lnTo>
                <a:lnTo>
                  <a:pt x="571500" y="257175"/>
                </a:lnTo>
                <a:lnTo>
                  <a:pt x="561975" y="257175"/>
                </a:lnTo>
                <a:lnTo>
                  <a:pt x="561975" y="266700"/>
                </a:lnTo>
                <a:lnTo>
                  <a:pt x="552450" y="266700"/>
                </a:lnTo>
                <a:close/>
                <a:moveTo>
                  <a:pt x="47625" y="266700"/>
                </a:moveTo>
                <a:lnTo>
                  <a:pt x="66675" y="266700"/>
                </a:lnTo>
                <a:lnTo>
                  <a:pt x="66675" y="285750"/>
                </a:lnTo>
                <a:lnTo>
                  <a:pt x="57150" y="285750"/>
                </a:lnTo>
                <a:lnTo>
                  <a:pt x="57150" y="276225"/>
                </a:lnTo>
                <a:lnTo>
                  <a:pt x="47625" y="276225"/>
                </a:lnTo>
                <a:close/>
                <a:moveTo>
                  <a:pt x="533400" y="276225"/>
                </a:moveTo>
                <a:lnTo>
                  <a:pt x="542925" y="276225"/>
                </a:lnTo>
                <a:lnTo>
                  <a:pt x="542925" y="285750"/>
                </a:lnTo>
                <a:lnTo>
                  <a:pt x="533400" y="285750"/>
                </a:lnTo>
                <a:close/>
                <a:moveTo>
                  <a:pt x="0" y="304800"/>
                </a:moveTo>
                <a:lnTo>
                  <a:pt x="9525" y="304800"/>
                </a:lnTo>
                <a:lnTo>
                  <a:pt x="9525" y="342900"/>
                </a:lnTo>
                <a:lnTo>
                  <a:pt x="0" y="342900"/>
                </a:lnTo>
                <a:close/>
                <a:moveTo>
                  <a:pt x="57150" y="314325"/>
                </a:moveTo>
                <a:lnTo>
                  <a:pt x="66675" y="314325"/>
                </a:lnTo>
                <a:lnTo>
                  <a:pt x="66675" y="333375"/>
                </a:lnTo>
                <a:lnTo>
                  <a:pt x="57150" y="333375"/>
                </a:lnTo>
                <a:close/>
                <a:moveTo>
                  <a:pt x="561975" y="314325"/>
                </a:moveTo>
                <a:lnTo>
                  <a:pt x="590550" y="314325"/>
                </a:lnTo>
                <a:lnTo>
                  <a:pt x="590550" y="323850"/>
                </a:lnTo>
                <a:lnTo>
                  <a:pt x="600075" y="323850"/>
                </a:lnTo>
                <a:lnTo>
                  <a:pt x="600075" y="333375"/>
                </a:lnTo>
                <a:lnTo>
                  <a:pt x="609600" y="333375"/>
                </a:lnTo>
                <a:lnTo>
                  <a:pt x="609600" y="352425"/>
                </a:lnTo>
                <a:lnTo>
                  <a:pt x="600075" y="352425"/>
                </a:lnTo>
                <a:lnTo>
                  <a:pt x="600075" y="361950"/>
                </a:lnTo>
                <a:lnTo>
                  <a:pt x="609600" y="361950"/>
                </a:lnTo>
                <a:lnTo>
                  <a:pt x="609600" y="352425"/>
                </a:lnTo>
                <a:lnTo>
                  <a:pt x="619125" y="352425"/>
                </a:lnTo>
                <a:lnTo>
                  <a:pt x="619125" y="361950"/>
                </a:lnTo>
                <a:lnTo>
                  <a:pt x="609600" y="361950"/>
                </a:lnTo>
                <a:lnTo>
                  <a:pt x="609600" y="371475"/>
                </a:lnTo>
                <a:lnTo>
                  <a:pt x="600075" y="371475"/>
                </a:lnTo>
                <a:lnTo>
                  <a:pt x="600075" y="381000"/>
                </a:lnTo>
                <a:lnTo>
                  <a:pt x="581025" y="381000"/>
                </a:lnTo>
                <a:lnTo>
                  <a:pt x="581025" y="371475"/>
                </a:lnTo>
                <a:lnTo>
                  <a:pt x="571500" y="371475"/>
                </a:lnTo>
                <a:lnTo>
                  <a:pt x="571500" y="342900"/>
                </a:lnTo>
                <a:lnTo>
                  <a:pt x="552450" y="342900"/>
                </a:lnTo>
                <a:lnTo>
                  <a:pt x="552450" y="333375"/>
                </a:lnTo>
                <a:lnTo>
                  <a:pt x="561975" y="333375"/>
                </a:lnTo>
                <a:close/>
                <a:moveTo>
                  <a:pt x="19050" y="361950"/>
                </a:moveTo>
                <a:lnTo>
                  <a:pt x="28575" y="361950"/>
                </a:lnTo>
                <a:lnTo>
                  <a:pt x="28575" y="371475"/>
                </a:lnTo>
                <a:lnTo>
                  <a:pt x="47625" y="371475"/>
                </a:lnTo>
                <a:lnTo>
                  <a:pt x="47625" y="381000"/>
                </a:lnTo>
                <a:lnTo>
                  <a:pt x="57150" y="381000"/>
                </a:lnTo>
                <a:lnTo>
                  <a:pt x="57150" y="400050"/>
                </a:lnTo>
                <a:lnTo>
                  <a:pt x="47625" y="400050"/>
                </a:lnTo>
                <a:lnTo>
                  <a:pt x="47625" y="409575"/>
                </a:lnTo>
                <a:lnTo>
                  <a:pt x="38100" y="409575"/>
                </a:lnTo>
                <a:lnTo>
                  <a:pt x="38100" y="381000"/>
                </a:lnTo>
                <a:lnTo>
                  <a:pt x="28575" y="381000"/>
                </a:lnTo>
                <a:lnTo>
                  <a:pt x="28575" y="400050"/>
                </a:lnTo>
                <a:lnTo>
                  <a:pt x="19050" y="400050"/>
                </a:lnTo>
                <a:close/>
                <a:moveTo>
                  <a:pt x="9525" y="419100"/>
                </a:moveTo>
                <a:lnTo>
                  <a:pt x="19050" y="419100"/>
                </a:lnTo>
                <a:lnTo>
                  <a:pt x="19050" y="438150"/>
                </a:lnTo>
                <a:lnTo>
                  <a:pt x="0" y="438150"/>
                </a:lnTo>
                <a:lnTo>
                  <a:pt x="0" y="428625"/>
                </a:lnTo>
                <a:lnTo>
                  <a:pt x="9525" y="428625"/>
                </a:lnTo>
                <a:close/>
                <a:moveTo>
                  <a:pt x="590550" y="419100"/>
                </a:moveTo>
                <a:lnTo>
                  <a:pt x="600075" y="419100"/>
                </a:lnTo>
                <a:lnTo>
                  <a:pt x="600075" y="428625"/>
                </a:lnTo>
                <a:lnTo>
                  <a:pt x="590550" y="428625"/>
                </a:lnTo>
                <a:close/>
                <a:moveTo>
                  <a:pt x="9525" y="542925"/>
                </a:moveTo>
                <a:lnTo>
                  <a:pt x="28575" y="542925"/>
                </a:lnTo>
                <a:lnTo>
                  <a:pt x="28575" y="561975"/>
                </a:lnTo>
                <a:lnTo>
                  <a:pt x="19050" y="561975"/>
                </a:lnTo>
                <a:lnTo>
                  <a:pt x="19050" y="552450"/>
                </a:lnTo>
                <a:lnTo>
                  <a:pt x="9525" y="552450"/>
                </a:lnTo>
                <a:close/>
                <a:moveTo>
                  <a:pt x="123825" y="581025"/>
                </a:moveTo>
                <a:lnTo>
                  <a:pt x="152400" y="581025"/>
                </a:lnTo>
                <a:lnTo>
                  <a:pt x="152400" y="590550"/>
                </a:lnTo>
                <a:lnTo>
                  <a:pt x="142875" y="590550"/>
                </a:lnTo>
                <a:lnTo>
                  <a:pt x="142875" y="609600"/>
                </a:lnTo>
                <a:lnTo>
                  <a:pt x="123825" y="609600"/>
                </a:lnTo>
                <a:lnTo>
                  <a:pt x="123825" y="600075"/>
                </a:lnTo>
                <a:lnTo>
                  <a:pt x="114300" y="600075"/>
                </a:lnTo>
                <a:lnTo>
                  <a:pt x="114300" y="590550"/>
                </a:lnTo>
                <a:lnTo>
                  <a:pt x="123825" y="590550"/>
                </a:lnTo>
                <a:close/>
                <a:moveTo>
                  <a:pt x="180975" y="581025"/>
                </a:moveTo>
                <a:lnTo>
                  <a:pt x="190500" y="581025"/>
                </a:lnTo>
                <a:lnTo>
                  <a:pt x="190500" y="600075"/>
                </a:lnTo>
                <a:lnTo>
                  <a:pt x="171450" y="600075"/>
                </a:lnTo>
                <a:lnTo>
                  <a:pt x="171450" y="590550"/>
                </a:lnTo>
                <a:lnTo>
                  <a:pt x="180975" y="590550"/>
                </a:lnTo>
                <a:close/>
                <a:moveTo>
                  <a:pt x="257175" y="581025"/>
                </a:moveTo>
                <a:lnTo>
                  <a:pt x="266700" y="581025"/>
                </a:lnTo>
                <a:lnTo>
                  <a:pt x="266700" y="600075"/>
                </a:lnTo>
                <a:lnTo>
                  <a:pt x="247650" y="600075"/>
                </a:lnTo>
                <a:lnTo>
                  <a:pt x="247650" y="590550"/>
                </a:lnTo>
                <a:lnTo>
                  <a:pt x="257175" y="590550"/>
                </a:lnTo>
                <a:close/>
                <a:moveTo>
                  <a:pt x="219075" y="590550"/>
                </a:moveTo>
                <a:lnTo>
                  <a:pt x="238125" y="590550"/>
                </a:lnTo>
                <a:lnTo>
                  <a:pt x="238125" y="600075"/>
                </a:lnTo>
                <a:lnTo>
                  <a:pt x="219075" y="600075"/>
                </a:lnTo>
                <a:close/>
                <a:moveTo>
                  <a:pt x="47625" y="600075"/>
                </a:moveTo>
                <a:lnTo>
                  <a:pt x="66675" y="600075"/>
                </a:lnTo>
                <a:lnTo>
                  <a:pt x="66675" y="609600"/>
                </a:lnTo>
                <a:lnTo>
                  <a:pt x="47625" y="609600"/>
                </a:lnTo>
                <a:close/>
                <a:moveTo>
                  <a:pt x="238125" y="600075"/>
                </a:moveTo>
                <a:lnTo>
                  <a:pt x="247650" y="600075"/>
                </a:lnTo>
                <a:lnTo>
                  <a:pt x="247650" y="609600"/>
                </a:lnTo>
                <a:lnTo>
                  <a:pt x="238125" y="609600"/>
                </a:lnTo>
                <a:close/>
              </a:path>
            </a:pathLst>
          </a:custGeom>
          <a:solidFill xmlns:a="http://schemas.openxmlformats.org/drawingml/2006/main">
            <a:srgbClr val="F3EFE2"/>
          </a:solidFill>
          <a:ln xmlns:a="http://schemas.openxmlformats.org/drawingml/2006/main" w="0">
            <a:noFill/>
          </a:ln>
        </p:spPr>
      </p:sp>
      <p:sp>
        <p:nvSpPr>
          <p:cNvPr id="63" name="warning vector #f2efdf">
            <a:extLst xmlns:a="http://schemas.openxmlformats.org/drawingml/2006/main">
              <a:ext uri="{FF2B5EF4-FFF2-40B4-BE49-F238E27FC236}">
                <a16:creationId xmlns:a16="http://schemas.microsoft.com/office/drawing/2014/main" id="{C743A2D7-E3DF-4A15-9CC3-2E71168C9C1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19650" y="1819275"/>
            <a:ext cx="762000" cy="723900"/>
          </a:xfrm>
          <a:custGeom xmlns:a="http://schemas.openxmlformats.org/drawingml/2006/main">
            <a:pathLst>
              <a:path w="647700" h="609600">
                <a:moveTo>
                  <a:pt x="85725" y="0"/>
                </a:moveTo>
                <a:lnTo>
                  <a:pt x="238125" y="0"/>
                </a:lnTo>
                <a:lnTo>
                  <a:pt x="238125" y="38100"/>
                </a:lnTo>
                <a:lnTo>
                  <a:pt x="228600" y="38100"/>
                </a:lnTo>
                <a:lnTo>
                  <a:pt x="228600" y="57150"/>
                </a:lnTo>
                <a:lnTo>
                  <a:pt x="209550" y="57150"/>
                </a:lnTo>
                <a:lnTo>
                  <a:pt x="209550" y="47625"/>
                </a:lnTo>
                <a:lnTo>
                  <a:pt x="200025" y="47625"/>
                </a:lnTo>
                <a:lnTo>
                  <a:pt x="200025" y="19050"/>
                </a:lnTo>
                <a:lnTo>
                  <a:pt x="180975" y="19050"/>
                </a:lnTo>
                <a:lnTo>
                  <a:pt x="180975" y="9525"/>
                </a:lnTo>
                <a:lnTo>
                  <a:pt x="123825" y="9525"/>
                </a:lnTo>
                <a:lnTo>
                  <a:pt x="123825" y="28575"/>
                </a:lnTo>
                <a:lnTo>
                  <a:pt x="114300" y="28575"/>
                </a:lnTo>
                <a:lnTo>
                  <a:pt x="114300" y="19050"/>
                </a:lnTo>
                <a:lnTo>
                  <a:pt x="85725" y="19050"/>
                </a:lnTo>
                <a:close/>
                <a:moveTo>
                  <a:pt x="276225" y="0"/>
                </a:moveTo>
                <a:lnTo>
                  <a:pt x="285750" y="0"/>
                </a:lnTo>
                <a:lnTo>
                  <a:pt x="285750" y="9525"/>
                </a:lnTo>
                <a:lnTo>
                  <a:pt x="276225" y="9525"/>
                </a:lnTo>
                <a:close/>
                <a:moveTo>
                  <a:pt x="304800" y="0"/>
                </a:moveTo>
                <a:lnTo>
                  <a:pt x="352425" y="0"/>
                </a:lnTo>
                <a:lnTo>
                  <a:pt x="352425" y="9525"/>
                </a:lnTo>
                <a:lnTo>
                  <a:pt x="361950" y="9525"/>
                </a:lnTo>
                <a:lnTo>
                  <a:pt x="361950" y="0"/>
                </a:lnTo>
                <a:lnTo>
                  <a:pt x="390525" y="0"/>
                </a:lnTo>
                <a:lnTo>
                  <a:pt x="390525" y="9525"/>
                </a:lnTo>
                <a:lnTo>
                  <a:pt x="381000" y="9525"/>
                </a:lnTo>
                <a:lnTo>
                  <a:pt x="381000" y="19050"/>
                </a:lnTo>
                <a:lnTo>
                  <a:pt x="352425" y="19050"/>
                </a:lnTo>
                <a:lnTo>
                  <a:pt x="352425" y="38100"/>
                </a:lnTo>
                <a:lnTo>
                  <a:pt x="333375" y="38100"/>
                </a:lnTo>
                <a:lnTo>
                  <a:pt x="333375" y="28575"/>
                </a:lnTo>
                <a:lnTo>
                  <a:pt x="323850" y="28575"/>
                </a:lnTo>
                <a:lnTo>
                  <a:pt x="323850" y="19050"/>
                </a:lnTo>
                <a:lnTo>
                  <a:pt x="314325" y="19050"/>
                </a:lnTo>
                <a:lnTo>
                  <a:pt x="314325" y="9525"/>
                </a:lnTo>
                <a:lnTo>
                  <a:pt x="304800" y="9525"/>
                </a:lnTo>
                <a:close/>
                <a:moveTo>
                  <a:pt x="285750" y="19050"/>
                </a:moveTo>
                <a:lnTo>
                  <a:pt x="314325" y="19050"/>
                </a:lnTo>
                <a:lnTo>
                  <a:pt x="314325" y="28575"/>
                </a:lnTo>
                <a:lnTo>
                  <a:pt x="304800" y="28575"/>
                </a:lnTo>
                <a:lnTo>
                  <a:pt x="304800" y="38100"/>
                </a:lnTo>
                <a:lnTo>
                  <a:pt x="295275" y="38100"/>
                </a:lnTo>
                <a:lnTo>
                  <a:pt x="295275" y="28575"/>
                </a:lnTo>
                <a:lnTo>
                  <a:pt x="285750" y="28575"/>
                </a:lnTo>
                <a:close/>
                <a:moveTo>
                  <a:pt x="304800" y="38100"/>
                </a:moveTo>
                <a:lnTo>
                  <a:pt x="333375" y="38100"/>
                </a:lnTo>
                <a:lnTo>
                  <a:pt x="333375" y="47625"/>
                </a:lnTo>
                <a:lnTo>
                  <a:pt x="323850" y="47625"/>
                </a:lnTo>
                <a:lnTo>
                  <a:pt x="323850" y="57150"/>
                </a:lnTo>
                <a:lnTo>
                  <a:pt x="314325" y="57150"/>
                </a:lnTo>
                <a:lnTo>
                  <a:pt x="314325" y="47625"/>
                </a:lnTo>
                <a:lnTo>
                  <a:pt x="304800" y="47625"/>
                </a:lnTo>
                <a:close/>
                <a:moveTo>
                  <a:pt x="352425" y="38100"/>
                </a:moveTo>
                <a:lnTo>
                  <a:pt x="361950" y="38100"/>
                </a:lnTo>
                <a:lnTo>
                  <a:pt x="361950" y="47625"/>
                </a:lnTo>
                <a:lnTo>
                  <a:pt x="352425" y="47625"/>
                </a:lnTo>
                <a:close/>
                <a:moveTo>
                  <a:pt x="9525" y="66675"/>
                </a:moveTo>
                <a:lnTo>
                  <a:pt x="28575" y="66675"/>
                </a:lnTo>
                <a:lnTo>
                  <a:pt x="28575" y="76200"/>
                </a:lnTo>
                <a:lnTo>
                  <a:pt x="38100" y="76200"/>
                </a:lnTo>
                <a:lnTo>
                  <a:pt x="38100" y="85725"/>
                </a:lnTo>
                <a:lnTo>
                  <a:pt x="57150" y="85725"/>
                </a:lnTo>
                <a:lnTo>
                  <a:pt x="57150" y="95250"/>
                </a:lnTo>
                <a:lnTo>
                  <a:pt x="66675" y="95250"/>
                </a:lnTo>
                <a:lnTo>
                  <a:pt x="66675" y="123825"/>
                </a:lnTo>
                <a:lnTo>
                  <a:pt x="47625" y="123825"/>
                </a:lnTo>
                <a:lnTo>
                  <a:pt x="47625" y="142875"/>
                </a:lnTo>
                <a:lnTo>
                  <a:pt x="28575" y="142875"/>
                </a:lnTo>
                <a:lnTo>
                  <a:pt x="28575" y="152400"/>
                </a:lnTo>
                <a:lnTo>
                  <a:pt x="0" y="152400"/>
                </a:lnTo>
                <a:lnTo>
                  <a:pt x="0" y="76200"/>
                </a:lnTo>
                <a:lnTo>
                  <a:pt x="9525" y="76200"/>
                </a:lnTo>
                <a:close/>
                <a:moveTo>
                  <a:pt x="390525" y="66675"/>
                </a:moveTo>
                <a:lnTo>
                  <a:pt x="400050" y="66675"/>
                </a:lnTo>
                <a:lnTo>
                  <a:pt x="400050" y="76200"/>
                </a:lnTo>
                <a:lnTo>
                  <a:pt x="390525" y="76200"/>
                </a:lnTo>
                <a:close/>
                <a:moveTo>
                  <a:pt x="400050" y="76200"/>
                </a:moveTo>
                <a:lnTo>
                  <a:pt x="409575" y="76200"/>
                </a:lnTo>
                <a:lnTo>
                  <a:pt x="409575" y="95250"/>
                </a:lnTo>
                <a:lnTo>
                  <a:pt x="400050" y="95250"/>
                </a:lnTo>
                <a:close/>
                <a:moveTo>
                  <a:pt x="219075" y="95250"/>
                </a:moveTo>
                <a:lnTo>
                  <a:pt x="228600" y="95250"/>
                </a:lnTo>
                <a:lnTo>
                  <a:pt x="228600" y="114300"/>
                </a:lnTo>
                <a:lnTo>
                  <a:pt x="209550" y="114300"/>
                </a:lnTo>
                <a:lnTo>
                  <a:pt x="209550" y="104775"/>
                </a:lnTo>
                <a:lnTo>
                  <a:pt x="219075" y="104775"/>
                </a:lnTo>
                <a:close/>
                <a:moveTo>
                  <a:pt x="190500" y="123825"/>
                </a:moveTo>
                <a:lnTo>
                  <a:pt x="209550" y="123825"/>
                </a:lnTo>
                <a:lnTo>
                  <a:pt x="209550" y="161925"/>
                </a:lnTo>
                <a:lnTo>
                  <a:pt x="200025" y="161925"/>
                </a:lnTo>
                <a:lnTo>
                  <a:pt x="200025" y="142875"/>
                </a:lnTo>
                <a:lnTo>
                  <a:pt x="180975" y="142875"/>
                </a:lnTo>
                <a:lnTo>
                  <a:pt x="180975" y="133350"/>
                </a:lnTo>
                <a:lnTo>
                  <a:pt x="190500" y="133350"/>
                </a:lnTo>
                <a:close/>
                <a:moveTo>
                  <a:pt x="590550" y="152400"/>
                </a:moveTo>
                <a:lnTo>
                  <a:pt x="600075" y="152400"/>
                </a:lnTo>
                <a:lnTo>
                  <a:pt x="600075" y="161925"/>
                </a:lnTo>
                <a:lnTo>
                  <a:pt x="609600" y="161925"/>
                </a:lnTo>
                <a:lnTo>
                  <a:pt x="609600" y="180975"/>
                </a:lnTo>
                <a:lnTo>
                  <a:pt x="600075" y="180975"/>
                </a:lnTo>
                <a:lnTo>
                  <a:pt x="600075" y="190500"/>
                </a:lnTo>
                <a:lnTo>
                  <a:pt x="590550" y="190500"/>
                </a:lnTo>
                <a:lnTo>
                  <a:pt x="590550" y="171450"/>
                </a:lnTo>
                <a:lnTo>
                  <a:pt x="581025" y="171450"/>
                </a:lnTo>
                <a:lnTo>
                  <a:pt x="581025" y="161925"/>
                </a:lnTo>
                <a:lnTo>
                  <a:pt x="590550" y="161925"/>
                </a:lnTo>
                <a:close/>
                <a:moveTo>
                  <a:pt x="123825" y="219075"/>
                </a:moveTo>
                <a:lnTo>
                  <a:pt x="133350" y="219075"/>
                </a:lnTo>
                <a:lnTo>
                  <a:pt x="133350" y="228600"/>
                </a:lnTo>
                <a:lnTo>
                  <a:pt x="123825" y="228600"/>
                </a:lnTo>
                <a:close/>
                <a:moveTo>
                  <a:pt x="542925" y="247650"/>
                </a:moveTo>
                <a:lnTo>
                  <a:pt x="552450" y="247650"/>
                </a:lnTo>
                <a:lnTo>
                  <a:pt x="552450" y="257175"/>
                </a:lnTo>
                <a:lnTo>
                  <a:pt x="542925" y="257175"/>
                </a:lnTo>
                <a:close/>
                <a:moveTo>
                  <a:pt x="495300" y="257175"/>
                </a:moveTo>
                <a:lnTo>
                  <a:pt x="504825" y="257175"/>
                </a:lnTo>
                <a:lnTo>
                  <a:pt x="504825" y="276225"/>
                </a:lnTo>
                <a:lnTo>
                  <a:pt x="495300" y="276225"/>
                </a:lnTo>
                <a:close/>
                <a:moveTo>
                  <a:pt x="114300" y="266700"/>
                </a:moveTo>
                <a:lnTo>
                  <a:pt x="123825" y="266700"/>
                </a:lnTo>
                <a:lnTo>
                  <a:pt x="123825" y="285750"/>
                </a:lnTo>
                <a:lnTo>
                  <a:pt x="114300" y="285750"/>
                </a:lnTo>
                <a:close/>
                <a:moveTo>
                  <a:pt x="542925" y="266700"/>
                </a:moveTo>
                <a:lnTo>
                  <a:pt x="552450" y="266700"/>
                </a:lnTo>
                <a:lnTo>
                  <a:pt x="552450" y="285750"/>
                </a:lnTo>
                <a:lnTo>
                  <a:pt x="542925" y="285750"/>
                </a:lnTo>
                <a:close/>
                <a:moveTo>
                  <a:pt x="590550" y="266700"/>
                </a:moveTo>
                <a:lnTo>
                  <a:pt x="619125" y="266700"/>
                </a:lnTo>
                <a:lnTo>
                  <a:pt x="619125" y="276225"/>
                </a:lnTo>
                <a:lnTo>
                  <a:pt x="609600" y="276225"/>
                </a:lnTo>
                <a:lnTo>
                  <a:pt x="609600" y="285750"/>
                </a:lnTo>
                <a:lnTo>
                  <a:pt x="600075" y="285750"/>
                </a:lnTo>
                <a:lnTo>
                  <a:pt x="600075" y="276225"/>
                </a:lnTo>
                <a:lnTo>
                  <a:pt x="590550" y="276225"/>
                </a:lnTo>
                <a:close/>
                <a:moveTo>
                  <a:pt x="0" y="276225"/>
                </a:moveTo>
                <a:lnTo>
                  <a:pt x="9525" y="276225"/>
                </a:lnTo>
                <a:lnTo>
                  <a:pt x="9525" y="295275"/>
                </a:lnTo>
                <a:lnTo>
                  <a:pt x="0" y="295275"/>
                </a:lnTo>
                <a:close/>
                <a:moveTo>
                  <a:pt x="57150" y="285750"/>
                </a:moveTo>
                <a:lnTo>
                  <a:pt x="66675" y="285750"/>
                </a:lnTo>
                <a:lnTo>
                  <a:pt x="66675" y="314325"/>
                </a:lnTo>
                <a:lnTo>
                  <a:pt x="57150" y="314325"/>
                </a:lnTo>
                <a:lnTo>
                  <a:pt x="57150" y="323850"/>
                </a:lnTo>
                <a:lnTo>
                  <a:pt x="47625" y="323850"/>
                </a:lnTo>
                <a:lnTo>
                  <a:pt x="47625" y="295275"/>
                </a:lnTo>
                <a:lnTo>
                  <a:pt x="57150" y="295275"/>
                </a:lnTo>
                <a:close/>
                <a:moveTo>
                  <a:pt x="571500" y="304800"/>
                </a:moveTo>
                <a:lnTo>
                  <a:pt x="581025" y="304800"/>
                </a:lnTo>
                <a:lnTo>
                  <a:pt x="581025" y="314325"/>
                </a:lnTo>
                <a:lnTo>
                  <a:pt x="571500" y="314325"/>
                </a:lnTo>
                <a:close/>
                <a:moveTo>
                  <a:pt x="28575" y="381000"/>
                </a:moveTo>
                <a:lnTo>
                  <a:pt x="38100" y="381000"/>
                </a:lnTo>
                <a:lnTo>
                  <a:pt x="38100" y="428625"/>
                </a:lnTo>
                <a:lnTo>
                  <a:pt x="28575" y="428625"/>
                </a:lnTo>
                <a:lnTo>
                  <a:pt x="28575" y="438150"/>
                </a:lnTo>
                <a:lnTo>
                  <a:pt x="19050" y="438150"/>
                </a:lnTo>
                <a:lnTo>
                  <a:pt x="19050" y="400050"/>
                </a:lnTo>
                <a:lnTo>
                  <a:pt x="28575" y="400050"/>
                </a:lnTo>
                <a:close/>
                <a:moveTo>
                  <a:pt x="581025" y="400050"/>
                </a:moveTo>
                <a:lnTo>
                  <a:pt x="590550" y="400050"/>
                </a:lnTo>
                <a:lnTo>
                  <a:pt x="590550" y="409575"/>
                </a:lnTo>
                <a:lnTo>
                  <a:pt x="581025" y="409575"/>
                </a:lnTo>
                <a:close/>
                <a:moveTo>
                  <a:pt x="57150" y="590550"/>
                </a:moveTo>
                <a:lnTo>
                  <a:pt x="66675" y="590550"/>
                </a:lnTo>
                <a:lnTo>
                  <a:pt x="66675" y="600075"/>
                </a:lnTo>
                <a:lnTo>
                  <a:pt x="57150" y="600075"/>
                </a:lnTo>
                <a:close/>
                <a:moveTo>
                  <a:pt x="247650" y="600075"/>
                </a:moveTo>
                <a:lnTo>
                  <a:pt x="257175" y="600075"/>
                </a:lnTo>
                <a:lnTo>
                  <a:pt x="257175" y="609600"/>
                </a:lnTo>
                <a:lnTo>
                  <a:pt x="247650" y="609600"/>
                </a:lnTo>
                <a:close/>
              </a:path>
            </a:pathLst>
          </a:custGeom>
          <a:solidFill xmlns:a="http://schemas.openxmlformats.org/drawingml/2006/main">
            <a:srgbClr val="F2EFDF"/>
          </a:solidFill>
          <a:ln xmlns:a="http://schemas.openxmlformats.org/drawingml/2006/main" w="0">
            <a:noFill/>
          </a:ln>
        </p:spPr>
      </p:sp>
      <p:sp>
        <p:nvSpPr>
          <p:cNvPr id="64" name="warning vector #f3eee2">
            <a:extLst xmlns:a="http://schemas.openxmlformats.org/drawingml/2006/main">
              <a:ext uri="{FF2B5EF4-FFF2-40B4-BE49-F238E27FC236}">
                <a16:creationId xmlns:a16="http://schemas.microsoft.com/office/drawing/2014/main" id="{523E3E65-2045-462D-8868-D45EF6D5EC5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19650" y="1819275"/>
            <a:ext cx="762000" cy="723900"/>
          </a:xfrm>
          <a:custGeom xmlns:a="http://schemas.openxmlformats.org/drawingml/2006/main">
            <a:pathLst>
              <a:path w="647700" h="609600">
                <a:moveTo>
                  <a:pt x="457200" y="0"/>
                </a:moveTo>
                <a:lnTo>
                  <a:pt x="466725" y="0"/>
                </a:lnTo>
                <a:lnTo>
                  <a:pt x="466725" y="9525"/>
                </a:lnTo>
                <a:lnTo>
                  <a:pt x="495300" y="9525"/>
                </a:lnTo>
                <a:lnTo>
                  <a:pt x="495300" y="0"/>
                </a:lnTo>
                <a:lnTo>
                  <a:pt x="504825" y="0"/>
                </a:lnTo>
                <a:lnTo>
                  <a:pt x="504825" y="9525"/>
                </a:lnTo>
                <a:lnTo>
                  <a:pt x="514350" y="9525"/>
                </a:lnTo>
                <a:lnTo>
                  <a:pt x="514350" y="19050"/>
                </a:lnTo>
                <a:lnTo>
                  <a:pt x="476250" y="19050"/>
                </a:lnTo>
                <a:lnTo>
                  <a:pt x="476250" y="28575"/>
                </a:lnTo>
                <a:lnTo>
                  <a:pt x="457200" y="28575"/>
                </a:lnTo>
                <a:close/>
                <a:moveTo>
                  <a:pt x="609600" y="0"/>
                </a:moveTo>
                <a:lnTo>
                  <a:pt x="628650" y="0"/>
                </a:lnTo>
                <a:lnTo>
                  <a:pt x="628650" y="9525"/>
                </a:lnTo>
                <a:lnTo>
                  <a:pt x="647700" y="9525"/>
                </a:lnTo>
                <a:lnTo>
                  <a:pt x="647700" y="19050"/>
                </a:lnTo>
                <a:lnTo>
                  <a:pt x="600075" y="19050"/>
                </a:lnTo>
                <a:lnTo>
                  <a:pt x="600075" y="9525"/>
                </a:lnTo>
                <a:lnTo>
                  <a:pt x="609600" y="9525"/>
                </a:lnTo>
                <a:close/>
                <a:moveTo>
                  <a:pt x="419100" y="9525"/>
                </a:moveTo>
                <a:lnTo>
                  <a:pt x="438150" y="9525"/>
                </a:lnTo>
                <a:lnTo>
                  <a:pt x="438150" y="19050"/>
                </a:lnTo>
                <a:lnTo>
                  <a:pt x="419100" y="19050"/>
                </a:lnTo>
                <a:close/>
                <a:moveTo>
                  <a:pt x="38100" y="19050"/>
                </a:moveTo>
                <a:lnTo>
                  <a:pt x="66675" y="19050"/>
                </a:lnTo>
                <a:lnTo>
                  <a:pt x="66675" y="28575"/>
                </a:lnTo>
                <a:lnTo>
                  <a:pt x="38100" y="28575"/>
                </a:lnTo>
                <a:close/>
                <a:moveTo>
                  <a:pt x="152400" y="19050"/>
                </a:moveTo>
                <a:lnTo>
                  <a:pt x="171450" y="19050"/>
                </a:lnTo>
                <a:lnTo>
                  <a:pt x="171450" y="28575"/>
                </a:lnTo>
                <a:lnTo>
                  <a:pt x="161925" y="28575"/>
                </a:lnTo>
                <a:lnTo>
                  <a:pt x="161925" y="38100"/>
                </a:lnTo>
                <a:lnTo>
                  <a:pt x="142875" y="38100"/>
                </a:lnTo>
                <a:lnTo>
                  <a:pt x="142875" y="28575"/>
                </a:lnTo>
                <a:lnTo>
                  <a:pt x="152400" y="28575"/>
                </a:lnTo>
                <a:close/>
                <a:moveTo>
                  <a:pt x="400050" y="19050"/>
                </a:moveTo>
                <a:lnTo>
                  <a:pt x="409575" y="19050"/>
                </a:lnTo>
                <a:lnTo>
                  <a:pt x="409575" y="38100"/>
                </a:lnTo>
                <a:lnTo>
                  <a:pt x="400050" y="38100"/>
                </a:lnTo>
                <a:close/>
                <a:moveTo>
                  <a:pt x="314325" y="28575"/>
                </a:moveTo>
                <a:lnTo>
                  <a:pt x="323850" y="28575"/>
                </a:lnTo>
                <a:lnTo>
                  <a:pt x="323850" y="38100"/>
                </a:lnTo>
                <a:lnTo>
                  <a:pt x="314325" y="38100"/>
                </a:lnTo>
                <a:close/>
                <a:moveTo>
                  <a:pt x="19050" y="38100"/>
                </a:moveTo>
                <a:lnTo>
                  <a:pt x="28575" y="38100"/>
                </a:lnTo>
                <a:lnTo>
                  <a:pt x="28575" y="47625"/>
                </a:lnTo>
                <a:lnTo>
                  <a:pt x="19050" y="47625"/>
                </a:lnTo>
                <a:close/>
                <a:moveTo>
                  <a:pt x="190500" y="38100"/>
                </a:moveTo>
                <a:lnTo>
                  <a:pt x="200025" y="38100"/>
                </a:lnTo>
                <a:lnTo>
                  <a:pt x="200025" y="47625"/>
                </a:lnTo>
                <a:lnTo>
                  <a:pt x="190500" y="47625"/>
                </a:lnTo>
                <a:close/>
                <a:moveTo>
                  <a:pt x="247650" y="38100"/>
                </a:moveTo>
                <a:lnTo>
                  <a:pt x="276225" y="38100"/>
                </a:lnTo>
                <a:lnTo>
                  <a:pt x="276225" y="47625"/>
                </a:lnTo>
                <a:lnTo>
                  <a:pt x="247650" y="47625"/>
                </a:lnTo>
                <a:close/>
                <a:moveTo>
                  <a:pt x="409575" y="38100"/>
                </a:moveTo>
                <a:lnTo>
                  <a:pt x="419100" y="38100"/>
                </a:lnTo>
                <a:lnTo>
                  <a:pt x="419100" y="47625"/>
                </a:lnTo>
                <a:lnTo>
                  <a:pt x="409575" y="47625"/>
                </a:lnTo>
                <a:close/>
                <a:moveTo>
                  <a:pt x="123825" y="47625"/>
                </a:moveTo>
                <a:lnTo>
                  <a:pt x="133350" y="47625"/>
                </a:lnTo>
                <a:lnTo>
                  <a:pt x="133350" y="57150"/>
                </a:lnTo>
                <a:lnTo>
                  <a:pt x="152400" y="57150"/>
                </a:lnTo>
                <a:lnTo>
                  <a:pt x="152400" y="66675"/>
                </a:lnTo>
                <a:lnTo>
                  <a:pt x="123825" y="66675"/>
                </a:lnTo>
                <a:close/>
                <a:moveTo>
                  <a:pt x="381000" y="47625"/>
                </a:moveTo>
                <a:lnTo>
                  <a:pt x="390525" y="47625"/>
                </a:lnTo>
                <a:lnTo>
                  <a:pt x="390525" y="57150"/>
                </a:lnTo>
                <a:lnTo>
                  <a:pt x="381000" y="57150"/>
                </a:lnTo>
                <a:close/>
                <a:moveTo>
                  <a:pt x="171450" y="57150"/>
                </a:moveTo>
                <a:lnTo>
                  <a:pt x="180975" y="57150"/>
                </a:lnTo>
                <a:lnTo>
                  <a:pt x="180975" y="66675"/>
                </a:lnTo>
                <a:lnTo>
                  <a:pt x="171450" y="66675"/>
                </a:lnTo>
                <a:close/>
                <a:moveTo>
                  <a:pt x="390525" y="57150"/>
                </a:moveTo>
                <a:lnTo>
                  <a:pt x="419100" y="57150"/>
                </a:lnTo>
                <a:lnTo>
                  <a:pt x="419100" y="66675"/>
                </a:lnTo>
                <a:lnTo>
                  <a:pt x="390525" y="66675"/>
                </a:lnTo>
                <a:close/>
                <a:moveTo>
                  <a:pt x="38100" y="66675"/>
                </a:moveTo>
                <a:lnTo>
                  <a:pt x="57150" y="66675"/>
                </a:lnTo>
                <a:lnTo>
                  <a:pt x="57150" y="76200"/>
                </a:lnTo>
                <a:lnTo>
                  <a:pt x="38100" y="76200"/>
                </a:lnTo>
                <a:close/>
                <a:moveTo>
                  <a:pt x="476250" y="66675"/>
                </a:moveTo>
                <a:lnTo>
                  <a:pt x="495300" y="66675"/>
                </a:lnTo>
                <a:lnTo>
                  <a:pt x="495300" y="76200"/>
                </a:lnTo>
                <a:lnTo>
                  <a:pt x="504825" y="76200"/>
                </a:lnTo>
                <a:lnTo>
                  <a:pt x="504825" y="85725"/>
                </a:lnTo>
                <a:lnTo>
                  <a:pt x="476250" y="85725"/>
                </a:lnTo>
                <a:close/>
                <a:moveTo>
                  <a:pt x="104775" y="76200"/>
                </a:moveTo>
                <a:lnTo>
                  <a:pt x="114300" y="76200"/>
                </a:lnTo>
                <a:lnTo>
                  <a:pt x="114300" y="85725"/>
                </a:lnTo>
                <a:lnTo>
                  <a:pt x="123825" y="85725"/>
                </a:lnTo>
                <a:lnTo>
                  <a:pt x="123825" y="104775"/>
                </a:lnTo>
                <a:lnTo>
                  <a:pt x="133350" y="104775"/>
                </a:lnTo>
                <a:lnTo>
                  <a:pt x="133350" y="114300"/>
                </a:lnTo>
                <a:lnTo>
                  <a:pt x="104775" y="114300"/>
                </a:lnTo>
                <a:lnTo>
                  <a:pt x="104775" y="95250"/>
                </a:lnTo>
                <a:lnTo>
                  <a:pt x="95250" y="95250"/>
                </a:lnTo>
                <a:lnTo>
                  <a:pt x="95250" y="85725"/>
                </a:lnTo>
                <a:lnTo>
                  <a:pt x="104775" y="85725"/>
                </a:lnTo>
                <a:close/>
                <a:moveTo>
                  <a:pt x="419100" y="76200"/>
                </a:moveTo>
                <a:lnTo>
                  <a:pt x="428625" y="76200"/>
                </a:lnTo>
                <a:lnTo>
                  <a:pt x="428625" y="85725"/>
                </a:lnTo>
                <a:lnTo>
                  <a:pt x="419100" y="85725"/>
                </a:lnTo>
                <a:close/>
                <a:moveTo>
                  <a:pt x="514350" y="76200"/>
                </a:moveTo>
                <a:lnTo>
                  <a:pt x="523875" y="76200"/>
                </a:lnTo>
                <a:lnTo>
                  <a:pt x="523875" y="85725"/>
                </a:lnTo>
                <a:lnTo>
                  <a:pt x="514350" y="85725"/>
                </a:lnTo>
                <a:close/>
                <a:moveTo>
                  <a:pt x="438150" y="104775"/>
                </a:moveTo>
                <a:lnTo>
                  <a:pt x="447675" y="104775"/>
                </a:lnTo>
                <a:lnTo>
                  <a:pt x="447675" y="123825"/>
                </a:lnTo>
                <a:lnTo>
                  <a:pt x="438150" y="123825"/>
                </a:lnTo>
                <a:close/>
                <a:moveTo>
                  <a:pt x="142875" y="114300"/>
                </a:moveTo>
                <a:lnTo>
                  <a:pt x="190500" y="114300"/>
                </a:lnTo>
                <a:lnTo>
                  <a:pt x="190500" y="123825"/>
                </a:lnTo>
                <a:lnTo>
                  <a:pt x="180975" y="123825"/>
                </a:lnTo>
                <a:lnTo>
                  <a:pt x="180975" y="133350"/>
                </a:lnTo>
                <a:lnTo>
                  <a:pt x="171450" y="133350"/>
                </a:lnTo>
                <a:lnTo>
                  <a:pt x="171450" y="123825"/>
                </a:lnTo>
                <a:lnTo>
                  <a:pt x="152400" y="123825"/>
                </a:lnTo>
                <a:lnTo>
                  <a:pt x="152400" y="133350"/>
                </a:lnTo>
                <a:lnTo>
                  <a:pt x="171450" y="133350"/>
                </a:lnTo>
                <a:lnTo>
                  <a:pt x="171450" y="142875"/>
                </a:lnTo>
                <a:lnTo>
                  <a:pt x="142875" y="142875"/>
                </a:lnTo>
                <a:lnTo>
                  <a:pt x="142875" y="152400"/>
                </a:lnTo>
                <a:lnTo>
                  <a:pt x="114300" y="152400"/>
                </a:lnTo>
                <a:lnTo>
                  <a:pt x="114300" y="142875"/>
                </a:lnTo>
                <a:lnTo>
                  <a:pt x="133350" y="142875"/>
                </a:lnTo>
                <a:lnTo>
                  <a:pt x="133350" y="123825"/>
                </a:lnTo>
                <a:lnTo>
                  <a:pt x="142875" y="123825"/>
                </a:lnTo>
                <a:close/>
                <a:moveTo>
                  <a:pt x="485775" y="114300"/>
                </a:moveTo>
                <a:lnTo>
                  <a:pt x="504825" y="114300"/>
                </a:lnTo>
                <a:lnTo>
                  <a:pt x="504825" y="133350"/>
                </a:lnTo>
                <a:lnTo>
                  <a:pt x="495300" y="133350"/>
                </a:lnTo>
                <a:lnTo>
                  <a:pt x="495300" y="123825"/>
                </a:lnTo>
                <a:lnTo>
                  <a:pt x="485775" y="123825"/>
                </a:lnTo>
                <a:close/>
                <a:moveTo>
                  <a:pt x="66675" y="123825"/>
                </a:moveTo>
                <a:lnTo>
                  <a:pt x="85725" y="123825"/>
                </a:lnTo>
                <a:lnTo>
                  <a:pt x="85725" y="133350"/>
                </a:lnTo>
                <a:lnTo>
                  <a:pt x="66675" y="133350"/>
                </a:lnTo>
                <a:close/>
                <a:moveTo>
                  <a:pt x="104775" y="123825"/>
                </a:moveTo>
                <a:lnTo>
                  <a:pt x="114300" y="123825"/>
                </a:lnTo>
                <a:lnTo>
                  <a:pt x="114300" y="133350"/>
                </a:lnTo>
                <a:lnTo>
                  <a:pt x="104775" y="133350"/>
                </a:lnTo>
                <a:close/>
                <a:moveTo>
                  <a:pt x="533400" y="142875"/>
                </a:moveTo>
                <a:lnTo>
                  <a:pt x="552450" y="142875"/>
                </a:lnTo>
                <a:lnTo>
                  <a:pt x="552450" y="152400"/>
                </a:lnTo>
                <a:lnTo>
                  <a:pt x="533400" y="152400"/>
                </a:lnTo>
                <a:close/>
                <a:moveTo>
                  <a:pt x="590550" y="142875"/>
                </a:moveTo>
                <a:lnTo>
                  <a:pt x="609600" y="142875"/>
                </a:lnTo>
                <a:lnTo>
                  <a:pt x="609600" y="152400"/>
                </a:lnTo>
                <a:lnTo>
                  <a:pt x="619125" y="152400"/>
                </a:lnTo>
                <a:lnTo>
                  <a:pt x="619125" y="161925"/>
                </a:lnTo>
                <a:lnTo>
                  <a:pt x="600075" y="161925"/>
                </a:lnTo>
                <a:lnTo>
                  <a:pt x="600075" y="152400"/>
                </a:lnTo>
                <a:lnTo>
                  <a:pt x="590550" y="152400"/>
                </a:lnTo>
                <a:close/>
                <a:moveTo>
                  <a:pt x="19050" y="152400"/>
                </a:moveTo>
                <a:lnTo>
                  <a:pt x="38100" y="152400"/>
                </a:lnTo>
                <a:lnTo>
                  <a:pt x="38100" y="161925"/>
                </a:lnTo>
                <a:lnTo>
                  <a:pt x="28575" y="161925"/>
                </a:lnTo>
                <a:lnTo>
                  <a:pt x="28575" y="171450"/>
                </a:lnTo>
                <a:lnTo>
                  <a:pt x="9525" y="171450"/>
                </a:lnTo>
                <a:lnTo>
                  <a:pt x="9525" y="161925"/>
                </a:lnTo>
                <a:lnTo>
                  <a:pt x="19050" y="161925"/>
                </a:lnTo>
                <a:close/>
                <a:moveTo>
                  <a:pt x="628650" y="152400"/>
                </a:moveTo>
                <a:lnTo>
                  <a:pt x="647700" y="152400"/>
                </a:lnTo>
                <a:lnTo>
                  <a:pt x="647700" y="190500"/>
                </a:lnTo>
                <a:lnTo>
                  <a:pt x="619125" y="190500"/>
                </a:lnTo>
                <a:lnTo>
                  <a:pt x="619125" y="180975"/>
                </a:lnTo>
                <a:lnTo>
                  <a:pt x="638175" y="180975"/>
                </a:lnTo>
                <a:lnTo>
                  <a:pt x="638175" y="161925"/>
                </a:lnTo>
                <a:lnTo>
                  <a:pt x="628650" y="161925"/>
                </a:lnTo>
                <a:close/>
                <a:moveTo>
                  <a:pt x="133350" y="180975"/>
                </a:moveTo>
                <a:lnTo>
                  <a:pt x="142875" y="180975"/>
                </a:lnTo>
                <a:lnTo>
                  <a:pt x="142875" y="190500"/>
                </a:lnTo>
                <a:lnTo>
                  <a:pt x="133350" y="190500"/>
                </a:lnTo>
                <a:close/>
                <a:moveTo>
                  <a:pt x="600075" y="180975"/>
                </a:moveTo>
                <a:lnTo>
                  <a:pt x="609600" y="180975"/>
                </a:lnTo>
                <a:lnTo>
                  <a:pt x="609600" y="190500"/>
                </a:lnTo>
                <a:lnTo>
                  <a:pt x="600075" y="190500"/>
                </a:lnTo>
                <a:close/>
                <a:moveTo>
                  <a:pt x="142875" y="190500"/>
                </a:moveTo>
                <a:lnTo>
                  <a:pt x="152400" y="190500"/>
                </a:lnTo>
                <a:lnTo>
                  <a:pt x="152400" y="200025"/>
                </a:lnTo>
                <a:lnTo>
                  <a:pt x="142875" y="200025"/>
                </a:lnTo>
                <a:close/>
                <a:moveTo>
                  <a:pt x="76200" y="200025"/>
                </a:moveTo>
                <a:lnTo>
                  <a:pt x="85725" y="200025"/>
                </a:lnTo>
                <a:lnTo>
                  <a:pt x="85725" y="209550"/>
                </a:lnTo>
                <a:lnTo>
                  <a:pt x="76200" y="209550"/>
                </a:lnTo>
                <a:close/>
                <a:moveTo>
                  <a:pt x="533400" y="200025"/>
                </a:moveTo>
                <a:lnTo>
                  <a:pt x="542925" y="200025"/>
                </a:lnTo>
                <a:lnTo>
                  <a:pt x="542925" y="219075"/>
                </a:lnTo>
                <a:lnTo>
                  <a:pt x="533400" y="219075"/>
                </a:lnTo>
                <a:close/>
                <a:moveTo>
                  <a:pt x="628650" y="200025"/>
                </a:moveTo>
                <a:lnTo>
                  <a:pt x="647700" y="200025"/>
                </a:lnTo>
                <a:lnTo>
                  <a:pt x="647700" y="209550"/>
                </a:lnTo>
                <a:lnTo>
                  <a:pt x="628650" y="209550"/>
                </a:lnTo>
                <a:close/>
                <a:moveTo>
                  <a:pt x="66675" y="209550"/>
                </a:moveTo>
                <a:lnTo>
                  <a:pt x="76200" y="209550"/>
                </a:lnTo>
                <a:lnTo>
                  <a:pt x="76200" y="228600"/>
                </a:lnTo>
                <a:lnTo>
                  <a:pt x="66675" y="228600"/>
                </a:lnTo>
                <a:close/>
                <a:moveTo>
                  <a:pt x="104775" y="209550"/>
                </a:moveTo>
                <a:lnTo>
                  <a:pt x="114300" y="209550"/>
                </a:lnTo>
                <a:lnTo>
                  <a:pt x="114300" y="219075"/>
                </a:lnTo>
                <a:lnTo>
                  <a:pt x="104775" y="219075"/>
                </a:lnTo>
                <a:close/>
                <a:moveTo>
                  <a:pt x="600075" y="209550"/>
                </a:moveTo>
                <a:lnTo>
                  <a:pt x="609600" y="209550"/>
                </a:lnTo>
                <a:lnTo>
                  <a:pt x="609600" y="228600"/>
                </a:lnTo>
                <a:lnTo>
                  <a:pt x="600075" y="228600"/>
                </a:lnTo>
                <a:close/>
                <a:moveTo>
                  <a:pt x="76200" y="228600"/>
                </a:moveTo>
                <a:lnTo>
                  <a:pt x="85725" y="228600"/>
                </a:lnTo>
                <a:lnTo>
                  <a:pt x="85725" y="257175"/>
                </a:lnTo>
                <a:lnTo>
                  <a:pt x="76200" y="257175"/>
                </a:lnTo>
                <a:lnTo>
                  <a:pt x="76200" y="247650"/>
                </a:lnTo>
                <a:lnTo>
                  <a:pt x="66675" y="247650"/>
                </a:lnTo>
                <a:lnTo>
                  <a:pt x="66675" y="238125"/>
                </a:lnTo>
                <a:lnTo>
                  <a:pt x="76200" y="238125"/>
                </a:lnTo>
                <a:close/>
                <a:moveTo>
                  <a:pt x="133350" y="228600"/>
                </a:moveTo>
                <a:lnTo>
                  <a:pt x="142875" y="228600"/>
                </a:lnTo>
                <a:lnTo>
                  <a:pt x="142875" y="238125"/>
                </a:lnTo>
                <a:lnTo>
                  <a:pt x="133350" y="238125"/>
                </a:lnTo>
                <a:close/>
                <a:moveTo>
                  <a:pt x="533400" y="228600"/>
                </a:moveTo>
                <a:lnTo>
                  <a:pt x="542925" y="228600"/>
                </a:lnTo>
                <a:lnTo>
                  <a:pt x="542925" y="247650"/>
                </a:lnTo>
                <a:lnTo>
                  <a:pt x="533400" y="247650"/>
                </a:lnTo>
                <a:close/>
                <a:moveTo>
                  <a:pt x="561975" y="228600"/>
                </a:moveTo>
                <a:lnTo>
                  <a:pt x="571500" y="228600"/>
                </a:lnTo>
                <a:lnTo>
                  <a:pt x="571500" y="247650"/>
                </a:lnTo>
                <a:lnTo>
                  <a:pt x="552450" y="247650"/>
                </a:lnTo>
                <a:lnTo>
                  <a:pt x="552450" y="238125"/>
                </a:lnTo>
                <a:lnTo>
                  <a:pt x="561975" y="238125"/>
                </a:lnTo>
                <a:close/>
                <a:moveTo>
                  <a:pt x="514350" y="238125"/>
                </a:moveTo>
                <a:lnTo>
                  <a:pt x="523875" y="238125"/>
                </a:lnTo>
                <a:lnTo>
                  <a:pt x="523875" y="247650"/>
                </a:lnTo>
                <a:lnTo>
                  <a:pt x="514350" y="247650"/>
                </a:lnTo>
                <a:close/>
                <a:moveTo>
                  <a:pt x="19050" y="247650"/>
                </a:moveTo>
                <a:lnTo>
                  <a:pt x="28575" y="247650"/>
                </a:lnTo>
                <a:lnTo>
                  <a:pt x="28575" y="257175"/>
                </a:lnTo>
                <a:lnTo>
                  <a:pt x="19050" y="257175"/>
                </a:lnTo>
                <a:close/>
                <a:moveTo>
                  <a:pt x="104775" y="257175"/>
                </a:moveTo>
                <a:lnTo>
                  <a:pt x="114300" y="257175"/>
                </a:lnTo>
                <a:lnTo>
                  <a:pt x="114300" y="285750"/>
                </a:lnTo>
                <a:lnTo>
                  <a:pt x="104775" y="285750"/>
                </a:lnTo>
                <a:close/>
                <a:moveTo>
                  <a:pt x="561975" y="257175"/>
                </a:moveTo>
                <a:lnTo>
                  <a:pt x="571500" y="257175"/>
                </a:lnTo>
                <a:lnTo>
                  <a:pt x="571500" y="266700"/>
                </a:lnTo>
                <a:lnTo>
                  <a:pt x="561975" y="266700"/>
                </a:lnTo>
                <a:close/>
                <a:moveTo>
                  <a:pt x="523875" y="295275"/>
                </a:moveTo>
                <a:lnTo>
                  <a:pt x="533400" y="295275"/>
                </a:lnTo>
                <a:lnTo>
                  <a:pt x="533400" y="304800"/>
                </a:lnTo>
                <a:lnTo>
                  <a:pt x="523875" y="304800"/>
                </a:lnTo>
                <a:close/>
                <a:moveTo>
                  <a:pt x="542925" y="295275"/>
                </a:moveTo>
                <a:lnTo>
                  <a:pt x="552450" y="295275"/>
                </a:lnTo>
                <a:lnTo>
                  <a:pt x="552450" y="304800"/>
                </a:lnTo>
                <a:lnTo>
                  <a:pt x="542925" y="304800"/>
                </a:lnTo>
                <a:close/>
                <a:moveTo>
                  <a:pt x="95250" y="304800"/>
                </a:moveTo>
                <a:lnTo>
                  <a:pt x="104775" y="304800"/>
                </a:lnTo>
                <a:lnTo>
                  <a:pt x="104775" y="323850"/>
                </a:lnTo>
                <a:lnTo>
                  <a:pt x="95250" y="323850"/>
                </a:lnTo>
                <a:close/>
                <a:moveTo>
                  <a:pt x="66675" y="323850"/>
                </a:moveTo>
                <a:lnTo>
                  <a:pt x="95250" y="323850"/>
                </a:lnTo>
                <a:lnTo>
                  <a:pt x="95250" y="333375"/>
                </a:lnTo>
                <a:lnTo>
                  <a:pt x="66675" y="333375"/>
                </a:lnTo>
                <a:close/>
                <a:moveTo>
                  <a:pt x="552450" y="323850"/>
                </a:moveTo>
                <a:lnTo>
                  <a:pt x="561975" y="323850"/>
                </a:lnTo>
                <a:lnTo>
                  <a:pt x="561975" y="333375"/>
                </a:lnTo>
                <a:lnTo>
                  <a:pt x="552450" y="333375"/>
                </a:lnTo>
                <a:close/>
                <a:moveTo>
                  <a:pt x="600075" y="323850"/>
                </a:moveTo>
                <a:lnTo>
                  <a:pt x="619125" y="323850"/>
                </a:lnTo>
                <a:lnTo>
                  <a:pt x="619125" y="333375"/>
                </a:lnTo>
                <a:lnTo>
                  <a:pt x="628650" y="333375"/>
                </a:lnTo>
                <a:lnTo>
                  <a:pt x="628650" y="342900"/>
                </a:lnTo>
                <a:lnTo>
                  <a:pt x="609600" y="342900"/>
                </a:lnTo>
                <a:lnTo>
                  <a:pt x="609600" y="333375"/>
                </a:lnTo>
                <a:lnTo>
                  <a:pt x="600075" y="333375"/>
                </a:lnTo>
                <a:close/>
                <a:moveTo>
                  <a:pt x="619125" y="352425"/>
                </a:moveTo>
                <a:lnTo>
                  <a:pt x="628650" y="352425"/>
                </a:lnTo>
                <a:lnTo>
                  <a:pt x="628650" y="361950"/>
                </a:lnTo>
                <a:lnTo>
                  <a:pt x="619125" y="361950"/>
                </a:lnTo>
                <a:close/>
                <a:moveTo>
                  <a:pt x="609600" y="361950"/>
                </a:moveTo>
                <a:lnTo>
                  <a:pt x="619125" y="361950"/>
                </a:lnTo>
                <a:lnTo>
                  <a:pt x="619125" y="381000"/>
                </a:lnTo>
                <a:lnTo>
                  <a:pt x="600075" y="381000"/>
                </a:lnTo>
                <a:lnTo>
                  <a:pt x="600075" y="371475"/>
                </a:lnTo>
                <a:lnTo>
                  <a:pt x="609600" y="371475"/>
                </a:lnTo>
                <a:close/>
                <a:moveTo>
                  <a:pt x="9525" y="371475"/>
                </a:moveTo>
                <a:lnTo>
                  <a:pt x="19050" y="371475"/>
                </a:lnTo>
                <a:lnTo>
                  <a:pt x="19050" y="400050"/>
                </a:lnTo>
                <a:lnTo>
                  <a:pt x="9525" y="400050"/>
                </a:lnTo>
                <a:close/>
                <a:moveTo>
                  <a:pt x="600075" y="400050"/>
                </a:moveTo>
                <a:lnTo>
                  <a:pt x="609600" y="400050"/>
                </a:lnTo>
                <a:lnTo>
                  <a:pt x="609600" y="419100"/>
                </a:lnTo>
                <a:lnTo>
                  <a:pt x="619125" y="419100"/>
                </a:lnTo>
                <a:lnTo>
                  <a:pt x="619125" y="409575"/>
                </a:lnTo>
                <a:lnTo>
                  <a:pt x="628650" y="409575"/>
                </a:lnTo>
                <a:lnTo>
                  <a:pt x="628650" y="419100"/>
                </a:lnTo>
                <a:lnTo>
                  <a:pt x="619125" y="419100"/>
                </a:lnTo>
                <a:lnTo>
                  <a:pt x="619125" y="428625"/>
                </a:lnTo>
                <a:lnTo>
                  <a:pt x="600075" y="428625"/>
                </a:lnTo>
                <a:close/>
                <a:moveTo>
                  <a:pt x="9525" y="438150"/>
                </a:moveTo>
                <a:lnTo>
                  <a:pt x="19050" y="438150"/>
                </a:lnTo>
                <a:lnTo>
                  <a:pt x="19050" y="447675"/>
                </a:lnTo>
                <a:lnTo>
                  <a:pt x="9525" y="447675"/>
                </a:lnTo>
                <a:close/>
                <a:moveTo>
                  <a:pt x="619125" y="438150"/>
                </a:moveTo>
                <a:lnTo>
                  <a:pt x="628650" y="438150"/>
                </a:lnTo>
                <a:lnTo>
                  <a:pt x="628650" y="447675"/>
                </a:lnTo>
                <a:lnTo>
                  <a:pt x="619125" y="447675"/>
                </a:lnTo>
                <a:close/>
                <a:moveTo>
                  <a:pt x="638175" y="466725"/>
                </a:moveTo>
                <a:lnTo>
                  <a:pt x="647700" y="466725"/>
                </a:lnTo>
                <a:lnTo>
                  <a:pt x="647700" y="485775"/>
                </a:lnTo>
                <a:lnTo>
                  <a:pt x="628650" y="485775"/>
                </a:lnTo>
                <a:lnTo>
                  <a:pt x="628650" y="476250"/>
                </a:lnTo>
                <a:lnTo>
                  <a:pt x="638175" y="476250"/>
                </a:lnTo>
                <a:close/>
                <a:moveTo>
                  <a:pt x="0" y="523875"/>
                </a:moveTo>
                <a:lnTo>
                  <a:pt x="19050" y="523875"/>
                </a:lnTo>
                <a:lnTo>
                  <a:pt x="19050" y="542925"/>
                </a:lnTo>
                <a:lnTo>
                  <a:pt x="9525" y="542925"/>
                </a:lnTo>
                <a:lnTo>
                  <a:pt x="9525" y="533400"/>
                </a:lnTo>
                <a:lnTo>
                  <a:pt x="0" y="533400"/>
                </a:lnTo>
                <a:close/>
                <a:moveTo>
                  <a:pt x="0" y="542925"/>
                </a:moveTo>
                <a:lnTo>
                  <a:pt x="9525" y="542925"/>
                </a:lnTo>
                <a:lnTo>
                  <a:pt x="9525" y="552450"/>
                </a:lnTo>
                <a:lnTo>
                  <a:pt x="0" y="552450"/>
                </a:lnTo>
                <a:close/>
                <a:moveTo>
                  <a:pt x="609600" y="542925"/>
                </a:moveTo>
                <a:lnTo>
                  <a:pt x="619125" y="542925"/>
                </a:lnTo>
                <a:lnTo>
                  <a:pt x="619125" y="552450"/>
                </a:lnTo>
                <a:lnTo>
                  <a:pt x="609600" y="552450"/>
                </a:lnTo>
                <a:close/>
                <a:moveTo>
                  <a:pt x="9525" y="552450"/>
                </a:moveTo>
                <a:lnTo>
                  <a:pt x="19050" y="552450"/>
                </a:lnTo>
                <a:lnTo>
                  <a:pt x="19050" y="561975"/>
                </a:lnTo>
                <a:lnTo>
                  <a:pt x="9525" y="561975"/>
                </a:lnTo>
                <a:close/>
                <a:moveTo>
                  <a:pt x="28575" y="552450"/>
                </a:moveTo>
                <a:lnTo>
                  <a:pt x="38100" y="552450"/>
                </a:lnTo>
                <a:lnTo>
                  <a:pt x="38100" y="561975"/>
                </a:lnTo>
                <a:lnTo>
                  <a:pt x="28575" y="561975"/>
                </a:lnTo>
                <a:close/>
                <a:moveTo>
                  <a:pt x="619125" y="552450"/>
                </a:moveTo>
                <a:lnTo>
                  <a:pt x="628650" y="552450"/>
                </a:lnTo>
                <a:lnTo>
                  <a:pt x="628650" y="561975"/>
                </a:lnTo>
                <a:lnTo>
                  <a:pt x="619125" y="561975"/>
                </a:lnTo>
                <a:close/>
                <a:moveTo>
                  <a:pt x="152400" y="581025"/>
                </a:moveTo>
                <a:lnTo>
                  <a:pt x="180975" y="581025"/>
                </a:lnTo>
                <a:lnTo>
                  <a:pt x="180975" y="590550"/>
                </a:lnTo>
                <a:lnTo>
                  <a:pt x="171450" y="590550"/>
                </a:lnTo>
                <a:lnTo>
                  <a:pt x="171450" y="600075"/>
                </a:lnTo>
                <a:lnTo>
                  <a:pt x="190500" y="600075"/>
                </a:lnTo>
                <a:lnTo>
                  <a:pt x="190500" y="590550"/>
                </a:lnTo>
                <a:lnTo>
                  <a:pt x="219075" y="590550"/>
                </a:lnTo>
                <a:lnTo>
                  <a:pt x="219075" y="609600"/>
                </a:lnTo>
                <a:lnTo>
                  <a:pt x="209550" y="609600"/>
                </a:lnTo>
                <a:lnTo>
                  <a:pt x="209550" y="600075"/>
                </a:lnTo>
                <a:lnTo>
                  <a:pt x="190500" y="600075"/>
                </a:lnTo>
                <a:lnTo>
                  <a:pt x="190500" y="609600"/>
                </a:lnTo>
                <a:lnTo>
                  <a:pt x="142875" y="609600"/>
                </a:lnTo>
                <a:lnTo>
                  <a:pt x="142875" y="590550"/>
                </a:lnTo>
                <a:lnTo>
                  <a:pt x="152400" y="590550"/>
                </a:lnTo>
                <a:close/>
                <a:moveTo>
                  <a:pt x="276225" y="590550"/>
                </a:moveTo>
                <a:lnTo>
                  <a:pt x="285750" y="590550"/>
                </a:lnTo>
                <a:lnTo>
                  <a:pt x="285750" y="600075"/>
                </a:lnTo>
                <a:lnTo>
                  <a:pt x="276225" y="600075"/>
                </a:lnTo>
                <a:close/>
                <a:moveTo>
                  <a:pt x="400050" y="590550"/>
                </a:moveTo>
                <a:lnTo>
                  <a:pt x="428625" y="590550"/>
                </a:lnTo>
                <a:lnTo>
                  <a:pt x="428625" y="600075"/>
                </a:lnTo>
                <a:lnTo>
                  <a:pt x="400050" y="600075"/>
                </a:lnTo>
                <a:close/>
                <a:moveTo>
                  <a:pt x="514350" y="590550"/>
                </a:moveTo>
                <a:lnTo>
                  <a:pt x="523875" y="590550"/>
                </a:lnTo>
                <a:lnTo>
                  <a:pt x="523875" y="600075"/>
                </a:lnTo>
                <a:lnTo>
                  <a:pt x="514350" y="600075"/>
                </a:lnTo>
                <a:close/>
                <a:moveTo>
                  <a:pt x="600075" y="590550"/>
                </a:moveTo>
                <a:lnTo>
                  <a:pt x="609600" y="590550"/>
                </a:lnTo>
                <a:lnTo>
                  <a:pt x="609600" y="609600"/>
                </a:lnTo>
                <a:lnTo>
                  <a:pt x="600075" y="609600"/>
                </a:lnTo>
                <a:close/>
                <a:moveTo>
                  <a:pt x="228600" y="600075"/>
                </a:moveTo>
                <a:lnTo>
                  <a:pt x="238125" y="600075"/>
                </a:lnTo>
                <a:lnTo>
                  <a:pt x="238125" y="609600"/>
                </a:lnTo>
                <a:lnTo>
                  <a:pt x="228600" y="609600"/>
                </a:lnTo>
                <a:close/>
                <a:moveTo>
                  <a:pt x="504825" y="600075"/>
                </a:moveTo>
                <a:lnTo>
                  <a:pt x="514350" y="600075"/>
                </a:lnTo>
                <a:lnTo>
                  <a:pt x="514350" y="609600"/>
                </a:lnTo>
                <a:lnTo>
                  <a:pt x="504825" y="609600"/>
                </a:lnTo>
                <a:close/>
                <a:moveTo>
                  <a:pt x="523875" y="600075"/>
                </a:moveTo>
                <a:lnTo>
                  <a:pt x="533400" y="600075"/>
                </a:lnTo>
                <a:lnTo>
                  <a:pt x="533400" y="609600"/>
                </a:lnTo>
                <a:lnTo>
                  <a:pt x="523875" y="609600"/>
                </a:lnTo>
                <a:close/>
              </a:path>
            </a:pathLst>
          </a:custGeom>
          <a:solidFill xmlns:a="http://schemas.openxmlformats.org/drawingml/2006/main">
            <a:srgbClr val="F3EEE2"/>
          </a:solidFill>
          <a:ln xmlns:a="http://schemas.openxmlformats.org/drawingml/2006/main" w="0">
            <a:noFill/>
          </a:ln>
        </p:spPr>
      </p:sp>
      <p:sp>
        <p:nvSpPr>
          <p:cNvPr id="65" name="warning vector #f2eee2">
            <a:extLst xmlns:a="http://schemas.openxmlformats.org/drawingml/2006/main">
              <a:ext uri="{FF2B5EF4-FFF2-40B4-BE49-F238E27FC236}">
                <a16:creationId xmlns:a16="http://schemas.microsoft.com/office/drawing/2014/main" id="{47262665-1E25-4E96-840E-766E9066340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19650" y="1819275"/>
            <a:ext cx="762000" cy="723900"/>
          </a:xfrm>
          <a:custGeom xmlns:a="http://schemas.openxmlformats.org/drawingml/2006/main">
            <a:pathLst>
              <a:path w="647700" h="609600">
                <a:moveTo>
                  <a:pt x="419100" y="0"/>
                </a:moveTo>
                <a:lnTo>
                  <a:pt x="447675" y="0"/>
                </a:lnTo>
                <a:lnTo>
                  <a:pt x="447675" y="9525"/>
                </a:lnTo>
                <a:lnTo>
                  <a:pt x="419100" y="9525"/>
                </a:lnTo>
                <a:close/>
                <a:moveTo>
                  <a:pt x="628650" y="0"/>
                </a:moveTo>
                <a:lnTo>
                  <a:pt x="647700" y="0"/>
                </a:lnTo>
                <a:lnTo>
                  <a:pt x="647700" y="9525"/>
                </a:lnTo>
                <a:lnTo>
                  <a:pt x="628650" y="9525"/>
                </a:lnTo>
                <a:close/>
                <a:moveTo>
                  <a:pt x="266700" y="9525"/>
                </a:moveTo>
                <a:lnTo>
                  <a:pt x="276225" y="9525"/>
                </a:lnTo>
                <a:lnTo>
                  <a:pt x="276225" y="19050"/>
                </a:lnTo>
                <a:lnTo>
                  <a:pt x="266700" y="19050"/>
                </a:lnTo>
                <a:close/>
                <a:moveTo>
                  <a:pt x="142875" y="19050"/>
                </a:moveTo>
                <a:lnTo>
                  <a:pt x="152400" y="19050"/>
                </a:lnTo>
                <a:lnTo>
                  <a:pt x="152400" y="28575"/>
                </a:lnTo>
                <a:lnTo>
                  <a:pt x="142875" y="28575"/>
                </a:lnTo>
                <a:close/>
                <a:moveTo>
                  <a:pt x="247650" y="19050"/>
                </a:moveTo>
                <a:lnTo>
                  <a:pt x="266700" y="19050"/>
                </a:lnTo>
                <a:lnTo>
                  <a:pt x="266700" y="38100"/>
                </a:lnTo>
                <a:lnTo>
                  <a:pt x="238125" y="38100"/>
                </a:lnTo>
                <a:lnTo>
                  <a:pt x="238125" y="28575"/>
                </a:lnTo>
                <a:lnTo>
                  <a:pt x="247650" y="28575"/>
                </a:lnTo>
                <a:close/>
                <a:moveTo>
                  <a:pt x="371475" y="19050"/>
                </a:moveTo>
                <a:lnTo>
                  <a:pt x="381000" y="19050"/>
                </a:lnTo>
                <a:lnTo>
                  <a:pt x="381000" y="28575"/>
                </a:lnTo>
                <a:lnTo>
                  <a:pt x="371475" y="28575"/>
                </a:lnTo>
                <a:close/>
                <a:moveTo>
                  <a:pt x="38100" y="28575"/>
                </a:moveTo>
                <a:lnTo>
                  <a:pt x="66675" y="28575"/>
                </a:lnTo>
                <a:lnTo>
                  <a:pt x="66675" y="38100"/>
                </a:lnTo>
                <a:lnTo>
                  <a:pt x="76200" y="38100"/>
                </a:lnTo>
                <a:lnTo>
                  <a:pt x="76200" y="57150"/>
                </a:lnTo>
                <a:lnTo>
                  <a:pt x="66675" y="57150"/>
                </a:lnTo>
                <a:lnTo>
                  <a:pt x="66675" y="47625"/>
                </a:lnTo>
                <a:lnTo>
                  <a:pt x="57150" y="47625"/>
                </a:lnTo>
                <a:lnTo>
                  <a:pt x="57150" y="66675"/>
                </a:lnTo>
                <a:lnTo>
                  <a:pt x="47625" y="66675"/>
                </a:lnTo>
                <a:lnTo>
                  <a:pt x="47625" y="38100"/>
                </a:lnTo>
                <a:lnTo>
                  <a:pt x="38100" y="38100"/>
                </a:lnTo>
                <a:close/>
                <a:moveTo>
                  <a:pt x="133350" y="28575"/>
                </a:moveTo>
                <a:lnTo>
                  <a:pt x="142875" y="28575"/>
                </a:lnTo>
                <a:lnTo>
                  <a:pt x="142875" y="38100"/>
                </a:lnTo>
                <a:lnTo>
                  <a:pt x="133350" y="38100"/>
                </a:lnTo>
                <a:close/>
                <a:moveTo>
                  <a:pt x="361950" y="28575"/>
                </a:moveTo>
                <a:lnTo>
                  <a:pt x="371475" y="28575"/>
                </a:lnTo>
                <a:lnTo>
                  <a:pt x="371475" y="38100"/>
                </a:lnTo>
                <a:lnTo>
                  <a:pt x="361950" y="38100"/>
                </a:lnTo>
                <a:close/>
                <a:moveTo>
                  <a:pt x="400050" y="38100"/>
                </a:moveTo>
                <a:lnTo>
                  <a:pt x="409575" y="38100"/>
                </a:lnTo>
                <a:lnTo>
                  <a:pt x="409575" y="47625"/>
                </a:lnTo>
                <a:lnTo>
                  <a:pt x="428625" y="47625"/>
                </a:lnTo>
                <a:lnTo>
                  <a:pt x="428625" y="76200"/>
                </a:lnTo>
                <a:lnTo>
                  <a:pt x="419100" y="76200"/>
                </a:lnTo>
                <a:lnTo>
                  <a:pt x="419100" y="57150"/>
                </a:lnTo>
                <a:lnTo>
                  <a:pt x="390525" y="57150"/>
                </a:lnTo>
                <a:lnTo>
                  <a:pt x="390525" y="47625"/>
                </a:lnTo>
                <a:lnTo>
                  <a:pt x="400050" y="47625"/>
                </a:lnTo>
                <a:close/>
                <a:moveTo>
                  <a:pt x="76200" y="57150"/>
                </a:moveTo>
                <a:lnTo>
                  <a:pt x="114300" y="57150"/>
                </a:lnTo>
                <a:lnTo>
                  <a:pt x="114300" y="66675"/>
                </a:lnTo>
                <a:lnTo>
                  <a:pt x="152400" y="66675"/>
                </a:lnTo>
                <a:lnTo>
                  <a:pt x="152400" y="57150"/>
                </a:lnTo>
                <a:lnTo>
                  <a:pt x="171450" y="57150"/>
                </a:lnTo>
                <a:lnTo>
                  <a:pt x="171450" y="76200"/>
                </a:lnTo>
                <a:lnTo>
                  <a:pt x="180975" y="76200"/>
                </a:lnTo>
                <a:lnTo>
                  <a:pt x="180975" y="95250"/>
                </a:lnTo>
                <a:lnTo>
                  <a:pt x="190500" y="95250"/>
                </a:lnTo>
                <a:lnTo>
                  <a:pt x="190500" y="114300"/>
                </a:lnTo>
                <a:lnTo>
                  <a:pt x="133350" y="114300"/>
                </a:lnTo>
                <a:lnTo>
                  <a:pt x="133350" y="104775"/>
                </a:lnTo>
                <a:lnTo>
                  <a:pt x="123825" y="104775"/>
                </a:lnTo>
                <a:lnTo>
                  <a:pt x="123825" y="95250"/>
                </a:lnTo>
                <a:lnTo>
                  <a:pt x="133350" y="95250"/>
                </a:lnTo>
                <a:lnTo>
                  <a:pt x="133350" y="104775"/>
                </a:lnTo>
                <a:lnTo>
                  <a:pt x="142875" y="104775"/>
                </a:lnTo>
                <a:lnTo>
                  <a:pt x="142875" y="85725"/>
                </a:lnTo>
                <a:lnTo>
                  <a:pt x="114300" y="85725"/>
                </a:lnTo>
                <a:lnTo>
                  <a:pt x="114300" y="76200"/>
                </a:lnTo>
                <a:lnTo>
                  <a:pt x="104775" y="76200"/>
                </a:lnTo>
                <a:lnTo>
                  <a:pt x="104775" y="85725"/>
                </a:lnTo>
                <a:lnTo>
                  <a:pt x="95250" y="85725"/>
                </a:lnTo>
                <a:lnTo>
                  <a:pt x="95250" y="95250"/>
                </a:lnTo>
                <a:lnTo>
                  <a:pt x="104775" y="95250"/>
                </a:lnTo>
                <a:lnTo>
                  <a:pt x="104775" y="114300"/>
                </a:lnTo>
                <a:lnTo>
                  <a:pt x="114300" y="114300"/>
                </a:lnTo>
                <a:lnTo>
                  <a:pt x="114300" y="123825"/>
                </a:lnTo>
                <a:lnTo>
                  <a:pt x="76200" y="123825"/>
                </a:lnTo>
                <a:lnTo>
                  <a:pt x="76200" y="95250"/>
                </a:lnTo>
                <a:lnTo>
                  <a:pt x="66675" y="95250"/>
                </a:lnTo>
                <a:lnTo>
                  <a:pt x="66675" y="66675"/>
                </a:lnTo>
                <a:lnTo>
                  <a:pt x="76200" y="66675"/>
                </a:lnTo>
                <a:close/>
                <a:moveTo>
                  <a:pt x="466725" y="66675"/>
                </a:moveTo>
                <a:lnTo>
                  <a:pt x="476250" y="66675"/>
                </a:lnTo>
                <a:lnTo>
                  <a:pt x="476250" y="76200"/>
                </a:lnTo>
                <a:lnTo>
                  <a:pt x="466725" y="76200"/>
                </a:lnTo>
                <a:close/>
                <a:moveTo>
                  <a:pt x="152400" y="104775"/>
                </a:moveTo>
                <a:lnTo>
                  <a:pt x="161925" y="104775"/>
                </a:lnTo>
                <a:lnTo>
                  <a:pt x="161925" y="95250"/>
                </a:lnTo>
                <a:lnTo>
                  <a:pt x="152400" y="95250"/>
                </a:lnTo>
                <a:close/>
                <a:moveTo>
                  <a:pt x="123825" y="114300"/>
                </a:moveTo>
                <a:lnTo>
                  <a:pt x="133350" y="114300"/>
                </a:lnTo>
                <a:lnTo>
                  <a:pt x="133350" y="142875"/>
                </a:lnTo>
                <a:lnTo>
                  <a:pt x="114300" y="142875"/>
                </a:lnTo>
                <a:lnTo>
                  <a:pt x="114300" y="123825"/>
                </a:lnTo>
                <a:lnTo>
                  <a:pt x="123825" y="123825"/>
                </a:lnTo>
                <a:close/>
                <a:moveTo>
                  <a:pt x="0" y="161925"/>
                </a:moveTo>
                <a:lnTo>
                  <a:pt x="9525" y="161925"/>
                </a:lnTo>
                <a:lnTo>
                  <a:pt x="9525" y="171450"/>
                </a:lnTo>
                <a:lnTo>
                  <a:pt x="0" y="171450"/>
                </a:lnTo>
                <a:close/>
                <a:moveTo>
                  <a:pt x="171450" y="161925"/>
                </a:moveTo>
                <a:lnTo>
                  <a:pt x="190500" y="161925"/>
                </a:lnTo>
                <a:lnTo>
                  <a:pt x="190500" y="171450"/>
                </a:lnTo>
                <a:lnTo>
                  <a:pt x="180975" y="171450"/>
                </a:lnTo>
                <a:lnTo>
                  <a:pt x="180975" y="180975"/>
                </a:lnTo>
                <a:lnTo>
                  <a:pt x="171450" y="180975"/>
                </a:lnTo>
                <a:lnTo>
                  <a:pt x="171450" y="190500"/>
                </a:lnTo>
                <a:lnTo>
                  <a:pt x="142875" y="190500"/>
                </a:lnTo>
                <a:lnTo>
                  <a:pt x="142875" y="180975"/>
                </a:lnTo>
                <a:lnTo>
                  <a:pt x="161925" y="180975"/>
                </a:lnTo>
                <a:lnTo>
                  <a:pt x="161925" y="171450"/>
                </a:lnTo>
                <a:lnTo>
                  <a:pt x="171450" y="171450"/>
                </a:lnTo>
                <a:close/>
                <a:moveTo>
                  <a:pt x="628650" y="171450"/>
                </a:moveTo>
                <a:lnTo>
                  <a:pt x="638175" y="171450"/>
                </a:lnTo>
                <a:lnTo>
                  <a:pt x="638175" y="180975"/>
                </a:lnTo>
                <a:lnTo>
                  <a:pt x="628650" y="180975"/>
                </a:lnTo>
                <a:close/>
                <a:moveTo>
                  <a:pt x="542925" y="190500"/>
                </a:moveTo>
                <a:lnTo>
                  <a:pt x="571500" y="190500"/>
                </a:lnTo>
                <a:lnTo>
                  <a:pt x="571500" y="209550"/>
                </a:lnTo>
                <a:lnTo>
                  <a:pt x="561975" y="209550"/>
                </a:lnTo>
                <a:lnTo>
                  <a:pt x="561975" y="219075"/>
                </a:lnTo>
                <a:lnTo>
                  <a:pt x="542925" y="219075"/>
                </a:lnTo>
                <a:close/>
                <a:moveTo>
                  <a:pt x="628650" y="190500"/>
                </a:moveTo>
                <a:lnTo>
                  <a:pt x="638175" y="190500"/>
                </a:lnTo>
                <a:lnTo>
                  <a:pt x="638175" y="200025"/>
                </a:lnTo>
                <a:lnTo>
                  <a:pt x="628650" y="200025"/>
                </a:lnTo>
                <a:close/>
                <a:moveTo>
                  <a:pt x="619125" y="200025"/>
                </a:moveTo>
                <a:lnTo>
                  <a:pt x="628650" y="200025"/>
                </a:lnTo>
                <a:lnTo>
                  <a:pt x="628650" y="209550"/>
                </a:lnTo>
                <a:lnTo>
                  <a:pt x="619125" y="209550"/>
                </a:lnTo>
                <a:close/>
                <a:moveTo>
                  <a:pt x="600075" y="228600"/>
                </a:moveTo>
                <a:lnTo>
                  <a:pt x="609600" y="228600"/>
                </a:lnTo>
                <a:lnTo>
                  <a:pt x="609600" y="238125"/>
                </a:lnTo>
                <a:lnTo>
                  <a:pt x="600075" y="238125"/>
                </a:lnTo>
                <a:close/>
                <a:moveTo>
                  <a:pt x="590550" y="238125"/>
                </a:moveTo>
                <a:lnTo>
                  <a:pt x="600075" y="238125"/>
                </a:lnTo>
                <a:lnTo>
                  <a:pt x="600075" y="247650"/>
                </a:lnTo>
                <a:lnTo>
                  <a:pt x="590550" y="247650"/>
                </a:lnTo>
                <a:close/>
                <a:moveTo>
                  <a:pt x="47625" y="247650"/>
                </a:moveTo>
                <a:lnTo>
                  <a:pt x="66675" y="247650"/>
                </a:lnTo>
                <a:lnTo>
                  <a:pt x="66675" y="266700"/>
                </a:lnTo>
                <a:lnTo>
                  <a:pt x="47625" y="266700"/>
                </a:lnTo>
                <a:close/>
                <a:moveTo>
                  <a:pt x="571500" y="247650"/>
                </a:moveTo>
                <a:lnTo>
                  <a:pt x="590550" y="247650"/>
                </a:lnTo>
                <a:lnTo>
                  <a:pt x="590550" y="257175"/>
                </a:lnTo>
                <a:lnTo>
                  <a:pt x="571500" y="257175"/>
                </a:lnTo>
                <a:close/>
                <a:moveTo>
                  <a:pt x="95250" y="257175"/>
                </a:moveTo>
                <a:lnTo>
                  <a:pt x="104775" y="257175"/>
                </a:lnTo>
                <a:lnTo>
                  <a:pt x="104775" y="276225"/>
                </a:lnTo>
                <a:lnTo>
                  <a:pt x="95250" y="276225"/>
                </a:lnTo>
                <a:close/>
                <a:moveTo>
                  <a:pt x="590550" y="257175"/>
                </a:moveTo>
                <a:lnTo>
                  <a:pt x="600075" y="257175"/>
                </a:lnTo>
                <a:lnTo>
                  <a:pt x="600075" y="266700"/>
                </a:lnTo>
                <a:lnTo>
                  <a:pt x="590550" y="266700"/>
                </a:lnTo>
                <a:close/>
                <a:moveTo>
                  <a:pt x="66675" y="285750"/>
                </a:moveTo>
                <a:lnTo>
                  <a:pt x="76200" y="285750"/>
                </a:lnTo>
                <a:lnTo>
                  <a:pt x="76200" y="295275"/>
                </a:lnTo>
                <a:lnTo>
                  <a:pt x="95250" y="295275"/>
                </a:lnTo>
                <a:lnTo>
                  <a:pt x="95250" y="323850"/>
                </a:lnTo>
                <a:lnTo>
                  <a:pt x="66675" y="323850"/>
                </a:lnTo>
                <a:close/>
                <a:moveTo>
                  <a:pt x="533400" y="285750"/>
                </a:moveTo>
                <a:lnTo>
                  <a:pt x="542925" y="285750"/>
                </a:lnTo>
                <a:lnTo>
                  <a:pt x="542925" y="314325"/>
                </a:lnTo>
                <a:lnTo>
                  <a:pt x="533400" y="314325"/>
                </a:lnTo>
                <a:close/>
                <a:moveTo>
                  <a:pt x="638175" y="390525"/>
                </a:moveTo>
                <a:lnTo>
                  <a:pt x="647700" y="390525"/>
                </a:lnTo>
                <a:lnTo>
                  <a:pt x="647700" y="400050"/>
                </a:lnTo>
                <a:lnTo>
                  <a:pt x="638175" y="400050"/>
                </a:lnTo>
                <a:close/>
                <a:moveTo>
                  <a:pt x="638175" y="523875"/>
                </a:moveTo>
                <a:lnTo>
                  <a:pt x="647700" y="523875"/>
                </a:lnTo>
                <a:lnTo>
                  <a:pt x="647700" y="561975"/>
                </a:lnTo>
                <a:lnTo>
                  <a:pt x="628650" y="561975"/>
                </a:lnTo>
                <a:lnTo>
                  <a:pt x="628650" y="552450"/>
                </a:lnTo>
                <a:lnTo>
                  <a:pt x="619125" y="552450"/>
                </a:lnTo>
                <a:lnTo>
                  <a:pt x="619125" y="542925"/>
                </a:lnTo>
                <a:lnTo>
                  <a:pt x="638175" y="542925"/>
                </a:lnTo>
                <a:close/>
                <a:moveTo>
                  <a:pt x="266700" y="590550"/>
                </a:moveTo>
                <a:lnTo>
                  <a:pt x="276225" y="590550"/>
                </a:lnTo>
                <a:lnTo>
                  <a:pt x="276225" y="600075"/>
                </a:lnTo>
                <a:lnTo>
                  <a:pt x="266700" y="600075"/>
                </a:lnTo>
                <a:close/>
                <a:moveTo>
                  <a:pt x="190500" y="600075"/>
                </a:moveTo>
                <a:lnTo>
                  <a:pt x="209550" y="600075"/>
                </a:lnTo>
                <a:lnTo>
                  <a:pt x="209550" y="609600"/>
                </a:lnTo>
                <a:lnTo>
                  <a:pt x="190500" y="609600"/>
                </a:lnTo>
                <a:close/>
              </a:path>
            </a:pathLst>
          </a:custGeom>
          <a:solidFill xmlns:a="http://schemas.openxmlformats.org/drawingml/2006/main">
            <a:srgbClr val="F2EEE2"/>
          </a:solidFill>
          <a:ln xmlns:a="http://schemas.openxmlformats.org/drawingml/2006/main" w="0">
            <a:noFill/>
          </a:ln>
        </p:spPr>
      </p:sp>
      <p:sp>
        <p:nvSpPr>
          <p:cNvPr id="66" name="warning vector #f2eee0">
            <a:extLst xmlns:a="http://schemas.openxmlformats.org/drawingml/2006/main">
              <a:ext uri="{FF2B5EF4-FFF2-40B4-BE49-F238E27FC236}">
                <a16:creationId xmlns:a16="http://schemas.microsoft.com/office/drawing/2014/main" id="{77E23049-FE0C-4809-BB7A-520A93E0BE0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19650" y="1819275"/>
            <a:ext cx="762000" cy="723900"/>
          </a:xfrm>
          <a:custGeom xmlns:a="http://schemas.openxmlformats.org/drawingml/2006/main">
            <a:pathLst>
              <a:path w="647700" h="609600">
                <a:moveTo>
                  <a:pt x="238125" y="0"/>
                </a:moveTo>
                <a:lnTo>
                  <a:pt x="257175" y="0"/>
                </a:lnTo>
                <a:lnTo>
                  <a:pt x="257175" y="9525"/>
                </a:lnTo>
                <a:lnTo>
                  <a:pt x="266700" y="9525"/>
                </a:lnTo>
                <a:lnTo>
                  <a:pt x="266700" y="0"/>
                </a:lnTo>
                <a:lnTo>
                  <a:pt x="276225" y="0"/>
                </a:lnTo>
                <a:lnTo>
                  <a:pt x="276225" y="9525"/>
                </a:lnTo>
                <a:lnTo>
                  <a:pt x="266700" y="9525"/>
                </a:lnTo>
                <a:lnTo>
                  <a:pt x="266700" y="19050"/>
                </a:lnTo>
                <a:lnTo>
                  <a:pt x="247650" y="19050"/>
                </a:lnTo>
                <a:lnTo>
                  <a:pt x="247650" y="28575"/>
                </a:lnTo>
                <a:lnTo>
                  <a:pt x="238125" y="28575"/>
                </a:lnTo>
                <a:close/>
                <a:moveTo>
                  <a:pt x="285750" y="0"/>
                </a:moveTo>
                <a:lnTo>
                  <a:pt x="304800" y="0"/>
                </a:lnTo>
                <a:lnTo>
                  <a:pt x="304800" y="9525"/>
                </a:lnTo>
                <a:lnTo>
                  <a:pt x="314325" y="9525"/>
                </a:lnTo>
                <a:lnTo>
                  <a:pt x="314325" y="19050"/>
                </a:lnTo>
                <a:lnTo>
                  <a:pt x="276225" y="19050"/>
                </a:lnTo>
                <a:lnTo>
                  <a:pt x="276225" y="9525"/>
                </a:lnTo>
                <a:lnTo>
                  <a:pt x="285750" y="9525"/>
                </a:lnTo>
                <a:close/>
                <a:moveTo>
                  <a:pt x="390525" y="0"/>
                </a:moveTo>
                <a:lnTo>
                  <a:pt x="400050" y="0"/>
                </a:lnTo>
                <a:lnTo>
                  <a:pt x="400050" y="9525"/>
                </a:lnTo>
                <a:lnTo>
                  <a:pt x="409575" y="9525"/>
                </a:lnTo>
                <a:lnTo>
                  <a:pt x="409575" y="0"/>
                </a:lnTo>
                <a:lnTo>
                  <a:pt x="419100" y="0"/>
                </a:lnTo>
                <a:lnTo>
                  <a:pt x="419100" y="19050"/>
                </a:lnTo>
                <a:lnTo>
                  <a:pt x="381000" y="19050"/>
                </a:lnTo>
                <a:lnTo>
                  <a:pt x="381000" y="9525"/>
                </a:lnTo>
                <a:lnTo>
                  <a:pt x="390525" y="9525"/>
                </a:lnTo>
                <a:close/>
                <a:moveTo>
                  <a:pt x="123825" y="9525"/>
                </a:moveTo>
                <a:lnTo>
                  <a:pt x="152400" y="9525"/>
                </a:lnTo>
                <a:lnTo>
                  <a:pt x="152400" y="19050"/>
                </a:lnTo>
                <a:lnTo>
                  <a:pt x="142875" y="19050"/>
                </a:lnTo>
                <a:lnTo>
                  <a:pt x="142875" y="28575"/>
                </a:lnTo>
                <a:lnTo>
                  <a:pt x="123825" y="28575"/>
                </a:lnTo>
                <a:close/>
                <a:moveTo>
                  <a:pt x="352425" y="19050"/>
                </a:moveTo>
                <a:lnTo>
                  <a:pt x="371475" y="19050"/>
                </a:lnTo>
                <a:lnTo>
                  <a:pt x="371475" y="28575"/>
                </a:lnTo>
                <a:lnTo>
                  <a:pt x="361950" y="28575"/>
                </a:lnTo>
                <a:lnTo>
                  <a:pt x="361950" y="38100"/>
                </a:lnTo>
                <a:lnTo>
                  <a:pt x="352425" y="38100"/>
                </a:lnTo>
                <a:close/>
                <a:moveTo>
                  <a:pt x="304800" y="28575"/>
                </a:moveTo>
                <a:lnTo>
                  <a:pt x="314325" y="28575"/>
                </a:lnTo>
                <a:lnTo>
                  <a:pt x="314325" y="38100"/>
                </a:lnTo>
                <a:lnTo>
                  <a:pt x="304800" y="38100"/>
                </a:lnTo>
                <a:close/>
                <a:moveTo>
                  <a:pt x="228600" y="38100"/>
                </a:moveTo>
                <a:lnTo>
                  <a:pt x="247650" y="38100"/>
                </a:lnTo>
                <a:lnTo>
                  <a:pt x="247650" y="47625"/>
                </a:lnTo>
                <a:lnTo>
                  <a:pt x="257175" y="47625"/>
                </a:lnTo>
                <a:lnTo>
                  <a:pt x="257175" y="57150"/>
                </a:lnTo>
                <a:lnTo>
                  <a:pt x="247650" y="57150"/>
                </a:lnTo>
                <a:lnTo>
                  <a:pt x="247650" y="66675"/>
                </a:lnTo>
                <a:lnTo>
                  <a:pt x="238125" y="66675"/>
                </a:lnTo>
                <a:lnTo>
                  <a:pt x="238125" y="85725"/>
                </a:lnTo>
                <a:lnTo>
                  <a:pt x="228600" y="85725"/>
                </a:lnTo>
                <a:lnTo>
                  <a:pt x="228600" y="95250"/>
                </a:lnTo>
                <a:lnTo>
                  <a:pt x="219075" y="95250"/>
                </a:lnTo>
                <a:lnTo>
                  <a:pt x="219075" y="104775"/>
                </a:lnTo>
                <a:lnTo>
                  <a:pt x="209550" y="104775"/>
                </a:lnTo>
                <a:lnTo>
                  <a:pt x="209550" y="114300"/>
                </a:lnTo>
                <a:lnTo>
                  <a:pt x="219075" y="114300"/>
                </a:lnTo>
                <a:lnTo>
                  <a:pt x="219075" y="123825"/>
                </a:lnTo>
                <a:lnTo>
                  <a:pt x="190500" y="123825"/>
                </a:lnTo>
                <a:lnTo>
                  <a:pt x="190500" y="95250"/>
                </a:lnTo>
                <a:lnTo>
                  <a:pt x="180975" y="95250"/>
                </a:lnTo>
                <a:lnTo>
                  <a:pt x="180975" y="76200"/>
                </a:lnTo>
                <a:lnTo>
                  <a:pt x="209550" y="76200"/>
                </a:lnTo>
                <a:lnTo>
                  <a:pt x="209550" y="66675"/>
                </a:lnTo>
                <a:lnTo>
                  <a:pt x="180975" y="66675"/>
                </a:lnTo>
                <a:lnTo>
                  <a:pt x="180975" y="47625"/>
                </a:lnTo>
                <a:lnTo>
                  <a:pt x="209550" y="47625"/>
                </a:lnTo>
                <a:lnTo>
                  <a:pt x="209550" y="57150"/>
                </a:lnTo>
                <a:lnTo>
                  <a:pt x="228600" y="57150"/>
                </a:lnTo>
                <a:close/>
                <a:moveTo>
                  <a:pt x="381000" y="57150"/>
                </a:moveTo>
                <a:lnTo>
                  <a:pt x="390525" y="57150"/>
                </a:lnTo>
                <a:lnTo>
                  <a:pt x="390525" y="66675"/>
                </a:lnTo>
                <a:lnTo>
                  <a:pt x="381000" y="66675"/>
                </a:lnTo>
                <a:close/>
                <a:moveTo>
                  <a:pt x="38100" y="76200"/>
                </a:moveTo>
                <a:lnTo>
                  <a:pt x="57150" y="76200"/>
                </a:lnTo>
                <a:lnTo>
                  <a:pt x="57150" y="85725"/>
                </a:lnTo>
                <a:lnTo>
                  <a:pt x="38100" y="85725"/>
                </a:lnTo>
                <a:close/>
                <a:moveTo>
                  <a:pt x="180975" y="123825"/>
                </a:moveTo>
                <a:lnTo>
                  <a:pt x="190500" y="123825"/>
                </a:lnTo>
                <a:lnTo>
                  <a:pt x="190500" y="133350"/>
                </a:lnTo>
                <a:lnTo>
                  <a:pt x="180975" y="133350"/>
                </a:lnTo>
                <a:close/>
                <a:moveTo>
                  <a:pt x="171450" y="133350"/>
                </a:moveTo>
                <a:lnTo>
                  <a:pt x="180975" y="133350"/>
                </a:lnTo>
                <a:lnTo>
                  <a:pt x="180975" y="142875"/>
                </a:lnTo>
                <a:lnTo>
                  <a:pt x="171450" y="142875"/>
                </a:lnTo>
                <a:close/>
                <a:moveTo>
                  <a:pt x="28575" y="142875"/>
                </a:moveTo>
                <a:lnTo>
                  <a:pt x="38100" y="142875"/>
                </a:lnTo>
                <a:lnTo>
                  <a:pt x="38100" y="152400"/>
                </a:lnTo>
                <a:lnTo>
                  <a:pt x="28575" y="152400"/>
                </a:lnTo>
                <a:close/>
                <a:moveTo>
                  <a:pt x="180975" y="142875"/>
                </a:moveTo>
                <a:lnTo>
                  <a:pt x="200025" y="142875"/>
                </a:lnTo>
                <a:lnTo>
                  <a:pt x="200025" y="171450"/>
                </a:lnTo>
                <a:lnTo>
                  <a:pt x="190500" y="171450"/>
                </a:lnTo>
                <a:lnTo>
                  <a:pt x="190500" y="161925"/>
                </a:lnTo>
                <a:lnTo>
                  <a:pt x="180975" y="161925"/>
                </a:lnTo>
                <a:close/>
                <a:moveTo>
                  <a:pt x="180975" y="171450"/>
                </a:moveTo>
                <a:lnTo>
                  <a:pt x="190500" y="171450"/>
                </a:lnTo>
                <a:lnTo>
                  <a:pt x="190500" y="180975"/>
                </a:lnTo>
                <a:lnTo>
                  <a:pt x="180975" y="180975"/>
                </a:lnTo>
                <a:close/>
                <a:moveTo>
                  <a:pt x="171450" y="180975"/>
                </a:moveTo>
                <a:lnTo>
                  <a:pt x="180975" y="180975"/>
                </a:lnTo>
                <a:lnTo>
                  <a:pt x="180975" y="200025"/>
                </a:lnTo>
                <a:lnTo>
                  <a:pt x="152400" y="200025"/>
                </a:lnTo>
                <a:lnTo>
                  <a:pt x="152400" y="190500"/>
                </a:lnTo>
                <a:lnTo>
                  <a:pt x="171450" y="190500"/>
                </a:lnTo>
                <a:close/>
                <a:moveTo>
                  <a:pt x="142875" y="200025"/>
                </a:moveTo>
                <a:lnTo>
                  <a:pt x="152400" y="200025"/>
                </a:lnTo>
                <a:lnTo>
                  <a:pt x="152400" y="209550"/>
                </a:lnTo>
                <a:lnTo>
                  <a:pt x="142875" y="209550"/>
                </a:lnTo>
                <a:close/>
                <a:moveTo>
                  <a:pt x="133350" y="209550"/>
                </a:moveTo>
                <a:lnTo>
                  <a:pt x="142875" y="209550"/>
                </a:lnTo>
                <a:lnTo>
                  <a:pt x="142875" y="219075"/>
                </a:lnTo>
                <a:lnTo>
                  <a:pt x="152400" y="219075"/>
                </a:lnTo>
                <a:lnTo>
                  <a:pt x="152400" y="238125"/>
                </a:lnTo>
                <a:lnTo>
                  <a:pt x="142875" y="238125"/>
                </a:lnTo>
                <a:lnTo>
                  <a:pt x="142875" y="228600"/>
                </a:lnTo>
                <a:lnTo>
                  <a:pt x="133350" y="228600"/>
                </a:lnTo>
                <a:close/>
                <a:moveTo>
                  <a:pt x="533400" y="219075"/>
                </a:moveTo>
                <a:lnTo>
                  <a:pt x="552450" y="219075"/>
                </a:lnTo>
                <a:lnTo>
                  <a:pt x="552450" y="247650"/>
                </a:lnTo>
                <a:lnTo>
                  <a:pt x="542925" y="247650"/>
                </a:lnTo>
                <a:lnTo>
                  <a:pt x="542925" y="228600"/>
                </a:lnTo>
                <a:lnTo>
                  <a:pt x="533400" y="228600"/>
                </a:lnTo>
                <a:close/>
                <a:moveTo>
                  <a:pt x="600075" y="238125"/>
                </a:moveTo>
                <a:lnTo>
                  <a:pt x="609600" y="238125"/>
                </a:lnTo>
                <a:lnTo>
                  <a:pt x="609600" y="247650"/>
                </a:lnTo>
                <a:lnTo>
                  <a:pt x="619125" y="247650"/>
                </a:lnTo>
                <a:lnTo>
                  <a:pt x="619125" y="266700"/>
                </a:lnTo>
                <a:lnTo>
                  <a:pt x="600075" y="266700"/>
                </a:lnTo>
                <a:lnTo>
                  <a:pt x="600075" y="257175"/>
                </a:lnTo>
                <a:lnTo>
                  <a:pt x="590550" y="257175"/>
                </a:lnTo>
                <a:lnTo>
                  <a:pt x="590550" y="247650"/>
                </a:lnTo>
                <a:lnTo>
                  <a:pt x="600075" y="247650"/>
                </a:lnTo>
                <a:close/>
                <a:moveTo>
                  <a:pt x="552450" y="266700"/>
                </a:moveTo>
                <a:lnTo>
                  <a:pt x="561975" y="266700"/>
                </a:lnTo>
                <a:lnTo>
                  <a:pt x="561975" y="276225"/>
                </a:lnTo>
                <a:lnTo>
                  <a:pt x="552450" y="276225"/>
                </a:lnTo>
                <a:close/>
                <a:moveTo>
                  <a:pt x="542925" y="285750"/>
                </a:moveTo>
                <a:lnTo>
                  <a:pt x="552450" y="285750"/>
                </a:lnTo>
                <a:lnTo>
                  <a:pt x="552450" y="295275"/>
                </a:lnTo>
                <a:lnTo>
                  <a:pt x="542925" y="295275"/>
                </a:lnTo>
                <a:close/>
                <a:moveTo>
                  <a:pt x="600075" y="285750"/>
                </a:moveTo>
                <a:lnTo>
                  <a:pt x="609600" y="285750"/>
                </a:lnTo>
                <a:lnTo>
                  <a:pt x="609600" y="295275"/>
                </a:lnTo>
                <a:lnTo>
                  <a:pt x="600075" y="295275"/>
                </a:lnTo>
                <a:close/>
                <a:moveTo>
                  <a:pt x="552450" y="295275"/>
                </a:moveTo>
                <a:lnTo>
                  <a:pt x="561975" y="295275"/>
                </a:lnTo>
                <a:lnTo>
                  <a:pt x="561975" y="304800"/>
                </a:lnTo>
                <a:lnTo>
                  <a:pt x="552450" y="304800"/>
                </a:lnTo>
                <a:close/>
                <a:moveTo>
                  <a:pt x="628650" y="333375"/>
                </a:moveTo>
                <a:lnTo>
                  <a:pt x="647700" y="333375"/>
                </a:lnTo>
                <a:lnTo>
                  <a:pt x="647700" y="352425"/>
                </a:lnTo>
                <a:lnTo>
                  <a:pt x="638175" y="352425"/>
                </a:lnTo>
                <a:lnTo>
                  <a:pt x="638175" y="342900"/>
                </a:lnTo>
                <a:lnTo>
                  <a:pt x="628650" y="342900"/>
                </a:lnTo>
                <a:close/>
                <a:moveTo>
                  <a:pt x="590550" y="381000"/>
                </a:moveTo>
                <a:lnTo>
                  <a:pt x="600075" y="381000"/>
                </a:lnTo>
                <a:lnTo>
                  <a:pt x="600075" y="390525"/>
                </a:lnTo>
                <a:lnTo>
                  <a:pt x="609600" y="390525"/>
                </a:lnTo>
                <a:lnTo>
                  <a:pt x="609600" y="400050"/>
                </a:lnTo>
                <a:lnTo>
                  <a:pt x="600075" y="400050"/>
                </a:lnTo>
                <a:lnTo>
                  <a:pt x="600075" y="409575"/>
                </a:lnTo>
                <a:lnTo>
                  <a:pt x="590550" y="409575"/>
                </a:lnTo>
                <a:lnTo>
                  <a:pt x="590550" y="400050"/>
                </a:lnTo>
                <a:lnTo>
                  <a:pt x="581025" y="400050"/>
                </a:lnTo>
                <a:lnTo>
                  <a:pt x="581025" y="390525"/>
                </a:lnTo>
                <a:lnTo>
                  <a:pt x="590550" y="390525"/>
                </a:lnTo>
                <a:close/>
                <a:moveTo>
                  <a:pt x="28575" y="428625"/>
                </a:moveTo>
                <a:lnTo>
                  <a:pt x="38100" y="428625"/>
                </a:lnTo>
                <a:lnTo>
                  <a:pt x="38100" y="438150"/>
                </a:lnTo>
                <a:lnTo>
                  <a:pt x="28575" y="438150"/>
                </a:lnTo>
                <a:close/>
                <a:moveTo>
                  <a:pt x="19050" y="438150"/>
                </a:moveTo>
                <a:lnTo>
                  <a:pt x="28575" y="438150"/>
                </a:lnTo>
                <a:lnTo>
                  <a:pt x="28575" y="447675"/>
                </a:lnTo>
                <a:lnTo>
                  <a:pt x="19050" y="447675"/>
                </a:lnTo>
                <a:close/>
                <a:moveTo>
                  <a:pt x="619125" y="447675"/>
                </a:moveTo>
                <a:lnTo>
                  <a:pt x="638175" y="447675"/>
                </a:lnTo>
                <a:lnTo>
                  <a:pt x="638175" y="457200"/>
                </a:lnTo>
                <a:lnTo>
                  <a:pt x="647700" y="457200"/>
                </a:lnTo>
                <a:lnTo>
                  <a:pt x="647700" y="466725"/>
                </a:lnTo>
                <a:lnTo>
                  <a:pt x="638175" y="466725"/>
                </a:lnTo>
                <a:lnTo>
                  <a:pt x="638175" y="476250"/>
                </a:lnTo>
                <a:lnTo>
                  <a:pt x="628650" y="476250"/>
                </a:lnTo>
                <a:lnTo>
                  <a:pt x="628650" y="466725"/>
                </a:lnTo>
                <a:lnTo>
                  <a:pt x="619125" y="466725"/>
                </a:lnTo>
                <a:close/>
                <a:moveTo>
                  <a:pt x="19050" y="533400"/>
                </a:moveTo>
                <a:lnTo>
                  <a:pt x="28575" y="533400"/>
                </a:lnTo>
                <a:lnTo>
                  <a:pt x="28575" y="542925"/>
                </a:lnTo>
                <a:lnTo>
                  <a:pt x="19050" y="542925"/>
                </a:lnTo>
                <a:close/>
                <a:moveTo>
                  <a:pt x="28575" y="542925"/>
                </a:moveTo>
                <a:lnTo>
                  <a:pt x="38100" y="542925"/>
                </a:lnTo>
                <a:lnTo>
                  <a:pt x="38100" y="552450"/>
                </a:lnTo>
                <a:lnTo>
                  <a:pt x="28575" y="552450"/>
                </a:lnTo>
                <a:close/>
                <a:moveTo>
                  <a:pt x="257175" y="600075"/>
                </a:moveTo>
                <a:lnTo>
                  <a:pt x="285750" y="600075"/>
                </a:lnTo>
                <a:lnTo>
                  <a:pt x="285750" y="609600"/>
                </a:lnTo>
                <a:lnTo>
                  <a:pt x="257175" y="609600"/>
                </a:lnTo>
                <a:close/>
              </a:path>
            </a:pathLst>
          </a:custGeom>
          <a:solidFill xmlns:a="http://schemas.openxmlformats.org/drawingml/2006/main">
            <a:srgbClr val="F2EEE0"/>
          </a:solidFill>
          <a:ln xmlns:a="http://schemas.openxmlformats.org/drawingml/2006/main" w="0">
            <a:noFill/>
          </a:ln>
        </p:spPr>
      </p:sp>
      <p:sp>
        <p:nvSpPr>
          <p:cNvPr id="67" name="warning vector #f6edde">
            <a:extLst xmlns:a="http://schemas.openxmlformats.org/drawingml/2006/main">
              <a:ext uri="{FF2B5EF4-FFF2-40B4-BE49-F238E27FC236}">
                <a16:creationId xmlns:a16="http://schemas.microsoft.com/office/drawing/2014/main" id="{4FBA0622-D343-4414-A846-987DF0014DC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19650" y="1819275"/>
            <a:ext cx="762000" cy="723900"/>
          </a:xfrm>
          <a:custGeom xmlns:a="http://schemas.openxmlformats.org/drawingml/2006/main">
            <a:pathLst>
              <a:path w="647700" h="609600">
                <a:moveTo>
                  <a:pt x="333375" y="38100"/>
                </a:moveTo>
                <a:lnTo>
                  <a:pt x="342900" y="38100"/>
                </a:lnTo>
                <a:lnTo>
                  <a:pt x="342900" y="57150"/>
                </a:lnTo>
                <a:lnTo>
                  <a:pt x="323850" y="57150"/>
                </a:lnTo>
                <a:lnTo>
                  <a:pt x="323850" y="47625"/>
                </a:lnTo>
                <a:lnTo>
                  <a:pt x="333375" y="47625"/>
                </a:lnTo>
                <a:close/>
                <a:moveTo>
                  <a:pt x="266700" y="47625"/>
                </a:moveTo>
                <a:lnTo>
                  <a:pt x="285750" y="47625"/>
                </a:lnTo>
                <a:lnTo>
                  <a:pt x="285750" y="57150"/>
                </a:lnTo>
                <a:lnTo>
                  <a:pt x="266700" y="57150"/>
                </a:lnTo>
                <a:close/>
                <a:moveTo>
                  <a:pt x="295275" y="47625"/>
                </a:moveTo>
                <a:lnTo>
                  <a:pt x="304800" y="47625"/>
                </a:lnTo>
                <a:lnTo>
                  <a:pt x="304800" y="57150"/>
                </a:lnTo>
                <a:lnTo>
                  <a:pt x="295275" y="57150"/>
                </a:lnTo>
                <a:close/>
                <a:moveTo>
                  <a:pt x="247650" y="57150"/>
                </a:moveTo>
                <a:lnTo>
                  <a:pt x="266700" y="57150"/>
                </a:lnTo>
                <a:lnTo>
                  <a:pt x="266700" y="66675"/>
                </a:lnTo>
                <a:lnTo>
                  <a:pt x="257175" y="66675"/>
                </a:lnTo>
                <a:lnTo>
                  <a:pt x="257175" y="76200"/>
                </a:lnTo>
                <a:lnTo>
                  <a:pt x="247650" y="76200"/>
                </a:lnTo>
                <a:lnTo>
                  <a:pt x="247650" y="95250"/>
                </a:lnTo>
                <a:lnTo>
                  <a:pt x="238125" y="95250"/>
                </a:lnTo>
                <a:lnTo>
                  <a:pt x="238125" y="66675"/>
                </a:lnTo>
                <a:lnTo>
                  <a:pt x="247650" y="66675"/>
                </a:lnTo>
                <a:close/>
                <a:moveTo>
                  <a:pt x="342900" y="57150"/>
                </a:moveTo>
                <a:lnTo>
                  <a:pt x="361950" y="57150"/>
                </a:lnTo>
                <a:lnTo>
                  <a:pt x="361950" y="66675"/>
                </a:lnTo>
                <a:lnTo>
                  <a:pt x="342900" y="66675"/>
                </a:lnTo>
                <a:close/>
                <a:moveTo>
                  <a:pt x="371475" y="66675"/>
                </a:moveTo>
                <a:lnTo>
                  <a:pt x="381000" y="66675"/>
                </a:lnTo>
                <a:lnTo>
                  <a:pt x="381000" y="76200"/>
                </a:lnTo>
                <a:lnTo>
                  <a:pt x="371475" y="76200"/>
                </a:lnTo>
                <a:close/>
                <a:moveTo>
                  <a:pt x="381000" y="76200"/>
                </a:moveTo>
                <a:lnTo>
                  <a:pt x="390525" y="76200"/>
                </a:lnTo>
                <a:lnTo>
                  <a:pt x="390525" y="85725"/>
                </a:lnTo>
                <a:lnTo>
                  <a:pt x="381000" y="85725"/>
                </a:lnTo>
                <a:close/>
                <a:moveTo>
                  <a:pt x="228600" y="95250"/>
                </a:moveTo>
                <a:lnTo>
                  <a:pt x="238125" y="95250"/>
                </a:lnTo>
                <a:lnTo>
                  <a:pt x="238125" y="114300"/>
                </a:lnTo>
                <a:lnTo>
                  <a:pt x="228600" y="114300"/>
                </a:lnTo>
                <a:close/>
                <a:moveTo>
                  <a:pt x="390525" y="95250"/>
                </a:moveTo>
                <a:lnTo>
                  <a:pt x="400050" y="95250"/>
                </a:lnTo>
                <a:lnTo>
                  <a:pt x="400050" y="114300"/>
                </a:lnTo>
                <a:lnTo>
                  <a:pt x="390525" y="114300"/>
                </a:lnTo>
                <a:close/>
                <a:moveTo>
                  <a:pt x="219075" y="114300"/>
                </a:moveTo>
                <a:lnTo>
                  <a:pt x="228600" y="114300"/>
                </a:lnTo>
                <a:lnTo>
                  <a:pt x="228600" y="142875"/>
                </a:lnTo>
                <a:lnTo>
                  <a:pt x="219075" y="142875"/>
                </a:lnTo>
                <a:close/>
                <a:moveTo>
                  <a:pt x="400050" y="133350"/>
                </a:moveTo>
                <a:lnTo>
                  <a:pt x="409575" y="133350"/>
                </a:lnTo>
                <a:lnTo>
                  <a:pt x="409575" y="142875"/>
                </a:lnTo>
                <a:lnTo>
                  <a:pt x="400050" y="142875"/>
                </a:lnTo>
                <a:close/>
                <a:moveTo>
                  <a:pt x="209550" y="142875"/>
                </a:moveTo>
                <a:lnTo>
                  <a:pt x="219075" y="142875"/>
                </a:lnTo>
                <a:lnTo>
                  <a:pt x="219075" y="161925"/>
                </a:lnTo>
                <a:lnTo>
                  <a:pt x="209550" y="161925"/>
                </a:lnTo>
                <a:close/>
                <a:moveTo>
                  <a:pt x="409575" y="142875"/>
                </a:moveTo>
                <a:lnTo>
                  <a:pt x="419100" y="142875"/>
                </a:lnTo>
                <a:lnTo>
                  <a:pt x="419100" y="171450"/>
                </a:lnTo>
                <a:lnTo>
                  <a:pt x="409575" y="171450"/>
                </a:lnTo>
                <a:close/>
                <a:moveTo>
                  <a:pt x="200025" y="161925"/>
                </a:moveTo>
                <a:lnTo>
                  <a:pt x="209550" y="161925"/>
                </a:lnTo>
                <a:lnTo>
                  <a:pt x="209550" y="171450"/>
                </a:lnTo>
                <a:lnTo>
                  <a:pt x="200025" y="171450"/>
                </a:lnTo>
                <a:close/>
                <a:moveTo>
                  <a:pt x="190500" y="171450"/>
                </a:moveTo>
                <a:lnTo>
                  <a:pt x="200025" y="171450"/>
                </a:lnTo>
                <a:lnTo>
                  <a:pt x="200025" y="180975"/>
                </a:lnTo>
                <a:lnTo>
                  <a:pt x="190500" y="180975"/>
                </a:lnTo>
                <a:close/>
                <a:moveTo>
                  <a:pt x="428625" y="200025"/>
                </a:moveTo>
                <a:lnTo>
                  <a:pt x="438150" y="200025"/>
                </a:lnTo>
                <a:lnTo>
                  <a:pt x="438150" y="209550"/>
                </a:lnTo>
                <a:lnTo>
                  <a:pt x="428625" y="209550"/>
                </a:lnTo>
                <a:close/>
                <a:moveTo>
                  <a:pt x="171450" y="209550"/>
                </a:moveTo>
                <a:lnTo>
                  <a:pt x="180975" y="209550"/>
                </a:lnTo>
                <a:lnTo>
                  <a:pt x="180975" y="228600"/>
                </a:lnTo>
                <a:lnTo>
                  <a:pt x="171450" y="228600"/>
                </a:lnTo>
                <a:close/>
                <a:moveTo>
                  <a:pt x="438150" y="209550"/>
                </a:moveTo>
                <a:lnTo>
                  <a:pt x="447675" y="209550"/>
                </a:lnTo>
                <a:lnTo>
                  <a:pt x="447675" y="219075"/>
                </a:lnTo>
                <a:lnTo>
                  <a:pt x="438150" y="219075"/>
                </a:lnTo>
                <a:close/>
                <a:moveTo>
                  <a:pt x="447675" y="219075"/>
                </a:moveTo>
                <a:lnTo>
                  <a:pt x="457200" y="219075"/>
                </a:lnTo>
                <a:lnTo>
                  <a:pt x="457200" y="228600"/>
                </a:lnTo>
                <a:lnTo>
                  <a:pt x="447675" y="228600"/>
                </a:lnTo>
                <a:close/>
                <a:moveTo>
                  <a:pt x="161925" y="228600"/>
                </a:moveTo>
                <a:lnTo>
                  <a:pt x="171450" y="228600"/>
                </a:lnTo>
                <a:lnTo>
                  <a:pt x="171450" y="238125"/>
                </a:lnTo>
                <a:lnTo>
                  <a:pt x="161925" y="238125"/>
                </a:lnTo>
                <a:close/>
                <a:moveTo>
                  <a:pt x="323850" y="228600"/>
                </a:moveTo>
                <a:lnTo>
                  <a:pt x="333375" y="228600"/>
                </a:lnTo>
                <a:lnTo>
                  <a:pt x="333375" y="247650"/>
                </a:lnTo>
                <a:lnTo>
                  <a:pt x="323850" y="247650"/>
                </a:lnTo>
                <a:close/>
                <a:moveTo>
                  <a:pt x="142875" y="247650"/>
                </a:moveTo>
                <a:lnTo>
                  <a:pt x="152400" y="247650"/>
                </a:lnTo>
                <a:lnTo>
                  <a:pt x="152400" y="257175"/>
                </a:lnTo>
                <a:lnTo>
                  <a:pt x="142875" y="257175"/>
                </a:lnTo>
                <a:close/>
                <a:moveTo>
                  <a:pt x="476250" y="247650"/>
                </a:moveTo>
                <a:lnTo>
                  <a:pt x="495300" y="247650"/>
                </a:lnTo>
                <a:lnTo>
                  <a:pt x="495300" y="266700"/>
                </a:lnTo>
                <a:lnTo>
                  <a:pt x="485775" y="266700"/>
                </a:lnTo>
                <a:lnTo>
                  <a:pt x="485775" y="257175"/>
                </a:lnTo>
                <a:lnTo>
                  <a:pt x="476250" y="257175"/>
                </a:lnTo>
                <a:close/>
                <a:moveTo>
                  <a:pt x="133350" y="257175"/>
                </a:moveTo>
                <a:lnTo>
                  <a:pt x="142875" y="257175"/>
                </a:lnTo>
                <a:lnTo>
                  <a:pt x="142875" y="276225"/>
                </a:lnTo>
                <a:lnTo>
                  <a:pt x="133350" y="276225"/>
                </a:lnTo>
                <a:close/>
                <a:moveTo>
                  <a:pt x="323850" y="295275"/>
                </a:moveTo>
                <a:lnTo>
                  <a:pt x="333375" y="295275"/>
                </a:lnTo>
                <a:lnTo>
                  <a:pt x="333375" y="304800"/>
                </a:lnTo>
                <a:lnTo>
                  <a:pt x="323850" y="304800"/>
                </a:lnTo>
                <a:close/>
                <a:moveTo>
                  <a:pt x="504825" y="295275"/>
                </a:moveTo>
                <a:lnTo>
                  <a:pt x="514350" y="295275"/>
                </a:lnTo>
                <a:lnTo>
                  <a:pt x="514350" y="304800"/>
                </a:lnTo>
                <a:lnTo>
                  <a:pt x="504825" y="304800"/>
                </a:lnTo>
                <a:close/>
                <a:moveTo>
                  <a:pt x="295275" y="314325"/>
                </a:moveTo>
                <a:lnTo>
                  <a:pt x="314325" y="314325"/>
                </a:lnTo>
                <a:lnTo>
                  <a:pt x="314325" y="323850"/>
                </a:lnTo>
                <a:lnTo>
                  <a:pt x="295275" y="323850"/>
                </a:lnTo>
                <a:close/>
                <a:moveTo>
                  <a:pt x="104775" y="323850"/>
                </a:moveTo>
                <a:lnTo>
                  <a:pt x="114300" y="323850"/>
                </a:lnTo>
                <a:lnTo>
                  <a:pt x="114300" y="342900"/>
                </a:lnTo>
                <a:lnTo>
                  <a:pt x="104775" y="342900"/>
                </a:lnTo>
                <a:close/>
                <a:moveTo>
                  <a:pt x="514350" y="323850"/>
                </a:moveTo>
                <a:lnTo>
                  <a:pt x="523875" y="323850"/>
                </a:lnTo>
                <a:lnTo>
                  <a:pt x="523875" y="352425"/>
                </a:lnTo>
                <a:lnTo>
                  <a:pt x="514350" y="352425"/>
                </a:lnTo>
                <a:close/>
                <a:moveTo>
                  <a:pt x="95250" y="361950"/>
                </a:moveTo>
                <a:lnTo>
                  <a:pt x="104775" y="361950"/>
                </a:lnTo>
                <a:lnTo>
                  <a:pt x="104775" y="371475"/>
                </a:lnTo>
                <a:lnTo>
                  <a:pt x="95250" y="371475"/>
                </a:lnTo>
                <a:close/>
                <a:moveTo>
                  <a:pt x="523875" y="361950"/>
                </a:moveTo>
                <a:lnTo>
                  <a:pt x="533400" y="361950"/>
                </a:lnTo>
                <a:lnTo>
                  <a:pt x="533400" y="371475"/>
                </a:lnTo>
                <a:lnTo>
                  <a:pt x="523875" y="371475"/>
                </a:lnTo>
                <a:close/>
                <a:moveTo>
                  <a:pt x="542925" y="390525"/>
                </a:moveTo>
                <a:lnTo>
                  <a:pt x="552450" y="390525"/>
                </a:lnTo>
                <a:lnTo>
                  <a:pt x="552450" y="400050"/>
                </a:lnTo>
                <a:lnTo>
                  <a:pt x="542925" y="400050"/>
                </a:lnTo>
                <a:close/>
                <a:moveTo>
                  <a:pt x="552450" y="400050"/>
                </a:moveTo>
                <a:lnTo>
                  <a:pt x="561975" y="400050"/>
                </a:lnTo>
                <a:lnTo>
                  <a:pt x="561975" y="409575"/>
                </a:lnTo>
                <a:lnTo>
                  <a:pt x="552450" y="409575"/>
                </a:lnTo>
                <a:close/>
                <a:moveTo>
                  <a:pt x="66675" y="409575"/>
                </a:moveTo>
                <a:lnTo>
                  <a:pt x="76200" y="409575"/>
                </a:lnTo>
                <a:lnTo>
                  <a:pt x="76200" y="419100"/>
                </a:lnTo>
                <a:lnTo>
                  <a:pt x="66675" y="419100"/>
                </a:lnTo>
                <a:close/>
                <a:moveTo>
                  <a:pt x="57150" y="419100"/>
                </a:moveTo>
                <a:lnTo>
                  <a:pt x="66675" y="419100"/>
                </a:lnTo>
                <a:lnTo>
                  <a:pt x="66675" y="428625"/>
                </a:lnTo>
                <a:lnTo>
                  <a:pt x="57150" y="428625"/>
                </a:lnTo>
                <a:close/>
                <a:moveTo>
                  <a:pt x="561975" y="419100"/>
                </a:moveTo>
                <a:lnTo>
                  <a:pt x="571500" y="419100"/>
                </a:lnTo>
                <a:lnTo>
                  <a:pt x="571500" y="428625"/>
                </a:lnTo>
                <a:lnTo>
                  <a:pt x="561975" y="428625"/>
                </a:lnTo>
                <a:close/>
                <a:moveTo>
                  <a:pt x="38100" y="428625"/>
                </a:moveTo>
                <a:lnTo>
                  <a:pt x="57150" y="428625"/>
                </a:lnTo>
                <a:lnTo>
                  <a:pt x="57150" y="438150"/>
                </a:lnTo>
                <a:lnTo>
                  <a:pt x="47625" y="438150"/>
                </a:lnTo>
                <a:lnTo>
                  <a:pt x="47625" y="447675"/>
                </a:lnTo>
                <a:lnTo>
                  <a:pt x="38100" y="447675"/>
                </a:lnTo>
                <a:close/>
                <a:moveTo>
                  <a:pt x="581025" y="438150"/>
                </a:moveTo>
                <a:lnTo>
                  <a:pt x="590550" y="438150"/>
                </a:lnTo>
                <a:lnTo>
                  <a:pt x="590550" y="447675"/>
                </a:lnTo>
                <a:lnTo>
                  <a:pt x="581025" y="447675"/>
                </a:lnTo>
                <a:close/>
                <a:moveTo>
                  <a:pt x="28575" y="447675"/>
                </a:moveTo>
                <a:lnTo>
                  <a:pt x="38100" y="447675"/>
                </a:lnTo>
                <a:lnTo>
                  <a:pt x="38100" y="495300"/>
                </a:lnTo>
                <a:lnTo>
                  <a:pt x="28575" y="495300"/>
                </a:lnTo>
                <a:lnTo>
                  <a:pt x="28575" y="523875"/>
                </a:lnTo>
                <a:lnTo>
                  <a:pt x="19050" y="523875"/>
                </a:lnTo>
                <a:lnTo>
                  <a:pt x="19050" y="495300"/>
                </a:lnTo>
                <a:lnTo>
                  <a:pt x="9525" y="495300"/>
                </a:lnTo>
                <a:lnTo>
                  <a:pt x="9525" y="485775"/>
                </a:lnTo>
                <a:lnTo>
                  <a:pt x="19050" y="485775"/>
                </a:lnTo>
                <a:lnTo>
                  <a:pt x="19050" y="457200"/>
                </a:lnTo>
                <a:lnTo>
                  <a:pt x="28575" y="457200"/>
                </a:lnTo>
                <a:close/>
                <a:moveTo>
                  <a:pt x="590550" y="447675"/>
                </a:moveTo>
                <a:lnTo>
                  <a:pt x="600075" y="447675"/>
                </a:lnTo>
                <a:lnTo>
                  <a:pt x="600075" y="457200"/>
                </a:lnTo>
                <a:lnTo>
                  <a:pt x="590550" y="457200"/>
                </a:lnTo>
                <a:close/>
                <a:moveTo>
                  <a:pt x="600075" y="466725"/>
                </a:moveTo>
                <a:lnTo>
                  <a:pt x="609600" y="466725"/>
                </a:lnTo>
                <a:lnTo>
                  <a:pt x="609600" y="476250"/>
                </a:lnTo>
                <a:lnTo>
                  <a:pt x="600075" y="476250"/>
                </a:lnTo>
                <a:close/>
                <a:moveTo>
                  <a:pt x="600075" y="485775"/>
                </a:moveTo>
                <a:lnTo>
                  <a:pt x="619125" y="485775"/>
                </a:lnTo>
                <a:lnTo>
                  <a:pt x="619125" y="504825"/>
                </a:lnTo>
                <a:lnTo>
                  <a:pt x="609600" y="504825"/>
                </a:lnTo>
                <a:lnTo>
                  <a:pt x="609600" y="523875"/>
                </a:lnTo>
                <a:lnTo>
                  <a:pt x="600075" y="523875"/>
                </a:lnTo>
                <a:close/>
                <a:moveTo>
                  <a:pt x="28575" y="523875"/>
                </a:moveTo>
                <a:lnTo>
                  <a:pt x="38100" y="523875"/>
                </a:lnTo>
                <a:lnTo>
                  <a:pt x="38100" y="533400"/>
                </a:lnTo>
                <a:lnTo>
                  <a:pt x="47625" y="533400"/>
                </a:lnTo>
                <a:lnTo>
                  <a:pt x="47625" y="552450"/>
                </a:lnTo>
                <a:lnTo>
                  <a:pt x="38100" y="552450"/>
                </a:lnTo>
                <a:lnTo>
                  <a:pt x="38100" y="542925"/>
                </a:lnTo>
                <a:lnTo>
                  <a:pt x="28575" y="542925"/>
                </a:lnTo>
                <a:close/>
                <a:moveTo>
                  <a:pt x="57150" y="552450"/>
                </a:moveTo>
                <a:lnTo>
                  <a:pt x="142875" y="552450"/>
                </a:lnTo>
                <a:lnTo>
                  <a:pt x="142875" y="561975"/>
                </a:lnTo>
                <a:lnTo>
                  <a:pt x="85725" y="561975"/>
                </a:lnTo>
                <a:lnTo>
                  <a:pt x="85725" y="571500"/>
                </a:lnTo>
                <a:lnTo>
                  <a:pt x="76200" y="571500"/>
                </a:lnTo>
                <a:lnTo>
                  <a:pt x="76200" y="561975"/>
                </a:lnTo>
                <a:lnTo>
                  <a:pt x="57150" y="561975"/>
                </a:lnTo>
                <a:close/>
                <a:moveTo>
                  <a:pt x="200025" y="552450"/>
                </a:moveTo>
                <a:lnTo>
                  <a:pt x="219075" y="552450"/>
                </a:lnTo>
                <a:lnTo>
                  <a:pt x="219075" y="561975"/>
                </a:lnTo>
                <a:lnTo>
                  <a:pt x="200025" y="561975"/>
                </a:lnTo>
                <a:close/>
                <a:moveTo>
                  <a:pt x="314325" y="552450"/>
                </a:moveTo>
                <a:lnTo>
                  <a:pt x="323850" y="552450"/>
                </a:lnTo>
                <a:lnTo>
                  <a:pt x="323850" y="561975"/>
                </a:lnTo>
                <a:lnTo>
                  <a:pt x="342900" y="561975"/>
                </a:lnTo>
                <a:lnTo>
                  <a:pt x="342900" y="552450"/>
                </a:lnTo>
                <a:lnTo>
                  <a:pt x="352425" y="552450"/>
                </a:lnTo>
                <a:lnTo>
                  <a:pt x="352425" y="561975"/>
                </a:lnTo>
                <a:lnTo>
                  <a:pt x="457200" y="561975"/>
                </a:lnTo>
                <a:lnTo>
                  <a:pt x="457200" y="571500"/>
                </a:lnTo>
                <a:lnTo>
                  <a:pt x="304800" y="571500"/>
                </a:lnTo>
                <a:lnTo>
                  <a:pt x="304800" y="561975"/>
                </a:lnTo>
                <a:lnTo>
                  <a:pt x="314325" y="561975"/>
                </a:lnTo>
                <a:close/>
                <a:moveTo>
                  <a:pt x="161925" y="561975"/>
                </a:moveTo>
                <a:lnTo>
                  <a:pt x="200025" y="561975"/>
                </a:lnTo>
                <a:lnTo>
                  <a:pt x="200025" y="571500"/>
                </a:lnTo>
                <a:lnTo>
                  <a:pt x="161925" y="571500"/>
                </a:lnTo>
                <a:close/>
                <a:moveTo>
                  <a:pt x="238125" y="561975"/>
                </a:moveTo>
                <a:lnTo>
                  <a:pt x="276225" y="561975"/>
                </a:lnTo>
                <a:lnTo>
                  <a:pt x="276225" y="571500"/>
                </a:lnTo>
                <a:lnTo>
                  <a:pt x="238125" y="571500"/>
                </a:lnTo>
                <a:close/>
                <a:moveTo>
                  <a:pt x="466725" y="561975"/>
                </a:moveTo>
                <a:lnTo>
                  <a:pt x="476250" y="561975"/>
                </a:lnTo>
                <a:lnTo>
                  <a:pt x="476250" y="571500"/>
                </a:lnTo>
                <a:lnTo>
                  <a:pt x="466725" y="571500"/>
                </a:lnTo>
                <a:close/>
                <a:moveTo>
                  <a:pt x="523875" y="561975"/>
                </a:moveTo>
                <a:lnTo>
                  <a:pt x="581025" y="561975"/>
                </a:lnTo>
                <a:lnTo>
                  <a:pt x="581025" y="571500"/>
                </a:lnTo>
                <a:lnTo>
                  <a:pt x="552450" y="571500"/>
                </a:lnTo>
                <a:lnTo>
                  <a:pt x="552450" y="581025"/>
                </a:lnTo>
                <a:lnTo>
                  <a:pt x="504825" y="581025"/>
                </a:lnTo>
                <a:lnTo>
                  <a:pt x="504825" y="571500"/>
                </a:lnTo>
                <a:lnTo>
                  <a:pt x="523875" y="571500"/>
                </a:lnTo>
                <a:close/>
              </a:path>
            </a:pathLst>
          </a:custGeom>
          <a:solidFill xmlns:a="http://schemas.openxmlformats.org/drawingml/2006/main">
            <a:srgbClr val="F6EDDE"/>
          </a:solidFill>
          <a:ln xmlns:a="http://schemas.openxmlformats.org/drawingml/2006/main" w="0">
            <a:noFill/>
          </a:ln>
        </p:spPr>
      </p:sp>
      <p:sp>
        <p:nvSpPr>
          <p:cNvPr id="68" name="warning vector #f3ede1">
            <a:extLst xmlns:a="http://schemas.openxmlformats.org/drawingml/2006/main">
              <a:ext uri="{FF2B5EF4-FFF2-40B4-BE49-F238E27FC236}">
                <a16:creationId xmlns:a16="http://schemas.microsoft.com/office/drawing/2014/main" id="{1463B027-4923-477C-9E49-85F04A17875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19650" y="1819275"/>
            <a:ext cx="762000" cy="723900"/>
          </a:xfrm>
          <a:custGeom xmlns:a="http://schemas.openxmlformats.org/drawingml/2006/main">
            <a:pathLst>
              <a:path w="647700" h="609600">
                <a:moveTo>
                  <a:pt x="542925" y="0"/>
                </a:moveTo>
                <a:lnTo>
                  <a:pt x="561975" y="0"/>
                </a:lnTo>
                <a:lnTo>
                  <a:pt x="561975" y="9525"/>
                </a:lnTo>
                <a:lnTo>
                  <a:pt x="552450" y="9525"/>
                </a:lnTo>
                <a:lnTo>
                  <a:pt x="552450" y="28575"/>
                </a:lnTo>
                <a:lnTo>
                  <a:pt x="571500" y="28575"/>
                </a:lnTo>
                <a:lnTo>
                  <a:pt x="571500" y="19050"/>
                </a:lnTo>
                <a:lnTo>
                  <a:pt x="609600" y="19050"/>
                </a:lnTo>
                <a:lnTo>
                  <a:pt x="609600" y="28575"/>
                </a:lnTo>
                <a:lnTo>
                  <a:pt x="638175" y="28575"/>
                </a:lnTo>
                <a:lnTo>
                  <a:pt x="638175" y="19050"/>
                </a:lnTo>
                <a:lnTo>
                  <a:pt x="647700" y="19050"/>
                </a:lnTo>
                <a:lnTo>
                  <a:pt x="647700" y="85725"/>
                </a:lnTo>
                <a:lnTo>
                  <a:pt x="638175" y="85725"/>
                </a:lnTo>
                <a:lnTo>
                  <a:pt x="638175" y="95250"/>
                </a:lnTo>
                <a:lnTo>
                  <a:pt x="628650" y="95250"/>
                </a:lnTo>
                <a:lnTo>
                  <a:pt x="628650" y="114300"/>
                </a:lnTo>
                <a:lnTo>
                  <a:pt x="647700" y="114300"/>
                </a:lnTo>
                <a:lnTo>
                  <a:pt x="647700" y="123825"/>
                </a:lnTo>
                <a:lnTo>
                  <a:pt x="638175" y="123825"/>
                </a:lnTo>
                <a:lnTo>
                  <a:pt x="638175" y="133350"/>
                </a:lnTo>
                <a:lnTo>
                  <a:pt x="619125" y="133350"/>
                </a:lnTo>
                <a:lnTo>
                  <a:pt x="619125" y="152400"/>
                </a:lnTo>
                <a:lnTo>
                  <a:pt x="609600" y="152400"/>
                </a:lnTo>
                <a:lnTo>
                  <a:pt x="609600" y="142875"/>
                </a:lnTo>
                <a:lnTo>
                  <a:pt x="581025" y="142875"/>
                </a:lnTo>
                <a:lnTo>
                  <a:pt x="581025" y="114300"/>
                </a:lnTo>
                <a:lnTo>
                  <a:pt x="600075" y="114300"/>
                </a:lnTo>
                <a:lnTo>
                  <a:pt x="600075" y="95250"/>
                </a:lnTo>
                <a:lnTo>
                  <a:pt x="609600" y="95250"/>
                </a:lnTo>
                <a:lnTo>
                  <a:pt x="609600" y="85725"/>
                </a:lnTo>
                <a:lnTo>
                  <a:pt x="600075" y="85725"/>
                </a:lnTo>
                <a:lnTo>
                  <a:pt x="600075" y="76200"/>
                </a:lnTo>
                <a:lnTo>
                  <a:pt x="590550" y="76200"/>
                </a:lnTo>
                <a:lnTo>
                  <a:pt x="590550" y="85725"/>
                </a:lnTo>
                <a:lnTo>
                  <a:pt x="581025" y="85725"/>
                </a:lnTo>
                <a:lnTo>
                  <a:pt x="581025" y="95250"/>
                </a:lnTo>
                <a:lnTo>
                  <a:pt x="571500" y="95250"/>
                </a:lnTo>
                <a:lnTo>
                  <a:pt x="571500" y="104775"/>
                </a:lnTo>
                <a:lnTo>
                  <a:pt x="552450" y="104775"/>
                </a:lnTo>
                <a:lnTo>
                  <a:pt x="552450" y="123825"/>
                </a:lnTo>
                <a:lnTo>
                  <a:pt x="571500" y="123825"/>
                </a:lnTo>
                <a:lnTo>
                  <a:pt x="571500" y="133350"/>
                </a:lnTo>
                <a:lnTo>
                  <a:pt x="552450" y="133350"/>
                </a:lnTo>
                <a:lnTo>
                  <a:pt x="552450" y="142875"/>
                </a:lnTo>
                <a:lnTo>
                  <a:pt x="542925" y="142875"/>
                </a:lnTo>
                <a:lnTo>
                  <a:pt x="542925" y="123825"/>
                </a:lnTo>
                <a:lnTo>
                  <a:pt x="533400" y="123825"/>
                </a:lnTo>
                <a:lnTo>
                  <a:pt x="533400" y="142875"/>
                </a:lnTo>
                <a:lnTo>
                  <a:pt x="523875" y="142875"/>
                </a:lnTo>
                <a:lnTo>
                  <a:pt x="523875" y="114300"/>
                </a:lnTo>
                <a:lnTo>
                  <a:pt x="542925" y="114300"/>
                </a:lnTo>
                <a:lnTo>
                  <a:pt x="542925" y="104775"/>
                </a:lnTo>
                <a:lnTo>
                  <a:pt x="523875" y="104775"/>
                </a:lnTo>
                <a:lnTo>
                  <a:pt x="523875" y="76200"/>
                </a:lnTo>
                <a:lnTo>
                  <a:pt x="514350" y="76200"/>
                </a:lnTo>
                <a:lnTo>
                  <a:pt x="514350" y="85725"/>
                </a:lnTo>
                <a:lnTo>
                  <a:pt x="504825" y="85725"/>
                </a:lnTo>
                <a:lnTo>
                  <a:pt x="504825" y="76200"/>
                </a:lnTo>
                <a:lnTo>
                  <a:pt x="495300" y="76200"/>
                </a:lnTo>
                <a:lnTo>
                  <a:pt x="495300" y="66675"/>
                </a:lnTo>
                <a:lnTo>
                  <a:pt x="476250" y="66675"/>
                </a:lnTo>
                <a:lnTo>
                  <a:pt x="476250" y="57150"/>
                </a:lnTo>
                <a:lnTo>
                  <a:pt x="457200" y="57150"/>
                </a:lnTo>
                <a:lnTo>
                  <a:pt x="457200" y="76200"/>
                </a:lnTo>
                <a:lnTo>
                  <a:pt x="428625" y="76200"/>
                </a:lnTo>
                <a:lnTo>
                  <a:pt x="428625" y="66675"/>
                </a:lnTo>
                <a:lnTo>
                  <a:pt x="438150" y="66675"/>
                </a:lnTo>
                <a:lnTo>
                  <a:pt x="438150" y="57150"/>
                </a:lnTo>
                <a:lnTo>
                  <a:pt x="428625" y="57150"/>
                </a:lnTo>
                <a:lnTo>
                  <a:pt x="428625" y="47625"/>
                </a:lnTo>
                <a:lnTo>
                  <a:pt x="447675" y="47625"/>
                </a:lnTo>
                <a:lnTo>
                  <a:pt x="447675" y="38100"/>
                </a:lnTo>
                <a:lnTo>
                  <a:pt x="457200" y="38100"/>
                </a:lnTo>
                <a:lnTo>
                  <a:pt x="457200" y="28575"/>
                </a:lnTo>
                <a:lnTo>
                  <a:pt x="476250" y="28575"/>
                </a:lnTo>
                <a:lnTo>
                  <a:pt x="476250" y="19050"/>
                </a:lnTo>
                <a:lnTo>
                  <a:pt x="504825" y="19050"/>
                </a:lnTo>
                <a:lnTo>
                  <a:pt x="504825" y="28575"/>
                </a:lnTo>
                <a:lnTo>
                  <a:pt x="495300" y="28575"/>
                </a:lnTo>
                <a:lnTo>
                  <a:pt x="495300" y="38100"/>
                </a:lnTo>
                <a:lnTo>
                  <a:pt x="533400" y="38100"/>
                </a:lnTo>
                <a:lnTo>
                  <a:pt x="533400" y="28575"/>
                </a:lnTo>
                <a:lnTo>
                  <a:pt x="542925" y="28575"/>
                </a:lnTo>
                <a:close/>
                <a:moveTo>
                  <a:pt x="581025" y="47625"/>
                </a:moveTo>
                <a:lnTo>
                  <a:pt x="600075" y="47625"/>
                </a:lnTo>
                <a:lnTo>
                  <a:pt x="600075" y="38100"/>
                </a:lnTo>
                <a:lnTo>
                  <a:pt x="581025" y="38100"/>
                </a:lnTo>
                <a:close/>
                <a:moveTo>
                  <a:pt x="200025" y="66675"/>
                </a:moveTo>
                <a:lnTo>
                  <a:pt x="209550" y="66675"/>
                </a:lnTo>
                <a:lnTo>
                  <a:pt x="209550" y="76200"/>
                </a:lnTo>
                <a:lnTo>
                  <a:pt x="200025" y="76200"/>
                </a:lnTo>
                <a:close/>
                <a:moveTo>
                  <a:pt x="523875" y="76200"/>
                </a:moveTo>
                <a:lnTo>
                  <a:pt x="542925" y="76200"/>
                </a:lnTo>
                <a:lnTo>
                  <a:pt x="542925" y="57150"/>
                </a:lnTo>
                <a:lnTo>
                  <a:pt x="523875" y="57150"/>
                </a:lnTo>
                <a:close/>
                <a:moveTo>
                  <a:pt x="447675" y="114300"/>
                </a:moveTo>
                <a:lnTo>
                  <a:pt x="457200" y="114300"/>
                </a:lnTo>
                <a:lnTo>
                  <a:pt x="457200" y="123825"/>
                </a:lnTo>
                <a:lnTo>
                  <a:pt x="447675" y="123825"/>
                </a:lnTo>
                <a:close/>
                <a:moveTo>
                  <a:pt x="485775" y="123825"/>
                </a:moveTo>
                <a:lnTo>
                  <a:pt x="495300" y="123825"/>
                </a:lnTo>
                <a:lnTo>
                  <a:pt x="495300" y="133350"/>
                </a:lnTo>
                <a:lnTo>
                  <a:pt x="485775" y="133350"/>
                </a:lnTo>
                <a:close/>
                <a:moveTo>
                  <a:pt x="142875" y="142875"/>
                </a:moveTo>
                <a:lnTo>
                  <a:pt x="171450" y="142875"/>
                </a:lnTo>
                <a:lnTo>
                  <a:pt x="171450" y="171450"/>
                </a:lnTo>
                <a:lnTo>
                  <a:pt x="161925" y="171450"/>
                </a:lnTo>
                <a:lnTo>
                  <a:pt x="161925" y="180975"/>
                </a:lnTo>
                <a:lnTo>
                  <a:pt x="133350" y="180975"/>
                </a:lnTo>
                <a:lnTo>
                  <a:pt x="133350" y="171450"/>
                </a:lnTo>
                <a:lnTo>
                  <a:pt x="123825" y="171450"/>
                </a:lnTo>
                <a:lnTo>
                  <a:pt x="123825" y="161925"/>
                </a:lnTo>
                <a:lnTo>
                  <a:pt x="114300" y="161925"/>
                </a:lnTo>
                <a:lnTo>
                  <a:pt x="114300" y="152400"/>
                </a:lnTo>
                <a:lnTo>
                  <a:pt x="142875" y="152400"/>
                </a:lnTo>
                <a:close/>
                <a:moveTo>
                  <a:pt x="619125" y="152400"/>
                </a:moveTo>
                <a:lnTo>
                  <a:pt x="628650" y="152400"/>
                </a:lnTo>
                <a:lnTo>
                  <a:pt x="628650" y="171450"/>
                </a:lnTo>
                <a:lnTo>
                  <a:pt x="619125" y="171450"/>
                </a:lnTo>
                <a:lnTo>
                  <a:pt x="619125" y="200025"/>
                </a:lnTo>
                <a:lnTo>
                  <a:pt x="609600" y="200025"/>
                </a:lnTo>
                <a:lnTo>
                  <a:pt x="609600" y="209550"/>
                </a:lnTo>
                <a:lnTo>
                  <a:pt x="600075" y="209550"/>
                </a:lnTo>
                <a:lnTo>
                  <a:pt x="600075" y="190500"/>
                </a:lnTo>
                <a:lnTo>
                  <a:pt x="609600" y="190500"/>
                </a:lnTo>
                <a:lnTo>
                  <a:pt x="609600" y="161925"/>
                </a:lnTo>
                <a:lnTo>
                  <a:pt x="619125" y="161925"/>
                </a:lnTo>
                <a:close/>
                <a:moveTo>
                  <a:pt x="133350" y="171450"/>
                </a:moveTo>
                <a:lnTo>
                  <a:pt x="142875" y="171450"/>
                </a:lnTo>
                <a:lnTo>
                  <a:pt x="142875" y="161925"/>
                </a:lnTo>
                <a:lnTo>
                  <a:pt x="133350" y="161925"/>
                </a:lnTo>
                <a:close/>
                <a:moveTo>
                  <a:pt x="638175" y="190500"/>
                </a:moveTo>
                <a:lnTo>
                  <a:pt x="647700" y="190500"/>
                </a:lnTo>
                <a:lnTo>
                  <a:pt x="647700" y="200025"/>
                </a:lnTo>
                <a:lnTo>
                  <a:pt x="638175" y="200025"/>
                </a:lnTo>
                <a:close/>
                <a:moveTo>
                  <a:pt x="609600" y="209550"/>
                </a:moveTo>
                <a:lnTo>
                  <a:pt x="638175" y="209550"/>
                </a:lnTo>
                <a:lnTo>
                  <a:pt x="638175" y="219075"/>
                </a:lnTo>
                <a:lnTo>
                  <a:pt x="628650" y="219075"/>
                </a:lnTo>
                <a:lnTo>
                  <a:pt x="628650" y="228600"/>
                </a:lnTo>
                <a:lnTo>
                  <a:pt x="647700" y="228600"/>
                </a:lnTo>
                <a:lnTo>
                  <a:pt x="647700" y="247650"/>
                </a:lnTo>
                <a:lnTo>
                  <a:pt x="638175" y="247650"/>
                </a:lnTo>
                <a:lnTo>
                  <a:pt x="638175" y="257175"/>
                </a:lnTo>
                <a:lnTo>
                  <a:pt x="619125" y="257175"/>
                </a:lnTo>
                <a:lnTo>
                  <a:pt x="619125" y="238125"/>
                </a:lnTo>
                <a:lnTo>
                  <a:pt x="609600" y="238125"/>
                </a:lnTo>
                <a:close/>
                <a:moveTo>
                  <a:pt x="561975" y="266700"/>
                </a:moveTo>
                <a:lnTo>
                  <a:pt x="581025" y="266700"/>
                </a:lnTo>
                <a:lnTo>
                  <a:pt x="581025" y="276225"/>
                </a:lnTo>
                <a:lnTo>
                  <a:pt x="571500" y="276225"/>
                </a:lnTo>
                <a:lnTo>
                  <a:pt x="571500" y="285750"/>
                </a:lnTo>
                <a:lnTo>
                  <a:pt x="590550" y="285750"/>
                </a:lnTo>
                <a:lnTo>
                  <a:pt x="590550" y="295275"/>
                </a:lnTo>
                <a:lnTo>
                  <a:pt x="581025" y="295275"/>
                </a:lnTo>
                <a:lnTo>
                  <a:pt x="581025" y="304800"/>
                </a:lnTo>
                <a:lnTo>
                  <a:pt x="571500" y="304800"/>
                </a:lnTo>
                <a:lnTo>
                  <a:pt x="571500" y="295275"/>
                </a:lnTo>
                <a:lnTo>
                  <a:pt x="552450" y="295275"/>
                </a:lnTo>
                <a:lnTo>
                  <a:pt x="552450" y="276225"/>
                </a:lnTo>
                <a:lnTo>
                  <a:pt x="561975" y="276225"/>
                </a:lnTo>
                <a:close/>
                <a:moveTo>
                  <a:pt x="638175" y="285750"/>
                </a:moveTo>
                <a:lnTo>
                  <a:pt x="647700" y="285750"/>
                </a:lnTo>
                <a:lnTo>
                  <a:pt x="647700" y="304800"/>
                </a:lnTo>
                <a:lnTo>
                  <a:pt x="628650" y="304800"/>
                </a:lnTo>
                <a:lnTo>
                  <a:pt x="628650" y="295275"/>
                </a:lnTo>
                <a:lnTo>
                  <a:pt x="638175" y="295275"/>
                </a:lnTo>
                <a:close/>
                <a:moveTo>
                  <a:pt x="619125" y="361950"/>
                </a:moveTo>
                <a:lnTo>
                  <a:pt x="628650" y="361950"/>
                </a:lnTo>
                <a:lnTo>
                  <a:pt x="628650" y="390525"/>
                </a:lnTo>
                <a:lnTo>
                  <a:pt x="600075" y="390525"/>
                </a:lnTo>
                <a:lnTo>
                  <a:pt x="600075" y="381000"/>
                </a:lnTo>
                <a:lnTo>
                  <a:pt x="619125" y="381000"/>
                </a:lnTo>
                <a:close/>
                <a:moveTo>
                  <a:pt x="609600" y="400050"/>
                </a:moveTo>
                <a:lnTo>
                  <a:pt x="628650" y="400050"/>
                </a:lnTo>
                <a:lnTo>
                  <a:pt x="628650" y="409575"/>
                </a:lnTo>
                <a:lnTo>
                  <a:pt x="609600" y="409575"/>
                </a:lnTo>
                <a:close/>
                <a:moveTo>
                  <a:pt x="628650" y="409575"/>
                </a:moveTo>
                <a:lnTo>
                  <a:pt x="638175" y="409575"/>
                </a:lnTo>
                <a:lnTo>
                  <a:pt x="638175" y="419100"/>
                </a:lnTo>
                <a:lnTo>
                  <a:pt x="647700" y="419100"/>
                </a:lnTo>
                <a:lnTo>
                  <a:pt x="647700" y="447675"/>
                </a:lnTo>
                <a:lnTo>
                  <a:pt x="628650" y="447675"/>
                </a:lnTo>
                <a:close/>
                <a:moveTo>
                  <a:pt x="628650" y="485775"/>
                </a:moveTo>
                <a:lnTo>
                  <a:pt x="647700" y="485775"/>
                </a:lnTo>
                <a:lnTo>
                  <a:pt x="647700" y="495300"/>
                </a:lnTo>
                <a:lnTo>
                  <a:pt x="628650" y="495300"/>
                </a:lnTo>
                <a:close/>
                <a:moveTo>
                  <a:pt x="609600" y="514350"/>
                </a:moveTo>
                <a:lnTo>
                  <a:pt x="619125" y="514350"/>
                </a:lnTo>
                <a:lnTo>
                  <a:pt x="619125" y="533400"/>
                </a:lnTo>
                <a:lnTo>
                  <a:pt x="609600" y="533400"/>
                </a:lnTo>
                <a:lnTo>
                  <a:pt x="609600" y="542925"/>
                </a:lnTo>
                <a:lnTo>
                  <a:pt x="600075" y="542925"/>
                </a:lnTo>
                <a:lnTo>
                  <a:pt x="600075" y="523875"/>
                </a:lnTo>
                <a:lnTo>
                  <a:pt x="609600" y="523875"/>
                </a:lnTo>
                <a:close/>
                <a:moveTo>
                  <a:pt x="590550" y="552450"/>
                </a:moveTo>
                <a:lnTo>
                  <a:pt x="600075" y="552450"/>
                </a:lnTo>
                <a:lnTo>
                  <a:pt x="600075" y="571500"/>
                </a:lnTo>
                <a:lnTo>
                  <a:pt x="581025" y="571500"/>
                </a:lnTo>
                <a:lnTo>
                  <a:pt x="581025" y="561975"/>
                </a:lnTo>
                <a:lnTo>
                  <a:pt x="590550" y="561975"/>
                </a:lnTo>
                <a:close/>
                <a:moveTo>
                  <a:pt x="609600" y="552450"/>
                </a:moveTo>
                <a:lnTo>
                  <a:pt x="619125" y="552450"/>
                </a:lnTo>
                <a:lnTo>
                  <a:pt x="619125" y="561975"/>
                </a:lnTo>
                <a:lnTo>
                  <a:pt x="609600" y="561975"/>
                </a:lnTo>
                <a:close/>
                <a:moveTo>
                  <a:pt x="619125" y="561975"/>
                </a:moveTo>
                <a:lnTo>
                  <a:pt x="628650" y="561975"/>
                </a:lnTo>
                <a:lnTo>
                  <a:pt x="628650" y="571500"/>
                </a:lnTo>
                <a:lnTo>
                  <a:pt x="638175" y="571500"/>
                </a:lnTo>
                <a:lnTo>
                  <a:pt x="638175" y="581025"/>
                </a:lnTo>
                <a:lnTo>
                  <a:pt x="647700" y="581025"/>
                </a:lnTo>
                <a:lnTo>
                  <a:pt x="647700" y="590550"/>
                </a:lnTo>
                <a:lnTo>
                  <a:pt x="638175" y="590550"/>
                </a:lnTo>
                <a:lnTo>
                  <a:pt x="638175" y="609600"/>
                </a:lnTo>
                <a:lnTo>
                  <a:pt x="609600" y="609600"/>
                </a:lnTo>
                <a:lnTo>
                  <a:pt x="609600" y="590550"/>
                </a:lnTo>
                <a:lnTo>
                  <a:pt x="600075" y="590550"/>
                </a:lnTo>
                <a:lnTo>
                  <a:pt x="600075" y="571500"/>
                </a:lnTo>
                <a:lnTo>
                  <a:pt x="619125" y="571500"/>
                </a:lnTo>
                <a:close/>
                <a:moveTo>
                  <a:pt x="466725" y="571500"/>
                </a:moveTo>
                <a:lnTo>
                  <a:pt x="476250" y="571500"/>
                </a:lnTo>
                <a:lnTo>
                  <a:pt x="476250" y="581025"/>
                </a:lnTo>
                <a:lnTo>
                  <a:pt x="466725" y="581025"/>
                </a:lnTo>
                <a:close/>
                <a:moveTo>
                  <a:pt x="447675" y="581025"/>
                </a:moveTo>
                <a:lnTo>
                  <a:pt x="457200" y="581025"/>
                </a:lnTo>
                <a:lnTo>
                  <a:pt x="457200" y="590550"/>
                </a:lnTo>
                <a:lnTo>
                  <a:pt x="447675" y="590550"/>
                </a:lnTo>
                <a:close/>
                <a:moveTo>
                  <a:pt x="542925" y="581025"/>
                </a:moveTo>
                <a:lnTo>
                  <a:pt x="561975" y="581025"/>
                </a:lnTo>
                <a:lnTo>
                  <a:pt x="561975" y="590550"/>
                </a:lnTo>
                <a:lnTo>
                  <a:pt x="571500" y="590550"/>
                </a:lnTo>
                <a:lnTo>
                  <a:pt x="571500" y="581025"/>
                </a:lnTo>
                <a:lnTo>
                  <a:pt x="581025" y="581025"/>
                </a:lnTo>
                <a:lnTo>
                  <a:pt x="581025" y="600075"/>
                </a:lnTo>
                <a:lnTo>
                  <a:pt x="600075" y="600075"/>
                </a:lnTo>
                <a:lnTo>
                  <a:pt x="600075" y="609600"/>
                </a:lnTo>
                <a:lnTo>
                  <a:pt x="533400" y="609600"/>
                </a:lnTo>
                <a:lnTo>
                  <a:pt x="533400" y="600075"/>
                </a:lnTo>
                <a:lnTo>
                  <a:pt x="542925" y="600075"/>
                </a:lnTo>
                <a:close/>
                <a:moveTo>
                  <a:pt x="457200" y="590550"/>
                </a:moveTo>
                <a:lnTo>
                  <a:pt x="476250" y="590550"/>
                </a:lnTo>
                <a:lnTo>
                  <a:pt x="476250" y="600075"/>
                </a:lnTo>
                <a:lnTo>
                  <a:pt x="485775" y="600075"/>
                </a:lnTo>
                <a:lnTo>
                  <a:pt x="485775" y="609600"/>
                </a:lnTo>
                <a:lnTo>
                  <a:pt x="447675" y="609600"/>
                </a:lnTo>
                <a:lnTo>
                  <a:pt x="447675" y="600075"/>
                </a:lnTo>
                <a:lnTo>
                  <a:pt x="457200" y="600075"/>
                </a:lnTo>
                <a:close/>
                <a:moveTo>
                  <a:pt x="409575" y="600075"/>
                </a:moveTo>
                <a:lnTo>
                  <a:pt x="438150" y="600075"/>
                </a:lnTo>
                <a:lnTo>
                  <a:pt x="438150" y="609600"/>
                </a:lnTo>
                <a:lnTo>
                  <a:pt x="409575" y="609600"/>
                </a:lnTo>
                <a:close/>
                <a:moveTo>
                  <a:pt x="514350" y="600075"/>
                </a:moveTo>
                <a:lnTo>
                  <a:pt x="523875" y="600075"/>
                </a:lnTo>
                <a:lnTo>
                  <a:pt x="523875" y="609600"/>
                </a:lnTo>
                <a:lnTo>
                  <a:pt x="514350" y="609600"/>
                </a:lnTo>
                <a:close/>
              </a:path>
            </a:pathLst>
          </a:custGeom>
          <a:solidFill xmlns:a="http://schemas.openxmlformats.org/drawingml/2006/main">
            <a:srgbClr val="F3EDE1"/>
          </a:solidFill>
          <a:ln xmlns:a="http://schemas.openxmlformats.org/drawingml/2006/main" w="0">
            <a:noFill/>
          </a:ln>
        </p:spPr>
      </p:sp>
      <p:sp>
        <p:nvSpPr>
          <p:cNvPr id="69" name="warning vector #f2ede1">
            <a:extLst xmlns:a="http://schemas.openxmlformats.org/drawingml/2006/main">
              <a:ext uri="{FF2B5EF4-FFF2-40B4-BE49-F238E27FC236}">
                <a16:creationId xmlns:a16="http://schemas.microsoft.com/office/drawing/2014/main" id="{5E36A99D-731B-49C3-A4CF-C62BCA05316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19650" y="1819275"/>
            <a:ext cx="762000" cy="723900"/>
          </a:xfrm>
          <a:custGeom xmlns:a="http://schemas.openxmlformats.org/drawingml/2006/main">
            <a:pathLst>
              <a:path w="647700" h="609600">
                <a:moveTo>
                  <a:pt x="466725" y="0"/>
                </a:moveTo>
                <a:lnTo>
                  <a:pt x="495300" y="0"/>
                </a:lnTo>
                <a:lnTo>
                  <a:pt x="495300" y="9525"/>
                </a:lnTo>
                <a:lnTo>
                  <a:pt x="466725" y="9525"/>
                </a:lnTo>
                <a:close/>
                <a:moveTo>
                  <a:pt x="533400" y="9525"/>
                </a:moveTo>
                <a:lnTo>
                  <a:pt x="542925" y="9525"/>
                </a:lnTo>
                <a:lnTo>
                  <a:pt x="542925" y="28575"/>
                </a:lnTo>
                <a:lnTo>
                  <a:pt x="533400" y="28575"/>
                </a:lnTo>
                <a:lnTo>
                  <a:pt x="533400" y="38100"/>
                </a:lnTo>
                <a:lnTo>
                  <a:pt x="495300" y="38100"/>
                </a:lnTo>
                <a:lnTo>
                  <a:pt x="495300" y="28575"/>
                </a:lnTo>
                <a:lnTo>
                  <a:pt x="504825" y="28575"/>
                </a:lnTo>
                <a:lnTo>
                  <a:pt x="504825" y="19050"/>
                </a:lnTo>
                <a:lnTo>
                  <a:pt x="533400" y="19050"/>
                </a:lnTo>
                <a:close/>
                <a:moveTo>
                  <a:pt x="57150" y="47625"/>
                </a:moveTo>
                <a:lnTo>
                  <a:pt x="66675" y="47625"/>
                </a:lnTo>
                <a:lnTo>
                  <a:pt x="66675" y="57150"/>
                </a:lnTo>
                <a:lnTo>
                  <a:pt x="76200" y="57150"/>
                </a:lnTo>
                <a:lnTo>
                  <a:pt x="76200" y="66675"/>
                </a:lnTo>
                <a:lnTo>
                  <a:pt x="66675" y="66675"/>
                </a:lnTo>
                <a:lnTo>
                  <a:pt x="66675" y="76200"/>
                </a:lnTo>
                <a:lnTo>
                  <a:pt x="57150" y="76200"/>
                </a:lnTo>
                <a:close/>
                <a:moveTo>
                  <a:pt x="428625" y="57150"/>
                </a:moveTo>
                <a:lnTo>
                  <a:pt x="438150" y="57150"/>
                </a:lnTo>
                <a:lnTo>
                  <a:pt x="438150" y="66675"/>
                </a:lnTo>
                <a:lnTo>
                  <a:pt x="428625" y="66675"/>
                </a:lnTo>
                <a:close/>
                <a:moveTo>
                  <a:pt x="457200" y="57150"/>
                </a:moveTo>
                <a:lnTo>
                  <a:pt x="476250" y="57150"/>
                </a:lnTo>
                <a:lnTo>
                  <a:pt x="476250" y="66675"/>
                </a:lnTo>
                <a:lnTo>
                  <a:pt x="466725" y="66675"/>
                </a:lnTo>
                <a:lnTo>
                  <a:pt x="466725" y="76200"/>
                </a:lnTo>
                <a:lnTo>
                  <a:pt x="457200" y="76200"/>
                </a:lnTo>
                <a:close/>
                <a:moveTo>
                  <a:pt x="523875" y="57150"/>
                </a:moveTo>
                <a:lnTo>
                  <a:pt x="542925" y="57150"/>
                </a:lnTo>
                <a:lnTo>
                  <a:pt x="542925" y="76200"/>
                </a:lnTo>
                <a:lnTo>
                  <a:pt x="523875" y="76200"/>
                </a:lnTo>
                <a:close/>
                <a:moveTo>
                  <a:pt x="123825" y="85725"/>
                </a:moveTo>
                <a:lnTo>
                  <a:pt x="142875" y="85725"/>
                </a:lnTo>
                <a:lnTo>
                  <a:pt x="142875" y="104775"/>
                </a:lnTo>
                <a:lnTo>
                  <a:pt x="133350" y="104775"/>
                </a:lnTo>
                <a:lnTo>
                  <a:pt x="133350" y="95250"/>
                </a:lnTo>
                <a:lnTo>
                  <a:pt x="123825" y="95250"/>
                </a:lnTo>
                <a:close/>
                <a:moveTo>
                  <a:pt x="152400" y="95250"/>
                </a:moveTo>
                <a:lnTo>
                  <a:pt x="161925" y="95250"/>
                </a:lnTo>
                <a:lnTo>
                  <a:pt x="161925" y="104775"/>
                </a:lnTo>
                <a:lnTo>
                  <a:pt x="152400" y="104775"/>
                </a:lnTo>
                <a:close/>
                <a:moveTo>
                  <a:pt x="171450" y="142875"/>
                </a:moveTo>
                <a:lnTo>
                  <a:pt x="180975" y="142875"/>
                </a:lnTo>
                <a:lnTo>
                  <a:pt x="180975" y="161925"/>
                </a:lnTo>
                <a:lnTo>
                  <a:pt x="171450" y="161925"/>
                </a:lnTo>
                <a:close/>
                <a:moveTo>
                  <a:pt x="628650" y="161925"/>
                </a:moveTo>
                <a:lnTo>
                  <a:pt x="638175" y="161925"/>
                </a:lnTo>
                <a:lnTo>
                  <a:pt x="638175" y="171450"/>
                </a:lnTo>
                <a:lnTo>
                  <a:pt x="628650" y="171450"/>
                </a:lnTo>
                <a:close/>
                <a:moveTo>
                  <a:pt x="619125" y="171450"/>
                </a:moveTo>
                <a:lnTo>
                  <a:pt x="628650" y="171450"/>
                </a:lnTo>
                <a:lnTo>
                  <a:pt x="628650" y="180975"/>
                </a:lnTo>
                <a:lnTo>
                  <a:pt x="619125" y="180975"/>
                </a:lnTo>
                <a:close/>
                <a:moveTo>
                  <a:pt x="619125" y="190500"/>
                </a:moveTo>
                <a:lnTo>
                  <a:pt x="628650" y="190500"/>
                </a:lnTo>
                <a:lnTo>
                  <a:pt x="628650" y="200025"/>
                </a:lnTo>
                <a:lnTo>
                  <a:pt x="619125" y="200025"/>
                </a:lnTo>
                <a:close/>
                <a:moveTo>
                  <a:pt x="609600" y="200025"/>
                </a:moveTo>
                <a:lnTo>
                  <a:pt x="619125" y="200025"/>
                </a:lnTo>
                <a:lnTo>
                  <a:pt x="619125" y="209550"/>
                </a:lnTo>
                <a:lnTo>
                  <a:pt x="609600" y="209550"/>
                </a:lnTo>
                <a:close/>
                <a:moveTo>
                  <a:pt x="609600" y="238125"/>
                </a:moveTo>
                <a:lnTo>
                  <a:pt x="619125" y="238125"/>
                </a:lnTo>
                <a:lnTo>
                  <a:pt x="619125" y="247650"/>
                </a:lnTo>
                <a:lnTo>
                  <a:pt x="609600" y="247650"/>
                </a:lnTo>
                <a:close/>
                <a:moveTo>
                  <a:pt x="571500" y="257175"/>
                </a:moveTo>
                <a:lnTo>
                  <a:pt x="581025" y="257175"/>
                </a:lnTo>
                <a:lnTo>
                  <a:pt x="581025" y="266700"/>
                </a:lnTo>
                <a:lnTo>
                  <a:pt x="571500" y="266700"/>
                </a:lnTo>
                <a:close/>
                <a:moveTo>
                  <a:pt x="628650" y="352425"/>
                </a:moveTo>
                <a:lnTo>
                  <a:pt x="647700" y="352425"/>
                </a:lnTo>
                <a:lnTo>
                  <a:pt x="647700" y="390525"/>
                </a:lnTo>
                <a:lnTo>
                  <a:pt x="638175" y="390525"/>
                </a:lnTo>
                <a:lnTo>
                  <a:pt x="638175" y="400050"/>
                </a:lnTo>
                <a:lnTo>
                  <a:pt x="647700" y="400050"/>
                </a:lnTo>
                <a:lnTo>
                  <a:pt x="647700" y="419100"/>
                </a:lnTo>
                <a:lnTo>
                  <a:pt x="638175" y="419100"/>
                </a:lnTo>
                <a:lnTo>
                  <a:pt x="638175" y="409575"/>
                </a:lnTo>
                <a:lnTo>
                  <a:pt x="628650" y="409575"/>
                </a:lnTo>
                <a:close/>
                <a:moveTo>
                  <a:pt x="638175" y="447675"/>
                </a:moveTo>
                <a:lnTo>
                  <a:pt x="647700" y="447675"/>
                </a:lnTo>
                <a:lnTo>
                  <a:pt x="647700" y="457200"/>
                </a:lnTo>
                <a:lnTo>
                  <a:pt x="638175" y="457200"/>
                </a:lnTo>
                <a:close/>
                <a:moveTo>
                  <a:pt x="628650" y="495300"/>
                </a:moveTo>
                <a:lnTo>
                  <a:pt x="647700" y="495300"/>
                </a:lnTo>
                <a:lnTo>
                  <a:pt x="647700" y="523875"/>
                </a:lnTo>
                <a:lnTo>
                  <a:pt x="638175" y="523875"/>
                </a:lnTo>
                <a:lnTo>
                  <a:pt x="638175" y="542925"/>
                </a:lnTo>
                <a:lnTo>
                  <a:pt x="609600" y="542925"/>
                </a:lnTo>
                <a:lnTo>
                  <a:pt x="609600" y="533400"/>
                </a:lnTo>
                <a:lnTo>
                  <a:pt x="619125" y="533400"/>
                </a:lnTo>
                <a:lnTo>
                  <a:pt x="619125" y="514350"/>
                </a:lnTo>
                <a:lnTo>
                  <a:pt x="628650" y="514350"/>
                </a:lnTo>
                <a:close/>
                <a:moveTo>
                  <a:pt x="0" y="533400"/>
                </a:moveTo>
                <a:lnTo>
                  <a:pt x="9525" y="533400"/>
                </a:lnTo>
                <a:lnTo>
                  <a:pt x="9525" y="542925"/>
                </a:lnTo>
                <a:lnTo>
                  <a:pt x="0" y="542925"/>
                </a:lnTo>
                <a:close/>
                <a:moveTo>
                  <a:pt x="628650" y="561975"/>
                </a:moveTo>
                <a:lnTo>
                  <a:pt x="647700" y="561975"/>
                </a:lnTo>
                <a:lnTo>
                  <a:pt x="647700" y="581025"/>
                </a:lnTo>
                <a:lnTo>
                  <a:pt x="638175" y="581025"/>
                </a:lnTo>
                <a:lnTo>
                  <a:pt x="638175" y="571500"/>
                </a:lnTo>
                <a:lnTo>
                  <a:pt x="628650" y="571500"/>
                </a:lnTo>
                <a:close/>
                <a:moveTo>
                  <a:pt x="638175" y="590550"/>
                </a:moveTo>
                <a:lnTo>
                  <a:pt x="647700" y="590550"/>
                </a:lnTo>
                <a:lnTo>
                  <a:pt x="647700" y="609600"/>
                </a:lnTo>
                <a:lnTo>
                  <a:pt x="638175" y="609600"/>
                </a:lnTo>
                <a:close/>
              </a:path>
            </a:pathLst>
          </a:custGeom>
          <a:solidFill xmlns:a="http://schemas.openxmlformats.org/drawingml/2006/main">
            <a:srgbClr val="F2EDE1"/>
          </a:solidFill>
          <a:ln xmlns:a="http://schemas.openxmlformats.org/drawingml/2006/main" w="0">
            <a:noFill/>
          </a:ln>
        </p:spPr>
      </p:sp>
      <p:sp>
        <p:nvSpPr>
          <p:cNvPr id="70" name="warning vector #f7ebda">
            <a:extLst xmlns:a="http://schemas.openxmlformats.org/drawingml/2006/main">
              <a:ext uri="{FF2B5EF4-FFF2-40B4-BE49-F238E27FC236}">
                <a16:creationId xmlns:a16="http://schemas.microsoft.com/office/drawing/2014/main" id="{8F201D31-046D-4916-9BBE-DEE3159EAC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19650" y="1819275"/>
            <a:ext cx="762000" cy="723900"/>
          </a:xfrm>
          <a:custGeom xmlns:a="http://schemas.openxmlformats.org/drawingml/2006/main">
            <a:pathLst>
              <a:path w="647700" h="609600">
                <a:moveTo>
                  <a:pt x="285750" y="47625"/>
                </a:moveTo>
                <a:lnTo>
                  <a:pt x="295275" y="47625"/>
                </a:lnTo>
                <a:lnTo>
                  <a:pt x="295275" y="66675"/>
                </a:lnTo>
                <a:lnTo>
                  <a:pt x="285750" y="66675"/>
                </a:lnTo>
                <a:lnTo>
                  <a:pt x="285750" y="76200"/>
                </a:lnTo>
                <a:lnTo>
                  <a:pt x="276225" y="76200"/>
                </a:lnTo>
                <a:lnTo>
                  <a:pt x="276225" y="85725"/>
                </a:lnTo>
                <a:lnTo>
                  <a:pt x="266700" y="85725"/>
                </a:lnTo>
                <a:lnTo>
                  <a:pt x="266700" y="95250"/>
                </a:lnTo>
                <a:lnTo>
                  <a:pt x="257175" y="95250"/>
                </a:lnTo>
                <a:lnTo>
                  <a:pt x="257175" y="104775"/>
                </a:lnTo>
                <a:lnTo>
                  <a:pt x="247650" y="104775"/>
                </a:lnTo>
                <a:lnTo>
                  <a:pt x="247650" y="123825"/>
                </a:lnTo>
                <a:lnTo>
                  <a:pt x="238125" y="123825"/>
                </a:lnTo>
                <a:lnTo>
                  <a:pt x="238125" y="142875"/>
                </a:lnTo>
                <a:lnTo>
                  <a:pt x="228600" y="142875"/>
                </a:lnTo>
                <a:lnTo>
                  <a:pt x="228600" y="114300"/>
                </a:lnTo>
                <a:lnTo>
                  <a:pt x="238125" y="114300"/>
                </a:lnTo>
                <a:lnTo>
                  <a:pt x="238125" y="95250"/>
                </a:lnTo>
                <a:lnTo>
                  <a:pt x="247650" y="95250"/>
                </a:lnTo>
                <a:lnTo>
                  <a:pt x="247650" y="76200"/>
                </a:lnTo>
                <a:lnTo>
                  <a:pt x="257175" y="76200"/>
                </a:lnTo>
                <a:lnTo>
                  <a:pt x="257175" y="66675"/>
                </a:lnTo>
                <a:lnTo>
                  <a:pt x="266700" y="66675"/>
                </a:lnTo>
                <a:lnTo>
                  <a:pt x="266700" y="57150"/>
                </a:lnTo>
                <a:lnTo>
                  <a:pt x="285750" y="57150"/>
                </a:lnTo>
                <a:close/>
                <a:moveTo>
                  <a:pt x="323850" y="57150"/>
                </a:moveTo>
                <a:lnTo>
                  <a:pt x="342900" y="57150"/>
                </a:lnTo>
                <a:lnTo>
                  <a:pt x="342900" y="66675"/>
                </a:lnTo>
                <a:lnTo>
                  <a:pt x="323850" y="66675"/>
                </a:lnTo>
                <a:close/>
                <a:moveTo>
                  <a:pt x="342900" y="66675"/>
                </a:moveTo>
                <a:lnTo>
                  <a:pt x="371475" y="66675"/>
                </a:lnTo>
                <a:lnTo>
                  <a:pt x="371475" y="76200"/>
                </a:lnTo>
                <a:lnTo>
                  <a:pt x="381000" y="76200"/>
                </a:lnTo>
                <a:lnTo>
                  <a:pt x="381000" y="85725"/>
                </a:lnTo>
                <a:lnTo>
                  <a:pt x="390525" y="85725"/>
                </a:lnTo>
                <a:lnTo>
                  <a:pt x="390525" y="114300"/>
                </a:lnTo>
                <a:lnTo>
                  <a:pt x="400050" y="114300"/>
                </a:lnTo>
                <a:lnTo>
                  <a:pt x="400050" y="142875"/>
                </a:lnTo>
                <a:lnTo>
                  <a:pt x="390525" y="142875"/>
                </a:lnTo>
                <a:lnTo>
                  <a:pt x="390525" y="123825"/>
                </a:lnTo>
                <a:lnTo>
                  <a:pt x="381000" y="123825"/>
                </a:lnTo>
                <a:lnTo>
                  <a:pt x="381000" y="114300"/>
                </a:lnTo>
                <a:lnTo>
                  <a:pt x="371475" y="114300"/>
                </a:lnTo>
                <a:lnTo>
                  <a:pt x="371475" y="95250"/>
                </a:lnTo>
                <a:lnTo>
                  <a:pt x="361950" y="95250"/>
                </a:lnTo>
                <a:lnTo>
                  <a:pt x="361950" y="85725"/>
                </a:lnTo>
                <a:lnTo>
                  <a:pt x="352425" y="85725"/>
                </a:lnTo>
                <a:lnTo>
                  <a:pt x="352425" y="76200"/>
                </a:lnTo>
                <a:lnTo>
                  <a:pt x="342900" y="76200"/>
                </a:lnTo>
                <a:close/>
                <a:moveTo>
                  <a:pt x="219075" y="142875"/>
                </a:moveTo>
                <a:lnTo>
                  <a:pt x="228600" y="142875"/>
                </a:lnTo>
                <a:lnTo>
                  <a:pt x="228600" y="161925"/>
                </a:lnTo>
                <a:lnTo>
                  <a:pt x="219075" y="161925"/>
                </a:lnTo>
                <a:close/>
                <a:moveTo>
                  <a:pt x="400050" y="142875"/>
                </a:moveTo>
                <a:lnTo>
                  <a:pt x="409575" y="142875"/>
                </a:lnTo>
                <a:lnTo>
                  <a:pt x="409575" y="161925"/>
                </a:lnTo>
                <a:lnTo>
                  <a:pt x="400050" y="161925"/>
                </a:lnTo>
                <a:close/>
                <a:moveTo>
                  <a:pt x="209550" y="161925"/>
                </a:moveTo>
                <a:lnTo>
                  <a:pt x="219075" y="161925"/>
                </a:lnTo>
                <a:lnTo>
                  <a:pt x="219075" y="180975"/>
                </a:lnTo>
                <a:lnTo>
                  <a:pt x="209550" y="180975"/>
                </a:lnTo>
                <a:lnTo>
                  <a:pt x="209550" y="190500"/>
                </a:lnTo>
                <a:lnTo>
                  <a:pt x="200025" y="190500"/>
                </a:lnTo>
                <a:lnTo>
                  <a:pt x="200025" y="209550"/>
                </a:lnTo>
                <a:lnTo>
                  <a:pt x="190500" y="209550"/>
                </a:lnTo>
                <a:lnTo>
                  <a:pt x="190500" y="228600"/>
                </a:lnTo>
                <a:lnTo>
                  <a:pt x="180975" y="228600"/>
                </a:lnTo>
                <a:lnTo>
                  <a:pt x="180975" y="190500"/>
                </a:lnTo>
                <a:lnTo>
                  <a:pt x="190500" y="190500"/>
                </a:lnTo>
                <a:lnTo>
                  <a:pt x="190500" y="180975"/>
                </a:lnTo>
                <a:lnTo>
                  <a:pt x="200025" y="180975"/>
                </a:lnTo>
                <a:lnTo>
                  <a:pt x="200025" y="171450"/>
                </a:lnTo>
                <a:lnTo>
                  <a:pt x="209550" y="171450"/>
                </a:lnTo>
                <a:close/>
                <a:moveTo>
                  <a:pt x="409575" y="171450"/>
                </a:moveTo>
                <a:lnTo>
                  <a:pt x="419100" y="171450"/>
                </a:lnTo>
                <a:lnTo>
                  <a:pt x="419100" y="180975"/>
                </a:lnTo>
                <a:lnTo>
                  <a:pt x="409575" y="180975"/>
                </a:lnTo>
                <a:close/>
                <a:moveTo>
                  <a:pt x="304800" y="219075"/>
                </a:moveTo>
                <a:lnTo>
                  <a:pt x="323850" y="219075"/>
                </a:lnTo>
                <a:lnTo>
                  <a:pt x="323850" y="228600"/>
                </a:lnTo>
                <a:lnTo>
                  <a:pt x="304800" y="228600"/>
                </a:lnTo>
                <a:close/>
                <a:moveTo>
                  <a:pt x="438150" y="219075"/>
                </a:moveTo>
                <a:lnTo>
                  <a:pt x="447675" y="219075"/>
                </a:lnTo>
                <a:lnTo>
                  <a:pt x="447675" y="228600"/>
                </a:lnTo>
                <a:lnTo>
                  <a:pt x="438150" y="228600"/>
                </a:lnTo>
                <a:close/>
                <a:moveTo>
                  <a:pt x="171450" y="228600"/>
                </a:moveTo>
                <a:lnTo>
                  <a:pt x="180975" y="228600"/>
                </a:lnTo>
                <a:lnTo>
                  <a:pt x="180975" y="238125"/>
                </a:lnTo>
                <a:lnTo>
                  <a:pt x="171450" y="238125"/>
                </a:lnTo>
                <a:close/>
                <a:moveTo>
                  <a:pt x="447675" y="228600"/>
                </a:moveTo>
                <a:lnTo>
                  <a:pt x="466725" y="228600"/>
                </a:lnTo>
                <a:lnTo>
                  <a:pt x="466725" y="238125"/>
                </a:lnTo>
                <a:lnTo>
                  <a:pt x="476250" y="238125"/>
                </a:lnTo>
                <a:lnTo>
                  <a:pt x="476250" y="257175"/>
                </a:lnTo>
                <a:lnTo>
                  <a:pt x="485775" y="257175"/>
                </a:lnTo>
                <a:lnTo>
                  <a:pt x="485775" y="266700"/>
                </a:lnTo>
                <a:lnTo>
                  <a:pt x="495300" y="266700"/>
                </a:lnTo>
                <a:lnTo>
                  <a:pt x="495300" y="276225"/>
                </a:lnTo>
                <a:lnTo>
                  <a:pt x="504825" y="276225"/>
                </a:lnTo>
                <a:lnTo>
                  <a:pt x="504825" y="304800"/>
                </a:lnTo>
                <a:lnTo>
                  <a:pt x="514350" y="304800"/>
                </a:lnTo>
                <a:lnTo>
                  <a:pt x="514350" y="333375"/>
                </a:lnTo>
                <a:lnTo>
                  <a:pt x="504825" y="333375"/>
                </a:lnTo>
                <a:lnTo>
                  <a:pt x="504825" y="323850"/>
                </a:lnTo>
                <a:lnTo>
                  <a:pt x="495300" y="323850"/>
                </a:lnTo>
                <a:lnTo>
                  <a:pt x="495300" y="304800"/>
                </a:lnTo>
                <a:lnTo>
                  <a:pt x="485775" y="304800"/>
                </a:lnTo>
                <a:lnTo>
                  <a:pt x="485775" y="285750"/>
                </a:lnTo>
                <a:lnTo>
                  <a:pt x="476250" y="285750"/>
                </a:lnTo>
                <a:lnTo>
                  <a:pt x="476250" y="266700"/>
                </a:lnTo>
                <a:lnTo>
                  <a:pt x="466725" y="266700"/>
                </a:lnTo>
                <a:lnTo>
                  <a:pt x="466725" y="257175"/>
                </a:lnTo>
                <a:lnTo>
                  <a:pt x="457200" y="257175"/>
                </a:lnTo>
                <a:lnTo>
                  <a:pt x="457200" y="238125"/>
                </a:lnTo>
                <a:lnTo>
                  <a:pt x="447675" y="238125"/>
                </a:lnTo>
                <a:close/>
                <a:moveTo>
                  <a:pt x="152400" y="238125"/>
                </a:moveTo>
                <a:lnTo>
                  <a:pt x="171450" y="238125"/>
                </a:lnTo>
                <a:lnTo>
                  <a:pt x="171450" y="257175"/>
                </a:lnTo>
                <a:lnTo>
                  <a:pt x="161925" y="257175"/>
                </a:lnTo>
                <a:lnTo>
                  <a:pt x="161925" y="266700"/>
                </a:lnTo>
                <a:lnTo>
                  <a:pt x="152400" y="266700"/>
                </a:lnTo>
                <a:lnTo>
                  <a:pt x="152400" y="285750"/>
                </a:lnTo>
                <a:lnTo>
                  <a:pt x="142875" y="285750"/>
                </a:lnTo>
                <a:lnTo>
                  <a:pt x="142875" y="304800"/>
                </a:lnTo>
                <a:lnTo>
                  <a:pt x="133350" y="304800"/>
                </a:lnTo>
                <a:lnTo>
                  <a:pt x="133350" y="323850"/>
                </a:lnTo>
                <a:lnTo>
                  <a:pt x="123825" y="323850"/>
                </a:lnTo>
                <a:lnTo>
                  <a:pt x="123825" y="333375"/>
                </a:lnTo>
                <a:lnTo>
                  <a:pt x="114300" y="333375"/>
                </a:lnTo>
                <a:lnTo>
                  <a:pt x="114300" y="304800"/>
                </a:lnTo>
                <a:lnTo>
                  <a:pt x="123825" y="304800"/>
                </a:lnTo>
                <a:lnTo>
                  <a:pt x="123825" y="285750"/>
                </a:lnTo>
                <a:lnTo>
                  <a:pt x="133350" y="285750"/>
                </a:lnTo>
                <a:lnTo>
                  <a:pt x="133350" y="276225"/>
                </a:lnTo>
                <a:lnTo>
                  <a:pt x="142875" y="276225"/>
                </a:lnTo>
                <a:lnTo>
                  <a:pt x="142875" y="257175"/>
                </a:lnTo>
                <a:lnTo>
                  <a:pt x="152400" y="257175"/>
                </a:lnTo>
                <a:close/>
                <a:moveTo>
                  <a:pt x="323850" y="304800"/>
                </a:moveTo>
                <a:lnTo>
                  <a:pt x="333375" y="304800"/>
                </a:lnTo>
                <a:lnTo>
                  <a:pt x="333375" y="342900"/>
                </a:lnTo>
                <a:lnTo>
                  <a:pt x="323850" y="342900"/>
                </a:lnTo>
                <a:lnTo>
                  <a:pt x="323850" y="352425"/>
                </a:lnTo>
                <a:lnTo>
                  <a:pt x="314325" y="352425"/>
                </a:lnTo>
                <a:lnTo>
                  <a:pt x="314325" y="361950"/>
                </a:lnTo>
                <a:lnTo>
                  <a:pt x="304800" y="361950"/>
                </a:lnTo>
                <a:lnTo>
                  <a:pt x="304800" y="352425"/>
                </a:lnTo>
                <a:lnTo>
                  <a:pt x="295275" y="352425"/>
                </a:lnTo>
                <a:lnTo>
                  <a:pt x="295275" y="323850"/>
                </a:lnTo>
                <a:lnTo>
                  <a:pt x="314325" y="323850"/>
                </a:lnTo>
                <a:lnTo>
                  <a:pt x="314325" y="314325"/>
                </a:lnTo>
                <a:lnTo>
                  <a:pt x="323850" y="314325"/>
                </a:lnTo>
                <a:close/>
                <a:moveTo>
                  <a:pt x="104775" y="342900"/>
                </a:moveTo>
                <a:lnTo>
                  <a:pt x="114300" y="342900"/>
                </a:lnTo>
                <a:lnTo>
                  <a:pt x="114300" y="352425"/>
                </a:lnTo>
                <a:lnTo>
                  <a:pt x="104775" y="352425"/>
                </a:lnTo>
                <a:close/>
                <a:moveTo>
                  <a:pt x="85725" y="381000"/>
                </a:moveTo>
                <a:lnTo>
                  <a:pt x="95250" y="381000"/>
                </a:lnTo>
                <a:lnTo>
                  <a:pt x="95250" y="390525"/>
                </a:lnTo>
                <a:lnTo>
                  <a:pt x="85725" y="390525"/>
                </a:lnTo>
                <a:close/>
                <a:moveTo>
                  <a:pt x="533400" y="381000"/>
                </a:moveTo>
                <a:lnTo>
                  <a:pt x="542925" y="381000"/>
                </a:lnTo>
                <a:lnTo>
                  <a:pt x="542925" y="390525"/>
                </a:lnTo>
                <a:lnTo>
                  <a:pt x="533400" y="390525"/>
                </a:lnTo>
                <a:close/>
                <a:moveTo>
                  <a:pt x="76200" y="400050"/>
                </a:moveTo>
                <a:lnTo>
                  <a:pt x="85725" y="400050"/>
                </a:lnTo>
                <a:lnTo>
                  <a:pt x="85725" y="409575"/>
                </a:lnTo>
                <a:lnTo>
                  <a:pt x="76200" y="409575"/>
                </a:lnTo>
                <a:close/>
                <a:moveTo>
                  <a:pt x="304800" y="409575"/>
                </a:moveTo>
                <a:lnTo>
                  <a:pt x="323850" y="409575"/>
                </a:lnTo>
                <a:lnTo>
                  <a:pt x="323850" y="419100"/>
                </a:lnTo>
                <a:lnTo>
                  <a:pt x="333375" y="419100"/>
                </a:lnTo>
                <a:lnTo>
                  <a:pt x="333375" y="447675"/>
                </a:lnTo>
                <a:lnTo>
                  <a:pt x="323850" y="447675"/>
                </a:lnTo>
                <a:lnTo>
                  <a:pt x="323850" y="457200"/>
                </a:lnTo>
                <a:lnTo>
                  <a:pt x="295275" y="457200"/>
                </a:lnTo>
                <a:lnTo>
                  <a:pt x="295275" y="447675"/>
                </a:lnTo>
                <a:lnTo>
                  <a:pt x="285750" y="447675"/>
                </a:lnTo>
                <a:lnTo>
                  <a:pt x="285750" y="428625"/>
                </a:lnTo>
                <a:lnTo>
                  <a:pt x="295275" y="428625"/>
                </a:lnTo>
                <a:lnTo>
                  <a:pt x="295275" y="419100"/>
                </a:lnTo>
                <a:lnTo>
                  <a:pt x="304800" y="419100"/>
                </a:lnTo>
                <a:close/>
                <a:moveTo>
                  <a:pt x="552450" y="409575"/>
                </a:moveTo>
                <a:lnTo>
                  <a:pt x="561975" y="409575"/>
                </a:lnTo>
                <a:lnTo>
                  <a:pt x="561975" y="419100"/>
                </a:lnTo>
                <a:lnTo>
                  <a:pt x="552450" y="419100"/>
                </a:lnTo>
                <a:close/>
                <a:moveTo>
                  <a:pt x="57150" y="428625"/>
                </a:moveTo>
                <a:lnTo>
                  <a:pt x="66675" y="428625"/>
                </a:lnTo>
                <a:lnTo>
                  <a:pt x="66675" y="438150"/>
                </a:lnTo>
                <a:lnTo>
                  <a:pt x="57150" y="438150"/>
                </a:lnTo>
                <a:close/>
                <a:moveTo>
                  <a:pt x="561975" y="428625"/>
                </a:moveTo>
                <a:lnTo>
                  <a:pt x="571500" y="428625"/>
                </a:lnTo>
                <a:lnTo>
                  <a:pt x="571500" y="438150"/>
                </a:lnTo>
                <a:lnTo>
                  <a:pt x="561975" y="438150"/>
                </a:lnTo>
                <a:close/>
                <a:moveTo>
                  <a:pt x="47625" y="438150"/>
                </a:moveTo>
                <a:lnTo>
                  <a:pt x="57150" y="438150"/>
                </a:lnTo>
                <a:lnTo>
                  <a:pt x="57150" y="447675"/>
                </a:lnTo>
                <a:lnTo>
                  <a:pt x="47625" y="447675"/>
                </a:lnTo>
                <a:close/>
                <a:moveTo>
                  <a:pt x="571500" y="438150"/>
                </a:moveTo>
                <a:lnTo>
                  <a:pt x="581025" y="438150"/>
                </a:lnTo>
                <a:lnTo>
                  <a:pt x="581025" y="447675"/>
                </a:lnTo>
                <a:lnTo>
                  <a:pt x="571500" y="447675"/>
                </a:lnTo>
                <a:close/>
                <a:moveTo>
                  <a:pt x="38100" y="447675"/>
                </a:moveTo>
                <a:lnTo>
                  <a:pt x="47625" y="447675"/>
                </a:lnTo>
                <a:lnTo>
                  <a:pt x="47625" y="466725"/>
                </a:lnTo>
                <a:lnTo>
                  <a:pt x="38100" y="466725"/>
                </a:lnTo>
                <a:close/>
                <a:moveTo>
                  <a:pt x="581025" y="447675"/>
                </a:moveTo>
                <a:lnTo>
                  <a:pt x="590550" y="447675"/>
                </a:lnTo>
                <a:lnTo>
                  <a:pt x="590550" y="457200"/>
                </a:lnTo>
                <a:lnTo>
                  <a:pt x="600075" y="457200"/>
                </a:lnTo>
                <a:lnTo>
                  <a:pt x="600075" y="476250"/>
                </a:lnTo>
                <a:lnTo>
                  <a:pt x="609600" y="476250"/>
                </a:lnTo>
                <a:lnTo>
                  <a:pt x="609600" y="485775"/>
                </a:lnTo>
                <a:lnTo>
                  <a:pt x="600075" y="485775"/>
                </a:lnTo>
                <a:lnTo>
                  <a:pt x="600075" y="542925"/>
                </a:lnTo>
                <a:lnTo>
                  <a:pt x="590550" y="542925"/>
                </a:lnTo>
                <a:lnTo>
                  <a:pt x="590550" y="552450"/>
                </a:lnTo>
                <a:lnTo>
                  <a:pt x="581025" y="552450"/>
                </a:lnTo>
                <a:lnTo>
                  <a:pt x="581025" y="561975"/>
                </a:lnTo>
                <a:lnTo>
                  <a:pt x="523875" y="561975"/>
                </a:lnTo>
                <a:lnTo>
                  <a:pt x="523875" y="571500"/>
                </a:lnTo>
                <a:lnTo>
                  <a:pt x="476250" y="571500"/>
                </a:lnTo>
                <a:lnTo>
                  <a:pt x="476250" y="561975"/>
                </a:lnTo>
                <a:lnTo>
                  <a:pt x="466725" y="561975"/>
                </a:lnTo>
                <a:lnTo>
                  <a:pt x="466725" y="571500"/>
                </a:lnTo>
                <a:lnTo>
                  <a:pt x="457200" y="571500"/>
                </a:lnTo>
                <a:lnTo>
                  <a:pt x="457200" y="561975"/>
                </a:lnTo>
                <a:lnTo>
                  <a:pt x="352425" y="561975"/>
                </a:lnTo>
                <a:lnTo>
                  <a:pt x="352425" y="552450"/>
                </a:lnTo>
                <a:lnTo>
                  <a:pt x="561975" y="552450"/>
                </a:lnTo>
                <a:lnTo>
                  <a:pt x="561975" y="542925"/>
                </a:lnTo>
                <a:lnTo>
                  <a:pt x="571500" y="542925"/>
                </a:lnTo>
                <a:lnTo>
                  <a:pt x="571500" y="533400"/>
                </a:lnTo>
                <a:lnTo>
                  <a:pt x="581025" y="533400"/>
                </a:lnTo>
                <a:lnTo>
                  <a:pt x="581025" y="523875"/>
                </a:lnTo>
                <a:lnTo>
                  <a:pt x="590550" y="523875"/>
                </a:lnTo>
                <a:lnTo>
                  <a:pt x="590550" y="466725"/>
                </a:lnTo>
                <a:lnTo>
                  <a:pt x="581025" y="466725"/>
                </a:lnTo>
                <a:close/>
                <a:moveTo>
                  <a:pt x="28575" y="495300"/>
                </a:moveTo>
                <a:lnTo>
                  <a:pt x="38100" y="495300"/>
                </a:lnTo>
                <a:lnTo>
                  <a:pt x="38100" y="523875"/>
                </a:lnTo>
                <a:lnTo>
                  <a:pt x="28575" y="523875"/>
                </a:lnTo>
                <a:close/>
                <a:moveTo>
                  <a:pt x="38100" y="523875"/>
                </a:moveTo>
                <a:lnTo>
                  <a:pt x="47625" y="523875"/>
                </a:lnTo>
                <a:lnTo>
                  <a:pt x="47625" y="533400"/>
                </a:lnTo>
                <a:lnTo>
                  <a:pt x="38100" y="533400"/>
                </a:lnTo>
                <a:close/>
                <a:moveTo>
                  <a:pt x="47625" y="533400"/>
                </a:moveTo>
                <a:lnTo>
                  <a:pt x="57150" y="533400"/>
                </a:lnTo>
                <a:lnTo>
                  <a:pt x="57150" y="542925"/>
                </a:lnTo>
                <a:lnTo>
                  <a:pt x="66675" y="542925"/>
                </a:lnTo>
                <a:lnTo>
                  <a:pt x="66675" y="552450"/>
                </a:lnTo>
                <a:lnTo>
                  <a:pt x="47625" y="552450"/>
                </a:lnTo>
                <a:close/>
                <a:moveTo>
                  <a:pt x="142875" y="552450"/>
                </a:moveTo>
                <a:lnTo>
                  <a:pt x="200025" y="552450"/>
                </a:lnTo>
                <a:lnTo>
                  <a:pt x="200025" y="561975"/>
                </a:lnTo>
                <a:lnTo>
                  <a:pt x="142875" y="561975"/>
                </a:lnTo>
                <a:close/>
                <a:moveTo>
                  <a:pt x="219075" y="552450"/>
                </a:moveTo>
                <a:lnTo>
                  <a:pt x="314325" y="552450"/>
                </a:lnTo>
                <a:lnTo>
                  <a:pt x="314325" y="561975"/>
                </a:lnTo>
                <a:lnTo>
                  <a:pt x="219075" y="561975"/>
                </a:lnTo>
                <a:close/>
                <a:moveTo>
                  <a:pt x="323850" y="552450"/>
                </a:moveTo>
                <a:lnTo>
                  <a:pt x="342900" y="552450"/>
                </a:lnTo>
                <a:lnTo>
                  <a:pt x="342900" y="561975"/>
                </a:lnTo>
                <a:lnTo>
                  <a:pt x="323850" y="561975"/>
                </a:lnTo>
                <a:close/>
              </a:path>
            </a:pathLst>
          </a:custGeom>
          <a:solidFill xmlns:a="http://schemas.openxmlformats.org/drawingml/2006/main">
            <a:srgbClr val="F7EBDA"/>
          </a:solidFill>
          <a:ln xmlns:a="http://schemas.openxmlformats.org/drawingml/2006/main" w="0">
            <a:noFill/>
          </a:ln>
        </p:spPr>
      </p:sp>
      <p:sp>
        <p:nvSpPr>
          <p:cNvPr id="71" name="warning vector #f5dfca">
            <a:extLst xmlns:a="http://schemas.openxmlformats.org/drawingml/2006/main">
              <a:ext uri="{FF2B5EF4-FFF2-40B4-BE49-F238E27FC236}">
                <a16:creationId xmlns:a16="http://schemas.microsoft.com/office/drawing/2014/main" id="{A8766591-49B4-4058-91B8-DEA041C594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19650" y="1819275"/>
            <a:ext cx="762000" cy="723900"/>
          </a:xfrm>
          <a:custGeom xmlns:a="http://schemas.openxmlformats.org/drawingml/2006/main">
            <a:pathLst>
              <a:path w="647700" h="609600">
                <a:moveTo>
                  <a:pt x="295275" y="57150"/>
                </a:moveTo>
                <a:lnTo>
                  <a:pt x="323850" y="57150"/>
                </a:lnTo>
                <a:lnTo>
                  <a:pt x="323850" y="66675"/>
                </a:lnTo>
                <a:lnTo>
                  <a:pt x="295275" y="66675"/>
                </a:lnTo>
                <a:close/>
                <a:moveTo>
                  <a:pt x="285750" y="66675"/>
                </a:moveTo>
                <a:lnTo>
                  <a:pt x="295275" y="66675"/>
                </a:lnTo>
                <a:lnTo>
                  <a:pt x="295275" y="76200"/>
                </a:lnTo>
                <a:lnTo>
                  <a:pt x="285750" y="76200"/>
                </a:lnTo>
                <a:close/>
                <a:moveTo>
                  <a:pt x="333375" y="66675"/>
                </a:moveTo>
                <a:lnTo>
                  <a:pt x="342900" y="66675"/>
                </a:lnTo>
                <a:lnTo>
                  <a:pt x="342900" y="76200"/>
                </a:lnTo>
                <a:lnTo>
                  <a:pt x="333375" y="76200"/>
                </a:lnTo>
                <a:close/>
                <a:moveTo>
                  <a:pt x="257175" y="95250"/>
                </a:moveTo>
                <a:lnTo>
                  <a:pt x="266700" y="95250"/>
                </a:lnTo>
                <a:lnTo>
                  <a:pt x="266700" y="104775"/>
                </a:lnTo>
                <a:lnTo>
                  <a:pt x="257175" y="104775"/>
                </a:lnTo>
                <a:close/>
                <a:moveTo>
                  <a:pt x="361950" y="95250"/>
                </a:moveTo>
                <a:lnTo>
                  <a:pt x="371475" y="95250"/>
                </a:lnTo>
                <a:lnTo>
                  <a:pt x="371475" y="104775"/>
                </a:lnTo>
                <a:lnTo>
                  <a:pt x="361950" y="104775"/>
                </a:lnTo>
                <a:close/>
                <a:moveTo>
                  <a:pt x="247650" y="104775"/>
                </a:moveTo>
                <a:lnTo>
                  <a:pt x="257175" y="104775"/>
                </a:lnTo>
                <a:lnTo>
                  <a:pt x="257175" y="123825"/>
                </a:lnTo>
                <a:lnTo>
                  <a:pt x="247650" y="123825"/>
                </a:lnTo>
                <a:close/>
                <a:moveTo>
                  <a:pt x="371475" y="114300"/>
                </a:moveTo>
                <a:lnTo>
                  <a:pt x="381000" y="114300"/>
                </a:lnTo>
                <a:lnTo>
                  <a:pt x="381000" y="123825"/>
                </a:lnTo>
                <a:lnTo>
                  <a:pt x="371475" y="123825"/>
                </a:lnTo>
                <a:close/>
                <a:moveTo>
                  <a:pt x="238125" y="123825"/>
                </a:moveTo>
                <a:lnTo>
                  <a:pt x="247650" y="123825"/>
                </a:lnTo>
                <a:lnTo>
                  <a:pt x="247650" y="133350"/>
                </a:lnTo>
                <a:lnTo>
                  <a:pt x="238125" y="133350"/>
                </a:lnTo>
                <a:close/>
                <a:moveTo>
                  <a:pt x="381000" y="123825"/>
                </a:moveTo>
                <a:lnTo>
                  <a:pt x="390525" y="123825"/>
                </a:lnTo>
                <a:lnTo>
                  <a:pt x="390525" y="142875"/>
                </a:lnTo>
                <a:lnTo>
                  <a:pt x="381000" y="142875"/>
                </a:lnTo>
                <a:close/>
                <a:moveTo>
                  <a:pt x="228600" y="142875"/>
                </a:moveTo>
                <a:lnTo>
                  <a:pt x="238125" y="142875"/>
                </a:lnTo>
                <a:lnTo>
                  <a:pt x="238125" y="152400"/>
                </a:lnTo>
                <a:lnTo>
                  <a:pt x="228600" y="152400"/>
                </a:lnTo>
                <a:close/>
                <a:moveTo>
                  <a:pt x="390525" y="142875"/>
                </a:moveTo>
                <a:lnTo>
                  <a:pt x="400050" y="142875"/>
                </a:lnTo>
                <a:lnTo>
                  <a:pt x="400050" y="152400"/>
                </a:lnTo>
                <a:lnTo>
                  <a:pt x="390525" y="152400"/>
                </a:lnTo>
                <a:close/>
                <a:moveTo>
                  <a:pt x="219075" y="161925"/>
                </a:moveTo>
                <a:lnTo>
                  <a:pt x="228600" y="161925"/>
                </a:lnTo>
                <a:lnTo>
                  <a:pt x="228600" y="171450"/>
                </a:lnTo>
                <a:lnTo>
                  <a:pt x="219075" y="171450"/>
                </a:lnTo>
                <a:close/>
                <a:moveTo>
                  <a:pt x="400050" y="161925"/>
                </a:moveTo>
                <a:lnTo>
                  <a:pt x="409575" y="161925"/>
                </a:lnTo>
                <a:lnTo>
                  <a:pt x="409575" y="171450"/>
                </a:lnTo>
                <a:lnTo>
                  <a:pt x="400050" y="171450"/>
                </a:lnTo>
                <a:close/>
                <a:moveTo>
                  <a:pt x="209550" y="180975"/>
                </a:moveTo>
                <a:lnTo>
                  <a:pt x="219075" y="180975"/>
                </a:lnTo>
                <a:lnTo>
                  <a:pt x="219075" y="190500"/>
                </a:lnTo>
                <a:lnTo>
                  <a:pt x="209550" y="190500"/>
                </a:lnTo>
                <a:close/>
                <a:moveTo>
                  <a:pt x="409575" y="180975"/>
                </a:moveTo>
                <a:lnTo>
                  <a:pt x="419100" y="180975"/>
                </a:lnTo>
                <a:lnTo>
                  <a:pt x="419100" y="190500"/>
                </a:lnTo>
                <a:lnTo>
                  <a:pt x="409575" y="190500"/>
                </a:lnTo>
                <a:close/>
                <a:moveTo>
                  <a:pt x="200025" y="190500"/>
                </a:moveTo>
                <a:lnTo>
                  <a:pt x="209550" y="190500"/>
                </a:lnTo>
                <a:lnTo>
                  <a:pt x="209550" y="200025"/>
                </a:lnTo>
                <a:lnTo>
                  <a:pt x="200025" y="200025"/>
                </a:lnTo>
                <a:close/>
                <a:moveTo>
                  <a:pt x="419100" y="190500"/>
                </a:moveTo>
                <a:lnTo>
                  <a:pt x="428625" y="190500"/>
                </a:lnTo>
                <a:lnTo>
                  <a:pt x="428625" y="209550"/>
                </a:lnTo>
                <a:lnTo>
                  <a:pt x="419100" y="209550"/>
                </a:lnTo>
                <a:close/>
                <a:moveTo>
                  <a:pt x="190500" y="209550"/>
                </a:moveTo>
                <a:lnTo>
                  <a:pt x="200025" y="209550"/>
                </a:lnTo>
                <a:lnTo>
                  <a:pt x="200025" y="219075"/>
                </a:lnTo>
                <a:lnTo>
                  <a:pt x="190500" y="219075"/>
                </a:lnTo>
                <a:close/>
                <a:moveTo>
                  <a:pt x="295275" y="209550"/>
                </a:moveTo>
                <a:lnTo>
                  <a:pt x="333375" y="209550"/>
                </a:lnTo>
                <a:lnTo>
                  <a:pt x="333375" y="219075"/>
                </a:lnTo>
                <a:lnTo>
                  <a:pt x="342900" y="219075"/>
                </a:lnTo>
                <a:lnTo>
                  <a:pt x="342900" y="333375"/>
                </a:lnTo>
                <a:lnTo>
                  <a:pt x="333375" y="333375"/>
                </a:lnTo>
                <a:lnTo>
                  <a:pt x="333375" y="228600"/>
                </a:lnTo>
                <a:lnTo>
                  <a:pt x="323850" y="228600"/>
                </a:lnTo>
                <a:lnTo>
                  <a:pt x="323850" y="219075"/>
                </a:lnTo>
                <a:lnTo>
                  <a:pt x="304800" y="219075"/>
                </a:lnTo>
                <a:lnTo>
                  <a:pt x="304800" y="228600"/>
                </a:lnTo>
                <a:lnTo>
                  <a:pt x="295275" y="228600"/>
                </a:lnTo>
                <a:lnTo>
                  <a:pt x="295275" y="352425"/>
                </a:lnTo>
                <a:lnTo>
                  <a:pt x="285750" y="352425"/>
                </a:lnTo>
                <a:lnTo>
                  <a:pt x="285750" y="219075"/>
                </a:lnTo>
                <a:lnTo>
                  <a:pt x="295275" y="219075"/>
                </a:lnTo>
                <a:close/>
                <a:moveTo>
                  <a:pt x="428625" y="209550"/>
                </a:moveTo>
                <a:lnTo>
                  <a:pt x="438150" y="209550"/>
                </a:lnTo>
                <a:lnTo>
                  <a:pt x="438150" y="219075"/>
                </a:lnTo>
                <a:lnTo>
                  <a:pt x="428625" y="219075"/>
                </a:lnTo>
                <a:close/>
                <a:moveTo>
                  <a:pt x="180975" y="228600"/>
                </a:moveTo>
                <a:lnTo>
                  <a:pt x="190500" y="228600"/>
                </a:lnTo>
                <a:lnTo>
                  <a:pt x="190500" y="238125"/>
                </a:lnTo>
                <a:lnTo>
                  <a:pt x="180975" y="238125"/>
                </a:lnTo>
                <a:close/>
                <a:moveTo>
                  <a:pt x="438150" y="228600"/>
                </a:moveTo>
                <a:lnTo>
                  <a:pt x="447675" y="228600"/>
                </a:lnTo>
                <a:lnTo>
                  <a:pt x="447675" y="238125"/>
                </a:lnTo>
                <a:lnTo>
                  <a:pt x="438150" y="238125"/>
                </a:lnTo>
                <a:close/>
                <a:moveTo>
                  <a:pt x="171450" y="238125"/>
                </a:moveTo>
                <a:lnTo>
                  <a:pt x="180975" y="238125"/>
                </a:lnTo>
                <a:lnTo>
                  <a:pt x="180975" y="247650"/>
                </a:lnTo>
                <a:lnTo>
                  <a:pt x="171450" y="247650"/>
                </a:lnTo>
                <a:close/>
                <a:moveTo>
                  <a:pt x="447675" y="238125"/>
                </a:moveTo>
                <a:lnTo>
                  <a:pt x="457200" y="238125"/>
                </a:lnTo>
                <a:lnTo>
                  <a:pt x="457200" y="247650"/>
                </a:lnTo>
                <a:lnTo>
                  <a:pt x="447675" y="247650"/>
                </a:lnTo>
                <a:close/>
                <a:moveTo>
                  <a:pt x="161925" y="257175"/>
                </a:moveTo>
                <a:lnTo>
                  <a:pt x="171450" y="257175"/>
                </a:lnTo>
                <a:lnTo>
                  <a:pt x="171450" y="266700"/>
                </a:lnTo>
                <a:lnTo>
                  <a:pt x="161925" y="266700"/>
                </a:lnTo>
                <a:close/>
                <a:moveTo>
                  <a:pt x="457200" y="257175"/>
                </a:moveTo>
                <a:lnTo>
                  <a:pt x="466725" y="257175"/>
                </a:lnTo>
                <a:lnTo>
                  <a:pt x="466725" y="266700"/>
                </a:lnTo>
                <a:lnTo>
                  <a:pt x="457200" y="266700"/>
                </a:lnTo>
                <a:close/>
                <a:moveTo>
                  <a:pt x="152400" y="266700"/>
                </a:moveTo>
                <a:lnTo>
                  <a:pt x="161925" y="266700"/>
                </a:lnTo>
                <a:lnTo>
                  <a:pt x="161925" y="285750"/>
                </a:lnTo>
                <a:lnTo>
                  <a:pt x="152400" y="285750"/>
                </a:lnTo>
                <a:close/>
                <a:moveTo>
                  <a:pt x="466725" y="266700"/>
                </a:moveTo>
                <a:lnTo>
                  <a:pt x="476250" y="266700"/>
                </a:lnTo>
                <a:lnTo>
                  <a:pt x="476250" y="285750"/>
                </a:lnTo>
                <a:lnTo>
                  <a:pt x="466725" y="285750"/>
                </a:lnTo>
                <a:close/>
                <a:moveTo>
                  <a:pt x="142875" y="285750"/>
                </a:moveTo>
                <a:lnTo>
                  <a:pt x="152400" y="285750"/>
                </a:lnTo>
                <a:lnTo>
                  <a:pt x="152400" y="295275"/>
                </a:lnTo>
                <a:lnTo>
                  <a:pt x="142875" y="295275"/>
                </a:lnTo>
                <a:close/>
                <a:moveTo>
                  <a:pt x="476250" y="285750"/>
                </a:moveTo>
                <a:lnTo>
                  <a:pt x="485775" y="285750"/>
                </a:lnTo>
                <a:lnTo>
                  <a:pt x="485775" y="295275"/>
                </a:lnTo>
                <a:lnTo>
                  <a:pt x="476250" y="295275"/>
                </a:lnTo>
                <a:close/>
                <a:moveTo>
                  <a:pt x="133350" y="304800"/>
                </a:moveTo>
                <a:lnTo>
                  <a:pt x="142875" y="304800"/>
                </a:lnTo>
                <a:lnTo>
                  <a:pt x="142875" y="314325"/>
                </a:lnTo>
                <a:lnTo>
                  <a:pt x="133350" y="314325"/>
                </a:lnTo>
                <a:close/>
                <a:moveTo>
                  <a:pt x="485775" y="304800"/>
                </a:moveTo>
                <a:lnTo>
                  <a:pt x="495300" y="304800"/>
                </a:lnTo>
                <a:lnTo>
                  <a:pt x="495300" y="314325"/>
                </a:lnTo>
                <a:lnTo>
                  <a:pt x="485775" y="314325"/>
                </a:lnTo>
                <a:close/>
                <a:moveTo>
                  <a:pt x="123825" y="323850"/>
                </a:moveTo>
                <a:lnTo>
                  <a:pt x="133350" y="323850"/>
                </a:lnTo>
                <a:lnTo>
                  <a:pt x="133350" y="333375"/>
                </a:lnTo>
                <a:lnTo>
                  <a:pt x="123825" y="333375"/>
                </a:lnTo>
                <a:close/>
                <a:moveTo>
                  <a:pt x="495300" y="323850"/>
                </a:moveTo>
                <a:lnTo>
                  <a:pt x="504825" y="323850"/>
                </a:lnTo>
                <a:lnTo>
                  <a:pt x="504825" y="333375"/>
                </a:lnTo>
                <a:lnTo>
                  <a:pt x="495300" y="333375"/>
                </a:lnTo>
                <a:close/>
                <a:moveTo>
                  <a:pt x="114300" y="333375"/>
                </a:moveTo>
                <a:lnTo>
                  <a:pt x="123825" y="333375"/>
                </a:lnTo>
                <a:lnTo>
                  <a:pt x="123825" y="352425"/>
                </a:lnTo>
                <a:lnTo>
                  <a:pt x="114300" y="352425"/>
                </a:lnTo>
                <a:close/>
                <a:moveTo>
                  <a:pt x="504825" y="333375"/>
                </a:moveTo>
                <a:lnTo>
                  <a:pt x="514350" y="333375"/>
                </a:lnTo>
                <a:lnTo>
                  <a:pt x="514350" y="342900"/>
                </a:lnTo>
                <a:lnTo>
                  <a:pt x="504825" y="342900"/>
                </a:lnTo>
                <a:close/>
                <a:moveTo>
                  <a:pt x="323850" y="342900"/>
                </a:moveTo>
                <a:lnTo>
                  <a:pt x="333375" y="342900"/>
                </a:lnTo>
                <a:lnTo>
                  <a:pt x="333375" y="352425"/>
                </a:lnTo>
                <a:lnTo>
                  <a:pt x="323850" y="352425"/>
                </a:lnTo>
                <a:close/>
                <a:moveTo>
                  <a:pt x="104775" y="352425"/>
                </a:moveTo>
                <a:lnTo>
                  <a:pt x="114300" y="352425"/>
                </a:lnTo>
                <a:lnTo>
                  <a:pt x="114300" y="361950"/>
                </a:lnTo>
                <a:lnTo>
                  <a:pt x="104775" y="361950"/>
                </a:lnTo>
                <a:close/>
                <a:moveTo>
                  <a:pt x="295275" y="352425"/>
                </a:moveTo>
                <a:lnTo>
                  <a:pt x="304800" y="352425"/>
                </a:lnTo>
                <a:lnTo>
                  <a:pt x="304800" y="361950"/>
                </a:lnTo>
                <a:lnTo>
                  <a:pt x="295275" y="361950"/>
                </a:lnTo>
                <a:close/>
                <a:moveTo>
                  <a:pt x="314325" y="352425"/>
                </a:moveTo>
                <a:lnTo>
                  <a:pt x="323850" y="352425"/>
                </a:lnTo>
                <a:lnTo>
                  <a:pt x="323850" y="361950"/>
                </a:lnTo>
                <a:lnTo>
                  <a:pt x="314325" y="361950"/>
                </a:lnTo>
                <a:close/>
                <a:moveTo>
                  <a:pt x="514350" y="352425"/>
                </a:moveTo>
                <a:lnTo>
                  <a:pt x="523875" y="352425"/>
                </a:lnTo>
                <a:lnTo>
                  <a:pt x="523875" y="361950"/>
                </a:lnTo>
                <a:lnTo>
                  <a:pt x="514350" y="361950"/>
                </a:lnTo>
                <a:close/>
                <a:moveTo>
                  <a:pt x="95250" y="371475"/>
                </a:moveTo>
                <a:lnTo>
                  <a:pt x="104775" y="371475"/>
                </a:lnTo>
                <a:lnTo>
                  <a:pt x="104775" y="381000"/>
                </a:lnTo>
                <a:lnTo>
                  <a:pt x="95250" y="381000"/>
                </a:lnTo>
                <a:close/>
                <a:moveTo>
                  <a:pt x="523875" y="371475"/>
                </a:moveTo>
                <a:lnTo>
                  <a:pt x="533400" y="371475"/>
                </a:lnTo>
                <a:lnTo>
                  <a:pt x="533400" y="381000"/>
                </a:lnTo>
                <a:lnTo>
                  <a:pt x="523875" y="381000"/>
                </a:lnTo>
                <a:close/>
                <a:moveTo>
                  <a:pt x="85725" y="390525"/>
                </a:moveTo>
                <a:lnTo>
                  <a:pt x="95250" y="390525"/>
                </a:lnTo>
                <a:lnTo>
                  <a:pt x="95250" y="400050"/>
                </a:lnTo>
                <a:lnTo>
                  <a:pt x="85725" y="400050"/>
                </a:lnTo>
                <a:close/>
                <a:moveTo>
                  <a:pt x="533400" y="390525"/>
                </a:moveTo>
                <a:lnTo>
                  <a:pt x="542925" y="390525"/>
                </a:lnTo>
                <a:lnTo>
                  <a:pt x="542925" y="400050"/>
                </a:lnTo>
                <a:lnTo>
                  <a:pt x="533400" y="400050"/>
                </a:lnTo>
                <a:close/>
                <a:moveTo>
                  <a:pt x="542925" y="400050"/>
                </a:moveTo>
                <a:lnTo>
                  <a:pt x="552450" y="400050"/>
                </a:lnTo>
                <a:lnTo>
                  <a:pt x="552450" y="409575"/>
                </a:lnTo>
                <a:lnTo>
                  <a:pt x="542925" y="409575"/>
                </a:lnTo>
                <a:close/>
                <a:moveTo>
                  <a:pt x="295275" y="409575"/>
                </a:moveTo>
                <a:lnTo>
                  <a:pt x="304800" y="409575"/>
                </a:lnTo>
                <a:lnTo>
                  <a:pt x="304800" y="419100"/>
                </a:lnTo>
                <a:lnTo>
                  <a:pt x="295275" y="419100"/>
                </a:lnTo>
                <a:close/>
                <a:moveTo>
                  <a:pt x="323850" y="409575"/>
                </a:moveTo>
                <a:lnTo>
                  <a:pt x="333375" y="409575"/>
                </a:lnTo>
                <a:lnTo>
                  <a:pt x="333375" y="419100"/>
                </a:lnTo>
                <a:lnTo>
                  <a:pt x="323850" y="419100"/>
                </a:lnTo>
                <a:close/>
                <a:moveTo>
                  <a:pt x="66675" y="419100"/>
                </a:moveTo>
                <a:lnTo>
                  <a:pt x="76200" y="419100"/>
                </a:lnTo>
                <a:lnTo>
                  <a:pt x="76200" y="428625"/>
                </a:lnTo>
                <a:lnTo>
                  <a:pt x="66675" y="428625"/>
                </a:lnTo>
                <a:close/>
                <a:moveTo>
                  <a:pt x="285750" y="419100"/>
                </a:moveTo>
                <a:lnTo>
                  <a:pt x="295275" y="419100"/>
                </a:lnTo>
                <a:lnTo>
                  <a:pt x="295275" y="428625"/>
                </a:lnTo>
                <a:lnTo>
                  <a:pt x="285750" y="428625"/>
                </a:lnTo>
                <a:close/>
                <a:moveTo>
                  <a:pt x="333375" y="419100"/>
                </a:moveTo>
                <a:lnTo>
                  <a:pt x="342900" y="419100"/>
                </a:lnTo>
                <a:lnTo>
                  <a:pt x="342900" y="457200"/>
                </a:lnTo>
                <a:lnTo>
                  <a:pt x="333375" y="457200"/>
                </a:lnTo>
                <a:lnTo>
                  <a:pt x="333375" y="466725"/>
                </a:lnTo>
                <a:lnTo>
                  <a:pt x="295275" y="466725"/>
                </a:lnTo>
                <a:lnTo>
                  <a:pt x="295275" y="457200"/>
                </a:lnTo>
                <a:lnTo>
                  <a:pt x="285750" y="457200"/>
                </a:lnTo>
                <a:lnTo>
                  <a:pt x="285750" y="447675"/>
                </a:lnTo>
                <a:lnTo>
                  <a:pt x="295275" y="447675"/>
                </a:lnTo>
                <a:lnTo>
                  <a:pt x="295275" y="457200"/>
                </a:lnTo>
                <a:lnTo>
                  <a:pt x="323850" y="457200"/>
                </a:lnTo>
                <a:lnTo>
                  <a:pt x="323850" y="447675"/>
                </a:lnTo>
                <a:lnTo>
                  <a:pt x="333375" y="447675"/>
                </a:lnTo>
                <a:close/>
                <a:moveTo>
                  <a:pt x="552450" y="419100"/>
                </a:moveTo>
                <a:lnTo>
                  <a:pt x="561975" y="419100"/>
                </a:lnTo>
                <a:lnTo>
                  <a:pt x="561975" y="428625"/>
                </a:lnTo>
                <a:lnTo>
                  <a:pt x="552450" y="428625"/>
                </a:lnTo>
                <a:close/>
                <a:moveTo>
                  <a:pt x="57150" y="438150"/>
                </a:moveTo>
                <a:lnTo>
                  <a:pt x="66675" y="438150"/>
                </a:lnTo>
                <a:lnTo>
                  <a:pt x="66675" y="447675"/>
                </a:lnTo>
                <a:lnTo>
                  <a:pt x="57150" y="447675"/>
                </a:lnTo>
                <a:close/>
                <a:moveTo>
                  <a:pt x="561975" y="438150"/>
                </a:moveTo>
                <a:lnTo>
                  <a:pt x="571500" y="438150"/>
                </a:lnTo>
                <a:lnTo>
                  <a:pt x="571500" y="447675"/>
                </a:lnTo>
                <a:lnTo>
                  <a:pt x="561975" y="447675"/>
                </a:lnTo>
                <a:close/>
                <a:moveTo>
                  <a:pt x="47625" y="447675"/>
                </a:moveTo>
                <a:lnTo>
                  <a:pt x="57150" y="447675"/>
                </a:lnTo>
                <a:lnTo>
                  <a:pt x="57150" y="466725"/>
                </a:lnTo>
                <a:lnTo>
                  <a:pt x="47625" y="466725"/>
                </a:lnTo>
                <a:close/>
                <a:moveTo>
                  <a:pt x="571500" y="447675"/>
                </a:moveTo>
                <a:lnTo>
                  <a:pt x="581025" y="447675"/>
                </a:lnTo>
                <a:lnTo>
                  <a:pt x="581025" y="457200"/>
                </a:lnTo>
                <a:lnTo>
                  <a:pt x="571500" y="457200"/>
                </a:lnTo>
                <a:close/>
                <a:moveTo>
                  <a:pt x="38100" y="466725"/>
                </a:moveTo>
                <a:lnTo>
                  <a:pt x="47625" y="466725"/>
                </a:lnTo>
                <a:lnTo>
                  <a:pt x="47625" y="485775"/>
                </a:lnTo>
                <a:lnTo>
                  <a:pt x="38100" y="485775"/>
                </a:lnTo>
                <a:close/>
                <a:moveTo>
                  <a:pt x="581025" y="466725"/>
                </a:moveTo>
                <a:lnTo>
                  <a:pt x="590550" y="466725"/>
                </a:lnTo>
                <a:lnTo>
                  <a:pt x="590550" y="485775"/>
                </a:lnTo>
                <a:lnTo>
                  <a:pt x="581025" y="485775"/>
                </a:lnTo>
                <a:close/>
                <a:moveTo>
                  <a:pt x="38100" y="504825"/>
                </a:moveTo>
                <a:lnTo>
                  <a:pt x="47625" y="504825"/>
                </a:lnTo>
                <a:lnTo>
                  <a:pt x="47625" y="523875"/>
                </a:lnTo>
                <a:lnTo>
                  <a:pt x="38100" y="523875"/>
                </a:lnTo>
                <a:close/>
                <a:moveTo>
                  <a:pt x="581025" y="504825"/>
                </a:moveTo>
                <a:lnTo>
                  <a:pt x="590550" y="504825"/>
                </a:lnTo>
                <a:lnTo>
                  <a:pt x="590550" y="523875"/>
                </a:lnTo>
                <a:lnTo>
                  <a:pt x="581025" y="523875"/>
                </a:lnTo>
                <a:close/>
                <a:moveTo>
                  <a:pt x="47625" y="523875"/>
                </a:moveTo>
                <a:lnTo>
                  <a:pt x="57150" y="523875"/>
                </a:lnTo>
                <a:lnTo>
                  <a:pt x="57150" y="533400"/>
                </a:lnTo>
                <a:lnTo>
                  <a:pt x="47625" y="533400"/>
                </a:lnTo>
                <a:close/>
                <a:moveTo>
                  <a:pt x="571500" y="523875"/>
                </a:moveTo>
                <a:lnTo>
                  <a:pt x="581025" y="523875"/>
                </a:lnTo>
                <a:lnTo>
                  <a:pt x="581025" y="533400"/>
                </a:lnTo>
                <a:lnTo>
                  <a:pt x="571500" y="533400"/>
                </a:lnTo>
                <a:close/>
                <a:moveTo>
                  <a:pt x="57150" y="533400"/>
                </a:moveTo>
                <a:lnTo>
                  <a:pt x="66675" y="533400"/>
                </a:lnTo>
                <a:lnTo>
                  <a:pt x="66675" y="542925"/>
                </a:lnTo>
                <a:lnTo>
                  <a:pt x="57150" y="542925"/>
                </a:lnTo>
                <a:close/>
                <a:moveTo>
                  <a:pt x="561975" y="533400"/>
                </a:moveTo>
                <a:lnTo>
                  <a:pt x="571500" y="533400"/>
                </a:lnTo>
                <a:lnTo>
                  <a:pt x="571500" y="542925"/>
                </a:lnTo>
                <a:lnTo>
                  <a:pt x="561975" y="542925"/>
                </a:lnTo>
                <a:close/>
                <a:moveTo>
                  <a:pt x="66675" y="542925"/>
                </a:moveTo>
                <a:lnTo>
                  <a:pt x="95250" y="542925"/>
                </a:lnTo>
                <a:lnTo>
                  <a:pt x="95250" y="552450"/>
                </a:lnTo>
                <a:lnTo>
                  <a:pt x="66675" y="552450"/>
                </a:lnTo>
                <a:close/>
                <a:moveTo>
                  <a:pt x="533400" y="542925"/>
                </a:moveTo>
                <a:lnTo>
                  <a:pt x="561975" y="542925"/>
                </a:lnTo>
                <a:lnTo>
                  <a:pt x="561975" y="552450"/>
                </a:lnTo>
                <a:lnTo>
                  <a:pt x="533400" y="552450"/>
                </a:lnTo>
                <a:close/>
              </a:path>
            </a:pathLst>
          </a:custGeom>
          <a:solidFill xmlns:a="http://schemas.openxmlformats.org/drawingml/2006/main">
            <a:srgbClr val="F5DFCA"/>
          </a:solidFill>
          <a:ln xmlns:a="http://schemas.openxmlformats.org/drawingml/2006/main" w="0">
            <a:noFill/>
          </a:ln>
        </p:spPr>
      </p:sp>
      <p:sp>
        <p:nvSpPr>
          <p:cNvPr id="72" name="warning vector #c4927a">
            <a:extLst xmlns:a="http://schemas.openxmlformats.org/drawingml/2006/main">
              <a:ext uri="{FF2B5EF4-FFF2-40B4-BE49-F238E27FC236}">
                <a16:creationId xmlns:a16="http://schemas.microsoft.com/office/drawing/2014/main" id="{7A2D0B33-E6B7-4A81-B520-BC6B3495F8F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19650" y="1819275"/>
            <a:ext cx="762000" cy="723900"/>
          </a:xfrm>
          <a:custGeom xmlns:a="http://schemas.openxmlformats.org/drawingml/2006/main">
            <a:pathLst>
              <a:path w="647700" h="609600">
                <a:moveTo>
                  <a:pt x="295275" y="66675"/>
                </a:moveTo>
                <a:lnTo>
                  <a:pt x="333375" y="66675"/>
                </a:lnTo>
                <a:lnTo>
                  <a:pt x="333375" y="76200"/>
                </a:lnTo>
                <a:lnTo>
                  <a:pt x="295275" y="76200"/>
                </a:lnTo>
                <a:close/>
                <a:moveTo>
                  <a:pt x="276225" y="76200"/>
                </a:moveTo>
                <a:lnTo>
                  <a:pt x="285750" y="76200"/>
                </a:lnTo>
                <a:lnTo>
                  <a:pt x="285750" y="85725"/>
                </a:lnTo>
                <a:lnTo>
                  <a:pt x="276225" y="85725"/>
                </a:lnTo>
                <a:close/>
                <a:moveTo>
                  <a:pt x="342900" y="76200"/>
                </a:moveTo>
                <a:lnTo>
                  <a:pt x="352425" y="76200"/>
                </a:lnTo>
                <a:lnTo>
                  <a:pt x="352425" y="85725"/>
                </a:lnTo>
                <a:lnTo>
                  <a:pt x="342900" y="85725"/>
                </a:lnTo>
                <a:close/>
                <a:moveTo>
                  <a:pt x="266700" y="85725"/>
                </a:moveTo>
                <a:lnTo>
                  <a:pt x="276225" y="85725"/>
                </a:lnTo>
                <a:lnTo>
                  <a:pt x="276225" y="95250"/>
                </a:lnTo>
                <a:lnTo>
                  <a:pt x="266700" y="95250"/>
                </a:lnTo>
                <a:close/>
                <a:moveTo>
                  <a:pt x="352425" y="85725"/>
                </a:moveTo>
                <a:lnTo>
                  <a:pt x="361950" y="85725"/>
                </a:lnTo>
                <a:lnTo>
                  <a:pt x="361950" y="95250"/>
                </a:lnTo>
                <a:lnTo>
                  <a:pt x="352425" y="95250"/>
                </a:lnTo>
                <a:close/>
                <a:moveTo>
                  <a:pt x="257175" y="104775"/>
                </a:moveTo>
                <a:lnTo>
                  <a:pt x="266700" y="104775"/>
                </a:lnTo>
                <a:lnTo>
                  <a:pt x="266700" y="114300"/>
                </a:lnTo>
                <a:lnTo>
                  <a:pt x="257175" y="114300"/>
                </a:lnTo>
                <a:close/>
                <a:moveTo>
                  <a:pt x="361950" y="104775"/>
                </a:moveTo>
                <a:lnTo>
                  <a:pt x="371475" y="104775"/>
                </a:lnTo>
                <a:lnTo>
                  <a:pt x="371475" y="114300"/>
                </a:lnTo>
                <a:lnTo>
                  <a:pt x="361950" y="114300"/>
                </a:lnTo>
                <a:close/>
                <a:moveTo>
                  <a:pt x="247650" y="123825"/>
                </a:moveTo>
                <a:lnTo>
                  <a:pt x="257175" y="123825"/>
                </a:lnTo>
                <a:lnTo>
                  <a:pt x="257175" y="133350"/>
                </a:lnTo>
                <a:lnTo>
                  <a:pt x="247650" y="133350"/>
                </a:lnTo>
                <a:close/>
                <a:moveTo>
                  <a:pt x="371475" y="123825"/>
                </a:moveTo>
                <a:lnTo>
                  <a:pt x="381000" y="123825"/>
                </a:lnTo>
                <a:lnTo>
                  <a:pt x="381000" y="133350"/>
                </a:lnTo>
                <a:lnTo>
                  <a:pt x="371475" y="133350"/>
                </a:lnTo>
                <a:close/>
                <a:moveTo>
                  <a:pt x="238125" y="133350"/>
                </a:moveTo>
                <a:lnTo>
                  <a:pt x="247650" y="133350"/>
                </a:lnTo>
                <a:lnTo>
                  <a:pt x="247650" y="152400"/>
                </a:lnTo>
                <a:lnTo>
                  <a:pt x="238125" y="152400"/>
                </a:lnTo>
                <a:close/>
                <a:moveTo>
                  <a:pt x="381000" y="142875"/>
                </a:moveTo>
                <a:lnTo>
                  <a:pt x="390525" y="142875"/>
                </a:lnTo>
                <a:lnTo>
                  <a:pt x="390525" y="152400"/>
                </a:lnTo>
                <a:lnTo>
                  <a:pt x="381000" y="152400"/>
                </a:lnTo>
                <a:close/>
                <a:moveTo>
                  <a:pt x="228600" y="152400"/>
                </a:moveTo>
                <a:lnTo>
                  <a:pt x="238125" y="152400"/>
                </a:lnTo>
                <a:lnTo>
                  <a:pt x="238125" y="161925"/>
                </a:lnTo>
                <a:lnTo>
                  <a:pt x="228600" y="161925"/>
                </a:lnTo>
                <a:close/>
                <a:moveTo>
                  <a:pt x="390525" y="152400"/>
                </a:moveTo>
                <a:lnTo>
                  <a:pt x="400050" y="152400"/>
                </a:lnTo>
                <a:lnTo>
                  <a:pt x="400050" y="161925"/>
                </a:lnTo>
                <a:lnTo>
                  <a:pt x="390525" y="161925"/>
                </a:lnTo>
                <a:close/>
                <a:moveTo>
                  <a:pt x="219075" y="171450"/>
                </a:moveTo>
                <a:lnTo>
                  <a:pt x="228600" y="171450"/>
                </a:lnTo>
                <a:lnTo>
                  <a:pt x="228600" y="180975"/>
                </a:lnTo>
                <a:lnTo>
                  <a:pt x="219075" y="180975"/>
                </a:lnTo>
                <a:close/>
                <a:moveTo>
                  <a:pt x="400050" y="171450"/>
                </a:moveTo>
                <a:lnTo>
                  <a:pt x="409575" y="171450"/>
                </a:lnTo>
                <a:lnTo>
                  <a:pt x="409575" y="180975"/>
                </a:lnTo>
                <a:lnTo>
                  <a:pt x="400050" y="180975"/>
                </a:lnTo>
                <a:close/>
                <a:moveTo>
                  <a:pt x="209550" y="190500"/>
                </a:moveTo>
                <a:lnTo>
                  <a:pt x="219075" y="190500"/>
                </a:lnTo>
                <a:lnTo>
                  <a:pt x="219075" y="200025"/>
                </a:lnTo>
                <a:lnTo>
                  <a:pt x="209550" y="200025"/>
                </a:lnTo>
                <a:close/>
                <a:moveTo>
                  <a:pt x="409575" y="190500"/>
                </a:moveTo>
                <a:lnTo>
                  <a:pt x="419100" y="190500"/>
                </a:lnTo>
                <a:lnTo>
                  <a:pt x="419100" y="200025"/>
                </a:lnTo>
                <a:lnTo>
                  <a:pt x="409575" y="200025"/>
                </a:lnTo>
                <a:close/>
                <a:moveTo>
                  <a:pt x="200025" y="200025"/>
                </a:moveTo>
                <a:lnTo>
                  <a:pt x="209550" y="200025"/>
                </a:lnTo>
                <a:lnTo>
                  <a:pt x="209550" y="209550"/>
                </a:lnTo>
                <a:lnTo>
                  <a:pt x="200025" y="209550"/>
                </a:lnTo>
                <a:close/>
                <a:moveTo>
                  <a:pt x="190500" y="219075"/>
                </a:moveTo>
                <a:lnTo>
                  <a:pt x="200025" y="219075"/>
                </a:lnTo>
                <a:lnTo>
                  <a:pt x="200025" y="228600"/>
                </a:lnTo>
                <a:lnTo>
                  <a:pt x="190500" y="228600"/>
                </a:lnTo>
                <a:close/>
                <a:moveTo>
                  <a:pt x="428625" y="219075"/>
                </a:moveTo>
                <a:lnTo>
                  <a:pt x="438150" y="219075"/>
                </a:lnTo>
                <a:lnTo>
                  <a:pt x="438150" y="228600"/>
                </a:lnTo>
                <a:lnTo>
                  <a:pt x="428625" y="228600"/>
                </a:lnTo>
                <a:close/>
                <a:moveTo>
                  <a:pt x="342900" y="228600"/>
                </a:moveTo>
                <a:lnTo>
                  <a:pt x="352425" y="228600"/>
                </a:lnTo>
                <a:lnTo>
                  <a:pt x="352425" y="276225"/>
                </a:lnTo>
                <a:lnTo>
                  <a:pt x="342900" y="276225"/>
                </a:lnTo>
                <a:close/>
                <a:moveTo>
                  <a:pt x="180975" y="238125"/>
                </a:moveTo>
                <a:lnTo>
                  <a:pt x="190500" y="238125"/>
                </a:lnTo>
                <a:lnTo>
                  <a:pt x="190500" y="247650"/>
                </a:lnTo>
                <a:lnTo>
                  <a:pt x="180975" y="247650"/>
                </a:lnTo>
                <a:close/>
                <a:moveTo>
                  <a:pt x="438150" y="238125"/>
                </a:moveTo>
                <a:lnTo>
                  <a:pt x="447675" y="238125"/>
                </a:lnTo>
                <a:lnTo>
                  <a:pt x="447675" y="247650"/>
                </a:lnTo>
                <a:lnTo>
                  <a:pt x="438150" y="247650"/>
                </a:lnTo>
                <a:close/>
                <a:moveTo>
                  <a:pt x="171450" y="247650"/>
                </a:moveTo>
                <a:lnTo>
                  <a:pt x="180975" y="247650"/>
                </a:lnTo>
                <a:lnTo>
                  <a:pt x="180975" y="257175"/>
                </a:lnTo>
                <a:lnTo>
                  <a:pt x="171450" y="257175"/>
                </a:lnTo>
                <a:close/>
                <a:moveTo>
                  <a:pt x="447675" y="247650"/>
                </a:moveTo>
                <a:lnTo>
                  <a:pt x="457200" y="247650"/>
                </a:lnTo>
                <a:lnTo>
                  <a:pt x="457200" y="257175"/>
                </a:lnTo>
                <a:lnTo>
                  <a:pt x="447675" y="257175"/>
                </a:lnTo>
                <a:close/>
                <a:moveTo>
                  <a:pt x="161925" y="266700"/>
                </a:moveTo>
                <a:lnTo>
                  <a:pt x="171450" y="266700"/>
                </a:lnTo>
                <a:lnTo>
                  <a:pt x="171450" y="276225"/>
                </a:lnTo>
                <a:lnTo>
                  <a:pt x="161925" y="276225"/>
                </a:lnTo>
                <a:close/>
                <a:moveTo>
                  <a:pt x="457200" y="266700"/>
                </a:moveTo>
                <a:lnTo>
                  <a:pt x="466725" y="266700"/>
                </a:lnTo>
                <a:lnTo>
                  <a:pt x="466725" y="276225"/>
                </a:lnTo>
                <a:lnTo>
                  <a:pt x="457200" y="276225"/>
                </a:lnTo>
                <a:close/>
                <a:moveTo>
                  <a:pt x="152400" y="285750"/>
                </a:moveTo>
                <a:lnTo>
                  <a:pt x="161925" y="285750"/>
                </a:lnTo>
                <a:lnTo>
                  <a:pt x="161925" y="295275"/>
                </a:lnTo>
                <a:lnTo>
                  <a:pt x="152400" y="295275"/>
                </a:lnTo>
                <a:close/>
                <a:moveTo>
                  <a:pt x="466725" y="285750"/>
                </a:moveTo>
                <a:lnTo>
                  <a:pt x="476250" y="285750"/>
                </a:lnTo>
                <a:lnTo>
                  <a:pt x="476250" y="295275"/>
                </a:lnTo>
                <a:lnTo>
                  <a:pt x="466725" y="295275"/>
                </a:lnTo>
                <a:close/>
                <a:moveTo>
                  <a:pt x="142875" y="295275"/>
                </a:moveTo>
                <a:lnTo>
                  <a:pt x="152400" y="295275"/>
                </a:lnTo>
                <a:lnTo>
                  <a:pt x="152400" y="304800"/>
                </a:lnTo>
                <a:lnTo>
                  <a:pt x="142875" y="304800"/>
                </a:lnTo>
                <a:close/>
                <a:moveTo>
                  <a:pt x="476250" y="295275"/>
                </a:moveTo>
                <a:lnTo>
                  <a:pt x="485775" y="295275"/>
                </a:lnTo>
                <a:lnTo>
                  <a:pt x="485775" y="304800"/>
                </a:lnTo>
                <a:lnTo>
                  <a:pt x="476250" y="304800"/>
                </a:lnTo>
                <a:close/>
                <a:moveTo>
                  <a:pt x="133350" y="314325"/>
                </a:moveTo>
                <a:lnTo>
                  <a:pt x="142875" y="314325"/>
                </a:lnTo>
                <a:lnTo>
                  <a:pt x="142875" y="323850"/>
                </a:lnTo>
                <a:lnTo>
                  <a:pt x="133350" y="323850"/>
                </a:lnTo>
                <a:close/>
                <a:moveTo>
                  <a:pt x="485775" y="314325"/>
                </a:moveTo>
                <a:lnTo>
                  <a:pt x="495300" y="314325"/>
                </a:lnTo>
                <a:lnTo>
                  <a:pt x="495300" y="323850"/>
                </a:lnTo>
                <a:lnTo>
                  <a:pt x="485775" y="323850"/>
                </a:lnTo>
                <a:close/>
                <a:moveTo>
                  <a:pt x="123825" y="333375"/>
                </a:moveTo>
                <a:lnTo>
                  <a:pt x="133350" y="333375"/>
                </a:lnTo>
                <a:lnTo>
                  <a:pt x="133350" y="342900"/>
                </a:lnTo>
                <a:lnTo>
                  <a:pt x="123825" y="342900"/>
                </a:lnTo>
                <a:close/>
                <a:moveTo>
                  <a:pt x="333375" y="333375"/>
                </a:moveTo>
                <a:lnTo>
                  <a:pt x="342900" y="333375"/>
                </a:lnTo>
                <a:lnTo>
                  <a:pt x="342900" y="361950"/>
                </a:lnTo>
                <a:lnTo>
                  <a:pt x="333375" y="361950"/>
                </a:lnTo>
                <a:lnTo>
                  <a:pt x="333375" y="371475"/>
                </a:lnTo>
                <a:lnTo>
                  <a:pt x="295275" y="371475"/>
                </a:lnTo>
                <a:lnTo>
                  <a:pt x="295275" y="361950"/>
                </a:lnTo>
                <a:lnTo>
                  <a:pt x="285750" y="361950"/>
                </a:lnTo>
                <a:lnTo>
                  <a:pt x="285750" y="352425"/>
                </a:lnTo>
                <a:lnTo>
                  <a:pt x="295275" y="352425"/>
                </a:lnTo>
                <a:lnTo>
                  <a:pt x="295275" y="361950"/>
                </a:lnTo>
                <a:lnTo>
                  <a:pt x="323850" y="361950"/>
                </a:lnTo>
                <a:lnTo>
                  <a:pt x="323850" y="352425"/>
                </a:lnTo>
                <a:lnTo>
                  <a:pt x="333375" y="352425"/>
                </a:lnTo>
                <a:close/>
                <a:moveTo>
                  <a:pt x="495300" y="333375"/>
                </a:moveTo>
                <a:lnTo>
                  <a:pt x="504825" y="333375"/>
                </a:lnTo>
                <a:lnTo>
                  <a:pt x="504825" y="342900"/>
                </a:lnTo>
                <a:lnTo>
                  <a:pt x="495300" y="342900"/>
                </a:lnTo>
                <a:close/>
                <a:moveTo>
                  <a:pt x="504825" y="342900"/>
                </a:moveTo>
                <a:lnTo>
                  <a:pt x="514350" y="342900"/>
                </a:lnTo>
                <a:lnTo>
                  <a:pt x="514350" y="352425"/>
                </a:lnTo>
                <a:lnTo>
                  <a:pt x="504825" y="352425"/>
                </a:lnTo>
                <a:close/>
                <a:moveTo>
                  <a:pt x="114300" y="352425"/>
                </a:moveTo>
                <a:lnTo>
                  <a:pt x="123825" y="352425"/>
                </a:lnTo>
                <a:lnTo>
                  <a:pt x="123825" y="361950"/>
                </a:lnTo>
                <a:lnTo>
                  <a:pt x="114300" y="361950"/>
                </a:lnTo>
                <a:close/>
                <a:moveTo>
                  <a:pt x="104775" y="361950"/>
                </a:moveTo>
                <a:lnTo>
                  <a:pt x="114300" y="361950"/>
                </a:lnTo>
                <a:lnTo>
                  <a:pt x="114300" y="371475"/>
                </a:lnTo>
                <a:lnTo>
                  <a:pt x="104775" y="371475"/>
                </a:lnTo>
                <a:close/>
                <a:moveTo>
                  <a:pt x="514350" y="361950"/>
                </a:moveTo>
                <a:lnTo>
                  <a:pt x="523875" y="361950"/>
                </a:lnTo>
                <a:lnTo>
                  <a:pt x="523875" y="371475"/>
                </a:lnTo>
                <a:lnTo>
                  <a:pt x="514350" y="371475"/>
                </a:lnTo>
                <a:close/>
                <a:moveTo>
                  <a:pt x="95250" y="381000"/>
                </a:moveTo>
                <a:lnTo>
                  <a:pt x="104775" y="381000"/>
                </a:lnTo>
                <a:lnTo>
                  <a:pt x="104775" y="390525"/>
                </a:lnTo>
                <a:lnTo>
                  <a:pt x="95250" y="390525"/>
                </a:lnTo>
                <a:close/>
                <a:moveTo>
                  <a:pt x="523875" y="381000"/>
                </a:moveTo>
                <a:lnTo>
                  <a:pt x="533400" y="381000"/>
                </a:lnTo>
                <a:lnTo>
                  <a:pt x="533400" y="390525"/>
                </a:lnTo>
                <a:lnTo>
                  <a:pt x="523875" y="390525"/>
                </a:lnTo>
                <a:close/>
                <a:moveTo>
                  <a:pt x="85725" y="400050"/>
                </a:moveTo>
                <a:lnTo>
                  <a:pt x="95250" y="400050"/>
                </a:lnTo>
                <a:lnTo>
                  <a:pt x="95250" y="409575"/>
                </a:lnTo>
                <a:lnTo>
                  <a:pt x="85725" y="409575"/>
                </a:lnTo>
                <a:close/>
                <a:moveTo>
                  <a:pt x="304800" y="400050"/>
                </a:moveTo>
                <a:lnTo>
                  <a:pt x="333375" y="400050"/>
                </a:lnTo>
                <a:lnTo>
                  <a:pt x="333375" y="409575"/>
                </a:lnTo>
                <a:lnTo>
                  <a:pt x="304800" y="409575"/>
                </a:lnTo>
                <a:close/>
                <a:moveTo>
                  <a:pt x="533400" y="400050"/>
                </a:moveTo>
                <a:lnTo>
                  <a:pt x="542925" y="400050"/>
                </a:lnTo>
                <a:lnTo>
                  <a:pt x="542925" y="409575"/>
                </a:lnTo>
                <a:lnTo>
                  <a:pt x="533400" y="409575"/>
                </a:lnTo>
                <a:close/>
                <a:moveTo>
                  <a:pt x="76200" y="409575"/>
                </a:moveTo>
                <a:lnTo>
                  <a:pt x="85725" y="409575"/>
                </a:lnTo>
                <a:lnTo>
                  <a:pt x="85725" y="428625"/>
                </a:lnTo>
                <a:lnTo>
                  <a:pt x="76200" y="428625"/>
                </a:lnTo>
                <a:close/>
                <a:moveTo>
                  <a:pt x="285750" y="409575"/>
                </a:moveTo>
                <a:lnTo>
                  <a:pt x="295275" y="409575"/>
                </a:lnTo>
                <a:lnTo>
                  <a:pt x="295275" y="419100"/>
                </a:lnTo>
                <a:lnTo>
                  <a:pt x="285750" y="419100"/>
                </a:lnTo>
                <a:close/>
                <a:moveTo>
                  <a:pt x="333375" y="409575"/>
                </a:moveTo>
                <a:lnTo>
                  <a:pt x="342900" y="409575"/>
                </a:lnTo>
                <a:lnTo>
                  <a:pt x="342900" y="419100"/>
                </a:lnTo>
                <a:lnTo>
                  <a:pt x="333375" y="419100"/>
                </a:lnTo>
                <a:close/>
                <a:moveTo>
                  <a:pt x="542925" y="409575"/>
                </a:moveTo>
                <a:lnTo>
                  <a:pt x="552450" y="409575"/>
                </a:lnTo>
                <a:lnTo>
                  <a:pt x="552450" y="419100"/>
                </a:lnTo>
                <a:lnTo>
                  <a:pt x="542925" y="419100"/>
                </a:lnTo>
                <a:close/>
                <a:moveTo>
                  <a:pt x="276225" y="419100"/>
                </a:moveTo>
                <a:lnTo>
                  <a:pt x="285750" y="419100"/>
                </a:lnTo>
                <a:lnTo>
                  <a:pt x="285750" y="447675"/>
                </a:lnTo>
                <a:lnTo>
                  <a:pt x="276225" y="447675"/>
                </a:lnTo>
                <a:close/>
                <a:moveTo>
                  <a:pt x="342900" y="419100"/>
                </a:moveTo>
                <a:lnTo>
                  <a:pt x="352425" y="419100"/>
                </a:lnTo>
                <a:lnTo>
                  <a:pt x="352425" y="447675"/>
                </a:lnTo>
                <a:lnTo>
                  <a:pt x="342900" y="447675"/>
                </a:lnTo>
                <a:close/>
                <a:moveTo>
                  <a:pt x="66675" y="428625"/>
                </a:moveTo>
                <a:lnTo>
                  <a:pt x="76200" y="428625"/>
                </a:lnTo>
                <a:lnTo>
                  <a:pt x="76200" y="438150"/>
                </a:lnTo>
                <a:lnTo>
                  <a:pt x="66675" y="438150"/>
                </a:lnTo>
                <a:close/>
                <a:moveTo>
                  <a:pt x="552450" y="428625"/>
                </a:moveTo>
                <a:lnTo>
                  <a:pt x="561975" y="428625"/>
                </a:lnTo>
                <a:lnTo>
                  <a:pt x="561975" y="438150"/>
                </a:lnTo>
                <a:lnTo>
                  <a:pt x="552450" y="438150"/>
                </a:lnTo>
                <a:close/>
                <a:moveTo>
                  <a:pt x="57150" y="447675"/>
                </a:moveTo>
                <a:lnTo>
                  <a:pt x="66675" y="447675"/>
                </a:lnTo>
                <a:lnTo>
                  <a:pt x="66675" y="457200"/>
                </a:lnTo>
                <a:lnTo>
                  <a:pt x="57150" y="457200"/>
                </a:lnTo>
                <a:close/>
                <a:moveTo>
                  <a:pt x="561975" y="447675"/>
                </a:moveTo>
                <a:lnTo>
                  <a:pt x="571500" y="447675"/>
                </a:lnTo>
                <a:lnTo>
                  <a:pt x="571500" y="457200"/>
                </a:lnTo>
                <a:lnTo>
                  <a:pt x="561975" y="457200"/>
                </a:lnTo>
                <a:close/>
                <a:moveTo>
                  <a:pt x="571500" y="457200"/>
                </a:moveTo>
                <a:lnTo>
                  <a:pt x="581025" y="457200"/>
                </a:lnTo>
                <a:lnTo>
                  <a:pt x="581025" y="476250"/>
                </a:lnTo>
                <a:lnTo>
                  <a:pt x="571500" y="476250"/>
                </a:lnTo>
                <a:close/>
                <a:moveTo>
                  <a:pt x="47625" y="466725"/>
                </a:moveTo>
                <a:lnTo>
                  <a:pt x="57150" y="466725"/>
                </a:lnTo>
                <a:lnTo>
                  <a:pt x="57150" y="476250"/>
                </a:lnTo>
                <a:lnTo>
                  <a:pt x="47625" y="476250"/>
                </a:lnTo>
                <a:close/>
                <a:moveTo>
                  <a:pt x="304800" y="466725"/>
                </a:moveTo>
                <a:lnTo>
                  <a:pt x="323850" y="466725"/>
                </a:lnTo>
                <a:lnTo>
                  <a:pt x="323850" y="476250"/>
                </a:lnTo>
                <a:lnTo>
                  <a:pt x="304800" y="476250"/>
                </a:lnTo>
                <a:close/>
                <a:moveTo>
                  <a:pt x="38100" y="485775"/>
                </a:moveTo>
                <a:lnTo>
                  <a:pt x="47625" y="485775"/>
                </a:lnTo>
                <a:lnTo>
                  <a:pt x="47625" y="504825"/>
                </a:lnTo>
                <a:lnTo>
                  <a:pt x="38100" y="504825"/>
                </a:lnTo>
                <a:close/>
                <a:moveTo>
                  <a:pt x="581025" y="485775"/>
                </a:moveTo>
                <a:lnTo>
                  <a:pt x="590550" y="485775"/>
                </a:lnTo>
                <a:lnTo>
                  <a:pt x="590550" y="504825"/>
                </a:lnTo>
                <a:lnTo>
                  <a:pt x="581025" y="504825"/>
                </a:lnTo>
                <a:close/>
                <a:moveTo>
                  <a:pt x="47625" y="514350"/>
                </a:moveTo>
                <a:lnTo>
                  <a:pt x="57150" y="514350"/>
                </a:lnTo>
                <a:lnTo>
                  <a:pt x="57150" y="523875"/>
                </a:lnTo>
                <a:lnTo>
                  <a:pt x="47625" y="523875"/>
                </a:lnTo>
                <a:close/>
                <a:moveTo>
                  <a:pt x="57150" y="523875"/>
                </a:moveTo>
                <a:lnTo>
                  <a:pt x="66675" y="523875"/>
                </a:lnTo>
                <a:lnTo>
                  <a:pt x="66675" y="533400"/>
                </a:lnTo>
                <a:lnTo>
                  <a:pt x="57150" y="533400"/>
                </a:lnTo>
                <a:close/>
                <a:moveTo>
                  <a:pt x="66675" y="533400"/>
                </a:moveTo>
                <a:lnTo>
                  <a:pt x="76200" y="533400"/>
                </a:lnTo>
                <a:lnTo>
                  <a:pt x="76200" y="542925"/>
                </a:lnTo>
                <a:lnTo>
                  <a:pt x="66675" y="542925"/>
                </a:lnTo>
                <a:close/>
                <a:moveTo>
                  <a:pt x="552450" y="533400"/>
                </a:moveTo>
                <a:lnTo>
                  <a:pt x="561975" y="533400"/>
                </a:lnTo>
                <a:lnTo>
                  <a:pt x="561975" y="542925"/>
                </a:lnTo>
                <a:lnTo>
                  <a:pt x="552450" y="542925"/>
                </a:lnTo>
                <a:close/>
                <a:moveTo>
                  <a:pt x="95250" y="542925"/>
                </a:moveTo>
                <a:lnTo>
                  <a:pt x="533400" y="542925"/>
                </a:lnTo>
                <a:lnTo>
                  <a:pt x="533400" y="552450"/>
                </a:lnTo>
                <a:lnTo>
                  <a:pt x="95250" y="552450"/>
                </a:lnTo>
                <a:close/>
              </a:path>
            </a:pathLst>
          </a:custGeom>
          <a:solidFill xmlns:a="http://schemas.openxmlformats.org/drawingml/2006/main">
            <a:srgbClr val="C4927A"/>
          </a:solidFill>
          <a:ln xmlns:a="http://schemas.openxmlformats.org/drawingml/2006/main" w="0">
            <a:noFill/>
          </a:ln>
        </p:spPr>
      </p:sp>
      <p:sp>
        <p:nvSpPr>
          <p:cNvPr id="73" name="warning vector #b9684a">
            <a:extLst xmlns:a="http://schemas.openxmlformats.org/drawingml/2006/main">
              <a:ext uri="{FF2B5EF4-FFF2-40B4-BE49-F238E27FC236}">
                <a16:creationId xmlns:a16="http://schemas.microsoft.com/office/drawing/2014/main" id="{82BEBDC1-07D9-4FB4-B6CE-5A2F800E7B0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19650" y="1819275"/>
            <a:ext cx="762000" cy="723900"/>
          </a:xfrm>
          <a:custGeom xmlns:a="http://schemas.openxmlformats.org/drawingml/2006/main">
            <a:pathLst>
              <a:path w="647700" h="609600">
                <a:moveTo>
                  <a:pt x="361950" y="152400"/>
                </a:moveTo>
                <a:lnTo>
                  <a:pt x="371475" y="152400"/>
                </a:lnTo>
                <a:lnTo>
                  <a:pt x="371475" y="161925"/>
                </a:lnTo>
                <a:lnTo>
                  <a:pt x="361950" y="161925"/>
                </a:lnTo>
                <a:close/>
                <a:moveTo>
                  <a:pt x="285750" y="171450"/>
                </a:moveTo>
                <a:lnTo>
                  <a:pt x="295275" y="171450"/>
                </a:lnTo>
                <a:lnTo>
                  <a:pt x="295275" y="180975"/>
                </a:lnTo>
                <a:lnTo>
                  <a:pt x="304800" y="180975"/>
                </a:lnTo>
                <a:lnTo>
                  <a:pt x="304800" y="171450"/>
                </a:lnTo>
                <a:lnTo>
                  <a:pt x="333375" y="171450"/>
                </a:lnTo>
                <a:lnTo>
                  <a:pt x="333375" y="180975"/>
                </a:lnTo>
                <a:lnTo>
                  <a:pt x="342900" y="180975"/>
                </a:lnTo>
                <a:lnTo>
                  <a:pt x="342900" y="200025"/>
                </a:lnTo>
                <a:lnTo>
                  <a:pt x="333375" y="200025"/>
                </a:lnTo>
                <a:lnTo>
                  <a:pt x="333375" y="190500"/>
                </a:lnTo>
                <a:lnTo>
                  <a:pt x="285750" y="190500"/>
                </a:lnTo>
                <a:lnTo>
                  <a:pt x="285750" y="200025"/>
                </a:lnTo>
                <a:lnTo>
                  <a:pt x="266700" y="200025"/>
                </a:lnTo>
                <a:lnTo>
                  <a:pt x="266700" y="190500"/>
                </a:lnTo>
                <a:lnTo>
                  <a:pt x="276225" y="190500"/>
                </a:lnTo>
                <a:lnTo>
                  <a:pt x="276225" y="180975"/>
                </a:lnTo>
                <a:lnTo>
                  <a:pt x="285750" y="180975"/>
                </a:lnTo>
                <a:close/>
                <a:moveTo>
                  <a:pt x="238125" y="190500"/>
                </a:moveTo>
                <a:lnTo>
                  <a:pt x="247650" y="190500"/>
                </a:lnTo>
                <a:lnTo>
                  <a:pt x="247650" y="200025"/>
                </a:lnTo>
                <a:lnTo>
                  <a:pt x="238125" y="200025"/>
                </a:lnTo>
                <a:close/>
                <a:moveTo>
                  <a:pt x="257175" y="200025"/>
                </a:moveTo>
                <a:lnTo>
                  <a:pt x="266700" y="200025"/>
                </a:lnTo>
                <a:lnTo>
                  <a:pt x="266700" y="219075"/>
                </a:lnTo>
                <a:lnTo>
                  <a:pt x="257175" y="219075"/>
                </a:lnTo>
                <a:close/>
                <a:moveTo>
                  <a:pt x="390525" y="209550"/>
                </a:moveTo>
                <a:lnTo>
                  <a:pt x="400050" y="209550"/>
                </a:lnTo>
                <a:lnTo>
                  <a:pt x="400050" y="219075"/>
                </a:lnTo>
                <a:lnTo>
                  <a:pt x="390525" y="219075"/>
                </a:lnTo>
                <a:close/>
                <a:moveTo>
                  <a:pt x="247650" y="228600"/>
                </a:moveTo>
                <a:lnTo>
                  <a:pt x="266700" y="228600"/>
                </a:lnTo>
                <a:lnTo>
                  <a:pt x="266700" y="238125"/>
                </a:lnTo>
                <a:lnTo>
                  <a:pt x="257175" y="238125"/>
                </a:lnTo>
                <a:lnTo>
                  <a:pt x="257175" y="266700"/>
                </a:lnTo>
                <a:lnTo>
                  <a:pt x="266700" y="266700"/>
                </a:lnTo>
                <a:lnTo>
                  <a:pt x="266700" y="323850"/>
                </a:lnTo>
                <a:lnTo>
                  <a:pt x="257175" y="323850"/>
                </a:lnTo>
                <a:lnTo>
                  <a:pt x="257175" y="314325"/>
                </a:lnTo>
                <a:lnTo>
                  <a:pt x="247650" y="314325"/>
                </a:lnTo>
                <a:lnTo>
                  <a:pt x="247650" y="304800"/>
                </a:lnTo>
                <a:lnTo>
                  <a:pt x="238125" y="304800"/>
                </a:lnTo>
                <a:lnTo>
                  <a:pt x="238125" y="266700"/>
                </a:lnTo>
                <a:lnTo>
                  <a:pt x="247650" y="266700"/>
                </a:lnTo>
                <a:close/>
                <a:moveTo>
                  <a:pt x="352425" y="228600"/>
                </a:moveTo>
                <a:lnTo>
                  <a:pt x="361950" y="228600"/>
                </a:lnTo>
                <a:lnTo>
                  <a:pt x="361950" y="238125"/>
                </a:lnTo>
                <a:lnTo>
                  <a:pt x="352425" y="238125"/>
                </a:lnTo>
                <a:close/>
                <a:moveTo>
                  <a:pt x="400050" y="228600"/>
                </a:moveTo>
                <a:lnTo>
                  <a:pt x="409575" y="228600"/>
                </a:lnTo>
                <a:lnTo>
                  <a:pt x="409575" y="238125"/>
                </a:lnTo>
                <a:lnTo>
                  <a:pt x="419100" y="238125"/>
                </a:lnTo>
                <a:lnTo>
                  <a:pt x="419100" y="247650"/>
                </a:lnTo>
                <a:lnTo>
                  <a:pt x="400050" y="247650"/>
                </a:lnTo>
                <a:lnTo>
                  <a:pt x="400050" y="257175"/>
                </a:lnTo>
                <a:lnTo>
                  <a:pt x="390525" y="257175"/>
                </a:lnTo>
                <a:lnTo>
                  <a:pt x="390525" y="238125"/>
                </a:lnTo>
                <a:lnTo>
                  <a:pt x="400050" y="238125"/>
                </a:lnTo>
                <a:close/>
                <a:moveTo>
                  <a:pt x="371475" y="247650"/>
                </a:moveTo>
                <a:lnTo>
                  <a:pt x="381000" y="247650"/>
                </a:lnTo>
                <a:lnTo>
                  <a:pt x="381000" y="276225"/>
                </a:lnTo>
                <a:lnTo>
                  <a:pt x="361950" y="276225"/>
                </a:lnTo>
                <a:lnTo>
                  <a:pt x="361950" y="257175"/>
                </a:lnTo>
                <a:lnTo>
                  <a:pt x="371475" y="257175"/>
                </a:lnTo>
                <a:close/>
                <a:moveTo>
                  <a:pt x="133350" y="352425"/>
                </a:moveTo>
                <a:lnTo>
                  <a:pt x="152400" y="352425"/>
                </a:lnTo>
                <a:lnTo>
                  <a:pt x="152400" y="390525"/>
                </a:lnTo>
                <a:lnTo>
                  <a:pt x="180975" y="390525"/>
                </a:lnTo>
                <a:lnTo>
                  <a:pt x="180975" y="381000"/>
                </a:lnTo>
                <a:lnTo>
                  <a:pt x="200025" y="381000"/>
                </a:lnTo>
                <a:lnTo>
                  <a:pt x="200025" y="390525"/>
                </a:lnTo>
                <a:lnTo>
                  <a:pt x="190500" y="390525"/>
                </a:lnTo>
                <a:lnTo>
                  <a:pt x="190500" y="419100"/>
                </a:lnTo>
                <a:lnTo>
                  <a:pt x="171450" y="419100"/>
                </a:lnTo>
                <a:lnTo>
                  <a:pt x="171450" y="409575"/>
                </a:lnTo>
                <a:lnTo>
                  <a:pt x="152400" y="409575"/>
                </a:lnTo>
                <a:lnTo>
                  <a:pt x="152400" y="400050"/>
                </a:lnTo>
                <a:lnTo>
                  <a:pt x="142875" y="400050"/>
                </a:lnTo>
                <a:lnTo>
                  <a:pt x="142875" y="419100"/>
                </a:lnTo>
                <a:lnTo>
                  <a:pt x="152400" y="419100"/>
                </a:lnTo>
                <a:lnTo>
                  <a:pt x="152400" y="428625"/>
                </a:lnTo>
                <a:lnTo>
                  <a:pt x="200025" y="428625"/>
                </a:lnTo>
                <a:lnTo>
                  <a:pt x="200025" y="438150"/>
                </a:lnTo>
                <a:lnTo>
                  <a:pt x="190500" y="438150"/>
                </a:lnTo>
                <a:lnTo>
                  <a:pt x="190500" y="447675"/>
                </a:lnTo>
                <a:lnTo>
                  <a:pt x="180975" y="447675"/>
                </a:lnTo>
                <a:lnTo>
                  <a:pt x="180975" y="438150"/>
                </a:lnTo>
                <a:lnTo>
                  <a:pt x="161925" y="438150"/>
                </a:lnTo>
                <a:lnTo>
                  <a:pt x="161925" y="447675"/>
                </a:lnTo>
                <a:lnTo>
                  <a:pt x="142875" y="447675"/>
                </a:lnTo>
                <a:lnTo>
                  <a:pt x="142875" y="438150"/>
                </a:lnTo>
                <a:lnTo>
                  <a:pt x="104775" y="438150"/>
                </a:lnTo>
                <a:lnTo>
                  <a:pt x="104775" y="419100"/>
                </a:lnTo>
                <a:lnTo>
                  <a:pt x="114300" y="419100"/>
                </a:lnTo>
                <a:lnTo>
                  <a:pt x="114300" y="400050"/>
                </a:lnTo>
                <a:lnTo>
                  <a:pt x="123825" y="400050"/>
                </a:lnTo>
                <a:lnTo>
                  <a:pt x="123825" y="371475"/>
                </a:lnTo>
                <a:lnTo>
                  <a:pt x="133350" y="371475"/>
                </a:lnTo>
                <a:close/>
                <a:moveTo>
                  <a:pt x="485775" y="352425"/>
                </a:moveTo>
                <a:lnTo>
                  <a:pt x="495300" y="352425"/>
                </a:lnTo>
                <a:lnTo>
                  <a:pt x="495300" y="381000"/>
                </a:lnTo>
                <a:lnTo>
                  <a:pt x="504825" y="381000"/>
                </a:lnTo>
                <a:lnTo>
                  <a:pt x="504825" y="390525"/>
                </a:lnTo>
                <a:lnTo>
                  <a:pt x="514350" y="390525"/>
                </a:lnTo>
                <a:lnTo>
                  <a:pt x="514350" y="400050"/>
                </a:lnTo>
                <a:lnTo>
                  <a:pt x="523875" y="400050"/>
                </a:lnTo>
                <a:lnTo>
                  <a:pt x="523875" y="438150"/>
                </a:lnTo>
                <a:lnTo>
                  <a:pt x="533400" y="438150"/>
                </a:lnTo>
                <a:lnTo>
                  <a:pt x="533400" y="447675"/>
                </a:lnTo>
                <a:lnTo>
                  <a:pt x="542925" y="447675"/>
                </a:lnTo>
                <a:lnTo>
                  <a:pt x="542925" y="457200"/>
                </a:lnTo>
                <a:lnTo>
                  <a:pt x="533400" y="457200"/>
                </a:lnTo>
                <a:lnTo>
                  <a:pt x="533400" y="466725"/>
                </a:lnTo>
                <a:lnTo>
                  <a:pt x="523875" y="466725"/>
                </a:lnTo>
                <a:lnTo>
                  <a:pt x="523875" y="457200"/>
                </a:lnTo>
                <a:lnTo>
                  <a:pt x="504825" y="457200"/>
                </a:lnTo>
                <a:lnTo>
                  <a:pt x="504825" y="466725"/>
                </a:lnTo>
                <a:lnTo>
                  <a:pt x="495300" y="466725"/>
                </a:lnTo>
                <a:lnTo>
                  <a:pt x="495300" y="457200"/>
                </a:lnTo>
                <a:lnTo>
                  <a:pt x="485775" y="457200"/>
                </a:lnTo>
                <a:lnTo>
                  <a:pt x="485775" y="447675"/>
                </a:lnTo>
                <a:lnTo>
                  <a:pt x="476250" y="447675"/>
                </a:lnTo>
                <a:lnTo>
                  <a:pt x="476250" y="457200"/>
                </a:lnTo>
                <a:lnTo>
                  <a:pt x="466725" y="457200"/>
                </a:lnTo>
                <a:lnTo>
                  <a:pt x="466725" y="438150"/>
                </a:lnTo>
                <a:lnTo>
                  <a:pt x="457200" y="438150"/>
                </a:lnTo>
                <a:lnTo>
                  <a:pt x="457200" y="428625"/>
                </a:lnTo>
                <a:lnTo>
                  <a:pt x="438150" y="428625"/>
                </a:lnTo>
                <a:lnTo>
                  <a:pt x="438150" y="419100"/>
                </a:lnTo>
                <a:lnTo>
                  <a:pt x="428625" y="419100"/>
                </a:lnTo>
                <a:lnTo>
                  <a:pt x="428625" y="409575"/>
                </a:lnTo>
                <a:lnTo>
                  <a:pt x="438150" y="409575"/>
                </a:lnTo>
                <a:lnTo>
                  <a:pt x="438150" y="400050"/>
                </a:lnTo>
                <a:lnTo>
                  <a:pt x="466725" y="400050"/>
                </a:lnTo>
                <a:lnTo>
                  <a:pt x="466725" y="371475"/>
                </a:lnTo>
                <a:lnTo>
                  <a:pt x="476250" y="371475"/>
                </a:lnTo>
                <a:lnTo>
                  <a:pt x="476250" y="361950"/>
                </a:lnTo>
                <a:lnTo>
                  <a:pt x="485775" y="361950"/>
                </a:lnTo>
                <a:close/>
                <a:moveTo>
                  <a:pt x="371475" y="447675"/>
                </a:moveTo>
                <a:lnTo>
                  <a:pt x="381000" y="447675"/>
                </a:lnTo>
                <a:lnTo>
                  <a:pt x="381000" y="476250"/>
                </a:lnTo>
                <a:lnTo>
                  <a:pt x="361950" y="476250"/>
                </a:lnTo>
                <a:lnTo>
                  <a:pt x="361950" y="485775"/>
                </a:lnTo>
                <a:lnTo>
                  <a:pt x="342900" y="485775"/>
                </a:lnTo>
                <a:lnTo>
                  <a:pt x="342900" y="476250"/>
                </a:lnTo>
                <a:lnTo>
                  <a:pt x="352425" y="476250"/>
                </a:lnTo>
                <a:lnTo>
                  <a:pt x="352425" y="457200"/>
                </a:lnTo>
                <a:lnTo>
                  <a:pt x="371475" y="457200"/>
                </a:lnTo>
                <a:close/>
                <a:moveTo>
                  <a:pt x="485775" y="447675"/>
                </a:moveTo>
                <a:lnTo>
                  <a:pt x="495300" y="447675"/>
                </a:lnTo>
                <a:lnTo>
                  <a:pt x="495300" y="438150"/>
                </a:lnTo>
                <a:lnTo>
                  <a:pt x="485775" y="438150"/>
                </a:lnTo>
                <a:close/>
                <a:moveTo>
                  <a:pt x="438150" y="457200"/>
                </a:moveTo>
                <a:lnTo>
                  <a:pt x="466725" y="457200"/>
                </a:lnTo>
                <a:lnTo>
                  <a:pt x="466725" y="466725"/>
                </a:lnTo>
                <a:lnTo>
                  <a:pt x="438150" y="466725"/>
                </a:lnTo>
                <a:close/>
                <a:moveTo>
                  <a:pt x="209550" y="466725"/>
                </a:moveTo>
                <a:lnTo>
                  <a:pt x="228600" y="466725"/>
                </a:lnTo>
                <a:lnTo>
                  <a:pt x="228600" y="476250"/>
                </a:lnTo>
                <a:lnTo>
                  <a:pt x="247650" y="476250"/>
                </a:lnTo>
                <a:lnTo>
                  <a:pt x="247650" y="466725"/>
                </a:lnTo>
                <a:lnTo>
                  <a:pt x="276225" y="466725"/>
                </a:lnTo>
                <a:lnTo>
                  <a:pt x="276225" y="476250"/>
                </a:lnTo>
                <a:lnTo>
                  <a:pt x="285750" y="476250"/>
                </a:lnTo>
                <a:lnTo>
                  <a:pt x="285750" y="485775"/>
                </a:lnTo>
                <a:lnTo>
                  <a:pt x="295275" y="485775"/>
                </a:lnTo>
                <a:lnTo>
                  <a:pt x="295275" y="495300"/>
                </a:lnTo>
                <a:lnTo>
                  <a:pt x="304800" y="495300"/>
                </a:lnTo>
                <a:lnTo>
                  <a:pt x="304800" y="485775"/>
                </a:lnTo>
                <a:lnTo>
                  <a:pt x="314325" y="485775"/>
                </a:lnTo>
                <a:lnTo>
                  <a:pt x="314325" y="476250"/>
                </a:lnTo>
                <a:lnTo>
                  <a:pt x="323850" y="476250"/>
                </a:lnTo>
                <a:lnTo>
                  <a:pt x="323850" y="485775"/>
                </a:lnTo>
                <a:lnTo>
                  <a:pt x="342900" y="485775"/>
                </a:lnTo>
                <a:lnTo>
                  <a:pt x="342900" y="495300"/>
                </a:lnTo>
                <a:lnTo>
                  <a:pt x="352425" y="495300"/>
                </a:lnTo>
                <a:lnTo>
                  <a:pt x="352425" y="504825"/>
                </a:lnTo>
                <a:lnTo>
                  <a:pt x="400050" y="504825"/>
                </a:lnTo>
                <a:lnTo>
                  <a:pt x="400050" y="514350"/>
                </a:lnTo>
                <a:lnTo>
                  <a:pt x="409575" y="514350"/>
                </a:lnTo>
                <a:lnTo>
                  <a:pt x="409575" y="523875"/>
                </a:lnTo>
                <a:lnTo>
                  <a:pt x="209550" y="523875"/>
                </a:lnTo>
                <a:lnTo>
                  <a:pt x="209550" y="514350"/>
                </a:lnTo>
                <a:lnTo>
                  <a:pt x="228600" y="514350"/>
                </a:lnTo>
                <a:lnTo>
                  <a:pt x="228600" y="485775"/>
                </a:lnTo>
                <a:lnTo>
                  <a:pt x="209550" y="485775"/>
                </a:lnTo>
                <a:close/>
                <a:moveTo>
                  <a:pt x="257175" y="504825"/>
                </a:moveTo>
                <a:lnTo>
                  <a:pt x="266700" y="504825"/>
                </a:lnTo>
                <a:lnTo>
                  <a:pt x="266700" y="495300"/>
                </a:lnTo>
                <a:lnTo>
                  <a:pt x="257175" y="495300"/>
                </a:lnTo>
                <a:close/>
                <a:moveTo>
                  <a:pt x="447675" y="514350"/>
                </a:moveTo>
                <a:lnTo>
                  <a:pt x="457200" y="514350"/>
                </a:lnTo>
                <a:lnTo>
                  <a:pt x="457200" y="523875"/>
                </a:lnTo>
                <a:lnTo>
                  <a:pt x="447675" y="523875"/>
                </a:lnTo>
                <a:close/>
              </a:path>
            </a:pathLst>
          </a:custGeom>
          <a:solidFill xmlns:a="http://schemas.openxmlformats.org/drawingml/2006/main">
            <a:srgbClr val="B9684A"/>
          </a:solidFill>
          <a:ln xmlns:a="http://schemas.openxmlformats.org/drawingml/2006/main" w="0">
            <a:noFill/>
          </a:ln>
        </p:spPr>
      </p:sp>
      <p:sp>
        <p:nvSpPr>
          <p:cNvPr id="74" name="warning vector #b2694d">
            <a:extLst xmlns:a="http://schemas.openxmlformats.org/drawingml/2006/main">
              <a:ext uri="{FF2B5EF4-FFF2-40B4-BE49-F238E27FC236}">
                <a16:creationId xmlns:a16="http://schemas.microsoft.com/office/drawing/2014/main" id="{5640D7CE-8C7D-48AB-A20C-34A2FDD89D0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19650" y="1819275"/>
            <a:ext cx="762000" cy="723900"/>
          </a:xfrm>
          <a:custGeom xmlns:a="http://schemas.openxmlformats.org/drawingml/2006/main">
            <a:pathLst>
              <a:path w="647700" h="609600">
                <a:moveTo>
                  <a:pt x="285750" y="76200"/>
                </a:moveTo>
                <a:lnTo>
                  <a:pt x="342900" y="76200"/>
                </a:lnTo>
                <a:lnTo>
                  <a:pt x="342900" y="85725"/>
                </a:lnTo>
                <a:lnTo>
                  <a:pt x="333375" y="85725"/>
                </a:lnTo>
                <a:lnTo>
                  <a:pt x="333375" y="95250"/>
                </a:lnTo>
                <a:lnTo>
                  <a:pt x="323850" y="95250"/>
                </a:lnTo>
                <a:lnTo>
                  <a:pt x="323850" y="85725"/>
                </a:lnTo>
                <a:lnTo>
                  <a:pt x="285750" y="85725"/>
                </a:lnTo>
                <a:close/>
                <a:moveTo>
                  <a:pt x="276225" y="85725"/>
                </a:moveTo>
                <a:lnTo>
                  <a:pt x="285750" y="85725"/>
                </a:lnTo>
                <a:lnTo>
                  <a:pt x="285750" y="95250"/>
                </a:lnTo>
                <a:lnTo>
                  <a:pt x="276225" y="95250"/>
                </a:lnTo>
                <a:close/>
                <a:moveTo>
                  <a:pt x="342900" y="85725"/>
                </a:moveTo>
                <a:lnTo>
                  <a:pt x="352425" y="85725"/>
                </a:lnTo>
                <a:lnTo>
                  <a:pt x="352425" y="95250"/>
                </a:lnTo>
                <a:lnTo>
                  <a:pt x="342900" y="95250"/>
                </a:lnTo>
                <a:close/>
                <a:moveTo>
                  <a:pt x="266700" y="95250"/>
                </a:moveTo>
                <a:lnTo>
                  <a:pt x="276225" y="95250"/>
                </a:lnTo>
                <a:lnTo>
                  <a:pt x="276225" y="104775"/>
                </a:lnTo>
                <a:lnTo>
                  <a:pt x="266700" y="104775"/>
                </a:lnTo>
                <a:close/>
                <a:moveTo>
                  <a:pt x="304800" y="95250"/>
                </a:moveTo>
                <a:lnTo>
                  <a:pt x="323850" y="95250"/>
                </a:lnTo>
                <a:lnTo>
                  <a:pt x="323850" y="104775"/>
                </a:lnTo>
                <a:lnTo>
                  <a:pt x="304800" y="104775"/>
                </a:lnTo>
                <a:close/>
                <a:moveTo>
                  <a:pt x="352425" y="95250"/>
                </a:moveTo>
                <a:lnTo>
                  <a:pt x="361950" y="95250"/>
                </a:lnTo>
                <a:lnTo>
                  <a:pt x="361950" y="114300"/>
                </a:lnTo>
                <a:lnTo>
                  <a:pt x="352425" y="114300"/>
                </a:lnTo>
                <a:close/>
                <a:moveTo>
                  <a:pt x="257175" y="114300"/>
                </a:moveTo>
                <a:lnTo>
                  <a:pt x="266700" y="114300"/>
                </a:lnTo>
                <a:lnTo>
                  <a:pt x="266700" y="123825"/>
                </a:lnTo>
                <a:lnTo>
                  <a:pt x="257175" y="123825"/>
                </a:lnTo>
                <a:close/>
                <a:moveTo>
                  <a:pt x="361950" y="114300"/>
                </a:moveTo>
                <a:lnTo>
                  <a:pt x="371475" y="114300"/>
                </a:lnTo>
                <a:lnTo>
                  <a:pt x="371475" y="123825"/>
                </a:lnTo>
                <a:lnTo>
                  <a:pt x="361950" y="123825"/>
                </a:lnTo>
                <a:close/>
                <a:moveTo>
                  <a:pt x="247650" y="133350"/>
                </a:moveTo>
                <a:lnTo>
                  <a:pt x="257175" y="133350"/>
                </a:lnTo>
                <a:lnTo>
                  <a:pt x="257175" y="142875"/>
                </a:lnTo>
                <a:lnTo>
                  <a:pt x="266700" y="142875"/>
                </a:lnTo>
                <a:lnTo>
                  <a:pt x="266700" y="161925"/>
                </a:lnTo>
                <a:lnTo>
                  <a:pt x="257175" y="161925"/>
                </a:lnTo>
                <a:lnTo>
                  <a:pt x="257175" y="180975"/>
                </a:lnTo>
                <a:lnTo>
                  <a:pt x="247650" y="180975"/>
                </a:lnTo>
                <a:lnTo>
                  <a:pt x="247650" y="190500"/>
                </a:lnTo>
                <a:lnTo>
                  <a:pt x="238125" y="190500"/>
                </a:lnTo>
                <a:lnTo>
                  <a:pt x="238125" y="200025"/>
                </a:lnTo>
                <a:lnTo>
                  <a:pt x="219075" y="200025"/>
                </a:lnTo>
                <a:lnTo>
                  <a:pt x="219075" y="180975"/>
                </a:lnTo>
                <a:lnTo>
                  <a:pt x="228600" y="180975"/>
                </a:lnTo>
                <a:lnTo>
                  <a:pt x="228600" y="161925"/>
                </a:lnTo>
                <a:lnTo>
                  <a:pt x="238125" y="161925"/>
                </a:lnTo>
                <a:lnTo>
                  <a:pt x="238125" y="152400"/>
                </a:lnTo>
                <a:lnTo>
                  <a:pt x="247650" y="152400"/>
                </a:lnTo>
                <a:close/>
                <a:moveTo>
                  <a:pt x="361950" y="133350"/>
                </a:moveTo>
                <a:lnTo>
                  <a:pt x="381000" y="133350"/>
                </a:lnTo>
                <a:lnTo>
                  <a:pt x="381000" y="152400"/>
                </a:lnTo>
                <a:lnTo>
                  <a:pt x="390525" y="152400"/>
                </a:lnTo>
                <a:lnTo>
                  <a:pt x="390525" y="161925"/>
                </a:lnTo>
                <a:lnTo>
                  <a:pt x="400050" y="161925"/>
                </a:lnTo>
                <a:lnTo>
                  <a:pt x="400050" y="180975"/>
                </a:lnTo>
                <a:lnTo>
                  <a:pt x="409575" y="180975"/>
                </a:lnTo>
                <a:lnTo>
                  <a:pt x="409575" y="200025"/>
                </a:lnTo>
                <a:lnTo>
                  <a:pt x="419100" y="200025"/>
                </a:lnTo>
                <a:lnTo>
                  <a:pt x="419100" y="209550"/>
                </a:lnTo>
                <a:lnTo>
                  <a:pt x="428625" y="209550"/>
                </a:lnTo>
                <a:lnTo>
                  <a:pt x="428625" y="228600"/>
                </a:lnTo>
                <a:lnTo>
                  <a:pt x="438150" y="228600"/>
                </a:lnTo>
                <a:lnTo>
                  <a:pt x="438150" y="247650"/>
                </a:lnTo>
                <a:lnTo>
                  <a:pt x="447675" y="247650"/>
                </a:lnTo>
                <a:lnTo>
                  <a:pt x="447675" y="257175"/>
                </a:lnTo>
                <a:lnTo>
                  <a:pt x="428625" y="257175"/>
                </a:lnTo>
                <a:lnTo>
                  <a:pt x="428625" y="247650"/>
                </a:lnTo>
                <a:lnTo>
                  <a:pt x="419100" y="247650"/>
                </a:lnTo>
                <a:lnTo>
                  <a:pt x="419100" y="238125"/>
                </a:lnTo>
                <a:lnTo>
                  <a:pt x="409575" y="238125"/>
                </a:lnTo>
                <a:lnTo>
                  <a:pt x="409575" y="228600"/>
                </a:lnTo>
                <a:lnTo>
                  <a:pt x="400050" y="228600"/>
                </a:lnTo>
                <a:lnTo>
                  <a:pt x="400050" y="209550"/>
                </a:lnTo>
                <a:lnTo>
                  <a:pt x="390525" y="209550"/>
                </a:lnTo>
                <a:lnTo>
                  <a:pt x="390525" y="190500"/>
                </a:lnTo>
                <a:lnTo>
                  <a:pt x="381000" y="190500"/>
                </a:lnTo>
                <a:lnTo>
                  <a:pt x="381000" y="161925"/>
                </a:lnTo>
                <a:lnTo>
                  <a:pt x="371475" y="161925"/>
                </a:lnTo>
                <a:lnTo>
                  <a:pt x="371475" y="152400"/>
                </a:lnTo>
                <a:lnTo>
                  <a:pt x="361950" y="152400"/>
                </a:lnTo>
                <a:close/>
                <a:moveTo>
                  <a:pt x="285750" y="190500"/>
                </a:moveTo>
                <a:lnTo>
                  <a:pt x="333375" y="190500"/>
                </a:lnTo>
                <a:lnTo>
                  <a:pt x="333375" y="200025"/>
                </a:lnTo>
                <a:lnTo>
                  <a:pt x="342900" y="200025"/>
                </a:lnTo>
                <a:lnTo>
                  <a:pt x="342900" y="219075"/>
                </a:lnTo>
                <a:lnTo>
                  <a:pt x="333375" y="219075"/>
                </a:lnTo>
                <a:lnTo>
                  <a:pt x="333375" y="209550"/>
                </a:lnTo>
                <a:lnTo>
                  <a:pt x="295275" y="209550"/>
                </a:lnTo>
                <a:lnTo>
                  <a:pt x="295275" y="219075"/>
                </a:lnTo>
                <a:lnTo>
                  <a:pt x="285750" y="219075"/>
                </a:lnTo>
                <a:lnTo>
                  <a:pt x="285750" y="352425"/>
                </a:lnTo>
                <a:lnTo>
                  <a:pt x="276225" y="352425"/>
                </a:lnTo>
                <a:lnTo>
                  <a:pt x="276225" y="323850"/>
                </a:lnTo>
                <a:lnTo>
                  <a:pt x="266700" y="323850"/>
                </a:lnTo>
                <a:lnTo>
                  <a:pt x="266700" y="266700"/>
                </a:lnTo>
                <a:lnTo>
                  <a:pt x="257175" y="266700"/>
                </a:lnTo>
                <a:lnTo>
                  <a:pt x="257175" y="238125"/>
                </a:lnTo>
                <a:lnTo>
                  <a:pt x="266700" y="238125"/>
                </a:lnTo>
                <a:lnTo>
                  <a:pt x="266700" y="209550"/>
                </a:lnTo>
                <a:lnTo>
                  <a:pt x="276225" y="209550"/>
                </a:lnTo>
                <a:lnTo>
                  <a:pt x="276225" y="200025"/>
                </a:lnTo>
                <a:lnTo>
                  <a:pt x="285750" y="200025"/>
                </a:lnTo>
                <a:close/>
                <a:moveTo>
                  <a:pt x="200025" y="209550"/>
                </a:moveTo>
                <a:lnTo>
                  <a:pt x="209550" y="209550"/>
                </a:lnTo>
                <a:lnTo>
                  <a:pt x="209550" y="219075"/>
                </a:lnTo>
                <a:lnTo>
                  <a:pt x="200025" y="219075"/>
                </a:lnTo>
                <a:close/>
                <a:moveTo>
                  <a:pt x="219075" y="209550"/>
                </a:moveTo>
                <a:lnTo>
                  <a:pt x="228600" y="209550"/>
                </a:lnTo>
                <a:lnTo>
                  <a:pt x="228600" y="219075"/>
                </a:lnTo>
                <a:lnTo>
                  <a:pt x="219075" y="219075"/>
                </a:lnTo>
                <a:close/>
                <a:moveTo>
                  <a:pt x="342900" y="219075"/>
                </a:moveTo>
                <a:lnTo>
                  <a:pt x="352425" y="219075"/>
                </a:lnTo>
                <a:lnTo>
                  <a:pt x="352425" y="228600"/>
                </a:lnTo>
                <a:lnTo>
                  <a:pt x="342900" y="228600"/>
                </a:lnTo>
                <a:close/>
                <a:moveTo>
                  <a:pt x="190500" y="228600"/>
                </a:moveTo>
                <a:lnTo>
                  <a:pt x="200025" y="228600"/>
                </a:lnTo>
                <a:lnTo>
                  <a:pt x="200025" y="238125"/>
                </a:lnTo>
                <a:lnTo>
                  <a:pt x="190500" y="238125"/>
                </a:lnTo>
                <a:close/>
                <a:moveTo>
                  <a:pt x="352425" y="238125"/>
                </a:moveTo>
                <a:lnTo>
                  <a:pt x="361950" y="238125"/>
                </a:lnTo>
                <a:lnTo>
                  <a:pt x="361950" y="276225"/>
                </a:lnTo>
                <a:lnTo>
                  <a:pt x="352425" y="276225"/>
                </a:lnTo>
                <a:close/>
                <a:moveTo>
                  <a:pt x="190500" y="247650"/>
                </a:moveTo>
                <a:lnTo>
                  <a:pt x="209550" y="247650"/>
                </a:lnTo>
                <a:lnTo>
                  <a:pt x="209550" y="257175"/>
                </a:lnTo>
                <a:lnTo>
                  <a:pt x="190500" y="257175"/>
                </a:lnTo>
                <a:close/>
                <a:moveTo>
                  <a:pt x="171450" y="257175"/>
                </a:moveTo>
                <a:lnTo>
                  <a:pt x="180975" y="257175"/>
                </a:lnTo>
                <a:lnTo>
                  <a:pt x="180975" y="266700"/>
                </a:lnTo>
                <a:lnTo>
                  <a:pt x="171450" y="266700"/>
                </a:lnTo>
                <a:close/>
                <a:moveTo>
                  <a:pt x="447675" y="257175"/>
                </a:moveTo>
                <a:lnTo>
                  <a:pt x="457200" y="257175"/>
                </a:lnTo>
                <a:lnTo>
                  <a:pt x="457200" y="266700"/>
                </a:lnTo>
                <a:lnTo>
                  <a:pt x="447675" y="266700"/>
                </a:lnTo>
                <a:close/>
                <a:moveTo>
                  <a:pt x="161925" y="276225"/>
                </a:moveTo>
                <a:lnTo>
                  <a:pt x="171450" y="276225"/>
                </a:lnTo>
                <a:lnTo>
                  <a:pt x="171450" y="285750"/>
                </a:lnTo>
                <a:lnTo>
                  <a:pt x="161925" y="285750"/>
                </a:lnTo>
                <a:close/>
                <a:moveTo>
                  <a:pt x="342900" y="276225"/>
                </a:moveTo>
                <a:lnTo>
                  <a:pt x="352425" y="276225"/>
                </a:lnTo>
                <a:lnTo>
                  <a:pt x="352425" y="304800"/>
                </a:lnTo>
                <a:lnTo>
                  <a:pt x="342900" y="304800"/>
                </a:lnTo>
                <a:close/>
                <a:moveTo>
                  <a:pt x="457200" y="276225"/>
                </a:moveTo>
                <a:lnTo>
                  <a:pt x="466725" y="276225"/>
                </a:lnTo>
                <a:lnTo>
                  <a:pt x="466725" y="285750"/>
                </a:lnTo>
                <a:lnTo>
                  <a:pt x="457200" y="285750"/>
                </a:lnTo>
                <a:close/>
                <a:moveTo>
                  <a:pt x="142875" y="304800"/>
                </a:moveTo>
                <a:lnTo>
                  <a:pt x="152400" y="304800"/>
                </a:lnTo>
                <a:lnTo>
                  <a:pt x="152400" y="314325"/>
                </a:lnTo>
                <a:lnTo>
                  <a:pt x="142875" y="314325"/>
                </a:lnTo>
                <a:close/>
                <a:moveTo>
                  <a:pt x="476250" y="304800"/>
                </a:moveTo>
                <a:lnTo>
                  <a:pt x="485775" y="304800"/>
                </a:lnTo>
                <a:lnTo>
                  <a:pt x="485775" y="314325"/>
                </a:lnTo>
                <a:lnTo>
                  <a:pt x="476250" y="314325"/>
                </a:lnTo>
                <a:close/>
                <a:moveTo>
                  <a:pt x="133350" y="323850"/>
                </a:moveTo>
                <a:lnTo>
                  <a:pt x="142875" y="323850"/>
                </a:lnTo>
                <a:lnTo>
                  <a:pt x="142875" y="333375"/>
                </a:lnTo>
                <a:lnTo>
                  <a:pt x="133350" y="333375"/>
                </a:lnTo>
                <a:close/>
                <a:moveTo>
                  <a:pt x="485775" y="323850"/>
                </a:moveTo>
                <a:lnTo>
                  <a:pt x="495300" y="323850"/>
                </a:lnTo>
                <a:lnTo>
                  <a:pt x="495300" y="342900"/>
                </a:lnTo>
                <a:lnTo>
                  <a:pt x="504825" y="342900"/>
                </a:lnTo>
                <a:lnTo>
                  <a:pt x="504825" y="352425"/>
                </a:lnTo>
                <a:lnTo>
                  <a:pt x="514350" y="352425"/>
                </a:lnTo>
                <a:lnTo>
                  <a:pt x="514350" y="371475"/>
                </a:lnTo>
                <a:lnTo>
                  <a:pt x="523875" y="371475"/>
                </a:lnTo>
                <a:lnTo>
                  <a:pt x="523875" y="390525"/>
                </a:lnTo>
                <a:lnTo>
                  <a:pt x="533400" y="390525"/>
                </a:lnTo>
                <a:lnTo>
                  <a:pt x="533400" y="409575"/>
                </a:lnTo>
                <a:lnTo>
                  <a:pt x="542925" y="409575"/>
                </a:lnTo>
                <a:lnTo>
                  <a:pt x="542925" y="419100"/>
                </a:lnTo>
                <a:lnTo>
                  <a:pt x="552450" y="419100"/>
                </a:lnTo>
                <a:lnTo>
                  <a:pt x="552450" y="438150"/>
                </a:lnTo>
                <a:lnTo>
                  <a:pt x="561975" y="438150"/>
                </a:lnTo>
                <a:lnTo>
                  <a:pt x="561975" y="457200"/>
                </a:lnTo>
                <a:lnTo>
                  <a:pt x="571500" y="457200"/>
                </a:lnTo>
                <a:lnTo>
                  <a:pt x="571500" y="466725"/>
                </a:lnTo>
                <a:lnTo>
                  <a:pt x="561975" y="466725"/>
                </a:lnTo>
                <a:lnTo>
                  <a:pt x="561975" y="476250"/>
                </a:lnTo>
                <a:lnTo>
                  <a:pt x="552450" y="476250"/>
                </a:lnTo>
                <a:lnTo>
                  <a:pt x="552450" y="466725"/>
                </a:lnTo>
                <a:lnTo>
                  <a:pt x="542925" y="466725"/>
                </a:lnTo>
                <a:lnTo>
                  <a:pt x="542925" y="447675"/>
                </a:lnTo>
                <a:lnTo>
                  <a:pt x="533400" y="447675"/>
                </a:lnTo>
                <a:lnTo>
                  <a:pt x="533400" y="438150"/>
                </a:lnTo>
                <a:lnTo>
                  <a:pt x="523875" y="438150"/>
                </a:lnTo>
                <a:lnTo>
                  <a:pt x="523875" y="400050"/>
                </a:lnTo>
                <a:lnTo>
                  <a:pt x="514350" y="400050"/>
                </a:lnTo>
                <a:lnTo>
                  <a:pt x="514350" y="390525"/>
                </a:lnTo>
                <a:lnTo>
                  <a:pt x="504825" y="390525"/>
                </a:lnTo>
                <a:lnTo>
                  <a:pt x="504825" y="381000"/>
                </a:lnTo>
                <a:lnTo>
                  <a:pt x="495300" y="381000"/>
                </a:lnTo>
                <a:lnTo>
                  <a:pt x="495300" y="352425"/>
                </a:lnTo>
                <a:lnTo>
                  <a:pt x="485775" y="352425"/>
                </a:lnTo>
                <a:close/>
                <a:moveTo>
                  <a:pt x="123825" y="342900"/>
                </a:moveTo>
                <a:lnTo>
                  <a:pt x="142875" y="342900"/>
                </a:lnTo>
                <a:lnTo>
                  <a:pt x="142875" y="352425"/>
                </a:lnTo>
                <a:lnTo>
                  <a:pt x="133350" y="352425"/>
                </a:lnTo>
                <a:lnTo>
                  <a:pt x="133350" y="371475"/>
                </a:lnTo>
                <a:lnTo>
                  <a:pt x="123825" y="371475"/>
                </a:lnTo>
                <a:lnTo>
                  <a:pt x="123825" y="400050"/>
                </a:lnTo>
                <a:lnTo>
                  <a:pt x="114300" y="400050"/>
                </a:lnTo>
                <a:lnTo>
                  <a:pt x="114300" y="419100"/>
                </a:lnTo>
                <a:lnTo>
                  <a:pt x="104775" y="419100"/>
                </a:lnTo>
                <a:lnTo>
                  <a:pt x="104775" y="438150"/>
                </a:lnTo>
                <a:lnTo>
                  <a:pt x="95250" y="438150"/>
                </a:lnTo>
                <a:lnTo>
                  <a:pt x="95250" y="447675"/>
                </a:lnTo>
                <a:lnTo>
                  <a:pt x="66675" y="447675"/>
                </a:lnTo>
                <a:lnTo>
                  <a:pt x="66675" y="438150"/>
                </a:lnTo>
                <a:lnTo>
                  <a:pt x="76200" y="438150"/>
                </a:lnTo>
                <a:lnTo>
                  <a:pt x="76200" y="428625"/>
                </a:lnTo>
                <a:lnTo>
                  <a:pt x="85725" y="428625"/>
                </a:lnTo>
                <a:lnTo>
                  <a:pt x="85725" y="409575"/>
                </a:lnTo>
                <a:lnTo>
                  <a:pt x="95250" y="409575"/>
                </a:lnTo>
                <a:lnTo>
                  <a:pt x="95250" y="390525"/>
                </a:lnTo>
                <a:lnTo>
                  <a:pt x="104775" y="390525"/>
                </a:lnTo>
                <a:lnTo>
                  <a:pt x="104775" y="371475"/>
                </a:lnTo>
                <a:lnTo>
                  <a:pt x="114300" y="371475"/>
                </a:lnTo>
                <a:lnTo>
                  <a:pt x="114300" y="361950"/>
                </a:lnTo>
                <a:lnTo>
                  <a:pt x="123825" y="361950"/>
                </a:lnTo>
                <a:close/>
                <a:moveTo>
                  <a:pt x="285750" y="361950"/>
                </a:moveTo>
                <a:lnTo>
                  <a:pt x="295275" y="361950"/>
                </a:lnTo>
                <a:lnTo>
                  <a:pt x="295275" y="371475"/>
                </a:lnTo>
                <a:lnTo>
                  <a:pt x="285750" y="371475"/>
                </a:lnTo>
                <a:close/>
                <a:moveTo>
                  <a:pt x="323850" y="371475"/>
                </a:moveTo>
                <a:lnTo>
                  <a:pt x="333375" y="371475"/>
                </a:lnTo>
                <a:lnTo>
                  <a:pt x="333375" y="381000"/>
                </a:lnTo>
                <a:lnTo>
                  <a:pt x="323850" y="381000"/>
                </a:lnTo>
                <a:close/>
                <a:moveTo>
                  <a:pt x="285750" y="400050"/>
                </a:moveTo>
                <a:lnTo>
                  <a:pt x="304800" y="400050"/>
                </a:lnTo>
                <a:lnTo>
                  <a:pt x="304800" y="409575"/>
                </a:lnTo>
                <a:lnTo>
                  <a:pt x="285750" y="409575"/>
                </a:lnTo>
                <a:close/>
                <a:moveTo>
                  <a:pt x="266700" y="409575"/>
                </a:moveTo>
                <a:lnTo>
                  <a:pt x="276225" y="409575"/>
                </a:lnTo>
                <a:lnTo>
                  <a:pt x="276225" y="447675"/>
                </a:lnTo>
                <a:lnTo>
                  <a:pt x="285750" y="447675"/>
                </a:lnTo>
                <a:lnTo>
                  <a:pt x="285750" y="457200"/>
                </a:lnTo>
                <a:lnTo>
                  <a:pt x="295275" y="457200"/>
                </a:lnTo>
                <a:lnTo>
                  <a:pt x="295275" y="466725"/>
                </a:lnTo>
                <a:lnTo>
                  <a:pt x="304800" y="466725"/>
                </a:lnTo>
                <a:lnTo>
                  <a:pt x="304800" y="476250"/>
                </a:lnTo>
                <a:lnTo>
                  <a:pt x="314325" y="476250"/>
                </a:lnTo>
                <a:lnTo>
                  <a:pt x="314325" y="485775"/>
                </a:lnTo>
                <a:lnTo>
                  <a:pt x="285750" y="485775"/>
                </a:lnTo>
                <a:lnTo>
                  <a:pt x="285750" y="476250"/>
                </a:lnTo>
                <a:lnTo>
                  <a:pt x="276225" y="476250"/>
                </a:lnTo>
                <a:lnTo>
                  <a:pt x="276225" y="466725"/>
                </a:lnTo>
                <a:lnTo>
                  <a:pt x="266700" y="466725"/>
                </a:lnTo>
                <a:close/>
                <a:moveTo>
                  <a:pt x="352425" y="428625"/>
                </a:moveTo>
                <a:lnTo>
                  <a:pt x="361950" y="428625"/>
                </a:lnTo>
                <a:lnTo>
                  <a:pt x="361950" y="457200"/>
                </a:lnTo>
                <a:lnTo>
                  <a:pt x="352425" y="457200"/>
                </a:lnTo>
                <a:lnTo>
                  <a:pt x="352425" y="476250"/>
                </a:lnTo>
                <a:lnTo>
                  <a:pt x="342900" y="476250"/>
                </a:lnTo>
                <a:lnTo>
                  <a:pt x="342900" y="485775"/>
                </a:lnTo>
                <a:lnTo>
                  <a:pt x="323850" y="485775"/>
                </a:lnTo>
                <a:lnTo>
                  <a:pt x="323850" y="466725"/>
                </a:lnTo>
                <a:lnTo>
                  <a:pt x="333375" y="466725"/>
                </a:lnTo>
                <a:lnTo>
                  <a:pt x="333375" y="457200"/>
                </a:lnTo>
                <a:lnTo>
                  <a:pt x="342900" y="457200"/>
                </a:lnTo>
                <a:lnTo>
                  <a:pt x="342900" y="447675"/>
                </a:lnTo>
                <a:lnTo>
                  <a:pt x="352425" y="447675"/>
                </a:lnTo>
                <a:close/>
                <a:moveTo>
                  <a:pt x="47625" y="476250"/>
                </a:moveTo>
                <a:lnTo>
                  <a:pt x="57150" y="476250"/>
                </a:lnTo>
                <a:lnTo>
                  <a:pt x="57150" y="514350"/>
                </a:lnTo>
                <a:lnTo>
                  <a:pt x="47625" y="514350"/>
                </a:lnTo>
                <a:close/>
                <a:moveTo>
                  <a:pt x="571500" y="476250"/>
                </a:moveTo>
                <a:lnTo>
                  <a:pt x="581025" y="476250"/>
                </a:lnTo>
                <a:lnTo>
                  <a:pt x="581025" y="504825"/>
                </a:lnTo>
                <a:lnTo>
                  <a:pt x="571500" y="504825"/>
                </a:lnTo>
                <a:close/>
                <a:moveTo>
                  <a:pt x="571500" y="514350"/>
                </a:moveTo>
                <a:lnTo>
                  <a:pt x="581025" y="514350"/>
                </a:lnTo>
                <a:lnTo>
                  <a:pt x="581025" y="523875"/>
                </a:lnTo>
                <a:lnTo>
                  <a:pt x="571500" y="523875"/>
                </a:lnTo>
                <a:close/>
                <a:moveTo>
                  <a:pt x="209550" y="523875"/>
                </a:moveTo>
                <a:lnTo>
                  <a:pt x="428625" y="523875"/>
                </a:lnTo>
                <a:lnTo>
                  <a:pt x="428625" y="533400"/>
                </a:lnTo>
                <a:lnTo>
                  <a:pt x="495300" y="533400"/>
                </a:lnTo>
                <a:lnTo>
                  <a:pt x="495300" y="542925"/>
                </a:lnTo>
                <a:lnTo>
                  <a:pt x="171450" y="542925"/>
                </a:lnTo>
                <a:lnTo>
                  <a:pt x="171450" y="533400"/>
                </a:lnTo>
                <a:lnTo>
                  <a:pt x="209550" y="533400"/>
                </a:lnTo>
                <a:close/>
                <a:moveTo>
                  <a:pt x="561975" y="523875"/>
                </a:moveTo>
                <a:lnTo>
                  <a:pt x="571500" y="523875"/>
                </a:lnTo>
                <a:lnTo>
                  <a:pt x="571500" y="533400"/>
                </a:lnTo>
                <a:lnTo>
                  <a:pt x="561975" y="533400"/>
                </a:lnTo>
                <a:close/>
                <a:moveTo>
                  <a:pt x="76200" y="533400"/>
                </a:moveTo>
                <a:lnTo>
                  <a:pt x="95250" y="533400"/>
                </a:lnTo>
                <a:lnTo>
                  <a:pt x="95250" y="542925"/>
                </a:lnTo>
                <a:lnTo>
                  <a:pt x="76200" y="542925"/>
                </a:lnTo>
                <a:close/>
                <a:moveTo>
                  <a:pt x="542925" y="533400"/>
                </a:moveTo>
                <a:lnTo>
                  <a:pt x="552450" y="533400"/>
                </a:lnTo>
                <a:lnTo>
                  <a:pt x="552450" y="542925"/>
                </a:lnTo>
                <a:lnTo>
                  <a:pt x="542925" y="542925"/>
                </a:lnTo>
                <a:close/>
              </a:path>
            </a:pathLst>
          </a:custGeom>
          <a:solidFill xmlns:a="http://schemas.openxmlformats.org/drawingml/2006/main">
            <a:srgbClr val="B2694D"/>
          </a:solidFill>
          <a:ln xmlns:a="http://schemas.openxmlformats.org/drawingml/2006/main" w="0">
            <a:noFill/>
          </a:ln>
        </p:spPr>
      </p:sp>
      <p:sp>
        <p:nvSpPr>
          <p:cNvPr id="75" name="warning vector #b96648">
            <a:extLst xmlns:a="http://schemas.openxmlformats.org/drawingml/2006/main">
              <a:ext uri="{FF2B5EF4-FFF2-40B4-BE49-F238E27FC236}">
                <a16:creationId xmlns:a16="http://schemas.microsoft.com/office/drawing/2014/main" id="{C58AFBB2-1F6C-43FD-9458-6BBAB5444A7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19650" y="1819275"/>
            <a:ext cx="762000" cy="723900"/>
          </a:xfrm>
          <a:custGeom xmlns:a="http://schemas.openxmlformats.org/drawingml/2006/main">
            <a:pathLst>
              <a:path w="647700" h="609600">
                <a:moveTo>
                  <a:pt x="323850" y="133350"/>
                </a:moveTo>
                <a:lnTo>
                  <a:pt x="352425" y="133350"/>
                </a:lnTo>
                <a:lnTo>
                  <a:pt x="352425" y="152400"/>
                </a:lnTo>
                <a:lnTo>
                  <a:pt x="361950" y="152400"/>
                </a:lnTo>
                <a:lnTo>
                  <a:pt x="361950" y="161925"/>
                </a:lnTo>
                <a:lnTo>
                  <a:pt x="371475" y="161925"/>
                </a:lnTo>
                <a:lnTo>
                  <a:pt x="371475" y="171450"/>
                </a:lnTo>
                <a:lnTo>
                  <a:pt x="361950" y="171450"/>
                </a:lnTo>
                <a:lnTo>
                  <a:pt x="361950" y="190500"/>
                </a:lnTo>
                <a:lnTo>
                  <a:pt x="342900" y="190500"/>
                </a:lnTo>
                <a:lnTo>
                  <a:pt x="342900" y="180975"/>
                </a:lnTo>
                <a:lnTo>
                  <a:pt x="333375" y="180975"/>
                </a:lnTo>
                <a:lnTo>
                  <a:pt x="333375" y="171450"/>
                </a:lnTo>
                <a:lnTo>
                  <a:pt x="304800" y="171450"/>
                </a:lnTo>
                <a:lnTo>
                  <a:pt x="304800" y="161925"/>
                </a:lnTo>
                <a:lnTo>
                  <a:pt x="314325" y="161925"/>
                </a:lnTo>
                <a:lnTo>
                  <a:pt x="314325" y="142875"/>
                </a:lnTo>
                <a:lnTo>
                  <a:pt x="323850" y="142875"/>
                </a:lnTo>
                <a:close/>
                <a:moveTo>
                  <a:pt x="257175" y="180975"/>
                </a:moveTo>
                <a:lnTo>
                  <a:pt x="276225" y="180975"/>
                </a:lnTo>
                <a:lnTo>
                  <a:pt x="276225" y="190500"/>
                </a:lnTo>
                <a:lnTo>
                  <a:pt x="257175" y="190500"/>
                </a:lnTo>
                <a:close/>
                <a:moveTo>
                  <a:pt x="371475" y="200025"/>
                </a:moveTo>
                <a:lnTo>
                  <a:pt x="381000" y="200025"/>
                </a:lnTo>
                <a:lnTo>
                  <a:pt x="381000" y="209550"/>
                </a:lnTo>
                <a:lnTo>
                  <a:pt x="371475" y="209550"/>
                </a:lnTo>
                <a:close/>
                <a:moveTo>
                  <a:pt x="238125" y="247650"/>
                </a:moveTo>
                <a:lnTo>
                  <a:pt x="247650" y="247650"/>
                </a:lnTo>
                <a:lnTo>
                  <a:pt x="247650" y="266700"/>
                </a:lnTo>
                <a:lnTo>
                  <a:pt x="238125" y="266700"/>
                </a:lnTo>
                <a:close/>
                <a:moveTo>
                  <a:pt x="209550" y="266700"/>
                </a:moveTo>
                <a:lnTo>
                  <a:pt x="238125" y="266700"/>
                </a:lnTo>
                <a:lnTo>
                  <a:pt x="238125" y="304800"/>
                </a:lnTo>
                <a:lnTo>
                  <a:pt x="247650" y="304800"/>
                </a:lnTo>
                <a:lnTo>
                  <a:pt x="247650" y="323850"/>
                </a:lnTo>
                <a:lnTo>
                  <a:pt x="238125" y="323850"/>
                </a:lnTo>
                <a:lnTo>
                  <a:pt x="238125" y="314325"/>
                </a:lnTo>
                <a:lnTo>
                  <a:pt x="228600" y="314325"/>
                </a:lnTo>
                <a:lnTo>
                  <a:pt x="228600" y="304800"/>
                </a:lnTo>
                <a:lnTo>
                  <a:pt x="219075" y="304800"/>
                </a:lnTo>
                <a:lnTo>
                  <a:pt x="219075" y="314325"/>
                </a:lnTo>
                <a:lnTo>
                  <a:pt x="209550" y="314325"/>
                </a:lnTo>
                <a:lnTo>
                  <a:pt x="209550" y="295275"/>
                </a:lnTo>
                <a:lnTo>
                  <a:pt x="219075" y="295275"/>
                </a:lnTo>
                <a:lnTo>
                  <a:pt x="219075" y="276225"/>
                </a:lnTo>
                <a:lnTo>
                  <a:pt x="209550" y="276225"/>
                </a:lnTo>
                <a:close/>
                <a:moveTo>
                  <a:pt x="161925" y="352425"/>
                </a:moveTo>
                <a:lnTo>
                  <a:pt x="190500" y="352425"/>
                </a:lnTo>
                <a:lnTo>
                  <a:pt x="190500" y="361950"/>
                </a:lnTo>
                <a:lnTo>
                  <a:pt x="209550" y="361950"/>
                </a:lnTo>
                <a:lnTo>
                  <a:pt x="209550" y="371475"/>
                </a:lnTo>
                <a:lnTo>
                  <a:pt x="200025" y="371475"/>
                </a:lnTo>
                <a:lnTo>
                  <a:pt x="200025" y="381000"/>
                </a:lnTo>
                <a:lnTo>
                  <a:pt x="180975" y="381000"/>
                </a:lnTo>
                <a:lnTo>
                  <a:pt x="180975" y="390525"/>
                </a:lnTo>
                <a:lnTo>
                  <a:pt x="161925" y="390525"/>
                </a:lnTo>
                <a:lnTo>
                  <a:pt x="161925" y="381000"/>
                </a:lnTo>
                <a:lnTo>
                  <a:pt x="171450" y="381000"/>
                </a:lnTo>
                <a:lnTo>
                  <a:pt x="171450" y="371475"/>
                </a:lnTo>
                <a:lnTo>
                  <a:pt x="161925" y="371475"/>
                </a:lnTo>
                <a:close/>
                <a:moveTo>
                  <a:pt x="466725" y="352425"/>
                </a:moveTo>
                <a:lnTo>
                  <a:pt x="476250" y="352425"/>
                </a:lnTo>
                <a:lnTo>
                  <a:pt x="476250" y="371475"/>
                </a:lnTo>
                <a:lnTo>
                  <a:pt x="466725" y="371475"/>
                </a:lnTo>
                <a:lnTo>
                  <a:pt x="466725" y="400050"/>
                </a:lnTo>
                <a:lnTo>
                  <a:pt x="438150" y="400050"/>
                </a:lnTo>
                <a:lnTo>
                  <a:pt x="438150" y="409575"/>
                </a:lnTo>
                <a:lnTo>
                  <a:pt x="428625" y="409575"/>
                </a:lnTo>
                <a:lnTo>
                  <a:pt x="428625" y="419100"/>
                </a:lnTo>
                <a:lnTo>
                  <a:pt x="438150" y="419100"/>
                </a:lnTo>
                <a:lnTo>
                  <a:pt x="438150" y="428625"/>
                </a:lnTo>
                <a:lnTo>
                  <a:pt x="457200" y="428625"/>
                </a:lnTo>
                <a:lnTo>
                  <a:pt x="457200" y="438150"/>
                </a:lnTo>
                <a:lnTo>
                  <a:pt x="466725" y="438150"/>
                </a:lnTo>
                <a:lnTo>
                  <a:pt x="466725" y="457200"/>
                </a:lnTo>
                <a:lnTo>
                  <a:pt x="438150" y="457200"/>
                </a:lnTo>
                <a:lnTo>
                  <a:pt x="438150" y="466725"/>
                </a:lnTo>
                <a:lnTo>
                  <a:pt x="466725" y="466725"/>
                </a:lnTo>
                <a:lnTo>
                  <a:pt x="466725" y="457200"/>
                </a:lnTo>
                <a:lnTo>
                  <a:pt x="476250" y="457200"/>
                </a:lnTo>
                <a:lnTo>
                  <a:pt x="476250" y="447675"/>
                </a:lnTo>
                <a:lnTo>
                  <a:pt x="485775" y="447675"/>
                </a:lnTo>
                <a:lnTo>
                  <a:pt x="485775" y="438150"/>
                </a:lnTo>
                <a:lnTo>
                  <a:pt x="495300" y="438150"/>
                </a:lnTo>
                <a:lnTo>
                  <a:pt x="495300" y="447675"/>
                </a:lnTo>
                <a:lnTo>
                  <a:pt x="485775" y="447675"/>
                </a:lnTo>
                <a:lnTo>
                  <a:pt x="485775" y="457200"/>
                </a:lnTo>
                <a:lnTo>
                  <a:pt x="495300" y="457200"/>
                </a:lnTo>
                <a:lnTo>
                  <a:pt x="495300" y="466725"/>
                </a:lnTo>
                <a:lnTo>
                  <a:pt x="504825" y="466725"/>
                </a:lnTo>
                <a:lnTo>
                  <a:pt x="504825" y="476250"/>
                </a:lnTo>
                <a:lnTo>
                  <a:pt x="495300" y="476250"/>
                </a:lnTo>
                <a:lnTo>
                  <a:pt x="495300" y="485775"/>
                </a:lnTo>
                <a:lnTo>
                  <a:pt x="457200" y="485775"/>
                </a:lnTo>
                <a:lnTo>
                  <a:pt x="457200" y="495300"/>
                </a:lnTo>
                <a:lnTo>
                  <a:pt x="438150" y="495300"/>
                </a:lnTo>
                <a:lnTo>
                  <a:pt x="438150" y="485775"/>
                </a:lnTo>
                <a:lnTo>
                  <a:pt x="428625" y="485775"/>
                </a:lnTo>
                <a:lnTo>
                  <a:pt x="428625" y="476250"/>
                </a:lnTo>
                <a:lnTo>
                  <a:pt x="419100" y="476250"/>
                </a:lnTo>
                <a:lnTo>
                  <a:pt x="419100" y="485775"/>
                </a:lnTo>
                <a:lnTo>
                  <a:pt x="400050" y="485775"/>
                </a:lnTo>
                <a:lnTo>
                  <a:pt x="400050" y="495300"/>
                </a:lnTo>
                <a:lnTo>
                  <a:pt x="409575" y="495300"/>
                </a:lnTo>
                <a:lnTo>
                  <a:pt x="409575" y="504825"/>
                </a:lnTo>
                <a:lnTo>
                  <a:pt x="419100" y="504825"/>
                </a:lnTo>
                <a:lnTo>
                  <a:pt x="419100" y="514350"/>
                </a:lnTo>
                <a:lnTo>
                  <a:pt x="400050" y="514350"/>
                </a:lnTo>
                <a:lnTo>
                  <a:pt x="400050" y="504825"/>
                </a:lnTo>
                <a:lnTo>
                  <a:pt x="352425" y="504825"/>
                </a:lnTo>
                <a:lnTo>
                  <a:pt x="352425" y="495300"/>
                </a:lnTo>
                <a:lnTo>
                  <a:pt x="342900" y="495300"/>
                </a:lnTo>
                <a:lnTo>
                  <a:pt x="342900" y="485775"/>
                </a:lnTo>
                <a:lnTo>
                  <a:pt x="361950" y="485775"/>
                </a:lnTo>
                <a:lnTo>
                  <a:pt x="361950" y="476250"/>
                </a:lnTo>
                <a:lnTo>
                  <a:pt x="381000" y="476250"/>
                </a:lnTo>
                <a:lnTo>
                  <a:pt x="381000" y="438150"/>
                </a:lnTo>
                <a:lnTo>
                  <a:pt x="400050" y="438150"/>
                </a:lnTo>
                <a:lnTo>
                  <a:pt x="400050" y="400050"/>
                </a:lnTo>
                <a:lnTo>
                  <a:pt x="409575" y="400050"/>
                </a:lnTo>
                <a:lnTo>
                  <a:pt x="409575" y="390525"/>
                </a:lnTo>
                <a:lnTo>
                  <a:pt x="428625" y="390525"/>
                </a:lnTo>
                <a:lnTo>
                  <a:pt x="428625" y="381000"/>
                </a:lnTo>
                <a:lnTo>
                  <a:pt x="438150" y="381000"/>
                </a:lnTo>
                <a:lnTo>
                  <a:pt x="438150" y="371475"/>
                </a:lnTo>
                <a:lnTo>
                  <a:pt x="457200" y="371475"/>
                </a:lnTo>
                <a:lnTo>
                  <a:pt x="457200" y="361950"/>
                </a:lnTo>
                <a:lnTo>
                  <a:pt x="466725" y="361950"/>
                </a:lnTo>
                <a:close/>
                <a:moveTo>
                  <a:pt x="200025" y="381000"/>
                </a:moveTo>
                <a:lnTo>
                  <a:pt x="209550" y="381000"/>
                </a:lnTo>
                <a:lnTo>
                  <a:pt x="209550" y="390525"/>
                </a:lnTo>
                <a:lnTo>
                  <a:pt x="219075" y="390525"/>
                </a:lnTo>
                <a:lnTo>
                  <a:pt x="219075" y="419100"/>
                </a:lnTo>
                <a:lnTo>
                  <a:pt x="209550" y="419100"/>
                </a:lnTo>
                <a:lnTo>
                  <a:pt x="209550" y="438150"/>
                </a:lnTo>
                <a:lnTo>
                  <a:pt x="219075" y="438150"/>
                </a:lnTo>
                <a:lnTo>
                  <a:pt x="219075" y="447675"/>
                </a:lnTo>
                <a:lnTo>
                  <a:pt x="228600" y="447675"/>
                </a:lnTo>
                <a:lnTo>
                  <a:pt x="228600" y="438150"/>
                </a:lnTo>
                <a:lnTo>
                  <a:pt x="238125" y="438150"/>
                </a:lnTo>
                <a:lnTo>
                  <a:pt x="238125" y="447675"/>
                </a:lnTo>
                <a:lnTo>
                  <a:pt x="247650" y="447675"/>
                </a:lnTo>
                <a:lnTo>
                  <a:pt x="247650" y="457200"/>
                </a:lnTo>
                <a:lnTo>
                  <a:pt x="238125" y="457200"/>
                </a:lnTo>
                <a:lnTo>
                  <a:pt x="238125" y="466725"/>
                </a:lnTo>
                <a:lnTo>
                  <a:pt x="247650" y="466725"/>
                </a:lnTo>
                <a:lnTo>
                  <a:pt x="247650" y="476250"/>
                </a:lnTo>
                <a:lnTo>
                  <a:pt x="228600" y="476250"/>
                </a:lnTo>
                <a:lnTo>
                  <a:pt x="228600" y="466725"/>
                </a:lnTo>
                <a:lnTo>
                  <a:pt x="209550" y="466725"/>
                </a:lnTo>
                <a:lnTo>
                  <a:pt x="209550" y="485775"/>
                </a:lnTo>
                <a:lnTo>
                  <a:pt x="200025" y="485775"/>
                </a:lnTo>
                <a:lnTo>
                  <a:pt x="200025" y="495300"/>
                </a:lnTo>
                <a:lnTo>
                  <a:pt x="171450" y="495300"/>
                </a:lnTo>
                <a:lnTo>
                  <a:pt x="171450" y="476250"/>
                </a:lnTo>
                <a:lnTo>
                  <a:pt x="161925" y="476250"/>
                </a:lnTo>
                <a:lnTo>
                  <a:pt x="161925" y="466725"/>
                </a:lnTo>
                <a:lnTo>
                  <a:pt x="152400" y="466725"/>
                </a:lnTo>
                <a:lnTo>
                  <a:pt x="152400" y="457200"/>
                </a:lnTo>
                <a:lnTo>
                  <a:pt x="133350" y="457200"/>
                </a:lnTo>
                <a:lnTo>
                  <a:pt x="133350" y="466725"/>
                </a:lnTo>
                <a:lnTo>
                  <a:pt x="123825" y="466725"/>
                </a:lnTo>
                <a:lnTo>
                  <a:pt x="123825" y="457200"/>
                </a:lnTo>
                <a:lnTo>
                  <a:pt x="104775" y="457200"/>
                </a:lnTo>
                <a:lnTo>
                  <a:pt x="104775" y="447675"/>
                </a:lnTo>
                <a:lnTo>
                  <a:pt x="114300" y="447675"/>
                </a:lnTo>
                <a:lnTo>
                  <a:pt x="114300" y="438150"/>
                </a:lnTo>
                <a:lnTo>
                  <a:pt x="142875" y="438150"/>
                </a:lnTo>
                <a:lnTo>
                  <a:pt x="142875" y="447675"/>
                </a:lnTo>
                <a:lnTo>
                  <a:pt x="161925" y="447675"/>
                </a:lnTo>
                <a:lnTo>
                  <a:pt x="161925" y="438150"/>
                </a:lnTo>
                <a:lnTo>
                  <a:pt x="180975" y="438150"/>
                </a:lnTo>
                <a:lnTo>
                  <a:pt x="180975" y="447675"/>
                </a:lnTo>
                <a:lnTo>
                  <a:pt x="190500" y="447675"/>
                </a:lnTo>
                <a:lnTo>
                  <a:pt x="190500" y="438150"/>
                </a:lnTo>
                <a:lnTo>
                  <a:pt x="200025" y="438150"/>
                </a:lnTo>
                <a:lnTo>
                  <a:pt x="200025" y="428625"/>
                </a:lnTo>
                <a:lnTo>
                  <a:pt x="152400" y="428625"/>
                </a:lnTo>
                <a:lnTo>
                  <a:pt x="152400" y="419100"/>
                </a:lnTo>
                <a:lnTo>
                  <a:pt x="142875" y="419100"/>
                </a:lnTo>
                <a:lnTo>
                  <a:pt x="142875" y="409575"/>
                </a:lnTo>
                <a:lnTo>
                  <a:pt x="171450" y="409575"/>
                </a:lnTo>
                <a:lnTo>
                  <a:pt x="171450" y="419100"/>
                </a:lnTo>
                <a:lnTo>
                  <a:pt x="190500" y="419100"/>
                </a:lnTo>
                <a:lnTo>
                  <a:pt x="190500" y="390525"/>
                </a:lnTo>
                <a:lnTo>
                  <a:pt x="200025" y="390525"/>
                </a:lnTo>
                <a:close/>
                <a:moveTo>
                  <a:pt x="476250" y="476250"/>
                </a:moveTo>
                <a:lnTo>
                  <a:pt x="485775" y="476250"/>
                </a:lnTo>
                <a:lnTo>
                  <a:pt x="485775" y="466725"/>
                </a:lnTo>
                <a:lnTo>
                  <a:pt x="476250" y="466725"/>
                </a:lnTo>
                <a:close/>
                <a:moveTo>
                  <a:pt x="209550" y="485775"/>
                </a:moveTo>
                <a:lnTo>
                  <a:pt x="228600" y="485775"/>
                </a:lnTo>
                <a:lnTo>
                  <a:pt x="228600" y="514350"/>
                </a:lnTo>
                <a:lnTo>
                  <a:pt x="209550" y="514350"/>
                </a:lnTo>
                <a:close/>
                <a:moveTo>
                  <a:pt x="257175" y="495300"/>
                </a:moveTo>
                <a:lnTo>
                  <a:pt x="266700" y="495300"/>
                </a:lnTo>
                <a:lnTo>
                  <a:pt x="266700" y="504825"/>
                </a:lnTo>
                <a:lnTo>
                  <a:pt x="257175" y="504825"/>
                </a:lnTo>
                <a:close/>
                <a:moveTo>
                  <a:pt x="447675" y="504825"/>
                </a:moveTo>
                <a:lnTo>
                  <a:pt x="466725" y="504825"/>
                </a:lnTo>
                <a:lnTo>
                  <a:pt x="466725" y="514350"/>
                </a:lnTo>
                <a:lnTo>
                  <a:pt x="447675" y="514350"/>
                </a:lnTo>
                <a:close/>
              </a:path>
            </a:pathLst>
          </a:custGeom>
          <a:solidFill xmlns:a="http://schemas.openxmlformats.org/drawingml/2006/main">
            <a:srgbClr val="B96648"/>
          </a:solidFill>
          <a:ln xmlns:a="http://schemas.openxmlformats.org/drawingml/2006/main" w="0">
            <a:noFill/>
          </a:ln>
        </p:spPr>
      </p:sp>
      <p:sp>
        <p:nvSpPr>
          <p:cNvPr id="76" name="warning vector #b86548">
            <a:extLst xmlns:a="http://schemas.openxmlformats.org/drawingml/2006/main">
              <a:ext uri="{FF2B5EF4-FFF2-40B4-BE49-F238E27FC236}">
                <a16:creationId xmlns:a16="http://schemas.microsoft.com/office/drawing/2014/main" id="{2B7D83BE-5927-4E5F-914A-86DEA0C830C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19650" y="1819275"/>
            <a:ext cx="762000" cy="723900"/>
          </a:xfrm>
          <a:custGeom xmlns:a="http://schemas.openxmlformats.org/drawingml/2006/main">
            <a:pathLst>
              <a:path w="647700" h="609600">
                <a:moveTo>
                  <a:pt x="314325" y="104775"/>
                </a:moveTo>
                <a:lnTo>
                  <a:pt x="323850" y="104775"/>
                </a:lnTo>
                <a:lnTo>
                  <a:pt x="323850" y="114300"/>
                </a:lnTo>
                <a:lnTo>
                  <a:pt x="333375" y="114300"/>
                </a:lnTo>
                <a:lnTo>
                  <a:pt x="333375" y="123825"/>
                </a:lnTo>
                <a:lnTo>
                  <a:pt x="342900" y="123825"/>
                </a:lnTo>
                <a:lnTo>
                  <a:pt x="342900" y="133350"/>
                </a:lnTo>
                <a:lnTo>
                  <a:pt x="323850" y="133350"/>
                </a:lnTo>
                <a:lnTo>
                  <a:pt x="323850" y="142875"/>
                </a:lnTo>
                <a:lnTo>
                  <a:pt x="314325" y="142875"/>
                </a:lnTo>
                <a:lnTo>
                  <a:pt x="314325" y="161925"/>
                </a:lnTo>
                <a:lnTo>
                  <a:pt x="304800" y="161925"/>
                </a:lnTo>
                <a:lnTo>
                  <a:pt x="304800" y="180975"/>
                </a:lnTo>
                <a:lnTo>
                  <a:pt x="295275" y="180975"/>
                </a:lnTo>
                <a:lnTo>
                  <a:pt x="295275" y="171450"/>
                </a:lnTo>
                <a:lnTo>
                  <a:pt x="285750" y="171450"/>
                </a:lnTo>
                <a:lnTo>
                  <a:pt x="285750" y="180975"/>
                </a:lnTo>
                <a:lnTo>
                  <a:pt x="257175" y="180975"/>
                </a:lnTo>
                <a:lnTo>
                  <a:pt x="257175" y="161925"/>
                </a:lnTo>
                <a:lnTo>
                  <a:pt x="266700" y="161925"/>
                </a:lnTo>
                <a:lnTo>
                  <a:pt x="266700" y="152400"/>
                </a:lnTo>
                <a:lnTo>
                  <a:pt x="295275" y="152400"/>
                </a:lnTo>
                <a:lnTo>
                  <a:pt x="295275" y="142875"/>
                </a:lnTo>
                <a:lnTo>
                  <a:pt x="304800" y="142875"/>
                </a:lnTo>
                <a:lnTo>
                  <a:pt x="304800" y="114300"/>
                </a:lnTo>
                <a:lnTo>
                  <a:pt x="314325" y="114300"/>
                </a:lnTo>
                <a:close/>
                <a:moveTo>
                  <a:pt x="352425" y="142875"/>
                </a:moveTo>
                <a:lnTo>
                  <a:pt x="361950" y="142875"/>
                </a:lnTo>
                <a:lnTo>
                  <a:pt x="361950" y="152400"/>
                </a:lnTo>
                <a:lnTo>
                  <a:pt x="352425" y="152400"/>
                </a:lnTo>
                <a:close/>
                <a:moveTo>
                  <a:pt x="361950" y="171450"/>
                </a:moveTo>
                <a:lnTo>
                  <a:pt x="381000" y="171450"/>
                </a:lnTo>
                <a:lnTo>
                  <a:pt x="381000" y="190500"/>
                </a:lnTo>
                <a:lnTo>
                  <a:pt x="390525" y="190500"/>
                </a:lnTo>
                <a:lnTo>
                  <a:pt x="390525" y="219075"/>
                </a:lnTo>
                <a:lnTo>
                  <a:pt x="381000" y="219075"/>
                </a:lnTo>
                <a:lnTo>
                  <a:pt x="381000" y="238125"/>
                </a:lnTo>
                <a:lnTo>
                  <a:pt x="390525" y="238125"/>
                </a:lnTo>
                <a:lnTo>
                  <a:pt x="390525" y="219075"/>
                </a:lnTo>
                <a:lnTo>
                  <a:pt x="400050" y="219075"/>
                </a:lnTo>
                <a:lnTo>
                  <a:pt x="400050" y="238125"/>
                </a:lnTo>
                <a:lnTo>
                  <a:pt x="390525" y="238125"/>
                </a:lnTo>
                <a:lnTo>
                  <a:pt x="390525" y="257175"/>
                </a:lnTo>
                <a:lnTo>
                  <a:pt x="400050" y="257175"/>
                </a:lnTo>
                <a:lnTo>
                  <a:pt x="400050" y="247650"/>
                </a:lnTo>
                <a:lnTo>
                  <a:pt x="409575" y="247650"/>
                </a:lnTo>
                <a:lnTo>
                  <a:pt x="409575" y="257175"/>
                </a:lnTo>
                <a:lnTo>
                  <a:pt x="400050" y="257175"/>
                </a:lnTo>
                <a:lnTo>
                  <a:pt x="400050" y="266700"/>
                </a:lnTo>
                <a:lnTo>
                  <a:pt x="381000" y="266700"/>
                </a:lnTo>
                <a:lnTo>
                  <a:pt x="381000" y="247650"/>
                </a:lnTo>
                <a:lnTo>
                  <a:pt x="371475" y="247650"/>
                </a:lnTo>
                <a:lnTo>
                  <a:pt x="371475" y="219075"/>
                </a:lnTo>
                <a:lnTo>
                  <a:pt x="361950" y="219075"/>
                </a:lnTo>
                <a:lnTo>
                  <a:pt x="361950" y="209550"/>
                </a:lnTo>
                <a:lnTo>
                  <a:pt x="342900" y="209550"/>
                </a:lnTo>
                <a:lnTo>
                  <a:pt x="342900" y="190500"/>
                </a:lnTo>
                <a:lnTo>
                  <a:pt x="361950" y="190500"/>
                </a:lnTo>
                <a:close/>
                <a:moveTo>
                  <a:pt x="247650" y="180975"/>
                </a:moveTo>
                <a:lnTo>
                  <a:pt x="257175" y="180975"/>
                </a:lnTo>
                <a:lnTo>
                  <a:pt x="257175" y="190500"/>
                </a:lnTo>
                <a:lnTo>
                  <a:pt x="266700" y="190500"/>
                </a:lnTo>
                <a:lnTo>
                  <a:pt x="266700" y="200025"/>
                </a:lnTo>
                <a:lnTo>
                  <a:pt x="257175" y="200025"/>
                </a:lnTo>
                <a:lnTo>
                  <a:pt x="257175" y="209550"/>
                </a:lnTo>
                <a:lnTo>
                  <a:pt x="247650" y="209550"/>
                </a:lnTo>
                <a:close/>
                <a:moveTo>
                  <a:pt x="371475" y="209550"/>
                </a:moveTo>
                <a:lnTo>
                  <a:pt x="381000" y="209550"/>
                </a:lnTo>
                <a:lnTo>
                  <a:pt x="381000" y="200025"/>
                </a:lnTo>
                <a:lnTo>
                  <a:pt x="371475" y="200025"/>
                </a:lnTo>
                <a:close/>
                <a:moveTo>
                  <a:pt x="238125" y="228600"/>
                </a:moveTo>
                <a:lnTo>
                  <a:pt x="247650" y="228600"/>
                </a:lnTo>
                <a:lnTo>
                  <a:pt x="247650" y="247650"/>
                </a:lnTo>
                <a:lnTo>
                  <a:pt x="238125" y="247650"/>
                </a:lnTo>
                <a:close/>
                <a:moveTo>
                  <a:pt x="209550" y="257175"/>
                </a:moveTo>
                <a:lnTo>
                  <a:pt x="238125" y="257175"/>
                </a:lnTo>
                <a:lnTo>
                  <a:pt x="238125" y="266700"/>
                </a:lnTo>
                <a:lnTo>
                  <a:pt x="209550" y="266700"/>
                </a:lnTo>
                <a:close/>
                <a:moveTo>
                  <a:pt x="247650" y="314325"/>
                </a:moveTo>
                <a:lnTo>
                  <a:pt x="257175" y="314325"/>
                </a:lnTo>
                <a:lnTo>
                  <a:pt x="257175" y="333375"/>
                </a:lnTo>
                <a:lnTo>
                  <a:pt x="247650" y="333375"/>
                </a:lnTo>
                <a:close/>
                <a:moveTo>
                  <a:pt x="180975" y="323850"/>
                </a:moveTo>
                <a:lnTo>
                  <a:pt x="209550" y="323850"/>
                </a:lnTo>
                <a:lnTo>
                  <a:pt x="209550" y="333375"/>
                </a:lnTo>
                <a:lnTo>
                  <a:pt x="219075" y="333375"/>
                </a:lnTo>
                <a:lnTo>
                  <a:pt x="219075" y="342900"/>
                </a:lnTo>
                <a:lnTo>
                  <a:pt x="228600" y="342900"/>
                </a:lnTo>
                <a:lnTo>
                  <a:pt x="228600" y="381000"/>
                </a:lnTo>
                <a:lnTo>
                  <a:pt x="219075" y="381000"/>
                </a:lnTo>
                <a:lnTo>
                  <a:pt x="219075" y="390525"/>
                </a:lnTo>
                <a:lnTo>
                  <a:pt x="209550" y="390525"/>
                </a:lnTo>
                <a:lnTo>
                  <a:pt x="209550" y="381000"/>
                </a:lnTo>
                <a:lnTo>
                  <a:pt x="200025" y="381000"/>
                </a:lnTo>
                <a:lnTo>
                  <a:pt x="200025" y="371475"/>
                </a:lnTo>
                <a:lnTo>
                  <a:pt x="209550" y="371475"/>
                </a:lnTo>
                <a:lnTo>
                  <a:pt x="209550" y="361950"/>
                </a:lnTo>
                <a:lnTo>
                  <a:pt x="190500" y="361950"/>
                </a:lnTo>
                <a:lnTo>
                  <a:pt x="190500" y="352425"/>
                </a:lnTo>
                <a:lnTo>
                  <a:pt x="180975" y="352425"/>
                </a:lnTo>
                <a:close/>
                <a:moveTo>
                  <a:pt x="142875" y="342900"/>
                </a:moveTo>
                <a:lnTo>
                  <a:pt x="161925" y="342900"/>
                </a:lnTo>
                <a:lnTo>
                  <a:pt x="161925" y="371475"/>
                </a:lnTo>
                <a:lnTo>
                  <a:pt x="171450" y="371475"/>
                </a:lnTo>
                <a:lnTo>
                  <a:pt x="171450" y="381000"/>
                </a:lnTo>
                <a:lnTo>
                  <a:pt x="161925" y="381000"/>
                </a:lnTo>
                <a:lnTo>
                  <a:pt x="161925" y="390525"/>
                </a:lnTo>
                <a:lnTo>
                  <a:pt x="152400" y="390525"/>
                </a:lnTo>
                <a:lnTo>
                  <a:pt x="152400" y="352425"/>
                </a:lnTo>
                <a:lnTo>
                  <a:pt x="142875" y="352425"/>
                </a:lnTo>
                <a:close/>
                <a:moveTo>
                  <a:pt x="476250" y="342900"/>
                </a:moveTo>
                <a:lnTo>
                  <a:pt x="485775" y="342900"/>
                </a:lnTo>
                <a:lnTo>
                  <a:pt x="485775" y="361950"/>
                </a:lnTo>
                <a:lnTo>
                  <a:pt x="476250" y="361950"/>
                </a:lnTo>
                <a:close/>
                <a:moveTo>
                  <a:pt x="438150" y="361950"/>
                </a:moveTo>
                <a:lnTo>
                  <a:pt x="457200" y="361950"/>
                </a:lnTo>
                <a:lnTo>
                  <a:pt x="457200" y="371475"/>
                </a:lnTo>
                <a:lnTo>
                  <a:pt x="438150" y="371475"/>
                </a:lnTo>
                <a:close/>
                <a:moveTo>
                  <a:pt x="247650" y="371475"/>
                </a:moveTo>
                <a:lnTo>
                  <a:pt x="257175" y="371475"/>
                </a:lnTo>
                <a:lnTo>
                  <a:pt x="257175" y="381000"/>
                </a:lnTo>
                <a:lnTo>
                  <a:pt x="247650" y="381000"/>
                </a:lnTo>
                <a:close/>
                <a:moveTo>
                  <a:pt x="428625" y="371475"/>
                </a:moveTo>
                <a:lnTo>
                  <a:pt x="438150" y="371475"/>
                </a:lnTo>
                <a:lnTo>
                  <a:pt x="438150" y="381000"/>
                </a:lnTo>
                <a:lnTo>
                  <a:pt x="428625" y="381000"/>
                </a:lnTo>
                <a:close/>
                <a:moveTo>
                  <a:pt x="219075" y="390525"/>
                </a:moveTo>
                <a:lnTo>
                  <a:pt x="238125" y="390525"/>
                </a:lnTo>
                <a:lnTo>
                  <a:pt x="238125" y="400050"/>
                </a:lnTo>
                <a:lnTo>
                  <a:pt x="219075" y="400050"/>
                </a:lnTo>
                <a:close/>
                <a:moveTo>
                  <a:pt x="142875" y="400050"/>
                </a:moveTo>
                <a:lnTo>
                  <a:pt x="152400" y="400050"/>
                </a:lnTo>
                <a:lnTo>
                  <a:pt x="152400" y="409575"/>
                </a:lnTo>
                <a:lnTo>
                  <a:pt x="142875" y="409575"/>
                </a:lnTo>
                <a:close/>
                <a:moveTo>
                  <a:pt x="219075" y="409575"/>
                </a:moveTo>
                <a:lnTo>
                  <a:pt x="228600" y="409575"/>
                </a:lnTo>
                <a:lnTo>
                  <a:pt x="228600" y="419100"/>
                </a:lnTo>
                <a:lnTo>
                  <a:pt x="219075" y="419100"/>
                </a:lnTo>
                <a:close/>
                <a:moveTo>
                  <a:pt x="209550" y="419100"/>
                </a:moveTo>
                <a:lnTo>
                  <a:pt x="219075" y="419100"/>
                </a:lnTo>
                <a:lnTo>
                  <a:pt x="219075" y="438150"/>
                </a:lnTo>
                <a:lnTo>
                  <a:pt x="209550" y="438150"/>
                </a:lnTo>
                <a:close/>
                <a:moveTo>
                  <a:pt x="95250" y="438150"/>
                </a:moveTo>
                <a:lnTo>
                  <a:pt x="114300" y="438150"/>
                </a:lnTo>
                <a:lnTo>
                  <a:pt x="114300" y="447675"/>
                </a:lnTo>
                <a:lnTo>
                  <a:pt x="104775" y="447675"/>
                </a:lnTo>
                <a:lnTo>
                  <a:pt x="104775" y="457200"/>
                </a:lnTo>
                <a:lnTo>
                  <a:pt x="95250" y="457200"/>
                </a:lnTo>
                <a:close/>
                <a:moveTo>
                  <a:pt x="219075" y="438150"/>
                </a:moveTo>
                <a:lnTo>
                  <a:pt x="228600" y="438150"/>
                </a:lnTo>
                <a:lnTo>
                  <a:pt x="228600" y="447675"/>
                </a:lnTo>
                <a:lnTo>
                  <a:pt x="219075" y="447675"/>
                </a:lnTo>
                <a:close/>
                <a:moveTo>
                  <a:pt x="238125" y="438150"/>
                </a:moveTo>
                <a:lnTo>
                  <a:pt x="257175" y="438150"/>
                </a:lnTo>
                <a:lnTo>
                  <a:pt x="257175" y="457200"/>
                </a:lnTo>
                <a:lnTo>
                  <a:pt x="266700" y="457200"/>
                </a:lnTo>
                <a:lnTo>
                  <a:pt x="266700" y="466725"/>
                </a:lnTo>
                <a:lnTo>
                  <a:pt x="238125" y="466725"/>
                </a:lnTo>
                <a:lnTo>
                  <a:pt x="238125" y="457200"/>
                </a:lnTo>
                <a:lnTo>
                  <a:pt x="247650" y="457200"/>
                </a:lnTo>
                <a:lnTo>
                  <a:pt x="247650" y="447675"/>
                </a:lnTo>
                <a:lnTo>
                  <a:pt x="238125" y="447675"/>
                </a:lnTo>
                <a:close/>
                <a:moveTo>
                  <a:pt x="371475" y="438150"/>
                </a:moveTo>
                <a:lnTo>
                  <a:pt x="381000" y="438150"/>
                </a:lnTo>
                <a:lnTo>
                  <a:pt x="381000" y="447675"/>
                </a:lnTo>
                <a:lnTo>
                  <a:pt x="371475" y="447675"/>
                </a:lnTo>
                <a:close/>
                <a:moveTo>
                  <a:pt x="361950" y="447675"/>
                </a:moveTo>
                <a:lnTo>
                  <a:pt x="371475" y="447675"/>
                </a:lnTo>
                <a:lnTo>
                  <a:pt x="371475" y="457200"/>
                </a:lnTo>
                <a:lnTo>
                  <a:pt x="361950" y="457200"/>
                </a:lnTo>
                <a:close/>
                <a:moveTo>
                  <a:pt x="104775" y="457200"/>
                </a:moveTo>
                <a:lnTo>
                  <a:pt x="123825" y="457200"/>
                </a:lnTo>
                <a:lnTo>
                  <a:pt x="123825" y="466725"/>
                </a:lnTo>
                <a:lnTo>
                  <a:pt x="133350" y="466725"/>
                </a:lnTo>
                <a:lnTo>
                  <a:pt x="133350" y="457200"/>
                </a:lnTo>
                <a:lnTo>
                  <a:pt x="152400" y="457200"/>
                </a:lnTo>
                <a:lnTo>
                  <a:pt x="152400" y="466725"/>
                </a:lnTo>
                <a:lnTo>
                  <a:pt x="161925" y="466725"/>
                </a:lnTo>
                <a:lnTo>
                  <a:pt x="161925" y="476250"/>
                </a:lnTo>
                <a:lnTo>
                  <a:pt x="171450" y="476250"/>
                </a:lnTo>
                <a:lnTo>
                  <a:pt x="171450" y="495300"/>
                </a:lnTo>
                <a:lnTo>
                  <a:pt x="142875" y="495300"/>
                </a:lnTo>
                <a:lnTo>
                  <a:pt x="142875" y="485775"/>
                </a:lnTo>
                <a:lnTo>
                  <a:pt x="123825" y="485775"/>
                </a:lnTo>
                <a:lnTo>
                  <a:pt x="123825" y="495300"/>
                </a:lnTo>
                <a:lnTo>
                  <a:pt x="114300" y="495300"/>
                </a:lnTo>
                <a:lnTo>
                  <a:pt x="114300" y="466725"/>
                </a:lnTo>
                <a:lnTo>
                  <a:pt x="104775" y="466725"/>
                </a:lnTo>
                <a:close/>
                <a:moveTo>
                  <a:pt x="504825" y="457200"/>
                </a:moveTo>
                <a:lnTo>
                  <a:pt x="523875" y="457200"/>
                </a:lnTo>
                <a:lnTo>
                  <a:pt x="523875" y="466725"/>
                </a:lnTo>
                <a:lnTo>
                  <a:pt x="514350" y="466725"/>
                </a:lnTo>
                <a:lnTo>
                  <a:pt x="514350" y="476250"/>
                </a:lnTo>
                <a:lnTo>
                  <a:pt x="504825" y="476250"/>
                </a:lnTo>
                <a:close/>
                <a:moveTo>
                  <a:pt x="533400" y="457200"/>
                </a:moveTo>
                <a:lnTo>
                  <a:pt x="542925" y="457200"/>
                </a:lnTo>
                <a:lnTo>
                  <a:pt x="542925" y="466725"/>
                </a:lnTo>
                <a:lnTo>
                  <a:pt x="533400" y="466725"/>
                </a:lnTo>
                <a:close/>
                <a:moveTo>
                  <a:pt x="476250" y="466725"/>
                </a:moveTo>
                <a:lnTo>
                  <a:pt x="485775" y="466725"/>
                </a:lnTo>
                <a:lnTo>
                  <a:pt x="485775" y="476250"/>
                </a:lnTo>
                <a:lnTo>
                  <a:pt x="476250" y="476250"/>
                </a:lnTo>
                <a:close/>
                <a:moveTo>
                  <a:pt x="495300" y="476250"/>
                </a:moveTo>
                <a:lnTo>
                  <a:pt x="504825" y="476250"/>
                </a:lnTo>
                <a:lnTo>
                  <a:pt x="504825" y="495300"/>
                </a:lnTo>
                <a:lnTo>
                  <a:pt x="495300" y="495300"/>
                </a:lnTo>
                <a:lnTo>
                  <a:pt x="495300" y="504825"/>
                </a:lnTo>
                <a:lnTo>
                  <a:pt x="514350" y="504825"/>
                </a:lnTo>
                <a:lnTo>
                  <a:pt x="514350" y="514350"/>
                </a:lnTo>
                <a:lnTo>
                  <a:pt x="476250" y="514350"/>
                </a:lnTo>
                <a:lnTo>
                  <a:pt x="476250" y="504825"/>
                </a:lnTo>
                <a:lnTo>
                  <a:pt x="485775" y="504825"/>
                </a:lnTo>
                <a:lnTo>
                  <a:pt x="485775" y="485775"/>
                </a:lnTo>
                <a:lnTo>
                  <a:pt x="495300" y="485775"/>
                </a:lnTo>
                <a:close/>
                <a:moveTo>
                  <a:pt x="200025" y="485775"/>
                </a:moveTo>
                <a:lnTo>
                  <a:pt x="209550" y="485775"/>
                </a:lnTo>
                <a:lnTo>
                  <a:pt x="209550" y="523875"/>
                </a:lnTo>
                <a:lnTo>
                  <a:pt x="180975" y="523875"/>
                </a:lnTo>
                <a:lnTo>
                  <a:pt x="180975" y="504825"/>
                </a:lnTo>
                <a:lnTo>
                  <a:pt x="171450" y="504825"/>
                </a:lnTo>
                <a:lnTo>
                  <a:pt x="171450" y="495300"/>
                </a:lnTo>
                <a:lnTo>
                  <a:pt x="200025" y="495300"/>
                </a:lnTo>
                <a:close/>
                <a:moveTo>
                  <a:pt x="295275" y="485775"/>
                </a:moveTo>
                <a:lnTo>
                  <a:pt x="304800" y="485775"/>
                </a:lnTo>
                <a:lnTo>
                  <a:pt x="304800" y="495300"/>
                </a:lnTo>
                <a:lnTo>
                  <a:pt x="295275" y="495300"/>
                </a:lnTo>
                <a:close/>
                <a:moveTo>
                  <a:pt x="400050" y="485775"/>
                </a:moveTo>
                <a:lnTo>
                  <a:pt x="428625" y="485775"/>
                </a:lnTo>
                <a:lnTo>
                  <a:pt x="428625" y="495300"/>
                </a:lnTo>
                <a:lnTo>
                  <a:pt x="447675" y="495300"/>
                </a:lnTo>
                <a:lnTo>
                  <a:pt x="447675" y="514350"/>
                </a:lnTo>
                <a:lnTo>
                  <a:pt x="419100" y="514350"/>
                </a:lnTo>
                <a:lnTo>
                  <a:pt x="419100" y="504825"/>
                </a:lnTo>
                <a:lnTo>
                  <a:pt x="409575" y="504825"/>
                </a:lnTo>
                <a:lnTo>
                  <a:pt x="409575" y="495300"/>
                </a:lnTo>
                <a:lnTo>
                  <a:pt x="400050" y="495300"/>
                </a:lnTo>
                <a:close/>
                <a:moveTo>
                  <a:pt x="142875" y="504825"/>
                </a:moveTo>
                <a:lnTo>
                  <a:pt x="161925" y="504825"/>
                </a:lnTo>
                <a:lnTo>
                  <a:pt x="161925" y="514350"/>
                </a:lnTo>
                <a:lnTo>
                  <a:pt x="142875" y="514350"/>
                </a:lnTo>
                <a:close/>
                <a:moveTo>
                  <a:pt x="457200" y="514350"/>
                </a:moveTo>
                <a:lnTo>
                  <a:pt x="476250" y="514350"/>
                </a:lnTo>
                <a:lnTo>
                  <a:pt x="476250" y="523875"/>
                </a:lnTo>
                <a:lnTo>
                  <a:pt x="457200" y="523875"/>
                </a:lnTo>
                <a:close/>
              </a:path>
            </a:pathLst>
          </a:custGeom>
          <a:solidFill xmlns:a="http://schemas.openxmlformats.org/drawingml/2006/main">
            <a:srgbClr val="B86548"/>
          </a:solidFill>
          <a:ln xmlns:a="http://schemas.openxmlformats.org/drawingml/2006/main" w="0">
            <a:noFill/>
          </a:ln>
        </p:spPr>
      </p:sp>
      <p:sp>
        <p:nvSpPr>
          <p:cNvPr id="77" name="warning vector #b86347">
            <a:extLst xmlns:a="http://schemas.openxmlformats.org/drawingml/2006/main">
              <a:ext uri="{FF2B5EF4-FFF2-40B4-BE49-F238E27FC236}">
                <a16:creationId xmlns:a16="http://schemas.microsoft.com/office/drawing/2014/main" id="{8E681880-4493-425A-9AF7-EFF74FFF44E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19650" y="1819275"/>
            <a:ext cx="762000" cy="723900"/>
          </a:xfrm>
          <a:custGeom xmlns:a="http://schemas.openxmlformats.org/drawingml/2006/main">
            <a:pathLst>
              <a:path w="647700" h="609600">
                <a:moveTo>
                  <a:pt x="295275" y="133350"/>
                </a:moveTo>
                <a:lnTo>
                  <a:pt x="304800" y="133350"/>
                </a:lnTo>
                <a:lnTo>
                  <a:pt x="304800" y="142875"/>
                </a:lnTo>
                <a:lnTo>
                  <a:pt x="295275" y="142875"/>
                </a:lnTo>
                <a:close/>
                <a:moveTo>
                  <a:pt x="285750" y="142875"/>
                </a:moveTo>
                <a:lnTo>
                  <a:pt x="295275" y="142875"/>
                </a:lnTo>
                <a:lnTo>
                  <a:pt x="295275" y="152400"/>
                </a:lnTo>
                <a:lnTo>
                  <a:pt x="285750" y="152400"/>
                </a:lnTo>
                <a:close/>
                <a:moveTo>
                  <a:pt x="200025" y="266700"/>
                </a:moveTo>
                <a:lnTo>
                  <a:pt x="209550" y="266700"/>
                </a:lnTo>
                <a:lnTo>
                  <a:pt x="209550" y="276225"/>
                </a:lnTo>
                <a:lnTo>
                  <a:pt x="219075" y="276225"/>
                </a:lnTo>
                <a:lnTo>
                  <a:pt x="219075" y="295275"/>
                </a:lnTo>
                <a:lnTo>
                  <a:pt x="209550" y="295275"/>
                </a:lnTo>
                <a:lnTo>
                  <a:pt x="209550" y="314325"/>
                </a:lnTo>
                <a:lnTo>
                  <a:pt x="219075" y="314325"/>
                </a:lnTo>
                <a:lnTo>
                  <a:pt x="219075" y="304800"/>
                </a:lnTo>
                <a:lnTo>
                  <a:pt x="228600" y="304800"/>
                </a:lnTo>
                <a:lnTo>
                  <a:pt x="228600" y="314325"/>
                </a:lnTo>
                <a:lnTo>
                  <a:pt x="238125" y="314325"/>
                </a:lnTo>
                <a:lnTo>
                  <a:pt x="238125" y="323850"/>
                </a:lnTo>
                <a:lnTo>
                  <a:pt x="247650" y="323850"/>
                </a:lnTo>
                <a:lnTo>
                  <a:pt x="247650" y="342900"/>
                </a:lnTo>
                <a:lnTo>
                  <a:pt x="238125" y="342900"/>
                </a:lnTo>
                <a:lnTo>
                  <a:pt x="238125" y="361950"/>
                </a:lnTo>
                <a:lnTo>
                  <a:pt x="247650" y="361950"/>
                </a:lnTo>
                <a:lnTo>
                  <a:pt x="247650" y="381000"/>
                </a:lnTo>
                <a:lnTo>
                  <a:pt x="257175" y="381000"/>
                </a:lnTo>
                <a:lnTo>
                  <a:pt x="257175" y="400050"/>
                </a:lnTo>
                <a:lnTo>
                  <a:pt x="247650" y="400050"/>
                </a:lnTo>
                <a:lnTo>
                  <a:pt x="247650" y="409575"/>
                </a:lnTo>
                <a:lnTo>
                  <a:pt x="238125" y="409575"/>
                </a:lnTo>
                <a:lnTo>
                  <a:pt x="238125" y="438150"/>
                </a:lnTo>
                <a:lnTo>
                  <a:pt x="219075" y="438150"/>
                </a:lnTo>
                <a:lnTo>
                  <a:pt x="219075" y="419100"/>
                </a:lnTo>
                <a:lnTo>
                  <a:pt x="228600" y="419100"/>
                </a:lnTo>
                <a:lnTo>
                  <a:pt x="228600" y="409575"/>
                </a:lnTo>
                <a:lnTo>
                  <a:pt x="219075" y="409575"/>
                </a:lnTo>
                <a:lnTo>
                  <a:pt x="219075" y="400050"/>
                </a:lnTo>
                <a:lnTo>
                  <a:pt x="238125" y="400050"/>
                </a:lnTo>
                <a:lnTo>
                  <a:pt x="238125" y="390525"/>
                </a:lnTo>
                <a:lnTo>
                  <a:pt x="219075" y="390525"/>
                </a:lnTo>
                <a:lnTo>
                  <a:pt x="219075" y="381000"/>
                </a:lnTo>
                <a:lnTo>
                  <a:pt x="228600" y="381000"/>
                </a:lnTo>
                <a:lnTo>
                  <a:pt x="228600" y="342900"/>
                </a:lnTo>
                <a:lnTo>
                  <a:pt x="219075" y="342900"/>
                </a:lnTo>
                <a:lnTo>
                  <a:pt x="219075" y="333375"/>
                </a:lnTo>
                <a:lnTo>
                  <a:pt x="209550" y="333375"/>
                </a:lnTo>
                <a:lnTo>
                  <a:pt x="209550" y="323850"/>
                </a:lnTo>
                <a:lnTo>
                  <a:pt x="180975" y="323850"/>
                </a:lnTo>
                <a:lnTo>
                  <a:pt x="180975" y="285750"/>
                </a:lnTo>
                <a:lnTo>
                  <a:pt x="190500" y="285750"/>
                </a:lnTo>
                <a:lnTo>
                  <a:pt x="190500" y="276225"/>
                </a:lnTo>
                <a:lnTo>
                  <a:pt x="200025" y="276225"/>
                </a:lnTo>
                <a:close/>
                <a:moveTo>
                  <a:pt x="438150" y="314325"/>
                </a:moveTo>
                <a:lnTo>
                  <a:pt x="457200" y="314325"/>
                </a:lnTo>
                <a:lnTo>
                  <a:pt x="457200" y="333375"/>
                </a:lnTo>
                <a:lnTo>
                  <a:pt x="466725" y="333375"/>
                </a:lnTo>
                <a:lnTo>
                  <a:pt x="466725" y="342900"/>
                </a:lnTo>
                <a:lnTo>
                  <a:pt x="476250" y="342900"/>
                </a:lnTo>
                <a:lnTo>
                  <a:pt x="476250" y="352425"/>
                </a:lnTo>
                <a:lnTo>
                  <a:pt x="466725" y="352425"/>
                </a:lnTo>
                <a:lnTo>
                  <a:pt x="466725" y="361950"/>
                </a:lnTo>
                <a:lnTo>
                  <a:pt x="438150" y="361950"/>
                </a:lnTo>
                <a:lnTo>
                  <a:pt x="438150" y="371475"/>
                </a:lnTo>
                <a:lnTo>
                  <a:pt x="428625" y="371475"/>
                </a:lnTo>
                <a:lnTo>
                  <a:pt x="428625" y="390525"/>
                </a:lnTo>
                <a:lnTo>
                  <a:pt x="409575" y="390525"/>
                </a:lnTo>
                <a:lnTo>
                  <a:pt x="409575" y="400050"/>
                </a:lnTo>
                <a:lnTo>
                  <a:pt x="400050" y="400050"/>
                </a:lnTo>
                <a:lnTo>
                  <a:pt x="400050" y="438150"/>
                </a:lnTo>
                <a:lnTo>
                  <a:pt x="381000" y="438150"/>
                </a:lnTo>
                <a:lnTo>
                  <a:pt x="381000" y="409575"/>
                </a:lnTo>
                <a:lnTo>
                  <a:pt x="390525" y="409575"/>
                </a:lnTo>
                <a:lnTo>
                  <a:pt x="390525" y="400050"/>
                </a:lnTo>
                <a:lnTo>
                  <a:pt x="381000" y="400050"/>
                </a:lnTo>
                <a:lnTo>
                  <a:pt x="381000" y="381000"/>
                </a:lnTo>
                <a:lnTo>
                  <a:pt x="371475" y="381000"/>
                </a:lnTo>
                <a:lnTo>
                  <a:pt x="371475" y="371475"/>
                </a:lnTo>
                <a:lnTo>
                  <a:pt x="361950" y="371475"/>
                </a:lnTo>
                <a:lnTo>
                  <a:pt x="361950" y="361950"/>
                </a:lnTo>
                <a:lnTo>
                  <a:pt x="371475" y="361950"/>
                </a:lnTo>
                <a:lnTo>
                  <a:pt x="371475" y="352425"/>
                </a:lnTo>
                <a:lnTo>
                  <a:pt x="409575" y="352425"/>
                </a:lnTo>
                <a:lnTo>
                  <a:pt x="409575" y="342900"/>
                </a:lnTo>
                <a:lnTo>
                  <a:pt x="428625" y="342900"/>
                </a:lnTo>
                <a:lnTo>
                  <a:pt x="428625" y="333375"/>
                </a:lnTo>
                <a:lnTo>
                  <a:pt x="419100" y="333375"/>
                </a:lnTo>
                <a:lnTo>
                  <a:pt x="419100" y="323850"/>
                </a:lnTo>
                <a:lnTo>
                  <a:pt x="438150" y="323850"/>
                </a:lnTo>
                <a:close/>
                <a:moveTo>
                  <a:pt x="171450" y="323850"/>
                </a:moveTo>
                <a:lnTo>
                  <a:pt x="180975" y="323850"/>
                </a:lnTo>
                <a:lnTo>
                  <a:pt x="180975" y="352425"/>
                </a:lnTo>
                <a:lnTo>
                  <a:pt x="161925" y="352425"/>
                </a:lnTo>
                <a:lnTo>
                  <a:pt x="161925" y="333375"/>
                </a:lnTo>
                <a:lnTo>
                  <a:pt x="171450" y="333375"/>
                </a:lnTo>
                <a:close/>
                <a:moveTo>
                  <a:pt x="438150" y="342900"/>
                </a:moveTo>
                <a:lnTo>
                  <a:pt x="447675" y="342900"/>
                </a:lnTo>
                <a:lnTo>
                  <a:pt x="447675" y="333375"/>
                </a:lnTo>
                <a:lnTo>
                  <a:pt x="438150" y="333375"/>
                </a:lnTo>
                <a:close/>
                <a:moveTo>
                  <a:pt x="419100" y="476250"/>
                </a:moveTo>
                <a:lnTo>
                  <a:pt x="428625" y="476250"/>
                </a:lnTo>
                <a:lnTo>
                  <a:pt x="428625" y="485775"/>
                </a:lnTo>
                <a:lnTo>
                  <a:pt x="419100" y="485775"/>
                </a:lnTo>
                <a:close/>
                <a:moveTo>
                  <a:pt x="123825" y="485775"/>
                </a:moveTo>
                <a:lnTo>
                  <a:pt x="142875" y="485775"/>
                </a:lnTo>
                <a:lnTo>
                  <a:pt x="142875" y="495300"/>
                </a:lnTo>
                <a:lnTo>
                  <a:pt x="171450" y="495300"/>
                </a:lnTo>
                <a:lnTo>
                  <a:pt x="171450" y="504825"/>
                </a:lnTo>
                <a:lnTo>
                  <a:pt x="180975" y="504825"/>
                </a:lnTo>
                <a:lnTo>
                  <a:pt x="180975" y="514350"/>
                </a:lnTo>
                <a:lnTo>
                  <a:pt x="161925" y="514350"/>
                </a:lnTo>
                <a:lnTo>
                  <a:pt x="161925" y="504825"/>
                </a:lnTo>
                <a:lnTo>
                  <a:pt x="142875" y="504825"/>
                </a:lnTo>
                <a:lnTo>
                  <a:pt x="142875" y="514350"/>
                </a:lnTo>
                <a:lnTo>
                  <a:pt x="114300" y="514350"/>
                </a:lnTo>
                <a:lnTo>
                  <a:pt x="114300" y="504825"/>
                </a:lnTo>
                <a:lnTo>
                  <a:pt x="104775" y="504825"/>
                </a:lnTo>
                <a:lnTo>
                  <a:pt x="104775" y="495300"/>
                </a:lnTo>
                <a:lnTo>
                  <a:pt x="123825" y="495300"/>
                </a:lnTo>
                <a:close/>
                <a:moveTo>
                  <a:pt x="428625" y="485775"/>
                </a:moveTo>
                <a:lnTo>
                  <a:pt x="438150" y="485775"/>
                </a:lnTo>
                <a:lnTo>
                  <a:pt x="438150" y="495300"/>
                </a:lnTo>
                <a:lnTo>
                  <a:pt x="428625" y="495300"/>
                </a:lnTo>
                <a:close/>
                <a:moveTo>
                  <a:pt x="457200" y="485775"/>
                </a:moveTo>
                <a:lnTo>
                  <a:pt x="485775" y="485775"/>
                </a:lnTo>
                <a:lnTo>
                  <a:pt x="485775" y="504825"/>
                </a:lnTo>
                <a:lnTo>
                  <a:pt x="476250" y="504825"/>
                </a:lnTo>
                <a:lnTo>
                  <a:pt x="476250" y="514350"/>
                </a:lnTo>
                <a:lnTo>
                  <a:pt x="466725" y="514350"/>
                </a:lnTo>
                <a:lnTo>
                  <a:pt x="466725" y="504825"/>
                </a:lnTo>
                <a:lnTo>
                  <a:pt x="447675" y="504825"/>
                </a:lnTo>
                <a:lnTo>
                  <a:pt x="447675" y="495300"/>
                </a:lnTo>
                <a:lnTo>
                  <a:pt x="457200" y="495300"/>
                </a:lnTo>
                <a:close/>
                <a:moveTo>
                  <a:pt x="504825" y="485775"/>
                </a:moveTo>
                <a:lnTo>
                  <a:pt x="523875" y="485775"/>
                </a:lnTo>
                <a:lnTo>
                  <a:pt x="523875" y="495300"/>
                </a:lnTo>
                <a:lnTo>
                  <a:pt x="533400" y="495300"/>
                </a:lnTo>
                <a:lnTo>
                  <a:pt x="533400" y="504825"/>
                </a:lnTo>
                <a:lnTo>
                  <a:pt x="523875" y="504825"/>
                </a:lnTo>
                <a:lnTo>
                  <a:pt x="523875" y="514350"/>
                </a:lnTo>
                <a:lnTo>
                  <a:pt x="514350" y="514350"/>
                </a:lnTo>
                <a:lnTo>
                  <a:pt x="514350" y="504825"/>
                </a:lnTo>
                <a:lnTo>
                  <a:pt x="495300" y="504825"/>
                </a:lnTo>
                <a:lnTo>
                  <a:pt x="495300" y="495300"/>
                </a:lnTo>
                <a:lnTo>
                  <a:pt x="504825" y="495300"/>
                </a:lnTo>
                <a:close/>
              </a:path>
            </a:pathLst>
          </a:custGeom>
          <a:solidFill xmlns:a="http://schemas.openxmlformats.org/drawingml/2006/main">
            <a:srgbClr val="B86347"/>
          </a:solidFill>
          <a:ln xmlns:a="http://schemas.openxmlformats.org/drawingml/2006/main" w="0">
            <a:noFill/>
          </a:ln>
        </p:spPr>
      </p:sp>
      <p:sp>
        <p:nvSpPr>
          <p:cNvPr id="78" name="warning vector #b56447">
            <a:extLst xmlns:a="http://schemas.openxmlformats.org/drawingml/2006/main">
              <a:ext uri="{FF2B5EF4-FFF2-40B4-BE49-F238E27FC236}">
                <a16:creationId xmlns:a16="http://schemas.microsoft.com/office/drawing/2014/main" id="{4E084D2B-23BC-4310-A11B-182B4D8784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19650" y="1819275"/>
            <a:ext cx="762000" cy="723900"/>
          </a:xfrm>
          <a:custGeom xmlns:a="http://schemas.openxmlformats.org/drawingml/2006/main">
            <a:pathLst>
              <a:path w="647700" h="609600">
                <a:moveTo>
                  <a:pt x="295275" y="95250"/>
                </a:moveTo>
                <a:lnTo>
                  <a:pt x="304800" y="95250"/>
                </a:lnTo>
                <a:lnTo>
                  <a:pt x="304800" y="104775"/>
                </a:lnTo>
                <a:lnTo>
                  <a:pt x="314325" y="104775"/>
                </a:lnTo>
                <a:lnTo>
                  <a:pt x="314325" y="114300"/>
                </a:lnTo>
                <a:lnTo>
                  <a:pt x="304800" y="114300"/>
                </a:lnTo>
                <a:lnTo>
                  <a:pt x="304800" y="133350"/>
                </a:lnTo>
                <a:lnTo>
                  <a:pt x="295275" y="133350"/>
                </a:lnTo>
                <a:lnTo>
                  <a:pt x="295275" y="142875"/>
                </a:lnTo>
                <a:lnTo>
                  <a:pt x="285750" y="142875"/>
                </a:lnTo>
                <a:lnTo>
                  <a:pt x="285750" y="152400"/>
                </a:lnTo>
                <a:lnTo>
                  <a:pt x="266700" y="152400"/>
                </a:lnTo>
                <a:lnTo>
                  <a:pt x="266700" y="133350"/>
                </a:lnTo>
                <a:lnTo>
                  <a:pt x="276225" y="133350"/>
                </a:lnTo>
                <a:lnTo>
                  <a:pt x="276225" y="114300"/>
                </a:lnTo>
                <a:lnTo>
                  <a:pt x="285750" y="114300"/>
                </a:lnTo>
                <a:lnTo>
                  <a:pt x="285750" y="104775"/>
                </a:lnTo>
                <a:lnTo>
                  <a:pt x="295275" y="104775"/>
                </a:lnTo>
                <a:close/>
                <a:moveTo>
                  <a:pt x="323850" y="95250"/>
                </a:moveTo>
                <a:lnTo>
                  <a:pt x="342900" y="95250"/>
                </a:lnTo>
                <a:lnTo>
                  <a:pt x="342900" y="114300"/>
                </a:lnTo>
                <a:lnTo>
                  <a:pt x="352425" y="114300"/>
                </a:lnTo>
                <a:lnTo>
                  <a:pt x="352425" y="123825"/>
                </a:lnTo>
                <a:lnTo>
                  <a:pt x="361950" y="123825"/>
                </a:lnTo>
                <a:lnTo>
                  <a:pt x="361950" y="142875"/>
                </a:lnTo>
                <a:lnTo>
                  <a:pt x="352425" y="142875"/>
                </a:lnTo>
                <a:lnTo>
                  <a:pt x="352425" y="133350"/>
                </a:lnTo>
                <a:lnTo>
                  <a:pt x="342900" y="133350"/>
                </a:lnTo>
                <a:lnTo>
                  <a:pt x="342900" y="123825"/>
                </a:lnTo>
                <a:lnTo>
                  <a:pt x="333375" y="123825"/>
                </a:lnTo>
                <a:lnTo>
                  <a:pt x="333375" y="114300"/>
                </a:lnTo>
                <a:lnTo>
                  <a:pt x="323850" y="114300"/>
                </a:lnTo>
                <a:close/>
                <a:moveTo>
                  <a:pt x="371475" y="161925"/>
                </a:moveTo>
                <a:lnTo>
                  <a:pt x="381000" y="161925"/>
                </a:lnTo>
                <a:lnTo>
                  <a:pt x="381000" y="171450"/>
                </a:lnTo>
                <a:lnTo>
                  <a:pt x="371475" y="171450"/>
                </a:lnTo>
                <a:close/>
                <a:moveTo>
                  <a:pt x="228600" y="200025"/>
                </a:moveTo>
                <a:lnTo>
                  <a:pt x="247650" y="200025"/>
                </a:lnTo>
                <a:lnTo>
                  <a:pt x="247650" y="209550"/>
                </a:lnTo>
                <a:lnTo>
                  <a:pt x="257175" y="209550"/>
                </a:lnTo>
                <a:lnTo>
                  <a:pt x="257175" y="219075"/>
                </a:lnTo>
                <a:lnTo>
                  <a:pt x="266700" y="219075"/>
                </a:lnTo>
                <a:lnTo>
                  <a:pt x="266700" y="228600"/>
                </a:lnTo>
                <a:lnTo>
                  <a:pt x="238125" y="228600"/>
                </a:lnTo>
                <a:lnTo>
                  <a:pt x="238125" y="257175"/>
                </a:lnTo>
                <a:lnTo>
                  <a:pt x="209550" y="257175"/>
                </a:lnTo>
                <a:lnTo>
                  <a:pt x="209550" y="238125"/>
                </a:lnTo>
                <a:lnTo>
                  <a:pt x="219075" y="238125"/>
                </a:lnTo>
                <a:lnTo>
                  <a:pt x="219075" y="219075"/>
                </a:lnTo>
                <a:lnTo>
                  <a:pt x="228600" y="219075"/>
                </a:lnTo>
                <a:close/>
                <a:moveTo>
                  <a:pt x="266700" y="200025"/>
                </a:moveTo>
                <a:lnTo>
                  <a:pt x="276225" y="200025"/>
                </a:lnTo>
                <a:lnTo>
                  <a:pt x="276225" y="209550"/>
                </a:lnTo>
                <a:lnTo>
                  <a:pt x="266700" y="209550"/>
                </a:lnTo>
                <a:close/>
                <a:moveTo>
                  <a:pt x="342900" y="209550"/>
                </a:moveTo>
                <a:lnTo>
                  <a:pt x="361950" y="209550"/>
                </a:lnTo>
                <a:lnTo>
                  <a:pt x="361950" y="219075"/>
                </a:lnTo>
                <a:lnTo>
                  <a:pt x="371475" y="219075"/>
                </a:lnTo>
                <a:lnTo>
                  <a:pt x="371475" y="257175"/>
                </a:lnTo>
                <a:lnTo>
                  <a:pt x="361950" y="257175"/>
                </a:lnTo>
                <a:lnTo>
                  <a:pt x="361950" y="228600"/>
                </a:lnTo>
                <a:lnTo>
                  <a:pt x="352425" y="228600"/>
                </a:lnTo>
                <a:lnTo>
                  <a:pt x="352425" y="219075"/>
                </a:lnTo>
                <a:lnTo>
                  <a:pt x="342900" y="219075"/>
                </a:lnTo>
                <a:close/>
                <a:moveTo>
                  <a:pt x="381000" y="219075"/>
                </a:moveTo>
                <a:lnTo>
                  <a:pt x="390525" y="219075"/>
                </a:lnTo>
                <a:lnTo>
                  <a:pt x="390525" y="238125"/>
                </a:lnTo>
                <a:lnTo>
                  <a:pt x="381000" y="238125"/>
                </a:lnTo>
                <a:close/>
                <a:moveTo>
                  <a:pt x="409575" y="247650"/>
                </a:moveTo>
                <a:lnTo>
                  <a:pt x="428625" y="247650"/>
                </a:lnTo>
                <a:lnTo>
                  <a:pt x="428625" y="257175"/>
                </a:lnTo>
                <a:lnTo>
                  <a:pt x="438150" y="257175"/>
                </a:lnTo>
                <a:lnTo>
                  <a:pt x="438150" y="276225"/>
                </a:lnTo>
                <a:lnTo>
                  <a:pt x="447675" y="276225"/>
                </a:lnTo>
                <a:lnTo>
                  <a:pt x="447675" y="295275"/>
                </a:lnTo>
                <a:lnTo>
                  <a:pt x="457200" y="295275"/>
                </a:lnTo>
                <a:lnTo>
                  <a:pt x="457200" y="314325"/>
                </a:lnTo>
                <a:lnTo>
                  <a:pt x="438150" y="314325"/>
                </a:lnTo>
                <a:lnTo>
                  <a:pt x="438150" y="323850"/>
                </a:lnTo>
                <a:lnTo>
                  <a:pt x="419100" y="323850"/>
                </a:lnTo>
                <a:lnTo>
                  <a:pt x="419100" y="333375"/>
                </a:lnTo>
                <a:lnTo>
                  <a:pt x="428625" y="333375"/>
                </a:lnTo>
                <a:lnTo>
                  <a:pt x="428625" y="342900"/>
                </a:lnTo>
                <a:lnTo>
                  <a:pt x="409575" y="342900"/>
                </a:lnTo>
                <a:lnTo>
                  <a:pt x="409575" y="352425"/>
                </a:lnTo>
                <a:lnTo>
                  <a:pt x="371475" y="352425"/>
                </a:lnTo>
                <a:lnTo>
                  <a:pt x="371475" y="361950"/>
                </a:lnTo>
                <a:lnTo>
                  <a:pt x="361950" y="361950"/>
                </a:lnTo>
                <a:lnTo>
                  <a:pt x="361950" y="371475"/>
                </a:lnTo>
                <a:lnTo>
                  <a:pt x="371475" y="371475"/>
                </a:lnTo>
                <a:lnTo>
                  <a:pt x="371475" y="381000"/>
                </a:lnTo>
                <a:lnTo>
                  <a:pt x="381000" y="381000"/>
                </a:lnTo>
                <a:lnTo>
                  <a:pt x="381000" y="400050"/>
                </a:lnTo>
                <a:lnTo>
                  <a:pt x="390525" y="400050"/>
                </a:lnTo>
                <a:lnTo>
                  <a:pt x="390525" y="409575"/>
                </a:lnTo>
                <a:lnTo>
                  <a:pt x="381000" y="409575"/>
                </a:lnTo>
                <a:lnTo>
                  <a:pt x="381000" y="438150"/>
                </a:lnTo>
                <a:lnTo>
                  <a:pt x="371475" y="438150"/>
                </a:lnTo>
                <a:lnTo>
                  <a:pt x="371475" y="447675"/>
                </a:lnTo>
                <a:lnTo>
                  <a:pt x="361950" y="447675"/>
                </a:lnTo>
                <a:lnTo>
                  <a:pt x="361950" y="428625"/>
                </a:lnTo>
                <a:lnTo>
                  <a:pt x="352425" y="428625"/>
                </a:lnTo>
                <a:lnTo>
                  <a:pt x="352425" y="400050"/>
                </a:lnTo>
                <a:lnTo>
                  <a:pt x="342900" y="400050"/>
                </a:lnTo>
                <a:lnTo>
                  <a:pt x="342900" y="361950"/>
                </a:lnTo>
                <a:lnTo>
                  <a:pt x="352425" y="361950"/>
                </a:lnTo>
                <a:lnTo>
                  <a:pt x="352425" y="352425"/>
                </a:lnTo>
                <a:lnTo>
                  <a:pt x="361950" y="352425"/>
                </a:lnTo>
                <a:lnTo>
                  <a:pt x="361950" y="276225"/>
                </a:lnTo>
                <a:lnTo>
                  <a:pt x="381000" y="276225"/>
                </a:lnTo>
                <a:lnTo>
                  <a:pt x="381000" y="266700"/>
                </a:lnTo>
                <a:lnTo>
                  <a:pt x="400050" y="266700"/>
                </a:lnTo>
                <a:lnTo>
                  <a:pt x="400050" y="257175"/>
                </a:lnTo>
                <a:lnTo>
                  <a:pt x="409575" y="257175"/>
                </a:lnTo>
                <a:close/>
                <a:moveTo>
                  <a:pt x="200025" y="257175"/>
                </a:moveTo>
                <a:lnTo>
                  <a:pt x="209550" y="257175"/>
                </a:lnTo>
                <a:lnTo>
                  <a:pt x="209550" y="266700"/>
                </a:lnTo>
                <a:lnTo>
                  <a:pt x="200025" y="266700"/>
                </a:lnTo>
                <a:close/>
                <a:moveTo>
                  <a:pt x="190500" y="266700"/>
                </a:moveTo>
                <a:lnTo>
                  <a:pt x="200025" y="266700"/>
                </a:lnTo>
                <a:lnTo>
                  <a:pt x="200025" y="276225"/>
                </a:lnTo>
                <a:lnTo>
                  <a:pt x="190500" y="276225"/>
                </a:lnTo>
                <a:close/>
                <a:moveTo>
                  <a:pt x="180975" y="276225"/>
                </a:moveTo>
                <a:lnTo>
                  <a:pt x="190500" y="276225"/>
                </a:lnTo>
                <a:lnTo>
                  <a:pt x="190500" y="285750"/>
                </a:lnTo>
                <a:lnTo>
                  <a:pt x="180975" y="285750"/>
                </a:lnTo>
                <a:close/>
                <a:moveTo>
                  <a:pt x="171450" y="285750"/>
                </a:moveTo>
                <a:lnTo>
                  <a:pt x="180975" y="285750"/>
                </a:lnTo>
                <a:lnTo>
                  <a:pt x="180975" y="323850"/>
                </a:lnTo>
                <a:lnTo>
                  <a:pt x="171450" y="323850"/>
                </a:lnTo>
                <a:lnTo>
                  <a:pt x="171450" y="333375"/>
                </a:lnTo>
                <a:lnTo>
                  <a:pt x="161925" y="333375"/>
                </a:lnTo>
                <a:lnTo>
                  <a:pt x="161925" y="342900"/>
                </a:lnTo>
                <a:lnTo>
                  <a:pt x="142875" y="342900"/>
                </a:lnTo>
                <a:lnTo>
                  <a:pt x="142875" y="333375"/>
                </a:lnTo>
                <a:lnTo>
                  <a:pt x="152400" y="333375"/>
                </a:lnTo>
                <a:lnTo>
                  <a:pt x="152400" y="323850"/>
                </a:lnTo>
                <a:lnTo>
                  <a:pt x="161925" y="323850"/>
                </a:lnTo>
                <a:lnTo>
                  <a:pt x="161925" y="314325"/>
                </a:lnTo>
                <a:lnTo>
                  <a:pt x="171450" y="314325"/>
                </a:lnTo>
                <a:close/>
                <a:moveTo>
                  <a:pt x="457200" y="314325"/>
                </a:moveTo>
                <a:lnTo>
                  <a:pt x="466725" y="314325"/>
                </a:lnTo>
                <a:lnTo>
                  <a:pt x="466725" y="323850"/>
                </a:lnTo>
                <a:lnTo>
                  <a:pt x="485775" y="323850"/>
                </a:lnTo>
                <a:lnTo>
                  <a:pt x="485775" y="342900"/>
                </a:lnTo>
                <a:lnTo>
                  <a:pt x="466725" y="342900"/>
                </a:lnTo>
                <a:lnTo>
                  <a:pt x="466725" y="333375"/>
                </a:lnTo>
                <a:lnTo>
                  <a:pt x="457200" y="333375"/>
                </a:lnTo>
                <a:close/>
                <a:moveTo>
                  <a:pt x="257175" y="323850"/>
                </a:moveTo>
                <a:lnTo>
                  <a:pt x="266700" y="323850"/>
                </a:lnTo>
                <a:lnTo>
                  <a:pt x="266700" y="361950"/>
                </a:lnTo>
                <a:lnTo>
                  <a:pt x="276225" y="361950"/>
                </a:lnTo>
                <a:lnTo>
                  <a:pt x="276225" y="390525"/>
                </a:lnTo>
                <a:lnTo>
                  <a:pt x="266700" y="390525"/>
                </a:lnTo>
                <a:lnTo>
                  <a:pt x="266700" y="457200"/>
                </a:lnTo>
                <a:lnTo>
                  <a:pt x="257175" y="457200"/>
                </a:lnTo>
                <a:lnTo>
                  <a:pt x="257175" y="438150"/>
                </a:lnTo>
                <a:lnTo>
                  <a:pt x="238125" y="438150"/>
                </a:lnTo>
                <a:lnTo>
                  <a:pt x="238125" y="409575"/>
                </a:lnTo>
                <a:lnTo>
                  <a:pt x="247650" y="409575"/>
                </a:lnTo>
                <a:lnTo>
                  <a:pt x="247650" y="400050"/>
                </a:lnTo>
                <a:lnTo>
                  <a:pt x="257175" y="400050"/>
                </a:lnTo>
                <a:lnTo>
                  <a:pt x="257175" y="371475"/>
                </a:lnTo>
                <a:lnTo>
                  <a:pt x="247650" y="371475"/>
                </a:lnTo>
                <a:lnTo>
                  <a:pt x="247650" y="361950"/>
                </a:lnTo>
                <a:lnTo>
                  <a:pt x="238125" y="361950"/>
                </a:lnTo>
                <a:lnTo>
                  <a:pt x="238125" y="342900"/>
                </a:lnTo>
                <a:lnTo>
                  <a:pt x="247650" y="342900"/>
                </a:lnTo>
                <a:lnTo>
                  <a:pt x="247650" y="333375"/>
                </a:lnTo>
                <a:lnTo>
                  <a:pt x="257175" y="333375"/>
                </a:lnTo>
                <a:close/>
                <a:moveTo>
                  <a:pt x="438150" y="333375"/>
                </a:moveTo>
                <a:lnTo>
                  <a:pt x="447675" y="333375"/>
                </a:lnTo>
                <a:lnTo>
                  <a:pt x="447675" y="342900"/>
                </a:lnTo>
                <a:lnTo>
                  <a:pt x="438150" y="342900"/>
                </a:lnTo>
                <a:close/>
                <a:moveTo>
                  <a:pt x="85725" y="447675"/>
                </a:moveTo>
                <a:lnTo>
                  <a:pt x="95250" y="447675"/>
                </a:lnTo>
                <a:lnTo>
                  <a:pt x="95250" y="457200"/>
                </a:lnTo>
                <a:lnTo>
                  <a:pt x="104775" y="457200"/>
                </a:lnTo>
                <a:lnTo>
                  <a:pt x="104775" y="466725"/>
                </a:lnTo>
                <a:lnTo>
                  <a:pt x="114300" y="466725"/>
                </a:lnTo>
                <a:lnTo>
                  <a:pt x="114300" y="495300"/>
                </a:lnTo>
                <a:lnTo>
                  <a:pt x="104775" y="495300"/>
                </a:lnTo>
                <a:lnTo>
                  <a:pt x="104775" y="504825"/>
                </a:lnTo>
                <a:lnTo>
                  <a:pt x="114300" y="504825"/>
                </a:lnTo>
                <a:lnTo>
                  <a:pt x="114300" y="514350"/>
                </a:lnTo>
                <a:lnTo>
                  <a:pt x="180975" y="514350"/>
                </a:lnTo>
                <a:lnTo>
                  <a:pt x="180975" y="523875"/>
                </a:lnTo>
                <a:lnTo>
                  <a:pt x="95250" y="523875"/>
                </a:lnTo>
                <a:lnTo>
                  <a:pt x="95250" y="514350"/>
                </a:lnTo>
                <a:lnTo>
                  <a:pt x="85725" y="514350"/>
                </a:lnTo>
                <a:lnTo>
                  <a:pt x="85725" y="495300"/>
                </a:lnTo>
                <a:lnTo>
                  <a:pt x="76200" y="495300"/>
                </a:lnTo>
                <a:lnTo>
                  <a:pt x="76200" y="466725"/>
                </a:lnTo>
                <a:lnTo>
                  <a:pt x="85725" y="466725"/>
                </a:lnTo>
                <a:close/>
                <a:moveTo>
                  <a:pt x="514350" y="466725"/>
                </a:moveTo>
                <a:lnTo>
                  <a:pt x="552450" y="466725"/>
                </a:lnTo>
                <a:lnTo>
                  <a:pt x="552450" y="476250"/>
                </a:lnTo>
                <a:lnTo>
                  <a:pt x="561975" y="476250"/>
                </a:lnTo>
                <a:lnTo>
                  <a:pt x="561975" y="495300"/>
                </a:lnTo>
                <a:lnTo>
                  <a:pt x="552450" y="495300"/>
                </a:lnTo>
                <a:lnTo>
                  <a:pt x="552450" y="514350"/>
                </a:lnTo>
                <a:lnTo>
                  <a:pt x="533400" y="514350"/>
                </a:lnTo>
                <a:lnTo>
                  <a:pt x="533400" y="523875"/>
                </a:lnTo>
                <a:lnTo>
                  <a:pt x="476250" y="523875"/>
                </a:lnTo>
                <a:lnTo>
                  <a:pt x="476250" y="514350"/>
                </a:lnTo>
                <a:lnTo>
                  <a:pt x="523875" y="514350"/>
                </a:lnTo>
                <a:lnTo>
                  <a:pt x="523875" y="504825"/>
                </a:lnTo>
                <a:lnTo>
                  <a:pt x="533400" y="504825"/>
                </a:lnTo>
                <a:lnTo>
                  <a:pt x="533400" y="495300"/>
                </a:lnTo>
                <a:lnTo>
                  <a:pt x="523875" y="495300"/>
                </a:lnTo>
                <a:lnTo>
                  <a:pt x="523875" y="485775"/>
                </a:lnTo>
                <a:lnTo>
                  <a:pt x="504825" y="485775"/>
                </a:lnTo>
                <a:lnTo>
                  <a:pt x="504825" y="476250"/>
                </a:lnTo>
                <a:lnTo>
                  <a:pt x="514350" y="476250"/>
                </a:lnTo>
                <a:close/>
                <a:moveTo>
                  <a:pt x="409575" y="514350"/>
                </a:moveTo>
                <a:lnTo>
                  <a:pt x="447675" y="514350"/>
                </a:lnTo>
                <a:lnTo>
                  <a:pt x="447675" y="523875"/>
                </a:lnTo>
                <a:lnTo>
                  <a:pt x="409575" y="523875"/>
                </a:lnTo>
                <a:close/>
                <a:moveTo>
                  <a:pt x="190500" y="523875"/>
                </a:moveTo>
                <a:lnTo>
                  <a:pt x="209550" y="523875"/>
                </a:lnTo>
                <a:lnTo>
                  <a:pt x="209550" y="533400"/>
                </a:lnTo>
                <a:lnTo>
                  <a:pt x="190500" y="533400"/>
                </a:lnTo>
                <a:close/>
              </a:path>
            </a:pathLst>
          </a:custGeom>
          <a:solidFill xmlns:a="http://schemas.openxmlformats.org/drawingml/2006/main">
            <a:srgbClr val="B56447"/>
          </a:solidFill>
          <a:ln xmlns:a="http://schemas.openxmlformats.org/drawingml/2006/main" w="0">
            <a:noFill/>
          </a:ln>
        </p:spPr>
      </p:sp>
      <p:sp>
        <p:nvSpPr>
          <p:cNvPr id="79" name="warning vector #ae6449">
            <a:extLst xmlns:a="http://schemas.openxmlformats.org/drawingml/2006/main">
              <a:ext uri="{FF2B5EF4-FFF2-40B4-BE49-F238E27FC236}">
                <a16:creationId xmlns:a16="http://schemas.microsoft.com/office/drawing/2014/main" id="{2AD2E0B6-9BEF-4A58-9578-709A16076E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819650" y="1819275"/>
            <a:ext cx="762000" cy="723900"/>
          </a:xfrm>
          <a:custGeom xmlns:a="http://schemas.openxmlformats.org/drawingml/2006/main">
            <a:pathLst>
              <a:path w="647700" h="609600">
                <a:moveTo>
                  <a:pt x="285750" y="85725"/>
                </a:moveTo>
                <a:lnTo>
                  <a:pt x="323850" y="85725"/>
                </a:lnTo>
                <a:lnTo>
                  <a:pt x="323850" y="95250"/>
                </a:lnTo>
                <a:lnTo>
                  <a:pt x="295275" y="95250"/>
                </a:lnTo>
                <a:lnTo>
                  <a:pt x="295275" y="104775"/>
                </a:lnTo>
                <a:lnTo>
                  <a:pt x="285750" y="104775"/>
                </a:lnTo>
                <a:lnTo>
                  <a:pt x="285750" y="114300"/>
                </a:lnTo>
                <a:lnTo>
                  <a:pt x="276225" y="114300"/>
                </a:lnTo>
                <a:lnTo>
                  <a:pt x="276225" y="133350"/>
                </a:lnTo>
                <a:lnTo>
                  <a:pt x="266700" y="133350"/>
                </a:lnTo>
                <a:lnTo>
                  <a:pt x="266700" y="142875"/>
                </a:lnTo>
                <a:lnTo>
                  <a:pt x="257175" y="142875"/>
                </a:lnTo>
                <a:lnTo>
                  <a:pt x="257175" y="123825"/>
                </a:lnTo>
                <a:lnTo>
                  <a:pt x="266700" y="123825"/>
                </a:lnTo>
                <a:lnTo>
                  <a:pt x="266700" y="104775"/>
                </a:lnTo>
                <a:lnTo>
                  <a:pt x="276225" y="104775"/>
                </a:lnTo>
                <a:lnTo>
                  <a:pt x="276225" y="95250"/>
                </a:lnTo>
                <a:lnTo>
                  <a:pt x="285750" y="95250"/>
                </a:lnTo>
                <a:close/>
                <a:moveTo>
                  <a:pt x="333375" y="85725"/>
                </a:moveTo>
                <a:lnTo>
                  <a:pt x="342900" y="85725"/>
                </a:lnTo>
                <a:lnTo>
                  <a:pt x="342900" y="95250"/>
                </a:lnTo>
                <a:lnTo>
                  <a:pt x="333375" y="95250"/>
                </a:lnTo>
                <a:close/>
                <a:moveTo>
                  <a:pt x="342900" y="95250"/>
                </a:moveTo>
                <a:lnTo>
                  <a:pt x="352425" y="95250"/>
                </a:lnTo>
                <a:lnTo>
                  <a:pt x="352425" y="114300"/>
                </a:lnTo>
                <a:lnTo>
                  <a:pt x="342900" y="114300"/>
                </a:lnTo>
                <a:close/>
                <a:moveTo>
                  <a:pt x="352425" y="114300"/>
                </a:moveTo>
                <a:lnTo>
                  <a:pt x="361950" y="114300"/>
                </a:lnTo>
                <a:lnTo>
                  <a:pt x="361950" y="123825"/>
                </a:lnTo>
                <a:lnTo>
                  <a:pt x="352425" y="123825"/>
                </a:lnTo>
                <a:close/>
                <a:moveTo>
                  <a:pt x="361950" y="123825"/>
                </a:moveTo>
                <a:lnTo>
                  <a:pt x="371475" y="123825"/>
                </a:lnTo>
                <a:lnTo>
                  <a:pt x="371475" y="133350"/>
                </a:lnTo>
                <a:lnTo>
                  <a:pt x="361950" y="133350"/>
                </a:lnTo>
                <a:close/>
                <a:moveTo>
                  <a:pt x="209550" y="200025"/>
                </a:moveTo>
                <a:lnTo>
                  <a:pt x="228600" y="200025"/>
                </a:lnTo>
                <a:lnTo>
                  <a:pt x="228600" y="209550"/>
                </a:lnTo>
                <a:lnTo>
                  <a:pt x="219075" y="209550"/>
                </a:lnTo>
                <a:lnTo>
                  <a:pt x="219075" y="238125"/>
                </a:lnTo>
                <a:lnTo>
                  <a:pt x="209550" y="238125"/>
                </a:lnTo>
                <a:lnTo>
                  <a:pt x="209550" y="247650"/>
                </a:lnTo>
                <a:lnTo>
                  <a:pt x="190500" y="247650"/>
                </a:lnTo>
                <a:lnTo>
                  <a:pt x="190500" y="238125"/>
                </a:lnTo>
                <a:lnTo>
                  <a:pt x="200025" y="238125"/>
                </a:lnTo>
                <a:lnTo>
                  <a:pt x="200025" y="219075"/>
                </a:lnTo>
                <a:lnTo>
                  <a:pt x="209550" y="219075"/>
                </a:lnTo>
                <a:close/>
                <a:moveTo>
                  <a:pt x="180975" y="247650"/>
                </a:moveTo>
                <a:lnTo>
                  <a:pt x="190500" y="247650"/>
                </a:lnTo>
                <a:lnTo>
                  <a:pt x="190500" y="257175"/>
                </a:lnTo>
                <a:lnTo>
                  <a:pt x="200025" y="257175"/>
                </a:lnTo>
                <a:lnTo>
                  <a:pt x="200025" y="266700"/>
                </a:lnTo>
                <a:lnTo>
                  <a:pt x="190500" y="266700"/>
                </a:lnTo>
                <a:lnTo>
                  <a:pt x="190500" y="276225"/>
                </a:lnTo>
                <a:lnTo>
                  <a:pt x="180975" y="276225"/>
                </a:lnTo>
                <a:lnTo>
                  <a:pt x="180975" y="285750"/>
                </a:lnTo>
                <a:lnTo>
                  <a:pt x="171450" y="285750"/>
                </a:lnTo>
                <a:lnTo>
                  <a:pt x="171450" y="266700"/>
                </a:lnTo>
                <a:lnTo>
                  <a:pt x="180975" y="266700"/>
                </a:lnTo>
                <a:close/>
                <a:moveTo>
                  <a:pt x="438150" y="257175"/>
                </a:moveTo>
                <a:lnTo>
                  <a:pt x="447675" y="257175"/>
                </a:lnTo>
                <a:lnTo>
                  <a:pt x="447675" y="266700"/>
                </a:lnTo>
                <a:lnTo>
                  <a:pt x="457200" y="266700"/>
                </a:lnTo>
                <a:lnTo>
                  <a:pt x="457200" y="285750"/>
                </a:lnTo>
                <a:lnTo>
                  <a:pt x="466725" y="285750"/>
                </a:lnTo>
                <a:lnTo>
                  <a:pt x="466725" y="295275"/>
                </a:lnTo>
                <a:lnTo>
                  <a:pt x="476250" y="295275"/>
                </a:lnTo>
                <a:lnTo>
                  <a:pt x="476250" y="314325"/>
                </a:lnTo>
                <a:lnTo>
                  <a:pt x="485775" y="314325"/>
                </a:lnTo>
                <a:lnTo>
                  <a:pt x="485775" y="323850"/>
                </a:lnTo>
                <a:lnTo>
                  <a:pt x="466725" y="323850"/>
                </a:lnTo>
                <a:lnTo>
                  <a:pt x="466725" y="314325"/>
                </a:lnTo>
                <a:lnTo>
                  <a:pt x="457200" y="314325"/>
                </a:lnTo>
                <a:lnTo>
                  <a:pt x="457200" y="295275"/>
                </a:lnTo>
                <a:lnTo>
                  <a:pt x="447675" y="295275"/>
                </a:lnTo>
                <a:lnTo>
                  <a:pt x="447675" y="276225"/>
                </a:lnTo>
                <a:lnTo>
                  <a:pt x="438150" y="276225"/>
                </a:lnTo>
                <a:close/>
                <a:moveTo>
                  <a:pt x="352425" y="276225"/>
                </a:moveTo>
                <a:lnTo>
                  <a:pt x="361950" y="276225"/>
                </a:lnTo>
                <a:lnTo>
                  <a:pt x="361950" y="352425"/>
                </a:lnTo>
                <a:lnTo>
                  <a:pt x="352425" y="352425"/>
                </a:lnTo>
                <a:lnTo>
                  <a:pt x="352425" y="361950"/>
                </a:lnTo>
                <a:lnTo>
                  <a:pt x="342900" y="361950"/>
                </a:lnTo>
                <a:lnTo>
                  <a:pt x="342900" y="304800"/>
                </a:lnTo>
                <a:lnTo>
                  <a:pt x="352425" y="304800"/>
                </a:lnTo>
                <a:close/>
                <a:moveTo>
                  <a:pt x="161925" y="285750"/>
                </a:moveTo>
                <a:lnTo>
                  <a:pt x="171450" y="285750"/>
                </a:lnTo>
                <a:lnTo>
                  <a:pt x="171450" y="314325"/>
                </a:lnTo>
                <a:lnTo>
                  <a:pt x="161925" y="314325"/>
                </a:lnTo>
                <a:lnTo>
                  <a:pt x="161925" y="323850"/>
                </a:lnTo>
                <a:lnTo>
                  <a:pt x="152400" y="323850"/>
                </a:lnTo>
                <a:lnTo>
                  <a:pt x="152400" y="333375"/>
                </a:lnTo>
                <a:lnTo>
                  <a:pt x="142875" y="333375"/>
                </a:lnTo>
                <a:lnTo>
                  <a:pt x="142875" y="314325"/>
                </a:lnTo>
                <a:lnTo>
                  <a:pt x="152400" y="314325"/>
                </a:lnTo>
                <a:lnTo>
                  <a:pt x="152400" y="295275"/>
                </a:lnTo>
                <a:lnTo>
                  <a:pt x="161925" y="295275"/>
                </a:lnTo>
                <a:close/>
                <a:moveTo>
                  <a:pt x="266700" y="323850"/>
                </a:moveTo>
                <a:lnTo>
                  <a:pt x="276225" y="323850"/>
                </a:lnTo>
                <a:lnTo>
                  <a:pt x="276225" y="352425"/>
                </a:lnTo>
                <a:lnTo>
                  <a:pt x="285750" y="352425"/>
                </a:lnTo>
                <a:lnTo>
                  <a:pt x="285750" y="371475"/>
                </a:lnTo>
                <a:lnTo>
                  <a:pt x="323850" y="371475"/>
                </a:lnTo>
                <a:lnTo>
                  <a:pt x="323850" y="381000"/>
                </a:lnTo>
                <a:lnTo>
                  <a:pt x="333375" y="381000"/>
                </a:lnTo>
                <a:lnTo>
                  <a:pt x="333375" y="361950"/>
                </a:lnTo>
                <a:lnTo>
                  <a:pt x="342900" y="361950"/>
                </a:lnTo>
                <a:lnTo>
                  <a:pt x="342900" y="400050"/>
                </a:lnTo>
                <a:lnTo>
                  <a:pt x="352425" y="400050"/>
                </a:lnTo>
                <a:lnTo>
                  <a:pt x="352425" y="419100"/>
                </a:lnTo>
                <a:lnTo>
                  <a:pt x="342900" y="419100"/>
                </a:lnTo>
                <a:lnTo>
                  <a:pt x="342900" y="409575"/>
                </a:lnTo>
                <a:lnTo>
                  <a:pt x="333375" y="409575"/>
                </a:lnTo>
                <a:lnTo>
                  <a:pt x="333375" y="400050"/>
                </a:lnTo>
                <a:lnTo>
                  <a:pt x="285750" y="400050"/>
                </a:lnTo>
                <a:lnTo>
                  <a:pt x="285750" y="419100"/>
                </a:lnTo>
                <a:lnTo>
                  <a:pt x="276225" y="419100"/>
                </a:lnTo>
                <a:lnTo>
                  <a:pt x="276225" y="409575"/>
                </a:lnTo>
                <a:lnTo>
                  <a:pt x="266700" y="409575"/>
                </a:lnTo>
                <a:lnTo>
                  <a:pt x="266700" y="390525"/>
                </a:lnTo>
                <a:lnTo>
                  <a:pt x="276225" y="390525"/>
                </a:lnTo>
                <a:lnTo>
                  <a:pt x="276225" y="361950"/>
                </a:lnTo>
                <a:lnTo>
                  <a:pt x="266700" y="361950"/>
                </a:lnTo>
                <a:close/>
                <a:moveTo>
                  <a:pt x="133350" y="333375"/>
                </a:moveTo>
                <a:lnTo>
                  <a:pt x="142875" y="333375"/>
                </a:lnTo>
                <a:lnTo>
                  <a:pt x="142875" y="342900"/>
                </a:lnTo>
                <a:lnTo>
                  <a:pt x="133350" y="342900"/>
                </a:lnTo>
                <a:close/>
                <a:moveTo>
                  <a:pt x="66675" y="447675"/>
                </a:moveTo>
                <a:lnTo>
                  <a:pt x="85725" y="447675"/>
                </a:lnTo>
                <a:lnTo>
                  <a:pt x="85725" y="466725"/>
                </a:lnTo>
                <a:lnTo>
                  <a:pt x="76200" y="466725"/>
                </a:lnTo>
                <a:lnTo>
                  <a:pt x="76200" y="495300"/>
                </a:lnTo>
                <a:lnTo>
                  <a:pt x="85725" y="495300"/>
                </a:lnTo>
                <a:lnTo>
                  <a:pt x="85725" y="514350"/>
                </a:lnTo>
                <a:lnTo>
                  <a:pt x="95250" y="514350"/>
                </a:lnTo>
                <a:lnTo>
                  <a:pt x="95250" y="523875"/>
                </a:lnTo>
                <a:lnTo>
                  <a:pt x="190500" y="523875"/>
                </a:lnTo>
                <a:lnTo>
                  <a:pt x="190500" y="533400"/>
                </a:lnTo>
                <a:lnTo>
                  <a:pt x="171450" y="533400"/>
                </a:lnTo>
                <a:lnTo>
                  <a:pt x="171450" y="542925"/>
                </a:lnTo>
                <a:lnTo>
                  <a:pt x="95250" y="542925"/>
                </a:lnTo>
                <a:lnTo>
                  <a:pt x="95250" y="533400"/>
                </a:lnTo>
                <a:lnTo>
                  <a:pt x="66675" y="533400"/>
                </a:lnTo>
                <a:lnTo>
                  <a:pt x="66675" y="523875"/>
                </a:lnTo>
                <a:lnTo>
                  <a:pt x="57150" y="523875"/>
                </a:lnTo>
                <a:lnTo>
                  <a:pt x="57150" y="457200"/>
                </a:lnTo>
                <a:lnTo>
                  <a:pt x="66675" y="457200"/>
                </a:lnTo>
                <a:close/>
                <a:moveTo>
                  <a:pt x="561975" y="466725"/>
                </a:moveTo>
                <a:lnTo>
                  <a:pt x="571500" y="466725"/>
                </a:lnTo>
                <a:lnTo>
                  <a:pt x="571500" y="504825"/>
                </a:lnTo>
                <a:lnTo>
                  <a:pt x="581025" y="504825"/>
                </a:lnTo>
                <a:lnTo>
                  <a:pt x="581025" y="514350"/>
                </a:lnTo>
                <a:lnTo>
                  <a:pt x="571500" y="514350"/>
                </a:lnTo>
                <a:lnTo>
                  <a:pt x="571500" y="523875"/>
                </a:lnTo>
                <a:lnTo>
                  <a:pt x="561975" y="523875"/>
                </a:lnTo>
                <a:lnTo>
                  <a:pt x="561975" y="533400"/>
                </a:lnTo>
                <a:lnTo>
                  <a:pt x="542925" y="533400"/>
                </a:lnTo>
                <a:lnTo>
                  <a:pt x="542925" y="542925"/>
                </a:lnTo>
                <a:lnTo>
                  <a:pt x="495300" y="542925"/>
                </a:lnTo>
                <a:lnTo>
                  <a:pt x="495300" y="533400"/>
                </a:lnTo>
                <a:lnTo>
                  <a:pt x="428625" y="533400"/>
                </a:lnTo>
                <a:lnTo>
                  <a:pt x="428625" y="523875"/>
                </a:lnTo>
                <a:lnTo>
                  <a:pt x="533400" y="523875"/>
                </a:lnTo>
                <a:lnTo>
                  <a:pt x="533400" y="514350"/>
                </a:lnTo>
                <a:lnTo>
                  <a:pt x="552450" y="514350"/>
                </a:lnTo>
                <a:lnTo>
                  <a:pt x="552450" y="495300"/>
                </a:lnTo>
                <a:lnTo>
                  <a:pt x="561975" y="495300"/>
                </a:lnTo>
                <a:close/>
              </a:path>
            </a:pathLst>
          </a:custGeom>
          <a:solidFill xmlns:a="http://schemas.openxmlformats.org/drawingml/2006/main">
            <a:srgbClr val="AE6449"/>
          </a:solidFill>
          <a:ln xmlns:a="http://schemas.openxmlformats.org/drawingml/2006/main" w="0">
            <a:noFill/>
          </a:ln>
        </p:spPr>
      </p:sp>
      <p:sp>
        <p:nvSpPr>
          <p:cNvPr id="80" name="">
            <a:extLst xmlns:a="http://schemas.openxmlformats.org/drawingml/2006/main">
              <a:ext uri="{FF2B5EF4-FFF2-40B4-BE49-F238E27FC236}">
                <a16:creationId xmlns:a16="http://schemas.microsoft.com/office/drawing/2014/main" id="{D7E39ECD-6772-45F9-B8A1-ADBD75637F7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867775" y="1800225"/>
            <a:ext cx="752475" cy="742950"/>
          </a:xfrm>
          <a:prstGeom xmlns:a="http://schemas.openxmlformats.org/drawingml/2006/main" prst="rect">
            <a:avLst/>
          </a:prstGeom>
          <a:solidFill xmlns:a="http://schemas.openxmlformats.org/drawingml/2006/main">
            <a:srgbClr val="F5F2E8"/>
          </a:solidFill>
          <a:ln xmlns:a="http://schemas.openxmlformats.org/drawingml/2006/main" w="0">
            <a:noFill/>
          </a:ln>
        </p:spPr>
      </p:sp>
      <p:sp>
        <p:nvSpPr>
          <p:cNvPr id="81" name="rocket vector #f9eede">
            <a:extLst xmlns:a="http://schemas.openxmlformats.org/drawingml/2006/main">
              <a:ext uri="{FF2B5EF4-FFF2-40B4-BE49-F238E27FC236}">
                <a16:creationId xmlns:a16="http://schemas.microsoft.com/office/drawing/2014/main" id="{7FA20F0E-8AD5-4222-9F95-2E2D8F19283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867775" y="1800225"/>
            <a:ext cx="752475" cy="742950"/>
          </a:xfrm>
          <a:custGeom xmlns:a="http://schemas.openxmlformats.org/drawingml/2006/main">
            <a:pathLst>
              <a:path w="638175" h="628650">
                <a:moveTo>
                  <a:pt x="485775" y="28575"/>
                </a:moveTo>
                <a:lnTo>
                  <a:pt x="542925" y="28575"/>
                </a:lnTo>
                <a:lnTo>
                  <a:pt x="542925" y="38100"/>
                </a:lnTo>
                <a:lnTo>
                  <a:pt x="552450" y="38100"/>
                </a:lnTo>
                <a:lnTo>
                  <a:pt x="552450" y="47625"/>
                </a:lnTo>
                <a:lnTo>
                  <a:pt x="466725" y="47625"/>
                </a:lnTo>
                <a:lnTo>
                  <a:pt x="466725" y="38100"/>
                </a:lnTo>
                <a:lnTo>
                  <a:pt x="485775" y="38100"/>
                </a:lnTo>
                <a:close/>
                <a:moveTo>
                  <a:pt x="561975" y="47625"/>
                </a:moveTo>
                <a:lnTo>
                  <a:pt x="571500" y="47625"/>
                </a:lnTo>
                <a:lnTo>
                  <a:pt x="571500" y="57150"/>
                </a:lnTo>
                <a:lnTo>
                  <a:pt x="561975" y="57150"/>
                </a:lnTo>
                <a:close/>
                <a:moveTo>
                  <a:pt x="571500" y="57150"/>
                </a:moveTo>
                <a:lnTo>
                  <a:pt x="581025" y="57150"/>
                </a:lnTo>
                <a:lnTo>
                  <a:pt x="581025" y="76200"/>
                </a:lnTo>
                <a:lnTo>
                  <a:pt x="590550" y="76200"/>
                </a:lnTo>
                <a:lnTo>
                  <a:pt x="590550" y="133350"/>
                </a:lnTo>
                <a:lnTo>
                  <a:pt x="571500" y="133350"/>
                </a:lnTo>
                <a:close/>
                <a:moveTo>
                  <a:pt x="285750" y="123825"/>
                </a:moveTo>
                <a:lnTo>
                  <a:pt x="304800" y="123825"/>
                </a:lnTo>
                <a:lnTo>
                  <a:pt x="304800" y="133350"/>
                </a:lnTo>
                <a:lnTo>
                  <a:pt x="295275" y="133350"/>
                </a:lnTo>
                <a:lnTo>
                  <a:pt x="295275" y="142875"/>
                </a:lnTo>
                <a:lnTo>
                  <a:pt x="285750" y="142875"/>
                </a:lnTo>
                <a:lnTo>
                  <a:pt x="285750" y="152400"/>
                </a:lnTo>
                <a:lnTo>
                  <a:pt x="276225" y="152400"/>
                </a:lnTo>
                <a:lnTo>
                  <a:pt x="276225" y="161925"/>
                </a:lnTo>
                <a:lnTo>
                  <a:pt x="266700" y="161925"/>
                </a:lnTo>
                <a:lnTo>
                  <a:pt x="266700" y="171450"/>
                </a:lnTo>
                <a:lnTo>
                  <a:pt x="257175" y="171450"/>
                </a:lnTo>
                <a:lnTo>
                  <a:pt x="257175" y="180975"/>
                </a:lnTo>
                <a:lnTo>
                  <a:pt x="247650" y="180975"/>
                </a:lnTo>
                <a:lnTo>
                  <a:pt x="247650" y="190500"/>
                </a:lnTo>
                <a:lnTo>
                  <a:pt x="238125" y="190500"/>
                </a:lnTo>
                <a:lnTo>
                  <a:pt x="238125" y="200025"/>
                </a:lnTo>
                <a:lnTo>
                  <a:pt x="219075" y="200025"/>
                </a:lnTo>
                <a:lnTo>
                  <a:pt x="219075" y="190500"/>
                </a:lnTo>
                <a:lnTo>
                  <a:pt x="228600" y="190500"/>
                </a:lnTo>
                <a:lnTo>
                  <a:pt x="228600" y="180975"/>
                </a:lnTo>
                <a:lnTo>
                  <a:pt x="238125" y="180975"/>
                </a:lnTo>
                <a:lnTo>
                  <a:pt x="238125" y="171450"/>
                </a:lnTo>
                <a:lnTo>
                  <a:pt x="247650" y="171450"/>
                </a:lnTo>
                <a:lnTo>
                  <a:pt x="247650" y="161925"/>
                </a:lnTo>
                <a:lnTo>
                  <a:pt x="257175" y="161925"/>
                </a:lnTo>
                <a:lnTo>
                  <a:pt x="257175" y="152400"/>
                </a:lnTo>
                <a:lnTo>
                  <a:pt x="266700" y="152400"/>
                </a:lnTo>
                <a:lnTo>
                  <a:pt x="266700" y="133350"/>
                </a:lnTo>
                <a:lnTo>
                  <a:pt x="285750" y="133350"/>
                </a:lnTo>
                <a:close/>
                <a:moveTo>
                  <a:pt x="190500" y="190500"/>
                </a:moveTo>
                <a:lnTo>
                  <a:pt x="209550" y="190500"/>
                </a:lnTo>
                <a:lnTo>
                  <a:pt x="209550" y="200025"/>
                </a:lnTo>
                <a:lnTo>
                  <a:pt x="190500" y="200025"/>
                </a:lnTo>
                <a:close/>
                <a:moveTo>
                  <a:pt x="561975" y="190500"/>
                </a:moveTo>
                <a:lnTo>
                  <a:pt x="571500" y="190500"/>
                </a:lnTo>
                <a:lnTo>
                  <a:pt x="571500" y="219075"/>
                </a:lnTo>
                <a:lnTo>
                  <a:pt x="561975" y="219075"/>
                </a:lnTo>
                <a:close/>
                <a:moveTo>
                  <a:pt x="419100" y="219075"/>
                </a:moveTo>
                <a:lnTo>
                  <a:pt x="428625" y="219075"/>
                </a:lnTo>
                <a:lnTo>
                  <a:pt x="428625" y="247650"/>
                </a:lnTo>
                <a:lnTo>
                  <a:pt x="400050" y="247650"/>
                </a:lnTo>
                <a:lnTo>
                  <a:pt x="400050" y="238125"/>
                </a:lnTo>
                <a:lnTo>
                  <a:pt x="390525" y="238125"/>
                </a:lnTo>
                <a:lnTo>
                  <a:pt x="390525" y="228600"/>
                </a:lnTo>
                <a:lnTo>
                  <a:pt x="400050" y="228600"/>
                </a:lnTo>
                <a:lnTo>
                  <a:pt x="400050" y="238125"/>
                </a:lnTo>
                <a:lnTo>
                  <a:pt x="409575" y="238125"/>
                </a:lnTo>
                <a:lnTo>
                  <a:pt x="409575" y="228600"/>
                </a:lnTo>
                <a:lnTo>
                  <a:pt x="419100" y="228600"/>
                </a:lnTo>
                <a:close/>
                <a:moveTo>
                  <a:pt x="552450" y="228600"/>
                </a:moveTo>
                <a:lnTo>
                  <a:pt x="561975" y="228600"/>
                </a:lnTo>
                <a:lnTo>
                  <a:pt x="561975" y="247650"/>
                </a:lnTo>
                <a:lnTo>
                  <a:pt x="552450" y="247650"/>
                </a:lnTo>
                <a:lnTo>
                  <a:pt x="552450" y="266700"/>
                </a:lnTo>
                <a:lnTo>
                  <a:pt x="542925" y="266700"/>
                </a:lnTo>
                <a:lnTo>
                  <a:pt x="542925" y="285750"/>
                </a:lnTo>
                <a:lnTo>
                  <a:pt x="533400" y="285750"/>
                </a:lnTo>
                <a:lnTo>
                  <a:pt x="533400" y="304800"/>
                </a:lnTo>
                <a:lnTo>
                  <a:pt x="523875" y="304800"/>
                </a:lnTo>
                <a:lnTo>
                  <a:pt x="523875" y="314325"/>
                </a:lnTo>
                <a:lnTo>
                  <a:pt x="514350" y="314325"/>
                </a:lnTo>
                <a:lnTo>
                  <a:pt x="514350" y="323850"/>
                </a:lnTo>
                <a:lnTo>
                  <a:pt x="504825" y="323850"/>
                </a:lnTo>
                <a:lnTo>
                  <a:pt x="504825" y="333375"/>
                </a:lnTo>
                <a:lnTo>
                  <a:pt x="495300" y="333375"/>
                </a:lnTo>
                <a:lnTo>
                  <a:pt x="495300" y="314325"/>
                </a:lnTo>
                <a:lnTo>
                  <a:pt x="504825" y="314325"/>
                </a:lnTo>
                <a:lnTo>
                  <a:pt x="504825" y="304800"/>
                </a:lnTo>
                <a:lnTo>
                  <a:pt x="514350" y="304800"/>
                </a:lnTo>
                <a:lnTo>
                  <a:pt x="514350" y="295275"/>
                </a:lnTo>
                <a:lnTo>
                  <a:pt x="523875" y="295275"/>
                </a:lnTo>
                <a:lnTo>
                  <a:pt x="523875" y="276225"/>
                </a:lnTo>
                <a:lnTo>
                  <a:pt x="533400" y="276225"/>
                </a:lnTo>
                <a:lnTo>
                  <a:pt x="533400" y="257175"/>
                </a:lnTo>
                <a:lnTo>
                  <a:pt x="542925" y="257175"/>
                </a:lnTo>
                <a:lnTo>
                  <a:pt x="542925" y="238125"/>
                </a:lnTo>
                <a:lnTo>
                  <a:pt x="552450" y="238125"/>
                </a:lnTo>
                <a:close/>
                <a:moveTo>
                  <a:pt x="47625" y="304800"/>
                </a:moveTo>
                <a:lnTo>
                  <a:pt x="57150" y="304800"/>
                </a:lnTo>
                <a:lnTo>
                  <a:pt x="57150" y="314325"/>
                </a:lnTo>
                <a:lnTo>
                  <a:pt x="47625" y="314325"/>
                </a:lnTo>
                <a:close/>
                <a:moveTo>
                  <a:pt x="38100" y="314325"/>
                </a:moveTo>
                <a:lnTo>
                  <a:pt x="47625" y="314325"/>
                </a:lnTo>
                <a:lnTo>
                  <a:pt x="47625" y="333375"/>
                </a:lnTo>
                <a:lnTo>
                  <a:pt x="38100" y="333375"/>
                </a:lnTo>
                <a:close/>
                <a:moveTo>
                  <a:pt x="485775" y="333375"/>
                </a:moveTo>
                <a:lnTo>
                  <a:pt x="495300" y="333375"/>
                </a:lnTo>
                <a:lnTo>
                  <a:pt x="495300" y="342900"/>
                </a:lnTo>
                <a:lnTo>
                  <a:pt x="485775" y="342900"/>
                </a:lnTo>
                <a:close/>
                <a:moveTo>
                  <a:pt x="47625" y="361950"/>
                </a:moveTo>
                <a:lnTo>
                  <a:pt x="85725" y="361950"/>
                </a:lnTo>
                <a:lnTo>
                  <a:pt x="85725" y="381000"/>
                </a:lnTo>
                <a:lnTo>
                  <a:pt x="57150" y="381000"/>
                </a:lnTo>
                <a:lnTo>
                  <a:pt x="57150" y="371475"/>
                </a:lnTo>
                <a:lnTo>
                  <a:pt x="47625" y="371475"/>
                </a:lnTo>
                <a:close/>
                <a:moveTo>
                  <a:pt x="133350" y="361950"/>
                </a:moveTo>
                <a:lnTo>
                  <a:pt x="142875" y="361950"/>
                </a:lnTo>
                <a:lnTo>
                  <a:pt x="142875" y="371475"/>
                </a:lnTo>
                <a:lnTo>
                  <a:pt x="152400" y="371475"/>
                </a:lnTo>
                <a:lnTo>
                  <a:pt x="152400" y="400050"/>
                </a:lnTo>
                <a:lnTo>
                  <a:pt x="161925" y="400050"/>
                </a:lnTo>
                <a:lnTo>
                  <a:pt x="161925" y="419100"/>
                </a:lnTo>
                <a:lnTo>
                  <a:pt x="171450" y="419100"/>
                </a:lnTo>
                <a:lnTo>
                  <a:pt x="171450" y="428625"/>
                </a:lnTo>
                <a:lnTo>
                  <a:pt x="161925" y="428625"/>
                </a:lnTo>
                <a:lnTo>
                  <a:pt x="161925" y="438150"/>
                </a:lnTo>
                <a:lnTo>
                  <a:pt x="133350" y="438150"/>
                </a:lnTo>
                <a:lnTo>
                  <a:pt x="133350" y="419100"/>
                </a:lnTo>
                <a:lnTo>
                  <a:pt x="123825" y="419100"/>
                </a:lnTo>
                <a:lnTo>
                  <a:pt x="123825" y="409575"/>
                </a:lnTo>
                <a:lnTo>
                  <a:pt x="133350" y="409575"/>
                </a:lnTo>
                <a:lnTo>
                  <a:pt x="133350" y="381000"/>
                </a:lnTo>
                <a:lnTo>
                  <a:pt x="123825" y="381000"/>
                </a:lnTo>
                <a:lnTo>
                  <a:pt x="123825" y="371475"/>
                </a:lnTo>
                <a:lnTo>
                  <a:pt x="133350" y="371475"/>
                </a:lnTo>
                <a:close/>
                <a:moveTo>
                  <a:pt x="447675" y="371475"/>
                </a:moveTo>
                <a:lnTo>
                  <a:pt x="466725" y="371475"/>
                </a:lnTo>
                <a:lnTo>
                  <a:pt x="466725" y="381000"/>
                </a:lnTo>
                <a:lnTo>
                  <a:pt x="447675" y="381000"/>
                </a:lnTo>
                <a:close/>
                <a:moveTo>
                  <a:pt x="438150" y="381000"/>
                </a:moveTo>
                <a:lnTo>
                  <a:pt x="447675" y="381000"/>
                </a:lnTo>
                <a:lnTo>
                  <a:pt x="447675" y="400050"/>
                </a:lnTo>
                <a:lnTo>
                  <a:pt x="438150" y="400050"/>
                </a:lnTo>
                <a:lnTo>
                  <a:pt x="438150" y="495300"/>
                </a:lnTo>
                <a:lnTo>
                  <a:pt x="428625" y="495300"/>
                </a:lnTo>
                <a:lnTo>
                  <a:pt x="428625" y="457200"/>
                </a:lnTo>
                <a:lnTo>
                  <a:pt x="419100" y="457200"/>
                </a:lnTo>
                <a:lnTo>
                  <a:pt x="419100" y="409575"/>
                </a:lnTo>
                <a:lnTo>
                  <a:pt x="428625" y="409575"/>
                </a:lnTo>
                <a:lnTo>
                  <a:pt x="428625" y="390525"/>
                </a:lnTo>
                <a:lnTo>
                  <a:pt x="438150" y="390525"/>
                </a:lnTo>
                <a:close/>
                <a:moveTo>
                  <a:pt x="76200" y="428625"/>
                </a:moveTo>
                <a:lnTo>
                  <a:pt x="85725" y="428625"/>
                </a:lnTo>
                <a:lnTo>
                  <a:pt x="85725" y="438150"/>
                </a:lnTo>
                <a:lnTo>
                  <a:pt x="76200" y="438150"/>
                </a:lnTo>
                <a:close/>
                <a:moveTo>
                  <a:pt x="209550" y="466725"/>
                </a:moveTo>
                <a:lnTo>
                  <a:pt x="228600" y="466725"/>
                </a:lnTo>
                <a:lnTo>
                  <a:pt x="228600" y="476250"/>
                </a:lnTo>
                <a:lnTo>
                  <a:pt x="247650" y="476250"/>
                </a:lnTo>
                <a:lnTo>
                  <a:pt x="247650" y="485775"/>
                </a:lnTo>
                <a:lnTo>
                  <a:pt x="266700" y="485775"/>
                </a:lnTo>
                <a:lnTo>
                  <a:pt x="266700" y="495300"/>
                </a:lnTo>
                <a:lnTo>
                  <a:pt x="276225" y="495300"/>
                </a:lnTo>
                <a:lnTo>
                  <a:pt x="276225" y="523875"/>
                </a:lnTo>
                <a:lnTo>
                  <a:pt x="266700" y="523875"/>
                </a:lnTo>
                <a:lnTo>
                  <a:pt x="266700" y="542925"/>
                </a:lnTo>
                <a:lnTo>
                  <a:pt x="257175" y="542925"/>
                </a:lnTo>
                <a:lnTo>
                  <a:pt x="257175" y="504825"/>
                </a:lnTo>
                <a:lnTo>
                  <a:pt x="247650" y="504825"/>
                </a:lnTo>
                <a:lnTo>
                  <a:pt x="247650" y="495300"/>
                </a:lnTo>
                <a:lnTo>
                  <a:pt x="238125" y="495300"/>
                </a:lnTo>
                <a:lnTo>
                  <a:pt x="238125" y="485775"/>
                </a:lnTo>
                <a:lnTo>
                  <a:pt x="219075" y="485775"/>
                </a:lnTo>
                <a:lnTo>
                  <a:pt x="219075" y="476250"/>
                </a:lnTo>
                <a:lnTo>
                  <a:pt x="209550" y="476250"/>
                </a:lnTo>
                <a:close/>
                <a:moveTo>
                  <a:pt x="200025" y="495300"/>
                </a:moveTo>
                <a:lnTo>
                  <a:pt x="209550" y="495300"/>
                </a:lnTo>
                <a:lnTo>
                  <a:pt x="209550" y="504825"/>
                </a:lnTo>
                <a:lnTo>
                  <a:pt x="200025" y="504825"/>
                </a:lnTo>
                <a:close/>
                <a:moveTo>
                  <a:pt x="409575" y="514350"/>
                </a:moveTo>
                <a:lnTo>
                  <a:pt x="419100" y="514350"/>
                </a:lnTo>
                <a:lnTo>
                  <a:pt x="419100" y="523875"/>
                </a:lnTo>
                <a:lnTo>
                  <a:pt x="409575" y="523875"/>
                </a:lnTo>
                <a:close/>
                <a:moveTo>
                  <a:pt x="390525" y="523875"/>
                </a:moveTo>
                <a:lnTo>
                  <a:pt x="409575" y="523875"/>
                </a:lnTo>
                <a:lnTo>
                  <a:pt x="409575" y="533400"/>
                </a:lnTo>
                <a:lnTo>
                  <a:pt x="390525" y="533400"/>
                </a:lnTo>
                <a:close/>
                <a:moveTo>
                  <a:pt x="28575" y="533400"/>
                </a:moveTo>
                <a:lnTo>
                  <a:pt x="38100" y="533400"/>
                </a:lnTo>
                <a:lnTo>
                  <a:pt x="38100" y="590550"/>
                </a:lnTo>
                <a:lnTo>
                  <a:pt x="28575" y="590550"/>
                </a:lnTo>
                <a:close/>
                <a:moveTo>
                  <a:pt x="381000" y="533400"/>
                </a:moveTo>
                <a:lnTo>
                  <a:pt x="390525" y="533400"/>
                </a:lnTo>
                <a:lnTo>
                  <a:pt x="390525" y="552450"/>
                </a:lnTo>
                <a:lnTo>
                  <a:pt x="381000" y="552450"/>
                </a:lnTo>
                <a:lnTo>
                  <a:pt x="381000" y="561975"/>
                </a:lnTo>
                <a:lnTo>
                  <a:pt x="361950" y="561975"/>
                </a:lnTo>
                <a:lnTo>
                  <a:pt x="361950" y="552450"/>
                </a:lnTo>
                <a:lnTo>
                  <a:pt x="371475" y="552450"/>
                </a:lnTo>
                <a:lnTo>
                  <a:pt x="371475" y="542925"/>
                </a:lnTo>
                <a:lnTo>
                  <a:pt x="381000" y="542925"/>
                </a:lnTo>
                <a:close/>
                <a:moveTo>
                  <a:pt x="352425" y="561975"/>
                </a:moveTo>
                <a:lnTo>
                  <a:pt x="361950" y="561975"/>
                </a:lnTo>
                <a:lnTo>
                  <a:pt x="361950" y="571500"/>
                </a:lnTo>
                <a:lnTo>
                  <a:pt x="352425" y="571500"/>
                </a:lnTo>
                <a:close/>
                <a:moveTo>
                  <a:pt x="152400" y="571500"/>
                </a:moveTo>
                <a:lnTo>
                  <a:pt x="161925" y="571500"/>
                </a:lnTo>
                <a:lnTo>
                  <a:pt x="161925" y="581025"/>
                </a:lnTo>
                <a:lnTo>
                  <a:pt x="152400" y="581025"/>
                </a:lnTo>
                <a:close/>
                <a:moveTo>
                  <a:pt x="123825" y="581025"/>
                </a:moveTo>
                <a:lnTo>
                  <a:pt x="142875" y="581025"/>
                </a:lnTo>
                <a:lnTo>
                  <a:pt x="142875" y="590550"/>
                </a:lnTo>
                <a:lnTo>
                  <a:pt x="123825" y="590550"/>
                </a:lnTo>
                <a:close/>
                <a:moveTo>
                  <a:pt x="104775" y="590550"/>
                </a:moveTo>
                <a:lnTo>
                  <a:pt x="123825" y="590550"/>
                </a:lnTo>
                <a:lnTo>
                  <a:pt x="123825" y="600075"/>
                </a:lnTo>
                <a:lnTo>
                  <a:pt x="104775" y="600075"/>
                </a:lnTo>
                <a:close/>
                <a:moveTo>
                  <a:pt x="66675" y="600075"/>
                </a:moveTo>
                <a:lnTo>
                  <a:pt x="85725" y="600075"/>
                </a:lnTo>
                <a:lnTo>
                  <a:pt x="85725" y="609600"/>
                </a:lnTo>
                <a:lnTo>
                  <a:pt x="66675" y="609600"/>
                </a:lnTo>
                <a:close/>
                <a:moveTo>
                  <a:pt x="285750" y="600075"/>
                </a:moveTo>
                <a:lnTo>
                  <a:pt x="314325" y="600075"/>
                </a:lnTo>
                <a:lnTo>
                  <a:pt x="314325" y="609600"/>
                </a:lnTo>
                <a:lnTo>
                  <a:pt x="285750" y="609600"/>
                </a:lnTo>
                <a:close/>
              </a:path>
            </a:pathLst>
          </a:custGeom>
          <a:solidFill xmlns:a="http://schemas.openxmlformats.org/drawingml/2006/main">
            <a:srgbClr val="F9EEDE"/>
          </a:solidFill>
          <a:ln xmlns:a="http://schemas.openxmlformats.org/drawingml/2006/main" w="0">
            <a:noFill/>
          </a:ln>
        </p:spPr>
      </p:sp>
      <p:sp>
        <p:nvSpPr>
          <p:cNvPr id="82" name="rocket vector #f6eedf">
            <a:extLst xmlns:a="http://schemas.openxmlformats.org/drawingml/2006/main">
              <a:ext uri="{FF2B5EF4-FFF2-40B4-BE49-F238E27FC236}">
                <a16:creationId xmlns:a16="http://schemas.microsoft.com/office/drawing/2014/main" id="{D5FE8F35-8812-4BA2-907D-7303D516AD0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867775" y="1800225"/>
            <a:ext cx="752475" cy="742950"/>
          </a:xfrm>
          <a:custGeom xmlns:a="http://schemas.openxmlformats.org/drawingml/2006/main">
            <a:pathLst>
              <a:path w="638175" h="628650">
                <a:moveTo>
                  <a:pt x="476250" y="28575"/>
                </a:moveTo>
                <a:lnTo>
                  <a:pt x="485775" y="28575"/>
                </a:lnTo>
                <a:lnTo>
                  <a:pt x="485775" y="38100"/>
                </a:lnTo>
                <a:lnTo>
                  <a:pt x="476250" y="38100"/>
                </a:lnTo>
                <a:close/>
                <a:moveTo>
                  <a:pt x="542925" y="28575"/>
                </a:moveTo>
                <a:lnTo>
                  <a:pt x="552450" y="28575"/>
                </a:lnTo>
                <a:lnTo>
                  <a:pt x="552450" y="38100"/>
                </a:lnTo>
                <a:lnTo>
                  <a:pt x="542925" y="38100"/>
                </a:lnTo>
                <a:close/>
                <a:moveTo>
                  <a:pt x="447675" y="38100"/>
                </a:moveTo>
                <a:lnTo>
                  <a:pt x="466725" y="38100"/>
                </a:lnTo>
                <a:lnTo>
                  <a:pt x="466725" y="47625"/>
                </a:lnTo>
                <a:lnTo>
                  <a:pt x="447675" y="47625"/>
                </a:lnTo>
                <a:close/>
                <a:moveTo>
                  <a:pt x="552450" y="38100"/>
                </a:moveTo>
                <a:lnTo>
                  <a:pt x="571500" y="38100"/>
                </a:lnTo>
                <a:lnTo>
                  <a:pt x="571500" y="47625"/>
                </a:lnTo>
                <a:lnTo>
                  <a:pt x="552450" y="47625"/>
                </a:lnTo>
                <a:close/>
                <a:moveTo>
                  <a:pt x="409575" y="47625"/>
                </a:moveTo>
                <a:lnTo>
                  <a:pt x="438150" y="47625"/>
                </a:lnTo>
                <a:lnTo>
                  <a:pt x="438150" y="57150"/>
                </a:lnTo>
                <a:lnTo>
                  <a:pt x="409575" y="57150"/>
                </a:lnTo>
                <a:close/>
                <a:moveTo>
                  <a:pt x="571500" y="47625"/>
                </a:moveTo>
                <a:lnTo>
                  <a:pt x="581025" y="47625"/>
                </a:lnTo>
                <a:lnTo>
                  <a:pt x="581025" y="57150"/>
                </a:lnTo>
                <a:lnTo>
                  <a:pt x="571500" y="57150"/>
                </a:lnTo>
                <a:close/>
                <a:moveTo>
                  <a:pt x="581025" y="57150"/>
                </a:moveTo>
                <a:lnTo>
                  <a:pt x="590550" y="57150"/>
                </a:lnTo>
                <a:lnTo>
                  <a:pt x="590550" y="76200"/>
                </a:lnTo>
                <a:lnTo>
                  <a:pt x="581025" y="76200"/>
                </a:lnTo>
                <a:close/>
                <a:moveTo>
                  <a:pt x="590550" y="76200"/>
                </a:moveTo>
                <a:lnTo>
                  <a:pt x="600075" y="76200"/>
                </a:lnTo>
                <a:lnTo>
                  <a:pt x="600075" y="123825"/>
                </a:lnTo>
                <a:lnTo>
                  <a:pt x="590550" y="123825"/>
                </a:lnTo>
                <a:close/>
                <a:moveTo>
                  <a:pt x="323850" y="85725"/>
                </a:moveTo>
                <a:lnTo>
                  <a:pt x="333375" y="85725"/>
                </a:lnTo>
                <a:lnTo>
                  <a:pt x="333375" y="95250"/>
                </a:lnTo>
                <a:lnTo>
                  <a:pt x="323850" y="95250"/>
                </a:lnTo>
                <a:close/>
                <a:moveTo>
                  <a:pt x="304800" y="95250"/>
                </a:moveTo>
                <a:lnTo>
                  <a:pt x="314325" y="95250"/>
                </a:lnTo>
                <a:lnTo>
                  <a:pt x="314325" y="104775"/>
                </a:lnTo>
                <a:lnTo>
                  <a:pt x="304800" y="104775"/>
                </a:lnTo>
                <a:close/>
                <a:moveTo>
                  <a:pt x="295275" y="104775"/>
                </a:moveTo>
                <a:lnTo>
                  <a:pt x="304800" y="104775"/>
                </a:lnTo>
                <a:lnTo>
                  <a:pt x="304800" y="123825"/>
                </a:lnTo>
                <a:lnTo>
                  <a:pt x="285750" y="123825"/>
                </a:lnTo>
                <a:lnTo>
                  <a:pt x="285750" y="114300"/>
                </a:lnTo>
                <a:lnTo>
                  <a:pt x="295275" y="114300"/>
                </a:lnTo>
                <a:close/>
                <a:moveTo>
                  <a:pt x="276225" y="123825"/>
                </a:moveTo>
                <a:lnTo>
                  <a:pt x="285750" y="123825"/>
                </a:lnTo>
                <a:lnTo>
                  <a:pt x="285750" y="133350"/>
                </a:lnTo>
                <a:lnTo>
                  <a:pt x="276225" y="133350"/>
                </a:lnTo>
                <a:close/>
                <a:moveTo>
                  <a:pt x="571500" y="133350"/>
                </a:moveTo>
                <a:lnTo>
                  <a:pt x="590550" y="133350"/>
                </a:lnTo>
                <a:lnTo>
                  <a:pt x="590550" y="142875"/>
                </a:lnTo>
                <a:lnTo>
                  <a:pt x="600075" y="142875"/>
                </a:lnTo>
                <a:lnTo>
                  <a:pt x="600075" y="171450"/>
                </a:lnTo>
                <a:lnTo>
                  <a:pt x="590550" y="171450"/>
                </a:lnTo>
                <a:lnTo>
                  <a:pt x="590550" y="161925"/>
                </a:lnTo>
                <a:lnTo>
                  <a:pt x="581025" y="161925"/>
                </a:lnTo>
                <a:lnTo>
                  <a:pt x="581025" y="142875"/>
                </a:lnTo>
                <a:lnTo>
                  <a:pt x="571500" y="142875"/>
                </a:lnTo>
                <a:close/>
                <a:moveTo>
                  <a:pt x="257175" y="142875"/>
                </a:moveTo>
                <a:lnTo>
                  <a:pt x="266700" y="142875"/>
                </a:lnTo>
                <a:lnTo>
                  <a:pt x="266700" y="152400"/>
                </a:lnTo>
                <a:lnTo>
                  <a:pt x="257175" y="152400"/>
                </a:lnTo>
                <a:close/>
                <a:moveTo>
                  <a:pt x="247650" y="152400"/>
                </a:moveTo>
                <a:lnTo>
                  <a:pt x="257175" y="152400"/>
                </a:lnTo>
                <a:lnTo>
                  <a:pt x="257175" y="161925"/>
                </a:lnTo>
                <a:lnTo>
                  <a:pt x="247650" y="161925"/>
                </a:lnTo>
                <a:close/>
                <a:moveTo>
                  <a:pt x="238125" y="161925"/>
                </a:moveTo>
                <a:lnTo>
                  <a:pt x="247650" y="161925"/>
                </a:lnTo>
                <a:lnTo>
                  <a:pt x="247650" y="171450"/>
                </a:lnTo>
                <a:lnTo>
                  <a:pt x="238125" y="171450"/>
                </a:lnTo>
                <a:close/>
                <a:moveTo>
                  <a:pt x="228600" y="171450"/>
                </a:moveTo>
                <a:lnTo>
                  <a:pt x="238125" y="171450"/>
                </a:lnTo>
                <a:lnTo>
                  <a:pt x="238125" y="180975"/>
                </a:lnTo>
                <a:lnTo>
                  <a:pt x="228600" y="180975"/>
                </a:lnTo>
                <a:close/>
                <a:moveTo>
                  <a:pt x="152400" y="180975"/>
                </a:moveTo>
                <a:lnTo>
                  <a:pt x="161925" y="180975"/>
                </a:lnTo>
                <a:lnTo>
                  <a:pt x="161925" y="190500"/>
                </a:lnTo>
                <a:lnTo>
                  <a:pt x="152400" y="190500"/>
                </a:lnTo>
                <a:close/>
                <a:moveTo>
                  <a:pt x="219075" y="180975"/>
                </a:moveTo>
                <a:lnTo>
                  <a:pt x="228600" y="180975"/>
                </a:lnTo>
                <a:lnTo>
                  <a:pt x="228600" y="190500"/>
                </a:lnTo>
                <a:lnTo>
                  <a:pt x="219075" y="190500"/>
                </a:lnTo>
                <a:close/>
                <a:moveTo>
                  <a:pt x="133350" y="190500"/>
                </a:moveTo>
                <a:lnTo>
                  <a:pt x="142875" y="190500"/>
                </a:lnTo>
                <a:lnTo>
                  <a:pt x="142875" y="200025"/>
                </a:lnTo>
                <a:lnTo>
                  <a:pt x="133350" y="200025"/>
                </a:lnTo>
                <a:close/>
                <a:moveTo>
                  <a:pt x="571500" y="190500"/>
                </a:moveTo>
                <a:lnTo>
                  <a:pt x="581025" y="190500"/>
                </a:lnTo>
                <a:lnTo>
                  <a:pt x="581025" y="209550"/>
                </a:lnTo>
                <a:lnTo>
                  <a:pt x="571500" y="209550"/>
                </a:lnTo>
                <a:close/>
                <a:moveTo>
                  <a:pt x="104775" y="200025"/>
                </a:moveTo>
                <a:lnTo>
                  <a:pt x="123825" y="200025"/>
                </a:lnTo>
                <a:lnTo>
                  <a:pt x="123825" y="209550"/>
                </a:lnTo>
                <a:lnTo>
                  <a:pt x="104775" y="209550"/>
                </a:lnTo>
                <a:close/>
                <a:moveTo>
                  <a:pt x="400050" y="200025"/>
                </a:moveTo>
                <a:lnTo>
                  <a:pt x="409575" y="200025"/>
                </a:lnTo>
                <a:lnTo>
                  <a:pt x="409575" y="209550"/>
                </a:lnTo>
                <a:lnTo>
                  <a:pt x="419100" y="209550"/>
                </a:lnTo>
                <a:lnTo>
                  <a:pt x="419100" y="228600"/>
                </a:lnTo>
                <a:lnTo>
                  <a:pt x="390525" y="228600"/>
                </a:lnTo>
                <a:lnTo>
                  <a:pt x="390525" y="209550"/>
                </a:lnTo>
                <a:lnTo>
                  <a:pt x="400050" y="209550"/>
                </a:lnTo>
                <a:close/>
                <a:moveTo>
                  <a:pt x="95250" y="209550"/>
                </a:moveTo>
                <a:lnTo>
                  <a:pt x="104775" y="209550"/>
                </a:lnTo>
                <a:lnTo>
                  <a:pt x="104775" y="219075"/>
                </a:lnTo>
                <a:lnTo>
                  <a:pt x="95250" y="219075"/>
                </a:lnTo>
                <a:close/>
                <a:moveTo>
                  <a:pt x="561975" y="219075"/>
                </a:moveTo>
                <a:lnTo>
                  <a:pt x="571500" y="219075"/>
                </a:lnTo>
                <a:lnTo>
                  <a:pt x="571500" y="238125"/>
                </a:lnTo>
                <a:lnTo>
                  <a:pt x="561975" y="238125"/>
                </a:lnTo>
                <a:close/>
                <a:moveTo>
                  <a:pt x="552450" y="247650"/>
                </a:moveTo>
                <a:lnTo>
                  <a:pt x="561975" y="247650"/>
                </a:lnTo>
                <a:lnTo>
                  <a:pt x="561975" y="257175"/>
                </a:lnTo>
                <a:lnTo>
                  <a:pt x="552450" y="257175"/>
                </a:lnTo>
                <a:close/>
                <a:moveTo>
                  <a:pt x="66675" y="257175"/>
                </a:moveTo>
                <a:lnTo>
                  <a:pt x="76200" y="257175"/>
                </a:lnTo>
                <a:lnTo>
                  <a:pt x="76200" y="266700"/>
                </a:lnTo>
                <a:lnTo>
                  <a:pt x="66675" y="266700"/>
                </a:lnTo>
                <a:close/>
                <a:moveTo>
                  <a:pt x="57150" y="276225"/>
                </a:moveTo>
                <a:lnTo>
                  <a:pt x="66675" y="276225"/>
                </a:lnTo>
                <a:lnTo>
                  <a:pt x="66675" y="285750"/>
                </a:lnTo>
                <a:lnTo>
                  <a:pt x="57150" y="285750"/>
                </a:lnTo>
                <a:close/>
                <a:moveTo>
                  <a:pt x="47625" y="285750"/>
                </a:moveTo>
                <a:lnTo>
                  <a:pt x="57150" y="285750"/>
                </a:lnTo>
                <a:lnTo>
                  <a:pt x="57150" y="304800"/>
                </a:lnTo>
                <a:lnTo>
                  <a:pt x="47625" y="304800"/>
                </a:lnTo>
                <a:close/>
                <a:moveTo>
                  <a:pt x="38100" y="304800"/>
                </a:moveTo>
                <a:lnTo>
                  <a:pt x="47625" y="304800"/>
                </a:lnTo>
                <a:lnTo>
                  <a:pt x="47625" y="314325"/>
                </a:lnTo>
                <a:lnTo>
                  <a:pt x="38100" y="314325"/>
                </a:lnTo>
                <a:close/>
                <a:moveTo>
                  <a:pt x="28575" y="314325"/>
                </a:moveTo>
                <a:lnTo>
                  <a:pt x="38100" y="314325"/>
                </a:lnTo>
                <a:lnTo>
                  <a:pt x="38100" y="352425"/>
                </a:lnTo>
                <a:lnTo>
                  <a:pt x="47625" y="352425"/>
                </a:lnTo>
                <a:lnTo>
                  <a:pt x="47625" y="371475"/>
                </a:lnTo>
                <a:lnTo>
                  <a:pt x="57150" y="371475"/>
                </a:lnTo>
                <a:lnTo>
                  <a:pt x="57150" y="381000"/>
                </a:lnTo>
                <a:lnTo>
                  <a:pt x="28575" y="381000"/>
                </a:lnTo>
                <a:lnTo>
                  <a:pt x="28575" y="371475"/>
                </a:lnTo>
                <a:lnTo>
                  <a:pt x="19050" y="371475"/>
                </a:lnTo>
                <a:lnTo>
                  <a:pt x="19050" y="361950"/>
                </a:lnTo>
                <a:lnTo>
                  <a:pt x="9525" y="361950"/>
                </a:lnTo>
                <a:lnTo>
                  <a:pt x="9525" y="371475"/>
                </a:lnTo>
                <a:lnTo>
                  <a:pt x="0" y="371475"/>
                </a:lnTo>
                <a:lnTo>
                  <a:pt x="0" y="352425"/>
                </a:lnTo>
                <a:lnTo>
                  <a:pt x="9525" y="352425"/>
                </a:lnTo>
                <a:lnTo>
                  <a:pt x="9525" y="333375"/>
                </a:lnTo>
                <a:lnTo>
                  <a:pt x="19050" y="333375"/>
                </a:lnTo>
                <a:lnTo>
                  <a:pt x="19050" y="323850"/>
                </a:lnTo>
                <a:lnTo>
                  <a:pt x="28575" y="323850"/>
                </a:lnTo>
                <a:close/>
                <a:moveTo>
                  <a:pt x="495300" y="333375"/>
                </a:moveTo>
                <a:lnTo>
                  <a:pt x="504825" y="333375"/>
                </a:lnTo>
                <a:lnTo>
                  <a:pt x="504825" y="342900"/>
                </a:lnTo>
                <a:lnTo>
                  <a:pt x="495300" y="342900"/>
                </a:lnTo>
                <a:close/>
                <a:moveTo>
                  <a:pt x="485775" y="342900"/>
                </a:moveTo>
                <a:lnTo>
                  <a:pt x="495300" y="342900"/>
                </a:lnTo>
                <a:lnTo>
                  <a:pt x="495300" y="352425"/>
                </a:lnTo>
                <a:lnTo>
                  <a:pt x="485775" y="352425"/>
                </a:lnTo>
                <a:close/>
                <a:moveTo>
                  <a:pt x="104775" y="361950"/>
                </a:moveTo>
                <a:lnTo>
                  <a:pt x="133350" y="361950"/>
                </a:lnTo>
                <a:lnTo>
                  <a:pt x="133350" y="371475"/>
                </a:lnTo>
                <a:lnTo>
                  <a:pt x="123825" y="371475"/>
                </a:lnTo>
                <a:lnTo>
                  <a:pt x="123825" y="381000"/>
                </a:lnTo>
                <a:lnTo>
                  <a:pt x="133350" y="381000"/>
                </a:lnTo>
                <a:lnTo>
                  <a:pt x="133350" y="409575"/>
                </a:lnTo>
                <a:lnTo>
                  <a:pt x="123825" y="409575"/>
                </a:lnTo>
                <a:lnTo>
                  <a:pt x="123825" y="400050"/>
                </a:lnTo>
                <a:lnTo>
                  <a:pt x="114300" y="400050"/>
                </a:lnTo>
                <a:lnTo>
                  <a:pt x="114300" y="390525"/>
                </a:lnTo>
                <a:lnTo>
                  <a:pt x="57150" y="390525"/>
                </a:lnTo>
                <a:lnTo>
                  <a:pt x="57150" y="381000"/>
                </a:lnTo>
                <a:lnTo>
                  <a:pt x="85725" y="381000"/>
                </a:lnTo>
                <a:lnTo>
                  <a:pt x="85725" y="371475"/>
                </a:lnTo>
                <a:lnTo>
                  <a:pt x="104775" y="371475"/>
                </a:lnTo>
                <a:close/>
                <a:moveTo>
                  <a:pt x="476250" y="361950"/>
                </a:moveTo>
                <a:lnTo>
                  <a:pt x="485775" y="361950"/>
                </a:lnTo>
                <a:lnTo>
                  <a:pt x="485775" y="371475"/>
                </a:lnTo>
                <a:lnTo>
                  <a:pt x="476250" y="371475"/>
                </a:lnTo>
                <a:close/>
                <a:moveTo>
                  <a:pt x="466725" y="371475"/>
                </a:moveTo>
                <a:lnTo>
                  <a:pt x="476250" y="371475"/>
                </a:lnTo>
                <a:lnTo>
                  <a:pt x="476250" y="381000"/>
                </a:lnTo>
                <a:lnTo>
                  <a:pt x="466725" y="381000"/>
                </a:lnTo>
                <a:close/>
                <a:moveTo>
                  <a:pt x="447675" y="381000"/>
                </a:moveTo>
                <a:lnTo>
                  <a:pt x="466725" y="381000"/>
                </a:lnTo>
                <a:lnTo>
                  <a:pt x="466725" y="390525"/>
                </a:lnTo>
                <a:lnTo>
                  <a:pt x="447675" y="390525"/>
                </a:lnTo>
                <a:close/>
                <a:moveTo>
                  <a:pt x="438150" y="400050"/>
                </a:moveTo>
                <a:lnTo>
                  <a:pt x="447675" y="400050"/>
                </a:lnTo>
                <a:lnTo>
                  <a:pt x="447675" y="409575"/>
                </a:lnTo>
                <a:lnTo>
                  <a:pt x="438150" y="409575"/>
                </a:lnTo>
                <a:close/>
                <a:moveTo>
                  <a:pt x="95250" y="409575"/>
                </a:moveTo>
                <a:lnTo>
                  <a:pt x="123825" y="409575"/>
                </a:lnTo>
                <a:lnTo>
                  <a:pt x="123825" y="419100"/>
                </a:lnTo>
                <a:lnTo>
                  <a:pt x="133350" y="419100"/>
                </a:lnTo>
                <a:lnTo>
                  <a:pt x="133350" y="428625"/>
                </a:lnTo>
                <a:lnTo>
                  <a:pt x="104775" y="428625"/>
                </a:lnTo>
                <a:lnTo>
                  <a:pt x="104775" y="419100"/>
                </a:lnTo>
                <a:lnTo>
                  <a:pt x="95250" y="419100"/>
                </a:lnTo>
                <a:close/>
                <a:moveTo>
                  <a:pt x="76200" y="419100"/>
                </a:moveTo>
                <a:lnTo>
                  <a:pt x="95250" y="419100"/>
                </a:lnTo>
                <a:lnTo>
                  <a:pt x="95250" y="428625"/>
                </a:lnTo>
                <a:lnTo>
                  <a:pt x="76200" y="428625"/>
                </a:lnTo>
                <a:close/>
                <a:moveTo>
                  <a:pt x="66675" y="428625"/>
                </a:moveTo>
                <a:lnTo>
                  <a:pt x="76200" y="428625"/>
                </a:lnTo>
                <a:lnTo>
                  <a:pt x="76200" y="438150"/>
                </a:lnTo>
                <a:lnTo>
                  <a:pt x="66675" y="438150"/>
                </a:lnTo>
                <a:close/>
                <a:moveTo>
                  <a:pt x="57150" y="438150"/>
                </a:moveTo>
                <a:lnTo>
                  <a:pt x="66675" y="438150"/>
                </a:lnTo>
                <a:lnTo>
                  <a:pt x="66675" y="457200"/>
                </a:lnTo>
                <a:lnTo>
                  <a:pt x="57150" y="457200"/>
                </a:lnTo>
                <a:lnTo>
                  <a:pt x="57150" y="466725"/>
                </a:lnTo>
                <a:lnTo>
                  <a:pt x="47625" y="466725"/>
                </a:lnTo>
                <a:lnTo>
                  <a:pt x="47625" y="457200"/>
                </a:lnTo>
                <a:lnTo>
                  <a:pt x="38100" y="457200"/>
                </a:lnTo>
                <a:lnTo>
                  <a:pt x="38100" y="447675"/>
                </a:lnTo>
                <a:lnTo>
                  <a:pt x="57150" y="447675"/>
                </a:lnTo>
                <a:close/>
                <a:moveTo>
                  <a:pt x="161925" y="466725"/>
                </a:moveTo>
                <a:lnTo>
                  <a:pt x="171450" y="466725"/>
                </a:lnTo>
                <a:lnTo>
                  <a:pt x="171450" y="476250"/>
                </a:lnTo>
                <a:lnTo>
                  <a:pt x="200025" y="476250"/>
                </a:lnTo>
                <a:lnTo>
                  <a:pt x="200025" y="466725"/>
                </a:lnTo>
                <a:lnTo>
                  <a:pt x="209550" y="466725"/>
                </a:lnTo>
                <a:lnTo>
                  <a:pt x="209550" y="476250"/>
                </a:lnTo>
                <a:lnTo>
                  <a:pt x="219075" y="476250"/>
                </a:lnTo>
                <a:lnTo>
                  <a:pt x="219075" y="485775"/>
                </a:lnTo>
                <a:lnTo>
                  <a:pt x="238125" y="485775"/>
                </a:lnTo>
                <a:lnTo>
                  <a:pt x="238125" y="495300"/>
                </a:lnTo>
                <a:lnTo>
                  <a:pt x="219075" y="495300"/>
                </a:lnTo>
                <a:lnTo>
                  <a:pt x="219075" y="504825"/>
                </a:lnTo>
                <a:lnTo>
                  <a:pt x="209550" y="504825"/>
                </a:lnTo>
                <a:lnTo>
                  <a:pt x="209550" y="495300"/>
                </a:lnTo>
                <a:lnTo>
                  <a:pt x="171450" y="495300"/>
                </a:lnTo>
                <a:lnTo>
                  <a:pt x="171450" y="485775"/>
                </a:lnTo>
                <a:lnTo>
                  <a:pt x="152400" y="485775"/>
                </a:lnTo>
                <a:lnTo>
                  <a:pt x="152400" y="476250"/>
                </a:lnTo>
                <a:lnTo>
                  <a:pt x="161925" y="476250"/>
                </a:lnTo>
                <a:close/>
                <a:moveTo>
                  <a:pt x="438150" y="476250"/>
                </a:moveTo>
                <a:lnTo>
                  <a:pt x="447675" y="476250"/>
                </a:lnTo>
                <a:lnTo>
                  <a:pt x="447675" y="485775"/>
                </a:lnTo>
                <a:lnTo>
                  <a:pt x="438150" y="485775"/>
                </a:lnTo>
                <a:close/>
                <a:moveTo>
                  <a:pt x="419100" y="495300"/>
                </a:moveTo>
                <a:lnTo>
                  <a:pt x="438150" y="495300"/>
                </a:lnTo>
                <a:lnTo>
                  <a:pt x="438150" y="504825"/>
                </a:lnTo>
                <a:lnTo>
                  <a:pt x="428625" y="504825"/>
                </a:lnTo>
                <a:lnTo>
                  <a:pt x="428625" y="523875"/>
                </a:lnTo>
                <a:lnTo>
                  <a:pt x="419100" y="523875"/>
                </a:lnTo>
                <a:close/>
                <a:moveTo>
                  <a:pt x="28575" y="504825"/>
                </a:moveTo>
                <a:lnTo>
                  <a:pt x="38100" y="504825"/>
                </a:lnTo>
                <a:lnTo>
                  <a:pt x="38100" y="533400"/>
                </a:lnTo>
                <a:lnTo>
                  <a:pt x="28575" y="533400"/>
                </a:lnTo>
                <a:close/>
                <a:moveTo>
                  <a:pt x="209550" y="523875"/>
                </a:moveTo>
                <a:lnTo>
                  <a:pt x="219075" y="523875"/>
                </a:lnTo>
                <a:lnTo>
                  <a:pt x="219075" y="552450"/>
                </a:lnTo>
                <a:lnTo>
                  <a:pt x="209550" y="552450"/>
                </a:lnTo>
                <a:close/>
                <a:moveTo>
                  <a:pt x="247650" y="523875"/>
                </a:moveTo>
                <a:lnTo>
                  <a:pt x="257175" y="523875"/>
                </a:lnTo>
                <a:lnTo>
                  <a:pt x="257175" y="533400"/>
                </a:lnTo>
                <a:lnTo>
                  <a:pt x="247650" y="533400"/>
                </a:lnTo>
                <a:close/>
                <a:moveTo>
                  <a:pt x="409575" y="523875"/>
                </a:moveTo>
                <a:lnTo>
                  <a:pt x="419100" y="523875"/>
                </a:lnTo>
                <a:lnTo>
                  <a:pt x="419100" y="533400"/>
                </a:lnTo>
                <a:lnTo>
                  <a:pt x="409575" y="533400"/>
                </a:lnTo>
                <a:close/>
                <a:moveTo>
                  <a:pt x="19050" y="533400"/>
                </a:moveTo>
                <a:lnTo>
                  <a:pt x="28575" y="533400"/>
                </a:lnTo>
                <a:lnTo>
                  <a:pt x="28575" y="571500"/>
                </a:lnTo>
                <a:lnTo>
                  <a:pt x="19050" y="571500"/>
                </a:lnTo>
                <a:close/>
                <a:moveTo>
                  <a:pt x="390525" y="533400"/>
                </a:moveTo>
                <a:lnTo>
                  <a:pt x="409575" y="533400"/>
                </a:lnTo>
                <a:lnTo>
                  <a:pt x="409575" y="542925"/>
                </a:lnTo>
                <a:lnTo>
                  <a:pt x="400050" y="542925"/>
                </a:lnTo>
                <a:lnTo>
                  <a:pt x="400050" y="552450"/>
                </a:lnTo>
                <a:lnTo>
                  <a:pt x="390525" y="552450"/>
                </a:lnTo>
                <a:close/>
                <a:moveTo>
                  <a:pt x="200025" y="552450"/>
                </a:moveTo>
                <a:lnTo>
                  <a:pt x="209550" y="552450"/>
                </a:lnTo>
                <a:lnTo>
                  <a:pt x="209550" y="561975"/>
                </a:lnTo>
                <a:lnTo>
                  <a:pt x="200025" y="561975"/>
                </a:lnTo>
                <a:close/>
                <a:moveTo>
                  <a:pt x="180975" y="561975"/>
                </a:moveTo>
                <a:lnTo>
                  <a:pt x="200025" y="561975"/>
                </a:lnTo>
                <a:lnTo>
                  <a:pt x="200025" y="571500"/>
                </a:lnTo>
                <a:lnTo>
                  <a:pt x="180975" y="571500"/>
                </a:lnTo>
                <a:close/>
                <a:moveTo>
                  <a:pt x="361950" y="561975"/>
                </a:moveTo>
                <a:lnTo>
                  <a:pt x="371475" y="561975"/>
                </a:lnTo>
                <a:lnTo>
                  <a:pt x="371475" y="571500"/>
                </a:lnTo>
                <a:lnTo>
                  <a:pt x="361950" y="571500"/>
                </a:lnTo>
                <a:close/>
                <a:moveTo>
                  <a:pt x="171450" y="571500"/>
                </a:moveTo>
                <a:lnTo>
                  <a:pt x="180975" y="571500"/>
                </a:lnTo>
                <a:lnTo>
                  <a:pt x="180975" y="581025"/>
                </a:lnTo>
                <a:lnTo>
                  <a:pt x="171450" y="581025"/>
                </a:lnTo>
                <a:close/>
                <a:moveTo>
                  <a:pt x="352425" y="571500"/>
                </a:moveTo>
                <a:lnTo>
                  <a:pt x="361950" y="571500"/>
                </a:lnTo>
                <a:lnTo>
                  <a:pt x="361950" y="581025"/>
                </a:lnTo>
                <a:lnTo>
                  <a:pt x="352425" y="581025"/>
                </a:lnTo>
                <a:close/>
                <a:moveTo>
                  <a:pt x="142875" y="581025"/>
                </a:moveTo>
                <a:lnTo>
                  <a:pt x="161925" y="581025"/>
                </a:lnTo>
                <a:lnTo>
                  <a:pt x="161925" y="590550"/>
                </a:lnTo>
                <a:lnTo>
                  <a:pt x="142875" y="590550"/>
                </a:lnTo>
                <a:close/>
                <a:moveTo>
                  <a:pt x="342900" y="581025"/>
                </a:moveTo>
                <a:lnTo>
                  <a:pt x="352425" y="581025"/>
                </a:lnTo>
                <a:lnTo>
                  <a:pt x="352425" y="590550"/>
                </a:lnTo>
                <a:lnTo>
                  <a:pt x="342900" y="590550"/>
                </a:lnTo>
                <a:close/>
                <a:moveTo>
                  <a:pt x="38100" y="590550"/>
                </a:moveTo>
                <a:lnTo>
                  <a:pt x="47625" y="590550"/>
                </a:lnTo>
                <a:lnTo>
                  <a:pt x="47625" y="600075"/>
                </a:lnTo>
                <a:lnTo>
                  <a:pt x="38100" y="600075"/>
                </a:lnTo>
                <a:close/>
                <a:moveTo>
                  <a:pt x="95250" y="590550"/>
                </a:moveTo>
                <a:lnTo>
                  <a:pt x="104775" y="590550"/>
                </a:lnTo>
                <a:lnTo>
                  <a:pt x="104775" y="600075"/>
                </a:lnTo>
                <a:lnTo>
                  <a:pt x="95250" y="600075"/>
                </a:lnTo>
                <a:close/>
                <a:moveTo>
                  <a:pt x="123825" y="590550"/>
                </a:moveTo>
                <a:lnTo>
                  <a:pt x="142875" y="590550"/>
                </a:lnTo>
                <a:lnTo>
                  <a:pt x="142875" y="600075"/>
                </a:lnTo>
                <a:lnTo>
                  <a:pt x="123825" y="600075"/>
                </a:lnTo>
                <a:close/>
                <a:moveTo>
                  <a:pt x="323850" y="590550"/>
                </a:moveTo>
                <a:lnTo>
                  <a:pt x="333375" y="590550"/>
                </a:lnTo>
                <a:lnTo>
                  <a:pt x="333375" y="600075"/>
                </a:lnTo>
                <a:lnTo>
                  <a:pt x="323850" y="600075"/>
                </a:lnTo>
                <a:close/>
                <a:moveTo>
                  <a:pt x="85725" y="600075"/>
                </a:moveTo>
                <a:lnTo>
                  <a:pt x="95250" y="600075"/>
                </a:lnTo>
                <a:lnTo>
                  <a:pt x="95250" y="609600"/>
                </a:lnTo>
                <a:lnTo>
                  <a:pt x="85725" y="609600"/>
                </a:lnTo>
                <a:close/>
                <a:moveTo>
                  <a:pt x="276225" y="600075"/>
                </a:moveTo>
                <a:lnTo>
                  <a:pt x="285750" y="600075"/>
                </a:lnTo>
                <a:lnTo>
                  <a:pt x="285750" y="609600"/>
                </a:lnTo>
                <a:lnTo>
                  <a:pt x="276225" y="609600"/>
                </a:lnTo>
                <a:close/>
                <a:moveTo>
                  <a:pt x="314325" y="600075"/>
                </a:moveTo>
                <a:lnTo>
                  <a:pt x="323850" y="600075"/>
                </a:lnTo>
                <a:lnTo>
                  <a:pt x="323850" y="609600"/>
                </a:lnTo>
                <a:lnTo>
                  <a:pt x="314325" y="609600"/>
                </a:lnTo>
                <a:close/>
                <a:moveTo>
                  <a:pt x="76200" y="609600"/>
                </a:moveTo>
                <a:lnTo>
                  <a:pt x="85725" y="609600"/>
                </a:lnTo>
                <a:lnTo>
                  <a:pt x="85725" y="619125"/>
                </a:lnTo>
                <a:lnTo>
                  <a:pt x="76200" y="619125"/>
                </a:lnTo>
                <a:close/>
              </a:path>
            </a:pathLst>
          </a:custGeom>
          <a:solidFill xmlns:a="http://schemas.openxmlformats.org/drawingml/2006/main">
            <a:srgbClr val="F6EEDF"/>
          </a:solidFill>
          <a:ln xmlns:a="http://schemas.openxmlformats.org/drawingml/2006/main" w="0">
            <a:noFill/>
          </a:ln>
        </p:spPr>
      </p:sp>
      <p:sp>
        <p:nvSpPr>
          <p:cNvPr id="83" name="rocket vector #f5eee0">
            <a:extLst xmlns:a="http://schemas.openxmlformats.org/drawingml/2006/main">
              <a:ext uri="{FF2B5EF4-FFF2-40B4-BE49-F238E27FC236}">
                <a16:creationId xmlns:a16="http://schemas.microsoft.com/office/drawing/2014/main" id="{6B4C08A4-8F7D-4D35-B8B7-7A55EF1840D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867775" y="1800225"/>
            <a:ext cx="752475" cy="742950"/>
          </a:xfrm>
          <a:custGeom xmlns:a="http://schemas.openxmlformats.org/drawingml/2006/main">
            <a:pathLst>
              <a:path w="638175" h="628650">
                <a:moveTo>
                  <a:pt x="485775" y="19050"/>
                </a:moveTo>
                <a:lnTo>
                  <a:pt x="523875" y="19050"/>
                </a:lnTo>
                <a:lnTo>
                  <a:pt x="523875" y="28575"/>
                </a:lnTo>
                <a:lnTo>
                  <a:pt x="485775" y="28575"/>
                </a:lnTo>
                <a:close/>
                <a:moveTo>
                  <a:pt x="457200" y="28575"/>
                </a:moveTo>
                <a:lnTo>
                  <a:pt x="476250" y="28575"/>
                </a:lnTo>
                <a:lnTo>
                  <a:pt x="476250" y="38100"/>
                </a:lnTo>
                <a:lnTo>
                  <a:pt x="457200" y="38100"/>
                </a:lnTo>
                <a:close/>
                <a:moveTo>
                  <a:pt x="581025" y="28575"/>
                </a:moveTo>
                <a:lnTo>
                  <a:pt x="590550" y="28575"/>
                </a:lnTo>
                <a:lnTo>
                  <a:pt x="590550" y="57150"/>
                </a:lnTo>
                <a:lnTo>
                  <a:pt x="581025" y="57150"/>
                </a:lnTo>
                <a:lnTo>
                  <a:pt x="581025" y="47625"/>
                </a:lnTo>
                <a:lnTo>
                  <a:pt x="571500" y="47625"/>
                </a:lnTo>
                <a:lnTo>
                  <a:pt x="571500" y="38100"/>
                </a:lnTo>
                <a:lnTo>
                  <a:pt x="581025" y="38100"/>
                </a:lnTo>
                <a:close/>
                <a:moveTo>
                  <a:pt x="590550" y="57150"/>
                </a:moveTo>
                <a:lnTo>
                  <a:pt x="600075" y="57150"/>
                </a:lnTo>
                <a:lnTo>
                  <a:pt x="600075" y="76200"/>
                </a:lnTo>
                <a:lnTo>
                  <a:pt x="590550" y="76200"/>
                </a:lnTo>
                <a:close/>
                <a:moveTo>
                  <a:pt x="285750" y="66675"/>
                </a:moveTo>
                <a:lnTo>
                  <a:pt x="295275" y="66675"/>
                </a:lnTo>
                <a:lnTo>
                  <a:pt x="295275" y="76200"/>
                </a:lnTo>
                <a:lnTo>
                  <a:pt x="314325" y="76200"/>
                </a:lnTo>
                <a:lnTo>
                  <a:pt x="314325" y="85725"/>
                </a:lnTo>
                <a:lnTo>
                  <a:pt x="323850" y="85725"/>
                </a:lnTo>
                <a:lnTo>
                  <a:pt x="323850" y="95250"/>
                </a:lnTo>
                <a:lnTo>
                  <a:pt x="304800" y="95250"/>
                </a:lnTo>
                <a:lnTo>
                  <a:pt x="304800" y="104775"/>
                </a:lnTo>
                <a:lnTo>
                  <a:pt x="295275" y="104775"/>
                </a:lnTo>
                <a:lnTo>
                  <a:pt x="295275" y="95250"/>
                </a:lnTo>
                <a:lnTo>
                  <a:pt x="266700" y="95250"/>
                </a:lnTo>
                <a:lnTo>
                  <a:pt x="266700" y="85725"/>
                </a:lnTo>
                <a:lnTo>
                  <a:pt x="276225" y="85725"/>
                </a:lnTo>
                <a:lnTo>
                  <a:pt x="276225" y="76200"/>
                </a:lnTo>
                <a:lnTo>
                  <a:pt x="285750" y="76200"/>
                </a:lnTo>
                <a:close/>
                <a:moveTo>
                  <a:pt x="238125" y="95250"/>
                </a:moveTo>
                <a:lnTo>
                  <a:pt x="266700" y="95250"/>
                </a:lnTo>
                <a:lnTo>
                  <a:pt x="266700" y="114300"/>
                </a:lnTo>
                <a:lnTo>
                  <a:pt x="257175" y="114300"/>
                </a:lnTo>
                <a:lnTo>
                  <a:pt x="257175" y="123825"/>
                </a:lnTo>
                <a:lnTo>
                  <a:pt x="228600" y="123825"/>
                </a:lnTo>
                <a:lnTo>
                  <a:pt x="228600" y="114300"/>
                </a:lnTo>
                <a:lnTo>
                  <a:pt x="247650" y="114300"/>
                </a:lnTo>
                <a:lnTo>
                  <a:pt x="247650" y="104775"/>
                </a:lnTo>
                <a:lnTo>
                  <a:pt x="238125" y="104775"/>
                </a:lnTo>
                <a:close/>
                <a:moveTo>
                  <a:pt x="266700" y="123825"/>
                </a:moveTo>
                <a:lnTo>
                  <a:pt x="276225" y="123825"/>
                </a:lnTo>
                <a:lnTo>
                  <a:pt x="276225" y="133350"/>
                </a:lnTo>
                <a:lnTo>
                  <a:pt x="266700" y="133350"/>
                </a:lnTo>
                <a:close/>
                <a:moveTo>
                  <a:pt x="590550" y="123825"/>
                </a:moveTo>
                <a:lnTo>
                  <a:pt x="600075" y="123825"/>
                </a:lnTo>
                <a:lnTo>
                  <a:pt x="600075" y="142875"/>
                </a:lnTo>
                <a:lnTo>
                  <a:pt x="590550" y="142875"/>
                </a:lnTo>
                <a:close/>
                <a:moveTo>
                  <a:pt x="600075" y="161925"/>
                </a:moveTo>
                <a:lnTo>
                  <a:pt x="609600" y="161925"/>
                </a:lnTo>
                <a:lnTo>
                  <a:pt x="609600" y="180975"/>
                </a:lnTo>
                <a:lnTo>
                  <a:pt x="600075" y="180975"/>
                </a:lnTo>
                <a:close/>
                <a:moveTo>
                  <a:pt x="161925" y="180975"/>
                </a:moveTo>
                <a:lnTo>
                  <a:pt x="190500" y="180975"/>
                </a:lnTo>
                <a:lnTo>
                  <a:pt x="190500" y="190500"/>
                </a:lnTo>
                <a:lnTo>
                  <a:pt x="161925" y="190500"/>
                </a:lnTo>
                <a:close/>
                <a:moveTo>
                  <a:pt x="0" y="200025"/>
                </a:moveTo>
                <a:lnTo>
                  <a:pt x="9525" y="200025"/>
                </a:lnTo>
                <a:lnTo>
                  <a:pt x="9525" y="209550"/>
                </a:lnTo>
                <a:lnTo>
                  <a:pt x="0" y="209550"/>
                </a:lnTo>
                <a:close/>
                <a:moveTo>
                  <a:pt x="38100" y="209550"/>
                </a:moveTo>
                <a:lnTo>
                  <a:pt x="95250" y="209550"/>
                </a:lnTo>
                <a:lnTo>
                  <a:pt x="95250" y="228600"/>
                </a:lnTo>
                <a:lnTo>
                  <a:pt x="57150" y="228600"/>
                </a:lnTo>
                <a:lnTo>
                  <a:pt x="57150" y="238125"/>
                </a:lnTo>
                <a:lnTo>
                  <a:pt x="47625" y="238125"/>
                </a:lnTo>
                <a:lnTo>
                  <a:pt x="47625" y="247650"/>
                </a:lnTo>
                <a:lnTo>
                  <a:pt x="38100" y="247650"/>
                </a:lnTo>
                <a:close/>
                <a:moveTo>
                  <a:pt x="571500" y="209550"/>
                </a:moveTo>
                <a:lnTo>
                  <a:pt x="581025" y="209550"/>
                </a:lnTo>
                <a:lnTo>
                  <a:pt x="581025" y="228600"/>
                </a:lnTo>
                <a:lnTo>
                  <a:pt x="571500" y="228600"/>
                </a:lnTo>
                <a:close/>
                <a:moveTo>
                  <a:pt x="628650" y="247650"/>
                </a:moveTo>
                <a:lnTo>
                  <a:pt x="638175" y="247650"/>
                </a:lnTo>
                <a:lnTo>
                  <a:pt x="638175" y="266700"/>
                </a:lnTo>
                <a:lnTo>
                  <a:pt x="628650" y="266700"/>
                </a:lnTo>
                <a:close/>
                <a:moveTo>
                  <a:pt x="38100" y="295275"/>
                </a:moveTo>
                <a:lnTo>
                  <a:pt x="47625" y="295275"/>
                </a:lnTo>
                <a:lnTo>
                  <a:pt x="47625" y="304800"/>
                </a:lnTo>
                <a:lnTo>
                  <a:pt x="38100" y="304800"/>
                </a:lnTo>
                <a:close/>
                <a:moveTo>
                  <a:pt x="28575" y="304800"/>
                </a:moveTo>
                <a:lnTo>
                  <a:pt x="38100" y="304800"/>
                </a:lnTo>
                <a:lnTo>
                  <a:pt x="38100" y="314325"/>
                </a:lnTo>
                <a:lnTo>
                  <a:pt x="28575" y="314325"/>
                </a:lnTo>
                <a:close/>
                <a:moveTo>
                  <a:pt x="19050" y="314325"/>
                </a:moveTo>
                <a:lnTo>
                  <a:pt x="28575" y="314325"/>
                </a:lnTo>
                <a:lnTo>
                  <a:pt x="28575" y="323850"/>
                </a:lnTo>
                <a:lnTo>
                  <a:pt x="19050" y="323850"/>
                </a:lnTo>
                <a:close/>
                <a:moveTo>
                  <a:pt x="9525" y="323850"/>
                </a:moveTo>
                <a:lnTo>
                  <a:pt x="19050" y="323850"/>
                </a:lnTo>
                <a:lnTo>
                  <a:pt x="19050" y="333375"/>
                </a:lnTo>
                <a:lnTo>
                  <a:pt x="9525" y="333375"/>
                </a:lnTo>
                <a:close/>
                <a:moveTo>
                  <a:pt x="504825" y="323850"/>
                </a:moveTo>
                <a:lnTo>
                  <a:pt x="514350" y="323850"/>
                </a:lnTo>
                <a:lnTo>
                  <a:pt x="514350" y="333375"/>
                </a:lnTo>
                <a:lnTo>
                  <a:pt x="504825" y="333375"/>
                </a:lnTo>
                <a:close/>
                <a:moveTo>
                  <a:pt x="0" y="342900"/>
                </a:moveTo>
                <a:lnTo>
                  <a:pt x="9525" y="342900"/>
                </a:lnTo>
                <a:lnTo>
                  <a:pt x="9525" y="352425"/>
                </a:lnTo>
                <a:lnTo>
                  <a:pt x="0" y="352425"/>
                </a:lnTo>
                <a:close/>
                <a:moveTo>
                  <a:pt x="9525" y="361950"/>
                </a:moveTo>
                <a:lnTo>
                  <a:pt x="19050" y="361950"/>
                </a:lnTo>
                <a:lnTo>
                  <a:pt x="19050" y="371475"/>
                </a:lnTo>
                <a:lnTo>
                  <a:pt x="28575" y="371475"/>
                </a:lnTo>
                <a:lnTo>
                  <a:pt x="28575" y="381000"/>
                </a:lnTo>
                <a:lnTo>
                  <a:pt x="57150" y="381000"/>
                </a:lnTo>
                <a:lnTo>
                  <a:pt x="57150" y="390525"/>
                </a:lnTo>
                <a:lnTo>
                  <a:pt x="114300" y="390525"/>
                </a:lnTo>
                <a:lnTo>
                  <a:pt x="114300" y="400050"/>
                </a:lnTo>
                <a:lnTo>
                  <a:pt x="123825" y="400050"/>
                </a:lnTo>
                <a:lnTo>
                  <a:pt x="123825" y="409575"/>
                </a:lnTo>
                <a:lnTo>
                  <a:pt x="95250" y="409575"/>
                </a:lnTo>
                <a:lnTo>
                  <a:pt x="95250" y="419100"/>
                </a:lnTo>
                <a:lnTo>
                  <a:pt x="66675" y="419100"/>
                </a:lnTo>
                <a:lnTo>
                  <a:pt x="66675" y="400050"/>
                </a:lnTo>
                <a:lnTo>
                  <a:pt x="28575" y="400050"/>
                </a:lnTo>
                <a:lnTo>
                  <a:pt x="28575" y="390525"/>
                </a:lnTo>
                <a:lnTo>
                  <a:pt x="19050" y="390525"/>
                </a:lnTo>
                <a:lnTo>
                  <a:pt x="19050" y="381000"/>
                </a:lnTo>
                <a:lnTo>
                  <a:pt x="0" y="381000"/>
                </a:lnTo>
                <a:lnTo>
                  <a:pt x="0" y="371475"/>
                </a:lnTo>
                <a:lnTo>
                  <a:pt x="9525" y="371475"/>
                </a:lnTo>
                <a:close/>
                <a:moveTo>
                  <a:pt x="476250" y="371475"/>
                </a:moveTo>
                <a:lnTo>
                  <a:pt x="485775" y="371475"/>
                </a:lnTo>
                <a:lnTo>
                  <a:pt x="485775" y="390525"/>
                </a:lnTo>
                <a:lnTo>
                  <a:pt x="495300" y="390525"/>
                </a:lnTo>
                <a:lnTo>
                  <a:pt x="495300" y="400050"/>
                </a:lnTo>
                <a:lnTo>
                  <a:pt x="476250" y="400050"/>
                </a:lnTo>
                <a:lnTo>
                  <a:pt x="476250" y="419100"/>
                </a:lnTo>
                <a:lnTo>
                  <a:pt x="438150" y="419100"/>
                </a:lnTo>
                <a:lnTo>
                  <a:pt x="438150" y="409575"/>
                </a:lnTo>
                <a:lnTo>
                  <a:pt x="447675" y="409575"/>
                </a:lnTo>
                <a:lnTo>
                  <a:pt x="447675" y="390525"/>
                </a:lnTo>
                <a:lnTo>
                  <a:pt x="466725" y="390525"/>
                </a:lnTo>
                <a:lnTo>
                  <a:pt x="466725" y="381000"/>
                </a:lnTo>
                <a:lnTo>
                  <a:pt x="476250" y="381000"/>
                </a:lnTo>
                <a:close/>
                <a:moveTo>
                  <a:pt x="47625" y="428625"/>
                </a:moveTo>
                <a:lnTo>
                  <a:pt x="66675" y="428625"/>
                </a:lnTo>
                <a:lnTo>
                  <a:pt x="66675" y="438150"/>
                </a:lnTo>
                <a:lnTo>
                  <a:pt x="57150" y="438150"/>
                </a:lnTo>
                <a:lnTo>
                  <a:pt x="57150" y="447675"/>
                </a:lnTo>
                <a:lnTo>
                  <a:pt x="38100" y="447675"/>
                </a:lnTo>
                <a:lnTo>
                  <a:pt x="38100" y="438150"/>
                </a:lnTo>
                <a:lnTo>
                  <a:pt x="47625" y="438150"/>
                </a:lnTo>
                <a:close/>
                <a:moveTo>
                  <a:pt x="438150" y="466725"/>
                </a:moveTo>
                <a:lnTo>
                  <a:pt x="447675" y="466725"/>
                </a:lnTo>
                <a:lnTo>
                  <a:pt x="447675" y="476250"/>
                </a:lnTo>
                <a:lnTo>
                  <a:pt x="438150" y="476250"/>
                </a:lnTo>
                <a:close/>
                <a:moveTo>
                  <a:pt x="438150" y="485775"/>
                </a:moveTo>
                <a:lnTo>
                  <a:pt x="447675" y="485775"/>
                </a:lnTo>
                <a:lnTo>
                  <a:pt x="447675" y="504825"/>
                </a:lnTo>
                <a:lnTo>
                  <a:pt x="438150" y="504825"/>
                </a:lnTo>
                <a:close/>
                <a:moveTo>
                  <a:pt x="219075" y="495300"/>
                </a:moveTo>
                <a:lnTo>
                  <a:pt x="247650" y="495300"/>
                </a:lnTo>
                <a:lnTo>
                  <a:pt x="247650" y="504825"/>
                </a:lnTo>
                <a:lnTo>
                  <a:pt x="257175" y="504825"/>
                </a:lnTo>
                <a:lnTo>
                  <a:pt x="257175" y="523875"/>
                </a:lnTo>
                <a:lnTo>
                  <a:pt x="247650" y="523875"/>
                </a:lnTo>
                <a:lnTo>
                  <a:pt x="247650" y="514350"/>
                </a:lnTo>
                <a:lnTo>
                  <a:pt x="228600" y="514350"/>
                </a:lnTo>
                <a:lnTo>
                  <a:pt x="228600" y="533400"/>
                </a:lnTo>
                <a:lnTo>
                  <a:pt x="219075" y="533400"/>
                </a:lnTo>
                <a:lnTo>
                  <a:pt x="219075" y="523875"/>
                </a:lnTo>
                <a:lnTo>
                  <a:pt x="209550" y="523875"/>
                </a:lnTo>
                <a:lnTo>
                  <a:pt x="209550" y="504825"/>
                </a:lnTo>
                <a:lnTo>
                  <a:pt x="219075" y="504825"/>
                </a:lnTo>
                <a:close/>
                <a:moveTo>
                  <a:pt x="428625" y="504825"/>
                </a:moveTo>
                <a:lnTo>
                  <a:pt x="438150" y="504825"/>
                </a:lnTo>
                <a:lnTo>
                  <a:pt x="438150" y="523875"/>
                </a:lnTo>
                <a:lnTo>
                  <a:pt x="428625" y="523875"/>
                </a:lnTo>
                <a:close/>
                <a:moveTo>
                  <a:pt x="419100" y="523875"/>
                </a:moveTo>
                <a:lnTo>
                  <a:pt x="428625" y="523875"/>
                </a:lnTo>
                <a:lnTo>
                  <a:pt x="428625" y="533400"/>
                </a:lnTo>
                <a:lnTo>
                  <a:pt x="419100" y="533400"/>
                </a:lnTo>
                <a:close/>
                <a:moveTo>
                  <a:pt x="409575" y="533400"/>
                </a:moveTo>
                <a:lnTo>
                  <a:pt x="419100" y="533400"/>
                </a:lnTo>
                <a:lnTo>
                  <a:pt x="419100" y="542925"/>
                </a:lnTo>
                <a:lnTo>
                  <a:pt x="409575" y="542925"/>
                </a:lnTo>
                <a:close/>
                <a:moveTo>
                  <a:pt x="0" y="542925"/>
                </a:moveTo>
                <a:lnTo>
                  <a:pt x="19050" y="542925"/>
                </a:lnTo>
                <a:lnTo>
                  <a:pt x="19050" y="561975"/>
                </a:lnTo>
                <a:lnTo>
                  <a:pt x="0" y="561975"/>
                </a:lnTo>
                <a:close/>
                <a:moveTo>
                  <a:pt x="400050" y="542925"/>
                </a:moveTo>
                <a:lnTo>
                  <a:pt x="409575" y="542925"/>
                </a:lnTo>
                <a:lnTo>
                  <a:pt x="409575" y="552450"/>
                </a:lnTo>
                <a:lnTo>
                  <a:pt x="400050" y="552450"/>
                </a:lnTo>
                <a:close/>
                <a:moveTo>
                  <a:pt x="247650" y="552450"/>
                </a:moveTo>
                <a:lnTo>
                  <a:pt x="257175" y="552450"/>
                </a:lnTo>
                <a:lnTo>
                  <a:pt x="257175" y="581025"/>
                </a:lnTo>
                <a:lnTo>
                  <a:pt x="247650" y="581025"/>
                </a:lnTo>
                <a:lnTo>
                  <a:pt x="247650" y="600075"/>
                </a:lnTo>
                <a:lnTo>
                  <a:pt x="238125" y="600075"/>
                </a:lnTo>
                <a:lnTo>
                  <a:pt x="238125" y="571500"/>
                </a:lnTo>
                <a:lnTo>
                  <a:pt x="247650" y="571500"/>
                </a:lnTo>
                <a:close/>
                <a:moveTo>
                  <a:pt x="381000" y="552450"/>
                </a:moveTo>
                <a:lnTo>
                  <a:pt x="400050" y="552450"/>
                </a:lnTo>
                <a:lnTo>
                  <a:pt x="400050" y="561975"/>
                </a:lnTo>
                <a:lnTo>
                  <a:pt x="390525" y="561975"/>
                </a:lnTo>
                <a:lnTo>
                  <a:pt x="390525" y="571500"/>
                </a:lnTo>
                <a:lnTo>
                  <a:pt x="381000" y="571500"/>
                </a:lnTo>
                <a:lnTo>
                  <a:pt x="381000" y="581025"/>
                </a:lnTo>
                <a:lnTo>
                  <a:pt x="371475" y="581025"/>
                </a:lnTo>
                <a:lnTo>
                  <a:pt x="371475" y="590550"/>
                </a:lnTo>
                <a:lnTo>
                  <a:pt x="352425" y="590550"/>
                </a:lnTo>
                <a:lnTo>
                  <a:pt x="352425" y="581025"/>
                </a:lnTo>
                <a:lnTo>
                  <a:pt x="361950" y="581025"/>
                </a:lnTo>
                <a:lnTo>
                  <a:pt x="361950" y="571500"/>
                </a:lnTo>
                <a:lnTo>
                  <a:pt x="371475" y="571500"/>
                </a:lnTo>
                <a:lnTo>
                  <a:pt x="371475" y="561975"/>
                </a:lnTo>
                <a:lnTo>
                  <a:pt x="381000" y="561975"/>
                </a:lnTo>
                <a:close/>
                <a:moveTo>
                  <a:pt x="28575" y="590550"/>
                </a:moveTo>
                <a:lnTo>
                  <a:pt x="38100" y="590550"/>
                </a:lnTo>
                <a:lnTo>
                  <a:pt x="38100" y="600075"/>
                </a:lnTo>
                <a:lnTo>
                  <a:pt x="66675" y="600075"/>
                </a:lnTo>
                <a:lnTo>
                  <a:pt x="66675" y="609600"/>
                </a:lnTo>
                <a:lnTo>
                  <a:pt x="76200" y="609600"/>
                </a:lnTo>
                <a:lnTo>
                  <a:pt x="76200" y="619125"/>
                </a:lnTo>
                <a:lnTo>
                  <a:pt x="85725" y="619125"/>
                </a:lnTo>
                <a:lnTo>
                  <a:pt x="85725" y="609600"/>
                </a:lnTo>
                <a:lnTo>
                  <a:pt x="95250" y="609600"/>
                </a:lnTo>
                <a:lnTo>
                  <a:pt x="95250" y="600075"/>
                </a:lnTo>
                <a:lnTo>
                  <a:pt x="142875" y="600075"/>
                </a:lnTo>
                <a:lnTo>
                  <a:pt x="142875" y="609600"/>
                </a:lnTo>
                <a:lnTo>
                  <a:pt x="95250" y="609600"/>
                </a:lnTo>
                <a:lnTo>
                  <a:pt x="95250" y="628650"/>
                </a:lnTo>
                <a:lnTo>
                  <a:pt x="66675" y="628650"/>
                </a:lnTo>
                <a:lnTo>
                  <a:pt x="66675" y="619125"/>
                </a:lnTo>
                <a:lnTo>
                  <a:pt x="57150" y="619125"/>
                </a:lnTo>
                <a:lnTo>
                  <a:pt x="57150" y="628650"/>
                </a:lnTo>
                <a:lnTo>
                  <a:pt x="47625" y="628650"/>
                </a:lnTo>
                <a:lnTo>
                  <a:pt x="47625" y="619125"/>
                </a:lnTo>
                <a:lnTo>
                  <a:pt x="38100" y="619125"/>
                </a:lnTo>
                <a:lnTo>
                  <a:pt x="38100" y="609600"/>
                </a:lnTo>
                <a:lnTo>
                  <a:pt x="28575" y="609600"/>
                </a:lnTo>
                <a:close/>
                <a:moveTo>
                  <a:pt x="323850" y="600075"/>
                </a:moveTo>
                <a:lnTo>
                  <a:pt x="333375" y="600075"/>
                </a:lnTo>
                <a:lnTo>
                  <a:pt x="333375" y="609600"/>
                </a:lnTo>
                <a:lnTo>
                  <a:pt x="323850" y="609600"/>
                </a:lnTo>
                <a:close/>
                <a:moveTo>
                  <a:pt x="304800" y="609600"/>
                </a:moveTo>
                <a:lnTo>
                  <a:pt x="323850" y="609600"/>
                </a:lnTo>
                <a:lnTo>
                  <a:pt x="323850" y="619125"/>
                </a:lnTo>
                <a:lnTo>
                  <a:pt x="304800" y="619125"/>
                </a:lnTo>
                <a:close/>
                <a:moveTo>
                  <a:pt x="266700" y="619125"/>
                </a:moveTo>
                <a:lnTo>
                  <a:pt x="295275" y="619125"/>
                </a:lnTo>
                <a:lnTo>
                  <a:pt x="295275" y="628650"/>
                </a:lnTo>
                <a:lnTo>
                  <a:pt x="266700" y="628650"/>
                </a:lnTo>
                <a:close/>
              </a:path>
            </a:pathLst>
          </a:custGeom>
          <a:solidFill xmlns:a="http://schemas.openxmlformats.org/drawingml/2006/main">
            <a:srgbClr val="F5EEE0"/>
          </a:solidFill>
          <a:ln xmlns:a="http://schemas.openxmlformats.org/drawingml/2006/main" w="0">
            <a:noFill/>
          </a:ln>
        </p:spPr>
      </p:sp>
      <p:sp>
        <p:nvSpPr>
          <p:cNvPr id="84" name="rocket vector #f4efe2">
            <a:extLst xmlns:a="http://schemas.openxmlformats.org/drawingml/2006/main">
              <a:ext uri="{FF2B5EF4-FFF2-40B4-BE49-F238E27FC236}">
                <a16:creationId xmlns:a16="http://schemas.microsoft.com/office/drawing/2014/main" id="{73C95896-665B-474E-B40D-EB371E1BEE0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867775" y="1800225"/>
            <a:ext cx="752475" cy="742950"/>
          </a:xfrm>
          <a:custGeom xmlns:a="http://schemas.openxmlformats.org/drawingml/2006/main">
            <a:pathLst>
              <a:path w="638175" h="628650">
                <a:moveTo>
                  <a:pt x="495300" y="9525"/>
                </a:moveTo>
                <a:lnTo>
                  <a:pt x="523875" y="9525"/>
                </a:lnTo>
                <a:lnTo>
                  <a:pt x="523875" y="19050"/>
                </a:lnTo>
                <a:lnTo>
                  <a:pt x="495300" y="19050"/>
                </a:lnTo>
                <a:close/>
                <a:moveTo>
                  <a:pt x="200025" y="19050"/>
                </a:moveTo>
                <a:lnTo>
                  <a:pt x="209550" y="19050"/>
                </a:lnTo>
                <a:lnTo>
                  <a:pt x="209550" y="28575"/>
                </a:lnTo>
                <a:lnTo>
                  <a:pt x="219075" y="28575"/>
                </a:lnTo>
                <a:lnTo>
                  <a:pt x="219075" y="57150"/>
                </a:lnTo>
                <a:lnTo>
                  <a:pt x="190500" y="57150"/>
                </a:lnTo>
                <a:lnTo>
                  <a:pt x="190500" y="28575"/>
                </a:lnTo>
                <a:lnTo>
                  <a:pt x="200025" y="28575"/>
                </a:lnTo>
                <a:close/>
                <a:moveTo>
                  <a:pt x="523875" y="19050"/>
                </a:moveTo>
                <a:lnTo>
                  <a:pt x="533400" y="19050"/>
                </a:lnTo>
                <a:lnTo>
                  <a:pt x="533400" y="28575"/>
                </a:lnTo>
                <a:lnTo>
                  <a:pt x="523875" y="28575"/>
                </a:lnTo>
                <a:close/>
                <a:moveTo>
                  <a:pt x="0" y="28575"/>
                </a:moveTo>
                <a:lnTo>
                  <a:pt x="47625" y="28575"/>
                </a:lnTo>
                <a:lnTo>
                  <a:pt x="47625" y="85725"/>
                </a:lnTo>
                <a:lnTo>
                  <a:pt x="38100" y="85725"/>
                </a:lnTo>
                <a:lnTo>
                  <a:pt x="38100" y="76200"/>
                </a:lnTo>
                <a:lnTo>
                  <a:pt x="28575" y="76200"/>
                </a:lnTo>
                <a:lnTo>
                  <a:pt x="28575" y="66675"/>
                </a:lnTo>
                <a:lnTo>
                  <a:pt x="38100" y="66675"/>
                </a:lnTo>
                <a:lnTo>
                  <a:pt x="38100" y="57150"/>
                </a:lnTo>
                <a:lnTo>
                  <a:pt x="19050" y="57150"/>
                </a:lnTo>
                <a:lnTo>
                  <a:pt x="19050" y="47625"/>
                </a:lnTo>
                <a:lnTo>
                  <a:pt x="0" y="47625"/>
                </a:lnTo>
                <a:close/>
                <a:moveTo>
                  <a:pt x="590550" y="28575"/>
                </a:moveTo>
                <a:lnTo>
                  <a:pt x="609600" y="28575"/>
                </a:lnTo>
                <a:lnTo>
                  <a:pt x="609600" y="38100"/>
                </a:lnTo>
                <a:lnTo>
                  <a:pt x="590550" y="38100"/>
                </a:lnTo>
                <a:close/>
                <a:moveTo>
                  <a:pt x="590550" y="47625"/>
                </a:moveTo>
                <a:lnTo>
                  <a:pt x="609600" y="47625"/>
                </a:lnTo>
                <a:lnTo>
                  <a:pt x="609600" y="76200"/>
                </a:lnTo>
                <a:lnTo>
                  <a:pt x="619125" y="76200"/>
                </a:lnTo>
                <a:lnTo>
                  <a:pt x="619125" y="85725"/>
                </a:lnTo>
                <a:lnTo>
                  <a:pt x="628650" y="85725"/>
                </a:lnTo>
                <a:lnTo>
                  <a:pt x="628650" y="104775"/>
                </a:lnTo>
                <a:lnTo>
                  <a:pt x="619125" y="104775"/>
                </a:lnTo>
                <a:lnTo>
                  <a:pt x="619125" y="114300"/>
                </a:lnTo>
                <a:lnTo>
                  <a:pt x="609600" y="114300"/>
                </a:lnTo>
                <a:lnTo>
                  <a:pt x="609600" y="123825"/>
                </a:lnTo>
                <a:lnTo>
                  <a:pt x="600075" y="123825"/>
                </a:lnTo>
                <a:lnTo>
                  <a:pt x="600075" y="57150"/>
                </a:lnTo>
                <a:lnTo>
                  <a:pt x="590550" y="57150"/>
                </a:lnTo>
                <a:close/>
                <a:moveTo>
                  <a:pt x="266700" y="95250"/>
                </a:moveTo>
                <a:lnTo>
                  <a:pt x="295275" y="95250"/>
                </a:lnTo>
                <a:lnTo>
                  <a:pt x="295275" y="114300"/>
                </a:lnTo>
                <a:lnTo>
                  <a:pt x="285750" y="114300"/>
                </a:lnTo>
                <a:lnTo>
                  <a:pt x="285750" y="123825"/>
                </a:lnTo>
                <a:lnTo>
                  <a:pt x="266700" y="123825"/>
                </a:lnTo>
                <a:lnTo>
                  <a:pt x="266700" y="142875"/>
                </a:lnTo>
                <a:lnTo>
                  <a:pt x="257175" y="142875"/>
                </a:lnTo>
                <a:lnTo>
                  <a:pt x="257175" y="152400"/>
                </a:lnTo>
                <a:lnTo>
                  <a:pt x="247650" y="152400"/>
                </a:lnTo>
                <a:lnTo>
                  <a:pt x="247650" y="161925"/>
                </a:lnTo>
                <a:lnTo>
                  <a:pt x="238125" y="161925"/>
                </a:lnTo>
                <a:lnTo>
                  <a:pt x="238125" y="171450"/>
                </a:lnTo>
                <a:lnTo>
                  <a:pt x="228600" y="171450"/>
                </a:lnTo>
                <a:lnTo>
                  <a:pt x="228600" y="152400"/>
                </a:lnTo>
                <a:lnTo>
                  <a:pt x="219075" y="152400"/>
                </a:lnTo>
                <a:lnTo>
                  <a:pt x="219075" y="133350"/>
                </a:lnTo>
                <a:lnTo>
                  <a:pt x="209550" y="133350"/>
                </a:lnTo>
                <a:lnTo>
                  <a:pt x="209550" y="114300"/>
                </a:lnTo>
                <a:lnTo>
                  <a:pt x="228600" y="114300"/>
                </a:lnTo>
                <a:lnTo>
                  <a:pt x="228600" y="123825"/>
                </a:lnTo>
                <a:lnTo>
                  <a:pt x="257175" y="123825"/>
                </a:lnTo>
                <a:lnTo>
                  <a:pt x="257175" y="114300"/>
                </a:lnTo>
                <a:lnTo>
                  <a:pt x="266700" y="114300"/>
                </a:lnTo>
                <a:close/>
                <a:moveTo>
                  <a:pt x="104775" y="142875"/>
                </a:moveTo>
                <a:lnTo>
                  <a:pt x="114300" y="142875"/>
                </a:lnTo>
                <a:lnTo>
                  <a:pt x="114300" y="152400"/>
                </a:lnTo>
                <a:lnTo>
                  <a:pt x="104775" y="152400"/>
                </a:lnTo>
                <a:close/>
                <a:moveTo>
                  <a:pt x="609600" y="171450"/>
                </a:moveTo>
                <a:lnTo>
                  <a:pt x="619125" y="171450"/>
                </a:lnTo>
                <a:lnTo>
                  <a:pt x="619125" y="190500"/>
                </a:lnTo>
                <a:lnTo>
                  <a:pt x="600075" y="190500"/>
                </a:lnTo>
                <a:lnTo>
                  <a:pt x="600075" y="180975"/>
                </a:lnTo>
                <a:lnTo>
                  <a:pt x="609600" y="180975"/>
                </a:lnTo>
                <a:close/>
                <a:moveTo>
                  <a:pt x="0" y="180975"/>
                </a:moveTo>
                <a:lnTo>
                  <a:pt x="9525" y="180975"/>
                </a:lnTo>
                <a:lnTo>
                  <a:pt x="9525" y="200025"/>
                </a:lnTo>
                <a:lnTo>
                  <a:pt x="0" y="200025"/>
                </a:lnTo>
                <a:close/>
                <a:moveTo>
                  <a:pt x="57150" y="200025"/>
                </a:moveTo>
                <a:lnTo>
                  <a:pt x="66675" y="200025"/>
                </a:lnTo>
                <a:lnTo>
                  <a:pt x="66675" y="209550"/>
                </a:lnTo>
                <a:lnTo>
                  <a:pt x="57150" y="209550"/>
                </a:lnTo>
                <a:close/>
                <a:moveTo>
                  <a:pt x="581025" y="209550"/>
                </a:moveTo>
                <a:lnTo>
                  <a:pt x="590550" y="209550"/>
                </a:lnTo>
                <a:lnTo>
                  <a:pt x="590550" y="219075"/>
                </a:lnTo>
                <a:lnTo>
                  <a:pt x="581025" y="219075"/>
                </a:lnTo>
                <a:close/>
                <a:moveTo>
                  <a:pt x="57150" y="228600"/>
                </a:moveTo>
                <a:lnTo>
                  <a:pt x="76200" y="228600"/>
                </a:lnTo>
                <a:lnTo>
                  <a:pt x="76200" y="238125"/>
                </a:lnTo>
                <a:lnTo>
                  <a:pt x="57150" y="238125"/>
                </a:lnTo>
                <a:close/>
                <a:moveTo>
                  <a:pt x="19050" y="238125"/>
                </a:moveTo>
                <a:lnTo>
                  <a:pt x="28575" y="238125"/>
                </a:lnTo>
                <a:lnTo>
                  <a:pt x="28575" y="247650"/>
                </a:lnTo>
                <a:lnTo>
                  <a:pt x="38100" y="247650"/>
                </a:lnTo>
                <a:lnTo>
                  <a:pt x="38100" y="266700"/>
                </a:lnTo>
                <a:lnTo>
                  <a:pt x="19050" y="266700"/>
                </a:lnTo>
                <a:close/>
                <a:moveTo>
                  <a:pt x="619125" y="247650"/>
                </a:moveTo>
                <a:lnTo>
                  <a:pt x="628650" y="247650"/>
                </a:lnTo>
                <a:lnTo>
                  <a:pt x="628650" y="295275"/>
                </a:lnTo>
                <a:lnTo>
                  <a:pt x="609600" y="295275"/>
                </a:lnTo>
                <a:lnTo>
                  <a:pt x="609600" y="285750"/>
                </a:lnTo>
                <a:lnTo>
                  <a:pt x="542925" y="285750"/>
                </a:lnTo>
                <a:lnTo>
                  <a:pt x="542925" y="266700"/>
                </a:lnTo>
                <a:lnTo>
                  <a:pt x="552450" y="266700"/>
                </a:lnTo>
                <a:lnTo>
                  <a:pt x="552450" y="257175"/>
                </a:lnTo>
                <a:lnTo>
                  <a:pt x="561975" y="257175"/>
                </a:lnTo>
                <a:lnTo>
                  <a:pt x="561975" y="266700"/>
                </a:lnTo>
                <a:lnTo>
                  <a:pt x="590550" y="266700"/>
                </a:lnTo>
                <a:lnTo>
                  <a:pt x="590550" y="257175"/>
                </a:lnTo>
                <a:lnTo>
                  <a:pt x="600075" y="257175"/>
                </a:lnTo>
                <a:lnTo>
                  <a:pt x="600075" y="266700"/>
                </a:lnTo>
                <a:lnTo>
                  <a:pt x="619125" y="266700"/>
                </a:lnTo>
                <a:close/>
                <a:moveTo>
                  <a:pt x="57150" y="257175"/>
                </a:moveTo>
                <a:lnTo>
                  <a:pt x="66675" y="257175"/>
                </a:lnTo>
                <a:lnTo>
                  <a:pt x="66675" y="276225"/>
                </a:lnTo>
                <a:lnTo>
                  <a:pt x="57150" y="276225"/>
                </a:lnTo>
                <a:close/>
                <a:moveTo>
                  <a:pt x="19050" y="276225"/>
                </a:moveTo>
                <a:lnTo>
                  <a:pt x="28575" y="276225"/>
                </a:lnTo>
                <a:lnTo>
                  <a:pt x="28575" y="285750"/>
                </a:lnTo>
                <a:lnTo>
                  <a:pt x="19050" y="285750"/>
                </a:lnTo>
                <a:close/>
                <a:moveTo>
                  <a:pt x="533400" y="285750"/>
                </a:moveTo>
                <a:lnTo>
                  <a:pt x="542925" y="285750"/>
                </a:lnTo>
                <a:lnTo>
                  <a:pt x="542925" y="314325"/>
                </a:lnTo>
                <a:lnTo>
                  <a:pt x="552450" y="314325"/>
                </a:lnTo>
                <a:lnTo>
                  <a:pt x="552450" y="333375"/>
                </a:lnTo>
                <a:lnTo>
                  <a:pt x="542925" y="333375"/>
                </a:lnTo>
                <a:lnTo>
                  <a:pt x="542925" y="342900"/>
                </a:lnTo>
                <a:lnTo>
                  <a:pt x="514350" y="342900"/>
                </a:lnTo>
                <a:lnTo>
                  <a:pt x="514350" y="352425"/>
                </a:lnTo>
                <a:lnTo>
                  <a:pt x="495300" y="352425"/>
                </a:lnTo>
                <a:lnTo>
                  <a:pt x="495300" y="342900"/>
                </a:lnTo>
                <a:lnTo>
                  <a:pt x="504825" y="342900"/>
                </a:lnTo>
                <a:lnTo>
                  <a:pt x="504825" y="333375"/>
                </a:lnTo>
                <a:lnTo>
                  <a:pt x="514350" y="333375"/>
                </a:lnTo>
                <a:lnTo>
                  <a:pt x="514350" y="314325"/>
                </a:lnTo>
                <a:lnTo>
                  <a:pt x="523875" y="314325"/>
                </a:lnTo>
                <a:lnTo>
                  <a:pt x="523875" y="304800"/>
                </a:lnTo>
                <a:lnTo>
                  <a:pt x="533400" y="304800"/>
                </a:lnTo>
                <a:close/>
                <a:moveTo>
                  <a:pt x="28575" y="295275"/>
                </a:moveTo>
                <a:lnTo>
                  <a:pt x="38100" y="295275"/>
                </a:lnTo>
                <a:lnTo>
                  <a:pt x="38100" y="304800"/>
                </a:lnTo>
                <a:lnTo>
                  <a:pt x="28575" y="304800"/>
                </a:lnTo>
                <a:close/>
                <a:moveTo>
                  <a:pt x="581025" y="304800"/>
                </a:moveTo>
                <a:lnTo>
                  <a:pt x="590550" y="304800"/>
                </a:lnTo>
                <a:lnTo>
                  <a:pt x="590550" y="323850"/>
                </a:lnTo>
                <a:lnTo>
                  <a:pt x="581025" y="323850"/>
                </a:lnTo>
                <a:close/>
                <a:moveTo>
                  <a:pt x="628650" y="314325"/>
                </a:moveTo>
                <a:lnTo>
                  <a:pt x="638175" y="314325"/>
                </a:lnTo>
                <a:lnTo>
                  <a:pt x="638175" y="333375"/>
                </a:lnTo>
                <a:lnTo>
                  <a:pt x="619125" y="333375"/>
                </a:lnTo>
                <a:lnTo>
                  <a:pt x="619125" y="323850"/>
                </a:lnTo>
                <a:lnTo>
                  <a:pt x="628650" y="323850"/>
                </a:lnTo>
                <a:close/>
                <a:moveTo>
                  <a:pt x="571500" y="323850"/>
                </a:moveTo>
                <a:lnTo>
                  <a:pt x="581025" y="323850"/>
                </a:lnTo>
                <a:lnTo>
                  <a:pt x="581025" y="333375"/>
                </a:lnTo>
                <a:lnTo>
                  <a:pt x="571500" y="333375"/>
                </a:lnTo>
                <a:close/>
                <a:moveTo>
                  <a:pt x="552450" y="333375"/>
                </a:moveTo>
                <a:lnTo>
                  <a:pt x="571500" y="333375"/>
                </a:lnTo>
                <a:lnTo>
                  <a:pt x="571500" y="352425"/>
                </a:lnTo>
                <a:lnTo>
                  <a:pt x="561975" y="352425"/>
                </a:lnTo>
                <a:lnTo>
                  <a:pt x="561975" y="371475"/>
                </a:lnTo>
                <a:lnTo>
                  <a:pt x="552450" y="371475"/>
                </a:lnTo>
                <a:lnTo>
                  <a:pt x="552450" y="352425"/>
                </a:lnTo>
                <a:lnTo>
                  <a:pt x="542925" y="352425"/>
                </a:lnTo>
                <a:lnTo>
                  <a:pt x="542925" y="342900"/>
                </a:lnTo>
                <a:lnTo>
                  <a:pt x="552450" y="342900"/>
                </a:lnTo>
                <a:close/>
                <a:moveTo>
                  <a:pt x="609600" y="352425"/>
                </a:moveTo>
                <a:lnTo>
                  <a:pt x="619125" y="352425"/>
                </a:lnTo>
                <a:lnTo>
                  <a:pt x="619125" y="361950"/>
                </a:lnTo>
                <a:lnTo>
                  <a:pt x="628650" y="361950"/>
                </a:lnTo>
                <a:lnTo>
                  <a:pt x="628650" y="381000"/>
                </a:lnTo>
                <a:lnTo>
                  <a:pt x="600075" y="381000"/>
                </a:lnTo>
                <a:lnTo>
                  <a:pt x="600075" y="390525"/>
                </a:lnTo>
                <a:lnTo>
                  <a:pt x="590550" y="390525"/>
                </a:lnTo>
                <a:lnTo>
                  <a:pt x="590550" y="371475"/>
                </a:lnTo>
                <a:lnTo>
                  <a:pt x="600075" y="371475"/>
                </a:lnTo>
                <a:lnTo>
                  <a:pt x="600075" y="361950"/>
                </a:lnTo>
                <a:lnTo>
                  <a:pt x="609600" y="361950"/>
                </a:lnTo>
                <a:close/>
                <a:moveTo>
                  <a:pt x="485775" y="361950"/>
                </a:moveTo>
                <a:lnTo>
                  <a:pt x="495300" y="361950"/>
                </a:lnTo>
                <a:lnTo>
                  <a:pt x="495300" y="390525"/>
                </a:lnTo>
                <a:lnTo>
                  <a:pt x="485775" y="390525"/>
                </a:lnTo>
                <a:close/>
                <a:moveTo>
                  <a:pt x="542925" y="371475"/>
                </a:moveTo>
                <a:lnTo>
                  <a:pt x="552450" y="371475"/>
                </a:lnTo>
                <a:lnTo>
                  <a:pt x="552450" y="381000"/>
                </a:lnTo>
                <a:lnTo>
                  <a:pt x="542925" y="381000"/>
                </a:lnTo>
                <a:close/>
                <a:moveTo>
                  <a:pt x="19050" y="400050"/>
                </a:moveTo>
                <a:lnTo>
                  <a:pt x="47625" y="400050"/>
                </a:lnTo>
                <a:lnTo>
                  <a:pt x="47625" y="409575"/>
                </a:lnTo>
                <a:lnTo>
                  <a:pt x="19050" y="409575"/>
                </a:lnTo>
                <a:close/>
                <a:moveTo>
                  <a:pt x="0" y="409575"/>
                </a:moveTo>
                <a:lnTo>
                  <a:pt x="19050" y="409575"/>
                </a:lnTo>
                <a:lnTo>
                  <a:pt x="19050" y="419100"/>
                </a:lnTo>
                <a:lnTo>
                  <a:pt x="9525" y="419100"/>
                </a:lnTo>
                <a:lnTo>
                  <a:pt x="9525" y="428625"/>
                </a:lnTo>
                <a:lnTo>
                  <a:pt x="0" y="428625"/>
                </a:lnTo>
                <a:close/>
                <a:moveTo>
                  <a:pt x="533400" y="409575"/>
                </a:moveTo>
                <a:lnTo>
                  <a:pt x="542925" y="409575"/>
                </a:lnTo>
                <a:lnTo>
                  <a:pt x="542925" y="419100"/>
                </a:lnTo>
                <a:lnTo>
                  <a:pt x="533400" y="419100"/>
                </a:lnTo>
                <a:close/>
                <a:moveTo>
                  <a:pt x="57150" y="419100"/>
                </a:moveTo>
                <a:lnTo>
                  <a:pt x="66675" y="419100"/>
                </a:lnTo>
                <a:lnTo>
                  <a:pt x="66675" y="428625"/>
                </a:lnTo>
                <a:lnTo>
                  <a:pt x="57150" y="428625"/>
                </a:lnTo>
                <a:close/>
                <a:moveTo>
                  <a:pt x="438150" y="419100"/>
                </a:moveTo>
                <a:lnTo>
                  <a:pt x="485775" y="419100"/>
                </a:lnTo>
                <a:lnTo>
                  <a:pt x="485775" y="438150"/>
                </a:lnTo>
                <a:lnTo>
                  <a:pt x="457200" y="438150"/>
                </a:lnTo>
                <a:lnTo>
                  <a:pt x="457200" y="466725"/>
                </a:lnTo>
                <a:lnTo>
                  <a:pt x="438150" y="466725"/>
                </a:lnTo>
                <a:close/>
                <a:moveTo>
                  <a:pt x="38100" y="428625"/>
                </a:moveTo>
                <a:lnTo>
                  <a:pt x="47625" y="428625"/>
                </a:lnTo>
                <a:lnTo>
                  <a:pt x="47625" y="438150"/>
                </a:lnTo>
                <a:lnTo>
                  <a:pt x="38100" y="438150"/>
                </a:lnTo>
                <a:close/>
                <a:moveTo>
                  <a:pt x="485775" y="476250"/>
                </a:moveTo>
                <a:lnTo>
                  <a:pt x="495300" y="476250"/>
                </a:lnTo>
                <a:lnTo>
                  <a:pt x="495300" y="495300"/>
                </a:lnTo>
                <a:lnTo>
                  <a:pt x="485775" y="495300"/>
                </a:lnTo>
                <a:close/>
                <a:moveTo>
                  <a:pt x="523875" y="476250"/>
                </a:moveTo>
                <a:lnTo>
                  <a:pt x="533400" y="476250"/>
                </a:lnTo>
                <a:lnTo>
                  <a:pt x="533400" y="495300"/>
                </a:lnTo>
                <a:lnTo>
                  <a:pt x="523875" y="495300"/>
                </a:lnTo>
                <a:close/>
                <a:moveTo>
                  <a:pt x="9525" y="504825"/>
                </a:moveTo>
                <a:lnTo>
                  <a:pt x="19050" y="504825"/>
                </a:lnTo>
                <a:lnTo>
                  <a:pt x="19050" y="514350"/>
                </a:lnTo>
                <a:lnTo>
                  <a:pt x="9525" y="514350"/>
                </a:lnTo>
                <a:close/>
                <a:moveTo>
                  <a:pt x="238125" y="514350"/>
                </a:moveTo>
                <a:lnTo>
                  <a:pt x="247650" y="514350"/>
                </a:lnTo>
                <a:lnTo>
                  <a:pt x="247650" y="523875"/>
                </a:lnTo>
                <a:lnTo>
                  <a:pt x="238125" y="523875"/>
                </a:lnTo>
                <a:close/>
                <a:moveTo>
                  <a:pt x="438150" y="514350"/>
                </a:moveTo>
                <a:lnTo>
                  <a:pt x="447675" y="514350"/>
                </a:lnTo>
                <a:lnTo>
                  <a:pt x="447675" y="523875"/>
                </a:lnTo>
                <a:lnTo>
                  <a:pt x="438150" y="523875"/>
                </a:lnTo>
                <a:close/>
                <a:moveTo>
                  <a:pt x="428625" y="523875"/>
                </a:moveTo>
                <a:lnTo>
                  <a:pt x="438150" y="523875"/>
                </a:lnTo>
                <a:lnTo>
                  <a:pt x="438150" y="533400"/>
                </a:lnTo>
                <a:lnTo>
                  <a:pt x="447675" y="533400"/>
                </a:lnTo>
                <a:lnTo>
                  <a:pt x="447675" y="542925"/>
                </a:lnTo>
                <a:lnTo>
                  <a:pt x="428625" y="542925"/>
                </a:lnTo>
                <a:lnTo>
                  <a:pt x="428625" y="561975"/>
                </a:lnTo>
                <a:lnTo>
                  <a:pt x="409575" y="561975"/>
                </a:lnTo>
                <a:lnTo>
                  <a:pt x="409575" y="571500"/>
                </a:lnTo>
                <a:lnTo>
                  <a:pt x="390525" y="571500"/>
                </a:lnTo>
                <a:lnTo>
                  <a:pt x="390525" y="561975"/>
                </a:lnTo>
                <a:lnTo>
                  <a:pt x="400050" y="561975"/>
                </a:lnTo>
                <a:lnTo>
                  <a:pt x="400050" y="552450"/>
                </a:lnTo>
                <a:lnTo>
                  <a:pt x="409575" y="552450"/>
                </a:lnTo>
                <a:lnTo>
                  <a:pt x="409575" y="542925"/>
                </a:lnTo>
                <a:lnTo>
                  <a:pt x="419100" y="542925"/>
                </a:lnTo>
                <a:lnTo>
                  <a:pt x="419100" y="533400"/>
                </a:lnTo>
                <a:lnTo>
                  <a:pt x="428625" y="533400"/>
                </a:lnTo>
                <a:close/>
                <a:moveTo>
                  <a:pt x="447675" y="542925"/>
                </a:moveTo>
                <a:lnTo>
                  <a:pt x="457200" y="542925"/>
                </a:lnTo>
                <a:lnTo>
                  <a:pt x="457200" y="561975"/>
                </a:lnTo>
                <a:lnTo>
                  <a:pt x="438150" y="561975"/>
                </a:lnTo>
                <a:lnTo>
                  <a:pt x="438150" y="552450"/>
                </a:lnTo>
                <a:lnTo>
                  <a:pt x="447675" y="552450"/>
                </a:lnTo>
                <a:close/>
                <a:moveTo>
                  <a:pt x="457200" y="561975"/>
                </a:moveTo>
                <a:lnTo>
                  <a:pt x="466725" y="561975"/>
                </a:lnTo>
                <a:lnTo>
                  <a:pt x="466725" y="571500"/>
                </a:lnTo>
                <a:lnTo>
                  <a:pt x="457200" y="571500"/>
                </a:lnTo>
                <a:close/>
                <a:moveTo>
                  <a:pt x="123825" y="609600"/>
                </a:moveTo>
                <a:lnTo>
                  <a:pt x="133350" y="609600"/>
                </a:lnTo>
                <a:lnTo>
                  <a:pt x="133350" y="619125"/>
                </a:lnTo>
                <a:lnTo>
                  <a:pt x="123825" y="619125"/>
                </a:lnTo>
                <a:close/>
                <a:moveTo>
                  <a:pt x="323850" y="609600"/>
                </a:moveTo>
                <a:lnTo>
                  <a:pt x="333375" y="609600"/>
                </a:lnTo>
                <a:lnTo>
                  <a:pt x="333375" y="628650"/>
                </a:lnTo>
                <a:lnTo>
                  <a:pt x="304800" y="628650"/>
                </a:lnTo>
                <a:lnTo>
                  <a:pt x="304800" y="619125"/>
                </a:lnTo>
                <a:lnTo>
                  <a:pt x="323850" y="619125"/>
                </a:lnTo>
                <a:close/>
                <a:moveTo>
                  <a:pt x="9525" y="619125"/>
                </a:moveTo>
                <a:lnTo>
                  <a:pt x="19050" y="619125"/>
                </a:lnTo>
                <a:lnTo>
                  <a:pt x="19050" y="628650"/>
                </a:lnTo>
                <a:lnTo>
                  <a:pt x="9525" y="628650"/>
                </a:lnTo>
                <a:close/>
                <a:moveTo>
                  <a:pt x="438150" y="619125"/>
                </a:moveTo>
                <a:lnTo>
                  <a:pt x="447675" y="619125"/>
                </a:lnTo>
                <a:lnTo>
                  <a:pt x="447675" y="628650"/>
                </a:lnTo>
                <a:lnTo>
                  <a:pt x="438150" y="628650"/>
                </a:lnTo>
                <a:close/>
              </a:path>
            </a:pathLst>
          </a:custGeom>
          <a:solidFill xmlns:a="http://schemas.openxmlformats.org/drawingml/2006/main">
            <a:srgbClr val="F4EFE2"/>
          </a:solidFill>
          <a:ln xmlns:a="http://schemas.openxmlformats.org/drawingml/2006/main" w="0">
            <a:noFill/>
          </a:ln>
        </p:spPr>
      </p:sp>
      <p:sp>
        <p:nvSpPr>
          <p:cNvPr id="85" name="rocket vector #f4eee2">
            <a:extLst xmlns:a="http://schemas.openxmlformats.org/drawingml/2006/main">
              <a:ext uri="{FF2B5EF4-FFF2-40B4-BE49-F238E27FC236}">
                <a16:creationId xmlns:a16="http://schemas.microsoft.com/office/drawing/2014/main" id="{AE6305D9-C607-4E4F-9F8F-691201C8852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867775" y="1800225"/>
            <a:ext cx="752475" cy="742950"/>
          </a:xfrm>
          <a:custGeom xmlns:a="http://schemas.openxmlformats.org/drawingml/2006/main">
            <a:pathLst>
              <a:path w="638175" h="628650">
                <a:moveTo>
                  <a:pt x="0" y="47625"/>
                </a:moveTo>
                <a:lnTo>
                  <a:pt x="19050" y="47625"/>
                </a:lnTo>
                <a:lnTo>
                  <a:pt x="19050" y="57150"/>
                </a:lnTo>
                <a:lnTo>
                  <a:pt x="38100" y="57150"/>
                </a:lnTo>
                <a:lnTo>
                  <a:pt x="38100" y="66675"/>
                </a:lnTo>
                <a:lnTo>
                  <a:pt x="28575" y="66675"/>
                </a:lnTo>
                <a:lnTo>
                  <a:pt x="28575" y="76200"/>
                </a:lnTo>
                <a:lnTo>
                  <a:pt x="38100" y="76200"/>
                </a:lnTo>
                <a:lnTo>
                  <a:pt x="38100" y="85725"/>
                </a:lnTo>
                <a:lnTo>
                  <a:pt x="47625" y="85725"/>
                </a:lnTo>
                <a:lnTo>
                  <a:pt x="47625" y="76200"/>
                </a:lnTo>
                <a:lnTo>
                  <a:pt x="57150" y="76200"/>
                </a:lnTo>
                <a:lnTo>
                  <a:pt x="57150" y="133350"/>
                </a:lnTo>
                <a:lnTo>
                  <a:pt x="95250" y="133350"/>
                </a:lnTo>
                <a:lnTo>
                  <a:pt x="95250" y="123825"/>
                </a:lnTo>
                <a:lnTo>
                  <a:pt x="114300" y="123825"/>
                </a:lnTo>
                <a:lnTo>
                  <a:pt x="114300" y="142875"/>
                </a:lnTo>
                <a:lnTo>
                  <a:pt x="104775" y="142875"/>
                </a:lnTo>
                <a:lnTo>
                  <a:pt x="104775" y="152400"/>
                </a:lnTo>
                <a:lnTo>
                  <a:pt x="76200" y="152400"/>
                </a:lnTo>
                <a:lnTo>
                  <a:pt x="76200" y="161925"/>
                </a:lnTo>
                <a:lnTo>
                  <a:pt x="66675" y="161925"/>
                </a:lnTo>
                <a:lnTo>
                  <a:pt x="66675" y="180975"/>
                </a:lnTo>
                <a:lnTo>
                  <a:pt x="76200" y="180975"/>
                </a:lnTo>
                <a:lnTo>
                  <a:pt x="76200" y="190500"/>
                </a:lnTo>
                <a:lnTo>
                  <a:pt x="85725" y="190500"/>
                </a:lnTo>
                <a:lnTo>
                  <a:pt x="85725" y="200025"/>
                </a:lnTo>
                <a:lnTo>
                  <a:pt x="47625" y="200025"/>
                </a:lnTo>
                <a:lnTo>
                  <a:pt x="47625" y="209550"/>
                </a:lnTo>
                <a:lnTo>
                  <a:pt x="38100" y="209550"/>
                </a:lnTo>
                <a:lnTo>
                  <a:pt x="38100" y="247650"/>
                </a:lnTo>
                <a:lnTo>
                  <a:pt x="28575" y="247650"/>
                </a:lnTo>
                <a:lnTo>
                  <a:pt x="28575" y="238125"/>
                </a:lnTo>
                <a:lnTo>
                  <a:pt x="19050" y="238125"/>
                </a:lnTo>
                <a:lnTo>
                  <a:pt x="19050" y="200025"/>
                </a:lnTo>
                <a:lnTo>
                  <a:pt x="28575" y="200025"/>
                </a:lnTo>
                <a:lnTo>
                  <a:pt x="28575" y="161925"/>
                </a:lnTo>
                <a:lnTo>
                  <a:pt x="19050" y="161925"/>
                </a:lnTo>
                <a:lnTo>
                  <a:pt x="19050" y="152400"/>
                </a:lnTo>
                <a:lnTo>
                  <a:pt x="9525" y="152400"/>
                </a:lnTo>
                <a:lnTo>
                  <a:pt x="9525" y="171450"/>
                </a:lnTo>
                <a:lnTo>
                  <a:pt x="0" y="171450"/>
                </a:lnTo>
                <a:close/>
                <a:moveTo>
                  <a:pt x="209550" y="85725"/>
                </a:moveTo>
                <a:lnTo>
                  <a:pt x="219075" y="85725"/>
                </a:lnTo>
                <a:lnTo>
                  <a:pt x="219075" y="114300"/>
                </a:lnTo>
                <a:lnTo>
                  <a:pt x="209550" y="114300"/>
                </a:lnTo>
                <a:lnTo>
                  <a:pt x="209550" y="123825"/>
                </a:lnTo>
                <a:lnTo>
                  <a:pt x="200025" y="123825"/>
                </a:lnTo>
                <a:lnTo>
                  <a:pt x="200025" y="114300"/>
                </a:lnTo>
                <a:lnTo>
                  <a:pt x="190500" y="114300"/>
                </a:lnTo>
                <a:lnTo>
                  <a:pt x="190500" y="104775"/>
                </a:lnTo>
                <a:lnTo>
                  <a:pt x="200025" y="104775"/>
                </a:lnTo>
                <a:lnTo>
                  <a:pt x="200025" y="95250"/>
                </a:lnTo>
                <a:lnTo>
                  <a:pt x="209550" y="95250"/>
                </a:lnTo>
                <a:close/>
                <a:moveTo>
                  <a:pt x="600075" y="123825"/>
                </a:moveTo>
                <a:lnTo>
                  <a:pt x="619125" y="123825"/>
                </a:lnTo>
                <a:lnTo>
                  <a:pt x="619125" y="142875"/>
                </a:lnTo>
                <a:lnTo>
                  <a:pt x="600075" y="142875"/>
                </a:lnTo>
                <a:close/>
                <a:moveTo>
                  <a:pt x="209550" y="133350"/>
                </a:moveTo>
                <a:lnTo>
                  <a:pt x="219075" y="133350"/>
                </a:lnTo>
                <a:lnTo>
                  <a:pt x="219075" y="152400"/>
                </a:lnTo>
                <a:lnTo>
                  <a:pt x="200025" y="152400"/>
                </a:lnTo>
                <a:lnTo>
                  <a:pt x="200025" y="142875"/>
                </a:lnTo>
                <a:lnTo>
                  <a:pt x="209550" y="142875"/>
                </a:lnTo>
                <a:close/>
                <a:moveTo>
                  <a:pt x="9525" y="238125"/>
                </a:moveTo>
                <a:lnTo>
                  <a:pt x="19050" y="238125"/>
                </a:lnTo>
                <a:lnTo>
                  <a:pt x="19050" y="257175"/>
                </a:lnTo>
                <a:lnTo>
                  <a:pt x="9525" y="257175"/>
                </a:lnTo>
                <a:close/>
                <a:moveTo>
                  <a:pt x="628650" y="266700"/>
                </a:moveTo>
                <a:lnTo>
                  <a:pt x="638175" y="266700"/>
                </a:lnTo>
                <a:lnTo>
                  <a:pt x="638175" y="285750"/>
                </a:lnTo>
                <a:lnTo>
                  <a:pt x="628650" y="285750"/>
                </a:lnTo>
                <a:close/>
                <a:moveTo>
                  <a:pt x="552450" y="371475"/>
                </a:moveTo>
                <a:lnTo>
                  <a:pt x="561975" y="371475"/>
                </a:lnTo>
                <a:lnTo>
                  <a:pt x="561975" y="390525"/>
                </a:lnTo>
                <a:lnTo>
                  <a:pt x="552450" y="390525"/>
                </a:lnTo>
                <a:lnTo>
                  <a:pt x="552450" y="419100"/>
                </a:lnTo>
                <a:lnTo>
                  <a:pt x="542925" y="419100"/>
                </a:lnTo>
                <a:lnTo>
                  <a:pt x="542925" y="409575"/>
                </a:lnTo>
                <a:lnTo>
                  <a:pt x="533400" y="409575"/>
                </a:lnTo>
                <a:lnTo>
                  <a:pt x="533400" y="419100"/>
                </a:lnTo>
                <a:lnTo>
                  <a:pt x="523875" y="419100"/>
                </a:lnTo>
                <a:lnTo>
                  <a:pt x="523875" y="457200"/>
                </a:lnTo>
                <a:lnTo>
                  <a:pt x="542925" y="457200"/>
                </a:lnTo>
                <a:lnTo>
                  <a:pt x="542925" y="447675"/>
                </a:lnTo>
                <a:lnTo>
                  <a:pt x="552450" y="447675"/>
                </a:lnTo>
                <a:lnTo>
                  <a:pt x="552450" y="457200"/>
                </a:lnTo>
                <a:lnTo>
                  <a:pt x="561975" y="457200"/>
                </a:lnTo>
                <a:lnTo>
                  <a:pt x="561975" y="438150"/>
                </a:lnTo>
                <a:lnTo>
                  <a:pt x="571500" y="438150"/>
                </a:lnTo>
                <a:lnTo>
                  <a:pt x="571500" y="428625"/>
                </a:lnTo>
                <a:lnTo>
                  <a:pt x="581025" y="428625"/>
                </a:lnTo>
                <a:lnTo>
                  <a:pt x="581025" y="438150"/>
                </a:lnTo>
                <a:lnTo>
                  <a:pt x="590550" y="438150"/>
                </a:lnTo>
                <a:lnTo>
                  <a:pt x="590550" y="457200"/>
                </a:lnTo>
                <a:lnTo>
                  <a:pt x="600075" y="457200"/>
                </a:lnTo>
                <a:lnTo>
                  <a:pt x="600075" y="466725"/>
                </a:lnTo>
                <a:lnTo>
                  <a:pt x="609600" y="466725"/>
                </a:lnTo>
                <a:lnTo>
                  <a:pt x="609600" y="485775"/>
                </a:lnTo>
                <a:lnTo>
                  <a:pt x="600075" y="485775"/>
                </a:lnTo>
                <a:lnTo>
                  <a:pt x="600075" y="504825"/>
                </a:lnTo>
                <a:lnTo>
                  <a:pt x="590550" y="504825"/>
                </a:lnTo>
                <a:lnTo>
                  <a:pt x="590550" y="514350"/>
                </a:lnTo>
                <a:lnTo>
                  <a:pt x="581025" y="514350"/>
                </a:lnTo>
                <a:lnTo>
                  <a:pt x="581025" y="523875"/>
                </a:lnTo>
                <a:lnTo>
                  <a:pt x="571500" y="523875"/>
                </a:lnTo>
                <a:lnTo>
                  <a:pt x="571500" y="504825"/>
                </a:lnTo>
                <a:lnTo>
                  <a:pt x="561975" y="504825"/>
                </a:lnTo>
                <a:lnTo>
                  <a:pt x="561975" y="485775"/>
                </a:lnTo>
                <a:lnTo>
                  <a:pt x="542925" y="485775"/>
                </a:lnTo>
                <a:lnTo>
                  <a:pt x="542925" y="476250"/>
                </a:lnTo>
                <a:lnTo>
                  <a:pt x="523875" y="476250"/>
                </a:lnTo>
                <a:lnTo>
                  <a:pt x="523875" y="495300"/>
                </a:lnTo>
                <a:lnTo>
                  <a:pt x="504825" y="495300"/>
                </a:lnTo>
                <a:lnTo>
                  <a:pt x="504825" y="504825"/>
                </a:lnTo>
                <a:lnTo>
                  <a:pt x="495300" y="504825"/>
                </a:lnTo>
                <a:lnTo>
                  <a:pt x="495300" y="476250"/>
                </a:lnTo>
                <a:lnTo>
                  <a:pt x="476250" y="476250"/>
                </a:lnTo>
                <a:lnTo>
                  <a:pt x="476250" y="466725"/>
                </a:lnTo>
                <a:lnTo>
                  <a:pt x="485775" y="466725"/>
                </a:lnTo>
                <a:lnTo>
                  <a:pt x="485775" y="419100"/>
                </a:lnTo>
                <a:lnTo>
                  <a:pt x="476250" y="419100"/>
                </a:lnTo>
                <a:lnTo>
                  <a:pt x="476250" y="400050"/>
                </a:lnTo>
                <a:lnTo>
                  <a:pt x="523875" y="400050"/>
                </a:lnTo>
                <a:lnTo>
                  <a:pt x="523875" y="390525"/>
                </a:lnTo>
                <a:lnTo>
                  <a:pt x="542925" y="390525"/>
                </a:lnTo>
                <a:lnTo>
                  <a:pt x="542925" y="381000"/>
                </a:lnTo>
                <a:lnTo>
                  <a:pt x="552450" y="381000"/>
                </a:lnTo>
                <a:close/>
                <a:moveTo>
                  <a:pt x="581025" y="381000"/>
                </a:moveTo>
                <a:lnTo>
                  <a:pt x="590550" y="381000"/>
                </a:lnTo>
                <a:lnTo>
                  <a:pt x="590550" y="390525"/>
                </a:lnTo>
                <a:lnTo>
                  <a:pt x="581025" y="390525"/>
                </a:lnTo>
                <a:close/>
                <a:moveTo>
                  <a:pt x="600075" y="381000"/>
                </a:moveTo>
                <a:lnTo>
                  <a:pt x="619125" y="381000"/>
                </a:lnTo>
                <a:lnTo>
                  <a:pt x="619125" y="390525"/>
                </a:lnTo>
                <a:lnTo>
                  <a:pt x="609600" y="390525"/>
                </a:lnTo>
                <a:lnTo>
                  <a:pt x="609600" y="400050"/>
                </a:lnTo>
                <a:lnTo>
                  <a:pt x="590550" y="400050"/>
                </a:lnTo>
                <a:lnTo>
                  <a:pt x="590550" y="390525"/>
                </a:lnTo>
                <a:lnTo>
                  <a:pt x="600075" y="390525"/>
                </a:lnTo>
                <a:close/>
                <a:moveTo>
                  <a:pt x="619125" y="428625"/>
                </a:moveTo>
                <a:lnTo>
                  <a:pt x="628650" y="428625"/>
                </a:lnTo>
                <a:lnTo>
                  <a:pt x="628650" y="438150"/>
                </a:lnTo>
                <a:lnTo>
                  <a:pt x="638175" y="438150"/>
                </a:lnTo>
                <a:lnTo>
                  <a:pt x="638175" y="457200"/>
                </a:lnTo>
                <a:lnTo>
                  <a:pt x="619125" y="457200"/>
                </a:lnTo>
                <a:lnTo>
                  <a:pt x="619125" y="447675"/>
                </a:lnTo>
                <a:lnTo>
                  <a:pt x="609600" y="447675"/>
                </a:lnTo>
                <a:lnTo>
                  <a:pt x="609600" y="438150"/>
                </a:lnTo>
                <a:lnTo>
                  <a:pt x="619125" y="438150"/>
                </a:lnTo>
                <a:close/>
                <a:moveTo>
                  <a:pt x="447675" y="466725"/>
                </a:moveTo>
                <a:lnTo>
                  <a:pt x="457200" y="466725"/>
                </a:lnTo>
                <a:lnTo>
                  <a:pt x="457200" y="485775"/>
                </a:lnTo>
                <a:lnTo>
                  <a:pt x="447675" y="485775"/>
                </a:lnTo>
                <a:close/>
                <a:moveTo>
                  <a:pt x="447675" y="495300"/>
                </a:moveTo>
                <a:lnTo>
                  <a:pt x="457200" y="495300"/>
                </a:lnTo>
                <a:lnTo>
                  <a:pt x="457200" y="523875"/>
                </a:lnTo>
                <a:lnTo>
                  <a:pt x="447675" y="523875"/>
                </a:lnTo>
                <a:lnTo>
                  <a:pt x="447675" y="514350"/>
                </a:lnTo>
                <a:lnTo>
                  <a:pt x="438150" y="514350"/>
                </a:lnTo>
                <a:lnTo>
                  <a:pt x="438150" y="504825"/>
                </a:lnTo>
                <a:lnTo>
                  <a:pt x="447675" y="504825"/>
                </a:lnTo>
                <a:close/>
                <a:moveTo>
                  <a:pt x="523875" y="495300"/>
                </a:moveTo>
                <a:lnTo>
                  <a:pt x="533400" y="495300"/>
                </a:lnTo>
                <a:lnTo>
                  <a:pt x="533400" y="504825"/>
                </a:lnTo>
                <a:lnTo>
                  <a:pt x="523875" y="504825"/>
                </a:lnTo>
                <a:close/>
                <a:moveTo>
                  <a:pt x="628650" y="504825"/>
                </a:moveTo>
                <a:lnTo>
                  <a:pt x="638175" y="504825"/>
                </a:lnTo>
                <a:lnTo>
                  <a:pt x="638175" y="533400"/>
                </a:lnTo>
                <a:lnTo>
                  <a:pt x="628650" y="533400"/>
                </a:lnTo>
                <a:lnTo>
                  <a:pt x="628650" y="523875"/>
                </a:lnTo>
                <a:lnTo>
                  <a:pt x="619125" y="523875"/>
                </a:lnTo>
                <a:lnTo>
                  <a:pt x="619125" y="514350"/>
                </a:lnTo>
                <a:lnTo>
                  <a:pt x="628650" y="514350"/>
                </a:lnTo>
                <a:close/>
                <a:moveTo>
                  <a:pt x="438150" y="523875"/>
                </a:moveTo>
                <a:lnTo>
                  <a:pt x="447675" y="523875"/>
                </a:lnTo>
                <a:lnTo>
                  <a:pt x="447675" y="533400"/>
                </a:lnTo>
                <a:lnTo>
                  <a:pt x="438150" y="533400"/>
                </a:lnTo>
                <a:close/>
                <a:moveTo>
                  <a:pt x="428625" y="542925"/>
                </a:moveTo>
                <a:lnTo>
                  <a:pt x="447675" y="542925"/>
                </a:lnTo>
                <a:lnTo>
                  <a:pt x="447675" y="552450"/>
                </a:lnTo>
                <a:lnTo>
                  <a:pt x="438150" y="552450"/>
                </a:lnTo>
                <a:lnTo>
                  <a:pt x="438150" y="561975"/>
                </a:lnTo>
                <a:lnTo>
                  <a:pt x="428625" y="561975"/>
                </a:lnTo>
                <a:close/>
                <a:moveTo>
                  <a:pt x="409575" y="561975"/>
                </a:moveTo>
                <a:lnTo>
                  <a:pt x="419100" y="561975"/>
                </a:lnTo>
                <a:lnTo>
                  <a:pt x="419100" y="571500"/>
                </a:lnTo>
                <a:lnTo>
                  <a:pt x="409575" y="571500"/>
                </a:lnTo>
                <a:close/>
                <a:moveTo>
                  <a:pt x="476250" y="561975"/>
                </a:moveTo>
                <a:lnTo>
                  <a:pt x="495300" y="561975"/>
                </a:lnTo>
                <a:lnTo>
                  <a:pt x="495300" y="590550"/>
                </a:lnTo>
                <a:lnTo>
                  <a:pt x="485775" y="590550"/>
                </a:lnTo>
                <a:lnTo>
                  <a:pt x="485775" y="609600"/>
                </a:lnTo>
                <a:lnTo>
                  <a:pt x="476250" y="609600"/>
                </a:lnTo>
                <a:lnTo>
                  <a:pt x="476250" y="600075"/>
                </a:lnTo>
                <a:lnTo>
                  <a:pt x="457200" y="600075"/>
                </a:lnTo>
                <a:lnTo>
                  <a:pt x="457200" y="581025"/>
                </a:lnTo>
                <a:lnTo>
                  <a:pt x="447675" y="581025"/>
                </a:lnTo>
                <a:lnTo>
                  <a:pt x="447675" y="571500"/>
                </a:lnTo>
                <a:lnTo>
                  <a:pt x="476250" y="571500"/>
                </a:lnTo>
                <a:close/>
                <a:moveTo>
                  <a:pt x="609600" y="571500"/>
                </a:moveTo>
                <a:lnTo>
                  <a:pt x="619125" y="571500"/>
                </a:lnTo>
                <a:lnTo>
                  <a:pt x="619125" y="581025"/>
                </a:lnTo>
                <a:lnTo>
                  <a:pt x="609600" y="581025"/>
                </a:lnTo>
                <a:close/>
                <a:moveTo>
                  <a:pt x="219075" y="581025"/>
                </a:moveTo>
                <a:lnTo>
                  <a:pt x="228600" y="581025"/>
                </a:lnTo>
                <a:lnTo>
                  <a:pt x="228600" y="590550"/>
                </a:lnTo>
                <a:lnTo>
                  <a:pt x="238125" y="590550"/>
                </a:lnTo>
                <a:lnTo>
                  <a:pt x="238125" y="600075"/>
                </a:lnTo>
                <a:lnTo>
                  <a:pt x="209550" y="600075"/>
                </a:lnTo>
                <a:lnTo>
                  <a:pt x="209550" y="590550"/>
                </a:lnTo>
                <a:lnTo>
                  <a:pt x="219075" y="590550"/>
                </a:lnTo>
                <a:close/>
                <a:moveTo>
                  <a:pt x="523875" y="590550"/>
                </a:moveTo>
                <a:lnTo>
                  <a:pt x="542925" y="590550"/>
                </a:lnTo>
                <a:lnTo>
                  <a:pt x="542925" y="600075"/>
                </a:lnTo>
                <a:lnTo>
                  <a:pt x="600075" y="600075"/>
                </a:lnTo>
                <a:lnTo>
                  <a:pt x="600075" y="619125"/>
                </a:lnTo>
                <a:lnTo>
                  <a:pt x="514350" y="619125"/>
                </a:lnTo>
                <a:lnTo>
                  <a:pt x="514350" y="600075"/>
                </a:lnTo>
                <a:lnTo>
                  <a:pt x="523875" y="600075"/>
                </a:lnTo>
                <a:close/>
                <a:moveTo>
                  <a:pt x="333375" y="609600"/>
                </a:moveTo>
                <a:lnTo>
                  <a:pt x="342900" y="609600"/>
                </a:lnTo>
                <a:lnTo>
                  <a:pt x="342900" y="628650"/>
                </a:lnTo>
                <a:lnTo>
                  <a:pt x="333375" y="628650"/>
                </a:lnTo>
                <a:close/>
                <a:moveTo>
                  <a:pt x="390525" y="619125"/>
                </a:moveTo>
                <a:lnTo>
                  <a:pt x="419100" y="619125"/>
                </a:lnTo>
                <a:lnTo>
                  <a:pt x="419100" y="628650"/>
                </a:lnTo>
                <a:lnTo>
                  <a:pt x="390525" y="628650"/>
                </a:lnTo>
                <a:close/>
                <a:moveTo>
                  <a:pt x="428625" y="619125"/>
                </a:moveTo>
                <a:lnTo>
                  <a:pt x="438150" y="619125"/>
                </a:lnTo>
                <a:lnTo>
                  <a:pt x="438150" y="628650"/>
                </a:lnTo>
                <a:lnTo>
                  <a:pt x="428625" y="628650"/>
                </a:lnTo>
                <a:close/>
              </a:path>
            </a:pathLst>
          </a:custGeom>
          <a:solidFill xmlns:a="http://schemas.openxmlformats.org/drawingml/2006/main">
            <a:srgbClr val="F4EEE2"/>
          </a:solidFill>
          <a:ln xmlns:a="http://schemas.openxmlformats.org/drawingml/2006/main" w="0">
            <a:noFill/>
          </a:ln>
        </p:spPr>
      </p:sp>
      <p:sp>
        <p:nvSpPr>
          <p:cNvPr id="86" name="rocket vector #f4eee0">
            <a:extLst xmlns:a="http://schemas.openxmlformats.org/drawingml/2006/main">
              <a:ext uri="{FF2B5EF4-FFF2-40B4-BE49-F238E27FC236}">
                <a16:creationId xmlns:a16="http://schemas.microsoft.com/office/drawing/2014/main" id="{38E71A10-B010-4B54-92BF-6660CC42B83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867775" y="1800225"/>
            <a:ext cx="752475" cy="742950"/>
          </a:xfrm>
          <a:custGeom xmlns:a="http://schemas.openxmlformats.org/drawingml/2006/main">
            <a:pathLst>
              <a:path w="638175" h="628650">
                <a:moveTo>
                  <a:pt x="552450" y="0"/>
                </a:moveTo>
                <a:lnTo>
                  <a:pt x="571500" y="0"/>
                </a:lnTo>
                <a:lnTo>
                  <a:pt x="571500" y="19050"/>
                </a:lnTo>
                <a:lnTo>
                  <a:pt x="600075" y="19050"/>
                </a:lnTo>
                <a:lnTo>
                  <a:pt x="600075" y="28575"/>
                </a:lnTo>
                <a:lnTo>
                  <a:pt x="581025" y="28575"/>
                </a:lnTo>
                <a:lnTo>
                  <a:pt x="581025" y="38100"/>
                </a:lnTo>
                <a:lnTo>
                  <a:pt x="552450" y="38100"/>
                </a:lnTo>
                <a:close/>
                <a:moveTo>
                  <a:pt x="457200" y="19050"/>
                </a:moveTo>
                <a:lnTo>
                  <a:pt x="485775" y="19050"/>
                </a:lnTo>
                <a:lnTo>
                  <a:pt x="485775" y="28575"/>
                </a:lnTo>
                <a:lnTo>
                  <a:pt x="457200" y="28575"/>
                </a:lnTo>
                <a:close/>
                <a:moveTo>
                  <a:pt x="447675" y="28575"/>
                </a:moveTo>
                <a:lnTo>
                  <a:pt x="457200" y="28575"/>
                </a:lnTo>
                <a:lnTo>
                  <a:pt x="457200" y="38100"/>
                </a:lnTo>
                <a:lnTo>
                  <a:pt x="447675" y="38100"/>
                </a:lnTo>
                <a:close/>
                <a:moveTo>
                  <a:pt x="590550" y="38100"/>
                </a:moveTo>
                <a:lnTo>
                  <a:pt x="609600" y="38100"/>
                </a:lnTo>
                <a:lnTo>
                  <a:pt x="609600" y="47625"/>
                </a:lnTo>
                <a:lnTo>
                  <a:pt x="590550" y="47625"/>
                </a:lnTo>
                <a:close/>
                <a:moveTo>
                  <a:pt x="247650" y="47625"/>
                </a:moveTo>
                <a:lnTo>
                  <a:pt x="257175" y="47625"/>
                </a:lnTo>
                <a:lnTo>
                  <a:pt x="257175" y="57150"/>
                </a:lnTo>
                <a:lnTo>
                  <a:pt x="266700" y="57150"/>
                </a:lnTo>
                <a:lnTo>
                  <a:pt x="266700" y="66675"/>
                </a:lnTo>
                <a:lnTo>
                  <a:pt x="285750" y="66675"/>
                </a:lnTo>
                <a:lnTo>
                  <a:pt x="285750" y="76200"/>
                </a:lnTo>
                <a:lnTo>
                  <a:pt x="276225" y="76200"/>
                </a:lnTo>
                <a:lnTo>
                  <a:pt x="276225" y="85725"/>
                </a:lnTo>
                <a:lnTo>
                  <a:pt x="266700" y="85725"/>
                </a:lnTo>
                <a:lnTo>
                  <a:pt x="266700" y="95250"/>
                </a:lnTo>
                <a:lnTo>
                  <a:pt x="238125" y="95250"/>
                </a:lnTo>
                <a:lnTo>
                  <a:pt x="238125" y="104775"/>
                </a:lnTo>
                <a:lnTo>
                  <a:pt x="247650" y="104775"/>
                </a:lnTo>
                <a:lnTo>
                  <a:pt x="247650" y="114300"/>
                </a:lnTo>
                <a:lnTo>
                  <a:pt x="219075" y="114300"/>
                </a:lnTo>
                <a:lnTo>
                  <a:pt x="219075" y="85725"/>
                </a:lnTo>
                <a:lnTo>
                  <a:pt x="257175" y="85725"/>
                </a:lnTo>
                <a:lnTo>
                  <a:pt x="257175" y="66675"/>
                </a:lnTo>
                <a:lnTo>
                  <a:pt x="247650" y="66675"/>
                </a:lnTo>
                <a:close/>
                <a:moveTo>
                  <a:pt x="323850" y="66675"/>
                </a:moveTo>
                <a:lnTo>
                  <a:pt x="342900" y="66675"/>
                </a:lnTo>
                <a:lnTo>
                  <a:pt x="342900" y="76200"/>
                </a:lnTo>
                <a:lnTo>
                  <a:pt x="333375" y="76200"/>
                </a:lnTo>
                <a:lnTo>
                  <a:pt x="333375" y="85725"/>
                </a:lnTo>
                <a:lnTo>
                  <a:pt x="314325" y="85725"/>
                </a:lnTo>
                <a:lnTo>
                  <a:pt x="314325" y="76200"/>
                </a:lnTo>
                <a:lnTo>
                  <a:pt x="323850" y="76200"/>
                </a:lnTo>
                <a:close/>
                <a:moveTo>
                  <a:pt x="180975" y="114300"/>
                </a:moveTo>
                <a:lnTo>
                  <a:pt x="200025" y="114300"/>
                </a:lnTo>
                <a:lnTo>
                  <a:pt x="200025" y="123825"/>
                </a:lnTo>
                <a:lnTo>
                  <a:pt x="209550" y="123825"/>
                </a:lnTo>
                <a:lnTo>
                  <a:pt x="209550" y="142875"/>
                </a:lnTo>
                <a:lnTo>
                  <a:pt x="200025" y="142875"/>
                </a:lnTo>
                <a:lnTo>
                  <a:pt x="200025" y="152400"/>
                </a:lnTo>
                <a:lnTo>
                  <a:pt x="209550" y="152400"/>
                </a:lnTo>
                <a:lnTo>
                  <a:pt x="209550" y="161925"/>
                </a:lnTo>
                <a:lnTo>
                  <a:pt x="180975" y="161925"/>
                </a:lnTo>
                <a:lnTo>
                  <a:pt x="180975" y="152400"/>
                </a:lnTo>
                <a:lnTo>
                  <a:pt x="171450" y="152400"/>
                </a:lnTo>
                <a:lnTo>
                  <a:pt x="171450" y="142875"/>
                </a:lnTo>
                <a:lnTo>
                  <a:pt x="161925" y="142875"/>
                </a:lnTo>
                <a:lnTo>
                  <a:pt x="161925" y="123825"/>
                </a:lnTo>
                <a:lnTo>
                  <a:pt x="180975" y="123825"/>
                </a:lnTo>
                <a:close/>
                <a:moveTo>
                  <a:pt x="9525" y="152400"/>
                </a:moveTo>
                <a:lnTo>
                  <a:pt x="19050" y="152400"/>
                </a:lnTo>
                <a:lnTo>
                  <a:pt x="19050" y="161925"/>
                </a:lnTo>
                <a:lnTo>
                  <a:pt x="28575" y="161925"/>
                </a:lnTo>
                <a:lnTo>
                  <a:pt x="28575" y="200025"/>
                </a:lnTo>
                <a:lnTo>
                  <a:pt x="19050" y="200025"/>
                </a:lnTo>
                <a:lnTo>
                  <a:pt x="19050" y="219075"/>
                </a:lnTo>
                <a:lnTo>
                  <a:pt x="9525" y="219075"/>
                </a:lnTo>
                <a:lnTo>
                  <a:pt x="9525" y="228600"/>
                </a:lnTo>
                <a:lnTo>
                  <a:pt x="19050" y="228600"/>
                </a:lnTo>
                <a:lnTo>
                  <a:pt x="19050" y="238125"/>
                </a:lnTo>
                <a:lnTo>
                  <a:pt x="9525" y="238125"/>
                </a:lnTo>
                <a:lnTo>
                  <a:pt x="9525" y="257175"/>
                </a:lnTo>
                <a:lnTo>
                  <a:pt x="19050" y="257175"/>
                </a:lnTo>
                <a:lnTo>
                  <a:pt x="19050" y="266700"/>
                </a:lnTo>
                <a:lnTo>
                  <a:pt x="28575" y="266700"/>
                </a:lnTo>
                <a:lnTo>
                  <a:pt x="28575" y="276225"/>
                </a:lnTo>
                <a:lnTo>
                  <a:pt x="19050" y="276225"/>
                </a:lnTo>
                <a:lnTo>
                  <a:pt x="19050" y="295275"/>
                </a:lnTo>
                <a:lnTo>
                  <a:pt x="28575" y="295275"/>
                </a:lnTo>
                <a:lnTo>
                  <a:pt x="28575" y="314325"/>
                </a:lnTo>
                <a:lnTo>
                  <a:pt x="19050" y="314325"/>
                </a:lnTo>
                <a:lnTo>
                  <a:pt x="19050" y="323850"/>
                </a:lnTo>
                <a:lnTo>
                  <a:pt x="9525" y="323850"/>
                </a:lnTo>
                <a:lnTo>
                  <a:pt x="9525" y="342900"/>
                </a:lnTo>
                <a:lnTo>
                  <a:pt x="0" y="342900"/>
                </a:lnTo>
                <a:lnTo>
                  <a:pt x="0" y="304800"/>
                </a:lnTo>
                <a:lnTo>
                  <a:pt x="9525" y="304800"/>
                </a:lnTo>
                <a:lnTo>
                  <a:pt x="9525" y="295275"/>
                </a:lnTo>
                <a:lnTo>
                  <a:pt x="0" y="295275"/>
                </a:lnTo>
                <a:lnTo>
                  <a:pt x="0" y="209550"/>
                </a:lnTo>
                <a:lnTo>
                  <a:pt x="9525" y="209550"/>
                </a:lnTo>
                <a:lnTo>
                  <a:pt x="9525" y="180975"/>
                </a:lnTo>
                <a:lnTo>
                  <a:pt x="0" y="180975"/>
                </a:lnTo>
                <a:lnTo>
                  <a:pt x="0" y="171450"/>
                </a:lnTo>
                <a:lnTo>
                  <a:pt x="9525" y="171450"/>
                </a:lnTo>
                <a:close/>
                <a:moveTo>
                  <a:pt x="219075" y="171450"/>
                </a:moveTo>
                <a:lnTo>
                  <a:pt x="228600" y="171450"/>
                </a:lnTo>
                <a:lnTo>
                  <a:pt x="228600" y="180975"/>
                </a:lnTo>
                <a:lnTo>
                  <a:pt x="219075" y="180975"/>
                </a:lnTo>
                <a:close/>
                <a:moveTo>
                  <a:pt x="590550" y="171450"/>
                </a:moveTo>
                <a:lnTo>
                  <a:pt x="600075" y="171450"/>
                </a:lnTo>
                <a:lnTo>
                  <a:pt x="600075" y="190500"/>
                </a:lnTo>
                <a:lnTo>
                  <a:pt x="590550" y="190500"/>
                </a:lnTo>
                <a:lnTo>
                  <a:pt x="590550" y="209550"/>
                </a:lnTo>
                <a:lnTo>
                  <a:pt x="581025" y="209550"/>
                </a:lnTo>
                <a:lnTo>
                  <a:pt x="581025" y="180975"/>
                </a:lnTo>
                <a:lnTo>
                  <a:pt x="590550" y="180975"/>
                </a:lnTo>
                <a:close/>
                <a:moveTo>
                  <a:pt x="142875" y="180975"/>
                </a:moveTo>
                <a:lnTo>
                  <a:pt x="152400" y="180975"/>
                </a:lnTo>
                <a:lnTo>
                  <a:pt x="152400" y="190500"/>
                </a:lnTo>
                <a:lnTo>
                  <a:pt x="142875" y="190500"/>
                </a:lnTo>
                <a:close/>
                <a:moveTo>
                  <a:pt x="190500" y="180975"/>
                </a:moveTo>
                <a:lnTo>
                  <a:pt x="219075" y="180975"/>
                </a:lnTo>
                <a:lnTo>
                  <a:pt x="219075" y="190500"/>
                </a:lnTo>
                <a:lnTo>
                  <a:pt x="190500" y="190500"/>
                </a:lnTo>
                <a:close/>
                <a:moveTo>
                  <a:pt x="47625" y="200025"/>
                </a:moveTo>
                <a:lnTo>
                  <a:pt x="57150" y="200025"/>
                </a:lnTo>
                <a:lnTo>
                  <a:pt x="57150" y="209550"/>
                </a:lnTo>
                <a:lnTo>
                  <a:pt x="47625" y="209550"/>
                </a:lnTo>
                <a:close/>
                <a:moveTo>
                  <a:pt x="66675" y="200025"/>
                </a:moveTo>
                <a:lnTo>
                  <a:pt x="104775" y="200025"/>
                </a:lnTo>
                <a:lnTo>
                  <a:pt x="104775" y="209550"/>
                </a:lnTo>
                <a:lnTo>
                  <a:pt x="66675" y="209550"/>
                </a:lnTo>
                <a:close/>
                <a:moveTo>
                  <a:pt x="581025" y="219075"/>
                </a:moveTo>
                <a:lnTo>
                  <a:pt x="590550" y="219075"/>
                </a:lnTo>
                <a:lnTo>
                  <a:pt x="590550" y="228600"/>
                </a:lnTo>
                <a:lnTo>
                  <a:pt x="581025" y="228600"/>
                </a:lnTo>
                <a:close/>
                <a:moveTo>
                  <a:pt x="76200" y="228600"/>
                </a:moveTo>
                <a:lnTo>
                  <a:pt x="85725" y="228600"/>
                </a:lnTo>
                <a:lnTo>
                  <a:pt x="85725" y="238125"/>
                </a:lnTo>
                <a:lnTo>
                  <a:pt x="76200" y="238125"/>
                </a:lnTo>
                <a:close/>
                <a:moveTo>
                  <a:pt x="571500" y="228600"/>
                </a:moveTo>
                <a:lnTo>
                  <a:pt x="581025" y="228600"/>
                </a:lnTo>
                <a:lnTo>
                  <a:pt x="581025" y="247650"/>
                </a:lnTo>
                <a:lnTo>
                  <a:pt x="561975" y="247650"/>
                </a:lnTo>
                <a:lnTo>
                  <a:pt x="561975" y="238125"/>
                </a:lnTo>
                <a:lnTo>
                  <a:pt x="571500" y="238125"/>
                </a:lnTo>
                <a:close/>
                <a:moveTo>
                  <a:pt x="609600" y="228600"/>
                </a:moveTo>
                <a:lnTo>
                  <a:pt x="638175" y="228600"/>
                </a:lnTo>
                <a:lnTo>
                  <a:pt x="638175" y="247650"/>
                </a:lnTo>
                <a:lnTo>
                  <a:pt x="619125" y="247650"/>
                </a:lnTo>
                <a:lnTo>
                  <a:pt x="619125" y="238125"/>
                </a:lnTo>
                <a:lnTo>
                  <a:pt x="609600" y="238125"/>
                </a:lnTo>
                <a:close/>
                <a:moveTo>
                  <a:pt x="47625" y="238125"/>
                </a:moveTo>
                <a:lnTo>
                  <a:pt x="57150" y="238125"/>
                </a:lnTo>
                <a:lnTo>
                  <a:pt x="57150" y="247650"/>
                </a:lnTo>
                <a:lnTo>
                  <a:pt x="47625" y="247650"/>
                </a:lnTo>
                <a:close/>
                <a:moveTo>
                  <a:pt x="66675" y="238125"/>
                </a:moveTo>
                <a:lnTo>
                  <a:pt x="76200" y="238125"/>
                </a:lnTo>
                <a:lnTo>
                  <a:pt x="76200" y="257175"/>
                </a:lnTo>
                <a:lnTo>
                  <a:pt x="66675" y="257175"/>
                </a:lnTo>
                <a:close/>
                <a:moveTo>
                  <a:pt x="571500" y="304800"/>
                </a:moveTo>
                <a:lnTo>
                  <a:pt x="581025" y="304800"/>
                </a:lnTo>
                <a:lnTo>
                  <a:pt x="581025" y="314325"/>
                </a:lnTo>
                <a:lnTo>
                  <a:pt x="571500" y="314325"/>
                </a:lnTo>
                <a:close/>
                <a:moveTo>
                  <a:pt x="485775" y="352425"/>
                </a:moveTo>
                <a:lnTo>
                  <a:pt x="495300" y="352425"/>
                </a:lnTo>
                <a:lnTo>
                  <a:pt x="495300" y="361950"/>
                </a:lnTo>
                <a:lnTo>
                  <a:pt x="485775" y="361950"/>
                </a:lnTo>
                <a:close/>
                <a:moveTo>
                  <a:pt x="0" y="381000"/>
                </a:moveTo>
                <a:lnTo>
                  <a:pt x="19050" y="381000"/>
                </a:lnTo>
                <a:lnTo>
                  <a:pt x="19050" y="390525"/>
                </a:lnTo>
                <a:lnTo>
                  <a:pt x="0" y="390525"/>
                </a:lnTo>
                <a:close/>
                <a:moveTo>
                  <a:pt x="533400" y="381000"/>
                </a:moveTo>
                <a:lnTo>
                  <a:pt x="542925" y="381000"/>
                </a:lnTo>
                <a:lnTo>
                  <a:pt x="542925" y="390525"/>
                </a:lnTo>
                <a:lnTo>
                  <a:pt x="533400" y="390525"/>
                </a:lnTo>
                <a:close/>
                <a:moveTo>
                  <a:pt x="19050" y="390525"/>
                </a:moveTo>
                <a:lnTo>
                  <a:pt x="28575" y="390525"/>
                </a:lnTo>
                <a:lnTo>
                  <a:pt x="28575" y="400050"/>
                </a:lnTo>
                <a:lnTo>
                  <a:pt x="19050" y="400050"/>
                </a:lnTo>
                <a:close/>
                <a:moveTo>
                  <a:pt x="495300" y="390525"/>
                </a:moveTo>
                <a:lnTo>
                  <a:pt x="504825" y="390525"/>
                </a:lnTo>
                <a:lnTo>
                  <a:pt x="504825" y="400050"/>
                </a:lnTo>
                <a:lnTo>
                  <a:pt x="495300" y="400050"/>
                </a:lnTo>
                <a:close/>
                <a:moveTo>
                  <a:pt x="47625" y="400050"/>
                </a:moveTo>
                <a:lnTo>
                  <a:pt x="66675" y="400050"/>
                </a:lnTo>
                <a:lnTo>
                  <a:pt x="66675" y="409575"/>
                </a:lnTo>
                <a:lnTo>
                  <a:pt x="47625" y="409575"/>
                </a:lnTo>
                <a:close/>
                <a:moveTo>
                  <a:pt x="19050" y="409575"/>
                </a:moveTo>
                <a:lnTo>
                  <a:pt x="38100" y="409575"/>
                </a:lnTo>
                <a:lnTo>
                  <a:pt x="38100" y="457200"/>
                </a:lnTo>
                <a:lnTo>
                  <a:pt x="47625" y="457200"/>
                </a:lnTo>
                <a:lnTo>
                  <a:pt x="47625" y="476250"/>
                </a:lnTo>
                <a:lnTo>
                  <a:pt x="38100" y="476250"/>
                </a:lnTo>
                <a:lnTo>
                  <a:pt x="38100" y="495300"/>
                </a:lnTo>
                <a:lnTo>
                  <a:pt x="28575" y="495300"/>
                </a:lnTo>
                <a:lnTo>
                  <a:pt x="28575" y="533400"/>
                </a:lnTo>
                <a:lnTo>
                  <a:pt x="19050" y="533400"/>
                </a:lnTo>
                <a:lnTo>
                  <a:pt x="19050" y="504825"/>
                </a:lnTo>
                <a:lnTo>
                  <a:pt x="9525" y="504825"/>
                </a:lnTo>
                <a:lnTo>
                  <a:pt x="9525" y="514350"/>
                </a:lnTo>
                <a:lnTo>
                  <a:pt x="0" y="514350"/>
                </a:lnTo>
                <a:lnTo>
                  <a:pt x="0" y="495300"/>
                </a:lnTo>
                <a:lnTo>
                  <a:pt x="9525" y="495300"/>
                </a:lnTo>
                <a:lnTo>
                  <a:pt x="9525" y="485775"/>
                </a:lnTo>
                <a:lnTo>
                  <a:pt x="19050" y="485775"/>
                </a:lnTo>
                <a:lnTo>
                  <a:pt x="19050" y="476250"/>
                </a:lnTo>
                <a:lnTo>
                  <a:pt x="28575" y="476250"/>
                </a:lnTo>
                <a:lnTo>
                  <a:pt x="28575" y="457200"/>
                </a:lnTo>
                <a:lnTo>
                  <a:pt x="9525" y="457200"/>
                </a:lnTo>
                <a:lnTo>
                  <a:pt x="9525" y="447675"/>
                </a:lnTo>
                <a:lnTo>
                  <a:pt x="19050" y="447675"/>
                </a:lnTo>
                <a:lnTo>
                  <a:pt x="19050" y="438150"/>
                </a:lnTo>
                <a:lnTo>
                  <a:pt x="0" y="438150"/>
                </a:lnTo>
                <a:lnTo>
                  <a:pt x="0" y="428625"/>
                </a:lnTo>
                <a:lnTo>
                  <a:pt x="9525" y="428625"/>
                </a:lnTo>
                <a:lnTo>
                  <a:pt x="9525" y="419100"/>
                </a:lnTo>
                <a:lnTo>
                  <a:pt x="19050" y="419100"/>
                </a:lnTo>
                <a:close/>
                <a:moveTo>
                  <a:pt x="66675" y="419100"/>
                </a:moveTo>
                <a:lnTo>
                  <a:pt x="76200" y="419100"/>
                </a:lnTo>
                <a:lnTo>
                  <a:pt x="76200" y="428625"/>
                </a:lnTo>
                <a:lnTo>
                  <a:pt x="66675" y="428625"/>
                </a:lnTo>
                <a:close/>
                <a:moveTo>
                  <a:pt x="552450" y="447675"/>
                </a:moveTo>
                <a:lnTo>
                  <a:pt x="561975" y="447675"/>
                </a:lnTo>
                <a:lnTo>
                  <a:pt x="561975" y="457200"/>
                </a:lnTo>
                <a:lnTo>
                  <a:pt x="552450" y="457200"/>
                </a:lnTo>
                <a:close/>
                <a:moveTo>
                  <a:pt x="0" y="457200"/>
                </a:moveTo>
                <a:lnTo>
                  <a:pt x="9525" y="457200"/>
                </a:lnTo>
                <a:lnTo>
                  <a:pt x="9525" y="466725"/>
                </a:lnTo>
                <a:lnTo>
                  <a:pt x="0" y="466725"/>
                </a:lnTo>
                <a:close/>
                <a:moveTo>
                  <a:pt x="504825" y="495300"/>
                </a:moveTo>
                <a:lnTo>
                  <a:pt x="523875" y="495300"/>
                </a:lnTo>
                <a:lnTo>
                  <a:pt x="523875" y="504825"/>
                </a:lnTo>
                <a:lnTo>
                  <a:pt x="504825" y="504825"/>
                </a:lnTo>
                <a:close/>
                <a:moveTo>
                  <a:pt x="228600" y="514350"/>
                </a:moveTo>
                <a:lnTo>
                  <a:pt x="238125" y="514350"/>
                </a:lnTo>
                <a:lnTo>
                  <a:pt x="238125" y="523875"/>
                </a:lnTo>
                <a:lnTo>
                  <a:pt x="247650" y="523875"/>
                </a:lnTo>
                <a:lnTo>
                  <a:pt x="247650" y="533400"/>
                </a:lnTo>
                <a:lnTo>
                  <a:pt x="257175" y="533400"/>
                </a:lnTo>
                <a:lnTo>
                  <a:pt x="257175" y="552450"/>
                </a:lnTo>
                <a:lnTo>
                  <a:pt x="219075" y="552450"/>
                </a:lnTo>
                <a:lnTo>
                  <a:pt x="219075" y="542925"/>
                </a:lnTo>
                <a:lnTo>
                  <a:pt x="228600" y="542925"/>
                </a:lnTo>
                <a:close/>
                <a:moveTo>
                  <a:pt x="0" y="533400"/>
                </a:moveTo>
                <a:lnTo>
                  <a:pt x="19050" y="533400"/>
                </a:lnTo>
                <a:lnTo>
                  <a:pt x="19050" y="542925"/>
                </a:lnTo>
                <a:lnTo>
                  <a:pt x="0" y="542925"/>
                </a:lnTo>
                <a:close/>
                <a:moveTo>
                  <a:pt x="209550" y="552450"/>
                </a:moveTo>
                <a:lnTo>
                  <a:pt x="219075" y="552450"/>
                </a:lnTo>
                <a:lnTo>
                  <a:pt x="219075" y="561975"/>
                </a:lnTo>
                <a:lnTo>
                  <a:pt x="209550" y="561975"/>
                </a:lnTo>
                <a:close/>
                <a:moveTo>
                  <a:pt x="9525" y="561975"/>
                </a:moveTo>
                <a:lnTo>
                  <a:pt x="19050" y="561975"/>
                </a:lnTo>
                <a:lnTo>
                  <a:pt x="19050" y="571500"/>
                </a:lnTo>
                <a:lnTo>
                  <a:pt x="9525" y="571500"/>
                </a:lnTo>
                <a:close/>
                <a:moveTo>
                  <a:pt x="238125" y="561975"/>
                </a:moveTo>
                <a:lnTo>
                  <a:pt x="247650" y="561975"/>
                </a:lnTo>
                <a:lnTo>
                  <a:pt x="247650" y="571500"/>
                </a:lnTo>
                <a:lnTo>
                  <a:pt x="238125" y="571500"/>
                </a:lnTo>
                <a:close/>
                <a:moveTo>
                  <a:pt x="19050" y="571500"/>
                </a:moveTo>
                <a:lnTo>
                  <a:pt x="28575" y="571500"/>
                </a:lnTo>
                <a:lnTo>
                  <a:pt x="28575" y="581025"/>
                </a:lnTo>
                <a:lnTo>
                  <a:pt x="19050" y="581025"/>
                </a:lnTo>
                <a:close/>
                <a:moveTo>
                  <a:pt x="180975" y="571500"/>
                </a:moveTo>
                <a:lnTo>
                  <a:pt x="200025" y="571500"/>
                </a:lnTo>
                <a:lnTo>
                  <a:pt x="200025" y="581025"/>
                </a:lnTo>
                <a:lnTo>
                  <a:pt x="190500" y="581025"/>
                </a:lnTo>
                <a:lnTo>
                  <a:pt x="190500" y="590550"/>
                </a:lnTo>
                <a:lnTo>
                  <a:pt x="161925" y="590550"/>
                </a:lnTo>
                <a:lnTo>
                  <a:pt x="161925" y="581025"/>
                </a:lnTo>
                <a:lnTo>
                  <a:pt x="180975" y="581025"/>
                </a:lnTo>
                <a:close/>
                <a:moveTo>
                  <a:pt x="228600" y="571500"/>
                </a:moveTo>
                <a:lnTo>
                  <a:pt x="238125" y="571500"/>
                </a:lnTo>
                <a:lnTo>
                  <a:pt x="238125" y="590550"/>
                </a:lnTo>
                <a:lnTo>
                  <a:pt x="228600" y="590550"/>
                </a:lnTo>
                <a:close/>
                <a:moveTo>
                  <a:pt x="381000" y="571500"/>
                </a:moveTo>
                <a:lnTo>
                  <a:pt x="390525" y="571500"/>
                </a:lnTo>
                <a:lnTo>
                  <a:pt x="390525" y="581025"/>
                </a:lnTo>
                <a:lnTo>
                  <a:pt x="381000" y="581025"/>
                </a:lnTo>
                <a:close/>
                <a:moveTo>
                  <a:pt x="371475" y="581025"/>
                </a:moveTo>
                <a:lnTo>
                  <a:pt x="381000" y="581025"/>
                </a:lnTo>
                <a:lnTo>
                  <a:pt x="381000" y="590550"/>
                </a:lnTo>
                <a:lnTo>
                  <a:pt x="371475" y="590550"/>
                </a:lnTo>
                <a:close/>
                <a:moveTo>
                  <a:pt x="142875" y="590550"/>
                </a:moveTo>
                <a:lnTo>
                  <a:pt x="161925" y="590550"/>
                </a:lnTo>
                <a:lnTo>
                  <a:pt x="161925" y="600075"/>
                </a:lnTo>
                <a:lnTo>
                  <a:pt x="142875" y="600075"/>
                </a:lnTo>
                <a:close/>
                <a:moveTo>
                  <a:pt x="333375" y="590550"/>
                </a:moveTo>
                <a:lnTo>
                  <a:pt x="371475" y="590550"/>
                </a:lnTo>
                <a:lnTo>
                  <a:pt x="371475" y="600075"/>
                </a:lnTo>
                <a:lnTo>
                  <a:pt x="342900" y="600075"/>
                </a:lnTo>
                <a:lnTo>
                  <a:pt x="342900" y="609600"/>
                </a:lnTo>
                <a:lnTo>
                  <a:pt x="333375" y="609600"/>
                </a:lnTo>
                <a:close/>
                <a:moveTo>
                  <a:pt x="0" y="600075"/>
                </a:moveTo>
                <a:lnTo>
                  <a:pt x="28575" y="600075"/>
                </a:lnTo>
                <a:lnTo>
                  <a:pt x="28575" y="609600"/>
                </a:lnTo>
                <a:lnTo>
                  <a:pt x="19050" y="609600"/>
                </a:lnTo>
                <a:lnTo>
                  <a:pt x="19050" y="619125"/>
                </a:lnTo>
                <a:lnTo>
                  <a:pt x="9525" y="619125"/>
                </a:lnTo>
                <a:lnTo>
                  <a:pt x="9525" y="628650"/>
                </a:lnTo>
                <a:lnTo>
                  <a:pt x="0" y="628650"/>
                </a:lnTo>
                <a:close/>
                <a:moveTo>
                  <a:pt x="180975" y="600075"/>
                </a:moveTo>
                <a:lnTo>
                  <a:pt x="190500" y="600075"/>
                </a:lnTo>
                <a:lnTo>
                  <a:pt x="190500" y="609600"/>
                </a:lnTo>
                <a:lnTo>
                  <a:pt x="200025" y="609600"/>
                </a:lnTo>
                <a:lnTo>
                  <a:pt x="200025" y="619125"/>
                </a:lnTo>
                <a:lnTo>
                  <a:pt x="209550" y="619125"/>
                </a:lnTo>
                <a:lnTo>
                  <a:pt x="209550" y="628650"/>
                </a:lnTo>
                <a:lnTo>
                  <a:pt x="180975" y="628650"/>
                </a:lnTo>
                <a:close/>
                <a:moveTo>
                  <a:pt x="219075" y="600075"/>
                </a:moveTo>
                <a:lnTo>
                  <a:pt x="238125" y="600075"/>
                </a:lnTo>
                <a:lnTo>
                  <a:pt x="238125" y="628650"/>
                </a:lnTo>
                <a:lnTo>
                  <a:pt x="219075" y="628650"/>
                </a:lnTo>
                <a:close/>
                <a:moveTo>
                  <a:pt x="28575" y="609600"/>
                </a:moveTo>
                <a:lnTo>
                  <a:pt x="38100" y="609600"/>
                </a:lnTo>
                <a:lnTo>
                  <a:pt x="38100" y="619125"/>
                </a:lnTo>
                <a:lnTo>
                  <a:pt x="28575" y="619125"/>
                </a:lnTo>
                <a:close/>
                <a:moveTo>
                  <a:pt x="95250" y="609600"/>
                </a:moveTo>
                <a:lnTo>
                  <a:pt x="123825" y="609600"/>
                </a:lnTo>
                <a:lnTo>
                  <a:pt x="123825" y="619125"/>
                </a:lnTo>
                <a:lnTo>
                  <a:pt x="133350" y="619125"/>
                </a:lnTo>
                <a:lnTo>
                  <a:pt x="133350" y="609600"/>
                </a:lnTo>
                <a:lnTo>
                  <a:pt x="142875" y="609600"/>
                </a:lnTo>
                <a:lnTo>
                  <a:pt x="142875" y="619125"/>
                </a:lnTo>
                <a:lnTo>
                  <a:pt x="152400" y="619125"/>
                </a:lnTo>
                <a:lnTo>
                  <a:pt x="152400" y="628650"/>
                </a:lnTo>
                <a:lnTo>
                  <a:pt x="95250" y="628650"/>
                </a:lnTo>
                <a:close/>
                <a:moveTo>
                  <a:pt x="57150" y="619125"/>
                </a:moveTo>
                <a:lnTo>
                  <a:pt x="66675" y="619125"/>
                </a:lnTo>
                <a:lnTo>
                  <a:pt x="66675" y="628650"/>
                </a:lnTo>
                <a:lnTo>
                  <a:pt x="57150" y="628650"/>
                </a:lnTo>
                <a:close/>
                <a:moveTo>
                  <a:pt x="161925" y="619125"/>
                </a:moveTo>
                <a:lnTo>
                  <a:pt x="171450" y="619125"/>
                </a:lnTo>
                <a:lnTo>
                  <a:pt x="171450" y="628650"/>
                </a:lnTo>
                <a:lnTo>
                  <a:pt x="161925" y="628650"/>
                </a:lnTo>
                <a:close/>
                <a:moveTo>
                  <a:pt x="419100" y="619125"/>
                </a:moveTo>
                <a:lnTo>
                  <a:pt x="428625" y="619125"/>
                </a:lnTo>
                <a:lnTo>
                  <a:pt x="428625" y="628650"/>
                </a:lnTo>
                <a:lnTo>
                  <a:pt x="419100" y="628650"/>
                </a:lnTo>
                <a:close/>
              </a:path>
            </a:pathLst>
          </a:custGeom>
          <a:solidFill xmlns:a="http://schemas.openxmlformats.org/drawingml/2006/main">
            <a:srgbClr val="F4EEE0"/>
          </a:solidFill>
          <a:ln xmlns:a="http://schemas.openxmlformats.org/drawingml/2006/main" w="0">
            <a:noFill/>
          </a:ln>
        </p:spPr>
      </p:sp>
      <p:sp>
        <p:nvSpPr>
          <p:cNvPr id="87" name="rocket vector #f4ede0">
            <a:extLst xmlns:a="http://schemas.openxmlformats.org/drawingml/2006/main">
              <a:ext uri="{FF2B5EF4-FFF2-40B4-BE49-F238E27FC236}">
                <a16:creationId xmlns:a16="http://schemas.microsoft.com/office/drawing/2014/main" id="{AC4299AE-A32F-4857-A7CB-F6AC30811E2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867775" y="1800225"/>
            <a:ext cx="752475" cy="742950"/>
          </a:xfrm>
          <a:custGeom xmlns:a="http://schemas.openxmlformats.org/drawingml/2006/main">
            <a:pathLst>
              <a:path w="638175" h="628650">
                <a:moveTo>
                  <a:pt x="438150" y="38100"/>
                </a:moveTo>
                <a:lnTo>
                  <a:pt x="447675" y="38100"/>
                </a:lnTo>
                <a:lnTo>
                  <a:pt x="447675" y="47625"/>
                </a:lnTo>
                <a:lnTo>
                  <a:pt x="438150" y="47625"/>
                </a:lnTo>
                <a:close/>
                <a:moveTo>
                  <a:pt x="333375" y="76200"/>
                </a:moveTo>
                <a:lnTo>
                  <a:pt x="342900" y="76200"/>
                </a:lnTo>
                <a:lnTo>
                  <a:pt x="342900" y="85725"/>
                </a:lnTo>
                <a:lnTo>
                  <a:pt x="333375" y="85725"/>
                </a:lnTo>
                <a:close/>
                <a:moveTo>
                  <a:pt x="600075" y="142875"/>
                </a:moveTo>
                <a:lnTo>
                  <a:pt x="609600" y="142875"/>
                </a:lnTo>
                <a:lnTo>
                  <a:pt x="609600" y="161925"/>
                </a:lnTo>
                <a:lnTo>
                  <a:pt x="600075" y="161925"/>
                </a:lnTo>
                <a:close/>
                <a:moveTo>
                  <a:pt x="9525" y="219075"/>
                </a:moveTo>
                <a:lnTo>
                  <a:pt x="19050" y="219075"/>
                </a:lnTo>
                <a:lnTo>
                  <a:pt x="19050" y="228600"/>
                </a:lnTo>
                <a:lnTo>
                  <a:pt x="9525" y="228600"/>
                </a:lnTo>
                <a:close/>
                <a:moveTo>
                  <a:pt x="76200" y="238125"/>
                </a:moveTo>
                <a:lnTo>
                  <a:pt x="85725" y="238125"/>
                </a:lnTo>
                <a:lnTo>
                  <a:pt x="85725" y="257175"/>
                </a:lnTo>
                <a:lnTo>
                  <a:pt x="76200" y="257175"/>
                </a:lnTo>
                <a:close/>
                <a:moveTo>
                  <a:pt x="9525" y="457200"/>
                </a:moveTo>
                <a:lnTo>
                  <a:pt x="28575" y="457200"/>
                </a:lnTo>
                <a:lnTo>
                  <a:pt x="28575" y="476250"/>
                </a:lnTo>
                <a:lnTo>
                  <a:pt x="19050" y="476250"/>
                </a:lnTo>
                <a:lnTo>
                  <a:pt x="19050" y="485775"/>
                </a:lnTo>
                <a:lnTo>
                  <a:pt x="9525" y="485775"/>
                </a:lnTo>
                <a:lnTo>
                  <a:pt x="9525" y="495300"/>
                </a:lnTo>
                <a:lnTo>
                  <a:pt x="0" y="495300"/>
                </a:lnTo>
                <a:lnTo>
                  <a:pt x="0" y="466725"/>
                </a:lnTo>
                <a:lnTo>
                  <a:pt x="9525" y="466725"/>
                </a:lnTo>
                <a:close/>
                <a:moveTo>
                  <a:pt x="171450" y="466725"/>
                </a:moveTo>
                <a:lnTo>
                  <a:pt x="200025" y="466725"/>
                </a:lnTo>
                <a:lnTo>
                  <a:pt x="200025" y="476250"/>
                </a:lnTo>
                <a:lnTo>
                  <a:pt x="171450" y="476250"/>
                </a:lnTo>
                <a:close/>
                <a:moveTo>
                  <a:pt x="628650" y="466725"/>
                </a:moveTo>
                <a:lnTo>
                  <a:pt x="638175" y="466725"/>
                </a:lnTo>
                <a:lnTo>
                  <a:pt x="638175" y="485775"/>
                </a:lnTo>
                <a:lnTo>
                  <a:pt x="628650" y="485775"/>
                </a:lnTo>
                <a:close/>
                <a:moveTo>
                  <a:pt x="609600" y="476250"/>
                </a:moveTo>
                <a:lnTo>
                  <a:pt x="619125" y="476250"/>
                </a:lnTo>
                <a:lnTo>
                  <a:pt x="619125" y="485775"/>
                </a:lnTo>
                <a:lnTo>
                  <a:pt x="609600" y="485775"/>
                </a:lnTo>
                <a:close/>
                <a:moveTo>
                  <a:pt x="28575" y="495300"/>
                </a:moveTo>
                <a:lnTo>
                  <a:pt x="38100" y="495300"/>
                </a:lnTo>
                <a:lnTo>
                  <a:pt x="38100" y="504825"/>
                </a:lnTo>
                <a:lnTo>
                  <a:pt x="28575" y="504825"/>
                </a:lnTo>
                <a:close/>
                <a:moveTo>
                  <a:pt x="619125" y="495300"/>
                </a:moveTo>
                <a:lnTo>
                  <a:pt x="638175" y="495300"/>
                </a:lnTo>
                <a:lnTo>
                  <a:pt x="638175" y="504825"/>
                </a:lnTo>
                <a:lnTo>
                  <a:pt x="619125" y="504825"/>
                </a:lnTo>
                <a:close/>
                <a:moveTo>
                  <a:pt x="590550" y="504825"/>
                </a:moveTo>
                <a:lnTo>
                  <a:pt x="600075" y="504825"/>
                </a:lnTo>
                <a:lnTo>
                  <a:pt x="600075" y="514350"/>
                </a:lnTo>
                <a:lnTo>
                  <a:pt x="590550" y="514350"/>
                </a:lnTo>
                <a:close/>
                <a:moveTo>
                  <a:pt x="581025" y="514350"/>
                </a:moveTo>
                <a:lnTo>
                  <a:pt x="590550" y="514350"/>
                </a:lnTo>
                <a:lnTo>
                  <a:pt x="590550" y="533400"/>
                </a:lnTo>
                <a:lnTo>
                  <a:pt x="571500" y="533400"/>
                </a:lnTo>
                <a:lnTo>
                  <a:pt x="571500" y="523875"/>
                </a:lnTo>
                <a:lnTo>
                  <a:pt x="581025" y="523875"/>
                </a:lnTo>
                <a:close/>
                <a:moveTo>
                  <a:pt x="219075" y="533400"/>
                </a:moveTo>
                <a:lnTo>
                  <a:pt x="228600" y="533400"/>
                </a:lnTo>
                <a:lnTo>
                  <a:pt x="228600" y="542925"/>
                </a:lnTo>
                <a:lnTo>
                  <a:pt x="219075" y="542925"/>
                </a:lnTo>
                <a:close/>
                <a:moveTo>
                  <a:pt x="200025" y="561975"/>
                </a:moveTo>
                <a:lnTo>
                  <a:pt x="209550" y="561975"/>
                </a:lnTo>
                <a:lnTo>
                  <a:pt x="209550" y="571500"/>
                </a:lnTo>
                <a:lnTo>
                  <a:pt x="200025" y="571500"/>
                </a:lnTo>
                <a:close/>
                <a:moveTo>
                  <a:pt x="161925" y="571500"/>
                </a:moveTo>
                <a:lnTo>
                  <a:pt x="171450" y="571500"/>
                </a:lnTo>
                <a:lnTo>
                  <a:pt x="171450" y="581025"/>
                </a:lnTo>
                <a:lnTo>
                  <a:pt x="161925" y="581025"/>
                </a:lnTo>
                <a:close/>
                <a:moveTo>
                  <a:pt x="247650" y="581025"/>
                </a:moveTo>
                <a:lnTo>
                  <a:pt x="257175" y="581025"/>
                </a:lnTo>
                <a:lnTo>
                  <a:pt x="257175" y="590550"/>
                </a:lnTo>
                <a:lnTo>
                  <a:pt x="266700" y="590550"/>
                </a:lnTo>
                <a:lnTo>
                  <a:pt x="266700" y="600075"/>
                </a:lnTo>
                <a:lnTo>
                  <a:pt x="276225" y="600075"/>
                </a:lnTo>
                <a:lnTo>
                  <a:pt x="276225" y="609600"/>
                </a:lnTo>
                <a:lnTo>
                  <a:pt x="304800" y="609600"/>
                </a:lnTo>
                <a:lnTo>
                  <a:pt x="304800" y="628650"/>
                </a:lnTo>
                <a:lnTo>
                  <a:pt x="295275" y="628650"/>
                </a:lnTo>
                <a:lnTo>
                  <a:pt x="295275" y="619125"/>
                </a:lnTo>
                <a:lnTo>
                  <a:pt x="266700" y="619125"/>
                </a:lnTo>
                <a:lnTo>
                  <a:pt x="266700" y="628650"/>
                </a:lnTo>
                <a:lnTo>
                  <a:pt x="238125" y="628650"/>
                </a:lnTo>
                <a:lnTo>
                  <a:pt x="238125" y="600075"/>
                </a:lnTo>
                <a:lnTo>
                  <a:pt x="247650" y="600075"/>
                </a:lnTo>
                <a:close/>
                <a:moveTo>
                  <a:pt x="142875" y="600075"/>
                </a:moveTo>
                <a:lnTo>
                  <a:pt x="152400" y="600075"/>
                </a:lnTo>
                <a:lnTo>
                  <a:pt x="152400" y="609600"/>
                </a:lnTo>
                <a:lnTo>
                  <a:pt x="142875" y="609600"/>
                </a:lnTo>
                <a:close/>
                <a:moveTo>
                  <a:pt x="38100" y="619125"/>
                </a:moveTo>
                <a:lnTo>
                  <a:pt x="47625" y="619125"/>
                </a:lnTo>
                <a:lnTo>
                  <a:pt x="47625" y="628650"/>
                </a:lnTo>
                <a:lnTo>
                  <a:pt x="38100" y="628650"/>
                </a:lnTo>
                <a:close/>
              </a:path>
            </a:pathLst>
          </a:custGeom>
          <a:solidFill xmlns:a="http://schemas.openxmlformats.org/drawingml/2006/main">
            <a:srgbClr val="F4EDE0"/>
          </a:solidFill>
          <a:ln xmlns:a="http://schemas.openxmlformats.org/drawingml/2006/main" w="0">
            <a:noFill/>
          </a:ln>
        </p:spPr>
      </p:sp>
      <p:sp>
        <p:nvSpPr>
          <p:cNvPr id="88" name="rocket vector #f3f0e1">
            <a:extLst xmlns:a="http://schemas.openxmlformats.org/drawingml/2006/main">
              <a:ext uri="{FF2B5EF4-FFF2-40B4-BE49-F238E27FC236}">
                <a16:creationId xmlns:a16="http://schemas.microsoft.com/office/drawing/2014/main" id="{9204D139-67DD-4C35-82EF-71A74C51E81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867775" y="1800225"/>
            <a:ext cx="752475" cy="742950"/>
          </a:xfrm>
          <a:custGeom xmlns:a="http://schemas.openxmlformats.org/drawingml/2006/main">
            <a:pathLst>
              <a:path w="638175" h="628650">
                <a:moveTo>
                  <a:pt x="323850" y="0"/>
                </a:moveTo>
                <a:lnTo>
                  <a:pt x="381000" y="0"/>
                </a:lnTo>
                <a:lnTo>
                  <a:pt x="381000" y="19050"/>
                </a:lnTo>
                <a:lnTo>
                  <a:pt x="361950" y="19050"/>
                </a:lnTo>
                <a:lnTo>
                  <a:pt x="361950" y="28575"/>
                </a:lnTo>
                <a:lnTo>
                  <a:pt x="371475" y="28575"/>
                </a:lnTo>
                <a:lnTo>
                  <a:pt x="371475" y="38100"/>
                </a:lnTo>
                <a:lnTo>
                  <a:pt x="352425" y="38100"/>
                </a:lnTo>
                <a:lnTo>
                  <a:pt x="352425" y="28575"/>
                </a:lnTo>
                <a:lnTo>
                  <a:pt x="323850" y="28575"/>
                </a:lnTo>
                <a:close/>
                <a:moveTo>
                  <a:pt x="419100" y="0"/>
                </a:moveTo>
                <a:lnTo>
                  <a:pt x="447675" y="0"/>
                </a:lnTo>
                <a:lnTo>
                  <a:pt x="447675" y="9525"/>
                </a:lnTo>
                <a:lnTo>
                  <a:pt x="438150" y="9525"/>
                </a:lnTo>
                <a:lnTo>
                  <a:pt x="438150" y="28575"/>
                </a:lnTo>
                <a:lnTo>
                  <a:pt x="428625" y="28575"/>
                </a:lnTo>
                <a:lnTo>
                  <a:pt x="428625" y="19050"/>
                </a:lnTo>
                <a:lnTo>
                  <a:pt x="419100" y="19050"/>
                </a:lnTo>
                <a:close/>
                <a:moveTo>
                  <a:pt x="485775" y="0"/>
                </a:moveTo>
                <a:lnTo>
                  <a:pt x="533400" y="0"/>
                </a:lnTo>
                <a:lnTo>
                  <a:pt x="533400" y="9525"/>
                </a:lnTo>
                <a:lnTo>
                  <a:pt x="542925" y="9525"/>
                </a:lnTo>
                <a:lnTo>
                  <a:pt x="542925" y="0"/>
                </a:lnTo>
                <a:lnTo>
                  <a:pt x="552450" y="0"/>
                </a:lnTo>
                <a:lnTo>
                  <a:pt x="552450" y="28575"/>
                </a:lnTo>
                <a:lnTo>
                  <a:pt x="533400" y="28575"/>
                </a:lnTo>
                <a:lnTo>
                  <a:pt x="533400" y="19050"/>
                </a:lnTo>
                <a:lnTo>
                  <a:pt x="523875" y="19050"/>
                </a:lnTo>
                <a:lnTo>
                  <a:pt x="523875" y="9525"/>
                </a:lnTo>
                <a:lnTo>
                  <a:pt x="495300" y="9525"/>
                </a:lnTo>
                <a:lnTo>
                  <a:pt x="495300" y="19050"/>
                </a:lnTo>
                <a:lnTo>
                  <a:pt x="476250" y="19050"/>
                </a:lnTo>
                <a:lnTo>
                  <a:pt x="476250" y="9525"/>
                </a:lnTo>
                <a:lnTo>
                  <a:pt x="485775" y="9525"/>
                </a:lnTo>
                <a:close/>
                <a:moveTo>
                  <a:pt x="190500" y="9525"/>
                </a:moveTo>
                <a:lnTo>
                  <a:pt x="200025" y="9525"/>
                </a:lnTo>
                <a:lnTo>
                  <a:pt x="200025" y="19050"/>
                </a:lnTo>
                <a:lnTo>
                  <a:pt x="190500" y="19050"/>
                </a:lnTo>
                <a:close/>
                <a:moveTo>
                  <a:pt x="285750" y="19050"/>
                </a:moveTo>
                <a:lnTo>
                  <a:pt x="295275" y="19050"/>
                </a:lnTo>
                <a:lnTo>
                  <a:pt x="295275" y="28575"/>
                </a:lnTo>
                <a:lnTo>
                  <a:pt x="285750" y="28575"/>
                </a:lnTo>
                <a:close/>
                <a:moveTo>
                  <a:pt x="314325" y="38100"/>
                </a:moveTo>
                <a:lnTo>
                  <a:pt x="323850" y="38100"/>
                </a:lnTo>
                <a:lnTo>
                  <a:pt x="323850" y="47625"/>
                </a:lnTo>
                <a:lnTo>
                  <a:pt x="314325" y="47625"/>
                </a:lnTo>
                <a:close/>
                <a:moveTo>
                  <a:pt x="142875" y="66675"/>
                </a:moveTo>
                <a:lnTo>
                  <a:pt x="152400" y="66675"/>
                </a:lnTo>
                <a:lnTo>
                  <a:pt x="152400" y="76200"/>
                </a:lnTo>
                <a:lnTo>
                  <a:pt x="142875" y="76200"/>
                </a:lnTo>
                <a:close/>
                <a:moveTo>
                  <a:pt x="123825" y="76200"/>
                </a:moveTo>
                <a:lnTo>
                  <a:pt x="142875" y="76200"/>
                </a:lnTo>
                <a:lnTo>
                  <a:pt x="142875" y="85725"/>
                </a:lnTo>
                <a:lnTo>
                  <a:pt x="133350" y="85725"/>
                </a:lnTo>
                <a:lnTo>
                  <a:pt x="133350" y="104775"/>
                </a:lnTo>
                <a:lnTo>
                  <a:pt x="123825" y="104775"/>
                </a:lnTo>
                <a:lnTo>
                  <a:pt x="123825" y="95250"/>
                </a:lnTo>
                <a:lnTo>
                  <a:pt x="114300" y="95250"/>
                </a:lnTo>
                <a:lnTo>
                  <a:pt x="114300" y="85725"/>
                </a:lnTo>
                <a:lnTo>
                  <a:pt x="123825" y="85725"/>
                </a:lnTo>
                <a:close/>
                <a:moveTo>
                  <a:pt x="123825" y="142875"/>
                </a:moveTo>
                <a:lnTo>
                  <a:pt x="133350" y="142875"/>
                </a:lnTo>
                <a:lnTo>
                  <a:pt x="133350" y="152400"/>
                </a:lnTo>
                <a:lnTo>
                  <a:pt x="142875" y="152400"/>
                </a:lnTo>
                <a:lnTo>
                  <a:pt x="142875" y="161925"/>
                </a:lnTo>
                <a:lnTo>
                  <a:pt x="123825" y="161925"/>
                </a:lnTo>
                <a:close/>
                <a:moveTo>
                  <a:pt x="590550" y="200025"/>
                </a:moveTo>
                <a:lnTo>
                  <a:pt x="600075" y="200025"/>
                </a:lnTo>
                <a:lnTo>
                  <a:pt x="600075" y="209550"/>
                </a:lnTo>
                <a:lnTo>
                  <a:pt x="609600" y="209550"/>
                </a:lnTo>
                <a:lnTo>
                  <a:pt x="609600" y="219075"/>
                </a:lnTo>
                <a:lnTo>
                  <a:pt x="600075" y="219075"/>
                </a:lnTo>
                <a:lnTo>
                  <a:pt x="600075" y="228600"/>
                </a:lnTo>
                <a:lnTo>
                  <a:pt x="590550" y="228600"/>
                </a:lnTo>
                <a:close/>
                <a:moveTo>
                  <a:pt x="600075" y="238125"/>
                </a:moveTo>
                <a:lnTo>
                  <a:pt x="619125" y="238125"/>
                </a:lnTo>
                <a:lnTo>
                  <a:pt x="619125" y="266700"/>
                </a:lnTo>
                <a:lnTo>
                  <a:pt x="600075" y="266700"/>
                </a:lnTo>
                <a:lnTo>
                  <a:pt x="600075" y="257175"/>
                </a:lnTo>
                <a:lnTo>
                  <a:pt x="590550" y="257175"/>
                </a:lnTo>
                <a:lnTo>
                  <a:pt x="590550" y="266700"/>
                </a:lnTo>
                <a:lnTo>
                  <a:pt x="561975" y="266700"/>
                </a:lnTo>
                <a:lnTo>
                  <a:pt x="561975" y="247650"/>
                </a:lnTo>
                <a:lnTo>
                  <a:pt x="600075" y="247650"/>
                </a:lnTo>
                <a:close/>
                <a:moveTo>
                  <a:pt x="590550" y="304800"/>
                </a:moveTo>
                <a:lnTo>
                  <a:pt x="600075" y="304800"/>
                </a:lnTo>
                <a:lnTo>
                  <a:pt x="600075" y="323850"/>
                </a:lnTo>
                <a:lnTo>
                  <a:pt x="590550" y="323850"/>
                </a:lnTo>
                <a:close/>
                <a:moveTo>
                  <a:pt x="552450" y="314325"/>
                </a:moveTo>
                <a:lnTo>
                  <a:pt x="581025" y="314325"/>
                </a:lnTo>
                <a:lnTo>
                  <a:pt x="581025" y="323850"/>
                </a:lnTo>
                <a:lnTo>
                  <a:pt x="571500" y="323850"/>
                </a:lnTo>
                <a:lnTo>
                  <a:pt x="571500" y="333375"/>
                </a:lnTo>
                <a:lnTo>
                  <a:pt x="552450" y="333375"/>
                </a:lnTo>
                <a:close/>
                <a:moveTo>
                  <a:pt x="542925" y="333375"/>
                </a:moveTo>
                <a:lnTo>
                  <a:pt x="552450" y="333375"/>
                </a:lnTo>
                <a:lnTo>
                  <a:pt x="552450" y="342900"/>
                </a:lnTo>
                <a:lnTo>
                  <a:pt x="542925" y="342900"/>
                </a:lnTo>
                <a:close/>
                <a:moveTo>
                  <a:pt x="533400" y="342900"/>
                </a:moveTo>
                <a:lnTo>
                  <a:pt x="542925" y="342900"/>
                </a:lnTo>
                <a:lnTo>
                  <a:pt x="542925" y="352425"/>
                </a:lnTo>
                <a:lnTo>
                  <a:pt x="533400" y="352425"/>
                </a:lnTo>
                <a:close/>
                <a:moveTo>
                  <a:pt x="542925" y="352425"/>
                </a:moveTo>
                <a:lnTo>
                  <a:pt x="552450" y="352425"/>
                </a:lnTo>
                <a:lnTo>
                  <a:pt x="552450" y="371475"/>
                </a:lnTo>
                <a:lnTo>
                  <a:pt x="542925" y="371475"/>
                </a:lnTo>
                <a:close/>
              </a:path>
            </a:pathLst>
          </a:custGeom>
          <a:solidFill xmlns:a="http://schemas.openxmlformats.org/drawingml/2006/main">
            <a:srgbClr val="F3F0E1"/>
          </a:solidFill>
          <a:ln xmlns:a="http://schemas.openxmlformats.org/drawingml/2006/main" w="0">
            <a:noFill/>
          </a:ln>
        </p:spPr>
      </p:sp>
      <p:sp>
        <p:nvSpPr>
          <p:cNvPr id="89" name="rocket vector #f3efe2">
            <a:extLst xmlns:a="http://schemas.openxmlformats.org/drawingml/2006/main">
              <a:ext uri="{FF2B5EF4-FFF2-40B4-BE49-F238E27FC236}">
                <a16:creationId xmlns:a16="http://schemas.microsoft.com/office/drawing/2014/main" id="{9948689E-DC8A-4501-91B9-417EC94B8F5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867775" y="1800225"/>
            <a:ext cx="752475" cy="742950"/>
          </a:xfrm>
          <a:custGeom xmlns:a="http://schemas.openxmlformats.org/drawingml/2006/main">
            <a:pathLst>
              <a:path w="638175" h="628650">
                <a:moveTo>
                  <a:pt x="447675" y="0"/>
                </a:moveTo>
                <a:lnTo>
                  <a:pt x="457200" y="0"/>
                </a:lnTo>
                <a:lnTo>
                  <a:pt x="457200" y="9525"/>
                </a:lnTo>
                <a:lnTo>
                  <a:pt x="447675" y="9525"/>
                </a:lnTo>
                <a:close/>
                <a:moveTo>
                  <a:pt x="609600" y="0"/>
                </a:moveTo>
                <a:lnTo>
                  <a:pt x="638175" y="0"/>
                </a:lnTo>
                <a:lnTo>
                  <a:pt x="638175" y="9525"/>
                </a:lnTo>
                <a:lnTo>
                  <a:pt x="628650" y="9525"/>
                </a:lnTo>
                <a:lnTo>
                  <a:pt x="628650" y="19050"/>
                </a:lnTo>
                <a:lnTo>
                  <a:pt x="609600" y="19050"/>
                </a:lnTo>
                <a:close/>
                <a:moveTo>
                  <a:pt x="209550" y="9525"/>
                </a:moveTo>
                <a:lnTo>
                  <a:pt x="219075" y="9525"/>
                </a:lnTo>
                <a:lnTo>
                  <a:pt x="219075" y="19050"/>
                </a:lnTo>
                <a:lnTo>
                  <a:pt x="228600" y="19050"/>
                </a:lnTo>
                <a:lnTo>
                  <a:pt x="228600" y="28575"/>
                </a:lnTo>
                <a:lnTo>
                  <a:pt x="209550" y="28575"/>
                </a:lnTo>
                <a:close/>
                <a:moveTo>
                  <a:pt x="47625" y="19050"/>
                </a:moveTo>
                <a:lnTo>
                  <a:pt x="57150" y="19050"/>
                </a:lnTo>
                <a:lnTo>
                  <a:pt x="57150" y="28575"/>
                </a:lnTo>
                <a:lnTo>
                  <a:pt x="66675" y="28575"/>
                </a:lnTo>
                <a:lnTo>
                  <a:pt x="66675" y="38100"/>
                </a:lnTo>
                <a:lnTo>
                  <a:pt x="85725" y="38100"/>
                </a:lnTo>
                <a:lnTo>
                  <a:pt x="85725" y="47625"/>
                </a:lnTo>
                <a:lnTo>
                  <a:pt x="95250" y="47625"/>
                </a:lnTo>
                <a:lnTo>
                  <a:pt x="95250" y="57150"/>
                </a:lnTo>
                <a:lnTo>
                  <a:pt x="104775" y="57150"/>
                </a:lnTo>
                <a:lnTo>
                  <a:pt x="104775" y="66675"/>
                </a:lnTo>
                <a:lnTo>
                  <a:pt x="95250" y="66675"/>
                </a:lnTo>
                <a:lnTo>
                  <a:pt x="95250" y="76200"/>
                </a:lnTo>
                <a:lnTo>
                  <a:pt x="85725" y="76200"/>
                </a:lnTo>
                <a:lnTo>
                  <a:pt x="85725" y="66675"/>
                </a:lnTo>
                <a:lnTo>
                  <a:pt x="57150" y="66675"/>
                </a:lnTo>
                <a:lnTo>
                  <a:pt x="57150" y="76200"/>
                </a:lnTo>
                <a:lnTo>
                  <a:pt x="47625" y="76200"/>
                </a:lnTo>
                <a:close/>
                <a:moveTo>
                  <a:pt x="180975" y="19050"/>
                </a:moveTo>
                <a:lnTo>
                  <a:pt x="200025" y="19050"/>
                </a:lnTo>
                <a:lnTo>
                  <a:pt x="200025" y="28575"/>
                </a:lnTo>
                <a:lnTo>
                  <a:pt x="190500" y="28575"/>
                </a:lnTo>
                <a:lnTo>
                  <a:pt x="190500" y="57150"/>
                </a:lnTo>
                <a:lnTo>
                  <a:pt x="219075" y="57150"/>
                </a:lnTo>
                <a:lnTo>
                  <a:pt x="219075" y="66675"/>
                </a:lnTo>
                <a:lnTo>
                  <a:pt x="161925" y="66675"/>
                </a:lnTo>
                <a:lnTo>
                  <a:pt x="161925" y="47625"/>
                </a:lnTo>
                <a:lnTo>
                  <a:pt x="171450" y="47625"/>
                </a:lnTo>
                <a:lnTo>
                  <a:pt x="171450" y="28575"/>
                </a:lnTo>
                <a:lnTo>
                  <a:pt x="180975" y="28575"/>
                </a:lnTo>
                <a:close/>
                <a:moveTo>
                  <a:pt x="323850" y="57150"/>
                </a:moveTo>
                <a:lnTo>
                  <a:pt x="333375" y="57150"/>
                </a:lnTo>
                <a:lnTo>
                  <a:pt x="333375" y="66675"/>
                </a:lnTo>
                <a:lnTo>
                  <a:pt x="323850" y="66675"/>
                </a:lnTo>
                <a:close/>
                <a:moveTo>
                  <a:pt x="228600" y="76200"/>
                </a:moveTo>
                <a:lnTo>
                  <a:pt x="238125" y="76200"/>
                </a:lnTo>
                <a:lnTo>
                  <a:pt x="238125" y="85725"/>
                </a:lnTo>
                <a:lnTo>
                  <a:pt x="228600" y="85725"/>
                </a:lnTo>
                <a:close/>
                <a:moveTo>
                  <a:pt x="619125" y="76200"/>
                </a:moveTo>
                <a:lnTo>
                  <a:pt x="628650" y="76200"/>
                </a:lnTo>
                <a:lnTo>
                  <a:pt x="628650" y="85725"/>
                </a:lnTo>
                <a:lnTo>
                  <a:pt x="619125" y="85725"/>
                </a:lnTo>
                <a:close/>
                <a:moveTo>
                  <a:pt x="628650" y="85725"/>
                </a:moveTo>
                <a:lnTo>
                  <a:pt x="638175" y="85725"/>
                </a:lnTo>
                <a:lnTo>
                  <a:pt x="638175" y="114300"/>
                </a:lnTo>
                <a:lnTo>
                  <a:pt x="619125" y="114300"/>
                </a:lnTo>
                <a:lnTo>
                  <a:pt x="619125" y="104775"/>
                </a:lnTo>
                <a:lnTo>
                  <a:pt x="628650" y="104775"/>
                </a:lnTo>
                <a:close/>
                <a:moveTo>
                  <a:pt x="171450" y="104775"/>
                </a:moveTo>
                <a:lnTo>
                  <a:pt x="180975" y="104775"/>
                </a:lnTo>
                <a:lnTo>
                  <a:pt x="180975" y="114300"/>
                </a:lnTo>
                <a:lnTo>
                  <a:pt x="171450" y="114300"/>
                </a:lnTo>
                <a:close/>
                <a:moveTo>
                  <a:pt x="609600" y="114300"/>
                </a:moveTo>
                <a:lnTo>
                  <a:pt x="619125" y="114300"/>
                </a:lnTo>
                <a:lnTo>
                  <a:pt x="619125" y="123825"/>
                </a:lnTo>
                <a:lnTo>
                  <a:pt x="609600" y="123825"/>
                </a:lnTo>
                <a:close/>
                <a:moveTo>
                  <a:pt x="114300" y="133350"/>
                </a:moveTo>
                <a:lnTo>
                  <a:pt x="123825" y="133350"/>
                </a:lnTo>
                <a:lnTo>
                  <a:pt x="123825" y="161925"/>
                </a:lnTo>
                <a:lnTo>
                  <a:pt x="114300" y="161925"/>
                </a:lnTo>
                <a:close/>
                <a:moveTo>
                  <a:pt x="628650" y="142875"/>
                </a:moveTo>
                <a:lnTo>
                  <a:pt x="638175" y="142875"/>
                </a:lnTo>
                <a:lnTo>
                  <a:pt x="638175" y="161925"/>
                </a:lnTo>
                <a:lnTo>
                  <a:pt x="619125" y="161925"/>
                </a:lnTo>
                <a:lnTo>
                  <a:pt x="619125" y="152400"/>
                </a:lnTo>
                <a:lnTo>
                  <a:pt x="628650" y="152400"/>
                </a:lnTo>
                <a:close/>
                <a:moveTo>
                  <a:pt x="619125" y="180975"/>
                </a:moveTo>
                <a:lnTo>
                  <a:pt x="628650" y="180975"/>
                </a:lnTo>
                <a:lnTo>
                  <a:pt x="628650" y="200025"/>
                </a:lnTo>
                <a:lnTo>
                  <a:pt x="609600" y="200025"/>
                </a:lnTo>
                <a:lnTo>
                  <a:pt x="609600" y="209550"/>
                </a:lnTo>
                <a:lnTo>
                  <a:pt x="600075" y="209550"/>
                </a:lnTo>
                <a:lnTo>
                  <a:pt x="600075" y="200025"/>
                </a:lnTo>
                <a:lnTo>
                  <a:pt x="590550" y="200025"/>
                </a:lnTo>
                <a:lnTo>
                  <a:pt x="590550" y="190500"/>
                </a:lnTo>
                <a:lnTo>
                  <a:pt x="619125" y="190500"/>
                </a:lnTo>
                <a:close/>
                <a:moveTo>
                  <a:pt x="609600" y="209550"/>
                </a:moveTo>
                <a:lnTo>
                  <a:pt x="619125" y="209550"/>
                </a:lnTo>
                <a:lnTo>
                  <a:pt x="619125" y="228600"/>
                </a:lnTo>
                <a:lnTo>
                  <a:pt x="600075" y="228600"/>
                </a:lnTo>
                <a:lnTo>
                  <a:pt x="600075" y="219075"/>
                </a:lnTo>
                <a:lnTo>
                  <a:pt x="609600" y="219075"/>
                </a:lnTo>
                <a:close/>
                <a:moveTo>
                  <a:pt x="57150" y="238125"/>
                </a:moveTo>
                <a:lnTo>
                  <a:pt x="66675" y="238125"/>
                </a:lnTo>
                <a:lnTo>
                  <a:pt x="66675" y="257175"/>
                </a:lnTo>
                <a:lnTo>
                  <a:pt x="57150" y="257175"/>
                </a:lnTo>
                <a:lnTo>
                  <a:pt x="57150" y="285750"/>
                </a:lnTo>
                <a:lnTo>
                  <a:pt x="47625" y="285750"/>
                </a:lnTo>
                <a:lnTo>
                  <a:pt x="47625" y="295275"/>
                </a:lnTo>
                <a:lnTo>
                  <a:pt x="19050" y="295275"/>
                </a:lnTo>
                <a:lnTo>
                  <a:pt x="19050" y="285750"/>
                </a:lnTo>
                <a:lnTo>
                  <a:pt x="28575" y="285750"/>
                </a:lnTo>
                <a:lnTo>
                  <a:pt x="28575" y="266700"/>
                </a:lnTo>
                <a:lnTo>
                  <a:pt x="38100" y="266700"/>
                </a:lnTo>
                <a:lnTo>
                  <a:pt x="38100" y="257175"/>
                </a:lnTo>
                <a:lnTo>
                  <a:pt x="47625" y="257175"/>
                </a:lnTo>
                <a:lnTo>
                  <a:pt x="47625" y="247650"/>
                </a:lnTo>
                <a:lnTo>
                  <a:pt x="57150" y="247650"/>
                </a:lnTo>
                <a:close/>
                <a:moveTo>
                  <a:pt x="542925" y="285750"/>
                </a:moveTo>
                <a:lnTo>
                  <a:pt x="581025" y="285750"/>
                </a:lnTo>
                <a:lnTo>
                  <a:pt x="581025" y="295275"/>
                </a:lnTo>
                <a:lnTo>
                  <a:pt x="571500" y="295275"/>
                </a:lnTo>
                <a:lnTo>
                  <a:pt x="571500" y="314325"/>
                </a:lnTo>
                <a:lnTo>
                  <a:pt x="542925" y="314325"/>
                </a:lnTo>
                <a:close/>
                <a:moveTo>
                  <a:pt x="590550" y="285750"/>
                </a:moveTo>
                <a:lnTo>
                  <a:pt x="609600" y="285750"/>
                </a:lnTo>
                <a:lnTo>
                  <a:pt x="609600" y="295275"/>
                </a:lnTo>
                <a:lnTo>
                  <a:pt x="638175" y="295275"/>
                </a:lnTo>
                <a:lnTo>
                  <a:pt x="638175" y="314325"/>
                </a:lnTo>
                <a:lnTo>
                  <a:pt x="628650" y="314325"/>
                </a:lnTo>
                <a:lnTo>
                  <a:pt x="628650" y="323850"/>
                </a:lnTo>
                <a:lnTo>
                  <a:pt x="619125" y="323850"/>
                </a:lnTo>
                <a:lnTo>
                  <a:pt x="619125" y="333375"/>
                </a:lnTo>
                <a:lnTo>
                  <a:pt x="638175" y="333375"/>
                </a:lnTo>
                <a:lnTo>
                  <a:pt x="638175" y="371475"/>
                </a:lnTo>
                <a:lnTo>
                  <a:pt x="628650" y="371475"/>
                </a:lnTo>
                <a:lnTo>
                  <a:pt x="628650" y="361950"/>
                </a:lnTo>
                <a:lnTo>
                  <a:pt x="619125" y="361950"/>
                </a:lnTo>
                <a:lnTo>
                  <a:pt x="619125" y="352425"/>
                </a:lnTo>
                <a:lnTo>
                  <a:pt x="609600" y="352425"/>
                </a:lnTo>
                <a:lnTo>
                  <a:pt x="609600" y="361950"/>
                </a:lnTo>
                <a:lnTo>
                  <a:pt x="600075" y="361950"/>
                </a:lnTo>
                <a:lnTo>
                  <a:pt x="600075" y="371475"/>
                </a:lnTo>
                <a:lnTo>
                  <a:pt x="581025" y="371475"/>
                </a:lnTo>
                <a:lnTo>
                  <a:pt x="581025" y="361950"/>
                </a:lnTo>
                <a:lnTo>
                  <a:pt x="561975" y="361950"/>
                </a:lnTo>
                <a:lnTo>
                  <a:pt x="561975" y="352425"/>
                </a:lnTo>
                <a:lnTo>
                  <a:pt x="571500" y="352425"/>
                </a:lnTo>
                <a:lnTo>
                  <a:pt x="571500" y="333375"/>
                </a:lnTo>
                <a:lnTo>
                  <a:pt x="581025" y="333375"/>
                </a:lnTo>
                <a:lnTo>
                  <a:pt x="581025" y="323850"/>
                </a:lnTo>
                <a:lnTo>
                  <a:pt x="600075" y="323850"/>
                </a:lnTo>
                <a:lnTo>
                  <a:pt x="600075" y="304800"/>
                </a:lnTo>
                <a:lnTo>
                  <a:pt x="590550" y="304800"/>
                </a:lnTo>
                <a:close/>
                <a:moveTo>
                  <a:pt x="514350" y="342900"/>
                </a:moveTo>
                <a:lnTo>
                  <a:pt x="523875" y="342900"/>
                </a:lnTo>
                <a:lnTo>
                  <a:pt x="523875" y="352425"/>
                </a:lnTo>
                <a:lnTo>
                  <a:pt x="514350" y="352425"/>
                </a:lnTo>
                <a:close/>
                <a:moveTo>
                  <a:pt x="495300" y="352425"/>
                </a:moveTo>
                <a:lnTo>
                  <a:pt x="514350" y="352425"/>
                </a:lnTo>
                <a:lnTo>
                  <a:pt x="514350" y="361950"/>
                </a:lnTo>
                <a:lnTo>
                  <a:pt x="504825" y="361950"/>
                </a:lnTo>
                <a:lnTo>
                  <a:pt x="504825" y="371475"/>
                </a:lnTo>
                <a:lnTo>
                  <a:pt x="495300" y="371475"/>
                </a:lnTo>
                <a:close/>
                <a:moveTo>
                  <a:pt x="533400" y="352425"/>
                </a:moveTo>
                <a:lnTo>
                  <a:pt x="542925" y="352425"/>
                </a:lnTo>
                <a:lnTo>
                  <a:pt x="542925" y="381000"/>
                </a:lnTo>
                <a:lnTo>
                  <a:pt x="533400" y="381000"/>
                </a:lnTo>
                <a:close/>
                <a:moveTo>
                  <a:pt x="495300" y="381000"/>
                </a:moveTo>
                <a:lnTo>
                  <a:pt x="504825" y="381000"/>
                </a:lnTo>
                <a:lnTo>
                  <a:pt x="504825" y="390525"/>
                </a:lnTo>
                <a:lnTo>
                  <a:pt x="495300" y="390525"/>
                </a:lnTo>
                <a:close/>
                <a:moveTo>
                  <a:pt x="0" y="400050"/>
                </a:moveTo>
                <a:lnTo>
                  <a:pt x="19050" y="400050"/>
                </a:lnTo>
                <a:lnTo>
                  <a:pt x="19050" y="409575"/>
                </a:lnTo>
                <a:lnTo>
                  <a:pt x="0" y="409575"/>
                </a:lnTo>
                <a:close/>
                <a:moveTo>
                  <a:pt x="38100" y="419100"/>
                </a:moveTo>
                <a:lnTo>
                  <a:pt x="57150" y="419100"/>
                </a:lnTo>
                <a:lnTo>
                  <a:pt x="57150" y="428625"/>
                </a:lnTo>
                <a:lnTo>
                  <a:pt x="38100" y="428625"/>
                </a:lnTo>
                <a:close/>
                <a:moveTo>
                  <a:pt x="533400" y="419100"/>
                </a:moveTo>
                <a:lnTo>
                  <a:pt x="552450" y="419100"/>
                </a:lnTo>
                <a:lnTo>
                  <a:pt x="552450" y="438150"/>
                </a:lnTo>
                <a:lnTo>
                  <a:pt x="533400" y="438150"/>
                </a:lnTo>
                <a:close/>
                <a:moveTo>
                  <a:pt x="457200" y="438150"/>
                </a:moveTo>
                <a:lnTo>
                  <a:pt x="485775" y="438150"/>
                </a:lnTo>
                <a:lnTo>
                  <a:pt x="485775" y="447675"/>
                </a:lnTo>
                <a:lnTo>
                  <a:pt x="476250" y="447675"/>
                </a:lnTo>
                <a:lnTo>
                  <a:pt x="476250" y="457200"/>
                </a:lnTo>
                <a:lnTo>
                  <a:pt x="466725" y="457200"/>
                </a:lnTo>
                <a:lnTo>
                  <a:pt x="466725" y="476250"/>
                </a:lnTo>
                <a:lnTo>
                  <a:pt x="485775" y="476250"/>
                </a:lnTo>
                <a:lnTo>
                  <a:pt x="485775" y="495300"/>
                </a:lnTo>
                <a:lnTo>
                  <a:pt x="495300" y="495300"/>
                </a:lnTo>
                <a:lnTo>
                  <a:pt x="495300" y="504825"/>
                </a:lnTo>
                <a:lnTo>
                  <a:pt x="476250" y="504825"/>
                </a:lnTo>
                <a:lnTo>
                  <a:pt x="476250" y="485775"/>
                </a:lnTo>
                <a:lnTo>
                  <a:pt x="457200" y="485775"/>
                </a:lnTo>
                <a:close/>
                <a:moveTo>
                  <a:pt x="457200" y="552450"/>
                </a:moveTo>
                <a:lnTo>
                  <a:pt x="466725" y="552450"/>
                </a:lnTo>
                <a:lnTo>
                  <a:pt x="466725" y="561975"/>
                </a:lnTo>
                <a:lnTo>
                  <a:pt x="457200" y="561975"/>
                </a:lnTo>
                <a:close/>
                <a:moveTo>
                  <a:pt x="447675" y="561975"/>
                </a:moveTo>
                <a:lnTo>
                  <a:pt x="457200" y="561975"/>
                </a:lnTo>
                <a:lnTo>
                  <a:pt x="457200" y="571500"/>
                </a:lnTo>
                <a:lnTo>
                  <a:pt x="447675" y="571500"/>
                </a:lnTo>
                <a:close/>
                <a:moveTo>
                  <a:pt x="466725" y="561975"/>
                </a:moveTo>
                <a:lnTo>
                  <a:pt x="476250" y="561975"/>
                </a:lnTo>
                <a:lnTo>
                  <a:pt x="476250" y="571500"/>
                </a:lnTo>
                <a:lnTo>
                  <a:pt x="466725" y="571500"/>
                </a:lnTo>
                <a:close/>
                <a:moveTo>
                  <a:pt x="171450" y="590550"/>
                </a:moveTo>
                <a:lnTo>
                  <a:pt x="180975" y="590550"/>
                </a:lnTo>
                <a:lnTo>
                  <a:pt x="180975" y="600075"/>
                </a:lnTo>
                <a:lnTo>
                  <a:pt x="171450" y="600075"/>
                </a:lnTo>
                <a:close/>
                <a:moveTo>
                  <a:pt x="495300" y="590550"/>
                </a:moveTo>
                <a:lnTo>
                  <a:pt x="504825" y="590550"/>
                </a:lnTo>
                <a:lnTo>
                  <a:pt x="504825" y="600075"/>
                </a:lnTo>
                <a:lnTo>
                  <a:pt x="514350" y="600075"/>
                </a:lnTo>
                <a:lnTo>
                  <a:pt x="514350" y="619125"/>
                </a:lnTo>
                <a:lnTo>
                  <a:pt x="495300" y="619125"/>
                </a:lnTo>
                <a:lnTo>
                  <a:pt x="495300" y="609600"/>
                </a:lnTo>
                <a:lnTo>
                  <a:pt x="485775" y="609600"/>
                </a:lnTo>
                <a:lnTo>
                  <a:pt x="485775" y="600075"/>
                </a:lnTo>
                <a:lnTo>
                  <a:pt x="495300" y="600075"/>
                </a:lnTo>
                <a:close/>
                <a:moveTo>
                  <a:pt x="447675" y="600075"/>
                </a:moveTo>
                <a:lnTo>
                  <a:pt x="457200" y="600075"/>
                </a:lnTo>
                <a:lnTo>
                  <a:pt x="457200" y="628650"/>
                </a:lnTo>
                <a:lnTo>
                  <a:pt x="447675" y="628650"/>
                </a:lnTo>
                <a:lnTo>
                  <a:pt x="447675" y="619125"/>
                </a:lnTo>
                <a:lnTo>
                  <a:pt x="438150" y="619125"/>
                </a:lnTo>
                <a:lnTo>
                  <a:pt x="438150" y="609600"/>
                </a:lnTo>
                <a:lnTo>
                  <a:pt x="447675" y="609600"/>
                </a:lnTo>
                <a:close/>
                <a:moveTo>
                  <a:pt x="19050" y="619125"/>
                </a:moveTo>
                <a:lnTo>
                  <a:pt x="28575" y="619125"/>
                </a:lnTo>
                <a:lnTo>
                  <a:pt x="28575" y="628650"/>
                </a:lnTo>
                <a:lnTo>
                  <a:pt x="19050" y="628650"/>
                </a:lnTo>
                <a:close/>
              </a:path>
            </a:pathLst>
          </a:custGeom>
          <a:solidFill xmlns:a="http://schemas.openxmlformats.org/drawingml/2006/main">
            <a:srgbClr val="F3EFE2"/>
          </a:solidFill>
          <a:ln xmlns:a="http://schemas.openxmlformats.org/drawingml/2006/main" w="0">
            <a:noFill/>
          </a:ln>
        </p:spPr>
      </p:sp>
      <p:sp>
        <p:nvSpPr>
          <p:cNvPr id="90" name="rocket vector #f2efe1">
            <a:extLst xmlns:a="http://schemas.openxmlformats.org/drawingml/2006/main">
              <a:ext uri="{FF2B5EF4-FFF2-40B4-BE49-F238E27FC236}">
                <a16:creationId xmlns:a16="http://schemas.microsoft.com/office/drawing/2014/main" id="{FAE1B49B-77ED-40C6-A8E6-2273D4A37AC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867775" y="1800225"/>
            <a:ext cx="752475" cy="742950"/>
          </a:xfrm>
          <a:custGeom xmlns:a="http://schemas.openxmlformats.org/drawingml/2006/main">
            <a:pathLst>
              <a:path w="638175" h="628650">
                <a:moveTo>
                  <a:pt x="190500" y="0"/>
                </a:moveTo>
                <a:lnTo>
                  <a:pt x="200025" y="0"/>
                </a:lnTo>
                <a:lnTo>
                  <a:pt x="200025" y="9525"/>
                </a:lnTo>
                <a:lnTo>
                  <a:pt x="190500" y="9525"/>
                </a:lnTo>
                <a:close/>
                <a:moveTo>
                  <a:pt x="209550" y="0"/>
                </a:moveTo>
                <a:lnTo>
                  <a:pt x="238125" y="0"/>
                </a:lnTo>
                <a:lnTo>
                  <a:pt x="238125" y="9525"/>
                </a:lnTo>
                <a:lnTo>
                  <a:pt x="209550" y="9525"/>
                </a:lnTo>
                <a:close/>
                <a:moveTo>
                  <a:pt x="381000" y="0"/>
                </a:moveTo>
                <a:lnTo>
                  <a:pt x="419100" y="0"/>
                </a:lnTo>
                <a:lnTo>
                  <a:pt x="419100" y="9525"/>
                </a:lnTo>
                <a:lnTo>
                  <a:pt x="400050" y="9525"/>
                </a:lnTo>
                <a:lnTo>
                  <a:pt x="400050" y="19050"/>
                </a:lnTo>
                <a:lnTo>
                  <a:pt x="390525" y="19050"/>
                </a:lnTo>
                <a:lnTo>
                  <a:pt x="390525" y="28575"/>
                </a:lnTo>
                <a:lnTo>
                  <a:pt x="381000" y="28575"/>
                </a:lnTo>
                <a:lnTo>
                  <a:pt x="381000" y="38100"/>
                </a:lnTo>
                <a:lnTo>
                  <a:pt x="371475" y="38100"/>
                </a:lnTo>
                <a:lnTo>
                  <a:pt x="371475" y="28575"/>
                </a:lnTo>
                <a:lnTo>
                  <a:pt x="361950" y="28575"/>
                </a:lnTo>
                <a:lnTo>
                  <a:pt x="361950" y="19050"/>
                </a:lnTo>
                <a:lnTo>
                  <a:pt x="381000" y="19050"/>
                </a:lnTo>
                <a:close/>
                <a:moveTo>
                  <a:pt x="457200" y="0"/>
                </a:moveTo>
                <a:lnTo>
                  <a:pt x="485775" y="0"/>
                </a:lnTo>
                <a:lnTo>
                  <a:pt x="485775" y="9525"/>
                </a:lnTo>
                <a:lnTo>
                  <a:pt x="466725" y="9525"/>
                </a:lnTo>
                <a:lnTo>
                  <a:pt x="466725" y="19050"/>
                </a:lnTo>
                <a:lnTo>
                  <a:pt x="457200" y="19050"/>
                </a:lnTo>
                <a:lnTo>
                  <a:pt x="457200" y="28575"/>
                </a:lnTo>
                <a:lnTo>
                  <a:pt x="438150" y="28575"/>
                </a:lnTo>
                <a:lnTo>
                  <a:pt x="438150" y="9525"/>
                </a:lnTo>
                <a:lnTo>
                  <a:pt x="457200" y="9525"/>
                </a:lnTo>
                <a:close/>
                <a:moveTo>
                  <a:pt x="57150" y="9525"/>
                </a:moveTo>
                <a:lnTo>
                  <a:pt x="95250" y="9525"/>
                </a:lnTo>
                <a:lnTo>
                  <a:pt x="95250" y="28575"/>
                </a:lnTo>
                <a:lnTo>
                  <a:pt x="76200" y="28575"/>
                </a:lnTo>
                <a:lnTo>
                  <a:pt x="76200" y="38100"/>
                </a:lnTo>
                <a:lnTo>
                  <a:pt x="66675" y="38100"/>
                </a:lnTo>
                <a:lnTo>
                  <a:pt x="66675" y="28575"/>
                </a:lnTo>
                <a:lnTo>
                  <a:pt x="57150" y="28575"/>
                </a:lnTo>
                <a:close/>
                <a:moveTo>
                  <a:pt x="171450" y="9525"/>
                </a:moveTo>
                <a:lnTo>
                  <a:pt x="190500" y="9525"/>
                </a:lnTo>
                <a:lnTo>
                  <a:pt x="190500" y="19050"/>
                </a:lnTo>
                <a:lnTo>
                  <a:pt x="171450" y="19050"/>
                </a:lnTo>
                <a:close/>
                <a:moveTo>
                  <a:pt x="200025" y="9525"/>
                </a:moveTo>
                <a:lnTo>
                  <a:pt x="209550" y="9525"/>
                </a:lnTo>
                <a:lnTo>
                  <a:pt x="209550" y="19050"/>
                </a:lnTo>
                <a:lnTo>
                  <a:pt x="200025" y="19050"/>
                </a:lnTo>
                <a:close/>
                <a:moveTo>
                  <a:pt x="314325" y="9525"/>
                </a:moveTo>
                <a:lnTo>
                  <a:pt x="323850" y="9525"/>
                </a:lnTo>
                <a:lnTo>
                  <a:pt x="323850" y="28575"/>
                </a:lnTo>
                <a:lnTo>
                  <a:pt x="352425" y="28575"/>
                </a:lnTo>
                <a:lnTo>
                  <a:pt x="352425" y="38100"/>
                </a:lnTo>
                <a:lnTo>
                  <a:pt x="342900" y="38100"/>
                </a:lnTo>
                <a:lnTo>
                  <a:pt x="342900" y="57150"/>
                </a:lnTo>
                <a:lnTo>
                  <a:pt x="323850" y="57150"/>
                </a:lnTo>
                <a:lnTo>
                  <a:pt x="323850" y="66675"/>
                </a:lnTo>
                <a:lnTo>
                  <a:pt x="314325" y="66675"/>
                </a:lnTo>
                <a:lnTo>
                  <a:pt x="314325" y="47625"/>
                </a:lnTo>
                <a:lnTo>
                  <a:pt x="304800" y="47625"/>
                </a:lnTo>
                <a:lnTo>
                  <a:pt x="304800" y="38100"/>
                </a:lnTo>
                <a:lnTo>
                  <a:pt x="285750" y="38100"/>
                </a:lnTo>
                <a:lnTo>
                  <a:pt x="285750" y="28575"/>
                </a:lnTo>
                <a:lnTo>
                  <a:pt x="295275" y="28575"/>
                </a:lnTo>
                <a:lnTo>
                  <a:pt x="295275" y="19050"/>
                </a:lnTo>
                <a:lnTo>
                  <a:pt x="314325" y="19050"/>
                </a:lnTo>
                <a:close/>
                <a:moveTo>
                  <a:pt x="228600" y="19050"/>
                </a:moveTo>
                <a:lnTo>
                  <a:pt x="238125" y="19050"/>
                </a:lnTo>
                <a:lnTo>
                  <a:pt x="238125" y="38100"/>
                </a:lnTo>
                <a:lnTo>
                  <a:pt x="247650" y="38100"/>
                </a:lnTo>
                <a:lnTo>
                  <a:pt x="247650" y="47625"/>
                </a:lnTo>
                <a:lnTo>
                  <a:pt x="238125" y="47625"/>
                </a:lnTo>
                <a:lnTo>
                  <a:pt x="238125" y="66675"/>
                </a:lnTo>
                <a:lnTo>
                  <a:pt x="228600" y="66675"/>
                </a:lnTo>
                <a:lnTo>
                  <a:pt x="228600" y="57150"/>
                </a:lnTo>
                <a:lnTo>
                  <a:pt x="219075" y="57150"/>
                </a:lnTo>
                <a:lnTo>
                  <a:pt x="219075" y="38100"/>
                </a:lnTo>
                <a:lnTo>
                  <a:pt x="228600" y="38100"/>
                </a:lnTo>
                <a:close/>
                <a:moveTo>
                  <a:pt x="628650" y="28575"/>
                </a:moveTo>
                <a:lnTo>
                  <a:pt x="638175" y="28575"/>
                </a:lnTo>
                <a:lnTo>
                  <a:pt x="638175" y="57150"/>
                </a:lnTo>
                <a:lnTo>
                  <a:pt x="619125" y="57150"/>
                </a:lnTo>
                <a:lnTo>
                  <a:pt x="619125" y="66675"/>
                </a:lnTo>
                <a:lnTo>
                  <a:pt x="609600" y="66675"/>
                </a:lnTo>
                <a:lnTo>
                  <a:pt x="609600" y="47625"/>
                </a:lnTo>
                <a:lnTo>
                  <a:pt x="628650" y="47625"/>
                </a:lnTo>
                <a:close/>
                <a:moveTo>
                  <a:pt x="161925" y="38100"/>
                </a:moveTo>
                <a:lnTo>
                  <a:pt x="171450" y="38100"/>
                </a:lnTo>
                <a:lnTo>
                  <a:pt x="171450" y="47625"/>
                </a:lnTo>
                <a:lnTo>
                  <a:pt x="161925" y="47625"/>
                </a:lnTo>
                <a:close/>
                <a:moveTo>
                  <a:pt x="152400" y="47625"/>
                </a:moveTo>
                <a:lnTo>
                  <a:pt x="161925" y="47625"/>
                </a:lnTo>
                <a:lnTo>
                  <a:pt x="161925" y="66675"/>
                </a:lnTo>
                <a:lnTo>
                  <a:pt x="171450" y="66675"/>
                </a:lnTo>
                <a:lnTo>
                  <a:pt x="171450" y="76200"/>
                </a:lnTo>
                <a:lnTo>
                  <a:pt x="161925" y="76200"/>
                </a:lnTo>
                <a:lnTo>
                  <a:pt x="161925" y="85725"/>
                </a:lnTo>
                <a:lnTo>
                  <a:pt x="152400" y="85725"/>
                </a:lnTo>
                <a:lnTo>
                  <a:pt x="152400" y="95250"/>
                </a:lnTo>
                <a:lnTo>
                  <a:pt x="133350" y="95250"/>
                </a:lnTo>
                <a:lnTo>
                  <a:pt x="133350" y="85725"/>
                </a:lnTo>
                <a:lnTo>
                  <a:pt x="142875" y="85725"/>
                </a:lnTo>
                <a:lnTo>
                  <a:pt x="142875" y="76200"/>
                </a:lnTo>
                <a:lnTo>
                  <a:pt x="152400" y="76200"/>
                </a:lnTo>
                <a:close/>
                <a:moveTo>
                  <a:pt x="314325" y="47625"/>
                </a:moveTo>
                <a:lnTo>
                  <a:pt x="323850" y="47625"/>
                </a:lnTo>
                <a:lnTo>
                  <a:pt x="323850" y="38100"/>
                </a:lnTo>
                <a:lnTo>
                  <a:pt x="314325" y="38100"/>
                </a:lnTo>
                <a:close/>
                <a:moveTo>
                  <a:pt x="95250" y="66675"/>
                </a:moveTo>
                <a:lnTo>
                  <a:pt x="114300" y="66675"/>
                </a:lnTo>
                <a:lnTo>
                  <a:pt x="114300" y="76200"/>
                </a:lnTo>
                <a:lnTo>
                  <a:pt x="123825" y="76200"/>
                </a:lnTo>
                <a:lnTo>
                  <a:pt x="123825" y="85725"/>
                </a:lnTo>
                <a:lnTo>
                  <a:pt x="114300" y="85725"/>
                </a:lnTo>
                <a:lnTo>
                  <a:pt x="114300" y="95250"/>
                </a:lnTo>
                <a:lnTo>
                  <a:pt x="104775" y="95250"/>
                </a:lnTo>
                <a:lnTo>
                  <a:pt x="104775" y="85725"/>
                </a:lnTo>
                <a:lnTo>
                  <a:pt x="95250" y="85725"/>
                </a:lnTo>
                <a:close/>
                <a:moveTo>
                  <a:pt x="114300" y="95250"/>
                </a:moveTo>
                <a:lnTo>
                  <a:pt x="123825" y="95250"/>
                </a:lnTo>
                <a:lnTo>
                  <a:pt x="123825" y="104775"/>
                </a:lnTo>
                <a:lnTo>
                  <a:pt x="133350" y="104775"/>
                </a:lnTo>
                <a:lnTo>
                  <a:pt x="133350" y="133350"/>
                </a:lnTo>
                <a:lnTo>
                  <a:pt x="114300" y="133350"/>
                </a:lnTo>
                <a:lnTo>
                  <a:pt x="114300" y="123825"/>
                </a:lnTo>
                <a:lnTo>
                  <a:pt x="104775" y="123825"/>
                </a:lnTo>
                <a:lnTo>
                  <a:pt x="104775" y="104775"/>
                </a:lnTo>
                <a:lnTo>
                  <a:pt x="114300" y="104775"/>
                </a:lnTo>
                <a:close/>
                <a:moveTo>
                  <a:pt x="161925" y="95250"/>
                </a:moveTo>
                <a:lnTo>
                  <a:pt x="180975" y="95250"/>
                </a:lnTo>
                <a:lnTo>
                  <a:pt x="180975" y="104775"/>
                </a:lnTo>
                <a:lnTo>
                  <a:pt x="171450" y="104775"/>
                </a:lnTo>
                <a:lnTo>
                  <a:pt x="171450" y="114300"/>
                </a:lnTo>
                <a:lnTo>
                  <a:pt x="161925" y="114300"/>
                </a:lnTo>
                <a:lnTo>
                  <a:pt x="161925" y="123825"/>
                </a:lnTo>
                <a:lnTo>
                  <a:pt x="152400" y="123825"/>
                </a:lnTo>
                <a:lnTo>
                  <a:pt x="152400" y="104775"/>
                </a:lnTo>
                <a:lnTo>
                  <a:pt x="161925" y="104775"/>
                </a:lnTo>
                <a:close/>
                <a:moveTo>
                  <a:pt x="142875" y="152400"/>
                </a:moveTo>
                <a:lnTo>
                  <a:pt x="161925" y="152400"/>
                </a:lnTo>
                <a:lnTo>
                  <a:pt x="161925" y="161925"/>
                </a:lnTo>
                <a:lnTo>
                  <a:pt x="152400" y="161925"/>
                </a:lnTo>
                <a:lnTo>
                  <a:pt x="152400" y="171450"/>
                </a:lnTo>
                <a:lnTo>
                  <a:pt x="133350" y="171450"/>
                </a:lnTo>
                <a:lnTo>
                  <a:pt x="133350" y="180975"/>
                </a:lnTo>
                <a:lnTo>
                  <a:pt x="95250" y="180975"/>
                </a:lnTo>
                <a:lnTo>
                  <a:pt x="95250" y="190500"/>
                </a:lnTo>
                <a:lnTo>
                  <a:pt x="85725" y="190500"/>
                </a:lnTo>
                <a:lnTo>
                  <a:pt x="85725" y="171450"/>
                </a:lnTo>
                <a:lnTo>
                  <a:pt x="95250" y="171450"/>
                </a:lnTo>
                <a:lnTo>
                  <a:pt x="95250" y="161925"/>
                </a:lnTo>
                <a:lnTo>
                  <a:pt x="104775" y="161925"/>
                </a:lnTo>
                <a:lnTo>
                  <a:pt x="104775" y="171450"/>
                </a:lnTo>
                <a:lnTo>
                  <a:pt x="114300" y="171450"/>
                </a:lnTo>
                <a:lnTo>
                  <a:pt x="114300" y="161925"/>
                </a:lnTo>
                <a:lnTo>
                  <a:pt x="142875" y="161925"/>
                </a:lnTo>
                <a:close/>
                <a:moveTo>
                  <a:pt x="219075" y="161925"/>
                </a:moveTo>
                <a:lnTo>
                  <a:pt x="228600" y="161925"/>
                </a:lnTo>
                <a:lnTo>
                  <a:pt x="228600" y="171450"/>
                </a:lnTo>
                <a:lnTo>
                  <a:pt x="219075" y="171450"/>
                </a:lnTo>
                <a:close/>
                <a:moveTo>
                  <a:pt x="590550" y="238125"/>
                </a:moveTo>
                <a:lnTo>
                  <a:pt x="600075" y="238125"/>
                </a:lnTo>
                <a:lnTo>
                  <a:pt x="600075" y="247650"/>
                </a:lnTo>
                <a:lnTo>
                  <a:pt x="590550" y="247650"/>
                </a:lnTo>
                <a:close/>
                <a:moveTo>
                  <a:pt x="0" y="295275"/>
                </a:moveTo>
                <a:lnTo>
                  <a:pt x="9525" y="295275"/>
                </a:lnTo>
                <a:lnTo>
                  <a:pt x="9525" y="304800"/>
                </a:lnTo>
                <a:lnTo>
                  <a:pt x="0" y="304800"/>
                </a:lnTo>
                <a:close/>
                <a:moveTo>
                  <a:pt x="523875" y="342900"/>
                </a:moveTo>
                <a:lnTo>
                  <a:pt x="533400" y="342900"/>
                </a:lnTo>
                <a:lnTo>
                  <a:pt x="533400" y="381000"/>
                </a:lnTo>
                <a:lnTo>
                  <a:pt x="495300" y="381000"/>
                </a:lnTo>
                <a:lnTo>
                  <a:pt x="495300" y="371475"/>
                </a:lnTo>
                <a:lnTo>
                  <a:pt x="504825" y="371475"/>
                </a:lnTo>
                <a:lnTo>
                  <a:pt x="504825" y="361950"/>
                </a:lnTo>
                <a:lnTo>
                  <a:pt x="514350" y="361950"/>
                </a:lnTo>
                <a:lnTo>
                  <a:pt x="514350" y="352425"/>
                </a:lnTo>
                <a:lnTo>
                  <a:pt x="523875" y="352425"/>
                </a:lnTo>
                <a:close/>
                <a:moveTo>
                  <a:pt x="628650" y="371475"/>
                </a:moveTo>
                <a:lnTo>
                  <a:pt x="638175" y="371475"/>
                </a:lnTo>
                <a:lnTo>
                  <a:pt x="638175" y="419100"/>
                </a:lnTo>
                <a:lnTo>
                  <a:pt x="619125" y="419100"/>
                </a:lnTo>
                <a:lnTo>
                  <a:pt x="619125" y="409575"/>
                </a:lnTo>
                <a:lnTo>
                  <a:pt x="628650" y="409575"/>
                </a:lnTo>
                <a:close/>
                <a:moveTo>
                  <a:pt x="533400" y="552450"/>
                </a:moveTo>
                <a:lnTo>
                  <a:pt x="552450" y="552450"/>
                </a:lnTo>
                <a:lnTo>
                  <a:pt x="552450" y="561975"/>
                </a:lnTo>
                <a:lnTo>
                  <a:pt x="533400" y="561975"/>
                </a:lnTo>
                <a:close/>
                <a:moveTo>
                  <a:pt x="200025" y="581025"/>
                </a:moveTo>
                <a:lnTo>
                  <a:pt x="209550" y="581025"/>
                </a:lnTo>
                <a:lnTo>
                  <a:pt x="209550" y="600075"/>
                </a:lnTo>
                <a:lnTo>
                  <a:pt x="200025" y="600075"/>
                </a:lnTo>
                <a:close/>
                <a:moveTo>
                  <a:pt x="485775" y="609600"/>
                </a:moveTo>
                <a:lnTo>
                  <a:pt x="495300" y="609600"/>
                </a:lnTo>
                <a:lnTo>
                  <a:pt x="495300" y="619125"/>
                </a:lnTo>
                <a:lnTo>
                  <a:pt x="485775" y="619125"/>
                </a:lnTo>
                <a:close/>
                <a:moveTo>
                  <a:pt x="495300" y="619125"/>
                </a:moveTo>
                <a:lnTo>
                  <a:pt x="514350" y="619125"/>
                </a:lnTo>
                <a:lnTo>
                  <a:pt x="514350" y="628650"/>
                </a:lnTo>
                <a:lnTo>
                  <a:pt x="495300" y="628650"/>
                </a:lnTo>
                <a:close/>
              </a:path>
            </a:pathLst>
          </a:custGeom>
          <a:solidFill xmlns:a="http://schemas.openxmlformats.org/drawingml/2006/main">
            <a:srgbClr val="F2EFE1"/>
          </a:solidFill>
          <a:ln xmlns:a="http://schemas.openxmlformats.org/drawingml/2006/main" w="0">
            <a:noFill/>
          </a:ln>
        </p:spPr>
      </p:sp>
      <p:sp>
        <p:nvSpPr>
          <p:cNvPr id="91" name="rocket vector #f2efde">
            <a:extLst xmlns:a="http://schemas.openxmlformats.org/drawingml/2006/main">
              <a:ext uri="{FF2B5EF4-FFF2-40B4-BE49-F238E27FC236}">
                <a16:creationId xmlns:a16="http://schemas.microsoft.com/office/drawing/2014/main" id="{714F82C2-831A-4353-8B4B-2C4BEF16FCB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867775" y="1800225"/>
            <a:ext cx="752475" cy="742950"/>
          </a:xfrm>
          <a:custGeom xmlns:a="http://schemas.openxmlformats.org/drawingml/2006/main">
            <a:pathLst>
              <a:path w="638175" h="628650">
                <a:moveTo>
                  <a:pt x="0" y="0"/>
                </a:moveTo>
                <a:lnTo>
                  <a:pt x="190500" y="0"/>
                </a:lnTo>
                <a:lnTo>
                  <a:pt x="190500" y="9525"/>
                </a:lnTo>
                <a:lnTo>
                  <a:pt x="171450" y="9525"/>
                </a:lnTo>
                <a:lnTo>
                  <a:pt x="171450" y="38100"/>
                </a:lnTo>
                <a:lnTo>
                  <a:pt x="161925" y="38100"/>
                </a:lnTo>
                <a:lnTo>
                  <a:pt x="161925" y="47625"/>
                </a:lnTo>
                <a:lnTo>
                  <a:pt x="152400" y="47625"/>
                </a:lnTo>
                <a:lnTo>
                  <a:pt x="152400" y="66675"/>
                </a:lnTo>
                <a:lnTo>
                  <a:pt x="142875" y="66675"/>
                </a:lnTo>
                <a:lnTo>
                  <a:pt x="142875" y="76200"/>
                </a:lnTo>
                <a:lnTo>
                  <a:pt x="114300" y="76200"/>
                </a:lnTo>
                <a:lnTo>
                  <a:pt x="114300" y="66675"/>
                </a:lnTo>
                <a:lnTo>
                  <a:pt x="104775" y="66675"/>
                </a:lnTo>
                <a:lnTo>
                  <a:pt x="104775" y="57150"/>
                </a:lnTo>
                <a:lnTo>
                  <a:pt x="114300" y="57150"/>
                </a:lnTo>
                <a:lnTo>
                  <a:pt x="114300" y="28575"/>
                </a:lnTo>
                <a:lnTo>
                  <a:pt x="104775" y="28575"/>
                </a:lnTo>
                <a:lnTo>
                  <a:pt x="104775" y="19050"/>
                </a:lnTo>
                <a:lnTo>
                  <a:pt x="95250" y="19050"/>
                </a:lnTo>
                <a:lnTo>
                  <a:pt x="95250" y="9525"/>
                </a:lnTo>
                <a:lnTo>
                  <a:pt x="57150" y="9525"/>
                </a:lnTo>
                <a:lnTo>
                  <a:pt x="57150" y="19050"/>
                </a:lnTo>
                <a:lnTo>
                  <a:pt x="9525" y="19050"/>
                </a:lnTo>
                <a:lnTo>
                  <a:pt x="9525" y="28575"/>
                </a:lnTo>
                <a:lnTo>
                  <a:pt x="0" y="28575"/>
                </a:lnTo>
                <a:close/>
                <a:moveTo>
                  <a:pt x="200025" y="0"/>
                </a:moveTo>
                <a:lnTo>
                  <a:pt x="209550" y="0"/>
                </a:lnTo>
                <a:lnTo>
                  <a:pt x="209550" y="9525"/>
                </a:lnTo>
                <a:lnTo>
                  <a:pt x="200025" y="9525"/>
                </a:lnTo>
                <a:close/>
                <a:moveTo>
                  <a:pt x="257175" y="0"/>
                </a:moveTo>
                <a:lnTo>
                  <a:pt x="304800" y="0"/>
                </a:lnTo>
                <a:lnTo>
                  <a:pt x="304800" y="9525"/>
                </a:lnTo>
                <a:lnTo>
                  <a:pt x="295275" y="9525"/>
                </a:lnTo>
                <a:lnTo>
                  <a:pt x="295275" y="19050"/>
                </a:lnTo>
                <a:lnTo>
                  <a:pt x="285750" y="19050"/>
                </a:lnTo>
                <a:lnTo>
                  <a:pt x="285750" y="38100"/>
                </a:lnTo>
                <a:lnTo>
                  <a:pt x="304800" y="38100"/>
                </a:lnTo>
                <a:lnTo>
                  <a:pt x="304800" y="47625"/>
                </a:lnTo>
                <a:lnTo>
                  <a:pt x="314325" y="47625"/>
                </a:lnTo>
                <a:lnTo>
                  <a:pt x="314325" y="66675"/>
                </a:lnTo>
                <a:lnTo>
                  <a:pt x="266700" y="66675"/>
                </a:lnTo>
                <a:lnTo>
                  <a:pt x="266700" y="57150"/>
                </a:lnTo>
                <a:lnTo>
                  <a:pt x="257175" y="57150"/>
                </a:lnTo>
                <a:lnTo>
                  <a:pt x="257175" y="47625"/>
                </a:lnTo>
                <a:lnTo>
                  <a:pt x="247650" y="47625"/>
                </a:lnTo>
                <a:lnTo>
                  <a:pt x="247650" y="38100"/>
                </a:lnTo>
                <a:lnTo>
                  <a:pt x="238125" y="38100"/>
                </a:lnTo>
                <a:lnTo>
                  <a:pt x="238125" y="9525"/>
                </a:lnTo>
                <a:lnTo>
                  <a:pt x="257175" y="9525"/>
                </a:lnTo>
                <a:close/>
                <a:moveTo>
                  <a:pt x="533400" y="0"/>
                </a:moveTo>
                <a:lnTo>
                  <a:pt x="542925" y="0"/>
                </a:lnTo>
                <a:lnTo>
                  <a:pt x="542925" y="9525"/>
                </a:lnTo>
                <a:lnTo>
                  <a:pt x="533400" y="9525"/>
                </a:lnTo>
                <a:close/>
                <a:moveTo>
                  <a:pt x="571500" y="0"/>
                </a:moveTo>
                <a:lnTo>
                  <a:pt x="609600" y="0"/>
                </a:lnTo>
                <a:lnTo>
                  <a:pt x="609600" y="9525"/>
                </a:lnTo>
                <a:lnTo>
                  <a:pt x="600075" y="9525"/>
                </a:lnTo>
                <a:lnTo>
                  <a:pt x="600075" y="19050"/>
                </a:lnTo>
                <a:lnTo>
                  <a:pt x="571500" y="19050"/>
                </a:lnTo>
                <a:close/>
                <a:moveTo>
                  <a:pt x="400050" y="9525"/>
                </a:moveTo>
                <a:lnTo>
                  <a:pt x="419100" y="9525"/>
                </a:lnTo>
                <a:lnTo>
                  <a:pt x="419100" y="19050"/>
                </a:lnTo>
                <a:lnTo>
                  <a:pt x="428625" y="19050"/>
                </a:lnTo>
                <a:lnTo>
                  <a:pt x="428625" y="28575"/>
                </a:lnTo>
                <a:lnTo>
                  <a:pt x="447675" y="28575"/>
                </a:lnTo>
                <a:lnTo>
                  <a:pt x="447675" y="38100"/>
                </a:lnTo>
                <a:lnTo>
                  <a:pt x="438150" y="38100"/>
                </a:lnTo>
                <a:lnTo>
                  <a:pt x="438150" y="47625"/>
                </a:lnTo>
                <a:lnTo>
                  <a:pt x="390525" y="47625"/>
                </a:lnTo>
                <a:lnTo>
                  <a:pt x="390525" y="57150"/>
                </a:lnTo>
                <a:lnTo>
                  <a:pt x="371475" y="57150"/>
                </a:lnTo>
                <a:lnTo>
                  <a:pt x="371475" y="66675"/>
                </a:lnTo>
                <a:lnTo>
                  <a:pt x="352425" y="66675"/>
                </a:lnTo>
                <a:lnTo>
                  <a:pt x="352425" y="76200"/>
                </a:lnTo>
                <a:lnTo>
                  <a:pt x="342900" y="76200"/>
                </a:lnTo>
                <a:lnTo>
                  <a:pt x="342900" y="38100"/>
                </a:lnTo>
                <a:lnTo>
                  <a:pt x="381000" y="38100"/>
                </a:lnTo>
                <a:lnTo>
                  <a:pt x="381000" y="28575"/>
                </a:lnTo>
                <a:lnTo>
                  <a:pt x="390525" y="28575"/>
                </a:lnTo>
                <a:lnTo>
                  <a:pt x="390525" y="19050"/>
                </a:lnTo>
                <a:lnTo>
                  <a:pt x="400050" y="19050"/>
                </a:lnTo>
                <a:close/>
                <a:moveTo>
                  <a:pt x="247650" y="76200"/>
                </a:moveTo>
                <a:lnTo>
                  <a:pt x="257175" y="76200"/>
                </a:lnTo>
                <a:lnTo>
                  <a:pt x="257175" y="85725"/>
                </a:lnTo>
                <a:lnTo>
                  <a:pt x="247650" y="85725"/>
                </a:lnTo>
                <a:close/>
                <a:moveTo>
                  <a:pt x="152400" y="85725"/>
                </a:moveTo>
                <a:lnTo>
                  <a:pt x="161925" y="85725"/>
                </a:lnTo>
                <a:lnTo>
                  <a:pt x="161925" y="104775"/>
                </a:lnTo>
                <a:lnTo>
                  <a:pt x="152400" y="104775"/>
                </a:lnTo>
                <a:lnTo>
                  <a:pt x="152400" y="133350"/>
                </a:lnTo>
                <a:lnTo>
                  <a:pt x="161925" y="133350"/>
                </a:lnTo>
                <a:lnTo>
                  <a:pt x="161925" y="152400"/>
                </a:lnTo>
                <a:lnTo>
                  <a:pt x="133350" y="152400"/>
                </a:lnTo>
                <a:lnTo>
                  <a:pt x="133350" y="142875"/>
                </a:lnTo>
                <a:lnTo>
                  <a:pt x="123825" y="142875"/>
                </a:lnTo>
                <a:lnTo>
                  <a:pt x="123825" y="133350"/>
                </a:lnTo>
                <a:lnTo>
                  <a:pt x="133350" y="133350"/>
                </a:lnTo>
                <a:lnTo>
                  <a:pt x="133350" y="95250"/>
                </a:lnTo>
                <a:lnTo>
                  <a:pt x="152400" y="95250"/>
                </a:lnTo>
                <a:close/>
                <a:moveTo>
                  <a:pt x="133350" y="171450"/>
                </a:moveTo>
                <a:lnTo>
                  <a:pt x="142875" y="171450"/>
                </a:lnTo>
                <a:lnTo>
                  <a:pt x="142875" y="190500"/>
                </a:lnTo>
                <a:lnTo>
                  <a:pt x="133350" y="190500"/>
                </a:lnTo>
                <a:lnTo>
                  <a:pt x="133350" y="200025"/>
                </a:lnTo>
                <a:lnTo>
                  <a:pt x="104775" y="200025"/>
                </a:lnTo>
                <a:lnTo>
                  <a:pt x="104775" y="190500"/>
                </a:lnTo>
                <a:lnTo>
                  <a:pt x="114300" y="190500"/>
                </a:lnTo>
                <a:lnTo>
                  <a:pt x="114300" y="180975"/>
                </a:lnTo>
                <a:lnTo>
                  <a:pt x="133350" y="180975"/>
                </a:lnTo>
                <a:close/>
                <a:moveTo>
                  <a:pt x="209550" y="171450"/>
                </a:moveTo>
                <a:lnTo>
                  <a:pt x="219075" y="171450"/>
                </a:lnTo>
                <a:lnTo>
                  <a:pt x="219075" y="180975"/>
                </a:lnTo>
                <a:lnTo>
                  <a:pt x="209550" y="180975"/>
                </a:lnTo>
                <a:close/>
                <a:moveTo>
                  <a:pt x="152400" y="447675"/>
                </a:moveTo>
                <a:lnTo>
                  <a:pt x="161925" y="447675"/>
                </a:lnTo>
                <a:lnTo>
                  <a:pt x="161925" y="457200"/>
                </a:lnTo>
                <a:lnTo>
                  <a:pt x="152400" y="457200"/>
                </a:lnTo>
                <a:close/>
                <a:moveTo>
                  <a:pt x="161925" y="457200"/>
                </a:moveTo>
                <a:lnTo>
                  <a:pt x="180975" y="457200"/>
                </a:lnTo>
                <a:lnTo>
                  <a:pt x="180975" y="466725"/>
                </a:lnTo>
                <a:lnTo>
                  <a:pt x="161925" y="466725"/>
                </a:lnTo>
                <a:close/>
                <a:moveTo>
                  <a:pt x="38100" y="476250"/>
                </a:moveTo>
                <a:lnTo>
                  <a:pt x="47625" y="476250"/>
                </a:lnTo>
                <a:lnTo>
                  <a:pt x="47625" y="485775"/>
                </a:lnTo>
                <a:lnTo>
                  <a:pt x="38100" y="485775"/>
                </a:lnTo>
                <a:close/>
                <a:moveTo>
                  <a:pt x="628650" y="600075"/>
                </a:moveTo>
                <a:lnTo>
                  <a:pt x="638175" y="600075"/>
                </a:lnTo>
                <a:lnTo>
                  <a:pt x="638175" y="628650"/>
                </a:lnTo>
                <a:lnTo>
                  <a:pt x="619125" y="628650"/>
                </a:lnTo>
                <a:lnTo>
                  <a:pt x="619125" y="619125"/>
                </a:lnTo>
                <a:lnTo>
                  <a:pt x="628650" y="619125"/>
                </a:lnTo>
                <a:close/>
              </a:path>
            </a:pathLst>
          </a:custGeom>
          <a:solidFill xmlns:a="http://schemas.openxmlformats.org/drawingml/2006/main">
            <a:srgbClr val="F2EFDE"/>
          </a:solidFill>
          <a:ln xmlns:a="http://schemas.openxmlformats.org/drawingml/2006/main" w="0">
            <a:noFill/>
          </a:ln>
        </p:spPr>
      </p:sp>
      <p:sp>
        <p:nvSpPr>
          <p:cNvPr id="92" name="rocket vector #f3eee2">
            <a:extLst xmlns:a="http://schemas.openxmlformats.org/drawingml/2006/main">
              <a:ext uri="{FF2B5EF4-FFF2-40B4-BE49-F238E27FC236}">
                <a16:creationId xmlns:a16="http://schemas.microsoft.com/office/drawing/2014/main" id="{875289E2-721E-4DA7-BC8C-AA50E861531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867775" y="1800225"/>
            <a:ext cx="752475" cy="742950"/>
          </a:xfrm>
          <a:custGeom xmlns:a="http://schemas.openxmlformats.org/drawingml/2006/main">
            <a:pathLst>
              <a:path w="638175" h="628650">
                <a:moveTo>
                  <a:pt x="628650" y="9525"/>
                </a:moveTo>
                <a:lnTo>
                  <a:pt x="638175" y="9525"/>
                </a:lnTo>
                <a:lnTo>
                  <a:pt x="638175" y="28575"/>
                </a:lnTo>
                <a:lnTo>
                  <a:pt x="619125" y="28575"/>
                </a:lnTo>
                <a:lnTo>
                  <a:pt x="619125" y="19050"/>
                </a:lnTo>
                <a:lnTo>
                  <a:pt x="628650" y="19050"/>
                </a:lnTo>
                <a:close/>
                <a:moveTo>
                  <a:pt x="76200" y="28575"/>
                </a:moveTo>
                <a:lnTo>
                  <a:pt x="104775" y="28575"/>
                </a:lnTo>
                <a:lnTo>
                  <a:pt x="104775" y="57150"/>
                </a:lnTo>
                <a:lnTo>
                  <a:pt x="95250" y="57150"/>
                </a:lnTo>
                <a:lnTo>
                  <a:pt x="95250" y="47625"/>
                </a:lnTo>
                <a:lnTo>
                  <a:pt x="85725" y="47625"/>
                </a:lnTo>
                <a:lnTo>
                  <a:pt x="85725" y="38100"/>
                </a:lnTo>
                <a:lnTo>
                  <a:pt x="76200" y="38100"/>
                </a:lnTo>
                <a:close/>
                <a:moveTo>
                  <a:pt x="219075" y="57150"/>
                </a:moveTo>
                <a:lnTo>
                  <a:pt x="228600" y="57150"/>
                </a:lnTo>
                <a:lnTo>
                  <a:pt x="228600" y="76200"/>
                </a:lnTo>
                <a:lnTo>
                  <a:pt x="209550" y="76200"/>
                </a:lnTo>
                <a:lnTo>
                  <a:pt x="209550" y="85725"/>
                </a:lnTo>
                <a:lnTo>
                  <a:pt x="190500" y="85725"/>
                </a:lnTo>
                <a:lnTo>
                  <a:pt x="190500" y="95250"/>
                </a:lnTo>
                <a:lnTo>
                  <a:pt x="200025" y="95250"/>
                </a:lnTo>
                <a:lnTo>
                  <a:pt x="200025" y="104775"/>
                </a:lnTo>
                <a:lnTo>
                  <a:pt x="180975" y="104775"/>
                </a:lnTo>
                <a:lnTo>
                  <a:pt x="180975" y="95250"/>
                </a:lnTo>
                <a:lnTo>
                  <a:pt x="171450" y="95250"/>
                </a:lnTo>
                <a:lnTo>
                  <a:pt x="171450" y="66675"/>
                </a:lnTo>
                <a:lnTo>
                  <a:pt x="219075" y="66675"/>
                </a:lnTo>
                <a:close/>
                <a:moveTo>
                  <a:pt x="619125" y="57150"/>
                </a:moveTo>
                <a:lnTo>
                  <a:pt x="638175" y="57150"/>
                </a:lnTo>
                <a:lnTo>
                  <a:pt x="638175" y="85725"/>
                </a:lnTo>
                <a:lnTo>
                  <a:pt x="628650" y="85725"/>
                </a:lnTo>
                <a:lnTo>
                  <a:pt x="628650" y="76200"/>
                </a:lnTo>
                <a:lnTo>
                  <a:pt x="609600" y="76200"/>
                </a:lnTo>
                <a:lnTo>
                  <a:pt x="609600" y="66675"/>
                </a:lnTo>
                <a:lnTo>
                  <a:pt x="619125" y="66675"/>
                </a:lnTo>
                <a:close/>
                <a:moveTo>
                  <a:pt x="57150" y="66675"/>
                </a:moveTo>
                <a:lnTo>
                  <a:pt x="85725" y="66675"/>
                </a:lnTo>
                <a:lnTo>
                  <a:pt x="85725" y="76200"/>
                </a:lnTo>
                <a:lnTo>
                  <a:pt x="95250" y="76200"/>
                </a:lnTo>
                <a:lnTo>
                  <a:pt x="95250" y="85725"/>
                </a:lnTo>
                <a:lnTo>
                  <a:pt x="104775" y="85725"/>
                </a:lnTo>
                <a:lnTo>
                  <a:pt x="104775" y="95250"/>
                </a:lnTo>
                <a:lnTo>
                  <a:pt x="114300" y="95250"/>
                </a:lnTo>
                <a:lnTo>
                  <a:pt x="114300" y="104775"/>
                </a:lnTo>
                <a:lnTo>
                  <a:pt x="104775" y="104775"/>
                </a:lnTo>
                <a:lnTo>
                  <a:pt x="104775" y="114300"/>
                </a:lnTo>
                <a:lnTo>
                  <a:pt x="57150" y="114300"/>
                </a:lnTo>
                <a:lnTo>
                  <a:pt x="57150" y="104775"/>
                </a:lnTo>
                <a:lnTo>
                  <a:pt x="66675" y="104775"/>
                </a:lnTo>
                <a:lnTo>
                  <a:pt x="66675" y="95250"/>
                </a:lnTo>
                <a:lnTo>
                  <a:pt x="76200" y="95250"/>
                </a:lnTo>
                <a:lnTo>
                  <a:pt x="76200" y="76200"/>
                </a:lnTo>
                <a:lnTo>
                  <a:pt x="57150" y="76200"/>
                </a:lnTo>
                <a:close/>
                <a:moveTo>
                  <a:pt x="619125" y="114300"/>
                </a:moveTo>
                <a:lnTo>
                  <a:pt x="628650" y="114300"/>
                </a:lnTo>
                <a:lnTo>
                  <a:pt x="628650" y="133350"/>
                </a:lnTo>
                <a:lnTo>
                  <a:pt x="638175" y="133350"/>
                </a:lnTo>
                <a:lnTo>
                  <a:pt x="638175" y="142875"/>
                </a:lnTo>
                <a:lnTo>
                  <a:pt x="628650" y="142875"/>
                </a:lnTo>
                <a:lnTo>
                  <a:pt x="628650" y="152400"/>
                </a:lnTo>
                <a:lnTo>
                  <a:pt x="609600" y="152400"/>
                </a:lnTo>
                <a:lnTo>
                  <a:pt x="609600" y="142875"/>
                </a:lnTo>
                <a:lnTo>
                  <a:pt x="619125" y="142875"/>
                </a:lnTo>
                <a:close/>
                <a:moveTo>
                  <a:pt x="85725" y="123825"/>
                </a:moveTo>
                <a:lnTo>
                  <a:pt x="95250" y="123825"/>
                </a:lnTo>
                <a:lnTo>
                  <a:pt x="95250" y="133350"/>
                </a:lnTo>
                <a:lnTo>
                  <a:pt x="85725" y="133350"/>
                </a:lnTo>
                <a:close/>
                <a:moveTo>
                  <a:pt x="85725" y="152400"/>
                </a:moveTo>
                <a:lnTo>
                  <a:pt x="114300" y="152400"/>
                </a:lnTo>
                <a:lnTo>
                  <a:pt x="114300" y="171450"/>
                </a:lnTo>
                <a:lnTo>
                  <a:pt x="104775" y="171450"/>
                </a:lnTo>
                <a:lnTo>
                  <a:pt x="104775" y="161925"/>
                </a:lnTo>
                <a:lnTo>
                  <a:pt x="85725" y="161925"/>
                </a:lnTo>
                <a:close/>
                <a:moveTo>
                  <a:pt x="209550" y="152400"/>
                </a:moveTo>
                <a:lnTo>
                  <a:pt x="228600" y="152400"/>
                </a:lnTo>
                <a:lnTo>
                  <a:pt x="228600" y="161925"/>
                </a:lnTo>
                <a:lnTo>
                  <a:pt x="209550" y="161925"/>
                </a:lnTo>
                <a:close/>
                <a:moveTo>
                  <a:pt x="76200" y="180975"/>
                </a:moveTo>
                <a:lnTo>
                  <a:pt x="85725" y="180975"/>
                </a:lnTo>
                <a:lnTo>
                  <a:pt x="85725" y="190500"/>
                </a:lnTo>
                <a:lnTo>
                  <a:pt x="76200" y="190500"/>
                </a:lnTo>
                <a:close/>
                <a:moveTo>
                  <a:pt x="609600" y="200025"/>
                </a:moveTo>
                <a:lnTo>
                  <a:pt x="619125" y="200025"/>
                </a:lnTo>
                <a:lnTo>
                  <a:pt x="619125" y="209550"/>
                </a:lnTo>
                <a:lnTo>
                  <a:pt x="609600" y="209550"/>
                </a:lnTo>
                <a:close/>
                <a:moveTo>
                  <a:pt x="628650" y="285750"/>
                </a:moveTo>
                <a:lnTo>
                  <a:pt x="638175" y="285750"/>
                </a:lnTo>
                <a:lnTo>
                  <a:pt x="638175" y="295275"/>
                </a:lnTo>
                <a:lnTo>
                  <a:pt x="628650" y="295275"/>
                </a:lnTo>
                <a:close/>
                <a:moveTo>
                  <a:pt x="561975" y="361950"/>
                </a:moveTo>
                <a:lnTo>
                  <a:pt x="581025" y="361950"/>
                </a:lnTo>
                <a:lnTo>
                  <a:pt x="581025" y="371475"/>
                </a:lnTo>
                <a:lnTo>
                  <a:pt x="590550" y="371475"/>
                </a:lnTo>
                <a:lnTo>
                  <a:pt x="590550" y="381000"/>
                </a:lnTo>
                <a:lnTo>
                  <a:pt x="581025" y="381000"/>
                </a:lnTo>
                <a:lnTo>
                  <a:pt x="581025" y="390525"/>
                </a:lnTo>
                <a:lnTo>
                  <a:pt x="590550" y="390525"/>
                </a:lnTo>
                <a:lnTo>
                  <a:pt x="590550" y="400050"/>
                </a:lnTo>
                <a:lnTo>
                  <a:pt x="561975" y="400050"/>
                </a:lnTo>
                <a:lnTo>
                  <a:pt x="561975" y="428625"/>
                </a:lnTo>
                <a:lnTo>
                  <a:pt x="552450" y="428625"/>
                </a:lnTo>
                <a:lnTo>
                  <a:pt x="552450" y="390525"/>
                </a:lnTo>
                <a:lnTo>
                  <a:pt x="561975" y="390525"/>
                </a:lnTo>
                <a:close/>
                <a:moveTo>
                  <a:pt x="504825" y="381000"/>
                </a:moveTo>
                <a:lnTo>
                  <a:pt x="533400" y="381000"/>
                </a:lnTo>
                <a:lnTo>
                  <a:pt x="533400" y="390525"/>
                </a:lnTo>
                <a:lnTo>
                  <a:pt x="523875" y="390525"/>
                </a:lnTo>
                <a:lnTo>
                  <a:pt x="523875" y="400050"/>
                </a:lnTo>
                <a:lnTo>
                  <a:pt x="514350" y="400050"/>
                </a:lnTo>
                <a:lnTo>
                  <a:pt x="514350" y="390525"/>
                </a:lnTo>
                <a:lnTo>
                  <a:pt x="504825" y="390525"/>
                </a:lnTo>
                <a:close/>
                <a:moveTo>
                  <a:pt x="619125" y="381000"/>
                </a:moveTo>
                <a:lnTo>
                  <a:pt x="628650" y="381000"/>
                </a:lnTo>
                <a:lnTo>
                  <a:pt x="628650" y="390525"/>
                </a:lnTo>
                <a:lnTo>
                  <a:pt x="619125" y="390525"/>
                </a:lnTo>
                <a:close/>
                <a:moveTo>
                  <a:pt x="609600" y="390525"/>
                </a:moveTo>
                <a:lnTo>
                  <a:pt x="619125" y="390525"/>
                </a:lnTo>
                <a:lnTo>
                  <a:pt x="619125" y="400050"/>
                </a:lnTo>
                <a:lnTo>
                  <a:pt x="609600" y="400050"/>
                </a:lnTo>
                <a:close/>
                <a:moveTo>
                  <a:pt x="590550" y="400050"/>
                </a:moveTo>
                <a:lnTo>
                  <a:pt x="609600" y="400050"/>
                </a:lnTo>
                <a:lnTo>
                  <a:pt x="609600" y="409575"/>
                </a:lnTo>
                <a:lnTo>
                  <a:pt x="590550" y="409575"/>
                </a:lnTo>
                <a:close/>
                <a:moveTo>
                  <a:pt x="523875" y="419100"/>
                </a:moveTo>
                <a:lnTo>
                  <a:pt x="533400" y="419100"/>
                </a:lnTo>
                <a:lnTo>
                  <a:pt x="533400" y="438150"/>
                </a:lnTo>
                <a:lnTo>
                  <a:pt x="552450" y="438150"/>
                </a:lnTo>
                <a:lnTo>
                  <a:pt x="552450" y="447675"/>
                </a:lnTo>
                <a:lnTo>
                  <a:pt x="542925" y="447675"/>
                </a:lnTo>
                <a:lnTo>
                  <a:pt x="542925" y="457200"/>
                </a:lnTo>
                <a:lnTo>
                  <a:pt x="523875" y="457200"/>
                </a:lnTo>
                <a:close/>
                <a:moveTo>
                  <a:pt x="581025" y="428625"/>
                </a:moveTo>
                <a:lnTo>
                  <a:pt x="600075" y="428625"/>
                </a:lnTo>
                <a:lnTo>
                  <a:pt x="600075" y="447675"/>
                </a:lnTo>
                <a:lnTo>
                  <a:pt x="590550" y="447675"/>
                </a:lnTo>
                <a:lnTo>
                  <a:pt x="590550" y="438150"/>
                </a:lnTo>
                <a:lnTo>
                  <a:pt x="581025" y="438150"/>
                </a:lnTo>
                <a:close/>
                <a:moveTo>
                  <a:pt x="628650" y="428625"/>
                </a:moveTo>
                <a:lnTo>
                  <a:pt x="638175" y="428625"/>
                </a:lnTo>
                <a:lnTo>
                  <a:pt x="638175" y="438150"/>
                </a:lnTo>
                <a:lnTo>
                  <a:pt x="628650" y="438150"/>
                </a:lnTo>
                <a:close/>
                <a:moveTo>
                  <a:pt x="476250" y="447675"/>
                </a:moveTo>
                <a:lnTo>
                  <a:pt x="485775" y="447675"/>
                </a:lnTo>
                <a:lnTo>
                  <a:pt x="485775" y="466725"/>
                </a:lnTo>
                <a:lnTo>
                  <a:pt x="476250" y="466725"/>
                </a:lnTo>
                <a:lnTo>
                  <a:pt x="476250" y="476250"/>
                </a:lnTo>
                <a:lnTo>
                  <a:pt x="466725" y="476250"/>
                </a:lnTo>
                <a:lnTo>
                  <a:pt x="466725" y="457200"/>
                </a:lnTo>
                <a:lnTo>
                  <a:pt x="476250" y="457200"/>
                </a:lnTo>
                <a:close/>
                <a:moveTo>
                  <a:pt x="533400" y="476250"/>
                </a:moveTo>
                <a:lnTo>
                  <a:pt x="542925" y="476250"/>
                </a:lnTo>
                <a:lnTo>
                  <a:pt x="542925" y="495300"/>
                </a:lnTo>
                <a:lnTo>
                  <a:pt x="533400" y="495300"/>
                </a:lnTo>
                <a:close/>
                <a:moveTo>
                  <a:pt x="447675" y="485775"/>
                </a:moveTo>
                <a:lnTo>
                  <a:pt x="476250" y="485775"/>
                </a:lnTo>
                <a:lnTo>
                  <a:pt x="476250" y="504825"/>
                </a:lnTo>
                <a:lnTo>
                  <a:pt x="514350" y="504825"/>
                </a:lnTo>
                <a:lnTo>
                  <a:pt x="514350" y="514350"/>
                </a:lnTo>
                <a:lnTo>
                  <a:pt x="504825" y="514350"/>
                </a:lnTo>
                <a:lnTo>
                  <a:pt x="504825" y="523875"/>
                </a:lnTo>
                <a:lnTo>
                  <a:pt x="485775" y="523875"/>
                </a:lnTo>
                <a:lnTo>
                  <a:pt x="485775" y="533400"/>
                </a:lnTo>
                <a:lnTo>
                  <a:pt x="476250" y="533400"/>
                </a:lnTo>
                <a:lnTo>
                  <a:pt x="476250" y="542925"/>
                </a:lnTo>
                <a:lnTo>
                  <a:pt x="495300" y="542925"/>
                </a:lnTo>
                <a:lnTo>
                  <a:pt x="495300" y="552450"/>
                </a:lnTo>
                <a:lnTo>
                  <a:pt x="504825" y="552450"/>
                </a:lnTo>
                <a:lnTo>
                  <a:pt x="504825" y="571500"/>
                </a:lnTo>
                <a:lnTo>
                  <a:pt x="495300" y="571500"/>
                </a:lnTo>
                <a:lnTo>
                  <a:pt x="495300" y="561975"/>
                </a:lnTo>
                <a:lnTo>
                  <a:pt x="466725" y="561975"/>
                </a:lnTo>
                <a:lnTo>
                  <a:pt x="466725" y="552450"/>
                </a:lnTo>
                <a:lnTo>
                  <a:pt x="457200" y="552450"/>
                </a:lnTo>
                <a:lnTo>
                  <a:pt x="457200" y="542925"/>
                </a:lnTo>
                <a:lnTo>
                  <a:pt x="447675" y="542925"/>
                </a:lnTo>
                <a:lnTo>
                  <a:pt x="447675" y="523875"/>
                </a:lnTo>
                <a:lnTo>
                  <a:pt x="457200" y="523875"/>
                </a:lnTo>
                <a:lnTo>
                  <a:pt x="457200" y="495300"/>
                </a:lnTo>
                <a:lnTo>
                  <a:pt x="447675" y="495300"/>
                </a:lnTo>
                <a:close/>
                <a:moveTo>
                  <a:pt x="552450" y="504825"/>
                </a:moveTo>
                <a:lnTo>
                  <a:pt x="571500" y="504825"/>
                </a:lnTo>
                <a:lnTo>
                  <a:pt x="571500" y="523875"/>
                </a:lnTo>
                <a:lnTo>
                  <a:pt x="552450" y="523875"/>
                </a:lnTo>
                <a:close/>
                <a:moveTo>
                  <a:pt x="419100" y="561975"/>
                </a:moveTo>
                <a:lnTo>
                  <a:pt x="447675" y="561975"/>
                </a:lnTo>
                <a:lnTo>
                  <a:pt x="447675" y="581025"/>
                </a:lnTo>
                <a:lnTo>
                  <a:pt x="457200" y="581025"/>
                </a:lnTo>
                <a:lnTo>
                  <a:pt x="457200" y="600075"/>
                </a:lnTo>
                <a:lnTo>
                  <a:pt x="447675" y="600075"/>
                </a:lnTo>
                <a:lnTo>
                  <a:pt x="447675" y="609600"/>
                </a:lnTo>
                <a:lnTo>
                  <a:pt x="438150" y="609600"/>
                </a:lnTo>
                <a:lnTo>
                  <a:pt x="438150" y="619125"/>
                </a:lnTo>
                <a:lnTo>
                  <a:pt x="390525" y="619125"/>
                </a:lnTo>
                <a:lnTo>
                  <a:pt x="390525" y="628650"/>
                </a:lnTo>
                <a:lnTo>
                  <a:pt x="352425" y="628650"/>
                </a:lnTo>
                <a:lnTo>
                  <a:pt x="352425" y="619125"/>
                </a:lnTo>
                <a:lnTo>
                  <a:pt x="361950" y="619125"/>
                </a:lnTo>
                <a:lnTo>
                  <a:pt x="361950" y="609600"/>
                </a:lnTo>
                <a:lnTo>
                  <a:pt x="371475" y="609600"/>
                </a:lnTo>
                <a:lnTo>
                  <a:pt x="371475" y="600075"/>
                </a:lnTo>
                <a:lnTo>
                  <a:pt x="381000" y="600075"/>
                </a:lnTo>
                <a:lnTo>
                  <a:pt x="381000" y="590550"/>
                </a:lnTo>
                <a:lnTo>
                  <a:pt x="390525" y="590550"/>
                </a:lnTo>
                <a:lnTo>
                  <a:pt x="390525" y="571500"/>
                </a:lnTo>
                <a:lnTo>
                  <a:pt x="419100" y="571500"/>
                </a:lnTo>
                <a:close/>
                <a:moveTo>
                  <a:pt x="533400" y="561975"/>
                </a:moveTo>
                <a:lnTo>
                  <a:pt x="552450" y="561975"/>
                </a:lnTo>
                <a:lnTo>
                  <a:pt x="552450" y="581025"/>
                </a:lnTo>
                <a:lnTo>
                  <a:pt x="533400" y="581025"/>
                </a:lnTo>
                <a:close/>
                <a:moveTo>
                  <a:pt x="190500" y="581025"/>
                </a:moveTo>
                <a:lnTo>
                  <a:pt x="200025" y="581025"/>
                </a:lnTo>
                <a:lnTo>
                  <a:pt x="200025" y="600075"/>
                </a:lnTo>
                <a:lnTo>
                  <a:pt x="190500" y="600075"/>
                </a:lnTo>
                <a:close/>
                <a:moveTo>
                  <a:pt x="495300" y="581025"/>
                </a:moveTo>
                <a:lnTo>
                  <a:pt x="504825" y="581025"/>
                </a:lnTo>
                <a:lnTo>
                  <a:pt x="504825" y="590550"/>
                </a:lnTo>
                <a:lnTo>
                  <a:pt x="495300" y="590550"/>
                </a:lnTo>
                <a:close/>
                <a:moveTo>
                  <a:pt x="504825" y="590550"/>
                </a:moveTo>
                <a:lnTo>
                  <a:pt x="523875" y="590550"/>
                </a:lnTo>
                <a:lnTo>
                  <a:pt x="523875" y="600075"/>
                </a:lnTo>
                <a:lnTo>
                  <a:pt x="504825" y="600075"/>
                </a:lnTo>
                <a:close/>
                <a:moveTo>
                  <a:pt x="457200" y="600075"/>
                </a:moveTo>
                <a:lnTo>
                  <a:pt x="476250" y="600075"/>
                </a:lnTo>
                <a:lnTo>
                  <a:pt x="476250" y="609600"/>
                </a:lnTo>
                <a:lnTo>
                  <a:pt x="466725" y="609600"/>
                </a:lnTo>
                <a:lnTo>
                  <a:pt x="466725" y="628650"/>
                </a:lnTo>
                <a:lnTo>
                  <a:pt x="457200" y="628650"/>
                </a:lnTo>
                <a:close/>
                <a:moveTo>
                  <a:pt x="476250" y="609600"/>
                </a:moveTo>
                <a:lnTo>
                  <a:pt x="485775" y="609600"/>
                </a:lnTo>
                <a:lnTo>
                  <a:pt x="485775" y="619125"/>
                </a:lnTo>
                <a:lnTo>
                  <a:pt x="476250" y="619125"/>
                </a:lnTo>
                <a:close/>
                <a:moveTo>
                  <a:pt x="485775" y="619125"/>
                </a:moveTo>
                <a:lnTo>
                  <a:pt x="495300" y="619125"/>
                </a:lnTo>
                <a:lnTo>
                  <a:pt x="495300" y="628650"/>
                </a:lnTo>
                <a:lnTo>
                  <a:pt x="485775" y="628650"/>
                </a:lnTo>
                <a:close/>
                <a:moveTo>
                  <a:pt x="514350" y="619125"/>
                </a:moveTo>
                <a:lnTo>
                  <a:pt x="533400" y="619125"/>
                </a:lnTo>
                <a:lnTo>
                  <a:pt x="533400" y="628650"/>
                </a:lnTo>
                <a:lnTo>
                  <a:pt x="514350" y="628650"/>
                </a:lnTo>
                <a:close/>
              </a:path>
            </a:pathLst>
          </a:custGeom>
          <a:solidFill xmlns:a="http://schemas.openxmlformats.org/drawingml/2006/main">
            <a:srgbClr val="F3EEE2"/>
          </a:solidFill>
          <a:ln xmlns:a="http://schemas.openxmlformats.org/drawingml/2006/main" w="0">
            <a:noFill/>
          </a:ln>
        </p:spPr>
      </p:sp>
      <p:sp>
        <p:nvSpPr>
          <p:cNvPr id="93" name="rocket vector #f3eee0">
            <a:extLst xmlns:a="http://schemas.openxmlformats.org/drawingml/2006/main">
              <a:ext uri="{FF2B5EF4-FFF2-40B4-BE49-F238E27FC236}">
                <a16:creationId xmlns:a16="http://schemas.microsoft.com/office/drawing/2014/main" id="{9BFCAF33-538D-436B-BCC4-8482420353FA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867775" y="1800225"/>
            <a:ext cx="752475" cy="742950"/>
          </a:xfrm>
          <a:custGeom xmlns:a="http://schemas.openxmlformats.org/drawingml/2006/main">
            <a:pathLst>
              <a:path w="638175" h="628650">
                <a:moveTo>
                  <a:pt x="238125" y="0"/>
                </a:moveTo>
                <a:lnTo>
                  <a:pt x="257175" y="0"/>
                </a:lnTo>
                <a:lnTo>
                  <a:pt x="257175" y="9525"/>
                </a:lnTo>
                <a:lnTo>
                  <a:pt x="238125" y="9525"/>
                </a:lnTo>
                <a:close/>
                <a:moveTo>
                  <a:pt x="304800" y="0"/>
                </a:moveTo>
                <a:lnTo>
                  <a:pt x="323850" y="0"/>
                </a:lnTo>
                <a:lnTo>
                  <a:pt x="323850" y="9525"/>
                </a:lnTo>
                <a:lnTo>
                  <a:pt x="314325" y="9525"/>
                </a:lnTo>
                <a:lnTo>
                  <a:pt x="314325" y="19050"/>
                </a:lnTo>
                <a:lnTo>
                  <a:pt x="295275" y="19050"/>
                </a:lnTo>
                <a:lnTo>
                  <a:pt x="295275" y="9525"/>
                </a:lnTo>
                <a:lnTo>
                  <a:pt x="304800" y="9525"/>
                </a:lnTo>
                <a:close/>
                <a:moveTo>
                  <a:pt x="219075" y="9525"/>
                </a:moveTo>
                <a:lnTo>
                  <a:pt x="238125" y="9525"/>
                </a:lnTo>
                <a:lnTo>
                  <a:pt x="238125" y="19050"/>
                </a:lnTo>
                <a:lnTo>
                  <a:pt x="219075" y="19050"/>
                </a:lnTo>
                <a:close/>
                <a:moveTo>
                  <a:pt x="466725" y="9525"/>
                </a:moveTo>
                <a:lnTo>
                  <a:pt x="476250" y="9525"/>
                </a:lnTo>
                <a:lnTo>
                  <a:pt x="476250" y="19050"/>
                </a:lnTo>
                <a:lnTo>
                  <a:pt x="466725" y="19050"/>
                </a:lnTo>
                <a:close/>
                <a:moveTo>
                  <a:pt x="600075" y="9525"/>
                </a:moveTo>
                <a:lnTo>
                  <a:pt x="609600" y="9525"/>
                </a:lnTo>
                <a:lnTo>
                  <a:pt x="609600" y="19050"/>
                </a:lnTo>
                <a:lnTo>
                  <a:pt x="619125" y="19050"/>
                </a:lnTo>
                <a:lnTo>
                  <a:pt x="619125" y="28575"/>
                </a:lnTo>
                <a:lnTo>
                  <a:pt x="600075" y="28575"/>
                </a:lnTo>
                <a:close/>
                <a:moveTo>
                  <a:pt x="9525" y="19050"/>
                </a:moveTo>
                <a:lnTo>
                  <a:pt x="47625" y="19050"/>
                </a:lnTo>
                <a:lnTo>
                  <a:pt x="47625" y="28575"/>
                </a:lnTo>
                <a:lnTo>
                  <a:pt x="9525" y="28575"/>
                </a:lnTo>
                <a:close/>
                <a:moveTo>
                  <a:pt x="95250" y="19050"/>
                </a:moveTo>
                <a:lnTo>
                  <a:pt x="104775" y="19050"/>
                </a:lnTo>
                <a:lnTo>
                  <a:pt x="104775" y="28575"/>
                </a:lnTo>
                <a:lnTo>
                  <a:pt x="95250" y="28575"/>
                </a:lnTo>
                <a:close/>
                <a:moveTo>
                  <a:pt x="171450" y="19050"/>
                </a:moveTo>
                <a:lnTo>
                  <a:pt x="180975" y="19050"/>
                </a:lnTo>
                <a:lnTo>
                  <a:pt x="180975" y="28575"/>
                </a:lnTo>
                <a:lnTo>
                  <a:pt x="171450" y="28575"/>
                </a:lnTo>
                <a:close/>
                <a:moveTo>
                  <a:pt x="104775" y="28575"/>
                </a:moveTo>
                <a:lnTo>
                  <a:pt x="114300" y="28575"/>
                </a:lnTo>
                <a:lnTo>
                  <a:pt x="114300" y="57150"/>
                </a:lnTo>
                <a:lnTo>
                  <a:pt x="104775" y="57150"/>
                </a:lnTo>
                <a:close/>
                <a:moveTo>
                  <a:pt x="219075" y="28575"/>
                </a:moveTo>
                <a:lnTo>
                  <a:pt x="228600" y="28575"/>
                </a:lnTo>
                <a:lnTo>
                  <a:pt x="228600" y="38100"/>
                </a:lnTo>
                <a:lnTo>
                  <a:pt x="219075" y="38100"/>
                </a:lnTo>
                <a:close/>
                <a:moveTo>
                  <a:pt x="238125" y="47625"/>
                </a:moveTo>
                <a:lnTo>
                  <a:pt x="247650" y="47625"/>
                </a:lnTo>
                <a:lnTo>
                  <a:pt x="247650" y="66675"/>
                </a:lnTo>
                <a:lnTo>
                  <a:pt x="257175" y="66675"/>
                </a:lnTo>
                <a:lnTo>
                  <a:pt x="257175" y="76200"/>
                </a:lnTo>
                <a:lnTo>
                  <a:pt x="247650" y="76200"/>
                </a:lnTo>
                <a:lnTo>
                  <a:pt x="247650" y="85725"/>
                </a:lnTo>
                <a:lnTo>
                  <a:pt x="238125" y="85725"/>
                </a:lnTo>
                <a:lnTo>
                  <a:pt x="238125" y="76200"/>
                </a:lnTo>
                <a:lnTo>
                  <a:pt x="228600" y="76200"/>
                </a:lnTo>
                <a:lnTo>
                  <a:pt x="228600" y="66675"/>
                </a:lnTo>
                <a:lnTo>
                  <a:pt x="238125" y="66675"/>
                </a:lnTo>
                <a:close/>
                <a:moveTo>
                  <a:pt x="333375" y="57150"/>
                </a:moveTo>
                <a:lnTo>
                  <a:pt x="342900" y="57150"/>
                </a:lnTo>
                <a:lnTo>
                  <a:pt x="342900" y="66675"/>
                </a:lnTo>
                <a:lnTo>
                  <a:pt x="333375" y="66675"/>
                </a:lnTo>
                <a:close/>
                <a:moveTo>
                  <a:pt x="295275" y="66675"/>
                </a:moveTo>
                <a:lnTo>
                  <a:pt x="323850" y="66675"/>
                </a:lnTo>
                <a:lnTo>
                  <a:pt x="323850" y="76200"/>
                </a:lnTo>
                <a:lnTo>
                  <a:pt x="295275" y="76200"/>
                </a:lnTo>
                <a:close/>
                <a:moveTo>
                  <a:pt x="161925" y="76200"/>
                </a:moveTo>
                <a:lnTo>
                  <a:pt x="171450" y="76200"/>
                </a:lnTo>
                <a:lnTo>
                  <a:pt x="171450" y="95250"/>
                </a:lnTo>
                <a:lnTo>
                  <a:pt x="161925" y="95250"/>
                </a:lnTo>
                <a:close/>
                <a:moveTo>
                  <a:pt x="219075" y="76200"/>
                </a:moveTo>
                <a:lnTo>
                  <a:pt x="228600" y="76200"/>
                </a:lnTo>
                <a:lnTo>
                  <a:pt x="228600" y="85725"/>
                </a:lnTo>
                <a:lnTo>
                  <a:pt x="219075" y="85725"/>
                </a:lnTo>
                <a:close/>
                <a:moveTo>
                  <a:pt x="180975" y="104775"/>
                </a:moveTo>
                <a:lnTo>
                  <a:pt x="190500" y="104775"/>
                </a:lnTo>
                <a:lnTo>
                  <a:pt x="190500" y="114300"/>
                </a:lnTo>
                <a:lnTo>
                  <a:pt x="180975" y="114300"/>
                </a:lnTo>
                <a:close/>
                <a:moveTo>
                  <a:pt x="161925" y="114300"/>
                </a:moveTo>
                <a:lnTo>
                  <a:pt x="180975" y="114300"/>
                </a:lnTo>
                <a:lnTo>
                  <a:pt x="180975" y="123825"/>
                </a:lnTo>
                <a:lnTo>
                  <a:pt x="161925" y="123825"/>
                </a:lnTo>
                <a:close/>
                <a:moveTo>
                  <a:pt x="152400" y="123825"/>
                </a:moveTo>
                <a:lnTo>
                  <a:pt x="161925" y="123825"/>
                </a:lnTo>
                <a:lnTo>
                  <a:pt x="161925" y="133350"/>
                </a:lnTo>
                <a:lnTo>
                  <a:pt x="152400" y="133350"/>
                </a:lnTo>
                <a:close/>
                <a:moveTo>
                  <a:pt x="161925" y="142875"/>
                </a:moveTo>
                <a:lnTo>
                  <a:pt x="171450" y="142875"/>
                </a:lnTo>
                <a:lnTo>
                  <a:pt x="171450" y="152400"/>
                </a:lnTo>
                <a:lnTo>
                  <a:pt x="180975" y="152400"/>
                </a:lnTo>
                <a:lnTo>
                  <a:pt x="180975" y="161925"/>
                </a:lnTo>
                <a:lnTo>
                  <a:pt x="219075" y="161925"/>
                </a:lnTo>
                <a:lnTo>
                  <a:pt x="219075" y="171450"/>
                </a:lnTo>
                <a:lnTo>
                  <a:pt x="209550" y="171450"/>
                </a:lnTo>
                <a:lnTo>
                  <a:pt x="209550" y="180975"/>
                </a:lnTo>
                <a:lnTo>
                  <a:pt x="142875" y="180975"/>
                </a:lnTo>
                <a:lnTo>
                  <a:pt x="142875" y="171450"/>
                </a:lnTo>
                <a:lnTo>
                  <a:pt x="152400" y="171450"/>
                </a:lnTo>
                <a:lnTo>
                  <a:pt x="152400" y="161925"/>
                </a:lnTo>
                <a:lnTo>
                  <a:pt x="161925" y="161925"/>
                </a:lnTo>
                <a:close/>
                <a:moveTo>
                  <a:pt x="609600" y="152400"/>
                </a:moveTo>
                <a:lnTo>
                  <a:pt x="619125" y="152400"/>
                </a:lnTo>
                <a:lnTo>
                  <a:pt x="619125" y="161925"/>
                </a:lnTo>
                <a:lnTo>
                  <a:pt x="638175" y="161925"/>
                </a:lnTo>
                <a:lnTo>
                  <a:pt x="638175" y="228600"/>
                </a:lnTo>
                <a:lnTo>
                  <a:pt x="619125" y="228600"/>
                </a:lnTo>
                <a:lnTo>
                  <a:pt x="619125" y="200025"/>
                </a:lnTo>
                <a:lnTo>
                  <a:pt x="628650" y="200025"/>
                </a:lnTo>
                <a:lnTo>
                  <a:pt x="628650" y="180975"/>
                </a:lnTo>
                <a:lnTo>
                  <a:pt x="619125" y="180975"/>
                </a:lnTo>
                <a:lnTo>
                  <a:pt x="619125" y="171450"/>
                </a:lnTo>
                <a:lnTo>
                  <a:pt x="609600" y="171450"/>
                </a:lnTo>
                <a:close/>
                <a:moveTo>
                  <a:pt x="95250" y="180975"/>
                </a:moveTo>
                <a:lnTo>
                  <a:pt x="114300" y="180975"/>
                </a:lnTo>
                <a:lnTo>
                  <a:pt x="114300" y="190500"/>
                </a:lnTo>
                <a:lnTo>
                  <a:pt x="104775" y="190500"/>
                </a:lnTo>
                <a:lnTo>
                  <a:pt x="104775" y="200025"/>
                </a:lnTo>
                <a:lnTo>
                  <a:pt x="85725" y="200025"/>
                </a:lnTo>
                <a:lnTo>
                  <a:pt x="85725" y="190500"/>
                </a:lnTo>
                <a:lnTo>
                  <a:pt x="95250" y="190500"/>
                </a:lnTo>
                <a:close/>
                <a:moveTo>
                  <a:pt x="581025" y="228600"/>
                </a:moveTo>
                <a:lnTo>
                  <a:pt x="609600" y="228600"/>
                </a:lnTo>
                <a:lnTo>
                  <a:pt x="609600" y="238125"/>
                </a:lnTo>
                <a:lnTo>
                  <a:pt x="590550" y="238125"/>
                </a:lnTo>
                <a:lnTo>
                  <a:pt x="590550" y="247650"/>
                </a:lnTo>
                <a:lnTo>
                  <a:pt x="581025" y="247650"/>
                </a:lnTo>
                <a:close/>
                <a:moveTo>
                  <a:pt x="38100" y="247650"/>
                </a:moveTo>
                <a:lnTo>
                  <a:pt x="47625" y="247650"/>
                </a:lnTo>
                <a:lnTo>
                  <a:pt x="47625" y="257175"/>
                </a:lnTo>
                <a:lnTo>
                  <a:pt x="38100" y="257175"/>
                </a:lnTo>
                <a:close/>
                <a:moveTo>
                  <a:pt x="581025" y="285750"/>
                </a:moveTo>
                <a:lnTo>
                  <a:pt x="590550" y="285750"/>
                </a:lnTo>
                <a:lnTo>
                  <a:pt x="590550" y="304800"/>
                </a:lnTo>
                <a:lnTo>
                  <a:pt x="571500" y="304800"/>
                </a:lnTo>
                <a:lnTo>
                  <a:pt x="571500" y="295275"/>
                </a:lnTo>
                <a:lnTo>
                  <a:pt x="581025" y="295275"/>
                </a:lnTo>
                <a:close/>
                <a:moveTo>
                  <a:pt x="0" y="390525"/>
                </a:moveTo>
                <a:lnTo>
                  <a:pt x="19050" y="390525"/>
                </a:lnTo>
                <a:lnTo>
                  <a:pt x="19050" y="400050"/>
                </a:lnTo>
                <a:lnTo>
                  <a:pt x="0" y="400050"/>
                </a:lnTo>
                <a:close/>
                <a:moveTo>
                  <a:pt x="504825" y="390525"/>
                </a:moveTo>
                <a:lnTo>
                  <a:pt x="514350" y="390525"/>
                </a:lnTo>
                <a:lnTo>
                  <a:pt x="514350" y="400050"/>
                </a:lnTo>
                <a:lnTo>
                  <a:pt x="504825" y="400050"/>
                </a:lnTo>
                <a:close/>
                <a:moveTo>
                  <a:pt x="619125" y="390525"/>
                </a:moveTo>
                <a:lnTo>
                  <a:pt x="628650" y="390525"/>
                </a:lnTo>
                <a:lnTo>
                  <a:pt x="628650" y="409575"/>
                </a:lnTo>
                <a:lnTo>
                  <a:pt x="609600" y="409575"/>
                </a:lnTo>
                <a:lnTo>
                  <a:pt x="609600" y="400050"/>
                </a:lnTo>
                <a:lnTo>
                  <a:pt x="619125" y="400050"/>
                </a:lnTo>
                <a:close/>
                <a:moveTo>
                  <a:pt x="38100" y="409575"/>
                </a:moveTo>
                <a:lnTo>
                  <a:pt x="66675" y="409575"/>
                </a:lnTo>
                <a:lnTo>
                  <a:pt x="66675" y="419100"/>
                </a:lnTo>
                <a:lnTo>
                  <a:pt x="38100" y="419100"/>
                </a:lnTo>
                <a:close/>
                <a:moveTo>
                  <a:pt x="552450" y="428625"/>
                </a:moveTo>
                <a:lnTo>
                  <a:pt x="571500" y="428625"/>
                </a:lnTo>
                <a:lnTo>
                  <a:pt x="571500" y="438150"/>
                </a:lnTo>
                <a:lnTo>
                  <a:pt x="561975" y="438150"/>
                </a:lnTo>
                <a:lnTo>
                  <a:pt x="561975" y="447675"/>
                </a:lnTo>
                <a:lnTo>
                  <a:pt x="552450" y="447675"/>
                </a:lnTo>
                <a:close/>
                <a:moveTo>
                  <a:pt x="0" y="438150"/>
                </a:moveTo>
                <a:lnTo>
                  <a:pt x="19050" y="438150"/>
                </a:lnTo>
                <a:lnTo>
                  <a:pt x="19050" y="447675"/>
                </a:lnTo>
                <a:lnTo>
                  <a:pt x="9525" y="447675"/>
                </a:lnTo>
                <a:lnTo>
                  <a:pt x="9525" y="457200"/>
                </a:lnTo>
                <a:lnTo>
                  <a:pt x="0" y="457200"/>
                </a:lnTo>
                <a:close/>
                <a:moveTo>
                  <a:pt x="0" y="514350"/>
                </a:moveTo>
                <a:lnTo>
                  <a:pt x="19050" y="514350"/>
                </a:lnTo>
                <a:lnTo>
                  <a:pt x="19050" y="533400"/>
                </a:lnTo>
                <a:lnTo>
                  <a:pt x="0" y="533400"/>
                </a:lnTo>
                <a:close/>
                <a:moveTo>
                  <a:pt x="219075" y="552450"/>
                </a:moveTo>
                <a:lnTo>
                  <a:pt x="247650" y="552450"/>
                </a:lnTo>
                <a:lnTo>
                  <a:pt x="247650" y="561975"/>
                </a:lnTo>
                <a:lnTo>
                  <a:pt x="238125" y="561975"/>
                </a:lnTo>
                <a:lnTo>
                  <a:pt x="238125" y="571500"/>
                </a:lnTo>
                <a:lnTo>
                  <a:pt x="228600" y="571500"/>
                </a:lnTo>
                <a:lnTo>
                  <a:pt x="228600" y="581025"/>
                </a:lnTo>
                <a:lnTo>
                  <a:pt x="219075" y="581025"/>
                </a:lnTo>
                <a:close/>
                <a:moveTo>
                  <a:pt x="0" y="561975"/>
                </a:moveTo>
                <a:lnTo>
                  <a:pt x="9525" y="561975"/>
                </a:lnTo>
                <a:lnTo>
                  <a:pt x="9525" y="571500"/>
                </a:lnTo>
                <a:lnTo>
                  <a:pt x="19050" y="571500"/>
                </a:lnTo>
                <a:lnTo>
                  <a:pt x="19050" y="581025"/>
                </a:lnTo>
                <a:lnTo>
                  <a:pt x="28575" y="581025"/>
                </a:lnTo>
                <a:lnTo>
                  <a:pt x="28575" y="600075"/>
                </a:lnTo>
                <a:lnTo>
                  <a:pt x="0" y="600075"/>
                </a:lnTo>
                <a:close/>
                <a:moveTo>
                  <a:pt x="381000" y="581025"/>
                </a:moveTo>
                <a:lnTo>
                  <a:pt x="390525" y="581025"/>
                </a:lnTo>
                <a:lnTo>
                  <a:pt x="390525" y="590550"/>
                </a:lnTo>
                <a:lnTo>
                  <a:pt x="381000" y="590550"/>
                </a:lnTo>
                <a:close/>
                <a:moveTo>
                  <a:pt x="161925" y="590550"/>
                </a:moveTo>
                <a:lnTo>
                  <a:pt x="171450" y="590550"/>
                </a:lnTo>
                <a:lnTo>
                  <a:pt x="171450" y="600075"/>
                </a:lnTo>
                <a:lnTo>
                  <a:pt x="180975" y="600075"/>
                </a:lnTo>
                <a:lnTo>
                  <a:pt x="180975" y="590550"/>
                </a:lnTo>
                <a:lnTo>
                  <a:pt x="190500" y="590550"/>
                </a:lnTo>
                <a:lnTo>
                  <a:pt x="190500" y="600075"/>
                </a:lnTo>
                <a:lnTo>
                  <a:pt x="180975" y="600075"/>
                </a:lnTo>
                <a:lnTo>
                  <a:pt x="180975" y="619125"/>
                </a:lnTo>
                <a:lnTo>
                  <a:pt x="142875" y="619125"/>
                </a:lnTo>
                <a:lnTo>
                  <a:pt x="142875" y="609600"/>
                </a:lnTo>
                <a:lnTo>
                  <a:pt x="152400" y="609600"/>
                </a:lnTo>
                <a:lnTo>
                  <a:pt x="152400" y="600075"/>
                </a:lnTo>
                <a:lnTo>
                  <a:pt x="161925" y="600075"/>
                </a:lnTo>
                <a:close/>
                <a:moveTo>
                  <a:pt x="371475" y="590550"/>
                </a:moveTo>
                <a:lnTo>
                  <a:pt x="381000" y="590550"/>
                </a:lnTo>
                <a:lnTo>
                  <a:pt x="381000" y="600075"/>
                </a:lnTo>
                <a:lnTo>
                  <a:pt x="371475" y="600075"/>
                </a:lnTo>
                <a:close/>
                <a:moveTo>
                  <a:pt x="619125" y="590550"/>
                </a:moveTo>
                <a:lnTo>
                  <a:pt x="638175" y="590550"/>
                </a:lnTo>
                <a:lnTo>
                  <a:pt x="638175" y="600075"/>
                </a:lnTo>
                <a:lnTo>
                  <a:pt x="628650" y="600075"/>
                </a:lnTo>
                <a:lnTo>
                  <a:pt x="628650" y="619125"/>
                </a:lnTo>
                <a:lnTo>
                  <a:pt x="619125" y="619125"/>
                </a:lnTo>
                <a:close/>
                <a:moveTo>
                  <a:pt x="190500" y="600075"/>
                </a:moveTo>
                <a:lnTo>
                  <a:pt x="219075" y="600075"/>
                </a:lnTo>
                <a:lnTo>
                  <a:pt x="219075" y="619125"/>
                </a:lnTo>
                <a:lnTo>
                  <a:pt x="200025" y="619125"/>
                </a:lnTo>
                <a:lnTo>
                  <a:pt x="200025" y="609600"/>
                </a:lnTo>
                <a:lnTo>
                  <a:pt x="190500" y="609600"/>
                </a:lnTo>
                <a:close/>
                <a:moveTo>
                  <a:pt x="342900" y="600075"/>
                </a:moveTo>
                <a:lnTo>
                  <a:pt x="371475" y="600075"/>
                </a:lnTo>
                <a:lnTo>
                  <a:pt x="371475" y="609600"/>
                </a:lnTo>
                <a:lnTo>
                  <a:pt x="342900" y="609600"/>
                </a:lnTo>
                <a:close/>
                <a:moveTo>
                  <a:pt x="19050" y="609600"/>
                </a:moveTo>
                <a:lnTo>
                  <a:pt x="28575" y="609600"/>
                </a:lnTo>
                <a:lnTo>
                  <a:pt x="28575" y="619125"/>
                </a:lnTo>
                <a:lnTo>
                  <a:pt x="19050" y="619125"/>
                </a:lnTo>
                <a:close/>
              </a:path>
            </a:pathLst>
          </a:custGeom>
          <a:solidFill xmlns:a="http://schemas.openxmlformats.org/drawingml/2006/main">
            <a:srgbClr val="F3EEE0"/>
          </a:solidFill>
          <a:ln xmlns:a="http://schemas.openxmlformats.org/drawingml/2006/main" w="0">
            <a:noFill/>
          </a:ln>
        </p:spPr>
      </p:sp>
      <p:sp>
        <p:nvSpPr>
          <p:cNvPr id="94" name="rocket vector #f3ede1">
            <a:extLst xmlns:a="http://schemas.openxmlformats.org/drawingml/2006/main">
              <a:ext uri="{FF2B5EF4-FFF2-40B4-BE49-F238E27FC236}">
                <a16:creationId xmlns:a16="http://schemas.microsoft.com/office/drawing/2014/main" id="{603BBE71-12D1-4A59-A9D9-B62E37463EA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867775" y="1800225"/>
            <a:ext cx="752475" cy="742950"/>
          </a:xfrm>
          <a:custGeom xmlns:a="http://schemas.openxmlformats.org/drawingml/2006/main">
            <a:pathLst>
              <a:path w="638175" h="628650">
                <a:moveTo>
                  <a:pt x="609600" y="28575"/>
                </a:moveTo>
                <a:lnTo>
                  <a:pt x="628650" y="28575"/>
                </a:lnTo>
                <a:lnTo>
                  <a:pt x="628650" y="47625"/>
                </a:lnTo>
                <a:lnTo>
                  <a:pt x="609600" y="47625"/>
                </a:lnTo>
                <a:close/>
                <a:moveTo>
                  <a:pt x="57150" y="76200"/>
                </a:moveTo>
                <a:lnTo>
                  <a:pt x="76200" y="76200"/>
                </a:lnTo>
                <a:lnTo>
                  <a:pt x="76200" y="95250"/>
                </a:lnTo>
                <a:lnTo>
                  <a:pt x="66675" y="95250"/>
                </a:lnTo>
                <a:lnTo>
                  <a:pt x="66675" y="104775"/>
                </a:lnTo>
                <a:lnTo>
                  <a:pt x="57150" y="104775"/>
                </a:lnTo>
                <a:close/>
                <a:moveTo>
                  <a:pt x="209550" y="76200"/>
                </a:moveTo>
                <a:lnTo>
                  <a:pt x="219075" y="76200"/>
                </a:lnTo>
                <a:lnTo>
                  <a:pt x="219075" y="85725"/>
                </a:lnTo>
                <a:lnTo>
                  <a:pt x="209550" y="85725"/>
                </a:lnTo>
                <a:close/>
                <a:moveTo>
                  <a:pt x="190500" y="85725"/>
                </a:moveTo>
                <a:lnTo>
                  <a:pt x="209550" y="85725"/>
                </a:lnTo>
                <a:lnTo>
                  <a:pt x="209550" y="95250"/>
                </a:lnTo>
                <a:lnTo>
                  <a:pt x="190500" y="95250"/>
                </a:lnTo>
                <a:close/>
                <a:moveTo>
                  <a:pt x="57150" y="114300"/>
                </a:moveTo>
                <a:lnTo>
                  <a:pt x="104775" y="114300"/>
                </a:lnTo>
                <a:lnTo>
                  <a:pt x="104775" y="123825"/>
                </a:lnTo>
                <a:lnTo>
                  <a:pt x="85725" y="123825"/>
                </a:lnTo>
                <a:lnTo>
                  <a:pt x="85725" y="133350"/>
                </a:lnTo>
                <a:lnTo>
                  <a:pt x="57150" y="133350"/>
                </a:lnTo>
                <a:close/>
                <a:moveTo>
                  <a:pt x="628650" y="114300"/>
                </a:moveTo>
                <a:lnTo>
                  <a:pt x="638175" y="114300"/>
                </a:lnTo>
                <a:lnTo>
                  <a:pt x="638175" y="133350"/>
                </a:lnTo>
                <a:lnTo>
                  <a:pt x="628650" y="133350"/>
                </a:lnTo>
                <a:close/>
                <a:moveTo>
                  <a:pt x="76200" y="152400"/>
                </a:moveTo>
                <a:lnTo>
                  <a:pt x="85725" y="152400"/>
                </a:lnTo>
                <a:lnTo>
                  <a:pt x="85725" y="161925"/>
                </a:lnTo>
                <a:lnTo>
                  <a:pt x="95250" y="161925"/>
                </a:lnTo>
                <a:lnTo>
                  <a:pt x="95250" y="171450"/>
                </a:lnTo>
                <a:lnTo>
                  <a:pt x="85725" y="171450"/>
                </a:lnTo>
                <a:lnTo>
                  <a:pt x="85725" y="180975"/>
                </a:lnTo>
                <a:lnTo>
                  <a:pt x="66675" y="180975"/>
                </a:lnTo>
                <a:lnTo>
                  <a:pt x="66675" y="161925"/>
                </a:lnTo>
                <a:lnTo>
                  <a:pt x="76200" y="161925"/>
                </a:lnTo>
                <a:close/>
                <a:moveTo>
                  <a:pt x="561975" y="400050"/>
                </a:moveTo>
                <a:lnTo>
                  <a:pt x="590550" y="400050"/>
                </a:lnTo>
                <a:lnTo>
                  <a:pt x="590550" y="409575"/>
                </a:lnTo>
                <a:lnTo>
                  <a:pt x="619125" y="409575"/>
                </a:lnTo>
                <a:lnTo>
                  <a:pt x="619125" y="419100"/>
                </a:lnTo>
                <a:lnTo>
                  <a:pt x="638175" y="419100"/>
                </a:lnTo>
                <a:lnTo>
                  <a:pt x="638175" y="428625"/>
                </a:lnTo>
                <a:lnTo>
                  <a:pt x="619125" y="428625"/>
                </a:lnTo>
                <a:lnTo>
                  <a:pt x="619125" y="438150"/>
                </a:lnTo>
                <a:lnTo>
                  <a:pt x="609600" y="438150"/>
                </a:lnTo>
                <a:lnTo>
                  <a:pt x="609600" y="447675"/>
                </a:lnTo>
                <a:lnTo>
                  <a:pt x="619125" y="447675"/>
                </a:lnTo>
                <a:lnTo>
                  <a:pt x="619125" y="457200"/>
                </a:lnTo>
                <a:lnTo>
                  <a:pt x="638175" y="457200"/>
                </a:lnTo>
                <a:lnTo>
                  <a:pt x="638175" y="466725"/>
                </a:lnTo>
                <a:lnTo>
                  <a:pt x="628650" y="466725"/>
                </a:lnTo>
                <a:lnTo>
                  <a:pt x="628650" y="485775"/>
                </a:lnTo>
                <a:lnTo>
                  <a:pt x="638175" y="485775"/>
                </a:lnTo>
                <a:lnTo>
                  <a:pt x="638175" y="495300"/>
                </a:lnTo>
                <a:lnTo>
                  <a:pt x="619125" y="495300"/>
                </a:lnTo>
                <a:lnTo>
                  <a:pt x="619125" y="504825"/>
                </a:lnTo>
                <a:lnTo>
                  <a:pt x="628650" y="504825"/>
                </a:lnTo>
                <a:lnTo>
                  <a:pt x="628650" y="514350"/>
                </a:lnTo>
                <a:lnTo>
                  <a:pt x="619125" y="514350"/>
                </a:lnTo>
                <a:lnTo>
                  <a:pt x="619125" y="523875"/>
                </a:lnTo>
                <a:lnTo>
                  <a:pt x="628650" y="523875"/>
                </a:lnTo>
                <a:lnTo>
                  <a:pt x="628650" y="533400"/>
                </a:lnTo>
                <a:lnTo>
                  <a:pt x="638175" y="533400"/>
                </a:lnTo>
                <a:lnTo>
                  <a:pt x="638175" y="590550"/>
                </a:lnTo>
                <a:lnTo>
                  <a:pt x="619125" y="590550"/>
                </a:lnTo>
                <a:lnTo>
                  <a:pt x="619125" y="628650"/>
                </a:lnTo>
                <a:lnTo>
                  <a:pt x="533400" y="628650"/>
                </a:lnTo>
                <a:lnTo>
                  <a:pt x="533400" y="619125"/>
                </a:lnTo>
                <a:lnTo>
                  <a:pt x="600075" y="619125"/>
                </a:lnTo>
                <a:lnTo>
                  <a:pt x="600075" y="600075"/>
                </a:lnTo>
                <a:lnTo>
                  <a:pt x="542925" y="600075"/>
                </a:lnTo>
                <a:lnTo>
                  <a:pt x="542925" y="590550"/>
                </a:lnTo>
                <a:lnTo>
                  <a:pt x="504825" y="590550"/>
                </a:lnTo>
                <a:lnTo>
                  <a:pt x="504825" y="581025"/>
                </a:lnTo>
                <a:lnTo>
                  <a:pt x="495300" y="581025"/>
                </a:lnTo>
                <a:lnTo>
                  <a:pt x="495300" y="571500"/>
                </a:lnTo>
                <a:lnTo>
                  <a:pt x="504825" y="571500"/>
                </a:lnTo>
                <a:lnTo>
                  <a:pt x="504825" y="552450"/>
                </a:lnTo>
                <a:lnTo>
                  <a:pt x="495300" y="552450"/>
                </a:lnTo>
                <a:lnTo>
                  <a:pt x="495300" y="542925"/>
                </a:lnTo>
                <a:lnTo>
                  <a:pt x="476250" y="542925"/>
                </a:lnTo>
                <a:lnTo>
                  <a:pt x="476250" y="533400"/>
                </a:lnTo>
                <a:lnTo>
                  <a:pt x="485775" y="533400"/>
                </a:lnTo>
                <a:lnTo>
                  <a:pt x="485775" y="523875"/>
                </a:lnTo>
                <a:lnTo>
                  <a:pt x="504825" y="523875"/>
                </a:lnTo>
                <a:lnTo>
                  <a:pt x="504825" y="514350"/>
                </a:lnTo>
                <a:lnTo>
                  <a:pt x="514350" y="514350"/>
                </a:lnTo>
                <a:lnTo>
                  <a:pt x="514350" y="504825"/>
                </a:lnTo>
                <a:lnTo>
                  <a:pt x="533400" y="504825"/>
                </a:lnTo>
                <a:lnTo>
                  <a:pt x="533400" y="495300"/>
                </a:lnTo>
                <a:lnTo>
                  <a:pt x="542925" y="495300"/>
                </a:lnTo>
                <a:lnTo>
                  <a:pt x="542925" y="485775"/>
                </a:lnTo>
                <a:lnTo>
                  <a:pt x="561975" y="485775"/>
                </a:lnTo>
                <a:lnTo>
                  <a:pt x="561975" y="504825"/>
                </a:lnTo>
                <a:lnTo>
                  <a:pt x="552450" y="504825"/>
                </a:lnTo>
                <a:lnTo>
                  <a:pt x="552450" y="523875"/>
                </a:lnTo>
                <a:lnTo>
                  <a:pt x="571500" y="523875"/>
                </a:lnTo>
                <a:lnTo>
                  <a:pt x="571500" y="533400"/>
                </a:lnTo>
                <a:lnTo>
                  <a:pt x="590550" y="533400"/>
                </a:lnTo>
                <a:lnTo>
                  <a:pt x="590550" y="514350"/>
                </a:lnTo>
                <a:lnTo>
                  <a:pt x="600075" y="514350"/>
                </a:lnTo>
                <a:lnTo>
                  <a:pt x="600075" y="485775"/>
                </a:lnTo>
                <a:lnTo>
                  <a:pt x="619125" y="485775"/>
                </a:lnTo>
                <a:lnTo>
                  <a:pt x="619125" y="476250"/>
                </a:lnTo>
                <a:lnTo>
                  <a:pt x="609600" y="476250"/>
                </a:lnTo>
                <a:lnTo>
                  <a:pt x="609600" y="466725"/>
                </a:lnTo>
                <a:lnTo>
                  <a:pt x="600075" y="466725"/>
                </a:lnTo>
                <a:lnTo>
                  <a:pt x="600075" y="457200"/>
                </a:lnTo>
                <a:lnTo>
                  <a:pt x="590550" y="457200"/>
                </a:lnTo>
                <a:lnTo>
                  <a:pt x="590550" y="447675"/>
                </a:lnTo>
                <a:lnTo>
                  <a:pt x="600075" y="447675"/>
                </a:lnTo>
                <a:lnTo>
                  <a:pt x="600075" y="428625"/>
                </a:lnTo>
                <a:lnTo>
                  <a:pt x="561975" y="428625"/>
                </a:lnTo>
                <a:close/>
                <a:moveTo>
                  <a:pt x="209550" y="561975"/>
                </a:moveTo>
                <a:lnTo>
                  <a:pt x="219075" y="561975"/>
                </a:lnTo>
                <a:lnTo>
                  <a:pt x="219075" y="590550"/>
                </a:lnTo>
                <a:lnTo>
                  <a:pt x="209550" y="590550"/>
                </a:lnTo>
                <a:lnTo>
                  <a:pt x="209550" y="581025"/>
                </a:lnTo>
                <a:lnTo>
                  <a:pt x="200025" y="581025"/>
                </a:lnTo>
                <a:lnTo>
                  <a:pt x="200025" y="571500"/>
                </a:lnTo>
                <a:lnTo>
                  <a:pt x="209550" y="571500"/>
                </a:lnTo>
                <a:close/>
                <a:moveTo>
                  <a:pt x="533400" y="581025"/>
                </a:moveTo>
                <a:lnTo>
                  <a:pt x="552450" y="581025"/>
                </a:lnTo>
                <a:lnTo>
                  <a:pt x="552450" y="552450"/>
                </a:lnTo>
                <a:lnTo>
                  <a:pt x="533400" y="552450"/>
                </a:lnTo>
                <a:close/>
                <a:moveTo>
                  <a:pt x="609600" y="581025"/>
                </a:moveTo>
                <a:lnTo>
                  <a:pt x="619125" y="581025"/>
                </a:lnTo>
                <a:lnTo>
                  <a:pt x="619125" y="571500"/>
                </a:lnTo>
                <a:lnTo>
                  <a:pt x="609600" y="571500"/>
                </a:lnTo>
                <a:close/>
                <a:moveTo>
                  <a:pt x="485775" y="590550"/>
                </a:moveTo>
                <a:lnTo>
                  <a:pt x="495300" y="590550"/>
                </a:lnTo>
                <a:lnTo>
                  <a:pt x="495300" y="600075"/>
                </a:lnTo>
                <a:lnTo>
                  <a:pt x="485775" y="600075"/>
                </a:lnTo>
                <a:close/>
                <a:moveTo>
                  <a:pt x="342900" y="609600"/>
                </a:moveTo>
                <a:lnTo>
                  <a:pt x="361950" y="609600"/>
                </a:lnTo>
                <a:lnTo>
                  <a:pt x="361950" y="619125"/>
                </a:lnTo>
                <a:lnTo>
                  <a:pt x="352425" y="619125"/>
                </a:lnTo>
                <a:lnTo>
                  <a:pt x="352425" y="628650"/>
                </a:lnTo>
                <a:lnTo>
                  <a:pt x="342900" y="628650"/>
                </a:lnTo>
                <a:close/>
                <a:moveTo>
                  <a:pt x="466725" y="609600"/>
                </a:moveTo>
                <a:lnTo>
                  <a:pt x="476250" y="609600"/>
                </a:lnTo>
                <a:lnTo>
                  <a:pt x="476250" y="619125"/>
                </a:lnTo>
                <a:lnTo>
                  <a:pt x="485775" y="619125"/>
                </a:lnTo>
                <a:lnTo>
                  <a:pt x="485775" y="628650"/>
                </a:lnTo>
                <a:lnTo>
                  <a:pt x="466725" y="628650"/>
                </a:lnTo>
                <a:close/>
                <a:moveTo>
                  <a:pt x="28575" y="619125"/>
                </a:moveTo>
                <a:lnTo>
                  <a:pt x="38100" y="619125"/>
                </a:lnTo>
                <a:lnTo>
                  <a:pt x="38100" y="628650"/>
                </a:lnTo>
                <a:lnTo>
                  <a:pt x="28575" y="628650"/>
                </a:lnTo>
                <a:close/>
                <a:moveTo>
                  <a:pt x="152400" y="619125"/>
                </a:moveTo>
                <a:lnTo>
                  <a:pt x="161925" y="619125"/>
                </a:lnTo>
                <a:lnTo>
                  <a:pt x="161925" y="628650"/>
                </a:lnTo>
                <a:lnTo>
                  <a:pt x="152400" y="628650"/>
                </a:lnTo>
                <a:close/>
                <a:moveTo>
                  <a:pt x="171450" y="619125"/>
                </a:moveTo>
                <a:lnTo>
                  <a:pt x="180975" y="619125"/>
                </a:lnTo>
                <a:lnTo>
                  <a:pt x="180975" y="628650"/>
                </a:lnTo>
                <a:lnTo>
                  <a:pt x="171450" y="628650"/>
                </a:lnTo>
                <a:close/>
                <a:moveTo>
                  <a:pt x="209550" y="619125"/>
                </a:moveTo>
                <a:lnTo>
                  <a:pt x="219075" y="619125"/>
                </a:lnTo>
                <a:lnTo>
                  <a:pt x="219075" y="628650"/>
                </a:lnTo>
                <a:lnTo>
                  <a:pt x="209550" y="628650"/>
                </a:lnTo>
                <a:close/>
              </a:path>
            </a:pathLst>
          </a:custGeom>
          <a:solidFill xmlns:a="http://schemas.openxmlformats.org/drawingml/2006/main">
            <a:srgbClr val="F3EDE1"/>
          </a:solidFill>
          <a:ln xmlns:a="http://schemas.openxmlformats.org/drawingml/2006/main" w="0">
            <a:noFill/>
          </a:ln>
        </p:spPr>
      </p:sp>
      <p:sp>
        <p:nvSpPr>
          <p:cNvPr id="95" name="rocket vector #f7ebda">
            <a:extLst xmlns:a="http://schemas.openxmlformats.org/drawingml/2006/main">
              <a:ext uri="{FF2B5EF4-FFF2-40B4-BE49-F238E27FC236}">
                <a16:creationId xmlns:a16="http://schemas.microsoft.com/office/drawing/2014/main" id="{0CEDDA94-F7FA-40EB-84F9-3674F3213CE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867775" y="1800225"/>
            <a:ext cx="752475" cy="742950"/>
          </a:xfrm>
          <a:custGeom xmlns:a="http://schemas.openxmlformats.org/drawingml/2006/main">
            <a:pathLst>
              <a:path w="638175" h="628650">
                <a:moveTo>
                  <a:pt x="390525" y="47625"/>
                </a:moveTo>
                <a:lnTo>
                  <a:pt x="409575" y="47625"/>
                </a:lnTo>
                <a:lnTo>
                  <a:pt x="409575" y="57150"/>
                </a:lnTo>
                <a:lnTo>
                  <a:pt x="438150" y="57150"/>
                </a:lnTo>
                <a:lnTo>
                  <a:pt x="438150" y="47625"/>
                </a:lnTo>
                <a:lnTo>
                  <a:pt x="495300" y="47625"/>
                </a:lnTo>
                <a:lnTo>
                  <a:pt x="495300" y="57150"/>
                </a:lnTo>
                <a:lnTo>
                  <a:pt x="438150" y="57150"/>
                </a:lnTo>
                <a:lnTo>
                  <a:pt x="438150" y="66675"/>
                </a:lnTo>
                <a:lnTo>
                  <a:pt x="409575" y="66675"/>
                </a:lnTo>
                <a:lnTo>
                  <a:pt x="409575" y="76200"/>
                </a:lnTo>
                <a:lnTo>
                  <a:pt x="381000" y="76200"/>
                </a:lnTo>
                <a:lnTo>
                  <a:pt x="381000" y="85725"/>
                </a:lnTo>
                <a:lnTo>
                  <a:pt x="361950" y="85725"/>
                </a:lnTo>
                <a:lnTo>
                  <a:pt x="361950" y="95250"/>
                </a:lnTo>
                <a:lnTo>
                  <a:pt x="352425" y="95250"/>
                </a:lnTo>
                <a:lnTo>
                  <a:pt x="352425" y="104775"/>
                </a:lnTo>
                <a:lnTo>
                  <a:pt x="333375" y="104775"/>
                </a:lnTo>
                <a:lnTo>
                  <a:pt x="333375" y="114300"/>
                </a:lnTo>
                <a:lnTo>
                  <a:pt x="323850" y="114300"/>
                </a:lnTo>
                <a:lnTo>
                  <a:pt x="323850" y="123825"/>
                </a:lnTo>
                <a:lnTo>
                  <a:pt x="304800" y="123825"/>
                </a:lnTo>
                <a:lnTo>
                  <a:pt x="304800" y="104775"/>
                </a:lnTo>
                <a:lnTo>
                  <a:pt x="314325" y="104775"/>
                </a:lnTo>
                <a:lnTo>
                  <a:pt x="314325" y="95250"/>
                </a:lnTo>
                <a:lnTo>
                  <a:pt x="333375" y="95250"/>
                </a:lnTo>
                <a:lnTo>
                  <a:pt x="333375" y="85725"/>
                </a:lnTo>
                <a:lnTo>
                  <a:pt x="342900" y="85725"/>
                </a:lnTo>
                <a:lnTo>
                  <a:pt x="342900" y="76200"/>
                </a:lnTo>
                <a:lnTo>
                  <a:pt x="352425" y="76200"/>
                </a:lnTo>
                <a:lnTo>
                  <a:pt x="352425" y="66675"/>
                </a:lnTo>
                <a:lnTo>
                  <a:pt x="371475" y="66675"/>
                </a:lnTo>
                <a:lnTo>
                  <a:pt x="371475" y="57150"/>
                </a:lnTo>
                <a:lnTo>
                  <a:pt x="390525" y="57150"/>
                </a:lnTo>
                <a:close/>
                <a:moveTo>
                  <a:pt x="552450" y="47625"/>
                </a:moveTo>
                <a:lnTo>
                  <a:pt x="561975" y="47625"/>
                </a:lnTo>
                <a:lnTo>
                  <a:pt x="561975" y="57150"/>
                </a:lnTo>
                <a:lnTo>
                  <a:pt x="552450" y="57150"/>
                </a:lnTo>
                <a:close/>
                <a:moveTo>
                  <a:pt x="561975" y="57150"/>
                </a:moveTo>
                <a:lnTo>
                  <a:pt x="571500" y="57150"/>
                </a:lnTo>
                <a:lnTo>
                  <a:pt x="571500" y="66675"/>
                </a:lnTo>
                <a:lnTo>
                  <a:pt x="561975" y="66675"/>
                </a:lnTo>
                <a:close/>
                <a:moveTo>
                  <a:pt x="571500" y="142875"/>
                </a:moveTo>
                <a:lnTo>
                  <a:pt x="581025" y="142875"/>
                </a:lnTo>
                <a:lnTo>
                  <a:pt x="581025" y="161925"/>
                </a:lnTo>
                <a:lnTo>
                  <a:pt x="590550" y="161925"/>
                </a:lnTo>
                <a:lnTo>
                  <a:pt x="590550" y="180975"/>
                </a:lnTo>
                <a:lnTo>
                  <a:pt x="581025" y="180975"/>
                </a:lnTo>
                <a:lnTo>
                  <a:pt x="581025" y="190500"/>
                </a:lnTo>
                <a:lnTo>
                  <a:pt x="561975" y="190500"/>
                </a:lnTo>
                <a:lnTo>
                  <a:pt x="561975" y="152400"/>
                </a:lnTo>
                <a:lnTo>
                  <a:pt x="571500" y="152400"/>
                </a:lnTo>
                <a:close/>
                <a:moveTo>
                  <a:pt x="400050" y="161925"/>
                </a:moveTo>
                <a:lnTo>
                  <a:pt x="419100" y="161925"/>
                </a:lnTo>
                <a:lnTo>
                  <a:pt x="419100" y="171450"/>
                </a:lnTo>
                <a:lnTo>
                  <a:pt x="438150" y="171450"/>
                </a:lnTo>
                <a:lnTo>
                  <a:pt x="438150" y="180975"/>
                </a:lnTo>
                <a:lnTo>
                  <a:pt x="447675" y="180975"/>
                </a:lnTo>
                <a:lnTo>
                  <a:pt x="447675" y="190500"/>
                </a:lnTo>
                <a:lnTo>
                  <a:pt x="457200" y="190500"/>
                </a:lnTo>
                <a:lnTo>
                  <a:pt x="457200" y="228600"/>
                </a:lnTo>
                <a:lnTo>
                  <a:pt x="447675" y="228600"/>
                </a:lnTo>
                <a:lnTo>
                  <a:pt x="447675" y="247650"/>
                </a:lnTo>
                <a:lnTo>
                  <a:pt x="438150" y="247650"/>
                </a:lnTo>
                <a:lnTo>
                  <a:pt x="438150" y="257175"/>
                </a:lnTo>
                <a:lnTo>
                  <a:pt x="390525" y="257175"/>
                </a:lnTo>
                <a:lnTo>
                  <a:pt x="390525" y="247650"/>
                </a:lnTo>
                <a:lnTo>
                  <a:pt x="381000" y="247650"/>
                </a:lnTo>
                <a:lnTo>
                  <a:pt x="381000" y="238125"/>
                </a:lnTo>
                <a:lnTo>
                  <a:pt x="371475" y="238125"/>
                </a:lnTo>
                <a:lnTo>
                  <a:pt x="371475" y="219075"/>
                </a:lnTo>
                <a:lnTo>
                  <a:pt x="361950" y="219075"/>
                </a:lnTo>
                <a:lnTo>
                  <a:pt x="361950" y="209550"/>
                </a:lnTo>
                <a:lnTo>
                  <a:pt x="371475" y="209550"/>
                </a:lnTo>
                <a:lnTo>
                  <a:pt x="371475" y="180975"/>
                </a:lnTo>
                <a:lnTo>
                  <a:pt x="381000" y="180975"/>
                </a:lnTo>
                <a:lnTo>
                  <a:pt x="381000" y="171450"/>
                </a:lnTo>
                <a:lnTo>
                  <a:pt x="400050" y="171450"/>
                </a:lnTo>
                <a:close/>
                <a:moveTo>
                  <a:pt x="257175" y="171450"/>
                </a:moveTo>
                <a:lnTo>
                  <a:pt x="266700" y="171450"/>
                </a:lnTo>
                <a:lnTo>
                  <a:pt x="266700" y="180975"/>
                </a:lnTo>
                <a:lnTo>
                  <a:pt x="257175" y="180975"/>
                </a:lnTo>
                <a:close/>
                <a:moveTo>
                  <a:pt x="247650" y="180975"/>
                </a:moveTo>
                <a:lnTo>
                  <a:pt x="257175" y="180975"/>
                </a:lnTo>
                <a:lnTo>
                  <a:pt x="257175" y="190500"/>
                </a:lnTo>
                <a:lnTo>
                  <a:pt x="247650" y="190500"/>
                </a:lnTo>
                <a:close/>
                <a:moveTo>
                  <a:pt x="142875" y="190500"/>
                </a:moveTo>
                <a:lnTo>
                  <a:pt x="190500" y="190500"/>
                </a:lnTo>
                <a:lnTo>
                  <a:pt x="190500" y="200025"/>
                </a:lnTo>
                <a:lnTo>
                  <a:pt x="209550" y="200025"/>
                </a:lnTo>
                <a:lnTo>
                  <a:pt x="209550" y="190500"/>
                </a:lnTo>
                <a:lnTo>
                  <a:pt x="219075" y="190500"/>
                </a:lnTo>
                <a:lnTo>
                  <a:pt x="219075" y="200025"/>
                </a:lnTo>
                <a:lnTo>
                  <a:pt x="238125" y="200025"/>
                </a:lnTo>
                <a:lnTo>
                  <a:pt x="238125" y="190500"/>
                </a:lnTo>
                <a:lnTo>
                  <a:pt x="247650" y="190500"/>
                </a:lnTo>
                <a:lnTo>
                  <a:pt x="247650" y="200025"/>
                </a:lnTo>
                <a:lnTo>
                  <a:pt x="238125" y="200025"/>
                </a:lnTo>
                <a:lnTo>
                  <a:pt x="238125" y="209550"/>
                </a:lnTo>
                <a:lnTo>
                  <a:pt x="228600" y="209550"/>
                </a:lnTo>
                <a:lnTo>
                  <a:pt x="228600" y="219075"/>
                </a:lnTo>
                <a:lnTo>
                  <a:pt x="133350" y="219075"/>
                </a:lnTo>
                <a:lnTo>
                  <a:pt x="133350" y="228600"/>
                </a:lnTo>
                <a:lnTo>
                  <a:pt x="123825" y="228600"/>
                </a:lnTo>
                <a:lnTo>
                  <a:pt x="123825" y="238125"/>
                </a:lnTo>
                <a:lnTo>
                  <a:pt x="114300" y="238125"/>
                </a:lnTo>
                <a:lnTo>
                  <a:pt x="114300" y="247650"/>
                </a:lnTo>
                <a:lnTo>
                  <a:pt x="104775" y="247650"/>
                </a:lnTo>
                <a:lnTo>
                  <a:pt x="104775" y="257175"/>
                </a:lnTo>
                <a:lnTo>
                  <a:pt x="95250" y="257175"/>
                </a:lnTo>
                <a:lnTo>
                  <a:pt x="95250" y="276225"/>
                </a:lnTo>
                <a:lnTo>
                  <a:pt x="85725" y="276225"/>
                </a:lnTo>
                <a:lnTo>
                  <a:pt x="85725" y="285750"/>
                </a:lnTo>
                <a:lnTo>
                  <a:pt x="76200" y="285750"/>
                </a:lnTo>
                <a:lnTo>
                  <a:pt x="76200" y="295275"/>
                </a:lnTo>
                <a:lnTo>
                  <a:pt x="66675" y="295275"/>
                </a:lnTo>
                <a:lnTo>
                  <a:pt x="66675" y="314325"/>
                </a:lnTo>
                <a:lnTo>
                  <a:pt x="57150" y="314325"/>
                </a:lnTo>
                <a:lnTo>
                  <a:pt x="57150" y="285750"/>
                </a:lnTo>
                <a:lnTo>
                  <a:pt x="66675" y="285750"/>
                </a:lnTo>
                <a:lnTo>
                  <a:pt x="66675" y="266700"/>
                </a:lnTo>
                <a:lnTo>
                  <a:pt x="76200" y="266700"/>
                </a:lnTo>
                <a:lnTo>
                  <a:pt x="76200" y="257175"/>
                </a:lnTo>
                <a:lnTo>
                  <a:pt x="85725" y="257175"/>
                </a:lnTo>
                <a:lnTo>
                  <a:pt x="85725" y="228600"/>
                </a:lnTo>
                <a:lnTo>
                  <a:pt x="95250" y="228600"/>
                </a:lnTo>
                <a:lnTo>
                  <a:pt x="95250" y="219075"/>
                </a:lnTo>
                <a:lnTo>
                  <a:pt x="104775" y="219075"/>
                </a:lnTo>
                <a:lnTo>
                  <a:pt x="104775" y="209550"/>
                </a:lnTo>
                <a:lnTo>
                  <a:pt x="123825" y="209550"/>
                </a:lnTo>
                <a:lnTo>
                  <a:pt x="123825" y="200025"/>
                </a:lnTo>
                <a:lnTo>
                  <a:pt x="142875" y="200025"/>
                </a:lnTo>
                <a:close/>
                <a:moveTo>
                  <a:pt x="552450" y="200025"/>
                </a:moveTo>
                <a:lnTo>
                  <a:pt x="561975" y="200025"/>
                </a:lnTo>
                <a:lnTo>
                  <a:pt x="561975" y="228600"/>
                </a:lnTo>
                <a:lnTo>
                  <a:pt x="552450" y="228600"/>
                </a:lnTo>
                <a:close/>
                <a:moveTo>
                  <a:pt x="400050" y="228600"/>
                </a:moveTo>
                <a:lnTo>
                  <a:pt x="409575" y="228600"/>
                </a:lnTo>
                <a:lnTo>
                  <a:pt x="409575" y="238125"/>
                </a:lnTo>
                <a:lnTo>
                  <a:pt x="400050" y="238125"/>
                </a:lnTo>
                <a:close/>
                <a:moveTo>
                  <a:pt x="542925" y="228600"/>
                </a:moveTo>
                <a:lnTo>
                  <a:pt x="552450" y="228600"/>
                </a:lnTo>
                <a:lnTo>
                  <a:pt x="552450" y="238125"/>
                </a:lnTo>
                <a:lnTo>
                  <a:pt x="542925" y="238125"/>
                </a:lnTo>
                <a:close/>
                <a:moveTo>
                  <a:pt x="390525" y="238125"/>
                </a:moveTo>
                <a:lnTo>
                  <a:pt x="400050" y="238125"/>
                </a:lnTo>
                <a:lnTo>
                  <a:pt x="400050" y="247650"/>
                </a:lnTo>
                <a:lnTo>
                  <a:pt x="428625" y="247650"/>
                </a:lnTo>
                <a:lnTo>
                  <a:pt x="428625" y="219075"/>
                </a:lnTo>
                <a:lnTo>
                  <a:pt x="419100" y="219075"/>
                </a:lnTo>
                <a:lnTo>
                  <a:pt x="419100" y="209550"/>
                </a:lnTo>
                <a:lnTo>
                  <a:pt x="409575" y="209550"/>
                </a:lnTo>
                <a:lnTo>
                  <a:pt x="409575" y="200025"/>
                </a:lnTo>
                <a:lnTo>
                  <a:pt x="400050" y="200025"/>
                </a:lnTo>
                <a:lnTo>
                  <a:pt x="400050" y="209550"/>
                </a:lnTo>
                <a:lnTo>
                  <a:pt x="390525" y="209550"/>
                </a:lnTo>
                <a:close/>
                <a:moveTo>
                  <a:pt x="533400" y="247650"/>
                </a:moveTo>
                <a:lnTo>
                  <a:pt x="542925" y="247650"/>
                </a:lnTo>
                <a:lnTo>
                  <a:pt x="542925" y="257175"/>
                </a:lnTo>
                <a:lnTo>
                  <a:pt x="533400" y="257175"/>
                </a:lnTo>
                <a:close/>
                <a:moveTo>
                  <a:pt x="523875" y="266700"/>
                </a:moveTo>
                <a:lnTo>
                  <a:pt x="533400" y="266700"/>
                </a:lnTo>
                <a:lnTo>
                  <a:pt x="533400" y="276225"/>
                </a:lnTo>
                <a:lnTo>
                  <a:pt x="523875" y="276225"/>
                </a:lnTo>
                <a:close/>
                <a:moveTo>
                  <a:pt x="514350" y="285750"/>
                </a:moveTo>
                <a:lnTo>
                  <a:pt x="523875" y="285750"/>
                </a:lnTo>
                <a:lnTo>
                  <a:pt x="523875" y="295275"/>
                </a:lnTo>
                <a:lnTo>
                  <a:pt x="514350" y="295275"/>
                </a:lnTo>
                <a:close/>
                <a:moveTo>
                  <a:pt x="47625" y="314325"/>
                </a:moveTo>
                <a:lnTo>
                  <a:pt x="57150" y="314325"/>
                </a:lnTo>
                <a:lnTo>
                  <a:pt x="57150" y="323850"/>
                </a:lnTo>
                <a:lnTo>
                  <a:pt x="47625" y="323850"/>
                </a:lnTo>
                <a:close/>
                <a:moveTo>
                  <a:pt x="485775" y="323850"/>
                </a:moveTo>
                <a:lnTo>
                  <a:pt x="495300" y="323850"/>
                </a:lnTo>
                <a:lnTo>
                  <a:pt x="495300" y="333375"/>
                </a:lnTo>
                <a:lnTo>
                  <a:pt x="485775" y="333375"/>
                </a:lnTo>
                <a:close/>
                <a:moveTo>
                  <a:pt x="38100" y="333375"/>
                </a:moveTo>
                <a:lnTo>
                  <a:pt x="47625" y="333375"/>
                </a:lnTo>
                <a:lnTo>
                  <a:pt x="47625" y="352425"/>
                </a:lnTo>
                <a:lnTo>
                  <a:pt x="38100" y="352425"/>
                </a:lnTo>
                <a:close/>
                <a:moveTo>
                  <a:pt x="476250" y="333375"/>
                </a:moveTo>
                <a:lnTo>
                  <a:pt x="485775" y="333375"/>
                </a:lnTo>
                <a:lnTo>
                  <a:pt x="485775" y="361950"/>
                </a:lnTo>
                <a:lnTo>
                  <a:pt x="476250" y="361950"/>
                </a:lnTo>
                <a:lnTo>
                  <a:pt x="476250" y="371475"/>
                </a:lnTo>
                <a:lnTo>
                  <a:pt x="447675" y="371475"/>
                </a:lnTo>
                <a:lnTo>
                  <a:pt x="447675" y="361950"/>
                </a:lnTo>
                <a:lnTo>
                  <a:pt x="457200" y="361950"/>
                </a:lnTo>
                <a:lnTo>
                  <a:pt x="457200" y="352425"/>
                </a:lnTo>
                <a:lnTo>
                  <a:pt x="466725" y="352425"/>
                </a:lnTo>
                <a:lnTo>
                  <a:pt x="466725" y="342900"/>
                </a:lnTo>
                <a:lnTo>
                  <a:pt x="476250" y="342900"/>
                </a:lnTo>
                <a:close/>
                <a:moveTo>
                  <a:pt x="47625" y="352425"/>
                </a:moveTo>
                <a:lnTo>
                  <a:pt x="57150" y="352425"/>
                </a:lnTo>
                <a:lnTo>
                  <a:pt x="57150" y="361950"/>
                </a:lnTo>
                <a:lnTo>
                  <a:pt x="47625" y="361950"/>
                </a:lnTo>
                <a:close/>
                <a:moveTo>
                  <a:pt x="85725" y="361950"/>
                </a:moveTo>
                <a:lnTo>
                  <a:pt x="104775" y="361950"/>
                </a:lnTo>
                <a:lnTo>
                  <a:pt x="104775" y="371475"/>
                </a:lnTo>
                <a:lnTo>
                  <a:pt x="85725" y="371475"/>
                </a:lnTo>
                <a:close/>
                <a:moveTo>
                  <a:pt x="438150" y="371475"/>
                </a:moveTo>
                <a:lnTo>
                  <a:pt x="447675" y="371475"/>
                </a:lnTo>
                <a:lnTo>
                  <a:pt x="447675" y="381000"/>
                </a:lnTo>
                <a:lnTo>
                  <a:pt x="438150" y="381000"/>
                </a:lnTo>
                <a:close/>
                <a:moveTo>
                  <a:pt x="428625" y="381000"/>
                </a:moveTo>
                <a:lnTo>
                  <a:pt x="438150" y="381000"/>
                </a:lnTo>
                <a:lnTo>
                  <a:pt x="438150" y="390525"/>
                </a:lnTo>
                <a:lnTo>
                  <a:pt x="428625" y="390525"/>
                </a:lnTo>
                <a:close/>
                <a:moveTo>
                  <a:pt x="419100" y="390525"/>
                </a:moveTo>
                <a:lnTo>
                  <a:pt x="428625" y="390525"/>
                </a:lnTo>
                <a:lnTo>
                  <a:pt x="428625" y="409575"/>
                </a:lnTo>
                <a:lnTo>
                  <a:pt x="419100" y="409575"/>
                </a:lnTo>
                <a:close/>
                <a:moveTo>
                  <a:pt x="161925" y="409575"/>
                </a:moveTo>
                <a:lnTo>
                  <a:pt x="171450" y="409575"/>
                </a:lnTo>
                <a:lnTo>
                  <a:pt x="171450" y="419100"/>
                </a:lnTo>
                <a:lnTo>
                  <a:pt x="161925" y="419100"/>
                </a:lnTo>
                <a:close/>
                <a:moveTo>
                  <a:pt x="95250" y="419100"/>
                </a:moveTo>
                <a:lnTo>
                  <a:pt x="104775" y="419100"/>
                </a:lnTo>
                <a:lnTo>
                  <a:pt x="104775" y="428625"/>
                </a:lnTo>
                <a:lnTo>
                  <a:pt x="114300" y="428625"/>
                </a:lnTo>
                <a:lnTo>
                  <a:pt x="114300" y="438150"/>
                </a:lnTo>
                <a:lnTo>
                  <a:pt x="95250" y="438150"/>
                </a:lnTo>
                <a:lnTo>
                  <a:pt x="95250" y="447675"/>
                </a:lnTo>
                <a:lnTo>
                  <a:pt x="85725" y="447675"/>
                </a:lnTo>
                <a:lnTo>
                  <a:pt x="85725" y="457200"/>
                </a:lnTo>
                <a:lnTo>
                  <a:pt x="76200" y="457200"/>
                </a:lnTo>
                <a:lnTo>
                  <a:pt x="76200" y="466725"/>
                </a:lnTo>
                <a:lnTo>
                  <a:pt x="66675" y="466725"/>
                </a:lnTo>
                <a:lnTo>
                  <a:pt x="66675" y="485775"/>
                </a:lnTo>
                <a:lnTo>
                  <a:pt x="57150" y="485775"/>
                </a:lnTo>
                <a:lnTo>
                  <a:pt x="57150" y="523875"/>
                </a:lnTo>
                <a:lnTo>
                  <a:pt x="47625" y="523875"/>
                </a:lnTo>
                <a:lnTo>
                  <a:pt x="47625" y="581025"/>
                </a:lnTo>
                <a:lnTo>
                  <a:pt x="57150" y="581025"/>
                </a:lnTo>
                <a:lnTo>
                  <a:pt x="57150" y="590550"/>
                </a:lnTo>
                <a:lnTo>
                  <a:pt x="95250" y="590550"/>
                </a:lnTo>
                <a:lnTo>
                  <a:pt x="95250" y="600075"/>
                </a:lnTo>
                <a:lnTo>
                  <a:pt x="47625" y="600075"/>
                </a:lnTo>
                <a:lnTo>
                  <a:pt x="47625" y="590550"/>
                </a:lnTo>
                <a:lnTo>
                  <a:pt x="38100" y="590550"/>
                </a:lnTo>
                <a:lnTo>
                  <a:pt x="38100" y="485775"/>
                </a:lnTo>
                <a:lnTo>
                  <a:pt x="47625" y="485775"/>
                </a:lnTo>
                <a:lnTo>
                  <a:pt x="47625" y="466725"/>
                </a:lnTo>
                <a:lnTo>
                  <a:pt x="57150" y="466725"/>
                </a:lnTo>
                <a:lnTo>
                  <a:pt x="57150" y="457200"/>
                </a:lnTo>
                <a:lnTo>
                  <a:pt x="66675" y="457200"/>
                </a:lnTo>
                <a:lnTo>
                  <a:pt x="66675" y="438150"/>
                </a:lnTo>
                <a:lnTo>
                  <a:pt x="85725" y="438150"/>
                </a:lnTo>
                <a:lnTo>
                  <a:pt x="85725" y="428625"/>
                </a:lnTo>
                <a:lnTo>
                  <a:pt x="95250" y="428625"/>
                </a:lnTo>
                <a:close/>
                <a:moveTo>
                  <a:pt x="171450" y="419100"/>
                </a:moveTo>
                <a:lnTo>
                  <a:pt x="180975" y="419100"/>
                </a:lnTo>
                <a:lnTo>
                  <a:pt x="180975" y="428625"/>
                </a:lnTo>
                <a:lnTo>
                  <a:pt x="190500" y="428625"/>
                </a:lnTo>
                <a:lnTo>
                  <a:pt x="190500" y="438150"/>
                </a:lnTo>
                <a:lnTo>
                  <a:pt x="200025" y="438150"/>
                </a:lnTo>
                <a:lnTo>
                  <a:pt x="200025" y="447675"/>
                </a:lnTo>
                <a:lnTo>
                  <a:pt x="209550" y="447675"/>
                </a:lnTo>
                <a:lnTo>
                  <a:pt x="209550" y="457200"/>
                </a:lnTo>
                <a:lnTo>
                  <a:pt x="219075" y="457200"/>
                </a:lnTo>
                <a:lnTo>
                  <a:pt x="219075" y="466725"/>
                </a:lnTo>
                <a:lnTo>
                  <a:pt x="180975" y="466725"/>
                </a:lnTo>
                <a:lnTo>
                  <a:pt x="180975" y="457200"/>
                </a:lnTo>
                <a:lnTo>
                  <a:pt x="161925" y="457200"/>
                </a:lnTo>
                <a:lnTo>
                  <a:pt x="161925" y="447675"/>
                </a:lnTo>
                <a:lnTo>
                  <a:pt x="152400" y="447675"/>
                </a:lnTo>
                <a:lnTo>
                  <a:pt x="152400" y="457200"/>
                </a:lnTo>
                <a:lnTo>
                  <a:pt x="161925" y="457200"/>
                </a:lnTo>
                <a:lnTo>
                  <a:pt x="161925" y="476250"/>
                </a:lnTo>
                <a:lnTo>
                  <a:pt x="152400" y="476250"/>
                </a:lnTo>
                <a:lnTo>
                  <a:pt x="152400" y="485775"/>
                </a:lnTo>
                <a:lnTo>
                  <a:pt x="171450" y="485775"/>
                </a:lnTo>
                <a:lnTo>
                  <a:pt x="171450" y="495300"/>
                </a:lnTo>
                <a:lnTo>
                  <a:pt x="180975" y="495300"/>
                </a:lnTo>
                <a:lnTo>
                  <a:pt x="180975" y="504825"/>
                </a:lnTo>
                <a:lnTo>
                  <a:pt x="161925" y="504825"/>
                </a:lnTo>
                <a:lnTo>
                  <a:pt x="161925" y="514350"/>
                </a:lnTo>
                <a:lnTo>
                  <a:pt x="142875" y="514350"/>
                </a:lnTo>
                <a:lnTo>
                  <a:pt x="142875" y="523875"/>
                </a:lnTo>
                <a:lnTo>
                  <a:pt x="123825" y="523875"/>
                </a:lnTo>
                <a:lnTo>
                  <a:pt x="123825" y="514350"/>
                </a:lnTo>
                <a:lnTo>
                  <a:pt x="114300" y="514350"/>
                </a:lnTo>
                <a:lnTo>
                  <a:pt x="114300" y="485775"/>
                </a:lnTo>
                <a:lnTo>
                  <a:pt x="123825" y="485775"/>
                </a:lnTo>
                <a:lnTo>
                  <a:pt x="123825" y="466725"/>
                </a:lnTo>
                <a:lnTo>
                  <a:pt x="133350" y="466725"/>
                </a:lnTo>
                <a:lnTo>
                  <a:pt x="133350" y="457200"/>
                </a:lnTo>
                <a:lnTo>
                  <a:pt x="142875" y="457200"/>
                </a:lnTo>
                <a:lnTo>
                  <a:pt x="142875" y="438150"/>
                </a:lnTo>
                <a:lnTo>
                  <a:pt x="161925" y="438150"/>
                </a:lnTo>
                <a:lnTo>
                  <a:pt x="161925" y="428625"/>
                </a:lnTo>
                <a:lnTo>
                  <a:pt x="171450" y="428625"/>
                </a:lnTo>
                <a:close/>
                <a:moveTo>
                  <a:pt x="419100" y="457200"/>
                </a:moveTo>
                <a:lnTo>
                  <a:pt x="428625" y="457200"/>
                </a:lnTo>
                <a:lnTo>
                  <a:pt x="428625" y="495300"/>
                </a:lnTo>
                <a:lnTo>
                  <a:pt x="419100" y="495300"/>
                </a:lnTo>
                <a:close/>
                <a:moveTo>
                  <a:pt x="247650" y="476250"/>
                </a:moveTo>
                <a:lnTo>
                  <a:pt x="266700" y="476250"/>
                </a:lnTo>
                <a:lnTo>
                  <a:pt x="266700" y="485775"/>
                </a:lnTo>
                <a:lnTo>
                  <a:pt x="247650" y="485775"/>
                </a:lnTo>
                <a:close/>
                <a:moveTo>
                  <a:pt x="266700" y="485775"/>
                </a:moveTo>
                <a:lnTo>
                  <a:pt x="276225" y="485775"/>
                </a:lnTo>
                <a:lnTo>
                  <a:pt x="276225" y="495300"/>
                </a:lnTo>
                <a:lnTo>
                  <a:pt x="266700" y="495300"/>
                </a:lnTo>
                <a:close/>
                <a:moveTo>
                  <a:pt x="190500" y="495300"/>
                </a:moveTo>
                <a:lnTo>
                  <a:pt x="200025" y="495300"/>
                </a:lnTo>
                <a:lnTo>
                  <a:pt x="200025" y="504825"/>
                </a:lnTo>
                <a:lnTo>
                  <a:pt x="190500" y="504825"/>
                </a:lnTo>
                <a:close/>
                <a:moveTo>
                  <a:pt x="409575" y="495300"/>
                </a:moveTo>
                <a:lnTo>
                  <a:pt x="419100" y="495300"/>
                </a:lnTo>
                <a:lnTo>
                  <a:pt x="419100" y="514350"/>
                </a:lnTo>
                <a:lnTo>
                  <a:pt x="409575" y="514350"/>
                </a:lnTo>
                <a:lnTo>
                  <a:pt x="409575" y="523875"/>
                </a:lnTo>
                <a:lnTo>
                  <a:pt x="390525" y="523875"/>
                </a:lnTo>
                <a:lnTo>
                  <a:pt x="390525" y="514350"/>
                </a:lnTo>
                <a:lnTo>
                  <a:pt x="400050" y="514350"/>
                </a:lnTo>
                <a:lnTo>
                  <a:pt x="400050" y="504825"/>
                </a:lnTo>
                <a:lnTo>
                  <a:pt x="409575" y="504825"/>
                </a:lnTo>
                <a:close/>
                <a:moveTo>
                  <a:pt x="200025" y="504825"/>
                </a:moveTo>
                <a:lnTo>
                  <a:pt x="209550" y="504825"/>
                </a:lnTo>
                <a:lnTo>
                  <a:pt x="209550" y="552450"/>
                </a:lnTo>
                <a:lnTo>
                  <a:pt x="200025" y="552450"/>
                </a:lnTo>
                <a:lnTo>
                  <a:pt x="200025" y="561975"/>
                </a:lnTo>
                <a:lnTo>
                  <a:pt x="180975" y="561975"/>
                </a:lnTo>
                <a:lnTo>
                  <a:pt x="180975" y="571500"/>
                </a:lnTo>
                <a:lnTo>
                  <a:pt x="161925" y="571500"/>
                </a:lnTo>
                <a:lnTo>
                  <a:pt x="161925" y="561975"/>
                </a:lnTo>
                <a:lnTo>
                  <a:pt x="171450" y="561975"/>
                </a:lnTo>
                <a:lnTo>
                  <a:pt x="171450" y="552450"/>
                </a:lnTo>
                <a:lnTo>
                  <a:pt x="180975" y="552450"/>
                </a:lnTo>
                <a:lnTo>
                  <a:pt x="180975" y="542925"/>
                </a:lnTo>
                <a:lnTo>
                  <a:pt x="190500" y="542925"/>
                </a:lnTo>
                <a:lnTo>
                  <a:pt x="190500" y="533400"/>
                </a:lnTo>
                <a:lnTo>
                  <a:pt x="200025" y="533400"/>
                </a:lnTo>
                <a:close/>
                <a:moveTo>
                  <a:pt x="266700" y="523875"/>
                </a:moveTo>
                <a:lnTo>
                  <a:pt x="276225" y="523875"/>
                </a:lnTo>
                <a:lnTo>
                  <a:pt x="276225" y="581025"/>
                </a:lnTo>
                <a:lnTo>
                  <a:pt x="285750" y="581025"/>
                </a:lnTo>
                <a:lnTo>
                  <a:pt x="285750" y="590550"/>
                </a:lnTo>
                <a:lnTo>
                  <a:pt x="314325" y="590550"/>
                </a:lnTo>
                <a:lnTo>
                  <a:pt x="314325" y="581025"/>
                </a:lnTo>
                <a:lnTo>
                  <a:pt x="323850" y="581025"/>
                </a:lnTo>
                <a:lnTo>
                  <a:pt x="323850" y="571500"/>
                </a:lnTo>
                <a:lnTo>
                  <a:pt x="333375" y="571500"/>
                </a:lnTo>
                <a:lnTo>
                  <a:pt x="333375" y="561975"/>
                </a:lnTo>
                <a:lnTo>
                  <a:pt x="352425" y="561975"/>
                </a:lnTo>
                <a:lnTo>
                  <a:pt x="352425" y="552450"/>
                </a:lnTo>
                <a:lnTo>
                  <a:pt x="361950" y="552450"/>
                </a:lnTo>
                <a:lnTo>
                  <a:pt x="361950" y="542925"/>
                </a:lnTo>
                <a:lnTo>
                  <a:pt x="371475" y="542925"/>
                </a:lnTo>
                <a:lnTo>
                  <a:pt x="371475" y="533400"/>
                </a:lnTo>
                <a:lnTo>
                  <a:pt x="381000" y="533400"/>
                </a:lnTo>
                <a:lnTo>
                  <a:pt x="381000" y="523875"/>
                </a:lnTo>
                <a:lnTo>
                  <a:pt x="390525" y="523875"/>
                </a:lnTo>
                <a:lnTo>
                  <a:pt x="390525" y="533400"/>
                </a:lnTo>
                <a:lnTo>
                  <a:pt x="381000" y="533400"/>
                </a:lnTo>
                <a:lnTo>
                  <a:pt x="381000" y="542925"/>
                </a:lnTo>
                <a:lnTo>
                  <a:pt x="371475" y="542925"/>
                </a:lnTo>
                <a:lnTo>
                  <a:pt x="371475" y="552450"/>
                </a:lnTo>
                <a:lnTo>
                  <a:pt x="361950" y="552450"/>
                </a:lnTo>
                <a:lnTo>
                  <a:pt x="361950" y="561975"/>
                </a:lnTo>
                <a:lnTo>
                  <a:pt x="352425" y="561975"/>
                </a:lnTo>
                <a:lnTo>
                  <a:pt x="352425" y="581025"/>
                </a:lnTo>
                <a:lnTo>
                  <a:pt x="342900" y="581025"/>
                </a:lnTo>
                <a:lnTo>
                  <a:pt x="342900" y="590550"/>
                </a:lnTo>
                <a:lnTo>
                  <a:pt x="323850" y="590550"/>
                </a:lnTo>
                <a:lnTo>
                  <a:pt x="323850" y="600075"/>
                </a:lnTo>
                <a:lnTo>
                  <a:pt x="266700" y="600075"/>
                </a:lnTo>
                <a:lnTo>
                  <a:pt x="266700" y="590550"/>
                </a:lnTo>
                <a:lnTo>
                  <a:pt x="257175" y="590550"/>
                </a:lnTo>
                <a:lnTo>
                  <a:pt x="257175" y="542925"/>
                </a:lnTo>
                <a:lnTo>
                  <a:pt x="266700" y="542925"/>
                </a:lnTo>
                <a:close/>
                <a:moveTo>
                  <a:pt x="142875" y="571500"/>
                </a:moveTo>
                <a:lnTo>
                  <a:pt x="152400" y="571500"/>
                </a:lnTo>
                <a:lnTo>
                  <a:pt x="152400" y="581025"/>
                </a:lnTo>
                <a:lnTo>
                  <a:pt x="142875" y="581025"/>
                </a:lnTo>
                <a:close/>
                <a:moveTo>
                  <a:pt x="104775" y="581025"/>
                </a:moveTo>
                <a:lnTo>
                  <a:pt x="123825" y="581025"/>
                </a:lnTo>
                <a:lnTo>
                  <a:pt x="123825" y="590550"/>
                </a:lnTo>
                <a:lnTo>
                  <a:pt x="104775" y="590550"/>
                </a:lnTo>
                <a:close/>
              </a:path>
            </a:pathLst>
          </a:custGeom>
          <a:solidFill xmlns:a="http://schemas.openxmlformats.org/drawingml/2006/main">
            <a:srgbClr val="F7EBDA"/>
          </a:solidFill>
          <a:ln xmlns:a="http://schemas.openxmlformats.org/drawingml/2006/main" w="0">
            <a:noFill/>
          </a:ln>
        </p:spPr>
      </p:sp>
      <p:sp>
        <p:nvSpPr>
          <p:cNvPr id="96" name="rocket vector #e3c2ad">
            <a:extLst xmlns:a="http://schemas.openxmlformats.org/drawingml/2006/main">
              <a:ext uri="{FF2B5EF4-FFF2-40B4-BE49-F238E27FC236}">
                <a16:creationId xmlns:a16="http://schemas.microsoft.com/office/drawing/2014/main" id="{4003420F-FF93-462D-8B3D-93CD381B7CD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867775" y="1800225"/>
            <a:ext cx="752475" cy="742950"/>
          </a:xfrm>
          <a:custGeom xmlns:a="http://schemas.openxmlformats.org/drawingml/2006/main">
            <a:pathLst>
              <a:path w="638175" h="628650">
                <a:moveTo>
                  <a:pt x="495300" y="47625"/>
                </a:moveTo>
                <a:lnTo>
                  <a:pt x="552450" y="47625"/>
                </a:lnTo>
                <a:lnTo>
                  <a:pt x="552450" y="57150"/>
                </a:lnTo>
                <a:lnTo>
                  <a:pt x="495300" y="57150"/>
                </a:lnTo>
                <a:close/>
                <a:moveTo>
                  <a:pt x="438150" y="57150"/>
                </a:moveTo>
                <a:lnTo>
                  <a:pt x="466725" y="57150"/>
                </a:lnTo>
                <a:lnTo>
                  <a:pt x="466725" y="66675"/>
                </a:lnTo>
                <a:lnTo>
                  <a:pt x="438150" y="66675"/>
                </a:lnTo>
                <a:close/>
                <a:moveTo>
                  <a:pt x="552450" y="57150"/>
                </a:moveTo>
                <a:lnTo>
                  <a:pt x="561975" y="57150"/>
                </a:lnTo>
                <a:lnTo>
                  <a:pt x="561975" y="66675"/>
                </a:lnTo>
                <a:lnTo>
                  <a:pt x="552450" y="66675"/>
                </a:lnTo>
                <a:close/>
                <a:moveTo>
                  <a:pt x="409575" y="66675"/>
                </a:moveTo>
                <a:lnTo>
                  <a:pt x="428625" y="66675"/>
                </a:lnTo>
                <a:lnTo>
                  <a:pt x="428625" y="76200"/>
                </a:lnTo>
                <a:lnTo>
                  <a:pt x="409575" y="76200"/>
                </a:lnTo>
                <a:close/>
                <a:moveTo>
                  <a:pt x="561975" y="66675"/>
                </a:moveTo>
                <a:lnTo>
                  <a:pt x="571500" y="66675"/>
                </a:lnTo>
                <a:lnTo>
                  <a:pt x="571500" y="152400"/>
                </a:lnTo>
                <a:lnTo>
                  <a:pt x="561975" y="152400"/>
                </a:lnTo>
                <a:close/>
                <a:moveTo>
                  <a:pt x="381000" y="76200"/>
                </a:moveTo>
                <a:lnTo>
                  <a:pt x="400050" y="76200"/>
                </a:lnTo>
                <a:lnTo>
                  <a:pt x="400050" y="85725"/>
                </a:lnTo>
                <a:lnTo>
                  <a:pt x="381000" y="85725"/>
                </a:lnTo>
                <a:close/>
                <a:moveTo>
                  <a:pt x="361950" y="85725"/>
                </a:moveTo>
                <a:lnTo>
                  <a:pt x="371475" y="85725"/>
                </a:lnTo>
                <a:lnTo>
                  <a:pt x="371475" y="95250"/>
                </a:lnTo>
                <a:lnTo>
                  <a:pt x="361950" y="95250"/>
                </a:lnTo>
                <a:close/>
                <a:moveTo>
                  <a:pt x="352425" y="95250"/>
                </a:moveTo>
                <a:lnTo>
                  <a:pt x="361950" y="95250"/>
                </a:lnTo>
                <a:lnTo>
                  <a:pt x="361950" y="104775"/>
                </a:lnTo>
                <a:lnTo>
                  <a:pt x="352425" y="104775"/>
                </a:lnTo>
                <a:close/>
                <a:moveTo>
                  <a:pt x="333375" y="104775"/>
                </a:moveTo>
                <a:lnTo>
                  <a:pt x="342900" y="104775"/>
                </a:lnTo>
                <a:lnTo>
                  <a:pt x="342900" y="114300"/>
                </a:lnTo>
                <a:lnTo>
                  <a:pt x="333375" y="114300"/>
                </a:lnTo>
                <a:close/>
                <a:moveTo>
                  <a:pt x="323850" y="114300"/>
                </a:moveTo>
                <a:lnTo>
                  <a:pt x="333375" y="114300"/>
                </a:lnTo>
                <a:lnTo>
                  <a:pt x="333375" y="123825"/>
                </a:lnTo>
                <a:lnTo>
                  <a:pt x="323850" y="123825"/>
                </a:lnTo>
                <a:close/>
                <a:moveTo>
                  <a:pt x="304800" y="123825"/>
                </a:moveTo>
                <a:lnTo>
                  <a:pt x="314325" y="123825"/>
                </a:lnTo>
                <a:lnTo>
                  <a:pt x="314325" y="133350"/>
                </a:lnTo>
                <a:lnTo>
                  <a:pt x="304800" y="133350"/>
                </a:lnTo>
                <a:close/>
                <a:moveTo>
                  <a:pt x="295275" y="133350"/>
                </a:moveTo>
                <a:lnTo>
                  <a:pt x="304800" y="133350"/>
                </a:lnTo>
                <a:lnTo>
                  <a:pt x="304800" y="142875"/>
                </a:lnTo>
                <a:lnTo>
                  <a:pt x="295275" y="142875"/>
                </a:lnTo>
                <a:close/>
                <a:moveTo>
                  <a:pt x="285750" y="142875"/>
                </a:moveTo>
                <a:lnTo>
                  <a:pt x="295275" y="142875"/>
                </a:lnTo>
                <a:lnTo>
                  <a:pt x="295275" y="152400"/>
                </a:lnTo>
                <a:lnTo>
                  <a:pt x="285750" y="152400"/>
                </a:lnTo>
                <a:close/>
                <a:moveTo>
                  <a:pt x="276225" y="152400"/>
                </a:moveTo>
                <a:lnTo>
                  <a:pt x="285750" y="152400"/>
                </a:lnTo>
                <a:lnTo>
                  <a:pt x="285750" y="161925"/>
                </a:lnTo>
                <a:lnTo>
                  <a:pt x="276225" y="161925"/>
                </a:lnTo>
                <a:close/>
                <a:moveTo>
                  <a:pt x="266700" y="161925"/>
                </a:moveTo>
                <a:lnTo>
                  <a:pt x="276225" y="161925"/>
                </a:lnTo>
                <a:lnTo>
                  <a:pt x="276225" y="171450"/>
                </a:lnTo>
                <a:lnTo>
                  <a:pt x="266700" y="171450"/>
                </a:lnTo>
                <a:close/>
                <a:moveTo>
                  <a:pt x="390525" y="161925"/>
                </a:moveTo>
                <a:lnTo>
                  <a:pt x="400050" y="161925"/>
                </a:lnTo>
                <a:lnTo>
                  <a:pt x="400050" y="171450"/>
                </a:lnTo>
                <a:lnTo>
                  <a:pt x="390525" y="171450"/>
                </a:lnTo>
                <a:close/>
                <a:moveTo>
                  <a:pt x="419100" y="161925"/>
                </a:moveTo>
                <a:lnTo>
                  <a:pt x="438150" y="161925"/>
                </a:lnTo>
                <a:lnTo>
                  <a:pt x="438150" y="171450"/>
                </a:lnTo>
                <a:lnTo>
                  <a:pt x="419100" y="171450"/>
                </a:lnTo>
                <a:close/>
                <a:moveTo>
                  <a:pt x="438150" y="171450"/>
                </a:moveTo>
                <a:lnTo>
                  <a:pt x="447675" y="171450"/>
                </a:lnTo>
                <a:lnTo>
                  <a:pt x="447675" y="180975"/>
                </a:lnTo>
                <a:lnTo>
                  <a:pt x="438150" y="180975"/>
                </a:lnTo>
                <a:close/>
                <a:moveTo>
                  <a:pt x="552450" y="171450"/>
                </a:moveTo>
                <a:lnTo>
                  <a:pt x="561975" y="171450"/>
                </a:lnTo>
                <a:lnTo>
                  <a:pt x="561975" y="200025"/>
                </a:lnTo>
                <a:lnTo>
                  <a:pt x="552450" y="200025"/>
                </a:lnTo>
                <a:close/>
                <a:moveTo>
                  <a:pt x="447675" y="180975"/>
                </a:moveTo>
                <a:lnTo>
                  <a:pt x="457200" y="180975"/>
                </a:lnTo>
                <a:lnTo>
                  <a:pt x="457200" y="190500"/>
                </a:lnTo>
                <a:lnTo>
                  <a:pt x="447675" y="190500"/>
                </a:lnTo>
                <a:close/>
                <a:moveTo>
                  <a:pt x="247650" y="190500"/>
                </a:moveTo>
                <a:lnTo>
                  <a:pt x="257175" y="190500"/>
                </a:lnTo>
                <a:lnTo>
                  <a:pt x="257175" y="200025"/>
                </a:lnTo>
                <a:lnTo>
                  <a:pt x="247650" y="200025"/>
                </a:lnTo>
                <a:close/>
                <a:moveTo>
                  <a:pt x="361950" y="190500"/>
                </a:moveTo>
                <a:lnTo>
                  <a:pt x="371475" y="190500"/>
                </a:lnTo>
                <a:lnTo>
                  <a:pt x="371475" y="209550"/>
                </a:lnTo>
                <a:lnTo>
                  <a:pt x="361950" y="209550"/>
                </a:lnTo>
                <a:close/>
                <a:moveTo>
                  <a:pt x="238125" y="200025"/>
                </a:moveTo>
                <a:lnTo>
                  <a:pt x="247650" y="200025"/>
                </a:lnTo>
                <a:lnTo>
                  <a:pt x="247650" y="209550"/>
                </a:lnTo>
                <a:lnTo>
                  <a:pt x="238125" y="209550"/>
                </a:lnTo>
                <a:close/>
                <a:moveTo>
                  <a:pt x="228600" y="209550"/>
                </a:moveTo>
                <a:lnTo>
                  <a:pt x="238125" y="209550"/>
                </a:lnTo>
                <a:lnTo>
                  <a:pt x="238125" y="219075"/>
                </a:lnTo>
                <a:lnTo>
                  <a:pt x="228600" y="219075"/>
                </a:lnTo>
                <a:close/>
                <a:moveTo>
                  <a:pt x="542925" y="209550"/>
                </a:moveTo>
                <a:lnTo>
                  <a:pt x="552450" y="209550"/>
                </a:lnTo>
                <a:lnTo>
                  <a:pt x="552450" y="228600"/>
                </a:lnTo>
                <a:lnTo>
                  <a:pt x="542925" y="228600"/>
                </a:lnTo>
                <a:close/>
                <a:moveTo>
                  <a:pt x="361950" y="219075"/>
                </a:moveTo>
                <a:lnTo>
                  <a:pt x="371475" y="219075"/>
                </a:lnTo>
                <a:lnTo>
                  <a:pt x="371475" y="238125"/>
                </a:lnTo>
                <a:lnTo>
                  <a:pt x="361950" y="238125"/>
                </a:lnTo>
                <a:close/>
                <a:moveTo>
                  <a:pt x="447675" y="228600"/>
                </a:moveTo>
                <a:lnTo>
                  <a:pt x="457200" y="228600"/>
                </a:lnTo>
                <a:lnTo>
                  <a:pt x="457200" y="238125"/>
                </a:lnTo>
                <a:lnTo>
                  <a:pt x="447675" y="238125"/>
                </a:lnTo>
                <a:close/>
                <a:moveTo>
                  <a:pt x="371475" y="238125"/>
                </a:moveTo>
                <a:lnTo>
                  <a:pt x="381000" y="238125"/>
                </a:lnTo>
                <a:lnTo>
                  <a:pt x="381000" y="247650"/>
                </a:lnTo>
                <a:lnTo>
                  <a:pt x="371475" y="247650"/>
                </a:lnTo>
                <a:close/>
                <a:moveTo>
                  <a:pt x="533400" y="238125"/>
                </a:moveTo>
                <a:lnTo>
                  <a:pt x="542925" y="238125"/>
                </a:lnTo>
                <a:lnTo>
                  <a:pt x="542925" y="247650"/>
                </a:lnTo>
                <a:lnTo>
                  <a:pt x="533400" y="247650"/>
                </a:lnTo>
                <a:close/>
                <a:moveTo>
                  <a:pt x="104775" y="247650"/>
                </a:moveTo>
                <a:lnTo>
                  <a:pt x="114300" y="247650"/>
                </a:lnTo>
                <a:lnTo>
                  <a:pt x="114300" y="257175"/>
                </a:lnTo>
                <a:lnTo>
                  <a:pt x="104775" y="257175"/>
                </a:lnTo>
                <a:close/>
                <a:moveTo>
                  <a:pt x="381000" y="247650"/>
                </a:moveTo>
                <a:lnTo>
                  <a:pt x="390525" y="247650"/>
                </a:lnTo>
                <a:lnTo>
                  <a:pt x="390525" y="257175"/>
                </a:lnTo>
                <a:lnTo>
                  <a:pt x="381000" y="257175"/>
                </a:lnTo>
                <a:close/>
                <a:moveTo>
                  <a:pt x="95250" y="257175"/>
                </a:moveTo>
                <a:lnTo>
                  <a:pt x="104775" y="257175"/>
                </a:lnTo>
                <a:lnTo>
                  <a:pt x="104775" y="266700"/>
                </a:lnTo>
                <a:lnTo>
                  <a:pt x="95250" y="266700"/>
                </a:lnTo>
                <a:close/>
                <a:moveTo>
                  <a:pt x="390525" y="257175"/>
                </a:moveTo>
                <a:lnTo>
                  <a:pt x="428625" y="257175"/>
                </a:lnTo>
                <a:lnTo>
                  <a:pt x="428625" y="266700"/>
                </a:lnTo>
                <a:lnTo>
                  <a:pt x="390525" y="266700"/>
                </a:lnTo>
                <a:close/>
                <a:moveTo>
                  <a:pt x="523875" y="257175"/>
                </a:moveTo>
                <a:lnTo>
                  <a:pt x="533400" y="257175"/>
                </a:lnTo>
                <a:lnTo>
                  <a:pt x="533400" y="266700"/>
                </a:lnTo>
                <a:lnTo>
                  <a:pt x="523875" y="266700"/>
                </a:lnTo>
                <a:close/>
                <a:moveTo>
                  <a:pt x="514350" y="276225"/>
                </a:moveTo>
                <a:lnTo>
                  <a:pt x="523875" y="276225"/>
                </a:lnTo>
                <a:lnTo>
                  <a:pt x="523875" y="285750"/>
                </a:lnTo>
                <a:lnTo>
                  <a:pt x="514350" y="285750"/>
                </a:lnTo>
                <a:close/>
                <a:moveTo>
                  <a:pt x="76200" y="285750"/>
                </a:moveTo>
                <a:lnTo>
                  <a:pt x="85725" y="285750"/>
                </a:lnTo>
                <a:lnTo>
                  <a:pt x="85725" y="295275"/>
                </a:lnTo>
                <a:lnTo>
                  <a:pt x="76200" y="295275"/>
                </a:lnTo>
                <a:close/>
                <a:moveTo>
                  <a:pt x="66675" y="295275"/>
                </a:moveTo>
                <a:lnTo>
                  <a:pt x="76200" y="295275"/>
                </a:lnTo>
                <a:lnTo>
                  <a:pt x="76200" y="304800"/>
                </a:lnTo>
                <a:lnTo>
                  <a:pt x="66675" y="304800"/>
                </a:lnTo>
                <a:close/>
                <a:moveTo>
                  <a:pt x="504825" y="295275"/>
                </a:moveTo>
                <a:lnTo>
                  <a:pt x="514350" y="295275"/>
                </a:lnTo>
                <a:lnTo>
                  <a:pt x="514350" y="304800"/>
                </a:lnTo>
                <a:lnTo>
                  <a:pt x="504825" y="304800"/>
                </a:lnTo>
                <a:close/>
                <a:moveTo>
                  <a:pt x="495300" y="304800"/>
                </a:moveTo>
                <a:lnTo>
                  <a:pt x="504825" y="304800"/>
                </a:lnTo>
                <a:lnTo>
                  <a:pt x="504825" y="314325"/>
                </a:lnTo>
                <a:lnTo>
                  <a:pt x="495300" y="314325"/>
                </a:lnTo>
                <a:close/>
                <a:moveTo>
                  <a:pt x="57150" y="314325"/>
                </a:moveTo>
                <a:lnTo>
                  <a:pt x="66675" y="314325"/>
                </a:lnTo>
                <a:lnTo>
                  <a:pt x="66675" y="323850"/>
                </a:lnTo>
                <a:lnTo>
                  <a:pt x="57150" y="323850"/>
                </a:lnTo>
                <a:close/>
                <a:moveTo>
                  <a:pt x="485775" y="314325"/>
                </a:moveTo>
                <a:lnTo>
                  <a:pt x="495300" y="314325"/>
                </a:lnTo>
                <a:lnTo>
                  <a:pt x="495300" y="323850"/>
                </a:lnTo>
                <a:lnTo>
                  <a:pt x="485775" y="323850"/>
                </a:lnTo>
                <a:close/>
                <a:moveTo>
                  <a:pt x="47625" y="323850"/>
                </a:moveTo>
                <a:lnTo>
                  <a:pt x="57150" y="323850"/>
                </a:lnTo>
                <a:lnTo>
                  <a:pt x="57150" y="333375"/>
                </a:lnTo>
                <a:lnTo>
                  <a:pt x="47625" y="333375"/>
                </a:lnTo>
                <a:close/>
                <a:moveTo>
                  <a:pt x="47625" y="342900"/>
                </a:moveTo>
                <a:lnTo>
                  <a:pt x="57150" y="342900"/>
                </a:lnTo>
                <a:lnTo>
                  <a:pt x="57150" y="352425"/>
                </a:lnTo>
                <a:lnTo>
                  <a:pt x="47625" y="352425"/>
                </a:lnTo>
                <a:close/>
                <a:moveTo>
                  <a:pt x="57150" y="352425"/>
                </a:moveTo>
                <a:lnTo>
                  <a:pt x="152400" y="352425"/>
                </a:lnTo>
                <a:lnTo>
                  <a:pt x="152400" y="361950"/>
                </a:lnTo>
                <a:lnTo>
                  <a:pt x="161925" y="361950"/>
                </a:lnTo>
                <a:lnTo>
                  <a:pt x="161925" y="400050"/>
                </a:lnTo>
                <a:lnTo>
                  <a:pt x="152400" y="400050"/>
                </a:lnTo>
                <a:lnTo>
                  <a:pt x="152400" y="371475"/>
                </a:lnTo>
                <a:lnTo>
                  <a:pt x="142875" y="371475"/>
                </a:lnTo>
                <a:lnTo>
                  <a:pt x="142875" y="361950"/>
                </a:lnTo>
                <a:lnTo>
                  <a:pt x="57150" y="361950"/>
                </a:lnTo>
                <a:close/>
                <a:moveTo>
                  <a:pt x="438150" y="361950"/>
                </a:moveTo>
                <a:lnTo>
                  <a:pt x="447675" y="361950"/>
                </a:lnTo>
                <a:lnTo>
                  <a:pt x="447675" y="371475"/>
                </a:lnTo>
                <a:lnTo>
                  <a:pt x="438150" y="371475"/>
                </a:lnTo>
                <a:close/>
                <a:moveTo>
                  <a:pt x="428625" y="371475"/>
                </a:moveTo>
                <a:lnTo>
                  <a:pt x="438150" y="371475"/>
                </a:lnTo>
                <a:lnTo>
                  <a:pt x="438150" y="381000"/>
                </a:lnTo>
                <a:lnTo>
                  <a:pt x="428625" y="381000"/>
                </a:lnTo>
                <a:close/>
                <a:moveTo>
                  <a:pt x="419100" y="381000"/>
                </a:moveTo>
                <a:lnTo>
                  <a:pt x="428625" y="381000"/>
                </a:lnTo>
                <a:lnTo>
                  <a:pt x="428625" y="390525"/>
                </a:lnTo>
                <a:lnTo>
                  <a:pt x="419100" y="390525"/>
                </a:lnTo>
                <a:close/>
                <a:moveTo>
                  <a:pt x="409575" y="390525"/>
                </a:moveTo>
                <a:lnTo>
                  <a:pt x="419100" y="390525"/>
                </a:lnTo>
                <a:lnTo>
                  <a:pt x="419100" y="466725"/>
                </a:lnTo>
                <a:lnTo>
                  <a:pt x="409575" y="466725"/>
                </a:lnTo>
                <a:close/>
                <a:moveTo>
                  <a:pt x="161925" y="400050"/>
                </a:moveTo>
                <a:lnTo>
                  <a:pt x="171450" y="400050"/>
                </a:lnTo>
                <a:lnTo>
                  <a:pt x="171450" y="409575"/>
                </a:lnTo>
                <a:lnTo>
                  <a:pt x="161925" y="409575"/>
                </a:lnTo>
                <a:close/>
                <a:moveTo>
                  <a:pt x="171450" y="409575"/>
                </a:moveTo>
                <a:lnTo>
                  <a:pt x="180975" y="409575"/>
                </a:lnTo>
                <a:lnTo>
                  <a:pt x="180975" y="419100"/>
                </a:lnTo>
                <a:lnTo>
                  <a:pt x="171450" y="419100"/>
                </a:lnTo>
                <a:close/>
                <a:moveTo>
                  <a:pt x="180975" y="419100"/>
                </a:moveTo>
                <a:lnTo>
                  <a:pt x="190500" y="419100"/>
                </a:lnTo>
                <a:lnTo>
                  <a:pt x="190500" y="428625"/>
                </a:lnTo>
                <a:lnTo>
                  <a:pt x="180975" y="428625"/>
                </a:lnTo>
                <a:close/>
                <a:moveTo>
                  <a:pt x="114300" y="428625"/>
                </a:moveTo>
                <a:lnTo>
                  <a:pt x="133350" y="428625"/>
                </a:lnTo>
                <a:lnTo>
                  <a:pt x="133350" y="438150"/>
                </a:lnTo>
                <a:lnTo>
                  <a:pt x="142875" y="438150"/>
                </a:lnTo>
                <a:lnTo>
                  <a:pt x="142875" y="457200"/>
                </a:lnTo>
                <a:lnTo>
                  <a:pt x="133350" y="457200"/>
                </a:lnTo>
                <a:lnTo>
                  <a:pt x="133350" y="447675"/>
                </a:lnTo>
                <a:lnTo>
                  <a:pt x="123825" y="447675"/>
                </a:lnTo>
                <a:lnTo>
                  <a:pt x="123825" y="438150"/>
                </a:lnTo>
                <a:lnTo>
                  <a:pt x="114300" y="438150"/>
                </a:lnTo>
                <a:close/>
                <a:moveTo>
                  <a:pt x="190500" y="428625"/>
                </a:moveTo>
                <a:lnTo>
                  <a:pt x="200025" y="428625"/>
                </a:lnTo>
                <a:lnTo>
                  <a:pt x="200025" y="438150"/>
                </a:lnTo>
                <a:lnTo>
                  <a:pt x="190500" y="438150"/>
                </a:lnTo>
                <a:close/>
                <a:moveTo>
                  <a:pt x="95250" y="438150"/>
                </a:moveTo>
                <a:lnTo>
                  <a:pt x="104775" y="438150"/>
                </a:lnTo>
                <a:lnTo>
                  <a:pt x="104775" y="447675"/>
                </a:lnTo>
                <a:lnTo>
                  <a:pt x="95250" y="447675"/>
                </a:lnTo>
                <a:close/>
                <a:moveTo>
                  <a:pt x="200025" y="438150"/>
                </a:moveTo>
                <a:lnTo>
                  <a:pt x="209550" y="438150"/>
                </a:lnTo>
                <a:lnTo>
                  <a:pt x="209550" y="447675"/>
                </a:lnTo>
                <a:lnTo>
                  <a:pt x="200025" y="447675"/>
                </a:lnTo>
                <a:close/>
                <a:moveTo>
                  <a:pt x="85725" y="447675"/>
                </a:moveTo>
                <a:lnTo>
                  <a:pt x="95250" y="447675"/>
                </a:lnTo>
                <a:lnTo>
                  <a:pt x="95250" y="457200"/>
                </a:lnTo>
                <a:lnTo>
                  <a:pt x="85725" y="457200"/>
                </a:lnTo>
                <a:close/>
                <a:moveTo>
                  <a:pt x="209550" y="447675"/>
                </a:moveTo>
                <a:lnTo>
                  <a:pt x="219075" y="447675"/>
                </a:lnTo>
                <a:lnTo>
                  <a:pt x="219075" y="457200"/>
                </a:lnTo>
                <a:lnTo>
                  <a:pt x="209550" y="457200"/>
                </a:lnTo>
                <a:close/>
                <a:moveTo>
                  <a:pt x="76200" y="457200"/>
                </a:moveTo>
                <a:lnTo>
                  <a:pt x="85725" y="457200"/>
                </a:lnTo>
                <a:lnTo>
                  <a:pt x="85725" y="466725"/>
                </a:lnTo>
                <a:lnTo>
                  <a:pt x="76200" y="466725"/>
                </a:lnTo>
                <a:close/>
                <a:moveTo>
                  <a:pt x="123825" y="457200"/>
                </a:moveTo>
                <a:lnTo>
                  <a:pt x="133350" y="457200"/>
                </a:lnTo>
                <a:lnTo>
                  <a:pt x="133350" y="466725"/>
                </a:lnTo>
                <a:lnTo>
                  <a:pt x="123825" y="466725"/>
                </a:lnTo>
                <a:close/>
                <a:moveTo>
                  <a:pt x="219075" y="457200"/>
                </a:moveTo>
                <a:lnTo>
                  <a:pt x="228600" y="457200"/>
                </a:lnTo>
                <a:lnTo>
                  <a:pt x="228600" y="466725"/>
                </a:lnTo>
                <a:lnTo>
                  <a:pt x="219075" y="466725"/>
                </a:lnTo>
                <a:close/>
                <a:moveTo>
                  <a:pt x="66675" y="466725"/>
                </a:moveTo>
                <a:lnTo>
                  <a:pt x="76200" y="466725"/>
                </a:lnTo>
                <a:lnTo>
                  <a:pt x="76200" y="485775"/>
                </a:lnTo>
                <a:lnTo>
                  <a:pt x="66675" y="485775"/>
                </a:lnTo>
                <a:close/>
                <a:moveTo>
                  <a:pt x="228600" y="466725"/>
                </a:moveTo>
                <a:lnTo>
                  <a:pt x="238125" y="466725"/>
                </a:lnTo>
                <a:lnTo>
                  <a:pt x="238125" y="476250"/>
                </a:lnTo>
                <a:lnTo>
                  <a:pt x="228600" y="476250"/>
                </a:lnTo>
                <a:close/>
                <a:moveTo>
                  <a:pt x="114300" y="476250"/>
                </a:moveTo>
                <a:lnTo>
                  <a:pt x="123825" y="476250"/>
                </a:lnTo>
                <a:lnTo>
                  <a:pt x="123825" y="485775"/>
                </a:lnTo>
                <a:lnTo>
                  <a:pt x="114300" y="485775"/>
                </a:lnTo>
                <a:close/>
                <a:moveTo>
                  <a:pt x="266700" y="476250"/>
                </a:moveTo>
                <a:lnTo>
                  <a:pt x="276225" y="476250"/>
                </a:lnTo>
                <a:lnTo>
                  <a:pt x="276225" y="485775"/>
                </a:lnTo>
                <a:lnTo>
                  <a:pt x="266700" y="485775"/>
                </a:lnTo>
                <a:close/>
                <a:moveTo>
                  <a:pt x="57150" y="485775"/>
                </a:moveTo>
                <a:lnTo>
                  <a:pt x="66675" y="485775"/>
                </a:lnTo>
                <a:lnTo>
                  <a:pt x="66675" y="504825"/>
                </a:lnTo>
                <a:lnTo>
                  <a:pt x="57150" y="504825"/>
                </a:lnTo>
                <a:close/>
                <a:moveTo>
                  <a:pt x="276225" y="485775"/>
                </a:moveTo>
                <a:lnTo>
                  <a:pt x="285750" y="485775"/>
                </a:lnTo>
                <a:lnTo>
                  <a:pt x="285750" y="581025"/>
                </a:lnTo>
                <a:lnTo>
                  <a:pt x="276225" y="581025"/>
                </a:lnTo>
                <a:close/>
                <a:moveTo>
                  <a:pt x="409575" y="485775"/>
                </a:moveTo>
                <a:lnTo>
                  <a:pt x="419100" y="485775"/>
                </a:lnTo>
                <a:lnTo>
                  <a:pt x="419100" y="495300"/>
                </a:lnTo>
                <a:lnTo>
                  <a:pt x="409575" y="495300"/>
                </a:lnTo>
                <a:close/>
                <a:moveTo>
                  <a:pt x="104775" y="495300"/>
                </a:moveTo>
                <a:lnTo>
                  <a:pt x="114300" y="495300"/>
                </a:lnTo>
                <a:lnTo>
                  <a:pt x="114300" y="514350"/>
                </a:lnTo>
                <a:lnTo>
                  <a:pt x="123825" y="514350"/>
                </a:lnTo>
                <a:lnTo>
                  <a:pt x="123825" y="523875"/>
                </a:lnTo>
                <a:lnTo>
                  <a:pt x="104775" y="523875"/>
                </a:lnTo>
                <a:close/>
                <a:moveTo>
                  <a:pt x="180975" y="495300"/>
                </a:moveTo>
                <a:lnTo>
                  <a:pt x="190500" y="495300"/>
                </a:lnTo>
                <a:lnTo>
                  <a:pt x="190500" y="504825"/>
                </a:lnTo>
                <a:lnTo>
                  <a:pt x="180975" y="504825"/>
                </a:lnTo>
                <a:close/>
                <a:moveTo>
                  <a:pt x="161925" y="504825"/>
                </a:moveTo>
                <a:lnTo>
                  <a:pt x="171450" y="504825"/>
                </a:lnTo>
                <a:lnTo>
                  <a:pt x="171450" y="514350"/>
                </a:lnTo>
                <a:lnTo>
                  <a:pt x="161925" y="514350"/>
                </a:lnTo>
                <a:close/>
                <a:moveTo>
                  <a:pt x="190500" y="504825"/>
                </a:moveTo>
                <a:lnTo>
                  <a:pt x="200025" y="504825"/>
                </a:lnTo>
                <a:lnTo>
                  <a:pt x="200025" y="514350"/>
                </a:lnTo>
                <a:lnTo>
                  <a:pt x="190500" y="514350"/>
                </a:lnTo>
                <a:close/>
                <a:moveTo>
                  <a:pt x="142875" y="514350"/>
                </a:moveTo>
                <a:lnTo>
                  <a:pt x="152400" y="514350"/>
                </a:lnTo>
                <a:lnTo>
                  <a:pt x="152400" y="523875"/>
                </a:lnTo>
                <a:lnTo>
                  <a:pt x="142875" y="523875"/>
                </a:lnTo>
                <a:close/>
                <a:moveTo>
                  <a:pt x="47625" y="523875"/>
                </a:moveTo>
                <a:lnTo>
                  <a:pt x="57150" y="523875"/>
                </a:lnTo>
                <a:lnTo>
                  <a:pt x="57150" y="552450"/>
                </a:lnTo>
                <a:lnTo>
                  <a:pt x="47625" y="552450"/>
                </a:lnTo>
                <a:close/>
                <a:moveTo>
                  <a:pt x="190500" y="523875"/>
                </a:moveTo>
                <a:lnTo>
                  <a:pt x="200025" y="523875"/>
                </a:lnTo>
                <a:lnTo>
                  <a:pt x="200025" y="533400"/>
                </a:lnTo>
                <a:lnTo>
                  <a:pt x="190500" y="533400"/>
                </a:lnTo>
                <a:close/>
                <a:moveTo>
                  <a:pt x="371475" y="523875"/>
                </a:moveTo>
                <a:lnTo>
                  <a:pt x="381000" y="523875"/>
                </a:lnTo>
                <a:lnTo>
                  <a:pt x="381000" y="533400"/>
                </a:lnTo>
                <a:lnTo>
                  <a:pt x="371475" y="533400"/>
                </a:lnTo>
                <a:close/>
                <a:moveTo>
                  <a:pt x="361950" y="533400"/>
                </a:moveTo>
                <a:lnTo>
                  <a:pt x="371475" y="533400"/>
                </a:lnTo>
                <a:lnTo>
                  <a:pt x="371475" y="542925"/>
                </a:lnTo>
                <a:lnTo>
                  <a:pt x="361950" y="542925"/>
                </a:lnTo>
                <a:close/>
                <a:moveTo>
                  <a:pt x="352425" y="542925"/>
                </a:moveTo>
                <a:lnTo>
                  <a:pt x="361950" y="542925"/>
                </a:lnTo>
                <a:lnTo>
                  <a:pt x="361950" y="552450"/>
                </a:lnTo>
                <a:lnTo>
                  <a:pt x="352425" y="552450"/>
                </a:lnTo>
                <a:close/>
                <a:moveTo>
                  <a:pt x="161925" y="552450"/>
                </a:moveTo>
                <a:lnTo>
                  <a:pt x="171450" y="552450"/>
                </a:lnTo>
                <a:lnTo>
                  <a:pt x="171450" y="561975"/>
                </a:lnTo>
                <a:lnTo>
                  <a:pt x="161925" y="561975"/>
                </a:lnTo>
                <a:close/>
                <a:moveTo>
                  <a:pt x="342900" y="552450"/>
                </a:moveTo>
                <a:lnTo>
                  <a:pt x="352425" y="552450"/>
                </a:lnTo>
                <a:lnTo>
                  <a:pt x="352425" y="561975"/>
                </a:lnTo>
                <a:lnTo>
                  <a:pt x="342900" y="561975"/>
                </a:lnTo>
                <a:close/>
                <a:moveTo>
                  <a:pt x="152400" y="561975"/>
                </a:moveTo>
                <a:lnTo>
                  <a:pt x="161925" y="561975"/>
                </a:lnTo>
                <a:lnTo>
                  <a:pt x="161925" y="571500"/>
                </a:lnTo>
                <a:lnTo>
                  <a:pt x="152400" y="571500"/>
                </a:lnTo>
                <a:close/>
                <a:moveTo>
                  <a:pt x="123825" y="571500"/>
                </a:moveTo>
                <a:lnTo>
                  <a:pt x="142875" y="571500"/>
                </a:lnTo>
                <a:lnTo>
                  <a:pt x="142875" y="581025"/>
                </a:lnTo>
                <a:lnTo>
                  <a:pt x="123825" y="581025"/>
                </a:lnTo>
                <a:close/>
                <a:moveTo>
                  <a:pt x="314325" y="571500"/>
                </a:moveTo>
                <a:lnTo>
                  <a:pt x="323850" y="571500"/>
                </a:lnTo>
                <a:lnTo>
                  <a:pt x="323850" y="581025"/>
                </a:lnTo>
                <a:lnTo>
                  <a:pt x="314325" y="581025"/>
                </a:lnTo>
                <a:close/>
                <a:moveTo>
                  <a:pt x="85725" y="581025"/>
                </a:moveTo>
                <a:lnTo>
                  <a:pt x="104775" y="581025"/>
                </a:lnTo>
                <a:lnTo>
                  <a:pt x="104775" y="590550"/>
                </a:lnTo>
                <a:lnTo>
                  <a:pt x="85725" y="590550"/>
                </a:lnTo>
                <a:close/>
                <a:moveTo>
                  <a:pt x="285750" y="581025"/>
                </a:moveTo>
                <a:lnTo>
                  <a:pt x="314325" y="581025"/>
                </a:lnTo>
                <a:lnTo>
                  <a:pt x="314325" y="590550"/>
                </a:lnTo>
                <a:lnTo>
                  <a:pt x="285750" y="590550"/>
                </a:lnTo>
                <a:close/>
              </a:path>
            </a:pathLst>
          </a:custGeom>
          <a:solidFill xmlns:a="http://schemas.openxmlformats.org/drawingml/2006/main">
            <a:srgbClr val="E3C2AD"/>
          </a:solidFill>
          <a:ln xmlns:a="http://schemas.openxmlformats.org/drawingml/2006/main" w="0">
            <a:noFill/>
          </a:ln>
        </p:spPr>
      </p:sp>
      <p:sp>
        <p:nvSpPr>
          <p:cNvPr id="97" name="rocket vector #b2775f">
            <a:extLst xmlns:a="http://schemas.openxmlformats.org/drawingml/2006/main">
              <a:ext uri="{FF2B5EF4-FFF2-40B4-BE49-F238E27FC236}">
                <a16:creationId xmlns:a16="http://schemas.microsoft.com/office/drawing/2014/main" id="{87F97E58-39CB-4347-A86E-F72EA745CCE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867775" y="1800225"/>
            <a:ext cx="752475" cy="742950"/>
          </a:xfrm>
          <a:custGeom xmlns:a="http://schemas.openxmlformats.org/drawingml/2006/main">
            <a:pathLst>
              <a:path w="638175" h="628650">
                <a:moveTo>
                  <a:pt x="466725" y="57150"/>
                </a:moveTo>
                <a:lnTo>
                  <a:pt x="504825" y="57150"/>
                </a:lnTo>
                <a:lnTo>
                  <a:pt x="504825" y="66675"/>
                </a:lnTo>
                <a:lnTo>
                  <a:pt x="466725" y="66675"/>
                </a:lnTo>
                <a:close/>
                <a:moveTo>
                  <a:pt x="542925" y="57150"/>
                </a:moveTo>
                <a:lnTo>
                  <a:pt x="552450" y="57150"/>
                </a:lnTo>
                <a:lnTo>
                  <a:pt x="552450" y="66675"/>
                </a:lnTo>
                <a:lnTo>
                  <a:pt x="542925" y="66675"/>
                </a:lnTo>
                <a:close/>
                <a:moveTo>
                  <a:pt x="428625" y="66675"/>
                </a:moveTo>
                <a:lnTo>
                  <a:pt x="447675" y="66675"/>
                </a:lnTo>
                <a:lnTo>
                  <a:pt x="447675" y="76200"/>
                </a:lnTo>
                <a:lnTo>
                  <a:pt x="428625" y="76200"/>
                </a:lnTo>
                <a:close/>
                <a:moveTo>
                  <a:pt x="552450" y="66675"/>
                </a:moveTo>
                <a:lnTo>
                  <a:pt x="561975" y="66675"/>
                </a:lnTo>
                <a:lnTo>
                  <a:pt x="561975" y="76200"/>
                </a:lnTo>
                <a:lnTo>
                  <a:pt x="552450" y="76200"/>
                </a:lnTo>
                <a:close/>
                <a:moveTo>
                  <a:pt x="400050" y="76200"/>
                </a:moveTo>
                <a:lnTo>
                  <a:pt x="409575" y="76200"/>
                </a:lnTo>
                <a:lnTo>
                  <a:pt x="409575" y="85725"/>
                </a:lnTo>
                <a:lnTo>
                  <a:pt x="400050" y="85725"/>
                </a:lnTo>
                <a:close/>
                <a:moveTo>
                  <a:pt x="371475" y="85725"/>
                </a:moveTo>
                <a:lnTo>
                  <a:pt x="390525" y="85725"/>
                </a:lnTo>
                <a:lnTo>
                  <a:pt x="390525" y="95250"/>
                </a:lnTo>
                <a:lnTo>
                  <a:pt x="371475" y="95250"/>
                </a:lnTo>
                <a:close/>
                <a:moveTo>
                  <a:pt x="361950" y="95250"/>
                </a:moveTo>
                <a:lnTo>
                  <a:pt x="371475" y="95250"/>
                </a:lnTo>
                <a:lnTo>
                  <a:pt x="371475" y="104775"/>
                </a:lnTo>
                <a:lnTo>
                  <a:pt x="361950" y="104775"/>
                </a:lnTo>
                <a:close/>
                <a:moveTo>
                  <a:pt x="342900" y="104775"/>
                </a:moveTo>
                <a:lnTo>
                  <a:pt x="352425" y="104775"/>
                </a:lnTo>
                <a:lnTo>
                  <a:pt x="352425" y="114300"/>
                </a:lnTo>
                <a:lnTo>
                  <a:pt x="342900" y="114300"/>
                </a:lnTo>
                <a:close/>
                <a:moveTo>
                  <a:pt x="552450" y="114300"/>
                </a:moveTo>
                <a:lnTo>
                  <a:pt x="561975" y="114300"/>
                </a:lnTo>
                <a:lnTo>
                  <a:pt x="561975" y="171450"/>
                </a:lnTo>
                <a:lnTo>
                  <a:pt x="552450" y="171450"/>
                </a:lnTo>
                <a:close/>
                <a:moveTo>
                  <a:pt x="314325" y="123825"/>
                </a:moveTo>
                <a:lnTo>
                  <a:pt x="323850" y="123825"/>
                </a:lnTo>
                <a:lnTo>
                  <a:pt x="323850" y="133350"/>
                </a:lnTo>
                <a:lnTo>
                  <a:pt x="314325" y="133350"/>
                </a:lnTo>
                <a:close/>
                <a:moveTo>
                  <a:pt x="304800" y="133350"/>
                </a:moveTo>
                <a:lnTo>
                  <a:pt x="314325" y="133350"/>
                </a:lnTo>
                <a:lnTo>
                  <a:pt x="314325" y="142875"/>
                </a:lnTo>
                <a:lnTo>
                  <a:pt x="304800" y="142875"/>
                </a:lnTo>
                <a:close/>
                <a:moveTo>
                  <a:pt x="295275" y="142875"/>
                </a:moveTo>
                <a:lnTo>
                  <a:pt x="304800" y="142875"/>
                </a:lnTo>
                <a:lnTo>
                  <a:pt x="304800" y="152400"/>
                </a:lnTo>
                <a:lnTo>
                  <a:pt x="295275" y="152400"/>
                </a:lnTo>
                <a:close/>
                <a:moveTo>
                  <a:pt x="285750" y="152400"/>
                </a:moveTo>
                <a:lnTo>
                  <a:pt x="295275" y="152400"/>
                </a:lnTo>
                <a:lnTo>
                  <a:pt x="295275" y="161925"/>
                </a:lnTo>
                <a:lnTo>
                  <a:pt x="285750" y="161925"/>
                </a:lnTo>
                <a:close/>
                <a:moveTo>
                  <a:pt x="400050" y="152400"/>
                </a:moveTo>
                <a:lnTo>
                  <a:pt x="419100" y="152400"/>
                </a:lnTo>
                <a:lnTo>
                  <a:pt x="419100" y="161925"/>
                </a:lnTo>
                <a:lnTo>
                  <a:pt x="400050" y="161925"/>
                </a:lnTo>
                <a:close/>
                <a:moveTo>
                  <a:pt x="276225" y="161925"/>
                </a:moveTo>
                <a:lnTo>
                  <a:pt x="285750" y="161925"/>
                </a:lnTo>
                <a:lnTo>
                  <a:pt x="285750" y="171450"/>
                </a:lnTo>
                <a:lnTo>
                  <a:pt x="276225" y="171450"/>
                </a:lnTo>
                <a:close/>
                <a:moveTo>
                  <a:pt x="381000" y="161925"/>
                </a:moveTo>
                <a:lnTo>
                  <a:pt x="390525" y="161925"/>
                </a:lnTo>
                <a:lnTo>
                  <a:pt x="390525" y="171450"/>
                </a:lnTo>
                <a:lnTo>
                  <a:pt x="381000" y="171450"/>
                </a:lnTo>
                <a:close/>
                <a:moveTo>
                  <a:pt x="266700" y="171450"/>
                </a:moveTo>
                <a:lnTo>
                  <a:pt x="276225" y="171450"/>
                </a:lnTo>
                <a:lnTo>
                  <a:pt x="276225" y="180975"/>
                </a:lnTo>
                <a:lnTo>
                  <a:pt x="266700" y="180975"/>
                </a:lnTo>
                <a:close/>
                <a:moveTo>
                  <a:pt x="371475" y="171450"/>
                </a:moveTo>
                <a:lnTo>
                  <a:pt x="381000" y="171450"/>
                </a:lnTo>
                <a:lnTo>
                  <a:pt x="381000" y="180975"/>
                </a:lnTo>
                <a:lnTo>
                  <a:pt x="371475" y="180975"/>
                </a:lnTo>
                <a:close/>
                <a:moveTo>
                  <a:pt x="257175" y="180975"/>
                </a:moveTo>
                <a:lnTo>
                  <a:pt x="266700" y="180975"/>
                </a:lnTo>
                <a:lnTo>
                  <a:pt x="266700" y="190500"/>
                </a:lnTo>
                <a:lnTo>
                  <a:pt x="257175" y="190500"/>
                </a:lnTo>
                <a:close/>
                <a:moveTo>
                  <a:pt x="361950" y="180975"/>
                </a:moveTo>
                <a:lnTo>
                  <a:pt x="371475" y="180975"/>
                </a:lnTo>
                <a:lnTo>
                  <a:pt x="371475" y="190500"/>
                </a:lnTo>
                <a:lnTo>
                  <a:pt x="361950" y="190500"/>
                </a:lnTo>
                <a:close/>
                <a:moveTo>
                  <a:pt x="457200" y="190500"/>
                </a:moveTo>
                <a:lnTo>
                  <a:pt x="466725" y="190500"/>
                </a:lnTo>
                <a:lnTo>
                  <a:pt x="466725" y="238125"/>
                </a:lnTo>
                <a:lnTo>
                  <a:pt x="457200" y="238125"/>
                </a:lnTo>
                <a:close/>
                <a:moveTo>
                  <a:pt x="542925" y="190500"/>
                </a:moveTo>
                <a:lnTo>
                  <a:pt x="552450" y="190500"/>
                </a:lnTo>
                <a:lnTo>
                  <a:pt x="552450" y="209550"/>
                </a:lnTo>
                <a:lnTo>
                  <a:pt x="542925" y="209550"/>
                </a:lnTo>
                <a:close/>
                <a:moveTo>
                  <a:pt x="352425" y="200025"/>
                </a:moveTo>
                <a:lnTo>
                  <a:pt x="361950" y="200025"/>
                </a:lnTo>
                <a:lnTo>
                  <a:pt x="361950" y="228600"/>
                </a:lnTo>
                <a:lnTo>
                  <a:pt x="352425" y="228600"/>
                </a:lnTo>
                <a:close/>
                <a:moveTo>
                  <a:pt x="133350" y="219075"/>
                </a:moveTo>
                <a:lnTo>
                  <a:pt x="228600" y="219075"/>
                </a:lnTo>
                <a:lnTo>
                  <a:pt x="228600" y="228600"/>
                </a:lnTo>
                <a:lnTo>
                  <a:pt x="133350" y="228600"/>
                </a:lnTo>
                <a:close/>
                <a:moveTo>
                  <a:pt x="123825" y="228600"/>
                </a:moveTo>
                <a:lnTo>
                  <a:pt x="133350" y="228600"/>
                </a:lnTo>
                <a:lnTo>
                  <a:pt x="133350" y="238125"/>
                </a:lnTo>
                <a:lnTo>
                  <a:pt x="123825" y="238125"/>
                </a:lnTo>
                <a:close/>
                <a:moveTo>
                  <a:pt x="533400" y="228600"/>
                </a:moveTo>
                <a:lnTo>
                  <a:pt x="542925" y="228600"/>
                </a:lnTo>
                <a:lnTo>
                  <a:pt x="542925" y="238125"/>
                </a:lnTo>
                <a:lnTo>
                  <a:pt x="533400" y="238125"/>
                </a:lnTo>
                <a:close/>
                <a:moveTo>
                  <a:pt x="114300" y="238125"/>
                </a:moveTo>
                <a:lnTo>
                  <a:pt x="123825" y="238125"/>
                </a:lnTo>
                <a:lnTo>
                  <a:pt x="123825" y="247650"/>
                </a:lnTo>
                <a:lnTo>
                  <a:pt x="114300" y="247650"/>
                </a:lnTo>
                <a:close/>
                <a:moveTo>
                  <a:pt x="361950" y="238125"/>
                </a:moveTo>
                <a:lnTo>
                  <a:pt x="371475" y="238125"/>
                </a:lnTo>
                <a:lnTo>
                  <a:pt x="371475" y="247650"/>
                </a:lnTo>
                <a:lnTo>
                  <a:pt x="361950" y="247650"/>
                </a:lnTo>
                <a:close/>
                <a:moveTo>
                  <a:pt x="447675" y="238125"/>
                </a:moveTo>
                <a:lnTo>
                  <a:pt x="457200" y="238125"/>
                </a:lnTo>
                <a:lnTo>
                  <a:pt x="457200" y="247650"/>
                </a:lnTo>
                <a:lnTo>
                  <a:pt x="447675" y="247650"/>
                </a:lnTo>
                <a:close/>
                <a:moveTo>
                  <a:pt x="371475" y="247650"/>
                </a:moveTo>
                <a:lnTo>
                  <a:pt x="381000" y="247650"/>
                </a:lnTo>
                <a:lnTo>
                  <a:pt x="381000" y="257175"/>
                </a:lnTo>
                <a:lnTo>
                  <a:pt x="371475" y="257175"/>
                </a:lnTo>
                <a:close/>
                <a:moveTo>
                  <a:pt x="438150" y="247650"/>
                </a:moveTo>
                <a:lnTo>
                  <a:pt x="447675" y="247650"/>
                </a:lnTo>
                <a:lnTo>
                  <a:pt x="447675" y="257175"/>
                </a:lnTo>
                <a:lnTo>
                  <a:pt x="438150" y="257175"/>
                </a:lnTo>
                <a:close/>
                <a:moveTo>
                  <a:pt x="523875" y="247650"/>
                </a:moveTo>
                <a:lnTo>
                  <a:pt x="533400" y="247650"/>
                </a:lnTo>
                <a:lnTo>
                  <a:pt x="533400" y="257175"/>
                </a:lnTo>
                <a:lnTo>
                  <a:pt x="523875" y="257175"/>
                </a:lnTo>
                <a:close/>
                <a:moveTo>
                  <a:pt x="381000" y="257175"/>
                </a:moveTo>
                <a:lnTo>
                  <a:pt x="390525" y="257175"/>
                </a:lnTo>
                <a:lnTo>
                  <a:pt x="390525" y="266700"/>
                </a:lnTo>
                <a:lnTo>
                  <a:pt x="381000" y="266700"/>
                </a:lnTo>
                <a:close/>
                <a:moveTo>
                  <a:pt x="428625" y="257175"/>
                </a:moveTo>
                <a:lnTo>
                  <a:pt x="438150" y="257175"/>
                </a:lnTo>
                <a:lnTo>
                  <a:pt x="438150" y="266700"/>
                </a:lnTo>
                <a:lnTo>
                  <a:pt x="428625" y="266700"/>
                </a:lnTo>
                <a:close/>
                <a:moveTo>
                  <a:pt x="95250" y="266700"/>
                </a:moveTo>
                <a:lnTo>
                  <a:pt x="104775" y="266700"/>
                </a:lnTo>
                <a:lnTo>
                  <a:pt x="104775" y="276225"/>
                </a:lnTo>
                <a:lnTo>
                  <a:pt x="95250" y="276225"/>
                </a:lnTo>
                <a:close/>
                <a:moveTo>
                  <a:pt x="514350" y="266700"/>
                </a:moveTo>
                <a:lnTo>
                  <a:pt x="523875" y="266700"/>
                </a:lnTo>
                <a:lnTo>
                  <a:pt x="523875" y="276225"/>
                </a:lnTo>
                <a:lnTo>
                  <a:pt x="514350" y="276225"/>
                </a:lnTo>
                <a:close/>
                <a:moveTo>
                  <a:pt x="85725" y="276225"/>
                </a:moveTo>
                <a:lnTo>
                  <a:pt x="95250" y="276225"/>
                </a:lnTo>
                <a:lnTo>
                  <a:pt x="95250" y="285750"/>
                </a:lnTo>
                <a:lnTo>
                  <a:pt x="85725" y="285750"/>
                </a:lnTo>
                <a:close/>
                <a:moveTo>
                  <a:pt x="504825" y="285750"/>
                </a:moveTo>
                <a:lnTo>
                  <a:pt x="514350" y="285750"/>
                </a:lnTo>
                <a:lnTo>
                  <a:pt x="514350" y="295275"/>
                </a:lnTo>
                <a:lnTo>
                  <a:pt x="504825" y="295275"/>
                </a:lnTo>
                <a:close/>
                <a:moveTo>
                  <a:pt x="76200" y="295275"/>
                </a:moveTo>
                <a:lnTo>
                  <a:pt x="85725" y="295275"/>
                </a:lnTo>
                <a:lnTo>
                  <a:pt x="85725" y="304800"/>
                </a:lnTo>
                <a:lnTo>
                  <a:pt x="76200" y="304800"/>
                </a:lnTo>
                <a:close/>
                <a:moveTo>
                  <a:pt x="495300" y="295275"/>
                </a:moveTo>
                <a:lnTo>
                  <a:pt x="504825" y="295275"/>
                </a:lnTo>
                <a:lnTo>
                  <a:pt x="504825" y="304800"/>
                </a:lnTo>
                <a:lnTo>
                  <a:pt x="495300" y="304800"/>
                </a:lnTo>
                <a:close/>
                <a:moveTo>
                  <a:pt x="66675" y="304800"/>
                </a:moveTo>
                <a:lnTo>
                  <a:pt x="76200" y="304800"/>
                </a:lnTo>
                <a:lnTo>
                  <a:pt x="76200" y="314325"/>
                </a:lnTo>
                <a:lnTo>
                  <a:pt x="66675" y="314325"/>
                </a:lnTo>
                <a:close/>
                <a:moveTo>
                  <a:pt x="485775" y="304800"/>
                </a:moveTo>
                <a:lnTo>
                  <a:pt x="495300" y="304800"/>
                </a:lnTo>
                <a:lnTo>
                  <a:pt x="495300" y="314325"/>
                </a:lnTo>
                <a:lnTo>
                  <a:pt x="485775" y="314325"/>
                </a:lnTo>
                <a:close/>
                <a:moveTo>
                  <a:pt x="57150" y="323850"/>
                </a:moveTo>
                <a:lnTo>
                  <a:pt x="66675" y="323850"/>
                </a:lnTo>
                <a:lnTo>
                  <a:pt x="66675" y="352425"/>
                </a:lnTo>
                <a:lnTo>
                  <a:pt x="57150" y="352425"/>
                </a:lnTo>
                <a:lnTo>
                  <a:pt x="57150" y="342900"/>
                </a:lnTo>
                <a:lnTo>
                  <a:pt x="47625" y="342900"/>
                </a:lnTo>
                <a:lnTo>
                  <a:pt x="47625" y="333375"/>
                </a:lnTo>
                <a:lnTo>
                  <a:pt x="57150" y="333375"/>
                </a:lnTo>
                <a:close/>
                <a:moveTo>
                  <a:pt x="476250" y="323850"/>
                </a:moveTo>
                <a:lnTo>
                  <a:pt x="485775" y="323850"/>
                </a:lnTo>
                <a:lnTo>
                  <a:pt x="485775" y="333375"/>
                </a:lnTo>
                <a:lnTo>
                  <a:pt x="476250" y="333375"/>
                </a:lnTo>
                <a:close/>
                <a:moveTo>
                  <a:pt x="466725" y="333375"/>
                </a:moveTo>
                <a:lnTo>
                  <a:pt x="476250" y="333375"/>
                </a:lnTo>
                <a:lnTo>
                  <a:pt x="476250" y="342900"/>
                </a:lnTo>
                <a:lnTo>
                  <a:pt x="466725" y="342900"/>
                </a:lnTo>
                <a:close/>
                <a:moveTo>
                  <a:pt x="457200" y="342900"/>
                </a:moveTo>
                <a:lnTo>
                  <a:pt x="466725" y="342900"/>
                </a:lnTo>
                <a:lnTo>
                  <a:pt x="466725" y="352425"/>
                </a:lnTo>
                <a:lnTo>
                  <a:pt x="457200" y="352425"/>
                </a:lnTo>
                <a:close/>
                <a:moveTo>
                  <a:pt x="447675" y="352425"/>
                </a:moveTo>
                <a:lnTo>
                  <a:pt x="457200" y="352425"/>
                </a:lnTo>
                <a:lnTo>
                  <a:pt x="457200" y="361950"/>
                </a:lnTo>
                <a:lnTo>
                  <a:pt x="447675" y="361950"/>
                </a:lnTo>
                <a:close/>
                <a:moveTo>
                  <a:pt x="161925" y="390525"/>
                </a:moveTo>
                <a:lnTo>
                  <a:pt x="171450" y="390525"/>
                </a:lnTo>
                <a:lnTo>
                  <a:pt x="171450" y="400050"/>
                </a:lnTo>
                <a:lnTo>
                  <a:pt x="161925" y="400050"/>
                </a:lnTo>
                <a:close/>
                <a:moveTo>
                  <a:pt x="104775" y="438150"/>
                </a:moveTo>
                <a:lnTo>
                  <a:pt x="123825" y="438150"/>
                </a:lnTo>
                <a:lnTo>
                  <a:pt x="123825" y="447675"/>
                </a:lnTo>
                <a:lnTo>
                  <a:pt x="104775" y="447675"/>
                </a:lnTo>
                <a:close/>
                <a:moveTo>
                  <a:pt x="123825" y="447675"/>
                </a:moveTo>
                <a:lnTo>
                  <a:pt x="133350" y="447675"/>
                </a:lnTo>
                <a:lnTo>
                  <a:pt x="133350" y="457200"/>
                </a:lnTo>
                <a:lnTo>
                  <a:pt x="123825" y="457200"/>
                </a:lnTo>
                <a:close/>
                <a:moveTo>
                  <a:pt x="76200" y="466725"/>
                </a:moveTo>
                <a:lnTo>
                  <a:pt x="85725" y="466725"/>
                </a:lnTo>
                <a:lnTo>
                  <a:pt x="85725" y="476250"/>
                </a:lnTo>
                <a:lnTo>
                  <a:pt x="76200" y="476250"/>
                </a:lnTo>
                <a:close/>
                <a:moveTo>
                  <a:pt x="114300" y="466725"/>
                </a:moveTo>
                <a:lnTo>
                  <a:pt x="123825" y="466725"/>
                </a:lnTo>
                <a:lnTo>
                  <a:pt x="123825" y="476250"/>
                </a:lnTo>
                <a:lnTo>
                  <a:pt x="114300" y="476250"/>
                </a:lnTo>
                <a:close/>
                <a:moveTo>
                  <a:pt x="238125" y="466725"/>
                </a:moveTo>
                <a:lnTo>
                  <a:pt x="276225" y="466725"/>
                </a:lnTo>
                <a:lnTo>
                  <a:pt x="276225" y="476250"/>
                </a:lnTo>
                <a:lnTo>
                  <a:pt x="238125" y="476250"/>
                </a:lnTo>
                <a:close/>
                <a:moveTo>
                  <a:pt x="409575" y="466725"/>
                </a:moveTo>
                <a:lnTo>
                  <a:pt x="419100" y="466725"/>
                </a:lnTo>
                <a:lnTo>
                  <a:pt x="419100" y="485775"/>
                </a:lnTo>
                <a:lnTo>
                  <a:pt x="409575" y="485775"/>
                </a:lnTo>
                <a:close/>
                <a:moveTo>
                  <a:pt x="276225" y="476250"/>
                </a:moveTo>
                <a:lnTo>
                  <a:pt x="285750" y="476250"/>
                </a:lnTo>
                <a:lnTo>
                  <a:pt x="285750" y="485775"/>
                </a:lnTo>
                <a:lnTo>
                  <a:pt x="276225" y="485775"/>
                </a:lnTo>
                <a:close/>
                <a:moveTo>
                  <a:pt x="66675" y="485775"/>
                </a:moveTo>
                <a:lnTo>
                  <a:pt x="76200" y="485775"/>
                </a:lnTo>
                <a:lnTo>
                  <a:pt x="76200" y="495300"/>
                </a:lnTo>
                <a:lnTo>
                  <a:pt x="66675" y="495300"/>
                </a:lnTo>
                <a:close/>
                <a:moveTo>
                  <a:pt x="104775" y="485775"/>
                </a:moveTo>
                <a:lnTo>
                  <a:pt x="114300" y="485775"/>
                </a:lnTo>
                <a:lnTo>
                  <a:pt x="114300" y="495300"/>
                </a:lnTo>
                <a:lnTo>
                  <a:pt x="104775" y="495300"/>
                </a:lnTo>
                <a:close/>
                <a:moveTo>
                  <a:pt x="400050" y="495300"/>
                </a:moveTo>
                <a:lnTo>
                  <a:pt x="409575" y="495300"/>
                </a:lnTo>
                <a:lnTo>
                  <a:pt x="409575" y="504825"/>
                </a:lnTo>
                <a:lnTo>
                  <a:pt x="400050" y="504825"/>
                </a:lnTo>
                <a:close/>
                <a:moveTo>
                  <a:pt x="57150" y="504825"/>
                </a:moveTo>
                <a:lnTo>
                  <a:pt x="66675" y="504825"/>
                </a:lnTo>
                <a:lnTo>
                  <a:pt x="66675" y="523875"/>
                </a:lnTo>
                <a:lnTo>
                  <a:pt x="57150" y="523875"/>
                </a:lnTo>
                <a:close/>
                <a:moveTo>
                  <a:pt x="171450" y="504825"/>
                </a:moveTo>
                <a:lnTo>
                  <a:pt x="190500" y="504825"/>
                </a:lnTo>
                <a:lnTo>
                  <a:pt x="190500" y="514350"/>
                </a:lnTo>
                <a:lnTo>
                  <a:pt x="171450" y="514350"/>
                </a:lnTo>
                <a:close/>
                <a:moveTo>
                  <a:pt x="390525" y="504825"/>
                </a:moveTo>
                <a:lnTo>
                  <a:pt x="400050" y="504825"/>
                </a:lnTo>
                <a:lnTo>
                  <a:pt x="400050" y="514350"/>
                </a:lnTo>
                <a:lnTo>
                  <a:pt x="390525" y="514350"/>
                </a:lnTo>
                <a:close/>
                <a:moveTo>
                  <a:pt x="152400" y="514350"/>
                </a:moveTo>
                <a:lnTo>
                  <a:pt x="161925" y="514350"/>
                </a:lnTo>
                <a:lnTo>
                  <a:pt x="161925" y="523875"/>
                </a:lnTo>
                <a:lnTo>
                  <a:pt x="152400" y="523875"/>
                </a:lnTo>
                <a:close/>
                <a:moveTo>
                  <a:pt x="190500" y="514350"/>
                </a:moveTo>
                <a:lnTo>
                  <a:pt x="200025" y="514350"/>
                </a:lnTo>
                <a:lnTo>
                  <a:pt x="200025" y="523875"/>
                </a:lnTo>
                <a:lnTo>
                  <a:pt x="190500" y="523875"/>
                </a:lnTo>
                <a:close/>
                <a:moveTo>
                  <a:pt x="381000" y="514350"/>
                </a:moveTo>
                <a:lnTo>
                  <a:pt x="390525" y="514350"/>
                </a:lnTo>
                <a:lnTo>
                  <a:pt x="390525" y="523875"/>
                </a:lnTo>
                <a:lnTo>
                  <a:pt x="381000" y="523875"/>
                </a:lnTo>
                <a:close/>
                <a:moveTo>
                  <a:pt x="114300" y="523875"/>
                </a:moveTo>
                <a:lnTo>
                  <a:pt x="133350" y="523875"/>
                </a:lnTo>
                <a:lnTo>
                  <a:pt x="133350" y="533400"/>
                </a:lnTo>
                <a:lnTo>
                  <a:pt x="114300" y="533400"/>
                </a:lnTo>
                <a:close/>
                <a:moveTo>
                  <a:pt x="180975" y="533400"/>
                </a:moveTo>
                <a:lnTo>
                  <a:pt x="190500" y="533400"/>
                </a:lnTo>
                <a:lnTo>
                  <a:pt x="190500" y="542925"/>
                </a:lnTo>
                <a:lnTo>
                  <a:pt x="180975" y="542925"/>
                </a:lnTo>
                <a:close/>
                <a:moveTo>
                  <a:pt x="352425" y="533400"/>
                </a:moveTo>
                <a:lnTo>
                  <a:pt x="361950" y="533400"/>
                </a:lnTo>
                <a:lnTo>
                  <a:pt x="361950" y="542925"/>
                </a:lnTo>
                <a:lnTo>
                  <a:pt x="352425" y="542925"/>
                </a:lnTo>
                <a:close/>
                <a:moveTo>
                  <a:pt x="171450" y="542925"/>
                </a:moveTo>
                <a:lnTo>
                  <a:pt x="180975" y="542925"/>
                </a:lnTo>
                <a:lnTo>
                  <a:pt x="180975" y="552450"/>
                </a:lnTo>
                <a:lnTo>
                  <a:pt x="171450" y="552450"/>
                </a:lnTo>
                <a:close/>
                <a:moveTo>
                  <a:pt x="342900" y="542925"/>
                </a:moveTo>
                <a:lnTo>
                  <a:pt x="352425" y="542925"/>
                </a:lnTo>
                <a:lnTo>
                  <a:pt x="352425" y="552450"/>
                </a:lnTo>
                <a:lnTo>
                  <a:pt x="342900" y="552450"/>
                </a:lnTo>
                <a:close/>
                <a:moveTo>
                  <a:pt x="47625" y="552450"/>
                </a:moveTo>
                <a:lnTo>
                  <a:pt x="57150" y="552450"/>
                </a:lnTo>
                <a:lnTo>
                  <a:pt x="57150" y="571500"/>
                </a:lnTo>
                <a:lnTo>
                  <a:pt x="66675" y="571500"/>
                </a:lnTo>
                <a:lnTo>
                  <a:pt x="66675" y="581025"/>
                </a:lnTo>
                <a:lnTo>
                  <a:pt x="85725" y="581025"/>
                </a:lnTo>
                <a:lnTo>
                  <a:pt x="85725" y="590550"/>
                </a:lnTo>
                <a:lnTo>
                  <a:pt x="57150" y="590550"/>
                </a:lnTo>
                <a:lnTo>
                  <a:pt x="57150" y="581025"/>
                </a:lnTo>
                <a:lnTo>
                  <a:pt x="47625" y="581025"/>
                </a:lnTo>
                <a:close/>
                <a:moveTo>
                  <a:pt x="333375" y="552450"/>
                </a:moveTo>
                <a:lnTo>
                  <a:pt x="342900" y="552450"/>
                </a:lnTo>
                <a:lnTo>
                  <a:pt x="342900" y="561975"/>
                </a:lnTo>
                <a:lnTo>
                  <a:pt x="333375" y="561975"/>
                </a:lnTo>
                <a:close/>
                <a:moveTo>
                  <a:pt x="142875" y="561975"/>
                </a:moveTo>
                <a:lnTo>
                  <a:pt x="152400" y="561975"/>
                </a:lnTo>
                <a:lnTo>
                  <a:pt x="152400" y="571500"/>
                </a:lnTo>
                <a:lnTo>
                  <a:pt x="142875" y="571500"/>
                </a:lnTo>
                <a:close/>
                <a:moveTo>
                  <a:pt x="323850" y="561975"/>
                </a:moveTo>
                <a:lnTo>
                  <a:pt x="333375" y="561975"/>
                </a:lnTo>
                <a:lnTo>
                  <a:pt x="333375" y="571500"/>
                </a:lnTo>
                <a:lnTo>
                  <a:pt x="323850" y="571500"/>
                </a:lnTo>
                <a:close/>
                <a:moveTo>
                  <a:pt x="104775" y="571500"/>
                </a:moveTo>
                <a:lnTo>
                  <a:pt x="123825" y="571500"/>
                </a:lnTo>
                <a:lnTo>
                  <a:pt x="123825" y="581025"/>
                </a:lnTo>
                <a:lnTo>
                  <a:pt x="104775" y="581025"/>
                </a:lnTo>
                <a:close/>
                <a:moveTo>
                  <a:pt x="285750" y="571500"/>
                </a:moveTo>
                <a:lnTo>
                  <a:pt x="295275" y="571500"/>
                </a:lnTo>
                <a:lnTo>
                  <a:pt x="295275" y="581025"/>
                </a:lnTo>
                <a:lnTo>
                  <a:pt x="285750" y="581025"/>
                </a:lnTo>
                <a:close/>
              </a:path>
            </a:pathLst>
          </a:custGeom>
          <a:solidFill xmlns:a="http://schemas.openxmlformats.org/drawingml/2006/main">
            <a:srgbClr val="B2775F"/>
          </a:solidFill>
          <a:ln xmlns:a="http://schemas.openxmlformats.org/drawingml/2006/main" w="0">
            <a:noFill/>
          </a:ln>
        </p:spPr>
      </p:sp>
      <p:sp>
        <p:nvSpPr>
          <p:cNvPr id="98" name="rocket vector #b46a4f">
            <a:extLst xmlns:a="http://schemas.openxmlformats.org/drawingml/2006/main">
              <a:ext uri="{FF2B5EF4-FFF2-40B4-BE49-F238E27FC236}">
                <a16:creationId xmlns:a16="http://schemas.microsoft.com/office/drawing/2014/main" id="{4557ACBC-3B93-4B0C-8016-3C90FBACA2B0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867775" y="1800225"/>
            <a:ext cx="752475" cy="742950"/>
          </a:xfrm>
          <a:custGeom xmlns:a="http://schemas.openxmlformats.org/drawingml/2006/main">
            <a:pathLst>
              <a:path w="638175" h="628650">
                <a:moveTo>
                  <a:pt x="504825" y="57150"/>
                </a:moveTo>
                <a:lnTo>
                  <a:pt x="542925" y="57150"/>
                </a:lnTo>
                <a:lnTo>
                  <a:pt x="542925" y="66675"/>
                </a:lnTo>
                <a:lnTo>
                  <a:pt x="552450" y="66675"/>
                </a:lnTo>
                <a:lnTo>
                  <a:pt x="552450" y="76200"/>
                </a:lnTo>
                <a:lnTo>
                  <a:pt x="561975" y="76200"/>
                </a:lnTo>
                <a:lnTo>
                  <a:pt x="561975" y="114300"/>
                </a:lnTo>
                <a:lnTo>
                  <a:pt x="552450" y="114300"/>
                </a:lnTo>
                <a:lnTo>
                  <a:pt x="552450" y="133350"/>
                </a:lnTo>
                <a:lnTo>
                  <a:pt x="542925" y="133350"/>
                </a:lnTo>
                <a:lnTo>
                  <a:pt x="542925" y="95250"/>
                </a:lnTo>
                <a:lnTo>
                  <a:pt x="533400" y="95250"/>
                </a:lnTo>
                <a:lnTo>
                  <a:pt x="533400" y="85725"/>
                </a:lnTo>
                <a:lnTo>
                  <a:pt x="523875" y="85725"/>
                </a:lnTo>
                <a:lnTo>
                  <a:pt x="523875" y="76200"/>
                </a:lnTo>
                <a:lnTo>
                  <a:pt x="447675" y="76200"/>
                </a:lnTo>
                <a:lnTo>
                  <a:pt x="447675" y="66675"/>
                </a:lnTo>
                <a:lnTo>
                  <a:pt x="504825" y="66675"/>
                </a:lnTo>
                <a:close/>
                <a:moveTo>
                  <a:pt x="409575" y="76200"/>
                </a:moveTo>
                <a:lnTo>
                  <a:pt x="419100" y="76200"/>
                </a:lnTo>
                <a:lnTo>
                  <a:pt x="419100" y="85725"/>
                </a:lnTo>
                <a:lnTo>
                  <a:pt x="409575" y="85725"/>
                </a:lnTo>
                <a:close/>
                <a:moveTo>
                  <a:pt x="333375" y="114300"/>
                </a:moveTo>
                <a:lnTo>
                  <a:pt x="342900" y="114300"/>
                </a:lnTo>
                <a:lnTo>
                  <a:pt x="342900" y="133350"/>
                </a:lnTo>
                <a:lnTo>
                  <a:pt x="323850" y="133350"/>
                </a:lnTo>
                <a:lnTo>
                  <a:pt x="323850" y="123825"/>
                </a:lnTo>
                <a:lnTo>
                  <a:pt x="333375" y="123825"/>
                </a:lnTo>
                <a:close/>
                <a:moveTo>
                  <a:pt x="314325" y="133350"/>
                </a:moveTo>
                <a:lnTo>
                  <a:pt x="323850" y="133350"/>
                </a:lnTo>
                <a:lnTo>
                  <a:pt x="323850" y="152400"/>
                </a:lnTo>
                <a:lnTo>
                  <a:pt x="314325" y="152400"/>
                </a:lnTo>
                <a:lnTo>
                  <a:pt x="314325" y="161925"/>
                </a:lnTo>
                <a:lnTo>
                  <a:pt x="304800" y="161925"/>
                </a:lnTo>
                <a:lnTo>
                  <a:pt x="304800" y="171450"/>
                </a:lnTo>
                <a:lnTo>
                  <a:pt x="295275" y="171450"/>
                </a:lnTo>
                <a:lnTo>
                  <a:pt x="295275" y="180975"/>
                </a:lnTo>
                <a:lnTo>
                  <a:pt x="285750" y="180975"/>
                </a:lnTo>
                <a:lnTo>
                  <a:pt x="285750" y="190500"/>
                </a:lnTo>
                <a:lnTo>
                  <a:pt x="266700" y="190500"/>
                </a:lnTo>
                <a:lnTo>
                  <a:pt x="266700" y="180975"/>
                </a:lnTo>
                <a:lnTo>
                  <a:pt x="276225" y="180975"/>
                </a:lnTo>
                <a:lnTo>
                  <a:pt x="276225" y="171450"/>
                </a:lnTo>
                <a:lnTo>
                  <a:pt x="285750" y="171450"/>
                </a:lnTo>
                <a:lnTo>
                  <a:pt x="285750" y="161925"/>
                </a:lnTo>
                <a:lnTo>
                  <a:pt x="295275" y="161925"/>
                </a:lnTo>
                <a:lnTo>
                  <a:pt x="295275" y="152400"/>
                </a:lnTo>
                <a:lnTo>
                  <a:pt x="304800" y="152400"/>
                </a:lnTo>
                <a:lnTo>
                  <a:pt x="304800" y="142875"/>
                </a:lnTo>
                <a:lnTo>
                  <a:pt x="314325" y="142875"/>
                </a:lnTo>
                <a:close/>
                <a:moveTo>
                  <a:pt x="419100" y="152400"/>
                </a:moveTo>
                <a:lnTo>
                  <a:pt x="428625" y="152400"/>
                </a:lnTo>
                <a:lnTo>
                  <a:pt x="428625" y="161925"/>
                </a:lnTo>
                <a:lnTo>
                  <a:pt x="419100" y="161925"/>
                </a:lnTo>
                <a:close/>
                <a:moveTo>
                  <a:pt x="438150" y="161925"/>
                </a:moveTo>
                <a:lnTo>
                  <a:pt x="447675" y="161925"/>
                </a:lnTo>
                <a:lnTo>
                  <a:pt x="447675" y="171450"/>
                </a:lnTo>
                <a:lnTo>
                  <a:pt x="438150" y="171450"/>
                </a:lnTo>
                <a:close/>
                <a:moveTo>
                  <a:pt x="447675" y="171450"/>
                </a:moveTo>
                <a:lnTo>
                  <a:pt x="457200" y="171450"/>
                </a:lnTo>
                <a:lnTo>
                  <a:pt x="457200" y="180975"/>
                </a:lnTo>
                <a:lnTo>
                  <a:pt x="447675" y="180975"/>
                </a:lnTo>
                <a:close/>
                <a:moveTo>
                  <a:pt x="257175" y="190500"/>
                </a:moveTo>
                <a:lnTo>
                  <a:pt x="266700" y="190500"/>
                </a:lnTo>
                <a:lnTo>
                  <a:pt x="266700" y="209550"/>
                </a:lnTo>
                <a:lnTo>
                  <a:pt x="257175" y="209550"/>
                </a:lnTo>
                <a:lnTo>
                  <a:pt x="257175" y="219075"/>
                </a:lnTo>
                <a:lnTo>
                  <a:pt x="238125" y="219075"/>
                </a:lnTo>
                <a:lnTo>
                  <a:pt x="238125" y="209550"/>
                </a:lnTo>
                <a:lnTo>
                  <a:pt x="247650" y="209550"/>
                </a:lnTo>
                <a:lnTo>
                  <a:pt x="247650" y="200025"/>
                </a:lnTo>
                <a:lnTo>
                  <a:pt x="257175" y="200025"/>
                </a:lnTo>
                <a:close/>
                <a:moveTo>
                  <a:pt x="342900" y="209550"/>
                </a:moveTo>
                <a:lnTo>
                  <a:pt x="352425" y="209550"/>
                </a:lnTo>
                <a:lnTo>
                  <a:pt x="352425" y="219075"/>
                </a:lnTo>
                <a:lnTo>
                  <a:pt x="342900" y="219075"/>
                </a:lnTo>
                <a:close/>
                <a:moveTo>
                  <a:pt x="228600" y="219075"/>
                </a:moveTo>
                <a:lnTo>
                  <a:pt x="238125" y="219075"/>
                </a:lnTo>
                <a:lnTo>
                  <a:pt x="238125" y="228600"/>
                </a:lnTo>
                <a:lnTo>
                  <a:pt x="228600" y="228600"/>
                </a:lnTo>
                <a:close/>
                <a:moveTo>
                  <a:pt x="533400" y="219075"/>
                </a:moveTo>
                <a:lnTo>
                  <a:pt x="542925" y="219075"/>
                </a:lnTo>
                <a:lnTo>
                  <a:pt x="542925" y="228600"/>
                </a:lnTo>
                <a:lnTo>
                  <a:pt x="533400" y="228600"/>
                </a:lnTo>
                <a:close/>
                <a:moveTo>
                  <a:pt x="352425" y="228600"/>
                </a:moveTo>
                <a:lnTo>
                  <a:pt x="361950" y="228600"/>
                </a:lnTo>
                <a:lnTo>
                  <a:pt x="361950" y="238125"/>
                </a:lnTo>
                <a:lnTo>
                  <a:pt x="352425" y="238125"/>
                </a:lnTo>
                <a:close/>
                <a:moveTo>
                  <a:pt x="523875" y="228600"/>
                </a:moveTo>
                <a:lnTo>
                  <a:pt x="533400" y="228600"/>
                </a:lnTo>
                <a:lnTo>
                  <a:pt x="533400" y="247650"/>
                </a:lnTo>
                <a:lnTo>
                  <a:pt x="523875" y="247650"/>
                </a:lnTo>
                <a:lnTo>
                  <a:pt x="523875" y="266700"/>
                </a:lnTo>
                <a:lnTo>
                  <a:pt x="514350" y="266700"/>
                </a:lnTo>
                <a:lnTo>
                  <a:pt x="514350" y="285750"/>
                </a:lnTo>
                <a:lnTo>
                  <a:pt x="504825" y="285750"/>
                </a:lnTo>
                <a:lnTo>
                  <a:pt x="504825" y="295275"/>
                </a:lnTo>
                <a:lnTo>
                  <a:pt x="495300" y="295275"/>
                </a:lnTo>
                <a:lnTo>
                  <a:pt x="495300" y="304800"/>
                </a:lnTo>
                <a:lnTo>
                  <a:pt x="485775" y="304800"/>
                </a:lnTo>
                <a:lnTo>
                  <a:pt x="485775" y="323850"/>
                </a:lnTo>
                <a:lnTo>
                  <a:pt x="476250" y="323850"/>
                </a:lnTo>
                <a:lnTo>
                  <a:pt x="476250" y="333375"/>
                </a:lnTo>
                <a:lnTo>
                  <a:pt x="466725" y="333375"/>
                </a:lnTo>
                <a:lnTo>
                  <a:pt x="466725" y="342900"/>
                </a:lnTo>
                <a:lnTo>
                  <a:pt x="447675" y="342900"/>
                </a:lnTo>
                <a:lnTo>
                  <a:pt x="447675" y="333375"/>
                </a:lnTo>
                <a:lnTo>
                  <a:pt x="457200" y="333375"/>
                </a:lnTo>
                <a:lnTo>
                  <a:pt x="457200" y="304800"/>
                </a:lnTo>
                <a:lnTo>
                  <a:pt x="466725" y="304800"/>
                </a:lnTo>
                <a:lnTo>
                  <a:pt x="466725" y="295275"/>
                </a:lnTo>
                <a:lnTo>
                  <a:pt x="476250" y="295275"/>
                </a:lnTo>
                <a:lnTo>
                  <a:pt x="476250" y="266700"/>
                </a:lnTo>
                <a:lnTo>
                  <a:pt x="495300" y="266700"/>
                </a:lnTo>
                <a:lnTo>
                  <a:pt x="495300" y="257175"/>
                </a:lnTo>
                <a:lnTo>
                  <a:pt x="504825" y="257175"/>
                </a:lnTo>
                <a:lnTo>
                  <a:pt x="504825" y="247650"/>
                </a:lnTo>
                <a:lnTo>
                  <a:pt x="514350" y="247650"/>
                </a:lnTo>
                <a:lnTo>
                  <a:pt x="514350" y="238125"/>
                </a:lnTo>
                <a:lnTo>
                  <a:pt x="523875" y="238125"/>
                </a:lnTo>
                <a:close/>
                <a:moveTo>
                  <a:pt x="457200" y="238125"/>
                </a:moveTo>
                <a:lnTo>
                  <a:pt x="466725" y="238125"/>
                </a:lnTo>
                <a:lnTo>
                  <a:pt x="466725" y="257175"/>
                </a:lnTo>
                <a:lnTo>
                  <a:pt x="457200" y="257175"/>
                </a:lnTo>
                <a:lnTo>
                  <a:pt x="457200" y="266700"/>
                </a:lnTo>
                <a:lnTo>
                  <a:pt x="447675" y="266700"/>
                </a:lnTo>
                <a:lnTo>
                  <a:pt x="447675" y="276225"/>
                </a:lnTo>
                <a:lnTo>
                  <a:pt x="419100" y="276225"/>
                </a:lnTo>
                <a:lnTo>
                  <a:pt x="419100" y="285750"/>
                </a:lnTo>
                <a:lnTo>
                  <a:pt x="400050" y="285750"/>
                </a:lnTo>
                <a:lnTo>
                  <a:pt x="400050" y="276225"/>
                </a:lnTo>
                <a:lnTo>
                  <a:pt x="371475" y="276225"/>
                </a:lnTo>
                <a:lnTo>
                  <a:pt x="371475" y="266700"/>
                </a:lnTo>
                <a:lnTo>
                  <a:pt x="361950" y="266700"/>
                </a:lnTo>
                <a:lnTo>
                  <a:pt x="361950" y="247650"/>
                </a:lnTo>
                <a:lnTo>
                  <a:pt x="371475" y="247650"/>
                </a:lnTo>
                <a:lnTo>
                  <a:pt x="371475" y="257175"/>
                </a:lnTo>
                <a:lnTo>
                  <a:pt x="381000" y="257175"/>
                </a:lnTo>
                <a:lnTo>
                  <a:pt x="381000" y="266700"/>
                </a:lnTo>
                <a:lnTo>
                  <a:pt x="438150" y="266700"/>
                </a:lnTo>
                <a:lnTo>
                  <a:pt x="438150" y="257175"/>
                </a:lnTo>
                <a:lnTo>
                  <a:pt x="447675" y="257175"/>
                </a:lnTo>
                <a:lnTo>
                  <a:pt x="447675" y="247650"/>
                </a:lnTo>
                <a:lnTo>
                  <a:pt x="457200" y="247650"/>
                </a:lnTo>
                <a:close/>
                <a:moveTo>
                  <a:pt x="104775" y="257175"/>
                </a:moveTo>
                <a:lnTo>
                  <a:pt x="114300" y="257175"/>
                </a:lnTo>
                <a:lnTo>
                  <a:pt x="114300" y="266700"/>
                </a:lnTo>
                <a:lnTo>
                  <a:pt x="123825" y="266700"/>
                </a:lnTo>
                <a:lnTo>
                  <a:pt x="123825" y="276225"/>
                </a:lnTo>
                <a:lnTo>
                  <a:pt x="114300" y="276225"/>
                </a:lnTo>
                <a:lnTo>
                  <a:pt x="114300" y="285750"/>
                </a:lnTo>
                <a:lnTo>
                  <a:pt x="104775" y="285750"/>
                </a:lnTo>
                <a:lnTo>
                  <a:pt x="104775" y="304800"/>
                </a:lnTo>
                <a:lnTo>
                  <a:pt x="95250" y="304800"/>
                </a:lnTo>
                <a:lnTo>
                  <a:pt x="95250" y="314325"/>
                </a:lnTo>
                <a:lnTo>
                  <a:pt x="85725" y="314325"/>
                </a:lnTo>
                <a:lnTo>
                  <a:pt x="85725" y="323850"/>
                </a:lnTo>
                <a:lnTo>
                  <a:pt x="95250" y="323850"/>
                </a:lnTo>
                <a:lnTo>
                  <a:pt x="95250" y="342900"/>
                </a:lnTo>
                <a:lnTo>
                  <a:pt x="114300" y="342900"/>
                </a:lnTo>
                <a:lnTo>
                  <a:pt x="114300" y="333375"/>
                </a:lnTo>
                <a:lnTo>
                  <a:pt x="142875" y="333375"/>
                </a:lnTo>
                <a:lnTo>
                  <a:pt x="142875" y="342900"/>
                </a:lnTo>
                <a:lnTo>
                  <a:pt x="152400" y="342900"/>
                </a:lnTo>
                <a:lnTo>
                  <a:pt x="152400" y="352425"/>
                </a:lnTo>
                <a:lnTo>
                  <a:pt x="66675" y="352425"/>
                </a:lnTo>
                <a:lnTo>
                  <a:pt x="66675" y="342900"/>
                </a:lnTo>
                <a:lnTo>
                  <a:pt x="76200" y="342900"/>
                </a:lnTo>
                <a:lnTo>
                  <a:pt x="76200" y="333375"/>
                </a:lnTo>
                <a:lnTo>
                  <a:pt x="66675" y="333375"/>
                </a:lnTo>
                <a:lnTo>
                  <a:pt x="66675" y="314325"/>
                </a:lnTo>
                <a:lnTo>
                  <a:pt x="76200" y="314325"/>
                </a:lnTo>
                <a:lnTo>
                  <a:pt x="76200" y="304800"/>
                </a:lnTo>
                <a:lnTo>
                  <a:pt x="85725" y="304800"/>
                </a:lnTo>
                <a:lnTo>
                  <a:pt x="85725" y="285750"/>
                </a:lnTo>
                <a:lnTo>
                  <a:pt x="95250" y="285750"/>
                </a:lnTo>
                <a:lnTo>
                  <a:pt x="95250" y="276225"/>
                </a:lnTo>
                <a:lnTo>
                  <a:pt x="104775" y="276225"/>
                </a:lnTo>
                <a:close/>
                <a:moveTo>
                  <a:pt x="152400" y="352425"/>
                </a:moveTo>
                <a:lnTo>
                  <a:pt x="171450" y="352425"/>
                </a:lnTo>
                <a:lnTo>
                  <a:pt x="171450" y="361950"/>
                </a:lnTo>
                <a:lnTo>
                  <a:pt x="180975" y="361950"/>
                </a:lnTo>
                <a:lnTo>
                  <a:pt x="180975" y="390525"/>
                </a:lnTo>
                <a:lnTo>
                  <a:pt x="161925" y="390525"/>
                </a:lnTo>
                <a:lnTo>
                  <a:pt x="161925" y="361950"/>
                </a:lnTo>
                <a:lnTo>
                  <a:pt x="152400" y="361950"/>
                </a:lnTo>
                <a:close/>
                <a:moveTo>
                  <a:pt x="419100" y="371475"/>
                </a:moveTo>
                <a:lnTo>
                  <a:pt x="428625" y="371475"/>
                </a:lnTo>
                <a:lnTo>
                  <a:pt x="428625" y="381000"/>
                </a:lnTo>
                <a:lnTo>
                  <a:pt x="419100" y="381000"/>
                </a:lnTo>
                <a:close/>
                <a:moveTo>
                  <a:pt x="409575" y="381000"/>
                </a:moveTo>
                <a:lnTo>
                  <a:pt x="419100" y="381000"/>
                </a:lnTo>
                <a:lnTo>
                  <a:pt x="419100" y="390525"/>
                </a:lnTo>
                <a:lnTo>
                  <a:pt x="409575" y="390525"/>
                </a:lnTo>
                <a:close/>
                <a:moveTo>
                  <a:pt x="180975" y="390525"/>
                </a:moveTo>
                <a:lnTo>
                  <a:pt x="190500" y="390525"/>
                </a:lnTo>
                <a:lnTo>
                  <a:pt x="190500" y="400050"/>
                </a:lnTo>
                <a:lnTo>
                  <a:pt x="180975" y="400050"/>
                </a:lnTo>
                <a:close/>
                <a:moveTo>
                  <a:pt x="190500" y="400050"/>
                </a:moveTo>
                <a:lnTo>
                  <a:pt x="200025" y="400050"/>
                </a:lnTo>
                <a:lnTo>
                  <a:pt x="200025" y="409575"/>
                </a:lnTo>
                <a:lnTo>
                  <a:pt x="190500" y="409575"/>
                </a:lnTo>
                <a:close/>
                <a:moveTo>
                  <a:pt x="400050" y="400050"/>
                </a:moveTo>
                <a:lnTo>
                  <a:pt x="409575" y="400050"/>
                </a:lnTo>
                <a:lnTo>
                  <a:pt x="409575" y="495300"/>
                </a:lnTo>
                <a:lnTo>
                  <a:pt x="400050" y="495300"/>
                </a:lnTo>
                <a:lnTo>
                  <a:pt x="400050" y="504825"/>
                </a:lnTo>
                <a:lnTo>
                  <a:pt x="390525" y="504825"/>
                </a:lnTo>
                <a:lnTo>
                  <a:pt x="390525" y="514350"/>
                </a:lnTo>
                <a:lnTo>
                  <a:pt x="381000" y="514350"/>
                </a:lnTo>
                <a:lnTo>
                  <a:pt x="381000" y="523875"/>
                </a:lnTo>
                <a:lnTo>
                  <a:pt x="371475" y="523875"/>
                </a:lnTo>
                <a:lnTo>
                  <a:pt x="371475" y="533400"/>
                </a:lnTo>
                <a:lnTo>
                  <a:pt x="352425" y="533400"/>
                </a:lnTo>
                <a:lnTo>
                  <a:pt x="352425" y="542925"/>
                </a:lnTo>
                <a:lnTo>
                  <a:pt x="333375" y="542925"/>
                </a:lnTo>
                <a:lnTo>
                  <a:pt x="333375" y="533400"/>
                </a:lnTo>
                <a:lnTo>
                  <a:pt x="342900" y="533400"/>
                </a:lnTo>
                <a:lnTo>
                  <a:pt x="342900" y="523875"/>
                </a:lnTo>
                <a:lnTo>
                  <a:pt x="352425" y="523875"/>
                </a:lnTo>
                <a:lnTo>
                  <a:pt x="352425" y="514350"/>
                </a:lnTo>
                <a:lnTo>
                  <a:pt x="361950" y="514350"/>
                </a:lnTo>
                <a:lnTo>
                  <a:pt x="361950" y="504825"/>
                </a:lnTo>
                <a:lnTo>
                  <a:pt x="371475" y="504825"/>
                </a:lnTo>
                <a:lnTo>
                  <a:pt x="371475" y="495300"/>
                </a:lnTo>
                <a:lnTo>
                  <a:pt x="381000" y="495300"/>
                </a:lnTo>
                <a:lnTo>
                  <a:pt x="381000" y="476250"/>
                </a:lnTo>
                <a:lnTo>
                  <a:pt x="390525" y="476250"/>
                </a:lnTo>
                <a:lnTo>
                  <a:pt x="390525" y="447675"/>
                </a:lnTo>
                <a:lnTo>
                  <a:pt x="400050" y="447675"/>
                </a:lnTo>
                <a:close/>
                <a:moveTo>
                  <a:pt x="238125" y="447675"/>
                </a:moveTo>
                <a:lnTo>
                  <a:pt x="257175" y="447675"/>
                </a:lnTo>
                <a:lnTo>
                  <a:pt x="257175" y="457200"/>
                </a:lnTo>
                <a:lnTo>
                  <a:pt x="266700" y="457200"/>
                </a:lnTo>
                <a:lnTo>
                  <a:pt x="266700" y="466725"/>
                </a:lnTo>
                <a:lnTo>
                  <a:pt x="228600" y="466725"/>
                </a:lnTo>
                <a:lnTo>
                  <a:pt x="228600" y="457200"/>
                </a:lnTo>
                <a:lnTo>
                  <a:pt x="238125" y="457200"/>
                </a:lnTo>
                <a:close/>
                <a:moveTo>
                  <a:pt x="285750" y="476250"/>
                </a:moveTo>
                <a:lnTo>
                  <a:pt x="295275" y="476250"/>
                </a:lnTo>
                <a:lnTo>
                  <a:pt x="295275" y="485775"/>
                </a:lnTo>
                <a:lnTo>
                  <a:pt x="304800" y="485775"/>
                </a:lnTo>
                <a:lnTo>
                  <a:pt x="304800" y="523875"/>
                </a:lnTo>
                <a:lnTo>
                  <a:pt x="295275" y="523875"/>
                </a:lnTo>
                <a:lnTo>
                  <a:pt x="295275" y="533400"/>
                </a:lnTo>
                <a:lnTo>
                  <a:pt x="285750" y="533400"/>
                </a:lnTo>
                <a:close/>
                <a:moveTo>
                  <a:pt x="57150" y="523875"/>
                </a:moveTo>
                <a:lnTo>
                  <a:pt x="66675" y="523875"/>
                </a:lnTo>
                <a:lnTo>
                  <a:pt x="66675" y="542925"/>
                </a:lnTo>
                <a:lnTo>
                  <a:pt x="76200" y="542925"/>
                </a:lnTo>
                <a:lnTo>
                  <a:pt x="76200" y="552450"/>
                </a:lnTo>
                <a:lnTo>
                  <a:pt x="85725" y="552450"/>
                </a:lnTo>
                <a:lnTo>
                  <a:pt x="85725" y="561975"/>
                </a:lnTo>
                <a:lnTo>
                  <a:pt x="95250" y="561975"/>
                </a:lnTo>
                <a:lnTo>
                  <a:pt x="95250" y="552450"/>
                </a:lnTo>
                <a:lnTo>
                  <a:pt x="123825" y="552450"/>
                </a:lnTo>
                <a:lnTo>
                  <a:pt x="123825" y="561975"/>
                </a:lnTo>
                <a:lnTo>
                  <a:pt x="142875" y="561975"/>
                </a:lnTo>
                <a:lnTo>
                  <a:pt x="142875" y="571500"/>
                </a:lnTo>
                <a:lnTo>
                  <a:pt x="104775" y="571500"/>
                </a:lnTo>
                <a:lnTo>
                  <a:pt x="104775" y="581025"/>
                </a:lnTo>
                <a:lnTo>
                  <a:pt x="76200" y="581025"/>
                </a:lnTo>
                <a:lnTo>
                  <a:pt x="76200" y="561975"/>
                </a:lnTo>
                <a:lnTo>
                  <a:pt x="57150" y="561975"/>
                </a:lnTo>
                <a:close/>
                <a:moveTo>
                  <a:pt x="133350" y="523875"/>
                </a:moveTo>
                <a:lnTo>
                  <a:pt x="142875" y="523875"/>
                </a:lnTo>
                <a:lnTo>
                  <a:pt x="142875" y="533400"/>
                </a:lnTo>
                <a:lnTo>
                  <a:pt x="133350" y="533400"/>
                </a:lnTo>
                <a:close/>
                <a:moveTo>
                  <a:pt x="152400" y="552450"/>
                </a:moveTo>
                <a:lnTo>
                  <a:pt x="161925" y="552450"/>
                </a:lnTo>
                <a:lnTo>
                  <a:pt x="161925" y="561975"/>
                </a:lnTo>
                <a:lnTo>
                  <a:pt x="152400" y="561975"/>
                </a:lnTo>
                <a:close/>
              </a:path>
            </a:pathLst>
          </a:custGeom>
          <a:solidFill xmlns:a="http://schemas.openxmlformats.org/drawingml/2006/main">
            <a:srgbClr val="B46A4F"/>
          </a:solidFill>
          <a:ln xmlns:a="http://schemas.openxmlformats.org/drawingml/2006/main" w="0">
            <a:noFill/>
          </a:ln>
        </p:spPr>
      </p:sp>
      <p:sp>
        <p:nvSpPr>
          <p:cNvPr id="99" name="rocket vector #b6694c">
            <a:extLst xmlns:a="http://schemas.openxmlformats.org/drawingml/2006/main">
              <a:ext uri="{FF2B5EF4-FFF2-40B4-BE49-F238E27FC236}">
                <a16:creationId xmlns:a16="http://schemas.microsoft.com/office/drawing/2014/main" id="{D2126107-71C1-4B02-8BA7-5C2178D869B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867775" y="1800225"/>
            <a:ext cx="752475" cy="742950"/>
          </a:xfrm>
          <a:custGeom xmlns:a="http://schemas.openxmlformats.org/drawingml/2006/main">
            <a:pathLst>
              <a:path w="638175" h="628650">
                <a:moveTo>
                  <a:pt x="457200" y="76200"/>
                </a:moveTo>
                <a:lnTo>
                  <a:pt x="523875" y="76200"/>
                </a:lnTo>
                <a:lnTo>
                  <a:pt x="523875" y="85725"/>
                </a:lnTo>
                <a:lnTo>
                  <a:pt x="495300" y="85725"/>
                </a:lnTo>
                <a:lnTo>
                  <a:pt x="495300" y="95250"/>
                </a:lnTo>
                <a:lnTo>
                  <a:pt x="457200" y="95250"/>
                </a:lnTo>
                <a:close/>
                <a:moveTo>
                  <a:pt x="523875" y="85725"/>
                </a:moveTo>
                <a:lnTo>
                  <a:pt x="533400" y="85725"/>
                </a:lnTo>
                <a:lnTo>
                  <a:pt x="533400" y="95250"/>
                </a:lnTo>
                <a:lnTo>
                  <a:pt x="523875" y="95250"/>
                </a:lnTo>
                <a:close/>
                <a:moveTo>
                  <a:pt x="533400" y="95250"/>
                </a:moveTo>
                <a:lnTo>
                  <a:pt x="542925" y="95250"/>
                </a:lnTo>
                <a:lnTo>
                  <a:pt x="542925" y="133350"/>
                </a:lnTo>
                <a:lnTo>
                  <a:pt x="533400" y="133350"/>
                </a:lnTo>
                <a:close/>
                <a:moveTo>
                  <a:pt x="323850" y="133350"/>
                </a:moveTo>
                <a:lnTo>
                  <a:pt x="342900" y="133350"/>
                </a:lnTo>
                <a:lnTo>
                  <a:pt x="342900" y="142875"/>
                </a:lnTo>
                <a:lnTo>
                  <a:pt x="333375" y="142875"/>
                </a:lnTo>
                <a:lnTo>
                  <a:pt x="333375" y="152400"/>
                </a:lnTo>
                <a:lnTo>
                  <a:pt x="323850" y="152400"/>
                </a:lnTo>
                <a:close/>
                <a:moveTo>
                  <a:pt x="314325" y="152400"/>
                </a:moveTo>
                <a:lnTo>
                  <a:pt x="323850" y="152400"/>
                </a:lnTo>
                <a:lnTo>
                  <a:pt x="323850" y="161925"/>
                </a:lnTo>
                <a:lnTo>
                  <a:pt x="314325" y="161925"/>
                </a:lnTo>
                <a:close/>
                <a:moveTo>
                  <a:pt x="542925" y="152400"/>
                </a:moveTo>
                <a:lnTo>
                  <a:pt x="552450" y="152400"/>
                </a:lnTo>
                <a:lnTo>
                  <a:pt x="552450" y="180975"/>
                </a:lnTo>
                <a:lnTo>
                  <a:pt x="542925" y="180975"/>
                </a:lnTo>
                <a:close/>
                <a:moveTo>
                  <a:pt x="304800" y="161925"/>
                </a:moveTo>
                <a:lnTo>
                  <a:pt x="314325" y="161925"/>
                </a:lnTo>
                <a:lnTo>
                  <a:pt x="314325" y="171450"/>
                </a:lnTo>
                <a:lnTo>
                  <a:pt x="304800" y="171450"/>
                </a:lnTo>
                <a:close/>
                <a:moveTo>
                  <a:pt x="295275" y="171450"/>
                </a:moveTo>
                <a:lnTo>
                  <a:pt x="304800" y="171450"/>
                </a:lnTo>
                <a:lnTo>
                  <a:pt x="304800" y="180975"/>
                </a:lnTo>
                <a:lnTo>
                  <a:pt x="295275" y="180975"/>
                </a:lnTo>
                <a:close/>
                <a:moveTo>
                  <a:pt x="285750" y="180975"/>
                </a:moveTo>
                <a:lnTo>
                  <a:pt x="295275" y="180975"/>
                </a:lnTo>
                <a:lnTo>
                  <a:pt x="295275" y="190500"/>
                </a:lnTo>
                <a:lnTo>
                  <a:pt x="285750" y="190500"/>
                </a:lnTo>
                <a:close/>
                <a:moveTo>
                  <a:pt x="266700" y="190500"/>
                </a:moveTo>
                <a:lnTo>
                  <a:pt x="285750" y="190500"/>
                </a:lnTo>
                <a:lnTo>
                  <a:pt x="285750" y="200025"/>
                </a:lnTo>
                <a:lnTo>
                  <a:pt x="276225" y="200025"/>
                </a:lnTo>
                <a:lnTo>
                  <a:pt x="276225" y="209550"/>
                </a:lnTo>
                <a:lnTo>
                  <a:pt x="266700" y="209550"/>
                </a:lnTo>
                <a:close/>
                <a:moveTo>
                  <a:pt x="257175" y="209550"/>
                </a:moveTo>
                <a:lnTo>
                  <a:pt x="266700" y="209550"/>
                </a:lnTo>
                <a:lnTo>
                  <a:pt x="266700" y="219075"/>
                </a:lnTo>
                <a:lnTo>
                  <a:pt x="257175" y="219075"/>
                </a:lnTo>
                <a:close/>
                <a:moveTo>
                  <a:pt x="342900" y="219075"/>
                </a:moveTo>
                <a:lnTo>
                  <a:pt x="352425" y="219075"/>
                </a:lnTo>
                <a:lnTo>
                  <a:pt x="352425" y="238125"/>
                </a:lnTo>
                <a:lnTo>
                  <a:pt x="342900" y="238125"/>
                </a:lnTo>
                <a:close/>
                <a:moveTo>
                  <a:pt x="504825" y="228600"/>
                </a:moveTo>
                <a:lnTo>
                  <a:pt x="523875" y="228600"/>
                </a:lnTo>
                <a:lnTo>
                  <a:pt x="523875" y="238125"/>
                </a:lnTo>
                <a:lnTo>
                  <a:pt x="514350" y="238125"/>
                </a:lnTo>
                <a:lnTo>
                  <a:pt x="514350" y="247650"/>
                </a:lnTo>
                <a:lnTo>
                  <a:pt x="504825" y="247650"/>
                </a:lnTo>
                <a:close/>
                <a:moveTo>
                  <a:pt x="352425" y="238125"/>
                </a:moveTo>
                <a:lnTo>
                  <a:pt x="361950" y="238125"/>
                </a:lnTo>
                <a:lnTo>
                  <a:pt x="361950" y="257175"/>
                </a:lnTo>
                <a:lnTo>
                  <a:pt x="352425" y="257175"/>
                </a:lnTo>
                <a:close/>
                <a:moveTo>
                  <a:pt x="466725" y="238125"/>
                </a:moveTo>
                <a:lnTo>
                  <a:pt x="476250" y="238125"/>
                </a:lnTo>
                <a:lnTo>
                  <a:pt x="476250" y="247650"/>
                </a:lnTo>
                <a:lnTo>
                  <a:pt x="504825" y="247650"/>
                </a:lnTo>
                <a:lnTo>
                  <a:pt x="504825" y="257175"/>
                </a:lnTo>
                <a:lnTo>
                  <a:pt x="495300" y="257175"/>
                </a:lnTo>
                <a:lnTo>
                  <a:pt x="495300" y="266700"/>
                </a:lnTo>
                <a:lnTo>
                  <a:pt x="466725" y="266700"/>
                </a:lnTo>
                <a:lnTo>
                  <a:pt x="466725" y="276225"/>
                </a:lnTo>
                <a:lnTo>
                  <a:pt x="457200" y="276225"/>
                </a:lnTo>
                <a:lnTo>
                  <a:pt x="457200" y="285750"/>
                </a:lnTo>
                <a:lnTo>
                  <a:pt x="438150" y="285750"/>
                </a:lnTo>
                <a:lnTo>
                  <a:pt x="438150" y="295275"/>
                </a:lnTo>
                <a:lnTo>
                  <a:pt x="428625" y="295275"/>
                </a:lnTo>
                <a:lnTo>
                  <a:pt x="428625" y="285750"/>
                </a:lnTo>
                <a:lnTo>
                  <a:pt x="419100" y="285750"/>
                </a:lnTo>
                <a:lnTo>
                  <a:pt x="419100" y="276225"/>
                </a:lnTo>
                <a:lnTo>
                  <a:pt x="447675" y="276225"/>
                </a:lnTo>
                <a:lnTo>
                  <a:pt x="447675" y="266700"/>
                </a:lnTo>
                <a:lnTo>
                  <a:pt x="457200" y="266700"/>
                </a:lnTo>
                <a:lnTo>
                  <a:pt x="457200" y="257175"/>
                </a:lnTo>
                <a:lnTo>
                  <a:pt x="466725" y="257175"/>
                </a:lnTo>
                <a:close/>
                <a:moveTo>
                  <a:pt x="114300" y="276225"/>
                </a:moveTo>
                <a:lnTo>
                  <a:pt x="123825" y="276225"/>
                </a:lnTo>
                <a:lnTo>
                  <a:pt x="123825" y="295275"/>
                </a:lnTo>
                <a:lnTo>
                  <a:pt x="114300" y="295275"/>
                </a:lnTo>
                <a:lnTo>
                  <a:pt x="114300" y="314325"/>
                </a:lnTo>
                <a:lnTo>
                  <a:pt x="133350" y="314325"/>
                </a:lnTo>
                <a:lnTo>
                  <a:pt x="133350" y="323850"/>
                </a:lnTo>
                <a:lnTo>
                  <a:pt x="152400" y="323850"/>
                </a:lnTo>
                <a:lnTo>
                  <a:pt x="152400" y="333375"/>
                </a:lnTo>
                <a:lnTo>
                  <a:pt x="171450" y="333375"/>
                </a:lnTo>
                <a:lnTo>
                  <a:pt x="171450" y="342900"/>
                </a:lnTo>
                <a:lnTo>
                  <a:pt x="180975" y="342900"/>
                </a:lnTo>
                <a:lnTo>
                  <a:pt x="180975" y="361950"/>
                </a:lnTo>
                <a:lnTo>
                  <a:pt x="171450" y="361950"/>
                </a:lnTo>
                <a:lnTo>
                  <a:pt x="171450" y="352425"/>
                </a:lnTo>
                <a:lnTo>
                  <a:pt x="152400" y="352425"/>
                </a:lnTo>
                <a:lnTo>
                  <a:pt x="152400" y="342900"/>
                </a:lnTo>
                <a:lnTo>
                  <a:pt x="142875" y="342900"/>
                </a:lnTo>
                <a:lnTo>
                  <a:pt x="142875" y="333375"/>
                </a:lnTo>
                <a:lnTo>
                  <a:pt x="114300" y="333375"/>
                </a:lnTo>
                <a:lnTo>
                  <a:pt x="114300" y="342900"/>
                </a:lnTo>
                <a:lnTo>
                  <a:pt x="95250" y="342900"/>
                </a:lnTo>
                <a:lnTo>
                  <a:pt x="95250" y="323850"/>
                </a:lnTo>
                <a:lnTo>
                  <a:pt x="85725" y="323850"/>
                </a:lnTo>
                <a:lnTo>
                  <a:pt x="85725" y="314325"/>
                </a:lnTo>
                <a:lnTo>
                  <a:pt x="95250" y="314325"/>
                </a:lnTo>
                <a:lnTo>
                  <a:pt x="95250" y="304800"/>
                </a:lnTo>
                <a:lnTo>
                  <a:pt x="104775" y="304800"/>
                </a:lnTo>
                <a:lnTo>
                  <a:pt x="104775" y="285750"/>
                </a:lnTo>
                <a:lnTo>
                  <a:pt x="114300" y="285750"/>
                </a:lnTo>
                <a:close/>
                <a:moveTo>
                  <a:pt x="381000" y="276225"/>
                </a:moveTo>
                <a:lnTo>
                  <a:pt x="400050" y="276225"/>
                </a:lnTo>
                <a:lnTo>
                  <a:pt x="400050" y="285750"/>
                </a:lnTo>
                <a:lnTo>
                  <a:pt x="381000" y="285750"/>
                </a:lnTo>
                <a:close/>
                <a:moveTo>
                  <a:pt x="466725" y="276225"/>
                </a:moveTo>
                <a:lnTo>
                  <a:pt x="476250" y="276225"/>
                </a:lnTo>
                <a:lnTo>
                  <a:pt x="476250" y="295275"/>
                </a:lnTo>
                <a:lnTo>
                  <a:pt x="466725" y="295275"/>
                </a:lnTo>
                <a:close/>
                <a:moveTo>
                  <a:pt x="457200" y="295275"/>
                </a:moveTo>
                <a:lnTo>
                  <a:pt x="466725" y="295275"/>
                </a:lnTo>
                <a:lnTo>
                  <a:pt x="466725" y="304800"/>
                </a:lnTo>
                <a:lnTo>
                  <a:pt x="457200" y="304800"/>
                </a:lnTo>
                <a:close/>
                <a:moveTo>
                  <a:pt x="447675" y="314325"/>
                </a:moveTo>
                <a:lnTo>
                  <a:pt x="457200" y="314325"/>
                </a:lnTo>
                <a:lnTo>
                  <a:pt x="457200" y="333375"/>
                </a:lnTo>
                <a:lnTo>
                  <a:pt x="447675" y="333375"/>
                </a:lnTo>
                <a:close/>
                <a:moveTo>
                  <a:pt x="180975" y="361950"/>
                </a:moveTo>
                <a:lnTo>
                  <a:pt x="190500" y="361950"/>
                </a:lnTo>
                <a:lnTo>
                  <a:pt x="190500" y="381000"/>
                </a:lnTo>
                <a:lnTo>
                  <a:pt x="200025" y="381000"/>
                </a:lnTo>
                <a:lnTo>
                  <a:pt x="200025" y="400050"/>
                </a:lnTo>
                <a:lnTo>
                  <a:pt x="190500" y="400050"/>
                </a:lnTo>
                <a:lnTo>
                  <a:pt x="190500" y="390525"/>
                </a:lnTo>
                <a:lnTo>
                  <a:pt x="180975" y="390525"/>
                </a:lnTo>
                <a:close/>
                <a:moveTo>
                  <a:pt x="409575" y="371475"/>
                </a:moveTo>
                <a:lnTo>
                  <a:pt x="419100" y="371475"/>
                </a:lnTo>
                <a:lnTo>
                  <a:pt x="419100" y="381000"/>
                </a:lnTo>
                <a:lnTo>
                  <a:pt x="409575" y="381000"/>
                </a:lnTo>
                <a:close/>
                <a:moveTo>
                  <a:pt x="200025" y="400050"/>
                </a:moveTo>
                <a:lnTo>
                  <a:pt x="209550" y="400050"/>
                </a:lnTo>
                <a:lnTo>
                  <a:pt x="209550" y="409575"/>
                </a:lnTo>
                <a:lnTo>
                  <a:pt x="200025" y="409575"/>
                </a:lnTo>
                <a:close/>
                <a:moveTo>
                  <a:pt x="381000" y="409575"/>
                </a:moveTo>
                <a:lnTo>
                  <a:pt x="400050" y="409575"/>
                </a:lnTo>
                <a:lnTo>
                  <a:pt x="400050" y="447675"/>
                </a:lnTo>
                <a:lnTo>
                  <a:pt x="390525" y="447675"/>
                </a:lnTo>
                <a:lnTo>
                  <a:pt x="390525" y="476250"/>
                </a:lnTo>
                <a:lnTo>
                  <a:pt x="381000" y="476250"/>
                </a:lnTo>
                <a:lnTo>
                  <a:pt x="381000" y="428625"/>
                </a:lnTo>
                <a:lnTo>
                  <a:pt x="390525" y="428625"/>
                </a:lnTo>
                <a:lnTo>
                  <a:pt x="390525" y="419100"/>
                </a:lnTo>
                <a:lnTo>
                  <a:pt x="381000" y="419100"/>
                </a:lnTo>
                <a:close/>
                <a:moveTo>
                  <a:pt x="228600" y="438150"/>
                </a:moveTo>
                <a:lnTo>
                  <a:pt x="238125" y="438150"/>
                </a:lnTo>
                <a:lnTo>
                  <a:pt x="238125" y="447675"/>
                </a:lnTo>
                <a:lnTo>
                  <a:pt x="228600" y="447675"/>
                </a:lnTo>
                <a:close/>
                <a:moveTo>
                  <a:pt x="257175" y="447675"/>
                </a:moveTo>
                <a:lnTo>
                  <a:pt x="276225" y="447675"/>
                </a:lnTo>
                <a:lnTo>
                  <a:pt x="276225" y="457200"/>
                </a:lnTo>
                <a:lnTo>
                  <a:pt x="285750" y="457200"/>
                </a:lnTo>
                <a:lnTo>
                  <a:pt x="285750" y="466725"/>
                </a:lnTo>
                <a:lnTo>
                  <a:pt x="304800" y="466725"/>
                </a:lnTo>
                <a:lnTo>
                  <a:pt x="304800" y="476250"/>
                </a:lnTo>
                <a:lnTo>
                  <a:pt x="314325" y="476250"/>
                </a:lnTo>
                <a:lnTo>
                  <a:pt x="314325" y="523875"/>
                </a:lnTo>
                <a:lnTo>
                  <a:pt x="333375" y="523875"/>
                </a:lnTo>
                <a:lnTo>
                  <a:pt x="333375" y="514350"/>
                </a:lnTo>
                <a:lnTo>
                  <a:pt x="342900" y="514350"/>
                </a:lnTo>
                <a:lnTo>
                  <a:pt x="342900" y="504825"/>
                </a:lnTo>
                <a:lnTo>
                  <a:pt x="361950" y="504825"/>
                </a:lnTo>
                <a:lnTo>
                  <a:pt x="361950" y="485775"/>
                </a:lnTo>
                <a:lnTo>
                  <a:pt x="371475" y="485775"/>
                </a:lnTo>
                <a:lnTo>
                  <a:pt x="371475" y="476250"/>
                </a:lnTo>
                <a:lnTo>
                  <a:pt x="381000" y="476250"/>
                </a:lnTo>
                <a:lnTo>
                  <a:pt x="381000" y="495300"/>
                </a:lnTo>
                <a:lnTo>
                  <a:pt x="371475" y="495300"/>
                </a:lnTo>
                <a:lnTo>
                  <a:pt x="371475" y="504825"/>
                </a:lnTo>
                <a:lnTo>
                  <a:pt x="361950" y="504825"/>
                </a:lnTo>
                <a:lnTo>
                  <a:pt x="361950" y="514350"/>
                </a:lnTo>
                <a:lnTo>
                  <a:pt x="352425" y="514350"/>
                </a:lnTo>
                <a:lnTo>
                  <a:pt x="352425" y="523875"/>
                </a:lnTo>
                <a:lnTo>
                  <a:pt x="342900" y="523875"/>
                </a:lnTo>
                <a:lnTo>
                  <a:pt x="342900" y="533400"/>
                </a:lnTo>
                <a:lnTo>
                  <a:pt x="333375" y="533400"/>
                </a:lnTo>
                <a:lnTo>
                  <a:pt x="333375" y="542925"/>
                </a:lnTo>
                <a:lnTo>
                  <a:pt x="314325" y="542925"/>
                </a:lnTo>
                <a:lnTo>
                  <a:pt x="314325" y="533400"/>
                </a:lnTo>
                <a:lnTo>
                  <a:pt x="295275" y="533400"/>
                </a:lnTo>
                <a:lnTo>
                  <a:pt x="295275" y="523875"/>
                </a:lnTo>
                <a:lnTo>
                  <a:pt x="304800" y="523875"/>
                </a:lnTo>
                <a:lnTo>
                  <a:pt x="304800" y="485775"/>
                </a:lnTo>
                <a:lnTo>
                  <a:pt x="295275" y="485775"/>
                </a:lnTo>
                <a:lnTo>
                  <a:pt x="295275" y="476250"/>
                </a:lnTo>
                <a:lnTo>
                  <a:pt x="276225" y="476250"/>
                </a:lnTo>
                <a:lnTo>
                  <a:pt x="276225" y="466725"/>
                </a:lnTo>
                <a:lnTo>
                  <a:pt x="266700" y="466725"/>
                </a:lnTo>
                <a:lnTo>
                  <a:pt x="266700" y="457200"/>
                </a:lnTo>
                <a:lnTo>
                  <a:pt x="257175" y="457200"/>
                </a:lnTo>
                <a:close/>
                <a:moveTo>
                  <a:pt x="76200" y="542925"/>
                </a:moveTo>
                <a:lnTo>
                  <a:pt x="85725" y="542925"/>
                </a:lnTo>
                <a:lnTo>
                  <a:pt x="85725" y="552450"/>
                </a:lnTo>
                <a:lnTo>
                  <a:pt x="76200" y="552450"/>
                </a:lnTo>
                <a:close/>
                <a:moveTo>
                  <a:pt x="85725" y="552450"/>
                </a:moveTo>
                <a:lnTo>
                  <a:pt x="95250" y="552450"/>
                </a:lnTo>
                <a:lnTo>
                  <a:pt x="95250" y="561975"/>
                </a:lnTo>
                <a:lnTo>
                  <a:pt x="85725" y="561975"/>
                </a:lnTo>
                <a:close/>
              </a:path>
            </a:pathLst>
          </a:custGeom>
          <a:solidFill xmlns:a="http://schemas.openxmlformats.org/drawingml/2006/main">
            <a:srgbClr val="B6694C"/>
          </a:solidFill>
          <a:ln xmlns:a="http://schemas.openxmlformats.org/drawingml/2006/main" w="0">
            <a:noFill/>
          </a:ln>
        </p:spPr>
      </p:sp>
      <p:sp>
        <p:nvSpPr>
          <p:cNvPr id="100" name="rocket vector #ba684a">
            <a:extLst xmlns:a="http://schemas.openxmlformats.org/drawingml/2006/main">
              <a:ext uri="{FF2B5EF4-FFF2-40B4-BE49-F238E27FC236}">
                <a16:creationId xmlns:a16="http://schemas.microsoft.com/office/drawing/2014/main" id="{7161C79A-A6BD-452A-B9DD-9D78EC43D8E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867775" y="1800225"/>
            <a:ext cx="752475" cy="742950"/>
          </a:xfrm>
          <a:custGeom xmlns:a="http://schemas.openxmlformats.org/drawingml/2006/main">
            <a:pathLst>
              <a:path w="638175" h="628650">
                <a:moveTo>
                  <a:pt x="495300" y="85725"/>
                </a:moveTo>
                <a:lnTo>
                  <a:pt x="523875" y="85725"/>
                </a:lnTo>
                <a:lnTo>
                  <a:pt x="523875" y="95250"/>
                </a:lnTo>
                <a:lnTo>
                  <a:pt x="533400" y="95250"/>
                </a:lnTo>
                <a:lnTo>
                  <a:pt x="533400" y="133350"/>
                </a:lnTo>
                <a:lnTo>
                  <a:pt x="504825" y="133350"/>
                </a:lnTo>
                <a:lnTo>
                  <a:pt x="504825" y="123825"/>
                </a:lnTo>
                <a:lnTo>
                  <a:pt x="495300" y="123825"/>
                </a:lnTo>
                <a:lnTo>
                  <a:pt x="495300" y="114300"/>
                </a:lnTo>
                <a:lnTo>
                  <a:pt x="485775" y="114300"/>
                </a:lnTo>
                <a:lnTo>
                  <a:pt x="485775" y="104775"/>
                </a:lnTo>
                <a:lnTo>
                  <a:pt x="466725" y="104775"/>
                </a:lnTo>
                <a:lnTo>
                  <a:pt x="466725" y="95250"/>
                </a:lnTo>
                <a:lnTo>
                  <a:pt x="495300" y="95250"/>
                </a:lnTo>
                <a:close/>
                <a:moveTo>
                  <a:pt x="323850" y="152400"/>
                </a:moveTo>
                <a:lnTo>
                  <a:pt x="333375" y="152400"/>
                </a:lnTo>
                <a:lnTo>
                  <a:pt x="333375" y="171450"/>
                </a:lnTo>
                <a:lnTo>
                  <a:pt x="323850" y="171450"/>
                </a:lnTo>
                <a:lnTo>
                  <a:pt x="323850" y="180975"/>
                </a:lnTo>
                <a:lnTo>
                  <a:pt x="314325" y="180975"/>
                </a:lnTo>
                <a:lnTo>
                  <a:pt x="314325" y="190500"/>
                </a:lnTo>
                <a:lnTo>
                  <a:pt x="323850" y="190500"/>
                </a:lnTo>
                <a:lnTo>
                  <a:pt x="323850" y="209550"/>
                </a:lnTo>
                <a:lnTo>
                  <a:pt x="342900" y="209550"/>
                </a:lnTo>
                <a:lnTo>
                  <a:pt x="342900" y="238125"/>
                </a:lnTo>
                <a:lnTo>
                  <a:pt x="352425" y="238125"/>
                </a:lnTo>
                <a:lnTo>
                  <a:pt x="352425" y="257175"/>
                </a:lnTo>
                <a:lnTo>
                  <a:pt x="361950" y="257175"/>
                </a:lnTo>
                <a:lnTo>
                  <a:pt x="361950" y="266700"/>
                </a:lnTo>
                <a:lnTo>
                  <a:pt x="371475" y="266700"/>
                </a:lnTo>
                <a:lnTo>
                  <a:pt x="371475" y="276225"/>
                </a:lnTo>
                <a:lnTo>
                  <a:pt x="381000" y="276225"/>
                </a:lnTo>
                <a:lnTo>
                  <a:pt x="381000" y="285750"/>
                </a:lnTo>
                <a:lnTo>
                  <a:pt x="428625" y="285750"/>
                </a:lnTo>
                <a:lnTo>
                  <a:pt x="428625" y="295275"/>
                </a:lnTo>
                <a:lnTo>
                  <a:pt x="438150" y="295275"/>
                </a:lnTo>
                <a:lnTo>
                  <a:pt x="438150" y="285750"/>
                </a:lnTo>
                <a:lnTo>
                  <a:pt x="457200" y="285750"/>
                </a:lnTo>
                <a:lnTo>
                  <a:pt x="457200" y="276225"/>
                </a:lnTo>
                <a:lnTo>
                  <a:pt x="466725" y="276225"/>
                </a:lnTo>
                <a:lnTo>
                  <a:pt x="466725" y="266700"/>
                </a:lnTo>
                <a:lnTo>
                  <a:pt x="476250" y="266700"/>
                </a:lnTo>
                <a:lnTo>
                  <a:pt x="476250" y="276225"/>
                </a:lnTo>
                <a:lnTo>
                  <a:pt x="466725" y="276225"/>
                </a:lnTo>
                <a:lnTo>
                  <a:pt x="466725" y="295275"/>
                </a:lnTo>
                <a:lnTo>
                  <a:pt x="457200" y="295275"/>
                </a:lnTo>
                <a:lnTo>
                  <a:pt x="457200" y="314325"/>
                </a:lnTo>
                <a:lnTo>
                  <a:pt x="447675" y="314325"/>
                </a:lnTo>
                <a:lnTo>
                  <a:pt x="447675" y="323850"/>
                </a:lnTo>
                <a:lnTo>
                  <a:pt x="428625" y="323850"/>
                </a:lnTo>
                <a:lnTo>
                  <a:pt x="428625" y="314325"/>
                </a:lnTo>
                <a:lnTo>
                  <a:pt x="419100" y="314325"/>
                </a:lnTo>
                <a:lnTo>
                  <a:pt x="419100" y="304800"/>
                </a:lnTo>
                <a:lnTo>
                  <a:pt x="381000" y="304800"/>
                </a:lnTo>
                <a:lnTo>
                  <a:pt x="381000" y="295275"/>
                </a:lnTo>
                <a:lnTo>
                  <a:pt x="371475" y="295275"/>
                </a:lnTo>
                <a:lnTo>
                  <a:pt x="371475" y="285750"/>
                </a:lnTo>
                <a:lnTo>
                  <a:pt x="361950" y="285750"/>
                </a:lnTo>
                <a:lnTo>
                  <a:pt x="361950" y="276225"/>
                </a:lnTo>
                <a:lnTo>
                  <a:pt x="342900" y="276225"/>
                </a:lnTo>
                <a:lnTo>
                  <a:pt x="342900" y="285750"/>
                </a:lnTo>
                <a:lnTo>
                  <a:pt x="333375" y="285750"/>
                </a:lnTo>
                <a:lnTo>
                  <a:pt x="333375" y="276225"/>
                </a:lnTo>
                <a:lnTo>
                  <a:pt x="323850" y="276225"/>
                </a:lnTo>
                <a:lnTo>
                  <a:pt x="323850" y="247650"/>
                </a:lnTo>
                <a:lnTo>
                  <a:pt x="314325" y="247650"/>
                </a:lnTo>
                <a:lnTo>
                  <a:pt x="314325" y="238125"/>
                </a:lnTo>
                <a:lnTo>
                  <a:pt x="304800" y="238125"/>
                </a:lnTo>
                <a:lnTo>
                  <a:pt x="304800" y="247650"/>
                </a:lnTo>
                <a:lnTo>
                  <a:pt x="285750" y="247650"/>
                </a:lnTo>
                <a:lnTo>
                  <a:pt x="285750" y="238125"/>
                </a:lnTo>
                <a:lnTo>
                  <a:pt x="276225" y="238125"/>
                </a:lnTo>
                <a:lnTo>
                  <a:pt x="276225" y="228600"/>
                </a:lnTo>
                <a:lnTo>
                  <a:pt x="285750" y="228600"/>
                </a:lnTo>
                <a:lnTo>
                  <a:pt x="285750" y="209550"/>
                </a:lnTo>
                <a:lnTo>
                  <a:pt x="276225" y="209550"/>
                </a:lnTo>
                <a:lnTo>
                  <a:pt x="276225" y="200025"/>
                </a:lnTo>
                <a:lnTo>
                  <a:pt x="285750" y="200025"/>
                </a:lnTo>
                <a:lnTo>
                  <a:pt x="285750" y="190500"/>
                </a:lnTo>
                <a:lnTo>
                  <a:pt x="295275" y="190500"/>
                </a:lnTo>
                <a:lnTo>
                  <a:pt x="295275" y="180975"/>
                </a:lnTo>
                <a:lnTo>
                  <a:pt x="304800" y="180975"/>
                </a:lnTo>
                <a:lnTo>
                  <a:pt x="304800" y="171450"/>
                </a:lnTo>
                <a:lnTo>
                  <a:pt x="314325" y="171450"/>
                </a:lnTo>
                <a:lnTo>
                  <a:pt x="314325" y="161925"/>
                </a:lnTo>
                <a:lnTo>
                  <a:pt x="323850" y="161925"/>
                </a:lnTo>
                <a:close/>
                <a:moveTo>
                  <a:pt x="476250" y="238125"/>
                </a:moveTo>
                <a:lnTo>
                  <a:pt x="504825" y="238125"/>
                </a:lnTo>
                <a:lnTo>
                  <a:pt x="504825" y="247650"/>
                </a:lnTo>
                <a:lnTo>
                  <a:pt x="476250" y="247650"/>
                </a:lnTo>
                <a:close/>
                <a:moveTo>
                  <a:pt x="123825" y="276225"/>
                </a:moveTo>
                <a:lnTo>
                  <a:pt x="133350" y="276225"/>
                </a:lnTo>
                <a:lnTo>
                  <a:pt x="133350" y="285750"/>
                </a:lnTo>
                <a:lnTo>
                  <a:pt x="152400" y="285750"/>
                </a:lnTo>
                <a:lnTo>
                  <a:pt x="152400" y="295275"/>
                </a:lnTo>
                <a:lnTo>
                  <a:pt x="171450" y="295275"/>
                </a:lnTo>
                <a:lnTo>
                  <a:pt x="171450" y="304800"/>
                </a:lnTo>
                <a:lnTo>
                  <a:pt x="180975" y="304800"/>
                </a:lnTo>
                <a:lnTo>
                  <a:pt x="180975" y="314325"/>
                </a:lnTo>
                <a:lnTo>
                  <a:pt x="190500" y="314325"/>
                </a:lnTo>
                <a:lnTo>
                  <a:pt x="190500" y="304800"/>
                </a:lnTo>
                <a:lnTo>
                  <a:pt x="209550" y="304800"/>
                </a:lnTo>
                <a:lnTo>
                  <a:pt x="209550" y="314325"/>
                </a:lnTo>
                <a:lnTo>
                  <a:pt x="228600" y="314325"/>
                </a:lnTo>
                <a:lnTo>
                  <a:pt x="228600" y="304800"/>
                </a:lnTo>
                <a:lnTo>
                  <a:pt x="238125" y="304800"/>
                </a:lnTo>
                <a:lnTo>
                  <a:pt x="238125" y="342900"/>
                </a:lnTo>
                <a:lnTo>
                  <a:pt x="247650" y="342900"/>
                </a:lnTo>
                <a:lnTo>
                  <a:pt x="247650" y="352425"/>
                </a:lnTo>
                <a:lnTo>
                  <a:pt x="266700" y="352425"/>
                </a:lnTo>
                <a:lnTo>
                  <a:pt x="266700" y="371475"/>
                </a:lnTo>
                <a:lnTo>
                  <a:pt x="247650" y="371475"/>
                </a:lnTo>
                <a:lnTo>
                  <a:pt x="247650" y="390525"/>
                </a:lnTo>
                <a:lnTo>
                  <a:pt x="238125" y="390525"/>
                </a:lnTo>
                <a:lnTo>
                  <a:pt x="238125" y="400050"/>
                </a:lnTo>
                <a:lnTo>
                  <a:pt x="200025" y="400050"/>
                </a:lnTo>
                <a:lnTo>
                  <a:pt x="200025" y="381000"/>
                </a:lnTo>
                <a:lnTo>
                  <a:pt x="190500" y="381000"/>
                </a:lnTo>
                <a:lnTo>
                  <a:pt x="190500" y="361950"/>
                </a:lnTo>
                <a:lnTo>
                  <a:pt x="180975" y="361950"/>
                </a:lnTo>
                <a:lnTo>
                  <a:pt x="180975" y="342900"/>
                </a:lnTo>
                <a:lnTo>
                  <a:pt x="171450" y="342900"/>
                </a:lnTo>
                <a:lnTo>
                  <a:pt x="171450" y="333375"/>
                </a:lnTo>
                <a:lnTo>
                  <a:pt x="152400" y="333375"/>
                </a:lnTo>
                <a:lnTo>
                  <a:pt x="152400" y="323850"/>
                </a:lnTo>
                <a:lnTo>
                  <a:pt x="133350" y="323850"/>
                </a:lnTo>
                <a:lnTo>
                  <a:pt x="133350" y="314325"/>
                </a:lnTo>
                <a:lnTo>
                  <a:pt x="114300" y="314325"/>
                </a:lnTo>
                <a:lnTo>
                  <a:pt x="114300" y="295275"/>
                </a:lnTo>
                <a:lnTo>
                  <a:pt x="123825" y="295275"/>
                </a:lnTo>
                <a:close/>
                <a:moveTo>
                  <a:pt x="333375" y="390525"/>
                </a:moveTo>
                <a:lnTo>
                  <a:pt x="342900" y="390525"/>
                </a:lnTo>
                <a:lnTo>
                  <a:pt x="342900" y="409575"/>
                </a:lnTo>
                <a:lnTo>
                  <a:pt x="361950" y="409575"/>
                </a:lnTo>
                <a:lnTo>
                  <a:pt x="361950" y="400050"/>
                </a:lnTo>
                <a:lnTo>
                  <a:pt x="381000" y="400050"/>
                </a:lnTo>
                <a:lnTo>
                  <a:pt x="381000" y="390525"/>
                </a:lnTo>
                <a:lnTo>
                  <a:pt x="390525" y="390525"/>
                </a:lnTo>
                <a:lnTo>
                  <a:pt x="390525" y="409575"/>
                </a:lnTo>
                <a:lnTo>
                  <a:pt x="381000" y="409575"/>
                </a:lnTo>
                <a:lnTo>
                  <a:pt x="381000" y="419100"/>
                </a:lnTo>
                <a:lnTo>
                  <a:pt x="390525" y="419100"/>
                </a:lnTo>
                <a:lnTo>
                  <a:pt x="390525" y="428625"/>
                </a:lnTo>
                <a:lnTo>
                  <a:pt x="381000" y="428625"/>
                </a:lnTo>
                <a:lnTo>
                  <a:pt x="381000" y="476250"/>
                </a:lnTo>
                <a:lnTo>
                  <a:pt x="371475" y="476250"/>
                </a:lnTo>
                <a:lnTo>
                  <a:pt x="371475" y="485775"/>
                </a:lnTo>
                <a:lnTo>
                  <a:pt x="361950" y="485775"/>
                </a:lnTo>
                <a:lnTo>
                  <a:pt x="361950" y="504825"/>
                </a:lnTo>
                <a:lnTo>
                  <a:pt x="342900" y="504825"/>
                </a:lnTo>
                <a:lnTo>
                  <a:pt x="342900" y="514350"/>
                </a:lnTo>
                <a:lnTo>
                  <a:pt x="333375" y="514350"/>
                </a:lnTo>
                <a:lnTo>
                  <a:pt x="333375" y="523875"/>
                </a:lnTo>
                <a:lnTo>
                  <a:pt x="314325" y="523875"/>
                </a:lnTo>
                <a:lnTo>
                  <a:pt x="314325" y="476250"/>
                </a:lnTo>
                <a:lnTo>
                  <a:pt x="304800" y="476250"/>
                </a:lnTo>
                <a:lnTo>
                  <a:pt x="304800" y="466725"/>
                </a:lnTo>
                <a:lnTo>
                  <a:pt x="285750" y="466725"/>
                </a:lnTo>
                <a:lnTo>
                  <a:pt x="285750" y="457200"/>
                </a:lnTo>
                <a:lnTo>
                  <a:pt x="276225" y="457200"/>
                </a:lnTo>
                <a:lnTo>
                  <a:pt x="276225" y="447675"/>
                </a:lnTo>
                <a:lnTo>
                  <a:pt x="285750" y="447675"/>
                </a:lnTo>
                <a:lnTo>
                  <a:pt x="285750" y="438150"/>
                </a:lnTo>
                <a:lnTo>
                  <a:pt x="276225" y="438150"/>
                </a:lnTo>
                <a:lnTo>
                  <a:pt x="276225" y="428625"/>
                </a:lnTo>
                <a:lnTo>
                  <a:pt x="295275" y="428625"/>
                </a:lnTo>
                <a:lnTo>
                  <a:pt x="295275" y="419100"/>
                </a:lnTo>
                <a:lnTo>
                  <a:pt x="333375" y="419100"/>
                </a:lnTo>
                <a:close/>
                <a:moveTo>
                  <a:pt x="295275" y="438150"/>
                </a:moveTo>
                <a:lnTo>
                  <a:pt x="304800" y="438150"/>
                </a:lnTo>
                <a:lnTo>
                  <a:pt x="304800" y="428625"/>
                </a:lnTo>
                <a:lnTo>
                  <a:pt x="295275" y="428625"/>
                </a:lnTo>
                <a:close/>
              </a:path>
            </a:pathLst>
          </a:custGeom>
          <a:solidFill xmlns:a="http://schemas.openxmlformats.org/drawingml/2006/main">
            <a:srgbClr val="BA684A"/>
          </a:solidFill>
          <a:ln xmlns:a="http://schemas.openxmlformats.org/drawingml/2006/main" w="0">
            <a:noFill/>
          </a:ln>
        </p:spPr>
      </p:sp>
      <p:sp>
        <p:nvSpPr>
          <p:cNvPr id="101" name="rocket vector #b96649">
            <a:extLst xmlns:a="http://schemas.openxmlformats.org/drawingml/2006/main">
              <a:ext uri="{FF2B5EF4-FFF2-40B4-BE49-F238E27FC236}">
                <a16:creationId xmlns:a16="http://schemas.microsoft.com/office/drawing/2014/main" id="{8E6194DC-B713-4194-ABB2-F25474001CB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867775" y="1800225"/>
            <a:ext cx="752475" cy="742950"/>
          </a:xfrm>
          <a:custGeom xmlns:a="http://schemas.openxmlformats.org/drawingml/2006/main">
            <a:pathLst>
              <a:path w="638175" h="628650">
                <a:moveTo>
                  <a:pt x="447675" y="95250"/>
                </a:moveTo>
                <a:lnTo>
                  <a:pt x="466725" y="95250"/>
                </a:lnTo>
                <a:lnTo>
                  <a:pt x="466725" y="104775"/>
                </a:lnTo>
                <a:lnTo>
                  <a:pt x="485775" y="104775"/>
                </a:lnTo>
                <a:lnTo>
                  <a:pt x="485775" y="114300"/>
                </a:lnTo>
                <a:lnTo>
                  <a:pt x="495300" y="114300"/>
                </a:lnTo>
                <a:lnTo>
                  <a:pt x="495300" y="123825"/>
                </a:lnTo>
                <a:lnTo>
                  <a:pt x="504825" y="123825"/>
                </a:lnTo>
                <a:lnTo>
                  <a:pt x="504825" y="133350"/>
                </a:lnTo>
                <a:lnTo>
                  <a:pt x="533400" y="133350"/>
                </a:lnTo>
                <a:lnTo>
                  <a:pt x="533400" y="161925"/>
                </a:lnTo>
                <a:lnTo>
                  <a:pt x="523875" y="161925"/>
                </a:lnTo>
                <a:lnTo>
                  <a:pt x="523875" y="152400"/>
                </a:lnTo>
                <a:lnTo>
                  <a:pt x="504825" y="152400"/>
                </a:lnTo>
                <a:lnTo>
                  <a:pt x="504825" y="142875"/>
                </a:lnTo>
                <a:lnTo>
                  <a:pt x="495300" y="142875"/>
                </a:lnTo>
                <a:lnTo>
                  <a:pt x="495300" y="133350"/>
                </a:lnTo>
                <a:lnTo>
                  <a:pt x="476250" y="133350"/>
                </a:lnTo>
                <a:lnTo>
                  <a:pt x="476250" y="123825"/>
                </a:lnTo>
                <a:lnTo>
                  <a:pt x="466725" y="123825"/>
                </a:lnTo>
                <a:lnTo>
                  <a:pt x="466725" y="114300"/>
                </a:lnTo>
                <a:lnTo>
                  <a:pt x="457200" y="114300"/>
                </a:lnTo>
                <a:lnTo>
                  <a:pt x="457200" y="104775"/>
                </a:lnTo>
                <a:lnTo>
                  <a:pt x="447675" y="104775"/>
                </a:lnTo>
                <a:close/>
                <a:moveTo>
                  <a:pt x="342900" y="133350"/>
                </a:moveTo>
                <a:lnTo>
                  <a:pt x="352425" y="133350"/>
                </a:lnTo>
                <a:lnTo>
                  <a:pt x="352425" y="142875"/>
                </a:lnTo>
                <a:lnTo>
                  <a:pt x="342900" y="142875"/>
                </a:lnTo>
                <a:close/>
                <a:moveTo>
                  <a:pt x="333375" y="142875"/>
                </a:moveTo>
                <a:lnTo>
                  <a:pt x="342900" y="142875"/>
                </a:lnTo>
                <a:lnTo>
                  <a:pt x="342900" y="171450"/>
                </a:lnTo>
                <a:lnTo>
                  <a:pt x="333375" y="171450"/>
                </a:lnTo>
                <a:close/>
                <a:moveTo>
                  <a:pt x="323850" y="171450"/>
                </a:moveTo>
                <a:lnTo>
                  <a:pt x="333375" y="171450"/>
                </a:lnTo>
                <a:lnTo>
                  <a:pt x="333375" y="180975"/>
                </a:lnTo>
                <a:lnTo>
                  <a:pt x="323850" y="180975"/>
                </a:lnTo>
                <a:close/>
                <a:moveTo>
                  <a:pt x="314325" y="180975"/>
                </a:moveTo>
                <a:lnTo>
                  <a:pt x="323850" y="180975"/>
                </a:lnTo>
                <a:lnTo>
                  <a:pt x="323850" y="190500"/>
                </a:lnTo>
                <a:lnTo>
                  <a:pt x="314325" y="190500"/>
                </a:lnTo>
                <a:close/>
                <a:moveTo>
                  <a:pt x="323850" y="190500"/>
                </a:moveTo>
                <a:lnTo>
                  <a:pt x="333375" y="190500"/>
                </a:lnTo>
                <a:lnTo>
                  <a:pt x="333375" y="200025"/>
                </a:lnTo>
                <a:lnTo>
                  <a:pt x="342900" y="200025"/>
                </a:lnTo>
                <a:lnTo>
                  <a:pt x="342900" y="209550"/>
                </a:lnTo>
                <a:lnTo>
                  <a:pt x="323850" y="209550"/>
                </a:lnTo>
                <a:close/>
                <a:moveTo>
                  <a:pt x="266700" y="209550"/>
                </a:moveTo>
                <a:lnTo>
                  <a:pt x="285750" y="209550"/>
                </a:lnTo>
                <a:lnTo>
                  <a:pt x="285750" y="228600"/>
                </a:lnTo>
                <a:lnTo>
                  <a:pt x="276225" y="228600"/>
                </a:lnTo>
                <a:lnTo>
                  <a:pt x="276225" y="238125"/>
                </a:lnTo>
                <a:lnTo>
                  <a:pt x="285750" y="238125"/>
                </a:lnTo>
                <a:lnTo>
                  <a:pt x="285750" y="247650"/>
                </a:lnTo>
                <a:lnTo>
                  <a:pt x="266700" y="247650"/>
                </a:lnTo>
                <a:lnTo>
                  <a:pt x="266700" y="228600"/>
                </a:lnTo>
                <a:lnTo>
                  <a:pt x="257175" y="228600"/>
                </a:lnTo>
                <a:lnTo>
                  <a:pt x="257175" y="219075"/>
                </a:lnTo>
                <a:lnTo>
                  <a:pt x="266700" y="219075"/>
                </a:lnTo>
                <a:close/>
                <a:moveTo>
                  <a:pt x="504825" y="219075"/>
                </a:moveTo>
                <a:lnTo>
                  <a:pt x="514350" y="219075"/>
                </a:lnTo>
                <a:lnTo>
                  <a:pt x="514350" y="228600"/>
                </a:lnTo>
                <a:lnTo>
                  <a:pt x="504825" y="228600"/>
                </a:lnTo>
                <a:close/>
                <a:moveTo>
                  <a:pt x="485775" y="228600"/>
                </a:moveTo>
                <a:lnTo>
                  <a:pt x="504825" y="228600"/>
                </a:lnTo>
                <a:lnTo>
                  <a:pt x="504825" y="238125"/>
                </a:lnTo>
                <a:lnTo>
                  <a:pt x="485775" y="238125"/>
                </a:lnTo>
                <a:close/>
                <a:moveTo>
                  <a:pt x="238125" y="238125"/>
                </a:moveTo>
                <a:lnTo>
                  <a:pt x="247650" y="238125"/>
                </a:lnTo>
                <a:lnTo>
                  <a:pt x="247650" y="247650"/>
                </a:lnTo>
                <a:lnTo>
                  <a:pt x="238125" y="247650"/>
                </a:lnTo>
                <a:close/>
                <a:moveTo>
                  <a:pt x="304800" y="238125"/>
                </a:moveTo>
                <a:lnTo>
                  <a:pt x="314325" y="238125"/>
                </a:lnTo>
                <a:lnTo>
                  <a:pt x="314325" y="247650"/>
                </a:lnTo>
                <a:lnTo>
                  <a:pt x="304800" y="247650"/>
                </a:lnTo>
                <a:close/>
                <a:moveTo>
                  <a:pt x="314325" y="247650"/>
                </a:moveTo>
                <a:lnTo>
                  <a:pt x="323850" y="247650"/>
                </a:lnTo>
                <a:lnTo>
                  <a:pt x="323850" y="276225"/>
                </a:lnTo>
                <a:lnTo>
                  <a:pt x="333375" y="276225"/>
                </a:lnTo>
                <a:lnTo>
                  <a:pt x="333375" y="285750"/>
                </a:lnTo>
                <a:lnTo>
                  <a:pt x="342900" y="285750"/>
                </a:lnTo>
                <a:lnTo>
                  <a:pt x="342900" y="276225"/>
                </a:lnTo>
                <a:lnTo>
                  <a:pt x="361950" y="276225"/>
                </a:lnTo>
                <a:lnTo>
                  <a:pt x="361950" y="285750"/>
                </a:lnTo>
                <a:lnTo>
                  <a:pt x="371475" y="285750"/>
                </a:lnTo>
                <a:lnTo>
                  <a:pt x="371475" y="295275"/>
                </a:lnTo>
                <a:lnTo>
                  <a:pt x="381000" y="295275"/>
                </a:lnTo>
                <a:lnTo>
                  <a:pt x="381000" y="304800"/>
                </a:lnTo>
                <a:lnTo>
                  <a:pt x="419100" y="304800"/>
                </a:lnTo>
                <a:lnTo>
                  <a:pt x="419100" y="314325"/>
                </a:lnTo>
                <a:lnTo>
                  <a:pt x="428625" y="314325"/>
                </a:lnTo>
                <a:lnTo>
                  <a:pt x="428625" y="323850"/>
                </a:lnTo>
                <a:lnTo>
                  <a:pt x="419100" y="323850"/>
                </a:lnTo>
                <a:lnTo>
                  <a:pt x="419100" y="333375"/>
                </a:lnTo>
                <a:lnTo>
                  <a:pt x="390525" y="333375"/>
                </a:lnTo>
                <a:lnTo>
                  <a:pt x="390525" y="323850"/>
                </a:lnTo>
                <a:lnTo>
                  <a:pt x="381000" y="323850"/>
                </a:lnTo>
                <a:lnTo>
                  <a:pt x="381000" y="333375"/>
                </a:lnTo>
                <a:lnTo>
                  <a:pt x="371475" y="333375"/>
                </a:lnTo>
                <a:lnTo>
                  <a:pt x="371475" y="352425"/>
                </a:lnTo>
                <a:lnTo>
                  <a:pt x="381000" y="352425"/>
                </a:lnTo>
                <a:lnTo>
                  <a:pt x="381000" y="361950"/>
                </a:lnTo>
                <a:lnTo>
                  <a:pt x="390525" y="361950"/>
                </a:lnTo>
                <a:lnTo>
                  <a:pt x="390525" y="390525"/>
                </a:lnTo>
                <a:lnTo>
                  <a:pt x="381000" y="390525"/>
                </a:lnTo>
                <a:lnTo>
                  <a:pt x="381000" y="381000"/>
                </a:lnTo>
                <a:lnTo>
                  <a:pt x="371475" y="381000"/>
                </a:lnTo>
                <a:lnTo>
                  <a:pt x="371475" y="390525"/>
                </a:lnTo>
                <a:lnTo>
                  <a:pt x="381000" y="390525"/>
                </a:lnTo>
                <a:lnTo>
                  <a:pt x="381000" y="400050"/>
                </a:lnTo>
                <a:lnTo>
                  <a:pt x="361950" y="400050"/>
                </a:lnTo>
                <a:lnTo>
                  <a:pt x="361950" y="409575"/>
                </a:lnTo>
                <a:lnTo>
                  <a:pt x="342900" y="409575"/>
                </a:lnTo>
                <a:lnTo>
                  <a:pt x="342900" y="390525"/>
                </a:lnTo>
                <a:lnTo>
                  <a:pt x="333375" y="390525"/>
                </a:lnTo>
                <a:lnTo>
                  <a:pt x="333375" y="381000"/>
                </a:lnTo>
                <a:lnTo>
                  <a:pt x="323850" y="381000"/>
                </a:lnTo>
                <a:lnTo>
                  <a:pt x="323850" y="361950"/>
                </a:lnTo>
                <a:lnTo>
                  <a:pt x="333375" y="361950"/>
                </a:lnTo>
                <a:lnTo>
                  <a:pt x="333375" y="352425"/>
                </a:lnTo>
                <a:lnTo>
                  <a:pt x="342900" y="352425"/>
                </a:lnTo>
                <a:lnTo>
                  <a:pt x="342900" y="342900"/>
                </a:lnTo>
                <a:lnTo>
                  <a:pt x="352425" y="342900"/>
                </a:lnTo>
                <a:lnTo>
                  <a:pt x="352425" y="352425"/>
                </a:lnTo>
                <a:lnTo>
                  <a:pt x="361950" y="352425"/>
                </a:lnTo>
                <a:lnTo>
                  <a:pt x="361950" y="314325"/>
                </a:lnTo>
                <a:lnTo>
                  <a:pt x="352425" y="314325"/>
                </a:lnTo>
                <a:lnTo>
                  <a:pt x="352425" y="295275"/>
                </a:lnTo>
                <a:lnTo>
                  <a:pt x="333375" y="295275"/>
                </a:lnTo>
                <a:lnTo>
                  <a:pt x="333375" y="304800"/>
                </a:lnTo>
                <a:lnTo>
                  <a:pt x="314325" y="304800"/>
                </a:lnTo>
                <a:lnTo>
                  <a:pt x="314325" y="314325"/>
                </a:lnTo>
                <a:lnTo>
                  <a:pt x="304800" y="314325"/>
                </a:lnTo>
                <a:lnTo>
                  <a:pt x="304800" y="323850"/>
                </a:lnTo>
                <a:lnTo>
                  <a:pt x="295275" y="323850"/>
                </a:lnTo>
                <a:lnTo>
                  <a:pt x="295275" y="352425"/>
                </a:lnTo>
                <a:lnTo>
                  <a:pt x="285750" y="352425"/>
                </a:lnTo>
                <a:lnTo>
                  <a:pt x="285750" y="400050"/>
                </a:lnTo>
                <a:lnTo>
                  <a:pt x="295275" y="400050"/>
                </a:lnTo>
                <a:lnTo>
                  <a:pt x="295275" y="409575"/>
                </a:lnTo>
                <a:lnTo>
                  <a:pt x="314325" y="409575"/>
                </a:lnTo>
                <a:lnTo>
                  <a:pt x="314325" y="390525"/>
                </a:lnTo>
                <a:lnTo>
                  <a:pt x="333375" y="390525"/>
                </a:lnTo>
                <a:lnTo>
                  <a:pt x="333375" y="419100"/>
                </a:lnTo>
                <a:lnTo>
                  <a:pt x="295275" y="419100"/>
                </a:lnTo>
                <a:lnTo>
                  <a:pt x="295275" y="428625"/>
                </a:lnTo>
                <a:lnTo>
                  <a:pt x="276225" y="428625"/>
                </a:lnTo>
                <a:lnTo>
                  <a:pt x="276225" y="438150"/>
                </a:lnTo>
                <a:lnTo>
                  <a:pt x="285750" y="438150"/>
                </a:lnTo>
                <a:lnTo>
                  <a:pt x="285750" y="447675"/>
                </a:lnTo>
                <a:lnTo>
                  <a:pt x="257175" y="447675"/>
                </a:lnTo>
                <a:lnTo>
                  <a:pt x="257175" y="419100"/>
                </a:lnTo>
                <a:lnTo>
                  <a:pt x="266700" y="419100"/>
                </a:lnTo>
                <a:lnTo>
                  <a:pt x="266700" y="409575"/>
                </a:lnTo>
                <a:lnTo>
                  <a:pt x="276225" y="409575"/>
                </a:lnTo>
                <a:lnTo>
                  <a:pt x="276225" y="390525"/>
                </a:lnTo>
                <a:lnTo>
                  <a:pt x="266700" y="390525"/>
                </a:lnTo>
                <a:lnTo>
                  <a:pt x="266700" y="381000"/>
                </a:lnTo>
                <a:lnTo>
                  <a:pt x="257175" y="381000"/>
                </a:lnTo>
                <a:lnTo>
                  <a:pt x="257175" y="390525"/>
                </a:lnTo>
                <a:lnTo>
                  <a:pt x="247650" y="390525"/>
                </a:lnTo>
                <a:lnTo>
                  <a:pt x="247650" y="371475"/>
                </a:lnTo>
                <a:lnTo>
                  <a:pt x="266700" y="371475"/>
                </a:lnTo>
                <a:lnTo>
                  <a:pt x="266700" y="352425"/>
                </a:lnTo>
                <a:lnTo>
                  <a:pt x="247650" y="352425"/>
                </a:lnTo>
                <a:lnTo>
                  <a:pt x="247650" y="342900"/>
                </a:lnTo>
                <a:lnTo>
                  <a:pt x="238125" y="342900"/>
                </a:lnTo>
                <a:lnTo>
                  <a:pt x="238125" y="304800"/>
                </a:lnTo>
                <a:lnTo>
                  <a:pt x="228600" y="304800"/>
                </a:lnTo>
                <a:lnTo>
                  <a:pt x="228600" y="314325"/>
                </a:lnTo>
                <a:lnTo>
                  <a:pt x="209550" y="314325"/>
                </a:lnTo>
                <a:lnTo>
                  <a:pt x="209550" y="304800"/>
                </a:lnTo>
                <a:lnTo>
                  <a:pt x="190500" y="304800"/>
                </a:lnTo>
                <a:lnTo>
                  <a:pt x="190500" y="314325"/>
                </a:lnTo>
                <a:lnTo>
                  <a:pt x="180975" y="314325"/>
                </a:lnTo>
                <a:lnTo>
                  <a:pt x="180975" y="304800"/>
                </a:lnTo>
                <a:lnTo>
                  <a:pt x="171450" y="304800"/>
                </a:lnTo>
                <a:lnTo>
                  <a:pt x="171450" y="295275"/>
                </a:lnTo>
                <a:lnTo>
                  <a:pt x="152400" y="295275"/>
                </a:lnTo>
                <a:lnTo>
                  <a:pt x="152400" y="285750"/>
                </a:lnTo>
                <a:lnTo>
                  <a:pt x="133350" y="285750"/>
                </a:lnTo>
                <a:lnTo>
                  <a:pt x="133350" y="276225"/>
                </a:lnTo>
                <a:lnTo>
                  <a:pt x="161925" y="276225"/>
                </a:lnTo>
                <a:lnTo>
                  <a:pt x="161925" y="285750"/>
                </a:lnTo>
                <a:lnTo>
                  <a:pt x="190500" y="285750"/>
                </a:lnTo>
                <a:lnTo>
                  <a:pt x="190500" y="295275"/>
                </a:lnTo>
                <a:lnTo>
                  <a:pt x="228600" y="295275"/>
                </a:lnTo>
                <a:lnTo>
                  <a:pt x="228600" y="285750"/>
                </a:lnTo>
                <a:lnTo>
                  <a:pt x="247650" y="285750"/>
                </a:lnTo>
                <a:lnTo>
                  <a:pt x="247650" y="304800"/>
                </a:lnTo>
                <a:lnTo>
                  <a:pt x="257175" y="304800"/>
                </a:lnTo>
                <a:lnTo>
                  <a:pt x="257175" y="314325"/>
                </a:lnTo>
                <a:lnTo>
                  <a:pt x="276225" y="314325"/>
                </a:lnTo>
                <a:lnTo>
                  <a:pt x="276225" y="304800"/>
                </a:lnTo>
                <a:lnTo>
                  <a:pt x="285750" y="304800"/>
                </a:lnTo>
                <a:lnTo>
                  <a:pt x="285750" y="285750"/>
                </a:lnTo>
                <a:lnTo>
                  <a:pt x="276225" y="285750"/>
                </a:lnTo>
                <a:lnTo>
                  <a:pt x="276225" y="276225"/>
                </a:lnTo>
                <a:lnTo>
                  <a:pt x="304800" y="276225"/>
                </a:lnTo>
                <a:lnTo>
                  <a:pt x="304800" y="266700"/>
                </a:lnTo>
                <a:lnTo>
                  <a:pt x="314325" y="266700"/>
                </a:lnTo>
                <a:close/>
                <a:moveTo>
                  <a:pt x="428625" y="323850"/>
                </a:moveTo>
                <a:lnTo>
                  <a:pt x="438150" y="323850"/>
                </a:lnTo>
                <a:lnTo>
                  <a:pt x="438150" y="333375"/>
                </a:lnTo>
                <a:lnTo>
                  <a:pt x="428625" y="333375"/>
                </a:lnTo>
                <a:close/>
                <a:moveTo>
                  <a:pt x="238125" y="390525"/>
                </a:moveTo>
                <a:lnTo>
                  <a:pt x="247650" y="390525"/>
                </a:lnTo>
                <a:lnTo>
                  <a:pt x="247650" y="400050"/>
                </a:lnTo>
                <a:lnTo>
                  <a:pt x="238125" y="400050"/>
                </a:lnTo>
                <a:close/>
                <a:moveTo>
                  <a:pt x="209550" y="400050"/>
                </a:moveTo>
                <a:lnTo>
                  <a:pt x="219075" y="400050"/>
                </a:lnTo>
                <a:lnTo>
                  <a:pt x="219075" y="409575"/>
                </a:lnTo>
                <a:lnTo>
                  <a:pt x="209550" y="409575"/>
                </a:lnTo>
                <a:close/>
                <a:moveTo>
                  <a:pt x="295275" y="428625"/>
                </a:moveTo>
                <a:lnTo>
                  <a:pt x="304800" y="428625"/>
                </a:lnTo>
                <a:lnTo>
                  <a:pt x="304800" y="438150"/>
                </a:lnTo>
                <a:lnTo>
                  <a:pt x="295275" y="438150"/>
                </a:lnTo>
                <a:close/>
              </a:path>
            </a:pathLst>
          </a:custGeom>
          <a:solidFill xmlns:a="http://schemas.openxmlformats.org/drawingml/2006/main">
            <a:srgbClr val="B96649"/>
          </a:solidFill>
          <a:ln xmlns:a="http://schemas.openxmlformats.org/drawingml/2006/main" w="0">
            <a:noFill/>
          </a:ln>
        </p:spPr>
      </p:sp>
      <p:sp>
        <p:nvSpPr>
          <p:cNvPr id="102" name="rocket vector #b96548">
            <a:extLst xmlns:a="http://schemas.openxmlformats.org/drawingml/2006/main">
              <a:ext uri="{FF2B5EF4-FFF2-40B4-BE49-F238E27FC236}">
                <a16:creationId xmlns:a16="http://schemas.microsoft.com/office/drawing/2014/main" id="{680A2DDD-82E0-46B3-8BA2-B9B2A5BB6BCE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867775" y="1800225"/>
            <a:ext cx="752475" cy="742950"/>
          </a:xfrm>
          <a:custGeom xmlns:a="http://schemas.openxmlformats.org/drawingml/2006/main">
            <a:pathLst>
              <a:path w="638175" h="628650">
                <a:moveTo>
                  <a:pt x="419100" y="104775"/>
                </a:moveTo>
                <a:lnTo>
                  <a:pt x="457200" y="104775"/>
                </a:lnTo>
                <a:lnTo>
                  <a:pt x="457200" y="114300"/>
                </a:lnTo>
                <a:lnTo>
                  <a:pt x="466725" y="114300"/>
                </a:lnTo>
                <a:lnTo>
                  <a:pt x="466725" y="123825"/>
                </a:lnTo>
                <a:lnTo>
                  <a:pt x="476250" y="123825"/>
                </a:lnTo>
                <a:lnTo>
                  <a:pt x="476250" y="133350"/>
                </a:lnTo>
                <a:lnTo>
                  <a:pt x="495300" y="133350"/>
                </a:lnTo>
                <a:lnTo>
                  <a:pt x="495300" y="142875"/>
                </a:lnTo>
                <a:lnTo>
                  <a:pt x="504825" y="142875"/>
                </a:lnTo>
                <a:lnTo>
                  <a:pt x="504825" y="152400"/>
                </a:lnTo>
                <a:lnTo>
                  <a:pt x="523875" y="152400"/>
                </a:lnTo>
                <a:lnTo>
                  <a:pt x="523875" y="190500"/>
                </a:lnTo>
                <a:lnTo>
                  <a:pt x="514350" y="190500"/>
                </a:lnTo>
                <a:lnTo>
                  <a:pt x="514350" y="219075"/>
                </a:lnTo>
                <a:lnTo>
                  <a:pt x="504825" y="219075"/>
                </a:lnTo>
                <a:lnTo>
                  <a:pt x="504825" y="228600"/>
                </a:lnTo>
                <a:lnTo>
                  <a:pt x="485775" y="228600"/>
                </a:lnTo>
                <a:lnTo>
                  <a:pt x="485775" y="219075"/>
                </a:lnTo>
                <a:lnTo>
                  <a:pt x="495300" y="219075"/>
                </a:lnTo>
                <a:lnTo>
                  <a:pt x="495300" y="171450"/>
                </a:lnTo>
                <a:lnTo>
                  <a:pt x="485775" y="171450"/>
                </a:lnTo>
                <a:lnTo>
                  <a:pt x="485775" y="142875"/>
                </a:lnTo>
                <a:lnTo>
                  <a:pt x="466725" y="142875"/>
                </a:lnTo>
                <a:lnTo>
                  <a:pt x="466725" y="133350"/>
                </a:lnTo>
                <a:lnTo>
                  <a:pt x="428625" y="133350"/>
                </a:lnTo>
                <a:lnTo>
                  <a:pt x="428625" y="123825"/>
                </a:lnTo>
                <a:lnTo>
                  <a:pt x="419100" y="123825"/>
                </a:lnTo>
                <a:close/>
                <a:moveTo>
                  <a:pt x="342900" y="152400"/>
                </a:moveTo>
                <a:lnTo>
                  <a:pt x="352425" y="152400"/>
                </a:lnTo>
                <a:lnTo>
                  <a:pt x="352425" y="161925"/>
                </a:lnTo>
                <a:lnTo>
                  <a:pt x="342900" y="161925"/>
                </a:lnTo>
                <a:close/>
                <a:moveTo>
                  <a:pt x="333375" y="171450"/>
                </a:moveTo>
                <a:lnTo>
                  <a:pt x="342900" y="171450"/>
                </a:lnTo>
                <a:lnTo>
                  <a:pt x="342900" y="180975"/>
                </a:lnTo>
                <a:lnTo>
                  <a:pt x="333375" y="180975"/>
                </a:lnTo>
                <a:close/>
                <a:moveTo>
                  <a:pt x="323850" y="180975"/>
                </a:moveTo>
                <a:lnTo>
                  <a:pt x="333375" y="180975"/>
                </a:lnTo>
                <a:lnTo>
                  <a:pt x="333375" y="190500"/>
                </a:lnTo>
                <a:lnTo>
                  <a:pt x="323850" y="190500"/>
                </a:lnTo>
                <a:close/>
                <a:moveTo>
                  <a:pt x="333375" y="190500"/>
                </a:moveTo>
                <a:lnTo>
                  <a:pt x="342900" y="190500"/>
                </a:lnTo>
                <a:lnTo>
                  <a:pt x="342900" y="200025"/>
                </a:lnTo>
                <a:lnTo>
                  <a:pt x="333375" y="200025"/>
                </a:lnTo>
                <a:close/>
                <a:moveTo>
                  <a:pt x="257175" y="228600"/>
                </a:moveTo>
                <a:lnTo>
                  <a:pt x="266700" y="228600"/>
                </a:lnTo>
                <a:lnTo>
                  <a:pt x="266700" y="247650"/>
                </a:lnTo>
                <a:lnTo>
                  <a:pt x="314325" y="247650"/>
                </a:lnTo>
                <a:lnTo>
                  <a:pt x="314325" y="266700"/>
                </a:lnTo>
                <a:lnTo>
                  <a:pt x="304800" y="266700"/>
                </a:lnTo>
                <a:lnTo>
                  <a:pt x="304800" y="276225"/>
                </a:lnTo>
                <a:lnTo>
                  <a:pt x="276225" y="276225"/>
                </a:lnTo>
                <a:lnTo>
                  <a:pt x="276225" y="285750"/>
                </a:lnTo>
                <a:lnTo>
                  <a:pt x="266700" y="285750"/>
                </a:lnTo>
                <a:lnTo>
                  <a:pt x="266700" y="295275"/>
                </a:lnTo>
                <a:lnTo>
                  <a:pt x="257175" y="295275"/>
                </a:lnTo>
                <a:lnTo>
                  <a:pt x="257175" y="304800"/>
                </a:lnTo>
                <a:lnTo>
                  <a:pt x="247650" y="304800"/>
                </a:lnTo>
                <a:lnTo>
                  <a:pt x="247650" y="285750"/>
                </a:lnTo>
                <a:lnTo>
                  <a:pt x="228600" y="285750"/>
                </a:lnTo>
                <a:lnTo>
                  <a:pt x="228600" y="295275"/>
                </a:lnTo>
                <a:lnTo>
                  <a:pt x="190500" y="295275"/>
                </a:lnTo>
                <a:lnTo>
                  <a:pt x="190500" y="285750"/>
                </a:lnTo>
                <a:lnTo>
                  <a:pt x="161925" y="285750"/>
                </a:lnTo>
                <a:lnTo>
                  <a:pt x="161925" y="276225"/>
                </a:lnTo>
                <a:lnTo>
                  <a:pt x="142875" y="276225"/>
                </a:lnTo>
                <a:lnTo>
                  <a:pt x="142875" y="266700"/>
                </a:lnTo>
                <a:lnTo>
                  <a:pt x="171450" y="266700"/>
                </a:lnTo>
                <a:lnTo>
                  <a:pt x="171450" y="276225"/>
                </a:lnTo>
                <a:lnTo>
                  <a:pt x="209550" y="276225"/>
                </a:lnTo>
                <a:lnTo>
                  <a:pt x="209550" y="266700"/>
                </a:lnTo>
                <a:lnTo>
                  <a:pt x="247650" y="266700"/>
                </a:lnTo>
                <a:lnTo>
                  <a:pt x="247650" y="238125"/>
                </a:lnTo>
                <a:lnTo>
                  <a:pt x="257175" y="238125"/>
                </a:lnTo>
                <a:close/>
                <a:moveTo>
                  <a:pt x="476250" y="228600"/>
                </a:moveTo>
                <a:lnTo>
                  <a:pt x="485775" y="228600"/>
                </a:lnTo>
                <a:lnTo>
                  <a:pt x="485775" y="238125"/>
                </a:lnTo>
                <a:lnTo>
                  <a:pt x="476250" y="238125"/>
                </a:lnTo>
                <a:close/>
                <a:moveTo>
                  <a:pt x="276225" y="285750"/>
                </a:moveTo>
                <a:lnTo>
                  <a:pt x="285750" y="285750"/>
                </a:lnTo>
                <a:lnTo>
                  <a:pt x="285750" y="295275"/>
                </a:lnTo>
                <a:lnTo>
                  <a:pt x="276225" y="295275"/>
                </a:lnTo>
                <a:close/>
                <a:moveTo>
                  <a:pt x="333375" y="295275"/>
                </a:moveTo>
                <a:lnTo>
                  <a:pt x="352425" y="295275"/>
                </a:lnTo>
                <a:lnTo>
                  <a:pt x="352425" y="304800"/>
                </a:lnTo>
                <a:lnTo>
                  <a:pt x="333375" y="304800"/>
                </a:lnTo>
                <a:close/>
                <a:moveTo>
                  <a:pt x="257175" y="304800"/>
                </a:moveTo>
                <a:lnTo>
                  <a:pt x="266700" y="304800"/>
                </a:lnTo>
                <a:lnTo>
                  <a:pt x="266700" y="314325"/>
                </a:lnTo>
                <a:lnTo>
                  <a:pt x="257175" y="314325"/>
                </a:lnTo>
                <a:close/>
                <a:moveTo>
                  <a:pt x="314325" y="304800"/>
                </a:moveTo>
                <a:lnTo>
                  <a:pt x="333375" y="304800"/>
                </a:lnTo>
                <a:lnTo>
                  <a:pt x="333375" y="314325"/>
                </a:lnTo>
                <a:lnTo>
                  <a:pt x="323850" y="314325"/>
                </a:lnTo>
                <a:lnTo>
                  <a:pt x="323850" y="323850"/>
                </a:lnTo>
                <a:lnTo>
                  <a:pt x="333375" y="323850"/>
                </a:lnTo>
                <a:lnTo>
                  <a:pt x="333375" y="333375"/>
                </a:lnTo>
                <a:lnTo>
                  <a:pt x="361950" y="333375"/>
                </a:lnTo>
                <a:lnTo>
                  <a:pt x="361950" y="352425"/>
                </a:lnTo>
                <a:lnTo>
                  <a:pt x="352425" y="352425"/>
                </a:lnTo>
                <a:lnTo>
                  <a:pt x="352425" y="342900"/>
                </a:lnTo>
                <a:lnTo>
                  <a:pt x="342900" y="342900"/>
                </a:lnTo>
                <a:lnTo>
                  <a:pt x="342900" y="352425"/>
                </a:lnTo>
                <a:lnTo>
                  <a:pt x="333375" y="352425"/>
                </a:lnTo>
                <a:lnTo>
                  <a:pt x="333375" y="361950"/>
                </a:lnTo>
                <a:lnTo>
                  <a:pt x="323850" y="361950"/>
                </a:lnTo>
                <a:lnTo>
                  <a:pt x="323850" y="342900"/>
                </a:lnTo>
                <a:lnTo>
                  <a:pt x="314325" y="342900"/>
                </a:lnTo>
                <a:lnTo>
                  <a:pt x="314325" y="361950"/>
                </a:lnTo>
                <a:lnTo>
                  <a:pt x="323850" y="361950"/>
                </a:lnTo>
                <a:lnTo>
                  <a:pt x="323850" y="381000"/>
                </a:lnTo>
                <a:lnTo>
                  <a:pt x="333375" y="381000"/>
                </a:lnTo>
                <a:lnTo>
                  <a:pt x="333375" y="390525"/>
                </a:lnTo>
                <a:lnTo>
                  <a:pt x="314325" y="390525"/>
                </a:lnTo>
                <a:lnTo>
                  <a:pt x="314325" y="409575"/>
                </a:lnTo>
                <a:lnTo>
                  <a:pt x="295275" y="409575"/>
                </a:lnTo>
                <a:lnTo>
                  <a:pt x="295275" y="400050"/>
                </a:lnTo>
                <a:lnTo>
                  <a:pt x="285750" y="400050"/>
                </a:lnTo>
                <a:lnTo>
                  <a:pt x="285750" y="352425"/>
                </a:lnTo>
                <a:lnTo>
                  <a:pt x="295275" y="352425"/>
                </a:lnTo>
                <a:lnTo>
                  <a:pt x="295275" y="323850"/>
                </a:lnTo>
                <a:lnTo>
                  <a:pt x="304800" y="323850"/>
                </a:lnTo>
                <a:lnTo>
                  <a:pt x="304800" y="314325"/>
                </a:lnTo>
                <a:lnTo>
                  <a:pt x="314325" y="314325"/>
                </a:lnTo>
                <a:close/>
                <a:moveTo>
                  <a:pt x="352425" y="314325"/>
                </a:moveTo>
                <a:lnTo>
                  <a:pt x="361950" y="314325"/>
                </a:lnTo>
                <a:lnTo>
                  <a:pt x="361950" y="323850"/>
                </a:lnTo>
                <a:lnTo>
                  <a:pt x="352425" y="323850"/>
                </a:lnTo>
                <a:close/>
                <a:moveTo>
                  <a:pt x="381000" y="323850"/>
                </a:moveTo>
                <a:lnTo>
                  <a:pt x="390525" y="323850"/>
                </a:lnTo>
                <a:lnTo>
                  <a:pt x="390525" y="333375"/>
                </a:lnTo>
                <a:lnTo>
                  <a:pt x="419100" y="333375"/>
                </a:lnTo>
                <a:lnTo>
                  <a:pt x="419100" y="323850"/>
                </a:lnTo>
                <a:lnTo>
                  <a:pt x="428625" y="323850"/>
                </a:lnTo>
                <a:lnTo>
                  <a:pt x="428625" y="333375"/>
                </a:lnTo>
                <a:lnTo>
                  <a:pt x="419100" y="333375"/>
                </a:lnTo>
                <a:lnTo>
                  <a:pt x="419100" y="342900"/>
                </a:lnTo>
                <a:lnTo>
                  <a:pt x="400050" y="342900"/>
                </a:lnTo>
                <a:lnTo>
                  <a:pt x="400050" y="352425"/>
                </a:lnTo>
                <a:lnTo>
                  <a:pt x="390525" y="352425"/>
                </a:lnTo>
                <a:lnTo>
                  <a:pt x="390525" y="361950"/>
                </a:lnTo>
                <a:lnTo>
                  <a:pt x="381000" y="361950"/>
                </a:lnTo>
                <a:lnTo>
                  <a:pt x="381000" y="352425"/>
                </a:lnTo>
                <a:lnTo>
                  <a:pt x="371475" y="352425"/>
                </a:lnTo>
                <a:lnTo>
                  <a:pt x="371475" y="333375"/>
                </a:lnTo>
                <a:lnTo>
                  <a:pt x="381000" y="333375"/>
                </a:lnTo>
                <a:close/>
                <a:moveTo>
                  <a:pt x="257175" y="381000"/>
                </a:moveTo>
                <a:lnTo>
                  <a:pt x="266700" y="381000"/>
                </a:lnTo>
                <a:lnTo>
                  <a:pt x="266700" y="390525"/>
                </a:lnTo>
                <a:lnTo>
                  <a:pt x="276225" y="390525"/>
                </a:lnTo>
                <a:lnTo>
                  <a:pt x="276225" y="409575"/>
                </a:lnTo>
                <a:lnTo>
                  <a:pt x="266700" y="409575"/>
                </a:lnTo>
                <a:lnTo>
                  <a:pt x="266700" y="419100"/>
                </a:lnTo>
                <a:lnTo>
                  <a:pt x="257175" y="419100"/>
                </a:lnTo>
                <a:lnTo>
                  <a:pt x="257175" y="428625"/>
                </a:lnTo>
                <a:lnTo>
                  <a:pt x="247650" y="428625"/>
                </a:lnTo>
                <a:lnTo>
                  <a:pt x="247650" y="419100"/>
                </a:lnTo>
                <a:lnTo>
                  <a:pt x="238125" y="419100"/>
                </a:lnTo>
                <a:lnTo>
                  <a:pt x="238125" y="409575"/>
                </a:lnTo>
                <a:lnTo>
                  <a:pt x="219075" y="409575"/>
                </a:lnTo>
                <a:lnTo>
                  <a:pt x="219075" y="400050"/>
                </a:lnTo>
                <a:lnTo>
                  <a:pt x="247650" y="400050"/>
                </a:lnTo>
                <a:lnTo>
                  <a:pt x="247650" y="390525"/>
                </a:lnTo>
                <a:lnTo>
                  <a:pt x="257175" y="390525"/>
                </a:lnTo>
                <a:close/>
                <a:moveTo>
                  <a:pt x="371475" y="381000"/>
                </a:moveTo>
                <a:lnTo>
                  <a:pt x="381000" y="381000"/>
                </a:lnTo>
                <a:lnTo>
                  <a:pt x="381000" y="390525"/>
                </a:lnTo>
                <a:lnTo>
                  <a:pt x="371475" y="390525"/>
                </a:lnTo>
                <a:close/>
              </a:path>
            </a:pathLst>
          </a:custGeom>
          <a:solidFill xmlns:a="http://schemas.openxmlformats.org/drawingml/2006/main">
            <a:srgbClr val="B96548"/>
          </a:solidFill>
          <a:ln xmlns:a="http://schemas.openxmlformats.org/drawingml/2006/main" w="0">
            <a:noFill/>
          </a:ln>
        </p:spPr>
      </p:sp>
      <p:sp>
        <p:nvSpPr>
          <p:cNvPr id="103" name="rocket vector #b56548">
            <a:extLst xmlns:a="http://schemas.openxmlformats.org/drawingml/2006/main">
              <a:ext uri="{FF2B5EF4-FFF2-40B4-BE49-F238E27FC236}">
                <a16:creationId xmlns:a16="http://schemas.microsoft.com/office/drawing/2014/main" id="{6D70D839-6208-4D9A-A91D-8B18F216C68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867775" y="1800225"/>
            <a:ext cx="752475" cy="742950"/>
          </a:xfrm>
          <a:custGeom xmlns:a="http://schemas.openxmlformats.org/drawingml/2006/main">
            <a:pathLst>
              <a:path w="638175" h="628650">
                <a:moveTo>
                  <a:pt x="428625" y="85725"/>
                </a:moveTo>
                <a:lnTo>
                  <a:pt x="457200" y="85725"/>
                </a:lnTo>
                <a:lnTo>
                  <a:pt x="457200" y="95250"/>
                </a:lnTo>
                <a:lnTo>
                  <a:pt x="447675" y="95250"/>
                </a:lnTo>
                <a:lnTo>
                  <a:pt x="447675" y="104775"/>
                </a:lnTo>
                <a:lnTo>
                  <a:pt x="419100" y="104775"/>
                </a:lnTo>
                <a:lnTo>
                  <a:pt x="419100" y="123825"/>
                </a:lnTo>
                <a:lnTo>
                  <a:pt x="428625" y="123825"/>
                </a:lnTo>
                <a:lnTo>
                  <a:pt x="428625" y="133350"/>
                </a:lnTo>
                <a:lnTo>
                  <a:pt x="466725" y="133350"/>
                </a:lnTo>
                <a:lnTo>
                  <a:pt x="466725" y="142875"/>
                </a:lnTo>
                <a:lnTo>
                  <a:pt x="485775" y="142875"/>
                </a:lnTo>
                <a:lnTo>
                  <a:pt x="485775" y="171450"/>
                </a:lnTo>
                <a:lnTo>
                  <a:pt x="495300" y="171450"/>
                </a:lnTo>
                <a:lnTo>
                  <a:pt x="495300" y="219075"/>
                </a:lnTo>
                <a:lnTo>
                  <a:pt x="485775" y="219075"/>
                </a:lnTo>
                <a:lnTo>
                  <a:pt x="485775" y="228600"/>
                </a:lnTo>
                <a:lnTo>
                  <a:pt x="476250" y="228600"/>
                </a:lnTo>
                <a:lnTo>
                  <a:pt x="476250" y="238125"/>
                </a:lnTo>
                <a:lnTo>
                  <a:pt x="466725" y="238125"/>
                </a:lnTo>
                <a:lnTo>
                  <a:pt x="466725" y="171450"/>
                </a:lnTo>
                <a:lnTo>
                  <a:pt x="457200" y="171450"/>
                </a:lnTo>
                <a:lnTo>
                  <a:pt x="457200" y="161925"/>
                </a:lnTo>
                <a:lnTo>
                  <a:pt x="447675" y="161925"/>
                </a:lnTo>
                <a:lnTo>
                  <a:pt x="447675" y="152400"/>
                </a:lnTo>
                <a:lnTo>
                  <a:pt x="438150" y="152400"/>
                </a:lnTo>
                <a:lnTo>
                  <a:pt x="438150" y="142875"/>
                </a:lnTo>
                <a:lnTo>
                  <a:pt x="390525" y="142875"/>
                </a:lnTo>
                <a:lnTo>
                  <a:pt x="390525" y="152400"/>
                </a:lnTo>
                <a:lnTo>
                  <a:pt x="381000" y="152400"/>
                </a:lnTo>
                <a:lnTo>
                  <a:pt x="381000" y="161925"/>
                </a:lnTo>
                <a:lnTo>
                  <a:pt x="361950" y="161925"/>
                </a:lnTo>
                <a:lnTo>
                  <a:pt x="361950" y="180975"/>
                </a:lnTo>
                <a:lnTo>
                  <a:pt x="352425" y="180975"/>
                </a:lnTo>
                <a:lnTo>
                  <a:pt x="352425" y="190500"/>
                </a:lnTo>
                <a:lnTo>
                  <a:pt x="333375" y="190500"/>
                </a:lnTo>
                <a:lnTo>
                  <a:pt x="333375" y="180975"/>
                </a:lnTo>
                <a:lnTo>
                  <a:pt x="342900" y="180975"/>
                </a:lnTo>
                <a:lnTo>
                  <a:pt x="342900" y="161925"/>
                </a:lnTo>
                <a:lnTo>
                  <a:pt x="352425" y="161925"/>
                </a:lnTo>
                <a:lnTo>
                  <a:pt x="352425" y="152400"/>
                </a:lnTo>
                <a:lnTo>
                  <a:pt x="342900" y="152400"/>
                </a:lnTo>
                <a:lnTo>
                  <a:pt x="342900" y="142875"/>
                </a:lnTo>
                <a:lnTo>
                  <a:pt x="352425" y="142875"/>
                </a:lnTo>
                <a:lnTo>
                  <a:pt x="352425" y="133350"/>
                </a:lnTo>
                <a:lnTo>
                  <a:pt x="342900" y="133350"/>
                </a:lnTo>
                <a:lnTo>
                  <a:pt x="342900" y="123825"/>
                </a:lnTo>
                <a:lnTo>
                  <a:pt x="352425" y="123825"/>
                </a:lnTo>
                <a:lnTo>
                  <a:pt x="352425" y="114300"/>
                </a:lnTo>
                <a:lnTo>
                  <a:pt x="371475" y="114300"/>
                </a:lnTo>
                <a:lnTo>
                  <a:pt x="371475" y="104775"/>
                </a:lnTo>
                <a:lnTo>
                  <a:pt x="400050" y="104775"/>
                </a:lnTo>
                <a:lnTo>
                  <a:pt x="400050" y="95250"/>
                </a:lnTo>
                <a:lnTo>
                  <a:pt x="428625" y="95250"/>
                </a:lnTo>
                <a:close/>
                <a:moveTo>
                  <a:pt x="533400" y="133350"/>
                </a:moveTo>
                <a:lnTo>
                  <a:pt x="542925" y="133350"/>
                </a:lnTo>
                <a:lnTo>
                  <a:pt x="542925" y="180975"/>
                </a:lnTo>
                <a:lnTo>
                  <a:pt x="533400" y="180975"/>
                </a:lnTo>
                <a:lnTo>
                  <a:pt x="533400" y="209550"/>
                </a:lnTo>
                <a:lnTo>
                  <a:pt x="523875" y="209550"/>
                </a:lnTo>
                <a:lnTo>
                  <a:pt x="523875" y="228600"/>
                </a:lnTo>
                <a:lnTo>
                  <a:pt x="514350" y="228600"/>
                </a:lnTo>
                <a:lnTo>
                  <a:pt x="514350" y="190500"/>
                </a:lnTo>
                <a:lnTo>
                  <a:pt x="523875" y="190500"/>
                </a:lnTo>
                <a:lnTo>
                  <a:pt x="523875" y="161925"/>
                </a:lnTo>
                <a:lnTo>
                  <a:pt x="533400" y="161925"/>
                </a:lnTo>
                <a:close/>
                <a:moveTo>
                  <a:pt x="247650" y="219075"/>
                </a:moveTo>
                <a:lnTo>
                  <a:pt x="257175" y="219075"/>
                </a:lnTo>
                <a:lnTo>
                  <a:pt x="257175" y="238125"/>
                </a:lnTo>
                <a:lnTo>
                  <a:pt x="238125" y="238125"/>
                </a:lnTo>
                <a:lnTo>
                  <a:pt x="238125" y="247650"/>
                </a:lnTo>
                <a:lnTo>
                  <a:pt x="247650" y="247650"/>
                </a:lnTo>
                <a:lnTo>
                  <a:pt x="247650" y="266700"/>
                </a:lnTo>
                <a:lnTo>
                  <a:pt x="209550" y="266700"/>
                </a:lnTo>
                <a:lnTo>
                  <a:pt x="209550" y="276225"/>
                </a:lnTo>
                <a:lnTo>
                  <a:pt x="171450" y="276225"/>
                </a:lnTo>
                <a:lnTo>
                  <a:pt x="171450" y="266700"/>
                </a:lnTo>
                <a:lnTo>
                  <a:pt x="142875" y="266700"/>
                </a:lnTo>
                <a:lnTo>
                  <a:pt x="142875" y="276225"/>
                </a:lnTo>
                <a:lnTo>
                  <a:pt x="123825" y="276225"/>
                </a:lnTo>
                <a:lnTo>
                  <a:pt x="123825" y="257175"/>
                </a:lnTo>
                <a:lnTo>
                  <a:pt x="133350" y="257175"/>
                </a:lnTo>
                <a:lnTo>
                  <a:pt x="133350" y="247650"/>
                </a:lnTo>
                <a:lnTo>
                  <a:pt x="142875" y="247650"/>
                </a:lnTo>
                <a:lnTo>
                  <a:pt x="142875" y="238125"/>
                </a:lnTo>
                <a:lnTo>
                  <a:pt x="200025" y="238125"/>
                </a:lnTo>
                <a:lnTo>
                  <a:pt x="200025" y="228600"/>
                </a:lnTo>
                <a:lnTo>
                  <a:pt x="247650" y="228600"/>
                </a:lnTo>
                <a:close/>
                <a:moveTo>
                  <a:pt x="266700" y="285750"/>
                </a:moveTo>
                <a:lnTo>
                  <a:pt x="276225" y="285750"/>
                </a:lnTo>
                <a:lnTo>
                  <a:pt x="276225" y="295275"/>
                </a:lnTo>
                <a:lnTo>
                  <a:pt x="285750" y="295275"/>
                </a:lnTo>
                <a:lnTo>
                  <a:pt x="285750" y="304800"/>
                </a:lnTo>
                <a:lnTo>
                  <a:pt x="276225" y="304800"/>
                </a:lnTo>
                <a:lnTo>
                  <a:pt x="276225" y="314325"/>
                </a:lnTo>
                <a:lnTo>
                  <a:pt x="266700" y="314325"/>
                </a:lnTo>
                <a:lnTo>
                  <a:pt x="266700" y="304800"/>
                </a:lnTo>
                <a:lnTo>
                  <a:pt x="257175" y="304800"/>
                </a:lnTo>
                <a:lnTo>
                  <a:pt x="257175" y="295275"/>
                </a:lnTo>
                <a:lnTo>
                  <a:pt x="266700" y="295275"/>
                </a:lnTo>
                <a:close/>
                <a:moveTo>
                  <a:pt x="333375" y="304800"/>
                </a:moveTo>
                <a:lnTo>
                  <a:pt x="352425" y="304800"/>
                </a:lnTo>
                <a:lnTo>
                  <a:pt x="352425" y="323850"/>
                </a:lnTo>
                <a:lnTo>
                  <a:pt x="361950" y="323850"/>
                </a:lnTo>
                <a:lnTo>
                  <a:pt x="361950" y="333375"/>
                </a:lnTo>
                <a:lnTo>
                  <a:pt x="333375" y="333375"/>
                </a:lnTo>
                <a:lnTo>
                  <a:pt x="333375" y="323850"/>
                </a:lnTo>
                <a:lnTo>
                  <a:pt x="323850" y="323850"/>
                </a:lnTo>
                <a:lnTo>
                  <a:pt x="323850" y="314325"/>
                </a:lnTo>
                <a:lnTo>
                  <a:pt x="333375" y="314325"/>
                </a:lnTo>
                <a:close/>
                <a:moveTo>
                  <a:pt x="438150" y="323850"/>
                </a:moveTo>
                <a:lnTo>
                  <a:pt x="447675" y="323850"/>
                </a:lnTo>
                <a:lnTo>
                  <a:pt x="447675" y="342900"/>
                </a:lnTo>
                <a:lnTo>
                  <a:pt x="438150" y="342900"/>
                </a:lnTo>
                <a:lnTo>
                  <a:pt x="438150" y="352425"/>
                </a:lnTo>
                <a:lnTo>
                  <a:pt x="428625" y="352425"/>
                </a:lnTo>
                <a:lnTo>
                  <a:pt x="428625" y="361950"/>
                </a:lnTo>
                <a:lnTo>
                  <a:pt x="419100" y="361950"/>
                </a:lnTo>
                <a:lnTo>
                  <a:pt x="419100" y="371475"/>
                </a:lnTo>
                <a:lnTo>
                  <a:pt x="409575" y="371475"/>
                </a:lnTo>
                <a:lnTo>
                  <a:pt x="409575" y="400050"/>
                </a:lnTo>
                <a:lnTo>
                  <a:pt x="400050" y="400050"/>
                </a:lnTo>
                <a:lnTo>
                  <a:pt x="400050" y="409575"/>
                </a:lnTo>
                <a:lnTo>
                  <a:pt x="390525" y="409575"/>
                </a:lnTo>
                <a:lnTo>
                  <a:pt x="390525" y="352425"/>
                </a:lnTo>
                <a:lnTo>
                  <a:pt x="400050" y="352425"/>
                </a:lnTo>
                <a:lnTo>
                  <a:pt x="400050" y="342900"/>
                </a:lnTo>
                <a:lnTo>
                  <a:pt x="419100" y="342900"/>
                </a:lnTo>
                <a:lnTo>
                  <a:pt x="419100" y="333375"/>
                </a:lnTo>
                <a:lnTo>
                  <a:pt x="438150" y="333375"/>
                </a:lnTo>
                <a:close/>
                <a:moveTo>
                  <a:pt x="314325" y="342900"/>
                </a:moveTo>
                <a:lnTo>
                  <a:pt x="323850" y="342900"/>
                </a:lnTo>
                <a:lnTo>
                  <a:pt x="323850" y="361950"/>
                </a:lnTo>
                <a:lnTo>
                  <a:pt x="314325" y="361950"/>
                </a:lnTo>
                <a:close/>
                <a:moveTo>
                  <a:pt x="200025" y="409575"/>
                </a:moveTo>
                <a:lnTo>
                  <a:pt x="238125" y="409575"/>
                </a:lnTo>
                <a:lnTo>
                  <a:pt x="238125" y="419100"/>
                </a:lnTo>
                <a:lnTo>
                  <a:pt x="247650" y="419100"/>
                </a:lnTo>
                <a:lnTo>
                  <a:pt x="247650" y="428625"/>
                </a:lnTo>
                <a:lnTo>
                  <a:pt x="257175" y="428625"/>
                </a:lnTo>
                <a:lnTo>
                  <a:pt x="257175" y="447675"/>
                </a:lnTo>
                <a:lnTo>
                  <a:pt x="238125" y="447675"/>
                </a:lnTo>
                <a:lnTo>
                  <a:pt x="238125" y="438150"/>
                </a:lnTo>
                <a:lnTo>
                  <a:pt x="219075" y="438150"/>
                </a:lnTo>
                <a:lnTo>
                  <a:pt x="219075" y="428625"/>
                </a:lnTo>
                <a:lnTo>
                  <a:pt x="209550" y="428625"/>
                </a:lnTo>
                <a:lnTo>
                  <a:pt x="209550" y="419100"/>
                </a:lnTo>
                <a:lnTo>
                  <a:pt x="200025" y="419100"/>
                </a:lnTo>
                <a:close/>
                <a:moveTo>
                  <a:pt x="76200" y="533400"/>
                </a:moveTo>
                <a:lnTo>
                  <a:pt x="104775" y="533400"/>
                </a:lnTo>
                <a:lnTo>
                  <a:pt x="104775" y="542925"/>
                </a:lnTo>
                <a:lnTo>
                  <a:pt x="114300" y="542925"/>
                </a:lnTo>
                <a:lnTo>
                  <a:pt x="114300" y="552450"/>
                </a:lnTo>
                <a:lnTo>
                  <a:pt x="85725" y="552450"/>
                </a:lnTo>
                <a:lnTo>
                  <a:pt x="85725" y="542925"/>
                </a:lnTo>
                <a:lnTo>
                  <a:pt x="76200" y="542925"/>
                </a:lnTo>
                <a:close/>
                <a:moveTo>
                  <a:pt x="304800" y="533400"/>
                </a:moveTo>
                <a:lnTo>
                  <a:pt x="314325" y="533400"/>
                </a:lnTo>
                <a:lnTo>
                  <a:pt x="314325" y="542925"/>
                </a:lnTo>
                <a:lnTo>
                  <a:pt x="304800" y="542925"/>
                </a:lnTo>
                <a:close/>
              </a:path>
            </a:pathLst>
          </a:custGeom>
          <a:solidFill xmlns:a="http://schemas.openxmlformats.org/drawingml/2006/main">
            <a:srgbClr val="B56548"/>
          </a:solidFill>
          <a:ln xmlns:a="http://schemas.openxmlformats.org/drawingml/2006/main" w="0">
            <a:noFill/>
          </a:ln>
        </p:spPr>
      </p:sp>
      <p:sp>
        <p:nvSpPr>
          <p:cNvPr id="104" name="rocket vector #ac654a">
            <a:extLst xmlns:a="http://schemas.openxmlformats.org/drawingml/2006/main">
              <a:ext uri="{FF2B5EF4-FFF2-40B4-BE49-F238E27FC236}">
                <a16:creationId xmlns:a16="http://schemas.microsoft.com/office/drawing/2014/main" id="{6F3C7C51-75A9-4BB0-8DA9-44DCB3D1ED8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8867775" y="1800225"/>
            <a:ext cx="752475" cy="742950"/>
          </a:xfrm>
          <a:custGeom xmlns:a="http://schemas.openxmlformats.org/drawingml/2006/main">
            <a:pathLst>
              <a:path w="638175" h="628650">
                <a:moveTo>
                  <a:pt x="419100" y="76200"/>
                </a:moveTo>
                <a:lnTo>
                  <a:pt x="457200" y="76200"/>
                </a:lnTo>
                <a:lnTo>
                  <a:pt x="457200" y="85725"/>
                </a:lnTo>
                <a:lnTo>
                  <a:pt x="428625" y="85725"/>
                </a:lnTo>
                <a:lnTo>
                  <a:pt x="428625" y="95250"/>
                </a:lnTo>
                <a:lnTo>
                  <a:pt x="400050" y="95250"/>
                </a:lnTo>
                <a:lnTo>
                  <a:pt x="400050" y="104775"/>
                </a:lnTo>
                <a:lnTo>
                  <a:pt x="371475" y="104775"/>
                </a:lnTo>
                <a:lnTo>
                  <a:pt x="371475" y="95250"/>
                </a:lnTo>
                <a:lnTo>
                  <a:pt x="390525" y="95250"/>
                </a:lnTo>
                <a:lnTo>
                  <a:pt x="390525" y="85725"/>
                </a:lnTo>
                <a:lnTo>
                  <a:pt x="419100" y="85725"/>
                </a:lnTo>
                <a:close/>
                <a:moveTo>
                  <a:pt x="352425" y="104775"/>
                </a:moveTo>
                <a:lnTo>
                  <a:pt x="371475" y="104775"/>
                </a:lnTo>
                <a:lnTo>
                  <a:pt x="371475" y="114300"/>
                </a:lnTo>
                <a:lnTo>
                  <a:pt x="352425" y="114300"/>
                </a:lnTo>
                <a:close/>
                <a:moveTo>
                  <a:pt x="342900" y="114300"/>
                </a:moveTo>
                <a:lnTo>
                  <a:pt x="352425" y="114300"/>
                </a:lnTo>
                <a:lnTo>
                  <a:pt x="352425" y="123825"/>
                </a:lnTo>
                <a:lnTo>
                  <a:pt x="342900" y="123825"/>
                </a:lnTo>
                <a:close/>
                <a:moveTo>
                  <a:pt x="542925" y="133350"/>
                </a:moveTo>
                <a:lnTo>
                  <a:pt x="552450" y="133350"/>
                </a:lnTo>
                <a:lnTo>
                  <a:pt x="552450" y="152400"/>
                </a:lnTo>
                <a:lnTo>
                  <a:pt x="542925" y="152400"/>
                </a:lnTo>
                <a:close/>
                <a:moveTo>
                  <a:pt x="390525" y="142875"/>
                </a:moveTo>
                <a:lnTo>
                  <a:pt x="438150" y="142875"/>
                </a:lnTo>
                <a:lnTo>
                  <a:pt x="438150" y="152400"/>
                </a:lnTo>
                <a:lnTo>
                  <a:pt x="447675" y="152400"/>
                </a:lnTo>
                <a:lnTo>
                  <a:pt x="447675" y="161925"/>
                </a:lnTo>
                <a:lnTo>
                  <a:pt x="428625" y="161925"/>
                </a:lnTo>
                <a:lnTo>
                  <a:pt x="428625" y="152400"/>
                </a:lnTo>
                <a:lnTo>
                  <a:pt x="400050" y="152400"/>
                </a:lnTo>
                <a:lnTo>
                  <a:pt x="400050" y="161925"/>
                </a:lnTo>
                <a:lnTo>
                  <a:pt x="381000" y="161925"/>
                </a:lnTo>
                <a:lnTo>
                  <a:pt x="381000" y="152400"/>
                </a:lnTo>
                <a:lnTo>
                  <a:pt x="390525" y="152400"/>
                </a:lnTo>
                <a:close/>
                <a:moveTo>
                  <a:pt x="361950" y="161925"/>
                </a:moveTo>
                <a:lnTo>
                  <a:pt x="381000" y="161925"/>
                </a:lnTo>
                <a:lnTo>
                  <a:pt x="381000" y="171450"/>
                </a:lnTo>
                <a:lnTo>
                  <a:pt x="371475" y="171450"/>
                </a:lnTo>
                <a:lnTo>
                  <a:pt x="371475" y="180975"/>
                </a:lnTo>
                <a:lnTo>
                  <a:pt x="361950" y="180975"/>
                </a:lnTo>
                <a:close/>
                <a:moveTo>
                  <a:pt x="447675" y="161925"/>
                </a:moveTo>
                <a:lnTo>
                  <a:pt x="457200" y="161925"/>
                </a:lnTo>
                <a:lnTo>
                  <a:pt x="457200" y="171450"/>
                </a:lnTo>
                <a:lnTo>
                  <a:pt x="447675" y="171450"/>
                </a:lnTo>
                <a:close/>
                <a:moveTo>
                  <a:pt x="457200" y="171450"/>
                </a:moveTo>
                <a:lnTo>
                  <a:pt x="466725" y="171450"/>
                </a:lnTo>
                <a:lnTo>
                  <a:pt x="466725" y="190500"/>
                </a:lnTo>
                <a:lnTo>
                  <a:pt x="457200" y="190500"/>
                </a:lnTo>
                <a:close/>
                <a:moveTo>
                  <a:pt x="352425" y="180975"/>
                </a:moveTo>
                <a:lnTo>
                  <a:pt x="361950" y="180975"/>
                </a:lnTo>
                <a:lnTo>
                  <a:pt x="361950" y="200025"/>
                </a:lnTo>
                <a:lnTo>
                  <a:pt x="352425" y="200025"/>
                </a:lnTo>
                <a:lnTo>
                  <a:pt x="352425" y="209550"/>
                </a:lnTo>
                <a:lnTo>
                  <a:pt x="342900" y="209550"/>
                </a:lnTo>
                <a:lnTo>
                  <a:pt x="342900" y="190500"/>
                </a:lnTo>
                <a:lnTo>
                  <a:pt x="352425" y="190500"/>
                </a:lnTo>
                <a:close/>
                <a:moveTo>
                  <a:pt x="533400" y="180975"/>
                </a:moveTo>
                <a:lnTo>
                  <a:pt x="552450" y="180975"/>
                </a:lnTo>
                <a:lnTo>
                  <a:pt x="552450" y="190500"/>
                </a:lnTo>
                <a:lnTo>
                  <a:pt x="542925" y="190500"/>
                </a:lnTo>
                <a:lnTo>
                  <a:pt x="542925" y="219075"/>
                </a:lnTo>
                <a:lnTo>
                  <a:pt x="533400" y="219075"/>
                </a:lnTo>
                <a:lnTo>
                  <a:pt x="533400" y="228600"/>
                </a:lnTo>
                <a:lnTo>
                  <a:pt x="523875" y="228600"/>
                </a:lnTo>
                <a:lnTo>
                  <a:pt x="523875" y="209550"/>
                </a:lnTo>
                <a:lnTo>
                  <a:pt x="533400" y="209550"/>
                </a:lnTo>
                <a:close/>
                <a:moveTo>
                  <a:pt x="238125" y="219075"/>
                </a:moveTo>
                <a:lnTo>
                  <a:pt x="247650" y="219075"/>
                </a:lnTo>
                <a:lnTo>
                  <a:pt x="247650" y="228600"/>
                </a:lnTo>
                <a:lnTo>
                  <a:pt x="238125" y="228600"/>
                </a:lnTo>
                <a:close/>
                <a:moveTo>
                  <a:pt x="133350" y="228600"/>
                </a:moveTo>
                <a:lnTo>
                  <a:pt x="200025" y="228600"/>
                </a:lnTo>
                <a:lnTo>
                  <a:pt x="200025" y="238125"/>
                </a:lnTo>
                <a:lnTo>
                  <a:pt x="142875" y="238125"/>
                </a:lnTo>
                <a:lnTo>
                  <a:pt x="142875" y="247650"/>
                </a:lnTo>
                <a:lnTo>
                  <a:pt x="133350" y="247650"/>
                </a:lnTo>
                <a:lnTo>
                  <a:pt x="133350" y="257175"/>
                </a:lnTo>
                <a:lnTo>
                  <a:pt x="123825" y="257175"/>
                </a:lnTo>
                <a:lnTo>
                  <a:pt x="123825" y="266700"/>
                </a:lnTo>
                <a:lnTo>
                  <a:pt x="114300" y="266700"/>
                </a:lnTo>
                <a:lnTo>
                  <a:pt x="114300" y="247650"/>
                </a:lnTo>
                <a:lnTo>
                  <a:pt x="123825" y="247650"/>
                </a:lnTo>
                <a:lnTo>
                  <a:pt x="123825" y="238125"/>
                </a:lnTo>
                <a:lnTo>
                  <a:pt x="133350" y="238125"/>
                </a:lnTo>
                <a:close/>
                <a:moveTo>
                  <a:pt x="66675" y="333375"/>
                </a:moveTo>
                <a:lnTo>
                  <a:pt x="76200" y="333375"/>
                </a:lnTo>
                <a:lnTo>
                  <a:pt x="76200" y="342900"/>
                </a:lnTo>
                <a:lnTo>
                  <a:pt x="66675" y="342900"/>
                </a:lnTo>
                <a:close/>
                <a:moveTo>
                  <a:pt x="438150" y="342900"/>
                </a:moveTo>
                <a:lnTo>
                  <a:pt x="457200" y="342900"/>
                </a:lnTo>
                <a:lnTo>
                  <a:pt x="457200" y="352425"/>
                </a:lnTo>
                <a:lnTo>
                  <a:pt x="447675" y="352425"/>
                </a:lnTo>
                <a:lnTo>
                  <a:pt x="447675" y="361950"/>
                </a:lnTo>
                <a:lnTo>
                  <a:pt x="438150" y="361950"/>
                </a:lnTo>
                <a:lnTo>
                  <a:pt x="438150" y="371475"/>
                </a:lnTo>
                <a:lnTo>
                  <a:pt x="419100" y="371475"/>
                </a:lnTo>
                <a:lnTo>
                  <a:pt x="419100" y="361950"/>
                </a:lnTo>
                <a:lnTo>
                  <a:pt x="428625" y="361950"/>
                </a:lnTo>
                <a:lnTo>
                  <a:pt x="428625" y="352425"/>
                </a:lnTo>
                <a:lnTo>
                  <a:pt x="438150" y="352425"/>
                </a:lnTo>
                <a:close/>
                <a:moveTo>
                  <a:pt x="171450" y="390525"/>
                </a:moveTo>
                <a:lnTo>
                  <a:pt x="180975" y="390525"/>
                </a:lnTo>
                <a:lnTo>
                  <a:pt x="180975" y="400050"/>
                </a:lnTo>
                <a:lnTo>
                  <a:pt x="190500" y="400050"/>
                </a:lnTo>
                <a:lnTo>
                  <a:pt x="190500" y="409575"/>
                </a:lnTo>
                <a:lnTo>
                  <a:pt x="200025" y="409575"/>
                </a:lnTo>
                <a:lnTo>
                  <a:pt x="200025" y="419100"/>
                </a:lnTo>
                <a:lnTo>
                  <a:pt x="209550" y="419100"/>
                </a:lnTo>
                <a:lnTo>
                  <a:pt x="209550" y="428625"/>
                </a:lnTo>
                <a:lnTo>
                  <a:pt x="219075" y="428625"/>
                </a:lnTo>
                <a:lnTo>
                  <a:pt x="219075" y="438150"/>
                </a:lnTo>
                <a:lnTo>
                  <a:pt x="228600" y="438150"/>
                </a:lnTo>
                <a:lnTo>
                  <a:pt x="228600" y="447675"/>
                </a:lnTo>
                <a:lnTo>
                  <a:pt x="238125" y="447675"/>
                </a:lnTo>
                <a:lnTo>
                  <a:pt x="238125" y="457200"/>
                </a:lnTo>
                <a:lnTo>
                  <a:pt x="219075" y="457200"/>
                </a:lnTo>
                <a:lnTo>
                  <a:pt x="219075" y="447675"/>
                </a:lnTo>
                <a:lnTo>
                  <a:pt x="209550" y="447675"/>
                </a:lnTo>
                <a:lnTo>
                  <a:pt x="209550" y="438150"/>
                </a:lnTo>
                <a:lnTo>
                  <a:pt x="200025" y="438150"/>
                </a:lnTo>
                <a:lnTo>
                  <a:pt x="200025" y="428625"/>
                </a:lnTo>
                <a:lnTo>
                  <a:pt x="190500" y="428625"/>
                </a:lnTo>
                <a:lnTo>
                  <a:pt x="190500" y="419100"/>
                </a:lnTo>
                <a:lnTo>
                  <a:pt x="180975" y="419100"/>
                </a:lnTo>
                <a:lnTo>
                  <a:pt x="180975" y="409575"/>
                </a:lnTo>
                <a:lnTo>
                  <a:pt x="171450" y="409575"/>
                </a:lnTo>
                <a:close/>
                <a:moveTo>
                  <a:pt x="95250" y="447675"/>
                </a:moveTo>
                <a:lnTo>
                  <a:pt x="123825" y="447675"/>
                </a:lnTo>
                <a:lnTo>
                  <a:pt x="123825" y="466725"/>
                </a:lnTo>
                <a:lnTo>
                  <a:pt x="114300" y="466725"/>
                </a:lnTo>
                <a:lnTo>
                  <a:pt x="114300" y="485775"/>
                </a:lnTo>
                <a:lnTo>
                  <a:pt x="104775" y="485775"/>
                </a:lnTo>
                <a:lnTo>
                  <a:pt x="104775" y="523875"/>
                </a:lnTo>
                <a:lnTo>
                  <a:pt x="114300" y="523875"/>
                </a:lnTo>
                <a:lnTo>
                  <a:pt x="114300" y="533400"/>
                </a:lnTo>
                <a:lnTo>
                  <a:pt x="142875" y="533400"/>
                </a:lnTo>
                <a:lnTo>
                  <a:pt x="142875" y="523875"/>
                </a:lnTo>
                <a:lnTo>
                  <a:pt x="161925" y="523875"/>
                </a:lnTo>
                <a:lnTo>
                  <a:pt x="161925" y="514350"/>
                </a:lnTo>
                <a:lnTo>
                  <a:pt x="190500" y="514350"/>
                </a:lnTo>
                <a:lnTo>
                  <a:pt x="190500" y="533400"/>
                </a:lnTo>
                <a:lnTo>
                  <a:pt x="180975" y="533400"/>
                </a:lnTo>
                <a:lnTo>
                  <a:pt x="180975" y="542925"/>
                </a:lnTo>
                <a:lnTo>
                  <a:pt x="171450" y="542925"/>
                </a:lnTo>
                <a:lnTo>
                  <a:pt x="171450" y="552450"/>
                </a:lnTo>
                <a:lnTo>
                  <a:pt x="152400" y="552450"/>
                </a:lnTo>
                <a:lnTo>
                  <a:pt x="152400" y="561975"/>
                </a:lnTo>
                <a:lnTo>
                  <a:pt x="123825" y="561975"/>
                </a:lnTo>
                <a:lnTo>
                  <a:pt x="123825" y="552450"/>
                </a:lnTo>
                <a:lnTo>
                  <a:pt x="114300" y="552450"/>
                </a:lnTo>
                <a:lnTo>
                  <a:pt x="114300" y="542925"/>
                </a:lnTo>
                <a:lnTo>
                  <a:pt x="104775" y="542925"/>
                </a:lnTo>
                <a:lnTo>
                  <a:pt x="104775" y="533400"/>
                </a:lnTo>
                <a:lnTo>
                  <a:pt x="76200" y="533400"/>
                </a:lnTo>
                <a:lnTo>
                  <a:pt x="76200" y="542925"/>
                </a:lnTo>
                <a:lnTo>
                  <a:pt x="66675" y="542925"/>
                </a:lnTo>
                <a:lnTo>
                  <a:pt x="66675" y="495300"/>
                </a:lnTo>
                <a:lnTo>
                  <a:pt x="76200" y="495300"/>
                </a:lnTo>
                <a:lnTo>
                  <a:pt x="76200" y="476250"/>
                </a:lnTo>
                <a:lnTo>
                  <a:pt x="85725" y="476250"/>
                </a:lnTo>
                <a:lnTo>
                  <a:pt x="85725" y="457200"/>
                </a:lnTo>
                <a:lnTo>
                  <a:pt x="95250" y="457200"/>
                </a:lnTo>
                <a:close/>
                <a:moveTo>
                  <a:pt x="285750" y="533400"/>
                </a:moveTo>
                <a:lnTo>
                  <a:pt x="304800" y="533400"/>
                </a:lnTo>
                <a:lnTo>
                  <a:pt x="304800" y="542925"/>
                </a:lnTo>
                <a:lnTo>
                  <a:pt x="342900" y="542925"/>
                </a:lnTo>
                <a:lnTo>
                  <a:pt x="342900" y="552450"/>
                </a:lnTo>
                <a:lnTo>
                  <a:pt x="333375" y="552450"/>
                </a:lnTo>
                <a:lnTo>
                  <a:pt x="333375" y="561975"/>
                </a:lnTo>
                <a:lnTo>
                  <a:pt x="323850" y="561975"/>
                </a:lnTo>
                <a:lnTo>
                  <a:pt x="323850" y="571500"/>
                </a:lnTo>
                <a:lnTo>
                  <a:pt x="314325" y="571500"/>
                </a:lnTo>
                <a:lnTo>
                  <a:pt x="314325" y="581025"/>
                </a:lnTo>
                <a:lnTo>
                  <a:pt x="295275" y="581025"/>
                </a:lnTo>
                <a:lnTo>
                  <a:pt x="295275" y="571500"/>
                </a:lnTo>
                <a:lnTo>
                  <a:pt x="285750" y="571500"/>
                </a:lnTo>
                <a:close/>
                <a:moveTo>
                  <a:pt x="57150" y="561975"/>
                </a:moveTo>
                <a:lnTo>
                  <a:pt x="76200" y="561975"/>
                </a:lnTo>
                <a:lnTo>
                  <a:pt x="76200" y="581025"/>
                </a:lnTo>
                <a:lnTo>
                  <a:pt x="66675" y="581025"/>
                </a:lnTo>
                <a:lnTo>
                  <a:pt x="66675" y="571500"/>
                </a:lnTo>
                <a:lnTo>
                  <a:pt x="57150" y="571500"/>
                </a:lnTo>
                <a:close/>
              </a:path>
            </a:pathLst>
          </a:custGeom>
          <a:solidFill xmlns:a="http://schemas.openxmlformats.org/drawingml/2006/main">
            <a:srgbClr val="AC654A"/>
          </a:solidFill>
          <a:ln xmlns:a="http://schemas.openxmlformats.org/drawingml/2006/main" w="0">
            <a:noFill/>
          </a:ln>
        </p:spPr>
      </p:sp>
      <p:sp>
        <p:nvSpPr>
          <p:cNvPr id="105" name="">
            <a:extLst xmlns:a="http://schemas.openxmlformats.org/drawingml/2006/main">
              <a:ext uri="{FF2B5EF4-FFF2-40B4-BE49-F238E27FC236}">
                <a16:creationId xmlns:a16="http://schemas.microsoft.com/office/drawing/2014/main" id="{B2F9C3D3-B4E5-4358-AEA1-F5178DABDB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1638300" y="2047875"/>
            <a:ext cx="2571750" cy="47625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l">
              <a:defRPr sz="2700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defPPr>
            <a:lvl1pPr algn="l">
              <a:defRPr sz="2700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lvl1pPr>
            <a:lvl2pPr algn="l">
              <a:defRPr sz="2700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lvl2pPr>
            <a:lvl3pPr algn="l">
              <a:defRPr sz="2700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lvl3pPr>
            <a:lvl4pPr algn="l">
              <a:defRPr sz="2700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lvl4pPr>
            <a:lvl5pPr algn="l">
              <a:defRPr sz="2700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lvl5pPr>
            <a:lvl6pPr algn="l">
              <a:defRPr sz="2700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lvl6pPr>
            <a:lvl7pPr algn="l">
              <a:defRPr sz="2700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lvl7pPr>
            <a:lvl8pPr algn="l">
              <a:defRPr sz="2700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lvl8pPr>
            <a:lvl9pPr algn="l">
              <a:defRPr sz="2700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l">
              <a:lnSpc>
                <a:spcPct val="105000"/>
              </a:lnSpc>
              <a:buNone/>
              <a:defRPr sz="2700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pPr>
            <a:r>
              <a:rPr sz="2700" b="1">
                <a:solidFill>
                  <a:srgbClr val="1D4333"/>
                </a:solidFill>
                <a:latin typeface="Arial"/>
                <a:ea typeface="Arial"/>
                <a:cs typeface="Arial"/>
              </a:rPr>
              <a:t>Impacto</a:t>
            </a:r>
          </a:p>
        </p:txBody>
      </p:sp>
      <p:sp>
        <p:nvSpPr>
          <p:cNvPr id="106" name="">
            <a:extLst xmlns:a="http://schemas.openxmlformats.org/drawingml/2006/main">
              <a:ext uri="{FF2B5EF4-FFF2-40B4-BE49-F238E27FC236}">
                <a16:creationId xmlns:a16="http://schemas.microsoft.com/office/drawing/2014/main" id="{683D7494-98F5-4BC1-AB83-AD2B3F7A743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5695950" y="2047875"/>
            <a:ext cx="2667000" cy="47625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l">
              <a:defRPr sz="2700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defPPr>
            <a:lvl1pPr algn="l">
              <a:defRPr sz="2700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lvl1pPr>
            <a:lvl2pPr algn="l">
              <a:defRPr sz="2700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lvl2pPr>
            <a:lvl3pPr algn="l">
              <a:defRPr sz="2700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lvl3pPr>
            <a:lvl4pPr algn="l">
              <a:defRPr sz="2700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lvl4pPr>
            <a:lvl5pPr algn="l">
              <a:defRPr sz="2700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lvl5pPr>
            <a:lvl6pPr algn="l">
              <a:defRPr sz="2700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lvl6pPr>
            <a:lvl7pPr algn="l">
              <a:defRPr sz="2700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lvl7pPr>
            <a:lvl8pPr algn="l">
              <a:defRPr sz="2700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lvl8pPr>
            <a:lvl9pPr algn="l">
              <a:defRPr sz="2700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l">
              <a:lnSpc>
                <a:spcPct val="105000"/>
              </a:lnSpc>
              <a:buNone/>
              <a:defRPr sz="2700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pPr>
            <a:r>
              <a:rPr sz="2700" b="1">
                <a:solidFill>
                  <a:srgbClr val="1D4333"/>
                </a:solidFill>
                <a:latin typeface="Arial"/>
                <a:ea typeface="Arial"/>
                <a:cs typeface="Arial"/>
              </a:rPr>
              <a:t>Limitaciones</a:t>
            </a:r>
          </a:p>
        </p:txBody>
      </p:sp>
      <p:sp>
        <p:nvSpPr>
          <p:cNvPr id="107" name="">
            <a:extLst xmlns:a="http://schemas.openxmlformats.org/drawingml/2006/main">
              <a:ext uri="{FF2B5EF4-FFF2-40B4-BE49-F238E27FC236}">
                <a16:creationId xmlns:a16="http://schemas.microsoft.com/office/drawing/2014/main" id="{3F171452-A2F1-473C-9D2C-7A1584DE37F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715500" y="2047875"/>
            <a:ext cx="2667000" cy="47625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l">
              <a:defRPr sz="2700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defPPr>
            <a:lvl1pPr algn="l">
              <a:defRPr sz="2700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lvl1pPr>
            <a:lvl2pPr algn="l">
              <a:defRPr sz="2700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lvl2pPr>
            <a:lvl3pPr algn="l">
              <a:defRPr sz="2700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lvl3pPr>
            <a:lvl4pPr algn="l">
              <a:defRPr sz="2700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lvl4pPr>
            <a:lvl5pPr algn="l">
              <a:defRPr sz="2700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lvl5pPr>
            <a:lvl6pPr algn="l">
              <a:defRPr sz="2700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lvl6pPr>
            <a:lvl7pPr algn="l">
              <a:defRPr sz="2700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lvl7pPr>
            <a:lvl8pPr algn="l">
              <a:defRPr sz="2700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lvl8pPr>
            <a:lvl9pPr algn="l">
              <a:defRPr sz="2700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l">
              <a:lnSpc>
                <a:spcPct val="105000"/>
              </a:lnSpc>
              <a:buNone/>
              <a:defRPr sz="2700" b="1">
                <a:solidFill>
                  <a:srgbClr val="1D4333"/>
                </a:solidFill>
                <a:latin typeface="Arial"/>
                <a:ea typeface="Arial"/>
                <a:cs typeface="Arial"/>
              </a:defRPr>
            </a:pPr>
            <a:r>
              <a:rPr sz="2700" b="1">
                <a:solidFill>
                  <a:srgbClr val="1D4333"/>
                </a:solidFill>
                <a:latin typeface="Arial"/>
                <a:ea typeface="Arial"/>
                <a:cs typeface="Arial"/>
              </a:rPr>
              <a:t>Futura versión</a:t>
            </a:r>
          </a:p>
        </p:txBody>
      </p:sp>
      <p:sp>
        <p:nvSpPr>
          <p:cNvPr id="108" name="">
            <a:extLst xmlns:a="http://schemas.openxmlformats.org/drawingml/2006/main">
              <a:ext uri="{FF2B5EF4-FFF2-40B4-BE49-F238E27FC236}">
                <a16:creationId xmlns:a16="http://schemas.microsoft.com/office/drawing/2014/main" id="{BCFA6278-1A42-468D-BCD0-82E86E4C630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28675" y="2809875"/>
            <a:ext cx="3333750" cy="142875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l">
              <a:defRPr sz="22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defPPr>
            <a:lvl1pPr algn="l">
              <a:defRPr sz="22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1pPr>
            <a:lvl2pPr algn="l">
              <a:defRPr sz="22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2pPr>
            <a:lvl3pPr algn="l">
              <a:defRPr sz="22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3pPr>
            <a:lvl4pPr algn="l">
              <a:defRPr sz="22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4pPr>
            <a:lvl5pPr algn="l">
              <a:defRPr sz="22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5pPr>
            <a:lvl6pPr algn="l">
              <a:defRPr sz="22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6pPr>
            <a:lvl7pPr algn="l">
              <a:defRPr sz="22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7pPr>
            <a:lvl8pPr algn="l">
              <a:defRPr sz="22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8pPr>
            <a:lvl9pPr algn="l">
              <a:defRPr sz="22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l">
              <a:lnSpc>
                <a:spcPct val="105000"/>
              </a:lnSpc>
              <a:buNone/>
              <a:defRPr sz="22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pPr>
            <a:r>
              <a:rPr sz="2250" b="0">
                <a:solidFill>
                  <a:srgbClr val="111111"/>
                </a:solidFill>
                <a:latin typeface="Arial"/>
                <a:ea typeface="Arial"/>
                <a:cs typeface="Arial"/>
              </a:rPr>
              <a:t>Información reunida</a:t>
            </a:r>
          </a:p>
          <a:p xmlns:a="http://schemas.openxmlformats.org/drawingml/2006/main">
            <a:pPr algn="l">
              <a:lnSpc>
                <a:spcPct val="105000"/>
              </a:lnSpc>
              <a:buNone/>
              <a:defRPr sz="22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pPr>
            <a:r>
              <a:rPr sz="2250" b="0">
                <a:solidFill>
                  <a:srgbClr val="111111"/>
                </a:solidFill>
                <a:latin typeface="Arial"/>
                <a:ea typeface="Arial"/>
                <a:cs typeface="Arial"/>
              </a:rPr>
              <a:t>Continuidad entre turnos</a:t>
            </a:r>
          </a:p>
          <a:p xmlns:a="http://schemas.openxmlformats.org/drawingml/2006/main">
            <a:pPr algn="l">
              <a:lnSpc>
                <a:spcPct val="105000"/>
              </a:lnSpc>
              <a:buNone/>
              <a:defRPr sz="22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pPr>
            <a:r>
              <a:rPr sz="2250" b="0">
                <a:solidFill>
                  <a:srgbClr val="111111"/>
                </a:solidFill>
                <a:latin typeface="Arial"/>
                <a:ea typeface="Arial"/>
                <a:cs typeface="Arial"/>
              </a:rPr>
              <a:t>Gestión desde el celular</a:t>
            </a:r>
          </a:p>
        </p:txBody>
      </p:sp>
      <p:sp>
        <p:nvSpPr>
          <p:cNvPr id="109" name="">
            <a:extLst xmlns:a="http://schemas.openxmlformats.org/drawingml/2006/main">
              <a:ext uri="{FF2B5EF4-FFF2-40B4-BE49-F238E27FC236}">
                <a16:creationId xmlns:a16="http://schemas.microsoft.com/office/drawing/2014/main" id="{95874819-0F4C-4683-9A15-F10DB9D91DC6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905375" y="2809875"/>
            <a:ext cx="3333750" cy="285750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l">
              <a:defRPr sz="22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defPPr>
            <a:lvl1pPr algn="l">
              <a:defRPr sz="22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1pPr>
            <a:lvl2pPr algn="l">
              <a:defRPr sz="22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2pPr>
            <a:lvl3pPr algn="l">
              <a:defRPr sz="22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3pPr>
            <a:lvl4pPr algn="l">
              <a:defRPr sz="22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4pPr>
            <a:lvl5pPr algn="l">
              <a:defRPr sz="22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5pPr>
            <a:lvl6pPr algn="l">
              <a:defRPr sz="22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6pPr>
            <a:lvl7pPr algn="l">
              <a:defRPr sz="22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7pPr>
            <a:lvl8pPr algn="l">
              <a:defRPr sz="22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8pPr>
            <a:lvl9pPr algn="l">
              <a:defRPr sz="22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l">
              <a:lnSpc>
                <a:spcPct val="105000"/>
              </a:lnSpc>
              <a:buNone/>
              <a:defRPr sz="22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pPr>
            <a:r>
              <a:rPr sz="2250" b="0">
                <a:solidFill>
                  <a:srgbClr val="111111"/>
                </a:solidFill>
                <a:latin typeface="Arial"/>
                <a:ea typeface="Arial"/>
                <a:cs typeface="Arial"/>
              </a:rPr>
              <a:t>Sin separación por</a:t>
            </a:r>
          </a:p>
          <a:p xmlns:a="http://schemas.openxmlformats.org/drawingml/2006/main">
            <a:pPr algn="l">
              <a:lnSpc>
                <a:spcPct val="105000"/>
              </a:lnSpc>
              <a:buNone/>
              <a:defRPr sz="22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pPr>
            <a:r>
              <a:rPr sz="2250" b="0">
                <a:solidFill>
                  <a:srgbClr val="111111"/>
                </a:solidFill>
                <a:latin typeface="Arial"/>
                <a:ea typeface="Arial"/>
                <a:cs typeface="Arial"/>
              </a:rPr>
              <a:t>comercio</a:t>
            </a:r>
          </a:p>
          <a:p xmlns:a="http://schemas.openxmlformats.org/drawingml/2006/main">
            <a:r>
              <a:t/>
            </a:r>
          </a:p>
          <a:p xmlns:a="http://schemas.openxmlformats.org/drawingml/2006/main">
            <a:pPr algn="l">
              <a:lnSpc>
                <a:spcPct val="105000"/>
              </a:lnSpc>
              <a:buNone/>
              <a:defRPr sz="22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pPr>
            <a:r>
              <a:rPr sz="2250" b="0">
                <a:solidFill>
                  <a:srgbClr val="111111"/>
                </a:solidFill>
                <a:latin typeface="Arial"/>
                <a:ea typeface="Arial"/>
                <a:cs typeface="Arial"/>
              </a:rPr>
              <a:t>Funciones con alcance</a:t>
            </a:r>
          </a:p>
          <a:p xmlns:a="http://schemas.openxmlformats.org/drawingml/2006/main">
            <a:pPr algn="l">
              <a:lnSpc>
                <a:spcPct val="105000"/>
              </a:lnSpc>
              <a:buNone/>
              <a:defRPr sz="22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pPr>
            <a:r>
              <a:rPr sz="2250" b="0">
                <a:solidFill>
                  <a:srgbClr val="111111"/>
                </a:solidFill>
                <a:latin typeface="Arial"/>
                <a:ea typeface="Arial"/>
                <a:cs typeface="Arial"/>
              </a:rPr>
              <a:t>inicial</a:t>
            </a:r>
          </a:p>
          <a:p xmlns:a="http://schemas.openxmlformats.org/drawingml/2006/main">
            <a:r>
              <a:t/>
            </a:r>
          </a:p>
          <a:p xmlns:a="http://schemas.openxmlformats.org/drawingml/2006/main">
            <a:pPr algn="l">
              <a:lnSpc>
                <a:spcPct val="105000"/>
              </a:lnSpc>
              <a:buNone/>
              <a:defRPr sz="22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pPr>
            <a:r>
              <a:rPr sz="2250" b="0">
                <a:solidFill>
                  <a:srgbClr val="111111"/>
                </a:solidFill>
                <a:latin typeface="Arial"/>
                <a:ea typeface="Arial"/>
                <a:cs typeface="Arial"/>
              </a:rPr>
              <a:t>Sin modo de trabajo</a:t>
            </a:r>
          </a:p>
          <a:p xmlns:a="http://schemas.openxmlformats.org/drawingml/2006/main">
            <a:pPr algn="l">
              <a:lnSpc>
                <a:spcPct val="105000"/>
              </a:lnSpc>
              <a:buNone/>
              <a:defRPr sz="22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pPr>
            <a:r>
              <a:rPr sz="2250" b="0">
                <a:solidFill>
                  <a:srgbClr val="111111"/>
                </a:solidFill>
                <a:latin typeface="Arial"/>
                <a:ea typeface="Arial"/>
                <a:cs typeface="Arial"/>
              </a:rPr>
              <a:t>offline</a:t>
            </a:r>
          </a:p>
        </p:txBody>
      </p:sp>
      <p:sp>
        <p:nvSpPr>
          <p:cNvPr id="110" name="">
            <a:extLst xmlns:a="http://schemas.openxmlformats.org/drawingml/2006/main">
              <a:ext uri="{FF2B5EF4-FFF2-40B4-BE49-F238E27FC236}">
                <a16:creationId xmlns:a16="http://schemas.microsoft.com/office/drawing/2014/main" id="{51B71D6C-543B-49B7-989D-F91907A24335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896350" y="2809875"/>
            <a:ext cx="3505200" cy="38100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l">
              <a:defRPr sz="2175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defPPr>
            <a:lvl1pPr algn="l">
              <a:defRPr sz="2175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1pPr>
            <a:lvl2pPr algn="l">
              <a:defRPr sz="2175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2pPr>
            <a:lvl3pPr algn="l">
              <a:defRPr sz="2175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3pPr>
            <a:lvl4pPr algn="l">
              <a:defRPr sz="2175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4pPr>
            <a:lvl5pPr algn="l">
              <a:defRPr sz="2175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5pPr>
            <a:lvl6pPr algn="l">
              <a:defRPr sz="2175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6pPr>
            <a:lvl7pPr algn="l">
              <a:defRPr sz="2175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7pPr>
            <a:lvl8pPr algn="l">
              <a:defRPr sz="2175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8pPr>
            <a:lvl9pPr algn="l">
              <a:defRPr sz="2175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l">
              <a:lnSpc>
                <a:spcPct val="105000"/>
              </a:lnSpc>
              <a:buNone/>
              <a:defRPr sz="2175" b="1">
                <a:solidFill>
                  <a:srgbClr val="111111"/>
                </a:solidFill>
                <a:latin typeface="Arial"/>
                <a:ea typeface="Arial"/>
                <a:cs typeface="Arial"/>
              </a:defRPr>
            </a:pPr>
            <a:r>
              <a:rPr sz="2175" b="1">
                <a:solidFill>
                  <a:srgbClr val="111111"/>
                </a:solidFill>
                <a:latin typeface="Arial"/>
                <a:ea typeface="Arial"/>
                <a:cs typeface="Arial"/>
              </a:rPr>
              <a:t>Arquitectura Multi-tenant:</a:t>
            </a:r>
          </a:p>
        </p:txBody>
      </p:sp>
      <p:sp>
        <p:nvSpPr>
          <p:cNvPr id="111" name="">
            <a:extLst xmlns:a="http://schemas.openxmlformats.org/drawingml/2006/main">
              <a:ext uri="{FF2B5EF4-FFF2-40B4-BE49-F238E27FC236}">
                <a16:creationId xmlns:a16="http://schemas.microsoft.com/office/drawing/2014/main" id="{BF58A998-1AC1-4ECB-AF4D-CE3D2409B94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896350" y="3152775"/>
            <a:ext cx="3505200" cy="71437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l">
              <a:defRPr sz="22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defPPr>
            <a:lvl1pPr algn="l">
              <a:defRPr sz="22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1pPr>
            <a:lvl2pPr algn="l">
              <a:defRPr sz="22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2pPr>
            <a:lvl3pPr algn="l">
              <a:defRPr sz="22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3pPr>
            <a:lvl4pPr algn="l">
              <a:defRPr sz="22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4pPr>
            <a:lvl5pPr algn="l">
              <a:defRPr sz="22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5pPr>
            <a:lvl6pPr algn="l">
              <a:defRPr sz="22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6pPr>
            <a:lvl7pPr algn="l">
              <a:defRPr sz="22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7pPr>
            <a:lvl8pPr algn="l">
              <a:defRPr sz="22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8pPr>
            <a:lvl9pPr algn="l">
              <a:defRPr sz="22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l">
              <a:lnSpc>
                <a:spcPct val="105000"/>
              </a:lnSpc>
              <a:buNone/>
              <a:defRPr sz="22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pPr>
            <a:r>
              <a:rPr sz="2250" b="0">
                <a:solidFill>
                  <a:srgbClr val="111111"/>
                </a:solidFill>
                <a:latin typeface="Arial"/>
                <a:ea typeface="Arial"/>
                <a:cs typeface="Arial"/>
              </a:rPr>
              <a:t>Una base de datos propia</a:t>
            </a:r>
          </a:p>
          <a:p xmlns:a="http://schemas.openxmlformats.org/drawingml/2006/main">
            <a:pPr algn="l">
              <a:lnSpc>
                <a:spcPct val="105000"/>
              </a:lnSpc>
              <a:buNone/>
              <a:defRPr sz="22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pPr>
            <a:r>
              <a:rPr sz="2250" b="0">
                <a:solidFill>
                  <a:srgbClr val="111111"/>
                </a:solidFill>
                <a:latin typeface="Arial"/>
                <a:ea typeface="Arial"/>
                <a:cs typeface="Arial"/>
              </a:rPr>
              <a:t>para cada comercio.</a:t>
            </a:r>
          </a:p>
        </p:txBody>
      </p:sp>
      <p:sp>
        <p:nvSpPr>
          <p:cNvPr id="112" name="">
            <a:extLst xmlns:a="http://schemas.openxmlformats.org/drawingml/2006/main">
              <a:ext uri="{FF2B5EF4-FFF2-40B4-BE49-F238E27FC236}">
                <a16:creationId xmlns:a16="http://schemas.microsoft.com/office/drawing/2014/main" id="{018E6019-4CAC-4F7E-A4BE-210320F3E9F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8896350" y="3914775"/>
            <a:ext cx="3505200" cy="2057400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l">
              <a:defRPr sz="22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defPPr>
            <a:lvl1pPr algn="l">
              <a:defRPr sz="22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1pPr>
            <a:lvl2pPr algn="l">
              <a:defRPr sz="22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2pPr>
            <a:lvl3pPr algn="l">
              <a:defRPr sz="22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3pPr>
            <a:lvl4pPr algn="l">
              <a:defRPr sz="22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4pPr>
            <a:lvl5pPr algn="l">
              <a:defRPr sz="22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5pPr>
            <a:lvl6pPr algn="l">
              <a:defRPr sz="22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6pPr>
            <a:lvl7pPr algn="l">
              <a:defRPr sz="22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7pPr>
            <a:lvl8pPr algn="l">
              <a:defRPr sz="22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8pPr>
            <a:lvl9pPr algn="l">
              <a:defRPr sz="22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l">
              <a:lnSpc>
                <a:spcPct val="105000"/>
              </a:lnSpc>
              <a:buNone/>
              <a:defRPr sz="22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pPr>
            <a:r>
              <a:rPr sz="2250" b="0">
                <a:solidFill>
                  <a:srgbClr val="111111"/>
                </a:solidFill>
                <a:latin typeface="Arial"/>
                <a:ea typeface="Arial"/>
                <a:cs typeface="Arial"/>
              </a:rPr>
              <a:t>Mejora de funciones</a:t>
            </a:r>
          </a:p>
          <a:p xmlns:a="http://schemas.openxmlformats.org/drawingml/2006/main">
            <a:pPr algn="l">
              <a:lnSpc>
                <a:spcPct val="105000"/>
              </a:lnSpc>
              <a:buNone/>
              <a:defRPr sz="22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pPr>
            <a:r>
              <a:rPr sz="2250" b="0">
                <a:solidFill>
                  <a:srgbClr val="111111"/>
                </a:solidFill>
                <a:latin typeface="Arial"/>
                <a:ea typeface="Arial"/>
                <a:cs typeface="Arial"/>
              </a:rPr>
              <a:t>actuales: Escaneo de</a:t>
            </a:r>
          </a:p>
          <a:p xmlns:a="http://schemas.openxmlformats.org/drawingml/2006/main">
            <a:pPr algn="l">
              <a:lnSpc>
                <a:spcPct val="105000"/>
              </a:lnSpc>
              <a:buNone/>
              <a:defRPr sz="22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pPr>
            <a:r>
              <a:rPr sz="2250" b="0">
                <a:solidFill>
                  <a:srgbClr val="111111"/>
                </a:solidFill>
                <a:latin typeface="Arial"/>
                <a:ea typeface="Arial"/>
                <a:cs typeface="Arial"/>
              </a:rPr>
              <a:t>códigos SKU,</a:t>
            </a:r>
          </a:p>
          <a:p xmlns:a="http://schemas.openxmlformats.org/drawingml/2006/main">
            <a:pPr algn="l">
              <a:lnSpc>
                <a:spcPct val="105000"/>
              </a:lnSpc>
              <a:buNone/>
              <a:defRPr sz="22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pPr>
            <a:r>
              <a:rPr sz="2250" b="0">
                <a:solidFill>
                  <a:srgbClr val="111111"/>
                </a:solidFill>
                <a:latin typeface="Arial"/>
                <a:ea typeface="Arial"/>
                <a:cs typeface="Arial"/>
              </a:rPr>
              <a:t>Operaciones sin conexión,</a:t>
            </a:r>
          </a:p>
          <a:p xmlns:a="http://schemas.openxmlformats.org/drawingml/2006/main">
            <a:pPr algn="l">
              <a:lnSpc>
                <a:spcPct val="105000"/>
              </a:lnSpc>
              <a:buNone/>
              <a:defRPr sz="22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pPr>
            <a:r>
              <a:rPr sz="2250" b="0">
                <a:solidFill>
                  <a:srgbClr val="111111"/>
                </a:solidFill>
                <a:latin typeface="Arial"/>
                <a:ea typeface="Arial"/>
                <a:cs typeface="Arial"/>
              </a:rPr>
              <a:t>Productos sin ventas</a:t>
            </a:r>
          </a:p>
          <a:p xmlns:a="http://schemas.openxmlformats.org/drawingml/2006/main">
            <a:pPr algn="l">
              <a:lnSpc>
                <a:spcPct val="105000"/>
              </a:lnSpc>
              <a:buNone/>
              <a:defRPr sz="2250" b="0">
                <a:solidFill>
                  <a:srgbClr val="111111"/>
                </a:solidFill>
                <a:latin typeface="Arial"/>
                <a:ea typeface="Arial"/>
                <a:cs typeface="Arial"/>
              </a:defRPr>
            </a:pPr>
            <a:r>
              <a:rPr sz="2250" b="0">
                <a:solidFill>
                  <a:srgbClr val="111111"/>
                </a:solidFill>
                <a:latin typeface="Arial"/>
                <a:ea typeface="Arial"/>
                <a:cs typeface="Arial"/>
              </a:rPr>
              <a:t>recientes</a:t>
            </a:r>
          </a:p>
        </p:txBody>
      </p:sp>
      <p:sp>
        <p:nvSpPr>
          <p:cNvPr id="113" name="">
            <a:extLst xmlns:a="http://schemas.openxmlformats.org/drawingml/2006/main">
              <a:ext uri="{FF2B5EF4-FFF2-40B4-BE49-F238E27FC236}">
                <a16:creationId xmlns:a16="http://schemas.microsoft.com/office/drawing/2014/main" id="{9C0A5B9D-A517-495D-B7E1-FD8D91014BC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495300" y="5210175"/>
            <a:ext cx="2305050" cy="2105025"/>
          </a:xfrm>
          <a:prstGeom xmlns:a="http://schemas.openxmlformats.org/drawingml/2006/main" prst="rect">
            <a:avLst/>
          </a:prstGeom>
          <a:solidFill xmlns:a="http://schemas.openxmlformats.org/drawingml/2006/main">
            <a:srgbClr val="F5F2E8"/>
          </a:solidFill>
          <a:ln xmlns:a="http://schemas.openxmlformats.org/drawingml/2006/main" w="0">
            <a:noFill/>
          </a:ln>
        </p:spPr>
      </p:sp>
      <p:sp>
        <p:nvSpPr>
          <p:cNvPr id="114" name="logo7 vector #fef6e5">
            <a:extLst xmlns:a="http://schemas.openxmlformats.org/drawingml/2006/main">
              <a:ext uri="{FF2B5EF4-FFF2-40B4-BE49-F238E27FC236}">
                <a16:creationId xmlns:a16="http://schemas.microsoft.com/office/drawing/2014/main" id="{A518CC9D-BE1D-4F46-9CDE-17A6D5C7CEA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5300" y="5210175"/>
            <a:ext cx="2305050" cy="2105025"/>
          </a:xfrm>
          <a:custGeom xmlns:a="http://schemas.openxmlformats.org/drawingml/2006/main">
            <a:pathLst>
              <a:path w="1952625" h="1781175">
                <a:moveTo>
                  <a:pt x="904875" y="95250"/>
                </a:moveTo>
                <a:lnTo>
                  <a:pt x="1019175" y="95250"/>
                </a:lnTo>
                <a:lnTo>
                  <a:pt x="1019175" y="104775"/>
                </a:lnTo>
                <a:lnTo>
                  <a:pt x="1057275" y="104775"/>
                </a:lnTo>
                <a:lnTo>
                  <a:pt x="1057275" y="114300"/>
                </a:lnTo>
                <a:lnTo>
                  <a:pt x="1066800" y="114300"/>
                </a:lnTo>
                <a:lnTo>
                  <a:pt x="1066800" y="123825"/>
                </a:lnTo>
                <a:lnTo>
                  <a:pt x="1076325" y="123825"/>
                </a:lnTo>
                <a:lnTo>
                  <a:pt x="1076325" y="133350"/>
                </a:lnTo>
                <a:lnTo>
                  <a:pt x="1085850" y="133350"/>
                </a:lnTo>
                <a:lnTo>
                  <a:pt x="1085850" y="152400"/>
                </a:lnTo>
                <a:lnTo>
                  <a:pt x="1076325" y="152400"/>
                </a:lnTo>
                <a:lnTo>
                  <a:pt x="1076325" y="171450"/>
                </a:lnTo>
                <a:lnTo>
                  <a:pt x="1095375" y="171450"/>
                </a:lnTo>
                <a:lnTo>
                  <a:pt x="1095375" y="180975"/>
                </a:lnTo>
                <a:lnTo>
                  <a:pt x="1104900" y="180975"/>
                </a:lnTo>
                <a:lnTo>
                  <a:pt x="1104900" y="190500"/>
                </a:lnTo>
                <a:lnTo>
                  <a:pt x="1114425" y="190500"/>
                </a:lnTo>
                <a:lnTo>
                  <a:pt x="1114425" y="209550"/>
                </a:lnTo>
                <a:lnTo>
                  <a:pt x="1057275" y="209550"/>
                </a:lnTo>
                <a:lnTo>
                  <a:pt x="1057275" y="180975"/>
                </a:lnTo>
                <a:lnTo>
                  <a:pt x="1047750" y="180975"/>
                </a:lnTo>
                <a:lnTo>
                  <a:pt x="1047750" y="161925"/>
                </a:lnTo>
                <a:lnTo>
                  <a:pt x="1038225" y="161925"/>
                </a:lnTo>
                <a:lnTo>
                  <a:pt x="1038225" y="133350"/>
                </a:lnTo>
                <a:lnTo>
                  <a:pt x="1019175" y="133350"/>
                </a:lnTo>
                <a:lnTo>
                  <a:pt x="1019175" y="123825"/>
                </a:lnTo>
                <a:lnTo>
                  <a:pt x="1009650" y="123825"/>
                </a:lnTo>
                <a:lnTo>
                  <a:pt x="1009650" y="133350"/>
                </a:lnTo>
                <a:lnTo>
                  <a:pt x="1000125" y="133350"/>
                </a:lnTo>
                <a:lnTo>
                  <a:pt x="1000125" y="171450"/>
                </a:lnTo>
                <a:lnTo>
                  <a:pt x="1019175" y="171450"/>
                </a:lnTo>
                <a:lnTo>
                  <a:pt x="1019175" y="190500"/>
                </a:lnTo>
                <a:lnTo>
                  <a:pt x="1028700" y="190500"/>
                </a:lnTo>
                <a:lnTo>
                  <a:pt x="1028700" y="209550"/>
                </a:lnTo>
                <a:lnTo>
                  <a:pt x="1019175" y="209550"/>
                </a:lnTo>
                <a:lnTo>
                  <a:pt x="1019175" y="219075"/>
                </a:lnTo>
                <a:lnTo>
                  <a:pt x="1000125" y="219075"/>
                </a:lnTo>
                <a:lnTo>
                  <a:pt x="1000125" y="228600"/>
                </a:lnTo>
                <a:lnTo>
                  <a:pt x="933450" y="228600"/>
                </a:lnTo>
                <a:lnTo>
                  <a:pt x="933450" y="219075"/>
                </a:lnTo>
                <a:lnTo>
                  <a:pt x="800100" y="219075"/>
                </a:lnTo>
                <a:lnTo>
                  <a:pt x="800100" y="228600"/>
                </a:lnTo>
                <a:lnTo>
                  <a:pt x="742950" y="228600"/>
                </a:lnTo>
                <a:lnTo>
                  <a:pt x="742950" y="238125"/>
                </a:lnTo>
                <a:lnTo>
                  <a:pt x="714375" y="238125"/>
                </a:lnTo>
                <a:lnTo>
                  <a:pt x="714375" y="247650"/>
                </a:lnTo>
                <a:lnTo>
                  <a:pt x="695325" y="247650"/>
                </a:lnTo>
                <a:lnTo>
                  <a:pt x="695325" y="238125"/>
                </a:lnTo>
                <a:lnTo>
                  <a:pt x="685800" y="238125"/>
                </a:lnTo>
                <a:lnTo>
                  <a:pt x="685800" y="200025"/>
                </a:lnTo>
                <a:lnTo>
                  <a:pt x="676275" y="200025"/>
                </a:lnTo>
                <a:lnTo>
                  <a:pt x="676275" y="190500"/>
                </a:lnTo>
                <a:lnTo>
                  <a:pt x="666750" y="190500"/>
                </a:lnTo>
                <a:lnTo>
                  <a:pt x="666750" y="180975"/>
                </a:lnTo>
                <a:lnTo>
                  <a:pt x="657225" y="180975"/>
                </a:lnTo>
                <a:lnTo>
                  <a:pt x="657225" y="171450"/>
                </a:lnTo>
                <a:lnTo>
                  <a:pt x="628650" y="171450"/>
                </a:lnTo>
                <a:lnTo>
                  <a:pt x="628650" y="161925"/>
                </a:lnTo>
                <a:lnTo>
                  <a:pt x="638175" y="161925"/>
                </a:lnTo>
                <a:lnTo>
                  <a:pt x="638175" y="142875"/>
                </a:lnTo>
                <a:lnTo>
                  <a:pt x="647700" y="142875"/>
                </a:lnTo>
                <a:lnTo>
                  <a:pt x="647700" y="133350"/>
                </a:lnTo>
                <a:lnTo>
                  <a:pt x="666750" y="133350"/>
                </a:lnTo>
                <a:lnTo>
                  <a:pt x="666750" y="123825"/>
                </a:lnTo>
                <a:lnTo>
                  <a:pt x="704850" y="123825"/>
                </a:lnTo>
                <a:lnTo>
                  <a:pt x="704850" y="114300"/>
                </a:lnTo>
                <a:lnTo>
                  <a:pt x="742950" y="114300"/>
                </a:lnTo>
                <a:lnTo>
                  <a:pt x="742950" y="123825"/>
                </a:lnTo>
                <a:lnTo>
                  <a:pt x="752475" y="123825"/>
                </a:lnTo>
                <a:lnTo>
                  <a:pt x="752475" y="114300"/>
                </a:lnTo>
                <a:lnTo>
                  <a:pt x="857250" y="114300"/>
                </a:lnTo>
                <a:lnTo>
                  <a:pt x="857250" y="104775"/>
                </a:lnTo>
                <a:lnTo>
                  <a:pt x="904875" y="104775"/>
                </a:lnTo>
                <a:close/>
                <a:moveTo>
                  <a:pt x="1133475" y="123825"/>
                </a:moveTo>
                <a:lnTo>
                  <a:pt x="1200150" y="123825"/>
                </a:lnTo>
                <a:lnTo>
                  <a:pt x="1200150" y="133350"/>
                </a:lnTo>
                <a:lnTo>
                  <a:pt x="1257300" y="133350"/>
                </a:lnTo>
                <a:lnTo>
                  <a:pt x="1257300" y="142875"/>
                </a:lnTo>
                <a:lnTo>
                  <a:pt x="1285875" y="142875"/>
                </a:lnTo>
                <a:lnTo>
                  <a:pt x="1285875" y="152400"/>
                </a:lnTo>
                <a:lnTo>
                  <a:pt x="1343025" y="152400"/>
                </a:lnTo>
                <a:lnTo>
                  <a:pt x="1343025" y="161925"/>
                </a:lnTo>
                <a:lnTo>
                  <a:pt x="1381125" y="161925"/>
                </a:lnTo>
                <a:lnTo>
                  <a:pt x="1381125" y="152400"/>
                </a:lnTo>
                <a:lnTo>
                  <a:pt x="1390650" y="152400"/>
                </a:lnTo>
                <a:lnTo>
                  <a:pt x="1390650" y="161925"/>
                </a:lnTo>
                <a:lnTo>
                  <a:pt x="1428750" y="161925"/>
                </a:lnTo>
                <a:lnTo>
                  <a:pt x="1428750" y="171450"/>
                </a:lnTo>
                <a:lnTo>
                  <a:pt x="1438275" y="171450"/>
                </a:lnTo>
                <a:lnTo>
                  <a:pt x="1438275" y="180975"/>
                </a:lnTo>
                <a:lnTo>
                  <a:pt x="1447800" y="180975"/>
                </a:lnTo>
                <a:lnTo>
                  <a:pt x="1447800" y="200025"/>
                </a:lnTo>
                <a:lnTo>
                  <a:pt x="1457325" y="200025"/>
                </a:lnTo>
                <a:lnTo>
                  <a:pt x="1457325" y="209550"/>
                </a:lnTo>
                <a:lnTo>
                  <a:pt x="1466850" y="209550"/>
                </a:lnTo>
                <a:lnTo>
                  <a:pt x="1466850" y="219075"/>
                </a:lnTo>
                <a:lnTo>
                  <a:pt x="1476375" y="219075"/>
                </a:lnTo>
                <a:lnTo>
                  <a:pt x="1476375" y="238125"/>
                </a:lnTo>
                <a:lnTo>
                  <a:pt x="1447800" y="238125"/>
                </a:lnTo>
                <a:lnTo>
                  <a:pt x="1447800" y="247650"/>
                </a:lnTo>
                <a:lnTo>
                  <a:pt x="1400175" y="247650"/>
                </a:lnTo>
                <a:lnTo>
                  <a:pt x="1400175" y="238125"/>
                </a:lnTo>
                <a:lnTo>
                  <a:pt x="1390650" y="238125"/>
                </a:lnTo>
                <a:lnTo>
                  <a:pt x="1390650" y="200025"/>
                </a:lnTo>
                <a:lnTo>
                  <a:pt x="1381125" y="200025"/>
                </a:lnTo>
                <a:lnTo>
                  <a:pt x="1381125" y="190500"/>
                </a:lnTo>
                <a:lnTo>
                  <a:pt x="1371600" y="190500"/>
                </a:lnTo>
                <a:lnTo>
                  <a:pt x="1371600" y="180975"/>
                </a:lnTo>
                <a:lnTo>
                  <a:pt x="1362075" y="180975"/>
                </a:lnTo>
                <a:lnTo>
                  <a:pt x="1362075" y="171450"/>
                </a:lnTo>
                <a:lnTo>
                  <a:pt x="1343025" y="171450"/>
                </a:lnTo>
                <a:lnTo>
                  <a:pt x="1343025" y="180975"/>
                </a:lnTo>
                <a:lnTo>
                  <a:pt x="1323975" y="180975"/>
                </a:lnTo>
                <a:lnTo>
                  <a:pt x="1323975" y="190500"/>
                </a:lnTo>
                <a:lnTo>
                  <a:pt x="1314450" y="190500"/>
                </a:lnTo>
                <a:lnTo>
                  <a:pt x="1314450" y="209550"/>
                </a:lnTo>
                <a:lnTo>
                  <a:pt x="1304925" y="209550"/>
                </a:lnTo>
                <a:lnTo>
                  <a:pt x="1304925" y="219075"/>
                </a:lnTo>
                <a:lnTo>
                  <a:pt x="1295400" y="219075"/>
                </a:lnTo>
                <a:lnTo>
                  <a:pt x="1295400" y="238125"/>
                </a:lnTo>
                <a:lnTo>
                  <a:pt x="1285875" y="238125"/>
                </a:lnTo>
                <a:lnTo>
                  <a:pt x="1285875" y="257175"/>
                </a:lnTo>
                <a:lnTo>
                  <a:pt x="1276350" y="257175"/>
                </a:lnTo>
                <a:lnTo>
                  <a:pt x="1276350" y="266700"/>
                </a:lnTo>
                <a:lnTo>
                  <a:pt x="1247775" y="266700"/>
                </a:lnTo>
                <a:lnTo>
                  <a:pt x="1247775" y="247650"/>
                </a:lnTo>
                <a:lnTo>
                  <a:pt x="1238250" y="247650"/>
                </a:lnTo>
                <a:lnTo>
                  <a:pt x="1238250" y="238125"/>
                </a:lnTo>
                <a:lnTo>
                  <a:pt x="1200150" y="238125"/>
                </a:lnTo>
                <a:lnTo>
                  <a:pt x="1200150" y="228600"/>
                </a:lnTo>
                <a:lnTo>
                  <a:pt x="1190625" y="228600"/>
                </a:lnTo>
                <a:lnTo>
                  <a:pt x="1190625" y="219075"/>
                </a:lnTo>
                <a:lnTo>
                  <a:pt x="1181100" y="219075"/>
                </a:lnTo>
                <a:lnTo>
                  <a:pt x="1181100" y="228600"/>
                </a:lnTo>
                <a:lnTo>
                  <a:pt x="1143000" y="228600"/>
                </a:lnTo>
                <a:lnTo>
                  <a:pt x="1143000" y="200025"/>
                </a:lnTo>
                <a:lnTo>
                  <a:pt x="1123950" y="200025"/>
                </a:lnTo>
                <a:lnTo>
                  <a:pt x="1123950" y="152400"/>
                </a:lnTo>
                <a:lnTo>
                  <a:pt x="1114425" y="152400"/>
                </a:lnTo>
                <a:lnTo>
                  <a:pt x="1114425" y="142875"/>
                </a:lnTo>
                <a:lnTo>
                  <a:pt x="1123950" y="142875"/>
                </a:lnTo>
                <a:lnTo>
                  <a:pt x="1123950" y="133350"/>
                </a:lnTo>
                <a:lnTo>
                  <a:pt x="1133475" y="133350"/>
                </a:lnTo>
                <a:close/>
                <a:moveTo>
                  <a:pt x="571500" y="161925"/>
                </a:moveTo>
                <a:lnTo>
                  <a:pt x="590550" y="161925"/>
                </a:lnTo>
                <a:lnTo>
                  <a:pt x="590550" y="190500"/>
                </a:lnTo>
                <a:lnTo>
                  <a:pt x="581025" y="190500"/>
                </a:lnTo>
                <a:lnTo>
                  <a:pt x="581025" y="219075"/>
                </a:lnTo>
                <a:lnTo>
                  <a:pt x="590550" y="219075"/>
                </a:lnTo>
                <a:lnTo>
                  <a:pt x="590550" y="238125"/>
                </a:lnTo>
                <a:lnTo>
                  <a:pt x="600075" y="238125"/>
                </a:lnTo>
                <a:lnTo>
                  <a:pt x="600075" y="247650"/>
                </a:lnTo>
                <a:lnTo>
                  <a:pt x="609600" y="247650"/>
                </a:lnTo>
                <a:lnTo>
                  <a:pt x="609600" y="304800"/>
                </a:lnTo>
                <a:lnTo>
                  <a:pt x="600075" y="304800"/>
                </a:lnTo>
                <a:lnTo>
                  <a:pt x="600075" y="314325"/>
                </a:lnTo>
                <a:lnTo>
                  <a:pt x="571500" y="314325"/>
                </a:lnTo>
                <a:lnTo>
                  <a:pt x="571500" y="295275"/>
                </a:lnTo>
                <a:lnTo>
                  <a:pt x="561975" y="295275"/>
                </a:lnTo>
                <a:lnTo>
                  <a:pt x="561975" y="285750"/>
                </a:lnTo>
                <a:lnTo>
                  <a:pt x="552450" y="285750"/>
                </a:lnTo>
                <a:lnTo>
                  <a:pt x="552450" y="228600"/>
                </a:lnTo>
                <a:lnTo>
                  <a:pt x="561975" y="228600"/>
                </a:lnTo>
                <a:lnTo>
                  <a:pt x="561975" y="209550"/>
                </a:lnTo>
                <a:lnTo>
                  <a:pt x="571500" y="209550"/>
                </a:lnTo>
                <a:lnTo>
                  <a:pt x="571500" y="180975"/>
                </a:lnTo>
                <a:lnTo>
                  <a:pt x="581025" y="180975"/>
                </a:lnTo>
                <a:lnTo>
                  <a:pt x="581025" y="171450"/>
                </a:lnTo>
                <a:lnTo>
                  <a:pt x="571500" y="171450"/>
                </a:lnTo>
                <a:close/>
                <a:moveTo>
                  <a:pt x="1133475" y="161925"/>
                </a:moveTo>
                <a:lnTo>
                  <a:pt x="1143000" y="161925"/>
                </a:lnTo>
                <a:lnTo>
                  <a:pt x="1143000" y="152400"/>
                </a:lnTo>
                <a:lnTo>
                  <a:pt x="1133475" y="152400"/>
                </a:lnTo>
                <a:close/>
                <a:moveTo>
                  <a:pt x="1152525" y="161925"/>
                </a:moveTo>
                <a:lnTo>
                  <a:pt x="1162050" y="161925"/>
                </a:lnTo>
                <a:lnTo>
                  <a:pt x="1162050" y="171450"/>
                </a:lnTo>
                <a:lnTo>
                  <a:pt x="1171575" y="171450"/>
                </a:lnTo>
                <a:lnTo>
                  <a:pt x="1171575" y="180975"/>
                </a:lnTo>
                <a:lnTo>
                  <a:pt x="1190625" y="180975"/>
                </a:lnTo>
                <a:lnTo>
                  <a:pt x="1190625" y="171450"/>
                </a:lnTo>
                <a:lnTo>
                  <a:pt x="1200150" y="171450"/>
                </a:lnTo>
                <a:lnTo>
                  <a:pt x="1200150" y="180975"/>
                </a:lnTo>
                <a:lnTo>
                  <a:pt x="1209675" y="180975"/>
                </a:lnTo>
                <a:lnTo>
                  <a:pt x="1209675" y="161925"/>
                </a:lnTo>
                <a:lnTo>
                  <a:pt x="1200150" y="161925"/>
                </a:lnTo>
                <a:lnTo>
                  <a:pt x="1200150" y="152400"/>
                </a:lnTo>
                <a:lnTo>
                  <a:pt x="1190625" y="152400"/>
                </a:lnTo>
                <a:lnTo>
                  <a:pt x="1190625" y="142875"/>
                </a:lnTo>
                <a:lnTo>
                  <a:pt x="1171575" y="142875"/>
                </a:lnTo>
                <a:lnTo>
                  <a:pt x="1171575" y="152400"/>
                </a:lnTo>
                <a:lnTo>
                  <a:pt x="1152525" y="152400"/>
                </a:lnTo>
                <a:close/>
                <a:moveTo>
                  <a:pt x="895350" y="200025"/>
                </a:moveTo>
                <a:lnTo>
                  <a:pt x="904875" y="200025"/>
                </a:lnTo>
                <a:lnTo>
                  <a:pt x="904875" y="180975"/>
                </a:lnTo>
                <a:lnTo>
                  <a:pt x="895350" y="180975"/>
                </a:lnTo>
                <a:close/>
                <a:moveTo>
                  <a:pt x="323850" y="304800"/>
                </a:moveTo>
                <a:lnTo>
                  <a:pt x="352425" y="304800"/>
                </a:lnTo>
                <a:lnTo>
                  <a:pt x="352425" y="314325"/>
                </a:lnTo>
                <a:lnTo>
                  <a:pt x="361950" y="314325"/>
                </a:lnTo>
                <a:lnTo>
                  <a:pt x="361950" y="323850"/>
                </a:lnTo>
                <a:lnTo>
                  <a:pt x="381000" y="323850"/>
                </a:lnTo>
                <a:lnTo>
                  <a:pt x="381000" y="314325"/>
                </a:lnTo>
                <a:lnTo>
                  <a:pt x="409575" y="314325"/>
                </a:lnTo>
                <a:lnTo>
                  <a:pt x="409575" y="352425"/>
                </a:lnTo>
                <a:lnTo>
                  <a:pt x="400050" y="352425"/>
                </a:lnTo>
                <a:lnTo>
                  <a:pt x="400050" y="381000"/>
                </a:lnTo>
                <a:lnTo>
                  <a:pt x="390525" y="381000"/>
                </a:lnTo>
                <a:lnTo>
                  <a:pt x="390525" y="390525"/>
                </a:lnTo>
                <a:lnTo>
                  <a:pt x="381000" y="390525"/>
                </a:lnTo>
                <a:lnTo>
                  <a:pt x="381000" y="400050"/>
                </a:lnTo>
                <a:lnTo>
                  <a:pt x="371475" y="400050"/>
                </a:lnTo>
                <a:lnTo>
                  <a:pt x="371475" y="409575"/>
                </a:lnTo>
                <a:lnTo>
                  <a:pt x="361950" y="409575"/>
                </a:lnTo>
                <a:lnTo>
                  <a:pt x="361950" y="428625"/>
                </a:lnTo>
                <a:lnTo>
                  <a:pt x="352425" y="428625"/>
                </a:lnTo>
                <a:lnTo>
                  <a:pt x="352425" y="447675"/>
                </a:lnTo>
                <a:lnTo>
                  <a:pt x="361950" y="447675"/>
                </a:lnTo>
                <a:lnTo>
                  <a:pt x="361950" y="485775"/>
                </a:lnTo>
                <a:lnTo>
                  <a:pt x="352425" y="485775"/>
                </a:lnTo>
                <a:lnTo>
                  <a:pt x="352425" y="495300"/>
                </a:lnTo>
                <a:lnTo>
                  <a:pt x="342900" y="495300"/>
                </a:lnTo>
                <a:lnTo>
                  <a:pt x="342900" y="514350"/>
                </a:lnTo>
                <a:lnTo>
                  <a:pt x="333375" y="514350"/>
                </a:lnTo>
                <a:lnTo>
                  <a:pt x="333375" y="523875"/>
                </a:lnTo>
                <a:lnTo>
                  <a:pt x="314325" y="523875"/>
                </a:lnTo>
                <a:lnTo>
                  <a:pt x="314325" y="514350"/>
                </a:lnTo>
                <a:lnTo>
                  <a:pt x="304800" y="514350"/>
                </a:lnTo>
                <a:lnTo>
                  <a:pt x="304800" y="504825"/>
                </a:lnTo>
                <a:lnTo>
                  <a:pt x="295275" y="504825"/>
                </a:lnTo>
                <a:lnTo>
                  <a:pt x="295275" y="495300"/>
                </a:lnTo>
                <a:lnTo>
                  <a:pt x="285750" y="495300"/>
                </a:lnTo>
                <a:lnTo>
                  <a:pt x="285750" y="409575"/>
                </a:lnTo>
                <a:lnTo>
                  <a:pt x="295275" y="409575"/>
                </a:lnTo>
                <a:lnTo>
                  <a:pt x="295275" y="361950"/>
                </a:lnTo>
                <a:lnTo>
                  <a:pt x="304800" y="361950"/>
                </a:lnTo>
                <a:lnTo>
                  <a:pt x="304800" y="323850"/>
                </a:lnTo>
                <a:lnTo>
                  <a:pt x="314325" y="323850"/>
                </a:lnTo>
                <a:lnTo>
                  <a:pt x="314325" y="314325"/>
                </a:lnTo>
                <a:lnTo>
                  <a:pt x="323850" y="314325"/>
                </a:lnTo>
                <a:close/>
                <a:moveTo>
                  <a:pt x="1181100" y="304800"/>
                </a:moveTo>
                <a:lnTo>
                  <a:pt x="1209675" y="304800"/>
                </a:lnTo>
                <a:lnTo>
                  <a:pt x="1209675" y="314325"/>
                </a:lnTo>
                <a:lnTo>
                  <a:pt x="1238250" y="314325"/>
                </a:lnTo>
                <a:lnTo>
                  <a:pt x="1238250" y="323850"/>
                </a:lnTo>
                <a:lnTo>
                  <a:pt x="1247775" y="323850"/>
                </a:lnTo>
                <a:lnTo>
                  <a:pt x="1247775" y="342900"/>
                </a:lnTo>
                <a:lnTo>
                  <a:pt x="1238250" y="342900"/>
                </a:lnTo>
                <a:lnTo>
                  <a:pt x="1238250" y="352425"/>
                </a:lnTo>
                <a:lnTo>
                  <a:pt x="1190625" y="352425"/>
                </a:lnTo>
                <a:lnTo>
                  <a:pt x="1190625" y="342900"/>
                </a:lnTo>
                <a:lnTo>
                  <a:pt x="1181100" y="342900"/>
                </a:lnTo>
                <a:close/>
                <a:moveTo>
                  <a:pt x="1581150" y="323850"/>
                </a:moveTo>
                <a:lnTo>
                  <a:pt x="1600200" y="323850"/>
                </a:lnTo>
                <a:lnTo>
                  <a:pt x="1600200" y="333375"/>
                </a:lnTo>
                <a:lnTo>
                  <a:pt x="1609725" y="333375"/>
                </a:lnTo>
                <a:lnTo>
                  <a:pt x="1609725" y="352425"/>
                </a:lnTo>
                <a:lnTo>
                  <a:pt x="1619250" y="352425"/>
                </a:lnTo>
                <a:lnTo>
                  <a:pt x="1619250" y="381000"/>
                </a:lnTo>
                <a:lnTo>
                  <a:pt x="1609725" y="381000"/>
                </a:lnTo>
                <a:lnTo>
                  <a:pt x="1609725" y="390525"/>
                </a:lnTo>
                <a:lnTo>
                  <a:pt x="1619250" y="390525"/>
                </a:lnTo>
                <a:lnTo>
                  <a:pt x="1619250" y="419100"/>
                </a:lnTo>
                <a:lnTo>
                  <a:pt x="1609725" y="419100"/>
                </a:lnTo>
                <a:lnTo>
                  <a:pt x="1609725" y="485775"/>
                </a:lnTo>
                <a:lnTo>
                  <a:pt x="1600200" y="485775"/>
                </a:lnTo>
                <a:lnTo>
                  <a:pt x="1600200" y="495300"/>
                </a:lnTo>
                <a:lnTo>
                  <a:pt x="1571625" y="495300"/>
                </a:lnTo>
                <a:lnTo>
                  <a:pt x="1571625" y="485775"/>
                </a:lnTo>
                <a:lnTo>
                  <a:pt x="1552575" y="485775"/>
                </a:lnTo>
                <a:lnTo>
                  <a:pt x="1552575" y="476250"/>
                </a:lnTo>
                <a:lnTo>
                  <a:pt x="1514475" y="476250"/>
                </a:lnTo>
                <a:lnTo>
                  <a:pt x="1514475" y="485775"/>
                </a:lnTo>
                <a:lnTo>
                  <a:pt x="1457325" y="485775"/>
                </a:lnTo>
                <a:lnTo>
                  <a:pt x="1457325" y="495300"/>
                </a:lnTo>
                <a:lnTo>
                  <a:pt x="1428750" y="495300"/>
                </a:lnTo>
                <a:lnTo>
                  <a:pt x="1428750" y="485775"/>
                </a:lnTo>
                <a:lnTo>
                  <a:pt x="1419225" y="485775"/>
                </a:lnTo>
                <a:lnTo>
                  <a:pt x="1419225" y="476250"/>
                </a:lnTo>
                <a:lnTo>
                  <a:pt x="1409700" y="476250"/>
                </a:lnTo>
                <a:lnTo>
                  <a:pt x="1409700" y="466725"/>
                </a:lnTo>
                <a:lnTo>
                  <a:pt x="1400175" y="466725"/>
                </a:lnTo>
                <a:lnTo>
                  <a:pt x="1400175" y="457200"/>
                </a:lnTo>
                <a:lnTo>
                  <a:pt x="1381125" y="457200"/>
                </a:lnTo>
                <a:lnTo>
                  <a:pt x="1381125" y="447675"/>
                </a:lnTo>
                <a:lnTo>
                  <a:pt x="1390650" y="447675"/>
                </a:lnTo>
                <a:lnTo>
                  <a:pt x="1390650" y="438150"/>
                </a:lnTo>
                <a:lnTo>
                  <a:pt x="1400175" y="438150"/>
                </a:lnTo>
                <a:lnTo>
                  <a:pt x="1400175" y="447675"/>
                </a:lnTo>
                <a:lnTo>
                  <a:pt x="1419225" y="447675"/>
                </a:lnTo>
                <a:lnTo>
                  <a:pt x="1419225" y="438150"/>
                </a:lnTo>
                <a:lnTo>
                  <a:pt x="1428750" y="438150"/>
                </a:lnTo>
                <a:lnTo>
                  <a:pt x="1428750" y="447675"/>
                </a:lnTo>
                <a:lnTo>
                  <a:pt x="1476375" y="447675"/>
                </a:lnTo>
                <a:lnTo>
                  <a:pt x="1476375" y="438150"/>
                </a:lnTo>
                <a:lnTo>
                  <a:pt x="1543050" y="438150"/>
                </a:lnTo>
                <a:lnTo>
                  <a:pt x="1543050" y="447675"/>
                </a:lnTo>
                <a:lnTo>
                  <a:pt x="1571625" y="447675"/>
                </a:lnTo>
                <a:lnTo>
                  <a:pt x="1571625" y="428625"/>
                </a:lnTo>
                <a:lnTo>
                  <a:pt x="1581150" y="428625"/>
                </a:lnTo>
                <a:lnTo>
                  <a:pt x="1581150" y="390525"/>
                </a:lnTo>
                <a:lnTo>
                  <a:pt x="1571625" y="390525"/>
                </a:lnTo>
                <a:lnTo>
                  <a:pt x="1571625" y="342900"/>
                </a:lnTo>
                <a:lnTo>
                  <a:pt x="1581150" y="342900"/>
                </a:lnTo>
                <a:close/>
                <a:moveTo>
                  <a:pt x="466725" y="381000"/>
                </a:moveTo>
                <a:lnTo>
                  <a:pt x="485775" y="381000"/>
                </a:lnTo>
                <a:lnTo>
                  <a:pt x="485775" y="390525"/>
                </a:lnTo>
                <a:lnTo>
                  <a:pt x="495300" y="390525"/>
                </a:lnTo>
                <a:lnTo>
                  <a:pt x="495300" y="409575"/>
                </a:lnTo>
                <a:lnTo>
                  <a:pt x="466725" y="409575"/>
                </a:lnTo>
                <a:lnTo>
                  <a:pt x="466725" y="400050"/>
                </a:lnTo>
                <a:lnTo>
                  <a:pt x="457200" y="400050"/>
                </a:lnTo>
                <a:lnTo>
                  <a:pt x="457200" y="390525"/>
                </a:lnTo>
                <a:lnTo>
                  <a:pt x="466725" y="390525"/>
                </a:lnTo>
                <a:close/>
                <a:moveTo>
                  <a:pt x="942975" y="409575"/>
                </a:moveTo>
                <a:lnTo>
                  <a:pt x="971550" y="409575"/>
                </a:lnTo>
                <a:lnTo>
                  <a:pt x="971550" y="419100"/>
                </a:lnTo>
                <a:lnTo>
                  <a:pt x="990600" y="419100"/>
                </a:lnTo>
                <a:lnTo>
                  <a:pt x="990600" y="428625"/>
                </a:lnTo>
                <a:lnTo>
                  <a:pt x="981075" y="428625"/>
                </a:lnTo>
                <a:lnTo>
                  <a:pt x="981075" y="438150"/>
                </a:lnTo>
                <a:lnTo>
                  <a:pt x="971550" y="438150"/>
                </a:lnTo>
                <a:lnTo>
                  <a:pt x="971550" y="447675"/>
                </a:lnTo>
                <a:lnTo>
                  <a:pt x="952500" y="447675"/>
                </a:lnTo>
                <a:lnTo>
                  <a:pt x="952500" y="457200"/>
                </a:lnTo>
                <a:lnTo>
                  <a:pt x="942975" y="457200"/>
                </a:lnTo>
                <a:lnTo>
                  <a:pt x="942975" y="447675"/>
                </a:lnTo>
                <a:lnTo>
                  <a:pt x="904875" y="447675"/>
                </a:lnTo>
                <a:lnTo>
                  <a:pt x="904875" y="457200"/>
                </a:lnTo>
                <a:lnTo>
                  <a:pt x="866775" y="457200"/>
                </a:lnTo>
                <a:lnTo>
                  <a:pt x="866775" y="447675"/>
                </a:lnTo>
                <a:lnTo>
                  <a:pt x="857250" y="447675"/>
                </a:lnTo>
                <a:lnTo>
                  <a:pt x="857250" y="438150"/>
                </a:lnTo>
                <a:lnTo>
                  <a:pt x="847725" y="438150"/>
                </a:lnTo>
                <a:lnTo>
                  <a:pt x="847725" y="419100"/>
                </a:lnTo>
                <a:lnTo>
                  <a:pt x="942975" y="419100"/>
                </a:lnTo>
                <a:close/>
                <a:moveTo>
                  <a:pt x="1057275" y="409575"/>
                </a:moveTo>
                <a:lnTo>
                  <a:pt x="1066800" y="409575"/>
                </a:lnTo>
                <a:lnTo>
                  <a:pt x="1066800" y="419100"/>
                </a:lnTo>
                <a:lnTo>
                  <a:pt x="1076325" y="419100"/>
                </a:lnTo>
                <a:lnTo>
                  <a:pt x="1076325" y="428625"/>
                </a:lnTo>
                <a:lnTo>
                  <a:pt x="1085850" y="428625"/>
                </a:lnTo>
                <a:lnTo>
                  <a:pt x="1085850" y="438150"/>
                </a:lnTo>
                <a:lnTo>
                  <a:pt x="1076325" y="438150"/>
                </a:lnTo>
                <a:lnTo>
                  <a:pt x="1076325" y="447675"/>
                </a:lnTo>
                <a:lnTo>
                  <a:pt x="1057275" y="447675"/>
                </a:lnTo>
                <a:lnTo>
                  <a:pt x="1057275" y="438150"/>
                </a:lnTo>
                <a:lnTo>
                  <a:pt x="1047750" y="438150"/>
                </a:lnTo>
                <a:lnTo>
                  <a:pt x="1047750" y="428625"/>
                </a:lnTo>
                <a:lnTo>
                  <a:pt x="1038225" y="428625"/>
                </a:lnTo>
                <a:lnTo>
                  <a:pt x="1038225" y="419100"/>
                </a:lnTo>
                <a:lnTo>
                  <a:pt x="1057275" y="419100"/>
                </a:lnTo>
                <a:close/>
                <a:moveTo>
                  <a:pt x="685800" y="438150"/>
                </a:moveTo>
                <a:lnTo>
                  <a:pt x="714375" y="438150"/>
                </a:lnTo>
                <a:lnTo>
                  <a:pt x="714375" y="447675"/>
                </a:lnTo>
                <a:lnTo>
                  <a:pt x="723900" y="447675"/>
                </a:lnTo>
                <a:lnTo>
                  <a:pt x="723900" y="466725"/>
                </a:lnTo>
                <a:lnTo>
                  <a:pt x="733425" y="466725"/>
                </a:lnTo>
                <a:lnTo>
                  <a:pt x="733425" y="571500"/>
                </a:lnTo>
                <a:lnTo>
                  <a:pt x="723900" y="571500"/>
                </a:lnTo>
                <a:lnTo>
                  <a:pt x="723900" y="581025"/>
                </a:lnTo>
                <a:lnTo>
                  <a:pt x="704850" y="581025"/>
                </a:lnTo>
                <a:lnTo>
                  <a:pt x="704850" y="495300"/>
                </a:lnTo>
                <a:lnTo>
                  <a:pt x="695325" y="495300"/>
                </a:lnTo>
                <a:lnTo>
                  <a:pt x="695325" y="476250"/>
                </a:lnTo>
                <a:lnTo>
                  <a:pt x="676275" y="476250"/>
                </a:lnTo>
                <a:lnTo>
                  <a:pt x="676275" y="457200"/>
                </a:lnTo>
                <a:lnTo>
                  <a:pt x="666750" y="457200"/>
                </a:lnTo>
                <a:lnTo>
                  <a:pt x="666750" y="447675"/>
                </a:lnTo>
                <a:lnTo>
                  <a:pt x="685800" y="447675"/>
                </a:lnTo>
                <a:close/>
                <a:moveTo>
                  <a:pt x="514350" y="447675"/>
                </a:moveTo>
                <a:lnTo>
                  <a:pt x="533400" y="447675"/>
                </a:lnTo>
                <a:lnTo>
                  <a:pt x="533400" y="466725"/>
                </a:lnTo>
                <a:lnTo>
                  <a:pt x="523875" y="466725"/>
                </a:lnTo>
                <a:lnTo>
                  <a:pt x="523875" y="457200"/>
                </a:lnTo>
                <a:lnTo>
                  <a:pt x="514350" y="457200"/>
                </a:lnTo>
                <a:close/>
                <a:moveTo>
                  <a:pt x="1314450" y="457200"/>
                </a:moveTo>
                <a:lnTo>
                  <a:pt x="1323975" y="457200"/>
                </a:lnTo>
                <a:lnTo>
                  <a:pt x="1323975" y="466725"/>
                </a:lnTo>
                <a:lnTo>
                  <a:pt x="1314450" y="466725"/>
                </a:lnTo>
                <a:close/>
                <a:moveTo>
                  <a:pt x="428625" y="571500"/>
                </a:moveTo>
                <a:lnTo>
                  <a:pt x="438150" y="571500"/>
                </a:lnTo>
                <a:lnTo>
                  <a:pt x="438150" y="590550"/>
                </a:lnTo>
                <a:lnTo>
                  <a:pt x="428625" y="590550"/>
                </a:lnTo>
                <a:close/>
                <a:moveTo>
                  <a:pt x="447675" y="571500"/>
                </a:moveTo>
                <a:lnTo>
                  <a:pt x="495300" y="571500"/>
                </a:lnTo>
                <a:lnTo>
                  <a:pt x="495300" y="581025"/>
                </a:lnTo>
                <a:lnTo>
                  <a:pt x="504825" y="581025"/>
                </a:lnTo>
                <a:lnTo>
                  <a:pt x="504825" y="600075"/>
                </a:lnTo>
                <a:lnTo>
                  <a:pt x="495300" y="600075"/>
                </a:lnTo>
                <a:lnTo>
                  <a:pt x="495300" y="609600"/>
                </a:lnTo>
                <a:lnTo>
                  <a:pt x="457200" y="609600"/>
                </a:lnTo>
                <a:lnTo>
                  <a:pt x="457200" y="600075"/>
                </a:lnTo>
                <a:lnTo>
                  <a:pt x="447675" y="600075"/>
                </a:lnTo>
                <a:close/>
                <a:moveTo>
                  <a:pt x="1438275" y="571500"/>
                </a:moveTo>
                <a:lnTo>
                  <a:pt x="1476375" y="571500"/>
                </a:lnTo>
                <a:lnTo>
                  <a:pt x="1476375" y="581025"/>
                </a:lnTo>
                <a:lnTo>
                  <a:pt x="1485900" y="581025"/>
                </a:lnTo>
                <a:lnTo>
                  <a:pt x="1485900" y="590550"/>
                </a:lnTo>
                <a:lnTo>
                  <a:pt x="1476375" y="590550"/>
                </a:lnTo>
                <a:lnTo>
                  <a:pt x="1476375" y="600075"/>
                </a:lnTo>
                <a:lnTo>
                  <a:pt x="1419225" y="600075"/>
                </a:lnTo>
                <a:lnTo>
                  <a:pt x="1419225" y="590550"/>
                </a:lnTo>
                <a:lnTo>
                  <a:pt x="1428750" y="590550"/>
                </a:lnTo>
                <a:lnTo>
                  <a:pt x="1428750" y="581025"/>
                </a:lnTo>
                <a:lnTo>
                  <a:pt x="1438275" y="581025"/>
                </a:lnTo>
                <a:close/>
              </a:path>
            </a:pathLst>
          </a:custGeom>
          <a:solidFill xmlns:a="http://schemas.openxmlformats.org/drawingml/2006/main">
            <a:srgbClr val="FEF6E5"/>
          </a:solidFill>
          <a:ln xmlns:a="http://schemas.openxmlformats.org/drawingml/2006/main" w="0">
            <a:noFill/>
          </a:ln>
        </p:spPr>
      </p:sp>
      <p:sp>
        <p:nvSpPr>
          <p:cNvPr id="115" name="logo7 vector #fef3e0">
            <a:extLst xmlns:a="http://schemas.openxmlformats.org/drawingml/2006/main">
              <a:ext uri="{FF2B5EF4-FFF2-40B4-BE49-F238E27FC236}">
                <a16:creationId xmlns:a16="http://schemas.microsoft.com/office/drawing/2014/main" id="{54741185-205D-4917-BC2A-1974CE26992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5300" y="5210175"/>
            <a:ext cx="2305050" cy="2105025"/>
          </a:xfrm>
          <a:custGeom xmlns:a="http://schemas.openxmlformats.org/drawingml/2006/main">
            <a:pathLst>
              <a:path w="1952625" h="1781175">
                <a:moveTo>
                  <a:pt x="838200" y="95250"/>
                </a:moveTo>
                <a:lnTo>
                  <a:pt x="904875" y="95250"/>
                </a:lnTo>
                <a:lnTo>
                  <a:pt x="904875" y="104775"/>
                </a:lnTo>
                <a:lnTo>
                  <a:pt x="857250" y="104775"/>
                </a:lnTo>
                <a:lnTo>
                  <a:pt x="857250" y="114300"/>
                </a:lnTo>
                <a:lnTo>
                  <a:pt x="762000" y="114300"/>
                </a:lnTo>
                <a:lnTo>
                  <a:pt x="762000" y="104775"/>
                </a:lnTo>
                <a:lnTo>
                  <a:pt x="838200" y="104775"/>
                </a:lnTo>
                <a:close/>
                <a:moveTo>
                  <a:pt x="1019175" y="95250"/>
                </a:moveTo>
                <a:lnTo>
                  <a:pt x="1085850" y="95250"/>
                </a:lnTo>
                <a:lnTo>
                  <a:pt x="1085850" y="104775"/>
                </a:lnTo>
                <a:lnTo>
                  <a:pt x="1123950" y="104775"/>
                </a:lnTo>
                <a:lnTo>
                  <a:pt x="1123950" y="114300"/>
                </a:lnTo>
                <a:lnTo>
                  <a:pt x="1247775" y="114300"/>
                </a:lnTo>
                <a:lnTo>
                  <a:pt x="1247775" y="123825"/>
                </a:lnTo>
                <a:lnTo>
                  <a:pt x="1304925" y="123825"/>
                </a:lnTo>
                <a:lnTo>
                  <a:pt x="1304925" y="133350"/>
                </a:lnTo>
                <a:lnTo>
                  <a:pt x="1352550" y="133350"/>
                </a:lnTo>
                <a:lnTo>
                  <a:pt x="1352550" y="142875"/>
                </a:lnTo>
                <a:lnTo>
                  <a:pt x="1409700" y="142875"/>
                </a:lnTo>
                <a:lnTo>
                  <a:pt x="1409700" y="152400"/>
                </a:lnTo>
                <a:lnTo>
                  <a:pt x="1428750" y="152400"/>
                </a:lnTo>
                <a:lnTo>
                  <a:pt x="1428750" y="161925"/>
                </a:lnTo>
                <a:lnTo>
                  <a:pt x="1390650" y="161925"/>
                </a:lnTo>
                <a:lnTo>
                  <a:pt x="1390650" y="152400"/>
                </a:lnTo>
                <a:lnTo>
                  <a:pt x="1381125" y="152400"/>
                </a:lnTo>
                <a:lnTo>
                  <a:pt x="1381125" y="161925"/>
                </a:lnTo>
                <a:lnTo>
                  <a:pt x="1343025" y="161925"/>
                </a:lnTo>
                <a:lnTo>
                  <a:pt x="1343025" y="152400"/>
                </a:lnTo>
                <a:lnTo>
                  <a:pt x="1285875" y="152400"/>
                </a:lnTo>
                <a:lnTo>
                  <a:pt x="1285875" y="142875"/>
                </a:lnTo>
                <a:lnTo>
                  <a:pt x="1257300" y="142875"/>
                </a:lnTo>
                <a:lnTo>
                  <a:pt x="1257300" y="133350"/>
                </a:lnTo>
                <a:lnTo>
                  <a:pt x="1200150" y="133350"/>
                </a:lnTo>
                <a:lnTo>
                  <a:pt x="1200150" y="123825"/>
                </a:lnTo>
                <a:lnTo>
                  <a:pt x="1133475" y="123825"/>
                </a:lnTo>
                <a:lnTo>
                  <a:pt x="1133475" y="133350"/>
                </a:lnTo>
                <a:lnTo>
                  <a:pt x="1123950" y="133350"/>
                </a:lnTo>
                <a:lnTo>
                  <a:pt x="1123950" y="142875"/>
                </a:lnTo>
                <a:lnTo>
                  <a:pt x="1114425" y="142875"/>
                </a:lnTo>
                <a:lnTo>
                  <a:pt x="1114425" y="152400"/>
                </a:lnTo>
                <a:lnTo>
                  <a:pt x="1123950" y="152400"/>
                </a:lnTo>
                <a:lnTo>
                  <a:pt x="1123950" y="200025"/>
                </a:lnTo>
                <a:lnTo>
                  <a:pt x="1143000" y="200025"/>
                </a:lnTo>
                <a:lnTo>
                  <a:pt x="1143000" y="228600"/>
                </a:lnTo>
                <a:lnTo>
                  <a:pt x="1181100" y="228600"/>
                </a:lnTo>
                <a:lnTo>
                  <a:pt x="1181100" y="219075"/>
                </a:lnTo>
                <a:lnTo>
                  <a:pt x="1190625" y="219075"/>
                </a:lnTo>
                <a:lnTo>
                  <a:pt x="1190625" y="228600"/>
                </a:lnTo>
                <a:lnTo>
                  <a:pt x="1200150" y="228600"/>
                </a:lnTo>
                <a:lnTo>
                  <a:pt x="1200150" y="238125"/>
                </a:lnTo>
                <a:lnTo>
                  <a:pt x="1171575" y="238125"/>
                </a:lnTo>
                <a:lnTo>
                  <a:pt x="1171575" y="247650"/>
                </a:lnTo>
                <a:lnTo>
                  <a:pt x="1143000" y="247650"/>
                </a:lnTo>
                <a:lnTo>
                  <a:pt x="1143000" y="257175"/>
                </a:lnTo>
                <a:lnTo>
                  <a:pt x="1133475" y="257175"/>
                </a:lnTo>
                <a:lnTo>
                  <a:pt x="1133475" y="266700"/>
                </a:lnTo>
                <a:lnTo>
                  <a:pt x="1123950" y="266700"/>
                </a:lnTo>
                <a:lnTo>
                  <a:pt x="1123950" y="285750"/>
                </a:lnTo>
                <a:lnTo>
                  <a:pt x="1104900" y="285750"/>
                </a:lnTo>
                <a:lnTo>
                  <a:pt x="1104900" y="266700"/>
                </a:lnTo>
                <a:lnTo>
                  <a:pt x="1095375" y="266700"/>
                </a:lnTo>
                <a:lnTo>
                  <a:pt x="1095375" y="257175"/>
                </a:lnTo>
                <a:lnTo>
                  <a:pt x="1085850" y="257175"/>
                </a:lnTo>
                <a:lnTo>
                  <a:pt x="1085850" y="247650"/>
                </a:lnTo>
                <a:lnTo>
                  <a:pt x="1076325" y="247650"/>
                </a:lnTo>
                <a:lnTo>
                  <a:pt x="1076325" y="238125"/>
                </a:lnTo>
                <a:lnTo>
                  <a:pt x="981075" y="238125"/>
                </a:lnTo>
                <a:lnTo>
                  <a:pt x="981075" y="247650"/>
                </a:lnTo>
                <a:lnTo>
                  <a:pt x="971550" y="247650"/>
                </a:lnTo>
                <a:lnTo>
                  <a:pt x="971550" y="257175"/>
                </a:lnTo>
                <a:lnTo>
                  <a:pt x="962025" y="257175"/>
                </a:lnTo>
                <a:lnTo>
                  <a:pt x="962025" y="266700"/>
                </a:lnTo>
                <a:lnTo>
                  <a:pt x="942975" y="266700"/>
                </a:lnTo>
                <a:lnTo>
                  <a:pt x="942975" y="247650"/>
                </a:lnTo>
                <a:lnTo>
                  <a:pt x="923925" y="247650"/>
                </a:lnTo>
                <a:lnTo>
                  <a:pt x="923925" y="238125"/>
                </a:lnTo>
                <a:lnTo>
                  <a:pt x="762000" y="238125"/>
                </a:lnTo>
                <a:lnTo>
                  <a:pt x="762000" y="247650"/>
                </a:lnTo>
                <a:lnTo>
                  <a:pt x="714375" y="247650"/>
                </a:lnTo>
                <a:lnTo>
                  <a:pt x="714375" y="238125"/>
                </a:lnTo>
                <a:lnTo>
                  <a:pt x="742950" y="238125"/>
                </a:lnTo>
                <a:lnTo>
                  <a:pt x="742950" y="228600"/>
                </a:lnTo>
                <a:lnTo>
                  <a:pt x="800100" y="228600"/>
                </a:lnTo>
                <a:lnTo>
                  <a:pt x="800100" y="219075"/>
                </a:lnTo>
                <a:lnTo>
                  <a:pt x="933450" y="219075"/>
                </a:lnTo>
                <a:lnTo>
                  <a:pt x="933450" y="228600"/>
                </a:lnTo>
                <a:lnTo>
                  <a:pt x="1000125" y="228600"/>
                </a:lnTo>
                <a:lnTo>
                  <a:pt x="1000125" y="219075"/>
                </a:lnTo>
                <a:lnTo>
                  <a:pt x="1019175" y="219075"/>
                </a:lnTo>
                <a:lnTo>
                  <a:pt x="1019175" y="209550"/>
                </a:lnTo>
                <a:lnTo>
                  <a:pt x="1028700" y="209550"/>
                </a:lnTo>
                <a:lnTo>
                  <a:pt x="1028700" y="190500"/>
                </a:lnTo>
                <a:lnTo>
                  <a:pt x="1019175" y="190500"/>
                </a:lnTo>
                <a:lnTo>
                  <a:pt x="1019175" y="171450"/>
                </a:lnTo>
                <a:lnTo>
                  <a:pt x="1000125" y="171450"/>
                </a:lnTo>
                <a:lnTo>
                  <a:pt x="1000125" y="133350"/>
                </a:lnTo>
                <a:lnTo>
                  <a:pt x="1009650" y="133350"/>
                </a:lnTo>
                <a:lnTo>
                  <a:pt x="1009650" y="123825"/>
                </a:lnTo>
                <a:lnTo>
                  <a:pt x="1019175" y="123825"/>
                </a:lnTo>
                <a:lnTo>
                  <a:pt x="1019175" y="133350"/>
                </a:lnTo>
                <a:lnTo>
                  <a:pt x="1038225" y="133350"/>
                </a:lnTo>
                <a:lnTo>
                  <a:pt x="1038225" y="161925"/>
                </a:lnTo>
                <a:lnTo>
                  <a:pt x="1047750" y="161925"/>
                </a:lnTo>
                <a:lnTo>
                  <a:pt x="1047750" y="180975"/>
                </a:lnTo>
                <a:lnTo>
                  <a:pt x="1057275" y="180975"/>
                </a:lnTo>
                <a:lnTo>
                  <a:pt x="1057275" y="209550"/>
                </a:lnTo>
                <a:lnTo>
                  <a:pt x="1114425" y="209550"/>
                </a:lnTo>
                <a:lnTo>
                  <a:pt x="1114425" y="190500"/>
                </a:lnTo>
                <a:lnTo>
                  <a:pt x="1104900" y="190500"/>
                </a:lnTo>
                <a:lnTo>
                  <a:pt x="1104900" y="180975"/>
                </a:lnTo>
                <a:lnTo>
                  <a:pt x="1095375" y="180975"/>
                </a:lnTo>
                <a:lnTo>
                  <a:pt x="1095375" y="171450"/>
                </a:lnTo>
                <a:lnTo>
                  <a:pt x="1076325" y="171450"/>
                </a:lnTo>
                <a:lnTo>
                  <a:pt x="1076325" y="152400"/>
                </a:lnTo>
                <a:lnTo>
                  <a:pt x="1085850" y="152400"/>
                </a:lnTo>
                <a:lnTo>
                  <a:pt x="1085850" y="133350"/>
                </a:lnTo>
                <a:lnTo>
                  <a:pt x="1076325" y="133350"/>
                </a:lnTo>
                <a:lnTo>
                  <a:pt x="1076325" y="123825"/>
                </a:lnTo>
                <a:lnTo>
                  <a:pt x="1066800" y="123825"/>
                </a:lnTo>
                <a:lnTo>
                  <a:pt x="1066800" y="114300"/>
                </a:lnTo>
                <a:lnTo>
                  <a:pt x="1057275" y="114300"/>
                </a:lnTo>
                <a:lnTo>
                  <a:pt x="1057275" y="104775"/>
                </a:lnTo>
                <a:lnTo>
                  <a:pt x="1019175" y="104775"/>
                </a:lnTo>
                <a:close/>
                <a:moveTo>
                  <a:pt x="647700" y="114300"/>
                </a:moveTo>
                <a:lnTo>
                  <a:pt x="704850" y="114300"/>
                </a:lnTo>
                <a:lnTo>
                  <a:pt x="704850" y="123825"/>
                </a:lnTo>
                <a:lnTo>
                  <a:pt x="666750" y="123825"/>
                </a:lnTo>
                <a:lnTo>
                  <a:pt x="666750" y="133350"/>
                </a:lnTo>
                <a:lnTo>
                  <a:pt x="647700" y="133350"/>
                </a:lnTo>
                <a:lnTo>
                  <a:pt x="647700" y="142875"/>
                </a:lnTo>
                <a:lnTo>
                  <a:pt x="638175" y="142875"/>
                </a:lnTo>
                <a:lnTo>
                  <a:pt x="638175" y="161925"/>
                </a:lnTo>
                <a:lnTo>
                  <a:pt x="628650" y="161925"/>
                </a:lnTo>
                <a:lnTo>
                  <a:pt x="628650" y="171450"/>
                </a:lnTo>
                <a:lnTo>
                  <a:pt x="657225" y="171450"/>
                </a:lnTo>
                <a:lnTo>
                  <a:pt x="657225" y="180975"/>
                </a:lnTo>
                <a:lnTo>
                  <a:pt x="638175" y="180975"/>
                </a:lnTo>
                <a:lnTo>
                  <a:pt x="638175" y="190500"/>
                </a:lnTo>
                <a:lnTo>
                  <a:pt x="600075" y="190500"/>
                </a:lnTo>
                <a:lnTo>
                  <a:pt x="600075" y="200025"/>
                </a:lnTo>
                <a:lnTo>
                  <a:pt x="590550" y="200025"/>
                </a:lnTo>
                <a:lnTo>
                  <a:pt x="590550" y="219075"/>
                </a:lnTo>
                <a:lnTo>
                  <a:pt x="581025" y="219075"/>
                </a:lnTo>
                <a:lnTo>
                  <a:pt x="581025" y="190500"/>
                </a:lnTo>
                <a:lnTo>
                  <a:pt x="590550" y="190500"/>
                </a:lnTo>
                <a:lnTo>
                  <a:pt x="590550" y="161925"/>
                </a:lnTo>
                <a:lnTo>
                  <a:pt x="571500" y="161925"/>
                </a:lnTo>
                <a:lnTo>
                  <a:pt x="571500" y="171450"/>
                </a:lnTo>
                <a:lnTo>
                  <a:pt x="581025" y="171450"/>
                </a:lnTo>
                <a:lnTo>
                  <a:pt x="581025" y="180975"/>
                </a:lnTo>
                <a:lnTo>
                  <a:pt x="571500" y="180975"/>
                </a:lnTo>
                <a:lnTo>
                  <a:pt x="571500" y="209550"/>
                </a:lnTo>
                <a:lnTo>
                  <a:pt x="561975" y="209550"/>
                </a:lnTo>
                <a:lnTo>
                  <a:pt x="561975" y="228600"/>
                </a:lnTo>
                <a:lnTo>
                  <a:pt x="552450" y="228600"/>
                </a:lnTo>
                <a:lnTo>
                  <a:pt x="552450" y="266700"/>
                </a:lnTo>
                <a:lnTo>
                  <a:pt x="542925" y="266700"/>
                </a:lnTo>
                <a:lnTo>
                  <a:pt x="542925" y="238125"/>
                </a:lnTo>
                <a:lnTo>
                  <a:pt x="533400" y="238125"/>
                </a:lnTo>
                <a:lnTo>
                  <a:pt x="533400" y="209550"/>
                </a:lnTo>
                <a:lnTo>
                  <a:pt x="523875" y="209550"/>
                </a:lnTo>
                <a:lnTo>
                  <a:pt x="523875" y="200025"/>
                </a:lnTo>
                <a:lnTo>
                  <a:pt x="476250" y="200025"/>
                </a:lnTo>
                <a:lnTo>
                  <a:pt x="476250" y="209550"/>
                </a:lnTo>
                <a:lnTo>
                  <a:pt x="466725" y="209550"/>
                </a:lnTo>
                <a:lnTo>
                  <a:pt x="466725" y="219075"/>
                </a:lnTo>
                <a:lnTo>
                  <a:pt x="457200" y="219075"/>
                </a:lnTo>
                <a:lnTo>
                  <a:pt x="457200" y="228600"/>
                </a:lnTo>
                <a:lnTo>
                  <a:pt x="447675" y="228600"/>
                </a:lnTo>
                <a:lnTo>
                  <a:pt x="447675" y="257175"/>
                </a:lnTo>
                <a:lnTo>
                  <a:pt x="438150" y="257175"/>
                </a:lnTo>
                <a:lnTo>
                  <a:pt x="438150" y="276225"/>
                </a:lnTo>
                <a:lnTo>
                  <a:pt x="428625" y="276225"/>
                </a:lnTo>
                <a:lnTo>
                  <a:pt x="428625" y="304800"/>
                </a:lnTo>
                <a:lnTo>
                  <a:pt x="419100" y="304800"/>
                </a:lnTo>
                <a:lnTo>
                  <a:pt x="419100" y="333375"/>
                </a:lnTo>
                <a:lnTo>
                  <a:pt x="409575" y="333375"/>
                </a:lnTo>
                <a:lnTo>
                  <a:pt x="409575" y="314325"/>
                </a:lnTo>
                <a:lnTo>
                  <a:pt x="381000" y="314325"/>
                </a:lnTo>
                <a:lnTo>
                  <a:pt x="381000" y="323850"/>
                </a:lnTo>
                <a:lnTo>
                  <a:pt x="361950" y="323850"/>
                </a:lnTo>
                <a:lnTo>
                  <a:pt x="361950" y="314325"/>
                </a:lnTo>
                <a:lnTo>
                  <a:pt x="352425" y="314325"/>
                </a:lnTo>
                <a:lnTo>
                  <a:pt x="352425" y="304800"/>
                </a:lnTo>
                <a:lnTo>
                  <a:pt x="323850" y="304800"/>
                </a:lnTo>
                <a:lnTo>
                  <a:pt x="323850" y="314325"/>
                </a:lnTo>
                <a:lnTo>
                  <a:pt x="314325" y="314325"/>
                </a:lnTo>
                <a:lnTo>
                  <a:pt x="314325" y="323850"/>
                </a:lnTo>
                <a:lnTo>
                  <a:pt x="304800" y="323850"/>
                </a:lnTo>
                <a:lnTo>
                  <a:pt x="304800" y="361950"/>
                </a:lnTo>
                <a:lnTo>
                  <a:pt x="295275" y="361950"/>
                </a:lnTo>
                <a:lnTo>
                  <a:pt x="295275" y="409575"/>
                </a:lnTo>
                <a:lnTo>
                  <a:pt x="285750" y="409575"/>
                </a:lnTo>
                <a:lnTo>
                  <a:pt x="285750" y="257175"/>
                </a:lnTo>
                <a:lnTo>
                  <a:pt x="295275" y="257175"/>
                </a:lnTo>
                <a:lnTo>
                  <a:pt x="295275" y="247650"/>
                </a:lnTo>
                <a:lnTo>
                  <a:pt x="304800" y="247650"/>
                </a:lnTo>
                <a:lnTo>
                  <a:pt x="304800" y="238125"/>
                </a:lnTo>
                <a:lnTo>
                  <a:pt x="333375" y="238125"/>
                </a:lnTo>
                <a:lnTo>
                  <a:pt x="333375" y="228600"/>
                </a:lnTo>
                <a:lnTo>
                  <a:pt x="428625" y="228600"/>
                </a:lnTo>
                <a:lnTo>
                  <a:pt x="428625" y="209550"/>
                </a:lnTo>
                <a:lnTo>
                  <a:pt x="438150" y="209550"/>
                </a:lnTo>
                <a:lnTo>
                  <a:pt x="438150" y="200025"/>
                </a:lnTo>
                <a:lnTo>
                  <a:pt x="447675" y="200025"/>
                </a:lnTo>
                <a:lnTo>
                  <a:pt x="447675" y="180975"/>
                </a:lnTo>
                <a:lnTo>
                  <a:pt x="466725" y="180975"/>
                </a:lnTo>
                <a:lnTo>
                  <a:pt x="466725" y="171450"/>
                </a:lnTo>
                <a:lnTo>
                  <a:pt x="476250" y="171450"/>
                </a:lnTo>
                <a:lnTo>
                  <a:pt x="476250" y="161925"/>
                </a:lnTo>
                <a:lnTo>
                  <a:pt x="485775" y="161925"/>
                </a:lnTo>
                <a:lnTo>
                  <a:pt x="485775" y="152400"/>
                </a:lnTo>
                <a:lnTo>
                  <a:pt x="504825" y="152400"/>
                </a:lnTo>
                <a:lnTo>
                  <a:pt x="504825" y="142875"/>
                </a:lnTo>
                <a:lnTo>
                  <a:pt x="542925" y="142875"/>
                </a:lnTo>
                <a:lnTo>
                  <a:pt x="542925" y="133350"/>
                </a:lnTo>
                <a:lnTo>
                  <a:pt x="600075" y="133350"/>
                </a:lnTo>
                <a:lnTo>
                  <a:pt x="600075" y="123825"/>
                </a:lnTo>
                <a:lnTo>
                  <a:pt x="647700" y="123825"/>
                </a:lnTo>
                <a:close/>
                <a:moveTo>
                  <a:pt x="742950" y="114300"/>
                </a:moveTo>
                <a:lnTo>
                  <a:pt x="752475" y="114300"/>
                </a:lnTo>
                <a:lnTo>
                  <a:pt x="752475" y="123825"/>
                </a:lnTo>
                <a:lnTo>
                  <a:pt x="742950" y="123825"/>
                </a:lnTo>
                <a:close/>
                <a:moveTo>
                  <a:pt x="1171575" y="142875"/>
                </a:moveTo>
                <a:lnTo>
                  <a:pt x="1190625" y="142875"/>
                </a:lnTo>
                <a:lnTo>
                  <a:pt x="1190625" y="152400"/>
                </a:lnTo>
                <a:lnTo>
                  <a:pt x="1200150" y="152400"/>
                </a:lnTo>
                <a:lnTo>
                  <a:pt x="1200150" y="161925"/>
                </a:lnTo>
                <a:lnTo>
                  <a:pt x="1209675" y="161925"/>
                </a:lnTo>
                <a:lnTo>
                  <a:pt x="1209675" y="180975"/>
                </a:lnTo>
                <a:lnTo>
                  <a:pt x="1200150" y="180975"/>
                </a:lnTo>
                <a:lnTo>
                  <a:pt x="1200150" y="171450"/>
                </a:lnTo>
                <a:lnTo>
                  <a:pt x="1190625" y="171450"/>
                </a:lnTo>
                <a:lnTo>
                  <a:pt x="1190625" y="180975"/>
                </a:lnTo>
                <a:lnTo>
                  <a:pt x="1171575" y="180975"/>
                </a:lnTo>
                <a:lnTo>
                  <a:pt x="1171575" y="171450"/>
                </a:lnTo>
                <a:lnTo>
                  <a:pt x="1162050" y="171450"/>
                </a:lnTo>
                <a:lnTo>
                  <a:pt x="1162050" y="161925"/>
                </a:lnTo>
                <a:lnTo>
                  <a:pt x="1152525" y="161925"/>
                </a:lnTo>
                <a:lnTo>
                  <a:pt x="1152525" y="152400"/>
                </a:lnTo>
                <a:lnTo>
                  <a:pt x="1171575" y="152400"/>
                </a:lnTo>
                <a:close/>
                <a:moveTo>
                  <a:pt x="1133475" y="152400"/>
                </a:moveTo>
                <a:lnTo>
                  <a:pt x="1143000" y="152400"/>
                </a:lnTo>
                <a:lnTo>
                  <a:pt x="1143000" y="161925"/>
                </a:lnTo>
                <a:lnTo>
                  <a:pt x="1133475" y="161925"/>
                </a:lnTo>
                <a:close/>
                <a:moveTo>
                  <a:pt x="1428750" y="161925"/>
                </a:moveTo>
                <a:lnTo>
                  <a:pt x="1438275" y="161925"/>
                </a:lnTo>
                <a:lnTo>
                  <a:pt x="1438275" y="171450"/>
                </a:lnTo>
                <a:lnTo>
                  <a:pt x="1428750" y="171450"/>
                </a:lnTo>
                <a:close/>
                <a:moveTo>
                  <a:pt x="1343025" y="171450"/>
                </a:moveTo>
                <a:lnTo>
                  <a:pt x="1362075" y="171450"/>
                </a:lnTo>
                <a:lnTo>
                  <a:pt x="1362075" y="180975"/>
                </a:lnTo>
                <a:lnTo>
                  <a:pt x="1343025" y="180975"/>
                </a:lnTo>
                <a:close/>
                <a:moveTo>
                  <a:pt x="1438275" y="171450"/>
                </a:moveTo>
                <a:lnTo>
                  <a:pt x="1447800" y="171450"/>
                </a:lnTo>
                <a:lnTo>
                  <a:pt x="1447800" y="180975"/>
                </a:lnTo>
                <a:lnTo>
                  <a:pt x="1438275" y="180975"/>
                </a:lnTo>
                <a:close/>
                <a:moveTo>
                  <a:pt x="895350" y="180975"/>
                </a:moveTo>
                <a:lnTo>
                  <a:pt x="904875" y="180975"/>
                </a:lnTo>
                <a:lnTo>
                  <a:pt x="904875" y="200025"/>
                </a:lnTo>
                <a:lnTo>
                  <a:pt x="895350" y="200025"/>
                </a:lnTo>
                <a:close/>
                <a:moveTo>
                  <a:pt x="1323975" y="180975"/>
                </a:moveTo>
                <a:lnTo>
                  <a:pt x="1343025" y="180975"/>
                </a:lnTo>
                <a:lnTo>
                  <a:pt x="1343025" y="190500"/>
                </a:lnTo>
                <a:lnTo>
                  <a:pt x="1323975" y="190500"/>
                </a:lnTo>
                <a:close/>
                <a:moveTo>
                  <a:pt x="1447800" y="180975"/>
                </a:moveTo>
                <a:lnTo>
                  <a:pt x="1457325" y="180975"/>
                </a:lnTo>
                <a:lnTo>
                  <a:pt x="1457325" y="190500"/>
                </a:lnTo>
                <a:lnTo>
                  <a:pt x="1466850" y="190500"/>
                </a:lnTo>
                <a:lnTo>
                  <a:pt x="1466850" y="209550"/>
                </a:lnTo>
                <a:lnTo>
                  <a:pt x="1457325" y="209550"/>
                </a:lnTo>
                <a:lnTo>
                  <a:pt x="1457325" y="200025"/>
                </a:lnTo>
                <a:lnTo>
                  <a:pt x="1447800" y="200025"/>
                </a:lnTo>
                <a:close/>
                <a:moveTo>
                  <a:pt x="1314450" y="190500"/>
                </a:moveTo>
                <a:lnTo>
                  <a:pt x="1323975" y="190500"/>
                </a:lnTo>
                <a:lnTo>
                  <a:pt x="1323975" y="200025"/>
                </a:lnTo>
                <a:lnTo>
                  <a:pt x="1314450" y="200025"/>
                </a:lnTo>
                <a:close/>
                <a:moveTo>
                  <a:pt x="676275" y="200025"/>
                </a:moveTo>
                <a:lnTo>
                  <a:pt x="685800" y="200025"/>
                </a:lnTo>
                <a:lnTo>
                  <a:pt x="685800" y="238125"/>
                </a:lnTo>
                <a:lnTo>
                  <a:pt x="695325" y="238125"/>
                </a:lnTo>
                <a:lnTo>
                  <a:pt x="695325" y="257175"/>
                </a:lnTo>
                <a:lnTo>
                  <a:pt x="685800" y="257175"/>
                </a:lnTo>
                <a:lnTo>
                  <a:pt x="685800" y="247650"/>
                </a:lnTo>
                <a:lnTo>
                  <a:pt x="676275" y="247650"/>
                </a:lnTo>
                <a:close/>
                <a:moveTo>
                  <a:pt x="1381125" y="200025"/>
                </a:moveTo>
                <a:lnTo>
                  <a:pt x="1390650" y="200025"/>
                </a:lnTo>
                <a:lnTo>
                  <a:pt x="1390650" y="238125"/>
                </a:lnTo>
                <a:lnTo>
                  <a:pt x="1400175" y="238125"/>
                </a:lnTo>
                <a:lnTo>
                  <a:pt x="1400175" y="247650"/>
                </a:lnTo>
                <a:lnTo>
                  <a:pt x="1447800" y="247650"/>
                </a:lnTo>
                <a:lnTo>
                  <a:pt x="1447800" y="238125"/>
                </a:lnTo>
                <a:lnTo>
                  <a:pt x="1476375" y="238125"/>
                </a:lnTo>
                <a:lnTo>
                  <a:pt x="1476375" y="219075"/>
                </a:lnTo>
                <a:lnTo>
                  <a:pt x="1466850" y="219075"/>
                </a:lnTo>
                <a:lnTo>
                  <a:pt x="1466850" y="209550"/>
                </a:lnTo>
                <a:lnTo>
                  <a:pt x="1476375" y="209550"/>
                </a:lnTo>
                <a:lnTo>
                  <a:pt x="1476375" y="219075"/>
                </a:lnTo>
                <a:lnTo>
                  <a:pt x="1485900" y="219075"/>
                </a:lnTo>
                <a:lnTo>
                  <a:pt x="1485900" y="228600"/>
                </a:lnTo>
                <a:lnTo>
                  <a:pt x="1590675" y="228600"/>
                </a:lnTo>
                <a:lnTo>
                  <a:pt x="1590675" y="247650"/>
                </a:lnTo>
                <a:lnTo>
                  <a:pt x="1600200" y="247650"/>
                </a:lnTo>
                <a:lnTo>
                  <a:pt x="1600200" y="257175"/>
                </a:lnTo>
                <a:lnTo>
                  <a:pt x="1609725" y="257175"/>
                </a:lnTo>
                <a:lnTo>
                  <a:pt x="1609725" y="295275"/>
                </a:lnTo>
                <a:lnTo>
                  <a:pt x="1619250" y="295275"/>
                </a:lnTo>
                <a:lnTo>
                  <a:pt x="1619250" y="352425"/>
                </a:lnTo>
                <a:lnTo>
                  <a:pt x="1609725" y="352425"/>
                </a:lnTo>
                <a:lnTo>
                  <a:pt x="1609725" y="333375"/>
                </a:lnTo>
                <a:lnTo>
                  <a:pt x="1600200" y="333375"/>
                </a:lnTo>
                <a:lnTo>
                  <a:pt x="1600200" y="323850"/>
                </a:lnTo>
                <a:lnTo>
                  <a:pt x="1581150" y="323850"/>
                </a:lnTo>
                <a:lnTo>
                  <a:pt x="1581150" y="342900"/>
                </a:lnTo>
                <a:lnTo>
                  <a:pt x="1571625" y="342900"/>
                </a:lnTo>
                <a:lnTo>
                  <a:pt x="1571625" y="295275"/>
                </a:lnTo>
                <a:lnTo>
                  <a:pt x="1562100" y="295275"/>
                </a:lnTo>
                <a:lnTo>
                  <a:pt x="1562100" y="276225"/>
                </a:lnTo>
                <a:lnTo>
                  <a:pt x="1552575" y="276225"/>
                </a:lnTo>
                <a:lnTo>
                  <a:pt x="1552575" y="266700"/>
                </a:lnTo>
                <a:lnTo>
                  <a:pt x="1543050" y="266700"/>
                </a:lnTo>
                <a:lnTo>
                  <a:pt x="1543050" y="257175"/>
                </a:lnTo>
                <a:lnTo>
                  <a:pt x="1400175" y="257175"/>
                </a:lnTo>
                <a:lnTo>
                  <a:pt x="1400175" y="266700"/>
                </a:lnTo>
                <a:lnTo>
                  <a:pt x="1381125" y="266700"/>
                </a:lnTo>
                <a:lnTo>
                  <a:pt x="1381125" y="257175"/>
                </a:lnTo>
                <a:lnTo>
                  <a:pt x="1362075" y="257175"/>
                </a:lnTo>
                <a:lnTo>
                  <a:pt x="1362075" y="238125"/>
                </a:lnTo>
                <a:lnTo>
                  <a:pt x="1371600" y="238125"/>
                </a:lnTo>
                <a:lnTo>
                  <a:pt x="1371600" y="228600"/>
                </a:lnTo>
                <a:lnTo>
                  <a:pt x="1381125" y="228600"/>
                </a:lnTo>
                <a:close/>
                <a:moveTo>
                  <a:pt x="1304925" y="209550"/>
                </a:moveTo>
                <a:lnTo>
                  <a:pt x="1314450" y="209550"/>
                </a:lnTo>
                <a:lnTo>
                  <a:pt x="1314450" y="219075"/>
                </a:lnTo>
                <a:lnTo>
                  <a:pt x="1304925" y="219075"/>
                </a:lnTo>
                <a:close/>
                <a:moveTo>
                  <a:pt x="1295400" y="219075"/>
                </a:moveTo>
                <a:lnTo>
                  <a:pt x="1304925" y="219075"/>
                </a:lnTo>
                <a:lnTo>
                  <a:pt x="1304925" y="228600"/>
                </a:lnTo>
                <a:lnTo>
                  <a:pt x="1295400" y="228600"/>
                </a:lnTo>
                <a:close/>
                <a:moveTo>
                  <a:pt x="590550" y="228600"/>
                </a:moveTo>
                <a:lnTo>
                  <a:pt x="600075" y="228600"/>
                </a:lnTo>
                <a:lnTo>
                  <a:pt x="600075" y="238125"/>
                </a:lnTo>
                <a:lnTo>
                  <a:pt x="590550" y="238125"/>
                </a:lnTo>
                <a:close/>
                <a:moveTo>
                  <a:pt x="600075" y="238125"/>
                </a:moveTo>
                <a:lnTo>
                  <a:pt x="609600" y="238125"/>
                </a:lnTo>
                <a:lnTo>
                  <a:pt x="609600" y="247650"/>
                </a:lnTo>
                <a:lnTo>
                  <a:pt x="600075" y="247650"/>
                </a:lnTo>
                <a:close/>
                <a:moveTo>
                  <a:pt x="1219200" y="238125"/>
                </a:moveTo>
                <a:lnTo>
                  <a:pt x="1238250" y="238125"/>
                </a:lnTo>
                <a:lnTo>
                  <a:pt x="1238250" y="247650"/>
                </a:lnTo>
                <a:lnTo>
                  <a:pt x="1219200" y="247650"/>
                </a:lnTo>
                <a:close/>
                <a:moveTo>
                  <a:pt x="1285875" y="238125"/>
                </a:moveTo>
                <a:lnTo>
                  <a:pt x="1295400" y="238125"/>
                </a:lnTo>
                <a:lnTo>
                  <a:pt x="1295400" y="257175"/>
                </a:lnTo>
                <a:lnTo>
                  <a:pt x="1285875" y="257175"/>
                </a:lnTo>
                <a:close/>
                <a:moveTo>
                  <a:pt x="1238250" y="247650"/>
                </a:moveTo>
                <a:lnTo>
                  <a:pt x="1247775" y="247650"/>
                </a:lnTo>
                <a:lnTo>
                  <a:pt x="1247775" y="257175"/>
                </a:lnTo>
                <a:lnTo>
                  <a:pt x="1238250" y="257175"/>
                </a:lnTo>
                <a:close/>
                <a:moveTo>
                  <a:pt x="1276350" y="257175"/>
                </a:moveTo>
                <a:lnTo>
                  <a:pt x="1285875" y="257175"/>
                </a:lnTo>
                <a:lnTo>
                  <a:pt x="1285875" y="266700"/>
                </a:lnTo>
                <a:lnTo>
                  <a:pt x="1276350" y="266700"/>
                </a:lnTo>
                <a:close/>
                <a:moveTo>
                  <a:pt x="1257300" y="266700"/>
                </a:moveTo>
                <a:lnTo>
                  <a:pt x="1276350" y="266700"/>
                </a:lnTo>
                <a:lnTo>
                  <a:pt x="1276350" y="276225"/>
                </a:lnTo>
                <a:lnTo>
                  <a:pt x="1257300" y="276225"/>
                </a:lnTo>
                <a:close/>
                <a:moveTo>
                  <a:pt x="552450" y="285750"/>
                </a:moveTo>
                <a:lnTo>
                  <a:pt x="561975" y="285750"/>
                </a:lnTo>
                <a:lnTo>
                  <a:pt x="561975" y="295275"/>
                </a:lnTo>
                <a:lnTo>
                  <a:pt x="552450" y="295275"/>
                </a:lnTo>
                <a:close/>
                <a:moveTo>
                  <a:pt x="561975" y="295275"/>
                </a:moveTo>
                <a:lnTo>
                  <a:pt x="571500" y="295275"/>
                </a:lnTo>
                <a:lnTo>
                  <a:pt x="571500" y="314325"/>
                </a:lnTo>
                <a:lnTo>
                  <a:pt x="561975" y="314325"/>
                </a:lnTo>
                <a:close/>
                <a:moveTo>
                  <a:pt x="1181100" y="295275"/>
                </a:moveTo>
                <a:lnTo>
                  <a:pt x="1200150" y="295275"/>
                </a:lnTo>
                <a:lnTo>
                  <a:pt x="1200150" y="304800"/>
                </a:lnTo>
                <a:lnTo>
                  <a:pt x="1181100" y="304800"/>
                </a:lnTo>
                <a:close/>
                <a:moveTo>
                  <a:pt x="600075" y="304800"/>
                </a:moveTo>
                <a:lnTo>
                  <a:pt x="609600" y="304800"/>
                </a:lnTo>
                <a:lnTo>
                  <a:pt x="609600" y="323850"/>
                </a:lnTo>
                <a:lnTo>
                  <a:pt x="600075" y="323850"/>
                </a:lnTo>
                <a:lnTo>
                  <a:pt x="600075" y="352425"/>
                </a:lnTo>
                <a:lnTo>
                  <a:pt x="609600" y="352425"/>
                </a:lnTo>
                <a:lnTo>
                  <a:pt x="609600" y="361950"/>
                </a:lnTo>
                <a:lnTo>
                  <a:pt x="600075" y="361950"/>
                </a:lnTo>
                <a:lnTo>
                  <a:pt x="600075" y="371475"/>
                </a:lnTo>
                <a:lnTo>
                  <a:pt x="590550" y="371475"/>
                </a:lnTo>
                <a:lnTo>
                  <a:pt x="590550" y="352425"/>
                </a:lnTo>
                <a:lnTo>
                  <a:pt x="581025" y="352425"/>
                </a:lnTo>
                <a:lnTo>
                  <a:pt x="581025" y="342900"/>
                </a:lnTo>
                <a:lnTo>
                  <a:pt x="571500" y="342900"/>
                </a:lnTo>
                <a:lnTo>
                  <a:pt x="571500" y="314325"/>
                </a:lnTo>
                <a:lnTo>
                  <a:pt x="600075" y="314325"/>
                </a:lnTo>
                <a:close/>
                <a:moveTo>
                  <a:pt x="1171575" y="314325"/>
                </a:moveTo>
                <a:lnTo>
                  <a:pt x="1181100" y="314325"/>
                </a:lnTo>
                <a:lnTo>
                  <a:pt x="1181100" y="333375"/>
                </a:lnTo>
                <a:lnTo>
                  <a:pt x="1171575" y="333375"/>
                </a:lnTo>
                <a:close/>
                <a:moveTo>
                  <a:pt x="1476375" y="333375"/>
                </a:moveTo>
                <a:lnTo>
                  <a:pt x="1495425" y="333375"/>
                </a:lnTo>
                <a:lnTo>
                  <a:pt x="1495425" y="381000"/>
                </a:lnTo>
                <a:lnTo>
                  <a:pt x="1476375" y="381000"/>
                </a:lnTo>
                <a:close/>
                <a:moveTo>
                  <a:pt x="771525" y="342900"/>
                </a:moveTo>
                <a:lnTo>
                  <a:pt x="790575" y="342900"/>
                </a:lnTo>
                <a:lnTo>
                  <a:pt x="790575" y="361950"/>
                </a:lnTo>
                <a:lnTo>
                  <a:pt x="771525" y="361950"/>
                </a:lnTo>
                <a:close/>
                <a:moveTo>
                  <a:pt x="857250" y="342900"/>
                </a:moveTo>
                <a:lnTo>
                  <a:pt x="876300" y="342900"/>
                </a:lnTo>
                <a:lnTo>
                  <a:pt x="876300" y="361950"/>
                </a:lnTo>
                <a:lnTo>
                  <a:pt x="857250" y="361950"/>
                </a:lnTo>
                <a:close/>
                <a:moveTo>
                  <a:pt x="1181100" y="342900"/>
                </a:moveTo>
                <a:lnTo>
                  <a:pt x="1190625" y="342900"/>
                </a:lnTo>
                <a:lnTo>
                  <a:pt x="1190625" y="352425"/>
                </a:lnTo>
                <a:lnTo>
                  <a:pt x="1181100" y="352425"/>
                </a:lnTo>
                <a:close/>
                <a:moveTo>
                  <a:pt x="1238250" y="342900"/>
                </a:moveTo>
                <a:lnTo>
                  <a:pt x="1247775" y="342900"/>
                </a:lnTo>
                <a:lnTo>
                  <a:pt x="1247775" y="352425"/>
                </a:lnTo>
                <a:lnTo>
                  <a:pt x="1238250" y="352425"/>
                </a:lnTo>
                <a:close/>
                <a:moveTo>
                  <a:pt x="400050" y="352425"/>
                </a:moveTo>
                <a:lnTo>
                  <a:pt x="409575" y="352425"/>
                </a:lnTo>
                <a:lnTo>
                  <a:pt x="409575" y="361950"/>
                </a:lnTo>
                <a:lnTo>
                  <a:pt x="400050" y="361950"/>
                </a:lnTo>
                <a:close/>
                <a:moveTo>
                  <a:pt x="1190625" y="352425"/>
                </a:moveTo>
                <a:lnTo>
                  <a:pt x="1238250" y="352425"/>
                </a:lnTo>
                <a:lnTo>
                  <a:pt x="1238250" y="361950"/>
                </a:lnTo>
                <a:lnTo>
                  <a:pt x="1190625" y="361950"/>
                </a:lnTo>
                <a:close/>
                <a:moveTo>
                  <a:pt x="466725" y="371475"/>
                </a:moveTo>
                <a:lnTo>
                  <a:pt x="495300" y="371475"/>
                </a:lnTo>
                <a:lnTo>
                  <a:pt x="495300" y="381000"/>
                </a:lnTo>
                <a:lnTo>
                  <a:pt x="504825" y="381000"/>
                </a:lnTo>
                <a:lnTo>
                  <a:pt x="504825" y="390525"/>
                </a:lnTo>
                <a:lnTo>
                  <a:pt x="485775" y="390525"/>
                </a:lnTo>
                <a:lnTo>
                  <a:pt x="485775" y="381000"/>
                </a:lnTo>
                <a:lnTo>
                  <a:pt x="466725" y="381000"/>
                </a:lnTo>
                <a:close/>
                <a:moveTo>
                  <a:pt x="390525" y="381000"/>
                </a:moveTo>
                <a:lnTo>
                  <a:pt x="400050" y="381000"/>
                </a:lnTo>
                <a:lnTo>
                  <a:pt x="400050" y="390525"/>
                </a:lnTo>
                <a:lnTo>
                  <a:pt x="390525" y="390525"/>
                </a:lnTo>
                <a:close/>
                <a:moveTo>
                  <a:pt x="457200" y="381000"/>
                </a:moveTo>
                <a:lnTo>
                  <a:pt x="466725" y="381000"/>
                </a:lnTo>
                <a:lnTo>
                  <a:pt x="466725" y="390525"/>
                </a:lnTo>
                <a:lnTo>
                  <a:pt x="457200" y="390525"/>
                </a:lnTo>
                <a:close/>
                <a:moveTo>
                  <a:pt x="1609725" y="381000"/>
                </a:moveTo>
                <a:lnTo>
                  <a:pt x="1619250" y="381000"/>
                </a:lnTo>
                <a:lnTo>
                  <a:pt x="1619250" y="390525"/>
                </a:lnTo>
                <a:lnTo>
                  <a:pt x="1609725" y="390525"/>
                </a:lnTo>
                <a:close/>
                <a:moveTo>
                  <a:pt x="381000" y="390525"/>
                </a:moveTo>
                <a:lnTo>
                  <a:pt x="390525" y="390525"/>
                </a:lnTo>
                <a:lnTo>
                  <a:pt x="390525" y="400050"/>
                </a:lnTo>
                <a:lnTo>
                  <a:pt x="381000" y="400050"/>
                </a:lnTo>
                <a:close/>
                <a:moveTo>
                  <a:pt x="1114425" y="390525"/>
                </a:moveTo>
                <a:lnTo>
                  <a:pt x="1133475" y="390525"/>
                </a:lnTo>
                <a:lnTo>
                  <a:pt x="1133475" y="400050"/>
                </a:lnTo>
                <a:lnTo>
                  <a:pt x="1143000" y="400050"/>
                </a:lnTo>
                <a:lnTo>
                  <a:pt x="1143000" y="419100"/>
                </a:lnTo>
                <a:lnTo>
                  <a:pt x="1152525" y="419100"/>
                </a:lnTo>
                <a:lnTo>
                  <a:pt x="1152525" y="428625"/>
                </a:lnTo>
                <a:lnTo>
                  <a:pt x="1133475" y="428625"/>
                </a:lnTo>
                <a:lnTo>
                  <a:pt x="1133475" y="457200"/>
                </a:lnTo>
                <a:lnTo>
                  <a:pt x="1123950" y="457200"/>
                </a:lnTo>
                <a:lnTo>
                  <a:pt x="1123950" y="466725"/>
                </a:lnTo>
                <a:lnTo>
                  <a:pt x="1047750" y="466725"/>
                </a:lnTo>
                <a:lnTo>
                  <a:pt x="1047750" y="457200"/>
                </a:lnTo>
                <a:lnTo>
                  <a:pt x="1038225" y="457200"/>
                </a:lnTo>
                <a:lnTo>
                  <a:pt x="1038225" y="447675"/>
                </a:lnTo>
                <a:lnTo>
                  <a:pt x="1028700" y="447675"/>
                </a:lnTo>
                <a:lnTo>
                  <a:pt x="1028700" y="438150"/>
                </a:lnTo>
                <a:lnTo>
                  <a:pt x="1019175" y="438150"/>
                </a:lnTo>
                <a:lnTo>
                  <a:pt x="1019175" y="428625"/>
                </a:lnTo>
                <a:lnTo>
                  <a:pt x="990600" y="428625"/>
                </a:lnTo>
                <a:lnTo>
                  <a:pt x="990600" y="419100"/>
                </a:lnTo>
                <a:lnTo>
                  <a:pt x="971550" y="419100"/>
                </a:lnTo>
                <a:lnTo>
                  <a:pt x="971550" y="409575"/>
                </a:lnTo>
                <a:lnTo>
                  <a:pt x="990600" y="409575"/>
                </a:lnTo>
                <a:lnTo>
                  <a:pt x="990600" y="419100"/>
                </a:lnTo>
                <a:lnTo>
                  <a:pt x="1009650" y="419100"/>
                </a:lnTo>
                <a:lnTo>
                  <a:pt x="1009650" y="409575"/>
                </a:lnTo>
                <a:lnTo>
                  <a:pt x="1057275" y="409575"/>
                </a:lnTo>
                <a:lnTo>
                  <a:pt x="1057275" y="419100"/>
                </a:lnTo>
                <a:lnTo>
                  <a:pt x="1038225" y="419100"/>
                </a:lnTo>
                <a:lnTo>
                  <a:pt x="1038225" y="428625"/>
                </a:lnTo>
                <a:lnTo>
                  <a:pt x="1047750" y="428625"/>
                </a:lnTo>
                <a:lnTo>
                  <a:pt x="1047750" y="438150"/>
                </a:lnTo>
                <a:lnTo>
                  <a:pt x="1057275" y="438150"/>
                </a:lnTo>
                <a:lnTo>
                  <a:pt x="1057275" y="447675"/>
                </a:lnTo>
                <a:lnTo>
                  <a:pt x="1076325" y="447675"/>
                </a:lnTo>
                <a:lnTo>
                  <a:pt x="1076325" y="438150"/>
                </a:lnTo>
                <a:lnTo>
                  <a:pt x="1085850" y="438150"/>
                </a:lnTo>
                <a:lnTo>
                  <a:pt x="1085850" y="428625"/>
                </a:lnTo>
                <a:lnTo>
                  <a:pt x="1076325" y="428625"/>
                </a:lnTo>
                <a:lnTo>
                  <a:pt x="1076325" y="419100"/>
                </a:lnTo>
                <a:lnTo>
                  <a:pt x="1066800" y="419100"/>
                </a:lnTo>
                <a:lnTo>
                  <a:pt x="1066800" y="409575"/>
                </a:lnTo>
                <a:lnTo>
                  <a:pt x="1076325" y="409575"/>
                </a:lnTo>
                <a:lnTo>
                  <a:pt x="1076325" y="419100"/>
                </a:lnTo>
                <a:lnTo>
                  <a:pt x="1095375" y="419100"/>
                </a:lnTo>
                <a:lnTo>
                  <a:pt x="1095375" y="409575"/>
                </a:lnTo>
                <a:lnTo>
                  <a:pt x="1104900" y="409575"/>
                </a:lnTo>
                <a:lnTo>
                  <a:pt x="1104900" y="400050"/>
                </a:lnTo>
                <a:lnTo>
                  <a:pt x="1114425" y="400050"/>
                </a:lnTo>
                <a:close/>
                <a:moveTo>
                  <a:pt x="1571625" y="390525"/>
                </a:moveTo>
                <a:lnTo>
                  <a:pt x="1581150" y="390525"/>
                </a:lnTo>
                <a:lnTo>
                  <a:pt x="1581150" y="400050"/>
                </a:lnTo>
                <a:lnTo>
                  <a:pt x="1571625" y="400050"/>
                </a:lnTo>
                <a:close/>
                <a:moveTo>
                  <a:pt x="371475" y="400050"/>
                </a:moveTo>
                <a:lnTo>
                  <a:pt x="381000" y="400050"/>
                </a:lnTo>
                <a:lnTo>
                  <a:pt x="381000" y="409575"/>
                </a:lnTo>
                <a:lnTo>
                  <a:pt x="371475" y="409575"/>
                </a:lnTo>
                <a:close/>
                <a:moveTo>
                  <a:pt x="457200" y="400050"/>
                </a:moveTo>
                <a:lnTo>
                  <a:pt x="466725" y="400050"/>
                </a:lnTo>
                <a:lnTo>
                  <a:pt x="466725" y="409575"/>
                </a:lnTo>
                <a:lnTo>
                  <a:pt x="457200" y="409575"/>
                </a:lnTo>
                <a:close/>
                <a:moveTo>
                  <a:pt x="1247775" y="400050"/>
                </a:moveTo>
                <a:lnTo>
                  <a:pt x="1266825" y="400050"/>
                </a:lnTo>
                <a:lnTo>
                  <a:pt x="1266825" y="409575"/>
                </a:lnTo>
                <a:lnTo>
                  <a:pt x="1285875" y="409575"/>
                </a:lnTo>
                <a:lnTo>
                  <a:pt x="1285875" y="419100"/>
                </a:lnTo>
                <a:lnTo>
                  <a:pt x="1314450" y="419100"/>
                </a:lnTo>
                <a:lnTo>
                  <a:pt x="1314450" y="428625"/>
                </a:lnTo>
                <a:lnTo>
                  <a:pt x="1352550" y="428625"/>
                </a:lnTo>
                <a:lnTo>
                  <a:pt x="1352550" y="419100"/>
                </a:lnTo>
                <a:lnTo>
                  <a:pt x="1409700" y="419100"/>
                </a:lnTo>
                <a:lnTo>
                  <a:pt x="1409700" y="428625"/>
                </a:lnTo>
                <a:lnTo>
                  <a:pt x="1514475" y="428625"/>
                </a:lnTo>
                <a:lnTo>
                  <a:pt x="1514475" y="438150"/>
                </a:lnTo>
                <a:lnTo>
                  <a:pt x="1476375" y="438150"/>
                </a:lnTo>
                <a:lnTo>
                  <a:pt x="1476375" y="447675"/>
                </a:lnTo>
                <a:lnTo>
                  <a:pt x="1428750" y="447675"/>
                </a:lnTo>
                <a:lnTo>
                  <a:pt x="1428750" y="438150"/>
                </a:lnTo>
                <a:lnTo>
                  <a:pt x="1419225" y="438150"/>
                </a:lnTo>
                <a:lnTo>
                  <a:pt x="1419225" y="447675"/>
                </a:lnTo>
                <a:lnTo>
                  <a:pt x="1400175" y="447675"/>
                </a:lnTo>
                <a:lnTo>
                  <a:pt x="1400175" y="438150"/>
                </a:lnTo>
                <a:lnTo>
                  <a:pt x="1390650" y="438150"/>
                </a:lnTo>
                <a:lnTo>
                  <a:pt x="1390650" y="447675"/>
                </a:lnTo>
                <a:lnTo>
                  <a:pt x="1381125" y="447675"/>
                </a:lnTo>
                <a:lnTo>
                  <a:pt x="1381125" y="457200"/>
                </a:lnTo>
                <a:lnTo>
                  <a:pt x="1400175" y="457200"/>
                </a:lnTo>
                <a:lnTo>
                  <a:pt x="1400175" y="466725"/>
                </a:lnTo>
                <a:lnTo>
                  <a:pt x="1409700" y="466725"/>
                </a:lnTo>
                <a:lnTo>
                  <a:pt x="1409700" y="476250"/>
                </a:lnTo>
                <a:lnTo>
                  <a:pt x="1419225" y="476250"/>
                </a:lnTo>
                <a:lnTo>
                  <a:pt x="1419225" y="485775"/>
                </a:lnTo>
                <a:lnTo>
                  <a:pt x="1428750" y="485775"/>
                </a:lnTo>
                <a:lnTo>
                  <a:pt x="1428750" y="495300"/>
                </a:lnTo>
                <a:lnTo>
                  <a:pt x="1457325" y="495300"/>
                </a:lnTo>
                <a:lnTo>
                  <a:pt x="1457325" y="485775"/>
                </a:lnTo>
                <a:lnTo>
                  <a:pt x="1514475" y="485775"/>
                </a:lnTo>
                <a:lnTo>
                  <a:pt x="1514475" y="476250"/>
                </a:lnTo>
                <a:lnTo>
                  <a:pt x="1552575" y="476250"/>
                </a:lnTo>
                <a:lnTo>
                  <a:pt x="1552575" y="485775"/>
                </a:lnTo>
                <a:lnTo>
                  <a:pt x="1571625" y="485775"/>
                </a:lnTo>
                <a:lnTo>
                  <a:pt x="1571625" y="495300"/>
                </a:lnTo>
                <a:lnTo>
                  <a:pt x="1600200" y="495300"/>
                </a:lnTo>
                <a:lnTo>
                  <a:pt x="1600200" y="485775"/>
                </a:lnTo>
                <a:lnTo>
                  <a:pt x="1609725" y="485775"/>
                </a:lnTo>
                <a:lnTo>
                  <a:pt x="1609725" y="419100"/>
                </a:lnTo>
                <a:lnTo>
                  <a:pt x="1619250" y="419100"/>
                </a:lnTo>
                <a:lnTo>
                  <a:pt x="1619250" y="581025"/>
                </a:lnTo>
                <a:lnTo>
                  <a:pt x="1609725" y="581025"/>
                </a:lnTo>
                <a:lnTo>
                  <a:pt x="1609725" y="590550"/>
                </a:lnTo>
                <a:lnTo>
                  <a:pt x="1600200" y="590550"/>
                </a:lnTo>
                <a:lnTo>
                  <a:pt x="1600200" y="600075"/>
                </a:lnTo>
                <a:lnTo>
                  <a:pt x="1590675" y="600075"/>
                </a:lnTo>
                <a:lnTo>
                  <a:pt x="1590675" y="609600"/>
                </a:lnTo>
                <a:lnTo>
                  <a:pt x="1285875" y="609600"/>
                </a:lnTo>
                <a:lnTo>
                  <a:pt x="1285875" y="590550"/>
                </a:lnTo>
                <a:lnTo>
                  <a:pt x="1352550" y="590550"/>
                </a:lnTo>
                <a:lnTo>
                  <a:pt x="1352550" y="600075"/>
                </a:lnTo>
                <a:lnTo>
                  <a:pt x="1371600" y="600075"/>
                </a:lnTo>
                <a:lnTo>
                  <a:pt x="1371600" y="590550"/>
                </a:lnTo>
                <a:lnTo>
                  <a:pt x="1400175" y="590550"/>
                </a:lnTo>
                <a:lnTo>
                  <a:pt x="1400175" y="581025"/>
                </a:lnTo>
                <a:lnTo>
                  <a:pt x="1409700" y="581025"/>
                </a:lnTo>
                <a:lnTo>
                  <a:pt x="1409700" y="571500"/>
                </a:lnTo>
                <a:lnTo>
                  <a:pt x="1419225" y="571500"/>
                </a:lnTo>
                <a:lnTo>
                  <a:pt x="1419225" y="552450"/>
                </a:lnTo>
                <a:lnTo>
                  <a:pt x="1428750" y="552450"/>
                </a:lnTo>
                <a:lnTo>
                  <a:pt x="1428750" y="514350"/>
                </a:lnTo>
                <a:lnTo>
                  <a:pt x="1419225" y="514350"/>
                </a:lnTo>
                <a:lnTo>
                  <a:pt x="1419225" y="495300"/>
                </a:lnTo>
                <a:lnTo>
                  <a:pt x="1409700" y="495300"/>
                </a:lnTo>
                <a:lnTo>
                  <a:pt x="1409700" y="485775"/>
                </a:lnTo>
                <a:lnTo>
                  <a:pt x="1400175" y="485775"/>
                </a:lnTo>
                <a:lnTo>
                  <a:pt x="1400175" y="476250"/>
                </a:lnTo>
                <a:lnTo>
                  <a:pt x="1390650" y="476250"/>
                </a:lnTo>
                <a:lnTo>
                  <a:pt x="1390650" y="466725"/>
                </a:lnTo>
                <a:lnTo>
                  <a:pt x="1343025" y="466725"/>
                </a:lnTo>
                <a:lnTo>
                  <a:pt x="1343025" y="476250"/>
                </a:lnTo>
                <a:lnTo>
                  <a:pt x="1323975" y="476250"/>
                </a:lnTo>
                <a:lnTo>
                  <a:pt x="1323975" y="485775"/>
                </a:lnTo>
                <a:lnTo>
                  <a:pt x="1314450" y="485775"/>
                </a:lnTo>
                <a:lnTo>
                  <a:pt x="1314450" y="495300"/>
                </a:lnTo>
                <a:lnTo>
                  <a:pt x="1304925" y="495300"/>
                </a:lnTo>
                <a:lnTo>
                  <a:pt x="1304925" y="485775"/>
                </a:lnTo>
                <a:lnTo>
                  <a:pt x="1295400" y="485775"/>
                </a:lnTo>
                <a:lnTo>
                  <a:pt x="1295400" y="438150"/>
                </a:lnTo>
                <a:lnTo>
                  <a:pt x="1285875" y="438150"/>
                </a:lnTo>
                <a:lnTo>
                  <a:pt x="1285875" y="428625"/>
                </a:lnTo>
                <a:lnTo>
                  <a:pt x="1276350" y="428625"/>
                </a:lnTo>
                <a:lnTo>
                  <a:pt x="1276350" y="419100"/>
                </a:lnTo>
                <a:lnTo>
                  <a:pt x="1257300" y="419100"/>
                </a:lnTo>
                <a:lnTo>
                  <a:pt x="1257300" y="428625"/>
                </a:lnTo>
                <a:lnTo>
                  <a:pt x="1228725" y="428625"/>
                </a:lnTo>
                <a:lnTo>
                  <a:pt x="1228725" y="419100"/>
                </a:lnTo>
                <a:lnTo>
                  <a:pt x="1238250" y="419100"/>
                </a:lnTo>
                <a:lnTo>
                  <a:pt x="1238250" y="409575"/>
                </a:lnTo>
                <a:lnTo>
                  <a:pt x="1247775" y="409575"/>
                </a:lnTo>
                <a:close/>
                <a:moveTo>
                  <a:pt x="361950" y="409575"/>
                </a:moveTo>
                <a:lnTo>
                  <a:pt x="371475" y="409575"/>
                </a:lnTo>
                <a:lnTo>
                  <a:pt x="371475" y="438150"/>
                </a:lnTo>
                <a:lnTo>
                  <a:pt x="390525" y="438150"/>
                </a:lnTo>
                <a:lnTo>
                  <a:pt x="390525" y="447675"/>
                </a:lnTo>
                <a:lnTo>
                  <a:pt x="438150" y="447675"/>
                </a:lnTo>
                <a:lnTo>
                  <a:pt x="438150" y="438150"/>
                </a:lnTo>
                <a:lnTo>
                  <a:pt x="466725" y="438150"/>
                </a:lnTo>
                <a:lnTo>
                  <a:pt x="466725" y="409575"/>
                </a:lnTo>
                <a:lnTo>
                  <a:pt x="495300" y="409575"/>
                </a:lnTo>
                <a:lnTo>
                  <a:pt x="495300" y="419100"/>
                </a:lnTo>
                <a:lnTo>
                  <a:pt x="504825" y="419100"/>
                </a:lnTo>
                <a:lnTo>
                  <a:pt x="504825" y="428625"/>
                </a:lnTo>
                <a:lnTo>
                  <a:pt x="514350" y="428625"/>
                </a:lnTo>
                <a:lnTo>
                  <a:pt x="514350" y="438150"/>
                </a:lnTo>
                <a:lnTo>
                  <a:pt x="542925" y="438150"/>
                </a:lnTo>
                <a:lnTo>
                  <a:pt x="542925" y="428625"/>
                </a:lnTo>
                <a:lnTo>
                  <a:pt x="676275" y="428625"/>
                </a:lnTo>
                <a:lnTo>
                  <a:pt x="676275" y="419100"/>
                </a:lnTo>
                <a:lnTo>
                  <a:pt x="771525" y="419100"/>
                </a:lnTo>
                <a:lnTo>
                  <a:pt x="771525" y="409575"/>
                </a:lnTo>
                <a:lnTo>
                  <a:pt x="819150" y="409575"/>
                </a:lnTo>
                <a:lnTo>
                  <a:pt x="819150" y="419100"/>
                </a:lnTo>
                <a:lnTo>
                  <a:pt x="828675" y="419100"/>
                </a:lnTo>
                <a:lnTo>
                  <a:pt x="828675" y="409575"/>
                </a:lnTo>
                <a:lnTo>
                  <a:pt x="838200" y="409575"/>
                </a:lnTo>
                <a:lnTo>
                  <a:pt x="838200" y="419100"/>
                </a:lnTo>
                <a:lnTo>
                  <a:pt x="847725" y="419100"/>
                </a:lnTo>
                <a:lnTo>
                  <a:pt x="847725" y="409575"/>
                </a:lnTo>
                <a:lnTo>
                  <a:pt x="942975" y="409575"/>
                </a:lnTo>
                <a:lnTo>
                  <a:pt x="942975" y="419100"/>
                </a:lnTo>
                <a:lnTo>
                  <a:pt x="847725" y="419100"/>
                </a:lnTo>
                <a:lnTo>
                  <a:pt x="847725" y="438150"/>
                </a:lnTo>
                <a:lnTo>
                  <a:pt x="857250" y="438150"/>
                </a:lnTo>
                <a:lnTo>
                  <a:pt x="857250" y="447675"/>
                </a:lnTo>
                <a:lnTo>
                  <a:pt x="866775" y="447675"/>
                </a:lnTo>
                <a:lnTo>
                  <a:pt x="866775" y="457200"/>
                </a:lnTo>
                <a:lnTo>
                  <a:pt x="904875" y="457200"/>
                </a:lnTo>
                <a:lnTo>
                  <a:pt x="904875" y="447675"/>
                </a:lnTo>
                <a:lnTo>
                  <a:pt x="942975" y="447675"/>
                </a:lnTo>
                <a:lnTo>
                  <a:pt x="942975" y="457200"/>
                </a:lnTo>
                <a:lnTo>
                  <a:pt x="952500" y="457200"/>
                </a:lnTo>
                <a:lnTo>
                  <a:pt x="952500" y="447675"/>
                </a:lnTo>
                <a:lnTo>
                  <a:pt x="971550" y="447675"/>
                </a:lnTo>
                <a:lnTo>
                  <a:pt x="971550" y="438150"/>
                </a:lnTo>
                <a:lnTo>
                  <a:pt x="981075" y="438150"/>
                </a:lnTo>
                <a:lnTo>
                  <a:pt x="981075" y="428625"/>
                </a:lnTo>
                <a:lnTo>
                  <a:pt x="990600" y="428625"/>
                </a:lnTo>
                <a:lnTo>
                  <a:pt x="990600" y="438150"/>
                </a:lnTo>
                <a:lnTo>
                  <a:pt x="981075" y="438150"/>
                </a:lnTo>
                <a:lnTo>
                  <a:pt x="981075" y="466725"/>
                </a:lnTo>
                <a:lnTo>
                  <a:pt x="971550" y="466725"/>
                </a:lnTo>
                <a:lnTo>
                  <a:pt x="971550" y="476250"/>
                </a:lnTo>
                <a:lnTo>
                  <a:pt x="952500" y="476250"/>
                </a:lnTo>
                <a:lnTo>
                  <a:pt x="952500" y="466725"/>
                </a:lnTo>
                <a:lnTo>
                  <a:pt x="904875" y="466725"/>
                </a:lnTo>
                <a:lnTo>
                  <a:pt x="904875" y="476250"/>
                </a:lnTo>
                <a:lnTo>
                  <a:pt x="876300" y="476250"/>
                </a:lnTo>
                <a:lnTo>
                  <a:pt x="876300" y="485775"/>
                </a:lnTo>
                <a:lnTo>
                  <a:pt x="866775" y="485775"/>
                </a:lnTo>
                <a:lnTo>
                  <a:pt x="866775" y="476250"/>
                </a:lnTo>
                <a:lnTo>
                  <a:pt x="857250" y="476250"/>
                </a:lnTo>
                <a:lnTo>
                  <a:pt x="857250" y="457200"/>
                </a:lnTo>
                <a:lnTo>
                  <a:pt x="847725" y="457200"/>
                </a:lnTo>
                <a:lnTo>
                  <a:pt x="847725" y="447675"/>
                </a:lnTo>
                <a:lnTo>
                  <a:pt x="838200" y="447675"/>
                </a:lnTo>
                <a:lnTo>
                  <a:pt x="838200" y="438150"/>
                </a:lnTo>
                <a:lnTo>
                  <a:pt x="742950" y="438150"/>
                </a:lnTo>
                <a:lnTo>
                  <a:pt x="742950" y="447675"/>
                </a:lnTo>
                <a:lnTo>
                  <a:pt x="733425" y="447675"/>
                </a:lnTo>
                <a:lnTo>
                  <a:pt x="733425" y="466725"/>
                </a:lnTo>
                <a:lnTo>
                  <a:pt x="723900" y="466725"/>
                </a:lnTo>
                <a:lnTo>
                  <a:pt x="723900" y="447675"/>
                </a:lnTo>
                <a:lnTo>
                  <a:pt x="714375" y="447675"/>
                </a:lnTo>
                <a:lnTo>
                  <a:pt x="714375" y="438150"/>
                </a:lnTo>
                <a:lnTo>
                  <a:pt x="685800" y="438150"/>
                </a:lnTo>
                <a:lnTo>
                  <a:pt x="685800" y="447675"/>
                </a:lnTo>
                <a:lnTo>
                  <a:pt x="666750" y="447675"/>
                </a:lnTo>
                <a:lnTo>
                  <a:pt x="666750" y="457200"/>
                </a:lnTo>
                <a:lnTo>
                  <a:pt x="676275" y="457200"/>
                </a:lnTo>
                <a:lnTo>
                  <a:pt x="676275" y="476250"/>
                </a:lnTo>
                <a:lnTo>
                  <a:pt x="695325" y="476250"/>
                </a:lnTo>
                <a:lnTo>
                  <a:pt x="695325" y="495300"/>
                </a:lnTo>
                <a:lnTo>
                  <a:pt x="704850" y="495300"/>
                </a:lnTo>
                <a:lnTo>
                  <a:pt x="704850" y="581025"/>
                </a:lnTo>
                <a:lnTo>
                  <a:pt x="723900" y="581025"/>
                </a:lnTo>
                <a:lnTo>
                  <a:pt x="723900" y="571500"/>
                </a:lnTo>
                <a:lnTo>
                  <a:pt x="733425" y="571500"/>
                </a:lnTo>
                <a:lnTo>
                  <a:pt x="733425" y="581025"/>
                </a:lnTo>
                <a:lnTo>
                  <a:pt x="742950" y="581025"/>
                </a:lnTo>
                <a:lnTo>
                  <a:pt x="742950" y="590550"/>
                </a:lnTo>
                <a:lnTo>
                  <a:pt x="752475" y="590550"/>
                </a:lnTo>
                <a:lnTo>
                  <a:pt x="752475" y="600075"/>
                </a:lnTo>
                <a:lnTo>
                  <a:pt x="742950" y="600075"/>
                </a:lnTo>
                <a:lnTo>
                  <a:pt x="742950" y="609600"/>
                </a:lnTo>
                <a:lnTo>
                  <a:pt x="571500" y="609600"/>
                </a:lnTo>
                <a:lnTo>
                  <a:pt x="571500" y="600075"/>
                </a:lnTo>
                <a:lnTo>
                  <a:pt x="590550" y="600075"/>
                </a:lnTo>
                <a:lnTo>
                  <a:pt x="590550" y="590550"/>
                </a:lnTo>
                <a:lnTo>
                  <a:pt x="676275" y="590550"/>
                </a:lnTo>
                <a:lnTo>
                  <a:pt x="676275" y="581025"/>
                </a:lnTo>
                <a:lnTo>
                  <a:pt x="685800" y="581025"/>
                </a:lnTo>
                <a:lnTo>
                  <a:pt x="685800" y="571500"/>
                </a:lnTo>
                <a:lnTo>
                  <a:pt x="695325" y="571500"/>
                </a:lnTo>
                <a:lnTo>
                  <a:pt x="695325" y="504825"/>
                </a:lnTo>
                <a:lnTo>
                  <a:pt x="685800" y="504825"/>
                </a:lnTo>
                <a:lnTo>
                  <a:pt x="685800" y="495300"/>
                </a:lnTo>
                <a:lnTo>
                  <a:pt x="676275" y="495300"/>
                </a:lnTo>
                <a:lnTo>
                  <a:pt x="676275" y="485775"/>
                </a:lnTo>
                <a:lnTo>
                  <a:pt x="647700" y="485775"/>
                </a:lnTo>
                <a:lnTo>
                  <a:pt x="647700" y="495300"/>
                </a:lnTo>
                <a:lnTo>
                  <a:pt x="638175" y="495300"/>
                </a:lnTo>
                <a:lnTo>
                  <a:pt x="638175" y="485775"/>
                </a:lnTo>
                <a:lnTo>
                  <a:pt x="628650" y="485775"/>
                </a:lnTo>
                <a:lnTo>
                  <a:pt x="628650" y="457200"/>
                </a:lnTo>
                <a:lnTo>
                  <a:pt x="619125" y="457200"/>
                </a:lnTo>
                <a:lnTo>
                  <a:pt x="619125" y="438150"/>
                </a:lnTo>
                <a:lnTo>
                  <a:pt x="609600" y="438150"/>
                </a:lnTo>
                <a:lnTo>
                  <a:pt x="609600" y="447675"/>
                </a:lnTo>
                <a:lnTo>
                  <a:pt x="590550" y="447675"/>
                </a:lnTo>
                <a:lnTo>
                  <a:pt x="590550" y="457200"/>
                </a:lnTo>
                <a:lnTo>
                  <a:pt x="581025" y="457200"/>
                </a:lnTo>
                <a:lnTo>
                  <a:pt x="581025" y="466725"/>
                </a:lnTo>
                <a:lnTo>
                  <a:pt x="571500" y="466725"/>
                </a:lnTo>
                <a:lnTo>
                  <a:pt x="571500" y="476250"/>
                </a:lnTo>
                <a:lnTo>
                  <a:pt x="561975" y="476250"/>
                </a:lnTo>
                <a:lnTo>
                  <a:pt x="561975" y="485775"/>
                </a:lnTo>
                <a:lnTo>
                  <a:pt x="514350" y="485775"/>
                </a:lnTo>
                <a:lnTo>
                  <a:pt x="514350" y="495300"/>
                </a:lnTo>
                <a:lnTo>
                  <a:pt x="495300" y="495300"/>
                </a:lnTo>
                <a:lnTo>
                  <a:pt x="495300" y="504825"/>
                </a:lnTo>
                <a:lnTo>
                  <a:pt x="485775" y="504825"/>
                </a:lnTo>
                <a:lnTo>
                  <a:pt x="485775" y="514350"/>
                </a:lnTo>
                <a:lnTo>
                  <a:pt x="476250" y="514350"/>
                </a:lnTo>
                <a:lnTo>
                  <a:pt x="476250" y="504825"/>
                </a:lnTo>
                <a:lnTo>
                  <a:pt x="457200" y="504825"/>
                </a:lnTo>
                <a:lnTo>
                  <a:pt x="457200" y="495300"/>
                </a:lnTo>
                <a:lnTo>
                  <a:pt x="438150" y="495300"/>
                </a:lnTo>
                <a:lnTo>
                  <a:pt x="438150" y="504825"/>
                </a:lnTo>
                <a:lnTo>
                  <a:pt x="428625" y="504825"/>
                </a:lnTo>
                <a:lnTo>
                  <a:pt x="428625" y="495300"/>
                </a:lnTo>
                <a:lnTo>
                  <a:pt x="381000" y="495300"/>
                </a:lnTo>
                <a:lnTo>
                  <a:pt x="381000" y="504825"/>
                </a:lnTo>
                <a:lnTo>
                  <a:pt x="371475" y="504825"/>
                </a:lnTo>
                <a:lnTo>
                  <a:pt x="371475" y="514350"/>
                </a:lnTo>
                <a:lnTo>
                  <a:pt x="361950" y="514350"/>
                </a:lnTo>
                <a:lnTo>
                  <a:pt x="361950" y="533400"/>
                </a:lnTo>
                <a:lnTo>
                  <a:pt x="371475" y="533400"/>
                </a:lnTo>
                <a:lnTo>
                  <a:pt x="371475" y="542925"/>
                </a:lnTo>
                <a:lnTo>
                  <a:pt x="447675" y="542925"/>
                </a:lnTo>
                <a:lnTo>
                  <a:pt x="447675" y="552450"/>
                </a:lnTo>
                <a:lnTo>
                  <a:pt x="457200" y="552450"/>
                </a:lnTo>
                <a:lnTo>
                  <a:pt x="457200" y="542925"/>
                </a:lnTo>
                <a:lnTo>
                  <a:pt x="504825" y="542925"/>
                </a:lnTo>
                <a:lnTo>
                  <a:pt x="504825" y="571500"/>
                </a:lnTo>
                <a:lnTo>
                  <a:pt x="514350" y="571500"/>
                </a:lnTo>
                <a:lnTo>
                  <a:pt x="514350" y="581025"/>
                </a:lnTo>
                <a:lnTo>
                  <a:pt x="523875" y="581025"/>
                </a:lnTo>
                <a:lnTo>
                  <a:pt x="523875" y="590550"/>
                </a:lnTo>
                <a:lnTo>
                  <a:pt x="561975" y="590550"/>
                </a:lnTo>
                <a:lnTo>
                  <a:pt x="561975" y="609600"/>
                </a:lnTo>
                <a:lnTo>
                  <a:pt x="495300" y="609600"/>
                </a:lnTo>
                <a:lnTo>
                  <a:pt x="495300" y="600075"/>
                </a:lnTo>
                <a:lnTo>
                  <a:pt x="504825" y="600075"/>
                </a:lnTo>
                <a:lnTo>
                  <a:pt x="504825" y="581025"/>
                </a:lnTo>
                <a:lnTo>
                  <a:pt x="495300" y="581025"/>
                </a:lnTo>
                <a:lnTo>
                  <a:pt x="495300" y="571500"/>
                </a:lnTo>
                <a:lnTo>
                  <a:pt x="447675" y="571500"/>
                </a:lnTo>
                <a:lnTo>
                  <a:pt x="447675" y="600075"/>
                </a:lnTo>
                <a:lnTo>
                  <a:pt x="457200" y="600075"/>
                </a:lnTo>
                <a:lnTo>
                  <a:pt x="457200" y="609600"/>
                </a:lnTo>
                <a:lnTo>
                  <a:pt x="304800" y="609600"/>
                </a:lnTo>
                <a:lnTo>
                  <a:pt x="304800" y="600075"/>
                </a:lnTo>
                <a:lnTo>
                  <a:pt x="295275" y="600075"/>
                </a:lnTo>
                <a:lnTo>
                  <a:pt x="295275" y="581025"/>
                </a:lnTo>
                <a:lnTo>
                  <a:pt x="285750" y="581025"/>
                </a:lnTo>
                <a:lnTo>
                  <a:pt x="285750" y="495300"/>
                </a:lnTo>
                <a:lnTo>
                  <a:pt x="295275" y="495300"/>
                </a:lnTo>
                <a:lnTo>
                  <a:pt x="295275" y="504825"/>
                </a:lnTo>
                <a:lnTo>
                  <a:pt x="304800" y="504825"/>
                </a:lnTo>
                <a:lnTo>
                  <a:pt x="304800" y="514350"/>
                </a:lnTo>
                <a:lnTo>
                  <a:pt x="314325" y="514350"/>
                </a:lnTo>
                <a:lnTo>
                  <a:pt x="314325" y="523875"/>
                </a:lnTo>
                <a:lnTo>
                  <a:pt x="333375" y="523875"/>
                </a:lnTo>
                <a:lnTo>
                  <a:pt x="333375" y="514350"/>
                </a:lnTo>
                <a:lnTo>
                  <a:pt x="342900" y="514350"/>
                </a:lnTo>
                <a:lnTo>
                  <a:pt x="342900" y="495300"/>
                </a:lnTo>
                <a:lnTo>
                  <a:pt x="352425" y="495300"/>
                </a:lnTo>
                <a:lnTo>
                  <a:pt x="352425" y="485775"/>
                </a:lnTo>
                <a:lnTo>
                  <a:pt x="361950" y="485775"/>
                </a:lnTo>
                <a:lnTo>
                  <a:pt x="361950" y="447675"/>
                </a:lnTo>
                <a:lnTo>
                  <a:pt x="352425" y="447675"/>
                </a:lnTo>
                <a:lnTo>
                  <a:pt x="352425" y="428625"/>
                </a:lnTo>
                <a:lnTo>
                  <a:pt x="361950" y="428625"/>
                </a:lnTo>
                <a:close/>
                <a:moveTo>
                  <a:pt x="1543050" y="438150"/>
                </a:moveTo>
                <a:lnTo>
                  <a:pt x="1571625" y="438150"/>
                </a:lnTo>
                <a:lnTo>
                  <a:pt x="1571625" y="447675"/>
                </a:lnTo>
                <a:lnTo>
                  <a:pt x="1543050" y="447675"/>
                </a:lnTo>
                <a:close/>
                <a:moveTo>
                  <a:pt x="514350" y="457200"/>
                </a:moveTo>
                <a:lnTo>
                  <a:pt x="523875" y="457200"/>
                </a:lnTo>
                <a:lnTo>
                  <a:pt x="523875" y="466725"/>
                </a:lnTo>
                <a:lnTo>
                  <a:pt x="533400" y="466725"/>
                </a:lnTo>
                <a:lnTo>
                  <a:pt x="533400" y="447675"/>
                </a:lnTo>
                <a:lnTo>
                  <a:pt x="514350" y="447675"/>
                </a:lnTo>
                <a:close/>
                <a:moveTo>
                  <a:pt x="1314450" y="466725"/>
                </a:moveTo>
                <a:lnTo>
                  <a:pt x="1323975" y="466725"/>
                </a:lnTo>
                <a:lnTo>
                  <a:pt x="1323975" y="457200"/>
                </a:lnTo>
                <a:lnTo>
                  <a:pt x="1314450" y="457200"/>
                </a:lnTo>
                <a:close/>
                <a:moveTo>
                  <a:pt x="1447800" y="542925"/>
                </a:moveTo>
                <a:lnTo>
                  <a:pt x="1438275" y="542925"/>
                </a:lnTo>
                <a:lnTo>
                  <a:pt x="1438275" y="552450"/>
                </a:lnTo>
                <a:lnTo>
                  <a:pt x="1447800" y="552450"/>
                </a:lnTo>
                <a:close/>
                <a:moveTo>
                  <a:pt x="1447800" y="542925"/>
                </a:moveTo>
                <a:lnTo>
                  <a:pt x="1476375" y="542925"/>
                </a:lnTo>
                <a:lnTo>
                  <a:pt x="1476375" y="552450"/>
                </a:lnTo>
                <a:lnTo>
                  <a:pt x="1514475" y="552450"/>
                </a:lnTo>
                <a:lnTo>
                  <a:pt x="1514475" y="542925"/>
                </a:lnTo>
                <a:lnTo>
                  <a:pt x="1533525" y="542925"/>
                </a:lnTo>
                <a:lnTo>
                  <a:pt x="1533525" y="552450"/>
                </a:lnTo>
                <a:lnTo>
                  <a:pt x="1543050" y="552450"/>
                </a:lnTo>
                <a:lnTo>
                  <a:pt x="1543050" y="542925"/>
                </a:lnTo>
                <a:lnTo>
                  <a:pt x="1590675" y="542925"/>
                </a:lnTo>
                <a:lnTo>
                  <a:pt x="1590675" y="533400"/>
                </a:lnTo>
                <a:lnTo>
                  <a:pt x="1581150" y="533400"/>
                </a:lnTo>
                <a:lnTo>
                  <a:pt x="1581150" y="514350"/>
                </a:lnTo>
                <a:lnTo>
                  <a:pt x="1562100" y="514350"/>
                </a:lnTo>
                <a:lnTo>
                  <a:pt x="1562100" y="504825"/>
                </a:lnTo>
                <a:lnTo>
                  <a:pt x="1552575" y="504825"/>
                </a:lnTo>
                <a:lnTo>
                  <a:pt x="1552575" y="495300"/>
                </a:lnTo>
                <a:lnTo>
                  <a:pt x="1495425" y="495300"/>
                </a:lnTo>
                <a:lnTo>
                  <a:pt x="1495425" y="504825"/>
                </a:lnTo>
                <a:lnTo>
                  <a:pt x="1457325" y="504825"/>
                </a:lnTo>
                <a:lnTo>
                  <a:pt x="1457325" y="514350"/>
                </a:lnTo>
                <a:lnTo>
                  <a:pt x="1447800" y="514350"/>
                </a:lnTo>
                <a:close/>
                <a:moveTo>
                  <a:pt x="428625" y="590550"/>
                </a:moveTo>
                <a:lnTo>
                  <a:pt x="438150" y="590550"/>
                </a:lnTo>
                <a:lnTo>
                  <a:pt x="438150" y="571500"/>
                </a:lnTo>
                <a:lnTo>
                  <a:pt x="428625" y="571500"/>
                </a:lnTo>
                <a:close/>
                <a:moveTo>
                  <a:pt x="838200" y="590550"/>
                </a:moveTo>
                <a:lnTo>
                  <a:pt x="904875" y="590550"/>
                </a:lnTo>
                <a:lnTo>
                  <a:pt x="904875" y="609600"/>
                </a:lnTo>
                <a:lnTo>
                  <a:pt x="838200" y="609600"/>
                </a:lnTo>
                <a:close/>
                <a:moveTo>
                  <a:pt x="952500" y="590550"/>
                </a:moveTo>
                <a:lnTo>
                  <a:pt x="1000125" y="590550"/>
                </a:lnTo>
                <a:lnTo>
                  <a:pt x="1000125" y="609600"/>
                </a:lnTo>
                <a:lnTo>
                  <a:pt x="952500" y="609600"/>
                </a:lnTo>
                <a:close/>
                <a:moveTo>
                  <a:pt x="1104900" y="590550"/>
                </a:moveTo>
                <a:lnTo>
                  <a:pt x="1266825" y="590550"/>
                </a:lnTo>
                <a:lnTo>
                  <a:pt x="1266825" y="609600"/>
                </a:lnTo>
                <a:lnTo>
                  <a:pt x="1095375" y="609600"/>
                </a:lnTo>
                <a:lnTo>
                  <a:pt x="1095375" y="600075"/>
                </a:lnTo>
                <a:lnTo>
                  <a:pt x="1104900" y="600075"/>
                </a:lnTo>
                <a:close/>
                <a:moveTo>
                  <a:pt x="1476375" y="590550"/>
                </a:moveTo>
                <a:lnTo>
                  <a:pt x="1485900" y="590550"/>
                </a:lnTo>
                <a:lnTo>
                  <a:pt x="1485900" y="581025"/>
                </a:lnTo>
                <a:lnTo>
                  <a:pt x="1476375" y="581025"/>
                </a:lnTo>
                <a:lnTo>
                  <a:pt x="1476375" y="571500"/>
                </a:lnTo>
                <a:lnTo>
                  <a:pt x="1438275" y="571500"/>
                </a:lnTo>
                <a:lnTo>
                  <a:pt x="1438275" y="581025"/>
                </a:lnTo>
                <a:lnTo>
                  <a:pt x="1428750" y="581025"/>
                </a:lnTo>
                <a:lnTo>
                  <a:pt x="1428750" y="590550"/>
                </a:lnTo>
                <a:lnTo>
                  <a:pt x="1419225" y="590550"/>
                </a:lnTo>
                <a:lnTo>
                  <a:pt x="1419225" y="600075"/>
                </a:lnTo>
                <a:lnTo>
                  <a:pt x="1476375" y="600075"/>
                </a:lnTo>
                <a:close/>
                <a:moveTo>
                  <a:pt x="190500" y="628650"/>
                </a:moveTo>
                <a:lnTo>
                  <a:pt x="219075" y="628650"/>
                </a:lnTo>
                <a:lnTo>
                  <a:pt x="219075" y="638175"/>
                </a:lnTo>
                <a:lnTo>
                  <a:pt x="209550" y="638175"/>
                </a:lnTo>
                <a:lnTo>
                  <a:pt x="209550" y="647700"/>
                </a:lnTo>
                <a:lnTo>
                  <a:pt x="200025" y="647700"/>
                </a:lnTo>
                <a:lnTo>
                  <a:pt x="200025" y="638175"/>
                </a:lnTo>
                <a:lnTo>
                  <a:pt x="190500" y="638175"/>
                </a:lnTo>
                <a:close/>
              </a:path>
            </a:pathLst>
          </a:custGeom>
          <a:solidFill xmlns:a="http://schemas.openxmlformats.org/drawingml/2006/main">
            <a:srgbClr val="FEF3E0"/>
          </a:solidFill>
          <a:ln xmlns:a="http://schemas.openxmlformats.org/drawingml/2006/main" w="0">
            <a:noFill/>
          </a:ln>
        </p:spPr>
      </p:sp>
      <p:sp>
        <p:nvSpPr>
          <p:cNvPr id="116" name="logo7 vector #f7f0de">
            <a:extLst xmlns:a="http://schemas.openxmlformats.org/drawingml/2006/main">
              <a:ext uri="{FF2B5EF4-FFF2-40B4-BE49-F238E27FC236}">
                <a16:creationId xmlns:a16="http://schemas.microsoft.com/office/drawing/2014/main" id="{0323EBD0-262B-485B-BC59-A200E8C500A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5300" y="5210175"/>
            <a:ext cx="2305050" cy="2105025"/>
          </a:xfrm>
          <a:custGeom xmlns:a="http://schemas.openxmlformats.org/drawingml/2006/main">
            <a:pathLst>
              <a:path w="1952625" h="1781175">
                <a:moveTo>
                  <a:pt x="971550" y="0"/>
                </a:moveTo>
                <a:lnTo>
                  <a:pt x="981075" y="0"/>
                </a:lnTo>
                <a:lnTo>
                  <a:pt x="981075" y="9525"/>
                </a:lnTo>
                <a:lnTo>
                  <a:pt x="971550" y="9525"/>
                </a:lnTo>
                <a:close/>
                <a:moveTo>
                  <a:pt x="990600" y="19050"/>
                </a:moveTo>
                <a:lnTo>
                  <a:pt x="1009650" y="19050"/>
                </a:lnTo>
                <a:lnTo>
                  <a:pt x="1009650" y="28575"/>
                </a:lnTo>
                <a:lnTo>
                  <a:pt x="990600" y="28575"/>
                </a:lnTo>
                <a:close/>
                <a:moveTo>
                  <a:pt x="704850" y="28575"/>
                </a:moveTo>
                <a:lnTo>
                  <a:pt x="733425" y="28575"/>
                </a:lnTo>
                <a:lnTo>
                  <a:pt x="733425" y="38100"/>
                </a:lnTo>
                <a:lnTo>
                  <a:pt x="704850" y="38100"/>
                </a:lnTo>
                <a:close/>
                <a:moveTo>
                  <a:pt x="657225" y="38100"/>
                </a:moveTo>
                <a:lnTo>
                  <a:pt x="676275" y="38100"/>
                </a:lnTo>
                <a:lnTo>
                  <a:pt x="676275" y="47625"/>
                </a:lnTo>
                <a:lnTo>
                  <a:pt x="657225" y="47625"/>
                </a:lnTo>
                <a:close/>
                <a:moveTo>
                  <a:pt x="561975" y="47625"/>
                </a:moveTo>
                <a:lnTo>
                  <a:pt x="600075" y="47625"/>
                </a:lnTo>
                <a:lnTo>
                  <a:pt x="600075" y="57150"/>
                </a:lnTo>
                <a:lnTo>
                  <a:pt x="561975" y="57150"/>
                </a:lnTo>
                <a:close/>
                <a:moveTo>
                  <a:pt x="1314450" y="47625"/>
                </a:moveTo>
                <a:lnTo>
                  <a:pt x="1343025" y="47625"/>
                </a:lnTo>
                <a:lnTo>
                  <a:pt x="1343025" y="57150"/>
                </a:lnTo>
                <a:lnTo>
                  <a:pt x="1314450" y="57150"/>
                </a:lnTo>
                <a:close/>
                <a:moveTo>
                  <a:pt x="1419225" y="47625"/>
                </a:moveTo>
                <a:lnTo>
                  <a:pt x="1447800" y="47625"/>
                </a:lnTo>
                <a:lnTo>
                  <a:pt x="1447800" y="57150"/>
                </a:lnTo>
                <a:lnTo>
                  <a:pt x="1457325" y="57150"/>
                </a:lnTo>
                <a:lnTo>
                  <a:pt x="1457325" y="66675"/>
                </a:lnTo>
                <a:lnTo>
                  <a:pt x="1476375" y="66675"/>
                </a:lnTo>
                <a:lnTo>
                  <a:pt x="1476375" y="76200"/>
                </a:lnTo>
                <a:lnTo>
                  <a:pt x="1457325" y="76200"/>
                </a:lnTo>
                <a:lnTo>
                  <a:pt x="1457325" y="85725"/>
                </a:lnTo>
                <a:lnTo>
                  <a:pt x="1438275" y="85725"/>
                </a:lnTo>
                <a:lnTo>
                  <a:pt x="1438275" y="76200"/>
                </a:lnTo>
                <a:lnTo>
                  <a:pt x="1447800" y="76200"/>
                </a:lnTo>
                <a:lnTo>
                  <a:pt x="1447800" y="66675"/>
                </a:lnTo>
                <a:lnTo>
                  <a:pt x="1428750" y="66675"/>
                </a:lnTo>
                <a:lnTo>
                  <a:pt x="1428750" y="76200"/>
                </a:lnTo>
                <a:lnTo>
                  <a:pt x="1419225" y="76200"/>
                </a:lnTo>
                <a:lnTo>
                  <a:pt x="1419225" y="66675"/>
                </a:lnTo>
                <a:lnTo>
                  <a:pt x="1343025" y="66675"/>
                </a:lnTo>
                <a:lnTo>
                  <a:pt x="1343025" y="57150"/>
                </a:lnTo>
                <a:lnTo>
                  <a:pt x="1419225" y="57150"/>
                </a:lnTo>
                <a:close/>
                <a:moveTo>
                  <a:pt x="504825" y="57150"/>
                </a:moveTo>
                <a:lnTo>
                  <a:pt x="523875" y="57150"/>
                </a:lnTo>
                <a:lnTo>
                  <a:pt x="523875" y="76200"/>
                </a:lnTo>
                <a:lnTo>
                  <a:pt x="485775" y="76200"/>
                </a:lnTo>
                <a:lnTo>
                  <a:pt x="485775" y="85725"/>
                </a:lnTo>
                <a:lnTo>
                  <a:pt x="466725" y="85725"/>
                </a:lnTo>
                <a:lnTo>
                  <a:pt x="466725" y="66675"/>
                </a:lnTo>
                <a:lnTo>
                  <a:pt x="504825" y="66675"/>
                </a:lnTo>
                <a:close/>
                <a:moveTo>
                  <a:pt x="533400" y="57150"/>
                </a:moveTo>
                <a:lnTo>
                  <a:pt x="542925" y="57150"/>
                </a:lnTo>
                <a:lnTo>
                  <a:pt x="542925" y="66675"/>
                </a:lnTo>
                <a:lnTo>
                  <a:pt x="533400" y="66675"/>
                </a:lnTo>
                <a:close/>
                <a:moveTo>
                  <a:pt x="552450" y="57150"/>
                </a:moveTo>
                <a:lnTo>
                  <a:pt x="561975" y="57150"/>
                </a:lnTo>
                <a:lnTo>
                  <a:pt x="561975" y="66675"/>
                </a:lnTo>
                <a:lnTo>
                  <a:pt x="552450" y="66675"/>
                </a:lnTo>
                <a:close/>
                <a:moveTo>
                  <a:pt x="447675" y="66675"/>
                </a:moveTo>
                <a:lnTo>
                  <a:pt x="457200" y="66675"/>
                </a:lnTo>
                <a:lnTo>
                  <a:pt x="457200" y="76200"/>
                </a:lnTo>
                <a:lnTo>
                  <a:pt x="447675" y="76200"/>
                </a:lnTo>
                <a:close/>
                <a:moveTo>
                  <a:pt x="438150" y="76200"/>
                </a:moveTo>
                <a:lnTo>
                  <a:pt x="447675" y="76200"/>
                </a:lnTo>
                <a:lnTo>
                  <a:pt x="447675" y="85725"/>
                </a:lnTo>
                <a:lnTo>
                  <a:pt x="438150" y="85725"/>
                </a:lnTo>
                <a:close/>
                <a:moveTo>
                  <a:pt x="419100" y="85725"/>
                </a:moveTo>
                <a:lnTo>
                  <a:pt x="438150" y="85725"/>
                </a:lnTo>
                <a:lnTo>
                  <a:pt x="438150" y="95250"/>
                </a:lnTo>
                <a:lnTo>
                  <a:pt x="447675" y="95250"/>
                </a:lnTo>
                <a:lnTo>
                  <a:pt x="447675" y="85725"/>
                </a:lnTo>
                <a:lnTo>
                  <a:pt x="457200" y="85725"/>
                </a:lnTo>
                <a:lnTo>
                  <a:pt x="457200" y="95250"/>
                </a:lnTo>
                <a:lnTo>
                  <a:pt x="447675" y="95250"/>
                </a:lnTo>
                <a:lnTo>
                  <a:pt x="447675" y="104775"/>
                </a:lnTo>
                <a:lnTo>
                  <a:pt x="428625" y="104775"/>
                </a:lnTo>
                <a:lnTo>
                  <a:pt x="428625" y="114300"/>
                </a:lnTo>
                <a:lnTo>
                  <a:pt x="419100" y="114300"/>
                </a:lnTo>
                <a:lnTo>
                  <a:pt x="419100" y="123825"/>
                </a:lnTo>
                <a:lnTo>
                  <a:pt x="409575" y="123825"/>
                </a:lnTo>
                <a:lnTo>
                  <a:pt x="409575" y="95250"/>
                </a:lnTo>
                <a:lnTo>
                  <a:pt x="419100" y="95250"/>
                </a:lnTo>
                <a:close/>
                <a:moveTo>
                  <a:pt x="1457325" y="85725"/>
                </a:moveTo>
                <a:lnTo>
                  <a:pt x="1466850" y="85725"/>
                </a:lnTo>
                <a:lnTo>
                  <a:pt x="1466850" y="95250"/>
                </a:lnTo>
                <a:lnTo>
                  <a:pt x="1457325" y="95250"/>
                </a:lnTo>
                <a:close/>
                <a:moveTo>
                  <a:pt x="828675" y="95250"/>
                </a:moveTo>
                <a:lnTo>
                  <a:pt x="838200" y="95250"/>
                </a:lnTo>
                <a:lnTo>
                  <a:pt x="838200" y="104775"/>
                </a:lnTo>
                <a:lnTo>
                  <a:pt x="828675" y="104775"/>
                </a:lnTo>
                <a:close/>
                <a:moveTo>
                  <a:pt x="1466850" y="95250"/>
                </a:moveTo>
                <a:lnTo>
                  <a:pt x="1504950" y="95250"/>
                </a:lnTo>
                <a:lnTo>
                  <a:pt x="1504950" y="104775"/>
                </a:lnTo>
                <a:lnTo>
                  <a:pt x="1495425" y="104775"/>
                </a:lnTo>
                <a:lnTo>
                  <a:pt x="1495425" y="114300"/>
                </a:lnTo>
                <a:lnTo>
                  <a:pt x="1504950" y="114300"/>
                </a:lnTo>
                <a:lnTo>
                  <a:pt x="1504950" y="123825"/>
                </a:lnTo>
                <a:lnTo>
                  <a:pt x="1533525" y="123825"/>
                </a:lnTo>
                <a:lnTo>
                  <a:pt x="1533525" y="133350"/>
                </a:lnTo>
                <a:lnTo>
                  <a:pt x="1524000" y="133350"/>
                </a:lnTo>
                <a:lnTo>
                  <a:pt x="1524000" y="142875"/>
                </a:lnTo>
                <a:lnTo>
                  <a:pt x="1533525" y="142875"/>
                </a:lnTo>
                <a:lnTo>
                  <a:pt x="1533525" y="152400"/>
                </a:lnTo>
                <a:lnTo>
                  <a:pt x="1514475" y="152400"/>
                </a:lnTo>
                <a:lnTo>
                  <a:pt x="1514475" y="142875"/>
                </a:lnTo>
                <a:lnTo>
                  <a:pt x="1504950" y="142875"/>
                </a:lnTo>
                <a:lnTo>
                  <a:pt x="1504950" y="133350"/>
                </a:lnTo>
                <a:lnTo>
                  <a:pt x="1495425" y="133350"/>
                </a:lnTo>
                <a:lnTo>
                  <a:pt x="1495425" y="123825"/>
                </a:lnTo>
                <a:lnTo>
                  <a:pt x="1485900" y="123825"/>
                </a:lnTo>
                <a:lnTo>
                  <a:pt x="1485900" y="114300"/>
                </a:lnTo>
                <a:lnTo>
                  <a:pt x="1476375" y="114300"/>
                </a:lnTo>
                <a:lnTo>
                  <a:pt x="1476375" y="104775"/>
                </a:lnTo>
                <a:lnTo>
                  <a:pt x="1466850" y="104775"/>
                </a:lnTo>
                <a:close/>
                <a:moveTo>
                  <a:pt x="723900" y="104775"/>
                </a:moveTo>
                <a:lnTo>
                  <a:pt x="762000" y="104775"/>
                </a:lnTo>
                <a:lnTo>
                  <a:pt x="762000" y="114300"/>
                </a:lnTo>
                <a:lnTo>
                  <a:pt x="723900" y="114300"/>
                </a:lnTo>
                <a:close/>
                <a:moveTo>
                  <a:pt x="1123950" y="104775"/>
                </a:moveTo>
                <a:lnTo>
                  <a:pt x="1171575" y="104775"/>
                </a:lnTo>
                <a:lnTo>
                  <a:pt x="1171575" y="114300"/>
                </a:lnTo>
                <a:lnTo>
                  <a:pt x="1123950" y="114300"/>
                </a:lnTo>
                <a:close/>
                <a:moveTo>
                  <a:pt x="628650" y="114300"/>
                </a:moveTo>
                <a:lnTo>
                  <a:pt x="647700" y="114300"/>
                </a:lnTo>
                <a:lnTo>
                  <a:pt x="647700" y="123825"/>
                </a:lnTo>
                <a:lnTo>
                  <a:pt x="628650" y="123825"/>
                </a:lnTo>
                <a:close/>
                <a:moveTo>
                  <a:pt x="1247775" y="114300"/>
                </a:moveTo>
                <a:lnTo>
                  <a:pt x="1257300" y="114300"/>
                </a:lnTo>
                <a:lnTo>
                  <a:pt x="1257300" y="123825"/>
                </a:lnTo>
                <a:lnTo>
                  <a:pt x="1247775" y="123825"/>
                </a:lnTo>
                <a:close/>
                <a:moveTo>
                  <a:pt x="371475" y="123825"/>
                </a:moveTo>
                <a:lnTo>
                  <a:pt x="381000" y="123825"/>
                </a:lnTo>
                <a:lnTo>
                  <a:pt x="381000" y="133350"/>
                </a:lnTo>
                <a:lnTo>
                  <a:pt x="400050" y="133350"/>
                </a:lnTo>
                <a:lnTo>
                  <a:pt x="400050" y="123825"/>
                </a:lnTo>
                <a:lnTo>
                  <a:pt x="409575" y="123825"/>
                </a:lnTo>
                <a:lnTo>
                  <a:pt x="409575" y="133350"/>
                </a:lnTo>
                <a:lnTo>
                  <a:pt x="400050" y="133350"/>
                </a:lnTo>
                <a:lnTo>
                  <a:pt x="400050" y="142875"/>
                </a:lnTo>
                <a:lnTo>
                  <a:pt x="390525" y="142875"/>
                </a:lnTo>
                <a:lnTo>
                  <a:pt x="390525" y="152400"/>
                </a:lnTo>
                <a:lnTo>
                  <a:pt x="381000" y="152400"/>
                </a:lnTo>
                <a:lnTo>
                  <a:pt x="381000" y="161925"/>
                </a:lnTo>
                <a:lnTo>
                  <a:pt x="361950" y="161925"/>
                </a:lnTo>
                <a:lnTo>
                  <a:pt x="361950" y="152400"/>
                </a:lnTo>
                <a:lnTo>
                  <a:pt x="352425" y="152400"/>
                </a:lnTo>
                <a:lnTo>
                  <a:pt x="352425" y="142875"/>
                </a:lnTo>
                <a:lnTo>
                  <a:pt x="361950" y="142875"/>
                </a:lnTo>
                <a:lnTo>
                  <a:pt x="361950" y="133350"/>
                </a:lnTo>
                <a:lnTo>
                  <a:pt x="371475" y="133350"/>
                </a:lnTo>
                <a:close/>
                <a:moveTo>
                  <a:pt x="571500" y="123825"/>
                </a:moveTo>
                <a:lnTo>
                  <a:pt x="600075" y="123825"/>
                </a:lnTo>
                <a:lnTo>
                  <a:pt x="600075" y="133350"/>
                </a:lnTo>
                <a:lnTo>
                  <a:pt x="571500" y="133350"/>
                </a:lnTo>
                <a:close/>
                <a:moveTo>
                  <a:pt x="1304925" y="123825"/>
                </a:moveTo>
                <a:lnTo>
                  <a:pt x="1333500" y="123825"/>
                </a:lnTo>
                <a:lnTo>
                  <a:pt x="1333500" y="133350"/>
                </a:lnTo>
                <a:lnTo>
                  <a:pt x="1304925" y="133350"/>
                </a:lnTo>
                <a:close/>
                <a:moveTo>
                  <a:pt x="533400" y="133350"/>
                </a:moveTo>
                <a:lnTo>
                  <a:pt x="542925" y="133350"/>
                </a:lnTo>
                <a:lnTo>
                  <a:pt x="542925" y="142875"/>
                </a:lnTo>
                <a:lnTo>
                  <a:pt x="533400" y="142875"/>
                </a:lnTo>
                <a:close/>
                <a:moveTo>
                  <a:pt x="1352550" y="133350"/>
                </a:moveTo>
                <a:lnTo>
                  <a:pt x="1362075" y="133350"/>
                </a:lnTo>
                <a:lnTo>
                  <a:pt x="1362075" y="142875"/>
                </a:lnTo>
                <a:lnTo>
                  <a:pt x="1352550" y="142875"/>
                </a:lnTo>
                <a:close/>
                <a:moveTo>
                  <a:pt x="285750" y="142875"/>
                </a:moveTo>
                <a:lnTo>
                  <a:pt x="304800" y="142875"/>
                </a:lnTo>
                <a:lnTo>
                  <a:pt x="304800" y="152400"/>
                </a:lnTo>
                <a:lnTo>
                  <a:pt x="285750" y="152400"/>
                </a:lnTo>
                <a:close/>
                <a:moveTo>
                  <a:pt x="1543050" y="142875"/>
                </a:moveTo>
                <a:lnTo>
                  <a:pt x="1552575" y="142875"/>
                </a:lnTo>
                <a:lnTo>
                  <a:pt x="1552575" y="152400"/>
                </a:lnTo>
                <a:lnTo>
                  <a:pt x="1543050" y="152400"/>
                </a:lnTo>
                <a:close/>
                <a:moveTo>
                  <a:pt x="314325" y="152400"/>
                </a:moveTo>
                <a:lnTo>
                  <a:pt x="333375" y="152400"/>
                </a:lnTo>
                <a:lnTo>
                  <a:pt x="333375" y="161925"/>
                </a:lnTo>
                <a:lnTo>
                  <a:pt x="314325" y="161925"/>
                </a:lnTo>
                <a:close/>
                <a:moveTo>
                  <a:pt x="1562100" y="152400"/>
                </a:moveTo>
                <a:lnTo>
                  <a:pt x="1609725" y="152400"/>
                </a:lnTo>
                <a:lnTo>
                  <a:pt x="1609725" y="161925"/>
                </a:lnTo>
                <a:lnTo>
                  <a:pt x="1562100" y="161925"/>
                </a:lnTo>
                <a:close/>
                <a:moveTo>
                  <a:pt x="466725" y="161925"/>
                </a:moveTo>
                <a:lnTo>
                  <a:pt x="476250" y="161925"/>
                </a:lnTo>
                <a:lnTo>
                  <a:pt x="476250" y="171450"/>
                </a:lnTo>
                <a:lnTo>
                  <a:pt x="466725" y="171450"/>
                </a:lnTo>
                <a:close/>
                <a:moveTo>
                  <a:pt x="1438275" y="161925"/>
                </a:moveTo>
                <a:lnTo>
                  <a:pt x="1447800" y="161925"/>
                </a:lnTo>
                <a:lnTo>
                  <a:pt x="1447800" y="171450"/>
                </a:lnTo>
                <a:lnTo>
                  <a:pt x="1438275" y="171450"/>
                </a:lnTo>
                <a:close/>
                <a:moveTo>
                  <a:pt x="1647825" y="161925"/>
                </a:moveTo>
                <a:lnTo>
                  <a:pt x="1666875" y="161925"/>
                </a:lnTo>
                <a:lnTo>
                  <a:pt x="1666875" y="171450"/>
                </a:lnTo>
                <a:lnTo>
                  <a:pt x="1647825" y="171450"/>
                </a:lnTo>
                <a:close/>
                <a:moveTo>
                  <a:pt x="457200" y="171450"/>
                </a:moveTo>
                <a:lnTo>
                  <a:pt x="466725" y="171450"/>
                </a:lnTo>
                <a:lnTo>
                  <a:pt x="466725" y="180975"/>
                </a:lnTo>
                <a:lnTo>
                  <a:pt x="457200" y="180975"/>
                </a:lnTo>
                <a:close/>
                <a:moveTo>
                  <a:pt x="1447800" y="171450"/>
                </a:moveTo>
                <a:lnTo>
                  <a:pt x="1457325" y="171450"/>
                </a:lnTo>
                <a:lnTo>
                  <a:pt x="1457325" y="180975"/>
                </a:lnTo>
                <a:lnTo>
                  <a:pt x="1447800" y="180975"/>
                </a:lnTo>
                <a:close/>
                <a:moveTo>
                  <a:pt x="1685925" y="171450"/>
                </a:moveTo>
                <a:lnTo>
                  <a:pt x="1695450" y="171450"/>
                </a:lnTo>
                <a:lnTo>
                  <a:pt x="1695450" y="180975"/>
                </a:lnTo>
                <a:lnTo>
                  <a:pt x="1685925" y="180975"/>
                </a:lnTo>
                <a:close/>
                <a:moveTo>
                  <a:pt x="638175" y="180975"/>
                </a:moveTo>
                <a:lnTo>
                  <a:pt x="647700" y="180975"/>
                </a:lnTo>
                <a:lnTo>
                  <a:pt x="647700" y="190500"/>
                </a:lnTo>
                <a:lnTo>
                  <a:pt x="638175" y="190500"/>
                </a:lnTo>
                <a:close/>
                <a:moveTo>
                  <a:pt x="1352550" y="180975"/>
                </a:moveTo>
                <a:lnTo>
                  <a:pt x="1371600" y="180975"/>
                </a:lnTo>
                <a:lnTo>
                  <a:pt x="1371600" y="190500"/>
                </a:lnTo>
                <a:lnTo>
                  <a:pt x="1352550" y="190500"/>
                </a:lnTo>
                <a:close/>
                <a:moveTo>
                  <a:pt x="438150" y="190500"/>
                </a:moveTo>
                <a:lnTo>
                  <a:pt x="447675" y="190500"/>
                </a:lnTo>
                <a:lnTo>
                  <a:pt x="447675" y="200025"/>
                </a:lnTo>
                <a:lnTo>
                  <a:pt x="438150" y="200025"/>
                </a:lnTo>
                <a:close/>
                <a:moveTo>
                  <a:pt x="1371600" y="190500"/>
                </a:moveTo>
                <a:lnTo>
                  <a:pt x="1381125" y="190500"/>
                </a:lnTo>
                <a:lnTo>
                  <a:pt x="1381125" y="200025"/>
                </a:lnTo>
                <a:lnTo>
                  <a:pt x="1371600" y="200025"/>
                </a:lnTo>
                <a:close/>
                <a:moveTo>
                  <a:pt x="1676400" y="190500"/>
                </a:moveTo>
                <a:lnTo>
                  <a:pt x="1685925" y="190500"/>
                </a:lnTo>
                <a:lnTo>
                  <a:pt x="1685925" y="200025"/>
                </a:lnTo>
                <a:lnTo>
                  <a:pt x="1676400" y="200025"/>
                </a:lnTo>
                <a:close/>
                <a:moveTo>
                  <a:pt x="476250" y="200025"/>
                </a:moveTo>
                <a:lnTo>
                  <a:pt x="485775" y="200025"/>
                </a:lnTo>
                <a:lnTo>
                  <a:pt x="485775" y="209550"/>
                </a:lnTo>
                <a:lnTo>
                  <a:pt x="476250" y="209550"/>
                </a:lnTo>
                <a:close/>
                <a:moveTo>
                  <a:pt x="514350" y="200025"/>
                </a:moveTo>
                <a:lnTo>
                  <a:pt x="523875" y="200025"/>
                </a:lnTo>
                <a:lnTo>
                  <a:pt x="523875" y="209550"/>
                </a:lnTo>
                <a:lnTo>
                  <a:pt x="514350" y="209550"/>
                </a:lnTo>
                <a:close/>
                <a:moveTo>
                  <a:pt x="523875" y="209550"/>
                </a:moveTo>
                <a:lnTo>
                  <a:pt x="533400" y="209550"/>
                </a:lnTo>
                <a:lnTo>
                  <a:pt x="533400" y="219075"/>
                </a:lnTo>
                <a:lnTo>
                  <a:pt x="523875" y="219075"/>
                </a:lnTo>
                <a:close/>
                <a:moveTo>
                  <a:pt x="419100" y="219075"/>
                </a:moveTo>
                <a:lnTo>
                  <a:pt x="428625" y="219075"/>
                </a:lnTo>
                <a:lnTo>
                  <a:pt x="428625" y="228600"/>
                </a:lnTo>
                <a:lnTo>
                  <a:pt x="419100" y="228600"/>
                </a:lnTo>
                <a:close/>
                <a:moveTo>
                  <a:pt x="590550" y="219075"/>
                </a:moveTo>
                <a:lnTo>
                  <a:pt x="600075" y="219075"/>
                </a:lnTo>
                <a:lnTo>
                  <a:pt x="600075" y="228600"/>
                </a:lnTo>
                <a:lnTo>
                  <a:pt x="590550" y="228600"/>
                </a:lnTo>
                <a:close/>
                <a:moveTo>
                  <a:pt x="1371600" y="219075"/>
                </a:moveTo>
                <a:lnTo>
                  <a:pt x="1381125" y="219075"/>
                </a:lnTo>
                <a:lnTo>
                  <a:pt x="1381125" y="228600"/>
                </a:lnTo>
                <a:lnTo>
                  <a:pt x="1371600" y="228600"/>
                </a:lnTo>
                <a:close/>
                <a:moveTo>
                  <a:pt x="1485900" y="219075"/>
                </a:moveTo>
                <a:lnTo>
                  <a:pt x="1514475" y="219075"/>
                </a:lnTo>
                <a:lnTo>
                  <a:pt x="1514475" y="228600"/>
                </a:lnTo>
                <a:lnTo>
                  <a:pt x="1485900" y="228600"/>
                </a:lnTo>
                <a:close/>
                <a:moveTo>
                  <a:pt x="323850" y="228600"/>
                </a:moveTo>
                <a:lnTo>
                  <a:pt x="333375" y="228600"/>
                </a:lnTo>
                <a:lnTo>
                  <a:pt x="333375" y="238125"/>
                </a:lnTo>
                <a:lnTo>
                  <a:pt x="323850" y="238125"/>
                </a:lnTo>
                <a:close/>
                <a:moveTo>
                  <a:pt x="1362075" y="228600"/>
                </a:moveTo>
                <a:lnTo>
                  <a:pt x="1371600" y="228600"/>
                </a:lnTo>
                <a:lnTo>
                  <a:pt x="1371600" y="238125"/>
                </a:lnTo>
                <a:lnTo>
                  <a:pt x="1362075" y="238125"/>
                </a:lnTo>
                <a:close/>
                <a:moveTo>
                  <a:pt x="762000" y="238125"/>
                </a:moveTo>
                <a:lnTo>
                  <a:pt x="781050" y="238125"/>
                </a:lnTo>
                <a:lnTo>
                  <a:pt x="781050" y="247650"/>
                </a:lnTo>
                <a:lnTo>
                  <a:pt x="762000" y="247650"/>
                </a:lnTo>
                <a:close/>
                <a:moveTo>
                  <a:pt x="981075" y="238125"/>
                </a:moveTo>
                <a:lnTo>
                  <a:pt x="990600" y="238125"/>
                </a:lnTo>
                <a:lnTo>
                  <a:pt x="990600" y="247650"/>
                </a:lnTo>
                <a:lnTo>
                  <a:pt x="981075" y="247650"/>
                </a:lnTo>
                <a:close/>
                <a:moveTo>
                  <a:pt x="1066800" y="238125"/>
                </a:moveTo>
                <a:lnTo>
                  <a:pt x="1076325" y="238125"/>
                </a:lnTo>
                <a:lnTo>
                  <a:pt x="1076325" y="247650"/>
                </a:lnTo>
                <a:lnTo>
                  <a:pt x="1066800" y="247650"/>
                </a:lnTo>
                <a:close/>
                <a:moveTo>
                  <a:pt x="1590675" y="238125"/>
                </a:moveTo>
                <a:lnTo>
                  <a:pt x="1600200" y="238125"/>
                </a:lnTo>
                <a:lnTo>
                  <a:pt x="1600200" y="247650"/>
                </a:lnTo>
                <a:lnTo>
                  <a:pt x="1590675" y="247650"/>
                </a:lnTo>
                <a:close/>
                <a:moveTo>
                  <a:pt x="676275" y="247650"/>
                </a:moveTo>
                <a:lnTo>
                  <a:pt x="685800" y="247650"/>
                </a:lnTo>
                <a:lnTo>
                  <a:pt x="685800" y="257175"/>
                </a:lnTo>
                <a:lnTo>
                  <a:pt x="676275" y="257175"/>
                </a:lnTo>
                <a:close/>
                <a:moveTo>
                  <a:pt x="933450" y="247650"/>
                </a:moveTo>
                <a:lnTo>
                  <a:pt x="942975" y="247650"/>
                </a:lnTo>
                <a:lnTo>
                  <a:pt x="942975" y="257175"/>
                </a:lnTo>
                <a:lnTo>
                  <a:pt x="933450" y="257175"/>
                </a:lnTo>
                <a:close/>
                <a:moveTo>
                  <a:pt x="1600200" y="247650"/>
                </a:moveTo>
                <a:lnTo>
                  <a:pt x="1609725" y="247650"/>
                </a:lnTo>
                <a:lnTo>
                  <a:pt x="1609725" y="257175"/>
                </a:lnTo>
                <a:lnTo>
                  <a:pt x="1600200" y="257175"/>
                </a:lnTo>
                <a:close/>
                <a:moveTo>
                  <a:pt x="1400175" y="257175"/>
                </a:moveTo>
                <a:lnTo>
                  <a:pt x="1409700" y="257175"/>
                </a:lnTo>
                <a:lnTo>
                  <a:pt x="1409700" y="266700"/>
                </a:lnTo>
                <a:lnTo>
                  <a:pt x="1400175" y="266700"/>
                </a:lnTo>
                <a:close/>
                <a:moveTo>
                  <a:pt x="1695450" y="257175"/>
                </a:moveTo>
                <a:lnTo>
                  <a:pt x="1704975" y="257175"/>
                </a:lnTo>
                <a:lnTo>
                  <a:pt x="1704975" y="276225"/>
                </a:lnTo>
                <a:lnTo>
                  <a:pt x="1714500" y="276225"/>
                </a:lnTo>
                <a:lnTo>
                  <a:pt x="1714500" y="381000"/>
                </a:lnTo>
                <a:lnTo>
                  <a:pt x="1704975" y="381000"/>
                </a:lnTo>
                <a:lnTo>
                  <a:pt x="1704975" y="400050"/>
                </a:lnTo>
                <a:lnTo>
                  <a:pt x="1685925" y="400050"/>
                </a:lnTo>
                <a:lnTo>
                  <a:pt x="1685925" y="371475"/>
                </a:lnTo>
                <a:lnTo>
                  <a:pt x="1695450" y="371475"/>
                </a:lnTo>
                <a:lnTo>
                  <a:pt x="1695450" y="352425"/>
                </a:lnTo>
                <a:lnTo>
                  <a:pt x="1685925" y="352425"/>
                </a:lnTo>
                <a:lnTo>
                  <a:pt x="1685925" y="323850"/>
                </a:lnTo>
                <a:lnTo>
                  <a:pt x="1695450" y="323850"/>
                </a:lnTo>
                <a:lnTo>
                  <a:pt x="1695450" y="295275"/>
                </a:lnTo>
                <a:lnTo>
                  <a:pt x="1685925" y="295275"/>
                </a:lnTo>
                <a:lnTo>
                  <a:pt x="1685925" y="285750"/>
                </a:lnTo>
                <a:lnTo>
                  <a:pt x="1695450" y="285750"/>
                </a:lnTo>
                <a:close/>
                <a:moveTo>
                  <a:pt x="942975" y="266700"/>
                </a:moveTo>
                <a:lnTo>
                  <a:pt x="962025" y="266700"/>
                </a:lnTo>
                <a:lnTo>
                  <a:pt x="962025" y="276225"/>
                </a:lnTo>
                <a:lnTo>
                  <a:pt x="942975" y="276225"/>
                </a:lnTo>
                <a:close/>
                <a:moveTo>
                  <a:pt x="1609725" y="266700"/>
                </a:moveTo>
                <a:lnTo>
                  <a:pt x="1619250" y="266700"/>
                </a:lnTo>
                <a:lnTo>
                  <a:pt x="1619250" y="295275"/>
                </a:lnTo>
                <a:lnTo>
                  <a:pt x="1609725" y="295275"/>
                </a:lnTo>
                <a:close/>
                <a:moveTo>
                  <a:pt x="428625" y="276225"/>
                </a:moveTo>
                <a:lnTo>
                  <a:pt x="438150" y="276225"/>
                </a:lnTo>
                <a:lnTo>
                  <a:pt x="438150" y="285750"/>
                </a:lnTo>
                <a:lnTo>
                  <a:pt x="428625" y="285750"/>
                </a:lnTo>
                <a:close/>
                <a:moveTo>
                  <a:pt x="1552575" y="276225"/>
                </a:moveTo>
                <a:lnTo>
                  <a:pt x="1562100" y="276225"/>
                </a:lnTo>
                <a:lnTo>
                  <a:pt x="1562100" y="285750"/>
                </a:lnTo>
                <a:lnTo>
                  <a:pt x="1552575" y="285750"/>
                </a:lnTo>
                <a:close/>
                <a:moveTo>
                  <a:pt x="676275" y="285750"/>
                </a:moveTo>
                <a:lnTo>
                  <a:pt x="695325" y="285750"/>
                </a:lnTo>
                <a:lnTo>
                  <a:pt x="695325" y="352425"/>
                </a:lnTo>
                <a:lnTo>
                  <a:pt x="676275" y="352425"/>
                </a:lnTo>
                <a:close/>
                <a:moveTo>
                  <a:pt x="962025" y="295275"/>
                </a:moveTo>
                <a:lnTo>
                  <a:pt x="971550" y="295275"/>
                </a:lnTo>
                <a:lnTo>
                  <a:pt x="971550" y="323850"/>
                </a:lnTo>
                <a:lnTo>
                  <a:pt x="952500" y="323850"/>
                </a:lnTo>
                <a:lnTo>
                  <a:pt x="952500" y="304800"/>
                </a:lnTo>
                <a:lnTo>
                  <a:pt x="962025" y="304800"/>
                </a:lnTo>
                <a:close/>
                <a:moveTo>
                  <a:pt x="1562100" y="295275"/>
                </a:moveTo>
                <a:lnTo>
                  <a:pt x="1571625" y="295275"/>
                </a:lnTo>
                <a:lnTo>
                  <a:pt x="1571625" y="304800"/>
                </a:lnTo>
                <a:lnTo>
                  <a:pt x="1562100" y="304800"/>
                </a:lnTo>
                <a:close/>
                <a:moveTo>
                  <a:pt x="419100" y="304800"/>
                </a:moveTo>
                <a:lnTo>
                  <a:pt x="428625" y="304800"/>
                </a:lnTo>
                <a:lnTo>
                  <a:pt x="428625" y="314325"/>
                </a:lnTo>
                <a:lnTo>
                  <a:pt x="419100" y="314325"/>
                </a:lnTo>
                <a:close/>
                <a:moveTo>
                  <a:pt x="1171575" y="304800"/>
                </a:moveTo>
                <a:lnTo>
                  <a:pt x="1181100" y="304800"/>
                </a:lnTo>
                <a:lnTo>
                  <a:pt x="1181100" y="314325"/>
                </a:lnTo>
                <a:lnTo>
                  <a:pt x="1171575" y="314325"/>
                </a:lnTo>
                <a:close/>
                <a:moveTo>
                  <a:pt x="600075" y="323850"/>
                </a:moveTo>
                <a:lnTo>
                  <a:pt x="609600" y="323850"/>
                </a:lnTo>
                <a:lnTo>
                  <a:pt x="609600" y="352425"/>
                </a:lnTo>
                <a:lnTo>
                  <a:pt x="600075" y="352425"/>
                </a:lnTo>
                <a:close/>
                <a:moveTo>
                  <a:pt x="771525" y="323850"/>
                </a:moveTo>
                <a:lnTo>
                  <a:pt x="790575" y="323850"/>
                </a:lnTo>
                <a:lnTo>
                  <a:pt x="790575" y="342900"/>
                </a:lnTo>
                <a:lnTo>
                  <a:pt x="771525" y="342900"/>
                </a:lnTo>
                <a:close/>
                <a:moveTo>
                  <a:pt x="200025" y="333375"/>
                </a:moveTo>
                <a:lnTo>
                  <a:pt x="209550" y="333375"/>
                </a:lnTo>
                <a:lnTo>
                  <a:pt x="209550" y="371475"/>
                </a:lnTo>
                <a:lnTo>
                  <a:pt x="200025" y="371475"/>
                </a:lnTo>
                <a:close/>
                <a:moveTo>
                  <a:pt x="409575" y="333375"/>
                </a:moveTo>
                <a:lnTo>
                  <a:pt x="419100" y="333375"/>
                </a:lnTo>
                <a:lnTo>
                  <a:pt x="419100" y="342900"/>
                </a:lnTo>
                <a:lnTo>
                  <a:pt x="409575" y="342900"/>
                </a:lnTo>
                <a:close/>
                <a:moveTo>
                  <a:pt x="857250" y="333375"/>
                </a:moveTo>
                <a:lnTo>
                  <a:pt x="876300" y="333375"/>
                </a:lnTo>
                <a:lnTo>
                  <a:pt x="876300" y="342900"/>
                </a:lnTo>
                <a:lnTo>
                  <a:pt x="857250" y="342900"/>
                </a:lnTo>
                <a:close/>
                <a:moveTo>
                  <a:pt x="1562100" y="342900"/>
                </a:moveTo>
                <a:lnTo>
                  <a:pt x="1571625" y="342900"/>
                </a:lnTo>
                <a:lnTo>
                  <a:pt x="1571625" y="390525"/>
                </a:lnTo>
                <a:lnTo>
                  <a:pt x="1562100" y="390525"/>
                </a:lnTo>
                <a:close/>
                <a:moveTo>
                  <a:pt x="581025" y="352425"/>
                </a:moveTo>
                <a:lnTo>
                  <a:pt x="590550" y="352425"/>
                </a:lnTo>
                <a:lnTo>
                  <a:pt x="590550" y="361950"/>
                </a:lnTo>
                <a:lnTo>
                  <a:pt x="581025" y="361950"/>
                </a:lnTo>
                <a:close/>
                <a:moveTo>
                  <a:pt x="1343025" y="352425"/>
                </a:moveTo>
                <a:lnTo>
                  <a:pt x="1362075" y="352425"/>
                </a:lnTo>
                <a:lnTo>
                  <a:pt x="1362075" y="371475"/>
                </a:lnTo>
                <a:lnTo>
                  <a:pt x="1343025" y="371475"/>
                </a:lnTo>
                <a:close/>
                <a:moveTo>
                  <a:pt x="600075" y="361950"/>
                </a:moveTo>
                <a:lnTo>
                  <a:pt x="609600" y="361950"/>
                </a:lnTo>
                <a:lnTo>
                  <a:pt x="609600" y="371475"/>
                </a:lnTo>
                <a:lnTo>
                  <a:pt x="600075" y="371475"/>
                </a:lnTo>
                <a:close/>
                <a:moveTo>
                  <a:pt x="457200" y="371475"/>
                </a:moveTo>
                <a:lnTo>
                  <a:pt x="466725" y="371475"/>
                </a:lnTo>
                <a:lnTo>
                  <a:pt x="466725" y="381000"/>
                </a:lnTo>
                <a:lnTo>
                  <a:pt x="457200" y="381000"/>
                </a:lnTo>
                <a:close/>
                <a:moveTo>
                  <a:pt x="200025" y="381000"/>
                </a:moveTo>
                <a:lnTo>
                  <a:pt x="209550" y="381000"/>
                </a:lnTo>
                <a:lnTo>
                  <a:pt x="209550" y="409575"/>
                </a:lnTo>
                <a:lnTo>
                  <a:pt x="219075" y="409575"/>
                </a:lnTo>
                <a:lnTo>
                  <a:pt x="219075" y="419100"/>
                </a:lnTo>
                <a:lnTo>
                  <a:pt x="209550" y="419100"/>
                </a:lnTo>
                <a:lnTo>
                  <a:pt x="209550" y="447675"/>
                </a:lnTo>
                <a:lnTo>
                  <a:pt x="219075" y="447675"/>
                </a:lnTo>
                <a:lnTo>
                  <a:pt x="219075" y="495300"/>
                </a:lnTo>
                <a:lnTo>
                  <a:pt x="209550" y="495300"/>
                </a:lnTo>
                <a:lnTo>
                  <a:pt x="209550" y="504825"/>
                </a:lnTo>
                <a:lnTo>
                  <a:pt x="200025" y="504825"/>
                </a:lnTo>
                <a:close/>
                <a:moveTo>
                  <a:pt x="1247775" y="390525"/>
                </a:moveTo>
                <a:lnTo>
                  <a:pt x="1266825" y="390525"/>
                </a:lnTo>
                <a:lnTo>
                  <a:pt x="1266825" y="400050"/>
                </a:lnTo>
                <a:lnTo>
                  <a:pt x="1247775" y="400050"/>
                </a:lnTo>
                <a:close/>
                <a:moveTo>
                  <a:pt x="1238250" y="400050"/>
                </a:moveTo>
                <a:lnTo>
                  <a:pt x="1247775" y="400050"/>
                </a:lnTo>
                <a:lnTo>
                  <a:pt x="1247775" y="409575"/>
                </a:lnTo>
                <a:lnTo>
                  <a:pt x="1238250" y="409575"/>
                </a:lnTo>
                <a:close/>
                <a:moveTo>
                  <a:pt x="1266825" y="400050"/>
                </a:moveTo>
                <a:lnTo>
                  <a:pt x="1276350" y="400050"/>
                </a:lnTo>
                <a:lnTo>
                  <a:pt x="1276350" y="409575"/>
                </a:lnTo>
                <a:lnTo>
                  <a:pt x="1266825" y="409575"/>
                </a:lnTo>
                <a:close/>
                <a:moveTo>
                  <a:pt x="819150" y="409575"/>
                </a:moveTo>
                <a:lnTo>
                  <a:pt x="828675" y="409575"/>
                </a:lnTo>
                <a:lnTo>
                  <a:pt x="828675" y="419100"/>
                </a:lnTo>
                <a:lnTo>
                  <a:pt x="819150" y="419100"/>
                </a:lnTo>
                <a:close/>
                <a:moveTo>
                  <a:pt x="838200" y="409575"/>
                </a:moveTo>
                <a:lnTo>
                  <a:pt x="847725" y="409575"/>
                </a:lnTo>
                <a:lnTo>
                  <a:pt x="847725" y="419100"/>
                </a:lnTo>
                <a:lnTo>
                  <a:pt x="838200" y="419100"/>
                </a:lnTo>
                <a:close/>
                <a:moveTo>
                  <a:pt x="990600" y="409575"/>
                </a:moveTo>
                <a:lnTo>
                  <a:pt x="1009650" y="409575"/>
                </a:lnTo>
                <a:lnTo>
                  <a:pt x="1009650" y="419100"/>
                </a:lnTo>
                <a:lnTo>
                  <a:pt x="990600" y="419100"/>
                </a:lnTo>
                <a:close/>
                <a:moveTo>
                  <a:pt x="1076325" y="409575"/>
                </a:moveTo>
                <a:lnTo>
                  <a:pt x="1095375" y="409575"/>
                </a:lnTo>
                <a:lnTo>
                  <a:pt x="1095375" y="419100"/>
                </a:lnTo>
                <a:lnTo>
                  <a:pt x="1076325" y="419100"/>
                </a:lnTo>
                <a:close/>
                <a:moveTo>
                  <a:pt x="1143000" y="409575"/>
                </a:moveTo>
                <a:lnTo>
                  <a:pt x="1152525" y="409575"/>
                </a:lnTo>
                <a:lnTo>
                  <a:pt x="1152525" y="419100"/>
                </a:lnTo>
                <a:lnTo>
                  <a:pt x="1143000" y="419100"/>
                </a:lnTo>
                <a:close/>
                <a:moveTo>
                  <a:pt x="1228725" y="409575"/>
                </a:moveTo>
                <a:lnTo>
                  <a:pt x="1238250" y="409575"/>
                </a:lnTo>
                <a:lnTo>
                  <a:pt x="1238250" y="419100"/>
                </a:lnTo>
                <a:lnTo>
                  <a:pt x="1228725" y="419100"/>
                </a:lnTo>
                <a:close/>
                <a:moveTo>
                  <a:pt x="1381125" y="409575"/>
                </a:moveTo>
                <a:lnTo>
                  <a:pt x="1400175" y="409575"/>
                </a:lnTo>
                <a:lnTo>
                  <a:pt x="1400175" y="419100"/>
                </a:lnTo>
                <a:lnTo>
                  <a:pt x="1381125" y="419100"/>
                </a:lnTo>
                <a:close/>
                <a:moveTo>
                  <a:pt x="666750" y="419100"/>
                </a:moveTo>
                <a:lnTo>
                  <a:pt x="676275" y="419100"/>
                </a:lnTo>
                <a:lnTo>
                  <a:pt x="676275" y="428625"/>
                </a:lnTo>
                <a:lnTo>
                  <a:pt x="666750" y="428625"/>
                </a:lnTo>
                <a:close/>
                <a:moveTo>
                  <a:pt x="1219200" y="419100"/>
                </a:moveTo>
                <a:lnTo>
                  <a:pt x="1228725" y="419100"/>
                </a:lnTo>
                <a:lnTo>
                  <a:pt x="1228725" y="428625"/>
                </a:lnTo>
                <a:lnTo>
                  <a:pt x="1219200" y="428625"/>
                </a:lnTo>
                <a:close/>
                <a:moveTo>
                  <a:pt x="1257300" y="419100"/>
                </a:moveTo>
                <a:lnTo>
                  <a:pt x="1276350" y="419100"/>
                </a:lnTo>
                <a:lnTo>
                  <a:pt x="1276350" y="428625"/>
                </a:lnTo>
                <a:lnTo>
                  <a:pt x="1257300" y="428625"/>
                </a:lnTo>
                <a:close/>
                <a:moveTo>
                  <a:pt x="1314450" y="419100"/>
                </a:moveTo>
                <a:lnTo>
                  <a:pt x="1323975" y="419100"/>
                </a:lnTo>
                <a:lnTo>
                  <a:pt x="1323975" y="428625"/>
                </a:lnTo>
                <a:lnTo>
                  <a:pt x="1314450" y="428625"/>
                </a:lnTo>
                <a:close/>
                <a:moveTo>
                  <a:pt x="1343025" y="419100"/>
                </a:moveTo>
                <a:lnTo>
                  <a:pt x="1352550" y="419100"/>
                </a:lnTo>
                <a:lnTo>
                  <a:pt x="1352550" y="428625"/>
                </a:lnTo>
                <a:lnTo>
                  <a:pt x="1343025" y="428625"/>
                </a:lnTo>
                <a:close/>
                <a:moveTo>
                  <a:pt x="371475" y="428625"/>
                </a:moveTo>
                <a:lnTo>
                  <a:pt x="381000" y="428625"/>
                </a:lnTo>
                <a:lnTo>
                  <a:pt x="381000" y="438150"/>
                </a:lnTo>
                <a:lnTo>
                  <a:pt x="371475" y="438150"/>
                </a:lnTo>
                <a:close/>
                <a:moveTo>
                  <a:pt x="457200" y="428625"/>
                </a:moveTo>
                <a:lnTo>
                  <a:pt x="466725" y="428625"/>
                </a:lnTo>
                <a:lnTo>
                  <a:pt x="466725" y="438150"/>
                </a:lnTo>
                <a:lnTo>
                  <a:pt x="457200" y="438150"/>
                </a:lnTo>
                <a:close/>
                <a:moveTo>
                  <a:pt x="514350" y="428625"/>
                </a:moveTo>
                <a:lnTo>
                  <a:pt x="542925" y="428625"/>
                </a:lnTo>
                <a:lnTo>
                  <a:pt x="542925" y="438150"/>
                </a:lnTo>
                <a:lnTo>
                  <a:pt x="514350" y="438150"/>
                </a:lnTo>
                <a:close/>
                <a:moveTo>
                  <a:pt x="1133475" y="428625"/>
                </a:moveTo>
                <a:lnTo>
                  <a:pt x="1143000" y="428625"/>
                </a:lnTo>
                <a:lnTo>
                  <a:pt x="1143000" y="438150"/>
                </a:lnTo>
                <a:lnTo>
                  <a:pt x="1133475" y="438150"/>
                </a:lnTo>
                <a:close/>
                <a:moveTo>
                  <a:pt x="1514475" y="428625"/>
                </a:moveTo>
                <a:lnTo>
                  <a:pt x="1533525" y="428625"/>
                </a:lnTo>
                <a:lnTo>
                  <a:pt x="1533525" y="438150"/>
                </a:lnTo>
                <a:lnTo>
                  <a:pt x="1514475" y="438150"/>
                </a:lnTo>
                <a:close/>
                <a:moveTo>
                  <a:pt x="276225" y="438150"/>
                </a:moveTo>
                <a:lnTo>
                  <a:pt x="285750" y="438150"/>
                </a:lnTo>
                <a:lnTo>
                  <a:pt x="285750" y="485775"/>
                </a:lnTo>
                <a:lnTo>
                  <a:pt x="276225" y="485775"/>
                </a:lnTo>
                <a:close/>
                <a:moveTo>
                  <a:pt x="390525" y="438150"/>
                </a:moveTo>
                <a:lnTo>
                  <a:pt x="438150" y="438150"/>
                </a:lnTo>
                <a:lnTo>
                  <a:pt x="438150" y="447675"/>
                </a:lnTo>
                <a:lnTo>
                  <a:pt x="390525" y="447675"/>
                </a:lnTo>
                <a:close/>
                <a:moveTo>
                  <a:pt x="609600" y="438150"/>
                </a:moveTo>
                <a:lnTo>
                  <a:pt x="619125" y="438150"/>
                </a:lnTo>
                <a:lnTo>
                  <a:pt x="619125" y="447675"/>
                </a:lnTo>
                <a:lnTo>
                  <a:pt x="609600" y="447675"/>
                </a:lnTo>
                <a:close/>
                <a:moveTo>
                  <a:pt x="942975" y="466725"/>
                </a:moveTo>
                <a:lnTo>
                  <a:pt x="952500" y="466725"/>
                </a:lnTo>
                <a:lnTo>
                  <a:pt x="952500" y="476250"/>
                </a:lnTo>
                <a:lnTo>
                  <a:pt x="942975" y="476250"/>
                </a:lnTo>
                <a:close/>
                <a:moveTo>
                  <a:pt x="1381125" y="466725"/>
                </a:moveTo>
                <a:lnTo>
                  <a:pt x="1390650" y="466725"/>
                </a:lnTo>
                <a:lnTo>
                  <a:pt x="1390650" y="476250"/>
                </a:lnTo>
                <a:lnTo>
                  <a:pt x="1381125" y="476250"/>
                </a:lnTo>
                <a:close/>
                <a:moveTo>
                  <a:pt x="876300" y="476250"/>
                </a:moveTo>
                <a:lnTo>
                  <a:pt x="885825" y="476250"/>
                </a:lnTo>
                <a:lnTo>
                  <a:pt x="885825" y="485775"/>
                </a:lnTo>
                <a:lnTo>
                  <a:pt x="876300" y="485775"/>
                </a:lnTo>
                <a:close/>
                <a:moveTo>
                  <a:pt x="514350" y="485775"/>
                </a:moveTo>
                <a:lnTo>
                  <a:pt x="542925" y="485775"/>
                </a:lnTo>
                <a:lnTo>
                  <a:pt x="542925" y="495300"/>
                </a:lnTo>
                <a:lnTo>
                  <a:pt x="523875" y="495300"/>
                </a:lnTo>
                <a:lnTo>
                  <a:pt x="523875" y="504825"/>
                </a:lnTo>
                <a:lnTo>
                  <a:pt x="514350" y="504825"/>
                </a:lnTo>
                <a:lnTo>
                  <a:pt x="514350" y="533400"/>
                </a:lnTo>
                <a:lnTo>
                  <a:pt x="504825" y="533400"/>
                </a:lnTo>
                <a:lnTo>
                  <a:pt x="504825" y="542925"/>
                </a:lnTo>
                <a:lnTo>
                  <a:pt x="476250" y="542925"/>
                </a:lnTo>
                <a:lnTo>
                  <a:pt x="476250" y="533400"/>
                </a:lnTo>
                <a:lnTo>
                  <a:pt x="485775" y="533400"/>
                </a:lnTo>
                <a:lnTo>
                  <a:pt x="485775" y="504825"/>
                </a:lnTo>
                <a:lnTo>
                  <a:pt x="495300" y="504825"/>
                </a:lnTo>
                <a:lnTo>
                  <a:pt x="495300" y="495300"/>
                </a:lnTo>
                <a:lnTo>
                  <a:pt x="514350" y="495300"/>
                </a:lnTo>
                <a:close/>
                <a:moveTo>
                  <a:pt x="381000" y="495300"/>
                </a:moveTo>
                <a:lnTo>
                  <a:pt x="428625" y="495300"/>
                </a:lnTo>
                <a:lnTo>
                  <a:pt x="428625" y="504825"/>
                </a:lnTo>
                <a:lnTo>
                  <a:pt x="381000" y="504825"/>
                </a:lnTo>
                <a:close/>
                <a:moveTo>
                  <a:pt x="438150" y="495300"/>
                </a:moveTo>
                <a:lnTo>
                  <a:pt x="457200" y="495300"/>
                </a:lnTo>
                <a:lnTo>
                  <a:pt x="457200" y="504825"/>
                </a:lnTo>
                <a:lnTo>
                  <a:pt x="438150" y="504825"/>
                </a:lnTo>
                <a:close/>
                <a:moveTo>
                  <a:pt x="1495425" y="495300"/>
                </a:moveTo>
                <a:lnTo>
                  <a:pt x="1524000" y="495300"/>
                </a:lnTo>
                <a:lnTo>
                  <a:pt x="1524000" y="504825"/>
                </a:lnTo>
                <a:lnTo>
                  <a:pt x="1495425" y="504825"/>
                </a:lnTo>
                <a:close/>
                <a:moveTo>
                  <a:pt x="1533525" y="495300"/>
                </a:moveTo>
                <a:lnTo>
                  <a:pt x="1552575" y="495300"/>
                </a:lnTo>
                <a:lnTo>
                  <a:pt x="1552575" y="504825"/>
                </a:lnTo>
                <a:lnTo>
                  <a:pt x="1533525" y="504825"/>
                </a:lnTo>
                <a:close/>
                <a:moveTo>
                  <a:pt x="1571625" y="514350"/>
                </a:moveTo>
                <a:lnTo>
                  <a:pt x="1581150" y="514350"/>
                </a:lnTo>
                <a:lnTo>
                  <a:pt x="1581150" y="533400"/>
                </a:lnTo>
                <a:lnTo>
                  <a:pt x="1590675" y="533400"/>
                </a:lnTo>
                <a:lnTo>
                  <a:pt x="1590675" y="542925"/>
                </a:lnTo>
                <a:lnTo>
                  <a:pt x="1562100" y="542925"/>
                </a:lnTo>
                <a:lnTo>
                  <a:pt x="1562100" y="533400"/>
                </a:lnTo>
                <a:lnTo>
                  <a:pt x="1571625" y="533400"/>
                </a:lnTo>
                <a:close/>
                <a:moveTo>
                  <a:pt x="1447800" y="533400"/>
                </a:moveTo>
                <a:lnTo>
                  <a:pt x="1457325" y="533400"/>
                </a:lnTo>
                <a:lnTo>
                  <a:pt x="1457325" y="542925"/>
                </a:lnTo>
                <a:lnTo>
                  <a:pt x="1447800" y="542925"/>
                </a:lnTo>
                <a:close/>
                <a:moveTo>
                  <a:pt x="447675" y="542925"/>
                </a:moveTo>
                <a:lnTo>
                  <a:pt x="457200" y="542925"/>
                </a:lnTo>
                <a:lnTo>
                  <a:pt x="457200" y="552450"/>
                </a:lnTo>
                <a:lnTo>
                  <a:pt x="447675" y="552450"/>
                </a:lnTo>
                <a:close/>
                <a:moveTo>
                  <a:pt x="1438275" y="542925"/>
                </a:moveTo>
                <a:lnTo>
                  <a:pt x="1447800" y="542925"/>
                </a:lnTo>
                <a:lnTo>
                  <a:pt x="1447800" y="552450"/>
                </a:lnTo>
                <a:lnTo>
                  <a:pt x="1438275" y="552450"/>
                </a:lnTo>
                <a:close/>
                <a:moveTo>
                  <a:pt x="1504950" y="542925"/>
                </a:moveTo>
                <a:lnTo>
                  <a:pt x="1514475" y="542925"/>
                </a:lnTo>
                <a:lnTo>
                  <a:pt x="1514475" y="552450"/>
                </a:lnTo>
                <a:lnTo>
                  <a:pt x="1504950" y="552450"/>
                </a:lnTo>
                <a:close/>
                <a:moveTo>
                  <a:pt x="1533525" y="542925"/>
                </a:moveTo>
                <a:lnTo>
                  <a:pt x="1543050" y="542925"/>
                </a:lnTo>
                <a:lnTo>
                  <a:pt x="1543050" y="552450"/>
                </a:lnTo>
                <a:lnTo>
                  <a:pt x="1533525" y="552450"/>
                </a:lnTo>
                <a:close/>
                <a:moveTo>
                  <a:pt x="504825" y="552450"/>
                </a:moveTo>
                <a:lnTo>
                  <a:pt x="514350" y="552450"/>
                </a:lnTo>
                <a:lnTo>
                  <a:pt x="514350" y="571500"/>
                </a:lnTo>
                <a:lnTo>
                  <a:pt x="504825" y="571500"/>
                </a:lnTo>
                <a:close/>
                <a:moveTo>
                  <a:pt x="733425" y="571500"/>
                </a:moveTo>
                <a:lnTo>
                  <a:pt x="742950" y="571500"/>
                </a:lnTo>
                <a:lnTo>
                  <a:pt x="742950" y="581025"/>
                </a:lnTo>
                <a:lnTo>
                  <a:pt x="733425" y="581025"/>
                </a:lnTo>
                <a:close/>
                <a:moveTo>
                  <a:pt x="1876425" y="571500"/>
                </a:moveTo>
                <a:lnTo>
                  <a:pt x="1885950" y="571500"/>
                </a:lnTo>
                <a:lnTo>
                  <a:pt x="1885950" y="590550"/>
                </a:lnTo>
                <a:lnTo>
                  <a:pt x="1876425" y="590550"/>
                </a:lnTo>
                <a:close/>
                <a:moveTo>
                  <a:pt x="285750" y="581025"/>
                </a:moveTo>
                <a:lnTo>
                  <a:pt x="295275" y="581025"/>
                </a:lnTo>
                <a:lnTo>
                  <a:pt x="295275" y="590550"/>
                </a:lnTo>
                <a:lnTo>
                  <a:pt x="285750" y="590550"/>
                </a:lnTo>
                <a:close/>
                <a:moveTo>
                  <a:pt x="857250" y="581025"/>
                </a:moveTo>
                <a:lnTo>
                  <a:pt x="876300" y="581025"/>
                </a:lnTo>
                <a:lnTo>
                  <a:pt x="876300" y="590550"/>
                </a:lnTo>
                <a:lnTo>
                  <a:pt x="857250" y="590550"/>
                </a:lnTo>
                <a:close/>
                <a:moveTo>
                  <a:pt x="1771650" y="581025"/>
                </a:moveTo>
                <a:lnTo>
                  <a:pt x="1781175" y="581025"/>
                </a:lnTo>
                <a:lnTo>
                  <a:pt x="1781175" y="600075"/>
                </a:lnTo>
                <a:lnTo>
                  <a:pt x="1771650" y="600075"/>
                </a:lnTo>
                <a:close/>
                <a:moveTo>
                  <a:pt x="571500" y="590550"/>
                </a:moveTo>
                <a:lnTo>
                  <a:pt x="590550" y="590550"/>
                </a:lnTo>
                <a:lnTo>
                  <a:pt x="590550" y="600075"/>
                </a:lnTo>
                <a:lnTo>
                  <a:pt x="571500" y="600075"/>
                </a:lnTo>
                <a:close/>
                <a:moveTo>
                  <a:pt x="1790700" y="590550"/>
                </a:moveTo>
                <a:lnTo>
                  <a:pt x="1828800" y="590550"/>
                </a:lnTo>
                <a:lnTo>
                  <a:pt x="1828800" y="600075"/>
                </a:lnTo>
                <a:lnTo>
                  <a:pt x="1819275" y="600075"/>
                </a:lnTo>
                <a:lnTo>
                  <a:pt x="1819275" y="609600"/>
                </a:lnTo>
                <a:lnTo>
                  <a:pt x="1809750" y="609600"/>
                </a:lnTo>
                <a:lnTo>
                  <a:pt x="1809750" y="600075"/>
                </a:lnTo>
                <a:lnTo>
                  <a:pt x="1790700" y="600075"/>
                </a:lnTo>
                <a:close/>
                <a:moveTo>
                  <a:pt x="561975" y="600075"/>
                </a:moveTo>
                <a:lnTo>
                  <a:pt x="571500" y="600075"/>
                </a:lnTo>
                <a:lnTo>
                  <a:pt x="571500" y="609600"/>
                </a:lnTo>
                <a:lnTo>
                  <a:pt x="561975" y="609600"/>
                </a:lnTo>
                <a:close/>
                <a:moveTo>
                  <a:pt x="742950" y="600075"/>
                </a:moveTo>
                <a:lnTo>
                  <a:pt x="752475" y="600075"/>
                </a:lnTo>
                <a:lnTo>
                  <a:pt x="752475" y="609600"/>
                </a:lnTo>
                <a:lnTo>
                  <a:pt x="742950" y="609600"/>
                </a:lnTo>
                <a:close/>
                <a:moveTo>
                  <a:pt x="942975" y="600075"/>
                </a:moveTo>
                <a:lnTo>
                  <a:pt x="952500" y="600075"/>
                </a:lnTo>
                <a:lnTo>
                  <a:pt x="952500" y="609600"/>
                </a:lnTo>
                <a:lnTo>
                  <a:pt x="942975" y="609600"/>
                </a:lnTo>
                <a:close/>
                <a:moveTo>
                  <a:pt x="1047750" y="600075"/>
                </a:moveTo>
                <a:lnTo>
                  <a:pt x="1057275" y="600075"/>
                </a:lnTo>
                <a:lnTo>
                  <a:pt x="1057275" y="609600"/>
                </a:lnTo>
                <a:lnTo>
                  <a:pt x="1047750" y="609600"/>
                </a:lnTo>
                <a:close/>
                <a:moveTo>
                  <a:pt x="1076325" y="600075"/>
                </a:moveTo>
                <a:lnTo>
                  <a:pt x="1095375" y="600075"/>
                </a:lnTo>
                <a:lnTo>
                  <a:pt x="1095375" y="609600"/>
                </a:lnTo>
                <a:lnTo>
                  <a:pt x="1076325" y="609600"/>
                </a:lnTo>
                <a:close/>
                <a:moveTo>
                  <a:pt x="190500" y="609600"/>
                </a:moveTo>
                <a:lnTo>
                  <a:pt x="200025" y="609600"/>
                </a:lnTo>
                <a:lnTo>
                  <a:pt x="200025" y="619125"/>
                </a:lnTo>
                <a:lnTo>
                  <a:pt x="209550" y="619125"/>
                </a:lnTo>
                <a:lnTo>
                  <a:pt x="209550" y="609600"/>
                </a:lnTo>
                <a:lnTo>
                  <a:pt x="219075" y="609600"/>
                </a:lnTo>
                <a:lnTo>
                  <a:pt x="219075" y="628650"/>
                </a:lnTo>
                <a:lnTo>
                  <a:pt x="190500" y="628650"/>
                </a:lnTo>
                <a:lnTo>
                  <a:pt x="190500" y="638175"/>
                </a:lnTo>
                <a:lnTo>
                  <a:pt x="180975" y="638175"/>
                </a:lnTo>
                <a:lnTo>
                  <a:pt x="180975" y="628650"/>
                </a:lnTo>
                <a:lnTo>
                  <a:pt x="171450" y="628650"/>
                </a:lnTo>
                <a:lnTo>
                  <a:pt x="171450" y="619125"/>
                </a:lnTo>
                <a:lnTo>
                  <a:pt x="190500" y="619125"/>
                </a:lnTo>
                <a:close/>
                <a:moveTo>
                  <a:pt x="485775" y="609600"/>
                </a:moveTo>
                <a:lnTo>
                  <a:pt x="495300" y="609600"/>
                </a:lnTo>
                <a:lnTo>
                  <a:pt x="495300" y="619125"/>
                </a:lnTo>
                <a:lnTo>
                  <a:pt x="485775" y="619125"/>
                </a:lnTo>
                <a:close/>
                <a:moveTo>
                  <a:pt x="1095375" y="609600"/>
                </a:moveTo>
                <a:lnTo>
                  <a:pt x="1104900" y="609600"/>
                </a:lnTo>
                <a:lnTo>
                  <a:pt x="1104900" y="619125"/>
                </a:lnTo>
                <a:lnTo>
                  <a:pt x="1095375" y="619125"/>
                </a:lnTo>
                <a:close/>
                <a:moveTo>
                  <a:pt x="1343025" y="609600"/>
                </a:moveTo>
                <a:lnTo>
                  <a:pt x="1371600" y="609600"/>
                </a:lnTo>
                <a:lnTo>
                  <a:pt x="1371600" y="619125"/>
                </a:lnTo>
                <a:lnTo>
                  <a:pt x="1343025" y="619125"/>
                </a:lnTo>
                <a:close/>
                <a:moveTo>
                  <a:pt x="1381125" y="609600"/>
                </a:moveTo>
                <a:lnTo>
                  <a:pt x="1400175" y="609600"/>
                </a:lnTo>
                <a:lnTo>
                  <a:pt x="1400175" y="619125"/>
                </a:lnTo>
                <a:lnTo>
                  <a:pt x="1381125" y="619125"/>
                </a:lnTo>
                <a:close/>
                <a:moveTo>
                  <a:pt x="1695450" y="609600"/>
                </a:moveTo>
                <a:lnTo>
                  <a:pt x="1704975" y="609600"/>
                </a:lnTo>
                <a:lnTo>
                  <a:pt x="1704975" y="628650"/>
                </a:lnTo>
                <a:lnTo>
                  <a:pt x="1724025" y="628650"/>
                </a:lnTo>
                <a:lnTo>
                  <a:pt x="1724025" y="647700"/>
                </a:lnTo>
                <a:lnTo>
                  <a:pt x="1704975" y="647700"/>
                </a:lnTo>
                <a:lnTo>
                  <a:pt x="1704975" y="638175"/>
                </a:lnTo>
                <a:lnTo>
                  <a:pt x="1695450" y="638175"/>
                </a:lnTo>
                <a:lnTo>
                  <a:pt x="1695450" y="628650"/>
                </a:lnTo>
                <a:lnTo>
                  <a:pt x="1685925" y="628650"/>
                </a:lnTo>
                <a:lnTo>
                  <a:pt x="1685925" y="619125"/>
                </a:lnTo>
                <a:lnTo>
                  <a:pt x="1695450" y="619125"/>
                </a:lnTo>
                <a:close/>
                <a:moveTo>
                  <a:pt x="171450" y="638175"/>
                </a:moveTo>
                <a:lnTo>
                  <a:pt x="180975" y="638175"/>
                </a:lnTo>
                <a:lnTo>
                  <a:pt x="180975" y="657225"/>
                </a:lnTo>
                <a:lnTo>
                  <a:pt x="171450" y="657225"/>
                </a:lnTo>
                <a:close/>
                <a:moveTo>
                  <a:pt x="190500" y="638175"/>
                </a:moveTo>
                <a:lnTo>
                  <a:pt x="200025" y="638175"/>
                </a:lnTo>
                <a:lnTo>
                  <a:pt x="200025" y="647700"/>
                </a:lnTo>
                <a:lnTo>
                  <a:pt x="190500" y="647700"/>
                </a:lnTo>
                <a:close/>
                <a:moveTo>
                  <a:pt x="1733550" y="733425"/>
                </a:moveTo>
                <a:lnTo>
                  <a:pt x="1752600" y="733425"/>
                </a:lnTo>
                <a:lnTo>
                  <a:pt x="1752600" y="742950"/>
                </a:lnTo>
                <a:lnTo>
                  <a:pt x="1762125" y="742950"/>
                </a:lnTo>
                <a:lnTo>
                  <a:pt x="1762125" y="752475"/>
                </a:lnTo>
                <a:lnTo>
                  <a:pt x="1771650" y="752475"/>
                </a:lnTo>
                <a:lnTo>
                  <a:pt x="1771650" y="771525"/>
                </a:lnTo>
                <a:lnTo>
                  <a:pt x="1781175" y="771525"/>
                </a:lnTo>
                <a:lnTo>
                  <a:pt x="1781175" y="781050"/>
                </a:lnTo>
                <a:lnTo>
                  <a:pt x="1790700" y="781050"/>
                </a:lnTo>
                <a:lnTo>
                  <a:pt x="1790700" y="800100"/>
                </a:lnTo>
                <a:lnTo>
                  <a:pt x="1800225" y="800100"/>
                </a:lnTo>
                <a:lnTo>
                  <a:pt x="1800225" y="809625"/>
                </a:lnTo>
                <a:lnTo>
                  <a:pt x="1809750" y="809625"/>
                </a:lnTo>
                <a:lnTo>
                  <a:pt x="1809750" y="819150"/>
                </a:lnTo>
                <a:lnTo>
                  <a:pt x="1781175" y="819150"/>
                </a:lnTo>
                <a:lnTo>
                  <a:pt x="1781175" y="809625"/>
                </a:lnTo>
                <a:lnTo>
                  <a:pt x="1771650" y="809625"/>
                </a:lnTo>
                <a:lnTo>
                  <a:pt x="1771650" y="790575"/>
                </a:lnTo>
                <a:lnTo>
                  <a:pt x="1762125" y="790575"/>
                </a:lnTo>
                <a:lnTo>
                  <a:pt x="1762125" y="781050"/>
                </a:lnTo>
                <a:lnTo>
                  <a:pt x="1752600" y="781050"/>
                </a:lnTo>
                <a:lnTo>
                  <a:pt x="1752600" y="752475"/>
                </a:lnTo>
                <a:lnTo>
                  <a:pt x="1743075" y="752475"/>
                </a:lnTo>
                <a:lnTo>
                  <a:pt x="1743075" y="742950"/>
                </a:lnTo>
                <a:lnTo>
                  <a:pt x="1733550" y="742950"/>
                </a:lnTo>
                <a:close/>
                <a:moveTo>
                  <a:pt x="85725" y="819150"/>
                </a:moveTo>
                <a:lnTo>
                  <a:pt x="95250" y="819150"/>
                </a:lnTo>
                <a:lnTo>
                  <a:pt x="95250" y="838200"/>
                </a:lnTo>
                <a:lnTo>
                  <a:pt x="85725" y="838200"/>
                </a:lnTo>
                <a:close/>
                <a:moveTo>
                  <a:pt x="95250" y="838200"/>
                </a:moveTo>
                <a:lnTo>
                  <a:pt x="104775" y="838200"/>
                </a:lnTo>
                <a:lnTo>
                  <a:pt x="104775" y="847725"/>
                </a:lnTo>
                <a:lnTo>
                  <a:pt x="95250" y="847725"/>
                </a:lnTo>
                <a:close/>
                <a:moveTo>
                  <a:pt x="76200" y="847725"/>
                </a:moveTo>
                <a:lnTo>
                  <a:pt x="95250" y="847725"/>
                </a:lnTo>
                <a:lnTo>
                  <a:pt x="95250" y="857250"/>
                </a:lnTo>
                <a:lnTo>
                  <a:pt x="76200" y="857250"/>
                </a:lnTo>
                <a:close/>
                <a:moveTo>
                  <a:pt x="76200" y="866775"/>
                </a:moveTo>
                <a:lnTo>
                  <a:pt x="85725" y="866775"/>
                </a:lnTo>
                <a:lnTo>
                  <a:pt x="85725" y="876300"/>
                </a:lnTo>
                <a:lnTo>
                  <a:pt x="76200" y="876300"/>
                </a:lnTo>
                <a:close/>
                <a:moveTo>
                  <a:pt x="66675" y="885825"/>
                </a:moveTo>
                <a:lnTo>
                  <a:pt x="76200" y="885825"/>
                </a:lnTo>
                <a:lnTo>
                  <a:pt x="76200" y="914400"/>
                </a:lnTo>
                <a:lnTo>
                  <a:pt x="66675" y="914400"/>
                </a:lnTo>
                <a:close/>
                <a:moveTo>
                  <a:pt x="1828800" y="904875"/>
                </a:moveTo>
                <a:lnTo>
                  <a:pt x="1838325" y="904875"/>
                </a:lnTo>
                <a:lnTo>
                  <a:pt x="1838325" y="923925"/>
                </a:lnTo>
                <a:lnTo>
                  <a:pt x="1828800" y="923925"/>
                </a:lnTo>
                <a:close/>
                <a:moveTo>
                  <a:pt x="66675" y="933450"/>
                </a:moveTo>
                <a:lnTo>
                  <a:pt x="76200" y="933450"/>
                </a:lnTo>
                <a:lnTo>
                  <a:pt x="76200" y="942975"/>
                </a:lnTo>
                <a:lnTo>
                  <a:pt x="66675" y="942975"/>
                </a:lnTo>
                <a:close/>
                <a:moveTo>
                  <a:pt x="1828800" y="933450"/>
                </a:moveTo>
                <a:lnTo>
                  <a:pt x="1838325" y="933450"/>
                </a:lnTo>
                <a:lnTo>
                  <a:pt x="1838325" y="942975"/>
                </a:lnTo>
                <a:lnTo>
                  <a:pt x="1828800" y="942975"/>
                </a:lnTo>
                <a:close/>
                <a:moveTo>
                  <a:pt x="76200" y="942975"/>
                </a:moveTo>
                <a:lnTo>
                  <a:pt x="85725" y="942975"/>
                </a:lnTo>
                <a:lnTo>
                  <a:pt x="85725" y="952500"/>
                </a:lnTo>
                <a:lnTo>
                  <a:pt x="76200" y="952500"/>
                </a:lnTo>
                <a:close/>
                <a:moveTo>
                  <a:pt x="66675" y="952500"/>
                </a:moveTo>
                <a:lnTo>
                  <a:pt x="76200" y="952500"/>
                </a:lnTo>
                <a:lnTo>
                  <a:pt x="76200" y="962025"/>
                </a:lnTo>
                <a:lnTo>
                  <a:pt x="66675" y="962025"/>
                </a:lnTo>
                <a:close/>
                <a:moveTo>
                  <a:pt x="1733550" y="1028700"/>
                </a:moveTo>
                <a:lnTo>
                  <a:pt x="1743075" y="1028700"/>
                </a:lnTo>
                <a:lnTo>
                  <a:pt x="1743075" y="1047750"/>
                </a:lnTo>
                <a:lnTo>
                  <a:pt x="1724025" y="1047750"/>
                </a:lnTo>
                <a:lnTo>
                  <a:pt x="1724025" y="1038225"/>
                </a:lnTo>
                <a:lnTo>
                  <a:pt x="1733550" y="1038225"/>
                </a:lnTo>
                <a:close/>
                <a:moveTo>
                  <a:pt x="161925" y="1038225"/>
                </a:moveTo>
                <a:lnTo>
                  <a:pt x="171450" y="1038225"/>
                </a:lnTo>
                <a:lnTo>
                  <a:pt x="171450" y="1047750"/>
                </a:lnTo>
                <a:lnTo>
                  <a:pt x="161925" y="1047750"/>
                </a:lnTo>
                <a:close/>
                <a:moveTo>
                  <a:pt x="171450" y="1076325"/>
                </a:moveTo>
                <a:lnTo>
                  <a:pt x="180975" y="1076325"/>
                </a:lnTo>
                <a:lnTo>
                  <a:pt x="180975" y="1095375"/>
                </a:lnTo>
                <a:lnTo>
                  <a:pt x="171450" y="1095375"/>
                </a:lnTo>
                <a:close/>
                <a:moveTo>
                  <a:pt x="1733550" y="1114425"/>
                </a:moveTo>
                <a:lnTo>
                  <a:pt x="1743075" y="1114425"/>
                </a:lnTo>
                <a:lnTo>
                  <a:pt x="1743075" y="1133475"/>
                </a:lnTo>
                <a:lnTo>
                  <a:pt x="1724025" y="1133475"/>
                </a:lnTo>
                <a:lnTo>
                  <a:pt x="1724025" y="1123950"/>
                </a:lnTo>
                <a:lnTo>
                  <a:pt x="1733550" y="1123950"/>
                </a:lnTo>
                <a:close/>
                <a:moveTo>
                  <a:pt x="171450" y="1152525"/>
                </a:moveTo>
                <a:lnTo>
                  <a:pt x="180975" y="1152525"/>
                </a:lnTo>
                <a:lnTo>
                  <a:pt x="180975" y="1171575"/>
                </a:lnTo>
                <a:lnTo>
                  <a:pt x="171450" y="1171575"/>
                </a:lnTo>
                <a:close/>
                <a:moveTo>
                  <a:pt x="171450" y="1190625"/>
                </a:moveTo>
                <a:lnTo>
                  <a:pt x="180975" y="1190625"/>
                </a:lnTo>
                <a:lnTo>
                  <a:pt x="180975" y="1200150"/>
                </a:lnTo>
                <a:lnTo>
                  <a:pt x="171450" y="1200150"/>
                </a:lnTo>
                <a:close/>
                <a:moveTo>
                  <a:pt x="1724025" y="1190625"/>
                </a:moveTo>
                <a:lnTo>
                  <a:pt x="1733550" y="1190625"/>
                </a:lnTo>
                <a:lnTo>
                  <a:pt x="1733550" y="1200150"/>
                </a:lnTo>
                <a:lnTo>
                  <a:pt x="1724025" y="1200150"/>
                </a:lnTo>
                <a:close/>
                <a:moveTo>
                  <a:pt x="171450" y="1209675"/>
                </a:moveTo>
                <a:lnTo>
                  <a:pt x="180975" y="1209675"/>
                </a:lnTo>
                <a:lnTo>
                  <a:pt x="180975" y="1276350"/>
                </a:lnTo>
                <a:lnTo>
                  <a:pt x="171450" y="1276350"/>
                </a:lnTo>
                <a:close/>
                <a:moveTo>
                  <a:pt x="1733550" y="1209675"/>
                </a:moveTo>
                <a:lnTo>
                  <a:pt x="1743075" y="1209675"/>
                </a:lnTo>
                <a:lnTo>
                  <a:pt x="1743075" y="1219200"/>
                </a:lnTo>
                <a:lnTo>
                  <a:pt x="1733550" y="1219200"/>
                </a:lnTo>
                <a:close/>
                <a:moveTo>
                  <a:pt x="1238250" y="1390650"/>
                </a:moveTo>
                <a:lnTo>
                  <a:pt x="1247775" y="1390650"/>
                </a:lnTo>
                <a:lnTo>
                  <a:pt x="1247775" y="1409700"/>
                </a:lnTo>
                <a:lnTo>
                  <a:pt x="1238250" y="1409700"/>
                </a:lnTo>
                <a:close/>
                <a:moveTo>
                  <a:pt x="19050" y="1400175"/>
                </a:moveTo>
                <a:lnTo>
                  <a:pt x="28575" y="1400175"/>
                </a:lnTo>
                <a:lnTo>
                  <a:pt x="28575" y="1419225"/>
                </a:lnTo>
                <a:lnTo>
                  <a:pt x="38100" y="1419225"/>
                </a:lnTo>
                <a:lnTo>
                  <a:pt x="38100" y="1438275"/>
                </a:lnTo>
                <a:lnTo>
                  <a:pt x="47625" y="1438275"/>
                </a:lnTo>
                <a:lnTo>
                  <a:pt x="47625" y="1466850"/>
                </a:lnTo>
                <a:lnTo>
                  <a:pt x="38100" y="1466850"/>
                </a:lnTo>
                <a:lnTo>
                  <a:pt x="38100" y="1457325"/>
                </a:lnTo>
                <a:lnTo>
                  <a:pt x="28575" y="1457325"/>
                </a:lnTo>
                <a:lnTo>
                  <a:pt x="28575" y="1438275"/>
                </a:lnTo>
                <a:lnTo>
                  <a:pt x="9525" y="1438275"/>
                </a:lnTo>
                <a:lnTo>
                  <a:pt x="9525" y="1428750"/>
                </a:lnTo>
                <a:lnTo>
                  <a:pt x="19050" y="1428750"/>
                </a:lnTo>
                <a:close/>
                <a:moveTo>
                  <a:pt x="1733550" y="1447800"/>
                </a:moveTo>
                <a:lnTo>
                  <a:pt x="1743075" y="1447800"/>
                </a:lnTo>
                <a:lnTo>
                  <a:pt x="1743075" y="1466850"/>
                </a:lnTo>
                <a:lnTo>
                  <a:pt x="1733550" y="1466850"/>
                </a:lnTo>
                <a:close/>
                <a:moveTo>
                  <a:pt x="38100" y="1495425"/>
                </a:moveTo>
                <a:lnTo>
                  <a:pt x="66675" y="1495425"/>
                </a:lnTo>
                <a:lnTo>
                  <a:pt x="66675" y="1504950"/>
                </a:lnTo>
                <a:lnTo>
                  <a:pt x="85725" y="1504950"/>
                </a:lnTo>
                <a:lnTo>
                  <a:pt x="85725" y="1524000"/>
                </a:lnTo>
                <a:lnTo>
                  <a:pt x="95250" y="1524000"/>
                </a:lnTo>
                <a:lnTo>
                  <a:pt x="95250" y="1533525"/>
                </a:lnTo>
                <a:lnTo>
                  <a:pt x="47625" y="1533525"/>
                </a:lnTo>
                <a:lnTo>
                  <a:pt x="47625" y="1524000"/>
                </a:lnTo>
                <a:lnTo>
                  <a:pt x="38100" y="1524000"/>
                </a:lnTo>
                <a:close/>
                <a:moveTo>
                  <a:pt x="1733550" y="1495425"/>
                </a:moveTo>
                <a:lnTo>
                  <a:pt x="1752600" y="1495425"/>
                </a:lnTo>
                <a:lnTo>
                  <a:pt x="1752600" y="1504950"/>
                </a:lnTo>
                <a:lnTo>
                  <a:pt x="1771650" y="1504950"/>
                </a:lnTo>
                <a:lnTo>
                  <a:pt x="1771650" y="1514475"/>
                </a:lnTo>
                <a:lnTo>
                  <a:pt x="1781175" y="1514475"/>
                </a:lnTo>
                <a:lnTo>
                  <a:pt x="1781175" y="1533525"/>
                </a:lnTo>
                <a:lnTo>
                  <a:pt x="1771650" y="1533525"/>
                </a:lnTo>
                <a:lnTo>
                  <a:pt x="1771650" y="1524000"/>
                </a:lnTo>
                <a:lnTo>
                  <a:pt x="1743075" y="1524000"/>
                </a:lnTo>
                <a:lnTo>
                  <a:pt x="1743075" y="1514475"/>
                </a:lnTo>
                <a:lnTo>
                  <a:pt x="1724025" y="1514475"/>
                </a:lnTo>
                <a:lnTo>
                  <a:pt x="1724025" y="1504950"/>
                </a:lnTo>
                <a:lnTo>
                  <a:pt x="1733550" y="1504950"/>
                </a:lnTo>
                <a:close/>
                <a:moveTo>
                  <a:pt x="57150" y="1581150"/>
                </a:moveTo>
                <a:lnTo>
                  <a:pt x="66675" y="1581150"/>
                </a:lnTo>
                <a:lnTo>
                  <a:pt x="66675" y="1590675"/>
                </a:lnTo>
                <a:lnTo>
                  <a:pt x="57150" y="1590675"/>
                </a:lnTo>
                <a:close/>
                <a:moveTo>
                  <a:pt x="57150" y="1628775"/>
                </a:moveTo>
                <a:lnTo>
                  <a:pt x="66675" y="1628775"/>
                </a:lnTo>
                <a:lnTo>
                  <a:pt x="66675" y="1638300"/>
                </a:lnTo>
                <a:lnTo>
                  <a:pt x="57150" y="1638300"/>
                </a:lnTo>
                <a:close/>
                <a:moveTo>
                  <a:pt x="1828800" y="1628775"/>
                </a:moveTo>
                <a:lnTo>
                  <a:pt x="1838325" y="1628775"/>
                </a:lnTo>
                <a:lnTo>
                  <a:pt x="1838325" y="1638300"/>
                </a:lnTo>
                <a:lnTo>
                  <a:pt x="1828800" y="1638300"/>
                </a:lnTo>
                <a:close/>
                <a:moveTo>
                  <a:pt x="47625" y="1647825"/>
                </a:moveTo>
                <a:lnTo>
                  <a:pt x="57150" y="1647825"/>
                </a:lnTo>
                <a:lnTo>
                  <a:pt x="57150" y="1657350"/>
                </a:lnTo>
                <a:lnTo>
                  <a:pt x="47625" y="1657350"/>
                </a:lnTo>
                <a:close/>
                <a:moveTo>
                  <a:pt x="57150" y="1657350"/>
                </a:moveTo>
                <a:lnTo>
                  <a:pt x="66675" y="1657350"/>
                </a:lnTo>
                <a:lnTo>
                  <a:pt x="66675" y="1666875"/>
                </a:lnTo>
                <a:lnTo>
                  <a:pt x="57150" y="1666875"/>
                </a:lnTo>
                <a:close/>
                <a:moveTo>
                  <a:pt x="57150" y="1685925"/>
                </a:moveTo>
                <a:lnTo>
                  <a:pt x="66675" y="1685925"/>
                </a:lnTo>
                <a:lnTo>
                  <a:pt x="66675" y="1714500"/>
                </a:lnTo>
                <a:lnTo>
                  <a:pt x="76200" y="1714500"/>
                </a:lnTo>
                <a:lnTo>
                  <a:pt x="76200" y="1752600"/>
                </a:lnTo>
                <a:lnTo>
                  <a:pt x="85725" y="1752600"/>
                </a:lnTo>
                <a:lnTo>
                  <a:pt x="85725" y="1762125"/>
                </a:lnTo>
                <a:lnTo>
                  <a:pt x="76200" y="1762125"/>
                </a:lnTo>
                <a:lnTo>
                  <a:pt x="76200" y="1771650"/>
                </a:lnTo>
                <a:lnTo>
                  <a:pt x="66675" y="1771650"/>
                </a:lnTo>
                <a:lnTo>
                  <a:pt x="66675" y="1752600"/>
                </a:lnTo>
                <a:lnTo>
                  <a:pt x="57150" y="1752600"/>
                </a:lnTo>
                <a:lnTo>
                  <a:pt x="57150" y="1743075"/>
                </a:lnTo>
                <a:lnTo>
                  <a:pt x="47625" y="1743075"/>
                </a:lnTo>
                <a:lnTo>
                  <a:pt x="47625" y="1724025"/>
                </a:lnTo>
                <a:lnTo>
                  <a:pt x="57150" y="1724025"/>
                </a:lnTo>
                <a:close/>
              </a:path>
            </a:pathLst>
          </a:custGeom>
          <a:solidFill xmlns:a="http://schemas.openxmlformats.org/drawingml/2006/main">
            <a:srgbClr val="F7F0DE"/>
          </a:solidFill>
          <a:ln xmlns:a="http://schemas.openxmlformats.org/drawingml/2006/main" w="0">
            <a:noFill/>
          </a:ln>
        </p:spPr>
      </p:sp>
      <p:sp>
        <p:nvSpPr>
          <p:cNvPr id="117" name="logo7 vector #f2f0e0">
            <a:extLst xmlns:a="http://schemas.openxmlformats.org/drawingml/2006/main">
              <a:ext uri="{FF2B5EF4-FFF2-40B4-BE49-F238E27FC236}">
                <a16:creationId xmlns:a16="http://schemas.microsoft.com/office/drawing/2014/main" id="{A35EF6B8-0AD3-4BA0-ACFC-EA882BCFA39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5300" y="5210175"/>
            <a:ext cx="2305050" cy="2105025"/>
          </a:xfrm>
          <a:custGeom xmlns:a="http://schemas.openxmlformats.org/drawingml/2006/main">
            <a:pathLst>
              <a:path w="1952625" h="1781175">
                <a:moveTo>
                  <a:pt x="0" y="0"/>
                </a:moveTo>
                <a:lnTo>
                  <a:pt x="9525" y="0"/>
                </a:lnTo>
                <a:lnTo>
                  <a:pt x="9525" y="9525"/>
                </a:lnTo>
                <a:lnTo>
                  <a:pt x="19050" y="9525"/>
                </a:lnTo>
                <a:lnTo>
                  <a:pt x="19050" y="0"/>
                </a:lnTo>
                <a:lnTo>
                  <a:pt x="28575" y="0"/>
                </a:lnTo>
                <a:lnTo>
                  <a:pt x="28575" y="38100"/>
                </a:lnTo>
                <a:lnTo>
                  <a:pt x="19050" y="38100"/>
                </a:lnTo>
                <a:lnTo>
                  <a:pt x="19050" y="28575"/>
                </a:lnTo>
                <a:lnTo>
                  <a:pt x="0" y="28575"/>
                </a:lnTo>
                <a:close/>
                <a:moveTo>
                  <a:pt x="76200" y="0"/>
                </a:moveTo>
                <a:lnTo>
                  <a:pt x="85725" y="0"/>
                </a:lnTo>
                <a:lnTo>
                  <a:pt x="85725" y="19050"/>
                </a:lnTo>
                <a:lnTo>
                  <a:pt x="76200" y="19050"/>
                </a:lnTo>
                <a:close/>
                <a:moveTo>
                  <a:pt x="1381125" y="0"/>
                </a:moveTo>
                <a:lnTo>
                  <a:pt x="1390650" y="0"/>
                </a:lnTo>
                <a:lnTo>
                  <a:pt x="1390650" y="9525"/>
                </a:lnTo>
                <a:lnTo>
                  <a:pt x="1400175" y="9525"/>
                </a:lnTo>
                <a:lnTo>
                  <a:pt x="1400175" y="19050"/>
                </a:lnTo>
                <a:lnTo>
                  <a:pt x="1381125" y="19050"/>
                </a:lnTo>
                <a:close/>
                <a:moveTo>
                  <a:pt x="1485900" y="0"/>
                </a:moveTo>
                <a:lnTo>
                  <a:pt x="1495425" y="0"/>
                </a:lnTo>
                <a:lnTo>
                  <a:pt x="1495425" y="9525"/>
                </a:lnTo>
                <a:lnTo>
                  <a:pt x="1485900" y="9525"/>
                </a:lnTo>
                <a:close/>
                <a:moveTo>
                  <a:pt x="1514475" y="0"/>
                </a:moveTo>
                <a:lnTo>
                  <a:pt x="1552575" y="0"/>
                </a:lnTo>
                <a:lnTo>
                  <a:pt x="1552575" y="19050"/>
                </a:lnTo>
                <a:lnTo>
                  <a:pt x="1533525" y="19050"/>
                </a:lnTo>
                <a:lnTo>
                  <a:pt x="1533525" y="28575"/>
                </a:lnTo>
                <a:lnTo>
                  <a:pt x="1504950" y="28575"/>
                </a:lnTo>
                <a:lnTo>
                  <a:pt x="1504950" y="9525"/>
                </a:lnTo>
                <a:lnTo>
                  <a:pt x="1514475" y="9525"/>
                </a:lnTo>
                <a:close/>
                <a:moveTo>
                  <a:pt x="1714500" y="0"/>
                </a:moveTo>
                <a:lnTo>
                  <a:pt x="1733550" y="0"/>
                </a:lnTo>
                <a:lnTo>
                  <a:pt x="1733550" y="9525"/>
                </a:lnTo>
                <a:lnTo>
                  <a:pt x="1714500" y="9525"/>
                </a:lnTo>
                <a:close/>
                <a:moveTo>
                  <a:pt x="1619250" y="9525"/>
                </a:moveTo>
                <a:lnTo>
                  <a:pt x="1638300" y="9525"/>
                </a:lnTo>
                <a:lnTo>
                  <a:pt x="1638300" y="28575"/>
                </a:lnTo>
                <a:lnTo>
                  <a:pt x="1619250" y="28575"/>
                </a:lnTo>
                <a:close/>
                <a:moveTo>
                  <a:pt x="1685925" y="9525"/>
                </a:moveTo>
                <a:lnTo>
                  <a:pt x="1714500" y="9525"/>
                </a:lnTo>
                <a:lnTo>
                  <a:pt x="1714500" y="57150"/>
                </a:lnTo>
                <a:lnTo>
                  <a:pt x="1695450" y="57150"/>
                </a:lnTo>
                <a:lnTo>
                  <a:pt x="1695450" y="28575"/>
                </a:lnTo>
                <a:lnTo>
                  <a:pt x="1685925" y="28575"/>
                </a:lnTo>
                <a:close/>
                <a:moveTo>
                  <a:pt x="1514475" y="19050"/>
                </a:moveTo>
                <a:lnTo>
                  <a:pt x="1524000" y="19050"/>
                </a:lnTo>
                <a:lnTo>
                  <a:pt x="1524000" y="9525"/>
                </a:lnTo>
                <a:lnTo>
                  <a:pt x="1514475" y="9525"/>
                </a:lnTo>
                <a:close/>
                <a:moveTo>
                  <a:pt x="76200" y="28575"/>
                </a:moveTo>
                <a:lnTo>
                  <a:pt x="85725" y="28575"/>
                </a:lnTo>
                <a:lnTo>
                  <a:pt x="85725" y="85725"/>
                </a:lnTo>
                <a:lnTo>
                  <a:pt x="76200" y="85725"/>
                </a:lnTo>
                <a:close/>
                <a:moveTo>
                  <a:pt x="1485900" y="28575"/>
                </a:moveTo>
                <a:lnTo>
                  <a:pt x="1495425" y="28575"/>
                </a:lnTo>
                <a:lnTo>
                  <a:pt x="1495425" y="47625"/>
                </a:lnTo>
                <a:lnTo>
                  <a:pt x="1485900" y="47625"/>
                </a:lnTo>
                <a:close/>
                <a:moveTo>
                  <a:pt x="1438275" y="38100"/>
                </a:moveTo>
                <a:lnTo>
                  <a:pt x="1476375" y="38100"/>
                </a:lnTo>
                <a:lnTo>
                  <a:pt x="1476375" y="66675"/>
                </a:lnTo>
                <a:lnTo>
                  <a:pt x="1457325" y="66675"/>
                </a:lnTo>
                <a:lnTo>
                  <a:pt x="1457325" y="57150"/>
                </a:lnTo>
                <a:lnTo>
                  <a:pt x="1447800" y="57150"/>
                </a:lnTo>
                <a:lnTo>
                  <a:pt x="1447800" y="47625"/>
                </a:lnTo>
                <a:lnTo>
                  <a:pt x="1438275" y="47625"/>
                </a:lnTo>
                <a:close/>
                <a:moveTo>
                  <a:pt x="19050" y="47625"/>
                </a:moveTo>
                <a:lnTo>
                  <a:pt x="28575" y="47625"/>
                </a:lnTo>
                <a:lnTo>
                  <a:pt x="28575" y="66675"/>
                </a:lnTo>
                <a:lnTo>
                  <a:pt x="19050" y="66675"/>
                </a:lnTo>
                <a:close/>
                <a:moveTo>
                  <a:pt x="381000" y="66675"/>
                </a:moveTo>
                <a:lnTo>
                  <a:pt x="390525" y="66675"/>
                </a:lnTo>
                <a:lnTo>
                  <a:pt x="390525" y="76200"/>
                </a:lnTo>
                <a:lnTo>
                  <a:pt x="381000" y="76200"/>
                </a:lnTo>
                <a:close/>
                <a:moveTo>
                  <a:pt x="1924050" y="66675"/>
                </a:moveTo>
                <a:lnTo>
                  <a:pt x="1933575" y="66675"/>
                </a:lnTo>
                <a:lnTo>
                  <a:pt x="1933575" y="76200"/>
                </a:lnTo>
                <a:lnTo>
                  <a:pt x="1924050" y="76200"/>
                </a:lnTo>
                <a:close/>
                <a:moveTo>
                  <a:pt x="1495425" y="76200"/>
                </a:moveTo>
                <a:lnTo>
                  <a:pt x="1504950" y="76200"/>
                </a:lnTo>
                <a:lnTo>
                  <a:pt x="1504950" y="85725"/>
                </a:lnTo>
                <a:lnTo>
                  <a:pt x="1495425" y="85725"/>
                </a:lnTo>
                <a:close/>
                <a:moveTo>
                  <a:pt x="1933575" y="76200"/>
                </a:moveTo>
                <a:lnTo>
                  <a:pt x="1943100" y="76200"/>
                </a:lnTo>
                <a:lnTo>
                  <a:pt x="1943100" y="95250"/>
                </a:lnTo>
                <a:lnTo>
                  <a:pt x="1914525" y="95250"/>
                </a:lnTo>
                <a:lnTo>
                  <a:pt x="1914525" y="85725"/>
                </a:lnTo>
                <a:lnTo>
                  <a:pt x="1933575" y="85725"/>
                </a:lnTo>
                <a:close/>
                <a:moveTo>
                  <a:pt x="1485900" y="85725"/>
                </a:moveTo>
                <a:lnTo>
                  <a:pt x="1495425" y="85725"/>
                </a:lnTo>
                <a:lnTo>
                  <a:pt x="1495425" y="95250"/>
                </a:lnTo>
                <a:lnTo>
                  <a:pt x="1485900" y="95250"/>
                </a:lnTo>
                <a:close/>
                <a:moveTo>
                  <a:pt x="1743075" y="85725"/>
                </a:moveTo>
                <a:lnTo>
                  <a:pt x="1752600" y="85725"/>
                </a:lnTo>
                <a:lnTo>
                  <a:pt x="1752600" y="95250"/>
                </a:lnTo>
                <a:lnTo>
                  <a:pt x="1762125" y="95250"/>
                </a:lnTo>
                <a:lnTo>
                  <a:pt x="1762125" y="114300"/>
                </a:lnTo>
                <a:lnTo>
                  <a:pt x="1743075" y="114300"/>
                </a:lnTo>
                <a:lnTo>
                  <a:pt x="1743075" y="104775"/>
                </a:lnTo>
                <a:lnTo>
                  <a:pt x="1733550" y="104775"/>
                </a:lnTo>
                <a:lnTo>
                  <a:pt x="1733550" y="95250"/>
                </a:lnTo>
                <a:lnTo>
                  <a:pt x="1743075" y="95250"/>
                </a:lnTo>
                <a:close/>
                <a:moveTo>
                  <a:pt x="76200" y="95250"/>
                </a:moveTo>
                <a:lnTo>
                  <a:pt x="85725" y="95250"/>
                </a:lnTo>
                <a:lnTo>
                  <a:pt x="85725" y="114300"/>
                </a:lnTo>
                <a:lnTo>
                  <a:pt x="76200" y="114300"/>
                </a:lnTo>
                <a:close/>
                <a:moveTo>
                  <a:pt x="1504950" y="95250"/>
                </a:moveTo>
                <a:lnTo>
                  <a:pt x="1514475" y="95250"/>
                </a:lnTo>
                <a:lnTo>
                  <a:pt x="1514475" y="104775"/>
                </a:lnTo>
                <a:lnTo>
                  <a:pt x="1504950" y="104775"/>
                </a:lnTo>
                <a:close/>
                <a:moveTo>
                  <a:pt x="19050" y="114300"/>
                </a:moveTo>
                <a:lnTo>
                  <a:pt x="28575" y="114300"/>
                </a:lnTo>
                <a:lnTo>
                  <a:pt x="28575" y="419100"/>
                </a:lnTo>
                <a:lnTo>
                  <a:pt x="9525" y="419100"/>
                </a:lnTo>
                <a:lnTo>
                  <a:pt x="9525" y="428625"/>
                </a:lnTo>
                <a:lnTo>
                  <a:pt x="0" y="428625"/>
                </a:lnTo>
                <a:lnTo>
                  <a:pt x="0" y="152400"/>
                </a:lnTo>
                <a:lnTo>
                  <a:pt x="9525" y="152400"/>
                </a:lnTo>
                <a:lnTo>
                  <a:pt x="9525" y="180975"/>
                </a:lnTo>
                <a:lnTo>
                  <a:pt x="19050" y="180975"/>
                </a:lnTo>
                <a:close/>
                <a:moveTo>
                  <a:pt x="76200" y="123825"/>
                </a:moveTo>
                <a:lnTo>
                  <a:pt x="85725" y="123825"/>
                </a:lnTo>
                <a:lnTo>
                  <a:pt x="85725" y="200025"/>
                </a:lnTo>
                <a:lnTo>
                  <a:pt x="95250" y="200025"/>
                </a:lnTo>
                <a:lnTo>
                  <a:pt x="95250" y="219075"/>
                </a:lnTo>
                <a:lnTo>
                  <a:pt x="85725" y="219075"/>
                </a:lnTo>
                <a:lnTo>
                  <a:pt x="85725" y="228600"/>
                </a:lnTo>
                <a:lnTo>
                  <a:pt x="76200" y="228600"/>
                </a:lnTo>
                <a:close/>
                <a:moveTo>
                  <a:pt x="95250" y="180975"/>
                </a:moveTo>
                <a:lnTo>
                  <a:pt x="104775" y="180975"/>
                </a:lnTo>
                <a:lnTo>
                  <a:pt x="104775" y="190500"/>
                </a:lnTo>
                <a:lnTo>
                  <a:pt x="95250" y="190500"/>
                </a:lnTo>
                <a:close/>
                <a:moveTo>
                  <a:pt x="1905000" y="190500"/>
                </a:moveTo>
                <a:lnTo>
                  <a:pt x="1924050" y="190500"/>
                </a:lnTo>
                <a:lnTo>
                  <a:pt x="1924050" y="219075"/>
                </a:lnTo>
                <a:lnTo>
                  <a:pt x="1905000" y="219075"/>
                </a:lnTo>
                <a:lnTo>
                  <a:pt x="1905000" y="209550"/>
                </a:lnTo>
                <a:lnTo>
                  <a:pt x="1895475" y="209550"/>
                </a:lnTo>
                <a:lnTo>
                  <a:pt x="1895475" y="200025"/>
                </a:lnTo>
                <a:lnTo>
                  <a:pt x="1905000" y="200025"/>
                </a:lnTo>
                <a:close/>
                <a:moveTo>
                  <a:pt x="1743075" y="209550"/>
                </a:moveTo>
                <a:lnTo>
                  <a:pt x="1752600" y="209550"/>
                </a:lnTo>
                <a:lnTo>
                  <a:pt x="1752600" y="219075"/>
                </a:lnTo>
                <a:lnTo>
                  <a:pt x="1762125" y="219075"/>
                </a:lnTo>
                <a:lnTo>
                  <a:pt x="1762125" y="228600"/>
                </a:lnTo>
                <a:lnTo>
                  <a:pt x="1771650" y="228600"/>
                </a:lnTo>
                <a:lnTo>
                  <a:pt x="1771650" y="219075"/>
                </a:lnTo>
                <a:lnTo>
                  <a:pt x="1781175" y="219075"/>
                </a:lnTo>
                <a:lnTo>
                  <a:pt x="1781175" y="238125"/>
                </a:lnTo>
                <a:lnTo>
                  <a:pt x="1752600" y="238125"/>
                </a:lnTo>
                <a:lnTo>
                  <a:pt x="1752600" y="247650"/>
                </a:lnTo>
                <a:lnTo>
                  <a:pt x="1733550" y="247650"/>
                </a:lnTo>
                <a:lnTo>
                  <a:pt x="1733550" y="219075"/>
                </a:lnTo>
                <a:lnTo>
                  <a:pt x="1743075" y="219075"/>
                </a:lnTo>
                <a:close/>
                <a:moveTo>
                  <a:pt x="1905000" y="228600"/>
                </a:moveTo>
                <a:lnTo>
                  <a:pt x="1914525" y="228600"/>
                </a:lnTo>
                <a:lnTo>
                  <a:pt x="1914525" y="238125"/>
                </a:lnTo>
                <a:lnTo>
                  <a:pt x="1905000" y="238125"/>
                </a:lnTo>
                <a:close/>
                <a:moveTo>
                  <a:pt x="95250" y="247650"/>
                </a:moveTo>
                <a:lnTo>
                  <a:pt x="114300" y="247650"/>
                </a:lnTo>
                <a:lnTo>
                  <a:pt x="114300" y="276225"/>
                </a:lnTo>
                <a:lnTo>
                  <a:pt x="123825" y="276225"/>
                </a:lnTo>
                <a:lnTo>
                  <a:pt x="123825" y="285750"/>
                </a:lnTo>
                <a:lnTo>
                  <a:pt x="114300" y="285750"/>
                </a:lnTo>
                <a:lnTo>
                  <a:pt x="114300" y="295275"/>
                </a:lnTo>
                <a:lnTo>
                  <a:pt x="104775" y="295275"/>
                </a:lnTo>
                <a:lnTo>
                  <a:pt x="104775" y="304800"/>
                </a:lnTo>
                <a:lnTo>
                  <a:pt x="95250" y="304800"/>
                </a:lnTo>
                <a:close/>
                <a:moveTo>
                  <a:pt x="1714500" y="257175"/>
                </a:moveTo>
                <a:lnTo>
                  <a:pt x="1733550" y="257175"/>
                </a:lnTo>
                <a:lnTo>
                  <a:pt x="1733550" y="266700"/>
                </a:lnTo>
                <a:lnTo>
                  <a:pt x="1781175" y="266700"/>
                </a:lnTo>
                <a:lnTo>
                  <a:pt x="1781175" y="257175"/>
                </a:lnTo>
                <a:lnTo>
                  <a:pt x="1809750" y="257175"/>
                </a:lnTo>
                <a:lnTo>
                  <a:pt x="1809750" y="276225"/>
                </a:lnTo>
                <a:lnTo>
                  <a:pt x="1800225" y="276225"/>
                </a:lnTo>
                <a:lnTo>
                  <a:pt x="1800225" y="285750"/>
                </a:lnTo>
                <a:lnTo>
                  <a:pt x="1743075" y="285750"/>
                </a:lnTo>
                <a:lnTo>
                  <a:pt x="1743075" y="342900"/>
                </a:lnTo>
                <a:lnTo>
                  <a:pt x="1752600" y="342900"/>
                </a:lnTo>
                <a:lnTo>
                  <a:pt x="1752600" y="352425"/>
                </a:lnTo>
                <a:lnTo>
                  <a:pt x="1733550" y="352425"/>
                </a:lnTo>
                <a:lnTo>
                  <a:pt x="1733550" y="390525"/>
                </a:lnTo>
                <a:lnTo>
                  <a:pt x="1743075" y="390525"/>
                </a:lnTo>
                <a:lnTo>
                  <a:pt x="1743075" y="419100"/>
                </a:lnTo>
                <a:lnTo>
                  <a:pt x="1714500" y="419100"/>
                </a:lnTo>
                <a:close/>
                <a:moveTo>
                  <a:pt x="1809750" y="276225"/>
                </a:moveTo>
                <a:lnTo>
                  <a:pt x="1828800" y="276225"/>
                </a:lnTo>
                <a:lnTo>
                  <a:pt x="1828800" y="285750"/>
                </a:lnTo>
                <a:lnTo>
                  <a:pt x="1838325" y="285750"/>
                </a:lnTo>
                <a:lnTo>
                  <a:pt x="1838325" y="276225"/>
                </a:lnTo>
                <a:lnTo>
                  <a:pt x="1847850" y="276225"/>
                </a:lnTo>
                <a:lnTo>
                  <a:pt x="1847850" y="285750"/>
                </a:lnTo>
                <a:lnTo>
                  <a:pt x="1876425" y="285750"/>
                </a:lnTo>
                <a:lnTo>
                  <a:pt x="1876425" y="295275"/>
                </a:lnTo>
                <a:lnTo>
                  <a:pt x="1866900" y="295275"/>
                </a:lnTo>
                <a:lnTo>
                  <a:pt x="1866900" y="314325"/>
                </a:lnTo>
                <a:lnTo>
                  <a:pt x="1905000" y="314325"/>
                </a:lnTo>
                <a:lnTo>
                  <a:pt x="1905000" y="333375"/>
                </a:lnTo>
                <a:lnTo>
                  <a:pt x="1895475" y="333375"/>
                </a:lnTo>
                <a:lnTo>
                  <a:pt x="1895475" y="342900"/>
                </a:lnTo>
                <a:lnTo>
                  <a:pt x="1847850" y="342900"/>
                </a:lnTo>
                <a:lnTo>
                  <a:pt x="1847850" y="323850"/>
                </a:lnTo>
                <a:lnTo>
                  <a:pt x="1838325" y="323850"/>
                </a:lnTo>
                <a:lnTo>
                  <a:pt x="1838325" y="314325"/>
                </a:lnTo>
                <a:lnTo>
                  <a:pt x="1809750" y="314325"/>
                </a:lnTo>
                <a:lnTo>
                  <a:pt x="1809750" y="304800"/>
                </a:lnTo>
                <a:lnTo>
                  <a:pt x="1800225" y="304800"/>
                </a:lnTo>
                <a:lnTo>
                  <a:pt x="1800225" y="285750"/>
                </a:lnTo>
                <a:lnTo>
                  <a:pt x="1809750" y="285750"/>
                </a:lnTo>
                <a:close/>
                <a:moveTo>
                  <a:pt x="9525" y="314325"/>
                </a:moveTo>
                <a:lnTo>
                  <a:pt x="19050" y="314325"/>
                </a:lnTo>
                <a:lnTo>
                  <a:pt x="19050" y="295275"/>
                </a:lnTo>
                <a:lnTo>
                  <a:pt x="9525" y="295275"/>
                </a:lnTo>
                <a:close/>
                <a:moveTo>
                  <a:pt x="1809750" y="371475"/>
                </a:moveTo>
                <a:lnTo>
                  <a:pt x="1828800" y="371475"/>
                </a:lnTo>
                <a:lnTo>
                  <a:pt x="1828800" y="400050"/>
                </a:lnTo>
                <a:lnTo>
                  <a:pt x="1800225" y="400050"/>
                </a:lnTo>
                <a:lnTo>
                  <a:pt x="1800225" y="381000"/>
                </a:lnTo>
                <a:lnTo>
                  <a:pt x="1809750" y="381000"/>
                </a:lnTo>
                <a:close/>
                <a:moveTo>
                  <a:pt x="161925" y="381000"/>
                </a:moveTo>
                <a:lnTo>
                  <a:pt x="180975" y="381000"/>
                </a:lnTo>
                <a:lnTo>
                  <a:pt x="180975" y="390525"/>
                </a:lnTo>
                <a:lnTo>
                  <a:pt x="161925" y="390525"/>
                </a:lnTo>
                <a:close/>
                <a:moveTo>
                  <a:pt x="9525" y="390525"/>
                </a:moveTo>
                <a:lnTo>
                  <a:pt x="19050" y="390525"/>
                </a:lnTo>
                <a:lnTo>
                  <a:pt x="19050" y="361950"/>
                </a:lnTo>
                <a:lnTo>
                  <a:pt x="9525" y="361950"/>
                </a:lnTo>
                <a:close/>
                <a:moveTo>
                  <a:pt x="76200" y="409575"/>
                </a:moveTo>
                <a:lnTo>
                  <a:pt x="85725" y="409575"/>
                </a:lnTo>
                <a:lnTo>
                  <a:pt x="85725" y="438150"/>
                </a:lnTo>
                <a:lnTo>
                  <a:pt x="76200" y="438150"/>
                </a:lnTo>
                <a:close/>
                <a:moveTo>
                  <a:pt x="171450" y="409575"/>
                </a:moveTo>
                <a:lnTo>
                  <a:pt x="180975" y="409575"/>
                </a:lnTo>
                <a:lnTo>
                  <a:pt x="180975" y="438150"/>
                </a:lnTo>
                <a:lnTo>
                  <a:pt x="190500" y="438150"/>
                </a:lnTo>
                <a:lnTo>
                  <a:pt x="190500" y="457200"/>
                </a:lnTo>
                <a:lnTo>
                  <a:pt x="171450" y="457200"/>
                </a:lnTo>
                <a:lnTo>
                  <a:pt x="171450" y="447675"/>
                </a:lnTo>
                <a:lnTo>
                  <a:pt x="161925" y="447675"/>
                </a:lnTo>
                <a:lnTo>
                  <a:pt x="161925" y="428625"/>
                </a:lnTo>
                <a:lnTo>
                  <a:pt x="171450" y="428625"/>
                </a:lnTo>
                <a:close/>
                <a:moveTo>
                  <a:pt x="19050" y="438150"/>
                </a:moveTo>
                <a:lnTo>
                  <a:pt x="28575" y="438150"/>
                </a:lnTo>
                <a:lnTo>
                  <a:pt x="28575" y="485775"/>
                </a:lnTo>
                <a:lnTo>
                  <a:pt x="19050" y="485775"/>
                </a:lnTo>
                <a:close/>
                <a:moveTo>
                  <a:pt x="0" y="447675"/>
                </a:moveTo>
                <a:lnTo>
                  <a:pt x="9525" y="447675"/>
                </a:lnTo>
                <a:lnTo>
                  <a:pt x="9525" y="466725"/>
                </a:lnTo>
                <a:lnTo>
                  <a:pt x="0" y="466725"/>
                </a:lnTo>
                <a:close/>
                <a:moveTo>
                  <a:pt x="76200" y="457200"/>
                </a:moveTo>
                <a:lnTo>
                  <a:pt x="85725" y="457200"/>
                </a:lnTo>
                <a:lnTo>
                  <a:pt x="85725" y="476250"/>
                </a:lnTo>
                <a:lnTo>
                  <a:pt x="95250" y="476250"/>
                </a:lnTo>
                <a:lnTo>
                  <a:pt x="95250" y="495300"/>
                </a:lnTo>
                <a:lnTo>
                  <a:pt x="104775" y="495300"/>
                </a:lnTo>
                <a:lnTo>
                  <a:pt x="104775" y="504825"/>
                </a:lnTo>
                <a:lnTo>
                  <a:pt x="114300" y="504825"/>
                </a:lnTo>
                <a:lnTo>
                  <a:pt x="114300" y="514350"/>
                </a:lnTo>
                <a:lnTo>
                  <a:pt x="104775" y="514350"/>
                </a:lnTo>
                <a:lnTo>
                  <a:pt x="104775" y="561975"/>
                </a:lnTo>
                <a:lnTo>
                  <a:pt x="95250" y="561975"/>
                </a:lnTo>
                <a:lnTo>
                  <a:pt x="95250" y="552450"/>
                </a:lnTo>
                <a:lnTo>
                  <a:pt x="85725" y="552450"/>
                </a:lnTo>
                <a:lnTo>
                  <a:pt x="85725" y="542925"/>
                </a:lnTo>
                <a:lnTo>
                  <a:pt x="76200" y="542925"/>
                </a:lnTo>
                <a:lnTo>
                  <a:pt x="76200" y="523875"/>
                </a:lnTo>
                <a:lnTo>
                  <a:pt x="85725" y="523875"/>
                </a:lnTo>
                <a:lnTo>
                  <a:pt x="85725" y="495300"/>
                </a:lnTo>
                <a:lnTo>
                  <a:pt x="76200" y="495300"/>
                </a:lnTo>
                <a:close/>
                <a:moveTo>
                  <a:pt x="1752600" y="457200"/>
                </a:moveTo>
                <a:lnTo>
                  <a:pt x="1771650" y="457200"/>
                </a:lnTo>
                <a:lnTo>
                  <a:pt x="1771650" y="495300"/>
                </a:lnTo>
                <a:lnTo>
                  <a:pt x="1762125" y="495300"/>
                </a:lnTo>
                <a:lnTo>
                  <a:pt x="1762125" y="504825"/>
                </a:lnTo>
                <a:lnTo>
                  <a:pt x="1752600" y="504825"/>
                </a:lnTo>
                <a:lnTo>
                  <a:pt x="1752600" y="523875"/>
                </a:lnTo>
                <a:lnTo>
                  <a:pt x="1743075" y="523875"/>
                </a:lnTo>
                <a:lnTo>
                  <a:pt x="1743075" y="533400"/>
                </a:lnTo>
                <a:lnTo>
                  <a:pt x="1733550" y="533400"/>
                </a:lnTo>
                <a:lnTo>
                  <a:pt x="1733550" y="542925"/>
                </a:lnTo>
                <a:lnTo>
                  <a:pt x="1724025" y="542925"/>
                </a:lnTo>
                <a:lnTo>
                  <a:pt x="1724025" y="533400"/>
                </a:lnTo>
                <a:lnTo>
                  <a:pt x="1714500" y="533400"/>
                </a:lnTo>
                <a:lnTo>
                  <a:pt x="1714500" y="523875"/>
                </a:lnTo>
                <a:lnTo>
                  <a:pt x="1724025" y="523875"/>
                </a:lnTo>
                <a:lnTo>
                  <a:pt x="1724025" y="504825"/>
                </a:lnTo>
                <a:lnTo>
                  <a:pt x="1743075" y="504825"/>
                </a:lnTo>
                <a:lnTo>
                  <a:pt x="1743075" y="485775"/>
                </a:lnTo>
                <a:lnTo>
                  <a:pt x="1752600" y="485775"/>
                </a:lnTo>
                <a:close/>
                <a:moveTo>
                  <a:pt x="19050" y="504825"/>
                </a:moveTo>
                <a:lnTo>
                  <a:pt x="28575" y="504825"/>
                </a:lnTo>
                <a:lnTo>
                  <a:pt x="28575" y="533400"/>
                </a:lnTo>
                <a:lnTo>
                  <a:pt x="19050" y="533400"/>
                </a:lnTo>
                <a:lnTo>
                  <a:pt x="19050" y="542925"/>
                </a:lnTo>
                <a:lnTo>
                  <a:pt x="9525" y="542925"/>
                </a:lnTo>
                <a:lnTo>
                  <a:pt x="9525" y="533400"/>
                </a:lnTo>
                <a:lnTo>
                  <a:pt x="0" y="533400"/>
                </a:lnTo>
                <a:lnTo>
                  <a:pt x="0" y="523875"/>
                </a:lnTo>
                <a:lnTo>
                  <a:pt x="9525" y="523875"/>
                </a:lnTo>
                <a:lnTo>
                  <a:pt x="9525" y="514350"/>
                </a:lnTo>
                <a:lnTo>
                  <a:pt x="19050" y="514350"/>
                </a:lnTo>
                <a:close/>
                <a:moveTo>
                  <a:pt x="1800225" y="533400"/>
                </a:moveTo>
                <a:lnTo>
                  <a:pt x="1809750" y="533400"/>
                </a:lnTo>
                <a:lnTo>
                  <a:pt x="1809750" y="542925"/>
                </a:lnTo>
                <a:lnTo>
                  <a:pt x="1800225" y="542925"/>
                </a:lnTo>
                <a:close/>
                <a:moveTo>
                  <a:pt x="1866900" y="542925"/>
                </a:moveTo>
                <a:lnTo>
                  <a:pt x="1876425" y="542925"/>
                </a:lnTo>
                <a:lnTo>
                  <a:pt x="1876425" y="552450"/>
                </a:lnTo>
                <a:lnTo>
                  <a:pt x="1866900" y="552450"/>
                </a:lnTo>
                <a:close/>
                <a:moveTo>
                  <a:pt x="9525" y="561975"/>
                </a:moveTo>
                <a:lnTo>
                  <a:pt x="28575" y="561975"/>
                </a:lnTo>
                <a:lnTo>
                  <a:pt x="28575" y="571500"/>
                </a:lnTo>
                <a:lnTo>
                  <a:pt x="57150" y="571500"/>
                </a:lnTo>
                <a:lnTo>
                  <a:pt x="57150" y="581025"/>
                </a:lnTo>
                <a:lnTo>
                  <a:pt x="47625" y="581025"/>
                </a:lnTo>
                <a:lnTo>
                  <a:pt x="47625" y="600075"/>
                </a:lnTo>
                <a:lnTo>
                  <a:pt x="28575" y="600075"/>
                </a:lnTo>
                <a:lnTo>
                  <a:pt x="28575" y="590550"/>
                </a:lnTo>
                <a:lnTo>
                  <a:pt x="9525" y="590550"/>
                </a:lnTo>
                <a:close/>
                <a:moveTo>
                  <a:pt x="1895475" y="590550"/>
                </a:moveTo>
                <a:lnTo>
                  <a:pt x="1905000" y="590550"/>
                </a:lnTo>
                <a:lnTo>
                  <a:pt x="1905000" y="600075"/>
                </a:lnTo>
                <a:lnTo>
                  <a:pt x="1895475" y="600075"/>
                </a:lnTo>
                <a:close/>
                <a:moveTo>
                  <a:pt x="0" y="600075"/>
                </a:moveTo>
                <a:lnTo>
                  <a:pt x="9525" y="600075"/>
                </a:lnTo>
                <a:lnTo>
                  <a:pt x="9525" y="609600"/>
                </a:lnTo>
                <a:lnTo>
                  <a:pt x="0" y="609600"/>
                </a:lnTo>
                <a:close/>
                <a:moveTo>
                  <a:pt x="152400" y="609600"/>
                </a:moveTo>
                <a:lnTo>
                  <a:pt x="171450" y="609600"/>
                </a:lnTo>
                <a:lnTo>
                  <a:pt x="171450" y="628650"/>
                </a:lnTo>
                <a:lnTo>
                  <a:pt x="180975" y="628650"/>
                </a:lnTo>
                <a:lnTo>
                  <a:pt x="180975" y="638175"/>
                </a:lnTo>
                <a:lnTo>
                  <a:pt x="171450" y="638175"/>
                </a:lnTo>
                <a:lnTo>
                  <a:pt x="171450" y="657225"/>
                </a:lnTo>
                <a:lnTo>
                  <a:pt x="161925" y="657225"/>
                </a:lnTo>
                <a:lnTo>
                  <a:pt x="161925" y="647700"/>
                </a:lnTo>
                <a:lnTo>
                  <a:pt x="152400" y="647700"/>
                </a:lnTo>
                <a:close/>
                <a:moveTo>
                  <a:pt x="0" y="657225"/>
                </a:moveTo>
                <a:lnTo>
                  <a:pt x="9525" y="657225"/>
                </a:lnTo>
                <a:lnTo>
                  <a:pt x="9525" y="666750"/>
                </a:lnTo>
                <a:lnTo>
                  <a:pt x="0" y="666750"/>
                </a:lnTo>
                <a:close/>
                <a:moveTo>
                  <a:pt x="19050" y="657225"/>
                </a:moveTo>
                <a:lnTo>
                  <a:pt x="47625" y="657225"/>
                </a:lnTo>
                <a:lnTo>
                  <a:pt x="47625" y="676275"/>
                </a:lnTo>
                <a:lnTo>
                  <a:pt x="38100" y="676275"/>
                </a:lnTo>
                <a:lnTo>
                  <a:pt x="38100" y="666750"/>
                </a:lnTo>
                <a:lnTo>
                  <a:pt x="19050" y="666750"/>
                </a:lnTo>
                <a:close/>
                <a:moveTo>
                  <a:pt x="1905000" y="666750"/>
                </a:moveTo>
                <a:lnTo>
                  <a:pt x="1933575" y="666750"/>
                </a:lnTo>
                <a:lnTo>
                  <a:pt x="1933575" y="676275"/>
                </a:lnTo>
                <a:lnTo>
                  <a:pt x="1905000" y="676275"/>
                </a:lnTo>
                <a:close/>
                <a:moveTo>
                  <a:pt x="1743075" y="676275"/>
                </a:moveTo>
                <a:lnTo>
                  <a:pt x="1752600" y="676275"/>
                </a:lnTo>
                <a:lnTo>
                  <a:pt x="1752600" y="685800"/>
                </a:lnTo>
                <a:lnTo>
                  <a:pt x="1743075" y="685800"/>
                </a:lnTo>
                <a:close/>
                <a:moveTo>
                  <a:pt x="104775" y="733425"/>
                </a:moveTo>
                <a:lnTo>
                  <a:pt x="114300" y="733425"/>
                </a:lnTo>
                <a:lnTo>
                  <a:pt x="114300" y="742950"/>
                </a:lnTo>
                <a:lnTo>
                  <a:pt x="104775" y="742950"/>
                </a:lnTo>
                <a:close/>
                <a:moveTo>
                  <a:pt x="1752600" y="733425"/>
                </a:moveTo>
                <a:lnTo>
                  <a:pt x="1781175" y="733425"/>
                </a:lnTo>
                <a:lnTo>
                  <a:pt x="1781175" y="752475"/>
                </a:lnTo>
                <a:lnTo>
                  <a:pt x="1800225" y="752475"/>
                </a:lnTo>
                <a:lnTo>
                  <a:pt x="1800225" y="733425"/>
                </a:lnTo>
                <a:lnTo>
                  <a:pt x="1876425" y="733425"/>
                </a:lnTo>
                <a:lnTo>
                  <a:pt x="1876425" y="742950"/>
                </a:lnTo>
                <a:lnTo>
                  <a:pt x="1866900" y="742950"/>
                </a:lnTo>
                <a:lnTo>
                  <a:pt x="1866900" y="752475"/>
                </a:lnTo>
                <a:lnTo>
                  <a:pt x="1876425" y="752475"/>
                </a:lnTo>
                <a:lnTo>
                  <a:pt x="1876425" y="762000"/>
                </a:lnTo>
                <a:lnTo>
                  <a:pt x="1857375" y="762000"/>
                </a:lnTo>
                <a:lnTo>
                  <a:pt x="1857375" y="781050"/>
                </a:lnTo>
                <a:lnTo>
                  <a:pt x="1847850" y="781050"/>
                </a:lnTo>
                <a:lnTo>
                  <a:pt x="1847850" y="790575"/>
                </a:lnTo>
                <a:lnTo>
                  <a:pt x="1838325" y="790575"/>
                </a:lnTo>
                <a:lnTo>
                  <a:pt x="1838325" y="809625"/>
                </a:lnTo>
                <a:lnTo>
                  <a:pt x="1828800" y="809625"/>
                </a:lnTo>
                <a:lnTo>
                  <a:pt x="1828800" y="819150"/>
                </a:lnTo>
                <a:lnTo>
                  <a:pt x="1819275" y="819150"/>
                </a:lnTo>
                <a:lnTo>
                  <a:pt x="1819275" y="809625"/>
                </a:lnTo>
                <a:lnTo>
                  <a:pt x="1800225" y="809625"/>
                </a:lnTo>
                <a:lnTo>
                  <a:pt x="1800225" y="790575"/>
                </a:lnTo>
                <a:lnTo>
                  <a:pt x="1790700" y="790575"/>
                </a:lnTo>
                <a:lnTo>
                  <a:pt x="1790700" y="781050"/>
                </a:lnTo>
                <a:lnTo>
                  <a:pt x="1781175" y="781050"/>
                </a:lnTo>
                <a:lnTo>
                  <a:pt x="1781175" y="771525"/>
                </a:lnTo>
                <a:lnTo>
                  <a:pt x="1771650" y="771525"/>
                </a:lnTo>
                <a:lnTo>
                  <a:pt x="1771650" y="752475"/>
                </a:lnTo>
                <a:lnTo>
                  <a:pt x="1762125" y="752475"/>
                </a:lnTo>
                <a:lnTo>
                  <a:pt x="1762125" y="742950"/>
                </a:lnTo>
                <a:lnTo>
                  <a:pt x="1752600" y="742950"/>
                </a:lnTo>
                <a:close/>
                <a:moveTo>
                  <a:pt x="28575" y="857250"/>
                </a:moveTo>
                <a:lnTo>
                  <a:pt x="57150" y="857250"/>
                </a:lnTo>
                <a:lnTo>
                  <a:pt x="57150" y="885825"/>
                </a:lnTo>
                <a:lnTo>
                  <a:pt x="47625" y="885825"/>
                </a:lnTo>
                <a:lnTo>
                  <a:pt x="47625" y="895350"/>
                </a:lnTo>
                <a:lnTo>
                  <a:pt x="38100" y="895350"/>
                </a:lnTo>
                <a:lnTo>
                  <a:pt x="38100" y="904875"/>
                </a:lnTo>
                <a:lnTo>
                  <a:pt x="28575" y="904875"/>
                </a:lnTo>
                <a:lnTo>
                  <a:pt x="28575" y="914400"/>
                </a:lnTo>
                <a:lnTo>
                  <a:pt x="47625" y="914400"/>
                </a:lnTo>
                <a:lnTo>
                  <a:pt x="47625" y="942975"/>
                </a:lnTo>
                <a:lnTo>
                  <a:pt x="38100" y="942975"/>
                </a:lnTo>
                <a:lnTo>
                  <a:pt x="38100" y="933450"/>
                </a:lnTo>
                <a:lnTo>
                  <a:pt x="28575" y="933450"/>
                </a:lnTo>
                <a:lnTo>
                  <a:pt x="28575" y="923925"/>
                </a:lnTo>
                <a:lnTo>
                  <a:pt x="19050" y="923925"/>
                </a:lnTo>
                <a:lnTo>
                  <a:pt x="19050" y="895350"/>
                </a:lnTo>
                <a:lnTo>
                  <a:pt x="28575" y="895350"/>
                </a:lnTo>
                <a:close/>
                <a:moveTo>
                  <a:pt x="1866900" y="857250"/>
                </a:moveTo>
                <a:lnTo>
                  <a:pt x="1876425" y="857250"/>
                </a:lnTo>
                <a:lnTo>
                  <a:pt x="1876425" y="866775"/>
                </a:lnTo>
                <a:lnTo>
                  <a:pt x="1866900" y="866775"/>
                </a:lnTo>
                <a:close/>
                <a:moveTo>
                  <a:pt x="0" y="923925"/>
                </a:moveTo>
                <a:lnTo>
                  <a:pt x="9525" y="923925"/>
                </a:lnTo>
                <a:lnTo>
                  <a:pt x="9525" y="933450"/>
                </a:lnTo>
                <a:lnTo>
                  <a:pt x="0" y="933450"/>
                </a:lnTo>
                <a:close/>
                <a:moveTo>
                  <a:pt x="1866900" y="952500"/>
                </a:moveTo>
                <a:lnTo>
                  <a:pt x="1885950" y="952500"/>
                </a:lnTo>
                <a:lnTo>
                  <a:pt x="1885950" y="981075"/>
                </a:lnTo>
                <a:lnTo>
                  <a:pt x="1895475" y="981075"/>
                </a:lnTo>
                <a:lnTo>
                  <a:pt x="1895475" y="990600"/>
                </a:lnTo>
                <a:lnTo>
                  <a:pt x="1905000" y="990600"/>
                </a:lnTo>
                <a:lnTo>
                  <a:pt x="1905000" y="1000125"/>
                </a:lnTo>
                <a:lnTo>
                  <a:pt x="1895475" y="1000125"/>
                </a:lnTo>
                <a:lnTo>
                  <a:pt x="1895475" y="1009650"/>
                </a:lnTo>
                <a:lnTo>
                  <a:pt x="1876425" y="1009650"/>
                </a:lnTo>
                <a:lnTo>
                  <a:pt x="1876425" y="1000125"/>
                </a:lnTo>
                <a:lnTo>
                  <a:pt x="1866900" y="1000125"/>
                </a:lnTo>
                <a:lnTo>
                  <a:pt x="1866900" y="990600"/>
                </a:lnTo>
                <a:lnTo>
                  <a:pt x="1857375" y="990600"/>
                </a:lnTo>
                <a:lnTo>
                  <a:pt x="1857375" y="971550"/>
                </a:lnTo>
                <a:lnTo>
                  <a:pt x="1866900" y="971550"/>
                </a:lnTo>
                <a:close/>
                <a:moveTo>
                  <a:pt x="1933575" y="962025"/>
                </a:moveTo>
                <a:lnTo>
                  <a:pt x="1952625" y="962025"/>
                </a:lnTo>
                <a:lnTo>
                  <a:pt x="1952625" y="990600"/>
                </a:lnTo>
                <a:lnTo>
                  <a:pt x="1933575" y="990600"/>
                </a:lnTo>
                <a:lnTo>
                  <a:pt x="1933575" y="981075"/>
                </a:lnTo>
                <a:lnTo>
                  <a:pt x="1924050" y="981075"/>
                </a:lnTo>
                <a:lnTo>
                  <a:pt x="1924050" y="971550"/>
                </a:lnTo>
                <a:lnTo>
                  <a:pt x="1933575" y="971550"/>
                </a:lnTo>
                <a:close/>
                <a:moveTo>
                  <a:pt x="1857375" y="1000125"/>
                </a:moveTo>
                <a:lnTo>
                  <a:pt x="1866900" y="1000125"/>
                </a:lnTo>
                <a:lnTo>
                  <a:pt x="1866900" y="1009650"/>
                </a:lnTo>
                <a:lnTo>
                  <a:pt x="1857375" y="1009650"/>
                </a:lnTo>
                <a:close/>
                <a:moveTo>
                  <a:pt x="0" y="1028700"/>
                </a:moveTo>
                <a:lnTo>
                  <a:pt x="76200" y="1028700"/>
                </a:lnTo>
                <a:lnTo>
                  <a:pt x="76200" y="1038225"/>
                </a:lnTo>
                <a:lnTo>
                  <a:pt x="95250" y="1038225"/>
                </a:lnTo>
                <a:lnTo>
                  <a:pt x="95250" y="1047750"/>
                </a:lnTo>
                <a:lnTo>
                  <a:pt x="85725" y="1047750"/>
                </a:lnTo>
                <a:lnTo>
                  <a:pt x="85725" y="1076325"/>
                </a:lnTo>
                <a:lnTo>
                  <a:pt x="66675" y="1076325"/>
                </a:lnTo>
                <a:lnTo>
                  <a:pt x="66675" y="1095375"/>
                </a:lnTo>
                <a:lnTo>
                  <a:pt x="57150" y="1095375"/>
                </a:lnTo>
                <a:lnTo>
                  <a:pt x="57150" y="1057275"/>
                </a:lnTo>
                <a:lnTo>
                  <a:pt x="47625" y="1057275"/>
                </a:lnTo>
                <a:lnTo>
                  <a:pt x="47625" y="1066800"/>
                </a:lnTo>
                <a:lnTo>
                  <a:pt x="28575" y="1066800"/>
                </a:lnTo>
                <a:lnTo>
                  <a:pt x="28575" y="1076325"/>
                </a:lnTo>
                <a:lnTo>
                  <a:pt x="38100" y="1076325"/>
                </a:lnTo>
                <a:lnTo>
                  <a:pt x="38100" y="1095375"/>
                </a:lnTo>
                <a:lnTo>
                  <a:pt x="19050" y="1095375"/>
                </a:lnTo>
                <a:lnTo>
                  <a:pt x="19050" y="1114425"/>
                </a:lnTo>
                <a:lnTo>
                  <a:pt x="0" y="1114425"/>
                </a:lnTo>
                <a:lnTo>
                  <a:pt x="0" y="1085850"/>
                </a:lnTo>
                <a:lnTo>
                  <a:pt x="9525" y="1085850"/>
                </a:lnTo>
                <a:lnTo>
                  <a:pt x="9525" y="1066800"/>
                </a:lnTo>
                <a:lnTo>
                  <a:pt x="0" y="1066800"/>
                </a:lnTo>
                <a:close/>
                <a:moveTo>
                  <a:pt x="1771650" y="1028700"/>
                </a:moveTo>
                <a:lnTo>
                  <a:pt x="1781175" y="1028700"/>
                </a:lnTo>
                <a:lnTo>
                  <a:pt x="1781175" y="1038225"/>
                </a:lnTo>
                <a:lnTo>
                  <a:pt x="1876425" y="1038225"/>
                </a:lnTo>
                <a:lnTo>
                  <a:pt x="1876425" y="1028700"/>
                </a:lnTo>
                <a:lnTo>
                  <a:pt x="1905000" y="1028700"/>
                </a:lnTo>
                <a:lnTo>
                  <a:pt x="1905000" y="1038225"/>
                </a:lnTo>
                <a:lnTo>
                  <a:pt x="1933575" y="1038225"/>
                </a:lnTo>
                <a:lnTo>
                  <a:pt x="1933575" y="1047750"/>
                </a:lnTo>
                <a:lnTo>
                  <a:pt x="1914525" y="1047750"/>
                </a:lnTo>
                <a:lnTo>
                  <a:pt x="1914525" y="1057275"/>
                </a:lnTo>
                <a:lnTo>
                  <a:pt x="1924050" y="1057275"/>
                </a:lnTo>
                <a:lnTo>
                  <a:pt x="1924050" y="1066800"/>
                </a:lnTo>
                <a:lnTo>
                  <a:pt x="1905000" y="1066800"/>
                </a:lnTo>
                <a:lnTo>
                  <a:pt x="1905000" y="1076325"/>
                </a:lnTo>
                <a:lnTo>
                  <a:pt x="1924050" y="1076325"/>
                </a:lnTo>
                <a:lnTo>
                  <a:pt x="1924050" y="1095375"/>
                </a:lnTo>
                <a:lnTo>
                  <a:pt x="1905000" y="1095375"/>
                </a:lnTo>
                <a:lnTo>
                  <a:pt x="1905000" y="1085850"/>
                </a:lnTo>
                <a:lnTo>
                  <a:pt x="1895475" y="1085850"/>
                </a:lnTo>
                <a:lnTo>
                  <a:pt x="1895475" y="1095375"/>
                </a:lnTo>
                <a:lnTo>
                  <a:pt x="1885950" y="1095375"/>
                </a:lnTo>
                <a:lnTo>
                  <a:pt x="1885950" y="1114425"/>
                </a:lnTo>
                <a:lnTo>
                  <a:pt x="1876425" y="1114425"/>
                </a:lnTo>
                <a:lnTo>
                  <a:pt x="1876425" y="1123950"/>
                </a:lnTo>
                <a:lnTo>
                  <a:pt x="1866900" y="1123950"/>
                </a:lnTo>
                <a:lnTo>
                  <a:pt x="1866900" y="1133475"/>
                </a:lnTo>
                <a:lnTo>
                  <a:pt x="1809750" y="1133475"/>
                </a:lnTo>
                <a:lnTo>
                  <a:pt x="1809750" y="1152525"/>
                </a:lnTo>
                <a:lnTo>
                  <a:pt x="1800225" y="1152525"/>
                </a:lnTo>
                <a:lnTo>
                  <a:pt x="1800225" y="1162050"/>
                </a:lnTo>
                <a:lnTo>
                  <a:pt x="1781175" y="1162050"/>
                </a:lnTo>
                <a:lnTo>
                  <a:pt x="1781175" y="1181100"/>
                </a:lnTo>
                <a:lnTo>
                  <a:pt x="1771650" y="1181100"/>
                </a:lnTo>
                <a:lnTo>
                  <a:pt x="1771650" y="1228725"/>
                </a:lnTo>
                <a:lnTo>
                  <a:pt x="1762125" y="1228725"/>
                </a:lnTo>
                <a:lnTo>
                  <a:pt x="1762125" y="1238250"/>
                </a:lnTo>
                <a:lnTo>
                  <a:pt x="1752600" y="1238250"/>
                </a:lnTo>
                <a:lnTo>
                  <a:pt x="1752600" y="1219200"/>
                </a:lnTo>
                <a:lnTo>
                  <a:pt x="1743075" y="1219200"/>
                </a:lnTo>
                <a:lnTo>
                  <a:pt x="1743075" y="1200150"/>
                </a:lnTo>
                <a:lnTo>
                  <a:pt x="1752600" y="1200150"/>
                </a:lnTo>
                <a:lnTo>
                  <a:pt x="1752600" y="1152525"/>
                </a:lnTo>
                <a:lnTo>
                  <a:pt x="1762125" y="1152525"/>
                </a:lnTo>
                <a:lnTo>
                  <a:pt x="1762125" y="1143000"/>
                </a:lnTo>
                <a:lnTo>
                  <a:pt x="1752600" y="1143000"/>
                </a:lnTo>
                <a:lnTo>
                  <a:pt x="1752600" y="1114425"/>
                </a:lnTo>
                <a:lnTo>
                  <a:pt x="1762125" y="1114425"/>
                </a:lnTo>
                <a:lnTo>
                  <a:pt x="1762125" y="1095375"/>
                </a:lnTo>
                <a:lnTo>
                  <a:pt x="1752600" y="1095375"/>
                </a:lnTo>
                <a:lnTo>
                  <a:pt x="1752600" y="1038225"/>
                </a:lnTo>
                <a:lnTo>
                  <a:pt x="1771650" y="1038225"/>
                </a:lnTo>
                <a:close/>
                <a:moveTo>
                  <a:pt x="1828800" y="1057275"/>
                </a:moveTo>
                <a:lnTo>
                  <a:pt x="1857375" y="1057275"/>
                </a:lnTo>
                <a:lnTo>
                  <a:pt x="1857375" y="1047750"/>
                </a:lnTo>
                <a:lnTo>
                  <a:pt x="1828800" y="1047750"/>
                </a:lnTo>
                <a:close/>
                <a:moveTo>
                  <a:pt x="66675" y="1066800"/>
                </a:moveTo>
                <a:lnTo>
                  <a:pt x="76200" y="1066800"/>
                </a:lnTo>
                <a:lnTo>
                  <a:pt x="76200" y="1057275"/>
                </a:lnTo>
                <a:lnTo>
                  <a:pt x="66675" y="1057275"/>
                </a:lnTo>
                <a:close/>
                <a:moveTo>
                  <a:pt x="85725" y="1076325"/>
                </a:moveTo>
                <a:lnTo>
                  <a:pt x="95250" y="1076325"/>
                </a:lnTo>
                <a:lnTo>
                  <a:pt x="95250" y="1085850"/>
                </a:lnTo>
                <a:lnTo>
                  <a:pt x="85725" y="1085850"/>
                </a:lnTo>
                <a:close/>
                <a:moveTo>
                  <a:pt x="1828800" y="1162050"/>
                </a:moveTo>
                <a:lnTo>
                  <a:pt x="1857375" y="1162050"/>
                </a:lnTo>
                <a:lnTo>
                  <a:pt x="1857375" y="1181100"/>
                </a:lnTo>
                <a:lnTo>
                  <a:pt x="1847850" y="1181100"/>
                </a:lnTo>
                <a:lnTo>
                  <a:pt x="1847850" y="1190625"/>
                </a:lnTo>
                <a:lnTo>
                  <a:pt x="1828800" y="1190625"/>
                </a:lnTo>
                <a:close/>
                <a:moveTo>
                  <a:pt x="1819275" y="1228725"/>
                </a:moveTo>
                <a:lnTo>
                  <a:pt x="1828800" y="1228725"/>
                </a:lnTo>
                <a:lnTo>
                  <a:pt x="1828800" y="1247775"/>
                </a:lnTo>
                <a:lnTo>
                  <a:pt x="1838325" y="1247775"/>
                </a:lnTo>
                <a:lnTo>
                  <a:pt x="1838325" y="1257300"/>
                </a:lnTo>
                <a:lnTo>
                  <a:pt x="1847850" y="1257300"/>
                </a:lnTo>
                <a:lnTo>
                  <a:pt x="1847850" y="1285875"/>
                </a:lnTo>
                <a:lnTo>
                  <a:pt x="1838325" y="1285875"/>
                </a:lnTo>
                <a:lnTo>
                  <a:pt x="1838325" y="1276350"/>
                </a:lnTo>
                <a:lnTo>
                  <a:pt x="1819275" y="1276350"/>
                </a:lnTo>
                <a:lnTo>
                  <a:pt x="1819275" y="1266825"/>
                </a:lnTo>
                <a:lnTo>
                  <a:pt x="1800225" y="1266825"/>
                </a:lnTo>
                <a:lnTo>
                  <a:pt x="1800225" y="1247775"/>
                </a:lnTo>
                <a:lnTo>
                  <a:pt x="1809750" y="1247775"/>
                </a:lnTo>
                <a:lnTo>
                  <a:pt x="1809750" y="1238250"/>
                </a:lnTo>
                <a:lnTo>
                  <a:pt x="1819275" y="1238250"/>
                </a:lnTo>
                <a:close/>
                <a:moveTo>
                  <a:pt x="1895475" y="1247775"/>
                </a:moveTo>
                <a:lnTo>
                  <a:pt x="1905000" y="1247775"/>
                </a:lnTo>
                <a:lnTo>
                  <a:pt x="1905000" y="1257300"/>
                </a:lnTo>
                <a:lnTo>
                  <a:pt x="1895475" y="1257300"/>
                </a:lnTo>
                <a:close/>
                <a:moveTo>
                  <a:pt x="1762125" y="1257300"/>
                </a:moveTo>
                <a:lnTo>
                  <a:pt x="1781175" y="1257300"/>
                </a:lnTo>
                <a:lnTo>
                  <a:pt x="1781175" y="1266825"/>
                </a:lnTo>
                <a:lnTo>
                  <a:pt x="1771650" y="1266825"/>
                </a:lnTo>
                <a:lnTo>
                  <a:pt x="1771650" y="1276350"/>
                </a:lnTo>
                <a:lnTo>
                  <a:pt x="1762125" y="1276350"/>
                </a:lnTo>
                <a:close/>
                <a:moveTo>
                  <a:pt x="1857375" y="1266825"/>
                </a:moveTo>
                <a:lnTo>
                  <a:pt x="1866900" y="1266825"/>
                </a:lnTo>
                <a:lnTo>
                  <a:pt x="1866900" y="1285875"/>
                </a:lnTo>
                <a:lnTo>
                  <a:pt x="1857375" y="1285875"/>
                </a:lnTo>
                <a:close/>
                <a:moveTo>
                  <a:pt x="1924050" y="1400175"/>
                </a:moveTo>
                <a:lnTo>
                  <a:pt x="1952625" y="1400175"/>
                </a:lnTo>
                <a:lnTo>
                  <a:pt x="1952625" y="1419225"/>
                </a:lnTo>
                <a:lnTo>
                  <a:pt x="1924050" y="1419225"/>
                </a:lnTo>
                <a:lnTo>
                  <a:pt x="1924050" y="1428750"/>
                </a:lnTo>
                <a:lnTo>
                  <a:pt x="1905000" y="1428750"/>
                </a:lnTo>
                <a:lnTo>
                  <a:pt x="1905000" y="1419225"/>
                </a:lnTo>
                <a:lnTo>
                  <a:pt x="1914525" y="1419225"/>
                </a:lnTo>
                <a:lnTo>
                  <a:pt x="1914525" y="1409700"/>
                </a:lnTo>
                <a:lnTo>
                  <a:pt x="1924050" y="1409700"/>
                </a:lnTo>
                <a:close/>
                <a:moveTo>
                  <a:pt x="0" y="1428750"/>
                </a:moveTo>
                <a:lnTo>
                  <a:pt x="9525" y="1428750"/>
                </a:lnTo>
                <a:lnTo>
                  <a:pt x="9525" y="1438275"/>
                </a:lnTo>
                <a:lnTo>
                  <a:pt x="28575" y="1438275"/>
                </a:lnTo>
                <a:lnTo>
                  <a:pt x="28575" y="1466850"/>
                </a:lnTo>
                <a:lnTo>
                  <a:pt x="0" y="1466850"/>
                </a:lnTo>
                <a:close/>
                <a:moveTo>
                  <a:pt x="1857375" y="1428750"/>
                </a:moveTo>
                <a:lnTo>
                  <a:pt x="1876425" y="1428750"/>
                </a:lnTo>
                <a:lnTo>
                  <a:pt x="1876425" y="1438275"/>
                </a:lnTo>
                <a:lnTo>
                  <a:pt x="1857375" y="1438275"/>
                </a:lnTo>
                <a:close/>
                <a:moveTo>
                  <a:pt x="1743075" y="1438275"/>
                </a:moveTo>
                <a:lnTo>
                  <a:pt x="1838325" y="1438275"/>
                </a:lnTo>
                <a:lnTo>
                  <a:pt x="1838325" y="1447800"/>
                </a:lnTo>
                <a:lnTo>
                  <a:pt x="1866900" y="1447800"/>
                </a:lnTo>
                <a:lnTo>
                  <a:pt x="1866900" y="1457325"/>
                </a:lnTo>
                <a:lnTo>
                  <a:pt x="1857375" y="1457325"/>
                </a:lnTo>
                <a:lnTo>
                  <a:pt x="1857375" y="1466850"/>
                </a:lnTo>
                <a:lnTo>
                  <a:pt x="1781175" y="1466850"/>
                </a:lnTo>
                <a:lnTo>
                  <a:pt x="1781175" y="1476375"/>
                </a:lnTo>
                <a:lnTo>
                  <a:pt x="1752600" y="1476375"/>
                </a:lnTo>
                <a:lnTo>
                  <a:pt x="1752600" y="1466850"/>
                </a:lnTo>
                <a:lnTo>
                  <a:pt x="1743075" y="1466850"/>
                </a:lnTo>
                <a:close/>
                <a:moveTo>
                  <a:pt x="1876425" y="1447800"/>
                </a:moveTo>
                <a:lnTo>
                  <a:pt x="1885950" y="1447800"/>
                </a:lnTo>
                <a:lnTo>
                  <a:pt x="1885950" y="1457325"/>
                </a:lnTo>
                <a:lnTo>
                  <a:pt x="1914525" y="1457325"/>
                </a:lnTo>
                <a:lnTo>
                  <a:pt x="1914525" y="1447800"/>
                </a:lnTo>
                <a:lnTo>
                  <a:pt x="1952625" y="1447800"/>
                </a:lnTo>
                <a:lnTo>
                  <a:pt x="1952625" y="1466850"/>
                </a:lnTo>
                <a:lnTo>
                  <a:pt x="1876425" y="1466850"/>
                </a:lnTo>
                <a:close/>
                <a:moveTo>
                  <a:pt x="9525" y="1495425"/>
                </a:moveTo>
                <a:lnTo>
                  <a:pt x="38100" y="1495425"/>
                </a:lnTo>
                <a:lnTo>
                  <a:pt x="38100" y="1524000"/>
                </a:lnTo>
                <a:lnTo>
                  <a:pt x="19050" y="1524000"/>
                </a:lnTo>
                <a:lnTo>
                  <a:pt x="19050" y="1533525"/>
                </a:lnTo>
                <a:lnTo>
                  <a:pt x="28575" y="1533525"/>
                </a:lnTo>
                <a:lnTo>
                  <a:pt x="28575" y="1543050"/>
                </a:lnTo>
                <a:lnTo>
                  <a:pt x="0" y="1543050"/>
                </a:lnTo>
                <a:lnTo>
                  <a:pt x="0" y="1533525"/>
                </a:lnTo>
                <a:lnTo>
                  <a:pt x="9525" y="1533525"/>
                </a:lnTo>
                <a:close/>
                <a:moveTo>
                  <a:pt x="1771650" y="1495425"/>
                </a:moveTo>
                <a:lnTo>
                  <a:pt x="1809750" y="1495425"/>
                </a:lnTo>
                <a:lnTo>
                  <a:pt x="1809750" y="1514475"/>
                </a:lnTo>
                <a:lnTo>
                  <a:pt x="1790700" y="1514475"/>
                </a:lnTo>
                <a:lnTo>
                  <a:pt x="1790700" y="1524000"/>
                </a:lnTo>
                <a:lnTo>
                  <a:pt x="1781175" y="1524000"/>
                </a:lnTo>
                <a:lnTo>
                  <a:pt x="1781175" y="1514475"/>
                </a:lnTo>
                <a:lnTo>
                  <a:pt x="1771650" y="1514475"/>
                </a:lnTo>
                <a:close/>
                <a:moveTo>
                  <a:pt x="1819275" y="1504950"/>
                </a:moveTo>
                <a:lnTo>
                  <a:pt x="1828800" y="1504950"/>
                </a:lnTo>
                <a:lnTo>
                  <a:pt x="1828800" y="1514475"/>
                </a:lnTo>
                <a:lnTo>
                  <a:pt x="1819275" y="1514475"/>
                </a:lnTo>
                <a:close/>
                <a:moveTo>
                  <a:pt x="1943100" y="1504950"/>
                </a:moveTo>
                <a:lnTo>
                  <a:pt x="1952625" y="1504950"/>
                </a:lnTo>
                <a:lnTo>
                  <a:pt x="1952625" y="1514475"/>
                </a:lnTo>
                <a:lnTo>
                  <a:pt x="1943100" y="1514475"/>
                </a:lnTo>
                <a:close/>
              </a:path>
            </a:pathLst>
          </a:custGeom>
          <a:solidFill xmlns:a="http://schemas.openxmlformats.org/drawingml/2006/main">
            <a:srgbClr val="F2F0E0"/>
          </a:solidFill>
          <a:ln xmlns:a="http://schemas.openxmlformats.org/drawingml/2006/main" w="0">
            <a:noFill/>
          </a:ln>
        </p:spPr>
      </p:sp>
      <p:sp>
        <p:nvSpPr>
          <p:cNvPr id="118" name="logo7 vector #f2efdf">
            <a:extLst xmlns:a="http://schemas.openxmlformats.org/drawingml/2006/main">
              <a:ext uri="{FF2B5EF4-FFF2-40B4-BE49-F238E27FC236}">
                <a16:creationId xmlns:a16="http://schemas.microsoft.com/office/drawing/2014/main" id="{1A06A055-1AF8-4AB7-B6DC-F02E6BDE83D1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5300" y="5210175"/>
            <a:ext cx="2305050" cy="2105025"/>
          </a:xfrm>
          <a:custGeom xmlns:a="http://schemas.openxmlformats.org/drawingml/2006/main">
            <a:pathLst>
              <a:path w="1952625" h="1781175">
                <a:moveTo>
                  <a:pt x="85725" y="0"/>
                </a:moveTo>
                <a:lnTo>
                  <a:pt x="342900" y="0"/>
                </a:lnTo>
                <a:lnTo>
                  <a:pt x="342900" y="9525"/>
                </a:lnTo>
                <a:lnTo>
                  <a:pt x="333375" y="9525"/>
                </a:lnTo>
                <a:lnTo>
                  <a:pt x="333375" y="19050"/>
                </a:lnTo>
                <a:lnTo>
                  <a:pt x="342900" y="19050"/>
                </a:lnTo>
                <a:lnTo>
                  <a:pt x="342900" y="9525"/>
                </a:lnTo>
                <a:lnTo>
                  <a:pt x="352425" y="9525"/>
                </a:lnTo>
                <a:lnTo>
                  <a:pt x="352425" y="0"/>
                </a:lnTo>
                <a:lnTo>
                  <a:pt x="361950" y="0"/>
                </a:lnTo>
                <a:lnTo>
                  <a:pt x="361950" y="9525"/>
                </a:lnTo>
                <a:lnTo>
                  <a:pt x="371475" y="9525"/>
                </a:lnTo>
                <a:lnTo>
                  <a:pt x="371475" y="0"/>
                </a:lnTo>
                <a:lnTo>
                  <a:pt x="419100" y="0"/>
                </a:lnTo>
                <a:lnTo>
                  <a:pt x="419100" y="28575"/>
                </a:lnTo>
                <a:lnTo>
                  <a:pt x="409575" y="28575"/>
                </a:lnTo>
                <a:lnTo>
                  <a:pt x="409575" y="47625"/>
                </a:lnTo>
                <a:lnTo>
                  <a:pt x="428625" y="47625"/>
                </a:lnTo>
                <a:lnTo>
                  <a:pt x="428625" y="57150"/>
                </a:lnTo>
                <a:lnTo>
                  <a:pt x="419100" y="57150"/>
                </a:lnTo>
                <a:lnTo>
                  <a:pt x="419100" y="66675"/>
                </a:lnTo>
                <a:lnTo>
                  <a:pt x="400050" y="66675"/>
                </a:lnTo>
                <a:lnTo>
                  <a:pt x="400050" y="76200"/>
                </a:lnTo>
                <a:lnTo>
                  <a:pt x="409575" y="76200"/>
                </a:lnTo>
                <a:lnTo>
                  <a:pt x="409575" y="85725"/>
                </a:lnTo>
                <a:lnTo>
                  <a:pt x="419100" y="85725"/>
                </a:lnTo>
                <a:lnTo>
                  <a:pt x="419100" y="76200"/>
                </a:lnTo>
                <a:lnTo>
                  <a:pt x="438150" y="76200"/>
                </a:lnTo>
                <a:lnTo>
                  <a:pt x="438150" y="85725"/>
                </a:lnTo>
                <a:lnTo>
                  <a:pt x="419100" y="85725"/>
                </a:lnTo>
                <a:lnTo>
                  <a:pt x="419100" y="95250"/>
                </a:lnTo>
                <a:lnTo>
                  <a:pt x="381000" y="95250"/>
                </a:lnTo>
                <a:lnTo>
                  <a:pt x="381000" y="76200"/>
                </a:lnTo>
                <a:lnTo>
                  <a:pt x="342900" y="76200"/>
                </a:lnTo>
                <a:lnTo>
                  <a:pt x="342900" y="66675"/>
                </a:lnTo>
                <a:lnTo>
                  <a:pt x="361950" y="66675"/>
                </a:lnTo>
                <a:lnTo>
                  <a:pt x="361950" y="57150"/>
                </a:lnTo>
                <a:lnTo>
                  <a:pt x="352425" y="57150"/>
                </a:lnTo>
                <a:lnTo>
                  <a:pt x="352425" y="47625"/>
                </a:lnTo>
                <a:lnTo>
                  <a:pt x="333375" y="47625"/>
                </a:lnTo>
                <a:lnTo>
                  <a:pt x="333375" y="57150"/>
                </a:lnTo>
                <a:lnTo>
                  <a:pt x="323850" y="57150"/>
                </a:lnTo>
                <a:lnTo>
                  <a:pt x="323850" y="85725"/>
                </a:lnTo>
                <a:lnTo>
                  <a:pt x="295275" y="85725"/>
                </a:lnTo>
                <a:lnTo>
                  <a:pt x="295275" y="76200"/>
                </a:lnTo>
                <a:lnTo>
                  <a:pt x="285750" y="76200"/>
                </a:lnTo>
                <a:lnTo>
                  <a:pt x="285750" y="95250"/>
                </a:lnTo>
                <a:lnTo>
                  <a:pt x="257175" y="95250"/>
                </a:lnTo>
                <a:lnTo>
                  <a:pt x="257175" y="123825"/>
                </a:lnTo>
                <a:lnTo>
                  <a:pt x="247650" y="123825"/>
                </a:lnTo>
                <a:lnTo>
                  <a:pt x="247650" y="114300"/>
                </a:lnTo>
                <a:lnTo>
                  <a:pt x="238125" y="114300"/>
                </a:lnTo>
                <a:lnTo>
                  <a:pt x="238125" y="142875"/>
                </a:lnTo>
                <a:lnTo>
                  <a:pt x="219075" y="142875"/>
                </a:lnTo>
                <a:lnTo>
                  <a:pt x="219075" y="161925"/>
                </a:lnTo>
                <a:lnTo>
                  <a:pt x="209550" y="161925"/>
                </a:lnTo>
                <a:lnTo>
                  <a:pt x="209550" y="209550"/>
                </a:lnTo>
                <a:lnTo>
                  <a:pt x="200025" y="209550"/>
                </a:lnTo>
                <a:lnTo>
                  <a:pt x="200025" y="228600"/>
                </a:lnTo>
                <a:lnTo>
                  <a:pt x="190500" y="228600"/>
                </a:lnTo>
                <a:lnTo>
                  <a:pt x="190500" y="238125"/>
                </a:lnTo>
                <a:lnTo>
                  <a:pt x="180975" y="238125"/>
                </a:lnTo>
                <a:lnTo>
                  <a:pt x="180975" y="247650"/>
                </a:lnTo>
                <a:lnTo>
                  <a:pt x="171450" y="247650"/>
                </a:lnTo>
                <a:lnTo>
                  <a:pt x="171450" y="257175"/>
                </a:lnTo>
                <a:lnTo>
                  <a:pt x="180975" y="257175"/>
                </a:lnTo>
                <a:lnTo>
                  <a:pt x="180975" y="276225"/>
                </a:lnTo>
                <a:lnTo>
                  <a:pt x="190500" y="276225"/>
                </a:lnTo>
                <a:lnTo>
                  <a:pt x="190500" y="285750"/>
                </a:lnTo>
                <a:lnTo>
                  <a:pt x="171450" y="285750"/>
                </a:lnTo>
                <a:lnTo>
                  <a:pt x="171450" y="304800"/>
                </a:lnTo>
                <a:lnTo>
                  <a:pt x="180975" y="304800"/>
                </a:lnTo>
                <a:lnTo>
                  <a:pt x="180975" y="361950"/>
                </a:lnTo>
                <a:lnTo>
                  <a:pt x="171450" y="361950"/>
                </a:lnTo>
                <a:lnTo>
                  <a:pt x="171450" y="371475"/>
                </a:lnTo>
                <a:lnTo>
                  <a:pt x="180975" y="371475"/>
                </a:lnTo>
                <a:lnTo>
                  <a:pt x="180975" y="381000"/>
                </a:lnTo>
                <a:lnTo>
                  <a:pt x="142875" y="381000"/>
                </a:lnTo>
                <a:lnTo>
                  <a:pt x="142875" y="419100"/>
                </a:lnTo>
                <a:lnTo>
                  <a:pt x="161925" y="419100"/>
                </a:lnTo>
                <a:lnTo>
                  <a:pt x="161925" y="390525"/>
                </a:lnTo>
                <a:lnTo>
                  <a:pt x="180975" y="390525"/>
                </a:lnTo>
                <a:lnTo>
                  <a:pt x="180975" y="409575"/>
                </a:lnTo>
                <a:lnTo>
                  <a:pt x="171450" y="409575"/>
                </a:lnTo>
                <a:lnTo>
                  <a:pt x="171450" y="428625"/>
                </a:lnTo>
                <a:lnTo>
                  <a:pt x="161925" y="428625"/>
                </a:lnTo>
                <a:lnTo>
                  <a:pt x="161925" y="438150"/>
                </a:lnTo>
                <a:lnTo>
                  <a:pt x="142875" y="438150"/>
                </a:lnTo>
                <a:lnTo>
                  <a:pt x="142875" y="447675"/>
                </a:lnTo>
                <a:lnTo>
                  <a:pt x="133350" y="447675"/>
                </a:lnTo>
                <a:lnTo>
                  <a:pt x="133350" y="457200"/>
                </a:lnTo>
                <a:lnTo>
                  <a:pt x="123825" y="457200"/>
                </a:lnTo>
                <a:lnTo>
                  <a:pt x="123825" y="438150"/>
                </a:lnTo>
                <a:lnTo>
                  <a:pt x="114300" y="438150"/>
                </a:lnTo>
                <a:lnTo>
                  <a:pt x="114300" y="419100"/>
                </a:lnTo>
                <a:lnTo>
                  <a:pt x="123825" y="419100"/>
                </a:lnTo>
                <a:lnTo>
                  <a:pt x="123825" y="400050"/>
                </a:lnTo>
                <a:lnTo>
                  <a:pt x="95250" y="400050"/>
                </a:lnTo>
                <a:lnTo>
                  <a:pt x="95250" y="361950"/>
                </a:lnTo>
                <a:lnTo>
                  <a:pt x="85725" y="361950"/>
                </a:lnTo>
                <a:lnTo>
                  <a:pt x="85725" y="333375"/>
                </a:lnTo>
                <a:lnTo>
                  <a:pt x="95250" y="333375"/>
                </a:lnTo>
                <a:lnTo>
                  <a:pt x="95250" y="304800"/>
                </a:lnTo>
                <a:lnTo>
                  <a:pt x="104775" y="304800"/>
                </a:lnTo>
                <a:lnTo>
                  <a:pt x="104775" y="295275"/>
                </a:lnTo>
                <a:lnTo>
                  <a:pt x="114300" y="295275"/>
                </a:lnTo>
                <a:lnTo>
                  <a:pt x="114300" y="285750"/>
                </a:lnTo>
                <a:lnTo>
                  <a:pt x="123825" y="285750"/>
                </a:lnTo>
                <a:lnTo>
                  <a:pt x="123825" y="276225"/>
                </a:lnTo>
                <a:lnTo>
                  <a:pt x="114300" y="276225"/>
                </a:lnTo>
                <a:lnTo>
                  <a:pt x="114300" y="247650"/>
                </a:lnTo>
                <a:lnTo>
                  <a:pt x="85725" y="247650"/>
                </a:lnTo>
                <a:lnTo>
                  <a:pt x="85725" y="238125"/>
                </a:lnTo>
                <a:lnTo>
                  <a:pt x="95250" y="238125"/>
                </a:lnTo>
                <a:lnTo>
                  <a:pt x="95250" y="190500"/>
                </a:lnTo>
                <a:lnTo>
                  <a:pt x="104775" y="190500"/>
                </a:lnTo>
                <a:lnTo>
                  <a:pt x="104775" y="180975"/>
                </a:lnTo>
                <a:lnTo>
                  <a:pt x="85725" y="180975"/>
                </a:lnTo>
                <a:lnTo>
                  <a:pt x="85725" y="161925"/>
                </a:lnTo>
                <a:lnTo>
                  <a:pt x="95250" y="161925"/>
                </a:lnTo>
                <a:lnTo>
                  <a:pt x="95250" y="152400"/>
                </a:lnTo>
                <a:lnTo>
                  <a:pt x="85725" y="152400"/>
                </a:lnTo>
                <a:lnTo>
                  <a:pt x="85725" y="123825"/>
                </a:lnTo>
                <a:lnTo>
                  <a:pt x="76200" y="123825"/>
                </a:lnTo>
                <a:lnTo>
                  <a:pt x="76200" y="114300"/>
                </a:lnTo>
                <a:lnTo>
                  <a:pt x="85725" y="114300"/>
                </a:lnTo>
                <a:lnTo>
                  <a:pt x="85725" y="95250"/>
                </a:lnTo>
                <a:lnTo>
                  <a:pt x="76200" y="95250"/>
                </a:lnTo>
                <a:lnTo>
                  <a:pt x="76200" y="85725"/>
                </a:lnTo>
                <a:lnTo>
                  <a:pt x="85725" y="85725"/>
                </a:lnTo>
                <a:lnTo>
                  <a:pt x="85725" y="28575"/>
                </a:lnTo>
                <a:lnTo>
                  <a:pt x="76200" y="28575"/>
                </a:lnTo>
                <a:lnTo>
                  <a:pt x="76200" y="19050"/>
                </a:lnTo>
                <a:lnTo>
                  <a:pt x="85725" y="19050"/>
                </a:lnTo>
                <a:close/>
                <a:moveTo>
                  <a:pt x="428625" y="0"/>
                </a:moveTo>
                <a:lnTo>
                  <a:pt x="457200" y="0"/>
                </a:lnTo>
                <a:lnTo>
                  <a:pt x="457200" y="19050"/>
                </a:lnTo>
                <a:lnTo>
                  <a:pt x="438150" y="19050"/>
                </a:lnTo>
                <a:lnTo>
                  <a:pt x="438150" y="9525"/>
                </a:lnTo>
                <a:lnTo>
                  <a:pt x="428625" y="9525"/>
                </a:lnTo>
                <a:close/>
                <a:moveTo>
                  <a:pt x="495300" y="0"/>
                </a:moveTo>
                <a:lnTo>
                  <a:pt x="504825" y="0"/>
                </a:lnTo>
                <a:lnTo>
                  <a:pt x="504825" y="9525"/>
                </a:lnTo>
                <a:lnTo>
                  <a:pt x="495300" y="9525"/>
                </a:lnTo>
                <a:close/>
                <a:moveTo>
                  <a:pt x="752475" y="0"/>
                </a:moveTo>
                <a:lnTo>
                  <a:pt x="762000" y="0"/>
                </a:lnTo>
                <a:lnTo>
                  <a:pt x="762000" y="9525"/>
                </a:lnTo>
                <a:lnTo>
                  <a:pt x="752475" y="9525"/>
                </a:lnTo>
                <a:close/>
                <a:moveTo>
                  <a:pt x="1162050" y="0"/>
                </a:moveTo>
                <a:lnTo>
                  <a:pt x="1181100" y="0"/>
                </a:lnTo>
                <a:lnTo>
                  <a:pt x="1181100" y="9525"/>
                </a:lnTo>
                <a:lnTo>
                  <a:pt x="1162050" y="9525"/>
                </a:lnTo>
                <a:close/>
                <a:moveTo>
                  <a:pt x="1390650" y="0"/>
                </a:moveTo>
                <a:lnTo>
                  <a:pt x="1409700" y="0"/>
                </a:lnTo>
                <a:lnTo>
                  <a:pt x="1409700" y="9525"/>
                </a:lnTo>
                <a:lnTo>
                  <a:pt x="1419225" y="9525"/>
                </a:lnTo>
                <a:lnTo>
                  <a:pt x="1419225" y="19050"/>
                </a:lnTo>
                <a:lnTo>
                  <a:pt x="1400175" y="19050"/>
                </a:lnTo>
                <a:lnTo>
                  <a:pt x="1400175" y="9525"/>
                </a:lnTo>
                <a:lnTo>
                  <a:pt x="1390650" y="9525"/>
                </a:lnTo>
                <a:close/>
                <a:moveTo>
                  <a:pt x="1457325" y="0"/>
                </a:moveTo>
                <a:lnTo>
                  <a:pt x="1485900" y="0"/>
                </a:lnTo>
                <a:lnTo>
                  <a:pt x="1485900" y="9525"/>
                </a:lnTo>
                <a:lnTo>
                  <a:pt x="1476375" y="9525"/>
                </a:lnTo>
                <a:lnTo>
                  <a:pt x="1476375" y="19050"/>
                </a:lnTo>
                <a:lnTo>
                  <a:pt x="1485900" y="19050"/>
                </a:lnTo>
                <a:lnTo>
                  <a:pt x="1485900" y="9525"/>
                </a:lnTo>
                <a:lnTo>
                  <a:pt x="1495425" y="9525"/>
                </a:lnTo>
                <a:lnTo>
                  <a:pt x="1495425" y="0"/>
                </a:lnTo>
                <a:lnTo>
                  <a:pt x="1514475" y="0"/>
                </a:lnTo>
                <a:lnTo>
                  <a:pt x="1514475" y="9525"/>
                </a:lnTo>
                <a:lnTo>
                  <a:pt x="1504950" y="9525"/>
                </a:lnTo>
                <a:lnTo>
                  <a:pt x="1504950" y="38100"/>
                </a:lnTo>
                <a:lnTo>
                  <a:pt x="1514475" y="38100"/>
                </a:lnTo>
                <a:lnTo>
                  <a:pt x="1514475" y="28575"/>
                </a:lnTo>
                <a:lnTo>
                  <a:pt x="1524000" y="28575"/>
                </a:lnTo>
                <a:lnTo>
                  <a:pt x="1524000" y="47625"/>
                </a:lnTo>
                <a:lnTo>
                  <a:pt x="1533525" y="47625"/>
                </a:lnTo>
                <a:lnTo>
                  <a:pt x="1533525" y="19050"/>
                </a:lnTo>
                <a:lnTo>
                  <a:pt x="1609725" y="19050"/>
                </a:lnTo>
                <a:lnTo>
                  <a:pt x="1609725" y="9525"/>
                </a:lnTo>
                <a:lnTo>
                  <a:pt x="1619250" y="9525"/>
                </a:lnTo>
                <a:lnTo>
                  <a:pt x="1619250" y="0"/>
                </a:lnTo>
                <a:lnTo>
                  <a:pt x="1647825" y="0"/>
                </a:lnTo>
                <a:lnTo>
                  <a:pt x="1647825" y="38100"/>
                </a:lnTo>
                <a:lnTo>
                  <a:pt x="1657350" y="38100"/>
                </a:lnTo>
                <a:lnTo>
                  <a:pt x="1657350" y="28575"/>
                </a:lnTo>
                <a:lnTo>
                  <a:pt x="1666875" y="28575"/>
                </a:lnTo>
                <a:lnTo>
                  <a:pt x="1666875" y="0"/>
                </a:lnTo>
                <a:lnTo>
                  <a:pt x="1714500" y="0"/>
                </a:lnTo>
                <a:lnTo>
                  <a:pt x="1714500" y="9525"/>
                </a:lnTo>
                <a:lnTo>
                  <a:pt x="1685925" y="9525"/>
                </a:lnTo>
                <a:lnTo>
                  <a:pt x="1685925" y="28575"/>
                </a:lnTo>
                <a:lnTo>
                  <a:pt x="1695450" y="28575"/>
                </a:lnTo>
                <a:lnTo>
                  <a:pt x="1695450" y="57150"/>
                </a:lnTo>
                <a:lnTo>
                  <a:pt x="1714500" y="57150"/>
                </a:lnTo>
                <a:lnTo>
                  <a:pt x="1714500" y="66675"/>
                </a:lnTo>
                <a:lnTo>
                  <a:pt x="1704975" y="66675"/>
                </a:lnTo>
                <a:lnTo>
                  <a:pt x="1704975" y="76200"/>
                </a:lnTo>
                <a:lnTo>
                  <a:pt x="1714500" y="76200"/>
                </a:lnTo>
                <a:lnTo>
                  <a:pt x="1714500" y="85725"/>
                </a:lnTo>
                <a:lnTo>
                  <a:pt x="1743075" y="85725"/>
                </a:lnTo>
                <a:lnTo>
                  <a:pt x="1743075" y="95250"/>
                </a:lnTo>
                <a:lnTo>
                  <a:pt x="1733550" y="95250"/>
                </a:lnTo>
                <a:lnTo>
                  <a:pt x="1733550" y="104775"/>
                </a:lnTo>
                <a:lnTo>
                  <a:pt x="1714500" y="104775"/>
                </a:lnTo>
                <a:lnTo>
                  <a:pt x="1714500" y="114300"/>
                </a:lnTo>
                <a:lnTo>
                  <a:pt x="1724025" y="114300"/>
                </a:lnTo>
                <a:lnTo>
                  <a:pt x="1724025" y="123825"/>
                </a:lnTo>
                <a:lnTo>
                  <a:pt x="1714500" y="123825"/>
                </a:lnTo>
                <a:lnTo>
                  <a:pt x="1714500" y="133350"/>
                </a:lnTo>
                <a:lnTo>
                  <a:pt x="1704975" y="133350"/>
                </a:lnTo>
                <a:lnTo>
                  <a:pt x="1704975" y="123825"/>
                </a:lnTo>
                <a:lnTo>
                  <a:pt x="1695450" y="123825"/>
                </a:lnTo>
                <a:lnTo>
                  <a:pt x="1695450" y="104775"/>
                </a:lnTo>
                <a:lnTo>
                  <a:pt x="1676400" y="104775"/>
                </a:lnTo>
                <a:lnTo>
                  <a:pt x="1676400" y="114300"/>
                </a:lnTo>
                <a:lnTo>
                  <a:pt x="1666875" y="114300"/>
                </a:lnTo>
                <a:lnTo>
                  <a:pt x="1666875" y="123825"/>
                </a:lnTo>
                <a:lnTo>
                  <a:pt x="1619250" y="123825"/>
                </a:lnTo>
                <a:lnTo>
                  <a:pt x="1619250" y="133350"/>
                </a:lnTo>
                <a:lnTo>
                  <a:pt x="1638300" y="133350"/>
                </a:lnTo>
                <a:lnTo>
                  <a:pt x="1638300" y="142875"/>
                </a:lnTo>
                <a:lnTo>
                  <a:pt x="1600200" y="142875"/>
                </a:lnTo>
                <a:lnTo>
                  <a:pt x="1600200" y="133350"/>
                </a:lnTo>
                <a:lnTo>
                  <a:pt x="1609725" y="133350"/>
                </a:lnTo>
                <a:lnTo>
                  <a:pt x="1609725" y="123825"/>
                </a:lnTo>
                <a:lnTo>
                  <a:pt x="1581150" y="123825"/>
                </a:lnTo>
                <a:lnTo>
                  <a:pt x="1581150" y="104775"/>
                </a:lnTo>
                <a:lnTo>
                  <a:pt x="1571625" y="104775"/>
                </a:lnTo>
                <a:lnTo>
                  <a:pt x="1571625" y="123825"/>
                </a:lnTo>
                <a:lnTo>
                  <a:pt x="1543050" y="123825"/>
                </a:lnTo>
                <a:lnTo>
                  <a:pt x="1543050" y="114300"/>
                </a:lnTo>
                <a:lnTo>
                  <a:pt x="1533525" y="114300"/>
                </a:lnTo>
                <a:lnTo>
                  <a:pt x="1533525" y="104775"/>
                </a:lnTo>
                <a:lnTo>
                  <a:pt x="1514475" y="104775"/>
                </a:lnTo>
                <a:lnTo>
                  <a:pt x="1514475" y="95250"/>
                </a:lnTo>
                <a:lnTo>
                  <a:pt x="1504950" y="95250"/>
                </a:lnTo>
                <a:lnTo>
                  <a:pt x="1504950" y="76200"/>
                </a:lnTo>
                <a:lnTo>
                  <a:pt x="1495425" y="76200"/>
                </a:lnTo>
                <a:lnTo>
                  <a:pt x="1495425" y="85725"/>
                </a:lnTo>
                <a:lnTo>
                  <a:pt x="1485900" y="85725"/>
                </a:lnTo>
                <a:lnTo>
                  <a:pt x="1485900" y="76200"/>
                </a:lnTo>
                <a:lnTo>
                  <a:pt x="1476375" y="76200"/>
                </a:lnTo>
                <a:lnTo>
                  <a:pt x="1476375" y="38100"/>
                </a:lnTo>
                <a:lnTo>
                  <a:pt x="1485900" y="38100"/>
                </a:lnTo>
                <a:lnTo>
                  <a:pt x="1485900" y="47625"/>
                </a:lnTo>
                <a:lnTo>
                  <a:pt x="1495425" y="47625"/>
                </a:lnTo>
                <a:lnTo>
                  <a:pt x="1495425" y="28575"/>
                </a:lnTo>
                <a:lnTo>
                  <a:pt x="1457325" y="28575"/>
                </a:lnTo>
                <a:lnTo>
                  <a:pt x="1457325" y="19050"/>
                </a:lnTo>
                <a:lnTo>
                  <a:pt x="1466850" y="19050"/>
                </a:lnTo>
                <a:lnTo>
                  <a:pt x="1466850" y="9525"/>
                </a:lnTo>
                <a:lnTo>
                  <a:pt x="1457325" y="9525"/>
                </a:lnTo>
                <a:close/>
                <a:moveTo>
                  <a:pt x="1733550" y="0"/>
                </a:moveTo>
                <a:lnTo>
                  <a:pt x="1743075" y="0"/>
                </a:lnTo>
                <a:lnTo>
                  <a:pt x="1743075" y="9525"/>
                </a:lnTo>
                <a:lnTo>
                  <a:pt x="1733550" y="9525"/>
                </a:lnTo>
                <a:close/>
                <a:moveTo>
                  <a:pt x="1257300" y="9525"/>
                </a:moveTo>
                <a:lnTo>
                  <a:pt x="1295400" y="9525"/>
                </a:lnTo>
                <a:lnTo>
                  <a:pt x="1295400" y="19050"/>
                </a:lnTo>
                <a:lnTo>
                  <a:pt x="1285875" y="19050"/>
                </a:lnTo>
                <a:lnTo>
                  <a:pt x="1285875" y="28575"/>
                </a:lnTo>
                <a:lnTo>
                  <a:pt x="1257300" y="28575"/>
                </a:lnTo>
                <a:close/>
                <a:moveTo>
                  <a:pt x="1714500" y="9525"/>
                </a:moveTo>
                <a:lnTo>
                  <a:pt x="1733550" y="9525"/>
                </a:lnTo>
                <a:lnTo>
                  <a:pt x="1733550" y="19050"/>
                </a:lnTo>
                <a:lnTo>
                  <a:pt x="1714500" y="19050"/>
                </a:lnTo>
                <a:close/>
                <a:moveTo>
                  <a:pt x="523875" y="19050"/>
                </a:moveTo>
                <a:lnTo>
                  <a:pt x="542925" y="19050"/>
                </a:lnTo>
                <a:lnTo>
                  <a:pt x="542925" y="28575"/>
                </a:lnTo>
                <a:lnTo>
                  <a:pt x="523875" y="28575"/>
                </a:lnTo>
                <a:close/>
                <a:moveTo>
                  <a:pt x="552450" y="19050"/>
                </a:moveTo>
                <a:lnTo>
                  <a:pt x="571500" y="19050"/>
                </a:lnTo>
                <a:lnTo>
                  <a:pt x="571500" y="28575"/>
                </a:lnTo>
                <a:lnTo>
                  <a:pt x="561975" y="28575"/>
                </a:lnTo>
                <a:lnTo>
                  <a:pt x="561975" y="38100"/>
                </a:lnTo>
                <a:lnTo>
                  <a:pt x="542925" y="38100"/>
                </a:lnTo>
                <a:lnTo>
                  <a:pt x="542925" y="28575"/>
                </a:lnTo>
                <a:lnTo>
                  <a:pt x="552450" y="28575"/>
                </a:lnTo>
                <a:close/>
                <a:moveTo>
                  <a:pt x="609600" y="19050"/>
                </a:moveTo>
                <a:lnTo>
                  <a:pt x="628650" y="19050"/>
                </a:lnTo>
                <a:lnTo>
                  <a:pt x="628650" y="28575"/>
                </a:lnTo>
                <a:lnTo>
                  <a:pt x="609600" y="28575"/>
                </a:lnTo>
                <a:close/>
                <a:moveTo>
                  <a:pt x="1352550" y="19050"/>
                </a:moveTo>
                <a:lnTo>
                  <a:pt x="1400175" y="19050"/>
                </a:lnTo>
                <a:lnTo>
                  <a:pt x="1400175" y="28575"/>
                </a:lnTo>
                <a:lnTo>
                  <a:pt x="1390650" y="28575"/>
                </a:lnTo>
                <a:lnTo>
                  <a:pt x="1390650" y="47625"/>
                </a:lnTo>
                <a:lnTo>
                  <a:pt x="1362075" y="47625"/>
                </a:lnTo>
                <a:lnTo>
                  <a:pt x="1362075" y="38100"/>
                </a:lnTo>
                <a:lnTo>
                  <a:pt x="1343025" y="38100"/>
                </a:lnTo>
                <a:lnTo>
                  <a:pt x="1343025" y="28575"/>
                </a:lnTo>
                <a:lnTo>
                  <a:pt x="1352550" y="28575"/>
                </a:lnTo>
                <a:close/>
                <a:moveTo>
                  <a:pt x="1419225" y="19050"/>
                </a:moveTo>
                <a:lnTo>
                  <a:pt x="1428750" y="19050"/>
                </a:lnTo>
                <a:lnTo>
                  <a:pt x="1428750" y="28575"/>
                </a:lnTo>
                <a:lnTo>
                  <a:pt x="1438275" y="28575"/>
                </a:lnTo>
                <a:lnTo>
                  <a:pt x="1438275" y="38100"/>
                </a:lnTo>
                <a:lnTo>
                  <a:pt x="1419225" y="38100"/>
                </a:lnTo>
                <a:close/>
                <a:moveTo>
                  <a:pt x="0" y="28575"/>
                </a:moveTo>
                <a:lnTo>
                  <a:pt x="9525" y="28575"/>
                </a:lnTo>
                <a:lnTo>
                  <a:pt x="9525" y="38100"/>
                </a:lnTo>
                <a:lnTo>
                  <a:pt x="0" y="38100"/>
                </a:lnTo>
                <a:close/>
                <a:moveTo>
                  <a:pt x="1447800" y="28575"/>
                </a:moveTo>
                <a:lnTo>
                  <a:pt x="1457325" y="28575"/>
                </a:lnTo>
                <a:lnTo>
                  <a:pt x="1457325" y="38100"/>
                </a:lnTo>
                <a:lnTo>
                  <a:pt x="1447800" y="38100"/>
                </a:lnTo>
                <a:close/>
                <a:moveTo>
                  <a:pt x="1619250" y="28575"/>
                </a:moveTo>
                <a:lnTo>
                  <a:pt x="1638300" y="28575"/>
                </a:lnTo>
                <a:lnTo>
                  <a:pt x="1638300" y="9525"/>
                </a:lnTo>
                <a:lnTo>
                  <a:pt x="1619250" y="9525"/>
                </a:lnTo>
                <a:close/>
                <a:moveTo>
                  <a:pt x="1733550" y="38100"/>
                </a:moveTo>
                <a:lnTo>
                  <a:pt x="1752600" y="38100"/>
                </a:lnTo>
                <a:lnTo>
                  <a:pt x="1752600" y="57150"/>
                </a:lnTo>
                <a:lnTo>
                  <a:pt x="1733550" y="57150"/>
                </a:lnTo>
                <a:close/>
                <a:moveTo>
                  <a:pt x="9525" y="47625"/>
                </a:moveTo>
                <a:lnTo>
                  <a:pt x="19050" y="47625"/>
                </a:lnTo>
                <a:lnTo>
                  <a:pt x="19050" y="57150"/>
                </a:lnTo>
                <a:lnTo>
                  <a:pt x="9525" y="57150"/>
                </a:lnTo>
                <a:close/>
                <a:moveTo>
                  <a:pt x="1562100" y="47625"/>
                </a:moveTo>
                <a:lnTo>
                  <a:pt x="1571625" y="47625"/>
                </a:lnTo>
                <a:lnTo>
                  <a:pt x="1571625" y="66675"/>
                </a:lnTo>
                <a:lnTo>
                  <a:pt x="1600200" y="66675"/>
                </a:lnTo>
                <a:lnTo>
                  <a:pt x="1600200" y="57150"/>
                </a:lnTo>
                <a:lnTo>
                  <a:pt x="1590675" y="57150"/>
                </a:lnTo>
                <a:lnTo>
                  <a:pt x="1590675" y="38100"/>
                </a:lnTo>
                <a:lnTo>
                  <a:pt x="1562100" y="38100"/>
                </a:lnTo>
                <a:close/>
                <a:moveTo>
                  <a:pt x="428625" y="57150"/>
                </a:moveTo>
                <a:lnTo>
                  <a:pt x="438150" y="57150"/>
                </a:lnTo>
                <a:lnTo>
                  <a:pt x="438150" y="66675"/>
                </a:lnTo>
                <a:lnTo>
                  <a:pt x="428625" y="66675"/>
                </a:lnTo>
                <a:close/>
                <a:moveTo>
                  <a:pt x="1943100" y="57150"/>
                </a:moveTo>
                <a:lnTo>
                  <a:pt x="1952625" y="57150"/>
                </a:lnTo>
                <a:lnTo>
                  <a:pt x="1952625" y="314325"/>
                </a:lnTo>
                <a:lnTo>
                  <a:pt x="1943100" y="314325"/>
                </a:lnTo>
                <a:lnTo>
                  <a:pt x="1943100" y="304800"/>
                </a:lnTo>
                <a:lnTo>
                  <a:pt x="1924050" y="304800"/>
                </a:lnTo>
                <a:lnTo>
                  <a:pt x="1924050" y="285750"/>
                </a:lnTo>
                <a:lnTo>
                  <a:pt x="1905000" y="285750"/>
                </a:lnTo>
                <a:lnTo>
                  <a:pt x="1905000" y="314325"/>
                </a:lnTo>
                <a:lnTo>
                  <a:pt x="1866900" y="314325"/>
                </a:lnTo>
                <a:lnTo>
                  <a:pt x="1866900" y="295275"/>
                </a:lnTo>
                <a:lnTo>
                  <a:pt x="1876425" y="295275"/>
                </a:lnTo>
                <a:lnTo>
                  <a:pt x="1876425" y="285750"/>
                </a:lnTo>
                <a:lnTo>
                  <a:pt x="1847850" y="285750"/>
                </a:lnTo>
                <a:lnTo>
                  <a:pt x="1847850" y="276225"/>
                </a:lnTo>
                <a:lnTo>
                  <a:pt x="1838325" y="276225"/>
                </a:lnTo>
                <a:lnTo>
                  <a:pt x="1838325" y="285750"/>
                </a:lnTo>
                <a:lnTo>
                  <a:pt x="1828800" y="285750"/>
                </a:lnTo>
                <a:lnTo>
                  <a:pt x="1828800" y="266700"/>
                </a:lnTo>
                <a:lnTo>
                  <a:pt x="1819275" y="266700"/>
                </a:lnTo>
                <a:lnTo>
                  <a:pt x="1819275" y="276225"/>
                </a:lnTo>
                <a:lnTo>
                  <a:pt x="1809750" y="276225"/>
                </a:lnTo>
                <a:lnTo>
                  <a:pt x="1809750" y="257175"/>
                </a:lnTo>
                <a:lnTo>
                  <a:pt x="1781175" y="257175"/>
                </a:lnTo>
                <a:lnTo>
                  <a:pt x="1781175" y="266700"/>
                </a:lnTo>
                <a:lnTo>
                  <a:pt x="1733550" y="266700"/>
                </a:lnTo>
                <a:lnTo>
                  <a:pt x="1733550" y="257175"/>
                </a:lnTo>
                <a:lnTo>
                  <a:pt x="1714500" y="257175"/>
                </a:lnTo>
                <a:lnTo>
                  <a:pt x="1714500" y="238125"/>
                </a:lnTo>
                <a:lnTo>
                  <a:pt x="1733550" y="238125"/>
                </a:lnTo>
                <a:lnTo>
                  <a:pt x="1733550" y="247650"/>
                </a:lnTo>
                <a:lnTo>
                  <a:pt x="1752600" y="247650"/>
                </a:lnTo>
                <a:lnTo>
                  <a:pt x="1752600" y="238125"/>
                </a:lnTo>
                <a:lnTo>
                  <a:pt x="1781175" y="238125"/>
                </a:lnTo>
                <a:lnTo>
                  <a:pt x="1781175" y="219075"/>
                </a:lnTo>
                <a:lnTo>
                  <a:pt x="1771650" y="219075"/>
                </a:lnTo>
                <a:lnTo>
                  <a:pt x="1771650" y="228600"/>
                </a:lnTo>
                <a:lnTo>
                  <a:pt x="1762125" y="228600"/>
                </a:lnTo>
                <a:lnTo>
                  <a:pt x="1762125" y="219075"/>
                </a:lnTo>
                <a:lnTo>
                  <a:pt x="1752600" y="219075"/>
                </a:lnTo>
                <a:lnTo>
                  <a:pt x="1752600" y="190500"/>
                </a:lnTo>
                <a:lnTo>
                  <a:pt x="1743075" y="190500"/>
                </a:lnTo>
                <a:lnTo>
                  <a:pt x="1743075" y="180975"/>
                </a:lnTo>
                <a:lnTo>
                  <a:pt x="1733550" y="180975"/>
                </a:lnTo>
                <a:lnTo>
                  <a:pt x="1733550" y="152400"/>
                </a:lnTo>
                <a:lnTo>
                  <a:pt x="1743075" y="152400"/>
                </a:lnTo>
                <a:lnTo>
                  <a:pt x="1743075" y="133350"/>
                </a:lnTo>
                <a:lnTo>
                  <a:pt x="1733550" y="133350"/>
                </a:lnTo>
                <a:lnTo>
                  <a:pt x="1733550" y="123825"/>
                </a:lnTo>
                <a:lnTo>
                  <a:pt x="1743075" y="123825"/>
                </a:lnTo>
                <a:lnTo>
                  <a:pt x="1743075" y="114300"/>
                </a:lnTo>
                <a:lnTo>
                  <a:pt x="1733550" y="114300"/>
                </a:lnTo>
                <a:lnTo>
                  <a:pt x="1733550" y="104775"/>
                </a:lnTo>
                <a:lnTo>
                  <a:pt x="1743075" y="104775"/>
                </a:lnTo>
                <a:lnTo>
                  <a:pt x="1743075" y="114300"/>
                </a:lnTo>
                <a:lnTo>
                  <a:pt x="1752600" y="114300"/>
                </a:lnTo>
                <a:lnTo>
                  <a:pt x="1752600" y="123825"/>
                </a:lnTo>
                <a:lnTo>
                  <a:pt x="1743075" y="123825"/>
                </a:lnTo>
                <a:lnTo>
                  <a:pt x="1743075" y="133350"/>
                </a:lnTo>
                <a:lnTo>
                  <a:pt x="1762125" y="133350"/>
                </a:lnTo>
                <a:lnTo>
                  <a:pt x="1762125" y="123825"/>
                </a:lnTo>
                <a:lnTo>
                  <a:pt x="1781175" y="123825"/>
                </a:lnTo>
                <a:lnTo>
                  <a:pt x="1781175" y="104775"/>
                </a:lnTo>
                <a:lnTo>
                  <a:pt x="1790700" y="104775"/>
                </a:lnTo>
                <a:lnTo>
                  <a:pt x="1790700" y="123825"/>
                </a:lnTo>
                <a:lnTo>
                  <a:pt x="1800225" y="123825"/>
                </a:lnTo>
                <a:lnTo>
                  <a:pt x="1800225" y="114300"/>
                </a:lnTo>
                <a:lnTo>
                  <a:pt x="1838325" y="114300"/>
                </a:lnTo>
                <a:lnTo>
                  <a:pt x="1838325" y="104775"/>
                </a:lnTo>
                <a:lnTo>
                  <a:pt x="1885950" y="104775"/>
                </a:lnTo>
                <a:lnTo>
                  <a:pt x="1885950" y="85725"/>
                </a:lnTo>
                <a:lnTo>
                  <a:pt x="1895475" y="85725"/>
                </a:lnTo>
                <a:lnTo>
                  <a:pt x="1895475" y="76200"/>
                </a:lnTo>
                <a:lnTo>
                  <a:pt x="1905000" y="76200"/>
                </a:lnTo>
                <a:lnTo>
                  <a:pt x="1905000" y="85725"/>
                </a:lnTo>
                <a:lnTo>
                  <a:pt x="1914525" y="85725"/>
                </a:lnTo>
                <a:lnTo>
                  <a:pt x="1914525" y="76200"/>
                </a:lnTo>
                <a:lnTo>
                  <a:pt x="1933575" y="76200"/>
                </a:lnTo>
                <a:lnTo>
                  <a:pt x="1933575" y="66675"/>
                </a:lnTo>
                <a:lnTo>
                  <a:pt x="1943100" y="66675"/>
                </a:lnTo>
                <a:close/>
                <a:moveTo>
                  <a:pt x="1504950" y="66675"/>
                </a:moveTo>
                <a:lnTo>
                  <a:pt x="1514475" y="66675"/>
                </a:lnTo>
                <a:lnTo>
                  <a:pt x="1514475" y="95250"/>
                </a:lnTo>
                <a:lnTo>
                  <a:pt x="1524000" y="95250"/>
                </a:lnTo>
                <a:lnTo>
                  <a:pt x="1524000" y="76200"/>
                </a:lnTo>
                <a:lnTo>
                  <a:pt x="1543050" y="76200"/>
                </a:lnTo>
                <a:lnTo>
                  <a:pt x="1543050" y="66675"/>
                </a:lnTo>
                <a:lnTo>
                  <a:pt x="1533525" y="66675"/>
                </a:lnTo>
                <a:lnTo>
                  <a:pt x="1533525" y="57150"/>
                </a:lnTo>
                <a:lnTo>
                  <a:pt x="1504950" y="57150"/>
                </a:lnTo>
                <a:close/>
                <a:moveTo>
                  <a:pt x="381000" y="76200"/>
                </a:moveTo>
                <a:lnTo>
                  <a:pt x="390525" y="76200"/>
                </a:lnTo>
                <a:lnTo>
                  <a:pt x="390525" y="66675"/>
                </a:lnTo>
                <a:lnTo>
                  <a:pt x="381000" y="66675"/>
                </a:lnTo>
                <a:close/>
                <a:moveTo>
                  <a:pt x="1657350" y="76200"/>
                </a:moveTo>
                <a:lnTo>
                  <a:pt x="1666875" y="76200"/>
                </a:lnTo>
                <a:lnTo>
                  <a:pt x="1666875" y="66675"/>
                </a:lnTo>
                <a:lnTo>
                  <a:pt x="1657350" y="66675"/>
                </a:lnTo>
                <a:close/>
                <a:moveTo>
                  <a:pt x="1600200" y="85725"/>
                </a:moveTo>
                <a:lnTo>
                  <a:pt x="1609725" y="85725"/>
                </a:lnTo>
                <a:lnTo>
                  <a:pt x="1609725" y="95250"/>
                </a:lnTo>
                <a:lnTo>
                  <a:pt x="1619250" y="95250"/>
                </a:lnTo>
                <a:lnTo>
                  <a:pt x="1619250" y="85725"/>
                </a:lnTo>
                <a:lnTo>
                  <a:pt x="1638300" y="85725"/>
                </a:lnTo>
                <a:lnTo>
                  <a:pt x="1638300" y="66675"/>
                </a:lnTo>
                <a:lnTo>
                  <a:pt x="1619250" y="66675"/>
                </a:lnTo>
                <a:lnTo>
                  <a:pt x="1619250" y="57150"/>
                </a:lnTo>
                <a:lnTo>
                  <a:pt x="1609725" y="57150"/>
                </a:lnTo>
                <a:lnTo>
                  <a:pt x="1609725" y="66675"/>
                </a:lnTo>
                <a:lnTo>
                  <a:pt x="1600200" y="66675"/>
                </a:lnTo>
                <a:close/>
                <a:moveTo>
                  <a:pt x="1752600" y="85725"/>
                </a:moveTo>
                <a:lnTo>
                  <a:pt x="1762125" y="85725"/>
                </a:lnTo>
                <a:lnTo>
                  <a:pt x="1762125" y="95250"/>
                </a:lnTo>
                <a:lnTo>
                  <a:pt x="1752600" y="95250"/>
                </a:lnTo>
                <a:close/>
                <a:moveTo>
                  <a:pt x="1552575" y="95250"/>
                </a:moveTo>
                <a:lnTo>
                  <a:pt x="1581150" y="95250"/>
                </a:lnTo>
                <a:lnTo>
                  <a:pt x="1581150" y="85725"/>
                </a:lnTo>
                <a:lnTo>
                  <a:pt x="1552575" y="85725"/>
                </a:lnTo>
                <a:close/>
                <a:moveTo>
                  <a:pt x="1914525" y="95250"/>
                </a:moveTo>
                <a:lnTo>
                  <a:pt x="1943100" y="95250"/>
                </a:lnTo>
                <a:lnTo>
                  <a:pt x="1943100" y="76200"/>
                </a:lnTo>
                <a:lnTo>
                  <a:pt x="1933575" y="76200"/>
                </a:lnTo>
                <a:lnTo>
                  <a:pt x="1933575" y="85725"/>
                </a:lnTo>
                <a:lnTo>
                  <a:pt x="1914525" y="85725"/>
                </a:lnTo>
                <a:close/>
                <a:moveTo>
                  <a:pt x="0" y="104775"/>
                </a:moveTo>
                <a:lnTo>
                  <a:pt x="9525" y="104775"/>
                </a:lnTo>
                <a:lnTo>
                  <a:pt x="9525" y="114300"/>
                </a:lnTo>
                <a:lnTo>
                  <a:pt x="0" y="114300"/>
                </a:lnTo>
                <a:close/>
                <a:moveTo>
                  <a:pt x="1647825" y="114300"/>
                </a:moveTo>
                <a:lnTo>
                  <a:pt x="1657350" y="114300"/>
                </a:lnTo>
                <a:lnTo>
                  <a:pt x="1657350" y="104775"/>
                </a:lnTo>
                <a:lnTo>
                  <a:pt x="1647825" y="104775"/>
                </a:lnTo>
                <a:close/>
                <a:moveTo>
                  <a:pt x="257175" y="123825"/>
                </a:moveTo>
                <a:lnTo>
                  <a:pt x="266700" y="123825"/>
                </a:lnTo>
                <a:lnTo>
                  <a:pt x="266700" y="142875"/>
                </a:lnTo>
                <a:lnTo>
                  <a:pt x="257175" y="142875"/>
                </a:lnTo>
                <a:close/>
                <a:moveTo>
                  <a:pt x="1866900" y="123825"/>
                </a:moveTo>
                <a:lnTo>
                  <a:pt x="1876425" y="123825"/>
                </a:lnTo>
                <a:lnTo>
                  <a:pt x="1876425" y="133350"/>
                </a:lnTo>
                <a:lnTo>
                  <a:pt x="1895475" y="133350"/>
                </a:lnTo>
                <a:lnTo>
                  <a:pt x="1895475" y="123825"/>
                </a:lnTo>
                <a:lnTo>
                  <a:pt x="1885950" y="123825"/>
                </a:lnTo>
                <a:lnTo>
                  <a:pt x="1885950" y="114300"/>
                </a:lnTo>
                <a:lnTo>
                  <a:pt x="1866900" y="114300"/>
                </a:lnTo>
                <a:close/>
                <a:moveTo>
                  <a:pt x="247650" y="142875"/>
                </a:moveTo>
                <a:lnTo>
                  <a:pt x="257175" y="142875"/>
                </a:lnTo>
                <a:lnTo>
                  <a:pt x="257175" y="152400"/>
                </a:lnTo>
                <a:lnTo>
                  <a:pt x="247650" y="152400"/>
                </a:lnTo>
                <a:close/>
                <a:moveTo>
                  <a:pt x="1809750" y="142875"/>
                </a:moveTo>
                <a:lnTo>
                  <a:pt x="1828800" y="142875"/>
                </a:lnTo>
                <a:lnTo>
                  <a:pt x="1828800" y="133350"/>
                </a:lnTo>
                <a:lnTo>
                  <a:pt x="1809750" y="133350"/>
                </a:lnTo>
                <a:close/>
                <a:moveTo>
                  <a:pt x="1685925" y="152400"/>
                </a:moveTo>
                <a:lnTo>
                  <a:pt x="1714500" y="152400"/>
                </a:lnTo>
                <a:lnTo>
                  <a:pt x="1714500" y="161925"/>
                </a:lnTo>
                <a:lnTo>
                  <a:pt x="1685925" y="161925"/>
                </a:lnTo>
                <a:close/>
                <a:moveTo>
                  <a:pt x="9525" y="161925"/>
                </a:moveTo>
                <a:lnTo>
                  <a:pt x="19050" y="161925"/>
                </a:lnTo>
                <a:lnTo>
                  <a:pt x="19050" y="180975"/>
                </a:lnTo>
                <a:lnTo>
                  <a:pt x="9525" y="180975"/>
                </a:lnTo>
                <a:close/>
                <a:moveTo>
                  <a:pt x="1724025" y="180975"/>
                </a:moveTo>
                <a:lnTo>
                  <a:pt x="1733550" y="180975"/>
                </a:lnTo>
                <a:lnTo>
                  <a:pt x="1733550" y="190500"/>
                </a:lnTo>
                <a:lnTo>
                  <a:pt x="1724025" y="190500"/>
                </a:lnTo>
                <a:close/>
                <a:moveTo>
                  <a:pt x="1790700" y="180975"/>
                </a:moveTo>
                <a:lnTo>
                  <a:pt x="1809750" y="180975"/>
                </a:lnTo>
                <a:lnTo>
                  <a:pt x="1809750" y="161925"/>
                </a:lnTo>
                <a:lnTo>
                  <a:pt x="1800225" y="161925"/>
                </a:lnTo>
                <a:lnTo>
                  <a:pt x="1800225" y="152400"/>
                </a:lnTo>
                <a:lnTo>
                  <a:pt x="1790700" y="152400"/>
                </a:lnTo>
                <a:lnTo>
                  <a:pt x="1790700" y="171450"/>
                </a:lnTo>
                <a:lnTo>
                  <a:pt x="1781175" y="171450"/>
                </a:lnTo>
                <a:lnTo>
                  <a:pt x="1781175" y="161925"/>
                </a:lnTo>
                <a:lnTo>
                  <a:pt x="1771650" y="161925"/>
                </a:lnTo>
                <a:lnTo>
                  <a:pt x="1771650" y="171450"/>
                </a:lnTo>
                <a:lnTo>
                  <a:pt x="1762125" y="171450"/>
                </a:lnTo>
                <a:lnTo>
                  <a:pt x="1762125" y="200025"/>
                </a:lnTo>
                <a:lnTo>
                  <a:pt x="1781175" y="200025"/>
                </a:lnTo>
                <a:lnTo>
                  <a:pt x="1781175" y="209550"/>
                </a:lnTo>
                <a:lnTo>
                  <a:pt x="1790700" y="209550"/>
                </a:lnTo>
                <a:close/>
                <a:moveTo>
                  <a:pt x="1714500" y="190500"/>
                </a:moveTo>
                <a:lnTo>
                  <a:pt x="1724025" y="190500"/>
                </a:lnTo>
                <a:lnTo>
                  <a:pt x="1724025" y="219075"/>
                </a:lnTo>
                <a:lnTo>
                  <a:pt x="1714500" y="219075"/>
                </a:lnTo>
                <a:close/>
                <a:moveTo>
                  <a:pt x="1809750" y="200025"/>
                </a:moveTo>
                <a:lnTo>
                  <a:pt x="1800225" y="200025"/>
                </a:lnTo>
                <a:lnTo>
                  <a:pt x="1800225" y="219075"/>
                </a:lnTo>
                <a:lnTo>
                  <a:pt x="1809750" y="219075"/>
                </a:lnTo>
                <a:close/>
                <a:moveTo>
                  <a:pt x="1809750" y="200025"/>
                </a:moveTo>
                <a:lnTo>
                  <a:pt x="1838325" y="200025"/>
                </a:lnTo>
                <a:lnTo>
                  <a:pt x="1838325" y="190500"/>
                </a:lnTo>
                <a:lnTo>
                  <a:pt x="1809750" y="190500"/>
                </a:lnTo>
                <a:close/>
                <a:moveTo>
                  <a:pt x="1895475" y="209550"/>
                </a:moveTo>
                <a:lnTo>
                  <a:pt x="1905000" y="209550"/>
                </a:lnTo>
                <a:lnTo>
                  <a:pt x="1905000" y="219075"/>
                </a:lnTo>
                <a:lnTo>
                  <a:pt x="1924050" y="219075"/>
                </a:lnTo>
                <a:lnTo>
                  <a:pt x="1924050" y="190500"/>
                </a:lnTo>
                <a:lnTo>
                  <a:pt x="1905000" y="190500"/>
                </a:lnTo>
                <a:lnTo>
                  <a:pt x="1905000" y="200025"/>
                </a:lnTo>
                <a:lnTo>
                  <a:pt x="1895475" y="200025"/>
                </a:lnTo>
                <a:close/>
                <a:moveTo>
                  <a:pt x="1819275" y="219075"/>
                </a:moveTo>
                <a:lnTo>
                  <a:pt x="1828800" y="219075"/>
                </a:lnTo>
                <a:lnTo>
                  <a:pt x="1828800" y="209550"/>
                </a:lnTo>
                <a:lnTo>
                  <a:pt x="1819275" y="209550"/>
                </a:lnTo>
                <a:close/>
                <a:moveTo>
                  <a:pt x="142875" y="228600"/>
                </a:moveTo>
                <a:lnTo>
                  <a:pt x="180975" y="228600"/>
                </a:lnTo>
                <a:lnTo>
                  <a:pt x="180975" y="219075"/>
                </a:lnTo>
                <a:lnTo>
                  <a:pt x="171450" y="219075"/>
                </a:lnTo>
                <a:lnTo>
                  <a:pt x="171450" y="209550"/>
                </a:lnTo>
                <a:lnTo>
                  <a:pt x="161925" y="209550"/>
                </a:lnTo>
                <a:lnTo>
                  <a:pt x="161925" y="200025"/>
                </a:lnTo>
                <a:lnTo>
                  <a:pt x="142875" y="200025"/>
                </a:lnTo>
                <a:close/>
                <a:moveTo>
                  <a:pt x="1857375" y="238125"/>
                </a:moveTo>
                <a:lnTo>
                  <a:pt x="1914525" y="238125"/>
                </a:lnTo>
                <a:lnTo>
                  <a:pt x="1914525" y="228600"/>
                </a:lnTo>
                <a:lnTo>
                  <a:pt x="1895475" y="228600"/>
                </a:lnTo>
                <a:lnTo>
                  <a:pt x="1895475" y="219075"/>
                </a:lnTo>
                <a:lnTo>
                  <a:pt x="1876425" y="219075"/>
                </a:lnTo>
                <a:lnTo>
                  <a:pt x="1876425" y="228600"/>
                </a:lnTo>
                <a:lnTo>
                  <a:pt x="1866900" y="228600"/>
                </a:lnTo>
                <a:lnTo>
                  <a:pt x="1866900" y="219075"/>
                </a:lnTo>
                <a:lnTo>
                  <a:pt x="1857375" y="219075"/>
                </a:lnTo>
                <a:close/>
                <a:moveTo>
                  <a:pt x="133350" y="266700"/>
                </a:moveTo>
                <a:lnTo>
                  <a:pt x="142875" y="266700"/>
                </a:lnTo>
                <a:lnTo>
                  <a:pt x="142875" y="276225"/>
                </a:lnTo>
                <a:lnTo>
                  <a:pt x="161925" y="276225"/>
                </a:lnTo>
                <a:lnTo>
                  <a:pt x="161925" y="247650"/>
                </a:lnTo>
                <a:lnTo>
                  <a:pt x="152400" y="247650"/>
                </a:lnTo>
                <a:lnTo>
                  <a:pt x="152400" y="238125"/>
                </a:lnTo>
                <a:lnTo>
                  <a:pt x="142875" y="238125"/>
                </a:lnTo>
                <a:lnTo>
                  <a:pt x="142875" y="257175"/>
                </a:lnTo>
                <a:lnTo>
                  <a:pt x="133350" y="257175"/>
                </a:lnTo>
                <a:close/>
                <a:moveTo>
                  <a:pt x="1800225" y="276225"/>
                </a:moveTo>
                <a:lnTo>
                  <a:pt x="1809750" y="276225"/>
                </a:lnTo>
                <a:lnTo>
                  <a:pt x="1809750" y="285750"/>
                </a:lnTo>
                <a:lnTo>
                  <a:pt x="1800225" y="285750"/>
                </a:lnTo>
                <a:close/>
                <a:moveTo>
                  <a:pt x="1866900" y="276225"/>
                </a:moveTo>
                <a:lnTo>
                  <a:pt x="1885950" y="276225"/>
                </a:lnTo>
                <a:lnTo>
                  <a:pt x="1885950" y="266700"/>
                </a:lnTo>
                <a:lnTo>
                  <a:pt x="1866900" y="266700"/>
                </a:lnTo>
                <a:close/>
                <a:moveTo>
                  <a:pt x="1743075" y="285750"/>
                </a:moveTo>
                <a:lnTo>
                  <a:pt x="1771650" y="285750"/>
                </a:lnTo>
                <a:lnTo>
                  <a:pt x="1771650" y="304800"/>
                </a:lnTo>
                <a:lnTo>
                  <a:pt x="1781175" y="304800"/>
                </a:lnTo>
                <a:lnTo>
                  <a:pt x="1781175" y="295275"/>
                </a:lnTo>
                <a:lnTo>
                  <a:pt x="1790700" y="295275"/>
                </a:lnTo>
                <a:lnTo>
                  <a:pt x="1790700" y="285750"/>
                </a:lnTo>
                <a:lnTo>
                  <a:pt x="1800225" y="285750"/>
                </a:lnTo>
                <a:lnTo>
                  <a:pt x="1800225" y="304800"/>
                </a:lnTo>
                <a:lnTo>
                  <a:pt x="1809750" y="304800"/>
                </a:lnTo>
                <a:lnTo>
                  <a:pt x="1809750" y="314325"/>
                </a:lnTo>
                <a:lnTo>
                  <a:pt x="1838325" y="314325"/>
                </a:lnTo>
                <a:lnTo>
                  <a:pt x="1838325" y="323850"/>
                </a:lnTo>
                <a:lnTo>
                  <a:pt x="1847850" y="323850"/>
                </a:lnTo>
                <a:lnTo>
                  <a:pt x="1847850" y="342900"/>
                </a:lnTo>
                <a:lnTo>
                  <a:pt x="1838325" y="342900"/>
                </a:lnTo>
                <a:lnTo>
                  <a:pt x="1838325" y="371475"/>
                </a:lnTo>
                <a:lnTo>
                  <a:pt x="1857375" y="371475"/>
                </a:lnTo>
                <a:lnTo>
                  <a:pt x="1857375" y="361950"/>
                </a:lnTo>
                <a:lnTo>
                  <a:pt x="1866900" y="361950"/>
                </a:lnTo>
                <a:lnTo>
                  <a:pt x="1866900" y="352425"/>
                </a:lnTo>
                <a:lnTo>
                  <a:pt x="1857375" y="352425"/>
                </a:lnTo>
                <a:lnTo>
                  <a:pt x="1857375" y="342900"/>
                </a:lnTo>
                <a:lnTo>
                  <a:pt x="1876425" y="342900"/>
                </a:lnTo>
                <a:lnTo>
                  <a:pt x="1876425" y="352425"/>
                </a:lnTo>
                <a:lnTo>
                  <a:pt x="1895475" y="352425"/>
                </a:lnTo>
                <a:lnTo>
                  <a:pt x="1895475" y="333375"/>
                </a:lnTo>
                <a:lnTo>
                  <a:pt x="1905000" y="333375"/>
                </a:lnTo>
                <a:lnTo>
                  <a:pt x="1905000" y="314325"/>
                </a:lnTo>
                <a:lnTo>
                  <a:pt x="1924050" y="314325"/>
                </a:lnTo>
                <a:lnTo>
                  <a:pt x="1924050" y="342900"/>
                </a:lnTo>
                <a:lnTo>
                  <a:pt x="1933575" y="342900"/>
                </a:lnTo>
                <a:lnTo>
                  <a:pt x="1933575" y="352425"/>
                </a:lnTo>
                <a:lnTo>
                  <a:pt x="1895475" y="352425"/>
                </a:lnTo>
                <a:lnTo>
                  <a:pt x="1895475" y="361950"/>
                </a:lnTo>
                <a:lnTo>
                  <a:pt x="1876425" y="361950"/>
                </a:lnTo>
                <a:lnTo>
                  <a:pt x="1876425" y="371475"/>
                </a:lnTo>
                <a:lnTo>
                  <a:pt x="1905000" y="371475"/>
                </a:lnTo>
                <a:lnTo>
                  <a:pt x="1905000" y="361950"/>
                </a:lnTo>
                <a:lnTo>
                  <a:pt x="1914525" y="361950"/>
                </a:lnTo>
                <a:lnTo>
                  <a:pt x="1914525" y="371475"/>
                </a:lnTo>
                <a:lnTo>
                  <a:pt x="1924050" y="371475"/>
                </a:lnTo>
                <a:lnTo>
                  <a:pt x="1924050" y="381000"/>
                </a:lnTo>
                <a:lnTo>
                  <a:pt x="1943100" y="381000"/>
                </a:lnTo>
                <a:lnTo>
                  <a:pt x="1943100" y="400050"/>
                </a:lnTo>
                <a:lnTo>
                  <a:pt x="1924050" y="400050"/>
                </a:lnTo>
                <a:lnTo>
                  <a:pt x="1924050" y="428625"/>
                </a:lnTo>
                <a:lnTo>
                  <a:pt x="1914525" y="428625"/>
                </a:lnTo>
                <a:lnTo>
                  <a:pt x="1914525" y="438150"/>
                </a:lnTo>
                <a:lnTo>
                  <a:pt x="1905000" y="438150"/>
                </a:lnTo>
                <a:lnTo>
                  <a:pt x="1905000" y="457200"/>
                </a:lnTo>
                <a:lnTo>
                  <a:pt x="1914525" y="457200"/>
                </a:lnTo>
                <a:lnTo>
                  <a:pt x="1914525" y="476250"/>
                </a:lnTo>
                <a:lnTo>
                  <a:pt x="1905000" y="476250"/>
                </a:lnTo>
                <a:lnTo>
                  <a:pt x="1905000" y="495300"/>
                </a:lnTo>
                <a:lnTo>
                  <a:pt x="1914525" y="495300"/>
                </a:lnTo>
                <a:lnTo>
                  <a:pt x="1914525" y="485775"/>
                </a:lnTo>
                <a:lnTo>
                  <a:pt x="1924050" y="485775"/>
                </a:lnTo>
                <a:lnTo>
                  <a:pt x="1924050" y="476250"/>
                </a:lnTo>
                <a:lnTo>
                  <a:pt x="1933575" y="476250"/>
                </a:lnTo>
                <a:lnTo>
                  <a:pt x="1933575" y="495300"/>
                </a:lnTo>
                <a:lnTo>
                  <a:pt x="1914525" y="495300"/>
                </a:lnTo>
                <a:lnTo>
                  <a:pt x="1914525" y="523875"/>
                </a:lnTo>
                <a:lnTo>
                  <a:pt x="1933575" y="523875"/>
                </a:lnTo>
                <a:lnTo>
                  <a:pt x="1933575" y="533400"/>
                </a:lnTo>
                <a:lnTo>
                  <a:pt x="1924050" y="533400"/>
                </a:lnTo>
                <a:lnTo>
                  <a:pt x="1924050" y="542925"/>
                </a:lnTo>
                <a:lnTo>
                  <a:pt x="1914525" y="542925"/>
                </a:lnTo>
                <a:lnTo>
                  <a:pt x="1914525" y="533400"/>
                </a:lnTo>
                <a:lnTo>
                  <a:pt x="1905000" y="533400"/>
                </a:lnTo>
                <a:lnTo>
                  <a:pt x="1905000" y="542925"/>
                </a:lnTo>
                <a:lnTo>
                  <a:pt x="1914525" y="542925"/>
                </a:lnTo>
                <a:lnTo>
                  <a:pt x="1914525" y="552450"/>
                </a:lnTo>
                <a:lnTo>
                  <a:pt x="1905000" y="552450"/>
                </a:lnTo>
                <a:lnTo>
                  <a:pt x="1905000" y="561975"/>
                </a:lnTo>
                <a:lnTo>
                  <a:pt x="1914525" y="561975"/>
                </a:lnTo>
                <a:lnTo>
                  <a:pt x="1914525" y="571500"/>
                </a:lnTo>
                <a:lnTo>
                  <a:pt x="1943100" y="571500"/>
                </a:lnTo>
                <a:lnTo>
                  <a:pt x="1943100" y="552450"/>
                </a:lnTo>
                <a:lnTo>
                  <a:pt x="1952625" y="552450"/>
                </a:lnTo>
                <a:lnTo>
                  <a:pt x="1952625" y="609600"/>
                </a:lnTo>
                <a:lnTo>
                  <a:pt x="1933575" y="609600"/>
                </a:lnTo>
                <a:lnTo>
                  <a:pt x="1933575" y="628650"/>
                </a:lnTo>
                <a:lnTo>
                  <a:pt x="1924050" y="628650"/>
                </a:lnTo>
                <a:lnTo>
                  <a:pt x="1924050" y="638175"/>
                </a:lnTo>
                <a:lnTo>
                  <a:pt x="1943100" y="638175"/>
                </a:lnTo>
                <a:lnTo>
                  <a:pt x="1943100" y="628650"/>
                </a:lnTo>
                <a:lnTo>
                  <a:pt x="1952625" y="628650"/>
                </a:lnTo>
                <a:lnTo>
                  <a:pt x="1952625" y="657225"/>
                </a:lnTo>
                <a:lnTo>
                  <a:pt x="1933575" y="657225"/>
                </a:lnTo>
                <a:lnTo>
                  <a:pt x="1933575" y="666750"/>
                </a:lnTo>
                <a:lnTo>
                  <a:pt x="1857375" y="666750"/>
                </a:lnTo>
                <a:lnTo>
                  <a:pt x="1857375" y="657225"/>
                </a:lnTo>
                <a:lnTo>
                  <a:pt x="1895475" y="657225"/>
                </a:lnTo>
                <a:lnTo>
                  <a:pt x="1895475" y="628650"/>
                </a:lnTo>
                <a:lnTo>
                  <a:pt x="1885950" y="628650"/>
                </a:lnTo>
                <a:lnTo>
                  <a:pt x="1885950" y="609600"/>
                </a:lnTo>
                <a:lnTo>
                  <a:pt x="1895475" y="609600"/>
                </a:lnTo>
                <a:lnTo>
                  <a:pt x="1895475" y="600075"/>
                </a:lnTo>
                <a:lnTo>
                  <a:pt x="1905000" y="600075"/>
                </a:lnTo>
                <a:lnTo>
                  <a:pt x="1905000" y="581025"/>
                </a:lnTo>
                <a:lnTo>
                  <a:pt x="1895475" y="581025"/>
                </a:lnTo>
                <a:lnTo>
                  <a:pt x="1895475" y="561975"/>
                </a:lnTo>
                <a:lnTo>
                  <a:pt x="1876425" y="561975"/>
                </a:lnTo>
                <a:lnTo>
                  <a:pt x="1876425" y="542925"/>
                </a:lnTo>
                <a:lnTo>
                  <a:pt x="1847850" y="542925"/>
                </a:lnTo>
                <a:lnTo>
                  <a:pt x="1847850" y="561975"/>
                </a:lnTo>
                <a:lnTo>
                  <a:pt x="1819275" y="561975"/>
                </a:lnTo>
                <a:lnTo>
                  <a:pt x="1819275" y="552450"/>
                </a:lnTo>
                <a:lnTo>
                  <a:pt x="1809750" y="552450"/>
                </a:lnTo>
                <a:lnTo>
                  <a:pt x="1809750" y="561975"/>
                </a:lnTo>
                <a:lnTo>
                  <a:pt x="1781175" y="561975"/>
                </a:lnTo>
                <a:lnTo>
                  <a:pt x="1781175" y="552450"/>
                </a:lnTo>
                <a:lnTo>
                  <a:pt x="1752600" y="552450"/>
                </a:lnTo>
                <a:lnTo>
                  <a:pt x="1752600" y="542925"/>
                </a:lnTo>
                <a:lnTo>
                  <a:pt x="1743075" y="542925"/>
                </a:lnTo>
                <a:lnTo>
                  <a:pt x="1743075" y="561975"/>
                </a:lnTo>
                <a:lnTo>
                  <a:pt x="1714500" y="561975"/>
                </a:lnTo>
                <a:lnTo>
                  <a:pt x="1714500" y="552450"/>
                </a:lnTo>
                <a:lnTo>
                  <a:pt x="1724025" y="552450"/>
                </a:lnTo>
                <a:lnTo>
                  <a:pt x="1724025" y="542925"/>
                </a:lnTo>
                <a:lnTo>
                  <a:pt x="1733550" y="542925"/>
                </a:lnTo>
                <a:lnTo>
                  <a:pt x="1733550" y="533400"/>
                </a:lnTo>
                <a:lnTo>
                  <a:pt x="1743075" y="533400"/>
                </a:lnTo>
                <a:lnTo>
                  <a:pt x="1743075" y="523875"/>
                </a:lnTo>
                <a:lnTo>
                  <a:pt x="1752600" y="523875"/>
                </a:lnTo>
                <a:lnTo>
                  <a:pt x="1752600" y="504825"/>
                </a:lnTo>
                <a:lnTo>
                  <a:pt x="1762125" y="504825"/>
                </a:lnTo>
                <a:lnTo>
                  <a:pt x="1762125" y="495300"/>
                </a:lnTo>
                <a:lnTo>
                  <a:pt x="1771650" y="495300"/>
                </a:lnTo>
                <a:lnTo>
                  <a:pt x="1771650" y="457200"/>
                </a:lnTo>
                <a:lnTo>
                  <a:pt x="1752600" y="457200"/>
                </a:lnTo>
                <a:lnTo>
                  <a:pt x="1752600" y="485775"/>
                </a:lnTo>
                <a:lnTo>
                  <a:pt x="1724025" y="485775"/>
                </a:lnTo>
                <a:lnTo>
                  <a:pt x="1724025" y="447675"/>
                </a:lnTo>
                <a:lnTo>
                  <a:pt x="1714500" y="447675"/>
                </a:lnTo>
                <a:lnTo>
                  <a:pt x="1714500" y="428625"/>
                </a:lnTo>
                <a:lnTo>
                  <a:pt x="1724025" y="428625"/>
                </a:lnTo>
                <a:lnTo>
                  <a:pt x="1724025" y="419100"/>
                </a:lnTo>
                <a:lnTo>
                  <a:pt x="1743075" y="419100"/>
                </a:lnTo>
                <a:lnTo>
                  <a:pt x="1743075" y="390525"/>
                </a:lnTo>
                <a:lnTo>
                  <a:pt x="1733550" y="390525"/>
                </a:lnTo>
                <a:lnTo>
                  <a:pt x="1733550" y="381000"/>
                </a:lnTo>
                <a:lnTo>
                  <a:pt x="1743075" y="381000"/>
                </a:lnTo>
                <a:lnTo>
                  <a:pt x="1743075" y="390525"/>
                </a:lnTo>
                <a:lnTo>
                  <a:pt x="1752600" y="390525"/>
                </a:lnTo>
                <a:lnTo>
                  <a:pt x="1752600" y="371475"/>
                </a:lnTo>
                <a:lnTo>
                  <a:pt x="1733550" y="371475"/>
                </a:lnTo>
                <a:lnTo>
                  <a:pt x="1733550" y="352425"/>
                </a:lnTo>
                <a:lnTo>
                  <a:pt x="1752600" y="352425"/>
                </a:lnTo>
                <a:lnTo>
                  <a:pt x="1752600" y="342900"/>
                </a:lnTo>
                <a:lnTo>
                  <a:pt x="1743075" y="342900"/>
                </a:lnTo>
                <a:close/>
                <a:moveTo>
                  <a:pt x="1924050" y="285750"/>
                </a:moveTo>
                <a:lnTo>
                  <a:pt x="1943100" y="285750"/>
                </a:lnTo>
                <a:lnTo>
                  <a:pt x="1943100" y="276225"/>
                </a:lnTo>
                <a:lnTo>
                  <a:pt x="1933575" y="276225"/>
                </a:lnTo>
                <a:lnTo>
                  <a:pt x="1933575" y="266700"/>
                </a:lnTo>
                <a:lnTo>
                  <a:pt x="1924050" y="266700"/>
                </a:lnTo>
                <a:close/>
                <a:moveTo>
                  <a:pt x="9525" y="295275"/>
                </a:moveTo>
                <a:lnTo>
                  <a:pt x="19050" y="295275"/>
                </a:lnTo>
                <a:lnTo>
                  <a:pt x="19050" y="314325"/>
                </a:lnTo>
                <a:lnTo>
                  <a:pt x="9525" y="314325"/>
                </a:lnTo>
                <a:close/>
                <a:moveTo>
                  <a:pt x="104775" y="342900"/>
                </a:moveTo>
                <a:lnTo>
                  <a:pt x="123825" y="342900"/>
                </a:lnTo>
                <a:lnTo>
                  <a:pt x="123825" y="323850"/>
                </a:lnTo>
                <a:lnTo>
                  <a:pt x="104775" y="323850"/>
                </a:lnTo>
                <a:close/>
                <a:moveTo>
                  <a:pt x="9525" y="361950"/>
                </a:moveTo>
                <a:lnTo>
                  <a:pt x="19050" y="361950"/>
                </a:lnTo>
                <a:lnTo>
                  <a:pt x="19050" y="390525"/>
                </a:lnTo>
                <a:lnTo>
                  <a:pt x="9525" y="390525"/>
                </a:lnTo>
                <a:close/>
                <a:moveTo>
                  <a:pt x="1752600" y="400050"/>
                </a:moveTo>
                <a:lnTo>
                  <a:pt x="1762125" y="400050"/>
                </a:lnTo>
                <a:lnTo>
                  <a:pt x="1762125" y="390525"/>
                </a:lnTo>
                <a:lnTo>
                  <a:pt x="1752600" y="390525"/>
                </a:lnTo>
                <a:close/>
                <a:moveTo>
                  <a:pt x="1800225" y="400050"/>
                </a:moveTo>
                <a:lnTo>
                  <a:pt x="1828800" y="400050"/>
                </a:lnTo>
                <a:lnTo>
                  <a:pt x="1828800" y="371475"/>
                </a:lnTo>
                <a:lnTo>
                  <a:pt x="1809750" y="371475"/>
                </a:lnTo>
                <a:lnTo>
                  <a:pt x="1809750" y="381000"/>
                </a:lnTo>
                <a:lnTo>
                  <a:pt x="1800225" y="381000"/>
                </a:lnTo>
                <a:close/>
                <a:moveTo>
                  <a:pt x="85725" y="409575"/>
                </a:moveTo>
                <a:lnTo>
                  <a:pt x="95250" y="409575"/>
                </a:lnTo>
                <a:lnTo>
                  <a:pt x="95250" y="438150"/>
                </a:lnTo>
                <a:lnTo>
                  <a:pt x="104775" y="438150"/>
                </a:lnTo>
                <a:lnTo>
                  <a:pt x="104775" y="466725"/>
                </a:lnTo>
                <a:lnTo>
                  <a:pt x="85725" y="466725"/>
                </a:lnTo>
                <a:lnTo>
                  <a:pt x="85725" y="457200"/>
                </a:lnTo>
                <a:lnTo>
                  <a:pt x="76200" y="457200"/>
                </a:lnTo>
                <a:lnTo>
                  <a:pt x="76200" y="438150"/>
                </a:lnTo>
                <a:lnTo>
                  <a:pt x="85725" y="438150"/>
                </a:lnTo>
                <a:close/>
                <a:moveTo>
                  <a:pt x="180975" y="409575"/>
                </a:moveTo>
                <a:lnTo>
                  <a:pt x="190500" y="409575"/>
                </a:lnTo>
                <a:lnTo>
                  <a:pt x="190500" y="428625"/>
                </a:lnTo>
                <a:lnTo>
                  <a:pt x="180975" y="428625"/>
                </a:lnTo>
                <a:close/>
                <a:moveTo>
                  <a:pt x="9525" y="419100"/>
                </a:moveTo>
                <a:lnTo>
                  <a:pt x="28575" y="419100"/>
                </a:lnTo>
                <a:lnTo>
                  <a:pt x="28575" y="438150"/>
                </a:lnTo>
                <a:lnTo>
                  <a:pt x="19050" y="438150"/>
                </a:lnTo>
                <a:lnTo>
                  <a:pt x="19050" y="428625"/>
                </a:lnTo>
                <a:lnTo>
                  <a:pt x="9525" y="428625"/>
                </a:lnTo>
                <a:close/>
                <a:moveTo>
                  <a:pt x="1752600" y="419100"/>
                </a:moveTo>
                <a:lnTo>
                  <a:pt x="1762125" y="419100"/>
                </a:lnTo>
                <a:lnTo>
                  <a:pt x="1762125" y="409575"/>
                </a:lnTo>
                <a:lnTo>
                  <a:pt x="1752600" y="409575"/>
                </a:lnTo>
                <a:close/>
                <a:moveTo>
                  <a:pt x="1771650" y="419100"/>
                </a:moveTo>
                <a:lnTo>
                  <a:pt x="1781175" y="419100"/>
                </a:lnTo>
                <a:lnTo>
                  <a:pt x="1781175" y="409575"/>
                </a:lnTo>
                <a:lnTo>
                  <a:pt x="1771650" y="409575"/>
                </a:lnTo>
                <a:close/>
                <a:moveTo>
                  <a:pt x="1885950" y="419100"/>
                </a:moveTo>
                <a:lnTo>
                  <a:pt x="1895475" y="419100"/>
                </a:lnTo>
                <a:lnTo>
                  <a:pt x="1895475" y="428625"/>
                </a:lnTo>
                <a:lnTo>
                  <a:pt x="1905000" y="428625"/>
                </a:lnTo>
                <a:lnTo>
                  <a:pt x="1905000" y="409575"/>
                </a:lnTo>
                <a:lnTo>
                  <a:pt x="1885950" y="409575"/>
                </a:lnTo>
                <a:close/>
                <a:moveTo>
                  <a:pt x="0" y="428625"/>
                </a:moveTo>
                <a:lnTo>
                  <a:pt x="9525" y="428625"/>
                </a:lnTo>
                <a:lnTo>
                  <a:pt x="9525" y="447675"/>
                </a:lnTo>
                <a:lnTo>
                  <a:pt x="0" y="447675"/>
                </a:lnTo>
                <a:close/>
                <a:moveTo>
                  <a:pt x="123825" y="438150"/>
                </a:moveTo>
                <a:lnTo>
                  <a:pt x="133350" y="438150"/>
                </a:lnTo>
                <a:lnTo>
                  <a:pt x="133350" y="428625"/>
                </a:lnTo>
                <a:lnTo>
                  <a:pt x="123825" y="428625"/>
                </a:lnTo>
                <a:close/>
                <a:moveTo>
                  <a:pt x="9525" y="447675"/>
                </a:moveTo>
                <a:lnTo>
                  <a:pt x="19050" y="447675"/>
                </a:lnTo>
                <a:lnTo>
                  <a:pt x="19050" y="485775"/>
                </a:lnTo>
                <a:lnTo>
                  <a:pt x="28575" y="485775"/>
                </a:lnTo>
                <a:lnTo>
                  <a:pt x="28575" y="504825"/>
                </a:lnTo>
                <a:lnTo>
                  <a:pt x="19050" y="504825"/>
                </a:lnTo>
                <a:lnTo>
                  <a:pt x="19050" y="495300"/>
                </a:lnTo>
                <a:lnTo>
                  <a:pt x="9525" y="495300"/>
                </a:lnTo>
                <a:lnTo>
                  <a:pt x="9525" y="504825"/>
                </a:lnTo>
                <a:lnTo>
                  <a:pt x="19050" y="504825"/>
                </a:lnTo>
                <a:lnTo>
                  <a:pt x="19050" y="514350"/>
                </a:lnTo>
                <a:lnTo>
                  <a:pt x="9525" y="514350"/>
                </a:lnTo>
                <a:lnTo>
                  <a:pt x="9525" y="523875"/>
                </a:lnTo>
                <a:lnTo>
                  <a:pt x="0" y="523875"/>
                </a:lnTo>
                <a:lnTo>
                  <a:pt x="0" y="466725"/>
                </a:lnTo>
                <a:lnTo>
                  <a:pt x="9525" y="466725"/>
                </a:lnTo>
                <a:close/>
                <a:moveTo>
                  <a:pt x="1762125" y="447675"/>
                </a:moveTo>
                <a:lnTo>
                  <a:pt x="1771650" y="447675"/>
                </a:lnTo>
                <a:lnTo>
                  <a:pt x="1771650" y="428625"/>
                </a:lnTo>
                <a:lnTo>
                  <a:pt x="1762125" y="428625"/>
                </a:lnTo>
                <a:close/>
                <a:moveTo>
                  <a:pt x="1876425" y="447675"/>
                </a:moveTo>
                <a:lnTo>
                  <a:pt x="1885950" y="447675"/>
                </a:lnTo>
                <a:lnTo>
                  <a:pt x="1885950" y="438150"/>
                </a:lnTo>
                <a:lnTo>
                  <a:pt x="1866900" y="438150"/>
                </a:lnTo>
                <a:lnTo>
                  <a:pt x="1866900" y="428625"/>
                </a:lnTo>
                <a:lnTo>
                  <a:pt x="1847850" y="428625"/>
                </a:lnTo>
                <a:lnTo>
                  <a:pt x="1847850" y="457200"/>
                </a:lnTo>
                <a:lnTo>
                  <a:pt x="1838325" y="457200"/>
                </a:lnTo>
                <a:lnTo>
                  <a:pt x="1838325" y="495300"/>
                </a:lnTo>
                <a:lnTo>
                  <a:pt x="1847850" y="495300"/>
                </a:lnTo>
                <a:lnTo>
                  <a:pt x="1847850" y="476250"/>
                </a:lnTo>
                <a:lnTo>
                  <a:pt x="1857375" y="476250"/>
                </a:lnTo>
                <a:lnTo>
                  <a:pt x="1857375" y="495300"/>
                </a:lnTo>
                <a:lnTo>
                  <a:pt x="1866900" y="495300"/>
                </a:lnTo>
                <a:lnTo>
                  <a:pt x="1866900" y="485775"/>
                </a:lnTo>
                <a:lnTo>
                  <a:pt x="1885950" y="485775"/>
                </a:lnTo>
                <a:lnTo>
                  <a:pt x="1885950" y="476250"/>
                </a:lnTo>
                <a:lnTo>
                  <a:pt x="1895475" y="476250"/>
                </a:lnTo>
                <a:lnTo>
                  <a:pt x="1895475" y="466725"/>
                </a:lnTo>
                <a:lnTo>
                  <a:pt x="1876425" y="466725"/>
                </a:lnTo>
                <a:close/>
                <a:moveTo>
                  <a:pt x="1943100" y="447675"/>
                </a:moveTo>
                <a:lnTo>
                  <a:pt x="1952625" y="447675"/>
                </a:lnTo>
                <a:lnTo>
                  <a:pt x="1952625" y="495300"/>
                </a:lnTo>
                <a:lnTo>
                  <a:pt x="1943100" y="495300"/>
                </a:lnTo>
                <a:close/>
                <a:moveTo>
                  <a:pt x="171450" y="457200"/>
                </a:moveTo>
                <a:lnTo>
                  <a:pt x="190500" y="457200"/>
                </a:lnTo>
                <a:lnTo>
                  <a:pt x="190500" y="466725"/>
                </a:lnTo>
                <a:lnTo>
                  <a:pt x="171450" y="466725"/>
                </a:lnTo>
                <a:close/>
                <a:moveTo>
                  <a:pt x="1781175" y="476250"/>
                </a:moveTo>
                <a:lnTo>
                  <a:pt x="1790700" y="476250"/>
                </a:lnTo>
                <a:lnTo>
                  <a:pt x="1790700" y="485775"/>
                </a:lnTo>
                <a:lnTo>
                  <a:pt x="1800225" y="485775"/>
                </a:lnTo>
                <a:lnTo>
                  <a:pt x="1800225" y="495300"/>
                </a:lnTo>
                <a:lnTo>
                  <a:pt x="1819275" y="495300"/>
                </a:lnTo>
                <a:lnTo>
                  <a:pt x="1819275" y="466725"/>
                </a:lnTo>
                <a:lnTo>
                  <a:pt x="1809750" y="466725"/>
                </a:lnTo>
                <a:lnTo>
                  <a:pt x="1809750" y="457200"/>
                </a:lnTo>
                <a:lnTo>
                  <a:pt x="1800225" y="457200"/>
                </a:lnTo>
                <a:lnTo>
                  <a:pt x="1800225" y="447675"/>
                </a:lnTo>
                <a:lnTo>
                  <a:pt x="1781175" y="447675"/>
                </a:lnTo>
                <a:close/>
                <a:moveTo>
                  <a:pt x="95250" y="485775"/>
                </a:moveTo>
                <a:lnTo>
                  <a:pt x="104775" y="485775"/>
                </a:lnTo>
                <a:lnTo>
                  <a:pt x="104775" y="495300"/>
                </a:lnTo>
                <a:lnTo>
                  <a:pt x="95250" y="495300"/>
                </a:lnTo>
                <a:close/>
                <a:moveTo>
                  <a:pt x="104775" y="495300"/>
                </a:moveTo>
                <a:lnTo>
                  <a:pt x="114300" y="495300"/>
                </a:lnTo>
                <a:lnTo>
                  <a:pt x="114300" y="504825"/>
                </a:lnTo>
                <a:lnTo>
                  <a:pt x="104775" y="504825"/>
                </a:lnTo>
                <a:close/>
                <a:moveTo>
                  <a:pt x="133350" y="504825"/>
                </a:moveTo>
                <a:lnTo>
                  <a:pt x="142875" y="504825"/>
                </a:lnTo>
                <a:lnTo>
                  <a:pt x="142875" y="514350"/>
                </a:lnTo>
                <a:lnTo>
                  <a:pt x="133350" y="514350"/>
                </a:lnTo>
                <a:close/>
                <a:moveTo>
                  <a:pt x="1771650" y="523875"/>
                </a:moveTo>
                <a:lnTo>
                  <a:pt x="1790700" y="523875"/>
                </a:lnTo>
                <a:lnTo>
                  <a:pt x="1790700" y="514350"/>
                </a:lnTo>
                <a:lnTo>
                  <a:pt x="1781175" y="514350"/>
                </a:lnTo>
                <a:lnTo>
                  <a:pt x="1781175" y="504825"/>
                </a:lnTo>
                <a:lnTo>
                  <a:pt x="1771650" y="504825"/>
                </a:lnTo>
                <a:close/>
                <a:moveTo>
                  <a:pt x="1866900" y="523875"/>
                </a:moveTo>
                <a:lnTo>
                  <a:pt x="1876425" y="523875"/>
                </a:lnTo>
                <a:lnTo>
                  <a:pt x="1876425" y="533400"/>
                </a:lnTo>
                <a:lnTo>
                  <a:pt x="1885950" y="533400"/>
                </a:lnTo>
                <a:lnTo>
                  <a:pt x="1885950" y="514350"/>
                </a:lnTo>
                <a:lnTo>
                  <a:pt x="1866900" y="514350"/>
                </a:lnTo>
                <a:close/>
                <a:moveTo>
                  <a:pt x="1943100" y="523875"/>
                </a:moveTo>
                <a:lnTo>
                  <a:pt x="1952625" y="523875"/>
                </a:lnTo>
                <a:lnTo>
                  <a:pt x="1952625" y="533400"/>
                </a:lnTo>
                <a:lnTo>
                  <a:pt x="1943100" y="533400"/>
                </a:lnTo>
                <a:close/>
                <a:moveTo>
                  <a:pt x="0" y="533400"/>
                </a:moveTo>
                <a:lnTo>
                  <a:pt x="9525" y="533400"/>
                </a:lnTo>
                <a:lnTo>
                  <a:pt x="9525" y="542925"/>
                </a:lnTo>
                <a:lnTo>
                  <a:pt x="0" y="542925"/>
                </a:lnTo>
                <a:close/>
                <a:moveTo>
                  <a:pt x="104775" y="533400"/>
                </a:moveTo>
                <a:lnTo>
                  <a:pt x="114300" y="533400"/>
                </a:lnTo>
                <a:lnTo>
                  <a:pt x="114300" y="561975"/>
                </a:lnTo>
                <a:lnTo>
                  <a:pt x="104775" y="561975"/>
                </a:lnTo>
                <a:close/>
                <a:moveTo>
                  <a:pt x="1838325" y="533400"/>
                </a:moveTo>
                <a:lnTo>
                  <a:pt x="1847850" y="533400"/>
                </a:lnTo>
                <a:lnTo>
                  <a:pt x="1847850" y="514350"/>
                </a:lnTo>
                <a:lnTo>
                  <a:pt x="1838325" y="514350"/>
                </a:lnTo>
                <a:close/>
                <a:moveTo>
                  <a:pt x="1933575" y="533400"/>
                </a:moveTo>
                <a:lnTo>
                  <a:pt x="1943100" y="533400"/>
                </a:lnTo>
                <a:lnTo>
                  <a:pt x="1943100" y="542925"/>
                </a:lnTo>
                <a:lnTo>
                  <a:pt x="1933575" y="542925"/>
                </a:lnTo>
                <a:close/>
                <a:moveTo>
                  <a:pt x="1800225" y="542925"/>
                </a:moveTo>
                <a:lnTo>
                  <a:pt x="1809750" y="542925"/>
                </a:lnTo>
                <a:lnTo>
                  <a:pt x="1809750" y="533400"/>
                </a:lnTo>
                <a:lnTo>
                  <a:pt x="1800225" y="533400"/>
                </a:lnTo>
                <a:close/>
                <a:moveTo>
                  <a:pt x="0" y="571500"/>
                </a:moveTo>
                <a:lnTo>
                  <a:pt x="9525" y="571500"/>
                </a:lnTo>
                <a:lnTo>
                  <a:pt x="9525" y="590550"/>
                </a:lnTo>
                <a:lnTo>
                  <a:pt x="28575" y="590550"/>
                </a:lnTo>
                <a:lnTo>
                  <a:pt x="28575" y="600075"/>
                </a:lnTo>
                <a:lnTo>
                  <a:pt x="47625" y="600075"/>
                </a:lnTo>
                <a:lnTo>
                  <a:pt x="47625" y="609600"/>
                </a:lnTo>
                <a:lnTo>
                  <a:pt x="38100" y="609600"/>
                </a:lnTo>
                <a:lnTo>
                  <a:pt x="38100" y="628650"/>
                </a:lnTo>
                <a:lnTo>
                  <a:pt x="28575" y="628650"/>
                </a:lnTo>
                <a:lnTo>
                  <a:pt x="28575" y="638175"/>
                </a:lnTo>
                <a:lnTo>
                  <a:pt x="9525" y="638175"/>
                </a:lnTo>
                <a:lnTo>
                  <a:pt x="9525" y="657225"/>
                </a:lnTo>
                <a:lnTo>
                  <a:pt x="0" y="657225"/>
                </a:lnTo>
                <a:lnTo>
                  <a:pt x="0" y="609600"/>
                </a:lnTo>
                <a:lnTo>
                  <a:pt x="9525" y="609600"/>
                </a:lnTo>
                <a:lnTo>
                  <a:pt x="9525" y="600075"/>
                </a:lnTo>
                <a:lnTo>
                  <a:pt x="0" y="600075"/>
                </a:lnTo>
                <a:close/>
                <a:moveTo>
                  <a:pt x="1762125" y="571500"/>
                </a:moveTo>
                <a:lnTo>
                  <a:pt x="1781175" y="571500"/>
                </a:lnTo>
                <a:lnTo>
                  <a:pt x="1781175" y="581025"/>
                </a:lnTo>
                <a:lnTo>
                  <a:pt x="1771650" y="581025"/>
                </a:lnTo>
                <a:lnTo>
                  <a:pt x="1771650" y="590550"/>
                </a:lnTo>
                <a:lnTo>
                  <a:pt x="1762125" y="590550"/>
                </a:lnTo>
                <a:close/>
                <a:moveTo>
                  <a:pt x="57150" y="609600"/>
                </a:moveTo>
                <a:lnTo>
                  <a:pt x="66675" y="609600"/>
                </a:lnTo>
                <a:lnTo>
                  <a:pt x="66675" y="619125"/>
                </a:lnTo>
                <a:lnTo>
                  <a:pt x="76200" y="619125"/>
                </a:lnTo>
                <a:lnTo>
                  <a:pt x="76200" y="628650"/>
                </a:lnTo>
                <a:lnTo>
                  <a:pt x="57150" y="628650"/>
                </a:lnTo>
                <a:lnTo>
                  <a:pt x="57150" y="638175"/>
                </a:lnTo>
                <a:lnTo>
                  <a:pt x="66675" y="638175"/>
                </a:lnTo>
                <a:lnTo>
                  <a:pt x="66675" y="657225"/>
                </a:lnTo>
                <a:lnTo>
                  <a:pt x="76200" y="657225"/>
                </a:lnTo>
                <a:lnTo>
                  <a:pt x="76200" y="666750"/>
                </a:lnTo>
                <a:lnTo>
                  <a:pt x="95250" y="666750"/>
                </a:lnTo>
                <a:lnTo>
                  <a:pt x="95250" y="685800"/>
                </a:lnTo>
                <a:lnTo>
                  <a:pt x="104775" y="685800"/>
                </a:lnTo>
                <a:lnTo>
                  <a:pt x="104775" y="695325"/>
                </a:lnTo>
                <a:lnTo>
                  <a:pt x="76200" y="695325"/>
                </a:lnTo>
                <a:lnTo>
                  <a:pt x="76200" y="685800"/>
                </a:lnTo>
                <a:lnTo>
                  <a:pt x="66675" y="685800"/>
                </a:lnTo>
                <a:lnTo>
                  <a:pt x="66675" y="695325"/>
                </a:lnTo>
                <a:lnTo>
                  <a:pt x="76200" y="695325"/>
                </a:lnTo>
                <a:lnTo>
                  <a:pt x="76200" y="704850"/>
                </a:lnTo>
                <a:lnTo>
                  <a:pt x="114300" y="704850"/>
                </a:lnTo>
                <a:lnTo>
                  <a:pt x="114300" y="733425"/>
                </a:lnTo>
                <a:lnTo>
                  <a:pt x="104775" y="733425"/>
                </a:lnTo>
                <a:lnTo>
                  <a:pt x="104775" y="742950"/>
                </a:lnTo>
                <a:lnTo>
                  <a:pt x="114300" y="742950"/>
                </a:lnTo>
                <a:lnTo>
                  <a:pt x="114300" y="733425"/>
                </a:lnTo>
                <a:lnTo>
                  <a:pt x="123825" y="733425"/>
                </a:lnTo>
                <a:lnTo>
                  <a:pt x="123825" y="762000"/>
                </a:lnTo>
                <a:lnTo>
                  <a:pt x="114300" y="762000"/>
                </a:lnTo>
                <a:lnTo>
                  <a:pt x="114300" y="752475"/>
                </a:lnTo>
                <a:lnTo>
                  <a:pt x="104775" y="752475"/>
                </a:lnTo>
                <a:lnTo>
                  <a:pt x="104775" y="771525"/>
                </a:lnTo>
                <a:lnTo>
                  <a:pt x="114300" y="771525"/>
                </a:lnTo>
                <a:lnTo>
                  <a:pt x="114300" y="781050"/>
                </a:lnTo>
                <a:lnTo>
                  <a:pt x="104775" y="781050"/>
                </a:lnTo>
                <a:lnTo>
                  <a:pt x="104775" y="790575"/>
                </a:lnTo>
                <a:lnTo>
                  <a:pt x="95250" y="790575"/>
                </a:lnTo>
                <a:lnTo>
                  <a:pt x="95250" y="800100"/>
                </a:lnTo>
                <a:lnTo>
                  <a:pt x="85725" y="800100"/>
                </a:lnTo>
                <a:lnTo>
                  <a:pt x="85725" y="828675"/>
                </a:lnTo>
                <a:lnTo>
                  <a:pt x="76200" y="828675"/>
                </a:lnTo>
                <a:lnTo>
                  <a:pt x="76200" y="838200"/>
                </a:lnTo>
                <a:lnTo>
                  <a:pt x="66675" y="838200"/>
                </a:lnTo>
                <a:lnTo>
                  <a:pt x="66675" y="885825"/>
                </a:lnTo>
                <a:lnTo>
                  <a:pt x="57150" y="885825"/>
                </a:lnTo>
                <a:lnTo>
                  <a:pt x="57150" y="857250"/>
                </a:lnTo>
                <a:lnTo>
                  <a:pt x="28575" y="857250"/>
                </a:lnTo>
                <a:lnTo>
                  <a:pt x="28575" y="895350"/>
                </a:lnTo>
                <a:lnTo>
                  <a:pt x="19050" y="895350"/>
                </a:lnTo>
                <a:lnTo>
                  <a:pt x="19050" y="923925"/>
                </a:lnTo>
                <a:lnTo>
                  <a:pt x="28575" y="923925"/>
                </a:lnTo>
                <a:lnTo>
                  <a:pt x="28575" y="933450"/>
                </a:lnTo>
                <a:lnTo>
                  <a:pt x="38100" y="933450"/>
                </a:lnTo>
                <a:lnTo>
                  <a:pt x="38100" y="942975"/>
                </a:lnTo>
                <a:lnTo>
                  <a:pt x="47625" y="942975"/>
                </a:lnTo>
                <a:lnTo>
                  <a:pt x="47625" y="952500"/>
                </a:lnTo>
                <a:lnTo>
                  <a:pt x="57150" y="952500"/>
                </a:lnTo>
                <a:lnTo>
                  <a:pt x="57150" y="962025"/>
                </a:lnTo>
                <a:lnTo>
                  <a:pt x="47625" y="962025"/>
                </a:lnTo>
                <a:lnTo>
                  <a:pt x="47625" y="981075"/>
                </a:lnTo>
                <a:lnTo>
                  <a:pt x="28575" y="981075"/>
                </a:lnTo>
                <a:lnTo>
                  <a:pt x="28575" y="1000125"/>
                </a:lnTo>
                <a:lnTo>
                  <a:pt x="47625" y="1000125"/>
                </a:lnTo>
                <a:lnTo>
                  <a:pt x="47625" y="990600"/>
                </a:lnTo>
                <a:lnTo>
                  <a:pt x="57150" y="990600"/>
                </a:lnTo>
                <a:lnTo>
                  <a:pt x="57150" y="1009650"/>
                </a:lnTo>
                <a:lnTo>
                  <a:pt x="19050" y="1009650"/>
                </a:lnTo>
                <a:lnTo>
                  <a:pt x="19050" y="1000125"/>
                </a:lnTo>
                <a:lnTo>
                  <a:pt x="9525" y="1000125"/>
                </a:lnTo>
                <a:lnTo>
                  <a:pt x="9525" y="1009650"/>
                </a:lnTo>
                <a:lnTo>
                  <a:pt x="0" y="1009650"/>
                </a:lnTo>
                <a:lnTo>
                  <a:pt x="0" y="933450"/>
                </a:lnTo>
                <a:lnTo>
                  <a:pt x="9525" y="933450"/>
                </a:lnTo>
                <a:lnTo>
                  <a:pt x="9525" y="923925"/>
                </a:lnTo>
                <a:lnTo>
                  <a:pt x="0" y="923925"/>
                </a:lnTo>
                <a:lnTo>
                  <a:pt x="0" y="666750"/>
                </a:lnTo>
                <a:lnTo>
                  <a:pt x="9525" y="666750"/>
                </a:lnTo>
                <a:lnTo>
                  <a:pt x="9525" y="657225"/>
                </a:lnTo>
                <a:lnTo>
                  <a:pt x="19050" y="657225"/>
                </a:lnTo>
                <a:lnTo>
                  <a:pt x="19050" y="647700"/>
                </a:lnTo>
                <a:lnTo>
                  <a:pt x="47625" y="647700"/>
                </a:lnTo>
                <a:lnTo>
                  <a:pt x="47625" y="619125"/>
                </a:lnTo>
                <a:lnTo>
                  <a:pt x="57150" y="619125"/>
                </a:lnTo>
                <a:close/>
                <a:moveTo>
                  <a:pt x="142875" y="609600"/>
                </a:moveTo>
                <a:lnTo>
                  <a:pt x="152400" y="609600"/>
                </a:lnTo>
                <a:lnTo>
                  <a:pt x="152400" y="619125"/>
                </a:lnTo>
                <a:lnTo>
                  <a:pt x="142875" y="619125"/>
                </a:lnTo>
                <a:close/>
                <a:moveTo>
                  <a:pt x="1914525" y="619125"/>
                </a:moveTo>
                <a:lnTo>
                  <a:pt x="1924050" y="619125"/>
                </a:lnTo>
                <a:lnTo>
                  <a:pt x="1924050" y="600075"/>
                </a:lnTo>
                <a:lnTo>
                  <a:pt x="1914525" y="600075"/>
                </a:lnTo>
                <a:close/>
                <a:moveTo>
                  <a:pt x="1762125" y="657225"/>
                </a:moveTo>
                <a:lnTo>
                  <a:pt x="1771650" y="657225"/>
                </a:lnTo>
                <a:lnTo>
                  <a:pt x="1771650" y="666750"/>
                </a:lnTo>
                <a:lnTo>
                  <a:pt x="1762125" y="666750"/>
                </a:lnTo>
                <a:close/>
                <a:moveTo>
                  <a:pt x="19050" y="666750"/>
                </a:moveTo>
                <a:lnTo>
                  <a:pt x="38100" y="666750"/>
                </a:lnTo>
                <a:lnTo>
                  <a:pt x="38100" y="676275"/>
                </a:lnTo>
                <a:lnTo>
                  <a:pt x="47625" y="676275"/>
                </a:lnTo>
                <a:lnTo>
                  <a:pt x="47625" y="657225"/>
                </a:lnTo>
                <a:lnTo>
                  <a:pt x="19050" y="657225"/>
                </a:lnTo>
                <a:close/>
                <a:moveTo>
                  <a:pt x="1743075" y="666750"/>
                </a:moveTo>
                <a:lnTo>
                  <a:pt x="1762125" y="666750"/>
                </a:lnTo>
                <a:lnTo>
                  <a:pt x="1762125" y="676275"/>
                </a:lnTo>
                <a:lnTo>
                  <a:pt x="1743075" y="676275"/>
                </a:lnTo>
                <a:close/>
                <a:moveTo>
                  <a:pt x="123825" y="685800"/>
                </a:moveTo>
                <a:lnTo>
                  <a:pt x="133350" y="685800"/>
                </a:lnTo>
                <a:lnTo>
                  <a:pt x="133350" y="695325"/>
                </a:lnTo>
                <a:lnTo>
                  <a:pt x="123825" y="695325"/>
                </a:lnTo>
                <a:close/>
                <a:moveTo>
                  <a:pt x="38100" y="723900"/>
                </a:moveTo>
                <a:lnTo>
                  <a:pt x="47625" y="723900"/>
                </a:lnTo>
                <a:lnTo>
                  <a:pt x="47625" y="733425"/>
                </a:lnTo>
                <a:lnTo>
                  <a:pt x="57150" y="733425"/>
                </a:lnTo>
                <a:lnTo>
                  <a:pt x="57150" y="752475"/>
                </a:lnTo>
                <a:lnTo>
                  <a:pt x="47625" y="752475"/>
                </a:lnTo>
                <a:lnTo>
                  <a:pt x="47625" y="762000"/>
                </a:lnTo>
                <a:lnTo>
                  <a:pt x="57150" y="762000"/>
                </a:lnTo>
                <a:lnTo>
                  <a:pt x="57150" y="752475"/>
                </a:lnTo>
                <a:lnTo>
                  <a:pt x="66675" y="752475"/>
                </a:lnTo>
                <a:lnTo>
                  <a:pt x="66675" y="704850"/>
                </a:lnTo>
                <a:lnTo>
                  <a:pt x="57150" y="704850"/>
                </a:lnTo>
                <a:lnTo>
                  <a:pt x="57150" y="695325"/>
                </a:lnTo>
                <a:lnTo>
                  <a:pt x="38100" y="695325"/>
                </a:lnTo>
                <a:close/>
                <a:moveTo>
                  <a:pt x="1743075" y="723900"/>
                </a:moveTo>
                <a:lnTo>
                  <a:pt x="1752600" y="723900"/>
                </a:lnTo>
                <a:lnTo>
                  <a:pt x="1752600" y="733425"/>
                </a:lnTo>
                <a:lnTo>
                  <a:pt x="1743075" y="733425"/>
                </a:lnTo>
                <a:close/>
                <a:moveTo>
                  <a:pt x="1885950" y="742950"/>
                </a:moveTo>
                <a:lnTo>
                  <a:pt x="1914525" y="742950"/>
                </a:lnTo>
                <a:lnTo>
                  <a:pt x="1914525" y="752475"/>
                </a:lnTo>
                <a:lnTo>
                  <a:pt x="1952625" y="752475"/>
                </a:lnTo>
                <a:lnTo>
                  <a:pt x="1952625" y="962025"/>
                </a:lnTo>
                <a:lnTo>
                  <a:pt x="1933575" y="962025"/>
                </a:lnTo>
                <a:lnTo>
                  <a:pt x="1933575" y="971550"/>
                </a:lnTo>
                <a:lnTo>
                  <a:pt x="1924050" y="971550"/>
                </a:lnTo>
                <a:lnTo>
                  <a:pt x="1924050" y="981075"/>
                </a:lnTo>
                <a:lnTo>
                  <a:pt x="1933575" y="981075"/>
                </a:lnTo>
                <a:lnTo>
                  <a:pt x="1933575" y="990600"/>
                </a:lnTo>
                <a:lnTo>
                  <a:pt x="1952625" y="990600"/>
                </a:lnTo>
                <a:lnTo>
                  <a:pt x="1952625" y="1000125"/>
                </a:lnTo>
                <a:lnTo>
                  <a:pt x="1943100" y="1000125"/>
                </a:lnTo>
                <a:lnTo>
                  <a:pt x="1943100" y="1009650"/>
                </a:lnTo>
                <a:lnTo>
                  <a:pt x="1914525" y="1009650"/>
                </a:lnTo>
                <a:lnTo>
                  <a:pt x="1914525" y="1000125"/>
                </a:lnTo>
                <a:lnTo>
                  <a:pt x="1905000" y="1000125"/>
                </a:lnTo>
                <a:lnTo>
                  <a:pt x="1905000" y="990600"/>
                </a:lnTo>
                <a:lnTo>
                  <a:pt x="1895475" y="990600"/>
                </a:lnTo>
                <a:lnTo>
                  <a:pt x="1895475" y="981075"/>
                </a:lnTo>
                <a:lnTo>
                  <a:pt x="1885950" y="981075"/>
                </a:lnTo>
                <a:lnTo>
                  <a:pt x="1885950" y="952500"/>
                </a:lnTo>
                <a:lnTo>
                  <a:pt x="1866900" y="952500"/>
                </a:lnTo>
                <a:lnTo>
                  <a:pt x="1866900" y="962025"/>
                </a:lnTo>
                <a:lnTo>
                  <a:pt x="1857375" y="962025"/>
                </a:lnTo>
                <a:lnTo>
                  <a:pt x="1857375" y="933450"/>
                </a:lnTo>
                <a:lnTo>
                  <a:pt x="1847850" y="933450"/>
                </a:lnTo>
                <a:lnTo>
                  <a:pt x="1847850" y="923925"/>
                </a:lnTo>
                <a:lnTo>
                  <a:pt x="1857375" y="923925"/>
                </a:lnTo>
                <a:lnTo>
                  <a:pt x="1857375" y="914400"/>
                </a:lnTo>
                <a:lnTo>
                  <a:pt x="1847850" y="914400"/>
                </a:lnTo>
                <a:lnTo>
                  <a:pt x="1847850" y="904875"/>
                </a:lnTo>
                <a:lnTo>
                  <a:pt x="1857375" y="904875"/>
                </a:lnTo>
                <a:lnTo>
                  <a:pt x="1857375" y="885825"/>
                </a:lnTo>
                <a:lnTo>
                  <a:pt x="1847850" y="885825"/>
                </a:lnTo>
                <a:lnTo>
                  <a:pt x="1847850" y="857250"/>
                </a:lnTo>
                <a:lnTo>
                  <a:pt x="1857375" y="857250"/>
                </a:lnTo>
                <a:lnTo>
                  <a:pt x="1857375" y="838200"/>
                </a:lnTo>
                <a:lnTo>
                  <a:pt x="1866900" y="838200"/>
                </a:lnTo>
                <a:lnTo>
                  <a:pt x="1866900" y="847725"/>
                </a:lnTo>
                <a:lnTo>
                  <a:pt x="1876425" y="847725"/>
                </a:lnTo>
                <a:lnTo>
                  <a:pt x="1876425" y="819150"/>
                </a:lnTo>
                <a:lnTo>
                  <a:pt x="1866900" y="819150"/>
                </a:lnTo>
                <a:lnTo>
                  <a:pt x="1866900" y="809625"/>
                </a:lnTo>
                <a:lnTo>
                  <a:pt x="1857375" y="809625"/>
                </a:lnTo>
                <a:lnTo>
                  <a:pt x="1857375" y="800100"/>
                </a:lnTo>
                <a:lnTo>
                  <a:pt x="1847850" y="800100"/>
                </a:lnTo>
                <a:lnTo>
                  <a:pt x="1847850" y="781050"/>
                </a:lnTo>
                <a:lnTo>
                  <a:pt x="1857375" y="781050"/>
                </a:lnTo>
                <a:lnTo>
                  <a:pt x="1857375" y="762000"/>
                </a:lnTo>
                <a:lnTo>
                  <a:pt x="1876425" y="762000"/>
                </a:lnTo>
                <a:lnTo>
                  <a:pt x="1876425" y="752475"/>
                </a:lnTo>
                <a:lnTo>
                  <a:pt x="1885950" y="752475"/>
                </a:lnTo>
                <a:close/>
                <a:moveTo>
                  <a:pt x="1885950" y="781050"/>
                </a:moveTo>
                <a:lnTo>
                  <a:pt x="1895475" y="781050"/>
                </a:lnTo>
                <a:lnTo>
                  <a:pt x="1895475" y="771525"/>
                </a:lnTo>
                <a:lnTo>
                  <a:pt x="1885950" y="771525"/>
                </a:lnTo>
                <a:close/>
                <a:moveTo>
                  <a:pt x="1866900" y="809625"/>
                </a:moveTo>
                <a:lnTo>
                  <a:pt x="1943100" y="809625"/>
                </a:lnTo>
                <a:lnTo>
                  <a:pt x="1943100" y="790575"/>
                </a:lnTo>
                <a:lnTo>
                  <a:pt x="1924050" y="790575"/>
                </a:lnTo>
                <a:lnTo>
                  <a:pt x="1924050" y="800100"/>
                </a:lnTo>
                <a:lnTo>
                  <a:pt x="1895475" y="800100"/>
                </a:lnTo>
                <a:lnTo>
                  <a:pt x="1895475" y="790575"/>
                </a:lnTo>
                <a:lnTo>
                  <a:pt x="1876425" y="790575"/>
                </a:lnTo>
                <a:lnTo>
                  <a:pt x="1876425" y="800100"/>
                </a:lnTo>
                <a:lnTo>
                  <a:pt x="1866900" y="800100"/>
                </a:lnTo>
                <a:close/>
                <a:moveTo>
                  <a:pt x="57150" y="819150"/>
                </a:moveTo>
                <a:lnTo>
                  <a:pt x="66675" y="819150"/>
                </a:lnTo>
                <a:lnTo>
                  <a:pt x="66675" y="809625"/>
                </a:lnTo>
                <a:lnTo>
                  <a:pt x="47625" y="809625"/>
                </a:lnTo>
                <a:lnTo>
                  <a:pt x="47625" y="828675"/>
                </a:lnTo>
                <a:lnTo>
                  <a:pt x="57150" y="828675"/>
                </a:lnTo>
                <a:close/>
                <a:moveTo>
                  <a:pt x="1857375" y="866775"/>
                </a:moveTo>
                <a:lnTo>
                  <a:pt x="1876425" y="866775"/>
                </a:lnTo>
                <a:lnTo>
                  <a:pt x="1876425" y="885825"/>
                </a:lnTo>
                <a:lnTo>
                  <a:pt x="1885950" y="885825"/>
                </a:lnTo>
                <a:lnTo>
                  <a:pt x="1885950" y="895350"/>
                </a:lnTo>
                <a:lnTo>
                  <a:pt x="1895475" y="895350"/>
                </a:lnTo>
                <a:lnTo>
                  <a:pt x="1895475" y="904875"/>
                </a:lnTo>
                <a:lnTo>
                  <a:pt x="1914525" y="904875"/>
                </a:lnTo>
                <a:lnTo>
                  <a:pt x="1914525" y="914400"/>
                </a:lnTo>
                <a:lnTo>
                  <a:pt x="1933575" y="914400"/>
                </a:lnTo>
                <a:lnTo>
                  <a:pt x="1933575" y="895350"/>
                </a:lnTo>
                <a:lnTo>
                  <a:pt x="1905000" y="895350"/>
                </a:lnTo>
                <a:lnTo>
                  <a:pt x="1905000" y="857250"/>
                </a:lnTo>
                <a:lnTo>
                  <a:pt x="1895475" y="857250"/>
                </a:lnTo>
                <a:lnTo>
                  <a:pt x="1895475" y="847725"/>
                </a:lnTo>
                <a:lnTo>
                  <a:pt x="1885950" y="847725"/>
                </a:lnTo>
                <a:lnTo>
                  <a:pt x="1885950" y="857250"/>
                </a:lnTo>
                <a:lnTo>
                  <a:pt x="1857375" y="857250"/>
                </a:lnTo>
                <a:close/>
                <a:moveTo>
                  <a:pt x="1914525" y="876300"/>
                </a:moveTo>
                <a:lnTo>
                  <a:pt x="1924050" y="876300"/>
                </a:lnTo>
                <a:lnTo>
                  <a:pt x="1924050" y="866775"/>
                </a:lnTo>
                <a:lnTo>
                  <a:pt x="1914525" y="866775"/>
                </a:lnTo>
                <a:close/>
                <a:moveTo>
                  <a:pt x="47625" y="885825"/>
                </a:moveTo>
                <a:lnTo>
                  <a:pt x="57150" y="885825"/>
                </a:lnTo>
                <a:lnTo>
                  <a:pt x="57150" y="895350"/>
                </a:lnTo>
                <a:lnTo>
                  <a:pt x="47625" y="895350"/>
                </a:lnTo>
                <a:close/>
                <a:moveTo>
                  <a:pt x="38100" y="895350"/>
                </a:moveTo>
                <a:lnTo>
                  <a:pt x="47625" y="895350"/>
                </a:lnTo>
                <a:lnTo>
                  <a:pt x="47625" y="914400"/>
                </a:lnTo>
                <a:lnTo>
                  <a:pt x="28575" y="914400"/>
                </a:lnTo>
                <a:lnTo>
                  <a:pt x="28575" y="904875"/>
                </a:lnTo>
                <a:lnTo>
                  <a:pt x="38100" y="904875"/>
                </a:lnTo>
                <a:close/>
                <a:moveTo>
                  <a:pt x="1866900" y="933450"/>
                </a:moveTo>
                <a:lnTo>
                  <a:pt x="1876425" y="933450"/>
                </a:lnTo>
                <a:lnTo>
                  <a:pt x="1876425" y="942975"/>
                </a:lnTo>
                <a:lnTo>
                  <a:pt x="1895475" y="942975"/>
                </a:lnTo>
                <a:lnTo>
                  <a:pt x="1895475" y="952500"/>
                </a:lnTo>
                <a:lnTo>
                  <a:pt x="1924050" y="952500"/>
                </a:lnTo>
                <a:lnTo>
                  <a:pt x="1924050" y="933450"/>
                </a:lnTo>
                <a:lnTo>
                  <a:pt x="1914525" y="933450"/>
                </a:lnTo>
                <a:lnTo>
                  <a:pt x="1914525" y="923925"/>
                </a:lnTo>
                <a:lnTo>
                  <a:pt x="1895475" y="923925"/>
                </a:lnTo>
                <a:lnTo>
                  <a:pt x="1895475" y="914400"/>
                </a:lnTo>
                <a:lnTo>
                  <a:pt x="1866900" y="914400"/>
                </a:lnTo>
                <a:close/>
                <a:moveTo>
                  <a:pt x="1866900" y="1000125"/>
                </a:moveTo>
                <a:lnTo>
                  <a:pt x="1876425" y="1000125"/>
                </a:lnTo>
                <a:lnTo>
                  <a:pt x="1876425" y="1009650"/>
                </a:lnTo>
                <a:lnTo>
                  <a:pt x="1866900" y="1009650"/>
                </a:lnTo>
                <a:close/>
                <a:moveTo>
                  <a:pt x="76200" y="1028700"/>
                </a:moveTo>
                <a:lnTo>
                  <a:pt x="104775" y="1028700"/>
                </a:lnTo>
                <a:lnTo>
                  <a:pt x="104775" y="1038225"/>
                </a:lnTo>
                <a:lnTo>
                  <a:pt x="114300" y="1038225"/>
                </a:lnTo>
                <a:lnTo>
                  <a:pt x="114300" y="1047750"/>
                </a:lnTo>
                <a:lnTo>
                  <a:pt x="104775" y="1047750"/>
                </a:lnTo>
                <a:lnTo>
                  <a:pt x="104775" y="1057275"/>
                </a:lnTo>
                <a:lnTo>
                  <a:pt x="114300" y="1057275"/>
                </a:lnTo>
                <a:lnTo>
                  <a:pt x="114300" y="1095375"/>
                </a:lnTo>
                <a:lnTo>
                  <a:pt x="142875" y="1095375"/>
                </a:lnTo>
                <a:lnTo>
                  <a:pt x="142875" y="1228725"/>
                </a:lnTo>
                <a:lnTo>
                  <a:pt x="123825" y="1228725"/>
                </a:lnTo>
                <a:lnTo>
                  <a:pt x="123825" y="1238250"/>
                </a:lnTo>
                <a:lnTo>
                  <a:pt x="114300" y="1238250"/>
                </a:lnTo>
                <a:lnTo>
                  <a:pt x="114300" y="1257300"/>
                </a:lnTo>
                <a:lnTo>
                  <a:pt x="85725" y="1257300"/>
                </a:lnTo>
                <a:lnTo>
                  <a:pt x="85725" y="1266825"/>
                </a:lnTo>
                <a:lnTo>
                  <a:pt x="76200" y="1266825"/>
                </a:lnTo>
                <a:lnTo>
                  <a:pt x="76200" y="1247775"/>
                </a:lnTo>
                <a:lnTo>
                  <a:pt x="66675" y="1247775"/>
                </a:lnTo>
                <a:lnTo>
                  <a:pt x="66675" y="1276350"/>
                </a:lnTo>
                <a:lnTo>
                  <a:pt x="28575" y="1276350"/>
                </a:lnTo>
                <a:lnTo>
                  <a:pt x="28575" y="1295400"/>
                </a:lnTo>
                <a:lnTo>
                  <a:pt x="38100" y="1295400"/>
                </a:lnTo>
                <a:lnTo>
                  <a:pt x="38100" y="1304925"/>
                </a:lnTo>
                <a:lnTo>
                  <a:pt x="9525" y="1304925"/>
                </a:lnTo>
                <a:lnTo>
                  <a:pt x="9525" y="1295400"/>
                </a:lnTo>
                <a:lnTo>
                  <a:pt x="0" y="1295400"/>
                </a:lnTo>
                <a:lnTo>
                  <a:pt x="0" y="1114425"/>
                </a:lnTo>
                <a:lnTo>
                  <a:pt x="19050" y="1114425"/>
                </a:lnTo>
                <a:lnTo>
                  <a:pt x="19050" y="1095375"/>
                </a:lnTo>
                <a:lnTo>
                  <a:pt x="38100" y="1095375"/>
                </a:lnTo>
                <a:lnTo>
                  <a:pt x="38100" y="1076325"/>
                </a:lnTo>
                <a:lnTo>
                  <a:pt x="28575" y="1076325"/>
                </a:lnTo>
                <a:lnTo>
                  <a:pt x="28575" y="1066800"/>
                </a:lnTo>
                <a:lnTo>
                  <a:pt x="47625" y="1066800"/>
                </a:lnTo>
                <a:lnTo>
                  <a:pt x="47625" y="1057275"/>
                </a:lnTo>
                <a:lnTo>
                  <a:pt x="57150" y="1057275"/>
                </a:lnTo>
                <a:lnTo>
                  <a:pt x="57150" y="1095375"/>
                </a:lnTo>
                <a:lnTo>
                  <a:pt x="66675" y="1095375"/>
                </a:lnTo>
                <a:lnTo>
                  <a:pt x="66675" y="1104900"/>
                </a:lnTo>
                <a:lnTo>
                  <a:pt x="85725" y="1104900"/>
                </a:lnTo>
                <a:lnTo>
                  <a:pt x="85725" y="1095375"/>
                </a:lnTo>
                <a:lnTo>
                  <a:pt x="76200" y="1095375"/>
                </a:lnTo>
                <a:lnTo>
                  <a:pt x="76200" y="1085850"/>
                </a:lnTo>
                <a:lnTo>
                  <a:pt x="66675" y="1085850"/>
                </a:lnTo>
                <a:lnTo>
                  <a:pt x="66675" y="1076325"/>
                </a:lnTo>
                <a:lnTo>
                  <a:pt x="85725" y="1076325"/>
                </a:lnTo>
                <a:lnTo>
                  <a:pt x="85725" y="1047750"/>
                </a:lnTo>
                <a:lnTo>
                  <a:pt x="95250" y="1047750"/>
                </a:lnTo>
                <a:lnTo>
                  <a:pt x="95250" y="1038225"/>
                </a:lnTo>
                <a:lnTo>
                  <a:pt x="76200" y="1038225"/>
                </a:lnTo>
                <a:close/>
                <a:moveTo>
                  <a:pt x="1781175" y="1028700"/>
                </a:moveTo>
                <a:lnTo>
                  <a:pt x="1790700" y="1028700"/>
                </a:lnTo>
                <a:lnTo>
                  <a:pt x="1790700" y="1038225"/>
                </a:lnTo>
                <a:lnTo>
                  <a:pt x="1781175" y="1038225"/>
                </a:lnTo>
                <a:close/>
                <a:moveTo>
                  <a:pt x="1933575" y="1028700"/>
                </a:moveTo>
                <a:lnTo>
                  <a:pt x="1952625" y="1028700"/>
                </a:lnTo>
                <a:lnTo>
                  <a:pt x="1952625" y="1057275"/>
                </a:lnTo>
                <a:lnTo>
                  <a:pt x="1943100" y="1057275"/>
                </a:lnTo>
                <a:lnTo>
                  <a:pt x="1943100" y="1095375"/>
                </a:lnTo>
                <a:lnTo>
                  <a:pt x="1933575" y="1095375"/>
                </a:lnTo>
                <a:lnTo>
                  <a:pt x="1933575" y="1104900"/>
                </a:lnTo>
                <a:lnTo>
                  <a:pt x="1943100" y="1104900"/>
                </a:lnTo>
                <a:lnTo>
                  <a:pt x="1943100" y="1114425"/>
                </a:lnTo>
                <a:lnTo>
                  <a:pt x="1952625" y="1114425"/>
                </a:lnTo>
                <a:lnTo>
                  <a:pt x="1952625" y="1362075"/>
                </a:lnTo>
                <a:lnTo>
                  <a:pt x="1943100" y="1362075"/>
                </a:lnTo>
                <a:lnTo>
                  <a:pt x="1943100" y="1381125"/>
                </a:lnTo>
                <a:lnTo>
                  <a:pt x="1952625" y="1381125"/>
                </a:lnTo>
                <a:lnTo>
                  <a:pt x="1952625" y="1400175"/>
                </a:lnTo>
                <a:lnTo>
                  <a:pt x="1924050" y="1400175"/>
                </a:lnTo>
                <a:lnTo>
                  <a:pt x="1924050" y="1409700"/>
                </a:lnTo>
                <a:lnTo>
                  <a:pt x="1914525" y="1409700"/>
                </a:lnTo>
                <a:lnTo>
                  <a:pt x="1914525" y="1419225"/>
                </a:lnTo>
                <a:lnTo>
                  <a:pt x="1905000" y="1419225"/>
                </a:lnTo>
                <a:lnTo>
                  <a:pt x="1905000" y="1428750"/>
                </a:lnTo>
                <a:lnTo>
                  <a:pt x="1924050" y="1428750"/>
                </a:lnTo>
                <a:lnTo>
                  <a:pt x="1924050" y="1419225"/>
                </a:lnTo>
                <a:lnTo>
                  <a:pt x="1952625" y="1419225"/>
                </a:lnTo>
                <a:lnTo>
                  <a:pt x="1952625" y="1447800"/>
                </a:lnTo>
                <a:lnTo>
                  <a:pt x="1914525" y="1447800"/>
                </a:lnTo>
                <a:lnTo>
                  <a:pt x="1914525" y="1457325"/>
                </a:lnTo>
                <a:lnTo>
                  <a:pt x="1885950" y="1457325"/>
                </a:lnTo>
                <a:lnTo>
                  <a:pt x="1885950" y="1447800"/>
                </a:lnTo>
                <a:lnTo>
                  <a:pt x="1876425" y="1447800"/>
                </a:lnTo>
                <a:lnTo>
                  <a:pt x="1876425" y="1466850"/>
                </a:lnTo>
                <a:lnTo>
                  <a:pt x="1857375" y="1466850"/>
                </a:lnTo>
                <a:lnTo>
                  <a:pt x="1857375" y="1457325"/>
                </a:lnTo>
                <a:lnTo>
                  <a:pt x="1866900" y="1457325"/>
                </a:lnTo>
                <a:lnTo>
                  <a:pt x="1866900" y="1447800"/>
                </a:lnTo>
                <a:lnTo>
                  <a:pt x="1838325" y="1447800"/>
                </a:lnTo>
                <a:lnTo>
                  <a:pt x="1838325" y="1438275"/>
                </a:lnTo>
                <a:lnTo>
                  <a:pt x="1819275" y="1438275"/>
                </a:lnTo>
                <a:lnTo>
                  <a:pt x="1819275" y="1428750"/>
                </a:lnTo>
                <a:lnTo>
                  <a:pt x="1800225" y="1428750"/>
                </a:lnTo>
                <a:lnTo>
                  <a:pt x="1800225" y="1419225"/>
                </a:lnTo>
                <a:lnTo>
                  <a:pt x="1809750" y="1419225"/>
                </a:lnTo>
                <a:lnTo>
                  <a:pt x="1809750" y="1409700"/>
                </a:lnTo>
                <a:lnTo>
                  <a:pt x="1828800" y="1409700"/>
                </a:lnTo>
                <a:lnTo>
                  <a:pt x="1828800" y="1400175"/>
                </a:lnTo>
                <a:lnTo>
                  <a:pt x="1800225" y="1400175"/>
                </a:lnTo>
                <a:lnTo>
                  <a:pt x="1800225" y="1390650"/>
                </a:lnTo>
                <a:lnTo>
                  <a:pt x="1781175" y="1390650"/>
                </a:lnTo>
                <a:lnTo>
                  <a:pt x="1781175" y="1400175"/>
                </a:lnTo>
                <a:lnTo>
                  <a:pt x="1762125" y="1400175"/>
                </a:lnTo>
                <a:lnTo>
                  <a:pt x="1762125" y="1409700"/>
                </a:lnTo>
                <a:lnTo>
                  <a:pt x="1752600" y="1409700"/>
                </a:lnTo>
                <a:lnTo>
                  <a:pt x="1752600" y="1419225"/>
                </a:lnTo>
                <a:lnTo>
                  <a:pt x="1743075" y="1419225"/>
                </a:lnTo>
                <a:lnTo>
                  <a:pt x="1743075" y="1390650"/>
                </a:lnTo>
                <a:lnTo>
                  <a:pt x="1752600" y="1390650"/>
                </a:lnTo>
                <a:lnTo>
                  <a:pt x="1752600" y="1304925"/>
                </a:lnTo>
                <a:lnTo>
                  <a:pt x="1743075" y="1304925"/>
                </a:lnTo>
                <a:lnTo>
                  <a:pt x="1743075" y="1276350"/>
                </a:lnTo>
                <a:lnTo>
                  <a:pt x="1752600" y="1276350"/>
                </a:lnTo>
                <a:lnTo>
                  <a:pt x="1752600" y="1238250"/>
                </a:lnTo>
                <a:lnTo>
                  <a:pt x="1762125" y="1238250"/>
                </a:lnTo>
                <a:lnTo>
                  <a:pt x="1762125" y="1228725"/>
                </a:lnTo>
                <a:lnTo>
                  <a:pt x="1771650" y="1228725"/>
                </a:lnTo>
                <a:lnTo>
                  <a:pt x="1771650" y="1181100"/>
                </a:lnTo>
                <a:lnTo>
                  <a:pt x="1781175" y="1181100"/>
                </a:lnTo>
                <a:lnTo>
                  <a:pt x="1781175" y="1162050"/>
                </a:lnTo>
                <a:lnTo>
                  <a:pt x="1809750" y="1162050"/>
                </a:lnTo>
                <a:lnTo>
                  <a:pt x="1809750" y="1133475"/>
                </a:lnTo>
                <a:lnTo>
                  <a:pt x="1866900" y="1133475"/>
                </a:lnTo>
                <a:lnTo>
                  <a:pt x="1866900" y="1123950"/>
                </a:lnTo>
                <a:lnTo>
                  <a:pt x="1876425" y="1123950"/>
                </a:lnTo>
                <a:lnTo>
                  <a:pt x="1876425" y="1114425"/>
                </a:lnTo>
                <a:lnTo>
                  <a:pt x="1895475" y="1114425"/>
                </a:lnTo>
                <a:lnTo>
                  <a:pt x="1895475" y="1104900"/>
                </a:lnTo>
                <a:lnTo>
                  <a:pt x="1885950" y="1104900"/>
                </a:lnTo>
                <a:lnTo>
                  <a:pt x="1885950" y="1095375"/>
                </a:lnTo>
                <a:lnTo>
                  <a:pt x="1895475" y="1095375"/>
                </a:lnTo>
                <a:lnTo>
                  <a:pt x="1895475" y="1085850"/>
                </a:lnTo>
                <a:lnTo>
                  <a:pt x="1905000" y="1085850"/>
                </a:lnTo>
                <a:lnTo>
                  <a:pt x="1905000" y="1095375"/>
                </a:lnTo>
                <a:lnTo>
                  <a:pt x="1895475" y="1095375"/>
                </a:lnTo>
                <a:lnTo>
                  <a:pt x="1895475" y="1104900"/>
                </a:lnTo>
                <a:lnTo>
                  <a:pt x="1914525" y="1104900"/>
                </a:lnTo>
                <a:lnTo>
                  <a:pt x="1914525" y="1095375"/>
                </a:lnTo>
                <a:lnTo>
                  <a:pt x="1924050" y="1095375"/>
                </a:lnTo>
                <a:lnTo>
                  <a:pt x="1924050" y="1076325"/>
                </a:lnTo>
                <a:lnTo>
                  <a:pt x="1905000" y="1076325"/>
                </a:lnTo>
                <a:lnTo>
                  <a:pt x="1905000" y="1066800"/>
                </a:lnTo>
                <a:lnTo>
                  <a:pt x="1924050" y="1066800"/>
                </a:lnTo>
                <a:lnTo>
                  <a:pt x="1924050" y="1057275"/>
                </a:lnTo>
                <a:lnTo>
                  <a:pt x="1914525" y="1057275"/>
                </a:lnTo>
                <a:lnTo>
                  <a:pt x="1914525" y="1047750"/>
                </a:lnTo>
                <a:lnTo>
                  <a:pt x="1933575" y="1047750"/>
                </a:lnTo>
                <a:close/>
                <a:moveTo>
                  <a:pt x="66675" y="1057275"/>
                </a:moveTo>
                <a:lnTo>
                  <a:pt x="76200" y="1057275"/>
                </a:lnTo>
                <a:lnTo>
                  <a:pt x="76200" y="1066800"/>
                </a:lnTo>
                <a:lnTo>
                  <a:pt x="66675" y="1066800"/>
                </a:lnTo>
                <a:close/>
                <a:moveTo>
                  <a:pt x="0" y="1066800"/>
                </a:moveTo>
                <a:lnTo>
                  <a:pt x="9525" y="1066800"/>
                </a:lnTo>
                <a:lnTo>
                  <a:pt x="9525" y="1085850"/>
                </a:lnTo>
                <a:lnTo>
                  <a:pt x="0" y="1085850"/>
                </a:lnTo>
                <a:close/>
                <a:moveTo>
                  <a:pt x="1743075" y="1066800"/>
                </a:moveTo>
                <a:lnTo>
                  <a:pt x="1752600" y="1066800"/>
                </a:lnTo>
                <a:lnTo>
                  <a:pt x="1752600" y="1095375"/>
                </a:lnTo>
                <a:lnTo>
                  <a:pt x="1762125" y="1095375"/>
                </a:lnTo>
                <a:lnTo>
                  <a:pt x="1762125" y="1114425"/>
                </a:lnTo>
                <a:lnTo>
                  <a:pt x="1752600" y="1114425"/>
                </a:lnTo>
                <a:lnTo>
                  <a:pt x="1752600" y="1143000"/>
                </a:lnTo>
                <a:lnTo>
                  <a:pt x="1762125" y="1143000"/>
                </a:lnTo>
                <a:lnTo>
                  <a:pt x="1762125" y="1152525"/>
                </a:lnTo>
                <a:lnTo>
                  <a:pt x="1752600" y="1152525"/>
                </a:lnTo>
                <a:lnTo>
                  <a:pt x="1752600" y="1200150"/>
                </a:lnTo>
                <a:lnTo>
                  <a:pt x="1743075" y="1200150"/>
                </a:lnTo>
                <a:close/>
                <a:moveTo>
                  <a:pt x="85725" y="1085850"/>
                </a:moveTo>
                <a:lnTo>
                  <a:pt x="95250" y="1085850"/>
                </a:lnTo>
                <a:lnTo>
                  <a:pt x="95250" y="1076325"/>
                </a:lnTo>
                <a:lnTo>
                  <a:pt x="85725" y="1076325"/>
                </a:lnTo>
                <a:close/>
                <a:moveTo>
                  <a:pt x="104775" y="1114425"/>
                </a:moveTo>
                <a:lnTo>
                  <a:pt x="114300" y="1114425"/>
                </a:lnTo>
                <a:lnTo>
                  <a:pt x="114300" y="1104900"/>
                </a:lnTo>
                <a:lnTo>
                  <a:pt x="104775" y="1104900"/>
                </a:lnTo>
                <a:close/>
                <a:moveTo>
                  <a:pt x="19050" y="1133475"/>
                </a:moveTo>
                <a:lnTo>
                  <a:pt x="28575" y="1133475"/>
                </a:lnTo>
                <a:lnTo>
                  <a:pt x="28575" y="1114425"/>
                </a:lnTo>
                <a:lnTo>
                  <a:pt x="19050" y="1114425"/>
                </a:lnTo>
                <a:close/>
                <a:moveTo>
                  <a:pt x="1819275" y="1171575"/>
                </a:moveTo>
                <a:lnTo>
                  <a:pt x="1828800" y="1171575"/>
                </a:lnTo>
                <a:lnTo>
                  <a:pt x="1828800" y="1190625"/>
                </a:lnTo>
                <a:lnTo>
                  <a:pt x="1847850" y="1190625"/>
                </a:lnTo>
                <a:lnTo>
                  <a:pt x="1847850" y="1181100"/>
                </a:lnTo>
                <a:lnTo>
                  <a:pt x="1857375" y="1181100"/>
                </a:lnTo>
                <a:lnTo>
                  <a:pt x="1857375" y="1162050"/>
                </a:lnTo>
                <a:lnTo>
                  <a:pt x="1819275" y="1162050"/>
                </a:lnTo>
                <a:close/>
                <a:moveTo>
                  <a:pt x="1895475" y="1171575"/>
                </a:moveTo>
                <a:lnTo>
                  <a:pt x="1905000" y="1171575"/>
                </a:lnTo>
                <a:lnTo>
                  <a:pt x="1905000" y="1152525"/>
                </a:lnTo>
                <a:lnTo>
                  <a:pt x="1895475" y="1152525"/>
                </a:lnTo>
                <a:close/>
                <a:moveTo>
                  <a:pt x="1790700" y="1181100"/>
                </a:moveTo>
                <a:lnTo>
                  <a:pt x="1809750" y="1181100"/>
                </a:lnTo>
                <a:lnTo>
                  <a:pt x="1809750" y="1171575"/>
                </a:lnTo>
                <a:lnTo>
                  <a:pt x="1790700" y="1171575"/>
                </a:lnTo>
                <a:close/>
                <a:moveTo>
                  <a:pt x="76200" y="1200150"/>
                </a:moveTo>
                <a:lnTo>
                  <a:pt x="95250" y="1200150"/>
                </a:lnTo>
                <a:lnTo>
                  <a:pt x="95250" y="1219200"/>
                </a:lnTo>
                <a:lnTo>
                  <a:pt x="114300" y="1219200"/>
                </a:lnTo>
                <a:lnTo>
                  <a:pt x="114300" y="1209675"/>
                </a:lnTo>
                <a:lnTo>
                  <a:pt x="123825" y="1209675"/>
                </a:lnTo>
                <a:lnTo>
                  <a:pt x="123825" y="1190625"/>
                </a:lnTo>
                <a:lnTo>
                  <a:pt x="104775" y="1190625"/>
                </a:lnTo>
                <a:lnTo>
                  <a:pt x="104775" y="1181100"/>
                </a:lnTo>
                <a:lnTo>
                  <a:pt x="85725" y="1181100"/>
                </a:lnTo>
                <a:lnTo>
                  <a:pt x="85725" y="1190625"/>
                </a:lnTo>
                <a:lnTo>
                  <a:pt x="76200" y="1190625"/>
                </a:lnTo>
                <a:close/>
                <a:moveTo>
                  <a:pt x="1914525" y="1200150"/>
                </a:moveTo>
                <a:lnTo>
                  <a:pt x="1924050" y="1200150"/>
                </a:lnTo>
                <a:lnTo>
                  <a:pt x="1924050" y="1181100"/>
                </a:lnTo>
                <a:lnTo>
                  <a:pt x="1914525" y="1181100"/>
                </a:lnTo>
                <a:close/>
                <a:moveTo>
                  <a:pt x="1800225" y="1209675"/>
                </a:moveTo>
                <a:lnTo>
                  <a:pt x="1809750" y="1209675"/>
                </a:lnTo>
                <a:lnTo>
                  <a:pt x="1809750" y="1190625"/>
                </a:lnTo>
                <a:lnTo>
                  <a:pt x="1800225" y="1190625"/>
                </a:lnTo>
                <a:close/>
                <a:moveTo>
                  <a:pt x="1866900" y="1247775"/>
                </a:moveTo>
                <a:lnTo>
                  <a:pt x="1876425" y="1247775"/>
                </a:lnTo>
                <a:lnTo>
                  <a:pt x="1876425" y="1257300"/>
                </a:lnTo>
                <a:lnTo>
                  <a:pt x="1885950" y="1257300"/>
                </a:lnTo>
                <a:lnTo>
                  <a:pt x="1885950" y="1266825"/>
                </a:lnTo>
                <a:lnTo>
                  <a:pt x="1895475" y="1266825"/>
                </a:lnTo>
                <a:lnTo>
                  <a:pt x="1895475" y="1257300"/>
                </a:lnTo>
                <a:lnTo>
                  <a:pt x="1905000" y="1257300"/>
                </a:lnTo>
                <a:lnTo>
                  <a:pt x="1905000" y="1247775"/>
                </a:lnTo>
                <a:lnTo>
                  <a:pt x="1895475" y="1247775"/>
                </a:lnTo>
                <a:lnTo>
                  <a:pt x="1895475" y="1238250"/>
                </a:lnTo>
                <a:lnTo>
                  <a:pt x="1885950" y="1238250"/>
                </a:lnTo>
                <a:lnTo>
                  <a:pt x="1885950" y="1228725"/>
                </a:lnTo>
                <a:lnTo>
                  <a:pt x="1866900" y="1228725"/>
                </a:lnTo>
                <a:close/>
                <a:moveTo>
                  <a:pt x="133350" y="1257300"/>
                </a:moveTo>
                <a:lnTo>
                  <a:pt x="142875" y="1257300"/>
                </a:lnTo>
                <a:lnTo>
                  <a:pt x="142875" y="1276350"/>
                </a:lnTo>
                <a:lnTo>
                  <a:pt x="133350" y="1276350"/>
                </a:lnTo>
                <a:close/>
                <a:moveTo>
                  <a:pt x="1771650" y="1266825"/>
                </a:moveTo>
                <a:lnTo>
                  <a:pt x="1781175" y="1266825"/>
                </a:lnTo>
                <a:lnTo>
                  <a:pt x="1781175" y="1257300"/>
                </a:lnTo>
                <a:lnTo>
                  <a:pt x="1762125" y="1257300"/>
                </a:lnTo>
                <a:lnTo>
                  <a:pt x="1762125" y="1285875"/>
                </a:lnTo>
                <a:lnTo>
                  <a:pt x="1752600" y="1285875"/>
                </a:lnTo>
                <a:lnTo>
                  <a:pt x="1752600" y="1295400"/>
                </a:lnTo>
                <a:lnTo>
                  <a:pt x="1762125" y="1295400"/>
                </a:lnTo>
                <a:lnTo>
                  <a:pt x="1762125" y="1285875"/>
                </a:lnTo>
                <a:lnTo>
                  <a:pt x="1771650" y="1285875"/>
                </a:lnTo>
                <a:close/>
                <a:moveTo>
                  <a:pt x="1800225" y="1266825"/>
                </a:moveTo>
                <a:lnTo>
                  <a:pt x="1819275" y="1266825"/>
                </a:lnTo>
                <a:lnTo>
                  <a:pt x="1819275" y="1276350"/>
                </a:lnTo>
                <a:lnTo>
                  <a:pt x="1838325" y="1276350"/>
                </a:lnTo>
                <a:lnTo>
                  <a:pt x="1838325" y="1285875"/>
                </a:lnTo>
                <a:lnTo>
                  <a:pt x="1847850" y="1285875"/>
                </a:lnTo>
                <a:lnTo>
                  <a:pt x="1847850" y="1257300"/>
                </a:lnTo>
                <a:lnTo>
                  <a:pt x="1838325" y="1257300"/>
                </a:lnTo>
                <a:lnTo>
                  <a:pt x="1838325" y="1228725"/>
                </a:lnTo>
                <a:lnTo>
                  <a:pt x="1819275" y="1228725"/>
                </a:lnTo>
                <a:lnTo>
                  <a:pt x="1819275" y="1238250"/>
                </a:lnTo>
                <a:lnTo>
                  <a:pt x="1809750" y="1238250"/>
                </a:lnTo>
                <a:lnTo>
                  <a:pt x="1809750" y="1247775"/>
                </a:lnTo>
                <a:lnTo>
                  <a:pt x="1800225" y="1247775"/>
                </a:lnTo>
                <a:close/>
                <a:moveTo>
                  <a:pt x="104775" y="1285875"/>
                </a:moveTo>
                <a:lnTo>
                  <a:pt x="114300" y="1285875"/>
                </a:lnTo>
                <a:lnTo>
                  <a:pt x="114300" y="1304925"/>
                </a:lnTo>
                <a:lnTo>
                  <a:pt x="104775" y="1304925"/>
                </a:lnTo>
                <a:close/>
                <a:moveTo>
                  <a:pt x="1857375" y="1285875"/>
                </a:moveTo>
                <a:lnTo>
                  <a:pt x="1866900" y="1285875"/>
                </a:lnTo>
                <a:lnTo>
                  <a:pt x="1866900" y="1266825"/>
                </a:lnTo>
                <a:lnTo>
                  <a:pt x="1857375" y="1266825"/>
                </a:lnTo>
                <a:close/>
                <a:moveTo>
                  <a:pt x="1762125" y="1304925"/>
                </a:moveTo>
                <a:lnTo>
                  <a:pt x="1771650" y="1304925"/>
                </a:lnTo>
                <a:lnTo>
                  <a:pt x="1771650" y="1295400"/>
                </a:lnTo>
                <a:lnTo>
                  <a:pt x="1762125" y="1295400"/>
                </a:lnTo>
                <a:close/>
                <a:moveTo>
                  <a:pt x="1790700" y="1304925"/>
                </a:moveTo>
                <a:lnTo>
                  <a:pt x="1800225" y="1304925"/>
                </a:lnTo>
                <a:lnTo>
                  <a:pt x="1800225" y="1323975"/>
                </a:lnTo>
                <a:lnTo>
                  <a:pt x="1809750" y="1323975"/>
                </a:lnTo>
                <a:lnTo>
                  <a:pt x="1809750" y="1276350"/>
                </a:lnTo>
                <a:lnTo>
                  <a:pt x="1800225" y="1276350"/>
                </a:lnTo>
                <a:lnTo>
                  <a:pt x="1800225" y="1285875"/>
                </a:lnTo>
                <a:lnTo>
                  <a:pt x="1790700" y="1285875"/>
                </a:lnTo>
                <a:lnTo>
                  <a:pt x="1790700" y="1276350"/>
                </a:lnTo>
                <a:lnTo>
                  <a:pt x="1781175" y="1276350"/>
                </a:lnTo>
                <a:lnTo>
                  <a:pt x="1781175" y="1343025"/>
                </a:lnTo>
                <a:lnTo>
                  <a:pt x="1790700" y="1343025"/>
                </a:lnTo>
                <a:close/>
                <a:moveTo>
                  <a:pt x="1885950" y="1323975"/>
                </a:moveTo>
                <a:lnTo>
                  <a:pt x="1895475" y="1323975"/>
                </a:lnTo>
                <a:lnTo>
                  <a:pt x="1895475" y="1314450"/>
                </a:lnTo>
                <a:lnTo>
                  <a:pt x="1885950" y="1314450"/>
                </a:lnTo>
                <a:close/>
                <a:moveTo>
                  <a:pt x="1866900" y="1333500"/>
                </a:moveTo>
                <a:lnTo>
                  <a:pt x="1876425" y="1333500"/>
                </a:lnTo>
                <a:lnTo>
                  <a:pt x="1876425" y="1323975"/>
                </a:lnTo>
                <a:lnTo>
                  <a:pt x="1866900" y="1323975"/>
                </a:lnTo>
                <a:close/>
                <a:moveTo>
                  <a:pt x="1800225" y="1352550"/>
                </a:moveTo>
                <a:lnTo>
                  <a:pt x="1809750" y="1352550"/>
                </a:lnTo>
                <a:lnTo>
                  <a:pt x="1809750" y="1362075"/>
                </a:lnTo>
                <a:lnTo>
                  <a:pt x="1828800" y="1362075"/>
                </a:lnTo>
                <a:lnTo>
                  <a:pt x="1828800" y="1343025"/>
                </a:lnTo>
                <a:lnTo>
                  <a:pt x="1800225" y="1343025"/>
                </a:lnTo>
                <a:close/>
                <a:moveTo>
                  <a:pt x="1809750" y="1381125"/>
                </a:moveTo>
                <a:lnTo>
                  <a:pt x="1828800" y="1381125"/>
                </a:lnTo>
                <a:lnTo>
                  <a:pt x="1828800" y="1371600"/>
                </a:lnTo>
                <a:lnTo>
                  <a:pt x="1809750" y="1371600"/>
                </a:lnTo>
                <a:close/>
                <a:moveTo>
                  <a:pt x="1905000" y="1390650"/>
                </a:moveTo>
                <a:lnTo>
                  <a:pt x="1914525" y="1390650"/>
                </a:lnTo>
                <a:lnTo>
                  <a:pt x="1914525" y="1362075"/>
                </a:lnTo>
                <a:lnTo>
                  <a:pt x="1905000" y="1362075"/>
                </a:lnTo>
                <a:close/>
                <a:moveTo>
                  <a:pt x="1838325" y="1409700"/>
                </a:moveTo>
                <a:lnTo>
                  <a:pt x="1866900" y="1409700"/>
                </a:lnTo>
                <a:lnTo>
                  <a:pt x="1866900" y="1390650"/>
                </a:lnTo>
                <a:lnTo>
                  <a:pt x="1838325" y="1390650"/>
                </a:lnTo>
                <a:close/>
                <a:moveTo>
                  <a:pt x="0" y="1419225"/>
                </a:moveTo>
                <a:lnTo>
                  <a:pt x="9525" y="1419225"/>
                </a:lnTo>
                <a:lnTo>
                  <a:pt x="9525" y="1428750"/>
                </a:lnTo>
                <a:lnTo>
                  <a:pt x="0" y="1428750"/>
                </a:lnTo>
                <a:close/>
                <a:moveTo>
                  <a:pt x="1781175" y="1428750"/>
                </a:moveTo>
                <a:lnTo>
                  <a:pt x="1790700" y="1428750"/>
                </a:lnTo>
                <a:lnTo>
                  <a:pt x="1790700" y="1438275"/>
                </a:lnTo>
                <a:lnTo>
                  <a:pt x="1781175" y="1438275"/>
                </a:lnTo>
                <a:close/>
                <a:moveTo>
                  <a:pt x="1857375" y="1438275"/>
                </a:moveTo>
                <a:lnTo>
                  <a:pt x="1876425" y="1438275"/>
                </a:lnTo>
                <a:lnTo>
                  <a:pt x="1876425" y="1428750"/>
                </a:lnTo>
                <a:lnTo>
                  <a:pt x="1857375" y="1428750"/>
                </a:lnTo>
                <a:close/>
                <a:moveTo>
                  <a:pt x="1743075" y="1466850"/>
                </a:moveTo>
                <a:lnTo>
                  <a:pt x="1752600" y="1466850"/>
                </a:lnTo>
                <a:lnTo>
                  <a:pt x="1752600" y="1476375"/>
                </a:lnTo>
                <a:lnTo>
                  <a:pt x="1743075" y="1476375"/>
                </a:lnTo>
                <a:close/>
                <a:moveTo>
                  <a:pt x="1809750" y="1495425"/>
                </a:moveTo>
                <a:lnTo>
                  <a:pt x="1838325" y="1495425"/>
                </a:lnTo>
                <a:lnTo>
                  <a:pt x="1838325" y="1514475"/>
                </a:lnTo>
                <a:lnTo>
                  <a:pt x="1828800" y="1514475"/>
                </a:lnTo>
                <a:lnTo>
                  <a:pt x="1828800" y="1504950"/>
                </a:lnTo>
                <a:lnTo>
                  <a:pt x="1819275" y="1504950"/>
                </a:lnTo>
                <a:lnTo>
                  <a:pt x="1819275" y="1514475"/>
                </a:lnTo>
                <a:lnTo>
                  <a:pt x="1828800" y="1514475"/>
                </a:lnTo>
                <a:lnTo>
                  <a:pt x="1828800" y="1524000"/>
                </a:lnTo>
                <a:lnTo>
                  <a:pt x="1819275" y="1524000"/>
                </a:lnTo>
                <a:lnTo>
                  <a:pt x="1819275" y="1533525"/>
                </a:lnTo>
                <a:lnTo>
                  <a:pt x="1809750" y="1533525"/>
                </a:lnTo>
                <a:close/>
                <a:moveTo>
                  <a:pt x="1866900" y="1495425"/>
                </a:moveTo>
                <a:lnTo>
                  <a:pt x="1924050" y="1495425"/>
                </a:lnTo>
                <a:lnTo>
                  <a:pt x="1924050" y="1514475"/>
                </a:lnTo>
                <a:lnTo>
                  <a:pt x="1952625" y="1514475"/>
                </a:lnTo>
                <a:lnTo>
                  <a:pt x="1952625" y="1543050"/>
                </a:lnTo>
                <a:lnTo>
                  <a:pt x="1895475" y="1543050"/>
                </a:lnTo>
                <a:lnTo>
                  <a:pt x="1895475" y="1562100"/>
                </a:lnTo>
                <a:lnTo>
                  <a:pt x="1905000" y="1562100"/>
                </a:lnTo>
                <a:lnTo>
                  <a:pt x="1905000" y="1571625"/>
                </a:lnTo>
                <a:lnTo>
                  <a:pt x="1924050" y="1571625"/>
                </a:lnTo>
                <a:lnTo>
                  <a:pt x="1924050" y="1590675"/>
                </a:lnTo>
                <a:lnTo>
                  <a:pt x="1914525" y="1590675"/>
                </a:lnTo>
                <a:lnTo>
                  <a:pt x="1914525" y="1600200"/>
                </a:lnTo>
                <a:lnTo>
                  <a:pt x="1924050" y="1600200"/>
                </a:lnTo>
                <a:lnTo>
                  <a:pt x="1924050" y="1590675"/>
                </a:lnTo>
                <a:lnTo>
                  <a:pt x="1943100" y="1590675"/>
                </a:lnTo>
                <a:lnTo>
                  <a:pt x="1943100" y="1609725"/>
                </a:lnTo>
                <a:lnTo>
                  <a:pt x="1952625" y="1609725"/>
                </a:lnTo>
                <a:lnTo>
                  <a:pt x="1952625" y="1685925"/>
                </a:lnTo>
                <a:lnTo>
                  <a:pt x="1943100" y="1685925"/>
                </a:lnTo>
                <a:lnTo>
                  <a:pt x="1943100" y="1704975"/>
                </a:lnTo>
                <a:lnTo>
                  <a:pt x="1952625" y="1704975"/>
                </a:lnTo>
                <a:lnTo>
                  <a:pt x="1952625" y="1771650"/>
                </a:lnTo>
                <a:lnTo>
                  <a:pt x="1914525" y="1771650"/>
                </a:lnTo>
                <a:lnTo>
                  <a:pt x="1914525" y="1762125"/>
                </a:lnTo>
                <a:lnTo>
                  <a:pt x="1924050" y="1762125"/>
                </a:lnTo>
                <a:lnTo>
                  <a:pt x="1924050" y="1752600"/>
                </a:lnTo>
                <a:lnTo>
                  <a:pt x="1933575" y="1752600"/>
                </a:lnTo>
                <a:lnTo>
                  <a:pt x="1933575" y="1733550"/>
                </a:lnTo>
                <a:lnTo>
                  <a:pt x="1924050" y="1733550"/>
                </a:lnTo>
                <a:lnTo>
                  <a:pt x="1924050" y="1724025"/>
                </a:lnTo>
                <a:lnTo>
                  <a:pt x="1914525" y="1724025"/>
                </a:lnTo>
                <a:lnTo>
                  <a:pt x="1914525" y="1704975"/>
                </a:lnTo>
                <a:lnTo>
                  <a:pt x="1924050" y="1704975"/>
                </a:lnTo>
                <a:lnTo>
                  <a:pt x="1924050" y="1695450"/>
                </a:lnTo>
                <a:lnTo>
                  <a:pt x="1933575" y="1695450"/>
                </a:lnTo>
                <a:lnTo>
                  <a:pt x="1933575" y="1685925"/>
                </a:lnTo>
                <a:lnTo>
                  <a:pt x="1924050" y="1685925"/>
                </a:lnTo>
                <a:lnTo>
                  <a:pt x="1924050" y="1666875"/>
                </a:lnTo>
                <a:lnTo>
                  <a:pt x="1914525" y="1666875"/>
                </a:lnTo>
                <a:lnTo>
                  <a:pt x="1914525" y="1657350"/>
                </a:lnTo>
                <a:lnTo>
                  <a:pt x="1885950" y="1657350"/>
                </a:lnTo>
                <a:lnTo>
                  <a:pt x="1885950" y="1647825"/>
                </a:lnTo>
                <a:lnTo>
                  <a:pt x="1876425" y="1647825"/>
                </a:lnTo>
                <a:lnTo>
                  <a:pt x="1876425" y="1638300"/>
                </a:lnTo>
                <a:lnTo>
                  <a:pt x="1866900" y="1638300"/>
                </a:lnTo>
                <a:lnTo>
                  <a:pt x="1866900" y="1619250"/>
                </a:lnTo>
                <a:lnTo>
                  <a:pt x="1847850" y="1619250"/>
                </a:lnTo>
                <a:lnTo>
                  <a:pt x="1847850" y="1609725"/>
                </a:lnTo>
                <a:lnTo>
                  <a:pt x="1866900" y="1609725"/>
                </a:lnTo>
                <a:lnTo>
                  <a:pt x="1866900" y="1600200"/>
                </a:lnTo>
                <a:lnTo>
                  <a:pt x="1876425" y="1600200"/>
                </a:lnTo>
                <a:lnTo>
                  <a:pt x="1876425" y="1590675"/>
                </a:lnTo>
                <a:lnTo>
                  <a:pt x="1866900" y="1590675"/>
                </a:lnTo>
                <a:lnTo>
                  <a:pt x="1866900" y="1581150"/>
                </a:lnTo>
                <a:lnTo>
                  <a:pt x="1857375" y="1581150"/>
                </a:lnTo>
                <a:lnTo>
                  <a:pt x="1857375" y="1590675"/>
                </a:lnTo>
                <a:lnTo>
                  <a:pt x="1847850" y="1590675"/>
                </a:lnTo>
                <a:lnTo>
                  <a:pt x="1847850" y="1571625"/>
                </a:lnTo>
                <a:lnTo>
                  <a:pt x="1838325" y="1571625"/>
                </a:lnTo>
                <a:lnTo>
                  <a:pt x="1838325" y="1562100"/>
                </a:lnTo>
                <a:lnTo>
                  <a:pt x="1847850" y="1562100"/>
                </a:lnTo>
                <a:lnTo>
                  <a:pt x="1847850" y="1552575"/>
                </a:lnTo>
                <a:lnTo>
                  <a:pt x="1857375" y="1552575"/>
                </a:lnTo>
                <a:lnTo>
                  <a:pt x="1857375" y="1524000"/>
                </a:lnTo>
                <a:lnTo>
                  <a:pt x="1866900" y="1524000"/>
                </a:lnTo>
                <a:lnTo>
                  <a:pt x="1866900" y="1514475"/>
                </a:lnTo>
                <a:lnTo>
                  <a:pt x="1857375" y="1514475"/>
                </a:lnTo>
                <a:lnTo>
                  <a:pt x="1857375" y="1504950"/>
                </a:lnTo>
                <a:lnTo>
                  <a:pt x="1866900" y="1504950"/>
                </a:lnTo>
                <a:close/>
                <a:moveTo>
                  <a:pt x="19050" y="1524000"/>
                </a:moveTo>
                <a:lnTo>
                  <a:pt x="38100" y="1524000"/>
                </a:lnTo>
                <a:lnTo>
                  <a:pt x="38100" y="1533525"/>
                </a:lnTo>
                <a:lnTo>
                  <a:pt x="47625" y="1533525"/>
                </a:lnTo>
                <a:lnTo>
                  <a:pt x="47625" y="1543050"/>
                </a:lnTo>
                <a:lnTo>
                  <a:pt x="38100" y="1543050"/>
                </a:lnTo>
                <a:lnTo>
                  <a:pt x="38100" y="1552575"/>
                </a:lnTo>
                <a:lnTo>
                  <a:pt x="19050" y="1552575"/>
                </a:lnTo>
                <a:lnTo>
                  <a:pt x="19050" y="1571625"/>
                </a:lnTo>
                <a:lnTo>
                  <a:pt x="9525" y="1571625"/>
                </a:lnTo>
                <a:lnTo>
                  <a:pt x="9525" y="1552575"/>
                </a:lnTo>
                <a:lnTo>
                  <a:pt x="0" y="1552575"/>
                </a:lnTo>
                <a:lnTo>
                  <a:pt x="0" y="1543050"/>
                </a:lnTo>
                <a:lnTo>
                  <a:pt x="28575" y="1543050"/>
                </a:lnTo>
                <a:lnTo>
                  <a:pt x="28575" y="1533525"/>
                </a:lnTo>
                <a:lnTo>
                  <a:pt x="19050" y="1533525"/>
                </a:lnTo>
                <a:close/>
                <a:moveTo>
                  <a:pt x="0" y="1590675"/>
                </a:moveTo>
                <a:lnTo>
                  <a:pt x="19050" y="1590675"/>
                </a:lnTo>
                <a:lnTo>
                  <a:pt x="19050" y="1600200"/>
                </a:lnTo>
                <a:lnTo>
                  <a:pt x="28575" y="1600200"/>
                </a:lnTo>
                <a:lnTo>
                  <a:pt x="28575" y="1590675"/>
                </a:lnTo>
                <a:lnTo>
                  <a:pt x="38100" y="1590675"/>
                </a:lnTo>
                <a:lnTo>
                  <a:pt x="38100" y="1600200"/>
                </a:lnTo>
                <a:lnTo>
                  <a:pt x="28575" y="1600200"/>
                </a:lnTo>
                <a:lnTo>
                  <a:pt x="28575" y="1609725"/>
                </a:lnTo>
                <a:lnTo>
                  <a:pt x="19050" y="1609725"/>
                </a:lnTo>
                <a:lnTo>
                  <a:pt x="19050" y="1647825"/>
                </a:lnTo>
                <a:lnTo>
                  <a:pt x="0" y="1647825"/>
                </a:lnTo>
                <a:close/>
                <a:moveTo>
                  <a:pt x="1895475" y="1647825"/>
                </a:moveTo>
                <a:lnTo>
                  <a:pt x="1914525" y="1647825"/>
                </a:lnTo>
                <a:lnTo>
                  <a:pt x="1914525" y="1657350"/>
                </a:lnTo>
                <a:lnTo>
                  <a:pt x="1924050" y="1657350"/>
                </a:lnTo>
                <a:lnTo>
                  <a:pt x="1924050" y="1647825"/>
                </a:lnTo>
                <a:lnTo>
                  <a:pt x="1933575" y="1647825"/>
                </a:lnTo>
                <a:lnTo>
                  <a:pt x="1933575" y="1628775"/>
                </a:lnTo>
                <a:lnTo>
                  <a:pt x="1924050" y="1628775"/>
                </a:lnTo>
                <a:lnTo>
                  <a:pt x="1924050" y="1619250"/>
                </a:lnTo>
                <a:lnTo>
                  <a:pt x="1895475" y="1619250"/>
                </a:lnTo>
                <a:close/>
                <a:moveTo>
                  <a:pt x="19050" y="1666875"/>
                </a:moveTo>
                <a:lnTo>
                  <a:pt x="28575" y="1666875"/>
                </a:lnTo>
                <a:lnTo>
                  <a:pt x="28575" y="1695450"/>
                </a:lnTo>
                <a:lnTo>
                  <a:pt x="19050" y="1695450"/>
                </a:lnTo>
                <a:close/>
                <a:moveTo>
                  <a:pt x="0" y="1676400"/>
                </a:moveTo>
                <a:lnTo>
                  <a:pt x="9525" y="1676400"/>
                </a:lnTo>
                <a:lnTo>
                  <a:pt x="9525" y="1685925"/>
                </a:lnTo>
                <a:lnTo>
                  <a:pt x="0" y="1685925"/>
                </a:lnTo>
                <a:close/>
                <a:moveTo>
                  <a:pt x="19050" y="1704975"/>
                </a:moveTo>
                <a:lnTo>
                  <a:pt x="28575" y="1704975"/>
                </a:lnTo>
                <a:lnTo>
                  <a:pt x="28575" y="1714500"/>
                </a:lnTo>
                <a:lnTo>
                  <a:pt x="38100" y="1714500"/>
                </a:lnTo>
                <a:lnTo>
                  <a:pt x="38100" y="1733550"/>
                </a:lnTo>
                <a:lnTo>
                  <a:pt x="47625" y="1733550"/>
                </a:lnTo>
                <a:lnTo>
                  <a:pt x="47625" y="1752600"/>
                </a:lnTo>
                <a:lnTo>
                  <a:pt x="0" y="1752600"/>
                </a:lnTo>
                <a:lnTo>
                  <a:pt x="0" y="1733550"/>
                </a:lnTo>
                <a:lnTo>
                  <a:pt x="9525" y="1733550"/>
                </a:lnTo>
                <a:lnTo>
                  <a:pt x="9525" y="1724025"/>
                </a:lnTo>
                <a:lnTo>
                  <a:pt x="19050" y="1724025"/>
                </a:lnTo>
                <a:close/>
              </a:path>
            </a:pathLst>
          </a:custGeom>
          <a:solidFill xmlns:a="http://schemas.openxmlformats.org/drawingml/2006/main">
            <a:srgbClr val="F2EFDF"/>
          </a:solidFill>
          <a:ln xmlns:a="http://schemas.openxmlformats.org/drawingml/2006/main" w="0">
            <a:noFill/>
          </a:ln>
        </p:spPr>
      </p:sp>
      <p:sp>
        <p:nvSpPr>
          <p:cNvPr id="119" name="logo7 vector #f2efdd">
            <a:extLst xmlns:a="http://schemas.openxmlformats.org/drawingml/2006/main">
              <a:ext uri="{FF2B5EF4-FFF2-40B4-BE49-F238E27FC236}">
                <a16:creationId xmlns:a16="http://schemas.microsoft.com/office/drawing/2014/main" id="{2AD33256-0649-4999-9B04-556D4471720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5300" y="5210175"/>
            <a:ext cx="2305050" cy="2105025"/>
          </a:xfrm>
          <a:custGeom xmlns:a="http://schemas.openxmlformats.org/drawingml/2006/main">
            <a:pathLst>
              <a:path w="1952625" h="1781175">
                <a:moveTo>
                  <a:pt x="581025" y="0"/>
                </a:moveTo>
                <a:lnTo>
                  <a:pt x="676275" y="0"/>
                </a:lnTo>
                <a:lnTo>
                  <a:pt x="676275" y="9525"/>
                </a:lnTo>
                <a:lnTo>
                  <a:pt x="666750" y="9525"/>
                </a:lnTo>
                <a:lnTo>
                  <a:pt x="666750" y="19050"/>
                </a:lnTo>
                <a:lnTo>
                  <a:pt x="657225" y="19050"/>
                </a:lnTo>
                <a:lnTo>
                  <a:pt x="657225" y="28575"/>
                </a:lnTo>
                <a:lnTo>
                  <a:pt x="628650" y="28575"/>
                </a:lnTo>
                <a:lnTo>
                  <a:pt x="628650" y="19050"/>
                </a:lnTo>
                <a:lnTo>
                  <a:pt x="600075" y="19050"/>
                </a:lnTo>
                <a:lnTo>
                  <a:pt x="600075" y="9525"/>
                </a:lnTo>
                <a:lnTo>
                  <a:pt x="581025" y="9525"/>
                </a:lnTo>
                <a:close/>
                <a:moveTo>
                  <a:pt x="819150" y="0"/>
                </a:moveTo>
                <a:lnTo>
                  <a:pt x="828675" y="0"/>
                </a:lnTo>
                <a:lnTo>
                  <a:pt x="828675" y="9525"/>
                </a:lnTo>
                <a:lnTo>
                  <a:pt x="819150" y="9525"/>
                </a:lnTo>
                <a:close/>
                <a:moveTo>
                  <a:pt x="1181100" y="0"/>
                </a:moveTo>
                <a:lnTo>
                  <a:pt x="1200150" y="0"/>
                </a:lnTo>
                <a:lnTo>
                  <a:pt x="1200150" y="9525"/>
                </a:lnTo>
                <a:lnTo>
                  <a:pt x="1190625" y="9525"/>
                </a:lnTo>
                <a:lnTo>
                  <a:pt x="1190625" y="19050"/>
                </a:lnTo>
                <a:lnTo>
                  <a:pt x="1171575" y="19050"/>
                </a:lnTo>
                <a:lnTo>
                  <a:pt x="1171575" y="9525"/>
                </a:lnTo>
                <a:lnTo>
                  <a:pt x="1181100" y="9525"/>
                </a:lnTo>
                <a:close/>
                <a:moveTo>
                  <a:pt x="1295400" y="0"/>
                </a:moveTo>
                <a:lnTo>
                  <a:pt x="1371600" y="0"/>
                </a:lnTo>
                <a:lnTo>
                  <a:pt x="1371600" y="19050"/>
                </a:lnTo>
                <a:lnTo>
                  <a:pt x="1352550" y="19050"/>
                </a:lnTo>
                <a:lnTo>
                  <a:pt x="1352550" y="28575"/>
                </a:lnTo>
                <a:lnTo>
                  <a:pt x="1343025" y="28575"/>
                </a:lnTo>
                <a:lnTo>
                  <a:pt x="1343025" y="38100"/>
                </a:lnTo>
                <a:lnTo>
                  <a:pt x="1276350" y="38100"/>
                </a:lnTo>
                <a:lnTo>
                  <a:pt x="1276350" y="28575"/>
                </a:lnTo>
                <a:lnTo>
                  <a:pt x="1285875" y="28575"/>
                </a:lnTo>
                <a:lnTo>
                  <a:pt x="1285875" y="19050"/>
                </a:lnTo>
                <a:lnTo>
                  <a:pt x="1295400" y="19050"/>
                </a:lnTo>
                <a:close/>
                <a:moveTo>
                  <a:pt x="1019175" y="9525"/>
                </a:moveTo>
                <a:lnTo>
                  <a:pt x="1028700" y="9525"/>
                </a:lnTo>
                <a:lnTo>
                  <a:pt x="1028700" y="19050"/>
                </a:lnTo>
                <a:lnTo>
                  <a:pt x="1019175" y="19050"/>
                </a:lnTo>
                <a:close/>
                <a:moveTo>
                  <a:pt x="1400175" y="28575"/>
                </a:moveTo>
                <a:lnTo>
                  <a:pt x="1409700" y="28575"/>
                </a:lnTo>
                <a:lnTo>
                  <a:pt x="1409700" y="38100"/>
                </a:lnTo>
                <a:lnTo>
                  <a:pt x="1419225" y="38100"/>
                </a:lnTo>
                <a:lnTo>
                  <a:pt x="1419225" y="47625"/>
                </a:lnTo>
                <a:lnTo>
                  <a:pt x="1400175" y="47625"/>
                </a:lnTo>
                <a:close/>
                <a:moveTo>
                  <a:pt x="352425" y="114300"/>
                </a:moveTo>
                <a:lnTo>
                  <a:pt x="361950" y="114300"/>
                </a:lnTo>
                <a:lnTo>
                  <a:pt x="361950" y="123825"/>
                </a:lnTo>
                <a:lnTo>
                  <a:pt x="352425" y="123825"/>
                </a:lnTo>
                <a:close/>
                <a:moveTo>
                  <a:pt x="1724025" y="133350"/>
                </a:moveTo>
                <a:lnTo>
                  <a:pt x="1733550" y="133350"/>
                </a:lnTo>
                <a:lnTo>
                  <a:pt x="1733550" y="161925"/>
                </a:lnTo>
                <a:lnTo>
                  <a:pt x="1724025" y="161925"/>
                </a:lnTo>
                <a:lnTo>
                  <a:pt x="1724025" y="180975"/>
                </a:lnTo>
                <a:lnTo>
                  <a:pt x="1704975" y="180975"/>
                </a:lnTo>
                <a:lnTo>
                  <a:pt x="1704975" y="161925"/>
                </a:lnTo>
                <a:lnTo>
                  <a:pt x="1714500" y="161925"/>
                </a:lnTo>
                <a:lnTo>
                  <a:pt x="1714500" y="142875"/>
                </a:lnTo>
                <a:lnTo>
                  <a:pt x="1724025" y="142875"/>
                </a:lnTo>
                <a:close/>
                <a:moveTo>
                  <a:pt x="1809750" y="133350"/>
                </a:moveTo>
                <a:lnTo>
                  <a:pt x="1828800" y="133350"/>
                </a:lnTo>
                <a:lnTo>
                  <a:pt x="1828800" y="142875"/>
                </a:lnTo>
                <a:lnTo>
                  <a:pt x="1809750" y="142875"/>
                </a:lnTo>
                <a:close/>
                <a:moveTo>
                  <a:pt x="142875" y="200025"/>
                </a:moveTo>
                <a:lnTo>
                  <a:pt x="161925" y="200025"/>
                </a:lnTo>
                <a:lnTo>
                  <a:pt x="161925" y="209550"/>
                </a:lnTo>
                <a:lnTo>
                  <a:pt x="171450" y="209550"/>
                </a:lnTo>
                <a:lnTo>
                  <a:pt x="171450" y="219075"/>
                </a:lnTo>
                <a:lnTo>
                  <a:pt x="161925" y="219075"/>
                </a:lnTo>
                <a:lnTo>
                  <a:pt x="161925" y="228600"/>
                </a:lnTo>
                <a:lnTo>
                  <a:pt x="142875" y="228600"/>
                </a:lnTo>
                <a:close/>
                <a:moveTo>
                  <a:pt x="1857375" y="219075"/>
                </a:moveTo>
                <a:lnTo>
                  <a:pt x="1866900" y="219075"/>
                </a:lnTo>
                <a:lnTo>
                  <a:pt x="1866900" y="228600"/>
                </a:lnTo>
                <a:lnTo>
                  <a:pt x="1876425" y="228600"/>
                </a:lnTo>
                <a:lnTo>
                  <a:pt x="1876425" y="219075"/>
                </a:lnTo>
                <a:lnTo>
                  <a:pt x="1895475" y="219075"/>
                </a:lnTo>
                <a:lnTo>
                  <a:pt x="1895475" y="228600"/>
                </a:lnTo>
                <a:lnTo>
                  <a:pt x="1905000" y="228600"/>
                </a:lnTo>
                <a:lnTo>
                  <a:pt x="1905000" y="238125"/>
                </a:lnTo>
                <a:lnTo>
                  <a:pt x="1857375" y="238125"/>
                </a:lnTo>
                <a:close/>
                <a:moveTo>
                  <a:pt x="142875" y="238125"/>
                </a:moveTo>
                <a:lnTo>
                  <a:pt x="152400" y="238125"/>
                </a:lnTo>
                <a:lnTo>
                  <a:pt x="152400" y="247650"/>
                </a:lnTo>
                <a:lnTo>
                  <a:pt x="161925" y="247650"/>
                </a:lnTo>
                <a:lnTo>
                  <a:pt x="161925" y="276225"/>
                </a:lnTo>
                <a:lnTo>
                  <a:pt x="142875" y="276225"/>
                </a:lnTo>
                <a:close/>
                <a:moveTo>
                  <a:pt x="1924050" y="276225"/>
                </a:moveTo>
                <a:lnTo>
                  <a:pt x="1933575" y="276225"/>
                </a:lnTo>
                <a:lnTo>
                  <a:pt x="1933575" y="285750"/>
                </a:lnTo>
                <a:lnTo>
                  <a:pt x="1924050" y="285750"/>
                </a:lnTo>
                <a:close/>
                <a:moveTo>
                  <a:pt x="171450" y="285750"/>
                </a:moveTo>
                <a:lnTo>
                  <a:pt x="180975" y="285750"/>
                </a:lnTo>
                <a:lnTo>
                  <a:pt x="180975" y="304800"/>
                </a:lnTo>
                <a:lnTo>
                  <a:pt x="171450" y="304800"/>
                </a:lnTo>
                <a:close/>
                <a:moveTo>
                  <a:pt x="1924050" y="314325"/>
                </a:moveTo>
                <a:lnTo>
                  <a:pt x="1952625" y="314325"/>
                </a:lnTo>
                <a:lnTo>
                  <a:pt x="1952625" y="400050"/>
                </a:lnTo>
                <a:lnTo>
                  <a:pt x="1943100" y="400050"/>
                </a:lnTo>
                <a:lnTo>
                  <a:pt x="1943100" y="381000"/>
                </a:lnTo>
                <a:lnTo>
                  <a:pt x="1924050" y="381000"/>
                </a:lnTo>
                <a:lnTo>
                  <a:pt x="1924050" y="371475"/>
                </a:lnTo>
                <a:lnTo>
                  <a:pt x="1933575" y="371475"/>
                </a:lnTo>
                <a:lnTo>
                  <a:pt x="1933575" y="342900"/>
                </a:lnTo>
                <a:lnTo>
                  <a:pt x="1924050" y="342900"/>
                </a:lnTo>
                <a:close/>
                <a:moveTo>
                  <a:pt x="104775" y="323850"/>
                </a:moveTo>
                <a:lnTo>
                  <a:pt x="123825" y="323850"/>
                </a:lnTo>
                <a:lnTo>
                  <a:pt x="123825" y="342900"/>
                </a:lnTo>
                <a:lnTo>
                  <a:pt x="104775" y="342900"/>
                </a:lnTo>
                <a:close/>
                <a:moveTo>
                  <a:pt x="1781175" y="457200"/>
                </a:moveTo>
                <a:lnTo>
                  <a:pt x="1809750" y="457200"/>
                </a:lnTo>
                <a:lnTo>
                  <a:pt x="1809750" y="466725"/>
                </a:lnTo>
                <a:lnTo>
                  <a:pt x="1819275" y="466725"/>
                </a:lnTo>
                <a:lnTo>
                  <a:pt x="1819275" y="495300"/>
                </a:lnTo>
                <a:lnTo>
                  <a:pt x="1800225" y="495300"/>
                </a:lnTo>
                <a:lnTo>
                  <a:pt x="1800225" y="485775"/>
                </a:lnTo>
                <a:lnTo>
                  <a:pt x="1790700" y="485775"/>
                </a:lnTo>
                <a:lnTo>
                  <a:pt x="1790700" y="476250"/>
                </a:lnTo>
                <a:lnTo>
                  <a:pt x="1781175" y="476250"/>
                </a:lnTo>
                <a:close/>
                <a:moveTo>
                  <a:pt x="1866900" y="514350"/>
                </a:moveTo>
                <a:lnTo>
                  <a:pt x="1885950" y="514350"/>
                </a:lnTo>
                <a:lnTo>
                  <a:pt x="1885950" y="533400"/>
                </a:lnTo>
                <a:lnTo>
                  <a:pt x="1876425" y="533400"/>
                </a:lnTo>
                <a:lnTo>
                  <a:pt x="1876425" y="523875"/>
                </a:lnTo>
                <a:lnTo>
                  <a:pt x="1866900" y="523875"/>
                </a:lnTo>
                <a:close/>
                <a:moveTo>
                  <a:pt x="123825" y="542925"/>
                </a:moveTo>
                <a:lnTo>
                  <a:pt x="133350" y="542925"/>
                </a:lnTo>
                <a:lnTo>
                  <a:pt x="133350" y="552450"/>
                </a:lnTo>
                <a:lnTo>
                  <a:pt x="142875" y="552450"/>
                </a:lnTo>
                <a:lnTo>
                  <a:pt x="142875" y="561975"/>
                </a:lnTo>
                <a:lnTo>
                  <a:pt x="161925" y="561975"/>
                </a:lnTo>
                <a:lnTo>
                  <a:pt x="161925" y="552450"/>
                </a:lnTo>
                <a:lnTo>
                  <a:pt x="171450" y="552450"/>
                </a:lnTo>
                <a:lnTo>
                  <a:pt x="171450" y="542925"/>
                </a:lnTo>
                <a:lnTo>
                  <a:pt x="180975" y="542925"/>
                </a:lnTo>
                <a:lnTo>
                  <a:pt x="180975" y="571500"/>
                </a:lnTo>
                <a:lnTo>
                  <a:pt x="190500" y="571500"/>
                </a:lnTo>
                <a:lnTo>
                  <a:pt x="190500" y="600075"/>
                </a:lnTo>
                <a:lnTo>
                  <a:pt x="161925" y="600075"/>
                </a:lnTo>
                <a:lnTo>
                  <a:pt x="161925" y="581025"/>
                </a:lnTo>
                <a:lnTo>
                  <a:pt x="152400" y="581025"/>
                </a:lnTo>
                <a:lnTo>
                  <a:pt x="152400" y="609600"/>
                </a:lnTo>
                <a:lnTo>
                  <a:pt x="123825" y="609600"/>
                </a:lnTo>
                <a:lnTo>
                  <a:pt x="123825" y="600075"/>
                </a:lnTo>
                <a:lnTo>
                  <a:pt x="114300" y="600075"/>
                </a:lnTo>
                <a:lnTo>
                  <a:pt x="114300" y="581025"/>
                </a:lnTo>
                <a:lnTo>
                  <a:pt x="104775" y="581025"/>
                </a:lnTo>
                <a:lnTo>
                  <a:pt x="104775" y="571500"/>
                </a:lnTo>
                <a:lnTo>
                  <a:pt x="114300" y="571500"/>
                </a:lnTo>
                <a:lnTo>
                  <a:pt x="114300" y="552450"/>
                </a:lnTo>
                <a:lnTo>
                  <a:pt x="123825" y="552450"/>
                </a:lnTo>
                <a:close/>
                <a:moveTo>
                  <a:pt x="171450" y="590550"/>
                </a:moveTo>
                <a:lnTo>
                  <a:pt x="180975" y="590550"/>
                </a:lnTo>
                <a:lnTo>
                  <a:pt x="180975" y="581025"/>
                </a:lnTo>
                <a:lnTo>
                  <a:pt x="171450" y="581025"/>
                </a:lnTo>
                <a:close/>
                <a:moveTo>
                  <a:pt x="114300" y="609600"/>
                </a:moveTo>
                <a:lnTo>
                  <a:pt x="123825" y="609600"/>
                </a:lnTo>
                <a:lnTo>
                  <a:pt x="123825" y="619125"/>
                </a:lnTo>
                <a:lnTo>
                  <a:pt x="114300" y="619125"/>
                </a:lnTo>
                <a:close/>
                <a:moveTo>
                  <a:pt x="133350" y="676275"/>
                </a:moveTo>
                <a:lnTo>
                  <a:pt x="142875" y="676275"/>
                </a:lnTo>
                <a:lnTo>
                  <a:pt x="142875" y="685800"/>
                </a:lnTo>
                <a:lnTo>
                  <a:pt x="133350" y="685800"/>
                </a:lnTo>
                <a:close/>
                <a:moveTo>
                  <a:pt x="1724025" y="676275"/>
                </a:moveTo>
                <a:lnTo>
                  <a:pt x="1743075" y="676275"/>
                </a:lnTo>
                <a:lnTo>
                  <a:pt x="1743075" y="685800"/>
                </a:lnTo>
                <a:lnTo>
                  <a:pt x="1752600" y="685800"/>
                </a:lnTo>
                <a:lnTo>
                  <a:pt x="1752600" y="695325"/>
                </a:lnTo>
                <a:lnTo>
                  <a:pt x="1733550" y="695325"/>
                </a:lnTo>
                <a:lnTo>
                  <a:pt x="1733550" y="685800"/>
                </a:lnTo>
                <a:lnTo>
                  <a:pt x="1724025" y="685800"/>
                </a:lnTo>
                <a:close/>
                <a:moveTo>
                  <a:pt x="38100" y="695325"/>
                </a:moveTo>
                <a:lnTo>
                  <a:pt x="57150" y="695325"/>
                </a:lnTo>
                <a:lnTo>
                  <a:pt x="57150" y="704850"/>
                </a:lnTo>
                <a:lnTo>
                  <a:pt x="66675" y="704850"/>
                </a:lnTo>
                <a:lnTo>
                  <a:pt x="66675" y="723900"/>
                </a:lnTo>
                <a:lnTo>
                  <a:pt x="38100" y="723900"/>
                </a:lnTo>
                <a:close/>
                <a:moveTo>
                  <a:pt x="142875" y="695325"/>
                </a:moveTo>
                <a:lnTo>
                  <a:pt x="171450" y="695325"/>
                </a:lnTo>
                <a:lnTo>
                  <a:pt x="171450" y="704850"/>
                </a:lnTo>
                <a:lnTo>
                  <a:pt x="161925" y="704850"/>
                </a:lnTo>
                <a:lnTo>
                  <a:pt x="161925" y="723900"/>
                </a:lnTo>
                <a:lnTo>
                  <a:pt x="152400" y="723900"/>
                </a:lnTo>
                <a:lnTo>
                  <a:pt x="152400" y="733425"/>
                </a:lnTo>
                <a:lnTo>
                  <a:pt x="123825" y="733425"/>
                </a:lnTo>
                <a:lnTo>
                  <a:pt x="123825" y="704850"/>
                </a:lnTo>
                <a:lnTo>
                  <a:pt x="133350" y="704850"/>
                </a:lnTo>
                <a:lnTo>
                  <a:pt x="133350" y="714375"/>
                </a:lnTo>
                <a:lnTo>
                  <a:pt x="142875" y="714375"/>
                </a:lnTo>
                <a:close/>
                <a:moveTo>
                  <a:pt x="47625" y="752475"/>
                </a:moveTo>
                <a:lnTo>
                  <a:pt x="57150" y="752475"/>
                </a:lnTo>
                <a:lnTo>
                  <a:pt x="57150" y="762000"/>
                </a:lnTo>
                <a:lnTo>
                  <a:pt x="47625" y="762000"/>
                </a:lnTo>
                <a:close/>
                <a:moveTo>
                  <a:pt x="1885950" y="771525"/>
                </a:moveTo>
                <a:lnTo>
                  <a:pt x="1895475" y="771525"/>
                </a:lnTo>
                <a:lnTo>
                  <a:pt x="1895475" y="781050"/>
                </a:lnTo>
                <a:lnTo>
                  <a:pt x="1885950" y="781050"/>
                </a:lnTo>
                <a:close/>
                <a:moveTo>
                  <a:pt x="1876425" y="790575"/>
                </a:moveTo>
                <a:lnTo>
                  <a:pt x="1895475" y="790575"/>
                </a:lnTo>
                <a:lnTo>
                  <a:pt x="1895475" y="800100"/>
                </a:lnTo>
                <a:lnTo>
                  <a:pt x="1905000" y="800100"/>
                </a:lnTo>
                <a:lnTo>
                  <a:pt x="1905000" y="809625"/>
                </a:lnTo>
                <a:lnTo>
                  <a:pt x="1876425" y="809625"/>
                </a:lnTo>
                <a:close/>
                <a:moveTo>
                  <a:pt x="1924050" y="790575"/>
                </a:moveTo>
                <a:lnTo>
                  <a:pt x="1943100" y="790575"/>
                </a:lnTo>
                <a:lnTo>
                  <a:pt x="1943100" y="809625"/>
                </a:lnTo>
                <a:lnTo>
                  <a:pt x="1914525" y="809625"/>
                </a:lnTo>
                <a:lnTo>
                  <a:pt x="1914525" y="800100"/>
                </a:lnTo>
                <a:lnTo>
                  <a:pt x="1924050" y="800100"/>
                </a:lnTo>
                <a:close/>
                <a:moveTo>
                  <a:pt x="66675" y="838200"/>
                </a:moveTo>
                <a:lnTo>
                  <a:pt x="76200" y="838200"/>
                </a:lnTo>
                <a:lnTo>
                  <a:pt x="76200" y="847725"/>
                </a:lnTo>
                <a:lnTo>
                  <a:pt x="66675" y="847725"/>
                </a:lnTo>
                <a:close/>
                <a:moveTo>
                  <a:pt x="57150" y="990600"/>
                </a:moveTo>
                <a:lnTo>
                  <a:pt x="76200" y="990600"/>
                </a:lnTo>
                <a:lnTo>
                  <a:pt x="76200" y="1009650"/>
                </a:lnTo>
                <a:lnTo>
                  <a:pt x="57150" y="1009650"/>
                </a:lnTo>
                <a:close/>
                <a:moveTo>
                  <a:pt x="85725" y="1009650"/>
                </a:moveTo>
                <a:lnTo>
                  <a:pt x="104775" y="1009650"/>
                </a:lnTo>
                <a:lnTo>
                  <a:pt x="104775" y="1028700"/>
                </a:lnTo>
                <a:lnTo>
                  <a:pt x="85725" y="1028700"/>
                </a:lnTo>
                <a:close/>
                <a:moveTo>
                  <a:pt x="1790700" y="1009650"/>
                </a:moveTo>
                <a:lnTo>
                  <a:pt x="1800225" y="1009650"/>
                </a:lnTo>
                <a:lnTo>
                  <a:pt x="1800225" y="1019175"/>
                </a:lnTo>
                <a:lnTo>
                  <a:pt x="1790700" y="1019175"/>
                </a:lnTo>
                <a:close/>
                <a:moveTo>
                  <a:pt x="114300" y="1038225"/>
                </a:moveTo>
                <a:lnTo>
                  <a:pt x="123825" y="1038225"/>
                </a:lnTo>
                <a:lnTo>
                  <a:pt x="123825" y="1047750"/>
                </a:lnTo>
                <a:lnTo>
                  <a:pt x="161925" y="1047750"/>
                </a:lnTo>
                <a:lnTo>
                  <a:pt x="161925" y="1057275"/>
                </a:lnTo>
                <a:lnTo>
                  <a:pt x="171450" y="1057275"/>
                </a:lnTo>
                <a:lnTo>
                  <a:pt x="171450" y="1066800"/>
                </a:lnTo>
                <a:lnTo>
                  <a:pt x="161925" y="1066800"/>
                </a:lnTo>
                <a:lnTo>
                  <a:pt x="161925" y="1076325"/>
                </a:lnTo>
                <a:lnTo>
                  <a:pt x="152400" y="1076325"/>
                </a:lnTo>
                <a:lnTo>
                  <a:pt x="152400" y="1095375"/>
                </a:lnTo>
                <a:lnTo>
                  <a:pt x="114300" y="1095375"/>
                </a:lnTo>
                <a:close/>
                <a:moveTo>
                  <a:pt x="1943100" y="1057275"/>
                </a:moveTo>
                <a:lnTo>
                  <a:pt x="1952625" y="1057275"/>
                </a:lnTo>
                <a:lnTo>
                  <a:pt x="1952625" y="1114425"/>
                </a:lnTo>
                <a:lnTo>
                  <a:pt x="1943100" y="1114425"/>
                </a:lnTo>
                <a:lnTo>
                  <a:pt x="1943100" y="1104900"/>
                </a:lnTo>
                <a:lnTo>
                  <a:pt x="1933575" y="1104900"/>
                </a:lnTo>
                <a:lnTo>
                  <a:pt x="1933575" y="1095375"/>
                </a:lnTo>
                <a:lnTo>
                  <a:pt x="1943100" y="1095375"/>
                </a:lnTo>
                <a:close/>
                <a:moveTo>
                  <a:pt x="161925" y="1104900"/>
                </a:moveTo>
                <a:lnTo>
                  <a:pt x="171450" y="1104900"/>
                </a:lnTo>
                <a:lnTo>
                  <a:pt x="171450" y="1114425"/>
                </a:lnTo>
                <a:lnTo>
                  <a:pt x="161925" y="1114425"/>
                </a:lnTo>
                <a:close/>
                <a:moveTo>
                  <a:pt x="161925" y="1152525"/>
                </a:moveTo>
                <a:lnTo>
                  <a:pt x="171450" y="1152525"/>
                </a:lnTo>
                <a:lnTo>
                  <a:pt x="171450" y="1162050"/>
                </a:lnTo>
                <a:lnTo>
                  <a:pt x="161925" y="1162050"/>
                </a:lnTo>
                <a:close/>
                <a:moveTo>
                  <a:pt x="161925" y="1171575"/>
                </a:moveTo>
                <a:lnTo>
                  <a:pt x="171450" y="1171575"/>
                </a:lnTo>
                <a:lnTo>
                  <a:pt x="171450" y="1200150"/>
                </a:lnTo>
                <a:lnTo>
                  <a:pt x="161925" y="1200150"/>
                </a:lnTo>
                <a:close/>
                <a:moveTo>
                  <a:pt x="85725" y="1181100"/>
                </a:moveTo>
                <a:lnTo>
                  <a:pt x="104775" y="1181100"/>
                </a:lnTo>
                <a:lnTo>
                  <a:pt x="104775" y="1200150"/>
                </a:lnTo>
                <a:lnTo>
                  <a:pt x="76200" y="1200150"/>
                </a:lnTo>
                <a:lnTo>
                  <a:pt x="76200" y="1190625"/>
                </a:lnTo>
                <a:lnTo>
                  <a:pt x="85725" y="1190625"/>
                </a:lnTo>
                <a:close/>
                <a:moveTo>
                  <a:pt x="123825" y="1228725"/>
                </a:moveTo>
                <a:lnTo>
                  <a:pt x="142875" y="1228725"/>
                </a:lnTo>
                <a:lnTo>
                  <a:pt x="142875" y="1238250"/>
                </a:lnTo>
                <a:lnTo>
                  <a:pt x="133350" y="1238250"/>
                </a:lnTo>
                <a:lnTo>
                  <a:pt x="133350" y="1276350"/>
                </a:lnTo>
                <a:lnTo>
                  <a:pt x="152400" y="1276350"/>
                </a:lnTo>
                <a:lnTo>
                  <a:pt x="152400" y="1295400"/>
                </a:lnTo>
                <a:lnTo>
                  <a:pt x="161925" y="1295400"/>
                </a:lnTo>
                <a:lnTo>
                  <a:pt x="161925" y="1323975"/>
                </a:lnTo>
                <a:lnTo>
                  <a:pt x="152400" y="1323975"/>
                </a:lnTo>
                <a:lnTo>
                  <a:pt x="152400" y="1333500"/>
                </a:lnTo>
                <a:lnTo>
                  <a:pt x="161925" y="1333500"/>
                </a:lnTo>
                <a:lnTo>
                  <a:pt x="161925" y="1352550"/>
                </a:lnTo>
                <a:lnTo>
                  <a:pt x="133350" y="1352550"/>
                </a:lnTo>
                <a:lnTo>
                  <a:pt x="133350" y="1343025"/>
                </a:lnTo>
                <a:lnTo>
                  <a:pt x="123825" y="1343025"/>
                </a:lnTo>
                <a:lnTo>
                  <a:pt x="123825" y="1333500"/>
                </a:lnTo>
                <a:lnTo>
                  <a:pt x="47625" y="1333500"/>
                </a:lnTo>
                <a:lnTo>
                  <a:pt x="47625" y="1343025"/>
                </a:lnTo>
                <a:lnTo>
                  <a:pt x="38100" y="1343025"/>
                </a:lnTo>
                <a:lnTo>
                  <a:pt x="38100" y="1400175"/>
                </a:lnTo>
                <a:lnTo>
                  <a:pt x="19050" y="1400175"/>
                </a:lnTo>
                <a:lnTo>
                  <a:pt x="19050" y="1390650"/>
                </a:lnTo>
                <a:lnTo>
                  <a:pt x="9525" y="1390650"/>
                </a:lnTo>
                <a:lnTo>
                  <a:pt x="9525" y="1400175"/>
                </a:lnTo>
                <a:lnTo>
                  <a:pt x="0" y="1400175"/>
                </a:lnTo>
                <a:lnTo>
                  <a:pt x="0" y="1295400"/>
                </a:lnTo>
                <a:lnTo>
                  <a:pt x="9525" y="1295400"/>
                </a:lnTo>
                <a:lnTo>
                  <a:pt x="9525" y="1304925"/>
                </a:lnTo>
                <a:lnTo>
                  <a:pt x="38100" y="1304925"/>
                </a:lnTo>
                <a:lnTo>
                  <a:pt x="38100" y="1295400"/>
                </a:lnTo>
                <a:lnTo>
                  <a:pt x="28575" y="1295400"/>
                </a:lnTo>
                <a:lnTo>
                  <a:pt x="28575" y="1276350"/>
                </a:lnTo>
                <a:lnTo>
                  <a:pt x="66675" y="1276350"/>
                </a:lnTo>
                <a:lnTo>
                  <a:pt x="66675" y="1247775"/>
                </a:lnTo>
                <a:lnTo>
                  <a:pt x="76200" y="1247775"/>
                </a:lnTo>
                <a:lnTo>
                  <a:pt x="76200" y="1266825"/>
                </a:lnTo>
                <a:lnTo>
                  <a:pt x="85725" y="1266825"/>
                </a:lnTo>
                <a:lnTo>
                  <a:pt x="85725" y="1257300"/>
                </a:lnTo>
                <a:lnTo>
                  <a:pt x="114300" y="1257300"/>
                </a:lnTo>
                <a:lnTo>
                  <a:pt x="114300" y="1238250"/>
                </a:lnTo>
                <a:lnTo>
                  <a:pt x="123825" y="1238250"/>
                </a:lnTo>
                <a:close/>
                <a:moveTo>
                  <a:pt x="1781175" y="1276350"/>
                </a:moveTo>
                <a:lnTo>
                  <a:pt x="1790700" y="1276350"/>
                </a:lnTo>
                <a:lnTo>
                  <a:pt x="1790700" y="1285875"/>
                </a:lnTo>
                <a:lnTo>
                  <a:pt x="1800225" y="1285875"/>
                </a:lnTo>
                <a:lnTo>
                  <a:pt x="1800225" y="1295400"/>
                </a:lnTo>
                <a:lnTo>
                  <a:pt x="1809750" y="1295400"/>
                </a:lnTo>
                <a:lnTo>
                  <a:pt x="1809750" y="1304925"/>
                </a:lnTo>
                <a:lnTo>
                  <a:pt x="1781175" y="1304925"/>
                </a:lnTo>
                <a:close/>
                <a:moveTo>
                  <a:pt x="104775" y="1304925"/>
                </a:moveTo>
                <a:lnTo>
                  <a:pt x="114300" y="1304925"/>
                </a:lnTo>
                <a:lnTo>
                  <a:pt x="114300" y="1285875"/>
                </a:lnTo>
                <a:lnTo>
                  <a:pt x="104775" y="1285875"/>
                </a:lnTo>
                <a:close/>
                <a:moveTo>
                  <a:pt x="1743075" y="1304925"/>
                </a:moveTo>
                <a:lnTo>
                  <a:pt x="1752600" y="1304925"/>
                </a:lnTo>
                <a:lnTo>
                  <a:pt x="1752600" y="1323975"/>
                </a:lnTo>
                <a:lnTo>
                  <a:pt x="1743075" y="1323975"/>
                </a:lnTo>
                <a:close/>
                <a:moveTo>
                  <a:pt x="66675" y="1314450"/>
                </a:moveTo>
                <a:lnTo>
                  <a:pt x="76200" y="1314450"/>
                </a:lnTo>
                <a:lnTo>
                  <a:pt x="76200" y="1304925"/>
                </a:lnTo>
                <a:lnTo>
                  <a:pt x="66675" y="1304925"/>
                </a:lnTo>
                <a:close/>
                <a:moveTo>
                  <a:pt x="85725" y="1314450"/>
                </a:moveTo>
                <a:lnTo>
                  <a:pt x="95250" y="1314450"/>
                </a:lnTo>
                <a:lnTo>
                  <a:pt x="95250" y="1304925"/>
                </a:lnTo>
                <a:lnTo>
                  <a:pt x="85725" y="1304925"/>
                </a:lnTo>
                <a:close/>
                <a:moveTo>
                  <a:pt x="1800225" y="1343025"/>
                </a:moveTo>
                <a:lnTo>
                  <a:pt x="1828800" y="1343025"/>
                </a:lnTo>
                <a:lnTo>
                  <a:pt x="1828800" y="1362075"/>
                </a:lnTo>
                <a:lnTo>
                  <a:pt x="1809750" y="1362075"/>
                </a:lnTo>
                <a:lnTo>
                  <a:pt x="1809750" y="1352550"/>
                </a:lnTo>
                <a:lnTo>
                  <a:pt x="1800225" y="1352550"/>
                </a:lnTo>
                <a:close/>
                <a:moveTo>
                  <a:pt x="1743075" y="1352550"/>
                </a:moveTo>
                <a:lnTo>
                  <a:pt x="1752600" y="1352550"/>
                </a:lnTo>
                <a:lnTo>
                  <a:pt x="1752600" y="1371600"/>
                </a:lnTo>
                <a:lnTo>
                  <a:pt x="1743075" y="1371600"/>
                </a:lnTo>
                <a:close/>
                <a:moveTo>
                  <a:pt x="1905000" y="1362075"/>
                </a:moveTo>
                <a:lnTo>
                  <a:pt x="1914525" y="1362075"/>
                </a:lnTo>
                <a:lnTo>
                  <a:pt x="1914525" y="1390650"/>
                </a:lnTo>
                <a:lnTo>
                  <a:pt x="1905000" y="1390650"/>
                </a:lnTo>
                <a:close/>
                <a:moveTo>
                  <a:pt x="1943100" y="1362075"/>
                </a:moveTo>
                <a:lnTo>
                  <a:pt x="1952625" y="1362075"/>
                </a:lnTo>
                <a:lnTo>
                  <a:pt x="1952625" y="1381125"/>
                </a:lnTo>
                <a:lnTo>
                  <a:pt x="1943100" y="1381125"/>
                </a:lnTo>
                <a:close/>
                <a:moveTo>
                  <a:pt x="1838325" y="1390650"/>
                </a:moveTo>
                <a:lnTo>
                  <a:pt x="1866900" y="1390650"/>
                </a:lnTo>
                <a:lnTo>
                  <a:pt x="1866900" y="1409700"/>
                </a:lnTo>
                <a:lnTo>
                  <a:pt x="1838325" y="1409700"/>
                </a:lnTo>
                <a:close/>
                <a:moveTo>
                  <a:pt x="38100" y="1428750"/>
                </a:moveTo>
                <a:lnTo>
                  <a:pt x="47625" y="1428750"/>
                </a:lnTo>
                <a:lnTo>
                  <a:pt x="47625" y="1438275"/>
                </a:lnTo>
                <a:lnTo>
                  <a:pt x="38100" y="1438275"/>
                </a:lnTo>
                <a:close/>
                <a:moveTo>
                  <a:pt x="47625" y="1457325"/>
                </a:moveTo>
                <a:lnTo>
                  <a:pt x="57150" y="1457325"/>
                </a:lnTo>
                <a:lnTo>
                  <a:pt x="57150" y="1485900"/>
                </a:lnTo>
                <a:lnTo>
                  <a:pt x="66675" y="1485900"/>
                </a:lnTo>
                <a:lnTo>
                  <a:pt x="66675" y="1495425"/>
                </a:lnTo>
                <a:lnTo>
                  <a:pt x="28575" y="1495425"/>
                </a:lnTo>
                <a:lnTo>
                  <a:pt x="28575" y="1466850"/>
                </a:lnTo>
                <a:lnTo>
                  <a:pt x="47625" y="1466850"/>
                </a:lnTo>
                <a:close/>
                <a:moveTo>
                  <a:pt x="1724025" y="1476375"/>
                </a:moveTo>
                <a:lnTo>
                  <a:pt x="1743075" y="1476375"/>
                </a:lnTo>
                <a:lnTo>
                  <a:pt x="1743075" y="1495425"/>
                </a:lnTo>
                <a:lnTo>
                  <a:pt x="1724025" y="1495425"/>
                </a:lnTo>
                <a:close/>
                <a:moveTo>
                  <a:pt x="85725" y="1514475"/>
                </a:moveTo>
                <a:lnTo>
                  <a:pt x="95250" y="1514475"/>
                </a:lnTo>
                <a:lnTo>
                  <a:pt x="95250" y="1524000"/>
                </a:lnTo>
                <a:lnTo>
                  <a:pt x="85725" y="1524000"/>
                </a:lnTo>
                <a:close/>
                <a:moveTo>
                  <a:pt x="1733550" y="1514475"/>
                </a:moveTo>
                <a:lnTo>
                  <a:pt x="1743075" y="1514475"/>
                </a:lnTo>
                <a:lnTo>
                  <a:pt x="1743075" y="1524000"/>
                </a:lnTo>
                <a:lnTo>
                  <a:pt x="1733550" y="1524000"/>
                </a:lnTo>
                <a:close/>
                <a:moveTo>
                  <a:pt x="95250" y="1524000"/>
                </a:moveTo>
                <a:lnTo>
                  <a:pt x="104775" y="1524000"/>
                </a:lnTo>
                <a:lnTo>
                  <a:pt x="104775" y="1543050"/>
                </a:lnTo>
                <a:lnTo>
                  <a:pt x="76200" y="1543050"/>
                </a:lnTo>
                <a:lnTo>
                  <a:pt x="76200" y="1533525"/>
                </a:lnTo>
                <a:lnTo>
                  <a:pt x="95250" y="1533525"/>
                </a:lnTo>
                <a:close/>
                <a:moveTo>
                  <a:pt x="1762125" y="1524000"/>
                </a:moveTo>
                <a:lnTo>
                  <a:pt x="1771650" y="1524000"/>
                </a:lnTo>
                <a:lnTo>
                  <a:pt x="1771650" y="1533525"/>
                </a:lnTo>
                <a:lnTo>
                  <a:pt x="1762125" y="1533525"/>
                </a:lnTo>
                <a:close/>
                <a:moveTo>
                  <a:pt x="1828800" y="1524000"/>
                </a:moveTo>
                <a:lnTo>
                  <a:pt x="1838325" y="1524000"/>
                </a:lnTo>
                <a:lnTo>
                  <a:pt x="1838325" y="1543050"/>
                </a:lnTo>
                <a:lnTo>
                  <a:pt x="1828800" y="1543050"/>
                </a:lnTo>
                <a:close/>
                <a:moveTo>
                  <a:pt x="38100" y="1543050"/>
                </a:moveTo>
                <a:lnTo>
                  <a:pt x="47625" y="1543050"/>
                </a:lnTo>
                <a:lnTo>
                  <a:pt x="47625" y="1552575"/>
                </a:lnTo>
                <a:lnTo>
                  <a:pt x="38100" y="1552575"/>
                </a:lnTo>
                <a:close/>
                <a:moveTo>
                  <a:pt x="1790700" y="1543050"/>
                </a:moveTo>
                <a:lnTo>
                  <a:pt x="1819275" y="1543050"/>
                </a:lnTo>
                <a:lnTo>
                  <a:pt x="1819275" y="1562100"/>
                </a:lnTo>
                <a:lnTo>
                  <a:pt x="1828800" y="1562100"/>
                </a:lnTo>
                <a:lnTo>
                  <a:pt x="1828800" y="1590675"/>
                </a:lnTo>
                <a:lnTo>
                  <a:pt x="1847850" y="1590675"/>
                </a:lnTo>
                <a:lnTo>
                  <a:pt x="1847850" y="1619250"/>
                </a:lnTo>
                <a:lnTo>
                  <a:pt x="1857375" y="1619250"/>
                </a:lnTo>
                <a:lnTo>
                  <a:pt x="1857375" y="1638300"/>
                </a:lnTo>
                <a:lnTo>
                  <a:pt x="1876425" y="1638300"/>
                </a:lnTo>
                <a:lnTo>
                  <a:pt x="1876425" y="1647825"/>
                </a:lnTo>
                <a:lnTo>
                  <a:pt x="1885950" y="1647825"/>
                </a:lnTo>
                <a:lnTo>
                  <a:pt x="1885950" y="1657350"/>
                </a:lnTo>
                <a:lnTo>
                  <a:pt x="1914525" y="1657350"/>
                </a:lnTo>
                <a:lnTo>
                  <a:pt x="1914525" y="1666875"/>
                </a:lnTo>
                <a:lnTo>
                  <a:pt x="1924050" y="1666875"/>
                </a:lnTo>
                <a:lnTo>
                  <a:pt x="1924050" y="1685925"/>
                </a:lnTo>
                <a:lnTo>
                  <a:pt x="1933575" y="1685925"/>
                </a:lnTo>
                <a:lnTo>
                  <a:pt x="1933575" y="1695450"/>
                </a:lnTo>
                <a:lnTo>
                  <a:pt x="1924050" y="1695450"/>
                </a:lnTo>
                <a:lnTo>
                  <a:pt x="1924050" y="1704975"/>
                </a:lnTo>
                <a:lnTo>
                  <a:pt x="1914525" y="1704975"/>
                </a:lnTo>
                <a:lnTo>
                  <a:pt x="1914525" y="1724025"/>
                </a:lnTo>
                <a:lnTo>
                  <a:pt x="1924050" y="1724025"/>
                </a:lnTo>
                <a:lnTo>
                  <a:pt x="1924050" y="1733550"/>
                </a:lnTo>
                <a:lnTo>
                  <a:pt x="1933575" y="1733550"/>
                </a:lnTo>
                <a:lnTo>
                  <a:pt x="1933575" y="1752600"/>
                </a:lnTo>
                <a:lnTo>
                  <a:pt x="1924050" y="1752600"/>
                </a:lnTo>
                <a:lnTo>
                  <a:pt x="1924050" y="1762125"/>
                </a:lnTo>
                <a:lnTo>
                  <a:pt x="1914525" y="1762125"/>
                </a:lnTo>
                <a:lnTo>
                  <a:pt x="1914525" y="1771650"/>
                </a:lnTo>
                <a:lnTo>
                  <a:pt x="1905000" y="1771650"/>
                </a:lnTo>
                <a:lnTo>
                  <a:pt x="1905000" y="1781175"/>
                </a:lnTo>
                <a:lnTo>
                  <a:pt x="1885950" y="1781175"/>
                </a:lnTo>
                <a:lnTo>
                  <a:pt x="1885950" y="1743075"/>
                </a:lnTo>
                <a:lnTo>
                  <a:pt x="1895475" y="1743075"/>
                </a:lnTo>
                <a:lnTo>
                  <a:pt x="1895475" y="1695450"/>
                </a:lnTo>
                <a:lnTo>
                  <a:pt x="1885950" y="1695450"/>
                </a:lnTo>
                <a:lnTo>
                  <a:pt x="1885950" y="1676400"/>
                </a:lnTo>
                <a:lnTo>
                  <a:pt x="1876425" y="1676400"/>
                </a:lnTo>
                <a:lnTo>
                  <a:pt x="1876425" y="1666875"/>
                </a:lnTo>
                <a:lnTo>
                  <a:pt x="1866900" y="1666875"/>
                </a:lnTo>
                <a:lnTo>
                  <a:pt x="1866900" y="1657350"/>
                </a:lnTo>
                <a:lnTo>
                  <a:pt x="1857375" y="1657350"/>
                </a:lnTo>
                <a:lnTo>
                  <a:pt x="1857375" y="1647825"/>
                </a:lnTo>
                <a:lnTo>
                  <a:pt x="1828800" y="1647825"/>
                </a:lnTo>
                <a:lnTo>
                  <a:pt x="1828800" y="1638300"/>
                </a:lnTo>
                <a:lnTo>
                  <a:pt x="1819275" y="1638300"/>
                </a:lnTo>
                <a:lnTo>
                  <a:pt x="1819275" y="1590675"/>
                </a:lnTo>
                <a:lnTo>
                  <a:pt x="1809750" y="1590675"/>
                </a:lnTo>
                <a:lnTo>
                  <a:pt x="1809750" y="1571625"/>
                </a:lnTo>
                <a:lnTo>
                  <a:pt x="1800225" y="1571625"/>
                </a:lnTo>
                <a:lnTo>
                  <a:pt x="1800225" y="1552575"/>
                </a:lnTo>
                <a:lnTo>
                  <a:pt x="1790700" y="1552575"/>
                </a:lnTo>
                <a:close/>
                <a:moveTo>
                  <a:pt x="0" y="1562100"/>
                </a:moveTo>
                <a:lnTo>
                  <a:pt x="9525" y="1562100"/>
                </a:lnTo>
                <a:lnTo>
                  <a:pt x="9525" y="1571625"/>
                </a:lnTo>
                <a:lnTo>
                  <a:pt x="28575" y="1571625"/>
                </a:lnTo>
                <a:lnTo>
                  <a:pt x="28575" y="1562100"/>
                </a:lnTo>
                <a:lnTo>
                  <a:pt x="38100" y="1562100"/>
                </a:lnTo>
                <a:lnTo>
                  <a:pt x="38100" y="1571625"/>
                </a:lnTo>
                <a:lnTo>
                  <a:pt x="57150" y="1571625"/>
                </a:lnTo>
                <a:lnTo>
                  <a:pt x="57150" y="1590675"/>
                </a:lnTo>
                <a:lnTo>
                  <a:pt x="47625" y="1590675"/>
                </a:lnTo>
                <a:lnTo>
                  <a:pt x="47625" y="1600200"/>
                </a:lnTo>
                <a:lnTo>
                  <a:pt x="38100" y="1600200"/>
                </a:lnTo>
                <a:lnTo>
                  <a:pt x="38100" y="1590675"/>
                </a:lnTo>
                <a:lnTo>
                  <a:pt x="28575" y="1590675"/>
                </a:lnTo>
                <a:lnTo>
                  <a:pt x="28575" y="1581150"/>
                </a:lnTo>
                <a:lnTo>
                  <a:pt x="19050" y="1581150"/>
                </a:lnTo>
                <a:lnTo>
                  <a:pt x="19050" y="1590675"/>
                </a:lnTo>
                <a:lnTo>
                  <a:pt x="0" y="1590675"/>
                </a:lnTo>
                <a:close/>
                <a:moveTo>
                  <a:pt x="1943100" y="1581150"/>
                </a:moveTo>
                <a:lnTo>
                  <a:pt x="1952625" y="1581150"/>
                </a:lnTo>
                <a:lnTo>
                  <a:pt x="1952625" y="1600200"/>
                </a:lnTo>
                <a:lnTo>
                  <a:pt x="1943100" y="1600200"/>
                </a:lnTo>
                <a:close/>
                <a:moveTo>
                  <a:pt x="19050" y="1619250"/>
                </a:moveTo>
                <a:lnTo>
                  <a:pt x="28575" y="1619250"/>
                </a:lnTo>
                <a:lnTo>
                  <a:pt x="28575" y="1638300"/>
                </a:lnTo>
                <a:lnTo>
                  <a:pt x="38100" y="1638300"/>
                </a:lnTo>
                <a:lnTo>
                  <a:pt x="38100" y="1647825"/>
                </a:lnTo>
                <a:lnTo>
                  <a:pt x="47625" y="1647825"/>
                </a:lnTo>
                <a:lnTo>
                  <a:pt x="47625" y="1657350"/>
                </a:lnTo>
                <a:lnTo>
                  <a:pt x="57150" y="1657350"/>
                </a:lnTo>
                <a:lnTo>
                  <a:pt x="57150" y="1676400"/>
                </a:lnTo>
                <a:lnTo>
                  <a:pt x="38100" y="1676400"/>
                </a:lnTo>
                <a:lnTo>
                  <a:pt x="38100" y="1657350"/>
                </a:lnTo>
                <a:lnTo>
                  <a:pt x="28575" y="1657350"/>
                </a:lnTo>
                <a:lnTo>
                  <a:pt x="28575" y="1666875"/>
                </a:lnTo>
                <a:lnTo>
                  <a:pt x="0" y="1666875"/>
                </a:lnTo>
                <a:lnTo>
                  <a:pt x="0" y="1647825"/>
                </a:lnTo>
                <a:lnTo>
                  <a:pt x="19050" y="1647825"/>
                </a:lnTo>
                <a:close/>
                <a:moveTo>
                  <a:pt x="1828800" y="1638300"/>
                </a:moveTo>
                <a:lnTo>
                  <a:pt x="1847850" y="1638300"/>
                </a:lnTo>
                <a:lnTo>
                  <a:pt x="1847850" y="1628775"/>
                </a:lnTo>
                <a:lnTo>
                  <a:pt x="1828800" y="1628775"/>
                </a:lnTo>
                <a:close/>
                <a:moveTo>
                  <a:pt x="0" y="1685925"/>
                </a:moveTo>
                <a:lnTo>
                  <a:pt x="9525" y="1685925"/>
                </a:lnTo>
                <a:lnTo>
                  <a:pt x="9525" y="1695450"/>
                </a:lnTo>
                <a:lnTo>
                  <a:pt x="19050" y="1695450"/>
                </a:lnTo>
                <a:lnTo>
                  <a:pt x="19050" y="1724025"/>
                </a:lnTo>
                <a:lnTo>
                  <a:pt x="9525" y="1724025"/>
                </a:lnTo>
                <a:lnTo>
                  <a:pt x="9525" y="1714500"/>
                </a:lnTo>
                <a:lnTo>
                  <a:pt x="0" y="1714500"/>
                </a:lnTo>
                <a:close/>
                <a:moveTo>
                  <a:pt x="1943100" y="1685925"/>
                </a:moveTo>
                <a:lnTo>
                  <a:pt x="1952625" y="1685925"/>
                </a:lnTo>
                <a:lnTo>
                  <a:pt x="1952625" y="1704975"/>
                </a:lnTo>
                <a:lnTo>
                  <a:pt x="1943100" y="1704975"/>
                </a:lnTo>
                <a:close/>
                <a:moveTo>
                  <a:pt x="0" y="1752600"/>
                </a:moveTo>
                <a:lnTo>
                  <a:pt x="57150" y="1752600"/>
                </a:lnTo>
                <a:lnTo>
                  <a:pt x="57150" y="1762125"/>
                </a:lnTo>
                <a:lnTo>
                  <a:pt x="66675" y="1762125"/>
                </a:lnTo>
                <a:lnTo>
                  <a:pt x="66675" y="1781175"/>
                </a:lnTo>
                <a:lnTo>
                  <a:pt x="0" y="1781175"/>
                </a:lnTo>
                <a:close/>
              </a:path>
            </a:pathLst>
          </a:custGeom>
          <a:solidFill xmlns:a="http://schemas.openxmlformats.org/drawingml/2006/main">
            <a:srgbClr val="F2EFDD"/>
          </a:solidFill>
          <a:ln xmlns:a="http://schemas.openxmlformats.org/drawingml/2006/main" w="0">
            <a:noFill/>
          </a:ln>
        </p:spPr>
      </p:sp>
      <p:sp>
        <p:nvSpPr>
          <p:cNvPr id="120" name="logo7 vector #f0f0e0">
            <a:extLst xmlns:a="http://schemas.openxmlformats.org/drawingml/2006/main">
              <a:ext uri="{FF2B5EF4-FFF2-40B4-BE49-F238E27FC236}">
                <a16:creationId xmlns:a16="http://schemas.microsoft.com/office/drawing/2014/main" id="{F15120EA-C555-49F2-B702-E052BBB9EA5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5300" y="5210175"/>
            <a:ext cx="2305050" cy="2105025"/>
          </a:xfrm>
          <a:custGeom xmlns:a="http://schemas.openxmlformats.org/drawingml/2006/main">
            <a:pathLst>
              <a:path w="1952625" h="1781175">
                <a:moveTo>
                  <a:pt x="66675" y="0"/>
                </a:moveTo>
                <a:lnTo>
                  <a:pt x="76200" y="0"/>
                </a:lnTo>
                <a:lnTo>
                  <a:pt x="76200" y="228600"/>
                </a:lnTo>
                <a:lnTo>
                  <a:pt x="85725" y="228600"/>
                </a:lnTo>
                <a:lnTo>
                  <a:pt x="85725" y="219075"/>
                </a:lnTo>
                <a:lnTo>
                  <a:pt x="95250" y="219075"/>
                </a:lnTo>
                <a:lnTo>
                  <a:pt x="95250" y="238125"/>
                </a:lnTo>
                <a:lnTo>
                  <a:pt x="85725" y="238125"/>
                </a:lnTo>
                <a:lnTo>
                  <a:pt x="85725" y="247650"/>
                </a:lnTo>
                <a:lnTo>
                  <a:pt x="95250" y="247650"/>
                </a:lnTo>
                <a:lnTo>
                  <a:pt x="95250" y="333375"/>
                </a:lnTo>
                <a:lnTo>
                  <a:pt x="85725" y="333375"/>
                </a:lnTo>
                <a:lnTo>
                  <a:pt x="85725" y="361950"/>
                </a:lnTo>
                <a:lnTo>
                  <a:pt x="95250" y="361950"/>
                </a:lnTo>
                <a:lnTo>
                  <a:pt x="95250" y="409575"/>
                </a:lnTo>
                <a:lnTo>
                  <a:pt x="76200" y="409575"/>
                </a:lnTo>
                <a:lnTo>
                  <a:pt x="76200" y="447675"/>
                </a:lnTo>
                <a:lnTo>
                  <a:pt x="66675" y="447675"/>
                </a:lnTo>
                <a:close/>
                <a:moveTo>
                  <a:pt x="1371600" y="0"/>
                </a:moveTo>
                <a:lnTo>
                  <a:pt x="1381125" y="0"/>
                </a:lnTo>
                <a:lnTo>
                  <a:pt x="1381125" y="19050"/>
                </a:lnTo>
                <a:lnTo>
                  <a:pt x="1371600" y="19050"/>
                </a:lnTo>
                <a:close/>
                <a:moveTo>
                  <a:pt x="28575" y="19050"/>
                </a:moveTo>
                <a:lnTo>
                  <a:pt x="38100" y="19050"/>
                </a:lnTo>
                <a:lnTo>
                  <a:pt x="38100" y="57150"/>
                </a:lnTo>
                <a:lnTo>
                  <a:pt x="28575" y="57150"/>
                </a:lnTo>
                <a:lnTo>
                  <a:pt x="28575" y="47625"/>
                </a:lnTo>
                <a:lnTo>
                  <a:pt x="9525" y="47625"/>
                </a:lnTo>
                <a:lnTo>
                  <a:pt x="9525" y="57150"/>
                </a:lnTo>
                <a:lnTo>
                  <a:pt x="19050" y="57150"/>
                </a:lnTo>
                <a:lnTo>
                  <a:pt x="19050" y="66675"/>
                </a:lnTo>
                <a:lnTo>
                  <a:pt x="9525" y="66675"/>
                </a:lnTo>
                <a:lnTo>
                  <a:pt x="9525" y="76200"/>
                </a:lnTo>
                <a:lnTo>
                  <a:pt x="0" y="76200"/>
                </a:lnTo>
                <a:lnTo>
                  <a:pt x="0" y="38100"/>
                </a:lnTo>
                <a:lnTo>
                  <a:pt x="9525" y="38100"/>
                </a:lnTo>
                <a:lnTo>
                  <a:pt x="9525" y="28575"/>
                </a:lnTo>
                <a:lnTo>
                  <a:pt x="19050" y="28575"/>
                </a:lnTo>
                <a:lnTo>
                  <a:pt x="19050" y="38100"/>
                </a:lnTo>
                <a:lnTo>
                  <a:pt x="28575" y="38100"/>
                </a:lnTo>
                <a:close/>
                <a:moveTo>
                  <a:pt x="419100" y="57150"/>
                </a:moveTo>
                <a:lnTo>
                  <a:pt x="428625" y="57150"/>
                </a:lnTo>
                <a:lnTo>
                  <a:pt x="428625" y="66675"/>
                </a:lnTo>
                <a:lnTo>
                  <a:pt x="438150" y="66675"/>
                </a:lnTo>
                <a:lnTo>
                  <a:pt x="438150" y="76200"/>
                </a:lnTo>
                <a:lnTo>
                  <a:pt x="419100" y="76200"/>
                </a:lnTo>
                <a:lnTo>
                  <a:pt x="419100" y="85725"/>
                </a:lnTo>
                <a:lnTo>
                  <a:pt x="409575" y="85725"/>
                </a:lnTo>
                <a:lnTo>
                  <a:pt x="409575" y="76200"/>
                </a:lnTo>
                <a:lnTo>
                  <a:pt x="400050" y="76200"/>
                </a:lnTo>
                <a:lnTo>
                  <a:pt x="400050" y="66675"/>
                </a:lnTo>
                <a:lnTo>
                  <a:pt x="419100" y="66675"/>
                </a:lnTo>
                <a:close/>
                <a:moveTo>
                  <a:pt x="19050" y="66675"/>
                </a:moveTo>
                <a:lnTo>
                  <a:pt x="38100" y="66675"/>
                </a:lnTo>
                <a:lnTo>
                  <a:pt x="38100" y="76200"/>
                </a:lnTo>
                <a:lnTo>
                  <a:pt x="28575" y="76200"/>
                </a:lnTo>
                <a:lnTo>
                  <a:pt x="28575" y="95250"/>
                </a:lnTo>
                <a:lnTo>
                  <a:pt x="38100" y="95250"/>
                </a:lnTo>
                <a:lnTo>
                  <a:pt x="38100" y="104775"/>
                </a:lnTo>
                <a:lnTo>
                  <a:pt x="28575" y="104775"/>
                </a:lnTo>
                <a:lnTo>
                  <a:pt x="28575" y="114300"/>
                </a:lnTo>
                <a:lnTo>
                  <a:pt x="19050" y="114300"/>
                </a:lnTo>
                <a:close/>
                <a:moveTo>
                  <a:pt x="0" y="95250"/>
                </a:moveTo>
                <a:lnTo>
                  <a:pt x="9525" y="95250"/>
                </a:lnTo>
                <a:lnTo>
                  <a:pt x="9525" y="104775"/>
                </a:lnTo>
                <a:lnTo>
                  <a:pt x="0" y="104775"/>
                </a:lnTo>
                <a:close/>
                <a:moveTo>
                  <a:pt x="0" y="114300"/>
                </a:moveTo>
                <a:lnTo>
                  <a:pt x="9525" y="114300"/>
                </a:lnTo>
                <a:lnTo>
                  <a:pt x="9525" y="123825"/>
                </a:lnTo>
                <a:lnTo>
                  <a:pt x="0" y="123825"/>
                </a:lnTo>
                <a:close/>
                <a:moveTo>
                  <a:pt x="28575" y="123825"/>
                </a:moveTo>
                <a:lnTo>
                  <a:pt x="38100" y="123825"/>
                </a:lnTo>
                <a:lnTo>
                  <a:pt x="38100" y="152400"/>
                </a:lnTo>
                <a:lnTo>
                  <a:pt x="28575" y="152400"/>
                </a:lnTo>
                <a:close/>
                <a:moveTo>
                  <a:pt x="1638300" y="123825"/>
                </a:moveTo>
                <a:lnTo>
                  <a:pt x="1657350" y="123825"/>
                </a:lnTo>
                <a:lnTo>
                  <a:pt x="1657350" y="133350"/>
                </a:lnTo>
                <a:lnTo>
                  <a:pt x="1638300" y="133350"/>
                </a:lnTo>
                <a:close/>
                <a:moveTo>
                  <a:pt x="85725" y="152400"/>
                </a:moveTo>
                <a:lnTo>
                  <a:pt x="95250" y="152400"/>
                </a:lnTo>
                <a:lnTo>
                  <a:pt x="95250" y="161925"/>
                </a:lnTo>
                <a:lnTo>
                  <a:pt x="85725" y="161925"/>
                </a:lnTo>
                <a:close/>
                <a:moveTo>
                  <a:pt x="85725" y="180975"/>
                </a:moveTo>
                <a:lnTo>
                  <a:pt x="95250" y="180975"/>
                </a:lnTo>
                <a:lnTo>
                  <a:pt x="95250" y="200025"/>
                </a:lnTo>
                <a:lnTo>
                  <a:pt x="85725" y="200025"/>
                </a:lnTo>
                <a:close/>
                <a:moveTo>
                  <a:pt x="1724025" y="190500"/>
                </a:moveTo>
                <a:lnTo>
                  <a:pt x="1752600" y="190500"/>
                </a:lnTo>
                <a:lnTo>
                  <a:pt x="1752600" y="209550"/>
                </a:lnTo>
                <a:lnTo>
                  <a:pt x="1743075" y="209550"/>
                </a:lnTo>
                <a:lnTo>
                  <a:pt x="1743075" y="219075"/>
                </a:lnTo>
                <a:lnTo>
                  <a:pt x="1724025" y="219075"/>
                </a:lnTo>
                <a:close/>
                <a:moveTo>
                  <a:pt x="1771650" y="285750"/>
                </a:moveTo>
                <a:lnTo>
                  <a:pt x="1790700" y="285750"/>
                </a:lnTo>
                <a:lnTo>
                  <a:pt x="1790700" y="295275"/>
                </a:lnTo>
                <a:lnTo>
                  <a:pt x="1781175" y="295275"/>
                </a:lnTo>
                <a:lnTo>
                  <a:pt x="1781175" y="304800"/>
                </a:lnTo>
                <a:lnTo>
                  <a:pt x="1771650" y="304800"/>
                </a:lnTo>
                <a:close/>
                <a:moveTo>
                  <a:pt x="66675" y="457200"/>
                </a:moveTo>
                <a:lnTo>
                  <a:pt x="76200" y="457200"/>
                </a:lnTo>
                <a:lnTo>
                  <a:pt x="76200" y="495300"/>
                </a:lnTo>
                <a:lnTo>
                  <a:pt x="85725" y="495300"/>
                </a:lnTo>
                <a:lnTo>
                  <a:pt x="85725" y="523875"/>
                </a:lnTo>
                <a:lnTo>
                  <a:pt x="76200" y="523875"/>
                </a:lnTo>
                <a:lnTo>
                  <a:pt x="76200" y="514350"/>
                </a:lnTo>
                <a:lnTo>
                  <a:pt x="66675" y="514350"/>
                </a:lnTo>
                <a:close/>
                <a:moveTo>
                  <a:pt x="28575" y="504825"/>
                </a:moveTo>
                <a:lnTo>
                  <a:pt x="38100" y="504825"/>
                </a:lnTo>
                <a:lnTo>
                  <a:pt x="38100" y="523875"/>
                </a:lnTo>
                <a:lnTo>
                  <a:pt x="47625" y="523875"/>
                </a:lnTo>
                <a:lnTo>
                  <a:pt x="47625" y="542925"/>
                </a:lnTo>
                <a:lnTo>
                  <a:pt x="38100" y="542925"/>
                </a:lnTo>
                <a:lnTo>
                  <a:pt x="38100" y="552450"/>
                </a:lnTo>
                <a:lnTo>
                  <a:pt x="47625" y="552450"/>
                </a:lnTo>
                <a:lnTo>
                  <a:pt x="47625" y="561975"/>
                </a:lnTo>
                <a:lnTo>
                  <a:pt x="57150" y="561975"/>
                </a:lnTo>
                <a:lnTo>
                  <a:pt x="57150" y="571500"/>
                </a:lnTo>
                <a:lnTo>
                  <a:pt x="28575" y="571500"/>
                </a:lnTo>
                <a:lnTo>
                  <a:pt x="28575" y="542925"/>
                </a:lnTo>
                <a:lnTo>
                  <a:pt x="19050" y="542925"/>
                </a:lnTo>
                <a:lnTo>
                  <a:pt x="19050" y="533400"/>
                </a:lnTo>
                <a:lnTo>
                  <a:pt x="28575" y="533400"/>
                </a:lnTo>
                <a:close/>
                <a:moveTo>
                  <a:pt x="1771650" y="504825"/>
                </a:moveTo>
                <a:lnTo>
                  <a:pt x="1781175" y="504825"/>
                </a:lnTo>
                <a:lnTo>
                  <a:pt x="1781175" y="514350"/>
                </a:lnTo>
                <a:lnTo>
                  <a:pt x="1790700" y="514350"/>
                </a:lnTo>
                <a:lnTo>
                  <a:pt x="1790700" y="523875"/>
                </a:lnTo>
                <a:lnTo>
                  <a:pt x="1771650" y="523875"/>
                </a:lnTo>
                <a:close/>
                <a:moveTo>
                  <a:pt x="76200" y="542925"/>
                </a:moveTo>
                <a:lnTo>
                  <a:pt x="85725" y="542925"/>
                </a:lnTo>
                <a:lnTo>
                  <a:pt x="85725" y="552450"/>
                </a:lnTo>
                <a:lnTo>
                  <a:pt x="76200" y="552450"/>
                </a:lnTo>
                <a:close/>
                <a:moveTo>
                  <a:pt x="85725" y="552450"/>
                </a:moveTo>
                <a:lnTo>
                  <a:pt x="95250" y="552450"/>
                </a:lnTo>
                <a:lnTo>
                  <a:pt x="95250" y="561975"/>
                </a:lnTo>
                <a:lnTo>
                  <a:pt x="85725" y="561975"/>
                </a:lnTo>
                <a:close/>
                <a:moveTo>
                  <a:pt x="95250" y="561975"/>
                </a:moveTo>
                <a:lnTo>
                  <a:pt x="104775" y="561975"/>
                </a:lnTo>
                <a:lnTo>
                  <a:pt x="104775" y="571500"/>
                </a:lnTo>
                <a:lnTo>
                  <a:pt x="95250" y="571500"/>
                </a:lnTo>
                <a:close/>
                <a:moveTo>
                  <a:pt x="1924050" y="561975"/>
                </a:moveTo>
                <a:lnTo>
                  <a:pt x="1943100" y="561975"/>
                </a:lnTo>
                <a:lnTo>
                  <a:pt x="1943100" y="571500"/>
                </a:lnTo>
                <a:lnTo>
                  <a:pt x="1924050" y="571500"/>
                </a:lnTo>
                <a:close/>
                <a:moveTo>
                  <a:pt x="47625" y="581025"/>
                </a:moveTo>
                <a:lnTo>
                  <a:pt x="66675" y="581025"/>
                </a:lnTo>
                <a:lnTo>
                  <a:pt x="66675" y="600075"/>
                </a:lnTo>
                <a:lnTo>
                  <a:pt x="76200" y="600075"/>
                </a:lnTo>
                <a:lnTo>
                  <a:pt x="76200" y="619125"/>
                </a:lnTo>
                <a:lnTo>
                  <a:pt x="66675" y="619125"/>
                </a:lnTo>
                <a:lnTo>
                  <a:pt x="66675" y="609600"/>
                </a:lnTo>
                <a:lnTo>
                  <a:pt x="57150" y="609600"/>
                </a:lnTo>
                <a:lnTo>
                  <a:pt x="57150" y="619125"/>
                </a:lnTo>
                <a:lnTo>
                  <a:pt x="47625" y="619125"/>
                </a:lnTo>
                <a:lnTo>
                  <a:pt x="47625" y="628650"/>
                </a:lnTo>
                <a:lnTo>
                  <a:pt x="38100" y="628650"/>
                </a:lnTo>
                <a:lnTo>
                  <a:pt x="38100" y="609600"/>
                </a:lnTo>
                <a:lnTo>
                  <a:pt x="47625" y="609600"/>
                </a:lnTo>
                <a:close/>
                <a:moveTo>
                  <a:pt x="76200" y="619125"/>
                </a:moveTo>
                <a:lnTo>
                  <a:pt x="85725" y="619125"/>
                </a:lnTo>
                <a:lnTo>
                  <a:pt x="85725" y="628650"/>
                </a:lnTo>
                <a:lnTo>
                  <a:pt x="95250" y="628650"/>
                </a:lnTo>
                <a:lnTo>
                  <a:pt x="95250" y="638175"/>
                </a:lnTo>
                <a:lnTo>
                  <a:pt x="104775" y="638175"/>
                </a:lnTo>
                <a:lnTo>
                  <a:pt x="104775" y="647700"/>
                </a:lnTo>
                <a:lnTo>
                  <a:pt x="114300" y="647700"/>
                </a:lnTo>
                <a:lnTo>
                  <a:pt x="114300" y="657225"/>
                </a:lnTo>
                <a:lnTo>
                  <a:pt x="123825" y="657225"/>
                </a:lnTo>
                <a:lnTo>
                  <a:pt x="123825" y="666750"/>
                </a:lnTo>
                <a:lnTo>
                  <a:pt x="133350" y="666750"/>
                </a:lnTo>
                <a:lnTo>
                  <a:pt x="133350" y="685800"/>
                </a:lnTo>
                <a:lnTo>
                  <a:pt x="114300" y="685800"/>
                </a:lnTo>
                <a:lnTo>
                  <a:pt x="114300" y="676275"/>
                </a:lnTo>
                <a:lnTo>
                  <a:pt x="104775" y="676275"/>
                </a:lnTo>
                <a:lnTo>
                  <a:pt x="104775" y="657225"/>
                </a:lnTo>
                <a:lnTo>
                  <a:pt x="95250" y="657225"/>
                </a:lnTo>
                <a:lnTo>
                  <a:pt x="95250" y="647700"/>
                </a:lnTo>
                <a:lnTo>
                  <a:pt x="85725" y="647700"/>
                </a:lnTo>
                <a:lnTo>
                  <a:pt x="85725" y="638175"/>
                </a:lnTo>
                <a:lnTo>
                  <a:pt x="76200" y="638175"/>
                </a:lnTo>
                <a:lnTo>
                  <a:pt x="76200" y="647700"/>
                </a:lnTo>
                <a:lnTo>
                  <a:pt x="66675" y="647700"/>
                </a:lnTo>
                <a:lnTo>
                  <a:pt x="66675" y="628650"/>
                </a:lnTo>
                <a:lnTo>
                  <a:pt x="76200" y="628650"/>
                </a:lnTo>
                <a:close/>
                <a:moveTo>
                  <a:pt x="133350" y="619125"/>
                </a:moveTo>
                <a:lnTo>
                  <a:pt x="152400" y="619125"/>
                </a:lnTo>
                <a:lnTo>
                  <a:pt x="152400" y="647700"/>
                </a:lnTo>
                <a:lnTo>
                  <a:pt x="142875" y="647700"/>
                </a:lnTo>
                <a:lnTo>
                  <a:pt x="142875" y="638175"/>
                </a:lnTo>
                <a:lnTo>
                  <a:pt x="133350" y="638175"/>
                </a:lnTo>
                <a:close/>
                <a:moveTo>
                  <a:pt x="28575" y="628650"/>
                </a:moveTo>
                <a:lnTo>
                  <a:pt x="38100" y="628650"/>
                </a:lnTo>
                <a:lnTo>
                  <a:pt x="38100" y="647700"/>
                </a:lnTo>
                <a:lnTo>
                  <a:pt x="28575" y="647700"/>
                </a:lnTo>
                <a:close/>
                <a:moveTo>
                  <a:pt x="152400" y="647700"/>
                </a:moveTo>
                <a:lnTo>
                  <a:pt x="161925" y="647700"/>
                </a:lnTo>
                <a:lnTo>
                  <a:pt x="161925" y="657225"/>
                </a:lnTo>
                <a:lnTo>
                  <a:pt x="152400" y="657225"/>
                </a:lnTo>
                <a:close/>
                <a:moveTo>
                  <a:pt x="1933575" y="666750"/>
                </a:moveTo>
                <a:lnTo>
                  <a:pt x="1952625" y="666750"/>
                </a:lnTo>
                <a:lnTo>
                  <a:pt x="1952625" y="695325"/>
                </a:lnTo>
                <a:lnTo>
                  <a:pt x="1752600" y="695325"/>
                </a:lnTo>
                <a:lnTo>
                  <a:pt x="1752600" y="676275"/>
                </a:lnTo>
                <a:lnTo>
                  <a:pt x="1933575" y="676275"/>
                </a:lnTo>
                <a:close/>
                <a:moveTo>
                  <a:pt x="1752600" y="723900"/>
                </a:moveTo>
                <a:lnTo>
                  <a:pt x="1952625" y="723900"/>
                </a:lnTo>
                <a:lnTo>
                  <a:pt x="1952625" y="752475"/>
                </a:lnTo>
                <a:lnTo>
                  <a:pt x="1914525" y="752475"/>
                </a:lnTo>
                <a:lnTo>
                  <a:pt x="1914525" y="742950"/>
                </a:lnTo>
                <a:lnTo>
                  <a:pt x="1885950" y="742950"/>
                </a:lnTo>
                <a:lnTo>
                  <a:pt x="1885950" y="752475"/>
                </a:lnTo>
                <a:lnTo>
                  <a:pt x="1866900" y="752475"/>
                </a:lnTo>
                <a:lnTo>
                  <a:pt x="1866900" y="742950"/>
                </a:lnTo>
                <a:lnTo>
                  <a:pt x="1876425" y="742950"/>
                </a:lnTo>
                <a:lnTo>
                  <a:pt x="1876425" y="733425"/>
                </a:lnTo>
                <a:lnTo>
                  <a:pt x="1800225" y="733425"/>
                </a:lnTo>
                <a:lnTo>
                  <a:pt x="1800225" y="752475"/>
                </a:lnTo>
                <a:lnTo>
                  <a:pt x="1781175" y="752475"/>
                </a:lnTo>
                <a:lnTo>
                  <a:pt x="1781175" y="733425"/>
                </a:lnTo>
                <a:lnTo>
                  <a:pt x="1752600" y="733425"/>
                </a:lnTo>
                <a:close/>
                <a:moveTo>
                  <a:pt x="1914525" y="1028700"/>
                </a:moveTo>
                <a:lnTo>
                  <a:pt x="1924050" y="1028700"/>
                </a:lnTo>
                <a:lnTo>
                  <a:pt x="1924050" y="1038225"/>
                </a:lnTo>
                <a:lnTo>
                  <a:pt x="1914525" y="1038225"/>
                </a:lnTo>
                <a:close/>
                <a:moveTo>
                  <a:pt x="1895475" y="1095375"/>
                </a:moveTo>
                <a:lnTo>
                  <a:pt x="1914525" y="1095375"/>
                </a:lnTo>
                <a:lnTo>
                  <a:pt x="1914525" y="1104900"/>
                </a:lnTo>
                <a:lnTo>
                  <a:pt x="1895475" y="1104900"/>
                </a:lnTo>
                <a:close/>
                <a:moveTo>
                  <a:pt x="1885950" y="1104900"/>
                </a:moveTo>
                <a:lnTo>
                  <a:pt x="1895475" y="1104900"/>
                </a:lnTo>
                <a:lnTo>
                  <a:pt x="1895475" y="1114425"/>
                </a:lnTo>
                <a:lnTo>
                  <a:pt x="1885950" y="1114425"/>
                </a:lnTo>
                <a:close/>
                <a:moveTo>
                  <a:pt x="19050" y="1114425"/>
                </a:moveTo>
                <a:lnTo>
                  <a:pt x="28575" y="1114425"/>
                </a:lnTo>
                <a:lnTo>
                  <a:pt x="28575" y="1133475"/>
                </a:lnTo>
                <a:lnTo>
                  <a:pt x="19050" y="1133475"/>
                </a:lnTo>
                <a:close/>
                <a:moveTo>
                  <a:pt x="1800225" y="1152525"/>
                </a:moveTo>
                <a:lnTo>
                  <a:pt x="1809750" y="1152525"/>
                </a:lnTo>
                <a:lnTo>
                  <a:pt x="1809750" y="1162050"/>
                </a:lnTo>
                <a:lnTo>
                  <a:pt x="1800225" y="1162050"/>
                </a:lnTo>
                <a:close/>
                <a:moveTo>
                  <a:pt x="1819275" y="1162050"/>
                </a:moveTo>
                <a:lnTo>
                  <a:pt x="1828800" y="1162050"/>
                </a:lnTo>
                <a:lnTo>
                  <a:pt x="1828800" y="1171575"/>
                </a:lnTo>
                <a:lnTo>
                  <a:pt x="1819275" y="1171575"/>
                </a:lnTo>
                <a:close/>
                <a:moveTo>
                  <a:pt x="1790700" y="1171575"/>
                </a:moveTo>
                <a:lnTo>
                  <a:pt x="1809750" y="1171575"/>
                </a:lnTo>
                <a:lnTo>
                  <a:pt x="1809750" y="1181100"/>
                </a:lnTo>
                <a:lnTo>
                  <a:pt x="1790700" y="1181100"/>
                </a:lnTo>
                <a:close/>
                <a:moveTo>
                  <a:pt x="1800225" y="1190625"/>
                </a:moveTo>
                <a:lnTo>
                  <a:pt x="1809750" y="1190625"/>
                </a:lnTo>
                <a:lnTo>
                  <a:pt x="1809750" y="1209675"/>
                </a:lnTo>
                <a:lnTo>
                  <a:pt x="1800225" y="1209675"/>
                </a:lnTo>
                <a:close/>
                <a:moveTo>
                  <a:pt x="1866900" y="1323975"/>
                </a:moveTo>
                <a:lnTo>
                  <a:pt x="1876425" y="1323975"/>
                </a:lnTo>
                <a:lnTo>
                  <a:pt x="1876425" y="1333500"/>
                </a:lnTo>
                <a:lnTo>
                  <a:pt x="1866900" y="1333500"/>
                </a:lnTo>
                <a:close/>
                <a:moveTo>
                  <a:pt x="1762125" y="1400175"/>
                </a:moveTo>
                <a:lnTo>
                  <a:pt x="1771650" y="1400175"/>
                </a:lnTo>
                <a:lnTo>
                  <a:pt x="1771650" y="1409700"/>
                </a:lnTo>
                <a:lnTo>
                  <a:pt x="1762125" y="1409700"/>
                </a:lnTo>
                <a:close/>
                <a:moveTo>
                  <a:pt x="1771650" y="1428750"/>
                </a:moveTo>
                <a:lnTo>
                  <a:pt x="1781175" y="1428750"/>
                </a:lnTo>
                <a:lnTo>
                  <a:pt x="1781175" y="1438275"/>
                </a:lnTo>
                <a:lnTo>
                  <a:pt x="1771650" y="1438275"/>
                </a:lnTo>
                <a:close/>
                <a:moveTo>
                  <a:pt x="1790700" y="1428750"/>
                </a:moveTo>
                <a:lnTo>
                  <a:pt x="1819275" y="1428750"/>
                </a:lnTo>
                <a:lnTo>
                  <a:pt x="1819275" y="1438275"/>
                </a:lnTo>
                <a:lnTo>
                  <a:pt x="1790700" y="1438275"/>
                </a:lnTo>
                <a:close/>
                <a:moveTo>
                  <a:pt x="0" y="1495425"/>
                </a:moveTo>
                <a:lnTo>
                  <a:pt x="9525" y="1495425"/>
                </a:lnTo>
                <a:lnTo>
                  <a:pt x="9525" y="1533525"/>
                </a:lnTo>
                <a:lnTo>
                  <a:pt x="0" y="1533525"/>
                </a:lnTo>
                <a:close/>
              </a:path>
            </a:pathLst>
          </a:custGeom>
          <a:solidFill xmlns:a="http://schemas.openxmlformats.org/drawingml/2006/main">
            <a:srgbClr val="F0F0E0"/>
          </a:solidFill>
          <a:ln xmlns:a="http://schemas.openxmlformats.org/drawingml/2006/main" w="0">
            <a:noFill/>
          </a:ln>
        </p:spPr>
      </p:sp>
      <p:sp>
        <p:nvSpPr>
          <p:cNvPr id="121" name="logo7 vector #f5eede">
            <a:extLst xmlns:a="http://schemas.openxmlformats.org/drawingml/2006/main">
              <a:ext uri="{FF2B5EF4-FFF2-40B4-BE49-F238E27FC236}">
                <a16:creationId xmlns:a16="http://schemas.microsoft.com/office/drawing/2014/main" id="{F1B6573C-7060-4914-8616-A6559CB40AB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5300" y="5210175"/>
            <a:ext cx="2305050" cy="2105025"/>
          </a:xfrm>
          <a:custGeom xmlns:a="http://schemas.openxmlformats.org/drawingml/2006/main">
            <a:pathLst>
              <a:path w="1952625" h="1781175">
                <a:moveTo>
                  <a:pt x="457200" y="0"/>
                </a:moveTo>
                <a:lnTo>
                  <a:pt x="495300" y="0"/>
                </a:lnTo>
                <a:lnTo>
                  <a:pt x="495300" y="9525"/>
                </a:lnTo>
                <a:lnTo>
                  <a:pt x="504825" y="9525"/>
                </a:lnTo>
                <a:lnTo>
                  <a:pt x="504825" y="0"/>
                </a:lnTo>
                <a:lnTo>
                  <a:pt x="581025" y="0"/>
                </a:lnTo>
                <a:lnTo>
                  <a:pt x="581025" y="9525"/>
                </a:lnTo>
                <a:lnTo>
                  <a:pt x="600075" y="9525"/>
                </a:lnTo>
                <a:lnTo>
                  <a:pt x="600075" y="19050"/>
                </a:lnTo>
                <a:lnTo>
                  <a:pt x="609600" y="19050"/>
                </a:lnTo>
                <a:lnTo>
                  <a:pt x="609600" y="28575"/>
                </a:lnTo>
                <a:lnTo>
                  <a:pt x="657225" y="28575"/>
                </a:lnTo>
                <a:lnTo>
                  <a:pt x="657225" y="19050"/>
                </a:lnTo>
                <a:lnTo>
                  <a:pt x="666750" y="19050"/>
                </a:lnTo>
                <a:lnTo>
                  <a:pt x="666750" y="9525"/>
                </a:lnTo>
                <a:lnTo>
                  <a:pt x="676275" y="9525"/>
                </a:lnTo>
                <a:lnTo>
                  <a:pt x="676275" y="0"/>
                </a:lnTo>
                <a:lnTo>
                  <a:pt x="752475" y="0"/>
                </a:lnTo>
                <a:lnTo>
                  <a:pt x="752475" y="9525"/>
                </a:lnTo>
                <a:lnTo>
                  <a:pt x="771525" y="9525"/>
                </a:lnTo>
                <a:lnTo>
                  <a:pt x="771525" y="0"/>
                </a:lnTo>
                <a:lnTo>
                  <a:pt x="819150" y="0"/>
                </a:lnTo>
                <a:lnTo>
                  <a:pt x="819150" y="9525"/>
                </a:lnTo>
                <a:lnTo>
                  <a:pt x="828675" y="9525"/>
                </a:lnTo>
                <a:lnTo>
                  <a:pt x="828675" y="0"/>
                </a:lnTo>
                <a:lnTo>
                  <a:pt x="971550" y="0"/>
                </a:lnTo>
                <a:lnTo>
                  <a:pt x="971550" y="9525"/>
                </a:lnTo>
                <a:lnTo>
                  <a:pt x="981075" y="9525"/>
                </a:lnTo>
                <a:lnTo>
                  <a:pt x="981075" y="0"/>
                </a:lnTo>
                <a:lnTo>
                  <a:pt x="1162050" y="0"/>
                </a:lnTo>
                <a:lnTo>
                  <a:pt x="1162050" y="9525"/>
                </a:lnTo>
                <a:lnTo>
                  <a:pt x="1171575" y="9525"/>
                </a:lnTo>
                <a:lnTo>
                  <a:pt x="1171575" y="19050"/>
                </a:lnTo>
                <a:lnTo>
                  <a:pt x="1190625" y="19050"/>
                </a:lnTo>
                <a:lnTo>
                  <a:pt x="1190625" y="9525"/>
                </a:lnTo>
                <a:lnTo>
                  <a:pt x="1200150" y="9525"/>
                </a:lnTo>
                <a:lnTo>
                  <a:pt x="1200150" y="0"/>
                </a:lnTo>
                <a:lnTo>
                  <a:pt x="1257300" y="0"/>
                </a:lnTo>
                <a:lnTo>
                  <a:pt x="1257300" y="28575"/>
                </a:lnTo>
                <a:lnTo>
                  <a:pt x="1276350" y="28575"/>
                </a:lnTo>
                <a:lnTo>
                  <a:pt x="1276350" y="38100"/>
                </a:lnTo>
                <a:lnTo>
                  <a:pt x="1362075" y="38100"/>
                </a:lnTo>
                <a:lnTo>
                  <a:pt x="1362075" y="47625"/>
                </a:lnTo>
                <a:lnTo>
                  <a:pt x="1419225" y="47625"/>
                </a:lnTo>
                <a:lnTo>
                  <a:pt x="1419225" y="38100"/>
                </a:lnTo>
                <a:lnTo>
                  <a:pt x="1438275" y="38100"/>
                </a:lnTo>
                <a:lnTo>
                  <a:pt x="1438275" y="28575"/>
                </a:lnTo>
                <a:lnTo>
                  <a:pt x="1428750" y="28575"/>
                </a:lnTo>
                <a:lnTo>
                  <a:pt x="1428750" y="19050"/>
                </a:lnTo>
                <a:lnTo>
                  <a:pt x="1419225" y="19050"/>
                </a:lnTo>
                <a:lnTo>
                  <a:pt x="1419225" y="9525"/>
                </a:lnTo>
                <a:lnTo>
                  <a:pt x="1409700" y="9525"/>
                </a:lnTo>
                <a:lnTo>
                  <a:pt x="1409700" y="0"/>
                </a:lnTo>
                <a:lnTo>
                  <a:pt x="1457325" y="0"/>
                </a:lnTo>
                <a:lnTo>
                  <a:pt x="1457325" y="9525"/>
                </a:lnTo>
                <a:lnTo>
                  <a:pt x="1466850" y="9525"/>
                </a:lnTo>
                <a:lnTo>
                  <a:pt x="1466850" y="19050"/>
                </a:lnTo>
                <a:lnTo>
                  <a:pt x="1457325" y="19050"/>
                </a:lnTo>
                <a:lnTo>
                  <a:pt x="1457325" y="28575"/>
                </a:lnTo>
                <a:lnTo>
                  <a:pt x="1447800" y="28575"/>
                </a:lnTo>
                <a:lnTo>
                  <a:pt x="1447800" y="38100"/>
                </a:lnTo>
                <a:lnTo>
                  <a:pt x="1438275" y="38100"/>
                </a:lnTo>
                <a:lnTo>
                  <a:pt x="1438275" y="47625"/>
                </a:lnTo>
                <a:lnTo>
                  <a:pt x="1419225" y="47625"/>
                </a:lnTo>
                <a:lnTo>
                  <a:pt x="1419225" y="57150"/>
                </a:lnTo>
                <a:lnTo>
                  <a:pt x="1343025" y="57150"/>
                </a:lnTo>
                <a:lnTo>
                  <a:pt x="1343025" y="47625"/>
                </a:lnTo>
                <a:lnTo>
                  <a:pt x="1314450" y="47625"/>
                </a:lnTo>
                <a:lnTo>
                  <a:pt x="1314450" y="57150"/>
                </a:lnTo>
                <a:lnTo>
                  <a:pt x="1295400" y="57150"/>
                </a:lnTo>
                <a:lnTo>
                  <a:pt x="1295400" y="47625"/>
                </a:lnTo>
                <a:lnTo>
                  <a:pt x="1238250" y="47625"/>
                </a:lnTo>
                <a:lnTo>
                  <a:pt x="1238250" y="38100"/>
                </a:lnTo>
                <a:lnTo>
                  <a:pt x="1171575" y="38100"/>
                </a:lnTo>
                <a:lnTo>
                  <a:pt x="1171575" y="28575"/>
                </a:lnTo>
                <a:lnTo>
                  <a:pt x="1095375" y="28575"/>
                </a:lnTo>
                <a:lnTo>
                  <a:pt x="1095375" y="38100"/>
                </a:lnTo>
                <a:lnTo>
                  <a:pt x="1066800" y="38100"/>
                </a:lnTo>
                <a:lnTo>
                  <a:pt x="1066800" y="28575"/>
                </a:lnTo>
                <a:lnTo>
                  <a:pt x="1009650" y="28575"/>
                </a:lnTo>
                <a:lnTo>
                  <a:pt x="1009650" y="19050"/>
                </a:lnTo>
                <a:lnTo>
                  <a:pt x="990600" y="19050"/>
                </a:lnTo>
                <a:lnTo>
                  <a:pt x="990600" y="28575"/>
                </a:lnTo>
                <a:lnTo>
                  <a:pt x="762000" y="28575"/>
                </a:lnTo>
                <a:lnTo>
                  <a:pt x="762000" y="38100"/>
                </a:lnTo>
                <a:lnTo>
                  <a:pt x="733425" y="38100"/>
                </a:lnTo>
                <a:lnTo>
                  <a:pt x="733425" y="28575"/>
                </a:lnTo>
                <a:lnTo>
                  <a:pt x="704850" y="28575"/>
                </a:lnTo>
                <a:lnTo>
                  <a:pt x="704850" y="38100"/>
                </a:lnTo>
                <a:lnTo>
                  <a:pt x="695325" y="38100"/>
                </a:lnTo>
                <a:lnTo>
                  <a:pt x="695325" y="47625"/>
                </a:lnTo>
                <a:lnTo>
                  <a:pt x="676275" y="47625"/>
                </a:lnTo>
                <a:lnTo>
                  <a:pt x="676275" y="38100"/>
                </a:lnTo>
                <a:lnTo>
                  <a:pt x="657225" y="38100"/>
                </a:lnTo>
                <a:lnTo>
                  <a:pt x="657225" y="47625"/>
                </a:lnTo>
                <a:lnTo>
                  <a:pt x="628650" y="47625"/>
                </a:lnTo>
                <a:lnTo>
                  <a:pt x="628650" y="57150"/>
                </a:lnTo>
                <a:lnTo>
                  <a:pt x="600075" y="57150"/>
                </a:lnTo>
                <a:lnTo>
                  <a:pt x="600075" y="47625"/>
                </a:lnTo>
                <a:lnTo>
                  <a:pt x="561975" y="47625"/>
                </a:lnTo>
                <a:lnTo>
                  <a:pt x="561975" y="57150"/>
                </a:lnTo>
                <a:lnTo>
                  <a:pt x="552450" y="57150"/>
                </a:lnTo>
                <a:lnTo>
                  <a:pt x="552450" y="66675"/>
                </a:lnTo>
                <a:lnTo>
                  <a:pt x="542925" y="66675"/>
                </a:lnTo>
                <a:lnTo>
                  <a:pt x="542925" y="57150"/>
                </a:lnTo>
                <a:lnTo>
                  <a:pt x="533400" y="57150"/>
                </a:lnTo>
                <a:lnTo>
                  <a:pt x="533400" y="76200"/>
                </a:lnTo>
                <a:lnTo>
                  <a:pt x="523875" y="76200"/>
                </a:lnTo>
                <a:lnTo>
                  <a:pt x="523875" y="57150"/>
                </a:lnTo>
                <a:lnTo>
                  <a:pt x="504825" y="57150"/>
                </a:lnTo>
                <a:lnTo>
                  <a:pt x="504825" y="66675"/>
                </a:lnTo>
                <a:lnTo>
                  <a:pt x="466725" y="66675"/>
                </a:lnTo>
                <a:lnTo>
                  <a:pt x="466725" y="95250"/>
                </a:lnTo>
                <a:lnTo>
                  <a:pt x="457200" y="95250"/>
                </a:lnTo>
                <a:lnTo>
                  <a:pt x="457200" y="85725"/>
                </a:lnTo>
                <a:lnTo>
                  <a:pt x="447675" y="85725"/>
                </a:lnTo>
                <a:lnTo>
                  <a:pt x="447675" y="76200"/>
                </a:lnTo>
                <a:lnTo>
                  <a:pt x="438150" y="76200"/>
                </a:lnTo>
                <a:lnTo>
                  <a:pt x="438150" y="57150"/>
                </a:lnTo>
                <a:lnTo>
                  <a:pt x="428625" y="57150"/>
                </a:lnTo>
                <a:lnTo>
                  <a:pt x="428625" y="47625"/>
                </a:lnTo>
                <a:lnTo>
                  <a:pt x="409575" y="47625"/>
                </a:lnTo>
                <a:lnTo>
                  <a:pt x="409575" y="28575"/>
                </a:lnTo>
                <a:lnTo>
                  <a:pt x="419100" y="28575"/>
                </a:lnTo>
                <a:lnTo>
                  <a:pt x="419100" y="9525"/>
                </a:lnTo>
                <a:lnTo>
                  <a:pt x="438150" y="9525"/>
                </a:lnTo>
                <a:lnTo>
                  <a:pt x="438150" y="19050"/>
                </a:lnTo>
                <a:lnTo>
                  <a:pt x="457200" y="19050"/>
                </a:lnTo>
                <a:close/>
                <a:moveTo>
                  <a:pt x="1476375" y="9525"/>
                </a:moveTo>
                <a:lnTo>
                  <a:pt x="1485900" y="9525"/>
                </a:lnTo>
                <a:lnTo>
                  <a:pt x="1485900" y="19050"/>
                </a:lnTo>
                <a:lnTo>
                  <a:pt x="1476375" y="19050"/>
                </a:lnTo>
                <a:close/>
                <a:moveTo>
                  <a:pt x="1514475" y="9525"/>
                </a:moveTo>
                <a:lnTo>
                  <a:pt x="1524000" y="9525"/>
                </a:lnTo>
                <a:lnTo>
                  <a:pt x="1524000" y="19050"/>
                </a:lnTo>
                <a:lnTo>
                  <a:pt x="1514475" y="19050"/>
                </a:lnTo>
                <a:close/>
                <a:moveTo>
                  <a:pt x="1019175" y="19050"/>
                </a:moveTo>
                <a:lnTo>
                  <a:pt x="1028700" y="19050"/>
                </a:lnTo>
                <a:lnTo>
                  <a:pt x="1028700" y="9525"/>
                </a:lnTo>
                <a:lnTo>
                  <a:pt x="1019175" y="9525"/>
                </a:lnTo>
                <a:close/>
                <a:moveTo>
                  <a:pt x="523875" y="28575"/>
                </a:moveTo>
                <a:lnTo>
                  <a:pt x="542925" y="28575"/>
                </a:lnTo>
                <a:lnTo>
                  <a:pt x="542925" y="19050"/>
                </a:lnTo>
                <a:lnTo>
                  <a:pt x="523875" y="19050"/>
                </a:lnTo>
                <a:close/>
                <a:moveTo>
                  <a:pt x="561975" y="28575"/>
                </a:moveTo>
                <a:lnTo>
                  <a:pt x="571500" y="28575"/>
                </a:lnTo>
                <a:lnTo>
                  <a:pt x="571500" y="19050"/>
                </a:lnTo>
                <a:lnTo>
                  <a:pt x="552450" y="19050"/>
                </a:lnTo>
                <a:lnTo>
                  <a:pt x="552450" y="28575"/>
                </a:lnTo>
                <a:lnTo>
                  <a:pt x="542925" y="28575"/>
                </a:lnTo>
                <a:lnTo>
                  <a:pt x="542925" y="38100"/>
                </a:lnTo>
                <a:lnTo>
                  <a:pt x="561975" y="38100"/>
                </a:lnTo>
                <a:close/>
                <a:moveTo>
                  <a:pt x="1562100" y="38100"/>
                </a:moveTo>
                <a:lnTo>
                  <a:pt x="1590675" y="38100"/>
                </a:lnTo>
                <a:lnTo>
                  <a:pt x="1590675" y="57150"/>
                </a:lnTo>
                <a:lnTo>
                  <a:pt x="1600200" y="57150"/>
                </a:lnTo>
                <a:lnTo>
                  <a:pt x="1600200" y="66675"/>
                </a:lnTo>
                <a:lnTo>
                  <a:pt x="1571625" y="66675"/>
                </a:lnTo>
                <a:lnTo>
                  <a:pt x="1571625" y="47625"/>
                </a:lnTo>
                <a:lnTo>
                  <a:pt x="1562100" y="47625"/>
                </a:lnTo>
                <a:close/>
                <a:moveTo>
                  <a:pt x="561975" y="57150"/>
                </a:moveTo>
                <a:lnTo>
                  <a:pt x="581025" y="57150"/>
                </a:lnTo>
                <a:lnTo>
                  <a:pt x="581025" y="66675"/>
                </a:lnTo>
                <a:lnTo>
                  <a:pt x="561975" y="66675"/>
                </a:lnTo>
                <a:close/>
                <a:moveTo>
                  <a:pt x="1333500" y="57150"/>
                </a:moveTo>
                <a:lnTo>
                  <a:pt x="1343025" y="57150"/>
                </a:lnTo>
                <a:lnTo>
                  <a:pt x="1343025" y="66675"/>
                </a:lnTo>
                <a:lnTo>
                  <a:pt x="1333500" y="66675"/>
                </a:lnTo>
                <a:close/>
                <a:moveTo>
                  <a:pt x="1504950" y="57150"/>
                </a:moveTo>
                <a:lnTo>
                  <a:pt x="1533525" y="57150"/>
                </a:lnTo>
                <a:lnTo>
                  <a:pt x="1533525" y="66675"/>
                </a:lnTo>
                <a:lnTo>
                  <a:pt x="1543050" y="66675"/>
                </a:lnTo>
                <a:lnTo>
                  <a:pt x="1543050" y="76200"/>
                </a:lnTo>
                <a:lnTo>
                  <a:pt x="1524000" y="76200"/>
                </a:lnTo>
                <a:lnTo>
                  <a:pt x="1524000" y="95250"/>
                </a:lnTo>
                <a:lnTo>
                  <a:pt x="1514475" y="95250"/>
                </a:lnTo>
                <a:lnTo>
                  <a:pt x="1514475" y="66675"/>
                </a:lnTo>
                <a:lnTo>
                  <a:pt x="1504950" y="66675"/>
                </a:lnTo>
                <a:close/>
                <a:moveTo>
                  <a:pt x="1609725" y="57150"/>
                </a:moveTo>
                <a:lnTo>
                  <a:pt x="1619250" y="57150"/>
                </a:lnTo>
                <a:lnTo>
                  <a:pt x="1619250" y="66675"/>
                </a:lnTo>
                <a:lnTo>
                  <a:pt x="1638300" y="66675"/>
                </a:lnTo>
                <a:lnTo>
                  <a:pt x="1638300" y="85725"/>
                </a:lnTo>
                <a:lnTo>
                  <a:pt x="1619250" y="85725"/>
                </a:lnTo>
                <a:lnTo>
                  <a:pt x="1619250" y="95250"/>
                </a:lnTo>
                <a:lnTo>
                  <a:pt x="1609725" y="95250"/>
                </a:lnTo>
                <a:lnTo>
                  <a:pt x="1609725" y="85725"/>
                </a:lnTo>
                <a:lnTo>
                  <a:pt x="1600200" y="85725"/>
                </a:lnTo>
                <a:lnTo>
                  <a:pt x="1600200" y="66675"/>
                </a:lnTo>
                <a:lnTo>
                  <a:pt x="1609725" y="66675"/>
                </a:lnTo>
                <a:close/>
                <a:moveTo>
                  <a:pt x="1409700" y="66675"/>
                </a:moveTo>
                <a:lnTo>
                  <a:pt x="1419225" y="66675"/>
                </a:lnTo>
                <a:lnTo>
                  <a:pt x="1419225" y="76200"/>
                </a:lnTo>
                <a:lnTo>
                  <a:pt x="1409700" y="76200"/>
                </a:lnTo>
                <a:close/>
                <a:moveTo>
                  <a:pt x="1428750" y="66675"/>
                </a:moveTo>
                <a:lnTo>
                  <a:pt x="1447800" y="66675"/>
                </a:lnTo>
                <a:lnTo>
                  <a:pt x="1447800" y="76200"/>
                </a:lnTo>
                <a:lnTo>
                  <a:pt x="1438275" y="76200"/>
                </a:lnTo>
                <a:lnTo>
                  <a:pt x="1438275" y="85725"/>
                </a:lnTo>
                <a:lnTo>
                  <a:pt x="1428750" y="85725"/>
                </a:lnTo>
                <a:close/>
                <a:moveTo>
                  <a:pt x="342900" y="76200"/>
                </a:moveTo>
                <a:lnTo>
                  <a:pt x="381000" y="76200"/>
                </a:lnTo>
                <a:lnTo>
                  <a:pt x="381000" y="95250"/>
                </a:lnTo>
                <a:lnTo>
                  <a:pt x="409575" y="95250"/>
                </a:lnTo>
                <a:lnTo>
                  <a:pt x="409575" y="123825"/>
                </a:lnTo>
                <a:lnTo>
                  <a:pt x="400050" y="123825"/>
                </a:lnTo>
                <a:lnTo>
                  <a:pt x="400050" y="133350"/>
                </a:lnTo>
                <a:lnTo>
                  <a:pt x="381000" y="133350"/>
                </a:lnTo>
                <a:lnTo>
                  <a:pt x="381000" y="123825"/>
                </a:lnTo>
                <a:lnTo>
                  <a:pt x="371475" y="123825"/>
                </a:lnTo>
                <a:lnTo>
                  <a:pt x="371475" y="133350"/>
                </a:lnTo>
                <a:lnTo>
                  <a:pt x="361950" y="133350"/>
                </a:lnTo>
                <a:lnTo>
                  <a:pt x="361950" y="142875"/>
                </a:lnTo>
                <a:lnTo>
                  <a:pt x="352425" y="142875"/>
                </a:lnTo>
                <a:lnTo>
                  <a:pt x="352425" y="152400"/>
                </a:lnTo>
                <a:lnTo>
                  <a:pt x="361950" y="152400"/>
                </a:lnTo>
                <a:lnTo>
                  <a:pt x="361950" y="161925"/>
                </a:lnTo>
                <a:lnTo>
                  <a:pt x="333375" y="161925"/>
                </a:lnTo>
                <a:lnTo>
                  <a:pt x="333375" y="152400"/>
                </a:lnTo>
                <a:lnTo>
                  <a:pt x="314325" y="152400"/>
                </a:lnTo>
                <a:lnTo>
                  <a:pt x="314325" y="161925"/>
                </a:lnTo>
                <a:lnTo>
                  <a:pt x="295275" y="161925"/>
                </a:lnTo>
                <a:lnTo>
                  <a:pt x="295275" y="171450"/>
                </a:lnTo>
                <a:lnTo>
                  <a:pt x="266700" y="171450"/>
                </a:lnTo>
                <a:lnTo>
                  <a:pt x="266700" y="180975"/>
                </a:lnTo>
                <a:lnTo>
                  <a:pt x="257175" y="180975"/>
                </a:lnTo>
                <a:lnTo>
                  <a:pt x="257175" y="190500"/>
                </a:lnTo>
                <a:lnTo>
                  <a:pt x="238125" y="190500"/>
                </a:lnTo>
                <a:lnTo>
                  <a:pt x="238125" y="200025"/>
                </a:lnTo>
                <a:lnTo>
                  <a:pt x="228600" y="200025"/>
                </a:lnTo>
                <a:lnTo>
                  <a:pt x="228600" y="228600"/>
                </a:lnTo>
                <a:lnTo>
                  <a:pt x="219075" y="228600"/>
                </a:lnTo>
                <a:lnTo>
                  <a:pt x="219075" y="409575"/>
                </a:lnTo>
                <a:lnTo>
                  <a:pt x="209550" y="409575"/>
                </a:lnTo>
                <a:lnTo>
                  <a:pt x="209550" y="381000"/>
                </a:lnTo>
                <a:lnTo>
                  <a:pt x="200025" y="381000"/>
                </a:lnTo>
                <a:lnTo>
                  <a:pt x="200025" y="504825"/>
                </a:lnTo>
                <a:lnTo>
                  <a:pt x="209550" y="504825"/>
                </a:lnTo>
                <a:lnTo>
                  <a:pt x="209550" y="495300"/>
                </a:lnTo>
                <a:lnTo>
                  <a:pt x="219075" y="495300"/>
                </a:lnTo>
                <a:lnTo>
                  <a:pt x="219075" y="523875"/>
                </a:lnTo>
                <a:lnTo>
                  <a:pt x="209550" y="523875"/>
                </a:lnTo>
                <a:lnTo>
                  <a:pt x="209550" y="590550"/>
                </a:lnTo>
                <a:lnTo>
                  <a:pt x="219075" y="590550"/>
                </a:lnTo>
                <a:lnTo>
                  <a:pt x="219075" y="609600"/>
                </a:lnTo>
                <a:lnTo>
                  <a:pt x="209550" y="609600"/>
                </a:lnTo>
                <a:lnTo>
                  <a:pt x="209550" y="619125"/>
                </a:lnTo>
                <a:lnTo>
                  <a:pt x="200025" y="619125"/>
                </a:lnTo>
                <a:lnTo>
                  <a:pt x="200025" y="609600"/>
                </a:lnTo>
                <a:lnTo>
                  <a:pt x="190500" y="609600"/>
                </a:lnTo>
                <a:lnTo>
                  <a:pt x="190500" y="619125"/>
                </a:lnTo>
                <a:lnTo>
                  <a:pt x="171450" y="619125"/>
                </a:lnTo>
                <a:lnTo>
                  <a:pt x="171450" y="609600"/>
                </a:lnTo>
                <a:lnTo>
                  <a:pt x="152400" y="609600"/>
                </a:lnTo>
                <a:lnTo>
                  <a:pt x="152400" y="581025"/>
                </a:lnTo>
                <a:lnTo>
                  <a:pt x="161925" y="581025"/>
                </a:lnTo>
                <a:lnTo>
                  <a:pt x="161925" y="600075"/>
                </a:lnTo>
                <a:lnTo>
                  <a:pt x="190500" y="600075"/>
                </a:lnTo>
                <a:lnTo>
                  <a:pt x="190500" y="571500"/>
                </a:lnTo>
                <a:lnTo>
                  <a:pt x="180975" y="571500"/>
                </a:lnTo>
                <a:lnTo>
                  <a:pt x="180975" y="542925"/>
                </a:lnTo>
                <a:lnTo>
                  <a:pt x="171450" y="542925"/>
                </a:lnTo>
                <a:lnTo>
                  <a:pt x="171450" y="552450"/>
                </a:lnTo>
                <a:lnTo>
                  <a:pt x="161925" y="552450"/>
                </a:lnTo>
                <a:lnTo>
                  <a:pt x="161925" y="561975"/>
                </a:lnTo>
                <a:lnTo>
                  <a:pt x="142875" y="561975"/>
                </a:lnTo>
                <a:lnTo>
                  <a:pt x="142875" y="552450"/>
                </a:lnTo>
                <a:lnTo>
                  <a:pt x="133350" y="552450"/>
                </a:lnTo>
                <a:lnTo>
                  <a:pt x="133350" y="542925"/>
                </a:lnTo>
                <a:lnTo>
                  <a:pt x="123825" y="542925"/>
                </a:lnTo>
                <a:lnTo>
                  <a:pt x="123825" y="552450"/>
                </a:lnTo>
                <a:lnTo>
                  <a:pt x="114300" y="552450"/>
                </a:lnTo>
                <a:lnTo>
                  <a:pt x="114300" y="533400"/>
                </a:lnTo>
                <a:lnTo>
                  <a:pt x="104775" y="533400"/>
                </a:lnTo>
                <a:lnTo>
                  <a:pt x="104775" y="514350"/>
                </a:lnTo>
                <a:lnTo>
                  <a:pt x="114300" y="514350"/>
                </a:lnTo>
                <a:lnTo>
                  <a:pt x="114300" y="495300"/>
                </a:lnTo>
                <a:lnTo>
                  <a:pt x="104775" y="495300"/>
                </a:lnTo>
                <a:lnTo>
                  <a:pt x="104775" y="485775"/>
                </a:lnTo>
                <a:lnTo>
                  <a:pt x="95250" y="485775"/>
                </a:lnTo>
                <a:lnTo>
                  <a:pt x="95250" y="466725"/>
                </a:lnTo>
                <a:lnTo>
                  <a:pt x="104775" y="466725"/>
                </a:lnTo>
                <a:lnTo>
                  <a:pt x="104775" y="438150"/>
                </a:lnTo>
                <a:lnTo>
                  <a:pt x="95250" y="438150"/>
                </a:lnTo>
                <a:lnTo>
                  <a:pt x="95250" y="400050"/>
                </a:lnTo>
                <a:lnTo>
                  <a:pt x="114300" y="400050"/>
                </a:lnTo>
                <a:lnTo>
                  <a:pt x="114300" y="438150"/>
                </a:lnTo>
                <a:lnTo>
                  <a:pt x="123825" y="438150"/>
                </a:lnTo>
                <a:lnTo>
                  <a:pt x="123825" y="457200"/>
                </a:lnTo>
                <a:lnTo>
                  <a:pt x="133350" y="457200"/>
                </a:lnTo>
                <a:lnTo>
                  <a:pt x="133350" y="447675"/>
                </a:lnTo>
                <a:lnTo>
                  <a:pt x="142875" y="447675"/>
                </a:lnTo>
                <a:lnTo>
                  <a:pt x="142875" y="438150"/>
                </a:lnTo>
                <a:lnTo>
                  <a:pt x="161925" y="438150"/>
                </a:lnTo>
                <a:lnTo>
                  <a:pt x="161925" y="447675"/>
                </a:lnTo>
                <a:lnTo>
                  <a:pt x="171450" y="447675"/>
                </a:lnTo>
                <a:lnTo>
                  <a:pt x="171450" y="466725"/>
                </a:lnTo>
                <a:lnTo>
                  <a:pt x="190500" y="466725"/>
                </a:lnTo>
                <a:lnTo>
                  <a:pt x="190500" y="438150"/>
                </a:lnTo>
                <a:lnTo>
                  <a:pt x="180975" y="438150"/>
                </a:lnTo>
                <a:lnTo>
                  <a:pt x="180975" y="428625"/>
                </a:lnTo>
                <a:lnTo>
                  <a:pt x="190500" y="428625"/>
                </a:lnTo>
                <a:lnTo>
                  <a:pt x="190500" y="409575"/>
                </a:lnTo>
                <a:lnTo>
                  <a:pt x="180975" y="409575"/>
                </a:lnTo>
                <a:lnTo>
                  <a:pt x="180975" y="371475"/>
                </a:lnTo>
                <a:lnTo>
                  <a:pt x="171450" y="371475"/>
                </a:lnTo>
                <a:lnTo>
                  <a:pt x="171450" y="361950"/>
                </a:lnTo>
                <a:lnTo>
                  <a:pt x="180975" y="361950"/>
                </a:lnTo>
                <a:lnTo>
                  <a:pt x="180975" y="285750"/>
                </a:lnTo>
                <a:lnTo>
                  <a:pt x="190500" y="285750"/>
                </a:lnTo>
                <a:lnTo>
                  <a:pt x="190500" y="276225"/>
                </a:lnTo>
                <a:lnTo>
                  <a:pt x="180975" y="276225"/>
                </a:lnTo>
                <a:lnTo>
                  <a:pt x="180975" y="257175"/>
                </a:lnTo>
                <a:lnTo>
                  <a:pt x="171450" y="257175"/>
                </a:lnTo>
                <a:lnTo>
                  <a:pt x="171450" y="247650"/>
                </a:lnTo>
                <a:lnTo>
                  <a:pt x="180975" y="247650"/>
                </a:lnTo>
                <a:lnTo>
                  <a:pt x="180975" y="238125"/>
                </a:lnTo>
                <a:lnTo>
                  <a:pt x="190500" y="238125"/>
                </a:lnTo>
                <a:lnTo>
                  <a:pt x="190500" y="228600"/>
                </a:lnTo>
                <a:lnTo>
                  <a:pt x="200025" y="228600"/>
                </a:lnTo>
                <a:lnTo>
                  <a:pt x="200025" y="209550"/>
                </a:lnTo>
                <a:lnTo>
                  <a:pt x="209550" y="209550"/>
                </a:lnTo>
                <a:lnTo>
                  <a:pt x="209550" y="161925"/>
                </a:lnTo>
                <a:lnTo>
                  <a:pt x="219075" y="161925"/>
                </a:lnTo>
                <a:lnTo>
                  <a:pt x="219075" y="142875"/>
                </a:lnTo>
                <a:lnTo>
                  <a:pt x="247650" y="142875"/>
                </a:lnTo>
                <a:lnTo>
                  <a:pt x="247650" y="152400"/>
                </a:lnTo>
                <a:lnTo>
                  <a:pt x="257175" y="152400"/>
                </a:lnTo>
                <a:lnTo>
                  <a:pt x="257175" y="142875"/>
                </a:lnTo>
                <a:lnTo>
                  <a:pt x="266700" y="142875"/>
                </a:lnTo>
                <a:lnTo>
                  <a:pt x="266700" y="123825"/>
                </a:lnTo>
                <a:lnTo>
                  <a:pt x="257175" y="123825"/>
                </a:lnTo>
                <a:lnTo>
                  <a:pt x="257175" y="95250"/>
                </a:lnTo>
                <a:lnTo>
                  <a:pt x="285750" y="95250"/>
                </a:lnTo>
                <a:lnTo>
                  <a:pt x="285750" y="85725"/>
                </a:lnTo>
                <a:lnTo>
                  <a:pt x="314325" y="85725"/>
                </a:lnTo>
                <a:lnTo>
                  <a:pt x="314325" y="95250"/>
                </a:lnTo>
                <a:lnTo>
                  <a:pt x="323850" y="95250"/>
                </a:lnTo>
                <a:lnTo>
                  <a:pt x="323850" y="85725"/>
                </a:lnTo>
                <a:lnTo>
                  <a:pt x="342900" y="85725"/>
                </a:lnTo>
                <a:close/>
                <a:moveTo>
                  <a:pt x="447675" y="76200"/>
                </a:moveTo>
                <a:lnTo>
                  <a:pt x="457200" y="76200"/>
                </a:lnTo>
                <a:lnTo>
                  <a:pt x="457200" y="66675"/>
                </a:lnTo>
                <a:lnTo>
                  <a:pt x="447675" y="66675"/>
                </a:lnTo>
                <a:close/>
                <a:moveTo>
                  <a:pt x="1457325" y="76200"/>
                </a:moveTo>
                <a:lnTo>
                  <a:pt x="1485900" y="76200"/>
                </a:lnTo>
                <a:lnTo>
                  <a:pt x="1485900" y="95250"/>
                </a:lnTo>
                <a:lnTo>
                  <a:pt x="1466850" y="95250"/>
                </a:lnTo>
                <a:lnTo>
                  <a:pt x="1466850" y="85725"/>
                </a:lnTo>
                <a:lnTo>
                  <a:pt x="1457325" y="85725"/>
                </a:lnTo>
                <a:close/>
                <a:moveTo>
                  <a:pt x="438150" y="85725"/>
                </a:moveTo>
                <a:lnTo>
                  <a:pt x="447675" y="85725"/>
                </a:lnTo>
                <a:lnTo>
                  <a:pt x="447675" y="95250"/>
                </a:lnTo>
                <a:lnTo>
                  <a:pt x="438150" y="95250"/>
                </a:lnTo>
                <a:close/>
                <a:moveTo>
                  <a:pt x="1447800" y="85725"/>
                </a:moveTo>
                <a:lnTo>
                  <a:pt x="1457325" y="85725"/>
                </a:lnTo>
                <a:lnTo>
                  <a:pt x="1457325" y="95250"/>
                </a:lnTo>
                <a:lnTo>
                  <a:pt x="1447800" y="95250"/>
                </a:lnTo>
                <a:close/>
                <a:moveTo>
                  <a:pt x="1495425" y="85725"/>
                </a:moveTo>
                <a:lnTo>
                  <a:pt x="1504950" y="85725"/>
                </a:lnTo>
                <a:lnTo>
                  <a:pt x="1504950" y="95250"/>
                </a:lnTo>
                <a:lnTo>
                  <a:pt x="1495425" y="95250"/>
                </a:lnTo>
                <a:close/>
                <a:moveTo>
                  <a:pt x="1457325" y="95250"/>
                </a:moveTo>
                <a:lnTo>
                  <a:pt x="1466850" y="95250"/>
                </a:lnTo>
                <a:lnTo>
                  <a:pt x="1466850" y="104775"/>
                </a:lnTo>
                <a:lnTo>
                  <a:pt x="1457325" y="104775"/>
                </a:lnTo>
                <a:close/>
                <a:moveTo>
                  <a:pt x="1495425" y="104775"/>
                </a:moveTo>
                <a:lnTo>
                  <a:pt x="1533525" y="104775"/>
                </a:lnTo>
                <a:lnTo>
                  <a:pt x="1533525" y="114300"/>
                </a:lnTo>
                <a:lnTo>
                  <a:pt x="1543050" y="114300"/>
                </a:lnTo>
                <a:lnTo>
                  <a:pt x="1543050" y="123825"/>
                </a:lnTo>
                <a:lnTo>
                  <a:pt x="1552575" y="123825"/>
                </a:lnTo>
                <a:lnTo>
                  <a:pt x="1552575" y="133350"/>
                </a:lnTo>
                <a:lnTo>
                  <a:pt x="1600200" y="133350"/>
                </a:lnTo>
                <a:lnTo>
                  <a:pt x="1600200" y="142875"/>
                </a:lnTo>
                <a:lnTo>
                  <a:pt x="1647825" y="142875"/>
                </a:lnTo>
                <a:lnTo>
                  <a:pt x="1647825" y="152400"/>
                </a:lnTo>
                <a:lnTo>
                  <a:pt x="1685925" y="152400"/>
                </a:lnTo>
                <a:lnTo>
                  <a:pt x="1685925" y="161925"/>
                </a:lnTo>
                <a:lnTo>
                  <a:pt x="1704975" y="161925"/>
                </a:lnTo>
                <a:lnTo>
                  <a:pt x="1704975" y="180975"/>
                </a:lnTo>
                <a:lnTo>
                  <a:pt x="1714500" y="180975"/>
                </a:lnTo>
                <a:lnTo>
                  <a:pt x="1714500" y="276225"/>
                </a:lnTo>
                <a:lnTo>
                  <a:pt x="1704975" y="276225"/>
                </a:lnTo>
                <a:lnTo>
                  <a:pt x="1704975" y="257175"/>
                </a:lnTo>
                <a:lnTo>
                  <a:pt x="1695450" y="257175"/>
                </a:lnTo>
                <a:lnTo>
                  <a:pt x="1695450" y="285750"/>
                </a:lnTo>
                <a:lnTo>
                  <a:pt x="1685925" y="285750"/>
                </a:lnTo>
                <a:lnTo>
                  <a:pt x="1685925" y="219075"/>
                </a:lnTo>
                <a:lnTo>
                  <a:pt x="1676400" y="219075"/>
                </a:lnTo>
                <a:lnTo>
                  <a:pt x="1676400" y="200025"/>
                </a:lnTo>
                <a:lnTo>
                  <a:pt x="1666875" y="200025"/>
                </a:lnTo>
                <a:lnTo>
                  <a:pt x="1666875" y="180975"/>
                </a:lnTo>
                <a:lnTo>
                  <a:pt x="1647825" y="180975"/>
                </a:lnTo>
                <a:lnTo>
                  <a:pt x="1647825" y="171450"/>
                </a:lnTo>
                <a:lnTo>
                  <a:pt x="1609725" y="171450"/>
                </a:lnTo>
                <a:lnTo>
                  <a:pt x="1609725" y="152400"/>
                </a:lnTo>
                <a:lnTo>
                  <a:pt x="1562100" y="152400"/>
                </a:lnTo>
                <a:lnTo>
                  <a:pt x="1562100" y="161925"/>
                </a:lnTo>
                <a:lnTo>
                  <a:pt x="1524000" y="161925"/>
                </a:lnTo>
                <a:lnTo>
                  <a:pt x="1524000" y="152400"/>
                </a:lnTo>
                <a:lnTo>
                  <a:pt x="1533525" y="152400"/>
                </a:lnTo>
                <a:lnTo>
                  <a:pt x="1533525" y="142875"/>
                </a:lnTo>
                <a:lnTo>
                  <a:pt x="1524000" y="142875"/>
                </a:lnTo>
                <a:lnTo>
                  <a:pt x="1524000" y="133350"/>
                </a:lnTo>
                <a:lnTo>
                  <a:pt x="1533525" y="133350"/>
                </a:lnTo>
                <a:lnTo>
                  <a:pt x="1533525" y="123825"/>
                </a:lnTo>
                <a:lnTo>
                  <a:pt x="1504950" y="123825"/>
                </a:lnTo>
                <a:lnTo>
                  <a:pt x="1504950" y="114300"/>
                </a:lnTo>
                <a:lnTo>
                  <a:pt x="1495425" y="114300"/>
                </a:lnTo>
                <a:close/>
                <a:moveTo>
                  <a:pt x="1714500" y="104775"/>
                </a:moveTo>
                <a:lnTo>
                  <a:pt x="1733550" y="104775"/>
                </a:lnTo>
                <a:lnTo>
                  <a:pt x="1733550" y="114300"/>
                </a:lnTo>
                <a:lnTo>
                  <a:pt x="1743075" y="114300"/>
                </a:lnTo>
                <a:lnTo>
                  <a:pt x="1743075" y="123825"/>
                </a:lnTo>
                <a:lnTo>
                  <a:pt x="1733550" y="123825"/>
                </a:lnTo>
                <a:lnTo>
                  <a:pt x="1733550" y="133350"/>
                </a:lnTo>
                <a:lnTo>
                  <a:pt x="1714500" y="133350"/>
                </a:lnTo>
                <a:lnTo>
                  <a:pt x="1714500" y="123825"/>
                </a:lnTo>
                <a:lnTo>
                  <a:pt x="1724025" y="123825"/>
                </a:lnTo>
                <a:lnTo>
                  <a:pt x="1724025" y="114300"/>
                </a:lnTo>
                <a:lnTo>
                  <a:pt x="1714500" y="114300"/>
                </a:lnTo>
                <a:close/>
                <a:moveTo>
                  <a:pt x="1866900" y="114300"/>
                </a:moveTo>
                <a:lnTo>
                  <a:pt x="1885950" y="114300"/>
                </a:lnTo>
                <a:lnTo>
                  <a:pt x="1885950" y="123825"/>
                </a:lnTo>
                <a:lnTo>
                  <a:pt x="1895475" y="123825"/>
                </a:lnTo>
                <a:lnTo>
                  <a:pt x="1895475" y="133350"/>
                </a:lnTo>
                <a:lnTo>
                  <a:pt x="1876425" y="133350"/>
                </a:lnTo>
                <a:lnTo>
                  <a:pt x="1876425" y="123825"/>
                </a:lnTo>
                <a:lnTo>
                  <a:pt x="1866900" y="123825"/>
                </a:lnTo>
                <a:close/>
                <a:moveTo>
                  <a:pt x="352425" y="123825"/>
                </a:moveTo>
                <a:lnTo>
                  <a:pt x="361950" y="123825"/>
                </a:lnTo>
                <a:lnTo>
                  <a:pt x="361950" y="114300"/>
                </a:lnTo>
                <a:lnTo>
                  <a:pt x="352425" y="114300"/>
                </a:lnTo>
                <a:close/>
                <a:moveTo>
                  <a:pt x="400050" y="133350"/>
                </a:moveTo>
                <a:lnTo>
                  <a:pt x="409575" y="133350"/>
                </a:lnTo>
                <a:lnTo>
                  <a:pt x="409575" y="142875"/>
                </a:lnTo>
                <a:lnTo>
                  <a:pt x="400050" y="142875"/>
                </a:lnTo>
                <a:close/>
                <a:moveTo>
                  <a:pt x="1362075" y="133350"/>
                </a:moveTo>
                <a:lnTo>
                  <a:pt x="1371600" y="133350"/>
                </a:lnTo>
                <a:lnTo>
                  <a:pt x="1371600" y="142875"/>
                </a:lnTo>
                <a:lnTo>
                  <a:pt x="1362075" y="142875"/>
                </a:lnTo>
                <a:close/>
                <a:moveTo>
                  <a:pt x="285750" y="152400"/>
                </a:moveTo>
                <a:lnTo>
                  <a:pt x="304800" y="152400"/>
                </a:lnTo>
                <a:lnTo>
                  <a:pt x="304800" y="142875"/>
                </a:lnTo>
                <a:lnTo>
                  <a:pt x="285750" y="142875"/>
                </a:lnTo>
                <a:close/>
                <a:moveTo>
                  <a:pt x="1543050" y="152400"/>
                </a:moveTo>
                <a:lnTo>
                  <a:pt x="1552575" y="152400"/>
                </a:lnTo>
                <a:lnTo>
                  <a:pt x="1552575" y="142875"/>
                </a:lnTo>
                <a:lnTo>
                  <a:pt x="1543050" y="142875"/>
                </a:lnTo>
                <a:close/>
                <a:moveTo>
                  <a:pt x="1790700" y="152400"/>
                </a:moveTo>
                <a:lnTo>
                  <a:pt x="1800225" y="152400"/>
                </a:lnTo>
                <a:lnTo>
                  <a:pt x="1800225" y="161925"/>
                </a:lnTo>
                <a:lnTo>
                  <a:pt x="1809750" y="161925"/>
                </a:lnTo>
                <a:lnTo>
                  <a:pt x="1809750" y="180975"/>
                </a:lnTo>
                <a:lnTo>
                  <a:pt x="1790700" y="180975"/>
                </a:lnTo>
                <a:close/>
                <a:moveTo>
                  <a:pt x="1647825" y="171450"/>
                </a:moveTo>
                <a:lnTo>
                  <a:pt x="1666875" y="171450"/>
                </a:lnTo>
                <a:lnTo>
                  <a:pt x="1666875" y="161925"/>
                </a:lnTo>
                <a:lnTo>
                  <a:pt x="1647825" y="161925"/>
                </a:lnTo>
                <a:close/>
                <a:moveTo>
                  <a:pt x="1343025" y="180975"/>
                </a:moveTo>
                <a:lnTo>
                  <a:pt x="1352550" y="180975"/>
                </a:lnTo>
                <a:lnTo>
                  <a:pt x="1352550" y="190500"/>
                </a:lnTo>
                <a:lnTo>
                  <a:pt x="1343025" y="190500"/>
                </a:lnTo>
                <a:close/>
                <a:moveTo>
                  <a:pt x="1685925" y="180975"/>
                </a:moveTo>
                <a:lnTo>
                  <a:pt x="1695450" y="180975"/>
                </a:lnTo>
                <a:lnTo>
                  <a:pt x="1695450" y="171450"/>
                </a:lnTo>
                <a:lnTo>
                  <a:pt x="1685925" y="171450"/>
                </a:lnTo>
                <a:close/>
                <a:moveTo>
                  <a:pt x="1323975" y="190500"/>
                </a:moveTo>
                <a:lnTo>
                  <a:pt x="1333500" y="190500"/>
                </a:lnTo>
                <a:lnTo>
                  <a:pt x="1333500" y="200025"/>
                </a:lnTo>
                <a:lnTo>
                  <a:pt x="1323975" y="200025"/>
                </a:lnTo>
                <a:close/>
                <a:moveTo>
                  <a:pt x="1809750" y="190500"/>
                </a:moveTo>
                <a:lnTo>
                  <a:pt x="1838325" y="190500"/>
                </a:lnTo>
                <a:lnTo>
                  <a:pt x="1838325" y="200025"/>
                </a:lnTo>
                <a:lnTo>
                  <a:pt x="1809750" y="200025"/>
                </a:lnTo>
                <a:close/>
                <a:moveTo>
                  <a:pt x="1314450" y="200025"/>
                </a:moveTo>
                <a:lnTo>
                  <a:pt x="1323975" y="200025"/>
                </a:lnTo>
                <a:lnTo>
                  <a:pt x="1323975" y="209550"/>
                </a:lnTo>
                <a:lnTo>
                  <a:pt x="1314450" y="209550"/>
                </a:lnTo>
                <a:close/>
                <a:moveTo>
                  <a:pt x="1676400" y="200025"/>
                </a:moveTo>
                <a:lnTo>
                  <a:pt x="1685925" y="200025"/>
                </a:lnTo>
                <a:lnTo>
                  <a:pt x="1685925" y="190500"/>
                </a:lnTo>
                <a:lnTo>
                  <a:pt x="1676400" y="190500"/>
                </a:lnTo>
                <a:close/>
                <a:moveTo>
                  <a:pt x="1800225" y="200025"/>
                </a:moveTo>
                <a:lnTo>
                  <a:pt x="1809750" y="200025"/>
                </a:lnTo>
                <a:lnTo>
                  <a:pt x="1809750" y="219075"/>
                </a:lnTo>
                <a:lnTo>
                  <a:pt x="1800225" y="219075"/>
                </a:lnTo>
                <a:close/>
                <a:moveTo>
                  <a:pt x="1819275" y="209550"/>
                </a:moveTo>
                <a:lnTo>
                  <a:pt x="1828800" y="209550"/>
                </a:lnTo>
                <a:lnTo>
                  <a:pt x="1828800" y="219075"/>
                </a:lnTo>
                <a:lnTo>
                  <a:pt x="1819275" y="219075"/>
                </a:lnTo>
                <a:close/>
                <a:moveTo>
                  <a:pt x="447675" y="228600"/>
                </a:moveTo>
                <a:lnTo>
                  <a:pt x="457200" y="228600"/>
                </a:lnTo>
                <a:lnTo>
                  <a:pt x="457200" y="238125"/>
                </a:lnTo>
                <a:lnTo>
                  <a:pt x="447675" y="238125"/>
                </a:lnTo>
                <a:close/>
                <a:moveTo>
                  <a:pt x="600075" y="228600"/>
                </a:moveTo>
                <a:lnTo>
                  <a:pt x="609600" y="228600"/>
                </a:lnTo>
                <a:lnTo>
                  <a:pt x="609600" y="238125"/>
                </a:lnTo>
                <a:lnTo>
                  <a:pt x="600075" y="238125"/>
                </a:lnTo>
                <a:close/>
                <a:moveTo>
                  <a:pt x="695325" y="247650"/>
                </a:moveTo>
                <a:lnTo>
                  <a:pt x="704850" y="247650"/>
                </a:lnTo>
                <a:lnTo>
                  <a:pt x="704850" y="257175"/>
                </a:lnTo>
                <a:lnTo>
                  <a:pt x="695325" y="257175"/>
                </a:lnTo>
                <a:close/>
                <a:moveTo>
                  <a:pt x="685800" y="257175"/>
                </a:moveTo>
                <a:lnTo>
                  <a:pt x="695325" y="257175"/>
                </a:lnTo>
                <a:lnTo>
                  <a:pt x="695325" y="266700"/>
                </a:lnTo>
                <a:lnTo>
                  <a:pt x="685800" y="266700"/>
                </a:lnTo>
                <a:close/>
                <a:moveTo>
                  <a:pt x="1371600" y="257175"/>
                </a:moveTo>
                <a:lnTo>
                  <a:pt x="1381125" y="257175"/>
                </a:lnTo>
                <a:lnTo>
                  <a:pt x="1381125" y="266700"/>
                </a:lnTo>
                <a:lnTo>
                  <a:pt x="1371600" y="266700"/>
                </a:lnTo>
                <a:close/>
                <a:moveTo>
                  <a:pt x="1533525" y="257175"/>
                </a:moveTo>
                <a:lnTo>
                  <a:pt x="1543050" y="257175"/>
                </a:lnTo>
                <a:lnTo>
                  <a:pt x="1543050" y="266700"/>
                </a:lnTo>
                <a:lnTo>
                  <a:pt x="1533525" y="266700"/>
                </a:lnTo>
                <a:close/>
                <a:moveTo>
                  <a:pt x="1095375" y="266700"/>
                </a:moveTo>
                <a:lnTo>
                  <a:pt x="1104900" y="266700"/>
                </a:lnTo>
                <a:lnTo>
                  <a:pt x="1104900" y="276225"/>
                </a:lnTo>
                <a:lnTo>
                  <a:pt x="1095375" y="276225"/>
                </a:lnTo>
                <a:close/>
                <a:moveTo>
                  <a:pt x="1543050" y="266700"/>
                </a:moveTo>
                <a:lnTo>
                  <a:pt x="1552575" y="266700"/>
                </a:lnTo>
                <a:lnTo>
                  <a:pt x="1552575" y="276225"/>
                </a:lnTo>
                <a:lnTo>
                  <a:pt x="1543050" y="276225"/>
                </a:lnTo>
                <a:close/>
                <a:moveTo>
                  <a:pt x="685800" y="276225"/>
                </a:moveTo>
                <a:lnTo>
                  <a:pt x="695325" y="276225"/>
                </a:lnTo>
                <a:lnTo>
                  <a:pt x="695325" y="285750"/>
                </a:lnTo>
                <a:lnTo>
                  <a:pt x="685800" y="285750"/>
                </a:lnTo>
                <a:close/>
                <a:moveTo>
                  <a:pt x="695325" y="295275"/>
                </a:moveTo>
                <a:lnTo>
                  <a:pt x="704850" y="295275"/>
                </a:lnTo>
                <a:lnTo>
                  <a:pt x="704850" y="304800"/>
                </a:lnTo>
                <a:lnTo>
                  <a:pt x="695325" y="304800"/>
                </a:lnTo>
                <a:close/>
                <a:moveTo>
                  <a:pt x="1685925" y="295275"/>
                </a:moveTo>
                <a:lnTo>
                  <a:pt x="1695450" y="295275"/>
                </a:lnTo>
                <a:lnTo>
                  <a:pt x="1695450" y="323850"/>
                </a:lnTo>
                <a:lnTo>
                  <a:pt x="1685925" y="323850"/>
                </a:lnTo>
                <a:close/>
                <a:moveTo>
                  <a:pt x="1562100" y="304800"/>
                </a:moveTo>
                <a:lnTo>
                  <a:pt x="1571625" y="304800"/>
                </a:lnTo>
                <a:lnTo>
                  <a:pt x="1571625" y="314325"/>
                </a:lnTo>
                <a:lnTo>
                  <a:pt x="1562100" y="314325"/>
                </a:lnTo>
                <a:close/>
                <a:moveTo>
                  <a:pt x="561975" y="314325"/>
                </a:moveTo>
                <a:lnTo>
                  <a:pt x="571500" y="314325"/>
                </a:lnTo>
                <a:lnTo>
                  <a:pt x="571500" y="323850"/>
                </a:lnTo>
                <a:lnTo>
                  <a:pt x="561975" y="323850"/>
                </a:lnTo>
                <a:close/>
                <a:moveTo>
                  <a:pt x="771525" y="314325"/>
                </a:moveTo>
                <a:lnTo>
                  <a:pt x="790575" y="314325"/>
                </a:lnTo>
                <a:lnTo>
                  <a:pt x="790575" y="323850"/>
                </a:lnTo>
                <a:lnTo>
                  <a:pt x="771525" y="323850"/>
                </a:lnTo>
                <a:close/>
                <a:moveTo>
                  <a:pt x="857250" y="314325"/>
                </a:moveTo>
                <a:lnTo>
                  <a:pt x="876300" y="314325"/>
                </a:lnTo>
                <a:lnTo>
                  <a:pt x="876300" y="333375"/>
                </a:lnTo>
                <a:lnTo>
                  <a:pt x="857250" y="333375"/>
                </a:lnTo>
                <a:close/>
                <a:moveTo>
                  <a:pt x="1171575" y="333375"/>
                </a:moveTo>
                <a:lnTo>
                  <a:pt x="1181100" y="333375"/>
                </a:lnTo>
                <a:lnTo>
                  <a:pt x="1181100" y="342900"/>
                </a:lnTo>
                <a:lnTo>
                  <a:pt x="1171575" y="342900"/>
                </a:lnTo>
                <a:close/>
                <a:moveTo>
                  <a:pt x="1562100" y="333375"/>
                </a:moveTo>
                <a:lnTo>
                  <a:pt x="1571625" y="333375"/>
                </a:lnTo>
                <a:lnTo>
                  <a:pt x="1571625" y="342900"/>
                </a:lnTo>
                <a:lnTo>
                  <a:pt x="1562100" y="342900"/>
                </a:lnTo>
                <a:close/>
                <a:moveTo>
                  <a:pt x="1876425" y="342900"/>
                </a:moveTo>
                <a:lnTo>
                  <a:pt x="1895475" y="342900"/>
                </a:lnTo>
                <a:lnTo>
                  <a:pt x="1895475" y="352425"/>
                </a:lnTo>
                <a:lnTo>
                  <a:pt x="1876425" y="352425"/>
                </a:lnTo>
                <a:close/>
                <a:moveTo>
                  <a:pt x="676275" y="352425"/>
                </a:moveTo>
                <a:lnTo>
                  <a:pt x="695325" y="352425"/>
                </a:lnTo>
                <a:lnTo>
                  <a:pt x="695325" y="361950"/>
                </a:lnTo>
                <a:lnTo>
                  <a:pt x="676275" y="361950"/>
                </a:lnTo>
                <a:close/>
                <a:moveTo>
                  <a:pt x="1685925" y="352425"/>
                </a:moveTo>
                <a:lnTo>
                  <a:pt x="1695450" y="352425"/>
                </a:lnTo>
                <a:lnTo>
                  <a:pt x="1695450" y="371475"/>
                </a:lnTo>
                <a:lnTo>
                  <a:pt x="1685925" y="371475"/>
                </a:lnTo>
                <a:close/>
                <a:moveTo>
                  <a:pt x="400050" y="361950"/>
                </a:moveTo>
                <a:lnTo>
                  <a:pt x="409575" y="361950"/>
                </a:lnTo>
                <a:lnTo>
                  <a:pt x="409575" y="371475"/>
                </a:lnTo>
                <a:lnTo>
                  <a:pt x="400050" y="371475"/>
                </a:lnTo>
                <a:close/>
                <a:moveTo>
                  <a:pt x="581025" y="361950"/>
                </a:moveTo>
                <a:lnTo>
                  <a:pt x="590550" y="361950"/>
                </a:lnTo>
                <a:lnTo>
                  <a:pt x="590550" y="371475"/>
                </a:lnTo>
                <a:lnTo>
                  <a:pt x="581025" y="371475"/>
                </a:lnTo>
                <a:close/>
                <a:moveTo>
                  <a:pt x="857250" y="361950"/>
                </a:moveTo>
                <a:lnTo>
                  <a:pt x="876300" y="361950"/>
                </a:lnTo>
                <a:lnTo>
                  <a:pt x="876300" y="371475"/>
                </a:lnTo>
                <a:lnTo>
                  <a:pt x="857250" y="371475"/>
                </a:lnTo>
                <a:close/>
                <a:moveTo>
                  <a:pt x="200025" y="371475"/>
                </a:moveTo>
                <a:lnTo>
                  <a:pt x="209550" y="371475"/>
                </a:lnTo>
                <a:lnTo>
                  <a:pt x="209550" y="333375"/>
                </a:lnTo>
                <a:lnTo>
                  <a:pt x="200025" y="333375"/>
                </a:lnTo>
                <a:close/>
                <a:moveTo>
                  <a:pt x="495300" y="371475"/>
                </a:moveTo>
                <a:lnTo>
                  <a:pt x="504825" y="371475"/>
                </a:lnTo>
                <a:lnTo>
                  <a:pt x="504825" y="381000"/>
                </a:lnTo>
                <a:lnTo>
                  <a:pt x="495300" y="381000"/>
                </a:lnTo>
                <a:close/>
                <a:moveTo>
                  <a:pt x="590550" y="371475"/>
                </a:moveTo>
                <a:lnTo>
                  <a:pt x="600075" y="371475"/>
                </a:lnTo>
                <a:lnTo>
                  <a:pt x="600075" y="381000"/>
                </a:lnTo>
                <a:lnTo>
                  <a:pt x="590550" y="381000"/>
                </a:lnTo>
                <a:close/>
                <a:moveTo>
                  <a:pt x="1733550" y="371475"/>
                </a:moveTo>
                <a:lnTo>
                  <a:pt x="1752600" y="371475"/>
                </a:lnTo>
                <a:lnTo>
                  <a:pt x="1752600" y="390525"/>
                </a:lnTo>
                <a:lnTo>
                  <a:pt x="1743075" y="390525"/>
                </a:lnTo>
                <a:lnTo>
                  <a:pt x="1743075" y="381000"/>
                </a:lnTo>
                <a:lnTo>
                  <a:pt x="1733550" y="381000"/>
                </a:lnTo>
                <a:close/>
                <a:moveTo>
                  <a:pt x="142875" y="381000"/>
                </a:moveTo>
                <a:lnTo>
                  <a:pt x="161925" y="381000"/>
                </a:lnTo>
                <a:lnTo>
                  <a:pt x="161925" y="419100"/>
                </a:lnTo>
                <a:lnTo>
                  <a:pt x="142875" y="419100"/>
                </a:lnTo>
                <a:close/>
                <a:moveTo>
                  <a:pt x="447675" y="381000"/>
                </a:moveTo>
                <a:lnTo>
                  <a:pt x="457200" y="381000"/>
                </a:lnTo>
                <a:lnTo>
                  <a:pt x="457200" y="400050"/>
                </a:lnTo>
                <a:lnTo>
                  <a:pt x="447675" y="400050"/>
                </a:lnTo>
                <a:close/>
                <a:moveTo>
                  <a:pt x="1704975" y="381000"/>
                </a:moveTo>
                <a:lnTo>
                  <a:pt x="1714500" y="381000"/>
                </a:lnTo>
                <a:lnTo>
                  <a:pt x="1714500" y="419100"/>
                </a:lnTo>
                <a:lnTo>
                  <a:pt x="1724025" y="419100"/>
                </a:lnTo>
                <a:lnTo>
                  <a:pt x="1724025" y="428625"/>
                </a:lnTo>
                <a:lnTo>
                  <a:pt x="1714500" y="428625"/>
                </a:lnTo>
                <a:lnTo>
                  <a:pt x="1714500" y="447675"/>
                </a:lnTo>
                <a:lnTo>
                  <a:pt x="1724025" y="447675"/>
                </a:lnTo>
                <a:lnTo>
                  <a:pt x="1724025" y="523875"/>
                </a:lnTo>
                <a:lnTo>
                  <a:pt x="1714500" y="523875"/>
                </a:lnTo>
                <a:lnTo>
                  <a:pt x="1714500" y="533400"/>
                </a:lnTo>
                <a:lnTo>
                  <a:pt x="1724025" y="533400"/>
                </a:lnTo>
                <a:lnTo>
                  <a:pt x="1724025" y="552450"/>
                </a:lnTo>
                <a:lnTo>
                  <a:pt x="1714500" y="552450"/>
                </a:lnTo>
                <a:lnTo>
                  <a:pt x="1714500" y="561975"/>
                </a:lnTo>
                <a:lnTo>
                  <a:pt x="1743075" y="561975"/>
                </a:lnTo>
                <a:lnTo>
                  <a:pt x="1743075" y="542925"/>
                </a:lnTo>
                <a:lnTo>
                  <a:pt x="1752600" y="542925"/>
                </a:lnTo>
                <a:lnTo>
                  <a:pt x="1752600" y="552450"/>
                </a:lnTo>
                <a:lnTo>
                  <a:pt x="1781175" y="552450"/>
                </a:lnTo>
                <a:lnTo>
                  <a:pt x="1781175" y="561975"/>
                </a:lnTo>
                <a:lnTo>
                  <a:pt x="1809750" y="561975"/>
                </a:lnTo>
                <a:lnTo>
                  <a:pt x="1809750" y="552450"/>
                </a:lnTo>
                <a:lnTo>
                  <a:pt x="1819275" y="552450"/>
                </a:lnTo>
                <a:lnTo>
                  <a:pt x="1819275" y="561975"/>
                </a:lnTo>
                <a:lnTo>
                  <a:pt x="1847850" y="561975"/>
                </a:lnTo>
                <a:lnTo>
                  <a:pt x="1847850" y="542925"/>
                </a:lnTo>
                <a:lnTo>
                  <a:pt x="1866900" y="542925"/>
                </a:lnTo>
                <a:lnTo>
                  <a:pt x="1866900" y="552450"/>
                </a:lnTo>
                <a:lnTo>
                  <a:pt x="1876425" y="552450"/>
                </a:lnTo>
                <a:lnTo>
                  <a:pt x="1876425" y="561975"/>
                </a:lnTo>
                <a:lnTo>
                  <a:pt x="1895475" y="561975"/>
                </a:lnTo>
                <a:lnTo>
                  <a:pt x="1895475" y="581025"/>
                </a:lnTo>
                <a:lnTo>
                  <a:pt x="1905000" y="581025"/>
                </a:lnTo>
                <a:lnTo>
                  <a:pt x="1905000" y="590550"/>
                </a:lnTo>
                <a:lnTo>
                  <a:pt x="1895475" y="590550"/>
                </a:lnTo>
                <a:lnTo>
                  <a:pt x="1895475" y="609600"/>
                </a:lnTo>
                <a:lnTo>
                  <a:pt x="1885950" y="609600"/>
                </a:lnTo>
                <a:lnTo>
                  <a:pt x="1885950" y="628650"/>
                </a:lnTo>
                <a:lnTo>
                  <a:pt x="1895475" y="628650"/>
                </a:lnTo>
                <a:lnTo>
                  <a:pt x="1895475" y="657225"/>
                </a:lnTo>
                <a:lnTo>
                  <a:pt x="1857375" y="657225"/>
                </a:lnTo>
                <a:lnTo>
                  <a:pt x="1857375" y="666750"/>
                </a:lnTo>
                <a:lnTo>
                  <a:pt x="1771650" y="666750"/>
                </a:lnTo>
                <a:lnTo>
                  <a:pt x="1771650" y="657225"/>
                </a:lnTo>
                <a:lnTo>
                  <a:pt x="1762125" y="657225"/>
                </a:lnTo>
                <a:lnTo>
                  <a:pt x="1762125" y="666750"/>
                </a:lnTo>
                <a:lnTo>
                  <a:pt x="1743075" y="666750"/>
                </a:lnTo>
                <a:lnTo>
                  <a:pt x="1743075" y="676275"/>
                </a:lnTo>
                <a:lnTo>
                  <a:pt x="1724025" y="676275"/>
                </a:lnTo>
                <a:lnTo>
                  <a:pt x="1724025" y="657225"/>
                </a:lnTo>
                <a:lnTo>
                  <a:pt x="1714500" y="657225"/>
                </a:lnTo>
                <a:lnTo>
                  <a:pt x="1714500" y="647700"/>
                </a:lnTo>
                <a:lnTo>
                  <a:pt x="1724025" y="647700"/>
                </a:lnTo>
                <a:lnTo>
                  <a:pt x="1724025" y="628650"/>
                </a:lnTo>
                <a:lnTo>
                  <a:pt x="1704975" y="628650"/>
                </a:lnTo>
                <a:lnTo>
                  <a:pt x="1704975" y="609600"/>
                </a:lnTo>
                <a:lnTo>
                  <a:pt x="1695450" y="609600"/>
                </a:lnTo>
                <a:lnTo>
                  <a:pt x="1695450" y="533400"/>
                </a:lnTo>
                <a:lnTo>
                  <a:pt x="1685925" y="533400"/>
                </a:lnTo>
                <a:lnTo>
                  <a:pt x="1685925" y="400050"/>
                </a:lnTo>
                <a:lnTo>
                  <a:pt x="1704975" y="400050"/>
                </a:lnTo>
                <a:close/>
                <a:moveTo>
                  <a:pt x="495300" y="390525"/>
                </a:moveTo>
                <a:lnTo>
                  <a:pt x="504825" y="390525"/>
                </a:lnTo>
                <a:lnTo>
                  <a:pt x="504825" y="400050"/>
                </a:lnTo>
                <a:lnTo>
                  <a:pt x="495300" y="400050"/>
                </a:lnTo>
                <a:close/>
                <a:moveTo>
                  <a:pt x="1752600" y="390525"/>
                </a:moveTo>
                <a:lnTo>
                  <a:pt x="1762125" y="390525"/>
                </a:lnTo>
                <a:lnTo>
                  <a:pt x="1762125" y="400050"/>
                </a:lnTo>
                <a:lnTo>
                  <a:pt x="1752600" y="400050"/>
                </a:lnTo>
                <a:close/>
                <a:moveTo>
                  <a:pt x="952500" y="400050"/>
                </a:moveTo>
                <a:lnTo>
                  <a:pt x="971550" y="400050"/>
                </a:lnTo>
                <a:lnTo>
                  <a:pt x="971550" y="409575"/>
                </a:lnTo>
                <a:lnTo>
                  <a:pt x="952500" y="409575"/>
                </a:lnTo>
                <a:close/>
                <a:moveTo>
                  <a:pt x="1924050" y="400050"/>
                </a:moveTo>
                <a:lnTo>
                  <a:pt x="1952625" y="400050"/>
                </a:lnTo>
                <a:lnTo>
                  <a:pt x="1952625" y="447675"/>
                </a:lnTo>
                <a:lnTo>
                  <a:pt x="1943100" y="447675"/>
                </a:lnTo>
                <a:lnTo>
                  <a:pt x="1943100" y="495300"/>
                </a:lnTo>
                <a:lnTo>
                  <a:pt x="1952625" y="495300"/>
                </a:lnTo>
                <a:lnTo>
                  <a:pt x="1952625" y="523875"/>
                </a:lnTo>
                <a:lnTo>
                  <a:pt x="1943100" y="523875"/>
                </a:lnTo>
                <a:lnTo>
                  <a:pt x="1943100" y="533400"/>
                </a:lnTo>
                <a:lnTo>
                  <a:pt x="1933575" y="533400"/>
                </a:lnTo>
                <a:lnTo>
                  <a:pt x="1933575" y="523875"/>
                </a:lnTo>
                <a:lnTo>
                  <a:pt x="1914525" y="523875"/>
                </a:lnTo>
                <a:lnTo>
                  <a:pt x="1914525" y="495300"/>
                </a:lnTo>
                <a:lnTo>
                  <a:pt x="1905000" y="495300"/>
                </a:lnTo>
                <a:lnTo>
                  <a:pt x="1905000" y="476250"/>
                </a:lnTo>
                <a:lnTo>
                  <a:pt x="1914525" y="476250"/>
                </a:lnTo>
                <a:lnTo>
                  <a:pt x="1914525" y="457200"/>
                </a:lnTo>
                <a:lnTo>
                  <a:pt x="1905000" y="457200"/>
                </a:lnTo>
                <a:lnTo>
                  <a:pt x="1905000" y="438150"/>
                </a:lnTo>
                <a:lnTo>
                  <a:pt x="1914525" y="438150"/>
                </a:lnTo>
                <a:lnTo>
                  <a:pt x="1914525" y="428625"/>
                </a:lnTo>
                <a:lnTo>
                  <a:pt x="1924050" y="428625"/>
                </a:lnTo>
                <a:close/>
                <a:moveTo>
                  <a:pt x="457200" y="409575"/>
                </a:moveTo>
                <a:lnTo>
                  <a:pt x="466725" y="409575"/>
                </a:lnTo>
                <a:lnTo>
                  <a:pt x="466725" y="428625"/>
                </a:lnTo>
                <a:lnTo>
                  <a:pt x="457200" y="428625"/>
                </a:lnTo>
                <a:close/>
                <a:moveTo>
                  <a:pt x="1752600" y="409575"/>
                </a:moveTo>
                <a:lnTo>
                  <a:pt x="1762125" y="409575"/>
                </a:lnTo>
                <a:lnTo>
                  <a:pt x="1762125" y="419100"/>
                </a:lnTo>
                <a:lnTo>
                  <a:pt x="1752600" y="419100"/>
                </a:lnTo>
                <a:close/>
                <a:moveTo>
                  <a:pt x="1771650" y="409575"/>
                </a:moveTo>
                <a:lnTo>
                  <a:pt x="1781175" y="409575"/>
                </a:lnTo>
                <a:lnTo>
                  <a:pt x="1781175" y="419100"/>
                </a:lnTo>
                <a:lnTo>
                  <a:pt x="1771650" y="419100"/>
                </a:lnTo>
                <a:close/>
                <a:moveTo>
                  <a:pt x="1885950" y="409575"/>
                </a:moveTo>
                <a:lnTo>
                  <a:pt x="1905000" y="409575"/>
                </a:lnTo>
                <a:lnTo>
                  <a:pt x="1905000" y="428625"/>
                </a:lnTo>
                <a:lnTo>
                  <a:pt x="1895475" y="428625"/>
                </a:lnTo>
                <a:lnTo>
                  <a:pt x="1895475" y="419100"/>
                </a:lnTo>
                <a:lnTo>
                  <a:pt x="1885950" y="419100"/>
                </a:lnTo>
                <a:close/>
                <a:moveTo>
                  <a:pt x="209550" y="419100"/>
                </a:moveTo>
                <a:lnTo>
                  <a:pt x="219075" y="419100"/>
                </a:lnTo>
                <a:lnTo>
                  <a:pt x="219075" y="447675"/>
                </a:lnTo>
                <a:lnTo>
                  <a:pt x="209550" y="447675"/>
                </a:lnTo>
                <a:close/>
                <a:moveTo>
                  <a:pt x="1409700" y="419100"/>
                </a:moveTo>
                <a:lnTo>
                  <a:pt x="1419225" y="419100"/>
                </a:lnTo>
                <a:lnTo>
                  <a:pt x="1419225" y="428625"/>
                </a:lnTo>
                <a:lnTo>
                  <a:pt x="1409700" y="428625"/>
                </a:lnTo>
                <a:close/>
                <a:moveTo>
                  <a:pt x="447675" y="428625"/>
                </a:moveTo>
                <a:lnTo>
                  <a:pt x="457200" y="428625"/>
                </a:lnTo>
                <a:lnTo>
                  <a:pt x="457200" y="438150"/>
                </a:lnTo>
                <a:lnTo>
                  <a:pt x="447675" y="438150"/>
                </a:lnTo>
                <a:close/>
                <a:moveTo>
                  <a:pt x="1762125" y="428625"/>
                </a:moveTo>
                <a:lnTo>
                  <a:pt x="1771650" y="428625"/>
                </a:lnTo>
                <a:lnTo>
                  <a:pt x="1771650" y="447675"/>
                </a:lnTo>
                <a:lnTo>
                  <a:pt x="1762125" y="447675"/>
                </a:lnTo>
                <a:close/>
                <a:moveTo>
                  <a:pt x="1847850" y="438150"/>
                </a:moveTo>
                <a:lnTo>
                  <a:pt x="1885950" y="438150"/>
                </a:lnTo>
                <a:lnTo>
                  <a:pt x="1885950" y="447675"/>
                </a:lnTo>
                <a:lnTo>
                  <a:pt x="1876425" y="447675"/>
                </a:lnTo>
                <a:lnTo>
                  <a:pt x="1876425" y="466725"/>
                </a:lnTo>
                <a:lnTo>
                  <a:pt x="1895475" y="466725"/>
                </a:lnTo>
                <a:lnTo>
                  <a:pt x="1895475" y="476250"/>
                </a:lnTo>
                <a:lnTo>
                  <a:pt x="1885950" y="476250"/>
                </a:lnTo>
                <a:lnTo>
                  <a:pt x="1885950" y="485775"/>
                </a:lnTo>
                <a:lnTo>
                  <a:pt x="1866900" y="485775"/>
                </a:lnTo>
                <a:lnTo>
                  <a:pt x="1866900" y="495300"/>
                </a:lnTo>
                <a:lnTo>
                  <a:pt x="1857375" y="495300"/>
                </a:lnTo>
                <a:lnTo>
                  <a:pt x="1857375" y="476250"/>
                </a:lnTo>
                <a:lnTo>
                  <a:pt x="1847850" y="476250"/>
                </a:lnTo>
                <a:lnTo>
                  <a:pt x="1847850" y="495300"/>
                </a:lnTo>
                <a:lnTo>
                  <a:pt x="1838325" y="495300"/>
                </a:lnTo>
                <a:lnTo>
                  <a:pt x="1838325" y="457200"/>
                </a:lnTo>
                <a:lnTo>
                  <a:pt x="1847850" y="457200"/>
                </a:lnTo>
                <a:close/>
                <a:moveTo>
                  <a:pt x="1914525" y="495300"/>
                </a:moveTo>
                <a:lnTo>
                  <a:pt x="1933575" y="495300"/>
                </a:lnTo>
                <a:lnTo>
                  <a:pt x="1933575" y="476250"/>
                </a:lnTo>
                <a:lnTo>
                  <a:pt x="1924050" y="476250"/>
                </a:lnTo>
                <a:lnTo>
                  <a:pt x="1924050" y="485775"/>
                </a:lnTo>
                <a:lnTo>
                  <a:pt x="1914525" y="485775"/>
                </a:lnTo>
                <a:close/>
                <a:moveTo>
                  <a:pt x="133350" y="514350"/>
                </a:moveTo>
                <a:lnTo>
                  <a:pt x="142875" y="514350"/>
                </a:lnTo>
                <a:lnTo>
                  <a:pt x="142875" y="504825"/>
                </a:lnTo>
                <a:lnTo>
                  <a:pt x="133350" y="504825"/>
                </a:lnTo>
                <a:close/>
                <a:moveTo>
                  <a:pt x="1905000" y="533400"/>
                </a:moveTo>
                <a:lnTo>
                  <a:pt x="1914525" y="533400"/>
                </a:lnTo>
                <a:lnTo>
                  <a:pt x="1914525" y="542925"/>
                </a:lnTo>
                <a:lnTo>
                  <a:pt x="1905000" y="542925"/>
                </a:lnTo>
                <a:close/>
                <a:moveTo>
                  <a:pt x="1924050" y="533400"/>
                </a:moveTo>
                <a:lnTo>
                  <a:pt x="1933575" y="533400"/>
                </a:lnTo>
                <a:lnTo>
                  <a:pt x="1933575" y="542925"/>
                </a:lnTo>
                <a:lnTo>
                  <a:pt x="1924050" y="542925"/>
                </a:lnTo>
                <a:close/>
                <a:moveTo>
                  <a:pt x="171450" y="581025"/>
                </a:moveTo>
                <a:lnTo>
                  <a:pt x="180975" y="581025"/>
                </a:lnTo>
                <a:lnTo>
                  <a:pt x="180975" y="590550"/>
                </a:lnTo>
                <a:lnTo>
                  <a:pt x="171450" y="590550"/>
                </a:lnTo>
                <a:close/>
                <a:moveTo>
                  <a:pt x="1762125" y="590550"/>
                </a:moveTo>
                <a:lnTo>
                  <a:pt x="1771650" y="590550"/>
                </a:lnTo>
                <a:lnTo>
                  <a:pt x="1771650" y="600075"/>
                </a:lnTo>
                <a:lnTo>
                  <a:pt x="1781175" y="600075"/>
                </a:lnTo>
                <a:lnTo>
                  <a:pt x="1781175" y="571500"/>
                </a:lnTo>
                <a:lnTo>
                  <a:pt x="1762125" y="571500"/>
                </a:lnTo>
                <a:close/>
                <a:moveTo>
                  <a:pt x="1876425" y="590550"/>
                </a:moveTo>
                <a:lnTo>
                  <a:pt x="1885950" y="590550"/>
                </a:lnTo>
                <a:lnTo>
                  <a:pt x="1885950" y="571500"/>
                </a:lnTo>
                <a:lnTo>
                  <a:pt x="1876425" y="571500"/>
                </a:lnTo>
                <a:close/>
                <a:moveTo>
                  <a:pt x="1790700" y="600075"/>
                </a:moveTo>
                <a:lnTo>
                  <a:pt x="1809750" y="600075"/>
                </a:lnTo>
                <a:lnTo>
                  <a:pt x="1809750" y="609600"/>
                </a:lnTo>
                <a:lnTo>
                  <a:pt x="1819275" y="609600"/>
                </a:lnTo>
                <a:lnTo>
                  <a:pt x="1819275" y="600075"/>
                </a:lnTo>
                <a:lnTo>
                  <a:pt x="1828800" y="600075"/>
                </a:lnTo>
                <a:lnTo>
                  <a:pt x="1828800" y="590550"/>
                </a:lnTo>
                <a:lnTo>
                  <a:pt x="1790700" y="590550"/>
                </a:lnTo>
                <a:close/>
                <a:moveTo>
                  <a:pt x="1933575" y="609600"/>
                </a:moveTo>
                <a:lnTo>
                  <a:pt x="1952625" y="609600"/>
                </a:lnTo>
                <a:lnTo>
                  <a:pt x="1952625" y="628650"/>
                </a:lnTo>
                <a:lnTo>
                  <a:pt x="1943100" y="628650"/>
                </a:lnTo>
                <a:lnTo>
                  <a:pt x="1943100" y="638175"/>
                </a:lnTo>
                <a:lnTo>
                  <a:pt x="1924050" y="638175"/>
                </a:lnTo>
                <a:lnTo>
                  <a:pt x="1924050" y="628650"/>
                </a:lnTo>
                <a:lnTo>
                  <a:pt x="1933575" y="628650"/>
                </a:lnTo>
                <a:close/>
                <a:moveTo>
                  <a:pt x="180975" y="638175"/>
                </a:moveTo>
                <a:lnTo>
                  <a:pt x="190500" y="638175"/>
                </a:lnTo>
                <a:lnTo>
                  <a:pt x="190500" y="657225"/>
                </a:lnTo>
                <a:lnTo>
                  <a:pt x="180975" y="657225"/>
                </a:lnTo>
                <a:close/>
                <a:moveTo>
                  <a:pt x="161925" y="704850"/>
                </a:moveTo>
                <a:lnTo>
                  <a:pt x="171450" y="704850"/>
                </a:lnTo>
                <a:lnTo>
                  <a:pt x="171450" y="723900"/>
                </a:lnTo>
                <a:lnTo>
                  <a:pt x="161925" y="723900"/>
                </a:lnTo>
                <a:close/>
                <a:moveTo>
                  <a:pt x="114300" y="723900"/>
                </a:moveTo>
                <a:lnTo>
                  <a:pt x="123825" y="723900"/>
                </a:lnTo>
                <a:lnTo>
                  <a:pt x="123825" y="733425"/>
                </a:lnTo>
                <a:lnTo>
                  <a:pt x="114300" y="733425"/>
                </a:lnTo>
                <a:close/>
                <a:moveTo>
                  <a:pt x="152400" y="723900"/>
                </a:moveTo>
                <a:lnTo>
                  <a:pt x="161925" y="723900"/>
                </a:lnTo>
                <a:lnTo>
                  <a:pt x="161925" y="742950"/>
                </a:lnTo>
                <a:lnTo>
                  <a:pt x="152400" y="742950"/>
                </a:lnTo>
                <a:lnTo>
                  <a:pt x="152400" y="762000"/>
                </a:lnTo>
                <a:lnTo>
                  <a:pt x="142875" y="762000"/>
                </a:lnTo>
                <a:lnTo>
                  <a:pt x="142875" y="771525"/>
                </a:lnTo>
                <a:lnTo>
                  <a:pt x="133350" y="771525"/>
                </a:lnTo>
                <a:lnTo>
                  <a:pt x="133350" y="809625"/>
                </a:lnTo>
                <a:lnTo>
                  <a:pt x="123825" y="809625"/>
                </a:lnTo>
                <a:lnTo>
                  <a:pt x="123825" y="819150"/>
                </a:lnTo>
                <a:lnTo>
                  <a:pt x="114300" y="819150"/>
                </a:lnTo>
                <a:lnTo>
                  <a:pt x="114300" y="838200"/>
                </a:lnTo>
                <a:lnTo>
                  <a:pt x="95250" y="838200"/>
                </a:lnTo>
                <a:lnTo>
                  <a:pt x="95250" y="819150"/>
                </a:lnTo>
                <a:lnTo>
                  <a:pt x="85725" y="819150"/>
                </a:lnTo>
                <a:lnTo>
                  <a:pt x="85725" y="800100"/>
                </a:lnTo>
                <a:lnTo>
                  <a:pt x="95250" y="800100"/>
                </a:lnTo>
                <a:lnTo>
                  <a:pt x="95250" y="790575"/>
                </a:lnTo>
                <a:lnTo>
                  <a:pt x="104775" y="790575"/>
                </a:lnTo>
                <a:lnTo>
                  <a:pt x="104775" y="781050"/>
                </a:lnTo>
                <a:lnTo>
                  <a:pt x="114300" y="781050"/>
                </a:lnTo>
                <a:lnTo>
                  <a:pt x="114300" y="762000"/>
                </a:lnTo>
                <a:lnTo>
                  <a:pt x="123825" y="762000"/>
                </a:lnTo>
                <a:lnTo>
                  <a:pt x="123825" y="733425"/>
                </a:lnTo>
                <a:lnTo>
                  <a:pt x="152400" y="733425"/>
                </a:lnTo>
                <a:close/>
                <a:moveTo>
                  <a:pt x="1733550" y="723900"/>
                </a:moveTo>
                <a:lnTo>
                  <a:pt x="1743075" y="723900"/>
                </a:lnTo>
                <a:lnTo>
                  <a:pt x="1743075" y="733425"/>
                </a:lnTo>
                <a:lnTo>
                  <a:pt x="1733550" y="733425"/>
                </a:lnTo>
                <a:close/>
                <a:moveTo>
                  <a:pt x="1743075" y="752475"/>
                </a:moveTo>
                <a:lnTo>
                  <a:pt x="1752600" y="752475"/>
                </a:lnTo>
                <a:lnTo>
                  <a:pt x="1752600" y="762000"/>
                </a:lnTo>
                <a:lnTo>
                  <a:pt x="1743075" y="762000"/>
                </a:lnTo>
                <a:close/>
                <a:moveTo>
                  <a:pt x="1762125" y="790575"/>
                </a:moveTo>
                <a:lnTo>
                  <a:pt x="1771650" y="790575"/>
                </a:lnTo>
                <a:lnTo>
                  <a:pt x="1771650" y="800100"/>
                </a:lnTo>
                <a:lnTo>
                  <a:pt x="1762125" y="800100"/>
                </a:lnTo>
                <a:close/>
                <a:moveTo>
                  <a:pt x="1790700" y="790575"/>
                </a:moveTo>
                <a:lnTo>
                  <a:pt x="1800225" y="790575"/>
                </a:lnTo>
                <a:lnTo>
                  <a:pt x="1800225" y="800100"/>
                </a:lnTo>
                <a:lnTo>
                  <a:pt x="1790700" y="800100"/>
                </a:lnTo>
                <a:close/>
                <a:moveTo>
                  <a:pt x="1838325" y="800100"/>
                </a:moveTo>
                <a:lnTo>
                  <a:pt x="1857375" y="800100"/>
                </a:lnTo>
                <a:lnTo>
                  <a:pt x="1857375" y="809625"/>
                </a:lnTo>
                <a:lnTo>
                  <a:pt x="1866900" y="809625"/>
                </a:lnTo>
                <a:lnTo>
                  <a:pt x="1866900" y="819150"/>
                </a:lnTo>
                <a:lnTo>
                  <a:pt x="1876425" y="819150"/>
                </a:lnTo>
                <a:lnTo>
                  <a:pt x="1876425" y="847725"/>
                </a:lnTo>
                <a:lnTo>
                  <a:pt x="1866900" y="847725"/>
                </a:lnTo>
                <a:lnTo>
                  <a:pt x="1866900" y="838200"/>
                </a:lnTo>
                <a:lnTo>
                  <a:pt x="1857375" y="838200"/>
                </a:lnTo>
                <a:lnTo>
                  <a:pt x="1857375" y="857250"/>
                </a:lnTo>
                <a:lnTo>
                  <a:pt x="1847850" y="857250"/>
                </a:lnTo>
                <a:lnTo>
                  <a:pt x="1847850" y="885825"/>
                </a:lnTo>
                <a:lnTo>
                  <a:pt x="1857375" y="885825"/>
                </a:lnTo>
                <a:lnTo>
                  <a:pt x="1857375" y="904875"/>
                </a:lnTo>
                <a:lnTo>
                  <a:pt x="1847850" y="904875"/>
                </a:lnTo>
                <a:lnTo>
                  <a:pt x="1847850" y="933450"/>
                </a:lnTo>
                <a:lnTo>
                  <a:pt x="1857375" y="933450"/>
                </a:lnTo>
                <a:lnTo>
                  <a:pt x="1857375" y="962025"/>
                </a:lnTo>
                <a:lnTo>
                  <a:pt x="1866900" y="962025"/>
                </a:lnTo>
                <a:lnTo>
                  <a:pt x="1866900" y="971550"/>
                </a:lnTo>
                <a:lnTo>
                  <a:pt x="1857375" y="971550"/>
                </a:lnTo>
                <a:lnTo>
                  <a:pt x="1857375" y="990600"/>
                </a:lnTo>
                <a:lnTo>
                  <a:pt x="1866900" y="990600"/>
                </a:lnTo>
                <a:lnTo>
                  <a:pt x="1866900" y="1000125"/>
                </a:lnTo>
                <a:lnTo>
                  <a:pt x="1857375" y="1000125"/>
                </a:lnTo>
                <a:lnTo>
                  <a:pt x="1857375" y="1009650"/>
                </a:lnTo>
                <a:lnTo>
                  <a:pt x="1790700" y="1009650"/>
                </a:lnTo>
                <a:lnTo>
                  <a:pt x="1790700" y="990600"/>
                </a:lnTo>
                <a:lnTo>
                  <a:pt x="1800225" y="990600"/>
                </a:lnTo>
                <a:lnTo>
                  <a:pt x="1800225" y="981075"/>
                </a:lnTo>
                <a:lnTo>
                  <a:pt x="1809750" y="981075"/>
                </a:lnTo>
                <a:lnTo>
                  <a:pt x="1809750" y="962025"/>
                </a:lnTo>
                <a:lnTo>
                  <a:pt x="1819275" y="962025"/>
                </a:lnTo>
                <a:lnTo>
                  <a:pt x="1819275" y="923925"/>
                </a:lnTo>
                <a:lnTo>
                  <a:pt x="1838325" y="923925"/>
                </a:lnTo>
                <a:lnTo>
                  <a:pt x="1838325" y="904875"/>
                </a:lnTo>
                <a:lnTo>
                  <a:pt x="1828800" y="904875"/>
                </a:lnTo>
                <a:lnTo>
                  <a:pt x="1828800" y="895350"/>
                </a:lnTo>
                <a:lnTo>
                  <a:pt x="1819275" y="895350"/>
                </a:lnTo>
                <a:lnTo>
                  <a:pt x="1819275" y="885825"/>
                </a:lnTo>
                <a:lnTo>
                  <a:pt x="1828800" y="885825"/>
                </a:lnTo>
                <a:lnTo>
                  <a:pt x="1828800" y="876300"/>
                </a:lnTo>
                <a:lnTo>
                  <a:pt x="1819275" y="876300"/>
                </a:lnTo>
                <a:lnTo>
                  <a:pt x="1819275" y="847725"/>
                </a:lnTo>
                <a:lnTo>
                  <a:pt x="1809750" y="847725"/>
                </a:lnTo>
                <a:lnTo>
                  <a:pt x="1809750" y="838200"/>
                </a:lnTo>
                <a:lnTo>
                  <a:pt x="1800225" y="838200"/>
                </a:lnTo>
                <a:lnTo>
                  <a:pt x="1800225" y="828675"/>
                </a:lnTo>
                <a:lnTo>
                  <a:pt x="1790700" y="828675"/>
                </a:lnTo>
                <a:lnTo>
                  <a:pt x="1790700" y="819150"/>
                </a:lnTo>
                <a:lnTo>
                  <a:pt x="1809750" y="819150"/>
                </a:lnTo>
                <a:lnTo>
                  <a:pt x="1809750" y="809625"/>
                </a:lnTo>
                <a:lnTo>
                  <a:pt x="1819275" y="809625"/>
                </a:lnTo>
                <a:lnTo>
                  <a:pt x="1819275" y="819150"/>
                </a:lnTo>
                <a:lnTo>
                  <a:pt x="1828800" y="819150"/>
                </a:lnTo>
                <a:lnTo>
                  <a:pt x="1828800" y="809625"/>
                </a:lnTo>
                <a:lnTo>
                  <a:pt x="1838325" y="809625"/>
                </a:lnTo>
                <a:close/>
                <a:moveTo>
                  <a:pt x="47625" y="809625"/>
                </a:moveTo>
                <a:lnTo>
                  <a:pt x="66675" y="809625"/>
                </a:lnTo>
                <a:lnTo>
                  <a:pt x="66675" y="819150"/>
                </a:lnTo>
                <a:lnTo>
                  <a:pt x="57150" y="819150"/>
                </a:lnTo>
                <a:lnTo>
                  <a:pt x="57150" y="828675"/>
                </a:lnTo>
                <a:lnTo>
                  <a:pt x="47625" y="828675"/>
                </a:lnTo>
                <a:close/>
                <a:moveTo>
                  <a:pt x="76200" y="828675"/>
                </a:moveTo>
                <a:lnTo>
                  <a:pt x="85725" y="828675"/>
                </a:lnTo>
                <a:lnTo>
                  <a:pt x="85725" y="838200"/>
                </a:lnTo>
                <a:lnTo>
                  <a:pt x="95250" y="838200"/>
                </a:lnTo>
                <a:lnTo>
                  <a:pt x="95250" y="847725"/>
                </a:lnTo>
                <a:lnTo>
                  <a:pt x="76200" y="847725"/>
                </a:lnTo>
                <a:close/>
                <a:moveTo>
                  <a:pt x="66675" y="847725"/>
                </a:moveTo>
                <a:lnTo>
                  <a:pt x="76200" y="847725"/>
                </a:lnTo>
                <a:lnTo>
                  <a:pt x="76200" y="857250"/>
                </a:lnTo>
                <a:lnTo>
                  <a:pt x="85725" y="857250"/>
                </a:lnTo>
                <a:lnTo>
                  <a:pt x="85725" y="866775"/>
                </a:lnTo>
                <a:lnTo>
                  <a:pt x="76200" y="866775"/>
                </a:lnTo>
                <a:lnTo>
                  <a:pt x="76200" y="876300"/>
                </a:lnTo>
                <a:lnTo>
                  <a:pt x="85725" y="876300"/>
                </a:lnTo>
                <a:lnTo>
                  <a:pt x="85725" y="942975"/>
                </a:lnTo>
                <a:lnTo>
                  <a:pt x="76200" y="942975"/>
                </a:lnTo>
                <a:lnTo>
                  <a:pt x="76200" y="933450"/>
                </a:lnTo>
                <a:lnTo>
                  <a:pt x="66675" y="933450"/>
                </a:lnTo>
                <a:lnTo>
                  <a:pt x="66675" y="942975"/>
                </a:lnTo>
                <a:lnTo>
                  <a:pt x="76200" y="942975"/>
                </a:lnTo>
                <a:lnTo>
                  <a:pt x="76200" y="952500"/>
                </a:lnTo>
                <a:lnTo>
                  <a:pt x="66675" y="952500"/>
                </a:lnTo>
                <a:lnTo>
                  <a:pt x="66675" y="962025"/>
                </a:lnTo>
                <a:lnTo>
                  <a:pt x="76200" y="962025"/>
                </a:lnTo>
                <a:lnTo>
                  <a:pt x="76200" y="952500"/>
                </a:lnTo>
                <a:lnTo>
                  <a:pt x="85725" y="952500"/>
                </a:lnTo>
                <a:lnTo>
                  <a:pt x="85725" y="971550"/>
                </a:lnTo>
                <a:lnTo>
                  <a:pt x="95250" y="971550"/>
                </a:lnTo>
                <a:lnTo>
                  <a:pt x="95250" y="1009650"/>
                </a:lnTo>
                <a:lnTo>
                  <a:pt x="76200" y="1009650"/>
                </a:lnTo>
                <a:lnTo>
                  <a:pt x="76200" y="990600"/>
                </a:lnTo>
                <a:lnTo>
                  <a:pt x="47625" y="990600"/>
                </a:lnTo>
                <a:lnTo>
                  <a:pt x="47625" y="1000125"/>
                </a:lnTo>
                <a:lnTo>
                  <a:pt x="28575" y="1000125"/>
                </a:lnTo>
                <a:lnTo>
                  <a:pt x="28575" y="981075"/>
                </a:lnTo>
                <a:lnTo>
                  <a:pt x="47625" y="981075"/>
                </a:lnTo>
                <a:lnTo>
                  <a:pt x="47625" y="962025"/>
                </a:lnTo>
                <a:lnTo>
                  <a:pt x="57150" y="962025"/>
                </a:lnTo>
                <a:lnTo>
                  <a:pt x="57150" y="952500"/>
                </a:lnTo>
                <a:lnTo>
                  <a:pt x="47625" y="952500"/>
                </a:lnTo>
                <a:lnTo>
                  <a:pt x="47625" y="895350"/>
                </a:lnTo>
                <a:lnTo>
                  <a:pt x="57150" y="895350"/>
                </a:lnTo>
                <a:lnTo>
                  <a:pt x="57150" y="885825"/>
                </a:lnTo>
                <a:lnTo>
                  <a:pt x="66675" y="885825"/>
                </a:lnTo>
                <a:close/>
                <a:moveTo>
                  <a:pt x="66675" y="914400"/>
                </a:moveTo>
                <a:lnTo>
                  <a:pt x="76200" y="914400"/>
                </a:lnTo>
                <a:lnTo>
                  <a:pt x="76200" y="885825"/>
                </a:lnTo>
                <a:lnTo>
                  <a:pt x="66675" y="885825"/>
                </a:lnTo>
                <a:close/>
                <a:moveTo>
                  <a:pt x="1828800" y="942975"/>
                </a:moveTo>
                <a:lnTo>
                  <a:pt x="1838325" y="942975"/>
                </a:lnTo>
                <a:lnTo>
                  <a:pt x="1838325" y="933450"/>
                </a:lnTo>
                <a:lnTo>
                  <a:pt x="1828800" y="933450"/>
                </a:lnTo>
                <a:close/>
                <a:moveTo>
                  <a:pt x="1781175" y="1009650"/>
                </a:moveTo>
                <a:lnTo>
                  <a:pt x="1790700" y="1009650"/>
                </a:lnTo>
                <a:lnTo>
                  <a:pt x="1790700" y="1028700"/>
                </a:lnTo>
                <a:lnTo>
                  <a:pt x="1771650" y="1028700"/>
                </a:lnTo>
                <a:lnTo>
                  <a:pt x="1771650" y="1038225"/>
                </a:lnTo>
                <a:lnTo>
                  <a:pt x="1752600" y="1038225"/>
                </a:lnTo>
                <a:lnTo>
                  <a:pt x="1752600" y="1066800"/>
                </a:lnTo>
                <a:lnTo>
                  <a:pt x="1743075" y="1066800"/>
                </a:lnTo>
                <a:lnTo>
                  <a:pt x="1743075" y="1114425"/>
                </a:lnTo>
                <a:lnTo>
                  <a:pt x="1733550" y="1114425"/>
                </a:lnTo>
                <a:lnTo>
                  <a:pt x="1733550" y="1123950"/>
                </a:lnTo>
                <a:lnTo>
                  <a:pt x="1724025" y="1123950"/>
                </a:lnTo>
                <a:lnTo>
                  <a:pt x="1724025" y="1047750"/>
                </a:lnTo>
                <a:lnTo>
                  <a:pt x="1743075" y="1047750"/>
                </a:lnTo>
                <a:lnTo>
                  <a:pt x="1743075" y="1019175"/>
                </a:lnTo>
                <a:lnTo>
                  <a:pt x="1781175" y="1019175"/>
                </a:lnTo>
                <a:close/>
                <a:moveTo>
                  <a:pt x="104775" y="1028700"/>
                </a:moveTo>
                <a:lnTo>
                  <a:pt x="152400" y="1028700"/>
                </a:lnTo>
                <a:lnTo>
                  <a:pt x="152400" y="1038225"/>
                </a:lnTo>
                <a:lnTo>
                  <a:pt x="161925" y="1038225"/>
                </a:lnTo>
                <a:lnTo>
                  <a:pt x="161925" y="1047750"/>
                </a:lnTo>
                <a:lnTo>
                  <a:pt x="123825" y="1047750"/>
                </a:lnTo>
                <a:lnTo>
                  <a:pt x="123825" y="1038225"/>
                </a:lnTo>
                <a:lnTo>
                  <a:pt x="104775" y="1038225"/>
                </a:lnTo>
                <a:close/>
                <a:moveTo>
                  <a:pt x="161925" y="1047750"/>
                </a:moveTo>
                <a:lnTo>
                  <a:pt x="171450" y="1047750"/>
                </a:lnTo>
                <a:lnTo>
                  <a:pt x="171450" y="1057275"/>
                </a:lnTo>
                <a:lnTo>
                  <a:pt x="161925" y="1057275"/>
                </a:lnTo>
                <a:close/>
                <a:moveTo>
                  <a:pt x="161925" y="1066800"/>
                </a:moveTo>
                <a:lnTo>
                  <a:pt x="180975" y="1066800"/>
                </a:lnTo>
                <a:lnTo>
                  <a:pt x="180975" y="1076325"/>
                </a:lnTo>
                <a:lnTo>
                  <a:pt x="171450" y="1076325"/>
                </a:lnTo>
                <a:lnTo>
                  <a:pt x="171450" y="1095375"/>
                </a:lnTo>
                <a:lnTo>
                  <a:pt x="180975" y="1095375"/>
                </a:lnTo>
                <a:lnTo>
                  <a:pt x="180975" y="1152525"/>
                </a:lnTo>
                <a:lnTo>
                  <a:pt x="161925" y="1152525"/>
                </a:lnTo>
                <a:lnTo>
                  <a:pt x="161925" y="1162050"/>
                </a:lnTo>
                <a:lnTo>
                  <a:pt x="171450" y="1162050"/>
                </a:lnTo>
                <a:lnTo>
                  <a:pt x="171450" y="1171575"/>
                </a:lnTo>
                <a:lnTo>
                  <a:pt x="161925" y="1171575"/>
                </a:lnTo>
                <a:lnTo>
                  <a:pt x="161925" y="1200150"/>
                </a:lnTo>
                <a:lnTo>
                  <a:pt x="180975" y="1200150"/>
                </a:lnTo>
                <a:lnTo>
                  <a:pt x="180975" y="1209675"/>
                </a:lnTo>
                <a:lnTo>
                  <a:pt x="171450" y="1209675"/>
                </a:lnTo>
                <a:lnTo>
                  <a:pt x="171450" y="1276350"/>
                </a:lnTo>
                <a:lnTo>
                  <a:pt x="180975" y="1276350"/>
                </a:lnTo>
                <a:lnTo>
                  <a:pt x="180975" y="1343025"/>
                </a:lnTo>
                <a:lnTo>
                  <a:pt x="171450" y="1343025"/>
                </a:lnTo>
                <a:lnTo>
                  <a:pt x="171450" y="1352550"/>
                </a:lnTo>
                <a:lnTo>
                  <a:pt x="161925" y="1352550"/>
                </a:lnTo>
                <a:lnTo>
                  <a:pt x="161925" y="1333500"/>
                </a:lnTo>
                <a:lnTo>
                  <a:pt x="152400" y="1333500"/>
                </a:lnTo>
                <a:lnTo>
                  <a:pt x="152400" y="1323975"/>
                </a:lnTo>
                <a:lnTo>
                  <a:pt x="161925" y="1323975"/>
                </a:lnTo>
                <a:lnTo>
                  <a:pt x="161925" y="1295400"/>
                </a:lnTo>
                <a:lnTo>
                  <a:pt x="152400" y="1295400"/>
                </a:lnTo>
                <a:lnTo>
                  <a:pt x="152400" y="1276350"/>
                </a:lnTo>
                <a:lnTo>
                  <a:pt x="142875" y="1276350"/>
                </a:lnTo>
                <a:lnTo>
                  <a:pt x="142875" y="1257300"/>
                </a:lnTo>
                <a:lnTo>
                  <a:pt x="133350" y="1257300"/>
                </a:lnTo>
                <a:lnTo>
                  <a:pt x="133350" y="1238250"/>
                </a:lnTo>
                <a:lnTo>
                  <a:pt x="142875" y="1238250"/>
                </a:lnTo>
                <a:lnTo>
                  <a:pt x="142875" y="1095375"/>
                </a:lnTo>
                <a:lnTo>
                  <a:pt x="152400" y="1095375"/>
                </a:lnTo>
                <a:lnTo>
                  <a:pt x="152400" y="1076325"/>
                </a:lnTo>
                <a:lnTo>
                  <a:pt x="161925" y="1076325"/>
                </a:lnTo>
                <a:close/>
                <a:moveTo>
                  <a:pt x="66675" y="1085850"/>
                </a:moveTo>
                <a:lnTo>
                  <a:pt x="76200" y="1085850"/>
                </a:lnTo>
                <a:lnTo>
                  <a:pt x="76200" y="1095375"/>
                </a:lnTo>
                <a:lnTo>
                  <a:pt x="85725" y="1095375"/>
                </a:lnTo>
                <a:lnTo>
                  <a:pt x="85725" y="1104900"/>
                </a:lnTo>
                <a:lnTo>
                  <a:pt x="66675" y="1104900"/>
                </a:lnTo>
                <a:close/>
                <a:moveTo>
                  <a:pt x="104775" y="1104900"/>
                </a:moveTo>
                <a:lnTo>
                  <a:pt x="114300" y="1104900"/>
                </a:lnTo>
                <a:lnTo>
                  <a:pt x="114300" y="1114425"/>
                </a:lnTo>
                <a:lnTo>
                  <a:pt x="104775" y="1114425"/>
                </a:lnTo>
                <a:close/>
                <a:moveTo>
                  <a:pt x="161925" y="1114425"/>
                </a:moveTo>
                <a:lnTo>
                  <a:pt x="171450" y="1114425"/>
                </a:lnTo>
                <a:lnTo>
                  <a:pt x="171450" y="1104900"/>
                </a:lnTo>
                <a:lnTo>
                  <a:pt x="161925" y="1104900"/>
                </a:lnTo>
                <a:close/>
                <a:moveTo>
                  <a:pt x="1724025" y="1133475"/>
                </a:moveTo>
                <a:lnTo>
                  <a:pt x="1743075" y="1133475"/>
                </a:lnTo>
                <a:lnTo>
                  <a:pt x="1743075" y="1209675"/>
                </a:lnTo>
                <a:lnTo>
                  <a:pt x="1733550" y="1209675"/>
                </a:lnTo>
                <a:lnTo>
                  <a:pt x="1733550" y="1219200"/>
                </a:lnTo>
                <a:lnTo>
                  <a:pt x="1752600" y="1219200"/>
                </a:lnTo>
                <a:lnTo>
                  <a:pt x="1752600" y="1276350"/>
                </a:lnTo>
                <a:lnTo>
                  <a:pt x="1743075" y="1276350"/>
                </a:lnTo>
                <a:lnTo>
                  <a:pt x="1743075" y="1323975"/>
                </a:lnTo>
                <a:lnTo>
                  <a:pt x="1752600" y="1323975"/>
                </a:lnTo>
                <a:lnTo>
                  <a:pt x="1752600" y="1352550"/>
                </a:lnTo>
                <a:lnTo>
                  <a:pt x="1743075" y="1352550"/>
                </a:lnTo>
                <a:lnTo>
                  <a:pt x="1743075" y="1371600"/>
                </a:lnTo>
                <a:lnTo>
                  <a:pt x="1752600" y="1371600"/>
                </a:lnTo>
                <a:lnTo>
                  <a:pt x="1752600" y="1390650"/>
                </a:lnTo>
                <a:lnTo>
                  <a:pt x="1743075" y="1390650"/>
                </a:lnTo>
                <a:lnTo>
                  <a:pt x="1743075" y="1447800"/>
                </a:lnTo>
                <a:lnTo>
                  <a:pt x="1733550" y="1447800"/>
                </a:lnTo>
                <a:lnTo>
                  <a:pt x="1733550" y="1466850"/>
                </a:lnTo>
                <a:lnTo>
                  <a:pt x="1743075" y="1466850"/>
                </a:lnTo>
                <a:lnTo>
                  <a:pt x="1743075" y="1476375"/>
                </a:lnTo>
                <a:lnTo>
                  <a:pt x="1724025" y="1476375"/>
                </a:lnTo>
                <a:lnTo>
                  <a:pt x="1724025" y="1200150"/>
                </a:lnTo>
                <a:lnTo>
                  <a:pt x="1733550" y="1200150"/>
                </a:lnTo>
                <a:lnTo>
                  <a:pt x="1733550" y="1190625"/>
                </a:lnTo>
                <a:lnTo>
                  <a:pt x="1724025" y="1190625"/>
                </a:lnTo>
                <a:close/>
                <a:moveTo>
                  <a:pt x="171450" y="1171575"/>
                </a:moveTo>
                <a:lnTo>
                  <a:pt x="180975" y="1171575"/>
                </a:lnTo>
                <a:lnTo>
                  <a:pt x="180975" y="1190625"/>
                </a:lnTo>
                <a:lnTo>
                  <a:pt x="171450" y="1190625"/>
                </a:lnTo>
                <a:close/>
                <a:moveTo>
                  <a:pt x="104775" y="1190625"/>
                </a:moveTo>
                <a:lnTo>
                  <a:pt x="123825" y="1190625"/>
                </a:lnTo>
                <a:lnTo>
                  <a:pt x="123825" y="1209675"/>
                </a:lnTo>
                <a:lnTo>
                  <a:pt x="114300" y="1209675"/>
                </a:lnTo>
                <a:lnTo>
                  <a:pt x="114300" y="1219200"/>
                </a:lnTo>
                <a:lnTo>
                  <a:pt x="104775" y="1219200"/>
                </a:lnTo>
                <a:lnTo>
                  <a:pt x="104775" y="1209675"/>
                </a:lnTo>
                <a:lnTo>
                  <a:pt x="95250" y="1209675"/>
                </a:lnTo>
                <a:lnTo>
                  <a:pt x="95250" y="1200150"/>
                </a:lnTo>
                <a:lnTo>
                  <a:pt x="104775" y="1200150"/>
                </a:lnTo>
                <a:close/>
                <a:moveTo>
                  <a:pt x="66675" y="1304925"/>
                </a:moveTo>
                <a:lnTo>
                  <a:pt x="76200" y="1304925"/>
                </a:lnTo>
                <a:lnTo>
                  <a:pt x="76200" y="1314450"/>
                </a:lnTo>
                <a:lnTo>
                  <a:pt x="66675" y="1314450"/>
                </a:lnTo>
                <a:close/>
                <a:moveTo>
                  <a:pt x="85725" y="1304925"/>
                </a:moveTo>
                <a:lnTo>
                  <a:pt x="95250" y="1304925"/>
                </a:lnTo>
                <a:lnTo>
                  <a:pt x="95250" y="1314450"/>
                </a:lnTo>
                <a:lnTo>
                  <a:pt x="85725" y="1314450"/>
                </a:lnTo>
                <a:close/>
                <a:moveTo>
                  <a:pt x="1809750" y="1371600"/>
                </a:moveTo>
                <a:lnTo>
                  <a:pt x="1828800" y="1371600"/>
                </a:lnTo>
                <a:lnTo>
                  <a:pt x="1828800" y="1381125"/>
                </a:lnTo>
                <a:lnTo>
                  <a:pt x="1809750" y="1381125"/>
                </a:lnTo>
                <a:close/>
                <a:moveTo>
                  <a:pt x="9525" y="1390650"/>
                </a:moveTo>
                <a:lnTo>
                  <a:pt x="19050" y="1390650"/>
                </a:lnTo>
                <a:lnTo>
                  <a:pt x="19050" y="1428750"/>
                </a:lnTo>
                <a:lnTo>
                  <a:pt x="9525" y="1428750"/>
                </a:lnTo>
                <a:lnTo>
                  <a:pt x="9525" y="1419225"/>
                </a:lnTo>
                <a:lnTo>
                  <a:pt x="0" y="1419225"/>
                </a:lnTo>
                <a:lnTo>
                  <a:pt x="0" y="1400175"/>
                </a:lnTo>
                <a:lnTo>
                  <a:pt x="9525" y="1400175"/>
                </a:lnTo>
                <a:close/>
                <a:moveTo>
                  <a:pt x="28575" y="1400175"/>
                </a:moveTo>
                <a:lnTo>
                  <a:pt x="38100" y="1400175"/>
                </a:lnTo>
                <a:lnTo>
                  <a:pt x="38100" y="1419225"/>
                </a:lnTo>
                <a:lnTo>
                  <a:pt x="28575" y="1419225"/>
                </a:lnTo>
                <a:close/>
                <a:moveTo>
                  <a:pt x="28575" y="1457325"/>
                </a:moveTo>
                <a:lnTo>
                  <a:pt x="38100" y="1457325"/>
                </a:lnTo>
                <a:lnTo>
                  <a:pt x="38100" y="1466850"/>
                </a:lnTo>
                <a:lnTo>
                  <a:pt x="28575" y="1466850"/>
                </a:lnTo>
                <a:close/>
                <a:moveTo>
                  <a:pt x="66675" y="1495425"/>
                </a:moveTo>
                <a:lnTo>
                  <a:pt x="76200" y="1495425"/>
                </a:lnTo>
                <a:lnTo>
                  <a:pt x="76200" y="1504950"/>
                </a:lnTo>
                <a:lnTo>
                  <a:pt x="66675" y="1504950"/>
                </a:lnTo>
                <a:close/>
                <a:moveTo>
                  <a:pt x="1724025" y="1495425"/>
                </a:moveTo>
                <a:lnTo>
                  <a:pt x="1733550" y="1495425"/>
                </a:lnTo>
                <a:lnTo>
                  <a:pt x="1733550" y="1504950"/>
                </a:lnTo>
                <a:lnTo>
                  <a:pt x="1724025" y="1504950"/>
                </a:lnTo>
                <a:close/>
                <a:moveTo>
                  <a:pt x="1752600" y="1495425"/>
                </a:moveTo>
                <a:lnTo>
                  <a:pt x="1771650" y="1495425"/>
                </a:lnTo>
                <a:lnTo>
                  <a:pt x="1771650" y="1504950"/>
                </a:lnTo>
                <a:lnTo>
                  <a:pt x="1752600" y="1504950"/>
                </a:lnTo>
                <a:close/>
                <a:moveTo>
                  <a:pt x="1847850" y="1495425"/>
                </a:moveTo>
                <a:lnTo>
                  <a:pt x="1866900" y="1495425"/>
                </a:lnTo>
                <a:lnTo>
                  <a:pt x="1866900" y="1504950"/>
                </a:lnTo>
                <a:lnTo>
                  <a:pt x="1857375" y="1504950"/>
                </a:lnTo>
                <a:lnTo>
                  <a:pt x="1857375" y="1514475"/>
                </a:lnTo>
                <a:lnTo>
                  <a:pt x="1866900" y="1514475"/>
                </a:lnTo>
                <a:lnTo>
                  <a:pt x="1866900" y="1524000"/>
                </a:lnTo>
                <a:lnTo>
                  <a:pt x="1857375" y="1524000"/>
                </a:lnTo>
                <a:lnTo>
                  <a:pt x="1857375" y="1552575"/>
                </a:lnTo>
                <a:lnTo>
                  <a:pt x="1847850" y="1552575"/>
                </a:lnTo>
                <a:lnTo>
                  <a:pt x="1847850" y="1562100"/>
                </a:lnTo>
                <a:lnTo>
                  <a:pt x="1838325" y="1562100"/>
                </a:lnTo>
                <a:lnTo>
                  <a:pt x="1838325" y="1571625"/>
                </a:lnTo>
                <a:lnTo>
                  <a:pt x="1847850" y="1571625"/>
                </a:lnTo>
                <a:lnTo>
                  <a:pt x="1847850" y="1590675"/>
                </a:lnTo>
                <a:lnTo>
                  <a:pt x="1828800" y="1590675"/>
                </a:lnTo>
                <a:lnTo>
                  <a:pt x="1828800" y="1562100"/>
                </a:lnTo>
                <a:lnTo>
                  <a:pt x="1819275" y="1562100"/>
                </a:lnTo>
                <a:lnTo>
                  <a:pt x="1819275" y="1543050"/>
                </a:lnTo>
                <a:lnTo>
                  <a:pt x="1781175" y="1543050"/>
                </a:lnTo>
                <a:lnTo>
                  <a:pt x="1781175" y="1524000"/>
                </a:lnTo>
                <a:lnTo>
                  <a:pt x="1790700" y="1524000"/>
                </a:lnTo>
                <a:lnTo>
                  <a:pt x="1790700" y="1514475"/>
                </a:lnTo>
                <a:lnTo>
                  <a:pt x="1809750" y="1514475"/>
                </a:lnTo>
                <a:lnTo>
                  <a:pt x="1809750" y="1533525"/>
                </a:lnTo>
                <a:lnTo>
                  <a:pt x="1819275" y="1533525"/>
                </a:lnTo>
                <a:lnTo>
                  <a:pt x="1819275" y="1524000"/>
                </a:lnTo>
                <a:lnTo>
                  <a:pt x="1828800" y="1524000"/>
                </a:lnTo>
                <a:lnTo>
                  <a:pt x="1828800" y="1543050"/>
                </a:lnTo>
                <a:lnTo>
                  <a:pt x="1838325" y="1543050"/>
                </a:lnTo>
                <a:lnTo>
                  <a:pt x="1838325" y="1504950"/>
                </a:lnTo>
                <a:lnTo>
                  <a:pt x="1847850" y="1504950"/>
                </a:lnTo>
                <a:close/>
                <a:moveTo>
                  <a:pt x="1924050" y="1504950"/>
                </a:moveTo>
                <a:lnTo>
                  <a:pt x="1943100" y="1504950"/>
                </a:lnTo>
                <a:lnTo>
                  <a:pt x="1943100" y="1514475"/>
                </a:lnTo>
                <a:lnTo>
                  <a:pt x="1924050" y="1514475"/>
                </a:lnTo>
                <a:close/>
                <a:moveTo>
                  <a:pt x="38100" y="1524000"/>
                </a:moveTo>
                <a:lnTo>
                  <a:pt x="47625" y="1524000"/>
                </a:lnTo>
                <a:lnTo>
                  <a:pt x="47625" y="1533525"/>
                </a:lnTo>
                <a:lnTo>
                  <a:pt x="38100" y="1533525"/>
                </a:lnTo>
                <a:close/>
                <a:moveTo>
                  <a:pt x="47625" y="1533525"/>
                </a:moveTo>
                <a:lnTo>
                  <a:pt x="76200" y="1533525"/>
                </a:lnTo>
                <a:lnTo>
                  <a:pt x="76200" y="1543050"/>
                </a:lnTo>
                <a:lnTo>
                  <a:pt x="85725" y="1543050"/>
                </a:lnTo>
                <a:lnTo>
                  <a:pt x="85725" y="1562100"/>
                </a:lnTo>
                <a:lnTo>
                  <a:pt x="76200" y="1562100"/>
                </a:lnTo>
                <a:lnTo>
                  <a:pt x="76200" y="1571625"/>
                </a:lnTo>
                <a:lnTo>
                  <a:pt x="66675" y="1571625"/>
                </a:lnTo>
                <a:lnTo>
                  <a:pt x="66675" y="1581150"/>
                </a:lnTo>
                <a:lnTo>
                  <a:pt x="57150" y="1581150"/>
                </a:lnTo>
                <a:lnTo>
                  <a:pt x="57150" y="1571625"/>
                </a:lnTo>
                <a:lnTo>
                  <a:pt x="38100" y="1571625"/>
                </a:lnTo>
                <a:lnTo>
                  <a:pt x="38100" y="1552575"/>
                </a:lnTo>
                <a:lnTo>
                  <a:pt x="47625" y="1552575"/>
                </a:lnTo>
                <a:close/>
                <a:moveTo>
                  <a:pt x="47625" y="1590675"/>
                </a:moveTo>
                <a:lnTo>
                  <a:pt x="57150" y="1590675"/>
                </a:lnTo>
                <a:lnTo>
                  <a:pt x="57150" y="1638300"/>
                </a:lnTo>
                <a:lnTo>
                  <a:pt x="66675" y="1638300"/>
                </a:lnTo>
                <a:lnTo>
                  <a:pt x="66675" y="1657350"/>
                </a:lnTo>
                <a:lnTo>
                  <a:pt x="57150" y="1657350"/>
                </a:lnTo>
                <a:lnTo>
                  <a:pt x="57150" y="1647825"/>
                </a:lnTo>
                <a:lnTo>
                  <a:pt x="38100" y="1647825"/>
                </a:lnTo>
                <a:lnTo>
                  <a:pt x="38100" y="1638300"/>
                </a:lnTo>
                <a:lnTo>
                  <a:pt x="28575" y="1638300"/>
                </a:lnTo>
                <a:lnTo>
                  <a:pt x="28575" y="1619250"/>
                </a:lnTo>
                <a:lnTo>
                  <a:pt x="19050" y="1619250"/>
                </a:lnTo>
                <a:lnTo>
                  <a:pt x="19050" y="1609725"/>
                </a:lnTo>
                <a:lnTo>
                  <a:pt x="28575" y="1609725"/>
                </a:lnTo>
                <a:lnTo>
                  <a:pt x="28575" y="1600200"/>
                </a:lnTo>
                <a:lnTo>
                  <a:pt x="47625" y="1600200"/>
                </a:lnTo>
                <a:close/>
                <a:moveTo>
                  <a:pt x="1847850" y="1590675"/>
                </a:moveTo>
                <a:lnTo>
                  <a:pt x="1857375" y="1590675"/>
                </a:lnTo>
                <a:lnTo>
                  <a:pt x="1857375" y="1609725"/>
                </a:lnTo>
                <a:lnTo>
                  <a:pt x="1847850" y="1609725"/>
                </a:lnTo>
                <a:close/>
                <a:moveTo>
                  <a:pt x="1857375" y="1619250"/>
                </a:moveTo>
                <a:lnTo>
                  <a:pt x="1866900" y="1619250"/>
                </a:lnTo>
                <a:lnTo>
                  <a:pt x="1866900" y="1638300"/>
                </a:lnTo>
                <a:lnTo>
                  <a:pt x="1857375" y="1638300"/>
                </a:lnTo>
                <a:close/>
                <a:moveTo>
                  <a:pt x="1838325" y="1628775"/>
                </a:moveTo>
                <a:lnTo>
                  <a:pt x="1847850" y="1628775"/>
                </a:lnTo>
                <a:lnTo>
                  <a:pt x="1847850" y="1638300"/>
                </a:lnTo>
                <a:lnTo>
                  <a:pt x="1838325" y="1638300"/>
                </a:lnTo>
                <a:close/>
                <a:moveTo>
                  <a:pt x="28575" y="1657350"/>
                </a:moveTo>
                <a:lnTo>
                  <a:pt x="38100" y="1657350"/>
                </a:lnTo>
                <a:lnTo>
                  <a:pt x="38100" y="1676400"/>
                </a:lnTo>
                <a:lnTo>
                  <a:pt x="57150" y="1676400"/>
                </a:lnTo>
                <a:lnTo>
                  <a:pt x="57150" y="1666875"/>
                </a:lnTo>
                <a:lnTo>
                  <a:pt x="66675" y="1666875"/>
                </a:lnTo>
                <a:lnTo>
                  <a:pt x="66675" y="1685925"/>
                </a:lnTo>
                <a:lnTo>
                  <a:pt x="57150" y="1685925"/>
                </a:lnTo>
                <a:lnTo>
                  <a:pt x="57150" y="1724025"/>
                </a:lnTo>
                <a:lnTo>
                  <a:pt x="47625" y="1724025"/>
                </a:lnTo>
                <a:lnTo>
                  <a:pt x="47625" y="1733550"/>
                </a:lnTo>
                <a:lnTo>
                  <a:pt x="38100" y="1733550"/>
                </a:lnTo>
                <a:lnTo>
                  <a:pt x="38100" y="1714500"/>
                </a:lnTo>
                <a:lnTo>
                  <a:pt x="28575" y="1714500"/>
                </a:lnTo>
                <a:close/>
                <a:moveTo>
                  <a:pt x="0" y="1714500"/>
                </a:moveTo>
                <a:lnTo>
                  <a:pt x="9525" y="1714500"/>
                </a:lnTo>
                <a:lnTo>
                  <a:pt x="9525" y="1733550"/>
                </a:lnTo>
                <a:lnTo>
                  <a:pt x="0" y="1733550"/>
                </a:lnTo>
                <a:close/>
                <a:moveTo>
                  <a:pt x="47625" y="1743075"/>
                </a:moveTo>
                <a:lnTo>
                  <a:pt x="57150" y="1743075"/>
                </a:lnTo>
                <a:lnTo>
                  <a:pt x="57150" y="1752600"/>
                </a:lnTo>
                <a:lnTo>
                  <a:pt x="47625" y="1752600"/>
                </a:lnTo>
                <a:close/>
                <a:moveTo>
                  <a:pt x="57150" y="1752600"/>
                </a:moveTo>
                <a:lnTo>
                  <a:pt x="66675" y="1752600"/>
                </a:lnTo>
                <a:lnTo>
                  <a:pt x="66675" y="1762125"/>
                </a:lnTo>
                <a:lnTo>
                  <a:pt x="57150" y="1762125"/>
                </a:lnTo>
                <a:close/>
                <a:moveTo>
                  <a:pt x="76200" y="1762125"/>
                </a:moveTo>
                <a:lnTo>
                  <a:pt x="85725" y="1762125"/>
                </a:lnTo>
                <a:lnTo>
                  <a:pt x="85725" y="1781175"/>
                </a:lnTo>
                <a:lnTo>
                  <a:pt x="66675" y="1781175"/>
                </a:lnTo>
                <a:lnTo>
                  <a:pt x="66675" y="1771650"/>
                </a:lnTo>
                <a:lnTo>
                  <a:pt x="76200" y="1771650"/>
                </a:lnTo>
                <a:close/>
              </a:path>
            </a:pathLst>
          </a:custGeom>
          <a:solidFill xmlns:a="http://schemas.openxmlformats.org/drawingml/2006/main">
            <a:srgbClr val="F5EEDE"/>
          </a:solidFill>
          <a:ln xmlns:a="http://schemas.openxmlformats.org/drawingml/2006/main" w="0">
            <a:noFill/>
          </a:ln>
        </p:spPr>
      </p:sp>
      <p:sp>
        <p:nvSpPr>
          <p:cNvPr id="122" name="logo7 vector #f1eedf">
            <a:extLst xmlns:a="http://schemas.openxmlformats.org/drawingml/2006/main">
              <a:ext uri="{FF2B5EF4-FFF2-40B4-BE49-F238E27FC236}">
                <a16:creationId xmlns:a16="http://schemas.microsoft.com/office/drawing/2014/main" id="{21DE4533-486C-4CE2-8446-DDF7B0FE0FDB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5300" y="5210175"/>
            <a:ext cx="2305050" cy="2105025"/>
          </a:xfrm>
          <a:custGeom xmlns:a="http://schemas.openxmlformats.org/drawingml/2006/main">
            <a:pathLst>
              <a:path w="1952625" h="1781175">
                <a:moveTo>
                  <a:pt x="9525" y="0"/>
                </a:moveTo>
                <a:lnTo>
                  <a:pt x="19050" y="0"/>
                </a:lnTo>
                <a:lnTo>
                  <a:pt x="19050" y="9525"/>
                </a:lnTo>
                <a:lnTo>
                  <a:pt x="9525" y="9525"/>
                </a:lnTo>
                <a:close/>
                <a:moveTo>
                  <a:pt x="28575" y="0"/>
                </a:moveTo>
                <a:lnTo>
                  <a:pt x="38100" y="0"/>
                </a:lnTo>
                <a:lnTo>
                  <a:pt x="38100" y="19050"/>
                </a:lnTo>
                <a:lnTo>
                  <a:pt x="28575" y="19050"/>
                </a:lnTo>
                <a:close/>
                <a:moveTo>
                  <a:pt x="342900" y="0"/>
                </a:moveTo>
                <a:lnTo>
                  <a:pt x="352425" y="0"/>
                </a:lnTo>
                <a:lnTo>
                  <a:pt x="352425" y="9525"/>
                </a:lnTo>
                <a:lnTo>
                  <a:pt x="342900" y="9525"/>
                </a:lnTo>
                <a:close/>
                <a:moveTo>
                  <a:pt x="361950" y="0"/>
                </a:moveTo>
                <a:lnTo>
                  <a:pt x="371475" y="0"/>
                </a:lnTo>
                <a:lnTo>
                  <a:pt x="371475" y="9525"/>
                </a:lnTo>
                <a:lnTo>
                  <a:pt x="361950" y="9525"/>
                </a:lnTo>
                <a:close/>
                <a:moveTo>
                  <a:pt x="419100" y="0"/>
                </a:moveTo>
                <a:lnTo>
                  <a:pt x="428625" y="0"/>
                </a:lnTo>
                <a:lnTo>
                  <a:pt x="428625" y="9525"/>
                </a:lnTo>
                <a:lnTo>
                  <a:pt x="419100" y="9525"/>
                </a:lnTo>
                <a:close/>
                <a:moveTo>
                  <a:pt x="762000" y="0"/>
                </a:moveTo>
                <a:lnTo>
                  <a:pt x="771525" y="0"/>
                </a:lnTo>
                <a:lnTo>
                  <a:pt x="771525" y="9525"/>
                </a:lnTo>
                <a:lnTo>
                  <a:pt x="762000" y="9525"/>
                </a:lnTo>
                <a:close/>
                <a:moveTo>
                  <a:pt x="1257300" y="0"/>
                </a:moveTo>
                <a:lnTo>
                  <a:pt x="1295400" y="0"/>
                </a:lnTo>
                <a:lnTo>
                  <a:pt x="1295400" y="9525"/>
                </a:lnTo>
                <a:lnTo>
                  <a:pt x="1257300" y="9525"/>
                </a:lnTo>
                <a:close/>
                <a:moveTo>
                  <a:pt x="1552575" y="0"/>
                </a:moveTo>
                <a:lnTo>
                  <a:pt x="1619250" y="0"/>
                </a:lnTo>
                <a:lnTo>
                  <a:pt x="1619250" y="9525"/>
                </a:lnTo>
                <a:lnTo>
                  <a:pt x="1609725" y="9525"/>
                </a:lnTo>
                <a:lnTo>
                  <a:pt x="1609725" y="19050"/>
                </a:lnTo>
                <a:lnTo>
                  <a:pt x="1552575" y="19050"/>
                </a:lnTo>
                <a:close/>
                <a:moveTo>
                  <a:pt x="1647825" y="0"/>
                </a:moveTo>
                <a:lnTo>
                  <a:pt x="1666875" y="0"/>
                </a:lnTo>
                <a:lnTo>
                  <a:pt x="1666875" y="28575"/>
                </a:lnTo>
                <a:lnTo>
                  <a:pt x="1657350" y="28575"/>
                </a:lnTo>
                <a:lnTo>
                  <a:pt x="1657350" y="38100"/>
                </a:lnTo>
                <a:lnTo>
                  <a:pt x="1647825" y="38100"/>
                </a:lnTo>
                <a:close/>
                <a:moveTo>
                  <a:pt x="1743075" y="0"/>
                </a:moveTo>
                <a:lnTo>
                  <a:pt x="1952625" y="0"/>
                </a:lnTo>
                <a:lnTo>
                  <a:pt x="1952625" y="57150"/>
                </a:lnTo>
                <a:lnTo>
                  <a:pt x="1943100" y="57150"/>
                </a:lnTo>
                <a:lnTo>
                  <a:pt x="1943100" y="66675"/>
                </a:lnTo>
                <a:lnTo>
                  <a:pt x="1924050" y="66675"/>
                </a:lnTo>
                <a:lnTo>
                  <a:pt x="1924050" y="76200"/>
                </a:lnTo>
                <a:lnTo>
                  <a:pt x="1914525" y="76200"/>
                </a:lnTo>
                <a:lnTo>
                  <a:pt x="1914525" y="85725"/>
                </a:lnTo>
                <a:lnTo>
                  <a:pt x="1905000" y="85725"/>
                </a:lnTo>
                <a:lnTo>
                  <a:pt x="1905000" y="76200"/>
                </a:lnTo>
                <a:lnTo>
                  <a:pt x="1895475" y="76200"/>
                </a:lnTo>
                <a:lnTo>
                  <a:pt x="1895475" y="85725"/>
                </a:lnTo>
                <a:lnTo>
                  <a:pt x="1885950" y="85725"/>
                </a:lnTo>
                <a:lnTo>
                  <a:pt x="1885950" y="104775"/>
                </a:lnTo>
                <a:lnTo>
                  <a:pt x="1838325" y="104775"/>
                </a:lnTo>
                <a:lnTo>
                  <a:pt x="1838325" y="114300"/>
                </a:lnTo>
                <a:lnTo>
                  <a:pt x="1800225" y="114300"/>
                </a:lnTo>
                <a:lnTo>
                  <a:pt x="1800225" y="123825"/>
                </a:lnTo>
                <a:lnTo>
                  <a:pt x="1790700" y="123825"/>
                </a:lnTo>
                <a:lnTo>
                  <a:pt x="1790700" y="104775"/>
                </a:lnTo>
                <a:lnTo>
                  <a:pt x="1781175" y="104775"/>
                </a:lnTo>
                <a:lnTo>
                  <a:pt x="1781175" y="123825"/>
                </a:lnTo>
                <a:lnTo>
                  <a:pt x="1762125" y="123825"/>
                </a:lnTo>
                <a:lnTo>
                  <a:pt x="1762125" y="133350"/>
                </a:lnTo>
                <a:lnTo>
                  <a:pt x="1743075" y="133350"/>
                </a:lnTo>
                <a:lnTo>
                  <a:pt x="1743075" y="123825"/>
                </a:lnTo>
                <a:lnTo>
                  <a:pt x="1752600" y="123825"/>
                </a:lnTo>
                <a:lnTo>
                  <a:pt x="1752600" y="114300"/>
                </a:lnTo>
                <a:lnTo>
                  <a:pt x="1762125" y="114300"/>
                </a:lnTo>
                <a:lnTo>
                  <a:pt x="1762125" y="85725"/>
                </a:lnTo>
                <a:lnTo>
                  <a:pt x="1714500" y="85725"/>
                </a:lnTo>
                <a:lnTo>
                  <a:pt x="1714500" y="76200"/>
                </a:lnTo>
                <a:lnTo>
                  <a:pt x="1704975" y="76200"/>
                </a:lnTo>
                <a:lnTo>
                  <a:pt x="1704975" y="66675"/>
                </a:lnTo>
                <a:lnTo>
                  <a:pt x="1714500" y="66675"/>
                </a:lnTo>
                <a:lnTo>
                  <a:pt x="1714500" y="19050"/>
                </a:lnTo>
                <a:lnTo>
                  <a:pt x="1733550" y="19050"/>
                </a:lnTo>
                <a:lnTo>
                  <a:pt x="1733550" y="9525"/>
                </a:lnTo>
                <a:lnTo>
                  <a:pt x="1743075" y="9525"/>
                </a:lnTo>
                <a:close/>
                <a:moveTo>
                  <a:pt x="333375" y="9525"/>
                </a:moveTo>
                <a:lnTo>
                  <a:pt x="342900" y="9525"/>
                </a:lnTo>
                <a:lnTo>
                  <a:pt x="342900" y="19050"/>
                </a:lnTo>
                <a:lnTo>
                  <a:pt x="333375" y="19050"/>
                </a:lnTo>
                <a:close/>
                <a:moveTo>
                  <a:pt x="1400175" y="19050"/>
                </a:moveTo>
                <a:lnTo>
                  <a:pt x="1419225" y="19050"/>
                </a:lnTo>
                <a:lnTo>
                  <a:pt x="1419225" y="38100"/>
                </a:lnTo>
                <a:lnTo>
                  <a:pt x="1409700" y="38100"/>
                </a:lnTo>
                <a:lnTo>
                  <a:pt x="1409700" y="28575"/>
                </a:lnTo>
                <a:lnTo>
                  <a:pt x="1400175" y="28575"/>
                </a:lnTo>
                <a:close/>
                <a:moveTo>
                  <a:pt x="1390650" y="28575"/>
                </a:moveTo>
                <a:lnTo>
                  <a:pt x="1400175" y="28575"/>
                </a:lnTo>
                <a:lnTo>
                  <a:pt x="1400175" y="47625"/>
                </a:lnTo>
                <a:lnTo>
                  <a:pt x="1390650" y="47625"/>
                </a:lnTo>
                <a:close/>
                <a:moveTo>
                  <a:pt x="1457325" y="28575"/>
                </a:moveTo>
                <a:lnTo>
                  <a:pt x="1485900" y="28575"/>
                </a:lnTo>
                <a:lnTo>
                  <a:pt x="1485900" y="38100"/>
                </a:lnTo>
                <a:lnTo>
                  <a:pt x="1457325" y="38100"/>
                </a:lnTo>
                <a:close/>
                <a:moveTo>
                  <a:pt x="1504950" y="28575"/>
                </a:moveTo>
                <a:lnTo>
                  <a:pt x="1514475" y="28575"/>
                </a:lnTo>
                <a:lnTo>
                  <a:pt x="1514475" y="38100"/>
                </a:lnTo>
                <a:lnTo>
                  <a:pt x="1504950" y="38100"/>
                </a:lnTo>
                <a:close/>
                <a:moveTo>
                  <a:pt x="1524000" y="28575"/>
                </a:moveTo>
                <a:lnTo>
                  <a:pt x="1533525" y="28575"/>
                </a:lnTo>
                <a:lnTo>
                  <a:pt x="1533525" y="47625"/>
                </a:lnTo>
                <a:lnTo>
                  <a:pt x="1524000" y="47625"/>
                </a:lnTo>
                <a:close/>
                <a:moveTo>
                  <a:pt x="333375" y="47625"/>
                </a:moveTo>
                <a:lnTo>
                  <a:pt x="352425" y="47625"/>
                </a:lnTo>
                <a:lnTo>
                  <a:pt x="352425" y="57150"/>
                </a:lnTo>
                <a:lnTo>
                  <a:pt x="361950" y="57150"/>
                </a:lnTo>
                <a:lnTo>
                  <a:pt x="361950" y="66675"/>
                </a:lnTo>
                <a:lnTo>
                  <a:pt x="342900" y="66675"/>
                </a:lnTo>
                <a:lnTo>
                  <a:pt x="342900" y="85725"/>
                </a:lnTo>
                <a:lnTo>
                  <a:pt x="323850" y="85725"/>
                </a:lnTo>
                <a:lnTo>
                  <a:pt x="323850" y="57150"/>
                </a:lnTo>
                <a:lnTo>
                  <a:pt x="333375" y="57150"/>
                </a:lnTo>
                <a:close/>
                <a:moveTo>
                  <a:pt x="28575" y="57150"/>
                </a:moveTo>
                <a:lnTo>
                  <a:pt x="38100" y="57150"/>
                </a:lnTo>
                <a:lnTo>
                  <a:pt x="38100" y="66675"/>
                </a:lnTo>
                <a:lnTo>
                  <a:pt x="28575" y="66675"/>
                </a:lnTo>
                <a:close/>
                <a:moveTo>
                  <a:pt x="1733550" y="57150"/>
                </a:moveTo>
                <a:lnTo>
                  <a:pt x="1752600" y="57150"/>
                </a:lnTo>
                <a:lnTo>
                  <a:pt x="1752600" y="38100"/>
                </a:lnTo>
                <a:lnTo>
                  <a:pt x="1733550" y="38100"/>
                </a:lnTo>
                <a:close/>
                <a:moveTo>
                  <a:pt x="9525" y="66675"/>
                </a:moveTo>
                <a:lnTo>
                  <a:pt x="19050" y="66675"/>
                </a:lnTo>
                <a:lnTo>
                  <a:pt x="19050" y="161925"/>
                </a:lnTo>
                <a:lnTo>
                  <a:pt x="9525" y="161925"/>
                </a:lnTo>
                <a:lnTo>
                  <a:pt x="9525" y="152400"/>
                </a:lnTo>
                <a:lnTo>
                  <a:pt x="0" y="152400"/>
                </a:lnTo>
                <a:lnTo>
                  <a:pt x="0" y="123825"/>
                </a:lnTo>
                <a:lnTo>
                  <a:pt x="9525" y="123825"/>
                </a:lnTo>
                <a:lnTo>
                  <a:pt x="9525" y="95250"/>
                </a:lnTo>
                <a:lnTo>
                  <a:pt x="0" y="95250"/>
                </a:lnTo>
                <a:lnTo>
                  <a:pt x="0" y="76200"/>
                </a:lnTo>
                <a:lnTo>
                  <a:pt x="9525" y="76200"/>
                </a:lnTo>
                <a:close/>
                <a:moveTo>
                  <a:pt x="1657350" y="66675"/>
                </a:moveTo>
                <a:lnTo>
                  <a:pt x="1666875" y="66675"/>
                </a:lnTo>
                <a:lnTo>
                  <a:pt x="1666875" y="76200"/>
                </a:lnTo>
                <a:lnTo>
                  <a:pt x="1657350" y="76200"/>
                </a:lnTo>
                <a:close/>
                <a:moveTo>
                  <a:pt x="28575" y="76200"/>
                </a:moveTo>
                <a:lnTo>
                  <a:pt x="38100" y="76200"/>
                </a:lnTo>
                <a:lnTo>
                  <a:pt x="38100" y="95250"/>
                </a:lnTo>
                <a:lnTo>
                  <a:pt x="28575" y="95250"/>
                </a:lnTo>
                <a:close/>
                <a:moveTo>
                  <a:pt x="285750" y="76200"/>
                </a:moveTo>
                <a:lnTo>
                  <a:pt x="295275" y="76200"/>
                </a:lnTo>
                <a:lnTo>
                  <a:pt x="295275" y="85725"/>
                </a:lnTo>
                <a:lnTo>
                  <a:pt x="285750" y="85725"/>
                </a:lnTo>
                <a:close/>
                <a:moveTo>
                  <a:pt x="314325" y="85725"/>
                </a:moveTo>
                <a:lnTo>
                  <a:pt x="323850" y="85725"/>
                </a:lnTo>
                <a:lnTo>
                  <a:pt x="323850" y="95250"/>
                </a:lnTo>
                <a:lnTo>
                  <a:pt x="314325" y="95250"/>
                </a:lnTo>
                <a:close/>
                <a:moveTo>
                  <a:pt x="1552575" y="85725"/>
                </a:moveTo>
                <a:lnTo>
                  <a:pt x="1581150" y="85725"/>
                </a:lnTo>
                <a:lnTo>
                  <a:pt x="1581150" y="95250"/>
                </a:lnTo>
                <a:lnTo>
                  <a:pt x="1552575" y="95250"/>
                </a:lnTo>
                <a:close/>
                <a:moveTo>
                  <a:pt x="28575" y="104775"/>
                </a:moveTo>
                <a:lnTo>
                  <a:pt x="38100" y="104775"/>
                </a:lnTo>
                <a:lnTo>
                  <a:pt x="38100" y="123825"/>
                </a:lnTo>
                <a:lnTo>
                  <a:pt x="28575" y="123825"/>
                </a:lnTo>
                <a:close/>
                <a:moveTo>
                  <a:pt x="1571625" y="104775"/>
                </a:moveTo>
                <a:lnTo>
                  <a:pt x="1581150" y="104775"/>
                </a:lnTo>
                <a:lnTo>
                  <a:pt x="1581150" y="123825"/>
                </a:lnTo>
                <a:lnTo>
                  <a:pt x="1609725" y="123825"/>
                </a:lnTo>
                <a:lnTo>
                  <a:pt x="1609725" y="133350"/>
                </a:lnTo>
                <a:lnTo>
                  <a:pt x="1552575" y="133350"/>
                </a:lnTo>
                <a:lnTo>
                  <a:pt x="1552575" y="123825"/>
                </a:lnTo>
                <a:lnTo>
                  <a:pt x="1571625" y="123825"/>
                </a:lnTo>
                <a:close/>
                <a:moveTo>
                  <a:pt x="1647825" y="104775"/>
                </a:moveTo>
                <a:lnTo>
                  <a:pt x="1657350" y="104775"/>
                </a:lnTo>
                <a:lnTo>
                  <a:pt x="1657350" y="114300"/>
                </a:lnTo>
                <a:lnTo>
                  <a:pt x="1647825" y="114300"/>
                </a:lnTo>
                <a:close/>
                <a:moveTo>
                  <a:pt x="1676400" y="104775"/>
                </a:moveTo>
                <a:lnTo>
                  <a:pt x="1695450" y="104775"/>
                </a:lnTo>
                <a:lnTo>
                  <a:pt x="1695450" y="123825"/>
                </a:lnTo>
                <a:lnTo>
                  <a:pt x="1704975" y="123825"/>
                </a:lnTo>
                <a:lnTo>
                  <a:pt x="1704975" y="133350"/>
                </a:lnTo>
                <a:lnTo>
                  <a:pt x="1724025" y="133350"/>
                </a:lnTo>
                <a:lnTo>
                  <a:pt x="1724025" y="142875"/>
                </a:lnTo>
                <a:lnTo>
                  <a:pt x="1714500" y="142875"/>
                </a:lnTo>
                <a:lnTo>
                  <a:pt x="1714500" y="152400"/>
                </a:lnTo>
                <a:lnTo>
                  <a:pt x="1647825" y="152400"/>
                </a:lnTo>
                <a:lnTo>
                  <a:pt x="1647825" y="142875"/>
                </a:lnTo>
                <a:lnTo>
                  <a:pt x="1638300" y="142875"/>
                </a:lnTo>
                <a:lnTo>
                  <a:pt x="1638300" y="133350"/>
                </a:lnTo>
                <a:lnTo>
                  <a:pt x="1619250" y="133350"/>
                </a:lnTo>
                <a:lnTo>
                  <a:pt x="1619250" y="123825"/>
                </a:lnTo>
                <a:lnTo>
                  <a:pt x="1638300" y="123825"/>
                </a:lnTo>
                <a:lnTo>
                  <a:pt x="1638300" y="133350"/>
                </a:lnTo>
                <a:lnTo>
                  <a:pt x="1657350" y="133350"/>
                </a:lnTo>
                <a:lnTo>
                  <a:pt x="1657350" y="123825"/>
                </a:lnTo>
                <a:lnTo>
                  <a:pt x="1666875" y="123825"/>
                </a:lnTo>
                <a:lnTo>
                  <a:pt x="1666875" y="114300"/>
                </a:lnTo>
                <a:lnTo>
                  <a:pt x="1676400" y="114300"/>
                </a:lnTo>
                <a:close/>
                <a:moveTo>
                  <a:pt x="238125" y="114300"/>
                </a:moveTo>
                <a:lnTo>
                  <a:pt x="247650" y="114300"/>
                </a:lnTo>
                <a:lnTo>
                  <a:pt x="247650" y="123825"/>
                </a:lnTo>
                <a:lnTo>
                  <a:pt x="257175" y="123825"/>
                </a:lnTo>
                <a:lnTo>
                  <a:pt x="257175" y="142875"/>
                </a:lnTo>
                <a:lnTo>
                  <a:pt x="238125" y="142875"/>
                </a:lnTo>
                <a:close/>
                <a:moveTo>
                  <a:pt x="1733550" y="133350"/>
                </a:moveTo>
                <a:lnTo>
                  <a:pt x="1743075" y="133350"/>
                </a:lnTo>
                <a:lnTo>
                  <a:pt x="1743075" y="152400"/>
                </a:lnTo>
                <a:lnTo>
                  <a:pt x="1733550" y="152400"/>
                </a:lnTo>
                <a:close/>
                <a:moveTo>
                  <a:pt x="28575" y="152400"/>
                </a:moveTo>
                <a:lnTo>
                  <a:pt x="38100" y="152400"/>
                </a:lnTo>
                <a:lnTo>
                  <a:pt x="38100" y="504825"/>
                </a:lnTo>
                <a:lnTo>
                  <a:pt x="28575" y="504825"/>
                </a:lnTo>
                <a:close/>
                <a:moveTo>
                  <a:pt x="1724025" y="161925"/>
                </a:moveTo>
                <a:lnTo>
                  <a:pt x="1733550" y="161925"/>
                </a:lnTo>
                <a:lnTo>
                  <a:pt x="1733550" y="180975"/>
                </a:lnTo>
                <a:lnTo>
                  <a:pt x="1724025" y="180975"/>
                </a:lnTo>
                <a:close/>
                <a:moveTo>
                  <a:pt x="1771650" y="161925"/>
                </a:moveTo>
                <a:lnTo>
                  <a:pt x="1781175" y="161925"/>
                </a:lnTo>
                <a:lnTo>
                  <a:pt x="1781175" y="171450"/>
                </a:lnTo>
                <a:lnTo>
                  <a:pt x="1790700" y="171450"/>
                </a:lnTo>
                <a:lnTo>
                  <a:pt x="1790700" y="209550"/>
                </a:lnTo>
                <a:lnTo>
                  <a:pt x="1781175" y="209550"/>
                </a:lnTo>
                <a:lnTo>
                  <a:pt x="1781175" y="200025"/>
                </a:lnTo>
                <a:lnTo>
                  <a:pt x="1762125" y="200025"/>
                </a:lnTo>
                <a:lnTo>
                  <a:pt x="1762125" y="171450"/>
                </a:lnTo>
                <a:lnTo>
                  <a:pt x="1771650" y="171450"/>
                </a:lnTo>
                <a:close/>
                <a:moveTo>
                  <a:pt x="1714500" y="180975"/>
                </a:moveTo>
                <a:lnTo>
                  <a:pt x="1724025" y="180975"/>
                </a:lnTo>
                <a:lnTo>
                  <a:pt x="1724025" y="190500"/>
                </a:lnTo>
                <a:lnTo>
                  <a:pt x="1714500" y="190500"/>
                </a:lnTo>
                <a:close/>
                <a:moveTo>
                  <a:pt x="1733550" y="180975"/>
                </a:moveTo>
                <a:lnTo>
                  <a:pt x="1743075" y="180975"/>
                </a:lnTo>
                <a:lnTo>
                  <a:pt x="1743075" y="190500"/>
                </a:lnTo>
                <a:lnTo>
                  <a:pt x="1733550" y="190500"/>
                </a:lnTo>
                <a:close/>
                <a:moveTo>
                  <a:pt x="161925" y="219075"/>
                </a:moveTo>
                <a:lnTo>
                  <a:pt x="180975" y="219075"/>
                </a:lnTo>
                <a:lnTo>
                  <a:pt x="180975" y="228600"/>
                </a:lnTo>
                <a:lnTo>
                  <a:pt x="161925" y="228600"/>
                </a:lnTo>
                <a:close/>
                <a:moveTo>
                  <a:pt x="1714500" y="219075"/>
                </a:moveTo>
                <a:lnTo>
                  <a:pt x="1733550" y="219075"/>
                </a:lnTo>
                <a:lnTo>
                  <a:pt x="1733550" y="238125"/>
                </a:lnTo>
                <a:lnTo>
                  <a:pt x="1714500" y="238125"/>
                </a:lnTo>
                <a:close/>
                <a:moveTo>
                  <a:pt x="133350" y="257175"/>
                </a:moveTo>
                <a:lnTo>
                  <a:pt x="142875" y="257175"/>
                </a:lnTo>
                <a:lnTo>
                  <a:pt x="142875" y="266700"/>
                </a:lnTo>
                <a:lnTo>
                  <a:pt x="133350" y="266700"/>
                </a:lnTo>
                <a:close/>
                <a:moveTo>
                  <a:pt x="1819275" y="266700"/>
                </a:moveTo>
                <a:lnTo>
                  <a:pt x="1828800" y="266700"/>
                </a:lnTo>
                <a:lnTo>
                  <a:pt x="1828800" y="276225"/>
                </a:lnTo>
                <a:lnTo>
                  <a:pt x="1819275" y="276225"/>
                </a:lnTo>
                <a:close/>
                <a:moveTo>
                  <a:pt x="1866900" y="266700"/>
                </a:moveTo>
                <a:lnTo>
                  <a:pt x="1885950" y="266700"/>
                </a:lnTo>
                <a:lnTo>
                  <a:pt x="1885950" y="276225"/>
                </a:lnTo>
                <a:lnTo>
                  <a:pt x="1866900" y="276225"/>
                </a:lnTo>
                <a:close/>
                <a:moveTo>
                  <a:pt x="1924050" y="266700"/>
                </a:moveTo>
                <a:lnTo>
                  <a:pt x="1933575" y="266700"/>
                </a:lnTo>
                <a:lnTo>
                  <a:pt x="1933575" y="276225"/>
                </a:lnTo>
                <a:lnTo>
                  <a:pt x="1924050" y="276225"/>
                </a:lnTo>
                <a:close/>
                <a:moveTo>
                  <a:pt x="1933575" y="276225"/>
                </a:moveTo>
                <a:lnTo>
                  <a:pt x="1943100" y="276225"/>
                </a:lnTo>
                <a:lnTo>
                  <a:pt x="1943100" y="285750"/>
                </a:lnTo>
                <a:lnTo>
                  <a:pt x="1933575" y="285750"/>
                </a:lnTo>
                <a:close/>
                <a:moveTo>
                  <a:pt x="1905000" y="285750"/>
                </a:moveTo>
                <a:lnTo>
                  <a:pt x="1924050" y="285750"/>
                </a:lnTo>
                <a:lnTo>
                  <a:pt x="1924050" y="304800"/>
                </a:lnTo>
                <a:lnTo>
                  <a:pt x="1943100" y="304800"/>
                </a:lnTo>
                <a:lnTo>
                  <a:pt x="1943100" y="314325"/>
                </a:lnTo>
                <a:lnTo>
                  <a:pt x="1905000" y="314325"/>
                </a:lnTo>
                <a:close/>
                <a:moveTo>
                  <a:pt x="1838325" y="342900"/>
                </a:moveTo>
                <a:lnTo>
                  <a:pt x="1857375" y="342900"/>
                </a:lnTo>
                <a:lnTo>
                  <a:pt x="1857375" y="352425"/>
                </a:lnTo>
                <a:lnTo>
                  <a:pt x="1866900" y="352425"/>
                </a:lnTo>
                <a:lnTo>
                  <a:pt x="1866900" y="361950"/>
                </a:lnTo>
                <a:lnTo>
                  <a:pt x="1857375" y="361950"/>
                </a:lnTo>
                <a:lnTo>
                  <a:pt x="1857375" y="371475"/>
                </a:lnTo>
                <a:lnTo>
                  <a:pt x="1838325" y="371475"/>
                </a:lnTo>
                <a:close/>
                <a:moveTo>
                  <a:pt x="1895475" y="352425"/>
                </a:moveTo>
                <a:lnTo>
                  <a:pt x="1933575" y="352425"/>
                </a:lnTo>
                <a:lnTo>
                  <a:pt x="1933575" y="371475"/>
                </a:lnTo>
                <a:lnTo>
                  <a:pt x="1914525" y="371475"/>
                </a:lnTo>
                <a:lnTo>
                  <a:pt x="1914525" y="361950"/>
                </a:lnTo>
                <a:lnTo>
                  <a:pt x="1905000" y="361950"/>
                </a:lnTo>
                <a:lnTo>
                  <a:pt x="1905000" y="371475"/>
                </a:lnTo>
                <a:lnTo>
                  <a:pt x="1876425" y="371475"/>
                </a:lnTo>
                <a:lnTo>
                  <a:pt x="1876425" y="361950"/>
                </a:lnTo>
                <a:lnTo>
                  <a:pt x="1895475" y="361950"/>
                </a:lnTo>
                <a:close/>
                <a:moveTo>
                  <a:pt x="114300" y="400050"/>
                </a:moveTo>
                <a:lnTo>
                  <a:pt x="123825" y="400050"/>
                </a:lnTo>
                <a:lnTo>
                  <a:pt x="123825" y="419100"/>
                </a:lnTo>
                <a:lnTo>
                  <a:pt x="114300" y="419100"/>
                </a:lnTo>
                <a:close/>
                <a:moveTo>
                  <a:pt x="9525" y="428625"/>
                </a:moveTo>
                <a:lnTo>
                  <a:pt x="19050" y="428625"/>
                </a:lnTo>
                <a:lnTo>
                  <a:pt x="19050" y="447675"/>
                </a:lnTo>
                <a:lnTo>
                  <a:pt x="9525" y="447675"/>
                </a:lnTo>
                <a:close/>
                <a:moveTo>
                  <a:pt x="123825" y="428625"/>
                </a:moveTo>
                <a:lnTo>
                  <a:pt x="133350" y="428625"/>
                </a:lnTo>
                <a:lnTo>
                  <a:pt x="133350" y="438150"/>
                </a:lnTo>
                <a:lnTo>
                  <a:pt x="123825" y="438150"/>
                </a:lnTo>
                <a:close/>
                <a:moveTo>
                  <a:pt x="1847850" y="428625"/>
                </a:moveTo>
                <a:lnTo>
                  <a:pt x="1866900" y="428625"/>
                </a:lnTo>
                <a:lnTo>
                  <a:pt x="1866900" y="438150"/>
                </a:lnTo>
                <a:lnTo>
                  <a:pt x="1847850" y="438150"/>
                </a:lnTo>
                <a:close/>
                <a:moveTo>
                  <a:pt x="66675" y="447675"/>
                </a:moveTo>
                <a:lnTo>
                  <a:pt x="76200" y="447675"/>
                </a:lnTo>
                <a:lnTo>
                  <a:pt x="76200" y="457200"/>
                </a:lnTo>
                <a:lnTo>
                  <a:pt x="66675" y="457200"/>
                </a:lnTo>
                <a:close/>
                <a:moveTo>
                  <a:pt x="1781175" y="447675"/>
                </a:moveTo>
                <a:lnTo>
                  <a:pt x="1800225" y="447675"/>
                </a:lnTo>
                <a:lnTo>
                  <a:pt x="1800225" y="457200"/>
                </a:lnTo>
                <a:lnTo>
                  <a:pt x="1781175" y="457200"/>
                </a:lnTo>
                <a:close/>
                <a:moveTo>
                  <a:pt x="85725" y="466725"/>
                </a:moveTo>
                <a:lnTo>
                  <a:pt x="95250" y="466725"/>
                </a:lnTo>
                <a:lnTo>
                  <a:pt x="95250" y="476250"/>
                </a:lnTo>
                <a:lnTo>
                  <a:pt x="85725" y="476250"/>
                </a:lnTo>
                <a:close/>
                <a:moveTo>
                  <a:pt x="1724025" y="485775"/>
                </a:moveTo>
                <a:lnTo>
                  <a:pt x="1743075" y="485775"/>
                </a:lnTo>
                <a:lnTo>
                  <a:pt x="1743075" y="504825"/>
                </a:lnTo>
                <a:lnTo>
                  <a:pt x="1724025" y="504825"/>
                </a:lnTo>
                <a:close/>
                <a:moveTo>
                  <a:pt x="9525" y="495300"/>
                </a:moveTo>
                <a:lnTo>
                  <a:pt x="19050" y="495300"/>
                </a:lnTo>
                <a:lnTo>
                  <a:pt x="19050" y="504825"/>
                </a:lnTo>
                <a:lnTo>
                  <a:pt x="9525" y="504825"/>
                </a:lnTo>
                <a:close/>
                <a:moveTo>
                  <a:pt x="38100" y="514350"/>
                </a:moveTo>
                <a:lnTo>
                  <a:pt x="47625" y="514350"/>
                </a:lnTo>
                <a:lnTo>
                  <a:pt x="47625" y="523875"/>
                </a:lnTo>
                <a:lnTo>
                  <a:pt x="38100" y="523875"/>
                </a:lnTo>
                <a:close/>
                <a:moveTo>
                  <a:pt x="66675" y="514350"/>
                </a:moveTo>
                <a:lnTo>
                  <a:pt x="76200" y="514350"/>
                </a:lnTo>
                <a:lnTo>
                  <a:pt x="76200" y="523875"/>
                </a:lnTo>
                <a:lnTo>
                  <a:pt x="66675" y="523875"/>
                </a:lnTo>
                <a:close/>
                <a:moveTo>
                  <a:pt x="1838325" y="514350"/>
                </a:moveTo>
                <a:lnTo>
                  <a:pt x="1847850" y="514350"/>
                </a:lnTo>
                <a:lnTo>
                  <a:pt x="1847850" y="533400"/>
                </a:lnTo>
                <a:lnTo>
                  <a:pt x="1838325" y="533400"/>
                </a:lnTo>
                <a:close/>
                <a:moveTo>
                  <a:pt x="1943100" y="533400"/>
                </a:moveTo>
                <a:lnTo>
                  <a:pt x="1952625" y="533400"/>
                </a:lnTo>
                <a:lnTo>
                  <a:pt x="1952625" y="552450"/>
                </a:lnTo>
                <a:lnTo>
                  <a:pt x="1943100" y="552450"/>
                </a:lnTo>
                <a:lnTo>
                  <a:pt x="1943100" y="561975"/>
                </a:lnTo>
                <a:lnTo>
                  <a:pt x="1924050" y="561975"/>
                </a:lnTo>
                <a:lnTo>
                  <a:pt x="1924050" y="571500"/>
                </a:lnTo>
                <a:lnTo>
                  <a:pt x="1914525" y="571500"/>
                </a:lnTo>
                <a:lnTo>
                  <a:pt x="1914525" y="561975"/>
                </a:lnTo>
                <a:lnTo>
                  <a:pt x="1905000" y="561975"/>
                </a:lnTo>
                <a:lnTo>
                  <a:pt x="1905000" y="552450"/>
                </a:lnTo>
                <a:lnTo>
                  <a:pt x="1914525" y="552450"/>
                </a:lnTo>
                <a:lnTo>
                  <a:pt x="1914525" y="542925"/>
                </a:lnTo>
                <a:lnTo>
                  <a:pt x="1943100" y="542925"/>
                </a:lnTo>
                <a:close/>
                <a:moveTo>
                  <a:pt x="0" y="542925"/>
                </a:moveTo>
                <a:lnTo>
                  <a:pt x="28575" y="542925"/>
                </a:lnTo>
                <a:lnTo>
                  <a:pt x="28575" y="561975"/>
                </a:lnTo>
                <a:lnTo>
                  <a:pt x="9525" y="561975"/>
                </a:lnTo>
                <a:lnTo>
                  <a:pt x="9525" y="571500"/>
                </a:lnTo>
                <a:lnTo>
                  <a:pt x="0" y="571500"/>
                </a:lnTo>
                <a:close/>
                <a:moveTo>
                  <a:pt x="38100" y="542925"/>
                </a:moveTo>
                <a:lnTo>
                  <a:pt x="47625" y="542925"/>
                </a:lnTo>
                <a:lnTo>
                  <a:pt x="47625" y="552450"/>
                </a:lnTo>
                <a:lnTo>
                  <a:pt x="38100" y="552450"/>
                </a:lnTo>
                <a:close/>
                <a:moveTo>
                  <a:pt x="47625" y="552450"/>
                </a:moveTo>
                <a:lnTo>
                  <a:pt x="57150" y="552450"/>
                </a:lnTo>
                <a:lnTo>
                  <a:pt x="57150" y="561975"/>
                </a:lnTo>
                <a:lnTo>
                  <a:pt x="47625" y="561975"/>
                </a:lnTo>
                <a:close/>
                <a:moveTo>
                  <a:pt x="85725" y="561975"/>
                </a:moveTo>
                <a:lnTo>
                  <a:pt x="95250" y="561975"/>
                </a:lnTo>
                <a:lnTo>
                  <a:pt x="95250" y="571500"/>
                </a:lnTo>
                <a:lnTo>
                  <a:pt x="104775" y="571500"/>
                </a:lnTo>
                <a:lnTo>
                  <a:pt x="104775" y="561975"/>
                </a:lnTo>
                <a:lnTo>
                  <a:pt x="114300" y="561975"/>
                </a:lnTo>
                <a:lnTo>
                  <a:pt x="114300" y="571500"/>
                </a:lnTo>
                <a:lnTo>
                  <a:pt x="104775" y="571500"/>
                </a:lnTo>
                <a:lnTo>
                  <a:pt x="104775" y="581025"/>
                </a:lnTo>
                <a:lnTo>
                  <a:pt x="114300" y="581025"/>
                </a:lnTo>
                <a:lnTo>
                  <a:pt x="114300" y="600075"/>
                </a:lnTo>
                <a:lnTo>
                  <a:pt x="123825" y="600075"/>
                </a:lnTo>
                <a:lnTo>
                  <a:pt x="123825" y="609600"/>
                </a:lnTo>
                <a:lnTo>
                  <a:pt x="104775" y="609600"/>
                </a:lnTo>
                <a:lnTo>
                  <a:pt x="104775" y="590550"/>
                </a:lnTo>
                <a:lnTo>
                  <a:pt x="95250" y="590550"/>
                </a:lnTo>
                <a:lnTo>
                  <a:pt x="95250" y="581025"/>
                </a:lnTo>
                <a:lnTo>
                  <a:pt x="85725" y="581025"/>
                </a:lnTo>
                <a:close/>
                <a:moveTo>
                  <a:pt x="1914525" y="600075"/>
                </a:moveTo>
                <a:lnTo>
                  <a:pt x="1924050" y="600075"/>
                </a:lnTo>
                <a:lnTo>
                  <a:pt x="1924050" y="619125"/>
                </a:lnTo>
                <a:lnTo>
                  <a:pt x="1914525" y="619125"/>
                </a:lnTo>
                <a:close/>
                <a:moveTo>
                  <a:pt x="123825" y="609600"/>
                </a:moveTo>
                <a:lnTo>
                  <a:pt x="142875" y="609600"/>
                </a:lnTo>
                <a:lnTo>
                  <a:pt x="142875" y="619125"/>
                </a:lnTo>
                <a:lnTo>
                  <a:pt x="133350" y="619125"/>
                </a:lnTo>
                <a:lnTo>
                  <a:pt x="133350" y="628650"/>
                </a:lnTo>
                <a:lnTo>
                  <a:pt x="123825" y="628650"/>
                </a:lnTo>
                <a:close/>
                <a:moveTo>
                  <a:pt x="38100" y="628650"/>
                </a:moveTo>
                <a:lnTo>
                  <a:pt x="47625" y="628650"/>
                </a:lnTo>
                <a:lnTo>
                  <a:pt x="47625" y="647700"/>
                </a:lnTo>
                <a:lnTo>
                  <a:pt x="38100" y="647700"/>
                </a:lnTo>
                <a:close/>
                <a:moveTo>
                  <a:pt x="57150" y="628650"/>
                </a:moveTo>
                <a:lnTo>
                  <a:pt x="66675" y="628650"/>
                </a:lnTo>
                <a:lnTo>
                  <a:pt x="66675" y="638175"/>
                </a:lnTo>
                <a:lnTo>
                  <a:pt x="57150" y="638175"/>
                </a:lnTo>
                <a:close/>
                <a:moveTo>
                  <a:pt x="9525" y="638175"/>
                </a:moveTo>
                <a:lnTo>
                  <a:pt x="28575" y="638175"/>
                </a:lnTo>
                <a:lnTo>
                  <a:pt x="28575" y="647700"/>
                </a:lnTo>
                <a:lnTo>
                  <a:pt x="19050" y="647700"/>
                </a:lnTo>
                <a:lnTo>
                  <a:pt x="19050" y="657225"/>
                </a:lnTo>
                <a:lnTo>
                  <a:pt x="9525" y="657225"/>
                </a:lnTo>
                <a:close/>
                <a:moveTo>
                  <a:pt x="76200" y="638175"/>
                </a:moveTo>
                <a:lnTo>
                  <a:pt x="85725" y="638175"/>
                </a:lnTo>
                <a:lnTo>
                  <a:pt x="85725" y="647700"/>
                </a:lnTo>
                <a:lnTo>
                  <a:pt x="95250" y="647700"/>
                </a:lnTo>
                <a:lnTo>
                  <a:pt x="95250" y="657225"/>
                </a:lnTo>
                <a:lnTo>
                  <a:pt x="104775" y="657225"/>
                </a:lnTo>
                <a:lnTo>
                  <a:pt x="104775" y="676275"/>
                </a:lnTo>
                <a:lnTo>
                  <a:pt x="114300" y="676275"/>
                </a:lnTo>
                <a:lnTo>
                  <a:pt x="114300" y="685800"/>
                </a:lnTo>
                <a:lnTo>
                  <a:pt x="123825" y="685800"/>
                </a:lnTo>
                <a:lnTo>
                  <a:pt x="123825" y="695325"/>
                </a:lnTo>
                <a:lnTo>
                  <a:pt x="133350" y="695325"/>
                </a:lnTo>
                <a:lnTo>
                  <a:pt x="133350" y="685800"/>
                </a:lnTo>
                <a:lnTo>
                  <a:pt x="161925" y="685800"/>
                </a:lnTo>
                <a:lnTo>
                  <a:pt x="161925" y="695325"/>
                </a:lnTo>
                <a:lnTo>
                  <a:pt x="142875" y="695325"/>
                </a:lnTo>
                <a:lnTo>
                  <a:pt x="142875" y="714375"/>
                </a:lnTo>
                <a:lnTo>
                  <a:pt x="133350" y="714375"/>
                </a:lnTo>
                <a:lnTo>
                  <a:pt x="133350" y="704850"/>
                </a:lnTo>
                <a:lnTo>
                  <a:pt x="123825" y="704850"/>
                </a:lnTo>
                <a:lnTo>
                  <a:pt x="123825" y="723900"/>
                </a:lnTo>
                <a:lnTo>
                  <a:pt x="114300" y="723900"/>
                </a:lnTo>
                <a:lnTo>
                  <a:pt x="114300" y="704850"/>
                </a:lnTo>
                <a:lnTo>
                  <a:pt x="76200" y="704850"/>
                </a:lnTo>
                <a:lnTo>
                  <a:pt x="76200" y="695325"/>
                </a:lnTo>
                <a:lnTo>
                  <a:pt x="66675" y="695325"/>
                </a:lnTo>
                <a:lnTo>
                  <a:pt x="66675" y="685800"/>
                </a:lnTo>
                <a:lnTo>
                  <a:pt x="76200" y="685800"/>
                </a:lnTo>
                <a:lnTo>
                  <a:pt x="76200" y="695325"/>
                </a:lnTo>
                <a:lnTo>
                  <a:pt x="104775" y="695325"/>
                </a:lnTo>
                <a:lnTo>
                  <a:pt x="104775" y="685800"/>
                </a:lnTo>
                <a:lnTo>
                  <a:pt x="95250" y="685800"/>
                </a:lnTo>
                <a:lnTo>
                  <a:pt x="95250" y="666750"/>
                </a:lnTo>
                <a:lnTo>
                  <a:pt x="76200" y="666750"/>
                </a:lnTo>
                <a:lnTo>
                  <a:pt x="76200" y="657225"/>
                </a:lnTo>
                <a:lnTo>
                  <a:pt x="66675" y="657225"/>
                </a:lnTo>
                <a:lnTo>
                  <a:pt x="66675" y="647700"/>
                </a:lnTo>
                <a:lnTo>
                  <a:pt x="76200" y="647700"/>
                </a:lnTo>
                <a:close/>
                <a:moveTo>
                  <a:pt x="1933575" y="657225"/>
                </a:moveTo>
                <a:lnTo>
                  <a:pt x="1952625" y="657225"/>
                </a:lnTo>
                <a:lnTo>
                  <a:pt x="1952625" y="666750"/>
                </a:lnTo>
                <a:lnTo>
                  <a:pt x="1933575" y="666750"/>
                </a:lnTo>
                <a:close/>
                <a:moveTo>
                  <a:pt x="1762125" y="666750"/>
                </a:moveTo>
                <a:lnTo>
                  <a:pt x="1905000" y="666750"/>
                </a:lnTo>
                <a:lnTo>
                  <a:pt x="1905000" y="676275"/>
                </a:lnTo>
                <a:lnTo>
                  <a:pt x="1762125" y="676275"/>
                </a:lnTo>
                <a:close/>
                <a:moveTo>
                  <a:pt x="47625" y="723900"/>
                </a:moveTo>
                <a:lnTo>
                  <a:pt x="66675" y="723900"/>
                </a:lnTo>
                <a:lnTo>
                  <a:pt x="66675" y="752475"/>
                </a:lnTo>
                <a:lnTo>
                  <a:pt x="57150" y="752475"/>
                </a:lnTo>
                <a:lnTo>
                  <a:pt x="57150" y="733425"/>
                </a:lnTo>
                <a:lnTo>
                  <a:pt x="47625" y="733425"/>
                </a:lnTo>
                <a:close/>
                <a:moveTo>
                  <a:pt x="104775" y="752475"/>
                </a:moveTo>
                <a:lnTo>
                  <a:pt x="114300" y="752475"/>
                </a:lnTo>
                <a:lnTo>
                  <a:pt x="114300" y="771525"/>
                </a:lnTo>
                <a:lnTo>
                  <a:pt x="104775" y="771525"/>
                </a:lnTo>
                <a:close/>
                <a:moveTo>
                  <a:pt x="1838325" y="790575"/>
                </a:moveTo>
                <a:lnTo>
                  <a:pt x="1847850" y="790575"/>
                </a:lnTo>
                <a:lnTo>
                  <a:pt x="1847850" y="800100"/>
                </a:lnTo>
                <a:lnTo>
                  <a:pt x="1838325" y="800100"/>
                </a:lnTo>
                <a:close/>
                <a:moveTo>
                  <a:pt x="1866900" y="800100"/>
                </a:moveTo>
                <a:lnTo>
                  <a:pt x="1876425" y="800100"/>
                </a:lnTo>
                <a:lnTo>
                  <a:pt x="1876425" y="809625"/>
                </a:lnTo>
                <a:lnTo>
                  <a:pt x="1866900" y="809625"/>
                </a:lnTo>
                <a:close/>
                <a:moveTo>
                  <a:pt x="1905000" y="800100"/>
                </a:moveTo>
                <a:lnTo>
                  <a:pt x="1914525" y="800100"/>
                </a:lnTo>
                <a:lnTo>
                  <a:pt x="1914525" y="809625"/>
                </a:lnTo>
                <a:lnTo>
                  <a:pt x="1905000" y="809625"/>
                </a:lnTo>
                <a:close/>
                <a:moveTo>
                  <a:pt x="1885950" y="847725"/>
                </a:moveTo>
                <a:lnTo>
                  <a:pt x="1895475" y="847725"/>
                </a:lnTo>
                <a:lnTo>
                  <a:pt x="1895475" y="857250"/>
                </a:lnTo>
                <a:lnTo>
                  <a:pt x="1905000" y="857250"/>
                </a:lnTo>
                <a:lnTo>
                  <a:pt x="1905000" y="895350"/>
                </a:lnTo>
                <a:lnTo>
                  <a:pt x="1933575" y="895350"/>
                </a:lnTo>
                <a:lnTo>
                  <a:pt x="1933575" y="914400"/>
                </a:lnTo>
                <a:lnTo>
                  <a:pt x="1914525" y="914400"/>
                </a:lnTo>
                <a:lnTo>
                  <a:pt x="1914525" y="904875"/>
                </a:lnTo>
                <a:lnTo>
                  <a:pt x="1895475" y="904875"/>
                </a:lnTo>
                <a:lnTo>
                  <a:pt x="1895475" y="895350"/>
                </a:lnTo>
                <a:lnTo>
                  <a:pt x="1885950" y="895350"/>
                </a:lnTo>
                <a:lnTo>
                  <a:pt x="1885950" y="885825"/>
                </a:lnTo>
                <a:lnTo>
                  <a:pt x="1876425" y="885825"/>
                </a:lnTo>
                <a:lnTo>
                  <a:pt x="1876425" y="857250"/>
                </a:lnTo>
                <a:lnTo>
                  <a:pt x="1885950" y="857250"/>
                </a:lnTo>
                <a:close/>
                <a:moveTo>
                  <a:pt x="1857375" y="857250"/>
                </a:moveTo>
                <a:lnTo>
                  <a:pt x="1866900" y="857250"/>
                </a:lnTo>
                <a:lnTo>
                  <a:pt x="1866900" y="866775"/>
                </a:lnTo>
                <a:lnTo>
                  <a:pt x="1857375" y="866775"/>
                </a:lnTo>
                <a:close/>
                <a:moveTo>
                  <a:pt x="1914525" y="866775"/>
                </a:moveTo>
                <a:lnTo>
                  <a:pt x="1924050" y="866775"/>
                </a:lnTo>
                <a:lnTo>
                  <a:pt x="1924050" y="876300"/>
                </a:lnTo>
                <a:lnTo>
                  <a:pt x="1914525" y="876300"/>
                </a:lnTo>
                <a:close/>
                <a:moveTo>
                  <a:pt x="1847850" y="914400"/>
                </a:moveTo>
                <a:lnTo>
                  <a:pt x="1857375" y="914400"/>
                </a:lnTo>
                <a:lnTo>
                  <a:pt x="1857375" y="923925"/>
                </a:lnTo>
                <a:lnTo>
                  <a:pt x="1847850" y="923925"/>
                </a:lnTo>
                <a:close/>
                <a:moveTo>
                  <a:pt x="1866900" y="914400"/>
                </a:moveTo>
                <a:lnTo>
                  <a:pt x="1895475" y="914400"/>
                </a:lnTo>
                <a:lnTo>
                  <a:pt x="1895475" y="923925"/>
                </a:lnTo>
                <a:lnTo>
                  <a:pt x="1914525" y="923925"/>
                </a:lnTo>
                <a:lnTo>
                  <a:pt x="1914525" y="933450"/>
                </a:lnTo>
                <a:lnTo>
                  <a:pt x="1924050" y="933450"/>
                </a:lnTo>
                <a:lnTo>
                  <a:pt x="1924050" y="952500"/>
                </a:lnTo>
                <a:lnTo>
                  <a:pt x="1895475" y="952500"/>
                </a:lnTo>
                <a:lnTo>
                  <a:pt x="1895475" y="942975"/>
                </a:lnTo>
                <a:lnTo>
                  <a:pt x="1876425" y="942975"/>
                </a:lnTo>
                <a:lnTo>
                  <a:pt x="1876425" y="933450"/>
                </a:lnTo>
                <a:lnTo>
                  <a:pt x="1866900" y="933450"/>
                </a:lnTo>
                <a:close/>
                <a:moveTo>
                  <a:pt x="9525" y="1000125"/>
                </a:moveTo>
                <a:lnTo>
                  <a:pt x="19050" y="1000125"/>
                </a:lnTo>
                <a:lnTo>
                  <a:pt x="19050" y="1009650"/>
                </a:lnTo>
                <a:lnTo>
                  <a:pt x="85725" y="1009650"/>
                </a:lnTo>
                <a:lnTo>
                  <a:pt x="85725" y="1028700"/>
                </a:lnTo>
                <a:lnTo>
                  <a:pt x="0" y="1028700"/>
                </a:lnTo>
                <a:lnTo>
                  <a:pt x="0" y="1009650"/>
                </a:lnTo>
                <a:lnTo>
                  <a:pt x="9525" y="1009650"/>
                </a:lnTo>
                <a:close/>
                <a:moveTo>
                  <a:pt x="1895475" y="1000125"/>
                </a:moveTo>
                <a:lnTo>
                  <a:pt x="1914525" y="1000125"/>
                </a:lnTo>
                <a:lnTo>
                  <a:pt x="1914525" y="1009650"/>
                </a:lnTo>
                <a:lnTo>
                  <a:pt x="1943100" y="1009650"/>
                </a:lnTo>
                <a:lnTo>
                  <a:pt x="1943100" y="1000125"/>
                </a:lnTo>
                <a:lnTo>
                  <a:pt x="1952625" y="1000125"/>
                </a:lnTo>
                <a:lnTo>
                  <a:pt x="1952625" y="1028700"/>
                </a:lnTo>
                <a:lnTo>
                  <a:pt x="1933575" y="1028700"/>
                </a:lnTo>
                <a:lnTo>
                  <a:pt x="1933575" y="1038225"/>
                </a:lnTo>
                <a:lnTo>
                  <a:pt x="1924050" y="1038225"/>
                </a:lnTo>
                <a:lnTo>
                  <a:pt x="1924050" y="1028700"/>
                </a:lnTo>
                <a:lnTo>
                  <a:pt x="1914525" y="1028700"/>
                </a:lnTo>
                <a:lnTo>
                  <a:pt x="1914525" y="1038225"/>
                </a:lnTo>
                <a:lnTo>
                  <a:pt x="1905000" y="1038225"/>
                </a:lnTo>
                <a:lnTo>
                  <a:pt x="1905000" y="1028700"/>
                </a:lnTo>
                <a:lnTo>
                  <a:pt x="1876425" y="1028700"/>
                </a:lnTo>
                <a:lnTo>
                  <a:pt x="1876425" y="1038225"/>
                </a:lnTo>
                <a:lnTo>
                  <a:pt x="1790700" y="1038225"/>
                </a:lnTo>
                <a:lnTo>
                  <a:pt x="1790700" y="1019175"/>
                </a:lnTo>
                <a:lnTo>
                  <a:pt x="1800225" y="1019175"/>
                </a:lnTo>
                <a:lnTo>
                  <a:pt x="1800225" y="1009650"/>
                </a:lnTo>
                <a:lnTo>
                  <a:pt x="1895475" y="1009650"/>
                </a:lnTo>
                <a:close/>
                <a:moveTo>
                  <a:pt x="104775" y="1047750"/>
                </a:moveTo>
                <a:lnTo>
                  <a:pt x="114300" y="1047750"/>
                </a:lnTo>
                <a:lnTo>
                  <a:pt x="114300" y="1057275"/>
                </a:lnTo>
                <a:lnTo>
                  <a:pt x="104775" y="1057275"/>
                </a:lnTo>
                <a:close/>
                <a:moveTo>
                  <a:pt x="1828800" y="1047750"/>
                </a:moveTo>
                <a:lnTo>
                  <a:pt x="1857375" y="1047750"/>
                </a:lnTo>
                <a:lnTo>
                  <a:pt x="1857375" y="1057275"/>
                </a:lnTo>
                <a:lnTo>
                  <a:pt x="1828800" y="1057275"/>
                </a:lnTo>
                <a:close/>
                <a:moveTo>
                  <a:pt x="1895475" y="1152525"/>
                </a:moveTo>
                <a:lnTo>
                  <a:pt x="1905000" y="1152525"/>
                </a:lnTo>
                <a:lnTo>
                  <a:pt x="1905000" y="1171575"/>
                </a:lnTo>
                <a:lnTo>
                  <a:pt x="1895475" y="1171575"/>
                </a:lnTo>
                <a:close/>
                <a:moveTo>
                  <a:pt x="1914525" y="1181100"/>
                </a:moveTo>
                <a:lnTo>
                  <a:pt x="1924050" y="1181100"/>
                </a:lnTo>
                <a:lnTo>
                  <a:pt x="1924050" y="1200150"/>
                </a:lnTo>
                <a:lnTo>
                  <a:pt x="1914525" y="1200150"/>
                </a:lnTo>
                <a:close/>
                <a:moveTo>
                  <a:pt x="95250" y="1209675"/>
                </a:moveTo>
                <a:lnTo>
                  <a:pt x="104775" y="1209675"/>
                </a:lnTo>
                <a:lnTo>
                  <a:pt x="104775" y="1219200"/>
                </a:lnTo>
                <a:lnTo>
                  <a:pt x="95250" y="1219200"/>
                </a:lnTo>
                <a:close/>
                <a:moveTo>
                  <a:pt x="1828800" y="1228725"/>
                </a:moveTo>
                <a:lnTo>
                  <a:pt x="1838325" y="1228725"/>
                </a:lnTo>
                <a:lnTo>
                  <a:pt x="1838325" y="1247775"/>
                </a:lnTo>
                <a:lnTo>
                  <a:pt x="1828800" y="1247775"/>
                </a:lnTo>
                <a:close/>
                <a:moveTo>
                  <a:pt x="1866900" y="1228725"/>
                </a:moveTo>
                <a:lnTo>
                  <a:pt x="1885950" y="1228725"/>
                </a:lnTo>
                <a:lnTo>
                  <a:pt x="1885950" y="1238250"/>
                </a:lnTo>
                <a:lnTo>
                  <a:pt x="1895475" y="1238250"/>
                </a:lnTo>
                <a:lnTo>
                  <a:pt x="1895475" y="1266825"/>
                </a:lnTo>
                <a:lnTo>
                  <a:pt x="1885950" y="1266825"/>
                </a:lnTo>
                <a:lnTo>
                  <a:pt x="1885950" y="1257300"/>
                </a:lnTo>
                <a:lnTo>
                  <a:pt x="1876425" y="1257300"/>
                </a:lnTo>
                <a:lnTo>
                  <a:pt x="1876425" y="1247775"/>
                </a:lnTo>
                <a:lnTo>
                  <a:pt x="1866900" y="1247775"/>
                </a:lnTo>
                <a:close/>
                <a:moveTo>
                  <a:pt x="1762125" y="1276350"/>
                </a:moveTo>
                <a:lnTo>
                  <a:pt x="1771650" y="1276350"/>
                </a:lnTo>
                <a:lnTo>
                  <a:pt x="1771650" y="1285875"/>
                </a:lnTo>
                <a:lnTo>
                  <a:pt x="1762125" y="1285875"/>
                </a:lnTo>
                <a:close/>
                <a:moveTo>
                  <a:pt x="1800225" y="1276350"/>
                </a:moveTo>
                <a:lnTo>
                  <a:pt x="1809750" y="1276350"/>
                </a:lnTo>
                <a:lnTo>
                  <a:pt x="1809750" y="1295400"/>
                </a:lnTo>
                <a:lnTo>
                  <a:pt x="1800225" y="1295400"/>
                </a:lnTo>
                <a:close/>
                <a:moveTo>
                  <a:pt x="1752600" y="1285875"/>
                </a:moveTo>
                <a:lnTo>
                  <a:pt x="1762125" y="1285875"/>
                </a:lnTo>
                <a:lnTo>
                  <a:pt x="1762125" y="1295400"/>
                </a:lnTo>
                <a:lnTo>
                  <a:pt x="1752600" y="1295400"/>
                </a:lnTo>
                <a:close/>
                <a:moveTo>
                  <a:pt x="1762125" y="1295400"/>
                </a:moveTo>
                <a:lnTo>
                  <a:pt x="1771650" y="1295400"/>
                </a:lnTo>
                <a:lnTo>
                  <a:pt x="1771650" y="1304925"/>
                </a:lnTo>
                <a:lnTo>
                  <a:pt x="1762125" y="1304925"/>
                </a:lnTo>
                <a:close/>
                <a:moveTo>
                  <a:pt x="1781175" y="1304925"/>
                </a:moveTo>
                <a:lnTo>
                  <a:pt x="1790700" y="1304925"/>
                </a:lnTo>
                <a:lnTo>
                  <a:pt x="1790700" y="1343025"/>
                </a:lnTo>
                <a:lnTo>
                  <a:pt x="1781175" y="1343025"/>
                </a:lnTo>
                <a:close/>
                <a:moveTo>
                  <a:pt x="1800225" y="1304925"/>
                </a:moveTo>
                <a:lnTo>
                  <a:pt x="1809750" y="1304925"/>
                </a:lnTo>
                <a:lnTo>
                  <a:pt x="1809750" y="1323975"/>
                </a:lnTo>
                <a:lnTo>
                  <a:pt x="1800225" y="1323975"/>
                </a:lnTo>
                <a:close/>
                <a:moveTo>
                  <a:pt x="1885950" y="1314450"/>
                </a:moveTo>
                <a:lnTo>
                  <a:pt x="1895475" y="1314450"/>
                </a:lnTo>
                <a:lnTo>
                  <a:pt x="1895475" y="1323975"/>
                </a:lnTo>
                <a:lnTo>
                  <a:pt x="1885950" y="1323975"/>
                </a:lnTo>
                <a:close/>
                <a:moveTo>
                  <a:pt x="1781175" y="1390650"/>
                </a:moveTo>
                <a:lnTo>
                  <a:pt x="1800225" y="1390650"/>
                </a:lnTo>
                <a:lnTo>
                  <a:pt x="1800225" y="1400175"/>
                </a:lnTo>
                <a:lnTo>
                  <a:pt x="1828800" y="1400175"/>
                </a:lnTo>
                <a:lnTo>
                  <a:pt x="1828800" y="1409700"/>
                </a:lnTo>
                <a:lnTo>
                  <a:pt x="1809750" y="1409700"/>
                </a:lnTo>
                <a:lnTo>
                  <a:pt x="1809750" y="1419225"/>
                </a:lnTo>
                <a:lnTo>
                  <a:pt x="1800225" y="1419225"/>
                </a:lnTo>
                <a:lnTo>
                  <a:pt x="1800225" y="1428750"/>
                </a:lnTo>
                <a:lnTo>
                  <a:pt x="1771650" y="1428750"/>
                </a:lnTo>
                <a:lnTo>
                  <a:pt x="1771650" y="1438275"/>
                </a:lnTo>
                <a:lnTo>
                  <a:pt x="1743075" y="1438275"/>
                </a:lnTo>
                <a:lnTo>
                  <a:pt x="1743075" y="1419225"/>
                </a:lnTo>
                <a:lnTo>
                  <a:pt x="1752600" y="1419225"/>
                </a:lnTo>
                <a:lnTo>
                  <a:pt x="1752600" y="1409700"/>
                </a:lnTo>
                <a:lnTo>
                  <a:pt x="1771650" y="1409700"/>
                </a:lnTo>
                <a:lnTo>
                  <a:pt x="1771650" y="1400175"/>
                </a:lnTo>
                <a:lnTo>
                  <a:pt x="1781175" y="1400175"/>
                </a:lnTo>
                <a:close/>
                <a:moveTo>
                  <a:pt x="0" y="1466850"/>
                </a:moveTo>
                <a:lnTo>
                  <a:pt x="28575" y="1466850"/>
                </a:lnTo>
                <a:lnTo>
                  <a:pt x="28575" y="1495425"/>
                </a:lnTo>
                <a:lnTo>
                  <a:pt x="0" y="1495425"/>
                </a:lnTo>
                <a:close/>
                <a:moveTo>
                  <a:pt x="1781175" y="1466850"/>
                </a:moveTo>
                <a:lnTo>
                  <a:pt x="1952625" y="1466850"/>
                </a:lnTo>
                <a:lnTo>
                  <a:pt x="1952625" y="1504950"/>
                </a:lnTo>
                <a:lnTo>
                  <a:pt x="1924050" y="1504950"/>
                </a:lnTo>
                <a:lnTo>
                  <a:pt x="1924050" y="1495425"/>
                </a:lnTo>
                <a:lnTo>
                  <a:pt x="1847850" y="1495425"/>
                </a:lnTo>
                <a:lnTo>
                  <a:pt x="1847850" y="1504950"/>
                </a:lnTo>
                <a:lnTo>
                  <a:pt x="1838325" y="1504950"/>
                </a:lnTo>
                <a:lnTo>
                  <a:pt x="1838325" y="1495425"/>
                </a:lnTo>
                <a:lnTo>
                  <a:pt x="1743075" y="1495425"/>
                </a:lnTo>
                <a:lnTo>
                  <a:pt x="1743075" y="1476375"/>
                </a:lnTo>
                <a:lnTo>
                  <a:pt x="1781175" y="1476375"/>
                </a:lnTo>
                <a:close/>
                <a:moveTo>
                  <a:pt x="1828800" y="1514475"/>
                </a:moveTo>
                <a:lnTo>
                  <a:pt x="1838325" y="1514475"/>
                </a:lnTo>
                <a:lnTo>
                  <a:pt x="1838325" y="1524000"/>
                </a:lnTo>
                <a:lnTo>
                  <a:pt x="1828800" y="1524000"/>
                </a:lnTo>
                <a:close/>
                <a:moveTo>
                  <a:pt x="1895475" y="1543050"/>
                </a:moveTo>
                <a:lnTo>
                  <a:pt x="1952625" y="1543050"/>
                </a:lnTo>
                <a:lnTo>
                  <a:pt x="1952625" y="1581150"/>
                </a:lnTo>
                <a:lnTo>
                  <a:pt x="1943100" y="1581150"/>
                </a:lnTo>
                <a:lnTo>
                  <a:pt x="1943100" y="1590675"/>
                </a:lnTo>
                <a:lnTo>
                  <a:pt x="1924050" y="1590675"/>
                </a:lnTo>
                <a:lnTo>
                  <a:pt x="1924050" y="1571625"/>
                </a:lnTo>
                <a:lnTo>
                  <a:pt x="1905000" y="1571625"/>
                </a:lnTo>
                <a:lnTo>
                  <a:pt x="1905000" y="1562100"/>
                </a:lnTo>
                <a:lnTo>
                  <a:pt x="1895475" y="1562100"/>
                </a:lnTo>
                <a:close/>
                <a:moveTo>
                  <a:pt x="0" y="1552575"/>
                </a:moveTo>
                <a:lnTo>
                  <a:pt x="9525" y="1552575"/>
                </a:lnTo>
                <a:lnTo>
                  <a:pt x="9525" y="1562100"/>
                </a:lnTo>
                <a:lnTo>
                  <a:pt x="0" y="1562100"/>
                </a:lnTo>
                <a:close/>
                <a:moveTo>
                  <a:pt x="19050" y="1552575"/>
                </a:moveTo>
                <a:lnTo>
                  <a:pt x="38100" y="1552575"/>
                </a:lnTo>
                <a:lnTo>
                  <a:pt x="38100" y="1562100"/>
                </a:lnTo>
                <a:lnTo>
                  <a:pt x="28575" y="1562100"/>
                </a:lnTo>
                <a:lnTo>
                  <a:pt x="28575" y="1571625"/>
                </a:lnTo>
                <a:lnTo>
                  <a:pt x="19050" y="1571625"/>
                </a:lnTo>
                <a:close/>
                <a:moveTo>
                  <a:pt x="19050" y="1581150"/>
                </a:moveTo>
                <a:lnTo>
                  <a:pt x="28575" y="1581150"/>
                </a:lnTo>
                <a:lnTo>
                  <a:pt x="28575" y="1600200"/>
                </a:lnTo>
                <a:lnTo>
                  <a:pt x="19050" y="1600200"/>
                </a:lnTo>
                <a:close/>
                <a:moveTo>
                  <a:pt x="1857375" y="1581150"/>
                </a:moveTo>
                <a:lnTo>
                  <a:pt x="1866900" y="1581150"/>
                </a:lnTo>
                <a:lnTo>
                  <a:pt x="1866900" y="1590675"/>
                </a:lnTo>
                <a:lnTo>
                  <a:pt x="1876425" y="1590675"/>
                </a:lnTo>
                <a:lnTo>
                  <a:pt x="1876425" y="1600200"/>
                </a:lnTo>
                <a:lnTo>
                  <a:pt x="1866900" y="1600200"/>
                </a:lnTo>
                <a:lnTo>
                  <a:pt x="1866900" y="1609725"/>
                </a:lnTo>
                <a:lnTo>
                  <a:pt x="1857375" y="1609725"/>
                </a:lnTo>
                <a:close/>
                <a:moveTo>
                  <a:pt x="1914525" y="1590675"/>
                </a:moveTo>
                <a:lnTo>
                  <a:pt x="1924050" y="1590675"/>
                </a:lnTo>
                <a:lnTo>
                  <a:pt x="1924050" y="1600200"/>
                </a:lnTo>
                <a:lnTo>
                  <a:pt x="1914525" y="1600200"/>
                </a:lnTo>
                <a:close/>
                <a:moveTo>
                  <a:pt x="1943100" y="1600200"/>
                </a:moveTo>
                <a:lnTo>
                  <a:pt x="1952625" y="1600200"/>
                </a:lnTo>
                <a:lnTo>
                  <a:pt x="1952625" y="1609725"/>
                </a:lnTo>
                <a:lnTo>
                  <a:pt x="1943100" y="1609725"/>
                </a:lnTo>
                <a:close/>
                <a:moveTo>
                  <a:pt x="1895475" y="1619250"/>
                </a:moveTo>
                <a:lnTo>
                  <a:pt x="1924050" y="1619250"/>
                </a:lnTo>
                <a:lnTo>
                  <a:pt x="1924050" y="1628775"/>
                </a:lnTo>
                <a:lnTo>
                  <a:pt x="1933575" y="1628775"/>
                </a:lnTo>
                <a:lnTo>
                  <a:pt x="1933575" y="1647825"/>
                </a:lnTo>
                <a:lnTo>
                  <a:pt x="1924050" y="1647825"/>
                </a:lnTo>
                <a:lnTo>
                  <a:pt x="1924050" y="1657350"/>
                </a:lnTo>
                <a:lnTo>
                  <a:pt x="1914525" y="1657350"/>
                </a:lnTo>
                <a:lnTo>
                  <a:pt x="1914525" y="1647825"/>
                </a:lnTo>
                <a:lnTo>
                  <a:pt x="1895475" y="1647825"/>
                </a:lnTo>
                <a:close/>
                <a:moveTo>
                  <a:pt x="0" y="1666875"/>
                </a:moveTo>
                <a:lnTo>
                  <a:pt x="19050" y="1666875"/>
                </a:lnTo>
                <a:lnTo>
                  <a:pt x="19050" y="1695450"/>
                </a:lnTo>
                <a:lnTo>
                  <a:pt x="9525" y="1695450"/>
                </a:lnTo>
                <a:lnTo>
                  <a:pt x="9525" y="1676400"/>
                </a:lnTo>
                <a:lnTo>
                  <a:pt x="0" y="1676400"/>
                </a:lnTo>
                <a:close/>
                <a:moveTo>
                  <a:pt x="19050" y="1695450"/>
                </a:moveTo>
                <a:lnTo>
                  <a:pt x="28575" y="1695450"/>
                </a:lnTo>
                <a:lnTo>
                  <a:pt x="28575" y="1704975"/>
                </a:lnTo>
                <a:lnTo>
                  <a:pt x="19050" y="1704975"/>
                </a:lnTo>
                <a:close/>
                <a:moveTo>
                  <a:pt x="1905000" y="1771650"/>
                </a:moveTo>
                <a:lnTo>
                  <a:pt x="1952625" y="1771650"/>
                </a:lnTo>
                <a:lnTo>
                  <a:pt x="1952625" y="1781175"/>
                </a:lnTo>
                <a:lnTo>
                  <a:pt x="1905000" y="1781175"/>
                </a:lnTo>
                <a:close/>
              </a:path>
            </a:pathLst>
          </a:custGeom>
          <a:solidFill xmlns:a="http://schemas.openxmlformats.org/drawingml/2006/main">
            <a:srgbClr val="F1EEDF"/>
          </a:solidFill>
          <a:ln xmlns:a="http://schemas.openxmlformats.org/drawingml/2006/main" w="0">
            <a:noFill/>
          </a:ln>
        </p:spPr>
      </p:sp>
      <p:sp>
        <p:nvSpPr>
          <p:cNvPr id="123" name="logo7 vector #fde3c0">
            <a:extLst xmlns:a="http://schemas.openxmlformats.org/drawingml/2006/main">
              <a:ext uri="{FF2B5EF4-FFF2-40B4-BE49-F238E27FC236}">
                <a16:creationId xmlns:a16="http://schemas.microsoft.com/office/drawing/2014/main" id="{49DD03CA-2021-4A5A-B6D8-A1E69B1D8FC4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5300" y="5210175"/>
            <a:ext cx="2305050" cy="2105025"/>
          </a:xfrm>
          <a:custGeom xmlns:a="http://schemas.openxmlformats.org/drawingml/2006/main">
            <a:pathLst>
              <a:path w="1952625" h="1781175">
                <a:moveTo>
                  <a:pt x="733425" y="38100"/>
                </a:moveTo>
                <a:lnTo>
                  <a:pt x="752475" y="38100"/>
                </a:lnTo>
                <a:lnTo>
                  <a:pt x="752475" y="47625"/>
                </a:lnTo>
                <a:lnTo>
                  <a:pt x="733425" y="47625"/>
                </a:lnTo>
                <a:close/>
                <a:moveTo>
                  <a:pt x="1152525" y="38100"/>
                </a:moveTo>
                <a:lnTo>
                  <a:pt x="1190625" y="38100"/>
                </a:lnTo>
                <a:lnTo>
                  <a:pt x="1190625" y="47625"/>
                </a:lnTo>
                <a:lnTo>
                  <a:pt x="1152525" y="47625"/>
                </a:lnTo>
                <a:close/>
                <a:moveTo>
                  <a:pt x="657225" y="47625"/>
                </a:moveTo>
                <a:lnTo>
                  <a:pt x="676275" y="47625"/>
                </a:lnTo>
                <a:lnTo>
                  <a:pt x="676275" y="57150"/>
                </a:lnTo>
                <a:lnTo>
                  <a:pt x="657225" y="57150"/>
                </a:lnTo>
                <a:close/>
                <a:moveTo>
                  <a:pt x="1238250" y="47625"/>
                </a:moveTo>
                <a:lnTo>
                  <a:pt x="1257300" y="47625"/>
                </a:lnTo>
                <a:lnTo>
                  <a:pt x="1257300" y="57150"/>
                </a:lnTo>
                <a:lnTo>
                  <a:pt x="1238250" y="57150"/>
                </a:lnTo>
                <a:close/>
                <a:moveTo>
                  <a:pt x="590550" y="57150"/>
                </a:moveTo>
                <a:lnTo>
                  <a:pt x="600075" y="57150"/>
                </a:lnTo>
                <a:lnTo>
                  <a:pt x="600075" y="66675"/>
                </a:lnTo>
                <a:lnTo>
                  <a:pt x="590550" y="66675"/>
                </a:lnTo>
                <a:close/>
                <a:moveTo>
                  <a:pt x="1314450" y="57150"/>
                </a:moveTo>
                <a:lnTo>
                  <a:pt x="1323975" y="57150"/>
                </a:lnTo>
                <a:lnTo>
                  <a:pt x="1323975" y="66675"/>
                </a:lnTo>
                <a:lnTo>
                  <a:pt x="1314450" y="66675"/>
                </a:lnTo>
                <a:close/>
                <a:moveTo>
                  <a:pt x="504825" y="76200"/>
                </a:moveTo>
                <a:lnTo>
                  <a:pt x="514350" y="76200"/>
                </a:lnTo>
                <a:lnTo>
                  <a:pt x="514350" y="85725"/>
                </a:lnTo>
                <a:lnTo>
                  <a:pt x="504825" y="85725"/>
                </a:lnTo>
                <a:close/>
                <a:moveTo>
                  <a:pt x="1409700" y="76200"/>
                </a:moveTo>
                <a:lnTo>
                  <a:pt x="1419225" y="76200"/>
                </a:lnTo>
                <a:lnTo>
                  <a:pt x="1419225" y="85725"/>
                </a:lnTo>
                <a:lnTo>
                  <a:pt x="1409700" y="85725"/>
                </a:lnTo>
                <a:close/>
                <a:moveTo>
                  <a:pt x="476250" y="85725"/>
                </a:moveTo>
                <a:lnTo>
                  <a:pt x="485775" y="85725"/>
                </a:lnTo>
                <a:lnTo>
                  <a:pt x="485775" y="95250"/>
                </a:lnTo>
                <a:lnTo>
                  <a:pt x="476250" y="95250"/>
                </a:lnTo>
                <a:close/>
                <a:moveTo>
                  <a:pt x="914400" y="85725"/>
                </a:moveTo>
                <a:lnTo>
                  <a:pt x="1009650" y="85725"/>
                </a:lnTo>
                <a:lnTo>
                  <a:pt x="1009650" y="95250"/>
                </a:lnTo>
                <a:lnTo>
                  <a:pt x="914400" y="95250"/>
                </a:lnTo>
                <a:close/>
                <a:moveTo>
                  <a:pt x="1428750" y="85725"/>
                </a:moveTo>
                <a:lnTo>
                  <a:pt x="1438275" y="85725"/>
                </a:lnTo>
                <a:lnTo>
                  <a:pt x="1438275" y="95250"/>
                </a:lnTo>
                <a:lnTo>
                  <a:pt x="1428750" y="95250"/>
                </a:lnTo>
                <a:close/>
                <a:moveTo>
                  <a:pt x="457200" y="95250"/>
                </a:moveTo>
                <a:lnTo>
                  <a:pt x="466725" y="95250"/>
                </a:lnTo>
                <a:lnTo>
                  <a:pt x="466725" y="104775"/>
                </a:lnTo>
                <a:lnTo>
                  <a:pt x="457200" y="104775"/>
                </a:lnTo>
                <a:close/>
                <a:moveTo>
                  <a:pt x="762000" y="95250"/>
                </a:moveTo>
                <a:lnTo>
                  <a:pt x="800100" y="95250"/>
                </a:lnTo>
                <a:lnTo>
                  <a:pt x="800100" y="104775"/>
                </a:lnTo>
                <a:lnTo>
                  <a:pt x="762000" y="104775"/>
                </a:lnTo>
                <a:close/>
                <a:moveTo>
                  <a:pt x="1123950" y="95250"/>
                </a:moveTo>
                <a:lnTo>
                  <a:pt x="1152525" y="95250"/>
                </a:lnTo>
                <a:lnTo>
                  <a:pt x="1152525" y="104775"/>
                </a:lnTo>
                <a:lnTo>
                  <a:pt x="1123950" y="104775"/>
                </a:lnTo>
                <a:close/>
                <a:moveTo>
                  <a:pt x="1447800" y="95250"/>
                </a:moveTo>
                <a:lnTo>
                  <a:pt x="1457325" y="95250"/>
                </a:lnTo>
                <a:lnTo>
                  <a:pt x="1457325" y="104775"/>
                </a:lnTo>
                <a:lnTo>
                  <a:pt x="1447800" y="104775"/>
                </a:lnTo>
                <a:close/>
                <a:moveTo>
                  <a:pt x="438150" y="104775"/>
                </a:moveTo>
                <a:lnTo>
                  <a:pt x="447675" y="104775"/>
                </a:lnTo>
                <a:lnTo>
                  <a:pt x="447675" y="114300"/>
                </a:lnTo>
                <a:lnTo>
                  <a:pt x="438150" y="114300"/>
                </a:lnTo>
                <a:close/>
                <a:moveTo>
                  <a:pt x="657225" y="104775"/>
                </a:moveTo>
                <a:lnTo>
                  <a:pt x="676275" y="104775"/>
                </a:lnTo>
                <a:lnTo>
                  <a:pt x="676275" y="114300"/>
                </a:lnTo>
                <a:lnTo>
                  <a:pt x="657225" y="114300"/>
                </a:lnTo>
                <a:close/>
                <a:moveTo>
                  <a:pt x="1219200" y="104775"/>
                </a:moveTo>
                <a:lnTo>
                  <a:pt x="1247775" y="104775"/>
                </a:lnTo>
                <a:lnTo>
                  <a:pt x="1247775" y="114300"/>
                </a:lnTo>
                <a:lnTo>
                  <a:pt x="1219200" y="114300"/>
                </a:lnTo>
                <a:close/>
                <a:moveTo>
                  <a:pt x="600075" y="114300"/>
                </a:moveTo>
                <a:lnTo>
                  <a:pt x="609600" y="114300"/>
                </a:lnTo>
                <a:lnTo>
                  <a:pt x="609600" y="123825"/>
                </a:lnTo>
                <a:lnTo>
                  <a:pt x="600075" y="123825"/>
                </a:lnTo>
                <a:close/>
                <a:moveTo>
                  <a:pt x="1295400" y="114300"/>
                </a:moveTo>
                <a:lnTo>
                  <a:pt x="1314450" y="114300"/>
                </a:lnTo>
                <a:lnTo>
                  <a:pt x="1314450" y="123825"/>
                </a:lnTo>
                <a:lnTo>
                  <a:pt x="1295400" y="123825"/>
                </a:lnTo>
                <a:close/>
                <a:moveTo>
                  <a:pt x="1476375" y="114300"/>
                </a:moveTo>
                <a:lnTo>
                  <a:pt x="1485900" y="114300"/>
                </a:lnTo>
                <a:lnTo>
                  <a:pt x="1485900" y="123825"/>
                </a:lnTo>
                <a:lnTo>
                  <a:pt x="1476375" y="123825"/>
                </a:lnTo>
                <a:close/>
                <a:moveTo>
                  <a:pt x="552450" y="123825"/>
                </a:moveTo>
                <a:lnTo>
                  <a:pt x="561975" y="123825"/>
                </a:lnTo>
                <a:lnTo>
                  <a:pt x="561975" y="133350"/>
                </a:lnTo>
                <a:lnTo>
                  <a:pt x="552450" y="133350"/>
                </a:lnTo>
                <a:close/>
                <a:moveTo>
                  <a:pt x="1343025" y="123825"/>
                </a:moveTo>
                <a:lnTo>
                  <a:pt x="1352550" y="123825"/>
                </a:lnTo>
                <a:lnTo>
                  <a:pt x="1352550" y="133350"/>
                </a:lnTo>
                <a:lnTo>
                  <a:pt x="1343025" y="133350"/>
                </a:lnTo>
                <a:close/>
                <a:moveTo>
                  <a:pt x="1485900" y="123825"/>
                </a:moveTo>
                <a:lnTo>
                  <a:pt x="1495425" y="123825"/>
                </a:lnTo>
                <a:lnTo>
                  <a:pt x="1495425" y="133350"/>
                </a:lnTo>
                <a:lnTo>
                  <a:pt x="1485900" y="133350"/>
                </a:lnTo>
                <a:close/>
                <a:moveTo>
                  <a:pt x="514350" y="133350"/>
                </a:moveTo>
                <a:lnTo>
                  <a:pt x="523875" y="133350"/>
                </a:lnTo>
                <a:lnTo>
                  <a:pt x="523875" y="142875"/>
                </a:lnTo>
                <a:lnTo>
                  <a:pt x="514350" y="142875"/>
                </a:lnTo>
                <a:close/>
                <a:moveTo>
                  <a:pt x="1495425" y="133350"/>
                </a:moveTo>
                <a:lnTo>
                  <a:pt x="1504950" y="133350"/>
                </a:lnTo>
                <a:lnTo>
                  <a:pt x="1504950" y="142875"/>
                </a:lnTo>
                <a:lnTo>
                  <a:pt x="1495425" y="142875"/>
                </a:lnTo>
                <a:close/>
                <a:moveTo>
                  <a:pt x="1504950" y="142875"/>
                </a:moveTo>
                <a:lnTo>
                  <a:pt x="1514475" y="142875"/>
                </a:lnTo>
                <a:lnTo>
                  <a:pt x="1514475" y="152400"/>
                </a:lnTo>
                <a:lnTo>
                  <a:pt x="1504950" y="152400"/>
                </a:lnTo>
                <a:close/>
                <a:moveTo>
                  <a:pt x="1514475" y="152400"/>
                </a:moveTo>
                <a:lnTo>
                  <a:pt x="1524000" y="152400"/>
                </a:lnTo>
                <a:lnTo>
                  <a:pt x="1524000" y="161925"/>
                </a:lnTo>
                <a:lnTo>
                  <a:pt x="1514475" y="161925"/>
                </a:lnTo>
                <a:close/>
                <a:moveTo>
                  <a:pt x="304800" y="161925"/>
                </a:moveTo>
                <a:lnTo>
                  <a:pt x="333375" y="161925"/>
                </a:lnTo>
                <a:lnTo>
                  <a:pt x="333375" y="171450"/>
                </a:lnTo>
                <a:lnTo>
                  <a:pt x="304800" y="171450"/>
                </a:lnTo>
                <a:close/>
                <a:moveTo>
                  <a:pt x="457200" y="161925"/>
                </a:moveTo>
                <a:lnTo>
                  <a:pt x="466725" y="161925"/>
                </a:lnTo>
                <a:lnTo>
                  <a:pt x="466725" y="171450"/>
                </a:lnTo>
                <a:lnTo>
                  <a:pt x="457200" y="171450"/>
                </a:lnTo>
                <a:close/>
                <a:moveTo>
                  <a:pt x="1562100" y="161925"/>
                </a:moveTo>
                <a:lnTo>
                  <a:pt x="1590675" y="161925"/>
                </a:lnTo>
                <a:lnTo>
                  <a:pt x="1590675" y="171450"/>
                </a:lnTo>
                <a:lnTo>
                  <a:pt x="1562100" y="171450"/>
                </a:lnTo>
                <a:close/>
                <a:moveTo>
                  <a:pt x="276225" y="171450"/>
                </a:moveTo>
                <a:lnTo>
                  <a:pt x="285750" y="171450"/>
                </a:lnTo>
                <a:lnTo>
                  <a:pt x="285750" y="180975"/>
                </a:lnTo>
                <a:lnTo>
                  <a:pt x="276225" y="180975"/>
                </a:lnTo>
                <a:close/>
                <a:moveTo>
                  <a:pt x="447675" y="171450"/>
                </a:moveTo>
                <a:lnTo>
                  <a:pt x="457200" y="171450"/>
                </a:lnTo>
                <a:lnTo>
                  <a:pt x="457200" y="180975"/>
                </a:lnTo>
                <a:lnTo>
                  <a:pt x="447675" y="180975"/>
                </a:lnTo>
                <a:close/>
                <a:moveTo>
                  <a:pt x="257175" y="180975"/>
                </a:moveTo>
                <a:lnTo>
                  <a:pt x="266700" y="180975"/>
                </a:lnTo>
                <a:lnTo>
                  <a:pt x="266700" y="190500"/>
                </a:lnTo>
                <a:lnTo>
                  <a:pt x="257175" y="190500"/>
                </a:lnTo>
                <a:close/>
                <a:moveTo>
                  <a:pt x="1647825" y="180975"/>
                </a:moveTo>
                <a:lnTo>
                  <a:pt x="1657350" y="180975"/>
                </a:lnTo>
                <a:lnTo>
                  <a:pt x="1657350" y="190500"/>
                </a:lnTo>
                <a:lnTo>
                  <a:pt x="1647825" y="190500"/>
                </a:lnTo>
                <a:close/>
                <a:moveTo>
                  <a:pt x="428625" y="200025"/>
                </a:moveTo>
                <a:lnTo>
                  <a:pt x="438150" y="200025"/>
                </a:lnTo>
                <a:lnTo>
                  <a:pt x="438150" y="209550"/>
                </a:lnTo>
                <a:lnTo>
                  <a:pt x="428625" y="209550"/>
                </a:lnTo>
                <a:close/>
                <a:moveTo>
                  <a:pt x="495300" y="200025"/>
                </a:moveTo>
                <a:lnTo>
                  <a:pt x="514350" y="200025"/>
                </a:lnTo>
                <a:lnTo>
                  <a:pt x="514350" y="209550"/>
                </a:lnTo>
                <a:lnTo>
                  <a:pt x="495300" y="209550"/>
                </a:lnTo>
                <a:close/>
                <a:moveTo>
                  <a:pt x="419100" y="209550"/>
                </a:moveTo>
                <a:lnTo>
                  <a:pt x="428625" y="209550"/>
                </a:lnTo>
                <a:lnTo>
                  <a:pt x="428625" y="219075"/>
                </a:lnTo>
                <a:lnTo>
                  <a:pt x="419100" y="219075"/>
                </a:lnTo>
                <a:close/>
                <a:moveTo>
                  <a:pt x="514350" y="209550"/>
                </a:moveTo>
                <a:lnTo>
                  <a:pt x="523875" y="209550"/>
                </a:lnTo>
                <a:lnTo>
                  <a:pt x="523875" y="219075"/>
                </a:lnTo>
                <a:lnTo>
                  <a:pt x="514350" y="219075"/>
                </a:lnTo>
                <a:close/>
                <a:moveTo>
                  <a:pt x="1666875" y="209550"/>
                </a:moveTo>
                <a:lnTo>
                  <a:pt x="1676400" y="209550"/>
                </a:lnTo>
                <a:lnTo>
                  <a:pt x="1676400" y="219075"/>
                </a:lnTo>
                <a:lnTo>
                  <a:pt x="1666875" y="219075"/>
                </a:lnTo>
                <a:close/>
                <a:moveTo>
                  <a:pt x="314325" y="219075"/>
                </a:moveTo>
                <a:lnTo>
                  <a:pt x="342900" y="219075"/>
                </a:lnTo>
                <a:lnTo>
                  <a:pt x="342900" y="228600"/>
                </a:lnTo>
                <a:lnTo>
                  <a:pt x="314325" y="228600"/>
                </a:lnTo>
                <a:close/>
                <a:moveTo>
                  <a:pt x="523875" y="219075"/>
                </a:moveTo>
                <a:lnTo>
                  <a:pt x="533400" y="219075"/>
                </a:lnTo>
                <a:lnTo>
                  <a:pt x="533400" y="228600"/>
                </a:lnTo>
                <a:lnTo>
                  <a:pt x="523875" y="228600"/>
                </a:lnTo>
                <a:close/>
                <a:moveTo>
                  <a:pt x="1571625" y="219075"/>
                </a:moveTo>
                <a:lnTo>
                  <a:pt x="1590675" y="219075"/>
                </a:lnTo>
                <a:lnTo>
                  <a:pt x="1590675" y="228600"/>
                </a:lnTo>
                <a:lnTo>
                  <a:pt x="1571625" y="228600"/>
                </a:lnTo>
                <a:close/>
                <a:moveTo>
                  <a:pt x="295275" y="228600"/>
                </a:moveTo>
                <a:lnTo>
                  <a:pt x="304800" y="228600"/>
                </a:lnTo>
                <a:lnTo>
                  <a:pt x="304800" y="238125"/>
                </a:lnTo>
                <a:lnTo>
                  <a:pt x="295275" y="238125"/>
                </a:lnTo>
                <a:close/>
                <a:moveTo>
                  <a:pt x="219075" y="238125"/>
                </a:moveTo>
                <a:lnTo>
                  <a:pt x="228600" y="238125"/>
                </a:lnTo>
                <a:lnTo>
                  <a:pt x="228600" y="247650"/>
                </a:lnTo>
                <a:lnTo>
                  <a:pt x="219075" y="247650"/>
                </a:lnTo>
                <a:close/>
                <a:moveTo>
                  <a:pt x="285750" y="238125"/>
                </a:moveTo>
                <a:lnTo>
                  <a:pt x="295275" y="238125"/>
                </a:lnTo>
                <a:lnTo>
                  <a:pt x="295275" y="247650"/>
                </a:lnTo>
                <a:lnTo>
                  <a:pt x="285750" y="247650"/>
                </a:lnTo>
                <a:close/>
                <a:moveTo>
                  <a:pt x="447675" y="238125"/>
                </a:moveTo>
                <a:lnTo>
                  <a:pt x="457200" y="238125"/>
                </a:lnTo>
                <a:lnTo>
                  <a:pt x="457200" y="247650"/>
                </a:lnTo>
                <a:lnTo>
                  <a:pt x="447675" y="247650"/>
                </a:lnTo>
                <a:close/>
                <a:moveTo>
                  <a:pt x="819150" y="238125"/>
                </a:moveTo>
                <a:lnTo>
                  <a:pt x="828675" y="238125"/>
                </a:lnTo>
                <a:lnTo>
                  <a:pt x="828675" y="247650"/>
                </a:lnTo>
                <a:lnTo>
                  <a:pt x="819150" y="247650"/>
                </a:lnTo>
                <a:close/>
                <a:moveTo>
                  <a:pt x="866775" y="238125"/>
                </a:moveTo>
                <a:lnTo>
                  <a:pt x="876300" y="238125"/>
                </a:lnTo>
                <a:lnTo>
                  <a:pt x="876300" y="247650"/>
                </a:lnTo>
                <a:lnTo>
                  <a:pt x="866775" y="247650"/>
                </a:lnTo>
                <a:close/>
                <a:moveTo>
                  <a:pt x="904875" y="238125"/>
                </a:moveTo>
                <a:lnTo>
                  <a:pt x="914400" y="238125"/>
                </a:lnTo>
                <a:lnTo>
                  <a:pt x="914400" y="247650"/>
                </a:lnTo>
                <a:lnTo>
                  <a:pt x="904875" y="247650"/>
                </a:lnTo>
                <a:close/>
                <a:moveTo>
                  <a:pt x="1181100" y="238125"/>
                </a:moveTo>
                <a:lnTo>
                  <a:pt x="1209675" y="238125"/>
                </a:lnTo>
                <a:lnTo>
                  <a:pt x="1209675" y="247650"/>
                </a:lnTo>
                <a:lnTo>
                  <a:pt x="1181100" y="247650"/>
                </a:lnTo>
                <a:close/>
                <a:moveTo>
                  <a:pt x="1676400" y="238125"/>
                </a:moveTo>
                <a:lnTo>
                  <a:pt x="1685925" y="238125"/>
                </a:lnTo>
                <a:lnTo>
                  <a:pt x="1685925" y="247650"/>
                </a:lnTo>
                <a:lnTo>
                  <a:pt x="1676400" y="247650"/>
                </a:lnTo>
                <a:close/>
                <a:moveTo>
                  <a:pt x="276225" y="247650"/>
                </a:moveTo>
                <a:lnTo>
                  <a:pt x="285750" y="247650"/>
                </a:lnTo>
                <a:lnTo>
                  <a:pt x="285750" y="276225"/>
                </a:lnTo>
                <a:lnTo>
                  <a:pt x="276225" y="276225"/>
                </a:lnTo>
                <a:close/>
                <a:moveTo>
                  <a:pt x="752475" y="247650"/>
                </a:moveTo>
                <a:lnTo>
                  <a:pt x="771525" y="247650"/>
                </a:lnTo>
                <a:lnTo>
                  <a:pt x="771525" y="257175"/>
                </a:lnTo>
                <a:lnTo>
                  <a:pt x="752475" y="257175"/>
                </a:lnTo>
                <a:close/>
                <a:moveTo>
                  <a:pt x="838200" y="247650"/>
                </a:moveTo>
                <a:lnTo>
                  <a:pt x="857250" y="247650"/>
                </a:lnTo>
                <a:lnTo>
                  <a:pt x="857250" y="257175"/>
                </a:lnTo>
                <a:lnTo>
                  <a:pt x="838200" y="257175"/>
                </a:lnTo>
                <a:close/>
                <a:moveTo>
                  <a:pt x="971550" y="247650"/>
                </a:moveTo>
                <a:lnTo>
                  <a:pt x="981075" y="247650"/>
                </a:lnTo>
                <a:lnTo>
                  <a:pt x="981075" y="257175"/>
                </a:lnTo>
                <a:lnTo>
                  <a:pt x="971550" y="257175"/>
                </a:lnTo>
                <a:close/>
                <a:moveTo>
                  <a:pt x="1076325" y="247650"/>
                </a:moveTo>
                <a:lnTo>
                  <a:pt x="1085850" y="247650"/>
                </a:lnTo>
                <a:lnTo>
                  <a:pt x="1085850" y="257175"/>
                </a:lnTo>
                <a:lnTo>
                  <a:pt x="1076325" y="257175"/>
                </a:lnTo>
                <a:close/>
                <a:moveTo>
                  <a:pt x="1152525" y="247650"/>
                </a:moveTo>
                <a:lnTo>
                  <a:pt x="1162050" y="247650"/>
                </a:lnTo>
                <a:lnTo>
                  <a:pt x="1162050" y="257175"/>
                </a:lnTo>
                <a:lnTo>
                  <a:pt x="1152525" y="257175"/>
                </a:lnTo>
                <a:close/>
                <a:moveTo>
                  <a:pt x="1228725" y="247650"/>
                </a:moveTo>
                <a:lnTo>
                  <a:pt x="1238250" y="247650"/>
                </a:lnTo>
                <a:lnTo>
                  <a:pt x="1238250" y="257175"/>
                </a:lnTo>
                <a:lnTo>
                  <a:pt x="1228725" y="257175"/>
                </a:lnTo>
                <a:close/>
                <a:moveTo>
                  <a:pt x="676275" y="257175"/>
                </a:moveTo>
                <a:lnTo>
                  <a:pt x="685800" y="257175"/>
                </a:lnTo>
                <a:lnTo>
                  <a:pt x="685800" y="266700"/>
                </a:lnTo>
                <a:lnTo>
                  <a:pt x="695325" y="266700"/>
                </a:lnTo>
                <a:lnTo>
                  <a:pt x="695325" y="276225"/>
                </a:lnTo>
                <a:lnTo>
                  <a:pt x="676275" y="276225"/>
                </a:lnTo>
                <a:close/>
                <a:moveTo>
                  <a:pt x="962025" y="257175"/>
                </a:moveTo>
                <a:lnTo>
                  <a:pt x="971550" y="257175"/>
                </a:lnTo>
                <a:lnTo>
                  <a:pt x="971550" y="266700"/>
                </a:lnTo>
                <a:lnTo>
                  <a:pt x="962025" y="266700"/>
                </a:lnTo>
                <a:close/>
                <a:moveTo>
                  <a:pt x="1085850" y="257175"/>
                </a:moveTo>
                <a:lnTo>
                  <a:pt x="1095375" y="257175"/>
                </a:lnTo>
                <a:lnTo>
                  <a:pt x="1095375" y="266700"/>
                </a:lnTo>
                <a:lnTo>
                  <a:pt x="1085850" y="266700"/>
                </a:lnTo>
                <a:close/>
                <a:moveTo>
                  <a:pt x="1238250" y="257175"/>
                </a:moveTo>
                <a:lnTo>
                  <a:pt x="1247775" y="257175"/>
                </a:lnTo>
                <a:lnTo>
                  <a:pt x="1247775" y="266700"/>
                </a:lnTo>
                <a:lnTo>
                  <a:pt x="1238250" y="266700"/>
                </a:lnTo>
                <a:close/>
                <a:moveTo>
                  <a:pt x="1409700" y="257175"/>
                </a:moveTo>
                <a:lnTo>
                  <a:pt x="1419225" y="257175"/>
                </a:lnTo>
                <a:lnTo>
                  <a:pt x="1419225" y="266700"/>
                </a:lnTo>
                <a:lnTo>
                  <a:pt x="1409700" y="266700"/>
                </a:lnTo>
                <a:close/>
                <a:moveTo>
                  <a:pt x="1457325" y="257175"/>
                </a:moveTo>
                <a:lnTo>
                  <a:pt x="1466850" y="257175"/>
                </a:lnTo>
                <a:lnTo>
                  <a:pt x="1466850" y="266700"/>
                </a:lnTo>
                <a:lnTo>
                  <a:pt x="1457325" y="266700"/>
                </a:lnTo>
                <a:close/>
                <a:moveTo>
                  <a:pt x="1485900" y="257175"/>
                </a:moveTo>
                <a:lnTo>
                  <a:pt x="1524000" y="257175"/>
                </a:lnTo>
                <a:lnTo>
                  <a:pt x="1524000" y="266700"/>
                </a:lnTo>
                <a:lnTo>
                  <a:pt x="1485900" y="266700"/>
                </a:lnTo>
                <a:close/>
                <a:moveTo>
                  <a:pt x="438150" y="266700"/>
                </a:moveTo>
                <a:lnTo>
                  <a:pt x="447675" y="266700"/>
                </a:lnTo>
                <a:lnTo>
                  <a:pt x="447675" y="276225"/>
                </a:lnTo>
                <a:lnTo>
                  <a:pt x="438150" y="276225"/>
                </a:lnTo>
                <a:close/>
                <a:moveTo>
                  <a:pt x="1400175" y="266700"/>
                </a:moveTo>
                <a:lnTo>
                  <a:pt x="1409700" y="266700"/>
                </a:lnTo>
                <a:lnTo>
                  <a:pt x="1409700" y="276225"/>
                </a:lnTo>
                <a:lnTo>
                  <a:pt x="1400175" y="276225"/>
                </a:lnTo>
                <a:close/>
                <a:moveTo>
                  <a:pt x="1019175" y="276225"/>
                </a:moveTo>
                <a:lnTo>
                  <a:pt x="1028700" y="276225"/>
                </a:lnTo>
                <a:lnTo>
                  <a:pt x="1028700" y="285750"/>
                </a:lnTo>
                <a:lnTo>
                  <a:pt x="1019175" y="285750"/>
                </a:lnTo>
                <a:close/>
                <a:moveTo>
                  <a:pt x="1095375" y="276225"/>
                </a:moveTo>
                <a:lnTo>
                  <a:pt x="1104900" y="276225"/>
                </a:lnTo>
                <a:lnTo>
                  <a:pt x="1104900" y="285750"/>
                </a:lnTo>
                <a:lnTo>
                  <a:pt x="1095375" y="285750"/>
                </a:lnTo>
                <a:close/>
                <a:moveTo>
                  <a:pt x="1247775" y="276225"/>
                </a:moveTo>
                <a:lnTo>
                  <a:pt x="1266825" y="276225"/>
                </a:lnTo>
                <a:lnTo>
                  <a:pt x="1266825" y="285750"/>
                </a:lnTo>
                <a:lnTo>
                  <a:pt x="1247775" y="285750"/>
                </a:lnTo>
                <a:close/>
                <a:moveTo>
                  <a:pt x="1619250" y="276225"/>
                </a:moveTo>
                <a:lnTo>
                  <a:pt x="1628775" y="276225"/>
                </a:lnTo>
                <a:lnTo>
                  <a:pt x="1628775" y="323850"/>
                </a:lnTo>
                <a:lnTo>
                  <a:pt x="1619250" y="323850"/>
                </a:lnTo>
                <a:close/>
                <a:moveTo>
                  <a:pt x="1009650" y="285750"/>
                </a:moveTo>
                <a:lnTo>
                  <a:pt x="1019175" y="285750"/>
                </a:lnTo>
                <a:lnTo>
                  <a:pt x="1019175" y="295275"/>
                </a:lnTo>
                <a:lnTo>
                  <a:pt x="1009650" y="295275"/>
                </a:lnTo>
                <a:close/>
                <a:moveTo>
                  <a:pt x="1028700" y="285750"/>
                </a:moveTo>
                <a:lnTo>
                  <a:pt x="1038225" y="285750"/>
                </a:lnTo>
                <a:lnTo>
                  <a:pt x="1038225" y="295275"/>
                </a:lnTo>
                <a:lnTo>
                  <a:pt x="1028700" y="295275"/>
                </a:lnTo>
                <a:close/>
                <a:moveTo>
                  <a:pt x="1104900" y="285750"/>
                </a:moveTo>
                <a:lnTo>
                  <a:pt x="1123950" y="285750"/>
                </a:lnTo>
                <a:lnTo>
                  <a:pt x="1123950" y="295275"/>
                </a:lnTo>
                <a:lnTo>
                  <a:pt x="1104900" y="295275"/>
                </a:lnTo>
                <a:close/>
                <a:moveTo>
                  <a:pt x="1323975" y="285750"/>
                </a:moveTo>
                <a:lnTo>
                  <a:pt x="1333500" y="285750"/>
                </a:lnTo>
                <a:lnTo>
                  <a:pt x="1333500" y="295275"/>
                </a:lnTo>
                <a:lnTo>
                  <a:pt x="1323975" y="295275"/>
                </a:lnTo>
                <a:close/>
                <a:moveTo>
                  <a:pt x="857250" y="295275"/>
                </a:moveTo>
                <a:lnTo>
                  <a:pt x="885825" y="295275"/>
                </a:lnTo>
                <a:lnTo>
                  <a:pt x="885825" y="333375"/>
                </a:lnTo>
                <a:lnTo>
                  <a:pt x="876300" y="333375"/>
                </a:lnTo>
                <a:lnTo>
                  <a:pt x="876300" y="304800"/>
                </a:lnTo>
                <a:lnTo>
                  <a:pt x="857250" y="304800"/>
                </a:lnTo>
                <a:close/>
                <a:moveTo>
                  <a:pt x="1200150" y="295275"/>
                </a:moveTo>
                <a:lnTo>
                  <a:pt x="1209675" y="295275"/>
                </a:lnTo>
                <a:lnTo>
                  <a:pt x="1209675" y="304800"/>
                </a:lnTo>
                <a:lnTo>
                  <a:pt x="1200150" y="304800"/>
                </a:lnTo>
                <a:close/>
                <a:moveTo>
                  <a:pt x="1333500" y="295275"/>
                </a:moveTo>
                <a:lnTo>
                  <a:pt x="1343025" y="295275"/>
                </a:lnTo>
                <a:lnTo>
                  <a:pt x="1343025" y="304800"/>
                </a:lnTo>
                <a:lnTo>
                  <a:pt x="1333500" y="304800"/>
                </a:lnTo>
                <a:close/>
                <a:moveTo>
                  <a:pt x="466725" y="304800"/>
                </a:moveTo>
                <a:lnTo>
                  <a:pt x="485775" y="304800"/>
                </a:lnTo>
                <a:lnTo>
                  <a:pt x="485775" y="314325"/>
                </a:lnTo>
                <a:lnTo>
                  <a:pt x="466725" y="314325"/>
                </a:lnTo>
                <a:close/>
                <a:moveTo>
                  <a:pt x="1209675" y="304800"/>
                </a:moveTo>
                <a:lnTo>
                  <a:pt x="1219200" y="304800"/>
                </a:lnTo>
                <a:lnTo>
                  <a:pt x="1219200" y="314325"/>
                </a:lnTo>
                <a:lnTo>
                  <a:pt x="1209675" y="314325"/>
                </a:lnTo>
                <a:close/>
                <a:moveTo>
                  <a:pt x="1247775" y="304800"/>
                </a:moveTo>
                <a:lnTo>
                  <a:pt x="1257300" y="304800"/>
                </a:lnTo>
                <a:lnTo>
                  <a:pt x="1257300" y="314325"/>
                </a:lnTo>
                <a:lnTo>
                  <a:pt x="1247775" y="314325"/>
                </a:lnTo>
                <a:close/>
                <a:moveTo>
                  <a:pt x="485775" y="314325"/>
                </a:moveTo>
                <a:lnTo>
                  <a:pt x="495300" y="314325"/>
                </a:lnTo>
                <a:lnTo>
                  <a:pt x="495300" y="323850"/>
                </a:lnTo>
                <a:lnTo>
                  <a:pt x="485775" y="323850"/>
                </a:lnTo>
                <a:close/>
                <a:moveTo>
                  <a:pt x="1476375" y="314325"/>
                </a:moveTo>
                <a:lnTo>
                  <a:pt x="1495425" y="314325"/>
                </a:lnTo>
                <a:lnTo>
                  <a:pt x="1495425" y="323850"/>
                </a:lnTo>
                <a:lnTo>
                  <a:pt x="1476375" y="323850"/>
                </a:lnTo>
                <a:close/>
                <a:moveTo>
                  <a:pt x="561975" y="323850"/>
                </a:moveTo>
                <a:lnTo>
                  <a:pt x="571500" y="323850"/>
                </a:lnTo>
                <a:lnTo>
                  <a:pt x="571500" y="333375"/>
                </a:lnTo>
                <a:lnTo>
                  <a:pt x="561975" y="333375"/>
                </a:lnTo>
                <a:close/>
                <a:moveTo>
                  <a:pt x="762000" y="333375"/>
                </a:moveTo>
                <a:lnTo>
                  <a:pt x="771525" y="333375"/>
                </a:lnTo>
                <a:lnTo>
                  <a:pt x="771525" y="371475"/>
                </a:lnTo>
                <a:lnTo>
                  <a:pt x="762000" y="371475"/>
                </a:lnTo>
                <a:close/>
                <a:moveTo>
                  <a:pt x="1495425" y="333375"/>
                </a:moveTo>
                <a:lnTo>
                  <a:pt x="1504950" y="333375"/>
                </a:lnTo>
                <a:lnTo>
                  <a:pt x="1504950" y="361950"/>
                </a:lnTo>
                <a:lnTo>
                  <a:pt x="1495425" y="361950"/>
                </a:lnTo>
                <a:close/>
                <a:moveTo>
                  <a:pt x="409575" y="342900"/>
                </a:moveTo>
                <a:lnTo>
                  <a:pt x="419100" y="342900"/>
                </a:lnTo>
                <a:lnTo>
                  <a:pt x="419100" y="352425"/>
                </a:lnTo>
                <a:lnTo>
                  <a:pt x="409575" y="352425"/>
                </a:lnTo>
                <a:close/>
                <a:moveTo>
                  <a:pt x="1019175" y="342900"/>
                </a:moveTo>
                <a:lnTo>
                  <a:pt x="1038225" y="342900"/>
                </a:lnTo>
                <a:lnTo>
                  <a:pt x="1038225" y="352425"/>
                </a:lnTo>
                <a:lnTo>
                  <a:pt x="1019175" y="352425"/>
                </a:lnTo>
                <a:close/>
                <a:moveTo>
                  <a:pt x="1171575" y="342900"/>
                </a:moveTo>
                <a:lnTo>
                  <a:pt x="1181100" y="342900"/>
                </a:lnTo>
                <a:lnTo>
                  <a:pt x="1181100" y="352425"/>
                </a:lnTo>
                <a:lnTo>
                  <a:pt x="1171575" y="352425"/>
                </a:lnTo>
                <a:close/>
                <a:moveTo>
                  <a:pt x="1323975" y="342900"/>
                </a:moveTo>
                <a:lnTo>
                  <a:pt x="1333500" y="342900"/>
                </a:lnTo>
                <a:lnTo>
                  <a:pt x="1333500" y="352425"/>
                </a:lnTo>
                <a:lnTo>
                  <a:pt x="1323975" y="352425"/>
                </a:lnTo>
                <a:close/>
                <a:moveTo>
                  <a:pt x="571500" y="352425"/>
                </a:moveTo>
                <a:lnTo>
                  <a:pt x="581025" y="352425"/>
                </a:lnTo>
                <a:lnTo>
                  <a:pt x="581025" y="361950"/>
                </a:lnTo>
                <a:lnTo>
                  <a:pt x="571500" y="361950"/>
                </a:lnTo>
                <a:close/>
                <a:moveTo>
                  <a:pt x="1181100" y="352425"/>
                </a:moveTo>
                <a:lnTo>
                  <a:pt x="1190625" y="352425"/>
                </a:lnTo>
                <a:lnTo>
                  <a:pt x="1190625" y="361950"/>
                </a:lnTo>
                <a:lnTo>
                  <a:pt x="1181100" y="361950"/>
                </a:lnTo>
                <a:close/>
                <a:moveTo>
                  <a:pt x="1314450" y="352425"/>
                </a:moveTo>
                <a:lnTo>
                  <a:pt x="1323975" y="352425"/>
                </a:lnTo>
                <a:lnTo>
                  <a:pt x="1323975" y="361950"/>
                </a:lnTo>
                <a:lnTo>
                  <a:pt x="1314450" y="361950"/>
                </a:lnTo>
                <a:close/>
                <a:moveTo>
                  <a:pt x="1019175" y="361950"/>
                </a:moveTo>
                <a:lnTo>
                  <a:pt x="1028700" y="361950"/>
                </a:lnTo>
                <a:lnTo>
                  <a:pt x="1028700" y="371475"/>
                </a:lnTo>
                <a:lnTo>
                  <a:pt x="1019175" y="371475"/>
                </a:lnTo>
                <a:close/>
                <a:moveTo>
                  <a:pt x="1190625" y="361950"/>
                </a:moveTo>
                <a:lnTo>
                  <a:pt x="1200150" y="361950"/>
                </a:lnTo>
                <a:lnTo>
                  <a:pt x="1200150" y="371475"/>
                </a:lnTo>
                <a:lnTo>
                  <a:pt x="1190625" y="371475"/>
                </a:lnTo>
                <a:close/>
                <a:moveTo>
                  <a:pt x="1219200" y="361950"/>
                </a:moveTo>
                <a:lnTo>
                  <a:pt x="1228725" y="361950"/>
                </a:lnTo>
                <a:lnTo>
                  <a:pt x="1228725" y="371475"/>
                </a:lnTo>
                <a:lnTo>
                  <a:pt x="1219200" y="371475"/>
                </a:lnTo>
                <a:close/>
                <a:moveTo>
                  <a:pt x="1323975" y="361950"/>
                </a:moveTo>
                <a:lnTo>
                  <a:pt x="1333500" y="361950"/>
                </a:lnTo>
                <a:lnTo>
                  <a:pt x="1333500" y="371475"/>
                </a:lnTo>
                <a:lnTo>
                  <a:pt x="1323975" y="371475"/>
                </a:lnTo>
                <a:close/>
                <a:moveTo>
                  <a:pt x="400050" y="371475"/>
                </a:moveTo>
                <a:lnTo>
                  <a:pt x="409575" y="371475"/>
                </a:lnTo>
                <a:lnTo>
                  <a:pt x="409575" y="381000"/>
                </a:lnTo>
                <a:lnTo>
                  <a:pt x="400050" y="381000"/>
                </a:lnTo>
                <a:close/>
                <a:moveTo>
                  <a:pt x="771525" y="371475"/>
                </a:moveTo>
                <a:lnTo>
                  <a:pt x="781050" y="371475"/>
                </a:lnTo>
                <a:lnTo>
                  <a:pt x="781050" y="381000"/>
                </a:lnTo>
                <a:lnTo>
                  <a:pt x="771525" y="381000"/>
                </a:lnTo>
                <a:close/>
                <a:moveTo>
                  <a:pt x="866775" y="371475"/>
                </a:moveTo>
                <a:lnTo>
                  <a:pt x="876300" y="371475"/>
                </a:lnTo>
                <a:lnTo>
                  <a:pt x="876300" y="381000"/>
                </a:lnTo>
                <a:lnTo>
                  <a:pt x="866775" y="381000"/>
                </a:lnTo>
                <a:close/>
                <a:moveTo>
                  <a:pt x="1114425" y="371475"/>
                </a:moveTo>
                <a:lnTo>
                  <a:pt x="1123950" y="371475"/>
                </a:lnTo>
                <a:lnTo>
                  <a:pt x="1123950" y="381000"/>
                </a:lnTo>
                <a:lnTo>
                  <a:pt x="1114425" y="381000"/>
                </a:lnTo>
                <a:close/>
                <a:moveTo>
                  <a:pt x="504825" y="381000"/>
                </a:moveTo>
                <a:lnTo>
                  <a:pt x="514350" y="381000"/>
                </a:lnTo>
                <a:lnTo>
                  <a:pt x="514350" y="390525"/>
                </a:lnTo>
                <a:lnTo>
                  <a:pt x="504825" y="390525"/>
                </a:lnTo>
                <a:close/>
                <a:moveTo>
                  <a:pt x="1247775" y="381000"/>
                </a:moveTo>
                <a:lnTo>
                  <a:pt x="1257300" y="381000"/>
                </a:lnTo>
                <a:lnTo>
                  <a:pt x="1257300" y="390525"/>
                </a:lnTo>
                <a:lnTo>
                  <a:pt x="1247775" y="390525"/>
                </a:lnTo>
                <a:close/>
                <a:moveTo>
                  <a:pt x="1238250" y="390525"/>
                </a:moveTo>
                <a:lnTo>
                  <a:pt x="1247775" y="390525"/>
                </a:lnTo>
                <a:lnTo>
                  <a:pt x="1247775" y="400050"/>
                </a:lnTo>
                <a:lnTo>
                  <a:pt x="1238250" y="400050"/>
                </a:lnTo>
                <a:close/>
                <a:moveTo>
                  <a:pt x="771525" y="400050"/>
                </a:moveTo>
                <a:lnTo>
                  <a:pt x="790575" y="400050"/>
                </a:lnTo>
                <a:lnTo>
                  <a:pt x="790575" y="409575"/>
                </a:lnTo>
                <a:lnTo>
                  <a:pt x="771525" y="409575"/>
                </a:lnTo>
                <a:close/>
                <a:moveTo>
                  <a:pt x="857250" y="400050"/>
                </a:moveTo>
                <a:lnTo>
                  <a:pt x="885825" y="400050"/>
                </a:lnTo>
                <a:lnTo>
                  <a:pt x="885825" y="409575"/>
                </a:lnTo>
                <a:lnTo>
                  <a:pt x="857250" y="409575"/>
                </a:lnTo>
                <a:close/>
                <a:moveTo>
                  <a:pt x="1228725" y="400050"/>
                </a:moveTo>
                <a:lnTo>
                  <a:pt x="1238250" y="400050"/>
                </a:lnTo>
                <a:lnTo>
                  <a:pt x="1238250" y="409575"/>
                </a:lnTo>
                <a:lnTo>
                  <a:pt x="1228725" y="409575"/>
                </a:lnTo>
                <a:close/>
                <a:moveTo>
                  <a:pt x="1381125" y="400050"/>
                </a:moveTo>
                <a:lnTo>
                  <a:pt x="1400175" y="400050"/>
                </a:lnTo>
                <a:lnTo>
                  <a:pt x="1400175" y="409575"/>
                </a:lnTo>
                <a:lnTo>
                  <a:pt x="1381125" y="409575"/>
                </a:lnTo>
                <a:close/>
                <a:moveTo>
                  <a:pt x="685800" y="409575"/>
                </a:moveTo>
                <a:lnTo>
                  <a:pt x="752475" y="409575"/>
                </a:lnTo>
                <a:lnTo>
                  <a:pt x="752475" y="419100"/>
                </a:lnTo>
                <a:lnTo>
                  <a:pt x="685800" y="419100"/>
                </a:lnTo>
                <a:close/>
                <a:moveTo>
                  <a:pt x="1171575" y="409575"/>
                </a:moveTo>
                <a:lnTo>
                  <a:pt x="1219200" y="409575"/>
                </a:lnTo>
                <a:lnTo>
                  <a:pt x="1219200" y="419100"/>
                </a:lnTo>
                <a:lnTo>
                  <a:pt x="1171575" y="419100"/>
                </a:lnTo>
                <a:close/>
                <a:moveTo>
                  <a:pt x="1295400" y="409575"/>
                </a:moveTo>
                <a:lnTo>
                  <a:pt x="1304925" y="409575"/>
                </a:lnTo>
                <a:lnTo>
                  <a:pt x="1304925" y="419100"/>
                </a:lnTo>
                <a:lnTo>
                  <a:pt x="1295400" y="419100"/>
                </a:lnTo>
                <a:close/>
                <a:moveTo>
                  <a:pt x="1362075" y="409575"/>
                </a:moveTo>
                <a:lnTo>
                  <a:pt x="1371600" y="409575"/>
                </a:lnTo>
                <a:lnTo>
                  <a:pt x="1371600" y="419100"/>
                </a:lnTo>
                <a:lnTo>
                  <a:pt x="1362075" y="419100"/>
                </a:lnTo>
                <a:close/>
                <a:moveTo>
                  <a:pt x="1571625" y="409575"/>
                </a:moveTo>
                <a:lnTo>
                  <a:pt x="1581150" y="409575"/>
                </a:lnTo>
                <a:lnTo>
                  <a:pt x="1581150" y="419100"/>
                </a:lnTo>
                <a:lnTo>
                  <a:pt x="1571625" y="419100"/>
                </a:lnTo>
                <a:close/>
                <a:moveTo>
                  <a:pt x="1619250" y="409575"/>
                </a:moveTo>
                <a:lnTo>
                  <a:pt x="1628775" y="409575"/>
                </a:lnTo>
                <a:lnTo>
                  <a:pt x="1628775" y="590550"/>
                </a:lnTo>
                <a:lnTo>
                  <a:pt x="1619250" y="590550"/>
                </a:lnTo>
                <a:close/>
                <a:moveTo>
                  <a:pt x="447675" y="419100"/>
                </a:moveTo>
                <a:lnTo>
                  <a:pt x="457200" y="419100"/>
                </a:lnTo>
                <a:lnTo>
                  <a:pt x="457200" y="428625"/>
                </a:lnTo>
                <a:lnTo>
                  <a:pt x="447675" y="428625"/>
                </a:lnTo>
                <a:close/>
                <a:moveTo>
                  <a:pt x="571500" y="419100"/>
                </a:moveTo>
                <a:lnTo>
                  <a:pt x="581025" y="419100"/>
                </a:lnTo>
                <a:lnTo>
                  <a:pt x="581025" y="428625"/>
                </a:lnTo>
                <a:lnTo>
                  <a:pt x="571500" y="428625"/>
                </a:lnTo>
                <a:close/>
                <a:moveTo>
                  <a:pt x="1457325" y="419100"/>
                </a:moveTo>
                <a:lnTo>
                  <a:pt x="1495425" y="419100"/>
                </a:lnTo>
                <a:lnTo>
                  <a:pt x="1495425" y="428625"/>
                </a:lnTo>
                <a:lnTo>
                  <a:pt x="1457325" y="428625"/>
                </a:lnTo>
                <a:close/>
                <a:moveTo>
                  <a:pt x="438150" y="428625"/>
                </a:moveTo>
                <a:lnTo>
                  <a:pt x="447675" y="428625"/>
                </a:lnTo>
                <a:lnTo>
                  <a:pt x="447675" y="438150"/>
                </a:lnTo>
                <a:lnTo>
                  <a:pt x="438150" y="438150"/>
                </a:lnTo>
                <a:close/>
                <a:moveTo>
                  <a:pt x="1152525" y="428625"/>
                </a:moveTo>
                <a:lnTo>
                  <a:pt x="1171575" y="428625"/>
                </a:lnTo>
                <a:lnTo>
                  <a:pt x="1171575" y="438150"/>
                </a:lnTo>
                <a:lnTo>
                  <a:pt x="1152525" y="438150"/>
                </a:lnTo>
                <a:close/>
                <a:moveTo>
                  <a:pt x="1200150" y="428625"/>
                </a:moveTo>
                <a:lnTo>
                  <a:pt x="1219200" y="428625"/>
                </a:lnTo>
                <a:lnTo>
                  <a:pt x="1219200" y="438150"/>
                </a:lnTo>
                <a:lnTo>
                  <a:pt x="1200150" y="438150"/>
                </a:lnTo>
                <a:close/>
                <a:moveTo>
                  <a:pt x="1257300" y="428625"/>
                </a:moveTo>
                <a:lnTo>
                  <a:pt x="1276350" y="428625"/>
                </a:lnTo>
                <a:lnTo>
                  <a:pt x="1276350" y="438150"/>
                </a:lnTo>
                <a:lnTo>
                  <a:pt x="1257300" y="438150"/>
                </a:lnTo>
                <a:close/>
                <a:moveTo>
                  <a:pt x="990600" y="438150"/>
                </a:moveTo>
                <a:lnTo>
                  <a:pt x="1000125" y="438150"/>
                </a:lnTo>
                <a:lnTo>
                  <a:pt x="1000125" y="447675"/>
                </a:lnTo>
                <a:lnTo>
                  <a:pt x="990600" y="447675"/>
                </a:lnTo>
                <a:close/>
                <a:moveTo>
                  <a:pt x="1219200" y="438150"/>
                </a:moveTo>
                <a:lnTo>
                  <a:pt x="1257300" y="438150"/>
                </a:lnTo>
                <a:lnTo>
                  <a:pt x="1257300" y="447675"/>
                </a:lnTo>
                <a:lnTo>
                  <a:pt x="1247775" y="447675"/>
                </a:lnTo>
                <a:lnTo>
                  <a:pt x="1247775" y="457200"/>
                </a:lnTo>
                <a:lnTo>
                  <a:pt x="1228725" y="457200"/>
                </a:lnTo>
                <a:lnTo>
                  <a:pt x="1228725" y="447675"/>
                </a:lnTo>
                <a:lnTo>
                  <a:pt x="1219200" y="447675"/>
                </a:lnTo>
                <a:close/>
                <a:moveTo>
                  <a:pt x="838200" y="447675"/>
                </a:moveTo>
                <a:lnTo>
                  <a:pt x="847725" y="447675"/>
                </a:lnTo>
                <a:lnTo>
                  <a:pt x="847725" y="457200"/>
                </a:lnTo>
                <a:lnTo>
                  <a:pt x="838200" y="457200"/>
                </a:lnTo>
                <a:close/>
                <a:moveTo>
                  <a:pt x="981075" y="447675"/>
                </a:moveTo>
                <a:lnTo>
                  <a:pt x="990600" y="447675"/>
                </a:lnTo>
                <a:lnTo>
                  <a:pt x="990600" y="457200"/>
                </a:lnTo>
                <a:lnTo>
                  <a:pt x="981075" y="457200"/>
                </a:lnTo>
                <a:close/>
                <a:moveTo>
                  <a:pt x="847725" y="457200"/>
                </a:moveTo>
                <a:lnTo>
                  <a:pt x="857250" y="457200"/>
                </a:lnTo>
                <a:lnTo>
                  <a:pt x="857250" y="466725"/>
                </a:lnTo>
                <a:lnTo>
                  <a:pt x="847725" y="466725"/>
                </a:lnTo>
                <a:close/>
                <a:moveTo>
                  <a:pt x="1028700" y="457200"/>
                </a:moveTo>
                <a:lnTo>
                  <a:pt x="1038225" y="457200"/>
                </a:lnTo>
                <a:lnTo>
                  <a:pt x="1038225" y="476250"/>
                </a:lnTo>
                <a:lnTo>
                  <a:pt x="1057275" y="476250"/>
                </a:lnTo>
                <a:lnTo>
                  <a:pt x="1057275" y="485775"/>
                </a:lnTo>
                <a:lnTo>
                  <a:pt x="1047750" y="485775"/>
                </a:lnTo>
                <a:lnTo>
                  <a:pt x="1047750" y="495300"/>
                </a:lnTo>
                <a:lnTo>
                  <a:pt x="1028700" y="495300"/>
                </a:lnTo>
                <a:close/>
                <a:moveTo>
                  <a:pt x="1066800" y="466725"/>
                </a:moveTo>
                <a:lnTo>
                  <a:pt x="1104900" y="466725"/>
                </a:lnTo>
                <a:lnTo>
                  <a:pt x="1104900" y="476250"/>
                </a:lnTo>
                <a:lnTo>
                  <a:pt x="1066800" y="476250"/>
                </a:lnTo>
                <a:close/>
                <a:moveTo>
                  <a:pt x="1123950" y="466725"/>
                </a:moveTo>
                <a:lnTo>
                  <a:pt x="1143000" y="466725"/>
                </a:lnTo>
                <a:lnTo>
                  <a:pt x="1143000" y="476250"/>
                </a:lnTo>
                <a:lnTo>
                  <a:pt x="1133475" y="476250"/>
                </a:lnTo>
                <a:lnTo>
                  <a:pt x="1133475" y="485775"/>
                </a:lnTo>
                <a:lnTo>
                  <a:pt x="1123950" y="485775"/>
                </a:lnTo>
                <a:close/>
                <a:moveTo>
                  <a:pt x="885825" y="476250"/>
                </a:moveTo>
                <a:lnTo>
                  <a:pt x="895350" y="476250"/>
                </a:lnTo>
                <a:lnTo>
                  <a:pt x="895350" y="485775"/>
                </a:lnTo>
                <a:lnTo>
                  <a:pt x="885825" y="485775"/>
                </a:lnTo>
                <a:close/>
                <a:moveTo>
                  <a:pt x="952500" y="476250"/>
                </a:moveTo>
                <a:lnTo>
                  <a:pt x="962025" y="476250"/>
                </a:lnTo>
                <a:lnTo>
                  <a:pt x="962025" y="485775"/>
                </a:lnTo>
                <a:lnTo>
                  <a:pt x="952500" y="485775"/>
                </a:lnTo>
                <a:close/>
                <a:moveTo>
                  <a:pt x="1323975" y="476250"/>
                </a:moveTo>
                <a:lnTo>
                  <a:pt x="1333500" y="476250"/>
                </a:lnTo>
                <a:lnTo>
                  <a:pt x="1333500" y="485775"/>
                </a:lnTo>
                <a:lnTo>
                  <a:pt x="1323975" y="485775"/>
                </a:lnTo>
                <a:close/>
                <a:moveTo>
                  <a:pt x="1390650" y="476250"/>
                </a:moveTo>
                <a:lnTo>
                  <a:pt x="1400175" y="476250"/>
                </a:lnTo>
                <a:lnTo>
                  <a:pt x="1400175" y="485775"/>
                </a:lnTo>
                <a:lnTo>
                  <a:pt x="1390650" y="485775"/>
                </a:lnTo>
                <a:close/>
                <a:moveTo>
                  <a:pt x="552450" y="485775"/>
                </a:moveTo>
                <a:lnTo>
                  <a:pt x="561975" y="485775"/>
                </a:lnTo>
                <a:lnTo>
                  <a:pt x="561975" y="495300"/>
                </a:lnTo>
                <a:lnTo>
                  <a:pt x="552450" y="495300"/>
                </a:lnTo>
                <a:close/>
                <a:moveTo>
                  <a:pt x="876300" y="485775"/>
                </a:moveTo>
                <a:lnTo>
                  <a:pt x="885825" y="485775"/>
                </a:lnTo>
                <a:lnTo>
                  <a:pt x="885825" y="495300"/>
                </a:lnTo>
                <a:lnTo>
                  <a:pt x="876300" y="495300"/>
                </a:lnTo>
                <a:close/>
                <a:moveTo>
                  <a:pt x="962025" y="485775"/>
                </a:moveTo>
                <a:lnTo>
                  <a:pt x="971550" y="485775"/>
                </a:lnTo>
                <a:lnTo>
                  <a:pt x="971550" y="495300"/>
                </a:lnTo>
                <a:lnTo>
                  <a:pt x="962025" y="495300"/>
                </a:lnTo>
                <a:close/>
                <a:moveTo>
                  <a:pt x="1314450" y="485775"/>
                </a:moveTo>
                <a:lnTo>
                  <a:pt x="1323975" y="485775"/>
                </a:lnTo>
                <a:lnTo>
                  <a:pt x="1323975" y="495300"/>
                </a:lnTo>
                <a:lnTo>
                  <a:pt x="1314450" y="495300"/>
                </a:lnTo>
                <a:close/>
                <a:moveTo>
                  <a:pt x="1400175" y="485775"/>
                </a:moveTo>
                <a:lnTo>
                  <a:pt x="1409700" y="485775"/>
                </a:lnTo>
                <a:lnTo>
                  <a:pt x="1409700" y="495300"/>
                </a:lnTo>
                <a:lnTo>
                  <a:pt x="1400175" y="495300"/>
                </a:lnTo>
                <a:close/>
                <a:moveTo>
                  <a:pt x="619125" y="495300"/>
                </a:moveTo>
                <a:lnTo>
                  <a:pt x="638175" y="495300"/>
                </a:lnTo>
                <a:lnTo>
                  <a:pt x="638175" y="504825"/>
                </a:lnTo>
                <a:lnTo>
                  <a:pt x="619125" y="504825"/>
                </a:lnTo>
                <a:close/>
                <a:moveTo>
                  <a:pt x="857250" y="495300"/>
                </a:moveTo>
                <a:lnTo>
                  <a:pt x="876300" y="495300"/>
                </a:lnTo>
                <a:lnTo>
                  <a:pt x="876300" y="504825"/>
                </a:lnTo>
                <a:lnTo>
                  <a:pt x="866775" y="504825"/>
                </a:lnTo>
                <a:lnTo>
                  <a:pt x="866775" y="514350"/>
                </a:lnTo>
                <a:lnTo>
                  <a:pt x="857250" y="514350"/>
                </a:lnTo>
                <a:close/>
                <a:moveTo>
                  <a:pt x="1295400" y="495300"/>
                </a:moveTo>
                <a:lnTo>
                  <a:pt x="1314450" y="495300"/>
                </a:lnTo>
                <a:lnTo>
                  <a:pt x="1314450" y="504825"/>
                </a:lnTo>
                <a:lnTo>
                  <a:pt x="1295400" y="504825"/>
                </a:lnTo>
                <a:close/>
                <a:moveTo>
                  <a:pt x="371475" y="504825"/>
                </a:moveTo>
                <a:lnTo>
                  <a:pt x="466725" y="504825"/>
                </a:lnTo>
                <a:lnTo>
                  <a:pt x="466725" y="514350"/>
                </a:lnTo>
                <a:lnTo>
                  <a:pt x="371475" y="514350"/>
                </a:lnTo>
                <a:close/>
                <a:moveTo>
                  <a:pt x="1466850" y="504825"/>
                </a:moveTo>
                <a:lnTo>
                  <a:pt x="1552575" y="504825"/>
                </a:lnTo>
                <a:lnTo>
                  <a:pt x="1552575" y="514350"/>
                </a:lnTo>
                <a:lnTo>
                  <a:pt x="1466850" y="514350"/>
                </a:lnTo>
                <a:close/>
                <a:moveTo>
                  <a:pt x="361950" y="514350"/>
                </a:moveTo>
                <a:lnTo>
                  <a:pt x="371475" y="514350"/>
                </a:lnTo>
                <a:lnTo>
                  <a:pt x="371475" y="523875"/>
                </a:lnTo>
                <a:lnTo>
                  <a:pt x="361950" y="523875"/>
                </a:lnTo>
                <a:close/>
                <a:moveTo>
                  <a:pt x="466725" y="514350"/>
                </a:moveTo>
                <a:lnTo>
                  <a:pt x="476250" y="514350"/>
                </a:lnTo>
                <a:lnTo>
                  <a:pt x="476250" y="523875"/>
                </a:lnTo>
                <a:lnTo>
                  <a:pt x="466725" y="523875"/>
                </a:lnTo>
                <a:close/>
                <a:moveTo>
                  <a:pt x="914400" y="514350"/>
                </a:moveTo>
                <a:lnTo>
                  <a:pt x="923925" y="514350"/>
                </a:lnTo>
                <a:lnTo>
                  <a:pt x="923925" y="523875"/>
                </a:lnTo>
                <a:lnTo>
                  <a:pt x="914400" y="523875"/>
                </a:lnTo>
                <a:close/>
                <a:moveTo>
                  <a:pt x="1352550" y="514350"/>
                </a:moveTo>
                <a:lnTo>
                  <a:pt x="1362075" y="514350"/>
                </a:lnTo>
                <a:lnTo>
                  <a:pt x="1362075" y="523875"/>
                </a:lnTo>
                <a:lnTo>
                  <a:pt x="1371600" y="523875"/>
                </a:lnTo>
                <a:lnTo>
                  <a:pt x="1371600" y="542925"/>
                </a:lnTo>
                <a:lnTo>
                  <a:pt x="1362075" y="542925"/>
                </a:lnTo>
                <a:lnTo>
                  <a:pt x="1362075" y="533400"/>
                </a:lnTo>
                <a:lnTo>
                  <a:pt x="1352550" y="533400"/>
                </a:lnTo>
                <a:lnTo>
                  <a:pt x="1352550" y="542925"/>
                </a:lnTo>
                <a:lnTo>
                  <a:pt x="1343025" y="542925"/>
                </a:lnTo>
                <a:lnTo>
                  <a:pt x="1343025" y="523875"/>
                </a:lnTo>
                <a:lnTo>
                  <a:pt x="1352550" y="523875"/>
                </a:lnTo>
                <a:close/>
                <a:moveTo>
                  <a:pt x="1447800" y="514350"/>
                </a:moveTo>
                <a:lnTo>
                  <a:pt x="1457325" y="514350"/>
                </a:lnTo>
                <a:lnTo>
                  <a:pt x="1457325" y="523875"/>
                </a:lnTo>
                <a:lnTo>
                  <a:pt x="1447800" y="523875"/>
                </a:lnTo>
                <a:close/>
                <a:moveTo>
                  <a:pt x="1552575" y="514350"/>
                </a:moveTo>
                <a:lnTo>
                  <a:pt x="1562100" y="514350"/>
                </a:lnTo>
                <a:lnTo>
                  <a:pt x="1562100" y="523875"/>
                </a:lnTo>
                <a:lnTo>
                  <a:pt x="1552575" y="523875"/>
                </a:lnTo>
                <a:close/>
                <a:moveTo>
                  <a:pt x="514350" y="523875"/>
                </a:moveTo>
                <a:lnTo>
                  <a:pt x="523875" y="523875"/>
                </a:lnTo>
                <a:lnTo>
                  <a:pt x="523875" y="542925"/>
                </a:lnTo>
                <a:lnTo>
                  <a:pt x="514350" y="542925"/>
                </a:lnTo>
                <a:close/>
                <a:moveTo>
                  <a:pt x="685800" y="523875"/>
                </a:moveTo>
                <a:lnTo>
                  <a:pt x="695325" y="523875"/>
                </a:lnTo>
                <a:lnTo>
                  <a:pt x="695325" y="533400"/>
                </a:lnTo>
                <a:lnTo>
                  <a:pt x="685800" y="533400"/>
                </a:lnTo>
                <a:close/>
                <a:moveTo>
                  <a:pt x="904875" y="523875"/>
                </a:moveTo>
                <a:lnTo>
                  <a:pt x="914400" y="523875"/>
                </a:lnTo>
                <a:lnTo>
                  <a:pt x="914400" y="533400"/>
                </a:lnTo>
                <a:lnTo>
                  <a:pt x="933450" y="533400"/>
                </a:lnTo>
                <a:lnTo>
                  <a:pt x="933450" y="542925"/>
                </a:lnTo>
                <a:lnTo>
                  <a:pt x="923925" y="542925"/>
                </a:lnTo>
                <a:lnTo>
                  <a:pt x="923925" y="552450"/>
                </a:lnTo>
                <a:lnTo>
                  <a:pt x="914400" y="552450"/>
                </a:lnTo>
                <a:lnTo>
                  <a:pt x="914400" y="542925"/>
                </a:lnTo>
                <a:lnTo>
                  <a:pt x="904875" y="542925"/>
                </a:lnTo>
                <a:close/>
                <a:moveTo>
                  <a:pt x="800100" y="533400"/>
                </a:moveTo>
                <a:lnTo>
                  <a:pt x="809625" y="533400"/>
                </a:lnTo>
                <a:lnTo>
                  <a:pt x="809625" y="552450"/>
                </a:lnTo>
                <a:lnTo>
                  <a:pt x="800100" y="552450"/>
                </a:lnTo>
                <a:close/>
                <a:moveTo>
                  <a:pt x="1028700" y="533400"/>
                </a:moveTo>
                <a:lnTo>
                  <a:pt x="1047750" y="533400"/>
                </a:lnTo>
                <a:lnTo>
                  <a:pt x="1047750" y="542925"/>
                </a:lnTo>
                <a:lnTo>
                  <a:pt x="1028700" y="542925"/>
                </a:lnTo>
                <a:close/>
                <a:moveTo>
                  <a:pt x="276225" y="542925"/>
                </a:moveTo>
                <a:lnTo>
                  <a:pt x="285750" y="542925"/>
                </a:lnTo>
                <a:lnTo>
                  <a:pt x="285750" y="590550"/>
                </a:lnTo>
                <a:lnTo>
                  <a:pt x="276225" y="590550"/>
                </a:lnTo>
                <a:close/>
                <a:moveTo>
                  <a:pt x="1352550" y="542925"/>
                </a:moveTo>
                <a:lnTo>
                  <a:pt x="1362075" y="542925"/>
                </a:lnTo>
                <a:lnTo>
                  <a:pt x="1362075" y="552450"/>
                </a:lnTo>
                <a:lnTo>
                  <a:pt x="1352550" y="552450"/>
                </a:lnTo>
                <a:close/>
                <a:moveTo>
                  <a:pt x="847725" y="571500"/>
                </a:moveTo>
                <a:lnTo>
                  <a:pt x="857250" y="571500"/>
                </a:lnTo>
                <a:lnTo>
                  <a:pt x="857250" y="581025"/>
                </a:lnTo>
                <a:lnTo>
                  <a:pt x="847725" y="581025"/>
                </a:lnTo>
                <a:close/>
                <a:moveTo>
                  <a:pt x="971550" y="571500"/>
                </a:moveTo>
                <a:lnTo>
                  <a:pt x="990600" y="571500"/>
                </a:lnTo>
                <a:lnTo>
                  <a:pt x="990600" y="581025"/>
                </a:lnTo>
                <a:lnTo>
                  <a:pt x="971550" y="581025"/>
                </a:lnTo>
                <a:close/>
                <a:moveTo>
                  <a:pt x="1123950" y="571500"/>
                </a:moveTo>
                <a:lnTo>
                  <a:pt x="1133475" y="571500"/>
                </a:lnTo>
                <a:lnTo>
                  <a:pt x="1133475" y="581025"/>
                </a:lnTo>
                <a:lnTo>
                  <a:pt x="1123950" y="581025"/>
                </a:lnTo>
                <a:close/>
                <a:moveTo>
                  <a:pt x="561975" y="581025"/>
                </a:moveTo>
                <a:lnTo>
                  <a:pt x="581025" y="581025"/>
                </a:lnTo>
                <a:lnTo>
                  <a:pt x="581025" y="590550"/>
                </a:lnTo>
                <a:lnTo>
                  <a:pt x="561975" y="590550"/>
                </a:lnTo>
                <a:close/>
                <a:moveTo>
                  <a:pt x="600075" y="581025"/>
                </a:moveTo>
                <a:lnTo>
                  <a:pt x="609600" y="581025"/>
                </a:lnTo>
                <a:lnTo>
                  <a:pt x="609600" y="590550"/>
                </a:lnTo>
                <a:lnTo>
                  <a:pt x="600075" y="590550"/>
                </a:lnTo>
                <a:close/>
                <a:moveTo>
                  <a:pt x="628650" y="581025"/>
                </a:moveTo>
                <a:lnTo>
                  <a:pt x="638175" y="581025"/>
                </a:lnTo>
                <a:lnTo>
                  <a:pt x="638175" y="590550"/>
                </a:lnTo>
                <a:lnTo>
                  <a:pt x="628650" y="590550"/>
                </a:lnTo>
                <a:close/>
                <a:moveTo>
                  <a:pt x="838200" y="581025"/>
                </a:moveTo>
                <a:lnTo>
                  <a:pt x="847725" y="581025"/>
                </a:lnTo>
                <a:lnTo>
                  <a:pt x="847725" y="590550"/>
                </a:lnTo>
                <a:lnTo>
                  <a:pt x="838200" y="590550"/>
                </a:lnTo>
                <a:close/>
                <a:moveTo>
                  <a:pt x="885825" y="581025"/>
                </a:moveTo>
                <a:lnTo>
                  <a:pt x="895350" y="581025"/>
                </a:lnTo>
                <a:lnTo>
                  <a:pt x="895350" y="590550"/>
                </a:lnTo>
                <a:lnTo>
                  <a:pt x="885825" y="590550"/>
                </a:lnTo>
                <a:close/>
                <a:moveTo>
                  <a:pt x="952500" y="581025"/>
                </a:moveTo>
                <a:lnTo>
                  <a:pt x="962025" y="581025"/>
                </a:lnTo>
                <a:lnTo>
                  <a:pt x="962025" y="590550"/>
                </a:lnTo>
                <a:lnTo>
                  <a:pt x="952500" y="590550"/>
                </a:lnTo>
                <a:close/>
                <a:moveTo>
                  <a:pt x="1114425" y="581025"/>
                </a:moveTo>
                <a:lnTo>
                  <a:pt x="1123950" y="581025"/>
                </a:lnTo>
                <a:lnTo>
                  <a:pt x="1123950" y="590550"/>
                </a:lnTo>
                <a:lnTo>
                  <a:pt x="1114425" y="590550"/>
                </a:lnTo>
                <a:close/>
                <a:moveTo>
                  <a:pt x="1143000" y="581025"/>
                </a:moveTo>
                <a:lnTo>
                  <a:pt x="1152525" y="581025"/>
                </a:lnTo>
                <a:lnTo>
                  <a:pt x="1152525" y="590550"/>
                </a:lnTo>
                <a:lnTo>
                  <a:pt x="1143000" y="590550"/>
                </a:lnTo>
                <a:close/>
                <a:moveTo>
                  <a:pt x="1238250" y="581025"/>
                </a:moveTo>
                <a:lnTo>
                  <a:pt x="1257300" y="581025"/>
                </a:lnTo>
                <a:lnTo>
                  <a:pt x="1257300" y="590550"/>
                </a:lnTo>
                <a:lnTo>
                  <a:pt x="1238250" y="590550"/>
                </a:lnTo>
                <a:close/>
                <a:moveTo>
                  <a:pt x="1295400" y="581025"/>
                </a:moveTo>
                <a:lnTo>
                  <a:pt x="1304925" y="581025"/>
                </a:lnTo>
                <a:lnTo>
                  <a:pt x="1304925" y="590550"/>
                </a:lnTo>
                <a:lnTo>
                  <a:pt x="1295400" y="590550"/>
                </a:lnTo>
                <a:close/>
                <a:moveTo>
                  <a:pt x="1323975" y="581025"/>
                </a:moveTo>
                <a:lnTo>
                  <a:pt x="1333500" y="581025"/>
                </a:lnTo>
                <a:lnTo>
                  <a:pt x="1333500" y="590550"/>
                </a:lnTo>
                <a:lnTo>
                  <a:pt x="1323975" y="590550"/>
                </a:lnTo>
                <a:close/>
                <a:moveTo>
                  <a:pt x="219075" y="609600"/>
                </a:moveTo>
                <a:lnTo>
                  <a:pt x="228600" y="609600"/>
                </a:lnTo>
                <a:lnTo>
                  <a:pt x="228600" y="628650"/>
                </a:lnTo>
                <a:lnTo>
                  <a:pt x="219075" y="628650"/>
                </a:lnTo>
                <a:close/>
                <a:moveTo>
                  <a:pt x="304800" y="609600"/>
                </a:moveTo>
                <a:lnTo>
                  <a:pt x="323850" y="609600"/>
                </a:lnTo>
                <a:lnTo>
                  <a:pt x="323850" y="619125"/>
                </a:lnTo>
                <a:lnTo>
                  <a:pt x="304800" y="619125"/>
                </a:lnTo>
                <a:close/>
                <a:moveTo>
                  <a:pt x="342900" y="609600"/>
                </a:moveTo>
                <a:lnTo>
                  <a:pt x="361950" y="609600"/>
                </a:lnTo>
                <a:lnTo>
                  <a:pt x="361950" y="619125"/>
                </a:lnTo>
                <a:lnTo>
                  <a:pt x="342900" y="619125"/>
                </a:lnTo>
                <a:close/>
                <a:moveTo>
                  <a:pt x="1495425" y="609600"/>
                </a:moveTo>
                <a:lnTo>
                  <a:pt x="1600200" y="609600"/>
                </a:lnTo>
                <a:lnTo>
                  <a:pt x="1600200" y="619125"/>
                </a:lnTo>
                <a:lnTo>
                  <a:pt x="1495425" y="619125"/>
                </a:lnTo>
                <a:close/>
                <a:moveTo>
                  <a:pt x="1676400" y="619125"/>
                </a:moveTo>
                <a:lnTo>
                  <a:pt x="1685925" y="619125"/>
                </a:lnTo>
                <a:lnTo>
                  <a:pt x="1685925" y="638175"/>
                </a:lnTo>
                <a:lnTo>
                  <a:pt x="1676400" y="638175"/>
                </a:lnTo>
                <a:close/>
                <a:moveTo>
                  <a:pt x="1685925" y="638175"/>
                </a:moveTo>
                <a:lnTo>
                  <a:pt x="1695450" y="638175"/>
                </a:lnTo>
                <a:lnTo>
                  <a:pt x="1695450" y="647700"/>
                </a:lnTo>
                <a:lnTo>
                  <a:pt x="1685925" y="647700"/>
                </a:lnTo>
                <a:close/>
                <a:moveTo>
                  <a:pt x="190500" y="647700"/>
                </a:moveTo>
                <a:lnTo>
                  <a:pt x="200025" y="647700"/>
                </a:lnTo>
                <a:lnTo>
                  <a:pt x="200025" y="657225"/>
                </a:lnTo>
                <a:lnTo>
                  <a:pt x="190500" y="657225"/>
                </a:lnTo>
                <a:close/>
                <a:moveTo>
                  <a:pt x="1724025" y="733425"/>
                </a:moveTo>
                <a:lnTo>
                  <a:pt x="1733550" y="733425"/>
                </a:lnTo>
                <a:lnTo>
                  <a:pt x="1733550" y="742950"/>
                </a:lnTo>
                <a:lnTo>
                  <a:pt x="1724025" y="742950"/>
                </a:lnTo>
                <a:close/>
                <a:moveTo>
                  <a:pt x="152400" y="762000"/>
                </a:moveTo>
                <a:lnTo>
                  <a:pt x="161925" y="762000"/>
                </a:lnTo>
                <a:lnTo>
                  <a:pt x="161925" y="771525"/>
                </a:lnTo>
                <a:lnTo>
                  <a:pt x="152400" y="771525"/>
                </a:lnTo>
                <a:close/>
                <a:moveTo>
                  <a:pt x="142875" y="781050"/>
                </a:moveTo>
                <a:lnTo>
                  <a:pt x="152400" y="781050"/>
                </a:lnTo>
                <a:lnTo>
                  <a:pt x="152400" y="790575"/>
                </a:lnTo>
                <a:lnTo>
                  <a:pt x="142875" y="790575"/>
                </a:lnTo>
                <a:close/>
                <a:moveTo>
                  <a:pt x="1752600" y="781050"/>
                </a:moveTo>
                <a:lnTo>
                  <a:pt x="1762125" y="781050"/>
                </a:lnTo>
                <a:lnTo>
                  <a:pt x="1762125" y="790575"/>
                </a:lnTo>
                <a:lnTo>
                  <a:pt x="1752600" y="790575"/>
                </a:lnTo>
                <a:close/>
                <a:moveTo>
                  <a:pt x="95250" y="857250"/>
                </a:moveTo>
                <a:lnTo>
                  <a:pt x="104775" y="857250"/>
                </a:lnTo>
                <a:lnTo>
                  <a:pt x="104775" y="866775"/>
                </a:lnTo>
                <a:lnTo>
                  <a:pt x="95250" y="866775"/>
                </a:lnTo>
                <a:close/>
                <a:moveTo>
                  <a:pt x="1800225" y="857250"/>
                </a:moveTo>
                <a:lnTo>
                  <a:pt x="1809750" y="857250"/>
                </a:lnTo>
                <a:lnTo>
                  <a:pt x="1809750" y="866775"/>
                </a:lnTo>
                <a:lnTo>
                  <a:pt x="1800225" y="866775"/>
                </a:lnTo>
                <a:close/>
                <a:moveTo>
                  <a:pt x="1809750" y="876300"/>
                </a:moveTo>
                <a:lnTo>
                  <a:pt x="1819275" y="876300"/>
                </a:lnTo>
                <a:lnTo>
                  <a:pt x="1819275" y="885825"/>
                </a:lnTo>
                <a:lnTo>
                  <a:pt x="1809750" y="885825"/>
                </a:lnTo>
                <a:close/>
                <a:moveTo>
                  <a:pt x="95250" y="971550"/>
                </a:moveTo>
                <a:lnTo>
                  <a:pt x="104775" y="971550"/>
                </a:lnTo>
                <a:lnTo>
                  <a:pt x="104775" y="981075"/>
                </a:lnTo>
                <a:lnTo>
                  <a:pt x="95250" y="981075"/>
                </a:lnTo>
                <a:close/>
                <a:moveTo>
                  <a:pt x="1790700" y="981075"/>
                </a:moveTo>
                <a:lnTo>
                  <a:pt x="1800225" y="981075"/>
                </a:lnTo>
                <a:lnTo>
                  <a:pt x="1800225" y="990600"/>
                </a:lnTo>
                <a:lnTo>
                  <a:pt x="1790700" y="990600"/>
                </a:lnTo>
                <a:close/>
                <a:moveTo>
                  <a:pt x="1781175" y="990600"/>
                </a:moveTo>
                <a:lnTo>
                  <a:pt x="1790700" y="990600"/>
                </a:lnTo>
                <a:lnTo>
                  <a:pt x="1790700" y="1000125"/>
                </a:lnTo>
                <a:lnTo>
                  <a:pt x="1781175" y="1000125"/>
                </a:lnTo>
                <a:close/>
                <a:moveTo>
                  <a:pt x="133350" y="1009650"/>
                </a:moveTo>
                <a:lnTo>
                  <a:pt x="142875" y="1009650"/>
                </a:lnTo>
                <a:lnTo>
                  <a:pt x="142875" y="1019175"/>
                </a:lnTo>
                <a:lnTo>
                  <a:pt x="133350" y="1019175"/>
                </a:lnTo>
                <a:close/>
                <a:moveTo>
                  <a:pt x="152400" y="1019175"/>
                </a:moveTo>
                <a:lnTo>
                  <a:pt x="161925" y="1019175"/>
                </a:lnTo>
                <a:lnTo>
                  <a:pt x="161925" y="1028700"/>
                </a:lnTo>
                <a:lnTo>
                  <a:pt x="152400" y="1028700"/>
                </a:lnTo>
                <a:close/>
                <a:moveTo>
                  <a:pt x="1733550" y="1019175"/>
                </a:moveTo>
                <a:lnTo>
                  <a:pt x="1743075" y="1019175"/>
                </a:lnTo>
                <a:lnTo>
                  <a:pt x="1743075" y="1028700"/>
                </a:lnTo>
                <a:lnTo>
                  <a:pt x="1733550" y="1028700"/>
                </a:lnTo>
                <a:close/>
                <a:moveTo>
                  <a:pt x="476250" y="1047750"/>
                </a:moveTo>
                <a:lnTo>
                  <a:pt x="495300" y="1047750"/>
                </a:lnTo>
                <a:lnTo>
                  <a:pt x="495300" y="1066800"/>
                </a:lnTo>
                <a:lnTo>
                  <a:pt x="476250" y="1066800"/>
                </a:lnTo>
                <a:close/>
                <a:moveTo>
                  <a:pt x="1038225" y="1047750"/>
                </a:moveTo>
                <a:lnTo>
                  <a:pt x="1066800" y="1047750"/>
                </a:lnTo>
                <a:lnTo>
                  <a:pt x="1066800" y="1057275"/>
                </a:lnTo>
                <a:lnTo>
                  <a:pt x="1085850" y="1057275"/>
                </a:lnTo>
                <a:lnTo>
                  <a:pt x="1085850" y="1066800"/>
                </a:lnTo>
                <a:lnTo>
                  <a:pt x="1123950" y="1066800"/>
                </a:lnTo>
                <a:lnTo>
                  <a:pt x="1123950" y="1076325"/>
                </a:lnTo>
                <a:lnTo>
                  <a:pt x="1133475" y="1076325"/>
                </a:lnTo>
                <a:lnTo>
                  <a:pt x="1133475" y="1095375"/>
                </a:lnTo>
                <a:lnTo>
                  <a:pt x="1123950" y="1095375"/>
                </a:lnTo>
                <a:lnTo>
                  <a:pt x="1123950" y="1104900"/>
                </a:lnTo>
                <a:lnTo>
                  <a:pt x="1114425" y="1104900"/>
                </a:lnTo>
                <a:lnTo>
                  <a:pt x="1114425" y="1190625"/>
                </a:lnTo>
                <a:lnTo>
                  <a:pt x="1104900" y="1190625"/>
                </a:lnTo>
                <a:lnTo>
                  <a:pt x="1104900" y="1314450"/>
                </a:lnTo>
                <a:lnTo>
                  <a:pt x="1114425" y="1314450"/>
                </a:lnTo>
                <a:lnTo>
                  <a:pt x="1114425" y="1485900"/>
                </a:lnTo>
                <a:lnTo>
                  <a:pt x="1104900" y="1485900"/>
                </a:lnTo>
                <a:lnTo>
                  <a:pt x="1104900" y="1600200"/>
                </a:lnTo>
                <a:lnTo>
                  <a:pt x="1114425" y="1600200"/>
                </a:lnTo>
                <a:lnTo>
                  <a:pt x="1114425" y="1724025"/>
                </a:lnTo>
                <a:lnTo>
                  <a:pt x="1095375" y="1724025"/>
                </a:lnTo>
                <a:lnTo>
                  <a:pt x="1095375" y="1733550"/>
                </a:lnTo>
                <a:lnTo>
                  <a:pt x="1085850" y="1733550"/>
                </a:lnTo>
                <a:lnTo>
                  <a:pt x="1085850" y="1724025"/>
                </a:lnTo>
                <a:lnTo>
                  <a:pt x="971550" y="1724025"/>
                </a:lnTo>
                <a:lnTo>
                  <a:pt x="971550" y="1714500"/>
                </a:lnTo>
                <a:lnTo>
                  <a:pt x="923925" y="1714500"/>
                </a:lnTo>
                <a:lnTo>
                  <a:pt x="923925" y="1704975"/>
                </a:lnTo>
                <a:lnTo>
                  <a:pt x="895350" y="1704975"/>
                </a:lnTo>
                <a:lnTo>
                  <a:pt x="895350" y="1685925"/>
                </a:lnTo>
                <a:lnTo>
                  <a:pt x="885825" y="1685925"/>
                </a:lnTo>
                <a:lnTo>
                  <a:pt x="885825" y="1714500"/>
                </a:lnTo>
                <a:lnTo>
                  <a:pt x="857250" y="1714500"/>
                </a:lnTo>
                <a:lnTo>
                  <a:pt x="857250" y="1695450"/>
                </a:lnTo>
                <a:lnTo>
                  <a:pt x="847725" y="1695450"/>
                </a:lnTo>
                <a:lnTo>
                  <a:pt x="847725" y="1676400"/>
                </a:lnTo>
                <a:lnTo>
                  <a:pt x="904875" y="1676400"/>
                </a:lnTo>
                <a:lnTo>
                  <a:pt x="904875" y="1685925"/>
                </a:lnTo>
                <a:lnTo>
                  <a:pt x="923925" y="1685925"/>
                </a:lnTo>
                <a:lnTo>
                  <a:pt x="923925" y="1676400"/>
                </a:lnTo>
                <a:lnTo>
                  <a:pt x="942975" y="1676400"/>
                </a:lnTo>
                <a:lnTo>
                  <a:pt x="942975" y="1666875"/>
                </a:lnTo>
                <a:lnTo>
                  <a:pt x="1000125" y="1666875"/>
                </a:lnTo>
                <a:lnTo>
                  <a:pt x="1000125" y="1657350"/>
                </a:lnTo>
                <a:lnTo>
                  <a:pt x="1009650" y="1657350"/>
                </a:lnTo>
                <a:lnTo>
                  <a:pt x="1009650" y="1619250"/>
                </a:lnTo>
                <a:lnTo>
                  <a:pt x="1019175" y="1619250"/>
                </a:lnTo>
                <a:lnTo>
                  <a:pt x="1019175" y="1590675"/>
                </a:lnTo>
                <a:lnTo>
                  <a:pt x="1028700" y="1590675"/>
                </a:lnTo>
                <a:lnTo>
                  <a:pt x="1028700" y="1495425"/>
                </a:lnTo>
                <a:lnTo>
                  <a:pt x="1019175" y="1495425"/>
                </a:lnTo>
                <a:lnTo>
                  <a:pt x="1019175" y="1466850"/>
                </a:lnTo>
                <a:lnTo>
                  <a:pt x="1009650" y="1466850"/>
                </a:lnTo>
                <a:lnTo>
                  <a:pt x="1009650" y="1352550"/>
                </a:lnTo>
                <a:lnTo>
                  <a:pt x="1019175" y="1352550"/>
                </a:lnTo>
                <a:lnTo>
                  <a:pt x="1019175" y="1285875"/>
                </a:lnTo>
                <a:lnTo>
                  <a:pt x="1028700" y="1285875"/>
                </a:lnTo>
                <a:lnTo>
                  <a:pt x="1028700" y="1190625"/>
                </a:lnTo>
                <a:lnTo>
                  <a:pt x="1019175" y="1190625"/>
                </a:lnTo>
                <a:lnTo>
                  <a:pt x="1019175" y="1085850"/>
                </a:lnTo>
                <a:lnTo>
                  <a:pt x="1009650" y="1085850"/>
                </a:lnTo>
                <a:lnTo>
                  <a:pt x="1009650" y="1066800"/>
                </a:lnTo>
                <a:lnTo>
                  <a:pt x="1019175" y="1066800"/>
                </a:lnTo>
                <a:lnTo>
                  <a:pt x="1019175" y="1057275"/>
                </a:lnTo>
                <a:lnTo>
                  <a:pt x="1038225" y="1057275"/>
                </a:lnTo>
                <a:close/>
                <a:moveTo>
                  <a:pt x="1600200" y="1047750"/>
                </a:moveTo>
                <a:lnTo>
                  <a:pt x="1638300" y="1047750"/>
                </a:lnTo>
                <a:lnTo>
                  <a:pt x="1638300" y="1057275"/>
                </a:lnTo>
                <a:lnTo>
                  <a:pt x="1647825" y="1057275"/>
                </a:lnTo>
                <a:lnTo>
                  <a:pt x="1647825" y="1066800"/>
                </a:lnTo>
                <a:lnTo>
                  <a:pt x="1704975" y="1066800"/>
                </a:lnTo>
                <a:lnTo>
                  <a:pt x="1704975" y="1057275"/>
                </a:lnTo>
                <a:lnTo>
                  <a:pt x="1714500" y="1057275"/>
                </a:lnTo>
                <a:lnTo>
                  <a:pt x="1714500" y="1171575"/>
                </a:lnTo>
                <a:lnTo>
                  <a:pt x="1704975" y="1171575"/>
                </a:lnTo>
                <a:lnTo>
                  <a:pt x="1704975" y="1181100"/>
                </a:lnTo>
                <a:lnTo>
                  <a:pt x="1714500" y="1181100"/>
                </a:lnTo>
                <a:lnTo>
                  <a:pt x="1714500" y="1295400"/>
                </a:lnTo>
                <a:lnTo>
                  <a:pt x="1704975" y="1295400"/>
                </a:lnTo>
                <a:lnTo>
                  <a:pt x="1704975" y="1304925"/>
                </a:lnTo>
                <a:lnTo>
                  <a:pt x="1714500" y="1304925"/>
                </a:lnTo>
                <a:lnTo>
                  <a:pt x="1714500" y="1314450"/>
                </a:lnTo>
                <a:lnTo>
                  <a:pt x="1704975" y="1314450"/>
                </a:lnTo>
                <a:lnTo>
                  <a:pt x="1704975" y="1343025"/>
                </a:lnTo>
                <a:lnTo>
                  <a:pt x="1714500" y="1343025"/>
                </a:lnTo>
                <a:lnTo>
                  <a:pt x="1714500" y="1409700"/>
                </a:lnTo>
                <a:lnTo>
                  <a:pt x="1704975" y="1409700"/>
                </a:lnTo>
                <a:lnTo>
                  <a:pt x="1704975" y="1504950"/>
                </a:lnTo>
                <a:lnTo>
                  <a:pt x="1714500" y="1504950"/>
                </a:lnTo>
                <a:lnTo>
                  <a:pt x="1714500" y="1524000"/>
                </a:lnTo>
                <a:lnTo>
                  <a:pt x="1704975" y="1524000"/>
                </a:lnTo>
                <a:lnTo>
                  <a:pt x="1704975" y="1533525"/>
                </a:lnTo>
                <a:lnTo>
                  <a:pt x="1695450" y="1533525"/>
                </a:lnTo>
                <a:lnTo>
                  <a:pt x="1695450" y="1543050"/>
                </a:lnTo>
                <a:lnTo>
                  <a:pt x="1685925" y="1543050"/>
                </a:lnTo>
                <a:lnTo>
                  <a:pt x="1685925" y="1552575"/>
                </a:lnTo>
                <a:lnTo>
                  <a:pt x="1676400" y="1552575"/>
                </a:lnTo>
                <a:lnTo>
                  <a:pt x="1676400" y="1562100"/>
                </a:lnTo>
                <a:lnTo>
                  <a:pt x="1666875" y="1562100"/>
                </a:lnTo>
                <a:lnTo>
                  <a:pt x="1666875" y="1571625"/>
                </a:lnTo>
                <a:lnTo>
                  <a:pt x="1657350" y="1571625"/>
                </a:lnTo>
                <a:lnTo>
                  <a:pt x="1657350" y="1600200"/>
                </a:lnTo>
                <a:lnTo>
                  <a:pt x="1647825" y="1600200"/>
                </a:lnTo>
                <a:lnTo>
                  <a:pt x="1647825" y="1619250"/>
                </a:lnTo>
                <a:lnTo>
                  <a:pt x="1638300" y="1619250"/>
                </a:lnTo>
                <a:lnTo>
                  <a:pt x="1638300" y="1628775"/>
                </a:lnTo>
                <a:lnTo>
                  <a:pt x="1609725" y="1628775"/>
                </a:lnTo>
                <a:lnTo>
                  <a:pt x="1609725" y="1638300"/>
                </a:lnTo>
                <a:lnTo>
                  <a:pt x="1600200" y="1638300"/>
                </a:lnTo>
                <a:lnTo>
                  <a:pt x="1600200" y="1647825"/>
                </a:lnTo>
                <a:lnTo>
                  <a:pt x="1590675" y="1647825"/>
                </a:lnTo>
                <a:lnTo>
                  <a:pt x="1590675" y="1657350"/>
                </a:lnTo>
                <a:lnTo>
                  <a:pt x="1571625" y="1657350"/>
                </a:lnTo>
                <a:lnTo>
                  <a:pt x="1571625" y="1114425"/>
                </a:lnTo>
                <a:lnTo>
                  <a:pt x="1562100" y="1114425"/>
                </a:lnTo>
                <a:lnTo>
                  <a:pt x="1562100" y="1095375"/>
                </a:lnTo>
                <a:lnTo>
                  <a:pt x="1552575" y="1095375"/>
                </a:lnTo>
                <a:lnTo>
                  <a:pt x="1552575" y="1066800"/>
                </a:lnTo>
                <a:lnTo>
                  <a:pt x="1581150" y="1066800"/>
                </a:lnTo>
                <a:lnTo>
                  <a:pt x="1581150" y="1057275"/>
                </a:lnTo>
                <a:lnTo>
                  <a:pt x="1600200" y="1057275"/>
                </a:lnTo>
                <a:close/>
                <a:moveTo>
                  <a:pt x="180975" y="1057275"/>
                </a:moveTo>
                <a:lnTo>
                  <a:pt x="190500" y="1057275"/>
                </a:lnTo>
                <a:lnTo>
                  <a:pt x="190500" y="1066800"/>
                </a:lnTo>
                <a:lnTo>
                  <a:pt x="180975" y="1066800"/>
                </a:lnTo>
                <a:close/>
                <a:moveTo>
                  <a:pt x="285750" y="1057275"/>
                </a:moveTo>
                <a:lnTo>
                  <a:pt x="314325" y="1057275"/>
                </a:lnTo>
                <a:lnTo>
                  <a:pt x="314325" y="1066800"/>
                </a:lnTo>
                <a:lnTo>
                  <a:pt x="323850" y="1066800"/>
                </a:lnTo>
                <a:lnTo>
                  <a:pt x="323850" y="1085850"/>
                </a:lnTo>
                <a:lnTo>
                  <a:pt x="314325" y="1085850"/>
                </a:lnTo>
                <a:lnTo>
                  <a:pt x="314325" y="1190625"/>
                </a:lnTo>
                <a:lnTo>
                  <a:pt x="323850" y="1190625"/>
                </a:lnTo>
                <a:lnTo>
                  <a:pt x="323850" y="1352550"/>
                </a:lnTo>
                <a:lnTo>
                  <a:pt x="314325" y="1352550"/>
                </a:lnTo>
                <a:lnTo>
                  <a:pt x="314325" y="1381125"/>
                </a:lnTo>
                <a:lnTo>
                  <a:pt x="295275" y="1381125"/>
                </a:lnTo>
                <a:lnTo>
                  <a:pt x="295275" y="1390650"/>
                </a:lnTo>
                <a:lnTo>
                  <a:pt x="266700" y="1390650"/>
                </a:lnTo>
                <a:lnTo>
                  <a:pt x="266700" y="1400175"/>
                </a:lnTo>
                <a:lnTo>
                  <a:pt x="247650" y="1400175"/>
                </a:lnTo>
                <a:lnTo>
                  <a:pt x="247650" y="1409700"/>
                </a:lnTo>
                <a:lnTo>
                  <a:pt x="238125" y="1409700"/>
                </a:lnTo>
                <a:lnTo>
                  <a:pt x="238125" y="1419225"/>
                </a:lnTo>
                <a:lnTo>
                  <a:pt x="219075" y="1419225"/>
                </a:lnTo>
                <a:lnTo>
                  <a:pt x="219075" y="1428750"/>
                </a:lnTo>
                <a:lnTo>
                  <a:pt x="209550" y="1428750"/>
                </a:lnTo>
                <a:lnTo>
                  <a:pt x="209550" y="1447800"/>
                </a:lnTo>
                <a:lnTo>
                  <a:pt x="190500" y="1447800"/>
                </a:lnTo>
                <a:lnTo>
                  <a:pt x="190500" y="1428750"/>
                </a:lnTo>
                <a:lnTo>
                  <a:pt x="180975" y="1428750"/>
                </a:lnTo>
                <a:lnTo>
                  <a:pt x="180975" y="1419225"/>
                </a:lnTo>
                <a:lnTo>
                  <a:pt x="171450" y="1419225"/>
                </a:lnTo>
                <a:lnTo>
                  <a:pt x="171450" y="1409700"/>
                </a:lnTo>
                <a:lnTo>
                  <a:pt x="190500" y="1409700"/>
                </a:lnTo>
                <a:lnTo>
                  <a:pt x="190500" y="1066800"/>
                </a:lnTo>
                <a:lnTo>
                  <a:pt x="200025" y="1066800"/>
                </a:lnTo>
                <a:lnTo>
                  <a:pt x="200025" y="1076325"/>
                </a:lnTo>
                <a:lnTo>
                  <a:pt x="247650" y="1076325"/>
                </a:lnTo>
                <a:lnTo>
                  <a:pt x="247650" y="1066800"/>
                </a:lnTo>
                <a:lnTo>
                  <a:pt x="285750" y="1066800"/>
                </a:lnTo>
                <a:close/>
                <a:moveTo>
                  <a:pt x="1238250" y="1295400"/>
                </a:moveTo>
                <a:lnTo>
                  <a:pt x="1314450" y="1295400"/>
                </a:lnTo>
                <a:lnTo>
                  <a:pt x="1314450" y="1304925"/>
                </a:lnTo>
                <a:lnTo>
                  <a:pt x="1257300" y="1304925"/>
                </a:lnTo>
                <a:lnTo>
                  <a:pt x="1257300" y="1314450"/>
                </a:lnTo>
                <a:lnTo>
                  <a:pt x="1238250" y="1314450"/>
                </a:lnTo>
                <a:lnTo>
                  <a:pt x="1238250" y="1333500"/>
                </a:lnTo>
                <a:lnTo>
                  <a:pt x="1247775" y="1333500"/>
                </a:lnTo>
                <a:lnTo>
                  <a:pt x="1247775" y="1323975"/>
                </a:lnTo>
                <a:lnTo>
                  <a:pt x="1257300" y="1323975"/>
                </a:lnTo>
                <a:lnTo>
                  <a:pt x="1257300" y="1333500"/>
                </a:lnTo>
                <a:lnTo>
                  <a:pt x="1247775" y="1333500"/>
                </a:lnTo>
                <a:lnTo>
                  <a:pt x="1247775" y="1343025"/>
                </a:lnTo>
                <a:lnTo>
                  <a:pt x="1238250" y="1343025"/>
                </a:lnTo>
                <a:lnTo>
                  <a:pt x="1238250" y="1390650"/>
                </a:lnTo>
                <a:lnTo>
                  <a:pt x="1228725" y="1390650"/>
                </a:lnTo>
                <a:lnTo>
                  <a:pt x="1228725" y="1400175"/>
                </a:lnTo>
                <a:lnTo>
                  <a:pt x="1219200" y="1400175"/>
                </a:lnTo>
                <a:lnTo>
                  <a:pt x="1219200" y="1343025"/>
                </a:lnTo>
                <a:lnTo>
                  <a:pt x="1228725" y="1343025"/>
                </a:lnTo>
                <a:lnTo>
                  <a:pt x="1228725" y="1304925"/>
                </a:lnTo>
                <a:lnTo>
                  <a:pt x="1238250" y="1304925"/>
                </a:lnTo>
                <a:close/>
                <a:moveTo>
                  <a:pt x="1447800" y="1323975"/>
                </a:moveTo>
                <a:lnTo>
                  <a:pt x="1457325" y="1323975"/>
                </a:lnTo>
                <a:lnTo>
                  <a:pt x="1457325" y="1333500"/>
                </a:lnTo>
                <a:lnTo>
                  <a:pt x="1466850" y="1333500"/>
                </a:lnTo>
                <a:lnTo>
                  <a:pt x="1466850" y="1400175"/>
                </a:lnTo>
                <a:lnTo>
                  <a:pt x="1457325" y="1400175"/>
                </a:lnTo>
                <a:lnTo>
                  <a:pt x="1457325" y="1390650"/>
                </a:lnTo>
                <a:lnTo>
                  <a:pt x="1447800" y="1390650"/>
                </a:lnTo>
                <a:close/>
                <a:moveTo>
                  <a:pt x="114300" y="1352550"/>
                </a:moveTo>
                <a:lnTo>
                  <a:pt x="123825" y="1352550"/>
                </a:lnTo>
                <a:lnTo>
                  <a:pt x="123825" y="1362075"/>
                </a:lnTo>
                <a:lnTo>
                  <a:pt x="114300" y="1362075"/>
                </a:lnTo>
                <a:close/>
                <a:moveTo>
                  <a:pt x="1400175" y="1381125"/>
                </a:moveTo>
                <a:lnTo>
                  <a:pt x="1419225" y="1381125"/>
                </a:lnTo>
                <a:lnTo>
                  <a:pt x="1419225" y="1390650"/>
                </a:lnTo>
                <a:lnTo>
                  <a:pt x="1400175" y="1390650"/>
                </a:lnTo>
                <a:close/>
                <a:moveTo>
                  <a:pt x="1228725" y="1400175"/>
                </a:moveTo>
                <a:lnTo>
                  <a:pt x="1238250" y="1400175"/>
                </a:lnTo>
                <a:lnTo>
                  <a:pt x="1238250" y="1409700"/>
                </a:lnTo>
                <a:lnTo>
                  <a:pt x="1228725" y="1409700"/>
                </a:lnTo>
                <a:close/>
                <a:moveTo>
                  <a:pt x="1447800" y="1400175"/>
                </a:moveTo>
                <a:lnTo>
                  <a:pt x="1457325" y="1400175"/>
                </a:lnTo>
                <a:lnTo>
                  <a:pt x="1457325" y="1409700"/>
                </a:lnTo>
                <a:lnTo>
                  <a:pt x="1447800" y="1409700"/>
                </a:lnTo>
                <a:close/>
                <a:moveTo>
                  <a:pt x="38100" y="1409700"/>
                </a:moveTo>
                <a:lnTo>
                  <a:pt x="47625" y="1409700"/>
                </a:lnTo>
                <a:lnTo>
                  <a:pt x="47625" y="1419225"/>
                </a:lnTo>
                <a:lnTo>
                  <a:pt x="38100" y="1419225"/>
                </a:lnTo>
                <a:close/>
                <a:moveTo>
                  <a:pt x="1238250" y="1409700"/>
                </a:moveTo>
                <a:lnTo>
                  <a:pt x="1381125" y="1409700"/>
                </a:lnTo>
                <a:lnTo>
                  <a:pt x="1381125" y="1419225"/>
                </a:lnTo>
                <a:lnTo>
                  <a:pt x="1238250" y="1419225"/>
                </a:lnTo>
                <a:close/>
                <a:moveTo>
                  <a:pt x="304800" y="1485900"/>
                </a:moveTo>
                <a:lnTo>
                  <a:pt x="314325" y="1485900"/>
                </a:lnTo>
                <a:lnTo>
                  <a:pt x="314325" y="1495425"/>
                </a:lnTo>
                <a:lnTo>
                  <a:pt x="323850" y="1495425"/>
                </a:lnTo>
                <a:lnTo>
                  <a:pt x="323850" y="1609725"/>
                </a:lnTo>
                <a:lnTo>
                  <a:pt x="304800" y="1609725"/>
                </a:lnTo>
                <a:lnTo>
                  <a:pt x="304800" y="1581150"/>
                </a:lnTo>
                <a:lnTo>
                  <a:pt x="295275" y="1581150"/>
                </a:lnTo>
                <a:lnTo>
                  <a:pt x="295275" y="1571625"/>
                </a:lnTo>
                <a:lnTo>
                  <a:pt x="285750" y="1571625"/>
                </a:lnTo>
                <a:lnTo>
                  <a:pt x="285750" y="1562100"/>
                </a:lnTo>
                <a:lnTo>
                  <a:pt x="266700" y="1562100"/>
                </a:lnTo>
                <a:lnTo>
                  <a:pt x="266700" y="1533525"/>
                </a:lnTo>
                <a:lnTo>
                  <a:pt x="276225" y="1533525"/>
                </a:lnTo>
                <a:lnTo>
                  <a:pt x="276225" y="1514475"/>
                </a:lnTo>
                <a:lnTo>
                  <a:pt x="285750" y="1514475"/>
                </a:lnTo>
                <a:lnTo>
                  <a:pt x="285750" y="1504950"/>
                </a:lnTo>
                <a:lnTo>
                  <a:pt x="295275" y="1504950"/>
                </a:lnTo>
                <a:lnTo>
                  <a:pt x="295275" y="1495425"/>
                </a:lnTo>
                <a:lnTo>
                  <a:pt x="304800" y="1495425"/>
                </a:lnTo>
                <a:close/>
                <a:moveTo>
                  <a:pt x="123825" y="1543050"/>
                </a:moveTo>
                <a:lnTo>
                  <a:pt x="133350" y="1543050"/>
                </a:lnTo>
                <a:lnTo>
                  <a:pt x="133350" y="1562100"/>
                </a:lnTo>
                <a:lnTo>
                  <a:pt x="114300" y="1562100"/>
                </a:lnTo>
                <a:lnTo>
                  <a:pt x="114300" y="1552575"/>
                </a:lnTo>
                <a:lnTo>
                  <a:pt x="123825" y="1552575"/>
                </a:lnTo>
                <a:close/>
                <a:moveTo>
                  <a:pt x="85725" y="1562100"/>
                </a:moveTo>
                <a:lnTo>
                  <a:pt x="104775" y="1562100"/>
                </a:lnTo>
                <a:lnTo>
                  <a:pt x="104775" y="1571625"/>
                </a:lnTo>
                <a:lnTo>
                  <a:pt x="85725" y="1571625"/>
                </a:lnTo>
                <a:close/>
                <a:moveTo>
                  <a:pt x="76200" y="1571625"/>
                </a:moveTo>
                <a:lnTo>
                  <a:pt x="85725" y="1571625"/>
                </a:lnTo>
                <a:lnTo>
                  <a:pt x="85725" y="1581150"/>
                </a:lnTo>
                <a:lnTo>
                  <a:pt x="76200" y="1581150"/>
                </a:lnTo>
                <a:close/>
                <a:moveTo>
                  <a:pt x="1800225" y="1571625"/>
                </a:moveTo>
                <a:lnTo>
                  <a:pt x="1809750" y="1571625"/>
                </a:lnTo>
                <a:lnTo>
                  <a:pt x="1809750" y="1581150"/>
                </a:lnTo>
                <a:lnTo>
                  <a:pt x="1800225" y="1581150"/>
                </a:lnTo>
                <a:close/>
                <a:moveTo>
                  <a:pt x="409575" y="1666875"/>
                </a:moveTo>
                <a:lnTo>
                  <a:pt x="704850" y="1666875"/>
                </a:lnTo>
                <a:lnTo>
                  <a:pt x="704850" y="1676400"/>
                </a:lnTo>
                <a:lnTo>
                  <a:pt x="762000" y="1676400"/>
                </a:lnTo>
                <a:lnTo>
                  <a:pt x="762000" y="1685925"/>
                </a:lnTo>
                <a:lnTo>
                  <a:pt x="771525" y="1685925"/>
                </a:lnTo>
                <a:lnTo>
                  <a:pt x="771525" y="1676400"/>
                </a:lnTo>
                <a:lnTo>
                  <a:pt x="809625" y="1676400"/>
                </a:lnTo>
                <a:lnTo>
                  <a:pt x="809625" y="1695450"/>
                </a:lnTo>
                <a:lnTo>
                  <a:pt x="800100" y="1695450"/>
                </a:lnTo>
                <a:lnTo>
                  <a:pt x="800100" y="1714500"/>
                </a:lnTo>
                <a:lnTo>
                  <a:pt x="781050" y="1714500"/>
                </a:lnTo>
                <a:lnTo>
                  <a:pt x="781050" y="1704975"/>
                </a:lnTo>
                <a:lnTo>
                  <a:pt x="771525" y="1704975"/>
                </a:lnTo>
                <a:lnTo>
                  <a:pt x="771525" y="1714500"/>
                </a:lnTo>
                <a:lnTo>
                  <a:pt x="742950" y="1714500"/>
                </a:lnTo>
                <a:lnTo>
                  <a:pt x="742950" y="1704975"/>
                </a:lnTo>
                <a:lnTo>
                  <a:pt x="704850" y="1704975"/>
                </a:lnTo>
                <a:lnTo>
                  <a:pt x="704850" y="1714500"/>
                </a:lnTo>
                <a:lnTo>
                  <a:pt x="523875" y="1714500"/>
                </a:lnTo>
                <a:lnTo>
                  <a:pt x="523875" y="1724025"/>
                </a:lnTo>
                <a:lnTo>
                  <a:pt x="409575" y="1724025"/>
                </a:lnTo>
                <a:lnTo>
                  <a:pt x="409575" y="1714500"/>
                </a:lnTo>
                <a:lnTo>
                  <a:pt x="400050" y="1714500"/>
                </a:lnTo>
                <a:lnTo>
                  <a:pt x="400050" y="1704975"/>
                </a:lnTo>
                <a:lnTo>
                  <a:pt x="390525" y="1704975"/>
                </a:lnTo>
                <a:lnTo>
                  <a:pt x="390525" y="1685925"/>
                </a:lnTo>
                <a:lnTo>
                  <a:pt x="400050" y="1685925"/>
                </a:lnTo>
                <a:lnTo>
                  <a:pt x="400050" y="1676400"/>
                </a:lnTo>
                <a:lnTo>
                  <a:pt x="409575" y="1676400"/>
                </a:lnTo>
                <a:close/>
                <a:moveTo>
                  <a:pt x="76200" y="1685925"/>
                </a:moveTo>
                <a:lnTo>
                  <a:pt x="85725" y="1685925"/>
                </a:lnTo>
                <a:lnTo>
                  <a:pt x="85725" y="1714500"/>
                </a:lnTo>
                <a:lnTo>
                  <a:pt x="76200" y="1714500"/>
                </a:lnTo>
                <a:close/>
                <a:moveTo>
                  <a:pt x="838200" y="1704975"/>
                </a:moveTo>
                <a:lnTo>
                  <a:pt x="847725" y="1704975"/>
                </a:lnTo>
                <a:lnTo>
                  <a:pt x="847725" y="1714500"/>
                </a:lnTo>
                <a:lnTo>
                  <a:pt x="838200" y="1714500"/>
                </a:lnTo>
                <a:close/>
                <a:moveTo>
                  <a:pt x="866775" y="1704975"/>
                </a:moveTo>
                <a:lnTo>
                  <a:pt x="876300" y="1704975"/>
                </a:lnTo>
                <a:lnTo>
                  <a:pt x="876300" y="1695450"/>
                </a:lnTo>
                <a:lnTo>
                  <a:pt x="866775" y="1695450"/>
                </a:lnTo>
                <a:close/>
                <a:moveTo>
                  <a:pt x="85725" y="1724025"/>
                </a:moveTo>
                <a:lnTo>
                  <a:pt x="95250" y="1724025"/>
                </a:lnTo>
                <a:lnTo>
                  <a:pt x="95250" y="1743075"/>
                </a:lnTo>
                <a:lnTo>
                  <a:pt x="85725" y="1743075"/>
                </a:lnTo>
                <a:close/>
                <a:moveTo>
                  <a:pt x="95250" y="1752600"/>
                </a:moveTo>
                <a:lnTo>
                  <a:pt x="104775" y="1752600"/>
                </a:lnTo>
                <a:lnTo>
                  <a:pt x="104775" y="1771650"/>
                </a:lnTo>
                <a:lnTo>
                  <a:pt x="95250" y="1771650"/>
                </a:lnTo>
                <a:close/>
                <a:moveTo>
                  <a:pt x="104775" y="1771650"/>
                </a:moveTo>
                <a:lnTo>
                  <a:pt x="114300" y="1771650"/>
                </a:lnTo>
                <a:lnTo>
                  <a:pt x="114300" y="1781175"/>
                </a:lnTo>
                <a:lnTo>
                  <a:pt x="104775" y="1781175"/>
                </a:lnTo>
                <a:close/>
              </a:path>
            </a:pathLst>
          </a:custGeom>
          <a:solidFill xmlns:a="http://schemas.openxmlformats.org/drawingml/2006/main">
            <a:srgbClr val="FDE3C0"/>
          </a:solidFill>
          <a:ln xmlns:a="http://schemas.openxmlformats.org/drawingml/2006/main" w="0">
            <a:noFill/>
          </a:ln>
        </p:spPr>
      </p:sp>
      <p:sp>
        <p:nvSpPr>
          <p:cNvPr id="124" name="logo7 vector #f8e6c9">
            <a:extLst xmlns:a="http://schemas.openxmlformats.org/drawingml/2006/main">
              <a:ext uri="{FF2B5EF4-FFF2-40B4-BE49-F238E27FC236}">
                <a16:creationId xmlns:a16="http://schemas.microsoft.com/office/drawing/2014/main" id="{CE57B01B-2661-4F43-984F-B7E895554A5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5300" y="5210175"/>
            <a:ext cx="2305050" cy="2105025"/>
          </a:xfrm>
          <a:custGeom xmlns:a="http://schemas.openxmlformats.org/drawingml/2006/main">
            <a:pathLst>
              <a:path w="1952625" h="1781175">
                <a:moveTo>
                  <a:pt x="762000" y="28575"/>
                </a:moveTo>
                <a:lnTo>
                  <a:pt x="1066800" y="28575"/>
                </a:lnTo>
                <a:lnTo>
                  <a:pt x="1066800" y="38100"/>
                </a:lnTo>
                <a:lnTo>
                  <a:pt x="762000" y="38100"/>
                </a:lnTo>
                <a:close/>
                <a:moveTo>
                  <a:pt x="1095375" y="28575"/>
                </a:moveTo>
                <a:lnTo>
                  <a:pt x="1171575" y="28575"/>
                </a:lnTo>
                <a:lnTo>
                  <a:pt x="1171575" y="38100"/>
                </a:lnTo>
                <a:lnTo>
                  <a:pt x="1095375" y="38100"/>
                </a:lnTo>
                <a:close/>
                <a:moveTo>
                  <a:pt x="695325" y="38100"/>
                </a:moveTo>
                <a:lnTo>
                  <a:pt x="733425" y="38100"/>
                </a:lnTo>
                <a:lnTo>
                  <a:pt x="733425" y="47625"/>
                </a:lnTo>
                <a:lnTo>
                  <a:pt x="695325" y="47625"/>
                </a:lnTo>
                <a:close/>
                <a:moveTo>
                  <a:pt x="1190625" y="38100"/>
                </a:moveTo>
                <a:lnTo>
                  <a:pt x="1238250" y="38100"/>
                </a:lnTo>
                <a:lnTo>
                  <a:pt x="1238250" y="47625"/>
                </a:lnTo>
                <a:lnTo>
                  <a:pt x="1190625" y="47625"/>
                </a:lnTo>
                <a:close/>
                <a:moveTo>
                  <a:pt x="628650" y="47625"/>
                </a:moveTo>
                <a:lnTo>
                  <a:pt x="657225" y="47625"/>
                </a:lnTo>
                <a:lnTo>
                  <a:pt x="657225" y="57150"/>
                </a:lnTo>
                <a:lnTo>
                  <a:pt x="628650" y="57150"/>
                </a:lnTo>
                <a:close/>
                <a:moveTo>
                  <a:pt x="1257300" y="47625"/>
                </a:moveTo>
                <a:lnTo>
                  <a:pt x="1295400" y="47625"/>
                </a:lnTo>
                <a:lnTo>
                  <a:pt x="1295400" y="57150"/>
                </a:lnTo>
                <a:lnTo>
                  <a:pt x="1257300" y="57150"/>
                </a:lnTo>
                <a:close/>
                <a:moveTo>
                  <a:pt x="581025" y="57150"/>
                </a:moveTo>
                <a:lnTo>
                  <a:pt x="590550" y="57150"/>
                </a:lnTo>
                <a:lnTo>
                  <a:pt x="590550" y="66675"/>
                </a:lnTo>
                <a:lnTo>
                  <a:pt x="581025" y="66675"/>
                </a:lnTo>
                <a:close/>
                <a:moveTo>
                  <a:pt x="1323975" y="57150"/>
                </a:moveTo>
                <a:lnTo>
                  <a:pt x="1333500" y="57150"/>
                </a:lnTo>
                <a:lnTo>
                  <a:pt x="1333500" y="66675"/>
                </a:lnTo>
                <a:lnTo>
                  <a:pt x="1323975" y="66675"/>
                </a:lnTo>
                <a:close/>
                <a:moveTo>
                  <a:pt x="533400" y="66675"/>
                </a:moveTo>
                <a:lnTo>
                  <a:pt x="552450" y="66675"/>
                </a:lnTo>
                <a:lnTo>
                  <a:pt x="552450" y="76200"/>
                </a:lnTo>
                <a:lnTo>
                  <a:pt x="533400" y="76200"/>
                </a:lnTo>
                <a:close/>
                <a:moveTo>
                  <a:pt x="1362075" y="66675"/>
                </a:moveTo>
                <a:lnTo>
                  <a:pt x="1409700" y="66675"/>
                </a:lnTo>
                <a:lnTo>
                  <a:pt x="1409700" y="76200"/>
                </a:lnTo>
                <a:lnTo>
                  <a:pt x="1362075" y="76200"/>
                </a:lnTo>
                <a:close/>
                <a:moveTo>
                  <a:pt x="485775" y="76200"/>
                </a:moveTo>
                <a:lnTo>
                  <a:pt x="504825" y="76200"/>
                </a:lnTo>
                <a:lnTo>
                  <a:pt x="504825" y="85725"/>
                </a:lnTo>
                <a:lnTo>
                  <a:pt x="485775" y="85725"/>
                </a:lnTo>
                <a:close/>
                <a:moveTo>
                  <a:pt x="1419225" y="76200"/>
                </a:moveTo>
                <a:lnTo>
                  <a:pt x="1428750" y="76200"/>
                </a:lnTo>
                <a:lnTo>
                  <a:pt x="1428750" y="85725"/>
                </a:lnTo>
                <a:lnTo>
                  <a:pt x="1419225" y="85725"/>
                </a:lnTo>
                <a:close/>
                <a:moveTo>
                  <a:pt x="466725" y="85725"/>
                </a:moveTo>
                <a:lnTo>
                  <a:pt x="476250" y="85725"/>
                </a:lnTo>
                <a:lnTo>
                  <a:pt x="476250" y="95250"/>
                </a:lnTo>
                <a:lnTo>
                  <a:pt x="466725" y="95250"/>
                </a:lnTo>
                <a:close/>
                <a:moveTo>
                  <a:pt x="1438275" y="85725"/>
                </a:moveTo>
                <a:lnTo>
                  <a:pt x="1447800" y="85725"/>
                </a:lnTo>
                <a:lnTo>
                  <a:pt x="1447800" y="95250"/>
                </a:lnTo>
                <a:lnTo>
                  <a:pt x="1438275" y="95250"/>
                </a:lnTo>
                <a:close/>
                <a:moveTo>
                  <a:pt x="447675" y="95250"/>
                </a:moveTo>
                <a:lnTo>
                  <a:pt x="457200" y="95250"/>
                </a:lnTo>
                <a:lnTo>
                  <a:pt x="457200" y="104775"/>
                </a:lnTo>
                <a:lnTo>
                  <a:pt x="447675" y="104775"/>
                </a:lnTo>
                <a:close/>
                <a:moveTo>
                  <a:pt x="800100" y="95250"/>
                </a:moveTo>
                <a:lnTo>
                  <a:pt x="828675" y="95250"/>
                </a:lnTo>
                <a:lnTo>
                  <a:pt x="828675" y="104775"/>
                </a:lnTo>
                <a:lnTo>
                  <a:pt x="800100" y="104775"/>
                </a:lnTo>
                <a:close/>
                <a:moveTo>
                  <a:pt x="1085850" y="95250"/>
                </a:moveTo>
                <a:lnTo>
                  <a:pt x="1123950" y="95250"/>
                </a:lnTo>
                <a:lnTo>
                  <a:pt x="1123950" y="104775"/>
                </a:lnTo>
                <a:lnTo>
                  <a:pt x="1085850" y="104775"/>
                </a:lnTo>
                <a:close/>
                <a:moveTo>
                  <a:pt x="428625" y="104775"/>
                </a:moveTo>
                <a:lnTo>
                  <a:pt x="438150" y="104775"/>
                </a:lnTo>
                <a:lnTo>
                  <a:pt x="438150" y="114300"/>
                </a:lnTo>
                <a:lnTo>
                  <a:pt x="428625" y="114300"/>
                </a:lnTo>
                <a:close/>
                <a:moveTo>
                  <a:pt x="676275" y="104775"/>
                </a:moveTo>
                <a:lnTo>
                  <a:pt x="723900" y="104775"/>
                </a:lnTo>
                <a:lnTo>
                  <a:pt x="723900" y="114300"/>
                </a:lnTo>
                <a:lnTo>
                  <a:pt x="676275" y="114300"/>
                </a:lnTo>
                <a:close/>
                <a:moveTo>
                  <a:pt x="1171575" y="104775"/>
                </a:moveTo>
                <a:lnTo>
                  <a:pt x="1219200" y="104775"/>
                </a:lnTo>
                <a:lnTo>
                  <a:pt x="1219200" y="114300"/>
                </a:lnTo>
                <a:lnTo>
                  <a:pt x="1171575" y="114300"/>
                </a:lnTo>
                <a:close/>
                <a:moveTo>
                  <a:pt x="1466850" y="104775"/>
                </a:moveTo>
                <a:lnTo>
                  <a:pt x="1476375" y="104775"/>
                </a:lnTo>
                <a:lnTo>
                  <a:pt x="1476375" y="114300"/>
                </a:lnTo>
                <a:lnTo>
                  <a:pt x="1466850" y="114300"/>
                </a:lnTo>
                <a:close/>
                <a:moveTo>
                  <a:pt x="419100" y="114300"/>
                </a:moveTo>
                <a:lnTo>
                  <a:pt x="428625" y="114300"/>
                </a:lnTo>
                <a:lnTo>
                  <a:pt x="428625" y="123825"/>
                </a:lnTo>
                <a:lnTo>
                  <a:pt x="419100" y="123825"/>
                </a:lnTo>
                <a:close/>
                <a:moveTo>
                  <a:pt x="609600" y="114300"/>
                </a:moveTo>
                <a:lnTo>
                  <a:pt x="628650" y="114300"/>
                </a:lnTo>
                <a:lnTo>
                  <a:pt x="628650" y="123825"/>
                </a:lnTo>
                <a:lnTo>
                  <a:pt x="609600" y="123825"/>
                </a:lnTo>
                <a:close/>
                <a:moveTo>
                  <a:pt x="1257300" y="114300"/>
                </a:moveTo>
                <a:lnTo>
                  <a:pt x="1295400" y="114300"/>
                </a:lnTo>
                <a:lnTo>
                  <a:pt x="1295400" y="123825"/>
                </a:lnTo>
                <a:lnTo>
                  <a:pt x="1257300" y="123825"/>
                </a:lnTo>
                <a:close/>
                <a:moveTo>
                  <a:pt x="409575" y="123825"/>
                </a:moveTo>
                <a:lnTo>
                  <a:pt x="419100" y="123825"/>
                </a:lnTo>
                <a:lnTo>
                  <a:pt x="419100" y="133350"/>
                </a:lnTo>
                <a:lnTo>
                  <a:pt x="409575" y="133350"/>
                </a:lnTo>
                <a:close/>
                <a:moveTo>
                  <a:pt x="561975" y="123825"/>
                </a:moveTo>
                <a:lnTo>
                  <a:pt x="571500" y="123825"/>
                </a:lnTo>
                <a:lnTo>
                  <a:pt x="571500" y="133350"/>
                </a:lnTo>
                <a:lnTo>
                  <a:pt x="561975" y="133350"/>
                </a:lnTo>
                <a:close/>
                <a:moveTo>
                  <a:pt x="1333500" y="123825"/>
                </a:moveTo>
                <a:lnTo>
                  <a:pt x="1343025" y="123825"/>
                </a:lnTo>
                <a:lnTo>
                  <a:pt x="1343025" y="133350"/>
                </a:lnTo>
                <a:lnTo>
                  <a:pt x="1333500" y="133350"/>
                </a:lnTo>
                <a:close/>
                <a:moveTo>
                  <a:pt x="523875" y="133350"/>
                </a:moveTo>
                <a:lnTo>
                  <a:pt x="533400" y="133350"/>
                </a:lnTo>
                <a:lnTo>
                  <a:pt x="533400" y="142875"/>
                </a:lnTo>
                <a:lnTo>
                  <a:pt x="523875" y="142875"/>
                </a:lnTo>
                <a:close/>
                <a:moveTo>
                  <a:pt x="1371600" y="133350"/>
                </a:moveTo>
                <a:lnTo>
                  <a:pt x="1390650" y="133350"/>
                </a:lnTo>
                <a:lnTo>
                  <a:pt x="1390650" y="142875"/>
                </a:lnTo>
                <a:lnTo>
                  <a:pt x="1371600" y="142875"/>
                </a:lnTo>
                <a:close/>
                <a:moveTo>
                  <a:pt x="390525" y="142875"/>
                </a:moveTo>
                <a:lnTo>
                  <a:pt x="400050" y="142875"/>
                </a:lnTo>
                <a:lnTo>
                  <a:pt x="400050" y="152400"/>
                </a:lnTo>
                <a:lnTo>
                  <a:pt x="390525" y="152400"/>
                </a:lnTo>
                <a:close/>
                <a:moveTo>
                  <a:pt x="495300" y="142875"/>
                </a:moveTo>
                <a:lnTo>
                  <a:pt x="504825" y="142875"/>
                </a:lnTo>
                <a:lnTo>
                  <a:pt x="504825" y="152400"/>
                </a:lnTo>
                <a:lnTo>
                  <a:pt x="495300" y="152400"/>
                </a:lnTo>
                <a:close/>
                <a:moveTo>
                  <a:pt x="1409700" y="142875"/>
                </a:moveTo>
                <a:lnTo>
                  <a:pt x="1419225" y="142875"/>
                </a:lnTo>
                <a:lnTo>
                  <a:pt x="1419225" y="152400"/>
                </a:lnTo>
                <a:lnTo>
                  <a:pt x="1409700" y="152400"/>
                </a:lnTo>
                <a:close/>
                <a:moveTo>
                  <a:pt x="381000" y="152400"/>
                </a:moveTo>
                <a:lnTo>
                  <a:pt x="390525" y="152400"/>
                </a:lnTo>
                <a:lnTo>
                  <a:pt x="390525" y="161925"/>
                </a:lnTo>
                <a:lnTo>
                  <a:pt x="381000" y="161925"/>
                </a:lnTo>
                <a:close/>
                <a:moveTo>
                  <a:pt x="476250" y="152400"/>
                </a:moveTo>
                <a:lnTo>
                  <a:pt x="485775" y="152400"/>
                </a:lnTo>
                <a:lnTo>
                  <a:pt x="485775" y="161925"/>
                </a:lnTo>
                <a:lnTo>
                  <a:pt x="476250" y="161925"/>
                </a:lnTo>
                <a:close/>
                <a:moveTo>
                  <a:pt x="1428750" y="152400"/>
                </a:moveTo>
                <a:lnTo>
                  <a:pt x="1438275" y="152400"/>
                </a:lnTo>
                <a:lnTo>
                  <a:pt x="1438275" y="161925"/>
                </a:lnTo>
                <a:lnTo>
                  <a:pt x="1428750" y="161925"/>
                </a:lnTo>
                <a:close/>
                <a:moveTo>
                  <a:pt x="295275" y="161925"/>
                </a:moveTo>
                <a:lnTo>
                  <a:pt x="304800" y="161925"/>
                </a:lnTo>
                <a:lnTo>
                  <a:pt x="304800" y="171450"/>
                </a:lnTo>
                <a:lnTo>
                  <a:pt x="295275" y="171450"/>
                </a:lnTo>
                <a:close/>
                <a:moveTo>
                  <a:pt x="1590675" y="161925"/>
                </a:moveTo>
                <a:lnTo>
                  <a:pt x="1609725" y="161925"/>
                </a:lnTo>
                <a:lnTo>
                  <a:pt x="1609725" y="171450"/>
                </a:lnTo>
                <a:lnTo>
                  <a:pt x="1590675" y="171450"/>
                </a:lnTo>
                <a:close/>
                <a:moveTo>
                  <a:pt x="266700" y="171450"/>
                </a:moveTo>
                <a:lnTo>
                  <a:pt x="276225" y="171450"/>
                </a:lnTo>
                <a:lnTo>
                  <a:pt x="276225" y="180975"/>
                </a:lnTo>
                <a:lnTo>
                  <a:pt x="266700" y="180975"/>
                </a:lnTo>
                <a:close/>
                <a:moveTo>
                  <a:pt x="1628775" y="171450"/>
                </a:moveTo>
                <a:lnTo>
                  <a:pt x="1647825" y="171450"/>
                </a:lnTo>
                <a:lnTo>
                  <a:pt x="1647825" y="180975"/>
                </a:lnTo>
                <a:lnTo>
                  <a:pt x="1628775" y="180975"/>
                </a:lnTo>
                <a:close/>
                <a:moveTo>
                  <a:pt x="647700" y="180975"/>
                </a:moveTo>
                <a:lnTo>
                  <a:pt x="666750" y="180975"/>
                </a:lnTo>
                <a:lnTo>
                  <a:pt x="666750" y="190500"/>
                </a:lnTo>
                <a:lnTo>
                  <a:pt x="647700" y="190500"/>
                </a:lnTo>
                <a:close/>
                <a:moveTo>
                  <a:pt x="1457325" y="180975"/>
                </a:moveTo>
                <a:lnTo>
                  <a:pt x="1466850" y="180975"/>
                </a:lnTo>
                <a:lnTo>
                  <a:pt x="1466850" y="190500"/>
                </a:lnTo>
                <a:lnTo>
                  <a:pt x="1457325" y="190500"/>
                </a:lnTo>
                <a:close/>
                <a:moveTo>
                  <a:pt x="1657350" y="180975"/>
                </a:moveTo>
                <a:lnTo>
                  <a:pt x="1666875" y="180975"/>
                </a:lnTo>
                <a:lnTo>
                  <a:pt x="1666875" y="200025"/>
                </a:lnTo>
                <a:lnTo>
                  <a:pt x="1657350" y="200025"/>
                </a:lnTo>
                <a:close/>
                <a:moveTo>
                  <a:pt x="238125" y="190500"/>
                </a:moveTo>
                <a:lnTo>
                  <a:pt x="247650" y="190500"/>
                </a:lnTo>
                <a:lnTo>
                  <a:pt x="247650" y="200025"/>
                </a:lnTo>
                <a:lnTo>
                  <a:pt x="238125" y="200025"/>
                </a:lnTo>
                <a:close/>
                <a:moveTo>
                  <a:pt x="600075" y="190500"/>
                </a:moveTo>
                <a:lnTo>
                  <a:pt x="609600" y="190500"/>
                </a:lnTo>
                <a:lnTo>
                  <a:pt x="609600" y="200025"/>
                </a:lnTo>
                <a:lnTo>
                  <a:pt x="600075" y="200025"/>
                </a:lnTo>
                <a:close/>
                <a:moveTo>
                  <a:pt x="666750" y="190500"/>
                </a:moveTo>
                <a:lnTo>
                  <a:pt x="676275" y="190500"/>
                </a:lnTo>
                <a:lnTo>
                  <a:pt x="676275" y="200025"/>
                </a:lnTo>
                <a:lnTo>
                  <a:pt x="666750" y="200025"/>
                </a:lnTo>
                <a:close/>
                <a:moveTo>
                  <a:pt x="228600" y="200025"/>
                </a:moveTo>
                <a:lnTo>
                  <a:pt x="238125" y="200025"/>
                </a:lnTo>
                <a:lnTo>
                  <a:pt x="238125" y="219075"/>
                </a:lnTo>
                <a:lnTo>
                  <a:pt x="228600" y="219075"/>
                </a:lnTo>
                <a:close/>
                <a:moveTo>
                  <a:pt x="485775" y="200025"/>
                </a:moveTo>
                <a:lnTo>
                  <a:pt x="495300" y="200025"/>
                </a:lnTo>
                <a:lnTo>
                  <a:pt x="495300" y="209550"/>
                </a:lnTo>
                <a:lnTo>
                  <a:pt x="485775" y="209550"/>
                </a:lnTo>
                <a:close/>
                <a:moveTo>
                  <a:pt x="590550" y="200025"/>
                </a:moveTo>
                <a:lnTo>
                  <a:pt x="600075" y="200025"/>
                </a:lnTo>
                <a:lnTo>
                  <a:pt x="600075" y="219075"/>
                </a:lnTo>
                <a:lnTo>
                  <a:pt x="590550" y="219075"/>
                </a:lnTo>
                <a:close/>
                <a:moveTo>
                  <a:pt x="1466850" y="200025"/>
                </a:moveTo>
                <a:lnTo>
                  <a:pt x="1476375" y="200025"/>
                </a:lnTo>
                <a:lnTo>
                  <a:pt x="1476375" y="209550"/>
                </a:lnTo>
                <a:lnTo>
                  <a:pt x="1466850" y="209550"/>
                </a:lnTo>
                <a:close/>
                <a:moveTo>
                  <a:pt x="1666875" y="200025"/>
                </a:moveTo>
                <a:lnTo>
                  <a:pt x="1676400" y="200025"/>
                </a:lnTo>
                <a:lnTo>
                  <a:pt x="1676400" y="209550"/>
                </a:lnTo>
                <a:lnTo>
                  <a:pt x="1666875" y="209550"/>
                </a:lnTo>
                <a:close/>
                <a:moveTo>
                  <a:pt x="1476375" y="209550"/>
                </a:moveTo>
                <a:lnTo>
                  <a:pt x="1485900" y="209550"/>
                </a:lnTo>
                <a:lnTo>
                  <a:pt x="1485900" y="219075"/>
                </a:lnTo>
                <a:lnTo>
                  <a:pt x="1476375" y="219075"/>
                </a:lnTo>
                <a:close/>
                <a:moveTo>
                  <a:pt x="342900" y="219075"/>
                </a:moveTo>
                <a:lnTo>
                  <a:pt x="419100" y="219075"/>
                </a:lnTo>
                <a:lnTo>
                  <a:pt x="419100" y="228600"/>
                </a:lnTo>
                <a:lnTo>
                  <a:pt x="342900" y="228600"/>
                </a:lnTo>
                <a:close/>
                <a:moveTo>
                  <a:pt x="1514475" y="219075"/>
                </a:moveTo>
                <a:lnTo>
                  <a:pt x="1571625" y="219075"/>
                </a:lnTo>
                <a:lnTo>
                  <a:pt x="1571625" y="228600"/>
                </a:lnTo>
                <a:lnTo>
                  <a:pt x="1514475" y="228600"/>
                </a:lnTo>
                <a:close/>
                <a:moveTo>
                  <a:pt x="1676400" y="219075"/>
                </a:moveTo>
                <a:lnTo>
                  <a:pt x="1685925" y="219075"/>
                </a:lnTo>
                <a:lnTo>
                  <a:pt x="1685925" y="238125"/>
                </a:lnTo>
                <a:lnTo>
                  <a:pt x="1676400" y="238125"/>
                </a:lnTo>
                <a:close/>
                <a:moveTo>
                  <a:pt x="219075" y="228600"/>
                </a:moveTo>
                <a:lnTo>
                  <a:pt x="228600" y="228600"/>
                </a:lnTo>
                <a:lnTo>
                  <a:pt x="228600" y="238125"/>
                </a:lnTo>
                <a:lnTo>
                  <a:pt x="219075" y="238125"/>
                </a:lnTo>
                <a:close/>
                <a:moveTo>
                  <a:pt x="304800" y="228600"/>
                </a:moveTo>
                <a:lnTo>
                  <a:pt x="323850" y="228600"/>
                </a:lnTo>
                <a:lnTo>
                  <a:pt x="323850" y="238125"/>
                </a:lnTo>
                <a:lnTo>
                  <a:pt x="304800" y="238125"/>
                </a:lnTo>
                <a:close/>
                <a:moveTo>
                  <a:pt x="1295400" y="228600"/>
                </a:moveTo>
                <a:lnTo>
                  <a:pt x="1304925" y="228600"/>
                </a:lnTo>
                <a:lnTo>
                  <a:pt x="1304925" y="247650"/>
                </a:lnTo>
                <a:lnTo>
                  <a:pt x="1295400" y="247650"/>
                </a:lnTo>
                <a:close/>
                <a:moveTo>
                  <a:pt x="1590675" y="228600"/>
                </a:moveTo>
                <a:lnTo>
                  <a:pt x="1609725" y="228600"/>
                </a:lnTo>
                <a:lnTo>
                  <a:pt x="1609725" y="238125"/>
                </a:lnTo>
                <a:lnTo>
                  <a:pt x="1619250" y="238125"/>
                </a:lnTo>
                <a:lnTo>
                  <a:pt x="1619250" y="266700"/>
                </a:lnTo>
                <a:lnTo>
                  <a:pt x="1609725" y="266700"/>
                </a:lnTo>
                <a:lnTo>
                  <a:pt x="1609725" y="247650"/>
                </a:lnTo>
                <a:lnTo>
                  <a:pt x="1600200" y="247650"/>
                </a:lnTo>
                <a:lnTo>
                  <a:pt x="1600200" y="238125"/>
                </a:lnTo>
                <a:lnTo>
                  <a:pt x="1590675" y="238125"/>
                </a:lnTo>
                <a:close/>
                <a:moveTo>
                  <a:pt x="295275" y="238125"/>
                </a:moveTo>
                <a:lnTo>
                  <a:pt x="304800" y="238125"/>
                </a:lnTo>
                <a:lnTo>
                  <a:pt x="304800" y="247650"/>
                </a:lnTo>
                <a:lnTo>
                  <a:pt x="295275" y="247650"/>
                </a:lnTo>
                <a:close/>
                <a:moveTo>
                  <a:pt x="533400" y="238125"/>
                </a:moveTo>
                <a:lnTo>
                  <a:pt x="542925" y="238125"/>
                </a:lnTo>
                <a:lnTo>
                  <a:pt x="542925" y="247650"/>
                </a:lnTo>
                <a:lnTo>
                  <a:pt x="533400" y="247650"/>
                </a:lnTo>
                <a:close/>
                <a:moveTo>
                  <a:pt x="781050" y="238125"/>
                </a:moveTo>
                <a:lnTo>
                  <a:pt x="790575" y="238125"/>
                </a:lnTo>
                <a:lnTo>
                  <a:pt x="790575" y="247650"/>
                </a:lnTo>
                <a:lnTo>
                  <a:pt x="781050" y="247650"/>
                </a:lnTo>
                <a:close/>
                <a:moveTo>
                  <a:pt x="828675" y="238125"/>
                </a:moveTo>
                <a:lnTo>
                  <a:pt x="866775" y="238125"/>
                </a:lnTo>
                <a:lnTo>
                  <a:pt x="866775" y="247650"/>
                </a:lnTo>
                <a:lnTo>
                  <a:pt x="828675" y="247650"/>
                </a:lnTo>
                <a:close/>
                <a:moveTo>
                  <a:pt x="914400" y="238125"/>
                </a:moveTo>
                <a:lnTo>
                  <a:pt x="923925" y="238125"/>
                </a:lnTo>
                <a:lnTo>
                  <a:pt x="923925" y="247650"/>
                </a:lnTo>
                <a:lnTo>
                  <a:pt x="914400" y="247650"/>
                </a:lnTo>
                <a:close/>
                <a:moveTo>
                  <a:pt x="990600" y="238125"/>
                </a:moveTo>
                <a:lnTo>
                  <a:pt x="1000125" y="238125"/>
                </a:lnTo>
                <a:lnTo>
                  <a:pt x="1000125" y="247650"/>
                </a:lnTo>
                <a:lnTo>
                  <a:pt x="990600" y="247650"/>
                </a:lnTo>
                <a:close/>
                <a:moveTo>
                  <a:pt x="1057275" y="238125"/>
                </a:moveTo>
                <a:lnTo>
                  <a:pt x="1066800" y="238125"/>
                </a:lnTo>
                <a:lnTo>
                  <a:pt x="1066800" y="247650"/>
                </a:lnTo>
                <a:lnTo>
                  <a:pt x="1057275" y="247650"/>
                </a:lnTo>
                <a:close/>
                <a:moveTo>
                  <a:pt x="1171575" y="238125"/>
                </a:moveTo>
                <a:lnTo>
                  <a:pt x="1181100" y="238125"/>
                </a:lnTo>
                <a:lnTo>
                  <a:pt x="1181100" y="247650"/>
                </a:lnTo>
                <a:lnTo>
                  <a:pt x="1171575" y="247650"/>
                </a:lnTo>
                <a:close/>
                <a:moveTo>
                  <a:pt x="1209675" y="238125"/>
                </a:moveTo>
                <a:lnTo>
                  <a:pt x="1219200" y="238125"/>
                </a:lnTo>
                <a:lnTo>
                  <a:pt x="1219200" y="247650"/>
                </a:lnTo>
                <a:lnTo>
                  <a:pt x="1209675" y="247650"/>
                </a:lnTo>
                <a:close/>
                <a:moveTo>
                  <a:pt x="1352550" y="238125"/>
                </a:moveTo>
                <a:lnTo>
                  <a:pt x="1362075" y="238125"/>
                </a:lnTo>
                <a:lnTo>
                  <a:pt x="1362075" y="257175"/>
                </a:lnTo>
                <a:lnTo>
                  <a:pt x="1352550" y="257175"/>
                </a:lnTo>
                <a:close/>
                <a:moveTo>
                  <a:pt x="285750" y="247650"/>
                </a:moveTo>
                <a:lnTo>
                  <a:pt x="295275" y="247650"/>
                </a:lnTo>
                <a:lnTo>
                  <a:pt x="295275" y="257175"/>
                </a:lnTo>
                <a:lnTo>
                  <a:pt x="285750" y="257175"/>
                </a:lnTo>
                <a:close/>
                <a:moveTo>
                  <a:pt x="923925" y="247650"/>
                </a:moveTo>
                <a:lnTo>
                  <a:pt x="933450" y="247650"/>
                </a:lnTo>
                <a:lnTo>
                  <a:pt x="933450" y="257175"/>
                </a:lnTo>
                <a:lnTo>
                  <a:pt x="923925" y="257175"/>
                </a:lnTo>
                <a:close/>
                <a:moveTo>
                  <a:pt x="1143000" y="247650"/>
                </a:moveTo>
                <a:lnTo>
                  <a:pt x="1152525" y="247650"/>
                </a:lnTo>
                <a:lnTo>
                  <a:pt x="1152525" y="257175"/>
                </a:lnTo>
                <a:lnTo>
                  <a:pt x="1143000" y="257175"/>
                </a:lnTo>
                <a:close/>
                <a:moveTo>
                  <a:pt x="438150" y="257175"/>
                </a:moveTo>
                <a:lnTo>
                  <a:pt x="447675" y="257175"/>
                </a:lnTo>
                <a:lnTo>
                  <a:pt x="447675" y="266700"/>
                </a:lnTo>
                <a:lnTo>
                  <a:pt x="438150" y="266700"/>
                </a:lnTo>
                <a:close/>
                <a:moveTo>
                  <a:pt x="933450" y="257175"/>
                </a:moveTo>
                <a:lnTo>
                  <a:pt x="942975" y="257175"/>
                </a:lnTo>
                <a:lnTo>
                  <a:pt x="942975" y="266700"/>
                </a:lnTo>
                <a:lnTo>
                  <a:pt x="933450" y="266700"/>
                </a:lnTo>
                <a:close/>
                <a:moveTo>
                  <a:pt x="1133475" y="257175"/>
                </a:moveTo>
                <a:lnTo>
                  <a:pt x="1143000" y="257175"/>
                </a:lnTo>
                <a:lnTo>
                  <a:pt x="1143000" y="266700"/>
                </a:lnTo>
                <a:lnTo>
                  <a:pt x="1133475" y="266700"/>
                </a:lnTo>
                <a:close/>
                <a:moveTo>
                  <a:pt x="1466850" y="257175"/>
                </a:moveTo>
                <a:lnTo>
                  <a:pt x="1485900" y="257175"/>
                </a:lnTo>
                <a:lnTo>
                  <a:pt x="1485900" y="266700"/>
                </a:lnTo>
                <a:lnTo>
                  <a:pt x="1466850" y="266700"/>
                </a:lnTo>
                <a:close/>
                <a:moveTo>
                  <a:pt x="1524000" y="257175"/>
                </a:moveTo>
                <a:lnTo>
                  <a:pt x="1533525" y="257175"/>
                </a:lnTo>
                <a:lnTo>
                  <a:pt x="1533525" y="266700"/>
                </a:lnTo>
                <a:lnTo>
                  <a:pt x="1524000" y="266700"/>
                </a:lnTo>
                <a:close/>
                <a:moveTo>
                  <a:pt x="542925" y="266700"/>
                </a:moveTo>
                <a:lnTo>
                  <a:pt x="552450" y="266700"/>
                </a:lnTo>
                <a:lnTo>
                  <a:pt x="552450" y="276225"/>
                </a:lnTo>
                <a:lnTo>
                  <a:pt x="542925" y="276225"/>
                </a:lnTo>
                <a:close/>
                <a:moveTo>
                  <a:pt x="1123950" y="266700"/>
                </a:moveTo>
                <a:lnTo>
                  <a:pt x="1133475" y="266700"/>
                </a:lnTo>
                <a:lnTo>
                  <a:pt x="1133475" y="276225"/>
                </a:lnTo>
                <a:lnTo>
                  <a:pt x="1123950" y="276225"/>
                </a:lnTo>
                <a:close/>
                <a:moveTo>
                  <a:pt x="1247775" y="266700"/>
                </a:moveTo>
                <a:lnTo>
                  <a:pt x="1257300" y="266700"/>
                </a:lnTo>
                <a:lnTo>
                  <a:pt x="1257300" y="276225"/>
                </a:lnTo>
                <a:lnTo>
                  <a:pt x="1247775" y="276225"/>
                </a:lnTo>
                <a:close/>
                <a:moveTo>
                  <a:pt x="1381125" y="266700"/>
                </a:moveTo>
                <a:lnTo>
                  <a:pt x="1400175" y="266700"/>
                </a:lnTo>
                <a:lnTo>
                  <a:pt x="1400175" y="276225"/>
                </a:lnTo>
                <a:lnTo>
                  <a:pt x="1381125" y="276225"/>
                </a:lnTo>
                <a:close/>
                <a:moveTo>
                  <a:pt x="276225" y="276225"/>
                </a:moveTo>
                <a:lnTo>
                  <a:pt x="285750" y="276225"/>
                </a:lnTo>
                <a:lnTo>
                  <a:pt x="285750" y="438150"/>
                </a:lnTo>
                <a:lnTo>
                  <a:pt x="276225" y="438150"/>
                </a:lnTo>
                <a:close/>
                <a:moveTo>
                  <a:pt x="676275" y="276225"/>
                </a:moveTo>
                <a:lnTo>
                  <a:pt x="685800" y="276225"/>
                </a:lnTo>
                <a:lnTo>
                  <a:pt x="685800" y="285750"/>
                </a:lnTo>
                <a:lnTo>
                  <a:pt x="676275" y="285750"/>
                </a:lnTo>
                <a:close/>
                <a:moveTo>
                  <a:pt x="942975" y="276225"/>
                </a:moveTo>
                <a:lnTo>
                  <a:pt x="962025" y="276225"/>
                </a:lnTo>
                <a:lnTo>
                  <a:pt x="962025" y="304800"/>
                </a:lnTo>
                <a:lnTo>
                  <a:pt x="952500" y="304800"/>
                </a:lnTo>
                <a:lnTo>
                  <a:pt x="952500" y="323850"/>
                </a:lnTo>
                <a:lnTo>
                  <a:pt x="971550" y="323850"/>
                </a:lnTo>
                <a:lnTo>
                  <a:pt x="971550" y="304800"/>
                </a:lnTo>
                <a:lnTo>
                  <a:pt x="981075" y="304800"/>
                </a:lnTo>
                <a:lnTo>
                  <a:pt x="981075" y="323850"/>
                </a:lnTo>
                <a:lnTo>
                  <a:pt x="971550" y="323850"/>
                </a:lnTo>
                <a:lnTo>
                  <a:pt x="971550" y="333375"/>
                </a:lnTo>
                <a:lnTo>
                  <a:pt x="962025" y="333375"/>
                </a:lnTo>
                <a:lnTo>
                  <a:pt x="962025" y="342900"/>
                </a:lnTo>
                <a:lnTo>
                  <a:pt x="942975" y="342900"/>
                </a:lnTo>
                <a:close/>
                <a:moveTo>
                  <a:pt x="428625" y="285750"/>
                </a:moveTo>
                <a:lnTo>
                  <a:pt x="438150" y="285750"/>
                </a:lnTo>
                <a:lnTo>
                  <a:pt x="438150" y="295275"/>
                </a:lnTo>
                <a:lnTo>
                  <a:pt x="428625" y="295275"/>
                </a:lnTo>
                <a:close/>
                <a:moveTo>
                  <a:pt x="695325" y="285750"/>
                </a:moveTo>
                <a:lnTo>
                  <a:pt x="704850" y="285750"/>
                </a:lnTo>
                <a:lnTo>
                  <a:pt x="704850" y="295275"/>
                </a:lnTo>
                <a:lnTo>
                  <a:pt x="695325" y="295275"/>
                </a:lnTo>
                <a:close/>
                <a:moveTo>
                  <a:pt x="1019175" y="285750"/>
                </a:moveTo>
                <a:lnTo>
                  <a:pt x="1028700" y="285750"/>
                </a:lnTo>
                <a:lnTo>
                  <a:pt x="1028700" y="304800"/>
                </a:lnTo>
                <a:lnTo>
                  <a:pt x="1019175" y="304800"/>
                </a:lnTo>
                <a:close/>
                <a:moveTo>
                  <a:pt x="1181100" y="285750"/>
                </a:moveTo>
                <a:lnTo>
                  <a:pt x="1200150" y="285750"/>
                </a:lnTo>
                <a:lnTo>
                  <a:pt x="1200150" y="295275"/>
                </a:lnTo>
                <a:lnTo>
                  <a:pt x="1181100" y="295275"/>
                </a:lnTo>
                <a:close/>
                <a:moveTo>
                  <a:pt x="552450" y="295275"/>
                </a:moveTo>
                <a:lnTo>
                  <a:pt x="561975" y="295275"/>
                </a:lnTo>
                <a:lnTo>
                  <a:pt x="561975" y="304800"/>
                </a:lnTo>
                <a:lnTo>
                  <a:pt x="552450" y="304800"/>
                </a:lnTo>
                <a:close/>
                <a:moveTo>
                  <a:pt x="1171575" y="295275"/>
                </a:moveTo>
                <a:lnTo>
                  <a:pt x="1181100" y="295275"/>
                </a:lnTo>
                <a:lnTo>
                  <a:pt x="1181100" y="304800"/>
                </a:lnTo>
                <a:lnTo>
                  <a:pt x="1171575" y="304800"/>
                </a:lnTo>
                <a:close/>
                <a:moveTo>
                  <a:pt x="1314450" y="295275"/>
                </a:moveTo>
                <a:lnTo>
                  <a:pt x="1333500" y="295275"/>
                </a:lnTo>
                <a:lnTo>
                  <a:pt x="1333500" y="314325"/>
                </a:lnTo>
                <a:lnTo>
                  <a:pt x="1323975" y="314325"/>
                </a:lnTo>
                <a:lnTo>
                  <a:pt x="1323975" y="304800"/>
                </a:lnTo>
                <a:lnTo>
                  <a:pt x="1314450" y="304800"/>
                </a:lnTo>
                <a:close/>
                <a:moveTo>
                  <a:pt x="695325" y="304800"/>
                </a:moveTo>
                <a:lnTo>
                  <a:pt x="704850" y="304800"/>
                </a:lnTo>
                <a:lnTo>
                  <a:pt x="704850" y="371475"/>
                </a:lnTo>
                <a:lnTo>
                  <a:pt x="695325" y="371475"/>
                </a:lnTo>
                <a:lnTo>
                  <a:pt x="695325" y="381000"/>
                </a:lnTo>
                <a:lnTo>
                  <a:pt x="685800" y="381000"/>
                </a:lnTo>
                <a:lnTo>
                  <a:pt x="685800" y="371475"/>
                </a:lnTo>
                <a:lnTo>
                  <a:pt x="676275" y="371475"/>
                </a:lnTo>
                <a:lnTo>
                  <a:pt x="676275" y="361950"/>
                </a:lnTo>
                <a:lnTo>
                  <a:pt x="695325" y="361950"/>
                </a:lnTo>
                <a:close/>
                <a:moveTo>
                  <a:pt x="771525" y="304800"/>
                </a:moveTo>
                <a:lnTo>
                  <a:pt x="790575" y="304800"/>
                </a:lnTo>
                <a:lnTo>
                  <a:pt x="790575" y="314325"/>
                </a:lnTo>
                <a:lnTo>
                  <a:pt x="771525" y="314325"/>
                </a:lnTo>
                <a:close/>
                <a:moveTo>
                  <a:pt x="857250" y="304800"/>
                </a:moveTo>
                <a:lnTo>
                  <a:pt x="876300" y="304800"/>
                </a:lnTo>
                <a:lnTo>
                  <a:pt x="876300" y="314325"/>
                </a:lnTo>
                <a:lnTo>
                  <a:pt x="857250" y="314325"/>
                </a:lnTo>
                <a:close/>
                <a:moveTo>
                  <a:pt x="1238250" y="304800"/>
                </a:moveTo>
                <a:lnTo>
                  <a:pt x="1247775" y="304800"/>
                </a:lnTo>
                <a:lnTo>
                  <a:pt x="1247775" y="314325"/>
                </a:lnTo>
                <a:lnTo>
                  <a:pt x="1257300" y="314325"/>
                </a:lnTo>
                <a:lnTo>
                  <a:pt x="1257300" y="352425"/>
                </a:lnTo>
                <a:lnTo>
                  <a:pt x="1247775" y="352425"/>
                </a:lnTo>
                <a:lnTo>
                  <a:pt x="1247775" y="323850"/>
                </a:lnTo>
                <a:lnTo>
                  <a:pt x="1238250" y="323850"/>
                </a:lnTo>
                <a:close/>
                <a:moveTo>
                  <a:pt x="419100" y="314325"/>
                </a:moveTo>
                <a:lnTo>
                  <a:pt x="428625" y="314325"/>
                </a:lnTo>
                <a:lnTo>
                  <a:pt x="428625" y="323850"/>
                </a:lnTo>
                <a:lnTo>
                  <a:pt x="419100" y="323850"/>
                </a:lnTo>
                <a:close/>
                <a:moveTo>
                  <a:pt x="466725" y="314325"/>
                </a:moveTo>
                <a:lnTo>
                  <a:pt x="485775" y="314325"/>
                </a:lnTo>
                <a:lnTo>
                  <a:pt x="485775" y="333375"/>
                </a:lnTo>
                <a:lnTo>
                  <a:pt x="476250" y="333375"/>
                </a:lnTo>
                <a:lnTo>
                  <a:pt x="476250" y="323850"/>
                </a:lnTo>
                <a:lnTo>
                  <a:pt x="466725" y="323850"/>
                </a:lnTo>
                <a:close/>
                <a:moveTo>
                  <a:pt x="1562100" y="314325"/>
                </a:moveTo>
                <a:lnTo>
                  <a:pt x="1571625" y="314325"/>
                </a:lnTo>
                <a:lnTo>
                  <a:pt x="1571625" y="333375"/>
                </a:lnTo>
                <a:lnTo>
                  <a:pt x="1562100" y="333375"/>
                </a:lnTo>
                <a:close/>
                <a:moveTo>
                  <a:pt x="1476375" y="323850"/>
                </a:moveTo>
                <a:lnTo>
                  <a:pt x="1495425" y="323850"/>
                </a:lnTo>
                <a:lnTo>
                  <a:pt x="1495425" y="333375"/>
                </a:lnTo>
                <a:lnTo>
                  <a:pt x="1476375" y="333375"/>
                </a:lnTo>
                <a:close/>
                <a:moveTo>
                  <a:pt x="1619250" y="323850"/>
                </a:moveTo>
                <a:lnTo>
                  <a:pt x="1628775" y="323850"/>
                </a:lnTo>
                <a:lnTo>
                  <a:pt x="1628775" y="409575"/>
                </a:lnTo>
                <a:lnTo>
                  <a:pt x="1619250" y="409575"/>
                </a:lnTo>
                <a:close/>
                <a:moveTo>
                  <a:pt x="876300" y="333375"/>
                </a:moveTo>
                <a:lnTo>
                  <a:pt x="885825" y="333375"/>
                </a:lnTo>
                <a:lnTo>
                  <a:pt x="885825" y="371475"/>
                </a:lnTo>
                <a:lnTo>
                  <a:pt x="876300" y="371475"/>
                </a:lnTo>
                <a:close/>
                <a:moveTo>
                  <a:pt x="1390650" y="333375"/>
                </a:moveTo>
                <a:lnTo>
                  <a:pt x="1400175" y="333375"/>
                </a:lnTo>
                <a:lnTo>
                  <a:pt x="1400175" y="342900"/>
                </a:lnTo>
                <a:lnTo>
                  <a:pt x="1409700" y="342900"/>
                </a:lnTo>
                <a:lnTo>
                  <a:pt x="1409700" y="371475"/>
                </a:lnTo>
                <a:lnTo>
                  <a:pt x="1390650" y="371475"/>
                </a:lnTo>
                <a:lnTo>
                  <a:pt x="1390650" y="361950"/>
                </a:lnTo>
                <a:lnTo>
                  <a:pt x="1371600" y="361950"/>
                </a:lnTo>
                <a:lnTo>
                  <a:pt x="1371600" y="371475"/>
                </a:lnTo>
                <a:lnTo>
                  <a:pt x="1362075" y="371475"/>
                </a:lnTo>
                <a:lnTo>
                  <a:pt x="1362075" y="352425"/>
                </a:lnTo>
                <a:lnTo>
                  <a:pt x="1343025" y="352425"/>
                </a:lnTo>
                <a:lnTo>
                  <a:pt x="1343025" y="371475"/>
                </a:lnTo>
                <a:lnTo>
                  <a:pt x="1333500" y="371475"/>
                </a:lnTo>
                <a:lnTo>
                  <a:pt x="1333500" y="361950"/>
                </a:lnTo>
                <a:lnTo>
                  <a:pt x="1323975" y="361950"/>
                </a:lnTo>
                <a:lnTo>
                  <a:pt x="1323975" y="352425"/>
                </a:lnTo>
                <a:lnTo>
                  <a:pt x="1333500" y="352425"/>
                </a:lnTo>
                <a:lnTo>
                  <a:pt x="1333500" y="342900"/>
                </a:lnTo>
                <a:lnTo>
                  <a:pt x="1390650" y="342900"/>
                </a:lnTo>
                <a:close/>
                <a:moveTo>
                  <a:pt x="571500" y="342900"/>
                </a:moveTo>
                <a:lnTo>
                  <a:pt x="581025" y="342900"/>
                </a:lnTo>
                <a:lnTo>
                  <a:pt x="581025" y="352425"/>
                </a:lnTo>
                <a:lnTo>
                  <a:pt x="571500" y="352425"/>
                </a:lnTo>
                <a:close/>
                <a:moveTo>
                  <a:pt x="1019175" y="352425"/>
                </a:moveTo>
                <a:lnTo>
                  <a:pt x="1038225" y="352425"/>
                </a:lnTo>
                <a:lnTo>
                  <a:pt x="1038225" y="361950"/>
                </a:lnTo>
                <a:lnTo>
                  <a:pt x="1019175" y="361950"/>
                </a:lnTo>
                <a:close/>
                <a:moveTo>
                  <a:pt x="1238250" y="352425"/>
                </a:moveTo>
                <a:lnTo>
                  <a:pt x="1247775" y="352425"/>
                </a:lnTo>
                <a:lnTo>
                  <a:pt x="1247775" y="361950"/>
                </a:lnTo>
                <a:lnTo>
                  <a:pt x="1238250" y="361950"/>
                </a:lnTo>
                <a:close/>
                <a:moveTo>
                  <a:pt x="771525" y="361950"/>
                </a:moveTo>
                <a:lnTo>
                  <a:pt x="790575" y="361950"/>
                </a:lnTo>
                <a:lnTo>
                  <a:pt x="790575" y="371475"/>
                </a:lnTo>
                <a:lnTo>
                  <a:pt x="771525" y="371475"/>
                </a:lnTo>
                <a:close/>
                <a:moveTo>
                  <a:pt x="1200150" y="361950"/>
                </a:moveTo>
                <a:lnTo>
                  <a:pt x="1219200" y="361950"/>
                </a:lnTo>
                <a:lnTo>
                  <a:pt x="1219200" y="371475"/>
                </a:lnTo>
                <a:lnTo>
                  <a:pt x="1200150" y="371475"/>
                </a:lnTo>
                <a:close/>
                <a:moveTo>
                  <a:pt x="581025" y="371475"/>
                </a:moveTo>
                <a:lnTo>
                  <a:pt x="590550" y="371475"/>
                </a:lnTo>
                <a:lnTo>
                  <a:pt x="590550" y="381000"/>
                </a:lnTo>
                <a:lnTo>
                  <a:pt x="581025" y="381000"/>
                </a:lnTo>
                <a:close/>
                <a:moveTo>
                  <a:pt x="600075" y="371475"/>
                </a:moveTo>
                <a:lnTo>
                  <a:pt x="609600" y="371475"/>
                </a:lnTo>
                <a:lnTo>
                  <a:pt x="609600" y="381000"/>
                </a:lnTo>
                <a:lnTo>
                  <a:pt x="600075" y="381000"/>
                </a:lnTo>
                <a:close/>
                <a:moveTo>
                  <a:pt x="1114425" y="381000"/>
                </a:moveTo>
                <a:lnTo>
                  <a:pt x="1133475" y="381000"/>
                </a:lnTo>
                <a:lnTo>
                  <a:pt x="1133475" y="390525"/>
                </a:lnTo>
                <a:lnTo>
                  <a:pt x="1114425" y="390525"/>
                </a:lnTo>
                <a:close/>
                <a:moveTo>
                  <a:pt x="1257300" y="381000"/>
                </a:moveTo>
                <a:lnTo>
                  <a:pt x="1266825" y="381000"/>
                </a:lnTo>
                <a:lnTo>
                  <a:pt x="1266825" y="390525"/>
                </a:lnTo>
                <a:lnTo>
                  <a:pt x="1257300" y="390525"/>
                </a:lnTo>
                <a:close/>
                <a:moveTo>
                  <a:pt x="1476375" y="381000"/>
                </a:moveTo>
                <a:lnTo>
                  <a:pt x="1495425" y="381000"/>
                </a:lnTo>
                <a:lnTo>
                  <a:pt x="1495425" y="390525"/>
                </a:lnTo>
                <a:lnTo>
                  <a:pt x="1476375" y="390525"/>
                </a:lnTo>
                <a:close/>
                <a:moveTo>
                  <a:pt x="390525" y="390525"/>
                </a:moveTo>
                <a:lnTo>
                  <a:pt x="400050" y="390525"/>
                </a:lnTo>
                <a:lnTo>
                  <a:pt x="400050" y="400050"/>
                </a:lnTo>
                <a:lnTo>
                  <a:pt x="390525" y="400050"/>
                </a:lnTo>
                <a:close/>
                <a:moveTo>
                  <a:pt x="1133475" y="390525"/>
                </a:moveTo>
                <a:lnTo>
                  <a:pt x="1143000" y="390525"/>
                </a:lnTo>
                <a:lnTo>
                  <a:pt x="1143000" y="400050"/>
                </a:lnTo>
                <a:lnTo>
                  <a:pt x="1133475" y="400050"/>
                </a:lnTo>
                <a:close/>
                <a:moveTo>
                  <a:pt x="1266825" y="390525"/>
                </a:moveTo>
                <a:lnTo>
                  <a:pt x="1276350" y="390525"/>
                </a:lnTo>
                <a:lnTo>
                  <a:pt x="1276350" y="400050"/>
                </a:lnTo>
                <a:lnTo>
                  <a:pt x="1266825" y="400050"/>
                </a:lnTo>
                <a:close/>
                <a:moveTo>
                  <a:pt x="1562100" y="390525"/>
                </a:moveTo>
                <a:lnTo>
                  <a:pt x="1571625" y="390525"/>
                </a:lnTo>
                <a:lnTo>
                  <a:pt x="1571625" y="400050"/>
                </a:lnTo>
                <a:lnTo>
                  <a:pt x="1562100" y="400050"/>
                </a:lnTo>
                <a:close/>
                <a:moveTo>
                  <a:pt x="381000" y="400050"/>
                </a:moveTo>
                <a:lnTo>
                  <a:pt x="390525" y="400050"/>
                </a:lnTo>
                <a:lnTo>
                  <a:pt x="390525" y="409575"/>
                </a:lnTo>
                <a:lnTo>
                  <a:pt x="381000" y="409575"/>
                </a:lnTo>
                <a:close/>
                <a:moveTo>
                  <a:pt x="971550" y="400050"/>
                </a:moveTo>
                <a:lnTo>
                  <a:pt x="981075" y="400050"/>
                </a:lnTo>
                <a:lnTo>
                  <a:pt x="981075" y="409575"/>
                </a:lnTo>
                <a:lnTo>
                  <a:pt x="971550" y="409575"/>
                </a:lnTo>
                <a:close/>
                <a:moveTo>
                  <a:pt x="1028700" y="400050"/>
                </a:moveTo>
                <a:lnTo>
                  <a:pt x="1057275" y="400050"/>
                </a:lnTo>
                <a:lnTo>
                  <a:pt x="1057275" y="409575"/>
                </a:lnTo>
                <a:lnTo>
                  <a:pt x="1028700" y="409575"/>
                </a:lnTo>
                <a:close/>
                <a:moveTo>
                  <a:pt x="1143000" y="400050"/>
                </a:moveTo>
                <a:lnTo>
                  <a:pt x="1152525" y="400050"/>
                </a:lnTo>
                <a:lnTo>
                  <a:pt x="1152525" y="409575"/>
                </a:lnTo>
                <a:lnTo>
                  <a:pt x="1143000" y="409575"/>
                </a:lnTo>
                <a:close/>
                <a:moveTo>
                  <a:pt x="1276350" y="400050"/>
                </a:moveTo>
                <a:lnTo>
                  <a:pt x="1285875" y="400050"/>
                </a:lnTo>
                <a:lnTo>
                  <a:pt x="1285875" y="409575"/>
                </a:lnTo>
                <a:lnTo>
                  <a:pt x="1276350" y="409575"/>
                </a:lnTo>
                <a:close/>
                <a:moveTo>
                  <a:pt x="1571625" y="400050"/>
                </a:moveTo>
                <a:lnTo>
                  <a:pt x="1581150" y="400050"/>
                </a:lnTo>
                <a:lnTo>
                  <a:pt x="1581150" y="409575"/>
                </a:lnTo>
                <a:lnTo>
                  <a:pt x="1571625" y="409575"/>
                </a:lnTo>
                <a:close/>
                <a:moveTo>
                  <a:pt x="371475" y="409575"/>
                </a:moveTo>
                <a:lnTo>
                  <a:pt x="381000" y="409575"/>
                </a:lnTo>
                <a:lnTo>
                  <a:pt x="381000" y="428625"/>
                </a:lnTo>
                <a:lnTo>
                  <a:pt x="371475" y="428625"/>
                </a:lnTo>
                <a:close/>
                <a:moveTo>
                  <a:pt x="752475" y="409575"/>
                </a:moveTo>
                <a:lnTo>
                  <a:pt x="771525" y="409575"/>
                </a:lnTo>
                <a:lnTo>
                  <a:pt x="771525" y="419100"/>
                </a:lnTo>
                <a:lnTo>
                  <a:pt x="752475" y="419100"/>
                </a:lnTo>
                <a:close/>
                <a:moveTo>
                  <a:pt x="1152525" y="409575"/>
                </a:moveTo>
                <a:lnTo>
                  <a:pt x="1171575" y="409575"/>
                </a:lnTo>
                <a:lnTo>
                  <a:pt x="1171575" y="419100"/>
                </a:lnTo>
                <a:lnTo>
                  <a:pt x="1219200" y="419100"/>
                </a:lnTo>
                <a:lnTo>
                  <a:pt x="1219200" y="409575"/>
                </a:lnTo>
                <a:lnTo>
                  <a:pt x="1228725" y="409575"/>
                </a:lnTo>
                <a:lnTo>
                  <a:pt x="1228725" y="419100"/>
                </a:lnTo>
                <a:lnTo>
                  <a:pt x="1219200" y="419100"/>
                </a:lnTo>
                <a:lnTo>
                  <a:pt x="1219200" y="428625"/>
                </a:lnTo>
                <a:lnTo>
                  <a:pt x="1200150" y="428625"/>
                </a:lnTo>
                <a:lnTo>
                  <a:pt x="1200150" y="438150"/>
                </a:lnTo>
                <a:lnTo>
                  <a:pt x="1171575" y="438150"/>
                </a:lnTo>
                <a:lnTo>
                  <a:pt x="1171575" y="428625"/>
                </a:lnTo>
                <a:lnTo>
                  <a:pt x="1152525" y="428625"/>
                </a:lnTo>
                <a:close/>
                <a:moveTo>
                  <a:pt x="1285875" y="409575"/>
                </a:moveTo>
                <a:lnTo>
                  <a:pt x="1295400" y="409575"/>
                </a:lnTo>
                <a:lnTo>
                  <a:pt x="1295400" y="419100"/>
                </a:lnTo>
                <a:lnTo>
                  <a:pt x="1285875" y="419100"/>
                </a:lnTo>
                <a:close/>
                <a:moveTo>
                  <a:pt x="1371600" y="409575"/>
                </a:moveTo>
                <a:lnTo>
                  <a:pt x="1381125" y="409575"/>
                </a:lnTo>
                <a:lnTo>
                  <a:pt x="1381125" y="419100"/>
                </a:lnTo>
                <a:lnTo>
                  <a:pt x="1371600" y="419100"/>
                </a:lnTo>
                <a:close/>
                <a:moveTo>
                  <a:pt x="1400175" y="409575"/>
                </a:moveTo>
                <a:lnTo>
                  <a:pt x="1409700" y="409575"/>
                </a:lnTo>
                <a:lnTo>
                  <a:pt x="1409700" y="419100"/>
                </a:lnTo>
                <a:lnTo>
                  <a:pt x="1400175" y="419100"/>
                </a:lnTo>
                <a:close/>
                <a:moveTo>
                  <a:pt x="581025" y="419100"/>
                </a:moveTo>
                <a:lnTo>
                  <a:pt x="666750" y="419100"/>
                </a:lnTo>
                <a:lnTo>
                  <a:pt x="666750" y="428625"/>
                </a:lnTo>
                <a:lnTo>
                  <a:pt x="581025" y="428625"/>
                </a:lnTo>
                <a:close/>
                <a:moveTo>
                  <a:pt x="1323975" y="419100"/>
                </a:moveTo>
                <a:lnTo>
                  <a:pt x="1343025" y="419100"/>
                </a:lnTo>
                <a:lnTo>
                  <a:pt x="1343025" y="428625"/>
                </a:lnTo>
                <a:lnTo>
                  <a:pt x="1323975" y="428625"/>
                </a:lnTo>
                <a:close/>
                <a:moveTo>
                  <a:pt x="1419225" y="419100"/>
                </a:moveTo>
                <a:lnTo>
                  <a:pt x="1457325" y="419100"/>
                </a:lnTo>
                <a:lnTo>
                  <a:pt x="1457325" y="428625"/>
                </a:lnTo>
                <a:lnTo>
                  <a:pt x="1419225" y="428625"/>
                </a:lnTo>
                <a:close/>
                <a:moveTo>
                  <a:pt x="1571625" y="419100"/>
                </a:moveTo>
                <a:lnTo>
                  <a:pt x="1581150" y="419100"/>
                </a:lnTo>
                <a:lnTo>
                  <a:pt x="1581150" y="428625"/>
                </a:lnTo>
                <a:lnTo>
                  <a:pt x="1571625" y="428625"/>
                </a:lnTo>
                <a:close/>
                <a:moveTo>
                  <a:pt x="381000" y="428625"/>
                </a:moveTo>
                <a:lnTo>
                  <a:pt x="390525" y="428625"/>
                </a:lnTo>
                <a:lnTo>
                  <a:pt x="390525" y="438150"/>
                </a:lnTo>
                <a:lnTo>
                  <a:pt x="381000" y="438150"/>
                </a:lnTo>
                <a:close/>
                <a:moveTo>
                  <a:pt x="990600" y="428625"/>
                </a:moveTo>
                <a:lnTo>
                  <a:pt x="1019175" y="428625"/>
                </a:lnTo>
                <a:lnTo>
                  <a:pt x="1019175" y="438150"/>
                </a:lnTo>
                <a:lnTo>
                  <a:pt x="990600" y="438150"/>
                </a:lnTo>
                <a:close/>
                <a:moveTo>
                  <a:pt x="1143000" y="428625"/>
                </a:moveTo>
                <a:lnTo>
                  <a:pt x="1152525" y="428625"/>
                </a:lnTo>
                <a:lnTo>
                  <a:pt x="1152525" y="438150"/>
                </a:lnTo>
                <a:lnTo>
                  <a:pt x="1143000" y="438150"/>
                </a:lnTo>
                <a:close/>
                <a:moveTo>
                  <a:pt x="1219200" y="428625"/>
                </a:moveTo>
                <a:lnTo>
                  <a:pt x="1257300" y="428625"/>
                </a:lnTo>
                <a:lnTo>
                  <a:pt x="1257300" y="438150"/>
                </a:lnTo>
                <a:lnTo>
                  <a:pt x="1219200" y="438150"/>
                </a:lnTo>
                <a:close/>
                <a:moveTo>
                  <a:pt x="1276350" y="428625"/>
                </a:moveTo>
                <a:lnTo>
                  <a:pt x="1285875" y="428625"/>
                </a:lnTo>
                <a:lnTo>
                  <a:pt x="1285875" y="438150"/>
                </a:lnTo>
                <a:lnTo>
                  <a:pt x="1276350" y="438150"/>
                </a:lnTo>
                <a:close/>
                <a:moveTo>
                  <a:pt x="1533525" y="428625"/>
                </a:moveTo>
                <a:lnTo>
                  <a:pt x="1571625" y="428625"/>
                </a:lnTo>
                <a:lnTo>
                  <a:pt x="1571625" y="438150"/>
                </a:lnTo>
                <a:lnTo>
                  <a:pt x="1533525" y="438150"/>
                </a:lnTo>
                <a:close/>
                <a:moveTo>
                  <a:pt x="742950" y="438150"/>
                </a:moveTo>
                <a:lnTo>
                  <a:pt x="752475" y="438150"/>
                </a:lnTo>
                <a:lnTo>
                  <a:pt x="752475" y="447675"/>
                </a:lnTo>
                <a:lnTo>
                  <a:pt x="742950" y="447675"/>
                </a:lnTo>
                <a:close/>
                <a:moveTo>
                  <a:pt x="828675" y="438150"/>
                </a:moveTo>
                <a:lnTo>
                  <a:pt x="838200" y="438150"/>
                </a:lnTo>
                <a:lnTo>
                  <a:pt x="838200" y="447675"/>
                </a:lnTo>
                <a:lnTo>
                  <a:pt x="828675" y="447675"/>
                </a:lnTo>
                <a:close/>
                <a:moveTo>
                  <a:pt x="981075" y="438150"/>
                </a:moveTo>
                <a:lnTo>
                  <a:pt x="990600" y="438150"/>
                </a:lnTo>
                <a:lnTo>
                  <a:pt x="990600" y="447675"/>
                </a:lnTo>
                <a:lnTo>
                  <a:pt x="981075" y="447675"/>
                </a:lnTo>
                <a:close/>
                <a:moveTo>
                  <a:pt x="1019175" y="438150"/>
                </a:moveTo>
                <a:lnTo>
                  <a:pt x="1028700" y="438150"/>
                </a:lnTo>
                <a:lnTo>
                  <a:pt x="1028700" y="447675"/>
                </a:lnTo>
                <a:lnTo>
                  <a:pt x="1019175" y="447675"/>
                </a:lnTo>
                <a:close/>
                <a:moveTo>
                  <a:pt x="1133475" y="438150"/>
                </a:moveTo>
                <a:lnTo>
                  <a:pt x="1143000" y="438150"/>
                </a:lnTo>
                <a:lnTo>
                  <a:pt x="1143000" y="447675"/>
                </a:lnTo>
                <a:lnTo>
                  <a:pt x="1133475" y="447675"/>
                </a:lnTo>
                <a:close/>
                <a:moveTo>
                  <a:pt x="1285875" y="438150"/>
                </a:moveTo>
                <a:lnTo>
                  <a:pt x="1295400" y="438150"/>
                </a:lnTo>
                <a:lnTo>
                  <a:pt x="1295400" y="447675"/>
                </a:lnTo>
                <a:lnTo>
                  <a:pt x="1285875" y="447675"/>
                </a:lnTo>
                <a:close/>
                <a:moveTo>
                  <a:pt x="590550" y="447675"/>
                </a:moveTo>
                <a:lnTo>
                  <a:pt x="619125" y="447675"/>
                </a:lnTo>
                <a:lnTo>
                  <a:pt x="619125" y="457200"/>
                </a:lnTo>
                <a:lnTo>
                  <a:pt x="628650" y="457200"/>
                </a:lnTo>
                <a:lnTo>
                  <a:pt x="628650" y="485775"/>
                </a:lnTo>
                <a:lnTo>
                  <a:pt x="638175" y="485775"/>
                </a:lnTo>
                <a:lnTo>
                  <a:pt x="638175" y="495300"/>
                </a:lnTo>
                <a:lnTo>
                  <a:pt x="619125" y="495300"/>
                </a:lnTo>
                <a:lnTo>
                  <a:pt x="619125" y="466725"/>
                </a:lnTo>
                <a:lnTo>
                  <a:pt x="609600" y="466725"/>
                </a:lnTo>
                <a:lnTo>
                  <a:pt x="609600" y="457200"/>
                </a:lnTo>
                <a:lnTo>
                  <a:pt x="590550" y="457200"/>
                </a:lnTo>
                <a:close/>
                <a:moveTo>
                  <a:pt x="733425" y="447675"/>
                </a:moveTo>
                <a:lnTo>
                  <a:pt x="742950" y="447675"/>
                </a:lnTo>
                <a:lnTo>
                  <a:pt x="742950" y="571500"/>
                </a:lnTo>
                <a:lnTo>
                  <a:pt x="733425" y="571500"/>
                </a:lnTo>
                <a:close/>
                <a:moveTo>
                  <a:pt x="1028700" y="447675"/>
                </a:moveTo>
                <a:lnTo>
                  <a:pt x="1038225" y="447675"/>
                </a:lnTo>
                <a:lnTo>
                  <a:pt x="1038225" y="457200"/>
                </a:lnTo>
                <a:lnTo>
                  <a:pt x="1028700" y="457200"/>
                </a:lnTo>
                <a:close/>
                <a:moveTo>
                  <a:pt x="581025" y="457200"/>
                </a:moveTo>
                <a:lnTo>
                  <a:pt x="590550" y="457200"/>
                </a:lnTo>
                <a:lnTo>
                  <a:pt x="590550" y="466725"/>
                </a:lnTo>
                <a:lnTo>
                  <a:pt x="581025" y="466725"/>
                </a:lnTo>
                <a:close/>
                <a:moveTo>
                  <a:pt x="1038225" y="457200"/>
                </a:moveTo>
                <a:lnTo>
                  <a:pt x="1047750" y="457200"/>
                </a:lnTo>
                <a:lnTo>
                  <a:pt x="1047750" y="466725"/>
                </a:lnTo>
                <a:lnTo>
                  <a:pt x="1066800" y="466725"/>
                </a:lnTo>
                <a:lnTo>
                  <a:pt x="1066800" y="476250"/>
                </a:lnTo>
                <a:lnTo>
                  <a:pt x="1038225" y="476250"/>
                </a:lnTo>
                <a:close/>
                <a:moveTo>
                  <a:pt x="1123950" y="457200"/>
                </a:moveTo>
                <a:lnTo>
                  <a:pt x="1133475" y="457200"/>
                </a:lnTo>
                <a:lnTo>
                  <a:pt x="1133475" y="466725"/>
                </a:lnTo>
                <a:lnTo>
                  <a:pt x="1123950" y="466725"/>
                </a:lnTo>
                <a:close/>
                <a:moveTo>
                  <a:pt x="571500" y="466725"/>
                </a:moveTo>
                <a:lnTo>
                  <a:pt x="581025" y="466725"/>
                </a:lnTo>
                <a:lnTo>
                  <a:pt x="581025" y="476250"/>
                </a:lnTo>
                <a:lnTo>
                  <a:pt x="571500" y="476250"/>
                </a:lnTo>
                <a:close/>
                <a:moveTo>
                  <a:pt x="904875" y="466725"/>
                </a:moveTo>
                <a:lnTo>
                  <a:pt x="942975" y="466725"/>
                </a:lnTo>
                <a:lnTo>
                  <a:pt x="942975" y="476250"/>
                </a:lnTo>
                <a:lnTo>
                  <a:pt x="904875" y="476250"/>
                </a:lnTo>
                <a:close/>
                <a:moveTo>
                  <a:pt x="971550" y="466725"/>
                </a:moveTo>
                <a:lnTo>
                  <a:pt x="981075" y="466725"/>
                </a:lnTo>
                <a:lnTo>
                  <a:pt x="981075" y="485775"/>
                </a:lnTo>
                <a:lnTo>
                  <a:pt x="962025" y="485775"/>
                </a:lnTo>
                <a:lnTo>
                  <a:pt x="962025" y="476250"/>
                </a:lnTo>
                <a:lnTo>
                  <a:pt x="971550" y="476250"/>
                </a:lnTo>
                <a:close/>
                <a:moveTo>
                  <a:pt x="1104900" y="466725"/>
                </a:moveTo>
                <a:lnTo>
                  <a:pt x="1123950" y="466725"/>
                </a:lnTo>
                <a:lnTo>
                  <a:pt x="1123950" y="476250"/>
                </a:lnTo>
                <a:lnTo>
                  <a:pt x="1104900" y="476250"/>
                </a:lnTo>
                <a:close/>
                <a:moveTo>
                  <a:pt x="1343025" y="466725"/>
                </a:moveTo>
                <a:lnTo>
                  <a:pt x="1381125" y="466725"/>
                </a:lnTo>
                <a:lnTo>
                  <a:pt x="1381125" y="476250"/>
                </a:lnTo>
                <a:lnTo>
                  <a:pt x="1343025" y="476250"/>
                </a:lnTo>
                <a:close/>
                <a:moveTo>
                  <a:pt x="561975" y="476250"/>
                </a:moveTo>
                <a:lnTo>
                  <a:pt x="571500" y="476250"/>
                </a:lnTo>
                <a:lnTo>
                  <a:pt x="571500" y="485775"/>
                </a:lnTo>
                <a:lnTo>
                  <a:pt x="561975" y="485775"/>
                </a:lnTo>
                <a:close/>
                <a:moveTo>
                  <a:pt x="857250" y="476250"/>
                </a:moveTo>
                <a:lnTo>
                  <a:pt x="866775" y="476250"/>
                </a:lnTo>
                <a:lnTo>
                  <a:pt x="866775" y="485775"/>
                </a:lnTo>
                <a:lnTo>
                  <a:pt x="876300" y="485775"/>
                </a:lnTo>
                <a:lnTo>
                  <a:pt x="876300" y="495300"/>
                </a:lnTo>
                <a:lnTo>
                  <a:pt x="857250" y="495300"/>
                </a:lnTo>
                <a:close/>
                <a:moveTo>
                  <a:pt x="276225" y="485775"/>
                </a:moveTo>
                <a:lnTo>
                  <a:pt x="285750" y="485775"/>
                </a:lnTo>
                <a:lnTo>
                  <a:pt x="285750" y="542925"/>
                </a:lnTo>
                <a:lnTo>
                  <a:pt x="276225" y="542925"/>
                </a:lnTo>
                <a:close/>
                <a:moveTo>
                  <a:pt x="542925" y="485775"/>
                </a:moveTo>
                <a:lnTo>
                  <a:pt x="552450" y="485775"/>
                </a:lnTo>
                <a:lnTo>
                  <a:pt x="552450" y="495300"/>
                </a:lnTo>
                <a:lnTo>
                  <a:pt x="542925" y="495300"/>
                </a:lnTo>
                <a:close/>
                <a:moveTo>
                  <a:pt x="647700" y="485775"/>
                </a:moveTo>
                <a:lnTo>
                  <a:pt x="676275" y="485775"/>
                </a:lnTo>
                <a:lnTo>
                  <a:pt x="676275" y="495300"/>
                </a:lnTo>
                <a:lnTo>
                  <a:pt x="647700" y="495300"/>
                </a:lnTo>
                <a:close/>
                <a:moveTo>
                  <a:pt x="1295400" y="485775"/>
                </a:moveTo>
                <a:lnTo>
                  <a:pt x="1304925" y="485775"/>
                </a:lnTo>
                <a:lnTo>
                  <a:pt x="1304925" y="495300"/>
                </a:lnTo>
                <a:lnTo>
                  <a:pt x="1295400" y="495300"/>
                </a:lnTo>
                <a:close/>
                <a:moveTo>
                  <a:pt x="523875" y="495300"/>
                </a:moveTo>
                <a:lnTo>
                  <a:pt x="542925" y="495300"/>
                </a:lnTo>
                <a:lnTo>
                  <a:pt x="542925" y="504825"/>
                </a:lnTo>
                <a:lnTo>
                  <a:pt x="533400" y="504825"/>
                </a:lnTo>
                <a:lnTo>
                  <a:pt x="533400" y="514350"/>
                </a:lnTo>
                <a:lnTo>
                  <a:pt x="523875" y="514350"/>
                </a:lnTo>
                <a:lnTo>
                  <a:pt x="523875" y="523875"/>
                </a:lnTo>
                <a:lnTo>
                  <a:pt x="514350" y="523875"/>
                </a:lnTo>
                <a:lnTo>
                  <a:pt x="514350" y="504825"/>
                </a:lnTo>
                <a:lnTo>
                  <a:pt x="523875" y="504825"/>
                </a:lnTo>
                <a:close/>
                <a:moveTo>
                  <a:pt x="1409700" y="495300"/>
                </a:moveTo>
                <a:lnTo>
                  <a:pt x="1419225" y="495300"/>
                </a:lnTo>
                <a:lnTo>
                  <a:pt x="1419225" y="504825"/>
                </a:lnTo>
                <a:lnTo>
                  <a:pt x="1409700" y="504825"/>
                </a:lnTo>
                <a:close/>
                <a:moveTo>
                  <a:pt x="1524000" y="495300"/>
                </a:moveTo>
                <a:lnTo>
                  <a:pt x="1533525" y="495300"/>
                </a:lnTo>
                <a:lnTo>
                  <a:pt x="1533525" y="504825"/>
                </a:lnTo>
                <a:lnTo>
                  <a:pt x="1524000" y="504825"/>
                </a:lnTo>
                <a:close/>
                <a:moveTo>
                  <a:pt x="38100" y="504825"/>
                </a:moveTo>
                <a:lnTo>
                  <a:pt x="47625" y="504825"/>
                </a:lnTo>
                <a:lnTo>
                  <a:pt x="47625" y="514350"/>
                </a:lnTo>
                <a:lnTo>
                  <a:pt x="38100" y="514350"/>
                </a:lnTo>
                <a:close/>
                <a:moveTo>
                  <a:pt x="466725" y="504825"/>
                </a:moveTo>
                <a:lnTo>
                  <a:pt x="476250" y="504825"/>
                </a:lnTo>
                <a:lnTo>
                  <a:pt x="476250" y="514350"/>
                </a:lnTo>
                <a:lnTo>
                  <a:pt x="466725" y="514350"/>
                </a:lnTo>
                <a:close/>
                <a:moveTo>
                  <a:pt x="1457325" y="504825"/>
                </a:moveTo>
                <a:lnTo>
                  <a:pt x="1466850" y="504825"/>
                </a:lnTo>
                <a:lnTo>
                  <a:pt x="1466850" y="514350"/>
                </a:lnTo>
                <a:lnTo>
                  <a:pt x="1457325" y="514350"/>
                </a:lnTo>
                <a:close/>
                <a:moveTo>
                  <a:pt x="1552575" y="504825"/>
                </a:moveTo>
                <a:lnTo>
                  <a:pt x="1562100" y="504825"/>
                </a:lnTo>
                <a:lnTo>
                  <a:pt x="1562100" y="514350"/>
                </a:lnTo>
                <a:lnTo>
                  <a:pt x="1552575" y="514350"/>
                </a:lnTo>
                <a:close/>
                <a:moveTo>
                  <a:pt x="476250" y="514350"/>
                </a:moveTo>
                <a:lnTo>
                  <a:pt x="485775" y="514350"/>
                </a:lnTo>
                <a:lnTo>
                  <a:pt x="485775" y="533400"/>
                </a:lnTo>
                <a:lnTo>
                  <a:pt x="476250" y="533400"/>
                </a:lnTo>
                <a:close/>
                <a:moveTo>
                  <a:pt x="1419225" y="514350"/>
                </a:moveTo>
                <a:lnTo>
                  <a:pt x="1428750" y="514350"/>
                </a:lnTo>
                <a:lnTo>
                  <a:pt x="1428750" y="552450"/>
                </a:lnTo>
                <a:lnTo>
                  <a:pt x="1419225" y="552450"/>
                </a:lnTo>
                <a:close/>
                <a:moveTo>
                  <a:pt x="1562100" y="514350"/>
                </a:moveTo>
                <a:lnTo>
                  <a:pt x="1571625" y="514350"/>
                </a:lnTo>
                <a:lnTo>
                  <a:pt x="1571625" y="533400"/>
                </a:lnTo>
                <a:lnTo>
                  <a:pt x="1562100" y="533400"/>
                </a:lnTo>
                <a:close/>
                <a:moveTo>
                  <a:pt x="66675" y="523875"/>
                </a:moveTo>
                <a:lnTo>
                  <a:pt x="76200" y="523875"/>
                </a:lnTo>
                <a:lnTo>
                  <a:pt x="76200" y="533400"/>
                </a:lnTo>
                <a:lnTo>
                  <a:pt x="66675" y="533400"/>
                </a:lnTo>
                <a:close/>
                <a:moveTo>
                  <a:pt x="209550" y="523875"/>
                </a:moveTo>
                <a:lnTo>
                  <a:pt x="219075" y="523875"/>
                </a:lnTo>
                <a:lnTo>
                  <a:pt x="219075" y="590550"/>
                </a:lnTo>
                <a:lnTo>
                  <a:pt x="209550" y="590550"/>
                </a:lnTo>
                <a:close/>
                <a:moveTo>
                  <a:pt x="914400" y="523875"/>
                </a:moveTo>
                <a:lnTo>
                  <a:pt x="933450" y="523875"/>
                </a:lnTo>
                <a:lnTo>
                  <a:pt x="933450" y="533400"/>
                </a:lnTo>
                <a:lnTo>
                  <a:pt x="914400" y="533400"/>
                </a:lnTo>
                <a:close/>
                <a:moveTo>
                  <a:pt x="466725" y="533400"/>
                </a:moveTo>
                <a:lnTo>
                  <a:pt x="476250" y="533400"/>
                </a:lnTo>
                <a:lnTo>
                  <a:pt x="476250" y="542925"/>
                </a:lnTo>
                <a:lnTo>
                  <a:pt x="466725" y="542925"/>
                </a:lnTo>
                <a:close/>
                <a:moveTo>
                  <a:pt x="504825" y="533400"/>
                </a:moveTo>
                <a:lnTo>
                  <a:pt x="514350" y="533400"/>
                </a:lnTo>
                <a:lnTo>
                  <a:pt x="514350" y="552450"/>
                </a:lnTo>
                <a:lnTo>
                  <a:pt x="504825" y="552450"/>
                </a:lnTo>
                <a:close/>
                <a:moveTo>
                  <a:pt x="685800" y="533400"/>
                </a:moveTo>
                <a:lnTo>
                  <a:pt x="695325" y="533400"/>
                </a:lnTo>
                <a:lnTo>
                  <a:pt x="695325" y="571500"/>
                </a:lnTo>
                <a:lnTo>
                  <a:pt x="685800" y="571500"/>
                </a:lnTo>
                <a:close/>
                <a:moveTo>
                  <a:pt x="1352550" y="533400"/>
                </a:moveTo>
                <a:lnTo>
                  <a:pt x="1362075" y="533400"/>
                </a:lnTo>
                <a:lnTo>
                  <a:pt x="1362075" y="542925"/>
                </a:lnTo>
                <a:lnTo>
                  <a:pt x="1352550" y="542925"/>
                </a:lnTo>
                <a:close/>
                <a:moveTo>
                  <a:pt x="1552575" y="533400"/>
                </a:moveTo>
                <a:lnTo>
                  <a:pt x="1562100" y="533400"/>
                </a:lnTo>
                <a:lnTo>
                  <a:pt x="1562100" y="542925"/>
                </a:lnTo>
                <a:lnTo>
                  <a:pt x="1552575" y="542925"/>
                </a:lnTo>
                <a:close/>
                <a:moveTo>
                  <a:pt x="1685925" y="533400"/>
                </a:moveTo>
                <a:lnTo>
                  <a:pt x="1695450" y="533400"/>
                </a:lnTo>
                <a:lnTo>
                  <a:pt x="1695450" y="619125"/>
                </a:lnTo>
                <a:lnTo>
                  <a:pt x="1685925" y="619125"/>
                </a:lnTo>
                <a:close/>
                <a:moveTo>
                  <a:pt x="1476375" y="542925"/>
                </a:moveTo>
                <a:lnTo>
                  <a:pt x="1504950" y="542925"/>
                </a:lnTo>
                <a:lnTo>
                  <a:pt x="1504950" y="552450"/>
                </a:lnTo>
                <a:lnTo>
                  <a:pt x="1476375" y="552450"/>
                </a:lnTo>
                <a:close/>
                <a:moveTo>
                  <a:pt x="76200" y="552450"/>
                </a:moveTo>
                <a:lnTo>
                  <a:pt x="85725" y="552450"/>
                </a:lnTo>
                <a:lnTo>
                  <a:pt x="85725" y="561975"/>
                </a:lnTo>
                <a:lnTo>
                  <a:pt x="76200" y="561975"/>
                </a:lnTo>
                <a:close/>
                <a:moveTo>
                  <a:pt x="1409700" y="561975"/>
                </a:moveTo>
                <a:lnTo>
                  <a:pt x="1419225" y="561975"/>
                </a:lnTo>
                <a:lnTo>
                  <a:pt x="1419225" y="571500"/>
                </a:lnTo>
                <a:lnTo>
                  <a:pt x="1409700" y="571500"/>
                </a:lnTo>
                <a:close/>
                <a:moveTo>
                  <a:pt x="514350" y="571500"/>
                </a:moveTo>
                <a:lnTo>
                  <a:pt x="523875" y="571500"/>
                </a:lnTo>
                <a:lnTo>
                  <a:pt x="523875" y="581025"/>
                </a:lnTo>
                <a:lnTo>
                  <a:pt x="514350" y="581025"/>
                </a:lnTo>
                <a:close/>
                <a:moveTo>
                  <a:pt x="676275" y="571500"/>
                </a:moveTo>
                <a:lnTo>
                  <a:pt x="685800" y="571500"/>
                </a:lnTo>
                <a:lnTo>
                  <a:pt x="685800" y="581025"/>
                </a:lnTo>
                <a:lnTo>
                  <a:pt x="676275" y="581025"/>
                </a:lnTo>
                <a:close/>
                <a:moveTo>
                  <a:pt x="857250" y="571500"/>
                </a:moveTo>
                <a:lnTo>
                  <a:pt x="876300" y="571500"/>
                </a:lnTo>
                <a:lnTo>
                  <a:pt x="876300" y="581025"/>
                </a:lnTo>
                <a:lnTo>
                  <a:pt x="857250" y="581025"/>
                </a:lnTo>
                <a:close/>
                <a:moveTo>
                  <a:pt x="1400175" y="571500"/>
                </a:moveTo>
                <a:lnTo>
                  <a:pt x="1409700" y="571500"/>
                </a:lnTo>
                <a:lnTo>
                  <a:pt x="1409700" y="581025"/>
                </a:lnTo>
                <a:lnTo>
                  <a:pt x="1400175" y="581025"/>
                </a:lnTo>
                <a:close/>
                <a:moveTo>
                  <a:pt x="523875" y="581025"/>
                </a:moveTo>
                <a:lnTo>
                  <a:pt x="533400" y="581025"/>
                </a:lnTo>
                <a:lnTo>
                  <a:pt x="533400" y="590550"/>
                </a:lnTo>
                <a:lnTo>
                  <a:pt x="523875" y="590550"/>
                </a:lnTo>
                <a:close/>
                <a:moveTo>
                  <a:pt x="609600" y="581025"/>
                </a:moveTo>
                <a:lnTo>
                  <a:pt x="628650" y="581025"/>
                </a:lnTo>
                <a:lnTo>
                  <a:pt x="628650" y="590550"/>
                </a:lnTo>
                <a:lnTo>
                  <a:pt x="609600" y="590550"/>
                </a:lnTo>
                <a:close/>
                <a:moveTo>
                  <a:pt x="666750" y="581025"/>
                </a:moveTo>
                <a:lnTo>
                  <a:pt x="676275" y="581025"/>
                </a:lnTo>
                <a:lnTo>
                  <a:pt x="676275" y="590550"/>
                </a:lnTo>
                <a:lnTo>
                  <a:pt x="666750" y="590550"/>
                </a:lnTo>
                <a:close/>
                <a:moveTo>
                  <a:pt x="742950" y="581025"/>
                </a:moveTo>
                <a:lnTo>
                  <a:pt x="752475" y="581025"/>
                </a:lnTo>
                <a:lnTo>
                  <a:pt x="752475" y="590550"/>
                </a:lnTo>
                <a:lnTo>
                  <a:pt x="742950" y="590550"/>
                </a:lnTo>
                <a:close/>
                <a:moveTo>
                  <a:pt x="847725" y="581025"/>
                </a:moveTo>
                <a:lnTo>
                  <a:pt x="857250" y="581025"/>
                </a:lnTo>
                <a:lnTo>
                  <a:pt x="857250" y="590550"/>
                </a:lnTo>
                <a:lnTo>
                  <a:pt x="847725" y="590550"/>
                </a:lnTo>
                <a:close/>
                <a:moveTo>
                  <a:pt x="876300" y="581025"/>
                </a:moveTo>
                <a:lnTo>
                  <a:pt x="885825" y="581025"/>
                </a:lnTo>
                <a:lnTo>
                  <a:pt x="885825" y="590550"/>
                </a:lnTo>
                <a:lnTo>
                  <a:pt x="876300" y="590550"/>
                </a:lnTo>
                <a:close/>
                <a:moveTo>
                  <a:pt x="962025" y="581025"/>
                </a:moveTo>
                <a:lnTo>
                  <a:pt x="1000125" y="581025"/>
                </a:lnTo>
                <a:lnTo>
                  <a:pt x="1000125" y="590550"/>
                </a:lnTo>
                <a:lnTo>
                  <a:pt x="962025" y="590550"/>
                </a:lnTo>
                <a:close/>
                <a:moveTo>
                  <a:pt x="1123950" y="581025"/>
                </a:moveTo>
                <a:lnTo>
                  <a:pt x="1143000" y="581025"/>
                </a:lnTo>
                <a:lnTo>
                  <a:pt x="1143000" y="590550"/>
                </a:lnTo>
                <a:lnTo>
                  <a:pt x="1123950" y="590550"/>
                </a:lnTo>
                <a:close/>
                <a:moveTo>
                  <a:pt x="1171575" y="581025"/>
                </a:moveTo>
                <a:lnTo>
                  <a:pt x="1200150" y="581025"/>
                </a:lnTo>
                <a:lnTo>
                  <a:pt x="1200150" y="590550"/>
                </a:lnTo>
                <a:lnTo>
                  <a:pt x="1171575" y="590550"/>
                </a:lnTo>
                <a:close/>
                <a:moveTo>
                  <a:pt x="1304925" y="581025"/>
                </a:moveTo>
                <a:lnTo>
                  <a:pt x="1323975" y="581025"/>
                </a:lnTo>
                <a:lnTo>
                  <a:pt x="1323975" y="590550"/>
                </a:lnTo>
                <a:lnTo>
                  <a:pt x="1304925" y="590550"/>
                </a:lnTo>
                <a:close/>
                <a:moveTo>
                  <a:pt x="1390650" y="581025"/>
                </a:moveTo>
                <a:lnTo>
                  <a:pt x="1400175" y="581025"/>
                </a:lnTo>
                <a:lnTo>
                  <a:pt x="1400175" y="590550"/>
                </a:lnTo>
                <a:lnTo>
                  <a:pt x="1390650" y="590550"/>
                </a:lnTo>
                <a:close/>
                <a:moveTo>
                  <a:pt x="1609725" y="581025"/>
                </a:moveTo>
                <a:lnTo>
                  <a:pt x="1619250" y="581025"/>
                </a:lnTo>
                <a:lnTo>
                  <a:pt x="1619250" y="600075"/>
                </a:lnTo>
                <a:lnTo>
                  <a:pt x="1609725" y="600075"/>
                </a:lnTo>
                <a:lnTo>
                  <a:pt x="1609725" y="609600"/>
                </a:lnTo>
                <a:lnTo>
                  <a:pt x="1590675" y="609600"/>
                </a:lnTo>
                <a:lnTo>
                  <a:pt x="1590675" y="600075"/>
                </a:lnTo>
                <a:lnTo>
                  <a:pt x="1600200" y="600075"/>
                </a:lnTo>
                <a:lnTo>
                  <a:pt x="1600200" y="590550"/>
                </a:lnTo>
                <a:lnTo>
                  <a:pt x="1609725" y="590550"/>
                </a:lnTo>
                <a:close/>
                <a:moveTo>
                  <a:pt x="95250" y="590550"/>
                </a:moveTo>
                <a:lnTo>
                  <a:pt x="104775" y="590550"/>
                </a:lnTo>
                <a:lnTo>
                  <a:pt x="104775" y="600075"/>
                </a:lnTo>
                <a:lnTo>
                  <a:pt x="95250" y="600075"/>
                </a:lnTo>
                <a:close/>
                <a:moveTo>
                  <a:pt x="285750" y="590550"/>
                </a:moveTo>
                <a:lnTo>
                  <a:pt x="295275" y="590550"/>
                </a:lnTo>
                <a:lnTo>
                  <a:pt x="295275" y="600075"/>
                </a:lnTo>
                <a:lnTo>
                  <a:pt x="285750" y="600075"/>
                </a:lnTo>
                <a:close/>
                <a:moveTo>
                  <a:pt x="561975" y="590550"/>
                </a:moveTo>
                <a:lnTo>
                  <a:pt x="571500" y="590550"/>
                </a:lnTo>
                <a:lnTo>
                  <a:pt x="571500" y="600075"/>
                </a:lnTo>
                <a:lnTo>
                  <a:pt x="561975" y="600075"/>
                </a:lnTo>
                <a:close/>
                <a:moveTo>
                  <a:pt x="752475" y="590550"/>
                </a:moveTo>
                <a:lnTo>
                  <a:pt x="838200" y="590550"/>
                </a:lnTo>
                <a:lnTo>
                  <a:pt x="838200" y="609600"/>
                </a:lnTo>
                <a:lnTo>
                  <a:pt x="904875" y="609600"/>
                </a:lnTo>
                <a:lnTo>
                  <a:pt x="904875" y="590550"/>
                </a:lnTo>
                <a:lnTo>
                  <a:pt x="952500" y="590550"/>
                </a:lnTo>
                <a:lnTo>
                  <a:pt x="952500" y="600075"/>
                </a:lnTo>
                <a:lnTo>
                  <a:pt x="942975" y="600075"/>
                </a:lnTo>
                <a:lnTo>
                  <a:pt x="942975" y="609600"/>
                </a:lnTo>
                <a:lnTo>
                  <a:pt x="1000125" y="609600"/>
                </a:lnTo>
                <a:lnTo>
                  <a:pt x="1000125" y="590550"/>
                </a:lnTo>
                <a:lnTo>
                  <a:pt x="1104900" y="590550"/>
                </a:lnTo>
                <a:lnTo>
                  <a:pt x="1104900" y="600075"/>
                </a:lnTo>
                <a:lnTo>
                  <a:pt x="1076325" y="600075"/>
                </a:lnTo>
                <a:lnTo>
                  <a:pt x="1076325" y="609600"/>
                </a:lnTo>
                <a:lnTo>
                  <a:pt x="1095375" y="609600"/>
                </a:lnTo>
                <a:lnTo>
                  <a:pt x="1095375" y="619125"/>
                </a:lnTo>
                <a:lnTo>
                  <a:pt x="495300" y="619125"/>
                </a:lnTo>
                <a:lnTo>
                  <a:pt x="495300" y="609600"/>
                </a:lnTo>
                <a:lnTo>
                  <a:pt x="752475" y="609600"/>
                </a:lnTo>
                <a:close/>
                <a:moveTo>
                  <a:pt x="1266825" y="590550"/>
                </a:moveTo>
                <a:lnTo>
                  <a:pt x="1285875" y="590550"/>
                </a:lnTo>
                <a:lnTo>
                  <a:pt x="1285875" y="609600"/>
                </a:lnTo>
                <a:lnTo>
                  <a:pt x="1343025" y="609600"/>
                </a:lnTo>
                <a:lnTo>
                  <a:pt x="1343025" y="619125"/>
                </a:lnTo>
                <a:lnTo>
                  <a:pt x="1104900" y="619125"/>
                </a:lnTo>
                <a:lnTo>
                  <a:pt x="1104900" y="609600"/>
                </a:lnTo>
                <a:lnTo>
                  <a:pt x="1266825" y="609600"/>
                </a:lnTo>
                <a:close/>
                <a:moveTo>
                  <a:pt x="1352550" y="590550"/>
                </a:moveTo>
                <a:lnTo>
                  <a:pt x="1371600" y="590550"/>
                </a:lnTo>
                <a:lnTo>
                  <a:pt x="1371600" y="600075"/>
                </a:lnTo>
                <a:lnTo>
                  <a:pt x="1352550" y="600075"/>
                </a:lnTo>
                <a:close/>
                <a:moveTo>
                  <a:pt x="295275" y="600075"/>
                </a:moveTo>
                <a:lnTo>
                  <a:pt x="304800" y="600075"/>
                </a:lnTo>
                <a:lnTo>
                  <a:pt x="304800" y="609600"/>
                </a:lnTo>
                <a:lnTo>
                  <a:pt x="295275" y="609600"/>
                </a:lnTo>
                <a:close/>
                <a:moveTo>
                  <a:pt x="76200" y="609600"/>
                </a:moveTo>
                <a:lnTo>
                  <a:pt x="85725" y="609600"/>
                </a:lnTo>
                <a:lnTo>
                  <a:pt x="85725" y="619125"/>
                </a:lnTo>
                <a:lnTo>
                  <a:pt x="76200" y="619125"/>
                </a:lnTo>
                <a:close/>
                <a:moveTo>
                  <a:pt x="323850" y="609600"/>
                </a:moveTo>
                <a:lnTo>
                  <a:pt x="342900" y="609600"/>
                </a:lnTo>
                <a:lnTo>
                  <a:pt x="342900" y="619125"/>
                </a:lnTo>
                <a:lnTo>
                  <a:pt x="323850" y="619125"/>
                </a:lnTo>
                <a:close/>
                <a:moveTo>
                  <a:pt x="361950" y="609600"/>
                </a:moveTo>
                <a:lnTo>
                  <a:pt x="485775" y="609600"/>
                </a:lnTo>
                <a:lnTo>
                  <a:pt x="485775" y="619125"/>
                </a:lnTo>
                <a:lnTo>
                  <a:pt x="361950" y="619125"/>
                </a:lnTo>
                <a:close/>
                <a:moveTo>
                  <a:pt x="1047750" y="609600"/>
                </a:moveTo>
                <a:lnTo>
                  <a:pt x="1057275" y="609600"/>
                </a:lnTo>
                <a:lnTo>
                  <a:pt x="1057275" y="600075"/>
                </a:lnTo>
                <a:lnTo>
                  <a:pt x="1047750" y="600075"/>
                </a:lnTo>
                <a:close/>
                <a:moveTo>
                  <a:pt x="1371600" y="609600"/>
                </a:moveTo>
                <a:lnTo>
                  <a:pt x="1381125" y="609600"/>
                </a:lnTo>
                <a:lnTo>
                  <a:pt x="1381125" y="619125"/>
                </a:lnTo>
                <a:lnTo>
                  <a:pt x="1371600" y="619125"/>
                </a:lnTo>
                <a:close/>
                <a:moveTo>
                  <a:pt x="1400175" y="609600"/>
                </a:moveTo>
                <a:lnTo>
                  <a:pt x="1495425" y="609600"/>
                </a:lnTo>
                <a:lnTo>
                  <a:pt x="1495425" y="619125"/>
                </a:lnTo>
                <a:lnTo>
                  <a:pt x="1400175" y="619125"/>
                </a:lnTo>
                <a:close/>
                <a:moveTo>
                  <a:pt x="219075" y="628650"/>
                </a:moveTo>
                <a:lnTo>
                  <a:pt x="228600" y="628650"/>
                </a:lnTo>
                <a:lnTo>
                  <a:pt x="228600" y="638175"/>
                </a:lnTo>
                <a:lnTo>
                  <a:pt x="219075" y="638175"/>
                </a:lnTo>
                <a:close/>
                <a:moveTo>
                  <a:pt x="1685925" y="628650"/>
                </a:moveTo>
                <a:lnTo>
                  <a:pt x="1695450" y="628650"/>
                </a:lnTo>
                <a:lnTo>
                  <a:pt x="1695450" y="638175"/>
                </a:lnTo>
                <a:lnTo>
                  <a:pt x="1685925" y="638175"/>
                </a:lnTo>
                <a:close/>
                <a:moveTo>
                  <a:pt x="209550" y="638175"/>
                </a:moveTo>
                <a:lnTo>
                  <a:pt x="219075" y="638175"/>
                </a:lnTo>
                <a:lnTo>
                  <a:pt x="219075" y="647700"/>
                </a:lnTo>
                <a:lnTo>
                  <a:pt x="209550" y="647700"/>
                </a:lnTo>
                <a:close/>
                <a:moveTo>
                  <a:pt x="1695450" y="638175"/>
                </a:moveTo>
                <a:lnTo>
                  <a:pt x="1704975" y="638175"/>
                </a:lnTo>
                <a:lnTo>
                  <a:pt x="1704975" y="647700"/>
                </a:lnTo>
                <a:lnTo>
                  <a:pt x="1695450" y="647700"/>
                </a:lnTo>
                <a:close/>
                <a:moveTo>
                  <a:pt x="161925" y="657225"/>
                </a:moveTo>
                <a:lnTo>
                  <a:pt x="180975" y="657225"/>
                </a:lnTo>
                <a:lnTo>
                  <a:pt x="180975" y="666750"/>
                </a:lnTo>
                <a:lnTo>
                  <a:pt x="161925" y="666750"/>
                </a:lnTo>
                <a:close/>
                <a:moveTo>
                  <a:pt x="142875" y="676275"/>
                </a:moveTo>
                <a:lnTo>
                  <a:pt x="152400" y="676275"/>
                </a:lnTo>
                <a:lnTo>
                  <a:pt x="152400" y="685800"/>
                </a:lnTo>
                <a:lnTo>
                  <a:pt x="142875" y="685800"/>
                </a:lnTo>
                <a:close/>
                <a:moveTo>
                  <a:pt x="171450" y="704850"/>
                </a:moveTo>
                <a:lnTo>
                  <a:pt x="180975" y="704850"/>
                </a:lnTo>
                <a:lnTo>
                  <a:pt x="180975" y="733425"/>
                </a:lnTo>
                <a:lnTo>
                  <a:pt x="171450" y="733425"/>
                </a:lnTo>
                <a:lnTo>
                  <a:pt x="171450" y="752475"/>
                </a:lnTo>
                <a:lnTo>
                  <a:pt x="161925" y="752475"/>
                </a:lnTo>
                <a:lnTo>
                  <a:pt x="161925" y="762000"/>
                </a:lnTo>
                <a:lnTo>
                  <a:pt x="152400" y="762000"/>
                </a:lnTo>
                <a:lnTo>
                  <a:pt x="152400" y="742950"/>
                </a:lnTo>
                <a:lnTo>
                  <a:pt x="161925" y="742950"/>
                </a:lnTo>
                <a:lnTo>
                  <a:pt x="161925" y="723900"/>
                </a:lnTo>
                <a:lnTo>
                  <a:pt x="171450" y="723900"/>
                </a:lnTo>
                <a:close/>
                <a:moveTo>
                  <a:pt x="1733550" y="742950"/>
                </a:moveTo>
                <a:lnTo>
                  <a:pt x="1743075" y="742950"/>
                </a:lnTo>
                <a:lnTo>
                  <a:pt x="1743075" y="752475"/>
                </a:lnTo>
                <a:lnTo>
                  <a:pt x="1733550" y="752475"/>
                </a:lnTo>
                <a:close/>
                <a:moveTo>
                  <a:pt x="142875" y="762000"/>
                </a:moveTo>
                <a:lnTo>
                  <a:pt x="152400" y="762000"/>
                </a:lnTo>
                <a:lnTo>
                  <a:pt x="152400" y="781050"/>
                </a:lnTo>
                <a:lnTo>
                  <a:pt x="142875" y="781050"/>
                </a:lnTo>
                <a:lnTo>
                  <a:pt x="142875" y="800100"/>
                </a:lnTo>
                <a:lnTo>
                  <a:pt x="133350" y="800100"/>
                </a:lnTo>
                <a:lnTo>
                  <a:pt x="133350" y="771525"/>
                </a:lnTo>
                <a:lnTo>
                  <a:pt x="142875" y="771525"/>
                </a:lnTo>
                <a:close/>
                <a:moveTo>
                  <a:pt x="1743075" y="762000"/>
                </a:moveTo>
                <a:lnTo>
                  <a:pt x="1752600" y="762000"/>
                </a:lnTo>
                <a:lnTo>
                  <a:pt x="1752600" y="771525"/>
                </a:lnTo>
                <a:lnTo>
                  <a:pt x="1743075" y="771525"/>
                </a:lnTo>
                <a:close/>
                <a:moveTo>
                  <a:pt x="123825" y="809625"/>
                </a:moveTo>
                <a:lnTo>
                  <a:pt x="133350" y="809625"/>
                </a:lnTo>
                <a:lnTo>
                  <a:pt x="133350" y="819150"/>
                </a:lnTo>
                <a:lnTo>
                  <a:pt x="123825" y="819150"/>
                </a:lnTo>
                <a:close/>
                <a:moveTo>
                  <a:pt x="1771650" y="809625"/>
                </a:moveTo>
                <a:lnTo>
                  <a:pt x="1781175" y="809625"/>
                </a:lnTo>
                <a:lnTo>
                  <a:pt x="1781175" y="819150"/>
                </a:lnTo>
                <a:lnTo>
                  <a:pt x="1771650" y="819150"/>
                </a:lnTo>
                <a:close/>
                <a:moveTo>
                  <a:pt x="114300" y="819150"/>
                </a:moveTo>
                <a:lnTo>
                  <a:pt x="123825" y="819150"/>
                </a:lnTo>
                <a:lnTo>
                  <a:pt x="123825" y="828675"/>
                </a:lnTo>
                <a:lnTo>
                  <a:pt x="114300" y="828675"/>
                </a:lnTo>
                <a:close/>
                <a:moveTo>
                  <a:pt x="1781175" y="819150"/>
                </a:moveTo>
                <a:lnTo>
                  <a:pt x="1790700" y="819150"/>
                </a:lnTo>
                <a:lnTo>
                  <a:pt x="1790700" y="828675"/>
                </a:lnTo>
                <a:lnTo>
                  <a:pt x="1781175" y="828675"/>
                </a:lnTo>
                <a:close/>
                <a:moveTo>
                  <a:pt x="1790700" y="828675"/>
                </a:moveTo>
                <a:lnTo>
                  <a:pt x="1800225" y="828675"/>
                </a:lnTo>
                <a:lnTo>
                  <a:pt x="1800225" y="838200"/>
                </a:lnTo>
                <a:lnTo>
                  <a:pt x="1809750" y="838200"/>
                </a:lnTo>
                <a:lnTo>
                  <a:pt x="1809750" y="847725"/>
                </a:lnTo>
                <a:lnTo>
                  <a:pt x="1819275" y="847725"/>
                </a:lnTo>
                <a:lnTo>
                  <a:pt x="1819275" y="876300"/>
                </a:lnTo>
                <a:lnTo>
                  <a:pt x="1809750" y="876300"/>
                </a:lnTo>
                <a:lnTo>
                  <a:pt x="1809750" y="857250"/>
                </a:lnTo>
                <a:lnTo>
                  <a:pt x="1800225" y="857250"/>
                </a:lnTo>
                <a:lnTo>
                  <a:pt x="1800225" y="847725"/>
                </a:lnTo>
                <a:lnTo>
                  <a:pt x="1790700" y="847725"/>
                </a:lnTo>
                <a:close/>
                <a:moveTo>
                  <a:pt x="104775" y="838200"/>
                </a:moveTo>
                <a:lnTo>
                  <a:pt x="114300" y="838200"/>
                </a:lnTo>
                <a:lnTo>
                  <a:pt x="114300" y="847725"/>
                </a:lnTo>
                <a:lnTo>
                  <a:pt x="104775" y="847725"/>
                </a:lnTo>
                <a:close/>
                <a:moveTo>
                  <a:pt x="95250" y="847725"/>
                </a:moveTo>
                <a:lnTo>
                  <a:pt x="104775" y="847725"/>
                </a:lnTo>
                <a:lnTo>
                  <a:pt x="104775" y="857250"/>
                </a:lnTo>
                <a:lnTo>
                  <a:pt x="95250" y="857250"/>
                </a:lnTo>
                <a:close/>
                <a:moveTo>
                  <a:pt x="85725" y="857250"/>
                </a:moveTo>
                <a:lnTo>
                  <a:pt x="95250" y="857250"/>
                </a:lnTo>
                <a:lnTo>
                  <a:pt x="95250" y="885825"/>
                </a:lnTo>
                <a:lnTo>
                  <a:pt x="85725" y="885825"/>
                </a:lnTo>
                <a:close/>
                <a:moveTo>
                  <a:pt x="1819275" y="876300"/>
                </a:moveTo>
                <a:lnTo>
                  <a:pt x="1828800" y="876300"/>
                </a:lnTo>
                <a:lnTo>
                  <a:pt x="1828800" y="885825"/>
                </a:lnTo>
                <a:lnTo>
                  <a:pt x="1819275" y="885825"/>
                </a:lnTo>
                <a:close/>
                <a:moveTo>
                  <a:pt x="1819275" y="895350"/>
                </a:moveTo>
                <a:lnTo>
                  <a:pt x="1828800" y="895350"/>
                </a:lnTo>
                <a:lnTo>
                  <a:pt x="1828800" y="923925"/>
                </a:lnTo>
                <a:lnTo>
                  <a:pt x="1819275" y="923925"/>
                </a:lnTo>
                <a:close/>
                <a:moveTo>
                  <a:pt x="85725" y="952500"/>
                </a:moveTo>
                <a:lnTo>
                  <a:pt x="95250" y="952500"/>
                </a:lnTo>
                <a:lnTo>
                  <a:pt x="95250" y="971550"/>
                </a:lnTo>
                <a:lnTo>
                  <a:pt x="85725" y="971550"/>
                </a:lnTo>
                <a:close/>
                <a:moveTo>
                  <a:pt x="1809750" y="952500"/>
                </a:moveTo>
                <a:lnTo>
                  <a:pt x="1819275" y="952500"/>
                </a:lnTo>
                <a:lnTo>
                  <a:pt x="1819275" y="962025"/>
                </a:lnTo>
                <a:lnTo>
                  <a:pt x="1809750" y="962025"/>
                </a:lnTo>
                <a:close/>
                <a:moveTo>
                  <a:pt x="1800225" y="971550"/>
                </a:moveTo>
                <a:lnTo>
                  <a:pt x="1809750" y="971550"/>
                </a:lnTo>
                <a:lnTo>
                  <a:pt x="1809750" y="981075"/>
                </a:lnTo>
                <a:lnTo>
                  <a:pt x="1800225" y="981075"/>
                </a:lnTo>
                <a:close/>
                <a:moveTo>
                  <a:pt x="95250" y="981075"/>
                </a:moveTo>
                <a:lnTo>
                  <a:pt x="104775" y="981075"/>
                </a:lnTo>
                <a:lnTo>
                  <a:pt x="104775" y="990600"/>
                </a:lnTo>
                <a:lnTo>
                  <a:pt x="114300" y="990600"/>
                </a:lnTo>
                <a:lnTo>
                  <a:pt x="114300" y="1000125"/>
                </a:lnTo>
                <a:lnTo>
                  <a:pt x="123825" y="1000125"/>
                </a:lnTo>
                <a:lnTo>
                  <a:pt x="123825" y="1009650"/>
                </a:lnTo>
                <a:lnTo>
                  <a:pt x="133350" y="1009650"/>
                </a:lnTo>
                <a:lnTo>
                  <a:pt x="133350" y="1019175"/>
                </a:lnTo>
                <a:lnTo>
                  <a:pt x="152400" y="1019175"/>
                </a:lnTo>
                <a:lnTo>
                  <a:pt x="152400" y="1028700"/>
                </a:lnTo>
                <a:lnTo>
                  <a:pt x="104775" y="1028700"/>
                </a:lnTo>
                <a:lnTo>
                  <a:pt x="104775" y="1009650"/>
                </a:lnTo>
                <a:lnTo>
                  <a:pt x="95250" y="1009650"/>
                </a:lnTo>
                <a:close/>
                <a:moveTo>
                  <a:pt x="1771650" y="1000125"/>
                </a:moveTo>
                <a:lnTo>
                  <a:pt x="1790700" y="1000125"/>
                </a:lnTo>
                <a:lnTo>
                  <a:pt x="1790700" y="1009650"/>
                </a:lnTo>
                <a:lnTo>
                  <a:pt x="1781175" y="1009650"/>
                </a:lnTo>
                <a:lnTo>
                  <a:pt x="1781175" y="1019175"/>
                </a:lnTo>
                <a:lnTo>
                  <a:pt x="1762125" y="1019175"/>
                </a:lnTo>
                <a:lnTo>
                  <a:pt x="1762125" y="1009650"/>
                </a:lnTo>
                <a:lnTo>
                  <a:pt x="1771650" y="1009650"/>
                </a:lnTo>
                <a:close/>
                <a:moveTo>
                  <a:pt x="152400" y="1028700"/>
                </a:moveTo>
                <a:lnTo>
                  <a:pt x="171450" y="1028700"/>
                </a:lnTo>
                <a:lnTo>
                  <a:pt x="171450" y="1038225"/>
                </a:lnTo>
                <a:lnTo>
                  <a:pt x="152400" y="1038225"/>
                </a:lnTo>
                <a:close/>
                <a:moveTo>
                  <a:pt x="1724025" y="1028700"/>
                </a:moveTo>
                <a:lnTo>
                  <a:pt x="1733550" y="1028700"/>
                </a:lnTo>
                <a:lnTo>
                  <a:pt x="1733550" y="1038225"/>
                </a:lnTo>
                <a:lnTo>
                  <a:pt x="1724025" y="1038225"/>
                </a:lnTo>
                <a:close/>
                <a:moveTo>
                  <a:pt x="171450" y="1038225"/>
                </a:moveTo>
                <a:lnTo>
                  <a:pt x="180975" y="1038225"/>
                </a:lnTo>
                <a:lnTo>
                  <a:pt x="180975" y="1066800"/>
                </a:lnTo>
                <a:lnTo>
                  <a:pt x="171450" y="1066800"/>
                </a:lnTo>
                <a:close/>
                <a:moveTo>
                  <a:pt x="1714500" y="1038225"/>
                </a:moveTo>
                <a:lnTo>
                  <a:pt x="1724025" y="1038225"/>
                </a:lnTo>
                <a:lnTo>
                  <a:pt x="1724025" y="1514475"/>
                </a:lnTo>
                <a:lnTo>
                  <a:pt x="1733550" y="1514475"/>
                </a:lnTo>
                <a:lnTo>
                  <a:pt x="1733550" y="1524000"/>
                </a:lnTo>
                <a:lnTo>
                  <a:pt x="1714500" y="1524000"/>
                </a:lnTo>
                <a:lnTo>
                  <a:pt x="1714500" y="1504950"/>
                </a:lnTo>
                <a:lnTo>
                  <a:pt x="1704975" y="1504950"/>
                </a:lnTo>
                <a:lnTo>
                  <a:pt x="1704975" y="1409700"/>
                </a:lnTo>
                <a:lnTo>
                  <a:pt x="1714500" y="1409700"/>
                </a:lnTo>
                <a:lnTo>
                  <a:pt x="1714500" y="1343025"/>
                </a:lnTo>
                <a:lnTo>
                  <a:pt x="1704975" y="1343025"/>
                </a:lnTo>
                <a:lnTo>
                  <a:pt x="1704975" y="1314450"/>
                </a:lnTo>
                <a:lnTo>
                  <a:pt x="1714500" y="1314450"/>
                </a:lnTo>
                <a:lnTo>
                  <a:pt x="1714500" y="1304925"/>
                </a:lnTo>
                <a:lnTo>
                  <a:pt x="1704975" y="1304925"/>
                </a:lnTo>
                <a:lnTo>
                  <a:pt x="1704975" y="1295400"/>
                </a:lnTo>
                <a:lnTo>
                  <a:pt x="1714500" y="1295400"/>
                </a:lnTo>
                <a:lnTo>
                  <a:pt x="1714500" y="1181100"/>
                </a:lnTo>
                <a:lnTo>
                  <a:pt x="1704975" y="1181100"/>
                </a:lnTo>
                <a:lnTo>
                  <a:pt x="1704975" y="1171575"/>
                </a:lnTo>
                <a:lnTo>
                  <a:pt x="1714500" y="1171575"/>
                </a:lnTo>
                <a:close/>
                <a:moveTo>
                  <a:pt x="180975" y="1066800"/>
                </a:moveTo>
                <a:lnTo>
                  <a:pt x="190500" y="1066800"/>
                </a:lnTo>
                <a:lnTo>
                  <a:pt x="190500" y="1409700"/>
                </a:lnTo>
                <a:lnTo>
                  <a:pt x="171450" y="1409700"/>
                </a:lnTo>
                <a:lnTo>
                  <a:pt x="171450" y="1400175"/>
                </a:lnTo>
                <a:lnTo>
                  <a:pt x="161925" y="1400175"/>
                </a:lnTo>
                <a:lnTo>
                  <a:pt x="161925" y="1390650"/>
                </a:lnTo>
                <a:lnTo>
                  <a:pt x="152400" y="1390650"/>
                </a:lnTo>
                <a:lnTo>
                  <a:pt x="152400" y="1381125"/>
                </a:lnTo>
                <a:lnTo>
                  <a:pt x="142875" y="1381125"/>
                </a:lnTo>
                <a:lnTo>
                  <a:pt x="142875" y="1371600"/>
                </a:lnTo>
                <a:lnTo>
                  <a:pt x="133350" y="1371600"/>
                </a:lnTo>
                <a:lnTo>
                  <a:pt x="133350" y="1362075"/>
                </a:lnTo>
                <a:lnTo>
                  <a:pt x="123825" y="1362075"/>
                </a:lnTo>
                <a:lnTo>
                  <a:pt x="123825" y="1352550"/>
                </a:lnTo>
                <a:lnTo>
                  <a:pt x="104775" y="1352550"/>
                </a:lnTo>
                <a:lnTo>
                  <a:pt x="104775" y="1343025"/>
                </a:lnTo>
                <a:lnTo>
                  <a:pt x="76200" y="1343025"/>
                </a:lnTo>
                <a:lnTo>
                  <a:pt x="76200" y="1333500"/>
                </a:lnTo>
                <a:lnTo>
                  <a:pt x="123825" y="1333500"/>
                </a:lnTo>
                <a:lnTo>
                  <a:pt x="123825" y="1343025"/>
                </a:lnTo>
                <a:lnTo>
                  <a:pt x="133350" y="1343025"/>
                </a:lnTo>
                <a:lnTo>
                  <a:pt x="133350" y="1352550"/>
                </a:lnTo>
                <a:lnTo>
                  <a:pt x="171450" y="1352550"/>
                </a:lnTo>
                <a:lnTo>
                  <a:pt x="171450" y="1343025"/>
                </a:lnTo>
                <a:lnTo>
                  <a:pt x="180975" y="1343025"/>
                </a:lnTo>
                <a:close/>
                <a:moveTo>
                  <a:pt x="1314450" y="1295400"/>
                </a:moveTo>
                <a:lnTo>
                  <a:pt x="1447800" y="1295400"/>
                </a:lnTo>
                <a:lnTo>
                  <a:pt x="1447800" y="1304925"/>
                </a:lnTo>
                <a:lnTo>
                  <a:pt x="1457325" y="1304925"/>
                </a:lnTo>
                <a:lnTo>
                  <a:pt x="1457325" y="1323975"/>
                </a:lnTo>
                <a:lnTo>
                  <a:pt x="1447800" y="1323975"/>
                </a:lnTo>
                <a:lnTo>
                  <a:pt x="1447800" y="1333500"/>
                </a:lnTo>
                <a:lnTo>
                  <a:pt x="1438275" y="1333500"/>
                </a:lnTo>
                <a:lnTo>
                  <a:pt x="1438275" y="1323975"/>
                </a:lnTo>
                <a:lnTo>
                  <a:pt x="1247775" y="1323975"/>
                </a:lnTo>
                <a:lnTo>
                  <a:pt x="1247775" y="1333500"/>
                </a:lnTo>
                <a:lnTo>
                  <a:pt x="1238250" y="1333500"/>
                </a:lnTo>
                <a:lnTo>
                  <a:pt x="1238250" y="1314450"/>
                </a:lnTo>
                <a:lnTo>
                  <a:pt x="1257300" y="1314450"/>
                </a:lnTo>
                <a:lnTo>
                  <a:pt x="1257300" y="1304925"/>
                </a:lnTo>
                <a:lnTo>
                  <a:pt x="1314450" y="1304925"/>
                </a:lnTo>
                <a:close/>
                <a:moveTo>
                  <a:pt x="1238250" y="1381125"/>
                </a:moveTo>
                <a:lnTo>
                  <a:pt x="1247775" y="1381125"/>
                </a:lnTo>
                <a:lnTo>
                  <a:pt x="1247775" y="1390650"/>
                </a:lnTo>
                <a:lnTo>
                  <a:pt x="1238250" y="1390650"/>
                </a:lnTo>
                <a:close/>
                <a:moveTo>
                  <a:pt x="1438275" y="1381125"/>
                </a:moveTo>
                <a:lnTo>
                  <a:pt x="1447800" y="1381125"/>
                </a:lnTo>
                <a:lnTo>
                  <a:pt x="1447800" y="1390650"/>
                </a:lnTo>
                <a:lnTo>
                  <a:pt x="1457325" y="1390650"/>
                </a:lnTo>
                <a:lnTo>
                  <a:pt x="1457325" y="1400175"/>
                </a:lnTo>
                <a:lnTo>
                  <a:pt x="1447800" y="1400175"/>
                </a:lnTo>
                <a:lnTo>
                  <a:pt x="1447800" y="1409700"/>
                </a:lnTo>
                <a:lnTo>
                  <a:pt x="1247775" y="1409700"/>
                </a:lnTo>
                <a:lnTo>
                  <a:pt x="1247775" y="1390650"/>
                </a:lnTo>
                <a:lnTo>
                  <a:pt x="1438275" y="1390650"/>
                </a:lnTo>
                <a:close/>
                <a:moveTo>
                  <a:pt x="1228725" y="1390650"/>
                </a:moveTo>
                <a:lnTo>
                  <a:pt x="1238250" y="1390650"/>
                </a:lnTo>
                <a:lnTo>
                  <a:pt x="1238250" y="1400175"/>
                </a:lnTo>
                <a:lnTo>
                  <a:pt x="1228725" y="1400175"/>
                </a:lnTo>
                <a:close/>
                <a:moveTo>
                  <a:pt x="38100" y="1419225"/>
                </a:moveTo>
                <a:lnTo>
                  <a:pt x="47625" y="1419225"/>
                </a:lnTo>
                <a:lnTo>
                  <a:pt x="47625" y="1428750"/>
                </a:lnTo>
                <a:lnTo>
                  <a:pt x="38100" y="1428750"/>
                </a:lnTo>
                <a:close/>
                <a:moveTo>
                  <a:pt x="47625" y="1447800"/>
                </a:moveTo>
                <a:lnTo>
                  <a:pt x="57150" y="1447800"/>
                </a:lnTo>
                <a:lnTo>
                  <a:pt x="57150" y="1457325"/>
                </a:lnTo>
                <a:lnTo>
                  <a:pt x="47625" y="1457325"/>
                </a:lnTo>
                <a:close/>
                <a:moveTo>
                  <a:pt x="57150" y="1476375"/>
                </a:moveTo>
                <a:lnTo>
                  <a:pt x="66675" y="1476375"/>
                </a:lnTo>
                <a:lnTo>
                  <a:pt x="66675" y="1485900"/>
                </a:lnTo>
                <a:lnTo>
                  <a:pt x="57150" y="1485900"/>
                </a:lnTo>
                <a:close/>
                <a:moveTo>
                  <a:pt x="1752600" y="1524000"/>
                </a:moveTo>
                <a:lnTo>
                  <a:pt x="1762125" y="1524000"/>
                </a:lnTo>
                <a:lnTo>
                  <a:pt x="1762125" y="1533525"/>
                </a:lnTo>
                <a:lnTo>
                  <a:pt x="1752600" y="1533525"/>
                </a:lnTo>
                <a:close/>
                <a:moveTo>
                  <a:pt x="104775" y="1533525"/>
                </a:moveTo>
                <a:lnTo>
                  <a:pt x="114300" y="1533525"/>
                </a:lnTo>
                <a:lnTo>
                  <a:pt x="114300" y="1543050"/>
                </a:lnTo>
                <a:lnTo>
                  <a:pt x="123825" y="1543050"/>
                </a:lnTo>
                <a:lnTo>
                  <a:pt x="123825" y="1552575"/>
                </a:lnTo>
                <a:lnTo>
                  <a:pt x="114300" y="1552575"/>
                </a:lnTo>
                <a:lnTo>
                  <a:pt x="114300" y="1562100"/>
                </a:lnTo>
                <a:lnTo>
                  <a:pt x="85725" y="1562100"/>
                </a:lnTo>
                <a:lnTo>
                  <a:pt x="85725" y="1543050"/>
                </a:lnTo>
                <a:lnTo>
                  <a:pt x="104775" y="1543050"/>
                </a:lnTo>
                <a:close/>
                <a:moveTo>
                  <a:pt x="1771650" y="1533525"/>
                </a:moveTo>
                <a:lnTo>
                  <a:pt x="1781175" y="1533525"/>
                </a:lnTo>
                <a:lnTo>
                  <a:pt x="1781175" y="1543050"/>
                </a:lnTo>
                <a:lnTo>
                  <a:pt x="1771650" y="1543050"/>
                </a:lnTo>
                <a:close/>
                <a:moveTo>
                  <a:pt x="1781175" y="1543050"/>
                </a:moveTo>
                <a:lnTo>
                  <a:pt x="1790700" y="1543050"/>
                </a:lnTo>
                <a:lnTo>
                  <a:pt x="1790700" y="1552575"/>
                </a:lnTo>
                <a:lnTo>
                  <a:pt x="1781175" y="1552575"/>
                </a:lnTo>
                <a:close/>
                <a:moveTo>
                  <a:pt x="1790700" y="1552575"/>
                </a:moveTo>
                <a:lnTo>
                  <a:pt x="1800225" y="1552575"/>
                </a:lnTo>
                <a:lnTo>
                  <a:pt x="1800225" y="1562100"/>
                </a:lnTo>
                <a:lnTo>
                  <a:pt x="1790700" y="1562100"/>
                </a:lnTo>
                <a:close/>
                <a:moveTo>
                  <a:pt x="76200" y="1562100"/>
                </a:moveTo>
                <a:lnTo>
                  <a:pt x="85725" y="1562100"/>
                </a:lnTo>
                <a:lnTo>
                  <a:pt x="85725" y="1571625"/>
                </a:lnTo>
                <a:lnTo>
                  <a:pt x="76200" y="1571625"/>
                </a:lnTo>
                <a:close/>
                <a:moveTo>
                  <a:pt x="66675" y="1571625"/>
                </a:moveTo>
                <a:lnTo>
                  <a:pt x="76200" y="1571625"/>
                </a:lnTo>
                <a:lnTo>
                  <a:pt x="76200" y="1714500"/>
                </a:lnTo>
                <a:lnTo>
                  <a:pt x="66675" y="1714500"/>
                </a:lnTo>
                <a:lnTo>
                  <a:pt x="66675" y="1628775"/>
                </a:lnTo>
                <a:lnTo>
                  <a:pt x="57150" y="1628775"/>
                </a:lnTo>
                <a:lnTo>
                  <a:pt x="57150" y="1590675"/>
                </a:lnTo>
                <a:lnTo>
                  <a:pt x="66675" y="1590675"/>
                </a:lnTo>
                <a:close/>
                <a:moveTo>
                  <a:pt x="1809750" y="1590675"/>
                </a:moveTo>
                <a:lnTo>
                  <a:pt x="1819275" y="1590675"/>
                </a:lnTo>
                <a:lnTo>
                  <a:pt x="1819275" y="1600200"/>
                </a:lnTo>
                <a:lnTo>
                  <a:pt x="1809750" y="1600200"/>
                </a:lnTo>
                <a:close/>
                <a:moveTo>
                  <a:pt x="1847850" y="1647825"/>
                </a:moveTo>
                <a:lnTo>
                  <a:pt x="1857375" y="1647825"/>
                </a:lnTo>
                <a:lnTo>
                  <a:pt x="1857375" y="1657350"/>
                </a:lnTo>
                <a:lnTo>
                  <a:pt x="1847850" y="1657350"/>
                </a:lnTo>
                <a:close/>
                <a:moveTo>
                  <a:pt x="1885950" y="1695450"/>
                </a:moveTo>
                <a:lnTo>
                  <a:pt x="1895475" y="1695450"/>
                </a:lnTo>
                <a:lnTo>
                  <a:pt x="1895475" y="1743075"/>
                </a:lnTo>
                <a:lnTo>
                  <a:pt x="1885950" y="1743075"/>
                </a:lnTo>
                <a:close/>
                <a:moveTo>
                  <a:pt x="76200" y="1714500"/>
                </a:moveTo>
                <a:lnTo>
                  <a:pt x="85725" y="1714500"/>
                </a:lnTo>
                <a:lnTo>
                  <a:pt x="85725" y="1743075"/>
                </a:lnTo>
                <a:lnTo>
                  <a:pt x="95250" y="1743075"/>
                </a:lnTo>
                <a:lnTo>
                  <a:pt x="95250" y="1771650"/>
                </a:lnTo>
                <a:lnTo>
                  <a:pt x="104775" y="1771650"/>
                </a:lnTo>
                <a:lnTo>
                  <a:pt x="104775" y="1781175"/>
                </a:lnTo>
                <a:lnTo>
                  <a:pt x="85725" y="1781175"/>
                </a:lnTo>
                <a:lnTo>
                  <a:pt x="85725" y="1752600"/>
                </a:lnTo>
                <a:lnTo>
                  <a:pt x="76200" y="1752600"/>
                </a:lnTo>
                <a:close/>
                <a:moveTo>
                  <a:pt x="1876425" y="1762125"/>
                </a:moveTo>
                <a:lnTo>
                  <a:pt x="1885950" y="1762125"/>
                </a:lnTo>
                <a:lnTo>
                  <a:pt x="1885950" y="1781175"/>
                </a:lnTo>
                <a:lnTo>
                  <a:pt x="1876425" y="1781175"/>
                </a:lnTo>
                <a:close/>
              </a:path>
            </a:pathLst>
          </a:custGeom>
          <a:solidFill xmlns:a="http://schemas.openxmlformats.org/drawingml/2006/main">
            <a:srgbClr val="F8E6C9"/>
          </a:solidFill>
          <a:ln xmlns:a="http://schemas.openxmlformats.org/drawingml/2006/main" w="0">
            <a:noFill/>
          </a:ln>
        </p:spPr>
      </p:sp>
      <p:sp>
        <p:nvSpPr>
          <p:cNvPr id="125" name="logo7 vector #fdd5a5">
            <a:extLst xmlns:a="http://schemas.openxmlformats.org/drawingml/2006/main">
              <a:ext uri="{FF2B5EF4-FFF2-40B4-BE49-F238E27FC236}">
                <a16:creationId xmlns:a16="http://schemas.microsoft.com/office/drawing/2014/main" id="{934E0817-3597-4820-9B64-724CB9067F1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5300" y="5210175"/>
            <a:ext cx="2305050" cy="2105025"/>
          </a:xfrm>
          <a:custGeom xmlns:a="http://schemas.openxmlformats.org/drawingml/2006/main">
            <a:pathLst>
              <a:path w="1952625" h="1781175">
                <a:moveTo>
                  <a:pt x="752475" y="38100"/>
                </a:moveTo>
                <a:lnTo>
                  <a:pt x="781050" y="38100"/>
                </a:lnTo>
                <a:lnTo>
                  <a:pt x="781050" y="47625"/>
                </a:lnTo>
                <a:lnTo>
                  <a:pt x="752475" y="47625"/>
                </a:lnTo>
                <a:close/>
                <a:moveTo>
                  <a:pt x="1133475" y="38100"/>
                </a:moveTo>
                <a:lnTo>
                  <a:pt x="1152525" y="38100"/>
                </a:lnTo>
                <a:lnTo>
                  <a:pt x="1152525" y="47625"/>
                </a:lnTo>
                <a:lnTo>
                  <a:pt x="1133475" y="47625"/>
                </a:lnTo>
                <a:close/>
                <a:moveTo>
                  <a:pt x="676275" y="47625"/>
                </a:moveTo>
                <a:lnTo>
                  <a:pt x="685800" y="47625"/>
                </a:lnTo>
                <a:lnTo>
                  <a:pt x="685800" y="57150"/>
                </a:lnTo>
                <a:lnTo>
                  <a:pt x="676275" y="57150"/>
                </a:lnTo>
                <a:close/>
                <a:moveTo>
                  <a:pt x="1228725" y="47625"/>
                </a:moveTo>
                <a:lnTo>
                  <a:pt x="1238250" y="47625"/>
                </a:lnTo>
                <a:lnTo>
                  <a:pt x="1238250" y="57150"/>
                </a:lnTo>
                <a:lnTo>
                  <a:pt x="1228725" y="57150"/>
                </a:lnTo>
                <a:close/>
                <a:moveTo>
                  <a:pt x="600075" y="57150"/>
                </a:moveTo>
                <a:lnTo>
                  <a:pt x="609600" y="57150"/>
                </a:lnTo>
                <a:lnTo>
                  <a:pt x="609600" y="66675"/>
                </a:lnTo>
                <a:lnTo>
                  <a:pt x="600075" y="66675"/>
                </a:lnTo>
                <a:close/>
                <a:moveTo>
                  <a:pt x="1304925" y="57150"/>
                </a:moveTo>
                <a:lnTo>
                  <a:pt x="1314450" y="57150"/>
                </a:lnTo>
                <a:lnTo>
                  <a:pt x="1314450" y="66675"/>
                </a:lnTo>
                <a:lnTo>
                  <a:pt x="1304925" y="66675"/>
                </a:lnTo>
                <a:close/>
                <a:moveTo>
                  <a:pt x="552450" y="66675"/>
                </a:moveTo>
                <a:lnTo>
                  <a:pt x="561975" y="66675"/>
                </a:lnTo>
                <a:lnTo>
                  <a:pt x="561975" y="76200"/>
                </a:lnTo>
                <a:lnTo>
                  <a:pt x="552450" y="76200"/>
                </a:lnTo>
                <a:close/>
                <a:moveTo>
                  <a:pt x="1352550" y="66675"/>
                </a:moveTo>
                <a:lnTo>
                  <a:pt x="1362075" y="66675"/>
                </a:lnTo>
                <a:lnTo>
                  <a:pt x="1362075" y="76200"/>
                </a:lnTo>
                <a:lnTo>
                  <a:pt x="1352550" y="76200"/>
                </a:lnTo>
                <a:close/>
                <a:moveTo>
                  <a:pt x="1400175" y="76200"/>
                </a:moveTo>
                <a:lnTo>
                  <a:pt x="1409700" y="76200"/>
                </a:lnTo>
                <a:lnTo>
                  <a:pt x="1409700" y="85725"/>
                </a:lnTo>
                <a:lnTo>
                  <a:pt x="1400175" y="85725"/>
                </a:lnTo>
                <a:close/>
                <a:moveTo>
                  <a:pt x="885825" y="85725"/>
                </a:moveTo>
                <a:lnTo>
                  <a:pt x="914400" y="85725"/>
                </a:lnTo>
                <a:lnTo>
                  <a:pt x="914400" y="95250"/>
                </a:lnTo>
                <a:lnTo>
                  <a:pt x="885825" y="95250"/>
                </a:lnTo>
                <a:close/>
                <a:moveTo>
                  <a:pt x="1009650" y="85725"/>
                </a:moveTo>
                <a:lnTo>
                  <a:pt x="1038225" y="85725"/>
                </a:lnTo>
                <a:lnTo>
                  <a:pt x="1038225" y="95250"/>
                </a:lnTo>
                <a:lnTo>
                  <a:pt x="1009650" y="95250"/>
                </a:lnTo>
                <a:close/>
                <a:moveTo>
                  <a:pt x="742950" y="95250"/>
                </a:moveTo>
                <a:lnTo>
                  <a:pt x="762000" y="95250"/>
                </a:lnTo>
                <a:lnTo>
                  <a:pt x="762000" y="104775"/>
                </a:lnTo>
                <a:lnTo>
                  <a:pt x="742950" y="104775"/>
                </a:lnTo>
                <a:close/>
                <a:moveTo>
                  <a:pt x="1152525" y="95250"/>
                </a:moveTo>
                <a:lnTo>
                  <a:pt x="1171575" y="95250"/>
                </a:lnTo>
                <a:lnTo>
                  <a:pt x="1171575" y="104775"/>
                </a:lnTo>
                <a:lnTo>
                  <a:pt x="1152525" y="104775"/>
                </a:lnTo>
                <a:close/>
                <a:moveTo>
                  <a:pt x="1247775" y="104775"/>
                </a:moveTo>
                <a:lnTo>
                  <a:pt x="1266825" y="104775"/>
                </a:lnTo>
                <a:lnTo>
                  <a:pt x="1266825" y="114300"/>
                </a:lnTo>
                <a:lnTo>
                  <a:pt x="1247775" y="114300"/>
                </a:lnTo>
                <a:close/>
                <a:moveTo>
                  <a:pt x="1352550" y="123825"/>
                </a:moveTo>
                <a:lnTo>
                  <a:pt x="1362075" y="123825"/>
                </a:lnTo>
                <a:lnTo>
                  <a:pt x="1362075" y="133350"/>
                </a:lnTo>
                <a:lnTo>
                  <a:pt x="1352550" y="133350"/>
                </a:lnTo>
                <a:close/>
                <a:moveTo>
                  <a:pt x="1390650" y="133350"/>
                </a:moveTo>
                <a:lnTo>
                  <a:pt x="1400175" y="133350"/>
                </a:lnTo>
                <a:lnTo>
                  <a:pt x="1400175" y="142875"/>
                </a:lnTo>
                <a:lnTo>
                  <a:pt x="1390650" y="142875"/>
                </a:lnTo>
                <a:close/>
                <a:moveTo>
                  <a:pt x="400050" y="142875"/>
                </a:moveTo>
                <a:lnTo>
                  <a:pt x="409575" y="142875"/>
                </a:lnTo>
                <a:lnTo>
                  <a:pt x="409575" y="152400"/>
                </a:lnTo>
                <a:lnTo>
                  <a:pt x="400050" y="152400"/>
                </a:lnTo>
                <a:close/>
                <a:moveTo>
                  <a:pt x="390525" y="152400"/>
                </a:moveTo>
                <a:lnTo>
                  <a:pt x="400050" y="152400"/>
                </a:lnTo>
                <a:lnTo>
                  <a:pt x="400050" y="161925"/>
                </a:lnTo>
                <a:lnTo>
                  <a:pt x="390525" y="161925"/>
                </a:lnTo>
                <a:close/>
                <a:moveTo>
                  <a:pt x="333375" y="161925"/>
                </a:moveTo>
                <a:lnTo>
                  <a:pt x="390525" y="161925"/>
                </a:lnTo>
                <a:lnTo>
                  <a:pt x="390525" y="171450"/>
                </a:lnTo>
                <a:lnTo>
                  <a:pt x="333375" y="171450"/>
                </a:lnTo>
                <a:close/>
                <a:moveTo>
                  <a:pt x="1533525" y="161925"/>
                </a:moveTo>
                <a:lnTo>
                  <a:pt x="1562100" y="161925"/>
                </a:lnTo>
                <a:lnTo>
                  <a:pt x="1562100" y="171450"/>
                </a:lnTo>
                <a:lnTo>
                  <a:pt x="1533525" y="171450"/>
                </a:lnTo>
                <a:close/>
                <a:moveTo>
                  <a:pt x="1619250" y="171450"/>
                </a:moveTo>
                <a:lnTo>
                  <a:pt x="1628775" y="171450"/>
                </a:lnTo>
                <a:lnTo>
                  <a:pt x="1628775" y="180975"/>
                </a:lnTo>
                <a:lnTo>
                  <a:pt x="1619250" y="180975"/>
                </a:lnTo>
                <a:close/>
                <a:moveTo>
                  <a:pt x="438150" y="180975"/>
                </a:moveTo>
                <a:lnTo>
                  <a:pt x="447675" y="180975"/>
                </a:lnTo>
                <a:lnTo>
                  <a:pt x="447675" y="190500"/>
                </a:lnTo>
                <a:lnTo>
                  <a:pt x="438150" y="190500"/>
                </a:lnTo>
                <a:close/>
                <a:moveTo>
                  <a:pt x="1638300" y="180975"/>
                </a:moveTo>
                <a:lnTo>
                  <a:pt x="1647825" y="180975"/>
                </a:lnTo>
                <a:lnTo>
                  <a:pt x="1647825" y="190500"/>
                </a:lnTo>
                <a:lnTo>
                  <a:pt x="1638300" y="190500"/>
                </a:lnTo>
                <a:close/>
                <a:moveTo>
                  <a:pt x="247650" y="190500"/>
                </a:moveTo>
                <a:lnTo>
                  <a:pt x="257175" y="190500"/>
                </a:lnTo>
                <a:lnTo>
                  <a:pt x="257175" y="200025"/>
                </a:lnTo>
                <a:lnTo>
                  <a:pt x="247650" y="200025"/>
                </a:lnTo>
                <a:close/>
                <a:moveTo>
                  <a:pt x="1466850" y="190500"/>
                </a:moveTo>
                <a:lnTo>
                  <a:pt x="1476375" y="190500"/>
                </a:lnTo>
                <a:lnTo>
                  <a:pt x="1476375" y="200025"/>
                </a:lnTo>
                <a:lnTo>
                  <a:pt x="1466850" y="200025"/>
                </a:lnTo>
                <a:close/>
                <a:moveTo>
                  <a:pt x="238125" y="200025"/>
                </a:moveTo>
                <a:lnTo>
                  <a:pt x="247650" y="200025"/>
                </a:lnTo>
                <a:lnTo>
                  <a:pt x="247650" y="209550"/>
                </a:lnTo>
                <a:lnTo>
                  <a:pt x="238125" y="209550"/>
                </a:lnTo>
                <a:close/>
                <a:moveTo>
                  <a:pt x="304800" y="219075"/>
                </a:moveTo>
                <a:lnTo>
                  <a:pt x="314325" y="219075"/>
                </a:lnTo>
                <a:lnTo>
                  <a:pt x="314325" y="228600"/>
                </a:lnTo>
                <a:lnTo>
                  <a:pt x="304800" y="228600"/>
                </a:lnTo>
                <a:close/>
                <a:moveTo>
                  <a:pt x="1590675" y="219075"/>
                </a:moveTo>
                <a:lnTo>
                  <a:pt x="1600200" y="219075"/>
                </a:lnTo>
                <a:lnTo>
                  <a:pt x="1600200" y="228600"/>
                </a:lnTo>
                <a:lnTo>
                  <a:pt x="1590675" y="228600"/>
                </a:lnTo>
                <a:close/>
                <a:moveTo>
                  <a:pt x="790575" y="238125"/>
                </a:moveTo>
                <a:lnTo>
                  <a:pt x="800100" y="238125"/>
                </a:lnTo>
                <a:lnTo>
                  <a:pt x="800100" y="247650"/>
                </a:lnTo>
                <a:lnTo>
                  <a:pt x="790575" y="247650"/>
                </a:lnTo>
                <a:close/>
                <a:moveTo>
                  <a:pt x="876300" y="238125"/>
                </a:moveTo>
                <a:lnTo>
                  <a:pt x="885825" y="238125"/>
                </a:lnTo>
                <a:lnTo>
                  <a:pt x="885825" y="247650"/>
                </a:lnTo>
                <a:lnTo>
                  <a:pt x="876300" y="247650"/>
                </a:lnTo>
                <a:close/>
                <a:moveTo>
                  <a:pt x="1343025" y="238125"/>
                </a:moveTo>
                <a:lnTo>
                  <a:pt x="1352550" y="238125"/>
                </a:lnTo>
                <a:lnTo>
                  <a:pt x="1352550" y="257175"/>
                </a:lnTo>
                <a:lnTo>
                  <a:pt x="1343025" y="257175"/>
                </a:lnTo>
                <a:close/>
                <a:moveTo>
                  <a:pt x="533400" y="247650"/>
                </a:moveTo>
                <a:lnTo>
                  <a:pt x="542925" y="247650"/>
                </a:lnTo>
                <a:lnTo>
                  <a:pt x="542925" y="257175"/>
                </a:lnTo>
                <a:lnTo>
                  <a:pt x="533400" y="257175"/>
                </a:lnTo>
                <a:close/>
                <a:moveTo>
                  <a:pt x="704850" y="247650"/>
                </a:moveTo>
                <a:lnTo>
                  <a:pt x="714375" y="247650"/>
                </a:lnTo>
                <a:lnTo>
                  <a:pt x="714375" y="257175"/>
                </a:lnTo>
                <a:lnTo>
                  <a:pt x="704850" y="257175"/>
                </a:lnTo>
                <a:close/>
                <a:moveTo>
                  <a:pt x="1295400" y="247650"/>
                </a:moveTo>
                <a:lnTo>
                  <a:pt x="1304925" y="247650"/>
                </a:lnTo>
                <a:lnTo>
                  <a:pt x="1304925" y="257175"/>
                </a:lnTo>
                <a:lnTo>
                  <a:pt x="1295400" y="257175"/>
                </a:lnTo>
                <a:close/>
                <a:moveTo>
                  <a:pt x="1619250" y="247650"/>
                </a:moveTo>
                <a:lnTo>
                  <a:pt x="1628775" y="247650"/>
                </a:lnTo>
                <a:lnTo>
                  <a:pt x="1628775" y="276225"/>
                </a:lnTo>
                <a:lnTo>
                  <a:pt x="1619250" y="276225"/>
                </a:lnTo>
                <a:close/>
                <a:moveTo>
                  <a:pt x="1676400" y="247650"/>
                </a:moveTo>
                <a:lnTo>
                  <a:pt x="1685925" y="247650"/>
                </a:lnTo>
                <a:lnTo>
                  <a:pt x="1685925" y="619125"/>
                </a:lnTo>
                <a:lnTo>
                  <a:pt x="1676400" y="619125"/>
                </a:lnTo>
                <a:close/>
                <a:moveTo>
                  <a:pt x="1285875" y="257175"/>
                </a:moveTo>
                <a:lnTo>
                  <a:pt x="1295400" y="257175"/>
                </a:lnTo>
                <a:lnTo>
                  <a:pt x="1295400" y="266700"/>
                </a:lnTo>
                <a:lnTo>
                  <a:pt x="1285875" y="266700"/>
                </a:lnTo>
                <a:close/>
                <a:moveTo>
                  <a:pt x="1419225" y="257175"/>
                </a:moveTo>
                <a:lnTo>
                  <a:pt x="1457325" y="257175"/>
                </a:lnTo>
                <a:lnTo>
                  <a:pt x="1457325" y="266700"/>
                </a:lnTo>
                <a:lnTo>
                  <a:pt x="1419225" y="266700"/>
                </a:lnTo>
                <a:close/>
                <a:moveTo>
                  <a:pt x="609600" y="266700"/>
                </a:moveTo>
                <a:lnTo>
                  <a:pt x="619125" y="266700"/>
                </a:lnTo>
                <a:lnTo>
                  <a:pt x="619125" y="295275"/>
                </a:lnTo>
                <a:lnTo>
                  <a:pt x="609600" y="295275"/>
                </a:lnTo>
                <a:close/>
                <a:moveTo>
                  <a:pt x="1095375" y="285750"/>
                </a:moveTo>
                <a:lnTo>
                  <a:pt x="1104900" y="285750"/>
                </a:lnTo>
                <a:lnTo>
                  <a:pt x="1104900" y="295275"/>
                </a:lnTo>
                <a:lnTo>
                  <a:pt x="1114425" y="295275"/>
                </a:lnTo>
                <a:lnTo>
                  <a:pt x="1114425" y="304800"/>
                </a:lnTo>
                <a:lnTo>
                  <a:pt x="1095375" y="304800"/>
                </a:lnTo>
                <a:close/>
                <a:moveTo>
                  <a:pt x="1247775" y="285750"/>
                </a:moveTo>
                <a:lnTo>
                  <a:pt x="1266825" y="285750"/>
                </a:lnTo>
                <a:lnTo>
                  <a:pt x="1266825" y="295275"/>
                </a:lnTo>
                <a:lnTo>
                  <a:pt x="1257300" y="295275"/>
                </a:lnTo>
                <a:lnTo>
                  <a:pt x="1257300" y="304800"/>
                </a:lnTo>
                <a:lnTo>
                  <a:pt x="1247775" y="304800"/>
                </a:lnTo>
                <a:close/>
                <a:moveTo>
                  <a:pt x="1552575" y="285750"/>
                </a:moveTo>
                <a:lnTo>
                  <a:pt x="1562100" y="285750"/>
                </a:lnTo>
                <a:lnTo>
                  <a:pt x="1562100" y="295275"/>
                </a:lnTo>
                <a:lnTo>
                  <a:pt x="1552575" y="295275"/>
                </a:lnTo>
                <a:close/>
                <a:moveTo>
                  <a:pt x="771525" y="295275"/>
                </a:moveTo>
                <a:lnTo>
                  <a:pt x="790575" y="295275"/>
                </a:lnTo>
                <a:lnTo>
                  <a:pt x="790575" y="304800"/>
                </a:lnTo>
                <a:lnTo>
                  <a:pt x="771525" y="304800"/>
                </a:lnTo>
                <a:close/>
                <a:moveTo>
                  <a:pt x="1009650" y="295275"/>
                </a:moveTo>
                <a:lnTo>
                  <a:pt x="1019175" y="295275"/>
                </a:lnTo>
                <a:lnTo>
                  <a:pt x="1019175" y="304800"/>
                </a:lnTo>
                <a:lnTo>
                  <a:pt x="1009650" y="304800"/>
                </a:lnTo>
                <a:close/>
                <a:moveTo>
                  <a:pt x="1485900" y="304800"/>
                </a:moveTo>
                <a:lnTo>
                  <a:pt x="1495425" y="304800"/>
                </a:lnTo>
                <a:lnTo>
                  <a:pt x="1495425" y="314325"/>
                </a:lnTo>
                <a:lnTo>
                  <a:pt x="1485900" y="314325"/>
                </a:lnTo>
                <a:close/>
                <a:moveTo>
                  <a:pt x="762000" y="314325"/>
                </a:moveTo>
                <a:lnTo>
                  <a:pt x="771525" y="314325"/>
                </a:lnTo>
                <a:lnTo>
                  <a:pt x="771525" y="333375"/>
                </a:lnTo>
                <a:lnTo>
                  <a:pt x="762000" y="333375"/>
                </a:lnTo>
                <a:close/>
                <a:moveTo>
                  <a:pt x="1495425" y="314325"/>
                </a:moveTo>
                <a:lnTo>
                  <a:pt x="1504950" y="314325"/>
                </a:lnTo>
                <a:lnTo>
                  <a:pt x="1504950" y="333375"/>
                </a:lnTo>
                <a:lnTo>
                  <a:pt x="1495425" y="333375"/>
                </a:lnTo>
                <a:close/>
                <a:moveTo>
                  <a:pt x="942975" y="342900"/>
                </a:moveTo>
                <a:lnTo>
                  <a:pt x="962025" y="342900"/>
                </a:lnTo>
                <a:lnTo>
                  <a:pt x="962025" y="352425"/>
                </a:lnTo>
                <a:lnTo>
                  <a:pt x="942975" y="352425"/>
                </a:lnTo>
                <a:close/>
                <a:moveTo>
                  <a:pt x="790575" y="352425"/>
                </a:moveTo>
                <a:lnTo>
                  <a:pt x="800100" y="352425"/>
                </a:lnTo>
                <a:lnTo>
                  <a:pt x="800100" y="371475"/>
                </a:lnTo>
                <a:lnTo>
                  <a:pt x="790575" y="371475"/>
                </a:lnTo>
                <a:close/>
                <a:moveTo>
                  <a:pt x="1009650" y="352425"/>
                </a:moveTo>
                <a:lnTo>
                  <a:pt x="1019175" y="352425"/>
                </a:lnTo>
                <a:lnTo>
                  <a:pt x="1019175" y="361950"/>
                </a:lnTo>
                <a:lnTo>
                  <a:pt x="1009650" y="361950"/>
                </a:lnTo>
                <a:close/>
                <a:moveTo>
                  <a:pt x="1495425" y="361950"/>
                </a:moveTo>
                <a:lnTo>
                  <a:pt x="1504950" y="361950"/>
                </a:lnTo>
                <a:lnTo>
                  <a:pt x="1504950" y="390525"/>
                </a:lnTo>
                <a:lnTo>
                  <a:pt x="1495425" y="390525"/>
                </a:lnTo>
                <a:close/>
                <a:moveTo>
                  <a:pt x="504825" y="371475"/>
                </a:moveTo>
                <a:lnTo>
                  <a:pt x="514350" y="371475"/>
                </a:lnTo>
                <a:lnTo>
                  <a:pt x="514350" y="381000"/>
                </a:lnTo>
                <a:lnTo>
                  <a:pt x="504825" y="381000"/>
                </a:lnTo>
                <a:close/>
                <a:moveTo>
                  <a:pt x="676275" y="371475"/>
                </a:moveTo>
                <a:lnTo>
                  <a:pt x="685800" y="371475"/>
                </a:lnTo>
                <a:lnTo>
                  <a:pt x="685800" y="381000"/>
                </a:lnTo>
                <a:lnTo>
                  <a:pt x="676275" y="381000"/>
                </a:lnTo>
                <a:close/>
                <a:moveTo>
                  <a:pt x="695325" y="371475"/>
                </a:moveTo>
                <a:lnTo>
                  <a:pt x="704850" y="371475"/>
                </a:lnTo>
                <a:lnTo>
                  <a:pt x="704850" y="381000"/>
                </a:lnTo>
                <a:lnTo>
                  <a:pt x="695325" y="381000"/>
                </a:lnTo>
                <a:close/>
                <a:moveTo>
                  <a:pt x="781050" y="371475"/>
                </a:moveTo>
                <a:lnTo>
                  <a:pt x="790575" y="371475"/>
                </a:lnTo>
                <a:lnTo>
                  <a:pt x="790575" y="381000"/>
                </a:lnTo>
                <a:lnTo>
                  <a:pt x="781050" y="381000"/>
                </a:lnTo>
                <a:close/>
                <a:moveTo>
                  <a:pt x="876300" y="371475"/>
                </a:moveTo>
                <a:lnTo>
                  <a:pt x="885825" y="371475"/>
                </a:lnTo>
                <a:lnTo>
                  <a:pt x="885825" y="381000"/>
                </a:lnTo>
                <a:lnTo>
                  <a:pt x="876300" y="381000"/>
                </a:lnTo>
                <a:close/>
                <a:moveTo>
                  <a:pt x="962025" y="390525"/>
                </a:moveTo>
                <a:lnTo>
                  <a:pt x="971550" y="390525"/>
                </a:lnTo>
                <a:lnTo>
                  <a:pt x="971550" y="400050"/>
                </a:lnTo>
                <a:lnTo>
                  <a:pt x="962025" y="400050"/>
                </a:lnTo>
                <a:close/>
                <a:moveTo>
                  <a:pt x="1485900" y="390525"/>
                </a:moveTo>
                <a:lnTo>
                  <a:pt x="1495425" y="390525"/>
                </a:lnTo>
                <a:lnTo>
                  <a:pt x="1495425" y="400050"/>
                </a:lnTo>
                <a:lnTo>
                  <a:pt x="1485900" y="400050"/>
                </a:lnTo>
                <a:close/>
                <a:moveTo>
                  <a:pt x="942975" y="400050"/>
                </a:moveTo>
                <a:lnTo>
                  <a:pt x="952500" y="400050"/>
                </a:lnTo>
                <a:lnTo>
                  <a:pt x="952500" y="409575"/>
                </a:lnTo>
                <a:lnTo>
                  <a:pt x="942975" y="409575"/>
                </a:lnTo>
                <a:close/>
                <a:moveTo>
                  <a:pt x="219075" y="409575"/>
                </a:moveTo>
                <a:lnTo>
                  <a:pt x="228600" y="409575"/>
                </a:lnTo>
                <a:lnTo>
                  <a:pt x="228600" y="495300"/>
                </a:lnTo>
                <a:lnTo>
                  <a:pt x="219075" y="495300"/>
                </a:lnTo>
                <a:close/>
                <a:moveTo>
                  <a:pt x="676275" y="409575"/>
                </a:moveTo>
                <a:lnTo>
                  <a:pt x="685800" y="409575"/>
                </a:lnTo>
                <a:lnTo>
                  <a:pt x="685800" y="419100"/>
                </a:lnTo>
                <a:lnTo>
                  <a:pt x="676275" y="419100"/>
                </a:lnTo>
                <a:close/>
                <a:moveTo>
                  <a:pt x="552450" y="419100"/>
                </a:moveTo>
                <a:lnTo>
                  <a:pt x="571500" y="419100"/>
                </a:lnTo>
                <a:lnTo>
                  <a:pt x="571500" y="428625"/>
                </a:lnTo>
                <a:lnTo>
                  <a:pt x="552450" y="428625"/>
                </a:lnTo>
                <a:close/>
                <a:moveTo>
                  <a:pt x="1562100" y="419100"/>
                </a:moveTo>
                <a:lnTo>
                  <a:pt x="1571625" y="419100"/>
                </a:lnTo>
                <a:lnTo>
                  <a:pt x="1571625" y="428625"/>
                </a:lnTo>
                <a:lnTo>
                  <a:pt x="1562100" y="428625"/>
                </a:lnTo>
                <a:close/>
                <a:moveTo>
                  <a:pt x="752475" y="438150"/>
                </a:moveTo>
                <a:lnTo>
                  <a:pt x="790575" y="438150"/>
                </a:lnTo>
                <a:lnTo>
                  <a:pt x="790575" y="447675"/>
                </a:lnTo>
                <a:lnTo>
                  <a:pt x="752475" y="447675"/>
                </a:lnTo>
                <a:close/>
                <a:moveTo>
                  <a:pt x="809625" y="438150"/>
                </a:moveTo>
                <a:lnTo>
                  <a:pt x="828675" y="438150"/>
                </a:lnTo>
                <a:lnTo>
                  <a:pt x="828675" y="447675"/>
                </a:lnTo>
                <a:lnTo>
                  <a:pt x="809625" y="447675"/>
                </a:lnTo>
                <a:close/>
                <a:moveTo>
                  <a:pt x="1143000" y="438150"/>
                </a:moveTo>
                <a:lnTo>
                  <a:pt x="1152525" y="438150"/>
                </a:lnTo>
                <a:lnTo>
                  <a:pt x="1152525" y="447675"/>
                </a:lnTo>
                <a:lnTo>
                  <a:pt x="1143000" y="447675"/>
                </a:lnTo>
                <a:close/>
                <a:moveTo>
                  <a:pt x="1171575" y="438150"/>
                </a:moveTo>
                <a:lnTo>
                  <a:pt x="1200150" y="438150"/>
                </a:lnTo>
                <a:lnTo>
                  <a:pt x="1200150" y="447675"/>
                </a:lnTo>
                <a:lnTo>
                  <a:pt x="1171575" y="447675"/>
                </a:lnTo>
                <a:close/>
                <a:moveTo>
                  <a:pt x="1276350" y="438150"/>
                </a:moveTo>
                <a:lnTo>
                  <a:pt x="1285875" y="438150"/>
                </a:lnTo>
                <a:lnTo>
                  <a:pt x="1285875" y="447675"/>
                </a:lnTo>
                <a:lnTo>
                  <a:pt x="1276350" y="447675"/>
                </a:lnTo>
                <a:close/>
                <a:moveTo>
                  <a:pt x="742950" y="447675"/>
                </a:moveTo>
                <a:lnTo>
                  <a:pt x="752475" y="447675"/>
                </a:lnTo>
                <a:lnTo>
                  <a:pt x="752475" y="457200"/>
                </a:lnTo>
                <a:lnTo>
                  <a:pt x="742950" y="457200"/>
                </a:lnTo>
                <a:close/>
                <a:moveTo>
                  <a:pt x="1133475" y="447675"/>
                </a:moveTo>
                <a:lnTo>
                  <a:pt x="1143000" y="447675"/>
                </a:lnTo>
                <a:lnTo>
                  <a:pt x="1143000" y="466725"/>
                </a:lnTo>
                <a:lnTo>
                  <a:pt x="1133475" y="466725"/>
                </a:lnTo>
                <a:close/>
                <a:moveTo>
                  <a:pt x="1285875" y="447675"/>
                </a:moveTo>
                <a:lnTo>
                  <a:pt x="1295400" y="447675"/>
                </a:lnTo>
                <a:lnTo>
                  <a:pt x="1295400" y="504825"/>
                </a:lnTo>
                <a:lnTo>
                  <a:pt x="1304925" y="504825"/>
                </a:lnTo>
                <a:lnTo>
                  <a:pt x="1304925" y="552450"/>
                </a:lnTo>
                <a:lnTo>
                  <a:pt x="1285875" y="552450"/>
                </a:lnTo>
                <a:close/>
                <a:moveTo>
                  <a:pt x="590550" y="457200"/>
                </a:moveTo>
                <a:lnTo>
                  <a:pt x="600075" y="457200"/>
                </a:lnTo>
                <a:lnTo>
                  <a:pt x="600075" y="466725"/>
                </a:lnTo>
                <a:lnTo>
                  <a:pt x="590550" y="466725"/>
                </a:lnTo>
                <a:close/>
                <a:moveTo>
                  <a:pt x="981075" y="457200"/>
                </a:moveTo>
                <a:lnTo>
                  <a:pt x="990600" y="457200"/>
                </a:lnTo>
                <a:lnTo>
                  <a:pt x="990600" y="495300"/>
                </a:lnTo>
                <a:lnTo>
                  <a:pt x="981075" y="495300"/>
                </a:lnTo>
                <a:lnTo>
                  <a:pt x="981075" y="504825"/>
                </a:lnTo>
                <a:lnTo>
                  <a:pt x="971550" y="504825"/>
                </a:lnTo>
                <a:lnTo>
                  <a:pt x="971550" y="485775"/>
                </a:lnTo>
                <a:lnTo>
                  <a:pt x="981075" y="485775"/>
                </a:lnTo>
                <a:close/>
                <a:moveTo>
                  <a:pt x="1228725" y="457200"/>
                </a:moveTo>
                <a:lnTo>
                  <a:pt x="1247775" y="457200"/>
                </a:lnTo>
                <a:lnTo>
                  <a:pt x="1247775" y="552450"/>
                </a:lnTo>
                <a:lnTo>
                  <a:pt x="1228725" y="552450"/>
                </a:lnTo>
                <a:close/>
                <a:moveTo>
                  <a:pt x="581025" y="466725"/>
                </a:moveTo>
                <a:lnTo>
                  <a:pt x="590550" y="466725"/>
                </a:lnTo>
                <a:lnTo>
                  <a:pt x="590550" y="476250"/>
                </a:lnTo>
                <a:lnTo>
                  <a:pt x="581025" y="476250"/>
                </a:lnTo>
                <a:close/>
                <a:moveTo>
                  <a:pt x="571500" y="476250"/>
                </a:moveTo>
                <a:lnTo>
                  <a:pt x="581025" y="476250"/>
                </a:lnTo>
                <a:lnTo>
                  <a:pt x="581025" y="485775"/>
                </a:lnTo>
                <a:lnTo>
                  <a:pt x="571500" y="485775"/>
                </a:lnTo>
                <a:close/>
                <a:moveTo>
                  <a:pt x="1057275" y="476250"/>
                </a:moveTo>
                <a:lnTo>
                  <a:pt x="1066800" y="476250"/>
                </a:lnTo>
                <a:lnTo>
                  <a:pt x="1066800" y="485775"/>
                </a:lnTo>
                <a:lnTo>
                  <a:pt x="1057275" y="485775"/>
                </a:lnTo>
                <a:close/>
                <a:moveTo>
                  <a:pt x="1114425" y="476250"/>
                </a:moveTo>
                <a:lnTo>
                  <a:pt x="1123950" y="476250"/>
                </a:lnTo>
                <a:lnTo>
                  <a:pt x="1123950" y="485775"/>
                </a:lnTo>
                <a:lnTo>
                  <a:pt x="1114425" y="485775"/>
                </a:lnTo>
                <a:close/>
                <a:moveTo>
                  <a:pt x="1133475" y="476250"/>
                </a:moveTo>
                <a:lnTo>
                  <a:pt x="1143000" y="476250"/>
                </a:lnTo>
                <a:lnTo>
                  <a:pt x="1143000" y="485775"/>
                </a:lnTo>
                <a:lnTo>
                  <a:pt x="1133475" y="485775"/>
                </a:lnTo>
                <a:close/>
                <a:moveTo>
                  <a:pt x="1047750" y="485775"/>
                </a:moveTo>
                <a:lnTo>
                  <a:pt x="1057275" y="485775"/>
                </a:lnTo>
                <a:lnTo>
                  <a:pt x="1057275" y="495300"/>
                </a:lnTo>
                <a:lnTo>
                  <a:pt x="1047750" y="495300"/>
                </a:lnTo>
                <a:close/>
                <a:moveTo>
                  <a:pt x="1123950" y="485775"/>
                </a:moveTo>
                <a:lnTo>
                  <a:pt x="1133475" y="485775"/>
                </a:lnTo>
                <a:lnTo>
                  <a:pt x="1133475" y="495300"/>
                </a:lnTo>
                <a:lnTo>
                  <a:pt x="1123950" y="495300"/>
                </a:lnTo>
                <a:close/>
                <a:moveTo>
                  <a:pt x="542925" y="495300"/>
                </a:moveTo>
                <a:lnTo>
                  <a:pt x="552450" y="495300"/>
                </a:lnTo>
                <a:lnTo>
                  <a:pt x="552450" y="504825"/>
                </a:lnTo>
                <a:lnTo>
                  <a:pt x="542925" y="504825"/>
                </a:lnTo>
                <a:close/>
                <a:moveTo>
                  <a:pt x="638175" y="495300"/>
                </a:moveTo>
                <a:lnTo>
                  <a:pt x="647700" y="495300"/>
                </a:lnTo>
                <a:lnTo>
                  <a:pt x="647700" y="504825"/>
                </a:lnTo>
                <a:lnTo>
                  <a:pt x="638175" y="504825"/>
                </a:lnTo>
                <a:close/>
                <a:moveTo>
                  <a:pt x="847725" y="495300"/>
                </a:moveTo>
                <a:lnTo>
                  <a:pt x="857250" y="495300"/>
                </a:lnTo>
                <a:lnTo>
                  <a:pt x="857250" y="514350"/>
                </a:lnTo>
                <a:lnTo>
                  <a:pt x="847725" y="514350"/>
                </a:lnTo>
                <a:close/>
                <a:moveTo>
                  <a:pt x="1028700" y="495300"/>
                </a:moveTo>
                <a:lnTo>
                  <a:pt x="1047750" y="495300"/>
                </a:lnTo>
                <a:lnTo>
                  <a:pt x="1047750" y="504825"/>
                </a:lnTo>
                <a:lnTo>
                  <a:pt x="1028700" y="504825"/>
                </a:lnTo>
                <a:close/>
                <a:moveTo>
                  <a:pt x="533400" y="504825"/>
                </a:moveTo>
                <a:lnTo>
                  <a:pt x="542925" y="504825"/>
                </a:lnTo>
                <a:lnTo>
                  <a:pt x="542925" y="514350"/>
                </a:lnTo>
                <a:lnTo>
                  <a:pt x="533400" y="514350"/>
                </a:lnTo>
                <a:close/>
                <a:moveTo>
                  <a:pt x="609600" y="504825"/>
                </a:moveTo>
                <a:lnTo>
                  <a:pt x="638175" y="504825"/>
                </a:lnTo>
                <a:lnTo>
                  <a:pt x="638175" y="514350"/>
                </a:lnTo>
                <a:lnTo>
                  <a:pt x="628650" y="514350"/>
                </a:lnTo>
                <a:lnTo>
                  <a:pt x="628650" y="523875"/>
                </a:lnTo>
                <a:lnTo>
                  <a:pt x="609600" y="523875"/>
                </a:lnTo>
                <a:close/>
                <a:moveTo>
                  <a:pt x="1123950" y="504825"/>
                </a:moveTo>
                <a:lnTo>
                  <a:pt x="1133475" y="504825"/>
                </a:lnTo>
                <a:lnTo>
                  <a:pt x="1133475" y="514350"/>
                </a:lnTo>
                <a:lnTo>
                  <a:pt x="1143000" y="514350"/>
                </a:lnTo>
                <a:lnTo>
                  <a:pt x="1143000" y="533400"/>
                </a:lnTo>
                <a:lnTo>
                  <a:pt x="1123950" y="533400"/>
                </a:lnTo>
                <a:close/>
                <a:moveTo>
                  <a:pt x="1409700" y="504825"/>
                </a:moveTo>
                <a:lnTo>
                  <a:pt x="1419225" y="504825"/>
                </a:lnTo>
                <a:lnTo>
                  <a:pt x="1419225" y="514350"/>
                </a:lnTo>
                <a:lnTo>
                  <a:pt x="1409700" y="514350"/>
                </a:lnTo>
                <a:close/>
                <a:moveTo>
                  <a:pt x="523875" y="514350"/>
                </a:moveTo>
                <a:lnTo>
                  <a:pt x="533400" y="514350"/>
                </a:lnTo>
                <a:lnTo>
                  <a:pt x="533400" y="523875"/>
                </a:lnTo>
                <a:lnTo>
                  <a:pt x="523875" y="523875"/>
                </a:lnTo>
                <a:close/>
                <a:moveTo>
                  <a:pt x="923925" y="514350"/>
                </a:moveTo>
                <a:lnTo>
                  <a:pt x="933450" y="514350"/>
                </a:lnTo>
                <a:lnTo>
                  <a:pt x="933450" y="523875"/>
                </a:lnTo>
                <a:lnTo>
                  <a:pt x="923925" y="523875"/>
                </a:lnTo>
                <a:close/>
                <a:moveTo>
                  <a:pt x="933450" y="523875"/>
                </a:moveTo>
                <a:lnTo>
                  <a:pt x="942975" y="523875"/>
                </a:lnTo>
                <a:lnTo>
                  <a:pt x="942975" y="542925"/>
                </a:lnTo>
                <a:lnTo>
                  <a:pt x="933450" y="542925"/>
                </a:lnTo>
                <a:close/>
                <a:moveTo>
                  <a:pt x="1028700" y="523875"/>
                </a:moveTo>
                <a:lnTo>
                  <a:pt x="1047750" y="523875"/>
                </a:lnTo>
                <a:lnTo>
                  <a:pt x="1047750" y="533400"/>
                </a:lnTo>
                <a:lnTo>
                  <a:pt x="1028700" y="533400"/>
                </a:lnTo>
                <a:close/>
                <a:moveTo>
                  <a:pt x="1447800" y="523875"/>
                </a:moveTo>
                <a:lnTo>
                  <a:pt x="1457325" y="523875"/>
                </a:lnTo>
                <a:lnTo>
                  <a:pt x="1457325" y="533400"/>
                </a:lnTo>
                <a:lnTo>
                  <a:pt x="1447800" y="533400"/>
                </a:lnTo>
                <a:close/>
                <a:moveTo>
                  <a:pt x="552450" y="533400"/>
                </a:moveTo>
                <a:lnTo>
                  <a:pt x="571500" y="533400"/>
                </a:lnTo>
                <a:lnTo>
                  <a:pt x="571500" y="552450"/>
                </a:lnTo>
                <a:lnTo>
                  <a:pt x="552450" y="552450"/>
                </a:lnTo>
                <a:close/>
                <a:moveTo>
                  <a:pt x="676275" y="533400"/>
                </a:moveTo>
                <a:lnTo>
                  <a:pt x="685800" y="533400"/>
                </a:lnTo>
                <a:lnTo>
                  <a:pt x="685800" y="561975"/>
                </a:lnTo>
                <a:lnTo>
                  <a:pt x="676275" y="561975"/>
                </a:lnTo>
                <a:lnTo>
                  <a:pt x="676275" y="552450"/>
                </a:lnTo>
                <a:lnTo>
                  <a:pt x="666750" y="552450"/>
                </a:lnTo>
                <a:lnTo>
                  <a:pt x="666750" y="542925"/>
                </a:lnTo>
                <a:lnTo>
                  <a:pt x="676275" y="542925"/>
                </a:lnTo>
                <a:close/>
                <a:moveTo>
                  <a:pt x="1047750" y="533400"/>
                </a:moveTo>
                <a:lnTo>
                  <a:pt x="1057275" y="533400"/>
                </a:lnTo>
                <a:lnTo>
                  <a:pt x="1057275" y="552450"/>
                </a:lnTo>
                <a:lnTo>
                  <a:pt x="1038225" y="552450"/>
                </a:lnTo>
                <a:lnTo>
                  <a:pt x="1038225" y="542925"/>
                </a:lnTo>
                <a:lnTo>
                  <a:pt x="1047750" y="542925"/>
                </a:lnTo>
                <a:close/>
                <a:moveTo>
                  <a:pt x="514350" y="542925"/>
                </a:moveTo>
                <a:lnTo>
                  <a:pt x="523875" y="542925"/>
                </a:lnTo>
                <a:lnTo>
                  <a:pt x="523875" y="571500"/>
                </a:lnTo>
                <a:lnTo>
                  <a:pt x="514350" y="571500"/>
                </a:lnTo>
                <a:close/>
                <a:moveTo>
                  <a:pt x="923925" y="542925"/>
                </a:moveTo>
                <a:lnTo>
                  <a:pt x="933450" y="542925"/>
                </a:lnTo>
                <a:lnTo>
                  <a:pt x="933450" y="552450"/>
                </a:lnTo>
                <a:lnTo>
                  <a:pt x="923925" y="552450"/>
                </a:lnTo>
                <a:close/>
                <a:moveTo>
                  <a:pt x="1409700" y="552450"/>
                </a:moveTo>
                <a:lnTo>
                  <a:pt x="1419225" y="552450"/>
                </a:lnTo>
                <a:lnTo>
                  <a:pt x="1419225" y="561975"/>
                </a:lnTo>
                <a:lnTo>
                  <a:pt x="1409700" y="561975"/>
                </a:lnTo>
                <a:close/>
                <a:moveTo>
                  <a:pt x="857250" y="561975"/>
                </a:moveTo>
                <a:lnTo>
                  <a:pt x="876300" y="561975"/>
                </a:lnTo>
                <a:lnTo>
                  <a:pt x="876300" y="571500"/>
                </a:lnTo>
                <a:lnTo>
                  <a:pt x="857250" y="571500"/>
                </a:lnTo>
                <a:close/>
                <a:moveTo>
                  <a:pt x="971550" y="561975"/>
                </a:moveTo>
                <a:lnTo>
                  <a:pt x="981075" y="561975"/>
                </a:lnTo>
                <a:lnTo>
                  <a:pt x="981075" y="571500"/>
                </a:lnTo>
                <a:lnTo>
                  <a:pt x="971550" y="571500"/>
                </a:lnTo>
                <a:close/>
                <a:moveTo>
                  <a:pt x="876300" y="571500"/>
                </a:moveTo>
                <a:lnTo>
                  <a:pt x="885825" y="571500"/>
                </a:lnTo>
                <a:lnTo>
                  <a:pt x="885825" y="581025"/>
                </a:lnTo>
                <a:lnTo>
                  <a:pt x="876300" y="581025"/>
                </a:lnTo>
                <a:close/>
                <a:moveTo>
                  <a:pt x="962025" y="571500"/>
                </a:moveTo>
                <a:lnTo>
                  <a:pt x="971550" y="571500"/>
                </a:lnTo>
                <a:lnTo>
                  <a:pt x="971550" y="581025"/>
                </a:lnTo>
                <a:lnTo>
                  <a:pt x="962025" y="581025"/>
                </a:lnTo>
                <a:close/>
                <a:moveTo>
                  <a:pt x="990600" y="571500"/>
                </a:moveTo>
                <a:lnTo>
                  <a:pt x="1000125" y="571500"/>
                </a:lnTo>
                <a:lnTo>
                  <a:pt x="1000125" y="581025"/>
                </a:lnTo>
                <a:lnTo>
                  <a:pt x="990600" y="581025"/>
                </a:lnTo>
                <a:close/>
                <a:moveTo>
                  <a:pt x="1133475" y="571500"/>
                </a:moveTo>
                <a:lnTo>
                  <a:pt x="1143000" y="571500"/>
                </a:lnTo>
                <a:lnTo>
                  <a:pt x="1143000" y="581025"/>
                </a:lnTo>
                <a:lnTo>
                  <a:pt x="1133475" y="581025"/>
                </a:lnTo>
                <a:close/>
                <a:moveTo>
                  <a:pt x="1181100" y="571500"/>
                </a:moveTo>
                <a:lnTo>
                  <a:pt x="1200150" y="571500"/>
                </a:lnTo>
                <a:lnTo>
                  <a:pt x="1200150" y="581025"/>
                </a:lnTo>
                <a:lnTo>
                  <a:pt x="1181100" y="581025"/>
                </a:lnTo>
                <a:close/>
                <a:moveTo>
                  <a:pt x="1304925" y="571500"/>
                </a:moveTo>
                <a:lnTo>
                  <a:pt x="1323975" y="571500"/>
                </a:lnTo>
                <a:lnTo>
                  <a:pt x="1323975" y="581025"/>
                </a:lnTo>
                <a:lnTo>
                  <a:pt x="1304925" y="581025"/>
                </a:lnTo>
                <a:close/>
                <a:moveTo>
                  <a:pt x="581025" y="581025"/>
                </a:moveTo>
                <a:lnTo>
                  <a:pt x="600075" y="581025"/>
                </a:lnTo>
                <a:lnTo>
                  <a:pt x="600075" y="590550"/>
                </a:lnTo>
                <a:lnTo>
                  <a:pt x="581025" y="590550"/>
                </a:lnTo>
                <a:close/>
                <a:moveTo>
                  <a:pt x="657225" y="581025"/>
                </a:moveTo>
                <a:lnTo>
                  <a:pt x="666750" y="581025"/>
                </a:lnTo>
                <a:lnTo>
                  <a:pt x="666750" y="590550"/>
                </a:lnTo>
                <a:lnTo>
                  <a:pt x="657225" y="590550"/>
                </a:lnTo>
                <a:close/>
                <a:moveTo>
                  <a:pt x="828675" y="581025"/>
                </a:moveTo>
                <a:lnTo>
                  <a:pt x="838200" y="581025"/>
                </a:lnTo>
                <a:lnTo>
                  <a:pt x="838200" y="590550"/>
                </a:lnTo>
                <a:lnTo>
                  <a:pt x="828675" y="590550"/>
                </a:lnTo>
                <a:close/>
                <a:moveTo>
                  <a:pt x="1000125" y="581025"/>
                </a:moveTo>
                <a:lnTo>
                  <a:pt x="1009650" y="581025"/>
                </a:lnTo>
                <a:lnTo>
                  <a:pt x="1009650" y="590550"/>
                </a:lnTo>
                <a:lnTo>
                  <a:pt x="1000125" y="590550"/>
                </a:lnTo>
                <a:close/>
                <a:moveTo>
                  <a:pt x="1038225" y="581025"/>
                </a:moveTo>
                <a:lnTo>
                  <a:pt x="1057275" y="581025"/>
                </a:lnTo>
                <a:lnTo>
                  <a:pt x="1057275" y="590550"/>
                </a:lnTo>
                <a:lnTo>
                  <a:pt x="1038225" y="590550"/>
                </a:lnTo>
                <a:close/>
                <a:moveTo>
                  <a:pt x="1200150" y="581025"/>
                </a:moveTo>
                <a:lnTo>
                  <a:pt x="1209675" y="581025"/>
                </a:lnTo>
                <a:lnTo>
                  <a:pt x="1209675" y="590550"/>
                </a:lnTo>
                <a:lnTo>
                  <a:pt x="1200150" y="590550"/>
                </a:lnTo>
                <a:close/>
                <a:moveTo>
                  <a:pt x="1257300" y="581025"/>
                </a:moveTo>
                <a:lnTo>
                  <a:pt x="1266825" y="581025"/>
                </a:lnTo>
                <a:lnTo>
                  <a:pt x="1266825" y="590550"/>
                </a:lnTo>
                <a:lnTo>
                  <a:pt x="1257300" y="590550"/>
                </a:lnTo>
                <a:close/>
                <a:moveTo>
                  <a:pt x="1381125" y="581025"/>
                </a:moveTo>
                <a:lnTo>
                  <a:pt x="1390650" y="581025"/>
                </a:lnTo>
                <a:lnTo>
                  <a:pt x="1390650" y="590550"/>
                </a:lnTo>
                <a:lnTo>
                  <a:pt x="1381125" y="590550"/>
                </a:lnTo>
                <a:close/>
                <a:moveTo>
                  <a:pt x="276225" y="590550"/>
                </a:moveTo>
                <a:lnTo>
                  <a:pt x="285750" y="590550"/>
                </a:lnTo>
                <a:lnTo>
                  <a:pt x="285750" y="600075"/>
                </a:lnTo>
                <a:lnTo>
                  <a:pt x="276225" y="600075"/>
                </a:lnTo>
                <a:close/>
                <a:moveTo>
                  <a:pt x="219075" y="600075"/>
                </a:moveTo>
                <a:lnTo>
                  <a:pt x="228600" y="600075"/>
                </a:lnTo>
                <a:lnTo>
                  <a:pt x="228600" y="609600"/>
                </a:lnTo>
                <a:lnTo>
                  <a:pt x="219075" y="609600"/>
                </a:lnTo>
                <a:close/>
                <a:moveTo>
                  <a:pt x="285750" y="600075"/>
                </a:moveTo>
                <a:lnTo>
                  <a:pt x="295275" y="600075"/>
                </a:lnTo>
                <a:lnTo>
                  <a:pt x="295275" y="609600"/>
                </a:lnTo>
                <a:lnTo>
                  <a:pt x="285750" y="609600"/>
                </a:lnTo>
                <a:close/>
                <a:moveTo>
                  <a:pt x="1609725" y="600075"/>
                </a:moveTo>
                <a:lnTo>
                  <a:pt x="1619250" y="600075"/>
                </a:lnTo>
                <a:lnTo>
                  <a:pt x="1619250" y="609600"/>
                </a:lnTo>
                <a:lnTo>
                  <a:pt x="1609725" y="609600"/>
                </a:lnTo>
                <a:close/>
                <a:moveTo>
                  <a:pt x="295275" y="609600"/>
                </a:moveTo>
                <a:lnTo>
                  <a:pt x="304800" y="609600"/>
                </a:lnTo>
                <a:lnTo>
                  <a:pt x="304800" y="619125"/>
                </a:lnTo>
                <a:lnTo>
                  <a:pt x="295275" y="619125"/>
                </a:lnTo>
                <a:close/>
                <a:moveTo>
                  <a:pt x="1600200" y="609600"/>
                </a:moveTo>
                <a:lnTo>
                  <a:pt x="1609725" y="609600"/>
                </a:lnTo>
                <a:lnTo>
                  <a:pt x="1609725" y="619125"/>
                </a:lnTo>
                <a:lnTo>
                  <a:pt x="1600200" y="619125"/>
                </a:lnTo>
                <a:close/>
                <a:moveTo>
                  <a:pt x="219075" y="638175"/>
                </a:moveTo>
                <a:lnTo>
                  <a:pt x="228600" y="638175"/>
                </a:lnTo>
                <a:lnTo>
                  <a:pt x="228600" y="647700"/>
                </a:lnTo>
                <a:lnTo>
                  <a:pt x="219075" y="647700"/>
                </a:lnTo>
                <a:close/>
                <a:moveTo>
                  <a:pt x="1704975" y="647700"/>
                </a:moveTo>
                <a:lnTo>
                  <a:pt x="1714500" y="647700"/>
                </a:lnTo>
                <a:lnTo>
                  <a:pt x="1714500" y="657225"/>
                </a:lnTo>
                <a:lnTo>
                  <a:pt x="1704975" y="657225"/>
                </a:lnTo>
                <a:close/>
                <a:moveTo>
                  <a:pt x="180975" y="657225"/>
                </a:moveTo>
                <a:lnTo>
                  <a:pt x="190500" y="657225"/>
                </a:lnTo>
                <a:lnTo>
                  <a:pt x="190500" y="666750"/>
                </a:lnTo>
                <a:lnTo>
                  <a:pt x="180975" y="666750"/>
                </a:lnTo>
                <a:close/>
                <a:moveTo>
                  <a:pt x="1714500" y="657225"/>
                </a:moveTo>
                <a:lnTo>
                  <a:pt x="1724025" y="657225"/>
                </a:lnTo>
                <a:lnTo>
                  <a:pt x="1724025" y="666750"/>
                </a:lnTo>
                <a:lnTo>
                  <a:pt x="1714500" y="666750"/>
                </a:lnTo>
                <a:close/>
                <a:moveTo>
                  <a:pt x="1724025" y="723900"/>
                </a:moveTo>
                <a:lnTo>
                  <a:pt x="1733550" y="723900"/>
                </a:lnTo>
                <a:lnTo>
                  <a:pt x="1733550" y="733425"/>
                </a:lnTo>
                <a:lnTo>
                  <a:pt x="1724025" y="733425"/>
                </a:lnTo>
                <a:close/>
                <a:moveTo>
                  <a:pt x="171450" y="733425"/>
                </a:moveTo>
                <a:lnTo>
                  <a:pt x="180975" y="733425"/>
                </a:lnTo>
                <a:lnTo>
                  <a:pt x="180975" y="742950"/>
                </a:lnTo>
                <a:lnTo>
                  <a:pt x="171450" y="742950"/>
                </a:lnTo>
                <a:close/>
                <a:moveTo>
                  <a:pt x="1733550" y="752475"/>
                </a:moveTo>
                <a:lnTo>
                  <a:pt x="1743075" y="752475"/>
                </a:lnTo>
                <a:lnTo>
                  <a:pt x="1743075" y="762000"/>
                </a:lnTo>
                <a:lnTo>
                  <a:pt x="1733550" y="762000"/>
                </a:lnTo>
                <a:close/>
                <a:moveTo>
                  <a:pt x="133350" y="800100"/>
                </a:moveTo>
                <a:lnTo>
                  <a:pt x="142875" y="800100"/>
                </a:lnTo>
                <a:lnTo>
                  <a:pt x="142875" y="809625"/>
                </a:lnTo>
                <a:lnTo>
                  <a:pt x="133350" y="809625"/>
                </a:lnTo>
                <a:close/>
                <a:moveTo>
                  <a:pt x="1762125" y="800100"/>
                </a:moveTo>
                <a:lnTo>
                  <a:pt x="1771650" y="800100"/>
                </a:lnTo>
                <a:lnTo>
                  <a:pt x="1771650" y="809625"/>
                </a:lnTo>
                <a:lnTo>
                  <a:pt x="1762125" y="809625"/>
                </a:lnTo>
                <a:close/>
                <a:moveTo>
                  <a:pt x="114300" y="828675"/>
                </a:moveTo>
                <a:lnTo>
                  <a:pt x="123825" y="828675"/>
                </a:lnTo>
                <a:lnTo>
                  <a:pt x="123825" y="838200"/>
                </a:lnTo>
                <a:lnTo>
                  <a:pt x="114300" y="838200"/>
                </a:lnTo>
                <a:close/>
                <a:moveTo>
                  <a:pt x="1781175" y="828675"/>
                </a:moveTo>
                <a:lnTo>
                  <a:pt x="1790700" y="828675"/>
                </a:lnTo>
                <a:lnTo>
                  <a:pt x="1790700" y="838200"/>
                </a:lnTo>
                <a:lnTo>
                  <a:pt x="1781175" y="838200"/>
                </a:lnTo>
                <a:close/>
                <a:moveTo>
                  <a:pt x="1809750" y="942975"/>
                </a:moveTo>
                <a:lnTo>
                  <a:pt x="1819275" y="942975"/>
                </a:lnTo>
                <a:lnTo>
                  <a:pt x="1819275" y="952500"/>
                </a:lnTo>
                <a:lnTo>
                  <a:pt x="1809750" y="952500"/>
                </a:lnTo>
                <a:close/>
                <a:moveTo>
                  <a:pt x="1752600" y="1009650"/>
                </a:moveTo>
                <a:lnTo>
                  <a:pt x="1762125" y="1009650"/>
                </a:lnTo>
                <a:lnTo>
                  <a:pt x="1762125" y="1019175"/>
                </a:lnTo>
                <a:lnTo>
                  <a:pt x="1752600" y="1019175"/>
                </a:lnTo>
                <a:close/>
                <a:moveTo>
                  <a:pt x="171450" y="1028700"/>
                </a:moveTo>
                <a:lnTo>
                  <a:pt x="180975" y="1028700"/>
                </a:lnTo>
                <a:lnTo>
                  <a:pt x="180975" y="1038225"/>
                </a:lnTo>
                <a:lnTo>
                  <a:pt x="171450" y="1038225"/>
                </a:lnTo>
                <a:close/>
                <a:moveTo>
                  <a:pt x="1714500" y="1028700"/>
                </a:moveTo>
                <a:lnTo>
                  <a:pt x="1724025" y="1028700"/>
                </a:lnTo>
                <a:lnTo>
                  <a:pt x="1724025" y="1038225"/>
                </a:lnTo>
                <a:lnTo>
                  <a:pt x="1714500" y="1038225"/>
                </a:lnTo>
                <a:close/>
                <a:moveTo>
                  <a:pt x="180975" y="1038225"/>
                </a:moveTo>
                <a:lnTo>
                  <a:pt x="190500" y="1038225"/>
                </a:lnTo>
                <a:lnTo>
                  <a:pt x="190500" y="1057275"/>
                </a:lnTo>
                <a:lnTo>
                  <a:pt x="180975" y="1057275"/>
                </a:lnTo>
                <a:close/>
                <a:moveTo>
                  <a:pt x="476250" y="1038225"/>
                </a:moveTo>
                <a:lnTo>
                  <a:pt x="495300" y="1038225"/>
                </a:lnTo>
                <a:lnTo>
                  <a:pt x="495300" y="1047750"/>
                </a:lnTo>
                <a:lnTo>
                  <a:pt x="476250" y="1047750"/>
                </a:lnTo>
                <a:close/>
                <a:moveTo>
                  <a:pt x="1704975" y="1038225"/>
                </a:moveTo>
                <a:lnTo>
                  <a:pt x="1714500" y="1038225"/>
                </a:lnTo>
                <a:lnTo>
                  <a:pt x="1714500" y="1047750"/>
                </a:lnTo>
                <a:lnTo>
                  <a:pt x="1704975" y="1047750"/>
                </a:lnTo>
                <a:close/>
                <a:moveTo>
                  <a:pt x="266700" y="1047750"/>
                </a:moveTo>
                <a:lnTo>
                  <a:pt x="323850" y="1047750"/>
                </a:lnTo>
                <a:lnTo>
                  <a:pt x="323850" y="1057275"/>
                </a:lnTo>
                <a:lnTo>
                  <a:pt x="342900" y="1057275"/>
                </a:lnTo>
                <a:lnTo>
                  <a:pt x="342900" y="1076325"/>
                </a:lnTo>
                <a:lnTo>
                  <a:pt x="333375" y="1076325"/>
                </a:lnTo>
                <a:lnTo>
                  <a:pt x="333375" y="1085850"/>
                </a:lnTo>
                <a:lnTo>
                  <a:pt x="323850" y="1085850"/>
                </a:lnTo>
                <a:lnTo>
                  <a:pt x="323850" y="1066800"/>
                </a:lnTo>
                <a:lnTo>
                  <a:pt x="314325" y="1066800"/>
                </a:lnTo>
                <a:lnTo>
                  <a:pt x="314325" y="1057275"/>
                </a:lnTo>
                <a:lnTo>
                  <a:pt x="285750" y="1057275"/>
                </a:lnTo>
                <a:lnTo>
                  <a:pt x="285750" y="1066800"/>
                </a:lnTo>
                <a:lnTo>
                  <a:pt x="247650" y="1066800"/>
                </a:lnTo>
                <a:lnTo>
                  <a:pt x="247650" y="1076325"/>
                </a:lnTo>
                <a:lnTo>
                  <a:pt x="200025" y="1076325"/>
                </a:lnTo>
                <a:lnTo>
                  <a:pt x="200025" y="1066800"/>
                </a:lnTo>
                <a:lnTo>
                  <a:pt x="190500" y="1066800"/>
                </a:lnTo>
                <a:lnTo>
                  <a:pt x="190500" y="1057275"/>
                </a:lnTo>
                <a:lnTo>
                  <a:pt x="200025" y="1057275"/>
                </a:lnTo>
                <a:lnTo>
                  <a:pt x="200025" y="1066800"/>
                </a:lnTo>
                <a:lnTo>
                  <a:pt x="228600" y="1066800"/>
                </a:lnTo>
                <a:lnTo>
                  <a:pt x="228600" y="1057275"/>
                </a:lnTo>
                <a:lnTo>
                  <a:pt x="266700" y="1057275"/>
                </a:lnTo>
                <a:close/>
                <a:moveTo>
                  <a:pt x="447675" y="1047750"/>
                </a:moveTo>
                <a:lnTo>
                  <a:pt x="476250" y="1047750"/>
                </a:lnTo>
                <a:lnTo>
                  <a:pt x="476250" y="1066800"/>
                </a:lnTo>
                <a:lnTo>
                  <a:pt x="447675" y="1066800"/>
                </a:lnTo>
                <a:close/>
                <a:moveTo>
                  <a:pt x="495300" y="1047750"/>
                </a:moveTo>
                <a:lnTo>
                  <a:pt x="504825" y="1047750"/>
                </a:lnTo>
                <a:lnTo>
                  <a:pt x="504825" y="1066800"/>
                </a:lnTo>
                <a:lnTo>
                  <a:pt x="495300" y="1066800"/>
                </a:lnTo>
                <a:close/>
                <a:moveTo>
                  <a:pt x="638175" y="1047750"/>
                </a:moveTo>
                <a:lnTo>
                  <a:pt x="685800" y="1047750"/>
                </a:lnTo>
                <a:lnTo>
                  <a:pt x="685800" y="1066800"/>
                </a:lnTo>
                <a:lnTo>
                  <a:pt x="638175" y="1066800"/>
                </a:lnTo>
                <a:close/>
                <a:moveTo>
                  <a:pt x="838200" y="1047750"/>
                </a:moveTo>
                <a:lnTo>
                  <a:pt x="876300" y="1047750"/>
                </a:lnTo>
                <a:lnTo>
                  <a:pt x="876300" y="1066800"/>
                </a:lnTo>
                <a:lnTo>
                  <a:pt x="838200" y="1066800"/>
                </a:lnTo>
                <a:close/>
                <a:moveTo>
                  <a:pt x="1019175" y="1047750"/>
                </a:moveTo>
                <a:lnTo>
                  <a:pt x="1038225" y="1047750"/>
                </a:lnTo>
                <a:lnTo>
                  <a:pt x="1038225" y="1057275"/>
                </a:lnTo>
                <a:lnTo>
                  <a:pt x="1019175" y="1057275"/>
                </a:lnTo>
                <a:close/>
                <a:moveTo>
                  <a:pt x="1066800" y="1047750"/>
                </a:moveTo>
                <a:lnTo>
                  <a:pt x="1085850" y="1047750"/>
                </a:lnTo>
                <a:lnTo>
                  <a:pt x="1085850" y="1057275"/>
                </a:lnTo>
                <a:lnTo>
                  <a:pt x="1066800" y="1057275"/>
                </a:lnTo>
                <a:close/>
                <a:moveTo>
                  <a:pt x="1200150" y="1047750"/>
                </a:moveTo>
                <a:lnTo>
                  <a:pt x="1276350" y="1047750"/>
                </a:lnTo>
                <a:lnTo>
                  <a:pt x="1276350" y="1066800"/>
                </a:lnTo>
                <a:lnTo>
                  <a:pt x="1200150" y="1066800"/>
                </a:lnTo>
                <a:close/>
                <a:moveTo>
                  <a:pt x="1390650" y="1047750"/>
                </a:moveTo>
                <a:lnTo>
                  <a:pt x="1447800" y="1047750"/>
                </a:lnTo>
                <a:lnTo>
                  <a:pt x="1447800" y="1066800"/>
                </a:lnTo>
                <a:lnTo>
                  <a:pt x="1390650" y="1066800"/>
                </a:lnTo>
                <a:close/>
                <a:moveTo>
                  <a:pt x="1590675" y="1047750"/>
                </a:moveTo>
                <a:lnTo>
                  <a:pt x="1600200" y="1047750"/>
                </a:lnTo>
                <a:lnTo>
                  <a:pt x="1600200" y="1057275"/>
                </a:lnTo>
                <a:lnTo>
                  <a:pt x="1590675" y="1057275"/>
                </a:lnTo>
                <a:close/>
                <a:moveTo>
                  <a:pt x="1638300" y="1047750"/>
                </a:moveTo>
                <a:lnTo>
                  <a:pt x="1657350" y="1047750"/>
                </a:lnTo>
                <a:lnTo>
                  <a:pt x="1657350" y="1057275"/>
                </a:lnTo>
                <a:lnTo>
                  <a:pt x="1676400" y="1057275"/>
                </a:lnTo>
                <a:lnTo>
                  <a:pt x="1676400" y="1066800"/>
                </a:lnTo>
                <a:lnTo>
                  <a:pt x="1647825" y="1066800"/>
                </a:lnTo>
                <a:lnTo>
                  <a:pt x="1647825" y="1057275"/>
                </a:lnTo>
                <a:lnTo>
                  <a:pt x="1638300" y="1057275"/>
                </a:lnTo>
                <a:close/>
                <a:moveTo>
                  <a:pt x="1009650" y="1057275"/>
                </a:moveTo>
                <a:lnTo>
                  <a:pt x="1019175" y="1057275"/>
                </a:lnTo>
                <a:lnTo>
                  <a:pt x="1019175" y="1066800"/>
                </a:lnTo>
                <a:lnTo>
                  <a:pt x="1009650" y="1066800"/>
                </a:lnTo>
                <a:close/>
                <a:moveTo>
                  <a:pt x="1085850" y="1057275"/>
                </a:moveTo>
                <a:lnTo>
                  <a:pt x="1114425" y="1057275"/>
                </a:lnTo>
                <a:lnTo>
                  <a:pt x="1114425" y="1066800"/>
                </a:lnTo>
                <a:lnTo>
                  <a:pt x="1085850" y="1066800"/>
                </a:lnTo>
                <a:close/>
                <a:moveTo>
                  <a:pt x="1552575" y="1057275"/>
                </a:moveTo>
                <a:lnTo>
                  <a:pt x="1581150" y="1057275"/>
                </a:lnTo>
                <a:lnTo>
                  <a:pt x="1581150" y="1066800"/>
                </a:lnTo>
                <a:lnTo>
                  <a:pt x="1552575" y="1066800"/>
                </a:lnTo>
                <a:close/>
                <a:moveTo>
                  <a:pt x="1000125" y="1066800"/>
                </a:moveTo>
                <a:lnTo>
                  <a:pt x="1009650" y="1066800"/>
                </a:lnTo>
                <a:lnTo>
                  <a:pt x="1009650" y="1076325"/>
                </a:lnTo>
                <a:lnTo>
                  <a:pt x="1000125" y="1076325"/>
                </a:lnTo>
                <a:close/>
                <a:moveTo>
                  <a:pt x="1123950" y="1066800"/>
                </a:moveTo>
                <a:lnTo>
                  <a:pt x="1152525" y="1066800"/>
                </a:lnTo>
                <a:lnTo>
                  <a:pt x="1152525" y="1076325"/>
                </a:lnTo>
                <a:lnTo>
                  <a:pt x="1143000" y="1076325"/>
                </a:lnTo>
                <a:lnTo>
                  <a:pt x="1143000" y="1085850"/>
                </a:lnTo>
                <a:lnTo>
                  <a:pt x="1133475" y="1085850"/>
                </a:lnTo>
                <a:lnTo>
                  <a:pt x="1133475" y="1076325"/>
                </a:lnTo>
                <a:lnTo>
                  <a:pt x="1123950" y="1076325"/>
                </a:lnTo>
                <a:close/>
                <a:moveTo>
                  <a:pt x="1543050" y="1066800"/>
                </a:moveTo>
                <a:lnTo>
                  <a:pt x="1552575" y="1066800"/>
                </a:lnTo>
                <a:lnTo>
                  <a:pt x="1552575" y="1085850"/>
                </a:lnTo>
                <a:lnTo>
                  <a:pt x="1543050" y="1085850"/>
                </a:lnTo>
                <a:close/>
                <a:moveTo>
                  <a:pt x="314325" y="1085850"/>
                </a:moveTo>
                <a:lnTo>
                  <a:pt x="323850" y="1085850"/>
                </a:lnTo>
                <a:lnTo>
                  <a:pt x="323850" y="1190625"/>
                </a:lnTo>
                <a:lnTo>
                  <a:pt x="314325" y="1190625"/>
                </a:lnTo>
                <a:close/>
                <a:moveTo>
                  <a:pt x="1009650" y="1085850"/>
                </a:moveTo>
                <a:lnTo>
                  <a:pt x="1019175" y="1085850"/>
                </a:lnTo>
                <a:lnTo>
                  <a:pt x="1019175" y="1190625"/>
                </a:lnTo>
                <a:lnTo>
                  <a:pt x="1028700" y="1190625"/>
                </a:lnTo>
                <a:lnTo>
                  <a:pt x="1028700" y="1285875"/>
                </a:lnTo>
                <a:lnTo>
                  <a:pt x="1019175" y="1285875"/>
                </a:lnTo>
                <a:lnTo>
                  <a:pt x="1019175" y="1352550"/>
                </a:lnTo>
                <a:lnTo>
                  <a:pt x="1009650" y="1352550"/>
                </a:lnTo>
                <a:close/>
                <a:moveTo>
                  <a:pt x="409575" y="1162050"/>
                </a:moveTo>
                <a:lnTo>
                  <a:pt x="942975" y="1162050"/>
                </a:lnTo>
                <a:lnTo>
                  <a:pt x="942975" y="1171575"/>
                </a:lnTo>
                <a:lnTo>
                  <a:pt x="952500" y="1171575"/>
                </a:lnTo>
                <a:lnTo>
                  <a:pt x="952500" y="1200150"/>
                </a:lnTo>
                <a:lnTo>
                  <a:pt x="942975" y="1200150"/>
                </a:lnTo>
                <a:lnTo>
                  <a:pt x="942975" y="1209675"/>
                </a:lnTo>
                <a:lnTo>
                  <a:pt x="952500" y="1209675"/>
                </a:lnTo>
                <a:lnTo>
                  <a:pt x="952500" y="1219200"/>
                </a:lnTo>
                <a:lnTo>
                  <a:pt x="942975" y="1219200"/>
                </a:lnTo>
                <a:lnTo>
                  <a:pt x="942975" y="1247775"/>
                </a:lnTo>
                <a:lnTo>
                  <a:pt x="952500" y="1247775"/>
                </a:lnTo>
                <a:lnTo>
                  <a:pt x="952500" y="1285875"/>
                </a:lnTo>
                <a:lnTo>
                  <a:pt x="942975" y="1285875"/>
                </a:lnTo>
                <a:lnTo>
                  <a:pt x="942975" y="1343025"/>
                </a:lnTo>
                <a:lnTo>
                  <a:pt x="952500" y="1343025"/>
                </a:lnTo>
                <a:lnTo>
                  <a:pt x="952500" y="1590675"/>
                </a:lnTo>
                <a:lnTo>
                  <a:pt x="942975" y="1590675"/>
                </a:lnTo>
                <a:lnTo>
                  <a:pt x="942975" y="1600200"/>
                </a:lnTo>
                <a:lnTo>
                  <a:pt x="885825" y="1600200"/>
                </a:lnTo>
                <a:lnTo>
                  <a:pt x="885825" y="1590675"/>
                </a:lnTo>
                <a:lnTo>
                  <a:pt x="876300" y="1590675"/>
                </a:lnTo>
                <a:lnTo>
                  <a:pt x="876300" y="1562100"/>
                </a:lnTo>
                <a:lnTo>
                  <a:pt x="866775" y="1562100"/>
                </a:lnTo>
                <a:lnTo>
                  <a:pt x="866775" y="1533525"/>
                </a:lnTo>
                <a:lnTo>
                  <a:pt x="857250" y="1533525"/>
                </a:lnTo>
                <a:lnTo>
                  <a:pt x="857250" y="1495425"/>
                </a:lnTo>
                <a:lnTo>
                  <a:pt x="847725" y="1495425"/>
                </a:lnTo>
                <a:lnTo>
                  <a:pt x="847725" y="1485900"/>
                </a:lnTo>
                <a:lnTo>
                  <a:pt x="809625" y="1485900"/>
                </a:lnTo>
                <a:lnTo>
                  <a:pt x="809625" y="1495425"/>
                </a:lnTo>
                <a:lnTo>
                  <a:pt x="800100" y="1495425"/>
                </a:lnTo>
                <a:lnTo>
                  <a:pt x="800100" y="1533525"/>
                </a:lnTo>
                <a:lnTo>
                  <a:pt x="790575" y="1533525"/>
                </a:lnTo>
                <a:lnTo>
                  <a:pt x="790575" y="1562100"/>
                </a:lnTo>
                <a:lnTo>
                  <a:pt x="771525" y="1562100"/>
                </a:lnTo>
                <a:lnTo>
                  <a:pt x="771525" y="1524000"/>
                </a:lnTo>
                <a:lnTo>
                  <a:pt x="781050" y="1524000"/>
                </a:lnTo>
                <a:lnTo>
                  <a:pt x="781050" y="1476375"/>
                </a:lnTo>
                <a:lnTo>
                  <a:pt x="771525" y="1476375"/>
                </a:lnTo>
                <a:lnTo>
                  <a:pt x="771525" y="1466850"/>
                </a:lnTo>
                <a:lnTo>
                  <a:pt x="781050" y="1466850"/>
                </a:lnTo>
                <a:lnTo>
                  <a:pt x="781050" y="1457325"/>
                </a:lnTo>
                <a:lnTo>
                  <a:pt x="885825" y="1457325"/>
                </a:lnTo>
                <a:lnTo>
                  <a:pt x="885825" y="1447800"/>
                </a:lnTo>
                <a:lnTo>
                  <a:pt x="895350" y="1447800"/>
                </a:lnTo>
                <a:lnTo>
                  <a:pt x="895350" y="1428750"/>
                </a:lnTo>
                <a:lnTo>
                  <a:pt x="904875" y="1428750"/>
                </a:lnTo>
                <a:lnTo>
                  <a:pt x="904875" y="1419225"/>
                </a:lnTo>
                <a:lnTo>
                  <a:pt x="914400" y="1419225"/>
                </a:lnTo>
                <a:lnTo>
                  <a:pt x="914400" y="1390650"/>
                </a:lnTo>
                <a:lnTo>
                  <a:pt x="904875" y="1390650"/>
                </a:lnTo>
                <a:lnTo>
                  <a:pt x="904875" y="1381125"/>
                </a:lnTo>
                <a:lnTo>
                  <a:pt x="885825" y="1381125"/>
                </a:lnTo>
                <a:lnTo>
                  <a:pt x="885825" y="1314450"/>
                </a:lnTo>
                <a:lnTo>
                  <a:pt x="876300" y="1314450"/>
                </a:lnTo>
                <a:lnTo>
                  <a:pt x="876300" y="1276350"/>
                </a:lnTo>
                <a:lnTo>
                  <a:pt x="866775" y="1276350"/>
                </a:lnTo>
                <a:lnTo>
                  <a:pt x="866775" y="1257300"/>
                </a:lnTo>
                <a:lnTo>
                  <a:pt x="857250" y="1257300"/>
                </a:lnTo>
                <a:lnTo>
                  <a:pt x="857250" y="1247775"/>
                </a:lnTo>
                <a:lnTo>
                  <a:pt x="771525" y="1247775"/>
                </a:lnTo>
                <a:lnTo>
                  <a:pt x="771525" y="1257300"/>
                </a:lnTo>
                <a:lnTo>
                  <a:pt x="762000" y="1257300"/>
                </a:lnTo>
                <a:lnTo>
                  <a:pt x="762000" y="1295400"/>
                </a:lnTo>
                <a:lnTo>
                  <a:pt x="752475" y="1295400"/>
                </a:lnTo>
                <a:lnTo>
                  <a:pt x="752475" y="1371600"/>
                </a:lnTo>
                <a:lnTo>
                  <a:pt x="742950" y="1371600"/>
                </a:lnTo>
                <a:lnTo>
                  <a:pt x="742950" y="1381125"/>
                </a:lnTo>
                <a:lnTo>
                  <a:pt x="733425" y="1381125"/>
                </a:lnTo>
                <a:lnTo>
                  <a:pt x="733425" y="1371600"/>
                </a:lnTo>
                <a:lnTo>
                  <a:pt x="723900" y="1371600"/>
                </a:lnTo>
                <a:lnTo>
                  <a:pt x="723900" y="1257300"/>
                </a:lnTo>
                <a:lnTo>
                  <a:pt x="714375" y="1257300"/>
                </a:lnTo>
                <a:lnTo>
                  <a:pt x="714375" y="1247775"/>
                </a:lnTo>
                <a:lnTo>
                  <a:pt x="600075" y="1247775"/>
                </a:lnTo>
                <a:lnTo>
                  <a:pt x="600075" y="1257300"/>
                </a:lnTo>
                <a:lnTo>
                  <a:pt x="590550" y="1257300"/>
                </a:lnTo>
                <a:lnTo>
                  <a:pt x="590550" y="1266825"/>
                </a:lnTo>
                <a:lnTo>
                  <a:pt x="581025" y="1266825"/>
                </a:lnTo>
                <a:lnTo>
                  <a:pt x="581025" y="1381125"/>
                </a:lnTo>
                <a:lnTo>
                  <a:pt x="571500" y="1381125"/>
                </a:lnTo>
                <a:lnTo>
                  <a:pt x="571500" y="1371600"/>
                </a:lnTo>
                <a:lnTo>
                  <a:pt x="561975" y="1371600"/>
                </a:lnTo>
                <a:lnTo>
                  <a:pt x="561975" y="1266825"/>
                </a:lnTo>
                <a:lnTo>
                  <a:pt x="552450" y="1266825"/>
                </a:lnTo>
                <a:lnTo>
                  <a:pt x="552450" y="1247775"/>
                </a:lnTo>
                <a:lnTo>
                  <a:pt x="542925" y="1247775"/>
                </a:lnTo>
                <a:lnTo>
                  <a:pt x="542925" y="1200150"/>
                </a:lnTo>
                <a:lnTo>
                  <a:pt x="533400" y="1200150"/>
                </a:lnTo>
                <a:lnTo>
                  <a:pt x="533400" y="1190625"/>
                </a:lnTo>
                <a:lnTo>
                  <a:pt x="523875" y="1190625"/>
                </a:lnTo>
                <a:lnTo>
                  <a:pt x="523875" y="1181100"/>
                </a:lnTo>
                <a:lnTo>
                  <a:pt x="504825" y="1181100"/>
                </a:lnTo>
                <a:lnTo>
                  <a:pt x="504825" y="1190625"/>
                </a:lnTo>
                <a:lnTo>
                  <a:pt x="495300" y="1190625"/>
                </a:lnTo>
                <a:lnTo>
                  <a:pt x="495300" y="1200150"/>
                </a:lnTo>
                <a:lnTo>
                  <a:pt x="485775" y="1200150"/>
                </a:lnTo>
                <a:lnTo>
                  <a:pt x="485775" y="1247775"/>
                </a:lnTo>
                <a:lnTo>
                  <a:pt x="476250" y="1247775"/>
                </a:lnTo>
                <a:lnTo>
                  <a:pt x="476250" y="1257300"/>
                </a:lnTo>
                <a:lnTo>
                  <a:pt x="466725" y="1257300"/>
                </a:lnTo>
                <a:lnTo>
                  <a:pt x="466725" y="1285875"/>
                </a:lnTo>
                <a:lnTo>
                  <a:pt x="457200" y="1285875"/>
                </a:lnTo>
                <a:lnTo>
                  <a:pt x="457200" y="1381125"/>
                </a:lnTo>
                <a:lnTo>
                  <a:pt x="409575" y="1381125"/>
                </a:lnTo>
                <a:lnTo>
                  <a:pt x="409575" y="1371600"/>
                </a:lnTo>
                <a:lnTo>
                  <a:pt x="400050" y="1371600"/>
                </a:lnTo>
                <a:lnTo>
                  <a:pt x="400050" y="1171575"/>
                </a:lnTo>
                <a:lnTo>
                  <a:pt x="409575" y="1171575"/>
                </a:lnTo>
                <a:close/>
                <a:moveTo>
                  <a:pt x="1104900" y="1190625"/>
                </a:moveTo>
                <a:lnTo>
                  <a:pt x="1114425" y="1190625"/>
                </a:lnTo>
                <a:lnTo>
                  <a:pt x="1114425" y="1314450"/>
                </a:lnTo>
                <a:lnTo>
                  <a:pt x="1104900" y="1314450"/>
                </a:lnTo>
                <a:close/>
                <a:moveTo>
                  <a:pt x="1228725" y="1295400"/>
                </a:moveTo>
                <a:lnTo>
                  <a:pt x="1238250" y="1295400"/>
                </a:lnTo>
                <a:lnTo>
                  <a:pt x="1238250" y="1304925"/>
                </a:lnTo>
                <a:lnTo>
                  <a:pt x="1228725" y="1304925"/>
                </a:lnTo>
                <a:close/>
                <a:moveTo>
                  <a:pt x="1219200" y="1304925"/>
                </a:moveTo>
                <a:lnTo>
                  <a:pt x="1228725" y="1304925"/>
                </a:lnTo>
                <a:lnTo>
                  <a:pt x="1228725" y="1343025"/>
                </a:lnTo>
                <a:lnTo>
                  <a:pt x="1219200" y="1343025"/>
                </a:lnTo>
                <a:close/>
                <a:moveTo>
                  <a:pt x="1457325" y="1314450"/>
                </a:moveTo>
                <a:lnTo>
                  <a:pt x="1466850" y="1314450"/>
                </a:lnTo>
                <a:lnTo>
                  <a:pt x="1466850" y="1333500"/>
                </a:lnTo>
                <a:lnTo>
                  <a:pt x="1457325" y="1333500"/>
                </a:lnTo>
                <a:close/>
                <a:moveTo>
                  <a:pt x="314325" y="1352550"/>
                </a:moveTo>
                <a:lnTo>
                  <a:pt x="323850" y="1352550"/>
                </a:lnTo>
                <a:lnTo>
                  <a:pt x="323850" y="1495425"/>
                </a:lnTo>
                <a:lnTo>
                  <a:pt x="314325" y="1495425"/>
                </a:lnTo>
                <a:lnTo>
                  <a:pt x="314325" y="1485900"/>
                </a:lnTo>
                <a:lnTo>
                  <a:pt x="304800" y="1485900"/>
                </a:lnTo>
                <a:lnTo>
                  <a:pt x="304800" y="1495425"/>
                </a:lnTo>
                <a:lnTo>
                  <a:pt x="295275" y="1495425"/>
                </a:lnTo>
                <a:lnTo>
                  <a:pt x="295275" y="1476375"/>
                </a:lnTo>
                <a:lnTo>
                  <a:pt x="304800" y="1476375"/>
                </a:lnTo>
                <a:lnTo>
                  <a:pt x="304800" y="1400175"/>
                </a:lnTo>
                <a:lnTo>
                  <a:pt x="295275" y="1400175"/>
                </a:lnTo>
                <a:lnTo>
                  <a:pt x="295275" y="1381125"/>
                </a:lnTo>
                <a:lnTo>
                  <a:pt x="314325" y="1381125"/>
                </a:lnTo>
                <a:close/>
                <a:moveTo>
                  <a:pt x="1238250" y="1371600"/>
                </a:moveTo>
                <a:lnTo>
                  <a:pt x="1247775" y="1371600"/>
                </a:lnTo>
                <a:lnTo>
                  <a:pt x="1247775" y="1381125"/>
                </a:lnTo>
                <a:lnTo>
                  <a:pt x="1238250" y="1381125"/>
                </a:lnTo>
                <a:close/>
                <a:moveTo>
                  <a:pt x="1247775" y="1381125"/>
                </a:moveTo>
                <a:lnTo>
                  <a:pt x="1257300" y="1381125"/>
                </a:lnTo>
                <a:lnTo>
                  <a:pt x="1257300" y="1390650"/>
                </a:lnTo>
                <a:lnTo>
                  <a:pt x="1247775" y="1390650"/>
                </a:lnTo>
                <a:close/>
                <a:moveTo>
                  <a:pt x="1304925" y="1381125"/>
                </a:moveTo>
                <a:lnTo>
                  <a:pt x="1323975" y="1381125"/>
                </a:lnTo>
                <a:lnTo>
                  <a:pt x="1323975" y="1390650"/>
                </a:lnTo>
                <a:lnTo>
                  <a:pt x="1304925" y="1390650"/>
                </a:lnTo>
                <a:close/>
                <a:moveTo>
                  <a:pt x="266700" y="1390650"/>
                </a:moveTo>
                <a:lnTo>
                  <a:pt x="276225" y="1390650"/>
                </a:lnTo>
                <a:lnTo>
                  <a:pt x="276225" y="1400175"/>
                </a:lnTo>
                <a:lnTo>
                  <a:pt x="266700" y="1400175"/>
                </a:lnTo>
                <a:close/>
                <a:moveTo>
                  <a:pt x="247650" y="1400175"/>
                </a:moveTo>
                <a:lnTo>
                  <a:pt x="257175" y="1400175"/>
                </a:lnTo>
                <a:lnTo>
                  <a:pt x="257175" y="1409700"/>
                </a:lnTo>
                <a:lnTo>
                  <a:pt x="247650" y="1409700"/>
                </a:lnTo>
                <a:close/>
                <a:moveTo>
                  <a:pt x="1219200" y="1400175"/>
                </a:moveTo>
                <a:lnTo>
                  <a:pt x="1228725" y="1400175"/>
                </a:lnTo>
                <a:lnTo>
                  <a:pt x="1228725" y="1409700"/>
                </a:lnTo>
                <a:lnTo>
                  <a:pt x="1219200" y="1409700"/>
                </a:lnTo>
                <a:close/>
                <a:moveTo>
                  <a:pt x="1228725" y="1409700"/>
                </a:moveTo>
                <a:lnTo>
                  <a:pt x="1238250" y="1409700"/>
                </a:lnTo>
                <a:lnTo>
                  <a:pt x="1238250" y="1419225"/>
                </a:lnTo>
                <a:lnTo>
                  <a:pt x="1228725" y="1419225"/>
                </a:lnTo>
                <a:close/>
                <a:moveTo>
                  <a:pt x="1381125" y="1409700"/>
                </a:moveTo>
                <a:lnTo>
                  <a:pt x="1447800" y="1409700"/>
                </a:lnTo>
                <a:lnTo>
                  <a:pt x="1447800" y="1419225"/>
                </a:lnTo>
                <a:lnTo>
                  <a:pt x="1381125" y="1419225"/>
                </a:lnTo>
                <a:close/>
                <a:moveTo>
                  <a:pt x="219075" y="1419225"/>
                </a:moveTo>
                <a:lnTo>
                  <a:pt x="228600" y="1419225"/>
                </a:lnTo>
                <a:lnTo>
                  <a:pt x="228600" y="1428750"/>
                </a:lnTo>
                <a:lnTo>
                  <a:pt x="219075" y="1428750"/>
                </a:lnTo>
                <a:close/>
                <a:moveTo>
                  <a:pt x="180975" y="1428750"/>
                </a:moveTo>
                <a:lnTo>
                  <a:pt x="190500" y="1428750"/>
                </a:lnTo>
                <a:lnTo>
                  <a:pt x="190500" y="1438275"/>
                </a:lnTo>
                <a:lnTo>
                  <a:pt x="180975" y="1438275"/>
                </a:lnTo>
                <a:close/>
                <a:moveTo>
                  <a:pt x="209550" y="1428750"/>
                </a:moveTo>
                <a:lnTo>
                  <a:pt x="219075" y="1428750"/>
                </a:lnTo>
                <a:lnTo>
                  <a:pt x="219075" y="1438275"/>
                </a:lnTo>
                <a:lnTo>
                  <a:pt x="209550" y="1438275"/>
                </a:lnTo>
                <a:close/>
                <a:moveTo>
                  <a:pt x="409575" y="1447800"/>
                </a:moveTo>
                <a:lnTo>
                  <a:pt x="619125" y="1447800"/>
                </a:lnTo>
                <a:lnTo>
                  <a:pt x="619125" y="1457325"/>
                </a:lnTo>
                <a:lnTo>
                  <a:pt x="666750" y="1457325"/>
                </a:lnTo>
                <a:lnTo>
                  <a:pt x="666750" y="1476375"/>
                </a:lnTo>
                <a:lnTo>
                  <a:pt x="657225" y="1476375"/>
                </a:lnTo>
                <a:lnTo>
                  <a:pt x="657225" y="1485900"/>
                </a:lnTo>
                <a:lnTo>
                  <a:pt x="647700" y="1485900"/>
                </a:lnTo>
                <a:lnTo>
                  <a:pt x="647700" y="1495425"/>
                </a:lnTo>
                <a:lnTo>
                  <a:pt x="628650" y="1495425"/>
                </a:lnTo>
                <a:lnTo>
                  <a:pt x="628650" y="1485900"/>
                </a:lnTo>
                <a:lnTo>
                  <a:pt x="619125" y="1485900"/>
                </a:lnTo>
                <a:lnTo>
                  <a:pt x="619125" y="1476375"/>
                </a:lnTo>
                <a:lnTo>
                  <a:pt x="581025" y="1476375"/>
                </a:lnTo>
                <a:lnTo>
                  <a:pt x="581025" y="1466850"/>
                </a:lnTo>
                <a:lnTo>
                  <a:pt x="523875" y="1466850"/>
                </a:lnTo>
                <a:lnTo>
                  <a:pt x="523875" y="1476375"/>
                </a:lnTo>
                <a:lnTo>
                  <a:pt x="495300" y="1476375"/>
                </a:lnTo>
                <a:lnTo>
                  <a:pt x="495300" y="1466850"/>
                </a:lnTo>
                <a:lnTo>
                  <a:pt x="466725" y="1466850"/>
                </a:lnTo>
                <a:lnTo>
                  <a:pt x="466725" y="1476375"/>
                </a:lnTo>
                <a:lnTo>
                  <a:pt x="457200" y="1476375"/>
                </a:lnTo>
                <a:lnTo>
                  <a:pt x="457200" y="1485900"/>
                </a:lnTo>
                <a:lnTo>
                  <a:pt x="447675" y="1485900"/>
                </a:lnTo>
                <a:lnTo>
                  <a:pt x="447675" y="1495425"/>
                </a:lnTo>
                <a:lnTo>
                  <a:pt x="438150" y="1495425"/>
                </a:lnTo>
                <a:lnTo>
                  <a:pt x="438150" y="1533525"/>
                </a:lnTo>
                <a:lnTo>
                  <a:pt x="428625" y="1533525"/>
                </a:lnTo>
                <a:lnTo>
                  <a:pt x="428625" y="1590675"/>
                </a:lnTo>
                <a:lnTo>
                  <a:pt x="419100" y="1590675"/>
                </a:lnTo>
                <a:lnTo>
                  <a:pt x="419100" y="1600200"/>
                </a:lnTo>
                <a:lnTo>
                  <a:pt x="409575" y="1600200"/>
                </a:lnTo>
                <a:lnTo>
                  <a:pt x="409575" y="1590675"/>
                </a:lnTo>
                <a:lnTo>
                  <a:pt x="400050" y="1590675"/>
                </a:lnTo>
                <a:lnTo>
                  <a:pt x="400050" y="1457325"/>
                </a:lnTo>
                <a:lnTo>
                  <a:pt x="409575" y="1457325"/>
                </a:lnTo>
                <a:close/>
                <a:moveTo>
                  <a:pt x="1009650" y="1466850"/>
                </a:moveTo>
                <a:lnTo>
                  <a:pt x="1019175" y="1466850"/>
                </a:lnTo>
                <a:lnTo>
                  <a:pt x="1019175" y="1495425"/>
                </a:lnTo>
                <a:lnTo>
                  <a:pt x="1028700" y="1495425"/>
                </a:lnTo>
                <a:lnTo>
                  <a:pt x="1028700" y="1590675"/>
                </a:lnTo>
                <a:lnTo>
                  <a:pt x="1019175" y="1590675"/>
                </a:lnTo>
                <a:lnTo>
                  <a:pt x="1019175" y="1619250"/>
                </a:lnTo>
                <a:lnTo>
                  <a:pt x="1009650" y="1619250"/>
                </a:lnTo>
                <a:close/>
                <a:moveTo>
                  <a:pt x="66675" y="1485900"/>
                </a:moveTo>
                <a:lnTo>
                  <a:pt x="76200" y="1485900"/>
                </a:lnTo>
                <a:lnTo>
                  <a:pt x="76200" y="1495425"/>
                </a:lnTo>
                <a:lnTo>
                  <a:pt x="66675" y="1495425"/>
                </a:lnTo>
                <a:close/>
                <a:moveTo>
                  <a:pt x="1104900" y="1485900"/>
                </a:moveTo>
                <a:lnTo>
                  <a:pt x="1114425" y="1485900"/>
                </a:lnTo>
                <a:lnTo>
                  <a:pt x="1114425" y="1600200"/>
                </a:lnTo>
                <a:lnTo>
                  <a:pt x="1104900" y="1600200"/>
                </a:lnTo>
                <a:close/>
                <a:moveTo>
                  <a:pt x="285750" y="1495425"/>
                </a:moveTo>
                <a:lnTo>
                  <a:pt x="295275" y="1495425"/>
                </a:lnTo>
                <a:lnTo>
                  <a:pt x="295275" y="1504950"/>
                </a:lnTo>
                <a:lnTo>
                  <a:pt x="285750" y="1504950"/>
                </a:lnTo>
                <a:close/>
                <a:moveTo>
                  <a:pt x="266700" y="1524000"/>
                </a:moveTo>
                <a:lnTo>
                  <a:pt x="276225" y="1524000"/>
                </a:lnTo>
                <a:lnTo>
                  <a:pt x="276225" y="1533525"/>
                </a:lnTo>
                <a:lnTo>
                  <a:pt x="266700" y="1533525"/>
                </a:lnTo>
                <a:close/>
                <a:moveTo>
                  <a:pt x="1704975" y="1524000"/>
                </a:moveTo>
                <a:lnTo>
                  <a:pt x="1714500" y="1524000"/>
                </a:lnTo>
                <a:lnTo>
                  <a:pt x="1714500" y="1533525"/>
                </a:lnTo>
                <a:lnTo>
                  <a:pt x="1704975" y="1533525"/>
                </a:lnTo>
                <a:close/>
                <a:moveTo>
                  <a:pt x="257175" y="1533525"/>
                </a:moveTo>
                <a:lnTo>
                  <a:pt x="266700" y="1533525"/>
                </a:lnTo>
                <a:lnTo>
                  <a:pt x="266700" y="1562100"/>
                </a:lnTo>
                <a:lnTo>
                  <a:pt x="285750" y="1562100"/>
                </a:lnTo>
                <a:lnTo>
                  <a:pt x="285750" y="1571625"/>
                </a:lnTo>
                <a:lnTo>
                  <a:pt x="238125" y="1571625"/>
                </a:lnTo>
                <a:lnTo>
                  <a:pt x="238125" y="1552575"/>
                </a:lnTo>
                <a:lnTo>
                  <a:pt x="247650" y="1552575"/>
                </a:lnTo>
                <a:lnTo>
                  <a:pt x="247650" y="1543050"/>
                </a:lnTo>
                <a:lnTo>
                  <a:pt x="257175" y="1543050"/>
                </a:lnTo>
                <a:close/>
                <a:moveTo>
                  <a:pt x="133350" y="1552575"/>
                </a:moveTo>
                <a:lnTo>
                  <a:pt x="152400" y="1552575"/>
                </a:lnTo>
                <a:lnTo>
                  <a:pt x="152400" y="1571625"/>
                </a:lnTo>
                <a:lnTo>
                  <a:pt x="104775" y="1571625"/>
                </a:lnTo>
                <a:lnTo>
                  <a:pt x="104775" y="1562100"/>
                </a:lnTo>
                <a:lnTo>
                  <a:pt x="133350" y="1562100"/>
                </a:lnTo>
                <a:close/>
                <a:moveTo>
                  <a:pt x="285750" y="1571625"/>
                </a:moveTo>
                <a:lnTo>
                  <a:pt x="295275" y="1571625"/>
                </a:lnTo>
                <a:lnTo>
                  <a:pt x="295275" y="1581150"/>
                </a:lnTo>
                <a:lnTo>
                  <a:pt x="285750" y="1581150"/>
                </a:lnTo>
                <a:close/>
                <a:moveTo>
                  <a:pt x="1657350" y="1571625"/>
                </a:moveTo>
                <a:lnTo>
                  <a:pt x="1666875" y="1571625"/>
                </a:lnTo>
                <a:lnTo>
                  <a:pt x="1666875" y="1581150"/>
                </a:lnTo>
                <a:lnTo>
                  <a:pt x="1657350" y="1581150"/>
                </a:lnTo>
                <a:close/>
                <a:moveTo>
                  <a:pt x="295275" y="1581150"/>
                </a:moveTo>
                <a:lnTo>
                  <a:pt x="304800" y="1581150"/>
                </a:lnTo>
                <a:lnTo>
                  <a:pt x="304800" y="1609725"/>
                </a:lnTo>
                <a:lnTo>
                  <a:pt x="323850" y="1609725"/>
                </a:lnTo>
                <a:lnTo>
                  <a:pt x="323850" y="1657350"/>
                </a:lnTo>
                <a:lnTo>
                  <a:pt x="333375" y="1657350"/>
                </a:lnTo>
                <a:lnTo>
                  <a:pt x="333375" y="1666875"/>
                </a:lnTo>
                <a:lnTo>
                  <a:pt x="409575" y="1666875"/>
                </a:lnTo>
                <a:lnTo>
                  <a:pt x="409575" y="1676400"/>
                </a:lnTo>
                <a:lnTo>
                  <a:pt x="400050" y="1676400"/>
                </a:lnTo>
                <a:lnTo>
                  <a:pt x="400050" y="1685925"/>
                </a:lnTo>
                <a:lnTo>
                  <a:pt x="390525" y="1685925"/>
                </a:lnTo>
                <a:lnTo>
                  <a:pt x="390525" y="1704975"/>
                </a:lnTo>
                <a:lnTo>
                  <a:pt x="400050" y="1704975"/>
                </a:lnTo>
                <a:lnTo>
                  <a:pt x="400050" y="1714500"/>
                </a:lnTo>
                <a:lnTo>
                  <a:pt x="409575" y="1714500"/>
                </a:lnTo>
                <a:lnTo>
                  <a:pt x="409575" y="1724025"/>
                </a:lnTo>
                <a:lnTo>
                  <a:pt x="523875" y="1724025"/>
                </a:lnTo>
                <a:lnTo>
                  <a:pt x="523875" y="1714500"/>
                </a:lnTo>
                <a:lnTo>
                  <a:pt x="704850" y="1714500"/>
                </a:lnTo>
                <a:lnTo>
                  <a:pt x="704850" y="1704975"/>
                </a:lnTo>
                <a:lnTo>
                  <a:pt x="742950" y="1704975"/>
                </a:lnTo>
                <a:lnTo>
                  <a:pt x="742950" y="1714500"/>
                </a:lnTo>
                <a:lnTo>
                  <a:pt x="771525" y="1714500"/>
                </a:lnTo>
                <a:lnTo>
                  <a:pt x="771525" y="1704975"/>
                </a:lnTo>
                <a:lnTo>
                  <a:pt x="781050" y="1704975"/>
                </a:lnTo>
                <a:lnTo>
                  <a:pt x="781050" y="1714500"/>
                </a:lnTo>
                <a:lnTo>
                  <a:pt x="800100" y="1714500"/>
                </a:lnTo>
                <a:lnTo>
                  <a:pt x="800100" y="1695450"/>
                </a:lnTo>
                <a:lnTo>
                  <a:pt x="809625" y="1695450"/>
                </a:lnTo>
                <a:lnTo>
                  <a:pt x="809625" y="1676400"/>
                </a:lnTo>
                <a:lnTo>
                  <a:pt x="771525" y="1676400"/>
                </a:lnTo>
                <a:lnTo>
                  <a:pt x="771525" y="1685925"/>
                </a:lnTo>
                <a:lnTo>
                  <a:pt x="762000" y="1685925"/>
                </a:lnTo>
                <a:lnTo>
                  <a:pt x="762000" y="1676400"/>
                </a:lnTo>
                <a:lnTo>
                  <a:pt x="704850" y="1676400"/>
                </a:lnTo>
                <a:lnTo>
                  <a:pt x="704850" y="1666875"/>
                </a:lnTo>
                <a:lnTo>
                  <a:pt x="942975" y="1666875"/>
                </a:lnTo>
                <a:lnTo>
                  <a:pt x="942975" y="1676400"/>
                </a:lnTo>
                <a:lnTo>
                  <a:pt x="923925" y="1676400"/>
                </a:lnTo>
                <a:lnTo>
                  <a:pt x="923925" y="1685925"/>
                </a:lnTo>
                <a:lnTo>
                  <a:pt x="904875" y="1685925"/>
                </a:lnTo>
                <a:lnTo>
                  <a:pt x="904875" y="1676400"/>
                </a:lnTo>
                <a:lnTo>
                  <a:pt x="847725" y="1676400"/>
                </a:lnTo>
                <a:lnTo>
                  <a:pt x="847725" y="1695450"/>
                </a:lnTo>
                <a:lnTo>
                  <a:pt x="857250" y="1695450"/>
                </a:lnTo>
                <a:lnTo>
                  <a:pt x="857250" y="1714500"/>
                </a:lnTo>
                <a:lnTo>
                  <a:pt x="885825" y="1714500"/>
                </a:lnTo>
                <a:lnTo>
                  <a:pt x="885825" y="1685925"/>
                </a:lnTo>
                <a:lnTo>
                  <a:pt x="895350" y="1685925"/>
                </a:lnTo>
                <a:lnTo>
                  <a:pt x="895350" y="1704975"/>
                </a:lnTo>
                <a:lnTo>
                  <a:pt x="923925" y="1704975"/>
                </a:lnTo>
                <a:lnTo>
                  <a:pt x="923925" y="1714500"/>
                </a:lnTo>
                <a:lnTo>
                  <a:pt x="971550" y="1714500"/>
                </a:lnTo>
                <a:lnTo>
                  <a:pt x="971550" y="1724025"/>
                </a:lnTo>
                <a:lnTo>
                  <a:pt x="1085850" y="1724025"/>
                </a:lnTo>
                <a:lnTo>
                  <a:pt x="1085850" y="1733550"/>
                </a:lnTo>
                <a:lnTo>
                  <a:pt x="304800" y="1733550"/>
                </a:lnTo>
                <a:lnTo>
                  <a:pt x="304800" y="1695450"/>
                </a:lnTo>
                <a:lnTo>
                  <a:pt x="295275" y="1695450"/>
                </a:lnTo>
                <a:close/>
                <a:moveTo>
                  <a:pt x="1647825" y="1600200"/>
                </a:moveTo>
                <a:lnTo>
                  <a:pt x="1657350" y="1600200"/>
                </a:lnTo>
                <a:lnTo>
                  <a:pt x="1657350" y="1609725"/>
                </a:lnTo>
                <a:lnTo>
                  <a:pt x="1647825" y="1609725"/>
                </a:lnTo>
                <a:close/>
                <a:moveTo>
                  <a:pt x="1609725" y="1628775"/>
                </a:moveTo>
                <a:lnTo>
                  <a:pt x="1619250" y="1628775"/>
                </a:lnTo>
                <a:lnTo>
                  <a:pt x="1619250" y="1638300"/>
                </a:lnTo>
                <a:lnTo>
                  <a:pt x="1609725" y="1638300"/>
                </a:lnTo>
                <a:close/>
                <a:moveTo>
                  <a:pt x="1819275" y="1638300"/>
                </a:moveTo>
                <a:lnTo>
                  <a:pt x="1828800" y="1638300"/>
                </a:lnTo>
                <a:lnTo>
                  <a:pt x="1828800" y="1647825"/>
                </a:lnTo>
                <a:lnTo>
                  <a:pt x="1819275" y="1647825"/>
                </a:lnTo>
                <a:close/>
                <a:moveTo>
                  <a:pt x="76200" y="1657350"/>
                </a:moveTo>
                <a:lnTo>
                  <a:pt x="85725" y="1657350"/>
                </a:lnTo>
                <a:lnTo>
                  <a:pt x="85725" y="1685925"/>
                </a:lnTo>
                <a:lnTo>
                  <a:pt x="76200" y="1685925"/>
                </a:lnTo>
                <a:close/>
                <a:moveTo>
                  <a:pt x="866775" y="1695450"/>
                </a:moveTo>
                <a:lnTo>
                  <a:pt x="876300" y="1695450"/>
                </a:lnTo>
                <a:lnTo>
                  <a:pt x="876300" y="1704975"/>
                </a:lnTo>
                <a:lnTo>
                  <a:pt x="866775" y="1704975"/>
                </a:lnTo>
                <a:close/>
                <a:moveTo>
                  <a:pt x="85725" y="1714500"/>
                </a:moveTo>
                <a:lnTo>
                  <a:pt x="95250" y="1714500"/>
                </a:lnTo>
                <a:lnTo>
                  <a:pt x="95250" y="1724025"/>
                </a:lnTo>
                <a:lnTo>
                  <a:pt x="85725" y="1724025"/>
                </a:lnTo>
                <a:close/>
                <a:moveTo>
                  <a:pt x="838200" y="1714500"/>
                </a:moveTo>
                <a:lnTo>
                  <a:pt x="847725" y="1714500"/>
                </a:lnTo>
                <a:lnTo>
                  <a:pt x="847725" y="1704975"/>
                </a:lnTo>
                <a:lnTo>
                  <a:pt x="838200" y="1704975"/>
                </a:lnTo>
                <a:close/>
                <a:moveTo>
                  <a:pt x="1095375" y="1724025"/>
                </a:moveTo>
                <a:lnTo>
                  <a:pt x="1104900" y="1724025"/>
                </a:lnTo>
                <a:lnTo>
                  <a:pt x="1104900" y="1733550"/>
                </a:lnTo>
                <a:lnTo>
                  <a:pt x="1095375" y="1733550"/>
                </a:lnTo>
                <a:close/>
                <a:moveTo>
                  <a:pt x="95250" y="1743075"/>
                </a:moveTo>
                <a:lnTo>
                  <a:pt x="104775" y="1743075"/>
                </a:lnTo>
                <a:lnTo>
                  <a:pt x="104775" y="1752600"/>
                </a:lnTo>
                <a:lnTo>
                  <a:pt x="95250" y="1752600"/>
                </a:lnTo>
                <a:close/>
                <a:moveTo>
                  <a:pt x="104775" y="1762125"/>
                </a:moveTo>
                <a:lnTo>
                  <a:pt x="114300" y="1762125"/>
                </a:lnTo>
                <a:lnTo>
                  <a:pt x="114300" y="1771650"/>
                </a:lnTo>
                <a:lnTo>
                  <a:pt x="104775" y="1771650"/>
                </a:lnTo>
                <a:close/>
              </a:path>
            </a:pathLst>
          </a:custGeom>
          <a:solidFill xmlns:a="http://schemas.openxmlformats.org/drawingml/2006/main">
            <a:srgbClr val="FDD5A5"/>
          </a:solidFill>
          <a:ln xmlns:a="http://schemas.openxmlformats.org/drawingml/2006/main" w="0">
            <a:noFill/>
          </a:ln>
        </p:spPr>
      </p:sp>
      <p:sp>
        <p:nvSpPr>
          <p:cNvPr id="126" name="logo7 vector #f1c599">
            <a:extLst xmlns:a="http://schemas.openxmlformats.org/drawingml/2006/main">
              <a:ext uri="{FF2B5EF4-FFF2-40B4-BE49-F238E27FC236}">
                <a16:creationId xmlns:a16="http://schemas.microsoft.com/office/drawing/2014/main" id="{8FBC9249-61E6-4249-AFA1-892652DD021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5300" y="5210175"/>
            <a:ext cx="2305050" cy="2105025"/>
          </a:xfrm>
          <a:custGeom xmlns:a="http://schemas.openxmlformats.org/drawingml/2006/main">
            <a:pathLst>
              <a:path w="1952625" h="1781175">
                <a:moveTo>
                  <a:pt x="38100" y="0"/>
                </a:moveTo>
                <a:lnTo>
                  <a:pt x="47625" y="0"/>
                </a:lnTo>
                <a:lnTo>
                  <a:pt x="47625" y="47625"/>
                </a:lnTo>
                <a:lnTo>
                  <a:pt x="38100" y="47625"/>
                </a:lnTo>
                <a:close/>
                <a:moveTo>
                  <a:pt x="781050" y="38100"/>
                </a:moveTo>
                <a:lnTo>
                  <a:pt x="819150" y="38100"/>
                </a:lnTo>
                <a:lnTo>
                  <a:pt x="819150" y="47625"/>
                </a:lnTo>
                <a:lnTo>
                  <a:pt x="781050" y="47625"/>
                </a:lnTo>
                <a:close/>
                <a:moveTo>
                  <a:pt x="1085850" y="38100"/>
                </a:moveTo>
                <a:lnTo>
                  <a:pt x="1133475" y="38100"/>
                </a:lnTo>
                <a:lnTo>
                  <a:pt x="1133475" y="47625"/>
                </a:lnTo>
                <a:lnTo>
                  <a:pt x="1085850" y="47625"/>
                </a:lnTo>
                <a:close/>
                <a:moveTo>
                  <a:pt x="685800" y="47625"/>
                </a:moveTo>
                <a:lnTo>
                  <a:pt x="704850" y="47625"/>
                </a:lnTo>
                <a:lnTo>
                  <a:pt x="704850" y="57150"/>
                </a:lnTo>
                <a:lnTo>
                  <a:pt x="685800" y="57150"/>
                </a:lnTo>
                <a:close/>
                <a:moveTo>
                  <a:pt x="1209675" y="47625"/>
                </a:moveTo>
                <a:lnTo>
                  <a:pt x="1228725" y="47625"/>
                </a:lnTo>
                <a:lnTo>
                  <a:pt x="1228725" y="57150"/>
                </a:lnTo>
                <a:lnTo>
                  <a:pt x="1209675" y="57150"/>
                </a:lnTo>
                <a:close/>
                <a:moveTo>
                  <a:pt x="609600" y="57150"/>
                </a:moveTo>
                <a:lnTo>
                  <a:pt x="638175" y="57150"/>
                </a:lnTo>
                <a:lnTo>
                  <a:pt x="638175" y="66675"/>
                </a:lnTo>
                <a:lnTo>
                  <a:pt x="609600" y="66675"/>
                </a:lnTo>
                <a:close/>
                <a:moveTo>
                  <a:pt x="1285875" y="57150"/>
                </a:moveTo>
                <a:lnTo>
                  <a:pt x="1304925" y="57150"/>
                </a:lnTo>
                <a:lnTo>
                  <a:pt x="1304925" y="66675"/>
                </a:lnTo>
                <a:lnTo>
                  <a:pt x="1285875" y="66675"/>
                </a:lnTo>
                <a:close/>
                <a:moveTo>
                  <a:pt x="561975" y="66675"/>
                </a:moveTo>
                <a:lnTo>
                  <a:pt x="571500" y="66675"/>
                </a:lnTo>
                <a:lnTo>
                  <a:pt x="571500" y="76200"/>
                </a:lnTo>
                <a:lnTo>
                  <a:pt x="561975" y="76200"/>
                </a:lnTo>
                <a:close/>
                <a:moveTo>
                  <a:pt x="1343025" y="66675"/>
                </a:moveTo>
                <a:lnTo>
                  <a:pt x="1352550" y="66675"/>
                </a:lnTo>
                <a:lnTo>
                  <a:pt x="1352550" y="76200"/>
                </a:lnTo>
                <a:lnTo>
                  <a:pt x="1343025" y="76200"/>
                </a:lnTo>
                <a:close/>
                <a:moveTo>
                  <a:pt x="514350" y="76200"/>
                </a:moveTo>
                <a:lnTo>
                  <a:pt x="523875" y="76200"/>
                </a:lnTo>
                <a:lnTo>
                  <a:pt x="523875" y="85725"/>
                </a:lnTo>
                <a:lnTo>
                  <a:pt x="514350" y="85725"/>
                </a:lnTo>
                <a:close/>
                <a:moveTo>
                  <a:pt x="1390650" y="76200"/>
                </a:moveTo>
                <a:lnTo>
                  <a:pt x="1400175" y="76200"/>
                </a:lnTo>
                <a:lnTo>
                  <a:pt x="1400175" y="85725"/>
                </a:lnTo>
                <a:lnTo>
                  <a:pt x="1390650" y="85725"/>
                </a:lnTo>
                <a:close/>
                <a:moveTo>
                  <a:pt x="485775" y="85725"/>
                </a:moveTo>
                <a:lnTo>
                  <a:pt x="495300" y="85725"/>
                </a:lnTo>
                <a:lnTo>
                  <a:pt x="495300" y="95250"/>
                </a:lnTo>
                <a:lnTo>
                  <a:pt x="485775" y="95250"/>
                </a:lnTo>
                <a:close/>
                <a:moveTo>
                  <a:pt x="828675" y="85725"/>
                </a:moveTo>
                <a:lnTo>
                  <a:pt x="885825" y="85725"/>
                </a:lnTo>
                <a:lnTo>
                  <a:pt x="885825" y="95250"/>
                </a:lnTo>
                <a:lnTo>
                  <a:pt x="828675" y="95250"/>
                </a:lnTo>
                <a:close/>
                <a:moveTo>
                  <a:pt x="1038225" y="85725"/>
                </a:moveTo>
                <a:lnTo>
                  <a:pt x="1095375" y="85725"/>
                </a:lnTo>
                <a:lnTo>
                  <a:pt x="1095375" y="95250"/>
                </a:lnTo>
                <a:lnTo>
                  <a:pt x="1038225" y="95250"/>
                </a:lnTo>
                <a:close/>
                <a:moveTo>
                  <a:pt x="1419225" y="85725"/>
                </a:moveTo>
                <a:lnTo>
                  <a:pt x="1428750" y="85725"/>
                </a:lnTo>
                <a:lnTo>
                  <a:pt x="1428750" y="95250"/>
                </a:lnTo>
                <a:lnTo>
                  <a:pt x="1419225" y="95250"/>
                </a:lnTo>
                <a:close/>
                <a:moveTo>
                  <a:pt x="714375" y="95250"/>
                </a:moveTo>
                <a:lnTo>
                  <a:pt x="742950" y="95250"/>
                </a:lnTo>
                <a:lnTo>
                  <a:pt x="742950" y="104775"/>
                </a:lnTo>
                <a:lnTo>
                  <a:pt x="714375" y="104775"/>
                </a:lnTo>
                <a:close/>
                <a:moveTo>
                  <a:pt x="1171575" y="95250"/>
                </a:moveTo>
                <a:lnTo>
                  <a:pt x="1200150" y="95250"/>
                </a:lnTo>
                <a:lnTo>
                  <a:pt x="1200150" y="104775"/>
                </a:lnTo>
                <a:lnTo>
                  <a:pt x="1171575" y="104775"/>
                </a:lnTo>
                <a:close/>
                <a:moveTo>
                  <a:pt x="638175" y="104775"/>
                </a:moveTo>
                <a:lnTo>
                  <a:pt x="657225" y="104775"/>
                </a:lnTo>
                <a:lnTo>
                  <a:pt x="657225" y="114300"/>
                </a:lnTo>
                <a:lnTo>
                  <a:pt x="638175" y="114300"/>
                </a:lnTo>
                <a:close/>
                <a:moveTo>
                  <a:pt x="1266825" y="104775"/>
                </a:moveTo>
                <a:lnTo>
                  <a:pt x="1276350" y="104775"/>
                </a:lnTo>
                <a:lnTo>
                  <a:pt x="1276350" y="114300"/>
                </a:lnTo>
                <a:lnTo>
                  <a:pt x="1266825" y="114300"/>
                </a:lnTo>
                <a:close/>
                <a:moveTo>
                  <a:pt x="1457325" y="104775"/>
                </a:moveTo>
                <a:lnTo>
                  <a:pt x="1466850" y="104775"/>
                </a:lnTo>
                <a:lnTo>
                  <a:pt x="1466850" y="114300"/>
                </a:lnTo>
                <a:lnTo>
                  <a:pt x="1457325" y="114300"/>
                </a:lnTo>
                <a:close/>
                <a:moveTo>
                  <a:pt x="428625" y="114300"/>
                </a:moveTo>
                <a:lnTo>
                  <a:pt x="438150" y="114300"/>
                </a:lnTo>
                <a:lnTo>
                  <a:pt x="438150" y="123825"/>
                </a:lnTo>
                <a:lnTo>
                  <a:pt x="428625" y="123825"/>
                </a:lnTo>
                <a:close/>
                <a:moveTo>
                  <a:pt x="581025" y="114300"/>
                </a:moveTo>
                <a:lnTo>
                  <a:pt x="600075" y="114300"/>
                </a:lnTo>
                <a:lnTo>
                  <a:pt x="600075" y="123825"/>
                </a:lnTo>
                <a:lnTo>
                  <a:pt x="581025" y="123825"/>
                </a:lnTo>
                <a:close/>
                <a:moveTo>
                  <a:pt x="1314450" y="114300"/>
                </a:moveTo>
                <a:lnTo>
                  <a:pt x="1323975" y="114300"/>
                </a:lnTo>
                <a:lnTo>
                  <a:pt x="1323975" y="123825"/>
                </a:lnTo>
                <a:lnTo>
                  <a:pt x="1314450" y="123825"/>
                </a:lnTo>
                <a:close/>
                <a:moveTo>
                  <a:pt x="419100" y="123825"/>
                </a:moveTo>
                <a:lnTo>
                  <a:pt x="428625" y="123825"/>
                </a:lnTo>
                <a:lnTo>
                  <a:pt x="428625" y="133350"/>
                </a:lnTo>
                <a:lnTo>
                  <a:pt x="419100" y="133350"/>
                </a:lnTo>
                <a:close/>
                <a:moveTo>
                  <a:pt x="542925" y="123825"/>
                </a:moveTo>
                <a:lnTo>
                  <a:pt x="552450" y="123825"/>
                </a:lnTo>
                <a:lnTo>
                  <a:pt x="552450" y="133350"/>
                </a:lnTo>
                <a:lnTo>
                  <a:pt x="542925" y="133350"/>
                </a:lnTo>
                <a:close/>
                <a:moveTo>
                  <a:pt x="1362075" y="123825"/>
                </a:moveTo>
                <a:lnTo>
                  <a:pt x="1371600" y="123825"/>
                </a:lnTo>
                <a:lnTo>
                  <a:pt x="1371600" y="133350"/>
                </a:lnTo>
                <a:lnTo>
                  <a:pt x="1362075" y="133350"/>
                </a:lnTo>
                <a:close/>
                <a:moveTo>
                  <a:pt x="409575" y="133350"/>
                </a:moveTo>
                <a:lnTo>
                  <a:pt x="419100" y="133350"/>
                </a:lnTo>
                <a:lnTo>
                  <a:pt x="419100" y="142875"/>
                </a:lnTo>
                <a:lnTo>
                  <a:pt x="409575" y="142875"/>
                </a:lnTo>
                <a:close/>
                <a:moveTo>
                  <a:pt x="504825" y="133350"/>
                </a:moveTo>
                <a:lnTo>
                  <a:pt x="514350" y="133350"/>
                </a:lnTo>
                <a:lnTo>
                  <a:pt x="514350" y="142875"/>
                </a:lnTo>
                <a:lnTo>
                  <a:pt x="504825" y="142875"/>
                </a:lnTo>
                <a:close/>
                <a:moveTo>
                  <a:pt x="1400175" y="133350"/>
                </a:moveTo>
                <a:lnTo>
                  <a:pt x="1409700" y="133350"/>
                </a:lnTo>
                <a:lnTo>
                  <a:pt x="1409700" y="142875"/>
                </a:lnTo>
                <a:lnTo>
                  <a:pt x="1400175" y="142875"/>
                </a:lnTo>
                <a:close/>
                <a:moveTo>
                  <a:pt x="485775" y="142875"/>
                </a:moveTo>
                <a:lnTo>
                  <a:pt x="495300" y="142875"/>
                </a:lnTo>
                <a:lnTo>
                  <a:pt x="495300" y="152400"/>
                </a:lnTo>
                <a:lnTo>
                  <a:pt x="485775" y="152400"/>
                </a:lnTo>
                <a:close/>
                <a:moveTo>
                  <a:pt x="1419225" y="142875"/>
                </a:moveTo>
                <a:lnTo>
                  <a:pt x="1428750" y="142875"/>
                </a:lnTo>
                <a:lnTo>
                  <a:pt x="1428750" y="152400"/>
                </a:lnTo>
                <a:lnTo>
                  <a:pt x="1419225" y="152400"/>
                </a:lnTo>
                <a:close/>
                <a:moveTo>
                  <a:pt x="466725" y="152400"/>
                </a:moveTo>
                <a:lnTo>
                  <a:pt x="476250" y="152400"/>
                </a:lnTo>
                <a:lnTo>
                  <a:pt x="476250" y="161925"/>
                </a:lnTo>
                <a:lnTo>
                  <a:pt x="466725" y="161925"/>
                </a:lnTo>
                <a:close/>
                <a:moveTo>
                  <a:pt x="1438275" y="152400"/>
                </a:moveTo>
                <a:lnTo>
                  <a:pt x="1447800" y="152400"/>
                </a:lnTo>
                <a:lnTo>
                  <a:pt x="1447800" y="161925"/>
                </a:lnTo>
                <a:lnTo>
                  <a:pt x="1438275" y="161925"/>
                </a:lnTo>
                <a:close/>
                <a:moveTo>
                  <a:pt x="1447800" y="161925"/>
                </a:moveTo>
                <a:lnTo>
                  <a:pt x="1457325" y="161925"/>
                </a:lnTo>
                <a:lnTo>
                  <a:pt x="1457325" y="171450"/>
                </a:lnTo>
                <a:lnTo>
                  <a:pt x="1447800" y="171450"/>
                </a:lnTo>
                <a:close/>
                <a:moveTo>
                  <a:pt x="1524000" y="161925"/>
                </a:moveTo>
                <a:lnTo>
                  <a:pt x="1533525" y="161925"/>
                </a:lnTo>
                <a:lnTo>
                  <a:pt x="1533525" y="171450"/>
                </a:lnTo>
                <a:lnTo>
                  <a:pt x="1524000" y="171450"/>
                </a:lnTo>
                <a:close/>
                <a:moveTo>
                  <a:pt x="38100" y="171450"/>
                </a:moveTo>
                <a:lnTo>
                  <a:pt x="47625" y="171450"/>
                </a:lnTo>
                <a:lnTo>
                  <a:pt x="47625" y="209550"/>
                </a:lnTo>
                <a:lnTo>
                  <a:pt x="38100" y="209550"/>
                </a:lnTo>
                <a:close/>
                <a:moveTo>
                  <a:pt x="285750" y="171450"/>
                </a:moveTo>
                <a:lnTo>
                  <a:pt x="295275" y="171450"/>
                </a:lnTo>
                <a:lnTo>
                  <a:pt x="295275" y="180975"/>
                </a:lnTo>
                <a:lnTo>
                  <a:pt x="285750" y="180975"/>
                </a:lnTo>
                <a:close/>
                <a:moveTo>
                  <a:pt x="1457325" y="171450"/>
                </a:moveTo>
                <a:lnTo>
                  <a:pt x="1466850" y="171450"/>
                </a:lnTo>
                <a:lnTo>
                  <a:pt x="1466850" y="180975"/>
                </a:lnTo>
                <a:lnTo>
                  <a:pt x="1457325" y="180975"/>
                </a:lnTo>
                <a:close/>
                <a:moveTo>
                  <a:pt x="1609725" y="171450"/>
                </a:moveTo>
                <a:lnTo>
                  <a:pt x="1619250" y="171450"/>
                </a:lnTo>
                <a:lnTo>
                  <a:pt x="1619250" y="180975"/>
                </a:lnTo>
                <a:lnTo>
                  <a:pt x="1609725" y="180975"/>
                </a:lnTo>
                <a:close/>
                <a:moveTo>
                  <a:pt x="609600" y="190500"/>
                </a:moveTo>
                <a:lnTo>
                  <a:pt x="628650" y="190500"/>
                </a:lnTo>
                <a:lnTo>
                  <a:pt x="628650" y="200025"/>
                </a:lnTo>
                <a:lnTo>
                  <a:pt x="609600" y="200025"/>
                </a:lnTo>
                <a:close/>
                <a:moveTo>
                  <a:pt x="1647825" y="190500"/>
                </a:moveTo>
                <a:lnTo>
                  <a:pt x="1657350" y="190500"/>
                </a:lnTo>
                <a:lnTo>
                  <a:pt x="1657350" y="200025"/>
                </a:lnTo>
                <a:lnTo>
                  <a:pt x="1647825" y="200025"/>
                </a:lnTo>
                <a:close/>
                <a:moveTo>
                  <a:pt x="600075" y="200025"/>
                </a:moveTo>
                <a:lnTo>
                  <a:pt x="609600" y="200025"/>
                </a:lnTo>
                <a:lnTo>
                  <a:pt x="609600" y="209550"/>
                </a:lnTo>
                <a:lnTo>
                  <a:pt x="600075" y="209550"/>
                </a:lnTo>
                <a:close/>
                <a:moveTo>
                  <a:pt x="1371600" y="200025"/>
                </a:moveTo>
                <a:lnTo>
                  <a:pt x="1381125" y="200025"/>
                </a:lnTo>
                <a:lnTo>
                  <a:pt x="1381125" y="219075"/>
                </a:lnTo>
                <a:lnTo>
                  <a:pt x="1371600" y="219075"/>
                </a:lnTo>
                <a:close/>
                <a:moveTo>
                  <a:pt x="1657350" y="200025"/>
                </a:moveTo>
                <a:lnTo>
                  <a:pt x="1666875" y="200025"/>
                </a:lnTo>
                <a:lnTo>
                  <a:pt x="1666875" y="209550"/>
                </a:lnTo>
                <a:lnTo>
                  <a:pt x="1657350" y="209550"/>
                </a:lnTo>
                <a:close/>
                <a:moveTo>
                  <a:pt x="466725" y="209550"/>
                </a:moveTo>
                <a:lnTo>
                  <a:pt x="476250" y="209550"/>
                </a:lnTo>
                <a:lnTo>
                  <a:pt x="476250" y="219075"/>
                </a:lnTo>
                <a:lnTo>
                  <a:pt x="466725" y="219075"/>
                </a:lnTo>
                <a:close/>
                <a:moveTo>
                  <a:pt x="1314450" y="209550"/>
                </a:moveTo>
                <a:lnTo>
                  <a:pt x="1323975" y="209550"/>
                </a:lnTo>
                <a:lnTo>
                  <a:pt x="1323975" y="219075"/>
                </a:lnTo>
                <a:lnTo>
                  <a:pt x="1314450" y="219075"/>
                </a:lnTo>
                <a:close/>
                <a:moveTo>
                  <a:pt x="228600" y="219075"/>
                </a:moveTo>
                <a:lnTo>
                  <a:pt x="238125" y="219075"/>
                </a:lnTo>
                <a:lnTo>
                  <a:pt x="238125" y="228600"/>
                </a:lnTo>
                <a:lnTo>
                  <a:pt x="228600" y="228600"/>
                </a:lnTo>
                <a:close/>
                <a:moveTo>
                  <a:pt x="457200" y="219075"/>
                </a:moveTo>
                <a:lnTo>
                  <a:pt x="466725" y="219075"/>
                </a:lnTo>
                <a:lnTo>
                  <a:pt x="466725" y="228600"/>
                </a:lnTo>
                <a:lnTo>
                  <a:pt x="457200" y="228600"/>
                </a:lnTo>
                <a:close/>
                <a:moveTo>
                  <a:pt x="600075" y="219075"/>
                </a:moveTo>
                <a:lnTo>
                  <a:pt x="609600" y="219075"/>
                </a:lnTo>
                <a:lnTo>
                  <a:pt x="609600" y="228600"/>
                </a:lnTo>
                <a:lnTo>
                  <a:pt x="600075" y="228600"/>
                </a:lnTo>
                <a:close/>
                <a:moveTo>
                  <a:pt x="1304925" y="219075"/>
                </a:moveTo>
                <a:lnTo>
                  <a:pt x="1314450" y="219075"/>
                </a:lnTo>
                <a:lnTo>
                  <a:pt x="1314450" y="228600"/>
                </a:lnTo>
                <a:lnTo>
                  <a:pt x="1304925" y="228600"/>
                </a:lnTo>
                <a:close/>
                <a:moveTo>
                  <a:pt x="1362075" y="219075"/>
                </a:moveTo>
                <a:lnTo>
                  <a:pt x="1371600" y="219075"/>
                </a:lnTo>
                <a:lnTo>
                  <a:pt x="1371600" y="228600"/>
                </a:lnTo>
                <a:lnTo>
                  <a:pt x="1362075" y="228600"/>
                </a:lnTo>
                <a:close/>
                <a:moveTo>
                  <a:pt x="1600200" y="219075"/>
                </a:moveTo>
                <a:lnTo>
                  <a:pt x="1609725" y="219075"/>
                </a:lnTo>
                <a:lnTo>
                  <a:pt x="1609725" y="228600"/>
                </a:lnTo>
                <a:lnTo>
                  <a:pt x="1600200" y="228600"/>
                </a:lnTo>
                <a:close/>
                <a:moveTo>
                  <a:pt x="1666875" y="219075"/>
                </a:moveTo>
                <a:lnTo>
                  <a:pt x="1676400" y="219075"/>
                </a:lnTo>
                <a:lnTo>
                  <a:pt x="1676400" y="228600"/>
                </a:lnTo>
                <a:lnTo>
                  <a:pt x="1666875" y="228600"/>
                </a:lnTo>
                <a:close/>
                <a:moveTo>
                  <a:pt x="285750" y="228600"/>
                </a:moveTo>
                <a:lnTo>
                  <a:pt x="295275" y="228600"/>
                </a:lnTo>
                <a:lnTo>
                  <a:pt x="295275" y="238125"/>
                </a:lnTo>
                <a:lnTo>
                  <a:pt x="285750" y="238125"/>
                </a:lnTo>
                <a:close/>
                <a:moveTo>
                  <a:pt x="523875" y="228600"/>
                </a:moveTo>
                <a:lnTo>
                  <a:pt x="533400" y="228600"/>
                </a:lnTo>
                <a:lnTo>
                  <a:pt x="533400" y="238125"/>
                </a:lnTo>
                <a:lnTo>
                  <a:pt x="523875" y="238125"/>
                </a:lnTo>
                <a:close/>
                <a:moveTo>
                  <a:pt x="1352550" y="228600"/>
                </a:moveTo>
                <a:lnTo>
                  <a:pt x="1362075" y="228600"/>
                </a:lnTo>
                <a:lnTo>
                  <a:pt x="1362075" y="238125"/>
                </a:lnTo>
                <a:lnTo>
                  <a:pt x="1352550" y="238125"/>
                </a:lnTo>
                <a:close/>
                <a:moveTo>
                  <a:pt x="1609725" y="228600"/>
                </a:moveTo>
                <a:lnTo>
                  <a:pt x="1619250" y="228600"/>
                </a:lnTo>
                <a:lnTo>
                  <a:pt x="1619250" y="238125"/>
                </a:lnTo>
                <a:lnTo>
                  <a:pt x="1609725" y="238125"/>
                </a:lnTo>
                <a:close/>
                <a:moveTo>
                  <a:pt x="276225" y="238125"/>
                </a:moveTo>
                <a:lnTo>
                  <a:pt x="285750" y="238125"/>
                </a:lnTo>
                <a:lnTo>
                  <a:pt x="285750" y="247650"/>
                </a:lnTo>
                <a:lnTo>
                  <a:pt x="276225" y="247650"/>
                </a:lnTo>
                <a:close/>
                <a:moveTo>
                  <a:pt x="609600" y="238125"/>
                </a:moveTo>
                <a:lnTo>
                  <a:pt x="619125" y="238125"/>
                </a:lnTo>
                <a:lnTo>
                  <a:pt x="619125" y="266700"/>
                </a:lnTo>
                <a:lnTo>
                  <a:pt x="609600" y="266700"/>
                </a:lnTo>
                <a:close/>
                <a:moveTo>
                  <a:pt x="800100" y="238125"/>
                </a:moveTo>
                <a:lnTo>
                  <a:pt x="819150" y="238125"/>
                </a:lnTo>
                <a:lnTo>
                  <a:pt x="819150" y="247650"/>
                </a:lnTo>
                <a:lnTo>
                  <a:pt x="800100" y="247650"/>
                </a:lnTo>
                <a:close/>
                <a:moveTo>
                  <a:pt x="885825" y="238125"/>
                </a:moveTo>
                <a:lnTo>
                  <a:pt x="904875" y="238125"/>
                </a:lnTo>
                <a:lnTo>
                  <a:pt x="904875" y="247650"/>
                </a:lnTo>
                <a:lnTo>
                  <a:pt x="885825" y="247650"/>
                </a:lnTo>
                <a:close/>
                <a:moveTo>
                  <a:pt x="1000125" y="238125"/>
                </a:moveTo>
                <a:lnTo>
                  <a:pt x="1019175" y="238125"/>
                </a:lnTo>
                <a:lnTo>
                  <a:pt x="1019175" y="247650"/>
                </a:lnTo>
                <a:lnTo>
                  <a:pt x="1000125" y="247650"/>
                </a:lnTo>
                <a:close/>
                <a:moveTo>
                  <a:pt x="1038225" y="238125"/>
                </a:moveTo>
                <a:lnTo>
                  <a:pt x="1057275" y="238125"/>
                </a:lnTo>
                <a:lnTo>
                  <a:pt x="1057275" y="247650"/>
                </a:lnTo>
                <a:lnTo>
                  <a:pt x="1038225" y="247650"/>
                </a:lnTo>
                <a:close/>
                <a:moveTo>
                  <a:pt x="1304925" y="238125"/>
                </a:moveTo>
                <a:lnTo>
                  <a:pt x="1314450" y="238125"/>
                </a:lnTo>
                <a:lnTo>
                  <a:pt x="1314450" y="247650"/>
                </a:lnTo>
                <a:lnTo>
                  <a:pt x="1304925" y="247650"/>
                </a:lnTo>
                <a:close/>
                <a:moveTo>
                  <a:pt x="1333500" y="238125"/>
                </a:moveTo>
                <a:lnTo>
                  <a:pt x="1343025" y="238125"/>
                </a:lnTo>
                <a:lnTo>
                  <a:pt x="1343025" y="257175"/>
                </a:lnTo>
                <a:lnTo>
                  <a:pt x="1333500" y="257175"/>
                </a:lnTo>
                <a:close/>
                <a:moveTo>
                  <a:pt x="219075" y="247650"/>
                </a:moveTo>
                <a:lnTo>
                  <a:pt x="228600" y="247650"/>
                </a:lnTo>
                <a:lnTo>
                  <a:pt x="228600" y="409575"/>
                </a:lnTo>
                <a:lnTo>
                  <a:pt x="219075" y="409575"/>
                </a:lnTo>
                <a:close/>
                <a:moveTo>
                  <a:pt x="447675" y="247650"/>
                </a:moveTo>
                <a:lnTo>
                  <a:pt x="457200" y="247650"/>
                </a:lnTo>
                <a:lnTo>
                  <a:pt x="457200" y="257175"/>
                </a:lnTo>
                <a:lnTo>
                  <a:pt x="447675" y="257175"/>
                </a:lnTo>
                <a:close/>
                <a:moveTo>
                  <a:pt x="695325" y="257175"/>
                </a:moveTo>
                <a:lnTo>
                  <a:pt x="704850" y="257175"/>
                </a:lnTo>
                <a:lnTo>
                  <a:pt x="704850" y="266700"/>
                </a:lnTo>
                <a:lnTo>
                  <a:pt x="695325" y="266700"/>
                </a:lnTo>
                <a:close/>
                <a:moveTo>
                  <a:pt x="1362075" y="257175"/>
                </a:moveTo>
                <a:lnTo>
                  <a:pt x="1371600" y="257175"/>
                </a:lnTo>
                <a:lnTo>
                  <a:pt x="1371600" y="266700"/>
                </a:lnTo>
                <a:lnTo>
                  <a:pt x="1362075" y="266700"/>
                </a:lnTo>
                <a:close/>
                <a:moveTo>
                  <a:pt x="933450" y="266700"/>
                </a:moveTo>
                <a:lnTo>
                  <a:pt x="942975" y="266700"/>
                </a:lnTo>
                <a:lnTo>
                  <a:pt x="942975" y="276225"/>
                </a:lnTo>
                <a:lnTo>
                  <a:pt x="933450" y="276225"/>
                </a:lnTo>
                <a:close/>
                <a:moveTo>
                  <a:pt x="962025" y="266700"/>
                </a:moveTo>
                <a:lnTo>
                  <a:pt x="971550" y="266700"/>
                </a:lnTo>
                <a:lnTo>
                  <a:pt x="971550" y="295275"/>
                </a:lnTo>
                <a:lnTo>
                  <a:pt x="962025" y="295275"/>
                </a:lnTo>
                <a:close/>
                <a:moveTo>
                  <a:pt x="1276350" y="266700"/>
                </a:moveTo>
                <a:lnTo>
                  <a:pt x="1285875" y="266700"/>
                </a:lnTo>
                <a:lnTo>
                  <a:pt x="1285875" y="276225"/>
                </a:lnTo>
                <a:lnTo>
                  <a:pt x="1276350" y="276225"/>
                </a:lnTo>
                <a:close/>
                <a:moveTo>
                  <a:pt x="1371600" y="266700"/>
                </a:moveTo>
                <a:lnTo>
                  <a:pt x="1381125" y="266700"/>
                </a:lnTo>
                <a:lnTo>
                  <a:pt x="1381125" y="276225"/>
                </a:lnTo>
                <a:lnTo>
                  <a:pt x="1371600" y="276225"/>
                </a:lnTo>
                <a:close/>
                <a:moveTo>
                  <a:pt x="1466850" y="266700"/>
                </a:moveTo>
                <a:lnTo>
                  <a:pt x="1485900" y="266700"/>
                </a:lnTo>
                <a:lnTo>
                  <a:pt x="1485900" y="276225"/>
                </a:lnTo>
                <a:lnTo>
                  <a:pt x="1466850" y="276225"/>
                </a:lnTo>
                <a:close/>
                <a:moveTo>
                  <a:pt x="1533525" y="266700"/>
                </a:moveTo>
                <a:lnTo>
                  <a:pt x="1543050" y="266700"/>
                </a:lnTo>
                <a:lnTo>
                  <a:pt x="1543050" y="276225"/>
                </a:lnTo>
                <a:lnTo>
                  <a:pt x="1533525" y="276225"/>
                </a:lnTo>
                <a:close/>
                <a:moveTo>
                  <a:pt x="438150" y="276225"/>
                </a:moveTo>
                <a:lnTo>
                  <a:pt x="447675" y="276225"/>
                </a:lnTo>
                <a:lnTo>
                  <a:pt x="447675" y="285750"/>
                </a:lnTo>
                <a:lnTo>
                  <a:pt x="438150" y="285750"/>
                </a:lnTo>
                <a:close/>
                <a:moveTo>
                  <a:pt x="542925" y="276225"/>
                </a:moveTo>
                <a:lnTo>
                  <a:pt x="552450" y="276225"/>
                </a:lnTo>
                <a:lnTo>
                  <a:pt x="552450" y="285750"/>
                </a:lnTo>
                <a:lnTo>
                  <a:pt x="542925" y="285750"/>
                </a:lnTo>
                <a:close/>
                <a:moveTo>
                  <a:pt x="1028700" y="276225"/>
                </a:moveTo>
                <a:lnTo>
                  <a:pt x="1038225" y="276225"/>
                </a:lnTo>
                <a:lnTo>
                  <a:pt x="1038225" y="285750"/>
                </a:lnTo>
                <a:lnTo>
                  <a:pt x="1028700" y="285750"/>
                </a:lnTo>
                <a:close/>
                <a:moveTo>
                  <a:pt x="1181100" y="276225"/>
                </a:moveTo>
                <a:lnTo>
                  <a:pt x="1200150" y="276225"/>
                </a:lnTo>
                <a:lnTo>
                  <a:pt x="1200150" y="285750"/>
                </a:lnTo>
                <a:lnTo>
                  <a:pt x="1181100" y="285750"/>
                </a:lnTo>
                <a:close/>
                <a:moveTo>
                  <a:pt x="1266825" y="276225"/>
                </a:moveTo>
                <a:lnTo>
                  <a:pt x="1276350" y="276225"/>
                </a:lnTo>
                <a:lnTo>
                  <a:pt x="1276350" y="285750"/>
                </a:lnTo>
                <a:lnTo>
                  <a:pt x="1266825" y="285750"/>
                </a:lnTo>
                <a:close/>
                <a:moveTo>
                  <a:pt x="1381125" y="276225"/>
                </a:moveTo>
                <a:lnTo>
                  <a:pt x="1400175" y="276225"/>
                </a:lnTo>
                <a:lnTo>
                  <a:pt x="1400175" y="285750"/>
                </a:lnTo>
                <a:lnTo>
                  <a:pt x="1409700" y="285750"/>
                </a:lnTo>
                <a:lnTo>
                  <a:pt x="1409700" y="314325"/>
                </a:lnTo>
                <a:lnTo>
                  <a:pt x="1400175" y="314325"/>
                </a:lnTo>
                <a:lnTo>
                  <a:pt x="1400175" y="304800"/>
                </a:lnTo>
                <a:lnTo>
                  <a:pt x="1390650" y="304800"/>
                </a:lnTo>
                <a:lnTo>
                  <a:pt x="1390650" y="285750"/>
                </a:lnTo>
                <a:lnTo>
                  <a:pt x="1381125" y="285750"/>
                </a:lnTo>
                <a:close/>
                <a:moveTo>
                  <a:pt x="1543050" y="276225"/>
                </a:moveTo>
                <a:lnTo>
                  <a:pt x="1552575" y="276225"/>
                </a:lnTo>
                <a:lnTo>
                  <a:pt x="1552575" y="285750"/>
                </a:lnTo>
                <a:lnTo>
                  <a:pt x="1543050" y="285750"/>
                </a:lnTo>
                <a:close/>
                <a:moveTo>
                  <a:pt x="781050" y="285750"/>
                </a:moveTo>
                <a:lnTo>
                  <a:pt x="790575" y="285750"/>
                </a:lnTo>
                <a:lnTo>
                  <a:pt x="790575" y="295275"/>
                </a:lnTo>
                <a:lnTo>
                  <a:pt x="781050" y="295275"/>
                </a:lnTo>
                <a:close/>
                <a:moveTo>
                  <a:pt x="866775" y="285750"/>
                </a:moveTo>
                <a:lnTo>
                  <a:pt x="876300" y="285750"/>
                </a:lnTo>
                <a:lnTo>
                  <a:pt x="876300" y="295275"/>
                </a:lnTo>
                <a:lnTo>
                  <a:pt x="866775" y="295275"/>
                </a:lnTo>
                <a:close/>
                <a:moveTo>
                  <a:pt x="1038225" y="285750"/>
                </a:moveTo>
                <a:lnTo>
                  <a:pt x="1047750" y="285750"/>
                </a:lnTo>
                <a:lnTo>
                  <a:pt x="1047750" y="295275"/>
                </a:lnTo>
                <a:lnTo>
                  <a:pt x="1038225" y="295275"/>
                </a:lnTo>
                <a:close/>
                <a:moveTo>
                  <a:pt x="1171575" y="285750"/>
                </a:moveTo>
                <a:lnTo>
                  <a:pt x="1181100" y="285750"/>
                </a:lnTo>
                <a:lnTo>
                  <a:pt x="1181100" y="295275"/>
                </a:lnTo>
                <a:lnTo>
                  <a:pt x="1171575" y="295275"/>
                </a:lnTo>
                <a:close/>
                <a:moveTo>
                  <a:pt x="1200150" y="285750"/>
                </a:moveTo>
                <a:lnTo>
                  <a:pt x="1209675" y="285750"/>
                </a:lnTo>
                <a:lnTo>
                  <a:pt x="1209675" y="295275"/>
                </a:lnTo>
                <a:lnTo>
                  <a:pt x="1200150" y="295275"/>
                </a:lnTo>
                <a:close/>
                <a:moveTo>
                  <a:pt x="428625" y="295275"/>
                </a:moveTo>
                <a:lnTo>
                  <a:pt x="438150" y="295275"/>
                </a:lnTo>
                <a:lnTo>
                  <a:pt x="438150" y="304800"/>
                </a:lnTo>
                <a:lnTo>
                  <a:pt x="428625" y="304800"/>
                </a:lnTo>
                <a:close/>
                <a:moveTo>
                  <a:pt x="466725" y="295275"/>
                </a:moveTo>
                <a:lnTo>
                  <a:pt x="485775" y="295275"/>
                </a:lnTo>
                <a:lnTo>
                  <a:pt x="485775" y="304800"/>
                </a:lnTo>
                <a:lnTo>
                  <a:pt x="466725" y="304800"/>
                </a:lnTo>
                <a:close/>
                <a:moveTo>
                  <a:pt x="609600" y="295275"/>
                </a:moveTo>
                <a:lnTo>
                  <a:pt x="619125" y="295275"/>
                </a:lnTo>
                <a:lnTo>
                  <a:pt x="619125" y="381000"/>
                </a:lnTo>
                <a:lnTo>
                  <a:pt x="609600" y="381000"/>
                </a:lnTo>
                <a:close/>
                <a:moveTo>
                  <a:pt x="790575" y="295275"/>
                </a:moveTo>
                <a:lnTo>
                  <a:pt x="800100" y="295275"/>
                </a:lnTo>
                <a:lnTo>
                  <a:pt x="800100" y="352425"/>
                </a:lnTo>
                <a:lnTo>
                  <a:pt x="790575" y="352425"/>
                </a:lnTo>
                <a:close/>
                <a:moveTo>
                  <a:pt x="971550" y="295275"/>
                </a:moveTo>
                <a:lnTo>
                  <a:pt x="981075" y="295275"/>
                </a:lnTo>
                <a:lnTo>
                  <a:pt x="981075" y="304800"/>
                </a:lnTo>
                <a:lnTo>
                  <a:pt x="971550" y="304800"/>
                </a:lnTo>
                <a:close/>
                <a:moveTo>
                  <a:pt x="1000125" y="295275"/>
                </a:moveTo>
                <a:lnTo>
                  <a:pt x="1009650" y="295275"/>
                </a:lnTo>
                <a:lnTo>
                  <a:pt x="1009650" y="304800"/>
                </a:lnTo>
                <a:lnTo>
                  <a:pt x="1000125" y="304800"/>
                </a:lnTo>
                <a:close/>
                <a:moveTo>
                  <a:pt x="1028700" y="295275"/>
                </a:moveTo>
                <a:lnTo>
                  <a:pt x="1038225" y="295275"/>
                </a:lnTo>
                <a:lnTo>
                  <a:pt x="1038225" y="304800"/>
                </a:lnTo>
                <a:lnTo>
                  <a:pt x="1028700" y="304800"/>
                </a:lnTo>
                <a:close/>
                <a:moveTo>
                  <a:pt x="1114425" y="295275"/>
                </a:moveTo>
                <a:lnTo>
                  <a:pt x="1123950" y="295275"/>
                </a:lnTo>
                <a:lnTo>
                  <a:pt x="1123950" y="304800"/>
                </a:lnTo>
                <a:lnTo>
                  <a:pt x="1114425" y="304800"/>
                </a:lnTo>
                <a:close/>
                <a:moveTo>
                  <a:pt x="1209675" y="295275"/>
                </a:moveTo>
                <a:lnTo>
                  <a:pt x="1219200" y="295275"/>
                </a:lnTo>
                <a:lnTo>
                  <a:pt x="1219200" y="304800"/>
                </a:lnTo>
                <a:lnTo>
                  <a:pt x="1209675" y="304800"/>
                </a:lnTo>
                <a:close/>
                <a:moveTo>
                  <a:pt x="1238250" y="295275"/>
                </a:moveTo>
                <a:lnTo>
                  <a:pt x="1247775" y="295275"/>
                </a:lnTo>
                <a:lnTo>
                  <a:pt x="1247775" y="304800"/>
                </a:lnTo>
                <a:lnTo>
                  <a:pt x="1238250" y="304800"/>
                </a:lnTo>
                <a:close/>
                <a:moveTo>
                  <a:pt x="485775" y="304800"/>
                </a:moveTo>
                <a:lnTo>
                  <a:pt x="495300" y="304800"/>
                </a:lnTo>
                <a:lnTo>
                  <a:pt x="495300" y="314325"/>
                </a:lnTo>
                <a:lnTo>
                  <a:pt x="485775" y="314325"/>
                </a:lnTo>
                <a:close/>
                <a:moveTo>
                  <a:pt x="552450" y="304800"/>
                </a:moveTo>
                <a:lnTo>
                  <a:pt x="561975" y="304800"/>
                </a:lnTo>
                <a:lnTo>
                  <a:pt x="561975" y="314325"/>
                </a:lnTo>
                <a:lnTo>
                  <a:pt x="552450" y="314325"/>
                </a:lnTo>
                <a:close/>
                <a:moveTo>
                  <a:pt x="762000" y="304800"/>
                </a:moveTo>
                <a:lnTo>
                  <a:pt x="771525" y="304800"/>
                </a:lnTo>
                <a:lnTo>
                  <a:pt x="771525" y="314325"/>
                </a:lnTo>
                <a:lnTo>
                  <a:pt x="762000" y="314325"/>
                </a:lnTo>
                <a:close/>
                <a:moveTo>
                  <a:pt x="981075" y="304800"/>
                </a:moveTo>
                <a:lnTo>
                  <a:pt x="1000125" y="304800"/>
                </a:lnTo>
                <a:lnTo>
                  <a:pt x="1000125" y="314325"/>
                </a:lnTo>
                <a:lnTo>
                  <a:pt x="990600" y="314325"/>
                </a:lnTo>
                <a:lnTo>
                  <a:pt x="990600" y="323850"/>
                </a:lnTo>
                <a:lnTo>
                  <a:pt x="981075" y="323850"/>
                </a:lnTo>
                <a:close/>
                <a:moveTo>
                  <a:pt x="1095375" y="304800"/>
                </a:moveTo>
                <a:lnTo>
                  <a:pt x="1114425" y="304800"/>
                </a:lnTo>
                <a:lnTo>
                  <a:pt x="1114425" y="352425"/>
                </a:lnTo>
                <a:lnTo>
                  <a:pt x="1123950" y="352425"/>
                </a:lnTo>
                <a:lnTo>
                  <a:pt x="1123950" y="371475"/>
                </a:lnTo>
                <a:lnTo>
                  <a:pt x="1114425" y="371475"/>
                </a:lnTo>
                <a:lnTo>
                  <a:pt x="1114425" y="381000"/>
                </a:lnTo>
                <a:lnTo>
                  <a:pt x="1104900" y="381000"/>
                </a:lnTo>
                <a:lnTo>
                  <a:pt x="1104900" y="361950"/>
                </a:lnTo>
                <a:lnTo>
                  <a:pt x="1095375" y="361950"/>
                </a:lnTo>
                <a:close/>
                <a:moveTo>
                  <a:pt x="1219200" y="304800"/>
                </a:moveTo>
                <a:lnTo>
                  <a:pt x="1238250" y="304800"/>
                </a:lnTo>
                <a:lnTo>
                  <a:pt x="1238250" y="314325"/>
                </a:lnTo>
                <a:lnTo>
                  <a:pt x="1219200" y="314325"/>
                </a:lnTo>
                <a:close/>
                <a:moveTo>
                  <a:pt x="1476375" y="304800"/>
                </a:moveTo>
                <a:lnTo>
                  <a:pt x="1485900" y="304800"/>
                </a:lnTo>
                <a:lnTo>
                  <a:pt x="1485900" y="314325"/>
                </a:lnTo>
                <a:lnTo>
                  <a:pt x="1476375" y="314325"/>
                </a:lnTo>
                <a:close/>
                <a:moveTo>
                  <a:pt x="847725" y="314325"/>
                </a:moveTo>
                <a:lnTo>
                  <a:pt x="857250" y="314325"/>
                </a:lnTo>
                <a:lnTo>
                  <a:pt x="857250" y="352425"/>
                </a:lnTo>
                <a:lnTo>
                  <a:pt x="847725" y="352425"/>
                </a:lnTo>
                <a:close/>
                <a:moveTo>
                  <a:pt x="1466850" y="314325"/>
                </a:moveTo>
                <a:lnTo>
                  <a:pt x="1476375" y="314325"/>
                </a:lnTo>
                <a:lnTo>
                  <a:pt x="1476375" y="390525"/>
                </a:lnTo>
                <a:lnTo>
                  <a:pt x="1466850" y="390525"/>
                </a:lnTo>
                <a:close/>
                <a:moveTo>
                  <a:pt x="419100" y="323850"/>
                </a:moveTo>
                <a:lnTo>
                  <a:pt x="428625" y="323850"/>
                </a:lnTo>
                <a:lnTo>
                  <a:pt x="428625" y="333375"/>
                </a:lnTo>
                <a:lnTo>
                  <a:pt x="419100" y="333375"/>
                </a:lnTo>
                <a:close/>
                <a:moveTo>
                  <a:pt x="466725" y="323850"/>
                </a:moveTo>
                <a:lnTo>
                  <a:pt x="476250" y="323850"/>
                </a:lnTo>
                <a:lnTo>
                  <a:pt x="476250" y="333375"/>
                </a:lnTo>
                <a:lnTo>
                  <a:pt x="485775" y="333375"/>
                </a:lnTo>
                <a:lnTo>
                  <a:pt x="485775" y="323850"/>
                </a:lnTo>
                <a:lnTo>
                  <a:pt x="495300" y="323850"/>
                </a:lnTo>
                <a:lnTo>
                  <a:pt x="495300" y="333375"/>
                </a:lnTo>
                <a:lnTo>
                  <a:pt x="485775" y="333375"/>
                </a:lnTo>
                <a:lnTo>
                  <a:pt x="485775" y="342900"/>
                </a:lnTo>
                <a:lnTo>
                  <a:pt x="466725" y="342900"/>
                </a:lnTo>
                <a:close/>
                <a:moveTo>
                  <a:pt x="561975" y="333375"/>
                </a:moveTo>
                <a:lnTo>
                  <a:pt x="571500" y="333375"/>
                </a:lnTo>
                <a:lnTo>
                  <a:pt x="571500" y="342900"/>
                </a:lnTo>
                <a:lnTo>
                  <a:pt x="561975" y="342900"/>
                </a:lnTo>
                <a:close/>
                <a:moveTo>
                  <a:pt x="1019175" y="333375"/>
                </a:moveTo>
                <a:lnTo>
                  <a:pt x="1028700" y="333375"/>
                </a:lnTo>
                <a:lnTo>
                  <a:pt x="1028700" y="342900"/>
                </a:lnTo>
                <a:lnTo>
                  <a:pt x="1019175" y="342900"/>
                </a:lnTo>
                <a:close/>
                <a:moveTo>
                  <a:pt x="1400175" y="333375"/>
                </a:moveTo>
                <a:lnTo>
                  <a:pt x="1409700" y="333375"/>
                </a:lnTo>
                <a:lnTo>
                  <a:pt x="1409700" y="342900"/>
                </a:lnTo>
                <a:lnTo>
                  <a:pt x="1400175" y="342900"/>
                </a:lnTo>
                <a:close/>
                <a:moveTo>
                  <a:pt x="1009650" y="342900"/>
                </a:moveTo>
                <a:lnTo>
                  <a:pt x="1019175" y="342900"/>
                </a:lnTo>
                <a:lnTo>
                  <a:pt x="1019175" y="352425"/>
                </a:lnTo>
                <a:lnTo>
                  <a:pt x="1009650" y="352425"/>
                </a:lnTo>
                <a:close/>
                <a:moveTo>
                  <a:pt x="942975" y="352425"/>
                </a:moveTo>
                <a:lnTo>
                  <a:pt x="962025" y="352425"/>
                </a:lnTo>
                <a:lnTo>
                  <a:pt x="962025" y="400050"/>
                </a:lnTo>
                <a:lnTo>
                  <a:pt x="942975" y="400050"/>
                </a:lnTo>
                <a:lnTo>
                  <a:pt x="942975" y="390525"/>
                </a:lnTo>
                <a:lnTo>
                  <a:pt x="952500" y="390525"/>
                </a:lnTo>
                <a:lnTo>
                  <a:pt x="952500" y="381000"/>
                </a:lnTo>
                <a:lnTo>
                  <a:pt x="942975" y="381000"/>
                </a:lnTo>
                <a:close/>
                <a:moveTo>
                  <a:pt x="1247775" y="352425"/>
                </a:moveTo>
                <a:lnTo>
                  <a:pt x="1257300" y="352425"/>
                </a:lnTo>
                <a:lnTo>
                  <a:pt x="1257300" y="371475"/>
                </a:lnTo>
                <a:lnTo>
                  <a:pt x="1266825" y="371475"/>
                </a:lnTo>
                <a:lnTo>
                  <a:pt x="1266825" y="381000"/>
                </a:lnTo>
                <a:lnTo>
                  <a:pt x="1247775" y="381000"/>
                </a:lnTo>
                <a:lnTo>
                  <a:pt x="1247775" y="371475"/>
                </a:lnTo>
                <a:lnTo>
                  <a:pt x="1238250" y="371475"/>
                </a:lnTo>
                <a:lnTo>
                  <a:pt x="1238250" y="361950"/>
                </a:lnTo>
                <a:lnTo>
                  <a:pt x="1247775" y="361950"/>
                </a:lnTo>
                <a:close/>
                <a:moveTo>
                  <a:pt x="476250" y="361950"/>
                </a:moveTo>
                <a:lnTo>
                  <a:pt x="504825" y="361950"/>
                </a:lnTo>
                <a:lnTo>
                  <a:pt x="504825" y="371475"/>
                </a:lnTo>
                <a:lnTo>
                  <a:pt x="476250" y="371475"/>
                </a:lnTo>
                <a:close/>
                <a:moveTo>
                  <a:pt x="571500" y="361950"/>
                </a:moveTo>
                <a:lnTo>
                  <a:pt x="581025" y="361950"/>
                </a:lnTo>
                <a:lnTo>
                  <a:pt x="581025" y="371475"/>
                </a:lnTo>
                <a:lnTo>
                  <a:pt x="571500" y="371475"/>
                </a:lnTo>
                <a:close/>
                <a:moveTo>
                  <a:pt x="1381125" y="361950"/>
                </a:moveTo>
                <a:lnTo>
                  <a:pt x="1390650" y="361950"/>
                </a:lnTo>
                <a:lnTo>
                  <a:pt x="1390650" y="371475"/>
                </a:lnTo>
                <a:lnTo>
                  <a:pt x="1381125" y="371475"/>
                </a:lnTo>
                <a:close/>
                <a:moveTo>
                  <a:pt x="762000" y="371475"/>
                </a:moveTo>
                <a:lnTo>
                  <a:pt x="771525" y="371475"/>
                </a:lnTo>
                <a:lnTo>
                  <a:pt x="771525" y="381000"/>
                </a:lnTo>
                <a:lnTo>
                  <a:pt x="762000" y="381000"/>
                </a:lnTo>
                <a:close/>
                <a:moveTo>
                  <a:pt x="857250" y="371475"/>
                </a:moveTo>
                <a:lnTo>
                  <a:pt x="866775" y="371475"/>
                </a:lnTo>
                <a:lnTo>
                  <a:pt x="866775" y="381000"/>
                </a:lnTo>
                <a:lnTo>
                  <a:pt x="857250" y="381000"/>
                </a:lnTo>
                <a:close/>
                <a:moveTo>
                  <a:pt x="1333500" y="371475"/>
                </a:moveTo>
                <a:lnTo>
                  <a:pt x="1362075" y="371475"/>
                </a:lnTo>
                <a:lnTo>
                  <a:pt x="1362075" y="381000"/>
                </a:lnTo>
                <a:lnTo>
                  <a:pt x="1333500" y="381000"/>
                </a:lnTo>
                <a:close/>
                <a:moveTo>
                  <a:pt x="1390650" y="371475"/>
                </a:moveTo>
                <a:lnTo>
                  <a:pt x="1409700" y="371475"/>
                </a:lnTo>
                <a:lnTo>
                  <a:pt x="1409700" y="390525"/>
                </a:lnTo>
                <a:lnTo>
                  <a:pt x="1400175" y="390525"/>
                </a:lnTo>
                <a:lnTo>
                  <a:pt x="1400175" y="400050"/>
                </a:lnTo>
                <a:lnTo>
                  <a:pt x="1390650" y="400050"/>
                </a:lnTo>
                <a:close/>
                <a:moveTo>
                  <a:pt x="590550" y="381000"/>
                </a:moveTo>
                <a:lnTo>
                  <a:pt x="609600" y="381000"/>
                </a:lnTo>
                <a:lnTo>
                  <a:pt x="609600" y="390525"/>
                </a:lnTo>
                <a:lnTo>
                  <a:pt x="590550" y="390525"/>
                </a:lnTo>
                <a:close/>
                <a:moveTo>
                  <a:pt x="685800" y="381000"/>
                </a:moveTo>
                <a:lnTo>
                  <a:pt x="695325" y="381000"/>
                </a:lnTo>
                <a:lnTo>
                  <a:pt x="695325" y="390525"/>
                </a:lnTo>
                <a:lnTo>
                  <a:pt x="685800" y="390525"/>
                </a:lnTo>
                <a:close/>
                <a:moveTo>
                  <a:pt x="771525" y="381000"/>
                </a:moveTo>
                <a:lnTo>
                  <a:pt x="790575" y="381000"/>
                </a:lnTo>
                <a:lnTo>
                  <a:pt x="790575" y="400050"/>
                </a:lnTo>
                <a:lnTo>
                  <a:pt x="771525" y="400050"/>
                </a:lnTo>
                <a:close/>
                <a:moveTo>
                  <a:pt x="866775" y="381000"/>
                </a:moveTo>
                <a:lnTo>
                  <a:pt x="876300" y="381000"/>
                </a:lnTo>
                <a:lnTo>
                  <a:pt x="876300" y="390525"/>
                </a:lnTo>
                <a:lnTo>
                  <a:pt x="885825" y="390525"/>
                </a:lnTo>
                <a:lnTo>
                  <a:pt x="885825" y="400050"/>
                </a:lnTo>
                <a:lnTo>
                  <a:pt x="866775" y="400050"/>
                </a:lnTo>
                <a:close/>
                <a:moveTo>
                  <a:pt x="1104900" y="390525"/>
                </a:moveTo>
                <a:lnTo>
                  <a:pt x="1114425" y="390525"/>
                </a:lnTo>
                <a:lnTo>
                  <a:pt x="1114425" y="400050"/>
                </a:lnTo>
                <a:lnTo>
                  <a:pt x="1104900" y="400050"/>
                </a:lnTo>
                <a:close/>
                <a:moveTo>
                  <a:pt x="1476375" y="390525"/>
                </a:moveTo>
                <a:lnTo>
                  <a:pt x="1485900" y="390525"/>
                </a:lnTo>
                <a:lnTo>
                  <a:pt x="1485900" y="400050"/>
                </a:lnTo>
                <a:lnTo>
                  <a:pt x="1476375" y="400050"/>
                </a:lnTo>
                <a:close/>
                <a:moveTo>
                  <a:pt x="447675" y="400050"/>
                </a:moveTo>
                <a:lnTo>
                  <a:pt x="457200" y="400050"/>
                </a:lnTo>
                <a:lnTo>
                  <a:pt x="457200" y="409575"/>
                </a:lnTo>
                <a:lnTo>
                  <a:pt x="447675" y="409575"/>
                </a:lnTo>
                <a:close/>
                <a:moveTo>
                  <a:pt x="762000" y="400050"/>
                </a:moveTo>
                <a:lnTo>
                  <a:pt x="771525" y="400050"/>
                </a:lnTo>
                <a:lnTo>
                  <a:pt x="771525" y="409575"/>
                </a:lnTo>
                <a:lnTo>
                  <a:pt x="762000" y="409575"/>
                </a:lnTo>
                <a:close/>
                <a:moveTo>
                  <a:pt x="790575" y="400050"/>
                </a:moveTo>
                <a:lnTo>
                  <a:pt x="800100" y="400050"/>
                </a:lnTo>
                <a:lnTo>
                  <a:pt x="800100" y="409575"/>
                </a:lnTo>
                <a:lnTo>
                  <a:pt x="790575" y="409575"/>
                </a:lnTo>
                <a:close/>
                <a:moveTo>
                  <a:pt x="885825" y="400050"/>
                </a:moveTo>
                <a:lnTo>
                  <a:pt x="942975" y="400050"/>
                </a:lnTo>
                <a:lnTo>
                  <a:pt x="942975" y="409575"/>
                </a:lnTo>
                <a:lnTo>
                  <a:pt x="885825" y="409575"/>
                </a:lnTo>
                <a:close/>
                <a:moveTo>
                  <a:pt x="981075" y="400050"/>
                </a:moveTo>
                <a:lnTo>
                  <a:pt x="990600" y="400050"/>
                </a:lnTo>
                <a:lnTo>
                  <a:pt x="990600" y="409575"/>
                </a:lnTo>
                <a:lnTo>
                  <a:pt x="981075" y="409575"/>
                </a:lnTo>
                <a:close/>
                <a:moveTo>
                  <a:pt x="1019175" y="400050"/>
                </a:moveTo>
                <a:lnTo>
                  <a:pt x="1028700" y="400050"/>
                </a:lnTo>
                <a:lnTo>
                  <a:pt x="1028700" y="409575"/>
                </a:lnTo>
                <a:lnTo>
                  <a:pt x="1019175" y="409575"/>
                </a:lnTo>
                <a:close/>
                <a:moveTo>
                  <a:pt x="1057275" y="400050"/>
                </a:moveTo>
                <a:lnTo>
                  <a:pt x="1066800" y="400050"/>
                </a:lnTo>
                <a:lnTo>
                  <a:pt x="1066800" y="409575"/>
                </a:lnTo>
                <a:lnTo>
                  <a:pt x="1057275" y="409575"/>
                </a:lnTo>
                <a:close/>
                <a:moveTo>
                  <a:pt x="1095375" y="400050"/>
                </a:moveTo>
                <a:lnTo>
                  <a:pt x="1104900" y="400050"/>
                </a:lnTo>
                <a:lnTo>
                  <a:pt x="1104900" y="409575"/>
                </a:lnTo>
                <a:lnTo>
                  <a:pt x="1095375" y="409575"/>
                </a:lnTo>
                <a:close/>
                <a:moveTo>
                  <a:pt x="1152525" y="400050"/>
                </a:moveTo>
                <a:lnTo>
                  <a:pt x="1162050" y="400050"/>
                </a:lnTo>
                <a:lnTo>
                  <a:pt x="1162050" y="409575"/>
                </a:lnTo>
                <a:lnTo>
                  <a:pt x="1152525" y="409575"/>
                </a:lnTo>
                <a:close/>
                <a:moveTo>
                  <a:pt x="1285875" y="400050"/>
                </a:moveTo>
                <a:lnTo>
                  <a:pt x="1295400" y="400050"/>
                </a:lnTo>
                <a:lnTo>
                  <a:pt x="1295400" y="409575"/>
                </a:lnTo>
                <a:lnTo>
                  <a:pt x="1285875" y="409575"/>
                </a:lnTo>
                <a:close/>
                <a:moveTo>
                  <a:pt x="657225" y="409575"/>
                </a:moveTo>
                <a:lnTo>
                  <a:pt x="676275" y="409575"/>
                </a:lnTo>
                <a:lnTo>
                  <a:pt x="676275" y="419100"/>
                </a:lnTo>
                <a:lnTo>
                  <a:pt x="657225" y="419100"/>
                </a:lnTo>
                <a:close/>
                <a:moveTo>
                  <a:pt x="1304925" y="409575"/>
                </a:moveTo>
                <a:lnTo>
                  <a:pt x="1314450" y="409575"/>
                </a:lnTo>
                <a:lnTo>
                  <a:pt x="1314450" y="419100"/>
                </a:lnTo>
                <a:lnTo>
                  <a:pt x="1304925" y="419100"/>
                </a:lnTo>
                <a:close/>
                <a:moveTo>
                  <a:pt x="1352550" y="409575"/>
                </a:moveTo>
                <a:lnTo>
                  <a:pt x="1362075" y="409575"/>
                </a:lnTo>
                <a:lnTo>
                  <a:pt x="1362075" y="419100"/>
                </a:lnTo>
                <a:lnTo>
                  <a:pt x="1352550" y="419100"/>
                </a:lnTo>
                <a:close/>
                <a:moveTo>
                  <a:pt x="523875" y="419100"/>
                </a:moveTo>
                <a:lnTo>
                  <a:pt x="552450" y="419100"/>
                </a:lnTo>
                <a:lnTo>
                  <a:pt x="552450" y="428625"/>
                </a:lnTo>
                <a:lnTo>
                  <a:pt x="523875" y="428625"/>
                </a:lnTo>
                <a:close/>
                <a:moveTo>
                  <a:pt x="1495425" y="419100"/>
                </a:moveTo>
                <a:lnTo>
                  <a:pt x="1504950" y="419100"/>
                </a:lnTo>
                <a:lnTo>
                  <a:pt x="1504950" y="428625"/>
                </a:lnTo>
                <a:lnTo>
                  <a:pt x="1495425" y="428625"/>
                </a:lnTo>
                <a:close/>
                <a:moveTo>
                  <a:pt x="38100" y="428625"/>
                </a:moveTo>
                <a:lnTo>
                  <a:pt x="47625" y="428625"/>
                </a:lnTo>
                <a:lnTo>
                  <a:pt x="47625" y="504825"/>
                </a:lnTo>
                <a:lnTo>
                  <a:pt x="38100" y="504825"/>
                </a:lnTo>
                <a:close/>
                <a:moveTo>
                  <a:pt x="419100" y="428625"/>
                </a:moveTo>
                <a:lnTo>
                  <a:pt x="438150" y="428625"/>
                </a:lnTo>
                <a:lnTo>
                  <a:pt x="438150" y="438150"/>
                </a:lnTo>
                <a:lnTo>
                  <a:pt x="419100" y="438150"/>
                </a:lnTo>
                <a:close/>
                <a:moveTo>
                  <a:pt x="790575" y="438150"/>
                </a:moveTo>
                <a:lnTo>
                  <a:pt x="809625" y="438150"/>
                </a:lnTo>
                <a:lnTo>
                  <a:pt x="809625" y="447675"/>
                </a:lnTo>
                <a:lnTo>
                  <a:pt x="790575" y="447675"/>
                </a:lnTo>
                <a:close/>
                <a:moveTo>
                  <a:pt x="1181100" y="447675"/>
                </a:moveTo>
                <a:lnTo>
                  <a:pt x="1190625" y="447675"/>
                </a:lnTo>
                <a:lnTo>
                  <a:pt x="1190625" y="457200"/>
                </a:lnTo>
                <a:lnTo>
                  <a:pt x="1181100" y="457200"/>
                </a:lnTo>
                <a:close/>
                <a:moveTo>
                  <a:pt x="600075" y="457200"/>
                </a:moveTo>
                <a:lnTo>
                  <a:pt x="609600" y="457200"/>
                </a:lnTo>
                <a:lnTo>
                  <a:pt x="609600" y="466725"/>
                </a:lnTo>
                <a:lnTo>
                  <a:pt x="600075" y="466725"/>
                </a:lnTo>
                <a:close/>
                <a:moveTo>
                  <a:pt x="609600" y="466725"/>
                </a:moveTo>
                <a:lnTo>
                  <a:pt x="619125" y="466725"/>
                </a:lnTo>
                <a:lnTo>
                  <a:pt x="619125" y="504825"/>
                </a:lnTo>
                <a:lnTo>
                  <a:pt x="609600" y="504825"/>
                </a:lnTo>
                <a:close/>
                <a:moveTo>
                  <a:pt x="847725" y="466725"/>
                </a:moveTo>
                <a:lnTo>
                  <a:pt x="857250" y="466725"/>
                </a:lnTo>
                <a:lnTo>
                  <a:pt x="857250" y="476250"/>
                </a:lnTo>
                <a:lnTo>
                  <a:pt x="847725" y="476250"/>
                </a:lnTo>
                <a:close/>
                <a:moveTo>
                  <a:pt x="1143000" y="466725"/>
                </a:moveTo>
                <a:lnTo>
                  <a:pt x="1152525" y="466725"/>
                </a:lnTo>
                <a:lnTo>
                  <a:pt x="1152525" y="495300"/>
                </a:lnTo>
                <a:lnTo>
                  <a:pt x="1143000" y="495300"/>
                </a:lnTo>
                <a:lnTo>
                  <a:pt x="1143000" y="514350"/>
                </a:lnTo>
                <a:lnTo>
                  <a:pt x="1133475" y="514350"/>
                </a:lnTo>
                <a:lnTo>
                  <a:pt x="1133475" y="504825"/>
                </a:lnTo>
                <a:lnTo>
                  <a:pt x="1123950" y="504825"/>
                </a:lnTo>
                <a:lnTo>
                  <a:pt x="1123950" y="495300"/>
                </a:lnTo>
                <a:lnTo>
                  <a:pt x="1133475" y="495300"/>
                </a:lnTo>
                <a:lnTo>
                  <a:pt x="1133475" y="485775"/>
                </a:lnTo>
                <a:lnTo>
                  <a:pt x="1143000" y="485775"/>
                </a:lnTo>
                <a:close/>
                <a:moveTo>
                  <a:pt x="1171575" y="466725"/>
                </a:moveTo>
                <a:lnTo>
                  <a:pt x="1190625" y="466725"/>
                </a:lnTo>
                <a:lnTo>
                  <a:pt x="1190625" y="485775"/>
                </a:lnTo>
                <a:lnTo>
                  <a:pt x="1181100" y="485775"/>
                </a:lnTo>
                <a:lnTo>
                  <a:pt x="1181100" y="495300"/>
                </a:lnTo>
                <a:lnTo>
                  <a:pt x="1171575" y="495300"/>
                </a:lnTo>
                <a:close/>
                <a:moveTo>
                  <a:pt x="581025" y="476250"/>
                </a:moveTo>
                <a:lnTo>
                  <a:pt x="590550" y="476250"/>
                </a:lnTo>
                <a:lnTo>
                  <a:pt x="590550" y="485775"/>
                </a:lnTo>
                <a:lnTo>
                  <a:pt x="581025" y="485775"/>
                </a:lnTo>
                <a:close/>
                <a:moveTo>
                  <a:pt x="790575" y="476250"/>
                </a:moveTo>
                <a:lnTo>
                  <a:pt x="800100" y="476250"/>
                </a:lnTo>
                <a:lnTo>
                  <a:pt x="800100" y="495300"/>
                </a:lnTo>
                <a:lnTo>
                  <a:pt x="790575" y="495300"/>
                </a:lnTo>
                <a:close/>
                <a:moveTo>
                  <a:pt x="895350" y="476250"/>
                </a:moveTo>
                <a:lnTo>
                  <a:pt x="904875" y="476250"/>
                </a:lnTo>
                <a:lnTo>
                  <a:pt x="904875" y="485775"/>
                </a:lnTo>
                <a:lnTo>
                  <a:pt x="895350" y="485775"/>
                </a:lnTo>
                <a:close/>
                <a:moveTo>
                  <a:pt x="942975" y="476250"/>
                </a:moveTo>
                <a:lnTo>
                  <a:pt x="952500" y="476250"/>
                </a:lnTo>
                <a:lnTo>
                  <a:pt x="952500" y="485775"/>
                </a:lnTo>
                <a:lnTo>
                  <a:pt x="942975" y="485775"/>
                </a:lnTo>
                <a:close/>
                <a:moveTo>
                  <a:pt x="1333500" y="476250"/>
                </a:moveTo>
                <a:lnTo>
                  <a:pt x="1343025" y="476250"/>
                </a:lnTo>
                <a:lnTo>
                  <a:pt x="1343025" y="485775"/>
                </a:lnTo>
                <a:lnTo>
                  <a:pt x="1333500" y="485775"/>
                </a:lnTo>
                <a:close/>
                <a:moveTo>
                  <a:pt x="1381125" y="476250"/>
                </a:moveTo>
                <a:lnTo>
                  <a:pt x="1390650" y="476250"/>
                </a:lnTo>
                <a:lnTo>
                  <a:pt x="1390650" y="485775"/>
                </a:lnTo>
                <a:lnTo>
                  <a:pt x="1381125" y="485775"/>
                </a:lnTo>
                <a:close/>
                <a:moveTo>
                  <a:pt x="561975" y="485775"/>
                </a:moveTo>
                <a:lnTo>
                  <a:pt x="581025" y="485775"/>
                </a:lnTo>
                <a:lnTo>
                  <a:pt x="581025" y="495300"/>
                </a:lnTo>
                <a:lnTo>
                  <a:pt x="561975" y="495300"/>
                </a:lnTo>
                <a:close/>
                <a:moveTo>
                  <a:pt x="742950" y="485775"/>
                </a:moveTo>
                <a:lnTo>
                  <a:pt x="752475" y="485775"/>
                </a:lnTo>
                <a:lnTo>
                  <a:pt x="752475" y="523875"/>
                </a:lnTo>
                <a:lnTo>
                  <a:pt x="742950" y="523875"/>
                </a:lnTo>
                <a:close/>
                <a:moveTo>
                  <a:pt x="219075" y="495300"/>
                </a:moveTo>
                <a:lnTo>
                  <a:pt x="228600" y="495300"/>
                </a:lnTo>
                <a:lnTo>
                  <a:pt x="228600" y="600075"/>
                </a:lnTo>
                <a:lnTo>
                  <a:pt x="219075" y="600075"/>
                </a:lnTo>
                <a:close/>
                <a:moveTo>
                  <a:pt x="647700" y="495300"/>
                </a:moveTo>
                <a:lnTo>
                  <a:pt x="657225" y="495300"/>
                </a:lnTo>
                <a:lnTo>
                  <a:pt x="657225" y="504825"/>
                </a:lnTo>
                <a:lnTo>
                  <a:pt x="647700" y="504825"/>
                </a:lnTo>
                <a:close/>
                <a:moveTo>
                  <a:pt x="676275" y="495300"/>
                </a:moveTo>
                <a:lnTo>
                  <a:pt x="685800" y="495300"/>
                </a:lnTo>
                <a:lnTo>
                  <a:pt x="685800" y="504825"/>
                </a:lnTo>
                <a:lnTo>
                  <a:pt x="676275" y="504825"/>
                </a:lnTo>
                <a:close/>
                <a:moveTo>
                  <a:pt x="981075" y="495300"/>
                </a:moveTo>
                <a:lnTo>
                  <a:pt x="990600" y="495300"/>
                </a:lnTo>
                <a:lnTo>
                  <a:pt x="990600" y="514350"/>
                </a:lnTo>
                <a:lnTo>
                  <a:pt x="971550" y="514350"/>
                </a:lnTo>
                <a:lnTo>
                  <a:pt x="971550" y="504825"/>
                </a:lnTo>
                <a:lnTo>
                  <a:pt x="981075" y="504825"/>
                </a:lnTo>
                <a:close/>
                <a:moveTo>
                  <a:pt x="685800" y="504825"/>
                </a:moveTo>
                <a:lnTo>
                  <a:pt x="695325" y="504825"/>
                </a:lnTo>
                <a:lnTo>
                  <a:pt x="695325" y="523875"/>
                </a:lnTo>
                <a:lnTo>
                  <a:pt x="685800" y="523875"/>
                </a:lnTo>
                <a:close/>
                <a:moveTo>
                  <a:pt x="866775" y="504825"/>
                </a:moveTo>
                <a:lnTo>
                  <a:pt x="876300" y="504825"/>
                </a:lnTo>
                <a:lnTo>
                  <a:pt x="876300" y="514350"/>
                </a:lnTo>
                <a:lnTo>
                  <a:pt x="866775" y="514350"/>
                </a:lnTo>
                <a:close/>
                <a:moveTo>
                  <a:pt x="914400" y="504825"/>
                </a:moveTo>
                <a:lnTo>
                  <a:pt x="933450" y="504825"/>
                </a:lnTo>
                <a:lnTo>
                  <a:pt x="933450" y="514350"/>
                </a:lnTo>
                <a:lnTo>
                  <a:pt x="914400" y="514350"/>
                </a:lnTo>
                <a:close/>
                <a:moveTo>
                  <a:pt x="1028700" y="504825"/>
                </a:moveTo>
                <a:lnTo>
                  <a:pt x="1047750" y="504825"/>
                </a:lnTo>
                <a:lnTo>
                  <a:pt x="1047750" y="523875"/>
                </a:lnTo>
                <a:lnTo>
                  <a:pt x="1028700" y="523875"/>
                </a:lnTo>
                <a:close/>
                <a:moveTo>
                  <a:pt x="561975" y="514350"/>
                </a:moveTo>
                <a:lnTo>
                  <a:pt x="571500" y="514350"/>
                </a:lnTo>
                <a:lnTo>
                  <a:pt x="571500" y="523875"/>
                </a:lnTo>
                <a:lnTo>
                  <a:pt x="581025" y="523875"/>
                </a:lnTo>
                <a:lnTo>
                  <a:pt x="581025" y="533400"/>
                </a:lnTo>
                <a:lnTo>
                  <a:pt x="552450" y="533400"/>
                </a:lnTo>
                <a:lnTo>
                  <a:pt x="552450" y="523875"/>
                </a:lnTo>
                <a:lnTo>
                  <a:pt x="561975" y="523875"/>
                </a:lnTo>
                <a:close/>
                <a:moveTo>
                  <a:pt x="847725" y="514350"/>
                </a:moveTo>
                <a:lnTo>
                  <a:pt x="866775" y="514350"/>
                </a:lnTo>
                <a:lnTo>
                  <a:pt x="866775" y="523875"/>
                </a:lnTo>
                <a:lnTo>
                  <a:pt x="847725" y="523875"/>
                </a:lnTo>
                <a:close/>
                <a:moveTo>
                  <a:pt x="904875" y="514350"/>
                </a:moveTo>
                <a:lnTo>
                  <a:pt x="914400" y="514350"/>
                </a:lnTo>
                <a:lnTo>
                  <a:pt x="914400" y="523875"/>
                </a:lnTo>
                <a:lnTo>
                  <a:pt x="904875" y="523875"/>
                </a:lnTo>
                <a:close/>
                <a:moveTo>
                  <a:pt x="933450" y="514350"/>
                </a:moveTo>
                <a:lnTo>
                  <a:pt x="942975" y="514350"/>
                </a:lnTo>
                <a:lnTo>
                  <a:pt x="942975" y="523875"/>
                </a:lnTo>
                <a:lnTo>
                  <a:pt x="933450" y="523875"/>
                </a:lnTo>
                <a:close/>
                <a:moveTo>
                  <a:pt x="1114425" y="514350"/>
                </a:moveTo>
                <a:lnTo>
                  <a:pt x="1123950" y="514350"/>
                </a:lnTo>
                <a:lnTo>
                  <a:pt x="1123950" y="533400"/>
                </a:lnTo>
                <a:lnTo>
                  <a:pt x="1114425" y="533400"/>
                </a:lnTo>
                <a:close/>
                <a:moveTo>
                  <a:pt x="1343025" y="514350"/>
                </a:moveTo>
                <a:lnTo>
                  <a:pt x="1352550" y="514350"/>
                </a:lnTo>
                <a:lnTo>
                  <a:pt x="1352550" y="523875"/>
                </a:lnTo>
                <a:lnTo>
                  <a:pt x="1343025" y="523875"/>
                </a:lnTo>
                <a:close/>
                <a:moveTo>
                  <a:pt x="1362075" y="514350"/>
                </a:moveTo>
                <a:lnTo>
                  <a:pt x="1371600" y="514350"/>
                </a:lnTo>
                <a:lnTo>
                  <a:pt x="1371600" y="523875"/>
                </a:lnTo>
                <a:lnTo>
                  <a:pt x="1362075" y="523875"/>
                </a:lnTo>
                <a:close/>
                <a:moveTo>
                  <a:pt x="1409700" y="514350"/>
                </a:moveTo>
                <a:lnTo>
                  <a:pt x="1419225" y="514350"/>
                </a:lnTo>
                <a:lnTo>
                  <a:pt x="1419225" y="523875"/>
                </a:lnTo>
                <a:lnTo>
                  <a:pt x="1409700" y="523875"/>
                </a:lnTo>
                <a:close/>
                <a:moveTo>
                  <a:pt x="1457325" y="514350"/>
                </a:moveTo>
                <a:lnTo>
                  <a:pt x="1466850" y="514350"/>
                </a:lnTo>
                <a:lnTo>
                  <a:pt x="1466850" y="533400"/>
                </a:lnTo>
                <a:lnTo>
                  <a:pt x="1552575" y="533400"/>
                </a:lnTo>
                <a:lnTo>
                  <a:pt x="1552575" y="523875"/>
                </a:lnTo>
                <a:lnTo>
                  <a:pt x="1562100" y="523875"/>
                </a:lnTo>
                <a:lnTo>
                  <a:pt x="1562100" y="533400"/>
                </a:lnTo>
                <a:lnTo>
                  <a:pt x="1552575" y="533400"/>
                </a:lnTo>
                <a:lnTo>
                  <a:pt x="1552575" y="542925"/>
                </a:lnTo>
                <a:lnTo>
                  <a:pt x="1457325" y="542925"/>
                </a:lnTo>
                <a:close/>
                <a:moveTo>
                  <a:pt x="361950" y="523875"/>
                </a:moveTo>
                <a:lnTo>
                  <a:pt x="371475" y="523875"/>
                </a:lnTo>
                <a:lnTo>
                  <a:pt x="371475" y="533400"/>
                </a:lnTo>
                <a:lnTo>
                  <a:pt x="361950" y="533400"/>
                </a:lnTo>
                <a:close/>
                <a:moveTo>
                  <a:pt x="466725" y="523875"/>
                </a:moveTo>
                <a:lnTo>
                  <a:pt x="476250" y="523875"/>
                </a:lnTo>
                <a:lnTo>
                  <a:pt x="476250" y="533400"/>
                </a:lnTo>
                <a:lnTo>
                  <a:pt x="466725" y="533400"/>
                </a:lnTo>
                <a:close/>
                <a:moveTo>
                  <a:pt x="600075" y="523875"/>
                </a:moveTo>
                <a:lnTo>
                  <a:pt x="619125" y="523875"/>
                </a:lnTo>
                <a:lnTo>
                  <a:pt x="619125" y="552450"/>
                </a:lnTo>
                <a:lnTo>
                  <a:pt x="600075" y="552450"/>
                </a:lnTo>
                <a:close/>
                <a:moveTo>
                  <a:pt x="790575" y="523875"/>
                </a:moveTo>
                <a:lnTo>
                  <a:pt x="809625" y="523875"/>
                </a:lnTo>
                <a:lnTo>
                  <a:pt x="809625" y="533400"/>
                </a:lnTo>
                <a:lnTo>
                  <a:pt x="800100" y="533400"/>
                </a:lnTo>
                <a:lnTo>
                  <a:pt x="800100" y="552450"/>
                </a:lnTo>
                <a:lnTo>
                  <a:pt x="809625" y="552450"/>
                </a:lnTo>
                <a:lnTo>
                  <a:pt x="809625" y="533400"/>
                </a:lnTo>
                <a:lnTo>
                  <a:pt x="819150" y="533400"/>
                </a:lnTo>
                <a:lnTo>
                  <a:pt x="819150" y="552450"/>
                </a:lnTo>
                <a:lnTo>
                  <a:pt x="809625" y="552450"/>
                </a:lnTo>
                <a:lnTo>
                  <a:pt x="809625" y="561975"/>
                </a:lnTo>
                <a:lnTo>
                  <a:pt x="790575" y="561975"/>
                </a:lnTo>
                <a:lnTo>
                  <a:pt x="790575" y="552450"/>
                </a:lnTo>
                <a:lnTo>
                  <a:pt x="781050" y="552450"/>
                </a:lnTo>
                <a:lnTo>
                  <a:pt x="781050" y="533400"/>
                </a:lnTo>
                <a:lnTo>
                  <a:pt x="790575" y="533400"/>
                </a:lnTo>
                <a:close/>
                <a:moveTo>
                  <a:pt x="1371600" y="523875"/>
                </a:moveTo>
                <a:lnTo>
                  <a:pt x="1381125" y="523875"/>
                </a:lnTo>
                <a:lnTo>
                  <a:pt x="1381125" y="542925"/>
                </a:lnTo>
                <a:lnTo>
                  <a:pt x="1371600" y="542925"/>
                </a:lnTo>
                <a:close/>
                <a:moveTo>
                  <a:pt x="371475" y="533400"/>
                </a:moveTo>
                <a:lnTo>
                  <a:pt x="466725" y="533400"/>
                </a:lnTo>
                <a:lnTo>
                  <a:pt x="466725" y="542925"/>
                </a:lnTo>
                <a:lnTo>
                  <a:pt x="371475" y="542925"/>
                </a:lnTo>
                <a:close/>
                <a:moveTo>
                  <a:pt x="1123950" y="533400"/>
                </a:moveTo>
                <a:lnTo>
                  <a:pt x="1143000" y="533400"/>
                </a:lnTo>
                <a:lnTo>
                  <a:pt x="1143000" y="542925"/>
                </a:lnTo>
                <a:lnTo>
                  <a:pt x="1123950" y="542925"/>
                </a:lnTo>
                <a:close/>
                <a:moveTo>
                  <a:pt x="47625" y="542925"/>
                </a:moveTo>
                <a:lnTo>
                  <a:pt x="57150" y="542925"/>
                </a:lnTo>
                <a:lnTo>
                  <a:pt x="57150" y="552450"/>
                </a:lnTo>
                <a:lnTo>
                  <a:pt x="47625" y="552450"/>
                </a:lnTo>
                <a:close/>
                <a:moveTo>
                  <a:pt x="904875" y="542925"/>
                </a:moveTo>
                <a:lnTo>
                  <a:pt x="914400" y="542925"/>
                </a:lnTo>
                <a:lnTo>
                  <a:pt x="914400" y="552450"/>
                </a:lnTo>
                <a:lnTo>
                  <a:pt x="904875" y="552450"/>
                </a:lnTo>
                <a:close/>
                <a:moveTo>
                  <a:pt x="933450" y="542925"/>
                </a:moveTo>
                <a:lnTo>
                  <a:pt x="942975" y="542925"/>
                </a:lnTo>
                <a:lnTo>
                  <a:pt x="942975" y="552450"/>
                </a:lnTo>
                <a:lnTo>
                  <a:pt x="933450" y="552450"/>
                </a:lnTo>
                <a:close/>
                <a:moveTo>
                  <a:pt x="1028700" y="542925"/>
                </a:moveTo>
                <a:lnTo>
                  <a:pt x="1038225" y="542925"/>
                </a:lnTo>
                <a:lnTo>
                  <a:pt x="1038225" y="552450"/>
                </a:lnTo>
                <a:lnTo>
                  <a:pt x="1028700" y="552450"/>
                </a:lnTo>
                <a:close/>
                <a:moveTo>
                  <a:pt x="1343025" y="542925"/>
                </a:moveTo>
                <a:lnTo>
                  <a:pt x="1352550" y="542925"/>
                </a:lnTo>
                <a:lnTo>
                  <a:pt x="1352550" y="552450"/>
                </a:lnTo>
                <a:lnTo>
                  <a:pt x="1343025" y="552450"/>
                </a:lnTo>
                <a:close/>
                <a:moveTo>
                  <a:pt x="1362075" y="542925"/>
                </a:moveTo>
                <a:lnTo>
                  <a:pt x="1371600" y="542925"/>
                </a:lnTo>
                <a:lnTo>
                  <a:pt x="1371600" y="552450"/>
                </a:lnTo>
                <a:lnTo>
                  <a:pt x="1362075" y="552450"/>
                </a:lnTo>
                <a:close/>
                <a:moveTo>
                  <a:pt x="1409700" y="542925"/>
                </a:moveTo>
                <a:lnTo>
                  <a:pt x="1419225" y="542925"/>
                </a:lnTo>
                <a:lnTo>
                  <a:pt x="1419225" y="552450"/>
                </a:lnTo>
                <a:lnTo>
                  <a:pt x="1409700" y="552450"/>
                </a:lnTo>
                <a:close/>
                <a:moveTo>
                  <a:pt x="647700" y="552450"/>
                </a:moveTo>
                <a:lnTo>
                  <a:pt x="676275" y="552450"/>
                </a:lnTo>
                <a:lnTo>
                  <a:pt x="676275" y="561975"/>
                </a:lnTo>
                <a:lnTo>
                  <a:pt x="685800" y="561975"/>
                </a:lnTo>
                <a:lnTo>
                  <a:pt x="685800" y="571500"/>
                </a:lnTo>
                <a:lnTo>
                  <a:pt x="676275" y="571500"/>
                </a:lnTo>
                <a:lnTo>
                  <a:pt x="676275" y="581025"/>
                </a:lnTo>
                <a:lnTo>
                  <a:pt x="657225" y="581025"/>
                </a:lnTo>
                <a:lnTo>
                  <a:pt x="657225" y="590550"/>
                </a:lnTo>
                <a:lnTo>
                  <a:pt x="638175" y="590550"/>
                </a:lnTo>
                <a:lnTo>
                  <a:pt x="638175" y="581025"/>
                </a:lnTo>
                <a:lnTo>
                  <a:pt x="647700" y="581025"/>
                </a:lnTo>
                <a:lnTo>
                  <a:pt x="647700" y="571500"/>
                </a:lnTo>
                <a:lnTo>
                  <a:pt x="657225" y="571500"/>
                </a:lnTo>
                <a:lnTo>
                  <a:pt x="657225" y="561975"/>
                </a:lnTo>
                <a:lnTo>
                  <a:pt x="647700" y="561975"/>
                </a:lnTo>
                <a:close/>
                <a:moveTo>
                  <a:pt x="857250" y="552450"/>
                </a:moveTo>
                <a:lnTo>
                  <a:pt x="876300" y="552450"/>
                </a:lnTo>
                <a:lnTo>
                  <a:pt x="876300" y="561975"/>
                </a:lnTo>
                <a:lnTo>
                  <a:pt x="857250" y="561975"/>
                </a:lnTo>
                <a:close/>
                <a:moveTo>
                  <a:pt x="914400" y="552450"/>
                </a:moveTo>
                <a:lnTo>
                  <a:pt x="933450" y="552450"/>
                </a:lnTo>
                <a:lnTo>
                  <a:pt x="933450" y="561975"/>
                </a:lnTo>
                <a:lnTo>
                  <a:pt x="914400" y="561975"/>
                </a:lnTo>
                <a:close/>
                <a:moveTo>
                  <a:pt x="1038225" y="552450"/>
                </a:moveTo>
                <a:lnTo>
                  <a:pt x="1047750" y="552450"/>
                </a:lnTo>
                <a:lnTo>
                  <a:pt x="1047750" y="561975"/>
                </a:lnTo>
                <a:lnTo>
                  <a:pt x="1038225" y="561975"/>
                </a:lnTo>
                <a:close/>
                <a:moveTo>
                  <a:pt x="1228725" y="552450"/>
                </a:moveTo>
                <a:lnTo>
                  <a:pt x="1247775" y="552450"/>
                </a:lnTo>
                <a:lnTo>
                  <a:pt x="1247775" y="561975"/>
                </a:lnTo>
                <a:lnTo>
                  <a:pt x="1257300" y="561975"/>
                </a:lnTo>
                <a:lnTo>
                  <a:pt x="1257300" y="581025"/>
                </a:lnTo>
                <a:lnTo>
                  <a:pt x="1238250" y="581025"/>
                </a:lnTo>
                <a:lnTo>
                  <a:pt x="1238250" y="561975"/>
                </a:lnTo>
                <a:lnTo>
                  <a:pt x="1228725" y="561975"/>
                </a:lnTo>
                <a:close/>
                <a:moveTo>
                  <a:pt x="1295400" y="552450"/>
                </a:moveTo>
                <a:lnTo>
                  <a:pt x="1304925" y="552450"/>
                </a:lnTo>
                <a:lnTo>
                  <a:pt x="1304925" y="561975"/>
                </a:lnTo>
                <a:lnTo>
                  <a:pt x="1295400" y="561975"/>
                </a:lnTo>
                <a:close/>
                <a:moveTo>
                  <a:pt x="1352550" y="552450"/>
                </a:moveTo>
                <a:lnTo>
                  <a:pt x="1362075" y="552450"/>
                </a:lnTo>
                <a:lnTo>
                  <a:pt x="1362075" y="561975"/>
                </a:lnTo>
                <a:lnTo>
                  <a:pt x="1352550" y="561975"/>
                </a:lnTo>
                <a:close/>
                <a:moveTo>
                  <a:pt x="981075" y="561975"/>
                </a:moveTo>
                <a:lnTo>
                  <a:pt x="990600" y="561975"/>
                </a:lnTo>
                <a:lnTo>
                  <a:pt x="990600" y="571500"/>
                </a:lnTo>
                <a:lnTo>
                  <a:pt x="981075" y="571500"/>
                </a:lnTo>
                <a:close/>
                <a:moveTo>
                  <a:pt x="1304925" y="561975"/>
                </a:moveTo>
                <a:lnTo>
                  <a:pt x="1314450" y="561975"/>
                </a:lnTo>
                <a:lnTo>
                  <a:pt x="1314450" y="571500"/>
                </a:lnTo>
                <a:lnTo>
                  <a:pt x="1304925" y="571500"/>
                </a:lnTo>
                <a:close/>
                <a:moveTo>
                  <a:pt x="1400175" y="561975"/>
                </a:moveTo>
                <a:lnTo>
                  <a:pt x="1409700" y="561975"/>
                </a:lnTo>
                <a:lnTo>
                  <a:pt x="1409700" y="571500"/>
                </a:lnTo>
                <a:lnTo>
                  <a:pt x="1400175" y="571500"/>
                </a:lnTo>
                <a:close/>
                <a:moveTo>
                  <a:pt x="57150" y="571500"/>
                </a:moveTo>
                <a:lnTo>
                  <a:pt x="66675" y="571500"/>
                </a:lnTo>
                <a:lnTo>
                  <a:pt x="66675" y="581025"/>
                </a:lnTo>
                <a:lnTo>
                  <a:pt x="57150" y="581025"/>
                </a:lnTo>
                <a:close/>
                <a:moveTo>
                  <a:pt x="523875" y="571500"/>
                </a:moveTo>
                <a:lnTo>
                  <a:pt x="533400" y="571500"/>
                </a:lnTo>
                <a:lnTo>
                  <a:pt x="533400" y="581025"/>
                </a:lnTo>
                <a:lnTo>
                  <a:pt x="523875" y="581025"/>
                </a:lnTo>
                <a:close/>
                <a:moveTo>
                  <a:pt x="609600" y="571500"/>
                </a:moveTo>
                <a:lnTo>
                  <a:pt x="628650" y="571500"/>
                </a:lnTo>
                <a:lnTo>
                  <a:pt x="628650" y="581025"/>
                </a:lnTo>
                <a:lnTo>
                  <a:pt x="609600" y="581025"/>
                </a:lnTo>
                <a:close/>
                <a:moveTo>
                  <a:pt x="742950" y="571500"/>
                </a:moveTo>
                <a:lnTo>
                  <a:pt x="752475" y="571500"/>
                </a:lnTo>
                <a:lnTo>
                  <a:pt x="752475" y="581025"/>
                </a:lnTo>
                <a:lnTo>
                  <a:pt x="742950" y="581025"/>
                </a:lnTo>
                <a:close/>
                <a:moveTo>
                  <a:pt x="1143000" y="571500"/>
                </a:moveTo>
                <a:lnTo>
                  <a:pt x="1152525" y="571500"/>
                </a:lnTo>
                <a:lnTo>
                  <a:pt x="1152525" y="581025"/>
                </a:lnTo>
                <a:lnTo>
                  <a:pt x="1143000" y="581025"/>
                </a:lnTo>
                <a:close/>
                <a:moveTo>
                  <a:pt x="1171575" y="571500"/>
                </a:moveTo>
                <a:lnTo>
                  <a:pt x="1181100" y="571500"/>
                </a:lnTo>
                <a:lnTo>
                  <a:pt x="1181100" y="581025"/>
                </a:lnTo>
                <a:lnTo>
                  <a:pt x="1171575" y="581025"/>
                </a:lnTo>
                <a:close/>
                <a:moveTo>
                  <a:pt x="1295400" y="571500"/>
                </a:moveTo>
                <a:lnTo>
                  <a:pt x="1304925" y="571500"/>
                </a:lnTo>
                <a:lnTo>
                  <a:pt x="1304925" y="581025"/>
                </a:lnTo>
                <a:lnTo>
                  <a:pt x="1295400" y="581025"/>
                </a:lnTo>
                <a:close/>
                <a:moveTo>
                  <a:pt x="1390650" y="571500"/>
                </a:moveTo>
                <a:lnTo>
                  <a:pt x="1400175" y="571500"/>
                </a:lnTo>
                <a:lnTo>
                  <a:pt x="1400175" y="581025"/>
                </a:lnTo>
                <a:lnTo>
                  <a:pt x="1390650" y="581025"/>
                </a:lnTo>
                <a:close/>
                <a:moveTo>
                  <a:pt x="533400" y="581025"/>
                </a:moveTo>
                <a:lnTo>
                  <a:pt x="561975" y="581025"/>
                </a:lnTo>
                <a:lnTo>
                  <a:pt x="561975" y="590550"/>
                </a:lnTo>
                <a:lnTo>
                  <a:pt x="533400" y="590550"/>
                </a:lnTo>
                <a:close/>
                <a:moveTo>
                  <a:pt x="752475" y="581025"/>
                </a:moveTo>
                <a:lnTo>
                  <a:pt x="762000" y="581025"/>
                </a:lnTo>
                <a:lnTo>
                  <a:pt x="762000" y="590550"/>
                </a:lnTo>
                <a:lnTo>
                  <a:pt x="752475" y="590550"/>
                </a:lnTo>
                <a:close/>
                <a:moveTo>
                  <a:pt x="819150" y="581025"/>
                </a:moveTo>
                <a:lnTo>
                  <a:pt x="828675" y="581025"/>
                </a:lnTo>
                <a:lnTo>
                  <a:pt x="828675" y="590550"/>
                </a:lnTo>
                <a:lnTo>
                  <a:pt x="819150" y="590550"/>
                </a:lnTo>
                <a:close/>
                <a:moveTo>
                  <a:pt x="895350" y="581025"/>
                </a:moveTo>
                <a:lnTo>
                  <a:pt x="904875" y="581025"/>
                </a:lnTo>
                <a:lnTo>
                  <a:pt x="904875" y="590550"/>
                </a:lnTo>
                <a:lnTo>
                  <a:pt x="895350" y="590550"/>
                </a:lnTo>
                <a:close/>
                <a:moveTo>
                  <a:pt x="942975" y="581025"/>
                </a:moveTo>
                <a:lnTo>
                  <a:pt x="952500" y="581025"/>
                </a:lnTo>
                <a:lnTo>
                  <a:pt x="952500" y="590550"/>
                </a:lnTo>
                <a:lnTo>
                  <a:pt x="942975" y="590550"/>
                </a:lnTo>
                <a:close/>
                <a:moveTo>
                  <a:pt x="1028700" y="581025"/>
                </a:moveTo>
                <a:lnTo>
                  <a:pt x="1038225" y="581025"/>
                </a:lnTo>
                <a:lnTo>
                  <a:pt x="1038225" y="590550"/>
                </a:lnTo>
                <a:lnTo>
                  <a:pt x="1028700" y="590550"/>
                </a:lnTo>
                <a:close/>
                <a:moveTo>
                  <a:pt x="1057275" y="581025"/>
                </a:moveTo>
                <a:lnTo>
                  <a:pt x="1066800" y="581025"/>
                </a:lnTo>
                <a:lnTo>
                  <a:pt x="1066800" y="590550"/>
                </a:lnTo>
                <a:lnTo>
                  <a:pt x="1057275" y="590550"/>
                </a:lnTo>
                <a:close/>
                <a:moveTo>
                  <a:pt x="1104900" y="581025"/>
                </a:moveTo>
                <a:lnTo>
                  <a:pt x="1114425" y="581025"/>
                </a:lnTo>
                <a:lnTo>
                  <a:pt x="1114425" y="590550"/>
                </a:lnTo>
                <a:lnTo>
                  <a:pt x="1104900" y="590550"/>
                </a:lnTo>
                <a:close/>
                <a:moveTo>
                  <a:pt x="1152525" y="581025"/>
                </a:moveTo>
                <a:lnTo>
                  <a:pt x="1171575" y="581025"/>
                </a:lnTo>
                <a:lnTo>
                  <a:pt x="1171575" y="590550"/>
                </a:lnTo>
                <a:lnTo>
                  <a:pt x="1152525" y="590550"/>
                </a:lnTo>
                <a:close/>
                <a:moveTo>
                  <a:pt x="1209675" y="581025"/>
                </a:moveTo>
                <a:lnTo>
                  <a:pt x="1238250" y="581025"/>
                </a:lnTo>
                <a:lnTo>
                  <a:pt x="1238250" y="590550"/>
                </a:lnTo>
                <a:lnTo>
                  <a:pt x="1209675" y="590550"/>
                </a:lnTo>
                <a:close/>
                <a:moveTo>
                  <a:pt x="1285875" y="581025"/>
                </a:moveTo>
                <a:lnTo>
                  <a:pt x="1295400" y="581025"/>
                </a:lnTo>
                <a:lnTo>
                  <a:pt x="1295400" y="590550"/>
                </a:lnTo>
                <a:lnTo>
                  <a:pt x="1285875" y="590550"/>
                </a:lnTo>
                <a:close/>
                <a:moveTo>
                  <a:pt x="1333500" y="581025"/>
                </a:moveTo>
                <a:lnTo>
                  <a:pt x="1343025" y="581025"/>
                </a:lnTo>
                <a:lnTo>
                  <a:pt x="1343025" y="590550"/>
                </a:lnTo>
                <a:lnTo>
                  <a:pt x="1333500" y="590550"/>
                </a:lnTo>
                <a:close/>
                <a:moveTo>
                  <a:pt x="1371600" y="581025"/>
                </a:moveTo>
                <a:lnTo>
                  <a:pt x="1381125" y="581025"/>
                </a:lnTo>
                <a:lnTo>
                  <a:pt x="1381125" y="590550"/>
                </a:lnTo>
                <a:lnTo>
                  <a:pt x="1371600" y="590550"/>
                </a:lnTo>
                <a:close/>
                <a:moveTo>
                  <a:pt x="66675" y="590550"/>
                </a:moveTo>
                <a:lnTo>
                  <a:pt x="76200" y="590550"/>
                </a:lnTo>
                <a:lnTo>
                  <a:pt x="76200" y="600075"/>
                </a:lnTo>
                <a:lnTo>
                  <a:pt x="66675" y="600075"/>
                </a:lnTo>
                <a:close/>
                <a:moveTo>
                  <a:pt x="1619250" y="590550"/>
                </a:moveTo>
                <a:lnTo>
                  <a:pt x="1628775" y="590550"/>
                </a:lnTo>
                <a:lnTo>
                  <a:pt x="1628775" y="600075"/>
                </a:lnTo>
                <a:lnTo>
                  <a:pt x="1619250" y="600075"/>
                </a:lnTo>
                <a:close/>
                <a:moveTo>
                  <a:pt x="85725" y="619125"/>
                </a:moveTo>
                <a:lnTo>
                  <a:pt x="95250" y="619125"/>
                </a:lnTo>
                <a:lnTo>
                  <a:pt x="95250" y="628650"/>
                </a:lnTo>
                <a:lnTo>
                  <a:pt x="85725" y="628650"/>
                </a:lnTo>
                <a:close/>
                <a:moveTo>
                  <a:pt x="114300" y="619125"/>
                </a:moveTo>
                <a:lnTo>
                  <a:pt x="123825" y="619125"/>
                </a:lnTo>
                <a:lnTo>
                  <a:pt x="123825" y="628650"/>
                </a:lnTo>
                <a:lnTo>
                  <a:pt x="114300" y="628650"/>
                </a:lnTo>
                <a:close/>
                <a:moveTo>
                  <a:pt x="123825" y="628650"/>
                </a:moveTo>
                <a:lnTo>
                  <a:pt x="133350" y="628650"/>
                </a:lnTo>
                <a:lnTo>
                  <a:pt x="133350" y="638175"/>
                </a:lnTo>
                <a:lnTo>
                  <a:pt x="123825" y="638175"/>
                </a:lnTo>
                <a:close/>
                <a:moveTo>
                  <a:pt x="1666875" y="628650"/>
                </a:moveTo>
                <a:lnTo>
                  <a:pt x="1676400" y="628650"/>
                </a:lnTo>
                <a:lnTo>
                  <a:pt x="1676400" y="638175"/>
                </a:lnTo>
                <a:lnTo>
                  <a:pt x="1666875" y="638175"/>
                </a:lnTo>
                <a:close/>
                <a:moveTo>
                  <a:pt x="133350" y="638175"/>
                </a:moveTo>
                <a:lnTo>
                  <a:pt x="142875" y="638175"/>
                </a:lnTo>
                <a:lnTo>
                  <a:pt x="142875" y="647700"/>
                </a:lnTo>
                <a:lnTo>
                  <a:pt x="133350" y="647700"/>
                </a:lnTo>
                <a:close/>
                <a:moveTo>
                  <a:pt x="1676400" y="638175"/>
                </a:moveTo>
                <a:lnTo>
                  <a:pt x="1685925" y="638175"/>
                </a:lnTo>
                <a:lnTo>
                  <a:pt x="1685925" y="647700"/>
                </a:lnTo>
                <a:lnTo>
                  <a:pt x="1676400" y="647700"/>
                </a:lnTo>
                <a:close/>
                <a:moveTo>
                  <a:pt x="142875" y="647700"/>
                </a:moveTo>
                <a:lnTo>
                  <a:pt x="152400" y="647700"/>
                </a:lnTo>
                <a:lnTo>
                  <a:pt x="152400" y="657225"/>
                </a:lnTo>
                <a:lnTo>
                  <a:pt x="142875" y="657225"/>
                </a:lnTo>
                <a:close/>
                <a:moveTo>
                  <a:pt x="200025" y="647700"/>
                </a:moveTo>
                <a:lnTo>
                  <a:pt x="209550" y="647700"/>
                </a:lnTo>
                <a:lnTo>
                  <a:pt x="209550" y="657225"/>
                </a:lnTo>
                <a:lnTo>
                  <a:pt x="200025" y="657225"/>
                </a:lnTo>
                <a:close/>
                <a:moveTo>
                  <a:pt x="190500" y="657225"/>
                </a:moveTo>
                <a:lnTo>
                  <a:pt x="200025" y="657225"/>
                </a:lnTo>
                <a:lnTo>
                  <a:pt x="200025" y="666750"/>
                </a:lnTo>
                <a:lnTo>
                  <a:pt x="190500" y="666750"/>
                </a:lnTo>
                <a:close/>
                <a:moveTo>
                  <a:pt x="171450" y="666750"/>
                </a:moveTo>
                <a:lnTo>
                  <a:pt x="180975" y="666750"/>
                </a:lnTo>
                <a:lnTo>
                  <a:pt x="180975" y="676275"/>
                </a:lnTo>
                <a:lnTo>
                  <a:pt x="171450" y="676275"/>
                </a:lnTo>
                <a:close/>
                <a:moveTo>
                  <a:pt x="1714500" y="666750"/>
                </a:moveTo>
                <a:lnTo>
                  <a:pt x="1724025" y="666750"/>
                </a:lnTo>
                <a:lnTo>
                  <a:pt x="1724025" y="685800"/>
                </a:lnTo>
                <a:lnTo>
                  <a:pt x="1714500" y="685800"/>
                </a:lnTo>
                <a:close/>
                <a:moveTo>
                  <a:pt x="1724025" y="685800"/>
                </a:moveTo>
                <a:lnTo>
                  <a:pt x="1733550" y="685800"/>
                </a:lnTo>
                <a:lnTo>
                  <a:pt x="1733550" y="695325"/>
                </a:lnTo>
                <a:lnTo>
                  <a:pt x="1724025" y="695325"/>
                </a:lnTo>
                <a:close/>
                <a:moveTo>
                  <a:pt x="171450" y="695325"/>
                </a:moveTo>
                <a:lnTo>
                  <a:pt x="180975" y="695325"/>
                </a:lnTo>
                <a:lnTo>
                  <a:pt x="180975" y="704850"/>
                </a:lnTo>
                <a:lnTo>
                  <a:pt x="171450" y="704850"/>
                </a:lnTo>
                <a:close/>
                <a:moveTo>
                  <a:pt x="180975" y="704850"/>
                </a:moveTo>
                <a:lnTo>
                  <a:pt x="190500" y="704850"/>
                </a:lnTo>
                <a:lnTo>
                  <a:pt x="190500" y="733425"/>
                </a:lnTo>
                <a:lnTo>
                  <a:pt x="180975" y="733425"/>
                </a:lnTo>
                <a:close/>
                <a:moveTo>
                  <a:pt x="1724025" y="714375"/>
                </a:moveTo>
                <a:lnTo>
                  <a:pt x="1952625" y="714375"/>
                </a:lnTo>
                <a:lnTo>
                  <a:pt x="1952625" y="723900"/>
                </a:lnTo>
                <a:lnTo>
                  <a:pt x="1724025" y="723900"/>
                </a:lnTo>
                <a:close/>
                <a:moveTo>
                  <a:pt x="161925" y="752475"/>
                </a:moveTo>
                <a:lnTo>
                  <a:pt x="171450" y="752475"/>
                </a:lnTo>
                <a:lnTo>
                  <a:pt x="171450" y="762000"/>
                </a:lnTo>
                <a:lnTo>
                  <a:pt x="161925" y="762000"/>
                </a:lnTo>
                <a:close/>
                <a:moveTo>
                  <a:pt x="152400" y="771525"/>
                </a:moveTo>
                <a:lnTo>
                  <a:pt x="161925" y="771525"/>
                </a:lnTo>
                <a:lnTo>
                  <a:pt x="161925" y="781050"/>
                </a:lnTo>
                <a:lnTo>
                  <a:pt x="152400" y="781050"/>
                </a:lnTo>
                <a:close/>
                <a:moveTo>
                  <a:pt x="1743075" y="771525"/>
                </a:moveTo>
                <a:lnTo>
                  <a:pt x="1752600" y="771525"/>
                </a:lnTo>
                <a:lnTo>
                  <a:pt x="1752600" y="781050"/>
                </a:lnTo>
                <a:lnTo>
                  <a:pt x="1743075" y="781050"/>
                </a:lnTo>
                <a:close/>
                <a:moveTo>
                  <a:pt x="123825" y="819150"/>
                </a:moveTo>
                <a:lnTo>
                  <a:pt x="133350" y="819150"/>
                </a:lnTo>
                <a:lnTo>
                  <a:pt x="133350" y="828675"/>
                </a:lnTo>
                <a:lnTo>
                  <a:pt x="123825" y="828675"/>
                </a:lnTo>
                <a:close/>
                <a:moveTo>
                  <a:pt x="1771650" y="819150"/>
                </a:moveTo>
                <a:lnTo>
                  <a:pt x="1781175" y="819150"/>
                </a:lnTo>
                <a:lnTo>
                  <a:pt x="1781175" y="828675"/>
                </a:lnTo>
                <a:lnTo>
                  <a:pt x="1771650" y="828675"/>
                </a:lnTo>
                <a:close/>
                <a:moveTo>
                  <a:pt x="104775" y="847725"/>
                </a:moveTo>
                <a:lnTo>
                  <a:pt x="114300" y="847725"/>
                </a:lnTo>
                <a:lnTo>
                  <a:pt x="114300" y="857250"/>
                </a:lnTo>
                <a:lnTo>
                  <a:pt x="104775" y="857250"/>
                </a:lnTo>
                <a:close/>
                <a:moveTo>
                  <a:pt x="1790700" y="847725"/>
                </a:moveTo>
                <a:lnTo>
                  <a:pt x="1800225" y="847725"/>
                </a:lnTo>
                <a:lnTo>
                  <a:pt x="1800225" y="857250"/>
                </a:lnTo>
                <a:lnTo>
                  <a:pt x="1790700" y="857250"/>
                </a:lnTo>
                <a:close/>
                <a:moveTo>
                  <a:pt x="95250" y="866775"/>
                </a:moveTo>
                <a:lnTo>
                  <a:pt x="104775" y="866775"/>
                </a:lnTo>
                <a:lnTo>
                  <a:pt x="104775" y="876300"/>
                </a:lnTo>
                <a:lnTo>
                  <a:pt x="95250" y="876300"/>
                </a:lnTo>
                <a:close/>
                <a:moveTo>
                  <a:pt x="1800225" y="866775"/>
                </a:moveTo>
                <a:lnTo>
                  <a:pt x="1809750" y="866775"/>
                </a:lnTo>
                <a:lnTo>
                  <a:pt x="1809750" y="876300"/>
                </a:lnTo>
                <a:lnTo>
                  <a:pt x="1800225" y="876300"/>
                </a:lnTo>
                <a:close/>
                <a:moveTo>
                  <a:pt x="85725" y="885825"/>
                </a:moveTo>
                <a:lnTo>
                  <a:pt x="95250" y="885825"/>
                </a:lnTo>
                <a:lnTo>
                  <a:pt x="95250" y="895350"/>
                </a:lnTo>
                <a:lnTo>
                  <a:pt x="85725" y="895350"/>
                </a:lnTo>
                <a:close/>
                <a:moveTo>
                  <a:pt x="1809750" y="885825"/>
                </a:moveTo>
                <a:lnTo>
                  <a:pt x="1819275" y="885825"/>
                </a:lnTo>
                <a:lnTo>
                  <a:pt x="1819275" y="895350"/>
                </a:lnTo>
                <a:lnTo>
                  <a:pt x="1809750" y="895350"/>
                </a:lnTo>
                <a:close/>
                <a:moveTo>
                  <a:pt x="1809750" y="933450"/>
                </a:moveTo>
                <a:lnTo>
                  <a:pt x="1819275" y="933450"/>
                </a:lnTo>
                <a:lnTo>
                  <a:pt x="1819275" y="942975"/>
                </a:lnTo>
                <a:lnTo>
                  <a:pt x="1809750" y="942975"/>
                </a:lnTo>
                <a:close/>
                <a:moveTo>
                  <a:pt x="85725" y="942975"/>
                </a:moveTo>
                <a:lnTo>
                  <a:pt x="95250" y="942975"/>
                </a:lnTo>
                <a:lnTo>
                  <a:pt x="95250" y="952500"/>
                </a:lnTo>
                <a:lnTo>
                  <a:pt x="85725" y="952500"/>
                </a:lnTo>
                <a:close/>
                <a:moveTo>
                  <a:pt x="1800225" y="962025"/>
                </a:moveTo>
                <a:lnTo>
                  <a:pt x="1809750" y="962025"/>
                </a:lnTo>
                <a:lnTo>
                  <a:pt x="1809750" y="971550"/>
                </a:lnTo>
                <a:lnTo>
                  <a:pt x="1800225" y="971550"/>
                </a:lnTo>
                <a:close/>
                <a:moveTo>
                  <a:pt x="104775" y="981075"/>
                </a:moveTo>
                <a:lnTo>
                  <a:pt x="114300" y="981075"/>
                </a:lnTo>
                <a:lnTo>
                  <a:pt x="114300" y="990600"/>
                </a:lnTo>
                <a:lnTo>
                  <a:pt x="104775" y="990600"/>
                </a:lnTo>
                <a:close/>
                <a:moveTo>
                  <a:pt x="276225" y="981075"/>
                </a:moveTo>
                <a:lnTo>
                  <a:pt x="295275" y="981075"/>
                </a:lnTo>
                <a:lnTo>
                  <a:pt x="295275" y="990600"/>
                </a:lnTo>
                <a:lnTo>
                  <a:pt x="304800" y="990600"/>
                </a:lnTo>
                <a:lnTo>
                  <a:pt x="304800" y="1000125"/>
                </a:lnTo>
                <a:lnTo>
                  <a:pt x="314325" y="1000125"/>
                </a:lnTo>
                <a:lnTo>
                  <a:pt x="314325" y="1009650"/>
                </a:lnTo>
                <a:lnTo>
                  <a:pt x="333375" y="1009650"/>
                </a:lnTo>
                <a:lnTo>
                  <a:pt x="333375" y="1019175"/>
                </a:lnTo>
                <a:lnTo>
                  <a:pt x="361950" y="1019175"/>
                </a:lnTo>
                <a:lnTo>
                  <a:pt x="361950" y="1028700"/>
                </a:lnTo>
                <a:lnTo>
                  <a:pt x="400050" y="1028700"/>
                </a:lnTo>
                <a:lnTo>
                  <a:pt x="400050" y="1019175"/>
                </a:lnTo>
                <a:lnTo>
                  <a:pt x="428625" y="1019175"/>
                </a:lnTo>
                <a:lnTo>
                  <a:pt x="428625" y="1009650"/>
                </a:lnTo>
                <a:lnTo>
                  <a:pt x="447675" y="1009650"/>
                </a:lnTo>
                <a:lnTo>
                  <a:pt x="447675" y="1000125"/>
                </a:lnTo>
                <a:lnTo>
                  <a:pt x="457200" y="1000125"/>
                </a:lnTo>
                <a:lnTo>
                  <a:pt x="457200" y="981075"/>
                </a:lnTo>
                <a:lnTo>
                  <a:pt x="485775" y="981075"/>
                </a:lnTo>
                <a:lnTo>
                  <a:pt x="485775" y="990600"/>
                </a:lnTo>
                <a:lnTo>
                  <a:pt x="495300" y="990600"/>
                </a:lnTo>
                <a:lnTo>
                  <a:pt x="495300" y="1000125"/>
                </a:lnTo>
                <a:lnTo>
                  <a:pt x="504825" y="1000125"/>
                </a:lnTo>
                <a:lnTo>
                  <a:pt x="504825" y="1009650"/>
                </a:lnTo>
                <a:lnTo>
                  <a:pt x="523875" y="1009650"/>
                </a:lnTo>
                <a:lnTo>
                  <a:pt x="523875" y="1019175"/>
                </a:lnTo>
                <a:lnTo>
                  <a:pt x="552450" y="1019175"/>
                </a:lnTo>
                <a:lnTo>
                  <a:pt x="552450" y="1028700"/>
                </a:lnTo>
                <a:lnTo>
                  <a:pt x="600075" y="1028700"/>
                </a:lnTo>
                <a:lnTo>
                  <a:pt x="600075" y="1019175"/>
                </a:lnTo>
                <a:lnTo>
                  <a:pt x="628650" y="1019175"/>
                </a:lnTo>
                <a:lnTo>
                  <a:pt x="628650" y="1009650"/>
                </a:lnTo>
                <a:lnTo>
                  <a:pt x="676275" y="1009650"/>
                </a:lnTo>
                <a:lnTo>
                  <a:pt x="676275" y="1019175"/>
                </a:lnTo>
                <a:lnTo>
                  <a:pt x="695325" y="1019175"/>
                </a:lnTo>
                <a:lnTo>
                  <a:pt x="695325" y="1028700"/>
                </a:lnTo>
                <a:lnTo>
                  <a:pt x="714375" y="1028700"/>
                </a:lnTo>
                <a:lnTo>
                  <a:pt x="714375" y="1038225"/>
                </a:lnTo>
                <a:lnTo>
                  <a:pt x="742950" y="1038225"/>
                </a:lnTo>
                <a:lnTo>
                  <a:pt x="742950" y="1028700"/>
                </a:lnTo>
                <a:lnTo>
                  <a:pt x="781050" y="1028700"/>
                </a:lnTo>
                <a:lnTo>
                  <a:pt x="781050" y="1038225"/>
                </a:lnTo>
                <a:lnTo>
                  <a:pt x="809625" y="1038225"/>
                </a:lnTo>
                <a:lnTo>
                  <a:pt x="809625" y="1028700"/>
                </a:lnTo>
                <a:lnTo>
                  <a:pt x="828675" y="1028700"/>
                </a:lnTo>
                <a:lnTo>
                  <a:pt x="828675" y="1019175"/>
                </a:lnTo>
                <a:lnTo>
                  <a:pt x="847725" y="1019175"/>
                </a:lnTo>
                <a:lnTo>
                  <a:pt x="847725" y="1009650"/>
                </a:lnTo>
                <a:lnTo>
                  <a:pt x="857250" y="1009650"/>
                </a:lnTo>
                <a:lnTo>
                  <a:pt x="857250" y="990600"/>
                </a:lnTo>
                <a:lnTo>
                  <a:pt x="876300" y="990600"/>
                </a:lnTo>
                <a:lnTo>
                  <a:pt x="876300" y="1000125"/>
                </a:lnTo>
                <a:lnTo>
                  <a:pt x="885825" y="1000125"/>
                </a:lnTo>
                <a:lnTo>
                  <a:pt x="885825" y="1009650"/>
                </a:lnTo>
                <a:lnTo>
                  <a:pt x="904875" y="1009650"/>
                </a:lnTo>
                <a:lnTo>
                  <a:pt x="904875" y="1019175"/>
                </a:lnTo>
                <a:lnTo>
                  <a:pt x="923925" y="1019175"/>
                </a:lnTo>
                <a:lnTo>
                  <a:pt x="923925" y="1028700"/>
                </a:lnTo>
                <a:lnTo>
                  <a:pt x="971550" y="1028700"/>
                </a:lnTo>
                <a:lnTo>
                  <a:pt x="971550" y="1019175"/>
                </a:lnTo>
                <a:lnTo>
                  <a:pt x="1000125" y="1019175"/>
                </a:lnTo>
                <a:lnTo>
                  <a:pt x="1000125" y="1009650"/>
                </a:lnTo>
                <a:lnTo>
                  <a:pt x="1009650" y="1009650"/>
                </a:lnTo>
                <a:lnTo>
                  <a:pt x="1009650" y="1000125"/>
                </a:lnTo>
                <a:lnTo>
                  <a:pt x="1019175" y="1000125"/>
                </a:lnTo>
                <a:lnTo>
                  <a:pt x="1019175" y="990600"/>
                </a:lnTo>
                <a:lnTo>
                  <a:pt x="1028700" y="990600"/>
                </a:lnTo>
                <a:lnTo>
                  <a:pt x="1028700" y="981075"/>
                </a:lnTo>
                <a:lnTo>
                  <a:pt x="1057275" y="981075"/>
                </a:lnTo>
                <a:lnTo>
                  <a:pt x="1057275" y="990600"/>
                </a:lnTo>
                <a:lnTo>
                  <a:pt x="1066800" y="990600"/>
                </a:lnTo>
                <a:lnTo>
                  <a:pt x="1066800" y="1000125"/>
                </a:lnTo>
                <a:lnTo>
                  <a:pt x="1076325" y="1000125"/>
                </a:lnTo>
                <a:lnTo>
                  <a:pt x="1076325" y="1009650"/>
                </a:lnTo>
                <a:lnTo>
                  <a:pt x="1095375" y="1009650"/>
                </a:lnTo>
                <a:lnTo>
                  <a:pt x="1095375" y="1019175"/>
                </a:lnTo>
                <a:lnTo>
                  <a:pt x="1123950" y="1019175"/>
                </a:lnTo>
                <a:lnTo>
                  <a:pt x="1123950" y="1028700"/>
                </a:lnTo>
                <a:lnTo>
                  <a:pt x="1171575" y="1028700"/>
                </a:lnTo>
                <a:lnTo>
                  <a:pt x="1171575" y="1019175"/>
                </a:lnTo>
                <a:lnTo>
                  <a:pt x="1200150" y="1019175"/>
                </a:lnTo>
                <a:lnTo>
                  <a:pt x="1200150" y="1009650"/>
                </a:lnTo>
                <a:lnTo>
                  <a:pt x="1219200" y="1009650"/>
                </a:lnTo>
                <a:lnTo>
                  <a:pt x="1219200" y="1000125"/>
                </a:lnTo>
                <a:lnTo>
                  <a:pt x="1228725" y="1000125"/>
                </a:lnTo>
                <a:lnTo>
                  <a:pt x="1228725" y="990600"/>
                </a:lnTo>
                <a:lnTo>
                  <a:pt x="1257300" y="990600"/>
                </a:lnTo>
                <a:lnTo>
                  <a:pt x="1257300" y="1000125"/>
                </a:lnTo>
                <a:lnTo>
                  <a:pt x="1276350" y="1000125"/>
                </a:lnTo>
                <a:lnTo>
                  <a:pt x="1276350" y="1009650"/>
                </a:lnTo>
                <a:lnTo>
                  <a:pt x="1285875" y="1009650"/>
                </a:lnTo>
                <a:lnTo>
                  <a:pt x="1285875" y="1019175"/>
                </a:lnTo>
                <a:lnTo>
                  <a:pt x="1304925" y="1019175"/>
                </a:lnTo>
                <a:lnTo>
                  <a:pt x="1304925" y="1028700"/>
                </a:lnTo>
                <a:lnTo>
                  <a:pt x="1362075" y="1028700"/>
                </a:lnTo>
                <a:lnTo>
                  <a:pt x="1362075" y="1019175"/>
                </a:lnTo>
                <a:lnTo>
                  <a:pt x="1390650" y="1019175"/>
                </a:lnTo>
                <a:lnTo>
                  <a:pt x="1390650" y="1009650"/>
                </a:lnTo>
                <a:lnTo>
                  <a:pt x="1400175" y="1009650"/>
                </a:lnTo>
                <a:lnTo>
                  <a:pt x="1400175" y="1000125"/>
                </a:lnTo>
                <a:lnTo>
                  <a:pt x="1419225" y="1000125"/>
                </a:lnTo>
                <a:lnTo>
                  <a:pt x="1419225" y="990600"/>
                </a:lnTo>
                <a:lnTo>
                  <a:pt x="1428750" y="990600"/>
                </a:lnTo>
                <a:lnTo>
                  <a:pt x="1428750" y="1000125"/>
                </a:lnTo>
                <a:lnTo>
                  <a:pt x="1447800" y="1000125"/>
                </a:lnTo>
                <a:lnTo>
                  <a:pt x="1447800" y="1009650"/>
                </a:lnTo>
                <a:lnTo>
                  <a:pt x="1466850" y="1009650"/>
                </a:lnTo>
                <a:lnTo>
                  <a:pt x="1466850" y="1019175"/>
                </a:lnTo>
                <a:lnTo>
                  <a:pt x="1485900" y="1019175"/>
                </a:lnTo>
                <a:lnTo>
                  <a:pt x="1485900" y="1028700"/>
                </a:lnTo>
                <a:lnTo>
                  <a:pt x="1562100" y="1028700"/>
                </a:lnTo>
                <a:lnTo>
                  <a:pt x="1562100" y="1019175"/>
                </a:lnTo>
                <a:lnTo>
                  <a:pt x="1581150" y="1019175"/>
                </a:lnTo>
                <a:lnTo>
                  <a:pt x="1581150" y="1009650"/>
                </a:lnTo>
                <a:lnTo>
                  <a:pt x="1590675" y="1009650"/>
                </a:lnTo>
                <a:lnTo>
                  <a:pt x="1590675" y="1000125"/>
                </a:lnTo>
                <a:lnTo>
                  <a:pt x="1600200" y="1000125"/>
                </a:lnTo>
                <a:lnTo>
                  <a:pt x="1600200" y="990600"/>
                </a:lnTo>
                <a:lnTo>
                  <a:pt x="1609725" y="990600"/>
                </a:lnTo>
                <a:lnTo>
                  <a:pt x="1609725" y="981075"/>
                </a:lnTo>
                <a:lnTo>
                  <a:pt x="1628775" y="981075"/>
                </a:lnTo>
                <a:lnTo>
                  <a:pt x="1628775" y="990600"/>
                </a:lnTo>
                <a:lnTo>
                  <a:pt x="1647825" y="990600"/>
                </a:lnTo>
                <a:lnTo>
                  <a:pt x="1647825" y="1000125"/>
                </a:lnTo>
                <a:lnTo>
                  <a:pt x="1657350" y="1000125"/>
                </a:lnTo>
                <a:lnTo>
                  <a:pt x="1657350" y="1009650"/>
                </a:lnTo>
                <a:lnTo>
                  <a:pt x="1666875" y="1009650"/>
                </a:lnTo>
                <a:lnTo>
                  <a:pt x="1666875" y="1019175"/>
                </a:lnTo>
                <a:lnTo>
                  <a:pt x="1733550" y="1019175"/>
                </a:lnTo>
                <a:lnTo>
                  <a:pt x="1733550" y="1028700"/>
                </a:lnTo>
                <a:lnTo>
                  <a:pt x="1714500" y="1028700"/>
                </a:lnTo>
                <a:lnTo>
                  <a:pt x="1714500" y="1038225"/>
                </a:lnTo>
                <a:lnTo>
                  <a:pt x="1704975" y="1038225"/>
                </a:lnTo>
                <a:lnTo>
                  <a:pt x="1704975" y="1047750"/>
                </a:lnTo>
                <a:lnTo>
                  <a:pt x="1714500" y="1047750"/>
                </a:lnTo>
                <a:lnTo>
                  <a:pt x="1714500" y="1057275"/>
                </a:lnTo>
                <a:lnTo>
                  <a:pt x="1704975" y="1057275"/>
                </a:lnTo>
                <a:lnTo>
                  <a:pt x="1704975" y="1066800"/>
                </a:lnTo>
                <a:lnTo>
                  <a:pt x="1676400" y="1066800"/>
                </a:lnTo>
                <a:lnTo>
                  <a:pt x="1676400" y="1057275"/>
                </a:lnTo>
                <a:lnTo>
                  <a:pt x="1657350" y="1057275"/>
                </a:lnTo>
                <a:lnTo>
                  <a:pt x="1657350" y="1047750"/>
                </a:lnTo>
                <a:lnTo>
                  <a:pt x="1590675" y="1047750"/>
                </a:lnTo>
                <a:lnTo>
                  <a:pt x="1590675" y="1057275"/>
                </a:lnTo>
                <a:lnTo>
                  <a:pt x="1552575" y="1057275"/>
                </a:lnTo>
                <a:lnTo>
                  <a:pt x="1552575" y="1066800"/>
                </a:lnTo>
                <a:lnTo>
                  <a:pt x="1543050" y="1066800"/>
                </a:lnTo>
                <a:lnTo>
                  <a:pt x="1543050" y="1076325"/>
                </a:lnTo>
                <a:lnTo>
                  <a:pt x="1514475" y="1076325"/>
                </a:lnTo>
                <a:lnTo>
                  <a:pt x="1514475" y="1066800"/>
                </a:lnTo>
                <a:lnTo>
                  <a:pt x="1447800" y="1066800"/>
                </a:lnTo>
                <a:lnTo>
                  <a:pt x="1447800" y="1047750"/>
                </a:lnTo>
                <a:lnTo>
                  <a:pt x="1390650" y="1047750"/>
                </a:lnTo>
                <a:lnTo>
                  <a:pt x="1390650" y="1066800"/>
                </a:lnTo>
                <a:lnTo>
                  <a:pt x="1276350" y="1066800"/>
                </a:lnTo>
                <a:lnTo>
                  <a:pt x="1276350" y="1047750"/>
                </a:lnTo>
                <a:lnTo>
                  <a:pt x="1200150" y="1047750"/>
                </a:lnTo>
                <a:lnTo>
                  <a:pt x="1200150" y="1066800"/>
                </a:lnTo>
                <a:lnTo>
                  <a:pt x="1162050" y="1066800"/>
                </a:lnTo>
                <a:lnTo>
                  <a:pt x="1162050" y="1076325"/>
                </a:lnTo>
                <a:lnTo>
                  <a:pt x="1152525" y="1076325"/>
                </a:lnTo>
                <a:lnTo>
                  <a:pt x="1152525" y="1066800"/>
                </a:lnTo>
                <a:lnTo>
                  <a:pt x="1114425" y="1066800"/>
                </a:lnTo>
                <a:lnTo>
                  <a:pt x="1114425" y="1057275"/>
                </a:lnTo>
                <a:lnTo>
                  <a:pt x="1085850" y="1057275"/>
                </a:lnTo>
                <a:lnTo>
                  <a:pt x="1085850" y="1047750"/>
                </a:lnTo>
                <a:lnTo>
                  <a:pt x="1019175" y="1047750"/>
                </a:lnTo>
                <a:lnTo>
                  <a:pt x="1019175" y="1057275"/>
                </a:lnTo>
                <a:lnTo>
                  <a:pt x="1009650" y="1057275"/>
                </a:lnTo>
                <a:lnTo>
                  <a:pt x="1009650" y="1066800"/>
                </a:lnTo>
                <a:lnTo>
                  <a:pt x="876300" y="1066800"/>
                </a:lnTo>
                <a:lnTo>
                  <a:pt x="876300" y="1047750"/>
                </a:lnTo>
                <a:lnTo>
                  <a:pt x="838200" y="1047750"/>
                </a:lnTo>
                <a:lnTo>
                  <a:pt x="838200" y="1066800"/>
                </a:lnTo>
                <a:lnTo>
                  <a:pt x="685800" y="1066800"/>
                </a:lnTo>
                <a:lnTo>
                  <a:pt x="685800" y="1047750"/>
                </a:lnTo>
                <a:lnTo>
                  <a:pt x="638175" y="1047750"/>
                </a:lnTo>
                <a:lnTo>
                  <a:pt x="638175" y="1066800"/>
                </a:lnTo>
                <a:lnTo>
                  <a:pt x="504825" y="1066800"/>
                </a:lnTo>
                <a:lnTo>
                  <a:pt x="504825" y="1047750"/>
                </a:lnTo>
                <a:lnTo>
                  <a:pt x="495300" y="1047750"/>
                </a:lnTo>
                <a:lnTo>
                  <a:pt x="495300" y="1038225"/>
                </a:lnTo>
                <a:lnTo>
                  <a:pt x="476250" y="1038225"/>
                </a:lnTo>
                <a:lnTo>
                  <a:pt x="476250" y="1047750"/>
                </a:lnTo>
                <a:lnTo>
                  <a:pt x="447675" y="1047750"/>
                </a:lnTo>
                <a:lnTo>
                  <a:pt x="447675" y="1066800"/>
                </a:lnTo>
                <a:lnTo>
                  <a:pt x="352425" y="1066800"/>
                </a:lnTo>
                <a:lnTo>
                  <a:pt x="352425" y="1076325"/>
                </a:lnTo>
                <a:lnTo>
                  <a:pt x="342900" y="1076325"/>
                </a:lnTo>
                <a:lnTo>
                  <a:pt x="342900" y="1057275"/>
                </a:lnTo>
                <a:lnTo>
                  <a:pt x="323850" y="1057275"/>
                </a:lnTo>
                <a:lnTo>
                  <a:pt x="323850" y="1047750"/>
                </a:lnTo>
                <a:lnTo>
                  <a:pt x="266700" y="1047750"/>
                </a:lnTo>
                <a:lnTo>
                  <a:pt x="266700" y="1057275"/>
                </a:lnTo>
                <a:lnTo>
                  <a:pt x="228600" y="1057275"/>
                </a:lnTo>
                <a:lnTo>
                  <a:pt x="228600" y="1066800"/>
                </a:lnTo>
                <a:lnTo>
                  <a:pt x="200025" y="1066800"/>
                </a:lnTo>
                <a:lnTo>
                  <a:pt x="200025" y="1057275"/>
                </a:lnTo>
                <a:lnTo>
                  <a:pt x="190500" y="1057275"/>
                </a:lnTo>
                <a:lnTo>
                  <a:pt x="190500" y="1038225"/>
                </a:lnTo>
                <a:lnTo>
                  <a:pt x="180975" y="1038225"/>
                </a:lnTo>
                <a:lnTo>
                  <a:pt x="180975" y="1028700"/>
                </a:lnTo>
                <a:lnTo>
                  <a:pt x="161925" y="1028700"/>
                </a:lnTo>
                <a:lnTo>
                  <a:pt x="161925" y="1019175"/>
                </a:lnTo>
                <a:lnTo>
                  <a:pt x="180975" y="1019175"/>
                </a:lnTo>
                <a:lnTo>
                  <a:pt x="180975" y="1028700"/>
                </a:lnTo>
                <a:lnTo>
                  <a:pt x="219075" y="1028700"/>
                </a:lnTo>
                <a:lnTo>
                  <a:pt x="219075" y="1019175"/>
                </a:lnTo>
                <a:lnTo>
                  <a:pt x="238125" y="1019175"/>
                </a:lnTo>
                <a:lnTo>
                  <a:pt x="238125" y="1009650"/>
                </a:lnTo>
                <a:lnTo>
                  <a:pt x="257175" y="1009650"/>
                </a:lnTo>
                <a:lnTo>
                  <a:pt x="257175" y="1000125"/>
                </a:lnTo>
                <a:lnTo>
                  <a:pt x="266700" y="1000125"/>
                </a:lnTo>
                <a:lnTo>
                  <a:pt x="266700" y="990600"/>
                </a:lnTo>
                <a:lnTo>
                  <a:pt x="276225" y="990600"/>
                </a:lnTo>
                <a:close/>
                <a:moveTo>
                  <a:pt x="114300" y="990600"/>
                </a:moveTo>
                <a:lnTo>
                  <a:pt x="123825" y="990600"/>
                </a:lnTo>
                <a:lnTo>
                  <a:pt x="123825" y="1000125"/>
                </a:lnTo>
                <a:lnTo>
                  <a:pt x="114300" y="1000125"/>
                </a:lnTo>
                <a:close/>
                <a:moveTo>
                  <a:pt x="123825" y="1000125"/>
                </a:moveTo>
                <a:lnTo>
                  <a:pt x="133350" y="1000125"/>
                </a:lnTo>
                <a:lnTo>
                  <a:pt x="133350" y="1009650"/>
                </a:lnTo>
                <a:lnTo>
                  <a:pt x="123825" y="1009650"/>
                </a:lnTo>
                <a:close/>
                <a:moveTo>
                  <a:pt x="323850" y="1085850"/>
                </a:moveTo>
                <a:lnTo>
                  <a:pt x="333375" y="1085850"/>
                </a:lnTo>
                <a:lnTo>
                  <a:pt x="333375" y="1095375"/>
                </a:lnTo>
                <a:lnTo>
                  <a:pt x="323850" y="1095375"/>
                </a:lnTo>
                <a:close/>
                <a:moveTo>
                  <a:pt x="1552575" y="1095375"/>
                </a:moveTo>
                <a:lnTo>
                  <a:pt x="1562100" y="1095375"/>
                </a:lnTo>
                <a:lnTo>
                  <a:pt x="1562100" y="1104900"/>
                </a:lnTo>
                <a:lnTo>
                  <a:pt x="1552575" y="1104900"/>
                </a:lnTo>
                <a:close/>
                <a:moveTo>
                  <a:pt x="1114425" y="1104900"/>
                </a:moveTo>
                <a:lnTo>
                  <a:pt x="1123950" y="1104900"/>
                </a:lnTo>
                <a:lnTo>
                  <a:pt x="1123950" y="1114425"/>
                </a:lnTo>
                <a:lnTo>
                  <a:pt x="1114425" y="1114425"/>
                </a:lnTo>
                <a:close/>
                <a:moveTo>
                  <a:pt x="1562100" y="1114425"/>
                </a:moveTo>
                <a:lnTo>
                  <a:pt x="1571625" y="1114425"/>
                </a:lnTo>
                <a:lnTo>
                  <a:pt x="1571625" y="1657350"/>
                </a:lnTo>
                <a:lnTo>
                  <a:pt x="1581150" y="1657350"/>
                </a:lnTo>
                <a:lnTo>
                  <a:pt x="1581150" y="1733550"/>
                </a:lnTo>
                <a:lnTo>
                  <a:pt x="1571625" y="1733550"/>
                </a:lnTo>
                <a:lnTo>
                  <a:pt x="1571625" y="1724025"/>
                </a:lnTo>
                <a:lnTo>
                  <a:pt x="1562100" y="1724025"/>
                </a:lnTo>
                <a:close/>
                <a:moveTo>
                  <a:pt x="904875" y="1143000"/>
                </a:moveTo>
                <a:lnTo>
                  <a:pt x="952500" y="1143000"/>
                </a:lnTo>
                <a:lnTo>
                  <a:pt x="952500" y="1171575"/>
                </a:lnTo>
                <a:lnTo>
                  <a:pt x="942975" y="1171575"/>
                </a:lnTo>
                <a:lnTo>
                  <a:pt x="942975" y="1162050"/>
                </a:lnTo>
                <a:lnTo>
                  <a:pt x="409575" y="1162050"/>
                </a:lnTo>
                <a:lnTo>
                  <a:pt x="409575" y="1152525"/>
                </a:lnTo>
                <a:lnTo>
                  <a:pt x="904875" y="1152525"/>
                </a:lnTo>
                <a:close/>
                <a:moveTo>
                  <a:pt x="400050" y="1162050"/>
                </a:moveTo>
                <a:lnTo>
                  <a:pt x="409575" y="1162050"/>
                </a:lnTo>
                <a:lnTo>
                  <a:pt x="409575" y="1171575"/>
                </a:lnTo>
                <a:lnTo>
                  <a:pt x="400050" y="1171575"/>
                </a:lnTo>
                <a:close/>
                <a:moveTo>
                  <a:pt x="390525" y="1171575"/>
                </a:moveTo>
                <a:lnTo>
                  <a:pt x="400050" y="1171575"/>
                </a:lnTo>
                <a:lnTo>
                  <a:pt x="400050" y="1371600"/>
                </a:lnTo>
                <a:lnTo>
                  <a:pt x="409575" y="1371600"/>
                </a:lnTo>
                <a:lnTo>
                  <a:pt x="409575" y="1381125"/>
                </a:lnTo>
                <a:lnTo>
                  <a:pt x="390525" y="1381125"/>
                </a:lnTo>
                <a:lnTo>
                  <a:pt x="390525" y="1352550"/>
                </a:lnTo>
                <a:lnTo>
                  <a:pt x="381000" y="1352550"/>
                </a:lnTo>
                <a:lnTo>
                  <a:pt x="381000" y="1285875"/>
                </a:lnTo>
                <a:lnTo>
                  <a:pt x="390525" y="1285875"/>
                </a:lnTo>
                <a:close/>
                <a:moveTo>
                  <a:pt x="504825" y="1181100"/>
                </a:moveTo>
                <a:lnTo>
                  <a:pt x="523875" y="1181100"/>
                </a:lnTo>
                <a:lnTo>
                  <a:pt x="523875" y="1190625"/>
                </a:lnTo>
                <a:lnTo>
                  <a:pt x="504825" y="1190625"/>
                </a:lnTo>
                <a:close/>
                <a:moveTo>
                  <a:pt x="323850" y="1190625"/>
                </a:moveTo>
                <a:lnTo>
                  <a:pt x="333375" y="1190625"/>
                </a:lnTo>
                <a:lnTo>
                  <a:pt x="333375" y="1390650"/>
                </a:lnTo>
                <a:lnTo>
                  <a:pt x="323850" y="1390650"/>
                </a:lnTo>
                <a:close/>
                <a:moveTo>
                  <a:pt x="523875" y="1190625"/>
                </a:moveTo>
                <a:lnTo>
                  <a:pt x="533400" y="1190625"/>
                </a:lnTo>
                <a:lnTo>
                  <a:pt x="533400" y="1200150"/>
                </a:lnTo>
                <a:lnTo>
                  <a:pt x="523875" y="1200150"/>
                </a:lnTo>
                <a:close/>
                <a:moveTo>
                  <a:pt x="1219200" y="1190625"/>
                </a:moveTo>
                <a:lnTo>
                  <a:pt x="1323975" y="1190625"/>
                </a:lnTo>
                <a:lnTo>
                  <a:pt x="1323975" y="1209675"/>
                </a:lnTo>
                <a:lnTo>
                  <a:pt x="1314450" y="1209675"/>
                </a:lnTo>
                <a:lnTo>
                  <a:pt x="1314450" y="1238250"/>
                </a:lnTo>
                <a:lnTo>
                  <a:pt x="1304925" y="1238250"/>
                </a:lnTo>
                <a:lnTo>
                  <a:pt x="1304925" y="1247775"/>
                </a:lnTo>
                <a:lnTo>
                  <a:pt x="1295400" y="1247775"/>
                </a:lnTo>
                <a:lnTo>
                  <a:pt x="1295400" y="1266825"/>
                </a:lnTo>
                <a:lnTo>
                  <a:pt x="1285875" y="1266825"/>
                </a:lnTo>
                <a:lnTo>
                  <a:pt x="1285875" y="1276350"/>
                </a:lnTo>
                <a:lnTo>
                  <a:pt x="1276350" y="1276350"/>
                </a:lnTo>
                <a:lnTo>
                  <a:pt x="1276350" y="1285875"/>
                </a:lnTo>
                <a:lnTo>
                  <a:pt x="1285875" y="1285875"/>
                </a:lnTo>
                <a:lnTo>
                  <a:pt x="1285875" y="1295400"/>
                </a:lnTo>
                <a:lnTo>
                  <a:pt x="1228725" y="1295400"/>
                </a:lnTo>
                <a:lnTo>
                  <a:pt x="1228725" y="1304925"/>
                </a:lnTo>
                <a:lnTo>
                  <a:pt x="1219200" y="1304925"/>
                </a:lnTo>
                <a:lnTo>
                  <a:pt x="1219200" y="1409700"/>
                </a:lnTo>
                <a:lnTo>
                  <a:pt x="1228725" y="1409700"/>
                </a:lnTo>
                <a:lnTo>
                  <a:pt x="1228725" y="1419225"/>
                </a:lnTo>
                <a:lnTo>
                  <a:pt x="1333500" y="1419225"/>
                </a:lnTo>
                <a:lnTo>
                  <a:pt x="1333500" y="1428750"/>
                </a:lnTo>
                <a:lnTo>
                  <a:pt x="1323975" y="1428750"/>
                </a:lnTo>
                <a:lnTo>
                  <a:pt x="1323975" y="1438275"/>
                </a:lnTo>
                <a:lnTo>
                  <a:pt x="1371600" y="1438275"/>
                </a:lnTo>
                <a:lnTo>
                  <a:pt x="1371600" y="1466850"/>
                </a:lnTo>
                <a:lnTo>
                  <a:pt x="1362075" y="1466850"/>
                </a:lnTo>
                <a:lnTo>
                  <a:pt x="1362075" y="1476375"/>
                </a:lnTo>
                <a:lnTo>
                  <a:pt x="1209675" y="1476375"/>
                </a:lnTo>
                <a:lnTo>
                  <a:pt x="1209675" y="1466850"/>
                </a:lnTo>
                <a:lnTo>
                  <a:pt x="1200150" y="1466850"/>
                </a:lnTo>
                <a:lnTo>
                  <a:pt x="1200150" y="1362075"/>
                </a:lnTo>
                <a:lnTo>
                  <a:pt x="1209675" y="1362075"/>
                </a:lnTo>
                <a:lnTo>
                  <a:pt x="1209675" y="1200150"/>
                </a:lnTo>
                <a:lnTo>
                  <a:pt x="1219200" y="1200150"/>
                </a:lnTo>
                <a:close/>
                <a:moveTo>
                  <a:pt x="1352550" y="1190625"/>
                </a:moveTo>
                <a:lnTo>
                  <a:pt x="1466850" y="1190625"/>
                </a:lnTo>
                <a:lnTo>
                  <a:pt x="1466850" y="1200150"/>
                </a:lnTo>
                <a:lnTo>
                  <a:pt x="1476375" y="1200150"/>
                </a:lnTo>
                <a:lnTo>
                  <a:pt x="1476375" y="1209675"/>
                </a:lnTo>
                <a:lnTo>
                  <a:pt x="1485900" y="1209675"/>
                </a:lnTo>
                <a:lnTo>
                  <a:pt x="1485900" y="1343025"/>
                </a:lnTo>
                <a:lnTo>
                  <a:pt x="1476375" y="1343025"/>
                </a:lnTo>
                <a:lnTo>
                  <a:pt x="1476375" y="1400175"/>
                </a:lnTo>
                <a:lnTo>
                  <a:pt x="1466850" y="1400175"/>
                </a:lnTo>
                <a:lnTo>
                  <a:pt x="1466850" y="1314450"/>
                </a:lnTo>
                <a:lnTo>
                  <a:pt x="1457325" y="1314450"/>
                </a:lnTo>
                <a:lnTo>
                  <a:pt x="1457325" y="1304925"/>
                </a:lnTo>
                <a:lnTo>
                  <a:pt x="1447800" y="1304925"/>
                </a:lnTo>
                <a:lnTo>
                  <a:pt x="1447800" y="1295400"/>
                </a:lnTo>
                <a:lnTo>
                  <a:pt x="1400175" y="1295400"/>
                </a:lnTo>
                <a:lnTo>
                  <a:pt x="1400175" y="1285875"/>
                </a:lnTo>
                <a:lnTo>
                  <a:pt x="1409700" y="1285875"/>
                </a:lnTo>
                <a:lnTo>
                  <a:pt x="1409700" y="1276350"/>
                </a:lnTo>
                <a:lnTo>
                  <a:pt x="1400175" y="1276350"/>
                </a:lnTo>
                <a:lnTo>
                  <a:pt x="1400175" y="1266825"/>
                </a:lnTo>
                <a:lnTo>
                  <a:pt x="1390650" y="1266825"/>
                </a:lnTo>
                <a:lnTo>
                  <a:pt x="1390650" y="1257300"/>
                </a:lnTo>
                <a:lnTo>
                  <a:pt x="1381125" y="1257300"/>
                </a:lnTo>
                <a:lnTo>
                  <a:pt x="1381125" y="1247775"/>
                </a:lnTo>
                <a:lnTo>
                  <a:pt x="1371600" y="1247775"/>
                </a:lnTo>
                <a:lnTo>
                  <a:pt x="1371600" y="1238250"/>
                </a:lnTo>
                <a:lnTo>
                  <a:pt x="1362075" y="1238250"/>
                </a:lnTo>
                <a:lnTo>
                  <a:pt x="1362075" y="1209675"/>
                </a:lnTo>
                <a:lnTo>
                  <a:pt x="1352550" y="1209675"/>
                </a:lnTo>
                <a:close/>
                <a:moveTo>
                  <a:pt x="485775" y="1200150"/>
                </a:moveTo>
                <a:lnTo>
                  <a:pt x="495300" y="1200150"/>
                </a:lnTo>
                <a:lnTo>
                  <a:pt x="495300" y="1238250"/>
                </a:lnTo>
                <a:lnTo>
                  <a:pt x="485775" y="1238250"/>
                </a:lnTo>
                <a:close/>
                <a:moveTo>
                  <a:pt x="533400" y="1200150"/>
                </a:moveTo>
                <a:lnTo>
                  <a:pt x="542925" y="1200150"/>
                </a:lnTo>
                <a:lnTo>
                  <a:pt x="542925" y="1247775"/>
                </a:lnTo>
                <a:lnTo>
                  <a:pt x="533400" y="1247775"/>
                </a:lnTo>
                <a:close/>
                <a:moveTo>
                  <a:pt x="942975" y="1200150"/>
                </a:moveTo>
                <a:lnTo>
                  <a:pt x="952500" y="1200150"/>
                </a:lnTo>
                <a:lnTo>
                  <a:pt x="952500" y="1209675"/>
                </a:lnTo>
                <a:lnTo>
                  <a:pt x="942975" y="1209675"/>
                </a:lnTo>
                <a:close/>
                <a:moveTo>
                  <a:pt x="942975" y="1219200"/>
                </a:moveTo>
                <a:lnTo>
                  <a:pt x="952500" y="1219200"/>
                </a:lnTo>
                <a:lnTo>
                  <a:pt x="952500" y="1247775"/>
                </a:lnTo>
                <a:lnTo>
                  <a:pt x="942975" y="1247775"/>
                </a:lnTo>
                <a:close/>
                <a:moveTo>
                  <a:pt x="476250" y="1247775"/>
                </a:moveTo>
                <a:lnTo>
                  <a:pt x="485775" y="1247775"/>
                </a:lnTo>
                <a:lnTo>
                  <a:pt x="485775" y="1257300"/>
                </a:lnTo>
                <a:lnTo>
                  <a:pt x="476250" y="1257300"/>
                </a:lnTo>
                <a:close/>
                <a:moveTo>
                  <a:pt x="542925" y="1247775"/>
                </a:moveTo>
                <a:lnTo>
                  <a:pt x="552450" y="1247775"/>
                </a:lnTo>
                <a:lnTo>
                  <a:pt x="552450" y="1257300"/>
                </a:lnTo>
                <a:lnTo>
                  <a:pt x="542925" y="1257300"/>
                </a:lnTo>
                <a:close/>
                <a:moveTo>
                  <a:pt x="600075" y="1247775"/>
                </a:moveTo>
                <a:lnTo>
                  <a:pt x="714375" y="1247775"/>
                </a:lnTo>
                <a:lnTo>
                  <a:pt x="714375" y="1257300"/>
                </a:lnTo>
                <a:lnTo>
                  <a:pt x="600075" y="1257300"/>
                </a:lnTo>
                <a:close/>
                <a:moveTo>
                  <a:pt x="771525" y="1247775"/>
                </a:moveTo>
                <a:lnTo>
                  <a:pt x="857250" y="1247775"/>
                </a:lnTo>
                <a:lnTo>
                  <a:pt x="857250" y="1257300"/>
                </a:lnTo>
                <a:lnTo>
                  <a:pt x="771525" y="1257300"/>
                </a:lnTo>
                <a:close/>
                <a:moveTo>
                  <a:pt x="1323975" y="1247775"/>
                </a:moveTo>
                <a:lnTo>
                  <a:pt x="1352550" y="1247775"/>
                </a:lnTo>
                <a:lnTo>
                  <a:pt x="1352550" y="1257300"/>
                </a:lnTo>
                <a:lnTo>
                  <a:pt x="1362075" y="1257300"/>
                </a:lnTo>
                <a:lnTo>
                  <a:pt x="1362075" y="1266825"/>
                </a:lnTo>
                <a:lnTo>
                  <a:pt x="1371600" y="1266825"/>
                </a:lnTo>
                <a:lnTo>
                  <a:pt x="1371600" y="1276350"/>
                </a:lnTo>
                <a:lnTo>
                  <a:pt x="1381125" y="1276350"/>
                </a:lnTo>
                <a:lnTo>
                  <a:pt x="1381125" y="1285875"/>
                </a:lnTo>
                <a:lnTo>
                  <a:pt x="1390650" y="1285875"/>
                </a:lnTo>
                <a:lnTo>
                  <a:pt x="1390650" y="1295400"/>
                </a:lnTo>
                <a:lnTo>
                  <a:pt x="1295400" y="1295400"/>
                </a:lnTo>
                <a:lnTo>
                  <a:pt x="1295400" y="1285875"/>
                </a:lnTo>
                <a:lnTo>
                  <a:pt x="1304925" y="1285875"/>
                </a:lnTo>
                <a:lnTo>
                  <a:pt x="1304925" y="1276350"/>
                </a:lnTo>
                <a:lnTo>
                  <a:pt x="1314450" y="1276350"/>
                </a:lnTo>
                <a:lnTo>
                  <a:pt x="1314450" y="1257300"/>
                </a:lnTo>
                <a:lnTo>
                  <a:pt x="1323975" y="1257300"/>
                </a:lnTo>
                <a:close/>
                <a:moveTo>
                  <a:pt x="466725" y="1257300"/>
                </a:moveTo>
                <a:lnTo>
                  <a:pt x="476250" y="1257300"/>
                </a:lnTo>
                <a:lnTo>
                  <a:pt x="476250" y="1266825"/>
                </a:lnTo>
                <a:lnTo>
                  <a:pt x="466725" y="1266825"/>
                </a:lnTo>
                <a:close/>
                <a:moveTo>
                  <a:pt x="590550" y="1257300"/>
                </a:moveTo>
                <a:lnTo>
                  <a:pt x="600075" y="1257300"/>
                </a:lnTo>
                <a:lnTo>
                  <a:pt x="600075" y="1266825"/>
                </a:lnTo>
                <a:lnTo>
                  <a:pt x="590550" y="1266825"/>
                </a:lnTo>
                <a:close/>
                <a:moveTo>
                  <a:pt x="714375" y="1257300"/>
                </a:moveTo>
                <a:lnTo>
                  <a:pt x="723900" y="1257300"/>
                </a:lnTo>
                <a:lnTo>
                  <a:pt x="723900" y="1266825"/>
                </a:lnTo>
                <a:lnTo>
                  <a:pt x="714375" y="1266825"/>
                </a:lnTo>
                <a:close/>
                <a:moveTo>
                  <a:pt x="762000" y="1257300"/>
                </a:moveTo>
                <a:lnTo>
                  <a:pt x="771525" y="1257300"/>
                </a:lnTo>
                <a:lnTo>
                  <a:pt x="771525" y="1266825"/>
                </a:lnTo>
                <a:lnTo>
                  <a:pt x="762000" y="1266825"/>
                </a:lnTo>
                <a:close/>
                <a:moveTo>
                  <a:pt x="857250" y="1257300"/>
                </a:moveTo>
                <a:lnTo>
                  <a:pt x="866775" y="1257300"/>
                </a:lnTo>
                <a:lnTo>
                  <a:pt x="866775" y="1266825"/>
                </a:lnTo>
                <a:lnTo>
                  <a:pt x="857250" y="1266825"/>
                </a:lnTo>
                <a:close/>
                <a:moveTo>
                  <a:pt x="552450" y="1266825"/>
                </a:moveTo>
                <a:lnTo>
                  <a:pt x="561975" y="1266825"/>
                </a:lnTo>
                <a:lnTo>
                  <a:pt x="561975" y="1276350"/>
                </a:lnTo>
                <a:lnTo>
                  <a:pt x="552450" y="1276350"/>
                </a:lnTo>
                <a:close/>
                <a:moveTo>
                  <a:pt x="581025" y="1266825"/>
                </a:moveTo>
                <a:lnTo>
                  <a:pt x="590550" y="1266825"/>
                </a:lnTo>
                <a:lnTo>
                  <a:pt x="590550" y="1371600"/>
                </a:lnTo>
                <a:lnTo>
                  <a:pt x="581025" y="1371600"/>
                </a:lnTo>
                <a:close/>
                <a:moveTo>
                  <a:pt x="762000" y="1276350"/>
                </a:moveTo>
                <a:lnTo>
                  <a:pt x="771525" y="1276350"/>
                </a:lnTo>
                <a:lnTo>
                  <a:pt x="771525" y="1295400"/>
                </a:lnTo>
                <a:lnTo>
                  <a:pt x="762000" y="1295400"/>
                </a:lnTo>
                <a:close/>
                <a:moveTo>
                  <a:pt x="866775" y="1276350"/>
                </a:moveTo>
                <a:lnTo>
                  <a:pt x="876300" y="1276350"/>
                </a:lnTo>
                <a:lnTo>
                  <a:pt x="876300" y="1295400"/>
                </a:lnTo>
                <a:lnTo>
                  <a:pt x="866775" y="1295400"/>
                </a:lnTo>
                <a:close/>
                <a:moveTo>
                  <a:pt x="457200" y="1285875"/>
                </a:moveTo>
                <a:lnTo>
                  <a:pt x="466725" y="1285875"/>
                </a:lnTo>
                <a:lnTo>
                  <a:pt x="466725" y="1371600"/>
                </a:lnTo>
                <a:lnTo>
                  <a:pt x="457200" y="1371600"/>
                </a:lnTo>
                <a:close/>
                <a:moveTo>
                  <a:pt x="942975" y="1285875"/>
                </a:moveTo>
                <a:lnTo>
                  <a:pt x="952500" y="1285875"/>
                </a:lnTo>
                <a:lnTo>
                  <a:pt x="952500" y="1343025"/>
                </a:lnTo>
                <a:lnTo>
                  <a:pt x="942975" y="1343025"/>
                </a:lnTo>
                <a:close/>
                <a:moveTo>
                  <a:pt x="752475" y="1295400"/>
                </a:moveTo>
                <a:lnTo>
                  <a:pt x="762000" y="1295400"/>
                </a:lnTo>
                <a:lnTo>
                  <a:pt x="762000" y="1314450"/>
                </a:lnTo>
                <a:lnTo>
                  <a:pt x="752475" y="1314450"/>
                </a:lnTo>
                <a:close/>
                <a:moveTo>
                  <a:pt x="876300" y="1314450"/>
                </a:moveTo>
                <a:lnTo>
                  <a:pt x="885825" y="1314450"/>
                </a:lnTo>
                <a:lnTo>
                  <a:pt x="885825" y="1371600"/>
                </a:lnTo>
                <a:lnTo>
                  <a:pt x="876300" y="1371600"/>
                </a:lnTo>
                <a:close/>
                <a:moveTo>
                  <a:pt x="1257300" y="1323975"/>
                </a:moveTo>
                <a:lnTo>
                  <a:pt x="1285875" y="1323975"/>
                </a:lnTo>
                <a:lnTo>
                  <a:pt x="1285875" y="1333500"/>
                </a:lnTo>
                <a:lnTo>
                  <a:pt x="1257300" y="1333500"/>
                </a:lnTo>
                <a:close/>
                <a:moveTo>
                  <a:pt x="1304925" y="1323975"/>
                </a:moveTo>
                <a:lnTo>
                  <a:pt x="1323975" y="1323975"/>
                </a:lnTo>
                <a:lnTo>
                  <a:pt x="1323975" y="1333500"/>
                </a:lnTo>
                <a:lnTo>
                  <a:pt x="1304925" y="1333500"/>
                </a:lnTo>
                <a:close/>
                <a:moveTo>
                  <a:pt x="47625" y="1333500"/>
                </a:moveTo>
                <a:lnTo>
                  <a:pt x="76200" y="1333500"/>
                </a:lnTo>
                <a:lnTo>
                  <a:pt x="76200" y="1343025"/>
                </a:lnTo>
                <a:lnTo>
                  <a:pt x="47625" y="1343025"/>
                </a:lnTo>
                <a:close/>
                <a:moveTo>
                  <a:pt x="38100" y="1343025"/>
                </a:moveTo>
                <a:lnTo>
                  <a:pt x="47625" y="1343025"/>
                </a:lnTo>
                <a:lnTo>
                  <a:pt x="47625" y="1409700"/>
                </a:lnTo>
                <a:lnTo>
                  <a:pt x="38100" y="1409700"/>
                </a:lnTo>
                <a:close/>
                <a:moveTo>
                  <a:pt x="95250" y="1343025"/>
                </a:moveTo>
                <a:lnTo>
                  <a:pt x="104775" y="1343025"/>
                </a:lnTo>
                <a:lnTo>
                  <a:pt x="104775" y="1352550"/>
                </a:lnTo>
                <a:lnTo>
                  <a:pt x="95250" y="1352550"/>
                </a:lnTo>
                <a:close/>
                <a:moveTo>
                  <a:pt x="1238250" y="1343025"/>
                </a:moveTo>
                <a:lnTo>
                  <a:pt x="1247775" y="1343025"/>
                </a:lnTo>
                <a:lnTo>
                  <a:pt x="1247775" y="1352550"/>
                </a:lnTo>
                <a:lnTo>
                  <a:pt x="1238250" y="1352550"/>
                </a:lnTo>
                <a:close/>
                <a:moveTo>
                  <a:pt x="123825" y="1362075"/>
                </a:moveTo>
                <a:lnTo>
                  <a:pt x="133350" y="1362075"/>
                </a:lnTo>
                <a:lnTo>
                  <a:pt x="133350" y="1371600"/>
                </a:lnTo>
                <a:lnTo>
                  <a:pt x="123825" y="1371600"/>
                </a:lnTo>
                <a:close/>
                <a:moveTo>
                  <a:pt x="742950" y="1371600"/>
                </a:moveTo>
                <a:lnTo>
                  <a:pt x="752475" y="1371600"/>
                </a:lnTo>
                <a:lnTo>
                  <a:pt x="752475" y="1381125"/>
                </a:lnTo>
                <a:lnTo>
                  <a:pt x="742950" y="1381125"/>
                </a:lnTo>
                <a:close/>
                <a:moveTo>
                  <a:pt x="1352550" y="1371600"/>
                </a:moveTo>
                <a:lnTo>
                  <a:pt x="1362075" y="1371600"/>
                </a:lnTo>
                <a:lnTo>
                  <a:pt x="1362075" y="1381125"/>
                </a:lnTo>
                <a:lnTo>
                  <a:pt x="1400175" y="1381125"/>
                </a:lnTo>
                <a:lnTo>
                  <a:pt x="1400175" y="1390650"/>
                </a:lnTo>
                <a:lnTo>
                  <a:pt x="1343025" y="1390650"/>
                </a:lnTo>
                <a:lnTo>
                  <a:pt x="1343025" y="1381125"/>
                </a:lnTo>
                <a:lnTo>
                  <a:pt x="1352550" y="1381125"/>
                </a:lnTo>
                <a:close/>
                <a:moveTo>
                  <a:pt x="1438275" y="1371600"/>
                </a:moveTo>
                <a:lnTo>
                  <a:pt x="1447800" y="1371600"/>
                </a:lnTo>
                <a:lnTo>
                  <a:pt x="1447800" y="1381125"/>
                </a:lnTo>
                <a:lnTo>
                  <a:pt x="1438275" y="1381125"/>
                </a:lnTo>
                <a:close/>
                <a:moveTo>
                  <a:pt x="1257300" y="1381125"/>
                </a:moveTo>
                <a:lnTo>
                  <a:pt x="1304925" y="1381125"/>
                </a:lnTo>
                <a:lnTo>
                  <a:pt x="1304925" y="1390650"/>
                </a:lnTo>
                <a:lnTo>
                  <a:pt x="1257300" y="1390650"/>
                </a:lnTo>
                <a:close/>
                <a:moveTo>
                  <a:pt x="1419225" y="1381125"/>
                </a:moveTo>
                <a:lnTo>
                  <a:pt x="1438275" y="1381125"/>
                </a:lnTo>
                <a:lnTo>
                  <a:pt x="1438275" y="1390650"/>
                </a:lnTo>
                <a:lnTo>
                  <a:pt x="1419225" y="1390650"/>
                </a:lnTo>
                <a:close/>
                <a:moveTo>
                  <a:pt x="276225" y="1390650"/>
                </a:moveTo>
                <a:lnTo>
                  <a:pt x="295275" y="1390650"/>
                </a:lnTo>
                <a:lnTo>
                  <a:pt x="295275" y="1400175"/>
                </a:lnTo>
                <a:lnTo>
                  <a:pt x="276225" y="1400175"/>
                </a:lnTo>
                <a:close/>
                <a:moveTo>
                  <a:pt x="952500" y="1390650"/>
                </a:moveTo>
                <a:lnTo>
                  <a:pt x="962025" y="1390650"/>
                </a:lnTo>
                <a:lnTo>
                  <a:pt x="962025" y="1457325"/>
                </a:lnTo>
                <a:lnTo>
                  <a:pt x="952500" y="1457325"/>
                </a:lnTo>
                <a:close/>
                <a:moveTo>
                  <a:pt x="161925" y="1400175"/>
                </a:moveTo>
                <a:lnTo>
                  <a:pt x="171450" y="1400175"/>
                </a:lnTo>
                <a:lnTo>
                  <a:pt x="171450" y="1409700"/>
                </a:lnTo>
                <a:lnTo>
                  <a:pt x="161925" y="1409700"/>
                </a:lnTo>
                <a:close/>
                <a:moveTo>
                  <a:pt x="295275" y="1400175"/>
                </a:moveTo>
                <a:lnTo>
                  <a:pt x="304800" y="1400175"/>
                </a:lnTo>
                <a:lnTo>
                  <a:pt x="304800" y="1409700"/>
                </a:lnTo>
                <a:lnTo>
                  <a:pt x="295275" y="1409700"/>
                </a:lnTo>
                <a:close/>
                <a:moveTo>
                  <a:pt x="323850" y="1400175"/>
                </a:moveTo>
                <a:lnTo>
                  <a:pt x="333375" y="1400175"/>
                </a:lnTo>
                <a:lnTo>
                  <a:pt x="333375" y="1647825"/>
                </a:lnTo>
                <a:lnTo>
                  <a:pt x="342900" y="1647825"/>
                </a:lnTo>
                <a:lnTo>
                  <a:pt x="342900" y="1657350"/>
                </a:lnTo>
                <a:lnTo>
                  <a:pt x="1000125" y="1657350"/>
                </a:lnTo>
                <a:lnTo>
                  <a:pt x="1000125" y="1647825"/>
                </a:lnTo>
                <a:lnTo>
                  <a:pt x="1009650" y="1647825"/>
                </a:lnTo>
                <a:lnTo>
                  <a:pt x="1009650" y="1657350"/>
                </a:lnTo>
                <a:lnTo>
                  <a:pt x="1000125" y="1657350"/>
                </a:lnTo>
                <a:lnTo>
                  <a:pt x="1000125" y="1666875"/>
                </a:lnTo>
                <a:lnTo>
                  <a:pt x="333375" y="1666875"/>
                </a:lnTo>
                <a:lnTo>
                  <a:pt x="333375" y="1657350"/>
                </a:lnTo>
                <a:lnTo>
                  <a:pt x="323850" y="1657350"/>
                </a:lnTo>
                <a:close/>
                <a:moveTo>
                  <a:pt x="1457325" y="1400175"/>
                </a:moveTo>
                <a:lnTo>
                  <a:pt x="1466850" y="1400175"/>
                </a:lnTo>
                <a:lnTo>
                  <a:pt x="1466850" y="1409700"/>
                </a:lnTo>
                <a:lnTo>
                  <a:pt x="1457325" y="1409700"/>
                </a:lnTo>
                <a:close/>
                <a:moveTo>
                  <a:pt x="238125" y="1409700"/>
                </a:moveTo>
                <a:lnTo>
                  <a:pt x="247650" y="1409700"/>
                </a:lnTo>
                <a:lnTo>
                  <a:pt x="247650" y="1419225"/>
                </a:lnTo>
                <a:lnTo>
                  <a:pt x="238125" y="1419225"/>
                </a:lnTo>
                <a:close/>
                <a:moveTo>
                  <a:pt x="1447800" y="1409700"/>
                </a:moveTo>
                <a:lnTo>
                  <a:pt x="1457325" y="1409700"/>
                </a:lnTo>
                <a:lnTo>
                  <a:pt x="1457325" y="1419225"/>
                </a:lnTo>
                <a:lnTo>
                  <a:pt x="1447800" y="1419225"/>
                </a:lnTo>
                <a:close/>
                <a:moveTo>
                  <a:pt x="1343025" y="1419225"/>
                </a:moveTo>
                <a:lnTo>
                  <a:pt x="1390650" y="1419225"/>
                </a:lnTo>
                <a:lnTo>
                  <a:pt x="1390650" y="1428750"/>
                </a:lnTo>
                <a:lnTo>
                  <a:pt x="1343025" y="1428750"/>
                </a:lnTo>
                <a:close/>
                <a:moveTo>
                  <a:pt x="400050" y="1428750"/>
                </a:moveTo>
                <a:lnTo>
                  <a:pt x="895350" y="1428750"/>
                </a:lnTo>
                <a:lnTo>
                  <a:pt x="895350" y="1447800"/>
                </a:lnTo>
                <a:lnTo>
                  <a:pt x="885825" y="1447800"/>
                </a:lnTo>
                <a:lnTo>
                  <a:pt x="885825" y="1457325"/>
                </a:lnTo>
                <a:lnTo>
                  <a:pt x="781050" y="1457325"/>
                </a:lnTo>
                <a:lnTo>
                  <a:pt x="781050" y="1466850"/>
                </a:lnTo>
                <a:lnTo>
                  <a:pt x="771525" y="1466850"/>
                </a:lnTo>
                <a:lnTo>
                  <a:pt x="771525" y="1476375"/>
                </a:lnTo>
                <a:lnTo>
                  <a:pt x="781050" y="1476375"/>
                </a:lnTo>
                <a:lnTo>
                  <a:pt x="781050" y="1524000"/>
                </a:lnTo>
                <a:lnTo>
                  <a:pt x="771525" y="1524000"/>
                </a:lnTo>
                <a:lnTo>
                  <a:pt x="771525" y="1485900"/>
                </a:lnTo>
                <a:lnTo>
                  <a:pt x="762000" y="1485900"/>
                </a:lnTo>
                <a:lnTo>
                  <a:pt x="762000" y="1476375"/>
                </a:lnTo>
                <a:lnTo>
                  <a:pt x="666750" y="1476375"/>
                </a:lnTo>
                <a:lnTo>
                  <a:pt x="666750" y="1457325"/>
                </a:lnTo>
                <a:lnTo>
                  <a:pt x="619125" y="1457325"/>
                </a:lnTo>
                <a:lnTo>
                  <a:pt x="619125" y="1447800"/>
                </a:lnTo>
                <a:lnTo>
                  <a:pt x="409575" y="1447800"/>
                </a:lnTo>
                <a:lnTo>
                  <a:pt x="409575" y="1457325"/>
                </a:lnTo>
                <a:lnTo>
                  <a:pt x="400050" y="1457325"/>
                </a:lnTo>
                <a:lnTo>
                  <a:pt x="400050" y="1590675"/>
                </a:lnTo>
                <a:lnTo>
                  <a:pt x="409575" y="1590675"/>
                </a:lnTo>
                <a:lnTo>
                  <a:pt x="409575" y="1600200"/>
                </a:lnTo>
                <a:lnTo>
                  <a:pt x="390525" y="1600200"/>
                </a:lnTo>
                <a:lnTo>
                  <a:pt x="390525" y="1590675"/>
                </a:lnTo>
                <a:lnTo>
                  <a:pt x="381000" y="1590675"/>
                </a:lnTo>
                <a:lnTo>
                  <a:pt x="381000" y="1552575"/>
                </a:lnTo>
                <a:lnTo>
                  <a:pt x="390525" y="1552575"/>
                </a:lnTo>
                <a:lnTo>
                  <a:pt x="390525" y="1438275"/>
                </a:lnTo>
                <a:lnTo>
                  <a:pt x="400050" y="1438275"/>
                </a:lnTo>
                <a:close/>
                <a:moveTo>
                  <a:pt x="47625" y="1438275"/>
                </a:moveTo>
                <a:lnTo>
                  <a:pt x="57150" y="1438275"/>
                </a:lnTo>
                <a:lnTo>
                  <a:pt x="57150" y="1447800"/>
                </a:lnTo>
                <a:lnTo>
                  <a:pt x="47625" y="1447800"/>
                </a:lnTo>
                <a:close/>
                <a:moveTo>
                  <a:pt x="1304925" y="1438275"/>
                </a:moveTo>
                <a:lnTo>
                  <a:pt x="1314450" y="1438275"/>
                </a:lnTo>
                <a:lnTo>
                  <a:pt x="1314450" y="1428750"/>
                </a:lnTo>
                <a:lnTo>
                  <a:pt x="1304925" y="1428750"/>
                </a:lnTo>
                <a:close/>
                <a:moveTo>
                  <a:pt x="190500" y="1447800"/>
                </a:moveTo>
                <a:lnTo>
                  <a:pt x="209550" y="1447800"/>
                </a:lnTo>
                <a:lnTo>
                  <a:pt x="209550" y="1457325"/>
                </a:lnTo>
                <a:lnTo>
                  <a:pt x="190500" y="1457325"/>
                </a:lnTo>
                <a:close/>
                <a:moveTo>
                  <a:pt x="57150" y="1466850"/>
                </a:moveTo>
                <a:lnTo>
                  <a:pt x="66675" y="1466850"/>
                </a:lnTo>
                <a:lnTo>
                  <a:pt x="66675" y="1476375"/>
                </a:lnTo>
                <a:lnTo>
                  <a:pt x="57150" y="1476375"/>
                </a:lnTo>
                <a:close/>
                <a:moveTo>
                  <a:pt x="295275" y="1466850"/>
                </a:moveTo>
                <a:lnTo>
                  <a:pt x="304800" y="1466850"/>
                </a:lnTo>
                <a:lnTo>
                  <a:pt x="304800" y="1476375"/>
                </a:lnTo>
                <a:lnTo>
                  <a:pt x="295275" y="1476375"/>
                </a:lnTo>
                <a:close/>
                <a:moveTo>
                  <a:pt x="466725" y="1466850"/>
                </a:moveTo>
                <a:lnTo>
                  <a:pt x="495300" y="1466850"/>
                </a:lnTo>
                <a:lnTo>
                  <a:pt x="495300" y="1476375"/>
                </a:lnTo>
                <a:lnTo>
                  <a:pt x="466725" y="1476375"/>
                </a:lnTo>
                <a:close/>
                <a:moveTo>
                  <a:pt x="523875" y="1466850"/>
                </a:moveTo>
                <a:lnTo>
                  <a:pt x="581025" y="1466850"/>
                </a:lnTo>
                <a:lnTo>
                  <a:pt x="581025" y="1476375"/>
                </a:lnTo>
                <a:lnTo>
                  <a:pt x="523875" y="1476375"/>
                </a:lnTo>
                <a:close/>
                <a:moveTo>
                  <a:pt x="609600" y="1476375"/>
                </a:moveTo>
                <a:lnTo>
                  <a:pt x="619125" y="1476375"/>
                </a:lnTo>
                <a:lnTo>
                  <a:pt x="619125" y="1485900"/>
                </a:lnTo>
                <a:lnTo>
                  <a:pt x="609600" y="1485900"/>
                </a:lnTo>
                <a:close/>
                <a:moveTo>
                  <a:pt x="657225" y="1476375"/>
                </a:moveTo>
                <a:lnTo>
                  <a:pt x="666750" y="1476375"/>
                </a:lnTo>
                <a:lnTo>
                  <a:pt x="666750" y="1485900"/>
                </a:lnTo>
                <a:lnTo>
                  <a:pt x="657225" y="1485900"/>
                </a:lnTo>
                <a:close/>
                <a:moveTo>
                  <a:pt x="619125" y="1485900"/>
                </a:moveTo>
                <a:lnTo>
                  <a:pt x="628650" y="1485900"/>
                </a:lnTo>
                <a:lnTo>
                  <a:pt x="628650" y="1495425"/>
                </a:lnTo>
                <a:lnTo>
                  <a:pt x="647700" y="1495425"/>
                </a:lnTo>
                <a:lnTo>
                  <a:pt x="647700" y="1485900"/>
                </a:lnTo>
                <a:lnTo>
                  <a:pt x="657225" y="1485900"/>
                </a:lnTo>
                <a:lnTo>
                  <a:pt x="657225" y="1600200"/>
                </a:lnTo>
                <a:lnTo>
                  <a:pt x="647700" y="1600200"/>
                </a:lnTo>
                <a:lnTo>
                  <a:pt x="647700" y="1590675"/>
                </a:lnTo>
                <a:lnTo>
                  <a:pt x="638175" y="1590675"/>
                </a:lnTo>
                <a:lnTo>
                  <a:pt x="638175" y="1543050"/>
                </a:lnTo>
                <a:lnTo>
                  <a:pt x="628650" y="1543050"/>
                </a:lnTo>
                <a:lnTo>
                  <a:pt x="628650" y="1514475"/>
                </a:lnTo>
                <a:lnTo>
                  <a:pt x="619125" y="1514475"/>
                </a:lnTo>
                <a:close/>
                <a:moveTo>
                  <a:pt x="809625" y="1485900"/>
                </a:moveTo>
                <a:lnTo>
                  <a:pt x="819150" y="1485900"/>
                </a:lnTo>
                <a:lnTo>
                  <a:pt x="819150" y="1495425"/>
                </a:lnTo>
                <a:lnTo>
                  <a:pt x="809625" y="1495425"/>
                </a:lnTo>
                <a:close/>
                <a:moveTo>
                  <a:pt x="838200" y="1485900"/>
                </a:moveTo>
                <a:lnTo>
                  <a:pt x="847725" y="1485900"/>
                </a:lnTo>
                <a:lnTo>
                  <a:pt x="847725" y="1495425"/>
                </a:lnTo>
                <a:lnTo>
                  <a:pt x="838200" y="1495425"/>
                </a:lnTo>
                <a:close/>
                <a:moveTo>
                  <a:pt x="76200" y="1495425"/>
                </a:moveTo>
                <a:lnTo>
                  <a:pt x="85725" y="1495425"/>
                </a:lnTo>
                <a:lnTo>
                  <a:pt x="85725" y="1504950"/>
                </a:lnTo>
                <a:lnTo>
                  <a:pt x="76200" y="1504950"/>
                </a:lnTo>
                <a:close/>
                <a:moveTo>
                  <a:pt x="438150" y="1495425"/>
                </a:moveTo>
                <a:lnTo>
                  <a:pt x="447675" y="1495425"/>
                </a:lnTo>
                <a:lnTo>
                  <a:pt x="447675" y="1533525"/>
                </a:lnTo>
                <a:lnTo>
                  <a:pt x="438150" y="1533525"/>
                </a:lnTo>
                <a:close/>
                <a:moveTo>
                  <a:pt x="800100" y="1495425"/>
                </a:moveTo>
                <a:lnTo>
                  <a:pt x="809625" y="1495425"/>
                </a:lnTo>
                <a:lnTo>
                  <a:pt x="809625" y="1504950"/>
                </a:lnTo>
                <a:lnTo>
                  <a:pt x="800100" y="1504950"/>
                </a:lnTo>
                <a:close/>
                <a:moveTo>
                  <a:pt x="847725" y="1495425"/>
                </a:moveTo>
                <a:lnTo>
                  <a:pt x="857250" y="1495425"/>
                </a:lnTo>
                <a:lnTo>
                  <a:pt x="857250" y="1504950"/>
                </a:lnTo>
                <a:lnTo>
                  <a:pt x="847725" y="1504950"/>
                </a:lnTo>
                <a:close/>
                <a:moveTo>
                  <a:pt x="1714500" y="1524000"/>
                </a:moveTo>
                <a:lnTo>
                  <a:pt x="1752600" y="1524000"/>
                </a:lnTo>
                <a:lnTo>
                  <a:pt x="1752600" y="1533525"/>
                </a:lnTo>
                <a:lnTo>
                  <a:pt x="1714500" y="1533525"/>
                </a:lnTo>
                <a:close/>
                <a:moveTo>
                  <a:pt x="114300" y="1533525"/>
                </a:moveTo>
                <a:lnTo>
                  <a:pt x="123825" y="1533525"/>
                </a:lnTo>
                <a:lnTo>
                  <a:pt x="123825" y="1543050"/>
                </a:lnTo>
                <a:lnTo>
                  <a:pt x="114300" y="1543050"/>
                </a:lnTo>
                <a:close/>
                <a:moveTo>
                  <a:pt x="428625" y="1533525"/>
                </a:moveTo>
                <a:lnTo>
                  <a:pt x="438150" y="1533525"/>
                </a:lnTo>
                <a:lnTo>
                  <a:pt x="438150" y="1552575"/>
                </a:lnTo>
                <a:lnTo>
                  <a:pt x="428625" y="1552575"/>
                </a:lnTo>
                <a:close/>
                <a:moveTo>
                  <a:pt x="790575" y="1533525"/>
                </a:moveTo>
                <a:lnTo>
                  <a:pt x="800100" y="1533525"/>
                </a:lnTo>
                <a:lnTo>
                  <a:pt x="800100" y="1543050"/>
                </a:lnTo>
                <a:lnTo>
                  <a:pt x="790575" y="1543050"/>
                </a:lnTo>
                <a:close/>
                <a:moveTo>
                  <a:pt x="857250" y="1533525"/>
                </a:moveTo>
                <a:lnTo>
                  <a:pt x="866775" y="1533525"/>
                </a:lnTo>
                <a:lnTo>
                  <a:pt x="866775" y="1543050"/>
                </a:lnTo>
                <a:lnTo>
                  <a:pt x="857250" y="1543050"/>
                </a:lnTo>
                <a:close/>
                <a:moveTo>
                  <a:pt x="238125" y="1543050"/>
                </a:moveTo>
                <a:lnTo>
                  <a:pt x="247650" y="1543050"/>
                </a:lnTo>
                <a:lnTo>
                  <a:pt x="247650" y="1552575"/>
                </a:lnTo>
                <a:lnTo>
                  <a:pt x="238125" y="1552575"/>
                </a:lnTo>
                <a:close/>
                <a:moveTo>
                  <a:pt x="152400" y="1552575"/>
                </a:moveTo>
                <a:lnTo>
                  <a:pt x="161925" y="1552575"/>
                </a:lnTo>
                <a:lnTo>
                  <a:pt x="161925" y="1571625"/>
                </a:lnTo>
                <a:lnTo>
                  <a:pt x="152400" y="1571625"/>
                </a:lnTo>
                <a:close/>
                <a:moveTo>
                  <a:pt x="219075" y="1552575"/>
                </a:moveTo>
                <a:lnTo>
                  <a:pt x="238125" y="1552575"/>
                </a:lnTo>
                <a:lnTo>
                  <a:pt x="238125" y="1571625"/>
                </a:lnTo>
                <a:lnTo>
                  <a:pt x="219075" y="1571625"/>
                </a:lnTo>
                <a:close/>
                <a:moveTo>
                  <a:pt x="771525" y="1562100"/>
                </a:moveTo>
                <a:lnTo>
                  <a:pt x="790575" y="1562100"/>
                </a:lnTo>
                <a:lnTo>
                  <a:pt x="790575" y="1590675"/>
                </a:lnTo>
                <a:lnTo>
                  <a:pt x="771525" y="1590675"/>
                </a:lnTo>
                <a:close/>
                <a:moveTo>
                  <a:pt x="866775" y="1562100"/>
                </a:moveTo>
                <a:lnTo>
                  <a:pt x="876300" y="1562100"/>
                </a:lnTo>
                <a:lnTo>
                  <a:pt x="876300" y="1590675"/>
                </a:lnTo>
                <a:lnTo>
                  <a:pt x="866775" y="1590675"/>
                </a:lnTo>
                <a:close/>
                <a:moveTo>
                  <a:pt x="85725" y="1571625"/>
                </a:moveTo>
                <a:lnTo>
                  <a:pt x="95250" y="1571625"/>
                </a:lnTo>
                <a:lnTo>
                  <a:pt x="95250" y="1581150"/>
                </a:lnTo>
                <a:lnTo>
                  <a:pt x="85725" y="1581150"/>
                </a:lnTo>
                <a:close/>
                <a:moveTo>
                  <a:pt x="76200" y="1581150"/>
                </a:moveTo>
                <a:lnTo>
                  <a:pt x="85725" y="1581150"/>
                </a:lnTo>
                <a:lnTo>
                  <a:pt x="85725" y="1657350"/>
                </a:lnTo>
                <a:lnTo>
                  <a:pt x="76200" y="1657350"/>
                </a:lnTo>
                <a:close/>
                <a:moveTo>
                  <a:pt x="419100" y="1590675"/>
                </a:moveTo>
                <a:lnTo>
                  <a:pt x="428625" y="1590675"/>
                </a:lnTo>
                <a:lnTo>
                  <a:pt x="428625" y="1600200"/>
                </a:lnTo>
                <a:lnTo>
                  <a:pt x="419100" y="1600200"/>
                </a:lnTo>
                <a:close/>
                <a:moveTo>
                  <a:pt x="876300" y="1590675"/>
                </a:moveTo>
                <a:lnTo>
                  <a:pt x="885825" y="1590675"/>
                </a:lnTo>
                <a:lnTo>
                  <a:pt x="885825" y="1600200"/>
                </a:lnTo>
                <a:lnTo>
                  <a:pt x="876300" y="1600200"/>
                </a:lnTo>
                <a:close/>
                <a:moveTo>
                  <a:pt x="409575" y="1600200"/>
                </a:moveTo>
                <a:lnTo>
                  <a:pt x="419100" y="1600200"/>
                </a:lnTo>
                <a:lnTo>
                  <a:pt x="419100" y="1609725"/>
                </a:lnTo>
                <a:lnTo>
                  <a:pt x="409575" y="1609725"/>
                </a:lnTo>
                <a:close/>
                <a:moveTo>
                  <a:pt x="1809750" y="1600200"/>
                </a:moveTo>
                <a:lnTo>
                  <a:pt x="1819275" y="1600200"/>
                </a:lnTo>
                <a:lnTo>
                  <a:pt x="1819275" y="1619250"/>
                </a:lnTo>
                <a:lnTo>
                  <a:pt x="1809750" y="1619250"/>
                </a:lnTo>
                <a:close/>
                <a:moveTo>
                  <a:pt x="1647825" y="1609725"/>
                </a:moveTo>
                <a:lnTo>
                  <a:pt x="1657350" y="1609725"/>
                </a:lnTo>
                <a:lnTo>
                  <a:pt x="1657350" y="1628775"/>
                </a:lnTo>
                <a:lnTo>
                  <a:pt x="1647825" y="1628775"/>
                </a:lnTo>
                <a:lnTo>
                  <a:pt x="1647825" y="1638300"/>
                </a:lnTo>
                <a:lnTo>
                  <a:pt x="1619250" y="1638300"/>
                </a:lnTo>
                <a:lnTo>
                  <a:pt x="1619250" y="1628775"/>
                </a:lnTo>
                <a:lnTo>
                  <a:pt x="1638300" y="1628775"/>
                </a:lnTo>
                <a:lnTo>
                  <a:pt x="1638300" y="1619250"/>
                </a:lnTo>
                <a:lnTo>
                  <a:pt x="1647825" y="1619250"/>
                </a:lnTo>
                <a:close/>
                <a:moveTo>
                  <a:pt x="1828800" y="1647825"/>
                </a:moveTo>
                <a:lnTo>
                  <a:pt x="1847850" y="1647825"/>
                </a:lnTo>
                <a:lnTo>
                  <a:pt x="1847850" y="1657350"/>
                </a:lnTo>
                <a:lnTo>
                  <a:pt x="1828800" y="1657350"/>
                </a:lnTo>
                <a:close/>
                <a:moveTo>
                  <a:pt x="1876425" y="1676400"/>
                </a:moveTo>
                <a:lnTo>
                  <a:pt x="1885950" y="1676400"/>
                </a:lnTo>
                <a:lnTo>
                  <a:pt x="1885950" y="1685925"/>
                </a:lnTo>
                <a:lnTo>
                  <a:pt x="1876425" y="1685925"/>
                </a:lnTo>
                <a:close/>
                <a:moveTo>
                  <a:pt x="295275" y="1695450"/>
                </a:moveTo>
                <a:lnTo>
                  <a:pt x="304800" y="1695450"/>
                </a:lnTo>
                <a:lnTo>
                  <a:pt x="304800" y="1733550"/>
                </a:lnTo>
                <a:lnTo>
                  <a:pt x="1104900" y="1733550"/>
                </a:lnTo>
                <a:lnTo>
                  <a:pt x="1104900" y="1724025"/>
                </a:lnTo>
                <a:lnTo>
                  <a:pt x="1114425" y="1724025"/>
                </a:lnTo>
                <a:lnTo>
                  <a:pt x="1114425" y="1733550"/>
                </a:lnTo>
                <a:lnTo>
                  <a:pt x="1104900" y="1733550"/>
                </a:lnTo>
                <a:lnTo>
                  <a:pt x="1104900" y="1743075"/>
                </a:lnTo>
                <a:lnTo>
                  <a:pt x="295275" y="1743075"/>
                </a:lnTo>
                <a:lnTo>
                  <a:pt x="295275" y="1733550"/>
                </a:lnTo>
                <a:lnTo>
                  <a:pt x="285750" y="1733550"/>
                </a:lnTo>
                <a:lnTo>
                  <a:pt x="285750" y="1704975"/>
                </a:lnTo>
                <a:lnTo>
                  <a:pt x="295275" y="1704975"/>
                </a:lnTo>
                <a:close/>
                <a:moveTo>
                  <a:pt x="85725" y="1704975"/>
                </a:moveTo>
                <a:lnTo>
                  <a:pt x="95250" y="1704975"/>
                </a:lnTo>
                <a:lnTo>
                  <a:pt x="95250" y="1714500"/>
                </a:lnTo>
                <a:lnTo>
                  <a:pt x="85725" y="1714500"/>
                </a:lnTo>
                <a:close/>
                <a:moveTo>
                  <a:pt x="95250" y="1733550"/>
                </a:moveTo>
                <a:lnTo>
                  <a:pt x="104775" y="1733550"/>
                </a:lnTo>
                <a:lnTo>
                  <a:pt x="104775" y="1743075"/>
                </a:lnTo>
                <a:lnTo>
                  <a:pt x="95250" y="1743075"/>
                </a:lnTo>
                <a:close/>
                <a:moveTo>
                  <a:pt x="104775" y="1752600"/>
                </a:moveTo>
                <a:lnTo>
                  <a:pt x="114300" y="1752600"/>
                </a:lnTo>
                <a:lnTo>
                  <a:pt x="114300" y="1762125"/>
                </a:lnTo>
                <a:lnTo>
                  <a:pt x="104775" y="1762125"/>
                </a:lnTo>
                <a:close/>
                <a:moveTo>
                  <a:pt x="1876425" y="1752600"/>
                </a:moveTo>
                <a:lnTo>
                  <a:pt x="1885950" y="1752600"/>
                </a:lnTo>
                <a:lnTo>
                  <a:pt x="1885950" y="1762125"/>
                </a:lnTo>
                <a:lnTo>
                  <a:pt x="1876425" y="1762125"/>
                </a:lnTo>
                <a:close/>
                <a:moveTo>
                  <a:pt x="114300" y="1771650"/>
                </a:moveTo>
                <a:lnTo>
                  <a:pt x="123825" y="1771650"/>
                </a:lnTo>
                <a:lnTo>
                  <a:pt x="123825" y="1781175"/>
                </a:lnTo>
                <a:lnTo>
                  <a:pt x="114300" y="1781175"/>
                </a:lnTo>
                <a:close/>
              </a:path>
            </a:pathLst>
          </a:custGeom>
          <a:solidFill xmlns:a="http://schemas.openxmlformats.org/drawingml/2006/main">
            <a:srgbClr val="F1C599"/>
          </a:solidFill>
          <a:ln xmlns:a="http://schemas.openxmlformats.org/drawingml/2006/main" w="0">
            <a:noFill/>
          </a:ln>
        </p:spPr>
      </p:sp>
      <p:sp>
        <p:nvSpPr>
          <p:cNvPr id="127" name="logo7 vector #f6a261">
            <a:extLst xmlns:a="http://schemas.openxmlformats.org/drawingml/2006/main">
              <a:ext uri="{FF2B5EF4-FFF2-40B4-BE49-F238E27FC236}">
                <a16:creationId xmlns:a16="http://schemas.microsoft.com/office/drawing/2014/main" id="{25AB651F-4052-400F-BD97-BCD062AAEC7F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5300" y="5210175"/>
            <a:ext cx="2305050" cy="2105025"/>
          </a:xfrm>
          <a:custGeom xmlns:a="http://schemas.openxmlformats.org/drawingml/2006/main">
            <a:pathLst>
              <a:path w="1952625" h="1781175">
                <a:moveTo>
                  <a:pt x="790575" y="466725"/>
                </a:moveTo>
                <a:lnTo>
                  <a:pt x="809625" y="466725"/>
                </a:lnTo>
                <a:lnTo>
                  <a:pt x="809625" y="476250"/>
                </a:lnTo>
                <a:lnTo>
                  <a:pt x="819150" y="476250"/>
                </a:lnTo>
                <a:lnTo>
                  <a:pt x="819150" y="485775"/>
                </a:lnTo>
                <a:lnTo>
                  <a:pt x="809625" y="485775"/>
                </a:lnTo>
                <a:lnTo>
                  <a:pt x="809625" y="495300"/>
                </a:lnTo>
                <a:lnTo>
                  <a:pt x="800100" y="495300"/>
                </a:lnTo>
                <a:lnTo>
                  <a:pt x="800100" y="476250"/>
                </a:lnTo>
                <a:lnTo>
                  <a:pt x="790575" y="476250"/>
                </a:lnTo>
                <a:close/>
                <a:moveTo>
                  <a:pt x="781050" y="476250"/>
                </a:moveTo>
                <a:lnTo>
                  <a:pt x="790575" y="476250"/>
                </a:lnTo>
                <a:lnTo>
                  <a:pt x="790575" y="485775"/>
                </a:lnTo>
                <a:lnTo>
                  <a:pt x="781050" y="485775"/>
                </a:lnTo>
                <a:close/>
                <a:moveTo>
                  <a:pt x="1085850" y="504825"/>
                </a:moveTo>
                <a:lnTo>
                  <a:pt x="1104900" y="504825"/>
                </a:lnTo>
                <a:lnTo>
                  <a:pt x="1104900" y="514350"/>
                </a:lnTo>
                <a:lnTo>
                  <a:pt x="1114425" y="514350"/>
                </a:lnTo>
                <a:lnTo>
                  <a:pt x="1114425" y="523875"/>
                </a:lnTo>
                <a:lnTo>
                  <a:pt x="1085850" y="523875"/>
                </a:lnTo>
                <a:close/>
                <a:moveTo>
                  <a:pt x="1352550" y="504825"/>
                </a:moveTo>
                <a:lnTo>
                  <a:pt x="1371600" y="504825"/>
                </a:lnTo>
                <a:lnTo>
                  <a:pt x="1371600" y="514350"/>
                </a:lnTo>
                <a:lnTo>
                  <a:pt x="1352550" y="514350"/>
                </a:lnTo>
                <a:close/>
                <a:moveTo>
                  <a:pt x="1371600" y="514350"/>
                </a:moveTo>
                <a:lnTo>
                  <a:pt x="1381125" y="514350"/>
                </a:lnTo>
                <a:lnTo>
                  <a:pt x="1381125" y="523875"/>
                </a:lnTo>
                <a:lnTo>
                  <a:pt x="1371600" y="523875"/>
                </a:lnTo>
                <a:close/>
                <a:moveTo>
                  <a:pt x="809625" y="523875"/>
                </a:moveTo>
                <a:lnTo>
                  <a:pt x="819150" y="523875"/>
                </a:lnTo>
                <a:lnTo>
                  <a:pt x="819150" y="533400"/>
                </a:lnTo>
                <a:lnTo>
                  <a:pt x="809625" y="533400"/>
                </a:lnTo>
                <a:close/>
                <a:moveTo>
                  <a:pt x="971550" y="523875"/>
                </a:moveTo>
                <a:lnTo>
                  <a:pt x="990600" y="523875"/>
                </a:lnTo>
                <a:lnTo>
                  <a:pt x="990600" y="542925"/>
                </a:lnTo>
                <a:lnTo>
                  <a:pt x="971550" y="542925"/>
                </a:lnTo>
                <a:close/>
                <a:moveTo>
                  <a:pt x="819150" y="533400"/>
                </a:moveTo>
                <a:lnTo>
                  <a:pt x="828675" y="533400"/>
                </a:lnTo>
                <a:lnTo>
                  <a:pt x="828675" y="552450"/>
                </a:lnTo>
                <a:lnTo>
                  <a:pt x="819150" y="552450"/>
                </a:lnTo>
                <a:close/>
                <a:moveTo>
                  <a:pt x="1057275" y="542925"/>
                </a:moveTo>
                <a:lnTo>
                  <a:pt x="1085850" y="542925"/>
                </a:lnTo>
                <a:lnTo>
                  <a:pt x="1085850" y="561975"/>
                </a:lnTo>
                <a:lnTo>
                  <a:pt x="1066800" y="561975"/>
                </a:lnTo>
                <a:lnTo>
                  <a:pt x="1066800" y="552450"/>
                </a:lnTo>
                <a:lnTo>
                  <a:pt x="1057275" y="552450"/>
                </a:lnTo>
                <a:close/>
                <a:moveTo>
                  <a:pt x="1371600" y="542925"/>
                </a:moveTo>
                <a:lnTo>
                  <a:pt x="1381125" y="542925"/>
                </a:lnTo>
                <a:lnTo>
                  <a:pt x="1381125" y="552450"/>
                </a:lnTo>
                <a:lnTo>
                  <a:pt x="1371600" y="552450"/>
                </a:lnTo>
                <a:close/>
                <a:moveTo>
                  <a:pt x="809625" y="552450"/>
                </a:moveTo>
                <a:lnTo>
                  <a:pt x="819150" y="552450"/>
                </a:lnTo>
                <a:lnTo>
                  <a:pt x="819150" y="561975"/>
                </a:lnTo>
                <a:lnTo>
                  <a:pt x="809625" y="561975"/>
                </a:lnTo>
                <a:close/>
                <a:moveTo>
                  <a:pt x="1362075" y="552450"/>
                </a:moveTo>
                <a:lnTo>
                  <a:pt x="1371600" y="552450"/>
                </a:lnTo>
                <a:lnTo>
                  <a:pt x="1371600" y="561975"/>
                </a:lnTo>
                <a:lnTo>
                  <a:pt x="1362075" y="561975"/>
                </a:lnTo>
                <a:close/>
                <a:moveTo>
                  <a:pt x="1028700" y="561975"/>
                </a:moveTo>
                <a:lnTo>
                  <a:pt x="1038225" y="561975"/>
                </a:lnTo>
                <a:lnTo>
                  <a:pt x="1038225" y="571500"/>
                </a:lnTo>
                <a:lnTo>
                  <a:pt x="1028700" y="571500"/>
                </a:lnTo>
                <a:close/>
                <a:moveTo>
                  <a:pt x="1666875" y="638175"/>
                </a:moveTo>
                <a:lnTo>
                  <a:pt x="1676400" y="638175"/>
                </a:lnTo>
                <a:lnTo>
                  <a:pt x="1676400" y="647700"/>
                </a:lnTo>
                <a:lnTo>
                  <a:pt x="1666875" y="647700"/>
                </a:lnTo>
                <a:close/>
                <a:moveTo>
                  <a:pt x="466725" y="962025"/>
                </a:moveTo>
                <a:lnTo>
                  <a:pt x="485775" y="962025"/>
                </a:lnTo>
                <a:lnTo>
                  <a:pt x="485775" y="981075"/>
                </a:lnTo>
                <a:lnTo>
                  <a:pt x="457200" y="981075"/>
                </a:lnTo>
                <a:lnTo>
                  <a:pt x="457200" y="971550"/>
                </a:lnTo>
                <a:lnTo>
                  <a:pt x="466725" y="971550"/>
                </a:lnTo>
                <a:close/>
                <a:moveTo>
                  <a:pt x="1228725" y="962025"/>
                </a:moveTo>
                <a:lnTo>
                  <a:pt x="1238250" y="962025"/>
                </a:lnTo>
                <a:lnTo>
                  <a:pt x="1238250" y="971550"/>
                </a:lnTo>
                <a:lnTo>
                  <a:pt x="1247775" y="971550"/>
                </a:lnTo>
                <a:lnTo>
                  <a:pt x="1247775" y="981075"/>
                </a:lnTo>
                <a:lnTo>
                  <a:pt x="1257300" y="981075"/>
                </a:lnTo>
                <a:lnTo>
                  <a:pt x="1257300" y="990600"/>
                </a:lnTo>
                <a:lnTo>
                  <a:pt x="1228725" y="990600"/>
                </a:lnTo>
                <a:lnTo>
                  <a:pt x="1228725" y="1000125"/>
                </a:lnTo>
                <a:lnTo>
                  <a:pt x="1219200" y="1000125"/>
                </a:lnTo>
                <a:lnTo>
                  <a:pt x="1219200" y="1009650"/>
                </a:lnTo>
                <a:lnTo>
                  <a:pt x="1200150" y="1009650"/>
                </a:lnTo>
                <a:lnTo>
                  <a:pt x="1200150" y="1019175"/>
                </a:lnTo>
                <a:lnTo>
                  <a:pt x="1171575" y="1019175"/>
                </a:lnTo>
                <a:lnTo>
                  <a:pt x="1171575" y="1009650"/>
                </a:lnTo>
                <a:lnTo>
                  <a:pt x="1190625" y="1009650"/>
                </a:lnTo>
                <a:lnTo>
                  <a:pt x="1190625" y="1000125"/>
                </a:lnTo>
                <a:lnTo>
                  <a:pt x="1209675" y="1000125"/>
                </a:lnTo>
                <a:lnTo>
                  <a:pt x="1209675" y="990600"/>
                </a:lnTo>
                <a:lnTo>
                  <a:pt x="1219200" y="990600"/>
                </a:lnTo>
                <a:lnTo>
                  <a:pt x="1219200" y="981075"/>
                </a:lnTo>
                <a:lnTo>
                  <a:pt x="1228725" y="981075"/>
                </a:lnTo>
                <a:close/>
                <a:moveTo>
                  <a:pt x="1609725" y="962025"/>
                </a:moveTo>
                <a:lnTo>
                  <a:pt x="1628775" y="962025"/>
                </a:lnTo>
                <a:lnTo>
                  <a:pt x="1628775" y="981075"/>
                </a:lnTo>
                <a:lnTo>
                  <a:pt x="1609725" y="981075"/>
                </a:lnTo>
                <a:close/>
                <a:moveTo>
                  <a:pt x="276225" y="971550"/>
                </a:moveTo>
                <a:lnTo>
                  <a:pt x="295275" y="971550"/>
                </a:lnTo>
                <a:lnTo>
                  <a:pt x="295275" y="981075"/>
                </a:lnTo>
                <a:lnTo>
                  <a:pt x="276225" y="981075"/>
                </a:lnTo>
                <a:close/>
                <a:moveTo>
                  <a:pt x="657225" y="971550"/>
                </a:moveTo>
                <a:lnTo>
                  <a:pt x="676275" y="971550"/>
                </a:lnTo>
                <a:lnTo>
                  <a:pt x="676275" y="981075"/>
                </a:lnTo>
                <a:lnTo>
                  <a:pt x="685800" y="981075"/>
                </a:lnTo>
                <a:lnTo>
                  <a:pt x="685800" y="990600"/>
                </a:lnTo>
                <a:lnTo>
                  <a:pt x="695325" y="990600"/>
                </a:lnTo>
                <a:lnTo>
                  <a:pt x="695325" y="1000125"/>
                </a:lnTo>
                <a:lnTo>
                  <a:pt x="704850" y="1000125"/>
                </a:lnTo>
                <a:lnTo>
                  <a:pt x="704850" y="1009650"/>
                </a:lnTo>
                <a:lnTo>
                  <a:pt x="723900" y="1009650"/>
                </a:lnTo>
                <a:lnTo>
                  <a:pt x="723900" y="1019175"/>
                </a:lnTo>
                <a:lnTo>
                  <a:pt x="800100" y="1019175"/>
                </a:lnTo>
                <a:lnTo>
                  <a:pt x="800100" y="1009650"/>
                </a:lnTo>
                <a:lnTo>
                  <a:pt x="819150" y="1009650"/>
                </a:lnTo>
                <a:lnTo>
                  <a:pt x="819150" y="1000125"/>
                </a:lnTo>
                <a:lnTo>
                  <a:pt x="828675" y="1000125"/>
                </a:lnTo>
                <a:lnTo>
                  <a:pt x="828675" y="990600"/>
                </a:lnTo>
                <a:lnTo>
                  <a:pt x="838200" y="990600"/>
                </a:lnTo>
                <a:lnTo>
                  <a:pt x="838200" y="981075"/>
                </a:lnTo>
                <a:lnTo>
                  <a:pt x="847725" y="981075"/>
                </a:lnTo>
                <a:lnTo>
                  <a:pt x="847725" y="971550"/>
                </a:lnTo>
                <a:lnTo>
                  <a:pt x="866775" y="971550"/>
                </a:lnTo>
                <a:lnTo>
                  <a:pt x="866775" y="981075"/>
                </a:lnTo>
                <a:lnTo>
                  <a:pt x="876300" y="981075"/>
                </a:lnTo>
                <a:lnTo>
                  <a:pt x="876300" y="990600"/>
                </a:lnTo>
                <a:lnTo>
                  <a:pt x="857250" y="990600"/>
                </a:lnTo>
                <a:lnTo>
                  <a:pt x="857250" y="1009650"/>
                </a:lnTo>
                <a:lnTo>
                  <a:pt x="847725" y="1009650"/>
                </a:lnTo>
                <a:lnTo>
                  <a:pt x="847725" y="1019175"/>
                </a:lnTo>
                <a:lnTo>
                  <a:pt x="828675" y="1019175"/>
                </a:lnTo>
                <a:lnTo>
                  <a:pt x="828675" y="1028700"/>
                </a:lnTo>
                <a:lnTo>
                  <a:pt x="809625" y="1028700"/>
                </a:lnTo>
                <a:lnTo>
                  <a:pt x="809625" y="1038225"/>
                </a:lnTo>
                <a:lnTo>
                  <a:pt x="781050" y="1038225"/>
                </a:lnTo>
                <a:lnTo>
                  <a:pt x="781050" y="1028700"/>
                </a:lnTo>
                <a:lnTo>
                  <a:pt x="742950" y="1028700"/>
                </a:lnTo>
                <a:lnTo>
                  <a:pt x="742950" y="1038225"/>
                </a:lnTo>
                <a:lnTo>
                  <a:pt x="714375" y="1038225"/>
                </a:lnTo>
                <a:lnTo>
                  <a:pt x="714375" y="1028700"/>
                </a:lnTo>
                <a:lnTo>
                  <a:pt x="695325" y="1028700"/>
                </a:lnTo>
                <a:lnTo>
                  <a:pt x="695325" y="1019175"/>
                </a:lnTo>
                <a:lnTo>
                  <a:pt x="676275" y="1019175"/>
                </a:lnTo>
                <a:lnTo>
                  <a:pt x="676275" y="1009650"/>
                </a:lnTo>
                <a:lnTo>
                  <a:pt x="628650" y="1009650"/>
                </a:lnTo>
                <a:lnTo>
                  <a:pt x="628650" y="1000125"/>
                </a:lnTo>
                <a:lnTo>
                  <a:pt x="638175" y="1000125"/>
                </a:lnTo>
                <a:lnTo>
                  <a:pt x="638175" y="990600"/>
                </a:lnTo>
                <a:lnTo>
                  <a:pt x="647700" y="990600"/>
                </a:lnTo>
                <a:lnTo>
                  <a:pt x="647700" y="981075"/>
                </a:lnTo>
                <a:lnTo>
                  <a:pt x="657225" y="981075"/>
                </a:lnTo>
                <a:close/>
                <a:moveTo>
                  <a:pt x="1038225" y="971550"/>
                </a:moveTo>
                <a:lnTo>
                  <a:pt x="1057275" y="971550"/>
                </a:lnTo>
                <a:lnTo>
                  <a:pt x="1057275" y="981075"/>
                </a:lnTo>
                <a:lnTo>
                  <a:pt x="1038225" y="981075"/>
                </a:lnTo>
                <a:close/>
                <a:moveTo>
                  <a:pt x="1419225" y="971550"/>
                </a:moveTo>
                <a:lnTo>
                  <a:pt x="1438275" y="971550"/>
                </a:lnTo>
                <a:lnTo>
                  <a:pt x="1438275" y="981075"/>
                </a:lnTo>
                <a:lnTo>
                  <a:pt x="1447800" y="981075"/>
                </a:lnTo>
                <a:lnTo>
                  <a:pt x="1447800" y="990600"/>
                </a:lnTo>
                <a:lnTo>
                  <a:pt x="1457325" y="990600"/>
                </a:lnTo>
                <a:lnTo>
                  <a:pt x="1457325" y="1000125"/>
                </a:lnTo>
                <a:lnTo>
                  <a:pt x="1466850" y="1000125"/>
                </a:lnTo>
                <a:lnTo>
                  <a:pt x="1466850" y="1009650"/>
                </a:lnTo>
                <a:lnTo>
                  <a:pt x="1447800" y="1009650"/>
                </a:lnTo>
                <a:lnTo>
                  <a:pt x="1447800" y="1000125"/>
                </a:lnTo>
                <a:lnTo>
                  <a:pt x="1428750" y="1000125"/>
                </a:lnTo>
                <a:lnTo>
                  <a:pt x="1428750" y="990600"/>
                </a:lnTo>
                <a:lnTo>
                  <a:pt x="1419225" y="990600"/>
                </a:lnTo>
                <a:lnTo>
                  <a:pt x="1419225" y="1000125"/>
                </a:lnTo>
                <a:lnTo>
                  <a:pt x="1400175" y="1000125"/>
                </a:lnTo>
                <a:lnTo>
                  <a:pt x="1400175" y="990600"/>
                </a:lnTo>
                <a:lnTo>
                  <a:pt x="1409700" y="990600"/>
                </a:lnTo>
                <a:lnTo>
                  <a:pt x="1409700" y="981075"/>
                </a:lnTo>
                <a:lnTo>
                  <a:pt x="1419225" y="981075"/>
                </a:lnTo>
                <a:close/>
                <a:moveTo>
                  <a:pt x="266700" y="981075"/>
                </a:moveTo>
                <a:lnTo>
                  <a:pt x="276225" y="981075"/>
                </a:lnTo>
                <a:lnTo>
                  <a:pt x="276225" y="990600"/>
                </a:lnTo>
                <a:lnTo>
                  <a:pt x="266700" y="990600"/>
                </a:lnTo>
                <a:close/>
                <a:moveTo>
                  <a:pt x="295275" y="981075"/>
                </a:moveTo>
                <a:lnTo>
                  <a:pt x="304800" y="981075"/>
                </a:lnTo>
                <a:lnTo>
                  <a:pt x="304800" y="990600"/>
                </a:lnTo>
                <a:lnTo>
                  <a:pt x="295275" y="990600"/>
                </a:lnTo>
                <a:close/>
                <a:moveTo>
                  <a:pt x="447675" y="981075"/>
                </a:moveTo>
                <a:lnTo>
                  <a:pt x="457200" y="981075"/>
                </a:lnTo>
                <a:lnTo>
                  <a:pt x="457200" y="1000125"/>
                </a:lnTo>
                <a:lnTo>
                  <a:pt x="447675" y="1000125"/>
                </a:lnTo>
                <a:lnTo>
                  <a:pt x="447675" y="1009650"/>
                </a:lnTo>
                <a:lnTo>
                  <a:pt x="428625" y="1009650"/>
                </a:lnTo>
                <a:lnTo>
                  <a:pt x="428625" y="1000125"/>
                </a:lnTo>
                <a:lnTo>
                  <a:pt x="438150" y="1000125"/>
                </a:lnTo>
                <a:lnTo>
                  <a:pt x="438150" y="990600"/>
                </a:lnTo>
                <a:lnTo>
                  <a:pt x="447675" y="990600"/>
                </a:lnTo>
                <a:close/>
                <a:moveTo>
                  <a:pt x="485775" y="981075"/>
                </a:moveTo>
                <a:lnTo>
                  <a:pt x="495300" y="981075"/>
                </a:lnTo>
                <a:lnTo>
                  <a:pt x="495300" y="990600"/>
                </a:lnTo>
                <a:lnTo>
                  <a:pt x="485775" y="990600"/>
                </a:lnTo>
                <a:close/>
                <a:moveTo>
                  <a:pt x="1057275" y="981075"/>
                </a:moveTo>
                <a:lnTo>
                  <a:pt x="1066800" y="981075"/>
                </a:lnTo>
                <a:lnTo>
                  <a:pt x="1066800" y="990600"/>
                </a:lnTo>
                <a:lnTo>
                  <a:pt x="1057275" y="990600"/>
                </a:lnTo>
                <a:close/>
                <a:moveTo>
                  <a:pt x="1600200" y="981075"/>
                </a:moveTo>
                <a:lnTo>
                  <a:pt x="1609725" y="981075"/>
                </a:lnTo>
                <a:lnTo>
                  <a:pt x="1609725" y="990600"/>
                </a:lnTo>
                <a:lnTo>
                  <a:pt x="1600200" y="990600"/>
                </a:lnTo>
                <a:close/>
                <a:moveTo>
                  <a:pt x="1628775" y="981075"/>
                </a:moveTo>
                <a:lnTo>
                  <a:pt x="1638300" y="981075"/>
                </a:lnTo>
                <a:lnTo>
                  <a:pt x="1638300" y="990600"/>
                </a:lnTo>
                <a:lnTo>
                  <a:pt x="1628775" y="990600"/>
                </a:lnTo>
                <a:close/>
                <a:moveTo>
                  <a:pt x="257175" y="990600"/>
                </a:moveTo>
                <a:lnTo>
                  <a:pt x="266700" y="990600"/>
                </a:lnTo>
                <a:lnTo>
                  <a:pt x="266700" y="1000125"/>
                </a:lnTo>
                <a:lnTo>
                  <a:pt x="257175" y="1000125"/>
                </a:lnTo>
                <a:close/>
                <a:moveTo>
                  <a:pt x="304800" y="990600"/>
                </a:moveTo>
                <a:lnTo>
                  <a:pt x="314325" y="990600"/>
                </a:lnTo>
                <a:lnTo>
                  <a:pt x="314325" y="1000125"/>
                </a:lnTo>
                <a:lnTo>
                  <a:pt x="304800" y="1000125"/>
                </a:lnTo>
                <a:close/>
                <a:moveTo>
                  <a:pt x="495300" y="990600"/>
                </a:moveTo>
                <a:lnTo>
                  <a:pt x="504825" y="990600"/>
                </a:lnTo>
                <a:lnTo>
                  <a:pt x="504825" y="1000125"/>
                </a:lnTo>
                <a:lnTo>
                  <a:pt x="495300" y="1000125"/>
                </a:lnTo>
                <a:close/>
                <a:moveTo>
                  <a:pt x="876300" y="990600"/>
                </a:moveTo>
                <a:lnTo>
                  <a:pt x="885825" y="990600"/>
                </a:lnTo>
                <a:lnTo>
                  <a:pt x="885825" y="1000125"/>
                </a:lnTo>
                <a:lnTo>
                  <a:pt x="876300" y="1000125"/>
                </a:lnTo>
                <a:close/>
                <a:moveTo>
                  <a:pt x="1066800" y="990600"/>
                </a:moveTo>
                <a:lnTo>
                  <a:pt x="1076325" y="990600"/>
                </a:lnTo>
                <a:lnTo>
                  <a:pt x="1076325" y="1000125"/>
                </a:lnTo>
                <a:lnTo>
                  <a:pt x="1066800" y="1000125"/>
                </a:lnTo>
                <a:close/>
                <a:moveTo>
                  <a:pt x="1257300" y="990600"/>
                </a:moveTo>
                <a:lnTo>
                  <a:pt x="1266825" y="990600"/>
                </a:lnTo>
                <a:lnTo>
                  <a:pt x="1266825" y="1000125"/>
                </a:lnTo>
                <a:lnTo>
                  <a:pt x="1257300" y="1000125"/>
                </a:lnTo>
                <a:close/>
                <a:moveTo>
                  <a:pt x="1590675" y="990600"/>
                </a:moveTo>
                <a:lnTo>
                  <a:pt x="1600200" y="990600"/>
                </a:lnTo>
                <a:lnTo>
                  <a:pt x="1600200" y="1000125"/>
                </a:lnTo>
                <a:lnTo>
                  <a:pt x="1590675" y="1000125"/>
                </a:lnTo>
                <a:close/>
                <a:moveTo>
                  <a:pt x="247650" y="1000125"/>
                </a:moveTo>
                <a:lnTo>
                  <a:pt x="257175" y="1000125"/>
                </a:lnTo>
                <a:lnTo>
                  <a:pt x="257175" y="1009650"/>
                </a:lnTo>
                <a:lnTo>
                  <a:pt x="247650" y="1009650"/>
                </a:lnTo>
                <a:close/>
                <a:moveTo>
                  <a:pt x="314325" y="1000125"/>
                </a:moveTo>
                <a:lnTo>
                  <a:pt x="333375" y="1000125"/>
                </a:lnTo>
                <a:lnTo>
                  <a:pt x="333375" y="1009650"/>
                </a:lnTo>
                <a:lnTo>
                  <a:pt x="314325" y="1009650"/>
                </a:lnTo>
                <a:close/>
                <a:moveTo>
                  <a:pt x="504825" y="1000125"/>
                </a:moveTo>
                <a:lnTo>
                  <a:pt x="514350" y="1000125"/>
                </a:lnTo>
                <a:lnTo>
                  <a:pt x="514350" y="1009650"/>
                </a:lnTo>
                <a:lnTo>
                  <a:pt x="504825" y="1009650"/>
                </a:lnTo>
                <a:close/>
                <a:moveTo>
                  <a:pt x="885825" y="1000125"/>
                </a:moveTo>
                <a:lnTo>
                  <a:pt x="895350" y="1000125"/>
                </a:lnTo>
                <a:lnTo>
                  <a:pt x="895350" y="1009650"/>
                </a:lnTo>
                <a:lnTo>
                  <a:pt x="885825" y="1009650"/>
                </a:lnTo>
                <a:close/>
                <a:moveTo>
                  <a:pt x="1076325" y="1000125"/>
                </a:moveTo>
                <a:lnTo>
                  <a:pt x="1095375" y="1000125"/>
                </a:lnTo>
                <a:lnTo>
                  <a:pt x="1095375" y="1009650"/>
                </a:lnTo>
                <a:lnTo>
                  <a:pt x="1076325" y="1009650"/>
                </a:lnTo>
                <a:close/>
                <a:moveTo>
                  <a:pt x="1390650" y="1000125"/>
                </a:moveTo>
                <a:lnTo>
                  <a:pt x="1400175" y="1000125"/>
                </a:lnTo>
                <a:lnTo>
                  <a:pt x="1400175" y="1009650"/>
                </a:lnTo>
                <a:lnTo>
                  <a:pt x="1390650" y="1009650"/>
                </a:lnTo>
                <a:close/>
                <a:moveTo>
                  <a:pt x="1571625" y="1000125"/>
                </a:moveTo>
                <a:lnTo>
                  <a:pt x="1590675" y="1000125"/>
                </a:lnTo>
                <a:lnTo>
                  <a:pt x="1590675" y="1009650"/>
                </a:lnTo>
                <a:lnTo>
                  <a:pt x="1581150" y="1009650"/>
                </a:lnTo>
                <a:lnTo>
                  <a:pt x="1581150" y="1019175"/>
                </a:lnTo>
                <a:lnTo>
                  <a:pt x="1562100" y="1019175"/>
                </a:lnTo>
                <a:lnTo>
                  <a:pt x="1562100" y="1028700"/>
                </a:lnTo>
                <a:lnTo>
                  <a:pt x="1485900" y="1028700"/>
                </a:lnTo>
                <a:lnTo>
                  <a:pt x="1485900" y="1019175"/>
                </a:lnTo>
                <a:lnTo>
                  <a:pt x="1466850" y="1019175"/>
                </a:lnTo>
                <a:lnTo>
                  <a:pt x="1466850" y="1009650"/>
                </a:lnTo>
                <a:lnTo>
                  <a:pt x="1485900" y="1009650"/>
                </a:lnTo>
                <a:lnTo>
                  <a:pt x="1485900" y="1019175"/>
                </a:lnTo>
                <a:lnTo>
                  <a:pt x="1552575" y="1019175"/>
                </a:lnTo>
                <a:lnTo>
                  <a:pt x="1552575" y="1009650"/>
                </a:lnTo>
                <a:lnTo>
                  <a:pt x="1571625" y="1009650"/>
                </a:lnTo>
                <a:close/>
                <a:moveTo>
                  <a:pt x="228600" y="1009650"/>
                </a:moveTo>
                <a:lnTo>
                  <a:pt x="238125" y="1009650"/>
                </a:lnTo>
                <a:lnTo>
                  <a:pt x="238125" y="1019175"/>
                </a:lnTo>
                <a:lnTo>
                  <a:pt x="228600" y="1019175"/>
                </a:lnTo>
                <a:close/>
                <a:moveTo>
                  <a:pt x="333375" y="1009650"/>
                </a:moveTo>
                <a:lnTo>
                  <a:pt x="361950" y="1009650"/>
                </a:lnTo>
                <a:lnTo>
                  <a:pt x="361950" y="1019175"/>
                </a:lnTo>
                <a:lnTo>
                  <a:pt x="333375" y="1019175"/>
                </a:lnTo>
                <a:close/>
                <a:moveTo>
                  <a:pt x="409575" y="1009650"/>
                </a:moveTo>
                <a:lnTo>
                  <a:pt x="428625" y="1009650"/>
                </a:lnTo>
                <a:lnTo>
                  <a:pt x="428625" y="1019175"/>
                </a:lnTo>
                <a:lnTo>
                  <a:pt x="409575" y="1019175"/>
                </a:lnTo>
                <a:close/>
                <a:moveTo>
                  <a:pt x="609600" y="1009650"/>
                </a:moveTo>
                <a:lnTo>
                  <a:pt x="628650" y="1009650"/>
                </a:lnTo>
                <a:lnTo>
                  <a:pt x="628650" y="1019175"/>
                </a:lnTo>
                <a:lnTo>
                  <a:pt x="609600" y="1019175"/>
                </a:lnTo>
                <a:close/>
                <a:moveTo>
                  <a:pt x="990600" y="1009650"/>
                </a:moveTo>
                <a:lnTo>
                  <a:pt x="1000125" y="1009650"/>
                </a:lnTo>
                <a:lnTo>
                  <a:pt x="1000125" y="1019175"/>
                </a:lnTo>
                <a:lnTo>
                  <a:pt x="990600" y="1019175"/>
                </a:lnTo>
                <a:close/>
                <a:moveTo>
                  <a:pt x="1095375" y="1009650"/>
                </a:moveTo>
                <a:lnTo>
                  <a:pt x="1123950" y="1009650"/>
                </a:lnTo>
                <a:lnTo>
                  <a:pt x="1123950" y="1019175"/>
                </a:lnTo>
                <a:lnTo>
                  <a:pt x="1095375" y="1019175"/>
                </a:lnTo>
                <a:close/>
                <a:moveTo>
                  <a:pt x="1285875" y="1009650"/>
                </a:moveTo>
                <a:lnTo>
                  <a:pt x="1295400" y="1009650"/>
                </a:lnTo>
                <a:lnTo>
                  <a:pt x="1295400" y="1019175"/>
                </a:lnTo>
                <a:lnTo>
                  <a:pt x="1285875" y="1019175"/>
                </a:lnTo>
                <a:close/>
                <a:moveTo>
                  <a:pt x="1371600" y="1009650"/>
                </a:moveTo>
                <a:lnTo>
                  <a:pt x="1390650" y="1009650"/>
                </a:lnTo>
                <a:lnTo>
                  <a:pt x="1390650" y="1019175"/>
                </a:lnTo>
                <a:lnTo>
                  <a:pt x="1371600" y="1019175"/>
                </a:lnTo>
                <a:close/>
                <a:moveTo>
                  <a:pt x="1666875" y="1009650"/>
                </a:moveTo>
                <a:lnTo>
                  <a:pt x="1676400" y="1009650"/>
                </a:lnTo>
                <a:lnTo>
                  <a:pt x="1676400" y="1019175"/>
                </a:lnTo>
                <a:lnTo>
                  <a:pt x="1666875" y="1019175"/>
                </a:lnTo>
                <a:close/>
                <a:moveTo>
                  <a:pt x="209550" y="1019175"/>
                </a:moveTo>
                <a:lnTo>
                  <a:pt x="219075" y="1019175"/>
                </a:lnTo>
                <a:lnTo>
                  <a:pt x="219075" y="1028700"/>
                </a:lnTo>
                <a:lnTo>
                  <a:pt x="209550" y="1028700"/>
                </a:lnTo>
                <a:close/>
                <a:moveTo>
                  <a:pt x="361950" y="1019175"/>
                </a:moveTo>
                <a:lnTo>
                  <a:pt x="400050" y="1019175"/>
                </a:lnTo>
                <a:lnTo>
                  <a:pt x="400050" y="1028700"/>
                </a:lnTo>
                <a:lnTo>
                  <a:pt x="361950" y="1028700"/>
                </a:lnTo>
                <a:close/>
                <a:moveTo>
                  <a:pt x="552450" y="1019175"/>
                </a:moveTo>
                <a:lnTo>
                  <a:pt x="561975" y="1019175"/>
                </a:lnTo>
                <a:lnTo>
                  <a:pt x="561975" y="1028700"/>
                </a:lnTo>
                <a:lnTo>
                  <a:pt x="552450" y="1028700"/>
                </a:lnTo>
                <a:close/>
                <a:moveTo>
                  <a:pt x="581025" y="1019175"/>
                </a:moveTo>
                <a:lnTo>
                  <a:pt x="600075" y="1019175"/>
                </a:lnTo>
                <a:lnTo>
                  <a:pt x="600075" y="1028700"/>
                </a:lnTo>
                <a:lnTo>
                  <a:pt x="581025" y="1028700"/>
                </a:lnTo>
                <a:close/>
                <a:moveTo>
                  <a:pt x="923925" y="1019175"/>
                </a:moveTo>
                <a:lnTo>
                  <a:pt x="933450" y="1019175"/>
                </a:lnTo>
                <a:lnTo>
                  <a:pt x="933450" y="1028700"/>
                </a:lnTo>
                <a:lnTo>
                  <a:pt x="923925" y="1028700"/>
                </a:lnTo>
                <a:close/>
                <a:moveTo>
                  <a:pt x="962025" y="1019175"/>
                </a:moveTo>
                <a:lnTo>
                  <a:pt x="971550" y="1019175"/>
                </a:lnTo>
                <a:lnTo>
                  <a:pt x="971550" y="1028700"/>
                </a:lnTo>
                <a:lnTo>
                  <a:pt x="962025" y="1028700"/>
                </a:lnTo>
                <a:close/>
                <a:moveTo>
                  <a:pt x="1123950" y="1019175"/>
                </a:moveTo>
                <a:lnTo>
                  <a:pt x="1171575" y="1019175"/>
                </a:lnTo>
                <a:lnTo>
                  <a:pt x="1171575" y="1028700"/>
                </a:lnTo>
                <a:lnTo>
                  <a:pt x="1123950" y="1028700"/>
                </a:lnTo>
                <a:close/>
                <a:moveTo>
                  <a:pt x="1304925" y="1019175"/>
                </a:moveTo>
                <a:lnTo>
                  <a:pt x="1323975" y="1019175"/>
                </a:lnTo>
                <a:lnTo>
                  <a:pt x="1323975" y="1028700"/>
                </a:lnTo>
                <a:lnTo>
                  <a:pt x="1304925" y="1028700"/>
                </a:lnTo>
                <a:close/>
                <a:moveTo>
                  <a:pt x="1343025" y="1019175"/>
                </a:moveTo>
                <a:lnTo>
                  <a:pt x="1362075" y="1019175"/>
                </a:lnTo>
                <a:lnTo>
                  <a:pt x="1362075" y="1028700"/>
                </a:lnTo>
                <a:lnTo>
                  <a:pt x="1343025" y="1028700"/>
                </a:lnTo>
                <a:close/>
                <a:moveTo>
                  <a:pt x="390525" y="1123950"/>
                </a:moveTo>
                <a:lnTo>
                  <a:pt x="952500" y="1123950"/>
                </a:lnTo>
                <a:lnTo>
                  <a:pt x="952500" y="1133475"/>
                </a:lnTo>
                <a:lnTo>
                  <a:pt x="962025" y="1133475"/>
                </a:lnTo>
                <a:lnTo>
                  <a:pt x="962025" y="1390650"/>
                </a:lnTo>
                <a:lnTo>
                  <a:pt x="952500" y="1390650"/>
                </a:lnTo>
                <a:lnTo>
                  <a:pt x="952500" y="1143000"/>
                </a:lnTo>
                <a:lnTo>
                  <a:pt x="904875" y="1143000"/>
                </a:lnTo>
                <a:lnTo>
                  <a:pt x="904875" y="1152525"/>
                </a:lnTo>
                <a:lnTo>
                  <a:pt x="409575" y="1152525"/>
                </a:lnTo>
                <a:lnTo>
                  <a:pt x="409575" y="1162050"/>
                </a:lnTo>
                <a:lnTo>
                  <a:pt x="400050" y="1162050"/>
                </a:lnTo>
                <a:lnTo>
                  <a:pt x="400050" y="1171575"/>
                </a:lnTo>
                <a:lnTo>
                  <a:pt x="390525" y="1171575"/>
                </a:lnTo>
                <a:lnTo>
                  <a:pt x="390525" y="1285875"/>
                </a:lnTo>
                <a:lnTo>
                  <a:pt x="381000" y="1285875"/>
                </a:lnTo>
                <a:lnTo>
                  <a:pt x="381000" y="1133475"/>
                </a:lnTo>
                <a:lnTo>
                  <a:pt x="390525" y="1133475"/>
                </a:lnTo>
                <a:close/>
                <a:moveTo>
                  <a:pt x="1200150" y="1171575"/>
                </a:moveTo>
                <a:lnTo>
                  <a:pt x="1219200" y="1171575"/>
                </a:lnTo>
                <a:lnTo>
                  <a:pt x="1219200" y="1200150"/>
                </a:lnTo>
                <a:lnTo>
                  <a:pt x="1209675" y="1200150"/>
                </a:lnTo>
                <a:lnTo>
                  <a:pt x="1209675" y="1285875"/>
                </a:lnTo>
                <a:lnTo>
                  <a:pt x="1200150" y="1285875"/>
                </a:lnTo>
                <a:close/>
                <a:moveTo>
                  <a:pt x="1466850" y="1171575"/>
                </a:moveTo>
                <a:lnTo>
                  <a:pt x="1485900" y="1171575"/>
                </a:lnTo>
                <a:lnTo>
                  <a:pt x="1485900" y="1209675"/>
                </a:lnTo>
                <a:lnTo>
                  <a:pt x="1476375" y="1209675"/>
                </a:lnTo>
                <a:lnTo>
                  <a:pt x="1476375" y="1200150"/>
                </a:lnTo>
                <a:lnTo>
                  <a:pt x="1466850" y="1200150"/>
                </a:lnTo>
                <a:close/>
                <a:moveTo>
                  <a:pt x="495300" y="1190625"/>
                </a:moveTo>
                <a:lnTo>
                  <a:pt x="523875" y="1190625"/>
                </a:lnTo>
                <a:lnTo>
                  <a:pt x="523875" y="1200150"/>
                </a:lnTo>
                <a:lnTo>
                  <a:pt x="504825" y="1200150"/>
                </a:lnTo>
                <a:lnTo>
                  <a:pt x="504825" y="1209675"/>
                </a:lnTo>
                <a:lnTo>
                  <a:pt x="495300" y="1209675"/>
                </a:lnTo>
                <a:close/>
                <a:moveTo>
                  <a:pt x="523875" y="1200150"/>
                </a:moveTo>
                <a:lnTo>
                  <a:pt x="533400" y="1200150"/>
                </a:lnTo>
                <a:lnTo>
                  <a:pt x="533400" y="1209675"/>
                </a:lnTo>
                <a:lnTo>
                  <a:pt x="523875" y="1209675"/>
                </a:lnTo>
                <a:close/>
                <a:moveTo>
                  <a:pt x="485775" y="1238250"/>
                </a:moveTo>
                <a:lnTo>
                  <a:pt x="495300" y="1238250"/>
                </a:lnTo>
                <a:lnTo>
                  <a:pt x="495300" y="1257300"/>
                </a:lnTo>
                <a:lnTo>
                  <a:pt x="485775" y="1257300"/>
                </a:lnTo>
                <a:close/>
                <a:moveTo>
                  <a:pt x="533400" y="1247775"/>
                </a:moveTo>
                <a:lnTo>
                  <a:pt x="542925" y="1247775"/>
                </a:lnTo>
                <a:lnTo>
                  <a:pt x="542925" y="1257300"/>
                </a:lnTo>
                <a:lnTo>
                  <a:pt x="533400" y="1257300"/>
                </a:lnTo>
                <a:close/>
                <a:moveTo>
                  <a:pt x="476250" y="1257300"/>
                </a:moveTo>
                <a:lnTo>
                  <a:pt x="485775" y="1257300"/>
                </a:lnTo>
                <a:lnTo>
                  <a:pt x="485775" y="1266825"/>
                </a:lnTo>
                <a:lnTo>
                  <a:pt x="476250" y="1266825"/>
                </a:lnTo>
                <a:close/>
                <a:moveTo>
                  <a:pt x="542925" y="1257300"/>
                </a:moveTo>
                <a:lnTo>
                  <a:pt x="552450" y="1257300"/>
                </a:lnTo>
                <a:lnTo>
                  <a:pt x="552450" y="1276350"/>
                </a:lnTo>
                <a:lnTo>
                  <a:pt x="542925" y="1276350"/>
                </a:lnTo>
                <a:close/>
                <a:moveTo>
                  <a:pt x="600075" y="1257300"/>
                </a:moveTo>
                <a:lnTo>
                  <a:pt x="657225" y="1257300"/>
                </a:lnTo>
                <a:lnTo>
                  <a:pt x="657225" y="1266825"/>
                </a:lnTo>
                <a:lnTo>
                  <a:pt x="609600" y="1266825"/>
                </a:lnTo>
                <a:lnTo>
                  <a:pt x="609600" y="1276350"/>
                </a:lnTo>
                <a:lnTo>
                  <a:pt x="600075" y="1276350"/>
                </a:lnTo>
                <a:lnTo>
                  <a:pt x="600075" y="1304925"/>
                </a:lnTo>
                <a:lnTo>
                  <a:pt x="590550" y="1304925"/>
                </a:lnTo>
                <a:lnTo>
                  <a:pt x="590550" y="1266825"/>
                </a:lnTo>
                <a:lnTo>
                  <a:pt x="600075" y="1266825"/>
                </a:lnTo>
                <a:close/>
                <a:moveTo>
                  <a:pt x="704850" y="1257300"/>
                </a:moveTo>
                <a:lnTo>
                  <a:pt x="714375" y="1257300"/>
                </a:lnTo>
                <a:lnTo>
                  <a:pt x="714375" y="1266825"/>
                </a:lnTo>
                <a:lnTo>
                  <a:pt x="704850" y="1266825"/>
                </a:lnTo>
                <a:close/>
                <a:moveTo>
                  <a:pt x="466725" y="1266825"/>
                </a:moveTo>
                <a:lnTo>
                  <a:pt x="476250" y="1266825"/>
                </a:lnTo>
                <a:lnTo>
                  <a:pt x="476250" y="1285875"/>
                </a:lnTo>
                <a:lnTo>
                  <a:pt x="466725" y="1285875"/>
                </a:lnTo>
                <a:close/>
                <a:moveTo>
                  <a:pt x="714375" y="1266825"/>
                </a:moveTo>
                <a:lnTo>
                  <a:pt x="723900" y="1266825"/>
                </a:lnTo>
                <a:lnTo>
                  <a:pt x="723900" y="1371600"/>
                </a:lnTo>
                <a:lnTo>
                  <a:pt x="714375" y="1371600"/>
                </a:lnTo>
                <a:close/>
                <a:moveTo>
                  <a:pt x="857250" y="1266825"/>
                </a:moveTo>
                <a:lnTo>
                  <a:pt x="866775" y="1266825"/>
                </a:lnTo>
                <a:lnTo>
                  <a:pt x="866775" y="1295400"/>
                </a:lnTo>
                <a:lnTo>
                  <a:pt x="876300" y="1295400"/>
                </a:lnTo>
                <a:lnTo>
                  <a:pt x="876300" y="1371600"/>
                </a:lnTo>
                <a:lnTo>
                  <a:pt x="885825" y="1371600"/>
                </a:lnTo>
                <a:lnTo>
                  <a:pt x="885825" y="1381125"/>
                </a:lnTo>
                <a:lnTo>
                  <a:pt x="866775" y="1381125"/>
                </a:lnTo>
                <a:lnTo>
                  <a:pt x="866775" y="1304925"/>
                </a:lnTo>
                <a:lnTo>
                  <a:pt x="857250" y="1304925"/>
                </a:lnTo>
                <a:close/>
                <a:moveTo>
                  <a:pt x="552450" y="1276350"/>
                </a:moveTo>
                <a:lnTo>
                  <a:pt x="561975" y="1276350"/>
                </a:lnTo>
                <a:lnTo>
                  <a:pt x="561975" y="1371600"/>
                </a:lnTo>
                <a:lnTo>
                  <a:pt x="552450" y="1371600"/>
                </a:lnTo>
                <a:close/>
                <a:moveTo>
                  <a:pt x="771525" y="1276350"/>
                </a:moveTo>
                <a:lnTo>
                  <a:pt x="781050" y="1276350"/>
                </a:lnTo>
                <a:lnTo>
                  <a:pt x="781050" y="1304925"/>
                </a:lnTo>
                <a:lnTo>
                  <a:pt x="771525" y="1304925"/>
                </a:lnTo>
                <a:lnTo>
                  <a:pt x="771525" y="1314450"/>
                </a:lnTo>
                <a:lnTo>
                  <a:pt x="762000" y="1314450"/>
                </a:lnTo>
                <a:lnTo>
                  <a:pt x="762000" y="1295400"/>
                </a:lnTo>
                <a:lnTo>
                  <a:pt x="771525" y="1295400"/>
                </a:lnTo>
                <a:close/>
                <a:moveTo>
                  <a:pt x="752475" y="1314450"/>
                </a:moveTo>
                <a:lnTo>
                  <a:pt x="762000" y="1314450"/>
                </a:lnTo>
                <a:lnTo>
                  <a:pt x="762000" y="1381125"/>
                </a:lnTo>
                <a:lnTo>
                  <a:pt x="752475" y="1381125"/>
                </a:lnTo>
                <a:close/>
                <a:moveTo>
                  <a:pt x="1190625" y="1333500"/>
                </a:moveTo>
                <a:lnTo>
                  <a:pt x="1200150" y="1333500"/>
                </a:lnTo>
                <a:lnTo>
                  <a:pt x="1200150" y="1466850"/>
                </a:lnTo>
                <a:lnTo>
                  <a:pt x="1190625" y="1466850"/>
                </a:lnTo>
                <a:close/>
                <a:moveTo>
                  <a:pt x="381000" y="1352550"/>
                </a:moveTo>
                <a:lnTo>
                  <a:pt x="390525" y="1352550"/>
                </a:lnTo>
                <a:lnTo>
                  <a:pt x="390525" y="1371600"/>
                </a:lnTo>
                <a:lnTo>
                  <a:pt x="381000" y="1371600"/>
                </a:lnTo>
                <a:close/>
                <a:moveTo>
                  <a:pt x="466725" y="1352550"/>
                </a:moveTo>
                <a:lnTo>
                  <a:pt x="476250" y="1352550"/>
                </a:lnTo>
                <a:lnTo>
                  <a:pt x="476250" y="1381125"/>
                </a:lnTo>
                <a:lnTo>
                  <a:pt x="466725" y="1381125"/>
                </a:lnTo>
                <a:close/>
                <a:moveTo>
                  <a:pt x="561975" y="1371600"/>
                </a:moveTo>
                <a:lnTo>
                  <a:pt x="571500" y="1371600"/>
                </a:lnTo>
                <a:lnTo>
                  <a:pt x="571500" y="1381125"/>
                </a:lnTo>
                <a:lnTo>
                  <a:pt x="561975" y="1381125"/>
                </a:lnTo>
                <a:close/>
                <a:moveTo>
                  <a:pt x="457200" y="1381125"/>
                </a:moveTo>
                <a:lnTo>
                  <a:pt x="466725" y="1381125"/>
                </a:lnTo>
                <a:lnTo>
                  <a:pt x="466725" y="1390650"/>
                </a:lnTo>
                <a:lnTo>
                  <a:pt x="457200" y="1390650"/>
                </a:lnTo>
                <a:close/>
                <a:moveTo>
                  <a:pt x="390525" y="1428750"/>
                </a:moveTo>
                <a:lnTo>
                  <a:pt x="400050" y="1428750"/>
                </a:lnTo>
                <a:lnTo>
                  <a:pt x="400050" y="1438275"/>
                </a:lnTo>
                <a:lnTo>
                  <a:pt x="390525" y="1438275"/>
                </a:lnTo>
                <a:close/>
                <a:moveTo>
                  <a:pt x="381000" y="1438275"/>
                </a:moveTo>
                <a:lnTo>
                  <a:pt x="390525" y="1438275"/>
                </a:lnTo>
                <a:lnTo>
                  <a:pt x="390525" y="1552575"/>
                </a:lnTo>
                <a:lnTo>
                  <a:pt x="381000" y="1552575"/>
                </a:lnTo>
                <a:close/>
                <a:moveTo>
                  <a:pt x="952500" y="1457325"/>
                </a:moveTo>
                <a:lnTo>
                  <a:pt x="962025" y="1457325"/>
                </a:lnTo>
                <a:lnTo>
                  <a:pt x="962025" y="1600200"/>
                </a:lnTo>
                <a:lnTo>
                  <a:pt x="942975" y="1600200"/>
                </a:lnTo>
                <a:lnTo>
                  <a:pt x="942975" y="1590675"/>
                </a:lnTo>
                <a:lnTo>
                  <a:pt x="952500" y="1590675"/>
                </a:lnTo>
                <a:close/>
                <a:moveTo>
                  <a:pt x="1466850" y="1457325"/>
                </a:moveTo>
                <a:lnTo>
                  <a:pt x="1476375" y="1457325"/>
                </a:lnTo>
                <a:lnTo>
                  <a:pt x="1476375" y="1466850"/>
                </a:lnTo>
                <a:lnTo>
                  <a:pt x="1466850" y="1466850"/>
                </a:lnTo>
                <a:close/>
                <a:moveTo>
                  <a:pt x="1200150" y="1466850"/>
                </a:moveTo>
                <a:lnTo>
                  <a:pt x="1209675" y="1466850"/>
                </a:lnTo>
                <a:lnTo>
                  <a:pt x="1209675" y="1476375"/>
                </a:lnTo>
                <a:lnTo>
                  <a:pt x="1200150" y="1476375"/>
                </a:lnTo>
                <a:close/>
                <a:moveTo>
                  <a:pt x="457200" y="1476375"/>
                </a:moveTo>
                <a:lnTo>
                  <a:pt x="609600" y="1476375"/>
                </a:lnTo>
                <a:lnTo>
                  <a:pt x="609600" y="1485900"/>
                </a:lnTo>
                <a:lnTo>
                  <a:pt x="619125" y="1485900"/>
                </a:lnTo>
                <a:lnTo>
                  <a:pt x="619125" y="1504950"/>
                </a:lnTo>
                <a:lnTo>
                  <a:pt x="609600" y="1504950"/>
                </a:lnTo>
                <a:lnTo>
                  <a:pt x="609600" y="1495425"/>
                </a:lnTo>
                <a:lnTo>
                  <a:pt x="600075" y="1495425"/>
                </a:lnTo>
                <a:lnTo>
                  <a:pt x="600075" y="1485900"/>
                </a:lnTo>
                <a:lnTo>
                  <a:pt x="466725" y="1485900"/>
                </a:lnTo>
                <a:lnTo>
                  <a:pt x="466725" y="1495425"/>
                </a:lnTo>
                <a:lnTo>
                  <a:pt x="457200" y="1495425"/>
                </a:lnTo>
                <a:lnTo>
                  <a:pt x="457200" y="1533525"/>
                </a:lnTo>
                <a:lnTo>
                  <a:pt x="447675" y="1533525"/>
                </a:lnTo>
                <a:lnTo>
                  <a:pt x="447675" y="1485900"/>
                </a:lnTo>
                <a:lnTo>
                  <a:pt x="457200" y="1485900"/>
                </a:lnTo>
                <a:close/>
                <a:moveTo>
                  <a:pt x="666750" y="1476375"/>
                </a:moveTo>
                <a:lnTo>
                  <a:pt x="676275" y="1476375"/>
                </a:lnTo>
                <a:lnTo>
                  <a:pt x="676275" y="1485900"/>
                </a:lnTo>
                <a:lnTo>
                  <a:pt x="666750" y="1485900"/>
                </a:lnTo>
                <a:close/>
                <a:moveTo>
                  <a:pt x="752475" y="1476375"/>
                </a:moveTo>
                <a:lnTo>
                  <a:pt x="762000" y="1476375"/>
                </a:lnTo>
                <a:lnTo>
                  <a:pt x="762000" y="1485900"/>
                </a:lnTo>
                <a:lnTo>
                  <a:pt x="752475" y="1485900"/>
                </a:lnTo>
                <a:close/>
                <a:moveTo>
                  <a:pt x="1209675" y="1476375"/>
                </a:moveTo>
                <a:lnTo>
                  <a:pt x="1266825" y="1476375"/>
                </a:lnTo>
                <a:lnTo>
                  <a:pt x="1266825" y="1485900"/>
                </a:lnTo>
                <a:lnTo>
                  <a:pt x="1209675" y="1485900"/>
                </a:lnTo>
                <a:close/>
                <a:moveTo>
                  <a:pt x="1295400" y="1476375"/>
                </a:moveTo>
                <a:lnTo>
                  <a:pt x="1323975" y="1476375"/>
                </a:lnTo>
                <a:lnTo>
                  <a:pt x="1323975" y="1485900"/>
                </a:lnTo>
                <a:lnTo>
                  <a:pt x="1295400" y="1485900"/>
                </a:lnTo>
                <a:close/>
                <a:moveTo>
                  <a:pt x="1343025" y="1476375"/>
                </a:moveTo>
                <a:lnTo>
                  <a:pt x="1352550" y="1476375"/>
                </a:lnTo>
                <a:lnTo>
                  <a:pt x="1352550" y="1485900"/>
                </a:lnTo>
                <a:lnTo>
                  <a:pt x="1343025" y="1485900"/>
                </a:lnTo>
                <a:close/>
                <a:moveTo>
                  <a:pt x="1362075" y="1476375"/>
                </a:moveTo>
                <a:lnTo>
                  <a:pt x="1438275" y="1476375"/>
                </a:lnTo>
                <a:lnTo>
                  <a:pt x="1438275" y="1485900"/>
                </a:lnTo>
                <a:lnTo>
                  <a:pt x="1362075" y="1485900"/>
                </a:lnTo>
                <a:close/>
                <a:moveTo>
                  <a:pt x="657225" y="1485900"/>
                </a:moveTo>
                <a:lnTo>
                  <a:pt x="666750" y="1485900"/>
                </a:lnTo>
                <a:lnTo>
                  <a:pt x="666750" y="1600200"/>
                </a:lnTo>
                <a:lnTo>
                  <a:pt x="657225" y="1600200"/>
                </a:lnTo>
                <a:close/>
                <a:moveTo>
                  <a:pt x="762000" y="1485900"/>
                </a:moveTo>
                <a:lnTo>
                  <a:pt x="771525" y="1485900"/>
                </a:lnTo>
                <a:lnTo>
                  <a:pt x="771525" y="1590675"/>
                </a:lnTo>
                <a:lnTo>
                  <a:pt x="790575" y="1590675"/>
                </a:lnTo>
                <a:lnTo>
                  <a:pt x="790575" y="1543050"/>
                </a:lnTo>
                <a:lnTo>
                  <a:pt x="800100" y="1543050"/>
                </a:lnTo>
                <a:lnTo>
                  <a:pt x="800100" y="1504950"/>
                </a:lnTo>
                <a:lnTo>
                  <a:pt x="809625" y="1504950"/>
                </a:lnTo>
                <a:lnTo>
                  <a:pt x="809625" y="1495425"/>
                </a:lnTo>
                <a:lnTo>
                  <a:pt x="819150" y="1495425"/>
                </a:lnTo>
                <a:lnTo>
                  <a:pt x="819150" y="1485900"/>
                </a:lnTo>
                <a:lnTo>
                  <a:pt x="838200" y="1485900"/>
                </a:lnTo>
                <a:lnTo>
                  <a:pt x="838200" y="1495425"/>
                </a:lnTo>
                <a:lnTo>
                  <a:pt x="819150" y="1495425"/>
                </a:lnTo>
                <a:lnTo>
                  <a:pt x="819150" y="1504950"/>
                </a:lnTo>
                <a:lnTo>
                  <a:pt x="809625" y="1504950"/>
                </a:lnTo>
                <a:lnTo>
                  <a:pt x="809625" y="1552575"/>
                </a:lnTo>
                <a:lnTo>
                  <a:pt x="800100" y="1552575"/>
                </a:lnTo>
                <a:lnTo>
                  <a:pt x="800100" y="1581150"/>
                </a:lnTo>
                <a:lnTo>
                  <a:pt x="809625" y="1581150"/>
                </a:lnTo>
                <a:lnTo>
                  <a:pt x="809625" y="1600200"/>
                </a:lnTo>
                <a:lnTo>
                  <a:pt x="790575" y="1600200"/>
                </a:lnTo>
                <a:lnTo>
                  <a:pt x="790575" y="1609725"/>
                </a:lnTo>
                <a:lnTo>
                  <a:pt x="771525" y="1609725"/>
                </a:lnTo>
                <a:lnTo>
                  <a:pt x="771525" y="1600200"/>
                </a:lnTo>
                <a:lnTo>
                  <a:pt x="762000" y="1600200"/>
                </a:lnTo>
                <a:close/>
                <a:moveTo>
                  <a:pt x="838200" y="1495425"/>
                </a:moveTo>
                <a:lnTo>
                  <a:pt x="847725" y="1495425"/>
                </a:lnTo>
                <a:lnTo>
                  <a:pt x="847725" y="1504950"/>
                </a:lnTo>
                <a:lnTo>
                  <a:pt x="838200" y="1504950"/>
                </a:lnTo>
                <a:close/>
                <a:moveTo>
                  <a:pt x="847725" y="1504950"/>
                </a:moveTo>
                <a:lnTo>
                  <a:pt x="857250" y="1504950"/>
                </a:lnTo>
                <a:lnTo>
                  <a:pt x="857250" y="1543050"/>
                </a:lnTo>
                <a:lnTo>
                  <a:pt x="866775" y="1543050"/>
                </a:lnTo>
                <a:lnTo>
                  <a:pt x="866775" y="1590675"/>
                </a:lnTo>
                <a:lnTo>
                  <a:pt x="876300" y="1590675"/>
                </a:lnTo>
                <a:lnTo>
                  <a:pt x="876300" y="1600200"/>
                </a:lnTo>
                <a:lnTo>
                  <a:pt x="885825" y="1600200"/>
                </a:lnTo>
                <a:lnTo>
                  <a:pt x="885825" y="1609725"/>
                </a:lnTo>
                <a:lnTo>
                  <a:pt x="866775" y="1609725"/>
                </a:lnTo>
                <a:lnTo>
                  <a:pt x="866775" y="1600200"/>
                </a:lnTo>
                <a:lnTo>
                  <a:pt x="857250" y="1600200"/>
                </a:lnTo>
                <a:lnTo>
                  <a:pt x="857250" y="1590675"/>
                </a:lnTo>
                <a:lnTo>
                  <a:pt x="847725" y="1590675"/>
                </a:lnTo>
                <a:lnTo>
                  <a:pt x="847725" y="1581150"/>
                </a:lnTo>
                <a:lnTo>
                  <a:pt x="857250" y="1581150"/>
                </a:lnTo>
                <a:lnTo>
                  <a:pt x="857250" y="1552575"/>
                </a:lnTo>
                <a:lnTo>
                  <a:pt x="847725" y="1552575"/>
                </a:lnTo>
                <a:close/>
                <a:moveTo>
                  <a:pt x="619125" y="1514475"/>
                </a:moveTo>
                <a:lnTo>
                  <a:pt x="628650" y="1514475"/>
                </a:lnTo>
                <a:lnTo>
                  <a:pt x="628650" y="1543050"/>
                </a:lnTo>
                <a:lnTo>
                  <a:pt x="619125" y="1543050"/>
                </a:lnTo>
                <a:close/>
                <a:moveTo>
                  <a:pt x="438150" y="1533525"/>
                </a:moveTo>
                <a:lnTo>
                  <a:pt x="447675" y="1533525"/>
                </a:lnTo>
                <a:lnTo>
                  <a:pt x="447675" y="1552575"/>
                </a:lnTo>
                <a:lnTo>
                  <a:pt x="438150" y="1552575"/>
                </a:lnTo>
                <a:close/>
                <a:moveTo>
                  <a:pt x="628650" y="1543050"/>
                </a:moveTo>
                <a:lnTo>
                  <a:pt x="638175" y="1543050"/>
                </a:lnTo>
                <a:lnTo>
                  <a:pt x="638175" y="1590675"/>
                </a:lnTo>
                <a:lnTo>
                  <a:pt x="647700" y="1590675"/>
                </a:lnTo>
                <a:lnTo>
                  <a:pt x="647700" y="1600200"/>
                </a:lnTo>
                <a:lnTo>
                  <a:pt x="657225" y="1600200"/>
                </a:lnTo>
                <a:lnTo>
                  <a:pt x="657225" y="1609725"/>
                </a:lnTo>
                <a:lnTo>
                  <a:pt x="638175" y="1609725"/>
                </a:lnTo>
                <a:lnTo>
                  <a:pt x="638175" y="1600200"/>
                </a:lnTo>
                <a:lnTo>
                  <a:pt x="628650" y="1600200"/>
                </a:lnTo>
                <a:close/>
                <a:moveTo>
                  <a:pt x="161925" y="1562100"/>
                </a:moveTo>
                <a:lnTo>
                  <a:pt x="180975" y="1562100"/>
                </a:lnTo>
                <a:lnTo>
                  <a:pt x="180975" y="1571625"/>
                </a:lnTo>
                <a:lnTo>
                  <a:pt x="200025" y="1571625"/>
                </a:lnTo>
                <a:lnTo>
                  <a:pt x="200025" y="1562100"/>
                </a:lnTo>
                <a:lnTo>
                  <a:pt x="209550" y="1562100"/>
                </a:lnTo>
                <a:lnTo>
                  <a:pt x="209550" y="1571625"/>
                </a:lnTo>
                <a:lnTo>
                  <a:pt x="276225" y="1571625"/>
                </a:lnTo>
                <a:lnTo>
                  <a:pt x="276225" y="1581150"/>
                </a:lnTo>
                <a:lnTo>
                  <a:pt x="104775" y="1581150"/>
                </a:lnTo>
                <a:lnTo>
                  <a:pt x="104775" y="1571625"/>
                </a:lnTo>
                <a:lnTo>
                  <a:pt x="161925" y="1571625"/>
                </a:lnTo>
                <a:close/>
                <a:moveTo>
                  <a:pt x="276225" y="1581150"/>
                </a:moveTo>
                <a:lnTo>
                  <a:pt x="285750" y="1581150"/>
                </a:lnTo>
                <a:lnTo>
                  <a:pt x="285750" y="1590675"/>
                </a:lnTo>
                <a:lnTo>
                  <a:pt x="276225" y="1590675"/>
                </a:lnTo>
                <a:close/>
                <a:moveTo>
                  <a:pt x="428625" y="1581150"/>
                </a:moveTo>
                <a:lnTo>
                  <a:pt x="438150" y="1581150"/>
                </a:lnTo>
                <a:lnTo>
                  <a:pt x="438150" y="1600200"/>
                </a:lnTo>
                <a:lnTo>
                  <a:pt x="428625" y="1600200"/>
                </a:lnTo>
                <a:close/>
                <a:moveTo>
                  <a:pt x="285750" y="1590675"/>
                </a:moveTo>
                <a:lnTo>
                  <a:pt x="295275" y="1590675"/>
                </a:lnTo>
                <a:lnTo>
                  <a:pt x="295275" y="1704975"/>
                </a:lnTo>
                <a:lnTo>
                  <a:pt x="285750" y="1704975"/>
                </a:lnTo>
                <a:close/>
                <a:moveTo>
                  <a:pt x="381000" y="1590675"/>
                </a:moveTo>
                <a:lnTo>
                  <a:pt x="390525" y="1590675"/>
                </a:lnTo>
                <a:lnTo>
                  <a:pt x="390525" y="1600200"/>
                </a:lnTo>
                <a:lnTo>
                  <a:pt x="381000" y="1600200"/>
                </a:lnTo>
                <a:close/>
                <a:moveTo>
                  <a:pt x="390525" y="1600200"/>
                </a:moveTo>
                <a:lnTo>
                  <a:pt x="409575" y="1600200"/>
                </a:lnTo>
                <a:lnTo>
                  <a:pt x="409575" y="1609725"/>
                </a:lnTo>
                <a:lnTo>
                  <a:pt x="390525" y="1609725"/>
                </a:lnTo>
                <a:close/>
                <a:moveTo>
                  <a:pt x="419100" y="1600200"/>
                </a:moveTo>
                <a:lnTo>
                  <a:pt x="428625" y="1600200"/>
                </a:lnTo>
                <a:lnTo>
                  <a:pt x="428625" y="1609725"/>
                </a:lnTo>
                <a:lnTo>
                  <a:pt x="419100" y="1609725"/>
                </a:lnTo>
                <a:close/>
                <a:moveTo>
                  <a:pt x="85725" y="1638300"/>
                </a:moveTo>
                <a:lnTo>
                  <a:pt x="95250" y="1638300"/>
                </a:lnTo>
                <a:lnTo>
                  <a:pt x="95250" y="1685925"/>
                </a:lnTo>
                <a:lnTo>
                  <a:pt x="85725" y="1685925"/>
                </a:lnTo>
                <a:close/>
                <a:moveTo>
                  <a:pt x="95250" y="1704975"/>
                </a:moveTo>
                <a:lnTo>
                  <a:pt x="104775" y="1704975"/>
                </a:lnTo>
                <a:lnTo>
                  <a:pt x="104775" y="1733550"/>
                </a:lnTo>
                <a:lnTo>
                  <a:pt x="95250" y="1733550"/>
                </a:lnTo>
                <a:close/>
                <a:moveTo>
                  <a:pt x="276225" y="1714500"/>
                </a:moveTo>
                <a:lnTo>
                  <a:pt x="285750" y="1714500"/>
                </a:lnTo>
                <a:lnTo>
                  <a:pt x="285750" y="1733550"/>
                </a:lnTo>
                <a:lnTo>
                  <a:pt x="276225" y="1733550"/>
                </a:lnTo>
                <a:close/>
                <a:moveTo>
                  <a:pt x="104775" y="1733550"/>
                </a:moveTo>
                <a:lnTo>
                  <a:pt x="114300" y="1733550"/>
                </a:lnTo>
                <a:lnTo>
                  <a:pt x="114300" y="1752600"/>
                </a:lnTo>
                <a:lnTo>
                  <a:pt x="104775" y="1752600"/>
                </a:lnTo>
                <a:close/>
                <a:moveTo>
                  <a:pt x="285750" y="1733550"/>
                </a:moveTo>
                <a:lnTo>
                  <a:pt x="295275" y="1733550"/>
                </a:lnTo>
                <a:lnTo>
                  <a:pt x="295275" y="1743075"/>
                </a:lnTo>
                <a:lnTo>
                  <a:pt x="285750" y="1743075"/>
                </a:lnTo>
                <a:close/>
                <a:moveTo>
                  <a:pt x="1562100" y="1733550"/>
                </a:moveTo>
                <a:lnTo>
                  <a:pt x="1571625" y="1733550"/>
                </a:lnTo>
                <a:lnTo>
                  <a:pt x="1571625" y="1743075"/>
                </a:lnTo>
                <a:lnTo>
                  <a:pt x="1562100" y="1743075"/>
                </a:lnTo>
                <a:close/>
                <a:moveTo>
                  <a:pt x="295275" y="1743075"/>
                </a:moveTo>
                <a:lnTo>
                  <a:pt x="1095375" y="1743075"/>
                </a:lnTo>
                <a:lnTo>
                  <a:pt x="1095375" y="1752600"/>
                </a:lnTo>
                <a:lnTo>
                  <a:pt x="295275" y="1752600"/>
                </a:lnTo>
                <a:close/>
                <a:moveTo>
                  <a:pt x="1571625" y="1743075"/>
                </a:moveTo>
                <a:lnTo>
                  <a:pt x="1581150" y="1743075"/>
                </a:lnTo>
                <a:lnTo>
                  <a:pt x="1581150" y="1752600"/>
                </a:lnTo>
                <a:lnTo>
                  <a:pt x="1571625" y="1752600"/>
                </a:lnTo>
                <a:close/>
                <a:moveTo>
                  <a:pt x="114300" y="1752600"/>
                </a:moveTo>
                <a:lnTo>
                  <a:pt x="123825" y="1752600"/>
                </a:lnTo>
                <a:lnTo>
                  <a:pt x="123825" y="1771650"/>
                </a:lnTo>
                <a:lnTo>
                  <a:pt x="114300" y="1771650"/>
                </a:lnTo>
                <a:close/>
                <a:moveTo>
                  <a:pt x="123825" y="1771650"/>
                </a:moveTo>
                <a:lnTo>
                  <a:pt x="133350" y="1771650"/>
                </a:lnTo>
                <a:lnTo>
                  <a:pt x="133350" y="1781175"/>
                </a:lnTo>
                <a:lnTo>
                  <a:pt x="123825" y="1781175"/>
                </a:lnTo>
                <a:close/>
              </a:path>
            </a:pathLst>
          </a:custGeom>
          <a:solidFill xmlns:a="http://schemas.openxmlformats.org/drawingml/2006/main">
            <a:srgbClr val="F6A261"/>
          </a:solidFill>
          <a:ln xmlns:a="http://schemas.openxmlformats.org/drawingml/2006/main" w="0">
            <a:noFill/>
          </a:ln>
        </p:spPr>
      </p:sp>
      <p:sp>
        <p:nvSpPr>
          <p:cNvPr id="128" name="logo7 vector #fb892c">
            <a:extLst xmlns:a="http://schemas.openxmlformats.org/drawingml/2006/main">
              <a:ext uri="{FF2B5EF4-FFF2-40B4-BE49-F238E27FC236}">
                <a16:creationId xmlns:a16="http://schemas.microsoft.com/office/drawing/2014/main" id="{3DEC598C-12E8-4B45-97A7-74BE7DE1A98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5300" y="5210175"/>
            <a:ext cx="2305050" cy="2105025"/>
          </a:xfrm>
          <a:custGeom xmlns:a="http://schemas.openxmlformats.org/drawingml/2006/main">
            <a:pathLst>
              <a:path w="1952625" h="1781175">
                <a:moveTo>
                  <a:pt x="361950" y="723900"/>
                </a:moveTo>
                <a:lnTo>
                  <a:pt x="504825" y="723900"/>
                </a:lnTo>
                <a:lnTo>
                  <a:pt x="504825" y="733425"/>
                </a:lnTo>
                <a:lnTo>
                  <a:pt x="514350" y="733425"/>
                </a:lnTo>
                <a:lnTo>
                  <a:pt x="514350" y="752475"/>
                </a:lnTo>
                <a:lnTo>
                  <a:pt x="504825" y="752475"/>
                </a:lnTo>
                <a:lnTo>
                  <a:pt x="504825" y="781050"/>
                </a:lnTo>
                <a:lnTo>
                  <a:pt x="495300" y="781050"/>
                </a:lnTo>
                <a:lnTo>
                  <a:pt x="495300" y="809625"/>
                </a:lnTo>
                <a:lnTo>
                  <a:pt x="485775" y="809625"/>
                </a:lnTo>
                <a:lnTo>
                  <a:pt x="485775" y="857250"/>
                </a:lnTo>
                <a:lnTo>
                  <a:pt x="476250" y="857250"/>
                </a:lnTo>
                <a:lnTo>
                  <a:pt x="476250" y="885825"/>
                </a:lnTo>
                <a:lnTo>
                  <a:pt x="466725" y="885825"/>
                </a:lnTo>
                <a:lnTo>
                  <a:pt x="466725" y="895350"/>
                </a:lnTo>
                <a:lnTo>
                  <a:pt x="314325" y="895350"/>
                </a:lnTo>
                <a:lnTo>
                  <a:pt x="314325" y="904875"/>
                </a:lnTo>
                <a:lnTo>
                  <a:pt x="295275" y="904875"/>
                </a:lnTo>
                <a:lnTo>
                  <a:pt x="295275" y="857250"/>
                </a:lnTo>
                <a:lnTo>
                  <a:pt x="304800" y="857250"/>
                </a:lnTo>
                <a:lnTo>
                  <a:pt x="304800" y="838200"/>
                </a:lnTo>
                <a:lnTo>
                  <a:pt x="314325" y="838200"/>
                </a:lnTo>
                <a:lnTo>
                  <a:pt x="314325" y="819150"/>
                </a:lnTo>
                <a:lnTo>
                  <a:pt x="323850" y="819150"/>
                </a:lnTo>
                <a:lnTo>
                  <a:pt x="323850" y="800100"/>
                </a:lnTo>
                <a:lnTo>
                  <a:pt x="333375" y="800100"/>
                </a:lnTo>
                <a:lnTo>
                  <a:pt x="333375" y="771525"/>
                </a:lnTo>
                <a:lnTo>
                  <a:pt x="342900" y="771525"/>
                </a:lnTo>
                <a:lnTo>
                  <a:pt x="342900" y="752475"/>
                </a:lnTo>
                <a:lnTo>
                  <a:pt x="352425" y="752475"/>
                </a:lnTo>
                <a:lnTo>
                  <a:pt x="352425" y="733425"/>
                </a:lnTo>
                <a:lnTo>
                  <a:pt x="361950" y="733425"/>
                </a:lnTo>
                <a:close/>
                <a:moveTo>
                  <a:pt x="704850" y="723900"/>
                </a:moveTo>
                <a:lnTo>
                  <a:pt x="847725" y="723900"/>
                </a:lnTo>
                <a:lnTo>
                  <a:pt x="847725" y="733425"/>
                </a:lnTo>
                <a:lnTo>
                  <a:pt x="857250" y="733425"/>
                </a:lnTo>
                <a:lnTo>
                  <a:pt x="857250" y="895350"/>
                </a:lnTo>
                <a:lnTo>
                  <a:pt x="847725" y="895350"/>
                </a:lnTo>
                <a:lnTo>
                  <a:pt x="847725" y="904875"/>
                </a:lnTo>
                <a:lnTo>
                  <a:pt x="809625" y="904875"/>
                </a:lnTo>
                <a:lnTo>
                  <a:pt x="809625" y="895350"/>
                </a:lnTo>
                <a:lnTo>
                  <a:pt x="676275" y="895350"/>
                </a:lnTo>
                <a:lnTo>
                  <a:pt x="676275" y="828675"/>
                </a:lnTo>
                <a:lnTo>
                  <a:pt x="685800" y="828675"/>
                </a:lnTo>
                <a:lnTo>
                  <a:pt x="685800" y="771525"/>
                </a:lnTo>
                <a:lnTo>
                  <a:pt x="695325" y="771525"/>
                </a:lnTo>
                <a:lnTo>
                  <a:pt x="695325" y="733425"/>
                </a:lnTo>
                <a:lnTo>
                  <a:pt x="704850" y="733425"/>
                </a:lnTo>
                <a:close/>
                <a:moveTo>
                  <a:pt x="1057275" y="723900"/>
                </a:moveTo>
                <a:lnTo>
                  <a:pt x="1200150" y="723900"/>
                </a:lnTo>
                <a:lnTo>
                  <a:pt x="1200150" y="733425"/>
                </a:lnTo>
                <a:lnTo>
                  <a:pt x="1209675" y="733425"/>
                </a:lnTo>
                <a:lnTo>
                  <a:pt x="1209675" y="781050"/>
                </a:lnTo>
                <a:lnTo>
                  <a:pt x="1219200" y="781050"/>
                </a:lnTo>
                <a:lnTo>
                  <a:pt x="1219200" y="847725"/>
                </a:lnTo>
                <a:lnTo>
                  <a:pt x="1228725" y="847725"/>
                </a:lnTo>
                <a:lnTo>
                  <a:pt x="1228725" y="895350"/>
                </a:lnTo>
                <a:lnTo>
                  <a:pt x="1057275" y="895350"/>
                </a:lnTo>
                <a:lnTo>
                  <a:pt x="1057275" y="885825"/>
                </a:lnTo>
                <a:lnTo>
                  <a:pt x="1047750" y="885825"/>
                </a:lnTo>
                <a:lnTo>
                  <a:pt x="1047750" y="733425"/>
                </a:lnTo>
                <a:lnTo>
                  <a:pt x="1057275" y="733425"/>
                </a:lnTo>
                <a:close/>
                <a:moveTo>
                  <a:pt x="1400175" y="723900"/>
                </a:moveTo>
                <a:lnTo>
                  <a:pt x="1533525" y="723900"/>
                </a:lnTo>
                <a:lnTo>
                  <a:pt x="1533525" y="733425"/>
                </a:lnTo>
                <a:lnTo>
                  <a:pt x="1543050" y="733425"/>
                </a:lnTo>
                <a:lnTo>
                  <a:pt x="1543050" y="742950"/>
                </a:lnTo>
                <a:lnTo>
                  <a:pt x="1552575" y="742950"/>
                </a:lnTo>
                <a:lnTo>
                  <a:pt x="1552575" y="762000"/>
                </a:lnTo>
                <a:lnTo>
                  <a:pt x="1562100" y="762000"/>
                </a:lnTo>
                <a:lnTo>
                  <a:pt x="1562100" y="781050"/>
                </a:lnTo>
                <a:lnTo>
                  <a:pt x="1571625" y="781050"/>
                </a:lnTo>
                <a:lnTo>
                  <a:pt x="1571625" y="800100"/>
                </a:lnTo>
                <a:lnTo>
                  <a:pt x="1581150" y="800100"/>
                </a:lnTo>
                <a:lnTo>
                  <a:pt x="1581150" y="828675"/>
                </a:lnTo>
                <a:lnTo>
                  <a:pt x="1590675" y="828675"/>
                </a:lnTo>
                <a:lnTo>
                  <a:pt x="1590675" y="847725"/>
                </a:lnTo>
                <a:lnTo>
                  <a:pt x="1600200" y="847725"/>
                </a:lnTo>
                <a:lnTo>
                  <a:pt x="1600200" y="866775"/>
                </a:lnTo>
                <a:lnTo>
                  <a:pt x="1609725" y="866775"/>
                </a:lnTo>
                <a:lnTo>
                  <a:pt x="1609725" y="895350"/>
                </a:lnTo>
                <a:lnTo>
                  <a:pt x="1600200" y="895350"/>
                </a:lnTo>
                <a:lnTo>
                  <a:pt x="1600200" y="904875"/>
                </a:lnTo>
                <a:lnTo>
                  <a:pt x="1590675" y="904875"/>
                </a:lnTo>
                <a:lnTo>
                  <a:pt x="1590675" y="895350"/>
                </a:lnTo>
                <a:lnTo>
                  <a:pt x="1438275" y="895350"/>
                </a:lnTo>
                <a:lnTo>
                  <a:pt x="1438275" y="885825"/>
                </a:lnTo>
                <a:lnTo>
                  <a:pt x="1428750" y="885825"/>
                </a:lnTo>
                <a:lnTo>
                  <a:pt x="1428750" y="866775"/>
                </a:lnTo>
                <a:lnTo>
                  <a:pt x="1419225" y="866775"/>
                </a:lnTo>
                <a:lnTo>
                  <a:pt x="1419225" y="828675"/>
                </a:lnTo>
                <a:lnTo>
                  <a:pt x="1409700" y="828675"/>
                </a:lnTo>
                <a:lnTo>
                  <a:pt x="1409700" y="781050"/>
                </a:lnTo>
                <a:lnTo>
                  <a:pt x="1400175" y="781050"/>
                </a:lnTo>
                <a:lnTo>
                  <a:pt x="1400175" y="742950"/>
                </a:lnTo>
                <a:lnTo>
                  <a:pt x="1390650" y="742950"/>
                </a:lnTo>
                <a:lnTo>
                  <a:pt x="1390650" y="733425"/>
                </a:lnTo>
                <a:lnTo>
                  <a:pt x="1400175" y="733425"/>
                </a:lnTo>
                <a:close/>
                <a:moveTo>
                  <a:pt x="276225" y="962025"/>
                </a:moveTo>
                <a:lnTo>
                  <a:pt x="295275" y="962025"/>
                </a:lnTo>
                <a:lnTo>
                  <a:pt x="295275" y="971550"/>
                </a:lnTo>
                <a:lnTo>
                  <a:pt x="276225" y="971550"/>
                </a:lnTo>
                <a:close/>
                <a:moveTo>
                  <a:pt x="457200" y="962025"/>
                </a:moveTo>
                <a:lnTo>
                  <a:pt x="466725" y="962025"/>
                </a:lnTo>
                <a:lnTo>
                  <a:pt x="466725" y="971550"/>
                </a:lnTo>
                <a:lnTo>
                  <a:pt x="457200" y="971550"/>
                </a:lnTo>
                <a:close/>
                <a:moveTo>
                  <a:pt x="847725" y="962025"/>
                </a:moveTo>
                <a:lnTo>
                  <a:pt x="866775" y="962025"/>
                </a:lnTo>
                <a:lnTo>
                  <a:pt x="866775" y="971550"/>
                </a:lnTo>
                <a:lnTo>
                  <a:pt x="847725" y="971550"/>
                </a:lnTo>
                <a:close/>
                <a:moveTo>
                  <a:pt x="1047750" y="962025"/>
                </a:moveTo>
                <a:lnTo>
                  <a:pt x="1057275" y="962025"/>
                </a:lnTo>
                <a:lnTo>
                  <a:pt x="1057275" y="971550"/>
                </a:lnTo>
                <a:lnTo>
                  <a:pt x="1047750" y="971550"/>
                </a:lnTo>
                <a:close/>
                <a:moveTo>
                  <a:pt x="1428750" y="962025"/>
                </a:moveTo>
                <a:lnTo>
                  <a:pt x="1438275" y="962025"/>
                </a:lnTo>
                <a:lnTo>
                  <a:pt x="1438275" y="971550"/>
                </a:lnTo>
                <a:lnTo>
                  <a:pt x="1428750" y="971550"/>
                </a:lnTo>
                <a:close/>
                <a:moveTo>
                  <a:pt x="295275" y="971550"/>
                </a:moveTo>
                <a:lnTo>
                  <a:pt x="304800" y="971550"/>
                </a:lnTo>
                <a:lnTo>
                  <a:pt x="304800" y="981075"/>
                </a:lnTo>
                <a:lnTo>
                  <a:pt x="295275" y="981075"/>
                </a:lnTo>
                <a:close/>
                <a:moveTo>
                  <a:pt x="838200" y="971550"/>
                </a:moveTo>
                <a:lnTo>
                  <a:pt x="847725" y="971550"/>
                </a:lnTo>
                <a:lnTo>
                  <a:pt x="847725" y="981075"/>
                </a:lnTo>
                <a:lnTo>
                  <a:pt x="838200" y="981075"/>
                </a:lnTo>
                <a:close/>
                <a:moveTo>
                  <a:pt x="1057275" y="971550"/>
                </a:moveTo>
                <a:lnTo>
                  <a:pt x="1066800" y="971550"/>
                </a:lnTo>
                <a:lnTo>
                  <a:pt x="1066800" y="981075"/>
                </a:lnTo>
                <a:lnTo>
                  <a:pt x="1057275" y="981075"/>
                </a:lnTo>
                <a:close/>
                <a:moveTo>
                  <a:pt x="1219200" y="971550"/>
                </a:moveTo>
                <a:lnTo>
                  <a:pt x="1228725" y="971550"/>
                </a:lnTo>
                <a:lnTo>
                  <a:pt x="1228725" y="981075"/>
                </a:lnTo>
                <a:lnTo>
                  <a:pt x="1219200" y="981075"/>
                </a:lnTo>
                <a:close/>
                <a:moveTo>
                  <a:pt x="1600200" y="971550"/>
                </a:moveTo>
                <a:lnTo>
                  <a:pt x="1609725" y="971550"/>
                </a:lnTo>
                <a:lnTo>
                  <a:pt x="1609725" y="981075"/>
                </a:lnTo>
                <a:lnTo>
                  <a:pt x="1600200" y="981075"/>
                </a:lnTo>
                <a:close/>
                <a:moveTo>
                  <a:pt x="1209675" y="981075"/>
                </a:moveTo>
                <a:lnTo>
                  <a:pt x="1219200" y="981075"/>
                </a:lnTo>
                <a:lnTo>
                  <a:pt x="1219200" y="990600"/>
                </a:lnTo>
                <a:lnTo>
                  <a:pt x="1209675" y="990600"/>
                </a:lnTo>
                <a:close/>
                <a:moveTo>
                  <a:pt x="1590675" y="981075"/>
                </a:moveTo>
                <a:lnTo>
                  <a:pt x="1600200" y="981075"/>
                </a:lnTo>
                <a:lnTo>
                  <a:pt x="1600200" y="990600"/>
                </a:lnTo>
                <a:lnTo>
                  <a:pt x="1590675" y="990600"/>
                </a:lnTo>
                <a:close/>
                <a:moveTo>
                  <a:pt x="314325" y="990600"/>
                </a:moveTo>
                <a:lnTo>
                  <a:pt x="323850" y="990600"/>
                </a:lnTo>
                <a:lnTo>
                  <a:pt x="323850" y="1000125"/>
                </a:lnTo>
                <a:lnTo>
                  <a:pt x="314325" y="1000125"/>
                </a:lnTo>
                <a:close/>
                <a:moveTo>
                  <a:pt x="1200150" y="990600"/>
                </a:moveTo>
                <a:lnTo>
                  <a:pt x="1209675" y="990600"/>
                </a:lnTo>
                <a:lnTo>
                  <a:pt x="1209675" y="1000125"/>
                </a:lnTo>
                <a:lnTo>
                  <a:pt x="1200150" y="1000125"/>
                </a:lnTo>
                <a:close/>
                <a:moveTo>
                  <a:pt x="1581150" y="990600"/>
                </a:moveTo>
                <a:lnTo>
                  <a:pt x="1590675" y="990600"/>
                </a:lnTo>
                <a:lnTo>
                  <a:pt x="1590675" y="1000125"/>
                </a:lnTo>
                <a:lnTo>
                  <a:pt x="1581150" y="1000125"/>
                </a:lnTo>
                <a:close/>
                <a:moveTo>
                  <a:pt x="333375" y="1000125"/>
                </a:moveTo>
                <a:lnTo>
                  <a:pt x="342900" y="1000125"/>
                </a:lnTo>
                <a:lnTo>
                  <a:pt x="342900" y="1009650"/>
                </a:lnTo>
                <a:lnTo>
                  <a:pt x="333375" y="1009650"/>
                </a:lnTo>
                <a:close/>
                <a:moveTo>
                  <a:pt x="704850" y="1000125"/>
                </a:moveTo>
                <a:lnTo>
                  <a:pt x="714375" y="1000125"/>
                </a:lnTo>
                <a:lnTo>
                  <a:pt x="714375" y="1009650"/>
                </a:lnTo>
                <a:lnTo>
                  <a:pt x="704850" y="1009650"/>
                </a:lnTo>
                <a:close/>
                <a:moveTo>
                  <a:pt x="809625" y="1000125"/>
                </a:moveTo>
                <a:lnTo>
                  <a:pt x="819150" y="1000125"/>
                </a:lnTo>
                <a:lnTo>
                  <a:pt x="819150" y="1009650"/>
                </a:lnTo>
                <a:lnTo>
                  <a:pt x="809625" y="1009650"/>
                </a:lnTo>
                <a:close/>
                <a:moveTo>
                  <a:pt x="1466850" y="1000125"/>
                </a:moveTo>
                <a:lnTo>
                  <a:pt x="1476375" y="1000125"/>
                </a:lnTo>
                <a:lnTo>
                  <a:pt x="1476375" y="1009650"/>
                </a:lnTo>
                <a:lnTo>
                  <a:pt x="1466850" y="1009650"/>
                </a:lnTo>
                <a:close/>
                <a:moveTo>
                  <a:pt x="361950" y="1009650"/>
                </a:moveTo>
                <a:lnTo>
                  <a:pt x="371475" y="1009650"/>
                </a:lnTo>
                <a:lnTo>
                  <a:pt x="371475" y="1019175"/>
                </a:lnTo>
                <a:lnTo>
                  <a:pt x="361950" y="1019175"/>
                </a:lnTo>
                <a:close/>
                <a:moveTo>
                  <a:pt x="381000" y="1009650"/>
                </a:moveTo>
                <a:lnTo>
                  <a:pt x="409575" y="1009650"/>
                </a:lnTo>
                <a:lnTo>
                  <a:pt x="409575" y="1019175"/>
                </a:lnTo>
                <a:lnTo>
                  <a:pt x="381000" y="1019175"/>
                </a:lnTo>
                <a:close/>
                <a:moveTo>
                  <a:pt x="723900" y="1009650"/>
                </a:moveTo>
                <a:lnTo>
                  <a:pt x="733425" y="1009650"/>
                </a:lnTo>
                <a:lnTo>
                  <a:pt x="733425" y="1019175"/>
                </a:lnTo>
                <a:lnTo>
                  <a:pt x="723900" y="1019175"/>
                </a:lnTo>
                <a:close/>
                <a:moveTo>
                  <a:pt x="790575" y="1009650"/>
                </a:moveTo>
                <a:lnTo>
                  <a:pt x="800100" y="1009650"/>
                </a:lnTo>
                <a:lnTo>
                  <a:pt x="800100" y="1019175"/>
                </a:lnTo>
                <a:lnTo>
                  <a:pt x="790575" y="1019175"/>
                </a:lnTo>
                <a:close/>
                <a:moveTo>
                  <a:pt x="1133475" y="1009650"/>
                </a:moveTo>
                <a:lnTo>
                  <a:pt x="1171575" y="1009650"/>
                </a:lnTo>
                <a:lnTo>
                  <a:pt x="1171575" y="1019175"/>
                </a:lnTo>
                <a:lnTo>
                  <a:pt x="1133475" y="1019175"/>
                </a:lnTo>
                <a:close/>
                <a:moveTo>
                  <a:pt x="1485900" y="1009650"/>
                </a:moveTo>
                <a:lnTo>
                  <a:pt x="1495425" y="1009650"/>
                </a:lnTo>
                <a:lnTo>
                  <a:pt x="1495425" y="1019175"/>
                </a:lnTo>
                <a:lnTo>
                  <a:pt x="1485900" y="1019175"/>
                </a:lnTo>
                <a:close/>
                <a:moveTo>
                  <a:pt x="1543050" y="1009650"/>
                </a:moveTo>
                <a:lnTo>
                  <a:pt x="1552575" y="1009650"/>
                </a:lnTo>
                <a:lnTo>
                  <a:pt x="1552575" y="1019175"/>
                </a:lnTo>
                <a:lnTo>
                  <a:pt x="1543050" y="1019175"/>
                </a:lnTo>
                <a:close/>
                <a:moveTo>
                  <a:pt x="495300" y="1219200"/>
                </a:moveTo>
                <a:lnTo>
                  <a:pt x="504825" y="1219200"/>
                </a:lnTo>
                <a:lnTo>
                  <a:pt x="504825" y="1238250"/>
                </a:lnTo>
                <a:lnTo>
                  <a:pt x="495300" y="1238250"/>
                </a:lnTo>
                <a:close/>
                <a:moveTo>
                  <a:pt x="523875" y="1219200"/>
                </a:moveTo>
                <a:lnTo>
                  <a:pt x="533400" y="1219200"/>
                </a:lnTo>
                <a:lnTo>
                  <a:pt x="533400" y="1247775"/>
                </a:lnTo>
                <a:lnTo>
                  <a:pt x="523875" y="1247775"/>
                </a:lnTo>
                <a:close/>
                <a:moveTo>
                  <a:pt x="657225" y="1257300"/>
                </a:moveTo>
                <a:lnTo>
                  <a:pt x="666750" y="1257300"/>
                </a:lnTo>
                <a:lnTo>
                  <a:pt x="666750" y="1266825"/>
                </a:lnTo>
                <a:lnTo>
                  <a:pt x="657225" y="1266825"/>
                </a:lnTo>
                <a:close/>
                <a:moveTo>
                  <a:pt x="609600" y="1266825"/>
                </a:moveTo>
                <a:lnTo>
                  <a:pt x="657225" y="1266825"/>
                </a:lnTo>
                <a:lnTo>
                  <a:pt x="657225" y="1276350"/>
                </a:lnTo>
                <a:lnTo>
                  <a:pt x="666750" y="1276350"/>
                </a:lnTo>
                <a:lnTo>
                  <a:pt x="666750" y="1285875"/>
                </a:lnTo>
                <a:lnTo>
                  <a:pt x="657225" y="1285875"/>
                </a:lnTo>
                <a:lnTo>
                  <a:pt x="657225" y="1295400"/>
                </a:lnTo>
                <a:lnTo>
                  <a:pt x="647700" y="1295400"/>
                </a:lnTo>
                <a:lnTo>
                  <a:pt x="647700" y="1304925"/>
                </a:lnTo>
                <a:lnTo>
                  <a:pt x="609600" y="1304925"/>
                </a:lnTo>
                <a:lnTo>
                  <a:pt x="609600" y="1295400"/>
                </a:lnTo>
                <a:lnTo>
                  <a:pt x="600075" y="1295400"/>
                </a:lnTo>
                <a:lnTo>
                  <a:pt x="600075" y="1276350"/>
                </a:lnTo>
                <a:lnTo>
                  <a:pt x="609600" y="1276350"/>
                </a:lnTo>
                <a:close/>
                <a:moveTo>
                  <a:pt x="847725" y="1276350"/>
                </a:moveTo>
                <a:lnTo>
                  <a:pt x="857250" y="1276350"/>
                </a:lnTo>
                <a:lnTo>
                  <a:pt x="857250" y="1304925"/>
                </a:lnTo>
                <a:lnTo>
                  <a:pt x="866775" y="1304925"/>
                </a:lnTo>
                <a:lnTo>
                  <a:pt x="866775" y="1371600"/>
                </a:lnTo>
                <a:lnTo>
                  <a:pt x="847725" y="1371600"/>
                </a:lnTo>
                <a:lnTo>
                  <a:pt x="847725" y="1381125"/>
                </a:lnTo>
                <a:lnTo>
                  <a:pt x="781050" y="1381125"/>
                </a:lnTo>
                <a:lnTo>
                  <a:pt x="781050" y="1371600"/>
                </a:lnTo>
                <a:lnTo>
                  <a:pt x="771525" y="1371600"/>
                </a:lnTo>
                <a:lnTo>
                  <a:pt x="771525" y="1381125"/>
                </a:lnTo>
                <a:lnTo>
                  <a:pt x="762000" y="1381125"/>
                </a:lnTo>
                <a:lnTo>
                  <a:pt x="762000" y="1314450"/>
                </a:lnTo>
                <a:lnTo>
                  <a:pt x="771525" y="1314450"/>
                </a:lnTo>
                <a:lnTo>
                  <a:pt x="771525" y="1304925"/>
                </a:lnTo>
                <a:lnTo>
                  <a:pt x="781050" y="1304925"/>
                </a:lnTo>
                <a:lnTo>
                  <a:pt x="781050" y="1285875"/>
                </a:lnTo>
                <a:lnTo>
                  <a:pt x="847725" y="1285875"/>
                </a:lnTo>
                <a:close/>
                <a:moveTo>
                  <a:pt x="466725" y="1285875"/>
                </a:moveTo>
                <a:lnTo>
                  <a:pt x="476250" y="1285875"/>
                </a:lnTo>
                <a:lnTo>
                  <a:pt x="476250" y="1295400"/>
                </a:lnTo>
                <a:lnTo>
                  <a:pt x="466725" y="1295400"/>
                </a:lnTo>
                <a:close/>
                <a:moveTo>
                  <a:pt x="466725" y="1343025"/>
                </a:moveTo>
                <a:lnTo>
                  <a:pt x="476250" y="1343025"/>
                </a:lnTo>
                <a:lnTo>
                  <a:pt x="476250" y="1352550"/>
                </a:lnTo>
                <a:lnTo>
                  <a:pt x="466725" y="1352550"/>
                </a:lnTo>
                <a:close/>
                <a:moveTo>
                  <a:pt x="504825" y="1352550"/>
                </a:moveTo>
                <a:lnTo>
                  <a:pt x="514350" y="1352550"/>
                </a:lnTo>
                <a:lnTo>
                  <a:pt x="514350" y="1362075"/>
                </a:lnTo>
                <a:lnTo>
                  <a:pt x="523875" y="1362075"/>
                </a:lnTo>
                <a:lnTo>
                  <a:pt x="523875" y="1371600"/>
                </a:lnTo>
                <a:lnTo>
                  <a:pt x="504825" y="1371600"/>
                </a:lnTo>
                <a:close/>
                <a:moveTo>
                  <a:pt x="485775" y="1362075"/>
                </a:moveTo>
                <a:lnTo>
                  <a:pt x="495300" y="1362075"/>
                </a:lnTo>
                <a:lnTo>
                  <a:pt x="495300" y="1371600"/>
                </a:lnTo>
                <a:lnTo>
                  <a:pt x="485775" y="1371600"/>
                </a:lnTo>
                <a:close/>
                <a:moveTo>
                  <a:pt x="819150" y="1495425"/>
                </a:moveTo>
                <a:lnTo>
                  <a:pt x="838200" y="1495425"/>
                </a:lnTo>
                <a:lnTo>
                  <a:pt x="838200" y="1504950"/>
                </a:lnTo>
                <a:lnTo>
                  <a:pt x="847725" y="1504950"/>
                </a:lnTo>
                <a:lnTo>
                  <a:pt x="847725" y="1552575"/>
                </a:lnTo>
                <a:lnTo>
                  <a:pt x="857250" y="1552575"/>
                </a:lnTo>
                <a:lnTo>
                  <a:pt x="857250" y="1581150"/>
                </a:lnTo>
                <a:lnTo>
                  <a:pt x="847725" y="1581150"/>
                </a:lnTo>
                <a:lnTo>
                  <a:pt x="847725" y="1590675"/>
                </a:lnTo>
                <a:lnTo>
                  <a:pt x="857250" y="1590675"/>
                </a:lnTo>
                <a:lnTo>
                  <a:pt x="857250" y="1600200"/>
                </a:lnTo>
                <a:lnTo>
                  <a:pt x="809625" y="1600200"/>
                </a:lnTo>
                <a:lnTo>
                  <a:pt x="809625" y="1581150"/>
                </a:lnTo>
                <a:lnTo>
                  <a:pt x="800100" y="1581150"/>
                </a:lnTo>
                <a:lnTo>
                  <a:pt x="800100" y="1552575"/>
                </a:lnTo>
                <a:lnTo>
                  <a:pt x="809625" y="1552575"/>
                </a:lnTo>
                <a:lnTo>
                  <a:pt x="809625" y="1504950"/>
                </a:lnTo>
                <a:lnTo>
                  <a:pt x="819150" y="1504950"/>
                </a:lnTo>
                <a:close/>
                <a:moveTo>
                  <a:pt x="95250" y="1581150"/>
                </a:moveTo>
                <a:lnTo>
                  <a:pt x="266700" y="1581150"/>
                </a:lnTo>
                <a:lnTo>
                  <a:pt x="266700" y="1657350"/>
                </a:lnTo>
                <a:lnTo>
                  <a:pt x="257175" y="1657350"/>
                </a:lnTo>
                <a:lnTo>
                  <a:pt x="257175" y="1695450"/>
                </a:lnTo>
                <a:lnTo>
                  <a:pt x="247650" y="1695450"/>
                </a:lnTo>
                <a:lnTo>
                  <a:pt x="247650" y="1724025"/>
                </a:lnTo>
                <a:lnTo>
                  <a:pt x="238125" y="1724025"/>
                </a:lnTo>
                <a:lnTo>
                  <a:pt x="238125" y="1743075"/>
                </a:lnTo>
                <a:lnTo>
                  <a:pt x="228600" y="1743075"/>
                </a:lnTo>
                <a:lnTo>
                  <a:pt x="228600" y="1762125"/>
                </a:lnTo>
                <a:lnTo>
                  <a:pt x="219075" y="1762125"/>
                </a:lnTo>
                <a:lnTo>
                  <a:pt x="219075" y="1771650"/>
                </a:lnTo>
                <a:lnTo>
                  <a:pt x="209550" y="1771650"/>
                </a:lnTo>
                <a:lnTo>
                  <a:pt x="209550" y="1781175"/>
                </a:lnTo>
                <a:lnTo>
                  <a:pt x="133350" y="1781175"/>
                </a:lnTo>
                <a:lnTo>
                  <a:pt x="133350" y="1771650"/>
                </a:lnTo>
                <a:lnTo>
                  <a:pt x="123825" y="1771650"/>
                </a:lnTo>
                <a:lnTo>
                  <a:pt x="123825" y="1752600"/>
                </a:lnTo>
                <a:lnTo>
                  <a:pt x="114300" y="1752600"/>
                </a:lnTo>
                <a:lnTo>
                  <a:pt x="114300" y="1733550"/>
                </a:lnTo>
                <a:lnTo>
                  <a:pt x="104775" y="1733550"/>
                </a:lnTo>
                <a:lnTo>
                  <a:pt x="104775" y="1704975"/>
                </a:lnTo>
                <a:lnTo>
                  <a:pt x="95250" y="1704975"/>
                </a:lnTo>
                <a:lnTo>
                  <a:pt x="95250" y="1638300"/>
                </a:lnTo>
                <a:lnTo>
                  <a:pt x="85725" y="1638300"/>
                </a:lnTo>
                <a:lnTo>
                  <a:pt x="85725" y="1590675"/>
                </a:lnTo>
                <a:lnTo>
                  <a:pt x="95250" y="1590675"/>
                </a:lnTo>
                <a:close/>
                <a:moveTo>
                  <a:pt x="666750" y="1581150"/>
                </a:moveTo>
                <a:lnTo>
                  <a:pt x="676275" y="1581150"/>
                </a:lnTo>
                <a:lnTo>
                  <a:pt x="676275" y="1600200"/>
                </a:lnTo>
                <a:lnTo>
                  <a:pt x="666750" y="1600200"/>
                </a:lnTo>
                <a:close/>
                <a:moveTo>
                  <a:pt x="752475" y="1581150"/>
                </a:moveTo>
                <a:lnTo>
                  <a:pt x="762000" y="1581150"/>
                </a:lnTo>
                <a:lnTo>
                  <a:pt x="762000" y="1590675"/>
                </a:lnTo>
                <a:lnTo>
                  <a:pt x="752475" y="1590675"/>
                </a:lnTo>
                <a:close/>
                <a:moveTo>
                  <a:pt x="657225" y="1600200"/>
                </a:moveTo>
                <a:lnTo>
                  <a:pt x="666750" y="1600200"/>
                </a:lnTo>
                <a:lnTo>
                  <a:pt x="666750" y="1609725"/>
                </a:lnTo>
                <a:lnTo>
                  <a:pt x="657225" y="1609725"/>
                </a:lnTo>
                <a:close/>
                <a:moveTo>
                  <a:pt x="857250" y="1600200"/>
                </a:moveTo>
                <a:lnTo>
                  <a:pt x="866775" y="1600200"/>
                </a:lnTo>
                <a:lnTo>
                  <a:pt x="866775" y="1609725"/>
                </a:lnTo>
                <a:lnTo>
                  <a:pt x="857250" y="1609725"/>
                </a:lnTo>
                <a:close/>
                <a:moveTo>
                  <a:pt x="276225" y="1733550"/>
                </a:moveTo>
                <a:lnTo>
                  <a:pt x="285750" y="1733550"/>
                </a:lnTo>
                <a:lnTo>
                  <a:pt x="285750" y="1743075"/>
                </a:lnTo>
                <a:lnTo>
                  <a:pt x="295275" y="1743075"/>
                </a:lnTo>
                <a:lnTo>
                  <a:pt x="295275" y="1752600"/>
                </a:lnTo>
                <a:lnTo>
                  <a:pt x="276225" y="1752600"/>
                </a:lnTo>
                <a:close/>
                <a:moveTo>
                  <a:pt x="1590675" y="1752600"/>
                </a:moveTo>
                <a:lnTo>
                  <a:pt x="1685925" y="1752600"/>
                </a:lnTo>
                <a:lnTo>
                  <a:pt x="1685925" y="1762125"/>
                </a:lnTo>
                <a:lnTo>
                  <a:pt x="1704975" y="1762125"/>
                </a:lnTo>
                <a:lnTo>
                  <a:pt x="1704975" y="1771650"/>
                </a:lnTo>
                <a:lnTo>
                  <a:pt x="1714500" y="1771650"/>
                </a:lnTo>
                <a:lnTo>
                  <a:pt x="1714500" y="1781175"/>
                </a:lnTo>
                <a:lnTo>
                  <a:pt x="1581150" y="1781175"/>
                </a:lnTo>
                <a:lnTo>
                  <a:pt x="1581150" y="1762125"/>
                </a:lnTo>
                <a:lnTo>
                  <a:pt x="1590675" y="1762125"/>
                </a:lnTo>
                <a:close/>
                <a:moveTo>
                  <a:pt x="276225" y="1762125"/>
                </a:moveTo>
                <a:lnTo>
                  <a:pt x="285750" y="1762125"/>
                </a:lnTo>
                <a:lnTo>
                  <a:pt x="285750" y="1781175"/>
                </a:lnTo>
                <a:lnTo>
                  <a:pt x="266700" y="1781175"/>
                </a:lnTo>
                <a:lnTo>
                  <a:pt x="266700" y="1771650"/>
                </a:lnTo>
                <a:lnTo>
                  <a:pt x="276225" y="1771650"/>
                </a:lnTo>
                <a:close/>
                <a:moveTo>
                  <a:pt x="323850" y="1762125"/>
                </a:moveTo>
                <a:lnTo>
                  <a:pt x="952500" y="1762125"/>
                </a:lnTo>
                <a:lnTo>
                  <a:pt x="952500" y="1771650"/>
                </a:lnTo>
                <a:lnTo>
                  <a:pt x="962025" y="1771650"/>
                </a:lnTo>
                <a:lnTo>
                  <a:pt x="962025" y="1781175"/>
                </a:lnTo>
                <a:lnTo>
                  <a:pt x="314325" y="1781175"/>
                </a:lnTo>
                <a:lnTo>
                  <a:pt x="314325" y="1771650"/>
                </a:lnTo>
                <a:lnTo>
                  <a:pt x="323850" y="1771650"/>
                </a:lnTo>
                <a:close/>
                <a:moveTo>
                  <a:pt x="1000125" y="1762125"/>
                </a:moveTo>
                <a:lnTo>
                  <a:pt x="1076325" y="1762125"/>
                </a:lnTo>
                <a:lnTo>
                  <a:pt x="1076325" y="1781175"/>
                </a:lnTo>
                <a:lnTo>
                  <a:pt x="990600" y="1781175"/>
                </a:lnTo>
                <a:lnTo>
                  <a:pt x="990600" y="1771650"/>
                </a:lnTo>
                <a:lnTo>
                  <a:pt x="1000125" y="1771650"/>
                </a:lnTo>
                <a:close/>
              </a:path>
            </a:pathLst>
          </a:custGeom>
          <a:solidFill xmlns:a="http://schemas.openxmlformats.org/drawingml/2006/main">
            <a:srgbClr val="FB892C"/>
          </a:solidFill>
          <a:ln xmlns:a="http://schemas.openxmlformats.org/drawingml/2006/main" w="0">
            <a:noFill/>
          </a:ln>
        </p:spPr>
      </p:sp>
      <p:sp>
        <p:nvSpPr>
          <p:cNvPr id="129" name="logo7 vector #d79d73">
            <a:extLst xmlns:a="http://schemas.openxmlformats.org/drawingml/2006/main">
              <a:ext uri="{FF2B5EF4-FFF2-40B4-BE49-F238E27FC236}">
                <a16:creationId xmlns:a16="http://schemas.microsoft.com/office/drawing/2014/main" id="{21F2EAC8-294E-41EE-B3A8-0376182637A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5300" y="5210175"/>
            <a:ext cx="2305050" cy="2105025"/>
          </a:xfrm>
          <a:custGeom xmlns:a="http://schemas.openxmlformats.org/drawingml/2006/main">
            <a:pathLst>
              <a:path w="1952625" h="1781175">
                <a:moveTo>
                  <a:pt x="47625" y="0"/>
                </a:moveTo>
                <a:lnTo>
                  <a:pt x="66675" y="0"/>
                </a:lnTo>
                <a:lnTo>
                  <a:pt x="66675" y="495300"/>
                </a:lnTo>
                <a:lnTo>
                  <a:pt x="47625" y="495300"/>
                </a:lnTo>
                <a:lnTo>
                  <a:pt x="47625" y="428625"/>
                </a:lnTo>
                <a:lnTo>
                  <a:pt x="38100" y="428625"/>
                </a:lnTo>
                <a:lnTo>
                  <a:pt x="38100" y="209550"/>
                </a:lnTo>
                <a:lnTo>
                  <a:pt x="47625" y="209550"/>
                </a:lnTo>
                <a:lnTo>
                  <a:pt x="47625" y="171450"/>
                </a:lnTo>
                <a:lnTo>
                  <a:pt x="38100" y="171450"/>
                </a:lnTo>
                <a:lnTo>
                  <a:pt x="38100" y="47625"/>
                </a:lnTo>
                <a:lnTo>
                  <a:pt x="47625" y="47625"/>
                </a:lnTo>
                <a:close/>
                <a:moveTo>
                  <a:pt x="819150" y="38100"/>
                </a:moveTo>
                <a:lnTo>
                  <a:pt x="1085850" y="38100"/>
                </a:lnTo>
                <a:lnTo>
                  <a:pt x="1085850" y="47625"/>
                </a:lnTo>
                <a:lnTo>
                  <a:pt x="819150" y="47625"/>
                </a:lnTo>
                <a:close/>
                <a:moveTo>
                  <a:pt x="704850" y="47625"/>
                </a:moveTo>
                <a:lnTo>
                  <a:pt x="733425" y="47625"/>
                </a:lnTo>
                <a:lnTo>
                  <a:pt x="733425" y="57150"/>
                </a:lnTo>
                <a:lnTo>
                  <a:pt x="704850" y="57150"/>
                </a:lnTo>
                <a:close/>
                <a:moveTo>
                  <a:pt x="1181100" y="47625"/>
                </a:moveTo>
                <a:lnTo>
                  <a:pt x="1209675" y="47625"/>
                </a:lnTo>
                <a:lnTo>
                  <a:pt x="1209675" y="57150"/>
                </a:lnTo>
                <a:lnTo>
                  <a:pt x="1181100" y="57150"/>
                </a:lnTo>
                <a:close/>
                <a:moveTo>
                  <a:pt x="638175" y="57150"/>
                </a:moveTo>
                <a:lnTo>
                  <a:pt x="657225" y="57150"/>
                </a:lnTo>
                <a:lnTo>
                  <a:pt x="657225" y="66675"/>
                </a:lnTo>
                <a:lnTo>
                  <a:pt x="638175" y="66675"/>
                </a:lnTo>
                <a:close/>
                <a:moveTo>
                  <a:pt x="1257300" y="57150"/>
                </a:moveTo>
                <a:lnTo>
                  <a:pt x="1285875" y="57150"/>
                </a:lnTo>
                <a:lnTo>
                  <a:pt x="1285875" y="66675"/>
                </a:lnTo>
                <a:lnTo>
                  <a:pt x="1257300" y="66675"/>
                </a:lnTo>
                <a:close/>
                <a:moveTo>
                  <a:pt x="571500" y="66675"/>
                </a:moveTo>
                <a:lnTo>
                  <a:pt x="600075" y="66675"/>
                </a:lnTo>
                <a:lnTo>
                  <a:pt x="600075" y="76200"/>
                </a:lnTo>
                <a:lnTo>
                  <a:pt x="571500" y="76200"/>
                </a:lnTo>
                <a:close/>
                <a:moveTo>
                  <a:pt x="1314450" y="66675"/>
                </a:moveTo>
                <a:lnTo>
                  <a:pt x="1343025" y="66675"/>
                </a:lnTo>
                <a:lnTo>
                  <a:pt x="1343025" y="76200"/>
                </a:lnTo>
                <a:lnTo>
                  <a:pt x="1314450" y="76200"/>
                </a:lnTo>
                <a:close/>
                <a:moveTo>
                  <a:pt x="523875" y="76200"/>
                </a:moveTo>
                <a:lnTo>
                  <a:pt x="552450" y="76200"/>
                </a:lnTo>
                <a:lnTo>
                  <a:pt x="552450" y="85725"/>
                </a:lnTo>
                <a:lnTo>
                  <a:pt x="523875" y="85725"/>
                </a:lnTo>
                <a:close/>
                <a:moveTo>
                  <a:pt x="1362075" y="76200"/>
                </a:moveTo>
                <a:lnTo>
                  <a:pt x="1390650" y="76200"/>
                </a:lnTo>
                <a:lnTo>
                  <a:pt x="1390650" y="85725"/>
                </a:lnTo>
                <a:lnTo>
                  <a:pt x="1362075" y="85725"/>
                </a:lnTo>
                <a:close/>
                <a:moveTo>
                  <a:pt x="495300" y="85725"/>
                </a:moveTo>
                <a:lnTo>
                  <a:pt x="504825" y="85725"/>
                </a:lnTo>
                <a:lnTo>
                  <a:pt x="504825" y="95250"/>
                </a:lnTo>
                <a:lnTo>
                  <a:pt x="495300" y="95250"/>
                </a:lnTo>
                <a:close/>
                <a:moveTo>
                  <a:pt x="781050" y="85725"/>
                </a:moveTo>
                <a:lnTo>
                  <a:pt x="828675" y="85725"/>
                </a:lnTo>
                <a:lnTo>
                  <a:pt x="828675" y="95250"/>
                </a:lnTo>
                <a:lnTo>
                  <a:pt x="781050" y="95250"/>
                </a:lnTo>
                <a:close/>
                <a:moveTo>
                  <a:pt x="1095375" y="85725"/>
                </a:moveTo>
                <a:lnTo>
                  <a:pt x="1143000" y="85725"/>
                </a:lnTo>
                <a:lnTo>
                  <a:pt x="1143000" y="95250"/>
                </a:lnTo>
                <a:lnTo>
                  <a:pt x="1095375" y="95250"/>
                </a:lnTo>
                <a:close/>
                <a:moveTo>
                  <a:pt x="1409700" y="85725"/>
                </a:moveTo>
                <a:lnTo>
                  <a:pt x="1419225" y="85725"/>
                </a:lnTo>
                <a:lnTo>
                  <a:pt x="1419225" y="95250"/>
                </a:lnTo>
                <a:lnTo>
                  <a:pt x="1409700" y="95250"/>
                </a:lnTo>
                <a:close/>
                <a:moveTo>
                  <a:pt x="466725" y="95250"/>
                </a:moveTo>
                <a:lnTo>
                  <a:pt x="476250" y="95250"/>
                </a:lnTo>
                <a:lnTo>
                  <a:pt x="476250" y="104775"/>
                </a:lnTo>
                <a:lnTo>
                  <a:pt x="466725" y="104775"/>
                </a:lnTo>
                <a:close/>
                <a:moveTo>
                  <a:pt x="685800" y="95250"/>
                </a:moveTo>
                <a:lnTo>
                  <a:pt x="714375" y="95250"/>
                </a:lnTo>
                <a:lnTo>
                  <a:pt x="714375" y="104775"/>
                </a:lnTo>
                <a:lnTo>
                  <a:pt x="685800" y="104775"/>
                </a:lnTo>
                <a:close/>
                <a:moveTo>
                  <a:pt x="1200150" y="95250"/>
                </a:moveTo>
                <a:lnTo>
                  <a:pt x="1228725" y="95250"/>
                </a:lnTo>
                <a:lnTo>
                  <a:pt x="1228725" y="104775"/>
                </a:lnTo>
                <a:lnTo>
                  <a:pt x="1200150" y="104775"/>
                </a:lnTo>
                <a:close/>
                <a:moveTo>
                  <a:pt x="1438275" y="95250"/>
                </a:moveTo>
                <a:lnTo>
                  <a:pt x="1447800" y="95250"/>
                </a:lnTo>
                <a:lnTo>
                  <a:pt x="1447800" y="104775"/>
                </a:lnTo>
                <a:lnTo>
                  <a:pt x="1438275" y="104775"/>
                </a:lnTo>
                <a:close/>
                <a:moveTo>
                  <a:pt x="447675" y="104775"/>
                </a:moveTo>
                <a:lnTo>
                  <a:pt x="457200" y="104775"/>
                </a:lnTo>
                <a:lnTo>
                  <a:pt x="457200" y="114300"/>
                </a:lnTo>
                <a:lnTo>
                  <a:pt x="447675" y="114300"/>
                </a:lnTo>
                <a:close/>
                <a:moveTo>
                  <a:pt x="619125" y="104775"/>
                </a:moveTo>
                <a:lnTo>
                  <a:pt x="638175" y="104775"/>
                </a:lnTo>
                <a:lnTo>
                  <a:pt x="638175" y="114300"/>
                </a:lnTo>
                <a:lnTo>
                  <a:pt x="619125" y="114300"/>
                </a:lnTo>
                <a:close/>
                <a:moveTo>
                  <a:pt x="1276350" y="104775"/>
                </a:moveTo>
                <a:lnTo>
                  <a:pt x="1295400" y="104775"/>
                </a:lnTo>
                <a:lnTo>
                  <a:pt x="1295400" y="114300"/>
                </a:lnTo>
                <a:lnTo>
                  <a:pt x="1276350" y="114300"/>
                </a:lnTo>
                <a:close/>
                <a:moveTo>
                  <a:pt x="561975" y="114300"/>
                </a:moveTo>
                <a:lnTo>
                  <a:pt x="581025" y="114300"/>
                </a:lnTo>
                <a:lnTo>
                  <a:pt x="581025" y="123825"/>
                </a:lnTo>
                <a:lnTo>
                  <a:pt x="561975" y="123825"/>
                </a:lnTo>
                <a:close/>
                <a:moveTo>
                  <a:pt x="1323975" y="114300"/>
                </a:moveTo>
                <a:lnTo>
                  <a:pt x="1343025" y="114300"/>
                </a:lnTo>
                <a:lnTo>
                  <a:pt x="1343025" y="123825"/>
                </a:lnTo>
                <a:lnTo>
                  <a:pt x="1323975" y="123825"/>
                </a:lnTo>
                <a:close/>
                <a:moveTo>
                  <a:pt x="1466850" y="114300"/>
                </a:moveTo>
                <a:lnTo>
                  <a:pt x="1476375" y="114300"/>
                </a:lnTo>
                <a:lnTo>
                  <a:pt x="1476375" y="123825"/>
                </a:lnTo>
                <a:lnTo>
                  <a:pt x="1466850" y="123825"/>
                </a:lnTo>
                <a:close/>
                <a:moveTo>
                  <a:pt x="523875" y="123825"/>
                </a:moveTo>
                <a:lnTo>
                  <a:pt x="542925" y="123825"/>
                </a:lnTo>
                <a:lnTo>
                  <a:pt x="542925" y="133350"/>
                </a:lnTo>
                <a:lnTo>
                  <a:pt x="523875" y="133350"/>
                </a:lnTo>
                <a:close/>
                <a:moveTo>
                  <a:pt x="1371600" y="123825"/>
                </a:moveTo>
                <a:lnTo>
                  <a:pt x="1390650" y="123825"/>
                </a:lnTo>
                <a:lnTo>
                  <a:pt x="1390650" y="133350"/>
                </a:lnTo>
                <a:lnTo>
                  <a:pt x="1371600" y="133350"/>
                </a:lnTo>
                <a:close/>
                <a:moveTo>
                  <a:pt x="1476375" y="123825"/>
                </a:moveTo>
                <a:lnTo>
                  <a:pt x="1485900" y="123825"/>
                </a:lnTo>
                <a:lnTo>
                  <a:pt x="1485900" y="133350"/>
                </a:lnTo>
                <a:lnTo>
                  <a:pt x="1476375" y="133350"/>
                </a:lnTo>
                <a:close/>
                <a:moveTo>
                  <a:pt x="495300" y="133350"/>
                </a:moveTo>
                <a:lnTo>
                  <a:pt x="504825" y="133350"/>
                </a:lnTo>
                <a:lnTo>
                  <a:pt x="504825" y="142875"/>
                </a:lnTo>
                <a:lnTo>
                  <a:pt x="495300" y="142875"/>
                </a:lnTo>
                <a:close/>
                <a:moveTo>
                  <a:pt x="1409700" y="133350"/>
                </a:moveTo>
                <a:lnTo>
                  <a:pt x="1419225" y="133350"/>
                </a:lnTo>
                <a:lnTo>
                  <a:pt x="1419225" y="142875"/>
                </a:lnTo>
                <a:lnTo>
                  <a:pt x="1409700" y="142875"/>
                </a:lnTo>
                <a:close/>
                <a:moveTo>
                  <a:pt x="1485900" y="133350"/>
                </a:moveTo>
                <a:lnTo>
                  <a:pt x="1495425" y="133350"/>
                </a:lnTo>
                <a:lnTo>
                  <a:pt x="1495425" y="142875"/>
                </a:lnTo>
                <a:lnTo>
                  <a:pt x="1485900" y="142875"/>
                </a:lnTo>
                <a:close/>
                <a:moveTo>
                  <a:pt x="476250" y="142875"/>
                </a:moveTo>
                <a:lnTo>
                  <a:pt x="485775" y="142875"/>
                </a:lnTo>
                <a:lnTo>
                  <a:pt x="485775" y="152400"/>
                </a:lnTo>
                <a:lnTo>
                  <a:pt x="476250" y="152400"/>
                </a:lnTo>
                <a:close/>
                <a:moveTo>
                  <a:pt x="1428750" y="142875"/>
                </a:moveTo>
                <a:lnTo>
                  <a:pt x="1438275" y="142875"/>
                </a:lnTo>
                <a:lnTo>
                  <a:pt x="1438275" y="152400"/>
                </a:lnTo>
                <a:lnTo>
                  <a:pt x="1428750" y="152400"/>
                </a:lnTo>
                <a:close/>
                <a:moveTo>
                  <a:pt x="1495425" y="142875"/>
                </a:moveTo>
                <a:lnTo>
                  <a:pt x="1504950" y="142875"/>
                </a:lnTo>
                <a:lnTo>
                  <a:pt x="1504950" y="152400"/>
                </a:lnTo>
                <a:lnTo>
                  <a:pt x="1495425" y="152400"/>
                </a:lnTo>
                <a:close/>
                <a:moveTo>
                  <a:pt x="400050" y="152400"/>
                </a:moveTo>
                <a:lnTo>
                  <a:pt x="409575" y="152400"/>
                </a:lnTo>
                <a:lnTo>
                  <a:pt x="409575" y="161925"/>
                </a:lnTo>
                <a:lnTo>
                  <a:pt x="400050" y="161925"/>
                </a:lnTo>
                <a:close/>
                <a:moveTo>
                  <a:pt x="1504950" y="152400"/>
                </a:moveTo>
                <a:lnTo>
                  <a:pt x="1514475" y="152400"/>
                </a:lnTo>
                <a:lnTo>
                  <a:pt x="1514475" y="161925"/>
                </a:lnTo>
                <a:lnTo>
                  <a:pt x="1504950" y="161925"/>
                </a:lnTo>
                <a:close/>
                <a:moveTo>
                  <a:pt x="390525" y="161925"/>
                </a:moveTo>
                <a:lnTo>
                  <a:pt x="400050" y="161925"/>
                </a:lnTo>
                <a:lnTo>
                  <a:pt x="400050" y="171450"/>
                </a:lnTo>
                <a:lnTo>
                  <a:pt x="390525" y="171450"/>
                </a:lnTo>
                <a:close/>
                <a:moveTo>
                  <a:pt x="447675" y="161925"/>
                </a:moveTo>
                <a:lnTo>
                  <a:pt x="457200" y="161925"/>
                </a:lnTo>
                <a:lnTo>
                  <a:pt x="457200" y="171450"/>
                </a:lnTo>
                <a:lnTo>
                  <a:pt x="447675" y="171450"/>
                </a:lnTo>
                <a:close/>
                <a:moveTo>
                  <a:pt x="1514475" y="161925"/>
                </a:moveTo>
                <a:lnTo>
                  <a:pt x="1524000" y="161925"/>
                </a:lnTo>
                <a:lnTo>
                  <a:pt x="1524000" y="171450"/>
                </a:lnTo>
                <a:lnTo>
                  <a:pt x="1514475" y="171450"/>
                </a:lnTo>
                <a:close/>
                <a:moveTo>
                  <a:pt x="295275" y="171450"/>
                </a:moveTo>
                <a:lnTo>
                  <a:pt x="323850" y="171450"/>
                </a:lnTo>
                <a:lnTo>
                  <a:pt x="323850" y="180975"/>
                </a:lnTo>
                <a:lnTo>
                  <a:pt x="295275" y="180975"/>
                </a:lnTo>
                <a:close/>
                <a:moveTo>
                  <a:pt x="438150" y="171450"/>
                </a:moveTo>
                <a:lnTo>
                  <a:pt x="447675" y="171450"/>
                </a:lnTo>
                <a:lnTo>
                  <a:pt x="447675" y="180975"/>
                </a:lnTo>
                <a:lnTo>
                  <a:pt x="438150" y="180975"/>
                </a:lnTo>
                <a:close/>
                <a:moveTo>
                  <a:pt x="1571625" y="171450"/>
                </a:moveTo>
                <a:lnTo>
                  <a:pt x="1609725" y="171450"/>
                </a:lnTo>
                <a:lnTo>
                  <a:pt x="1609725" y="180975"/>
                </a:lnTo>
                <a:lnTo>
                  <a:pt x="1571625" y="180975"/>
                </a:lnTo>
                <a:close/>
                <a:moveTo>
                  <a:pt x="266700" y="180975"/>
                </a:moveTo>
                <a:lnTo>
                  <a:pt x="276225" y="180975"/>
                </a:lnTo>
                <a:lnTo>
                  <a:pt x="276225" y="190500"/>
                </a:lnTo>
                <a:lnTo>
                  <a:pt x="266700" y="190500"/>
                </a:lnTo>
                <a:close/>
                <a:moveTo>
                  <a:pt x="1466850" y="180975"/>
                </a:moveTo>
                <a:lnTo>
                  <a:pt x="1476375" y="180975"/>
                </a:lnTo>
                <a:lnTo>
                  <a:pt x="1476375" y="190500"/>
                </a:lnTo>
                <a:lnTo>
                  <a:pt x="1466850" y="190500"/>
                </a:lnTo>
                <a:close/>
                <a:moveTo>
                  <a:pt x="1628775" y="180975"/>
                </a:moveTo>
                <a:lnTo>
                  <a:pt x="1638300" y="180975"/>
                </a:lnTo>
                <a:lnTo>
                  <a:pt x="1638300" y="190500"/>
                </a:lnTo>
                <a:lnTo>
                  <a:pt x="1628775" y="190500"/>
                </a:lnTo>
                <a:close/>
                <a:moveTo>
                  <a:pt x="428625" y="190500"/>
                </a:moveTo>
                <a:lnTo>
                  <a:pt x="438150" y="190500"/>
                </a:lnTo>
                <a:lnTo>
                  <a:pt x="438150" y="200025"/>
                </a:lnTo>
                <a:lnTo>
                  <a:pt x="428625" y="200025"/>
                </a:lnTo>
                <a:close/>
                <a:moveTo>
                  <a:pt x="628650" y="190500"/>
                </a:moveTo>
                <a:lnTo>
                  <a:pt x="647700" y="190500"/>
                </a:lnTo>
                <a:lnTo>
                  <a:pt x="647700" y="200025"/>
                </a:lnTo>
                <a:lnTo>
                  <a:pt x="628650" y="200025"/>
                </a:lnTo>
                <a:close/>
                <a:moveTo>
                  <a:pt x="657225" y="190500"/>
                </a:moveTo>
                <a:lnTo>
                  <a:pt x="666750" y="190500"/>
                </a:lnTo>
                <a:lnTo>
                  <a:pt x="666750" y="200025"/>
                </a:lnTo>
                <a:lnTo>
                  <a:pt x="657225" y="200025"/>
                </a:lnTo>
                <a:close/>
                <a:moveTo>
                  <a:pt x="1333500" y="190500"/>
                </a:moveTo>
                <a:lnTo>
                  <a:pt x="1343025" y="190500"/>
                </a:lnTo>
                <a:lnTo>
                  <a:pt x="1343025" y="200025"/>
                </a:lnTo>
                <a:lnTo>
                  <a:pt x="1333500" y="200025"/>
                </a:lnTo>
                <a:close/>
                <a:moveTo>
                  <a:pt x="1362075" y="190500"/>
                </a:moveTo>
                <a:lnTo>
                  <a:pt x="1371600" y="190500"/>
                </a:lnTo>
                <a:lnTo>
                  <a:pt x="1371600" y="200025"/>
                </a:lnTo>
                <a:lnTo>
                  <a:pt x="1362075" y="200025"/>
                </a:lnTo>
                <a:close/>
                <a:moveTo>
                  <a:pt x="419100" y="200025"/>
                </a:moveTo>
                <a:lnTo>
                  <a:pt x="428625" y="200025"/>
                </a:lnTo>
                <a:lnTo>
                  <a:pt x="428625" y="209550"/>
                </a:lnTo>
                <a:lnTo>
                  <a:pt x="419100" y="209550"/>
                </a:lnTo>
                <a:close/>
                <a:moveTo>
                  <a:pt x="666750" y="200025"/>
                </a:moveTo>
                <a:lnTo>
                  <a:pt x="676275" y="200025"/>
                </a:lnTo>
                <a:lnTo>
                  <a:pt x="676275" y="381000"/>
                </a:lnTo>
                <a:lnTo>
                  <a:pt x="666750" y="381000"/>
                </a:lnTo>
                <a:close/>
                <a:moveTo>
                  <a:pt x="1323975" y="200025"/>
                </a:moveTo>
                <a:lnTo>
                  <a:pt x="1333500" y="200025"/>
                </a:lnTo>
                <a:lnTo>
                  <a:pt x="1333500" y="209550"/>
                </a:lnTo>
                <a:lnTo>
                  <a:pt x="1323975" y="209550"/>
                </a:lnTo>
                <a:close/>
                <a:moveTo>
                  <a:pt x="1476375" y="200025"/>
                </a:moveTo>
                <a:lnTo>
                  <a:pt x="1485900" y="200025"/>
                </a:lnTo>
                <a:lnTo>
                  <a:pt x="1485900" y="209550"/>
                </a:lnTo>
                <a:lnTo>
                  <a:pt x="1476375" y="209550"/>
                </a:lnTo>
                <a:close/>
                <a:moveTo>
                  <a:pt x="238125" y="209550"/>
                </a:moveTo>
                <a:lnTo>
                  <a:pt x="247650" y="209550"/>
                </a:lnTo>
                <a:lnTo>
                  <a:pt x="247650" y="219075"/>
                </a:lnTo>
                <a:lnTo>
                  <a:pt x="238125" y="219075"/>
                </a:lnTo>
                <a:close/>
                <a:moveTo>
                  <a:pt x="333375" y="209550"/>
                </a:moveTo>
                <a:lnTo>
                  <a:pt x="419100" y="209550"/>
                </a:lnTo>
                <a:lnTo>
                  <a:pt x="419100" y="219075"/>
                </a:lnTo>
                <a:lnTo>
                  <a:pt x="333375" y="219075"/>
                </a:lnTo>
                <a:close/>
                <a:moveTo>
                  <a:pt x="476250" y="209550"/>
                </a:moveTo>
                <a:lnTo>
                  <a:pt x="485775" y="209550"/>
                </a:lnTo>
                <a:lnTo>
                  <a:pt x="485775" y="219075"/>
                </a:lnTo>
                <a:lnTo>
                  <a:pt x="476250" y="219075"/>
                </a:lnTo>
                <a:close/>
                <a:moveTo>
                  <a:pt x="1485900" y="209550"/>
                </a:moveTo>
                <a:lnTo>
                  <a:pt x="1581150" y="209550"/>
                </a:lnTo>
                <a:lnTo>
                  <a:pt x="1581150" y="219075"/>
                </a:lnTo>
                <a:lnTo>
                  <a:pt x="1485900" y="219075"/>
                </a:lnTo>
                <a:close/>
                <a:moveTo>
                  <a:pt x="1657350" y="209550"/>
                </a:moveTo>
                <a:lnTo>
                  <a:pt x="1666875" y="209550"/>
                </a:lnTo>
                <a:lnTo>
                  <a:pt x="1666875" y="219075"/>
                </a:lnTo>
                <a:lnTo>
                  <a:pt x="1657350" y="219075"/>
                </a:lnTo>
                <a:close/>
                <a:moveTo>
                  <a:pt x="295275" y="219075"/>
                </a:moveTo>
                <a:lnTo>
                  <a:pt x="304800" y="219075"/>
                </a:lnTo>
                <a:lnTo>
                  <a:pt x="304800" y="228600"/>
                </a:lnTo>
                <a:lnTo>
                  <a:pt x="295275" y="228600"/>
                </a:lnTo>
                <a:close/>
                <a:moveTo>
                  <a:pt x="466725" y="219075"/>
                </a:moveTo>
                <a:lnTo>
                  <a:pt x="476250" y="219075"/>
                </a:lnTo>
                <a:lnTo>
                  <a:pt x="476250" y="228600"/>
                </a:lnTo>
                <a:lnTo>
                  <a:pt x="466725" y="228600"/>
                </a:lnTo>
                <a:close/>
                <a:moveTo>
                  <a:pt x="228600" y="228600"/>
                </a:moveTo>
                <a:lnTo>
                  <a:pt x="238125" y="228600"/>
                </a:lnTo>
                <a:lnTo>
                  <a:pt x="238125" y="238125"/>
                </a:lnTo>
                <a:lnTo>
                  <a:pt x="228600" y="238125"/>
                </a:lnTo>
                <a:close/>
                <a:moveTo>
                  <a:pt x="457200" y="228600"/>
                </a:moveTo>
                <a:lnTo>
                  <a:pt x="466725" y="228600"/>
                </a:lnTo>
                <a:lnTo>
                  <a:pt x="466725" y="238125"/>
                </a:lnTo>
                <a:lnTo>
                  <a:pt x="457200" y="238125"/>
                </a:lnTo>
                <a:close/>
                <a:moveTo>
                  <a:pt x="609600" y="228600"/>
                </a:moveTo>
                <a:lnTo>
                  <a:pt x="619125" y="228600"/>
                </a:lnTo>
                <a:lnTo>
                  <a:pt x="619125" y="238125"/>
                </a:lnTo>
                <a:lnTo>
                  <a:pt x="609600" y="238125"/>
                </a:lnTo>
                <a:close/>
                <a:moveTo>
                  <a:pt x="1304925" y="228600"/>
                </a:moveTo>
                <a:lnTo>
                  <a:pt x="1314450" y="228600"/>
                </a:lnTo>
                <a:lnTo>
                  <a:pt x="1314450" y="238125"/>
                </a:lnTo>
                <a:lnTo>
                  <a:pt x="1304925" y="238125"/>
                </a:lnTo>
                <a:close/>
                <a:moveTo>
                  <a:pt x="1343025" y="228600"/>
                </a:moveTo>
                <a:lnTo>
                  <a:pt x="1352550" y="228600"/>
                </a:lnTo>
                <a:lnTo>
                  <a:pt x="1352550" y="238125"/>
                </a:lnTo>
                <a:lnTo>
                  <a:pt x="1343025" y="238125"/>
                </a:lnTo>
                <a:close/>
                <a:moveTo>
                  <a:pt x="1666875" y="228600"/>
                </a:moveTo>
                <a:lnTo>
                  <a:pt x="1676400" y="228600"/>
                </a:lnTo>
                <a:lnTo>
                  <a:pt x="1676400" y="238125"/>
                </a:lnTo>
                <a:lnTo>
                  <a:pt x="1666875" y="238125"/>
                </a:lnTo>
                <a:close/>
                <a:moveTo>
                  <a:pt x="1019175" y="238125"/>
                </a:moveTo>
                <a:lnTo>
                  <a:pt x="1038225" y="238125"/>
                </a:lnTo>
                <a:lnTo>
                  <a:pt x="1038225" y="247650"/>
                </a:lnTo>
                <a:lnTo>
                  <a:pt x="1019175" y="247650"/>
                </a:lnTo>
                <a:close/>
                <a:moveTo>
                  <a:pt x="1314450" y="238125"/>
                </a:moveTo>
                <a:lnTo>
                  <a:pt x="1333500" y="238125"/>
                </a:lnTo>
                <a:lnTo>
                  <a:pt x="1333500" y="257175"/>
                </a:lnTo>
                <a:lnTo>
                  <a:pt x="1304925" y="257175"/>
                </a:lnTo>
                <a:lnTo>
                  <a:pt x="1304925" y="247650"/>
                </a:lnTo>
                <a:lnTo>
                  <a:pt x="1314450" y="247650"/>
                </a:lnTo>
                <a:close/>
                <a:moveTo>
                  <a:pt x="1619250" y="238125"/>
                </a:moveTo>
                <a:lnTo>
                  <a:pt x="1628775" y="238125"/>
                </a:lnTo>
                <a:lnTo>
                  <a:pt x="1628775" y="247650"/>
                </a:lnTo>
                <a:lnTo>
                  <a:pt x="1619250" y="247650"/>
                </a:lnTo>
                <a:close/>
                <a:moveTo>
                  <a:pt x="714375" y="247650"/>
                </a:moveTo>
                <a:lnTo>
                  <a:pt x="752475" y="247650"/>
                </a:lnTo>
                <a:lnTo>
                  <a:pt x="752475" y="257175"/>
                </a:lnTo>
                <a:lnTo>
                  <a:pt x="714375" y="257175"/>
                </a:lnTo>
                <a:close/>
                <a:moveTo>
                  <a:pt x="771525" y="247650"/>
                </a:moveTo>
                <a:lnTo>
                  <a:pt x="781050" y="247650"/>
                </a:lnTo>
                <a:lnTo>
                  <a:pt x="781050" y="257175"/>
                </a:lnTo>
                <a:lnTo>
                  <a:pt x="771525" y="257175"/>
                </a:lnTo>
                <a:close/>
                <a:moveTo>
                  <a:pt x="828675" y="247650"/>
                </a:moveTo>
                <a:lnTo>
                  <a:pt x="838200" y="247650"/>
                </a:lnTo>
                <a:lnTo>
                  <a:pt x="838200" y="257175"/>
                </a:lnTo>
                <a:lnTo>
                  <a:pt x="828675" y="257175"/>
                </a:lnTo>
                <a:close/>
                <a:moveTo>
                  <a:pt x="857250" y="247650"/>
                </a:moveTo>
                <a:lnTo>
                  <a:pt x="866775" y="247650"/>
                </a:lnTo>
                <a:lnTo>
                  <a:pt x="866775" y="257175"/>
                </a:lnTo>
                <a:lnTo>
                  <a:pt x="857250" y="257175"/>
                </a:lnTo>
                <a:close/>
                <a:moveTo>
                  <a:pt x="914400" y="247650"/>
                </a:moveTo>
                <a:lnTo>
                  <a:pt x="923925" y="247650"/>
                </a:lnTo>
                <a:lnTo>
                  <a:pt x="923925" y="257175"/>
                </a:lnTo>
                <a:lnTo>
                  <a:pt x="914400" y="257175"/>
                </a:lnTo>
                <a:close/>
                <a:moveTo>
                  <a:pt x="981075" y="247650"/>
                </a:moveTo>
                <a:lnTo>
                  <a:pt x="990600" y="247650"/>
                </a:lnTo>
                <a:lnTo>
                  <a:pt x="990600" y="257175"/>
                </a:lnTo>
                <a:lnTo>
                  <a:pt x="981075" y="257175"/>
                </a:lnTo>
                <a:close/>
                <a:moveTo>
                  <a:pt x="1066800" y="247650"/>
                </a:moveTo>
                <a:lnTo>
                  <a:pt x="1076325" y="247650"/>
                </a:lnTo>
                <a:lnTo>
                  <a:pt x="1076325" y="257175"/>
                </a:lnTo>
                <a:lnTo>
                  <a:pt x="1066800" y="257175"/>
                </a:lnTo>
                <a:close/>
                <a:moveTo>
                  <a:pt x="1162050" y="247650"/>
                </a:moveTo>
                <a:lnTo>
                  <a:pt x="1171575" y="247650"/>
                </a:lnTo>
                <a:lnTo>
                  <a:pt x="1171575" y="257175"/>
                </a:lnTo>
                <a:lnTo>
                  <a:pt x="1162050" y="257175"/>
                </a:lnTo>
                <a:close/>
                <a:moveTo>
                  <a:pt x="1219200" y="247650"/>
                </a:moveTo>
                <a:lnTo>
                  <a:pt x="1228725" y="247650"/>
                </a:lnTo>
                <a:lnTo>
                  <a:pt x="1228725" y="257175"/>
                </a:lnTo>
                <a:lnTo>
                  <a:pt x="1219200" y="257175"/>
                </a:lnTo>
                <a:close/>
                <a:moveTo>
                  <a:pt x="447675" y="257175"/>
                </a:moveTo>
                <a:lnTo>
                  <a:pt x="457200" y="257175"/>
                </a:lnTo>
                <a:lnTo>
                  <a:pt x="457200" y="266700"/>
                </a:lnTo>
                <a:lnTo>
                  <a:pt x="447675" y="266700"/>
                </a:lnTo>
                <a:close/>
                <a:moveTo>
                  <a:pt x="533400" y="257175"/>
                </a:moveTo>
                <a:lnTo>
                  <a:pt x="542925" y="257175"/>
                </a:lnTo>
                <a:lnTo>
                  <a:pt x="542925" y="266700"/>
                </a:lnTo>
                <a:lnTo>
                  <a:pt x="533400" y="266700"/>
                </a:lnTo>
                <a:close/>
                <a:moveTo>
                  <a:pt x="752475" y="257175"/>
                </a:moveTo>
                <a:lnTo>
                  <a:pt x="771525" y="257175"/>
                </a:lnTo>
                <a:lnTo>
                  <a:pt x="771525" y="266700"/>
                </a:lnTo>
                <a:lnTo>
                  <a:pt x="752475" y="266700"/>
                </a:lnTo>
                <a:close/>
                <a:moveTo>
                  <a:pt x="923925" y="257175"/>
                </a:moveTo>
                <a:lnTo>
                  <a:pt x="933450" y="257175"/>
                </a:lnTo>
                <a:lnTo>
                  <a:pt x="933450" y="266700"/>
                </a:lnTo>
                <a:lnTo>
                  <a:pt x="923925" y="266700"/>
                </a:lnTo>
                <a:close/>
                <a:moveTo>
                  <a:pt x="971550" y="257175"/>
                </a:moveTo>
                <a:lnTo>
                  <a:pt x="981075" y="257175"/>
                </a:lnTo>
                <a:lnTo>
                  <a:pt x="981075" y="266700"/>
                </a:lnTo>
                <a:lnTo>
                  <a:pt x="971550" y="266700"/>
                </a:lnTo>
                <a:close/>
                <a:moveTo>
                  <a:pt x="1076325" y="257175"/>
                </a:moveTo>
                <a:lnTo>
                  <a:pt x="1085850" y="257175"/>
                </a:lnTo>
                <a:lnTo>
                  <a:pt x="1085850" y="266700"/>
                </a:lnTo>
                <a:lnTo>
                  <a:pt x="1076325" y="266700"/>
                </a:lnTo>
                <a:close/>
                <a:moveTo>
                  <a:pt x="1143000" y="257175"/>
                </a:moveTo>
                <a:lnTo>
                  <a:pt x="1152525" y="257175"/>
                </a:lnTo>
                <a:lnTo>
                  <a:pt x="1152525" y="266700"/>
                </a:lnTo>
                <a:lnTo>
                  <a:pt x="1143000" y="266700"/>
                </a:lnTo>
                <a:close/>
                <a:moveTo>
                  <a:pt x="1295400" y="257175"/>
                </a:moveTo>
                <a:lnTo>
                  <a:pt x="1304925" y="257175"/>
                </a:lnTo>
                <a:lnTo>
                  <a:pt x="1304925" y="266700"/>
                </a:lnTo>
                <a:lnTo>
                  <a:pt x="1295400" y="266700"/>
                </a:lnTo>
                <a:close/>
                <a:moveTo>
                  <a:pt x="1085850" y="266700"/>
                </a:moveTo>
                <a:lnTo>
                  <a:pt x="1095375" y="266700"/>
                </a:lnTo>
                <a:lnTo>
                  <a:pt x="1095375" y="276225"/>
                </a:lnTo>
                <a:lnTo>
                  <a:pt x="1085850" y="276225"/>
                </a:lnTo>
                <a:close/>
                <a:moveTo>
                  <a:pt x="1133475" y="266700"/>
                </a:moveTo>
                <a:lnTo>
                  <a:pt x="1143000" y="266700"/>
                </a:lnTo>
                <a:lnTo>
                  <a:pt x="1143000" y="276225"/>
                </a:lnTo>
                <a:lnTo>
                  <a:pt x="1133475" y="276225"/>
                </a:lnTo>
                <a:close/>
                <a:moveTo>
                  <a:pt x="266700" y="276225"/>
                </a:moveTo>
                <a:lnTo>
                  <a:pt x="276225" y="276225"/>
                </a:lnTo>
                <a:lnTo>
                  <a:pt x="276225" y="590550"/>
                </a:lnTo>
                <a:lnTo>
                  <a:pt x="266700" y="590550"/>
                </a:lnTo>
                <a:close/>
                <a:moveTo>
                  <a:pt x="695325" y="276225"/>
                </a:moveTo>
                <a:lnTo>
                  <a:pt x="704850" y="276225"/>
                </a:lnTo>
                <a:lnTo>
                  <a:pt x="704850" y="285750"/>
                </a:lnTo>
                <a:lnTo>
                  <a:pt x="695325" y="285750"/>
                </a:lnTo>
                <a:close/>
                <a:moveTo>
                  <a:pt x="933450" y="276225"/>
                </a:moveTo>
                <a:lnTo>
                  <a:pt x="942975" y="276225"/>
                </a:lnTo>
                <a:lnTo>
                  <a:pt x="942975" y="295275"/>
                </a:lnTo>
                <a:lnTo>
                  <a:pt x="933450" y="295275"/>
                </a:lnTo>
                <a:close/>
                <a:moveTo>
                  <a:pt x="1123950" y="276225"/>
                </a:moveTo>
                <a:lnTo>
                  <a:pt x="1133475" y="276225"/>
                </a:lnTo>
                <a:lnTo>
                  <a:pt x="1133475" y="285750"/>
                </a:lnTo>
                <a:lnTo>
                  <a:pt x="1123950" y="285750"/>
                </a:lnTo>
                <a:close/>
                <a:moveTo>
                  <a:pt x="1323975" y="276225"/>
                </a:moveTo>
                <a:lnTo>
                  <a:pt x="1333500" y="276225"/>
                </a:lnTo>
                <a:lnTo>
                  <a:pt x="1333500" y="285750"/>
                </a:lnTo>
                <a:lnTo>
                  <a:pt x="1323975" y="285750"/>
                </a:lnTo>
                <a:close/>
                <a:moveTo>
                  <a:pt x="1400175" y="276225"/>
                </a:moveTo>
                <a:lnTo>
                  <a:pt x="1409700" y="276225"/>
                </a:lnTo>
                <a:lnTo>
                  <a:pt x="1409700" y="285750"/>
                </a:lnTo>
                <a:lnTo>
                  <a:pt x="1400175" y="285750"/>
                </a:lnTo>
                <a:close/>
                <a:moveTo>
                  <a:pt x="438150" y="285750"/>
                </a:moveTo>
                <a:lnTo>
                  <a:pt x="447675" y="285750"/>
                </a:lnTo>
                <a:lnTo>
                  <a:pt x="447675" y="295275"/>
                </a:lnTo>
                <a:lnTo>
                  <a:pt x="438150" y="295275"/>
                </a:lnTo>
                <a:close/>
                <a:moveTo>
                  <a:pt x="466725" y="285750"/>
                </a:moveTo>
                <a:lnTo>
                  <a:pt x="485775" y="285750"/>
                </a:lnTo>
                <a:lnTo>
                  <a:pt x="485775" y="295275"/>
                </a:lnTo>
                <a:lnTo>
                  <a:pt x="466725" y="295275"/>
                </a:lnTo>
                <a:close/>
                <a:moveTo>
                  <a:pt x="542925" y="285750"/>
                </a:moveTo>
                <a:lnTo>
                  <a:pt x="552450" y="285750"/>
                </a:lnTo>
                <a:lnTo>
                  <a:pt x="552450" y="295275"/>
                </a:lnTo>
                <a:lnTo>
                  <a:pt x="542925" y="295275"/>
                </a:lnTo>
                <a:close/>
                <a:moveTo>
                  <a:pt x="704850" y="285750"/>
                </a:moveTo>
                <a:lnTo>
                  <a:pt x="714375" y="285750"/>
                </a:lnTo>
                <a:lnTo>
                  <a:pt x="714375" y="371475"/>
                </a:lnTo>
                <a:lnTo>
                  <a:pt x="704850" y="371475"/>
                </a:lnTo>
                <a:close/>
                <a:moveTo>
                  <a:pt x="771525" y="285750"/>
                </a:moveTo>
                <a:lnTo>
                  <a:pt x="781050" y="285750"/>
                </a:lnTo>
                <a:lnTo>
                  <a:pt x="781050" y="295275"/>
                </a:lnTo>
                <a:lnTo>
                  <a:pt x="771525" y="295275"/>
                </a:lnTo>
                <a:close/>
                <a:moveTo>
                  <a:pt x="971550" y="285750"/>
                </a:moveTo>
                <a:lnTo>
                  <a:pt x="981075" y="285750"/>
                </a:lnTo>
                <a:lnTo>
                  <a:pt x="981075" y="295275"/>
                </a:lnTo>
                <a:lnTo>
                  <a:pt x="971550" y="295275"/>
                </a:lnTo>
                <a:close/>
                <a:moveTo>
                  <a:pt x="1000125" y="285750"/>
                </a:moveTo>
                <a:lnTo>
                  <a:pt x="1009650" y="285750"/>
                </a:lnTo>
                <a:lnTo>
                  <a:pt x="1009650" y="295275"/>
                </a:lnTo>
                <a:lnTo>
                  <a:pt x="1000125" y="295275"/>
                </a:lnTo>
                <a:close/>
                <a:moveTo>
                  <a:pt x="1314450" y="285750"/>
                </a:moveTo>
                <a:lnTo>
                  <a:pt x="1323975" y="285750"/>
                </a:lnTo>
                <a:lnTo>
                  <a:pt x="1323975" y="295275"/>
                </a:lnTo>
                <a:lnTo>
                  <a:pt x="1314450" y="295275"/>
                </a:lnTo>
                <a:close/>
                <a:moveTo>
                  <a:pt x="1333500" y="285750"/>
                </a:moveTo>
                <a:lnTo>
                  <a:pt x="1343025" y="285750"/>
                </a:lnTo>
                <a:lnTo>
                  <a:pt x="1343025" y="295275"/>
                </a:lnTo>
                <a:lnTo>
                  <a:pt x="1333500" y="295275"/>
                </a:lnTo>
                <a:close/>
                <a:moveTo>
                  <a:pt x="485775" y="295275"/>
                </a:moveTo>
                <a:lnTo>
                  <a:pt x="495300" y="295275"/>
                </a:lnTo>
                <a:lnTo>
                  <a:pt x="495300" y="304800"/>
                </a:lnTo>
                <a:lnTo>
                  <a:pt x="485775" y="304800"/>
                </a:lnTo>
                <a:close/>
                <a:moveTo>
                  <a:pt x="762000" y="295275"/>
                </a:moveTo>
                <a:lnTo>
                  <a:pt x="771525" y="295275"/>
                </a:lnTo>
                <a:lnTo>
                  <a:pt x="771525" y="304800"/>
                </a:lnTo>
                <a:lnTo>
                  <a:pt x="762000" y="304800"/>
                </a:lnTo>
                <a:close/>
                <a:moveTo>
                  <a:pt x="981075" y="295275"/>
                </a:moveTo>
                <a:lnTo>
                  <a:pt x="1000125" y="295275"/>
                </a:lnTo>
                <a:lnTo>
                  <a:pt x="1000125" y="304800"/>
                </a:lnTo>
                <a:lnTo>
                  <a:pt x="981075" y="304800"/>
                </a:lnTo>
                <a:close/>
                <a:moveTo>
                  <a:pt x="1038225" y="295275"/>
                </a:moveTo>
                <a:lnTo>
                  <a:pt x="1047750" y="295275"/>
                </a:lnTo>
                <a:lnTo>
                  <a:pt x="1047750" y="304800"/>
                </a:lnTo>
                <a:lnTo>
                  <a:pt x="1038225" y="304800"/>
                </a:lnTo>
                <a:close/>
                <a:moveTo>
                  <a:pt x="1257300" y="295275"/>
                </a:moveTo>
                <a:lnTo>
                  <a:pt x="1266825" y="295275"/>
                </a:lnTo>
                <a:lnTo>
                  <a:pt x="1266825" y="304800"/>
                </a:lnTo>
                <a:lnTo>
                  <a:pt x="1257300" y="304800"/>
                </a:lnTo>
                <a:close/>
                <a:moveTo>
                  <a:pt x="1304925" y="295275"/>
                </a:moveTo>
                <a:lnTo>
                  <a:pt x="1314450" y="295275"/>
                </a:lnTo>
                <a:lnTo>
                  <a:pt x="1314450" y="304800"/>
                </a:lnTo>
                <a:lnTo>
                  <a:pt x="1304925" y="304800"/>
                </a:lnTo>
                <a:close/>
                <a:moveTo>
                  <a:pt x="1409700" y="295275"/>
                </a:moveTo>
                <a:lnTo>
                  <a:pt x="1419225" y="295275"/>
                </a:lnTo>
                <a:lnTo>
                  <a:pt x="1419225" y="390525"/>
                </a:lnTo>
                <a:lnTo>
                  <a:pt x="1409700" y="390525"/>
                </a:lnTo>
                <a:lnTo>
                  <a:pt x="1409700" y="333375"/>
                </a:lnTo>
                <a:lnTo>
                  <a:pt x="1390650" y="333375"/>
                </a:lnTo>
                <a:lnTo>
                  <a:pt x="1390650" y="342900"/>
                </a:lnTo>
                <a:lnTo>
                  <a:pt x="1362075" y="342900"/>
                </a:lnTo>
                <a:lnTo>
                  <a:pt x="1362075" y="333375"/>
                </a:lnTo>
                <a:lnTo>
                  <a:pt x="1381125" y="333375"/>
                </a:lnTo>
                <a:lnTo>
                  <a:pt x="1381125" y="323850"/>
                </a:lnTo>
                <a:lnTo>
                  <a:pt x="1390650" y="323850"/>
                </a:lnTo>
                <a:lnTo>
                  <a:pt x="1390650" y="304800"/>
                </a:lnTo>
                <a:lnTo>
                  <a:pt x="1400175" y="304800"/>
                </a:lnTo>
                <a:lnTo>
                  <a:pt x="1400175" y="314325"/>
                </a:lnTo>
                <a:lnTo>
                  <a:pt x="1409700" y="314325"/>
                </a:lnTo>
                <a:close/>
                <a:moveTo>
                  <a:pt x="1476375" y="295275"/>
                </a:moveTo>
                <a:lnTo>
                  <a:pt x="1495425" y="295275"/>
                </a:lnTo>
                <a:lnTo>
                  <a:pt x="1495425" y="304800"/>
                </a:lnTo>
                <a:lnTo>
                  <a:pt x="1476375" y="304800"/>
                </a:lnTo>
                <a:close/>
                <a:moveTo>
                  <a:pt x="1552575" y="295275"/>
                </a:moveTo>
                <a:lnTo>
                  <a:pt x="1562100" y="295275"/>
                </a:lnTo>
                <a:lnTo>
                  <a:pt x="1562100" y="390525"/>
                </a:lnTo>
                <a:lnTo>
                  <a:pt x="1552575" y="390525"/>
                </a:lnTo>
                <a:close/>
                <a:moveTo>
                  <a:pt x="428625" y="304800"/>
                </a:moveTo>
                <a:lnTo>
                  <a:pt x="438150" y="304800"/>
                </a:lnTo>
                <a:lnTo>
                  <a:pt x="438150" y="314325"/>
                </a:lnTo>
                <a:lnTo>
                  <a:pt x="428625" y="314325"/>
                </a:lnTo>
                <a:close/>
                <a:moveTo>
                  <a:pt x="847725" y="304800"/>
                </a:moveTo>
                <a:lnTo>
                  <a:pt x="857250" y="304800"/>
                </a:lnTo>
                <a:lnTo>
                  <a:pt x="857250" y="314325"/>
                </a:lnTo>
                <a:lnTo>
                  <a:pt x="847725" y="314325"/>
                </a:lnTo>
                <a:close/>
                <a:moveTo>
                  <a:pt x="1000125" y="304800"/>
                </a:moveTo>
                <a:lnTo>
                  <a:pt x="1038225" y="304800"/>
                </a:lnTo>
                <a:lnTo>
                  <a:pt x="1038225" y="314325"/>
                </a:lnTo>
                <a:lnTo>
                  <a:pt x="1000125" y="314325"/>
                </a:lnTo>
                <a:close/>
                <a:moveTo>
                  <a:pt x="1114425" y="304800"/>
                </a:moveTo>
                <a:lnTo>
                  <a:pt x="1123950" y="304800"/>
                </a:lnTo>
                <a:lnTo>
                  <a:pt x="1123950" y="352425"/>
                </a:lnTo>
                <a:lnTo>
                  <a:pt x="1114425" y="352425"/>
                </a:lnTo>
                <a:close/>
                <a:moveTo>
                  <a:pt x="1314450" y="304800"/>
                </a:moveTo>
                <a:lnTo>
                  <a:pt x="1323975" y="304800"/>
                </a:lnTo>
                <a:lnTo>
                  <a:pt x="1323975" y="314325"/>
                </a:lnTo>
                <a:lnTo>
                  <a:pt x="1314450" y="314325"/>
                </a:lnTo>
                <a:close/>
                <a:moveTo>
                  <a:pt x="1333500" y="304800"/>
                </a:moveTo>
                <a:lnTo>
                  <a:pt x="1343025" y="304800"/>
                </a:lnTo>
                <a:lnTo>
                  <a:pt x="1343025" y="314325"/>
                </a:lnTo>
                <a:lnTo>
                  <a:pt x="1333500" y="314325"/>
                </a:lnTo>
                <a:close/>
                <a:moveTo>
                  <a:pt x="1466850" y="304800"/>
                </a:moveTo>
                <a:lnTo>
                  <a:pt x="1476375" y="304800"/>
                </a:lnTo>
                <a:lnTo>
                  <a:pt x="1476375" y="314325"/>
                </a:lnTo>
                <a:lnTo>
                  <a:pt x="1466850" y="314325"/>
                </a:lnTo>
                <a:close/>
                <a:moveTo>
                  <a:pt x="1495425" y="304800"/>
                </a:moveTo>
                <a:lnTo>
                  <a:pt x="1504950" y="304800"/>
                </a:lnTo>
                <a:lnTo>
                  <a:pt x="1504950" y="314325"/>
                </a:lnTo>
                <a:lnTo>
                  <a:pt x="1495425" y="314325"/>
                </a:lnTo>
                <a:close/>
                <a:moveTo>
                  <a:pt x="457200" y="314325"/>
                </a:moveTo>
                <a:lnTo>
                  <a:pt x="466725" y="314325"/>
                </a:lnTo>
                <a:lnTo>
                  <a:pt x="466725" y="333375"/>
                </a:lnTo>
                <a:lnTo>
                  <a:pt x="457200" y="333375"/>
                </a:lnTo>
                <a:close/>
                <a:moveTo>
                  <a:pt x="552450" y="314325"/>
                </a:moveTo>
                <a:lnTo>
                  <a:pt x="561975" y="314325"/>
                </a:lnTo>
                <a:lnTo>
                  <a:pt x="561975" y="323850"/>
                </a:lnTo>
                <a:lnTo>
                  <a:pt x="552450" y="323850"/>
                </a:lnTo>
                <a:close/>
                <a:moveTo>
                  <a:pt x="1162050" y="314325"/>
                </a:moveTo>
                <a:lnTo>
                  <a:pt x="1171575" y="314325"/>
                </a:lnTo>
                <a:lnTo>
                  <a:pt x="1171575" y="333375"/>
                </a:lnTo>
                <a:lnTo>
                  <a:pt x="1162050" y="333375"/>
                </a:lnTo>
                <a:close/>
                <a:moveTo>
                  <a:pt x="971550" y="323850"/>
                </a:moveTo>
                <a:lnTo>
                  <a:pt x="981075" y="323850"/>
                </a:lnTo>
                <a:lnTo>
                  <a:pt x="981075" y="333375"/>
                </a:lnTo>
                <a:lnTo>
                  <a:pt x="971550" y="333375"/>
                </a:lnTo>
                <a:close/>
                <a:moveTo>
                  <a:pt x="419100" y="333375"/>
                </a:moveTo>
                <a:lnTo>
                  <a:pt x="428625" y="333375"/>
                </a:lnTo>
                <a:lnTo>
                  <a:pt x="428625" y="342900"/>
                </a:lnTo>
                <a:lnTo>
                  <a:pt x="419100" y="342900"/>
                </a:lnTo>
                <a:close/>
                <a:moveTo>
                  <a:pt x="485775" y="333375"/>
                </a:moveTo>
                <a:lnTo>
                  <a:pt x="495300" y="333375"/>
                </a:lnTo>
                <a:lnTo>
                  <a:pt x="495300" y="342900"/>
                </a:lnTo>
                <a:lnTo>
                  <a:pt x="485775" y="342900"/>
                </a:lnTo>
                <a:close/>
                <a:moveTo>
                  <a:pt x="962025" y="333375"/>
                </a:moveTo>
                <a:lnTo>
                  <a:pt x="971550" y="333375"/>
                </a:lnTo>
                <a:lnTo>
                  <a:pt x="971550" y="342900"/>
                </a:lnTo>
                <a:lnTo>
                  <a:pt x="962025" y="342900"/>
                </a:lnTo>
                <a:close/>
                <a:moveTo>
                  <a:pt x="1028700" y="333375"/>
                </a:moveTo>
                <a:lnTo>
                  <a:pt x="1038225" y="333375"/>
                </a:lnTo>
                <a:lnTo>
                  <a:pt x="1038225" y="342900"/>
                </a:lnTo>
                <a:lnTo>
                  <a:pt x="1028700" y="342900"/>
                </a:lnTo>
                <a:close/>
                <a:moveTo>
                  <a:pt x="1314450" y="333375"/>
                </a:moveTo>
                <a:lnTo>
                  <a:pt x="1323975" y="333375"/>
                </a:lnTo>
                <a:lnTo>
                  <a:pt x="1323975" y="352425"/>
                </a:lnTo>
                <a:lnTo>
                  <a:pt x="1314450" y="352425"/>
                </a:lnTo>
                <a:close/>
                <a:moveTo>
                  <a:pt x="561975" y="342900"/>
                </a:moveTo>
                <a:lnTo>
                  <a:pt x="571500" y="342900"/>
                </a:lnTo>
                <a:lnTo>
                  <a:pt x="571500" y="352425"/>
                </a:lnTo>
                <a:lnTo>
                  <a:pt x="561975" y="352425"/>
                </a:lnTo>
                <a:close/>
                <a:moveTo>
                  <a:pt x="1038225" y="342900"/>
                </a:moveTo>
                <a:lnTo>
                  <a:pt x="1047750" y="342900"/>
                </a:lnTo>
                <a:lnTo>
                  <a:pt x="1047750" y="361950"/>
                </a:lnTo>
                <a:lnTo>
                  <a:pt x="1038225" y="361950"/>
                </a:lnTo>
                <a:close/>
                <a:moveTo>
                  <a:pt x="409575" y="352425"/>
                </a:moveTo>
                <a:lnTo>
                  <a:pt x="419100" y="352425"/>
                </a:lnTo>
                <a:lnTo>
                  <a:pt x="419100" y="361950"/>
                </a:lnTo>
                <a:lnTo>
                  <a:pt x="409575" y="361950"/>
                </a:lnTo>
                <a:close/>
                <a:moveTo>
                  <a:pt x="847725" y="352425"/>
                </a:moveTo>
                <a:lnTo>
                  <a:pt x="857250" y="352425"/>
                </a:lnTo>
                <a:lnTo>
                  <a:pt x="857250" y="371475"/>
                </a:lnTo>
                <a:lnTo>
                  <a:pt x="847725" y="371475"/>
                </a:lnTo>
                <a:close/>
                <a:moveTo>
                  <a:pt x="1171575" y="352425"/>
                </a:moveTo>
                <a:lnTo>
                  <a:pt x="1181100" y="352425"/>
                </a:lnTo>
                <a:lnTo>
                  <a:pt x="1181100" y="361950"/>
                </a:lnTo>
                <a:lnTo>
                  <a:pt x="1171575" y="361950"/>
                </a:lnTo>
                <a:close/>
                <a:moveTo>
                  <a:pt x="457200" y="361950"/>
                </a:moveTo>
                <a:lnTo>
                  <a:pt x="476250" y="361950"/>
                </a:lnTo>
                <a:lnTo>
                  <a:pt x="476250" y="371475"/>
                </a:lnTo>
                <a:lnTo>
                  <a:pt x="457200" y="371475"/>
                </a:lnTo>
                <a:close/>
                <a:moveTo>
                  <a:pt x="1009650" y="361950"/>
                </a:moveTo>
                <a:lnTo>
                  <a:pt x="1019175" y="361950"/>
                </a:lnTo>
                <a:lnTo>
                  <a:pt x="1019175" y="371475"/>
                </a:lnTo>
                <a:lnTo>
                  <a:pt x="1009650" y="371475"/>
                </a:lnTo>
                <a:close/>
                <a:moveTo>
                  <a:pt x="1028700" y="361950"/>
                </a:moveTo>
                <a:lnTo>
                  <a:pt x="1038225" y="361950"/>
                </a:lnTo>
                <a:lnTo>
                  <a:pt x="1038225" y="371475"/>
                </a:lnTo>
                <a:lnTo>
                  <a:pt x="1028700" y="371475"/>
                </a:lnTo>
                <a:close/>
                <a:moveTo>
                  <a:pt x="1095375" y="361950"/>
                </a:moveTo>
                <a:lnTo>
                  <a:pt x="1104900" y="361950"/>
                </a:lnTo>
                <a:lnTo>
                  <a:pt x="1104900" y="371475"/>
                </a:lnTo>
                <a:lnTo>
                  <a:pt x="1095375" y="371475"/>
                </a:lnTo>
                <a:close/>
                <a:moveTo>
                  <a:pt x="1181100" y="361950"/>
                </a:moveTo>
                <a:lnTo>
                  <a:pt x="1190625" y="361950"/>
                </a:lnTo>
                <a:lnTo>
                  <a:pt x="1190625" y="371475"/>
                </a:lnTo>
                <a:lnTo>
                  <a:pt x="1181100" y="371475"/>
                </a:lnTo>
                <a:close/>
                <a:moveTo>
                  <a:pt x="1228725" y="361950"/>
                </a:moveTo>
                <a:lnTo>
                  <a:pt x="1238250" y="361950"/>
                </a:lnTo>
                <a:lnTo>
                  <a:pt x="1238250" y="371475"/>
                </a:lnTo>
                <a:lnTo>
                  <a:pt x="1228725" y="371475"/>
                </a:lnTo>
                <a:close/>
                <a:moveTo>
                  <a:pt x="1257300" y="361950"/>
                </a:moveTo>
                <a:lnTo>
                  <a:pt x="1266825" y="361950"/>
                </a:lnTo>
                <a:lnTo>
                  <a:pt x="1266825" y="371475"/>
                </a:lnTo>
                <a:lnTo>
                  <a:pt x="1257300" y="371475"/>
                </a:lnTo>
                <a:close/>
                <a:moveTo>
                  <a:pt x="1314450" y="361950"/>
                </a:moveTo>
                <a:lnTo>
                  <a:pt x="1323975" y="361950"/>
                </a:lnTo>
                <a:lnTo>
                  <a:pt x="1323975" y="371475"/>
                </a:lnTo>
                <a:lnTo>
                  <a:pt x="1314450" y="371475"/>
                </a:lnTo>
                <a:close/>
                <a:moveTo>
                  <a:pt x="1371600" y="361950"/>
                </a:moveTo>
                <a:lnTo>
                  <a:pt x="1381125" y="361950"/>
                </a:lnTo>
                <a:lnTo>
                  <a:pt x="1381125" y="371475"/>
                </a:lnTo>
                <a:lnTo>
                  <a:pt x="1371600" y="371475"/>
                </a:lnTo>
                <a:close/>
                <a:moveTo>
                  <a:pt x="447675" y="371475"/>
                </a:moveTo>
                <a:lnTo>
                  <a:pt x="457200" y="371475"/>
                </a:lnTo>
                <a:lnTo>
                  <a:pt x="457200" y="381000"/>
                </a:lnTo>
                <a:lnTo>
                  <a:pt x="447675" y="381000"/>
                </a:lnTo>
                <a:close/>
                <a:moveTo>
                  <a:pt x="571500" y="371475"/>
                </a:moveTo>
                <a:lnTo>
                  <a:pt x="581025" y="371475"/>
                </a:lnTo>
                <a:lnTo>
                  <a:pt x="581025" y="381000"/>
                </a:lnTo>
                <a:lnTo>
                  <a:pt x="571500" y="381000"/>
                </a:lnTo>
                <a:close/>
                <a:moveTo>
                  <a:pt x="790575" y="371475"/>
                </a:moveTo>
                <a:lnTo>
                  <a:pt x="800100" y="371475"/>
                </a:lnTo>
                <a:lnTo>
                  <a:pt x="800100" y="381000"/>
                </a:lnTo>
                <a:lnTo>
                  <a:pt x="790575" y="381000"/>
                </a:lnTo>
                <a:close/>
                <a:moveTo>
                  <a:pt x="1123950" y="371475"/>
                </a:moveTo>
                <a:lnTo>
                  <a:pt x="1133475" y="371475"/>
                </a:lnTo>
                <a:lnTo>
                  <a:pt x="1133475" y="381000"/>
                </a:lnTo>
                <a:lnTo>
                  <a:pt x="1123950" y="381000"/>
                </a:lnTo>
                <a:close/>
                <a:moveTo>
                  <a:pt x="1323975" y="371475"/>
                </a:moveTo>
                <a:lnTo>
                  <a:pt x="1333500" y="371475"/>
                </a:lnTo>
                <a:lnTo>
                  <a:pt x="1333500" y="381000"/>
                </a:lnTo>
                <a:lnTo>
                  <a:pt x="1323975" y="381000"/>
                </a:lnTo>
                <a:close/>
                <a:moveTo>
                  <a:pt x="1381125" y="371475"/>
                </a:moveTo>
                <a:lnTo>
                  <a:pt x="1390650" y="371475"/>
                </a:lnTo>
                <a:lnTo>
                  <a:pt x="1390650" y="381000"/>
                </a:lnTo>
                <a:lnTo>
                  <a:pt x="1381125" y="381000"/>
                </a:lnTo>
                <a:close/>
                <a:moveTo>
                  <a:pt x="400050" y="381000"/>
                </a:moveTo>
                <a:lnTo>
                  <a:pt x="409575" y="381000"/>
                </a:lnTo>
                <a:lnTo>
                  <a:pt x="409575" y="390525"/>
                </a:lnTo>
                <a:lnTo>
                  <a:pt x="400050" y="390525"/>
                </a:lnTo>
                <a:close/>
                <a:moveTo>
                  <a:pt x="438150" y="381000"/>
                </a:moveTo>
                <a:lnTo>
                  <a:pt x="447675" y="381000"/>
                </a:lnTo>
                <a:lnTo>
                  <a:pt x="447675" y="400050"/>
                </a:lnTo>
                <a:lnTo>
                  <a:pt x="438150" y="400050"/>
                </a:lnTo>
                <a:close/>
                <a:moveTo>
                  <a:pt x="581025" y="381000"/>
                </a:moveTo>
                <a:lnTo>
                  <a:pt x="590550" y="381000"/>
                </a:lnTo>
                <a:lnTo>
                  <a:pt x="590550" y="390525"/>
                </a:lnTo>
                <a:lnTo>
                  <a:pt x="581025" y="390525"/>
                </a:lnTo>
                <a:close/>
                <a:moveTo>
                  <a:pt x="676275" y="381000"/>
                </a:moveTo>
                <a:lnTo>
                  <a:pt x="685800" y="381000"/>
                </a:lnTo>
                <a:lnTo>
                  <a:pt x="685800" y="390525"/>
                </a:lnTo>
                <a:lnTo>
                  <a:pt x="676275" y="390525"/>
                </a:lnTo>
                <a:close/>
                <a:moveTo>
                  <a:pt x="857250" y="381000"/>
                </a:moveTo>
                <a:lnTo>
                  <a:pt x="866775" y="381000"/>
                </a:lnTo>
                <a:lnTo>
                  <a:pt x="866775" y="400050"/>
                </a:lnTo>
                <a:lnTo>
                  <a:pt x="857250" y="400050"/>
                </a:lnTo>
                <a:close/>
                <a:moveTo>
                  <a:pt x="1104900" y="381000"/>
                </a:moveTo>
                <a:lnTo>
                  <a:pt x="1114425" y="381000"/>
                </a:lnTo>
                <a:lnTo>
                  <a:pt x="1114425" y="390525"/>
                </a:lnTo>
                <a:lnTo>
                  <a:pt x="1104900" y="390525"/>
                </a:lnTo>
                <a:close/>
                <a:moveTo>
                  <a:pt x="1133475" y="381000"/>
                </a:moveTo>
                <a:lnTo>
                  <a:pt x="1143000" y="381000"/>
                </a:lnTo>
                <a:lnTo>
                  <a:pt x="1143000" y="390525"/>
                </a:lnTo>
                <a:lnTo>
                  <a:pt x="1133475" y="390525"/>
                </a:lnTo>
                <a:close/>
                <a:moveTo>
                  <a:pt x="1266825" y="381000"/>
                </a:moveTo>
                <a:lnTo>
                  <a:pt x="1276350" y="381000"/>
                </a:lnTo>
                <a:lnTo>
                  <a:pt x="1276350" y="390525"/>
                </a:lnTo>
                <a:lnTo>
                  <a:pt x="1266825" y="390525"/>
                </a:lnTo>
                <a:close/>
                <a:moveTo>
                  <a:pt x="504825" y="390525"/>
                </a:moveTo>
                <a:lnTo>
                  <a:pt x="514350" y="390525"/>
                </a:lnTo>
                <a:lnTo>
                  <a:pt x="514350" y="400050"/>
                </a:lnTo>
                <a:lnTo>
                  <a:pt x="504825" y="400050"/>
                </a:lnTo>
                <a:close/>
                <a:moveTo>
                  <a:pt x="790575" y="390525"/>
                </a:moveTo>
                <a:lnTo>
                  <a:pt x="800100" y="390525"/>
                </a:lnTo>
                <a:lnTo>
                  <a:pt x="800100" y="400050"/>
                </a:lnTo>
                <a:lnTo>
                  <a:pt x="790575" y="400050"/>
                </a:lnTo>
                <a:close/>
                <a:moveTo>
                  <a:pt x="1038225" y="390525"/>
                </a:moveTo>
                <a:lnTo>
                  <a:pt x="1057275" y="390525"/>
                </a:lnTo>
                <a:lnTo>
                  <a:pt x="1057275" y="400050"/>
                </a:lnTo>
                <a:lnTo>
                  <a:pt x="1038225" y="400050"/>
                </a:lnTo>
                <a:close/>
                <a:moveTo>
                  <a:pt x="1143000" y="390525"/>
                </a:moveTo>
                <a:lnTo>
                  <a:pt x="1152525" y="390525"/>
                </a:lnTo>
                <a:lnTo>
                  <a:pt x="1152525" y="400050"/>
                </a:lnTo>
                <a:lnTo>
                  <a:pt x="1143000" y="400050"/>
                </a:lnTo>
                <a:close/>
                <a:moveTo>
                  <a:pt x="1276350" y="390525"/>
                </a:moveTo>
                <a:lnTo>
                  <a:pt x="1285875" y="390525"/>
                </a:lnTo>
                <a:lnTo>
                  <a:pt x="1285875" y="400050"/>
                </a:lnTo>
                <a:lnTo>
                  <a:pt x="1276350" y="400050"/>
                </a:lnTo>
                <a:close/>
                <a:moveTo>
                  <a:pt x="1381125" y="390525"/>
                </a:moveTo>
                <a:lnTo>
                  <a:pt x="1390650" y="390525"/>
                </a:lnTo>
                <a:lnTo>
                  <a:pt x="1390650" y="400050"/>
                </a:lnTo>
                <a:lnTo>
                  <a:pt x="1381125" y="400050"/>
                </a:lnTo>
                <a:close/>
                <a:moveTo>
                  <a:pt x="1400175" y="390525"/>
                </a:moveTo>
                <a:lnTo>
                  <a:pt x="1409700" y="390525"/>
                </a:lnTo>
                <a:lnTo>
                  <a:pt x="1409700" y="409575"/>
                </a:lnTo>
                <a:lnTo>
                  <a:pt x="1400175" y="409575"/>
                </a:lnTo>
                <a:close/>
                <a:moveTo>
                  <a:pt x="1466850" y="390525"/>
                </a:moveTo>
                <a:lnTo>
                  <a:pt x="1476375" y="390525"/>
                </a:lnTo>
                <a:lnTo>
                  <a:pt x="1476375" y="400050"/>
                </a:lnTo>
                <a:lnTo>
                  <a:pt x="1466850" y="400050"/>
                </a:lnTo>
                <a:close/>
                <a:moveTo>
                  <a:pt x="1495425" y="390525"/>
                </a:moveTo>
                <a:lnTo>
                  <a:pt x="1504950" y="390525"/>
                </a:lnTo>
                <a:lnTo>
                  <a:pt x="1504950" y="400050"/>
                </a:lnTo>
                <a:lnTo>
                  <a:pt x="1495425" y="400050"/>
                </a:lnTo>
                <a:close/>
                <a:moveTo>
                  <a:pt x="390525" y="400050"/>
                </a:moveTo>
                <a:lnTo>
                  <a:pt x="400050" y="400050"/>
                </a:lnTo>
                <a:lnTo>
                  <a:pt x="400050" y="409575"/>
                </a:lnTo>
                <a:lnTo>
                  <a:pt x="390525" y="409575"/>
                </a:lnTo>
                <a:close/>
                <a:moveTo>
                  <a:pt x="495300" y="400050"/>
                </a:moveTo>
                <a:lnTo>
                  <a:pt x="504825" y="400050"/>
                </a:lnTo>
                <a:lnTo>
                  <a:pt x="504825" y="409575"/>
                </a:lnTo>
                <a:lnTo>
                  <a:pt x="514350" y="409575"/>
                </a:lnTo>
                <a:lnTo>
                  <a:pt x="514350" y="419100"/>
                </a:lnTo>
                <a:lnTo>
                  <a:pt x="523875" y="419100"/>
                </a:lnTo>
                <a:lnTo>
                  <a:pt x="523875" y="428625"/>
                </a:lnTo>
                <a:lnTo>
                  <a:pt x="504825" y="428625"/>
                </a:lnTo>
                <a:lnTo>
                  <a:pt x="504825" y="419100"/>
                </a:lnTo>
                <a:lnTo>
                  <a:pt x="495300" y="419100"/>
                </a:lnTo>
                <a:close/>
                <a:moveTo>
                  <a:pt x="676275" y="400050"/>
                </a:moveTo>
                <a:lnTo>
                  <a:pt x="704850" y="400050"/>
                </a:lnTo>
                <a:lnTo>
                  <a:pt x="704850" y="409575"/>
                </a:lnTo>
                <a:lnTo>
                  <a:pt x="676275" y="409575"/>
                </a:lnTo>
                <a:close/>
                <a:moveTo>
                  <a:pt x="800100" y="400050"/>
                </a:moveTo>
                <a:lnTo>
                  <a:pt x="857250" y="400050"/>
                </a:lnTo>
                <a:lnTo>
                  <a:pt x="857250" y="409575"/>
                </a:lnTo>
                <a:lnTo>
                  <a:pt x="800100" y="409575"/>
                </a:lnTo>
                <a:close/>
                <a:moveTo>
                  <a:pt x="990600" y="400050"/>
                </a:moveTo>
                <a:lnTo>
                  <a:pt x="1019175" y="400050"/>
                </a:lnTo>
                <a:lnTo>
                  <a:pt x="1019175" y="409575"/>
                </a:lnTo>
                <a:lnTo>
                  <a:pt x="990600" y="409575"/>
                </a:lnTo>
                <a:close/>
                <a:moveTo>
                  <a:pt x="1066800" y="400050"/>
                </a:moveTo>
                <a:lnTo>
                  <a:pt x="1095375" y="400050"/>
                </a:lnTo>
                <a:lnTo>
                  <a:pt x="1095375" y="409575"/>
                </a:lnTo>
                <a:lnTo>
                  <a:pt x="1066800" y="409575"/>
                </a:lnTo>
                <a:close/>
                <a:moveTo>
                  <a:pt x="1162050" y="400050"/>
                </a:moveTo>
                <a:lnTo>
                  <a:pt x="1171575" y="400050"/>
                </a:lnTo>
                <a:lnTo>
                  <a:pt x="1171575" y="409575"/>
                </a:lnTo>
                <a:lnTo>
                  <a:pt x="1162050" y="409575"/>
                </a:lnTo>
                <a:close/>
                <a:moveTo>
                  <a:pt x="1219200" y="400050"/>
                </a:moveTo>
                <a:lnTo>
                  <a:pt x="1228725" y="400050"/>
                </a:lnTo>
                <a:lnTo>
                  <a:pt x="1228725" y="409575"/>
                </a:lnTo>
                <a:lnTo>
                  <a:pt x="1219200" y="409575"/>
                </a:lnTo>
                <a:close/>
                <a:moveTo>
                  <a:pt x="1371600" y="400050"/>
                </a:moveTo>
                <a:lnTo>
                  <a:pt x="1381125" y="400050"/>
                </a:lnTo>
                <a:lnTo>
                  <a:pt x="1381125" y="409575"/>
                </a:lnTo>
                <a:lnTo>
                  <a:pt x="1371600" y="409575"/>
                </a:lnTo>
                <a:close/>
                <a:moveTo>
                  <a:pt x="1476375" y="400050"/>
                </a:moveTo>
                <a:lnTo>
                  <a:pt x="1495425" y="400050"/>
                </a:lnTo>
                <a:lnTo>
                  <a:pt x="1495425" y="409575"/>
                </a:lnTo>
                <a:lnTo>
                  <a:pt x="1504950" y="409575"/>
                </a:lnTo>
                <a:lnTo>
                  <a:pt x="1504950" y="419100"/>
                </a:lnTo>
                <a:lnTo>
                  <a:pt x="1466850" y="419100"/>
                </a:lnTo>
                <a:lnTo>
                  <a:pt x="1466850" y="409575"/>
                </a:lnTo>
                <a:lnTo>
                  <a:pt x="1476375" y="409575"/>
                </a:lnTo>
                <a:close/>
                <a:moveTo>
                  <a:pt x="1562100" y="400050"/>
                </a:moveTo>
                <a:lnTo>
                  <a:pt x="1571625" y="400050"/>
                </a:lnTo>
                <a:lnTo>
                  <a:pt x="1571625" y="409575"/>
                </a:lnTo>
                <a:lnTo>
                  <a:pt x="1562100" y="409575"/>
                </a:lnTo>
                <a:close/>
                <a:moveTo>
                  <a:pt x="381000" y="409575"/>
                </a:moveTo>
                <a:lnTo>
                  <a:pt x="390525" y="409575"/>
                </a:lnTo>
                <a:lnTo>
                  <a:pt x="390525" y="428625"/>
                </a:lnTo>
                <a:lnTo>
                  <a:pt x="381000" y="428625"/>
                </a:lnTo>
                <a:close/>
                <a:moveTo>
                  <a:pt x="447675" y="409575"/>
                </a:moveTo>
                <a:lnTo>
                  <a:pt x="457200" y="409575"/>
                </a:lnTo>
                <a:lnTo>
                  <a:pt x="457200" y="419100"/>
                </a:lnTo>
                <a:lnTo>
                  <a:pt x="447675" y="419100"/>
                </a:lnTo>
                <a:close/>
                <a:moveTo>
                  <a:pt x="590550" y="409575"/>
                </a:moveTo>
                <a:lnTo>
                  <a:pt x="657225" y="409575"/>
                </a:lnTo>
                <a:lnTo>
                  <a:pt x="657225" y="419100"/>
                </a:lnTo>
                <a:lnTo>
                  <a:pt x="590550" y="419100"/>
                </a:lnTo>
                <a:close/>
                <a:moveTo>
                  <a:pt x="1314450" y="409575"/>
                </a:moveTo>
                <a:lnTo>
                  <a:pt x="1352550" y="409575"/>
                </a:lnTo>
                <a:lnTo>
                  <a:pt x="1352550" y="419100"/>
                </a:lnTo>
                <a:lnTo>
                  <a:pt x="1314450" y="419100"/>
                </a:lnTo>
                <a:close/>
                <a:moveTo>
                  <a:pt x="1409700" y="409575"/>
                </a:moveTo>
                <a:lnTo>
                  <a:pt x="1419225" y="409575"/>
                </a:lnTo>
                <a:lnTo>
                  <a:pt x="1419225" y="419100"/>
                </a:lnTo>
                <a:lnTo>
                  <a:pt x="1409700" y="419100"/>
                </a:lnTo>
                <a:close/>
                <a:moveTo>
                  <a:pt x="1504950" y="419100"/>
                </a:moveTo>
                <a:lnTo>
                  <a:pt x="1533525" y="419100"/>
                </a:lnTo>
                <a:lnTo>
                  <a:pt x="1533525" y="428625"/>
                </a:lnTo>
                <a:lnTo>
                  <a:pt x="1504950" y="428625"/>
                </a:lnTo>
                <a:close/>
                <a:moveTo>
                  <a:pt x="390525" y="428625"/>
                </a:moveTo>
                <a:lnTo>
                  <a:pt x="419100" y="428625"/>
                </a:lnTo>
                <a:lnTo>
                  <a:pt x="419100" y="438150"/>
                </a:lnTo>
                <a:lnTo>
                  <a:pt x="390525" y="438150"/>
                </a:lnTo>
                <a:close/>
                <a:moveTo>
                  <a:pt x="1000125" y="438150"/>
                </a:moveTo>
                <a:lnTo>
                  <a:pt x="1019175" y="438150"/>
                </a:lnTo>
                <a:lnTo>
                  <a:pt x="1019175" y="447675"/>
                </a:lnTo>
                <a:lnTo>
                  <a:pt x="1028700" y="447675"/>
                </a:lnTo>
                <a:lnTo>
                  <a:pt x="1028700" y="552450"/>
                </a:lnTo>
                <a:lnTo>
                  <a:pt x="1038225" y="552450"/>
                </a:lnTo>
                <a:lnTo>
                  <a:pt x="1038225" y="561975"/>
                </a:lnTo>
                <a:lnTo>
                  <a:pt x="1019175" y="561975"/>
                </a:lnTo>
                <a:lnTo>
                  <a:pt x="1019175" y="457200"/>
                </a:lnTo>
                <a:lnTo>
                  <a:pt x="1009650" y="457200"/>
                </a:lnTo>
                <a:lnTo>
                  <a:pt x="1009650" y="447675"/>
                </a:lnTo>
                <a:lnTo>
                  <a:pt x="1000125" y="447675"/>
                </a:lnTo>
                <a:close/>
                <a:moveTo>
                  <a:pt x="1152525" y="438150"/>
                </a:moveTo>
                <a:lnTo>
                  <a:pt x="1171575" y="438150"/>
                </a:lnTo>
                <a:lnTo>
                  <a:pt x="1171575" y="447675"/>
                </a:lnTo>
                <a:lnTo>
                  <a:pt x="1152525" y="447675"/>
                </a:lnTo>
                <a:close/>
                <a:moveTo>
                  <a:pt x="1200150" y="438150"/>
                </a:moveTo>
                <a:lnTo>
                  <a:pt x="1219200" y="438150"/>
                </a:lnTo>
                <a:lnTo>
                  <a:pt x="1219200" y="447675"/>
                </a:lnTo>
                <a:lnTo>
                  <a:pt x="1209675" y="447675"/>
                </a:lnTo>
                <a:lnTo>
                  <a:pt x="1209675" y="457200"/>
                </a:lnTo>
                <a:lnTo>
                  <a:pt x="1200150" y="457200"/>
                </a:lnTo>
                <a:lnTo>
                  <a:pt x="1200150" y="571500"/>
                </a:lnTo>
                <a:lnTo>
                  <a:pt x="1171575" y="571500"/>
                </a:lnTo>
                <a:lnTo>
                  <a:pt x="1171575" y="495300"/>
                </a:lnTo>
                <a:lnTo>
                  <a:pt x="1162050" y="495300"/>
                </a:lnTo>
                <a:lnTo>
                  <a:pt x="1162050" y="485775"/>
                </a:lnTo>
                <a:lnTo>
                  <a:pt x="1152525" y="485775"/>
                </a:lnTo>
                <a:lnTo>
                  <a:pt x="1152525" y="476250"/>
                </a:lnTo>
                <a:lnTo>
                  <a:pt x="1162050" y="476250"/>
                </a:lnTo>
                <a:lnTo>
                  <a:pt x="1162050" y="466725"/>
                </a:lnTo>
                <a:lnTo>
                  <a:pt x="1171575" y="466725"/>
                </a:lnTo>
                <a:lnTo>
                  <a:pt x="1171575" y="447675"/>
                </a:lnTo>
                <a:lnTo>
                  <a:pt x="1181100" y="447675"/>
                </a:lnTo>
                <a:lnTo>
                  <a:pt x="1181100" y="457200"/>
                </a:lnTo>
                <a:lnTo>
                  <a:pt x="1190625" y="457200"/>
                </a:lnTo>
                <a:lnTo>
                  <a:pt x="1190625" y="447675"/>
                </a:lnTo>
                <a:lnTo>
                  <a:pt x="1200150" y="447675"/>
                </a:lnTo>
                <a:close/>
                <a:moveTo>
                  <a:pt x="1257300" y="438150"/>
                </a:moveTo>
                <a:lnTo>
                  <a:pt x="1276350" y="438150"/>
                </a:lnTo>
                <a:lnTo>
                  <a:pt x="1276350" y="447675"/>
                </a:lnTo>
                <a:lnTo>
                  <a:pt x="1266825" y="447675"/>
                </a:lnTo>
                <a:lnTo>
                  <a:pt x="1266825" y="457200"/>
                </a:lnTo>
                <a:lnTo>
                  <a:pt x="1257300" y="457200"/>
                </a:lnTo>
                <a:lnTo>
                  <a:pt x="1257300" y="561975"/>
                </a:lnTo>
                <a:lnTo>
                  <a:pt x="1247775" y="561975"/>
                </a:lnTo>
                <a:lnTo>
                  <a:pt x="1247775" y="447675"/>
                </a:lnTo>
                <a:lnTo>
                  <a:pt x="1257300" y="447675"/>
                </a:lnTo>
                <a:close/>
                <a:moveTo>
                  <a:pt x="752475" y="447675"/>
                </a:moveTo>
                <a:lnTo>
                  <a:pt x="762000" y="447675"/>
                </a:lnTo>
                <a:lnTo>
                  <a:pt x="762000" y="457200"/>
                </a:lnTo>
                <a:lnTo>
                  <a:pt x="752475" y="457200"/>
                </a:lnTo>
                <a:close/>
                <a:moveTo>
                  <a:pt x="819150" y="447675"/>
                </a:moveTo>
                <a:lnTo>
                  <a:pt x="838200" y="447675"/>
                </a:lnTo>
                <a:lnTo>
                  <a:pt x="838200" y="457200"/>
                </a:lnTo>
                <a:lnTo>
                  <a:pt x="819150" y="457200"/>
                </a:lnTo>
                <a:close/>
                <a:moveTo>
                  <a:pt x="990600" y="447675"/>
                </a:moveTo>
                <a:lnTo>
                  <a:pt x="1000125" y="447675"/>
                </a:lnTo>
                <a:lnTo>
                  <a:pt x="1000125" y="457200"/>
                </a:lnTo>
                <a:lnTo>
                  <a:pt x="990600" y="457200"/>
                </a:lnTo>
                <a:close/>
                <a:moveTo>
                  <a:pt x="1219200" y="447675"/>
                </a:moveTo>
                <a:lnTo>
                  <a:pt x="1228725" y="447675"/>
                </a:lnTo>
                <a:lnTo>
                  <a:pt x="1228725" y="466725"/>
                </a:lnTo>
                <a:lnTo>
                  <a:pt x="1219200" y="466725"/>
                </a:lnTo>
                <a:close/>
                <a:moveTo>
                  <a:pt x="1276350" y="447675"/>
                </a:moveTo>
                <a:lnTo>
                  <a:pt x="1285875" y="447675"/>
                </a:lnTo>
                <a:lnTo>
                  <a:pt x="1285875" y="457200"/>
                </a:lnTo>
                <a:lnTo>
                  <a:pt x="1276350" y="457200"/>
                </a:lnTo>
                <a:close/>
                <a:moveTo>
                  <a:pt x="742950" y="457200"/>
                </a:moveTo>
                <a:lnTo>
                  <a:pt x="752475" y="457200"/>
                </a:lnTo>
                <a:lnTo>
                  <a:pt x="752475" y="485775"/>
                </a:lnTo>
                <a:lnTo>
                  <a:pt x="742950" y="485775"/>
                </a:lnTo>
                <a:close/>
                <a:moveTo>
                  <a:pt x="838200" y="457200"/>
                </a:moveTo>
                <a:lnTo>
                  <a:pt x="847725" y="457200"/>
                </a:lnTo>
                <a:lnTo>
                  <a:pt x="847725" y="466725"/>
                </a:lnTo>
                <a:lnTo>
                  <a:pt x="838200" y="466725"/>
                </a:lnTo>
                <a:close/>
                <a:moveTo>
                  <a:pt x="590550" y="466725"/>
                </a:moveTo>
                <a:lnTo>
                  <a:pt x="609600" y="466725"/>
                </a:lnTo>
                <a:lnTo>
                  <a:pt x="609600" y="476250"/>
                </a:lnTo>
                <a:lnTo>
                  <a:pt x="590550" y="476250"/>
                </a:lnTo>
                <a:close/>
                <a:moveTo>
                  <a:pt x="1276350" y="466725"/>
                </a:moveTo>
                <a:lnTo>
                  <a:pt x="1285875" y="466725"/>
                </a:lnTo>
                <a:lnTo>
                  <a:pt x="1285875" y="514350"/>
                </a:lnTo>
                <a:lnTo>
                  <a:pt x="1276350" y="514350"/>
                </a:lnTo>
                <a:close/>
                <a:moveTo>
                  <a:pt x="847725" y="476250"/>
                </a:moveTo>
                <a:lnTo>
                  <a:pt x="857250" y="476250"/>
                </a:lnTo>
                <a:lnTo>
                  <a:pt x="857250" y="495300"/>
                </a:lnTo>
                <a:lnTo>
                  <a:pt x="847725" y="495300"/>
                </a:lnTo>
                <a:close/>
                <a:moveTo>
                  <a:pt x="904875" y="476250"/>
                </a:moveTo>
                <a:lnTo>
                  <a:pt x="942975" y="476250"/>
                </a:lnTo>
                <a:lnTo>
                  <a:pt x="942975" y="485775"/>
                </a:lnTo>
                <a:lnTo>
                  <a:pt x="904875" y="485775"/>
                </a:lnTo>
                <a:close/>
                <a:moveTo>
                  <a:pt x="1066800" y="476250"/>
                </a:moveTo>
                <a:lnTo>
                  <a:pt x="1114425" y="476250"/>
                </a:lnTo>
                <a:lnTo>
                  <a:pt x="1114425" y="485775"/>
                </a:lnTo>
                <a:lnTo>
                  <a:pt x="1066800" y="485775"/>
                </a:lnTo>
                <a:close/>
                <a:moveTo>
                  <a:pt x="1343025" y="476250"/>
                </a:moveTo>
                <a:lnTo>
                  <a:pt x="1381125" y="476250"/>
                </a:lnTo>
                <a:lnTo>
                  <a:pt x="1381125" y="485775"/>
                </a:lnTo>
                <a:lnTo>
                  <a:pt x="1343025" y="485775"/>
                </a:lnTo>
                <a:close/>
                <a:moveTo>
                  <a:pt x="781050" y="485775"/>
                </a:moveTo>
                <a:lnTo>
                  <a:pt x="790575" y="485775"/>
                </a:lnTo>
                <a:lnTo>
                  <a:pt x="790575" y="495300"/>
                </a:lnTo>
                <a:lnTo>
                  <a:pt x="781050" y="495300"/>
                </a:lnTo>
                <a:close/>
                <a:moveTo>
                  <a:pt x="809625" y="485775"/>
                </a:moveTo>
                <a:lnTo>
                  <a:pt x="819150" y="485775"/>
                </a:lnTo>
                <a:lnTo>
                  <a:pt x="819150" y="495300"/>
                </a:lnTo>
                <a:lnTo>
                  <a:pt x="809625" y="495300"/>
                </a:lnTo>
                <a:close/>
                <a:moveTo>
                  <a:pt x="885825" y="485775"/>
                </a:moveTo>
                <a:lnTo>
                  <a:pt x="895350" y="485775"/>
                </a:lnTo>
                <a:lnTo>
                  <a:pt x="895350" y="495300"/>
                </a:lnTo>
                <a:lnTo>
                  <a:pt x="885825" y="495300"/>
                </a:lnTo>
                <a:close/>
                <a:moveTo>
                  <a:pt x="952500" y="485775"/>
                </a:moveTo>
                <a:lnTo>
                  <a:pt x="962025" y="485775"/>
                </a:lnTo>
                <a:lnTo>
                  <a:pt x="962025" y="495300"/>
                </a:lnTo>
                <a:lnTo>
                  <a:pt x="952500" y="495300"/>
                </a:lnTo>
                <a:close/>
                <a:moveTo>
                  <a:pt x="1114425" y="485775"/>
                </a:moveTo>
                <a:lnTo>
                  <a:pt x="1123950" y="485775"/>
                </a:lnTo>
                <a:lnTo>
                  <a:pt x="1123950" y="514350"/>
                </a:lnTo>
                <a:lnTo>
                  <a:pt x="1104900" y="514350"/>
                </a:lnTo>
                <a:lnTo>
                  <a:pt x="1104900" y="504825"/>
                </a:lnTo>
                <a:lnTo>
                  <a:pt x="1114425" y="504825"/>
                </a:lnTo>
                <a:close/>
                <a:moveTo>
                  <a:pt x="1181100" y="485775"/>
                </a:moveTo>
                <a:lnTo>
                  <a:pt x="1190625" y="485775"/>
                </a:lnTo>
                <a:lnTo>
                  <a:pt x="1190625" y="466725"/>
                </a:lnTo>
                <a:lnTo>
                  <a:pt x="1171575" y="466725"/>
                </a:lnTo>
                <a:lnTo>
                  <a:pt x="1171575" y="495300"/>
                </a:lnTo>
                <a:lnTo>
                  <a:pt x="1181100" y="495300"/>
                </a:lnTo>
                <a:close/>
                <a:moveTo>
                  <a:pt x="1323975" y="485775"/>
                </a:moveTo>
                <a:lnTo>
                  <a:pt x="1333500" y="485775"/>
                </a:lnTo>
                <a:lnTo>
                  <a:pt x="1333500" y="495300"/>
                </a:lnTo>
                <a:lnTo>
                  <a:pt x="1323975" y="495300"/>
                </a:lnTo>
                <a:close/>
                <a:moveTo>
                  <a:pt x="1390650" y="485775"/>
                </a:moveTo>
                <a:lnTo>
                  <a:pt x="1400175" y="485775"/>
                </a:lnTo>
                <a:lnTo>
                  <a:pt x="1400175" y="495300"/>
                </a:lnTo>
                <a:lnTo>
                  <a:pt x="1390650" y="495300"/>
                </a:lnTo>
                <a:close/>
                <a:moveTo>
                  <a:pt x="552450" y="495300"/>
                </a:moveTo>
                <a:lnTo>
                  <a:pt x="581025" y="495300"/>
                </a:lnTo>
                <a:lnTo>
                  <a:pt x="581025" y="504825"/>
                </a:lnTo>
                <a:lnTo>
                  <a:pt x="571500" y="504825"/>
                </a:lnTo>
                <a:lnTo>
                  <a:pt x="571500" y="514350"/>
                </a:lnTo>
                <a:lnTo>
                  <a:pt x="561975" y="514350"/>
                </a:lnTo>
                <a:lnTo>
                  <a:pt x="561975" y="523875"/>
                </a:lnTo>
                <a:lnTo>
                  <a:pt x="552450" y="523875"/>
                </a:lnTo>
                <a:lnTo>
                  <a:pt x="552450" y="552450"/>
                </a:lnTo>
                <a:lnTo>
                  <a:pt x="571500" y="552450"/>
                </a:lnTo>
                <a:lnTo>
                  <a:pt x="571500" y="533400"/>
                </a:lnTo>
                <a:lnTo>
                  <a:pt x="600075" y="533400"/>
                </a:lnTo>
                <a:lnTo>
                  <a:pt x="600075" y="552450"/>
                </a:lnTo>
                <a:lnTo>
                  <a:pt x="619125" y="552450"/>
                </a:lnTo>
                <a:lnTo>
                  <a:pt x="619125" y="561975"/>
                </a:lnTo>
                <a:lnTo>
                  <a:pt x="638175" y="561975"/>
                </a:lnTo>
                <a:lnTo>
                  <a:pt x="638175" y="533400"/>
                </a:lnTo>
                <a:lnTo>
                  <a:pt x="619125" y="533400"/>
                </a:lnTo>
                <a:lnTo>
                  <a:pt x="619125" y="523875"/>
                </a:lnTo>
                <a:lnTo>
                  <a:pt x="628650" y="523875"/>
                </a:lnTo>
                <a:lnTo>
                  <a:pt x="628650" y="514350"/>
                </a:lnTo>
                <a:lnTo>
                  <a:pt x="638175" y="514350"/>
                </a:lnTo>
                <a:lnTo>
                  <a:pt x="638175" y="504825"/>
                </a:lnTo>
                <a:lnTo>
                  <a:pt x="657225" y="504825"/>
                </a:lnTo>
                <a:lnTo>
                  <a:pt x="657225" y="495300"/>
                </a:lnTo>
                <a:lnTo>
                  <a:pt x="676275" y="495300"/>
                </a:lnTo>
                <a:lnTo>
                  <a:pt x="676275" y="504825"/>
                </a:lnTo>
                <a:lnTo>
                  <a:pt x="685800" y="504825"/>
                </a:lnTo>
                <a:lnTo>
                  <a:pt x="685800" y="533400"/>
                </a:lnTo>
                <a:lnTo>
                  <a:pt x="676275" y="533400"/>
                </a:lnTo>
                <a:lnTo>
                  <a:pt x="676275" y="542925"/>
                </a:lnTo>
                <a:lnTo>
                  <a:pt x="666750" y="542925"/>
                </a:lnTo>
                <a:lnTo>
                  <a:pt x="666750" y="552450"/>
                </a:lnTo>
                <a:lnTo>
                  <a:pt x="647700" y="552450"/>
                </a:lnTo>
                <a:lnTo>
                  <a:pt x="647700" y="561975"/>
                </a:lnTo>
                <a:lnTo>
                  <a:pt x="657225" y="561975"/>
                </a:lnTo>
                <a:lnTo>
                  <a:pt x="657225" y="571500"/>
                </a:lnTo>
                <a:lnTo>
                  <a:pt x="647700" y="571500"/>
                </a:lnTo>
                <a:lnTo>
                  <a:pt x="647700" y="581025"/>
                </a:lnTo>
                <a:lnTo>
                  <a:pt x="628650" y="581025"/>
                </a:lnTo>
                <a:lnTo>
                  <a:pt x="628650" y="571500"/>
                </a:lnTo>
                <a:lnTo>
                  <a:pt x="609600" y="571500"/>
                </a:lnTo>
                <a:lnTo>
                  <a:pt x="609600" y="581025"/>
                </a:lnTo>
                <a:lnTo>
                  <a:pt x="533400" y="581025"/>
                </a:lnTo>
                <a:lnTo>
                  <a:pt x="533400" y="571500"/>
                </a:lnTo>
                <a:lnTo>
                  <a:pt x="523875" y="571500"/>
                </a:lnTo>
                <a:lnTo>
                  <a:pt x="523875" y="561975"/>
                </a:lnTo>
                <a:lnTo>
                  <a:pt x="533400" y="561975"/>
                </a:lnTo>
                <a:lnTo>
                  <a:pt x="533400" y="571500"/>
                </a:lnTo>
                <a:lnTo>
                  <a:pt x="552450" y="571500"/>
                </a:lnTo>
                <a:lnTo>
                  <a:pt x="552450" y="561975"/>
                </a:lnTo>
                <a:lnTo>
                  <a:pt x="542925" y="561975"/>
                </a:lnTo>
                <a:lnTo>
                  <a:pt x="542925" y="533400"/>
                </a:lnTo>
                <a:lnTo>
                  <a:pt x="533400" y="533400"/>
                </a:lnTo>
                <a:lnTo>
                  <a:pt x="533400" y="542925"/>
                </a:lnTo>
                <a:lnTo>
                  <a:pt x="523875" y="542925"/>
                </a:lnTo>
                <a:lnTo>
                  <a:pt x="523875" y="523875"/>
                </a:lnTo>
                <a:lnTo>
                  <a:pt x="533400" y="523875"/>
                </a:lnTo>
                <a:lnTo>
                  <a:pt x="533400" y="514350"/>
                </a:lnTo>
                <a:lnTo>
                  <a:pt x="542925" y="514350"/>
                </a:lnTo>
                <a:lnTo>
                  <a:pt x="542925" y="504825"/>
                </a:lnTo>
                <a:lnTo>
                  <a:pt x="552450" y="504825"/>
                </a:lnTo>
                <a:close/>
                <a:moveTo>
                  <a:pt x="790575" y="495300"/>
                </a:moveTo>
                <a:lnTo>
                  <a:pt x="809625" y="495300"/>
                </a:lnTo>
                <a:lnTo>
                  <a:pt x="809625" y="504825"/>
                </a:lnTo>
                <a:lnTo>
                  <a:pt x="790575" y="504825"/>
                </a:lnTo>
                <a:close/>
                <a:moveTo>
                  <a:pt x="838200" y="495300"/>
                </a:moveTo>
                <a:lnTo>
                  <a:pt x="847725" y="495300"/>
                </a:lnTo>
                <a:lnTo>
                  <a:pt x="847725" y="514350"/>
                </a:lnTo>
                <a:lnTo>
                  <a:pt x="838200" y="514350"/>
                </a:lnTo>
                <a:close/>
                <a:moveTo>
                  <a:pt x="876300" y="495300"/>
                </a:moveTo>
                <a:lnTo>
                  <a:pt x="885825" y="495300"/>
                </a:lnTo>
                <a:lnTo>
                  <a:pt x="885825" y="504825"/>
                </a:lnTo>
                <a:lnTo>
                  <a:pt x="876300" y="504825"/>
                </a:lnTo>
                <a:close/>
                <a:moveTo>
                  <a:pt x="962025" y="495300"/>
                </a:moveTo>
                <a:lnTo>
                  <a:pt x="971550" y="495300"/>
                </a:lnTo>
                <a:lnTo>
                  <a:pt x="971550" y="504825"/>
                </a:lnTo>
                <a:lnTo>
                  <a:pt x="962025" y="504825"/>
                </a:lnTo>
                <a:close/>
                <a:moveTo>
                  <a:pt x="1219200" y="495300"/>
                </a:moveTo>
                <a:lnTo>
                  <a:pt x="1228725" y="495300"/>
                </a:lnTo>
                <a:lnTo>
                  <a:pt x="1228725" y="552450"/>
                </a:lnTo>
                <a:lnTo>
                  <a:pt x="1219200" y="552450"/>
                </a:lnTo>
                <a:close/>
                <a:moveTo>
                  <a:pt x="1314450" y="495300"/>
                </a:moveTo>
                <a:lnTo>
                  <a:pt x="1323975" y="495300"/>
                </a:lnTo>
                <a:lnTo>
                  <a:pt x="1323975" y="504825"/>
                </a:lnTo>
                <a:lnTo>
                  <a:pt x="1314450" y="504825"/>
                </a:lnTo>
                <a:close/>
                <a:moveTo>
                  <a:pt x="1400175" y="495300"/>
                </a:moveTo>
                <a:lnTo>
                  <a:pt x="1409700" y="495300"/>
                </a:lnTo>
                <a:lnTo>
                  <a:pt x="1409700" y="514350"/>
                </a:lnTo>
                <a:lnTo>
                  <a:pt x="1400175" y="514350"/>
                </a:lnTo>
                <a:close/>
                <a:moveTo>
                  <a:pt x="600075" y="504825"/>
                </a:moveTo>
                <a:lnTo>
                  <a:pt x="609600" y="504825"/>
                </a:lnTo>
                <a:lnTo>
                  <a:pt x="609600" y="523875"/>
                </a:lnTo>
                <a:lnTo>
                  <a:pt x="600075" y="523875"/>
                </a:lnTo>
                <a:close/>
                <a:moveTo>
                  <a:pt x="904875" y="504825"/>
                </a:moveTo>
                <a:lnTo>
                  <a:pt x="914400" y="504825"/>
                </a:lnTo>
                <a:lnTo>
                  <a:pt x="914400" y="514350"/>
                </a:lnTo>
                <a:lnTo>
                  <a:pt x="904875" y="514350"/>
                </a:lnTo>
                <a:close/>
                <a:moveTo>
                  <a:pt x="1143000" y="504825"/>
                </a:moveTo>
                <a:lnTo>
                  <a:pt x="1152525" y="504825"/>
                </a:lnTo>
                <a:lnTo>
                  <a:pt x="1152525" y="571500"/>
                </a:lnTo>
                <a:lnTo>
                  <a:pt x="1123950" y="571500"/>
                </a:lnTo>
                <a:lnTo>
                  <a:pt x="1123950" y="542925"/>
                </a:lnTo>
                <a:lnTo>
                  <a:pt x="1143000" y="542925"/>
                </a:lnTo>
                <a:close/>
                <a:moveTo>
                  <a:pt x="1304925" y="504825"/>
                </a:moveTo>
                <a:lnTo>
                  <a:pt x="1314450" y="504825"/>
                </a:lnTo>
                <a:lnTo>
                  <a:pt x="1314450" y="561975"/>
                </a:lnTo>
                <a:lnTo>
                  <a:pt x="1304925" y="561975"/>
                </a:lnTo>
                <a:close/>
                <a:moveTo>
                  <a:pt x="1343025" y="504825"/>
                </a:moveTo>
                <a:lnTo>
                  <a:pt x="1352550" y="504825"/>
                </a:lnTo>
                <a:lnTo>
                  <a:pt x="1352550" y="514350"/>
                </a:lnTo>
                <a:lnTo>
                  <a:pt x="1343025" y="514350"/>
                </a:lnTo>
                <a:close/>
                <a:moveTo>
                  <a:pt x="371475" y="514350"/>
                </a:moveTo>
                <a:lnTo>
                  <a:pt x="466725" y="514350"/>
                </a:lnTo>
                <a:lnTo>
                  <a:pt x="466725" y="533400"/>
                </a:lnTo>
                <a:lnTo>
                  <a:pt x="371475" y="533400"/>
                </a:lnTo>
                <a:close/>
                <a:moveTo>
                  <a:pt x="571500" y="514350"/>
                </a:moveTo>
                <a:lnTo>
                  <a:pt x="581025" y="514350"/>
                </a:lnTo>
                <a:lnTo>
                  <a:pt x="581025" y="523875"/>
                </a:lnTo>
                <a:lnTo>
                  <a:pt x="571500" y="523875"/>
                </a:lnTo>
                <a:close/>
                <a:moveTo>
                  <a:pt x="866775" y="514350"/>
                </a:moveTo>
                <a:lnTo>
                  <a:pt x="876300" y="514350"/>
                </a:lnTo>
                <a:lnTo>
                  <a:pt x="876300" y="552450"/>
                </a:lnTo>
                <a:lnTo>
                  <a:pt x="857250" y="552450"/>
                </a:lnTo>
                <a:lnTo>
                  <a:pt x="857250" y="533400"/>
                </a:lnTo>
                <a:lnTo>
                  <a:pt x="847725" y="533400"/>
                </a:lnTo>
                <a:lnTo>
                  <a:pt x="847725" y="523875"/>
                </a:lnTo>
                <a:lnTo>
                  <a:pt x="866775" y="523875"/>
                </a:lnTo>
                <a:close/>
                <a:moveTo>
                  <a:pt x="895350" y="514350"/>
                </a:moveTo>
                <a:lnTo>
                  <a:pt x="904875" y="514350"/>
                </a:lnTo>
                <a:lnTo>
                  <a:pt x="904875" y="542925"/>
                </a:lnTo>
                <a:lnTo>
                  <a:pt x="895350" y="542925"/>
                </a:lnTo>
                <a:close/>
                <a:moveTo>
                  <a:pt x="971550" y="514350"/>
                </a:moveTo>
                <a:lnTo>
                  <a:pt x="990600" y="514350"/>
                </a:lnTo>
                <a:lnTo>
                  <a:pt x="990600" y="523875"/>
                </a:lnTo>
                <a:lnTo>
                  <a:pt x="971550" y="523875"/>
                </a:lnTo>
                <a:close/>
                <a:moveTo>
                  <a:pt x="1333500" y="514350"/>
                </a:moveTo>
                <a:lnTo>
                  <a:pt x="1343025" y="514350"/>
                </a:lnTo>
                <a:lnTo>
                  <a:pt x="1343025" y="552450"/>
                </a:lnTo>
                <a:lnTo>
                  <a:pt x="1333500" y="552450"/>
                </a:lnTo>
                <a:close/>
                <a:moveTo>
                  <a:pt x="1466850" y="514350"/>
                </a:moveTo>
                <a:lnTo>
                  <a:pt x="1552575" y="514350"/>
                </a:lnTo>
                <a:lnTo>
                  <a:pt x="1552575" y="533400"/>
                </a:lnTo>
                <a:lnTo>
                  <a:pt x="1466850" y="533400"/>
                </a:lnTo>
                <a:close/>
                <a:moveTo>
                  <a:pt x="742950" y="523875"/>
                </a:moveTo>
                <a:lnTo>
                  <a:pt x="752475" y="523875"/>
                </a:lnTo>
                <a:lnTo>
                  <a:pt x="752475" y="571500"/>
                </a:lnTo>
                <a:lnTo>
                  <a:pt x="742950" y="571500"/>
                </a:lnTo>
                <a:close/>
                <a:moveTo>
                  <a:pt x="942975" y="523875"/>
                </a:moveTo>
                <a:lnTo>
                  <a:pt x="952500" y="523875"/>
                </a:lnTo>
                <a:lnTo>
                  <a:pt x="952500" y="542925"/>
                </a:lnTo>
                <a:lnTo>
                  <a:pt x="942975" y="542925"/>
                </a:lnTo>
                <a:close/>
                <a:moveTo>
                  <a:pt x="1047750" y="523875"/>
                </a:moveTo>
                <a:lnTo>
                  <a:pt x="1057275" y="523875"/>
                </a:lnTo>
                <a:lnTo>
                  <a:pt x="1057275" y="533400"/>
                </a:lnTo>
                <a:lnTo>
                  <a:pt x="1047750" y="533400"/>
                </a:lnTo>
                <a:close/>
                <a:moveTo>
                  <a:pt x="1409700" y="523875"/>
                </a:moveTo>
                <a:lnTo>
                  <a:pt x="1419225" y="523875"/>
                </a:lnTo>
                <a:lnTo>
                  <a:pt x="1419225" y="542925"/>
                </a:lnTo>
                <a:lnTo>
                  <a:pt x="1409700" y="542925"/>
                </a:lnTo>
                <a:close/>
                <a:moveTo>
                  <a:pt x="66675" y="533400"/>
                </a:moveTo>
                <a:lnTo>
                  <a:pt x="76200" y="533400"/>
                </a:lnTo>
                <a:lnTo>
                  <a:pt x="76200" y="542925"/>
                </a:lnTo>
                <a:lnTo>
                  <a:pt x="66675" y="542925"/>
                </a:lnTo>
                <a:close/>
                <a:moveTo>
                  <a:pt x="1057275" y="533400"/>
                </a:moveTo>
                <a:lnTo>
                  <a:pt x="1066800" y="533400"/>
                </a:lnTo>
                <a:lnTo>
                  <a:pt x="1066800" y="542925"/>
                </a:lnTo>
                <a:lnTo>
                  <a:pt x="1057275" y="542925"/>
                </a:lnTo>
                <a:close/>
                <a:moveTo>
                  <a:pt x="971550" y="542925"/>
                </a:moveTo>
                <a:lnTo>
                  <a:pt x="990600" y="542925"/>
                </a:lnTo>
                <a:lnTo>
                  <a:pt x="990600" y="561975"/>
                </a:lnTo>
                <a:lnTo>
                  <a:pt x="971550" y="561975"/>
                </a:lnTo>
                <a:close/>
                <a:moveTo>
                  <a:pt x="1047750" y="552450"/>
                </a:moveTo>
                <a:lnTo>
                  <a:pt x="1066800" y="552450"/>
                </a:lnTo>
                <a:lnTo>
                  <a:pt x="1066800" y="561975"/>
                </a:lnTo>
                <a:lnTo>
                  <a:pt x="1057275" y="561975"/>
                </a:lnTo>
                <a:lnTo>
                  <a:pt x="1057275" y="581025"/>
                </a:lnTo>
                <a:lnTo>
                  <a:pt x="1028700" y="581025"/>
                </a:lnTo>
                <a:lnTo>
                  <a:pt x="1028700" y="571500"/>
                </a:lnTo>
                <a:lnTo>
                  <a:pt x="1038225" y="571500"/>
                </a:lnTo>
                <a:lnTo>
                  <a:pt x="1038225" y="561975"/>
                </a:lnTo>
                <a:lnTo>
                  <a:pt x="1047750" y="561975"/>
                </a:lnTo>
                <a:close/>
                <a:moveTo>
                  <a:pt x="1285875" y="552450"/>
                </a:moveTo>
                <a:lnTo>
                  <a:pt x="1295400" y="552450"/>
                </a:lnTo>
                <a:lnTo>
                  <a:pt x="1295400" y="561975"/>
                </a:lnTo>
                <a:lnTo>
                  <a:pt x="1285875" y="561975"/>
                </a:lnTo>
                <a:close/>
                <a:moveTo>
                  <a:pt x="1343025" y="552450"/>
                </a:moveTo>
                <a:lnTo>
                  <a:pt x="1352550" y="552450"/>
                </a:lnTo>
                <a:lnTo>
                  <a:pt x="1352550" y="561975"/>
                </a:lnTo>
                <a:lnTo>
                  <a:pt x="1343025" y="561975"/>
                </a:lnTo>
                <a:close/>
                <a:moveTo>
                  <a:pt x="1400175" y="552450"/>
                </a:moveTo>
                <a:lnTo>
                  <a:pt x="1409700" y="552450"/>
                </a:lnTo>
                <a:lnTo>
                  <a:pt x="1409700" y="561975"/>
                </a:lnTo>
                <a:lnTo>
                  <a:pt x="1400175" y="561975"/>
                </a:lnTo>
                <a:close/>
                <a:moveTo>
                  <a:pt x="76200" y="561975"/>
                </a:moveTo>
                <a:lnTo>
                  <a:pt x="85725" y="561975"/>
                </a:lnTo>
                <a:lnTo>
                  <a:pt x="85725" y="571500"/>
                </a:lnTo>
                <a:lnTo>
                  <a:pt x="76200" y="571500"/>
                </a:lnTo>
                <a:close/>
                <a:moveTo>
                  <a:pt x="571500" y="561975"/>
                </a:moveTo>
                <a:lnTo>
                  <a:pt x="581025" y="561975"/>
                </a:lnTo>
                <a:lnTo>
                  <a:pt x="581025" y="571500"/>
                </a:lnTo>
                <a:lnTo>
                  <a:pt x="590550" y="571500"/>
                </a:lnTo>
                <a:lnTo>
                  <a:pt x="590550" y="552450"/>
                </a:lnTo>
                <a:lnTo>
                  <a:pt x="571500" y="552450"/>
                </a:lnTo>
                <a:close/>
                <a:moveTo>
                  <a:pt x="847725" y="561975"/>
                </a:moveTo>
                <a:lnTo>
                  <a:pt x="857250" y="561975"/>
                </a:lnTo>
                <a:lnTo>
                  <a:pt x="857250" y="571500"/>
                </a:lnTo>
                <a:lnTo>
                  <a:pt x="847725" y="571500"/>
                </a:lnTo>
                <a:close/>
                <a:moveTo>
                  <a:pt x="876300" y="561975"/>
                </a:moveTo>
                <a:lnTo>
                  <a:pt x="885825" y="561975"/>
                </a:lnTo>
                <a:lnTo>
                  <a:pt x="885825" y="571500"/>
                </a:lnTo>
                <a:lnTo>
                  <a:pt x="876300" y="571500"/>
                </a:lnTo>
                <a:close/>
                <a:moveTo>
                  <a:pt x="962025" y="561975"/>
                </a:moveTo>
                <a:lnTo>
                  <a:pt x="971550" y="561975"/>
                </a:lnTo>
                <a:lnTo>
                  <a:pt x="971550" y="571500"/>
                </a:lnTo>
                <a:lnTo>
                  <a:pt x="962025" y="571500"/>
                </a:lnTo>
                <a:close/>
                <a:moveTo>
                  <a:pt x="990600" y="561975"/>
                </a:moveTo>
                <a:lnTo>
                  <a:pt x="1000125" y="561975"/>
                </a:lnTo>
                <a:lnTo>
                  <a:pt x="1000125" y="571500"/>
                </a:lnTo>
                <a:lnTo>
                  <a:pt x="990600" y="571500"/>
                </a:lnTo>
                <a:close/>
                <a:moveTo>
                  <a:pt x="1295400" y="561975"/>
                </a:moveTo>
                <a:lnTo>
                  <a:pt x="1304925" y="561975"/>
                </a:lnTo>
                <a:lnTo>
                  <a:pt x="1304925" y="571500"/>
                </a:lnTo>
                <a:lnTo>
                  <a:pt x="1295400" y="571500"/>
                </a:lnTo>
                <a:close/>
                <a:moveTo>
                  <a:pt x="1314450" y="561975"/>
                </a:moveTo>
                <a:lnTo>
                  <a:pt x="1323975" y="561975"/>
                </a:lnTo>
                <a:lnTo>
                  <a:pt x="1323975" y="571500"/>
                </a:lnTo>
                <a:lnTo>
                  <a:pt x="1314450" y="571500"/>
                </a:lnTo>
                <a:close/>
                <a:moveTo>
                  <a:pt x="1390650" y="561975"/>
                </a:moveTo>
                <a:lnTo>
                  <a:pt x="1400175" y="561975"/>
                </a:lnTo>
                <a:lnTo>
                  <a:pt x="1400175" y="571500"/>
                </a:lnTo>
                <a:lnTo>
                  <a:pt x="1390650" y="571500"/>
                </a:lnTo>
                <a:close/>
                <a:moveTo>
                  <a:pt x="752475" y="571500"/>
                </a:moveTo>
                <a:lnTo>
                  <a:pt x="762000" y="571500"/>
                </a:lnTo>
                <a:lnTo>
                  <a:pt x="762000" y="581025"/>
                </a:lnTo>
                <a:lnTo>
                  <a:pt x="752475" y="581025"/>
                </a:lnTo>
                <a:close/>
                <a:moveTo>
                  <a:pt x="828675" y="571500"/>
                </a:moveTo>
                <a:lnTo>
                  <a:pt x="847725" y="571500"/>
                </a:lnTo>
                <a:lnTo>
                  <a:pt x="847725" y="581025"/>
                </a:lnTo>
                <a:lnTo>
                  <a:pt x="828675" y="581025"/>
                </a:lnTo>
                <a:close/>
                <a:moveTo>
                  <a:pt x="885825" y="571500"/>
                </a:moveTo>
                <a:lnTo>
                  <a:pt x="895350" y="571500"/>
                </a:lnTo>
                <a:lnTo>
                  <a:pt x="895350" y="581025"/>
                </a:lnTo>
                <a:lnTo>
                  <a:pt x="885825" y="581025"/>
                </a:lnTo>
                <a:close/>
                <a:moveTo>
                  <a:pt x="952500" y="571500"/>
                </a:moveTo>
                <a:lnTo>
                  <a:pt x="962025" y="571500"/>
                </a:lnTo>
                <a:lnTo>
                  <a:pt x="962025" y="581025"/>
                </a:lnTo>
                <a:lnTo>
                  <a:pt x="952500" y="581025"/>
                </a:lnTo>
                <a:close/>
                <a:moveTo>
                  <a:pt x="1000125" y="571500"/>
                </a:moveTo>
                <a:lnTo>
                  <a:pt x="1009650" y="571500"/>
                </a:lnTo>
                <a:lnTo>
                  <a:pt x="1009650" y="581025"/>
                </a:lnTo>
                <a:lnTo>
                  <a:pt x="1000125" y="581025"/>
                </a:lnTo>
                <a:close/>
                <a:moveTo>
                  <a:pt x="1114425" y="571500"/>
                </a:moveTo>
                <a:lnTo>
                  <a:pt x="1123950" y="571500"/>
                </a:lnTo>
                <a:lnTo>
                  <a:pt x="1123950" y="581025"/>
                </a:lnTo>
                <a:lnTo>
                  <a:pt x="1114425" y="581025"/>
                </a:lnTo>
                <a:close/>
                <a:moveTo>
                  <a:pt x="1152525" y="571500"/>
                </a:moveTo>
                <a:lnTo>
                  <a:pt x="1171575" y="571500"/>
                </a:lnTo>
                <a:lnTo>
                  <a:pt x="1171575" y="581025"/>
                </a:lnTo>
                <a:lnTo>
                  <a:pt x="1152525" y="581025"/>
                </a:lnTo>
                <a:close/>
                <a:moveTo>
                  <a:pt x="1200150" y="571500"/>
                </a:moveTo>
                <a:lnTo>
                  <a:pt x="1209675" y="571500"/>
                </a:lnTo>
                <a:lnTo>
                  <a:pt x="1209675" y="581025"/>
                </a:lnTo>
                <a:lnTo>
                  <a:pt x="1200150" y="581025"/>
                </a:lnTo>
                <a:close/>
                <a:moveTo>
                  <a:pt x="1228725" y="571500"/>
                </a:moveTo>
                <a:lnTo>
                  <a:pt x="1238250" y="571500"/>
                </a:lnTo>
                <a:lnTo>
                  <a:pt x="1238250" y="581025"/>
                </a:lnTo>
                <a:lnTo>
                  <a:pt x="1228725" y="581025"/>
                </a:lnTo>
                <a:close/>
                <a:moveTo>
                  <a:pt x="1257300" y="571500"/>
                </a:moveTo>
                <a:lnTo>
                  <a:pt x="1266825" y="571500"/>
                </a:lnTo>
                <a:lnTo>
                  <a:pt x="1266825" y="581025"/>
                </a:lnTo>
                <a:lnTo>
                  <a:pt x="1257300" y="581025"/>
                </a:lnTo>
                <a:close/>
                <a:moveTo>
                  <a:pt x="1285875" y="571500"/>
                </a:moveTo>
                <a:lnTo>
                  <a:pt x="1295400" y="571500"/>
                </a:lnTo>
                <a:lnTo>
                  <a:pt x="1295400" y="581025"/>
                </a:lnTo>
                <a:lnTo>
                  <a:pt x="1285875" y="581025"/>
                </a:lnTo>
                <a:close/>
                <a:moveTo>
                  <a:pt x="1323975" y="571500"/>
                </a:moveTo>
                <a:lnTo>
                  <a:pt x="1333500" y="571500"/>
                </a:lnTo>
                <a:lnTo>
                  <a:pt x="1333500" y="581025"/>
                </a:lnTo>
                <a:lnTo>
                  <a:pt x="1323975" y="581025"/>
                </a:lnTo>
                <a:close/>
                <a:moveTo>
                  <a:pt x="1381125" y="571500"/>
                </a:moveTo>
                <a:lnTo>
                  <a:pt x="1390650" y="571500"/>
                </a:lnTo>
                <a:lnTo>
                  <a:pt x="1390650" y="581025"/>
                </a:lnTo>
                <a:lnTo>
                  <a:pt x="1381125" y="581025"/>
                </a:lnTo>
                <a:close/>
                <a:moveTo>
                  <a:pt x="85725" y="581025"/>
                </a:moveTo>
                <a:lnTo>
                  <a:pt x="95250" y="581025"/>
                </a:lnTo>
                <a:lnTo>
                  <a:pt x="95250" y="590550"/>
                </a:lnTo>
                <a:lnTo>
                  <a:pt x="85725" y="590550"/>
                </a:lnTo>
                <a:close/>
                <a:moveTo>
                  <a:pt x="762000" y="581025"/>
                </a:moveTo>
                <a:lnTo>
                  <a:pt x="819150" y="581025"/>
                </a:lnTo>
                <a:lnTo>
                  <a:pt x="819150" y="590550"/>
                </a:lnTo>
                <a:lnTo>
                  <a:pt x="762000" y="590550"/>
                </a:lnTo>
                <a:close/>
                <a:moveTo>
                  <a:pt x="904875" y="581025"/>
                </a:moveTo>
                <a:lnTo>
                  <a:pt x="942975" y="581025"/>
                </a:lnTo>
                <a:lnTo>
                  <a:pt x="942975" y="590550"/>
                </a:lnTo>
                <a:lnTo>
                  <a:pt x="904875" y="590550"/>
                </a:lnTo>
                <a:close/>
                <a:moveTo>
                  <a:pt x="1009650" y="581025"/>
                </a:moveTo>
                <a:lnTo>
                  <a:pt x="1028700" y="581025"/>
                </a:lnTo>
                <a:lnTo>
                  <a:pt x="1028700" y="590550"/>
                </a:lnTo>
                <a:lnTo>
                  <a:pt x="1009650" y="590550"/>
                </a:lnTo>
                <a:close/>
                <a:moveTo>
                  <a:pt x="1066800" y="581025"/>
                </a:moveTo>
                <a:lnTo>
                  <a:pt x="1104900" y="581025"/>
                </a:lnTo>
                <a:lnTo>
                  <a:pt x="1104900" y="590550"/>
                </a:lnTo>
                <a:lnTo>
                  <a:pt x="1066800" y="590550"/>
                </a:lnTo>
                <a:close/>
                <a:moveTo>
                  <a:pt x="1266825" y="581025"/>
                </a:moveTo>
                <a:lnTo>
                  <a:pt x="1285875" y="581025"/>
                </a:lnTo>
                <a:lnTo>
                  <a:pt x="1285875" y="590550"/>
                </a:lnTo>
                <a:lnTo>
                  <a:pt x="1266825" y="590550"/>
                </a:lnTo>
                <a:close/>
                <a:moveTo>
                  <a:pt x="1343025" y="581025"/>
                </a:moveTo>
                <a:lnTo>
                  <a:pt x="1371600" y="581025"/>
                </a:lnTo>
                <a:lnTo>
                  <a:pt x="1371600" y="590550"/>
                </a:lnTo>
                <a:lnTo>
                  <a:pt x="1343025" y="590550"/>
                </a:lnTo>
                <a:close/>
                <a:moveTo>
                  <a:pt x="276225" y="600075"/>
                </a:moveTo>
                <a:lnTo>
                  <a:pt x="285750" y="600075"/>
                </a:lnTo>
                <a:lnTo>
                  <a:pt x="285750" y="609600"/>
                </a:lnTo>
                <a:lnTo>
                  <a:pt x="276225" y="609600"/>
                </a:lnTo>
                <a:close/>
                <a:moveTo>
                  <a:pt x="1619250" y="600075"/>
                </a:moveTo>
                <a:lnTo>
                  <a:pt x="1628775" y="600075"/>
                </a:lnTo>
                <a:lnTo>
                  <a:pt x="1628775" y="609600"/>
                </a:lnTo>
                <a:lnTo>
                  <a:pt x="1619250" y="609600"/>
                </a:lnTo>
                <a:close/>
                <a:moveTo>
                  <a:pt x="104775" y="609600"/>
                </a:moveTo>
                <a:lnTo>
                  <a:pt x="114300" y="609600"/>
                </a:lnTo>
                <a:lnTo>
                  <a:pt x="114300" y="619125"/>
                </a:lnTo>
                <a:lnTo>
                  <a:pt x="104775" y="619125"/>
                </a:lnTo>
                <a:close/>
                <a:moveTo>
                  <a:pt x="285750" y="609600"/>
                </a:moveTo>
                <a:lnTo>
                  <a:pt x="295275" y="609600"/>
                </a:lnTo>
                <a:lnTo>
                  <a:pt x="295275" y="619125"/>
                </a:lnTo>
                <a:lnTo>
                  <a:pt x="285750" y="619125"/>
                </a:lnTo>
                <a:close/>
                <a:moveTo>
                  <a:pt x="1609725" y="609600"/>
                </a:moveTo>
                <a:lnTo>
                  <a:pt x="1619250" y="609600"/>
                </a:lnTo>
                <a:lnTo>
                  <a:pt x="1619250" y="619125"/>
                </a:lnTo>
                <a:lnTo>
                  <a:pt x="1609725" y="619125"/>
                </a:lnTo>
                <a:close/>
                <a:moveTo>
                  <a:pt x="228600" y="619125"/>
                </a:moveTo>
                <a:lnTo>
                  <a:pt x="238125" y="619125"/>
                </a:lnTo>
                <a:lnTo>
                  <a:pt x="238125" y="657225"/>
                </a:lnTo>
                <a:lnTo>
                  <a:pt x="209550" y="657225"/>
                </a:lnTo>
                <a:lnTo>
                  <a:pt x="209550" y="647700"/>
                </a:lnTo>
                <a:lnTo>
                  <a:pt x="228600" y="647700"/>
                </a:lnTo>
                <a:close/>
                <a:moveTo>
                  <a:pt x="304800" y="619125"/>
                </a:moveTo>
                <a:lnTo>
                  <a:pt x="1600200" y="619125"/>
                </a:lnTo>
                <a:lnTo>
                  <a:pt x="1600200" y="628650"/>
                </a:lnTo>
                <a:lnTo>
                  <a:pt x="304800" y="628650"/>
                </a:lnTo>
                <a:close/>
                <a:moveTo>
                  <a:pt x="1666875" y="619125"/>
                </a:moveTo>
                <a:lnTo>
                  <a:pt x="1676400" y="619125"/>
                </a:lnTo>
                <a:lnTo>
                  <a:pt x="1676400" y="628650"/>
                </a:lnTo>
                <a:lnTo>
                  <a:pt x="1666875" y="628650"/>
                </a:lnTo>
                <a:close/>
                <a:moveTo>
                  <a:pt x="95250" y="628650"/>
                </a:moveTo>
                <a:lnTo>
                  <a:pt x="104775" y="628650"/>
                </a:lnTo>
                <a:lnTo>
                  <a:pt x="104775" y="638175"/>
                </a:lnTo>
                <a:lnTo>
                  <a:pt x="95250" y="638175"/>
                </a:lnTo>
                <a:close/>
                <a:moveTo>
                  <a:pt x="104775" y="638175"/>
                </a:moveTo>
                <a:lnTo>
                  <a:pt x="114300" y="638175"/>
                </a:lnTo>
                <a:lnTo>
                  <a:pt x="114300" y="647700"/>
                </a:lnTo>
                <a:lnTo>
                  <a:pt x="104775" y="647700"/>
                </a:lnTo>
                <a:close/>
                <a:moveTo>
                  <a:pt x="114300" y="647700"/>
                </a:moveTo>
                <a:lnTo>
                  <a:pt x="123825" y="647700"/>
                </a:lnTo>
                <a:lnTo>
                  <a:pt x="123825" y="657225"/>
                </a:lnTo>
                <a:lnTo>
                  <a:pt x="114300" y="657225"/>
                </a:lnTo>
                <a:close/>
                <a:moveTo>
                  <a:pt x="1695450" y="647700"/>
                </a:moveTo>
                <a:lnTo>
                  <a:pt x="1704975" y="647700"/>
                </a:lnTo>
                <a:lnTo>
                  <a:pt x="1704975" y="657225"/>
                </a:lnTo>
                <a:lnTo>
                  <a:pt x="1695450" y="657225"/>
                </a:lnTo>
                <a:close/>
                <a:moveTo>
                  <a:pt x="123825" y="657225"/>
                </a:moveTo>
                <a:lnTo>
                  <a:pt x="133350" y="657225"/>
                </a:lnTo>
                <a:lnTo>
                  <a:pt x="133350" y="666750"/>
                </a:lnTo>
                <a:lnTo>
                  <a:pt x="123825" y="666750"/>
                </a:lnTo>
                <a:close/>
                <a:moveTo>
                  <a:pt x="1704975" y="657225"/>
                </a:moveTo>
                <a:lnTo>
                  <a:pt x="1714500" y="657225"/>
                </a:lnTo>
                <a:lnTo>
                  <a:pt x="1714500" y="666750"/>
                </a:lnTo>
                <a:lnTo>
                  <a:pt x="1704975" y="666750"/>
                </a:lnTo>
                <a:close/>
                <a:moveTo>
                  <a:pt x="133350" y="666750"/>
                </a:moveTo>
                <a:lnTo>
                  <a:pt x="142875" y="666750"/>
                </a:lnTo>
                <a:lnTo>
                  <a:pt x="142875" y="676275"/>
                </a:lnTo>
                <a:lnTo>
                  <a:pt x="133350" y="676275"/>
                </a:lnTo>
                <a:close/>
                <a:moveTo>
                  <a:pt x="161925" y="685800"/>
                </a:moveTo>
                <a:lnTo>
                  <a:pt x="171450" y="685800"/>
                </a:lnTo>
                <a:lnTo>
                  <a:pt x="171450" y="695325"/>
                </a:lnTo>
                <a:lnTo>
                  <a:pt x="161925" y="695325"/>
                </a:lnTo>
                <a:close/>
                <a:moveTo>
                  <a:pt x="1714500" y="685800"/>
                </a:moveTo>
                <a:lnTo>
                  <a:pt x="1724025" y="685800"/>
                </a:lnTo>
                <a:lnTo>
                  <a:pt x="1724025" y="695325"/>
                </a:lnTo>
                <a:lnTo>
                  <a:pt x="1714500" y="695325"/>
                </a:lnTo>
                <a:close/>
                <a:moveTo>
                  <a:pt x="1724025" y="695325"/>
                </a:moveTo>
                <a:lnTo>
                  <a:pt x="1733550" y="695325"/>
                </a:lnTo>
                <a:lnTo>
                  <a:pt x="1733550" y="714375"/>
                </a:lnTo>
                <a:lnTo>
                  <a:pt x="1724025" y="714375"/>
                </a:lnTo>
                <a:close/>
                <a:moveTo>
                  <a:pt x="1752600" y="695325"/>
                </a:moveTo>
                <a:lnTo>
                  <a:pt x="1952625" y="695325"/>
                </a:lnTo>
                <a:lnTo>
                  <a:pt x="1952625" y="714375"/>
                </a:lnTo>
                <a:lnTo>
                  <a:pt x="1752600" y="714375"/>
                </a:lnTo>
                <a:close/>
                <a:moveTo>
                  <a:pt x="1714500" y="723900"/>
                </a:moveTo>
                <a:lnTo>
                  <a:pt x="1724025" y="723900"/>
                </a:lnTo>
                <a:lnTo>
                  <a:pt x="1724025" y="742950"/>
                </a:lnTo>
                <a:lnTo>
                  <a:pt x="1714500" y="742950"/>
                </a:lnTo>
                <a:close/>
                <a:moveTo>
                  <a:pt x="171450" y="742950"/>
                </a:moveTo>
                <a:lnTo>
                  <a:pt x="180975" y="742950"/>
                </a:lnTo>
                <a:lnTo>
                  <a:pt x="180975" y="752475"/>
                </a:lnTo>
                <a:lnTo>
                  <a:pt x="171450" y="752475"/>
                </a:lnTo>
                <a:close/>
                <a:moveTo>
                  <a:pt x="1724025" y="742950"/>
                </a:moveTo>
                <a:lnTo>
                  <a:pt x="1733550" y="742950"/>
                </a:lnTo>
                <a:lnTo>
                  <a:pt x="1733550" y="752475"/>
                </a:lnTo>
                <a:lnTo>
                  <a:pt x="1724025" y="752475"/>
                </a:lnTo>
                <a:close/>
                <a:moveTo>
                  <a:pt x="161925" y="762000"/>
                </a:moveTo>
                <a:lnTo>
                  <a:pt x="171450" y="762000"/>
                </a:lnTo>
                <a:lnTo>
                  <a:pt x="171450" y="771525"/>
                </a:lnTo>
                <a:lnTo>
                  <a:pt x="161925" y="771525"/>
                </a:lnTo>
                <a:close/>
                <a:moveTo>
                  <a:pt x="1733550" y="762000"/>
                </a:moveTo>
                <a:lnTo>
                  <a:pt x="1743075" y="762000"/>
                </a:lnTo>
                <a:lnTo>
                  <a:pt x="1743075" y="771525"/>
                </a:lnTo>
                <a:lnTo>
                  <a:pt x="1733550" y="771525"/>
                </a:lnTo>
                <a:close/>
                <a:moveTo>
                  <a:pt x="1743075" y="781050"/>
                </a:moveTo>
                <a:lnTo>
                  <a:pt x="1752600" y="781050"/>
                </a:lnTo>
                <a:lnTo>
                  <a:pt x="1752600" y="790575"/>
                </a:lnTo>
                <a:lnTo>
                  <a:pt x="1743075" y="790575"/>
                </a:lnTo>
                <a:close/>
                <a:moveTo>
                  <a:pt x="142875" y="790575"/>
                </a:moveTo>
                <a:lnTo>
                  <a:pt x="152400" y="790575"/>
                </a:lnTo>
                <a:lnTo>
                  <a:pt x="152400" y="800100"/>
                </a:lnTo>
                <a:lnTo>
                  <a:pt x="142875" y="800100"/>
                </a:lnTo>
                <a:close/>
                <a:moveTo>
                  <a:pt x="1752600" y="790575"/>
                </a:moveTo>
                <a:lnTo>
                  <a:pt x="1762125" y="790575"/>
                </a:lnTo>
                <a:lnTo>
                  <a:pt x="1762125" y="800100"/>
                </a:lnTo>
                <a:lnTo>
                  <a:pt x="1752600" y="800100"/>
                </a:lnTo>
                <a:close/>
                <a:moveTo>
                  <a:pt x="133350" y="809625"/>
                </a:moveTo>
                <a:lnTo>
                  <a:pt x="142875" y="809625"/>
                </a:lnTo>
                <a:lnTo>
                  <a:pt x="142875" y="819150"/>
                </a:lnTo>
                <a:lnTo>
                  <a:pt x="133350" y="819150"/>
                </a:lnTo>
                <a:close/>
                <a:moveTo>
                  <a:pt x="1762125" y="809625"/>
                </a:moveTo>
                <a:lnTo>
                  <a:pt x="1771650" y="809625"/>
                </a:lnTo>
                <a:lnTo>
                  <a:pt x="1771650" y="819150"/>
                </a:lnTo>
                <a:lnTo>
                  <a:pt x="1762125" y="819150"/>
                </a:lnTo>
                <a:close/>
                <a:moveTo>
                  <a:pt x="114300" y="838200"/>
                </a:moveTo>
                <a:lnTo>
                  <a:pt x="123825" y="838200"/>
                </a:lnTo>
                <a:lnTo>
                  <a:pt x="123825" y="847725"/>
                </a:lnTo>
                <a:lnTo>
                  <a:pt x="114300" y="847725"/>
                </a:lnTo>
                <a:close/>
                <a:moveTo>
                  <a:pt x="1781175" y="838200"/>
                </a:moveTo>
                <a:lnTo>
                  <a:pt x="1790700" y="838200"/>
                </a:lnTo>
                <a:lnTo>
                  <a:pt x="1790700" y="847725"/>
                </a:lnTo>
                <a:lnTo>
                  <a:pt x="1781175" y="847725"/>
                </a:lnTo>
                <a:close/>
                <a:moveTo>
                  <a:pt x="104775" y="857250"/>
                </a:moveTo>
                <a:lnTo>
                  <a:pt x="114300" y="857250"/>
                </a:lnTo>
                <a:lnTo>
                  <a:pt x="114300" y="866775"/>
                </a:lnTo>
                <a:lnTo>
                  <a:pt x="104775" y="866775"/>
                </a:lnTo>
                <a:close/>
                <a:moveTo>
                  <a:pt x="85725" y="895350"/>
                </a:moveTo>
                <a:lnTo>
                  <a:pt x="95250" y="895350"/>
                </a:lnTo>
                <a:lnTo>
                  <a:pt x="95250" y="942975"/>
                </a:lnTo>
                <a:lnTo>
                  <a:pt x="85725" y="942975"/>
                </a:lnTo>
                <a:close/>
                <a:moveTo>
                  <a:pt x="1809750" y="895350"/>
                </a:moveTo>
                <a:lnTo>
                  <a:pt x="1819275" y="895350"/>
                </a:lnTo>
                <a:lnTo>
                  <a:pt x="1819275" y="933450"/>
                </a:lnTo>
                <a:lnTo>
                  <a:pt x="1809750" y="933450"/>
                </a:lnTo>
                <a:close/>
                <a:moveTo>
                  <a:pt x="95250" y="962025"/>
                </a:moveTo>
                <a:lnTo>
                  <a:pt x="104775" y="962025"/>
                </a:lnTo>
                <a:lnTo>
                  <a:pt x="104775" y="971550"/>
                </a:lnTo>
                <a:lnTo>
                  <a:pt x="95250" y="971550"/>
                </a:lnTo>
                <a:close/>
                <a:moveTo>
                  <a:pt x="1790700" y="971550"/>
                </a:moveTo>
                <a:lnTo>
                  <a:pt x="1800225" y="971550"/>
                </a:lnTo>
                <a:lnTo>
                  <a:pt x="1800225" y="981075"/>
                </a:lnTo>
                <a:lnTo>
                  <a:pt x="1790700" y="981075"/>
                </a:lnTo>
                <a:close/>
                <a:moveTo>
                  <a:pt x="1657350" y="1000125"/>
                </a:moveTo>
                <a:lnTo>
                  <a:pt x="1666875" y="1000125"/>
                </a:lnTo>
                <a:lnTo>
                  <a:pt x="1666875" y="1009650"/>
                </a:lnTo>
                <a:lnTo>
                  <a:pt x="1657350" y="1009650"/>
                </a:lnTo>
                <a:close/>
                <a:moveTo>
                  <a:pt x="1762125" y="1000125"/>
                </a:moveTo>
                <a:lnTo>
                  <a:pt x="1771650" y="1000125"/>
                </a:lnTo>
                <a:lnTo>
                  <a:pt x="1771650" y="1009650"/>
                </a:lnTo>
                <a:lnTo>
                  <a:pt x="1762125" y="1009650"/>
                </a:lnTo>
                <a:close/>
                <a:moveTo>
                  <a:pt x="142875" y="1009650"/>
                </a:moveTo>
                <a:lnTo>
                  <a:pt x="152400" y="1009650"/>
                </a:lnTo>
                <a:lnTo>
                  <a:pt x="152400" y="1019175"/>
                </a:lnTo>
                <a:lnTo>
                  <a:pt x="142875" y="1019175"/>
                </a:lnTo>
                <a:close/>
                <a:moveTo>
                  <a:pt x="523875" y="1009650"/>
                </a:moveTo>
                <a:lnTo>
                  <a:pt x="533400" y="1009650"/>
                </a:lnTo>
                <a:lnTo>
                  <a:pt x="533400" y="1019175"/>
                </a:lnTo>
                <a:lnTo>
                  <a:pt x="523875" y="1019175"/>
                </a:lnTo>
                <a:close/>
                <a:moveTo>
                  <a:pt x="904875" y="1009650"/>
                </a:moveTo>
                <a:lnTo>
                  <a:pt x="914400" y="1009650"/>
                </a:lnTo>
                <a:lnTo>
                  <a:pt x="914400" y="1019175"/>
                </a:lnTo>
                <a:lnTo>
                  <a:pt x="904875" y="1019175"/>
                </a:lnTo>
                <a:close/>
                <a:moveTo>
                  <a:pt x="1676400" y="1009650"/>
                </a:moveTo>
                <a:lnTo>
                  <a:pt x="1685925" y="1009650"/>
                </a:lnTo>
                <a:lnTo>
                  <a:pt x="1685925" y="1019175"/>
                </a:lnTo>
                <a:lnTo>
                  <a:pt x="1676400" y="1019175"/>
                </a:lnTo>
                <a:close/>
                <a:moveTo>
                  <a:pt x="1743075" y="1009650"/>
                </a:moveTo>
                <a:lnTo>
                  <a:pt x="1752600" y="1009650"/>
                </a:lnTo>
                <a:lnTo>
                  <a:pt x="1752600" y="1019175"/>
                </a:lnTo>
                <a:lnTo>
                  <a:pt x="1743075" y="1019175"/>
                </a:lnTo>
                <a:close/>
                <a:moveTo>
                  <a:pt x="180975" y="1019175"/>
                </a:moveTo>
                <a:lnTo>
                  <a:pt x="209550" y="1019175"/>
                </a:lnTo>
                <a:lnTo>
                  <a:pt x="209550" y="1028700"/>
                </a:lnTo>
                <a:lnTo>
                  <a:pt x="180975" y="1028700"/>
                </a:lnTo>
                <a:close/>
                <a:moveTo>
                  <a:pt x="561975" y="1019175"/>
                </a:moveTo>
                <a:lnTo>
                  <a:pt x="581025" y="1019175"/>
                </a:lnTo>
                <a:lnTo>
                  <a:pt x="581025" y="1028700"/>
                </a:lnTo>
                <a:lnTo>
                  <a:pt x="561975" y="1028700"/>
                </a:lnTo>
                <a:close/>
                <a:moveTo>
                  <a:pt x="933450" y="1019175"/>
                </a:moveTo>
                <a:lnTo>
                  <a:pt x="962025" y="1019175"/>
                </a:lnTo>
                <a:lnTo>
                  <a:pt x="962025" y="1028700"/>
                </a:lnTo>
                <a:lnTo>
                  <a:pt x="933450" y="1028700"/>
                </a:lnTo>
                <a:close/>
                <a:moveTo>
                  <a:pt x="1323975" y="1019175"/>
                </a:moveTo>
                <a:lnTo>
                  <a:pt x="1343025" y="1019175"/>
                </a:lnTo>
                <a:lnTo>
                  <a:pt x="1343025" y="1028700"/>
                </a:lnTo>
                <a:lnTo>
                  <a:pt x="1323975" y="1028700"/>
                </a:lnTo>
                <a:close/>
                <a:moveTo>
                  <a:pt x="352425" y="1066800"/>
                </a:moveTo>
                <a:lnTo>
                  <a:pt x="1000125" y="1066800"/>
                </a:lnTo>
                <a:lnTo>
                  <a:pt x="1000125" y="1076325"/>
                </a:lnTo>
                <a:lnTo>
                  <a:pt x="352425" y="1076325"/>
                </a:lnTo>
                <a:close/>
                <a:moveTo>
                  <a:pt x="1162050" y="1066800"/>
                </a:moveTo>
                <a:lnTo>
                  <a:pt x="1514475" y="1066800"/>
                </a:lnTo>
                <a:lnTo>
                  <a:pt x="1514475" y="1076325"/>
                </a:lnTo>
                <a:lnTo>
                  <a:pt x="1162050" y="1076325"/>
                </a:lnTo>
                <a:close/>
                <a:moveTo>
                  <a:pt x="333375" y="1076325"/>
                </a:moveTo>
                <a:lnTo>
                  <a:pt x="342900" y="1076325"/>
                </a:lnTo>
                <a:lnTo>
                  <a:pt x="342900" y="1085850"/>
                </a:lnTo>
                <a:lnTo>
                  <a:pt x="333375" y="1085850"/>
                </a:lnTo>
                <a:close/>
                <a:moveTo>
                  <a:pt x="1000125" y="1076325"/>
                </a:moveTo>
                <a:lnTo>
                  <a:pt x="1009650" y="1076325"/>
                </a:lnTo>
                <a:lnTo>
                  <a:pt x="1009650" y="1085850"/>
                </a:lnTo>
                <a:lnTo>
                  <a:pt x="1000125" y="1085850"/>
                </a:lnTo>
                <a:close/>
                <a:moveTo>
                  <a:pt x="1143000" y="1076325"/>
                </a:moveTo>
                <a:lnTo>
                  <a:pt x="1152525" y="1076325"/>
                </a:lnTo>
                <a:lnTo>
                  <a:pt x="1152525" y="1085850"/>
                </a:lnTo>
                <a:lnTo>
                  <a:pt x="1143000" y="1085850"/>
                </a:lnTo>
                <a:close/>
                <a:moveTo>
                  <a:pt x="1533525" y="1076325"/>
                </a:moveTo>
                <a:lnTo>
                  <a:pt x="1543050" y="1076325"/>
                </a:lnTo>
                <a:lnTo>
                  <a:pt x="1543050" y="1085850"/>
                </a:lnTo>
                <a:lnTo>
                  <a:pt x="1533525" y="1085850"/>
                </a:lnTo>
                <a:close/>
                <a:moveTo>
                  <a:pt x="1133475" y="1085850"/>
                </a:moveTo>
                <a:lnTo>
                  <a:pt x="1143000" y="1085850"/>
                </a:lnTo>
                <a:lnTo>
                  <a:pt x="1143000" y="1095375"/>
                </a:lnTo>
                <a:lnTo>
                  <a:pt x="1133475" y="1095375"/>
                </a:lnTo>
                <a:close/>
                <a:moveTo>
                  <a:pt x="1543050" y="1085850"/>
                </a:moveTo>
                <a:lnTo>
                  <a:pt x="1552575" y="1085850"/>
                </a:lnTo>
                <a:lnTo>
                  <a:pt x="1552575" y="1095375"/>
                </a:lnTo>
                <a:lnTo>
                  <a:pt x="1543050" y="1095375"/>
                </a:lnTo>
                <a:close/>
                <a:moveTo>
                  <a:pt x="323850" y="1095375"/>
                </a:moveTo>
                <a:lnTo>
                  <a:pt x="333375" y="1095375"/>
                </a:lnTo>
                <a:lnTo>
                  <a:pt x="333375" y="1190625"/>
                </a:lnTo>
                <a:lnTo>
                  <a:pt x="323850" y="1190625"/>
                </a:lnTo>
                <a:close/>
                <a:moveTo>
                  <a:pt x="1123950" y="1095375"/>
                </a:moveTo>
                <a:lnTo>
                  <a:pt x="1133475" y="1095375"/>
                </a:lnTo>
                <a:lnTo>
                  <a:pt x="1133475" y="1104900"/>
                </a:lnTo>
                <a:lnTo>
                  <a:pt x="1123950" y="1104900"/>
                </a:lnTo>
                <a:close/>
                <a:moveTo>
                  <a:pt x="1114425" y="1114425"/>
                </a:moveTo>
                <a:lnTo>
                  <a:pt x="1123950" y="1114425"/>
                </a:lnTo>
                <a:lnTo>
                  <a:pt x="1123950" y="1733550"/>
                </a:lnTo>
                <a:lnTo>
                  <a:pt x="1114425" y="1733550"/>
                </a:lnTo>
                <a:close/>
                <a:moveTo>
                  <a:pt x="1209675" y="1162050"/>
                </a:moveTo>
                <a:lnTo>
                  <a:pt x="1476375" y="1162050"/>
                </a:lnTo>
                <a:lnTo>
                  <a:pt x="1476375" y="1171575"/>
                </a:lnTo>
                <a:lnTo>
                  <a:pt x="1466850" y="1171575"/>
                </a:lnTo>
                <a:lnTo>
                  <a:pt x="1466850" y="1190625"/>
                </a:lnTo>
                <a:lnTo>
                  <a:pt x="1352550" y="1190625"/>
                </a:lnTo>
                <a:lnTo>
                  <a:pt x="1352550" y="1209675"/>
                </a:lnTo>
                <a:lnTo>
                  <a:pt x="1333500" y="1209675"/>
                </a:lnTo>
                <a:lnTo>
                  <a:pt x="1333500" y="1219200"/>
                </a:lnTo>
                <a:lnTo>
                  <a:pt x="1323975" y="1219200"/>
                </a:lnTo>
                <a:lnTo>
                  <a:pt x="1323975" y="1238250"/>
                </a:lnTo>
                <a:lnTo>
                  <a:pt x="1314450" y="1238250"/>
                </a:lnTo>
                <a:lnTo>
                  <a:pt x="1314450" y="1209675"/>
                </a:lnTo>
                <a:lnTo>
                  <a:pt x="1323975" y="1209675"/>
                </a:lnTo>
                <a:lnTo>
                  <a:pt x="1323975" y="1190625"/>
                </a:lnTo>
                <a:lnTo>
                  <a:pt x="1219200" y="1190625"/>
                </a:lnTo>
                <a:lnTo>
                  <a:pt x="1219200" y="1171575"/>
                </a:lnTo>
                <a:lnTo>
                  <a:pt x="1209675" y="1171575"/>
                </a:lnTo>
                <a:close/>
                <a:moveTo>
                  <a:pt x="1352550" y="1209675"/>
                </a:moveTo>
                <a:lnTo>
                  <a:pt x="1362075" y="1209675"/>
                </a:lnTo>
                <a:lnTo>
                  <a:pt x="1362075" y="1219200"/>
                </a:lnTo>
                <a:lnTo>
                  <a:pt x="1352550" y="1219200"/>
                </a:lnTo>
                <a:close/>
                <a:moveTo>
                  <a:pt x="1304925" y="1238250"/>
                </a:moveTo>
                <a:lnTo>
                  <a:pt x="1314450" y="1238250"/>
                </a:lnTo>
                <a:lnTo>
                  <a:pt x="1314450" y="1247775"/>
                </a:lnTo>
                <a:lnTo>
                  <a:pt x="1304925" y="1247775"/>
                </a:lnTo>
                <a:close/>
                <a:moveTo>
                  <a:pt x="1333500" y="1238250"/>
                </a:moveTo>
                <a:lnTo>
                  <a:pt x="1352550" y="1238250"/>
                </a:lnTo>
                <a:lnTo>
                  <a:pt x="1352550" y="1247775"/>
                </a:lnTo>
                <a:lnTo>
                  <a:pt x="1333500" y="1247775"/>
                </a:lnTo>
                <a:close/>
                <a:moveTo>
                  <a:pt x="1362075" y="1238250"/>
                </a:moveTo>
                <a:lnTo>
                  <a:pt x="1371600" y="1238250"/>
                </a:lnTo>
                <a:lnTo>
                  <a:pt x="1371600" y="1247775"/>
                </a:lnTo>
                <a:lnTo>
                  <a:pt x="1381125" y="1247775"/>
                </a:lnTo>
                <a:lnTo>
                  <a:pt x="1381125" y="1257300"/>
                </a:lnTo>
                <a:lnTo>
                  <a:pt x="1390650" y="1257300"/>
                </a:lnTo>
                <a:lnTo>
                  <a:pt x="1390650" y="1266825"/>
                </a:lnTo>
                <a:lnTo>
                  <a:pt x="1400175" y="1266825"/>
                </a:lnTo>
                <a:lnTo>
                  <a:pt x="1400175" y="1276350"/>
                </a:lnTo>
                <a:lnTo>
                  <a:pt x="1409700" y="1276350"/>
                </a:lnTo>
                <a:lnTo>
                  <a:pt x="1409700" y="1285875"/>
                </a:lnTo>
                <a:lnTo>
                  <a:pt x="1400175" y="1285875"/>
                </a:lnTo>
                <a:lnTo>
                  <a:pt x="1400175" y="1295400"/>
                </a:lnTo>
                <a:lnTo>
                  <a:pt x="1390650" y="1295400"/>
                </a:lnTo>
                <a:lnTo>
                  <a:pt x="1390650" y="1285875"/>
                </a:lnTo>
                <a:lnTo>
                  <a:pt x="1381125" y="1285875"/>
                </a:lnTo>
                <a:lnTo>
                  <a:pt x="1381125" y="1276350"/>
                </a:lnTo>
                <a:lnTo>
                  <a:pt x="1371600" y="1276350"/>
                </a:lnTo>
                <a:lnTo>
                  <a:pt x="1371600" y="1266825"/>
                </a:lnTo>
                <a:lnTo>
                  <a:pt x="1362075" y="1266825"/>
                </a:lnTo>
                <a:lnTo>
                  <a:pt x="1362075" y="1257300"/>
                </a:lnTo>
                <a:lnTo>
                  <a:pt x="1352550" y="1257300"/>
                </a:lnTo>
                <a:lnTo>
                  <a:pt x="1352550" y="1247775"/>
                </a:lnTo>
                <a:lnTo>
                  <a:pt x="1362075" y="1247775"/>
                </a:lnTo>
                <a:close/>
                <a:moveTo>
                  <a:pt x="1295400" y="1247775"/>
                </a:moveTo>
                <a:lnTo>
                  <a:pt x="1304925" y="1247775"/>
                </a:lnTo>
                <a:lnTo>
                  <a:pt x="1304925" y="1266825"/>
                </a:lnTo>
                <a:lnTo>
                  <a:pt x="1314450" y="1266825"/>
                </a:lnTo>
                <a:lnTo>
                  <a:pt x="1314450" y="1276350"/>
                </a:lnTo>
                <a:lnTo>
                  <a:pt x="1304925" y="1276350"/>
                </a:lnTo>
                <a:lnTo>
                  <a:pt x="1304925" y="1285875"/>
                </a:lnTo>
                <a:lnTo>
                  <a:pt x="1295400" y="1285875"/>
                </a:lnTo>
                <a:lnTo>
                  <a:pt x="1295400" y="1295400"/>
                </a:lnTo>
                <a:lnTo>
                  <a:pt x="1285875" y="1295400"/>
                </a:lnTo>
                <a:lnTo>
                  <a:pt x="1285875" y="1285875"/>
                </a:lnTo>
                <a:lnTo>
                  <a:pt x="1276350" y="1285875"/>
                </a:lnTo>
                <a:lnTo>
                  <a:pt x="1276350" y="1276350"/>
                </a:lnTo>
                <a:lnTo>
                  <a:pt x="1285875" y="1276350"/>
                </a:lnTo>
                <a:lnTo>
                  <a:pt x="1285875" y="1266825"/>
                </a:lnTo>
                <a:lnTo>
                  <a:pt x="1295400" y="1266825"/>
                </a:lnTo>
                <a:close/>
                <a:moveTo>
                  <a:pt x="771525" y="1257300"/>
                </a:moveTo>
                <a:lnTo>
                  <a:pt x="781050" y="1257300"/>
                </a:lnTo>
                <a:lnTo>
                  <a:pt x="781050" y="1266825"/>
                </a:lnTo>
                <a:lnTo>
                  <a:pt x="771525" y="1266825"/>
                </a:lnTo>
                <a:close/>
                <a:moveTo>
                  <a:pt x="847725" y="1257300"/>
                </a:moveTo>
                <a:lnTo>
                  <a:pt x="857250" y="1257300"/>
                </a:lnTo>
                <a:lnTo>
                  <a:pt x="857250" y="1266825"/>
                </a:lnTo>
                <a:lnTo>
                  <a:pt x="847725" y="1266825"/>
                </a:lnTo>
                <a:close/>
                <a:moveTo>
                  <a:pt x="762000" y="1266825"/>
                </a:moveTo>
                <a:lnTo>
                  <a:pt x="771525" y="1266825"/>
                </a:lnTo>
                <a:lnTo>
                  <a:pt x="771525" y="1276350"/>
                </a:lnTo>
                <a:lnTo>
                  <a:pt x="762000" y="1276350"/>
                </a:lnTo>
                <a:close/>
                <a:moveTo>
                  <a:pt x="1200150" y="1285875"/>
                </a:moveTo>
                <a:lnTo>
                  <a:pt x="1209675" y="1285875"/>
                </a:lnTo>
                <a:lnTo>
                  <a:pt x="1209675" y="1362075"/>
                </a:lnTo>
                <a:lnTo>
                  <a:pt x="1200150" y="1362075"/>
                </a:lnTo>
                <a:close/>
                <a:moveTo>
                  <a:pt x="1285875" y="1323975"/>
                </a:moveTo>
                <a:lnTo>
                  <a:pt x="1304925" y="1323975"/>
                </a:lnTo>
                <a:lnTo>
                  <a:pt x="1304925" y="1333500"/>
                </a:lnTo>
                <a:lnTo>
                  <a:pt x="1314450" y="1333500"/>
                </a:lnTo>
                <a:lnTo>
                  <a:pt x="1314450" y="1343025"/>
                </a:lnTo>
                <a:lnTo>
                  <a:pt x="1247775" y="1343025"/>
                </a:lnTo>
                <a:lnTo>
                  <a:pt x="1247775" y="1333500"/>
                </a:lnTo>
                <a:lnTo>
                  <a:pt x="1285875" y="1333500"/>
                </a:lnTo>
                <a:close/>
                <a:moveTo>
                  <a:pt x="1323975" y="1323975"/>
                </a:moveTo>
                <a:lnTo>
                  <a:pt x="1438275" y="1323975"/>
                </a:lnTo>
                <a:lnTo>
                  <a:pt x="1438275" y="1333500"/>
                </a:lnTo>
                <a:lnTo>
                  <a:pt x="1447800" y="1333500"/>
                </a:lnTo>
                <a:lnTo>
                  <a:pt x="1447800" y="1371600"/>
                </a:lnTo>
                <a:lnTo>
                  <a:pt x="1438275" y="1371600"/>
                </a:lnTo>
                <a:lnTo>
                  <a:pt x="1438275" y="1381125"/>
                </a:lnTo>
                <a:lnTo>
                  <a:pt x="1362075" y="1381125"/>
                </a:lnTo>
                <a:lnTo>
                  <a:pt x="1362075" y="1371600"/>
                </a:lnTo>
                <a:lnTo>
                  <a:pt x="1371600" y="1371600"/>
                </a:lnTo>
                <a:lnTo>
                  <a:pt x="1371600" y="1352550"/>
                </a:lnTo>
                <a:lnTo>
                  <a:pt x="1381125" y="1352550"/>
                </a:lnTo>
                <a:lnTo>
                  <a:pt x="1381125" y="1371600"/>
                </a:lnTo>
                <a:lnTo>
                  <a:pt x="1390650" y="1371600"/>
                </a:lnTo>
                <a:lnTo>
                  <a:pt x="1390650" y="1343025"/>
                </a:lnTo>
                <a:lnTo>
                  <a:pt x="1371600" y="1343025"/>
                </a:lnTo>
                <a:lnTo>
                  <a:pt x="1371600" y="1333500"/>
                </a:lnTo>
                <a:lnTo>
                  <a:pt x="1362075" y="1333500"/>
                </a:lnTo>
                <a:lnTo>
                  <a:pt x="1362075" y="1343025"/>
                </a:lnTo>
                <a:lnTo>
                  <a:pt x="1333500" y="1343025"/>
                </a:lnTo>
                <a:lnTo>
                  <a:pt x="1333500" y="1333500"/>
                </a:lnTo>
                <a:lnTo>
                  <a:pt x="1323975" y="1333500"/>
                </a:lnTo>
                <a:close/>
                <a:moveTo>
                  <a:pt x="47625" y="1343025"/>
                </a:moveTo>
                <a:lnTo>
                  <a:pt x="57150" y="1343025"/>
                </a:lnTo>
                <a:lnTo>
                  <a:pt x="57150" y="1352550"/>
                </a:lnTo>
                <a:lnTo>
                  <a:pt x="47625" y="1352550"/>
                </a:lnTo>
                <a:close/>
                <a:moveTo>
                  <a:pt x="85725" y="1343025"/>
                </a:moveTo>
                <a:lnTo>
                  <a:pt x="95250" y="1343025"/>
                </a:lnTo>
                <a:lnTo>
                  <a:pt x="95250" y="1352550"/>
                </a:lnTo>
                <a:lnTo>
                  <a:pt x="85725" y="1352550"/>
                </a:lnTo>
                <a:close/>
                <a:moveTo>
                  <a:pt x="1476375" y="1343025"/>
                </a:moveTo>
                <a:lnTo>
                  <a:pt x="1485900" y="1343025"/>
                </a:lnTo>
                <a:lnTo>
                  <a:pt x="1485900" y="1466850"/>
                </a:lnTo>
                <a:lnTo>
                  <a:pt x="1476375" y="1466850"/>
                </a:lnTo>
                <a:lnTo>
                  <a:pt x="1476375" y="1457325"/>
                </a:lnTo>
                <a:lnTo>
                  <a:pt x="1466850" y="1457325"/>
                </a:lnTo>
                <a:lnTo>
                  <a:pt x="1466850" y="1466850"/>
                </a:lnTo>
                <a:lnTo>
                  <a:pt x="1476375" y="1466850"/>
                </a:lnTo>
                <a:lnTo>
                  <a:pt x="1476375" y="1476375"/>
                </a:lnTo>
                <a:lnTo>
                  <a:pt x="1362075" y="1476375"/>
                </a:lnTo>
                <a:lnTo>
                  <a:pt x="1362075" y="1466850"/>
                </a:lnTo>
                <a:lnTo>
                  <a:pt x="1371600" y="1466850"/>
                </a:lnTo>
                <a:lnTo>
                  <a:pt x="1371600" y="1438275"/>
                </a:lnTo>
                <a:lnTo>
                  <a:pt x="1323975" y="1438275"/>
                </a:lnTo>
                <a:lnTo>
                  <a:pt x="1323975" y="1428750"/>
                </a:lnTo>
                <a:lnTo>
                  <a:pt x="1333500" y="1428750"/>
                </a:lnTo>
                <a:lnTo>
                  <a:pt x="1333500" y="1419225"/>
                </a:lnTo>
                <a:lnTo>
                  <a:pt x="1343025" y="1419225"/>
                </a:lnTo>
                <a:lnTo>
                  <a:pt x="1343025" y="1428750"/>
                </a:lnTo>
                <a:lnTo>
                  <a:pt x="1390650" y="1428750"/>
                </a:lnTo>
                <a:lnTo>
                  <a:pt x="1390650" y="1419225"/>
                </a:lnTo>
                <a:lnTo>
                  <a:pt x="1457325" y="1419225"/>
                </a:lnTo>
                <a:lnTo>
                  <a:pt x="1457325" y="1409700"/>
                </a:lnTo>
                <a:lnTo>
                  <a:pt x="1466850" y="1409700"/>
                </a:lnTo>
                <a:lnTo>
                  <a:pt x="1466850" y="1400175"/>
                </a:lnTo>
                <a:lnTo>
                  <a:pt x="1476375" y="1400175"/>
                </a:lnTo>
                <a:close/>
                <a:moveTo>
                  <a:pt x="104775" y="1352550"/>
                </a:moveTo>
                <a:lnTo>
                  <a:pt x="114300" y="1352550"/>
                </a:lnTo>
                <a:lnTo>
                  <a:pt x="114300" y="1362075"/>
                </a:lnTo>
                <a:lnTo>
                  <a:pt x="104775" y="1362075"/>
                </a:lnTo>
                <a:close/>
                <a:moveTo>
                  <a:pt x="1238250" y="1352550"/>
                </a:moveTo>
                <a:lnTo>
                  <a:pt x="1247775" y="1352550"/>
                </a:lnTo>
                <a:lnTo>
                  <a:pt x="1247775" y="1371600"/>
                </a:lnTo>
                <a:lnTo>
                  <a:pt x="1238250" y="1371600"/>
                </a:lnTo>
                <a:close/>
                <a:moveTo>
                  <a:pt x="1333500" y="1352550"/>
                </a:moveTo>
                <a:lnTo>
                  <a:pt x="1352550" y="1352550"/>
                </a:lnTo>
                <a:lnTo>
                  <a:pt x="1352550" y="1362075"/>
                </a:lnTo>
                <a:lnTo>
                  <a:pt x="1333500" y="1362075"/>
                </a:lnTo>
                <a:close/>
                <a:moveTo>
                  <a:pt x="133350" y="1371600"/>
                </a:moveTo>
                <a:lnTo>
                  <a:pt x="142875" y="1371600"/>
                </a:lnTo>
                <a:lnTo>
                  <a:pt x="142875" y="1381125"/>
                </a:lnTo>
                <a:lnTo>
                  <a:pt x="133350" y="1381125"/>
                </a:lnTo>
                <a:close/>
                <a:moveTo>
                  <a:pt x="381000" y="1371600"/>
                </a:moveTo>
                <a:lnTo>
                  <a:pt x="390525" y="1371600"/>
                </a:lnTo>
                <a:lnTo>
                  <a:pt x="390525" y="1381125"/>
                </a:lnTo>
                <a:lnTo>
                  <a:pt x="381000" y="1381125"/>
                </a:lnTo>
                <a:close/>
                <a:moveTo>
                  <a:pt x="457200" y="1371600"/>
                </a:moveTo>
                <a:lnTo>
                  <a:pt x="466725" y="1371600"/>
                </a:lnTo>
                <a:lnTo>
                  <a:pt x="466725" y="1381125"/>
                </a:lnTo>
                <a:lnTo>
                  <a:pt x="457200" y="1381125"/>
                </a:lnTo>
                <a:close/>
                <a:moveTo>
                  <a:pt x="552450" y="1371600"/>
                </a:moveTo>
                <a:lnTo>
                  <a:pt x="561975" y="1371600"/>
                </a:lnTo>
                <a:lnTo>
                  <a:pt x="561975" y="1381125"/>
                </a:lnTo>
                <a:lnTo>
                  <a:pt x="552450" y="1381125"/>
                </a:lnTo>
                <a:close/>
                <a:moveTo>
                  <a:pt x="581025" y="1371600"/>
                </a:moveTo>
                <a:lnTo>
                  <a:pt x="590550" y="1371600"/>
                </a:lnTo>
                <a:lnTo>
                  <a:pt x="590550" y="1381125"/>
                </a:lnTo>
                <a:lnTo>
                  <a:pt x="581025" y="1381125"/>
                </a:lnTo>
                <a:close/>
                <a:moveTo>
                  <a:pt x="714375" y="1371600"/>
                </a:moveTo>
                <a:lnTo>
                  <a:pt x="733425" y="1371600"/>
                </a:lnTo>
                <a:lnTo>
                  <a:pt x="733425" y="1381125"/>
                </a:lnTo>
                <a:lnTo>
                  <a:pt x="762000" y="1381125"/>
                </a:lnTo>
                <a:lnTo>
                  <a:pt x="762000" y="1390650"/>
                </a:lnTo>
                <a:lnTo>
                  <a:pt x="723900" y="1390650"/>
                </a:lnTo>
                <a:lnTo>
                  <a:pt x="723900" y="1381125"/>
                </a:lnTo>
                <a:lnTo>
                  <a:pt x="714375" y="1381125"/>
                </a:lnTo>
                <a:close/>
                <a:moveTo>
                  <a:pt x="1304925" y="1371600"/>
                </a:moveTo>
                <a:lnTo>
                  <a:pt x="1352550" y="1371600"/>
                </a:lnTo>
                <a:lnTo>
                  <a:pt x="1352550" y="1381125"/>
                </a:lnTo>
                <a:lnTo>
                  <a:pt x="1343025" y="1381125"/>
                </a:lnTo>
                <a:lnTo>
                  <a:pt x="1343025" y="1390650"/>
                </a:lnTo>
                <a:lnTo>
                  <a:pt x="1323975" y="1390650"/>
                </a:lnTo>
                <a:lnTo>
                  <a:pt x="1323975" y="1381125"/>
                </a:lnTo>
                <a:lnTo>
                  <a:pt x="1304925" y="1381125"/>
                </a:lnTo>
                <a:close/>
                <a:moveTo>
                  <a:pt x="1400175" y="1371600"/>
                </a:moveTo>
                <a:lnTo>
                  <a:pt x="1409700" y="1371600"/>
                </a:lnTo>
                <a:lnTo>
                  <a:pt x="1409700" y="1343025"/>
                </a:lnTo>
                <a:lnTo>
                  <a:pt x="1400175" y="1343025"/>
                </a:lnTo>
                <a:close/>
                <a:moveTo>
                  <a:pt x="142875" y="1381125"/>
                </a:moveTo>
                <a:lnTo>
                  <a:pt x="152400" y="1381125"/>
                </a:lnTo>
                <a:lnTo>
                  <a:pt x="152400" y="1390650"/>
                </a:lnTo>
                <a:lnTo>
                  <a:pt x="142875" y="1390650"/>
                </a:lnTo>
                <a:close/>
                <a:moveTo>
                  <a:pt x="390525" y="1381125"/>
                </a:moveTo>
                <a:lnTo>
                  <a:pt x="457200" y="1381125"/>
                </a:lnTo>
                <a:lnTo>
                  <a:pt x="457200" y="1390650"/>
                </a:lnTo>
                <a:lnTo>
                  <a:pt x="390525" y="1390650"/>
                </a:lnTo>
                <a:close/>
                <a:moveTo>
                  <a:pt x="561975" y="1381125"/>
                </a:moveTo>
                <a:lnTo>
                  <a:pt x="581025" y="1381125"/>
                </a:lnTo>
                <a:lnTo>
                  <a:pt x="581025" y="1390650"/>
                </a:lnTo>
                <a:lnTo>
                  <a:pt x="561975" y="1390650"/>
                </a:lnTo>
                <a:close/>
                <a:moveTo>
                  <a:pt x="876300" y="1381125"/>
                </a:moveTo>
                <a:lnTo>
                  <a:pt x="904875" y="1381125"/>
                </a:lnTo>
                <a:lnTo>
                  <a:pt x="904875" y="1390650"/>
                </a:lnTo>
                <a:lnTo>
                  <a:pt x="914400" y="1390650"/>
                </a:lnTo>
                <a:lnTo>
                  <a:pt x="914400" y="1419225"/>
                </a:lnTo>
                <a:lnTo>
                  <a:pt x="904875" y="1419225"/>
                </a:lnTo>
                <a:lnTo>
                  <a:pt x="904875" y="1428750"/>
                </a:lnTo>
                <a:lnTo>
                  <a:pt x="390525" y="1428750"/>
                </a:lnTo>
                <a:lnTo>
                  <a:pt x="390525" y="1419225"/>
                </a:lnTo>
                <a:lnTo>
                  <a:pt x="895350" y="1419225"/>
                </a:lnTo>
                <a:lnTo>
                  <a:pt x="895350" y="1409700"/>
                </a:lnTo>
                <a:lnTo>
                  <a:pt x="904875" y="1409700"/>
                </a:lnTo>
                <a:lnTo>
                  <a:pt x="904875" y="1400175"/>
                </a:lnTo>
                <a:lnTo>
                  <a:pt x="895350" y="1400175"/>
                </a:lnTo>
                <a:lnTo>
                  <a:pt x="895350" y="1390650"/>
                </a:lnTo>
                <a:lnTo>
                  <a:pt x="876300" y="1390650"/>
                </a:lnTo>
                <a:close/>
                <a:moveTo>
                  <a:pt x="152400" y="1390650"/>
                </a:moveTo>
                <a:lnTo>
                  <a:pt x="161925" y="1390650"/>
                </a:lnTo>
                <a:lnTo>
                  <a:pt x="161925" y="1400175"/>
                </a:lnTo>
                <a:lnTo>
                  <a:pt x="152400" y="1400175"/>
                </a:lnTo>
                <a:close/>
                <a:moveTo>
                  <a:pt x="323850" y="1390650"/>
                </a:moveTo>
                <a:lnTo>
                  <a:pt x="333375" y="1390650"/>
                </a:lnTo>
                <a:lnTo>
                  <a:pt x="333375" y="1400175"/>
                </a:lnTo>
                <a:lnTo>
                  <a:pt x="323850" y="1400175"/>
                </a:lnTo>
                <a:close/>
                <a:moveTo>
                  <a:pt x="257175" y="1400175"/>
                </a:moveTo>
                <a:lnTo>
                  <a:pt x="266700" y="1400175"/>
                </a:lnTo>
                <a:lnTo>
                  <a:pt x="266700" y="1409700"/>
                </a:lnTo>
                <a:lnTo>
                  <a:pt x="257175" y="1409700"/>
                </a:lnTo>
                <a:close/>
                <a:moveTo>
                  <a:pt x="285750" y="1400175"/>
                </a:moveTo>
                <a:lnTo>
                  <a:pt x="295275" y="1400175"/>
                </a:lnTo>
                <a:lnTo>
                  <a:pt x="295275" y="1409700"/>
                </a:lnTo>
                <a:lnTo>
                  <a:pt x="285750" y="1409700"/>
                </a:lnTo>
                <a:close/>
                <a:moveTo>
                  <a:pt x="295275" y="1409700"/>
                </a:moveTo>
                <a:lnTo>
                  <a:pt x="304800" y="1409700"/>
                </a:lnTo>
                <a:lnTo>
                  <a:pt x="304800" y="1466850"/>
                </a:lnTo>
                <a:lnTo>
                  <a:pt x="295275" y="1466850"/>
                </a:lnTo>
                <a:close/>
                <a:moveTo>
                  <a:pt x="171450" y="1419225"/>
                </a:moveTo>
                <a:lnTo>
                  <a:pt x="180975" y="1419225"/>
                </a:lnTo>
                <a:lnTo>
                  <a:pt x="180975" y="1428750"/>
                </a:lnTo>
                <a:lnTo>
                  <a:pt x="171450" y="1428750"/>
                </a:lnTo>
                <a:close/>
                <a:moveTo>
                  <a:pt x="228600" y="1419225"/>
                </a:moveTo>
                <a:lnTo>
                  <a:pt x="238125" y="1419225"/>
                </a:lnTo>
                <a:lnTo>
                  <a:pt x="238125" y="1428750"/>
                </a:lnTo>
                <a:lnTo>
                  <a:pt x="228600" y="1428750"/>
                </a:lnTo>
                <a:close/>
                <a:moveTo>
                  <a:pt x="47625" y="1428750"/>
                </a:moveTo>
                <a:lnTo>
                  <a:pt x="57150" y="1428750"/>
                </a:lnTo>
                <a:lnTo>
                  <a:pt x="57150" y="1438275"/>
                </a:lnTo>
                <a:lnTo>
                  <a:pt x="47625" y="1438275"/>
                </a:lnTo>
                <a:close/>
                <a:moveTo>
                  <a:pt x="219075" y="1428750"/>
                </a:moveTo>
                <a:lnTo>
                  <a:pt x="228600" y="1428750"/>
                </a:lnTo>
                <a:lnTo>
                  <a:pt x="228600" y="1438275"/>
                </a:lnTo>
                <a:lnTo>
                  <a:pt x="219075" y="1438275"/>
                </a:lnTo>
                <a:close/>
                <a:moveTo>
                  <a:pt x="381000" y="1428750"/>
                </a:moveTo>
                <a:lnTo>
                  <a:pt x="390525" y="1428750"/>
                </a:lnTo>
                <a:lnTo>
                  <a:pt x="390525" y="1438275"/>
                </a:lnTo>
                <a:lnTo>
                  <a:pt x="381000" y="1438275"/>
                </a:lnTo>
                <a:close/>
                <a:moveTo>
                  <a:pt x="1304925" y="1428750"/>
                </a:moveTo>
                <a:lnTo>
                  <a:pt x="1314450" y="1428750"/>
                </a:lnTo>
                <a:lnTo>
                  <a:pt x="1314450" y="1438275"/>
                </a:lnTo>
                <a:lnTo>
                  <a:pt x="1304925" y="1438275"/>
                </a:lnTo>
                <a:close/>
                <a:moveTo>
                  <a:pt x="180975" y="1438275"/>
                </a:moveTo>
                <a:lnTo>
                  <a:pt x="190500" y="1438275"/>
                </a:lnTo>
                <a:lnTo>
                  <a:pt x="190500" y="1447800"/>
                </a:lnTo>
                <a:lnTo>
                  <a:pt x="180975" y="1447800"/>
                </a:lnTo>
                <a:close/>
                <a:moveTo>
                  <a:pt x="209550" y="1438275"/>
                </a:moveTo>
                <a:lnTo>
                  <a:pt x="219075" y="1438275"/>
                </a:lnTo>
                <a:lnTo>
                  <a:pt x="219075" y="1447800"/>
                </a:lnTo>
                <a:lnTo>
                  <a:pt x="209550" y="1447800"/>
                </a:lnTo>
                <a:close/>
                <a:moveTo>
                  <a:pt x="57150" y="1457325"/>
                </a:moveTo>
                <a:lnTo>
                  <a:pt x="66675" y="1457325"/>
                </a:lnTo>
                <a:lnTo>
                  <a:pt x="66675" y="1466850"/>
                </a:lnTo>
                <a:lnTo>
                  <a:pt x="57150" y="1466850"/>
                </a:lnTo>
                <a:close/>
                <a:moveTo>
                  <a:pt x="190500" y="1457325"/>
                </a:moveTo>
                <a:lnTo>
                  <a:pt x="209550" y="1457325"/>
                </a:lnTo>
                <a:lnTo>
                  <a:pt x="209550" y="1466850"/>
                </a:lnTo>
                <a:lnTo>
                  <a:pt x="190500" y="1466850"/>
                </a:lnTo>
                <a:close/>
                <a:moveTo>
                  <a:pt x="66675" y="1476375"/>
                </a:moveTo>
                <a:lnTo>
                  <a:pt x="76200" y="1476375"/>
                </a:lnTo>
                <a:lnTo>
                  <a:pt x="76200" y="1485900"/>
                </a:lnTo>
                <a:lnTo>
                  <a:pt x="66675" y="1485900"/>
                </a:lnTo>
                <a:close/>
                <a:moveTo>
                  <a:pt x="1266825" y="1476375"/>
                </a:moveTo>
                <a:lnTo>
                  <a:pt x="1295400" y="1476375"/>
                </a:lnTo>
                <a:lnTo>
                  <a:pt x="1295400" y="1485900"/>
                </a:lnTo>
                <a:lnTo>
                  <a:pt x="1266825" y="1485900"/>
                </a:lnTo>
                <a:close/>
                <a:moveTo>
                  <a:pt x="1323975" y="1476375"/>
                </a:moveTo>
                <a:lnTo>
                  <a:pt x="1343025" y="1476375"/>
                </a:lnTo>
                <a:lnTo>
                  <a:pt x="1343025" y="1485900"/>
                </a:lnTo>
                <a:lnTo>
                  <a:pt x="1323975" y="1485900"/>
                </a:lnTo>
                <a:close/>
                <a:moveTo>
                  <a:pt x="1352550" y="1476375"/>
                </a:moveTo>
                <a:lnTo>
                  <a:pt x="1362075" y="1476375"/>
                </a:lnTo>
                <a:lnTo>
                  <a:pt x="1362075" y="1485900"/>
                </a:lnTo>
                <a:lnTo>
                  <a:pt x="1352550" y="1485900"/>
                </a:lnTo>
                <a:close/>
                <a:moveTo>
                  <a:pt x="285750" y="1485900"/>
                </a:moveTo>
                <a:lnTo>
                  <a:pt x="295275" y="1485900"/>
                </a:lnTo>
                <a:lnTo>
                  <a:pt x="295275" y="1495425"/>
                </a:lnTo>
                <a:lnTo>
                  <a:pt x="285750" y="1495425"/>
                </a:lnTo>
                <a:close/>
                <a:moveTo>
                  <a:pt x="85725" y="1504950"/>
                </a:moveTo>
                <a:lnTo>
                  <a:pt x="95250" y="1504950"/>
                </a:lnTo>
                <a:lnTo>
                  <a:pt x="95250" y="1514475"/>
                </a:lnTo>
                <a:lnTo>
                  <a:pt x="85725" y="1514475"/>
                </a:lnTo>
                <a:close/>
                <a:moveTo>
                  <a:pt x="276225" y="1504950"/>
                </a:moveTo>
                <a:lnTo>
                  <a:pt x="285750" y="1504950"/>
                </a:lnTo>
                <a:lnTo>
                  <a:pt x="285750" y="1514475"/>
                </a:lnTo>
                <a:lnTo>
                  <a:pt x="276225" y="1514475"/>
                </a:lnTo>
                <a:close/>
                <a:moveTo>
                  <a:pt x="95250" y="1514475"/>
                </a:moveTo>
                <a:lnTo>
                  <a:pt x="104775" y="1514475"/>
                </a:lnTo>
                <a:lnTo>
                  <a:pt x="104775" y="1524000"/>
                </a:lnTo>
                <a:lnTo>
                  <a:pt x="95250" y="1524000"/>
                </a:lnTo>
                <a:close/>
                <a:moveTo>
                  <a:pt x="266700" y="1514475"/>
                </a:moveTo>
                <a:lnTo>
                  <a:pt x="276225" y="1514475"/>
                </a:lnTo>
                <a:lnTo>
                  <a:pt x="276225" y="1524000"/>
                </a:lnTo>
                <a:lnTo>
                  <a:pt x="266700" y="1524000"/>
                </a:lnTo>
                <a:close/>
                <a:moveTo>
                  <a:pt x="104775" y="1524000"/>
                </a:moveTo>
                <a:lnTo>
                  <a:pt x="114300" y="1524000"/>
                </a:lnTo>
                <a:lnTo>
                  <a:pt x="114300" y="1533525"/>
                </a:lnTo>
                <a:lnTo>
                  <a:pt x="104775" y="1533525"/>
                </a:lnTo>
                <a:close/>
                <a:moveTo>
                  <a:pt x="257175" y="1524000"/>
                </a:moveTo>
                <a:lnTo>
                  <a:pt x="266700" y="1524000"/>
                </a:lnTo>
                <a:lnTo>
                  <a:pt x="266700" y="1533525"/>
                </a:lnTo>
                <a:lnTo>
                  <a:pt x="257175" y="1533525"/>
                </a:lnTo>
                <a:close/>
                <a:moveTo>
                  <a:pt x="247650" y="1533525"/>
                </a:moveTo>
                <a:lnTo>
                  <a:pt x="257175" y="1533525"/>
                </a:lnTo>
                <a:lnTo>
                  <a:pt x="257175" y="1543050"/>
                </a:lnTo>
                <a:lnTo>
                  <a:pt x="247650" y="1543050"/>
                </a:lnTo>
                <a:close/>
                <a:moveTo>
                  <a:pt x="1695450" y="1533525"/>
                </a:moveTo>
                <a:lnTo>
                  <a:pt x="1704975" y="1533525"/>
                </a:lnTo>
                <a:lnTo>
                  <a:pt x="1704975" y="1543050"/>
                </a:lnTo>
                <a:lnTo>
                  <a:pt x="1695450" y="1543050"/>
                </a:lnTo>
                <a:close/>
                <a:moveTo>
                  <a:pt x="1762125" y="1533525"/>
                </a:moveTo>
                <a:lnTo>
                  <a:pt x="1771650" y="1533525"/>
                </a:lnTo>
                <a:lnTo>
                  <a:pt x="1771650" y="1543050"/>
                </a:lnTo>
                <a:lnTo>
                  <a:pt x="1762125" y="1543050"/>
                </a:lnTo>
                <a:close/>
                <a:moveTo>
                  <a:pt x="133350" y="1543050"/>
                </a:moveTo>
                <a:lnTo>
                  <a:pt x="142875" y="1543050"/>
                </a:lnTo>
                <a:lnTo>
                  <a:pt x="142875" y="1552575"/>
                </a:lnTo>
                <a:lnTo>
                  <a:pt x="133350" y="1552575"/>
                </a:lnTo>
                <a:close/>
                <a:moveTo>
                  <a:pt x="1685925" y="1543050"/>
                </a:moveTo>
                <a:lnTo>
                  <a:pt x="1695450" y="1543050"/>
                </a:lnTo>
                <a:lnTo>
                  <a:pt x="1695450" y="1552575"/>
                </a:lnTo>
                <a:lnTo>
                  <a:pt x="1685925" y="1552575"/>
                </a:lnTo>
                <a:close/>
                <a:moveTo>
                  <a:pt x="1771650" y="1543050"/>
                </a:moveTo>
                <a:lnTo>
                  <a:pt x="1781175" y="1543050"/>
                </a:lnTo>
                <a:lnTo>
                  <a:pt x="1781175" y="1552575"/>
                </a:lnTo>
                <a:lnTo>
                  <a:pt x="1771650" y="1552575"/>
                </a:lnTo>
                <a:close/>
                <a:moveTo>
                  <a:pt x="161925" y="1552575"/>
                </a:moveTo>
                <a:lnTo>
                  <a:pt x="171450" y="1552575"/>
                </a:lnTo>
                <a:lnTo>
                  <a:pt x="171450" y="1562100"/>
                </a:lnTo>
                <a:lnTo>
                  <a:pt x="161925" y="1562100"/>
                </a:lnTo>
                <a:close/>
                <a:moveTo>
                  <a:pt x="209550" y="1552575"/>
                </a:moveTo>
                <a:lnTo>
                  <a:pt x="219075" y="1552575"/>
                </a:lnTo>
                <a:lnTo>
                  <a:pt x="219075" y="1571625"/>
                </a:lnTo>
                <a:lnTo>
                  <a:pt x="209550" y="1571625"/>
                </a:lnTo>
                <a:close/>
                <a:moveTo>
                  <a:pt x="428625" y="1552575"/>
                </a:moveTo>
                <a:lnTo>
                  <a:pt x="438150" y="1552575"/>
                </a:lnTo>
                <a:lnTo>
                  <a:pt x="438150" y="1581150"/>
                </a:lnTo>
                <a:lnTo>
                  <a:pt x="428625" y="1581150"/>
                </a:lnTo>
                <a:close/>
                <a:moveTo>
                  <a:pt x="1676400" y="1552575"/>
                </a:moveTo>
                <a:lnTo>
                  <a:pt x="1685925" y="1552575"/>
                </a:lnTo>
                <a:lnTo>
                  <a:pt x="1685925" y="1562100"/>
                </a:lnTo>
                <a:lnTo>
                  <a:pt x="1676400" y="1562100"/>
                </a:lnTo>
                <a:close/>
                <a:moveTo>
                  <a:pt x="1781175" y="1552575"/>
                </a:moveTo>
                <a:lnTo>
                  <a:pt x="1790700" y="1552575"/>
                </a:lnTo>
                <a:lnTo>
                  <a:pt x="1790700" y="1562100"/>
                </a:lnTo>
                <a:lnTo>
                  <a:pt x="1781175" y="1562100"/>
                </a:lnTo>
                <a:close/>
                <a:moveTo>
                  <a:pt x="180975" y="1562100"/>
                </a:moveTo>
                <a:lnTo>
                  <a:pt x="200025" y="1562100"/>
                </a:lnTo>
                <a:lnTo>
                  <a:pt x="200025" y="1571625"/>
                </a:lnTo>
                <a:lnTo>
                  <a:pt x="180975" y="1571625"/>
                </a:lnTo>
                <a:close/>
                <a:moveTo>
                  <a:pt x="1666875" y="1562100"/>
                </a:moveTo>
                <a:lnTo>
                  <a:pt x="1676400" y="1562100"/>
                </a:lnTo>
                <a:lnTo>
                  <a:pt x="1676400" y="1571625"/>
                </a:lnTo>
                <a:lnTo>
                  <a:pt x="1666875" y="1571625"/>
                </a:lnTo>
                <a:close/>
                <a:moveTo>
                  <a:pt x="1790700" y="1562100"/>
                </a:moveTo>
                <a:lnTo>
                  <a:pt x="1800225" y="1562100"/>
                </a:lnTo>
                <a:lnTo>
                  <a:pt x="1800225" y="1571625"/>
                </a:lnTo>
                <a:lnTo>
                  <a:pt x="1790700" y="1571625"/>
                </a:lnTo>
                <a:close/>
                <a:moveTo>
                  <a:pt x="95250" y="1571625"/>
                </a:moveTo>
                <a:lnTo>
                  <a:pt x="104775" y="1571625"/>
                </a:lnTo>
                <a:lnTo>
                  <a:pt x="104775" y="1581150"/>
                </a:lnTo>
                <a:lnTo>
                  <a:pt x="95250" y="1581150"/>
                </a:lnTo>
                <a:close/>
                <a:moveTo>
                  <a:pt x="276225" y="1571625"/>
                </a:moveTo>
                <a:lnTo>
                  <a:pt x="285750" y="1571625"/>
                </a:lnTo>
                <a:lnTo>
                  <a:pt x="285750" y="1581150"/>
                </a:lnTo>
                <a:lnTo>
                  <a:pt x="276225" y="1581150"/>
                </a:lnTo>
                <a:close/>
                <a:moveTo>
                  <a:pt x="85725" y="1581150"/>
                </a:moveTo>
                <a:lnTo>
                  <a:pt x="95250" y="1581150"/>
                </a:lnTo>
                <a:lnTo>
                  <a:pt x="95250" y="1590675"/>
                </a:lnTo>
                <a:lnTo>
                  <a:pt x="85725" y="1590675"/>
                </a:lnTo>
                <a:close/>
                <a:moveTo>
                  <a:pt x="285750" y="1581150"/>
                </a:moveTo>
                <a:lnTo>
                  <a:pt x="295275" y="1581150"/>
                </a:lnTo>
                <a:lnTo>
                  <a:pt x="295275" y="1590675"/>
                </a:lnTo>
                <a:lnTo>
                  <a:pt x="285750" y="1590675"/>
                </a:lnTo>
                <a:close/>
                <a:moveTo>
                  <a:pt x="1657350" y="1581150"/>
                </a:moveTo>
                <a:lnTo>
                  <a:pt x="1666875" y="1581150"/>
                </a:lnTo>
                <a:lnTo>
                  <a:pt x="1666875" y="1590675"/>
                </a:lnTo>
                <a:lnTo>
                  <a:pt x="1657350" y="1590675"/>
                </a:lnTo>
                <a:close/>
                <a:moveTo>
                  <a:pt x="1800225" y="1581150"/>
                </a:moveTo>
                <a:lnTo>
                  <a:pt x="1809750" y="1581150"/>
                </a:lnTo>
                <a:lnTo>
                  <a:pt x="1809750" y="1590675"/>
                </a:lnTo>
                <a:lnTo>
                  <a:pt x="1800225" y="1590675"/>
                </a:lnTo>
                <a:close/>
                <a:moveTo>
                  <a:pt x="885825" y="1600200"/>
                </a:moveTo>
                <a:lnTo>
                  <a:pt x="952500" y="1600200"/>
                </a:lnTo>
                <a:lnTo>
                  <a:pt x="952500" y="1609725"/>
                </a:lnTo>
                <a:lnTo>
                  <a:pt x="885825" y="1609725"/>
                </a:lnTo>
                <a:close/>
                <a:moveTo>
                  <a:pt x="1809750" y="1619250"/>
                </a:moveTo>
                <a:lnTo>
                  <a:pt x="1819275" y="1619250"/>
                </a:lnTo>
                <a:lnTo>
                  <a:pt x="1819275" y="1647825"/>
                </a:lnTo>
                <a:lnTo>
                  <a:pt x="1809750" y="1647825"/>
                </a:lnTo>
                <a:close/>
                <a:moveTo>
                  <a:pt x="1000125" y="1638300"/>
                </a:moveTo>
                <a:lnTo>
                  <a:pt x="1009650" y="1638300"/>
                </a:lnTo>
                <a:lnTo>
                  <a:pt x="1009650" y="1647825"/>
                </a:lnTo>
                <a:lnTo>
                  <a:pt x="1000125" y="1647825"/>
                </a:lnTo>
                <a:close/>
                <a:moveTo>
                  <a:pt x="1600200" y="1638300"/>
                </a:moveTo>
                <a:lnTo>
                  <a:pt x="1609725" y="1638300"/>
                </a:lnTo>
                <a:lnTo>
                  <a:pt x="1609725" y="1647825"/>
                </a:lnTo>
                <a:lnTo>
                  <a:pt x="1600200" y="1647825"/>
                </a:lnTo>
                <a:close/>
                <a:moveTo>
                  <a:pt x="990600" y="1647825"/>
                </a:moveTo>
                <a:lnTo>
                  <a:pt x="1000125" y="1647825"/>
                </a:lnTo>
                <a:lnTo>
                  <a:pt x="1000125" y="1657350"/>
                </a:lnTo>
                <a:lnTo>
                  <a:pt x="990600" y="1657350"/>
                </a:lnTo>
                <a:close/>
                <a:moveTo>
                  <a:pt x="1590675" y="1647825"/>
                </a:moveTo>
                <a:lnTo>
                  <a:pt x="1600200" y="1647825"/>
                </a:lnTo>
                <a:lnTo>
                  <a:pt x="1600200" y="1657350"/>
                </a:lnTo>
                <a:lnTo>
                  <a:pt x="1590675" y="1657350"/>
                </a:lnTo>
                <a:close/>
                <a:moveTo>
                  <a:pt x="1819275" y="1647825"/>
                </a:moveTo>
                <a:lnTo>
                  <a:pt x="1828800" y="1647825"/>
                </a:lnTo>
                <a:lnTo>
                  <a:pt x="1828800" y="1657350"/>
                </a:lnTo>
                <a:lnTo>
                  <a:pt x="1819275" y="1657350"/>
                </a:lnTo>
                <a:close/>
                <a:moveTo>
                  <a:pt x="1581150" y="1657350"/>
                </a:moveTo>
                <a:lnTo>
                  <a:pt x="1590675" y="1657350"/>
                </a:lnTo>
                <a:lnTo>
                  <a:pt x="1590675" y="1666875"/>
                </a:lnTo>
                <a:lnTo>
                  <a:pt x="1581150" y="1666875"/>
                </a:lnTo>
                <a:close/>
                <a:moveTo>
                  <a:pt x="1857375" y="1657350"/>
                </a:moveTo>
                <a:lnTo>
                  <a:pt x="1866900" y="1657350"/>
                </a:lnTo>
                <a:lnTo>
                  <a:pt x="1866900" y="1666875"/>
                </a:lnTo>
                <a:lnTo>
                  <a:pt x="1857375" y="1666875"/>
                </a:lnTo>
                <a:close/>
                <a:moveTo>
                  <a:pt x="1866900" y="1666875"/>
                </a:moveTo>
                <a:lnTo>
                  <a:pt x="1876425" y="1666875"/>
                </a:lnTo>
                <a:lnTo>
                  <a:pt x="1876425" y="1676400"/>
                </a:lnTo>
                <a:lnTo>
                  <a:pt x="1866900" y="1676400"/>
                </a:lnTo>
                <a:close/>
                <a:moveTo>
                  <a:pt x="85725" y="1685925"/>
                </a:moveTo>
                <a:lnTo>
                  <a:pt x="95250" y="1685925"/>
                </a:lnTo>
                <a:lnTo>
                  <a:pt x="95250" y="1704975"/>
                </a:lnTo>
                <a:lnTo>
                  <a:pt x="85725" y="1704975"/>
                </a:lnTo>
                <a:close/>
                <a:moveTo>
                  <a:pt x="1876425" y="1685925"/>
                </a:moveTo>
                <a:lnTo>
                  <a:pt x="1885950" y="1685925"/>
                </a:lnTo>
                <a:lnTo>
                  <a:pt x="1885950" y="1695450"/>
                </a:lnTo>
                <a:lnTo>
                  <a:pt x="1876425" y="1695450"/>
                </a:lnTo>
                <a:close/>
                <a:moveTo>
                  <a:pt x="1562100" y="1724025"/>
                </a:moveTo>
                <a:lnTo>
                  <a:pt x="1571625" y="1724025"/>
                </a:lnTo>
                <a:lnTo>
                  <a:pt x="1571625" y="1733550"/>
                </a:lnTo>
                <a:lnTo>
                  <a:pt x="1562100" y="1733550"/>
                </a:lnTo>
                <a:close/>
                <a:moveTo>
                  <a:pt x="1581150" y="1724025"/>
                </a:moveTo>
                <a:lnTo>
                  <a:pt x="1590675" y="1724025"/>
                </a:lnTo>
                <a:lnTo>
                  <a:pt x="1590675" y="1743075"/>
                </a:lnTo>
                <a:lnTo>
                  <a:pt x="1571625" y="1743075"/>
                </a:lnTo>
                <a:lnTo>
                  <a:pt x="1571625" y="1733550"/>
                </a:lnTo>
                <a:lnTo>
                  <a:pt x="1581150" y="1733550"/>
                </a:lnTo>
                <a:close/>
                <a:moveTo>
                  <a:pt x="1104900" y="1733550"/>
                </a:moveTo>
                <a:lnTo>
                  <a:pt x="1114425" y="1733550"/>
                </a:lnTo>
                <a:lnTo>
                  <a:pt x="1114425" y="1743075"/>
                </a:lnTo>
                <a:lnTo>
                  <a:pt x="1104900" y="1743075"/>
                </a:lnTo>
                <a:close/>
                <a:moveTo>
                  <a:pt x="1876425" y="1743075"/>
                </a:moveTo>
                <a:lnTo>
                  <a:pt x="1885950" y="1743075"/>
                </a:lnTo>
                <a:lnTo>
                  <a:pt x="1885950" y="1752600"/>
                </a:lnTo>
                <a:lnTo>
                  <a:pt x="1876425" y="1752600"/>
                </a:lnTo>
                <a:close/>
                <a:moveTo>
                  <a:pt x="1866900" y="1771650"/>
                </a:moveTo>
                <a:lnTo>
                  <a:pt x="1876425" y="1771650"/>
                </a:lnTo>
                <a:lnTo>
                  <a:pt x="1876425" y="1781175"/>
                </a:lnTo>
                <a:lnTo>
                  <a:pt x="1866900" y="1781175"/>
                </a:lnTo>
                <a:close/>
              </a:path>
            </a:pathLst>
          </a:custGeom>
          <a:solidFill xmlns:a="http://schemas.openxmlformats.org/drawingml/2006/main">
            <a:srgbClr val="D79D73"/>
          </a:solidFill>
          <a:ln xmlns:a="http://schemas.openxmlformats.org/drawingml/2006/main" w="0">
            <a:noFill/>
          </a:ln>
        </p:spPr>
      </p:sp>
      <p:sp>
        <p:nvSpPr>
          <p:cNvPr id="130" name="logo7 vector #ea752c">
            <a:extLst xmlns:a="http://schemas.openxmlformats.org/drawingml/2006/main">
              <a:ext uri="{FF2B5EF4-FFF2-40B4-BE49-F238E27FC236}">
                <a16:creationId xmlns:a16="http://schemas.microsoft.com/office/drawing/2014/main" id="{F2CAB094-FA25-4C1E-B048-B4FEF2F4EDF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5300" y="5210175"/>
            <a:ext cx="2305050" cy="2105025"/>
          </a:xfrm>
          <a:custGeom xmlns:a="http://schemas.openxmlformats.org/drawingml/2006/main">
            <a:pathLst>
              <a:path w="1952625" h="1781175">
                <a:moveTo>
                  <a:pt x="762000" y="457200"/>
                </a:moveTo>
                <a:lnTo>
                  <a:pt x="781050" y="457200"/>
                </a:lnTo>
                <a:lnTo>
                  <a:pt x="781050" y="466725"/>
                </a:lnTo>
                <a:lnTo>
                  <a:pt x="790575" y="466725"/>
                </a:lnTo>
                <a:lnTo>
                  <a:pt x="790575" y="476250"/>
                </a:lnTo>
                <a:lnTo>
                  <a:pt x="781050" y="476250"/>
                </a:lnTo>
                <a:lnTo>
                  <a:pt x="781050" y="495300"/>
                </a:lnTo>
                <a:lnTo>
                  <a:pt x="790575" y="495300"/>
                </a:lnTo>
                <a:lnTo>
                  <a:pt x="790575" y="504825"/>
                </a:lnTo>
                <a:lnTo>
                  <a:pt x="809625" y="504825"/>
                </a:lnTo>
                <a:lnTo>
                  <a:pt x="809625" y="495300"/>
                </a:lnTo>
                <a:lnTo>
                  <a:pt x="819150" y="495300"/>
                </a:lnTo>
                <a:lnTo>
                  <a:pt x="819150" y="476250"/>
                </a:lnTo>
                <a:lnTo>
                  <a:pt x="809625" y="476250"/>
                </a:lnTo>
                <a:lnTo>
                  <a:pt x="809625" y="466725"/>
                </a:lnTo>
                <a:lnTo>
                  <a:pt x="828675" y="466725"/>
                </a:lnTo>
                <a:lnTo>
                  <a:pt x="828675" y="457200"/>
                </a:lnTo>
                <a:lnTo>
                  <a:pt x="838200" y="457200"/>
                </a:lnTo>
                <a:lnTo>
                  <a:pt x="838200" y="466725"/>
                </a:lnTo>
                <a:lnTo>
                  <a:pt x="847725" y="466725"/>
                </a:lnTo>
                <a:lnTo>
                  <a:pt x="847725" y="495300"/>
                </a:lnTo>
                <a:lnTo>
                  <a:pt x="838200" y="495300"/>
                </a:lnTo>
                <a:lnTo>
                  <a:pt x="838200" y="514350"/>
                </a:lnTo>
                <a:lnTo>
                  <a:pt x="847725" y="514350"/>
                </a:lnTo>
                <a:lnTo>
                  <a:pt x="847725" y="533400"/>
                </a:lnTo>
                <a:lnTo>
                  <a:pt x="857250" y="533400"/>
                </a:lnTo>
                <a:lnTo>
                  <a:pt x="857250" y="561975"/>
                </a:lnTo>
                <a:lnTo>
                  <a:pt x="847725" y="561975"/>
                </a:lnTo>
                <a:lnTo>
                  <a:pt x="847725" y="571500"/>
                </a:lnTo>
                <a:lnTo>
                  <a:pt x="828675" y="571500"/>
                </a:lnTo>
                <a:lnTo>
                  <a:pt x="828675" y="581025"/>
                </a:lnTo>
                <a:lnTo>
                  <a:pt x="809625" y="581025"/>
                </a:lnTo>
                <a:lnTo>
                  <a:pt x="809625" y="561975"/>
                </a:lnTo>
                <a:lnTo>
                  <a:pt x="819150" y="561975"/>
                </a:lnTo>
                <a:lnTo>
                  <a:pt x="819150" y="552450"/>
                </a:lnTo>
                <a:lnTo>
                  <a:pt x="828675" y="552450"/>
                </a:lnTo>
                <a:lnTo>
                  <a:pt x="828675" y="533400"/>
                </a:lnTo>
                <a:lnTo>
                  <a:pt x="819150" y="533400"/>
                </a:lnTo>
                <a:lnTo>
                  <a:pt x="819150" y="523875"/>
                </a:lnTo>
                <a:lnTo>
                  <a:pt x="790575" y="523875"/>
                </a:lnTo>
                <a:lnTo>
                  <a:pt x="790575" y="533400"/>
                </a:lnTo>
                <a:lnTo>
                  <a:pt x="781050" y="533400"/>
                </a:lnTo>
                <a:lnTo>
                  <a:pt x="781050" y="552450"/>
                </a:lnTo>
                <a:lnTo>
                  <a:pt x="790575" y="552450"/>
                </a:lnTo>
                <a:lnTo>
                  <a:pt x="790575" y="561975"/>
                </a:lnTo>
                <a:lnTo>
                  <a:pt x="800100" y="561975"/>
                </a:lnTo>
                <a:lnTo>
                  <a:pt x="800100" y="581025"/>
                </a:lnTo>
                <a:lnTo>
                  <a:pt x="762000" y="581025"/>
                </a:lnTo>
                <a:lnTo>
                  <a:pt x="762000" y="571500"/>
                </a:lnTo>
                <a:lnTo>
                  <a:pt x="752475" y="571500"/>
                </a:lnTo>
                <a:lnTo>
                  <a:pt x="752475" y="466725"/>
                </a:lnTo>
                <a:lnTo>
                  <a:pt x="762000" y="466725"/>
                </a:lnTo>
                <a:close/>
                <a:moveTo>
                  <a:pt x="1200150" y="457200"/>
                </a:moveTo>
                <a:lnTo>
                  <a:pt x="1219200" y="457200"/>
                </a:lnTo>
                <a:lnTo>
                  <a:pt x="1219200" y="466725"/>
                </a:lnTo>
                <a:lnTo>
                  <a:pt x="1228725" y="466725"/>
                </a:lnTo>
                <a:lnTo>
                  <a:pt x="1228725" y="495300"/>
                </a:lnTo>
                <a:lnTo>
                  <a:pt x="1219200" y="495300"/>
                </a:lnTo>
                <a:lnTo>
                  <a:pt x="1219200" y="552450"/>
                </a:lnTo>
                <a:lnTo>
                  <a:pt x="1228725" y="552450"/>
                </a:lnTo>
                <a:lnTo>
                  <a:pt x="1228725" y="561975"/>
                </a:lnTo>
                <a:lnTo>
                  <a:pt x="1209675" y="561975"/>
                </a:lnTo>
                <a:lnTo>
                  <a:pt x="1209675" y="571500"/>
                </a:lnTo>
                <a:lnTo>
                  <a:pt x="1200150" y="571500"/>
                </a:lnTo>
                <a:close/>
                <a:moveTo>
                  <a:pt x="1000125" y="466725"/>
                </a:moveTo>
                <a:lnTo>
                  <a:pt x="1019175" y="466725"/>
                </a:lnTo>
                <a:lnTo>
                  <a:pt x="1019175" y="561975"/>
                </a:lnTo>
                <a:lnTo>
                  <a:pt x="990600" y="561975"/>
                </a:lnTo>
                <a:lnTo>
                  <a:pt x="990600" y="476250"/>
                </a:lnTo>
                <a:lnTo>
                  <a:pt x="1000125" y="476250"/>
                </a:lnTo>
                <a:close/>
                <a:moveTo>
                  <a:pt x="1257300" y="466725"/>
                </a:moveTo>
                <a:lnTo>
                  <a:pt x="1276350" y="466725"/>
                </a:lnTo>
                <a:lnTo>
                  <a:pt x="1276350" y="514350"/>
                </a:lnTo>
                <a:lnTo>
                  <a:pt x="1285875" y="514350"/>
                </a:lnTo>
                <a:lnTo>
                  <a:pt x="1285875" y="561975"/>
                </a:lnTo>
                <a:lnTo>
                  <a:pt x="1266825" y="561975"/>
                </a:lnTo>
                <a:lnTo>
                  <a:pt x="1266825" y="571500"/>
                </a:lnTo>
                <a:lnTo>
                  <a:pt x="1257300" y="571500"/>
                </a:lnTo>
                <a:close/>
                <a:moveTo>
                  <a:pt x="581025" y="485775"/>
                </a:moveTo>
                <a:lnTo>
                  <a:pt x="590550" y="485775"/>
                </a:lnTo>
                <a:lnTo>
                  <a:pt x="590550" y="495300"/>
                </a:lnTo>
                <a:lnTo>
                  <a:pt x="600075" y="495300"/>
                </a:lnTo>
                <a:lnTo>
                  <a:pt x="600075" y="523875"/>
                </a:lnTo>
                <a:lnTo>
                  <a:pt x="581025" y="523875"/>
                </a:lnTo>
                <a:close/>
                <a:moveTo>
                  <a:pt x="904875" y="485775"/>
                </a:moveTo>
                <a:lnTo>
                  <a:pt x="933450" y="485775"/>
                </a:lnTo>
                <a:lnTo>
                  <a:pt x="933450" y="495300"/>
                </a:lnTo>
                <a:lnTo>
                  <a:pt x="962025" y="495300"/>
                </a:lnTo>
                <a:lnTo>
                  <a:pt x="962025" y="504825"/>
                </a:lnTo>
                <a:lnTo>
                  <a:pt x="971550" y="504825"/>
                </a:lnTo>
                <a:lnTo>
                  <a:pt x="971550" y="561975"/>
                </a:lnTo>
                <a:lnTo>
                  <a:pt x="962025" y="561975"/>
                </a:lnTo>
                <a:lnTo>
                  <a:pt x="962025" y="571500"/>
                </a:lnTo>
                <a:lnTo>
                  <a:pt x="952500" y="571500"/>
                </a:lnTo>
                <a:lnTo>
                  <a:pt x="952500" y="581025"/>
                </a:lnTo>
                <a:lnTo>
                  <a:pt x="904875" y="581025"/>
                </a:lnTo>
                <a:lnTo>
                  <a:pt x="904875" y="571500"/>
                </a:lnTo>
                <a:lnTo>
                  <a:pt x="885825" y="571500"/>
                </a:lnTo>
                <a:lnTo>
                  <a:pt x="885825" y="561975"/>
                </a:lnTo>
                <a:lnTo>
                  <a:pt x="876300" y="561975"/>
                </a:lnTo>
                <a:lnTo>
                  <a:pt x="876300" y="504825"/>
                </a:lnTo>
                <a:lnTo>
                  <a:pt x="885825" y="504825"/>
                </a:lnTo>
                <a:lnTo>
                  <a:pt x="885825" y="495300"/>
                </a:lnTo>
                <a:lnTo>
                  <a:pt x="895350" y="495300"/>
                </a:lnTo>
                <a:lnTo>
                  <a:pt x="895350" y="504825"/>
                </a:lnTo>
                <a:lnTo>
                  <a:pt x="904875" y="504825"/>
                </a:lnTo>
                <a:close/>
                <a:moveTo>
                  <a:pt x="1066800" y="485775"/>
                </a:moveTo>
                <a:lnTo>
                  <a:pt x="1104900" y="485775"/>
                </a:lnTo>
                <a:lnTo>
                  <a:pt x="1104900" y="504825"/>
                </a:lnTo>
                <a:lnTo>
                  <a:pt x="1085850" y="504825"/>
                </a:lnTo>
                <a:lnTo>
                  <a:pt x="1085850" y="523875"/>
                </a:lnTo>
                <a:lnTo>
                  <a:pt x="1114425" y="523875"/>
                </a:lnTo>
                <a:lnTo>
                  <a:pt x="1114425" y="533400"/>
                </a:lnTo>
                <a:lnTo>
                  <a:pt x="1123950" y="533400"/>
                </a:lnTo>
                <a:lnTo>
                  <a:pt x="1123950" y="571500"/>
                </a:lnTo>
                <a:lnTo>
                  <a:pt x="1104900" y="571500"/>
                </a:lnTo>
                <a:lnTo>
                  <a:pt x="1104900" y="581025"/>
                </a:lnTo>
                <a:lnTo>
                  <a:pt x="1076325" y="581025"/>
                </a:lnTo>
                <a:lnTo>
                  <a:pt x="1076325" y="561975"/>
                </a:lnTo>
                <a:lnTo>
                  <a:pt x="1085850" y="561975"/>
                </a:lnTo>
                <a:lnTo>
                  <a:pt x="1085850" y="542925"/>
                </a:lnTo>
                <a:lnTo>
                  <a:pt x="1066800" y="542925"/>
                </a:lnTo>
                <a:lnTo>
                  <a:pt x="1066800" y="533400"/>
                </a:lnTo>
                <a:lnTo>
                  <a:pt x="1057275" y="533400"/>
                </a:lnTo>
                <a:lnTo>
                  <a:pt x="1057275" y="504825"/>
                </a:lnTo>
                <a:lnTo>
                  <a:pt x="1066800" y="504825"/>
                </a:lnTo>
                <a:close/>
                <a:moveTo>
                  <a:pt x="1343025" y="485775"/>
                </a:moveTo>
                <a:lnTo>
                  <a:pt x="1390650" y="485775"/>
                </a:lnTo>
                <a:lnTo>
                  <a:pt x="1390650" y="495300"/>
                </a:lnTo>
                <a:lnTo>
                  <a:pt x="1400175" y="495300"/>
                </a:lnTo>
                <a:lnTo>
                  <a:pt x="1400175" y="514350"/>
                </a:lnTo>
                <a:lnTo>
                  <a:pt x="1409700" y="514350"/>
                </a:lnTo>
                <a:lnTo>
                  <a:pt x="1409700" y="552450"/>
                </a:lnTo>
                <a:lnTo>
                  <a:pt x="1400175" y="552450"/>
                </a:lnTo>
                <a:lnTo>
                  <a:pt x="1400175" y="561975"/>
                </a:lnTo>
                <a:lnTo>
                  <a:pt x="1390650" y="561975"/>
                </a:lnTo>
                <a:lnTo>
                  <a:pt x="1390650" y="571500"/>
                </a:lnTo>
                <a:lnTo>
                  <a:pt x="1381125" y="571500"/>
                </a:lnTo>
                <a:lnTo>
                  <a:pt x="1381125" y="561975"/>
                </a:lnTo>
                <a:lnTo>
                  <a:pt x="1371600" y="561975"/>
                </a:lnTo>
                <a:lnTo>
                  <a:pt x="1371600" y="552450"/>
                </a:lnTo>
                <a:lnTo>
                  <a:pt x="1381125" y="552450"/>
                </a:lnTo>
                <a:lnTo>
                  <a:pt x="1381125" y="514350"/>
                </a:lnTo>
                <a:lnTo>
                  <a:pt x="1371600" y="514350"/>
                </a:lnTo>
                <a:lnTo>
                  <a:pt x="1371600" y="504825"/>
                </a:lnTo>
                <a:lnTo>
                  <a:pt x="1343025" y="504825"/>
                </a:lnTo>
                <a:lnTo>
                  <a:pt x="1343025" y="514350"/>
                </a:lnTo>
                <a:lnTo>
                  <a:pt x="1333500" y="514350"/>
                </a:lnTo>
                <a:lnTo>
                  <a:pt x="1333500" y="552450"/>
                </a:lnTo>
                <a:lnTo>
                  <a:pt x="1323975" y="552450"/>
                </a:lnTo>
                <a:lnTo>
                  <a:pt x="1323975" y="561975"/>
                </a:lnTo>
                <a:lnTo>
                  <a:pt x="1314450" y="561975"/>
                </a:lnTo>
                <a:lnTo>
                  <a:pt x="1314450" y="504825"/>
                </a:lnTo>
                <a:lnTo>
                  <a:pt x="1323975" y="504825"/>
                </a:lnTo>
                <a:lnTo>
                  <a:pt x="1323975" y="495300"/>
                </a:lnTo>
                <a:lnTo>
                  <a:pt x="1343025" y="495300"/>
                </a:lnTo>
                <a:close/>
                <a:moveTo>
                  <a:pt x="1152525" y="504825"/>
                </a:moveTo>
                <a:lnTo>
                  <a:pt x="1171575" y="504825"/>
                </a:lnTo>
                <a:lnTo>
                  <a:pt x="1171575" y="561975"/>
                </a:lnTo>
                <a:lnTo>
                  <a:pt x="1152525" y="561975"/>
                </a:lnTo>
                <a:close/>
                <a:moveTo>
                  <a:pt x="895350" y="542925"/>
                </a:moveTo>
                <a:lnTo>
                  <a:pt x="904875" y="542925"/>
                </a:lnTo>
                <a:lnTo>
                  <a:pt x="904875" y="552450"/>
                </a:lnTo>
                <a:lnTo>
                  <a:pt x="914400" y="552450"/>
                </a:lnTo>
                <a:lnTo>
                  <a:pt x="914400" y="561975"/>
                </a:lnTo>
                <a:lnTo>
                  <a:pt x="933450" y="561975"/>
                </a:lnTo>
                <a:lnTo>
                  <a:pt x="933450" y="552450"/>
                </a:lnTo>
                <a:lnTo>
                  <a:pt x="942975" y="552450"/>
                </a:lnTo>
                <a:lnTo>
                  <a:pt x="942975" y="542925"/>
                </a:lnTo>
                <a:lnTo>
                  <a:pt x="952500" y="542925"/>
                </a:lnTo>
                <a:lnTo>
                  <a:pt x="952500" y="523875"/>
                </a:lnTo>
                <a:lnTo>
                  <a:pt x="942975" y="523875"/>
                </a:lnTo>
                <a:lnTo>
                  <a:pt x="942975" y="514350"/>
                </a:lnTo>
                <a:lnTo>
                  <a:pt x="933450" y="514350"/>
                </a:lnTo>
                <a:lnTo>
                  <a:pt x="933450" y="504825"/>
                </a:lnTo>
                <a:lnTo>
                  <a:pt x="904875" y="504825"/>
                </a:lnTo>
                <a:lnTo>
                  <a:pt x="904875" y="514350"/>
                </a:lnTo>
                <a:lnTo>
                  <a:pt x="895350" y="514350"/>
                </a:lnTo>
                <a:close/>
                <a:moveTo>
                  <a:pt x="1333500" y="552450"/>
                </a:moveTo>
                <a:lnTo>
                  <a:pt x="1343025" y="552450"/>
                </a:lnTo>
                <a:lnTo>
                  <a:pt x="1343025" y="561975"/>
                </a:lnTo>
                <a:lnTo>
                  <a:pt x="1333500" y="561975"/>
                </a:lnTo>
                <a:close/>
                <a:moveTo>
                  <a:pt x="1019175" y="561975"/>
                </a:moveTo>
                <a:lnTo>
                  <a:pt x="1028700" y="561975"/>
                </a:lnTo>
                <a:lnTo>
                  <a:pt x="1028700" y="571500"/>
                </a:lnTo>
                <a:lnTo>
                  <a:pt x="1019175" y="571500"/>
                </a:lnTo>
                <a:close/>
                <a:moveTo>
                  <a:pt x="1228725" y="561975"/>
                </a:moveTo>
                <a:lnTo>
                  <a:pt x="1238250" y="561975"/>
                </a:lnTo>
                <a:lnTo>
                  <a:pt x="1238250" y="571500"/>
                </a:lnTo>
                <a:lnTo>
                  <a:pt x="1228725" y="571500"/>
                </a:lnTo>
                <a:close/>
                <a:moveTo>
                  <a:pt x="1285875" y="561975"/>
                </a:moveTo>
                <a:lnTo>
                  <a:pt x="1295400" y="561975"/>
                </a:lnTo>
                <a:lnTo>
                  <a:pt x="1295400" y="571500"/>
                </a:lnTo>
                <a:lnTo>
                  <a:pt x="1285875" y="571500"/>
                </a:lnTo>
                <a:close/>
                <a:moveTo>
                  <a:pt x="266700" y="590550"/>
                </a:moveTo>
                <a:lnTo>
                  <a:pt x="276225" y="590550"/>
                </a:lnTo>
                <a:lnTo>
                  <a:pt x="276225" y="600075"/>
                </a:lnTo>
                <a:lnTo>
                  <a:pt x="266700" y="600075"/>
                </a:lnTo>
                <a:close/>
                <a:moveTo>
                  <a:pt x="238125" y="638175"/>
                </a:moveTo>
                <a:lnTo>
                  <a:pt x="247650" y="638175"/>
                </a:lnTo>
                <a:lnTo>
                  <a:pt x="247650" y="647700"/>
                </a:lnTo>
                <a:lnTo>
                  <a:pt x="238125" y="647700"/>
                </a:lnTo>
                <a:close/>
                <a:moveTo>
                  <a:pt x="400050" y="714375"/>
                </a:moveTo>
                <a:lnTo>
                  <a:pt x="514350" y="714375"/>
                </a:lnTo>
                <a:lnTo>
                  <a:pt x="514350" y="723900"/>
                </a:lnTo>
                <a:lnTo>
                  <a:pt x="523875" y="723900"/>
                </a:lnTo>
                <a:lnTo>
                  <a:pt x="523875" y="733425"/>
                </a:lnTo>
                <a:lnTo>
                  <a:pt x="504825" y="733425"/>
                </a:lnTo>
                <a:lnTo>
                  <a:pt x="504825" y="723900"/>
                </a:lnTo>
                <a:lnTo>
                  <a:pt x="400050" y="723900"/>
                </a:lnTo>
                <a:close/>
                <a:moveTo>
                  <a:pt x="1047750" y="714375"/>
                </a:moveTo>
                <a:lnTo>
                  <a:pt x="1200150" y="714375"/>
                </a:lnTo>
                <a:lnTo>
                  <a:pt x="1200150" y="723900"/>
                </a:lnTo>
                <a:lnTo>
                  <a:pt x="1057275" y="723900"/>
                </a:lnTo>
                <a:lnTo>
                  <a:pt x="1057275" y="733425"/>
                </a:lnTo>
                <a:lnTo>
                  <a:pt x="1047750" y="733425"/>
                </a:lnTo>
                <a:lnTo>
                  <a:pt x="1047750" y="847725"/>
                </a:lnTo>
                <a:lnTo>
                  <a:pt x="1038225" y="847725"/>
                </a:lnTo>
                <a:lnTo>
                  <a:pt x="1038225" y="723900"/>
                </a:lnTo>
                <a:lnTo>
                  <a:pt x="1047750" y="723900"/>
                </a:lnTo>
                <a:close/>
                <a:moveTo>
                  <a:pt x="1524000" y="714375"/>
                </a:moveTo>
                <a:lnTo>
                  <a:pt x="1543050" y="714375"/>
                </a:lnTo>
                <a:lnTo>
                  <a:pt x="1543050" y="723900"/>
                </a:lnTo>
                <a:lnTo>
                  <a:pt x="1552575" y="723900"/>
                </a:lnTo>
                <a:lnTo>
                  <a:pt x="1552575" y="742950"/>
                </a:lnTo>
                <a:lnTo>
                  <a:pt x="1543050" y="742950"/>
                </a:lnTo>
                <a:lnTo>
                  <a:pt x="1543050" y="733425"/>
                </a:lnTo>
                <a:lnTo>
                  <a:pt x="1533525" y="733425"/>
                </a:lnTo>
                <a:lnTo>
                  <a:pt x="1533525" y="723900"/>
                </a:lnTo>
                <a:lnTo>
                  <a:pt x="1524000" y="723900"/>
                </a:lnTo>
                <a:close/>
                <a:moveTo>
                  <a:pt x="352425" y="723900"/>
                </a:moveTo>
                <a:lnTo>
                  <a:pt x="361950" y="723900"/>
                </a:lnTo>
                <a:lnTo>
                  <a:pt x="361950" y="733425"/>
                </a:lnTo>
                <a:lnTo>
                  <a:pt x="352425" y="733425"/>
                </a:lnTo>
                <a:close/>
                <a:moveTo>
                  <a:pt x="695325" y="723900"/>
                </a:moveTo>
                <a:lnTo>
                  <a:pt x="704850" y="723900"/>
                </a:lnTo>
                <a:lnTo>
                  <a:pt x="704850" y="733425"/>
                </a:lnTo>
                <a:lnTo>
                  <a:pt x="695325" y="733425"/>
                </a:lnTo>
                <a:close/>
                <a:moveTo>
                  <a:pt x="847725" y="723900"/>
                </a:moveTo>
                <a:lnTo>
                  <a:pt x="866775" y="723900"/>
                </a:lnTo>
                <a:lnTo>
                  <a:pt x="866775" y="847725"/>
                </a:lnTo>
                <a:lnTo>
                  <a:pt x="857250" y="847725"/>
                </a:lnTo>
                <a:lnTo>
                  <a:pt x="857250" y="733425"/>
                </a:lnTo>
                <a:lnTo>
                  <a:pt x="847725" y="733425"/>
                </a:lnTo>
                <a:close/>
                <a:moveTo>
                  <a:pt x="1200150" y="723900"/>
                </a:moveTo>
                <a:lnTo>
                  <a:pt x="1209675" y="723900"/>
                </a:lnTo>
                <a:lnTo>
                  <a:pt x="1209675" y="733425"/>
                </a:lnTo>
                <a:lnTo>
                  <a:pt x="1200150" y="733425"/>
                </a:lnTo>
                <a:close/>
                <a:moveTo>
                  <a:pt x="1390650" y="723900"/>
                </a:moveTo>
                <a:lnTo>
                  <a:pt x="1400175" y="723900"/>
                </a:lnTo>
                <a:lnTo>
                  <a:pt x="1400175" y="733425"/>
                </a:lnTo>
                <a:lnTo>
                  <a:pt x="1390650" y="733425"/>
                </a:lnTo>
                <a:close/>
                <a:moveTo>
                  <a:pt x="342900" y="733425"/>
                </a:moveTo>
                <a:lnTo>
                  <a:pt x="352425" y="733425"/>
                </a:lnTo>
                <a:lnTo>
                  <a:pt x="352425" y="752475"/>
                </a:lnTo>
                <a:lnTo>
                  <a:pt x="342900" y="752475"/>
                </a:lnTo>
                <a:close/>
                <a:moveTo>
                  <a:pt x="685800" y="742950"/>
                </a:moveTo>
                <a:lnTo>
                  <a:pt x="695325" y="742950"/>
                </a:lnTo>
                <a:lnTo>
                  <a:pt x="695325" y="771525"/>
                </a:lnTo>
                <a:lnTo>
                  <a:pt x="685800" y="771525"/>
                </a:lnTo>
                <a:close/>
                <a:moveTo>
                  <a:pt x="1390650" y="742950"/>
                </a:moveTo>
                <a:lnTo>
                  <a:pt x="1400175" y="742950"/>
                </a:lnTo>
                <a:lnTo>
                  <a:pt x="1400175" y="771525"/>
                </a:lnTo>
                <a:lnTo>
                  <a:pt x="1390650" y="771525"/>
                </a:lnTo>
                <a:close/>
                <a:moveTo>
                  <a:pt x="1552575" y="742950"/>
                </a:moveTo>
                <a:lnTo>
                  <a:pt x="1562100" y="742950"/>
                </a:lnTo>
                <a:lnTo>
                  <a:pt x="1562100" y="762000"/>
                </a:lnTo>
                <a:lnTo>
                  <a:pt x="1552575" y="762000"/>
                </a:lnTo>
                <a:close/>
                <a:moveTo>
                  <a:pt x="504825" y="752475"/>
                </a:moveTo>
                <a:lnTo>
                  <a:pt x="514350" y="752475"/>
                </a:lnTo>
                <a:lnTo>
                  <a:pt x="514350" y="771525"/>
                </a:lnTo>
                <a:lnTo>
                  <a:pt x="504825" y="771525"/>
                </a:lnTo>
                <a:close/>
                <a:moveTo>
                  <a:pt x="1209675" y="752475"/>
                </a:moveTo>
                <a:lnTo>
                  <a:pt x="1219200" y="752475"/>
                </a:lnTo>
                <a:lnTo>
                  <a:pt x="1219200" y="781050"/>
                </a:lnTo>
                <a:lnTo>
                  <a:pt x="1209675" y="781050"/>
                </a:lnTo>
                <a:close/>
                <a:moveTo>
                  <a:pt x="1724025" y="752475"/>
                </a:moveTo>
                <a:lnTo>
                  <a:pt x="1733550" y="752475"/>
                </a:lnTo>
                <a:lnTo>
                  <a:pt x="1733550" y="762000"/>
                </a:lnTo>
                <a:lnTo>
                  <a:pt x="1724025" y="762000"/>
                </a:lnTo>
                <a:close/>
                <a:moveTo>
                  <a:pt x="333375" y="762000"/>
                </a:moveTo>
                <a:lnTo>
                  <a:pt x="342900" y="762000"/>
                </a:lnTo>
                <a:lnTo>
                  <a:pt x="342900" y="771525"/>
                </a:lnTo>
                <a:lnTo>
                  <a:pt x="333375" y="771525"/>
                </a:lnTo>
                <a:close/>
                <a:moveTo>
                  <a:pt x="1562100" y="762000"/>
                </a:moveTo>
                <a:lnTo>
                  <a:pt x="1571625" y="762000"/>
                </a:lnTo>
                <a:lnTo>
                  <a:pt x="1571625" y="781050"/>
                </a:lnTo>
                <a:lnTo>
                  <a:pt x="1562100" y="781050"/>
                </a:lnTo>
                <a:close/>
                <a:moveTo>
                  <a:pt x="323850" y="781050"/>
                </a:moveTo>
                <a:lnTo>
                  <a:pt x="333375" y="781050"/>
                </a:lnTo>
                <a:lnTo>
                  <a:pt x="333375" y="800100"/>
                </a:lnTo>
                <a:lnTo>
                  <a:pt x="323850" y="800100"/>
                </a:lnTo>
                <a:close/>
                <a:moveTo>
                  <a:pt x="495300" y="781050"/>
                </a:moveTo>
                <a:lnTo>
                  <a:pt x="504825" y="781050"/>
                </a:lnTo>
                <a:lnTo>
                  <a:pt x="504825" y="809625"/>
                </a:lnTo>
                <a:lnTo>
                  <a:pt x="495300" y="809625"/>
                </a:lnTo>
                <a:close/>
                <a:moveTo>
                  <a:pt x="1400175" y="781050"/>
                </a:moveTo>
                <a:lnTo>
                  <a:pt x="1409700" y="781050"/>
                </a:lnTo>
                <a:lnTo>
                  <a:pt x="1409700" y="809625"/>
                </a:lnTo>
                <a:lnTo>
                  <a:pt x="1400175" y="809625"/>
                </a:lnTo>
                <a:close/>
                <a:moveTo>
                  <a:pt x="1571625" y="790575"/>
                </a:moveTo>
                <a:lnTo>
                  <a:pt x="1581150" y="790575"/>
                </a:lnTo>
                <a:lnTo>
                  <a:pt x="1581150" y="800100"/>
                </a:lnTo>
                <a:lnTo>
                  <a:pt x="1571625" y="800100"/>
                </a:lnTo>
                <a:close/>
                <a:moveTo>
                  <a:pt x="314325" y="800100"/>
                </a:moveTo>
                <a:lnTo>
                  <a:pt x="323850" y="800100"/>
                </a:lnTo>
                <a:lnTo>
                  <a:pt x="323850" y="819150"/>
                </a:lnTo>
                <a:lnTo>
                  <a:pt x="314325" y="819150"/>
                </a:lnTo>
                <a:close/>
                <a:moveTo>
                  <a:pt x="676275" y="800100"/>
                </a:moveTo>
                <a:lnTo>
                  <a:pt x="685800" y="800100"/>
                </a:lnTo>
                <a:lnTo>
                  <a:pt x="685800" y="828675"/>
                </a:lnTo>
                <a:lnTo>
                  <a:pt x="676275" y="828675"/>
                </a:lnTo>
                <a:close/>
                <a:moveTo>
                  <a:pt x="1752600" y="800100"/>
                </a:moveTo>
                <a:lnTo>
                  <a:pt x="1762125" y="800100"/>
                </a:lnTo>
                <a:lnTo>
                  <a:pt x="1762125" y="809625"/>
                </a:lnTo>
                <a:lnTo>
                  <a:pt x="1752600" y="809625"/>
                </a:lnTo>
                <a:close/>
                <a:moveTo>
                  <a:pt x="485775" y="809625"/>
                </a:moveTo>
                <a:lnTo>
                  <a:pt x="495300" y="809625"/>
                </a:lnTo>
                <a:lnTo>
                  <a:pt x="495300" y="838200"/>
                </a:lnTo>
                <a:lnTo>
                  <a:pt x="485775" y="838200"/>
                </a:lnTo>
                <a:close/>
                <a:moveTo>
                  <a:pt x="1219200" y="809625"/>
                </a:moveTo>
                <a:lnTo>
                  <a:pt x="1228725" y="809625"/>
                </a:lnTo>
                <a:lnTo>
                  <a:pt x="1228725" y="847725"/>
                </a:lnTo>
                <a:lnTo>
                  <a:pt x="1219200" y="847725"/>
                </a:lnTo>
                <a:close/>
                <a:moveTo>
                  <a:pt x="1581150" y="809625"/>
                </a:moveTo>
                <a:lnTo>
                  <a:pt x="1590675" y="809625"/>
                </a:lnTo>
                <a:lnTo>
                  <a:pt x="1590675" y="828675"/>
                </a:lnTo>
                <a:lnTo>
                  <a:pt x="1581150" y="828675"/>
                </a:lnTo>
                <a:close/>
                <a:moveTo>
                  <a:pt x="304800" y="828675"/>
                </a:moveTo>
                <a:lnTo>
                  <a:pt x="314325" y="828675"/>
                </a:lnTo>
                <a:lnTo>
                  <a:pt x="314325" y="838200"/>
                </a:lnTo>
                <a:lnTo>
                  <a:pt x="304800" y="838200"/>
                </a:lnTo>
                <a:close/>
                <a:moveTo>
                  <a:pt x="1409700" y="828675"/>
                </a:moveTo>
                <a:lnTo>
                  <a:pt x="1419225" y="828675"/>
                </a:lnTo>
                <a:lnTo>
                  <a:pt x="1419225" y="847725"/>
                </a:lnTo>
                <a:lnTo>
                  <a:pt x="1409700" y="847725"/>
                </a:lnTo>
                <a:close/>
                <a:moveTo>
                  <a:pt x="1590675" y="838200"/>
                </a:moveTo>
                <a:lnTo>
                  <a:pt x="1600200" y="838200"/>
                </a:lnTo>
                <a:lnTo>
                  <a:pt x="1600200" y="847725"/>
                </a:lnTo>
                <a:lnTo>
                  <a:pt x="1590675" y="847725"/>
                </a:lnTo>
                <a:close/>
                <a:moveTo>
                  <a:pt x="114300" y="847725"/>
                </a:moveTo>
                <a:lnTo>
                  <a:pt x="123825" y="847725"/>
                </a:lnTo>
                <a:lnTo>
                  <a:pt x="123825" y="857250"/>
                </a:lnTo>
                <a:lnTo>
                  <a:pt x="114300" y="857250"/>
                </a:lnTo>
                <a:close/>
                <a:moveTo>
                  <a:pt x="295275" y="847725"/>
                </a:moveTo>
                <a:lnTo>
                  <a:pt x="304800" y="847725"/>
                </a:lnTo>
                <a:lnTo>
                  <a:pt x="304800" y="857250"/>
                </a:lnTo>
                <a:lnTo>
                  <a:pt x="295275" y="857250"/>
                </a:lnTo>
                <a:close/>
                <a:moveTo>
                  <a:pt x="666750" y="847725"/>
                </a:moveTo>
                <a:lnTo>
                  <a:pt x="676275" y="847725"/>
                </a:lnTo>
                <a:lnTo>
                  <a:pt x="676275" y="895350"/>
                </a:lnTo>
                <a:lnTo>
                  <a:pt x="809625" y="895350"/>
                </a:lnTo>
                <a:lnTo>
                  <a:pt x="809625" y="904875"/>
                </a:lnTo>
                <a:lnTo>
                  <a:pt x="847725" y="904875"/>
                </a:lnTo>
                <a:lnTo>
                  <a:pt x="847725" y="895350"/>
                </a:lnTo>
                <a:lnTo>
                  <a:pt x="857250" y="895350"/>
                </a:lnTo>
                <a:lnTo>
                  <a:pt x="857250" y="962025"/>
                </a:lnTo>
                <a:lnTo>
                  <a:pt x="847725" y="962025"/>
                </a:lnTo>
                <a:lnTo>
                  <a:pt x="847725" y="971550"/>
                </a:lnTo>
                <a:lnTo>
                  <a:pt x="838200" y="971550"/>
                </a:lnTo>
                <a:lnTo>
                  <a:pt x="838200" y="990600"/>
                </a:lnTo>
                <a:lnTo>
                  <a:pt x="828675" y="990600"/>
                </a:lnTo>
                <a:lnTo>
                  <a:pt x="828675" y="1000125"/>
                </a:lnTo>
                <a:lnTo>
                  <a:pt x="809625" y="1000125"/>
                </a:lnTo>
                <a:lnTo>
                  <a:pt x="809625" y="1009650"/>
                </a:lnTo>
                <a:lnTo>
                  <a:pt x="790575" y="1009650"/>
                </a:lnTo>
                <a:lnTo>
                  <a:pt x="790575" y="1019175"/>
                </a:lnTo>
                <a:lnTo>
                  <a:pt x="733425" y="1019175"/>
                </a:lnTo>
                <a:lnTo>
                  <a:pt x="733425" y="1009650"/>
                </a:lnTo>
                <a:lnTo>
                  <a:pt x="714375" y="1009650"/>
                </a:lnTo>
                <a:lnTo>
                  <a:pt x="714375" y="1000125"/>
                </a:lnTo>
                <a:lnTo>
                  <a:pt x="695325" y="1000125"/>
                </a:lnTo>
                <a:lnTo>
                  <a:pt x="695325" y="990600"/>
                </a:lnTo>
                <a:lnTo>
                  <a:pt x="685800" y="990600"/>
                </a:lnTo>
                <a:lnTo>
                  <a:pt x="685800" y="981075"/>
                </a:lnTo>
                <a:lnTo>
                  <a:pt x="676275" y="981075"/>
                </a:lnTo>
                <a:lnTo>
                  <a:pt x="676275" y="971550"/>
                </a:lnTo>
                <a:lnTo>
                  <a:pt x="657225" y="971550"/>
                </a:lnTo>
                <a:lnTo>
                  <a:pt x="657225" y="952500"/>
                </a:lnTo>
                <a:lnTo>
                  <a:pt x="666750" y="952500"/>
                </a:lnTo>
                <a:close/>
                <a:moveTo>
                  <a:pt x="476250" y="857250"/>
                </a:moveTo>
                <a:lnTo>
                  <a:pt x="485775" y="857250"/>
                </a:lnTo>
                <a:lnTo>
                  <a:pt x="485775" y="876300"/>
                </a:lnTo>
                <a:lnTo>
                  <a:pt x="476250" y="876300"/>
                </a:lnTo>
                <a:close/>
                <a:moveTo>
                  <a:pt x="1228725" y="857250"/>
                </a:moveTo>
                <a:lnTo>
                  <a:pt x="1238250" y="857250"/>
                </a:lnTo>
                <a:lnTo>
                  <a:pt x="1238250" y="962025"/>
                </a:lnTo>
                <a:lnTo>
                  <a:pt x="1228725" y="962025"/>
                </a:lnTo>
                <a:lnTo>
                  <a:pt x="1228725" y="971550"/>
                </a:lnTo>
                <a:lnTo>
                  <a:pt x="1219200" y="971550"/>
                </a:lnTo>
                <a:lnTo>
                  <a:pt x="1219200" y="981075"/>
                </a:lnTo>
                <a:lnTo>
                  <a:pt x="1209675" y="981075"/>
                </a:lnTo>
                <a:lnTo>
                  <a:pt x="1209675" y="990600"/>
                </a:lnTo>
                <a:lnTo>
                  <a:pt x="1200150" y="990600"/>
                </a:lnTo>
                <a:lnTo>
                  <a:pt x="1200150" y="1000125"/>
                </a:lnTo>
                <a:lnTo>
                  <a:pt x="1190625" y="1000125"/>
                </a:lnTo>
                <a:lnTo>
                  <a:pt x="1190625" y="1009650"/>
                </a:lnTo>
                <a:lnTo>
                  <a:pt x="1133475" y="1009650"/>
                </a:lnTo>
                <a:lnTo>
                  <a:pt x="1133475" y="1019175"/>
                </a:lnTo>
                <a:lnTo>
                  <a:pt x="1123950" y="1019175"/>
                </a:lnTo>
                <a:lnTo>
                  <a:pt x="1123950" y="1009650"/>
                </a:lnTo>
                <a:lnTo>
                  <a:pt x="1095375" y="1009650"/>
                </a:lnTo>
                <a:lnTo>
                  <a:pt x="1095375" y="1000125"/>
                </a:lnTo>
                <a:lnTo>
                  <a:pt x="1076325" y="1000125"/>
                </a:lnTo>
                <a:lnTo>
                  <a:pt x="1076325" y="990600"/>
                </a:lnTo>
                <a:lnTo>
                  <a:pt x="1066800" y="990600"/>
                </a:lnTo>
                <a:lnTo>
                  <a:pt x="1066800" y="971550"/>
                </a:lnTo>
                <a:lnTo>
                  <a:pt x="1057275" y="971550"/>
                </a:lnTo>
                <a:lnTo>
                  <a:pt x="1057275" y="962025"/>
                </a:lnTo>
                <a:lnTo>
                  <a:pt x="1047750" y="962025"/>
                </a:lnTo>
                <a:lnTo>
                  <a:pt x="1047750" y="885825"/>
                </a:lnTo>
                <a:lnTo>
                  <a:pt x="1057275" y="885825"/>
                </a:lnTo>
                <a:lnTo>
                  <a:pt x="1057275" y="895350"/>
                </a:lnTo>
                <a:lnTo>
                  <a:pt x="1228725" y="895350"/>
                </a:lnTo>
                <a:close/>
                <a:moveTo>
                  <a:pt x="1600200" y="857250"/>
                </a:moveTo>
                <a:lnTo>
                  <a:pt x="1609725" y="857250"/>
                </a:lnTo>
                <a:lnTo>
                  <a:pt x="1609725" y="866775"/>
                </a:lnTo>
                <a:lnTo>
                  <a:pt x="1600200" y="866775"/>
                </a:lnTo>
                <a:close/>
                <a:moveTo>
                  <a:pt x="285750" y="866775"/>
                </a:moveTo>
                <a:lnTo>
                  <a:pt x="295275" y="866775"/>
                </a:lnTo>
                <a:lnTo>
                  <a:pt x="295275" y="904875"/>
                </a:lnTo>
                <a:lnTo>
                  <a:pt x="314325" y="904875"/>
                </a:lnTo>
                <a:lnTo>
                  <a:pt x="314325" y="895350"/>
                </a:lnTo>
                <a:lnTo>
                  <a:pt x="466725" y="895350"/>
                </a:lnTo>
                <a:lnTo>
                  <a:pt x="466725" y="885825"/>
                </a:lnTo>
                <a:lnTo>
                  <a:pt x="476250" y="885825"/>
                </a:lnTo>
                <a:lnTo>
                  <a:pt x="476250" y="914400"/>
                </a:lnTo>
                <a:lnTo>
                  <a:pt x="466725" y="914400"/>
                </a:lnTo>
                <a:lnTo>
                  <a:pt x="466725" y="933450"/>
                </a:lnTo>
                <a:lnTo>
                  <a:pt x="476250" y="933450"/>
                </a:lnTo>
                <a:lnTo>
                  <a:pt x="476250" y="962025"/>
                </a:lnTo>
                <a:lnTo>
                  <a:pt x="457200" y="962025"/>
                </a:lnTo>
                <a:lnTo>
                  <a:pt x="457200" y="981075"/>
                </a:lnTo>
                <a:lnTo>
                  <a:pt x="447675" y="981075"/>
                </a:lnTo>
                <a:lnTo>
                  <a:pt x="447675" y="990600"/>
                </a:lnTo>
                <a:lnTo>
                  <a:pt x="438150" y="990600"/>
                </a:lnTo>
                <a:lnTo>
                  <a:pt x="438150" y="1000125"/>
                </a:lnTo>
                <a:lnTo>
                  <a:pt x="428625" y="1000125"/>
                </a:lnTo>
                <a:lnTo>
                  <a:pt x="428625" y="1009650"/>
                </a:lnTo>
                <a:lnTo>
                  <a:pt x="381000" y="1009650"/>
                </a:lnTo>
                <a:lnTo>
                  <a:pt x="381000" y="1019175"/>
                </a:lnTo>
                <a:lnTo>
                  <a:pt x="371475" y="1019175"/>
                </a:lnTo>
                <a:lnTo>
                  <a:pt x="371475" y="1009650"/>
                </a:lnTo>
                <a:lnTo>
                  <a:pt x="342900" y="1009650"/>
                </a:lnTo>
                <a:lnTo>
                  <a:pt x="342900" y="1000125"/>
                </a:lnTo>
                <a:lnTo>
                  <a:pt x="323850" y="1000125"/>
                </a:lnTo>
                <a:lnTo>
                  <a:pt x="323850" y="990600"/>
                </a:lnTo>
                <a:lnTo>
                  <a:pt x="304800" y="990600"/>
                </a:lnTo>
                <a:lnTo>
                  <a:pt x="304800" y="971550"/>
                </a:lnTo>
                <a:lnTo>
                  <a:pt x="295275" y="971550"/>
                </a:lnTo>
                <a:lnTo>
                  <a:pt x="295275" y="962025"/>
                </a:lnTo>
                <a:lnTo>
                  <a:pt x="276225" y="962025"/>
                </a:lnTo>
                <a:lnTo>
                  <a:pt x="276225" y="952500"/>
                </a:lnTo>
                <a:lnTo>
                  <a:pt x="285750" y="952500"/>
                </a:lnTo>
                <a:close/>
                <a:moveTo>
                  <a:pt x="1419225" y="866775"/>
                </a:moveTo>
                <a:lnTo>
                  <a:pt x="1428750" y="866775"/>
                </a:lnTo>
                <a:lnTo>
                  <a:pt x="1428750" y="885825"/>
                </a:lnTo>
                <a:lnTo>
                  <a:pt x="1438275" y="885825"/>
                </a:lnTo>
                <a:lnTo>
                  <a:pt x="1438275" y="895350"/>
                </a:lnTo>
                <a:lnTo>
                  <a:pt x="1590675" y="895350"/>
                </a:lnTo>
                <a:lnTo>
                  <a:pt x="1590675" y="904875"/>
                </a:lnTo>
                <a:lnTo>
                  <a:pt x="1600200" y="904875"/>
                </a:lnTo>
                <a:lnTo>
                  <a:pt x="1600200" y="895350"/>
                </a:lnTo>
                <a:lnTo>
                  <a:pt x="1609725" y="895350"/>
                </a:lnTo>
                <a:lnTo>
                  <a:pt x="1609725" y="876300"/>
                </a:lnTo>
                <a:lnTo>
                  <a:pt x="1619250" y="876300"/>
                </a:lnTo>
                <a:lnTo>
                  <a:pt x="1619250" y="952500"/>
                </a:lnTo>
                <a:lnTo>
                  <a:pt x="1628775" y="952500"/>
                </a:lnTo>
                <a:lnTo>
                  <a:pt x="1628775" y="962025"/>
                </a:lnTo>
                <a:lnTo>
                  <a:pt x="1609725" y="962025"/>
                </a:lnTo>
                <a:lnTo>
                  <a:pt x="1609725" y="971550"/>
                </a:lnTo>
                <a:lnTo>
                  <a:pt x="1600200" y="971550"/>
                </a:lnTo>
                <a:lnTo>
                  <a:pt x="1600200" y="981075"/>
                </a:lnTo>
                <a:lnTo>
                  <a:pt x="1590675" y="981075"/>
                </a:lnTo>
                <a:lnTo>
                  <a:pt x="1590675" y="990600"/>
                </a:lnTo>
                <a:lnTo>
                  <a:pt x="1581150" y="990600"/>
                </a:lnTo>
                <a:lnTo>
                  <a:pt x="1581150" y="1000125"/>
                </a:lnTo>
                <a:lnTo>
                  <a:pt x="1571625" y="1000125"/>
                </a:lnTo>
                <a:lnTo>
                  <a:pt x="1571625" y="1009650"/>
                </a:lnTo>
                <a:lnTo>
                  <a:pt x="1543050" y="1009650"/>
                </a:lnTo>
                <a:lnTo>
                  <a:pt x="1543050" y="1019175"/>
                </a:lnTo>
                <a:lnTo>
                  <a:pt x="1495425" y="1019175"/>
                </a:lnTo>
                <a:lnTo>
                  <a:pt x="1495425" y="1009650"/>
                </a:lnTo>
                <a:lnTo>
                  <a:pt x="1476375" y="1009650"/>
                </a:lnTo>
                <a:lnTo>
                  <a:pt x="1476375" y="1000125"/>
                </a:lnTo>
                <a:lnTo>
                  <a:pt x="1457325" y="1000125"/>
                </a:lnTo>
                <a:lnTo>
                  <a:pt x="1457325" y="990600"/>
                </a:lnTo>
                <a:lnTo>
                  <a:pt x="1447800" y="990600"/>
                </a:lnTo>
                <a:lnTo>
                  <a:pt x="1447800" y="981075"/>
                </a:lnTo>
                <a:lnTo>
                  <a:pt x="1438275" y="981075"/>
                </a:lnTo>
                <a:lnTo>
                  <a:pt x="1438275" y="962025"/>
                </a:lnTo>
                <a:lnTo>
                  <a:pt x="1428750" y="962025"/>
                </a:lnTo>
                <a:lnTo>
                  <a:pt x="1428750" y="971550"/>
                </a:lnTo>
                <a:lnTo>
                  <a:pt x="1419225" y="971550"/>
                </a:lnTo>
                <a:lnTo>
                  <a:pt x="1419225" y="952500"/>
                </a:lnTo>
                <a:lnTo>
                  <a:pt x="1428750" y="952500"/>
                </a:lnTo>
                <a:lnTo>
                  <a:pt x="1428750" y="895350"/>
                </a:lnTo>
                <a:lnTo>
                  <a:pt x="1419225" y="895350"/>
                </a:lnTo>
                <a:close/>
                <a:moveTo>
                  <a:pt x="1038225" y="962025"/>
                </a:moveTo>
                <a:lnTo>
                  <a:pt x="1047750" y="962025"/>
                </a:lnTo>
                <a:lnTo>
                  <a:pt x="1047750" y="971550"/>
                </a:lnTo>
                <a:lnTo>
                  <a:pt x="1038225" y="971550"/>
                </a:lnTo>
                <a:close/>
                <a:moveTo>
                  <a:pt x="1238250" y="962025"/>
                </a:moveTo>
                <a:lnTo>
                  <a:pt x="1247775" y="962025"/>
                </a:lnTo>
                <a:lnTo>
                  <a:pt x="1247775" y="971550"/>
                </a:lnTo>
                <a:lnTo>
                  <a:pt x="1238250" y="971550"/>
                </a:lnTo>
                <a:close/>
                <a:moveTo>
                  <a:pt x="266700" y="971550"/>
                </a:moveTo>
                <a:lnTo>
                  <a:pt x="276225" y="971550"/>
                </a:lnTo>
                <a:lnTo>
                  <a:pt x="276225" y="981075"/>
                </a:lnTo>
                <a:lnTo>
                  <a:pt x="266700" y="981075"/>
                </a:lnTo>
                <a:close/>
                <a:moveTo>
                  <a:pt x="647700" y="971550"/>
                </a:moveTo>
                <a:lnTo>
                  <a:pt x="657225" y="971550"/>
                </a:lnTo>
                <a:lnTo>
                  <a:pt x="657225" y="981075"/>
                </a:lnTo>
                <a:lnTo>
                  <a:pt x="647700" y="981075"/>
                </a:lnTo>
                <a:close/>
                <a:moveTo>
                  <a:pt x="866775" y="971550"/>
                </a:moveTo>
                <a:lnTo>
                  <a:pt x="876300" y="971550"/>
                </a:lnTo>
                <a:lnTo>
                  <a:pt x="876300" y="981075"/>
                </a:lnTo>
                <a:lnTo>
                  <a:pt x="866775" y="981075"/>
                </a:lnTo>
                <a:close/>
                <a:moveTo>
                  <a:pt x="1028700" y="971550"/>
                </a:moveTo>
                <a:lnTo>
                  <a:pt x="1038225" y="971550"/>
                </a:lnTo>
                <a:lnTo>
                  <a:pt x="1038225" y="981075"/>
                </a:lnTo>
                <a:lnTo>
                  <a:pt x="1028700" y="981075"/>
                </a:lnTo>
                <a:close/>
                <a:moveTo>
                  <a:pt x="1409700" y="971550"/>
                </a:moveTo>
                <a:lnTo>
                  <a:pt x="1419225" y="971550"/>
                </a:lnTo>
                <a:lnTo>
                  <a:pt x="1419225" y="981075"/>
                </a:lnTo>
                <a:lnTo>
                  <a:pt x="1409700" y="981075"/>
                </a:lnTo>
                <a:close/>
                <a:moveTo>
                  <a:pt x="1628775" y="971550"/>
                </a:moveTo>
                <a:lnTo>
                  <a:pt x="1638300" y="971550"/>
                </a:lnTo>
                <a:lnTo>
                  <a:pt x="1638300" y="981075"/>
                </a:lnTo>
                <a:lnTo>
                  <a:pt x="1628775" y="981075"/>
                </a:lnTo>
                <a:close/>
                <a:moveTo>
                  <a:pt x="238125" y="1000125"/>
                </a:moveTo>
                <a:lnTo>
                  <a:pt x="247650" y="1000125"/>
                </a:lnTo>
                <a:lnTo>
                  <a:pt x="247650" y="1009650"/>
                </a:lnTo>
                <a:lnTo>
                  <a:pt x="238125" y="1009650"/>
                </a:lnTo>
                <a:close/>
                <a:moveTo>
                  <a:pt x="619125" y="1000125"/>
                </a:moveTo>
                <a:lnTo>
                  <a:pt x="628650" y="1000125"/>
                </a:lnTo>
                <a:lnTo>
                  <a:pt x="628650" y="1009650"/>
                </a:lnTo>
                <a:lnTo>
                  <a:pt x="619125" y="1009650"/>
                </a:lnTo>
                <a:close/>
                <a:moveTo>
                  <a:pt x="1000125" y="1000125"/>
                </a:moveTo>
                <a:lnTo>
                  <a:pt x="1009650" y="1000125"/>
                </a:lnTo>
                <a:lnTo>
                  <a:pt x="1009650" y="1009650"/>
                </a:lnTo>
                <a:lnTo>
                  <a:pt x="1000125" y="1009650"/>
                </a:lnTo>
                <a:close/>
                <a:moveTo>
                  <a:pt x="1276350" y="1000125"/>
                </a:moveTo>
                <a:lnTo>
                  <a:pt x="1285875" y="1000125"/>
                </a:lnTo>
                <a:lnTo>
                  <a:pt x="1285875" y="1009650"/>
                </a:lnTo>
                <a:lnTo>
                  <a:pt x="1276350" y="1009650"/>
                </a:lnTo>
                <a:close/>
                <a:moveTo>
                  <a:pt x="1381125" y="1000125"/>
                </a:moveTo>
                <a:lnTo>
                  <a:pt x="1390650" y="1000125"/>
                </a:lnTo>
                <a:lnTo>
                  <a:pt x="1390650" y="1009650"/>
                </a:lnTo>
                <a:lnTo>
                  <a:pt x="1381125" y="1009650"/>
                </a:lnTo>
                <a:close/>
                <a:moveTo>
                  <a:pt x="600075" y="1009650"/>
                </a:moveTo>
                <a:lnTo>
                  <a:pt x="609600" y="1009650"/>
                </a:lnTo>
                <a:lnTo>
                  <a:pt x="609600" y="1019175"/>
                </a:lnTo>
                <a:lnTo>
                  <a:pt x="600075" y="1019175"/>
                </a:lnTo>
                <a:close/>
                <a:moveTo>
                  <a:pt x="981075" y="1009650"/>
                </a:moveTo>
                <a:lnTo>
                  <a:pt x="990600" y="1009650"/>
                </a:lnTo>
                <a:lnTo>
                  <a:pt x="990600" y="1019175"/>
                </a:lnTo>
                <a:lnTo>
                  <a:pt x="981075" y="1019175"/>
                </a:lnTo>
                <a:close/>
                <a:moveTo>
                  <a:pt x="1295400" y="1009650"/>
                </a:moveTo>
                <a:lnTo>
                  <a:pt x="1304925" y="1009650"/>
                </a:lnTo>
                <a:lnTo>
                  <a:pt x="1304925" y="1019175"/>
                </a:lnTo>
                <a:lnTo>
                  <a:pt x="1295400" y="1019175"/>
                </a:lnTo>
                <a:close/>
                <a:moveTo>
                  <a:pt x="1362075" y="1009650"/>
                </a:moveTo>
                <a:lnTo>
                  <a:pt x="1371600" y="1009650"/>
                </a:lnTo>
                <a:lnTo>
                  <a:pt x="1371600" y="1019175"/>
                </a:lnTo>
                <a:lnTo>
                  <a:pt x="1362075" y="1019175"/>
                </a:lnTo>
                <a:close/>
                <a:moveTo>
                  <a:pt x="1200150" y="1152525"/>
                </a:moveTo>
                <a:lnTo>
                  <a:pt x="1485900" y="1152525"/>
                </a:lnTo>
                <a:lnTo>
                  <a:pt x="1485900" y="1171575"/>
                </a:lnTo>
                <a:lnTo>
                  <a:pt x="1476375" y="1171575"/>
                </a:lnTo>
                <a:lnTo>
                  <a:pt x="1476375" y="1162050"/>
                </a:lnTo>
                <a:lnTo>
                  <a:pt x="1209675" y="1162050"/>
                </a:lnTo>
                <a:lnTo>
                  <a:pt x="1209675" y="1171575"/>
                </a:lnTo>
                <a:lnTo>
                  <a:pt x="1200150" y="1171575"/>
                </a:lnTo>
                <a:lnTo>
                  <a:pt x="1200150" y="1333500"/>
                </a:lnTo>
                <a:lnTo>
                  <a:pt x="1190625" y="1333500"/>
                </a:lnTo>
                <a:lnTo>
                  <a:pt x="1190625" y="1162050"/>
                </a:lnTo>
                <a:lnTo>
                  <a:pt x="1200150" y="1162050"/>
                </a:lnTo>
                <a:close/>
                <a:moveTo>
                  <a:pt x="1485900" y="1171575"/>
                </a:moveTo>
                <a:lnTo>
                  <a:pt x="1495425" y="1171575"/>
                </a:lnTo>
                <a:lnTo>
                  <a:pt x="1495425" y="1266825"/>
                </a:lnTo>
                <a:lnTo>
                  <a:pt x="1485900" y="1266825"/>
                </a:lnTo>
                <a:close/>
                <a:moveTo>
                  <a:pt x="504825" y="1200150"/>
                </a:moveTo>
                <a:lnTo>
                  <a:pt x="523875" y="1200150"/>
                </a:lnTo>
                <a:lnTo>
                  <a:pt x="523875" y="1209675"/>
                </a:lnTo>
                <a:lnTo>
                  <a:pt x="533400" y="1209675"/>
                </a:lnTo>
                <a:lnTo>
                  <a:pt x="533400" y="1219200"/>
                </a:lnTo>
                <a:lnTo>
                  <a:pt x="523875" y="1219200"/>
                </a:lnTo>
                <a:lnTo>
                  <a:pt x="523875" y="1247775"/>
                </a:lnTo>
                <a:lnTo>
                  <a:pt x="533400" y="1247775"/>
                </a:lnTo>
                <a:lnTo>
                  <a:pt x="533400" y="1257300"/>
                </a:lnTo>
                <a:lnTo>
                  <a:pt x="542925" y="1257300"/>
                </a:lnTo>
                <a:lnTo>
                  <a:pt x="542925" y="1276350"/>
                </a:lnTo>
                <a:lnTo>
                  <a:pt x="552450" y="1276350"/>
                </a:lnTo>
                <a:lnTo>
                  <a:pt x="552450" y="1381125"/>
                </a:lnTo>
                <a:lnTo>
                  <a:pt x="561975" y="1381125"/>
                </a:lnTo>
                <a:lnTo>
                  <a:pt x="561975" y="1390650"/>
                </a:lnTo>
                <a:lnTo>
                  <a:pt x="466725" y="1390650"/>
                </a:lnTo>
                <a:lnTo>
                  <a:pt x="466725" y="1381125"/>
                </a:lnTo>
                <a:lnTo>
                  <a:pt x="476250" y="1381125"/>
                </a:lnTo>
                <a:lnTo>
                  <a:pt x="476250" y="1343025"/>
                </a:lnTo>
                <a:lnTo>
                  <a:pt x="466725" y="1343025"/>
                </a:lnTo>
                <a:lnTo>
                  <a:pt x="466725" y="1295400"/>
                </a:lnTo>
                <a:lnTo>
                  <a:pt x="476250" y="1295400"/>
                </a:lnTo>
                <a:lnTo>
                  <a:pt x="476250" y="1266825"/>
                </a:lnTo>
                <a:lnTo>
                  <a:pt x="485775" y="1266825"/>
                </a:lnTo>
                <a:lnTo>
                  <a:pt x="485775" y="1257300"/>
                </a:lnTo>
                <a:lnTo>
                  <a:pt x="495300" y="1257300"/>
                </a:lnTo>
                <a:lnTo>
                  <a:pt x="495300" y="1238250"/>
                </a:lnTo>
                <a:lnTo>
                  <a:pt x="504825" y="1238250"/>
                </a:lnTo>
                <a:lnTo>
                  <a:pt x="504825" y="1219200"/>
                </a:lnTo>
                <a:lnTo>
                  <a:pt x="495300" y="1219200"/>
                </a:lnTo>
                <a:lnTo>
                  <a:pt x="495300" y="1209675"/>
                </a:lnTo>
                <a:lnTo>
                  <a:pt x="504825" y="1209675"/>
                </a:lnTo>
                <a:close/>
                <a:moveTo>
                  <a:pt x="371475" y="1228725"/>
                </a:moveTo>
                <a:lnTo>
                  <a:pt x="381000" y="1228725"/>
                </a:lnTo>
                <a:lnTo>
                  <a:pt x="381000" y="1381125"/>
                </a:lnTo>
                <a:lnTo>
                  <a:pt x="371475" y="1381125"/>
                </a:lnTo>
                <a:close/>
                <a:moveTo>
                  <a:pt x="666750" y="1257300"/>
                </a:moveTo>
                <a:lnTo>
                  <a:pt x="704850" y="1257300"/>
                </a:lnTo>
                <a:lnTo>
                  <a:pt x="704850" y="1266825"/>
                </a:lnTo>
                <a:lnTo>
                  <a:pt x="714375" y="1266825"/>
                </a:lnTo>
                <a:lnTo>
                  <a:pt x="714375" y="1314450"/>
                </a:lnTo>
                <a:lnTo>
                  <a:pt x="704850" y="1314450"/>
                </a:lnTo>
                <a:lnTo>
                  <a:pt x="704850" y="1304925"/>
                </a:lnTo>
                <a:lnTo>
                  <a:pt x="647700" y="1304925"/>
                </a:lnTo>
                <a:lnTo>
                  <a:pt x="647700" y="1295400"/>
                </a:lnTo>
                <a:lnTo>
                  <a:pt x="657225" y="1295400"/>
                </a:lnTo>
                <a:lnTo>
                  <a:pt x="657225" y="1285875"/>
                </a:lnTo>
                <a:lnTo>
                  <a:pt x="666750" y="1285875"/>
                </a:lnTo>
                <a:lnTo>
                  <a:pt x="666750" y="1276350"/>
                </a:lnTo>
                <a:lnTo>
                  <a:pt x="657225" y="1276350"/>
                </a:lnTo>
                <a:lnTo>
                  <a:pt x="657225" y="1266825"/>
                </a:lnTo>
                <a:lnTo>
                  <a:pt x="666750" y="1266825"/>
                </a:lnTo>
                <a:close/>
                <a:moveTo>
                  <a:pt x="781050" y="1257300"/>
                </a:moveTo>
                <a:lnTo>
                  <a:pt x="847725" y="1257300"/>
                </a:lnTo>
                <a:lnTo>
                  <a:pt x="847725" y="1266825"/>
                </a:lnTo>
                <a:lnTo>
                  <a:pt x="857250" y="1266825"/>
                </a:lnTo>
                <a:lnTo>
                  <a:pt x="857250" y="1276350"/>
                </a:lnTo>
                <a:lnTo>
                  <a:pt x="847725" y="1276350"/>
                </a:lnTo>
                <a:lnTo>
                  <a:pt x="847725" y="1285875"/>
                </a:lnTo>
                <a:lnTo>
                  <a:pt x="781050" y="1285875"/>
                </a:lnTo>
                <a:lnTo>
                  <a:pt x="781050" y="1276350"/>
                </a:lnTo>
                <a:lnTo>
                  <a:pt x="771525" y="1276350"/>
                </a:lnTo>
                <a:lnTo>
                  <a:pt x="771525" y="1266825"/>
                </a:lnTo>
                <a:lnTo>
                  <a:pt x="781050" y="1266825"/>
                </a:lnTo>
                <a:close/>
                <a:moveTo>
                  <a:pt x="600075" y="1295400"/>
                </a:moveTo>
                <a:lnTo>
                  <a:pt x="609600" y="1295400"/>
                </a:lnTo>
                <a:lnTo>
                  <a:pt x="609600" y="1314450"/>
                </a:lnTo>
                <a:lnTo>
                  <a:pt x="590550" y="1314450"/>
                </a:lnTo>
                <a:lnTo>
                  <a:pt x="590550" y="1304925"/>
                </a:lnTo>
                <a:lnTo>
                  <a:pt x="600075" y="1304925"/>
                </a:lnTo>
                <a:close/>
                <a:moveTo>
                  <a:pt x="590550" y="1323975"/>
                </a:moveTo>
                <a:lnTo>
                  <a:pt x="600075" y="1323975"/>
                </a:lnTo>
                <a:lnTo>
                  <a:pt x="600075" y="1381125"/>
                </a:lnTo>
                <a:lnTo>
                  <a:pt x="590550" y="1381125"/>
                </a:lnTo>
                <a:close/>
                <a:moveTo>
                  <a:pt x="485775" y="1371600"/>
                </a:moveTo>
                <a:lnTo>
                  <a:pt x="495300" y="1371600"/>
                </a:lnTo>
                <a:lnTo>
                  <a:pt x="495300" y="1362075"/>
                </a:lnTo>
                <a:lnTo>
                  <a:pt x="485775" y="1362075"/>
                </a:lnTo>
                <a:close/>
                <a:moveTo>
                  <a:pt x="504825" y="1371600"/>
                </a:moveTo>
                <a:lnTo>
                  <a:pt x="523875" y="1371600"/>
                </a:lnTo>
                <a:lnTo>
                  <a:pt x="523875" y="1362075"/>
                </a:lnTo>
                <a:lnTo>
                  <a:pt x="514350" y="1362075"/>
                </a:lnTo>
                <a:lnTo>
                  <a:pt x="514350" y="1352550"/>
                </a:lnTo>
                <a:lnTo>
                  <a:pt x="504825" y="1352550"/>
                </a:lnTo>
                <a:close/>
                <a:moveTo>
                  <a:pt x="771525" y="1371600"/>
                </a:moveTo>
                <a:lnTo>
                  <a:pt x="781050" y="1371600"/>
                </a:lnTo>
                <a:lnTo>
                  <a:pt x="781050" y="1381125"/>
                </a:lnTo>
                <a:lnTo>
                  <a:pt x="847725" y="1381125"/>
                </a:lnTo>
                <a:lnTo>
                  <a:pt x="847725" y="1371600"/>
                </a:lnTo>
                <a:lnTo>
                  <a:pt x="866775" y="1371600"/>
                </a:lnTo>
                <a:lnTo>
                  <a:pt x="866775" y="1381125"/>
                </a:lnTo>
                <a:lnTo>
                  <a:pt x="847725" y="1381125"/>
                </a:lnTo>
                <a:lnTo>
                  <a:pt x="847725" y="1390650"/>
                </a:lnTo>
                <a:lnTo>
                  <a:pt x="762000" y="1390650"/>
                </a:lnTo>
                <a:lnTo>
                  <a:pt x="762000" y="1381125"/>
                </a:lnTo>
                <a:lnTo>
                  <a:pt x="771525" y="1381125"/>
                </a:lnTo>
                <a:close/>
                <a:moveTo>
                  <a:pt x="381000" y="1381125"/>
                </a:moveTo>
                <a:lnTo>
                  <a:pt x="390525" y="1381125"/>
                </a:lnTo>
                <a:lnTo>
                  <a:pt x="390525" y="1390650"/>
                </a:lnTo>
                <a:lnTo>
                  <a:pt x="381000" y="1390650"/>
                </a:lnTo>
                <a:close/>
                <a:moveTo>
                  <a:pt x="581025" y="1381125"/>
                </a:moveTo>
                <a:lnTo>
                  <a:pt x="590550" y="1381125"/>
                </a:lnTo>
                <a:lnTo>
                  <a:pt x="590550" y="1390650"/>
                </a:lnTo>
                <a:lnTo>
                  <a:pt x="581025" y="1390650"/>
                </a:lnTo>
                <a:close/>
                <a:moveTo>
                  <a:pt x="866775" y="1381125"/>
                </a:moveTo>
                <a:lnTo>
                  <a:pt x="876300" y="1381125"/>
                </a:lnTo>
                <a:lnTo>
                  <a:pt x="876300" y="1390650"/>
                </a:lnTo>
                <a:lnTo>
                  <a:pt x="866775" y="1390650"/>
                </a:lnTo>
                <a:close/>
                <a:moveTo>
                  <a:pt x="1190625" y="1466850"/>
                </a:moveTo>
                <a:lnTo>
                  <a:pt x="1200150" y="1466850"/>
                </a:lnTo>
                <a:lnTo>
                  <a:pt x="1200150" y="1476375"/>
                </a:lnTo>
                <a:lnTo>
                  <a:pt x="1190625" y="1476375"/>
                </a:lnTo>
                <a:close/>
                <a:moveTo>
                  <a:pt x="1476375" y="1466850"/>
                </a:moveTo>
                <a:lnTo>
                  <a:pt x="1485900" y="1466850"/>
                </a:lnTo>
                <a:lnTo>
                  <a:pt x="1485900" y="1476375"/>
                </a:lnTo>
                <a:lnTo>
                  <a:pt x="1476375" y="1476375"/>
                </a:lnTo>
                <a:close/>
                <a:moveTo>
                  <a:pt x="676275" y="1476375"/>
                </a:moveTo>
                <a:lnTo>
                  <a:pt x="752475" y="1476375"/>
                </a:lnTo>
                <a:lnTo>
                  <a:pt x="752475" y="1485900"/>
                </a:lnTo>
                <a:lnTo>
                  <a:pt x="762000" y="1485900"/>
                </a:lnTo>
                <a:lnTo>
                  <a:pt x="762000" y="1581150"/>
                </a:lnTo>
                <a:lnTo>
                  <a:pt x="752475" y="1581150"/>
                </a:lnTo>
                <a:lnTo>
                  <a:pt x="752475" y="1590675"/>
                </a:lnTo>
                <a:lnTo>
                  <a:pt x="762000" y="1590675"/>
                </a:lnTo>
                <a:lnTo>
                  <a:pt x="762000" y="1600200"/>
                </a:lnTo>
                <a:lnTo>
                  <a:pt x="771525" y="1600200"/>
                </a:lnTo>
                <a:lnTo>
                  <a:pt x="771525" y="1609725"/>
                </a:lnTo>
                <a:lnTo>
                  <a:pt x="666750" y="1609725"/>
                </a:lnTo>
                <a:lnTo>
                  <a:pt x="666750" y="1600200"/>
                </a:lnTo>
                <a:lnTo>
                  <a:pt x="676275" y="1600200"/>
                </a:lnTo>
                <a:lnTo>
                  <a:pt x="676275" y="1581150"/>
                </a:lnTo>
                <a:lnTo>
                  <a:pt x="666750" y="1581150"/>
                </a:lnTo>
                <a:lnTo>
                  <a:pt x="666750" y="1485900"/>
                </a:lnTo>
                <a:lnTo>
                  <a:pt x="676275" y="1485900"/>
                </a:lnTo>
                <a:close/>
                <a:moveTo>
                  <a:pt x="1200150" y="1476375"/>
                </a:moveTo>
                <a:lnTo>
                  <a:pt x="1209675" y="1476375"/>
                </a:lnTo>
                <a:lnTo>
                  <a:pt x="1209675" y="1485900"/>
                </a:lnTo>
                <a:lnTo>
                  <a:pt x="1200150" y="1485900"/>
                </a:lnTo>
                <a:close/>
                <a:moveTo>
                  <a:pt x="1438275" y="1476375"/>
                </a:moveTo>
                <a:lnTo>
                  <a:pt x="1476375" y="1476375"/>
                </a:lnTo>
                <a:lnTo>
                  <a:pt x="1476375" y="1485900"/>
                </a:lnTo>
                <a:lnTo>
                  <a:pt x="1438275" y="1485900"/>
                </a:lnTo>
                <a:close/>
                <a:moveTo>
                  <a:pt x="466725" y="1485900"/>
                </a:moveTo>
                <a:lnTo>
                  <a:pt x="600075" y="1485900"/>
                </a:lnTo>
                <a:lnTo>
                  <a:pt x="600075" y="1495425"/>
                </a:lnTo>
                <a:lnTo>
                  <a:pt x="609600" y="1495425"/>
                </a:lnTo>
                <a:lnTo>
                  <a:pt x="609600" y="1504950"/>
                </a:lnTo>
                <a:lnTo>
                  <a:pt x="619125" y="1504950"/>
                </a:lnTo>
                <a:lnTo>
                  <a:pt x="619125" y="1543050"/>
                </a:lnTo>
                <a:lnTo>
                  <a:pt x="628650" y="1543050"/>
                </a:lnTo>
                <a:lnTo>
                  <a:pt x="628650" y="1552575"/>
                </a:lnTo>
                <a:lnTo>
                  <a:pt x="609600" y="1552575"/>
                </a:lnTo>
                <a:lnTo>
                  <a:pt x="609600" y="1543050"/>
                </a:lnTo>
                <a:lnTo>
                  <a:pt x="457200" y="1543050"/>
                </a:lnTo>
                <a:lnTo>
                  <a:pt x="457200" y="1552575"/>
                </a:lnTo>
                <a:lnTo>
                  <a:pt x="447675" y="1552575"/>
                </a:lnTo>
                <a:lnTo>
                  <a:pt x="447675" y="1533525"/>
                </a:lnTo>
                <a:lnTo>
                  <a:pt x="457200" y="1533525"/>
                </a:lnTo>
                <a:lnTo>
                  <a:pt x="457200" y="1495425"/>
                </a:lnTo>
                <a:lnTo>
                  <a:pt x="466725" y="1495425"/>
                </a:lnTo>
                <a:close/>
                <a:moveTo>
                  <a:pt x="1190625" y="1514475"/>
                </a:moveTo>
                <a:lnTo>
                  <a:pt x="1209675" y="1514475"/>
                </a:lnTo>
                <a:lnTo>
                  <a:pt x="1209675" y="1524000"/>
                </a:lnTo>
                <a:lnTo>
                  <a:pt x="1219200" y="1524000"/>
                </a:lnTo>
                <a:lnTo>
                  <a:pt x="1219200" y="1552575"/>
                </a:lnTo>
                <a:lnTo>
                  <a:pt x="1209675" y="1552575"/>
                </a:lnTo>
                <a:lnTo>
                  <a:pt x="1209675" y="1562100"/>
                </a:lnTo>
                <a:lnTo>
                  <a:pt x="1181100" y="1562100"/>
                </a:lnTo>
                <a:lnTo>
                  <a:pt x="1181100" y="1552575"/>
                </a:lnTo>
                <a:lnTo>
                  <a:pt x="1171575" y="1552575"/>
                </a:lnTo>
                <a:lnTo>
                  <a:pt x="1171575" y="1533525"/>
                </a:lnTo>
                <a:lnTo>
                  <a:pt x="1181100" y="1533525"/>
                </a:lnTo>
                <a:lnTo>
                  <a:pt x="1181100" y="1524000"/>
                </a:lnTo>
                <a:lnTo>
                  <a:pt x="1190625" y="1524000"/>
                </a:lnTo>
                <a:close/>
                <a:moveTo>
                  <a:pt x="371475" y="1524000"/>
                </a:moveTo>
                <a:lnTo>
                  <a:pt x="381000" y="1524000"/>
                </a:lnTo>
                <a:lnTo>
                  <a:pt x="381000" y="1600200"/>
                </a:lnTo>
                <a:lnTo>
                  <a:pt x="371475" y="1600200"/>
                </a:lnTo>
                <a:close/>
                <a:moveTo>
                  <a:pt x="438150" y="1552575"/>
                </a:moveTo>
                <a:lnTo>
                  <a:pt x="447675" y="1552575"/>
                </a:lnTo>
                <a:lnTo>
                  <a:pt x="447675" y="1562100"/>
                </a:lnTo>
                <a:lnTo>
                  <a:pt x="438150" y="1562100"/>
                </a:lnTo>
                <a:close/>
                <a:moveTo>
                  <a:pt x="266700" y="1581150"/>
                </a:moveTo>
                <a:lnTo>
                  <a:pt x="276225" y="1581150"/>
                </a:lnTo>
                <a:lnTo>
                  <a:pt x="276225" y="1590675"/>
                </a:lnTo>
                <a:lnTo>
                  <a:pt x="285750" y="1590675"/>
                </a:lnTo>
                <a:lnTo>
                  <a:pt x="285750" y="1714500"/>
                </a:lnTo>
                <a:lnTo>
                  <a:pt x="276225" y="1714500"/>
                </a:lnTo>
                <a:lnTo>
                  <a:pt x="276225" y="1752600"/>
                </a:lnTo>
                <a:lnTo>
                  <a:pt x="1095375" y="1752600"/>
                </a:lnTo>
                <a:lnTo>
                  <a:pt x="1095375" y="1743075"/>
                </a:lnTo>
                <a:lnTo>
                  <a:pt x="1114425" y="1743075"/>
                </a:lnTo>
                <a:lnTo>
                  <a:pt x="1114425" y="1733550"/>
                </a:lnTo>
                <a:lnTo>
                  <a:pt x="1123950" y="1733550"/>
                </a:lnTo>
                <a:lnTo>
                  <a:pt x="1123950" y="1743075"/>
                </a:lnTo>
                <a:lnTo>
                  <a:pt x="1114425" y="1743075"/>
                </a:lnTo>
                <a:lnTo>
                  <a:pt x="1114425" y="1781175"/>
                </a:lnTo>
                <a:lnTo>
                  <a:pt x="1076325" y="1781175"/>
                </a:lnTo>
                <a:lnTo>
                  <a:pt x="1076325" y="1762125"/>
                </a:lnTo>
                <a:lnTo>
                  <a:pt x="1000125" y="1762125"/>
                </a:lnTo>
                <a:lnTo>
                  <a:pt x="1000125" y="1771650"/>
                </a:lnTo>
                <a:lnTo>
                  <a:pt x="990600" y="1771650"/>
                </a:lnTo>
                <a:lnTo>
                  <a:pt x="990600" y="1781175"/>
                </a:lnTo>
                <a:lnTo>
                  <a:pt x="962025" y="1781175"/>
                </a:lnTo>
                <a:lnTo>
                  <a:pt x="962025" y="1771650"/>
                </a:lnTo>
                <a:lnTo>
                  <a:pt x="952500" y="1771650"/>
                </a:lnTo>
                <a:lnTo>
                  <a:pt x="952500" y="1762125"/>
                </a:lnTo>
                <a:lnTo>
                  <a:pt x="323850" y="1762125"/>
                </a:lnTo>
                <a:lnTo>
                  <a:pt x="323850" y="1771650"/>
                </a:lnTo>
                <a:lnTo>
                  <a:pt x="314325" y="1771650"/>
                </a:lnTo>
                <a:lnTo>
                  <a:pt x="314325" y="1781175"/>
                </a:lnTo>
                <a:lnTo>
                  <a:pt x="285750" y="1781175"/>
                </a:lnTo>
                <a:lnTo>
                  <a:pt x="285750" y="1762125"/>
                </a:lnTo>
                <a:lnTo>
                  <a:pt x="276225" y="1762125"/>
                </a:lnTo>
                <a:lnTo>
                  <a:pt x="276225" y="1771650"/>
                </a:lnTo>
                <a:lnTo>
                  <a:pt x="266700" y="1771650"/>
                </a:lnTo>
                <a:lnTo>
                  <a:pt x="266700" y="1781175"/>
                </a:lnTo>
                <a:lnTo>
                  <a:pt x="209550" y="1781175"/>
                </a:lnTo>
                <a:lnTo>
                  <a:pt x="209550" y="1771650"/>
                </a:lnTo>
                <a:lnTo>
                  <a:pt x="219075" y="1771650"/>
                </a:lnTo>
                <a:lnTo>
                  <a:pt x="219075" y="1762125"/>
                </a:lnTo>
                <a:lnTo>
                  <a:pt x="228600" y="1762125"/>
                </a:lnTo>
                <a:lnTo>
                  <a:pt x="228600" y="1743075"/>
                </a:lnTo>
                <a:lnTo>
                  <a:pt x="238125" y="1743075"/>
                </a:lnTo>
                <a:lnTo>
                  <a:pt x="238125" y="1724025"/>
                </a:lnTo>
                <a:lnTo>
                  <a:pt x="247650" y="1724025"/>
                </a:lnTo>
                <a:lnTo>
                  <a:pt x="247650" y="1695450"/>
                </a:lnTo>
                <a:lnTo>
                  <a:pt x="257175" y="1695450"/>
                </a:lnTo>
                <a:lnTo>
                  <a:pt x="257175" y="1657350"/>
                </a:lnTo>
                <a:lnTo>
                  <a:pt x="266700" y="1657350"/>
                </a:lnTo>
                <a:close/>
                <a:moveTo>
                  <a:pt x="381000" y="1600200"/>
                </a:moveTo>
                <a:lnTo>
                  <a:pt x="390525" y="1600200"/>
                </a:lnTo>
                <a:lnTo>
                  <a:pt x="390525" y="1609725"/>
                </a:lnTo>
                <a:lnTo>
                  <a:pt x="381000" y="1609725"/>
                </a:lnTo>
                <a:close/>
                <a:moveTo>
                  <a:pt x="790575" y="1600200"/>
                </a:moveTo>
                <a:lnTo>
                  <a:pt x="857250" y="1600200"/>
                </a:lnTo>
                <a:lnTo>
                  <a:pt x="857250" y="1609725"/>
                </a:lnTo>
                <a:lnTo>
                  <a:pt x="790575" y="1609725"/>
                </a:lnTo>
                <a:close/>
                <a:moveTo>
                  <a:pt x="1590675" y="1733550"/>
                </a:moveTo>
                <a:lnTo>
                  <a:pt x="1600200" y="1733550"/>
                </a:lnTo>
                <a:lnTo>
                  <a:pt x="1600200" y="1743075"/>
                </a:lnTo>
                <a:lnTo>
                  <a:pt x="1685925" y="1743075"/>
                </a:lnTo>
                <a:lnTo>
                  <a:pt x="1685925" y="1752600"/>
                </a:lnTo>
                <a:lnTo>
                  <a:pt x="1590675" y="1752600"/>
                </a:lnTo>
                <a:lnTo>
                  <a:pt x="1590675" y="1762125"/>
                </a:lnTo>
                <a:lnTo>
                  <a:pt x="1581150" y="1762125"/>
                </a:lnTo>
                <a:lnTo>
                  <a:pt x="1581150" y="1781175"/>
                </a:lnTo>
                <a:lnTo>
                  <a:pt x="1571625" y="1781175"/>
                </a:lnTo>
                <a:lnTo>
                  <a:pt x="1571625" y="1752600"/>
                </a:lnTo>
                <a:lnTo>
                  <a:pt x="1562100" y="1752600"/>
                </a:lnTo>
                <a:lnTo>
                  <a:pt x="1562100" y="1743075"/>
                </a:lnTo>
                <a:lnTo>
                  <a:pt x="1571625" y="1743075"/>
                </a:lnTo>
                <a:lnTo>
                  <a:pt x="1571625" y="1752600"/>
                </a:lnTo>
                <a:lnTo>
                  <a:pt x="1581150" y="1752600"/>
                </a:lnTo>
                <a:lnTo>
                  <a:pt x="1581150" y="1743075"/>
                </a:lnTo>
                <a:lnTo>
                  <a:pt x="1590675" y="1743075"/>
                </a:lnTo>
                <a:close/>
                <a:moveTo>
                  <a:pt x="1685925" y="1752600"/>
                </a:moveTo>
                <a:lnTo>
                  <a:pt x="1704975" y="1752600"/>
                </a:lnTo>
                <a:lnTo>
                  <a:pt x="1704975" y="1762125"/>
                </a:lnTo>
                <a:lnTo>
                  <a:pt x="1685925" y="1762125"/>
                </a:lnTo>
                <a:close/>
                <a:moveTo>
                  <a:pt x="1704975" y="1762125"/>
                </a:moveTo>
                <a:lnTo>
                  <a:pt x="1714500" y="1762125"/>
                </a:lnTo>
                <a:lnTo>
                  <a:pt x="1714500" y="1771650"/>
                </a:lnTo>
                <a:lnTo>
                  <a:pt x="1704975" y="1771650"/>
                </a:lnTo>
                <a:close/>
                <a:moveTo>
                  <a:pt x="1714500" y="1771650"/>
                </a:moveTo>
                <a:lnTo>
                  <a:pt x="1724025" y="1771650"/>
                </a:lnTo>
                <a:lnTo>
                  <a:pt x="1724025" y="1781175"/>
                </a:lnTo>
                <a:lnTo>
                  <a:pt x="1714500" y="1781175"/>
                </a:lnTo>
                <a:close/>
              </a:path>
            </a:pathLst>
          </a:custGeom>
          <a:solidFill xmlns:a="http://schemas.openxmlformats.org/drawingml/2006/main">
            <a:srgbClr val="EA752C"/>
          </a:solidFill>
          <a:ln xmlns:a="http://schemas.openxmlformats.org/drawingml/2006/main" w="0">
            <a:noFill/>
          </a:ln>
        </p:spPr>
      </p:sp>
      <p:sp>
        <p:nvSpPr>
          <p:cNvPr id="131" name="logo7 vector #a77041">
            <a:extLst xmlns:a="http://schemas.openxmlformats.org/drawingml/2006/main">
              <a:ext uri="{FF2B5EF4-FFF2-40B4-BE49-F238E27FC236}">
                <a16:creationId xmlns:a16="http://schemas.microsoft.com/office/drawing/2014/main" id="{B6B6E071-BC23-4936-BDB3-6C07A3B0A537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5300" y="5210175"/>
            <a:ext cx="2305050" cy="2105025"/>
          </a:xfrm>
          <a:custGeom xmlns:a="http://schemas.openxmlformats.org/drawingml/2006/main">
            <a:pathLst>
              <a:path w="1952625" h="1781175">
                <a:moveTo>
                  <a:pt x="733425" y="47625"/>
                </a:moveTo>
                <a:lnTo>
                  <a:pt x="771525" y="47625"/>
                </a:lnTo>
                <a:lnTo>
                  <a:pt x="771525" y="57150"/>
                </a:lnTo>
                <a:lnTo>
                  <a:pt x="733425" y="57150"/>
                </a:lnTo>
                <a:close/>
                <a:moveTo>
                  <a:pt x="1143000" y="47625"/>
                </a:moveTo>
                <a:lnTo>
                  <a:pt x="1181100" y="47625"/>
                </a:lnTo>
                <a:lnTo>
                  <a:pt x="1181100" y="57150"/>
                </a:lnTo>
                <a:lnTo>
                  <a:pt x="1143000" y="57150"/>
                </a:lnTo>
                <a:close/>
                <a:moveTo>
                  <a:pt x="657225" y="57150"/>
                </a:moveTo>
                <a:lnTo>
                  <a:pt x="676275" y="57150"/>
                </a:lnTo>
                <a:lnTo>
                  <a:pt x="676275" y="66675"/>
                </a:lnTo>
                <a:lnTo>
                  <a:pt x="657225" y="66675"/>
                </a:lnTo>
                <a:close/>
                <a:moveTo>
                  <a:pt x="1238250" y="57150"/>
                </a:moveTo>
                <a:lnTo>
                  <a:pt x="1257300" y="57150"/>
                </a:lnTo>
                <a:lnTo>
                  <a:pt x="1257300" y="66675"/>
                </a:lnTo>
                <a:lnTo>
                  <a:pt x="1238250" y="66675"/>
                </a:lnTo>
                <a:close/>
                <a:moveTo>
                  <a:pt x="600075" y="66675"/>
                </a:moveTo>
                <a:lnTo>
                  <a:pt x="609600" y="66675"/>
                </a:lnTo>
                <a:lnTo>
                  <a:pt x="609600" y="76200"/>
                </a:lnTo>
                <a:lnTo>
                  <a:pt x="600075" y="76200"/>
                </a:lnTo>
                <a:close/>
                <a:moveTo>
                  <a:pt x="1304925" y="66675"/>
                </a:moveTo>
                <a:lnTo>
                  <a:pt x="1314450" y="66675"/>
                </a:lnTo>
                <a:lnTo>
                  <a:pt x="1314450" y="76200"/>
                </a:lnTo>
                <a:lnTo>
                  <a:pt x="1304925" y="76200"/>
                </a:lnTo>
                <a:close/>
                <a:moveTo>
                  <a:pt x="552450" y="76200"/>
                </a:moveTo>
                <a:lnTo>
                  <a:pt x="561975" y="76200"/>
                </a:lnTo>
                <a:lnTo>
                  <a:pt x="561975" y="85725"/>
                </a:lnTo>
                <a:lnTo>
                  <a:pt x="552450" y="85725"/>
                </a:lnTo>
                <a:close/>
                <a:moveTo>
                  <a:pt x="876300" y="76200"/>
                </a:moveTo>
                <a:lnTo>
                  <a:pt x="1057275" y="76200"/>
                </a:lnTo>
                <a:lnTo>
                  <a:pt x="1057275" y="85725"/>
                </a:lnTo>
                <a:lnTo>
                  <a:pt x="876300" y="85725"/>
                </a:lnTo>
                <a:close/>
                <a:moveTo>
                  <a:pt x="1352550" y="76200"/>
                </a:moveTo>
                <a:lnTo>
                  <a:pt x="1362075" y="76200"/>
                </a:lnTo>
                <a:lnTo>
                  <a:pt x="1362075" y="85725"/>
                </a:lnTo>
                <a:lnTo>
                  <a:pt x="1352550" y="85725"/>
                </a:lnTo>
                <a:close/>
                <a:moveTo>
                  <a:pt x="504825" y="85725"/>
                </a:moveTo>
                <a:lnTo>
                  <a:pt x="523875" y="85725"/>
                </a:lnTo>
                <a:lnTo>
                  <a:pt x="523875" y="95250"/>
                </a:lnTo>
                <a:lnTo>
                  <a:pt x="504825" y="95250"/>
                </a:lnTo>
                <a:close/>
                <a:moveTo>
                  <a:pt x="742950" y="85725"/>
                </a:moveTo>
                <a:lnTo>
                  <a:pt x="781050" y="85725"/>
                </a:lnTo>
                <a:lnTo>
                  <a:pt x="781050" y="95250"/>
                </a:lnTo>
                <a:lnTo>
                  <a:pt x="742950" y="95250"/>
                </a:lnTo>
                <a:close/>
                <a:moveTo>
                  <a:pt x="1143000" y="85725"/>
                </a:moveTo>
                <a:lnTo>
                  <a:pt x="1181100" y="85725"/>
                </a:lnTo>
                <a:lnTo>
                  <a:pt x="1181100" y="95250"/>
                </a:lnTo>
                <a:lnTo>
                  <a:pt x="1143000" y="95250"/>
                </a:lnTo>
                <a:close/>
                <a:moveTo>
                  <a:pt x="1400175" y="85725"/>
                </a:moveTo>
                <a:lnTo>
                  <a:pt x="1409700" y="85725"/>
                </a:lnTo>
                <a:lnTo>
                  <a:pt x="1409700" y="95250"/>
                </a:lnTo>
                <a:lnTo>
                  <a:pt x="1400175" y="95250"/>
                </a:lnTo>
                <a:close/>
                <a:moveTo>
                  <a:pt x="476250" y="95250"/>
                </a:moveTo>
                <a:lnTo>
                  <a:pt x="485775" y="95250"/>
                </a:lnTo>
                <a:lnTo>
                  <a:pt x="485775" y="104775"/>
                </a:lnTo>
                <a:lnTo>
                  <a:pt x="476250" y="104775"/>
                </a:lnTo>
                <a:close/>
                <a:moveTo>
                  <a:pt x="666750" y="95250"/>
                </a:moveTo>
                <a:lnTo>
                  <a:pt x="685800" y="95250"/>
                </a:lnTo>
                <a:lnTo>
                  <a:pt x="685800" y="104775"/>
                </a:lnTo>
                <a:lnTo>
                  <a:pt x="666750" y="104775"/>
                </a:lnTo>
                <a:close/>
                <a:moveTo>
                  <a:pt x="1228725" y="95250"/>
                </a:moveTo>
                <a:lnTo>
                  <a:pt x="1247775" y="95250"/>
                </a:lnTo>
                <a:lnTo>
                  <a:pt x="1247775" y="104775"/>
                </a:lnTo>
                <a:lnTo>
                  <a:pt x="1228725" y="104775"/>
                </a:lnTo>
                <a:close/>
                <a:moveTo>
                  <a:pt x="1428750" y="95250"/>
                </a:moveTo>
                <a:lnTo>
                  <a:pt x="1438275" y="95250"/>
                </a:lnTo>
                <a:lnTo>
                  <a:pt x="1438275" y="104775"/>
                </a:lnTo>
                <a:lnTo>
                  <a:pt x="1428750" y="104775"/>
                </a:lnTo>
                <a:close/>
                <a:moveTo>
                  <a:pt x="457200" y="104775"/>
                </a:moveTo>
                <a:lnTo>
                  <a:pt x="466725" y="104775"/>
                </a:lnTo>
                <a:lnTo>
                  <a:pt x="466725" y="114300"/>
                </a:lnTo>
                <a:lnTo>
                  <a:pt x="457200" y="114300"/>
                </a:lnTo>
                <a:close/>
                <a:moveTo>
                  <a:pt x="600075" y="104775"/>
                </a:moveTo>
                <a:lnTo>
                  <a:pt x="619125" y="104775"/>
                </a:lnTo>
                <a:lnTo>
                  <a:pt x="619125" y="114300"/>
                </a:lnTo>
                <a:lnTo>
                  <a:pt x="600075" y="114300"/>
                </a:lnTo>
                <a:close/>
                <a:moveTo>
                  <a:pt x="1295400" y="104775"/>
                </a:moveTo>
                <a:lnTo>
                  <a:pt x="1314450" y="104775"/>
                </a:lnTo>
                <a:lnTo>
                  <a:pt x="1314450" y="114300"/>
                </a:lnTo>
                <a:lnTo>
                  <a:pt x="1295400" y="114300"/>
                </a:lnTo>
                <a:close/>
                <a:moveTo>
                  <a:pt x="1447800" y="104775"/>
                </a:moveTo>
                <a:lnTo>
                  <a:pt x="1457325" y="104775"/>
                </a:lnTo>
                <a:lnTo>
                  <a:pt x="1457325" y="114300"/>
                </a:lnTo>
                <a:lnTo>
                  <a:pt x="1447800" y="114300"/>
                </a:lnTo>
                <a:close/>
                <a:moveTo>
                  <a:pt x="438150" y="114300"/>
                </a:moveTo>
                <a:lnTo>
                  <a:pt x="447675" y="114300"/>
                </a:lnTo>
                <a:lnTo>
                  <a:pt x="447675" y="123825"/>
                </a:lnTo>
                <a:lnTo>
                  <a:pt x="438150" y="123825"/>
                </a:lnTo>
                <a:close/>
                <a:moveTo>
                  <a:pt x="552450" y="114300"/>
                </a:moveTo>
                <a:lnTo>
                  <a:pt x="561975" y="114300"/>
                </a:lnTo>
                <a:lnTo>
                  <a:pt x="561975" y="123825"/>
                </a:lnTo>
                <a:lnTo>
                  <a:pt x="552450" y="123825"/>
                </a:lnTo>
                <a:close/>
                <a:moveTo>
                  <a:pt x="1343025" y="114300"/>
                </a:moveTo>
                <a:lnTo>
                  <a:pt x="1362075" y="114300"/>
                </a:lnTo>
                <a:lnTo>
                  <a:pt x="1362075" y="123825"/>
                </a:lnTo>
                <a:lnTo>
                  <a:pt x="1343025" y="123825"/>
                </a:lnTo>
                <a:close/>
                <a:moveTo>
                  <a:pt x="428625" y="123825"/>
                </a:moveTo>
                <a:lnTo>
                  <a:pt x="438150" y="123825"/>
                </a:lnTo>
                <a:lnTo>
                  <a:pt x="438150" y="133350"/>
                </a:lnTo>
                <a:lnTo>
                  <a:pt x="428625" y="133350"/>
                </a:lnTo>
                <a:close/>
                <a:moveTo>
                  <a:pt x="514350" y="123825"/>
                </a:moveTo>
                <a:lnTo>
                  <a:pt x="523875" y="123825"/>
                </a:lnTo>
                <a:lnTo>
                  <a:pt x="523875" y="133350"/>
                </a:lnTo>
                <a:lnTo>
                  <a:pt x="514350" y="133350"/>
                </a:lnTo>
                <a:close/>
                <a:moveTo>
                  <a:pt x="1390650" y="123825"/>
                </a:moveTo>
                <a:lnTo>
                  <a:pt x="1400175" y="123825"/>
                </a:lnTo>
                <a:lnTo>
                  <a:pt x="1400175" y="133350"/>
                </a:lnTo>
                <a:lnTo>
                  <a:pt x="1390650" y="133350"/>
                </a:lnTo>
                <a:close/>
                <a:moveTo>
                  <a:pt x="419100" y="133350"/>
                </a:moveTo>
                <a:lnTo>
                  <a:pt x="428625" y="133350"/>
                </a:lnTo>
                <a:lnTo>
                  <a:pt x="428625" y="142875"/>
                </a:lnTo>
                <a:lnTo>
                  <a:pt x="419100" y="142875"/>
                </a:lnTo>
                <a:close/>
                <a:moveTo>
                  <a:pt x="409575" y="142875"/>
                </a:moveTo>
                <a:lnTo>
                  <a:pt x="419100" y="142875"/>
                </a:lnTo>
                <a:lnTo>
                  <a:pt x="419100" y="152400"/>
                </a:lnTo>
                <a:lnTo>
                  <a:pt x="409575" y="152400"/>
                </a:lnTo>
                <a:close/>
                <a:moveTo>
                  <a:pt x="457200" y="152400"/>
                </a:moveTo>
                <a:lnTo>
                  <a:pt x="466725" y="152400"/>
                </a:lnTo>
                <a:lnTo>
                  <a:pt x="466725" y="161925"/>
                </a:lnTo>
                <a:lnTo>
                  <a:pt x="457200" y="161925"/>
                </a:lnTo>
                <a:close/>
                <a:moveTo>
                  <a:pt x="1447800" y="152400"/>
                </a:moveTo>
                <a:lnTo>
                  <a:pt x="1457325" y="152400"/>
                </a:lnTo>
                <a:lnTo>
                  <a:pt x="1457325" y="161925"/>
                </a:lnTo>
                <a:lnTo>
                  <a:pt x="1447800" y="161925"/>
                </a:lnTo>
                <a:close/>
                <a:moveTo>
                  <a:pt x="1457325" y="161925"/>
                </a:moveTo>
                <a:lnTo>
                  <a:pt x="1466850" y="161925"/>
                </a:lnTo>
                <a:lnTo>
                  <a:pt x="1466850" y="171450"/>
                </a:lnTo>
                <a:lnTo>
                  <a:pt x="1457325" y="171450"/>
                </a:lnTo>
                <a:close/>
                <a:moveTo>
                  <a:pt x="323850" y="171450"/>
                </a:moveTo>
                <a:lnTo>
                  <a:pt x="390525" y="171450"/>
                </a:lnTo>
                <a:lnTo>
                  <a:pt x="390525" y="180975"/>
                </a:lnTo>
                <a:lnTo>
                  <a:pt x="323850" y="180975"/>
                </a:lnTo>
                <a:close/>
                <a:moveTo>
                  <a:pt x="1533525" y="171450"/>
                </a:moveTo>
                <a:lnTo>
                  <a:pt x="1571625" y="171450"/>
                </a:lnTo>
                <a:lnTo>
                  <a:pt x="1571625" y="180975"/>
                </a:lnTo>
                <a:lnTo>
                  <a:pt x="1533525" y="180975"/>
                </a:lnTo>
                <a:close/>
                <a:moveTo>
                  <a:pt x="276225" y="180975"/>
                </a:moveTo>
                <a:lnTo>
                  <a:pt x="285750" y="180975"/>
                </a:lnTo>
                <a:lnTo>
                  <a:pt x="285750" y="190500"/>
                </a:lnTo>
                <a:lnTo>
                  <a:pt x="276225" y="190500"/>
                </a:lnTo>
                <a:close/>
                <a:moveTo>
                  <a:pt x="428625" y="180975"/>
                </a:moveTo>
                <a:lnTo>
                  <a:pt x="438150" y="180975"/>
                </a:lnTo>
                <a:lnTo>
                  <a:pt x="438150" y="190500"/>
                </a:lnTo>
                <a:lnTo>
                  <a:pt x="428625" y="190500"/>
                </a:lnTo>
                <a:close/>
                <a:moveTo>
                  <a:pt x="1619250" y="180975"/>
                </a:moveTo>
                <a:lnTo>
                  <a:pt x="1628775" y="180975"/>
                </a:lnTo>
                <a:lnTo>
                  <a:pt x="1628775" y="190500"/>
                </a:lnTo>
                <a:lnTo>
                  <a:pt x="1619250" y="190500"/>
                </a:lnTo>
                <a:close/>
                <a:moveTo>
                  <a:pt x="257175" y="190500"/>
                </a:moveTo>
                <a:lnTo>
                  <a:pt x="266700" y="190500"/>
                </a:lnTo>
                <a:lnTo>
                  <a:pt x="266700" y="200025"/>
                </a:lnTo>
                <a:lnTo>
                  <a:pt x="257175" y="200025"/>
                </a:lnTo>
                <a:close/>
                <a:moveTo>
                  <a:pt x="647700" y="190500"/>
                </a:moveTo>
                <a:lnTo>
                  <a:pt x="657225" y="190500"/>
                </a:lnTo>
                <a:lnTo>
                  <a:pt x="657225" y="200025"/>
                </a:lnTo>
                <a:lnTo>
                  <a:pt x="647700" y="200025"/>
                </a:lnTo>
                <a:close/>
                <a:moveTo>
                  <a:pt x="1343025" y="190500"/>
                </a:moveTo>
                <a:lnTo>
                  <a:pt x="1362075" y="190500"/>
                </a:lnTo>
                <a:lnTo>
                  <a:pt x="1362075" y="200025"/>
                </a:lnTo>
                <a:lnTo>
                  <a:pt x="1343025" y="200025"/>
                </a:lnTo>
                <a:close/>
                <a:moveTo>
                  <a:pt x="1476375" y="190500"/>
                </a:moveTo>
                <a:lnTo>
                  <a:pt x="1485900" y="190500"/>
                </a:lnTo>
                <a:lnTo>
                  <a:pt x="1485900" y="200025"/>
                </a:lnTo>
                <a:lnTo>
                  <a:pt x="1476375" y="200025"/>
                </a:lnTo>
                <a:close/>
                <a:moveTo>
                  <a:pt x="1638300" y="190500"/>
                </a:moveTo>
                <a:lnTo>
                  <a:pt x="1647825" y="190500"/>
                </a:lnTo>
                <a:lnTo>
                  <a:pt x="1647825" y="200025"/>
                </a:lnTo>
                <a:lnTo>
                  <a:pt x="1638300" y="200025"/>
                </a:lnTo>
                <a:close/>
                <a:moveTo>
                  <a:pt x="247650" y="200025"/>
                </a:moveTo>
                <a:lnTo>
                  <a:pt x="257175" y="200025"/>
                </a:lnTo>
                <a:lnTo>
                  <a:pt x="257175" y="209550"/>
                </a:lnTo>
                <a:lnTo>
                  <a:pt x="247650" y="209550"/>
                </a:lnTo>
                <a:close/>
                <a:moveTo>
                  <a:pt x="609600" y="200025"/>
                </a:moveTo>
                <a:lnTo>
                  <a:pt x="619125" y="200025"/>
                </a:lnTo>
                <a:lnTo>
                  <a:pt x="619125" y="209550"/>
                </a:lnTo>
                <a:lnTo>
                  <a:pt x="609600" y="209550"/>
                </a:lnTo>
                <a:close/>
                <a:moveTo>
                  <a:pt x="657225" y="200025"/>
                </a:moveTo>
                <a:lnTo>
                  <a:pt x="666750" y="200025"/>
                </a:lnTo>
                <a:lnTo>
                  <a:pt x="666750" y="209550"/>
                </a:lnTo>
                <a:lnTo>
                  <a:pt x="657225" y="209550"/>
                </a:lnTo>
                <a:close/>
                <a:moveTo>
                  <a:pt x="1362075" y="200025"/>
                </a:moveTo>
                <a:lnTo>
                  <a:pt x="1371600" y="200025"/>
                </a:lnTo>
                <a:lnTo>
                  <a:pt x="1371600" y="209550"/>
                </a:lnTo>
                <a:lnTo>
                  <a:pt x="1362075" y="209550"/>
                </a:lnTo>
                <a:close/>
                <a:moveTo>
                  <a:pt x="1485900" y="200025"/>
                </a:moveTo>
                <a:lnTo>
                  <a:pt x="1495425" y="200025"/>
                </a:lnTo>
                <a:lnTo>
                  <a:pt x="1495425" y="209550"/>
                </a:lnTo>
                <a:lnTo>
                  <a:pt x="1485900" y="209550"/>
                </a:lnTo>
                <a:close/>
                <a:moveTo>
                  <a:pt x="1647825" y="200025"/>
                </a:moveTo>
                <a:lnTo>
                  <a:pt x="1657350" y="200025"/>
                </a:lnTo>
                <a:lnTo>
                  <a:pt x="1657350" y="209550"/>
                </a:lnTo>
                <a:lnTo>
                  <a:pt x="1647825" y="209550"/>
                </a:lnTo>
                <a:close/>
                <a:moveTo>
                  <a:pt x="314325" y="209550"/>
                </a:moveTo>
                <a:lnTo>
                  <a:pt x="333375" y="209550"/>
                </a:lnTo>
                <a:lnTo>
                  <a:pt x="333375" y="219075"/>
                </a:lnTo>
                <a:lnTo>
                  <a:pt x="314325" y="219075"/>
                </a:lnTo>
                <a:close/>
                <a:moveTo>
                  <a:pt x="485775" y="209550"/>
                </a:moveTo>
                <a:lnTo>
                  <a:pt x="514350" y="209550"/>
                </a:lnTo>
                <a:lnTo>
                  <a:pt x="514350" y="219075"/>
                </a:lnTo>
                <a:lnTo>
                  <a:pt x="485775" y="219075"/>
                </a:lnTo>
                <a:close/>
                <a:moveTo>
                  <a:pt x="600075" y="209550"/>
                </a:moveTo>
                <a:lnTo>
                  <a:pt x="609600" y="209550"/>
                </a:lnTo>
                <a:lnTo>
                  <a:pt x="609600" y="219075"/>
                </a:lnTo>
                <a:lnTo>
                  <a:pt x="600075" y="219075"/>
                </a:lnTo>
                <a:close/>
                <a:moveTo>
                  <a:pt x="1581150" y="209550"/>
                </a:moveTo>
                <a:lnTo>
                  <a:pt x="1600200" y="209550"/>
                </a:lnTo>
                <a:lnTo>
                  <a:pt x="1600200" y="219075"/>
                </a:lnTo>
                <a:lnTo>
                  <a:pt x="1581150" y="219075"/>
                </a:lnTo>
                <a:close/>
                <a:moveTo>
                  <a:pt x="238125" y="219075"/>
                </a:moveTo>
                <a:lnTo>
                  <a:pt x="247650" y="219075"/>
                </a:lnTo>
                <a:lnTo>
                  <a:pt x="247650" y="228600"/>
                </a:lnTo>
                <a:lnTo>
                  <a:pt x="238125" y="228600"/>
                </a:lnTo>
                <a:close/>
                <a:moveTo>
                  <a:pt x="285750" y="219075"/>
                </a:moveTo>
                <a:lnTo>
                  <a:pt x="295275" y="219075"/>
                </a:lnTo>
                <a:lnTo>
                  <a:pt x="295275" y="228600"/>
                </a:lnTo>
                <a:lnTo>
                  <a:pt x="285750" y="228600"/>
                </a:lnTo>
                <a:close/>
                <a:moveTo>
                  <a:pt x="514350" y="219075"/>
                </a:moveTo>
                <a:lnTo>
                  <a:pt x="523875" y="219075"/>
                </a:lnTo>
                <a:lnTo>
                  <a:pt x="523875" y="228600"/>
                </a:lnTo>
                <a:lnTo>
                  <a:pt x="514350" y="228600"/>
                </a:lnTo>
                <a:close/>
                <a:moveTo>
                  <a:pt x="609600" y="219075"/>
                </a:moveTo>
                <a:lnTo>
                  <a:pt x="619125" y="219075"/>
                </a:lnTo>
                <a:lnTo>
                  <a:pt x="619125" y="228600"/>
                </a:lnTo>
                <a:lnTo>
                  <a:pt x="609600" y="228600"/>
                </a:lnTo>
                <a:close/>
                <a:moveTo>
                  <a:pt x="1314450" y="219075"/>
                </a:moveTo>
                <a:lnTo>
                  <a:pt x="1323975" y="219075"/>
                </a:lnTo>
                <a:lnTo>
                  <a:pt x="1323975" y="228600"/>
                </a:lnTo>
                <a:lnTo>
                  <a:pt x="1343025" y="228600"/>
                </a:lnTo>
                <a:lnTo>
                  <a:pt x="1343025" y="238125"/>
                </a:lnTo>
                <a:lnTo>
                  <a:pt x="1314450" y="238125"/>
                </a:lnTo>
                <a:close/>
                <a:moveTo>
                  <a:pt x="1609725" y="219075"/>
                </a:moveTo>
                <a:lnTo>
                  <a:pt x="1619250" y="219075"/>
                </a:lnTo>
                <a:lnTo>
                  <a:pt x="1619250" y="228600"/>
                </a:lnTo>
                <a:lnTo>
                  <a:pt x="1609725" y="228600"/>
                </a:lnTo>
                <a:close/>
                <a:moveTo>
                  <a:pt x="276225" y="228600"/>
                </a:moveTo>
                <a:lnTo>
                  <a:pt x="285750" y="228600"/>
                </a:lnTo>
                <a:lnTo>
                  <a:pt x="285750" y="238125"/>
                </a:lnTo>
                <a:lnTo>
                  <a:pt x="276225" y="238125"/>
                </a:lnTo>
                <a:close/>
                <a:moveTo>
                  <a:pt x="1619250" y="228600"/>
                </a:moveTo>
                <a:lnTo>
                  <a:pt x="1628775" y="228600"/>
                </a:lnTo>
                <a:lnTo>
                  <a:pt x="1628775" y="238125"/>
                </a:lnTo>
                <a:lnTo>
                  <a:pt x="1619250" y="238125"/>
                </a:lnTo>
                <a:close/>
                <a:moveTo>
                  <a:pt x="228600" y="238125"/>
                </a:moveTo>
                <a:lnTo>
                  <a:pt x="238125" y="238125"/>
                </a:lnTo>
                <a:lnTo>
                  <a:pt x="238125" y="523875"/>
                </a:lnTo>
                <a:lnTo>
                  <a:pt x="228600" y="523875"/>
                </a:lnTo>
                <a:close/>
                <a:moveTo>
                  <a:pt x="457200" y="238125"/>
                </a:moveTo>
                <a:lnTo>
                  <a:pt x="466725" y="238125"/>
                </a:lnTo>
                <a:lnTo>
                  <a:pt x="466725" y="247650"/>
                </a:lnTo>
                <a:lnTo>
                  <a:pt x="457200" y="247650"/>
                </a:lnTo>
                <a:close/>
                <a:moveTo>
                  <a:pt x="523875" y="238125"/>
                </a:moveTo>
                <a:lnTo>
                  <a:pt x="533400" y="238125"/>
                </a:lnTo>
                <a:lnTo>
                  <a:pt x="533400" y="247650"/>
                </a:lnTo>
                <a:lnTo>
                  <a:pt x="523875" y="247650"/>
                </a:lnTo>
                <a:close/>
                <a:moveTo>
                  <a:pt x="1666875" y="238125"/>
                </a:moveTo>
                <a:lnTo>
                  <a:pt x="1676400" y="238125"/>
                </a:lnTo>
                <a:lnTo>
                  <a:pt x="1676400" y="619125"/>
                </a:lnTo>
                <a:lnTo>
                  <a:pt x="1666875" y="619125"/>
                </a:lnTo>
                <a:close/>
                <a:moveTo>
                  <a:pt x="266700" y="247650"/>
                </a:moveTo>
                <a:lnTo>
                  <a:pt x="276225" y="247650"/>
                </a:lnTo>
                <a:lnTo>
                  <a:pt x="276225" y="276225"/>
                </a:lnTo>
                <a:lnTo>
                  <a:pt x="266700" y="276225"/>
                </a:lnTo>
                <a:close/>
                <a:moveTo>
                  <a:pt x="781050" y="247650"/>
                </a:moveTo>
                <a:lnTo>
                  <a:pt x="790575" y="247650"/>
                </a:lnTo>
                <a:lnTo>
                  <a:pt x="790575" y="257175"/>
                </a:lnTo>
                <a:lnTo>
                  <a:pt x="781050" y="257175"/>
                </a:lnTo>
                <a:close/>
                <a:moveTo>
                  <a:pt x="866775" y="247650"/>
                </a:moveTo>
                <a:lnTo>
                  <a:pt x="876300" y="247650"/>
                </a:lnTo>
                <a:lnTo>
                  <a:pt x="876300" y="257175"/>
                </a:lnTo>
                <a:lnTo>
                  <a:pt x="866775" y="257175"/>
                </a:lnTo>
                <a:close/>
                <a:moveTo>
                  <a:pt x="990600" y="247650"/>
                </a:moveTo>
                <a:lnTo>
                  <a:pt x="1000125" y="247650"/>
                </a:lnTo>
                <a:lnTo>
                  <a:pt x="1000125" y="257175"/>
                </a:lnTo>
                <a:lnTo>
                  <a:pt x="990600" y="257175"/>
                </a:lnTo>
                <a:close/>
                <a:moveTo>
                  <a:pt x="1057275" y="247650"/>
                </a:moveTo>
                <a:lnTo>
                  <a:pt x="1066800" y="247650"/>
                </a:lnTo>
                <a:lnTo>
                  <a:pt x="1066800" y="257175"/>
                </a:lnTo>
                <a:lnTo>
                  <a:pt x="1057275" y="257175"/>
                </a:lnTo>
                <a:close/>
                <a:moveTo>
                  <a:pt x="1171575" y="247650"/>
                </a:moveTo>
                <a:lnTo>
                  <a:pt x="1219200" y="247650"/>
                </a:lnTo>
                <a:lnTo>
                  <a:pt x="1219200" y="257175"/>
                </a:lnTo>
                <a:lnTo>
                  <a:pt x="1171575" y="257175"/>
                </a:lnTo>
                <a:close/>
                <a:moveTo>
                  <a:pt x="838200" y="257175"/>
                </a:moveTo>
                <a:lnTo>
                  <a:pt x="857250" y="257175"/>
                </a:lnTo>
                <a:lnTo>
                  <a:pt x="857250" y="266700"/>
                </a:lnTo>
                <a:lnTo>
                  <a:pt x="838200" y="266700"/>
                </a:lnTo>
                <a:close/>
                <a:moveTo>
                  <a:pt x="1228725" y="257175"/>
                </a:moveTo>
                <a:lnTo>
                  <a:pt x="1238250" y="257175"/>
                </a:lnTo>
                <a:lnTo>
                  <a:pt x="1238250" y="266700"/>
                </a:lnTo>
                <a:lnTo>
                  <a:pt x="1228725" y="266700"/>
                </a:lnTo>
                <a:close/>
                <a:moveTo>
                  <a:pt x="1352550" y="257175"/>
                </a:moveTo>
                <a:lnTo>
                  <a:pt x="1362075" y="257175"/>
                </a:lnTo>
                <a:lnTo>
                  <a:pt x="1362075" y="266700"/>
                </a:lnTo>
                <a:lnTo>
                  <a:pt x="1352550" y="266700"/>
                </a:lnTo>
                <a:close/>
                <a:moveTo>
                  <a:pt x="447675" y="266700"/>
                </a:moveTo>
                <a:lnTo>
                  <a:pt x="457200" y="266700"/>
                </a:lnTo>
                <a:lnTo>
                  <a:pt x="457200" y="276225"/>
                </a:lnTo>
                <a:lnTo>
                  <a:pt x="447675" y="276225"/>
                </a:lnTo>
                <a:close/>
                <a:moveTo>
                  <a:pt x="533400" y="266700"/>
                </a:moveTo>
                <a:lnTo>
                  <a:pt x="542925" y="266700"/>
                </a:lnTo>
                <a:lnTo>
                  <a:pt x="542925" y="276225"/>
                </a:lnTo>
                <a:lnTo>
                  <a:pt x="533400" y="276225"/>
                </a:lnTo>
                <a:close/>
                <a:moveTo>
                  <a:pt x="695325" y="266700"/>
                </a:moveTo>
                <a:lnTo>
                  <a:pt x="704850" y="266700"/>
                </a:lnTo>
                <a:lnTo>
                  <a:pt x="704850" y="276225"/>
                </a:lnTo>
                <a:lnTo>
                  <a:pt x="695325" y="276225"/>
                </a:lnTo>
                <a:close/>
                <a:moveTo>
                  <a:pt x="1019175" y="266700"/>
                </a:moveTo>
                <a:lnTo>
                  <a:pt x="1038225" y="266700"/>
                </a:lnTo>
                <a:lnTo>
                  <a:pt x="1038225" y="276225"/>
                </a:lnTo>
                <a:lnTo>
                  <a:pt x="1019175" y="276225"/>
                </a:lnTo>
                <a:close/>
                <a:moveTo>
                  <a:pt x="1238250" y="266700"/>
                </a:moveTo>
                <a:lnTo>
                  <a:pt x="1247775" y="266700"/>
                </a:lnTo>
                <a:lnTo>
                  <a:pt x="1247775" y="295275"/>
                </a:lnTo>
                <a:lnTo>
                  <a:pt x="1238250" y="295275"/>
                </a:lnTo>
                <a:close/>
                <a:moveTo>
                  <a:pt x="1409700" y="266700"/>
                </a:moveTo>
                <a:lnTo>
                  <a:pt x="1419225" y="266700"/>
                </a:lnTo>
                <a:lnTo>
                  <a:pt x="1419225" y="276225"/>
                </a:lnTo>
                <a:lnTo>
                  <a:pt x="1409700" y="276225"/>
                </a:lnTo>
                <a:close/>
                <a:moveTo>
                  <a:pt x="1457325" y="266700"/>
                </a:moveTo>
                <a:lnTo>
                  <a:pt x="1466850" y="266700"/>
                </a:lnTo>
                <a:lnTo>
                  <a:pt x="1466850" y="276225"/>
                </a:lnTo>
                <a:lnTo>
                  <a:pt x="1457325" y="276225"/>
                </a:lnTo>
                <a:close/>
                <a:moveTo>
                  <a:pt x="1485900" y="266700"/>
                </a:moveTo>
                <a:lnTo>
                  <a:pt x="1495425" y="266700"/>
                </a:lnTo>
                <a:lnTo>
                  <a:pt x="1495425" y="276225"/>
                </a:lnTo>
                <a:lnTo>
                  <a:pt x="1485900" y="276225"/>
                </a:lnTo>
                <a:close/>
                <a:moveTo>
                  <a:pt x="1524000" y="266700"/>
                </a:moveTo>
                <a:lnTo>
                  <a:pt x="1533525" y="266700"/>
                </a:lnTo>
                <a:lnTo>
                  <a:pt x="1533525" y="276225"/>
                </a:lnTo>
                <a:lnTo>
                  <a:pt x="1524000" y="276225"/>
                </a:lnTo>
                <a:close/>
                <a:moveTo>
                  <a:pt x="1009650" y="276225"/>
                </a:moveTo>
                <a:lnTo>
                  <a:pt x="1019175" y="276225"/>
                </a:lnTo>
                <a:lnTo>
                  <a:pt x="1019175" y="285750"/>
                </a:lnTo>
                <a:lnTo>
                  <a:pt x="1009650" y="285750"/>
                </a:lnTo>
                <a:close/>
                <a:moveTo>
                  <a:pt x="1038225" y="276225"/>
                </a:moveTo>
                <a:lnTo>
                  <a:pt x="1047750" y="276225"/>
                </a:lnTo>
                <a:lnTo>
                  <a:pt x="1047750" y="285750"/>
                </a:lnTo>
                <a:lnTo>
                  <a:pt x="1038225" y="285750"/>
                </a:lnTo>
                <a:close/>
                <a:moveTo>
                  <a:pt x="1085850" y="276225"/>
                </a:moveTo>
                <a:lnTo>
                  <a:pt x="1095375" y="276225"/>
                </a:lnTo>
                <a:lnTo>
                  <a:pt x="1095375" y="285750"/>
                </a:lnTo>
                <a:lnTo>
                  <a:pt x="1085850" y="285750"/>
                </a:lnTo>
                <a:close/>
                <a:moveTo>
                  <a:pt x="1200150" y="276225"/>
                </a:moveTo>
                <a:lnTo>
                  <a:pt x="1209675" y="276225"/>
                </a:lnTo>
                <a:lnTo>
                  <a:pt x="1209675" y="285750"/>
                </a:lnTo>
                <a:lnTo>
                  <a:pt x="1200150" y="285750"/>
                </a:lnTo>
                <a:close/>
                <a:moveTo>
                  <a:pt x="1314450" y="276225"/>
                </a:moveTo>
                <a:lnTo>
                  <a:pt x="1323975" y="276225"/>
                </a:lnTo>
                <a:lnTo>
                  <a:pt x="1323975" y="285750"/>
                </a:lnTo>
                <a:lnTo>
                  <a:pt x="1314450" y="285750"/>
                </a:lnTo>
                <a:close/>
                <a:moveTo>
                  <a:pt x="1333500" y="276225"/>
                </a:moveTo>
                <a:lnTo>
                  <a:pt x="1343025" y="276225"/>
                </a:lnTo>
                <a:lnTo>
                  <a:pt x="1343025" y="285750"/>
                </a:lnTo>
                <a:lnTo>
                  <a:pt x="1333500" y="285750"/>
                </a:lnTo>
                <a:close/>
                <a:moveTo>
                  <a:pt x="485775" y="285750"/>
                </a:moveTo>
                <a:lnTo>
                  <a:pt x="495300" y="285750"/>
                </a:lnTo>
                <a:lnTo>
                  <a:pt x="495300" y="295275"/>
                </a:lnTo>
                <a:lnTo>
                  <a:pt x="485775" y="295275"/>
                </a:lnTo>
                <a:close/>
                <a:moveTo>
                  <a:pt x="790575" y="285750"/>
                </a:moveTo>
                <a:lnTo>
                  <a:pt x="800100" y="285750"/>
                </a:lnTo>
                <a:lnTo>
                  <a:pt x="800100" y="295275"/>
                </a:lnTo>
                <a:lnTo>
                  <a:pt x="790575" y="295275"/>
                </a:lnTo>
                <a:close/>
                <a:moveTo>
                  <a:pt x="857250" y="285750"/>
                </a:moveTo>
                <a:lnTo>
                  <a:pt x="866775" y="285750"/>
                </a:lnTo>
                <a:lnTo>
                  <a:pt x="866775" y="295275"/>
                </a:lnTo>
                <a:lnTo>
                  <a:pt x="857250" y="295275"/>
                </a:lnTo>
                <a:close/>
                <a:moveTo>
                  <a:pt x="876300" y="285750"/>
                </a:moveTo>
                <a:lnTo>
                  <a:pt x="885825" y="285750"/>
                </a:lnTo>
                <a:lnTo>
                  <a:pt x="885825" y="295275"/>
                </a:lnTo>
                <a:lnTo>
                  <a:pt x="876300" y="295275"/>
                </a:lnTo>
                <a:close/>
                <a:moveTo>
                  <a:pt x="1123950" y="285750"/>
                </a:moveTo>
                <a:lnTo>
                  <a:pt x="1133475" y="285750"/>
                </a:lnTo>
                <a:lnTo>
                  <a:pt x="1133475" y="295275"/>
                </a:lnTo>
                <a:lnTo>
                  <a:pt x="1123950" y="295275"/>
                </a:lnTo>
                <a:close/>
                <a:moveTo>
                  <a:pt x="1304925" y="285750"/>
                </a:moveTo>
                <a:lnTo>
                  <a:pt x="1314450" y="285750"/>
                </a:lnTo>
                <a:lnTo>
                  <a:pt x="1314450" y="295275"/>
                </a:lnTo>
                <a:lnTo>
                  <a:pt x="1304925" y="295275"/>
                </a:lnTo>
                <a:close/>
                <a:moveTo>
                  <a:pt x="1343025" y="285750"/>
                </a:moveTo>
                <a:lnTo>
                  <a:pt x="1352550" y="285750"/>
                </a:lnTo>
                <a:lnTo>
                  <a:pt x="1352550" y="304800"/>
                </a:lnTo>
                <a:lnTo>
                  <a:pt x="1343025" y="304800"/>
                </a:lnTo>
                <a:close/>
                <a:moveTo>
                  <a:pt x="1381125" y="285750"/>
                </a:moveTo>
                <a:lnTo>
                  <a:pt x="1390650" y="285750"/>
                </a:lnTo>
                <a:lnTo>
                  <a:pt x="1390650" y="295275"/>
                </a:lnTo>
                <a:lnTo>
                  <a:pt x="1381125" y="295275"/>
                </a:lnTo>
                <a:close/>
                <a:moveTo>
                  <a:pt x="1409700" y="285750"/>
                </a:moveTo>
                <a:lnTo>
                  <a:pt x="1419225" y="285750"/>
                </a:lnTo>
                <a:lnTo>
                  <a:pt x="1419225" y="295275"/>
                </a:lnTo>
                <a:lnTo>
                  <a:pt x="1409700" y="295275"/>
                </a:lnTo>
                <a:close/>
                <a:moveTo>
                  <a:pt x="1543050" y="285750"/>
                </a:moveTo>
                <a:lnTo>
                  <a:pt x="1552575" y="285750"/>
                </a:lnTo>
                <a:lnTo>
                  <a:pt x="1552575" y="295275"/>
                </a:lnTo>
                <a:lnTo>
                  <a:pt x="1543050" y="295275"/>
                </a:lnTo>
                <a:close/>
                <a:moveTo>
                  <a:pt x="1628775" y="285750"/>
                </a:moveTo>
                <a:lnTo>
                  <a:pt x="1638300" y="285750"/>
                </a:lnTo>
                <a:lnTo>
                  <a:pt x="1638300" y="571500"/>
                </a:lnTo>
                <a:lnTo>
                  <a:pt x="1628775" y="571500"/>
                </a:lnTo>
                <a:close/>
                <a:moveTo>
                  <a:pt x="542925" y="295275"/>
                </a:moveTo>
                <a:lnTo>
                  <a:pt x="552450" y="295275"/>
                </a:lnTo>
                <a:lnTo>
                  <a:pt x="552450" y="304800"/>
                </a:lnTo>
                <a:lnTo>
                  <a:pt x="542925" y="304800"/>
                </a:lnTo>
                <a:close/>
                <a:moveTo>
                  <a:pt x="847725" y="295275"/>
                </a:moveTo>
                <a:lnTo>
                  <a:pt x="857250" y="295275"/>
                </a:lnTo>
                <a:lnTo>
                  <a:pt x="857250" y="304800"/>
                </a:lnTo>
                <a:lnTo>
                  <a:pt x="847725" y="304800"/>
                </a:lnTo>
                <a:close/>
                <a:moveTo>
                  <a:pt x="885825" y="295275"/>
                </a:moveTo>
                <a:lnTo>
                  <a:pt x="895350" y="295275"/>
                </a:lnTo>
                <a:lnTo>
                  <a:pt x="895350" y="381000"/>
                </a:lnTo>
                <a:lnTo>
                  <a:pt x="885825" y="381000"/>
                </a:lnTo>
                <a:close/>
                <a:moveTo>
                  <a:pt x="933450" y="295275"/>
                </a:moveTo>
                <a:lnTo>
                  <a:pt x="942975" y="295275"/>
                </a:lnTo>
                <a:lnTo>
                  <a:pt x="942975" y="381000"/>
                </a:lnTo>
                <a:lnTo>
                  <a:pt x="933450" y="381000"/>
                </a:lnTo>
                <a:close/>
                <a:moveTo>
                  <a:pt x="1162050" y="295275"/>
                </a:moveTo>
                <a:lnTo>
                  <a:pt x="1171575" y="295275"/>
                </a:lnTo>
                <a:lnTo>
                  <a:pt x="1171575" y="314325"/>
                </a:lnTo>
                <a:lnTo>
                  <a:pt x="1162050" y="314325"/>
                </a:lnTo>
                <a:close/>
                <a:moveTo>
                  <a:pt x="1228725" y="295275"/>
                </a:moveTo>
                <a:lnTo>
                  <a:pt x="1238250" y="295275"/>
                </a:lnTo>
                <a:lnTo>
                  <a:pt x="1238250" y="304800"/>
                </a:lnTo>
                <a:lnTo>
                  <a:pt x="1228725" y="304800"/>
                </a:lnTo>
                <a:close/>
                <a:moveTo>
                  <a:pt x="457200" y="304800"/>
                </a:moveTo>
                <a:lnTo>
                  <a:pt x="466725" y="304800"/>
                </a:lnTo>
                <a:lnTo>
                  <a:pt x="466725" y="314325"/>
                </a:lnTo>
                <a:lnTo>
                  <a:pt x="457200" y="314325"/>
                </a:lnTo>
                <a:close/>
                <a:moveTo>
                  <a:pt x="1257300" y="304800"/>
                </a:moveTo>
                <a:lnTo>
                  <a:pt x="1266825" y="304800"/>
                </a:lnTo>
                <a:lnTo>
                  <a:pt x="1266825" y="361950"/>
                </a:lnTo>
                <a:lnTo>
                  <a:pt x="1257300" y="361950"/>
                </a:lnTo>
                <a:close/>
                <a:moveTo>
                  <a:pt x="1304925" y="304800"/>
                </a:moveTo>
                <a:lnTo>
                  <a:pt x="1314450" y="304800"/>
                </a:lnTo>
                <a:lnTo>
                  <a:pt x="1314450" y="314325"/>
                </a:lnTo>
                <a:lnTo>
                  <a:pt x="1304925" y="314325"/>
                </a:lnTo>
                <a:close/>
                <a:moveTo>
                  <a:pt x="428625" y="314325"/>
                </a:moveTo>
                <a:lnTo>
                  <a:pt x="438150" y="314325"/>
                </a:lnTo>
                <a:lnTo>
                  <a:pt x="438150" y="323850"/>
                </a:lnTo>
                <a:lnTo>
                  <a:pt x="428625" y="323850"/>
                </a:lnTo>
                <a:close/>
                <a:moveTo>
                  <a:pt x="495300" y="314325"/>
                </a:moveTo>
                <a:lnTo>
                  <a:pt x="504825" y="314325"/>
                </a:lnTo>
                <a:lnTo>
                  <a:pt x="504825" y="333375"/>
                </a:lnTo>
                <a:lnTo>
                  <a:pt x="495300" y="333375"/>
                </a:lnTo>
                <a:close/>
                <a:moveTo>
                  <a:pt x="990600" y="314325"/>
                </a:moveTo>
                <a:lnTo>
                  <a:pt x="1000125" y="314325"/>
                </a:lnTo>
                <a:lnTo>
                  <a:pt x="1000125" y="323850"/>
                </a:lnTo>
                <a:lnTo>
                  <a:pt x="990600" y="323850"/>
                </a:lnTo>
                <a:close/>
                <a:moveTo>
                  <a:pt x="1314450" y="314325"/>
                </a:moveTo>
                <a:lnTo>
                  <a:pt x="1333500" y="314325"/>
                </a:lnTo>
                <a:lnTo>
                  <a:pt x="1333500" y="333375"/>
                </a:lnTo>
                <a:lnTo>
                  <a:pt x="1362075" y="333375"/>
                </a:lnTo>
                <a:lnTo>
                  <a:pt x="1362075" y="342900"/>
                </a:lnTo>
                <a:lnTo>
                  <a:pt x="1323975" y="342900"/>
                </a:lnTo>
                <a:lnTo>
                  <a:pt x="1323975" y="333375"/>
                </a:lnTo>
                <a:lnTo>
                  <a:pt x="1314450" y="333375"/>
                </a:lnTo>
                <a:close/>
                <a:moveTo>
                  <a:pt x="552450" y="323850"/>
                </a:moveTo>
                <a:lnTo>
                  <a:pt x="561975" y="323850"/>
                </a:lnTo>
                <a:lnTo>
                  <a:pt x="561975" y="333375"/>
                </a:lnTo>
                <a:lnTo>
                  <a:pt x="552450" y="333375"/>
                </a:lnTo>
                <a:close/>
                <a:moveTo>
                  <a:pt x="1038225" y="333375"/>
                </a:moveTo>
                <a:lnTo>
                  <a:pt x="1047750" y="333375"/>
                </a:lnTo>
                <a:lnTo>
                  <a:pt x="1047750" y="342900"/>
                </a:lnTo>
                <a:lnTo>
                  <a:pt x="1038225" y="342900"/>
                </a:lnTo>
                <a:close/>
                <a:moveTo>
                  <a:pt x="1162050" y="333375"/>
                </a:moveTo>
                <a:lnTo>
                  <a:pt x="1171575" y="333375"/>
                </a:lnTo>
                <a:lnTo>
                  <a:pt x="1171575" y="342900"/>
                </a:lnTo>
                <a:lnTo>
                  <a:pt x="1162050" y="342900"/>
                </a:lnTo>
                <a:close/>
                <a:moveTo>
                  <a:pt x="1504950" y="333375"/>
                </a:moveTo>
                <a:lnTo>
                  <a:pt x="1514475" y="333375"/>
                </a:lnTo>
                <a:lnTo>
                  <a:pt x="1514475" y="342900"/>
                </a:lnTo>
                <a:lnTo>
                  <a:pt x="1504950" y="342900"/>
                </a:lnTo>
                <a:close/>
                <a:moveTo>
                  <a:pt x="1304925" y="342900"/>
                </a:moveTo>
                <a:lnTo>
                  <a:pt x="1314450" y="342900"/>
                </a:lnTo>
                <a:lnTo>
                  <a:pt x="1314450" y="361950"/>
                </a:lnTo>
                <a:lnTo>
                  <a:pt x="1304925" y="361950"/>
                </a:lnTo>
                <a:close/>
                <a:moveTo>
                  <a:pt x="561975" y="352425"/>
                </a:moveTo>
                <a:lnTo>
                  <a:pt x="571500" y="352425"/>
                </a:lnTo>
                <a:lnTo>
                  <a:pt x="571500" y="361950"/>
                </a:lnTo>
                <a:lnTo>
                  <a:pt x="561975" y="361950"/>
                </a:lnTo>
                <a:close/>
                <a:moveTo>
                  <a:pt x="409575" y="361950"/>
                </a:moveTo>
                <a:lnTo>
                  <a:pt x="419100" y="361950"/>
                </a:lnTo>
                <a:lnTo>
                  <a:pt x="419100" y="371475"/>
                </a:lnTo>
                <a:lnTo>
                  <a:pt x="409575" y="371475"/>
                </a:lnTo>
                <a:close/>
                <a:moveTo>
                  <a:pt x="447675" y="361950"/>
                </a:moveTo>
                <a:lnTo>
                  <a:pt x="457200" y="361950"/>
                </a:lnTo>
                <a:lnTo>
                  <a:pt x="457200" y="371475"/>
                </a:lnTo>
                <a:lnTo>
                  <a:pt x="447675" y="371475"/>
                </a:lnTo>
                <a:close/>
                <a:moveTo>
                  <a:pt x="1038225" y="361950"/>
                </a:moveTo>
                <a:lnTo>
                  <a:pt x="1047750" y="361950"/>
                </a:lnTo>
                <a:lnTo>
                  <a:pt x="1047750" y="371475"/>
                </a:lnTo>
                <a:lnTo>
                  <a:pt x="1038225" y="371475"/>
                </a:lnTo>
                <a:close/>
                <a:moveTo>
                  <a:pt x="1123950" y="361950"/>
                </a:moveTo>
                <a:lnTo>
                  <a:pt x="1133475" y="361950"/>
                </a:lnTo>
                <a:lnTo>
                  <a:pt x="1133475" y="371475"/>
                </a:lnTo>
                <a:lnTo>
                  <a:pt x="1123950" y="371475"/>
                </a:lnTo>
                <a:close/>
                <a:moveTo>
                  <a:pt x="438150" y="371475"/>
                </a:moveTo>
                <a:lnTo>
                  <a:pt x="447675" y="371475"/>
                </a:lnTo>
                <a:lnTo>
                  <a:pt x="447675" y="381000"/>
                </a:lnTo>
                <a:lnTo>
                  <a:pt x="438150" y="381000"/>
                </a:lnTo>
                <a:close/>
                <a:moveTo>
                  <a:pt x="704850" y="371475"/>
                </a:moveTo>
                <a:lnTo>
                  <a:pt x="714375" y="371475"/>
                </a:lnTo>
                <a:lnTo>
                  <a:pt x="714375" y="381000"/>
                </a:lnTo>
                <a:lnTo>
                  <a:pt x="704850" y="381000"/>
                </a:lnTo>
                <a:close/>
                <a:moveTo>
                  <a:pt x="847725" y="371475"/>
                </a:moveTo>
                <a:lnTo>
                  <a:pt x="857250" y="371475"/>
                </a:lnTo>
                <a:lnTo>
                  <a:pt x="857250" y="381000"/>
                </a:lnTo>
                <a:lnTo>
                  <a:pt x="847725" y="381000"/>
                </a:lnTo>
                <a:close/>
                <a:moveTo>
                  <a:pt x="1019175" y="371475"/>
                </a:moveTo>
                <a:lnTo>
                  <a:pt x="1038225" y="371475"/>
                </a:lnTo>
                <a:lnTo>
                  <a:pt x="1038225" y="381000"/>
                </a:lnTo>
                <a:lnTo>
                  <a:pt x="1019175" y="381000"/>
                </a:lnTo>
                <a:close/>
                <a:moveTo>
                  <a:pt x="1095375" y="371475"/>
                </a:moveTo>
                <a:lnTo>
                  <a:pt x="1104900" y="371475"/>
                </a:lnTo>
                <a:lnTo>
                  <a:pt x="1104900" y="381000"/>
                </a:lnTo>
                <a:lnTo>
                  <a:pt x="1095375" y="381000"/>
                </a:lnTo>
                <a:close/>
                <a:moveTo>
                  <a:pt x="1190625" y="371475"/>
                </a:moveTo>
                <a:lnTo>
                  <a:pt x="1219200" y="371475"/>
                </a:lnTo>
                <a:lnTo>
                  <a:pt x="1219200" y="381000"/>
                </a:lnTo>
                <a:lnTo>
                  <a:pt x="1190625" y="381000"/>
                </a:lnTo>
                <a:close/>
                <a:moveTo>
                  <a:pt x="1238250" y="371475"/>
                </a:moveTo>
                <a:lnTo>
                  <a:pt x="1247775" y="371475"/>
                </a:lnTo>
                <a:lnTo>
                  <a:pt x="1247775" y="390525"/>
                </a:lnTo>
                <a:lnTo>
                  <a:pt x="1238250" y="390525"/>
                </a:lnTo>
                <a:close/>
                <a:moveTo>
                  <a:pt x="1362075" y="371475"/>
                </a:moveTo>
                <a:lnTo>
                  <a:pt x="1371600" y="371475"/>
                </a:lnTo>
                <a:lnTo>
                  <a:pt x="1371600" y="381000"/>
                </a:lnTo>
                <a:lnTo>
                  <a:pt x="1362075" y="381000"/>
                </a:lnTo>
                <a:close/>
                <a:moveTo>
                  <a:pt x="609600" y="381000"/>
                </a:moveTo>
                <a:lnTo>
                  <a:pt x="619125" y="381000"/>
                </a:lnTo>
                <a:lnTo>
                  <a:pt x="619125" y="390525"/>
                </a:lnTo>
                <a:lnTo>
                  <a:pt x="609600" y="390525"/>
                </a:lnTo>
                <a:close/>
                <a:moveTo>
                  <a:pt x="666750" y="381000"/>
                </a:moveTo>
                <a:lnTo>
                  <a:pt x="676275" y="381000"/>
                </a:lnTo>
                <a:lnTo>
                  <a:pt x="676275" y="390525"/>
                </a:lnTo>
                <a:lnTo>
                  <a:pt x="666750" y="390525"/>
                </a:lnTo>
                <a:close/>
                <a:moveTo>
                  <a:pt x="695325" y="381000"/>
                </a:moveTo>
                <a:lnTo>
                  <a:pt x="704850" y="381000"/>
                </a:lnTo>
                <a:lnTo>
                  <a:pt x="704850" y="400050"/>
                </a:lnTo>
                <a:lnTo>
                  <a:pt x="676275" y="400050"/>
                </a:lnTo>
                <a:lnTo>
                  <a:pt x="676275" y="390525"/>
                </a:lnTo>
                <a:lnTo>
                  <a:pt x="695325" y="390525"/>
                </a:lnTo>
                <a:close/>
                <a:moveTo>
                  <a:pt x="876300" y="381000"/>
                </a:moveTo>
                <a:lnTo>
                  <a:pt x="885825" y="381000"/>
                </a:lnTo>
                <a:lnTo>
                  <a:pt x="885825" y="390525"/>
                </a:lnTo>
                <a:lnTo>
                  <a:pt x="876300" y="390525"/>
                </a:lnTo>
                <a:close/>
                <a:moveTo>
                  <a:pt x="942975" y="381000"/>
                </a:moveTo>
                <a:lnTo>
                  <a:pt x="952500" y="381000"/>
                </a:lnTo>
                <a:lnTo>
                  <a:pt x="952500" y="390525"/>
                </a:lnTo>
                <a:lnTo>
                  <a:pt x="942975" y="390525"/>
                </a:lnTo>
                <a:close/>
                <a:moveTo>
                  <a:pt x="962025" y="381000"/>
                </a:moveTo>
                <a:lnTo>
                  <a:pt x="971550" y="381000"/>
                </a:lnTo>
                <a:lnTo>
                  <a:pt x="971550" y="390525"/>
                </a:lnTo>
                <a:lnTo>
                  <a:pt x="962025" y="390525"/>
                </a:lnTo>
                <a:close/>
                <a:moveTo>
                  <a:pt x="400050" y="390525"/>
                </a:moveTo>
                <a:lnTo>
                  <a:pt x="409575" y="390525"/>
                </a:lnTo>
                <a:lnTo>
                  <a:pt x="409575" y="400050"/>
                </a:lnTo>
                <a:lnTo>
                  <a:pt x="400050" y="400050"/>
                </a:lnTo>
                <a:close/>
                <a:moveTo>
                  <a:pt x="590550" y="390525"/>
                </a:moveTo>
                <a:lnTo>
                  <a:pt x="609600" y="390525"/>
                </a:lnTo>
                <a:lnTo>
                  <a:pt x="609600" y="409575"/>
                </a:lnTo>
                <a:lnTo>
                  <a:pt x="590550" y="409575"/>
                </a:lnTo>
                <a:lnTo>
                  <a:pt x="590550" y="419100"/>
                </a:lnTo>
                <a:lnTo>
                  <a:pt x="581025" y="419100"/>
                </a:lnTo>
                <a:lnTo>
                  <a:pt x="581025" y="400050"/>
                </a:lnTo>
                <a:lnTo>
                  <a:pt x="590550" y="400050"/>
                </a:lnTo>
                <a:close/>
                <a:moveTo>
                  <a:pt x="762000" y="390525"/>
                </a:moveTo>
                <a:lnTo>
                  <a:pt x="771525" y="390525"/>
                </a:lnTo>
                <a:lnTo>
                  <a:pt x="771525" y="400050"/>
                </a:lnTo>
                <a:lnTo>
                  <a:pt x="762000" y="400050"/>
                </a:lnTo>
                <a:close/>
                <a:moveTo>
                  <a:pt x="847725" y="390525"/>
                </a:moveTo>
                <a:lnTo>
                  <a:pt x="857250" y="390525"/>
                </a:lnTo>
                <a:lnTo>
                  <a:pt x="857250" y="400050"/>
                </a:lnTo>
                <a:lnTo>
                  <a:pt x="847725" y="400050"/>
                </a:lnTo>
                <a:close/>
                <a:moveTo>
                  <a:pt x="885825" y="390525"/>
                </a:moveTo>
                <a:lnTo>
                  <a:pt x="895350" y="390525"/>
                </a:lnTo>
                <a:lnTo>
                  <a:pt x="895350" y="400050"/>
                </a:lnTo>
                <a:lnTo>
                  <a:pt x="885825" y="400050"/>
                </a:lnTo>
                <a:close/>
                <a:moveTo>
                  <a:pt x="971550" y="390525"/>
                </a:moveTo>
                <a:lnTo>
                  <a:pt x="981075" y="390525"/>
                </a:lnTo>
                <a:lnTo>
                  <a:pt x="981075" y="400050"/>
                </a:lnTo>
                <a:lnTo>
                  <a:pt x="971550" y="400050"/>
                </a:lnTo>
                <a:close/>
                <a:moveTo>
                  <a:pt x="1028700" y="390525"/>
                </a:moveTo>
                <a:lnTo>
                  <a:pt x="1038225" y="390525"/>
                </a:lnTo>
                <a:lnTo>
                  <a:pt x="1038225" y="400050"/>
                </a:lnTo>
                <a:lnTo>
                  <a:pt x="1028700" y="400050"/>
                </a:lnTo>
                <a:close/>
                <a:moveTo>
                  <a:pt x="1095375" y="390525"/>
                </a:moveTo>
                <a:lnTo>
                  <a:pt x="1104900" y="390525"/>
                </a:lnTo>
                <a:lnTo>
                  <a:pt x="1104900" y="400050"/>
                </a:lnTo>
                <a:lnTo>
                  <a:pt x="1095375" y="400050"/>
                </a:lnTo>
                <a:close/>
                <a:moveTo>
                  <a:pt x="1228725" y="390525"/>
                </a:moveTo>
                <a:lnTo>
                  <a:pt x="1238250" y="390525"/>
                </a:lnTo>
                <a:lnTo>
                  <a:pt x="1238250" y="400050"/>
                </a:lnTo>
                <a:lnTo>
                  <a:pt x="1228725" y="400050"/>
                </a:lnTo>
                <a:close/>
                <a:moveTo>
                  <a:pt x="1552575" y="390525"/>
                </a:moveTo>
                <a:lnTo>
                  <a:pt x="1562100" y="390525"/>
                </a:lnTo>
                <a:lnTo>
                  <a:pt x="1562100" y="400050"/>
                </a:lnTo>
                <a:lnTo>
                  <a:pt x="1552575" y="400050"/>
                </a:lnTo>
                <a:close/>
                <a:moveTo>
                  <a:pt x="438150" y="400050"/>
                </a:moveTo>
                <a:lnTo>
                  <a:pt x="447675" y="400050"/>
                </a:lnTo>
                <a:lnTo>
                  <a:pt x="447675" y="409575"/>
                </a:lnTo>
                <a:lnTo>
                  <a:pt x="438150" y="409575"/>
                </a:lnTo>
                <a:close/>
                <a:moveTo>
                  <a:pt x="666750" y="400050"/>
                </a:moveTo>
                <a:lnTo>
                  <a:pt x="676275" y="400050"/>
                </a:lnTo>
                <a:lnTo>
                  <a:pt x="676275" y="409575"/>
                </a:lnTo>
                <a:lnTo>
                  <a:pt x="666750" y="409575"/>
                </a:lnTo>
                <a:close/>
                <a:moveTo>
                  <a:pt x="733425" y="400050"/>
                </a:moveTo>
                <a:lnTo>
                  <a:pt x="762000" y="400050"/>
                </a:lnTo>
                <a:lnTo>
                  <a:pt x="762000" y="409575"/>
                </a:lnTo>
                <a:lnTo>
                  <a:pt x="733425" y="409575"/>
                </a:lnTo>
                <a:close/>
                <a:moveTo>
                  <a:pt x="1171575" y="400050"/>
                </a:moveTo>
                <a:lnTo>
                  <a:pt x="1219200" y="400050"/>
                </a:lnTo>
                <a:lnTo>
                  <a:pt x="1219200" y="409575"/>
                </a:lnTo>
                <a:lnTo>
                  <a:pt x="1171575" y="409575"/>
                </a:lnTo>
                <a:close/>
                <a:moveTo>
                  <a:pt x="1295400" y="400050"/>
                </a:moveTo>
                <a:lnTo>
                  <a:pt x="1304925" y="400050"/>
                </a:lnTo>
                <a:lnTo>
                  <a:pt x="1304925" y="409575"/>
                </a:lnTo>
                <a:lnTo>
                  <a:pt x="1295400" y="409575"/>
                </a:lnTo>
                <a:close/>
                <a:moveTo>
                  <a:pt x="1362075" y="400050"/>
                </a:moveTo>
                <a:lnTo>
                  <a:pt x="1371600" y="400050"/>
                </a:lnTo>
                <a:lnTo>
                  <a:pt x="1371600" y="409575"/>
                </a:lnTo>
                <a:lnTo>
                  <a:pt x="1362075" y="409575"/>
                </a:lnTo>
                <a:close/>
                <a:moveTo>
                  <a:pt x="1409700" y="400050"/>
                </a:moveTo>
                <a:lnTo>
                  <a:pt x="1419225" y="400050"/>
                </a:lnTo>
                <a:lnTo>
                  <a:pt x="1419225" y="409575"/>
                </a:lnTo>
                <a:lnTo>
                  <a:pt x="1409700" y="409575"/>
                </a:lnTo>
                <a:close/>
                <a:moveTo>
                  <a:pt x="1466850" y="400050"/>
                </a:moveTo>
                <a:lnTo>
                  <a:pt x="1476375" y="400050"/>
                </a:lnTo>
                <a:lnTo>
                  <a:pt x="1476375" y="409575"/>
                </a:lnTo>
                <a:lnTo>
                  <a:pt x="1466850" y="409575"/>
                </a:lnTo>
                <a:close/>
                <a:moveTo>
                  <a:pt x="1495425" y="400050"/>
                </a:moveTo>
                <a:lnTo>
                  <a:pt x="1504950" y="400050"/>
                </a:lnTo>
                <a:lnTo>
                  <a:pt x="1504950" y="409575"/>
                </a:lnTo>
                <a:lnTo>
                  <a:pt x="1495425" y="409575"/>
                </a:lnTo>
                <a:close/>
                <a:moveTo>
                  <a:pt x="1419225" y="409575"/>
                </a:moveTo>
                <a:lnTo>
                  <a:pt x="1466850" y="409575"/>
                </a:lnTo>
                <a:lnTo>
                  <a:pt x="1466850" y="419100"/>
                </a:lnTo>
                <a:lnTo>
                  <a:pt x="1419225" y="419100"/>
                </a:lnTo>
                <a:close/>
                <a:moveTo>
                  <a:pt x="1562100" y="409575"/>
                </a:moveTo>
                <a:lnTo>
                  <a:pt x="1571625" y="409575"/>
                </a:lnTo>
                <a:lnTo>
                  <a:pt x="1571625" y="419100"/>
                </a:lnTo>
                <a:lnTo>
                  <a:pt x="1562100" y="419100"/>
                </a:lnTo>
                <a:close/>
                <a:moveTo>
                  <a:pt x="390525" y="419100"/>
                </a:moveTo>
                <a:lnTo>
                  <a:pt x="400050" y="419100"/>
                </a:lnTo>
                <a:lnTo>
                  <a:pt x="400050" y="428625"/>
                </a:lnTo>
                <a:lnTo>
                  <a:pt x="390525" y="428625"/>
                </a:lnTo>
                <a:close/>
                <a:moveTo>
                  <a:pt x="438150" y="419100"/>
                </a:moveTo>
                <a:lnTo>
                  <a:pt x="447675" y="419100"/>
                </a:lnTo>
                <a:lnTo>
                  <a:pt x="447675" y="428625"/>
                </a:lnTo>
                <a:lnTo>
                  <a:pt x="438150" y="428625"/>
                </a:lnTo>
                <a:close/>
                <a:moveTo>
                  <a:pt x="1533525" y="419100"/>
                </a:moveTo>
                <a:lnTo>
                  <a:pt x="1562100" y="419100"/>
                </a:lnTo>
                <a:lnTo>
                  <a:pt x="1562100" y="428625"/>
                </a:lnTo>
                <a:lnTo>
                  <a:pt x="1533525" y="428625"/>
                </a:lnTo>
                <a:close/>
                <a:moveTo>
                  <a:pt x="762000" y="447675"/>
                </a:moveTo>
                <a:lnTo>
                  <a:pt x="819150" y="447675"/>
                </a:lnTo>
                <a:lnTo>
                  <a:pt x="819150" y="457200"/>
                </a:lnTo>
                <a:lnTo>
                  <a:pt x="828675" y="457200"/>
                </a:lnTo>
                <a:lnTo>
                  <a:pt x="828675" y="466725"/>
                </a:lnTo>
                <a:lnTo>
                  <a:pt x="781050" y="466725"/>
                </a:lnTo>
                <a:lnTo>
                  <a:pt x="781050" y="457200"/>
                </a:lnTo>
                <a:lnTo>
                  <a:pt x="762000" y="457200"/>
                </a:lnTo>
                <a:close/>
                <a:moveTo>
                  <a:pt x="1000125" y="447675"/>
                </a:moveTo>
                <a:lnTo>
                  <a:pt x="1009650" y="447675"/>
                </a:lnTo>
                <a:lnTo>
                  <a:pt x="1009650" y="457200"/>
                </a:lnTo>
                <a:lnTo>
                  <a:pt x="1019175" y="457200"/>
                </a:lnTo>
                <a:lnTo>
                  <a:pt x="1019175" y="466725"/>
                </a:lnTo>
                <a:lnTo>
                  <a:pt x="1000125" y="466725"/>
                </a:lnTo>
                <a:lnTo>
                  <a:pt x="1000125" y="476250"/>
                </a:lnTo>
                <a:lnTo>
                  <a:pt x="990600" y="476250"/>
                </a:lnTo>
                <a:lnTo>
                  <a:pt x="990600" y="457200"/>
                </a:lnTo>
                <a:lnTo>
                  <a:pt x="1000125" y="457200"/>
                </a:lnTo>
                <a:close/>
                <a:moveTo>
                  <a:pt x="1143000" y="447675"/>
                </a:moveTo>
                <a:lnTo>
                  <a:pt x="1171575" y="447675"/>
                </a:lnTo>
                <a:lnTo>
                  <a:pt x="1171575" y="466725"/>
                </a:lnTo>
                <a:lnTo>
                  <a:pt x="1162050" y="466725"/>
                </a:lnTo>
                <a:lnTo>
                  <a:pt x="1162050" y="476250"/>
                </a:lnTo>
                <a:lnTo>
                  <a:pt x="1152525" y="476250"/>
                </a:lnTo>
                <a:lnTo>
                  <a:pt x="1152525" y="466725"/>
                </a:lnTo>
                <a:lnTo>
                  <a:pt x="1143000" y="466725"/>
                </a:lnTo>
                <a:close/>
                <a:moveTo>
                  <a:pt x="1209675" y="447675"/>
                </a:moveTo>
                <a:lnTo>
                  <a:pt x="1219200" y="447675"/>
                </a:lnTo>
                <a:lnTo>
                  <a:pt x="1219200" y="457200"/>
                </a:lnTo>
                <a:lnTo>
                  <a:pt x="1209675" y="457200"/>
                </a:lnTo>
                <a:close/>
                <a:moveTo>
                  <a:pt x="1266825" y="447675"/>
                </a:moveTo>
                <a:lnTo>
                  <a:pt x="1276350" y="447675"/>
                </a:lnTo>
                <a:lnTo>
                  <a:pt x="1276350" y="457200"/>
                </a:lnTo>
                <a:lnTo>
                  <a:pt x="1285875" y="457200"/>
                </a:lnTo>
                <a:lnTo>
                  <a:pt x="1285875" y="466725"/>
                </a:lnTo>
                <a:lnTo>
                  <a:pt x="1257300" y="466725"/>
                </a:lnTo>
                <a:lnTo>
                  <a:pt x="1257300" y="457200"/>
                </a:lnTo>
                <a:lnTo>
                  <a:pt x="1266825" y="457200"/>
                </a:lnTo>
                <a:close/>
                <a:moveTo>
                  <a:pt x="752475" y="457200"/>
                </a:moveTo>
                <a:lnTo>
                  <a:pt x="762000" y="457200"/>
                </a:lnTo>
                <a:lnTo>
                  <a:pt x="762000" y="466725"/>
                </a:lnTo>
                <a:lnTo>
                  <a:pt x="752475" y="466725"/>
                </a:lnTo>
                <a:close/>
                <a:moveTo>
                  <a:pt x="590550" y="476250"/>
                </a:moveTo>
                <a:lnTo>
                  <a:pt x="609600" y="476250"/>
                </a:lnTo>
                <a:lnTo>
                  <a:pt x="609600" y="504825"/>
                </a:lnTo>
                <a:lnTo>
                  <a:pt x="600075" y="504825"/>
                </a:lnTo>
                <a:lnTo>
                  <a:pt x="600075" y="495300"/>
                </a:lnTo>
                <a:lnTo>
                  <a:pt x="590550" y="495300"/>
                </a:lnTo>
                <a:close/>
                <a:moveTo>
                  <a:pt x="895350" y="485775"/>
                </a:moveTo>
                <a:lnTo>
                  <a:pt x="904875" y="485775"/>
                </a:lnTo>
                <a:lnTo>
                  <a:pt x="904875" y="504825"/>
                </a:lnTo>
                <a:lnTo>
                  <a:pt x="895350" y="504825"/>
                </a:lnTo>
                <a:close/>
                <a:moveTo>
                  <a:pt x="933450" y="485775"/>
                </a:moveTo>
                <a:lnTo>
                  <a:pt x="952500" y="485775"/>
                </a:lnTo>
                <a:lnTo>
                  <a:pt x="952500" y="495300"/>
                </a:lnTo>
                <a:lnTo>
                  <a:pt x="933450" y="495300"/>
                </a:lnTo>
                <a:close/>
                <a:moveTo>
                  <a:pt x="1057275" y="485775"/>
                </a:moveTo>
                <a:lnTo>
                  <a:pt x="1066800" y="485775"/>
                </a:lnTo>
                <a:lnTo>
                  <a:pt x="1066800" y="504825"/>
                </a:lnTo>
                <a:lnTo>
                  <a:pt x="1057275" y="504825"/>
                </a:lnTo>
                <a:lnTo>
                  <a:pt x="1057275" y="523875"/>
                </a:lnTo>
                <a:lnTo>
                  <a:pt x="1047750" y="523875"/>
                </a:lnTo>
                <a:lnTo>
                  <a:pt x="1047750" y="495300"/>
                </a:lnTo>
                <a:lnTo>
                  <a:pt x="1057275" y="495300"/>
                </a:lnTo>
                <a:close/>
                <a:moveTo>
                  <a:pt x="1104900" y="485775"/>
                </a:moveTo>
                <a:lnTo>
                  <a:pt x="1114425" y="485775"/>
                </a:lnTo>
                <a:lnTo>
                  <a:pt x="1114425" y="504825"/>
                </a:lnTo>
                <a:lnTo>
                  <a:pt x="1104900" y="504825"/>
                </a:lnTo>
                <a:close/>
                <a:moveTo>
                  <a:pt x="1152525" y="485775"/>
                </a:moveTo>
                <a:lnTo>
                  <a:pt x="1162050" y="485775"/>
                </a:lnTo>
                <a:lnTo>
                  <a:pt x="1162050" y="495300"/>
                </a:lnTo>
                <a:lnTo>
                  <a:pt x="1171575" y="495300"/>
                </a:lnTo>
                <a:lnTo>
                  <a:pt x="1171575" y="504825"/>
                </a:lnTo>
                <a:lnTo>
                  <a:pt x="1143000" y="504825"/>
                </a:lnTo>
                <a:lnTo>
                  <a:pt x="1143000" y="495300"/>
                </a:lnTo>
                <a:lnTo>
                  <a:pt x="1152525" y="495300"/>
                </a:lnTo>
                <a:close/>
                <a:moveTo>
                  <a:pt x="1333500" y="485775"/>
                </a:moveTo>
                <a:lnTo>
                  <a:pt x="1343025" y="485775"/>
                </a:lnTo>
                <a:lnTo>
                  <a:pt x="1343025" y="495300"/>
                </a:lnTo>
                <a:lnTo>
                  <a:pt x="1333500" y="495300"/>
                </a:lnTo>
                <a:close/>
                <a:moveTo>
                  <a:pt x="47625" y="495300"/>
                </a:moveTo>
                <a:lnTo>
                  <a:pt x="66675" y="495300"/>
                </a:lnTo>
                <a:lnTo>
                  <a:pt x="66675" y="542925"/>
                </a:lnTo>
                <a:lnTo>
                  <a:pt x="76200" y="542925"/>
                </a:lnTo>
                <a:lnTo>
                  <a:pt x="76200" y="571500"/>
                </a:lnTo>
                <a:lnTo>
                  <a:pt x="85725" y="571500"/>
                </a:lnTo>
                <a:lnTo>
                  <a:pt x="85725" y="590550"/>
                </a:lnTo>
                <a:lnTo>
                  <a:pt x="95250" y="590550"/>
                </a:lnTo>
                <a:lnTo>
                  <a:pt x="95250" y="600075"/>
                </a:lnTo>
                <a:lnTo>
                  <a:pt x="104775" y="600075"/>
                </a:lnTo>
                <a:lnTo>
                  <a:pt x="104775" y="619125"/>
                </a:lnTo>
                <a:lnTo>
                  <a:pt x="114300" y="619125"/>
                </a:lnTo>
                <a:lnTo>
                  <a:pt x="114300" y="628650"/>
                </a:lnTo>
                <a:lnTo>
                  <a:pt x="123825" y="628650"/>
                </a:lnTo>
                <a:lnTo>
                  <a:pt x="123825" y="638175"/>
                </a:lnTo>
                <a:lnTo>
                  <a:pt x="133350" y="638175"/>
                </a:lnTo>
                <a:lnTo>
                  <a:pt x="133350" y="647700"/>
                </a:lnTo>
                <a:lnTo>
                  <a:pt x="142875" y="647700"/>
                </a:lnTo>
                <a:lnTo>
                  <a:pt x="142875" y="657225"/>
                </a:lnTo>
                <a:lnTo>
                  <a:pt x="161925" y="657225"/>
                </a:lnTo>
                <a:lnTo>
                  <a:pt x="161925" y="666750"/>
                </a:lnTo>
                <a:lnTo>
                  <a:pt x="171450" y="666750"/>
                </a:lnTo>
                <a:lnTo>
                  <a:pt x="171450" y="676275"/>
                </a:lnTo>
                <a:lnTo>
                  <a:pt x="180975" y="676275"/>
                </a:lnTo>
                <a:lnTo>
                  <a:pt x="180975" y="666750"/>
                </a:lnTo>
                <a:lnTo>
                  <a:pt x="190500" y="666750"/>
                </a:lnTo>
                <a:lnTo>
                  <a:pt x="190500" y="676275"/>
                </a:lnTo>
                <a:lnTo>
                  <a:pt x="180975" y="676275"/>
                </a:lnTo>
                <a:lnTo>
                  <a:pt x="180975" y="695325"/>
                </a:lnTo>
                <a:lnTo>
                  <a:pt x="171450" y="695325"/>
                </a:lnTo>
                <a:lnTo>
                  <a:pt x="171450" y="685800"/>
                </a:lnTo>
                <a:lnTo>
                  <a:pt x="152400" y="685800"/>
                </a:lnTo>
                <a:lnTo>
                  <a:pt x="152400" y="676275"/>
                </a:lnTo>
                <a:lnTo>
                  <a:pt x="142875" y="676275"/>
                </a:lnTo>
                <a:lnTo>
                  <a:pt x="142875" y="666750"/>
                </a:lnTo>
                <a:lnTo>
                  <a:pt x="133350" y="666750"/>
                </a:lnTo>
                <a:lnTo>
                  <a:pt x="133350" y="657225"/>
                </a:lnTo>
                <a:lnTo>
                  <a:pt x="123825" y="657225"/>
                </a:lnTo>
                <a:lnTo>
                  <a:pt x="123825" y="647700"/>
                </a:lnTo>
                <a:lnTo>
                  <a:pt x="114300" y="647700"/>
                </a:lnTo>
                <a:lnTo>
                  <a:pt x="114300" y="638175"/>
                </a:lnTo>
                <a:lnTo>
                  <a:pt x="104775" y="638175"/>
                </a:lnTo>
                <a:lnTo>
                  <a:pt x="104775" y="628650"/>
                </a:lnTo>
                <a:lnTo>
                  <a:pt x="95250" y="628650"/>
                </a:lnTo>
                <a:lnTo>
                  <a:pt x="95250" y="619125"/>
                </a:lnTo>
                <a:lnTo>
                  <a:pt x="85725" y="619125"/>
                </a:lnTo>
                <a:lnTo>
                  <a:pt x="85725" y="609600"/>
                </a:lnTo>
                <a:lnTo>
                  <a:pt x="76200" y="609600"/>
                </a:lnTo>
                <a:lnTo>
                  <a:pt x="76200" y="590550"/>
                </a:lnTo>
                <a:lnTo>
                  <a:pt x="66675" y="590550"/>
                </a:lnTo>
                <a:lnTo>
                  <a:pt x="66675" y="571500"/>
                </a:lnTo>
                <a:lnTo>
                  <a:pt x="57150" y="571500"/>
                </a:lnTo>
                <a:lnTo>
                  <a:pt x="57150" y="542925"/>
                </a:lnTo>
                <a:lnTo>
                  <a:pt x="47625" y="542925"/>
                </a:lnTo>
                <a:close/>
                <a:moveTo>
                  <a:pt x="571500" y="504825"/>
                </a:moveTo>
                <a:lnTo>
                  <a:pt x="581025" y="504825"/>
                </a:lnTo>
                <a:lnTo>
                  <a:pt x="581025" y="514350"/>
                </a:lnTo>
                <a:lnTo>
                  <a:pt x="571500" y="514350"/>
                </a:lnTo>
                <a:close/>
                <a:moveTo>
                  <a:pt x="581025" y="523875"/>
                </a:moveTo>
                <a:lnTo>
                  <a:pt x="600075" y="523875"/>
                </a:lnTo>
                <a:lnTo>
                  <a:pt x="600075" y="533400"/>
                </a:lnTo>
                <a:lnTo>
                  <a:pt x="581025" y="533400"/>
                </a:lnTo>
                <a:close/>
                <a:moveTo>
                  <a:pt x="533400" y="533400"/>
                </a:moveTo>
                <a:lnTo>
                  <a:pt x="542925" y="533400"/>
                </a:lnTo>
                <a:lnTo>
                  <a:pt x="542925" y="561975"/>
                </a:lnTo>
                <a:lnTo>
                  <a:pt x="552450" y="561975"/>
                </a:lnTo>
                <a:lnTo>
                  <a:pt x="552450" y="571500"/>
                </a:lnTo>
                <a:lnTo>
                  <a:pt x="533400" y="571500"/>
                </a:lnTo>
                <a:lnTo>
                  <a:pt x="533400" y="561975"/>
                </a:lnTo>
                <a:lnTo>
                  <a:pt x="523875" y="561975"/>
                </a:lnTo>
                <a:lnTo>
                  <a:pt x="523875" y="542925"/>
                </a:lnTo>
                <a:lnTo>
                  <a:pt x="533400" y="542925"/>
                </a:lnTo>
                <a:close/>
                <a:moveTo>
                  <a:pt x="619125" y="533400"/>
                </a:moveTo>
                <a:lnTo>
                  <a:pt x="638175" y="533400"/>
                </a:lnTo>
                <a:lnTo>
                  <a:pt x="638175" y="561975"/>
                </a:lnTo>
                <a:lnTo>
                  <a:pt x="619125" y="561975"/>
                </a:lnTo>
                <a:close/>
                <a:moveTo>
                  <a:pt x="571500" y="552450"/>
                </a:moveTo>
                <a:lnTo>
                  <a:pt x="590550" y="552450"/>
                </a:lnTo>
                <a:lnTo>
                  <a:pt x="590550" y="571500"/>
                </a:lnTo>
                <a:lnTo>
                  <a:pt x="581025" y="571500"/>
                </a:lnTo>
                <a:lnTo>
                  <a:pt x="581025" y="561975"/>
                </a:lnTo>
                <a:lnTo>
                  <a:pt x="571500" y="561975"/>
                </a:lnTo>
                <a:close/>
                <a:moveTo>
                  <a:pt x="1323975" y="552450"/>
                </a:moveTo>
                <a:lnTo>
                  <a:pt x="1333500" y="552450"/>
                </a:lnTo>
                <a:lnTo>
                  <a:pt x="1333500" y="561975"/>
                </a:lnTo>
                <a:lnTo>
                  <a:pt x="1381125" y="561975"/>
                </a:lnTo>
                <a:lnTo>
                  <a:pt x="1381125" y="581025"/>
                </a:lnTo>
                <a:lnTo>
                  <a:pt x="1333500" y="581025"/>
                </a:lnTo>
                <a:lnTo>
                  <a:pt x="1333500" y="571500"/>
                </a:lnTo>
                <a:lnTo>
                  <a:pt x="1323975" y="571500"/>
                </a:lnTo>
                <a:close/>
                <a:moveTo>
                  <a:pt x="800100" y="561975"/>
                </a:moveTo>
                <a:lnTo>
                  <a:pt x="809625" y="561975"/>
                </a:lnTo>
                <a:lnTo>
                  <a:pt x="809625" y="581025"/>
                </a:lnTo>
                <a:lnTo>
                  <a:pt x="800100" y="581025"/>
                </a:lnTo>
                <a:close/>
                <a:moveTo>
                  <a:pt x="1000125" y="561975"/>
                </a:moveTo>
                <a:lnTo>
                  <a:pt x="1019175" y="561975"/>
                </a:lnTo>
                <a:lnTo>
                  <a:pt x="1019175" y="571500"/>
                </a:lnTo>
                <a:lnTo>
                  <a:pt x="1028700" y="571500"/>
                </a:lnTo>
                <a:lnTo>
                  <a:pt x="1028700" y="581025"/>
                </a:lnTo>
                <a:lnTo>
                  <a:pt x="1009650" y="581025"/>
                </a:lnTo>
                <a:lnTo>
                  <a:pt x="1009650" y="571500"/>
                </a:lnTo>
                <a:lnTo>
                  <a:pt x="1000125" y="571500"/>
                </a:lnTo>
                <a:close/>
                <a:moveTo>
                  <a:pt x="1057275" y="561975"/>
                </a:moveTo>
                <a:lnTo>
                  <a:pt x="1076325" y="561975"/>
                </a:lnTo>
                <a:lnTo>
                  <a:pt x="1076325" y="581025"/>
                </a:lnTo>
                <a:lnTo>
                  <a:pt x="1057275" y="581025"/>
                </a:lnTo>
                <a:close/>
                <a:moveTo>
                  <a:pt x="1152525" y="561975"/>
                </a:moveTo>
                <a:lnTo>
                  <a:pt x="1171575" y="561975"/>
                </a:lnTo>
                <a:lnTo>
                  <a:pt x="1171575" y="571500"/>
                </a:lnTo>
                <a:lnTo>
                  <a:pt x="1152525" y="571500"/>
                </a:lnTo>
                <a:close/>
                <a:moveTo>
                  <a:pt x="1209675" y="561975"/>
                </a:moveTo>
                <a:lnTo>
                  <a:pt x="1228725" y="561975"/>
                </a:lnTo>
                <a:lnTo>
                  <a:pt x="1228725" y="581025"/>
                </a:lnTo>
                <a:lnTo>
                  <a:pt x="1209675" y="581025"/>
                </a:lnTo>
                <a:close/>
                <a:moveTo>
                  <a:pt x="1266825" y="561975"/>
                </a:moveTo>
                <a:lnTo>
                  <a:pt x="1285875" y="561975"/>
                </a:lnTo>
                <a:lnTo>
                  <a:pt x="1285875" y="581025"/>
                </a:lnTo>
                <a:lnTo>
                  <a:pt x="1266825" y="581025"/>
                </a:lnTo>
                <a:close/>
                <a:moveTo>
                  <a:pt x="895350" y="571500"/>
                </a:moveTo>
                <a:lnTo>
                  <a:pt x="904875" y="571500"/>
                </a:lnTo>
                <a:lnTo>
                  <a:pt x="904875" y="581025"/>
                </a:lnTo>
                <a:lnTo>
                  <a:pt x="895350" y="581025"/>
                </a:lnTo>
                <a:close/>
                <a:moveTo>
                  <a:pt x="1104900" y="571500"/>
                </a:moveTo>
                <a:lnTo>
                  <a:pt x="1114425" y="571500"/>
                </a:lnTo>
                <a:lnTo>
                  <a:pt x="1114425" y="581025"/>
                </a:lnTo>
                <a:lnTo>
                  <a:pt x="1104900" y="581025"/>
                </a:lnTo>
                <a:close/>
                <a:moveTo>
                  <a:pt x="228600" y="590550"/>
                </a:moveTo>
                <a:lnTo>
                  <a:pt x="238125" y="590550"/>
                </a:lnTo>
                <a:lnTo>
                  <a:pt x="238125" y="619125"/>
                </a:lnTo>
                <a:lnTo>
                  <a:pt x="228600" y="619125"/>
                </a:lnTo>
                <a:close/>
                <a:moveTo>
                  <a:pt x="295275" y="619125"/>
                </a:moveTo>
                <a:lnTo>
                  <a:pt x="304800" y="619125"/>
                </a:lnTo>
                <a:lnTo>
                  <a:pt x="304800" y="628650"/>
                </a:lnTo>
                <a:lnTo>
                  <a:pt x="295275" y="628650"/>
                </a:lnTo>
                <a:close/>
                <a:moveTo>
                  <a:pt x="1600200" y="619125"/>
                </a:moveTo>
                <a:lnTo>
                  <a:pt x="1609725" y="619125"/>
                </a:lnTo>
                <a:lnTo>
                  <a:pt x="1609725" y="628650"/>
                </a:lnTo>
                <a:lnTo>
                  <a:pt x="1600200" y="628650"/>
                </a:lnTo>
                <a:close/>
                <a:moveTo>
                  <a:pt x="1666875" y="647700"/>
                </a:moveTo>
                <a:lnTo>
                  <a:pt x="1695450" y="647700"/>
                </a:lnTo>
                <a:lnTo>
                  <a:pt x="1695450" y="657225"/>
                </a:lnTo>
                <a:lnTo>
                  <a:pt x="1666875" y="657225"/>
                </a:lnTo>
                <a:close/>
                <a:moveTo>
                  <a:pt x="180975" y="695325"/>
                </a:moveTo>
                <a:lnTo>
                  <a:pt x="190500" y="695325"/>
                </a:lnTo>
                <a:lnTo>
                  <a:pt x="190500" y="704850"/>
                </a:lnTo>
                <a:lnTo>
                  <a:pt x="180975" y="704850"/>
                </a:lnTo>
                <a:close/>
                <a:moveTo>
                  <a:pt x="1733550" y="695325"/>
                </a:moveTo>
                <a:lnTo>
                  <a:pt x="1752600" y="695325"/>
                </a:lnTo>
                <a:lnTo>
                  <a:pt x="1752600" y="714375"/>
                </a:lnTo>
                <a:lnTo>
                  <a:pt x="1733550" y="714375"/>
                </a:lnTo>
                <a:close/>
                <a:moveTo>
                  <a:pt x="1714500" y="704850"/>
                </a:moveTo>
                <a:lnTo>
                  <a:pt x="1724025" y="704850"/>
                </a:lnTo>
                <a:lnTo>
                  <a:pt x="1724025" y="723900"/>
                </a:lnTo>
                <a:lnTo>
                  <a:pt x="1714500" y="723900"/>
                </a:lnTo>
                <a:close/>
                <a:moveTo>
                  <a:pt x="1704975" y="723900"/>
                </a:moveTo>
                <a:lnTo>
                  <a:pt x="1714500" y="723900"/>
                </a:lnTo>
                <a:lnTo>
                  <a:pt x="1714500" y="733425"/>
                </a:lnTo>
                <a:lnTo>
                  <a:pt x="1704975" y="733425"/>
                </a:lnTo>
                <a:close/>
                <a:moveTo>
                  <a:pt x="180975" y="733425"/>
                </a:moveTo>
                <a:lnTo>
                  <a:pt x="190500" y="733425"/>
                </a:lnTo>
                <a:lnTo>
                  <a:pt x="190500" y="742950"/>
                </a:lnTo>
                <a:lnTo>
                  <a:pt x="180975" y="742950"/>
                </a:lnTo>
                <a:close/>
                <a:moveTo>
                  <a:pt x="152400" y="781050"/>
                </a:moveTo>
                <a:lnTo>
                  <a:pt x="161925" y="781050"/>
                </a:lnTo>
                <a:lnTo>
                  <a:pt x="161925" y="790575"/>
                </a:lnTo>
                <a:lnTo>
                  <a:pt x="152400" y="790575"/>
                </a:lnTo>
                <a:close/>
                <a:moveTo>
                  <a:pt x="142875" y="800100"/>
                </a:moveTo>
                <a:lnTo>
                  <a:pt x="152400" y="800100"/>
                </a:lnTo>
                <a:lnTo>
                  <a:pt x="152400" y="809625"/>
                </a:lnTo>
                <a:lnTo>
                  <a:pt x="142875" y="809625"/>
                </a:lnTo>
                <a:close/>
                <a:moveTo>
                  <a:pt x="123825" y="828675"/>
                </a:moveTo>
                <a:lnTo>
                  <a:pt x="133350" y="828675"/>
                </a:lnTo>
                <a:lnTo>
                  <a:pt x="133350" y="838200"/>
                </a:lnTo>
                <a:lnTo>
                  <a:pt x="123825" y="838200"/>
                </a:lnTo>
                <a:close/>
                <a:moveTo>
                  <a:pt x="1771650" y="828675"/>
                </a:moveTo>
                <a:lnTo>
                  <a:pt x="1781175" y="828675"/>
                </a:lnTo>
                <a:lnTo>
                  <a:pt x="1781175" y="838200"/>
                </a:lnTo>
                <a:lnTo>
                  <a:pt x="1771650" y="838200"/>
                </a:lnTo>
                <a:close/>
                <a:moveTo>
                  <a:pt x="1790700" y="857250"/>
                </a:moveTo>
                <a:lnTo>
                  <a:pt x="1800225" y="857250"/>
                </a:lnTo>
                <a:lnTo>
                  <a:pt x="1800225" y="866775"/>
                </a:lnTo>
                <a:lnTo>
                  <a:pt x="1790700" y="866775"/>
                </a:lnTo>
                <a:close/>
                <a:moveTo>
                  <a:pt x="95250" y="876300"/>
                </a:moveTo>
                <a:lnTo>
                  <a:pt x="104775" y="876300"/>
                </a:lnTo>
                <a:lnTo>
                  <a:pt x="104775" y="885825"/>
                </a:lnTo>
                <a:lnTo>
                  <a:pt x="95250" y="885825"/>
                </a:lnTo>
                <a:close/>
                <a:moveTo>
                  <a:pt x="1800225" y="876300"/>
                </a:moveTo>
                <a:lnTo>
                  <a:pt x="1809750" y="876300"/>
                </a:lnTo>
                <a:lnTo>
                  <a:pt x="1809750" y="885825"/>
                </a:lnTo>
                <a:lnTo>
                  <a:pt x="1800225" y="885825"/>
                </a:lnTo>
                <a:close/>
                <a:moveTo>
                  <a:pt x="95250" y="952500"/>
                </a:moveTo>
                <a:lnTo>
                  <a:pt x="104775" y="952500"/>
                </a:lnTo>
                <a:lnTo>
                  <a:pt x="104775" y="962025"/>
                </a:lnTo>
                <a:lnTo>
                  <a:pt x="95250" y="962025"/>
                </a:lnTo>
                <a:close/>
                <a:moveTo>
                  <a:pt x="1800225" y="952500"/>
                </a:moveTo>
                <a:lnTo>
                  <a:pt x="1809750" y="952500"/>
                </a:lnTo>
                <a:lnTo>
                  <a:pt x="1809750" y="962025"/>
                </a:lnTo>
                <a:lnTo>
                  <a:pt x="1800225" y="962025"/>
                </a:lnTo>
                <a:close/>
                <a:moveTo>
                  <a:pt x="104775" y="971550"/>
                </a:moveTo>
                <a:lnTo>
                  <a:pt x="114300" y="971550"/>
                </a:lnTo>
                <a:lnTo>
                  <a:pt x="114300" y="981075"/>
                </a:lnTo>
                <a:lnTo>
                  <a:pt x="104775" y="981075"/>
                </a:lnTo>
                <a:close/>
                <a:moveTo>
                  <a:pt x="485775" y="971550"/>
                </a:moveTo>
                <a:lnTo>
                  <a:pt x="495300" y="971550"/>
                </a:lnTo>
                <a:lnTo>
                  <a:pt x="495300" y="981075"/>
                </a:lnTo>
                <a:lnTo>
                  <a:pt x="485775" y="981075"/>
                </a:lnTo>
                <a:close/>
                <a:moveTo>
                  <a:pt x="1019175" y="981075"/>
                </a:moveTo>
                <a:lnTo>
                  <a:pt x="1028700" y="981075"/>
                </a:lnTo>
                <a:lnTo>
                  <a:pt x="1028700" y="990600"/>
                </a:lnTo>
                <a:lnTo>
                  <a:pt x="1019175" y="990600"/>
                </a:lnTo>
                <a:close/>
                <a:moveTo>
                  <a:pt x="1638300" y="981075"/>
                </a:moveTo>
                <a:lnTo>
                  <a:pt x="1647825" y="981075"/>
                </a:lnTo>
                <a:lnTo>
                  <a:pt x="1647825" y="990600"/>
                </a:lnTo>
                <a:lnTo>
                  <a:pt x="1638300" y="990600"/>
                </a:lnTo>
                <a:close/>
                <a:moveTo>
                  <a:pt x="1781175" y="981075"/>
                </a:moveTo>
                <a:lnTo>
                  <a:pt x="1790700" y="981075"/>
                </a:lnTo>
                <a:lnTo>
                  <a:pt x="1790700" y="990600"/>
                </a:lnTo>
                <a:lnTo>
                  <a:pt x="1781175" y="990600"/>
                </a:lnTo>
                <a:close/>
                <a:moveTo>
                  <a:pt x="1009650" y="990600"/>
                </a:moveTo>
                <a:lnTo>
                  <a:pt x="1019175" y="990600"/>
                </a:lnTo>
                <a:lnTo>
                  <a:pt x="1019175" y="1000125"/>
                </a:lnTo>
                <a:lnTo>
                  <a:pt x="1009650" y="1000125"/>
                </a:lnTo>
                <a:close/>
                <a:moveTo>
                  <a:pt x="1647825" y="990600"/>
                </a:moveTo>
                <a:lnTo>
                  <a:pt x="1657350" y="990600"/>
                </a:lnTo>
                <a:lnTo>
                  <a:pt x="1657350" y="1000125"/>
                </a:lnTo>
                <a:lnTo>
                  <a:pt x="1647825" y="1000125"/>
                </a:lnTo>
                <a:close/>
                <a:moveTo>
                  <a:pt x="1771650" y="990600"/>
                </a:moveTo>
                <a:lnTo>
                  <a:pt x="1781175" y="990600"/>
                </a:lnTo>
                <a:lnTo>
                  <a:pt x="1781175" y="1000125"/>
                </a:lnTo>
                <a:lnTo>
                  <a:pt x="1771650" y="1000125"/>
                </a:lnTo>
                <a:close/>
                <a:moveTo>
                  <a:pt x="133350" y="1000125"/>
                </a:moveTo>
                <a:lnTo>
                  <a:pt x="142875" y="1000125"/>
                </a:lnTo>
                <a:lnTo>
                  <a:pt x="142875" y="1009650"/>
                </a:lnTo>
                <a:lnTo>
                  <a:pt x="133350" y="1009650"/>
                </a:lnTo>
                <a:close/>
                <a:moveTo>
                  <a:pt x="514350" y="1000125"/>
                </a:moveTo>
                <a:lnTo>
                  <a:pt x="523875" y="1000125"/>
                </a:lnTo>
                <a:lnTo>
                  <a:pt x="523875" y="1009650"/>
                </a:lnTo>
                <a:lnTo>
                  <a:pt x="514350" y="1009650"/>
                </a:lnTo>
                <a:close/>
                <a:moveTo>
                  <a:pt x="895350" y="1000125"/>
                </a:moveTo>
                <a:lnTo>
                  <a:pt x="904875" y="1000125"/>
                </a:lnTo>
                <a:lnTo>
                  <a:pt x="904875" y="1009650"/>
                </a:lnTo>
                <a:lnTo>
                  <a:pt x="895350" y="1009650"/>
                </a:lnTo>
                <a:close/>
                <a:moveTo>
                  <a:pt x="152400" y="1009650"/>
                </a:moveTo>
                <a:lnTo>
                  <a:pt x="161925" y="1009650"/>
                </a:lnTo>
                <a:lnTo>
                  <a:pt x="161925" y="1019175"/>
                </a:lnTo>
                <a:lnTo>
                  <a:pt x="152400" y="1019175"/>
                </a:lnTo>
                <a:close/>
                <a:moveTo>
                  <a:pt x="219075" y="1009650"/>
                </a:moveTo>
                <a:lnTo>
                  <a:pt x="228600" y="1009650"/>
                </a:lnTo>
                <a:lnTo>
                  <a:pt x="228600" y="1019175"/>
                </a:lnTo>
                <a:lnTo>
                  <a:pt x="219075" y="1019175"/>
                </a:lnTo>
                <a:close/>
                <a:moveTo>
                  <a:pt x="533400" y="1009650"/>
                </a:moveTo>
                <a:lnTo>
                  <a:pt x="542925" y="1009650"/>
                </a:lnTo>
                <a:lnTo>
                  <a:pt x="542925" y="1019175"/>
                </a:lnTo>
                <a:lnTo>
                  <a:pt x="533400" y="1019175"/>
                </a:lnTo>
                <a:close/>
                <a:moveTo>
                  <a:pt x="914400" y="1009650"/>
                </a:moveTo>
                <a:lnTo>
                  <a:pt x="923925" y="1009650"/>
                </a:lnTo>
                <a:lnTo>
                  <a:pt x="923925" y="1019175"/>
                </a:lnTo>
                <a:lnTo>
                  <a:pt x="914400" y="1019175"/>
                </a:lnTo>
                <a:close/>
                <a:moveTo>
                  <a:pt x="1685925" y="1009650"/>
                </a:moveTo>
                <a:lnTo>
                  <a:pt x="1695450" y="1009650"/>
                </a:lnTo>
                <a:lnTo>
                  <a:pt x="1695450" y="1019175"/>
                </a:lnTo>
                <a:lnTo>
                  <a:pt x="1685925" y="1019175"/>
                </a:lnTo>
                <a:close/>
                <a:moveTo>
                  <a:pt x="1724025" y="1009650"/>
                </a:moveTo>
                <a:lnTo>
                  <a:pt x="1743075" y="1009650"/>
                </a:lnTo>
                <a:lnTo>
                  <a:pt x="1743075" y="1019175"/>
                </a:lnTo>
                <a:lnTo>
                  <a:pt x="1724025" y="1019175"/>
                </a:lnTo>
                <a:close/>
                <a:moveTo>
                  <a:pt x="990600" y="1076325"/>
                </a:moveTo>
                <a:lnTo>
                  <a:pt x="1000125" y="1076325"/>
                </a:lnTo>
                <a:lnTo>
                  <a:pt x="1000125" y="1085850"/>
                </a:lnTo>
                <a:lnTo>
                  <a:pt x="990600" y="1085850"/>
                </a:lnTo>
                <a:close/>
                <a:moveTo>
                  <a:pt x="1152525" y="1076325"/>
                </a:moveTo>
                <a:lnTo>
                  <a:pt x="1162050" y="1076325"/>
                </a:lnTo>
                <a:lnTo>
                  <a:pt x="1162050" y="1085850"/>
                </a:lnTo>
                <a:lnTo>
                  <a:pt x="1152525" y="1085850"/>
                </a:lnTo>
                <a:close/>
                <a:moveTo>
                  <a:pt x="1524000" y="1076325"/>
                </a:moveTo>
                <a:lnTo>
                  <a:pt x="1533525" y="1076325"/>
                </a:lnTo>
                <a:lnTo>
                  <a:pt x="1533525" y="1085850"/>
                </a:lnTo>
                <a:lnTo>
                  <a:pt x="1524000" y="1085850"/>
                </a:lnTo>
                <a:close/>
                <a:moveTo>
                  <a:pt x="1000125" y="1085850"/>
                </a:moveTo>
                <a:lnTo>
                  <a:pt x="1009650" y="1085850"/>
                </a:lnTo>
                <a:lnTo>
                  <a:pt x="1009650" y="1638300"/>
                </a:lnTo>
                <a:lnTo>
                  <a:pt x="1000125" y="1638300"/>
                </a:lnTo>
                <a:close/>
                <a:moveTo>
                  <a:pt x="1123950" y="1104900"/>
                </a:moveTo>
                <a:lnTo>
                  <a:pt x="1133475" y="1104900"/>
                </a:lnTo>
                <a:lnTo>
                  <a:pt x="1133475" y="1114425"/>
                </a:lnTo>
                <a:lnTo>
                  <a:pt x="1123950" y="1114425"/>
                </a:lnTo>
                <a:close/>
                <a:moveTo>
                  <a:pt x="1552575" y="1104900"/>
                </a:moveTo>
                <a:lnTo>
                  <a:pt x="1562100" y="1104900"/>
                </a:lnTo>
                <a:lnTo>
                  <a:pt x="1562100" y="1114425"/>
                </a:lnTo>
                <a:lnTo>
                  <a:pt x="1552575" y="1114425"/>
                </a:lnTo>
                <a:close/>
                <a:moveTo>
                  <a:pt x="1333500" y="1209675"/>
                </a:moveTo>
                <a:lnTo>
                  <a:pt x="1352550" y="1209675"/>
                </a:lnTo>
                <a:lnTo>
                  <a:pt x="1352550" y="1219200"/>
                </a:lnTo>
                <a:lnTo>
                  <a:pt x="1362075" y="1219200"/>
                </a:lnTo>
                <a:lnTo>
                  <a:pt x="1362075" y="1247775"/>
                </a:lnTo>
                <a:lnTo>
                  <a:pt x="1352550" y="1247775"/>
                </a:lnTo>
                <a:lnTo>
                  <a:pt x="1352550" y="1238250"/>
                </a:lnTo>
                <a:lnTo>
                  <a:pt x="1333500" y="1238250"/>
                </a:lnTo>
                <a:lnTo>
                  <a:pt x="1333500" y="1247775"/>
                </a:lnTo>
                <a:lnTo>
                  <a:pt x="1323975" y="1247775"/>
                </a:lnTo>
                <a:lnTo>
                  <a:pt x="1323975" y="1257300"/>
                </a:lnTo>
                <a:lnTo>
                  <a:pt x="1314450" y="1257300"/>
                </a:lnTo>
                <a:lnTo>
                  <a:pt x="1314450" y="1266825"/>
                </a:lnTo>
                <a:lnTo>
                  <a:pt x="1304925" y="1266825"/>
                </a:lnTo>
                <a:lnTo>
                  <a:pt x="1304925" y="1247775"/>
                </a:lnTo>
                <a:lnTo>
                  <a:pt x="1314450" y="1247775"/>
                </a:lnTo>
                <a:lnTo>
                  <a:pt x="1314450" y="1238250"/>
                </a:lnTo>
                <a:lnTo>
                  <a:pt x="1323975" y="1238250"/>
                </a:lnTo>
                <a:lnTo>
                  <a:pt x="1323975" y="1219200"/>
                </a:lnTo>
                <a:lnTo>
                  <a:pt x="1333500" y="1219200"/>
                </a:lnTo>
                <a:close/>
                <a:moveTo>
                  <a:pt x="1485900" y="1266825"/>
                </a:moveTo>
                <a:lnTo>
                  <a:pt x="1495425" y="1266825"/>
                </a:lnTo>
                <a:lnTo>
                  <a:pt x="1495425" y="1314450"/>
                </a:lnTo>
                <a:lnTo>
                  <a:pt x="1485900" y="1314450"/>
                </a:lnTo>
                <a:close/>
                <a:moveTo>
                  <a:pt x="590550" y="1314450"/>
                </a:moveTo>
                <a:lnTo>
                  <a:pt x="600075" y="1314450"/>
                </a:lnTo>
                <a:lnTo>
                  <a:pt x="600075" y="1323975"/>
                </a:lnTo>
                <a:lnTo>
                  <a:pt x="590550" y="1323975"/>
                </a:lnTo>
                <a:close/>
                <a:moveTo>
                  <a:pt x="1314450" y="1333500"/>
                </a:moveTo>
                <a:lnTo>
                  <a:pt x="1333500" y="1333500"/>
                </a:lnTo>
                <a:lnTo>
                  <a:pt x="1333500" y="1343025"/>
                </a:lnTo>
                <a:lnTo>
                  <a:pt x="1362075" y="1343025"/>
                </a:lnTo>
                <a:lnTo>
                  <a:pt x="1362075" y="1333500"/>
                </a:lnTo>
                <a:lnTo>
                  <a:pt x="1371600" y="1333500"/>
                </a:lnTo>
                <a:lnTo>
                  <a:pt x="1371600" y="1343025"/>
                </a:lnTo>
                <a:lnTo>
                  <a:pt x="1390650" y="1343025"/>
                </a:lnTo>
                <a:lnTo>
                  <a:pt x="1390650" y="1371600"/>
                </a:lnTo>
                <a:lnTo>
                  <a:pt x="1381125" y="1371600"/>
                </a:lnTo>
                <a:lnTo>
                  <a:pt x="1381125" y="1352550"/>
                </a:lnTo>
                <a:lnTo>
                  <a:pt x="1371600" y="1352550"/>
                </a:lnTo>
                <a:lnTo>
                  <a:pt x="1371600" y="1371600"/>
                </a:lnTo>
                <a:lnTo>
                  <a:pt x="1304925" y="1371600"/>
                </a:lnTo>
                <a:lnTo>
                  <a:pt x="1304925" y="1381125"/>
                </a:lnTo>
                <a:lnTo>
                  <a:pt x="1247775" y="1381125"/>
                </a:lnTo>
                <a:lnTo>
                  <a:pt x="1247775" y="1343025"/>
                </a:lnTo>
                <a:lnTo>
                  <a:pt x="1314450" y="1343025"/>
                </a:lnTo>
                <a:close/>
                <a:moveTo>
                  <a:pt x="57150" y="1343025"/>
                </a:moveTo>
                <a:lnTo>
                  <a:pt x="85725" y="1343025"/>
                </a:lnTo>
                <a:lnTo>
                  <a:pt x="85725" y="1352550"/>
                </a:lnTo>
                <a:lnTo>
                  <a:pt x="104775" y="1352550"/>
                </a:lnTo>
                <a:lnTo>
                  <a:pt x="104775" y="1362075"/>
                </a:lnTo>
                <a:lnTo>
                  <a:pt x="123825" y="1362075"/>
                </a:lnTo>
                <a:lnTo>
                  <a:pt x="123825" y="1371600"/>
                </a:lnTo>
                <a:lnTo>
                  <a:pt x="133350" y="1371600"/>
                </a:lnTo>
                <a:lnTo>
                  <a:pt x="133350" y="1381125"/>
                </a:lnTo>
                <a:lnTo>
                  <a:pt x="142875" y="1381125"/>
                </a:lnTo>
                <a:lnTo>
                  <a:pt x="142875" y="1390650"/>
                </a:lnTo>
                <a:lnTo>
                  <a:pt x="152400" y="1390650"/>
                </a:lnTo>
                <a:lnTo>
                  <a:pt x="152400" y="1400175"/>
                </a:lnTo>
                <a:lnTo>
                  <a:pt x="161925" y="1400175"/>
                </a:lnTo>
                <a:lnTo>
                  <a:pt x="161925" y="1409700"/>
                </a:lnTo>
                <a:lnTo>
                  <a:pt x="171450" y="1409700"/>
                </a:lnTo>
                <a:lnTo>
                  <a:pt x="171450" y="1428750"/>
                </a:lnTo>
                <a:lnTo>
                  <a:pt x="180975" y="1428750"/>
                </a:lnTo>
                <a:lnTo>
                  <a:pt x="180975" y="1447800"/>
                </a:lnTo>
                <a:lnTo>
                  <a:pt x="190500" y="1447800"/>
                </a:lnTo>
                <a:lnTo>
                  <a:pt x="190500" y="1466850"/>
                </a:lnTo>
                <a:lnTo>
                  <a:pt x="209550" y="1466850"/>
                </a:lnTo>
                <a:lnTo>
                  <a:pt x="209550" y="1447800"/>
                </a:lnTo>
                <a:lnTo>
                  <a:pt x="219075" y="1447800"/>
                </a:lnTo>
                <a:lnTo>
                  <a:pt x="219075" y="1438275"/>
                </a:lnTo>
                <a:lnTo>
                  <a:pt x="228600" y="1438275"/>
                </a:lnTo>
                <a:lnTo>
                  <a:pt x="228600" y="1428750"/>
                </a:lnTo>
                <a:lnTo>
                  <a:pt x="238125" y="1428750"/>
                </a:lnTo>
                <a:lnTo>
                  <a:pt x="238125" y="1419225"/>
                </a:lnTo>
                <a:lnTo>
                  <a:pt x="247650" y="1419225"/>
                </a:lnTo>
                <a:lnTo>
                  <a:pt x="247650" y="1409700"/>
                </a:lnTo>
                <a:lnTo>
                  <a:pt x="266700" y="1409700"/>
                </a:lnTo>
                <a:lnTo>
                  <a:pt x="266700" y="1400175"/>
                </a:lnTo>
                <a:lnTo>
                  <a:pt x="285750" y="1400175"/>
                </a:lnTo>
                <a:lnTo>
                  <a:pt x="285750" y="1409700"/>
                </a:lnTo>
                <a:lnTo>
                  <a:pt x="295275" y="1409700"/>
                </a:lnTo>
                <a:lnTo>
                  <a:pt x="295275" y="1485900"/>
                </a:lnTo>
                <a:lnTo>
                  <a:pt x="285750" y="1485900"/>
                </a:lnTo>
                <a:lnTo>
                  <a:pt x="285750" y="1504950"/>
                </a:lnTo>
                <a:lnTo>
                  <a:pt x="276225" y="1504950"/>
                </a:lnTo>
                <a:lnTo>
                  <a:pt x="276225" y="1514475"/>
                </a:lnTo>
                <a:lnTo>
                  <a:pt x="266700" y="1514475"/>
                </a:lnTo>
                <a:lnTo>
                  <a:pt x="266700" y="1524000"/>
                </a:lnTo>
                <a:lnTo>
                  <a:pt x="257175" y="1524000"/>
                </a:lnTo>
                <a:lnTo>
                  <a:pt x="257175" y="1533525"/>
                </a:lnTo>
                <a:lnTo>
                  <a:pt x="247650" y="1533525"/>
                </a:lnTo>
                <a:lnTo>
                  <a:pt x="247650" y="1543050"/>
                </a:lnTo>
                <a:lnTo>
                  <a:pt x="238125" y="1543050"/>
                </a:lnTo>
                <a:lnTo>
                  <a:pt x="238125" y="1552575"/>
                </a:lnTo>
                <a:lnTo>
                  <a:pt x="209550" y="1552575"/>
                </a:lnTo>
                <a:lnTo>
                  <a:pt x="209550" y="1562100"/>
                </a:lnTo>
                <a:lnTo>
                  <a:pt x="171450" y="1562100"/>
                </a:lnTo>
                <a:lnTo>
                  <a:pt x="171450" y="1552575"/>
                </a:lnTo>
                <a:lnTo>
                  <a:pt x="142875" y="1552575"/>
                </a:lnTo>
                <a:lnTo>
                  <a:pt x="142875" y="1543050"/>
                </a:lnTo>
                <a:lnTo>
                  <a:pt x="123825" y="1543050"/>
                </a:lnTo>
                <a:lnTo>
                  <a:pt x="123825" y="1533525"/>
                </a:lnTo>
                <a:lnTo>
                  <a:pt x="114300" y="1533525"/>
                </a:lnTo>
                <a:lnTo>
                  <a:pt x="114300" y="1524000"/>
                </a:lnTo>
                <a:lnTo>
                  <a:pt x="104775" y="1524000"/>
                </a:lnTo>
                <a:lnTo>
                  <a:pt x="104775" y="1514475"/>
                </a:lnTo>
                <a:lnTo>
                  <a:pt x="95250" y="1514475"/>
                </a:lnTo>
                <a:lnTo>
                  <a:pt x="95250" y="1504950"/>
                </a:lnTo>
                <a:lnTo>
                  <a:pt x="85725" y="1504950"/>
                </a:lnTo>
                <a:lnTo>
                  <a:pt x="85725" y="1495425"/>
                </a:lnTo>
                <a:lnTo>
                  <a:pt x="76200" y="1495425"/>
                </a:lnTo>
                <a:lnTo>
                  <a:pt x="76200" y="1476375"/>
                </a:lnTo>
                <a:lnTo>
                  <a:pt x="66675" y="1476375"/>
                </a:lnTo>
                <a:lnTo>
                  <a:pt x="66675" y="1457325"/>
                </a:lnTo>
                <a:lnTo>
                  <a:pt x="57150" y="1457325"/>
                </a:lnTo>
                <a:lnTo>
                  <a:pt x="57150" y="1428750"/>
                </a:lnTo>
                <a:lnTo>
                  <a:pt x="47625" y="1428750"/>
                </a:lnTo>
                <a:lnTo>
                  <a:pt x="47625" y="1352550"/>
                </a:lnTo>
                <a:lnTo>
                  <a:pt x="57150" y="1352550"/>
                </a:lnTo>
                <a:close/>
                <a:moveTo>
                  <a:pt x="1400175" y="1343025"/>
                </a:moveTo>
                <a:lnTo>
                  <a:pt x="1409700" y="1343025"/>
                </a:lnTo>
                <a:lnTo>
                  <a:pt x="1409700" y="1371600"/>
                </a:lnTo>
                <a:lnTo>
                  <a:pt x="1400175" y="1371600"/>
                </a:lnTo>
                <a:close/>
                <a:moveTo>
                  <a:pt x="1333500" y="1362075"/>
                </a:moveTo>
                <a:lnTo>
                  <a:pt x="1352550" y="1362075"/>
                </a:lnTo>
                <a:lnTo>
                  <a:pt x="1352550" y="1352550"/>
                </a:lnTo>
                <a:lnTo>
                  <a:pt x="1333500" y="1352550"/>
                </a:lnTo>
                <a:close/>
                <a:moveTo>
                  <a:pt x="847725" y="1381125"/>
                </a:moveTo>
                <a:lnTo>
                  <a:pt x="866775" y="1381125"/>
                </a:lnTo>
                <a:lnTo>
                  <a:pt x="866775" y="1390650"/>
                </a:lnTo>
                <a:lnTo>
                  <a:pt x="895350" y="1390650"/>
                </a:lnTo>
                <a:lnTo>
                  <a:pt x="895350" y="1400175"/>
                </a:lnTo>
                <a:lnTo>
                  <a:pt x="904875" y="1400175"/>
                </a:lnTo>
                <a:lnTo>
                  <a:pt x="904875" y="1409700"/>
                </a:lnTo>
                <a:lnTo>
                  <a:pt x="895350" y="1409700"/>
                </a:lnTo>
                <a:lnTo>
                  <a:pt x="895350" y="1419225"/>
                </a:lnTo>
                <a:lnTo>
                  <a:pt x="838200" y="1419225"/>
                </a:lnTo>
                <a:lnTo>
                  <a:pt x="838200" y="1409700"/>
                </a:lnTo>
                <a:lnTo>
                  <a:pt x="857250" y="1409700"/>
                </a:lnTo>
                <a:lnTo>
                  <a:pt x="857250" y="1390650"/>
                </a:lnTo>
                <a:lnTo>
                  <a:pt x="847725" y="1390650"/>
                </a:lnTo>
                <a:close/>
                <a:moveTo>
                  <a:pt x="400050" y="1390650"/>
                </a:moveTo>
                <a:lnTo>
                  <a:pt x="476250" y="1390650"/>
                </a:lnTo>
                <a:lnTo>
                  <a:pt x="476250" y="1409700"/>
                </a:lnTo>
                <a:lnTo>
                  <a:pt x="466725" y="1409700"/>
                </a:lnTo>
                <a:lnTo>
                  <a:pt x="466725" y="1419225"/>
                </a:lnTo>
                <a:lnTo>
                  <a:pt x="428625" y="1419225"/>
                </a:lnTo>
                <a:lnTo>
                  <a:pt x="428625" y="1400175"/>
                </a:lnTo>
                <a:lnTo>
                  <a:pt x="400050" y="1400175"/>
                </a:lnTo>
                <a:close/>
                <a:moveTo>
                  <a:pt x="552450" y="1390650"/>
                </a:moveTo>
                <a:lnTo>
                  <a:pt x="600075" y="1390650"/>
                </a:lnTo>
                <a:lnTo>
                  <a:pt x="600075" y="1400175"/>
                </a:lnTo>
                <a:lnTo>
                  <a:pt x="590550" y="1400175"/>
                </a:lnTo>
                <a:lnTo>
                  <a:pt x="590550" y="1409700"/>
                </a:lnTo>
                <a:lnTo>
                  <a:pt x="600075" y="1409700"/>
                </a:lnTo>
                <a:lnTo>
                  <a:pt x="600075" y="1419225"/>
                </a:lnTo>
                <a:lnTo>
                  <a:pt x="533400" y="1419225"/>
                </a:lnTo>
                <a:lnTo>
                  <a:pt x="533400" y="1409700"/>
                </a:lnTo>
                <a:lnTo>
                  <a:pt x="542925" y="1409700"/>
                </a:lnTo>
                <a:lnTo>
                  <a:pt x="542925" y="1400175"/>
                </a:lnTo>
                <a:lnTo>
                  <a:pt x="552450" y="1400175"/>
                </a:lnTo>
                <a:close/>
                <a:moveTo>
                  <a:pt x="723900" y="1390650"/>
                </a:moveTo>
                <a:lnTo>
                  <a:pt x="762000" y="1390650"/>
                </a:lnTo>
                <a:lnTo>
                  <a:pt x="762000" y="1400175"/>
                </a:lnTo>
                <a:lnTo>
                  <a:pt x="723900" y="1400175"/>
                </a:lnTo>
                <a:close/>
                <a:moveTo>
                  <a:pt x="1704975" y="1533525"/>
                </a:moveTo>
                <a:lnTo>
                  <a:pt x="1762125" y="1533525"/>
                </a:lnTo>
                <a:lnTo>
                  <a:pt x="1762125" y="1543050"/>
                </a:lnTo>
                <a:lnTo>
                  <a:pt x="1771650" y="1543050"/>
                </a:lnTo>
                <a:lnTo>
                  <a:pt x="1771650" y="1552575"/>
                </a:lnTo>
                <a:lnTo>
                  <a:pt x="1781175" y="1552575"/>
                </a:lnTo>
                <a:lnTo>
                  <a:pt x="1781175" y="1562100"/>
                </a:lnTo>
                <a:lnTo>
                  <a:pt x="1790700" y="1562100"/>
                </a:lnTo>
                <a:lnTo>
                  <a:pt x="1790700" y="1571625"/>
                </a:lnTo>
                <a:lnTo>
                  <a:pt x="1800225" y="1571625"/>
                </a:lnTo>
                <a:lnTo>
                  <a:pt x="1800225" y="1590675"/>
                </a:lnTo>
                <a:lnTo>
                  <a:pt x="1809750" y="1590675"/>
                </a:lnTo>
                <a:lnTo>
                  <a:pt x="1809750" y="1647825"/>
                </a:lnTo>
                <a:lnTo>
                  <a:pt x="1819275" y="1647825"/>
                </a:lnTo>
                <a:lnTo>
                  <a:pt x="1819275" y="1657350"/>
                </a:lnTo>
                <a:lnTo>
                  <a:pt x="1857375" y="1657350"/>
                </a:lnTo>
                <a:lnTo>
                  <a:pt x="1857375" y="1666875"/>
                </a:lnTo>
                <a:lnTo>
                  <a:pt x="1866900" y="1666875"/>
                </a:lnTo>
                <a:lnTo>
                  <a:pt x="1866900" y="1676400"/>
                </a:lnTo>
                <a:lnTo>
                  <a:pt x="1876425" y="1676400"/>
                </a:lnTo>
                <a:lnTo>
                  <a:pt x="1876425" y="1695450"/>
                </a:lnTo>
                <a:lnTo>
                  <a:pt x="1885950" y="1695450"/>
                </a:lnTo>
                <a:lnTo>
                  <a:pt x="1885950" y="1743075"/>
                </a:lnTo>
                <a:lnTo>
                  <a:pt x="1876425" y="1743075"/>
                </a:lnTo>
                <a:lnTo>
                  <a:pt x="1876425" y="1771650"/>
                </a:lnTo>
                <a:lnTo>
                  <a:pt x="1866900" y="1771650"/>
                </a:lnTo>
                <a:lnTo>
                  <a:pt x="1866900" y="1781175"/>
                </a:lnTo>
                <a:lnTo>
                  <a:pt x="1724025" y="1781175"/>
                </a:lnTo>
                <a:lnTo>
                  <a:pt x="1724025" y="1771650"/>
                </a:lnTo>
                <a:lnTo>
                  <a:pt x="1714500" y="1771650"/>
                </a:lnTo>
                <a:lnTo>
                  <a:pt x="1714500" y="1762125"/>
                </a:lnTo>
                <a:lnTo>
                  <a:pt x="1704975" y="1762125"/>
                </a:lnTo>
                <a:lnTo>
                  <a:pt x="1704975" y="1752600"/>
                </a:lnTo>
                <a:lnTo>
                  <a:pt x="1685925" y="1752600"/>
                </a:lnTo>
                <a:lnTo>
                  <a:pt x="1685925" y="1743075"/>
                </a:lnTo>
                <a:lnTo>
                  <a:pt x="1600200" y="1743075"/>
                </a:lnTo>
                <a:lnTo>
                  <a:pt x="1600200" y="1733550"/>
                </a:lnTo>
                <a:lnTo>
                  <a:pt x="1590675" y="1733550"/>
                </a:lnTo>
                <a:lnTo>
                  <a:pt x="1590675" y="1724025"/>
                </a:lnTo>
                <a:lnTo>
                  <a:pt x="1581150" y="1724025"/>
                </a:lnTo>
                <a:lnTo>
                  <a:pt x="1581150" y="1666875"/>
                </a:lnTo>
                <a:lnTo>
                  <a:pt x="1590675" y="1666875"/>
                </a:lnTo>
                <a:lnTo>
                  <a:pt x="1590675" y="1657350"/>
                </a:lnTo>
                <a:lnTo>
                  <a:pt x="1600200" y="1657350"/>
                </a:lnTo>
                <a:lnTo>
                  <a:pt x="1600200" y="1647825"/>
                </a:lnTo>
                <a:lnTo>
                  <a:pt x="1609725" y="1647825"/>
                </a:lnTo>
                <a:lnTo>
                  <a:pt x="1609725" y="1638300"/>
                </a:lnTo>
                <a:lnTo>
                  <a:pt x="1647825" y="1638300"/>
                </a:lnTo>
                <a:lnTo>
                  <a:pt x="1647825" y="1628775"/>
                </a:lnTo>
                <a:lnTo>
                  <a:pt x="1657350" y="1628775"/>
                </a:lnTo>
                <a:lnTo>
                  <a:pt x="1657350" y="1590675"/>
                </a:lnTo>
                <a:lnTo>
                  <a:pt x="1666875" y="1590675"/>
                </a:lnTo>
                <a:lnTo>
                  <a:pt x="1666875" y="1571625"/>
                </a:lnTo>
                <a:lnTo>
                  <a:pt x="1676400" y="1571625"/>
                </a:lnTo>
                <a:lnTo>
                  <a:pt x="1676400" y="1562100"/>
                </a:lnTo>
                <a:lnTo>
                  <a:pt x="1685925" y="1562100"/>
                </a:lnTo>
                <a:lnTo>
                  <a:pt x="1685925" y="1552575"/>
                </a:lnTo>
                <a:lnTo>
                  <a:pt x="1695450" y="1552575"/>
                </a:lnTo>
                <a:lnTo>
                  <a:pt x="1695450" y="1543050"/>
                </a:lnTo>
                <a:lnTo>
                  <a:pt x="1704975" y="1543050"/>
                </a:lnTo>
                <a:close/>
              </a:path>
            </a:pathLst>
          </a:custGeom>
          <a:solidFill xmlns:a="http://schemas.openxmlformats.org/drawingml/2006/main">
            <a:srgbClr val="A77041"/>
          </a:solidFill>
          <a:ln xmlns:a="http://schemas.openxmlformats.org/drawingml/2006/main" w="0">
            <a:noFill/>
          </a:ln>
        </p:spPr>
      </p:sp>
      <p:sp>
        <p:nvSpPr>
          <p:cNvPr id="132" name="logo7 vector #dc3c24">
            <a:extLst xmlns:a="http://schemas.openxmlformats.org/drawingml/2006/main">
              <a:ext uri="{FF2B5EF4-FFF2-40B4-BE49-F238E27FC236}">
                <a16:creationId xmlns:a16="http://schemas.microsoft.com/office/drawing/2014/main" id="{A9F4A5AF-A6A6-47BA-829A-EA3DFBD2F5A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5300" y="5210175"/>
            <a:ext cx="2305050" cy="2105025"/>
          </a:xfrm>
          <a:custGeom xmlns:a="http://schemas.openxmlformats.org/drawingml/2006/main">
            <a:pathLst>
              <a:path w="1952625" h="1781175">
                <a:moveTo>
                  <a:pt x="876300" y="47625"/>
                </a:moveTo>
                <a:lnTo>
                  <a:pt x="1104900" y="47625"/>
                </a:lnTo>
                <a:lnTo>
                  <a:pt x="1104900" y="76200"/>
                </a:lnTo>
                <a:lnTo>
                  <a:pt x="1085850" y="76200"/>
                </a:lnTo>
                <a:lnTo>
                  <a:pt x="1085850" y="57150"/>
                </a:lnTo>
                <a:lnTo>
                  <a:pt x="876300" y="57150"/>
                </a:lnTo>
                <a:close/>
                <a:moveTo>
                  <a:pt x="1114425" y="76200"/>
                </a:moveTo>
                <a:lnTo>
                  <a:pt x="1143000" y="76200"/>
                </a:lnTo>
                <a:lnTo>
                  <a:pt x="1143000" y="85725"/>
                </a:lnTo>
                <a:lnTo>
                  <a:pt x="1114425" y="85725"/>
                </a:lnTo>
                <a:close/>
                <a:moveTo>
                  <a:pt x="466725" y="123825"/>
                </a:moveTo>
                <a:lnTo>
                  <a:pt x="476250" y="123825"/>
                </a:lnTo>
                <a:lnTo>
                  <a:pt x="476250" y="142875"/>
                </a:lnTo>
                <a:lnTo>
                  <a:pt x="466725" y="142875"/>
                </a:lnTo>
                <a:close/>
                <a:moveTo>
                  <a:pt x="485775" y="123825"/>
                </a:moveTo>
                <a:lnTo>
                  <a:pt x="495300" y="123825"/>
                </a:lnTo>
                <a:lnTo>
                  <a:pt x="495300" y="142875"/>
                </a:lnTo>
                <a:lnTo>
                  <a:pt x="485775" y="142875"/>
                </a:lnTo>
                <a:close/>
                <a:moveTo>
                  <a:pt x="1419225" y="123825"/>
                </a:moveTo>
                <a:lnTo>
                  <a:pt x="1428750" y="123825"/>
                </a:lnTo>
                <a:lnTo>
                  <a:pt x="1428750" y="142875"/>
                </a:lnTo>
                <a:lnTo>
                  <a:pt x="1419225" y="142875"/>
                </a:lnTo>
                <a:close/>
                <a:moveTo>
                  <a:pt x="1438275" y="123825"/>
                </a:moveTo>
                <a:lnTo>
                  <a:pt x="1447800" y="123825"/>
                </a:lnTo>
                <a:lnTo>
                  <a:pt x="1447800" y="133350"/>
                </a:lnTo>
                <a:lnTo>
                  <a:pt x="1466850" y="133350"/>
                </a:lnTo>
                <a:lnTo>
                  <a:pt x="1466850" y="142875"/>
                </a:lnTo>
                <a:lnTo>
                  <a:pt x="1476375" y="142875"/>
                </a:lnTo>
                <a:lnTo>
                  <a:pt x="1476375" y="152400"/>
                </a:lnTo>
                <a:lnTo>
                  <a:pt x="1485900" y="152400"/>
                </a:lnTo>
                <a:lnTo>
                  <a:pt x="1485900" y="161925"/>
                </a:lnTo>
                <a:lnTo>
                  <a:pt x="1495425" y="161925"/>
                </a:lnTo>
                <a:lnTo>
                  <a:pt x="1495425" y="171450"/>
                </a:lnTo>
                <a:lnTo>
                  <a:pt x="1514475" y="171450"/>
                </a:lnTo>
                <a:lnTo>
                  <a:pt x="1514475" y="180975"/>
                </a:lnTo>
                <a:lnTo>
                  <a:pt x="1524000" y="180975"/>
                </a:lnTo>
                <a:lnTo>
                  <a:pt x="1524000" y="200025"/>
                </a:lnTo>
                <a:lnTo>
                  <a:pt x="1581150" y="200025"/>
                </a:lnTo>
                <a:lnTo>
                  <a:pt x="1581150" y="209550"/>
                </a:lnTo>
                <a:lnTo>
                  <a:pt x="1495425" y="209550"/>
                </a:lnTo>
                <a:lnTo>
                  <a:pt x="1495425" y="190500"/>
                </a:lnTo>
                <a:lnTo>
                  <a:pt x="1485900" y="190500"/>
                </a:lnTo>
                <a:lnTo>
                  <a:pt x="1485900" y="180975"/>
                </a:lnTo>
                <a:lnTo>
                  <a:pt x="1476375" y="180975"/>
                </a:lnTo>
                <a:lnTo>
                  <a:pt x="1476375" y="161925"/>
                </a:lnTo>
                <a:lnTo>
                  <a:pt x="1466850" y="161925"/>
                </a:lnTo>
                <a:lnTo>
                  <a:pt x="1466850" y="152400"/>
                </a:lnTo>
                <a:lnTo>
                  <a:pt x="1457325" y="152400"/>
                </a:lnTo>
                <a:lnTo>
                  <a:pt x="1457325" y="142875"/>
                </a:lnTo>
                <a:lnTo>
                  <a:pt x="1438275" y="142875"/>
                </a:lnTo>
                <a:close/>
                <a:moveTo>
                  <a:pt x="390525" y="171450"/>
                </a:moveTo>
                <a:lnTo>
                  <a:pt x="409575" y="171450"/>
                </a:lnTo>
                <a:lnTo>
                  <a:pt x="409575" y="209550"/>
                </a:lnTo>
                <a:lnTo>
                  <a:pt x="361950" y="209550"/>
                </a:lnTo>
                <a:lnTo>
                  <a:pt x="361950" y="200025"/>
                </a:lnTo>
                <a:lnTo>
                  <a:pt x="390525" y="200025"/>
                </a:lnTo>
                <a:lnTo>
                  <a:pt x="390525" y="190500"/>
                </a:lnTo>
                <a:lnTo>
                  <a:pt x="381000" y="190500"/>
                </a:lnTo>
                <a:lnTo>
                  <a:pt x="381000" y="180975"/>
                </a:lnTo>
                <a:lnTo>
                  <a:pt x="390525" y="180975"/>
                </a:lnTo>
                <a:close/>
                <a:moveTo>
                  <a:pt x="1562100" y="180975"/>
                </a:moveTo>
                <a:lnTo>
                  <a:pt x="1600200" y="180975"/>
                </a:lnTo>
                <a:lnTo>
                  <a:pt x="1600200" y="190500"/>
                </a:lnTo>
                <a:lnTo>
                  <a:pt x="1562100" y="190500"/>
                </a:lnTo>
                <a:close/>
                <a:moveTo>
                  <a:pt x="257175" y="276225"/>
                </a:moveTo>
                <a:lnTo>
                  <a:pt x="266700" y="276225"/>
                </a:lnTo>
                <a:lnTo>
                  <a:pt x="266700" y="600075"/>
                </a:lnTo>
                <a:lnTo>
                  <a:pt x="276225" y="600075"/>
                </a:lnTo>
                <a:lnTo>
                  <a:pt x="276225" y="619125"/>
                </a:lnTo>
                <a:lnTo>
                  <a:pt x="295275" y="619125"/>
                </a:lnTo>
                <a:lnTo>
                  <a:pt x="295275" y="628650"/>
                </a:lnTo>
                <a:lnTo>
                  <a:pt x="685800" y="628650"/>
                </a:lnTo>
                <a:lnTo>
                  <a:pt x="685800" y="638175"/>
                </a:lnTo>
                <a:lnTo>
                  <a:pt x="638175" y="638175"/>
                </a:lnTo>
                <a:lnTo>
                  <a:pt x="638175" y="647700"/>
                </a:lnTo>
                <a:lnTo>
                  <a:pt x="400050" y="647700"/>
                </a:lnTo>
                <a:lnTo>
                  <a:pt x="400050" y="638175"/>
                </a:lnTo>
                <a:lnTo>
                  <a:pt x="314325" y="638175"/>
                </a:lnTo>
                <a:lnTo>
                  <a:pt x="314325" y="647700"/>
                </a:lnTo>
                <a:lnTo>
                  <a:pt x="247650" y="647700"/>
                </a:lnTo>
                <a:lnTo>
                  <a:pt x="247650" y="638175"/>
                </a:lnTo>
                <a:lnTo>
                  <a:pt x="238125" y="638175"/>
                </a:lnTo>
                <a:lnTo>
                  <a:pt x="238125" y="609600"/>
                </a:lnTo>
                <a:lnTo>
                  <a:pt x="247650" y="609600"/>
                </a:lnTo>
                <a:lnTo>
                  <a:pt x="247650" y="600075"/>
                </a:lnTo>
                <a:lnTo>
                  <a:pt x="257175" y="600075"/>
                </a:lnTo>
                <a:close/>
                <a:moveTo>
                  <a:pt x="1657350" y="600075"/>
                </a:moveTo>
                <a:lnTo>
                  <a:pt x="1666875" y="600075"/>
                </a:lnTo>
                <a:lnTo>
                  <a:pt x="1666875" y="647700"/>
                </a:lnTo>
                <a:lnTo>
                  <a:pt x="1609725" y="647700"/>
                </a:lnTo>
                <a:lnTo>
                  <a:pt x="1609725" y="638175"/>
                </a:lnTo>
                <a:lnTo>
                  <a:pt x="1619250" y="638175"/>
                </a:lnTo>
                <a:lnTo>
                  <a:pt x="1619250" y="628650"/>
                </a:lnTo>
                <a:lnTo>
                  <a:pt x="1628775" y="628650"/>
                </a:lnTo>
                <a:lnTo>
                  <a:pt x="1628775" y="619125"/>
                </a:lnTo>
                <a:lnTo>
                  <a:pt x="1638300" y="619125"/>
                </a:lnTo>
                <a:lnTo>
                  <a:pt x="1638300" y="609600"/>
                </a:lnTo>
                <a:lnTo>
                  <a:pt x="1657350" y="609600"/>
                </a:lnTo>
                <a:close/>
                <a:moveTo>
                  <a:pt x="695325" y="628650"/>
                </a:moveTo>
                <a:lnTo>
                  <a:pt x="704850" y="628650"/>
                </a:lnTo>
                <a:lnTo>
                  <a:pt x="704850" y="638175"/>
                </a:lnTo>
                <a:lnTo>
                  <a:pt x="695325" y="638175"/>
                </a:lnTo>
                <a:close/>
                <a:moveTo>
                  <a:pt x="762000" y="628650"/>
                </a:moveTo>
                <a:lnTo>
                  <a:pt x="1200150" y="628650"/>
                </a:lnTo>
                <a:lnTo>
                  <a:pt x="1200150" y="638175"/>
                </a:lnTo>
                <a:lnTo>
                  <a:pt x="1190625" y="638175"/>
                </a:lnTo>
                <a:lnTo>
                  <a:pt x="1190625" y="647700"/>
                </a:lnTo>
                <a:lnTo>
                  <a:pt x="952500" y="647700"/>
                </a:lnTo>
                <a:lnTo>
                  <a:pt x="952500" y="638175"/>
                </a:lnTo>
                <a:lnTo>
                  <a:pt x="895350" y="638175"/>
                </a:lnTo>
                <a:lnTo>
                  <a:pt x="895350" y="647700"/>
                </a:lnTo>
                <a:lnTo>
                  <a:pt x="838200" y="647700"/>
                </a:lnTo>
                <a:lnTo>
                  <a:pt x="838200" y="638175"/>
                </a:lnTo>
                <a:lnTo>
                  <a:pt x="762000" y="638175"/>
                </a:lnTo>
                <a:close/>
                <a:moveTo>
                  <a:pt x="1219200" y="628650"/>
                </a:moveTo>
                <a:lnTo>
                  <a:pt x="1600200" y="628650"/>
                </a:lnTo>
                <a:lnTo>
                  <a:pt x="1600200" y="638175"/>
                </a:lnTo>
                <a:lnTo>
                  <a:pt x="1447800" y="638175"/>
                </a:lnTo>
                <a:lnTo>
                  <a:pt x="1447800" y="647700"/>
                </a:lnTo>
                <a:lnTo>
                  <a:pt x="1419225" y="647700"/>
                </a:lnTo>
                <a:lnTo>
                  <a:pt x="1419225" y="638175"/>
                </a:lnTo>
                <a:lnTo>
                  <a:pt x="1390650" y="638175"/>
                </a:lnTo>
                <a:lnTo>
                  <a:pt x="1390650" y="647700"/>
                </a:lnTo>
                <a:lnTo>
                  <a:pt x="1247775" y="647700"/>
                </a:lnTo>
                <a:lnTo>
                  <a:pt x="1247775" y="638175"/>
                </a:lnTo>
                <a:lnTo>
                  <a:pt x="1219200" y="638175"/>
                </a:lnTo>
                <a:close/>
                <a:moveTo>
                  <a:pt x="352425" y="714375"/>
                </a:moveTo>
                <a:lnTo>
                  <a:pt x="400050" y="714375"/>
                </a:lnTo>
                <a:lnTo>
                  <a:pt x="400050" y="723900"/>
                </a:lnTo>
                <a:lnTo>
                  <a:pt x="352425" y="723900"/>
                </a:lnTo>
                <a:close/>
                <a:moveTo>
                  <a:pt x="514350" y="714375"/>
                </a:moveTo>
                <a:lnTo>
                  <a:pt x="523875" y="714375"/>
                </a:lnTo>
                <a:lnTo>
                  <a:pt x="523875" y="723900"/>
                </a:lnTo>
                <a:lnTo>
                  <a:pt x="514350" y="723900"/>
                </a:lnTo>
                <a:close/>
                <a:moveTo>
                  <a:pt x="695325" y="714375"/>
                </a:moveTo>
                <a:lnTo>
                  <a:pt x="866775" y="714375"/>
                </a:lnTo>
                <a:lnTo>
                  <a:pt x="866775" y="723900"/>
                </a:lnTo>
                <a:lnTo>
                  <a:pt x="695325" y="723900"/>
                </a:lnTo>
                <a:close/>
                <a:moveTo>
                  <a:pt x="1038225" y="714375"/>
                </a:moveTo>
                <a:lnTo>
                  <a:pt x="1047750" y="714375"/>
                </a:lnTo>
                <a:lnTo>
                  <a:pt x="1047750" y="723900"/>
                </a:lnTo>
                <a:lnTo>
                  <a:pt x="1038225" y="723900"/>
                </a:lnTo>
                <a:close/>
                <a:moveTo>
                  <a:pt x="1200150" y="714375"/>
                </a:moveTo>
                <a:lnTo>
                  <a:pt x="1209675" y="714375"/>
                </a:lnTo>
                <a:lnTo>
                  <a:pt x="1209675" y="723900"/>
                </a:lnTo>
                <a:lnTo>
                  <a:pt x="1200150" y="723900"/>
                </a:lnTo>
                <a:close/>
                <a:moveTo>
                  <a:pt x="1390650" y="714375"/>
                </a:moveTo>
                <a:lnTo>
                  <a:pt x="1524000" y="714375"/>
                </a:lnTo>
                <a:lnTo>
                  <a:pt x="1524000" y="723900"/>
                </a:lnTo>
                <a:lnTo>
                  <a:pt x="1390650" y="723900"/>
                </a:lnTo>
                <a:close/>
                <a:moveTo>
                  <a:pt x="342900" y="723900"/>
                </a:moveTo>
                <a:lnTo>
                  <a:pt x="352425" y="723900"/>
                </a:lnTo>
                <a:lnTo>
                  <a:pt x="352425" y="733425"/>
                </a:lnTo>
                <a:lnTo>
                  <a:pt x="342900" y="733425"/>
                </a:lnTo>
                <a:close/>
                <a:moveTo>
                  <a:pt x="523875" y="723900"/>
                </a:moveTo>
                <a:lnTo>
                  <a:pt x="590550" y="723900"/>
                </a:lnTo>
                <a:lnTo>
                  <a:pt x="590550" y="733425"/>
                </a:lnTo>
                <a:lnTo>
                  <a:pt x="600075" y="733425"/>
                </a:lnTo>
                <a:lnTo>
                  <a:pt x="600075" y="742950"/>
                </a:lnTo>
                <a:lnTo>
                  <a:pt x="590550" y="742950"/>
                </a:lnTo>
                <a:lnTo>
                  <a:pt x="590550" y="752475"/>
                </a:lnTo>
                <a:lnTo>
                  <a:pt x="600075" y="752475"/>
                </a:lnTo>
                <a:lnTo>
                  <a:pt x="600075" y="762000"/>
                </a:lnTo>
                <a:lnTo>
                  <a:pt x="609600" y="762000"/>
                </a:lnTo>
                <a:lnTo>
                  <a:pt x="609600" y="771525"/>
                </a:lnTo>
                <a:lnTo>
                  <a:pt x="638175" y="771525"/>
                </a:lnTo>
                <a:lnTo>
                  <a:pt x="638175" y="762000"/>
                </a:lnTo>
                <a:lnTo>
                  <a:pt x="666750" y="762000"/>
                </a:lnTo>
                <a:lnTo>
                  <a:pt x="666750" y="771525"/>
                </a:lnTo>
                <a:lnTo>
                  <a:pt x="676275" y="771525"/>
                </a:lnTo>
                <a:lnTo>
                  <a:pt x="676275" y="752475"/>
                </a:lnTo>
                <a:lnTo>
                  <a:pt x="685800" y="752475"/>
                </a:lnTo>
                <a:lnTo>
                  <a:pt x="685800" y="800100"/>
                </a:lnTo>
                <a:lnTo>
                  <a:pt x="676275" y="800100"/>
                </a:lnTo>
                <a:lnTo>
                  <a:pt x="676275" y="847725"/>
                </a:lnTo>
                <a:lnTo>
                  <a:pt x="666750" y="847725"/>
                </a:lnTo>
                <a:lnTo>
                  <a:pt x="666750" y="895350"/>
                </a:lnTo>
                <a:lnTo>
                  <a:pt x="657225" y="895350"/>
                </a:lnTo>
                <a:lnTo>
                  <a:pt x="657225" y="885825"/>
                </a:lnTo>
                <a:lnTo>
                  <a:pt x="619125" y="885825"/>
                </a:lnTo>
                <a:lnTo>
                  <a:pt x="619125" y="876300"/>
                </a:lnTo>
                <a:lnTo>
                  <a:pt x="609600" y="876300"/>
                </a:lnTo>
                <a:lnTo>
                  <a:pt x="609600" y="828675"/>
                </a:lnTo>
                <a:lnTo>
                  <a:pt x="600075" y="828675"/>
                </a:lnTo>
                <a:lnTo>
                  <a:pt x="600075" y="809625"/>
                </a:lnTo>
                <a:lnTo>
                  <a:pt x="590550" y="809625"/>
                </a:lnTo>
                <a:lnTo>
                  <a:pt x="590550" y="790575"/>
                </a:lnTo>
                <a:lnTo>
                  <a:pt x="571500" y="790575"/>
                </a:lnTo>
                <a:lnTo>
                  <a:pt x="571500" y="781050"/>
                </a:lnTo>
                <a:lnTo>
                  <a:pt x="533400" y="781050"/>
                </a:lnTo>
                <a:lnTo>
                  <a:pt x="533400" y="790575"/>
                </a:lnTo>
                <a:lnTo>
                  <a:pt x="514350" y="790575"/>
                </a:lnTo>
                <a:lnTo>
                  <a:pt x="514350" y="809625"/>
                </a:lnTo>
                <a:lnTo>
                  <a:pt x="504825" y="809625"/>
                </a:lnTo>
                <a:lnTo>
                  <a:pt x="504825" y="771525"/>
                </a:lnTo>
                <a:lnTo>
                  <a:pt x="514350" y="771525"/>
                </a:lnTo>
                <a:lnTo>
                  <a:pt x="514350" y="733425"/>
                </a:lnTo>
                <a:lnTo>
                  <a:pt x="523875" y="733425"/>
                </a:lnTo>
                <a:close/>
                <a:moveTo>
                  <a:pt x="685800" y="723900"/>
                </a:moveTo>
                <a:lnTo>
                  <a:pt x="695325" y="723900"/>
                </a:lnTo>
                <a:lnTo>
                  <a:pt x="695325" y="742950"/>
                </a:lnTo>
                <a:lnTo>
                  <a:pt x="685800" y="742950"/>
                </a:lnTo>
                <a:close/>
                <a:moveTo>
                  <a:pt x="866775" y="723900"/>
                </a:moveTo>
                <a:lnTo>
                  <a:pt x="876300" y="723900"/>
                </a:lnTo>
                <a:lnTo>
                  <a:pt x="876300" y="790575"/>
                </a:lnTo>
                <a:lnTo>
                  <a:pt x="895350" y="790575"/>
                </a:lnTo>
                <a:lnTo>
                  <a:pt x="895350" y="781050"/>
                </a:lnTo>
                <a:lnTo>
                  <a:pt x="923925" y="781050"/>
                </a:lnTo>
                <a:lnTo>
                  <a:pt x="923925" y="771525"/>
                </a:lnTo>
                <a:lnTo>
                  <a:pt x="933450" y="771525"/>
                </a:lnTo>
                <a:lnTo>
                  <a:pt x="933450" y="762000"/>
                </a:lnTo>
                <a:lnTo>
                  <a:pt x="952500" y="762000"/>
                </a:lnTo>
                <a:lnTo>
                  <a:pt x="952500" y="752475"/>
                </a:lnTo>
                <a:lnTo>
                  <a:pt x="962025" y="752475"/>
                </a:lnTo>
                <a:lnTo>
                  <a:pt x="962025" y="733425"/>
                </a:lnTo>
                <a:lnTo>
                  <a:pt x="971550" y="733425"/>
                </a:lnTo>
                <a:lnTo>
                  <a:pt x="971550" y="723900"/>
                </a:lnTo>
                <a:lnTo>
                  <a:pt x="1038225" y="723900"/>
                </a:lnTo>
                <a:lnTo>
                  <a:pt x="1038225" y="838200"/>
                </a:lnTo>
                <a:lnTo>
                  <a:pt x="981075" y="838200"/>
                </a:lnTo>
                <a:lnTo>
                  <a:pt x="981075" y="847725"/>
                </a:lnTo>
                <a:lnTo>
                  <a:pt x="971550" y="847725"/>
                </a:lnTo>
                <a:lnTo>
                  <a:pt x="971550" y="857250"/>
                </a:lnTo>
                <a:lnTo>
                  <a:pt x="962025" y="857250"/>
                </a:lnTo>
                <a:lnTo>
                  <a:pt x="962025" y="885825"/>
                </a:lnTo>
                <a:lnTo>
                  <a:pt x="952500" y="885825"/>
                </a:lnTo>
                <a:lnTo>
                  <a:pt x="952500" y="895350"/>
                </a:lnTo>
                <a:lnTo>
                  <a:pt x="866775" y="895350"/>
                </a:lnTo>
                <a:lnTo>
                  <a:pt x="866775" y="904875"/>
                </a:lnTo>
                <a:lnTo>
                  <a:pt x="857250" y="904875"/>
                </a:lnTo>
                <a:lnTo>
                  <a:pt x="857250" y="847725"/>
                </a:lnTo>
                <a:lnTo>
                  <a:pt x="866775" y="847725"/>
                </a:lnTo>
                <a:close/>
                <a:moveTo>
                  <a:pt x="1209675" y="723900"/>
                </a:moveTo>
                <a:lnTo>
                  <a:pt x="1266825" y="723900"/>
                </a:lnTo>
                <a:lnTo>
                  <a:pt x="1266825" y="733425"/>
                </a:lnTo>
                <a:lnTo>
                  <a:pt x="1276350" y="733425"/>
                </a:lnTo>
                <a:lnTo>
                  <a:pt x="1276350" y="742950"/>
                </a:lnTo>
                <a:lnTo>
                  <a:pt x="1266825" y="742950"/>
                </a:lnTo>
                <a:lnTo>
                  <a:pt x="1266825" y="762000"/>
                </a:lnTo>
                <a:lnTo>
                  <a:pt x="1257300" y="762000"/>
                </a:lnTo>
                <a:lnTo>
                  <a:pt x="1257300" y="771525"/>
                </a:lnTo>
                <a:lnTo>
                  <a:pt x="1247775" y="771525"/>
                </a:lnTo>
                <a:lnTo>
                  <a:pt x="1247775" y="781050"/>
                </a:lnTo>
                <a:lnTo>
                  <a:pt x="1228725" y="781050"/>
                </a:lnTo>
                <a:lnTo>
                  <a:pt x="1228725" y="809625"/>
                </a:lnTo>
                <a:lnTo>
                  <a:pt x="1219200" y="809625"/>
                </a:lnTo>
                <a:lnTo>
                  <a:pt x="1219200" y="752475"/>
                </a:lnTo>
                <a:lnTo>
                  <a:pt x="1209675" y="752475"/>
                </a:lnTo>
                <a:close/>
                <a:moveTo>
                  <a:pt x="1381125" y="723900"/>
                </a:moveTo>
                <a:lnTo>
                  <a:pt x="1390650" y="723900"/>
                </a:lnTo>
                <a:lnTo>
                  <a:pt x="1390650" y="762000"/>
                </a:lnTo>
                <a:lnTo>
                  <a:pt x="1381125" y="762000"/>
                </a:lnTo>
                <a:close/>
                <a:moveTo>
                  <a:pt x="1552575" y="723900"/>
                </a:moveTo>
                <a:lnTo>
                  <a:pt x="1685925" y="723900"/>
                </a:lnTo>
                <a:lnTo>
                  <a:pt x="1685925" y="733425"/>
                </a:lnTo>
                <a:lnTo>
                  <a:pt x="1704975" y="733425"/>
                </a:lnTo>
                <a:lnTo>
                  <a:pt x="1704975" y="742950"/>
                </a:lnTo>
                <a:lnTo>
                  <a:pt x="1714500" y="742950"/>
                </a:lnTo>
                <a:lnTo>
                  <a:pt x="1714500" y="762000"/>
                </a:lnTo>
                <a:lnTo>
                  <a:pt x="1724025" y="762000"/>
                </a:lnTo>
                <a:lnTo>
                  <a:pt x="1724025" y="771525"/>
                </a:lnTo>
                <a:lnTo>
                  <a:pt x="1733550" y="771525"/>
                </a:lnTo>
                <a:lnTo>
                  <a:pt x="1733550" y="790575"/>
                </a:lnTo>
                <a:lnTo>
                  <a:pt x="1743075" y="790575"/>
                </a:lnTo>
                <a:lnTo>
                  <a:pt x="1743075" y="800100"/>
                </a:lnTo>
                <a:lnTo>
                  <a:pt x="1752600" y="800100"/>
                </a:lnTo>
                <a:lnTo>
                  <a:pt x="1752600" y="819150"/>
                </a:lnTo>
                <a:lnTo>
                  <a:pt x="1762125" y="819150"/>
                </a:lnTo>
                <a:lnTo>
                  <a:pt x="1762125" y="838200"/>
                </a:lnTo>
                <a:lnTo>
                  <a:pt x="1771650" y="838200"/>
                </a:lnTo>
                <a:lnTo>
                  <a:pt x="1771650" y="847725"/>
                </a:lnTo>
                <a:lnTo>
                  <a:pt x="1781175" y="847725"/>
                </a:lnTo>
                <a:lnTo>
                  <a:pt x="1781175" y="866775"/>
                </a:lnTo>
                <a:lnTo>
                  <a:pt x="1771650" y="866775"/>
                </a:lnTo>
                <a:lnTo>
                  <a:pt x="1771650" y="857250"/>
                </a:lnTo>
                <a:lnTo>
                  <a:pt x="1762125" y="857250"/>
                </a:lnTo>
                <a:lnTo>
                  <a:pt x="1762125" y="847725"/>
                </a:lnTo>
                <a:lnTo>
                  <a:pt x="1752600" y="847725"/>
                </a:lnTo>
                <a:lnTo>
                  <a:pt x="1752600" y="838200"/>
                </a:lnTo>
                <a:lnTo>
                  <a:pt x="1714500" y="838200"/>
                </a:lnTo>
                <a:lnTo>
                  <a:pt x="1714500" y="847725"/>
                </a:lnTo>
                <a:lnTo>
                  <a:pt x="1685925" y="847725"/>
                </a:lnTo>
                <a:lnTo>
                  <a:pt x="1685925" y="857250"/>
                </a:lnTo>
                <a:lnTo>
                  <a:pt x="1666875" y="857250"/>
                </a:lnTo>
                <a:lnTo>
                  <a:pt x="1666875" y="876300"/>
                </a:lnTo>
                <a:lnTo>
                  <a:pt x="1676400" y="876300"/>
                </a:lnTo>
                <a:lnTo>
                  <a:pt x="1676400" y="885825"/>
                </a:lnTo>
                <a:lnTo>
                  <a:pt x="1628775" y="885825"/>
                </a:lnTo>
                <a:lnTo>
                  <a:pt x="1628775" y="895350"/>
                </a:lnTo>
                <a:lnTo>
                  <a:pt x="1619250" y="895350"/>
                </a:lnTo>
                <a:lnTo>
                  <a:pt x="1619250" y="876300"/>
                </a:lnTo>
                <a:lnTo>
                  <a:pt x="1609725" y="876300"/>
                </a:lnTo>
                <a:lnTo>
                  <a:pt x="1609725" y="857250"/>
                </a:lnTo>
                <a:lnTo>
                  <a:pt x="1600200" y="857250"/>
                </a:lnTo>
                <a:lnTo>
                  <a:pt x="1600200" y="838200"/>
                </a:lnTo>
                <a:lnTo>
                  <a:pt x="1590675" y="838200"/>
                </a:lnTo>
                <a:lnTo>
                  <a:pt x="1590675" y="819150"/>
                </a:lnTo>
                <a:lnTo>
                  <a:pt x="1600200" y="819150"/>
                </a:lnTo>
                <a:lnTo>
                  <a:pt x="1600200" y="838200"/>
                </a:lnTo>
                <a:lnTo>
                  <a:pt x="1619250" y="838200"/>
                </a:lnTo>
                <a:lnTo>
                  <a:pt x="1619250" y="828675"/>
                </a:lnTo>
                <a:lnTo>
                  <a:pt x="1647825" y="828675"/>
                </a:lnTo>
                <a:lnTo>
                  <a:pt x="1647825" y="819150"/>
                </a:lnTo>
                <a:lnTo>
                  <a:pt x="1657350" y="819150"/>
                </a:lnTo>
                <a:lnTo>
                  <a:pt x="1657350" y="800100"/>
                </a:lnTo>
                <a:lnTo>
                  <a:pt x="1666875" y="800100"/>
                </a:lnTo>
                <a:lnTo>
                  <a:pt x="1666875" y="790575"/>
                </a:lnTo>
                <a:lnTo>
                  <a:pt x="1685925" y="790575"/>
                </a:lnTo>
                <a:lnTo>
                  <a:pt x="1685925" y="781050"/>
                </a:lnTo>
                <a:lnTo>
                  <a:pt x="1695450" y="781050"/>
                </a:lnTo>
                <a:lnTo>
                  <a:pt x="1695450" y="771525"/>
                </a:lnTo>
                <a:lnTo>
                  <a:pt x="1704975" y="771525"/>
                </a:lnTo>
                <a:lnTo>
                  <a:pt x="1704975" y="752475"/>
                </a:lnTo>
                <a:lnTo>
                  <a:pt x="1695450" y="752475"/>
                </a:lnTo>
                <a:lnTo>
                  <a:pt x="1695450" y="742950"/>
                </a:lnTo>
                <a:lnTo>
                  <a:pt x="1647825" y="742950"/>
                </a:lnTo>
                <a:lnTo>
                  <a:pt x="1647825" y="752475"/>
                </a:lnTo>
                <a:lnTo>
                  <a:pt x="1619250" y="752475"/>
                </a:lnTo>
                <a:lnTo>
                  <a:pt x="1619250" y="762000"/>
                </a:lnTo>
                <a:lnTo>
                  <a:pt x="1609725" y="762000"/>
                </a:lnTo>
                <a:lnTo>
                  <a:pt x="1609725" y="771525"/>
                </a:lnTo>
                <a:lnTo>
                  <a:pt x="1581150" y="771525"/>
                </a:lnTo>
                <a:lnTo>
                  <a:pt x="1581150" y="790575"/>
                </a:lnTo>
                <a:lnTo>
                  <a:pt x="1571625" y="790575"/>
                </a:lnTo>
                <a:lnTo>
                  <a:pt x="1571625" y="762000"/>
                </a:lnTo>
                <a:lnTo>
                  <a:pt x="1562100" y="762000"/>
                </a:lnTo>
                <a:lnTo>
                  <a:pt x="1562100" y="742950"/>
                </a:lnTo>
                <a:lnTo>
                  <a:pt x="1552575" y="742950"/>
                </a:lnTo>
                <a:close/>
                <a:moveTo>
                  <a:pt x="190500" y="733425"/>
                </a:moveTo>
                <a:lnTo>
                  <a:pt x="209550" y="733425"/>
                </a:lnTo>
                <a:lnTo>
                  <a:pt x="209550" y="742950"/>
                </a:lnTo>
                <a:lnTo>
                  <a:pt x="200025" y="742950"/>
                </a:lnTo>
                <a:lnTo>
                  <a:pt x="200025" y="762000"/>
                </a:lnTo>
                <a:lnTo>
                  <a:pt x="190500" y="762000"/>
                </a:lnTo>
                <a:lnTo>
                  <a:pt x="190500" y="771525"/>
                </a:lnTo>
                <a:lnTo>
                  <a:pt x="200025" y="771525"/>
                </a:lnTo>
                <a:lnTo>
                  <a:pt x="200025" y="790575"/>
                </a:lnTo>
                <a:lnTo>
                  <a:pt x="228600" y="790575"/>
                </a:lnTo>
                <a:lnTo>
                  <a:pt x="228600" y="800100"/>
                </a:lnTo>
                <a:lnTo>
                  <a:pt x="247650" y="800100"/>
                </a:lnTo>
                <a:lnTo>
                  <a:pt x="247650" y="809625"/>
                </a:lnTo>
                <a:lnTo>
                  <a:pt x="266700" y="809625"/>
                </a:lnTo>
                <a:lnTo>
                  <a:pt x="266700" y="819150"/>
                </a:lnTo>
                <a:lnTo>
                  <a:pt x="276225" y="819150"/>
                </a:lnTo>
                <a:lnTo>
                  <a:pt x="276225" y="828675"/>
                </a:lnTo>
                <a:lnTo>
                  <a:pt x="295275" y="828675"/>
                </a:lnTo>
                <a:lnTo>
                  <a:pt x="295275" y="819150"/>
                </a:lnTo>
                <a:lnTo>
                  <a:pt x="304800" y="819150"/>
                </a:lnTo>
                <a:lnTo>
                  <a:pt x="304800" y="809625"/>
                </a:lnTo>
                <a:lnTo>
                  <a:pt x="314325" y="809625"/>
                </a:lnTo>
                <a:lnTo>
                  <a:pt x="314325" y="828675"/>
                </a:lnTo>
                <a:lnTo>
                  <a:pt x="304800" y="828675"/>
                </a:lnTo>
                <a:lnTo>
                  <a:pt x="304800" y="847725"/>
                </a:lnTo>
                <a:lnTo>
                  <a:pt x="295275" y="847725"/>
                </a:lnTo>
                <a:lnTo>
                  <a:pt x="295275" y="866775"/>
                </a:lnTo>
                <a:lnTo>
                  <a:pt x="285750" y="866775"/>
                </a:lnTo>
                <a:lnTo>
                  <a:pt x="285750" y="952500"/>
                </a:lnTo>
                <a:lnTo>
                  <a:pt x="276225" y="952500"/>
                </a:lnTo>
                <a:lnTo>
                  <a:pt x="276225" y="895350"/>
                </a:lnTo>
                <a:lnTo>
                  <a:pt x="219075" y="895350"/>
                </a:lnTo>
                <a:lnTo>
                  <a:pt x="219075" y="885825"/>
                </a:lnTo>
                <a:lnTo>
                  <a:pt x="152400" y="885825"/>
                </a:lnTo>
                <a:lnTo>
                  <a:pt x="152400" y="876300"/>
                </a:lnTo>
                <a:lnTo>
                  <a:pt x="133350" y="876300"/>
                </a:lnTo>
                <a:lnTo>
                  <a:pt x="133350" y="885825"/>
                </a:lnTo>
                <a:lnTo>
                  <a:pt x="114300" y="885825"/>
                </a:lnTo>
                <a:lnTo>
                  <a:pt x="114300" y="866775"/>
                </a:lnTo>
                <a:lnTo>
                  <a:pt x="123825" y="866775"/>
                </a:lnTo>
                <a:lnTo>
                  <a:pt x="123825" y="847725"/>
                </a:lnTo>
                <a:lnTo>
                  <a:pt x="133350" y="847725"/>
                </a:lnTo>
                <a:lnTo>
                  <a:pt x="133350" y="838200"/>
                </a:lnTo>
                <a:lnTo>
                  <a:pt x="142875" y="838200"/>
                </a:lnTo>
                <a:lnTo>
                  <a:pt x="142875" y="819150"/>
                </a:lnTo>
                <a:lnTo>
                  <a:pt x="152400" y="819150"/>
                </a:lnTo>
                <a:lnTo>
                  <a:pt x="152400" y="800100"/>
                </a:lnTo>
                <a:lnTo>
                  <a:pt x="161925" y="800100"/>
                </a:lnTo>
                <a:lnTo>
                  <a:pt x="161925" y="771525"/>
                </a:lnTo>
                <a:lnTo>
                  <a:pt x="171450" y="771525"/>
                </a:lnTo>
                <a:lnTo>
                  <a:pt x="171450" y="752475"/>
                </a:lnTo>
                <a:lnTo>
                  <a:pt x="190500" y="752475"/>
                </a:lnTo>
                <a:close/>
                <a:moveTo>
                  <a:pt x="333375" y="742950"/>
                </a:moveTo>
                <a:lnTo>
                  <a:pt x="342900" y="742950"/>
                </a:lnTo>
                <a:lnTo>
                  <a:pt x="342900" y="762000"/>
                </a:lnTo>
                <a:lnTo>
                  <a:pt x="333375" y="762000"/>
                </a:lnTo>
                <a:close/>
                <a:moveTo>
                  <a:pt x="323850" y="771525"/>
                </a:moveTo>
                <a:lnTo>
                  <a:pt x="333375" y="771525"/>
                </a:lnTo>
                <a:lnTo>
                  <a:pt x="333375" y="781050"/>
                </a:lnTo>
                <a:lnTo>
                  <a:pt x="323850" y="781050"/>
                </a:lnTo>
                <a:close/>
                <a:moveTo>
                  <a:pt x="1390650" y="771525"/>
                </a:moveTo>
                <a:lnTo>
                  <a:pt x="1400175" y="771525"/>
                </a:lnTo>
                <a:lnTo>
                  <a:pt x="1400175" y="809625"/>
                </a:lnTo>
                <a:lnTo>
                  <a:pt x="1409700" y="809625"/>
                </a:lnTo>
                <a:lnTo>
                  <a:pt x="1409700" y="847725"/>
                </a:lnTo>
                <a:lnTo>
                  <a:pt x="1419225" y="847725"/>
                </a:lnTo>
                <a:lnTo>
                  <a:pt x="1419225" y="895350"/>
                </a:lnTo>
                <a:lnTo>
                  <a:pt x="1409700" y="895350"/>
                </a:lnTo>
                <a:lnTo>
                  <a:pt x="1409700" y="885825"/>
                </a:lnTo>
                <a:lnTo>
                  <a:pt x="1400175" y="885825"/>
                </a:lnTo>
                <a:lnTo>
                  <a:pt x="1400175" y="895350"/>
                </a:lnTo>
                <a:lnTo>
                  <a:pt x="1352550" y="895350"/>
                </a:lnTo>
                <a:lnTo>
                  <a:pt x="1352550" y="885825"/>
                </a:lnTo>
                <a:lnTo>
                  <a:pt x="1333500" y="885825"/>
                </a:lnTo>
                <a:lnTo>
                  <a:pt x="1333500" y="895350"/>
                </a:lnTo>
                <a:lnTo>
                  <a:pt x="1276350" y="895350"/>
                </a:lnTo>
                <a:lnTo>
                  <a:pt x="1276350" y="876300"/>
                </a:lnTo>
                <a:lnTo>
                  <a:pt x="1285875" y="876300"/>
                </a:lnTo>
                <a:lnTo>
                  <a:pt x="1285875" y="866775"/>
                </a:lnTo>
                <a:lnTo>
                  <a:pt x="1295400" y="866775"/>
                </a:lnTo>
                <a:lnTo>
                  <a:pt x="1295400" y="857250"/>
                </a:lnTo>
                <a:lnTo>
                  <a:pt x="1304925" y="857250"/>
                </a:lnTo>
                <a:lnTo>
                  <a:pt x="1304925" y="847725"/>
                </a:lnTo>
                <a:lnTo>
                  <a:pt x="1314450" y="847725"/>
                </a:lnTo>
                <a:lnTo>
                  <a:pt x="1314450" y="838200"/>
                </a:lnTo>
                <a:lnTo>
                  <a:pt x="1333500" y="838200"/>
                </a:lnTo>
                <a:lnTo>
                  <a:pt x="1333500" y="828675"/>
                </a:lnTo>
                <a:lnTo>
                  <a:pt x="1371600" y="828675"/>
                </a:lnTo>
                <a:lnTo>
                  <a:pt x="1371600" y="819150"/>
                </a:lnTo>
                <a:lnTo>
                  <a:pt x="1381125" y="819150"/>
                </a:lnTo>
                <a:lnTo>
                  <a:pt x="1381125" y="809625"/>
                </a:lnTo>
                <a:lnTo>
                  <a:pt x="1390650" y="809625"/>
                </a:lnTo>
                <a:close/>
                <a:moveTo>
                  <a:pt x="314325" y="790575"/>
                </a:moveTo>
                <a:lnTo>
                  <a:pt x="323850" y="790575"/>
                </a:lnTo>
                <a:lnTo>
                  <a:pt x="323850" y="800100"/>
                </a:lnTo>
                <a:lnTo>
                  <a:pt x="314325" y="800100"/>
                </a:lnTo>
                <a:close/>
                <a:moveTo>
                  <a:pt x="1581150" y="800100"/>
                </a:moveTo>
                <a:lnTo>
                  <a:pt x="1590675" y="800100"/>
                </a:lnTo>
                <a:lnTo>
                  <a:pt x="1590675" y="809625"/>
                </a:lnTo>
                <a:lnTo>
                  <a:pt x="1581150" y="809625"/>
                </a:lnTo>
                <a:close/>
                <a:moveTo>
                  <a:pt x="495300" y="809625"/>
                </a:moveTo>
                <a:lnTo>
                  <a:pt x="504825" y="809625"/>
                </a:lnTo>
                <a:lnTo>
                  <a:pt x="504825" y="828675"/>
                </a:lnTo>
                <a:lnTo>
                  <a:pt x="495300" y="828675"/>
                </a:lnTo>
                <a:close/>
                <a:moveTo>
                  <a:pt x="485775" y="838200"/>
                </a:moveTo>
                <a:lnTo>
                  <a:pt x="495300" y="838200"/>
                </a:lnTo>
                <a:lnTo>
                  <a:pt x="495300" y="866775"/>
                </a:lnTo>
                <a:lnTo>
                  <a:pt x="485775" y="866775"/>
                </a:lnTo>
                <a:close/>
                <a:moveTo>
                  <a:pt x="1228725" y="838200"/>
                </a:moveTo>
                <a:lnTo>
                  <a:pt x="1238250" y="838200"/>
                </a:lnTo>
                <a:lnTo>
                  <a:pt x="1238250" y="857250"/>
                </a:lnTo>
                <a:lnTo>
                  <a:pt x="1228725" y="857250"/>
                </a:lnTo>
                <a:close/>
                <a:moveTo>
                  <a:pt x="1038225" y="847725"/>
                </a:moveTo>
                <a:lnTo>
                  <a:pt x="1047750" y="847725"/>
                </a:lnTo>
                <a:lnTo>
                  <a:pt x="1047750" y="895350"/>
                </a:lnTo>
                <a:lnTo>
                  <a:pt x="1038225" y="895350"/>
                </a:lnTo>
                <a:close/>
                <a:moveTo>
                  <a:pt x="1609725" y="857250"/>
                </a:moveTo>
                <a:lnTo>
                  <a:pt x="1619250" y="857250"/>
                </a:lnTo>
                <a:lnTo>
                  <a:pt x="1619250" y="847725"/>
                </a:lnTo>
                <a:lnTo>
                  <a:pt x="1609725" y="847725"/>
                </a:lnTo>
                <a:close/>
                <a:moveTo>
                  <a:pt x="476250" y="876300"/>
                </a:moveTo>
                <a:lnTo>
                  <a:pt x="485775" y="876300"/>
                </a:lnTo>
                <a:lnTo>
                  <a:pt x="485775" y="895350"/>
                </a:lnTo>
                <a:lnTo>
                  <a:pt x="476250" y="895350"/>
                </a:lnTo>
                <a:close/>
                <a:moveTo>
                  <a:pt x="1238250" y="876300"/>
                </a:moveTo>
                <a:lnTo>
                  <a:pt x="1247775" y="876300"/>
                </a:lnTo>
                <a:lnTo>
                  <a:pt x="1247775" y="895350"/>
                </a:lnTo>
                <a:lnTo>
                  <a:pt x="1238250" y="895350"/>
                </a:lnTo>
                <a:close/>
                <a:moveTo>
                  <a:pt x="1781175" y="876300"/>
                </a:moveTo>
                <a:lnTo>
                  <a:pt x="1790700" y="876300"/>
                </a:lnTo>
                <a:lnTo>
                  <a:pt x="1790700" y="885825"/>
                </a:lnTo>
                <a:lnTo>
                  <a:pt x="1781175" y="885825"/>
                </a:lnTo>
                <a:close/>
                <a:moveTo>
                  <a:pt x="1419225" y="895350"/>
                </a:moveTo>
                <a:lnTo>
                  <a:pt x="1428750" y="895350"/>
                </a:lnTo>
                <a:lnTo>
                  <a:pt x="1428750" y="914400"/>
                </a:lnTo>
                <a:lnTo>
                  <a:pt x="1419225" y="914400"/>
                </a:lnTo>
                <a:close/>
                <a:moveTo>
                  <a:pt x="466725" y="914400"/>
                </a:moveTo>
                <a:lnTo>
                  <a:pt x="476250" y="914400"/>
                </a:lnTo>
                <a:lnTo>
                  <a:pt x="476250" y="933450"/>
                </a:lnTo>
                <a:lnTo>
                  <a:pt x="466725" y="933450"/>
                </a:lnTo>
                <a:close/>
                <a:moveTo>
                  <a:pt x="476250" y="952500"/>
                </a:moveTo>
                <a:lnTo>
                  <a:pt x="485775" y="952500"/>
                </a:lnTo>
                <a:lnTo>
                  <a:pt x="485775" y="962025"/>
                </a:lnTo>
                <a:lnTo>
                  <a:pt x="476250" y="962025"/>
                </a:lnTo>
                <a:close/>
                <a:moveTo>
                  <a:pt x="857250" y="952500"/>
                </a:moveTo>
                <a:lnTo>
                  <a:pt x="866775" y="952500"/>
                </a:lnTo>
                <a:lnTo>
                  <a:pt x="866775" y="962025"/>
                </a:lnTo>
                <a:lnTo>
                  <a:pt x="857250" y="962025"/>
                </a:lnTo>
                <a:close/>
                <a:moveTo>
                  <a:pt x="1038225" y="952500"/>
                </a:moveTo>
                <a:lnTo>
                  <a:pt x="1047750" y="952500"/>
                </a:lnTo>
                <a:lnTo>
                  <a:pt x="1047750" y="962025"/>
                </a:lnTo>
                <a:lnTo>
                  <a:pt x="1038225" y="962025"/>
                </a:lnTo>
                <a:close/>
                <a:moveTo>
                  <a:pt x="1238250" y="952500"/>
                </a:moveTo>
                <a:lnTo>
                  <a:pt x="1247775" y="952500"/>
                </a:lnTo>
                <a:lnTo>
                  <a:pt x="1247775" y="962025"/>
                </a:lnTo>
                <a:lnTo>
                  <a:pt x="1238250" y="962025"/>
                </a:lnTo>
                <a:close/>
                <a:moveTo>
                  <a:pt x="447675" y="1114425"/>
                </a:moveTo>
                <a:lnTo>
                  <a:pt x="457200" y="1114425"/>
                </a:lnTo>
                <a:lnTo>
                  <a:pt x="457200" y="1123950"/>
                </a:lnTo>
                <a:lnTo>
                  <a:pt x="447675" y="1123950"/>
                </a:lnTo>
                <a:close/>
                <a:moveTo>
                  <a:pt x="466725" y="1114425"/>
                </a:moveTo>
                <a:lnTo>
                  <a:pt x="676275" y="1114425"/>
                </a:lnTo>
                <a:lnTo>
                  <a:pt x="676275" y="1123950"/>
                </a:lnTo>
                <a:lnTo>
                  <a:pt x="466725" y="1123950"/>
                </a:lnTo>
                <a:close/>
                <a:moveTo>
                  <a:pt x="828675" y="1114425"/>
                </a:moveTo>
                <a:lnTo>
                  <a:pt x="952500" y="1114425"/>
                </a:lnTo>
                <a:lnTo>
                  <a:pt x="952500" y="1123950"/>
                </a:lnTo>
                <a:lnTo>
                  <a:pt x="828675" y="1123950"/>
                </a:lnTo>
                <a:close/>
                <a:moveTo>
                  <a:pt x="371475" y="1123950"/>
                </a:moveTo>
                <a:lnTo>
                  <a:pt x="390525" y="1123950"/>
                </a:lnTo>
                <a:lnTo>
                  <a:pt x="390525" y="1133475"/>
                </a:lnTo>
                <a:lnTo>
                  <a:pt x="381000" y="1133475"/>
                </a:lnTo>
                <a:lnTo>
                  <a:pt x="381000" y="1228725"/>
                </a:lnTo>
                <a:lnTo>
                  <a:pt x="371475" y="1228725"/>
                </a:lnTo>
                <a:close/>
                <a:moveTo>
                  <a:pt x="952500" y="1123950"/>
                </a:moveTo>
                <a:lnTo>
                  <a:pt x="962025" y="1123950"/>
                </a:lnTo>
                <a:lnTo>
                  <a:pt x="962025" y="1133475"/>
                </a:lnTo>
                <a:lnTo>
                  <a:pt x="952500" y="1133475"/>
                </a:lnTo>
                <a:close/>
                <a:moveTo>
                  <a:pt x="1485900" y="1162050"/>
                </a:moveTo>
                <a:lnTo>
                  <a:pt x="1495425" y="1162050"/>
                </a:lnTo>
                <a:lnTo>
                  <a:pt x="1495425" y="1171575"/>
                </a:lnTo>
                <a:lnTo>
                  <a:pt x="1485900" y="1171575"/>
                </a:lnTo>
                <a:close/>
                <a:moveTo>
                  <a:pt x="609600" y="1304925"/>
                </a:moveTo>
                <a:lnTo>
                  <a:pt x="704850" y="1304925"/>
                </a:lnTo>
                <a:lnTo>
                  <a:pt x="704850" y="1314450"/>
                </a:lnTo>
                <a:lnTo>
                  <a:pt x="714375" y="1314450"/>
                </a:lnTo>
                <a:lnTo>
                  <a:pt x="714375" y="1371600"/>
                </a:lnTo>
                <a:lnTo>
                  <a:pt x="695325" y="1371600"/>
                </a:lnTo>
                <a:lnTo>
                  <a:pt x="695325" y="1381125"/>
                </a:lnTo>
                <a:lnTo>
                  <a:pt x="619125" y="1381125"/>
                </a:lnTo>
                <a:lnTo>
                  <a:pt x="619125" y="1371600"/>
                </a:lnTo>
                <a:lnTo>
                  <a:pt x="600075" y="1371600"/>
                </a:lnTo>
                <a:lnTo>
                  <a:pt x="600075" y="1323975"/>
                </a:lnTo>
                <a:lnTo>
                  <a:pt x="609600" y="1323975"/>
                </a:lnTo>
                <a:close/>
                <a:moveTo>
                  <a:pt x="381000" y="1419225"/>
                </a:moveTo>
                <a:lnTo>
                  <a:pt x="390525" y="1419225"/>
                </a:lnTo>
                <a:lnTo>
                  <a:pt x="390525" y="1428750"/>
                </a:lnTo>
                <a:lnTo>
                  <a:pt x="381000" y="1428750"/>
                </a:lnTo>
                <a:close/>
                <a:moveTo>
                  <a:pt x="371475" y="1428750"/>
                </a:moveTo>
                <a:lnTo>
                  <a:pt x="381000" y="1428750"/>
                </a:lnTo>
                <a:lnTo>
                  <a:pt x="381000" y="1524000"/>
                </a:lnTo>
                <a:lnTo>
                  <a:pt x="371475" y="1524000"/>
                </a:lnTo>
                <a:close/>
                <a:moveTo>
                  <a:pt x="1485900" y="1457325"/>
                </a:moveTo>
                <a:lnTo>
                  <a:pt x="1495425" y="1457325"/>
                </a:lnTo>
                <a:lnTo>
                  <a:pt x="1495425" y="1476375"/>
                </a:lnTo>
                <a:lnTo>
                  <a:pt x="1485900" y="1476375"/>
                </a:lnTo>
                <a:close/>
                <a:moveTo>
                  <a:pt x="1476375" y="1476375"/>
                </a:moveTo>
                <a:lnTo>
                  <a:pt x="1485900" y="1476375"/>
                </a:lnTo>
                <a:lnTo>
                  <a:pt x="1485900" y="1485900"/>
                </a:lnTo>
                <a:lnTo>
                  <a:pt x="1476375" y="1485900"/>
                </a:lnTo>
                <a:close/>
                <a:moveTo>
                  <a:pt x="1181100" y="1514475"/>
                </a:moveTo>
                <a:lnTo>
                  <a:pt x="1190625" y="1514475"/>
                </a:lnTo>
                <a:lnTo>
                  <a:pt x="1190625" y="1524000"/>
                </a:lnTo>
                <a:lnTo>
                  <a:pt x="1181100" y="1524000"/>
                </a:lnTo>
                <a:close/>
                <a:moveTo>
                  <a:pt x="1209675" y="1514475"/>
                </a:moveTo>
                <a:lnTo>
                  <a:pt x="1219200" y="1514475"/>
                </a:lnTo>
                <a:lnTo>
                  <a:pt x="1219200" y="1524000"/>
                </a:lnTo>
                <a:lnTo>
                  <a:pt x="1209675" y="1524000"/>
                </a:lnTo>
                <a:close/>
                <a:moveTo>
                  <a:pt x="1171575" y="1524000"/>
                </a:moveTo>
                <a:lnTo>
                  <a:pt x="1181100" y="1524000"/>
                </a:lnTo>
                <a:lnTo>
                  <a:pt x="1181100" y="1533525"/>
                </a:lnTo>
                <a:lnTo>
                  <a:pt x="1171575" y="1533525"/>
                </a:lnTo>
                <a:close/>
                <a:moveTo>
                  <a:pt x="1219200" y="1524000"/>
                </a:moveTo>
                <a:lnTo>
                  <a:pt x="1228725" y="1524000"/>
                </a:lnTo>
                <a:lnTo>
                  <a:pt x="1228725" y="1543050"/>
                </a:lnTo>
                <a:lnTo>
                  <a:pt x="1219200" y="1543050"/>
                </a:lnTo>
                <a:close/>
                <a:moveTo>
                  <a:pt x="457200" y="1543050"/>
                </a:moveTo>
                <a:lnTo>
                  <a:pt x="609600" y="1543050"/>
                </a:lnTo>
                <a:lnTo>
                  <a:pt x="609600" y="1581150"/>
                </a:lnTo>
                <a:lnTo>
                  <a:pt x="628650" y="1581150"/>
                </a:lnTo>
                <a:lnTo>
                  <a:pt x="628650" y="1600200"/>
                </a:lnTo>
                <a:lnTo>
                  <a:pt x="609600" y="1600200"/>
                </a:lnTo>
                <a:lnTo>
                  <a:pt x="609600" y="1609725"/>
                </a:lnTo>
                <a:lnTo>
                  <a:pt x="457200" y="1609725"/>
                </a:lnTo>
                <a:lnTo>
                  <a:pt x="457200" y="1600200"/>
                </a:lnTo>
                <a:lnTo>
                  <a:pt x="438150" y="1600200"/>
                </a:lnTo>
                <a:lnTo>
                  <a:pt x="438150" y="1590675"/>
                </a:lnTo>
                <a:lnTo>
                  <a:pt x="457200" y="1590675"/>
                </a:lnTo>
                <a:close/>
                <a:moveTo>
                  <a:pt x="1114425" y="1743075"/>
                </a:moveTo>
                <a:lnTo>
                  <a:pt x="1123950" y="1743075"/>
                </a:lnTo>
                <a:lnTo>
                  <a:pt x="1123950" y="1781175"/>
                </a:lnTo>
                <a:lnTo>
                  <a:pt x="1114425" y="1781175"/>
                </a:lnTo>
                <a:close/>
              </a:path>
            </a:pathLst>
          </a:custGeom>
          <a:solidFill xmlns:a="http://schemas.openxmlformats.org/drawingml/2006/main">
            <a:srgbClr val="DC3C24"/>
          </a:solidFill>
          <a:ln xmlns:a="http://schemas.openxmlformats.org/drawingml/2006/main" w="0">
            <a:noFill/>
          </a:ln>
        </p:spPr>
      </p:sp>
      <p:sp>
        <p:nvSpPr>
          <p:cNvPr id="133" name="logo7 vector #db311f">
            <a:extLst xmlns:a="http://schemas.openxmlformats.org/drawingml/2006/main">
              <a:ext uri="{FF2B5EF4-FFF2-40B4-BE49-F238E27FC236}">
                <a16:creationId xmlns:a16="http://schemas.microsoft.com/office/drawing/2014/main" id="{BA1AF8EA-204F-4584-A47B-48970A340892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5300" y="5210175"/>
            <a:ext cx="2305050" cy="2105025"/>
          </a:xfrm>
          <a:custGeom xmlns:a="http://schemas.openxmlformats.org/drawingml/2006/main">
            <a:pathLst>
              <a:path w="1952625" h="1781175">
                <a:moveTo>
                  <a:pt x="895350" y="638175"/>
                </a:moveTo>
                <a:lnTo>
                  <a:pt x="952500" y="638175"/>
                </a:lnTo>
                <a:lnTo>
                  <a:pt x="952500" y="647700"/>
                </a:lnTo>
                <a:lnTo>
                  <a:pt x="895350" y="647700"/>
                </a:lnTo>
                <a:close/>
                <a:moveTo>
                  <a:pt x="276225" y="647700"/>
                </a:moveTo>
                <a:lnTo>
                  <a:pt x="295275" y="647700"/>
                </a:lnTo>
                <a:lnTo>
                  <a:pt x="295275" y="657225"/>
                </a:lnTo>
                <a:lnTo>
                  <a:pt x="276225" y="657225"/>
                </a:lnTo>
                <a:close/>
                <a:moveTo>
                  <a:pt x="476250" y="647700"/>
                </a:moveTo>
                <a:lnTo>
                  <a:pt x="523875" y="647700"/>
                </a:lnTo>
                <a:lnTo>
                  <a:pt x="523875" y="657225"/>
                </a:lnTo>
                <a:lnTo>
                  <a:pt x="476250" y="657225"/>
                </a:lnTo>
                <a:close/>
                <a:moveTo>
                  <a:pt x="571500" y="647700"/>
                </a:moveTo>
                <a:lnTo>
                  <a:pt x="590550" y="647700"/>
                </a:lnTo>
                <a:lnTo>
                  <a:pt x="590550" y="657225"/>
                </a:lnTo>
                <a:lnTo>
                  <a:pt x="571500" y="657225"/>
                </a:lnTo>
                <a:close/>
                <a:moveTo>
                  <a:pt x="1000125" y="647700"/>
                </a:moveTo>
                <a:lnTo>
                  <a:pt x="1095375" y="647700"/>
                </a:lnTo>
                <a:lnTo>
                  <a:pt x="1095375" y="657225"/>
                </a:lnTo>
                <a:lnTo>
                  <a:pt x="1000125" y="657225"/>
                </a:lnTo>
                <a:close/>
                <a:moveTo>
                  <a:pt x="1285875" y="647700"/>
                </a:moveTo>
                <a:lnTo>
                  <a:pt x="1343025" y="647700"/>
                </a:lnTo>
                <a:lnTo>
                  <a:pt x="1343025" y="657225"/>
                </a:lnTo>
                <a:lnTo>
                  <a:pt x="1285875" y="657225"/>
                </a:lnTo>
                <a:close/>
                <a:moveTo>
                  <a:pt x="523875" y="714375"/>
                </a:moveTo>
                <a:lnTo>
                  <a:pt x="600075" y="714375"/>
                </a:lnTo>
                <a:lnTo>
                  <a:pt x="600075" y="723900"/>
                </a:lnTo>
                <a:lnTo>
                  <a:pt x="685800" y="723900"/>
                </a:lnTo>
                <a:lnTo>
                  <a:pt x="685800" y="752475"/>
                </a:lnTo>
                <a:lnTo>
                  <a:pt x="676275" y="752475"/>
                </a:lnTo>
                <a:lnTo>
                  <a:pt x="676275" y="771525"/>
                </a:lnTo>
                <a:lnTo>
                  <a:pt x="666750" y="771525"/>
                </a:lnTo>
                <a:lnTo>
                  <a:pt x="666750" y="762000"/>
                </a:lnTo>
                <a:lnTo>
                  <a:pt x="638175" y="762000"/>
                </a:lnTo>
                <a:lnTo>
                  <a:pt x="638175" y="771525"/>
                </a:lnTo>
                <a:lnTo>
                  <a:pt x="609600" y="771525"/>
                </a:lnTo>
                <a:lnTo>
                  <a:pt x="609600" y="762000"/>
                </a:lnTo>
                <a:lnTo>
                  <a:pt x="600075" y="762000"/>
                </a:lnTo>
                <a:lnTo>
                  <a:pt x="600075" y="752475"/>
                </a:lnTo>
                <a:lnTo>
                  <a:pt x="590550" y="752475"/>
                </a:lnTo>
                <a:lnTo>
                  <a:pt x="590550" y="742950"/>
                </a:lnTo>
                <a:lnTo>
                  <a:pt x="600075" y="742950"/>
                </a:lnTo>
                <a:lnTo>
                  <a:pt x="600075" y="733425"/>
                </a:lnTo>
                <a:lnTo>
                  <a:pt x="590550" y="733425"/>
                </a:lnTo>
                <a:lnTo>
                  <a:pt x="590550" y="723900"/>
                </a:lnTo>
                <a:lnTo>
                  <a:pt x="523875" y="723900"/>
                </a:lnTo>
                <a:close/>
                <a:moveTo>
                  <a:pt x="971550" y="714375"/>
                </a:moveTo>
                <a:lnTo>
                  <a:pt x="1038225" y="714375"/>
                </a:lnTo>
                <a:lnTo>
                  <a:pt x="1038225" y="723900"/>
                </a:lnTo>
                <a:lnTo>
                  <a:pt x="971550" y="723900"/>
                </a:lnTo>
                <a:close/>
                <a:moveTo>
                  <a:pt x="1209675" y="714375"/>
                </a:moveTo>
                <a:lnTo>
                  <a:pt x="1295400" y="714375"/>
                </a:lnTo>
                <a:lnTo>
                  <a:pt x="1295400" y="723900"/>
                </a:lnTo>
                <a:lnTo>
                  <a:pt x="1381125" y="723900"/>
                </a:lnTo>
                <a:lnTo>
                  <a:pt x="1381125" y="714375"/>
                </a:lnTo>
                <a:lnTo>
                  <a:pt x="1390650" y="714375"/>
                </a:lnTo>
                <a:lnTo>
                  <a:pt x="1390650" y="723900"/>
                </a:lnTo>
                <a:lnTo>
                  <a:pt x="1381125" y="723900"/>
                </a:lnTo>
                <a:lnTo>
                  <a:pt x="1381125" y="762000"/>
                </a:lnTo>
                <a:lnTo>
                  <a:pt x="1390650" y="762000"/>
                </a:lnTo>
                <a:lnTo>
                  <a:pt x="1390650" y="809625"/>
                </a:lnTo>
                <a:lnTo>
                  <a:pt x="1381125" y="809625"/>
                </a:lnTo>
                <a:lnTo>
                  <a:pt x="1381125" y="819150"/>
                </a:lnTo>
                <a:lnTo>
                  <a:pt x="1371600" y="819150"/>
                </a:lnTo>
                <a:lnTo>
                  <a:pt x="1371600" y="828675"/>
                </a:lnTo>
                <a:lnTo>
                  <a:pt x="1333500" y="828675"/>
                </a:lnTo>
                <a:lnTo>
                  <a:pt x="1333500" y="838200"/>
                </a:lnTo>
                <a:lnTo>
                  <a:pt x="1314450" y="838200"/>
                </a:lnTo>
                <a:lnTo>
                  <a:pt x="1314450" y="847725"/>
                </a:lnTo>
                <a:lnTo>
                  <a:pt x="1304925" y="847725"/>
                </a:lnTo>
                <a:lnTo>
                  <a:pt x="1304925" y="857250"/>
                </a:lnTo>
                <a:lnTo>
                  <a:pt x="1295400" y="857250"/>
                </a:lnTo>
                <a:lnTo>
                  <a:pt x="1295400" y="866775"/>
                </a:lnTo>
                <a:lnTo>
                  <a:pt x="1285875" y="866775"/>
                </a:lnTo>
                <a:lnTo>
                  <a:pt x="1285875" y="876300"/>
                </a:lnTo>
                <a:lnTo>
                  <a:pt x="1276350" y="876300"/>
                </a:lnTo>
                <a:lnTo>
                  <a:pt x="1276350" y="895350"/>
                </a:lnTo>
                <a:lnTo>
                  <a:pt x="1247775" y="895350"/>
                </a:lnTo>
                <a:lnTo>
                  <a:pt x="1247775" y="876300"/>
                </a:lnTo>
                <a:lnTo>
                  <a:pt x="1238250" y="876300"/>
                </a:lnTo>
                <a:lnTo>
                  <a:pt x="1238250" y="838200"/>
                </a:lnTo>
                <a:lnTo>
                  <a:pt x="1228725" y="838200"/>
                </a:lnTo>
                <a:lnTo>
                  <a:pt x="1228725" y="781050"/>
                </a:lnTo>
                <a:lnTo>
                  <a:pt x="1247775" y="781050"/>
                </a:lnTo>
                <a:lnTo>
                  <a:pt x="1247775" y="771525"/>
                </a:lnTo>
                <a:lnTo>
                  <a:pt x="1257300" y="771525"/>
                </a:lnTo>
                <a:lnTo>
                  <a:pt x="1257300" y="762000"/>
                </a:lnTo>
                <a:lnTo>
                  <a:pt x="1266825" y="762000"/>
                </a:lnTo>
                <a:lnTo>
                  <a:pt x="1266825" y="742950"/>
                </a:lnTo>
                <a:lnTo>
                  <a:pt x="1276350" y="742950"/>
                </a:lnTo>
                <a:lnTo>
                  <a:pt x="1276350" y="733425"/>
                </a:lnTo>
                <a:lnTo>
                  <a:pt x="1266825" y="733425"/>
                </a:lnTo>
                <a:lnTo>
                  <a:pt x="1266825" y="723900"/>
                </a:lnTo>
                <a:lnTo>
                  <a:pt x="1209675" y="723900"/>
                </a:lnTo>
                <a:close/>
                <a:moveTo>
                  <a:pt x="1543050" y="714375"/>
                </a:moveTo>
                <a:lnTo>
                  <a:pt x="1552575" y="714375"/>
                </a:lnTo>
                <a:lnTo>
                  <a:pt x="1552575" y="723900"/>
                </a:lnTo>
                <a:lnTo>
                  <a:pt x="1543050" y="723900"/>
                </a:lnTo>
                <a:close/>
                <a:moveTo>
                  <a:pt x="1571625" y="714375"/>
                </a:moveTo>
                <a:lnTo>
                  <a:pt x="1685925" y="714375"/>
                </a:lnTo>
                <a:lnTo>
                  <a:pt x="1685925" y="723900"/>
                </a:lnTo>
                <a:lnTo>
                  <a:pt x="1571625" y="723900"/>
                </a:lnTo>
                <a:close/>
                <a:moveTo>
                  <a:pt x="209550" y="723900"/>
                </a:moveTo>
                <a:lnTo>
                  <a:pt x="342900" y="723900"/>
                </a:lnTo>
                <a:lnTo>
                  <a:pt x="342900" y="742950"/>
                </a:lnTo>
                <a:lnTo>
                  <a:pt x="333375" y="742950"/>
                </a:lnTo>
                <a:lnTo>
                  <a:pt x="333375" y="771525"/>
                </a:lnTo>
                <a:lnTo>
                  <a:pt x="323850" y="771525"/>
                </a:lnTo>
                <a:lnTo>
                  <a:pt x="323850" y="790575"/>
                </a:lnTo>
                <a:lnTo>
                  <a:pt x="314325" y="790575"/>
                </a:lnTo>
                <a:lnTo>
                  <a:pt x="314325" y="809625"/>
                </a:lnTo>
                <a:lnTo>
                  <a:pt x="304800" y="809625"/>
                </a:lnTo>
                <a:lnTo>
                  <a:pt x="304800" y="819150"/>
                </a:lnTo>
                <a:lnTo>
                  <a:pt x="295275" y="819150"/>
                </a:lnTo>
                <a:lnTo>
                  <a:pt x="295275" y="828675"/>
                </a:lnTo>
                <a:lnTo>
                  <a:pt x="276225" y="828675"/>
                </a:lnTo>
                <a:lnTo>
                  <a:pt x="276225" y="819150"/>
                </a:lnTo>
                <a:lnTo>
                  <a:pt x="266700" y="819150"/>
                </a:lnTo>
                <a:lnTo>
                  <a:pt x="266700" y="809625"/>
                </a:lnTo>
                <a:lnTo>
                  <a:pt x="247650" y="809625"/>
                </a:lnTo>
                <a:lnTo>
                  <a:pt x="247650" y="800100"/>
                </a:lnTo>
                <a:lnTo>
                  <a:pt x="228600" y="800100"/>
                </a:lnTo>
                <a:lnTo>
                  <a:pt x="228600" y="790575"/>
                </a:lnTo>
                <a:lnTo>
                  <a:pt x="200025" y="790575"/>
                </a:lnTo>
                <a:lnTo>
                  <a:pt x="200025" y="771525"/>
                </a:lnTo>
                <a:lnTo>
                  <a:pt x="190500" y="771525"/>
                </a:lnTo>
                <a:lnTo>
                  <a:pt x="190500" y="762000"/>
                </a:lnTo>
                <a:lnTo>
                  <a:pt x="200025" y="762000"/>
                </a:lnTo>
                <a:lnTo>
                  <a:pt x="200025" y="742950"/>
                </a:lnTo>
                <a:lnTo>
                  <a:pt x="209550" y="742950"/>
                </a:lnTo>
                <a:close/>
                <a:moveTo>
                  <a:pt x="876300" y="723900"/>
                </a:moveTo>
                <a:lnTo>
                  <a:pt x="971550" y="723900"/>
                </a:lnTo>
                <a:lnTo>
                  <a:pt x="971550" y="733425"/>
                </a:lnTo>
                <a:lnTo>
                  <a:pt x="962025" y="733425"/>
                </a:lnTo>
                <a:lnTo>
                  <a:pt x="962025" y="752475"/>
                </a:lnTo>
                <a:lnTo>
                  <a:pt x="952500" y="752475"/>
                </a:lnTo>
                <a:lnTo>
                  <a:pt x="952500" y="762000"/>
                </a:lnTo>
                <a:lnTo>
                  <a:pt x="933450" y="762000"/>
                </a:lnTo>
                <a:lnTo>
                  <a:pt x="933450" y="771525"/>
                </a:lnTo>
                <a:lnTo>
                  <a:pt x="923925" y="771525"/>
                </a:lnTo>
                <a:lnTo>
                  <a:pt x="923925" y="781050"/>
                </a:lnTo>
                <a:lnTo>
                  <a:pt x="895350" y="781050"/>
                </a:lnTo>
                <a:lnTo>
                  <a:pt x="895350" y="790575"/>
                </a:lnTo>
                <a:lnTo>
                  <a:pt x="876300" y="790575"/>
                </a:lnTo>
                <a:close/>
                <a:moveTo>
                  <a:pt x="1685925" y="723900"/>
                </a:moveTo>
                <a:lnTo>
                  <a:pt x="1695450" y="723900"/>
                </a:lnTo>
                <a:lnTo>
                  <a:pt x="1695450" y="733425"/>
                </a:lnTo>
                <a:lnTo>
                  <a:pt x="1685925" y="733425"/>
                </a:lnTo>
                <a:close/>
                <a:moveTo>
                  <a:pt x="1647825" y="742950"/>
                </a:moveTo>
                <a:lnTo>
                  <a:pt x="1695450" y="742950"/>
                </a:lnTo>
                <a:lnTo>
                  <a:pt x="1695450" y="752475"/>
                </a:lnTo>
                <a:lnTo>
                  <a:pt x="1704975" y="752475"/>
                </a:lnTo>
                <a:lnTo>
                  <a:pt x="1704975" y="771525"/>
                </a:lnTo>
                <a:lnTo>
                  <a:pt x="1695450" y="771525"/>
                </a:lnTo>
                <a:lnTo>
                  <a:pt x="1695450" y="781050"/>
                </a:lnTo>
                <a:lnTo>
                  <a:pt x="1685925" y="781050"/>
                </a:lnTo>
                <a:lnTo>
                  <a:pt x="1685925" y="790575"/>
                </a:lnTo>
                <a:lnTo>
                  <a:pt x="1666875" y="790575"/>
                </a:lnTo>
                <a:lnTo>
                  <a:pt x="1666875" y="800100"/>
                </a:lnTo>
                <a:lnTo>
                  <a:pt x="1657350" y="800100"/>
                </a:lnTo>
                <a:lnTo>
                  <a:pt x="1657350" y="819150"/>
                </a:lnTo>
                <a:lnTo>
                  <a:pt x="1647825" y="819150"/>
                </a:lnTo>
                <a:lnTo>
                  <a:pt x="1647825" y="828675"/>
                </a:lnTo>
                <a:lnTo>
                  <a:pt x="1619250" y="828675"/>
                </a:lnTo>
                <a:lnTo>
                  <a:pt x="1619250" y="838200"/>
                </a:lnTo>
                <a:lnTo>
                  <a:pt x="1600200" y="838200"/>
                </a:lnTo>
                <a:lnTo>
                  <a:pt x="1600200" y="819150"/>
                </a:lnTo>
                <a:lnTo>
                  <a:pt x="1590675" y="819150"/>
                </a:lnTo>
                <a:lnTo>
                  <a:pt x="1590675" y="800100"/>
                </a:lnTo>
                <a:lnTo>
                  <a:pt x="1581150" y="800100"/>
                </a:lnTo>
                <a:lnTo>
                  <a:pt x="1581150" y="771525"/>
                </a:lnTo>
                <a:lnTo>
                  <a:pt x="1609725" y="771525"/>
                </a:lnTo>
                <a:lnTo>
                  <a:pt x="1609725" y="762000"/>
                </a:lnTo>
                <a:lnTo>
                  <a:pt x="1619250" y="762000"/>
                </a:lnTo>
                <a:lnTo>
                  <a:pt x="1619250" y="752475"/>
                </a:lnTo>
                <a:lnTo>
                  <a:pt x="1647825" y="752475"/>
                </a:lnTo>
                <a:close/>
                <a:moveTo>
                  <a:pt x="533400" y="781050"/>
                </a:moveTo>
                <a:lnTo>
                  <a:pt x="571500" y="781050"/>
                </a:lnTo>
                <a:lnTo>
                  <a:pt x="571500" y="790575"/>
                </a:lnTo>
                <a:lnTo>
                  <a:pt x="590550" y="790575"/>
                </a:lnTo>
                <a:lnTo>
                  <a:pt x="590550" y="809625"/>
                </a:lnTo>
                <a:lnTo>
                  <a:pt x="600075" y="809625"/>
                </a:lnTo>
                <a:lnTo>
                  <a:pt x="600075" y="828675"/>
                </a:lnTo>
                <a:lnTo>
                  <a:pt x="609600" y="828675"/>
                </a:lnTo>
                <a:lnTo>
                  <a:pt x="609600" y="876300"/>
                </a:lnTo>
                <a:lnTo>
                  <a:pt x="619125" y="876300"/>
                </a:lnTo>
                <a:lnTo>
                  <a:pt x="619125" y="885825"/>
                </a:lnTo>
                <a:lnTo>
                  <a:pt x="657225" y="885825"/>
                </a:lnTo>
                <a:lnTo>
                  <a:pt x="657225" y="895350"/>
                </a:lnTo>
                <a:lnTo>
                  <a:pt x="485775" y="895350"/>
                </a:lnTo>
                <a:lnTo>
                  <a:pt x="485775" y="866775"/>
                </a:lnTo>
                <a:lnTo>
                  <a:pt x="495300" y="866775"/>
                </a:lnTo>
                <a:lnTo>
                  <a:pt x="495300" y="828675"/>
                </a:lnTo>
                <a:lnTo>
                  <a:pt x="504825" y="828675"/>
                </a:lnTo>
                <a:lnTo>
                  <a:pt x="504825" y="809625"/>
                </a:lnTo>
                <a:lnTo>
                  <a:pt x="514350" y="809625"/>
                </a:lnTo>
                <a:lnTo>
                  <a:pt x="514350" y="790575"/>
                </a:lnTo>
                <a:lnTo>
                  <a:pt x="533400" y="790575"/>
                </a:lnTo>
                <a:close/>
                <a:moveTo>
                  <a:pt x="981075" y="838200"/>
                </a:moveTo>
                <a:lnTo>
                  <a:pt x="1038225" y="838200"/>
                </a:lnTo>
                <a:lnTo>
                  <a:pt x="1038225" y="895350"/>
                </a:lnTo>
                <a:lnTo>
                  <a:pt x="1028700" y="895350"/>
                </a:lnTo>
                <a:lnTo>
                  <a:pt x="1028700" y="885825"/>
                </a:lnTo>
                <a:lnTo>
                  <a:pt x="1019175" y="885825"/>
                </a:lnTo>
                <a:lnTo>
                  <a:pt x="1019175" y="895350"/>
                </a:lnTo>
                <a:lnTo>
                  <a:pt x="952500" y="895350"/>
                </a:lnTo>
                <a:lnTo>
                  <a:pt x="952500" y="885825"/>
                </a:lnTo>
                <a:lnTo>
                  <a:pt x="962025" y="885825"/>
                </a:lnTo>
                <a:lnTo>
                  <a:pt x="962025" y="857250"/>
                </a:lnTo>
                <a:lnTo>
                  <a:pt x="971550" y="857250"/>
                </a:lnTo>
                <a:lnTo>
                  <a:pt x="971550" y="847725"/>
                </a:lnTo>
                <a:lnTo>
                  <a:pt x="981075" y="847725"/>
                </a:lnTo>
                <a:close/>
                <a:moveTo>
                  <a:pt x="1714500" y="838200"/>
                </a:moveTo>
                <a:lnTo>
                  <a:pt x="1752600" y="838200"/>
                </a:lnTo>
                <a:lnTo>
                  <a:pt x="1752600" y="847725"/>
                </a:lnTo>
                <a:lnTo>
                  <a:pt x="1762125" y="847725"/>
                </a:lnTo>
                <a:lnTo>
                  <a:pt x="1762125" y="857250"/>
                </a:lnTo>
                <a:lnTo>
                  <a:pt x="1771650" y="857250"/>
                </a:lnTo>
                <a:lnTo>
                  <a:pt x="1771650" y="866775"/>
                </a:lnTo>
                <a:lnTo>
                  <a:pt x="1781175" y="866775"/>
                </a:lnTo>
                <a:lnTo>
                  <a:pt x="1781175" y="895350"/>
                </a:lnTo>
                <a:lnTo>
                  <a:pt x="1628775" y="895350"/>
                </a:lnTo>
                <a:lnTo>
                  <a:pt x="1628775" y="885825"/>
                </a:lnTo>
                <a:lnTo>
                  <a:pt x="1676400" y="885825"/>
                </a:lnTo>
                <a:lnTo>
                  <a:pt x="1676400" y="876300"/>
                </a:lnTo>
                <a:lnTo>
                  <a:pt x="1666875" y="876300"/>
                </a:lnTo>
                <a:lnTo>
                  <a:pt x="1666875" y="857250"/>
                </a:lnTo>
                <a:lnTo>
                  <a:pt x="1685925" y="857250"/>
                </a:lnTo>
                <a:lnTo>
                  <a:pt x="1685925" y="847725"/>
                </a:lnTo>
                <a:lnTo>
                  <a:pt x="1714500" y="847725"/>
                </a:lnTo>
                <a:close/>
                <a:moveTo>
                  <a:pt x="1609725" y="847725"/>
                </a:moveTo>
                <a:lnTo>
                  <a:pt x="1619250" y="847725"/>
                </a:lnTo>
                <a:lnTo>
                  <a:pt x="1619250" y="857250"/>
                </a:lnTo>
                <a:lnTo>
                  <a:pt x="1609725" y="857250"/>
                </a:lnTo>
                <a:close/>
                <a:moveTo>
                  <a:pt x="133350" y="876300"/>
                </a:moveTo>
                <a:lnTo>
                  <a:pt x="152400" y="876300"/>
                </a:lnTo>
                <a:lnTo>
                  <a:pt x="152400" y="885825"/>
                </a:lnTo>
                <a:lnTo>
                  <a:pt x="219075" y="885825"/>
                </a:lnTo>
                <a:lnTo>
                  <a:pt x="219075" y="895350"/>
                </a:lnTo>
                <a:lnTo>
                  <a:pt x="123825" y="895350"/>
                </a:lnTo>
                <a:lnTo>
                  <a:pt x="123825" y="885825"/>
                </a:lnTo>
                <a:lnTo>
                  <a:pt x="133350" y="885825"/>
                </a:lnTo>
                <a:close/>
                <a:moveTo>
                  <a:pt x="1333500" y="885825"/>
                </a:moveTo>
                <a:lnTo>
                  <a:pt x="1352550" y="885825"/>
                </a:lnTo>
                <a:lnTo>
                  <a:pt x="1352550" y="895350"/>
                </a:lnTo>
                <a:lnTo>
                  <a:pt x="1333500" y="895350"/>
                </a:lnTo>
                <a:close/>
                <a:moveTo>
                  <a:pt x="1400175" y="885825"/>
                </a:moveTo>
                <a:lnTo>
                  <a:pt x="1409700" y="885825"/>
                </a:lnTo>
                <a:lnTo>
                  <a:pt x="1409700" y="895350"/>
                </a:lnTo>
                <a:lnTo>
                  <a:pt x="1400175" y="895350"/>
                </a:lnTo>
                <a:close/>
                <a:moveTo>
                  <a:pt x="266700" y="895350"/>
                </a:moveTo>
                <a:lnTo>
                  <a:pt x="276225" y="895350"/>
                </a:lnTo>
                <a:lnTo>
                  <a:pt x="276225" y="904875"/>
                </a:lnTo>
                <a:lnTo>
                  <a:pt x="266700" y="904875"/>
                </a:lnTo>
                <a:close/>
                <a:moveTo>
                  <a:pt x="476250" y="895350"/>
                </a:moveTo>
                <a:lnTo>
                  <a:pt x="485775" y="895350"/>
                </a:lnTo>
                <a:lnTo>
                  <a:pt x="485775" y="904875"/>
                </a:lnTo>
                <a:lnTo>
                  <a:pt x="476250" y="904875"/>
                </a:lnTo>
                <a:close/>
                <a:moveTo>
                  <a:pt x="657225" y="895350"/>
                </a:moveTo>
                <a:lnTo>
                  <a:pt x="666750" y="895350"/>
                </a:lnTo>
                <a:lnTo>
                  <a:pt x="666750" y="904875"/>
                </a:lnTo>
                <a:lnTo>
                  <a:pt x="657225" y="904875"/>
                </a:lnTo>
                <a:close/>
                <a:moveTo>
                  <a:pt x="1038225" y="895350"/>
                </a:moveTo>
                <a:lnTo>
                  <a:pt x="1047750" y="895350"/>
                </a:lnTo>
                <a:lnTo>
                  <a:pt x="1047750" y="904875"/>
                </a:lnTo>
                <a:lnTo>
                  <a:pt x="1038225" y="904875"/>
                </a:lnTo>
                <a:close/>
                <a:moveTo>
                  <a:pt x="1238250" y="895350"/>
                </a:moveTo>
                <a:lnTo>
                  <a:pt x="1247775" y="895350"/>
                </a:lnTo>
                <a:lnTo>
                  <a:pt x="1247775" y="904875"/>
                </a:lnTo>
                <a:lnTo>
                  <a:pt x="1238250" y="904875"/>
                </a:lnTo>
                <a:close/>
                <a:moveTo>
                  <a:pt x="1409700" y="895350"/>
                </a:moveTo>
                <a:lnTo>
                  <a:pt x="1419225" y="895350"/>
                </a:lnTo>
                <a:lnTo>
                  <a:pt x="1419225" y="904875"/>
                </a:lnTo>
                <a:lnTo>
                  <a:pt x="1409700" y="904875"/>
                </a:lnTo>
                <a:close/>
                <a:moveTo>
                  <a:pt x="1619250" y="895350"/>
                </a:moveTo>
                <a:lnTo>
                  <a:pt x="1628775" y="895350"/>
                </a:lnTo>
                <a:lnTo>
                  <a:pt x="1628775" y="904875"/>
                </a:lnTo>
                <a:lnTo>
                  <a:pt x="1619250" y="904875"/>
                </a:lnTo>
                <a:close/>
                <a:moveTo>
                  <a:pt x="1419225" y="914400"/>
                </a:moveTo>
                <a:lnTo>
                  <a:pt x="1428750" y="914400"/>
                </a:lnTo>
                <a:lnTo>
                  <a:pt x="1428750" y="952500"/>
                </a:lnTo>
                <a:lnTo>
                  <a:pt x="1419225" y="952500"/>
                </a:lnTo>
                <a:close/>
                <a:moveTo>
                  <a:pt x="657225" y="923925"/>
                </a:moveTo>
                <a:lnTo>
                  <a:pt x="666750" y="923925"/>
                </a:lnTo>
                <a:lnTo>
                  <a:pt x="666750" y="933450"/>
                </a:lnTo>
                <a:lnTo>
                  <a:pt x="657225" y="933450"/>
                </a:lnTo>
                <a:close/>
                <a:moveTo>
                  <a:pt x="1038225" y="933450"/>
                </a:moveTo>
                <a:lnTo>
                  <a:pt x="1047750" y="933450"/>
                </a:lnTo>
                <a:lnTo>
                  <a:pt x="1047750" y="952500"/>
                </a:lnTo>
                <a:lnTo>
                  <a:pt x="1038225" y="952500"/>
                </a:lnTo>
                <a:close/>
                <a:moveTo>
                  <a:pt x="1162050" y="1114425"/>
                </a:moveTo>
                <a:lnTo>
                  <a:pt x="1209675" y="1114425"/>
                </a:lnTo>
                <a:lnTo>
                  <a:pt x="1209675" y="1123950"/>
                </a:lnTo>
                <a:lnTo>
                  <a:pt x="1257300" y="1123950"/>
                </a:lnTo>
                <a:lnTo>
                  <a:pt x="1257300" y="1143000"/>
                </a:lnTo>
                <a:lnTo>
                  <a:pt x="1295400" y="1143000"/>
                </a:lnTo>
                <a:lnTo>
                  <a:pt x="1295400" y="1152525"/>
                </a:lnTo>
                <a:lnTo>
                  <a:pt x="1200150" y="1152525"/>
                </a:lnTo>
                <a:lnTo>
                  <a:pt x="1200150" y="1162050"/>
                </a:lnTo>
                <a:lnTo>
                  <a:pt x="1190625" y="1162050"/>
                </a:lnTo>
                <a:lnTo>
                  <a:pt x="1190625" y="1190625"/>
                </a:lnTo>
                <a:lnTo>
                  <a:pt x="1181100" y="1190625"/>
                </a:lnTo>
                <a:lnTo>
                  <a:pt x="1181100" y="1171575"/>
                </a:lnTo>
                <a:lnTo>
                  <a:pt x="1171575" y="1171575"/>
                </a:lnTo>
                <a:lnTo>
                  <a:pt x="1171575" y="1181100"/>
                </a:lnTo>
                <a:lnTo>
                  <a:pt x="1162050" y="1181100"/>
                </a:lnTo>
                <a:lnTo>
                  <a:pt x="1162050" y="1171575"/>
                </a:lnTo>
                <a:lnTo>
                  <a:pt x="1152525" y="1171575"/>
                </a:lnTo>
                <a:lnTo>
                  <a:pt x="1152525" y="1123950"/>
                </a:lnTo>
                <a:lnTo>
                  <a:pt x="1162050" y="1123950"/>
                </a:lnTo>
                <a:close/>
                <a:moveTo>
                  <a:pt x="1495425" y="1123950"/>
                </a:moveTo>
                <a:lnTo>
                  <a:pt x="1514475" y="1123950"/>
                </a:lnTo>
                <a:lnTo>
                  <a:pt x="1514475" y="1133475"/>
                </a:lnTo>
                <a:lnTo>
                  <a:pt x="1524000" y="1133475"/>
                </a:lnTo>
                <a:lnTo>
                  <a:pt x="1524000" y="1171575"/>
                </a:lnTo>
                <a:lnTo>
                  <a:pt x="1495425" y="1171575"/>
                </a:lnTo>
                <a:lnTo>
                  <a:pt x="1495425" y="1162050"/>
                </a:lnTo>
                <a:lnTo>
                  <a:pt x="1485900" y="1162050"/>
                </a:lnTo>
                <a:lnTo>
                  <a:pt x="1485900" y="1152525"/>
                </a:lnTo>
                <a:lnTo>
                  <a:pt x="1457325" y="1152525"/>
                </a:lnTo>
                <a:lnTo>
                  <a:pt x="1457325" y="1143000"/>
                </a:lnTo>
                <a:lnTo>
                  <a:pt x="1485900" y="1143000"/>
                </a:lnTo>
                <a:lnTo>
                  <a:pt x="1485900" y="1133475"/>
                </a:lnTo>
                <a:lnTo>
                  <a:pt x="1495425" y="1133475"/>
                </a:lnTo>
                <a:close/>
                <a:moveTo>
                  <a:pt x="1504950" y="1304925"/>
                </a:moveTo>
                <a:lnTo>
                  <a:pt x="1524000" y="1304925"/>
                </a:lnTo>
                <a:lnTo>
                  <a:pt x="1524000" y="1314450"/>
                </a:lnTo>
                <a:lnTo>
                  <a:pt x="1533525" y="1314450"/>
                </a:lnTo>
                <a:lnTo>
                  <a:pt x="1533525" y="1390650"/>
                </a:lnTo>
                <a:lnTo>
                  <a:pt x="1514475" y="1390650"/>
                </a:lnTo>
                <a:lnTo>
                  <a:pt x="1514475" y="1381125"/>
                </a:lnTo>
                <a:lnTo>
                  <a:pt x="1504950" y="1381125"/>
                </a:lnTo>
                <a:close/>
                <a:moveTo>
                  <a:pt x="1152525" y="1352550"/>
                </a:moveTo>
                <a:lnTo>
                  <a:pt x="1171575" y="1352550"/>
                </a:lnTo>
                <a:lnTo>
                  <a:pt x="1171575" y="1371600"/>
                </a:lnTo>
                <a:lnTo>
                  <a:pt x="1181100" y="1371600"/>
                </a:lnTo>
                <a:lnTo>
                  <a:pt x="1181100" y="1352550"/>
                </a:lnTo>
                <a:lnTo>
                  <a:pt x="1190625" y="1352550"/>
                </a:lnTo>
                <a:lnTo>
                  <a:pt x="1190625" y="1466850"/>
                </a:lnTo>
                <a:lnTo>
                  <a:pt x="1181100" y="1466850"/>
                </a:lnTo>
                <a:lnTo>
                  <a:pt x="1181100" y="1457325"/>
                </a:lnTo>
                <a:lnTo>
                  <a:pt x="1171575" y="1457325"/>
                </a:lnTo>
                <a:lnTo>
                  <a:pt x="1171575" y="1476375"/>
                </a:lnTo>
                <a:lnTo>
                  <a:pt x="1162050" y="1476375"/>
                </a:lnTo>
                <a:lnTo>
                  <a:pt x="1162050" y="1466850"/>
                </a:lnTo>
                <a:lnTo>
                  <a:pt x="1152525" y="1466850"/>
                </a:lnTo>
                <a:close/>
                <a:moveTo>
                  <a:pt x="1171575" y="1428750"/>
                </a:moveTo>
                <a:lnTo>
                  <a:pt x="1181100" y="1428750"/>
                </a:lnTo>
                <a:lnTo>
                  <a:pt x="1181100" y="1419225"/>
                </a:lnTo>
                <a:lnTo>
                  <a:pt x="1171575" y="1419225"/>
                </a:lnTo>
                <a:close/>
                <a:moveTo>
                  <a:pt x="1276350" y="1485900"/>
                </a:moveTo>
                <a:lnTo>
                  <a:pt x="1419225" y="1485900"/>
                </a:lnTo>
                <a:lnTo>
                  <a:pt x="1419225" y="1495425"/>
                </a:lnTo>
                <a:lnTo>
                  <a:pt x="1381125" y="1495425"/>
                </a:lnTo>
                <a:lnTo>
                  <a:pt x="1381125" y="1504950"/>
                </a:lnTo>
                <a:lnTo>
                  <a:pt x="1447800" y="1504950"/>
                </a:lnTo>
                <a:lnTo>
                  <a:pt x="1447800" y="1514475"/>
                </a:lnTo>
                <a:lnTo>
                  <a:pt x="1466850" y="1514475"/>
                </a:lnTo>
                <a:lnTo>
                  <a:pt x="1466850" y="1524000"/>
                </a:lnTo>
                <a:lnTo>
                  <a:pt x="1457325" y="1524000"/>
                </a:lnTo>
                <a:lnTo>
                  <a:pt x="1457325" y="1533525"/>
                </a:lnTo>
                <a:lnTo>
                  <a:pt x="1247775" y="1533525"/>
                </a:lnTo>
                <a:lnTo>
                  <a:pt x="1247775" y="1514475"/>
                </a:lnTo>
                <a:lnTo>
                  <a:pt x="1238250" y="1514475"/>
                </a:lnTo>
                <a:lnTo>
                  <a:pt x="1238250" y="1504950"/>
                </a:lnTo>
                <a:lnTo>
                  <a:pt x="1362075" y="1504950"/>
                </a:lnTo>
                <a:lnTo>
                  <a:pt x="1362075" y="1495425"/>
                </a:lnTo>
                <a:lnTo>
                  <a:pt x="1276350" y="1495425"/>
                </a:lnTo>
                <a:close/>
                <a:moveTo>
                  <a:pt x="1504950" y="1514475"/>
                </a:moveTo>
                <a:lnTo>
                  <a:pt x="1524000" y="1514475"/>
                </a:lnTo>
                <a:lnTo>
                  <a:pt x="1524000" y="1533525"/>
                </a:lnTo>
                <a:lnTo>
                  <a:pt x="1533525" y="1533525"/>
                </a:lnTo>
                <a:lnTo>
                  <a:pt x="1533525" y="1552575"/>
                </a:lnTo>
                <a:lnTo>
                  <a:pt x="1524000" y="1552575"/>
                </a:lnTo>
                <a:lnTo>
                  <a:pt x="1524000" y="1562100"/>
                </a:lnTo>
                <a:lnTo>
                  <a:pt x="1533525" y="1562100"/>
                </a:lnTo>
                <a:lnTo>
                  <a:pt x="1533525" y="1590675"/>
                </a:lnTo>
                <a:lnTo>
                  <a:pt x="1524000" y="1590675"/>
                </a:lnTo>
                <a:lnTo>
                  <a:pt x="1524000" y="1657350"/>
                </a:lnTo>
                <a:lnTo>
                  <a:pt x="1514475" y="1657350"/>
                </a:lnTo>
                <a:lnTo>
                  <a:pt x="1514475" y="1704975"/>
                </a:lnTo>
                <a:lnTo>
                  <a:pt x="1504950" y="1704975"/>
                </a:lnTo>
                <a:lnTo>
                  <a:pt x="1504950" y="1657350"/>
                </a:lnTo>
                <a:lnTo>
                  <a:pt x="1495425" y="1657350"/>
                </a:lnTo>
                <a:lnTo>
                  <a:pt x="1495425" y="1543050"/>
                </a:lnTo>
                <a:lnTo>
                  <a:pt x="1485900" y="1543050"/>
                </a:lnTo>
                <a:lnTo>
                  <a:pt x="1485900" y="1524000"/>
                </a:lnTo>
                <a:lnTo>
                  <a:pt x="1504950" y="1524000"/>
                </a:lnTo>
                <a:close/>
                <a:moveTo>
                  <a:pt x="1162050" y="1533525"/>
                </a:moveTo>
                <a:lnTo>
                  <a:pt x="1171575" y="1533525"/>
                </a:lnTo>
                <a:lnTo>
                  <a:pt x="1171575" y="1552575"/>
                </a:lnTo>
                <a:lnTo>
                  <a:pt x="1162050" y="1552575"/>
                </a:lnTo>
                <a:close/>
                <a:moveTo>
                  <a:pt x="1171575" y="1552575"/>
                </a:moveTo>
                <a:lnTo>
                  <a:pt x="1181100" y="1552575"/>
                </a:lnTo>
                <a:lnTo>
                  <a:pt x="1181100" y="1562100"/>
                </a:lnTo>
                <a:lnTo>
                  <a:pt x="1171575" y="1562100"/>
                </a:lnTo>
                <a:close/>
                <a:moveTo>
                  <a:pt x="1162050" y="1581150"/>
                </a:moveTo>
                <a:lnTo>
                  <a:pt x="1181100" y="1581150"/>
                </a:lnTo>
                <a:lnTo>
                  <a:pt x="1181100" y="1590675"/>
                </a:lnTo>
                <a:lnTo>
                  <a:pt x="1190625" y="1590675"/>
                </a:lnTo>
                <a:lnTo>
                  <a:pt x="1190625" y="1762125"/>
                </a:lnTo>
                <a:lnTo>
                  <a:pt x="1219200" y="1762125"/>
                </a:lnTo>
                <a:lnTo>
                  <a:pt x="1219200" y="1771650"/>
                </a:lnTo>
                <a:lnTo>
                  <a:pt x="1247775" y="1771650"/>
                </a:lnTo>
                <a:lnTo>
                  <a:pt x="1247775" y="1762125"/>
                </a:lnTo>
                <a:lnTo>
                  <a:pt x="1266825" y="1762125"/>
                </a:lnTo>
                <a:lnTo>
                  <a:pt x="1266825" y="1771650"/>
                </a:lnTo>
                <a:lnTo>
                  <a:pt x="1323975" y="1771650"/>
                </a:lnTo>
                <a:lnTo>
                  <a:pt x="1323975" y="1762125"/>
                </a:lnTo>
                <a:lnTo>
                  <a:pt x="1362075" y="1762125"/>
                </a:lnTo>
                <a:lnTo>
                  <a:pt x="1362075" y="1771650"/>
                </a:lnTo>
                <a:lnTo>
                  <a:pt x="1381125" y="1771650"/>
                </a:lnTo>
                <a:lnTo>
                  <a:pt x="1381125" y="1762125"/>
                </a:lnTo>
                <a:lnTo>
                  <a:pt x="1419225" y="1762125"/>
                </a:lnTo>
                <a:lnTo>
                  <a:pt x="1419225" y="1771650"/>
                </a:lnTo>
                <a:lnTo>
                  <a:pt x="1504950" y="1771650"/>
                </a:lnTo>
                <a:lnTo>
                  <a:pt x="1504950" y="1762125"/>
                </a:lnTo>
                <a:lnTo>
                  <a:pt x="1524000" y="1762125"/>
                </a:lnTo>
                <a:lnTo>
                  <a:pt x="1524000" y="1781175"/>
                </a:lnTo>
                <a:lnTo>
                  <a:pt x="1152525" y="1781175"/>
                </a:lnTo>
                <a:lnTo>
                  <a:pt x="1152525" y="1590675"/>
                </a:lnTo>
                <a:lnTo>
                  <a:pt x="1162050" y="1590675"/>
                </a:lnTo>
                <a:close/>
                <a:moveTo>
                  <a:pt x="685800" y="1609725"/>
                </a:moveTo>
                <a:lnTo>
                  <a:pt x="742950" y="1609725"/>
                </a:lnTo>
                <a:lnTo>
                  <a:pt x="742950" y="1619250"/>
                </a:lnTo>
                <a:lnTo>
                  <a:pt x="685800" y="1619250"/>
                </a:lnTo>
                <a:close/>
                <a:moveTo>
                  <a:pt x="1504950" y="1724025"/>
                </a:moveTo>
                <a:lnTo>
                  <a:pt x="1514475" y="1724025"/>
                </a:lnTo>
                <a:lnTo>
                  <a:pt x="1514475" y="1752600"/>
                </a:lnTo>
                <a:lnTo>
                  <a:pt x="1504950" y="1752600"/>
                </a:lnTo>
                <a:close/>
              </a:path>
            </a:pathLst>
          </a:custGeom>
          <a:solidFill xmlns:a="http://schemas.openxmlformats.org/drawingml/2006/main">
            <a:srgbClr val="DB311F"/>
          </a:solidFill>
          <a:ln xmlns:a="http://schemas.openxmlformats.org/drawingml/2006/main" w="0">
            <a:noFill/>
          </a:ln>
        </p:spPr>
      </p:sp>
      <p:sp>
        <p:nvSpPr>
          <p:cNvPr id="134" name="logo7 vector #ba3a27">
            <a:extLst xmlns:a="http://schemas.openxmlformats.org/drawingml/2006/main">
              <a:ext uri="{FF2B5EF4-FFF2-40B4-BE49-F238E27FC236}">
                <a16:creationId xmlns:a16="http://schemas.microsoft.com/office/drawing/2014/main" id="{1EC16499-789F-4326-9E6B-C55F5EA4787C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5300" y="5210175"/>
            <a:ext cx="2305050" cy="2105025"/>
          </a:xfrm>
          <a:custGeom xmlns:a="http://schemas.openxmlformats.org/drawingml/2006/main">
            <a:pathLst>
              <a:path w="1952625" h="1781175">
                <a:moveTo>
                  <a:pt x="771525" y="47625"/>
                </a:moveTo>
                <a:lnTo>
                  <a:pt x="876300" y="47625"/>
                </a:lnTo>
                <a:lnTo>
                  <a:pt x="876300" y="57150"/>
                </a:lnTo>
                <a:lnTo>
                  <a:pt x="1085850" y="57150"/>
                </a:lnTo>
                <a:lnTo>
                  <a:pt x="1085850" y="76200"/>
                </a:lnTo>
                <a:lnTo>
                  <a:pt x="1104900" y="76200"/>
                </a:lnTo>
                <a:lnTo>
                  <a:pt x="1104900" y="47625"/>
                </a:lnTo>
                <a:lnTo>
                  <a:pt x="1143000" y="47625"/>
                </a:lnTo>
                <a:lnTo>
                  <a:pt x="1143000" y="57150"/>
                </a:lnTo>
                <a:lnTo>
                  <a:pt x="1238250" y="57150"/>
                </a:lnTo>
                <a:lnTo>
                  <a:pt x="1238250" y="66675"/>
                </a:lnTo>
                <a:lnTo>
                  <a:pt x="1304925" y="66675"/>
                </a:lnTo>
                <a:lnTo>
                  <a:pt x="1304925" y="76200"/>
                </a:lnTo>
                <a:lnTo>
                  <a:pt x="1352550" y="76200"/>
                </a:lnTo>
                <a:lnTo>
                  <a:pt x="1352550" y="85725"/>
                </a:lnTo>
                <a:lnTo>
                  <a:pt x="1400175" y="85725"/>
                </a:lnTo>
                <a:lnTo>
                  <a:pt x="1400175" y="95250"/>
                </a:lnTo>
                <a:lnTo>
                  <a:pt x="1428750" y="95250"/>
                </a:lnTo>
                <a:lnTo>
                  <a:pt x="1428750" y="104775"/>
                </a:lnTo>
                <a:lnTo>
                  <a:pt x="1447800" y="104775"/>
                </a:lnTo>
                <a:lnTo>
                  <a:pt x="1447800" y="114300"/>
                </a:lnTo>
                <a:lnTo>
                  <a:pt x="1466850" y="114300"/>
                </a:lnTo>
                <a:lnTo>
                  <a:pt x="1466850" y="123825"/>
                </a:lnTo>
                <a:lnTo>
                  <a:pt x="1476375" y="123825"/>
                </a:lnTo>
                <a:lnTo>
                  <a:pt x="1476375" y="133350"/>
                </a:lnTo>
                <a:lnTo>
                  <a:pt x="1485900" y="133350"/>
                </a:lnTo>
                <a:lnTo>
                  <a:pt x="1485900" y="142875"/>
                </a:lnTo>
                <a:lnTo>
                  <a:pt x="1495425" y="142875"/>
                </a:lnTo>
                <a:lnTo>
                  <a:pt x="1495425" y="152400"/>
                </a:lnTo>
                <a:lnTo>
                  <a:pt x="1504950" y="152400"/>
                </a:lnTo>
                <a:lnTo>
                  <a:pt x="1504950" y="161925"/>
                </a:lnTo>
                <a:lnTo>
                  <a:pt x="1514475" y="161925"/>
                </a:lnTo>
                <a:lnTo>
                  <a:pt x="1514475" y="171450"/>
                </a:lnTo>
                <a:lnTo>
                  <a:pt x="1495425" y="171450"/>
                </a:lnTo>
                <a:lnTo>
                  <a:pt x="1495425" y="161925"/>
                </a:lnTo>
                <a:lnTo>
                  <a:pt x="1485900" y="161925"/>
                </a:lnTo>
                <a:lnTo>
                  <a:pt x="1485900" y="152400"/>
                </a:lnTo>
                <a:lnTo>
                  <a:pt x="1476375" y="152400"/>
                </a:lnTo>
                <a:lnTo>
                  <a:pt x="1476375" y="142875"/>
                </a:lnTo>
                <a:lnTo>
                  <a:pt x="1466850" y="142875"/>
                </a:lnTo>
                <a:lnTo>
                  <a:pt x="1466850" y="133350"/>
                </a:lnTo>
                <a:lnTo>
                  <a:pt x="1447800" y="133350"/>
                </a:lnTo>
                <a:lnTo>
                  <a:pt x="1447800" y="123825"/>
                </a:lnTo>
                <a:lnTo>
                  <a:pt x="1438275" y="123825"/>
                </a:lnTo>
                <a:lnTo>
                  <a:pt x="1438275" y="142875"/>
                </a:lnTo>
                <a:lnTo>
                  <a:pt x="1428750" y="142875"/>
                </a:lnTo>
                <a:lnTo>
                  <a:pt x="1428750" y="123825"/>
                </a:lnTo>
                <a:lnTo>
                  <a:pt x="1419225" y="123825"/>
                </a:lnTo>
                <a:lnTo>
                  <a:pt x="1419225" y="133350"/>
                </a:lnTo>
                <a:lnTo>
                  <a:pt x="1400175" y="133350"/>
                </a:lnTo>
                <a:lnTo>
                  <a:pt x="1400175" y="123825"/>
                </a:lnTo>
                <a:lnTo>
                  <a:pt x="1362075" y="123825"/>
                </a:lnTo>
                <a:lnTo>
                  <a:pt x="1362075" y="114300"/>
                </a:lnTo>
                <a:lnTo>
                  <a:pt x="1314450" y="114300"/>
                </a:lnTo>
                <a:lnTo>
                  <a:pt x="1314450" y="104775"/>
                </a:lnTo>
                <a:lnTo>
                  <a:pt x="1247775" y="104775"/>
                </a:lnTo>
                <a:lnTo>
                  <a:pt x="1247775" y="95250"/>
                </a:lnTo>
                <a:lnTo>
                  <a:pt x="1181100" y="95250"/>
                </a:lnTo>
                <a:lnTo>
                  <a:pt x="1181100" y="85725"/>
                </a:lnTo>
                <a:lnTo>
                  <a:pt x="1143000" y="85725"/>
                </a:lnTo>
                <a:lnTo>
                  <a:pt x="1143000" y="76200"/>
                </a:lnTo>
                <a:lnTo>
                  <a:pt x="1114425" y="76200"/>
                </a:lnTo>
                <a:lnTo>
                  <a:pt x="1114425" y="85725"/>
                </a:lnTo>
                <a:lnTo>
                  <a:pt x="1057275" y="85725"/>
                </a:lnTo>
                <a:lnTo>
                  <a:pt x="1057275" y="76200"/>
                </a:lnTo>
                <a:lnTo>
                  <a:pt x="876300" y="76200"/>
                </a:lnTo>
                <a:lnTo>
                  <a:pt x="876300" y="85725"/>
                </a:lnTo>
                <a:lnTo>
                  <a:pt x="742950" y="85725"/>
                </a:lnTo>
                <a:lnTo>
                  <a:pt x="742950" y="95250"/>
                </a:lnTo>
                <a:lnTo>
                  <a:pt x="666750" y="95250"/>
                </a:lnTo>
                <a:lnTo>
                  <a:pt x="666750" y="104775"/>
                </a:lnTo>
                <a:lnTo>
                  <a:pt x="600075" y="104775"/>
                </a:lnTo>
                <a:lnTo>
                  <a:pt x="600075" y="114300"/>
                </a:lnTo>
                <a:lnTo>
                  <a:pt x="552450" y="114300"/>
                </a:lnTo>
                <a:lnTo>
                  <a:pt x="552450" y="123825"/>
                </a:lnTo>
                <a:lnTo>
                  <a:pt x="514350" y="123825"/>
                </a:lnTo>
                <a:lnTo>
                  <a:pt x="514350" y="133350"/>
                </a:lnTo>
                <a:lnTo>
                  <a:pt x="495300" y="133350"/>
                </a:lnTo>
                <a:lnTo>
                  <a:pt x="495300" y="123825"/>
                </a:lnTo>
                <a:lnTo>
                  <a:pt x="485775" y="123825"/>
                </a:lnTo>
                <a:lnTo>
                  <a:pt x="485775" y="142875"/>
                </a:lnTo>
                <a:lnTo>
                  <a:pt x="476250" y="142875"/>
                </a:lnTo>
                <a:lnTo>
                  <a:pt x="476250" y="123825"/>
                </a:lnTo>
                <a:lnTo>
                  <a:pt x="466725" y="123825"/>
                </a:lnTo>
                <a:lnTo>
                  <a:pt x="466725" y="142875"/>
                </a:lnTo>
                <a:lnTo>
                  <a:pt x="476250" y="142875"/>
                </a:lnTo>
                <a:lnTo>
                  <a:pt x="476250" y="152400"/>
                </a:lnTo>
                <a:lnTo>
                  <a:pt x="457200" y="152400"/>
                </a:lnTo>
                <a:lnTo>
                  <a:pt x="457200" y="161925"/>
                </a:lnTo>
                <a:lnTo>
                  <a:pt x="447675" y="161925"/>
                </a:lnTo>
                <a:lnTo>
                  <a:pt x="447675" y="171450"/>
                </a:lnTo>
                <a:lnTo>
                  <a:pt x="438150" y="171450"/>
                </a:lnTo>
                <a:lnTo>
                  <a:pt x="438150" y="180975"/>
                </a:lnTo>
                <a:lnTo>
                  <a:pt x="428625" y="180975"/>
                </a:lnTo>
                <a:lnTo>
                  <a:pt x="428625" y="200025"/>
                </a:lnTo>
                <a:lnTo>
                  <a:pt x="419100" y="200025"/>
                </a:lnTo>
                <a:lnTo>
                  <a:pt x="419100" y="209550"/>
                </a:lnTo>
                <a:lnTo>
                  <a:pt x="409575" y="209550"/>
                </a:lnTo>
                <a:lnTo>
                  <a:pt x="409575" y="171450"/>
                </a:lnTo>
                <a:lnTo>
                  <a:pt x="400050" y="171450"/>
                </a:lnTo>
                <a:lnTo>
                  <a:pt x="400050" y="161925"/>
                </a:lnTo>
                <a:lnTo>
                  <a:pt x="409575" y="161925"/>
                </a:lnTo>
                <a:lnTo>
                  <a:pt x="409575" y="152400"/>
                </a:lnTo>
                <a:lnTo>
                  <a:pt x="419100" y="152400"/>
                </a:lnTo>
                <a:lnTo>
                  <a:pt x="419100" y="142875"/>
                </a:lnTo>
                <a:lnTo>
                  <a:pt x="428625" y="142875"/>
                </a:lnTo>
                <a:lnTo>
                  <a:pt x="428625" y="133350"/>
                </a:lnTo>
                <a:lnTo>
                  <a:pt x="438150" y="133350"/>
                </a:lnTo>
                <a:lnTo>
                  <a:pt x="438150" y="123825"/>
                </a:lnTo>
                <a:lnTo>
                  <a:pt x="447675" y="123825"/>
                </a:lnTo>
                <a:lnTo>
                  <a:pt x="447675" y="114300"/>
                </a:lnTo>
                <a:lnTo>
                  <a:pt x="466725" y="114300"/>
                </a:lnTo>
                <a:lnTo>
                  <a:pt x="466725" y="104775"/>
                </a:lnTo>
                <a:lnTo>
                  <a:pt x="485775" y="104775"/>
                </a:lnTo>
                <a:lnTo>
                  <a:pt x="485775" y="95250"/>
                </a:lnTo>
                <a:lnTo>
                  <a:pt x="523875" y="95250"/>
                </a:lnTo>
                <a:lnTo>
                  <a:pt x="523875" y="85725"/>
                </a:lnTo>
                <a:lnTo>
                  <a:pt x="561975" y="85725"/>
                </a:lnTo>
                <a:lnTo>
                  <a:pt x="561975" y="76200"/>
                </a:lnTo>
                <a:lnTo>
                  <a:pt x="609600" y="76200"/>
                </a:lnTo>
                <a:lnTo>
                  <a:pt x="609600" y="66675"/>
                </a:lnTo>
                <a:lnTo>
                  <a:pt x="676275" y="66675"/>
                </a:lnTo>
                <a:lnTo>
                  <a:pt x="676275" y="57150"/>
                </a:lnTo>
                <a:lnTo>
                  <a:pt x="771525" y="57150"/>
                </a:lnTo>
                <a:close/>
                <a:moveTo>
                  <a:pt x="1438275" y="142875"/>
                </a:moveTo>
                <a:lnTo>
                  <a:pt x="1457325" y="142875"/>
                </a:lnTo>
                <a:lnTo>
                  <a:pt x="1457325" y="152400"/>
                </a:lnTo>
                <a:lnTo>
                  <a:pt x="1438275" y="152400"/>
                </a:lnTo>
                <a:close/>
                <a:moveTo>
                  <a:pt x="1457325" y="152400"/>
                </a:moveTo>
                <a:lnTo>
                  <a:pt x="1466850" y="152400"/>
                </a:lnTo>
                <a:lnTo>
                  <a:pt x="1466850" y="161925"/>
                </a:lnTo>
                <a:lnTo>
                  <a:pt x="1457325" y="161925"/>
                </a:lnTo>
                <a:close/>
                <a:moveTo>
                  <a:pt x="1466850" y="161925"/>
                </a:moveTo>
                <a:lnTo>
                  <a:pt x="1476375" y="161925"/>
                </a:lnTo>
                <a:lnTo>
                  <a:pt x="1476375" y="180975"/>
                </a:lnTo>
                <a:lnTo>
                  <a:pt x="1466850" y="180975"/>
                </a:lnTo>
                <a:close/>
                <a:moveTo>
                  <a:pt x="1514475" y="171450"/>
                </a:moveTo>
                <a:lnTo>
                  <a:pt x="1533525" y="171450"/>
                </a:lnTo>
                <a:lnTo>
                  <a:pt x="1533525" y="180975"/>
                </a:lnTo>
                <a:lnTo>
                  <a:pt x="1562100" y="180975"/>
                </a:lnTo>
                <a:lnTo>
                  <a:pt x="1562100" y="190500"/>
                </a:lnTo>
                <a:lnTo>
                  <a:pt x="1600200" y="190500"/>
                </a:lnTo>
                <a:lnTo>
                  <a:pt x="1600200" y="180975"/>
                </a:lnTo>
                <a:lnTo>
                  <a:pt x="1619250" y="180975"/>
                </a:lnTo>
                <a:lnTo>
                  <a:pt x="1619250" y="190500"/>
                </a:lnTo>
                <a:lnTo>
                  <a:pt x="1638300" y="190500"/>
                </a:lnTo>
                <a:lnTo>
                  <a:pt x="1638300" y="200025"/>
                </a:lnTo>
                <a:lnTo>
                  <a:pt x="1647825" y="200025"/>
                </a:lnTo>
                <a:lnTo>
                  <a:pt x="1647825" y="209550"/>
                </a:lnTo>
                <a:lnTo>
                  <a:pt x="1657350" y="209550"/>
                </a:lnTo>
                <a:lnTo>
                  <a:pt x="1657350" y="219075"/>
                </a:lnTo>
                <a:lnTo>
                  <a:pt x="1666875" y="219075"/>
                </a:lnTo>
                <a:lnTo>
                  <a:pt x="1666875" y="600075"/>
                </a:lnTo>
                <a:lnTo>
                  <a:pt x="1657350" y="600075"/>
                </a:lnTo>
                <a:lnTo>
                  <a:pt x="1657350" y="609600"/>
                </a:lnTo>
                <a:lnTo>
                  <a:pt x="1638300" y="609600"/>
                </a:lnTo>
                <a:lnTo>
                  <a:pt x="1638300" y="619125"/>
                </a:lnTo>
                <a:lnTo>
                  <a:pt x="1628775" y="619125"/>
                </a:lnTo>
                <a:lnTo>
                  <a:pt x="1628775" y="628650"/>
                </a:lnTo>
                <a:lnTo>
                  <a:pt x="1619250" y="628650"/>
                </a:lnTo>
                <a:lnTo>
                  <a:pt x="1619250" y="638175"/>
                </a:lnTo>
                <a:lnTo>
                  <a:pt x="1609725" y="638175"/>
                </a:lnTo>
                <a:lnTo>
                  <a:pt x="1609725" y="647700"/>
                </a:lnTo>
                <a:lnTo>
                  <a:pt x="1447800" y="647700"/>
                </a:lnTo>
                <a:lnTo>
                  <a:pt x="1447800" y="638175"/>
                </a:lnTo>
                <a:lnTo>
                  <a:pt x="1600200" y="638175"/>
                </a:lnTo>
                <a:lnTo>
                  <a:pt x="1600200" y="628650"/>
                </a:lnTo>
                <a:lnTo>
                  <a:pt x="1609725" y="628650"/>
                </a:lnTo>
                <a:lnTo>
                  <a:pt x="1609725" y="619125"/>
                </a:lnTo>
                <a:lnTo>
                  <a:pt x="1619250" y="619125"/>
                </a:lnTo>
                <a:lnTo>
                  <a:pt x="1619250" y="609600"/>
                </a:lnTo>
                <a:lnTo>
                  <a:pt x="1628775" y="609600"/>
                </a:lnTo>
                <a:lnTo>
                  <a:pt x="1628775" y="571500"/>
                </a:lnTo>
                <a:lnTo>
                  <a:pt x="1638300" y="571500"/>
                </a:lnTo>
                <a:lnTo>
                  <a:pt x="1638300" y="285750"/>
                </a:lnTo>
                <a:lnTo>
                  <a:pt x="1628775" y="285750"/>
                </a:lnTo>
                <a:lnTo>
                  <a:pt x="1628775" y="228600"/>
                </a:lnTo>
                <a:lnTo>
                  <a:pt x="1619250" y="228600"/>
                </a:lnTo>
                <a:lnTo>
                  <a:pt x="1619250" y="219075"/>
                </a:lnTo>
                <a:lnTo>
                  <a:pt x="1600200" y="219075"/>
                </a:lnTo>
                <a:lnTo>
                  <a:pt x="1600200" y="209550"/>
                </a:lnTo>
                <a:lnTo>
                  <a:pt x="1581150" y="209550"/>
                </a:lnTo>
                <a:lnTo>
                  <a:pt x="1581150" y="200025"/>
                </a:lnTo>
                <a:lnTo>
                  <a:pt x="1524000" y="200025"/>
                </a:lnTo>
                <a:lnTo>
                  <a:pt x="1524000" y="180975"/>
                </a:lnTo>
                <a:lnTo>
                  <a:pt x="1514475" y="180975"/>
                </a:lnTo>
                <a:close/>
                <a:moveTo>
                  <a:pt x="285750" y="180975"/>
                </a:moveTo>
                <a:lnTo>
                  <a:pt x="381000" y="180975"/>
                </a:lnTo>
                <a:lnTo>
                  <a:pt x="381000" y="190500"/>
                </a:lnTo>
                <a:lnTo>
                  <a:pt x="390525" y="190500"/>
                </a:lnTo>
                <a:lnTo>
                  <a:pt x="390525" y="200025"/>
                </a:lnTo>
                <a:lnTo>
                  <a:pt x="361950" y="200025"/>
                </a:lnTo>
                <a:lnTo>
                  <a:pt x="361950" y="209550"/>
                </a:lnTo>
                <a:lnTo>
                  <a:pt x="314325" y="209550"/>
                </a:lnTo>
                <a:lnTo>
                  <a:pt x="314325" y="219075"/>
                </a:lnTo>
                <a:lnTo>
                  <a:pt x="285750" y="219075"/>
                </a:lnTo>
                <a:lnTo>
                  <a:pt x="285750" y="228600"/>
                </a:lnTo>
                <a:lnTo>
                  <a:pt x="276225" y="228600"/>
                </a:lnTo>
                <a:lnTo>
                  <a:pt x="276225" y="247650"/>
                </a:lnTo>
                <a:lnTo>
                  <a:pt x="266700" y="247650"/>
                </a:lnTo>
                <a:lnTo>
                  <a:pt x="266700" y="276225"/>
                </a:lnTo>
                <a:lnTo>
                  <a:pt x="257175" y="276225"/>
                </a:lnTo>
                <a:lnTo>
                  <a:pt x="257175" y="600075"/>
                </a:lnTo>
                <a:lnTo>
                  <a:pt x="247650" y="600075"/>
                </a:lnTo>
                <a:lnTo>
                  <a:pt x="247650" y="609600"/>
                </a:lnTo>
                <a:lnTo>
                  <a:pt x="238125" y="609600"/>
                </a:lnTo>
                <a:lnTo>
                  <a:pt x="238125" y="590550"/>
                </a:lnTo>
                <a:lnTo>
                  <a:pt x="228600" y="590550"/>
                </a:lnTo>
                <a:lnTo>
                  <a:pt x="228600" y="523875"/>
                </a:lnTo>
                <a:lnTo>
                  <a:pt x="238125" y="523875"/>
                </a:lnTo>
                <a:lnTo>
                  <a:pt x="238125" y="228600"/>
                </a:lnTo>
                <a:lnTo>
                  <a:pt x="247650" y="228600"/>
                </a:lnTo>
                <a:lnTo>
                  <a:pt x="247650" y="209550"/>
                </a:lnTo>
                <a:lnTo>
                  <a:pt x="257175" y="209550"/>
                </a:lnTo>
                <a:lnTo>
                  <a:pt x="257175" y="200025"/>
                </a:lnTo>
                <a:lnTo>
                  <a:pt x="266700" y="200025"/>
                </a:lnTo>
                <a:lnTo>
                  <a:pt x="266700" y="190500"/>
                </a:lnTo>
                <a:lnTo>
                  <a:pt x="285750" y="190500"/>
                </a:lnTo>
                <a:close/>
                <a:moveTo>
                  <a:pt x="1476375" y="180975"/>
                </a:moveTo>
                <a:lnTo>
                  <a:pt x="1485900" y="180975"/>
                </a:lnTo>
                <a:lnTo>
                  <a:pt x="1485900" y="190500"/>
                </a:lnTo>
                <a:lnTo>
                  <a:pt x="1476375" y="190500"/>
                </a:lnTo>
                <a:close/>
                <a:moveTo>
                  <a:pt x="1485900" y="190500"/>
                </a:moveTo>
                <a:lnTo>
                  <a:pt x="1495425" y="190500"/>
                </a:lnTo>
                <a:lnTo>
                  <a:pt x="1495425" y="200025"/>
                </a:lnTo>
                <a:lnTo>
                  <a:pt x="1485900" y="200025"/>
                </a:lnTo>
                <a:close/>
                <a:moveTo>
                  <a:pt x="619125" y="200025"/>
                </a:moveTo>
                <a:lnTo>
                  <a:pt x="638175" y="200025"/>
                </a:lnTo>
                <a:lnTo>
                  <a:pt x="638175" y="209550"/>
                </a:lnTo>
                <a:lnTo>
                  <a:pt x="619125" y="209550"/>
                </a:lnTo>
                <a:close/>
                <a:moveTo>
                  <a:pt x="1333500" y="200025"/>
                </a:moveTo>
                <a:lnTo>
                  <a:pt x="1362075" y="200025"/>
                </a:lnTo>
                <a:lnTo>
                  <a:pt x="1362075" y="209550"/>
                </a:lnTo>
                <a:lnTo>
                  <a:pt x="1333500" y="209550"/>
                </a:lnTo>
                <a:close/>
                <a:moveTo>
                  <a:pt x="609600" y="209550"/>
                </a:moveTo>
                <a:lnTo>
                  <a:pt x="619125" y="209550"/>
                </a:lnTo>
                <a:lnTo>
                  <a:pt x="619125" y="219075"/>
                </a:lnTo>
                <a:lnTo>
                  <a:pt x="609600" y="219075"/>
                </a:lnTo>
                <a:close/>
                <a:moveTo>
                  <a:pt x="1323975" y="209550"/>
                </a:moveTo>
                <a:lnTo>
                  <a:pt x="1333500" y="209550"/>
                </a:lnTo>
                <a:lnTo>
                  <a:pt x="1333500" y="219075"/>
                </a:lnTo>
                <a:lnTo>
                  <a:pt x="1362075" y="219075"/>
                </a:lnTo>
                <a:lnTo>
                  <a:pt x="1362075" y="209550"/>
                </a:lnTo>
                <a:lnTo>
                  <a:pt x="1371600" y="209550"/>
                </a:lnTo>
                <a:lnTo>
                  <a:pt x="1371600" y="219075"/>
                </a:lnTo>
                <a:lnTo>
                  <a:pt x="1362075" y="219075"/>
                </a:lnTo>
                <a:lnTo>
                  <a:pt x="1362075" y="228600"/>
                </a:lnTo>
                <a:lnTo>
                  <a:pt x="1323975" y="228600"/>
                </a:lnTo>
                <a:close/>
                <a:moveTo>
                  <a:pt x="476250" y="219075"/>
                </a:moveTo>
                <a:lnTo>
                  <a:pt x="495300" y="219075"/>
                </a:lnTo>
                <a:lnTo>
                  <a:pt x="495300" y="228600"/>
                </a:lnTo>
                <a:lnTo>
                  <a:pt x="504825" y="228600"/>
                </a:lnTo>
                <a:lnTo>
                  <a:pt x="504825" y="238125"/>
                </a:lnTo>
                <a:lnTo>
                  <a:pt x="485775" y="238125"/>
                </a:lnTo>
                <a:lnTo>
                  <a:pt x="485775" y="228600"/>
                </a:lnTo>
                <a:lnTo>
                  <a:pt x="476250" y="228600"/>
                </a:lnTo>
                <a:close/>
                <a:moveTo>
                  <a:pt x="628650" y="219075"/>
                </a:moveTo>
                <a:lnTo>
                  <a:pt x="638175" y="219075"/>
                </a:lnTo>
                <a:lnTo>
                  <a:pt x="638175" y="228600"/>
                </a:lnTo>
                <a:lnTo>
                  <a:pt x="628650" y="228600"/>
                </a:lnTo>
                <a:close/>
                <a:moveTo>
                  <a:pt x="514350" y="228600"/>
                </a:moveTo>
                <a:lnTo>
                  <a:pt x="523875" y="228600"/>
                </a:lnTo>
                <a:lnTo>
                  <a:pt x="523875" y="247650"/>
                </a:lnTo>
                <a:lnTo>
                  <a:pt x="514350" y="247650"/>
                </a:lnTo>
                <a:close/>
                <a:moveTo>
                  <a:pt x="619125" y="228600"/>
                </a:moveTo>
                <a:lnTo>
                  <a:pt x="628650" y="228600"/>
                </a:lnTo>
                <a:lnTo>
                  <a:pt x="628650" y="381000"/>
                </a:lnTo>
                <a:lnTo>
                  <a:pt x="619125" y="381000"/>
                </a:lnTo>
                <a:close/>
                <a:moveTo>
                  <a:pt x="457200" y="247650"/>
                </a:moveTo>
                <a:lnTo>
                  <a:pt x="466725" y="247650"/>
                </a:lnTo>
                <a:lnTo>
                  <a:pt x="466725" y="257175"/>
                </a:lnTo>
                <a:lnTo>
                  <a:pt x="457200" y="257175"/>
                </a:lnTo>
                <a:close/>
                <a:moveTo>
                  <a:pt x="523875" y="247650"/>
                </a:moveTo>
                <a:lnTo>
                  <a:pt x="533400" y="247650"/>
                </a:lnTo>
                <a:lnTo>
                  <a:pt x="533400" y="257175"/>
                </a:lnTo>
                <a:lnTo>
                  <a:pt x="523875" y="257175"/>
                </a:lnTo>
                <a:close/>
                <a:moveTo>
                  <a:pt x="647700" y="247650"/>
                </a:moveTo>
                <a:lnTo>
                  <a:pt x="666750" y="247650"/>
                </a:lnTo>
                <a:lnTo>
                  <a:pt x="666750" y="314325"/>
                </a:lnTo>
                <a:lnTo>
                  <a:pt x="657225" y="314325"/>
                </a:lnTo>
                <a:lnTo>
                  <a:pt x="657225" y="304800"/>
                </a:lnTo>
                <a:lnTo>
                  <a:pt x="647700" y="304800"/>
                </a:lnTo>
                <a:lnTo>
                  <a:pt x="647700" y="276225"/>
                </a:lnTo>
                <a:lnTo>
                  <a:pt x="638175" y="276225"/>
                </a:lnTo>
                <a:lnTo>
                  <a:pt x="638175" y="257175"/>
                </a:lnTo>
                <a:lnTo>
                  <a:pt x="647700" y="257175"/>
                </a:lnTo>
                <a:close/>
                <a:moveTo>
                  <a:pt x="790575" y="247650"/>
                </a:moveTo>
                <a:lnTo>
                  <a:pt x="828675" y="247650"/>
                </a:lnTo>
                <a:lnTo>
                  <a:pt x="828675" y="257175"/>
                </a:lnTo>
                <a:lnTo>
                  <a:pt x="790575" y="257175"/>
                </a:lnTo>
                <a:close/>
                <a:moveTo>
                  <a:pt x="876300" y="247650"/>
                </a:moveTo>
                <a:lnTo>
                  <a:pt x="914400" y="247650"/>
                </a:lnTo>
                <a:lnTo>
                  <a:pt x="914400" y="257175"/>
                </a:lnTo>
                <a:lnTo>
                  <a:pt x="876300" y="257175"/>
                </a:lnTo>
                <a:close/>
                <a:moveTo>
                  <a:pt x="1000125" y="247650"/>
                </a:moveTo>
                <a:lnTo>
                  <a:pt x="1019175" y="247650"/>
                </a:lnTo>
                <a:lnTo>
                  <a:pt x="1019175" y="257175"/>
                </a:lnTo>
                <a:lnTo>
                  <a:pt x="1000125" y="257175"/>
                </a:lnTo>
                <a:close/>
                <a:moveTo>
                  <a:pt x="1038225" y="247650"/>
                </a:moveTo>
                <a:lnTo>
                  <a:pt x="1057275" y="247650"/>
                </a:lnTo>
                <a:lnTo>
                  <a:pt x="1057275" y="257175"/>
                </a:lnTo>
                <a:lnTo>
                  <a:pt x="1038225" y="257175"/>
                </a:lnTo>
                <a:close/>
                <a:moveTo>
                  <a:pt x="704850" y="257175"/>
                </a:moveTo>
                <a:lnTo>
                  <a:pt x="714375" y="257175"/>
                </a:lnTo>
                <a:lnTo>
                  <a:pt x="714375" y="285750"/>
                </a:lnTo>
                <a:lnTo>
                  <a:pt x="704850" y="285750"/>
                </a:lnTo>
                <a:close/>
                <a:moveTo>
                  <a:pt x="742950" y="257175"/>
                </a:moveTo>
                <a:lnTo>
                  <a:pt x="752475" y="257175"/>
                </a:lnTo>
                <a:lnTo>
                  <a:pt x="752475" y="266700"/>
                </a:lnTo>
                <a:lnTo>
                  <a:pt x="742950" y="266700"/>
                </a:lnTo>
                <a:close/>
                <a:moveTo>
                  <a:pt x="914400" y="257175"/>
                </a:moveTo>
                <a:lnTo>
                  <a:pt x="923925" y="257175"/>
                </a:lnTo>
                <a:lnTo>
                  <a:pt x="923925" y="266700"/>
                </a:lnTo>
                <a:lnTo>
                  <a:pt x="914400" y="266700"/>
                </a:lnTo>
                <a:close/>
                <a:moveTo>
                  <a:pt x="1152525" y="257175"/>
                </a:moveTo>
                <a:lnTo>
                  <a:pt x="1162050" y="257175"/>
                </a:lnTo>
                <a:lnTo>
                  <a:pt x="1162050" y="266700"/>
                </a:lnTo>
                <a:lnTo>
                  <a:pt x="1152525" y="266700"/>
                </a:lnTo>
                <a:close/>
                <a:moveTo>
                  <a:pt x="1181100" y="257175"/>
                </a:moveTo>
                <a:lnTo>
                  <a:pt x="1228725" y="257175"/>
                </a:lnTo>
                <a:lnTo>
                  <a:pt x="1228725" y="266700"/>
                </a:lnTo>
                <a:lnTo>
                  <a:pt x="1219200" y="266700"/>
                </a:lnTo>
                <a:lnTo>
                  <a:pt x="1219200" y="295275"/>
                </a:lnTo>
                <a:lnTo>
                  <a:pt x="1209675" y="295275"/>
                </a:lnTo>
                <a:lnTo>
                  <a:pt x="1209675" y="276225"/>
                </a:lnTo>
                <a:lnTo>
                  <a:pt x="1181100" y="276225"/>
                </a:lnTo>
                <a:close/>
                <a:moveTo>
                  <a:pt x="1304925" y="257175"/>
                </a:moveTo>
                <a:lnTo>
                  <a:pt x="1352550" y="257175"/>
                </a:lnTo>
                <a:lnTo>
                  <a:pt x="1352550" y="266700"/>
                </a:lnTo>
                <a:lnTo>
                  <a:pt x="1333500" y="266700"/>
                </a:lnTo>
                <a:lnTo>
                  <a:pt x="1333500" y="276225"/>
                </a:lnTo>
                <a:lnTo>
                  <a:pt x="1323975" y="276225"/>
                </a:lnTo>
                <a:lnTo>
                  <a:pt x="1323975" y="266700"/>
                </a:lnTo>
                <a:lnTo>
                  <a:pt x="1304925" y="266700"/>
                </a:lnTo>
                <a:close/>
                <a:moveTo>
                  <a:pt x="923925" y="266700"/>
                </a:moveTo>
                <a:lnTo>
                  <a:pt x="933450" y="266700"/>
                </a:lnTo>
                <a:lnTo>
                  <a:pt x="933450" y="276225"/>
                </a:lnTo>
                <a:lnTo>
                  <a:pt x="923925" y="276225"/>
                </a:lnTo>
                <a:close/>
                <a:moveTo>
                  <a:pt x="1009650" y="266700"/>
                </a:moveTo>
                <a:lnTo>
                  <a:pt x="1019175" y="266700"/>
                </a:lnTo>
                <a:lnTo>
                  <a:pt x="1019175" y="276225"/>
                </a:lnTo>
                <a:lnTo>
                  <a:pt x="1009650" y="276225"/>
                </a:lnTo>
                <a:close/>
                <a:moveTo>
                  <a:pt x="1143000" y="266700"/>
                </a:moveTo>
                <a:lnTo>
                  <a:pt x="1152525" y="266700"/>
                </a:lnTo>
                <a:lnTo>
                  <a:pt x="1152525" y="276225"/>
                </a:lnTo>
                <a:lnTo>
                  <a:pt x="1143000" y="276225"/>
                </a:lnTo>
                <a:close/>
                <a:moveTo>
                  <a:pt x="1228725" y="266700"/>
                </a:moveTo>
                <a:lnTo>
                  <a:pt x="1238250" y="266700"/>
                </a:lnTo>
                <a:lnTo>
                  <a:pt x="1238250" y="276225"/>
                </a:lnTo>
                <a:lnTo>
                  <a:pt x="1228725" y="276225"/>
                </a:lnTo>
                <a:close/>
                <a:moveTo>
                  <a:pt x="1285875" y="266700"/>
                </a:moveTo>
                <a:lnTo>
                  <a:pt x="1295400" y="266700"/>
                </a:lnTo>
                <a:lnTo>
                  <a:pt x="1295400" y="276225"/>
                </a:lnTo>
                <a:lnTo>
                  <a:pt x="1285875" y="276225"/>
                </a:lnTo>
                <a:close/>
                <a:moveTo>
                  <a:pt x="1362075" y="266700"/>
                </a:moveTo>
                <a:lnTo>
                  <a:pt x="1371600" y="266700"/>
                </a:lnTo>
                <a:lnTo>
                  <a:pt x="1371600" y="276225"/>
                </a:lnTo>
                <a:lnTo>
                  <a:pt x="1362075" y="276225"/>
                </a:lnTo>
                <a:close/>
                <a:moveTo>
                  <a:pt x="1419225" y="266700"/>
                </a:moveTo>
                <a:lnTo>
                  <a:pt x="1457325" y="266700"/>
                </a:lnTo>
                <a:lnTo>
                  <a:pt x="1457325" y="276225"/>
                </a:lnTo>
                <a:lnTo>
                  <a:pt x="1419225" y="276225"/>
                </a:lnTo>
                <a:close/>
                <a:moveTo>
                  <a:pt x="1495425" y="266700"/>
                </a:moveTo>
                <a:lnTo>
                  <a:pt x="1524000" y="266700"/>
                </a:lnTo>
                <a:lnTo>
                  <a:pt x="1524000" y="276225"/>
                </a:lnTo>
                <a:lnTo>
                  <a:pt x="1495425" y="276225"/>
                </a:lnTo>
                <a:close/>
                <a:moveTo>
                  <a:pt x="466725" y="276225"/>
                </a:moveTo>
                <a:lnTo>
                  <a:pt x="495300" y="276225"/>
                </a:lnTo>
                <a:lnTo>
                  <a:pt x="495300" y="285750"/>
                </a:lnTo>
                <a:lnTo>
                  <a:pt x="466725" y="285750"/>
                </a:lnTo>
                <a:close/>
                <a:moveTo>
                  <a:pt x="533400" y="276225"/>
                </a:moveTo>
                <a:lnTo>
                  <a:pt x="542925" y="276225"/>
                </a:lnTo>
                <a:lnTo>
                  <a:pt x="542925" y="285750"/>
                </a:lnTo>
                <a:lnTo>
                  <a:pt x="533400" y="285750"/>
                </a:lnTo>
                <a:close/>
                <a:moveTo>
                  <a:pt x="771525" y="276225"/>
                </a:moveTo>
                <a:lnTo>
                  <a:pt x="790575" y="276225"/>
                </a:lnTo>
                <a:lnTo>
                  <a:pt x="790575" y="285750"/>
                </a:lnTo>
                <a:lnTo>
                  <a:pt x="771525" y="285750"/>
                </a:lnTo>
                <a:close/>
                <a:moveTo>
                  <a:pt x="857250" y="276225"/>
                </a:moveTo>
                <a:lnTo>
                  <a:pt x="885825" y="276225"/>
                </a:lnTo>
                <a:lnTo>
                  <a:pt x="885825" y="285750"/>
                </a:lnTo>
                <a:lnTo>
                  <a:pt x="857250" y="285750"/>
                </a:lnTo>
                <a:close/>
                <a:moveTo>
                  <a:pt x="1000125" y="276225"/>
                </a:moveTo>
                <a:lnTo>
                  <a:pt x="1009650" y="276225"/>
                </a:lnTo>
                <a:lnTo>
                  <a:pt x="1009650" y="285750"/>
                </a:lnTo>
                <a:lnTo>
                  <a:pt x="1000125" y="285750"/>
                </a:lnTo>
                <a:close/>
                <a:moveTo>
                  <a:pt x="1133475" y="276225"/>
                </a:moveTo>
                <a:lnTo>
                  <a:pt x="1143000" y="276225"/>
                </a:lnTo>
                <a:lnTo>
                  <a:pt x="1143000" y="285750"/>
                </a:lnTo>
                <a:lnTo>
                  <a:pt x="1133475" y="285750"/>
                </a:lnTo>
                <a:close/>
                <a:moveTo>
                  <a:pt x="1171575" y="276225"/>
                </a:moveTo>
                <a:lnTo>
                  <a:pt x="1181100" y="276225"/>
                </a:lnTo>
                <a:lnTo>
                  <a:pt x="1181100" y="285750"/>
                </a:lnTo>
                <a:lnTo>
                  <a:pt x="1171575" y="285750"/>
                </a:lnTo>
                <a:close/>
                <a:moveTo>
                  <a:pt x="1276350" y="276225"/>
                </a:moveTo>
                <a:lnTo>
                  <a:pt x="1285875" y="276225"/>
                </a:lnTo>
                <a:lnTo>
                  <a:pt x="1285875" y="285750"/>
                </a:lnTo>
                <a:lnTo>
                  <a:pt x="1276350" y="285750"/>
                </a:lnTo>
                <a:close/>
                <a:moveTo>
                  <a:pt x="1371600" y="276225"/>
                </a:moveTo>
                <a:lnTo>
                  <a:pt x="1381125" y="276225"/>
                </a:lnTo>
                <a:lnTo>
                  <a:pt x="1381125" y="285750"/>
                </a:lnTo>
                <a:lnTo>
                  <a:pt x="1371600" y="285750"/>
                </a:lnTo>
                <a:close/>
                <a:moveTo>
                  <a:pt x="1409700" y="276225"/>
                </a:moveTo>
                <a:lnTo>
                  <a:pt x="1419225" y="276225"/>
                </a:lnTo>
                <a:lnTo>
                  <a:pt x="1419225" y="285750"/>
                </a:lnTo>
                <a:lnTo>
                  <a:pt x="1409700" y="285750"/>
                </a:lnTo>
                <a:close/>
                <a:moveTo>
                  <a:pt x="1466850" y="276225"/>
                </a:moveTo>
                <a:lnTo>
                  <a:pt x="1476375" y="276225"/>
                </a:lnTo>
                <a:lnTo>
                  <a:pt x="1476375" y="285750"/>
                </a:lnTo>
                <a:lnTo>
                  <a:pt x="1466850" y="285750"/>
                </a:lnTo>
                <a:close/>
                <a:moveTo>
                  <a:pt x="1533525" y="276225"/>
                </a:moveTo>
                <a:lnTo>
                  <a:pt x="1543050" y="276225"/>
                </a:lnTo>
                <a:lnTo>
                  <a:pt x="1543050" y="285750"/>
                </a:lnTo>
                <a:lnTo>
                  <a:pt x="1533525" y="285750"/>
                </a:lnTo>
                <a:close/>
                <a:moveTo>
                  <a:pt x="762000" y="285750"/>
                </a:moveTo>
                <a:lnTo>
                  <a:pt x="771525" y="285750"/>
                </a:lnTo>
                <a:lnTo>
                  <a:pt x="771525" y="295275"/>
                </a:lnTo>
                <a:lnTo>
                  <a:pt x="762000" y="295275"/>
                </a:lnTo>
                <a:close/>
                <a:moveTo>
                  <a:pt x="847725" y="285750"/>
                </a:moveTo>
                <a:lnTo>
                  <a:pt x="857250" y="285750"/>
                </a:lnTo>
                <a:lnTo>
                  <a:pt x="857250" y="295275"/>
                </a:lnTo>
                <a:lnTo>
                  <a:pt x="847725" y="295275"/>
                </a:lnTo>
                <a:close/>
                <a:moveTo>
                  <a:pt x="885825" y="285750"/>
                </a:moveTo>
                <a:lnTo>
                  <a:pt x="895350" y="285750"/>
                </a:lnTo>
                <a:lnTo>
                  <a:pt x="895350" y="295275"/>
                </a:lnTo>
                <a:lnTo>
                  <a:pt x="885825" y="295275"/>
                </a:lnTo>
                <a:close/>
                <a:moveTo>
                  <a:pt x="990600" y="285750"/>
                </a:moveTo>
                <a:lnTo>
                  <a:pt x="1000125" y="285750"/>
                </a:lnTo>
                <a:lnTo>
                  <a:pt x="1000125" y="295275"/>
                </a:lnTo>
                <a:lnTo>
                  <a:pt x="990600" y="295275"/>
                </a:lnTo>
                <a:close/>
                <a:moveTo>
                  <a:pt x="1047750" y="285750"/>
                </a:moveTo>
                <a:lnTo>
                  <a:pt x="1057275" y="285750"/>
                </a:lnTo>
                <a:lnTo>
                  <a:pt x="1057275" y="304800"/>
                </a:lnTo>
                <a:lnTo>
                  <a:pt x="1047750" y="304800"/>
                </a:lnTo>
                <a:close/>
                <a:moveTo>
                  <a:pt x="1085850" y="285750"/>
                </a:moveTo>
                <a:lnTo>
                  <a:pt x="1095375" y="285750"/>
                </a:lnTo>
                <a:lnTo>
                  <a:pt x="1095375" y="371475"/>
                </a:lnTo>
                <a:lnTo>
                  <a:pt x="1085850" y="371475"/>
                </a:lnTo>
                <a:close/>
                <a:moveTo>
                  <a:pt x="1162050" y="285750"/>
                </a:moveTo>
                <a:lnTo>
                  <a:pt x="1171575" y="285750"/>
                </a:lnTo>
                <a:lnTo>
                  <a:pt x="1171575" y="295275"/>
                </a:lnTo>
                <a:lnTo>
                  <a:pt x="1162050" y="295275"/>
                </a:lnTo>
                <a:close/>
                <a:moveTo>
                  <a:pt x="1228725" y="285750"/>
                </a:moveTo>
                <a:lnTo>
                  <a:pt x="1238250" y="285750"/>
                </a:lnTo>
                <a:lnTo>
                  <a:pt x="1238250" y="295275"/>
                </a:lnTo>
                <a:lnTo>
                  <a:pt x="1228725" y="295275"/>
                </a:lnTo>
                <a:close/>
                <a:moveTo>
                  <a:pt x="1266825" y="285750"/>
                </a:moveTo>
                <a:lnTo>
                  <a:pt x="1276350" y="285750"/>
                </a:lnTo>
                <a:lnTo>
                  <a:pt x="1276350" y="295275"/>
                </a:lnTo>
                <a:lnTo>
                  <a:pt x="1266825" y="295275"/>
                </a:lnTo>
                <a:close/>
                <a:moveTo>
                  <a:pt x="438150" y="295275"/>
                </a:moveTo>
                <a:lnTo>
                  <a:pt x="447675" y="295275"/>
                </a:lnTo>
                <a:lnTo>
                  <a:pt x="447675" y="304800"/>
                </a:lnTo>
                <a:lnTo>
                  <a:pt x="438150" y="304800"/>
                </a:lnTo>
                <a:close/>
                <a:moveTo>
                  <a:pt x="1123950" y="295275"/>
                </a:moveTo>
                <a:lnTo>
                  <a:pt x="1143000" y="295275"/>
                </a:lnTo>
                <a:lnTo>
                  <a:pt x="1143000" y="304800"/>
                </a:lnTo>
                <a:lnTo>
                  <a:pt x="1162050" y="304800"/>
                </a:lnTo>
                <a:lnTo>
                  <a:pt x="1162050" y="342900"/>
                </a:lnTo>
                <a:lnTo>
                  <a:pt x="1171575" y="342900"/>
                </a:lnTo>
                <a:lnTo>
                  <a:pt x="1171575" y="352425"/>
                </a:lnTo>
                <a:lnTo>
                  <a:pt x="1162050" y="352425"/>
                </a:lnTo>
                <a:lnTo>
                  <a:pt x="1162050" y="361950"/>
                </a:lnTo>
                <a:lnTo>
                  <a:pt x="1143000" y="361950"/>
                </a:lnTo>
                <a:lnTo>
                  <a:pt x="1143000" y="352425"/>
                </a:lnTo>
                <a:lnTo>
                  <a:pt x="1133475" y="352425"/>
                </a:lnTo>
                <a:lnTo>
                  <a:pt x="1133475" y="361950"/>
                </a:lnTo>
                <a:lnTo>
                  <a:pt x="1123950" y="361950"/>
                </a:lnTo>
                <a:close/>
                <a:moveTo>
                  <a:pt x="1219200" y="295275"/>
                </a:moveTo>
                <a:lnTo>
                  <a:pt x="1228725" y="295275"/>
                </a:lnTo>
                <a:lnTo>
                  <a:pt x="1228725" y="304800"/>
                </a:lnTo>
                <a:lnTo>
                  <a:pt x="1219200" y="304800"/>
                </a:lnTo>
                <a:close/>
                <a:moveTo>
                  <a:pt x="1381125" y="295275"/>
                </a:moveTo>
                <a:lnTo>
                  <a:pt x="1390650" y="295275"/>
                </a:lnTo>
                <a:lnTo>
                  <a:pt x="1390650" y="304800"/>
                </a:lnTo>
                <a:lnTo>
                  <a:pt x="1381125" y="304800"/>
                </a:lnTo>
                <a:close/>
                <a:moveTo>
                  <a:pt x="1495425" y="295275"/>
                </a:moveTo>
                <a:lnTo>
                  <a:pt x="1504950" y="295275"/>
                </a:lnTo>
                <a:lnTo>
                  <a:pt x="1504950" y="304800"/>
                </a:lnTo>
                <a:lnTo>
                  <a:pt x="1495425" y="304800"/>
                </a:lnTo>
                <a:close/>
                <a:moveTo>
                  <a:pt x="495300" y="304800"/>
                </a:moveTo>
                <a:lnTo>
                  <a:pt x="504825" y="304800"/>
                </a:lnTo>
                <a:lnTo>
                  <a:pt x="504825" y="314325"/>
                </a:lnTo>
                <a:lnTo>
                  <a:pt x="495300" y="314325"/>
                </a:lnTo>
                <a:close/>
                <a:moveTo>
                  <a:pt x="542925" y="304800"/>
                </a:moveTo>
                <a:lnTo>
                  <a:pt x="552450" y="304800"/>
                </a:lnTo>
                <a:lnTo>
                  <a:pt x="552450" y="314325"/>
                </a:lnTo>
                <a:lnTo>
                  <a:pt x="542925" y="314325"/>
                </a:lnTo>
                <a:close/>
                <a:moveTo>
                  <a:pt x="752475" y="304800"/>
                </a:moveTo>
                <a:lnTo>
                  <a:pt x="762000" y="304800"/>
                </a:lnTo>
                <a:lnTo>
                  <a:pt x="762000" y="381000"/>
                </a:lnTo>
                <a:lnTo>
                  <a:pt x="752475" y="381000"/>
                </a:lnTo>
                <a:close/>
                <a:moveTo>
                  <a:pt x="800100" y="304800"/>
                </a:moveTo>
                <a:lnTo>
                  <a:pt x="809625" y="304800"/>
                </a:lnTo>
                <a:lnTo>
                  <a:pt x="809625" y="381000"/>
                </a:lnTo>
                <a:lnTo>
                  <a:pt x="800100" y="381000"/>
                </a:lnTo>
                <a:close/>
                <a:moveTo>
                  <a:pt x="1038225" y="304800"/>
                </a:moveTo>
                <a:lnTo>
                  <a:pt x="1047750" y="304800"/>
                </a:lnTo>
                <a:lnTo>
                  <a:pt x="1047750" y="323850"/>
                </a:lnTo>
                <a:lnTo>
                  <a:pt x="1038225" y="323850"/>
                </a:lnTo>
                <a:lnTo>
                  <a:pt x="1038225" y="333375"/>
                </a:lnTo>
                <a:lnTo>
                  <a:pt x="1019175" y="333375"/>
                </a:lnTo>
                <a:lnTo>
                  <a:pt x="1019175" y="323850"/>
                </a:lnTo>
                <a:lnTo>
                  <a:pt x="1000125" y="323850"/>
                </a:lnTo>
                <a:lnTo>
                  <a:pt x="1000125" y="314325"/>
                </a:lnTo>
                <a:lnTo>
                  <a:pt x="1038225" y="314325"/>
                </a:lnTo>
                <a:close/>
                <a:moveTo>
                  <a:pt x="1343025" y="304800"/>
                </a:moveTo>
                <a:lnTo>
                  <a:pt x="1352550" y="304800"/>
                </a:lnTo>
                <a:lnTo>
                  <a:pt x="1352550" y="314325"/>
                </a:lnTo>
                <a:lnTo>
                  <a:pt x="1343025" y="314325"/>
                </a:lnTo>
                <a:close/>
                <a:moveTo>
                  <a:pt x="1504950" y="304800"/>
                </a:moveTo>
                <a:lnTo>
                  <a:pt x="1514475" y="304800"/>
                </a:lnTo>
                <a:lnTo>
                  <a:pt x="1514475" y="333375"/>
                </a:lnTo>
                <a:lnTo>
                  <a:pt x="1504950" y="333375"/>
                </a:lnTo>
                <a:close/>
                <a:moveTo>
                  <a:pt x="1333500" y="314325"/>
                </a:moveTo>
                <a:lnTo>
                  <a:pt x="1343025" y="314325"/>
                </a:lnTo>
                <a:lnTo>
                  <a:pt x="1343025" y="323850"/>
                </a:lnTo>
                <a:lnTo>
                  <a:pt x="1352550" y="323850"/>
                </a:lnTo>
                <a:lnTo>
                  <a:pt x="1352550" y="333375"/>
                </a:lnTo>
                <a:lnTo>
                  <a:pt x="1333500" y="333375"/>
                </a:lnTo>
                <a:close/>
                <a:moveTo>
                  <a:pt x="1457325" y="314325"/>
                </a:moveTo>
                <a:lnTo>
                  <a:pt x="1466850" y="314325"/>
                </a:lnTo>
                <a:lnTo>
                  <a:pt x="1466850" y="390525"/>
                </a:lnTo>
                <a:lnTo>
                  <a:pt x="1457325" y="390525"/>
                </a:lnTo>
                <a:close/>
                <a:moveTo>
                  <a:pt x="428625" y="323850"/>
                </a:moveTo>
                <a:lnTo>
                  <a:pt x="438150" y="323850"/>
                </a:lnTo>
                <a:lnTo>
                  <a:pt x="438150" y="333375"/>
                </a:lnTo>
                <a:lnTo>
                  <a:pt x="428625" y="333375"/>
                </a:lnTo>
                <a:close/>
                <a:moveTo>
                  <a:pt x="447675" y="323850"/>
                </a:moveTo>
                <a:lnTo>
                  <a:pt x="457200" y="323850"/>
                </a:lnTo>
                <a:lnTo>
                  <a:pt x="457200" y="333375"/>
                </a:lnTo>
                <a:lnTo>
                  <a:pt x="466725" y="333375"/>
                </a:lnTo>
                <a:lnTo>
                  <a:pt x="466725" y="342900"/>
                </a:lnTo>
                <a:lnTo>
                  <a:pt x="495300" y="342900"/>
                </a:lnTo>
                <a:lnTo>
                  <a:pt x="495300" y="333375"/>
                </a:lnTo>
                <a:lnTo>
                  <a:pt x="504825" y="333375"/>
                </a:lnTo>
                <a:lnTo>
                  <a:pt x="504825" y="342900"/>
                </a:lnTo>
                <a:lnTo>
                  <a:pt x="495300" y="342900"/>
                </a:lnTo>
                <a:lnTo>
                  <a:pt x="495300" y="352425"/>
                </a:lnTo>
                <a:lnTo>
                  <a:pt x="514350" y="352425"/>
                </a:lnTo>
                <a:lnTo>
                  <a:pt x="514350" y="371475"/>
                </a:lnTo>
                <a:lnTo>
                  <a:pt x="504825" y="371475"/>
                </a:lnTo>
                <a:lnTo>
                  <a:pt x="504825" y="361950"/>
                </a:lnTo>
                <a:lnTo>
                  <a:pt x="447675" y="361950"/>
                </a:lnTo>
                <a:lnTo>
                  <a:pt x="447675" y="352425"/>
                </a:lnTo>
                <a:lnTo>
                  <a:pt x="457200" y="352425"/>
                </a:lnTo>
                <a:lnTo>
                  <a:pt x="457200" y="342900"/>
                </a:lnTo>
                <a:lnTo>
                  <a:pt x="447675" y="342900"/>
                </a:lnTo>
                <a:close/>
                <a:moveTo>
                  <a:pt x="552450" y="333375"/>
                </a:moveTo>
                <a:lnTo>
                  <a:pt x="561975" y="333375"/>
                </a:lnTo>
                <a:lnTo>
                  <a:pt x="561975" y="342900"/>
                </a:lnTo>
                <a:lnTo>
                  <a:pt x="552450" y="342900"/>
                </a:lnTo>
                <a:close/>
                <a:moveTo>
                  <a:pt x="1009650" y="333375"/>
                </a:moveTo>
                <a:lnTo>
                  <a:pt x="1019175" y="333375"/>
                </a:lnTo>
                <a:lnTo>
                  <a:pt x="1019175" y="342900"/>
                </a:lnTo>
                <a:lnTo>
                  <a:pt x="1009650" y="342900"/>
                </a:lnTo>
                <a:close/>
                <a:moveTo>
                  <a:pt x="419100" y="342900"/>
                </a:moveTo>
                <a:lnTo>
                  <a:pt x="428625" y="342900"/>
                </a:lnTo>
                <a:lnTo>
                  <a:pt x="428625" y="352425"/>
                </a:lnTo>
                <a:lnTo>
                  <a:pt x="419100" y="352425"/>
                </a:lnTo>
                <a:close/>
                <a:moveTo>
                  <a:pt x="962025" y="342900"/>
                </a:moveTo>
                <a:lnTo>
                  <a:pt x="971550" y="342900"/>
                </a:lnTo>
                <a:lnTo>
                  <a:pt x="971550" y="352425"/>
                </a:lnTo>
                <a:lnTo>
                  <a:pt x="962025" y="352425"/>
                </a:lnTo>
                <a:close/>
                <a:moveTo>
                  <a:pt x="1000125" y="342900"/>
                </a:moveTo>
                <a:lnTo>
                  <a:pt x="1009650" y="342900"/>
                </a:lnTo>
                <a:lnTo>
                  <a:pt x="1009650" y="361950"/>
                </a:lnTo>
                <a:lnTo>
                  <a:pt x="1000125" y="361950"/>
                </a:lnTo>
                <a:close/>
                <a:moveTo>
                  <a:pt x="1504950" y="342900"/>
                </a:moveTo>
                <a:lnTo>
                  <a:pt x="1514475" y="342900"/>
                </a:lnTo>
                <a:lnTo>
                  <a:pt x="1514475" y="371475"/>
                </a:lnTo>
                <a:lnTo>
                  <a:pt x="1524000" y="371475"/>
                </a:lnTo>
                <a:lnTo>
                  <a:pt x="1524000" y="381000"/>
                </a:lnTo>
                <a:lnTo>
                  <a:pt x="1533525" y="381000"/>
                </a:lnTo>
                <a:lnTo>
                  <a:pt x="1533525" y="371475"/>
                </a:lnTo>
                <a:lnTo>
                  <a:pt x="1552575" y="371475"/>
                </a:lnTo>
                <a:lnTo>
                  <a:pt x="1552575" y="400050"/>
                </a:lnTo>
                <a:lnTo>
                  <a:pt x="1504950" y="400050"/>
                </a:lnTo>
                <a:close/>
                <a:moveTo>
                  <a:pt x="561975" y="361950"/>
                </a:moveTo>
                <a:lnTo>
                  <a:pt x="571500" y="361950"/>
                </a:lnTo>
                <a:lnTo>
                  <a:pt x="571500" y="371475"/>
                </a:lnTo>
                <a:lnTo>
                  <a:pt x="561975" y="371475"/>
                </a:lnTo>
                <a:close/>
                <a:moveTo>
                  <a:pt x="923925" y="361950"/>
                </a:moveTo>
                <a:lnTo>
                  <a:pt x="933450" y="361950"/>
                </a:lnTo>
                <a:lnTo>
                  <a:pt x="933450" y="371475"/>
                </a:lnTo>
                <a:lnTo>
                  <a:pt x="923925" y="371475"/>
                </a:lnTo>
                <a:close/>
                <a:moveTo>
                  <a:pt x="409575" y="371475"/>
                </a:moveTo>
                <a:lnTo>
                  <a:pt x="419100" y="371475"/>
                </a:lnTo>
                <a:lnTo>
                  <a:pt x="419100" y="390525"/>
                </a:lnTo>
                <a:lnTo>
                  <a:pt x="409575" y="390525"/>
                </a:lnTo>
                <a:close/>
                <a:moveTo>
                  <a:pt x="514350" y="371475"/>
                </a:moveTo>
                <a:lnTo>
                  <a:pt x="523875" y="371475"/>
                </a:lnTo>
                <a:lnTo>
                  <a:pt x="523875" y="400050"/>
                </a:lnTo>
                <a:lnTo>
                  <a:pt x="514350" y="400050"/>
                </a:lnTo>
                <a:close/>
                <a:moveTo>
                  <a:pt x="1038225" y="371475"/>
                </a:moveTo>
                <a:lnTo>
                  <a:pt x="1047750" y="371475"/>
                </a:lnTo>
                <a:lnTo>
                  <a:pt x="1047750" y="381000"/>
                </a:lnTo>
                <a:lnTo>
                  <a:pt x="1057275" y="381000"/>
                </a:lnTo>
                <a:lnTo>
                  <a:pt x="1057275" y="390525"/>
                </a:lnTo>
                <a:lnTo>
                  <a:pt x="1028700" y="390525"/>
                </a:lnTo>
                <a:lnTo>
                  <a:pt x="1028700" y="400050"/>
                </a:lnTo>
                <a:lnTo>
                  <a:pt x="1019175" y="400050"/>
                </a:lnTo>
                <a:lnTo>
                  <a:pt x="1019175" y="381000"/>
                </a:lnTo>
                <a:lnTo>
                  <a:pt x="1038225" y="381000"/>
                </a:lnTo>
                <a:close/>
                <a:moveTo>
                  <a:pt x="1219200" y="371475"/>
                </a:moveTo>
                <a:lnTo>
                  <a:pt x="1238250" y="371475"/>
                </a:lnTo>
                <a:lnTo>
                  <a:pt x="1238250" y="390525"/>
                </a:lnTo>
                <a:lnTo>
                  <a:pt x="1228725" y="390525"/>
                </a:lnTo>
                <a:lnTo>
                  <a:pt x="1228725" y="381000"/>
                </a:lnTo>
                <a:lnTo>
                  <a:pt x="1219200" y="381000"/>
                </a:lnTo>
                <a:close/>
                <a:moveTo>
                  <a:pt x="1266825" y="371475"/>
                </a:moveTo>
                <a:lnTo>
                  <a:pt x="1276350" y="371475"/>
                </a:lnTo>
                <a:lnTo>
                  <a:pt x="1276350" y="381000"/>
                </a:lnTo>
                <a:lnTo>
                  <a:pt x="1266825" y="381000"/>
                </a:lnTo>
                <a:close/>
                <a:moveTo>
                  <a:pt x="1371600" y="371475"/>
                </a:moveTo>
                <a:lnTo>
                  <a:pt x="1381125" y="371475"/>
                </a:lnTo>
                <a:lnTo>
                  <a:pt x="1381125" y="381000"/>
                </a:lnTo>
                <a:lnTo>
                  <a:pt x="1371600" y="381000"/>
                </a:lnTo>
                <a:close/>
                <a:moveTo>
                  <a:pt x="428625" y="381000"/>
                </a:moveTo>
                <a:lnTo>
                  <a:pt x="438150" y="381000"/>
                </a:lnTo>
                <a:lnTo>
                  <a:pt x="438150" y="400050"/>
                </a:lnTo>
                <a:lnTo>
                  <a:pt x="428625" y="400050"/>
                </a:lnTo>
                <a:close/>
                <a:moveTo>
                  <a:pt x="571500" y="381000"/>
                </a:moveTo>
                <a:lnTo>
                  <a:pt x="581025" y="381000"/>
                </a:lnTo>
                <a:lnTo>
                  <a:pt x="581025" y="390525"/>
                </a:lnTo>
                <a:lnTo>
                  <a:pt x="571500" y="390525"/>
                </a:lnTo>
                <a:close/>
                <a:moveTo>
                  <a:pt x="762000" y="381000"/>
                </a:moveTo>
                <a:lnTo>
                  <a:pt x="771525" y="381000"/>
                </a:lnTo>
                <a:lnTo>
                  <a:pt x="771525" y="390525"/>
                </a:lnTo>
                <a:lnTo>
                  <a:pt x="762000" y="390525"/>
                </a:lnTo>
                <a:close/>
                <a:moveTo>
                  <a:pt x="790575" y="381000"/>
                </a:moveTo>
                <a:lnTo>
                  <a:pt x="800100" y="381000"/>
                </a:lnTo>
                <a:lnTo>
                  <a:pt x="800100" y="390525"/>
                </a:lnTo>
                <a:lnTo>
                  <a:pt x="790575" y="390525"/>
                </a:lnTo>
                <a:close/>
                <a:moveTo>
                  <a:pt x="885825" y="381000"/>
                </a:moveTo>
                <a:lnTo>
                  <a:pt x="895350" y="381000"/>
                </a:lnTo>
                <a:lnTo>
                  <a:pt x="895350" y="390525"/>
                </a:lnTo>
                <a:lnTo>
                  <a:pt x="885825" y="390525"/>
                </a:lnTo>
                <a:close/>
                <a:moveTo>
                  <a:pt x="933450" y="381000"/>
                </a:moveTo>
                <a:lnTo>
                  <a:pt x="942975" y="381000"/>
                </a:lnTo>
                <a:lnTo>
                  <a:pt x="942975" y="400050"/>
                </a:lnTo>
                <a:lnTo>
                  <a:pt x="895350" y="400050"/>
                </a:lnTo>
                <a:lnTo>
                  <a:pt x="895350" y="390525"/>
                </a:lnTo>
                <a:lnTo>
                  <a:pt x="933450" y="390525"/>
                </a:lnTo>
                <a:close/>
                <a:moveTo>
                  <a:pt x="1095375" y="381000"/>
                </a:moveTo>
                <a:lnTo>
                  <a:pt x="1104900" y="381000"/>
                </a:lnTo>
                <a:lnTo>
                  <a:pt x="1104900" y="390525"/>
                </a:lnTo>
                <a:lnTo>
                  <a:pt x="1095375" y="390525"/>
                </a:lnTo>
                <a:close/>
                <a:moveTo>
                  <a:pt x="1381125" y="381000"/>
                </a:moveTo>
                <a:lnTo>
                  <a:pt x="1390650" y="381000"/>
                </a:lnTo>
                <a:lnTo>
                  <a:pt x="1390650" y="390525"/>
                </a:lnTo>
                <a:lnTo>
                  <a:pt x="1381125" y="390525"/>
                </a:lnTo>
                <a:close/>
                <a:moveTo>
                  <a:pt x="581025" y="390525"/>
                </a:moveTo>
                <a:lnTo>
                  <a:pt x="590550" y="390525"/>
                </a:lnTo>
                <a:lnTo>
                  <a:pt x="590550" y="400050"/>
                </a:lnTo>
                <a:lnTo>
                  <a:pt x="581025" y="400050"/>
                </a:lnTo>
                <a:close/>
                <a:moveTo>
                  <a:pt x="809625" y="390525"/>
                </a:moveTo>
                <a:lnTo>
                  <a:pt x="819150" y="390525"/>
                </a:lnTo>
                <a:lnTo>
                  <a:pt x="819150" y="400050"/>
                </a:lnTo>
                <a:lnTo>
                  <a:pt x="809625" y="400050"/>
                </a:lnTo>
                <a:close/>
                <a:moveTo>
                  <a:pt x="1057275" y="390525"/>
                </a:moveTo>
                <a:lnTo>
                  <a:pt x="1066800" y="390525"/>
                </a:lnTo>
                <a:lnTo>
                  <a:pt x="1066800" y="400050"/>
                </a:lnTo>
                <a:lnTo>
                  <a:pt x="1057275" y="400050"/>
                </a:lnTo>
                <a:close/>
                <a:moveTo>
                  <a:pt x="1152525" y="390525"/>
                </a:moveTo>
                <a:lnTo>
                  <a:pt x="1162050" y="390525"/>
                </a:lnTo>
                <a:lnTo>
                  <a:pt x="1162050" y="400050"/>
                </a:lnTo>
                <a:lnTo>
                  <a:pt x="1152525" y="400050"/>
                </a:lnTo>
                <a:close/>
                <a:moveTo>
                  <a:pt x="1371600" y="390525"/>
                </a:moveTo>
                <a:lnTo>
                  <a:pt x="1381125" y="390525"/>
                </a:lnTo>
                <a:lnTo>
                  <a:pt x="1381125" y="400050"/>
                </a:lnTo>
                <a:lnTo>
                  <a:pt x="1371600" y="400050"/>
                </a:lnTo>
                <a:close/>
                <a:moveTo>
                  <a:pt x="1409700" y="390525"/>
                </a:moveTo>
                <a:lnTo>
                  <a:pt x="1419225" y="390525"/>
                </a:lnTo>
                <a:lnTo>
                  <a:pt x="1419225" y="400050"/>
                </a:lnTo>
                <a:lnTo>
                  <a:pt x="1409700" y="400050"/>
                </a:lnTo>
                <a:close/>
                <a:moveTo>
                  <a:pt x="504825" y="400050"/>
                </a:moveTo>
                <a:lnTo>
                  <a:pt x="514350" y="400050"/>
                </a:lnTo>
                <a:lnTo>
                  <a:pt x="514350" y="409575"/>
                </a:lnTo>
                <a:lnTo>
                  <a:pt x="504825" y="409575"/>
                </a:lnTo>
                <a:close/>
                <a:moveTo>
                  <a:pt x="609600" y="400050"/>
                </a:moveTo>
                <a:lnTo>
                  <a:pt x="619125" y="400050"/>
                </a:lnTo>
                <a:lnTo>
                  <a:pt x="619125" y="409575"/>
                </a:lnTo>
                <a:lnTo>
                  <a:pt x="609600" y="409575"/>
                </a:lnTo>
                <a:close/>
                <a:moveTo>
                  <a:pt x="704850" y="400050"/>
                </a:moveTo>
                <a:lnTo>
                  <a:pt x="733425" y="400050"/>
                </a:lnTo>
                <a:lnTo>
                  <a:pt x="733425" y="409575"/>
                </a:lnTo>
                <a:lnTo>
                  <a:pt x="704850" y="409575"/>
                </a:lnTo>
                <a:close/>
                <a:moveTo>
                  <a:pt x="1552575" y="400050"/>
                </a:moveTo>
                <a:lnTo>
                  <a:pt x="1562100" y="400050"/>
                </a:lnTo>
                <a:lnTo>
                  <a:pt x="1562100" y="419100"/>
                </a:lnTo>
                <a:lnTo>
                  <a:pt x="1552575" y="419100"/>
                </a:lnTo>
                <a:close/>
                <a:moveTo>
                  <a:pt x="390525" y="409575"/>
                </a:moveTo>
                <a:lnTo>
                  <a:pt x="400050" y="409575"/>
                </a:lnTo>
                <a:lnTo>
                  <a:pt x="400050" y="419100"/>
                </a:lnTo>
                <a:lnTo>
                  <a:pt x="390525" y="419100"/>
                </a:lnTo>
                <a:close/>
                <a:moveTo>
                  <a:pt x="438150" y="409575"/>
                </a:moveTo>
                <a:lnTo>
                  <a:pt x="447675" y="409575"/>
                </a:lnTo>
                <a:lnTo>
                  <a:pt x="447675" y="419100"/>
                </a:lnTo>
                <a:lnTo>
                  <a:pt x="438150" y="419100"/>
                </a:lnTo>
                <a:close/>
                <a:moveTo>
                  <a:pt x="552450" y="409575"/>
                </a:moveTo>
                <a:lnTo>
                  <a:pt x="581025" y="409575"/>
                </a:lnTo>
                <a:lnTo>
                  <a:pt x="581025" y="419100"/>
                </a:lnTo>
                <a:lnTo>
                  <a:pt x="552450" y="419100"/>
                </a:lnTo>
                <a:close/>
                <a:moveTo>
                  <a:pt x="1504950" y="409575"/>
                </a:moveTo>
                <a:lnTo>
                  <a:pt x="1533525" y="409575"/>
                </a:lnTo>
                <a:lnTo>
                  <a:pt x="1533525" y="419100"/>
                </a:lnTo>
                <a:lnTo>
                  <a:pt x="1504950" y="419100"/>
                </a:lnTo>
                <a:close/>
                <a:moveTo>
                  <a:pt x="428625" y="419100"/>
                </a:moveTo>
                <a:lnTo>
                  <a:pt x="438150" y="419100"/>
                </a:lnTo>
                <a:lnTo>
                  <a:pt x="438150" y="428625"/>
                </a:lnTo>
                <a:lnTo>
                  <a:pt x="428625" y="428625"/>
                </a:lnTo>
                <a:close/>
                <a:moveTo>
                  <a:pt x="276225" y="609600"/>
                </a:moveTo>
                <a:lnTo>
                  <a:pt x="285750" y="609600"/>
                </a:lnTo>
                <a:lnTo>
                  <a:pt x="285750" y="619125"/>
                </a:lnTo>
                <a:lnTo>
                  <a:pt x="276225" y="619125"/>
                </a:lnTo>
                <a:close/>
                <a:moveTo>
                  <a:pt x="685800" y="628650"/>
                </a:moveTo>
                <a:lnTo>
                  <a:pt x="695325" y="628650"/>
                </a:lnTo>
                <a:lnTo>
                  <a:pt x="695325" y="638175"/>
                </a:lnTo>
                <a:lnTo>
                  <a:pt x="704850" y="638175"/>
                </a:lnTo>
                <a:lnTo>
                  <a:pt x="704850" y="628650"/>
                </a:lnTo>
                <a:lnTo>
                  <a:pt x="762000" y="628650"/>
                </a:lnTo>
                <a:lnTo>
                  <a:pt x="762000" y="638175"/>
                </a:lnTo>
                <a:lnTo>
                  <a:pt x="838200" y="638175"/>
                </a:lnTo>
                <a:lnTo>
                  <a:pt x="838200" y="647700"/>
                </a:lnTo>
                <a:lnTo>
                  <a:pt x="638175" y="647700"/>
                </a:lnTo>
                <a:lnTo>
                  <a:pt x="638175" y="638175"/>
                </a:lnTo>
                <a:lnTo>
                  <a:pt x="685800" y="638175"/>
                </a:lnTo>
                <a:close/>
                <a:moveTo>
                  <a:pt x="1200150" y="628650"/>
                </a:moveTo>
                <a:lnTo>
                  <a:pt x="1219200" y="628650"/>
                </a:lnTo>
                <a:lnTo>
                  <a:pt x="1219200" y="638175"/>
                </a:lnTo>
                <a:lnTo>
                  <a:pt x="1247775" y="638175"/>
                </a:lnTo>
                <a:lnTo>
                  <a:pt x="1247775" y="647700"/>
                </a:lnTo>
                <a:lnTo>
                  <a:pt x="1190625" y="647700"/>
                </a:lnTo>
                <a:lnTo>
                  <a:pt x="1190625" y="638175"/>
                </a:lnTo>
                <a:lnTo>
                  <a:pt x="1200150" y="638175"/>
                </a:lnTo>
                <a:close/>
                <a:moveTo>
                  <a:pt x="314325" y="638175"/>
                </a:moveTo>
                <a:lnTo>
                  <a:pt x="400050" y="638175"/>
                </a:lnTo>
                <a:lnTo>
                  <a:pt x="400050" y="647700"/>
                </a:lnTo>
                <a:lnTo>
                  <a:pt x="314325" y="647700"/>
                </a:lnTo>
                <a:close/>
                <a:moveTo>
                  <a:pt x="1390650" y="638175"/>
                </a:moveTo>
                <a:lnTo>
                  <a:pt x="1419225" y="638175"/>
                </a:lnTo>
                <a:lnTo>
                  <a:pt x="1419225" y="647700"/>
                </a:lnTo>
                <a:lnTo>
                  <a:pt x="1390650" y="647700"/>
                </a:lnTo>
                <a:close/>
                <a:moveTo>
                  <a:pt x="238125" y="647700"/>
                </a:moveTo>
                <a:lnTo>
                  <a:pt x="257175" y="647700"/>
                </a:lnTo>
                <a:lnTo>
                  <a:pt x="257175" y="657225"/>
                </a:lnTo>
                <a:lnTo>
                  <a:pt x="238125" y="657225"/>
                </a:lnTo>
                <a:close/>
                <a:moveTo>
                  <a:pt x="1657350" y="647700"/>
                </a:moveTo>
                <a:lnTo>
                  <a:pt x="1666875" y="647700"/>
                </a:lnTo>
                <a:lnTo>
                  <a:pt x="1666875" y="657225"/>
                </a:lnTo>
                <a:lnTo>
                  <a:pt x="1657350" y="657225"/>
                </a:lnTo>
                <a:close/>
                <a:moveTo>
                  <a:pt x="200025" y="657225"/>
                </a:moveTo>
                <a:lnTo>
                  <a:pt x="219075" y="657225"/>
                </a:lnTo>
                <a:lnTo>
                  <a:pt x="219075" y="666750"/>
                </a:lnTo>
                <a:lnTo>
                  <a:pt x="200025" y="666750"/>
                </a:lnTo>
                <a:close/>
                <a:moveTo>
                  <a:pt x="1695450" y="657225"/>
                </a:moveTo>
                <a:lnTo>
                  <a:pt x="1704975" y="657225"/>
                </a:lnTo>
                <a:lnTo>
                  <a:pt x="1704975" y="666750"/>
                </a:lnTo>
                <a:lnTo>
                  <a:pt x="1695450" y="666750"/>
                </a:lnTo>
                <a:close/>
                <a:moveTo>
                  <a:pt x="190500" y="666750"/>
                </a:moveTo>
                <a:lnTo>
                  <a:pt x="200025" y="666750"/>
                </a:lnTo>
                <a:lnTo>
                  <a:pt x="200025" y="676275"/>
                </a:lnTo>
                <a:lnTo>
                  <a:pt x="190500" y="676275"/>
                </a:lnTo>
                <a:close/>
                <a:moveTo>
                  <a:pt x="1704975" y="666750"/>
                </a:moveTo>
                <a:lnTo>
                  <a:pt x="1714500" y="666750"/>
                </a:lnTo>
                <a:lnTo>
                  <a:pt x="1714500" y="695325"/>
                </a:lnTo>
                <a:lnTo>
                  <a:pt x="1704975" y="695325"/>
                </a:lnTo>
                <a:close/>
                <a:moveTo>
                  <a:pt x="180975" y="676275"/>
                </a:moveTo>
                <a:lnTo>
                  <a:pt x="190500" y="676275"/>
                </a:lnTo>
                <a:lnTo>
                  <a:pt x="190500" y="695325"/>
                </a:lnTo>
                <a:lnTo>
                  <a:pt x="180975" y="695325"/>
                </a:lnTo>
                <a:close/>
                <a:moveTo>
                  <a:pt x="190500" y="704850"/>
                </a:moveTo>
                <a:lnTo>
                  <a:pt x="200025" y="704850"/>
                </a:lnTo>
                <a:lnTo>
                  <a:pt x="200025" y="714375"/>
                </a:lnTo>
                <a:lnTo>
                  <a:pt x="209550" y="714375"/>
                </a:lnTo>
                <a:lnTo>
                  <a:pt x="209550" y="733425"/>
                </a:lnTo>
                <a:lnTo>
                  <a:pt x="190500" y="733425"/>
                </a:lnTo>
                <a:close/>
                <a:moveTo>
                  <a:pt x="1704975" y="704850"/>
                </a:moveTo>
                <a:lnTo>
                  <a:pt x="1714500" y="704850"/>
                </a:lnTo>
                <a:lnTo>
                  <a:pt x="1714500" y="723900"/>
                </a:lnTo>
                <a:lnTo>
                  <a:pt x="1704975" y="723900"/>
                </a:lnTo>
                <a:lnTo>
                  <a:pt x="1704975" y="733425"/>
                </a:lnTo>
                <a:lnTo>
                  <a:pt x="1695450" y="733425"/>
                </a:lnTo>
                <a:lnTo>
                  <a:pt x="1695450" y="714375"/>
                </a:lnTo>
                <a:lnTo>
                  <a:pt x="1704975" y="714375"/>
                </a:lnTo>
                <a:close/>
                <a:moveTo>
                  <a:pt x="1704975" y="733425"/>
                </a:moveTo>
                <a:lnTo>
                  <a:pt x="1714500" y="733425"/>
                </a:lnTo>
                <a:lnTo>
                  <a:pt x="1714500" y="742950"/>
                </a:lnTo>
                <a:lnTo>
                  <a:pt x="1704975" y="742950"/>
                </a:lnTo>
                <a:close/>
                <a:moveTo>
                  <a:pt x="180975" y="742950"/>
                </a:moveTo>
                <a:lnTo>
                  <a:pt x="190500" y="742950"/>
                </a:lnTo>
                <a:lnTo>
                  <a:pt x="190500" y="752475"/>
                </a:lnTo>
                <a:lnTo>
                  <a:pt x="180975" y="752475"/>
                </a:lnTo>
                <a:close/>
                <a:moveTo>
                  <a:pt x="1714500" y="742950"/>
                </a:moveTo>
                <a:lnTo>
                  <a:pt x="1724025" y="742950"/>
                </a:lnTo>
                <a:lnTo>
                  <a:pt x="1724025" y="762000"/>
                </a:lnTo>
                <a:lnTo>
                  <a:pt x="1714500" y="762000"/>
                </a:lnTo>
                <a:close/>
                <a:moveTo>
                  <a:pt x="1724025" y="762000"/>
                </a:moveTo>
                <a:lnTo>
                  <a:pt x="1733550" y="762000"/>
                </a:lnTo>
                <a:lnTo>
                  <a:pt x="1733550" y="771525"/>
                </a:lnTo>
                <a:lnTo>
                  <a:pt x="1724025" y="771525"/>
                </a:lnTo>
                <a:close/>
                <a:moveTo>
                  <a:pt x="1733550" y="771525"/>
                </a:moveTo>
                <a:lnTo>
                  <a:pt x="1743075" y="771525"/>
                </a:lnTo>
                <a:lnTo>
                  <a:pt x="1743075" y="790575"/>
                </a:lnTo>
                <a:lnTo>
                  <a:pt x="1733550" y="790575"/>
                </a:lnTo>
                <a:close/>
                <a:moveTo>
                  <a:pt x="152400" y="790575"/>
                </a:moveTo>
                <a:lnTo>
                  <a:pt x="161925" y="790575"/>
                </a:lnTo>
                <a:lnTo>
                  <a:pt x="161925" y="800100"/>
                </a:lnTo>
                <a:lnTo>
                  <a:pt x="152400" y="800100"/>
                </a:lnTo>
                <a:close/>
                <a:moveTo>
                  <a:pt x="1743075" y="790575"/>
                </a:moveTo>
                <a:lnTo>
                  <a:pt x="1752600" y="790575"/>
                </a:lnTo>
                <a:lnTo>
                  <a:pt x="1752600" y="800100"/>
                </a:lnTo>
                <a:lnTo>
                  <a:pt x="1743075" y="800100"/>
                </a:lnTo>
                <a:close/>
                <a:moveTo>
                  <a:pt x="142875" y="809625"/>
                </a:moveTo>
                <a:lnTo>
                  <a:pt x="152400" y="809625"/>
                </a:lnTo>
                <a:lnTo>
                  <a:pt x="152400" y="819150"/>
                </a:lnTo>
                <a:lnTo>
                  <a:pt x="142875" y="819150"/>
                </a:lnTo>
                <a:close/>
                <a:moveTo>
                  <a:pt x="1752600" y="809625"/>
                </a:moveTo>
                <a:lnTo>
                  <a:pt x="1762125" y="809625"/>
                </a:lnTo>
                <a:lnTo>
                  <a:pt x="1762125" y="819150"/>
                </a:lnTo>
                <a:lnTo>
                  <a:pt x="1752600" y="819150"/>
                </a:lnTo>
                <a:close/>
                <a:moveTo>
                  <a:pt x="133350" y="819150"/>
                </a:moveTo>
                <a:lnTo>
                  <a:pt x="142875" y="819150"/>
                </a:lnTo>
                <a:lnTo>
                  <a:pt x="142875" y="838200"/>
                </a:lnTo>
                <a:lnTo>
                  <a:pt x="133350" y="838200"/>
                </a:lnTo>
                <a:close/>
                <a:moveTo>
                  <a:pt x="1762125" y="819150"/>
                </a:moveTo>
                <a:lnTo>
                  <a:pt x="1771650" y="819150"/>
                </a:lnTo>
                <a:lnTo>
                  <a:pt x="1771650" y="838200"/>
                </a:lnTo>
                <a:lnTo>
                  <a:pt x="1762125" y="838200"/>
                </a:lnTo>
                <a:close/>
                <a:moveTo>
                  <a:pt x="123825" y="838200"/>
                </a:moveTo>
                <a:lnTo>
                  <a:pt x="133350" y="838200"/>
                </a:lnTo>
                <a:lnTo>
                  <a:pt x="133350" y="847725"/>
                </a:lnTo>
                <a:lnTo>
                  <a:pt x="123825" y="847725"/>
                </a:lnTo>
                <a:close/>
                <a:moveTo>
                  <a:pt x="1771650" y="838200"/>
                </a:moveTo>
                <a:lnTo>
                  <a:pt x="1781175" y="838200"/>
                </a:lnTo>
                <a:lnTo>
                  <a:pt x="1781175" y="847725"/>
                </a:lnTo>
                <a:lnTo>
                  <a:pt x="1771650" y="847725"/>
                </a:lnTo>
                <a:close/>
                <a:moveTo>
                  <a:pt x="1781175" y="847725"/>
                </a:moveTo>
                <a:lnTo>
                  <a:pt x="1790700" y="847725"/>
                </a:lnTo>
                <a:lnTo>
                  <a:pt x="1790700" y="866775"/>
                </a:lnTo>
                <a:lnTo>
                  <a:pt x="1800225" y="866775"/>
                </a:lnTo>
                <a:lnTo>
                  <a:pt x="1800225" y="885825"/>
                </a:lnTo>
                <a:lnTo>
                  <a:pt x="1809750" y="885825"/>
                </a:lnTo>
                <a:lnTo>
                  <a:pt x="1809750" y="952500"/>
                </a:lnTo>
                <a:lnTo>
                  <a:pt x="1800225" y="952500"/>
                </a:lnTo>
                <a:lnTo>
                  <a:pt x="1800225" y="971550"/>
                </a:lnTo>
                <a:lnTo>
                  <a:pt x="1790700" y="971550"/>
                </a:lnTo>
                <a:lnTo>
                  <a:pt x="1790700" y="981075"/>
                </a:lnTo>
                <a:lnTo>
                  <a:pt x="1781175" y="981075"/>
                </a:lnTo>
                <a:lnTo>
                  <a:pt x="1781175" y="952500"/>
                </a:lnTo>
                <a:lnTo>
                  <a:pt x="1790700" y="952500"/>
                </a:lnTo>
                <a:lnTo>
                  <a:pt x="1790700" y="933450"/>
                </a:lnTo>
                <a:lnTo>
                  <a:pt x="1800225" y="933450"/>
                </a:lnTo>
                <a:lnTo>
                  <a:pt x="1800225" y="904875"/>
                </a:lnTo>
                <a:lnTo>
                  <a:pt x="1790700" y="904875"/>
                </a:lnTo>
                <a:lnTo>
                  <a:pt x="1790700" y="895350"/>
                </a:lnTo>
                <a:lnTo>
                  <a:pt x="1781175" y="895350"/>
                </a:lnTo>
                <a:lnTo>
                  <a:pt x="1781175" y="885825"/>
                </a:lnTo>
                <a:lnTo>
                  <a:pt x="1790700" y="885825"/>
                </a:lnTo>
                <a:lnTo>
                  <a:pt x="1790700" y="876300"/>
                </a:lnTo>
                <a:lnTo>
                  <a:pt x="1781175" y="876300"/>
                </a:lnTo>
                <a:close/>
                <a:moveTo>
                  <a:pt x="114300" y="857250"/>
                </a:moveTo>
                <a:lnTo>
                  <a:pt x="123825" y="857250"/>
                </a:lnTo>
                <a:lnTo>
                  <a:pt x="123825" y="866775"/>
                </a:lnTo>
                <a:lnTo>
                  <a:pt x="114300" y="866775"/>
                </a:lnTo>
                <a:close/>
                <a:moveTo>
                  <a:pt x="104775" y="866775"/>
                </a:moveTo>
                <a:lnTo>
                  <a:pt x="114300" y="866775"/>
                </a:lnTo>
                <a:lnTo>
                  <a:pt x="114300" y="885825"/>
                </a:lnTo>
                <a:lnTo>
                  <a:pt x="123825" y="885825"/>
                </a:lnTo>
                <a:lnTo>
                  <a:pt x="123825" y="895350"/>
                </a:lnTo>
                <a:lnTo>
                  <a:pt x="114300" y="895350"/>
                </a:lnTo>
                <a:lnTo>
                  <a:pt x="114300" y="904875"/>
                </a:lnTo>
                <a:lnTo>
                  <a:pt x="104775" y="904875"/>
                </a:lnTo>
                <a:lnTo>
                  <a:pt x="104775" y="952500"/>
                </a:lnTo>
                <a:lnTo>
                  <a:pt x="95250" y="952500"/>
                </a:lnTo>
                <a:lnTo>
                  <a:pt x="95250" y="885825"/>
                </a:lnTo>
                <a:lnTo>
                  <a:pt x="104775" y="885825"/>
                </a:lnTo>
                <a:close/>
                <a:moveTo>
                  <a:pt x="266700" y="962025"/>
                </a:moveTo>
                <a:lnTo>
                  <a:pt x="276225" y="962025"/>
                </a:lnTo>
                <a:lnTo>
                  <a:pt x="276225" y="971550"/>
                </a:lnTo>
                <a:lnTo>
                  <a:pt x="266700" y="971550"/>
                </a:lnTo>
                <a:close/>
                <a:moveTo>
                  <a:pt x="647700" y="962025"/>
                </a:moveTo>
                <a:lnTo>
                  <a:pt x="657225" y="962025"/>
                </a:lnTo>
                <a:lnTo>
                  <a:pt x="657225" y="971550"/>
                </a:lnTo>
                <a:lnTo>
                  <a:pt x="647700" y="971550"/>
                </a:lnTo>
                <a:close/>
                <a:moveTo>
                  <a:pt x="1028700" y="962025"/>
                </a:moveTo>
                <a:lnTo>
                  <a:pt x="1038225" y="962025"/>
                </a:lnTo>
                <a:lnTo>
                  <a:pt x="1038225" y="971550"/>
                </a:lnTo>
                <a:lnTo>
                  <a:pt x="1028700" y="971550"/>
                </a:lnTo>
                <a:close/>
                <a:moveTo>
                  <a:pt x="1628775" y="962025"/>
                </a:moveTo>
                <a:lnTo>
                  <a:pt x="1638300" y="962025"/>
                </a:lnTo>
                <a:lnTo>
                  <a:pt x="1638300" y="971550"/>
                </a:lnTo>
                <a:lnTo>
                  <a:pt x="1628775" y="971550"/>
                </a:lnTo>
                <a:close/>
                <a:moveTo>
                  <a:pt x="1019175" y="971550"/>
                </a:moveTo>
                <a:lnTo>
                  <a:pt x="1028700" y="971550"/>
                </a:lnTo>
                <a:lnTo>
                  <a:pt x="1028700" y="981075"/>
                </a:lnTo>
                <a:lnTo>
                  <a:pt x="1019175" y="981075"/>
                </a:lnTo>
                <a:close/>
                <a:moveTo>
                  <a:pt x="1247775" y="971550"/>
                </a:moveTo>
                <a:lnTo>
                  <a:pt x="1257300" y="971550"/>
                </a:lnTo>
                <a:lnTo>
                  <a:pt x="1257300" y="981075"/>
                </a:lnTo>
                <a:lnTo>
                  <a:pt x="1247775" y="981075"/>
                </a:lnTo>
                <a:close/>
                <a:moveTo>
                  <a:pt x="114300" y="981075"/>
                </a:moveTo>
                <a:lnTo>
                  <a:pt x="123825" y="981075"/>
                </a:lnTo>
                <a:lnTo>
                  <a:pt x="123825" y="990600"/>
                </a:lnTo>
                <a:lnTo>
                  <a:pt x="114300" y="990600"/>
                </a:lnTo>
                <a:close/>
                <a:moveTo>
                  <a:pt x="257175" y="981075"/>
                </a:moveTo>
                <a:lnTo>
                  <a:pt x="266700" y="981075"/>
                </a:lnTo>
                <a:lnTo>
                  <a:pt x="266700" y="990600"/>
                </a:lnTo>
                <a:lnTo>
                  <a:pt x="257175" y="990600"/>
                </a:lnTo>
                <a:close/>
                <a:moveTo>
                  <a:pt x="495300" y="981075"/>
                </a:moveTo>
                <a:lnTo>
                  <a:pt x="504825" y="981075"/>
                </a:lnTo>
                <a:lnTo>
                  <a:pt x="504825" y="990600"/>
                </a:lnTo>
                <a:lnTo>
                  <a:pt x="495300" y="990600"/>
                </a:lnTo>
                <a:close/>
                <a:moveTo>
                  <a:pt x="638175" y="981075"/>
                </a:moveTo>
                <a:lnTo>
                  <a:pt x="647700" y="981075"/>
                </a:lnTo>
                <a:lnTo>
                  <a:pt x="647700" y="990600"/>
                </a:lnTo>
                <a:lnTo>
                  <a:pt x="638175" y="990600"/>
                </a:lnTo>
                <a:close/>
                <a:moveTo>
                  <a:pt x="876300" y="981075"/>
                </a:moveTo>
                <a:lnTo>
                  <a:pt x="885825" y="981075"/>
                </a:lnTo>
                <a:lnTo>
                  <a:pt x="885825" y="990600"/>
                </a:lnTo>
                <a:lnTo>
                  <a:pt x="876300" y="990600"/>
                </a:lnTo>
                <a:close/>
                <a:moveTo>
                  <a:pt x="1257300" y="981075"/>
                </a:moveTo>
                <a:lnTo>
                  <a:pt x="1266825" y="981075"/>
                </a:lnTo>
                <a:lnTo>
                  <a:pt x="1266825" y="990600"/>
                </a:lnTo>
                <a:lnTo>
                  <a:pt x="1257300" y="990600"/>
                </a:lnTo>
                <a:close/>
                <a:moveTo>
                  <a:pt x="1400175" y="981075"/>
                </a:moveTo>
                <a:lnTo>
                  <a:pt x="1409700" y="981075"/>
                </a:lnTo>
                <a:lnTo>
                  <a:pt x="1409700" y="990600"/>
                </a:lnTo>
                <a:lnTo>
                  <a:pt x="1400175" y="990600"/>
                </a:lnTo>
                <a:close/>
                <a:moveTo>
                  <a:pt x="1762125" y="981075"/>
                </a:moveTo>
                <a:lnTo>
                  <a:pt x="1781175" y="981075"/>
                </a:lnTo>
                <a:lnTo>
                  <a:pt x="1781175" y="990600"/>
                </a:lnTo>
                <a:lnTo>
                  <a:pt x="1771650" y="990600"/>
                </a:lnTo>
                <a:lnTo>
                  <a:pt x="1771650" y="1000125"/>
                </a:lnTo>
                <a:lnTo>
                  <a:pt x="1762125" y="1000125"/>
                </a:lnTo>
                <a:lnTo>
                  <a:pt x="1762125" y="1009650"/>
                </a:lnTo>
                <a:lnTo>
                  <a:pt x="1733550" y="1009650"/>
                </a:lnTo>
                <a:lnTo>
                  <a:pt x="1733550" y="1000125"/>
                </a:lnTo>
                <a:lnTo>
                  <a:pt x="1743075" y="1000125"/>
                </a:lnTo>
                <a:lnTo>
                  <a:pt x="1743075" y="990600"/>
                </a:lnTo>
                <a:lnTo>
                  <a:pt x="1762125" y="990600"/>
                </a:lnTo>
                <a:close/>
                <a:moveTo>
                  <a:pt x="123825" y="990600"/>
                </a:moveTo>
                <a:lnTo>
                  <a:pt x="133350" y="990600"/>
                </a:lnTo>
                <a:lnTo>
                  <a:pt x="133350" y="1000125"/>
                </a:lnTo>
                <a:lnTo>
                  <a:pt x="123825" y="1000125"/>
                </a:lnTo>
                <a:close/>
                <a:moveTo>
                  <a:pt x="247650" y="990600"/>
                </a:moveTo>
                <a:lnTo>
                  <a:pt x="257175" y="990600"/>
                </a:lnTo>
                <a:lnTo>
                  <a:pt x="257175" y="1000125"/>
                </a:lnTo>
                <a:lnTo>
                  <a:pt x="247650" y="1000125"/>
                </a:lnTo>
                <a:close/>
                <a:moveTo>
                  <a:pt x="504825" y="990600"/>
                </a:moveTo>
                <a:lnTo>
                  <a:pt x="514350" y="990600"/>
                </a:lnTo>
                <a:lnTo>
                  <a:pt x="514350" y="1000125"/>
                </a:lnTo>
                <a:lnTo>
                  <a:pt x="504825" y="1000125"/>
                </a:lnTo>
                <a:close/>
                <a:moveTo>
                  <a:pt x="628650" y="990600"/>
                </a:moveTo>
                <a:lnTo>
                  <a:pt x="638175" y="990600"/>
                </a:lnTo>
                <a:lnTo>
                  <a:pt x="638175" y="1000125"/>
                </a:lnTo>
                <a:lnTo>
                  <a:pt x="628650" y="1000125"/>
                </a:lnTo>
                <a:close/>
                <a:moveTo>
                  <a:pt x="885825" y="990600"/>
                </a:moveTo>
                <a:lnTo>
                  <a:pt x="895350" y="990600"/>
                </a:lnTo>
                <a:lnTo>
                  <a:pt x="895350" y="1000125"/>
                </a:lnTo>
                <a:lnTo>
                  <a:pt x="885825" y="1000125"/>
                </a:lnTo>
                <a:close/>
                <a:moveTo>
                  <a:pt x="1266825" y="990600"/>
                </a:moveTo>
                <a:lnTo>
                  <a:pt x="1276350" y="990600"/>
                </a:lnTo>
                <a:lnTo>
                  <a:pt x="1276350" y="1000125"/>
                </a:lnTo>
                <a:lnTo>
                  <a:pt x="1266825" y="1000125"/>
                </a:lnTo>
                <a:close/>
                <a:moveTo>
                  <a:pt x="1390650" y="990600"/>
                </a:moveTo>
                <a:lnTo>
                  <a:pt x="1400175" y="990600"/>
                </a:lnTo>
                <a:lnTo>
                  <a:pt x="1400175" y="1000125"/>
                </a:lnTo>
                <a:lnTo>
                  <a:pt x="1390650" y="1000125"/>
                </a:lnTo>
                <a:close/>
                <a:moveTo>
                  <a:pt x="1657350" y="990600"/>
                </a:moveTo>
                <a:lnTo>
                  <a:pt x="1666875" y="990600"/>
                </a:lnTo>
                <a:lnTo>
                  <a:pt x="1666875" y="1000125"/>
                </a:lnTo>
                <a:lnTo>
                  <a:pt x="1657350" y="1000125"/>
                </a:lnTo>
                <a:close/>
                <a:moveTo>
                  <a:pt x="142875" y="1000125"/>
                </a:moveTo>
                <a:lnTo>
                  <a:pt x="152400" y="1000125"/>
                </a:lnTo>
                <a:lnTo>
                  <a:pt x="152400" y="1009650"/>
                </a:lnTo>
                <a:lnTo>
                  <a:pt x="142875" y="1009650"/>
                </a:lnTo>
                <a:close/>
                <a:moveTo>
                  <a:pt x="228600" y="1000125"/>
                </a:moveTo>
                <a:lnTo>
                  <a:pt x="238125" y="1000125"/>
                </a:lnTo>
                <a:lnTo>
                  <a:pt x="238125" y="1009650"/>
                </a:lnTo>
                <a:lnTo>
                  <a:pt x="228600" y="1009650"/>
                </a:lnTo>
                <a:close/>
                <a:moveTo>
                  <a:pt x="523875" y="1000125"/>
                </a:moveTo>
                <a:lnTo>
                  <a:pt x="533400" y="1000125"/>
                </a:lnTo>
                <a:lnTo>
                  <a:pt x="533400" y="1009650"/>
                </a:lnTo>
                <a:lnTo>
                  <a:pt x="523875" y="1009650"/>
                </a:lnTo>
                <a:close/>
                <a:moveTo>
                  <a:pt x="609600" y="1000125"/>
                </a:moveTo>
                <a:lnTo>
                  <a:pt x="619125" y="1000125"/>
                </a:lnTo>
                <a:lnTo>
                  <a:pt x="619125" y="1009650"/>
                </a:lnTo>
                <a:lnTo>
                  <a:pt x="609600" y="1009650"/>
                </a:lnTo>
                <a:close/>
                <a:moveTo>
                  <a:pt x="990600" y="1000125"/>
                </a:moveTo>
                <a:lnTo>
                  <a:pt x="1000125" y="1000125"/>
                </a:lnTo>
                <a:lnTo>
                  <a:pt x="1000125" y="1009650"/>
                </a:lnTo>
                <a:lnTo>
                  <a:pt x="990600" y="1009650"/>
                </a:lnTo>
                <a:close/>
                <a:moveTo>
                  <a:pt x="1285875" y="1000125"/>
                </a:moveTo>
                <a:lnTo>
                  <a:pt x="1295400" y="1000125"/>
                </a:lnTo>
                <a:lnTo>
                  <a:pt x="1295400" y="1009650"/>
                </a:lnTo>
                <a:lnTo>
                  <a:pt x="1285875" y="1009650"/>
                </a:lnTo>
                <a:close/>
                <a:moveTo>
                  <a:pt x="1371600" y="1000125"/>
                </a:moveTo>
                <a:lnTo>
                  <a:pt x="1381125" y="1000125"/>
                </a:lnTo>
                <a:lnTo>
                  <a:pt x="1381125" y="1009650"/>
                </a:lnTo>
                <a:lnTo>
                  <a:pt x="1371600" y="1009650"/>
                </a:lnTo>
                <a:close/>
                <a:moveTo>
                  <a:pt x="1666875" y="1000125"/>
                </a:moveTo>
                <a:lnTo>
                  <a:pt x="1685925" y="1000125"/>
                </a:lnTo>
                <a:lnTo>
                  <a:pt x="1685925" y="1009650"/>
                </a:lnTo>
                <a:lnTo>
                  <a:pt x="1666875" y="1009650"/>
                </a:lnTo>
                <a:close/>
                <a:moveTo>
                  <a:pt x="161925" y="1009650"/>
                </a:moveTo>
                <a:lnTo>
                  <a:pt x="219075" y="1009650"/>
                </a:lnTo>
                <a:lnTo>
                  <a:pt x="219075" y="1019175"/>
                </a:lnTo>
                <a:lnTo>
                  <a:pt x="161925" y="1019175"/>
                </a:lnTo>
                <a:close/>
                <a:moveTo>
                  <a:pt x="542925" y="1009650"/>
                </a:moveTo>
                <a:lnTo>
                  <a:pt x="600075" y="1009650"/>
                </a:lnTo>
                <a:lnTo>
                  <a:pt x="600075" y="1019175"/>
                </a:lnTo>
                <a:lnTo>
                  <a:pt x="542925" y="1019175"/>
                </a:lnTo>
                <a:close/>
                <a:moveTo>
                  <a:pt x="923925" y="1009650"/>
                </a:moveTo>
                <a:lnTo>
                  <a:pt x="981075" y="1009650"/>
                </a:lnTo>
                <a:lnTo>
                  <a:pt x="981075" y="1019175"/>
                </a:lnTo>
                <a:lnTo>
                  <a:pt x="923925" y="1019175"/>
                </a:lnTo>
                <a:close/>
                <a:moveTo>
                  <a:pt x="1304925" y="1009650"/>
                </a:moveTo>
                <a:lnTo>
                  <a:pt x="1323975" y="1009650"/>
                </a:lnTo>
                <a:lnTo>
                  <a:pt x="1323975" y="1019175"/>
                </a:lnTo>
                <a:lnTo>
                  <a:pt x="1304925" y="1019175"/>
                </a:lnTo>
                <a:close/>
                <a:moveTo>
                  <a:pt x="1343025" y="1009650"/>
                </a:moveTo>
                <a:lnTo>
                  <a:pt x="1362075" y="1009650"/>
                </a:lnTo>
                <a:lnTo>
                  <a:pt x="1362075" y="1019175"/>
                </a:lnTo>
                <a:lnTo>
                  <a:pt x="1343025" y="1019175"/>
                </a:lnTo>
                <a:close/>
                <a:moveTo>
                  <a:pt x="1695450" y="1009650"/>
                </a:moveTo>
                <a:lnTo>
                  <a:pt x="1724025" y="1009650"/>
                </a:lnTo>
                <a:lnTo>
                  <a:pt x="1724025" y="1019175"/>
                </a:lnTo>
                <a:lnTo>
                  <a:pt x="1695450" y="1019175"/>
                </a:lnTo>
                <a:close/>
                <a:moveTo>
                  <a:pt x="342900" y="1076325"/>
                </a:moveTo>
                <a:lnTo>
                  <a:pt x="638175" y="1076325"/>
                </a:lnTo>
                <a:lnTo>
                  <a:pt x="638175" y="1085850"/>
                </a:lnTo>
                <a:lnTo>
                  <a:pt x="342900" y="1085850"/>
                </a:lnTo>
                <a:close/>
                <a:moveTo>
                  <a:pt x="942975" y="1076325"/>
                </a:moveTo>
                <a:lnTo>
                  <a:pt x="990600" y="1076325"/>
                </a:lnTo>
                <a:lnTo>
                  <a:pt x="990600" y="1085850"/>
                </a:lnTo>
                <a:lnTo>
                  <a:pt x="942975" y="1085850"/>
                </a:lnTo>
                <a:close/>
                <a:moveTo>
                  <a:pt x="1514475" y="1076325"/>
                </a:moveTo>
                <a:lnTo>
                  <a:pt x="1524000" y="1076325"/>
                </a:lnTo>
                <a:lnTo>
                  <a:pt x="1524000" y="1085850"/>
                </a:lnTo>
                <a:lnTo>
                  <a:pt x="1514475" y="1085850"/>
                </a:lnTo>
                <a:close/>
                <a:moveTo>
                  <a:pt x="333375" y="1085850"/>
                </a:moveTo>
                <a:lnTo>
                  <a:pt x="342900" y="1085850"/>
                </a:lnTo>
                <a:lnTo>
                  <a:pt x="342900" y="1095375"/>
                </a:lnTo>
                <a:lnTo>
                  <a:pt x="333375" y="1095375"/>
                </a:lnTo>
                <a:close/>
                <a:moveTo>
                  <a:pt x="990600" y="1085850"/>
                </a:moveTo>
                <a:lnTo>
                  <a:pt x="1000125" y="1085850"/>
                </a:lnTo>
                <a:lnTo>
                  <a:pt x="1000125" y="1095375"/>
                </a:lnTo>
                <a:lnTo>
                  <a:pt x="990600" y="1095375"/>
                </a:lnTo>
                <a:close/>
                <a:moveTo>
                  <a:pt x="1533525" y="1085850"/>
                </a:moveTo>
                <a:lnTo>
                  <a:pt x="1543050" y="1085850"/>
                </a:lnTo>
                <a:lnTo>
                  <a:pt x="1543050" y="1095375"/>
                </a:lnTo>
                <a:lnTo>
                  <a:pt x="1533525" y="1095375"/>
                </a:lnTo>
                <a:close/>
                <a:moveTo>
                  <a:pt x="1543050" y="1095375"/>
                </a:moveTo>
                <a:lnTo>
                  <a:pt x="1552575" y="1095375"/>
                </a:lnTo>
                <a:lnTo>
                  <a:pt x="1552575" y="1104900"/>
                </a:lnTo>
                <a:lnTo>
                  <a:pt x="1543050" y="1104900"/>
                </a:lnTo>
                <a:close/>
                <a:moveTo>
                  <a:pt x="381000" y="1114425"/>
                </a:moveTo>
                <a:lnTo>
                  <a:pt x="447675" y="1114425"/>
                </a:lnTo>
                <a:lnTo>
                  <a:pt x="447675" y="1123950"/>
                </a:lnTo>
                <a:lnTo>
                  <a:pt x="381000" y="1123950"/>
                </a:lnTo>
                <a:close/>
                <a:moveTo>
                  <a:pt x="457200" y="1114425"/>
                </a:moveTo>
                <a:lnTo>
                  <a:pt x="466725" y="1114425"/>
                </a:lnTo>
                <a:lnTo>
                  <a:pt x="466725" y="1123950"/>
                </a:lnTo>
                <a:lnTo>
                  <a:pt x="457200" y="1123950"/>
                </a:lnTo>
                <a:close/>
                <a:moveTo>
                  <a:pt x="676275" y="1114425"/>
                </a:moveTo>
                <a:lnTo>
                  <a:pt x="828675" y="1114425"/>
                </a:lnTo>
                <a:lnTo>
                  <a:pt x="828675" y="1123950"/>
                </a:lnTo>
                <a:lnTo>
                  <a:pt x="676275" y="1123950"/>
                </a:lnTo>
                <a:close/>
                <a:moveTo>
                  <a:pt x="952500" y="1114425"/>
                </a:moveTo>
                <a:lnTo>
                  <a:pt x="962025" y="1114425"/>
                </a:lnTo>
                <a:lnTo>
                  <a:pt x="962025" y="1123950"/>
                </a:lnTo>
                <a:lnTo>
                  <a:pt x="952500" y="1123950"/>
                </a:lnTo>
                <a:close/>
                <a:moveTo>
                  <a:pt x="1552575" y="1114425"/>
                </a:moveTo>
                <a:lnTo>
                  <a:pt x="1562100" y="1114425"/>
                </a:lnTo>
                <a:lnTo>
                  <a:pt x="1562100" y="1495425"/>
                </a:lnTo>
                <a:lnTo>
                  <a:pt x="1552575" y="1495425"/>
                </a:lnTo>
                <a:close/>
                <a:moveTo>
                  <a:pt x="962025" y="1123950"/>
                </a:moveTo>
                <a:lnTo>
                  <a:pt x="971550" y="1123950"/>
                </a:lnTo>
                <a:lnTo>
                  <a:pt x="971550" y="1133475"/>
                </a:lnTo>
                <a:lnTo>
                  <a:pt x="981075" y="1133475"/>
                </a:lnTo>
                <a:lnTo>
                  <a:pt x="981075" y="1162050"/>
                </a:lnTo>
                <a:lnTo>
                  <a:pt x="971550" y="1162050"/>
                </a:lnTo>
                <a:lnTo>
                  <a:pt x="971550" y="1362075"/>
                </a:lnTo>
                <a:lnTo>
                  <a:pt x="981075" y="1362075"/>
                </a:lnTo>
                <a:lnTo>
                  <a:pt x="981075" y="1457325"/>
                </a:lnTo>
                <a:lnTo>
                  <a:pt x="971550" y="1457325"/>
                </a:lnTo>
                <a:lnTo>
                  <a:pt x="971550" y="1609725"/>
                </a:lnTo>
                <a:lnTo>
                  <a:pt x="962025" y="1609725"/>
                </a:lnTo>
                <a:lnTo>
                  <a:pt x="962025" y="1619250"/>
                </a:lnTo>
                <a:lnTo>
                  <a:pt x="952500" y="1619250"/>
                </a:lnTo>
                <a:lnTo>
                  <a:pt x="952500" y="1628775"/>
                </a:lnTo>
                <a:lnTo>
                  <a:pt x="933450" y="1628775"/>
                </a:lnTo>
                <a:lnTo>
                  <a:pt x="933450" y="1619250"/>
                </a:lnTo>
                <a:lnTo>
                  <a:pt x="885825" y="1619250"/>
                </a:lnTo>
                <a:lnTo>
                  <a:pt x="885825" y="1628775"/>
                </a:lnTo>
                <a:lnTo>
                  <a:pt x="866775" y="1628775"/>
                </a:lnTo>
                <a:lnTo>
                  <a:pt x="866775" y="1619250"/>
                </a:lnTo>
                <a:lnTo>
                  <a:pt x="742950" y="1619250"/>
                </a:lnTo>
                <a:lnTo>
                  <a:pt x="742950" y="1609725"/>
                </a:lnTo>
                <a:lnTo>
                  <a:pt x="952500" y="1609725"/>
                </a:lnTo>
                <a:lnTo>
                  <a:pt x="952500" y="1600200"/>
                </a:lnTo>
                <a:lnTo>
                  <a:pt x="962025" y="1600200"/>
                </a:lnTo>
                <a:close/>
                <a:moveTo>
                  <a:pt x="990600" y="1143000"/>
                </a:moveTo>
                <a:lnTo>
                  <a:pt x="1000125" y="1143000"/>
                </a:lnTo>
                <a:lnTo>
                  <a:pt x="1000125" y="1162050"/>
                </a:lnTo>
                <a:lnTo>
                  <a:pt x="990600" y="1162050"/>
                </a:lnTo>
                <a:close/>
                <a:moveTo>
                  <a:pt x="333375" y="1162050"/>
                </a:moveTo>
                <a:lnTo>
                  <a:pt x="342900" y="1162050"/>
                </a:lnTo>
                <a:lnTo>
                  <a:pt x="342900" y="1228725"/>
                </a:lnTo>
                <a:lnTo>
                  <a:pt x="352425" y="1228725"/>
                </a:lnTo>
                <a:lnTo>
                  <a:pt x="352425" y="1238250"/>
                </a:lnTo>
                <a:lnTo>
                  <a:pt x="371475" y="1238250"/>
                </a:lnTo>
                <a:lnTo>
                  <a:pt x="371475" y="1343025"/>
                </a:lnTo>
                <a:lnTo>
                  <a:pt x="361950" y="1343025"/>
                </a:lnTo>
                <a:lnTo>
                  <a:pt x="361950" y="1352550"/>
                </a:lnTo>
                <a:lnTo>
                  <a:pt x="352425" y="1352550"/>
                </a:lnTo>
                <a:lnTo>
                  <a:pt x="352425" y="1343025"/>
                </a:lnTo>
                <a:lnTo>
                  <a:pt x="342900" y="1343025"/>
                </a:lnTo>
                <a:lnTo>
                  <a:pt x="342900" y="1390650"/>
                </a:lnTo>
                <a:lnTo>
                  <a:pt x="333375" y="1390650"/>
                </a:lnTo>
                <a:close/>
                <a:moveTo>
                  <a:pt x="600075" y="1314450"/>
                </a:moveTo>
                <a:lnTo>
                  <a:pt x="609600" y="1314450"/>
                </a:lnTo>
                <a:lnTo>
                  <a:pt x="609600" y="1323975"/>
                </a:lnTo>
                <a:lnTo>
                  <a:pt x="600075" y="1323975"/>
                </a:lnTo>
                <a:close/>
                <a:moveTo>
                  <a:pt x="1485900" y="1314450"/>
                </a:moveTo>
                <a:lnTo>
                  <a:pt x="1495425" y="1314450"/>
                </a:lnTo>
                <a:lnTo>
                  <a:pt x="1495425" y="1362075"/>
                </a:lnTo>
                <a:lnTo>
                  <a:pt x="1504950" y="1362075"/>
                </a:lnTo>
                <a:lnTo>
                  <a:pt x="1504950" y="1371600"/>
                </a:lnTo>
                <a:lnTo>
                  <a:pt x="1495425" y="1371600"/>
                </a:lnTo>
                <a:lnTo>
                  <a:pt x="1495425" y="1457325"/>
                </a:lnTo>
                <a:lnTo>
                  <a:pt x="1485900" y="1457325"/>
                </a:lnTo>
                <a:close/>
                <a:moveTo>
                  <a:pt x="990600" y="1343025"/>
                </a:moveTo>
                <a:lnTo>
                  <a:pt x="1000125" y="1343025"/>
                </a:lnTo>
                <a:lnTo>
                  <a:pt x="1000125" y="1466850"/>
                </a:lnTo>
                <a:lnTo>
                  <a:pt x="990600" y="1466850"/>
                </a:lnTo>
                <a:close/>
                <a:moveTo>
                  <a:pt x="600075" y="1371600"/>
                </a:moveTo>
                <a:lnTo>
                  <a:pt x="619125" y="1371600"/>
                </a:lnTo>
                <a:lnTo>
                  <a:pt x="619125" y="1381125"/>
                </a:lnTo>
                <a:lnTo>
                  <a:pt x="695325" y="1381125"/>
                </a:lnTo>
                <a:lnTo>
                  <a:pt x="695325" y="1371600"/>
                </a:lnTo>
                <a:lnTo>
                  <a:pt x="714375" y="1371600"/>
                </a:lnTo>
                <a:lnTo>
                  <a:pt x="714375" y="1381125"/>
                </a:lnTo>
                <a:lnTo>
                  <a:pt x="723900" y="1381125"/>
                </a:lnTo>
                <a:lnTo>
                  <a:pt x="723900" y="1400175"/>
                </a:lnTo>
                <a:lnTo>
                  <a:pt x="762000" y="1400175"/>
                </a:lnTo>
                <a:lnTo>
                  <a:pt x="762000" y="1390650"/>
                </a:lnTo>
                <a:lnTo>
                  <a:pt x="857250" y="1390650"/>
                </a:lnTo>
                <a:lnTo>
                  <a:pt x="857250" y="1409700"/>
                </a:lnTo>
                <a:lnTo>
                  <a:pt x="838200" y="1409700"/>
                </a:lnTo>
                <a:lnTo>
                  <a:pt x="838200" y="1419225"/>
                </a:lnTo>
                <a:lnTo>
                  <a:pt x="600075" y="1419225"/>
                </a:lnTo>
                <a:lnTo>
                  <a:pt x="600075" y="1409700"/>
                </a:lnTo>
                <a:lnTo>
                  <a:pt x="590550" y="1409700"/>
                </a:lnTo>
                <a:lnTo>
                  <a:pt x="590550" y="1400175"/>
                </a:lnTo>
                <a:lnTo>
                  <a:pt x="600075" y="1400175"/>
                </a:lnTo>
                <a:lnTo>
                  <a:pt x="600075" y="1390650"/>
                </a:lnTo>
                <a:lnTo>
                  <a:pt x="590550" y="1390650"/>
                </a:lnTo>
                <a:lnTo>
                  <a:pt x="590550" y="1381125"/>
                </a:lnTo>
                <a:lnTo>
                  <a:pt x="600075" y="1381125"/>
                </a:lnTo>
                <a:close/>
                <a:moveTo>
                  <a:pt x="371475" y="1381125"/>
                </a:moveTo>
                <a:lnTo>
                  <a:pt x="381000" y="1381125"/>
                </a:lnTo>
                <a:lnTo>
                  <a:pt x="381000" y="1390650"/>
                </a:lnTo>
                <a:lnTo>
                  <a:pt x="400050" y="1390650"/>
                </a:lnTo>
                <a:lnTo>
                  <a:pt x="400050" y="1400175"/>
                </a:lnTo>
                <a:lnTo>
                  <a:pt x="428625" y="1400175"/>
                </a:lnTo>
                <a:lnTo>
                  <a:pt x="428625" y="1419225"/>
                </a:lnTo>
                <a:lnTo>
                  <a:pt x="381000" y="1419225"/>
                </a:lnTo>
                <a:lnTo>
                  <a:pt x="381000" y="1428750"/>
                </a:lnTo>
                <a:lnTo>
                  <a:pt x="371475" y="1428750"/>
                </a:lnTo>
                <a:lnTo>
                  <a:pt x="371475" y="1419225"/>
                </a:lnTo>
                <a:lnTo>
                  <a:pt x="361950" y="1419225"/>
                </a:lnTo>
                <a:lnTo>
                  <a:pt x="361950" y="1390650"/>
                </a:lnTo>
                <a:lnTo>
                  <a:pt x="371475" y="1390650"/>
                </a:lnTo>
                <a:close/>
                <a:moveTo>
                  <a:pt x="476250" y="1390650"/>
                </a:moveTo>
                <a:lnTo>
                  <a:pt x="552450" y="1390650"/>
                </a:lnTo>
                <a:lnTo>
                  <a:pt x="552450" y="1400175"/>
                </a:lnTo>
                <a:lnTo>
                  <a:pt x="542925" y="1400175"/>
                </a:lnTo>
                <a:lnTo>
                  <a:pt x="542925" y="1409700"/>
                </a:lnTo>
                <a:lnTo>
                  <a:pt x="533400" y="1409700"/>
                </a:lnTo>
                <a:lnTo>
                  <a:pt x="533400" y="1419225"/>
                </a:lnTo>
                <a:lnTo>
                  <a:pt x="466725" y="1419225"/>
                </a:lnTo>
                <a:lnTo>
                  <a:pt x="466725" y="1409700"/>
                </a:lnTo>
                <a:lnTo>
                  <a:pt x="476250" y="1409700"/>
                </a:lnTo>
                <a:close/>
                <a:moveTo>
                  <a:pt x="333375" y="1438275"/>
                </a:moveTo>
                <a:lnTo>
                  <a:pt x="342900" y="1438275"/>
                </a:lnTo>
                <a:lnTo>
                  <a:pt x="342900" y="1466850"/>
                </a:lnTo>
                <a:lnTo>
                  <a:pt x="333375" y="1466850"/>
                </a:lnTo>
                <a:close/>
                <a:moveTo>
                  <a:pt x="361950" y="1438275"/>
                </a:moveTo>
                <a:lnTo>
                  <a:pt x="371475" y="1438275"/>
                </a:lnTo>
                <a:lnTo>
                  <a:pt x="371475" y="1466850"/>
                </a:lnTo>
                <a:lnTo>
                  <a:pt x="361950" y="1466850"/>
                </a:lnTo>
                <a:close/>
                <a:moveTo>
                  <a:pt x="333375" y="1504950"/>
                </a:moveTo>
                <a:lnTo>
                  <a:pt x="342900" y="1504950"/>
                </a:lnTo>
                <a:lnTo>
                  <a:pt x="342900" y="1562100"/>
                </a:lnTo>
                <a:lnTo>
                  <a:pt x="352425" y="1562100"/>
                </a:lnTo>
                <a:lnTo>
                  <a:pt x="352425" y="1581150"/>
                </a:lnTo>
                <a:lnTo>
                  <a:pt x="342900" y="1581150"/>
                </a:lnTo>
                <a:lnTo>
                  <a:pt x="342900" y="1638300"/>
                </a:lnTo>
                <a:lnTo>
                  <a:pt x="352425" y="1638300"/>
                </a:lnTo>
                <a:lnTo>
                  <a:pt x="352425" y="1647825"/>
                </a:lnTo>
                <a:lnTo>
                  <a:pt x="990600" y="1647825"/>
                </a:lnTo>
                <a:lnTo>
                  <a:pt x="990600" y="1600200"/>
                </a:lnTo>
                <a:lnTo>
                  <a:pt x="1000125" y="1600200"/>
                </a:lnTo>
                <a:lnTo>
                  <a:pt x="1000125" y="1647825"/>
                </a:lnTo>
                <a:lnTo>
                  <a:pt x="990600" y="1647825"/>
                </a:lnTo>
                <a:lnTo>
                  <a:pt x="990600" y="1657350"/>
                </a:lnTo>
                <a:lnTo>
                  <a:pt x="342900" y="1657350"/>
                </a:lnTo>
                <a:lnTo>
                  <a:pt x="342900" y="1647825"/>
                </a:lnTo>
                <a:lnTo>
                  <a:pt x="333375" y="1647825"/>
                </a:lnTo>
                <a:close/>
                <a:moveTo>
                  <a:pt x="1552575" y="1504950"/>
                </a:moveTo>
                <a:lnTo>
                  <a:pt x="1562100" y="1504950"/>
                </a:lnTo>
                <a:lnTo>
                  <a:pt x="1562100" y="1743075"/>
                </a:lnTo>
                <a:lnTo>
                  <a:pt x="1552575" y="1743075"/>
                </a:lnTo>
                <a:close/>
                <a:moveTo>
                  <a:pt x="361950" y="1524000"/>
                </a:moveTo>
                <a:lnTo>
                  <a:pt x="371475" y="1524000"/>
                </a:lnTo>
                <a:lnTo>
                  <a:pt x="371475" y="1543050"/>
                </a:lnTo>
                <a:lnTo>
                  <a:pt x="361950" y="1543050"/>
                </a:lnTo>
                <a:close/>
                <a:moveTo>
                  <a:pt x="447675" y="1552575"/>
                </a:moveTo>
                <a:lnTo>
                  <a:pt x="457200" y="1552575"/>
                </a:lnTo>
                <a:lnTo>
                  <a:pt x="457200" y="1590675"/>
                </a:lnTo>
                <a:lnTo>
                  <a:pt x="438150" y="1590675"/>
                </a:lnTo>
                <a:lnTo>
                  <a:pt x="438150" y="1562100"/>
                </a:lnTo>
                <a:lnTo>
                  <a:pt x="447675" y="1562100"/>
                </a:lnTo>
                <a:close/>
                <a:moveTo>
                  <a:pt x="609600" y="1552575"/>
                </a:moveTo>
                <a:lnTo>
                  <a:pt x="628650" y="1552575"/>
                </a:lnTo>
                <a:lnTo>
                  <a:pt x="628650" y="1581150"/>
                </a:lnTo>
                <a:lnTo>
                  <a:pt x="609600" y="1581150"/>
                </a:lnTo>
                <a:close/>
                <a:moveTo>
                  <a:pt x="361950" y="1562100"/>
                </a:moveTo>
                <a:lnTo>
                  <a:pt x="371475" y="1562100"/>
                </a:lnTo>
                <a:lnTo>
                  <a:pt x="371475" y="1590675"/>
                </a:lnTo>
                <a:lnTo>
                  <a:pt x="361950" y="1590675"/>
                </a:lnTo>
                <a:close/>
                <a:moveTo>
                  <a:pt x="371475" y="1600200"/>
                </a:moveTo>
                <a:lnTo>
                  <a:pt x="381000" y="1600200"/>
                </a:lnTo>
                <a:lnTo>
                  <a:pt x="381000" y="1609725"/>
                </a:lnTo>
                <a:lnTo>
                  <a:pt x="371475" y="1609725"/>
                </a:lnTo>
                <a:close/>
                <a:moveTo>
                  <a:pt x="428625" y="1600200"/>
                </a:moveTo>
                <a:lnTo>
                  <a:pt x="457200" y="1600200"/>
                </a:lnTo>
                <a:lnTo>
                  <a:pt x="457200" y="1609725"/>
                </a:lnTo>
                <a:lnTo>
                  <a:pt x="447675" y="1609725"/>
                </a:lnTo>
                <a:lnTo>
                  <a:pt x="447675" y="1619250"/>
                </a:lnTo>
                <a:lnTo>
                  <a:pt x="428625" y="1619250"/>
                </a:lnTo>
                <a:lnTo>
                  <a:pt x="428625" y="1628775"/>
                </a:lnTo>
                <a:lnTo>
                  <a:pt x="400050" y="1628775"/>
                </a:lnTo>
                <a:lnTo>
                  <a:pt x="400050" y="1619250"/>
                </a:lnTo>
                <a:lnTo>
                  <a:pt x="381000" y="1619250"/>
                </a:lnTo>
                <a:lnTo>
                  <a:pt x="381000" y="1609725"/>
                </a:lnTo>
                <a:lnTo>
                  <a:pt x="428625" y="1609725"/>
                </a:lnTo>
                <a:close/>
                <a:moveTo>
                  <a:pt x="609600" y="1600200"/>
                </a:moveTo>
                <a:lnTo>
                  <a:pt x="638175" y="1600200"/>
                </a:lnTo>
                <a:lnTo>
                  <a:pt x="638175" y="1609725"/>
                </a:lnTo>
                <a:lnTo>
                  <a:pt x="685800" y="1609725"/>
                </a:lnTo>
                <a:lnTo>
                  <a:pt x="685800" y="1619250"/>
                </a:lnTo>
                <a:lnTo>
                  <a:pt x="619125" y="1619250"/>
                </a:lnTo>
                <a:lnTo>
                  <a:pt x="619125" y="1609725"/>
                </a:lnTo>
                <a:lnTo>
                  <a:pt x="609600" y="1609725"/>
                </a:lnTo>
                <a:close/>
                <a:moveTo>
                  <a:pt x="1562100" y="1752600"/>
                </a:moveTo>
                <a:lnTo>
                  <a:pt x="1571625" y="1752600"/>
                </a:lnTo>
                <a:lnTo>
                  <a:pt x="1571625" y="1781175"/>
                </a:lnTo>
                <a:lnTo>
                  <a:pt x="1562100" y="1781175"/>
                </a:lnTo>
                <a:close/>
                <a:moveTo>
                  <a:pt x="1524000" y="1771650"/>
                </a:moveTo>
                <a:lnTo>
                  <a:pt x="1533525" y="1771650"/>
                </a:lnTo>
                <a:lnTo>
                  <a:pt x="1533525" y="1781175"/>
                </a:lnTo>
                <a:lnTo>
                  <a:pt x="1524000" y="1781175"/>
                </a:lnTo>
                <a:close/>
              </a:path>
            </a:pathLst>
          </a:custGeom>
          <a:solidFill xmlns:a="http://schemas.openxmlformats.org/drawingml/2006/main">
            <a:srgbClr val="BA3A27"/>
          </a:solidFill>
          <a:ln xmlns:a="http://schemas.openxmlformats.org/drawingml/2006/main" w="0">
            <a:noFill/>
          </a:ln>
        </p:spPr>
      </p:sp>
      <p:sp>
        <p:nvSpPr>
          <p:cNvPr id="135" name="logo7 vector #cb241a">
            <a:extLst xmlns:a="http://schemas.openxmlformats.org/drawingml/2006/main">
              <a:ext uri="{FF2B5EF4-FFF2-40B4-BE49-F238E27FC236}">
                <a16:creationId xmlns:a16="http://schemas.microsoft.com/office/drawing/2014/main" id="{30101F40-63D7-4B01-B1D3-F8CDE45007BD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5300" y="5210175"/>
            <a:ext cx="2305050" cy="2105025"/>
          </a:xfrm>
          <a:custGeom xmlns:a="http://schemas.openxmlformats.org/drawingml/2006/main">
            <a:pathLst>
              <a:path w="1952625" h="1781175">
                <a:moveTo>
                  <a:pt x="485775" y="238125"/>
                </a:moveTo>
                <a:lnTo>
                  <a:pt x="504825" y="238125"/>
                </a:lnTo>
                <a:lnTo>
                  <a:pt x="504825" y="247650"/>
                </a:lnTo>
                <a:lnTo>
                  <a:pt x="514350" y="247650"/>
                </a:lnTo>
                <a:lnTo>
                  <a:pt x="514350" y="266700"/>
                </a:lnTo>
                <a:lnTo>
                  <a:pt x="504825" y="266700"/>
                </a:lnTo>
                <a:lnTo>
                  <a:pt x="504825" y="257175"/>
                </a:lnTo>
                <a:lnTo>
                  <a:pt x="495300" y="257175"/>
                </a:lnTo>
                <a:lnTo>
                  <a:pt x="495300" y="247650"/>
                </a:lnTo>
                <a:lnTo>
                  <a:pt x="485775" y="247650"/>
                </a:lnTo>
                <a:close/>
                <a:moveTo>
                  <a:pt x="257175" y="647700"/>
                </a:moveTo>
                <a:lnTo>
                  <a:pt x="276225" y="647700"/>
                </a:lnTo>
                <a:lnTo>
                  <a:pt x="276225" y="657225"/>
                </a:lnTo>
                <a:lnTo>
                  <a:pt x="257175" y="657225"/>
                </a:lnTo>
                <a:close/>
                <a:moveTo>
                  <a:pt x="295275" y="647700"/>
                </a:moveTo>
                <a:lnTo>
                  <a:pt x="476250" y="647700"/>
                </a:lnTo>
                <a:lnTo>
                  <a:pt x="476250" y="657225"/>
                </a:lnTo>
                <a:lnTo>
                  <a:pt x="295275" y="657225"/>
                </a:lnTo>
                <a:close/>
                <a:moveTo>
                  <a:pt x="523875" y="647700"/>
                </a:moveTo>
                <a:lnTo>
                  <a:pt x="571500" y="647700"/>
                </a:lnTo>
                <a:lnTo>
                  <a:pt x="571500" y="657225"/>
                </a:lnTo>
                <a:lnTo>
                  <a:pt x="523875" y="657225"/>
                </a:lnTo>
                <a:close/>
                <a:moveTo>
                  <a:pt x="590550" y="647700"/>
                </a:moveTo>
                <a:lnTo>
                  <a:pt x="1000125" y="647700"/>
                </a:lnTo>
                <a:lnTo>
                  <a:pt x="1000125" y="657225"/>
                </a:lnTo>
                <a:lnTo>
                  <a:pt x="590550" y="657225"/>
                </a:lnTo>
                <a:close/>
                <a:moveTo>
                  <a:pt x="1095375" y="647700"/>
                </a:moveTo>
                <a:lnTo>
                  <a:pt x="1285875" y="647700"/>
                </a:lnTo>
                <a:lnTo>
                  <a:pt x="1285875" y="657225"/>
                </a:lnTo>
                <a:lnTo>
                  <a:pt x="1095375" y="657225"/>
                </a:lnTo>
                <a:close/>
                <a:moveTo>
                  <a:pt x="1343025" y="647700"/>
                </a:moveTo>
                <a:lnTo>
                  <a:pt x="1657350" y="647700"/>
                </a:lnTo>
                <a:lnTo>
                  <a:pt x="1657350" y="657225"/>
                </a:lnTo>
                <a:lnTo>
                  <a:pt x="1343025" y="657225"/>
                </a:lnTo>
                <a:close/>
                <a:moveTo>
                  <a:pt x="504825" y="704850"/>
                </a:moveTo>
                <a:lnTo>
                  <a:pt x="523875" y="704850"/>
                </a:lnTo>
                <a:lnTo>
                  <a:pt x="523875" y="714375"/>
                </a:lnTo>
                <a:lnTo>
                  <a:pt x="504825" y="714375"/>
                </a:lnTo>
                <a:close/>
                <a:moveTo>
                  <a:pt x="533400" y="704850"/>
                </a:moveTo>
                <a:lnTo>
                  <a:pt x="561975" y="704850"/>
                </a:lnTo>
                <a:lnTo>
                  <a:pt x="561975" y="714375"/>
                </a:lnTo>
                <a:lnTo>
                  <a:pt x="533400" y="714375"/>
                </a:lnTo>
                <a:close/>
                <a:moveTo>
                  <a:pt x="209550" y="714375"/>
                </a:moveTo>
                <a:lnTo>
                  <a:pt x="352425" y="714375"/>
                </a:lnTo>
                <a:lnTo>
                  <a:pt x="352425" y="723900"/>
                </a:lnTo>
                <a:lnTo>
                  <a:pt x="209550" y="723900"/>
                </a:lnTo>
                <a:close/>
                <a:moveTo>
                  <a:pt x="600075" y="714375"/>
                </a:moveTo>
                <a:lnTo>
                  <a:pt x="695325" y="714375"/>
                </a:lnTo>
                <a:lnTo>
                  <a:pt x="695325" y="723900"/>
                </a:lnTo>
                <a:lnTo>
                  <a:pt x="600075" y="723900"/>
                </a:lnTo>
                <a:close/>
                <a:moveTo>
                  <a:pt x="866775" y="714375"/>
                </a:moveTo>
                <a:lnTo>
                  <a:pt x="876300" y="714375"/>
                </a:lnTo>
                <a:lnTo>
                  <a:pt x="876300" y="723900"/>
                </a:lnTo>
                <a:lnTo>
                  <a:pt x="866775" y="723900"/>
                </a:lnTo>
                <a:close/>
                <a:moveTo>
                  <a:pt x="895350" y="714375"/>
                </a:moveTo>
                <a:lnTo>
                  <a:pt x="971550" y="714375"/>
                </a:lnTo>
                <a:lnTo>
                  <a:pt x="971550" y="723900"/>
                </a:lnTo>
                <a:lnTo>
                  <a:pt x="895350" y="723900"/>
                </a:lnTo>
                <a:close/>
                <a:moveTo>
                  <a:pt x="1295400" y="714375"/>
                </a:moveTo>
                <a:lnTo>
                  <a:pt x="1381125" y="714375"/>
                </a:lnTo>
                <a:lnTo>
                  <a:pt x="1381125" y="723900"/>
                </a:lnTo>
                <a:lnTo>
                  <a:pt x="1295400" y="723900"/>
                </a:lnTo>
                <a:close/>
                <a:moveTo>
                  <a:pt x="1552575" y="714375"/>
                </a:moveTo>
                <a:lnTo>
                  <a:pt x="1571625" y="714375"/>
                </a:lnTo>
                <a:lnTo>
                  <a:pt x="1571625" y="723900"/>
                </a:lnTo>
                <a:lnTo>
                  <a:pt x="1552575" y="723900"/>
                </a:lnTo>
                <a:close/>
                <a:moveTo>
                  <a:pt x="1685925" y="714375"/>
                </a:moveTo>
                <a:lnTo>
                  <a:pt x="1695450" y="714375"/>
                </a:lnTo>
                <a:lnTo>
                  <a:pt x="1695450" y="723900"/>
                </a:lnTo>
                <a:lnTo>
                  <a:pt x="1685925" y="723900"/>
                </a:lnTo>
                <a:close/>
                <a:moveTo>
                  <a:pt x="1019175" y="885825"/>
                </a:moveTo>
                <a:lnTo>
                  <a:pt x="1028700" y="885825"/>
                </a:lnTo>
                <a:lnTo>
                  <a:pt x="1028700" y="895350"/>
                </a:lnTo>
                <a:lnTo>
                  <a:pt x="1019175" y="895350"/>
                </a:lnTo>
                <a:close/>
                <a:moveTo>
                  <a:pt x="114300" y="895350"/>
                </a:moveTo>
                <a:lnTo>
                  <a:pt x="266700" y="895350"/>
                </a:lnTo>
                <a:lnTo>
                  <a:pt x="266700" y="904875"/>
                </a:lnTo>
                <a:lnTo>
                  <a:pt x="276225" y="904875"/>
                </a:lnTo>
                <a:lnTo>
                  <a:pt x="276225" y="962025"/>
                </a:lnTo>
                <a:lnTo>
                  <a:pt x="266700" y="962025"/>
                </a:lnTo>
                <a:lnTo>
                  <a:pt x="266700" y="952500"/>
                </a:lnTo>
                <a:lnTo>
                  <a:pt x="257175" y="952500"/>
                </a:lnTo>
                <a:lnTo>
                  <a:pt x="257175" y="962025"/>
                </a:lnTo>
                <a:lnTo>
                  <a:pt x="247650" y="962025"/>
                </a:lnTo>
                <a:lnTo>
                  <a:pt x="247650" y="942975"/>
                </a:lnTo>
                <a:lnTo>
                  <a:pt x="238125" y="942975"/>
                </a:lnTo>
                <a:lnTo>
                  <a:pt x="238125" y="933450"/>
                </a:lnTo>
                <a:lnTo>
                  <a:pt x="219075" y="933450"/>
                </a:lnTo>
                <a:lnTo>
                  <a:pt x="219075" y="923925"/>
                </a:lnTo>
                <a:lnTo>
                  <a:pt x="190500" y="923925"/>
                </a:lnTo>
                <a:lnTo>
                  <a:pt x="190500" y="914400"/>
                </a:lnTo>
                <a:lnTo>
                  <a:pt x="180975" y="914400"/>
                </a:lnTo>
                <a:lnTo>
                  <a:pt x="180975" y="904875"/>
                </a:lnTo>
                <a:lnTo>
                  <a:pt x="133350" y="904875"/>
                </a:lnTo>
                <a:lnTo>
                  <a:pt x="133350" y="914400"/>
                </a:lnTo>
                <a:lnTo>
                  <a:pt x="123825" y="914400"/>
                </a:lnTo>
                <a:lnTo>
                  <a:pt x="123825" y="904875"/>
                </a:lnTo>
                <a:lnTo>
                  <a:pt x="114300" y="904875"/>
                </a:lnTo>
                <a:close/>
                <a:moveTo>
                  <a:pt x="485775" y="895350"/>
                </a:moveTo>
                <a:lnTo>
                  <a:pt x="495300" y="895350"/>
                </a:lnTo>
                <a:lnTo>
                  <a:pt x="495300" y="904875"/>
                </a:lnTo>
                <a:lnTo>
                  <a:pt x="485775" y="904875"/>
                </a:lnTo>
                <a:close/>
                <a:moveTo>
                  <a:pt x="552450" y="895350"/>
                </a:moveTo>
                <a:lnTo>
                  <a:pt x="571500" y="895350"/>
                </a:lnTo>
                <a:lnTo>
                  <a:pt x="571500" y="904875"/>
                </a:lnTo>
                <a:lnTo>
                  <a:pt x="552450" y="904875"/>
                </a:lnTo>
                <a:close/>
                <a:moveTo>
                  <a:pt x="600075" y="895350"/>
                </a:moveTo>
                <a:lnTo>
                  <a:pt x="657225" y="895350"/>
                </a:lnTo>
                <a:lnTo>
                  <a:pt x="657225" y="904875"/>
                </a:lnTo>
                <a:lnTo>
                  <a:pt x="666750" y="904875"/>
                </a:lnTo>
                <a:lnTo>
                  <a:pt x="666750" y="923925"/>
                </a:lnTo>
                <a:lnTo>
                  <a:pt x="657225" y="923925"/>
                </a:lnTo>
                <a:lnTo>
                  <a:pt x="657225" y="933450"/>
                </a:lnTo>
                <a:lnTo>
                  <a:pt x="666750" y="933450"/>
                </a:lnTo>
                <a:lnTo>
                  <a:pt x="666750" y="952500"/>
                </a:lnTo>
                <a:lnTo>
                  <a:pt x="657225" y="952500"/>
                </a:lnTo>
                <a:lnTo>
                  <a:pt x="657225" y="962025"/>
                </a:lnTo>
                <a:lnTo>
                  <a:pt x="638175" y="962025"/>
                </a:lnTo>
                <a:lnTo>
                  <a:pt x="638175" y="952500"/>
                </a:lnTo>
                <a:lnTo>
                  <a:pt x="647700" y="952500"/>
                </a:lnTo>
                <a:lnTo>
                  <a:pt x="647700" y="933450"/>
                </a:lnTo>
                <a:lnTo>
                  <a:pt x="628650" y="933450"/>
                </a:lnTo>
                <a:lnTo>
                  <a:pt x="628650" y="923925"/>
                </a:lnTo>
                <a:lnTo>
                  <a:pt x="647700" y="923925"/>
                </a:lnTo>
                <a:lnTo>
                  <a:pt x="647700" y="914400"/>
                </a:lnTo>
                <a:lnTo>
                  <a:pt x="628650" y="914400"/>
                </a:lnTo>
                <a:lnTo>
                  <a:pt x="628650" y="904875"/>
                </a:lnTo>
                <a:lnTo>
                  <a:pt x="600075" y="904875"/>
                </a:lnTo>
                <a:close/>
                <a:moveTo>
                  <a:pt x="866775" y="895350"/>
                </a:moveTo>
                <a:lnTo>
                  <a:pt x="981075" y="895350"/>
                </a:lnTo>
                <a:lnTo>
                  <a:pt x="981075" y="904875"/>
                </a:lnTo>
                <a:lnTo>
                  <a:pt x="971550" y="904875"/>
                </a:lnTo>
                <a:lnTo>
                  <a:pt x="971550" y="923925"/>
                </a:lnTo>
                <a:lnTo>
                  <a:pt x="981075" y="923925"/>
                </a:lnTo>
                <a:lnTo>
                  <a:pt x="981075" y="942975"/>
                </a:lnTo>
                <a:lnTo>
                  <a:pt x="1009650" y="942975"/>
                </a:lnTo>
                <a:lnTo>
                  <a:pt x="1009650" y="933450"/>
                </a:lnTo>
                <a:lnTo>
                  <a:pt x="1019175" y="933450"/>
                </a:lnTo>
                <a:lnTo>
                  <a:pt x="1019175" y="942975"/>
                </a:lnTo>
                <a:lnTo>
                  <a:pt x="1028700" y="942975"/>
                </a:lnTo>
                <a:lnTo>
                  <a:pt x="1028700" y="952500"/>
                </a:lnTo>
                <a:lnTo>
                  <a:pt x="1019175" y="952500"/>
                </a:lnTo>
                <a:lnTo>
                  <a:pt x="1019175" y="962025"/>
                </a:lnTo>
                <a:lnTo>
                  <a:pt x="1028700" y="962025"/>
                </a:lnTo>
                <a:lnTo>
                  <a:pt x="1028700" y="952500"/>
                </a:lnTo>
                <a:lnTo>
                  <a:pt x="1038225" y="952500"/>
                </a:lnTo>
                <a:lnTo>
                  <a:pt x="1038225" y="962025"/>
                </a:lnTo>
                <a:lnTo>
                  <a:pt x="1028700" y="962025"/>
                </a:lnTo>
                <a:lnTo>
                  <a:pt x="1028700" y="971550"/>
                </a:lnTo>
                <a:lnTo>
                  <a:pt x="1019175" y="971550"/>
                </a:lnTo>
                <a:lnTo>
                  <a:pt x="1019175" y="990600"/>
                </a:lnTo>
                <a:lnTo>
                  <a:pt x="1009650" y="990600"/>
                </a:lnTo>
                <a:lnTo>
                  <a:pt x="1009650" y="1000125"/>
                </a:lnTo>
                <a:lnTo>
                  <a:pt x="990600" y="1000125"/>
                </a:lnTo>
                <a:lnTo>
                  <a:pt x="990600" y="1009650"/>
                </a:lnTo>
                <a:lnTo>
                  <a:pt x="971550" y="1009650"/>
                </a:lnTo>
                <a:lnTo>
                  <a:pt x="971550" y="1000125"/>
                </a:lnTo>
                <a:lnTo>
                  <a:pt x="914400" y="1000125"/>
                </a:lnTo>
                <a:lnTo>
                  <a:pt x="914400" y="1009650"/>
                </a:lnTo>
                <a:lnTo>
                  <a:pt x="904875" y="1009650"/>
                </a:lnTo>
                <a:lnTo>
                  <a:pt x="904875" y="990600"/>
                </a:lnTo>
                <a:lnTo>
                  <a:pt x="885825" y="990600"/>
                </a:lnTo>
                <a:lnTo>
                  <a:pt x="885825" y="981075"/>
                </a:lnTo>
                <a:lnTo>
                  <a:pt x="876300" y="981075"/>
                </a:lnTo>
                <a:lnTo>
                  <a:pt x="876300" y="971550"/>
                </a:lnTo>
                <a:lnTo>
                  <a:pt x="866775" y="971550"/>
                </a:lnTo>
                <a:lnTo>
                  <a:pt x="866775" y="952500"/>
                </a:lnTo>
                <a:lnTo>
                  <a:pt x="857250" y="952500"/>
                </a:lnTo>
                <a:lnTo>
                  <a:pt x="857250" y="904875"/>
                </a:lnTo>
                <a:lnTo>
                  <a:pt x="866775" y="904875"/>
                </a:lnTo>
                <a:close/>
                <a:moveTo>
                  <a:pt x="1028700" y="895350"/>
                </a:moveTo>
                <a:lnTo>
                  <a:pt x="1038225" y="895350"/>
                </a:lnTo>
                <a:lnTo>
                  <a:pt x="1038225" y="904875"/>
                </a:lnTo>
                <a:lnTo>
                  <a:pt x="1028700" y="904875"/>
                </a:lnTo>
                <a:close/>
                <a:moveTo>
                  <a:pt x="1247775" y="895350"/>
                </a:moveTo>
                <a:lnTo>
                  <a:pt x="1409700" y="895350"/>
                </a:lnTo>
                <a:lnTo>
                  <a:pt x="1409700" y="904875"/>
                </a:lnTo>
                <a:lnTo>
                  <a:pt x="1419225" y="904875"/>
                </a:lnTo>
                <a:lnTo>
                  <a:pt x="1419225" y="971550"/>
                </a:lnTo>
                <a:lnTo>
                  <a:pt x="1409700" y="971550"/>
                </a:lnTo>
                <a:lnTo>
                  <a:pt x="1409700" y="962025"/>
                </a:lnTo>
                <a:lnTo>
                  <a:pt x="1371600" y="962025"/>
                </a:lnTo>
                <a:lnTo>
                  <a:pt x="1371600" y="971550"/>
                </a:lnTo>
                <a:lnTo>
                  <a:pt x="1352550" y="971550"/>
                </a:lnTo>
                <a:lnTo>
                  <a:pt x="1352550" y="962025"/>
                </a:lnTo>
                <a:lnTo>
                  <a:pt x="1343025" y="962025"/>
                </a:lnTo>
                <a:lnTo>
                  <a:pt x="1343025" y="952500"/>
                </a:lnTo>
                <a:lnTo>
                  <a:pt x="1285875" y="952500"/>
                </a:lnTo>
                <a:lnTo>
                  <a:pt x="1285875" y="942975"/>
                </a:lnTo>
                <a:lnTo>
                  <a:pt x="1276350" y="942975"/>
                </a:lnTo>
                <a:lnTo>
                  <a:pt x="1276350" y="933450"/>
                </a:lnTo>
                <a:lnTo>
                  <a:pt x="1266825" y="933450"/>
                </a:lnTo>
                <a:lnTo>
                  <a:pt x="1266825" y="923925"/>
                </a:lnTo>
                <a:lnTo>
                  <a:pt x="1276350" y="923925"/>
                </a:lnTo>
                <a:lnTo>
                  <a:pt x="1276350" y="914400"/>
                </a:lnTo>
                <a:lnTo>
                  <a:pt x="1266825" y="914400"/>
                </a:lnTo>
                <a:lnTo>
                  <a:pt x="1266825" y="904875"/>
                </a:lnTo>
                <a:lnTo>
                  <a:pt x="1247775" y="904875"/>
                </a:lnTo>
                <a:close/>
                <a:moveTo>
                  <a:pt x="1628775" y="895350"/>
                </a:moveTo>
                <a:lnTo>
                  <a:pt x="1647825" y="895350"/>
                </a:lnTo>
                <a:lnTo>
                  <a:pt x="1647825" y="904875"/>
                </a:lnTo>
                <a:lnTo>
                  <a:pt x="1628775" y="904875"/>
                </a:lnTo>
                <a:close/>
                <a:moveTo>
                  <a:pt x="1038225" y="904875"/>
                </a:moveTo>
                <a:lnTo>
                  <a:pt x="1047750" y="904875"/>
                </a:lnTo>
                <a:lnTo>
                  <a:pt x="1047750" y="933450"/>
                </a:lnTo>
                <a:lnTo>
                  <a:pt x="1038225" y="933450"/>
                </a:lnTo>
                <a:close/>
                <a:moveTo>
                  <a:pt x="1619250" y="904875"/>
                </a:moveTo>
                <a:lnTo>
                  <a:pt x="1628775" y="904875"/>
                </a:lnTo>
                <a:lnTo>
                  <a:pt x="1628775" y="952500"/>
                </a:lnTo>
                <a:lnTo>
                  <a:pt x="1619250" y="952500"/>
                </a:lnTo>
                <a:close/>
                <a:moveTo>
                  <a:pt x="114300" y="914400"/>
                </a:moveTo>
                <a:lnTo>
                  <a:pt x="123825" y="914400"/>
                </a:lnTo>
                <a:lnTo>
                  <a:pt x="123825" y="923925"/>
                </a:lnTo>
                <a:lnTo>
                  <a:pt x="133350" y="923925"/>
                </a:lnTo>
                <a:lnTo>
                  <a:pt x="133350" y="933450"/>
                </a:lnTo>
                <a:lnTo>
                  <a:pt x="114300" y="933450"/>
                </a:lnTo>
                <a:close/>
                <a:moveTo>
                  <a:pt x="1781175" y="914400"/>
                </a:moveTo>
                <a:lnTo>
                  <a:pt x="1790700" y="914400"/>
                </a:lnTo>
                <a:lnTo>
                  <a:pt x="1790700" y="952500"/>
                </a:lnTo>
                <a:lnTo>
                  <a:pt x="1781175" y="952500"/>
                </a:lnTo>
                <a:lnTo>
                  <a:pt x="1781175" y="971550"/>
                </a:lnTo>
                <a:lnTo>
                  <a:pt x="1771650" y="971550"/>
                </a:lnTo>
                <a:lnTo>
                  <a:pt x="1771650" y="981075"/>
                </a:lnTo>
                <a:lnTo>
                  <a:pt x="1762125" y="981075"/>
                </a:lnTo>
                <a:lnTo>
                  <a:pt x="1762125" y="990600"/>
                </a:lnTo>
                <a:lnTo>
                  <a:pt x="1743075" y="990600"/>
                </a:lnTo>
                <a:lnTo>
                  <a:pt x="1743075" y="1000125"/>
                </a:lnTo>
                <a:lnTo>
                  <a:pt x="1704975" y="1000125"/>
                </a:lnTo>
                <a:lnTo>
                  <a:pt x="1704975" y="1009650"/>
                </a:lnTo>
                <a:lnTo>
                  <a:pt x="1685925" y="1009650"/>
                </a:lnTo>
                <a:lnTo>
                  <a:pt x="1685925" y="1000125"/>
                </a:lnTo>
                <a:lnTo>
                  <a:pt x="1676400" y="1000125"/>
                </a:lnTo>
                <a:lnTo>
                  <a:pt x="1676400" y="990600"/>
                </a:lnTo>
                <a:lnTo>
                  <a:pt x="1647825" y="990600"/>
                </a:lnTo>
                <a:lnTo>
                  <a:pt x="1647825" y="981075"/>
                </a:lnTo>
                <a:lnTo>
                  <a:pt x="1638300" y="981075"/>
                </a:lnTo>
                <a:lnTo>
                  <a:pt x="1638300" y="971550"/>
                </a:lnTo>
                <a:lnTo>
                  <a:pt x="1657350" y="971550"/>
                </a:lnTo>
                <a:lnTo>
                  <a:pt x="1657350" y="962025"/>
                </a:lnTo>
                <a:lnTo>
                  <a:pt x="1676400" y="962025"/>
                </a:lnTo>
                <a:lnTo>
                  <a:pt x="1676400" y="952500"/>
                </a:lnTo>
                <a:lnTo>
                  <a:pt x="1685925" y="952500"/>
                </a:lnTo>
                <a:lnTo>
                  <a:pt x="1685925" y="942975"/>
                </a:lnTo>
                <a:lnTo>
                  <a:pt x="1724025" y="942975"/>
                </a:lnTo>
                <a:lnTo>
                  <a:pt x="1724025" y="933450"/>
                </a:lnTo>
                <a:lnTo>
                  <a:pt x="1743075" y="933450"/>
                </a:lnTo>
                <a:lnTo>
                  <a:pt x="1743075" y="923925"/>
                </a:lnTo>
                <a:lnTo>
                  <a:pt x="1752600" y="923925"/>
                </a:lnTo>
                <a:lnTo>
                  <a:pt x="1752600" y="933450"/>
                </a:lnTo>
                <a:lnTo>
                  <a:pt x="1771650" y="933450"/>
                </a:lnTo>
                <a:lnTo>
                  <a:pt x="1771650" y="923925"/>
                </a:lnTo>
                <a:lnTo>
                  <a:pt x="1781175" y="923925"/>
                </a:lnTo>
                <a:close/>
                <a:moveTo>
                  <a:pt x="476250" y="933450"/>
                </a:moveTo>
                <a:lnTo>
                  <a:pt x="485775" y="933450"/>
                </a:lnTo>
                <a:lnTo>
                  <a:pt x="485775" y="942975"/>
                </a:lnTo>
                <a:lnTo>
                  <a:pt x="504825" y="942975"/>
                </a:lnTo>
                <a:lnTo>
                  <a:pt x="504825" y="952500"/>
                </a:lnTo>
                <a:lnTo>
                  <a:pt x="514350" y="952500"/>
                </a:lnTo>
                <a:lnTo>
                  <a:pt x="514350" y="933450"/>
                </a:lnTo>
                <a:lnTo>
                  <a:pt x="523875" y="933450"/>
                </a:lnTo>
                <a:lnTo>
                  <a:pt x="523875" y="942975"/>
                </a:lnTo>
                <a:lnTo>
                  <a:pt x="533400" y="942975"/>
                </a:lnTo>
                <a:lnTo>
                  <a:pt x="533400" y="952500"/>
                </a:lnTo>
                <a:lnTo>
                  <a:pt x="514350" y="952500"/>
                </a:lnTo>
                <a:lnTo>
                  <a:pt x="514350" y="971550"/>
                </a:lnTo>
                <a:lnTo>
                  <a:pt x="504825" y="971550"/>
                </a:lnTo>
                <a:lnTo>
                  <a:pt x="504825" y="962025"/>
                </a:lnTo>
                <a:lnTo>
                  <a:pt x="495300" y="962025"/>
                </a:lnTo>
                <a:lnTo>
                  <a:pt x="495300" y="971550"/>
                </a:lnTo>
                <a:lnTo>
                  <a:pt x="485775" y="971550"/>
                </a:lnTo>
                <a:lnTo>
                  <a:pt x="485775" y="952500"/>
                </a:lnTo>
                <a:lnTo>
                  <a:pt x="476250" y="952500"/>
                </a:lnTo>
                <a:close/>
                <a:moveTo>
                  <a:pt x="866775" y="933450"/>
                </a:moveTo>
                <a:lnTo>
                  <a:pt x="876300" y="933450"/>
                </a:lnTo>
                <a:lnTo>
                  <a:pt x="876300" y="923925"/>
                </a:lnTo>
                <a:lnTo>
                  <a:pt x="866775" y="923925"/>
                </a:lnTo>
                <a:close/>
                <a:moveTo>
                  <a:pt x="1238250" y="942975"/>
                </a:moveTo>
                <a:lnTo>
                  <a:pt x="1247775" y="942975"/>
                </a:lnTo>
                <a:lnTo>
                  <a:pt x="1247775" y="952500"/>
                </a:lnTo>
                <a:lnTo>
                  <a:pt x="1238250" y="952500"/>
                </a:lnTo>
                <a:close/>
                <a:moveTo>
                  <a:pt x="533400" y="952500"/>
                </a:moveTo>
                <a:lnTo>
                  <a:pt x="552450" y="952500"/>
                </a:lnTo>
                <a:lnTo>
                  <a:pt x="552450" y="962025"/>
                </a:lnTo>
                <a:lnTo>
                  <a:pt x="561975" y="962025"/>
                </a:lnTo>
                <a:lnTo>
                  <a:pt x="561975" y="952500"/>
                </a:lnTo>
                <a:lnTo>
                  <a:pt x="581025" y="952500"/>
                </a:lnTo>
                <a:lnTo>
                  <a:pt x="581025" y="962025"/>
                </a:lnTo>
                <a:lnTo>
                  <a:pt x="590550" y="962025"/>
                </a:lnTo>
                <a:lnTo>
                  <a:pt x="590550" y="1000125"/>
                </a:lnTo>
                <a:lnTo>
                  <a:pt x="552450" y="1000125"/>
                </a:lnTo>
                <a:lnTo>
                  <a:pt x="552450" y="1009650"/>
                </a:lnTo>
                <a:lnTo>
                  <a:pt x="533400" y="1009650"/>
                </a:lnTo>
                <a:lnTo>
                  <a:pt x="533400" y="990600"/>
                </a:lnTo>
                <a:lnTo>
                  <a:pt x="523875" y="990600"/>
                </a:lnTo>
                <a:lnTo>
                  <a:pt x="523875" y="981075"/>
                </a:lnTo>
                <a:lnTo>
                  <a:pt x="533400" y="981075"/>
                </a:lnTo>
                <a:lnTo>
                  <a:pt x="533400" y="971550"/>
                </a:lnTo>
                <a:lnTo>
                  <a:pt x="523875" y="971550"/>
                </a:lnTo>
                <a:lnTo>
                  <a:pt x="523875" y="962025"/>
                </a:lnTo>
                <a:lnTo>
                  <a:pt x="533400" y="962025"/>
                </a:lnTo>
                <a:close/>
                <a:moveTo>
                  <a:pt x="628650" y="962025"/>
                </a:moveTo>
                <a:lnTo>
                  <a:pt x="638175" y="962025"/>
                </a:lnTo>
                <a:lnTo>
                  <a:pt x="638175" y="971550"/>
                </a:lnTo>
                <a:lnTo>
                  <a:pt x="628650" y="971550"/>
                </a:lnTo>
                <a:close/>
                <a:moveTo>
                  <a:pt x="1247775" y="962025"/>
                </a:moveTo>
                <a:lnTo>
                  <a:pt x="1257300" y="962025"/>
                </a:lnTo>
                <a:lnTo>
                  <a:pt x="1257300" y="971550"/>
                </a:lnTo>
                <a:lnTo>
                  <a:pt x="1247775" y="971550"/>
                </a:lnTo>
                <a:close/>
                <a:moveTo>
                  <a:pt x="638175" y="971550"/>
                </a:moveTo>
                <a:lnTo>
                  <a:pt x="647700" y="971550"/>
                </a:lnTo>
                <a:lnTo>
                  <a:pt x="647700" y="981075"/>
                </a:lnTo>
                <a:lnTo>
                  <a:pt x="638175" y="981075"/>
                </a:lnTo>
                <a:close/>
                <a:moveTo>
                  <a:pt x="457200" y="1095375"/>
                </a:moveTo>
                <a:lnTo>
                  <a:pt x="552450" y="1095375"/>
                </a:lnTo>
                <a:lnTo>
                  <a:pt x="552450" y="1104900"/>
                </a:lnTo>
                <a:lnTo>
                  <a:pt x="676275" y="1104900"/>
                </a:lnTo>
                <a:lnTo>
                  <a:pt x="676275" y="1114425"/>
                </a:lnTo>
                <a:lnTo>
                  <a:pt x="381000" y="1114425"/>
                </a:lnTo>
                <a:lnTo>
                  <a:pt x="381000" y="1123950"/>
                </a:lnTo>
                <a:lnTo>
                  <a:pt x="371475" y="1123950"/>
                </a:lnTo>
                <a:lnTo>
                  <a:pt x="371475" y="1238250"/>
                </a:lnTo>
                <a:lnTo>
                  <a:pt x="352425" y="1238250"/>
                </a:lnTo>
                <a:lnTo>
                  <a:pt x="352425" y="1209675"/>
                </a:lnTo>
                <a:lnTo>
                  <a:pt x="361950" y="1209675"/>
                </a:lnTo>
                <a:lnTo>
                  <a:pt x="361950" y="1114425"/>
                </a:lnTo>
                <a:lnTo>
                  <a:pt x="371475" y="1114425"/>
                </a:lnTo>
                <a:lnTo>
                  <a:pt x="371475" y="1104900"/>
                </a:lnTo>
                <a:lnTo>
                  <a:pt x="457200" y="1104900"/>
                </a:lnTo>
                <a:close/>
                <a:moveTo>
                  <a:pt x="962025" y="1095375"/>
                </a:moveTo>
                <a:lnTo>
                  <a:pt x="981075" y="1095375"/>
                </a:lnTo>
                <a:lnTo>
                  <a:pt x="981075" y="1104900"/>
                </a:lnTo>
                <a:lnTo>
                  <a:pt x="990600" y="1104900"/>
                </a:lnTo>
                <a:lnTo>
                  <a:pt x="990600" y="1114425"/>
                </a:lnTo>
                <a:lnTo>
                  <a:pt x="981075" y="1114425"/>
                </a:lnTo>
                <a:lnTo>
                  <a:pt x="981075" y="1133475"/>
                </a:lnTo>
                <a:lnTo>
                  <a:pt x="971550" y="1133475"/>
                </a:lnTo>
                <a:lnTo>
                  <a:pt x="971550" y="1123950"/>
                </a:lnTo>
                <a:lnTo>
                  <a:pt x="962025" y="1123950"/>
                </a:lnTo>
                <a:lnTo>
                  <a:pt x="962025" y="1114425"/>
                </a:lnTo>
                <a:lnTo>
                  <a:pt x="895350" y="1114425"/>
                </a:lnTo>
                <a:lnTo>
                  <a:pt x="895350" y="1104900"/>
                </a:lnTo>
                <a:lnTo>
                  <a:pt x="962025" y="1104900"/>
                </a:lnTo>
                <a:close/>
                <a:moveTo>
                  <a:pt x="1171575" y="1104900"/>
                </a:moveTo>
                <a:lnTo>
                  <a:pt x="1190625" y="1104900"/>
                </a:lnTo>
                <a:lnTo>
                  <a:pt x="1190625" y="1114425"/>
                </a:lnTo>
                <a:lnTo>
                  <a:pt x="1171575" y="1114425"/>
                </a:lnTo>
                <a:close/>
                <a:moveTo>
                  <a:pt x="1209675" y="1114425"/>
                </a:moveTo>
                <a:lnTo>
                  <a:pt x="1524000" y="1114425"/>
                </a:lnTo>
                <a:lnTo>
                  <a:pt x="1524000" y="1123950"/>
                </a:lnTo>
                <a:lnTo>
                  <a:pt x="1533525" y="1123950"/>
                </a:lnTo>
                <a:lnTo>
                  <a:pt x="1533525" y="1314450"/>
                </a:lnTo>
                <a:lnTo>
                  <a:pt x="1524000" y="1314450"/>
                </a:lnTo>
                <a:lnTo>
                  <a:pt x="1524000" y="1304925"/>
                </a:lnTo>
                <a:lnTo>
                  <a:pt x="1504950" y="1304925"/>
                </a:lnTo>
                <a:lnTo>
                  <a:pt x="1504950" y="1362075"/>
                </a:lnTo>
                <a:lnTo>
                  <a:pt x="1495425" y="1362075"/>
                </a:lnTo>
                <a:lnTo>
                  <a:pt x="1495425" y="1171575"/>
                </a:lnTo>
                <a:lnTo>
                  <a:pt x="1524000" y="1171575"/>
                </a:lnTo>
                <a:lnTo>
                  <a:pt x="1524000" y="1133475"/>
                </a:lnTo>
                <a:lnTo>
                  <a:pt x="1514475" y="1133475"/>
                </a:lnTo>
                <a:lnTo>
                  <a:pt x="1514475" y="1123950"/>
                </a:lnTo>
                <a:lnTo>
                  <a:pt x="1495425" y="1123950"/>
                </a:lnTo>
                <a:lnTo>
                  <a:pt x="1495425" y="1133475"/>
                </a:lnTo>
                <a:lnTo>
                  <a:pt x="1485900" y="1133475"/>
                </a:lnTo>
                <a:lnTo>
                  <a:pt x="1485900" y="1143000"/>
                </a:lnTo>
                <a:lnTo>
                  <a:pt x="1457325" y="1143000"/>
                </a:lnTo>
                <a:lnTo>
                  <a:pt x="1457325" y="1152525"/>
                </a:lnTo>
                <a:lnTo>
                  <a:pt x="1295400" y="1152525"/>
                </a:lnTo>
                <a:lnTo>
                  <a:pt x="1295400" y="1143000"/>
                </a:lnTo>
                <a:lnTo>
                  <a:pt x="1257300" y="1143000"/>
                </a:lnTo>
                <a:lnTo>
                  <a:pt x="1257300" y="1123950"/>
                </a:lnTo>
                <a:lnTo>
                  <a:pt x="1209675" y="1123950"/>
                </a:lnTo>
                <a:close/>
                <a:moveTo>
                  <a:pt x="1152525" y="1171575"/>
                </a:moveTo>
                <a:lnTo>
                  <a:pt x="1162050" y="1171575"/>
                </a:lnTo>
                <a:lnTo>
                  <a:pt x="1162050" y="1181100"/>
                </a:lnTo>
                <a:lnTo>
                  <a:pt x="1171575" y="1181100"/>
                </a:lnTo>
                <a:lnTo>
                  <a:pt x="1171575" y="1171575"/>
                </a:lnTo>
                <a:lnTo>
                  <a:pt x="1181100" y="1171575"/>
                </a:lnTo>
                <a:lnTo>
                  <a:pt x="1181100" y="1190625"/>
                </a:lnTo>
                <a:lnTo>
                  <a:pt x="1190625" y="1190625"/>
                </a:lnTo>
                <a:lnTo>
                  <a:pt x="1190625" y="1352550"/>
                </a:lnTo>
                <a:lnTo>
                  <a:pt x="1181100" y="1352550"/>
                </a:lnTo>
                <a:lnTo>
                  <a:pt x="1181100" y="1371600"/>
                </a:lnTo>
                <a:lnTo>
                  <a:pt x="1171575" y="1371600"/>
                </a:lnTo>
                <a:lnTo>
                  <a:pt x="1171575" y="1352550"/>
                </a:lnTo>
                <a:lnTo>
                  <a:pt x="1152525" y="1352550"/>
                </a:lnTo>
                <a:close/>
                <a:moveTo>
                  <a:pt x="361950" y="1343025"/>
                </a:moveTo>
                <a:lnTo>
                  <a:pt x="371475" y="1343025"/>
                </a:lnTo>
                <a:lnTo>
                  <a:pt x="371475" y="1390650"/>
                </a:lnTo>
                <a:lnTo>
                  <a:pt x="361950" y="1390650"/>
                </a:lnTo>
                <a:close/>
                <a:moveTo>
                  <a:pt x="1495425" y="1371600"/>
                </a:moveTo>
                <a:lnTo>
                  <a:pt x="1504950" y="1371600"/>
                </a:lnTo>
                <a:lnTo>
                  <a:pt x="1504950" y="1381125"/>
                </a:lnTo>
                <a:lnTo>
                  <a:pt x="1514475" y="1381125"/>
                </a:lnTo>
                <a:lnTo>
                  <a:pt x="1514475" y="1390650"/>
                </a:lnTo>
                <a:lnTo>
                  <a:pt x="1533525" y="1390650"/>
                </a:lnTo>
                <a:lnTo>
                  <a:pt x="1533525" y="1533525"/>
                </a:lnTo>
                <a:lnTo>
                  <a:pt x="1524000" y="1533525"/>
                </a:lnTo>
                <a:lnTo>
                  <a:pt x="1524000" y="1514475"/>
                </a:lnTo>
                <a:lnTo>
                  <a:pt x="1504950" y="1514475"/>
                </a:lnTo>
                <a:lnTo>
                  <a:pt x="1504950" y="1524000"/>
                </a:lnTo>
                <a:lnTo>
                  <a:pt x="1485900" y="1524000"/>
                </a:lnTo>
                <a:lnTo>
                  <a:pt x="1485900" y="1543050"/>
                </a:lnTo>
                <a:lnTo>
                  <a:pt x="1476375" y="1543050"/>
                </a:lnTo>
                <a:lnTo>
                  <a:pt x="1476375" y="1552575"/>
                </a:lnTo>
                <a:lnTo>
                  <a:pt x="1466850" y="1552575"/>
                </a:lnTo>
                <a:lnTo>
                  <a:pt x="1466850" y="1562100"/>
                </a:lnTo>
                <a:lnTo>
                  <a:pt x="1495425" y="1562100"/>
                </a:lnTo>
                <a:lnTo>
                  <a:pt x="1495425" y="1657350"/>
                </a:lnTo>
                <a:lnTo>
                  <a:pt x="1504950" y="1657350"/>
                </a:lnTo>
                <a:lnTo>
                  <a:pt x="1504950" y="1704975"/>
                </a:lnTo>
                <a:lnTo>
                  <a:pt x="1514475" y="1704975"/>
                </a:lnTo>
                <a:lnTo>
                  <a:pt x="1514475" y="1657350"/>
                </a:lnTo>
                <a:lnTo>
                  <a:pt x="1524000" y="1657350"/>
                </a:lnTo>
                <a:lnTo>
                  <a:pt x="1524000" y="1590675"/>
                </a:lnTo>
                <a:lnTo>
                  <a:pt x="1533525" y="1590675"/>
                </a:lnTo>
                <a:lnTo>
                  <a:pt x="1533525" y="1771650"/>
                </a:lnTo>
                <a:lnTo>
                  <a:pt x="1524000" y="1771650"/>
                </a:lnTo>
                <a:lnTo>
                  <a:pt x="1524000" y="1762125"/>
                </a:lnTo>
                <a:lnTo>
                  <a:pt x="1504950" y="1762125"/>
                </a:lnTo>
                <a:lnTo>
                  <a:pt x="1504950" y="1771650"/>
                </a:lnTo>
                <a:lnTo>
                  <a:pt x="1419225" y="1771650"/>
                </a:lnTo>
                <a:lnTo>
                  <a:pt x="1419225" y="1762125"/>
                </a:lnTo>
                <a:lnTo>
                  <a:pt x="1381125" y="1762125"/>
                </a:lnTo>
                <a:lnTo>
                  <a:pt x="1381125" y="1771650"/>
                </a:lnTo>
                <a:lnTo>
                  <a:pt x="1362075" y="1771650"/>
                </a:lnTo>
                <a:lnTo>
                  <a:pt x="1362075" y="1762125"/>
                </a:lnTo>
                <a:lnTo>
                  <a:pt x="1323975" y="1762125"/>
                </a:lnTo>
                <a:lnTo>
                  <a:pt x="1323975" y="1771650"/>
                </a:lnTo>
                <a:lnTo>
                  <a:pt x="1266825" y="1771650"/>
                </a:lnTo>
                <a:lnTo>
                  <a:pt x="1266825" y="1762125"/>
                </a:lnTo>
                <a:lnTo>
                  <a:pt x="1247775" y="1762125"/>
                </a:lnTo>
                <a:lnTo>
                  <a:pt x="1247775" y="1771650"/>
                </a:lnTo>
                <a:lnTo>
                  <a:pt x="1219200" y="1771650"/>
                </a:lnTo>
                <a:lnTo>
                  <a:pt x="1219200" y="1762125"/>
                </a:lnTo>
                <a:lnTo>
                  <a:pt x="1190625" y="1762125"/>
                </a:lnTo>
                <a:lnTo>
                  <a:pt x="1190625" y="1743075"/>
                </a:lnTo>
                <a:lnTo>
                  <a:pt x="1200150" y="1743075"/>
                </a:lnTo>
                <a:lnTo>
                  <a:pt x="1200150" y="1752600"/>
                </a:lnTo>
                <a:lnTo>
                  <a:pt x="1209675" y="1752600"/>
                </a:lnTo>
                <a:lnTo>
                  <a:pt x="1209675" y="1743075"/>
                </a:lnTo>
                <a:lnTo>
                  <a:pt x="1219200" y="1743075"/>
                </a:lnTo>
                <a:lnTo>
                  <a:pt x="1219200" y="1733550"/>
                </a:lnTo>
                <a:lnTo>
                  <a:pt x="1209675" y="1733550"/>
                </a:lnTo>
                <a:lnTo>
                  <a:pt x="1209675" y="1704975"/>
                </a:lnTo>
                <a:lnTo>
                  <a:pt x="1219200" y="1704975"/>
                </a:lnTo>
                <a:lnTo>
                  <a:pt x="1219200" y="1695450"/>
                </a:lnTo>
                <a:lnTo>
                  <a:pt x="1228725" y="1695450"/>
                </a:lnTo>
                <a:lnTo>
                  <a:pt x="1228725" y="1704975"/>
                </a:lnTo>
                <a:lnTo>
                  <a:pt x="1238250" y="1704975"/>
                </a:lnTo>
                <a:lnTo>
                  <a:pt x="1238250" y="1695450"/>
                </a:lnTo>
                <a:lnTo>
                  <a:pt x="1257300" y="1695450"/>
                </a:lnTo>
                <a:lnTo>
                  <a:pt x="1257300" y="1685925"/>
                </a:lnTo>
                <a:lnTo>
                  <a:pt x="1276350" y="1685925"/>
                </a:lnTo>
                <a:lnTo>
                  <a:pt x="1276350" y="1676400"/>
                </a:lnTo>
                <a:lnTo>
                  <a:pt x="1266825" y="1676400"/>
                </a:lnTo>
                <a:lnTo>
                  <a:pt x="1266825" y="1666875"/>
                </a:lnTo>
                <a:lnTo>
                  <a:pt x="1285875" y="1666875"/>
                </a:lnTo>
                <a:lnTo>
                  <a:pt x="1285875" y="1657350"/>
                </a:lnTo>
                <a:lnTo>
                  <a:pt x="1276350" y="1657350"/>
                </a:lnTo>
                <a:lnTo>
                  <a:pt x="1276350" y="1647825"/>
                </a:lnTo>
                <a:lnTo>
                  <a:pt x="1238250" y="1647825"/>
                </a:lnTo>
                <a:lnTo>
                  <a:pt x="1238250" y="1628775"/>
                </a:lnTo>
                <a:lnTo>
                  <a:pt x="1247775" y="1628775"/>
                </a:lnTo>
                <a:lnTo>
                  <a:pt x="1247775" y="1609725"/>
                </a:lnTo>
                <a:lnTo>
                  <a:pt x="1257300" y="1609725"/>
                </a:lnTo>
                <a:lnTo>
                  <a:pt x="1257300" y="1600200"/>
                </a:lnTo>
                <a:lnTo>
                  <a:pt x="1285875" y="1600200"/>
                </a:lnTo>
                <a:lnTo>
                  <a:pt x="1285875" y="1581150"/>
                </a:lnTo>
                <a:lnTo>
                  <a:pt x="1257300" y="1581150"/>
                </a:lnTo>
                <a:lnTo>
                  <a:pt x="1257300" y="1590675"/>
                </a:lnTo>
                <a:lnTo>
                  <a:pt x="1247775" y="1590675"/>
                </a:lnTo>
                <a:lnTo>
                  <a:pt x="1247775" y="1571625"/>
                </a:lnTo>
                <a:lnTo>
                  <a:pt x="1266825" y="1571625"/>
                </a:lnTo>
                <a:lnTo>
                  <a:pt x="1266825" y="1562100"/>
                </a:lnTo>
                <a:lnTo>
                  <a:pt x="1276350" y="1562100"/>
                </a:lnTo>
                <a:lnTo>
                  <a:pt x="1276350" y="1552575"/>
                </a:lnTo>
                <a:lnTo>
                  <a:pt x="1266825" y="1552575"/>
                </a:lnTo>
                <a:lnTo>
                  <a:pt x="1266825" y="1543050"/>
                </a:lnTo>
                <a:lnTo>
                  <a:pt x="1228725" y="1543050"/>
                </a:lnTo>
                <a:lnTo>
                  <a:pt x="1228725" y="1524000"/>
                </a:lnTo>
                <a:lnTo>
                  <a:pt x="1219200" y="1524000"/>
                </a:lnTo>
                <a:lnTo>
                  <a:pt x="1219200" y="1514475"/>
                </a:lnTo>
                <a:lnTo>
                  <a:pt x="1181100" y="1514475"/>
                </a:lnTo>
                <a:lnTo>
                  <a:pt x="1181100" y="1524000"/>
                </a:lnTo>
                <a:lnTo>
                  <a:pt x="1171575" y="1524000"/>
                </a:lnTo>
                <a:lnTo>
                  <a:pt x="1171575" y="1533525"/>
                </a:lnTo>
                <a:lnTo>
                  <a:pt x="1162050" y="1533525"/>
                </a:lnTo>
                <a:lnTo>
                  <a:pt x="1162050" y="1552575"/>
                </a:lnTo>
                <a:lnTo>
                  <a:pt x="1171575" y="1552575"/>
                </a:lnTo>
                <a:lnTo>
                  <a:pt x="1171575" y="1562100"/>
                </a:lnTo>
                <a:lnTo>
                  <a:pt x="1209675" y="1562100"/>
                </a:lnTo>
                <a:lnTo>
                  <a:pt x="1209675" y="1552575"/>
                </a:lnTo>
                <a:lnTo>
                  <a:pt x="1219200" y="1552575"/>
                </a:lnTo>
                <a:lnTo>
                  <a:pt x="1219200" y="1543050"/>
                </a:lnTo>
                <a:lnTo>
                  <a:pt x="1228725" y="1543050"/>
                </a:lnTo>
                <a:lnTo>
                  <a:pt x="1228725" y="1552575"/>
                </a:lnTo>
                <a:lnTo>
                  <a:pt x="1219200" y="1552575"/>
                </a:lnTo>
                <a:lnTo>
                  <a:pt x="1219200" y="1562100"/>
                </a:lnTo>
                <a:lnTo>
                  <a:pt x="1209675" y="1562100"/>
                </a:lnTo>
                <a:lnTo>
                  <a:pt x="1209675" y="1571625"/>
                </a:lnTo>
                <a:lnTo>
                  <a:pt x="1190625" y="1571625"/>
                </a:lnTo>
                <a:lnTo>
                  <a:pt x="1190625" y="1590675"/>
                </a:lnTo>
                <a:lnTo>
                  <a:pt x="1181100" y="1590675"/>
                </a:lnTo>
                <a:lnTo>
                  <a:pt x="1181100" y="1581150"/>
                </a:lnTo>
                <a:lnTo>
                  <a:pt x="1162050" y="1581150"/>
                </a:lnTo>
                <a:lnTo>
                  <a:pt x="1162050" y="1590675"/>
                </a:lnTo>
                <a:lnTo>
                  <a:pt x="1152525" y="1590675"/>
                </a:lnTo>
                <a:lnTo>
                  <a:pt x="1152525" y="1466850"/>
                </a:lnTo>
                <a:lnTo>
                  <a:pt x="1162050" y="1466850"/>
                </a:lnTo>
                <a:lnTo>
                  <a:pt x="1162050" y="1476375"/>
                </a:lnTo>
                <a:lnTo>
                  <a:pt x="1171575" y="1476375"/>
                </a:lnTo>
                <a:lnTo>
                  <a:pt x="1171575" y="1457325"/>
                </a:lnTo>
                <a:lnTo>
                  <a:pt x="1181100" y="1457325"/>
                </a:lnTo>
                <a:lnTo>
                  <a:pt x="1181100" y="1466850"/>
                </a:lnTo>
                <a:lnTo>
                  <a:pt x="1190625" y="1466850"/>
                </a:lnTo>
                <a:lnTo>
                  <a:pt x="1190625" y="1476375"/>
                </a:lnTo>
                <a:lnTo>
                  <a:pt x="1200150" y="1476375"/>
                </a:lnTo>
                <a:lnTo>
                  <a:pt x="1200150" y="1485900"/>
                </a:lnTo>
                <a:lnTo>
                  <a:pt x="1276350" y="1485900"/>
                </a:lnTo>
                <a:lnTo>
                  <a:pt x="1276350" y="1495425"/>
                </a:lnTo>
                <a:lnTo>
                  <a:pt x="1362075" y="1495425"/>
                </a:lnTo>
                <a:lnTo>
                  <a:pt x="1362075" y="1504950"/>
                </a:lnTo>
                <a:lnTo>
                  <a:pt x="1238250" y="1504950"/>
                </a:lnTo>
                <a:lnTo>
                  <a:pt x="1238250" y="1514475"/>
                </a:lnTo>
                <a:lnTo>
                  <a:pt x="1247775" y="1514475"/>
                </a:lnTo>
                <a:lnTo>
                  <a:pt x="1247775" y="1533525"/>
                </a:lnTo>
                <a:lnTo>
                  <a:pt x="1457325" y="1533525"/>
                </a:lnTo>
                <a:lnTo>
                  <a:pt x="1457325" y="1524000"/>
                </a:lnTo>
                <a:lnTo>
                  <a:pt x="1466850" y="1524000"/>
                </a:lnTo>
                <a:lnTo>
                  <a:pt x="1466850" y="1514475"/>
                </a:lnTo>
                <a:lnTo>
                  <a:pt x="1447800" y="1514475"/>
                </a:lnTo>
                <a:lnTo>
                  <a:pt x="1447800" y="1504950"/>
                </a:lnTo>
                <a:lnTo>
                  <a:pt x="1381125" y="1504950"/>
                </a:lnTo>
                <a:lnTo>
                  <a:pt x="1381125" y="1495425"/>
                </a:lnTo>
                <a:lnTo>
                  <a:pt x="1419225" y="1495425"/>
                </a:lnTo>
                <a:lnTo>
                  <a:pt x="1419225" y="1485900"/>
                </a:lnTo>
                <a:lnTo>
                  <a:pt x="1485900" y="1485900"/>
                </a:lnTo>
                <a:lnTo>
                  <a:pt x="1485900" y="1476375"/>
                </a:lnTo>
                <a:lnTo>
                  <a:pt x="1495425" y="1476375"/>
                </a:lnTo>
                <a:close/>
                <a:moveTo>
                  <a:pt x="361950" y="1419225"/>
                </a:moveTo>
                <a:lnTo>
                  <a:pt x="371475" y="1419225"/>
                </a:lnTo>
                <a:lnTo>
                  <a:pt x="371475" y="1438275"/>
                </a:lnTo>
                <a:lnTo>
                  <a:pt x="361950" y="1438275"/>
                </a:lnTo>
                <a:close/>
                <a:moveTo>
                  <a:pt x="1171575" y="1419225"/>
                </a:moveTo>
                <a:lnTo>
                  <a:pt x="1181100" y="1419225"/>
                </a:lnTo>
                <a:lnTo>
                  <a:pt x="1181100" y="1428750"/>
                </a:lnTo>
                <a:lnTo>
                  <a:pt x="1171575" y="1428750"/>
                </a:lnTo>
                <a:close/>
                <a:moveTo>
                  <a:pt x="361950" y="1466850"/>
                </a:moveTo>
                <a:lnTo>
                  <a:pt x="371475" y="1466850"/>
                </a:lnTo>
                <a:lnTo>
                  <a:pt x="371475" y="1485900"/>
                </a:lnTo>
                <a:lnTo>
                  <a:pt x="361950" y="1485900"/>
                </a:lnTo>
                <a:close/>
                <a:moveTo>
                  <a:pt x="361950" y="1504950"/>
                </a:moveTo>
                <a:lnTo>
                  <a:pt x="371475" y="1504950"/>
                </a:lnTo>
                <a:lnTo>
                  <a:pt x="371475" y="1524000"/>
                </a:lnTo>
                <a:lnTo>
                  <a:pt x="361950" y="1524000"/>
                </a:lnTo>
                <a:close/>
                <a:moveTo>
                  <a:pt x="361950" y="1543050"/>
                </a:moveTo>
                <a:lnTo>
                  <a:pt x="371475" y="1543050"/>
                </a:lnTo>
                <a:lnTo>
                  <a:pt x="371475" y="1562100"/>
                </a:lnTo>
                <a:lnTo>
                  <a:pt x="361950" y="1562100"/>
                </a:lnTo>
                <a:close/>
                <a:moveTo>
                  <a:pt x="1485900" y="1543050"/>
                </a:moveTo>
                <a:lnTo>
                  <a:pt x="1495425" y="1543050"/>
                </a:lnTo>
                <a:lnTo>
                  <a:pt x="1495425" y="1552575"/>
                </a:lnTo>
                <a:lnTo>
                  <a:pt x="1485900" y="1552575"/>
                </a:lnTo>
                <a:close/>
                <a:moveTo>
                  <a:pt x="1390650" y="1552575"/>
                </a:moveTo>
                <a:lnTo>
                  <a:pt x="1400175" y="1552575"/>
                </a:lnTo>
                <a:lnTo>
                  <a:pt x="1400175" y="1543050"/>
                </a:lnTo>
                <a:lnTo>
                  <a:pt x="1390650" y="1543050"/>
                </a:lnTo>
                <a:close/>
                <a:moveTo>
                  <a:pt x="1524000" y="1552575"/>
                </a:moveTo>
                <a:lnTo>
                  <a:pt x="1533525" y="1552575"/>
                </a:lnTo>
                <a:lnTo>
                  <a:pt x="1533525" y="1562100"/>
                </a:lnTo>
                <a:lnTo>
                  <a:pt x="1524000" y="1562100"/>
                </a:lnTo>
                <a:close/>
                <a:moveTo>
                  <a:pt x="361950" y="1590675"/>
                </a:moveTo>
                <a:lnTo>
                  <a:pt x="371475" y="1590675"/>
                </a:lnTo>
                <a:lnTo>
                  <a:pt x="371475" y="1609725"/>
                </a:lnTo>
                <a:lnTo>
                  <a:pt x="381000" y="1609725"/>
                </a:lnTo>
                <a:lnTo>
                  <a:pt x="381000" y="1619250"/>
                </a:lnTo>
                <a:lnTo>
                  <a:pt x="400050" y="1619250"/>
                </a:lnTo>
                <a:lnTo>
                  <a:pt x="400050" y="1628775"/>
                </a:lnTo>
                <a:lnTo>
                  <a:pt x="390525" y="1628775"/>
                </a:lnTo>
                <a:lnTo>
                  <a:pt x="390525" y="1638300"/>
                </a:lnTo>
                <a:lnTo>
                  <a:pt x="361950" y="1638300"/>
                </a:lnTo>
                <a:lnTo>
                  <a:pt x="361950" y="1628775"/>
                </a:lnTo>
                <a:lnTo>
                  <a:pt x="352425" y="1628775"/>
                </a:lnTo>
                <a:lnTo>
                  <a:pt x="352425" y="1609725"/>
                </a:lnTo>
                <a:lnTo>
                  <a:pt x="361950" y="1609725"/>
                </a:lnTo>
                <a:close/>
                <a:moveTo>
                  <a:pt x="1466850" y="1600200"/>
                </a:moveTo>
                <a:lnTo>
                  <a:pt x="1476375" y="1600200"/>
                </a:lnTo>
                <a:lnTo>
                  <a:pt x="1476375" y="1581150"/>
                </a:lnTo>
                <a:lnTo>
                  <a:pt x="1466850" y="1581150"/>
                </a:lnTo>
                <a:close/>
                <a:moveTo>
                  <a:pt x="447675" y="1609725"/>
                </a:moveTo>
                <a:lnTo>
                  <a:pt x="619125" y="1609725"/>
                </a:lnTo>
                <a:lnTo>
                  <a:pt x="619125" y="1619250"/>
                </a:lnTo>
                <a:lnTo>
                  <a:pt x="600075" y="1619250"/>
                </a:lnTo>
                <a:lnTo>
                  <a:pt x="600075" y="1628775"/>
                </a:lnTo>
                <a:lnTo>
                  <a:pt x="590550" y="1628775"/>
                </a:lnTo>
                <a:lnTo>
                  <a:pt x="590550" y="1619250"/>
                </a:lnTo>
                <a:lnTo>
                  <a:pt x="447675" y="1619250"/>
                </a:lnTo>
                <a:close/>
                <a:moveTo>
                  <a:pt x="962025" y="1609725"/>
                </a:moveTo>
                <a:lnTo>
                  <a:pt x="990600" y="1609725"/>
                </a:lnTo>
                <a:lnTo>
                  <a:pt x="990600" y="1628775"/>
                </a:lnTo>
                <a:lnTo>
                  <a:pt x="971550" y="1628775"/>
                </a:lnTo>
                <a:lnTo>
                  <a:pt x="971550" y="1638300"/>
                </a:lnTo>
                <a:lnTo>
                  <a:pt x="962025" y="1638300"/>
                </a:lnTo>
                <a:lnTo>
                  <a:pt x="962025" y="1628775"/>
                </a:lnTo>
                <a:lnTo>
                  <a:pt x="952500" y="1628775"/>
                </a:lnTo>
                <a:lnTo>
                  <a:pt x="952500" y="1619250"/>
                </a:lnTo>
                <a:lnTo>
                  <a:pt x="962025" y="1619250"/>
                </a:lnTo>
                <a:close/>
                <a:moveTo>
                  <a:pt x="619125" y="1619250"/>
                </a:moveTo>
                <a:lnTo>
                  <a:pt x="638175" y="1619250"/>
                </a:lnTo>
                <a:lnTo>
                  <a:pt x="638175" y="1628775"/>
                </a:lnTo>
                <a:lnTo>
                  <a:pt x="619125" y="1628775"/>
                </a:lnTo>
                <a:close/>
                <a:moveTo>
                  <a:pt x="657225" y="1619250"/>
                </a:moveTo>
                <a:lnTo>
                  <a:pt x="866775" y="1619250"/>
                </a:lnTo>
                <a:lnTo>
                  <a:pt x="866775" y="1638300"/>
                </a:lnTo>
                <a:lnTo>
                  <a:pt x="790575" y="1638300"/>
                </a:lnTo>
                <a:lnTo>
                  <a:pt x="790575" y="1628775"/>
                </a:lnTo>
                <a:lnTo>
                  <a:pt x="771525" y="1628775"/>
                </a:lnTo>
                <a:lnTo>
                  <a:pt x="771525" y="1638300"/>
                </a:lnTo>
                <a:lnTo>
                  <a:pt x="666750" y="1638300"/>
                </a:lnTo>
                <a:lnTo>
                  <a:pt x="666750" y="1628775"/>
                </a:lnTo>
                <a:lnTo>
                  <a:pt x="657225" y="1628775"/>
                </a:lnTo>
                <a:close/>
                <a:moveTo>
                  <a:pt x="1295400" y="1628775"/>
                </a:moveTo>
                <a:lnTo>
                  <a:pt x="1304925" y="1628775"/>
                </a:lnTo>
                <a:lnTo>
                  <a:pt x="1304925" y="1638300"/>
                </a:lnTo>
                <a:lnTo>
                  <a:pt x="1323975" y="1638300"/>
                </a:lnTo>
                <a:lnTo>
                  <a:pt x="1323975" y="1647825"/>
                </a:lnTo>
                <a:lnTo>
                  <a:pt x="1333500" y="1647825"/>
                </a:lnTo>
                <a:lnTo>
                  <a:pt x="1333500" y="1638300"/>
                </a:lnTo>
                <a:lnTo>
                  <a:pt x="1343025" y="1638300"/>
                </a:lnTo>
                <a:lnTo>
                  <a:pt x="1343025" y="1628775"/>
                </a:lnTo>
                <a:lnTo>
                  <a:pt x="1352550" y="1628775"/>
                </a:lnTo>
                <a:lnTo>
                  <a:pt x="1352550" y="1609725"/>
                </a:lnTo>
                <a:lnTo>
                  <a:pt x="1333500" y="1609725"/>
                </a:lnTo>
                <a:lnTo>
                  <a:pt x="1333500" y="1619250"/>
                </a:lnTo>
                <a:lnTo>
                  <a:pt x="1314450" y="1619250"/>
                </a:lnTo>
                <a:lnTo>
                  <a:pt x="1314450" y="1609725"/>
                </a:lnTo>
                <a:lnTo>
                  <a:pt x="1295400" y="1609725"/>
                </a:lnTo>
                <a:close/>
                <a:moveTo>
                  <a:pt x="1295400" y="1657350"/>
                </a:moveTo>
                <a:lnTo>
                  <a:pt x="1304925" y="1657350"/>
                </a:lnTo>
                <a:lnTo>
                  <a:pt x="1304925" y="1647825"/>
                </a:lnTo>
                <a:lnTo>
                  <a:pt x="1295400" y="1647825"/>
                </a:lnTo>
                <a:close/>
                <a:moveTo>
                  <a:pt x="1466850" y="1657350"/>
                </a:moveTo>
                <a:lnTo>
                  <a:pt x="1476375" y="1657350"/>
                </a:lnTo>
                <a:lnTo>
                  <a:pt x="1476375" y="1647825"/>
                </a:lnTo>
                <a:lnTo>
                  <a:pt x="1466850" y="1647825"/>
                </a:lnTo>
                <a:close/>
                <a:moveTo>
                  <a:pt x="1447800" y="1676400"/>
                </a:moveTo>
                <a:lnTo>
                  <a:pt x="1457325" y="1676400"/>
                </a:lnTo>
                <a:lnTo>
                  <a:pt x="1457325" y="1666875"/>
                </a:lnTo>
                <a:lnTo>
                  <a:pt x="1447800" y="1666875"/>
                </a:lnTo>
                <a:close/>
                <a:moveTo>
                  <a:pt x="1485900" y="1733550"/>
                </a:moveTo>
                <a:lnTo>
                  <a:pt x="1495425" y="1733550"/>
                </a:lnTo>
                <a:lnTo>
                  <a:pt x="1495425" y="1724025"/>
                </a:lnTo>
                <a:lnTo>
                  <a:pt x="1476375" y="1724025"/>
                </a:lnTo>
                <a:lnTo>
                  <a:pt x="1476375" y="1733550"/>
                </a:lnTo>
                <a:lnTo>
                  <a:pt x="1466850" y="1733550"/>
                </a:lnTo>
                <a:lnTo>
                  <a:pt x="1466850" y="1743075"/>
                </a:lnTo>
                <a:lnTo>
                  <a:pt x="1457325" y="1743075"/>
                </a:lnTo>
                <a:lnTo>
                  <a:pt x="1457325" y="1752600"/>
                </a:lnTo>
                <a:lnTo>
                  <a:pt x="1485900" y="1752600"/>
                </a:lnTo>
                <a:close/>
                <a:moveTo>
                  <a:pt x="1257300" y="1752600"/>
                </a:moveTo>
                <a:lnTo>
                  <a:pt x="1333500" y="1752600"/>
                </a:lnTo>
                <a:lnTo>
                  <a:pt x="1333500" y="1733550"/>
                </a:lnTo>
                <a:lnTo>
                  <a:pt x="1257300" y="1733550"/>
                </a:lnTo>
                <a:close/>
                <a:moveTo>
                  <a:pt x="1343025" y="1752600"/>
                </a:moveTo>
                <a:lnTo>
                  <a:pt x="1371600" y="1752600"/>
                </a:lnTo>
                <a:lnTo>
                  <a:pt x="1371600" y="1733550"/>
                </a:lnTo>
                <a:lnTo>
                  <a:pt x="1343025" y="1733550"/>
                </a:lnTo>
                <a:close/>
                <a:moveTo>
                  <a:pt x="1390650" y="1752600"/>
                </a:moveTo>
                <a:lnTo>
                  <a:pt x="1438275" y="1752600"/>
                </a:lnTo>
                <a:lnTo>
                  <a:pt x="1438275" y="1733550"/>
                </a:lnTo>
                <a:lnTo>
                  <a:pt x="1390650" y="1733550"/>
                </a:lnTo>
                <a:close/>
                <a:moveTo>
                  <a:pt x="1504950" y="1752600"/>
                </a:moveTo>
                <a:lnTo>
                  <a:pt x="1514475" y="1752600"/>
                </a:lnTo>
                <a:lnTo>
                  <a:pt x="1514475" y="1724025"/>
                </a:lnTo>
                <a:lnTo>
                  <a:pt x="1504950" y="1724025"/>
                </a:lnTo>
                <a:close/>
              </a:path>
            </a:pathLst>
          </a:custGeom>
          <a:solidFill xmlns:a="http://schemas.openxmlformats.org/drawingml/2006/main">
            <a:srgbClr val="CB241A"/>
          </a:solidFill>
          <a:ln xmlns:a="http://schemas.openxmlformats.org/drawingml/2006/main" w="0">
            <a:noFill/>
          </a:ln>
        </p:spPr>
      </p:sp>
      <p:sp>
        <p:nvSpPr>
          <p:cNvPr id="136" name="logo7 vector #c71e19">
            <a:extLst xmlns:a="http://schemas.openxmlformats.org/drawingml/2006/main">
              <a:ext uri="{FF2B5EF4-FFF2-40B4-BE49-F238E27FC236}">
                <a16:creationId xmlns:a16="http://schemas.microsoft.com/office/drawing/2014/main" id="{65827E15-9723-45DA-BCDE-BBEA2BE69568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5300" y="5210175"/>
            <a:ext cx="2305050" cy="2105025"/>
          </a:xfrm>
          <a:custGeom xmlns:a="http://schemas.openxmlformats.org/drawingml/2006/main">
            <a:pathLst>
              <a:path w="1952625" h="1781175">
                <a:moveTo>
                  <a:pt x="485775" y="247650"/>
                </a:moveTo>
                <a:lnTo>
                  <a:pt x="495300" y="247650"/>
                </a:lnTo>
                <a:lnTo>
                  <a:pt x="495300" y="257175"/>
                </a:lnTo>
                <a:lnTo>
                  <a:pt x="504825" y="257175"/>
                </a:lnTo>
                <a:lnTo>
                  <a:pt x="504825" y="266700"/>
                </a:lnTo>
                <a:lnTo>
                  <a:pt x="523875" y="266700"/>
                </a:lnTo>
                <a:lnTo>
                  <a:pt x="523875" y="304800"/>
                </a:lnTo>
                <a:lnTo>
                  <a:pt x="533400" y="304800"/>
                </a:lnTo>
                <a:lnTo>
                  <a:pt x="533400" y="323850"/>
                </a:lnTo>
                <a:lnTo>
                  <a:pt x="514350" y="323850"/>
                </a:lnTo>
                <a:lnTo>
                  <a:pt x="514350" y="295275"/>
                </a:lnTo>
                <a:lnTo>
                  <a:pt x="504825" y="295275"/>
                </a:lnTo>
                <a:lnTo>
                  <a:pt x="504825" y="285750"/>
                </a:lnTo>
                <a:lnTo>
                  <a:pt x="495300" y="285750"/>
                </a:lnTo>
                <a:lnTo>
                  <a:pt x="495300" y="266700"/>
                </a:lnTo>
                <a:lnTo>
                  <a:pt x="485775" y="266700"/>
                </a:lnTo>
                <a:close/>
                <a:moveTo>
                  <a:pt x="257175" y="657225"/>
                </a:moveTo>
                <a:lnTo>
                  <a:pt x="1666875" y="657225"/>
                </a:lnTo>
                <a:lnTo>
                  <a:pt x="1666875" y="666750"/>
                </a:lnTo>
                <a:lnTo>
                  <a:pt x="1676400" y="666750"/>
                </a:lnTo>
                <a:lnTo>
                  <a:pt x="1676400" y="676275"/>
                </a:lnTo>
                <a:lnTo>
                  <a:pt x="1685925" y="676275"/>
                </a:lnTo>
                <a:lnTo>
                  <a:pt x="1685925" y="714375"/>
                </a:lnTo>
                <a:lnTo>
                  <a:pt x="1514475" y="714375"/>
                </a:lnTo>
                <a:lnTo>
                  <a:pt x="1514475" y="695325"/>
                </a:lnTo>
                <a:lnTo>
                  <a:pt x="1419225" y="695325"/>
                </a:lnTo>
                <a:lnTo>
                  <a:pt x="1419225" y="714375"/>
                </a:lnTo>
                <a:lnTo>
                  <a:pt x="895350" y="714375"/>
                </a:lnTo>
                <a:lnTo>
                  <a:pt x="895350" y="723900"/>
                </a:lnTo>
                <a:lnTo>
                  <a:pt x="876300" y="723900"/>
                </a:lnTo>
                <a:lnTo>
                  <a:pt x="876300" y="714375"/>
                </a:lnTo>
                <a:lnTo>
                  <a:pt x="781050" y="714375"/>
                </a:lnTo>
                <a:lnTo>
                  <a:pt x="781050" y="695325"/>
                </a:lnTo>
                <a:lnTo>
                  <a:pt x="695325" y="695325"/>
                </a:lnTo>
                <a:lnTo>
                  <a:pt x="695325" y="714375"/>
                </a:lnTo>
                <a:lnTo>
                  <a:pt x="561975" y="714375"/>
                </a:lnTo>
                <a:lnTo>
                  <a:pt x="561975" y="704850"/>
                </a:lnTo>
                <a:lnTo>
                  <a:pt x="533400" y="704850"/>
                </a:lnTo>
                <a:lnTo>
                  <a:pt x="533400" y="714375"/>
                </a:lnTo>
                <a:lnTo>
                  <a:pt x="523875" y="714375"/>
                </a:lnTo>
                <a:lnTo>
                  <a:pt x="523875" y="704850"/>
                </a:lnTo>
                <a:lnTo>
                  <a:pt x="504825" y="704850"/>
                </a:lnTo>
                <a:lnTo>
                  <a:pt x="504825" y="714375"/>
                </a:lnTo>
                <a:lnTo>
                  <a:pt x="219075" y="714375"/>
                </a:lnTo>
                <a:lnTo>
                  <a:pt x="219075" y="695325"/>
                </a:lnTo>
                <a:lnTo>
                  <a:pt x="228600" y="695325"/>
                </a:lnTo>
                <a:lnTo>
                  <a:pt x="228600" y="685800"/>
                </a:lnTo>
                <a:lnTo>
                  <a:pt x="247650" y="685800"/>
                </a:lnTo>
                <a:lnTo>
                  <a:pt x="247650" y="676275"/>
                </a:lnTo>
                <a:lnTo>
                  <a:pt x="257175" y="676275"/>
                </a:lnTo>
                <a:close/>
                <a:moveTo>
                  <a:pt x="495300" y="895350"/>
                </a:moveTo>
                <a:lnTo>
                  <a:pt x="552450" y="895350"/>
                </a:lnTo>
                <a:lnTo>
                  <a:pt x="552450" y="904875"/>
                </a:lnTo>
                <a:lnTo>
                  <a:pt x="571500" y="904875"/>
                </a:lnTo>
                <a:lnTo>
                  <a:pt x="571500" y="895350"/>
                </a:lnTo>
                <a:lnTo>
                  <a:pt x="600075" y="895350"/>
                </a:lnTo>
                <a:lnTo>
                  <a:pt x="600075" y="904875"/>
                </a:lnTo>
                <a:lnTo>
                  <a:pt x="628650" y="904875"/>
                </a:lnTo>
                <a:lnTo>
                  <a:pt x="628650" y="914400"/>
                </a:lnTo>
                <a:lnTo>
                  <a:pt x="647700" y="914400"/>
                </a:lnTo>
                <a:lnTo>
                  <a:pt x="647700" y="923925"/>
                </a:lnTo>
                <a:lnTo>
                  <a:pt x="628650" y="923925"/>
                </a:lnTo>
                <a:lnTo>
                  <a:pt x="628650" y="933450"/>
                </a:lnTo>
                <a:lnTo>
                  <a:pt x="647700" y="933450"/>
                </a:lnTo>
                <a:lnTo>
                  <a:pt x="647700" y="952500"/>
                </a:lnTo>
                <a:lnTo>
                  <a:pt x="638175" y="952500"/>
                </a:lnTo>
                <a:lnTo>
                  <a:pt x="638175" y="962025"/>
                </a:lnTo>
                <a:lnTo>
                  <a:pt x="628650" y="962025"/>
                </a:lnTo>
                <a:lnTo>
                  <a:pt x="628650" y="971550"/>
                </a:lnTo>
                <a:lnTo>
                  <a:pt x="638175" y="971550"/>
                </a:lnTo>
                <a:lnTo>
                  <a:pt x="638175" y="962025"/>
                </a:lnTo>
                <a:lnTo>
                  <a:pt x="647700" y="962025"/>
                </a:lnTo>
                <a:lnTo>
                  <a:pt x="647700" y="971550"/>
                </a:lnTo>
                <a:lnTo>
                  <a:pt x="638175" y="971550"/>
                </a:lnTo>
                <a:lnTo>
                  <a:pt x="638175" y="990600"/>
                </a:lnTo>
                <a:lnTo>
                  <a:pt x="600075" y="990600"/>
                </a:lnTo>
                <a:lnTo>
                  <a:pt x="600075" y="1000125"/>
                </a:lnTo>
                <a:lnTo>
                  <a:pt x="590550" y="1000125"/>
                </a:lnTo>
                <a:lnTo>
                  <a:pt x="590550" y="962025"/>
                </a:lnTo>
                <a:lnTo>
                  <a:pt x="581025" y="962025"/>
                </a:lnTo>
                <a:lnTo>
                  <a:pt x="581025" y="952500"/>
                </a:lnTo>
                <a:lnTo>
                  <a:pt x="561975" y="952500"/>
                </a:lnTo>
                <a:lnTo>
                  <a:pt x="561975" y="962025"/>
                </a:lnTo>
                <a:lnTo>
                  <a:pt x="552450" y="962025"/>
                </a:lnTo>
                <a:lnTo>
                  <a:pt x="552450" y="952500"/>
                </a:lnTo>
                <a:lnTo>
                  <a:pt x="533400" y="952500"/>
                </a:lnTo>
                <a:lnTo>
                  <a:pt x="533400" y="942975"/>
                </a:lnTo>
                <a:lnTo>
                  <a:pt x="523875" y="942975"/>
                </a:lnTo>
                <a:lnTo>
                  <a:pt x="523875" y="933450"/>
                </a:lnTo>
                <a:lnTo>
                  <a:pt x="514350" y="933450"/>
                </a:lnTo>
                <a:lnTo>
                  <a:pt x="514350" y="952500"/>
                </a:lnTo>
                <a:lnTo>
                  <a:pt x="504825" y="952500"/>
                </a:lnTo>
                <a:lnTo>
                  <a:pt x="504825" y="942975"/>
                </a:lnTo>
                <a:lnTo>
                  <a:pt x="485775" y="942975"/>
                </a:lnTo>
                <a:lnTo>
                  <a:pt x="485775" y="933450"/>
                </a:lnTo>
                <a:lnTo>
                  <a:pt x="476250" y="933450"/>
                </a:lnTo>
                <a:lnTo>
                  <a:pt x="476250" y="904875"/>
                </a:lnTo>
                <a:lnTo>
                  <a:pt x="495300" y="904875"/>
                </a:lnTo>
                <a:close/>
                <a:moveTo>
                  <a:pt x="981075" y="895350"/>
                </a:moveTo>
                <a:lnTo>
                  <a:pt x="1028700" y="895350"/>
                </a:lnTo>
                <a:lnTo>
                  <a:pt x="1028700" y="904875"/>
                </a:lnTo>
                <a:lnTo>
                  <a:pt x="1038225" y="904875"/>
                </a:lnTo>
                <a:lnTo>
                  <a:pt x="1038225" y="952500"/>
                </a:lnTo>
                <a:lnTo>
                  <a:pt x="1028700" y="952500"/>
                </a:lnTo>
                <a:lnTo>
                  <a:pt x="1028700" y="942975"/>
                </a:lnTo>
                <a:lnTo>
                  <a:pt x="1019175" y="942975"/>
                </a:lnTo>
                <a:lnTo>
                  <a:pt x="1019175" y="933450"/>
                </a:lnTo>
                <a:lnTo>
                  <a:pt x="1009650" y="933450"/>
                </a:lnTo>
                <a:lnTo>
                  <a:pt x="1009650" y="942975"/>
                </a:lnTo>
                <a:lnTo>
                  <a:pt x="981075" y="942975"/>
                </a:lnTo>
                <a:lnTo>
                  <a:pt x="981075" y="923925"/>
                </a:lnTo>
                <a:lnTo>
                  <a:pt x="971550" y="923925"/>
                </a:lnTo>
                <a:lnTo>
                  <a:pt x="971550" y="904875"/>
                </a:lnTo>
                <a:lnTo>
                  <a:pt x="981075" y="904875"/>
                </a:lnTo>
                <a:close/>
                <a:moveTo>
                  <a:pt x="1647825" y="895350"/>
                </a:moveTo>
                <a:lnTo>
                  <a:pt x="1790700" y="895350"/>
                </a:lnTo>
                <a:lnTo>
                  <a:pt x="1790700" y="914400"/>
                </a:lnTo>
                <a:lnTo>
                  <a:pt x="1781175" y="914400"/>
                </a:lnTo>
                <a:lnTo>
                  <a:pt x="1781175" y="923925"/>
                </a:lnTo>
                <a:lnTo>
                  <a:pt x="1771650" y="923925"/>
                </a:lnTo>
                <a:lnTo>
                  <a:pt x="1771650" y="933450"/>
                </a:lnTo>
                <a:lnTo>
                  <a:pt x="1752600" y="933450"/>
                </a:lnTo>
                <a:lnTo>
                  <a:pt x="1752600" y="923925"/>
                </a:lnTo>
                <a:lnTo>
                  <a:pt x="1743075" y="923925"/>
                </a:lnTo>
                <a:lnTo>
                  <a:pt x="1743075" y="933450"/>
                </a:lnTo>
                <a:lnTo>
                  <a:pt x="1724025" y="933450"/>
                </a:lnTo>
                <a:lnTo>
                  <a:pt x="1724025" y="942975"/>
                </a:lnTo>
                <a:lnTo>
                  <a:pt x="1685925" y="942975"/>
                </a:lnTo>
                <a:lnTo>
                  <a:pt x="1685925" y="952500"/>
                </a:lnTo>
                <a:lnTo>
                  <a:pt x="1676400" y="952500"/>
                </a:lnTo>
                <a:lnTo>
                  <a:pt x="1676400" y="962025"/>
                </a:lnTo>
                <a:lnTo>
                  <a:pt x="1657350" y="962025"/>
                </a:lnTo>
                <a:lnTo>
                  <a:pt x="1657350" y="971550"/>
                </a:lnTo>
                <a:lnTo>
                  <a:pt x="1638300" y="971550"/>
                </a:lnTo>
                <a:lnTo>
                  <a:pt x="1638300" y="962025"/>
                </a:lnTo>
                <a:lnTo>
                  <a:pt x="1628775" y="962025"/>
                </a:lnTo>
                <a:lnTo>
                  <a:pt x="1628775" y="904875"/>
                </a:lnTo>
                <a:lnTo>
                  <a:pt x="1647825" y="904875"/>
                </a:lnTo>
                <a:close/>
                <a:moveTo>
                  <a:pt x="114300" y="904875"/>
                </a:moveTo>
                <a:lnTo>
                  <a:pt x="123825" y="904875"/>
                </a:lnTo>
                <a:lnTo>
                  <a:pt x="123825" y="914400"/>
                </a:lnTo>
                <a:lnTo>
                  <a:pt x="114300" y="914400"/>
                </a:lnTo>
                <a:close/>
                <a:moveTo>
                  <a:pt x="133350" y="904875"/>
                </a:moveTo>
                <a:lnTo>
                  <a:pt x="180975" y="904875"/>
                </a:lnTo>
                <a:lnTo>
                  <a:pt x="180975" y="914400"/>
                </a:lnTo>
                <a:lnTo>
                  <a:pt x="190500" y="914400"/>
                </a:lnTo>
                <a:lnTo>
                  <a:pt x="190500" y="923925"/>
                </a:lnTo>
                <a:lnTo>
                  <a:pt x="219075" y="923925"/>
                </a:lnTo>
                <a:lnTo>
                  <a:pt x="219075" y="933450"/>
                </a:lnTo>
                <a:lnTo>
                  <a:pt x="238125" y="933450"/>
                </a:lnTo>
                <a:lnTo>
                  <a:pt x="238125" y="942975"/>
                </a:lnTo>
                <a:lnTo>
                  <a:pt x="247650" y="942975"/>
                </a:lnTo>
                <a:lnTo>
                  <a:pt x="247650" y="962025"/>
                </a:lnTo>
                <a:lnTo>
                  <a:pt x="257175" y="962025"/>
                </a:lnTo>
                <a:lnTo>
                  <a:pt x="257175" y="952500"/>
                </a:lnTo>
                <a:lnTo>
                  <a:pt x="266700" y="952500"/>
                </a:lnTo>
                <a:lnTo>
                  <a:pt x="266700" y="962025"/>
                </a:lnTo>
                <a:lnTo>
                  <a:pt x="257175" y="962025"/>
                </a:lnTo>
                <a:lnTo>
                  <a:pt x="257175" y="971550"/>
                </a:lnTo>
                <a:lnTo>
                  <a:pt x="247650" y="971550"/>
                </a:lnTo>
                <a:lnTo>
                  <a:pt x="247650" y="981075"/>
                </a:lnTo>
                <a:lnTo>
                  <a:pt x="238125" y="981075"/>
                </a:lnTo>
                <a:lnTo>
                  <a:pt x="238125" y="990600"/>
                </a:lnTo>
                <a:lnTo>
                  <a:pt x="228600" y="990600"/>
                </a:lnTo>
                <a:lnTo>
                  <a:pt x="228600" y="1000125"/>
                </a:lnTo>
                <a:lnTo>
                  <a:pt x="171450" y="1000125"/>
                </a:lnTo>
                <a:lnTo>
                  <a:pt x="171450" y="990600"/>
                </a:lnTo>
                <a:lnTo>
                  <a:pt x="152400" y="990600"/>
                </a:lnTo>
                <a:lnTo>
                  <a:pt x="152400" y="981075"/>
                </a:lnTo>
                <a:lnTo>
                  <a:pt x="142875" y="981075"/>
                </a:lnTo>
                <a:lnTo>
                  <a:pt x="142875" y="971550"/>
                </a:lnTo>
                <a:lnTo>
                  <a:pt x="133350" y="971550"/>
                </a:lnTo>
                <a:lnTo>
                  <a:pt x="133350" y="962025"/>
                </a:lnTo>
                <a:lnTo>
                  <a:pt x="123825" y="962025"/>
                </a:lnTo>
                <a:lnTo>
                  <a:pt x="123825" y="952500"/>
                </a:lnTo>
                <a:lnTo>
                  <a:pt x="114300" y="952500"/>
                </a:lnTo>
                <a:lnTo>
                  <a:pt x="114300" y="933450"/>
                </a:lnTo>
                <a:lnTo>
                  <a:pt x="133350" y="933450"/>
                </a:lnTo>
                <a:lnTo>
                  <a:pt x="133350" y="923925"/>
                </a:lnTo>
                <a:lnTo>
                  <a:pt x="123825" y="923925"/>
                </a:lnTo>
                <a:lnTo>
                  <a:pt x="123825" y="914400"/>
                </a:lnTo>
                <a:lnTo>
                  <a:pt x="133350" y="914400"/>
                </a:lnTo>
                <a:close/>
                <a:moveTo>
                  <a:pt x="1238250" y="904875"/>
                </a:moveTo>
                <a:lnTo>
                  <a:pt x="1266825" y="904875"/>
                </a:lnTo>
                <a:lnTo>
                  <a:pt x="1266825" y="914400"/>
                </a:lnTo>
                <a:lnTo>
                  <a:pt x="1276350" y="914400"/>
                </a:lnTo>
                <a:lnTo>
                  <a:pt x="1276350" y="923925"/>
                </a:lnTo>
                <a:lnTo>
                  <a:pt x="1266825" y="923925"/>
                </a:lnTo>
                <a:lnTo>
                  <a:pt x="1266825" y="933450"/>
                </a:lnTo>
                <a:lnTo>
                  <a:pt x="1276350" y="933450"/>
                </a:lnTo>
                <a:lnTo>
                  <a:pt x="1276350" y="942975"/>
                </a:lnTo>
                <a:lnTo>
                  <a:pt x="1285875" y="942975"/>
                </a:lnTo>
                <a:lnTo>
                  <a:pt x="1285875" y="952500"/>
                </a:lnTo>
                <a:lnTo>
                  <a:pt x="1343025" y="952500"/>
                </a:lnTo>
                <a:lnTo>
                  <a:pt x="1343025" y="962025"/>
                </a:lnTo>
                <a:lnTo>
                  <a:pt x="1352550" y="962025"/>
                </a:lnTo>
                <a:lnTo>
                  <a:pt x="1352550" y="971550"/>
                </a:lnTo>
                <a:lnTo>
                  <a:pt x="1371600" y="971550"/>
                </a:lnTo>
                <a:lnTo>
                  <a:pt x="1371600" y="962025"/>
                </a:lnTo>
                <a:lnTo>
                  <a:pt x="1400175" y="962025"/>
                </a:lnTo>
                <a:lnTo>
                  <a:pt x="1400175" y="971550"/>
                </a:lnTo>
                <a:lnTo>
                  <a:pt x="1390650" y="971550"/>
                </a:lnTo>
                <a:lnTo>
                  <a:pt x="1390650" y="990600"/>
                </a:lnTo>
                <a:lnTo>
                  <a:pt x="1371600" y="990600"/>
                </a:lnTo>
                <a:lnTo>
                  <a:pt x="1371600" y="1000125"/>
                </a:lnTo>
                <a:lnTo>
                  <a:pt x="1362075" y="1000125"/>
                </a:lnTo>
                <a:lnTo>
                  <a:pt x="1362075" y="1009650"/>
                </a:lnTo>
                <a:lnTo>
                  <a:pt x="1352550" y="1009650"/>
                </a:lnTo>
                <a:lnTo>
                  <a:pt x="1352550" y="1000125"/>
                </a:lnTo>
                <a:lnTo>
                  <a:pt x="1304925" y="1000125"/>
                </a:lnTo>
                <a:lnTo>
                  <a:pt x="1304925" y="990600"/>
                </a:lnTo>
                <a:lnTo>
                  <a:pt x="1295400" y="990600"/>
                </a:lnTo>
                <a:lnTo>
                  <a:pt x="1295400" y="981075"/>
                </a:lnTo>
                <a:lnTo>
                  <a:pt x="1276350" y="981075"/>
                </a:lnTo>
                <a:lnTo>
                  <a:pt x="1276350" y="971550"/>
                </a:lnTo>
                <a:lnTo>
                  <a:pt x="1266825" y="971550"/>
                </a:lnTo>
                <a:lnTo>
                  <a:pt x="1266825" y="962025"/>
                </a:lnTo>
                <a:lnTo>
                  <a:pt x="1247775" y="962025"/>
                </a:lnTo>
                <a:lnTo>
                  <a:pt x="1247775" y="942975"/>
                </a:lnTo>
                <a:lnTo>
                  <a:pt x="1238250" y="942975"/>
                </a:lnTo>
                <a:close/>
                <a:moveTo>
                  <a:pt x="866775" y="923925"/>
                </a:moveTo>
                <a:lnTo>
                  <a:pt x="876300" y="923925"/>
                </a:lnTo>
                <a:lnTo>
                  <a:pt x="876300" y="933450"/>
                </a:lnTo>
                <a:lnTo>
                  <a:pt x="866775" y="933450"/>
                </a:lnTo>
                <a:close/>
                <a:moveTo>
                  <a:pt x="514350" y="952500"/>
                </a:moveTo>
                <a:lnTo>
                  <a:pt x="533400" y="952500"/>
                </a:lnTo>
                <a:lnTo>
                  <a:pt x="533400" y="962025"/>
                </a:lnTo>
                <a:lnTo>
                  <a:pt x="523875" y="962025"/>
                </a:lnTo>
                <a:lnTo>
                  <a:pt x="523875" y="971550"/>
                </a:lnTo>
                <a:lnTo>
                  <a:pt x="533400" y="971550"/>
                </a:lnTo>
                <a:lnTo>
                  <a:pt x="533400" y="981075"/>
                </a:lnTo>
                <a:lnTo>
                  <a:pt x="514350" y="981075"/>
                </a:lnTo>
                <a:close/>
                <a:moveTo>
                  <a:pt x="1019175" y="952500"/>
                </a:moveTo>
                <a:lnTo>
                  <a:pt x="1028700" y="952500"/>
                </a:lnTo>
                <a:lnTo>
                  <a:pt x="1028700" y="962025"/>
                </a:lnTo>
                <a:lnTo>
                  <a:pt x="1019175" y="962025"/>
                </a:lnTo>
                <a:close/>
                <a:moveTo>
                  <a:pt x="361950" y="1095375"/>
                </a:moveTo>
                <a:lnTo>
                  <a:pt x="381000" y="1095375"/>
                </a:lnTo>
                <a:lnTo>
                  <a:pt x="381000" y="1104900"/>
                </a:lnTo>
                <a:lnTo>
                  <a:pt x="371475" y="1104900"/>
                </a:lnTo>
                <a:lnTo>
                  <a:pt x="371475" y="1114425"/>
                </a:lnTo>
                <a:lnTo>
                  <a:pt x="361950" y="1114425"/>
                </a:lnTo>
                <a:lnTo>
                  <a:pt x="361950" y="1133475"/>
                </a:lnTo>
                <a:lnTo>
                  <a:pt x="352425" y="1133475"/>
                </a:lnTo>
                <a:lnTo>
                  <a:pt x="352425" y="1104900"/>
                </a:lnTo>
                <a:lnTo>
                  <a:pt x="361950" y="1104900"/>
                </a:lnTo>
                <a:close/>
                <a:moveTo>
                  <a:pt x="942975" y="1095375"/>
                </a:moveTo>
                <a:lnTo>
                  <a:pt x="962025" y="1095375"/>
                </a:lnTo>
                <a:lnTo>
                  <a:pt x="962025" y="1104900"/>
                </a:lnTo>
                <a:lnTo>
                  <a:pt x="942975" y="1104900"/>
                </a:lnTo>
                <a:close/>
                <a:moveTo>
                  <a:pt x="676275" y="1104900"/>
                </a:moveTo>
                <a:lnTo>
                  <a:pt x="895350" y="1104900"/>
                </a:lnTo>
                <a:lnTo>
                  <a:pt x="895350" y="1114425"/>
                </a:lnTo>
                <a:lnTo>
                  <a:pt x="676275" y="1114425"/>
                </a:lnTo>
                <a:close/>
                <a:moveTo>
                  <a:pt x="1190625" y="1104900"/>
                </a:moveTo>
                <a:lnTo>
                  <a:pt x="1266825" y="1104900"/>
                </a:lnTo>
                <a:lnTo>
                  <a:pt x="1266825" y="1114425"/>
                </a:lnTo>
                <a:lnTo>
                  <a:pt x="1190625" y="1114425"/>
                </a:lnTo>
                <a:close/>
                <a:moveTo>
                  <a:pt x="981075" y="1114425"/>
                </a:moveTo>
                <a:lnTo>
                  <a:pt x="990600" y="1114425"/>
                </a:lnTo>
                <a:lnTo>
                  <a:pt x="990600" y="1133475"/>
                </a:lnTo>
                <a:lnTo>
                  <a:pt x="981075" y="1133475"/>
                </a:lnTo>
                <a:close/>
                <a:moveTo>
                  <a:pt x="1228725" y="1543050"/>
                </a:moveTo>
                <a:lnTo>
                  <a:pt x="1266825" y="1543050"/>
                </a:lnTo>
                <a:lnTo>
                  <a:pt x="1266825" y="1552575"/>
                </a:lnTo>
                <a:lnTo>
                  <a:pt x="1276350" y="1552575"/>
                </a:lnTo>
                <a:lnTo>
                  <a:pt x="1276350" y="1562100"/>
                </a:lnTo>
                <a:lnTo>
                  <a:pt x="1266825" y="1562100"/>
                </a:lnTo>
                <a:lnTo>
                  <a:pt x="1266825" y="1571625"/>
                </a:lnTo>
                <a:lnTo>
                  <a:pt x="1247775" y="1571625"/>
                </a:lnTo>
                <a:lnTo>
                  <a:pt x="1247775" y="1590675"/>
                </a:lnTo>
                <a:lnTo>
                  <a:pt x="1257300" y="1590675"/>
                </a:lnTo>
                <a:lnTo>
                  <a:pt x="1257300" y="1581150"/>
                </a:lnTo>
                <a:lnTo>
                  <a:pt x="1285875" y="1581150"/>
                </a:lnTo>
                <a:lnTo>
                  <a:pt x="1285875" y="1600200"/>
                </a:lnTo>
                <a:lnTo>
                  <a:pt x="1257300" y="1600200"/>
                </a:lnTo>
                <a:lnTo>
                  <a:pt x="1257300" y="1609725"/>
                </a:lnTo>
                <a:lnTo>
                  <a:pt x="1247775" y="1609725"/>
                </a:lnTo>
                <a:lnTo>
                  <a:pt x="1247775" y="1628775"/>
                </a:lnTo>
                <a:lnTo>
                  <a:pt x="1238250" y="1628775"/>
                </a:lnTo>
                <a:lnTo>
                  <a:pt x="1238250" y="1647825"/>
                </a:lnTo>
                <a:lnTo>
                  <a:pt x="1276350" y="1647825"/>
                </a:lnTo>
                <a:lnTo>
                  <a:pt x="1276350" y="1657350"/>
                </a:lnTo>
                <a:lnTo>
                  <a:pt x="1285875" y="1657350"/>
                </a:lnTo>
                <a:lnTo>
                  <a:pt x="1285875" y="1666875"/>
                </a:lnTo>
                <a:lnTo>
                  <a:pt x="1266825" y="1666875"/>
                </a:lnTo>
                <a:lnTo>
                  <a:pt x="1266825" y="1676400"/>
                </a:lnTo>
                <a:lnTo>
                  <a:pt x="1276350" y="1676400"/>
                </a:lnTo>
                <a:lnTo>
                  <a:pt x="1276350" y="1685925"/>
                </a:lnTo>
                <a:lnTo>
                  <a:pt x="1257300" y="1685925"/>
                </a:lnTo>
                <a:lnTo>
                  <a:pt x="1257300" y="1695450"/>
                </a:lnTo>
                <a:lnTo>
                  <a:pt x="1238250" y="1695450"/>
                </a:lnTo>
                <a:lnTo>
                  <a:pt x="1238250" y="1704975"/>
                </a:lnTo>
                <a:lnTo>
                  <a:pt x="1228725" y="1704975"/>
                </a:lnTo>
                <a:lnTo>
                  <a:pt x="1228725" y="1695450"/>
                </a:lnTo>
                <a:lnTo>
                  <a:pt x="1219200" y="1695450"/>
                </a:lnTo>
                <a:lnTo>
                  <a:pt x="1219200" y="1704975"/>
                </a:lnTo>
                <a:lnTo>
                  <a:pt x="1209675" y="1704975"/>
                </a:lnTo>
                <a:lnTo>
                  <a:pt x="1209675" y="1733550"/>
                </a:lnTo>
                <a:lnTo>
                  <a:pt x="1219200" y="1733550"/>
                </a:lnTo>
                <a:lnTo>
                  <a:pt x="1219200" y="1743075"/>
                </a:lnTo>
                <a:lnTo>
                  <a:pt x="1209675" y="1743075"/>
                </a:lnTo>
                <a:lnTo>
                  <a:pt x="1209675" y="1752600"/>
                </a:lnTo>
                <a:lnTo>
                  <a:pt x="1200150" y="1752600"/>
                </a:lnTo>
                <a:lnTo>
                  <a:pt x="1200150" y="1743075"/>
                </a:lnTo>
                <a:lnTo>
                  <a:pt x="1190625" y="1743075"/>
                </a:lnTo>
                <a:lnTo>
                  <a:pt x="1190625" y="1571625"/>
                </a:lnTo>
                <a:lnTo>
                  <a:pt x="1209675" y="1571625"/>
                </a:lnTo>
                <a:lnTo>
                  <a:pt x="1209675" y="1581150"/>
                </a:lnTo>
                <a:lnTo>
                  <a:pt x="1219200" y="1581150"/>
                </a:lnTo>
                <a:lnTo>
                  <a:pt x="1219200" y="1571625"/>
                </a:lnTo>
                <a:lnTo>
                  <a:pt x="1228725" y="1571625"/>
                </a:lnTo>
                <a:close/>
                <a:moveTo>
                  <a:pt x="1390650" y="1543050"/>
                </a:moveTo>
                <a:lnTo>
                  <a:pt x="1400175" y="1543050"/>
                </a:lnTo>
                <a:lnTo>
                  <a:pt x="1400175" y="1552575"/>
                </a:lnTo>
                <a:lnTo>
                  <a:pt x="1390650" y="1552575"/>
                </a:lnTo>
                <a:close/>
                <a:moveTo>
                  <a:pt x="1476375" y="1543050"/>
                </a:moveTo>
                <a:lnTo>
                  <a:pt x="1485900" y="1543050"/>
                </a:lnTo>
                <a:lnTo>
                  <a:pt x="1485900" y="1552575"/>
                </a:lnTo>
                <a:lnTo>
                  <a:pt x="1495425" y="1552575"/>
                </a:lnTo>
                <a:lnTo>
                  <a:pt x="1495425" y="1562100"/>
                </a:lnTo>
                <a:lnTo>
                  <a:pt x="1466850" y="1562100"/>
                </a:lnTo>
                <a:lnTo>
                  <a:pt x="1466850" y="1552575"/>
                </a:lnTo>
                <a:lnTo>
                  <a:pt x="1476375" y="1552575"/>
                </a:lnTo>
                <a:close/>
                <a:moveTo>
                  <a:pt x="1466850" y="1581150"/>
                </a:moveTo>
                <a:lnTo>
                  <a:pt x="1476375" y="1581150"/>
                </a:lnTo>
                <a:lnTo>
                  <a:pt x="1476375" y="1600200"/>
                </a:lnTo>
                <a:lnTo>
                  <a:pt x="1466850" y="1600200"/>
                </a:lnTo>
                <a:close/>
                <a:moveTo>
                  <a:pt x="1295400" y="1609725"/>
                </a:moveTo>
                <a:lnTo>
                  <a:pt x="1314450" y="1609725"/>
                </a:lnTo>
                <a:lnTo>
                  <a:pt x="1314450" y="1619250"/>
                </a:lnTo>
                <a:lnTo>
                  <a:pt x="1333500" y="1619250"/>
                </a:lnTo>
                <a:lnTo>
                  <a:pt x="1333500" y="1609725"/>
                </a:lnTo>
                <a:lnTo>
                  <a:pt x="1352550" y="1609725"/>
                </a:lnTo>
                <a:lnTo>
                  <a:pt x="1352550" y="1628775"/>
                </a:lnTo>
                <a:lnTo>
                  <a:pt x="1343025" y="1628775"/>
                </a:lnTo>
                <a:lnTo>
                  <a:pt x="1343025" y="1638300"/>
                </a:lnTo>
                <a:lnTo>
                  <a:pt x="1333500" y="1638300"/>
                </a:lnTo>
                <a:lnTo>
                  <a:pt x="1333500" y="1647825"/>
                </a:lnTo>
                <a:lnTo>
                  <a:pt x="1323975" y="1647825"/>
                </a:lnTo>
                <a:lnTo>
                  <a:pt x="1323975" y="1638300"/>
                </a:lnTo>
                <a:lnTo>
                  <a:pt x="1304925" y="1638300"/>
                </a:lnTo>
                <a:lnTo>
                  <a:pt x="1304925" y="1628775"/>
                </a:lnTo>
                <a:lnTo>
                  <a:pt x="1295400" y="1628775"/>
                </a:lnTo>
                <a:close/>
                <a:moveTo>
                  <a:pt x="447675" y="1619250"/>
                </a:moveTo>
                <a:lnTo>
                  <a:pt x="590550" y="1619250"/>
                </a:lnTo>
                <a:lnTo>
                  <a:pt x="590550" y="1628775"/>
                </a:lnTo>
                <a:lnTo>
                  <a:pt x="600075" y="1628775"/>
                </a:lnTo>
                <a:lnTo>
                  <a:pt x="600075" y="1619250"/>
                </a:lnTo>
                <a:lnTo>
                  <a:pt x="619125" y="1619250"/>
                </a:lnTo>
                <a:lnTo>
                  <a:pt x="619125" y="1628775"/>
                </a:lnTo>
                <a:lnTo>
                  <a:pt x="628650" y="1628775"/>
                </a:lnTo>
                <a:lnTo>
                  <a:pt x="628650" y="1638300"/>
                </a:lnTo>
                <a:lnTo>
                  <a:pt x="609600" y="1638300"/>
                </a:lnTo>
                <a:lnTo>
                  <a:pt x="609600" y="1628775"/>
                </a:lnTo>
                <a:lnTo>
                  <a:pt x="600075" y="1628775"/>
                </a:lnTo>
                <a:lnTo>
                  <a:pt x="600075" y="1638300"/>
                </a:lnTo>
                <a:lnTo>
                  <a:pt x="581025" y="1638300"/>
                </a:lnTo>
                <a:lnTo>
                  <a:pt x="581025" y="1628775"/>
                </a:lnTo>
                <a:lnTo>
                  <a:pt x="485775" y="1628775"/>
                </a:lnTo>
                <a:lnTo>
                  <a:pt x="485775" y="1638300"/>
                </a:lnTo>
                <a:lnTo>
                  <a:pt x="457200" y="1638300"/>
                </a:lnTo>
                <a:lnTo>
                  <a:pt x="457200" y="1628775"/>
                </a:lnTo>
                <a:lnTo>
                  <a:pt x="447675" y="1628775"/>
                </a:lnTo>
                <a:close/>
                <a:moveTo>
                  <a:pt x="1295400" y="1647825"/>
                </a:moveTo>
                <a:lnTo>
                  <a:pt x="1304925" y="1647825"/>
                </a:lnTo>
                <a:lnTo>
                  <a:pt x="1304925" y="1657350"/>
                </a:lnTo>
                <a:lnTo>
                  <a:pt x="1295400" y="1657350"/>
                </a:lnTo>
                <a:close/>
                <a:moveTo>
                  <a:pt x="1466850" y="1647825"/>
                </a:moveTo>
                <a:lnTo>
                  <a:pt x="1476375" y="1647825"/>
                </a:lnTo>
                <a:lnTo>
                  <a:pt x="1476375" y="1657350"/>
                </a:lnTo>
                <a:lnTo>
                  <a:pt x="1466850" y="1657350"/>
                </a:lnTo>
                <a:close/>
                <a:moveTo>
                  <a:pt x="1447800" y="1666875"/>
                </a:moveTo>
                <a:lnTo>
                  <a:pt x="1457325" y="1666875"/>
                </a:lnTo>
                <a:lnTo>
                  <a:pt x="1457325" y="1676400"/>
                </a:lnTo>
                <a:lnTo>
                  <a:pt x="1447800" y="1676400"/>
                </a:lnTo>
                <a:close/>
                <a:moveTo>
                  <a:pt x="1476375" y="1724025"/>
                </a:moveTo>
                <a:lnTo>
                  <a:pt x="1495425" y="1724025"/>
                </a:lnTo>
                <a:lnTo>
                  <a:pt x="1495425" y="1733550"/>
                </a:lnTo>
                <a:lnTo>
                  <a:pt x="1485900" y="1733550"/>
                </a:lnTo>
                <a:lnTo>
                  <a:pt x="1485900" y="1752600"/>
                </a:lnTo>
                <a:lnTo>
                  <a:pt x="1457325" y="1752600"/>
                </a:lnTo>
                <a:lnTo>
                  <a:pt x="1457325" y="1743075"/>
                </a:lnTo>
                <a:lnTo>
                  <a:pt x="1466850" y="1743075"/>
                </a:lnTo>
                <a:lnTo>
                  <a:pt x="1466850" y="1733550"/>
                </a:lnTo>
                <a:lnTo>
                  <a:pt x="1476375" y="1733550"/>
                </a:lnTo>
                <a:close/>
                <a:moveTo>
                  <a:pt x="1257300" y="1733550"/>
                </a:moveTo>
                <a:lnTo>
                  <a:pt x="1333500" y="1733550"/>
                </a:lnTo>
                <a:lnTo>
                  <a:pt x="1333500" y="1752600"/>
                </a:lnTo>
                <a:lnTo>
                  <a:pt x="1257300" y="1752600"/>
                </a:lnTo>
                <a:close/>
                <a:moveTo>
                  <a:pt x="1343025" y="1733550"/>
                </a:moveTo>
                <a:lnTo>
                  <a:pt x="1371600" y="1733550"/>
                </a:lnTo>
                <a:lnTo>
                  <a:pt x="1371600" y="1752600"/>
                </a:lnTo>
                <a:lnTo>
                  <a:pt x="1343025" y="1752600"/>
                </a:lnTo>
                <a:close/>
                <a:moveTo>
                  <a:pt x="1390650" y="1733550"/>
                </a:moveTo>
                <a:lnTo>
                  <a:pt x="1438275" y="1733550"/>
                </a:lnTo>
                <a:lnTo>
                  <a:pt x="1438275" y="1752600"/>
                </a:lnTo>
                <a:lnTo>
                  <a:pt x="1390650" y="1752600"/>
                </a:lnTo>
                <a:close/>
                <a:moveTo>
                  <a:pt x="1143000" y="1743075"/>
                </a:moveTo>
                <a:lnTo>
                  <a:pt x="1152525" y="1743075"/>
                </a:lnTo>
                <a:lnTo>
                  <a:pt x="1152525" y="1762125"/>
                </a:lnTo>
                <a:lnTo>
                  <a:pt x="1143000" y="1762125"/>
                </a:lnTo>
                <a:close/>
                <a:moveTo>
                  <a:pt x="1143000" y="1771650"/>
                </a:moveTo>
                <a:lnTo>
                  <a:pt x="1152525" y="1771650"/>
                </a:lnTo>
                <a:lnTo>
                  <a:pt x="1152525" y="1781175"/>
                </a:lnTo>
                <a:lnTo>
                  <a:pt x="1143000" y="1781175"/>
                </a:lnTo>
                <a:close/>
              </a:path>
            </a:pathLst>
          </a:custGeom>
          <a:solidFill xmlns:a="http://schemas.openxmlformats.org/drawingml/2006/main">
            <a:srgbClr val="C71E19"/>
          </a:solidFill>
          <a:ln xmlns:a="http://schemas.openxmlformats.org/drawingml/2006/main" w="0">
            <a:noFill/>
          </a:ln>
        </p:spPr>
      </p:sp>
      <p:sp>
        <p:nvSpPr>
          <p:cNvPr id="137" name="logo7 vector #b12219">
            <a:extLst xmlns:a="http://schemas.openxmlformats.org/drawingml/2006/main">
              <a:ext uri="{FF2B5EF4-FFF2-40B4-BE49-F238E27FC236}">
                <a16:creationId xmlns:a16="http://schemas.microsoft.com/office/drawing/2014/main" id="{701714A4-D808-4C40-9875-6EFDD2AEB943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>
            <a:off x="495300" y="5210175"/>
            <a:ext cx="2305050" cy="2105025"/>
          </a:xfrm>
          <a:custGeom xmlns:a="http://schemas.openxmlformats.org/drawingml/2006/main">
            <a:pathLst>
              <a:path w="1952625" h="1781175">
                <a:moveTo>
                  <a:pt x="638175" y="200025"/>
                </a:moveTo>
                <a:lnTo>
                  <a:pt x="657225" y="200025"/>
                </a:lnTo>
                <a:lnTo>
                  <a:pt x="657225" y="209550"/>
                </a:lnTo>
                <a:lnTo>
                  <a:pt x="666750" y="209550"/>
                </a:lnTo>
                <a:lnTo>
                  <a:pt x="666750" y="247650"/>
                </a:lnTo>
                <a:lnTo>
                  <a:pt x="647700" y="247650"/>
                </a:lnTo>
                <a:lnTo>
                  <a:pt x="647700" y="257175"/>
                </a:lnTo>
                <a:lnTo>
                  <a:pt x="638175" y="257175"/>
                </a:lnTo>
                <a:lnTo>
                  <a:pt x="638175" y="276225"/>
                </a:lnTo>
                <a:lnTo>
                  <a:pt x="647700" y="276225"/>
                </a:lnTo>
                <a:lnTo>
                  <a:pt x="647700" y="304800"/>
                </a:lnTo>
                <a:lnTo>
                  <a:pt x="657225" y="304800"/>
                </a:lnTo>
                <a:lnTo>
                  <a:pt x="657225" y="314325"/>
                </a:lnTo>
                <a:lnTo>
                  <a:pt x="666750" y="314325"/>
                </a:lnTo>
                <a:lnTo>
                  <a:pt x="666750" y="390525"/>
                </a:lnTo>
                <a:lnTo>
                  <a:pt x="676275" y="390525"/>
                </a:lnTo>
                <a:lnTo>
                  <a:pt x="676275" y="400050"/>
                </a:lnTo>
                <a:lnTo>
                  <a:pt x="666750" y="400050"/>
                </a:lnTo>
                <a:lnTo>
                  <a:pt x="666750" y="409575"/>
                </a:lnTo>
                <a:lnTo>
                  <a:pt x="619125" y="409575"/>
                </a:lnTo>
                <a:lnTo>
                  <a:pt x="619125" y="400050"/>
                </a:lnTo>
                <a:lnTo>
                  <a:pt x="609600" y="400050"/>
                </a:lnTo>
                <a:lnTo>
                  <a:pt x="609600" y="390525"/>
                </a:lnTo>
                <a:lnTo>
                  <a:pt x="619125" y="390525"/>
                </a:lnTo>
                <a:lnTo>
                  <a:pt x="619125" y="381000"/>
                </a:lnTo>
                <a:lnTo>
                  <a:pt x="628650" y="381000"/>
                </a:lnTo>
                <a:lnTo>
                  <a:pt x="628650" y="228600"/>
                </a:lnTo>
                <a:lnTo>
                  <a:pt x="619125" y="228600"/>
                </a:lnTo>
                <a:lnTo>
                  <a:pt x="619125" y="209550"/>
                </a:lnTo>
                <a:lnTo>
                  <a:pt x="638175" y="209550"/>
                </a:lnTo>
                <a:close/>
                <a:moveTo>
                  <a:pt x="1333500" y="209550"/>
                </a:moveTo>
                <a:lnTo>
                  <a:pt x="1362075" y="209550"/>
                </a:lnTo>
                <a:lnTo>
                  <a:pt x="1362075" y="219075"/>
                </a:lnTo>
                <a:lnTo>
                  <a:pt x="1333500" y="219075"/>
                </a:lnTo>
                <a:close/>
                <a:moveTo>
                  <a:pt x="495300" y="219075"/>
                </a:moveTo>
                <a:lnTo>
                  <a:pt x="514350" y="219075"/>
                </a:lnTo>
                <a:lnTo>
                  <a:pt x="514350" y="247650"/>
                </a:lnTo>
                <a:lnTo>
                  <a:pt x="504825" y="247650"/>
                </a:lnTo>
                <a:lnTo>
                  <a:pt x="504825" y="228600"/>
                </a:lnTo>
                <a:lnTo>
                  <a:pt x="495300" y="228600"/>
                </a:lnTo>
                <a:close/>
                <a:moveTo>
                  <a:pt x="466725" y="228600"/>
                </a:moveTo>
                <a:lnTo>
                  <a:pt x="485775" y="228600"/>
                </a:lnTo>
                <a:lnTo>
                  <a:pt x="485775" y="266700"/>
                </a:lnTo>
                <a:lnTo>
                  <a:pt x="495300" y="266700"/>
                </a:lnTo>
                <a:lnTo>
                  <a:pt x="495300" y="276225"/>
                </a:lnTo>
                <a:lnTo>
                  <a:pt x="466725" y="276225"/>
                </a:lnTo>
                <a:lnTo>
                  <a:pt x="466725" y="304800"/>
                </a:lnTo>
                <a:lnTo>
                  <a:pt x="457200" y="304800"/>
                </a:lnTo>
                <a:lnTo>
                  <a:pt x="457200" y="323850"/>
                </a:lnTo>
                <a:lnTo>
                  <a:pt x="447675" y="323850"/>
                </a:lnTo>
                <a:lnTo>
                  <a:pt x="447675" y="342900"/>
                </a:lnTo>
                <a:lnTo>
                  <a:pt x="457200" y="342900"/>
                </a:lnTo>
                <a:lnTo>
                  <a:pt x="457200" y="352425"/>
                </a:lnTo>
                <a:lnTo>
                  <a:pt x="447675" y="352425"/>
                </a:lnTo>
                <a:lnTo>
                  <a:pt x="447675" y="371475"/>
                </a:lnTo>
                <a:lnTo>
                  <a:pt x="438150" y="371475"/>
                </a:lnTo>
                <a:lnTo>
                  <a:pt x="438150" y="381000"/>
                </a:lnTo>
                <a:lnTo>
                  <a:pt x="428625" y="381000"/>
                </a:lnTo>
                <a:lnTo>
                  <a:pt x="428625" y="400050"/>
                </a:lnTo>
                <a:lnTo>
                  <a:pt x="438150" y="400050"/>
                </a:lnTo>
                <a:lnTo>
                  <a:pt x="438150" y="419100"/>
                </a:lnTo>
                <a:lnTo>
                  <a:pt x="428625" y="419100"/>
                </a:lnTo>
                <a:lnTo>
                  <a:pt x="428625" y="428625"/>
                </a:lnTo>
                <a:lnTo>
                  <a:pt x="400050" y="428625"/>
                </a:lnTo>
                <a:lnTo>
                  <a:pt x="400050" y="400050"/>
                </a:lnTo>
                <a:lnTo>
                  <a:pt x="409575" y="400050"/>
                </a:lnTo>
                <a:lnTo>
                  <a:pt x="409575" y="390525"/>
                </a:lnTo>
                <a:lnTo>
                  <a:pt x="419100" y="390525"/>
                </a:lnTo>
                <a:lnTo>
                  <a:pt x="419100" y="352425"/>
                </a:lnTo>
                <a:lnTo>
                  <a:pt x="428625" y="352425"/>
                </a:lnTo>
                <a:lnTo>
                  <a:pt x="428625" y="333375"/>
                </a:lnTo>
                <a:lnTo>
                  <a:pt x="438150" y="333375"/>
                </a:lnTo>
                <a:lnTo>
                  <a:pt x="438150" y="304800"/>
                </a:lnTo>
                <a:lnTo>
                  <a:pt x="447675" y="304800"/>
                </a:lnTo>
                <a:lnTo>
                  <a:pt x="447675" y="276225"/>
                </a:lnTo>
                <a:lnTo>
                  <a:pt x="457200" y="276225"/>
                </a:lnTo>
                <a:lnTo>
                  <a:pt x="457200" y="257175"/>
                </a:lnTo>
                <a:lnTo>
                  <a:pt x="466725" y="257175"/>
                </a:lnTo>
                <a:close/>
                <a:moveTo>
                  <a:pt x="628650" y="228600"/>
                </a:moveTo>
                <a:lnTo>
                  <a:pt x="638175" y="228600"/>
                </a:lnTo>
                <a:lnTo>
                  <a:pt x="638175" y="219075"/>
                </a:lnTo>
                <a:lnTo>
                  <a:pt x="628650" y="219075"/>
                </a:lnTo>
                <a:close/>
                <a:moveTo>
                  <a:pt x="514350" y="247650"/>
                </a:moveTo>
                <a:lnTo>
                  <a:pt x="523875" y="247650"/>
                </a:lnTo>
                <a:lnTo>
                  <a:pt x="523875" y="257175"/>
                </a:lnTo>
                <a:lnTo>
                  <a:pt x="533400" y="257175"/>
                </a:lnTo>
                <a:lnTo>
                  <a:pt x="533400" y="285750"/>
                </a:lnTo>
                <a:lnTo>
                  <a:pt x="542925" y="285750"/>
                </a:lnTo>
                <a:lnTo>
                  <a:pt x="542925" y="314325"/>
                </a:lnTo>
                <a:lnTo>
                  <a:pt x="552450" y="314325"/>
                </a:lnTo>
                <a:lnTo>
                  <a:pt x="552450" y="342900"/>
                </a:lnTo>
                <a:lnTo>
                  <a:pt x="561975" y="342900"/>
                </a:lnTo>
                <a:lnTo>
                  <a:pt x="561975" y="371475"/>
                </a:lnTo>
                <a:lnTo>
                  <a:pt x="571500" y="371475"/>
                </a:lnTo>
                <a:lnTo>
                  <a:pt x="571500" y="390525"/>
                </a:lnTo>
                <a:lnTo>
                  <a:pt x="581025" y="390525"/>
                </a:lnTo>
                <a:lnTo>
                  <a:pt x="581025" y="409575"/>
                </a:lnTo>
                <a:lnTo>
                  <a:pt x="552450" y="409575"/>
                </a:lnTo>
                <a:lnTo>
                  <a:pt x="552450" y="419100"/>
                </a:lnTo>
                <a:lnTo>
                  <a:pt x="514350" y="419100"/>
                </a:lnTo>
                <a:lnTo>
                  <a:pt x="514350" y="400050"/>
                </a:lnTo>
                <a:lnTo>
                  <a:pt x="523875" y="400050"/>
                </a:lnTo>
                <a:lnTo>
                  <a:pt x="523875" y="371475"/>
                </a:lnTo>
                <a:lnTo>
                  <a:pt x="514350" y="371475"/>
                </a:lnTo>
                <a:lnTo>
                  <a:pt x="514350" y="352425"/>
                </a:lnTo>
                <a:lnTo>
                  <a:pt x="495300" y="352425"/>
                </a:lnTo>
                <a:lnTo>
                  <a:pt x="495300" y="342900"/>
                </a:lnTo>
                <a:lnTo>
                  <a:pt x="504825" y="342900"/>
                </a:lnTo>
                <a:lnTo>
                  <a:pt x="504825" y="304800"/>
                </a:lnTo>
                <a:lnTo>
                  <a:pt x="495300" y="304800"/>
                </a:lnTo>
                <a:lnTo>
                  <a:pt x="495300" y="285750"/>
                </a:lnTo>
                <a:lnTo>
                  <a:pt x="504825" y="285750"/>
                </a:lnTo>
                <a:lnTo>
                  <a:pt x="504825" y="295275"/>
                </a:lnTo>
                <a:lnTo>
                  <a:pt x="514350" y="295275"/>
                </a:lnTo>
                <a:lnTo>
                  <a:pt x="514350" y="323850"/>
                </a:lnTo>
                <a:lnTo>
                  <a:pt x="533400" y="323850"/>
                </a:lnTo>
                <a:lnTo>
                  <a:pt x="533400" y="304800"/>
                </a:lnTo>
                <a:lnTo>
                  <a:pt x="523875" y="304800"/>
                </a:lnTo>
                <a:lnTo>
                  <a:pt x="523875" y="266700"/>
                </a:lnTo>
                <a:lnTo>
                  <a:pt x="514350" y="266700"/>
                </a:lnTo>
                <a:close/>
                <a:moveTo>
                  <a:pt x="1019175" y="247650"/>
                </a:moveTo>
                <a:lnTo>
                  <a:pt x="1038225" y="247650"/>
                </a:lnTo>
                <a:lnTo>
                  <a:pt x="1038225" y="257175"/>
                </a:lnTo>
                <a:lnTo>
                  <a:pt x="1076325" y="257175"/>
                </a:lnTo>
                <a:lnTo>
                  <a:pt x="1076325" y="266700"/>
                </a:lnTo>
                <a:lnTo>
                  <a:pt x="1085850" y="266700"/>
                </a:lnTo>
                <a:lnTo>
                  <a:pt x="1085850" y="371475"/>
                </a:lnTo>
                <a:lnTo>
                  <a:pt x="1095375" y="371475"/>
                </a:lnTo>
                <a:lnTo>
                  <a:pt x="1095375" y="400050"/>
                </a:lnTo>
                <a:lnTo>
                  <a:pt x="1066800" y="400050"/>
                </a:lnTo>
                <a:lnTo>
                  <a:pt x="1066800" y="390525"/>
                </a:lnTo>
                <a:lnTo>
                  <a:pt x="1057275" y="390525"/>
                </a:lnTo>
                <a:lnTo>
                  <a:pt x="1057275" y="381000"/>
                </a:lnTo>
                <a:lnTo>
                  <a:pt x="1047750" y="381000"/>
                </a:lnTo>
                <a:lnTo>
                  <a:pt x="1047750" y="333375"/>
                </a:lnTo>
                <a:lnTo>
                  <a:pt x="1038225" y="333375"/>
                </a:lnTo>
                <a:lnTo>
                  <a:pt x="1038225" y="323850"/>
                </a:lnTo>
                <a:lnTo>
                  <a:pt x="1047750" y="323850"/>
                </a:lnTo>
                <a:lnTo>
                  <a:pt x="1047750" y="304800"/>
                </a:lnTo>
                <a:lnTo>
                  <a:pt x="1057275" y="304800"/>
                </a:lnTo>
                <a:lnTo>
                  <a:pt x="1057275" y="285750"/>
                </a:lnTo>
                <a:lnTo>
                  <a:pt x="1047750" y="285750"/>
                </a:lnTo>
                <a:lnTo>
                  <a:pt x="1047750" y="276225"/>
                </a:lnTo>
                <a:lnTo>
                  <a:pt x="1038225" y="276225"/>
                </a:lnTo>
                <a:lnTo>
                  <a:pt x="1038225" y="266700"/>
                </a:lnTo>
                <a:lnTo>
                  <a:pt x="1009650" y="266700"/>
                </a:lnTo>
                <a:lnTo>
                  <a:pt x="1009650" y="276225"/>
                </a:lnTo>
                <a:lnTo>
                  <a:pt x="1000125" y="276225"/>
                </a:lnTo>
                <a:lnTo>
                  <a:pt x="1000125" y="285750"/>
                </a:lnTo>
                <a:lnTo>
                  <a:pt x="990600" y="285750"/>
                </a:lnTo>
                <a:lnTo>
                  <a:pt x="990600" y="295275"/>
                </a:lnTo>
                <a:lnTo>
                  <a:pt x="981075" y="295275"/>
                </a:lnTo>
                <a:lnTo>
                  <a:pt x="981075" y="285750"/>
                </a:lnTo>
                <a:lnTo>
                  <a:pt x="971550" y="285750"/>
                </a:lnTo>
                <a:lnTo>
                  <a:pt x="971550" y="266700"/>
                </a:lnTo>
                <a:lnTo>
                  <a:pt x="981075" y="266700"/>
                </a:lnTo>
                <a:lnTo>
                  <a:pt x="981075" y="257175"/>
                </a:lnTo>
                <a:lnTo>
                  <a:pt x="1019175" y="257175"/>
                </a:lnTo>
                <a:close/>
                <a:moveTo>
                  <a:pt x="714375" y="257175"/>
                </a:moveTo>
                <a:lnTo>
                  <a:pt x="742950" y="257175"/>
                </a:lnTo>
                <a:lnTo>
                  <a:pt x="742950" y="266700"/>
                </a:lnTo>
                <a:lnTo>
                  <a:pt x="771525" y="266700"/>
                </a:lnTo>
                <a:lnTo>
                  <a:pt x="771525" y="257175"/>
                </a:lnTo>
                <a:lnTo>
                  <a:pt x="838200" y="257175"/>
                </a:lnTo>
                <a:lnTo>
                  <a:pt x="838200" y="266700"/>
                </a:lnTo>
                <a:lnTo>
                  <a:pt x="857250" y="266700"/>
                </a:lnTo>
                <a:lnTo>
                  <a:pt x="857250" y="257175"/>
                </a:lnTo>
                <a:lnTo>
                  <a:pt x="914400" y="257175"/>
                </a:lnTo>
                <a:lnTo>
                  <a:pt x="914400" y="266700"/>
                </a:lnTo>
                <a:lnTo>
                  <a:pt x="923925" y="266700"/>
                </a:lnTo>
                <a:lnTo>
                  <a:pt x="923925" y="276225"/>
                </a:lnTo>
                <a:lnTo>
                  <a:pt x="933450" y="276225"/>
                </a:lnTo>
                <a:lnTo>
                  <a:pt x="933450" y="361950"/>
                </a:lnTo>
                <a:lnTo>
                  <a:pt x="923925" y="361950"/>
                </a:lnTo>
                <a:lnTo>
                  <a:pt x="923925" y="371475"/>
                </a:lnTo>
                <a:lnTo>
                  <a:pt x="933450" y="371475"/>
                </a:lnTo>
                <a:lnTo>
                  <a:pt x="933450" y="390525"/>
                </a:lnTo>
                <a:lnTo>
                  <a:pt x="895350" y="390525"/>
                </a:lnTo>
                <a:lnTo>
                  <a:pt x="895350" y="285750"/>
                </a:lnTo>
                <a:lnTo>
                  <a:pt x="885825" y="285750"/>
                </a:lnTo>
                <a:lnTo>
                  <a:pt x="885825" y="276225"/>
                </a:lnTo>
                <a:lnTo>
                  <a:pt x="857250" y="276225"/>
                </a:lnTo>
                <a:lnTo>
                  <a:pt x="857250" y="285750"/>
                </a:lnTo>
                <a:lnTo>
                  <a:pt x="847725" y="285750"/>
                </a:lnTo>
                <a:lnTo>
                  <a:pt x="847725" y="381000"/>
                </a:lnTo>
                <a:lnTo>
                  <a:pt x="857250" y="381000"/>
                </a:lnTo>
                <a:lnTo>
                  <a:pt x="857250" y="390525"/>
                </a:lnTo>
                <a:lnTo>
                  <a:pt x="847725" y="390525"/>
                </a:lnTo>
                <a:lnTo>
                  <a:pt x="847725" y="400050"/>
                </a:lnTo>
                <a:lnTo>
                  <a:pt x="819150" y="400050"/>
                </a:lnTo>
                <a:lnTo>
                  <a:pt x="819150" y="390525"/>
                </a:lnTo>
                <a:lnTo>
                  <a:pt x="809625" y="390525"/>
                </a:lnTo>
                <a:lnTo>
                  <a:pt x="809625" y="400050"/>
                </a:lnTo>
                <a:lnTo>
                  <a:pt x="800100" y="400050"/>
                </a:lnTo>
                <a:lnTo>
                  <a:pt x="800100" y="381000"/>
                </a:lnTo>
                <a:lnTo>
                  <a:pt x="809625" y="381000"/>
                </a:lnTo>
                <a:lnTo>
                  <a:pt x="809625" y="304800"/>
                </a:lnTo>
                <a:lnTo>
                  <a:pt x="800100" y="304800"/>
                </a:lnTo>
                <a:lnTo>
                  <a:pt x="800100" y="285750"/>
                </a:lnTo>
                <a:lnTo>
                  <a:pt x="790575" y="285750"/>
                </a:lnTo>
                <a:lnTo>
                  <a:pt x="790575" y="276225"/>
                </a:lnTo>
                <a:lnTo>
                  <a:pt x="771525" y="276225"/>
                </a:lnTo>
                <a:lnTo>
                  <a:pt x="771525" y="285750"/>
                </a:lnTo>
                <a:lnTo>
                  <a:pt x="762000" y="285750"/>
                </a:lnTo>
                <a:lnTo>
                  <a:pt x="762000" y="304800"/>
                </a:lnTo>
                <a:lnTo>
                  <a:pt x="752475" y="304800"/>
                </a:lnTo>
                <a:lnTo>
                  <a:pt x="752475" y="381000"/>
                </a:lnTo>
                <a:lnTo>
                  <a:pt x="762000" y="381000"/>
                </a:lnTo>
                <a:lnTo>
                  <a:pt x="762000" y="400050"/>
                </a:lnTo>
                <a:lnTo>
                  <a:pt x="704850" y="400050"/>
                </a:lnTo>
                <a:lnTo>
                  <a:pt x="704850" y="381000"/>
                </a:lnTo>
                <a:lnTo>
                  <a:pt x="714375" y="381000"/>
                </a:lnTo>
                <a:close/>
                <a:moveTo>
                  <a:pt x="1162050" y="257175"/>
                </a:moveTo>
                <a:lnTo>
                  <a:pt x="1181100" y="257175"/>
                </a:lnTo>
                <a:lnTo>
                  <a:pt x="1181100" y="276225"/>
                </a:lnTo>
                <a:lnTo>
                  <a:pt x="1171575" y="276225"/>
                </a:lnTo>
                <a:lnTo>
                  <a:pt x="1171575" y="285750"/>
                </a:lnTo>
                <a:lnTo>
                  <a:pt x="1162050" y="285750"/>
                </a:lnTo>
                <a:lnTo>
                  <a:pt x="1162050" y="304800"/>
                </a:lnTo>
                <a:lnTo>
                  <a:pt x="1143000" y="304800"/>
                </a:lnTo>
                <a:lnTo>
                  <a:pt x="1143000" y="295275"/>
                </a:lnTo>
                <a:lnTo>
                  <a:pt x="1133475" y="295275"/>
                </a:lnTo>
                <a:lnTo>
                  <a:pt x="1133475" y="285750"/>
                </a:lnTo>
                <a:lnTo>
                  <a:pt x="1143000" y="285750"/>
                </a:lnTo>
                <a:lnTo>
                  <a:pt x="1143000" y="276225"/>
                </a:lnTo>
                <a:lnTo>
                  <a:pt x="1152525" y="276225"/>
                </a:lnTo>
                <a:lnTo>
                  <a:pt x="1152525" y="266700"/>
                </a:lnTo>
                <a:lnTo>
                  <a:pt x="1162050" y="266700"/>
                </a:lnTo>
                <a:close/>
                <a:moveTo>
                  <a:pt x="1219200" y="266700"/>
                </a:moveTo>
                <a:lnTo>
                  <a:pt x="1228725" y="266700"/>
                </a:lnTo>
                <a:lnTo>
                  <a:pt x="1228725" y="276225"/>
                </a:lnTo>
                <a:lnTo>
                  <a:pt x="1238250" y="276225"/>
                </a:lnTo>
                <a:lnTo>
                  <a:pt x="1238250" y="285750"/>
                </a:lnTo>
                <a:lnTo>
                  <a:pt x="1228725" y="285750"/>
                </a:lnTo>
                <a:lnTo>
                  <a:pt x="1228725" y="295275"/>
                </a:lnTo>
                <a:lnTo>
                  <a:pt x="1219200" y="295275"/>
                </a:lnTo>
                <a:close/>
                <a:moveTo>
                  <a:pt x="1295400" y="266700"/>
                </a:moveTo>
                <a:lnTo>
                  <a:pt x="1323975" y="266700"/>
                </a:lnTo>
                <a:lnTo>
                  <a:pt x="1323975" y="276225"/>
                </a:lnTo>
                <a:lnTo>
                  <a:pt x="1314450" y="276225"/>
                </a:lnTo>
                <a:lnTo>
                  <a:pt x="1314450" y="285750"/>
                </a:lnTo>
                <a:lnTo>
                  <a:pt x="1304925" y="285750"/>
                </a:lnTo>
                <a:lnTo>
                  <a:pt x="1304925" y="314325"/>
                </a:lnTo>
                <a:lnTo>
                  <a:pt x="1314450" y="314325"/>
                </a:lnTo>
                <a:lnTo>
                  <a:pt x="1314450" y="342900"/>
                </a:lnTo>
                <a:lnTo>
                  <a:pt x="1304925" y="342900"/>
                </a:lnTo>
                <a:lnTo>
                  <a:pt x="1304925" y="361950"/>
                </a:lnTo>
                <a:lnTo>
                  <a:pt x="1314450" y="361950"/>
                </a:lnTo>
                <a:lnTo>
                  <a:pt x="1314450" y="371475"/>
                </a:lnTo>
                <a:lnTo>
                  <a:pt x="1323975" y="371475"/>
                </a:lnTo>
                <a:lnTo>
                  <a:pt x="1323975" y="381000"/>
                </a:lnTo>
                <a:lnTo>
                  <a:pt x="1381125" y="381000"/>
                </a:lnTo>
                <a:lnTo>
                  <a:pt x="1381125" y="390525"/>
                </a:lnTo>
                <a:lnTo>
                  <a:pt x="1371600" y="390525"/>
                </a:lnTo>
                <a:lnTo>
                  <a:pt x="1371600" y="400050"/>
                </a:lnTo>
                <a:lnTo>
                  <a:pt x="1362075" y="400050"/>
                </a:lnTo>
                <a:lnTo>
                  <a:pt x="1362075" y="409575"/>
                </a:lnTo>
                <a:lnTo>
                  <a:pt x="1304925" y="409575"/>
                </a:lnTo>
                <a:lnTo>
                  <a:pt x="1304925" y="400050"/>
                </a:lnTo>
                <a:lnTo>
                  <a:pt x="1285875" y="400050"/>
                </a:lnTo>
                <a:lnTo>
                  <a:pt x="1285875" y="390525"/>
                </a:lnTo>
                <a:lnTo>
                  <a:pt x="1276350" y="390525"/>
                </a:lnTo>
                <a:lnTo>
                  <a:pt x="1276350" y="371475"/>
                </a:lnTo>
                <a:lnTo>
                  <a:pt x="1266825" y="371475"/>
                </a:lnTo>
                <a:lnTo>
                  <a:pt x="1266825" y="295275"/>
                </a:lnTo>
                <a:lnTo>
                  <a:pt x="1276350" y="295275"/>
                </a:lnTo>
                <a:lnTo>
                  <a:pt x="1276350" y="285750"/>
                </a:lnTo>
                <a:lnTo>
                  <a:pt x="1285875" y="285750"/>
                </a:lnTo>
                <a:lnTo>
                  <a:pt x="1285875" y="276225"/>
                </a:lnTo>
                <a:lnTo>
                  <a:pt x="1295400" y="276225"/>
                </a:lnTo>
                <a:close/>
                <a:moveTo>
                  <a:pt x="1333500" y="266700"/>
                </a:moveTo>
                <a:lnTo>
                  <a:pt x="1362075" y="266700"/>
                </a:lnTo>
                <a:lnTo>
                  <a:pt x="1362075" y="276225"/>
                </a:lnTo>
                <a:lnTo>
                  <a:pt x="1371600" y="276225"/>
                </a:lnTo>
                <a:lnTo>
                  <a:pt x="1371600" y="285750"/>
                </a:lnTo>
                <a:lnTo>
                  <a:pt x="1381125" y="285750"/>
                </a:lnTo>
                <a:lnTo>
                  <a:pt x="1381125" y="304800"/>
                </a:lnTo>
                <a:lnTo>
                  <a:pt x="1390650" y="304800"/>
                </a:lnTo>
                <a:lnTo>
                  <a:pt x="1390650" y="323850"/>
                </a:lnTo>
                <a:lnTo>
                  <a:pt x="1381125" y="323850"/>
                </a:lnTo>
                <a:lnTo>
                  <a:pt x="1381125" y="333375"/>
                </a:lnTo>
                <a:lnTo>
                  <a:pt x="1352550" y="333375"/>
                </a:lnTo>
                <a:lnTo>
                  <a:pt x="1352550" y="323850"/>
                </a:lnTo>
                <a:lnTo>
                  <a:pt x="1343025" y="323850"/>
                </a:lnTo>
                <a:lnTo>
                  <a:pt x="1343025" y="314325"/>
                </a:lnTo>
                <a:lnTo>
                  <a:pt x="1352550" y="314325"/>
                </a:lnTo>
                <a:lnTo>
                  <a:pt x="1352550" y="285750"/>
                </a:lnTo>
                <a:lnTo>
                  <a:pt x="1343025" y="285750"/>
                </a:lnTo>
                <a:lnTo>
                  <a:pt x="1343025" y="276225"/>
                </a:lnTo>
                <a:lnTo>
                  <a:pt x="1333500" y="276225"/>
                </a:lnTo>
                <a:close/>
                <a:moveTo>
                  <a:pt x="1419225" y="276225"/>
                </a:moveTo>
                <a:lnTo>
                  <a:pt x="1466850" y="276225"/>
                </a:lnTo>
                <a:lnTo>
                  <a:pt x="1466850" y="285750"/>
                </a:lnTo>
                <a:lnTo>
                  <a:pt x="1476375" y="285750"/>
                </a:lnTo>
                <a:lnTo>
                  <a:pt x="1476375" y="276225"/>
                </a:lnTo>
                <a:lnTo>
                  <a:pt x="1533525" y="276225"/>
                </a:lnTo>
                <a:lnTo>
                  <a:pt x="1533525" y="285750"/>
                </a:lnTo>
                <a:lnTo>
                  <a:pt x="1543050" y="285750"/>
                </a:lnTo>
                <a:lnTo>
                  <a:pt x="1543050" y="295275"/>
                </a:lnTo>
                <a:lnTo>
                  <a:pt x="1552575" y="295275"/>
                </a:lnTo>
                <a:lnTo>
                  <a:pt x="1552575" y="371475"/>
                </a:lnTo>
                <a:lnTo>
                  <a:pt x="1533525" y="371475"/>
                </a:lnTo>
                <a:lnTo>
                  <a:pt x="1533525" y="381000"/>
                </a:lnTo>
                <a:lnTo>
                  <a:pt x="1524000" y="381000"/>
                </a:lnTo>
                <a:lnTo>
                  <a:pt x="1524000" y="371475"/>
                </a:lnTo>
                <a:lnTo>
                  <a:pt x="1514475" y="371475"/>
                </a:lnTo>
                <a:lnTo>
                  <a:pt x="1514475" y="304800"/>
                </a:lnTo>
                <a:lnTo>
                  <a:pt x="1504950" y="304800"/>
                </a:lnTo>
                <a:lnTo>
                  <a:pt x="1504950" y="295275"/>
                </a:lnTo>
                <a:lnTo>
                  <a:pt x="1476375" y="295275"/>
                </a:lnTo>
                <a:lnTo>
                  <a:pt x="1476375" y="304800"/>
                </a:lnTo>
                <a:lnTo>
                  <a:pt x="1466850" y="304800"/>
                </a:lnTo>
                <a:lnTo>
                  <a:pt x="1466850" y="314325"/>
                </a:lnTo>
                <a:lnTo>
                  <a:pt x="1457325" y="314325"/>
                </a:lnTo>
                <a:lnTo>
                  <a:pt x="1457325" y="390525"/>
                </a:lnTo>
                <a:lnTo>
                  <a:pt x="1466850" y="390525"/>
                </a:lnTo>
                <a:lnTo>
                  <a:pt x="1466850" y="409575"/>
                </a:lnTo>
                <a:lnTo>
                  <a:pt x="1419225" y="409575"/>
                </a:lnTo>
                <a:close/>
                <a:moveTo>
                  <a:pt x="981075" y="323850"/>
                </a:moveTo>
                <a:lnTo>
                  <a:pt x="1019175" y="323850"/>
                </a:lnTo>
                <a:lnTo>
                  <a:pt x="1019175" y="333375"/>
                </a:lnTo>
                <a:lnTo>
                  <a:pt x="1009650" y="333375"/>
                </a:lnTo>
                <a:lnTo>
                  <a:pt x="1009650" y="342900"/>
                </a:lnTo>
                <a:lnTo>
                  <a:pt x="1000125" y="342900"/>
                </a:lnTo>
                <a:lnTo>
                  <a:pt x="1000125" y="361950"/>
                </a:lnTo>
                <a:lnTo>
                  <a:pt x="1009650" y="361950"/>
                </a:lnTo>
                <a:lnTo>
                  <a:pt x="1009650" y="371475"/>
                </a:lnTo>
                <a:lnTo>
                  <a:pt x="1019175" y="371475"/>
                </a:lnTo>
                <a:lnTo>
                  <a:pt x="1019175" y="400050"/>
                </a:lnTo>
                <a:lnTo>
                  <a:pt x="981075" y="400050"/>
                </a:lnTo>
                <a:lnTo>
                  <a:pt x="981075" y="390525"/>
                </a:lnTo>
                <a:lnTo>
                  <a:pt x="971550" y="390525"/>
                </a:lnTo>
                <a:lnTo>
                  <a:pt x="971550" y="381000"/>
                </a:lnTo>
                <a:lnTo>
                  <a:pt x="962025" y="381000"/>
                </a:lnTo>
                <a:lnTo>
                  <a:pt x="962025" y="352425"/>
                </a:lnTo>
                <a:lnTo>
                  <a:pt x="971550" y="352425"/>
                </a:lnTo>
                <a:lnTo>
                  <a:pt x="971550" y="333375"/>
                </a:lnTo>
                <a:lnTo>
                  <a:pt x="981075" y="333375"/>
                </a:lnTo>
                <a:close/>
                <a:moveTo>
                  <a:pt x="1133475" y="352425"/>
                </a:moveTo>
                <a:lnTo>
                  <a:pt x="1143000" y="352425"/>
                </a:lnTo>
                <a:lnTo>
                  <a:pt x="1143000" y="361950"/>
                </a:lnTo>
                <a:lnTo>
                  <a:pt x="1162050" y="361950"/>
                </a:lnTo>
                <a:lnTo>
                  <a:pt x="1162050" y="352425"/>
                </a:lnTo>
                <a:lnTo>
                  <a:pt x="1171575" y="352425"/>
                </a:lnTo>
                <a:lnTo>
                  <a:pt x="1171575" y="361950"/>
                </a:lnTo>
                <a:lnTo>
                  <a:pt x="1181100" y="361950"/>
                </a:lnTo>
                <a:lnTo>
                  <a:pt x="1181100" y="371475"/>
                </a:lnTo>
                <a:lnTo>
                  <a:pt x="1190625" y="371475"/>
                </a:lnTo>
                <a:lnTo>
                  <a:pt x="1190625" y="381000"/>
                </a:lnTo>
                <a:lnTo>
                  <a:pt x="1228725" y="381000"/>
                </a:lnTo>
                <a:lnTo>
                  <a:pt x="1228725" y="400050"/>
                </a:lnTo>
                <a:lnTo>
                  <a:pt x="1162050" y="400050"/>
                </a:lnTo>
                <a:lnTo>
                  <a:pt x="1162050" y="390525"/>
                </a:lnTo>
                <a:lnTo>
                  <a:pt x="1143000" y="390525"/>
                </a:lnTo>
                <a:lnTo>
                  <a:pt x="1143000" y="381000"/>
                </a:lnTo>
                <a:lnTo>
                  <a:pt x="1133475" y="381000"/>
                </a:lnTo>
                <a:close/>
                <a:moveTo>
                  <a:pt x="1504950" y="400050"/>
                </a:moveTo>
                <a:lnTo>
                  <a:pt x="1552575" y="400050"/>
                </a:lnTo>
                <a:lnTo>
                  <a:pt x="1552575" y="419100"/>
                </a:lnTo>
                <a:lnTo>
                  <a:pt x="1533525" y="419100"/>
                </a:lnTo>
                <a:lnTo>
                  <a:pt x="1533525" y="409575"/>
                </a:lnTo>
                <a:lnTo>
                  <a:pt x="1504950" y="409575"/>
                </a:lnTo>
                <a:close/>
                <a:moveTo>
                  <a:pt x="219075" y="657225"/>
                </a:moveTo>
                <a:lnTo>
                  <a:pt x="257175" y="657225"/>
                </a:lnTo>
                <a:lnTo>
                  <a:pt x="257175" y="676275"/>
                </a:lnTo>
                <a:lnTo>
                  <a:pt x="247650" y="676275"/>
                </a:lnTo>
                <a:lnTo>
                  <a:pt x="247650" y="685800"/>
                </a:lnTo>
                <a:lnTo>
                  <a:pt x="228600" y="685800"/>
                </a:lnTo>
                <a:lnTo>
                  <a:pt x="228600" y="695325"/>
                </a:lnTo>
                <a:lnTo>
                  <a:pt x="219075" y="695325"/>
                </a:lnTo>
                <a:lnTo>
                  <a:pt x="219075" y="714375"/>
                </a:lnTo>
                <a:lnTo>
                  <a:pt x="200025" y="714375"/>
                </a:lnTo>
                <a:lnTo>
                  <a:pt x="200025" y="704850"/>
                </a:lnTo>
                <a:lnTo>
                  <a:pt x="190500" y="704850"/>
                </a:lnTo>
                <a:lnTo>
                  <a:pt x="190500" y="676275"/>
                </a:lnTo>
                <a:lnTo>
                  <a:pt x="200025" y="676275"/>
                </a:lnTo>
                <a:lnTo>
                  <a:pt x="200025" y="666750"/>
                </a:lnTo>
                <a:lnTo>
                  <a:pt x="219075" y="666750"/>
                </a:lnTo>
                <a:close/>
                <a:moveTo>
                  <a:pt x="1666875" y="657225"/>
                </a:moveTo>
                <a:lnTo>
                  <a:pt x="1695450" y="657225"/>
                </a:lnTo>
                <a:lnTo>
                  <a:pt x="1695450" y="666750"/>
                </a:lnTo>
                <a:lnTo>
                  <a:pt x="1704975" y="666750"/>
                </a:lnTo>
                <a:lnTo>
                  <a:pt x="1704975" y="695325"/>
                </a:lnTo>
                <a:lnTo>
                  <a:pt x="1724025" y="695325"/>
                </a:lnTo>
                <a:lnTo>
                  <a:pt x="1724025" y="704850"/>
                </a:lnTo>
                <a:lnTo>
                  <a:pt x="1704975" y="704850"/>
                </a:lnTo>
                <a:lnTo>
                  <a:pt x="1704975" y="714375"/>
                </a:lnTo>
                <a:lnTo>
                  <a:pt x="1685925" y="714375"/>
                </a:lnTo>
                <a:lnTo>
                  <a:pt x="1685925" y="676275"/>
                </a:lnTo>
                <a:lnTo>
                  <a:pt x="1676400" y="676275"/>
                </a:lnTo>
                <a:lnTo>
                  <a:pt x="1676400" y="666750"/>
                </a:lnTo>
                <a:lnTo>
                  <a:pt x="1666875" y="666750"/>
                </a:lnTo>
                <a:close/>
                <a:moveTo>
                  <a:pt x="695325" y="695325"/>
                </a:moveTo>
                <a:lnTo>
                  <a:pt x="781050" y="695325"/>
                </a:lnTo>
                <a:lnTo>
                  <a:pt x="781050" y="714375"/>
                </a:lnTo>
                <a:lnTo>
                  <a:pt x="695325" y="714375"/>
                </a:lnTo>
                <a:close/>
                <a:moveTo>
                  <a:pt x="1419225" y="695325"/>
                </a:moveTo>
                <a:lnTo>
                  <a:pt x="1514475" y="695325"/>
                </a:lnTo>
                <a:lnTo>
                  <a:pt x="1514475" y="714375"/>
                </a:lnTo>
                <a:lnTo>
                  <a:pt x="1419225" y="714375"/>
                </a:lnTo>
                <a:close/>
                <a:moveTo>
                  <a:pt x="104775" y="904875"/>
                </a:moveTo>
                <a:lnTo>
                  <a:pt x="114300" y="904875"/>
                </a:lnTo>
                <a:lnTo>
                  <a:pt x="114300" y="952500"/>
                </a:lnTo>
                <a:lnTo>
                  <a:pt x="123825" y="952500"/>
                </a:lnTo>
                <a:lnTo>
                  <a:pt x="123825" y="962025"/>
                </a:lnTo>
                <a:lnTo>
                  <a:pt x="133350" y="962025"/>
                </a:lnTo>
                <a:lnTo>
                  <a:pt x="133350" y="971550"/>
                </a:lnTo>
                <a:lnTo>
                  <a:pt x="142875" y="971550"/>
                </a:lnTo>
                <a:lnTo>
                  <a:pt x="142875" y="981075"/>
                </a:lnTo>
                <a:lnTo>
                  <a:pt x="152400" y="981075"/>
                </a:lnTo>
                <a:lnTo>
                  <a:pt x="152400" y="990600"/>
                </a:lnTo>
                <a:lnTo>
                  <a:pt x="171450" y="990600"/>
                </a:lnTo>
                <a:lnTo>
                  <a:pt x="171450" y="1000125"/>
                </a:lnTo>
                <a:lnTo>
                  <a:pt x="228600" y="1000125"/>
                </a:lnTo>
                <a:lnTo>
                  <a:pt x="228600" y="990600"/>
                </a:lnTo>
                <a:lnTo>
                  <a:pt x="238125" y="990600"/>
                </a:lnTo>
                <a:lnTo>
                  <a:pt x="238125" y="981075"/>
                </a:lnTo>
                <a:lnTo>
                  <a:pt x="247650" y="981075"/>
                </a:lnTo>
                <a:lnTo>
                  <a:pt x="247650" y="971550"/>
                </a:lnTo>
                <a:lnTo>
                  <a:pt x="257175" y="971550"/>
                </a:lnTo>
                <a:lnTo>
                  <a:pt x="257175" y="962025"/>
                </a:lnTo>
                <a:lnTo>
                  <a:pt x="266700" y="962025"/>
                </a:lnTo>
                <a:lnTo>
                  <a:pt x="266700" y="981075"/>
                </a:lnTo>
                <a:lnTo>
                  <a:pt x="257175" y="981075"/>
                </a:lnTo>
                <a:lnTo>
                  <a:pt x="257175" y="990600"/>
                </a:lnTo>
                <a:lnTo>
                  <a:pt x="247650" y="990600"/>
                </a:lnTo>
                <a:lnTo>
                  <a:pt x="247650" y="1000125"/>
                </a:lnTo>
                <a:lnTo>
                  <a:pt x="228600" y="1000125"/>
                </a:lnTo>
                <a:lnTo>
                  <a:pt x="228600" y="1009650"/>
                </a:lnTo>
                <a:lnTo>
                  <a:pt x="152400" y="1009650"/>
                </a:lnTo>
                <a:lnTo>
                  <a:pt x="152400" y="1000125"/>
                </a:lnTo>
                <a:lnTo>
                  <a:pt x="133350" y="1000125"/>
                </a:lnTo>
                <a:lnTo>
                  <a:pt x="133350" y="990600"/>
                </a:lnTo>
                <a:lnTo>
                  <a:pt x="123825" y="990600"/>
                </a:lnTo>
                <a:lnTo>
                  <a:pt x="123825" y="981075"/>
                </a:lnTo>
                <a:lnTo>
                  <a:pt x="114300" y="981075"/>
                </a:lnTo>
                <a:lnTo>
                  <a:pt x="114300" y="971550"/>
                </a:lnTo>
                <a:lnTo>
                  <a:pt x="104775" y="971550"/>
                </a:lnTo>
                <a:close/>
                <a:moveTo>
                  <a:pt x="1790700" y="904875"/>
                </a:moveTo>
                <a:lnTo>
                  <a:pt x="1800225" y="904875"/>
                </a:lnTo>
                <a:lnTo>
                  <a:pt x="1800225" y="933450"/>
                </a:lnTo>
                <a:lnTo>
                  <a:pt x="1790700" y="933450"/>
                </a:lnTo>
                <a:close/>
                <a:moveTo>
                  <a:pt x="495300" y="962025"/>
                </a:moveTo>
                <a:lnTo>
                  <a:pt x="504825" y="962025"/>
                </a:lnTo>
                <a:lnTo>
                  <a:pt x="504825" y="971550"/>
                </a:lnTo>
                <a:lnTo>
                  <a:pt x="514350" y="971550"/>
                </a:lnTo>
                <a:lnTo>
                  <a:pt x="514350" y="981075"/>
                </a:lnTo>
                <a:lnTo>
                  <a:pt x="523875" y="981075"/>
                </a:lnTo>
                <a:lnTo>
                  <a:pt x="523875" y="990600"/>
                </a:lnTo>
                <a:lnTo>
                  <a:pt x="533400" y="990600"/>
                </a:lnTo>
                <a:lnTo>
                  <a:pt x="533400" y="1000125"/>
                </a:lnTo>
                <a:lnTo>
                  <a:pt x="514350" y="1000125"/>
                </a:lnTo>
                <a:lnTo>
                  <a:pt x="514350" y="990600"/>
                </a:lnTo>
                <a:lnTo>
                  <a:pt x="504825" y="990600"/>
                </a:lnTo>
                <a:lnTo>
                  <a:pt x="504825" y="981075"/>
                </a:lnTo>
                <a:lnTo>
                  <a:pt x="495300" y="981075"/>
                </a:lnTo>
                <a:close/>
                <a:moveTo>
                  <a:pt x="1257300" y="962025"/>
                </a:moveTo>
                <a:lnTo>
                  <a:pt x="1266825" y="962025"/>
                </a:lnTo>
                <a:lnTo>
                  <a:pt x="1266825" y="971550"/>
                </a:lnTo>
                <a:lnTo>
                  <a:pt x="1276350" y="971550"/>
                </a:lnTo>
                <a:lnTo>
                  <a:pt x="1276350" y="981075"/>
                </a:lnTo>
                <a:lnTo>
                  <a:pt x="1295400" y="981075"/>
                </a:lnTo>
                <a:lnTo>
                  <a:pt x="1295400" y="990600"/>
                </a:lnTo>
                <a:lnTo>
                  <a:pt x="1304925" y="990600"/>
                </a:lnTo>
                <a:lnTo>
                  <a:pt x="1304925" y="1000125"/>
                </a:lnTo>
                <a:lnTo>
                  <a:pt x="1352550" y="1000125"/>
                </a:lnTo>
                <a:lnTo>
                  <a:pt x="1352550" y="1009650"/>
                </a:lnTo>
                <a:lnTo>
                  <a:pt x="1343025" y="1009650"/>
                </a:lnTo>
                <a:lnTo>
                  <a:pt x="1343025" y="1019175"/>
                </a:lnTo>
                <a:lnTo>
                  <a:pt x="1323975" y="1019175"/>
                </a:lnTo>
                <a:lnTo>
                  <a:pt x="1323975" y="1009650"/>
                </a:lnTo>
                <a:lnTo>
                  <a:pt x="1295400" y="1009650"/>
                </a:lnTo>
                <a:lnTo>
                  <a:pt x="1295400" y="1000125"/>
                </a:lnTo>
                <a:lnTo>
                  <a:pt x="1276350" y="1000125"/>
                </a:lnTo>
                <a:lnTo>
                  <a:pt x="1276350" y="990600"/>
                </a:lnTo>
                <a:lnTo>
                  <a:pt x="1266825" y="990600"/>
                </a:lnTo>
                <a:lnTo>
                  <a:pt x="1266825" y="981075"/>
                </a:lnTo>
                <a:lnTo>
                  <a:pt x="1257300" y="981075"/>
                </a:lnTo>
                <a:close/>
                <a:moveTo>
                  <a:pt x="1400175" y="962025"/>
                </a:moveTo>
                <a:lnTo>
                  <a:pt x="1409700" y="962025"/>
                </a:lnTo>
                <a:lnTo>
                  <a:pt x="1409700" y="981075"/>
                </a:lnTo>
                <a:lnTo>
                  <a:pt x="1400175" y="981075"/>
                </a:lnTo>
                <a:lnTo>
                  <a:pt x="1400175" y="990600"/>
                </a:lnTo>
                <a:lnTo>
                  <a:pt x="1390650" y="990600"/>
                </a:lnTo>
                <a:lnTo>
                  <a:pt x="1390650" y="971550"/>
                </a:lnTo>
                <a:lnTo>
                  <a:pt x="1400175" y="971550"/>
                </a:lnTo>
                <a:close/>
                <a:moveTo>
                  <a:pt x="1771650" y="971550"/>
                </a:moveTo>
                <a:lnTo>
                  <a:pt x="1781175" y="971550"/>
                </a:lnTo>
                <a:lnTo>
                  <a:pt x="1781175" y="981075"/>
                </a:lnTo>
                <a:lnTo>
                  <a:pt x="1771650" y="981075"/>
                </a:lnTo>
                <a:close/>
                <a:moveTo>
                  <a:pt x="600075" y="990600"/>
                </a:moveTo>
                <a:lnTo>
                  <a:pt x="628650" y="990600"/>
                </a:lnTo>
                <a:lnTo>
                  <a:pt x="628650" y="1000125"/>
                </a:lnTo>
                <a:lnTo>
                  <a:pt x="609600" y="1000125"/>
                </a:lnTo>
                <a:lnTo>
                  <a:pt x="609600" y="1009650"/>
                </a:lnTo>
                <a:lnTo>
                  <a:pt x="552450" y="1009650"/>
                </a:lnTo>
                <a:lnTo>
                  <a:pt x="552450" y="1000125"/>
                </a:lnTo>
                <a:lnTo>
                  <a:pt x="600075" y="1000125"/>
                </a:lnTo>
                <a:close/>
                <a:moveTo>
                  <a:pt x="895350" y="990600"/>
                </a:moveTo>
                <a:lnTo>
                  <a:pt x="904875" y="990600"/>
                </a:lnTo>
                <a:lnTo>
                  <a:pt x="904875" y="1000125"/>
                </a:lnTo>
                <a:lnTo>
                  <a:pt x="895350" y="1000125"/>
                </a:lnTo>
                <a:close/>
                <a:moveTo>
                  <a:pt x="1371600" y="990600"/>
                </a:moveTo>
                <a:lnTo>
                  <a:pt x="1390650" y="990600"/>
                </a:lnTo>
                <a:lnTo>
                  <a:pt x="1390650" y="1000125"/>
                </a:lnTo>
                <a:lnTo>
                  <a:pt x="1371600" y="1000125"/>
                </a:lnTo>
                <a:close/>
                <a:moveTo>
                  <a:pt x="1666875" y="990600"/>
                </a:moveTo>
                <a:lnTo>
                  <a:pt x="1676400" y="990600"/>
                </a:lnTo>
                <a:lnTo>
                  <a:pt x="1676400" y="1000125"/>
                </a:lnTo>
                <a:lnTo>
                  <a:pt x="1666875" y="1000125"/>
                </a:lnTo>
                <a:close/>
                <a:moveTo>
                  <a:pt x="914400" y="1000125"/>
                </a:moveTo>
                <a:lnTo>
                  <a:pt x="971550" y="1000125"/>
                </a:lnTo>
                <a:lnTo>
                  <a:pt x="971550" y="1009650"/>
                </a:lnTo>
                <a:lnTo>
                  <a:pt x="914400" y="1009650"/>
                </a:lnTo>
                <a:close/>
                <a:moveTo>
                  <a:pt x="1362075" y="1000125"/>
                </a:moveTo>
                <a:lnTo>
                  <a:pt x="1371600" y="1000125"/>
                </a:lnTo>
                <a:lnTo>
                  <a:pt x="1371600" y="1009650"/>
                </a:lnTo>
                <a:lnTo>
                  <a:pt x="1362075" y="1009650"/>
                </a:lnTo>
                <a:close/>
                <a:moveTo>
                  <a:pt x="1704975" y="1000125"/>
                </a:moveTo>
                <a:lnTo>
                  <a:pt x="1733550" y="1000125"/>
                </a:lnTo>
                <a:lnTo>
                  <a:pt x="1733550" y="1009650"/>
                </a:lnTo>
                <a:lnTo>
                  <a:pt x="1704975" y="1009650"/>
                </a:lnTo>
                <a:close/>
                <a:moveTo>
                  <a:pt x="638175" y="1076325"/>
                </a:moveTo>
                <a:lnTo>
                  <a:pt x="942975" y="1076325"/>
                </a:lnTo>
                <a:lnTo>
                  <a:pt x="942975" y="1085850"/>
                </a:lnTo>
                <a:lnTo>
                  <a:pt x="990600" y="1085850"/>
                </a:lnTo>
                <a:lnTo>
                  <a:pt x="990600" y="1095375"/>
                </a:lnTo>
                <a:lnTo>
                  <a:pt x="1000125" y="1095375"/>
                </a:lnTo>
                <a:lnTo>
                  <a:pt x="1000125" y="1143000"/>
                </a:lnTo>
                <a:lnTo>
                  <a:pt x="990600" y="1143000"/>
                </a:lnTo>
                <a:lnTo>
                  <a:pt x="990600" y="1162050"/>
                </a:lnTo>
                <a:lnTo>
                  <a:pt x="1000125" y="1162050"/>
                </a:lnTo>
                <a:lnTo>
                  <a:pt x="1000125" y="1343025"/>
                </a:lnTo>
                <a:lnTo>
                  <a:pt x="990600" y="1343025"/>
                </a:lnTo>
                <a:lnTo>
                  <a:pt x="990600" y="1466850"/>
                </a:lnTo>
                <a:lnTo>
                  <a:pt x="1000125" y="1466850"/>
                </a:lnTo>
                <a:lnTo>
                  <a:pt x="1000125" y="1600200"/>
                </a:lnTo>
                <a:lnTo>
                  <a:pt x="990600" y="1600200"/>
                </a:lnTo>
                <a:lnTo>
                  <a:pt x="990600" y="1609725"/>
                </a:lnTo>
                <a:lnTo>
                  <a:pt x="971550" y="1609725"/>
                </a:lnTo>
                <a:lnTo>
                  <a:pt x="971550" y="1457325"/>
                </a:lnTo>
                <a:lnTo>
                  <a:pt x="981075" y="1457325"/>
                </a:lnTo>
                <a:lnTo>
                  <a:pt x="981075" y="1362075"/>
                </a:lnTo>
                <a:lnTo>
                  <a:pt x="971550" y="1362075"/>
                </a:lnTo>
                <a:lnTo>
                  <a:pt x="971550" y="1162050"/>
                </a:lnTo>
                <a:lnTo>
                  <a:pt x="981075" y="1162050"/>
                </a:lnTo>
                <a:lnTo>
                  <a:pt x="981075" y="1133475"/>
                </a:lnTo>
                <a:lnTo>
                  <a:pt x="990600" y="1133475"/>
                </a:lnTo>
                <a:lnTo>
                  <a:pt x="990600" y="1104900"/>
                </a:lnTo>
                <a:lnTo>
                  <a:pt x="981075" y="1104900"/>
                </a:lnTo>
                <a:lnTo>
                  <a:pt x="981075" y="1095375"/>
                </a:lnTo>
                <a:lnTo>
                  <a:pt x="942975" y="1095375"/>
                </a:lnTo>
                <a:lnTo>
                  <a:pt x="942975" y="1104900"/>
                </a:lnTo>
                <a:lnTo>
                  <a:pt x="552450" y="1104900"/>
                </a:lnTo>
                <a:lnTo>
                  <a:pt x="552450" y="1095375"/>
                </a:lnTo>
                <a:lnTo>
                  <a:pt x="457200" y="1095375"/>
                </a:lnTo>
                <a:lnTo>
                  <a:pt x="457200" y="1104900"/>
                </a:lnTo>
                <a:lnTo>
                  <a:pt x="381000" y="1104900"/>
                </a:lnTo>
                <a:lnTo>
                  <a:pt x="381000" y="1095375"/>
                </a:lnTo>
                <a:lnTo>
                  <a:pt x="361950" y="1095375"/>
                </a:lnTo>
                <a:lnTo>
                  <a:pt x="361950" y="1104900"/>
                </a:lnTo>
                <a:lnTo>
                  <a:pt x="352425" y="1104900"/>
                </a:lnTo>
                <a:lnTo>
                  <a:pt x="352425" y="1133475"/>
                </a:lnTo>
                <a:lnTo>
                  <a:pt x="361950" y="1133475"/>
                </a:lnTo>
                <a:lnTo>
                  <a:pt x="361950" y="1209675"/>
                </a:lnTo>
                <a:lnTo>
                  <a:pt x="352425" y="1209675"/>
                </a:lnTo>
                <a:lnTo>
                  <a:pt x="352425" y="1228725"/>
                </a:lnTo>
                <a:lnTo>
                  <a:pt x="342900" y="1228725"/>
                </a:lnTo>
                <a:lnTo>
                  <a:pt x="342900" y="1162050"/>
                </a:lnTo>
                <a:lnTo>
                  <a:pt x="333375" y="1162050"/>
                </a:lnTo>
                <a:lnTo>
                  <a:pt x="333375" y="1095375"/>
                </a:lnTo>
                <a:lnTo>
                  <a:pt x="342900" y="1095375"/>
                </a:lnTo>
                <a:lnTo>
                  <a:pt x="342900" y="1085850"/>
                </a:lnTo>
                <a:lnTo>
                  <a:pt x="638175" y="1085850"/>
                </a:lnTo>
                <a:close/>
                <a:moveTo>
                  <a:pt x="1162050" y="1076325"/>
                </a:moveTo>
                <a:lnTo>
                  <a:pt x="1514475" y="1076325"/>
                </a:lnTo>
                <a:lnTo>
                  <a:pt x="1514475" y="1085850"/>
                </a:lnTo>
                <a:lnTo>
                  <a:pt x="1533525" y="1085850"/>
                </a:lnTo>
                <a:lnTo>
                  <a:pt x="1533525" y="1095375"/>
                </a:lnTo>
                <a:lnTo>
                  <a:pt x="1543050" y="1095375"/>
                </a:lnTo>
                <a:lnTo>
                  <a:pt x="1543050" y="1104900"/>
                </a:lnTo>
                <a:lnTo>
                  <a:pt x="1552575" y="1104900"/>
                </a:lnTo>
                <a:lnTo>
                  <a:pt x="1552575" y="1495425"/>
                </a:lnTo>
                <a:lnTo>
                  <a:pt x="1562100" y="1495425"/>
                </a:lnTo>
                <a:lnTo>
                  <a:pt x="1562100" y="1504950"/>
                </a:lnTo>
                <a:lnTo>
                  <a:pt x="1552575" y="1504950"/>
                </a:lnTo>
                <a:lnTo>
                  <a:pt x="1552575" y="1743075"/>
                </a:lnTo>
                <a:lnTo>
                  <a:pt x="1562100" y="1743075"/>
                </a:lnTo>
                <a:lnTo>
                  <a:pt x="1562100" y="1781175"/>
                </a:lnTo>
                <a:lnTo>
                  <a:pt x="1533525" y="1781175"/>
                </a:lnTo>
                <a:lnTo>
                  <a:pt x="1533525" y="1123950"/>
                </a:lnTo>
                <a:lnTo>
                  <a:pt x="1524000" y="1123950"/>
                </a:lnTo>
                <a:lnTo>
                  <a:pt x="1524000" y="1114425"/>
                </a:lnTo>
                <a:lnTo>
                  <a:pt x="1266825" y="1114425"/>
                </a:lnTo>
                <a:lnTo>
                  <a:pt x="1266825" y="1104900"/>
                </a:lnTo>
                <a:lnTo>
                  <a:pt x="1171575" y="1104900"/>
                </a:lnTo>
                <a:lnTo>
                  <a:pt x="1171575" y="1114425"/>
                </a:lnTo>
                <a:lnTo>
                  <a:pt x="1162050" y="1114425"/>
                </a:lnTo>
                <a:lnTo>
                  <a:pt x="1162050" y="1123950"/>
                </a:lnTo>
                <a:lnTo>
                  <a:pt x="1152525" y="1123950"/>
                </a:lnTo>
                <a:lnTo>
                  <a:pt x="1152525" y="1743075"/>
                </a:lnTo>
                <a:lnTo>
                  <a:pt x="1143000" y="1743075"/>
                </a:lnTo>
                <a:lnTo>
                  <a:pt x="1143000" y="1762125"/>
                </a:lnTo>
                <a:lnTo>
                  <a:pt x="1152525" y="1762125"/>
                </a:lnTo>
                <a:lnTo>
                  <a:pt x="1152525" y="1771650"/>
                </a:lnTo>
                <a:lnTo>
                  <a:pt x="1143000" y="1771650"/>
                </a:lnTo>
                <a:lnTo>
                  <a:pt x="1143000" y="1781175"/>
                </a:lnTo>
                <a:lnTo>
                  <a:pt x="1123950" y="1781175"/>
                </a:lnTo>
                <a:lnTo>
                  <a:pt x="1123950" y="1114425"/>
                </a:lnTo>
                <a:lnTo>
                  <a:pt x="1133475" y="1114425"/>
                </a:lnTo>
                <a:lnTo>
                  <a:pt x="1133475" y="1095375"/>
                </a:lnTo>
                <a:lnTo>
                  <a:pt x="1143000" y="1095375"/>
                </a:lnTo>
                <a:lnTo>
                  <a:pt x="1143000" y="1085850"/>
                </a:lnTo>
                <a:lnTo>
                  <a:pt x="1162050" y="1085850"/>
                </a:lnTo>
                <a:close/>
                <a:moveTo>
                  <a:pt x="342900" y="1343025"/>
                </a:moveTo>
                <a:lnTo>
                  <a:pt x="352425" y="1343025"/>
                </a:lnTo>
                <a:lnTo>
                  <a:pt x="352425" y="1352550"/>
                </a:lnTo>
                <a:lnTo>
                  <a:pt x="361950" y="1352550"/>
                </a:lnTo>
                <a:lnTo>
                  <a:pt x="361950" y="1485900"/>
                </a:lnTo>
                <a:lnTo>
                  <a:pt x="371475" y="1485900"/>
                </a:lnTo>
                <a:lnTo>
                  <a:pt x="371475" y="1504950"/>
                </a:lnTo>
                <a:lnTo>
                  <a:pt x="361950" y="1504950"/>
                </a:lnTo>
                <a:lnTo>
                  <a:pt x="361950" y="1609725"/>
                </a:lnTo>
                <a:lnTo>
                  <a:pt x="352425" y="1609725"/>
                </a:lnTo>
                <a:lnTo>
                  <a:pt x="352425" y="1628775"/>
                </a:lnTo>
                <a:lnTo>
                  <a:pt x="361950" y="1628775"/>
                </a:lnTo>
                <a:lnTo>
                  <a:pt x="361950" y="1638300"/>
                </a:lnTo>
                <a:lnTo>
                  <a:pt x="390525" y="1638300"/>
                </a:lnTo>
                <a:lnTo>
                  <a:pt x="390525" y="1628775"/>
                </a:lnTo>
                <a:lnTo>
                  <a:pt x="428625" y="1628775"/>
                </a:lnTo>
                <a:lnTo>
                  <a:pt x="428625" y="1619250"/>
                </a:lnTo>
                <a:lnTo>
                  <a:pt x="447675" y="1619250"/>
                </a:lnTo>
                <a:lnTo>
                  <a:pt x="447675" y="1628775"/>
                </a:lnTo>
                <a:lnTo>
                  <a:pt x="457200" y="1628775"/>
                </a:lnTo>
                <a:lnTo>
                  <a:pt x="457200" y="1638300"/>
                </a:lnTo>
                <a:lnTo>
                  <a:pt x="485775" y="1638300"/>
                </a:lnTo>
                <a:lnTo>
                  <a:pt x="485775" y="1628775"/>
                </a:lnTo>
                <a:lnTo>
                  <a:pt x="581025" y="1628775"/>
                </a:lnTo>
                <a:lnTo>
                  <a:pt x="581025" y="1638300"/>
                </a:lnTo>
                <a:lnTo>
                  <a:pt x="600075" y="1638300"/>
                </a:lnTo>
                <a:lnTo>
                  <a:pt x="600075" y="1628775"/>
                </a:lnTo>
                <a:lnTo>
                  <a:pt x="609600" y="1628775"/>
                </a:lnTo>
                <a:lnTo>
                  <a:pt x="609600" y="1638300"/>
                </a:lnTo>
                <a:lnTo>
                  <a:pt x="628650" y="1638300"/>
                </a:lnTo>
                <a:lnTo>
                  <a:pt x="628650" y="1628775"/>
                </a:lnTo>
                <a:lnTo>
                  <a:pt x="638175" y="1628775"/>
                </a:lnTo>
                <a:lnTo>
                  <a:pt x="638175" y="1619250"/>
                </a:lnTo>
                <a:lnTo>
                  <a:pt x="657225" y="1619250"/>
                </a:lnTo>
                <a:lnTo>
                  <a:pt x="657225" y="1628775"/>
                </a:lnTo>
                <a:lnTo>
                  <a:pt x="666750" y="1628775"/>
                </a:lnTo>
                <a:lnTo>
                  <a:pt x="666750" y="1638300"/>
                </a:lnTo>
                <a:lnTo>
                  <a:pt x="771525" y="1638300"/>
                </a:lnTo>
                <a:lnTo>
                  <a:pt x="771525" y="1628775"/>
                </a:lnTo>
                <a:lnTo>
                  <a:pt x="790575" y="1628775"/>
                </a:lnTo>
                <a:lnTo>
                  <a:pt x="790575" y="1638300"/>
                </a:lnTo>
                <a:lnTo>
                  <a:pt x="866775" y="1638300"/>
                </a:lnTo>
                <a:lnTo>
                  <a:pt x="866775" y="1628775"/>
                </a:lnTo>
                <a:lnTo>
                  <a:pt x="885825" y="1628775"/>
                </a:lnTo>
                <a:lnTo>
                  <a:pt x="885825" y="1619250"/>
                </a:lnTo>
                <a:lnTo>
                  <a:pt x="933450" y="1619250"/>
                </a:lnTo>
                <a:lnTo>
                  <a:pt x="933450" y="1628775"/>
                </a:lnTo>
                <a:lnTo>
                  <a:pt x="962025" y="1628775"/>
                </a:lnTo>
                <a:lnTo>
                  <a:pt x="962025" y="1638300"/>
                </a:lnTo>
                <a:lnTo>
                  <a:pt x="971550" y="1638300"/>
                </a:lnTo>
                <a:lnTo>
                  <a:pt x="971550" y="1628775"/>
                </a:lnTo>
                <a:lnTo>
                  <a:pt x="990600" y="1628775"/>
                </a:lnTo>
                <a:lnTo>
                  <a:pt x="990600" y="1647825"/>
                </a:lnTo>
                <a:lnTo>
                  <a:pt x="352425" y="1647825"/>
                </a:lnTo>
                <a:lnTo>
                  <a:pt x="352425" y="1638300"/>
                </a:lnTo>
                <a:lnTo>
                  <a:pt x="342900" y="1638300"/>
                </a:lnTo>
                <a:lnTo>
                  <a:pt x="342900" y="1581150"/>
                </a:lnTo>
                <a:lnTo>
                  <a:pt x="352425" y="1581150"/>
                </a:lnTo>
                <a:lnTo>
                  <a:pt x="352425" y="1562100"/>
                </a:lnTo>
                <a:lnTo>
                  <a:pt x="342900" y="1562100"/>
                </a:lnTo>
                <a:lnTo>
                  <a:pt x="342900" y="1504950"/>
                </a:lnTo>
                <a:lnTo>
                  <a:pt x="333375" y="1504950"/>
                </a:lnTo>
                <a:lnTo>
                  <a:pt x="333375" y="1466850"/>
                </a:lnTo>
                <a:lnTo>
                  <a:pt x="342900" y="1466850"/>
                </a:lnTo>
                <a:lnTo>
                  <a:pt x="342900" y="1438275"/>
                </a:lnTo>
                <a:lnTo>
                  <a:pt x="333375" y="1438275"/>
                </a:lnTo>
                <a:lnTo>
                  <a:pt x="333375" y="1390650"/>
                </a:lnTo>
                <a:lnTo>
                  <a:pt x="342900" y="1390650"/>
                </a:lnTo>
                <a:close/>
                <a:moveTo>
                  <a:pt x="1219200" y="1552575"/>
                </a:moveTo>
                <a:lnTo>
                  <a:pt x="1228725" y="1552575"/>
                </a:lnTo>
                <a:lnTo>
                  <a:pt x="1228725" y="1571625"/>
                </a:lnTo>
                <a:lnTo>
                  <a:pt x="1219200" y="1571625"/>
                </a:lnTo>
                <a:lnTo>
                  <a:pt x="1219200" y="1581150"/>
                </a:lnTo>
                <a:lnTo>
                  <a:pt x="1209675" y="1581150"/>
                </a:lnTo>
                <a:lnTo>
                  <a:pt x="1209675" y="1562100"/>
                </a:lnTo>
                <a:lnTo>
                  <a:pt x="1219200" y="1562100"/>
                </a:lnTo>
                <a:close/>
              </a:path>
            </a:pathLst>
          </a:custGeom>
          <a:solidFill xmlns:a="http://schemas.openxmlformats.org/drawingml/2006/main">
            <a:srgbClr val="B12219"/>
          </a:solidFill>
          <a:ln xmlns:a="http://schemas.openxmlformats.org/drawingml/2006/main" w="0">
            <a:noFill/>
          </a:ln>
        </p:spPr>
      </p:sp>
      <p:sp>
        <p:nvSpPr>
          <p:cNvPr id="138" name="">
            <a:extLst xmlns:a="http://schemas.openxmlformats.org/drawingml/2006/main">
              <a:ext uri="{FF2B5EF4-FFF2-40B4-BE49-F238E27FC236}">
                <a16:creationId xmlns:a16="http://schemas.microsoft.com/office/drawing/2014/main" id="{DDB64A13-25A1-4764-8962-D6E60FD3E099}"/>
              </a:ext>
            </a:extLst>
          </p:cNvPr>
          <p:cNvSpPr>
            <a:spLocks xmlns:a="http://schemas.openxmlformats.org/drawingml/2006/main" noGrp="1"/>
          </p:cNvSpPr>
          <p:nvPr/>
        </p:nvSpPr>
        <p:spPr>
          <a:xfrm xmlns:a="http://schemas.openxmlformats.org/drawingml/2006/main" rot="0">
            <a:off x="9810750" y="6524625"/>
            <a:ext cx="2714625" cy="447675"/>
          </a:xfrm>
          <a:prstGeom xmlns:a="http://schemas.openxmlformats.org/drawingml/2006/main" prst="rect">
            <a:avLst/>
          </a:prstGeom>
          <a:noFill xmlns:a="http://schemas.openxmlformats.org/drawingml/2006/main"/>
          <a:ln xmlns:a="http://schemas.openxmlformats.org/drawingml/2006/main" w="0">
            <a:noFill/>
          </a:ln>
        </p:spPr>
        <p:txBody>
          <a:bodyPr xmlns:a="http://schemas.openxmlformats.org/drawingml/2006/main" wrap="none" lIns="0" tIns="0" rIns="0" bIns="0"/>
          <a:lstStyle xmlns:a="http://schemas.openxmlformats.org/drawingml/2006/main">
            <a:defPPr algn="l">
              <a:defRPr sz="225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defPPr>
            <a:lvl1pPr algn="l">
              <a:defRPr sz="225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1pPr>
            <a:lvl2pPr algn="l">
              <a:defRPr sz="225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2pPr>
            <a:lvl3pPr algn="l">
              <a:defRPr sz="225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3pPr>
            <a:lvl4pPr algn="l">
              <a:defRPr sz="225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4pPr>
            <a:lvl5pPr algn="l">
              <a:defRPr sz="225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5pPr>
            <a:lvl6pPr algn="l">
              <a:defRPr sz="225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6pPr>
            <a:lvl7pPr algn="l">
              <a:defRPr sz="225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7pPr>
            <a:lvl8pPr algn="l">
              <a:defRPr sz="225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8pPr>
            <a:lvl9pPr algn="l">
              <a:defRPr sz="225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lvl9pPr>
          </a:lstStyle>
          <a:p xmlns:a="http://schemas.openxmlformats.org/drawingml/2006/main">
            <a:pPr algn="l">
              <a:lnSpc>
                <a:spcPct val="105000"/>
              </a:lnSpc>
              <a:buNone/>
              <a:defRPr sz="2250" b="0">
                <a:solidFill>
                  <a:srgbClr val="1D4333"/>
                </a:solidFill>
                <a:latin typeface="Arial"/>
                <a:ea typeface="Arial"/>
                <a:cs typeface="Arial"/>
              </a:defRPr>
            </a:pPr>
            <a:r>
              <a:rPr sz="2250" b="0">
                <a:solidFill>
                  <a:srgbClr val="1D4333"/>
                </a:solidFill>
                <a:latin typeface="Arial"/>
                <a:ea typeface="Arial"/>
                <a:cs typeface="Arial"/>
              </a:rPr>
              <a:t>Gracias · ¿Preguntas?</a:t>
            </a:r>
          </a:p>
        </p:txBody>
      </p:sp>
    </p:spTree>
    <p:extLst>
      <p:ext uri="{BB962C8B-B14F-4D97-AF65-F5344CB8AC3E}">
        <p14:creationId xmlns:p14="http://schemas.microsoft.com/office/powerpoint/2010/main" val="1587042090"/>
      </p:ext>
    </p:extLst>
  </p:cSld>
</p:sld>
</file>

<file path=ppt/theme/theme1.xml><?xml version="1.0" encoding="utf-8"?>
<a:theme xmlns:a="http://schemas.openxmlformats.org/drawingml/2006/main" name="ChatGPT">
  <a:themeElements>
    <a:clrScheme name="ChatGPT">
      <a:dk1>
        <a:srgbClr val="000000"/>
      </a:dk1>
      <a:lt1>
        <a:srgbClr val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">
      <a:majorFont>
        <a:latin typeface="Aptos"/>
        <a:ea typeface=""/>
        <a:cs typeface=""/>
      </a:majorFont>
      <a:minorFont>
        <a:latin typeface="Aptos"/>
        <a:ea typeface=""/>
        <a:cs typeface=""/>
      </a:minorFont>
    </a:fontScheme>
    <a:fmtScheme name="ChatGPT">
      <a:fillStyleLst>
        <a:solidFill>
          <a:schemeClr val="phClr"/>
        </a:solidFill>
        <a:gradFill>
          <a:gsLst>
            <a:gs pos="0">
              <a:schemeClr val="phClr">
                <a:tint val="67000"/>
                <a:lumMod val="110000"/>
                <a:satMod val="105000"/>
              </a:schemeClr>
            </a:gs>
            <a:gs pos="50000">
              <a:schemeClr val="phClr">
                <a:tint val="73000"/>
                <a:lumMod val="105000"/>
                <a:satMod val="103000"/>
              </a:schemeClr>
            </a:gs>
            <a:gs pos="100000">
              <a:schemeClr val="phClr">
                <a:tint val="81000"/>
                <a:lumMod val="105000"/>
                <a:satMod val="109000"/>
              </a:schemeClr>
            </a:gs>
          </a:gsLst>
          <a:lin ang="5400000" scaled="0"/>
        </a:gradFill>
        <a:gradFill>
          <a:gsLst>
            <a:gs pos="0">
              <a:schemeClr val="phClr">
                <a:tint val="94000"/>
                <a:lumMod val="102000"/>
                <a:satMod val="103000"/>
              </a:schemeClr>
            </a:gs>
            <a:gs pos="50000">
              <a:schemeClr val="phClr">
                <a:shade val="100000"/>
                <a:lumMod val="100000"/>
                <a:satMod val="110000"/>
              </a:schemeClr>
            </a:gs>
            <a:gs pos="100000">
              <a:schemeClr val="phClr">
                <a:shade val="78000"/>
                <a:lumMod val="99000"/>
                <a:satMod val="120000"/>
              </a:schemeClr>
            </a:gs>
          </a:gsLst>
          <a:lin ang="5400000" scaled="0"/>
        </a:gradFill>
      </a:fillStyleLst>
      <a:lnStyleLst>
        <a:ln w="12700">
          <a:solidFill>
            <a:schemeClr val="phClr"/>
          </a:solidFill>
          <a:prstDash val="solid"/>
        </a:ln>
        <a:ln w="19050">
          <a:solidFill>
            <a:schemeClr val="phClr"/>
          </a:solidFill>
          <a:prstDash val="solid"/>
        </a:ln>
        <a:ln w="25400">
          <a:solidFill>
            <a:schemeClr val="phClr"/>
          </a:solidFill>
          <a:prstDash val="solid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>
              <a:srgbClr val="000000">
                <a:alpha val="16000"/>
              </a:srgbClr>
            </a:outerShdw>
          </a:effectLst>
        </a:effectStyle>
        <a:effectStyle>
          <a:effectLst>
            <a:outerShdw blurRad="19050" dist="9525" dir="5400000">
              <a:srgbClr val="000000">
                <a:alpha val="6000"/>
              </a:srgbClr>
            </a:outerShdw>
          </a:effectLst>
        </a:effectStyle>
        <a:effectStyle>
          <a:effectLst>
            <a:outerShdw blurRad="28575" dist="9525" dir="5400000">
              <a:srgbClr val="000000">
                <a:alpha val="8000"/>
              </a:srgbClr>
            </a:outerShdw>
          </a:effectLst>
        </a:effectStyle>
        <a:effectStyle>
          <a:effectLst>
            <a:outerShdw blurRad="57150" dist="19050" dir="5400000">
              <a:srgbClr val="000000">
                <a:alpha val="10000"/>
              </a:srgbClr>
            </a:outerShdw>
          </a:effectLst>
        </a:effectStyle>
        <a:effectStyle>
          <a:effectLst>
            <a:outerShdw blurRad="114300" dist="38100" dir="5400000">
              <a:srgbClr val="000000">
                <a:alpha val="12000"/>
              </a:srgbClr>
            </a:outerShdw>
          </a:effectLst>
        </a:effectStyle>
        <a:effectStyle>
          <a:effectLst>
            <a:outerShdw blurRad="171450" dist="57150" dir="5400000">
              <a:srgbClr val="000000">
                <a:alpha val="16000"/>
              </a:srgbClr>
            </a:outerShdw>
          </a:effectLst>
        </a:effectStyle>
        <a:effectStyle>
          <a:effectLst>
            <a:outerShdw blurRad="266700" dist="95250" dir="5400000">
              <a:srgbClr val="000000">
                <a:alpha val="24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>
          <a:gsLst>
            <a:gs pos="0">
              <a:schemeClr val="phClr">
                <a:tint val="93000"/>
                <a:shade val="98000"/>
                <a:lumMod val="102000"/>
                <a:satMod val="150000"/>
              </a:schemeClr>
            </a:gs>
            <a:gs pos="50000">
              <a:schemeClr val="phClr">
                <a:tint val="98000"/>
                <a:shade val="90000"/>
                <a:lumMod val="103000"/>
                <a:satMod val="130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</a:theme>
</file>

<file path=docProps/app.xml><?xml version="1.0" encoding="utf-8"?>
<ap:Properties xmlns:ap="http://schemas.openxmlformats.org/officeDocument/2006/extended-properties">
  <ap:Application>Walnut Exporter</ap:Application>
  <ap:PresentationFormat>Converted Presentation</ap:PresentationFormat>
  <ap:Slides>0</ap:Slides>
  <ap:Notes>0</ap:Notes>
  <ap:HiddenSlides>0</ap:HiddenSlides>
  <ap:SharedDoc>false</ap:SharedDoc>
  <ap:DocSecurity>0</ap:DocSecurity>
</ap:Properties>
</file>

<file path=docProps/core.xml><?xml version="1.0" encoding="utf-8"?>
<coreProperties xmlns:dc="http://purl.org/dc/elements/1.1/" xmlns:dcterms="http://purl.org/dc/terms/" xmlns:xsi="http://www.w3.org/2001/XMLSchema-instance" xmlns="http://schemas.openxmlformats.org/package/2006/metadata/core-properties">
  <dc:creator>Walnut Exporter</dc:creator>
  <lastModifiedBy>Walnut Exporter</lastModifiedBy>
  <dc:title>Presentation</dc:title>
  <dcterms:created xsi:type="dcterms:W3CDTF">2026-10-30T03:44:34.8610000Z</dcterms:created>
  <dcterms:modified xsi:type="dcterms:W3CDTF">2026-10-30T03:44:34.8610000Z</dcterms:modified>
</coreProperties>
</file>